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83"/>
  </p:notesMasterIdLst>
  <p:sldIdLst>
    <p:sldId id="317" r:id="rId2"/>
    <p:sldId id="269" r:id="rId3"/>
    <p:sldId id="430" r:id="rId4"/>
    <p:sldId id="338" r:id="rId5"/>
    <p:sldId id="376" r:id="rId6"/>
    <p:sldId id="296" r:id="rId7"/>
    <p:sldId id="319" r:id="rId8"/>
    <p:sldId id="257" r:id="rId9"/>
    <p:sldId id="322" r:id="rId10"/>
    <p:sldId id="323" r:id="rId11"/>
    <p:sldId id="329" r:id="rId12"/>
    <p:sldId id="321" r:id="rId13"/>
    <p:sldId id="337" r:id="rId14"/>
    <p:sldId id="345" r:id="rId15"/>
    <p:sldId id="341" r:id="rId16"/>
    <p:sldId id="346" r:id="rId17"/>
    <p:sldId id="308" r:id="rId18"/>
    <p:sldId id="349" r:id="rId19"/>
    <p:sldId id="403" r:id="rId20"/>
    <p:sldId id="358" r:id="rId21"/>
    <p:sldId id="361" r:id="rId22"/>
    <p:sldId id="365" r:id="rId23"/>
    <p:sldId id="366" r:id="rId24"/>
    <p:sldId id="363" r:id="rId25"/>
    <p:sldId id="368" r:id="rId26"/>
    <p:sldId id="371" r:id="rId27"/>
    <p:sldId id="315" r:id="rId28"/>
    <p:sldId id="373" r:id="rId29"/>
    <p:sldId id="348" r:id="rId30"/>
    <p:sldId id="375" r:id="rId31"/>
    <p:sldId id="387" r:id="rId32"/>
    <p:sldId id="377" r:id="rId33"/>
    <p:sldId id="378" r:id="rId34"/>
    <p:sldId id="379" r:id="rId35"/>
    <p:sldId id="381" r:id="rId36"/>
    <p:sldId id="382" r:id="rId37"/>
    <p:sldId id="405" r:id="rId38"/>
    <p:sldId id="431" r:id="rId39"/>
    <p:sldId id="406" r:id="rId40"/>
    <p:sldId id="407" r:id="rId41"/>
    <p:sldId id="408" r:id="rId42"/>
    <p:sldId id="409" r:id="rId43"/>
    <p:sldId id="320" r:id="rId44"/>
    <p:sldId id="332" r:id="rId45"/>
    <p:sldId id="339" r:id="rId46"/>
    <p:sldId id="347" r:id="rId47"/>
    <p:sldId id="357" r:id="rId48"/>
    <p:sldId id="360" r:id="rId49"/>
    <p:sldId id="362" r:id="rId50"/>
    <p:sldId id="367" r:id="rId51"/>
    <p:sldId id="380" r:id="rId52"/>
    <p:sldId id="384" r:id="rId53"/>
    <p:sldId id="410" r:id="rId54"/>
    <p:sldId id="411" r:id="rId55"/>
    <p:sldId id="422" r:id="rId56"/>
    <p:sldId id="423" r:id="rId57"/>
    <p:sldId id="404" r:id="rId58"/>
    <p:sldId id="427" r:id="rId59"/>
    <p:sldId id="425" r:id="rId60"/>
    <p:sldId id="426" r:id="rId61"/>
    <p:sldId id="424" r:id="rId62"/>
    <p:sldId id="268" r:id="rId63"/>
    <p:sldId id="334" r:id="rId64"/>
    <p:sldId id="331" r:id="rId65"/>
    <p:sldId id="433" r:id="rId66"/>
    <p:sldId id="434" r:id="rId67"/>
    <p:sldId id="428" r:id="rId68"/>
    <p:sldId id="372" r:id="rId69"/>
    <p:sldId id="391" r:id="rId70"/>
    <p:sldId id="392" r:id="rId71"/>
    <p:sldId id="393" r:id="rId72"/>
    <p:sldId id="394" r:id="rId73"/>
    <p:sldId id="395" r:id="rId74"/>
    <p:sldId id="396" r:id="rId75"/>
    <p:sldId id="397" r:id="rId76"/>
    <p:sldId id="398" r:id="rId77"/>
    <p:sldId id="399" r:id="rId78"/>
    <p:sldId id="400" r:id="rId79"/>
    <p:sldId id="401" r:id="rId80"/>
    <p:sldId id="402" r:id="rId81"/>
    <p:sldId id="278" r:id="rId82"/>
  </p:sldIdLst>
  <p:sldSz cx="12192000" cy="6858000"/>
  <p:notesSz cx="6858000" cy="9144000"/>
  <p:defaultTextStyle>
    <a:defPPr>
      <a:defRPr lang="id-ID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D4F400C6-BCCA-48C9-9972-2168E925285D}">
          <p14:sldIdLst>
            <p14:sldId id="317"/>
            <p14:sldId id="269"/>
            <p14:sldId id="430"/>
            <p14:sldId id="338"/>
            <p14:sldId id="376"/>
            <p14:sldId id="296"/>
            <p14:sldId id="319"/>
            <p14:sldId id="257"/>
            <p14:sldId id="322"/>
            <p14:sldId id="323"/>
            <p14:sldId id="329"/>
            <p14:sldId id="321"/>
            <p14:sldId id="337"/>
            <p14:sldId id="345"/>
            <p14:sldId id="341"/>
            <p14:sldId id="346"/>
            <p14:sldId id="308"/>
            <p14:sldId id="349"/>
            <p14:sldId id="403"/>
            <p14:sldId id="358"/>
            <p14:sldId id="361"/>
            <p14:sldId id="365"/>
            <p14:sldId id="366"/>
            <p14:sldId id="363"/>
            <p14:sldId id="368"/>
            <p14:sldId id="371"/>
            <p14:sldId id="315"/>
            <p14:sldId id="373"/>
            <p14:sldId id="348"/>
            <p14:sldId id="375"/>
            <p14:sldId id="387"/>
            <p14:sldId id="377"/>
            <p14:sldId id="378"/>
            <p14:sldId id="379"/>
            <p14:sldId id="381"/>
            <p14:sldId id="382"/>
            <p14:sldId id="405"/>
            <p14:sldId id="431"/>
            <p14:sldId id="406"/>
            <p14:sldId id="407"/>
            <p14:sldId id="408"/>
            <p14:sldId id="409"/>
            <p14:sldId id="320"/>
            <p14:sldId id="332"/>
            <p14:sldId id="339"/>
            <p14:sldId id="347"/>
            <p14:sldId id="357"/>
            <p14:sldId id="360"/>
            <p14:sldId id="362"/>
            <p14:sldId id="367"/>
            <p14:sldId id="380"/>
            <p14:sldId id="384"/>
            <p14:sldId id="410"/>
            <p14:sldId id="411"/>
            <p14:sldId id="422"/>
            <p14:sldId id="423"/>
            <p14:sldId id="404"/>
            <p14:sldId id="427"/>
            <p14:sldId id="425"/>
            <p14:sldId id="426"/>
            <p14:sldId id="424"/>
            <p14:sldId id="268"/>
            <p14:sldId id="334"/>
            <p14:sldId id="331"/>
            <p14:sldId id="433"/>
            <p14:sldId id="434"/>
            <p14:sldId id="428"/>
            <p14:sldId id="372"/>
          </p14:sldIdLst>
        </p14:section>
        <p14:section name="2019 Calendar" id="{99D724FC-F74E-4372-AF25-23FD451199AB}">
          <p14:sldIdLst>
            <p14:sldId id="391"/>
            <p14:sldId id="392"/>
            <p14:sldId id="393"/>
            <p14:sldId id="394"/>
            <p14:sldId id="395"/>
            <p14:sldId id="396"/>
            <p14:sldId id="397"/>
            <p14:sldId id="398"/>
            <p14:sldId id="399"/>
            <p14:sldId id="400"/>
            <p14:sldId id="401"/>
            <p14:sldId id="402"/>
          </p14:sldIdLst>
        </p14:section>
        <p14:section name="Backstage" id="{5142F394-57E0-4F60-8DEC-81D7662F1694}">
          <p14:sldIdLst>
            <p14:sldId id="27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D1E66"/>
    <a:srgbClr val="573983"/>
    <a:srgbClr val="59319B"/>
    <a:srgbClr val="B79D5E"/>
    <a:srgbClr val="8AD2E6"/>
    <a:srgbClr val="B4E2EF"/>
    <a:srgbClr val="6D7381"/>
    <a:srgbClr val="683FB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107" autoAdjust="0"/>
    <p:restoredTop sz="94004" autoAdjust="0"/>
  </p:normalViewPr>
  <p:slideViewPr>
    <p:cSldViewPr snapToGrid="0" showGuides="1">
      <p:cViewPr varScale="1">
        <p:scale>
          <a:sx n="117" d="100"/>
          <a:sy n="117" d="100"/>
        </p:scale>
        <p:origin x="480" y="17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25" d="100"/>
        <a:sy n="125" d="100"/>
      </p:scale>
      <p:origin x="0" y="-2168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presProps" Target="pres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1.863989161686613E-2"/>
          <c:y val="5.2985411842030941E-2"/>
          <c:w val="0.96079073271690918"/>
          <c:h val="0.84124755451945343"/>
        </c:manualLayout>
      </c:layout>
      <c:scatterChart>
        <c:scatterStyle val="smoothMarker"/>
        <c:varyColors val="0"/>
        <c:ser>
          <c:idx val="1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ln w="76200">
              <a:gradFill>
                <a:gsLst>
                  <a:gs pos="0">
                    <a:schemeClr val="accent2">
                      <a:alpha val="20000"/>
                    </a:schemeClr>
                  </a:gs>
                  <a:gs pos="100000">
                    <a:schemeClr val="accent1"/>
                  </a:gs>
                </a:gsLst>
                <a:lin ang="0" scaled="0"/>
              </a:gradFill>
            </a:ln>
          </c:spPr>
          <c:marker>
            <c:symbol val="none"/>
          </c:marker>
          <c:xVal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Okt</c:v>
                </c:pt>
                <c:pt idx="10">
                  <c:v>Nov</c:v>
                </c:pt>
                <c:pt idx="11">
                  <c:v>Dec</c:v>
                </c:pt>
              </c:strCache>
            </c:strRef>
          </c:xVal>
          <c:yVal>
            <c:numRef>
              <c:f>Sheet1!$B$2:$B$13</c:f>
              <c:numCache>
                <c:formatCode>General</c:formatCode>
                <c:ptCount val="12"/>
                <c:pt idx="0">
                  <c:v>2</c:v>
                </c:pt>
                <c:pt idx="1">
                  <c:v>1</c:v>
                </c:pt>
                <c:pt idx="2">
                  <c:v>5</c:v>
                </c:pt>
                <c:pt idx="3">
                  <c:v>3</c:v>
                </c:pt>
                <c:pt idx="4">
                  <c:v>4</c:v>
                </c:pt>
                <c:pt idx="5">
                  <c:v>4</c:v>
                </c:pt>
                <c:pt idx="6">
                  <c:v>3</c:v>
                </c:pt>
                <c:pt idx="7">
                  <c:v>5</c:v>
                </c:pt>
                <c:pt idx="8">
                  <c:v>3</c:v>
                </c:pt>
                <c:pt idx="9">
                  <c:v>2</c:v>
                </c:pt>
                <c:pt idx="10">
                  <c:v>6</c:v>
                </c:pt>
                <c:pt idx="11">
                  <c:v>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C76A-4687-9B56-BFA2C55DDBDE}"/>
            </c:ext>
          </c:extLst>
        </c:ser>
        <c:ser>
          <c:idx val="0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76200">
              <a:gradFill>
                <a:gsLst>
                  <a:gs pos="100000">
                    <a:schemeClr val="accent4">
                      <a:alpha val="10000"/>
                    </a:schemeClr>
                  </a:gs>
                  <a:gs pos="0">
                    <a:schemeClr val="accent3"/>
                  </a:gs>
                </a:gsLst>
                <a:lin ang="0" scaled="0"/>
              </a:gradFill>
            </a:ln>
          </c:spPr>
          <c:marker>
            <c:symbol val="none"/>
          </c:marker>
          <c:xVal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Okt</c:v>
                </c:pt>
                <c:pt idx="10">
                  <c:v>Nov</c:v>
                </c:pt>
                <c:pt idx="11">
                  <c:v>Dec</c:v>
                </c:pt>
              </c:strCache>
            </c:strRef>
          </c:xVal>
          <c:yVal>
            <c:numRef>
              <c:f>Sheet1!$C$2:$C$13</c:f>
              <c:numCache>
                <c:formatCode>General</c:formatCode>
                <c:ptCount val="12"/>
                <c:pt idx="0">
                  <c:v>1</c:v>
                </c:pt>
                <c:pt idx="1">
                  <c:v>1.3</c:v>
                </c:pt>
                <c:pt idx="2">
                  <c:v>1.5</c:v>
                </c:pt>
                <c:pt idx="3">
                  <c:v>2.2000000000000002</c:v>
                </c:pt>
                <c:pt idx="4">
                  <c:v>2</c:v>
                </c:pt>
                <c:pt idx="5">
                  <c:v>4.3</c:v>
                </c:pt>
                <c:pt idx="6">
                  <c:v>4</c:v>
                </c:pt>
                <c:pt idx="7">
                  <c:v>4.5</c:v>
                </c:pt>
                <c:pt idx="8">
                  <c:v>3</c:v>
                </c:pt>
                <c:pt idx="9">
                  <c:v>4</c:v>
                </c:pt>
                <c:pt idx="10">
                  <c:v>3.6</c:v>
                </c:pt>
                <c:pt idx="11">
                  <c:v>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C76A-4687-9B56-BFA2C55DDB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68131000"/>
        <c:axId val="2068134008"/>
      </c:scatterChart>
      <c:valAx>
        <c:axId val="20681310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ln>
            <a:solidFill>
              <a:schemeClr val="bg1">
                <a:alpha val="10000"/>
              </a:schemeClr>
            </a:solidFill>
          </a:ln>
        </c:spPr>
        <c:crossAx val="2068134008"/>
        <c:crosses val="autoZero"/>
        <c:crossBetween val="midCat"/>
      </c:valAx>
      <c:valAx>
        <c:axId val="2068134008"/>
        <c:scaling>
          <c:orientation val="minMax"/>
        </c:scaling>
        <c:delete val="1"/>
        <c:axPos val="l"/>
        <c:numFmt formatCode="0" sourceLinked="0"/>
        <c:majorTickMark val="out"/>
        <c:minorTickMark val="none"/>
        <c:tickLblPos val="nextTo"/>
        <c:crossAx val="2068131000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bg1">
              <a:lumMod val="75000"/>
            </a:schemeClr>
          </a:solidFill>
          <a:latin typeface="Poppins" panose="02000000000000000000" pitchFamily="2" charset="0"/>
          <a:cs typeface="Poppins" panose="02000000000000000000" pitchFamily="2" charset="0"/>
        </a:defRPr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7EE8177-D42E-43FC-B238-2E63C0FEBFC0}" type="datetimeFigureOut">
              <a:rPr lang="en-US" smtClean="0"/>
              <a:t>5/18/26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A86534D-BAA9-449C-9AFE-8C37A7B66ED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02415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A86534D-BAA9-449C-9AFE-8C37A7B66EDC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71149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57147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gradFill>
          <a:gsLst>
            <a:gs pos="0">
              <a:srgbClr val="683FB0"/>
            </a:gs>
            <a:gs pos="16000">
              <a:srgbClr val="59319B"/>
            </a:gs>
            <a:gs pos="67000">
              <a:srgbClr val="3D1E66"/>
            </a:gs>
          </a:gsLst>
          <a:path path="circle">
            <a:fillToRect l="50000" t="130000" r="50000" b="-3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36235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D7E5DAD-F8EA-49F2-A9FF-DF718FC969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93637" y="682170"/>
            <a:ext cx="8804727" cy="6175831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3108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2000" decel="48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ccel="50000" decel="50000" fill="hold" grpId="1" nodeType="withEffect" nodePh="1">
                                  <p:stCondLst>
                                    <p:cond delay="20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10" dur="20000" fill="hold"/>
                                        <p:tgtEl>
                                          <p:spTgt spid="4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4">
            <a:extLst>
              <a:ext uri="{FF2B5EF4-FFF2-40B4-BE49-F238E27FC236}">
                <a16:creationId xmlns:a16="http://schemas.microsoft.com/office/drawing/2014/main" id="{32FE5A44-3788-435F-A647-0620DC27A200}"/>
              </a:ext>
            </a:extLst>
          </p:cNvPr>
          <p:cNvSpPr>
            <a:spLocks noGrp="1"/>
          </p:cNvSpPr>
          <p:nvPr userDrawn="1">
            <p:ph type="pic" sz="quarter" idx="15"/>
          </p:nvPr>
        </p:nvSpPr>
        <p:spPr>
          <a:xfrm rot="815953">
            <a:off x="2601793" y="1812139"/>
            <a:ext cx="2196719" cy="3814707"/>
          </a:xfrm>
          <a:custGeom>
            <a:avLst/>
            <a:gdLst>
              <a:gd name="connsiteX0" fmla="*/ 0 w 2855978"/>
              <a:gd name="connsiteY0" fmla="*/ 0 h 4947390"/>
              <a:gd name="connsiteX1" fmla="*/ 2855978 w 2855978"/>
              <a:gd name="connsiteY1" fmla="*/ 0 h 4947390"/>
              <a:gd name="connsiteX2" fmla="*/ 2855978 w 2855978"/>
              <a:gd name="connsiteY2" fmla="*/ 4947390 h 4947390"/>
              <a:gd name="connsiteX3" fmla="*/ 0 w 2855978"/>
              <a:gd name="connsiteY3" fmla="*/ 4947390 h 4947390"/>
              <a:gd name="connsiteX4" fmla="*/ 0 w 2855978"/>
              <a:gd name="connsiteY4" fmla="*/ 0 h 4947390"/>
              <a:gd name="connsiteX0" fmla="*/ 0 w 2855978"/>
              <a:gd name="connsiteY0" fmla="*/ 0 h 4957841"/>
              <a:gd name="connsiteX1" fmla="*/ 2855978 w 2855978"/>
              <a:gd name="connsiteY1" fmla="*/ 0 h 4957841"/>
              <a:gd name="connsiteX2" fmla="*/ 2812774 w 2855978"/>
              <a:gd name="connsiteY2" fmla="*/ 4957841 h 4957841"/>
              <a:gd name="connsiteX3" fmla="*/ 0 w 2855978"/>
              <a:gd name="connsiteY3" fmla="*/ 4947390 h 4957841"/>
              <a:gd name="connsiteX4" fmla="*/ 0 w 2855978"/>
              <a:gd name="connsiteY4" fmla="*/ 0 h 4957841"/>
              <a:gd name="connsiteX0" fmla="*/ 0 w 2885345"/>
              <a:gd name="connsiteY0" fmla="*/ 0 h 4947390"/>
              <a:gd name="connsiteX1" fmla="*/ 2855978 w 2885345"/>
              <a:gd name="connsiteY1" fmla="*/ 0 h 4947390"/>
              <a:gd name="connsiteX2" fmla="*/ 2885345 w 2885345"/>
              <a:gd name="connsiteY2" fmla="*/ 4933752 h 4947390"/>
              <a:gd name="connsiteX3" fmla="*/ 0 w 2885345"/>
              <a:gd name="connsiteY3" fmla="*/ 4947390 h 4947390"/>
              <a:gd name="connsiteX4" fmla="*/ 0 w 2885345"/>
              <a:gd name="connsiteY4" fmla="*/ 0 h 4947390"/>
              <a:gd name="connsiteX0" fmla="*/ 0 w 2911326"/>
              <a:gd name="connsiteY0" fmla="*/ 0 h 4960133"/>
              <a:gd name="connsiteX1" fmla="*/ 2855978 w 2911326"/>
              <a:gd name="connsiteY1" fmla="*/ 0 h 4960133"/>
              <a:gd name="connsiteX2" fmla="*/ 2911326 w 2911326"/>
              <a:gd name="connsiteY2" fmla="*/ 4960133 h 4960133"/>
              <a:gd name="connsiteX3" fmla="*/ 0 w 2911326"/>
              <a:gd name="connsiteY3" fmla="*/ 4947390 h 4960133"/>
              <a:gd name="connsiteX4" fmla="*/ 0 w 2911326"/>
              <a:gd name="connsiteY4" fmla="*/ 0 h 4960133"/>
              <a:gd name="connsiteX0" fmla="*/ 0 w 2880466"/>
              <a:gd name="connsiteY0" fmla="*/ 0 h 4967598"/>
              <a:gd name="connsiteX1" fmla="*/ 2855978 w 2880466"/>
              <a:gd name="connsiteY1" fmla="*/ 0 h 4967598"/>
              <a:gd name="connsiteX2" fmla="*/ 2880466 w 2880466"/>
              <a:gd name="connsiteY2" fmla="*/ 4967598 h 4967598"/>
              <a:gd name="connsiteX3" fmla="*/ 0 w 2880466"/>
              <a:gd name="connsiteY3" fmla="*/ 4947390 h 4967598"/>
              <a:gd name="connsiteX4" fmla="*/ 0 w 2880466"/>
              <a:gd name="connsiteY4" fmla="*/ 0 h 4967598"/>
              <a:gd name="connsiteX0" fmla="*/ 0 w 2880466"/>
              <a:gd name="connsiteY0" fmla="*/ 24489 h 4992087"/>
              <a:gd name="connsiteX1" fmla="*/ 2876186 w 2880466"/>
              <a:gd name="connsiteY1" fmla="*/ 0 h 4992087"/>
              <a:gd name="connsiteX2" fmla="*/ 2880466 w 2880466"/>
              <a:gd name="connsiteY2" fmla="*/ 4992087 h 4992087"/>
              <a:gd name="connsiteX3" fmla="*/ 0 w 2880466"/>
              <a:gd name="connsiteY3" fmla="*/ 4971879 h 4992087"/>
              <a:gd name="connsiteX4" fmla="*/ 0 w 2880466"/>
              <a:gd name="connsiteY4" fmla="*/ 24489 h 4992087"/>
              <a:gd name="connsiteX0" fmla="*/ 0 w 2905604"/>
              <a:gd name="connsiteY0" fmla="*/ 38127 h 5005725"/>
              <a:gd name="connsiteX1" fmla="*/ 2905552 w 2905604"/>
              <a:gd name="connsiteY1" fmla="*/ 0 h 5005725"/>
              <a:gd name="connsiteX2" fmla="*/ 2880466 w 2905604"/>
              <a:gd name="connsiteY2" fmla="*/ 5005725 h 5005725"/>
              <a:gd name="connsiteX3" fmla="*/ 0 w 2905604"/>
              <a:gd name="connsiteY3" fmla="*/ 4985517 h 5005725"/>
              <a:gd name="connsiteX4" fmla="*/ 0 w 2905604"/>
              <a:gd name="connsiteY4" fmla="*/ 38127 h 5005725"/>
              <a:gd name="connsiteX0" fmla="*/ 0 w 2912670"/>
              <a:gd name="connsiteY0" fmla="*/ 0 h 5050819"/>
              <a:gd name="connsiteX1" fmla="*/ 2912618 w 2912670"/>
              <a:gd name="connsiteY1" fmla="*/ 45094 h 5050819"/>
              <a:gd name="connsiteX2" fmla="*/ 2887532 w 2912670"/>
              <a:gd name="connsiteY2" fmla="*/ 5050819 h 5050819"/>
              <a:gd name="connsiteX3" fmla="*/ 7066 w 2912670"/>
              <a:gd name="connsiteY3" fmla="*/ 5030611 h 5050819"/>
              <a:gd name="connsiteX4" fmla="*/ 0 w 2912670"/>
              <a:gd name="connsiteY4" fmla="*/ 0 h 5050819"/>
              <a:gd name="connsiteX0" fmla="*/ 1037 w 2906241"/>
              <a:gd name="connsiteY0" fmla="*/ 0 h 5019959"/>
              <a:gd name="connsiteX1" fmla="*/ 2906189 w 2906241"/>
              <a:gd name="connsiteY1" fmla="*/ 14234 h 5019959"/>
              <a:gd name="connsiteX2" fmla="*/ 2881103 w 2906241"/>
              <a:gd name="connsiteY2" fmla="*/ 5019959 h 5019959"/>
              <a:gd name="connsiteX3" fmla="*/ 637 w 2906241"/>
              <a:gd name="connsiteY3" fmla="*/ 4999751 h 5019959"/>
              <a:gd name="connsiteX4" fmla="*/ 1037 w 2906241"/>
              <a:gd name="connsiteY4" fmla="*/ 0 h 5019959"/>
              <a:gd name="connsiteX0" fmla="*/ 1037 w 2906241"/>
              <a:gd name="connsiteY0" fmla="*/ 0 h 5019959"/>
              <a:gd name="connsiteX1" fmla="*/ 2906189 w 2906241"/>
              <a:gd name="connsiteY1" fmla="*/ 14234 h 5019959"/>
              <a:gd name="connsiteX2" fmla="*/ 2881103 w 2906241"/>
              <a:gd name="connsiteY2" fmla="*/ 5019959 h 5019959"/>
              <a:gd name="connsiteX3" fmla="*/ 637 w 2906241"/>
              <a:gd name="connsiteY3" fmla="*/ 4999751 h 5019959"/>
              <a:gd name="connsiteX4" fmla="*/ 1037 w 2906241"/>
              <a:gd name="connsiteY4" fmla="*/ 0 h 5019959"/>
              <a:gd name="connsiteX0" fmla="*/ 4329 w 2909533"/>
              <a:gd name="connsiteY0" fmla="*/ 0 h 5040223"/>
              <a:gd name="connsiteX1" fmla="*/ 2909481 w 2909533"/>
              <a:gd name="connsiteY1" fmla="*/ 14234 h 5040223"/>
              <a:gd name="connsiteX2" fmla="*/ 2884395 w 2909533"/>
              <a:gd name="connsiteY2" fmla="*/ 5019959 h 5040223"/>
              <a:gd name="connsiteX3" fmla="*/ 411 w 2909533"/>
              <a:gd name="connsiteY3" fmla="*/ 5040224 h 5040223"/>
              <a:gd name="connsiteX4" fmla="*/ 4329 w 2909533"/>
              <a:gd name="connsiteY4" fmla="*/ 0 h 5040223"/>
              <a:gd name="connsiteX0" fmla="*/ 39390 w 2944594"/>
              <a:gd name="connsiteY0" fmla="*/ 0 h 5061768"/>
              <a:gd name="connsiteX1" fmla="*/ 2944542 w 2944594"/>
              <a:gd name="connsiteY1" fmla="*/ 14234 h 5061768"/>
              <a:gd name="connsiteX2" fmla="*/ 2919456 w 2944594"/>
              <a:gd name="connsiteY2" fmla="*/ 5019959 h 5061768"/>
              <a:gd name="connsiteX3" fmla="*/ 90 w 2944594"/>
              <a:gd name="connsiteY3" fmla="*/ 5061769 h 5061768"/>
              <a:gd name="connsiteX4" fmla="*/ 39390 w 2944594"/>
              <a:gd name="connsiteY4" fmla="*/ 0 h 5061768"/>
              <a:gd name="connsiteX0" fmla="*/ 39391 w 2951528"/>
              <a:gd name="connsiteY0" fmla="*/ 0 h 5061769"/>
              <a:gd name="connsiteX1" fmla="*/ 2944543 w 2951528"/>
              <a:gd name="connsiteY1" fmla="*/ 14234 h 5061769"/>
              <a:gd name="connsiteX2" fmla="*/ 2951527 w 2951528"/>
              <a:gd name="connsiteY2" fmla="*/ 5012410 h 5061769"/>
              <a:gd name="connsiteX3" fmla="*/ 91 w 2951528"/>
              <a:gd name="connsiteY3" fmla="*/ 5061769 h 5061769"/>
              <a:gd name="connsiteX4" fmla="*/ 39391 w 2951528"/>
              <a:gd name="connsiteY4" fmla="*/ 0 h 5061769"/>
              <a:gd name="connsiteX0" fmla="*/ 39391 w 2975216"/>
              <a:gd name="connsiteY0" fmla="*/ 0 h 5061769"/>
              <a:gd name="connsiteX1" fmla="*/ 2944543 w 2975216"/>
              <a:gd name="connsiteY1" fmla="*/ 14234 h 5061769"/>
              <a:gd name="connsiteX2" fmla="*/ 2975216 w 2975216"/>
              <a:gd name="connsiteY2" fmla="*/ 5053084 h 5061769"/>
              <a:gd name="connsiteX3" fmla="*/ 91 w 2975216"/>
              <a:gd name="connsiteY3" fmla="*/ 5061769 h 5061769"/>
              <a:gd name="connsiteX4" fmla="*/ 39391 w 2975216"/>
              <a:gd name="connsiteY4" fmla="*/ 0 h 5061769"/>
              <a:gd name="connsiteX0" fmla="*/ 39391 w 2971698"/>
              <a:gd name="connsiteY0" fmla="*/ 0 h 5093554"/>
              <a:gd name="connsiteX1" fmla="*/ 2944543 w 2971698"/>
              <a:gd name="connsiteY1" fmla="*/ 14234 h 5093554"/>
              <a:gd name="connsiteX2" fmla="*/ 2971698 w 2971698"/>
              <a:gd name="connsiteY2" fmla="*/ 5093554 h 5093554"/>
              <a:gd name="connsiteX3" fmla="*/ 91 w 2971698"/>
              <a:gd name="connsiteY3" fmla="*/ 5061769 h 5093554"/>
              <a:gd name="connsiteX4" fmla="*/ 39391 w 2971698"/>
              <a:gd name="connsiteY4" fmla="*/ 0 h 5093554"/>
              <a:gd name="connsiteX0" fmla="*/ 39391 w 2976789"/>
              <a:gd name="connsiteY0" fmla="*/ 0 h 5093554"/>
              <a:gd name="connsiteX1" fmla="*/ 2976614 w 2976789"/>
              <a:gd name="connsiteY1" fmla="*/ 6684 h 5093554"/>
              <a:gd name="connsiteX2" fmla="*/ 2971698 w 2976789"/>
              <a:gd name="connsiteY2" fmla="*/ 5093554 h 5093554"/>
              <a:gd name="connsiteX3" fmla="*/ 91 w 2976789"/>
              <a:gd name="connsiteY3" fmla="*/ 5061769 h 5093554"/>
              <a:gd name="connsiteX4" fmla="*/ 39391 w 2976789"/>
              <a:gd name="connsiteY4" fmla="*/ 0 h 5093554"/>
              <a:gd name="connsiteX0" fmla="*/ 39391 w 2973984"/>
              <a:gd name="connsiteY0" fmla="*/ 32278 h 5125832"/>
              <a:gd name="connsiteX1" fmla="*/ 2973720 w 2973984"/>
              <a:gd name="connsiteY1" fmla="*/ 0 h 5125832"/>
              <a:gd name="connsiteX2" fmla="*/ 2971698 w 2973984"/>
              <a:gd name="connsiteY2" fmla="*/ 5125832 h 5125832"/>
              <a:gd name="connsiteX3" fmla="*/ 91 w 2973984"/>
              <a:gd name="connsiteY3" fmla="*/ 5094047 h 5125832"/>
              <a:gd name="connsiteX4" fmla="*/ 39391 w 2973984"/>
              <a:gd name="connsiteY4" fmla="*/ 32278 h 5125832"/>
              <a:gd name="connsiteX0" fmla="*/ 39391 w 2994158"/>
              <a:gd name="connsiteY0" fmla="*/ 0 h 5093554"/>
              <a:gd name="connsiteX1" fmla="*/ 2994100 w 2994158"/>
              <a:gd name="connsiteY1" fmla="*/ 22388 h 5093554"/>
              <a:gd name="connsiteX2" fmla="*/ 2971698 w 2994158"/>
              <a:gd name="connsiteY2" fmla="*/ 5093554 h 5093554"/>
              <a:gd name="connsiteX3" fmla="*/ 91 w 2994158"/>
              <a:gd name="connsiteY3" fmla="*/ 5061769 h 5093554"/>
              <a:gd name="connsiteX4" fmla="*/ 39391 w 2994158"/>
              <a:gd name="connsiteY4" fmla="*/ 0 h 5093554"/>
              <a:gd name="connsiteX0" fmla="*/ 39391 w 3016480"/>
              <a:gd name="connsiteY0" fmla="*/ 0 h 5093554"/>
              <a:gd name="connsiteX1" fmla="*/ 3016448 w 3016480"/>
              <a:gd name="connsiteY1" fmla="*/ 30342 h 5093554"/>
              <a:gd name="connsiteX2" fmla="*/ 2971698 w 3016480"/>
              <a:gd name="connsiteY2" fmla="*/ 5093554 h 5093554"/>
              <a:gd name="connsiteX3" fmla="*/ 91 w 3016480"/>
              <a:gd name="connsiteY3" fmla="*/ 5061769 h 5093554"/>
              <a:gd name="connsiteX4" fmla="*/ 39391 w 3016480"/>
              <a:gd name="connsiteY4" fmla="*/ 0 h 5093554"/>
              <a:gd name="connsiteX0" fmla="*/ 80936 w 3016436"/>
              <a:gd name="connsiteY0" fmla="*/ 0 h 5090130"/>
              <a:gd name="connsiteX1" fmla="*/ 3016405 w 3016436"/>
              <a:gd name="connsiteY1" fmla="*/ 26918 h 5090130"/>
              <a:gd name="connsiteX2" fmla="*/ 2971655 w 3016436"/>
              <a:gd name="connsiteY2" fmla="*/ 5090130 h 5090130"/>
              <a:gd name="connsiteX3" fmla="*/ 48 w 3016436"/>
              <a:gd name="connsiteY3" fmla="*/ 5058345 h 5090130"/>
              <a:gd name="connsiteX4" fmla="*/ 80936 w 3016436"/>
              <a:gd name="connsiteY4" fmla="*/ 0 h 5090130"/>
              <a:gd name="connsiteX0" fmla="*/ 71632 w 3016442"/>
              <a:gd name="connsiteY0" fmla="*/ 0 h 5127582"/>
              <a:gd name="connsiteX1" fmla="*/ 3016411 w 3016442"/>
              <a:gd name="connsiteY1" fmla="*/ 64370 h 5127582"/>
              <a:gd name="connsiteX2" fmla="*/ 2971661 w 3016442"/>
              <a:gd name="connsiteY2" fmla="*/ 5127582 h 5127582"/>
              <a:gd name="connsiteX3" fmla="*/ 54 w 3016442"/>
              <a:gd name="connsiteY3" fmla="*/ 5095797 h 5127582"/>
              <a:gd name="connsiteX4" fmla="*/ 71632 w 3016442"/>
              <a:gd name="connsiteY4" fmla="*/ 0 h 5127582"/>
              <a:gd name="connsiteX0" fmla="*/ 54680 w 3016456"/>
              <a:gd name="connsiteY0" fmla="*/ 1 h 5141207"/>
              <a:gd name="connsiteX1" fmla="*/ 3016425 w 3016456"/>
              <a:gd name="connsiteY1" fmla="*/ 77995 h 5141207"/>
              <a:gd name="connsiteX2" fmla="*/ 2971675 w 3016456"/>
              <a:gd name="connsiteY2" fmla="*/ 5141207 h 5141207"/>
              <a:gd name="connsiteX3" fmla="*/ 68 w 3016456"/>
              <a:gd name="connsiteY3" fmla="*/ 5109422 h 5141207"/>
              <a:gd name="connsiteX4" fmla="*/ 54680 w 3016456"/>
              <a:gd name="connsiteY4" fmla="*/ 1 h 5141207"/>
              <a:gd name="connsiteX0" fmla="*/ 37601 w 3016482"/>
              <a:gd name="connsiteY0" fmla="*/ 0 h 5137179"/>
              <a:gd name="connsiteX1" fmla="*/ 3016451 w 3016482"/>
              <a:gd name="connsiteY1" fmla="*/ 73967 h 5137179"/>
              <a:gd name="connsiteX2" fmla="*/ 2971701 w 3016482"/>
              <a:gd name="connsiteY2" fmla="*/ 5137179 h 5137179"/>
              <a:gd name="connsiteX3" fmla="*/ 94 w 3016482"/>
              <a:gd name="connsiteY3" fmla="*/ 5105394 h 5137179"/>
              <a:gd name="connsiteX4" fmla="*/ 37601 w 3016482"/>
              <a:gd name="connsiteY4" fmla="*/ 0 h 5137179"/>
              <a:gd name="connsiteX0" fmla="*/ 19669 w 3016549"/>
              <a:gd name="connsiteY0" fmla="*/ 0 h 5154966"/>
              <a:gd name="connsiteX1" fmla="*/ 3016518 w 3016549"/>
              <a:gd name="connsiteY1" fmla="*/ 91754 h 5154966"/>
              <a:gd name="connsiteX2" fmla="*/ 2971768 w 3016549"/>
              <a:gd name="connsiteY2" fmla="*/ 5154966 h 5154966"/>
              <a:gd name="connsiteX3" fmla="*/ 161 w 3016549"/>
              <a:gd name="connsiteY3" fmla="*/ 5123181 h 5154966"/>
              <a:gd name="connsiteX4" fmla="*/ 19669 w 3016549"/>
              <a:gd name="connsiteY4" fmla="*/ 0 h 5154966"/>
              <a:gd name="connsiteX0" fmla="*/ 1 w 3025778"/>
              <a:gd name="connsiteY0" fmla="*/ 0 h 5143758"/>
              <a:gd name="connsiteX1" fmla="*/ 3025747 w 3025778"/>
              <a:gd name="connsiteY1" fmla="*/ 80546 h 5143758"/>
              <a:gd name="connsiteX2" fmla="*/ 2980997 w 3025778"/>
              <a:gd name="connsiteY2" fmla="*/ 5143758 h 5143758"/>
              <a:gd name="connsiteX3" fmla="*/ 9390 w 3025778"/>
              <a:gd name="connsiteY3" fmla="*/ 5111973 h 5143758"/>
              <a:gd name="connsiteX4" fmla="*/ 1 w 3025778"/>
              <a:gd name="connsiteY4" fmla="*/ 0 h 5143758"/>
              <a:gd name="connsiteX0" fmla="*/ 1 w 3037156"/>
              <a:gd name="connsiteY0" fmla="*/ 0 h 5189533"/>
              <a:gd name="connsiteX1" fmla="*/ 3037125 w 3037156"/>
              <a:gd name="connsiteY1" fmla="*/ 126321 h 5189533"/>
              <a:gd name="connsiteX2" fmla="*/ 2992375 w 3037156"/>
              <a:gd name="connsiteY2" fmla="*/ 5189533 h 5189533"/>
              <a:gd name="connsiteX3" fmla="*/ 20768 w 3037156"/>
              <a:gd name="connsiteY3" fmla="*/ 5157748 h 5189533"/>
              <a:gd name="connsiteX4" fmla="*/ 1 w 3037156"/>
              <a:gd name="connsiteY4" fmla="*/ 0 h 5189533"/>
              <a:gd name="connsiteX0" fmla="*/ 0 w 3054812"/>
              <a:gd name="connsiteY0" fmla="*/ 0 h 5114900"/>
              <a:gd name="connsiteX1" fmla="*/ 3054781 w 3054812"/>
              <a:gd name="connsiteY1" fmla="*/ 51688 h 5114900"/>
              <a:gd name="connsiteX2" fmla="*/ 3010031 w 3054812"/>
              <a:gd name="connsiteY2" fmla="*/ 5114900 h 5114900"/>
              <a:gd name="connsiteX3" fmla="*/ 38424 w 3054812"/>
              <a:gd name="connsiteY3" fmla="*/ 5083115 h 5114900"/>
              <a:gd name="connsiteX4" fmla="*/ 0 w 3054812"/>
              <a:gd name="connsiteY4" fmla="*/ 0 h 5114900"/>
              <a:gd name="connsiteX0" fmla="*/ 0 w 3032258"/>
              <a:gd name="connsiteY0" fmla="*/ -1 h 5133423"/>
              <a:gd name="connsiteX1" fmla="*/ 3032227 w 3032258"/>
              <a:gd name="connsiteY1" fmla="*/ 70211 h 5133423"/>
              <a:gd name="connsiteX2" fmla="*/ 2987477 w 3032258"/>
              <a:gd name="connsiteY2" fmla="*/ 5133423 h 5133423"/>
              <a:gd name="connsiteX3" fmla="*/ 15870 w 3032258"/>
              <a:gd name="connsiteY3" fmla="*/ 5101638 h 5133423"/>
              <a:gd name="connsiteX4" fmla="*/ 0 w 3032258"/>
              <a:gd name="connsiteY4" fmla="*/ -1 h 5133423"/>
              <a:gd name="connsiteX0" fmla="*/ 0 w 3043913"/>
              <a:gd name="connsiteY0" fmla="*/ 0 h 5143895"/>
              <a:gd name="connsiteX1" fmla="*/ 3043882 w 3043913"/>
              <a:gd name="connsiteY1" fmla="*/ 80683 h 5143895"/>
              <a:gd name="connsiteX2" fmla="*/ 2999132 w 3043913"/>
              <a:gd name="connsiteY2" fmla="*/ 5143895 h 5143895"/>
              <a:gd name="connsiteX3" fmla="*/ 27525 w 3043913"/>
              <a:gd name="connsiteY3" fmla="*/ 5112110 h 5143895"/>
              <a:gd name="connsiteX4" fmla="*/ 0 w 3043913"/>
              <a:gd name="connsiteY4" fmla="*/ 0 h 5143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3913" h="5143895">
                <a:moveTo>
                  <a:pt x="0" y="0"/>
                </a:moveTo>
                <a:lnTo>
                  <a:pt x="3043882" y="80683"/>
                </a:lnTo>
                <a:cubicBezTo>
                  <a:pt x="3045309" y="1744712"/>
                  <a:pt x="2997705" y="3479866"/>
                  <a:pt x="2999132" y="5143895"/>
                </a:cubicBezTo>
                <a:lnTo>
                  <a:pt x="27525" y="5112110"/>
                </a:lnTo>
                <a:cubicBezTo>
                  <a:pt x="25170" y="3435240"/>
                  <a:pt x="2355" y="1676870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60000"/>
                  <a:lumOff val="40000"/>
                </a:schemeClr>
              </a:gs>
              <a:gs pos="99000">
                <a:schemeClr val="accent1"/>
              </a:gs>
            </a:gsLst>
            <a:lin ang="5400000" scaled="0"/>
          </a:gradFill>
          <a:scene3d>
            <a:camera prst="isometricTopUp"/>
            <a:lightRig rig="threePt" dir="t"/>
          </a:scene3d>
        </p:spPr>
        <p:txBody>
          <a:bodyPr/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312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>
            <a:extLst>
              <a:ext uri="{FF2B5EF4-FFF2-40B4-BE49-F238E27FC236}">
                <a16:creationId xmlns:a16="http://schemas.microsoft.com/office/drawing/2014/main" id="{FC8E85F1-CB36-4F81-A971-3376ACA296C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714872" y="1485545"/>
            <a:ext cx="1781971" cy="3886910"/>
          </a:xfrm>
          <a:custGeom>
            <a:avLst/>
            <a:gdLst>
              <a:gd name="connsiteX0" fmla="*/ 175875 w 1878807"/>
              <a:gd name="connsiteY0" fmla="*/ 0 h 4098133"/>
              <a:gd name="connsiteX1" fmla="*/ 416720 w 1878807"/>
              <a:gd name="connsiteY1" fmla="*/ 0 h 4098133"/>
              <a:gd name="connsiteX2" fmla="*/ 416720 w 1878807"/>
              <a:gd name="connsiteY2" fmla="*/ 70297 h 4098133"/>
              <a:gd name="connsiteX3" fmla="*/ 496728 w 1878807"/>
              <a:gd name="connsiteY3" fmla="*/ 150632 h 4098133"/>
              <a:gd name="connsiteX4" fmla="*/ 1379699 w 1878807"/>
              <a:gd name="connsiteY4" fmla="*/ 150632 h 4098133"/>
              <a:gd name="connsiteX5" fmla="*/ 1459707 w 1878807"/>
              <a:gd name="connsiteY5" fmla="*/ 70297 h 4098133"/>
              <a:gd name="connsiteX6" fmla="*/ 1459707 w 1878807"/>
              <a:gd name="connsiteY6" fmla="*/ 0 h 4098133"/>
              <a:gd name="connsiteX7" fmla="*/ 1702932 w 1878807"/>
              <a:gd name="connsiteY7" fmla="*/ 0 h 4098133"/>
              <a:gd name="connsiteX8" fmla="*/ 1878807 w 1878807"/>
              <a:gd name="connsiteY8" fmla="*/ 176593 h 4098133"/>
              <a:gd name="connsiteX9" fmla="*/ 1878807 w 1878807"/>
              <a:gd name="connsiteY9" fmla="*/ 3921540 h 4098133"/>
              <a:gd name="connsiteX10" fmla="*/ 1702932 w 1878807"/>
              <a:gd name="connsiteY10" fmla="*/ 4098133 h 4098133"/>
              <a:gd name="connsiteX11" fmla="*/ 175875 w 1878807"/>
              <a:gd name="connsiteY11" fmla="*/ 4098133 h 4098133"/>
              <a:gd name="connsiteX12" fmla="*/ 0 w 1878807"/>
              <a:gd name="connsiteY12" fmla="*/ 3921540 h 4098133"/>
              <a:gd name="connsiteX13" fmla="*/ 0 w 1878807"/>
              <a:gd name="connsiteY13" fmla="*/ 176593 h 4098133"/>
              <a:gd name="connsiteX14" fmla="*/ 175875 w 1878807"/>
              <a:gd name="connsiteY14" fmla="*/ 0 h 4098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78807" h="4098133">
                <a:moveTo>
                  <a:pt x="175875" y="0"/>
                </a:moveTo>
                <a:lnTo>
                  <a:pt x="416720" y="0"/>
                </a:lnTo>
                <a:lnTo>
                  <a:pt x="416720" y="70297"/>
                </a:lnTo>
                <a:cubicBezTo>
                  <a:pt x="416720" y="114664"/>
                  <a:pt x="452541" y="150632"/>
                  <a:pt x="496728" y="150632"/>
                </a:cubicBezTo>
                <a:lnTo>
                  <a:pt x="1379699" y="150632"/>
                </a:lnTo>
                <a:cubicBezTo>
                  <a:pt x="1423886" y="150632"/>
                  <a:pt x="1459707" y="114664"/>
                  <a:pt x="1459707" y="70297"/>
                </a:cubicBezTo>
                <a:lnTo>
                  <a:pt x="1459707" y="0"/>
                </a:lnTo>
                <a:lnTo>
                  <a:pt x="1702932" y="0"/>
                </a:lnTo>
                <a:cubicBezTo>
                  <a:pt x="1800065" y="0"/>
                  <a:pt x="1878807" y="79064"/>
                  <a:pt x="1878807" y="176593"/>
                </a:cubicBezTo>
                <a:lnTo>
                  <a:pt x="1878807" y="3921540"/>
                </a:lnTo>
                <a:cubicBezTo>
                  <a:pt x="1878807" y="4019070"/>
                  <a:pt x="1800065" y="4098133"/>
                  <a:pt x="1702932" y="4098133"/>
                </a:cubicBezTo>
                <a:lnTo>
                  <a:pt x="175875" y="4098133"/>
                </a:lnTo>
                <a:cubicBezTo>
                  <a:pt x="78742" y="4098133"/>
                  <a:pt x="0" y="4019070"/>
                  <a:pt x="0" y="3921540"/>
                </a:cubicBezTo>
                <a:lnTo>
                  <a:pt x="0" y="176593"/>
                </a:lnTo>
                <a:cubicBezTo>
                  <a:pt x="0" y="79064"/>
                  <a:pt x="78742" y="0"/>
                  <a:pt x="175875" y="0"/>
                </a:cubicBezTo>
                <a:close/>
              </a:path>
            </a:pathLst>
          </a:custGeom>
          <a:noFill/>
        </p:spPr>
        <p:txBody>
          <a:bodyPr wrap="square" anchor="t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PT Sans" panose="020B0503020203020204" pitchFamily="34" charset="0"/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val="917731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C8C20FB-FCF7-479A-A3D8-3DC72AA132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342121" y="2178637"/>
            <a:ext cx="3643358" cy="2346101"/>
          </a:xfrm>
          <a:custGeom>
            <a:avLst/>
            <a:gdLst>
              <a:gd name="connsiteX0" fmla="*/ 99287 w 3643358"/>
              <a:gd name="connsiteY0" fmla="*/ 0 h 2346101"/>
              <a:gd name="connsiteX1" fmla="*/ 3544071 w 3643358"/>
              <a:gd name="connsiteY1" fmla="*/ 0 h 2346101"/>
              <a:gd name="connsiteX2" fmla="*/ 3643358 w 3643358"/>
              <a:gd name="connsiteY2" fmla="*/ 99287 h 2346101"/>
              <a:gd name="connsiteX3" fmla="*/ 3643358 w 3643358"/>
              <a:gd name="connsiteY3" fmla="*/ 2346101 h 2346101"/>
              <a:gd name="connsiteX4" fmla="*/ 0 w 3643358"/>
              <a:gd name="connsiteY4" fmla="*/ 2346101 h 2346101"/>
              <a:gd name="connsiteX5" fmla="*/ 0 w 3643358"/>
              <a:gd name="connsiteY5" fmla="*/ 99287 h 2346101"/>
              <a:gd name="connsiteX6" fmla="*/ 99287 w 3643358"/>
              <a:gd name="connsiteY6" fmla="*/ 0 h 2346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43358" h="2346101">
                <a:moveTo>
                  <a:pt x="99287" y="0"/>
                </a:moveTo>
                <a:lnTo>
                  <a:pt x="3544071" y="0"/>
                </a:lnTo>
                <a:cubicBezTo>
                  <a:pt x="3598906" y="0"/>
                  <a:pt x="3643358" y="44452"/>
                  <a:pt x="3643358" y="99287"/>
                </a:cubicBezTo>
                <a:lnTo>
                  <a:pt x="3643358" y="2346101"/>
                </a:lnTo>
                <a:lnTo>
                  <a:pt x="0" y="2346101"/>
                </a:lnTo>
                <a:lnTo>
                  <a:pt x="0" y="99287"/>
                </a:lnTo>
                <a:cubicBezTo>
                  <a:pt x="0" y="44452"/>
                  <a:pt x="44452" y="0"/>
                  <a:pt x="99287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5396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F4943701-80F1-4D3F-9865-357E7045BCE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515900" y="841829"/>
            <a:ext cx="5885088" cy="6016172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1333500" dir="18900000" sx="85000" sy="85000" algn="b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92496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ccel="50000" decel="50000" fill="hold" grpId="1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10" dur="6000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7EF461D7-96B0-4896-A456-C79297F4B7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990851" y="1"/>
            <a:ext cx="9201150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id="{E59336B4-22E9-46DD-9A44-3C0F0FA4987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68831" y="2148114"/>
            <a:ext cx="4223398" cy="2561772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1333500" dir="18900000" sx="85000" sy="85000" algn="b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39591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10" dur="17000" fill="hold"/>
                                        <p:tgtEl>
                                          <p:spTgt spid="9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7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C91B6EF2-3B94-4F58-9031-9B28E9B15A0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683913" y="0"/>
            <a:ext cx="4508089" cy="6858000"/>
          </a:xfrm>
          <a:custGeom>
            <a:avLst/>
            <a:gdLst>
              <a:gd name="connsiteX0" fmla="*/ 890542 w 4508089"/>
              <a:gd name="connsiteY0" fmla="*/ 0 h 6858000"/>
              <a:gd name="connsiteX1" fmla="*/ 4508089 w 4508089"/>
              <a:gd name="connsiteY1" fmla="*/ 0 h 6858000"/>
              <a:gd name="connsiteX2" fmla="*/ 4508089 w 4508089"/>
              <a:gd name="connsiteY2" fmla="*/ 6858000 h 6858000"/>
              <a:gd name="connsiteX3" fmla="*/ 890542 w 4508089"/>
              <a:gd name="connsiteY3" fmla="*/ 6858000 h 6858000"/>
              <a:gd name="connsiteX4" fmla="*/ 850715 w 4508089"/>
              <a:gd name="connsiteY4" fmla="*/ 6788734 h 6858000"/>
              <a:gd name="connsiteX5" fmla="*/ 0 w 4508089"/>
              <a:gd name="connsiteY5" fmla="*/ 3429000 h 6858000"/>
              <a:gd name="connsiteX6" fmla="*/ 850715 w 4508089"/>
              <a:gd name="connsiteY6" fmla="*/ 6926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508089" h="6858000">
                <a:moveTo>
                  <a:pt x="890542" y="0"/>
                </a:moveTo>
                <a:lnTo>
                  <a:pt x="4508089" y="0"/>
                </a:lnTo>
                <a:lnTo>
                  <a:pt x="4508089" y="6858000"/>
                </a:lnTo>
                <a:lnTo>
                  <a:pt x="890542" y="6858000"/>
                </a:lnTo>
                <a:lnTo>
                  <a:pt x="850715" y="6788734"/>
                </a:lnTo>
                <a:cubicBezTo>
                  <a:pt x="308175" y="5790009"/>
                  <a:pt x="0" y="4645494"/>
                  <a:pt x="0" y="3429000"/>
                </a:cubicBezTo>
                <a:cubicBezTo>
                  <a:pt x="0" y="2212507"/>
                  <a:pt x="308177" y="1067992"/>
                  <a:pt x="850715" y="692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504569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1210F00E-0A6F-477F-84B4-C1CC518E669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006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" dur="17000" fill="hold"/>
                                        <p:tgtEl>
                                          <p:spTgt spid="2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49228372-F8E2-4989-956D-7FFD0CBE100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54127" y="1002890"/>
            <a:ext cx="3883743" cy="585511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825500" dir="16200000" sx="80000" sy="80000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51856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3B39B47B-626C-4EAA-8CF4-80E72AE4A8B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9218E26D-3B70-42C5-AD7F-E95FE583FD9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9543" y="1002890"/>
            <a:ext cx="3902813" cy="585511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1524000" sx="80000" sy="800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3387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CDB79CA7-E6F9-4188-A3F8-BABE1A6E6B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46194" y="1640979"/>
            <a:ext cx="861901" cy="861901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C8437F66-1723-4DE8-934A-967922F7929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613497" y="3065077"/>
            <a:ext cx="861901" cy="861901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73A97749-73FC-4253-900A-A153C1C985C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763843" y="3506649"/>
            <a:ext cx="861901" cy="861901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495AB6B-F7C4-4C25-ADF7-16FD0ACC4240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3989" y="1640979"/>
            <a:ext cx="1348598" cy="1348598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313440D4-21C2-4574-B263-6A4D13FFA185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32370" y="4698021"/>
            <a:ext cx="861901" cy="861901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B675DD5-D468-47AD-B641-3E972FE9BB3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0511033" y="4023723"/>
            <a:ext cx="1348598" cy="1348598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773589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1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1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1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1" nodeType="withEffect" nodePh="1">
                                  <p:stCondLst>
                                    <p:cond delay="1250"/>
                                  </p:stCondLst>
                                  <p:endCondLst>
                                    <p:cond evt="begin" delay="0">
                                      <p:tn val="27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1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33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2" presetClass="entr" presetSubtype="4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3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1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39"/>
                                    </p:cond>
                                  </p:end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0" grpId="1"/>
      <p:bldP spid="11" grpId="0"/>
      <p:bldP spid="11" grpId="1"/>
      <p:bldP spid="12" grpId="0"/>
      <p:bldP spid="12" grpId="1"/>
      <p:bldP spid="13" grpId="0"/>
      <p:bldP spid="13" grpId="1"/>
      <p:bldP spid="14" grpId="0"/>
      <p:bldP spid="14" grpId="1"/>
      <p:bldP spid="9" grpId="0"/>
      <p:bldP spid="9" grpId="1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F5E19CC-BF13-456B-A03B-405AB2E02F00}"/>
              </a:ext>
            </a:extLst>
          </p:cNvPr>
          <p:cNvSpPr/>
          <p:nvPr userDrawn="1"/>
        </p:nvSpPr>
        <p:spPr>
          <a:xfrm>
            <a:off x="-1" y="0"/>
            <a:ext cx="12196028" cy="4622192"/>
          </a:xfrm>
          <a:custGeom>
            <a:avLst/>
            <a:gdLst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85663 w 12196028"/>
              <a:gd name="connsiteY5" fmla="*/ 2801420 h 4622192"/>
              <a:gd name="connsiteX6" fmla="*/ 1756691 w 12196028"/>
              <a:gd name="connsiteY6" fmla="*/ 245386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85663 w 12196028"/>
              <a:gd name="connsiteY5" fmla="*/ 2801420 h 4622192"/>
              <a:gd name="connsiteX6" fmla="*/ 1771931 w 12196028"/>
              <a:gd name="connsiteY6" fmla="*/ 320062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9" fmla="*/ 0 w 12196028"/>
              <a:gd name="connsiteY9" fmla="*/ 0 h 4622192"/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85663 w 12196028"/>
              <a:gd name="connsiteY5" fmla="*/ 2801420 h 4622192"/>
              <a:gd name="connsiteX6" fmla="*/ 1771931 w 12196028"/>
              <a:gd name="connsiteY6" fmla="*/ 320062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9" fmla="*/ 0 w 12196028"/>
              <a:gd name="connsiteY9" fmla="*/ 0 h 4622192"/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85663 w 12196028"/>
              <a:gd name="connsiteY5" fmla="*/ 2801420 h 4622192"/>
              <a:gd name="connsiteX6" fmla="*/ 1771931 w 12196028"/>
              <a:gd name="connsiteY6" fmla="*/ 320062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9" fmla="*/ 0 w 12196028"/>
              <a:gd name="connsiteY9" fmla="*/ 0 h 4622192"/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09463 w 12196028"/>
              <a:gd name="connsiteY5" fmla="*/ 2511860 h 4622192"/>
              <a:gd name="connsiteX6" fmla="*/ 1771931 w 12196028"/>
              <a:gd name="connsiteY6" fmla="*/ 320062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9" fmla="*/ 0 w 12196028"/>
              <a:gd name="connsiteY9" fmla="*/ 0 h 4622192"/>
              <a:gd name="connsiteX0" fmla="*/ 0 w 12196028"/>
              <a:gd name="connsiteY0" fmla="*/ 0 h 4622192"/>
              <a:gd name="connsiteX1" fmla="*/ 12194433 w 12196028"/>
              <a:gd name="connsiteY1" fmla="*/ 0 h 4622192"/>
              <a:gd name="connsiteX2" fmla="*/ 12194862 w 12196028"/>
              <a:gd name="connsiteY2" fmla="*/ 1157887 h 4622192"/>
              <a:gd name="connsiteX3" fmla="*/ 12195488 w 12196028"/>
              <a:gd name="connsiteY3" fmla="*/ 2846145 h 4622192"/>
              <a:gd name="connsiteX4" fmla="*/ 7469561 w 12196028"/>
              <a:gd name="connsiteY4" fmla="*/ 4622192 h 4622192"/>
              <a:gd name="connsiteX5" fmla="*/ 7909463 w 12196028"/>
              <a:gd name="connsiteY5" fmla="*/ 2511860 h 4622192"/>
              <a:gd name="connsiteX6" fmla="*/ 1771931 w 12196028"/>
              <a:gd name="connsiteY6" fmla="*/ 3200622 h 4622192"/>
              <a:gd name="connsiteX7" fmla="*/ 6525 w 12196028"/>
              <a:gd name="connsiteY7" fmla="*/ 1193004 h 4622192"/>
              <a:gd name="connsiteX8" fmla="*/ 0 w 12196028"/>
              <a:gd name="connsiteY8" fmla="*/ 1183464 h 4622192"/>
              <a:gd name="connsiteX9" fmla="*/ 0 w 12196028"/>
              <a:gd name="connsiteY9" fmla="*/ 0 h 462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6028" h="4622192">
                <a:moveTo>
                  <a:pt x="0" y="0"/>
                </a:moveTo>
                <a:lnTo>
                  <a:pt x="12194433" y="0"/>
                </a:lnTo>
                <a:lnTo>
                  <a:pt x="12194862" y="1157887"/>
                </a:lnTo>
                <a:cubicBezTo>
                  <a:pt x="12195745" y="1721227"/>
                  <a:pt x="12196627" y="2284567"/>
                  <a:pt x="12195488" y="2846145"/>
                </a:cubicBezTo>
                <a:cubicBezTo>
                  <a:pt x="10276517" y="3970006"/>
                  <a:pt x="8289009" y="4539389"/>
                  <a:pt x="7469561" y="4622192"/>
                </a:cubicBezTo>
                <a:cubicBezTo>
                  <a:pt x="8093428" y="4253081"/>
                  <a:pt x="9590588" y="2642108"/>
                  <a:pt x="7909463" y="2511860"/>
                </a:cubicBezTo>
                <a:cubicBezTo>
                  <a:pt x="6228338" y="2381612"/>
                  <a:pt x="3959343" y="4106052"/>
                  <a:pt x="1771931" y="3200622"/>
                </a:cubicBezTo>
                <a:cubicBezTo>
                  <a:pt x="635419" y="2689518"/>
                  <a:pt x="399187" y="1703341"/>
                  <a:pt x="6525" y="1193004"/>
                </a:cubicBezTo>
                <a:lnTo>
                  <a:pt x="0" y="1183464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17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03E5771-31B3-423A-983F-BF0238A1F588}"/>
              </a:ext>
            </a:extLst>
          </p:cNvPr>
          <p:cNvSpPr txBox="1"/>
          <p:nvPr userDrawn="1"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‹#›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B0E7154-69B2-414E-922E-FCF7AC561614}"/>
              </a:ext>
            </a:extLst>
          </p:cNvPr>
          <p:cNvSpPr txBox="1"/>
          <p:nvPr userDrawn="1"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6C3ACE-CBAA-4D29-A8DE-CFF36CD79D2C}"/>
              </a:ext>
            </a:extLst>
          </p:cNvPr>
          <p:cNvSpPr txBox="1"/>
          <p:nvPr userDrawn="1"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9576108-0760-4E83-9754-D43565DAB68A}"/>
              </a:ext>
            </a:extLst>
          </p:cNvPr>
          <p:cNvSpPr txBox="1"/>
          <p:nvPr userDrawn="1"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70F2AF-C513-4B18-A5C3-029C6805A830}"/>
              </a:ext>
            </a:extLst>
          </p:cNvPr>
          <p:cNvSpPr txBox="1"/>
          <p:nvPr userDrawn="1"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0A1F304-E70D-4772-B827-8A3FB02F97D9}"/>
              </a:ext>
            </a:extLst>
          </p:cNvPr>
          <p:cNvCxnSpPr/>
          <p:nvPr userDrawn="1"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5AFB2767-B8BA-435D-95F1-36FA94A52931}"/>
              </a:ext>
            </a:extLst>
          </p:cNvPr>
          <p:cNvSpPr txBox="1"/>
          <p:nvPr userDrawn="1"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52045A6-F419-4566-B777-69B19F708790}"/>
              </a:ext>
            </a:extLst>
          </p:cNvPr>
          <p:cNvGrpSpPr/>
          <p:nvPr userDrawn="1"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12" name="Freeform 426">
              <a:extLst>
                <a:ext uri="{FF2B5EF4-FFF2-40B4-BE49-F238E27FC236}">
                  <a16:creationId xmlns:a16="http://schemas.microsoft.com/office/drawing/2014/main" id="{695B89B4-C899-449F-86A6-4CBD4E88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3" name="Freeform 427">
              <a:extLst>
                <a:ext uri="{FF2B5EF4-FFF2-40B4-BE49-F238E27FC236}">
                  <a16:creationId xmlns:a16="http://schemas.microsoft.com/office/drawing/2014/main" id="{27443435-1168-45FE-ACC2-79B32EF411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4" name="Freeform 428">
              <a:extLst>
                <a:ext uri="{FF2B5EF4-FFF2-40B4-BE49-F238E27FC236}">
                  <a16:creationId xmlns:a16="http://schemas.microsoft.com/office/drawing/2014/main" id="{5D233802-DE5F-42FC-B092-CDEB9782F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5" name="Freeform 429">
              <a:extLst>
                <a:ext uri="{FF2B5EF4-FFF2-40B4-BE49-F238E27FC236}">
                  <a16:creationId xmlns:a16="http://schemas.microsoft.com/office/drawing/2014/main" id="{BA03AC81-7545-4153-A138-FBA338A28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EA97286-DA1C-4D1A-B4D2-B5A91661CAEF}"/>
              </a:ext>
            </a:extLst>
          </p:cNvPr>
          <p:cNvSpPr/>
          <p:nvPr userDrawn="1"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A2D288B-42B7-7CD7-5EFD-B05D5C53CCBA}"/>
              </a:ext>
            </a:extLst>
          </p:cNvPr>
          <p:cNvSpPr/>
          <p:nvPr userDrawn="1"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3633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9504330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A0846FC-AE76-4F4B-8F49-96CA7967D82E}"/>
              </a:ext>
            </a:extLst>
          </p:cNvPr>
          <p:cNvGrpSpPr/>
          <p:nvPr userDrawn="1"/>
        </p:nvGrpSpPr>
        <p:grpSpPr>
          <a:xfrm>
            <a:off x="7007140" y="2196339"/>
            <a:ext cx="4065876" cy="2586206"/>
            <a:chOff x="3655268" y="2400251"/>
            <a:chExt cx="4879588" cy="310378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4E6E0E3-D143-4AC8-897B-10B682D74A45}"/>
                </a:ext>
              </a:extLst>
            </p:cNvPr>
            <p:cNvGrpSpPr/>
            <p:nvPr userDrawn="1"/>
          </p:nvGrpSpPr>
          <p:grpSpPr>
            <a:xfrm>
              <a:off x="3655268" y="2400251"/>
              <a:ext cx="4879588" cy="3103788"/>
              <a:chOff x="3394527" y="838200"/>
              <a:chExt cx="5402945" cy="3622724"/>
            </a:xfrm>
            <a:effectLst>
              <a:outerShdw blurRad="1270000" dist="571500" dir="5400000" sx="95000" sy="95000" algn="t" rotWithShape="0">
                <a:prstClr val="black">
                  <a:alpha val="20000"/>
                </a:prstClr>
              </a:outerShdw>
            </a:effectLst>
          </p:grpSpPr>
          <p:sp>
            <p:nvSpPr>
              <p:cNvPr id="5" name="Rectangle: Rounded Corners 4">
                <a:extLst>
                  <a:ext uri="{FF2B5EF4-FFF2-40B4-BE49-F238E27FC236}">
                    <a16:creationId xmlns:a16="http://schemas.microsoft.com/office/drawing/2014/main" id="{6D192CF9-67EA-436F-90A0-786E4239EEB7}"/>
                  </a:ext>
                </a:extLst>
              </p:cNvPr>
              <p:cNvSpPr/>
              <p:nvPr userDrawn="1"/>
            </p:nvSpPr>
            <p:spPr>
              <a:xfrm>
                <a:off x="3394527" y="838200"/>
                <a:ext cx="5402945" cy="3622724"/>
              </a:xfrm>
              <a:prstGeom prst="roundRect">
                <a:avLst>
                  <a:gd name="adj" fmla="val 2686"/>
                </a:avLst>
              </a:prstGeom>
              <a:gradFill>
                <a:gsLst>
                  <a:gs pos="0">
                    <a:schemeClr val="bg1"/>
                  </a:gs>
                  <a:gs pos="3900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2700000" scaled="1"/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34908A8-1681-4DC0-A90A-7DA4043B380A}"/>
                  </a:ext>
                </a:extLst>
              </p:cNvPr>
              <p:cNvSpPr/>
              <p:nvPr userDrawn="1"/>
            </p:nvSpPr>
            <p:spPr>
              <a:xfrm>
                <a:off x="3505200" y="914400"/>
                <a:ext cx="82117" cy="8211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2431312E-3560-4DA8-9405-DAE0739B0B99}"/>
                  </a:ext>
                </a:extLst>
              </p:cNvPr>
              <p:cNvSpPr/>
              <p:nvPr userDrawn="1"/>
            </p:nvSpPr>
            <p:spPr>
              <a:xfrm>
                <a:off x="3656931" y="914399"/>
                <a:ext cx="82117" cy="82117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A7F3FCD2-3F4C-4F9F-8CCF-54992DAFC859}"/>
                  </a:ext>
                </a:extLst>
              </p:cNvPr>
              <p:cNvSpPr/>
              <p:nvPr userDrawn="1"/>
            </p:nvSpPr>
            <p:spPr>
              <a:xfrm>
                <a:off x="3808662" y="916780"/>
                <a:ext cx="82117" cy="82117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" name="Media Placeholder 13">
              <a:extLst>
                <a:ext uri="{FF2B5EF4-FFF2-40B4-BE49-F238E27FC236}">
                  <a16:creationId xmlns:a16="http://schemas.microsoft.com/office/drawing/2014/main" id="{CDF85303-A904-43F4-A9D6-AFC001EDAF49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55482" y="2620601"/>
              <a:ext cx="4879374" cy="2883438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99000">
                  <a:schemeClr val="accent2"/>
                </a:gs>
              </a:gsLst>
              <a:lin ang="2700000" scaled="1"/>
            </a:gradFill>
          </p:spPr>
          <p:txBody>
            <a:bodyPr anchor="t"/>
            <a:lstStyle>
              <a:lvl1pPr marL="0" marR="0" indent="0" algn="ctr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 sz="2000" kern="120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dirty="0"/>
            </a:p>
          </p:txBody>
        </p:sp>
      </p:grpSp>
      <p:sp>
        <p:nvSpPr>
          <p:cNvPr id="10" name="Media Placeholder 13">
            <a:extLst>
              <a:ext uri="{FF2B5EF4-FFF2-40B4-BE49-F238E27FC236}">
                <a16:creationId xmlns:a16="http://schemas.microsoft.com/office/drawing/2014/main" id="{A87B6F3C-00B8-4AE6-8C04-858F3E534A62}"/>
              </a:ext>
            </a:extLst>
          </p:cNvPr>
          <p:cNvSpPr>
            <a:spLocks noGrp="1"/>
          </p:cNvSpPr>
          <p:nvPr>
            <p:ph type="media" sz="quarter" idx="11"/>
          </p:nvPr>
        </p:nvSpPr>
        <p:spPr>
          <a:xfrm>
            <a:off x="7007140" y="2379838"/>
            <a:ext cx="4065876" cy="2402707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lvl1pPr>
              <a:defRPr lang="en-US" sz="1200" baseline="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defRPr>
            </a:lvl1pPr>
          </a:lstStyle>
          <a:p>
            <a:pPr marL="0" lvl="0" indent="0" algn="ctr">
              <a:buNone/>
            </a:pPr>
            <a:endParaRPr lang="en-US" dirty="0"/>
          </a:p>
          <a:p>
            <a:pPr marL="0" lvl="0" indent="0" algn="ctr">
              <a:buNone/>
            </a:pPr>
            <a:r>
              <a:rPr lang="en-US" dirty="0"/>
              <a:t>Insert Video Here</a:t>
            </a:r>
          </a:p>
        </p:txBody>
      </p:sp>
    </p:spTree>
    <p:extLst>
      <p:ext uri="{BB962C8B-B14F-4D97-AF65-F5344CB8AC3E}">
        <p14:creationId xmlns:p14="http://schemas.microsoft.com/office/powerpoint/2010/main" val="3628919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3">
            <a:extLst>
              <a:ext uri="{FF2B5EF4-FFF2-40B4-BE49-F238E27FC236}">
                <a16:creationId xmlns:a16="http://schemas.microsoft.com/office/drawing/2014/main" id="{8A6797D0-6127-42BA-9772-1B3C52F683F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577255" y="1964712"/>
            <a:ext cx="3037491" cy="1816762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>
            <a:extLst>
              <a:ext uri="{FF2B5EF4-FFF2-40B4-BE49-F238E27FC236}">
                <a16:creationId xmlns:a16="http://schemas.microsoft.com/office/drawing/2014/main" id="{DA95CD75-35EE-434F-BBF1-42AF6AF5C0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996269" y="1964712"/>
            <a:ext cx="3037491" cy="1816762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3">
            <a:extLst>
              <a:ext uri="{FF2B5EF4-FFF2-40B4-BE49-F238E27FC236}">
                <a16:creationId xmlns:a16="http://schemas.microsoft.com/office/drawing/2014/main" id="{0C5E8C42-C0BA-48D7-AA66-D3699B5353F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58240" y="1964712"/>
            <a:ext cx="3037491" cy="1816762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574FB30-69FE-4741-9426-DF67CCC20E7B}"/>
              </a:ext>
            </a:extLst>
          </p:cNvPr>
          <p:cNvSpPr txBox="1"/>
          <p:nvPr userDrawn="1"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84E2C4-C71B-4A4D-A818-0225E73FFFE2}"/>
              </a:ext>
            </a:extLst>
          </p:cNvPr>
          <p:cNvSpPr txBox="1"/>
          <p:nvPr userDrawn="1"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D14D87F-8707-428A-B6B9-E8E4DC4D9926}"/>
              </a:ext>
            </a:extLst>
          </p:cNvPr>
          <p:cNvSpPr txBox="1"/>
          <p:nvPr userDrawn="1"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B6AADEE-C180-4257-9245-693132E79F4D}"/>
              </a:ext>
            </a:extLst>
          </p:cNvPr>
          <p:cNvSpPr txBox="1"/>
          <p:nvPr userDrawn="1"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B38E523-A731-4A0B-A41A-D3874F10C0FC}"/>
              </a:ext>
            </a:extLst>
          </p:cNvPr>
          <p:cNvCxnSpPr/>
          <p:nvPr userDrawn="1"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2C94CDA3-4E92-4DBA-9332-A28F92E84A4B}"/>
              </a:ext>
            </a:extLst>
          </p:cNvPr>
          <p:cNvSpPr txBox="1"/>
          <p:nvPr userDrawn="1"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D216CF-6342-4E14-87C0-3CBEE92B6A3D}"/>
              </a:ext>
            </a:extLst>
          </p:cNvPr>
          <p:cNvGrpSpPr/>
          <p:nvPr userDrawn="1"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10" name="Freeform 426">
              <a:extLst>
                <a:ext uri="{FF2B5EF4-FFF2-40B4-BE49-F238E27FC236}">
                  <a16:creationId xmlns:a16="http://schemas.microsoft.com/office/drawing/2014/main" id="{37DCA963-A320-4B5D-AFC8-036B7F589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32EC90EA-7B82-4FB9-AC93-6FBF446E32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2" name="Freeform 428">
              <a:extLst>
                <a:ext uri="{FF2B5EF4-FFF2-40B4-BE49-F238E27FC236}">
                  <a16:creationId xmlns:a16="http://schemas.microsoft.com/office/drawing/2014/main" id="{1070ADEB-E53B-45EB-9D05-E30FF58D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3" name="Freeform 429">
              <a:extLst>
                <a:ext uri="{FF2B5EF4-FFF2-40B4-BE49-F238E27FC236}">
                  <a16:creationId xmlns:a16="http://schemas.microsoft.com/office/drawing/2014/main" id="{286204C8-F100-4650-8581-0ACC72C6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8DEEBB72-F5FC-4FC4-B3EF-779C9893957A}"/>
              </a:ext>
            </a:extLst>
          </p:cNvPr>
          <p:cNvSpPr/>
          <p:nvPr userDrawn="1"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CC17B8B3-CBBE-7685-31F4-A1F613720BD8}"/>
              </a:ext>
            </a:extLst>
          </p:cNvPr>
          <p:cNvSpPr/>
          <p:nvPr userDrawn="1"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2505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32" fill="hold" grpId="0" nodeType="withEffect" nodePh="1">
                                  <p:stCondLst>
                                    <p:cond delay="200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32" fill="hold" grpId="0" nodeType="withEffect" nodePh="1">
                                  <p:stCondLst>
                                    <p:cond delay="3000"/>
                                  </p:stCondLst>
                                  <p:endCondLst>
                                    <p:cond evt="begin" delay="0">
                                      <p:tn val="1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3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18" grpId="0"/>
    </p:bld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04D8325F-0BFE-4A2D-A395-24E8FDC1077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id="{82BE6338-2E37-4ED7-A388-DB36427B59E1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1080333" y="3030430"/>
            <a:ext cx="1262062" cy="1262062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12">
            <a:extLst>
              <a:ext uri="{FF2B5EF4-FFF2-40B4-BE49-F238E27FC236}">
                <a16:creationId xmlns:a16="http://schemas.microsoft.com/office/drawing/2014/main" id="{8D8AC8A3-E7A4-4F7B-8FDA-B4CD74A48F0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51666" y="3030430"/>
            <a:ext cx="1262062" cy="1262062"/>
          </a:xfrm>
          <a:custGeom>
            <a:avLst/>
            <a:gdLst>
              <a:gd name="connsiteX0" fmla="*/ 674299 w 1348598"/>
              <a:gd name="connsiteY0" fmla="*/ 0 h 1348598"/>
              <a:gd name="connsiteX1" fmla="*/ 1348598 w 1348598"/>
              <a:gd name="connsiteY1" fmla="*/ 674299 h 1348598"/>
              <a:gd name="connsiteX2" fmla="*/ 674299 w 1348598"/>
              <a:gd name="connsiteY2" fmla="*/ 1348598 h 1348598"/>
              <a:gd name="connsiteX3" fmla="*/ 0 w 1348598"/>
              <a:gd name="connsiteY3" fmla="*/ 674299 h 1348598"/>
              <a:gd name="connsiteX4" fmla="*/ 674299 w 1348598"/>
              <a:gd name="connsiteY4" fmla="*/ 0 h 1348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8598" h="1348598">
                <a:moveTo>
                  <a:pt x="674299" y="0"/>
                </a:moveTo>
                <a:cubicBezTo>
                  <a:pt x="1046704" y="0"/>
                  <a:pt x="1348598" y="301894"/>
                  <a:pt x="1348598" y="674299"/>
                </a:cubicBezTo>
                <a:cubicBezTo>
                  <a:pt x="1348598" y="1046704"/>
                  <a:pt x="1046704" y="1348598"/>
                  <a:pt x="674299" y="1348598"/>
                </a:cubicBezTo>
                <a:cubicBezTo>
                  <a:pt x="301894" y="1348598"/>
                  <a:pt x="0" y="1046704"/>
                  <a:pt x="0" y="674299"/>
                </a:cubicBezTo>
                <a:cubicBezTo>
                  <a:pt x="0" y="301894"/>
                  <a:pt x="301894" y="0"/>
                  <a:pt x="674299" y="0"/>
                </a:cubicBezTo>
                <a:close/>
              </a:path>
            </a:pathLst>
          </a:custGeom>
          <a:noFill/>
          <a:effectLst>
            <a:outerShdw blurRad="1270000" sx="90000" sy="90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57068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32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5E4D04F4-4F70-47ED-825F-7F9FA5CAA937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671128" y="2388615"/>
            <a:ext cx="2098380" cy="289560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2"/>
          </a:solidFill>
          <a:effectLst>
            <a:outerShdw blurRad="1270000" dist="749300" dir="5400000" sx="85000" sy="85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686F32F5-39AE-4136-9E9D-682BBF3678F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422493" y="2388615"/>
            <a:ext cx="2098380" cy="289560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0" dist="749300" dir="5400000" sx="85000" sy="85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1B28E9D-CF6D-4411-92AC-C48DCD047CE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173857" y="2388615"/>
            <a:ext cx="2098380" cy="289560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4"/>
          </a:solidFill>
          <a:effectLst>
            <a:outerShdw blurRad="1270000" dist="749300" dir="5400000" sx="85000" sy="85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9FE61EB5-EA18-4D83-A395-81553A2B886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19763" y="2388615"/>
            <a:ext cx="2098380" cy="289560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1270000" dist="749300" dir="5400000" sx="85000" sy="85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44987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7" grpId="0" animBg="1"/>
      <p:bldP spid="7" grpId="1" animBg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C2F62C8C-6B62-4EE4-829B-0EB0D197873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33A64F2-C04B-4DFF-B489-245D15B2172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62501" y="4324351"/>
            <a:ext cx="3355339" cy="1998049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1270000" dist="762000" dir="5400000" algn="t" rotWithShape="0">
              <a:prstClr val="black">
                <a:alpha val="6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A045F9C0-A23F-497A-99E3-69B9C14D08C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418331" y="4324351"/>
            <a:ext cx="3355339" cy="1998049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2"/>
          </a:solidFill>
          <a:effectLst>
            <a:outerShdw blurRad="1270000" dist="762000" dir="5400000" algn="t" rotWithShape="0">
              <a:prstClr val="black">
                <a:alpha val="6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01AFE18-0E66-4826-97B1-21728F1DA83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8074160" y="4324351"/>
            <a:ext cx="3355339" cy="1998049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0" dist="762000" dir="5400000" algn="t" rotWithShape="0">
              <a:prstClr val="black">
                <a:alpha val="6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3447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32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33" dur="17000" fill="hold"/>
                                        <p:tgtEl>
                                          <p:spTgt spid="2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2BBE738-FBCC-4D20-8C53-B88DCCEDF93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470371" y="3536158"/>
            <a:ext cx="2049626" cy="1871663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4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>
              <a:buNone/>
              <a:defRPr lang="id-ID" sz="1200">
                <a:solidFill>
                  <a:schemeClr val="bg1"/>
                </a:solidFill>
              </a:defRPr>
            </a:lvl1pPr>
          </a:lstStyle>
          <a:p>
            <a:pPr marL="228600" lvl="0" indent="-228600" algn="ctr"/>
            <a:endParaRPr lang="id-ID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5876F32-3BDC-41F6-B454-C3A41C04D18D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7214697" y="3536158"/>
            <a:ext cx="2049626" cy="1871663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4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>
              <a:buNone/>
              <a:defRPr lang="id-ID" sz="1200">
                <a:solidFill>
                  <a:schemeClr val="bg1"/>
                </a:solidFill>
              </a:defRPr>
            </a:lvl1pPr>
          </a:lstStyle>
          <a:p>
            <a:pPr marL="228600" lvl="0" indent="-228600" algn="ctr"/>
            <a:endParaRPr lang="id-ID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702ABA6D-D8F9-4779-87D5-DD8C412CF0E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5183351" y="1450180"/>
            <a:ext cx="1825298" cy="395764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2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>
              <a:buNone/>
              <a:defRPr lang="id-ID" sz="1200">
                <a:solidFill>
                  <a:schemeClr val="bg1"/>
                </a:solidFill>
              </a:defRPr>
            </a:lvl1pPr>
          </a:lstStyle>
          <a:p>
            <a:pPr marL="228600" lvl="0" indent="-228600" algn="ctr"/>
            <a:endParaRPr lang="id-ID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521854C-3512-45A4-9EC6-6FA225D102D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214697" y="1450179"/>
            <a:ext cx="4305300" cy="1871663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>
              <a:buNone/>
              <a:defRPr lang="id-ID" sz="1200">
                <a:solidFill>
                  <a:schemeClr val="bg1"/>
                </a:solidFill>
              </a:defRPr>
            </a:lvl1pPr>
          </a:lstStyle>
          <a:p>
            <a:pPr marL="228600" lvl="0" indent="-228600" algn="ctr"/>
            <a:endParaRPr lang="id-ID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765BF17-C0DB-464F-B587-607DCEF1F17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2003" y="1450180"/>
            <a:ext cx="4305300" cy="395764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4069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2" grpId="0" animBg="1"/>
      <p:bldP spid="12" grpId="1" animBg="1"/>
      <p:bldP spid="8" grpId="0" animBg="1"/>
      <p:bldP spid="8" grpId="1" animBg="1"/>
      <p:bldP spid="9" grpId="0" animBg="1"/>
      <p:bldP spid="9" grpId="1" animBg="1"/>
      <p:bldP spid="7" grpId="0" animBg="1"/>
      <p:bldP spid="7" grpId="1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8F64C4B-B943-4E4E-9586-EC2771AF0A88}"/>
              </a:ext>
            </a:extLst>
          </p:cNvPr>
          <p:cNvSpPr/>
          <p:nvPr userDrawn="1"/>
        </p:nvSpPr>
        <p:spPr>
          <a:xfrm>
            <a:off x="0" y="-14748"/>
            <a:ext cx="5867400" cy="6872750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52900" h="3990013">
                <a:moveTo>
                  <a:pt x="0" y="8563"/>
                </a:moveTo>
                <a:cubicBezTo>
                  <a:pt x="13918" y="5708"/>
                  <a:pt x="1616991" y="12918"/>
                  <a:pt x="1607574" y="0"/>
                </a:cubicBezTo>
                <a:cubicBezTo>
                  <a:pt x="2301035" y="299248"/>
                  <a:pt x="1648790" y="1201123"/>
                  <a:pt x="2073011" y="1866125"/>
                </a:cubicBezTo>
                <a:cubicBezTo>
                  <a:pt x="2497232" y="2531127"/>
                  <a:pt x="3971925" y="2649738"/>
                  <a:pt x="4152900" y="3990013"/>
                </a:cubicBezTo>
                <a:lnTo>
                  <a:pt x="0" y="3990013"/>
                </a:lnTo>
                <a:lnTo>
                  <a:pt x="0" y="8563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02ECC8B-698A-4492-9B08-1CED5203E158}"/>
              </a:ext>
            </a:extLst>
          </p:cNvPr>
          <p:cNvGrpSpPr/>
          <p:nvPr userDrawn="1"/>
        </p:nvGrpSpPr>
        <p:grpSpPr>
          <a:xfrm>
            <a:off x="3211513" y="5459603"/>
            <a:ext cx="889000" cy="888998"/>
            <a:chOff x="6546150" y="663185"/>
            <a:chExt cx="1860497" cy="1860495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1D10BD03-79E6-4CC5-A0A6-AE6CADDA93BD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7DE3903-3D89-49EF-8B7F-EA5EA849A39C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113BD461-EA15-4281-8E62-04057441EAB3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8704259-45BC-4E90-91B8-A7BF761813ED}"/>
              </a:ext>
            </a:extLst>
          </p:cNvPr>
          <p:cNvGrpSpPr/>
          <p:nvPr userDrawn="1"/>
        </p:nvGrpSpPr>
        <p:grpSpPr>
          <a:xfrm>
            <a:off x="822759" y="472335"/>
            <a:ext cx="851260" cy="851258"/>
            <a:chOff x="6546150" y="663185"/>
            <a:chExt cx="1860497" cy="186049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9D46DFB-6527-4E9C-B288-713B295C1A57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8388C7E-2AE9-4A82-9D98-874A8113D427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1AC6C324-6F27-47E4-80DC-B1080E6901DA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AF62232-D358-46BF-95E5-6C07D67C1477}"/>
              </a:ext>
            </a:extLst>
          </p:cNvPr>
          <p:cNvGrpSpPr/>
          <p:nvPr userDrawn="1"/>
        </p:nvGrpSpPr>
        <p:grpSpPr>
          <a:xfrm>
            <a:off x="2355828" y="865242"/>
            <a:ext cx="1066028" cy="1066026"/>
            <a:chOff x="6546150" y="663185"/>
            <a:chExt cx="1860497" cy="1860495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B8C2F585-6B4D-4C20-BFAD-88962A93F287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8FA9154E-50CD-4144-9E11-D9241C92B431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6DE28BA-7C32-48E4-8E52-4393226C0382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81C2938-C782-49EF-8574-76D873D2F613}"/>
              </a:ext>
            </a:extLst>
          </p:cNvPr>
          <p:cNvGrpSpPr/>
          <p:nvPr userDrawn="1"/>
        </p:nvGrpSpPr>
        <p:grpSpPr>
          <a:xfrm>
            <a:off x="367172" y="1911301"/>
            <a:ext cx="1385428" cy="1385426"/>
            <a:chOff x="6546150" y="663185"/>
            <a:chExt cx="1860497" cy="1860495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87F3F2BF-97BF-4486-ADF7-4583D2F7A766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9D88F0B-3DE5-48E0-9C2F-0D2C26962B2B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A1CDA1B2-2FA3-4485-A046-FCE4721EFE07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ED3A770-4BE8-4C24-AB0D-D4AB82A9AC02}"/>
              </a:ext>
            </a:extLst>
          </p:cNvPr>
          <p:cNvGrpSpPr/>
          <p:nvPr userDrawn="1"/>
        </p:nvGrpSpPr>
        <p:grpSpPr>
          <a:xfrm>
            <a:off x="2570677" y="2476500"/>
            <a:ext cx="2186754" cy="2186750"/>
            <a:chOff x="6513315" y="630350"/>
            <a:chExt cx="1926168" cy="1926166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DAA5E8A5-627F-49F0-BD0D-EAA5F5C5FFF6}"/>
                </a:ext>
              </a:extLst>
            </p:cNvPr>
            <p:cNvSpPr/>
            <p:nvPr/>
          </p:nvSpPr>
          <p:spPr>
            <a:xfrm>
              <a:off x="6513315" y="630350"/>
              <a:ext cx="1926168" cy="1926166"/>
            </a:xfrm>
            <a:prstGeom prst="ellipse">
              <a:avLst/>
            </a:prstGeom>
            <a:solidFill>
              <a:schemeClr val="bg1"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B1719B45-4223-42C2-B6E0-4D7578D08A05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CB5B05E1-B9B9-4AD5-8334-1CDBA4EDE6FE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23" name="Picture Placeholder 9">
            <a:extLst>
              <a:ext uri="{FF2B5EF4-FFF2-40B4-BE49-F238E27FC236}">
                <a16:creationId xmlns:a16="http://schemas.microsoft.com/office/drawing/2014/main" id="{DC4D9DF8-0266-4053-B1DF-10F8D7A61A1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897138" y="2802960"/>
            <a:ext cx="1533832" cy="153383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10">
            <a:extLst>
              <a:ext uri="{FF2B5EF4-FFF2-40B4-BE49-F238E27FC236}">
                <a16:creationId xmlns:a16="http://schemas.microsoft.com/office/drawing/2014/main" id="{28BFE3A5-000B-4E15-A6D0-81CAC0E2C93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945" y="2102570"/>
            <a:ext cx="1002890" cy="1002888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5" name="Picture Placeholder 11">
            <a:extLst>
              <a:ext uri="{FF2B5EF4-FFF2-40B4-BE49-F238E27FC236}">
                <a16:creationId xmlns:a16="http://schemas.microsoft.com/office/drawing/2014/main" id="{5E5A4A4B-42E7-47D9-A016-49E53FAAFFA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511795" y="1022171"/>
            <a:ext cx="752168" cy="752168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6" name="Picture Placeholder 12">
            <a:extLst>
              <a:ext uri="{FF2B5EF4-FFF2-40B4-BE49-F238E27FC236}">
                <a16:creationId xmlns:a16="http://schemas.microsoft.com/office/drawing/2014/main" id="{7DB594FB-5DC1-43B5-8F0C-27237242AAA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35448" y="585023"/>
            <a:ext cx="625882" cy="625882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9" name="Picture Placeholder 15">
            <a:extLst>
              <a:ext uri="{FF2B5EF4-FFF2-40B4-BE49-F238E27FC236}">
                <a16:creationId xmlns:a16="http://schemas.microsoft.com/office/drawing/2014/main" id="{8778EFD3-95EA-46AA-B237-DD5844E3C38D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343071" y="5591160"/>
            <a:ext cx="625884" cy="625884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615871E-F6C4-4CC3-83C6-93323E984583}"/>
              </a:ext>
            </a:extLst>
          </p:cNvPr>
          <p:cNvSpPr/>
          <p:nvPr userDrawn="1"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62A5D75-C3DD-4910-9677-5F6F9268DB18}"/>
              </a:ext>
            </a:extLst>
          </p:cNvPr>
          <p:cNvGrpSpPr/>
          <p:nvPr userDrawn="1"/>
        </p:nvGrpSpPr>
        <p:grpSpPr>
          <a:xfrm>
            <a:off x="910021" y="4461618"/>
            <a:ext cx="763998" cy="763996"/>
            <a:chOff x="6546150" y="663185"/>
            <a:chExt cx="1860497" cy="1860495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16D260E5-061D-4B71-B90B-BA94E4A39A73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E24D6C26-A985-4839-84C1-1F42BAC9363B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03BBFBC2-1822-4C65-A385-72A15D7D8AAA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28" name="Picture Placeholder 14">
            <a:extLst>
              <a:ext uri="{FF2B5EF4-FFF2-40B4-BE49-F238E27FC236}">
                <a16:creationId xmlns:a16="http://schemas.microsoft.com/office/drawing/2014/main" id="{7DD677F5-C744-4A74-9282-538A9F40CE8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020403" y="4571999"/>
            <a:ext cx="543234" cy="543234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0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71529835-08FC-4A0F-B7DB-74447B8B637A}"/>
              </a:ext>
            </a:extLst>
          </p:cNvPr>
          <p:cNvGrpSpPr/>
          <p:nvPr userDrawn="1"/>
        </p:nvGrpSpPr>
        <p:grpSpPr>
          <a:xfrm>
            <a:off x="1956610" y="5367338"/>
            <a:ext cx="444664" cy="444662"/>
            <a:chOff x="6546150" y="663185"/>
            <a:chExt cx="1860497" cy="1860495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D0655704-D633-4DDE-BE6B-46C5CCC38732}"/>
                </a:ext>
              </a:extLst>
            </p:cNvPr>
            <p:cNvSpPr/>
            <p:nvPr/>
          </p:nvSpPr>
          <p:spPr>
            <a:xfrm>
              <a:off x="6546150" y="663185"/>
              <a:ext cx="1860497" cy="1860495"/>
            </a:xfrm>
            <a:prstGeom prst="ellipse">
              <a:avLst/>
            </a:prstGeom>
            <a:solidFill>
              <a:schemeClr val="bg1">
                <a:lumMod val="85000"/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D3DB7562-3C06-4984-B45A-EB804AEEC83F}"/>
                </a:ext>
              </a:extLst>
            </p:cNvPr>
            <p:cNvSpPr/>
            <p:nvPr/>
          </p:nvSpPr>
          <p:spPr>
            <a:xfrm>
              <a:off x="6700878" y="817913"/>
              <a:ext cx="1551041" cy="1551041"/>
            </a:xfrm>
            <a:prstGeom prst="ellipse">
              <a:avLst/>
            </a:prstGeom>
            <a:solidFill>
              <a:schemeClr val="bg1">
                <a:lumMod val="85000"/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0809C89-3C95-4A2E-AB54-46107D742569}"/>
                </a:ext>
              </a:extLst>
            </p:cNvPr>
            <p:cNvSpPr/>
            <p:nvPr/>
          </p:nvSpPr>
          <p:spPr>
            <a:xfrm>
              <a:off x="6818353" y="935388"/>
              <a:ext cx="1316092" cy="131609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27" name="Picture Placeholder 13">
            <a:extLst>
              <a:ext uri="{FF2B5EF4-FFF2-40B4-BE49-F238E27FC236}">
                <a16:creationId xmlns:a16="http://schemas.microsoft.com/office/drawing/2014/main" id="{7EC8520A-AA16-4291-A4B0-2CA2E6D2531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2022472" y="5433199"/>
            <a:ext cx="312941" cy="312941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4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1FF616B-8BCA-9AF4-6543-F08B1E4A2966}"/>
              </a:ext>
            </a:extLst>
          </p:cNvPr>
          <p:cNvSpPr/>
          <p:nvPr userDrawn="1"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7885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grpId="1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mph" presetSubtype="0" repeatCount="indefinite" autoRev="1" fill="hold" grpId="1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utoRev="1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6" presetClass="emph" presetSubtype="0" repeatCount="indefinite" autoRev="1" fill="hold" grpId="1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mph" presetSubtype="0" repeatCount="indefinite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4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3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3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39" dur="1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" presetClass="emph" presetSubtype="0" repeatCount="indefinite" autoRev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44" dur="1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4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" presetClass="emph" presetSubtype="0" repeatCount="indefinite" autoRev="1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4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49" dur="1000" fill="hold"/>
                                        <p:tgtEl>
                                          <p:spTgt spid="28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5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6" presetClass="emph" presetSubtype="0" repeatCount="indefinite" autoRev="1" fill="hold" grpId="1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5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6" presetClass="emph" presetSubtype="0" repeatCount="indefinite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64" dur="1000" fill="hold"/>
                                        <p:tgtEl>
                                          <p:spTgt spid="37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6" presetClass="emph" presetSubtype="0" repeatCount="indefinite" autoRev="1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9" dur="1000" fill="hold"/>
                                        <p:tgtEl>
                                          <p:spTgt spid="29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4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9" grpId="0"/>
      <p:bldP spid="29" grpId="1"/>
      <p:bldP spid="28" grpId="0"/>
      <p:bldP spid="28" grpId="1"/>
      <p:bldP spid="27" grpId="0"/>
      <p:bldP spid="27" grpId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8874FEB0-E990-4B18-86F6-FE383BC4511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18042" y="1451178"/>
            <a:ext cx="3700461" cy="2079307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1270000" dist="762000" dir="5400000" sx="90000" sy="90000" algn="t" rotWithShape="0">
              <a:prstClr val="black">
                <a:alpha val="55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7">
            <a:extLst>
              <a:ext uri="{FF2B5EF4-FFF2-40B4-BE49-F238E27FC236}">
                <a16:creationId xmlns:a16="http://schemas.microsoft.com/office/drawing/2014/main" id="{55A8BF54-B815-4BB1-BC4B-1F4B5FAA768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683642" y="1451178"/>
            <a:ext cx="3700461" cy="2079307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2"/>
          </a:solidFill>
          <a:effectLst>
            <a:outerShdw blurRad="1270000" dist="762000" dir="5400000" sx="90000" sy="90000" algn="t" rotWithShape="0">
              <a:prstClr val="black">
                <a:alpha val="55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7E4B7A80-5B14-4F0A-8642-5A1F4A6E764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600842" y="3885446"/>
            <a:ext cx="3700461" cy="2079307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0" dist="762000" dir="5400000" sx="90000" sy="90000" algn="t" rotWithShape="0">
              <a:prstClr val="black">
                <a:alpha val="55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35542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9911A0C-F18B-48C0-B8B3-92120610B67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6709CCE6-28B2-4D69-BFFD-E825D6E319A0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916200" y="1781176"/>
            <a:ext cx="2359600" cy="329565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71339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" dur="17000" fill="hold"/>
                                        <p:tgtEl>
                                          <p:spTgt spid="4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" grpId="0" animBg="1"/>
      <p:bldP spid="3" grpId="1" animBg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35D02DB2-B80E-4EEF-87FC-5C933CB1877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2F399219-E7AE-4C31-BD9D-0BBC83E960E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488299" y="1781176"/>
            <a:ext cx="2359600" cy="3295650"/>
          </a:xfrm>
          <a:custGeom>
            <a:avLst/>
            <a:gdLst>
              <a:gd name="connsiteX0" fmla="*/ 27552 w 2098380"/>
              <a:gd name="connsiteY0" fmla="*/ 0 h 2895600"/>
              <a:gd name="connsiteX1" fmla="*/ 2070828 w 2098380"/>
              <a:gd name="connsiteY1" fmla="*/ 0 h 2895600"/>
              <a:gd name="connsiteX2" fmla="*/ 2098380 w 2098380"/>
              <a:gd name="connsiteY2" fmla="*/ 27552 h 2895600"/>
              <a:gd name="connsiteX3" fmla="*/ 2098380 w 2098380"/>
              <a:gd name="connsiteY3" fmla="*/ 2868048 h 2895600"/>
              <a:gd name="connsiteX4" fmla="*/ 2070828 w 2098380"/>
              <a:gd name="connsiteY4" fmla="*/ 2895600 h 2895600"/>
              <a:gd name="connsiteX5" fmla="*/ 27552 w 2098380"/>
              <a:gd name="connsiteY5" fmla="*/ 2895600 h 2895600"/>
              <a:gd name="connsiteX6" fmla="*/ 0 w 2098380"/>
              <a:gd name="connsiteY6" fmla="*/ 2868048 h 2895600"/>
              <a:gd name="connsiteX7" fmla="*/ 0 w 2098380"/>
              <a:gd name="connsiteY7" fmla="*/ 27552 h 2895600"/>
              <a:gd name="connsiteX8" fmla="*/ 27552 w 2098380"/>
              <a:gd name="connsiteY8" fmla="*/ 0 h 289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98380" h="2895600">
                <a:moveTo>
                  <a:pt x="27552" y="0"/>
                </a:moveTo>
                <a:lnTo>
                  <a:pt x="2070828" y="0"/>
                </a:lnTo>
                <a:cubicBezTo>
                  <a:pt x="2086045" y="0"/>
                  <a:pt x="2098380" y="12335"/>
                  <a:pt x="2098380" y="27552"/>
                </a:cubicBezTo>
                <a:lnTo>
                  <a:pt x="2098380" y="2868048"/>
                </a:lnTo>
                <a:cubicBezTo>
                  <a:pt x="2098380" y="2883265"/>
                  <a:pt x="2086045" y="2895600"/>
                  <a:pt x="2070828" y="2895600"/>
                </a:cubicBezTo>
                <a:lnTo>
                  <a:pt x="27552" y="2895600"/>
                </a:lnTo>
                <a:cubicBezTo>
                  <a:pt x="12335" y="2895600"/>
                  <a:pt x="0" y="2883265"/>
                  <a:pt x="0" y="2868048"/>
                </a:cubicBezTo>
                <a:lnTo>
                  <a:pt x="0" y="27552"/>
                </a:lnTo>
                <a:cubicBezTo>
                  <a:pt x="0" y="12335"/>
                  <a:pt x="12335" y="0"/>
                  <a:pt x="27552" y="0"/>
                </a:cubicBezTo>
                <a:close/>
              </a:path>
            </a:pathLst>
          </a:custGeom>
          <a:solidFill>
            <a:schemeClr val="accent2"/>
          </a:solidFill>
          <a:effectLst>
            <a:outerShdw blurRad="1270000" dist="762000" dir="5400000" sx="90000" sy="90000" algn="t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7516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" dur="17000" fill="hold"/>
                                        <p:tgtEl>
                                          <p:spTgt spid="3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" grpId="0" animBg="1"/>
      <p:bldP spid="2" grpId="1" animBg="1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9B7DF44F-21E3-4997-BF95-AED398AD1D02}"/>
              </a:ext>
            </a:extLst>
          </p:cNvPr>
          <p:cNvSpPr/>
          <p:nvPr userDrawn="1"/>
        </p:nvSpPr>
        <p:spPr>
          <a:xfrm>
            <a:off x="2979638" y="530348"/>
            <a:ext cx="6232724" cy="6232724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8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FF1C564-FBD7-4FAC-B141-A47584323708}"/>
              </a:ext>
            </a:extLst>
          </p:cNvPr>
          <p:cNvSpPr/>
          <p:nvPr userDrawn="1"/>
        </p:nvSpPr>
        <p:spPr>
          <a:xfrm>
            <a:off x="3918396" y="1469106"/>
            <a:ext cx="4355208" cy="4355208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25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3379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2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6" presetClass="emph" presetSubtype="0" repeatCount="indefinite" decel="4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1500" fill="hold"/>
                                        <p:tgtEl>
                                          <p:spTgt spid="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10" presetClass="exit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D5228EE7-DF2A-4D01-8082-5882A48971D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56601" y="562163"/>
            <a:ext cx="3823726" cy="6295837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1460500" dir="10800000" sx="90000" sy="90000" algn="r" rotWithShape="0">
              <a:prstClr val="black">
                <a:alpha val="3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0088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787DED1D-FE12-41CF-91A1-5C00FF5C624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048166" y="1536600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9" name="Picture Placeholder 11">
            <a:extLst>
              <a:ext uri="{FF2B5EF4-FFF2-40B4-BE49-F238E27FC236}">
                <a16:creationId xmlns:a16="http://schemas.microsoft.com/office/drawing/2014/main" id="{70F27E69-266D-41E9-8726-1A47151F529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48166" y="2248401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11">
            <a:extLst>
              <a:ext uri="{FF2B5EF4-FFF2-40B4-BE49-F238E27FC236}">
                <a16:creationId xmlns:a16="http://schemas.microsoft.com/office/drawing/2014/main" id="{DC34E5E5-88F2-4BFD-B3C5-4075C39E0524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048166" y="2960202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11">
            <a:extLst>
              <a:ext uri="{FF2B5EF4-FFF2-40B4-BE49-F238E27FC236}">
                <a16:creationId xmlns:a16="http://schemas.microsoft.com/office/drawing/2014/main" id="{2580A6E7-74EE-4867-9153-147AEAFBD474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048166" y="3672003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69CB21CE-293F-4514-953D-43E8A0A2DA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048166" y="4383804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3" name="Picture Placeholder 11">
            <a:extLst>
              <a:ext uri="{FF2B5EF4-FFF2-40B4-BE49-F238E27FC236}">
                <a16:creationId xmlns:a16="http://schemas.microsoft.com/office/drawing/2014/main" id="{24EC5BFD-D938-466A-BCFA-F91E90AD29F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048166" y="5095605"/>
            <a:ext cx="428990" cy="428990"/>
          </a:xfrm>
          <a:custGeom>
            <a:avLst/>
            <a:gdLst>
              <a:gd name="connsiteX0" fmla="*/ 2609850 w 5219700"/>
              <a:gd name="connsiteY0" fmla="*/ 0 h 5219700"/>
              <a:gd name="connsiteX1" fmla="*/ 5219700 w 5219700"/>
              <a:gd name="connsiteY1" fmla="*/ 2609850 h 5219700"/>
              <a:gd name="connsiteX2" fmla="*/ 2609850 w 5219700"/>
              <a:gd name="connsiteY2" fmla="*/ 5219700 h 5219700"/>
              <a:gd name="connsiteX3" fmla="*/ 0 w 5219700"/>
              <a:gd name="connsiteY3" fmla="*/ 2609850 h 5219700"/>
              <a:gd name="connsiteX4" fmla="*/ 2609850 w 5219700"/>
              <a:gd name="connsiteY4" fmla="*/ 0 h 521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19700" h="5219700">
                <a:moveTo>
                  <a:pt x="2609850" y="0"/>
                </a:moveTo>
                <a:cubicBezTo>
                  <a:pt x="4051230" y="0"/>
                  <a:pt x="5219700" y="1168470"/>
                  <a:pt x="5219700" y="2609850"/>
                </a:cubicBezTo>
                <a:cubicBezTo>
                  <a:pt x="5219700" y="4051230"/>
                  <a:pt x="4051230" y="5219700"/>
                  <a:pt x="2609850" y="5219700"/>
                </a:cubicBezTo>
                <a:cubicBezTo>
                  <a:pt x="1168470" y="5219700"/>
                  <a:pt x="0" y="4051230"/>
                  <a:pt x="0" y="2609850"/>
                </a:cubicBezTo>
                <a:cubicBezTo>
                  <a:pt x="0" y="1168470"/>
                  <a:pt x="1168470" y="0"/>
                  <a:pt x="2609850" y="0"/>
                </a:cubicBezTo>
                <a:close/>
              </a:path>
            </a:pathLst>
          </a:custGeom>
          <a:noFill/>
          <a:effectLst>
            <a:outerShdw blurRad="1270000" dist="533400" dir="8100000" sx="70000" sy="70000" algn="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500">
                <a:solidFill>
                  <a:schemeClr val="bg1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262563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1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14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350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CED56C36-684C-4EC7-939C-B294FD72A9CB}"/>
              </a:ext>
            </a:extLst>
          </p:cNvPr>
          <p:cNvSpPr/>
          <p:nvPr userDrawn="1"/>
        </p:nvSpPr>
        <p:spPr>
          <a:xfrm>
            <a:off x="0" y="1"/>
            <a:ext cx="11117943" cy="6860822"/>
          </a:xfrm>
          <a:custGeom>
            <a:avLst/>
            <a:gdLst>
              <a:gd name="connsiteX0" fmla="*/ 0 w 11117943"/>
              <a:gd name="connsiteY0" fmla="*/ 0 h 6860822"/>
              <a:gd name="connsiteX1" fmla="*/ 867650 w 11117943"/>
              <a:gd name="connsiteY1" fmla="*/ 0 h 6860822"/>
              <a:gd name="connsiteX2" fmla="*/ 929499 w 11117943"/>
              <a:gd name="connsiteY2" fmla="*/ 131558 h 6860822"/>
              <a:gd name="connsiteX3" fmla="*/ 7318324 w 11117943"/>
              <a:gd name="connsiteY3" fmla="*/ 3047132 h 6860822"/>
              <a:gd name="connsiteX4" fmla="*/ 11117943 w 11117943"/>
              <a:gd name="connsiteY4" fmla="*/ 6860822 h 6860822"/>
              <a:gd name="connsiteX5" fmla="*/ 0 w 11117943"/>
              <a:gd name="connsiteY5" fmla="*/ 6860822 h 6860822"/>
              <a:gd name="connsiteX0" fmla="*/ 0 w 11117943"/>
              <a:gd name="connsiteY0" fmla="*/ 0 h 6860822"/>
              <a:gd name="connsiteX1" fmla="*/ 929499 w 11117943"/>
              <a:gd name="connsiteY1" fmla="*/ 1315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17943" h="6860822">
                <a:moveTo>
                  <a:pt x="0" y="0"/>
                </a:moveTo>
                <a:lnTo>
                  <a:pt x="2903443" y="15444"/>
                </a:lnTo>
                <a:cubicBezTo>
                  <a:pt x="1980577" y="4750511"/>
                  <a:pt x="6027983" y="3269051"/>
                  <a:pt x="7492495" y="3380960"/>
                </a:cubicBezTo>
                <a:cubicBezTo>
                  <a:pt x="9044648" y="3511181"/>
                  <a:pt x="10690595" y="4279566"/>
                  <a:pt x="11117943" y="6860822"/>
                </a:cubicBezTo>
                <a:lnTo>
                  <a:pt x="0" y="6860822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rgbClr val="3D1E66">
                  <a:alpha val="0"/>
                </a:srgbClr>
              </a:gs>
              <a:gs pos="41000">
                <a:schemeClr val="accent2">
                  <a:alpha val="20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1465853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8FBB70AC-DA82-45C5-A4C3-968BE2C0FC3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8310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" dur="17000" fill="hold"/>
                                        <p:tgtEl>
                                          <p:spTgt spid="3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70113055-7432-4CAC-953A-D9AFE60053C0}"/>
              </a:ext>
            </a:extLst>
          </p:cNvPr>
          <p:cNvSpPr>
            <a:spLocks noGrp="1"/>
          </p:cNvSpPr>
          <p:nvPr userDrawn="1">
            <p:ph type="pic" sz="quarter" idx="16"/>
          </p:nvPr>
        </p:nvSpPr>
        <p:spPr>
          <a:xfrm>
            <a:off x="0" y="0"/>
            <a:ext cx="3048000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id="{49D67318-3ED6-4BE8-AA72-E0E349B2919B}"/>
              </a:ext>
            </a:extLst>
          </p:cNvPr>
          <p:cNvSpPr>
            <a:spLocks noGrp="1"/>
          </p:cNvSpPr>
          <p:nvPr userDrawn="1">
            <p:ph type="pic" sz="quarter" idx="17"/>
          </p:nvPr>
        </p:nvSpPr>
        <p:spPr>
          <a:xfrm>
            <a:off x="3048000" y="0"/>
            <a:ext cx="3048000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38221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8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4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/>
      <p:bldP spid="7" grpId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665129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2826982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485049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ADB0D7D2-A162-4BEA-B084-2F066C4BCA3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786741" y="0"/>
            <a:ext cx="3749069" cy="6858000"/>
          </a:xfrm>
          <a:custGeom>
            <a:avLst/>
            <a:gdLst>
              <a:gd name="connsiteX0" fmla="*/ 0 w 10618839"/>
              <a:gd name="connsiteY0" fmla="*/ 0 h 5810865"/>
              <a:gd name="connsiteX1" fmla="*/ 10618839 w 10618839"/>
              <a:gd name="connsiteY1" fmla="*/ 0 h 5810865"/>
              <a:gd name="connsiteX2" fmla="*/ 10618839 w 10618839"/>
              <a:gd name="connsiteY2" fmla="*/ 5810865 h 5810865"/>
              <a:gd name="connsiteX3" fmla="*/ 0 w 10618839"/>
              <a:gd name="connsiteY3" fmla="*/ 5810865 h 581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8839" h="5810865">
                <a:moveTo>
                  <a:pt x="0" y="0"/>
                </a:moveTo>
                <a:lnTo>
                  <a:pt x="10618839" y="0"/>
                </a:lnTo>
                <a:lnTo>
                  <a:pt x="10618839" y="5810865"/>
                </a:lnTo>
                <a:lnTo>
                  <a:pt x="0" y="5810865"/>
                </a:lnTo>
                <a:close/>
              </a:path>
            </a:pathLst>
          </a:custGeom>
          <a:noFill/>
          <a:effectLst>
            <a:outerShdw blurRad="1270000" dist="825500" dir="16200000" sx="80000" sy="80000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136951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7546945-3068-428A-879C-FE9D50A700B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noFill/>
        </p:spPr>
        <p:txBody>
          <a:bodyPr/>
          <a:lstStyle>
            <a:lvl1pPr marL="0" indent="0">
              <a:buNone/>
              <a:defRPr sz="1600">
                <a:solidFill>
                  <a:schemeClr val="bg1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7203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" dur="17000" fill="hold"/>
                                        <p:tgtEl>
                                          <p:spTgt spid="3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val 7"/>
          <p:cNvSpPr/>
          <p:nvPr/>
        </p:nvSpPr>
        <p:spPr>
          <a:xfrm>
            <a:off x="11412787" y="6305204"/>
            <a:ext cx="373376" cy="373376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>
          <a:xfrm>
            <a:off x="10919860" y="6305204"/>
            <a:ext cx="373376" cy="373376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0426933" y="6305204"/>
            <a:ext cx="373376" cy="373376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/>
          <p:cNvSpPr txBox="1"/>
          <p:nvPr/>
        </p:nvSpPr>
        <p:spPr>
          <a:xfrm>
            <a:off x="10918035" y="6353392"/>
            <a:ext cx="3770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fld id="{FA4CF573-545E-406F-95A2-C3CE6333E4C6}" type="slidenum">
              <a:rPr lang="en-US" sz="1200" smtClean="0">
                <a:solidFill>
                  <a:schemeClr val="bg1">
                    <a:lumMod val="75000"/>
                  </a:schemeClr>
                </a:solidFill>
              </a:rPr>
              <a:t>‹#›</a:t>
            </a:fld>
            <a:endParaRPr lang="en-US" sz="12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2" name="Freeform 6"/>
          <p:cNvSpPr>
            <a:spLocks noEditPoints="1"/>
          </p:cNvSpPr>
          <p:nvPr/>
        </p:nvSpPr>
        <p:spPr bwMode="auto">
          <a:xfrm>
            <a:off x="10556353" y="6412050"/>
            <a:ext cx="88336" cy="159684"/>
          </a:xfrm>
          <a:custGeom>
            <a:avLst/>
            <a:gdLst>
              <a:gd name="T0" fmla="*/ 222 w 234"/>
              <a:gd name="T1" fmla="*/ 423 h 423"/>
              <a:gd name="T2" fmla="*/ 0 w 234"/>
              <a:gd name="T3" fmla="*/ 211 h 423"/>
              <a:gd name="T4" fmla="*/ 222 w 234"/>
              <a:gd name="T5" fmla="*/ 0 h 423"/>
              <a:gd name="T6" fmla="*/ 234 w 234"/>
              <a:gd name="T7" fmla="*/ 12 h 423"/>
              <a:gd name="T8" fmla="*/ 24 w 234"/>
              <a:gd name="T9" fmla="*/ 211 h 423"/>
              <a:gd name="T10" fmla="*/ 234 w 234"/>
              <a:gd name="T11" fmla="*/ 413 h 423"/>
              <a:gd name="T12" fmla="*/ 222 w 234"/>
              <a:gd name="T13" fmla="*/ 423 h 423"/>
              <a:gd name="T14" fmla="*/ 222 w 234"/>
              <a:gd name="T15" fmla="*/ 423 h 423"/>
              <a:gd name="T16" fmla="*/ 222 w 234"/>
              <a:gd name="T17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4" h="423">
                <a:moveTo>
                  <a:pt x="222" y="423"/>
                </a:moveTo>
                <a:lnTo>
                  <a:pt x="0" y="211"/>
                </a:lnTo>
                <a:lnTo>
                  <a:pt x="222" y="0"/>
                </a:lnTo>
                <a:lnTo>
                  <a:pt x="234" y="12"/>
                </a:lnTo>
                <a:lnTo>
                  <a:pt x="24" y="211"/>
                </a:lnTo>
                <a:lnTo>
                  <a:pt x="234" y="413"/>
                </a:lnTo>
                <a:lnTo>
                  <a:pt x="222" y="423"/>
                </a:lnTo>
                <a:moveTo>
                  <a:pt x="222" y="423"/>
                </a:moveTo>
                <a:lnTo>
                  <a:pt x="222" y="423"/>
                </a:lnTo>
              </a:path>
            </a:pathLst>
          </a:custGeom>
          <a:solidFill>
            <a:schemeClr val="bg1">
              <a:lumMod val="7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6"/>
          <p:cNvSpPr>
            <a:spLocks noEditPoints="1"/>
          </p:cNvSpPr>
          <p:nvPr/>
        </p:nvSpPr>
        <p:spPr bwMode="auto">
          <a:xfrm flipH="1">
            <a:off x="11568407" y="6412050"/>
            <a:ext cx="88336" cy="159684"/>
          </a:xfrm>
          <a:custGeom>
            <a:avLst/>
            <a:gdLst>
              <a:gd name="T0" fmla="*/ 222 w 234"/>
              <a:gd name="T1" fmla="*/ 423 h 423"/>
              <a:gd name="T2" fmla="*/ 0 w 234"/>
              <a:gd name="T3" fmla="*/ 211 h 423"/>
              <a:gd name="T4" fmla="*/ 222 w 234"/>
              <a:gd name="T5" fmla="*/ 0 h 423"/>
              <a:gd name="T6" fmla="*/ 234 w 234"/>
              <a:gd name="T7" fmla="*/ 12 h 423"/>
              <a:gd name="T8" fmla="*/ 24 w 234"/>
              <a:gd name="T9" fmla="*/ 211 h 423"/>
              <a:gd name="T10" fmla="*/ 234 w 234"/>
              <a:gd name="T11" fmla="*/ 413 h 423"/>
              <a:gd name="T12" fmla="*/ 222 w 234"/>
              <a:gd name="T13" fmla="*/ 423 h 423"/>
              <a:gd name="T14" fmla="*/ 222 w 234"/>
              <a:gd name="T15" fmla="*/ 423 h 423"/>
              <a:gd name="T16" fmla="*/ 222 w 234"/>
              <a:gd name="T17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4" h="423">
                <a:moveTo>
                  <a:pt x="222" y="423"/>
                </a:moveTo>
                <a:lnTo>
                  <a:pt x="0" y="211"/>
                </a:lnTo>
                <a:lnTo>
                  <a:pt x="222" y="0"/>
                </a:lnTo>
                <a:lnTo>
                  <a:pt x="234" y="12"/>
                </a:lnTo>
                <a:lnTo>
                  <a:pt x="24" y="211"/>
                </a:lnTo>
                <a:lnTo>
                  <a:pt x="234" y="413"/>
                </a:lnTo>
                <a:lnTo>
                  <a:pt x="222" y="423"/>
                </a:lnTo>
                <a:moveTo>
                  <a:pt x="222" y="423"/>
                </a:moveTo>
                <a:lnTo>
                  <a:pt x="222" y="423"/>
                </a:lnTo>
              </a:path>
            </a:pathLst>
          </a:custGeom>
          <a:solidFill>
            <a:schemeClr val="bg1">
              <a:lumMod val="7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1C4C0F6-E288-47C8-ADFF-610BD7002EC6}"/>
              </a:ext>
            </a:extLst>
          </p:cNvPr>
          <p:cNvGrpSpPr/>
          <p:nvPr userDrawn="1"/>
        </p:nvGrpSpPr>
        <p:grpSpPr>
          <a:xfrm>
            <a:off x="120465" y="3175"/>
            <a:ext cx="11988682" cy="7048501"/>
            <a:chOff x="120465" y="3175"/>
            <a:chExt cx="11988682" cy="7048501"/>
          </a:xfrm>
        </p:grpSpPr>
        <p:sp>
          <p:nvSpPr>
            <p:cNvPr id="15" name="Freeform 28">
              <a:extLst>
                <a:ext uri="{FF2B5EF4-FFF2-40B4-BE49-F238E27FC236}">
                  <a16:creationId xmlns:a16="http://schemas.microsoft.com/office/drawing/2014/main" id="{F884D9E7-25E7-4F29-815C-646CF79E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6880225"/>
              <a:ext cx="26988" cy="25400"/>
            </a:xfrm>
            <a:custGeom>
              <a:avLst/>
              <a:gdLst>
                <a:gd name="T0" fmla="*/ 6 w 12"/>
                <a:gd name="T1" fmla="*/ 12 h 12"/>
                <a:gd name="T2" fmla="*/ 2 w 12"/>
                <a:gd name="T3" fmla="*/ 10 h 12"/>
                <a:gd name="T4" fmla="*/ 0 w 12"/>
                <a:gd name="T5" fmla="*/ 6 h 12"/>
                <a:gd name="T6" fmla="*/ 2 w 12"/>
                <a:gd name="T7" fmla="*/ 2 h 12"/>
                <a:gd name="T8" fmla="*/ 6 w 12"/>
                <a:gd name="T9" fmla="*/ 0 h 12"/>
                <a:gd name="T10" fmla="*/ 10 w 12"/>
                <a:gd name="T11" fmla="*/ 2 h 12"/>
                <a:gd name="T12" fmla="*/ 12 w 12"/>
                <a:gd name="T13" fmla="*/ 6 h 12"/>
                <a:gd name="T14" fmla="*/ 10 w 12"/>
                <a:gd name="T15" fmla="*/ 10 h 12"/>
                <a:gd name="T16" fmla="*/ 6 w 12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4" y="12"/>
                    <a:pt x="3" y="11"/>
                    <a:pt x="2" y="10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1" y="3"/>
                    <a:pt x="12" y="4"/>
                    <a:pt x="12" y="6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7" y="12"/>
                    <a:pt x="6" y="12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32">
              <a:extLst>
                <a:ext uri="{FF2B5EF4-FFF2-40B4-BE49-F238E27FC236}">
                  <a16:creationId xmlns:a16="http://schemas.microsoft.com/office/drawing/2014/main" id="{15B71749-B781-484B-8FF6-901290B3B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6" y="68532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33">
              <a:extLst>
                <a:ext uri="{FF2B5EF4-FFF2-40B4-BE49-F238E27FC236}">
                  <a16:creationId xmlns:a16="http://schemas.microsoft.com/office/drawing/2014/main" id="{3E4A25C1-38EE-43B2-A063-3FF9922C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6" y="6856413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34">
              <a:extLst>
                <a:ext uri="{FF2B5EF4-FFF2-40B4-BE49-F238E27FC236}">
                  <a16:creationId xmlns:a16="http://schemas.microsoft.com/office/drawing/2014/main" id="{D67BCB7F-4DD5-4338-988B-54FFC9F5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1201" y="6881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35">
              <a:extLst>
                <a:ext uri="{FF2B5EF4-FFF2-40B4-BE49-F238E27FC236}">
                  <a16:creationId xmlns:a16="http://schemas.microsoft.com/office/drawing/2014/main" id="{42E7370C-38D5-41C6-AE08-9FAF8ACB2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8026" y="6880225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36">
              <a:extLst>
                <a:ext uri="{FF2B5EF4-FFF2-40B4-BE49-F238E27FC236}">
                  <a16:creationId xmlns:a16="http://schemas.microsoft.com/office/drawing/2014/main" id="{876BC975-E470-4739-A0B9-D4524F781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6438" y="6869113"/>
              <a:ext cx="1588" cy="11113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5 h 5"/>
                <a:gd name="T4" fmla="*/ 0 w 1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42">
              <a:extLst>
                <a:ext uri="{FF2B5EF4-FFF2-40B4-BE49-F238E27FC236}">
                  <a16:creationId xmlns:a16="http://schemas.microsoft.com/office/drawing/2014/main" id="{BF91DF32-9E1F-4FCA-B9EE-EADC15273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6438" y="6913563"/>
              <a:ext cx="17463" cy="1746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6" y="1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43">
              <a:extLst>
                <a:ext uri="{FF2B5EF4-FFF2-40B4-BE49-F238E27FC236}">
                  <a16:creationId xmlns:a16="http://schemas.microsoft.com/office/drawing/2014/main" id="{95F4BF2D-DAA5-4C30-8FCA-F95E57FD7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7376" y="6750050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44">
              <a:extLst>
                <a:ext uri="{FF2B5EF4-FFF2-40B4-BE49-F238E27FC236}">
                  <a16:creationId xmlns:a16="http://schemas.microsoft.com/office/drawing/2014/main" id="{B9D09C0C-F110-467E-953B-918B0DD57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3926" y="6807200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45">
              <a:extLst>
                <a:ext uri="{FF2B5EF4-FFF2-40B4-BE49-F238E27FC236}">
                  <a16:creationId xmlns:a16="http://schemas.microsoft.com/office/drawing/2014/main" id="{B4FF7566-A8F3-4567-982B-19609456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0913" y="6737350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47">
              <a:extLst>
                <a:ext uri="{FF2B5EF4-FFF2-40B4-BE49-F238E27FC236}">
                  <a16:creationId xmlns:a16="http://schemas.microsoft.com/office/drawing/2014/main" id="{F33BBD95-582D-48AC-8002-E6A2EC85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2826" y="6677025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E1CEF9D3-8B05-40D1-8E69-8A98241F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7601" y="6415088"/>
              <a:ext cx="26988" cy="23813"/>
            </a:xfrm>
            <a:custGeom>
              <a:avLst/>
              <a:gdLst>
                <a:gd name="T0" fmla="*/ 6 w 12"/>
                <a:gd name="T1" fmla="*/ 0 h 11"/>
                <a:gd name="T2" fmla="*/ 12 w 12"/>
                <a:gd name="T3" fmla="*/ 5 h 11"/>
                <a:gd name="T4" fmla="*/ 6 w 12"/>
                <a:gd name="T5" fmla="*/ 11 h 11"/>
                <a:gd name="T6" fmla="*/ 0 w 12"/>
                <a:gd name="T7" fmla="*/ 5 h 11"/>
                <a:gd name="T8" fmla="*/ 6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10" y="0"/>
                    <a:pt x="12" y="2"/>
                    <a:pt x="12" y="5"/>
                  </a:cubicBezTo>
                  <a:cubicBezTo>
                    <a:pt x="12" y="8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51">
              <a:extLst>
                <a:ext uri="{FF2B5EF4-FFF2-40B4-BE49-F238E27FC236}">
                  <a16:creationId xmlns:a16="http://schemas.microsoft.com/office/drawing/2014/main" id="{5E5F4749-8924-4D7E-BF83-1FCF0A36B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9938" y="6288088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77">
              <a:extLst>
                <a:ext uri="{FF2B5EF4-FFF2-40B4-BE49-F238E27FC236}">
                  <a16:creationId xmlns:a16="http://schemas.microsoft.com/office/drawing/2014/main" id="{B228FE31-3514-4E09-AD6C-DEA7DAC8C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0351" y="3308350"/>
              <a:ext cx="30163" cy="28575"/>
            </a:xfrm>
            <a:custGeom>
              <a:avLst/>
              <a:gdLst>
                <a:gd name="T0" fmla="*/ 7 w 14"/>
                <a:gd name="T1" fmla="*/ 0 h 13"/>
                <a:gd name="T2" fmla="*/ 14 w 14"/>
                <a:gd name="T3" fmla="*/ 6 h 13"/>
                <a:gd name="T4" fmla="*/ 7 w 14"/>
                <a:gd name="T5" fmla="*/ 13 h 13"/>
                <a:gd name="T6" fmla="*/ 0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11" y="0"/>
                    <a:pt x="14" y="3"/>
                    <a:pt x="14" y="6"/>
                  </a:cubicBezTo>
                  <a:cubicBezTo>
                    <a:pt x="14" y="10"/>
                    <a:pt x="11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78">
              <a:extLst>
                <a:ext uri="{FF2B5EF4-FFF2-40B4-BE49-F238E27FC236}">
                  <a16:creationId xmlns:a16="http://schemas.microsoft.com/office/drawing/2014/main" id="{A56294F7-3082-4E38-8863-2278C1464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0001" y="3198813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79">
              <a:extLst>
                <a:ext uri="{FF2B5EF4-FFF2-40B4-BE49-F238E27FC236}">
                  <a16:creationId xmlns:a16="http://schemas.microsoft.com/office/drawing/2014/main" id="{1F463460-93AA-43D8-89CA-80135105C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6813" y="3130550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80">
              <a:extLst>
                <a:ext uri="{FF2B5EF4-FFF2-40B4-BE49-F238E27FC236}">
                  <a16:creationId xmlns:a16="http://schemas.microsoft.com/office/drawing/2014/main" id="{3FC0FA16-483D-47BF-AC48-EBD0F5B62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9701" y="3063875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Oval 81">
              <a:extLst>
                <a:ext uri="{FF2B5EF4-FFF2-40B4-BE49-F238E27FC236}">
                  <a16:creationId xmlns:a16="http://schemas.microsoft.com/office/drawing/2014/main" id="{C9CD822F-84F9-424C-953D-04501F5DE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1" y="2954338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Oval 82">
              <a:extLst>
                <a:ext uri="{FF2B5EF4-FFF2-40B4-BE49-F238E27FC236}">
                  <a16:creationId xmlns:a16="http://schemas.microsoft.com/office/drawing/2014/main" id="{9A2DEBFD-09B6-41AF-B8E8-EDFF3CAC6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6801" y="2932113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83">
              <a:extLst>
                <a:ext uri="{FF2B5EF4-FFF2-40B4-BE49-F238E27FC236}">
                  <a16:creationId xmlns:a16="http://schemas.microsoft.com/office/drawing/2014/main" id="{96E1F797-16CE-46F4-AA87-964EF76C6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5851" y="2844800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Oval 84">
              <a:extLst>
                <a:ext uri="{FF2B5EF4-FFF2-40B4-BE49-F238E27FC236}">
                  <a16:creationId xmlns:a16="http://schemas.microsoft.com/office/drawing/2014/main" id="{C53991A6-872A-4DAB-B4E7-7FADF171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8301" y="2579688"/>
              <a:ext cx="1905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85">
              <a:extLst>
                <a:ext uri="{FF2B5EF4-FFF2-40B4-BE49-F238E27FC236}">
                  <a16:creationId xmlns:a16="http://schemas.microsoft.com/office/drawing/2014/main" id="{11BB24E9-C875-41BA-915B-1D5FE702C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6388" y="2454275"/>
              <a:ext cx="28575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Oval 86">
              <a:extLst>
                <a:ext uri="{FF2B5EF4-FFF2-40B4-BE49-F238E27FC236}">
                  <a16:creationId xmlns:a16="http://schemas.microsoft.com/office/drawing/2014/main" id="{6D859027-940F-4345-8994-4A9ECD470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5126" y="2339975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Oval 87">
              <a:extLst>
                <a:ext uri="{FF2B5EF4-FFF2-40B4-BE49-F238E27FC236}">
                  <a16:creationId xmlns:a16="http://schemas.microsoft.com/office/drawing/2014/main" id="{2105B5CE-6EEE-48FC-98FE-5437DE80D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7188" y="2333625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Oval 88">
              <a:extLst>
                <a:ext uri="{FF2B5EF4-FFF2-40B4-BE49-F238E27FC236}">
                  <a16:creationId xmlns:a16="http://schemas.microsoft.com/office/drawing/2014/main" id="{CA85F6B5-2850-4D41-8BD2-F53FBA7B4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4451" y="2352675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89">
              <a:extLst>
                <a:ext uri="{FF2B5EF4-FFF2-40B4-BE49-F238E27FC236}">
                  <a16:creationId xmlns:a16="http://schemas.microsoft.com/office/drawing/2014/main" id="{C4AB169D-B702-4888-A64F-A041085BD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0938" y="2308225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90">
              <a:extLst>
                <a:ext uri="{FF2B5EF4-FFF2-40B4-BE49-F238E27FC236}">
                  <a16:creationId xmlns:a16="http://schemas.microsoft.com/office/drawing/2014/main" id="{2A0D60D6-FBCA-4BD4-94C5-3C93163A6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3651" y="2185988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1">
              <a:extLst>
                <a:ext uri="{FF2B5EF4-FFF2-40B4-BE49-F238E27FC236}">
                  <a16:creationId xmlns:a16="http://schemas.microsoft.com/office/drawing/2014/main" id="{9DD85508-CD74-4CFC-9AD0-DE5BC4CE9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6676" y="2062163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92">
              <a:extLst>
                <a:ext uri="{FF2B5EF4-FFF2-40B4-BE49-F238E27FC236}">
                  <a16:creationId xmlns:a16="http://schemas.microsoft.com/office/drawing/2014/main" id="{8C6AF14D-0734-40F7-B07E-3F62F4C1D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7813" y="202247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93">
              <a:extLst>
                <a:ext uri="{FF2B5EF4-FFF2-40B4-BE49-F238E27FC236}">
                  <a16:creationId xmlns:a16="http://schemas.microsoft.com/office/drawing/2014/main" id="{7E9AB80B-AF66-4F67-82DA-9C7CADCE4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6838" y="1970088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94">
              <a:extLst>
                <a:ext uri="{FF2B5EF4-FFF2-40B4-BE49-F238E27FC236}">
                  <a16:creationId xmlns:a16="http://schemas.microsoft.com/office/drawing/2014/main" id="{25C67050-0E8B-4989-833D-A85BF219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4801" y="1931988"/>
              <a:ext cx="11113" cy="4763"/>
            </a:xfrm>
            <a:custGeom>
              <a:avLst/>
              <a:gdLst>
                <a:gd name="T0" fmla="*/ 0 w 5"/>
                <a:gd name="T1" fmla="*/ 2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95">
              <a:extLst>
                <a:ext uri="{FF2B5EF4-FFF2-40B4-BE49-F238E27FC236}">
                  <a16:creationId xmlns:a16="http://schemas.microsoft.com/office/drawing/2014/main" id="{12BCBD78-51EB-415A-A256-567B5D53F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1713" y="1966913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96">
              <a:extLst>
                <a:ext uri="{FF2B5EF4-FFF2-40B4-BE49-F238E27FC236}">
                  <a16:creationId xmlns:a16="http://schemas.microsoft.com/office/drawing/2014/main" id="{5472B0F0-6C01-4A56-9C1E-E18B16157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6" y="1833563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97">
              <a:extLst>
                <a:ext uri="{FF2B5EF4-FFF2-40B4-BE49-F238E27FC236}">
                  <a16:creationId xmlns:a16="http://schemas.microsoft.com/office/drawing/2014/main" id="{B5CE2B21-6BA1-4990-90A1-8E3F6E11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0588" y="1766888"/>
              <a:ext cx="15875" cy="15875"/>
            </a:xfrm>
            <a:custGeom>
              <a:avLst/>
              <a:gdLst>
                <a:gd name="T0" fmla="*/ 3 w 7"/>
                <a:gd name="T1" fmla="*/ 0 h 7"/>
                <a:gd name="T2" fmla="*/ 7 w 7"/>
                <a:gd name="T3" fmla="*/ 4 h 7"/>
                <a:gd name="T4" fmla="*/ 3 w 7"/>
                <a:gd name="T5" fmla="*/ 7 h 7"/>
                <a:gd name="T6" fmla="*/ 0 w 7"/>
                <a:gd name="T7" fmla="*/ 4 h 7"/>
                <a:gd name="T8" fmla="*/ 3 w 7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98">
              <a:extLst>
                <a:ext uri="{FF2B5EF4-FFF2-40B4-BE49-F238E27FC236}">
                  <a16:creationId xmlns:a16="http://schemas.microsoft.com/office/drawing/2014/main" id="{7AF727F5-6443-4B51-AB4B-37F097DC9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3126" y="1703388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99">
              <a:extLst>
                <a:ext uri="{FF2B5EF4-FFF2-40B4-BE49-F238E27FC236}">
                  <a16:creationId xmlns:a16="http://schemas.microsoft.com/office/drawing/2014/main" id="{E1931EF5-CF43-4451-B0B8-58F13FEB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8288" y="1571625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6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Oval 100">
              <a:extLst>
                <a:ext uri="{FF2B5EF4-FFF2-40B4-BE49-F238E27FC236}">
                  <a16:creationId xmlns:a16="http://schemas.microsoft.com/office/drawing/2014/main" id="{46259963-149D-4C60-9F8F-086A66218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5688" y="1487488"/>
              <a:ext cx="15875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101">
              <a:extLst>
                <a:ext uri="{FF2B5EF4-FFF2-40B4-BE49-F238E27FC236}">
                  <a16:creationId xmlns:a16="http://schemas.microsoft.com/office/drawing/2014/main" id="{0218C9DF-0C03-4CD1-A9B3-8805C22CD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9826" y="1390650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Oval 102">
              <a:extLst>
                <a:ext uri="{FF2B5EF4-FFF2-40B4-BE49-F238E27FC236}">
                  <a16:creationId xmlns:a16="http://schemas.microsoft.com/office/drawing/2014/main" id="{344AEE63-44DA-4680-991E-FF92C9799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9488" y="1311275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Oval 103">
              <a:extLst>
                <a:ext uri="{FF2B5EF4-FFF2-40B4-BE49-F238E27FC236}">
                  <a16:creationId xmlns:a16="http://schemas.microsoft.com/office/drawing/2014/main" id="{DE610666-E516-4692-8708-649C3A423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438" y="1238250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Oval 104">
              <a:extLst>
                <a:ext uri="{FF2B5EF4-FFF2-40B4-BE49-F238E27FC236}">
                  <a16:creationId xmlns:a16="http://schemas.microsoft.com/office/drawing/2014/main" id="{5D92B917-6C6C-4110-A443-42867A21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4551" y="1196975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105">
              <a:extLst>
                <a:ext uri="{FF2B5EF4-FFF2-40B4-BE49-F238E27FC236}">
                  <a16:creationId xmlns:a16="http://schemas.microsoft.com/office/drawing/2014/main" id="{67A9E2F0-D378-4C4D-B9F5-B6DB3EB2A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8526" y="1103313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06">
              <a:extLst>
                <a:ext uri="{FF2B5EF4-FFF2-40B4-BE49-F238E27FC236}">
                  <a16:creationId xmlns:a16="http://schemas.microsoft.com/office/drawing/2014/main" id="{1A647662-3142-4093-B0B5-01EB94D9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0938" y="960438"/>
              <a:ext cx="26988" cy="23813"/>
            </a:xfrm>
            <a:custGeom>
              <a:avLst/>
              <a:gdLst>
                <a:gd name="T0" fmla="*/ 6 w 12"/>
                <a:gd name="T1" fmla="*/ 0 h 11"/>
                <a:gd name="T2" fmla="*/ 12 w 12"/>
                <a:gd name="T3" fmla="*/ 6 h 11"/>
                <a:gd name="T4" fmla="*/ 6 w 12"/>
                <a:gd name="T5" fmla="*/ 11 h 11"/>
                <a:gd name="T6" fmla="*/ 0 w 12"/>
                <a:gd name="T7" fmla="*/ 6 h 11"/>
                <a:gd name="T8" fmla="*/ 6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9" y="0"/>
                    <a:pt x="12" y="3"/>
                    <a:pt x="12" y="6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Oval 107">
              <a:extLst>
                <a:ext uri="{FF2B5EF4-FFF2-40B4-BE49-F238E27FC236}">
                  <a16:creationId xmlns:a16="http://schemas.microsoft.com/office/drawing/2014/main" id="{09B0A1E9-44AE-4059-8CC3-2B1326A81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0276" y="879475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Oval 108">
              <a:extLst>
                <a:ext uri="{FF2B5EF4-FFF2-40B4-BE49-F238E27FC236}">
                  <a16:creationId xmlns:a16="http://schemas.microsoft.com/office/drawing/2014/main" id="{4BFF58FF-AC4A-4246-B7CC-9740372AC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4451" y="828675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Oval 109">
              <a:extLst>
                <a:ext uri="{FF2B5EF4-FFF2-40B4-BE49-F238E27FC236}">
                  <a16:creationId xmlns:a16="http://schemas.microsoft.com/office/drawing/2014/main" id="{61F1B26B-0869-4328-88C3-E0FDB2364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9351" y="750888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Oval 110">
              <a:extLst>
                <a:ext uri="{FF2B5EF4-FFF2-40B4-BE49-F238E27FC236}">
                  <a16:creationId xmlns:a16="http://schemas.microsoft.com/office/drawing/2014/main" id="{5BACF8DF-D6F8-4041-A09D-411AB3E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2851" y="60007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Oval 111">
              <a:extLst>
                <a:ext uri="{FF2B5EF4-FFF2-40B4-BE49-F238E27FC236}">
                  <a16:creationId xmlns:a16="http://schemas.microsoft.com/office/drawing/2014/main" id="{788899B0-FD0C-4B30-A949-A4265025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2063" y="538163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Oval 112">
              <a:extLst>
                <a:ext uri="{FF2B5EF4-FFF2-40B4-BE49-F238E27FC236}">
                  <a16:creationId xmlns:a16="http://schemas.microsoft.com/office/drawing/2014/main" id="{03D40204-26C7-44D1-8D32-40AE93708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3338" y="53816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13">
              <a:extLst>
                <a:ext uri="{FF2B5EF4-FFF2-40B4-BE49-F238E27FC236}">
                  <a16:creationId xmlns:a16="http://schemas.microsoft.com/office/drawing/2014/main" id="{DCFD5C7D-7E04-4122-B988-EC890C55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2701" y="515938"/>
              <a:ext cx="25400" cy="23813"/>
            </a:xfrm>
            <a:custGeom>
              <a:avLst/>
              <a:gdLst>
                <a:gd name="T0" fmla="*/ 6 w 11"/>
                <a:gd name="T1" fmla="*/ 0 h 11"/>
                <a:gd name="T2" fmla="*/ 11 w 11"/>
                <a:gd name="T3" fmla="*/ 5 h 11"/>
                <a:gd name="T4" fmla="*/ 6 w 11"/>
                <a:gd name="T5" fmla="*/ 11 h 11"/>
                <a:gd name="T6" fmla="*/ 0 w 11"/>
                <a:gd name="T7" fmla="*/ 5 h 11"/>
                <a:gd name="T8" fmla="*/ 6 w 1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14">
              <a:extLst>
                <a:ext uri="{FF2B5EF4-FFF2-40B4-BE49-F238E27FC236}">
                  <a16:creationId xmlns:a16="http://schemas.microsoft.com/office/drawing/2014/main" id="{D33F93A6-9F74-422C-AA9B-E05224A0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4938" y="414338"/>
              <a:ext cx="11113" cy="11113"/>
            </a:xfrm>
            <a:custGeom>
              <a:avLst/>
              <a:gdLst>
                <a:gd name="T0" fmla="*/ 3 w 5"/>
                <a:gd name="T1" fmla="*/ 0 h 5"/>
                <a:gd name="T2" fmla="*/ 5 w 5"/>
                <a:gd name="T3" fmla="*/ 2 h 5"/>
                <a:gd name="T4" fmla="*/ 3 w 5"/>
                <a:gd name="T5" fmla="*/ 5 h 5"/>
                <a:gd name="T6" fmla="*/ 0 w 5"/>
                <a:gd name="T7" fmla="*/ 2 h 5"/>
                <a:gd name="T8" fmla="*/ 3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Oval 115">
              <a:extLst>
                <a:ext uri="{FF2B5EF4-FFF2-40B4-BE49-F238E27FC236}">
                  <a16:creationId xmlns:a16="http://schemas.microsoft.com/office/drawing/2014/main" id="{3D45CA8F-725E-482C-AB4C-7A5B8CA20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6176" y="315913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Oval 116">
              <a:extLst>
                <a:ext uri="{FF2B5EF4-FFF2-40B4-BE49-F238E27FC236}">
                  <a16:creationId xmlns:a16="http://schemas.microsoft.com/office/drawing/2014/main" id="{63B5F242-0A31-4C76-A8B7-39424C3F3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6813" y="185738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Oval 117">
              <a:extLst>
                <a:ext uri="{FF2B5EF4-FFF2-40B4-BE49-F238E27FC236}">
                  <a16:creationId xmlns:a16="http://schemas.microsoft.com/office/drawing/2014/main" id="{FCFCF214-A20A-4937-9064-16B189192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5563" y="77788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Oval 118">
              <a:extLst>
                <a:ext uri="{FF2B5EF4-FFF2-40B4-BE49-F238E27FC236}">
                  <a16:creationId xmlns:a16="http://schemas.microsoft.com/office/drawing/2014/main" id="{7985F603-A36B-4CFB-9C0D-28D6A92E7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8601" y="3175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Oval 119">
              <a:extLst>
                <a:ext uri="{FF2B5EF4-FFF2-40B4-BE49-F238E27FC236}">
                  <a16:creationId xmlns:a16="http://schemas.microsoft.com/office/drawing/2014/main" id="{BDC64682-A7D1-4E2C-B26A-CC390BDC4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9651" y="33338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Oval 120">
              <a:extLst>
                <a:ext uri="{FF2B5EF4-FFF2-40B4-BE49-F238E27FC236}">
                  <a16:creationId xmlns:a16="http://schemas.microsoft.com/office/drawing/2014/main" id="{E2ADD658-CC4A-46C2-B3A1-EFF24443E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7413" y="204788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Oval 121">
              <a:extLst>
                <a:ext uri="{FF2B5EF4-FFF2-40B4-BE49-F238E27FC236}">
                  <a16:creationId xmlns:a16="http://schemas.microsoft.com/office/drawing/2014/main" id="{B4F725C6-D5D4-466E-94A0-D435A3220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5551" y="131763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122">
              <a:extLst>
                <a:ext uri="{FF2B5EF4-FFF2-40B4-BE49-F238E27FC236}">
                  <a16:creationId xmlns:a16="http://schemas.microsoft.com/office/drawing/2014/main" id="{D0B95BD7-FD4A-4D7E-BFC2-D65F150A1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0951" y="20478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123">
              <a:extLst>
                <a:ext uri="{FF2B5EF4-FFF2-40B4-BE49-F238E27FC236}">
                  <a16:creationId xmlns:a16="http://schemas.microsoft.com/office/drawing/2014/main" id="{E4A24DB4-92AC-409E-8560-13CC6460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1301" y="152400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Oval 124">
              <a:extLst>
                <a:ext uri="{FF2B5EF4-FFF2-40B4-BE49-F238E27FC236}">
                  <a16:creationId xmlns:a16="http://schemas.microsoft.com/office/drawing/2014/main" id="{E7768BDE-6AF4-40D5-831E-41FBD6655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038" y="276225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Oval 125">
              <a:extLst>
                <a:ext uri="{FF2B5EF4-FFF2-40B4-BE49-F238E27FC236}">
                  <a16:creationId xmlns:a16="http://schemas.microsoft.com/office/drawing/2014/main" id="{E4253786-0643-40B9-BBBB-B0AAF6BE8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2563" y="295275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Oval 126">
              <a:extLst>
                <a:ext uri="{FF2B5EF4-FFF2-40B4-BE49-F238E27FC236}">
                  <a16:creationId xmlns:a16="http://schemas.microsoft.com/office/drawing/2014/main" id="{B1C0E3DF-CA13-4F97-9F7A-0A854511D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1463" y="369888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Oval 127">
              <a:extLst>
                <a:ext uri="{FF2B5EF4-FFF2-40B4-BE49-F238E27FC236}">
                  <a16:creationId xmlns:a16="http://schemas.microsoft.com/office/drawing/2014/main" id="{18DC63F4-53D8-49D0-A083-6789F7CC9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9226" y="527050"/>
              <a:ext cx="25400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Oval 128">
              <a:extLst>
                <a:ext uri="{FF2B5EF4-FFF2-40B4-BE49-F238E27FC236}">
                  <a16:creationId xmlns:a16="http://schemas.microsoft.com/office/drawing/2014/main" id="{E91C6B49-1EFC-4F43-A1B9-EDBA9927F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8388" y="657225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Oval 129">
              <a:extLst>
                <a:ext uri="{FF2B5EF4-FFF2-40B4-BE49-F238E27FC236}">
                  <a16:creationId xmlns:a16="http://schemas.microsoft.com/office/drawing/2014/main" id="{0FCB207F-E45F-4B56-992E-1578A4070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0513" y="812800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Oval 130">
              <a:extLst>
                <a:ext uri="{FF2B5EF4-FFF2-40B4-BE49-F238E27FC236}">
                  <a16:creationId xmlns:a16="http://schemas.microsoft.com/office/drawing/2014/main" id="{65F17E44-9209-4C33-B415-DC739CFE1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1" y="989013"/>
              <a:ext cx="3175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Oval 131">
              <a:extLst>
                <a:ext uri="{FF2B5EF4-FFF2-40B4-BE49-F238E27FC236}">
                  <a16:creationId xmlns:a16="http://schemas.microsoft.com/office/drawing/2014/main" id="{5CFABFBC-FB1C-4836-B27E-DF64C4853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6226" y="1273175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Oval 132">
              <a:extLst>
                <a:ext uri="{FF2B5EF4-FFF2-40B4-BE49-F238E27FC236}">
                  <a16:creationId xmlns:a16="http://schemas.microsoft.com/office/drawing/2014/main" id="{233C40CF-6D3F-409D-9A2F-FBB3171DA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7001" y="1423988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Oval 133">
              <a:extLst>
                <a:ext uri="{FF2B5EF4-FFF2-40B4-BE49-F238E27FC236}">
                  <a16:creationId xmlns:a16="http://schemas.microsoft.com/office/drawing/2014/main" id="{D017FD3D-D52C-4EEC-A8EB-1B0E6349C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1581150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Oval 134">
              <a:extLst>
                <a:ext uri="{FF2B5EF4-FFF2-40B4-BE49-F238E27FC236}">
                  <a16:creationId xmlns:a16="http://schemas.microsoft.com/office/drawing/2014/main" id="{FA6E5961-415F-4DE3-99E8-0FA615AF8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6401" y="1560513"/>
              <a:ext cx="23813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Oval 135">
              <a:extLst>
                <a:ext uri="{FF2B5EF4-FFF2-40B4-BE49-F238E27FC236}">
                  <a16:creationId xmlns:a16="http://schemas.microsoft.com/office/drawing/2014/main" id="{A1C7A2A7-0A90-4218-8430-4BCC92E30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6363" y="1725613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Oval 136">
              <a:extLst>
                <a:ext uri="{FF2B5EF4-FFF2-40B4-BE49-F238E27FC236}">
                  <a16:creationId xmlns:a16="http://schemas.microsoft.com/office/drawing/2014/main" id="{74B4E1BF-D645-4169-8881-3C1B6309D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9738" y="1744663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Oval 137">
              <a:extLst>
                <a:ext uri="{FF2B5EF4-FFF2-40B4-BE49-F238E27FC236}">
                  <a16:creationId xmlns:a16="http://schemas.microsoft.com/office/drawing/2014/main" id="{ED325576-28CD-456A-8EBF-D9EC5E4BE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9226" y="1927225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Oval 138">
              <a:extLst>
                <a:ext uri="{FF2B5EF4-FFF2-40B4-BE49-F238E27FC236}">
                  <a16:creationId xmlns:a16="http://schemas.microsoft.com/office/drawing/2014/main" id="{976889BB-91C8-4DF9-BE75-4DCF83B2D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1013" y="1873250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Oval 139">
              <a:extLst>
                <a:ext uri="{FF2B5EF4-FFF2-40B4-BE49-F238E27FC236}">
                  <a16:creationId xmlns:a16="http://schemas.microsoft.com/office/drawing/2014/main" id="{BCA70541-CBF0-493C-9F71-FF5A47A7B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1126" y="1993900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Oval 140">
              <a:extLst>
                <a:ext uri="{FF2B5EF4-FFF2-40B4-BE49-F238E27FC236}">
                  <a16:creationId xmlns:a16="http://schemas.microsoft.com/office/drawing/2014/main" id="{AE4AEC2B-7AF2-4F04-9D40-919473F3C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1438" y="2035175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41">
              <a:extLst>
                <a:ext uri="{FF2B5EF4-FFF2-40B4-BE49-F238E27FC236}">
                  <a16:creationId xmlns:a16="http://schemas.microsoft.com/office/drawing/2014/main" id="{1FDB7504-0C67-4211-BFA8-C43EBAF5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1" y="2084388"/>
              <a:ext cx="14288" cy="15875"/>
            </a:xfrm>
            <a:custGeom>
              <a:avLst/>
              <a:gdLst>
                <a:gd name="T0" fmla="*/ 3 w 7"/>
                <a:gd name="T1" fmla="*/ 7 h 7"/>
                <a:gd name="T2" fmla="*/ 7 w 7"/>
                <a:gd name="T3" fmla="*/ 4 h 7"/>
                <a:gd name="T4" fmla="*/ 4 w 7"/>
                <a:gd name="T5" fmla="*/ 0 h 7"/>
                <a:gd name="T6" fmla="*/ 0 w 7"/>
                <a:gd name="T7" fmla="*/ 4 h 7"/>
                <a:gd name="T8" fmla="*/ 3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cubicBezTo>
                    <a:pt x="6" y="7"/>
                    <a:pt x="7" y="6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Oval 142">
              <a:extLst>
                <a:ext uri="{FF2B5EF4-FFF2-40B4-BE49-F238E27FC236}">
                  <a16:creationId xmlns:a16="http://schemas.microsoft.com/office/drawing/2014/main" id="{28BA6AA7-B5BF-4568-B2E9-F5E748344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7313" y="2255838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Oval 143">
              <a:extLst>
                <a:ext uri="{FF2B5EF4-FFF2-40B4-BE49-F238E27FC236}">
                  <a16:creationId xmlns:a16="http://schemas.microsoft.com/office/drawing/2014/main" id="{0F522D0B-1035-439E-BC94-2AE7383D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1326" y="2233613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Oval 144">
              <a:extLst>
                <a:ext uri="{FF2B5EF4-FFF2-40B4-BE49-F238E27FC236}">
                  <a16:creationId xmlns:a16="http://schemas.microsoft.com/office/drawing/2014/main" id="{08C31613-5EA6-488B-8B85-F6F5094FA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2876" y="2336800"/>
              <a:ext cx="23813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45">
              <a:extLst>
                <a:ext uri="{FF2B5EF4-FFF2-40B4-BE49-F238E27FC236}">
                  <a16:creationId xmlns:a16="http://schemas.microsoft.com/office/drawing/2014/main" id="{7DAFB1F7-AF55-49D3-8642-399D04FB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2403475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10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Oval 146">
              <a:extLst>
                <a:ext uri="{FF2B5EF4-FFF2-40B4-BE49-F238E27FC236}">
                  <a16:creationId xmlns:a16="http://schemas.microsoft.com/office/drawing/2014/main" id="{BE800DEE-24F6-4395-827F-021B5D04D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5301" y="2560638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Oval 147">
              <a:extLst>
                <a:ext uri="{FF2B5EF4-FFF2-40B4-BE49-F238E27FC236}">
                  <a16:creationId xmlns:a16="http://schemas.microsoft.com/office/drawing/2014/main" id="{BF920CBD-5107-4F43-9A5B-61F2E0C91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6" y="2571750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48">
              <a:extLst>
                <a:ext uri="{FF2B5EF4-FFF2-40B4-BE49-F238E27FC236}">
                  <a16:creationId xmlns:a16="http://schemas.microsoft.com/office/drawing/2014/main" id="{EB6F1B47-9033-42BE-90FC-88903D7C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3863" y="2681288"/>
              <a:ext cx="14288" cy="11113"/>
            </a:xfrm>
            <a:custGeom>
              <a:avLst/>
              <a:gdLst>
                <a:gd name="T0" fmla="*/ 3 w 6"/>
                <a:gd name="T1" fmla="*/ 5 h 5"/>
                <a:gd name="T2" fmla="*/ 6 w 6"/>
                <a:gd name="T3" fmla="*/ 3 h 5"/>
                <a:gd name="T4" fmla="*/ 3 w 6"/>
                <a:gd name="T5" fmla="*/ 0 h 5"/>
                <a:gd name="T6" fmla="*/ 0 w 6"/>
                <a:gd name="T7" fmla="*/ 2 h 5"/>
                <a:gd name="T8" fmla="*/ 3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5" y="5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Oval 149">
              <a:extLst>
                <a:ext uri="{FF2B5EF4-FFF2-40B4-BE49-F238E27FC236}">
                  <a16:creationId xmlns:a16="http://schemas.microsoft.com/office/drawing/2014/main" id="{49065C31-AA9F-4E2B-BA08-0EB4942EB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5801" y="2708275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50">
              <a:extLst>
                <a:ext uri="{FF2B5EF4-FFF2-40B4-BE49-F238E27FC236}">
                  <a16:creationId xmlns:a16="http://schemas.microsoft.com/office/drawing/2014/main" id="{F964C340-F45B-4C8A-8D0F-EB4AFB0DD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2800350"/>
              <a:ext cx="26988" cy="23813"/>
            </a:xfrm>
            <a:custGeom>
              <a:avLst/>
              <a:gdLst>
                <a:gd name="T0" fmla="*/ 6 w 12"/>
                <a:gd name="T1" fmla="*/ 11 h 11"/>
                <a:gd name="T2" fmla="*/ 12 w 12"/>
                <a:gd name="T3" fmla="*/ 6 h 11"/>
                <a:gd name="T4" fmla="*/ 6 w 12"/>
                <a:gd name="T5" fmla="*/ 0 h 11"/>
                <a:gd name="T6" fmla="*/ 0 w 12"/>
                <a:gd name="T7" fmla="*/ 6 h 11"/>
                <a:gd name="T8" fmla="*/ 6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11"/>
                  </a:move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1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Oval 151">
              <a:extLst>
                <a:ext uri="{FF2B5EF4-FFF2-40B4-BE49-F238E27FC236}">
                  <a16:creationId xmlns:a16="http://schemas.microsoft.com/office/drawing/2014/main" id="{3F2E8E15-4C17-4273-B506-CFD0A3C3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6576" y="2908300"/>
              <a:ext cx="22225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Oval 152">
              <a:extLst>
                <a:ext uri="{FF2B5EF4-FFF2-40B4-BE49-F238E27FC236}">
                  <a16:creationId xmlns:a16="http://schemas.microsoft.com/office/drawing/2014/main" id="{0FF34A0A-184C-469A-9F48-2ACE075EA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62938" y="3016250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Oval 153">
              <a:extLst>
                <a:ext uri="{FF2B5EF4-FFF2-40B4-BE49-F238E27FC236}">
                  <a16:creationId xmlns:a16="http://schemas.microsoft.com/office/drawing/2014/main" id="{706D00A7-D3B3-404A-856B-0A3BFDFC1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5251" y="3232150"/>
              <a:ext cx="26988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Oval 156">
              <a:extLst>
                <a:ext uri="{FF2B5EF4-FFF2-40B4-BE49-F238E27FC236}">
                  <a16:creationId xmlns:a16="http://schemas.microsoft.com/office/drawing/2014/main" id="{0FB0C2BA-548F-440B-864B-E3732624F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4151" y="381158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Oval 158">
              <a:extLst>
                <a:ext uri="{FF2B5EF4-FFF2-40B4-BE49-F238E27FC236}">
                  <a16:creationId xmlns:a16="http://schemas.microsoft.com/office/drawing/2014/main" id="{B60D4E51-0660-465F-865B-97B37CB35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4006850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Oval 159">
              <a:extLst>
                <a:ext uri="{FF2B5EF4-FFF2-40B4-BE49-F238E27FC236}">
                  <a16:creationId xmlns:a16="http://schemas.microsoft.com/office/drawing/2014/main" id="{5BC749DB-43A4-487E-B275-C3F5D5843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5726" y="4024313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Oval 160">
              <a:extLst>
                <a:ext uri="{FF2B5EF4-FFF2-40B4-BE49-F238E27FC236}">
                  <a16:creationId xmlns:a16="http://schemas.microsoft.com/office/drawing/2014/main" id="{DE62460B-02C3-4528-AFBB-043321502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3188" y="411162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Oval 166">
              <a:extLst>
                <a:ext uri="{FF2B5EF4-FFF2-40B4-BE49-F238E27FC236}">
                  <a16:creationId xmlns:a16="http://schemas.microsoft.com/office/drawing/2014/main" id="{D1D4E7A2-4466-41F7-8A2A-F25E14E91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6688" y="4629150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Oval 172">
              <a:extLst>
                <a:ext uri="{FF2B5EF4-FFF2-40B4-BE49-F238E27FC236}">
                  <a16:creationId xmlns:a16="http://schemas.microsoft.com/office/drawing/2014/main" id="{874BAE2C-B111-41BC-936D-21B85F10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5876" y="4973638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Oval 174">
              <a:extLst>
                <a:ext uri="{FF2B5EF4-FFF2-40B4-BE49-F238E27FC236}">
                  <a16:creationId xmlns:a16="http://schemas.microsoft.com/office/drawing/2014/main" id="{67CC890D-3362-439C-AB24-6393CD966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4751" y="5181600"/>
              <a:ext cx="14288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75">
              <a:extLst>
                <a:ext uri="{FF2B5EF4-FFF2-40B4-BE49-F238E27FC236}">
                  <a16:creationId xmlns:a16="http://schemas.microsoft.com/office/drawing/2014/main" id="{0080C6CF-4DC7-4853-A78B-36CEBEC6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7288" y="5240338"/>
              <a:ext cx="20638" cy="22225"/>
            </a:xfrm>
            <a:custGeom>
              <a:avLst/>
              <a:gdLst>
                <a:gd name="T0" fmla="*/ 5 w 10"/>
                <a:gd name="T1" fmla="*/ 10 h 10"/>
                <a:gd name="T2" fmla="*/ 10 w 10"/>
                <a:gd name="T3" fmla="*/ 5 h 10"/>
                <a:gd name="T4" fmla="*/ 5 w 10"/>
                <a:gd name="T5" fmla="*/ 0 h 10"/>
                <a:gd name="T6" fmla="*/ 0 w 10"/>
                <a:gd name="T7" fmla="*/ 5 h 10"/>
                <a:gd name="T8" fmla="*/ 5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8" y="10"/>
                    <a:pt x="10" y="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Oval 55">
              <a:extLst>
                <a:ext uri="{FF2B5EF4-FFF2-40B4-BE49-F238E27FC236}">
                  <a16:creationId xmlns:a16="http://schemas.microsoft.com/office/drawing/2014/main" id="{FB14A9C5-124C-4323-A8BE-BA5D08D9F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0138" y="5534025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Oval 56">
              <a:extLst>
                <a:ext uri="{FF2B5EF4-FFF2-40B4-BE49-F238E27FC236}">
                  <a16:creationId xmlns:a16="http://schemas.microsoft.com/office/drawing/2014/main" id="{5D8871EF-C87F-4C0A-B31B-FDB134AF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6788" y="537527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58">
              <a:extLst>
                <a:ext uri="{FF2B5EF4-FFF2-40B4-BE49-F238E27FC236}">
                  <a16:creationId xmlns:a16="http://schemas.microsoft.com/office/drawing/2014/main" id="{58784F30-DA93-41DF-8920-9FDD46C3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1088" y="5221288"/>
              <a:ext cx="19050" cy="17463"/>
            </a:xfrm>
            <a:custGeom>
              <a:avLst/>
              <a:gdLst>
                <a:gd name="T0" fmla="*/ 5 w 9"/>
                <a:gd name="T1" fmla="*/ 0 h 8"/>
                <a:gd name="T2" fmla="*/ 9 w 9"/>
                <a:gd name="T3" fmla="*/ 4 h 8"/>
                <a:gd name="T4" fmla="*/ 5 w 9"/>
                <a:gd name="T5" fmla="*/ 8 h 8"/>
                <a:gd name="T6" fmla="*/ 0 w 9"/>
                <a:gd name="T7" fmla="*/ 4 h 8"/>
                <a:gd name="T8" fmla="*/ 5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Oval 60">
              <a:extLst>
                <a:ext uri="{FF2B5EF4-FFF2-40B4-BE49-F238E27FC236}">
                  <a16:creationId xmlns:a16="http://schemas.microsoft.com/office/drawing/2014/main" id="{BE30CB73-EDF9-4660-A8C8-3000B72B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5024438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Oval 62">
              <a:extLst>
                <a:ext uri="{FF2B5EF4-FFF2-40B4-BE49-F238E27FC236}">
                  <a16:creationId xmlns:a16="http://schemas.microsoft.com/office/drawing/2014/main" id="{A57DC4A3-A7A6-4F34-83AD-B405A4FE4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438" y="496411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63">
              <a:extLst>
                <a:ext uri="{FF2B5EF4-FFF2-40B4-BE49-F238E27FC236}">
                  <a16:creationId xmlns:a16="http://schemas.microsoft.com/office/drawing/2014/main" id="{6E85A61E-4583-4BCD-B85B-AA93CBFEA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751" y="4910138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65">
              <a:extLst>
                <a:ext uri="{FF2B5EF4-FFF2-40B4-BE49-F238E27FC236}">
                  <a16:creationId xmlns:a16="http://schemas.microsoft.com/office/drawing/2014/main" id="{B2684AAB-868D-47CA-986D-7F839A761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5213" y="4692650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67">
              <a:extLst>
                <a:ext uri="{FF2B5EF4-FFF2-40B4-BE49-F238E27FC236}">
                  <a16:creationId xmlns:a16="http://schemas.microsoft.com/office/drawing/2014/main" id="{001941C7-12A4-4549-95D5-46EBEBA21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7601" y="4606925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74">
              <a:extLst>
                <a:ext uri="{FF2B5EF4-FFF2-40B4-BE49-F238E27FC236}">
                  <a16:creationId xmlns:a16="http://schemas.microsoft.com/office/drawing/2014/main" id="{BD710B08-7FC5-4C9B-880E-FF9423023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7651" y="4040188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75">
              <a:extLst>
                <a:ext uri="{FF2B5EF4-FFF2-40B4-BE49-F238E27FC236}">
                  <a16:creationId xmlns:a16="http://schemas.microsoft.com/office/drawing/2014/main" id="{82E234F3-8A83-49EB-A76C-A70B4DF97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0838" y="3924300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76">
              <a:extLst>
                <a:ext uri="{FF2B5EF4-FFF2-40B4-BE49-F238E27FC236}">
                  <a16:creationId xmlns:a16="http://schemas.microsoft.com/office/drawing/2014/main" id="{40C6ECB3-835D-41B2-8288-ED8E17B9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6326" y="3709988"/>
              <a:ext cx="23813" cy="23813"/>
            </a:xfrm>
            <a:custGeom>
              <a:avLst/>
              <a:gdLst>
                <a:gd name="T0" fmla="*/ 6 w 11"/>
                <a:gd name="T1" fmla="*/ 1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54">
              <a:extLst>
                <a:ext uri="{FF2B5EF4-FFF2-40B4-BE49-F238E27FC236}">
                  <a16:creationId xmlns:a16="http://schemas.microsoft.com/office/drawing/2014/main" id="{65AB008B-7B5C-4981-A65C-F2A15592A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7688" y="3630613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55">
              <a:extLst>
                <a:ext uri="{FF2B5EF4-FFF2-40B4-BE49-F238E27FC236}">
                  <a16:creationId xmlns:a16="http://schemas.microsoft.com/office/drawing/2014/main" id="{9AE6A3DD-AF67-4A27-8CF6-9B4CF025A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7338" y="3756025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57">
              <a:extLst>
                <a:ext uri="{FF2B5EF4-FFF2-40B4-BE49-F238E27FC236}">
                  <a16:creationId xmlns:a16="http://schemas.microsoft.com/office/drawing/2014/main" id="{A666BB18-F370-414E-999B-037ED5EDD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038" y="3895725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61">
              <a:extLst>
                <a:ext uri="{FF2B5EF4-FFF2-40B4-BE49-F238E27FC236}">
                  <a16:creationId xmlns:a16="http://schemas.microsoft.com/office/drawing/2014/main" id="{C1DADB35-84F5-43FD-A041-3FC603ECA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4051" y="4368800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62">
              <a:extLst>
                <a:ext uri="{FF2B5EF4-FFF2-40B4-BE49-F238E27FC236}">
                  <a16:creationId xmlns:a16="http://schemas.microsoft.com/office/drawing/2014/main" id="{8FFC2698-DF06-4EF6-B839-43F5EA51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138" y="4484688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63">
              <a:extLst>
                <a:ext uri="{FF2B5EF4-FFF2-40B4-BE49-F238E27FC236}">
                  <a16:creationId xmlns:a16="http://schemas.microsoft.com/office/drawing/2014/main" id="{DFEFD5B0-B8DC-42D4-9041-234B3B34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69288" y="4606925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Oval 164">
              <a:extLst>
                <a:ext uri="{FF2B5EF4-FFF2-40B4-BE49-F238E27FC236}">
                  <a16:creationId xmlns:a16="http://schemas.microsoft.com/office/drawing/2014/main" id="{F3CC8075-5DF7-4E8A-BB4B-F7E7E6F2A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62938" y="4621213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165">
              <a:extLst>
                <a:ext uri="{FF2B5EF4-FFF2-40B4-BE49-F238E27FC236}">
                  <a16:creationId xmlns:a16="http://schemas.microsoft.com/office/drawing/2014/main" id="{29150D65-0EE2-4AB1-8455-8B7EC2546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0201" y="4597400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Oval 167">
              <a:extLst>
                <a:ext uri="{FF2B5EF4-FFF2-40B4-BE49-F238E27FC236}">
                  <a16:creationId xmlns:a16="http://schemas.microsoft.com/office/drawing/2014/main" id="{6622C2F8-5593-4A3C-84C9-A3FCA96F2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9401" y="4762500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168">
              <a:extLst>
                <a:ext uri="{FF2B5EF4-FFF2-40B4-BE49-F238E27FC236}">
                  <a16:creationId xmlns:a16="http://schemas.microsoft.com/office/drawing/2014/main" id="{D0A94E17-E87F-49C6-8F97-7EA8C3ED1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9251" y="4897438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Oval 169">
              <a:extLst>
                <a:ext uri="{FF2B5EF4-FFF2-40B4-BE49-F238E27FC236}">
                  <a16:creationId xmlns:a16="http://schemas.microsoft.com/office/drawing/2014/main" id="{6FEB83AA-4631-4EEF-B107-EC6E79EF1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388" y="4937125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70">
              <a:extLst>
                <a:ext uri="{FF2B5EF4-FFF2-40B4-BE49-F238E27FC236}">
                  <a16:creationId xmlns:a16="http://schemas.microsoft.com/office/drawing/2014/main" id="{2A522736-033F-476C-9394-A9DD9D2D1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2588" y="4976813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71">
              <a:extLst>
                <a:ext uri="{FF2B5EF4-FFF2-40B4-BE49-F238E27FC236}">
                  <a16:creationId xmlns:a16="http://schemas.microsoft.com/office/drawing/2014/main" id="{8CD3A4BC-51B4-41C9-8DFD-30CD0D53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8963" y="5029200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73">
              <a:extLst>
                <a:ext uri="{FF2B5EF4-FFF2-40B4-BE49-F238E27FC236}">
                  <a16:creationId xmlns:a16="http://schemas.microsoft.com/office/drawing/2014/main" id="{130D1744-C361-4F30-99AC-3048C9E05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7201" y="5106988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Oval 176">
              <a:extLst>
                <a:ext uri="{FF2B5EF4-FFF2-40B4-BE49-F238E27FC236}">
                  <a16:creationId xmlns:a16="http://schemas.microsoft.com/office/drawing/2014/main" id="{34BE70D8-44AE-4113-A67D-C364D2491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2451" y="5370513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77">
              <a:extLst>
                <a:ext uri="{FF2B5EF4-FFF2-40B4-BE49-F238E27FC236}">
                  <a16:creationId xmlns:a16="http://schemas.microsoft.com/office/drawing/2014/main" id="{486725CE-B1D7-4D9F-8F59-E49F7DEE9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6676" y="5461000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78">
              <a:extLst>
                <a:ext uri="{FF2B5EF4-FFF2-40B4-BE49-F238E27FC236}">
                  <a16:creationId xmlns:a16="http://schemas.microsoft.com/office/drawing/2014/main" id="{BDBC27DB-F1C6-441E-A51B-2F3C8DF76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0813" y="5564188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79">
              <a:extLst>
                <a:ext uri="{FF2B5EF4-FFF2-40B4-BE49-F238E27FC236}">
                  <a16:creationId xmlns:a16="http://schemas.microsoft.com/office/drawing/2014/main" id="{476D89F7-9C23-4138-A4B6-CC4DCA189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641975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Oval 180">
              <a:extLst>
                <a:ext uri="{FF2B5EF4-FFF2-40B4-BE49-F238E27FC236}">
                  <a16:creationId xmlns:a16="http://schemas.microsoft.com/office/drawing/2014/main" id="{C0489137-0E1F-4F85-A8E8-F6294DF4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8426" y="5711825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181">
              <a:extLst>
                <a:ext uri="{FF2B5EF4-FFF2-40B4-BE49-F238E27FC236}">
                  <a16:creationId xmlns:a16="http://schemas.microsoft.com/office/drawing/2014/main" id="{BDC7FE9B-C144-47D1-9FA3-7F648BF76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5538" y="5749925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Oval 182">
              <a:extLst>
                <a:ext uri="{FF2B5EF4-FFF2-40B4-BE49-F238E27FC236}">
                  <a16:creationId xmlns:a16="http://schemas.microsoft.com/office/drawing/2014/main" id="{9CF906E5-F7CC-4CED-A076-2F3D66A8B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7926" y="5845175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83">
              <a:extLst>
                <a:ext uri="{FF2B5EF4-FFF2-40B4-BE49-F238E27FC236}">
                  <a16:creationId xmlns:a16="http://schemas.microsoft.com/office/drawing/2014/main" id="{C512BA57-0866-492A-A6AD-C45967B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0338" y="5978525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7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Oval 184">
              <a:extLst>
                <a:ext uri="{FF2B5EF4-FFF2-40B4-BE49-F238E27FC236}">
                  <a16:creationId xmlns:a16="http://schemas.microsoft.com/office/drawing/2014/main" id="{5EF9739F-8531-438D-B247-3275E9DA0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9676" y="6080125"/>
              <a:ext cx="6350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Oval 185">
              <a:extLst>
                <a:ext uri="{FF2B5EF4-FFF2-40B4-BE49-F238E27FC236}">
                  <a16:creationId xmlns:a16="http://schemas.microsoft.com/office/drawing/2014/main" id="{74D2C2BB-819C-4AA4-A249-DED58E233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2263" y="6118225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Oval 186">
              <a:extLst>
                <a:ext uri="{FF2B5EF4-FFF2-40B4-BE49-F238E27FC236}">
                  <a16:creationId xmlns:a16="http://schemas.microsoft.com/office/drawing/2014/main" id="{E349C51A-F959-4AF2-8868-BBF9ADE24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7163" y="620871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Oval 187">
              <a:extLst>
                <a:ext uri="{FF2B5EF4-FFF2-40B4-BE49-F238E27FC236}">
                  <a16:creationId xmlns:a16="http://schemas.microsoft.com/office/drawing/2014/main" id="{CC975FD8-E672-4284-B774-E9DBFC171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2251" y="6356350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Oval 188">
              <a:extLst>
                <a:ext uri="{FF2B5EF4-FFF2-40B4-BE49-F238E27FC236}">
                  <a16:creationId xmlns:a16="http://schemas.microsoft.com/office/drawing/2014/main" id="{F16DB290-05EE-4604-A60E-8875B111E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8288" y="6408738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Oval 189">
              <a:extLst>
                <a:ext uri="{FF2B5EF4-FFF2-40B4-BE49-F238E27FC236}">
                  <a16:creationId xmlns:a16="http://schemas.microsoft.com/office/drawing/2014/main" id="{52C5AE89-59E0-4DE2-AFAE-365EF340C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1151" y="6421438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Oval 190">
              <a:extLst>
                <a:ext uri="{FF2B5EF4-FFF2-40B4-BE49-F238E27FC236}">
                  <a16:creationId xmlns:a16="http://schemas.microsoft.com/office/drawing/2014/main" id="{AB6D01A7-8CF7-4695-BB61-EDE37F74A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2101" y="6426200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Oval 191">
              <a:extLst>
                <a:ext uri="{FF2B5EF4-FFF2-40B4-BE49-F238E27FC236}">
                  <a16:creationId xmlns:a16="http://schemas.microsoft.com/office/drawing/2014/main" id="{E17C6648-34AB-4892-8F3C-5012E2A7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6540500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Oval 192">
              <a:extLst>
                <a:ext uri="{FF2B5EF4-FFF2-40B4-BE49-F238E27FC236}">
                  <a16:creationId xmlns:a16="http://schemas.microsoft.com/office/drawing/2014/main" id="{21ABDAFD-58CF-419E-A679-F6AF6A008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6" y="6629400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Oval 193">
              <a:extLst>
                <a:ext uri="{FF2B5EF4-FFF2-40B4-BE49-F238E27FC236}">
                  <a16:creationId xmlns:a16="http://schemas.microsoft.com/office/drawing/2014/main" id="{44A6BE35-AAC2-48F1-8687-FBAB8CE58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6773863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Oval 194">
              <a:extLst>
                <a:ext uri="{FF2B5EF4-FFF2-40B4-BE49-F238E27FC236}">
                  <a16:creationId xmlns:a16="http://schemas.microsoft.com/office/drawing/2014/main" id="{92FEFB8F-AEA9-4DEC-8AA7-32C9D6D7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1788" y="6877050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Oval 195">
              <a:extLst>
                <a:ext uri="{FF2B5EF4-FFF2-40B4-BE49-F238E27FC236}">
                  <a16:creationId xmlns:a16="http://schemas.microsoft.com/office/drawing/2014/main" id="{487E9F74-1309-4F8D-AF68-651E5571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6413" y="6937375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Oval 196">
              <a:extLst>
                <a:ext uri="{FF2B5EF4-FFF2-40B4-BE49-F238E27FC236}">
                  <a16:creationId xmlns:a16="http://schemas.microsoft.com/office/drawing/2014/main" id="{FCB99129-65D1-4A13-8168-14B015F34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1251" y="7023100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Oval 197">
              <a:extLst>
                <a:ext uri="{FF2B5EF4-FFF2-40B4-BE49-F238E27FC236}">
                  <a16:creationId xmlns:a16="http://schemas.microsoft.com/office/drawing/2014/main" id="{40F37D21-D542-4DB1-B5D0-5C4BABFDB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2188" y="6859588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98">
              <a:extLst>
                <a:ext uri="{FF2B5EF4-FFF2-40B4-BE49-F238E27FC236}">
                  <a16:creationId xmlns:a16="http://schemas.microsoft.com/office/drawing/2014/main" id="{BC051DCA-D7EB-4549-82A1-D5B1C911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6915150"/>
              <a:ext cx="25400" cy="23813"/>
            </a:xfrm>
            <a:custGeom>
              <a:avLst/>
              <a:gdLst>
                <a:gd name="T0" fmla="*/ 6 w 12"/>
                <a:gd name="T1" fmla="*/ 0 h 11"/>
                <a:gd name="T2" fmla="*/ 12 w 12"/>
                <a:gd name="T3" fmla="*/ 6 h 11"/>
                <a:gd name="T4" fmla="*/ 6 w 12"/>
                <a:gd name="T5" fmla="*/ 11 h 11"/>
                <a:gd name="T6" fmla="*/ 0 w 12"/>
                <a:gd name="T7" fmla="*/ 6 h 11"/>
                <a:gd name="T8" fmla="*/ 6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9" y="0"/>
                    <a:pt x="12" y="3"/>
                    <a:pt x="12" y="6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Oval 199">
              <a:extLst>
                <a:ext uri="{FF2B5EF4-FFF2-40B4-BE49-F238E27FC236}">
                  <a16:creationId xmlns:a16="http://schemas.microsoft.com/office/drawing/2014/main" id="{12F1B84F-60D5-47E5-81C0-1FABD311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5726" y="6845300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200">
              <a:extLst>
                <a:ext uri="{FF2B5EF4-FFF2-40B4-BE49-F238E27FC236}">
                  <a16:creationId xmlns:a16="http://schemas.microsoft.com/office/drawing/2014/main" id="{6C682078-24F0-4E6C-AE6C-B271B148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4488" y="6902450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Oval 201">
              <a:extLst>
                <a:ext uri="{FF2B5EF4-FFF2-40B4-BE49-F238E27FC236}">
                  <a16:creationId xmlns:a16="http://schemas.microsoft.com/office/drawing/2014/main" id="{7A0B239E-F52C-4654-B69F-4FEE0A169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7638" y="6784975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Oval 202">
              <a:extLst>
                <a:ext uri="{FF2B5EF4-FFF2-40B4-BE49-F238E27FC236}">
                  <a16:creationId xmlns:a16="http://schemas.microsoft.com/office/drawing/2014/main" id="{290209D6-FED5-4BC7-B1ED-907B486E1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751" y="6767513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Oval 203">
              <a:extLst>
                <a:ext uri="{FF2B5EF4-FFF2-40B4-BE49-F238E27FC236}">
                  <a16:creationId xmlns:a16="http://schemas.microsoft.com/office/drawing/2014/main" id="{BB804402-2CDA-422B-9CAE-3C837E8D6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6238" y="6692900"/>
              <a:ext cx="1428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204">
              <a:extLst>
                <a:ext uri="{FF2B5EF4-FFF2-40B4-BE49-F238E27FC236}">
                  <a16:creationId xmlns:a16="http://schemas.microsoft.com/office/drawing/2014/main" id="{CFCCE7A4-152B-434C-9B7B-E423C5336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4001" y="6523038"/>
              <a:ext cx="25400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Oval 206">
              <a:extLst>
                <a:ext uri="{FF2B5EF4-FFF2-40B4-BE49-F238E27FC236}">
                  <a16:creationId xmlns:a16="http://schemas.microsoft.com/office/drawing/2014/main" id="{D51B1C2F-4DEE-4EEB-9B22-FD0421759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4750" y="6397626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207">
              <a:extLst>
                <a:ext uri="{FF2B5EF4-FFF2-40B4-BE49-F238E27FC236}">
                  <a16:creationId xmlns:a16="http://schemas.microsoft.com/office/drawing/2014/main" id="{1C3765CD-DFE9-410A-BA6F-94FBF4EAB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6256338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208">
              <a:extLst>
                <a:ext uri="{FF2B5EF4-FFF2-40B4-BE49-F238E27FC236}">
                  <a16:creationId xmlns:a16="http://schemas.microsoft.com/office/drawing/2014/main" id="{036BE099-D82B-4EA0-B8D0-F8059CBFA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6081713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Oval 209">
              <a:extLst>
                <a:ext uri="{FF2B5EF4-FFF2-40B4-BE49-F238E27FC236}">
                  <a16:creationId xmlns:a16="http://schemas.microsoft.com/office/drawing/2014/main" id="{87C6A296-CFD9-42C1-BECE-ECFA2E892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5797551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210">
              <a:extLst>
                <a:ext uri="{FF2B5EF4-FFF2-40B4-BE49-F238E27FC236}">
                  <a16:creationId xmlns:a16="http://schemas.microsoft.com/office/drawing/2014/main" id="{309DC93D-3A14-4A37-BF81-4FFA179ED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3363" y="5641976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Oval 211">
              <a:extLst>
                <a:ext uri="{FF2B5EF4-FFF2-40B4-BE49-F238E27FC236}">
                  <a16:creationId xmlns:a16="http://schemas.microsoft.com/office/drawing/2014/main" id="{D2BC41D5-7F30-4BB4-B158-7EE47E2CF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5483226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Oval 212">
              <a:extLst>
                <a:ext uri="{FF2B5EF4-FFF2-40B4-BE49-F238E27FC236}">
                  <a16:creationId xmlns:a16="http://schemas.microsoft.com/office/drawing/2014/main" id="{A9AB51EC-664A-466C-B646-A49F9D9BD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5492751"/>
              <a:ext cx="2698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Oval 213">
              <a:extLst>
                <a:ext uri="{FF2B5EF4-FFF2-40B4-BE49-F238E27FC236}">
                  <a16:creationId xmlns:a16="http://schemas.microsoft.com/office/drawing/2014/main" id="{374B1DBC-6463-4864-8D0C-0FA94B16E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5900" y="5329238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214">
              <a:extLst>
                <a:ext uri="{FF2B5EF4-FFF2-40B4-BE49-F238E27FC236}">
                  <a16:creationId xmlns:a16="http://schemas.microsoft.com/office/drawing/2014/main" id="{B11EFE8E-9886-46AE-A061-CB4BCC813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0863" y="5305426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Oval 215">
              <a:extLst>
                <a:ext uri="{FF2B5EF4-FFF2-40B4-BE49-F238E27FC236}">
                  <a16:creationId xmlns:a16="http://schemas.microsoft.com/office/drawing/2014/main" id="{AF813CA8-FA2E-4EF2-9AA5-45EB3CD6B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5" y="5132388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16">
              <a:extLst>
                <a:ext uri="{FF2B5EF4-FFF2-40B4-BE49-F238E27FC236}">
                  <a16:creationId xmlns:a16="http://schemas.microsoft.com/office/drawing/2014/main" id="{BA05D036-B434-4142-8F85-E78A4D698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0550" y="5176838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7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2"/>
                    <a:pt x="7" y="12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Oval 217">
              <a:extLst>
                <a:ext uri="{FF2B5EF4-FFF2-40B4-BE49-F238E27FC236}">
                  <a16:creationId xmlns:a16="http://schemas.microsoft.com/office/drawing/2014/main" id="{7CE9AAAE-B947-4FDF-8E0A-B8D94E84D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2250" y="507206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218">
              <a:extLst>
                <a:ext uri="{FF2B5EF4-FFF2-40B4-BE49-F238E27FC236}">
                  <a16:creationId xmlns:a16="http://schemas.microsoft.com/office/drawing/2014/main" id="{DC8691CF-DA77-4AC9-A0A2-DE4DCB06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5018088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Oval 219">
              <a:extLst>
                <a:ext uri="{FF2B5EF4-FFF2-40B4-BE49-F238E27FC236}">
                  <a16:creationId xmlns:a16="http://schemas.microsoft.com/office/drawing/2014/main" id="{B1E757D8-0C14-48D8-89A2-6BF977831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9950" y="4976813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20">
              <a:extLst>
                <a:ext uri="{FF2B5EF4-FFF2-40B4-BE49-F238E27FC236}">
                  <a16:creationId xmlns:a16="http://schemas.microsoft.com/office/drawing/2014/main" id="{A6795922-EA54-41F5-98D4-ACDBF2C2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4802188"/>
              <a:ext cx="15875" cy="15875"/>
            </a:xfrm>
            <a:custGeom>
              <a:avLst/>
              <a:gdLst>
                <a:gd name="T0" fmla="*/ 4 w 7"/>
                <a:gd name="T1" fmla="*/ 0 h 7"/>
                <a:gd name="T2" fmla="*/ 7 w 7"/>
                <a:gd name="T3" fmla="*/ 3 h 7"/>
                <a:gd name="T4" fmla="*/ 3 w 7"/>
                <a:gd name="T5" fmla="*/ 7 h 7"/>
                <a:gd name="T6" fmla="*/ 0 w 7"/>
                <a:gd name="T7" fmla="*/ 3 h 7"/>
                <a:gd name="T8" fmla="*/ 4 w 7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0"/>
                    <a:pt x="7" y="1"/>
                    <a:pt x="7" y="3"/>
                  </a:cubicBezTo>
                  <a:cubicBezTo>
                    <a:pt x="7" y="5"/>
                    <a:pt x="6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Oval 221">
              <a:extLst>
                <a:ext uri="{FF2B5EF4-FFF2-40B4-BE49-F238E27FC236}">
                  <a16:creationId xmlns:a16="http://schemas.microsoft.com/office/drawing/2014/main" id="{75A2E12C-1B10-4E26-986B-EFA259202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5625" y="4819651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Oval 222">
              <a:extLst>
                <a:ext uri="{FF2B5EF4-FFF2-40B4-BE49-F238E27FC236}">
                  <a16:creationId xmlns:a16="http://schemas.microsoft.com/office/drawing/2014/main" id="{B81CE04B-FA00-499E-B11D-54AAD19CE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4000" y="4716463"/>
              <a:ext cx="23813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Oval 223">
              <a:extLst>
                <a:ext uri="{FF2B5EF4-FFF2-40B4-BE49-F238E27FC236}">
                  <a16:creationId xmlns:a16="http://schemas.microsoft.com/office/drawing/2014/main" id="{8070C274-D71F-4D3F-9C8C-1F1B4DF52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1838" y="4643438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224">
              <a:extLst>
                <a:ext uri="{FF2B5EF4-FFF2-40B4-BE49-F238E27FC236}">
                  <a16:creationId xmlns:a16="http://schemas.microsoft.com/office/drawing/2014/main" id="{ACF75914-91BA-4E0C-AEDC-085ED2768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6425" y="4506913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25">
              <a:extLst>
                <a:ext uri="{FF2B5EF4-FFF2-40B4-BE49-F238E27FC236}">
                  <a16:creationId xmlns:a16="http://schemas.microsoft.com/office/drawing/2014/main" id="{526BF557-DAFF-4526-8CE4-36086575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2938" y="4476751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6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Oval 226">
              <a:extLst>
                <a:ext uri="{FF2B5EF4-FFF2-40B4-BE49-F238E27FC236}">
                  <a16:creationId xmlns:a16="http://schemas.microsoft.com/office/drawing/2014/main" id="{63B35F4C-4032-455E-B6EA-071FF0961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8163" y="4381501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Oval 227">
              <a:extLst>
                <a:ext uri="{FF2B5EF4-FFF2-40B4-BE49-F238E27FC236}">
                  <a16:creationId xmlns:a16="http://schemas.microsoft.com/office/drawing/2014/main" id="{A74748E7-855E-4B00-94B5-11149403D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100" y="4352926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228">
              <a:extLst>
                <a:ext uri="{FF2B5EF4-FFF2-40B4-BE49-F238E27FC236}">
                  <a16:creationId xmlns:a16="http://schemas.microsoft.com/office/drawing/2014/main" id="{3D34CCB9-98E0-4151-A785-F41FFD7FB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4500" y="424973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229">
              <a:extLst>
                <a:ext uri="{FF2B5EF4-FFF2-40B4-BE49-F238E27FC236}">
                  <a16:creationId xmlns:a16="http://schemas.microsoft.com/office/drawing/2014/main" id="{894020D3-74DE-4460-9668-591A613BD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2463" y="4148138"/>
              <a:ext cx="1905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30">
              <a:extLst>
                <a:ext uri="{FF2B5EF4-FFF2-40B4-BE49-F238E27FC236}">
                  <a16:creationId xmlns:a16="http://schemas.microsoft.com/office/drawing/2014/main" id="{4EE164B4-F8AF-48B0-973B-F2667078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0" y="4032251"/>
              <a:ext cx="30163" cy="28575"/>
            </a:xfrm>
            <a:custGeom>
              <a:avLst/>
              <a:gdLst>
                <a:gd name="T0" fmla="*/ 7 w 14"/>
                <a:gd name="T1" fmla="*/ 0 h 13"/>
                <a:gd name="T2" fmla="*/ 14 w 14"/>
                <a:gd name="T3" fmla="*/ 7 h 13"/>
                <a:gd name="T4" fmla="*/ 7 w 14"/>
                <a:gd name="T5" fmla="*/ 13 h 13"/>
                <a:gd name="T6" fmla="*/ 0 w 14"/>
                <a:gd name="T7" fmla="*/ 7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11" y="0"/>
                    <a:pt x="14" y="3"/>
                    <a:pt x="14" y="7"/>
                  </a:cubicBezTo>
                  <a:cubicBezTo>
                    <a:pt x="14" y="10"/>
                    <a:pt x="10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31">
              <a:extLst>
                <a:ext uri="{FF2B5EF4-FFF2-40B4-BE49-F238E27FC236}">
                  <a16:creationId xmlns:a16="http://schemas.microsoft.com/office/drawing/2014/main" id="{71C303BD-07EE-467A-BDE9-AEC65BDF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138" y="3819526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Oval 232">
              <a:extLst>
                <a:ext uri="{FF2B5EF4-FFF2-40B4-BE49-F238E27FC236}">
                  <a16:creationId xmlns:a16="http://schemas.microsoft.com/office/drawing/2014/main" id="{7E750387-FA72-4EFC-B176-0B0D5F84E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5163" y="3416301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Oval 233">
              <a:extLst>
                <a:ext uri="{FF2B5EF4-FFF2-40B4-BE49-F238E27FC236}">
                  <a16:creationId xmlns:a16="http://schemas.microsoft.com/office/drawing/2014/main" id="{39FC2881-53F8-4D43-985B-E532ABDB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306763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34">
              <a:extLst>
                <a:ext uri="{FF2B5EF4-FFF2-40B4-BE49-F238E27FC236}">
                  <a16:creationId xmlns:a16="http://schemas.microsoft.com/office/drawing/2014/main" id="{218DC786-2C8D-4050-8E54-76424CBD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5" y="3238501"/>
              <a:ext cx="23813" cy="23813"/>
            </a:xfrm>
            <a:custGeom>
              <a:avLst/>
              <a:gdLst>
                <a:gd name="T0" fmla="*/ 6 w 11"/>
                <a:gd name="T1" fmla="*/ 0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9" y="0"/>
                    <a:pt x="11" y="3"/>
                    <a:pt x="11" y="6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Oval 235">
              <a:extLst>
                <a:ext uri="{FF2B5EF4-FFF2-40B4-BE49-F238E27FC236}">
                  <a16:creationId xmlns:a16="http://schemas.microsoft.com/office/drawing/2014/main" id="{0ED42094-C483-4BA7-A73E-39160E501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4513" y="3171826"/>
              <a:ext cx="6350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Oval 236">
              <a:extLst>
                <a:ext uri="{FF2B5EF4-FFF2-40B4-BE49-F238E27FC236}">
                  <a16:creationId xmlns:a16="http://schemas.microsoft.com/office/drawing/2014/main" id="{DFE94B50-A207-48E3-BB8A-DB2C874D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513" y="3062288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Oval 237">
              <a:extLst>
                <a:ext uri="{FF2B5EF4-FFF2-40B4-BE49-F238E27FC236}">
                  <a16:creationId xmlns:a16="http://schemas.microsoft.com/office/drawing/2014/main" id="{1010C888-F83E-4DDF-A184-69B639B9E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3040063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Oval 238">
              <a:extLst>
                <a:ext uri="{FF2B5EF4-FFF2-40B4-BE49-F238E27FC236}">
                  <a16:creationId xmlns:a16="http://schemas.microsoft.com/office/drawing/2014/main" id="{EA3D5E67-C349-43A5-A575-B8C6418C8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0663" y="2952751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Oval 239">
              <a:extLst>
                <a:ext uri="{FF2B5EF4-FFF2-40B4-BE49-F238E27FC236}">
                  <a16:creationId xmlns:a16="http://schemas.microsoft.com/office/drawing/2014/main" id="{D325BB87-DA93-4DD5-86D5-B1415C801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3113" y="2689226"/>
              <a:ext cx="1746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Oval 240">
              <a:extLst>
                <a:ext uri="{FF2B5EF4-FFF2-40B4-BE49-F238E27FC236}">
                  <a16:creationId xmlns:a16="http://schemas.microsoft.com/office/drawing/2014/main" id="{E5D2E087-2C69-4707-95C3-52C3A13E3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1200" y="2563813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41">
              <a:extLst>
                <a:ext uri="{FF2B5EF4-FFF2-40B4-BE49-F238E27FC236}">
                  <a16:creationId xmlns:a16="http://schemas.microsoft.com/office/drawing/2014/main" id="{EB4A082A-79E6-4EB7-A54C-D9080F37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8350" y="2447926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Oval 242">
              <a:extLst>
                <a:ext uri="{FF2B5EF4-FFF2-40B4-BE49-F238E27FC236}">
                  <a16:creationId xmlns:a16="http://schemas.microsoft.com/office/drawing/2014/main" id="{44186F6B-93A6-4B8A-887F-B6B30A805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0" y="244157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Oval 243">
              <a:extLst>
                <a:ext uri="{FF2B5EF4-FFF2-40B4-BE49-F238E27FC236}">
                  <a16:creationId xmlns:a16="http://schemas.microsoft.com/office/drawing/2014/main" id="{9FD0EDB6-7C7C-40FF-BAE2-6A7F5EF6F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9263" y="2460626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244">
              <a:extLst>
                <a:ext uri="{FF2B5EF4-FFF2-40B4-BE49-F238E27FC236}">
                  <a16:creationId xmlns:a16="http://schemas.microsoft.com/office/drawing/2014/main" id="{B0308022-7CA6-4151-9A22-90619F20F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750" y="2416176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Oval 245">
              <a:extLst>
                <a:ext uri="{FF2B5EF4-FFF2-40B4-BE49-F238E27FC236}">
                  <a16:creationId xmlns:a16="http://schemas.microsoft.com/office/drawing/2014/main" id="{D3B29A38-B6E1-4F8C-B0F5-D41B9DC16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8463" y="2293938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Oval 246">
              <a:extLst>
                <a:ext uri="{FF2B5EF4-FFF2-40B4-BE49-F238E27FC236}">
                  <a16:creationId xmlns:a16="http://schemas.microsoft.com/office/drawing/2014/main" id="{48FD1C90-6E64-4192-8060-887B15ACA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1488" y="217011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Oval 247">
              <a:extLst>
                <a:ext uri="{FF2B5EF4-FFF2-40B4-BE49-F238E27FC236}">
                  <a16:creationId xmlns:a16="http://schemas.microsoft.com/office/drawing/2014/main" id="{FCA96856-EE87-4B32-B30F-6078BE099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2625" y="2130426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Oval 248">
              <a:extLst>
                <a:ext uri="{FF2B5EF4-FFF2-40B4-BE49-F238E27FC236}">
                  <a16:creationId xmlns:a16="http://schemas.microsoft.com/office/drawing/2014/main" id="{F4289F73-64E5-42D4-B1DA-63443D144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650" y="2078038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49">
              <a:extLst>
                <a:ext uri="{FF2B5EF4-FFF2-40B4-BE49-F238E27FC236}">
                  <a16:creationId xmlns:a16="http://schemas.microsoft.com/office/drawing/2014/main" id="{13213D88-B9A1-40D9-8A0D-B62E0613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9613" y="2039938"/>
              <a:ext cx="11113" cy="4763"/>
            </a:xfrm>
            <a:custGeom>
              <a:avLst/>
              <a:gdLst>
                <a:gd name="T0" fmla="*/ 0 w 5"/>
                <a:gd name="T1" fmla="*/ 2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Oval 250">
              <a:extLst>
                <a:ext uri="{FF2B5EF4-FFF2-40B4-BE49-F238E27FC236}">
                  <a16:creationId xmlns:a16="http://schemas.microsoft.com/office/drawing/2014/main" id="{4688A34B-7FD4-408B-94B9-E0D5ED56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6525" y="2074863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Oval 251">
              <a:extLst>
                <a:ext uri="{FF2B5EF4-FFF2-40B4-BE49-F238E27FC236}">
                  <a16:creationId xmlns:a16="http://schemas.microsoft.com/office/drawing/2014/main" id="{DCD38121-DEA1-4165-88AC-3E8888BEA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9438" y="1941513"/>
              <a:ext cx="28575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Oval 252">
              <a:extLst>
                <a:ext uri="{FF2B5EF4-FFF2-40B4-BE49-F238E27FC236}">
                  <a16:creationId xmlns:a16="http://schemas.microsoft.com/office/drawing/2014/main" id="{EC97E863-0E26-4249-B9F9-AE3F95FCF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6988" y="1874838"/>
              <a:ext cx="14288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Oval 253">
              <a:extLst>
                <a:ext uri="{FF2B5EF4-FFF2-40B4-BE49-F238E27FC236}">
                  <a16:creationId xmlns:a16="http://schemas.microsoft.com/office/drawing/2014/main" id="{26935727-B891-453F-86B2-22E530912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9525" y="1811338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Oval 254">
              <a:extLst>
                <a:ext uri="{FF2B5EF4-FFF2-40B4-BE49-F238E27FC236}">
                  <a16:creationId xmlns:a16="http://schemas.microsoft.com/office/drawing/2014/main" id="{0435CBAF-A67C-46EA-9D99-3370A1207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688" y="1679576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255">
              <a:extLst>
                <a:ext uri="{FF2B5EF4-FFF2-40B4-BE49-F238E27FC236}">
                  <a16:creationId xmlns:a16="http://schemas.microsoft.com/office/drawing/2014/main" id="{66184301-DF73-4B0E-BE37-C634BC93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8913" y="1597026"/>
              <a:ext cx="1905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Oval 256">
              <a:extLst>
                <a:ext uri="{FF2B5EF4-FFF2-40B4-BE49-F238E27FC236}">
                  <a16:creationId xmlns:a16="http://schemas.microsoft.com/office/drawing/2014/main" id="{DA7575BC-3130-4927-AE41-626DF9C80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6225" y="1498601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Oval 257">
              <a:extLst>
                <a:ext uri="{FF2B5EF4-FFF2-40B4-BE49-F238E27FC236}">
                  <a16:creationId xmlns:a16="http://schemas.microsoft.com/office/drawing/2014/main" id="{3126844D-957B-4541-A1E2-FF7DB3B84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4300" y="1419226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Oval 258">
              <a:extLst>
                <a:ext uri="{FF2B5EF4-FFF2-40B4-BE49-F238E27FC236}">
                  <a16:creationId xmlns:a16="http://schemas.microsoft.com/office/drawing/2014/main" id="{4F9AC908-D7FB-4E1F-8293-21481A6E5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2250" y="1346201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259">
              <a:extLst>
                <a:ext uri="{FF2B5EF4-FFF2-40B4-BE49-F238E27FC236}">
                  <a16:creationId xmlns:a16="http://schemas.microsoft.com/office/drawing/2014/main" id="{589631C8-DFD3-4714-979B-12F049DEE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775" y="1304926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Oval 260">
              <a:extLst>
                <a:ext uri="{FF2B5EF4-FFF2-40B4-BE49-F238E27FC236}">
                  <a16:creationId xmlns:a16="http://schemas.microsoft.com/office/drawing/2014/main" id="{B532F431-6A21-497A-B653-9F15081B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338" y="1211263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Oval 261">
              <a:extLst>
                <a:ext uri="{FF2B5EF4-FFF2-40B4-BE49-F238E27FC236}">
                  <a16:creationId xmlns:a16="http://schemas.microsoft.com/office/drawing/2014/main" id="{CE8BF848-D83D-4287-B499-5B031ED1E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750" y="1068388"/>
              <a:ext cx="26988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Oval 262">
              <a:extLst>
                <a:ext uri="{FF2B5EF4-FFF2-40B4-BE49-F238E27FC236}">
                  <a16:creationId xmlns:a16="http://schemas.microsoft.com/office/drawing/2014/main" id="{A684E6A9-0399-4EDC-9868-68350708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6675" y="989013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263">
              <a:extLst>
                <a:ext uri="{FF2B5EF4-FFF2-40B4-BE49-F238E27FC236}">
                  <a16:creationId xmlns:a16="http://schemas.microsoft.com/office/drawing/2014/main" id="{350B50E6-72E3-40E1-A709-D7F98198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9263" y="936626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Oval 264">
              <a:extLst>
                <a:ext uri="{FF2B5EF4-FFF2-40B4-BE49-F238E27FC236}">
                  <a16:creationId xmlns:a16="http://schemas.microsoft.com/office/drawing/2014/main" id="{CDC862E1-C315-4512-95C3-12DA38E1C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4163" y="858838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Oval 265">
              <a:extLst>
                <a:ext uri="{FF2B5EF4-FFF2-40B4-BE49-F238E27FC236}">
                  <a16:creationId xmlns:a16="http://schemas.microsoft.com/office/drawing/2014/main" id="{E2D1FE0C-633B-4DBC-BE26-2422B1CD5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663" y="709613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66">
              <a:extLst>
                <a:ext uri="{FF2B5EF4-FFF2-40B4-BE49-F238E27FC236}">
                  <a16:creationId xmlns:a16="http://schemas.microsoft.com/office/drawing/2014/main" id="{27455659-0F4C-4616-B2BB-2C165EB8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0" y="646113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1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7"/>
                    <a:pt x="9" y="10"/>
                    <a:pt x="6" y="10"/>
                  </a:cubicBezTo>
                  <a:cubicBezTo>
                    <a:pt x="3" y="10"/>
                    <a:pt x="0" y="7"/>
                    <a:pt x="1" y="5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Oval 267">
              <a:extLst>
                <a:ext uri="{FF2B5EF4-FFF2-40B4-BE49-F238E27FC236}">
                  <a16:creationId xmlns:a16="http://schemas.microsoft.com/office/drawing/2014/main" id="{2AD9A0E1-A67A-40B8-B172-795885180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8150" y="64611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68">
              <a:extLst>
                <a:ext uri="{FF2B5EF4-FFF2-40B4-BE49-F238E27FC236}">
                  <a16:creationId xmlns:a16="http://schemas.microsoft.com/office/drawing/2014/main" id="{A0DB3983-E8F3-46E6-AB7B-043E1DD4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0" y="623888"/>
              <a:ext cx="23813" cy="23813"/>
            </a:xfrm>
            <a:custGeom>
              <a:avLst/>
              <a:gdLst>
                <a:gd name="T0" fmla="*/ 5 w 11"/>
                <a:gd name="T1" fmla="*/ 0 h 11"/>
                <a:gd name="T2" fmla="*/ 11 w 11"/>
                <a:gd name="T3" fmla="*/ 6 h 11"/>
                <a:gd name="T4" fmla="*/ 5 w 11"/>
                <a:gd name="T5" fmla="*/ 11 h 11"/>
                <a:gd name="T6" fmla="*/ 0 w 11"/>
                <a:gd name="T7" fmla="*/ 6 h 11"/>
                <a:gd name="T8" fmla="*/ 5 w 1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9" y="11"/>
                    <a:pt x="5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269">
              <a:extLst>
                <a:ext uri="{FF2B5EF4-FFF2-40B4-BE49-F238E27FC236}">
                  <a16:creationId xmlns:a16="http://schemas.microsoft.com/office/drawing/2014/main" id="{4BC3F0E1-38CA-4F34-8B76-5B1FA2511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522288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70">
              <a:extLst>
                <a:ext uri="{FF2B5EF4-FFF2-40B4-BE49-F238E27FC236}">
                  <a16:creationId xmlns:a16="http://schemas.microsoft.com/office/drawing/2014/main" id="{FBC6A377-61F8-456E-A8DB-B4A157C3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575" y="423863"/>
              <a:ext cx="23813" cy="20638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5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271">
              <a:extLst>
                <a:ext uri="{FF2B5EF4-FFF2-40B4-BE49-F238E27FC236}">
                  <a16:creationId xmlns:a16="http://schemas.microsoft.com/office/drawing/2014/main" id="{DE6B069F-163B-4525-A282-906C2265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1625" y="293688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Oval 272">
              <a:extLst>
                <a:ext uri="{FF2B5EF4-FFF2-40B4-BE49-F238E27FC236}">
                  <a16:creationId xmlns:a16="http://schemas.microsoft.com/office/drawing/2014/main" id="{85C3FD5B-AA22-420B-B3A9-ACF764656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187326"/>
              <a:ext cx="12700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273">
              <a:extLst>
                <a:ext uri="{FF2B5EF4-FFF2-40B4-BE49-F238E27FC236}">
                  <a16:creationId xmlns:a16="http://schemas.microsoft.com/office/drawing/2014/main" id="{593852D5-827A-44E3-8B70-B448FAA33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0" y="109538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Oval 285">
              <a:extLst>
                <a:ext uri="{FF2B5EF4-FFF2-40B4-BE49-F238E27FC236}">
                  <a16:creationId xmlns:a16="http://schemas.microsoft.com/office/drawing/2014/main" id="{E0CF621E-0500-492F-A6FC-BEAC570F9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4800" y="1074738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Oval 286">
              <a:extLst>
                <a:ext uri="{FF2B5EF4-FFF2-40B4-BE49-F238E27FC236}">
                  <a16:creationId xmlns:a16="http://schemas.microsoft.com/office/drawing/2014/main" id="{4D3F5BF4-6180-4B45-B1C1-4571DD96C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4013" y="1358901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Oval 287">
              <a:extLst>
                <a:ext uri="{FF2B5EF4-FFF2-40B4-BE49-F238E27FC236}">
                  <a16:creationId xmlns:a16="http://schemas.microsoft.com/office/drawing/2014/main" id="{AC5E440E-80FC-41F2-BDD7-3AE987148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200" y="1509713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Oval 288">
              <a:extLst>
                <a:ext uri="{FF2B5EF4-FFF2-40B4-BE49-F238E27FC236}">
                  <a16:creationId xmlns:a16="http://schemas.microsoft.com/office/drawing/2014/main" id="{160496FD-5300-448F-9827-E2C8F8320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850" y="1668463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Oval 289">
              <a:extLst>
                <a:ext uri="{FF2B5EF4-FFF2-40B4-BE49-F238E27FC236}">
                  <a16:creationId xmlns:a16="http://schemas.microsoft.com/office/drawing/2014/main" id="{7D6D6442-FFB1-4324-9D19-CEAE15E90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4188" y="1646238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Oval 290">
              <a:extLst>
                <a:ext uri="{FF2B5EF4-FFF2-40B4-BE49-F238E27FC236}">
                  <a16:creationId xmlns:a16="http://schemas.microsoft.com/office/drawing/2014/main" id="{42FE915C-6F5F-4A2C-9C86-E89AB9F51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150" y="181133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Oval 291">
              <a:extLst>
                <a:ext uri="{FF2B5EF4-FFF2-40B4-BE49-F238E27FC236}">
                  <a16:creationId xmlns:a16="http://schemas.microsoft.com/office/drawing/2014/main" id="{ED9E1ABB-4308-4F03-9854-76C580D8E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5938" y="1830388"/>
              <a:ext cx="30163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Oval 292">
              <a:extLst>
                <a:ext uri="{FF2B5EF4-FFF2-40B4-BE49-F238E27FC236}">
                  <a16:creationId xmlns:a16="http://schemas.microsoft.com/office/drawing/2014/main" id="{D073636C-BC6D-4C3F-A752-650323234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5425" y="2012951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Oval 293">
              <a:extLst>
                <a:ext uri="{FF2B5EF4-FFF2-40B4-BE49-F238E27FC236}">
                  <a16:creationId xmlns:a16="http://schemas.microsoft.com/office/drawing/2014/main" id="{3950E220-4A7F-497B-A133-5002A300E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8800" y="1958976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Oval 294">
              <a:extLst>
                <a:ext uri="{FF2B5EF4-FFF2-40B4-BE49-F238E27FC236}">
                  <a16:creationId xmlns:a16="http://schemas.microsoft.com/office/drawing/2014/main" id="{3F26668E-A0B4-486E-9764-9D99C9443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913" y="2079626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295">
              <a:extLst>
                <a:ext uri="{FF2B5EF4-FFF2-40B4-BE49-F238E27FC236}">
                  <a16:creationId xmlns:a16="http://schemas.microsoft.com/office/drawing/2014/main" id="{B409BD95-315F-45F1-B8F6-F0F73FD5E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2120901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Oval 296">
              <a:extLst>
                <a:ext uri="{FF2B5EF4-FFF2-40B4-BE49-F238E27FC236}">
                  <a16:creationId xmlns:a16="http://schemas.microsoft.com/office/drawing/2014/main" id="{1479C15E-2300-4895-80AF-43C3D714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8200" y="2170113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97">
              <a:extLst>
                <a:ext uri="{FF2B5EF4-FFF2-40B4-BE49-F238E27FC236}">
                  <a16:creationId xmlns:a16="http://schemas.microsoft.com/office/drawing/2014/main" id="{A4209859-98D0-4D42-87E1-CEFA7D377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513" y="2341563"/>
              <a:ext cx="19050" cy="15875"/>
            </a:xfrm>
            <a:custGeom>
              <a:avLst/>
              <a:gdLst>
                <a:gd name="T0" fmla="*/ 4 w 8"/>
                <a:gd name="T1" fmla="*/ 7 h 7"/>
                <a:gd name="T2" fmla="*/ 8 w 8"/>
                <a:gd name="T3" fmla="*/ 4 h 7"/>
                <a:gd name="T4" fmla="*/ 4 w 8"/>
                <a:gd name="T5" fmla="*/ 0 h 7"/>
                <a:gd name="T6" fmla="*/ 0 w 8"/>
                <a:gd name="T7" fmla="*/ 4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7" y="7"/>
                    <a:pt x="8" y="6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1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98">
              <a:extLst>
                <a:ext uri="{FF2B5EF4-FFF2-40B4-BE49-F238E27FC236}">
                  <a16:creationId xmlns:a16="http://schemas.microsoft.com/office/drawing/2014/main" id="{FE246BF6-10B7-4FDD-A1C0-C9A122227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2319338"/>
              <a:ext cx="23813" cy="20638"/>
            </a:xfrm>
            <a:custGeom>
              <a:avLst/>
              <a:gdLst>
                <a:gd name="T0" fmla="*/ 6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1 w 11"/>
                <a:gd name="T7" fmla="*/ 5 h 9"/>
                <a:gd name="T8" fmla="*/ 6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9" y="9"/>
                    <a:pt x="11" y="7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3" y="9"/>
                    <a:pt x="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9">
              <a:extLst>
                <a:ext uri="{FF2B5EF4-FFF2-40B4-BE49-F238E27FC236}">
                  <a16:creationId xmlns:a16="http://schemas.microsoft.com/office/drawing/2014/main" id="{B40CC0AC-ADA0-4FE9-9D8A-B8693DD8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075" y="2424113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5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300">
              <a:extLst>
                <a:ext uri="{FF2B5EF4-FFF2-40B4-BE49-F238E27FC236}">
                  <a16:creationId xmlns:a16="http://schemas.microsoft.com/office/drawing/2014/main" id="{0E659CF7-7207-498B-A846-D288887B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6913" y="2489201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10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301">
              <a:extLst>
                <a:ext uri="{FF2B5EF4-FFF2-40B4-BE49-F238E27FC236}">
                  <a16:creationId xmlns:a16="http://schemas.microsoft.com/office/drawing/2014/main" id="{C33C8CF1-B1F6-488A-98F1-97FF7ABB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2646363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Oval 302">
              <a:extLst>
                <a:ext uri="{FF2B5EF4-FFF2-40B4-BE49-F238E27FC236}">
                  <a16:creationId xmlns:a16="http://schemas.microsoft.com/office/drawing/2014/main" id="{953BAA1C-F526-428A-9E48-A1FCB1F28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425" y="2657476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303">
              <a:extLst>
                <a:ext uri="{FF2B5EF4-FFF2-40B4-BE49-F238E27FC236}">
                  <a16:creationId xmlns:a16="http://schemas.microsoft.com/office/drawing/2014/main" id="{3CB03D04-4764-4454-BBB0-A15D6F3C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1650" y="2767013"/>
              <a:ext cx="12700" cy="11113"/>
            </a:xfrm>
            <a:custGeom>
              <a:avLst/>
              <a:gdLst>
                <a:gd name="T0" fmla="*/ 3 w 6"/>
                <a:gd name="T1" fmla="*/ 5 h 5"/>
                <a:gd name="T2" fmla="*/ 6 w 6"/>
                <a:gd name="T3" fmla="*/ 3 h 5"/>
                <a:gd name="T4" fmla="*/ 3 w 6"/>
                <a:gd name="T5" fmla="*/ 0 h 5"/>
                <a:gd name="T6" fmla="*/ 0 w 6"/>
                <a:gd name="T7" fmla="*/ 2 h 5"/>
                <a:gd name="T8" fmla="*/ 3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5" y="5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Oval 304">
              <a:extLst>
                <a:ext uri="{FF2B5EF4-FFF2-40B4-BE49-F238E27FC236}">
                  <a16:creationId xmlns:a16="http://schemas.microsoft.com/office/drawing/2014/main" id="{DD9C79C3-FA34-4CF0-8B8D-2B76D81B8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3588" y="2794001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305">
              <a:extLst>
                <a:ext uri="{FF2B5EF4-FFF2-40B4-BE49-F238E27FC236}">
                  <a16:creationId xmlns:a16="http://schemas.microsoft.com/office/drawing/2014/main" id="{CEE56EDB-0D0C-4265-A702-0AD85D34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2886076"/>
              <a:ext cx="25400" cy="23813"/>
            </a:xfrm>
            <a:custGeom>
              <a:avLst/>
              <a:gdLst>
                <a:gd name="T0" fmla="*/ 6 w 12"/>
                <a:gd name="T1" fmla="*/ 11 h 11"/>
                <a:gd name="T2" fmla="*/ 12 w 12"/>
                <a:gd name="T3" fmla="*/ 6 h 11"/>
                <a:gd name="T4" fmla="*/ 6 w 12"/>
                <a:gd name="T5" fmla="*/ 0 h 11"/>
                <a:gd name="T6" fmla="*/ 0 w 12"/>
                <a:gd name="T7" fmla="*/ 6 h 11"/>
                <a:gd name="T8" fmla="*/ 6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11"/>
                  </a:move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1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Oval 306">
              <a:extLst>
                <a:ext uri="{FF2B5EF4-FFF2-40B4-BE49-F238E27FC236}">
                  <a16:creationId xmlns:a16="http://schemas.microsoft.com/office/drawing/2014/main" id="{B02DD413-999F-4C3D-B25E-90CEDFFC1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5950" y="2994026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307">
              <a:extLst>
                <a:ext uri="{FF2B5EF4-FFF2-40B4-BE49-F238E27FC236}">
                  <a16:creationId xmlns:a16="http://schemas.microsoft.com/office/drawing/2014/main" id="{D493AD78-0DCE-4563-9EA5-EAD0B439B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3101976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Oval 308">
              <a:extLst>
                <a:ext uri="{FF2B5EF4-FFF2-40B4-BE49-F238E27FC236}">
                  <a16:creationId xmlns:a16="http://schemas.microsoft.com/office/drawing/2014/main" id="{B498797D-0D3C-411E-98DD-FACC60338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038" y="3317876"/>
              <a:ext cx="26988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309">
              <a:extLst>
                <a:ext uri="{FF2B5EF4-FFF2-40B4-BE49-F238E27FC236}">
                  <a16:creationId xmlns:a16="http://schemas.microsoft.com/office/drawing/2014/main" id="{15283D82-1BC3-4CC5-BFDA-CEB2295C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3716338"/>
              <a:ext cx="31750" cy="28575"/>
            </a:xfrm>
            <a:custGeom>
              <a:avLst/>
              <a:gdLst>
                <a:gd name="T0" fmla="*/ 7 w 14"/>
                <a:gd name="T1" fmla="*/ 13 h 13"/>
                <a:gd name="T2" fmla="*/ 14 w 14"/>
                <a:gd name="T3" fmla="*/ 6 h 13"/>
                <a:gd name="T4" fmla="*/ 7 w 14"/>
                <a:gd name="T5" fmla="*/ 0 h 13"/>
                <a:gd name="T6" fmla="*/ 0 w 14"/>
                <a:gd name="T7" fmla="*/ 6 h 13"/>
                <a:gd name="T8" fmla="*/ 7 w 14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13"/>
                  </a:moveTo>
                  <a:cubicBezTo>
                    <a:pt x="11" y="13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4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310">
              <a:extLst>
                <a:ext uri="{FF2B5EF4-FFF2-40B4-BE49-F238E27FC236}">
                  <a16:creationId xmlns:a16="http://schemas.microsoft.com/office/drawing/2014/main" id="{46668CBE-E638-462E-A8C1-C37383D9A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5125" y="3841751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311">
              <a:extLst>
                <a:ext uri="{FF2B5EF4-FFF2-40B4-BE49-F238E27FC236}">
                  <a16:creationId xmlns:a16="http://schemas.microsoft.com/office/drawing/2014/main" id="{047DFE75-7E30-4EAC-BF43-A1F3149EF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897313"/>
              <a:ext cx="25400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Oval 312">
              <a:extLst>
                <a:ext uri="{FF2B5EF4-FFF2-40B4-BE49-F238E27FC236}">
                  <a16:creationId xmlns:a16="http://schemas.microsoft.com/office/drawing/2014/main" id="{5E8A1328-CF8D-46C3-BDEE-B8ACA5E21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3238" y="3981451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313">
              <a:extLst>
                <a:ext uri="{FF2B5EF4-FFF2-40B4-BE49-F238E27FC236}">
                  <a16:creationId xmlns:a16="http://schemas.microsoft.com/office/drawing/2014/main" id="{252BDBC1-A051-4041-B7D2-A585E7C1D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0825" y="4092576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Oval 314">
              <a:extLst>
                <a:ext uri="{FF2B5EF4-FFF2-40B4-BE49-F238E27FC236}">
                  <a16:creationId xmlns:a16="http://schemas.microsoft.com/office/drawing/2014/main" id="{B867627F-2CCC-453B-8E5E-AF2D6002C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925" y="4111626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315">
              <a:extLst>
                <a:ext uri="{FF2B5EF4-FFF2-40B4-BE49-F238E27FC236}">
                  <a16:creationId xmlns:a16="http://schemas.microsoft.com/office/drawing/2014/main" id="{8B328F09-AFBB-48B1-8CEB-F523819DE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9388" y="4197351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Oval 316">
              <a:extLst>
                <a:ext uri="{FF2B5EF4-FFF2-40B4-BE49-F238E27FC236}">
                  <a16:creationId xmlns:a16="http://schemas.microsoft.com/office/drawing/2014/main" id="{E27DBC4B-7C68-4BE1-A635-2C68E1E02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0250" y="4454526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317">
              <a:extLst>
                <a:ext uri="{FF2B5EF4-FFF2-40B4-BE49-F238E27FC236}">
                  <a16:creationId xmlns:a16="http://schemas.microsoft.com/office/drawing/2014/main" id="{F45FE63E-44CE-4E9D-9BFB-F9966815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8338" y="4572001"/>
              <a:ext cx="28575" cy="25400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7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Oval 318">
              <a:extLst>
                <a:ext uri="{FF2B5EF4-FFF2-40B4-BE49-F238E27FC236}">
                  <a16:creationId xmlns:a16="http://schemas.microsoft.com/office/drawing/2014/main" id="{CF52A70F-4684-43F3-A30B-12983286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8663" y="4692651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Oval 319">
              <a:extLst>
                <a:ext uri="{FF2B5EF4-FFF2-40B4-BE49-F238E27FC236}">
                  <a16:creationId xmlns:a16="http://schemas.microsoft.com/office/drawing/2014/main" id="{C5D2D218-6593-46C7-A8C0-37A6CAA35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138" y="4708526"/>
              <a:ext cx="11113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320">
              <a:extLst>
                <a:ext uri="{FF2B5EF4-FFF2-40B4-BE49-F238E27FC236}">
                  <a16:creationId xmlns:a16="http://schemas.microsoft.com/office/drawing/2014/main" id="{D3D0D31B-ACBD-4E41-AA80-2553F148D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6400" y="4683126"/>
              <a:ext cx="20638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Oval 321">
              <a:extLst>
                <a:ext uri="{FF2B5EF4-FFF2-40B4-BE49-F238E27FC236}">
                  <a16:creationId xmlns:a16="http://schemas.microsoft.com/office/drawing/2014/main" id="{E80C1E00-6283-4AAE-BB38-476A68A26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2888" y="4714876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322">
              <a:extLst>
                <a:ext uri="{FF2B5EF4-FFF2-40B4-BE49-F238E27FC236}">
                  <a16:creationId xmlns:a16="http://schemas.microsoft.com/office/drawing/2014/main" id="{D0FA4A41-6230-4688-922E-C1E2267F0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5600" y="4848226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Oval 323">
              <a:extLst>
                <a:ext uri="{FF2B5EF4-FFF2-40B4-BE49-F238E27FC236}">
                  <a16:creationId xmlns:a16="http://schemas.microsoft.com/office/drawing/2014/main" id="{556B6101-A728-4578-89B1-86B78EA7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8625" y="498316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324">
              <a:extLst>
                <a:ext uri="{FF2B5EF4-FFF2-40B4-BE49-F238E27FC236}">
                  <a16:creationId xmlns:a16="http://schemas.microsoft.com/office/drawing/2014/main" id="{F0AE4699-CF6C-4E59-A201-DE8A9D81E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75" y="5022851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325">
              <a:extLst>
                <a:ext uri="{FF2B5EF4-FFF2-40B4-BE49-F238E27FC236}">
                  <a16:creationId xmlns:a16="http://schemas.microsoft.com/office/drawing/2014/main" id="{BA656C1A-65A7-4F34-A74B-2CD764017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5062538"/>
              <a:ext cx="20638" cy="19050"/>
            </a:xfrm>
            <a:custGeom>
              <a:avLst/>
              <a:gdLst>
                <a:gd name="T0" fmla="*/ 4 w 9"/>
                <a:gd name="T1" fmla="*/ 9 h 9"/>
                <a:gd name="T2" fmla="*/ 9 w 9"/>
                <a:gd name="T3" fmla="*/ 4 h 9"/>
                <a:gd name="T4" fmla="*/ 5 w 9"/>
                <a:gd name="T5" fmla="*/ 0 h 9"/>
                <a:gd name="T6" fmla="*/ 0 w 9"/>
                <a:gd name="T7" fmla="*/ 4 h 9"/>
                <a:gd name="T8" fmla="*/ 4 w 9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7" y="9"/>
                    <a:pt x="9" y="7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326">
              <a:extLst>
                <a:ext uri="{FF2B5EF4-FFF2-40B4-BE49-F238E27FC236}">
                  <a16:creationId xmlns:a16="http://schemas.microsoft.com/office/drawing/2014/main" id="{6DE930CE-5379-4D34-A200-67B2DD9A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6750" y="5114926"/>
              <a:ext cx="7938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Oval 327">
              <a:extLst>
                <a:ext uri="{FF2B5EF4-FFF2-40B4-BE49-F238E27FC236}">
                  <a16:creationId xmlns:a16="http://schemas.microsoft.com/office/drawing/2014/main" id="{F0EF0FCE-0CD2-497A-9800-29A958E6F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663" y="5060951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328">
              <a:extLst>
                <a:ext uri="{FF2B5EF4-FFF2-40B4-BE49-F238E27FC236}">
                  <a16:creationId xmlns:a16="http://schemas.microsoft.com/office/drawing/2014/main" id="{6115CC60-E73F-454D-A1A2-CD2F8E8CD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988" y="5192713"/>
              <a:ext cx="30163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329">
              <a:extLst>
                <a:ext uri="{FF2B5EF4-FFF2-40B4-BE49-F238E27FC236}">
                  <a16:creationId xmlns:a16="http://schemas.microsoft.com/office/drawing/2014/main" id="{C40E8EAA-F8A5-4676-9900-54D5E2722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950" y="5267326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330">
              <a:extLst>
                <a:ext uri="{FF2B5EF4-FFF2-40B4-BE49-F238E27FC236}">
                  <a16:creationId xmlns:a16="http://schemas.microsoft.com/office/drawing/2014/main" id="{8974D735-D8C1-4EA6-B6BF-F4EB5AF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5327651"/>
              <a:ext cx="22225" cy="20638"/>
            </a:xfrm>
            <a:custGeom>
              <a:avLst/>
              <a:gdLst>
                <a:gd name="T0" fmla="*/ 5 w 10"/>
                <a:gd name="T1" fmla="*/ 10 h 10"/>
                <a:gd name="T2" fmla="*/ 10 w 10"/>
                <a:gd name="T3" fmla="*/ 5 h 10"/>
                <a:gd name="T4" fmla="*/ 5 w 10"/>
                <a:gd name="T5" fmla="*/ 0 h 10"/>
                <a:gd name="T6" fmla="*/ 0 w 10"/>
                <a:gd name="T7" fmla="*/ 5 h 10"/>
                <a:gd name="T8" fmla="*/ 5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8" y="10"/>
                    <a:pt x="10" y="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331">
              <a:extLst>
                <a:ext uri="{FF2B5EF4-FFF2-40B4-BE49-F238E27FC236}">
                  <a16:creationId xmlns:a16="http://schemas.microsoft.com/office/drawing/2014/main" id="{22E9B1EE-117A-4D15-B83D-C3FC5447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650" y="5456238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332">
              <a:extLst>
                <a:ext uri="{FF2B5EF4-FFF2-40B4-BE49-F238E27FC236}">
                  <a16:creationId xmlns:a16="http://schemas.microsoft.com/office/drawing/2014/main" id="{49CA2909-4235-4E6D-A1AE-0E8CD014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463" y="5546726"/>
              <a:ext cx="17463" cy="15875"/>
            </a:xfrm>
            <a:custGeom>
              <a:avLst/>
              <a:gdLst>
                <a:gd name="T0" fmla="*/ 4 w 8"/>
                <a:gd name="T1" fmla="*/ 7 h 7"/>
                <a:gd name="T2" fmla="*/ 8 w 8"/>
                <a:gd name="T3" fmla="*/ 4 h 7"/>
                <a:gd name="T4" fmla="*/ 4 w 8"/>
                <a:gd name="T5" fmla="*/ 0 h 7"/>
                <a:gd name="T6" fmla="*/ 0 w 8"/>
                <a:gd name="T7" fmla="*/ 4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333">
              <a:extLst>
                <a:ext uri="{FF2B5EF4-FFF2-40B4-BE49-F238E27FC236}">
                  <a16:creationId xmlns:a16="http://schemas.microsoft.com/office/drawing/2014/main" id="{30BA7701-BAF4-4A5A-8675-C081BE5B2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600" y="5649913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Oval 334">
              <a:extLst>
                <a:ext uri="{FF2B5EF4-FFF2-40B4-BE49-F238E27FC236}">
                  <a16:creationId xmlns:a16="http://schemas.microsoft.com/office/drawing/2014/main" id="{090D8EA4-46EC-422F-86C3-CC4BB5136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850" y="5727701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335">
              <a:extLst>
                <a:ext uri="{FF2B5EF4-FFF2-40B4-BE49-F238E27FC236}">
                  <a16:creationId xmlns:a16="http://schemas.microsoft.com/office/drawing/2014/main" id="{CD12DF22-3AA0-4FB4-86DD-C247A32D3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625" y="5797551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Oval 336">
              <a:extLst>
                <a:ext uri="{FF2B5EF4-FFF2-40B4-BE49-F238E27FC236}">
                  <a16:creationId xmlns:a16="http://schemas.microsoft.com/office/drawing/2014/main" id="{BEA2A032-6944-4EBD-8175-858DE8425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835651"/>
              <a:ext cx="1905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Oval 337">
              <a:extLst>
                <a:ext uri="{FF2B5EF4-FFF2-40B4-BE49-F238E27FC236}">
                  <a16:creationId xmlns:a16="http://schemas.microsoft.com/office/drawing/2014/main" id="{CFCFE496-715C-45A6-AC19-48773D6B4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713" y="5930901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Oval 338">
              <a:extLst>
                <a:ext uri="{FF2B5EF4-FFF2-40B4-BE49-F238E27FC236}">
                  <a16:creationId xmlns:a16="http://schemas.microsoft.com/office/drawing/2014/main" id="{29F86263-38CF-44D3-82EE-A7CB461F9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6064251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Oval 339">
              <a:extLst>
                <a:ext uri="{FF2B5EF4-FFF2-40B4-BE49-F238E27FC236}">
                  <a16:creationId xmlns:a16="http://schemas.microsoft.com/office/drawing/2014/main" id="{B9D5757F-52D4-43FC-8F7A-EA89523EB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875" y="6165851"/>
              <a:ext cx="7938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340">
              <a:extLst>
                <a:ext uri="{FF2B5EF4-FFF2-40B4-BE49-F238E27FC236}">
                  <a16:creationId xmlns:a16="http://schemas.microsoft.com/office/drawing/2014/main" id="{1629B4FA-90F3-447E-BD42-5345AF29D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0050" y="6203951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341">
              <a:extLst>
                <a:ext uri="{FF2B5EF4-FFF2-40B4-BE49-F238E27FC236}">
                  <a16:creationId xmlns:a16="http://schemas.microsoft.com/office/drawing/2014/main" id="{3E75F5B8-3679-433E-B542-8CAD4FD6B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6294438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342">
              <a:extLst>
                <a:ext uri="{FF2B5EF4-FFF2-40B4-BE49-F238E27FC236}">
                  <a16:creationId xmlns:a16="http://schemas.microsoft.com/office/drawing/2014/main" id="{5AE757BA-E135-4799-979E-664F277A2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8450" y="6442076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343">
              <a:extLst>
                <a:ext uri="{FF2B5EF4-FFF2-40B4-BE49-F238E27FC236}">
                  <a16:creationId xmlns:a16="http://schemas.microsoft.com/office/drawing/2014/main" id="{BCB037D0-FBAE-4B76-BC8C-9A5F27724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4488" y="6494463"/>
              <a:ext cx="2540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344">
              <a:extLst>
                <a:ext uri="{FF2B5EF4-FFF2-40B4-BE49-F238E27FC236}">
                  <a16:creationId xmlns:a16="http://schemas.microsoft.com/office/drawing/2014/main" id="{E2A4FD2A-3BB0-45C5-9648-16C6A5AE2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938" y="650716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345">
              <a:extLst>
                <a:ext uri="{FF2B5EF4-FFF2-40B4-BE49-F238E27FC236}">
                  <a16:creationId xmlns:a16="http://schemas.microsoft.com/office/drawing/2014/main" id="{A2EB14A9-B28C-43D6-80CC-87C4C7720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6511926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346">
              <a:extLst>
                <a:ext uri="{FF2B5EF4-FFF2-40B4-BE49-F238E27FC236}">
                  <a16:creationId xmlns:a16="http://schemas.microsoft.com/office/drawing/2014/main" id="{A4DC6D90-42D0-40DB-B834-5DF137A53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538" y="662622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347">
              <a:extLst>
                <a:ext uri="{FF2B5EF4-FFF2-40B4-BE49-F238E27FC236}">
                  <a16:creationId xmlns:a16="http://schemas.microsoft.com/office/drawing/2014/main" id="{AED90CE7-4EBA-4B5E-BF3C-309FB3AB2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775" y="6715126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348">
              <a:extLst>
                <a:ext uri="{FF2B5EF4-FFF2-40B4-BE49-F238E27FC236}">
                  <a16:creationId xmlns:a16="http://schemas.microsoft.com/office/drawing/2014/main" id="{31437A23-24F9-4EBA-82FC-4D918360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0825" y="6859588"/>
              <a:ext cx="317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349">
              <a:extLst>
                <a:ext uri="{FF2B5EF4-FFF2-40B4-BE49-F238E27FC236}">
                  <a16:creationId xmlns:a16="http://schemas.microsoft.com/office/drawing/2014/main" id="{ED14F633-AC5E-4A7A-A051-A3EC9DF4C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9575" y="6964363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350">
              <a:extLst>
                <a:ext uri="{FF2B5EF4-FFF2-40B4-BE49-F238E27FC236}">
                  <a16:creationId xmlns:a16="http://schemas.microsoft.com/office/drawing/2014/main" id="{1375A1F6-28CB-426C-938E-54231EF11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2613" y="7023101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351">
              <a:extLst>
                <a:ext uri="{FF2B5EF4-FFF2-40B4-BE49-F238E27FC236}">
                  <a16:creationId xmlns:a16="http://schemas.microsoft.com/office/drawing/2014/main" id="{BEB29C8E-7ECC-4297-8C69-E4C1CBAD4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513" y="6945313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Oval 352">
              <a:extLst>
                <a:ext uri="{FF2B5EF4-FFF2-40B4-BE49-F238E27FC236}">
                  <a16:creationId xmlns:a16="http://schemas.microsoft.com/office/drawing/2014/main" id="{0228E7AF-A448-4374-82D8-84F73F9C2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50" y="6783388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353">
              <a:extLst>
                <a:ext uri="{FF2B5EF4-FFF2-40B4-BE49-F238E27FC236}">
                  <a16:creationId xmlns:a16="http://schemas.microsoft.com/office/drawing/2014/main" id="{6BA09A6B-6115-4822-9A98-30407846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588" y="6837363"/>
              <a:ext cx="25400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Oval 354">
              <a:extLst>
                <a:ext uri="{FF2B5EF4-FFF2-40B4-BE49-F238E27FC236}">
                  <a16:creationId xmlns:a16="http://schemas.microsoft.com/office/drawing/2014/main" id="{587AD55F-35BC-4B66-A5BE-34D4A3345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988" y="6767513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Oval 355">
              <a:extLst>
                <a:ext uri="{FF2B5EF4-FFF2-40B4-BE49-F238E27FC236}">
                  <a16:creationId xmlns:a16="http://schemas.microsoft.com/office/drawing/2014/main" id="{BDC32C3B-1FC4-4A2E-B4E2-764D0ECCC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750" y="6824663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356">
              <a:extLst>
                <a:ext uri="{FF2B5EF4-FFF2-40B4-BE49-F238E27FC236}">
                  <a16:creationId xmlns:a16="http://schemas.microsoft.com/office/drawing/2014/main" id="{9479C99F-E443-481A-9D98-BE4B6ACF0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900" y="6708776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Oval 357">
              <a:extLst>
                <a:ext uri="{FF2B5EF4-FFF2-40B4-BE49-F238E27FC236}">
                  <a16:creationId xmlns:a16="http://schemas.microsoft.com/office/drawing/2014/main" id="{AD4E9270-622B-4F91-88CE-3A78218B1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600" y="6692901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Oval 358">
              <a:extLst>
                <a:ext uri="{FF2B5EF4-FFF2-40B4-BE49-F238E27FC236}">
                  <a16:creationId xmlns:a16="http://schemas.microsoft.com/office/drawing/2014/main" id="{29DF8647-6EA0-4C71-8610-A7100B83B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6615113"/>
              <a:ext cx="1428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Oval 359">
              <a:extLst>
                <a:ext uri="{FF2B5EF4-FFF2-40B4-BE49-F238E27FC236}">
                  <a16:creationId xmlns:a16="http://schemas.microsoft.com/office/drawing/2014/main" id="{2AA293A3-3603-4551-9E7B-C0B84B35E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263" y="6445251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Oval 360">
              <a:extLst>
                <a:ext uri="{FF2B5EF4-FFF2-40B4-BE49-F238E27FC236}">
                  <a16:creationId xmlns:a16="http://schemas.microsoft.com/office/drawing/2014/main" id="{CD28C4D3-F5EB-4A9C-9464-5BB4E0A9C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013" y="6319838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Oval 361">
              <a:extLst>
                <a:ext uri="{FF2B5EF4-FFF2-40B4-BE49-F238E27FC236}">
                  <a16:creationId xmlns:a16="http://schemas.microsoft.com/office/drawing/2014/main" id="{D5949C1F-6486-40E0-9DB5-B5B68AAF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138" y="6181726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Oval 362">
              <a:extLst>
                <a:ext uri="{FF2B5EF4-FFF2-40B4-BE49-F238E27FC236}">
                  <a16:creationId xmlns:a16="http://schemas.microsoft.com/office/drawing/2014/main" id="{E873EA7B-A367-4F9E-BC38-B01A4C079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6005513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Oval 363">
              <a:extLst>
                <a:ext uri="{FF2B5EF4-FFF2-40B4-BE49-F238E27FC236}">
                  <a16:creationId xmlns:a16="http://schemas.microsoft.com/office/drawing/2014/main" id="{59E25CFD-1A1C-47C6-883D-FD999D484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438" y="5721351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364">
              <a:extLst>
                <a:ext uri="{FF2B5EF4-FFF2-40B4-BE49-F238E27FC236}">
                  <a16:creationId xmlns:a16="http://schemas.microsoft.com/office/drawing/2014/main" id="{B5D3D0D8-3AE6-4BC8-B481-C1EC47E2A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625" y="5567363"/>
              <a:ext cx="11113" cy="7938"/>
            </a:xfrm>
            <a:custGeom>
              <a:avLst/>
              <a:gdLst>
                <a:gd name="T0" fmla="*/ 3 w 5"/>
                <a:gd name="T1" fmla="*/ 0 h 4"/>
                <a:gd name="T2" fmla="*/ 5 w 5"/>
                <a:gd name="T3" fmla="*/ 2 h 4"/>
                <a:gd name="T4" fmla="*/ 3 w 5"/>
                <a:gd name="T5" fmla="*/ 4 h 4"/>
                <a:gd name="T6" fmla="*/ 0 w 5"/>
                <a:gd name="T7" fmla="*/ 2 h 4"/>
                <a:gd name="T8" fmla="*/ 3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Oval 365">
              <a:extLst>
                <a:ext uri="{FF2B5EF4-FFF2-40B4-BE49-F238E27FC236}">
                  <a16:creationId xmlns:a16="http://schemas.microsoft.com/office/drawing/2014/main" id="{997CFC98-9355-4875-9399-20202E853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863" y="5405438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366">
              <a:extLst>
                <a:ext uri="{FF2B5EF4-FFF2-40B4-BE49-F238E27FC236}">
                  <a16:creationId xmlns:a16="http://schemas.microsoft.com/office/drawing/2014/main" id="{15E57AA0-1862-4FF2-B9DC-C66C5FC8A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025" y="5414963"/>
              <a:ext cx="26988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Oval 367">
              <a:extLst>
                <a:ext uri="{FF2B5EF4-FFF2-40B4-BE49-F238E27FC236}">
                  <a16:creationId xmlns:a16="http://schemas.microsoft.com/office/drawing/2014/main" id="{7E19DA4A-90E8-4C06-91ED-F7EEB4352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163" y="5251451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368">
              <a:extLst>
                <a:ext uri="{FF2B5EF4-FFF2-40B4-BE49-F238E27FC236}">
                  <a16:creationId xmlns:a16="http://schemas.microsoft.com/office/drawing/2014/main" id="{FA173ED5-93F0-4CDC-94DE-CBBDFB8A3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5229226"/>
              <a:ext cx="26988" cy="25400"/>
            </a:xfrm>
            <a:custGeom>
              <a:avLst/>
              <a:gdLst>
                <a:gd name="T0" fmla="*/ 6 w 12"/>
                <a:gd name="T1" fmla="*/ 0 h 11"/>
                <a:gd name="T2" fmla="*/ 12 w 12"/>
                <a:gd name="T3" fmla="*/ 5 h 11"/>
                <a:gd name="T4" fmla="*/ 6 w 12"/>
                <a:gd name="T5" fmla="*/ 11 h 11"/>
                <a:gd name="T6" fmla="*/ 0 w 12"/>
                <a:gd name="T7" fmla="*/ 5 h 11"/>
                <a:gd name="T8" fmla="*/ 6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9" y="0"/>
                    <a:pt x="12" y="2"/>
                    <a:pt x="12" y="5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Oval 369">
              <a:extLst>
                <a:ext uri="{FF2B5EF4-FFF2-40B4-BE49-F238E27FC236}">
                  <a16:creationId xmlns:a16="http://schemas.microsoft.com/office/drawing/2014/main" id="{88BDA47C-62A8-4D43-9497-C163A674D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438" y="5057776"/>
              <a:ext cx="1428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Oval 370">
              <a:extLst>
                <a:ext uri="{FF2B5EF4-FFF2-40B4-BE49-F238E27FC236}">
                  <a16:creationId xmlns:a16="http://schemas.microsoft.com/office/drawing/2014/main" id="{CB317AAC-0A8D-4500-A0EC-A640673EA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813" y="5100638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371">
              <a:extLst>
                <a:ext uri="{FF2B5EF4-FFF2-40B4-BE49-F238E27FC236}">
                  <a16:creationId xmlns:a16="http://schemas.microsoft.com/office/drawing/2014/main" id="{312A6102-3E8D-40BD-BBD0-EE794B359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3" y="4995863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Oval 372">
              <a:extLst>
                <a:ext uri="{FF2B5EF4-FFF2-40B4-BE49-F238E27FC236}">
                  <a16:creationId xmlns:a16="http://schemas.microsoft.com/office/drawing/2014/main" id="{5BB04AEC-B1D1-4BFC-9F19-87FFFEB6A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825" y="4941888"/>
              <a:ext cx="20638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373">
              <a:extLst>
                <a:ext uri="{FF2B5EF4-FFF2-40B4-BE49-F238E27FC236}">
                  <a16:creationId xmlns:a16="http://schemas.microsoft.com/office/drawing/2014/main" id="{BB5B7BA3-3C98-4996-8F29-4135B92A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213" y="4899026"/>
              <a:ext cx="17463" cy="15875"/>
            </a:xfrm>
            <a:custGeom>
              <a:avLst/>
              <a:gdLst>
                <a:gd name="T0" fmla="*/ 4 w 8"/>
                <a:gd name="T1" fmla="*/ 0 h 7"/>
                <a:gd name="T2" fmla="*/ 8 w 8"/>
                <a:gd name="T3" fmla="*/ 3 h 7"/>
                <a:gd name="T4" fmla="*/ 4 w 8"/>
                <a:gd name="T5" fmla="*/ 7 h 7"/>
                <a:gd name="T6" fmla="*/ 0 w 8"/>
                <a:gd name="T7" fmla="*/ 3 h 7"/>
                <a:gd name="T8" fmla="*/ 4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6" y="0"/>
                    <a:pt x="8" y="2"/>
                    <a:pt x="8" y="3"/>
                  </a:cubicBezTo>
                  <a:cubicBezTo>
                    <a:pt x="8" y="5"/>
                    <a:pt x="6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374">
              <a:extLst>
                <a:ext uri="{FF2B5EF4-FFF2-40B4-BE49-F238E27FC236}">
                  <a16:creationId xmlns:a16="http://schemas.microsoft.com/office/drawing/2014/main" id="{A5A76423-86F9-4F22-9089-7CE846E2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288" y="4725988"/>
              <a:ext cx="15875" cy="14288"/>
            </a:xfrm>
            <a:custGeom>
              <a:avLst/>
              <a:gdLst>
                <a:gd name="T0" fmla="*/ 4 w 7"/>
                <a:gd name="T1" fmla="*/ 0 h 7"/>
                <a:gd name="T2" fmla="*/ 7 w 7"/>
                <a:gd name="T3" fmla="*/ 3 h 7"/>
                <a:gd name="T4" fmla="*/ 3 w 7"/>
                <a:gd name="T5" fmla="*/ 7 h 7"/>
                <a:gd name="T6" fmla="*/ 0 w 7"/>
                <a:gd name="T7" fmla="*/ 3 h 7"/>
                <a:gd name="T8" fmla="*/ 4 w 7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0"/>
                    <a:pt x="7" y="1"/>
                    <a:pt x="7" y="3"/>
                  </a:cubicBezTo>
                  <a:cubicBezTo>
                    <a:pt x="7" y="5"/>
                    <a:pt x="6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375">
              <a:extLst>
                <a:ext uri="{FF2B5EF4-FFF2-40B4-BE49-F238E27FC236}">
                  <a16:creationId xmlns:a16="http://schemas.microsoft.com/office/drawing/2014/main" id="{3126338C-050E-40B7-94CC-01914196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713" y="4743451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376">
              <a:extLst>
                <a:ext uri="{FF2B5EF4-FFF2-40B4-BE49-F238E27FC236}">
                  <a16:creationId xmlns:a16="http://schemas.microsoft.com/office/drawing/2014/main" id="{21382BF5-73F1-4AA0-8944-DA8842451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263" y="4640263"/>
              <a:ext cx="23813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377">
              <a:extLst>
                <a:ext uri="{FF2B5EF4-FFF2-40B4-BE49-F238E27FC236}">
                  <a16:creationId xmlns:a16="http://schemas.microsoft.com/office/drawing/2014/main" id="{714A6BEC-6EE4-47B3-BFAF-03CD832B6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100" y="4568826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Oval 378">
              <a:extLst>
                <a:ext uri="{FF2B5EF4-FFF2-40B4-BE49-F238E27FC236}">
                  <a16:creationId xmlns:a16="http://schemas.microsoft.com/office/drawing/2014/main" id="{FC335A82-11C5-4EE9-ABDD-ED006357D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688" y="4430713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379">
              <a:extLst>
                <a:ext uri="{FF2B5EF4-FFF2-40B4-BE49-F238E27FC236}">
                  <a16:creationId xmlns:a16="http://schemas.microsoft.com/office/drawing/2014/main" id="{BA8C902E-33F0-4D02-BD52-964C0BD5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398963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6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Oval 380">
              <a:extLst>
                <a:ext uri="{FF2B5EF4-FFF2-40B4-BE49-F238E27FC236}">
                  <a16:creationId xmlns:a16="http://schemas.microsoft.com/office/drawing/2014/main" id="{847BFB78-BDB9-45E1-8EBE-E89F7C020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425" y="4305301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381">
              <a:extLst>
                <a:ext uri="{FF2B5EF4-FFF2-40B4-BE49-F238E27FC236}">
                  <a16:creationId xmlns:a16="http://schemas.microsoft.com/office/drawing/2014/main" id="{B26BAB2C-605F-4F2E-8F2B-1901F330F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8363" y="4278313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382">
              <a:extLst>
                <a:ext uri="{FF2B5EF4-FFF2-40B4-BE49-F238E27FC236}">
                  <a16:creationId xmlns:a16="http://schemas.microsoft.com/office/drawing/2014/main" id="{75B00D4C-36F8-4B40-9404-A6D3F38B6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763" y="4171951"/>
              <a:ext cx="26988" cy="26988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9" y="0"/>
                    <a:pt x="12" y="3"/>
                    <a:pt x="12" y="6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383">
              <a:extLst>
                <a:ext uri="{FF2B5EF4-FFF2-40B4-BE49-F238E27FC236}">
                  <a16:creationId xmlns:a16="http://schemas.microsoft.com/office/drawing/2014/main" id="{6DD9EE55-EFEF-418B-8C56-4F8AE4E5C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725" y="407193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384">
              <a:extLst>
                <a:ext uri="{FF2B5EF4-FFF2-40B4-BE49-F238E27FC236}">
                  <a16:creationId xmlns:a16="http://schemas.microsoft.com/office/drawing/2014/main" id="{86EE09DB-4EFA-4058-93DA-3F6ACC30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913" y="3956051"/>
              <a:ext cx="31750" cy="26988"/>
            </a:xfrm>
            <a:custGeom>
              <a:avLst/>
              <a:gdLst>
                <a:gd name="T0" fmla="*/ 7 w 14"/>
                <a:gd name="T1" fmla="*/ 0 h 12"/>
                <a:gd name="T2" fmla="*/ 14 w 14"/>
                <a:gd name="T3" fmla="*/ 6 h 12"/>
                <a:gd name="T4" fmla="*/ 7 w 14"/>
                <a:gd name="T5" fmla="*/ 12 h 12"/>
                <a:gd name="T6" fmla="*/ 0 w 14"/>
                <a:gd name="T7" fmla="*/ 6 h 12"/>
                <a:gd name="T8" fmla="*/ 7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1" y="0"/>
                    <a:pt x="14" y="3"/>
                    <a:pt x="14" y="6"/>
                  </a:cubicBezTo>
                  <a:cubicBezTo>
                    <a:pt x="14" y="9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85">
              <a:extLst>
                <a:ext uri="{FF2B5EF4-FFF2-40B4-BE49-F238E27FC236}">
                  <a16:creationId xmlns:a16="http://schemas.microsoft.com/office/drawing/2014/main" id="{381B7C4B-CDF3-4DE4-973D-025333D1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400" y="3743326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386">
              <a:extLst>
                <a:ext uri="{FF2B5EF4-FFF2-40B4-BE49-F238E27FC236}">
                  <a16:creationId xmlns:a16="http://schemas.microsoft.com/office/drawing/2014/main" id="{ED767863-423B-4D92-A578-48FD891FF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425" y="3340101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387">
              <a:extLst>
                <a:ext uri="{FF2B5EF4-FFF2-40B4-BE49-F238E27FC236}">
                  <a16:creationId xmlns:a16="http://schemas.microsoft.com/office/drawing/2014/main" id="{53808168-6936-4595-9B10-1C5C4487E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075" y="322897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388">
              <a:extLst>
                <a:ext uri="{FF2B5EF4-FFF2-40B4-BE49-F238E27FC236}">
                  <a16:creationId xmlns:a16="http://schemas.microsoft.com/office/drawing/2014/main" id="{DB9AE957-EE4A-4306-977B-5385295B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3163888"/>
              <a:ext cx="23813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389">
              <a:extLst>
                <a:ext uri="{FF2B5EF4-FFF2-40B4-BE49-F238E27FC236}">
                  <a16:creationId xmlns:a16="http://schemas.microsoft.com/office/drawing/2014/main" id="{DA9F44F2-C778-4E07-B87C-A442FF666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775" y="3097213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390">
              <a:extLst>
                <a:ext uri="{FF2B5EF4-FFF2-40B4-BE49-F238E27FC236}">
                  <a16:creationId xmlns:a16="http://schemas.microsoft.com/office/drawing/2014/main" id="{C9976A84-4D96-4E0A-BF27-34CD0F92E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188" y="2984501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391">
              <a:extLst>
                <a:ext uri="{FF2B5EF4-FFF2-40B4-BE49-F238E27FC236}">
                  <a16:creationId xmlns:a16="http://schemas.microsoft.com/office/drawing/2014/main" id="{288FE70E-8550-4EC7-BD3D-B79B6E8C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2965451"/>
              <a:ext cx="7938" cy="6350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2 h 3"/>
                <a:gd name="T4" fmla="*/ 2 w 4"/>
                <a:gd name="T5" fmla="*/ 3 h 3"/>
                <a:gd name="T6" fmla="*/ 0 w 4"/>
                <a:gd name="T7" fmla="*/ 2 h 3"/>
                <a:gd name="T8" fmla="*/ 2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392">
              <a:extLst>
                <a:ext uri="{FF2B5EF4-FFF2-40B4-BE49-F238E27FC236}">
                  <a16:creationId xmlns:a16="http://schemas.microsoft.com/office/drawing/2014/main" id="{2E3E1AF8-DB11-43A9-8C59-1016FA99F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925" y="2874963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393">
              <a:extLst>
                <a:ext uri="{FF2B5EF4-FFF2-40B4-BE49-F238E27FC236}">
                  <a16:creationId xmlns:a16="http://schemas.microsoft.com/office/drawing/2014/main" id="{D0E3A4BD-1455-4972-9079-C89A278ED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375" y="2613026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394">
              <a:extLst>
                <a:ext uri="{FF2B5EF4-FFF2-40B4-BE49-F238E27FC236}">
                  <a16:creationId xmlns:a16="http://schemas.microsoft.com/office/drawing/2014/main" id="{920AA801-75DD-4E53-9D3F-2737238F8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463" y="2487613"/>
              <a:ext cx="28575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395">
              <a:extLst>
                <a:ext uri="{FF2B5EF4-FFF2-40B4-BE49-F238E27FC236}">
                  <a16:creationId xmlns:a16="http://schemas.microsoft.com/office/drawing/2014/main" id="{263D951B-AFD0-4A51-BD61-6144C4B7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613" y="2370138"/>
              <a:ext cx="25400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1"/>
                    <a:pt x="11" y="3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396">
              <a:extLst>
                <a:ext uri="{FF2B5EF4-FFF2-40B4-BE49-F238E27FC236}">
                  <a16:creationId xmlns:a16="http://schemas.microsoft.com/office/drawing/2014/main" id="{86E64BEA-7B0A-4E08-99D4-F23F4836E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263" y="2363788"/>
              <a:ext cx="11113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Oval 397">
              <a:extLst>
                <a:ext uri="{FF2B5EF4-FFF2-40B4-BE49-F238E27FC236}">
                  <a16:creationId xmlns:a16="http://schemas.microsoft.com/office/drawing/2014/main" id="{12B70850-305A-4D68-BC49-0E2683214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525" y="2384426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398">
              <a:extLst>
                <a:ext uri="{FF2B5EF4-FFF2-40B4-BE49-F238E27FC236}">
                  <a16:creationId xmlns:a16="http://schemas.microsoft.com/office/drawing/2014/main" id="{F0E10297-7306-4559-BA11-5990EB03F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600" y="2339976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399">
              <a:extLst>
                <a:ext uri="{FF2B5EF4-FFF2-40B4-BE49-F238E27FC236}">
                  <a16:creationId xmlns:a16="http://schemas.microsoft.com/office/drawing/2014/main" id="{DAE26855-3E21-4838-ACED-4F327ED2E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725" y="2216151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400">
              <a:extLst>
                <a:ext uri="{FF2B5EF4-FFF2-40B4-BE49-F238E27FC236}">
                  <a16:creationId xmlns:a16="http://schemas.microsoft.com/office/drawing/2014/main" id="{3E6959A4-551A-4E18-AAC2-74336934B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750" y="2092326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401">
              <a:extLst>
                <a:ext uri="{FF2B5EF4-FFF2-40B4-BE49-F238E27FC236}">
                  <a16:creationId xmlns:a16="http://schemas.microsoft.com/office/drawing/2014/main" id="{4F6BF1F9-44AE-4B2C-98CE-7666D9F0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888" y="2052638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402">
              <a:extLst>
                <a:ext uri="{FF2B5EF4-FFF2-40B4-BE49-F238E27FC236}">
                  <a16:creationId xmlns:a16="http://schemas.microsoft.com/office/drawing/2014/main" id="{EA206965-EF8E-478A-A66E-D1AC83E3D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9913" y="2001838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403">
              <a:extLst>
                <a:ext uri="{FF2B5EF4-FFF2-40B4-BE49-F238E27FC236}">
                  <a16:creationId xmlns:a16="http://schemas.microsoft.com/office/drawing/2014/main" id="{AF663750-5D98-4C61-B39C-BAAF1141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75" y="1963738"/>
              <a:ext cx="11113" cy="3175"/>
            </a:xfrm>
            <a:custGeom>
              <a:avLst/>
              <a:gdLst>
                <a:gd name="T0" fmla="*/ 0 w 5"/>
                <a:gd name="T1" fmla="*/ 2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Oval 404">
              <a:extLst>
                <a:ext uri="{FF2B5EF4-FFF2-40B4-BE49-F238E27FC236}">
                  <a16:creationId xmlns:a16="http://schemas.microsoft.com/office/drawing/2014/main" id="{E4FB479C-B6B6-43ED-AC5E-677B4B774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788" y="2000251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405">
              <a:extLst>
                <a:ext uri="{FF2B5EF4-FFF2-40B4-BE49-F238E27FC236}">
                  <a16:creationId xmlns:a16="http://schemas.microsoft.com/office/drawing/2014/main" id="{BAFEA544-3A50-49AA-A381-C3007303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1863726"/>
              <a:ext cx="28575" cy="28575"/>
            </a:xfrm>
            <a:custGeom>
              <a:avLst/>
              <a:gdLst>
                <a:gd name="T0" fmla="*/ 7 w 13"/>
                <a:gd name="T1" fmla="*/ 0 h 13"/>
                <a:gd name="T2" fmla="*/ 13 w 13"/>
                <a:gd name="T3" fmla="*/ 7 h 13"/>
                <a:gd name="T4" fmla="*/ 6 w 13"/>
                <a:gd name="T5" fmla="*/ 13 h 13"/>
                <a:gd name="T6" fmla="*/ 0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Oval 407">
              <a:extLst>
                <a:ext uri="{FF2B5EF4-FFF2-40B4-BE49-F238E27FC236}">
                  <a16:creationId xmlns:a16="http://schemas.microsoft.com/office/drawing/2014/main" id="{66EEB3AD-1518-4588-8006-5B34871DF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250" y="1800226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Oval 408">
              <a:extLst>
                <a:ext uri="{FF2B5EF4-FFF2-40B4-BE49-F238E27FC236}">
                  <a16:creationId xmlns:a16="http://schemas.microsoft.com/office/drawing/2014/main" id="{DDD6B199-DAC8-4B3E-829A-E893B4E27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788" y="1733551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409">
              <a:extLst>
                <a:ext uri="{FF2B5EF4-FFF2-40B4-BE49-F238E27FC236}">
                  <a16:creationId xmlns:a16="http://schemas.microsoft.com/office/drawing/2014/main" id="{D53B0C3E-1541-4108-A002-CA331433E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2950" y="1601788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Oval 410">
              <a:extLst>
                <a:ext uri="{FF2B5EF4-FFF2-40B4-BE49-F238E27FC236}">
                  <a16:creationId xmlns:a16="http://schemas.microsoft.com/office/drawing/2014/main" id="{3371AB3A-FC79-4FCF-A785-BBC4CE334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175" y="1520826"/>
              <a:ext cx="1905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Oval 411">
              <a:extLst>
                <a:ext uri="{FF2B5EF4-FFF2-40B4-BE49-F238E27FC236}">
                  <a16:creationId xmlns:a16="http://schemas.microsoft.com/office/drawing/2014/main" id="{7AE0E3FD-919E-4A4F-B8C7-E33791D6B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488" y="1423988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412">
              <a:extLst>
                <a:ext uri="{FF2B5EF4-FFF2-40B4-BE49-F238E27FC236}">
                  <a16:creationId xmlns:a16="http://schemas.microsoft.com/office/drawing/2014/main" id="{AA6DD801-27CD-4CB7-BEF9-7F1EA9382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563" y="1341438"/>
              <a:ext cx="15875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Oval 413">
              <a:extLst>
                <a:ext uri="{FF2B5EF4-FFF2-40B4-BE49-F238E27FC236}">
                  <a16:creationId xmlns:a16="http://schemas.microsoft.com/office/drawing/2014/main" id="{BEC7463D-0960-4E58-AE97-3E8FB1F00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3" y="1271588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414">
              <a:extLst>
                <a:ext uri="{FF2B5EF4-FFF2-40B4-BE49-F238E27FC236}">
                  <a16:creationId xmlns:a16="http://schemas.microsoft.com/office/drawing/2014/main" id="{9E3320A1-A3F6-421A-8682-46D1E712B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038" y="1227138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Oval 415">
              <a:extLst>
                <a:ext uri="{FF2B5EF4-FFF2-40B4-BE49-F238E27FC236}">
                  <a16:creationId xmlns:a16="http://schemas.microsoft.com/office/drawing/2014/main" id="{5DB9DA9E-1281-4F58-B801-C8A7A1963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600" y="1135063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416">
              <a:extLst>
                <a:ext uri="{FF2B5EF4-FFF2-40B4-BE49-F238E27FC236}">
                  <a16:creationId xmlns:a16="http://schemas.microsoft.com/office/drawing/2014/main" id="{3506AD48-DD18-4421-82CF-54C701010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600" y="992188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Oval 429">
              <a:extLst>
                <a:ext uri="{FF2B5EF4-FFF2-40B4-BE49-F238E27FC236}">
                  <a16:creationId xmlns:a16="http://schemas.microsoft.com/office/drawing/2014/main" id="{00FFA7B7-2621-4A87-BAB4-02E3F898F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100" y="114301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430">
              <a:extLst>
                <a:ext uri="{FF2B5EF4-FFF2-40B4-BE49-F238E27FC236}">
                  <a16:creationId xmlns:a16="http://schemas.microsoft.com/office/drawing/2014/main" id="{C8BC6489-9908-458C-9D90-2328DA22C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450" y="284163"/>
              <a:ext cx="11113" cy="9525"/>
            </a:xfrm>
            <a:custGeom>
              <a:avLst/>
              <a:gdLst>
                <a:gd name="T0" fmla="*/ 2 w 5"/>
                <a:gd name="T1" fmla="*/ 4 h 4"/>
                <a:gd name="T2" fmla="*/ 5 w 5"/>
                <a:gd name="T3" fmla="*/ 2 h 4"/>
                <a:gd name="T4" fmla="*/ 3 w 5"/>
                <a:gd name="T5" fmla="*/ 0 h 4"/>
                <a:gd name="T6" fmla="*/ 0 w 5"/>
                <a:gd name="T7" fmla="*/ 2 h 4"/>
                <a:gd name="T8" fmla="*/ 2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Oval 431">
              <a:extLst>
                <a:ext uri="{FF2B5EF4-FFF2-40B4-BE49-F238E27FC236}">
                  <a16:creationId xmlns:a16="http://schemas.microsoft.com/office/drawing/2014/main" id="{92FF4BF1-CEC2-4FFD-8AC5-DCDBE21C5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588" y="214313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432">
              <a:extLst>
                <a:ext uri="{FF2B5EF4-FFF2-40B4-BE49-F238E27FC236}">
                  <a16:creationId xmlns:a16="http://schemas.microsoft.com/office/drawing/2014/main" id="{89FA5F89-17CB-45BF-AAA9-304580C0F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988" y="285751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Oval 438">
              <a:extLst>
                <a:ext uri="{FF2B5EF4-FFF2-40B4-BE49-F238E27FC236}">
                  <a16:creationId xmlns:a16="http://schemas.microsoft.com/office/drawing/2014/main" id="{C0FE7C46-BE36-491C-AF9F-7986E7937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013" y="738188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284">
              <a:extLst>
                <a:ext uri="{FF2B5EF4-FFF2-40B4-BE49-F238E27FC236}">
                  <a16:creationId xmlns:a16="http://schemas.microsoft.com/office/drawing/2014/main" id="{238CC618-6345-43A5-B84C-56CA804F9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6713" y="898526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Oval 417">
              <a:extLst>
                <a:ext uri="{FF2B5EF4-FFF2-40B4-BE49-F238E27FC236}">
                  <a16:creationId xmlns:a16="http://schemas.microsoft.com/office/drawing/2014/main" id="{5C08D0DB-5399-477D-B60C-39323F86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938" y="912813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419">
              <a:extLst>
                <a:ext uri="{FF2B5EF4-FFF2-40B4-BE49-F238E27FC236}">
                  <a16:creationId xmlns:a16="http://schemas.microsoft.com/office/drawing/2014/main" id="{D9C8A32D-0E90-4FA7-BE5F-801877D3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425" y="782638"/>
              <a:ext cx="6350" cy="6350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Oval 420">
              <a:extLst>
                <a:ext uri="{FF2B5EF4-FFF2-40B4-BE49-F238E27FC236}">
                  <a16:creationId xmlns:a16="http://schemas.microsoft.com/office/drawing/2014/main" id="{EB42C3FC-6FC1-4324-9E1A-87E75C76B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925" y="63182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421">
              <a:extLst>
                <a:ext uri="{FF2B5EF4-FFF2-40B4-BE49-F238E27FC236}">
                  <a16:creationId xmlns:a16="http://schemas.microsoft.com/office/drawing/2014/main" id="{21DECCF1-B811-4F04-8C8A-A2960B214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550" y="568326"/>
              <a:ext cx="23813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425">
              <a:extLst>
                <a:ext uri="{FF2B5EF4-FFF2-40B4-BE49-F238E27FC236}">
                  <a16:creationId xmlns:a16="http://schemas.microsoft.com/office/drawing/2014/main" id="{83586B0E-689C-4AFD-978A-EABC9A9C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838" y="347663"/>
              <a:ext cx="23813" cy="20638"/>
            </a:xfrm>
            <a:custGeom>
              <a:avLst/>
              <a:gdLst>
                <a:gd name="T0" fmla="*/ 6 w 11"/>
                <a:gd name="T1" fmla="*/ 0 h 9"/>
                <a:gd name="T2" fmla="*/ 11 w 11"/>
                <a:gd name="T3" fmla="*/ 5 h 9"/>
                <a:gd name="T4" fmla="*/ 5 w 11"/>
                <a:gd name="T5" fmla="*/ 9 h 9"/>
                <a:gd name="T6" fmla="*/ 0 w 11"/>
                <a:gd name="T7" fmla="*/ 4 h 9"/>
                <a:gd name="T8" fmla="*/ 6 w 1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8" y="0"/>
                    <a:pt x="11" y="2"/>
                    <a:pt x="11" y="5"/>
                  </a:cubicBezTo>
                  <a:cubicBezTo>
                    <a:pt x="11" y="7"/>
                    <a:pt x="8" y="9"/>
                    <a:pt x="5" y="9"/>
                  </a:cubicBezTo>
                  <a:cubicBezTo>
                    <a:pt x="3" y="9"/>
                    <a:pt x="0" y="7"/>
                    <a:pt x="0" y="4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426">
              <a:extLst>
                <a:ext uri="{FF2B5EF4-FFF2-40B4-BE49-F238E27FC236}">
                  <a16:creationId xmlns:a16="http://schemas.microsoft.com/office/drawing/2014/main" id="{6E1FA03B-22D5-4DA6-8DB3-F5BDC04C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888" y="217488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Oval 274">
              <a:extLst>
                <a:ext uri="{FF2B5EF4-FFF2-40B4-BE49-F238E27FC236}">
                  <a16:creationId xmlns:a16="http://schemas.microsoft.com/office/drawing/2014/main" id="{221F4721-581C-4043-A8AA-8281AE55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850" y="119063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275">
              <a:extLst>
                <a:ext uri="{FF2B5EF4-FFF2-40B4-BE49-F238E27FC236}">
                  <a16:creationId xmlns:a16="http://schemas.microsoft.com/office/drawing/2014/main" id="{19EEE36F-766A-4DBD-BB3C-8947E0599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200" y="290513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Oval 276">
              <a:extLst>
                <a:ext uri="{FF2B5EF4-FFF2-40B4-BE49-F238E27FC236}">
                  <a16:creationId xmlns:a16="http://schemas.microsoft.com/office/drawing/2014/main" id="{A6B9D1C7-A615-4E7B-860B-B54B00A55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1750" y="217488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Oval 277">
              <a:extLst>
                <a:ext uri="{FF2B5EF4-FFF2-40B4-BE49-F238E27FC236}">
                  <a16:creationId xmlns:a16="http://schemas.microsoft.com/office/drawing/2014/main" id="{3BC14678-E29C-49CF-BA62-161E40ADA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8738" y="290513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Oval 278">
              <a:extLst>
                <a:ext uri="{FF2B5EF4-FFF2-40B4-BE49-F238E27FC236}">
                  <a16:creationId xmlns:a16="http://schemas.microsoft.com/office/drawing/2014/main" id="{72F0A07A-AAE4-4D4B-9EFB-1052F7B4A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9088" y="238126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279">
              <a:extLst>
                <a:ext uri="{FF2B5EF4-FFF2-40B4-BE49-F238E27FC236}">
                  <a16:creationId xmlns:a16="http://schemas.microsoft.com/office/drawing/2014/main" id="{898607F6-5250-42F2-8EDC-2B5BD14AC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238" y="361951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Oval 280">
              <a:extLst>
                <a:ext uri="{FF2B5EF4-FFF2-40B4-BE49-F238E27FC236}">
                  <a16:creationId xmlns:a16="http://schemas.microsoft.com/office/drawing/2014/main" id="{10F4AE56-6EB1-4B8D-A9C3-7691F13A8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81001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Oval 281">
              <a:extLst>
                <a:ext uri="{FF2B5EF4-FFF2-40B4-BE49-F238E27FC236}">
                  <a16:creationId xmlns:a16="http://schemas.microsoft.com/office/drawing/2014/main" id="{A01B45EE-428D-497E-B4E7-021C95FDF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9250" y="455613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Oval 282">
              <a:extLst>
                <a:ext uri="{FF2B5EF4-FFF2-40B4-BE49-F238E27FC236}">
                  <a16:creationId xmlns:a16="http://schemas.microsoft.com/office/drawing/2014/main" id="{DF845A09-A901-49FB-AD39-84019584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5425" y="612776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283">
              <a:extLst>
                <a:ext uri="{FF2B5EF4-FFF2-40B4-BE49-F238E27FC236}">
                  <a16:creationId xmlns:a16="http://schemas.microsoft.com/office/drawing/2014/main" id="{E404410D-3A45-4CE2-96A5-8A5489359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6175" y="742951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Oval 418">
              <a:extLst>
                <a:ext uri="{FF2B5EF4-FFF2-40B4-BE49-F238E27FC236}">
                  <a16:creationId xmlns:a16="http://schemas.microsoft.com/office/drawing/2014/main" id="{3C2E5670-4C98-40D0-BA05-55DF387D5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525" y="858838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422">
              <a:extLst>
                <a:ext uri="{FF2B5EF4-FFF2-40B4-BE49-F238E27FC236}">
                  <a16:creationId xmlns:a16="http://schemas.microsoft.com/office/drawing/2014/main" id="{83CF2CF8-0EEB-4F57-8492-8BE421BA3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413" y="571501"/>
              <a:ext cx="6350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Oval 423">
              <a:extLst>
                <a:ext uri="{FF2B5EF4-FFF2-40B4-BE49-F238E27FC236}">
                  <a16:creationId xmlns:a16="http://schemas.microsoft.com/office/drawing/2014/main" id="{72B0125F-1B91-4DDA-BD47-DC0294C2A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363" y="549276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424">
              <a:extLst>
                <a:ext uri="{FF2B5EF4-FFF2-40B4-BE49-F238E27FC236}">
                  <a16:creationId xmlns:a16="http://schemas.microsoft.com/office/drawing/2014/main" id="{A4BBA944-3CCB-4ABA-B463-6B9F29D25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447676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Oval 427">
              <a:extLst>
                <a:ext uri="{FF2B5EF4-FFF2-40B4-BE49-F238E27FC236}">
                  <a16:creationId xmlns:a16="http://schemas.microsoft.com/office/drawing/2014/main" id="{127DD054-1DC3-4B86-B022-8A11F3FB3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050" y="109538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Oval 428">
              <a:extLst>
                <a:ext uri="{FF2B5EF4-FFF2-40B4-BE49-F238E27FC236}">
                  <a16:creationId xmlns:a16="http://schemas.microsoft.com/office/drawing/2014/main" id="{6371F00E-F6F0-4A72-965B-7B67F0B0B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263" y="33338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Oval 433">
              <a:extLst>
                <a:ext uri="{FF2B5EF4-FFF2-40B4-BE49-F238E27FC236}">
                  <a16:creationId xmlns:a16="http://schemas.microsoft.com/office/drawing/2014/main" id="{FF01B854-1F88-44FD-B1E7-EE6B58C35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750" y="233363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Oval 434">
              <a:extLst>
                <a:ext uri="{FF2B5EF4-FFF2-40B4-BE49-F238E27FC236}">
                  <a16:creationId xmlns:a16="http://schemas.microsoft.com/office/drawing/2014/main" id="{C0485983-1D07-4789-BE24-FE2A2FD25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488" y="357188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Oval 435">
              <a:extLst>
                <a:ext uri="{FF2B5EF4-FFF2-40B4-BE49-F238E27FC236}">
                  <a16:creationId xmlns:a16="http://schemas.microsoft.com/office/drawing/2014/main" id="{998025C3-ACAF-4FD5-94DE-FE410F364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376238"/>
              <a:ext cx="9525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Oval 436">
              <a:extLst>
                <a:ext uri="{FF2B5EF4-FFF2-40B4-BE49-F238E27FC236}">
                  <a16:creationId xmlns:a16="http://schemas.microsoft.com/office/drawing/2014/main" id="{71B2F328-ACB5-451F-A859-8AF160FE7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088" y="452438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Oval 437">
              <a:extLst>
                <a:ext uri="{FF2B5EF4-FFF2-40B4-BE49-F238E27FC236}">
                  <a16:creationId xmlns:a16="http://schemas.microsoft.com/office/drawing/2014/main" id="{2A4576A5-302F-4FA4-9032-0BBFE0488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608013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439">
              <a:extLst>
                <a:ext uri="{FF2B5EF4-FFF2-40B4-BE49-F238E27FC236}">
                  <a16:creationId xmlns:a16="http://schemas.microsoft.com/office/drawing/2014/main" id="{75A4FF94-7CA0-4659-9FB7-D553C0CE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963" y="892176"/>
              <a:ext cx="6350" cy="4763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1 h 2"/>
                <a:gd name="T4" fmla="*/ 2 w 3"/>
                <a:gd name="T5" fmla="*/ 0 h 2"/>
                <a:gd name="T6" fmla="*/ 0 w 3"/>
                <a:gd name="T7" fmla="*/ 1 h 2"/>
                <a:gd name="T8" fmla="*/ 1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Oval 440">
              <a:extLst>
                <a:ext uri="{FF2B5EF4-FFF2-40B4-BE49-F238E27FC236}">
                  <a16:creationId xmlns:a16="http://schemas.microsoft.com/office/drawing/2014/main" id="{523CC482-678A-44C7-A46F-8D90C1FD6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638" y="1068388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Oval 441">
              <a:extLst>
                <a:ext uri="{FF2B5EF4-FFF2-40B4-BE49-F238E27FC236}">
                  <a16:creationId xmlns:a16="http://schemas.microsoft.com/office/drawing/2014/main" id="{DEB2EABB-CAA6-4AD4-BFF4-31179F6D0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675" y="1352551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442">
              <a:extLst>
                <a:ext uri="{FF2B5EF4-FFF2-40B4-BE49-F238E27FC236}">
                  <a16:creationId xmlns:a16="http://schemas.microsoft.com/office/drawing/2014/main" id="{94531149-83C0-4CAD-8FBA-2CE138AE5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450" y="1501776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Oval 443">
              <a:extLst>
                <a:ext uri="{FF2B5EF4-FFF2-40B4-BE49-F238E27FC236}">
                  <a16:creationId xmlns:a16="http://schemas.microsoft.com/office/drawing/2014/main" id="{97DD7877-5C3B-4F37-AD80-8D386218B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688" y="1660526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Oval 444">
              <a:extLst>
                <a:ext uri="{FF2B5EF4-FFF2-40B4-BE49-F238E27FC236}">
                  <a16:creationId xmlns:a16="http://schemas.microsoft.com/office/drawing/2014/main" id="{3DDE2521-F540-43C2-ACCA-DC4D0E3F4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641476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Oval 445">
              <a:extLst>
                <a:ext uri="{FF2B5EF4-FFF2-40B4-BE49-F238E27FC236}">
                  <a16:creationId xmlns:a16="http://schemas.microsoft.com/office/drawing/2014/main" id="{A6F0CC74-BF50-41FD-B6D5-B3BED3487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400" y="1806576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Oval 446">
              <a:extLst>
                <a:ext uri="{FF2B5EF4-FFF2-40B4-BE49-F238E27FC236}">
                  <a16:creationId xmlns:a16="http://schemas.microsoft.com/office/drawing/2014/main" id="{57AFAD6E-6763-4AA5-96E5-66644B114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363" y="1824038"/>
              <a:ext cx="25400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Oval 447">
              <a:extLst>
                <a:ext uri="{FF2B5EF4-FFF2-40B4-BE49-F238E27FC236}">
                  <a16:creationId xmlns:a16="http://schemas.microsoft.com/office/drawing/2014/main" id="{275D3717-B672-45EB-8279-E2F75BD89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009776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Oval 448">
              <a:extLst>
                <a:ext uri="{FF2B5EF4-FFF2-40B4-BE49-F238E27FC236}">
                  <a16:creationId xmlns:a16="http://schemas.microsoft.com/office/drawing/2014/main" id="{7E182F3F-DACF-4D6D-9F64-3DED08958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050" y="1954213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Oval 449">
              <a:extLst>
                <a:ext uri="{FF2B5EF4-FFF2-40B4-BE49-F238E27FC236}">
                  <a16:creationId xmlns:a16="http://schemas.microsoft.com/office/drawing/2014/main" id="{37790C4F-8A36-4B6C-85C2-F2E4F3700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575" y="2074863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Oval 450">
              <a:extLst>
                <a:ext uri="{FF2B5EF4-FFF2-40B4-BE49-F238E27FC236}">
                  <a16:creationId xmlns:a16="http://schemas.microsoft.com/office/drawing/2014/main" id="{6432025A-9590-4634-A61F-D2EF49EF1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888" y="2114551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Oval 451">
              <a:extLst>
                <a:ext uri="{FF2B5EF4-FFF2-40B4-BE49-F238E27FC236}">
                  <a16:creationId xmlns:a16="http://schemas.microsoft.com/office/drawing/2014/main" id="{E9A452AC-9EE2-41FD-8F5F-2D41C67CC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2165351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Oval 452">
              <a:extLst>
                <a:ext uri="{FF2B5EF4-FFF2-40B4-BE49-F238E27FC236}">
                  <a16:creationId xmlns:a16="http://schemas.microsoft.com/office/drawing/2014/main" id="{3235CAFA-A094-4F47-932F-E17D83CB6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336801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Oval 453">
              <a:extLst>
                <a:ext uri="{FF2B5EF4-FFF2-40B4-BE49-F238E27FC236}">
                  <a16:creationId xmlns:a16="http://schemas.microsoft.com/office/drawing/2014/main" id="{4512B6B0-0DCB-4CF5-B153-C4E4D4F27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0" y="2316163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54">
              <a:extLst>
                <a:ext uri="{FF2B5EF4-FFF2-40B4-BE49-F238E27FC236}">
                  <a16:creationId xmlns:a16="http://schemas.microsoft.com/office/drawing/2014/main" id="{946862EB-FE97-49E1-B612-97666AD4A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3" y="2416176"/>
              <a:ext cx="22225" cy="22225"/>
            </a:xfrm>
            <a:custGeom>
              <a:avLst/>
              <a:gdLst>
                <a:gd name="T0" fmla="*/ 5 w 10"/>
                <a:gd name="T1" fmla="*/ 10 h 10"/>
                <a:gd name="T2" fmla="*/ 10 w 10"/>
                <a:gd name="T3" fmla="*/ 5 h 10"/>
                <a:gd name="T4" fmla="*/ 5 w 10"/>
                <a:gd name="T5" fmla="*/ 0 h 10"/>
                <a:gd name="T6" fmla="*/ 0 w 10"/>
                <a:gd name="T7" fmla="*/ 5 h 10"/>
                <a:gd name="T8" fmla="*/ 5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8" y="10"/>
                    <a:pt x="10" y="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Oval 455">
              <a:extLst>
                <a:ext uri="{FF2B5EF4-FFF2-40B4-BE49-F238E27FC236}">
                  <a16:creationId xmlns:a16="http://schemas.microsoft.com/office/drawing/2014/main" id="{CA86CE8A-B53E-49A3-BA83-5BBA2FF0B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163" y="2484438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456">
              <a:extLst>
                <a:ext uri="{FF2B5EF4-FFF2-40B4-BE49-F238E27FC236}">
                  <a16:creationId xmlns:a16="http://schemas.microsoft.com/office/drawing/2014/main" id="{626E0750-14EF-41B5-8B2E-663E07E73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750" y="2641601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57">
              <a:extLst>
                <a:ext uri="{FF2B5EF4-FFF2-40B4-BE49-F238E27FC236}">
                  <a16:creationId xmlns:a16="http://schemas.microsoft.com/office/drawing/2014/main" id="{96908A75-03AC-4062-992B-685ABF4E1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652713"/>
              <a:ext cx="30163" cy="26988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1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10"/>
                    <a:pt x="4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458">
              <a:extLst>
                <a:ext uri="{FF2B5EF4-FFF2-40B4-BE49-F238E27FC236}">
                  <a16:creationId xmlns:a16="http://schemas.microsoft.com/office/drawing/2014/main" id="{DA0C0FF7-4A0D-4E45-9D83-E352AD7D8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313" y="2760663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Oval 459">
              <a:extLst>
                <a:ext uri="{FF2B5EF4-FFF2-40B4-BE49-F238E27FC236}">
                  <a16:creationId xmlns:a16="http://schemas.microsoft.com/office/drawing/2014/main" id="{FE457A98-54A6-4D79-95C3-16DF920DA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838" y="2789238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460">
              <a:extLst>
                <a:ext uri="{FF2B5EF4-FFF2-40B4-BE49-F238E27FC236}">
                  <a16:creationId xmlns:a16="http://schemas.microsoft.com/office/drawing/2014/main" id="{8D950F99-879A-4600-895B-A1691FE9F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238" y="2881313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61">
              <a:extLst>
                <a:ext uri="{FF2B5EF4-FFF2-40B4-BE49-F238E27FC236}">
                  <a16:creationId xmlns:a16="http://schemas.microsoft.com/office/drawing/2014/main" id="{8D03E44A-9051-4B06-B738-29DF79EF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200" y="2989263"/>
              <a:ext cx="19050" cy="17463"/>
            </a:xfrm>
            <a:custGeom>
              <a:avLst/>
              <a:gdLst>
                <a:gd name="T0" fmla="*/ 4 w 9"/>
                <a:gd name="T1" fmla="*/ 8 h 8"/>
                <a:gd name="T2" fmla="*/ 9 w 9"/>
                <a:gd name="T3" fmla="*/ 4 h 8"/>
                <a:gd name="T4" fmla="*/ 5 w 9"/>
                <a:gd name="T5" fmla="*/ 0 h 8"/>
                <a:gd name="T6" fmla="*/ 0 w 9"/>
                <a:gd name="T7" fmla="*/ 4 h 8"/>
                <a:gd name="T8" fmla="*/ 4 w 9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7" y="8"/>
                    <a:pt x="9" y="6"/>
                    <a:pt x="9" y="4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462">
              <a:extLst>
                <a:ext uri="{FF2B5EF4-FFF2-40B4-BE49-F238E27FC236}">
                  <a16:creationId xmlns:a16="http://schemas.microsoft.com/office/drawing/2014/main" id="{F9B96DAC-D7DD-42CA-BA54-06197B344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8" y="3095626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Oval 463">
              <a:extLst>
                <a:ext uri="{FF2B5EF4-FFF2-40B4-BE49-F238E27FC236}">
                  <a16:creationId xmlns:a16="http://schemas.microsoft.com/office/drawing/2014/main" id="{05750433-4BB3-4507-88D4-194921894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875" y="3311526"/>
              <a:ext cx="23813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464">
              <a:extLst>
                <a:ext uri="{FF2B5EF4-FFF2-40B4-BE49-F238E27FC236}">
                  <a16:creationId xmlns:a16="http://schemas.microsoft.com/office/drawing/2014/main" id="{73643996-D13F-47AE-89A7-B6AB9F6AD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3" y="3709988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Oval 465">
              <a:extLst>
                <a:ext uri="{FF2B5EF4-FFF2-40B4-BE49-F238E27FC236}">
                  <a16:creationId xmlns:a16="http://schemas.microsoft.com/office/drawing/2014/main" id="{AAE00846-18F3-4208-8FDD-F34762C2F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963" y="3836988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466">
              <a:extLst>
                <a:ext uri="{FF2B5EF4-FFF2-40B4-BE49-F238E27FC236}">
                  <a16:creationId xmlns:a16="http://schemas.microsoft.com/office/drawing/2014/main" id="{600161A4-51D6-40E2-9BFE-11FF06CF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775" y="3892551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Oval 467">
              <a:extLst>
                <a:ext uri="{FF2B5EF4-FFF2-40B4-BE49-F238E27FC236}">
                  <a16:creationId xmlns:a16="http://schemas.microsoft.com/office/drawing/2014/main" id="{C2A3A153-D116-4A21-ABD1-6203AF1B8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488" y="3973513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468">
              <a:extLst>
                <a:ext uri="{FF2B5EF4-FFF2-40B4-BE49-F238E27FC236}">
                  <a16:creationId xmlns:a16="http://schemas.microsoft.com/office/drawing/2014/main" id="{5F3648BD-2D40-465A-878D-AB3B1573D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488" y="4086226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Oval 469">
              <a:extLst>
                <a:ext uri="{FF2B5EF4-FFF2-40B4-BE49-F238E27FC236}">
                  <a16:creationId xmlns:a16="http://schemas.microsoft.com/office/drawing/2014/main" id="{71DABAE5-05F9-4E48-8D25-741B4E0FD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175" y="4103688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470">
              <a:extLst>
                <a:ext uri="{FF2B5EF4-FFF2-40B4-BE49-F238E27FC236}">
                  <a16:creationId xmlns:a16="http://schemas.microsoft.com/office/drawing/2014/main" id="{FEA049CD-4082-4F29-B38B-EAFDB76AD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5" y="4192588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Oval 471">
              <a:extLst>
                <a:ext uri="{FF2B5EF4-FFF2-40B4-BE49-F238E27FC236}">
                  <a16:creationId xmlns:a16="http://schemas.microsoft.com/office/drawing/2014/main" id="{993C3AAD-1D92-4BC6-A0C0-527ECEC8B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500" y="4449763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472">
              <a:extLst>
                <a:ext uri="{FF2B5EF4-FFF2-40B4-BE49-F238E27FC236}">
                  <a16:creationId xmlns:a16="http://schemas.microsoft.com/office/drawing/2014/main" id="{684196C2-2039-47FD-A32E-AA4C40A67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588" y="4564063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Oval 473">
              <a:extLst>
                <a:ext uri="{FF2B5EF4-FFF2-40B4-BE49-F238E27FC236}">
                  <a16:creationId xmlns:a16="http://schemas.microsoft.com/office/drawing/2014/main" id="{7D038A3E-97CD-4011-970E-EEC47CE5D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325" y="4686301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474">
              <a:extLst>
                <a:ext uri="{FF2B5EF4-FFF2-40B4-BE49-F238E27FC236}">
                  <a16:creationId xmlns:a16="http://schemas.microsoft.com/office/drawing/2014/main" id="{B2B00358-C2F2-4527-8700-ECEB2B393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8" y="4703763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Oval 475">
              <a:extLst>
                <a:ext uri="{FF2B5EF4-FFF2-40B4-BE49-F238E27FC236}">
                  <a16:creationId xmlns:a16="http://schemas.microsoft.com/office/drawing/2014/main" id="{AD877BC8-938D-4484-B351-E3347CF2D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650" y="4676776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476">
              <a:extLst>
                <a:ext uri="{FF2B5EF4-FFF2-40B4-BE49-F238E27FC236}">
                  <a16:creationId xmlns:a16="http://schemas.microsoft.com/office/drawing/2014/main" id="{D644F85F-B48C-400A-BB5B-3ADF52F08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138" y="4710113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Oval 477">
              <a:extLst>
                <a:ext uri="{FF2B5EF4-FFF2-40B4-BE49-F238E27FC236}">
                  <a16:creationId xmlns:a16="http://schemas.microsoft.com/office/drawing/2014/main" id="{38982866-92D2-480F-9CFE-81C5307BC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850" y="4845051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478">
              <a:extLst>
                <a:ext uri="{FF2B5EF4-FFF2-40B4-BE49-F238E27FC236}">
                  <a16:creationId xmlns:a16="http://schemas.microsoft.com/office/drawing/2014/main" id="{6E806E58-C38C-431A-8C97-DA1971906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875" y="4978401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Oval 479">
              <a:extLst>
                <a:ext uri="{FF2B5EF4-FFF2-40B4-BE49-F238E27FC236}">
                  <a16:creationId xmlns:a16="http://schemas.microsoft.com/office/drawing/2014/main" id="{173612A1-21A8-4714-A669-654D5C7DD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013" y="5016501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480">
              <a:extLst>
                <a:ext uri="{FF2B5EF4-FFF2-40B4-BE49-F238E27FC236}">
                  <a16:creationId xmlns:a16="http://schemas.microsoft.com/office/drawing/2014/main" id="{B952B097-5110-4C6A-B033-67033F8E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038" y="5057776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481">
              <a:extLst>
                <a:ext uri="{FF2B5EF4-FFF2-40B4-BE49-F238E27FC236}">
                  <a16:creationId xmlns:a16="http://schemas.microsoft.com/office/drawing/2014/main" id="{E36A6329-40AE-474E-A795-A99730EF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000" y="5111751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482">
              <a:extLst>
                <a:ext uri="{FF2B5EF4-FFF2-40B4-BE49-F238E27FC236}">
                  <a16:creationId xmlns:a16="http://schemas.microsoft.com/office/drawing/2014/main" id="{DEC02274-94FD-464A-AAB3-AB5C411F0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913" y="5056188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Oval 483">
              <a:extLst>
                <a:ext uri="{FF2B5EF4-FFF2-40B4-BE49-F238E27FC236}">
                  <a16:creationId xmlns:a16="http://schemas.microsoft.com/office/drawing/2014/main" id="{878857C1-E3B7-4FC1-BFDC-189885FCC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650" y="5186363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484">
              <a:extLst>
                <a:ext uri="{FF2B5EF4-FFF2-40B4-BE49-F238E27FC236}">
                  <a16:creationId xmlns:a16="http://schemas.microsoft.com/office/drawing/2014/main" id="{6D44286E-5A40-46E9-804C-4676809A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200" y="5262563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485">
              <a:extLst>
                <a:ext uri="{FF2B5EF4-FFF2-40B4-BE49-F238E27FC236}">
                  <a16:creationId xmlns:a16="http://schemas.microsoft.com/office/drawing/2014/main" id="{59AB0B76-719C-481E-A284-61ECC1F53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738" y="5322888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486">
              <a:extLst>
                <a:ext uri="{FF2B5EF4-FFF2-40B4-BE49-F238E27FC236}">
                  <a16:creationId xmlns:a16="http://schemas.microsoft.com/office/drawing/2014/main" id="{E70E6738-2408-4C3F-9E01-59F6C4843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900" y="5453063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Oval 487">
              <a:extLst>
                <a:ext uri="{FF2B5EF4-FFF2-40B4-BE49-F238E27FC236}">
                  <a16:creationId xmlns:a16="http://schemas.microsoft.com/office/drawing/2014/main" id="{9136281D-B327-44DA-8CCE-A75C9D2D2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713" y="5541963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488">
              <a:extLst>
                <a:ext uri="{FF2B5EF4-FFF2-40B4-BE49-F238E27FC236}">
                  <a16:creationId xmlns:a16="http://schemas.microsoft.com/office/drawing/2014/main" id="{EB97CB70-7643-4F0B-AA79-D289DD8E0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263" y="5646738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Oval 489">
              <a:extLst>
                <a:ext uri="{FF2B5EF4-FFF2-40B4-BE49-F238E27FC236}">
                  <a16:creationId xmlns:a16="http://schemas.microsoft.com/office/drawing/2014/main" id="{1716B569-5E58-4C9E-866E-7546055ED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513" y="5721351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490">
              <a:extLst>
                <a:ext uri="{FF2B5EF4-FFF2-40B4-BE49-F238E27FC236}">
                  <a16:creationId xmlns:a16="http://schemas.microsoft.com/office/drawing/2014/main" id="{1668940A-FC4A-4AF7-816F-A85558147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875" y="5794376"/>
              <a:ext cx="1587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Oval 491">
              <a:extLst>
                <a:ext uri="{FF2B5EF4-FFF2-40B4-BE49-F238E27FC236}">
                  <a16:creationId xmlns:a16="http://schemas.microsoft.com/office/drawing/2014/main" id="{8C3B7AC5-AE17-4591-82A0-A2D4C3F8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988" y="5830888"/>
              <a:ext cx="20638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492">
              <a:extLst>
                <a:ext uri="{FF2B5EF4-FFF2-40B4-BE49-F238E27FC236}">
                  <a16:creationId xmlns:a16="http://schemas.microsoft.com/office/drawing/2014/main" id="{103A774F-3A8F-4326-9F11-47511DC2B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550" y="5926138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Oval 493">
              <a:extLst>
                <a:ext uri="{FF2B5EF4-FFF2-40B4-BE49-F238E27FC236}">
                  <a16:creationId xmlns:a16="http://schemas.microsoft.com/office/drawing/2014/main" id="{6CC6B3A7-DE16-4CB6-AAA4-1EE1C946A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6061076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494">
              <a:extLst>
                <a:ext uri="{FF2B5EF4-FFF2-40B4-BE49-F238E27FC236}">
                  <a16:creationId xmlns:a16="http://schemas.microsoft.com/office/drawing/2014/main" id="{955A02FD-1A2E-4829-AFF9-3D38E405A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6161088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95">
              <a:extLst>
                <a:ext uri="{FF2B5EF4-FFF2-40B4-BE49-F238E27FC236}">
                  <a16:creationId xmlns:a16="http://schemas.microsoft.com/office/drawing/2014/main" id="{CD2A7173-B2BA-4B92-829F-EBA669C4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888" y="6199188"/>
              <a:ext cx="20638" cy="20638"/>
            </a:xfrm>
            <a:custGeom>
              <a:avLst/>
              <a:gdLst>
                <a:gd name="T0" fmla="*/ 4 w 9"/>
                <a:gd name="T1" fmla="*/ 9 h 9"/>
                <a:gd name="T2" fmla="*/ 9 w 9"/>
                <a:gd name="T3" fmla="*/ 4 h 9"/>
                <a:gd name="T4" fmla="*/ 5 w 9"/>
                <a:gd name="T5" fmla="*/ 0 h 9"/>
                <a:gd name="T6" fmla="*/ 0 w 9"/>
                <a:gd name="T7" fmla="*/ 4 h 9"/>
                <a:gd name="T8" fmla="*/ 4 w 9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7" y="9"/>
                    <a:pt x="9" y="7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496">
              <a:extLst>
                <a:ext uri="{FF2B5EF4-FFF2-40B4-BE49-F238E27FC236}">
                  <a16:creationId xmlns:a16="http://schemas.microsoft.com/office/drawing/2014/main" id="{322D7339-2466-4DAD-9797-667C0DD03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788" y="6289676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Oval 497">
              <a:extLst>
                <a:ext uri="{FF2B5EF4-FFF2-40B4-BE49-F238E27FC236}">
                  <a16:creationId xmlns:a16="http://schemas.microsoft.com/office/drawing/2014/main" id="{FFAB026C-1A22-48E1-9A4B-6AF4BB1DB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700" y="6435726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498">
              <a:extLst>
                <a:ext uri="{FF2B5EF4-FFF2-40B4-BE49-F238E27FC236}">
                  <a16:creationId xmlns:a16="http://schemas.microsoft.com/office/drawing/2014/main" id="{865CD4A4-62F0-4431-A2A6-59B80200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325" y="6488113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Oval 499">
              <a:extLst>
                <a:ext uri="{FF2B5EF4-FFF2-40B4-BE49-F238E27FC236}">
                  <a16:creationId xmlns:a16="http://schemas.microsoft.com/office/drawing/2014/main" id="{03642B98-E0CC-4515-9BAD-DBD1D31D8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188" y="6503988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500">
              <a:extLst>
                <a:ext uri="{FF2B5EF4-FFF2-40B4-BE49-F238E27FC236}">
                  <a16:creationId xmlns:a16="http://schemas.microsoft.com/office/drawing/2014/main" id="{940B3BCA-BFD6-4C4A-A13C-17E4270C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6507163"/>
              <a:ext cx="23813" cy="25400"/>
            </a:xfrm>
            <a:custGeom>
              <a:avLst/>
              <a:gdLst>
                <a:gd name="T0" fmla="*/ 6 w 11"/>
                <a:gd name="T1" fmla="*/ 11 h 11"/>
                <a:gd name="T2" fmla="*/ 11 w 11"/>
                <a:gd name="T3" fmla="*/ 5 h 11"/>
                <a:gd name="T4" fmla="*/ 6 w 11"/>
                <a:gd name="T5" fmla="*/ 0 h 11"/>
                <a:gd name="T6" fmla="*/ 0 w 11"/>
                <a:gd name="T7" fmla="*/ 5 h 11"/>
                <a:gd name="T8" fmla="*/ 6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1"/>
                  </a:moveTo>
                  <a:cubicBezTo>
                    <a:pt x="9" y="11"/>
                    <a:pt x="11" y="8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2" y="11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Oval 501">
              <a:extLst>
                <a:ext uri="{FF2B5EF4-FFF2-40B4-BE49-F238E27FC236}">
                  <a16:creationId xmlns:a16="http://schemas.microsoft.com/office/drawing/2014/main" id="{F54D8026-0974-47D8-83F5-6D69FB002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788" y="6621463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502">
              <a:extLst>
                <a:ext uri="{FF2B5EF4-FFF2-40B4-BE49-F238E27FC236}">
                  <a16:creationId xmlns:a16="http://schemas.microsoft.com/office/drawing/2014/main" id="{12F67813-CBF6-4BEB-AD7D-1D4262EEA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025" y="6710363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Oval 503">
              <a:extLst>
                <a:ext uri="{FF2B5EF4-FFF2-40B4-BE49-F238E27FC236}">
                  <a16:creationId xmlns:a16="http://schemas.microsoft.com/office/drawing/2014/main" id="{5B011883-85BD-4950-9F03-A1411D22A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488" y="6856413"/>
              <a:ext cx="6350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504">
              <a:extLst>
                <a:ext uri="{FF2B5EF4-FFF2-40B4-BE49-F238E27FC236}">
                  <a16:creationId xmlns:a16="http://schemas.microsoft.com/office/drawing/2014/main" id="{98088331-7818-4970-92F0-09146E440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238" y="695642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505">
              <a:extLst>
                <a:ext uri="{FF2B5EF4-FFF2-40B4-BE49-F238E27FC236}">
                  <a16:creationId xmlns:a16="http://schemas.microsoft.com/office/drawing/2014/main" id="{6404A395-6F17-4F2E-9B40-3AC4CFC3A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7016751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510">
              <a:extLst>
                <a:ext uri="{FF2B5EF4-FFF2-40B4-BE49-F238E27FC236}">
                  <a16:creationId xmlns:a16="http://schemas.microsoft.com/office/drawing/2014/main" id="{6EE26761-A142-42E7-920E-F860DF03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913" y="1863726"/>
              <a:ext cx="17463" cy="11113"/>
            </a:xfrm>
            <a:custGeom>
              <a:avLst/>
              <a:gdLst>
                <a:gd name="T0" fmla="*/ 0 w 8"/>
                <a:gd name="T1" fmla="*/ 2 h 5"/>
                <a:gd name="T2" fmla="*/ 4 w 8"/>
                <a:gd name="T3" fmla="*/ 4 h 5"/>
                <a:gd name="T4" fmla="*/ 8 w 8"/>
                <a:gd name="T5" fmla="*/ 0 h 5"/>
                <a:gd name="T6" fmla="*/ 0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5"/>
                    <a:pt x="7" y="3"/>
                    <a:pt x="8" y="0"/>
                  </a:cubicBezTo>
                  <a:cubicBezTo>
                    <a:pt x="5" y="1"/>
                    <a:pt x="3" y="1"/>
                    <a:pt x="0" y="2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555">
              <a:extLst>
                <a:ext uri="{FF2B5EF4-FFF2-40B4-BE49-F238E27FC236}">
                  <a16:creationId xmlns:a16="http://schemas.microsoft.com/office/drawing/2014/main" id="{1C0E67B1-6723-4955-BA1B-CE79CB339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1778001"/>
              <a:ext cx="28575" cy="28575"/>
            </a:xfrm>
            <a:custGeom>
              <a:avLst/>
              <a:gdLst>
                <a:gd name="T0" fmla="*/ 10 w 13"/>
                <a:gd name="T1" fmla="*/ 2 h 13"/>
                <a:gd name="T2" fmla="*/ 11 w 13"/>
                <a:gd name="T3" fmla="*/ 10 h 13"/>
                <a:gd name="T4" fmla="*/ 2 w 13"/>
                <a:gd name="T5" fmla="*/ 11 h 13"/>
                <a:gd name="T6" fmla="*/ 2 w 13"/>
                <a:gd name="T7" fmla="*/ 3 h 13"/>
                <a:gd name="T8" fmla="*/ 10 w 13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8" y="13"/>
                    <a:pt x="5" y="13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556">
              <a:extLst>
                <a:ext uri="{FF2B5EF4-FFF2-40B4-BE49-F238E27FC236}">
                  <a16:creationId xmlns:a16="http://schemas.microsoft.com/office/drawing/2014/main" id="{331530F0-2A9B-4BDB-8227-426FBCF0F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8788" y="1760538"/>
              <a:ext cx="28575" cy="26988"/>
            </a:xfrm>
            <a:custGeom>
              <a:avLst/>
              <a:gdLst>
                <a:gd name="T0" fmla="*/ 11 w 13"/>
                <a:gd name="T1" fmla="*/ 2 h 12"/>
                <a:gd name="T2" fmla="*/ 11 w 13"/>
                <a:gd name="T3" fmla="*/ 10 h 12"/>
                <a:gd name="T4" fmla="*/ 3 w 13"/>
                <a:gd name="T5" fmla="*/ 10 h 12"/>
                <a:gd name="T6" fmla="*/ 2 w 13"/>
                <a:gd name="T7" fmla="*/ 2 h 12"/>
                <a:gd name="T8" fmla="*/ 11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11" y="2"/>
                  </a:moveTo>
                  <a:cubicBezTo>
                    <a:pt x="13" y="4"/>
                    <a:pt x="13" y="7"/>
                    <a:pt x="11" y="10"/>
                  </a:cubicBezTo>
                  <a:cubicBezTo>
                    <a:pt x="9" y="12"/>
                    <a:pt x="5" y="12"/>
                    <a:pt x="3" y="10"/>
                  </a:cubicBezTo>
                  <a:cubicBezTo>
                    <a:pt x="0" y="8"/>
                    <a:pt x="0" y="4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557">
              <a:extLst>
                <a:ext uri="{FF2B5EF4-FFF2-40B4-BE49-F238E27FC236}">
                  <a16:creationId xmlns:a16="http://schemas.microsoft.com/office/drawing/2014/main" id="{2E7EAB56-7E73-4600-95A5-37FED584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2012951"/>
              <a:ext cx="28575" cy="28575"/>
            </a:xfrm>
            <a:custGeom>
              <a:avLst/>
              <a:gdLst>
                <a:gd name="T0" fmla="*/ 11 w 13"/>
                <a:gd name="T1" fmla="*/ 2 h 13"/>
                <a:gd name="T2" fmla="*/ 11 w 13"/>
                <a:gd name="T3" fmla="*/ 10 h 13"/>
                <a:gd name="T4" fmla="*/ 3 w 13"/>
                <a:gd name="T5" fmla="*/ 11 h 13"/>
                <a:gd name="T6" fmla="*/ 2 w 13"/>
                <a:gd name="T7" fmla="*/ 2 h 13"/>
                <a:gd name="T8" fmla="*/ 11 w 13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1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9" y="12"/>
                    <a:pt x="5" y="13"/>
                    <a:pt x="3" y="11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558">
              <a:extLst>
                <a:ext uri="{FF2B5EF4-FFF2-40B4-BE49-F238E27FC236}">
                  <a16:creationId xmlns:a16="http://schemas.microsoft.com/office/drawing/2014/main" id="{9611A193-30EE-4B9F-BF9E-2BCDA447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2187576"/>
              <a:ext cx="26988" cy="26988"/>
            </a:xfrm>
            <a:custGeom>
              <a:avLst/>
              <a:gdLst>
                <a:gd name="T0" fmla="*/ 2 w 12"/>
                <a:gd name="T1" fmla="*/ 10 h 12"/>
                <a:gd name="T2" fmla="*/ 10 w 12"/>
                <a:gd name="T3" fmla="*/ 10 h 12"/>
                <a:gd name="T4" fmla="*/ 10 w 12"/>
                <a:gd name="T5" fmla="*/ 2 h 12"/>
                <a:gd name="T6" fmla="*/ 2 w 12"/>
                <a:gd name="T7" fmla="*/ 2 h 12"/>
                <a:gd name="T8" fmla="*/ 2 w 12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10"/>
                  </a:moveTo>
                  <a:cubicBezTo>
                    <a:pt x="4" y="12"/>
                    <a:pt x="8" y="12"/>
                    <a:pt x="10" y="10"/>
                  </a:cubicBezTo>
                  <a:cubicBezTo>
                    <a:pt x="12" y="7"/>
                    <a:pt x="12" y="4"/>
                    <a:pt x="10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0" y="8"/>
                    <a:pt x="2" y="10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559">
              <a:extLst>
                <a:ext uri="{FF2B5EF4-FFF2-40B4-BE49-F238E27FC236}">
                  <a16:creationId xmlns:a16="http://schemas.microsoft.com/office/drawing/2014/main" id="{1BC80412-E32D-413E-A09F-DA1FD1C4A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0" y="1955801"/>
              <a:ext cx="25400" cy="28575"/>
            </a:xfrm>
            <a:custGeom>
              <a:avLst/>
              <a:gdLst>
                <a:gd name="T0" fmla="*/ 2 w 12"/>
                <a:gd name="T1" fmla="*/ 11 h 13"/>
                <a:gd name="T2" fmla="*/ 10 w 12"/>
                <a:gd name="T3" fmla="*/ 10 h 13"/>
                <a:gd name="T4" fmla="*/ 10 w 12"/>
                <a:gd name="T5" fmla="*/ 2 h 13"/>
                <a:gd name="T6" fmla="*/ 2 w 12"/>
                <a:gd name="T7" fmla="*/ 3 h 13"/>
                <a:gd name="T8" fmla="*/ 2 w 12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2" y="11"/>
                  </a:moveTo>
                  <a:cubicBezTo>
                    <a:pt x="5" y="13"/>
                    <a:pt x="8" y="13"/>
                    <a:pt x="10" y="10"/>
                  </a:cubicBezTo>
                  <a:cubicBezTo>
                    <a:pt x="12" y="8"/>
                    <a:pt x="12" y="4"/>
                    <a:pt x="10" y="2"/>
                  </a:cubicBezTo>
                  <a:cubicBezTo>
                    <a:pt x="8" y="0"/>
                    <a:pt x="4" y="0"/>
                    <a:pt x="2" y="3"/>
                  </a:cubicBezTo>
                  <a:cubicBezTo>
                    <a:pt x="0" y="5"/>
                    <a:pt x="0" y="9"/>
                    <a:pt x="2" y="11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560">
              <a:extLst>
                <a:ext uri="{FF2B5EF4-FFF2-40B4-BE49-F238E27FC236}">
                  <a16:creationId xmlns:a16="http://schemas.microsoft.com/office/drawing/2014/main" id="{7A985393-AEE4-4B58-B6F6-8A073FE3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8800" y="2205038"/>
              <a:ext cx="28575" cy="28575"/>
            </a:xfrm>
            <a:custGeom>
              <a:avLst/>
              <a:gdLst>
                <a:gd name="T0" fmla="*/ 3 w 13"/>
                <a:gd name="T1" fmla="*/ 11 h 13"/>
                <a:gd name="T2" fmla="*/ 11 w 13"/>
                <a:gd name="T3" fmla="*/ 11 h 13"/>
                <a:gd name="T4" fmla="*/ 11 w 13"/>
                <a:gd name="T5" fmla="*/ 2 h 13"/>
                <a:gd name="T6" fmla="*/ 3 w 13"/>
                <a:gd name="T7" fmla="*/ 3 h 13"/>
                <a:gd name="T8" fmla="*/ 3 w 13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3" y="11"/>
                  </a:moveTo>
                  <a:cubicBezTo>
                    <a:pt x="5" y="13"/>
                    <a:pt x="9" y="13"/>
                    <a:pt x="11" y="11"/>
                  </a:cubicBezTo>
                  <a:cubicBezTo>
                    <a:pt x="13" y="8"/>
                    <a:pt x="13" y="5"/>
                    <a:pt x="11" y="2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5"/>
                    <a:pt x="1" y="9"/>
                    <a:pt x="3" y="11"/>
                  </a:cubicBezTo>
                  <a:close/>
                </a:path>
              </a:pathLst>
            </a:custGeom>
            <a:solidFill>
              <a:srgbClr val="929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Oval 154">
              <a:extLst>
                <a:ext uri="{FF2B5EF4-FFF2-40B4-BE49-F238E27FC236}">
                  <a16:creationId xmlns:a16="http://schemas.microsoft.com/office/drawing/2014/main" id="{ED20BC18-0356-4A54-9F50-9330D3772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2487" y="285297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155">
              <a:extLst>
                <a:ext uri="{FF2B5EF4-FFF2-40B4-BE49-F238E27FC236}">
                  <a16:creationId xmlns:a16="http://schemas.microsoft.com/office/drawing/2014/main" id="{138FAD4F-7677-4E30-806D-F1ECA049D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2137" y="410709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Oval 157">
              <a:extLst>
                <a:ext uri="{FF2B5EF4-FFF2-40B4-BE49-F238E27FC236}">
                  <a16:creationId xmlns:a16="http://schemas.microsoft.com/office/drawing/2014/main" id="{58131D83-F984-43D9-A322-A04F18DB7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1837" y="550409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161">
              <a:extLst>
                <a:ext uri="{FF2B5EF4-FFF2-40B4-BE49-F238E27FC236}">
                  <a16:creationId xmlns:a16="http://schemas.microsoft.com/office/drawing/2014/main" id="{280C9244-895F-4D10-B16B-126AA2C24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850" y="1023484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162">
              <a:extLst>
                <a:ext uri="{FF2B5EF4-FFF2-40B4-BE49-F238E27FC236}">
                  <a16:creationId xmlns:a16="http://schemas.microsoft.com/office/drawing/2014/main" id="{A0665F1C-8798-4E14-AEA7-6B3B9D0F4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6937" y="1139372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163">
              <a:extLst>
                <a:ext uri="{FF2B5EF4-FFF2-40B4-BE49-F238E27FC236}">
                  <a16:creationId xmlns:a16="http://schemas.microsoft.com/office/drawing/2014/main" id="{12A783F6-516C-41E8-B754-09A5B589C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4087" y="1261609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164">
              <a:extLst>
                <a:ext uri="{FF2B5EF4-FFF2-40B4-BE49-F238E27FC236}">
                  <a16:creationId xmlns:a16="http://schemas.microsoft.com/office/drawing/2014/main" id="{E1753BE8-AB65-4AAD-9CEB-5B99B6FB9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7737" y="1275897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165">
              <a:extLst>
                <a:ext uri="{FF2B5EF4-FFF2-40B4-BE49-F238E27FC236}">
                  <a16:creationId xmlns:a16="http://schemas.microsoft.com/office/drawing/2014/main" id="{502665A9-CDCB-48EC-A014-E569CB21A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5000" y="1252084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167">
              <a:extLst>
                <a:ext uri="{FF2B5EF4-FFF2-40B4-BE49-F238E27FC236}">
                  <a16:creationId xmlns:a16="http://schemas.microsoft.com/office/drawing/2014/main" id="{2F0D8E13-4FF2-43BC-ADD7-E5C02CBC0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4200" y="1417184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168">
              <a:extLst>
                <a:ext uri="{FF2B5EF4-FFF2-40B4-BE49-F238E27FC236}">
                  <a16:creationId xmlns:a16="http://schemas.microsoft.com/office/drawing/2014/main" id="{C71E935B-EF5C-401C-A186-D1AB6DD7C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4050" y="1552122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169">
              <a:extLst>
                <a:ext uri="{FF2B5EF4-FFF2-40B4-BE49-F238E27FC236}">
                  <a16:creationId xmlns:a16="http://schemas.microsoft.com/office/drawing/2014/main" id="{65BF9FEA-50ED-4487-893B-22F6E6B74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5187" y="1591809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Oval 170">
              <a:extLst>
                <a:ext uri="{FF2B5EF4-FFF2-40B4-BE49-F238E27FC236}">
                  <a16:creationId xmlns:a16="http://schemas.microsoft.com/office/drawing/2014/main" id="{F87B59B4-98A3-49A2-BDE2-1ADBD4D28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7387" y="163149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171">
              <a:extLst>
                <a:ext uri="{FF2B5EF4-FFF2-40B4-BE49-F238E27FC236}">
                  <a16:creationId xmlns:a16="http://schemas.microsoft.com/office/drawing/2014/main" id="{B33EFF81-9E14-4740-88B7-CE2BF027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3762" y="1683884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173">
              <a:extLst>
                <a:ext uri="{FF2B5EF4-FFF2-40B4-BE49-F238E27FC236}">
                  <a16:creationId xmlns:a16="http://schemas.microsoft.com/office/drawing/2014/main" id="{87611719-40F2-4F94-9820-0D928021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2000" y="1761672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176">
              <a:extLst>
                <a:ext uri="{FF2B5EF4-FFF2-40B4-BE49-F238E27FC236}">
                  <a16:creationId xmlns:a16="http://schemas.microsoft.com/office/drawing/2014/main" id="{A93CB32B-03BF-43EF-9061-825725694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7250" y="2025197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Oval 54">
              <a:extLst>
                <a:ext uri="{FF2B5EF4-FFF2-40B4-BE49-F238E27FC236}">
                  <a16:creationId xmlns:a16="http://schemas.microsoft.com/office/drawing/2014/main" id="{583C7F61-1BFE-4421-B4FE-352782764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2395" y="4553458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55">
              <a:extLst>
                <a:ext uri="{FF2B5EF4-FFF2-40B4-BE49-F238E27FC236}">
                  <a16:creationId xmlns:a16="http://schemas.microsoft.com/office/drawing/2014/main" id="{2484C779-BF36-4AEB-B952-D1A7C15DB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4757" y="4397883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Oval 57">
              <a:extLst>
                <a:ext uri="{FF2B5EF4-FFF2-40B4-BE49-F238E27FC236}">
                  <a16:creationId xmlns:a16="http://schemas.microsoft.com/office/drawing/2014/main" id="{2AA3486A-9C6C-4296-85BF-8809B7263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4157" y="4248658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58">
              <a:extLst>
                <a:ext uri="{FF2B5EF4-FFF2-40B4-BE49-F238E27FC236}">
                  <a16:creationId xmlns:a16="http://schemas.microsoft.com/office/drawing/2014/main" id="{C226C1C4-67BE-4DA9-A2FF-DC249AFC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5707" y="4085146"/>
              <a:ext cx="19050" cy="17463"/>
            </a:xfrm>
            <a:custGeom>
              <a:avLst/>
              <a:gdLst>
                <a:gd name="T0" fmla="*/ 5 w 9"/>
                <a:gd name="T1" fmla="*/ 0 h 8"/>
                <a:gd name="T2" fmla="*/ 9 w 9"/>
                <a:gd name="T3" fmla="*/ 4 h 8"/>
                <a:gd name="T4" fmla="*/ 5 w 9"/>
                <a:gd name="T5" fmla="*/ 8 h 8"/>
                <a:gd name="T6" fmla="*/ 0 w 9"/>
                <a:gd name="T7" fmla="*/ 4 h 8"/>
                <a:gd name="T8" fmla="*/ 5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Oval 59">
              <a:extLst>
                <a:ext uri="{FF2B5EF4-FFF2-40B4-BE49-F238E27FC236}">
                  <a16:creationId xmlns:a16="http://schemas.microsoft.com/office/drawing/2014/main" id="{C302FD52-6555-47C0-AAD5-5298A0C21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0670" y="4061333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60">
              <a:extLst>
                <a:ext uri="{FF2B5EF4-FFF2-40B4-BE49-F238E27FC236}">
                  <a16:creationId xmlns:a16="http://schemas.microsoft.com/office/drawing/2014/main" id="{CFC32E99-4972-4FD4-8D42-1BD389ED3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6302" y="4000840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61">
              <a:extLst>
                <a:ext uri="{FF2B5EF4-FFF2-40B4-BE49-F238E27FC236}">
                  <a16:creationId xmlns:a16="http://schemas.microsoft.com/office/drawing/2014/main" id="{3ADD927D-36B3-4F36-8248-75291B47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0357" y="3932746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5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62">
              <a:extLst>
                <a:ext uri="{FF2B5EF4-FFF2-40B4-BE49-F238E27FC236}">
                  <a16:creationId xmlns:a16="http://schemas.microsoft.com/office/drawing/2014/main" id="{3BEA2DFE-8D6D-40EE-BC6E-2295ABA6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1377" y="3940515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63">
              <a:extLst>
                <a:ext uri="{FF2B5EF4-FFF2-40B4-BE49-F238E27FC236}">
                  <a16:creationId xmlns:a16="http://schemas.microsoft.com/office/drawing/2014/main" id="{E1331F2F-EAFC-4E4D-8609-3F32ED2EC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1690" y="3886540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64">
              <a:extLst>
                <a:ext uri="{FF2B5EF4-FFF2-40B4-BE49-F238E27FC236}">
                  <a16:creationId xmlns:a16="http://schemas.microsoft.com/office/drawing/2014/main" id="{D5E64256-6F0F-4600-97D1-0F4BB484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9077" y="3842090"/>
              <a:ext cx="17463" cy="19050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Oval 65">
              <a:extLst>
                <a:ext uri="{FF2B5EF4-FFF2-40B4-BE49-F238E27FC236}">
                  <a16:creationId xmlns:a16="http://schemas.microsoft.com/office/drawing/2014/main" id="{BDA30F77-63FD-47CD-B32D-062B1903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9152" y="3669052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66">
              <a:extLst>
                <a:ext uri="{FF2B5EF4-FFF2-40B4-BE49-F238E27FC236}">
                  <a16:creationId xmlns:a16="http://schemas.microsoft.com/office/drawing/2014/main" id="{F858CA7B-A67D-44CE-A6BF-5D587888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3165" y="3688102"/>
              <a:ext cx="22225" cy="20638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5 h 9"/>
                <a:gd name="T4" fmla="*/ 5 w 10"/>
                <a:gd name="T5" fmla="*/ 9 h 9"/>
                <a:gd name="T6" fmla="*/ 0 w 10"/>
                <a:gd name="T7" fmla="*/ 4 h 9"/>
                <a:gd name="T8" fmla="*/ 5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Oval 67">
              <a:extLst>
                <a:ext uri="{FF2B5EF4-FFF2-40B4-BE49-F238E27FC236}">
                  <a16:creationId xmlns:a16="http://schemas.microsoft.com/office/drawing/2014/main" id="{07D1A15B-5BEA-4672-A3DB-3D5892E3A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1540" y="3583327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68">
              <a:extLst>
                <a:ext uri="{FF2B5EF4-FFF2-40B4-BE49-F238E27FC236}">
                  <a16:creationId xmlns:a16="http://schemas.microsoft.com/office/drawing/2014/main" id="{51F529ED-8A68-4D48-91E5-CE5BF134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9377" y="3511890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7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Oval 69">
              <a:extLst>
                <a:ext uri="{FF2B5EF4-FFF2-40B4-BE49-F238E27FC236}">
                  <a16:creationId xmlns:a16="http://schemas.microsoft.com/office/drawing/2014/main" id="{50E41590-D101-416A-AAA9-3AB0ACBFF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3965" y="3373777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70">
              <a:extLst>
                <a:ext uri="{FF2B5EF4-FFF2-40B4-BE49-F238E27FC236}">
                  <a16:creationId xmlns:a16="http://schemas.microsoft.com/office/drawing/2014/main" id="{293A8A96-DD4F-4ACA-96C3-9DEDEE6CB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2065" y="3345202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Oval 154">
              <a:extLst>
                <a:ext uri="{FF2B5EF4-FFF2-40B4-BE49-F238E27FC236}">
                  <a16:creationId xmlns:a16="http://schemas.microsoft.com/office/drawing/2014/main" id="{A28947FA-CDE4-4761-A85E-A6F5DAFE6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1627" y="2607015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155">
              <a:extLst>
                <a:ext uri="{FF2B5EF4-FFF2-40B4-BE49-F238E27FC236}">
                  <a16:creationId xmlns:a16="http://schemas.microsoft.com/office/drawing/2014/main" id="{E6B2846D-049B-4321-8243-A6594B0B6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1277" y="2732427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Oval 157">
              <a:extLst>
                <a:ext uri="{FF2B5EF4-FFF2-40B4-BE49-F238E27FC236}">
                  <a16:creationId xmlns:a16="http://schemas.microsoft.com/office/drawing/2014/main" id="{16E89C07-882C-4F20-9961-7B1FD9328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0977" y="2872127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161">
              <a:extLst>
                <a:ext uri="{FF2B5EF4-FFF2-40B4-BE49-F238E27FC236}">
                  <a16:creationId xmlns:a16="http://schemas.microsoft.com/office/drawing/2014/main" id="{E97F2420-0D38-4F0F-80A1-1FF3EBE4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7990" y="334520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62">
              <a:extLst>
                <a:ext uri="{FF2B5EF4-FFF2-40B4-BE49-F238E27FC236}">
                  <a16:creationId xmlns:a16="http://schemas.microsoft.com/office/drawing/2014/main" id="{C7D9AB75-93A4-4CCC-9BDA-76C68753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6077" y="3461090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163">
              <a:extLst>
                <a:ext uri="{FF2B5EF4-FFF2-40B4-BE49-F238E27FC236}">
                  <a16:creationId xmlns:a16="http://schemas.microsoft.com/office/drawing/2014/main" id="{EBBE46F0-4249-4C7C-93AA-BCE25DF67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227" y="3583327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Oval 164">
              <a:extLst>
                <a:ext uri="{FF2B5EF4-FFF2-40B4-BE49-F238E27FC236}">
                  <a16:creationId xmlns:a16="http://schemas.microsoft.com/office/drawing/2014/main" id="{AF93E62C-E532-40E5-962E-C9E0E7880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6877" y="3597615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165">
              <a:extLst>
                <a:ext uri="{FF2B5EF4-FFF2-40B4-BE49-F238E27FC236}">
                  <a16:creationId xmlns:a16="http://schemas.microsoft.com/office/drawing/2014/main" id="{048D2B8B-3859-4337-9F56-3BC27FEA1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4140" y="3573802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Oval 167">
              <a:extLst>
                <a:ext uri="{FF2B5EF4-FFF2-40B4-BE49-F238E27FC236}">
                  <a16:creationId xmlns:a16="http://schemas.microsoft.com/office/drawing/2014/main" id="{7E944919-AC41-40E1-AA78-149C7D1E2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3340" y="373890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168">
              <a:extLst>
                <a:ext uri="{FF2B5EF4-FFF2-40B4-BE49-F238E27FC236}">
                  <a16:creationId xmlns:a16="http://schemas.microsoft.com/office/drawing/2014/main" id="{E6A4FFAA-02A2-4CA6-BA20-B50945B9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190" y="3873840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Oval 169">
              <a:extLst>
                <a:ext uri="{FF2B5EF4-FFF2-40B4-BE49-F238E27FC236}">
                  <a16:creationId xmlns:a16="http://schemas.microsoft.com/office/drawing/2014/main" id="{91C84A33-9968-425B-B5F6-17FA54ADA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4327" y="3913527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170">
              <a:extLst>
                <a:ext uri="{FF2B5EF4-FFF2-40B4-BE49-F238E27FC236}">
                  <a16:creationId xmlns:a16="http://schemas.microsoft.com/office/drawing/2014/main" id="{04E68B0F-4A5B-4AB3-A8DB-BB680C531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6527" y="3953215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171">
              <a:extLst>
                <a:ext uri="{FF2B5EF4-FFF2-40B4-BE49-F238E27FC236}">
                  <a16:creationId xmlns:a16="http://schemas.microsoft.com/office/drawing/2014/main" id="{467492CF-E083-4C70-B477-216ABC40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2902" y="4005602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173">
              <a:extLst>
                <a:ext uri="{FF2B5EF4-FFF2-40B4-BE49-F238E27FC236}">
                  <a16:creationId xmlns:a16="http://schemas.microsoft.com/office/drawing/2014/main" id="{2AD4AA0D-F7B0-4D59-9C62-DED9900D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1140" y="4083390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Oval 54">
              <a:extLst>
                <a:ext uri="{FF2B5EF4-FFF2-40B4-BE49-F238E27FC236}">
                  <a16:creationId xmlns:a16="http://schemas.microsoft.com/office/drawing/2014/main" id="{3E7F73F1-409E-44D4-97F0-493F01095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0400" y="6885327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55">
              <a:extLst>
                <a:ext uri="{FF2B5EF4-FFF2-40B4-BE49-F238E27FC236}">
                  <a16:creationId xmlns:a16="http://schemas.microsoft.com/office/drawing/2014/main" id="{EAF02C7D-0FF2-485E-90DC-91AF2B92F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2762" y="6729752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Oval 65">
              <a:extLst>
                <a:ext uri="{FF2B5EF4-FFF2-40B4-BE49-F238E27FC236}">
                  <a16:creationId xmlns:a16="http://schemas.microsoft.com/office/drawing/2014/main" id="{264A83D5-CF51-4F3A-8F88-41EB620D2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8517" y="5775833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66">
              <a:extLst>
                <a:ext uri="{FF2B5EF4-FFF2-40B4-BE49-F238E27FC236}">
                  <a16:creationId xmlns:a16="http://schemas.microsoft.com/office/drawing/2014/main" id="{3B6536AB-46CF-4F61-AA6D-62A3CA44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30" y="5794883"/>
              <a:ext cx="22225" cy="20638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5 h 9"/>
                <a:gd name="T4" fmla="*/ 5 w 10"/>
                <a:gd name="T5" fmla="*/ 9 h 9"/>
                <a:gd name="T6" fmla="*/ 0 w 10"/>
                <a:gd name="T7" fmla="*/ 4 h 9"/>
                <a:gd name="T8" fmla="*/ 5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Oval 67">
              <a:extLst>
                <a:ext uri="{FF2B5EF4-FFF2-40B4-BE49-F238E27FC236}">
                  <a16:creationId xmlns:a16="http://schemas.microsoft.com/office/drawing/2014/main" id="{3A1F59A3-4E50-45FF-9C54-6BE2A5A16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0905" y="5690108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68">
              <a:extLst>
                <a:ext uri="{FF2B5EF4-FFF2-40B4-BE49-F238E27FC236}">
                  <a16:creationId xmlns:a16="http://schemas.microsoft.com/office/drawing/2014/main" id="{4585D74D-764E-4116-B122-646C5DC2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8742" y="5618671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7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Oval 69">
              <a:extLst>
                <a:ext uri="{FF2B5EF4-FFF2-40B4-BE49-F238E27FC236}">
                  <a16:creationId xmlns:a16="http://schemas.microsoft.com/office/drawing/2014/main" id="{04D45183-0A7C-4995-9D50-7F34C98D3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3330" y="5480558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70">
              <a:extLst>
                <a:ext uri="{FF2B5EF4-FFF2-40B4-BE49-F238E27FC236}">
                  <a16:creationId xmlns:a16="http://schemas.microsoft.com/office/drawing/2014/main" id="{19117450-BAF9-42A4-811C-1FA91C89C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1430" y="5451983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Oval 71">
              <a:extLst>
                <a:ext uri="{FF2B5EF4-FFF2-40B4-BE49-F238E27FC236}">
                  <a16:creationId xmlns:a16="http://schemas.microsoft.com/office/drawing/2014/main" id="{55EC7FBB-6E35-400D-A6D8-10F4E3D4A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5067" y="5356733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72">
              <a:extLst>
                <a:ext uri="{FF2B5EF4-FFF2-40B4-BE49-F238E27FC236}">
                  <a16:creationId xmlns:a16="http://schemas.microsoft.com/office/drawing/2014/main" id="{FD1CD497-9433-43DC-99B6-86ADA1C18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7005" y="5328158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Oval 73">
              <a:extLst>
                <a:ext uri="{FF2B5EF4-FFF2-40B4-BE49-F238E27FC236}">
                  <a16:creationId xmlns:a16="http://schemas.microsoft.com/office/drawing/2014/main" id="{0A208080-79C9-4469-BCAD-BAE02C8A5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2992" y="5224971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74">
              <a:extLst>
                <a:ext uri="{FF2B5EF4-FFF2-40B4-BE49-F238E27FC236}">
                  <a16:creationId xmlns:a16="http://schemas.microsoft.com/office/drawing/2014/main" id="{8FB4441D-A736-4680-BD89-7CBC49C97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0955" y="5123371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Oval 75">
              <a:extLst>
                <a:ext uri="{FF2B5EF4-FFF2-40B4-BE49-F238E27FC236}">
                  <a16:creationId xmlns:a16="http://schemas.microsoft.com/office/drawing/2014/main" id="{CEC10BBF-93FE-4C6F-B41F-07ADC0BB2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34142" y="5007483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76">
              <a:extLst>
                <a:ext uri="{FF2B5EF4-FFF2-40B4-BE49-F238E27FC236}">
                  <a16:creationId xmlns:a16="http://schemas.microsoft.com/office/drawing/2014/main" id="{976661F1-D44C-4DFF-A038-AAFBF31D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9630" y="4793171"/>
              <a:ext cx="23813" cy="23813"/>
            </a:xfrm>
            <a:custGeom>
              <a:avLst/>
              <a:gdLst>
                <a:gd name="T0" fmla="*/ 6 w 11"/>
                <a:gd name="T1" fmla="*/ 1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Oval 46">
              <a:extLst>
                <a:ext uri="{FF2B5EF4-FFF2-40B4-BE49-F238E27FC236}">
                  <a16:creationId xmlns:a16="http://schemas.microsoft.com/office/drawing/2014/main" id="{9CAE56B2-6B98-428E-9F42-0FA4285A0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8088" y="6794500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48">
              <a:extLst>
                <a:ext uri="{FF2B5EF4-FFF2-40B4-BE49-F238E27FC236}">
                  <a16:creationId xmlns:a16="http://schemas.microsoft.com/office/drawing/2014/main" id="{2412FA91-BC94-44FE-B5C7-AE852A4C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0938" y="6659563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49">
              <a:extLst>
                <a:ext uri="{FF2B5EF4-FFF2-40B4-BE49-F238E27FC236}">
                  <a16:creationId xmlns:a16="http://schemas.microsoft.com/office/drawing/2014/main" id="{12889AF9-B23E-4B33-8021-7A6F83C2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1426" y="6581775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52">
              <a:extLst>
                <a:ext uri="{FF2B5EF4-FFF2-40B4-BE49-F238E27FC236}">
                  <a16:creationId xmlns:a16="http://schemas.microsoft.com/office/drawing/2014/main" id="{CC873724-85DB-4185-AAA9-10A971647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2063" y="6148388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53">
              <a:extLst>
                <a:ext uri="{FF2B5EF4-FFF2-40B4-BE49-F238E27FC236}">
                  <a16:creationId xmlns:a16="http://schemas.microsoft.com/office/drawing/2014/main" id="{D7C60D87-6523-4D27-A71B-0B4BC6F42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0151" y="5972175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54">
              <a:extLst>
                <a:ext uri="{FF2B5EF4-FFF2-40B4-BE49-F238E27FC236}">
                  <a16:creationId xmlns:a16="http://schemas.microsoft.com/office/drawing/2014/main" id="{2309A08D-4543-42B3-867F-30B12810E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7776" y="5689600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Oval 57">
              <a:extLst>
                <a:ext uri="{FF2B5EF4-FFF2-40B4-BE49-F238E27FC236}">
                  <a16:creationId xmlns:a16="http://schemas.microsoft.com/office/drawing/2014/main" id="{CB3FBA8C-2D9F-4F2A-B6FF-0CB597F6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9538" y="5384800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59">
              <a:extLst>
                <a:ext uri="{FF2B5EF4-FFF2-40B4-BE49-F238E27FC236}">
                  <a16:creationId xmlns:a16="http://schemas.microsoft.com/office/drawing/2014/main" id="{7001091F-DB3E-43D4-8561-D2AED3CE6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051" y="5197475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61">
              <a:extLst>
                <a:ext uri="{FF2B5EF4-FFF2-40B4-BE49-F238E27FC236}">
                  <a16:creationId xmlns:a16="http://schemas.microsoft.com/office/drawing/2014/main" id="{13649496-5D94-453B-A3CA-EAE4D813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738" y="5068888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5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64">
              <a:extLst>
                <a:ext uri="{FF2B5EF4-FFF2-40B4-BE49-F238E27FC236}">
                  <a16:creationId xmlns:a16="http://schemas.microsoft.com/office/drawing/2014/main" id="{37059897-B177-436C-855E-4CD42545A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5138" y="4865688"/>
              <a:ext cx="17463" cy="19050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66">
              <a:extLst>
                <a:ext uri="{FF2B5EF4-FFF2-40B4-BE49-F238E27FC236}">
                  <a16:creationId xmlns:a16="http://schemas.microsoft.com/office/drawing/2014/main" id="{3558E583-C56E-4DFB-ACC2-22B47F72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9226" y="4711700"/>
              <a:ext cx="22225" cy="20638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5 h 9"/>
                <a:gd name="T4" fmla="*/ 5 w 10"/>
                <a:gd name="T5" fmla="*/ 9 h 9"/>
                <a:gd name="T6" fmla="*/ 0 w 10"/>
                <a:gd name="T7" fmla="*/ 4 h 9"/>
                <a:gd name="T8" fmla="*/ 5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68">
              <a:extLst>
                <a:ext uri="{FF2B5EF4-FFF2-40B4-BE49-F238E27FC236}">
                  <a16:creationId xmlns:a16="http://schemas.microsoft.com/office/drawing/2014/main" id="{DD261004-E451-4A4A-AB99-8A3FDD739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5438" y="4535488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7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Oval 69">
              <a:extLst>
                <a:ext uri="{FF2B5EF4-FFF2-40B4-BE49-F238E27FC236}">
                  <a16:creationId xmlns:a16="http://schemas.microsoft.com/office/drawing/2014/main" id="{2885951A-DD36-4E72-B354-3A2C3634C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0026" y="4397375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70">
              <a:extLst>
                <a:ext uri="{FF2B5EF4-FFF2-40B4-BE49-F238E27FC236}">
                  <a16:creationId xmlns:a16="http://schemas.microsoft.com/office/drawing/2014/main" id="{DC381DE2-240F-434D-8E04-43466EBB3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26" y="4368800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Oval 71">
              <a:extLst>
                <a:ext uri="{FF2B5EF4-FFF2-40B4-BE49-F238E27FC236}">
                  <a16:creationId xmlns:a16="http://schemas.microsoft.com/office/drawing/2014/main" id="{6D236311-3ED2-4E8F-82B0-6C1A48E8E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1763" y="4273550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72">
              <a:extLst>
                <a:ext uri="{FF2B5EF4-FFF2-40B4-BE49-F238E27FC236}">
                  <a16:creationId xmlns:a16="http://schemas.microsoft.com/office/drawing/2014/main" id="{C8C882C9-DAF2-461F-A4F5-7A56B79E1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3701" y="4244975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Oval 73">
              <a:extLst>
                <a:ext uri="{FF2B5EF4-FFF2-40B4-BE49-F238E27FC236}">
                  <a16:creationId xmlns:a16="http://schemas.microsoft.com/office/drawing/2014/main" id="{5EA72382-39C8-4F49-A776-DB8E380A2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9688" y="414178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Oval 56">
              <a:extLst>
                <a:ext uri="{FF2B5EF4-FFF2-40B4-BE49-F238E27FC236}">
                  <a16:creationId xmlns:a16="http://schemas.microsoft.com/office/drawing/2014/main" id="{0E7ABDBF-5CB2-4526-8CFF-D15018C26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0727" y="4351677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Oval 176">
              <a:extLst>
                <a:ext uri="{FF2B5EF4-FFF2-40B4-BE49-F238E27FC236}">
                  <a16:creationId xmlns:a16="http://schemas.microsoft.com/office/drawing/2014/main" id="{9CBE4850-DEAF-4A27-A908-1FA5A9B14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6390" y="4346915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154">
              <a:extLst>
                <a:ext uri="{FF2B5EF4-FFF2-40B4-BE49-F238E27FC236}">
                  <a16:creationId xmlns:a16="http://schemas.microsoft.com/office/drawing/2014/main" id="{9AC792B4-FEC9-4AA6-A024-4C1C772B0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0312" y="4826340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Oval 155">
              <a:extLst>
                <a:ext uri="{FF2B5EF4-FFF2-40B4-BE49-F238E27FC236}">
                  <a16:creationId xmlns:a16="http://schemas.microsoft.com/office/drawing/2014/main" id="{6DA8DBF6-347F-4EF6-B389-ACB1CBB92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9962" y="4951752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Oval 157">
              <a:extLst>
                <a:ext uri="{FF2B5EF4-FFF2-40B4-BE49-F238E27FC236}">
                  <a16:creationId xmlns:a16="http://schemas.microsoft.com/office/drawing/2014/main" id="{939AC397-F42D-45C9-BBD2-55BEBDFC4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9662" y="5091452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Oval 161">
              <a:extLst>
                <a:ext uri="{FF2B5EF4-FFF2-40B4-BE49-F238E27FC236}">
                  <a16:creationId xmlns:a16="http://schemas.microsoft.com/office/drawing/2014/main" id="{B4185D08-C956-43AC-8503-43EBAD3B6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6675" y="556452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162">
              <a:extLst>
                <a:ext uri="{FF2B5EF4-FFF2-40B4-BE49-F238E27FC236}">
                  <a16:creationId xmlns:a16="http://schemas.microsoft.com/office/drawing/2014/main" id="{B2A10B96-6892-48B7-B7A6-D8AE18406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4762" y="5680415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Oval 163">
              <a:extLst>
                <a:ext uri="{FF2B5EF4-FFF2-40B4-BE49-F238E27FC236}">
                  <a16:creationId xmlns:a16="http://schemas.microsoft.com/office/drawing/2014/main" id="{4F53DCEF-2855-4493-9AB6-26BC9777E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1912" y="5802652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164">
              <a:extLst>
                <a:ext uri="{FF2B5EF4-FFF2-40B4-BE49-F238E27FC236}">
                  <a16:creationId xmlns:a16="http://schemas.microsoft.com/office/drawing/2014/main" id="{CAAE76E2-0FEC-49FC-8ECF-78E80F8E8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5562" y="5816940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Oval 165">
              <a:extLst>
                <a:ext uri="{FF2B5EF4-FFF2-40B4-BE49-F238E27FC236}">
                  <a16:creationId xmlns:a16="http://schemas.microsoft.com/office/drawing/2014/main" id="{DA36A9EE-504B-4787-B422-5BEE00091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2825" y="5793127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Oval 167">
              <a:extLst>
                <a:ext uri="{FF2B5EF4-FFF2-40B4-BE49-F238E27FC236}">
                  <a16:creationId xmlns:a16="http://schemas.microsoft.com/office/drawing/2014/main" id="{AD108D9C-E739-4813-A4FE-D51AEC53C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2025" y="595822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Oval 168">
              <a:extLst>
                <a:ext uri="{FF2B5EF4-FFF2-40B4-BE49-F238E27FC236}">
                  <a16:creationId xmlns:a16="http://schemas.microsoft.com/office/drawing/2014/main" id="{F5B8853A-355E-4459-A67F-F11D970A3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1875" y="6093165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169">
              <a:extLst>
                <a:ext uri="{FF2B5EF4-FFF2-40B4-BE49-F238E27FC236}">
                  <a16:creationId xmlns:a16="http://schemas.microsoft.com/office/drawing/2014/main" id="{7301482F-540C-4F62-B078-12B687F71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3012" y="6132852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Oval 170">
              <a:extLst>
                <a:ext uri="{FF2B5EF4-FFF2-40B4-BE49-F238E27FC236}">
                  <a16:creationId xmlns:a16="http://schemas.microsoft.com/office/drawing/2014/main" id="{2925959E-FEC2-4D95-BF44-FA774E8E6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5212" y="6172540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55FE6A8B-E3BB-4BE9-B36E-3F91B50D6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1587" y="6224927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73">
              <a:extLst>
                <a:ext uri="{FF2B5EF4-FFF2-40B4-BE49-F238E27FC236}">
                  <a16:creationId xmlns:a16="http://schemas.microsoft.com/office/drawing/2014/main" id="{E4C46E10-8315-494E-8FE3-9CD753C8B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9825" y="6302715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176">
              <a:extLst>
                <a:ext uri="{FF2B5EF4-FFF2-40B4-BE49-F238E27FC236}">
                  <a16:creationId xmlns:a16="http://schemas.microsoft.com/office/drawing/2014/main" id="{231EC379-8CFC-4AF0-971C-E01E8876E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5075" y="6566240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Oval 84">
              <a:extLst>
                <a:ext uri="{FF2B5EF4-FFF2-40B4-BE49-F238E27FC236}">
                  <a16:creationId xmlns:a16="http://schemas.microsoft.com/office/drawing/2014/main" id="{38C784DB-FBB3-447A-AE30-5542D3EDE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0701" y="2732088"/>
              <a:ext cx="1905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85">
              <a:extLst>
                <a:ext uri="{FF2B5EF4-FFF2-40B4-BE49-F238E27FC236}">
                  <a16:creationId xmlns:a16="http://schemas.microsoft.com/office/drawing/2014/main" id="{F097B53C-5534-487F-82DF-B33B8C6C3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8788" y="2606675"/>
              <a:ext cx="28575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Oval 86">
              <a:extLst>
                <a:ext uri="{FF2B5EF4-FFF2-40B4-BE49-F238E27FC236}">
                  <a16:creationId xmlns:a16="http://schemas.microsoft.com/office/drawing/2014/main" id="{E63FB3AC-45CE-4336-9DDB-80C8A3A48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7526" y="2492375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Oval 87">
              <a:extLst>
                <a:ext uri="{FF2B5EF4-FFF2-40B4-BE49-F238E27FC236}">
                  <a16:creationId xmlns:a16="http://schemas.microsoft.com/office/drawing/2014/main" id="{1FE72492-6370-425A-AF19-FEE7B0A7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9588" y="2486025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Oval 92">
              <a:extLst>
                <a:ext uri="{FF2B5EF4-FFF2-40B4-BE49-F238E27FC236}">
                  <a16:creationId xmlns:a16="http://schemas.microsoft.com/office/drawing/2014/main" id="{8486C719-36F1-449D-8BE9-CC918A23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0213" y="217487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94">
              <a:extLst>
                <a:ext uri="{FF2B5EF4-FFF2-40B4-BE49-F238E27FC236}">
                  <a16:creationId xmlns:a16="http://schemas.microsoft.com/office/drawing/2014/main" id="{0A3B1D69-5FCD-4B37-B458-83E4B9E1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7201" y="2084388"/>
              <a:ext cx="11113" cy="4763"/>
            </a:xfrm>
            <a:custGeom>
              <a:avLst/>
              <a:gdLst>
                <a:gd name="T0" fmla="*/ 0 w 5"/>
                <a:gd name="T1" fmla="*/ 2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Oval 167">
              <a:extLst>
                <a:ext uri="{FF2B5EF4-FFF2-40B4-BE49-F238E27FC236}">
                  <a16:creationId xmlns:a16="http://schemas.microsoft.com/office/drawing/2014/main" id="{FC1783EC-5913-47DF-992D-EFB490C9E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6600" y="1569584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168">
              <a:extLst>
                <a:ext uri="{FF2B5EF4-FFF2-40B4-BE49-F238E27FC236}">
                  <a16:creationId xmlns:a16="http://schemas.microsoft.com/office/drawing/2014/main" id="{FD9E6F84-0531-46D9-8D01-776BC5534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6450" y="1704522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Oval 169">
              <a:extLst>
                <a:ext uri="{FF2B5EF4-FFF2-40B4-BE49-F238E27FC236}">
                  <a16:creationId xmlns:a16="http://schemas.microsoft.com/office/drawing/2014/main" id="{6955089B-4194-4125-ABF6-1556C0FE1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7587" y="1744209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Oval 170">
              <a:extLst>
                <a:ext uri="{FF2B5EF4-FFF2-40B4-BE49-F238E27FC236}">
                  <a16:creationId xmlns:a16="http://schemas.microsoft.com/office/drawing/2014/main" id="{2642BAB5-02AE-483A-83DB-72C17B0FE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9787" y="178389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71">
              <a:extLst>
                <a:ext uri="{FF2B5EF4-FFF2-40B4-BE49-F238E27FC236}">
                  <a16:creationId xmlns:a16="http://schemas.microsoft.com/office/drawing/2014/main" id="{6BCF3D44-8CF3-416F-8C65-5E62A0E36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6162" y="1836284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73">
              <a:extLst>
                <a:ext uri="{FF2B5EF4-FFF2-40B4-BE49-F238E27FC236}">
                  <a16:creationId xmlns:a16="http://schemas.microsoft.com/office/drawing/2014/main" id="{255927A4-6C45-495D-86F2-796C0A01D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400" y="1914072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Oval 176">
              <a:extLst>
                <a:ext uri="{FF2B5EF4-FFF2-40B4-BE49-F238E27FC236}">
                  <a16:creationId xmlns:a16="http://schemas.microsoft.com/office/drawing/2014/main" id="{6498EE33-E6CB-4F3A-B68C-DAD6D0BAC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99650" y="2177597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54">
              <a:extLst>
                <a:ext uri="{FF2B5EF4-FFF2-40B4-BE49-F238E27FC236}">
                  <a16:creationId xmlns:a16="http://schemas.microsoft.com/office/drawing/2014/main" id="{ADA1D3BD-4978-44A4-9D33-73DCE3A8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7700" y="2343610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Oval 55">
              <a:extLst>
                <a:ext uri="{FF2B5EF4-FFF2-40B4-BE49-F238E27FC236}">
                  <a16:creationId xmlns:a16="http://schemas.microsoft.com/office/drawing/2014/main" id="{5FFD4DE8-AFA8-4423-A636-CA7C33C97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0062" y="2188035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56">
              <a:extLst>
                <a:ext uri="{FF2B5EF4-FFF2-40B4-BE49-F238E27FC236}">
                  <a16:creationId xmlns:a16="http://schemas.microsoft.com/office/drawing/2014/main" id="{68846C78-9C35-468C-98F9-BA2E5E1AE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6712" y="202928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Oval 57">
              <a:extLst>
                <a:ext uri="{FF2B5EF4-FFF2-40B4-BE49-F238E27FC236}">
                  <a16:creationId xmlns:a16="http://schemas.microsoft.com/office/drawing/2014/main" id="{2C118B9E-6C98-466D-AB26-A24268775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9462" y="2038810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71">
              <a:extLst>
                <a:ext uri="{FF2B5EF4-FFF2-40B4-BE49-F238E27FC236}">
                  <a16:creationId xmlns:a16="http://schemas.microsoft.com/office/drawing/2014/main" id="{6D0297B5-247B-418F-AE4D-8A0E9E9CC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0827" y="3249278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Oval 72">
              <a:extLst>
                <a:ext uri="{FF2B5EF4-FFF2-40B4-BE49-F238E27FC236}">
                  <a16:creationId xmlns:a16="http://schemas.microsoft.com/office/drawing/2014/main" id="{74A8D453-EF3C-4B38-99D5-7A918073F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2765" y="3220703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73">
              <a:extLst>
                <a:ext uri="{FF2B5EF4-FFF2-40B4-BE49-F238E27FC236}">
                  <a16:creationId xmlns:a16="http://schemas.microsoft.com/office/drawing/2014/main" id="{616E1B91-C860-49E6-9276-8A277420C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8752" y="3117516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Oval 74">
              <a:extLst>
                <a:ext uri="{FF2B5EF4-FFF2-40B4-BE49-F238E27FC236}">
                  <a16:creationId xmlns:a16="http://schemas.microsoft.com/office/drawing/2014/main" id="{6845BFD3-EEF6-497D-9B0C-2A6205955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6715" y="3015916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75">
              <a:extLst>
                <a:ext uri="{FF2B5EF4-FFF2-40B4-BE49-F238E27FC236}">
                  <a16:creationId xmlns:a16="http://schemas.microsoft.com/office/drawing/2014/main" id="{BBF1FC6B-EBC8-4947-9B8F-81B2FF9C3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9902" y="2900028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76">
              <a:extLst>
                <a:ext uri="{FF2B5EF4-FFF2-40B4-BE49-F238E27FC236}">
                  <a16:creationId xmlns:a16="http://schemas.microsoft.com/office/drawing/2014/main" id="{9B52DD41-5EE6-4351-A1E9-73E5719D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5390" y="2685716"/>
              <a:ext cx="23813" cy="23813"/>
            </a:xfrm>
            <a:custGeom>
              <a:avLst/>
              <a:gdLst>
                <a:gd name="T0" fmla="*/ 6 w 11"/>
                <a:gd name="T1" fmla="*/ 1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Oval 54">
              <a:extLst>
                <a:ext uri="{FF2B5EF4-FFF2-40B4-BE49-F238E27FC236}">
                  <a16:creationId xmlns:a16="http://schemas.microsoft.com/office/drawing/2014/main" id="{D99AB262-5910-4AD7-A2C8-EBD7E1E2A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0100" y="2496010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Oval 55">
              <a:extLst>
                <a:ext uri="{FF2B5EF4-FFF2-40B4-BE49-F238E27FC236}">
                  <a16:creationId xmlns:a16="http://schemas.microsoft.com/office/drawing/2014/main" id="{6E9FC1CB-3FEF-4808-B60C-A5D223FCA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2462" y="2340435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56">
              <a:extLst>
                <a:ext uri="{FF2B5EF4-FFF2-40B4-BE49-F238E27FC236}">
                  <a16:creationId xmlns:a16="http://schemas.microsoft.com/office/drawing/2014/main" id="{25285D66-F95D-4DBC-966A-497C9AAAC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9112" y="2181685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57">
              <a:extLst>
                <a:ext uri="{FF2B5EF4-FFF2-40B4-BE49-F238E27FC236}">
                  <a16:creationId xmlns:a16="http://schemas.microsoft.com/office/drawing/2014/main" id="{DDF355D3-6A60-4F28-8F86-45028F8ED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1862" y="2191210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58">
              <a:extLst>
                <a:ext uri="{FF2B5EF4-FFF2-40B4-BE49-F238E27FC236}">
                  <a16:creationId xmlns:a16="http://schemas.microsoft.com/office/drawing/2014/main" id="{DA7CA42B-A8C8-477F-BD2F-CA3278F0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3412" y="2027698"/>
              <a:ext cx="19050" cy="17463"/>
            </a:xfrm>
            <a:custGeom>
              <a:avLst/>
              <a:gdLst>
                <a:gd name="T0" fmla="*/ 5 w 9"/>
                <a:gd name="T1" fmla="*/ 0 h 8"/>
                <a:gd name="T2" fmla="*/ 9 w 9"/>
                <a:gd name="T3" fmla="*/ 4 h 8"/>
                <a:gd name="T4" fmla="*/ 5 w 9"/>
                <a:gd name="T5" fmla="*/ 8 h 8"/>
                <a:gd name="T6" fmla="*/ 0 w 9"/>
                <a:gd name="T7" fmla="*/ 4 h 8"/>
                <a:gd name="T8" fmla="*/ 5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59">
              <a:extLst>
                <a:ext uri="{FF2B5EF4-FFF2-40B4-BE49-F238E27FC236}">
                  <a16:creationId xmlns:a16="http://schemas.microsoft.com/office/drawing/2014/main" id="{E34378C1-37C8-4CBD-B832-901CE232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8375" y="2003885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Oval 71">
              <a:extLst>
                <a:ext uri="{FF2B5EF4-FFF2-40B4-BE49-F238E27FC236}">
                  <a16:creationId xmlns:a16="http://schemas.microsoft.com/office/drawing/2014/main" id="{E4ED6DB8-4603-4912-B508-5C14A5E82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4987" y="844931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72">
              <a:extLst>
                <a:ext uri="{FF2B5EF4-FFF2-40B4-BE49-F238E27FC236}">
                  <a16:creationId xmlns:a16="http://schemas.microsoft.com/office/drawing/2014/main" id="{B367D150-263C-43AB-9F3B-ABD5944E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6925" y="816356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Oval 73">
              <a:extLst>
                <a:ext uri="{FF2B5EF4-FFF2-40B4-BE49-F238E27FC236}">
                  <a16:creationId xmlns:a16="http://schemas.microsoft.com/office/drawing/2014/main" id="{B0281D81-24EA-4358-978D-63AFCB3AF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2912" y="713169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74">
              <a:extLst>
                <a:ext uri="{FF2B5EF4-FFF2-40B4-BE49-F238E27FC236}">
                  <a16:creationId xmlns:a16="http://schemas.microsoft.com/office/drawing/2014/main" id="{D3F4645F-3452-4657-9D66-4E3FE322D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0875" y="611569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Oval 75">
              <a:extLst>
                <a:ext uri="{FF2B5EF4-FFF2-40B4-BE49-F238E27FC236}">
                  <a16:creationId xmlns:a16="http://schemas.microsoft.com/office/drawing/2014/main" id="{F06E7C86-D43B-475E-ACF2-FB2CD12E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4062" y="495681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76">
              <a:extLst>
                <a:ext uri="{FF2B5EF4-FFF2-40B4-BE49-F238E27FC236}">
                  <a16:creationId xmlns:a16="http://schemas.microsoft.com/office/drawing/2014/main" id="{9A307C03-5554-43BD-B08E-4FD0928B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9550" y="281369"/>
              <a:ext cx="23813" cy="23813"/>
            </a:xfrm>
            <a:custGeom>
              <a:avLst/>
              <a:gdLst>
                <a:gd name="T0" fmla="*/ 6 w 11"/>
                <a:gd name="T1" fmla="*/ 1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58">
              <a:extLst>
                <a:ext uri="{FF2B5EF4-FFF2-40B4-BE49-F238E27FC236}">
                  <a16:creationId xmlns:a16="http://schemas.microsoft.com/office/drawing/2014/main" id="{7518021A-133E-4765-A4D9-E78B1A131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9437" y="1791995"/>
              <a:ext cx="19050" cy="17463"/>
            </a:xfrm>
            <a:custGeom>
              <a:avLst/>
              <a:gdLst>
                <a:gd name="T0" fmla="*/ 5 w 9"/>
                <a:gd name="T1" fmla="*/ 0 h 8"/>
                <a:gd name="T2" fmla="*/ 9 w 9"/>
                <a:gd name="T3" fmla="*/ 4 h 8"/>
                <a:gd name="T4" fmla="*/ 5 w 9"/>
                <a:gd name="T5" fmla="*/ 8 h 8"/>
                <a:gd name="T6" fmla="*/ 0 w 9"/>
                <a:gd name="T7" fmla="*/ 4 h 8"/>
                <a:gd name="T8" fmla="*/ 5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59">
              <a:extLst>
                <a:ext uri="{FF2B5EF4-FFF2-40B4-BE49-F238E27FC236}">
                  <a16:creationId xmlns:a16="http://schemas.microsoft.com/office/drawing/2014/main" id="{09BC8952-7B91-49D5-BCBF-87587F4E2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74400" y="1768182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60">
              <a:extLst>
                <a:ext uri="{FF2B5EF4-FFF2-40B4-BE49-F238E27FC236}">
                  <a16:creationId xmlns:a16="http://schemas.microsoft.com/office/drawing/2014/main" id="{BFE2A2DD-4BE6-491C-8F93-4AA699B61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0712" y="1595145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61">
              <a:extLst>
                <a:ext uri="{FF2B5EF4-FFF2-40B4-BE49-F238E27FC236}">
                  <a16:creationId xmlns:a16="http://schemas.microsoft.com/office/drawing/2014/main" id="{7518DA9B-88E0-44CB-9F5E-AE811646F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7" y="1639595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5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Oval 62">
              <a:extLst>
                <a:ext uri="{FF2B5EF4-FFF2-40B4-BE49-F238E27FC236}">
                  <a16:creationId xmlns:a16="http://schemas.microsoft.com/office/drawing/2014/main" id="{0B9D85CE-348E-49FB-9808-FC2C45695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5787" y="1534820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63">
              <a:extLst>
                <a:ext uri="{FF2B5EF4-FFF2-40B4-BE49-F238E27FC236}">
                  <a16:creationId xmlns:a16="http://schemas.microsoft.com/office/drawing/2014/main" id="{924DA2B6-8D5F-44FE-BA29-02B4F3A22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6100" y="1480845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65">
              <a:extLst>
                <a:ext uri="{FF2B5EF4-FFF2-40B4-BE49-F238E27FC236}">
                  <a16:creationId xmlns:a16="http://schemas.microsoft.com/office/drawing/2014/main" id="{40D22639-3C81-44EB-B12F-990F8EBB1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3562" y="1263357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67">
              <a:extLst>
                <a:ext uri="{FF2B5EF4-FFF2-40B4-BE49-F238E27FC236}">
                  <a16:creationId xmlns:a16="http://schemas.microsoft.com/office/drawing/2014/main" id="{80342C87-2970-47DD-97A3-88841ED15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5950" y="1177632"/>
              <a:ext cx="25400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Oval 69">
              <a:extLst>
                <a:ext uri="{FF2B5EF4-FFF2-40B4-BE49-F238E27FC236}">
                  <a16:creationId xmlns:a16="http://schemas.microsoft.com/office/drawing/2014/main" id="{606CFAFA-A992-4FFE-9AE1-9CB47A812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8375" y="968082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70">
              <a:extLst>
                <a:ext uri="{FF2B5EF4-FFF2-40B4-BE49-F238E27FC236}">
                  <a16:creationId xmlns:a16="http://schemas.microsoft.com/office/drawing/2014/main" id="{0E0326F4-0204-4D5F-B8CD-D7D1C79C0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475" y="939507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Oval 60">
              <a:extLst>
                <a:ext uri="{FF2B5EF4-FFF2-40B4-BE49-F238E27FC236}">
                  <a16:creationId xmlns:a16="http://schemas.microsoft.com/office/drawing/2014/main" id="{8C1ADD00-FE17-45C7-B7F5-60E1C7F70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3112" y="1747545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61">
              <a:extLst>
                <a:ext uri="{FF2B5EF4-FFF2-40B4-BE49-F238E27FC236}">
                  <a16:creationId xmlns:a16="http://schemas.microsoft.com/office/drawing/2014/main" id="{335188DA-8086-40FF-826C-9F65097C3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6487" y="1791995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5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Oval 62">
              <a:extLst>
                <a:ext uri="{FF2B5EF4-FFF2-40B4-BE49-F238E27FC236}">
                  <a16:creationId xmlns:a16="http://schemas.microsoft.com/office/drawing/2014/main" id="{A776F506-EBBA-4FDF-A724-47C543F1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8187" y="1687220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63">
              <a:extLst>
                <a:ext uri="{FF2B5EF4-FFF2-40B4-BE49-F238E27FC236}">
                  <a16:creationId xmlns:a16="http://schemas.microsoft.com/office/drawing/2014/main" id="{55169C7C-4A9D-4B90-A326-719717018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8500" y="1633245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64">
              <a:extLst>
                <a:ext uri="{FF2B5EF4-FFF2-40B4-BE49-F238E27FC236}">
                  <a16:creationId xmlns:a16="http://schemas.microsoft.com/office/drawing/2014/main" id="{0A11939A-278C-4BE4-8D37-D9A78919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5887" y="1588795"/>
              <a:ext cx="17463" cy="19050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Oval 75">
              <a:extLst>
                <a:ext uri="{FF2B5EF4-FFF2-40B4-BE49-F238E27FC236}">
                  <a16:creationId xmlns:a16="http://schemas.microsoft.com/office/drawing/2014/main" id="{72161E6F-E3B5-40EB-95CF-6C8A5EEB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2302" y="3052428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76">
              <a:extLst>
                <a:ext uri="{FF2B5EF4-FFF2-40B4-BE49-F238E27FC236}">
                  <a16:creationId xmlns:a16="http://schemas.microsoft.com/office/drawing/2014/main" id="{F7101F5C-B5C8-4E50-8BE3-A5C4E8BB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7790" y="2838116"/>
              <a:ext cx="23813" cy="23813"/>
            </a:xfrm>
            <a:custGeom>
              <a:avLst/>
              <a:gdLst>
                <a:gd name="T0" fmla="*/ 6 w 11"/>
                <a:gd name="T1" fmla="*/ 1 h 11"/>
                <a:gd name="T2" fmla="*/ 11 w 11"/>
                <a:gd name="T3" fmla="*/ 6 h 11"/>
                <a:gd name="T4" fmla="*/ 6 w 11"/>
                <a:gd name="T5" fmla="*/ 11 h 11"/>
                <a:gd name="T6" fmla="*/ 0 w 11"/>
                <a:gd name="T7" fmla="*/ 6 h 11"/>
                <a:gd name="T8" fmla="*/ 6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154">
              <a:extLst>
                <a:ext uri="{FF2B5EF4-FFF2-40B4-BE49-F238E27FC236}">
                  <a16:creationId xmlns:a16="http://schemas.microsoft.com/office/drawing/2014/main" id="{3AB446C0-4525-4E3F-AF17-144CD0F63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9152" y="2758741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Oval 155">
              <a:extLst>
                <a:ext uri="{FF2B5EF4-FFF2-40B4-BE49-F238E27FC236}">
                  <a16:creationId xmlns:a16="http://schemas.microsoft.com/office/drawing/2014/main" id="{F859D85C-69EC-487A-A068-FB7FE6898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3677" y="2884827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Oval 157">
              <a:extLst>
                <a:ext uri="{FF2B5EF4-FFF2-40B4-BE49-F238E27FC236}">
                  <a16:creationId xmlns:a16="http://schemas.microsoft.com/office/drawing/2014/main" id="{27D3D975-02DF-4EDE-A4B7-EBC23091C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377" y="3024527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274">
              <a:extLst>
                <a:ext uri="{FF2B5EF4-FFF2-40B4-BE49-F238E27FC236}">
                  <a16:creationId xmlns:a16="http://schemas.microsoft.com/office/drawing/2014/main" id="{4FB482E0-CEA9-4523-B346-8E43C6D43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3047" y="4604425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Oval 275">
              <a:extLst>
                <a:ext uri="{FF2B5EF4-FFF2-40B4-BE49-F238E27FC236}">
                  <a16:creationId xmlns:a16="http://schemas.microsoft.com/office/drawing/2014/main" id="{EDB84856-73EA-475F-B3E3-A29AC7C2B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2397" y="4775875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Oval 276">
              <a:extLst>
                <a:ext uri="{FF2B5EF4-FFF2-40B4-BE49-F238E27FC236}">
                  <a16:creationId xmlns:a16="http://schemas.microsoft.com/office/drawing/2014/main" id="{5981B876-94B7-43BD-A1A2-53167E4F5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78947" y="4702850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277">
              <a:extLst>
                <a:ext uri="{FF2B5EF4-FFF2-40B4-BE49-F238E27FC236}">
                  <a16:creationId xmlns:a16="http://schemas.microsoft.com/office/drawing/2014/main" id="{2149206B-662B-4F78-BC57-B26160F5C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5935" y="4775875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Oval 278">
              <a:extLst>
                <a:ext uri="{FF2B5EF4-FFF2-40B4-BE49-F238E27FC236}">
                  <a16:creationId xmlns:a16="http://schemas.microsoft.com/office/drawing/2014/main" id="{38FC433E-3E90-4EB4-B0B6-5F330A673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6285" y="472348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279">
              <a:extLst>
                <a:ext uri="{FF2B5EF4-FFF2-40B4-BE49-F238E27FC236}">
                  <a16:creationId xmlns:a16="http://schemas.microsoft.com/office/drawing/2014/main" id="{AFC71A86-8C74-41A0-84B2-008FD6FE8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9435" y="4847313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Oval 280">
              <a:extLst>
                <a:ext uri="{FF2B5EF4-FFF2-40B4-BE49-F238E27FC236}">
                  <a16:creationId xmlns:a16="http://schemas.microsoft.com/office/drawing/2014/main" id="{348ED47A-FF87-4133-8270-EF90E125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5" y="4866363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Oval 281">
              <a:extLst>
                <a:ext uri="{FF2B5EF4-FFF2-40B4-BE49-F238E27FC236}">
                  <a16:creationId xmlns:a16="http://schemas.microsoft.com/office/drawing/2014/main" id="{FA40F746-2680-4AAE-BE3F-9622BB8E6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6447" y="4940975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282">
              <a:extLst>
                <a:ext uri="{FF2B5EF4-FFF2-40B4-BE49-F238E27FC236}">
                  <a16:creationId xmlns:a16="http://schemas.microsoft.com/office/drawing/2014/main" id="{3B0600B5-07F2-45B3-B15A-37D6F12B2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2622" y="509813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Oval 283">
              <a:extLst>
                <a:ext uri="{FF2B5EF4-FFF2-40B4-BE49-F238E27FC236}">
                  <a16:creationId xmlns:a16="http://schemas.microsoft.com/office/drawing/2014/main" id="{43062F64-0BD5-45F1-8675-B5CB6F11C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3372" y="5228313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Oval 418">
              <a:extLst>
                <a:ext uri="{FF2B5EF4-FFF2-40B4-BE49-F238E27FC236}">
                  <a16:creationId xmlns:a16="http://schemas.microsoft.com/office/drawing/2014/main" id="{89401B5D-A9F1-40E6-BFBD-20D956661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4722" y="5344200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Oval 422">
              <a:extLst>
                <a:ext uri="{FF2B5EF4-FFF2-40B4-BE49-F238E27FC236}">
                  <a16:creationId xmlns:a16="http://schemas.microsoft.com/office/drawing/2014/main" id="{E879CDC6-EAEC-4BBD-9EA5-D75824503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3610" y="5056863"/>
              <a:ext cx="6350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423">
              <a:extLst>
                <a:ext uri="{FF2B5EF4-FFF2-40B4-BE49-F238E27FC236}">
                  <a16:creationId xmlns:a16="http://schemas.microsoft.com/office/drawing/2014/main" id="{CD3DE503-10D5-4EB7-8F0E-98B0EA03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4560" y="5034638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Oval 424">
              <a:extLst>
                <a:ext uri="{FF2B5EF4-FFF2-40B4-BE49-F238E27FC236}">
                  <a16:creationId xmlns:a16="http://schemas.microsoft.com/office/drawing/2014/main" id="{DB44736F-5754-460F-BBA8-57E36A9A8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5210" y="4933038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427">
              <a:extLst>
                <a:ext uri="{FF2B5EF4-FFF2-40B4-BE49-F238E27FC236}">
                  <a16:creationId xmlns:a16="http://schemas.microsoft.com/office/drawing/2014/main" id="{4D974C41-BC81-44B5-8F88-369AC1F3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4247" y="4594900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428">
              <a:extLst>
                <a:ext uri="{FF2B5EF4-FFF2-40B4-BE49-F238E27FC236}">
                  <a16:creationId xmlns:a16="http://schemas.microsoft.com/office/drawing/2014/main" id="{B174ADC8-9D40-475F-8112-36A6DF09C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0460" y="4518700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276">
              <a:extLst>
                <a:ext uri="{FF2B5EF4-FFF2-40B4-BE49-F238E27FC236}">
                  <a16:creationId xmlns:a16="http://schemas.microsoft.com/office/drawing/2014/main" id="{B05F364F-C66F-47AF-8191-1B1C2EDF4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9996" y="6191590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277">
              <a:extLst>
                <a:ext uri="{FF2B5EF4-FFF2-40B4-BE49-F238E27FC236}">
                  <a16:creationId xmlns:a16="http://schemas.microsoft.com/office/drawing/2014/main" id="{D2B96A87-5903-4DEA-BDCE-3B4626407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6984" y="6264615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278">
              <a:extLst>
                <a:ext uri="{FF2B5EF4-FFF2-40B4-BE49-F238E27FC236}">
                  <a16:creationId xmlns:a16="http://schemas.microsoft.com/office/drawing/2014/main" id="{BDB1A5D2-67C0-48DE-B00E-F7FD0A7A6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7334" y="621222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Oval 279">
              <a:extLst>
                <a:ext uri="{FF2B5EF4-FFF2-40B4-BE49-F238E27FC236}">
                  <a16:creationId xmlns:a16="http://schemas.microsoft.com/office/drawing/2014/main" id="{5731AEFC-9933-4225-8DDC-48A85247E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0484" y="6336053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280">
              <a:extLst>
                <a:ext uri="{FF2B5EF4-FFF2-40B4-BE49-F238E27FC236}">
                  <a16:creationId xmlns:a16="http://schemas.microsoft.com/office/drawing/2014/main" id="{48C3C3C2-93C5-4763-8F67-3F980955C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0184" y="6355103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Oval 281">
              <a:extLst>
                <a:ext uri="{FF2B5EF4-FFF2-40B4-BE49-F238E27FC236}">
                  <a16:creationId xmlns:a16="http://schemas.microsoft.com/office/drawing/2014/main" id="{AE87BABB-E3EC-4F33-9CCD-82F8B4C68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7496" y="6429715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282">
              <a:extLst>
                <a:ext uri="{FF2B5EF4-FFF2-40B4-BE49-F238E27FC236}">
                  <a16:creationId xmlns:a16="http://schemas.microsoft.com/office/drawing/2014/main" id="{C0A31E31-5B78-416E-BB88-A1C4E840F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3671" y="6586878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283">
              <a:extLst>
                <a:ext uri="{FF2B5EF4-FFF2-40B4-BE49-F238E27FC236}">
                  <a16:creationId xmlns:a16="http://schemas.microsoft.com/office/drawing/2014/main" id="{3DD6FE44-7570-4027-B441-20C6520B7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4421" y="6717053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276">
              <a:extLst>
                <a:ext uri="{FF2B5EF4-FFF2-40B4-BE49-F238E27FC236}">
                  <a16:creationId xmlns:a16="http://schemas.microsoft.com/office/drawing/2014/main" id="{C8492AC7-767D-4379-8B77-934D591D0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8935" y="1155359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Oval 277">
              <a:extLst>
                <a:ext uri="{FF2B5EF4-FFF2-40B4-BE49-F238E27FC236}">
                  <a16:creationId xmlns:a16="http://schemas.microsoft.com/office/drawing/2014/main" id="{5EBA782E-41C0-4CF6-9E7A-96C976740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05923" y="1228384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278">
              <a:extLst>
                <a:ext uri="{FF2B5EF4-FFF2-40B4-BE49-F238E27FC236}">
                  <a16:creationId xmlns:a16="http://schemas.microsoft.com/office/drawing/2014/main" id="{85CACB4C-950A-46AD-8C3F-B9CB4C342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6273" y="117599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279">
              <a:extLst>
                <a:ext uri="{FF2B5EF4-FFF2-40B4-BE49-F238E27FC236}">
                  <a16:creationId xmlns:a16="http://schemas.microsoft.com/office/drawing/2014/main" id="{D33B5AE4-372F-4691-9103-74A2FCFF5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9423" y="1299822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280">
              <a:extLst>
                <a:ext uri="{FF2B5EF4-FFF2-40B4-BE49-F238E27FC236}">
                  <a16:creationId xmlns:a16="http://schemas.microsoft.com/office/drawing/2014/main" id="{0A3F1227-DD91-470A-B579-6BA39E886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9123" y="1318872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281">
              <a:extLst>
                <a:ext uri="{FF2B5EF4-FFF2-40B4-BE49-F238E27FC236}">
                  <a16:creationId xmlns:a16="http://schemas.microsoft.com/office/drawing/2014/main" id="{A0F849C8-6BB5-48A5-AD06-FCE0439E2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6435" y="1393484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282">
              <a:extLst>
                <a:ext uri="{FF2B5EF4-FFF2-40B4-BE49-F238E27FC236}">
                  <a16:creationId xmlns:a16="http://schemas.microsoft.com/office/drawing/2014/main" id="{8CD637CC-B4DF-4C85-9DFA-BF5EFEE42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2610" y="1550647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Oval 283">
              <a:extLst>
                <a:ext uri="{FF2B5EF4-FFF2-40B4-BE49-F238E27FC236}">
                  <a16:creationId xmlns:a16="http://schemas.microsoft.com/office/drawing/2014/main" id="{085F0E59-568B-4958-AF98-2565E37A2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3360" y="1680822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284">
              <a:extLst>
                <a:ext uri="{FF2B5EF4-FFF2-40B4-BE49-F238E27FC236}">
                  <a16:creationId xmlns:a16="http://schemas.microsoft.com/office/drawing/2014/main" id="{E72ED17C-DE04-49BF-89E3-21C7F72AA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650" y="2303464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417">
              <a:extLst>
                <a:ext uri="{FF2B5EF4-FFF2-40B4-BE49-F238E27FC236}">
                  <a16:creationId xmlns:a16="http://schemas.microsoft.com/office/drawing/2014/main" id="{327A2AD2-51B3-4E1E-B64C-F8A6D0434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75" y="2317751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419">
              <a:extLst>
                <a:ext uri="{FF2B5EF4-FFF2-40B4-BE49-F238E27FC236}">
                  <a16:creationId xmlns:a16="http://schemas.microsoft.com/office/drawing/2014/main" id="{240E1870-A615-46AB-AC36-A7128985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362" y="2187576"/>
              <a:ext cx="6350" cy="6350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Oval 420">
              <a:extLst>
                <a:ext uri="{FF2B5EF4-FFF2-40B4-BE49-F238E27FC236}">
                  <a16:creationId xmlns:a16="http://schemas.microsoft.com/office/drawing/2014/main" id="{CCEFD7DA-95CC-4199-A878-53F85DD5C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862" y="2036764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421">
              <a:extLst>
                <a:ext uri="{FF2B5EF4-FFF2-40B4-BE49-F238E27FC236}">
                  <a16:creationId xmlns:a16="http://schemas.microsoft.com/office/drawing/2014/main" id="{FB622AB1-053B-4604-B0DB-A3FEAAA0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487" y="1973264"/>
              <a:ext cx="23813" cy="22225"/>
            </a:xfrm>
            <a:custGeom>
              <a:avLst/>
              <a:gdLst>
                <a:gd name="T0" fmla="*/ 6 w 11"/>
                <a:gd name="T1" fmla="*/ 0 h 10"/>
                <a:gd name="T2" fmla="*/ 11 w 11"/>
                <a:gd name="T3" fmla="*/ 5 h 10"/>
                <a:gd name="T4" fmla="*/ 6 w 11"/>
                <a:gd name="T5" fmla="*/ 10 h 10"/>
                <a:gd name="T6" fmla="*/ 0 w 11"/>
                <a:gd name="T7" fmla="*/ 5 h 10"/>
                <a:gd name="T8" fmla="*/ 6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425">
              <a:extLst>
                <a:ext uri="{FF2B5EF4-FFF2-40B4-BE49-F238E27FC236}">
                  <a16:creationId xmlns:a16="http://schemas.microsoft.com/office/drawing/2014/main" id="{58F09AB3-5EDD-4B4B-B531-6769C7B0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" y="1752601"/>
              <a:ext cx="23813" cy="20638"/>
            </a:xfrm>
            <a:custGeom>
              <a:avLst/>
              <a:gdLst>
                <a:gd name="T0" fmla="*/ 6 w 11"/>
                <a:gd name="T1" fmla="*/ 0 h 9"/>
                <a:gd name="T2" fmla="*/ 11 w 11"/>
                <a:gd name="T3" fmla="*/ 5 h 9"/>
                <a:gd name="T4" fmla="*/ 5 w 11"/>
                <a:gd name="T5" fmla="*/ 9 h 9"/>
                <a:gd name="T6" fmla="*/ 0 w 11"/>
                <a:gd name="T7" fmla="*/ 4 h 9"/>
                <a:gd name="T8" fmla="*/ 6 w 1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8" y="0"/>
                    <a:pt x="11" y="2"/>
                    <a:pt x="11" y="5"/>
                  </a:cubicBezTo>
                  <a:cubicBezTo>
                    <a:pt x="11" y="7"/>
                    <a:pt x="8" y="9"/>
                    <a:pt x="5" y="9"/>
                  </a:cubicBezTo>
                  <a:cubicBezTo>
                    <a:pt x="3" y="9"/>
                    <a:pt x="0" y="7"/>
                    <a:pt x="0" y="4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426">
              <a:extLst>
                <a:ext uri="{FF2B5EF4-FFF2-40B4-BE49-F238E27FC236}">
                  <a16:creationId xmlns:a16="http://schemas.microsoft.com/office/drawing/2014/main" id="{A101CDA0-BC88-4FD4-8D76-BCC66F12A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825" y="1622426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274">
              <a:extLst>
                <a:ext uri="{FF2B5EF4-FFF2-40B4-BE49-F238E27FC236}">
                  <a16:creationId xmlns:a16="http://schemas.microsoft.com/office/drawing/2014/main" id="{EEC4F99A-EAD5-42A8-AAA8-4A3187C69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787" y="1524001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Oval 275">
              <a:extLst>
                <a:ext uri="{FF2B5EF4-FFF2-40B4-BE49-F238E27FC236}">
                  <a16:creationId xmlns:a16="http://schemas.microsoft.com/office/drawing/2014/main" id="{C6462150-4C92-40EB-B461-AD460199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7" y="1695451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Oval 276">
              <a:extLst>
                <a:ext uri="{FF2B5EF4-FFF2-40B4-BE49-F238E27FC236}">
                  <a16:creationId xmlns:a16="http://schemas.microsoft.com/office/drawing/2014/main" id="{DB302E32-E0FB-48A8-9B85-13A785496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7" y="1622426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277">
              <a:extLst>
                <a:ext uri="{FF2B5EF4-FFF2-40B4-BE49-F238E27FC236}">
                  <a16:creationId xmlns:a16="http://schemas.microsoft.com/office/drawing/2014/main" id="{AB3419EF-D1B3-4A8A-82DF-D9542B7DF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5" y="1695451"/>
              <a:ext cx="26988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278">
              <a:extLst>
                <a:ext uri="{FF2B5EF4-FFF2-40B4-BE49-F238E27FC236}">
                  <a16:creationId xmlns:a16="http://schemas.microsoft.com/office/drawing/2014/main" id="{0E2B7F56-92D3-41E1-BFE5-443851C9B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025" y="1643064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279">
              <a:extLst>
                <a:ext uri="{FF2B5EF4-FFF2-40B4-BE49-F238E27FC236}">
                  <a16:creationId xmlns:a16="http://schemas.microsoft.com/office/drawing/2014/main" id="{62228103-7C49-46A9-B5B7-5457CE2B8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175" y="1766889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280">
              <a:extLst>
                <a:ext uri="{FF2B5EF4-FFF2-40B4-BE49-F238E27FC236}">
                  <a16:creationId xmlns:a16="http://schemas.microsoft.com/office/drawing/2014/main" id="{2E4E9AE4-93C1-4E32-BCCC-97656DF4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875" y="1785939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281">
              <a:extLst>
                <a:ext uri="{FF2B5EF4-FFF2-40B4-BE49-F238E27FC236}">
                  <a16:creationId xmlns:a16="http://schemas.microsoft.com/office/drawing/2014/main" id="{3EC19405-29B7-4038-B6E5-006E29787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187" y="1860551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Oval 282">
              <a:extLst>
                <a:ext uri="{FF2B5EF4-FFF2-40B4-BE49-F238E27FC236}">
                  <a16:creationId xmlns:a16="http://schemas.microsoft.com/office/drawing/2014/main" id="{C683308B-CC2F-42C7-B144-0C995F9EB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362" y="2017714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283">
              <a:extLst>
                <a:ext uri="{FF2B5EF4-FFF2-40B4-BE49-F238E27FC236}">
                  <a16:creationId xmlns:a16="http://schemas.microsoft.com/office/drawing/2014/main" id="{B9B6899F-1A17-4916-8279-A4D6BE46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112" y="2147889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418">
              <a:extLst>
                <a:ext uri="{FF2B5EF4-FFF2-40B4-BE49-F238E27FC236}">
                  <a16:creationId xmlns:a16="http://schemas.microsoft.com/office/drawing/2014/main" id="{18FBC32A-948E-4D00-BC04-5DE9EBEF4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462" y="2263776"/>
              <a:ext cx="22225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Oval 422">
              <a:extLst>
                <a:ext uri="{FF2B5EF4-FFF2-40B4-BE49-F238E27FC236}">
                  <a16:creationId xmlns:a16="http://schemas.microsoft.com/office/drawing/2014/main" id="{A4EA9623-E811-4742-9D0A-E80E45237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350" y="1976439"/>
              <a:ext cx="6350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423">
              <a:extLst>
                <a:ext uri="{FF2B5EF4-FFF2-40B4-BE49-F238E27FC236}">
                  <a16:creationId xmlns:a16="http://schemas.microsoft.com/office/drawing/2014/main" id="{C0E0ACBE-3BB2-4889-B2D2-8176F9000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300" y="1954214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Oval 424">
              <a:extLst>
                <a:ext uri="{FF2B5EF4-FFF2-40B4-BE49-F238E27FC236}">
                  <a16:creationId xmlns:a16="http://schemas.microsoft.com/office/drawing/2014/main" id="{A61308F5-B034-40C3-BDA2-C7B06E019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950" y="1852614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427">
              <a:extLst>
                <a:ext uri="{FF2B5EF4-FFF2-40B4-BE49-F238E27FC236}">
                  <a16:creationId xmlns:a16="http://schemas.microsoft.com/office/drawing/2014/main" id="{0530A1A2-F349-4F3A-9899-480C88A0C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987" y="1514476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Oval 428">
              <a:extLst>
                <a:ext uri="{FF2B5EF4-FFF2-40B4-BE49-F238E27FC236}">
                  <a16:creationId xmlns:a16="http://schemas.microsoft.com/office/drawing/2014/main" id="{B5BE66FB-3AC2-4922-990C-FD59F9539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00" y="1438276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468">
              <a:extLst>
                <a:ext uri="{FF2B5EF4-FFF2-40B4-BE49-F238E27FC236}">
                  <a16:creationId xmlns:a16="http://schemas.microsoft.com/office/drawing/2014/main" id="{41901A58-2B66-49FB-B92B-70C0C7F1D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420" y="2901212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Oval 469">
              <a:extLst>
                <a:ext uri="{FF2B5EF4-FFF2-40B4-BE49-F238E27FC236}">
                  <a16:creationId xmlns:a16="http://schemas.microsoft.com/office/drawing/2014/main" id="{A59ABE7A-8A20-4610-B92C-6C55ECDA5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107" y="2918674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Oval 470">
              <a:extLst>
                <a:ext uri="{FF2B5EF4-FFF2-40B4-BE49-F238E27FC236}">
                  <a16:creationId xmlns:a16="http://schemas.microsoft.com/office/drawing/2014/main" id="{C5CD0471-C369-48A0-9DF5-A4D6729FE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157" y="3007574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Oval 471">
              <a:extLst>
                <a:ext uri="{FF2B5EF4-FFF2-40B4-BE49-F238E27FC236}">
                  <a16:creationId xmlns:a16="http://schemas.microsoft.com/office/drawing/2014/main" id="{92618FF3-A939-4342-9FDF-E1AE1F7CA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432" y="3264749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472">
              <a:extLst>
                <a:ext uri="{FF2B5EF4-FFF2-40B4-BE49-F238E27FC236}">
                  <a16:creationId xmlns:a16="http://schemas.microsoft.com/office/drawing/2014/main" id="{18CBA58E-3627-4BFC-8943-DF5A1826B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520" y="3379049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473">
              <a:extLst>
                <a:ext uri="{FF2B5EF4-FFF2-40B4-BE49-F238E27FC236}">
                  <a16:creationId xmlns:a16="http://schemas.microsoft.com/office/drawing/2014/main" id="{DF857DB8-417D-44B5-94D4-862745912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257" y="3501287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474">
              <a:extLst>
                <a:ext uri="{FF2B5EF4-FFF2-40B4-BE49-F238E27FC236}">
                  <a16:creationId xmlns:a16="http://schemas.microsoft.com/office/drawing/2014/main" id="{25C90F3B-85D1-4375-A1A1-3C9EF187D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320" y="3518749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Oval 475">
              <a:extLst>
                <a:ext uri="{FF2B5EF4-FFF2-40B4-BE49-F238E27FC236}">
                  <a16:creationId xmlns:a16="http://schemas.microsoft.com/office/drawing/2014/main" id="{4512FFA4-64B0-4842-843F-3195891AE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582" y="349176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476">
              <a:extLst>
                <a:ext uri="{FF2B5EF4-FFF2-40B4-BE49-F238E27FC236}">
                  <a16:creationId xmlns:a16="http://schemas.microsoft.com/office/drawing/2014/main" id="{0896E5CB-D018-454D-A7B0-3B48DC32D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070" y="3525099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Oval 477">
              <a:extLst>
                <a:ext uri="{FF2B5EF4-FFF2-40B4-BE49-F238E27FC236}">
                  <a16:creationId xmlns:a16="http://schemas.microsoft.com/office/drawing/2014/main" id="{7EE312A7-850C-4388-8684-F86216D32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782" y="366003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478">
              <a:extLst>
                <a:ext uri="{FF2B5EF4-FFF2-40B4-BE49-F238E27FC236}">
                  <a16:creationId xmlns:a16="http://schemas.microsoft.com/office/drawing/2014/main" id="{4BAB03AA-C2C3-4AF1-8FB7-DA9254CD1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807" y="3793387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Oval 479">
              <a:extLst>
                <a:ext uri="{FF2B5EF4-FFF2-40B4-BE49-F238E27FC236}">
                  <a16:creationId xmlns:a16="http://schemas.microsoft.com/office/drawing/2014/main" id="{143644B2-6D2E-4D45-AB87-B1AC1A19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945" y="3831487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480">
              <a:extLst>
                <a:ext uri="{FF2B5EF4-FFF2-40B4-BE49-F238E27FC236}">
                  <a16:creationId xmlns:a16="http://schemas.microsoft.com/office/drawing/2014/main" id="{AE20C071-E91E-4AE0-98D6-8101449C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970" y="3872762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481">
              <a:extLst>
                <a:ext uri="{FF2B5EF4-FFF2-40B4-BE49-F238E27FC236}">
                  <a16:creationId xmlns:a16="http://schemas.microsoft.com/office/drawing/2014/main" id="{51C47D00-57A6-4E7E-96DA-0A81D5B6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932" y="3926737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482">
              <a:extLst>
                <a:ext uri="{FF2B5EF4-FFF2-40B4-BE49-F238E27FC236}">
                  <a16:creationId xmlns:a16="http://schemas.microsoft.com/office/drawing/2014/main" id="{F11779FA-05FF-40D5-99D3-82045C5E8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845" y="3871174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Oval 483">
              <a:extLst>
                <a:ext uri="{FF2B5EF4-FFF2-40B4-BE49-F238E27FC236}">
                  <a16:creationId xmlns:a16="http://schemas.microsoft.com/office/drawing/2014/main" id="{022DE358-1DB3-4598-BF5F-4831A739E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582" y="4001349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484">
              <a:extLst>
                <a:ext uri="{FF2B5EF4-FFF2-40B4-BE49-F238E27FC236}">
                  <a16:creationId xmlns:a16="http://schemas.microsoft.com/office/drawing/2014/main" id="{8985C7BA-3540-4494-AEC0-24443873C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132" y="4077549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485">
              <a:extLst>
                <a:ext uri="{FF2B5EF4-FFF2-40B4-BE49-F238E27FC236}">
                  <a16:creationId xmlns:a16="http://schemas.microsoft.com/office/drawing/2014/main" id="{95E1BC6D-AAFA-42A1-A5DA-1877C157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670" y="4137874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Oval 486">
              <a:extLst>
                <a:ext uri="{FF2B5EF4-FFF2-40B4-BE49-F238E27FC236}">
                  <a16:creationId xmlns:a16="http://schemas.microsoft.com/office/drawing/2014/main" id="{941E4C6F-0284-491B-94A7-6C6972121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832" y="4268049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Oval 487">
              <a:extLst>
                <a:ext uri="{FF2B5EF4-FFF2-40B4-BE49-F238E27FC236}">
                  <a16:creationId xmlns:a16="http://schemas.microsoft.com/office/drawing/2014/main" id="{F1227377-69E5-4D9D-90A4-77497EF2B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4645" y="4356949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Oval 468">
              <a:extLst>
                <a:ext uri="{FF2B5EF4-FFF2-40B4-BE49-F238E27FC236}">
                  <a16:creationId xmlns:a16="http://schemas.microsoft.com/office/drawing/2014/main" id="{287E7EC5-A9F0-4242-BD1F-8C1F6ECEA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801" y="5236877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Oval 469">
              <a:extLst>
                <a:ext uri="{FF2B5EF4-FFF2-40B4-BE49-F238E27FC236}">
                  <a16:creationId xmlns:a16="http://schemas.microsoft.com/office/drawing/2014/main" id="{D05E16A3-BACF-43DD-BBFB-EF0850EA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488" y="5254339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Oval 470">
              <a:extLst>
                <a:ext uri="{FF2B5EF4-FFF2-40B4-BE49-F238E27FC236}">
                  <a16:creationId xmlns:a16="http://schemas.microsoft.com/office/drawing/2014/main" id="{36A60F15-B1F4-4BE5-BC72-3EDB33ED2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538" y="5343239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Oval 471">
              <a:extLst>
                <a:ext uri="{FF2B5EF4-FFF2-40B4-BE49-F238E27FC236}">
                  <a16:creationId xmlns:a16="http://schemas.microsoft.com/office/drawing/2014/main" id="{FE94BC43-49D6-4240-8298-09EB84254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813" y="5600414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Oval 472">
              <a:extLst>
                <a:ext uri="{FF2B5EF4-FFF2-40B4-BE49-F238E27FC236}">
                  <a16:creationId xmlns:a16="http://schemas.microsoft.com/office/drawing/2014/main" id="{5441722C-51A5-4385-8C3A-6868C16BF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901" y="5714714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473">
              <a:extLst>
                <a:ext uri="{FF2B5EF4-FFF2-40B4-BE49-F238E27FC236}">
                  <a16:creationId xmlns:a16="http://schemas.microsoft.com/office/drawing/2014/main" id="{6A06D0B6-63E7-472D-88AA-09415C9A0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638" y="5836952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Oval 474">
              <a:extLst>
                <a:ext uri="{FF2B5EF4-FFF2-40B4-BE49-F238E27FC236}">
                  <a16:creationId xmlns:a16="http://schemas.microsoft.com/office/drawing/2014/main" id="{E2F39114-D6D8-4325-BFB7-C5DC29896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701" y="5854414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Oval 475">
              <a:extLst>
                <a:ext uri="{FF2B5EF4-FFF2-40B4-BE49-F238E27FC236}">
                  <a16:creationId xmlns:a16="http://schemas.microsoft.com/office/drawing/2014/main" id="{E747400E-E2F9-4EE8-896A-8C05ABAF9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963" y="582742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Oval 476">
              <a:extLst>
                <a:ext uri="{FF2B5EF4-FFF2-40B4-BE49-F238E27FC236}">
                  <a16:creationId xmlns:a16="http://schemas.microsoft.com/office/drawing/2014/main" id="{F3F4B6CB-BB6C-4055-8564-B8A4D661B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451" y="5860764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Oval 477">
              <a:extLst>
                <a:ext uri="{FF2B5EF4-FFF2-40B4-BE49-F238E27FC236}">
                  <a16:creationId xmlns:a16="http://schemas.microsoft.com/office/drawing/2014/main" id="{4A779F69-5993-4E2F-88FC-8D8BB7F1B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163" y="599570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Oval 478">
              <a:extLst>
                <a:ext uri="{FF2B5EF4-FFF2-40B4-BE49-F238E27FC236}">
                  <a16:creationId xmlns:a16="http://schemas.microsoft.com/office/drawing/2014/main" id="{6C6CBE8C-2810-4AE4-9B31-CFD39C22C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188" y="6129052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Oval 479">
              <a:extLst>
                <a:ext uri="{FF2B5EF4-FFF2-40B4-BE49-F238E27FC236}">
                  <a16:creationId xmlns:a16="http://schemas.microsoft.com/office/drawing/2014/main" id="{141FE353-7244-4A01-94E7-6B4981784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326" y="6167152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480">
              <a:extLst>
                <a:ext uri="{FF2B5EF4-FFF2-40B4-BE49-F238E27FC236}">
                  <a16:creationId xmlns:a16="http://schemas.microsoft.com/office/drawing/2014/main" id="{CAE3F08C-7F78-4C54-8AA8-B04F4F8E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1" y="6208427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481">
              <a:extLst>
                <a:ext uri="{FF2B5EF4-FFF2-40B4-BE49-F238E27FC236}">
                  <a16:creationId xmlns:a16="http://schemas.microsoft.com/office/drawing/2014/main" id="{EA3A8C77-6D3F-4F02-9BE3-201F38BB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6262402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Oval 482">
              <a:extLst>
                <a:ext uri="{FF2B5EF4-FFF2-40B4-BE49-F238E27FC236}">
                  <a16:creationId xmlns:a16="http://schemas.microsoft.com/office/drawing/2014/main" id="{D3D96562-17DA-4193-8339-F36FE1ACD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226" y="6206839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Oval 483">
              <a:extLst>
                <a:ext uri="{FF2B5EF4-FFF2-40B4-BE49-F238E27FC236}">
                  <a16:creationId xmlns:a16="http://schemas.microsoft.com/office/drawing/2014/main" id="{64BA058D-B175-4DFF-9701-A88926764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963" y="6337014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Oval 484">
              <a:extLst>
                <a:ext uri="{FF2B5EF4-FFF2-40B4-BE49-F238E27FC236}">
                  <a16:creationId xmlns:a16="http://schemas.microsoft.com/office/drawing/2014/main" id="{5359497F-2C24-4143-9CDA-A87141125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6413214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485">
              <a:extLst>
                <a:ext uri="{FF2B5EF4-FFF2-40B4-BE49-F238E27FC236}">
                  <a16:creationId xmlns:a16="http://schemas.microsoft.com/office/drawing/2014/main" id="{5A3D4118-6195-4864-841B-23A52F1BE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051" y="6473539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Oval 486">
              <a:extLst>
                <a:ext uri="{FF2B5EF4-FFF2-40B4-BE49-F238E27FC236}">
                  <a16:creationId xmlns:a16="http://schemas.microsoft.com/office/drawing/2014/main" id="{E9FD78CF-514F-44EA-8249-C5069E326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6603714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Oval 487">
              <a:extLst>
                <a:ext uri="{FF2B5EF4-FFF2-40B4-BE49-F238E27FC236}">
                  <a16:creationId xmlns:a16="http://schemas.microsoft.com/office/drawing/2014/main" id="{1B528167-998A-45AF-A032-89E31FE4B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026" y="6692614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Oval 468">
              <a:extLst>
                <a:ext uri="{FF2B5EF4-FFF2-40B4-BE49-F238E27FC236}">
                  <a16:creationId xmlns:a16="http://schemas.microsoft.com/office/drawing/2014/main" id="{41CFF51C-817A-447D-8CDB-F630A82B4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15" y="3886540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Oval 469">
              <a:extLst>
                <a:ext uri="{FF2B5EF4-FFF2-40B4-BE49-F238E27FC236}">
                  <a16:creationId xmlns:a16="http://schemas.microsoft.com/office/drawing/2014/main" id="{A544A8E8-A978-4003-8B2A-25E94CE66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02" y="3904002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Oval 470">
              <a:extLst>
                <a:ext uri="{FF2B5EF4-FFF2-40B4-BE49-F238E27FC236}">
                  <a16:creationId xmlns:a16="http://schemas.microsoft.com/office/drawing/2014/main" id="{FCC45887-EB75-4278-A035-D8828A861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52" y="3992902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Oval 471">
              <a:extLst>
                <a:ext uri="{FF2B5EF4-FFF2-40B4-BE49-F238E27FC236}">
                  <a16:creationId xmlns:a16="http://schemas.microsoft.com/office/drawing/2014/main" id="{0C730FCE-A504-4216-A9D0-B328ABC66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27" y="425007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Oval 472">
              <a:extLst>
                <a:ext uri="{FF2B5EF4-FFF2-40B4-BE49-F238E27FC236}">
                  <a16:creationId xmlns:a16="http://schemas.microsoft.com/office/drawing/2014/main" id="{3FFE9173-F942-4532-81B3-606671A5E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315" y="4364377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Oval 473">
              <a:extLst>
                <a:ext uri="{FF2B5EF4-FFF2-40B4-BE49-F238E27FC236}">
                  <a16:creationId xmlns:a16="http://schemas.microsoft.com/office/drawing/2014/main" id="{7C7BA280-B59D-4782-9A23-8DB1B1866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052" y="4486615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Oval 474">
              <a:extLst>
                <a:ext uri="{FF2B5EF4-FFF2-40B4-BE49-F238E27FC236}">
                  <a16:creationId xmlns:a16="http://schemas.microsoft.com/office/drawing/2014/main" id="{D882D06A-1E0B-4909-AA5D-3AA6B3229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115" y="4504077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Oval 475">
              <a:extLst>
                <a:ext uri="{FF2B5EF4-FFF2-40B4-BE49-F238E27FC236}">
                  <a16:creationId xmlns:a16="http://schemas.microsoft.com/office/drawing/2014/main" id="{67D9A567-FBB0-4295-AFA7-218E7320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377" y="4477090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Oval 476">
              <a:extLst>
                <a:ext uri="{FF2B5EF4-FFF2-40B4-BE49-F238E27FC236}">
                  <a16:creationId xmlns:a16="http://schemas.microsoft.com/office/drawing/2014/main" id="{2401515E-41FA-471C-B840-2EE4F7182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65" y="4510427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Oval 477">
              <a:extLst>
                <a:ext uri="{FF2B5EF4-FFF2-40B4-BE49-F238E27FC236}">
                  <a16:creationId xmlns:a16="http://schemas.microsoft.com/office/drawing/2014/main" id="{FFF507B9-8CB6-4F4D-A275-369EB4CF5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577" y="4645365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Oval 478">
              <a:extLst>
                <a:ext uri="{FF2B5EF4-FFF2-40B4-BE49-F238E27FC236}">
                  <a16:creationId xmlns:a16="http://schemas.microsoft.com/office/drawing/2014/main" id="{4CED6EDB-612D-46B3-A2B0-7CEC7FE2B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602" y="4778715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Oval 479">
              <a:extLst>
                <a:ext uri="{FF2B5EF4-FFF2-40B4-BE49-F238E27FC236}">
                  <a16:creationId xmlns:a16="http://schemas.microsoft.com/office/drawing/2014/main" id="{38037B0D-098B-4F1C-81DE-C02C5B3E9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740" y="4816815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480">
              <a:extLst>
                <a:ext uri="{FF2B5EF4-FFF2-40B4-BE49-F238E27FC236}">
                  <a16:creationId xmlns:a16="http://schemas.microsoft.com/office/drawing/2014/main" id="{EE906F11-2841-4C37-B6B9-1A1A6650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65" y="4858090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481">
              <a:extLst>
                <a:ext uri="{FF2B5EF4-FFF2-40B4-BE49-F238E27FC236}">
                  <a16:creationId xmlns:a16="http://schemas.microsoft.com/office/drawing/2014/main" id="{15C95D7B-87EF-46F3-9482-109BD1B0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727" y="4912065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Oval 482">
              <a:extLst>
                <a:ext uri="{FF2B5EF4-FFF2-40B4-BE49-F238E27FC236}">
                  <a16:creationId xmlns:a16="http://schemas.microsoft.com/office/drawing/2014/main" id="{461161BC-20AC-4F0A-B79C-49336EA19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40" y="4856502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Oval 483">
              <a:extLst>
                <a:ext uri="{FF2B5EF4-FFF2-40B4-BE49-F238E27FC236}">
                  <a16:creationId xmlns:a16="http://schemas.microsoft.com/office/drawing/2014/main" id="{98CC6018-F7C4-4EE1-A78F-288BB3030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377" y="4986677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Oval 484">
              <a:extLst>
                <a:ext uri="{FF2B5EF4-FFF2-40B4-BE49-F238E27FC236}">
                  <a16:creationId xmlns:a16="http://schemas.microsoft.com/office/drawing/2014/main" id="{94BA0B67-63BC-4CC9-ABB7-930656E59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27" y="5062877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485">
              <a:extLst>
                <a:ext uri="{FF2B5EF4-FFF2-40B4-BE49-F238E27FC236}">
                  <a16:creationId xmlns:a16="http://schemas.microsoft.com/office/drawing/2014/main" id="{E76BEFB4-C91C-4834-812D-2CAFDA19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65" y="5123202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Oval 486">
              <a:extLst>
                <a:ext uri="{FF2B5EF4-FFF2-40B4-BE49-F238E27FC236}">
                  <a16:creationId xmlns:a16="http://schemas.microsoft.com/office/drawing/2014/main" id="{565034CB-64D0-483C-9000-49A0FC61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627" y="5253377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Oval 487">
              <a:extLst>
                <a:ext uri="{FF2B5EF4-FFF2-40B4-BE49-F238E27FC236}">
                  <a16:creationId xmlns:a16="http://schemas.microsoft.com/office/drawing/2014/main" id="{93A0B06B-C44C-4116-AC1D-141C90A0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40" y="5342277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Oval 468">
              <a:extLst>
                <a:ext uri="{FF2B5EF4-FFF2-40B4-BE49-F238E27FC236}">
                  <a16:creationId xmlns:a16="http://schemas.microsoft.com/office/drawing/2014/main" id="{1EA16E52-3A36-4183-B5ED-E67511B72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696" y="2352432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Oval 469">
              <a:extLst>
                <a:ext uri="{FF2B5EF4-FFF2-40B4-BE49-F238E27FC236}">
                  <a16:creationId xmlns:a16="http://schemas.microsoft.com/office/drawing/2014/main" id="{E3A031D2-E0F8-4828-8FC7-1F480725C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383" y="2369894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Oval 470">
              <a:extLst>
                <a:ext uri="{FF2B5EF4-FFF2-40B4-BE49-F238E27FC236}">
                  <a16:creationId xmlns:a16="http://schemas.microsoft.com/office/drawing/2014/main" id="{F2B8A6A9-7931-4612-810E-23EDDFAEE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433" y="2458794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Oval 471">
              <a:extLst>
                <a:ext uri="{FF2B5EF4-FFF2-40B4-BE49-F238E27FC236}">
                  <a16:creationId xmlns:a16="http://schemas.microsoft.com/office/drawing/2014/main" id="{E29CBA5A-4335-4F81-ACCB-678436234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708" y="2715969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Oval 472">
              <a:extLst>
                <a:ext uri="{FF2B5EF4-FFF2-40B4-BE49-F238E27FC236}">
                  <a16:creationId xmlns:a16="http://schemas.microsoft.com/office/drawing/2014/main" id="{7947EF7A-870F-41D0-B2E9-8F3A6CEBC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796" y="2830269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Oval 473">
              <a:extLst>
                <a:ext uri="{FF2B5EF4-FFF2-40B4-BE49-F238E27FC236}">
                  <a16:creationId xmlns:a16="http://schemas.microsoft.com/office/drawing/2014/main" id="{6F966341-DD58-4951-9E1B-14281EE96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533" y="2952507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Oval 474">
              <a:extLst>
                <a:ext uri="{FF2B5EF4-FFF2-40B4-BE49-F238E27FC236}">
                  <a16:creationId xmlns:a16="http://schemas.microsoft.com/office/drawing/2014/main" id="{B1A9FA09-4E00-4A03-B97F-08A9C4249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596" y="2969969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Oval 475">
              <a:extLst>
                <a:ext uri="{FF2B5EF4-FFF2-40B4-BE49-F238E27FC236}">
                  <a16:creationId xmlns:a16="http://schemas.microsoft.com/office/drawing/2014/main" id="{7A883614-E082-4A72-96CE-EEB22AABD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858" y="294298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Oval 476">
              <a:extLst>
                <a:ext uri="{FF2B5EF4-FFF2-40B4-BE49-F238E27FC236}">
                  <a16:creationId xmlns:a16="http://schemas.microsoft.com/office/drawing/2014/main" id="{339BABAC-3CD3-44C3-B15C-37A9861C0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46" y="2976319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Oval 477">
              <a:extLst>
                <a:ext uri="{FF2B5EF4-FFF2-40B4-BE49-F238E27FC236}">
                  <a16:creationId xmlns:a16="http://schemas.microsoft.com/office/drawing/2014/main" id="{60C27DF5-39FD-4301-9C14-5D34E7CC7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058" y="311125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Oval 478">
              <a:extLst>
                <a:ext uri="{FF2B5EF4-FFF2-40B4-BE49-F238E27FC236}">
                  <a16:creationId xmlns:a16="http://schemas.microsoft.com/office/drawing/2014/main" id="{63456A4A-03EF-4B16-8CC5-19FB38F3C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083" y="3244607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Oval 479">
              <a:extLst>
                <a:ext uri="{FF2B5EF4-FFF2-40B4-BE49-F238E27FC236}">
                  <a16:creationId xmlns:a16="http://schemas.microsoft.com/office/drawing/2014/main" id="{557DA684-141C-40A1-9D4D-786405742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221" y="3282707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480">
              <a:extLst>
                <a:ext uri="{FF2B5EF4-FFF2-40B4-BE49-F238E27FC236}">
                  <a16:creationId xmlns:a16="http://schemas.microsoft.com/office/drawing/2014/main" id="{5EE02489-A203-43DC-8643-C16C8F00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246" y="3323982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481">
              <a:extLst>
                <a:ext uri="{FF2B5EF4-FFF2-40B4-BE49-F238E27FC236}">
                  <a16:creationId xmlns:a16="http://schemas.microsoft.com/office/drawing/2014/main" id="{72608700-1638-40DA-ADA3-8104F3CF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208" y="3377957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Oval 482">
              <a:extLst>
                <a:ext uri="{FF2B5EF4-FFF2-40B4-BE49-F238E27FC236}">
                  <a16:creationId xmlns:a16="http://schemas.microsoft.com/office/drawing/2014/main" id="{7E111FCC-2ED6-4860-9551-7F920E581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21" y="3322394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Oval 483">
              <a:extLst>
                <a:ext uri="{FF2B5EF4-FFF2-40B4-BE49-F238E27FC236}">
                  <a16:creationId xmlns:a16="http://schemas.microsoft.com/office/drawing/2014/main" id="{B1A88107-202A-450A-960E-26BC6FF19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58" y="3452569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Oval 484">
              <a:extLst>
                <a:ext uri="{FF2B5EF4-FFF2-40B4-BE49-F238E27FC236}">
                  <a16:creationId xmlns:a16="http://schemas.microsoft.com/office/drawing/2014/main" id="{E311A29C-C4A2-42C4-A6B5-7CA996C18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08" y="3528769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485">
              <a:extLst>
                <a:ext uri="{FF2B5EF4-FFF2-40B4-BE49-F238E27FC236}">
                  <a16:creationId xmlns:a16="http://schemas.microsoft.com/office/drawing/2014/main" id="{705362B0-31D9-4211-861D-7693E4BA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46" y="3589094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Oval 486">
              <a:extLst>
                <a:ext uri="{FF2B5EF4-FFF2-40B4-BE49-F238E27FC236}">
                  <a16:creationId xmlns:a16="http://schemas.microsoft.com/office/drawing/2014/main" id="{23C0D227-6FA6-4756-852B-332D8F412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108" y="3719269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Oval 487">
              <a:extLst>
                <a:ext uri="{FF2B5EF4-FFF2-40B4-BE49-F238E27FC236}">
                  <a16:creationId xmlns:a16="http://schemas.microsoft.com/office/drawing/2014/main" id="{AA379F64-94A7-416F-81A0-691E5DF26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21" y="3808169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Oval 468">
              <a:extLst>
                <a:ext uri="{FF2B5EF4-FFF2-40B4-BE49-F238E27FC236}">
                  <a16:creationId xmlns:a16="http://schemas.microsoft.com/office/drawing/2014/main" id="{592D1695-B8E1-4B23-8B9C-F799B0D8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501" y="4111627"/>
              <a:ext cx="4763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Oval 469">
              <a:extLst>
                <a:ext uri="{FF2B5EF4-FFF2-40B4-BE49-F238E27FC236}">
                  <a16:creationId xmlns:a16="http://schemas.microsoft.com/office/drawing/2014/main" id="{B1113596-11C7-4D51-AFE4-DCB74DFD2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188" y="4129089"/>
              <a:ext cx="7938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Oval 470">
              <a:extLst>
                <a:ext uri="{FF2B5EF4-FFF2-40B4-BE49-F238E27FC236}">
                  <a16:creationId xmlns:a16="http://schemas.microsoft.com/office/drawing/2014/main" id="{860B6D8A-8463-4A06-881D-3E4F3685A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238" y="4217989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Oval 471">
              <a:extLst>
                <a:ext uri="{FF2B5EF4-FFF2-40B4-BE49-F238E27FC236}">
                  <a16:creationId xmlns:a16="http://schemas.microsoft.com/office/drawing/2014/main" id="{DEF60A42-2AE5-4DFE-81DC-86F60A158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513" y="4475164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Oval 472">
              <a:extLst>
                <a:ext uri="{FF2B5EF4-FFF2-40B4-BE49-F238E27FC236}">
                  <a16:creationId xmlns:a16="http://schemas.microsoft.com/office/drawing/2014/main" id="{3354B524-F4FA-4344-A29D-94594B2FB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601" y="4589464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Oval 473">
              <a:extLst>
                <a:ext uri="{FF2B5EF4-FFF2-40B4-BE49-F238E27FC236}">
                  <a16:creationId xmlns:a16="http://schemas.microsoft.com/office/drawing/2014/main" id="{F4E02976-5119-4EEA-B47F-B51F32367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338" y="4711702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Oval 474">
              <a:extLst>
                <a:ext uri="{FF2B5EF4-FFF2-40B4-BE49-F238E27FC236}">
                  <a16:creationId xmlns:a16="http://schemas.microsoft.com/office/drawing/2014/main" id="{A725A1B7-69CC-4D4C-A992-6E34BE655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401" y="4729164"/>
              <a:ext cx="12700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Oval 475">
              <a:extLst>
                <a:ext uri="{FF2B5EF4-FFF2-40B4-BE49-F238E27FC236}">
                  <a16:creationId xmlns:a16="http://schemas.microsoft.com/office/drawing/2014/main" id="{EDDC8352-2A61-4CB1-9792-7563659CE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663" y="4702177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Oval 476">
              <a:extLst>
                <a:ext uri="{FF2B5EF4-FFF2-40B4-BE49-F238E27FC236}">
                  <a16:creationId xmlns:a16="http://schemas.microsoft.com/office/drawing/2014/main" id="{1649CBE4-9723-40DE-A6AF-926F85AD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151" y="4735514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Oval 477">
              <a:extLst>
                <a:ext uri="{FF2B5EF4-FFF2-40B4-BE49-F238E27FC236}">
                  <a16:creationId xmlns:a16="http://schemas.microsoft.com/office/drawing/2014/main" id="{346A313E-1859-439A-A85E-8A3B1168B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863" y="4870452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Oval 478">
              <a:extLst>
                <a:ext uri="{FF2B5EF4-FFF2-40B4-BE49-F238E27FC236}">
                  <a16:creationId xmlns:a16="http://schemas.microsoft.com/office/drawing/2014/main" id="{1354EF78-0BA1-44EF-8FC9-1F09BF9ED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888" y="5003802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Oval 479">
              <a:extLst>
                <a:ext uri="{FF2B5EF4-FFF2-40B4-BE49-F238E27FC236}">
                  <a16:creationId xmlns:a16="http://schemas.microsoft.com/office/drawing/2014/main" id="{E955E627-5E45-4632-AE2E-96E060203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026" y="5041902"/>
              <a:ext cx="7938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480">
              <a:extLst>
                <a:ext uri="{FF2B5EF4-FFF2-40B4-BE49-F238E27FC236}">
                  <a16:creationId xmlns:a16="http://schemas.microsoft.com/office/drawing/2014/main" id="{5315310B-3125-4FD5-82C0-B4B88C20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1" y="5083177"/>
              <a:ext cx="22225" cy="17463"/>
            </a:xfrm>
            <a:custGeom>
              <a:avLst/>
              <a:gdLst>
                <a:gd name="T0" fmla="*/ 5 w 10"/>
                <a:gd name="T1" fmla="*/ 8 h 8"/>
                <a:gd name="T2" fmla="*/ 10 w 10"/>
                <a:gd name="T3" fmla="*/ 4 h 8"/>
                <a:gd name="T4" fmla="*/ 5 w 10"/>
                <a:gd name="T5" fmla="*/ 0 h 8"/>
                <a:gd name="T6" fmla="*/ 0 w 10"/>
                <a:gd name="T7" fmla="*/ 4 h 8"/>
                <a:gd name="T8" fmla="*/ 5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8"/>
                    <a:pt x="10" y="6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481">
              <a:extLst>
                <a:ext uri="{FF2B5EF4-FFF2-40B4-BE49-F238E27FC236}">
                  <a16:creationId xmlns:a16="http://schemas.microsoft.com/office/drawing/2014/main" id="{EA4AEB9F-9385-4D95-A6AA-86E7B0B0E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013" y="5137152"/>
              <a:ext cx="9525" cy="3175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Oval 482">
              <a:extLst>
                <a:ext uri="{FF2B5EF4-FFF2-40B4-BE49-F238E27FC236}">
                  <a16:creationId xmlns:a16="http://schemas.microsoft.com/office/drawing/2014/main" id="{AC954BF7-C187-4368-AC09-F842ACDD4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926" y="5081589"/>
              <a:ext cx="23813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Oval 483">
              <a:extLst>
                <a:ext uri="{FF2B5EF4-FFF2-40B4-BE49-F238E27FC236}">
                  <a16:creationId xmlns:a16="http://schemas.microsoft.com/office/drawing/2014/main" id="{49737FE3-D0D2-44D1-8D12-A6917ACA3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663" y="5211764"/>
              <a:ext cx="3175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Oval 484">
              <a:extLst>
                <a:ext uri="{FF2B5EF4-FFF2-40B4-BE49-F238E27FC236}">
                  <a16:creationId xmlns:a16="http://schemas.microsoft.com/office/drawing/2014/main" id="{8E387685-E02B-4932-B077-5C8635D96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213" y="5287964"/>
              <a:ext cx="15875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485">
              <a:extLst>
                <a:ext uri="{FF2B5EF4-FFF2-40B4-BE49-F238E27FC236}">
                  <a16:creationId xmlns:a16="http://schemas.microsoft.com/office/drawing/2014/main" id="{2F48E71D-1EE3-4CEA-B55A-8B79238D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1" y="5348289"/>
              <a:ext cx="23813" cy="19050"/>
            </a:xfrm>
            <a:custGeom>
              <a:avLst/>
              <a:gdLst>
                <a:gd name="T0" fmla="*/ 5 w 11"/>
                <a:gd name="T1" fmla="*/ 9 h 9"/>
                <a:gd name="T2" fmla="*/ 11 w 11"/>
                <a:gd name="T3" fmla="*/ 5 h 9"/>
                <a:gd name="T4" fmla="*/ 6 w 11"/>
                <a:gd name="T5" fmla="*/ 0 h 9"/>
                <a:gd name="T6" fmla="*/ 0 w 11"/>
                <a:gd name="T7" fmla="*/ 5 h 9"/>
                <a:gd name="T8" fmla="*/ 5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8" y="9"/>
                    <a:pt x="11" y="7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Oval 486">
              <a:extLst>
                <a:ext uri="{FF2B5EF4-FFF2-40B4-BE49-F238E27FC236}">
                  <a16:creationId xmlns:a16="http://schemas.microsoft.com/office/drawing/2014/main" id="{961303FF-1AB4-47F2-BE3F-185D8AF6D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913" y="5478464"/>
              <a:ext cx="28575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Oval 487">
              <a:extLst>
                <a:ext uri="{FF2B5EF4-FFF2-40B4-BE49-F238E27FC236}">
                  <a16:creationId xmlns:a16="http://schemas.microsoft.com/office/drawing/2014/main" id="{81F5B85B-FAF6-4686-A5D4-66C3F137F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726" y="5567364"/>
              <a:ext cx="17463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Oval 46">
              <a:extLst>
                <a:ext uri="{FF2B5EF4-FFF2-40B4-BE49-F238E27FC236}">
                  <a16:creationId xmlns:a16="http://schemas.microsoft.com/office/drawing/2014/main" id="{29F14913-7096-483E-9A7C-E18E6737B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74" y="2978944"/>
              <a:ext cx="2222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Oval 48">
              <a:extLst>
                <a:ext uri="{FF2B5EF4-FFF2-40B4-BE49-F238E27FC236}">
                  <a16:creationId xmlns:a16="http://schemas.microsoft.com/office/drawing/2014/main" id="{8851C9CD-C1C2-4281-AB79-EEEAB68EF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24" y="2844007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Oval 49">
              <a:extLst>
                <a:ext uri="{FF2B5EF4-FFF2-40B4-BE49-F238E27FC236}">
                  <a16:creationId xmlns:a16="http://schemas.microsoft.com/office/drawing/2014/main" id="{9AA288C4-2BFF-4553-A3E5-84F44BBA5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12" y="2766219"/>
              <a:ext cx="12700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52">
              <a:extLst>
                <a:ext uri="{FF2B5EF4-FFF2-40B4-BE49-F238E27FC236}">
                  <a16:creationId xmlns:a16="http://schemas.microsoft.com/office/drawing/2014/main" id="{85AFF1AE-3E0D-4CC2-88C7-58F89397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649" y="2332832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Oval 53">
              <a:extLst>
                <a:ext uri="{FF2B5EF4-FFF2-40B4-BE49-F238E27FC236}">
                  <a16:creationId xmlns:a16="http://schemas.microsoft.com/office/drawing/2014/main" id="{636C6DFA-66F5-43CE-8EDF-427E64EAF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737" y="2156619"/>
              <a:ext cx="3175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Oval 54">
              <a:extLst>
                <a:ext uri="{FF2B5EF4-FFF2-40B4-BE49-F238E27FC236}">
                  <a16:creationId xmlns:a16="http://schemas.microsoft.com/office/drawing/2014/main" id="{242DD889-4C85-4B82-91F9-FFFB9D798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62" y="1874044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Oval 57">
              <a:extLst>
                <a:ext uri="{FF2B5EF4-FFF2-40B4-BE49-F238E27FC236}">
                  <a16:creationId xmlns:a16="http://schemas.microsoft.com/office/drawing/2014/main" id="{80A479C7-BDB3-467F-A74C-47D5526FE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24" y="1569244"/>
              <a:ext cx="25400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Oval 59">
              <a:extLst>
                <a:ext uri="{FF2B5EF4-FFF2-40B4-BE49-F238E27FC236}">
                  <a16:creationId xmlns:a16="http://schemas.microsoft.com/office/drawing/2014/main" id="{43FB98E3-9E44-4657-BFF2-F4583944E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637" y="1381919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61">
              <a:extLst>
                <a:ext uri="{FF2B5EF4-FFF2-40B4-BE49-F238E27FC236}">
                  <a16:creationId xmlns:a16="http://schemas.microsoft.com/office/drawing/2014/main" id="{F5DFDD39-73D6-490F-9F2B-F14B0D13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324" y="1253332"/>
              <a:ext cx="28575" cy="23813"/>
            </a:xfrm>
            <a:custGeom>
              <a:avLst/>
              <a:gdLst>
                <a:gd name="T0" fmla="*/ 7 w 13"/>
                <a:gd name="T1" fmla="*/ 0 h 11"/>
                <a:gd name="T2" fmla="*/ 13 w 13"/>
                <a:gd name="T3" fmla="*/ 6 h 11"/>
                <a:gd name="T4" fmla="*/ 7 w 13"/>
                <a:gd name="T5" fmla="*/ 11 h 11"/>
                <a:gd name="T6" fmla="*/ 0 w 13"/>
                <a:gd name="T7" fmla="*/ 5 h 11"/>
                <a:gd name="T8" fmla="*/ 7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64">
              <a:extLst>
                <a:ext uri="{FF2B5EF4-FFF2-40B4-BE49-F238E27FC236}">
                  <a16:creationId xmlns:a16="http://schemas.microsoft.com/office/drawing/2014/main" id="{7A6010D6-578F-4209-9669-14D42ED9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24" y="1050132"/>
              <a:ext cx="17463" cy="19050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66">
              <a:extLst>
                <a:ext uri="{FF2B5EF4-FFF2-40B4-BE49-F238E27FC236}">
                  <a16:creationId xmlns:a16="http://schemas.microsoft.com/office/drawing/2014/main" id="{A053CD31-4E26-440A-B616-48148324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2" y="896144"/>
              <a:ext cx="22225" cy="20638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5 h 9"/>
                <a:gd name="T4" fmla="*/ 5 w 10"/>
                <a:gd name="T5" fmla="*/ 9 h 9"/>
                <a:gd name="T6" fmla="*/ 0 w 10"/>
                <a:gd name="T7" fmla="*/ 4 h 9"/>
                <a:gd name="T8" fmla="*/ 5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68">
              <a:extLst>
                <a:ext uri="{FF2B5EF4-FFF2-40B4-BE49-F238E27FC236}">
                  <a16:creationId xmlns:a16="http://schemas.microsoft.com/office/drawing/2014/main" id="{1AEAD70B-6796-482D-ACE1-E5D1B1A7D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024" y="719932"/>
              <a:ext cx="28575" cy="26988"/>
            </a:xfrm>
            <a:custGeom>
              <a:avLst/>
              <a:gdLst>
                <a:gd name="T0" fmla="*/ 7 w 13"/>
                <a:gd name="T1" fmla="*/ 0 h 12"/>
                <a:gd name="T2" fmla="*/ 13 w 13"/>
                <a:gd name="T3" fmla="*/ 6 h 12"/>
                <a:gd name="T4" fmla="*/ 7 w 13"/>
                <a:gd name="T5" fmla="*/ 12 h 12"/>
                <a:gd name="T6" fmla="*/ 0 w 13"/>
                <a:gd name="T7" fmla="*/ 6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Oval 69">
              <a:extLst>
                <a:ext uri="{FF2B5EF4-FFF2-40B4-BE49-F238E27FC236}">
                  <a16:creationId xmlns:a16="http://schemas.microsoft.com/office/drawing/2014/main" id="{34E57803-BA2F-49EF-B0E0-12660DB6F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612" y="581819"/>
              <a:ext cx="9525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Oval 70">
              <a:extLst>
                <a:ext uri="{FF2B5EF4-FFF2-40B4-BE49-F238E27FC236}">
                  <a16:creationId xmlns:a16="http://schemas.microsoft.com/office/drawing/2014/main" id="{817A76F3-6980-412C-988D-3A26DF3D0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712" y="553244"/>
              <a:ext cx="28575" cy="269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Oval 71">
              <a:extLst>
                <a:ext uri="{FF2B5EF4-FFF2-40B4-BE49-F238E27FC236}">
                  <a16:creationId xmlns:a16="http://schemas.microsoft.com/office/drawing/2014/main" id="{26F08072-1771-45E1-8C49-38D1FFED7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349" y="457994"/>
              <a:ext cx="14288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Oval 72">
              <a:extLst>
                <a:ext uri="{FF2B5EF4-FFF2-40B4-BE49-F238E27FC236}">
                  <a16:creationId xmlns:a16="http://schemas.microsoft.com/office/drawing/2014/main" id="{7C6D0272-6DF0-42A6-8225-EF807DC05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287" y="429419"/>
              <a:ext cx="14288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Oval 73">
              <a:extLst>
                <a:ext uri="{FF2B5EF4-FFF2-40B4-BE49-F238E27FC236}">
                  <a16:creationId xmlns:a16="http://schemas.microsoft.com/office/drawing/2014/main" id="{5744D771-FF3A-4776-82F3-E0E9C2BBC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274" y="326232"/>
              <a:ext cx="26988" cy="23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Oval 56">
              <a:extLst>
                <a:ext uri="{FF2B5EF4-FFF2-40B4-BE49-F238E27FC236}">
                  <a16:creationId xmlns:a16="http://schemas.microsoft.com/office/drawing/2014/main" id="{D67E6CF1-685E-42C8-B505-825B97E64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536121"/>
              <a:ext cx="11113" cy="9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Oval 176">
              <a:extLst>
                <a:ext uri="{FF2B5EF4-FFF2-40B4-BE49-F238E27FC236}">
                  <a16:creationId xmlns:a16="http://schemas.microsoft.com/office/drawing/2014/main" id="{B56E5926-D8D9-4CBC-B326-D2E57E158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976" y="531359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Oval 154">
              <a:extLst>
                <a:ext uri="{FF2B5EF4-FFF2-40B4-BE49-F238E27FC236}">
                  <a16:creationId xmlns:a16="http://schemas.microsoft.com/office/drawing/2014/main" id="{99732EA8-41A6-43C9-BF72-2914B7C01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898" y="1010784"/>
              <a:ext cx="30163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Oval 155">
              <a:extLst>
                <a:ext uri="{FF2B5EF4-FFF2-40B4-BE49-F238E27FC236}">
                  <a16:creationId xmlns:a16="http://schemas.microsoft.com/office/drawing/2014/main" id="{A886B440-7E86-4074-AC7B-0B943A68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548" y="1136196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Oval 157">
              <a:extLst>
                <a:ext uri="{FF2B5EF4-FFF2-40B4-BE49-F238E27FC236}">
                  <a16:creationId xmlns:a16="http://schemas.microsoft.com/office/drawing/2014/main" id="{2838A73A-7EDE-40E8-8065-B37CB7C41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248" y="1275896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Oval 161">
              <a:extLst>
                <a:ext uri="{FF2B5EF4-FFF2-40B4-BE49-F238E27FC236}">
                  <a16:creationId xmlns:a16="http://schemas.microsoft.com/office/drawing/2014/main" id="{CF1F4510-E74B-4FD7-A1A5-635787F63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261" y="1748971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162">
              <a:extLst>
                <a:ext uri="{FF2B5EF4-FFF2-40B4-BE49-F238E27FC236}">
                  <a16:creationId xmlns:a16="http://schemas.microsoft.com/office/drawing/2014/main" id="{C8E99568-503B-40BA-813A-624CF23B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348" y="1864859"/>
              <a:ext cx="28575" cy="26988"/>
            </a:xfrm>
            <a:custGeom>
              <a:avLst/>
              <a:gdLst>
                <a:gd name="T0" fmla="*/ 6 w 13"/>
                <a:gd name="T1" fmla="*/ 12 h 12"/>
                <a:gd name="T2" fmla="*/ 13 w 13"/>
                <a:gd name="T3" fmla="*/ 6 h 12"/>
                <a:gd name="T4" fmla="*/ 6 w 13"/>
                <a:gd name="T5" fmla="*/ 0 h 12"/>
                <a:gd name="T6" fmla="*/ 0 w 13"/>
                <a:gd name="T7" fmla="*/ 6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Oval 163">
              <a:extLst>
                <a:ext uri="{FF2B5EF4-FFF2-40B4-BE49-F238E27FC236}">
                  <a16:creationId xmlns:a16="http://schemas.microsoft.com/office/drawing/2014/main" id="{2FD3CA46-C556-47F4-8129-B268E1C3E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498" y="1987096"/>
              <a:ext cx="23813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Oval 164">
              <a:extLst>
                <a:ext uri="{FF2B5EF4-FFF2-40B4-BE49-F238E27FC236}">
                  <a16:creationId xmlns:a16="http://schemas.microsoft.com/office/drawing/2014/main" id="{46A072D1-5C66-447B-B642-B330316F9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148" y="2001384"/>
              <a:ext cx="1111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Oval 165">
              <a:extLst>
                <a:ext uri="{FF2B5EF4-FFF2-40B4-BE49-F238E27FC236}">
                  <a16:creationId xmlns:a16="http://schemas.microsoft.com/office/drawing/2014/main" id="{D33C3209-88CB-4D36-A952-0FD06CB84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411" y="1977571"/>
              <a:ext cx="19050" cy="15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Oval 167">
              <a:extLst>
                <a:ext uri="{FF2B5EF4-FFF2-40B4-BE49-F238E27FC236}">
                  <a16:creationId xmlns:a16="http://schemas.microsoft.com/office/drawing/2014/main" id="{5EE1CEA0-84CA-4DD1-B28B-560D0D62A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611" y="2142671"/>
              <a:ext cx="19050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Oval 168">
              <a:extLst>
                <a:ext uri="{FF2B5EF4-FFF2-40B4-BE49-F238E27FC236}">
                  <a16:creationId xmlns:a16="http://schemas.microsoft.com/office/drawing/2014/main" id="{7FB81B5D-EBCC-432E-88BA-F2D6D450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461" y="2277609"/>
              <a:ext cx="9525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Oval 169">
              <a:extLst>
                <a:ext uri="{FF2B5EF4-FFF2-40B4-BE49-F238E27FC236}">
                  <a16:creationId xmlns:a16="http://schemas.microsoft.com/office/drawing/2014/main" id="{E7180B17-1C12-4BA1-9C40-6D6078822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598" y="2317296"/>
              <a:ext cx="11113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Oval 170">
              <a:extLst>
                <a:ext uri="{FF2B5EF4-FFF2-40B4-BE49-F238E27FC236}">
                  <a16:creationId xmlns:a16="http://schemas.microsoft.com/office/drawing/2014/main" id="{6767872F-F719-4D37-BD56-2AC678732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798" y="2356984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171">
              <a:extLst>
                <a:ext uri="{FF2B5EF4-FFF2-40B4-BE49-F238E27FC236}">
                  <a16:creationId xmlns:a16="http://schemas.microsoft.com/office/drawing/2014/main" id="{C534250F-C5A3-47C3-81C6-FCF9760F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173" y="2409371"/>
              <a:ext cx="9525" cy="6350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173">
              <a:extLst>
                <a:ext uri="{FF2B5EF4-FFF2-40B4-BE49-F238E27FC236}">
                  <a16:creationId xmlns:a16="http://schemas.microsoft.com/office/drawing/2014/main" id="{066FB93E-6315-4882-BA84-4C95F4C12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411" y="2487159"/>
              <a:ext cx="30163" cy="25400"/>
            </a:xfrm>
            <a:custGeom>
              <a:avLst/>
              <a:gdLst>
                <a:gd name="T0" fmla="*/ 7 w 14"/>
                <a:gd name="T1" fmla="*/ 12 h 12"/>
                <a:gd name="T2" fmla="*/ 14 w 14"/>
                <a:gd name="T3" fmla="*/ 6 h 12"/>
                <a:gd name="T4" fmla="*/ 7 w 14"/>
                <a:gd name="T5" fmla="*/ 0 h 12"/>
                <a:gd name="T6" fmla="*/ 0 w 14"/>
                <a:gd name="T7" fmla="*/ 6 h 12"/>
                <a:gd name="T8" fmla="*/ 7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12"/>
                  </a:moveTo>
                  <a:cubicBezTo>
                    <a:pt x="10" y="12"/>
                    <a:pt x="14" y="10"/>
                    <a:pt x="14" y="6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Oval 176">
              <a:extLst>
                <a:ext uri="{FF2B5EF4-FFF2-40B4-BE49-F238E27FC236}">
                  <a16:creationId xmlns:a16="http://schemas.microsoft.com/office/drawing/2014/main" id="{262206E8-AD32-4A26-A12B-6DD8BF630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661" y="2750684"/>
              <a:ext cx="25400" cy="25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0" name="Group 809">
            <a:extLst>
              <a:ext uri="{FF2B5EF4-FFF2-40B4-BE49-F238E27FC236}">
                <a16:creationId xmlns:a16="http://schemas.microsoft.com/office/drawing/2014/main" id="{AA9B0046-3D1C-4134-987C-B50FEB8613D0}"/>
              </a:ext>
            </a:extLst>
          </p:cNvPr>
          <p:cNvGrpSpPr/>
          <p:nvPr userDrawn="1"/>
        </p:nvGrpSpPr>
        <p:grpSpPr>
          <a:xfrm>
            <a:off x="-24327" y="333375"/>
            <a:ext cx="12216327" cy="6718300"/>
            <a:chOff x="-24327" y="333375"/>
            <a:chExt cx="12216327" cy="6718300"/>
          </a:xfrm>
        </p:grpSpPr>
        <p:sp>
          <p:nvSpPr>
            <p:cNvPr id="811" name="Freeform 7">
              <a:extLst>
                <a:ext uri="{FF2B5EF4-FFF2-40B4-BE49-F238E27FC236}">
                  <a16:creationId xmlns:a16="http://schemas.microsoft.com/office/drawing/2014/main" id="{DB776CB2-A6A9-4CC4-AD36-010DD0069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333375"/>
              <a:ext cx="12185651" cy="1944688"/>
            </a:xfrm>
            <a:custGeom>
              <a:avLst/>
              <a:gdLst>
                <a:gd name="T0" fmla="*/ 3193 w 3193"/>
                <a:gd name="T1" fmla="*/ 608 h 883"/>
                <a:gd name="T2" fmla="*/ 3193 w 3193"/>
                <a:gd name="T3" fmla="*/ 871 h 883"/>
                <a:gd name="T4" fmla="*/ 0 w 3193"/>
                <a:gd name="T5" fmla="*/ 334 h 883"/>
                <a:gd name="T6" fmla="*/ 0 w 3193"/>
                <a:gd name="T7" fmla="*/ 71 h 883"/>
                <a:gd name="T8" fmla="*/ 3193 w 3193"/>
                <a:gd name="T9" fmla="*/ 608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93" h="883">
                  <a:moveTo>
                    <a:pt x="3193" y="608"/>
                  </a:moveTo>
                  <a:cubicBezTo>
                    <a:pt x="3193" y="871"/>
                    <a:pt x="3193" y="871"/>
                    <a:pt x="3193" y="871"/>
                  </a:cubicBezTo>
                  <a:cubicBezTo>
                    <a:pt x="2129" y="883"/>
                    <a:pt x="1065" y="262"/>
                    <a:pt x="0" y="334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065" y="0"/>
                    <a:pt x="2129" y="621"/>
                    <a:pt x="3193" y="608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alpha val="10000"/>
                  </a:schemeClr>
                </a:gs>
                <a:gs pos="100000">
                  <a:schemeClr val="accent2">
                    <a:alpha val="5000"/>
                  </a:schemeClr>
                </a:gs>
              </a:gsLst>
              <a:lin ang="9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812" name="Freeform 8">
              <a:extLst>
                <a:ext uri="{FF2B5EF4-FFF2-40B4-BE49-F238E27FC236}">
                  <a16:creationId xmlns:a16="http://schemas.microsoft.com/office/drawing/2014/main" id="{B186AF0C-6C70-41B9-BBD2-DD64DE5CAD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0" y="2068286"/>
              <a:ext cx="12185651" cy="2211388"/>
            </a:xfrm>
            <a:custGeom>
              <a:avLst/>
              <a:gdLst>
                <a:gd name="T0" fmla="*/ 3193 w 3193"/>
                <a:gd name="T1" fmla="*/ 198 h 1004"/>
                <a:gd name="T2" fmla="*/ 3193 w 3193"/>
                <a:gd name="T3" fmla="*/ 460 h 1004"/>
                <a:gd name="T4" fmla="*/ 0 w 3193"/>
                <a:gd name="T5" fmla="*/ 262 h 1004"/>
                <a:gd name="T6" fmla="*/ 0 w 3193"/>
                <a:gd name="T7" fmla="*/ 0 h 1004"/>
                <a:gd name="T8" fmla="*/ 3193 w 3193"/>
                <a:gd name="T9" fmla="*/ 198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93" h="1004">
                  <a:moveTo>
                    <a:pt x="3193" y="198"/>
                  </a:moveTo>
                  <a:cubicBezTo>
                    <a:pt x="3193" y="460"/>
                    <a:pt x="3193" y="460"/>
                    <a:pt x="3193" y="460"/>
                  </a:cubicBezTo>
                  <a:cubicBezTo>
                    <a:pt x="2129" y="1004"/>
                    <a:pt x="1065" y="496"/>
                    <a:pt x="0" y="2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65" y="233"/>
                    <a:pt x="2129" y="741"/>
                    <a:pt x="3193" y="198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alpha val="10000"/>
                  </a:schemeClr>
                </a:gs>
                <a:gs pos="100000">
                  <a:schemeClr val="accent2">
                    <a:alpha val="5000"/>
                  </a:schemeClr>
                </a:gs>
              </a:gsLst>
              <a:lin ang="9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813" name="Freeform 9">
              <a:extLst>
                <a:ext uri="{FF2B5EF4-FFF2-40B4-BE49-F238E27FC236}">
                  <a16:creationId xmlns:a16="http://schemas.microsoft.com/office/drawing/2014/main" id="{296D3F7E-F585-48F0-8C94-34A5C88A4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3890963"/>
              <a:ext cx="12185651" cy="2222500"/>
            </a:xfrm>
            <a:custGeom>
              <a:avLst/>
              <a:gdLst>
                <a:gd name="T0" fmla="*/ 3193 w 3193"/>
                <a:gd name="T1" fmla="*/ 746 h 1009"/>
                <a:gd name="T2" fmla="*/ 3193 w 3193"/>
                <a:gd name="T3" fmla="*/ 1009 h 1009"/>
                <a:gd name="T4" fmla="*/ 0 w 3193"/>
                <a:gd name="T5" fmla="*/ 704 h 1009"/>
                <a:gd name="T6" fmla="*/ 0 w 3193"/>
                <a:gd name="T7" fmla="*/ 442 h 1009"/>
                <a:gd name="T8" fmla="*/ 3193 w 3193"/>
                <a:gd name="T9" fmla="*/ 746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93" h="1009">
                  <a:moveTo>
                    <a:pt x="3193" y="746"/>
                  </a:moveTo>
                  <a:cubicBezTo>
                    <a:pt x="3193" y="1009"/>
                    <a:pt x="3193" y="1009"/>
                    <a:pt x="3193" y="1009"/>
                  </a:cubicBezTo>
                  <a:cubicBezTo>
                    <a:pt x="2129" y="806"/>
                    <a:pt x="1065" y="263"/>
                    <a:pt x="0" y="704"/>
                  </a:cubicBezTo>
                  <a:cubicBezTo>
                    <a:pt x="0" y="442"/>
                    <a:pt x="0" y="442"/>
                    <a:pt x="0" y="442"/>
                  </a:cubicBezTo>
                  <a:cubicBezTo>
                    <a:pt x="1065" y="0"/>
                    <a:pt x="2129" y="543"/>
                    <a:pt x="3193" y="746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alpha val="10000"/>
                  </a:schemeClr>
                </a:gs>
                <a:gs pos="100000">
                  <a:schemeClr val="accent2">
                    <a:alpha val="5000"/>
                  </a:schemeClr>
                </a:gs>
              </a:gsLst>
              <a:lin ang="9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814" name="Freeform 10">
              <a:extLst>
                <a:ext uri="{FF2B5EF4-FFF2-40B4-BE49-F238E27FC236}">
                  <a16:creationId xmlns:a16="http://schemas.microsoft.com/office/drawing/2014/main" id="{D7624334-AE95-4C50-A714-BFE040ADF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327" y="6003925"/>
              <a:ext cx="12216327" cy="1047750"/>
            </a:xfrm>
            <a:custGeom>
              <a:avLst/>
              <a:gdLst>
                <a:gd name="T0" fmla="*/ 0 w 2297"/>
                <a:gd name="T1" fmla="*/ 376 h 476"/>
                <a:gd name="T2" fmla="*/ 1296 w 2297"/>
                <a:gd name="T3" fmla="*/ 476 h 476"/>
                <a:gd name="T4" fmla="*/ 2297 w 2297"/>
                <a:gd name="T5" fmla="*/ 476 h 476"/>
                <a:gd name="T6" fmla="*/ 0 w 2297"/>
                <a:gd name="T7" fmla="*/ 114 h 476"/>
                <a:gd name="T8" fmla="*/ 0 w 2297"/>
                <a:gd name="T9" fmla="*/ 3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7" h="476">
                  <a:moveTo>
                    <a:pt x="0" y="376"/>
                  </a:moveTo>
                  <a:cubicBezTo>
                    <a:pt x="432" y="312"/>
                    <a:pt x="864" y="375"/>
                    <a:pt x="1296" y="476"/>
                  </a:cubicBezTo>
                  <a:cubicBezTo>
                    <a:pt x="2297" y="476"/>
                    <a:pt x="2297" y="476"/>
                    <a:pt x="2297" y="476"/>
                  </a:cubicBezTo>
                  <a:cubicBezTo>
                    <a:pt x="1531" y="285"/>
                    <a:pt x="766" y="0"/>
                    <a:pt x="0" y="114"/>
                  </a:cubicBezTo>
                  <a:lnTo>
                    <a:pt x="0" y="376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alpha val="10000"/>
                  </a:schemeClr>
                </a:gs>
                <a:gs pos="100000">
                  <a:schemeClr val="accent2">
                    <a:alpha val="5000"/>
                  </a:schemeClr>
                </a:gs>
              </a:gsLst>
              <a:lin ang="9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152387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6F173B1-2CF4-4B87-8FC4-58AF9A9ADAD0}"/>
              </a:ext>
            </a:extLst>
          </p:cNvPr>
          <p:cNvSpPr>
            <a:spLocks noGrp="1"/>
          </p:cNvSpPr>
          <p:nvPr userDrawn="1">
            <p:ph type="pic" sz="quarter" idx="10"/>
          </p:nvPr>
        </p:nvSpPr>
        <p:spPr>
          <a:xfrm>
            <a:off x="7572372" y="2179558"/>
            <a:ext cx="1288789" cy="1914618"/>
          </a:xfrm>
          <a:custGeom>
            <a:avLst/>
            <a:gdLst>
              <a:gd name="connsiteX0" fmla="*/ 0 w 1249363"/>
              <a:gd name="connsiteY0" fmla="*/ 0 h 1978025"/>
              <a:gd name="connsiteX1" fmla="*/ 1249363 w 1249363"/>
              <a:gd name="connsiteY1" fmla="*/ 0 h 1978025"/>
              <a:gd name="connsiteX2" fmla="*/ 1249363 w 1249363"/>
              <a:gd name="connsiteY2" fmla="*/ 1978025 h 1978025"/>
              <a:gd name="connsiteX3" fmla="*/ 0 w 1249363"/>
              <a:gd name="connsiteY3" fmla="*/ 1978025 h 1978025"/>
              <a:gd name="connsiteX4" fmla="*/ 0 w 1249363"/>
              <a:gd name="connsiteY4" fmla="*/ 0 h 1978025"/>
              <a:gd name="connsiteX0" fmla="*/ 88900 w 1338263"/>
              <a:gd name="connsiteY0" fmla="*/ 0 h 1978025"/>
              <a:gd name="connsiteX1" fmla="*/ 1338263 w 1338263"/>
              <a:gd name="connsiteY1" fmla="*/ 0 h 1978025"/>
              <a:gd name="connsiteX2" fmla="*/ 1338263 w 1338263"/>
              <a:gd name="connsiteY2" fmla="*/ 1978025 h 1978025"/>
              <a:gd name="connsiteX3" fmla="*/ 0 w 1338263"/>
              <a:gd name="connsiteY3" fmla="*/ 1965325 h 1978025"/>
              <a:gd name="connsiteX4" fmla="*/ 88900 w 1338263"/>
              <a:gd name="connsiteY4" fmla="*/ 0 h 1978025"/>
              <a:gd name="connsiteX0" fmla="*/ 88900 w 1338263"/>
              <a:gd name="connsiteY0" fmla="*/ 0 h 1978025"/>
              <a:gd name="connsiteX1" fmla="*/ 1331913 w 1338263"/>
              <a:gd name="connsiteY1" fmla="*/ 38100 h 1978025"/>
              <a:gd name="connsiteX2" fmla="*/ 1338263 w 1338263"/>
              <a:gd name="connsiteY2" fmla="*/ 1978025 h 1978025"/>
              <a:gd name="connsiteX3" fmla="*/ 0 w 1338263"/>
              <a:gd name="connsiteY3" fmla="*/ 1965325 h 1978025"/>
              <a:gd name="connsiteX4" fmla="*/ 88900 w 1338263"/>
              <a:gd name="connsiteY4" fmla="*/ 0 h 1978025"/>
              <a:gd name="connsiteX0" fmla="*/ 88900 w 1357449"/>
              <a:gd name="connsiteY0" fmla="*/ 0 h 1978025"/>
              <a:gd name="connsiteX1" fmla="*/ 1357313 w 1357449"/>
              <a:gd name="connsiteY1" fmla="*/ 63500 h 1978025"/>
              <a:gd name="connsiteX2" fmla="*/ 1338263 w 1357449"/>
              <a:gd name="connsiteY2" fmla="*/ 1978025 h 1978025"/>
              <a:gd name="connsiteX3" fmla="*/ 0 w 1357449"/>
              <a:gd name="connsiteY3" fmla="*/ 1965325 h 1978025"/>
              <a:gd name="connsiteX4" fmla="*/ 88900 w 1357449"/>
              <a:gd name="connsiteY4" fmla="*/ 0 h 1978025"/>
              <a:gd name="connsiteX0" fmla="*/ 88900 w 1351146"/>
              <a:gd name="connsiteY0" fmla="*/ 0 h 1978025"/>
              <a:gd name="connsiteX1" fmla="*/ 1350963 w 1351146"/>
              <a:gd name="connsiteY1" fmla="*/ 31750 h 1978025"/>
              <a:gd name="connsiteX2" fmla="*/ 1338263 w 1351146"/>
              <a:gd name="connsiteY2" fmla="*/ 1978025 h 1978025"/>
              <a:gd name="connsiteX3" fmla="*/ 0 w 1351146"/>
              <a:gd name="connsiteY3" fmla="*/ 1965325 h 1978025"/>
              <a:gd name="connsiteX4" fmla="*/ 88900 w 1351146"/>
              <a:gd name="connsiteY4" fmla="*/ 0 h 1978025"/>
              <a:gd name="connsiteX0" fmla="*/ 95250 w 1351146"/>
              <a:gd name="connsiteY0" fmla="*/ 0 h 1984375"/>
              <a:gd name="connsiteX1" fmla="*/ 1350963 w 1351146"/>
              <a:gd name="connsiteY1" fmla="*/ 38100 h 1984375"/>
              <a:gd name="connsiteX2" fmla="*/ 1338263 w 1351146"/>
              <a:gd name="connsiteY2" fmla="*/ 1984375 h 1984375"/>
              <a:gd name="connsiteX3" fmla="*/ 0 w 1351146"/>
              <a:gd name="connsiteY3" fmla="*/ 1971675 h 1984375"/>
              <a:gd name="connsiteX4" fmla="*/ 95250 w 1351146"/>
              <a:gd name="connsiteY4" fmla="*/ 0 h 1984375"/>
              <a:gd name="connsiteX0" fmla="*/ 120650 w 1351146"/>
              <a:gd name="connsiteY0" fmla="*/ 0 h 1984375"/>
              <a:gd name="connsiteX1" fmla="*/ 1350963 w 1351146"/>
              <a:gd name="connsiteY1" fmla="*/ 38100 h 1984375"/>
              <a:gd name="connsiteX2" fmla="*/ 1338263 w 1351146"/>
              <a:gd name="connsiteY2" fmla="*/ 1984375 h 1984375"/>
              <a:gd name="connsiteX3" fmla="*/ 0 w 1351146"/>
              <a:gd name="connsiteY3" fmla="*/ 1971675 h 1984375"/>
              <a:gd name="connsiteX4" fmla="*/ 120650 w 1351146"/>
              <a:gd name="connsiteY4" fmla="*/ 0 h 1984375"/>
              <a:gd name="connsiteX0" fmla="*/ 88900 w 1351146"/>
              <a:gd name="connsiteY0" fmla="*/ 0 h 1978025"/>
              <a:gd name="connsiteX1" fmla="*/ 1350963 w 1351146"/>
              <a:gd name="connsiteY1" fmla="*/ 31750 h 1978025"/>
              <a:gd name="connsiteX2" fmla="*/ 1338263 w 1351146"/>
              <a:gd name="connsiteY2" fmla="*/ 1978025 h 1978025"/>
              <a:gd name="connsiteX3" fmla="*/ 0 w 1351146"/>
              <a:gd name="connsiteY3" fmla="*/ 1965325 h 1978025"/>
              <a:gd name="connsiteX4" fmla="*/ 88900 w 1351146"/>
              <a:gd name="connsiteY4" fmla="*/ 0 h 1978025"/>
              <a:gd name="connsiteX0" fmla="*/ 57150 w 1319396"/>
              <a:gd name="connsiteY0" fmla="*/ 0 h 1978025"/>
              <a:gd name="connsiteX1" fmla="*/ 1319213 w 1319396"/>
              <a:gd name="connsiteY1" fmla="*/ 31750 h 1978025"/>
              <a:gd name="connsiteX2" fmla="*/ 1306513 w 1319396"/>
              <a:gd name="connsiteY2" fmla="*/ 1978025 h 1978025"/>
              <a:gd name="connsiteX3" fmla="*/ 0 w 1319396"/>
              <a:gd name="connsiteY3" fmla="*/ 1914525 h 1978025"/>
              <a:gd name="connsiteX4" fmla="*/ 57150 w 1319396"/>
              <a:gd name="connsiteY4" fmla="*/ 0 h 1978025"/>
              <a:gd name="connsiteX0" fmla="*/ 25400 w 1287646"/>
              <a:gd name="connsiteY0" fmla="*/ 0 h 1978025"/>
              <a:gd name="connsiteX1" fmla="*/ 1287463 w 1287646"/>
              <a:gd name="connsiteY1" fmla="*/ 31750 h 1978025"/>
              <a:gd name="connsiteX2" fmla="*/ 1274763 w 1287646"/>
              <a:gd name="connsiteY2" fmla="*/ 1978025 h 1978025"/>
              <a:gd name="connsiteX3" fmla="*/ 0 w 1287646"/>
              <a:gd name="connsiteY3" fmla="*/ 1914525 h 1978025"/>
              <a:gd name="connsiteX4" fmla="*/ 25400 w 1287646"/>
              <a:gd name="connsiteY4" fmla="*/ 0 h 1978025"/>
              <a:gd name="connsiteX0" fmla="*/ 0 w 1262246"/>
              <a:gd name="connsiteY0" fmla="*/ 0 h 1978025"/>
              <a:gd name="connsiteX1" fmla="*/ 1262063 w 1262246"/>
              <a:gd name="connsiteY1" fmla="*/ 31750 h 1978025"/>
              <a:gd name="connsiteX2" fmla="*/ 1249363 w 1262246"/>
              <a:gd name="connsiteY2" fmla="*/ 1978025 h 1978025"/>
              <a:gd name="connsiteX3" fmla="*/ 0 w 1262246"/>
              <a:gd name="connsiteY3" fmla="*/ 1876425 h 1978025"/>
              <a:gd name="connsiteX4" fmla="*/ 0 w 1262246"/>
              <a:gd name="connsiteY4" fmla="*/ 0 h 1978025"/>
              <a:gd name="connsiteX0" fmla="*/ 19050 w 1281296"/>
              <a:gd name="connsiteY0" fmla="*/ 0 h 1978025"/>
              <a:gd name="connsiteX1" fmla="*/ 1281113 w 1281296"/>
              <a:gd name="connsiteY1" fmla="*/ 31750 h 1978025"/>
              <a:gd name="connsiteX2" fmla="*/ 1268413 w 1281296"/>
              <a:gd name="connsiteY2" fmla="*/ 1978025 h 1978025"/>
              <a:gd name="connsiteX3" fmla="*/ 0 w 1281296"/>
              <a:gd name="connsiteY3" fmla="*/ 1844675 h 1978025"/>
              <a:gd name="connsiteX4" fmla="*/ 19050 w 1281296"/>
              <a:gd name="connsiteY4" fmla="*/ 0 h 1978025"/>
              <a:gd name="connsiteX0" fmla="*/ 19050 w 1281296"/>
              <a:gd name="connsiteY0" fmla="*/ 0 h 1978025"/>
              <a:gd name="connsiteX1" fmla="*/ 1281113 w 1281296"/>
              <a:gd name="connsiteY1" fmla="*/ 31750 h 1978025"/>
              <a:gd name="connsiteX2" fmla="*/ 1268413 w 1281296"/>
              <a:gd name="connsiteY2" fmla="*/ 1978025 h 1978025"/>
              <a:gd name="connsiteX3" fmla="*/ 0 w 1281296"/>
              <a:gd name="connsiteY3" fmla="*/ 1870075 h 1978025"/>
              <a:gd name="connsiteX4" fmla="*/ 19050 w 1281296"/>
              <a:gd name="connsiteY4" fmla="*/ 0 h 1978025"/>
              <a:gd name="connsiteX0" fmla="*/ 19050 w 1281144"/>
              <a:gd name="connsiteY0" fmla="*/ 0 h 1908175"/>
              <a:gd name="connsiteX1" fmla="*/ 1281113 w 1281144"/>
              <a:gd name="connsiteY1" fmla="*/ 31750 h 1908175"/>
              <a:gd name="connsiteX2" fmla="*/ 1179513 w 1281144"/>
              <a:gd name="connsiteY2" fmla="*/ 1908175 h 1908175"/>
              <a:gd name="connsiteX3" fmla="*/ 0 w 1281144"/>
              <a:gd name="connsiteY3" fmla="*/ 1870075 h 1908175"/>
              <a:gd name="connsiteX4" fmla="*/ 19050 w 1281144"/>
              <a:gd name="connsiteY4" fmla="*/ 0 h 1908175"/>
              <a:gd name="connsiteX0" fmla="*/ 19050 w 1281166"/>
              <a:gd name="connsiteY0" fmla="*/ 0 h 1901825"/>
              <a:gd name="connsiteX1" fmla="*/ 1281113 w 1281166"/>
              <a:gd name="connsiteY1" fmla="*/ 31750 h 1901825"/>
              <a:gd name="connsiteX2" fmla="*/ 1223963 w 1281166"/>
              <a:gd name="connsiteY2" fmla="*/ 1901825 h 1901825"/>
              <a:gd name="connsiteX3" fmla="*/ 0 w 1281166"/>
              <a:gd name="connsiteY3" fmla="*/ 1870075 h 1901825"/>
              <a:gd name="connsiteX4" fmla="*/ 19050 w 1281166"/>
              <a:gd name="connsiteY4" fmla="*/ 0 h 1901825"/>
              <a:gd name="connsiteX0" fmla="*/ 19050 w 1281166"/>
              <a:gd name="connsiteY0" fmla="*/ 0 h 1876425"/>
              <a:gd name="connsiteX1" fmla="*/ 1281113 w 1281166"/>
              <a:gd name="connsiteY1" fmla="*/ 31750 h 1876425"/>
              <a:gd name="connsiteX2" fmla="*/ 1223963 w 1281166"/>
              <a:gd name="connsiteY2" fmla="*/ 1876425 h 1876425"/>
              <a:gd name="connsiteX3" fmla="*/ 0 w 1281166"/>
              <a:gd name="connsiteY3" fmla="*/ 1870075 h 1876425"/>
              <a:gd name="connsiteX4" fmla="*/ 19050 w 1281166"/>
              <a:gd name="connsiteY4" fmla="*/ 0 h 1876425"/>
              <a:gd name="connsiteX0" fmla="*/ 19050 w 1281166"/>
              <a:gd name="connsiteY0" fmla="*/ 0 h 1901825"/>
              <a:gd name="connsiteX1" fmla="*/ 1281113 w 1281166"/>
              <a:gd name="connsiteY1" fmla="*/ 31750 h 1901825"/>
              <a:gd name="connsiteX2" fmla="*/ 1223963 w 1281166"/>
              <a:gd name="connsiteY2" fmla="*/ 1901825 h 1901825"/>
              <a:gd name="connsiteX3" fmla="*/ 0 w 1281166"/>
              <a:gd name="connsiteY3" fmla="*/ 1870075 h 1901825"/>
              <a:gd name="connsiteX4" fmla="*/ 19050 w 1281166"/>
              <a:gd name="connsiteY4" fmla="*/ 0 h 1901825"/>
              <a:gd name="connsiteX0" fmla="*/ 19050 w 1281157"/>
              <a:gd name="connsiteY0" fmla="*/ 0 h 1895475"/>
              <a:gd name="connsiteX1" fmla="*/ 1281113 w 1281157"/>
              <a:gd name="connsiteY1" fmla="*/ 31750 h 1895475"/>
              <a:gd name="connsiteX2" fmla="*/ 1211263 w 1281157"/>
              <a:gd name="connsiteY2" fmla="*/ 1895475 h 1895475"/>
              <a:gd name="connsiteX3" fmla="*/ 0 w 1281157"/>
              <a:gd name="connsiteY3" fmla="*/ 1870075 h 1895475"/>
              <a:gd name="connsiteX4" fmla="*/ 19050 w 1281157"/>
              <a:gd name="connsiteY4" fmla="*/ 0 h 1895475"/>
              <a:gd name="connsiteX0" fmla="*/ 19050 w 1281172"/>
              <a:gd name="connsiteY0" fmla="*/ 0 h 1901825"/>
              <a:gd name="connsiteX1" fmla="*/ 1281113 w 1281172"/>
              <a:gd name="connsiteY1" fmla="*/ 31750 h 1901825"/>
              <a:gd name="connsiteX2" fmla="*/ 1230313 w 1281172"/>
              <a:gd name="connsiteY2" fmla="*/ 1901825 h 1901825"/>
              <a:gd name="connsiteX3" fmla="*/ 0 w 1281172"/>
              <a:gd name="connsiteY3" fmla="*/ 1870075 h 1901825"/>
              <a:gd name="connsiteX4" fmla="*/ 19050 w 1281172"/>
              <a:gd name="connsiteY4" fmla="*/ 0 h 1901825"/>
              <a:gd name="connsiteX0" fmla="*/ 0 w 1262122"/>
              <a:gd name="connsiteY0" fmla="*/ 0 h 1901825"/>
              <a:gd name="connsiteX1" fmla="*/ 1262063 w 1262122"/>
              <a:gd name="connsiteY1" fmla="*/ 31750 h 1901825"/>
              <a:gd name="connsiteX2" fmla="*/ 1211263 w 1262122"/>
              <a:gd name="connsiteY2" fmla="*/ 1901825 h 1901825"/>
              <a:gd name="connsiteX3" fmla="*/ 0 w 1262122"/>
              <a:gd name="connsiteY3" fmla="*/ 1870075 h 1901825"/>
              <a:gd name="connsiteX4" fmla="*/ 0 w 1262122"/>
              <a:gd name="connsiteY4" fmla="*/ 0 h 1901825"/>
              <a:gd name="connsiteX0" fmla="*/ 19050 w 1281172"/>
              <a:gd name="connsiteY0" fmla="*/ 0 h 1901825"/>
              <a:gd name="connsiteX1" fmla="*/ 1281113 w 1281172"/>
              <a:gd name="connsiteY1" fmla="*/ 31750 h 1901825"/>
              <a:gd name="connsiteX2" fmla="*/ 1230313 w 1281172"/>
              <a:gd name="connsiteY2" fmla="*/ 1901825 h 1901825"/>
              <a:gd name="connsiteX3" fmla="*/ 0 w 1281172"/>
              <a:gd name="connsiteY3" fmla="*/ 1851025 h 1901825"/>
              <a:gd name="connsiteX4" fmla="*/ 19050 w 1281172"/>
              <a:gd name="connsiteY4" fmla="*/ 0 h 1901825"/>
              <a:gd name="connsiteX0" fmla="*/ 0 w 1262122"/>
              <a:gd name="connsiteY0" fmla="*/ 0 h 1901825"/>
              <a:gd name="connsiteX1" fmla="*/ 1262063 w 1262122"/>
              <a:gd name="connsiteY1" fmla="*/ 31750 h 1901825"/>
              <a:gd name="connsiteX2" fmla="*/ 1211263 w 1262122"/>
              <a:gd name="connsiteY2" fmla="*/ 1901825 h 1901825"/>
              <a:gd name="connsiteX3" fmla="*/ 6350 w 1262122"/>
              <a:gd name="connsiteY3" fmla="*/ 1857375 h 1901825"/>
              <a:gd name="connsiteX4" fmla="*/ 0 w 1262122"/>
              <a:gd name="connsiteY4" fmla="*/ 0 h 1901825"/>
              <a:gd name="connsiteX0" fmla="*/ 19186 w 1281308"/>
              <a:gd name="connsiteY0" fmla="*/ 0 h 1901825"/>
              <a:gd name="connsiteX1" fmla="*/ 1281249 w 1281308"/>
              <a:gd name="connsiteY1" fmla="*/ 31750 h 1901825"/>
              <a:gd name="connsiteX2" fmla="*/ 1230449 w 1281308"/>
              <a:gd name="connsiteY2" fmla="*/ 1901825 h 1901825"/>
              <a:gd name="connsiteX3" fmla="*/ 136 w 1281308"/>
              <a:gd name="connsiteY3" fmla="*/ 1844675 h 1901825"/>
              <a:gd name="connsiteX4" fmla="*/ 19186 w 1281308"/>
              <a:gd name="connsiteY4" fmla="*/ 0 h 1901825"/>
              <a:gd name="connsiteX0" fmla="*/ 612 w 1262734"/>
              <a:gd name="connsiteY0" fmla="*/ 0 h 1901825"/>
              <a:gd name="connsiteX1" fmla="*/ 1262675 w 1262734"/>
              <a:gd name="connsiteY1" fmla="*/ 31750 h 1901825"/>
              <a:gd name="connsiteX2" fmla="*/ 1211875 w 1262734"/>
              <a:gd name="connsiteY2" fmla="*/ 1901825 h 1901825"/>
              <a:gd name="connsiteX3" fmla="*/ 612 w 1262734"/>
              <a:gd name="connsiteY3" fmla="*/ 1870075 h 1901825"/>
              <a:gd name="connsiteX4" fmla="*/ 612 w 1262734"/>
              <a:gd name="connsiteY4" fmla="*/ 0 h 1901825"/>
              <a:gd name="connsiteX0" fmla="*/ 12883 w 1275005"/>
              <a:gd name="connsiteY0" fmla="*/ 0 h 1901825"/>
              <a:gd name="connsiteX1" fmla="*/ 1274946 w 1275005"/>
              <a:gd name="connsiteY1" fmla="*/ 31750 h 1901825"/>
              <a:gd name="connsiteX2" fmla="*/ 1224146 w 1275005"/>
              <a:gd name="connsiteY2" fmla="*/ 1901825 h 1901825"/>
              <a:gd name="connsiteX3" fmla="*/ 183 w 1275005"/>
              <a:gd name="connsiteY3" fmla="*/ 1870075 h 1901825"/>
              <a:gd name="connsiteX4" fmla="*/ 12883 w 1275005"/>
              <a:gd name="connsiteY4" fmla="*/ 0 h 1901825"/>
              <a:gd name="connsiteX0" fmla="*/ 19187 w 1274959"/>
              <a:gd name="connsiteY0" fmla="*/ 0 h 1914525"/>
              <a:gd name="connsiteX1" fmla="*/ 1274900 w 1274959"/>
              <a:gd name="connsiteY1" fmla="*/ 44450 h 1914525"/>
              <a:gd name="connsiteX2" fmla="*/ 1224100 w 1274959"/>
              <a:gd name="connsiteY2" fmla="*/ 1914525 h 1914525"/>
              <a:gd name="connsiteX3" fmla="*/ 137 w 1274959"/>
              <a:gd name="connsiteY3" fmla="*/ 1882775 h 1914525"/>
              <a:gd name="connsiteX4" fmla="*/ 19187 w 1274959"/>
              <a:gd name="connsiteY4" fmla="*/ 0 h 1914525"/>
              <a:gd name="connsiteX0" fmla="*/ 611 w 1275433"/>
              <a:gd name="connsiteY0" fmla="*/ 0 h 1914525"/>
              <a:gd name="connsiteX1" fmla="*/ 1275374 w 1275433"/>
              <a:gd name="connsiteY1" fmla="*/ 44450 h 1914525"/>
              <a:gd name="connsiteX2" fmla="*/ 1224574 w 1275433"/>
              <a:gd name="connsiteY2" fmla="*/ 1914525 h 1914525"/>
              <a:gd name="connsiteX3" fmla="*/ 611 w 1275433"/>
              <a:gd name="connsiteY3" fmla="*/ 1882775 h 1914525"/>
              <a:gd name="connsiteX4" fmla="*/ 611 w 1275433"/>
              <a:gd name="connsiteY4" fmla="*/ 0 h 1914525"/>
              <a:gd name="connsiteX0" fmla="*/ 611 w 1288122"/>
              <a:gd name="connsiteY0" fmla="*/ 0 h 1914525"/>
              <a:gd name="connsiteX1" fmla="*/ 1288074 w 1288122"/>
              <a:gd name="connsiteY1" fmla="*/ 44450 h 1914525"/>
              <a:gd name="connsiteX2" fmla="*/ 1224574 w 1288122"/>
              <a:gd name="connsiteY2" fmla="*/ 1914525 h 1914525"/>
              <a:gd name="connsiteX3" fmla="*/ 611 w 1288122"/>
              <a:gd name="connsiteY3" fmla="*/ 1882775 h 1914525"/>
              <a:gd name="connsiteX4" fmla="*/ 611 w 1288122"/>
              <a:gd name="connsiteY4" fmla="*/ 0 h 1914525"/>
              <a:gd name="connsiteX0" fmla="*/ 611 w 1288135"/>
              <a:gd name="connsiteY0" fmla="*/ 0 h 1914545"/>
              <a:gd name="connsiteX1" fmla="*/ 1288074 w 1288135"/>
              <a:gd name="connsiteY1" fmla="*/ 44450 h 1914545"/>
              <a:gd name="connsiteX2" fmla="*/ 1224574 w 1288135"/>
              <a:gd name="connsiteY2" fmla="*/ 1914525 h 1914545"/>
              <a:gd name="connsiteX3" fmla="*/ 611 w 1288135"/>
              <a:gd name="connsiteY3" fmla="*/ 1882775 h 1914545"/>
              <a:gd name="connsiteX4" fmla="*/ 611 w 1288135"/>
              <a:gd name="connsiteY4" fmla="*/ 0 h 1914545"/>
              <a:gd name="connsiteX0" fmla="*/ 611 w 1288636"/>
              <a:gd name="connsiteY0" fmla="*/ 0 h 1914538"/>
              <a:gd name="connsiteX1" fmla="*/ 1288074 w 1288636"/>
              <a:gd name="connsiteY1" fmla="*/ 44450 h 1914538"/>
              <a:gd name="connsiteX2" fmla="*/ 1224574 w 1288636"/>
              <a:gd name="connsiteY2" fmla="*/ 1914525 h 1914538"/>
              <a:gd name="connsiteX3" fmla="*/ 611 w 1288636"/>
              <a:gd name="connsiteY3" fmla="*/ 1882775 h 1914538"/>
              <a:gd name="connsiteX4" fmla="*/ 611 w 1288636"/>
              <a:gd name="connsiteY4" fmla="*/ 0 h 1914538"/>
              <a:gd name="connsiteX0" fmla="*/ 1791 w 1289816"/>
              <a:gd name="connsiteY0" fmla="*/ 118 h 1914656"/>
              <a:gd name="connsiteX1" fmla="*/ 1289254 w 1289816"/>
              <a:gd name="connsiteY1" fmla="*/ 44568 h 1914656"/>
              <a:gd name="connsiteX2" fmla="*/ 1225754 w 1289816"/>
              <a:gd name="connsiteY2" fmla="*/ 1914643 h 1914656"/>
              <a:gd name="connsiteX3" fmla="*/ 1791 w 1289816"/>
              <a:gd name="connsiteY3" fmla="*/ 1882893 h 1914656"/>
              <a:gd name="connsiteX4" fmla="*/ 1791 w 1289816"/>
              <a:gd name="connsiteY4" fmla="*/ 118 h 1914656"/>
              <a:gd name="connsiteX0" fmla="*/ 764 w 1288789"/>
              <a:gd name="connsiteY0" fmla="*/ 80 h 1914618"/>
              <a:gd name="connsiteX1" fmla="*/ 1288227 w 1288789"/>
              <a:gd name="connsiteY1" fmla="*/ 44530 h 1914618"/>
              <a:gd name="connsiteX2" fmla="*/ 1224727 w 1288789"/>
              <a:gd name="connsiteY2" fmla="*/ 1914605 h 1914618"/>
              <a:gd name="connsiteX3" fmla="*/ 764 w 1288789"/>
              <a:gd name="connsiteY3" fmla="*/ 1882855 h 1914618"/>
              <a:gd name="connsiteX4" fmla="*/ 764 w 1288789"/>
              <a:gd name="connsiteY4" fmla="*/ 80 h 1914618"/>
              <a:gd name="connsiteX0" fmla="*/ 764 w 1288789"/>
              <a:gd name="connsiteY0" fmla="*/ 80 h 1914618"/>
              <a:gd name="connsiteX1" fmla="*/ 1288227 w 1288789"/>
              <a:gd name="connsiteY1" fmla="*/ 44530 h 1914618"/>
              <a:gd name="connsiteX2" fmla="*/ 1224727 w 1288789"/>
              <a:gd name="connsiteY2" fmla="*/ 1914605 h 1914618"/>
              <a:gd name="connsiteX3" fmla="*/ 764 w 1288789"/>
              <a:gd name="connsiteY3" fmla="*/ 1882855 h 1914618"/>
              <a:gd name="connsiteX4" fmla="*/ 764 w 1288789"/>
              <a:gd name="connsiteY4" fmla="*/ 80 h 1914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8789" h="1914618">
                <a:moveTo>
                  <a:pt x="764" y="80"/>
                </a:moveTo>
                <a:lnTo>
                  <a:pt x="1288227" y="44530"/>
                </a:lnTo>
                <a:cubicBezTo>
                  <a:pt x="1295106" y="33947"/>
                  <a:pt x="1236898" y="1920426"/>
                  <a:pt x="1224727" y="1914605"/>
                </a:cubicBezTo>
                <a:lnTo>
                  <a:pt x="764" y="1882855"/>
                </a:lnTo>
                <a:cubicBezTo>
                  <a:pt x="3410" y="1901905"/>
                  <a:pt x="-1881" y="-14208"/>
                  <a:pt x="764" y="8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effectLst>
            <a:innerShdw blurRad="50800">
              <a:prstClr val="black"/>
            </a:innerShdw>
          </a:effectLst>
          <a:scene3d>
            <a:camera prst="perspectiveHeroicExtremeLeftFacing" fov="4200000">
              <a:rot lat="20835343" lon="1589851" rev="21139296"/>
            </a:camera>
            <a:lightRig rig="threePt" dir="t"/>
          </a:scene3d>
        </p:spPr>
        <p:txBody>
          <a:bodyPr/>
          <a:lstStyle>
            <a:lvl1pPr marL="0" indent="0">
              <a:buNone/>
              <a:defRPr sz="1100"/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679507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heme" Target="../theme/theme1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2">
                <a:lumMod val="75000"/>
              </a:schemeClr>
            </a:gs>
            <a:gs pos="75000">
              <a:srgbClr val="3D1E66"/>
            </a:gs>
          </a:gsLst>
          <a:path path="circle">
            <a:fillToRect l="100000" t="100000"/>
          </a:path>
          <a:tileRect r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5E69EF1D-B03E-42E1-9762-590212B83551}"/>
              </a:ext>
            </a:extLst>
          </p:cNvPr>
          <p:cNvSpPr txBox="1"/>
          <p:nvPr userDrawn="1"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‹#›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C7EFE18-D499-476C-B938-1FE4EECADDF2}"/>
              </a:ext>
            </a:extLst>
          </p:cNvPr>
          <p:cNvSpPr txBox="1"/>
          <p:nvPr userDrawn="1"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58B1920-064E-48B5-B647-791B58B16F33}"/>
              </a:ext>
            </a:extLst>
          </p:cNvPr>
          <p:cNvSpPr txBox="1"/>
          <p:nvPr userDrawn="1"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40035B7-ED65-4BBB-85F6-FBEB2D8AABB6}"/>
              </a:ext>
            </a:extLst>
          </p:cNvPr>
          <p:cNvSpPr txBox="1"/>
          <p:nvPr userDrawn="1"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957E914-3861-45FA-839B-3C8B4DD88259}"/>
              </a:ext>
            </a:extLst>
          </p:cNvPr>
          <p:cNvSpPr txBox="1"/>
          <p:nvPr userDrawn="1"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FF3F663-560D-4E6E-816E-4440DD6329FB}"/>
              </a:ext>
            </a:extLst>
          </p:cNvPr>
          <p:cNvSpPr/>
          <p:nvPr userDrawn="1"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0A58868-68E3-41A4-90AA-4DE142F4E849}"/>
              </a:ext>
            </a:extLst>
          </p:cNvPr>
          <p:cNvCxnSpPr/>
          <p:nvPr userDrawn="1"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A66C6B4-913C-4CD0-9976-DBD5B0EB6E16}"/>
              </a:ext>
            </a:extLst>
          </p:cNvPr>
          <p:cNvSpPr txBox="1"/>
          <p:nvPr userDrawn="1"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E4BFFC4-ACF6-4827-A1D2-397E4F6D730C}"/>
              </a:ext>
            </a:extLst>
          </p:cNvPr>
          <p:cNvGrpSpPr/>
          <p:nvPr userDrawn="1"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27" name="Freeform 426">
              <a:extLst>
                <a:ext uri="{FF2B5EF4-FFF2-40B4-BE49-F238E27FC236}">
                  <a16:creationId xmlns:a16="http://schemas.microsoft.com/office/drawing/2014/main" id="{DA7DACCF-350B-4F5D-AE24-987666C6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8" name="Freeform 427">
              <a:extLst>
                <a:ext uri="{FF2B5EF4-FFF2-40B4-BE49-F238E27FC236}">
                  <a16:creationId xmlns:a16="http://schemas.microsoft.com/office/drawing/2014/main" id="{474E9792-61A7-4B2D-B066-EFA2718D77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9" name="Freeform 428">
              <a:extLst>
                <a:ext uri="{FF2B5EF4-FFF2-40B4-BE49-F238E27FC236}">
                  <a16:creationId xmlns:a16="http://schemas.microsoft.com/office/drawing/2014/main" id="{5757C0B8-2E4F-4365-83DA-B8B82A13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30" name="Freeform 429">
              <a:extLst>
                <a:ext uri="{FF2B5EF4-FFF2-40B4-BE49-F238E27FC236}">
                  <a16:creationId xmlns:a16="http://schemas.microsoft.com/office/drawing/2014/main" id="{1422BF09-5840-4B51-AE89-FA486837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39A63BFA-EAB0-40E0-8935-576D502890AD}"/>
              </a:ext>
            </a:extLst>
          </p:cNvPr>
          <p:cNvSpPr/>
          <p:nvPr userDrawn="1"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4754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  <p:sldLayoutId id="2147483679" r:id="rId30"/>
    <p:sldLayoutId id="2147483680" r:id="rId31"/>
    <p:sldLayoutId id="2147483681" r:id="rId32"/>
    <p:sldLayoutId id="2147483682" r:id="rId33"/>
    <p:sldLayoutId id="2147483683" r:id="rId34"/>
    <p:sldLayoutId id="2147483671" r:id="rId35"/>
    <p:sldLayoutId id="2147483684" r:id="rId36"/>
    <p:sldLayoutId id="2147483685" r:id="rId37"/>
    <p:sldLayoutId id="2147483686" r:id="rId3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4.jp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E01F60-B3C7-297E-7E64-3D68506A119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D5B1D42-6699-4289-AE4A-4CF873CCE032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1A908F-98B4-40AB-8C94-9AEF6E72F145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2242B49-5FA3-49AB-A90C-0ADCCFEE88D0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2E515FF-B73C-4030-9130-3FE33CFF29CF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F45845D-042B-4571-B9F8-CAB738CD8744}"/>
              </a:ext>
            </a:extLst>
          </p:cNvPr>
          <p:cNvSpPr/>
          <p:nvPr/>
        </p:nvSpPr>
        <p:spPr>
          <a:xfrm>
            <a:off x="711015" y="190760"/>
            <a:ext cx="151992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117BC1F6-1F3A-46FF-9D3C-CF7B272DC3CF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9C2EB27-E399-489D-B79A-1DABA977DF9C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DE25C47-A80D-4876-99F1-DE4C8761582D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21" name="Freeform 426">
              <a:extLst>
                <a:ext uri="{FF2B5EF4-FFF2-40B4-BE49-F238E27FC236}">
                  <a16:creationId xmlns:a16="http://schemas.microsoft.com/office/drawing/2014/main" id="{A6DACFFC-6423-4990-8C61-9CC5ACD9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2" name="Freeform 427">
              <a:extLst>
                <a:ext uri="{FF2B5EF4-FFF2-40B4-BE49-F238E27FC236}">
                  <a16:creationId xmlns:a16="http://schemas.microsoft.com/office/drawing/2014/main" id="{EC6BD0CD-CDB3-4F1C-A27D-E65674A7F5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3" name="Freeform 428">
              <a:extLst>
                <a:ext uri="{FF2B5EF4-FFF2-40B4-BE49-F238E27FC236}">
                  <a16:creationId xmlns:a16="http://schemas.microsoft.com/office/drawing/2014/main" id="{4F73A64F-419B-4209-AC12-E670BFD2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4" name="Freeform 429">
              <a:extLst>
                <a:ext uri="{FF2B5EF4-FFF2-40B4-BE49-F238E27FC236}">
                  <a16:creationId xmlns:a16="http://schemas.microsoft.com/office/drawing/2014/main" id="{06676DB3-2F52-41C8-888F-9BD8BCC64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30" name="Oval 29">
            <a:extLst>
              <a:ext uri="{FF2B5EF4-FFF2-40B4-BE49-F238E27FC236}">
                <a16:creationId xmlns:a16="http://schemas.microsoft.com/office/drawing/2014/main" id="{9A3FCEF4-EF17-4111-9D3F-9A42421A4B5D}"/>
              </a:ext>
            </a:extLst>
          </p:cNvPr>
          <p:cNvSpPr/>
          <p:nvPr/>
        </p:nvSpPr>
        <p:spPr>
          <a:xfrm>
            <a:off x="11283288" y="1594111"/>
            <a:ext cx="1432562" cy="143256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dirty="0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228F715D-65A4-4B17-B42C-92B87E68626B}"/>
              </a:ext>
            </a:extLst>
          </p:cNvPr>
          <p:cNvSpPr/>
          <p:nvPr/>
        </p:nvSpPr>
        <p:spPr>
          <a:xfrm>
            <a:off x="780844" y="3812695"/>
            <a:ext cx="383043" cy="38304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3C32D391-157B-40AC-AEB5-D230CECED45F}"/>
              </a:ext>
            </a:extLst>
          </p:cNvPr>
          <p:cNvSpPr/>
          <p:nvPr/>
        </p:nvSpPr>
        <p:spPr>
          <a:xfrm>
            <a:off x="7532018" y="5286231"/>
            <a:ext cx="3701907" cy="370190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631970E5-7F00-446B-8280-7424A272BC02}"/>
              </a:ext>
            </a:extLst>
          </p:cNvPr>
          <p:cNvSpPr/>
          <p:nvPr/>
        </p:nvSpPr>
        <p:spPr>
          <a:xfrm>
            <a:off x="1494" y="4230668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C6911F9-C59B-4A01-A162-5E0B6D293BE9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0301E03-0D93-43A5-B349-44747CD1824A}"/>
              </a:ext>
            </a:extLst>
          </p:cNvPr>
          <p:cNvGrpSpPr/>
          <p:nvPr/>
        </p:nvGrpSpPr>
        <p:grpSpPr>
          <a:xfrm>
            <a:off x="2743201" y="2764676"/>
            <a:ext cx="6705600" cy="1631216"/>
            <a:chOff x="2653378" y="2444487"/>
            <a:chExt cx="6705600" cy="1631216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C9B0AEF-737A-4F3E-90C9-97AC51CA6424}"/>
                </a:ext>
              </a:extLst>
            </p:cNvPr>
            <p:cNvSpPr/>
            <p:nvPr/>
          </p:nvSpPr>
          <p:spPr>
            <a:xfrm>
              <a:off x="2653378" y="2629153"/>
              <a:ext cx="6705600" cy="14465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sz="88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7B5FF03-29A0-4640-B99F-4A29313169CD}"/>
                </a:ext>
              </a:extLst>
            </p:cNvPr>
            <p:cNvSpPr/>
            <p:nvPr/>
          </p:nvSpPr>
          <p:spPr>
            <a:xfrm>
              <a:off x="3744127" y="2444487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7647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2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autoRev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2" presetClass="entr" presetSubtype="4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0" grpId="1" animBg="1"/>
      <p:bldP spid="33" grpId="0" animBg="1"/>
      <p:bldP spid="33" grpId="1" animBg="1"/>
      <p:bldP spid="34" grpId="0" animBg="1"/>
      <p:bldP spid="34" grpId="1" animBg="1"/>
      <p:bldP spid="42" grpId="1" animBg="1"/>
      <p:bldP spid="42" grpId="2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84D4D589-1802-4914-AF33-50D32BC92B59}"/>
              </a:ext>
            </a:extLst>
          </p:cNvPr>
          <p:cNvSpPr/>
          <p:nvPr/>
        </p:nvSpPr>
        <p:spPr>
          <a:xfrm>
            <a:off x="1494" y="4230668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3331D02-C7ED-464E-BED8-660781A46C56}"/>
              </a:ext>
            </a:extLst>
          </p:cNvPr>
          <p:cNvSpPr/>
          <p:nvPr userDrawn="1"/>
        </p:nvSpPr>
        <p:spPr>
          <a:xfrm flipH="1">
            <a:off x="7766975" y="2584693"/>
            <a:ext cx="4425025" cy="4276130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762000" y="1189072"/>
                  <a:pt x="2584450" y="1190447"/>
                  <a:pt x="3200400" y="1720566"/>
                </a:cubicBezTo>
                <a:cubicBezTo>
                  <a:pt x="3816350" y="2250685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C9125328-BA5D-4368-B578-E9B0D8B5D1C5}"/>
              </a:ext>
            </a:extLst>
          </p:cNvPr>
          <p:cNvSpPr/>
          <p:nvPr userDrawn="1"/>
        </p:nvSpPr>
        <p:spPr>
          <a:xfrm flipH="1">
            <a:off x="10877195" y="1303625"/>
            <a:ext cx="1311651" cy="2782723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06EFE6E-8F53-40FD-A85B-0308F795F589}"/>
              </a:ext>
            </a:extLst>
          </p:cNvPr>
          <p:cNvGrpSpPr/>
          <p:nvPr/>
        </p:nvGrpSpPr>
        <p:grpSpPr>
          <a:xfrm>
            <a:off x="1376318" y="1793288"/>
            <a:ext cx="6972552" cy="1815882"/>
            <a:chOff x="3126907" y="2259821"/>
            <a:chExt cx="6972552" cy="181588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A7C083B-C594-4C28-B2B1-285CE22B48A4}"/>
                </a:ext>
              </a:extLst>
            </p:cNvPr>
            <p:cNvSpPr/>
            <p:nvPr/>
          </p:nvSpPr>
          <p:spPr>
            <a:xfrm>
              <a:off x="3126907" y="2629153"/>
              <a:ext cx="6972552" cy="14465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88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99EDA2B7-EBFA-4D51-B372-A5C7CE7BAF5C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60C811E1-B847-4BB0-9C58-E6A7F6C390DC}"/>
              </a:ext>
            </a:extLst>
          </p:cNvPr>
          <p:cNvSpPr/>
          <p:nvPr/>
        </p:nvSpPr>
        <p:spPr>
          <a:xfrm>
            <a:off x="3229400" y="4148307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744860A-63E9-4C40-976D-73CFCBB280A4}"/>
              </a:ext>
            </a:extLst>
          </p:cNvPr>
          <p:cNvCxnSpPr/>
          <p:nvPr/>
        </p:nvCxnSpPr>
        <p:spPr>
          <a:xfrm>
            <a:off x="2468517" y="4304538"/>
            <a:ext cx="653143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Oval 13">
            <a:extLst>
              <a:ext uri="{FF2B5EF4-FFF2-40B4-BE49-F238E27FC236}">
                <a16:creationId xmlns:a16="http://schemas.microsoft.com/office/drawing/2014/main" id="{2CEB4B2B-1822-47CC-9072-A2E85B4CBC6F}"/>
              </a:ext>
            </a:extLst>
          </p:cNvPr>
          <p:cNvSpPr/>
          <p:nvPr/>
        </p:nvSpPr>
        <p:spPr>
          <a:xfrm>
            <a:off x="9783499" y="1522388"/>
            <a:ext cx="455566" cy="45556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4488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path" presetSubtype="0" repeatCount="indefinite" accel="50000" decel="50000" autoRev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11" grpId="0"/>
      <p:bldP spid="11" grpId="1"/>
      <p:bldP spid="14" grpId="0" animBg="1"/>
      <p:bldP spid="14" grpId="1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D6FC1E1-CFBC-F661-51E3-45D11006CD8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D9D2F26-E266-418F-A14E-9013C2739BA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0000">
                <a:schemeClr val="accent2">
                  <a:lumMod val="75000"/>
                  <a:alpha val="35000"/>
                </a:schemeClr>
              </a:gs>
              <a:gs pos="0">
                <a:srgbClr val="3D1E66"/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E21932A8-42F3-471A-8803-B7C13D20260E}"/>
              </a:ext>
            </a:extLst>
          </p:cNvPr>
          <p:cNvSpPr/>
          <p:nvPr/>
        </p:nvSpPr>
        <p:spPr>
          <a:xfrm flipV="1">
            <a:off x="0" y="4214819"/>
            <a:ext cx="6096000" cy="2643181"/>
          </a:xfrm>
          <a:prstGeom prst="round2SameRect">
            <a:avLst>
              <a:gd name="adj1" fmla="val 0"/>
              <a:gd name="adj2" fmla="val 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C291D2D-D3DB-47CC-9292-45C70650B0D0}"/>
              </a:ext>
            </a:extLst>
          </p:cNvPr>
          <p:cNvGrpSpPr/>
          <p:nvPr/>
        </p:nvGrpSpPr>
        <p:grpSpPr>
          <a:xfrm>
            <a:off x="1232317" y="1499691"/>
            <a:ext cx="5758541" cy="3838099"/>
            <a:chOff x="3126907" y="2475721"/>
            <a:chExt cx="5758541" cy="3838099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2D3347D-9217-42E3-A0BA-8375C37FD3EE}"/>
                </a:ext>
              </a:extLst>
            </p:cNvPr>
            <p:cNvSpPr/>
            <p:nvPr/>
          </p:nvSpPr>
          <p:spPr>
            <a:xfrm>
              <a:off x="3126907" y="2887241"/>
              <a:ext cx="5758541" cy="342657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90000"/>
                </a:lnSpc>
              </a:pPr>
              <a:r>
                <a:rPr lang="en-US" sz="8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  <a:p>
              <a:pPr fontAlgn="base">
                <a:lnSpc>
                  <a:spcPct val="90000"/>
                </a:lnSpc>
              </a:pPr>
              <a:r>
                <a:rPr lang="en-US" sz="80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History</a:t>
              </a:r>
              <a:endParaRPr lang="en-US" sz="8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2DA57DB-23D3-4DA3-BA2C-5D2BF9E0ECEF}"/>
                </a:ext>
              </a:extLst>
            </p:cNvPr>
            <p:cNvSpPr/>
            <p:nvPr/>
          </p:nvSpPr>
          <p:spPr>
            <a:xfrm>
              <a:off x="3126907" y="2475721"/>
              <a:ext cx="489262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4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84179605-06DA-464B-8C44-60154D753481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3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4E881F2-2170-4358-8984-592FA31F8441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A0BD1C2-0493-4B8C-8931-674F5A9F230D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2654782-757C-45C4-A221-7287E9A36ECA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C79956B-FE38-4F7F-9D15-62B0DCF224FF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669E60C-9227-41E6-93CA-C36EF29B2C2D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02EDC7E-9EB5-4FC2-BC66-C8EA2E99F70C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AFD470B-A491-465B-BBEF-799AE3AAD627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20" name="Freeform 426">
              <a:extLst>
                <a:ext uri="{FF2B5EF4-FFF2-40B4-BE49-F238E27FC236}">
                  <a16:creationId xmlns:a16="http://schemas.microsoft.com/office/drawing/2014/main" id="{AE823109-11B5-423E-BFB7-DBBD4643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B15313A8-FA2B-4027-98A1-98287AF210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2" name="Freeform 428">
              <a:extLst>
                <a:ext uri="{FF2B5EF4-FFF2-40B4-BE49-F238E27FC236}">
                  <a16:creationId xmlns:a16="http://schemas.microsoft.com/office/drawing/2014/main" id="{C9601A34-23D4-4192-BA8D-5E10063D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3" name="Freeform 429">
              <a:extLst>
                <a:ext uri="{FF2B5EF4-FFF2-40B4-BE49-F238E27FC236}">
                  <a16:creationId xmlns:a16="http://schemas.microsoft.com/office/drawing/2014/main" id="{A0F5DA99-43AE-4D38-84B9-26F6A4AF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8BC0DFC-173C-403C-9C9B-790ACB8EF5D5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A93050A-0B6D-485E-9B04-692F523C073F}"/>
              </a:ext>
            </a:extLst>
          </p:cNvPr>
          <p:cNvSpPr/>
          <p:nvPr/>
        </p:nvSpPr>
        <p:spPr>
          <a:xfrm>
            <a:off x="6796522" y="1499691"/>
            <a:ext cx="4481078" cy="39972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The European languages are members of the same family. Their separate existence is a myth. For science, music, sport, </a:t>
            </a:r>
            <a:r>
              <a:rPr lang="en-US" sz="1400" dirty="0" err="1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etc</a:t>
            </a: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, Europe uses the same vocabulary.</a:t>
            </a:r>
          </a:p>
          <a:p>
            <a:pPr>
              <a:lnSpc>
                <a:spcPct val="130000"/>
              </a:lnSpc>
            </a:pPr>
            <a:endParaRPr lang="en-US" sz="140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The languages only differ in their grammar, their pronunciation and their most common words. Everyone realizes why a new common language would be desirable: one could refuse to pay expensive translators.</a:t>
            </a:r>
          </a:p>
          <a:p>
            <a:pPr>
              <a:lnSpc>
                <a:spcPct val="130000"/>
              </a:lnSpc>
            </a:pPr>
            <a:endParaRPr lang="en-US" sz="140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  <a:p>
            <a:pPr>
              <a:lnSpc>
                <a:spcPct val="130000"/>
              </a:lnSpc>
            </a:pPr>
            <a:r>
              <a:rPr lang="en-US" sz="1400" i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“To achieve this, it would be necessary to have uniform grammar, pronunciation and more common words.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D5FD08B4-B1D7-4B0E-9FCE-CCC58FC0B10D}"/>
              </a:ext>
            </a:extLst>
          </p:cNvPr>
          <p:cNvSpPr/>
          <p:nvPr/>
        </p:nvSpPr>
        <p:spPr>
          <a:xfrm>
            <a:off x="11864626" y="1499684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107279F-0900-4DF2-81E1-2C46B0489271}"/>
              </a:ext>
            </a:extLst>
          </p:cNvPr>
          <p:cNvSpPr/>
          <p:nvPr/>
        </p:nvSpPr>
        <p:spPr>
          <a:xfrm>
            <a:off x="9301823" y="5845799"/>
            <a:ext cx="1785698" cy="178569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51BCC6E-3764-4509-8C96-706BB8FF8043}"/>
              </a:ext>
            </a:extLst>
          </p:cNvPr>
          <p:cNvSpPr/>
          <p:nvPr/>
        </p:nvSpPr>
        <p:spPr>
          <a:xfrm>
            <a:off x="669867" y="983895"/>
            <a:ext cx="244625" cy="24462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8F5BC8F-052A-6D71-6C55-569187B63D11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3314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path" presetSubtype="0" repeatCount="indefinite" accel="50000" decel="50000" autoRev="1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path" presetSubtype="0" repeatCount="indefinite" accel="50000" decel="50000" autoRev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5" grpId="0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C6B03D8F-BBFE-48B0-B31B-8315D6FB6209}"/>
              </a:ext>
            </a:extLst>
          </p:cNvPr>
          <p:cNvSpPr/>
          <p:nvPr/>
        </p:nvSpPr>
        <p:spPr>
          <a:xfrm flipH="1">
            <a:off x="4227287" y="0"/>
            <a:ext cx="7964711" cy="6857999"/>
          </a:xfrm>
          <a:custGeom>
            <a:avLst/>
            <a:gdLst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  <a:gd name="connsiteX0" fmla="*/ 0 w 9940412"/>
              <a:gd name="connsiteY0" fmla="*/ 6857999 h 6857999"/>
              <a:gd name="connsiteX1" fmla="*/ 0 w 9940412"/>
              <a:gd name="connsiteY1" fmla="*/ 0 h 6857999"/>
              <a:gd name="connsiteX2" fmla="*/ 9940412 w 9940412"/>
              <a:gd name="connsiteY2" fmla="*/ 6857999 h 6857999"/>
              <a:gd name="connsiteX3" fmla="*/ 0 w 9940412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40412" h="6857999">
                <a:moveTo>
                  <a:pt x="0" y="6857999"/>
                </a:moveTo>
                <a:lnTo>
                  <a:pt x="0" y="0"/>
                </a:lnTo>
                <a:cubicBezTo>
                  <a:pt x="5042569" y="1836056"/>
                  <a:pt x="2873598" y="6095998"/>
                  <a:pt x="9940412" y="6857999"/>
                </a:cubicBezTo>
                <a:lnTo>
                  <a:pt x="0" y="6857999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B451AF5-96AB-4731-A0A9-89BB503F8B41}"/>
              </a:ext>
            </a:extLst>
          </p:cNvPr>
          <p:cNvGrpSpPr/>
          <p:nvPr/>
        </p:nvGrpSpPr>
        <p:grpSpPr>
          <a:xfrm>
            <a:off x="1183468" y="1710264"/>
            <a:ext cx="6574469" cy="2804304"/>
            <a:chOff x="3126907" y="2259821"/>
            <a:chExt cx="6574469" cy="2804304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AC2F013-0FDA-46D4-9E2C-E2CD6BB93CB6}"/>
                </a:ext>
              </a:extLst>
            </p:cNvPr>
            <p:cNvSpPr/>
            <p:nvPr/>
          </p:nvSpPr>
          <p:spPr>
            <a:xfrm>
              <a:off x="3126907" y="2737334"/>
              <a:ext cx="6574469" cy="232679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8800" b="1" i="0" spc="-150" dirty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20000"/>
                        </a:schemeClr>
                      </a:gs>
                      <a:gs pos="64000">
                        <a:schemeClr val="bg1"/>
                      </a:gs>
                    </a:gsLst>
                    <a:lin ang="0" scaled="0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Smart 			People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21AD969A-82BE-41E1-A955-3BD4A9FC0DFD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6E5471B6-B5AB-4425-A006-5E3497E175F9}"/>
              </a:ext>
            </a:extLst>
          </p:cNvPr>
          <p:cNvSpPr/>
          <p:nvPr/>
        </p:nvSpPr>
        <p:spPr>
          <a:xfrm>
            <a:off x="2153771" y="4572183"/>
            <a:ext cx="3627804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22052631-85A0-470D-9039-DFAE04B38B17}"/>
              </a:ext>
            </a:extLst>
          </p:cNvPr>
          <p:cNvSpPr/>
          <p:nvPr/>
        </p:nvSpPr>
        <p:spPr>
          <a:xfrm>
            <a:off x="1493" y="3778276"/>
            <a:ext cx="1188677" cy="2521830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023A932E-3D48-4A0A-8B2A-D6B8B2ED6B5F}"/>
              </a:ext>
            </a:extLst>
          </p:cNvPr>
          <p:cNvSpPr/>
          <p:nvPr/>
        </p:nvSpPr>
        <p:spPr>
          <a:xfrm>
            <a:off x="643456" y="3900723"/>
            <a:ext cx="404757" cy="4047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8B087CC-C88B-8C6E-B6F6-0FF6A9D3AD5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76DBFA17-8121-4917-A110-DD6E4C3225A8}"/>
              </a:ext>
            </a:extLst>
          </p:cNvPr>
          <p:cNvSpPr/>
          <p:nvPr/>
        </p:nvSpPr>
        <p:spPr>
          <a:xfrm>
            <a:off x="5602291" y="5679584"/>
            <a:ext cx="987418" cy="98741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E1B6C74D-3546-4FA8-A144-DF9345CE34ED}"/>
              </a:ext>
            </a:extLst>
          </p:cNvPr>
          <p:cNvSpPr/>
          <p:nvPr/>
        </p:nvSpPr>
        <p:spPr>
          <a:xfrm>
            <a:off x="9429538" y="1006194"/>
            <a:ext cx="455566" cy="45556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4717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" presetClass="entr" presetSubtype="4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1" grpId="0" animBg="1"/>
      <p:bldP spid="31" grpId="1" animBg="1"/>
      <p:bldP spid="32" grpId="0" animBg="1"/>
      <p:bldP spid="32" grpId="1" animBg="1"/>
      <p:bldP spid="27" grpId="0" animBg="1"/>
      <p:bldP spid="27" grpId="1" animBg="1"/>
      <p:bldP spid="26" grpId="0" animBg="1"/>
      <p:bldP spid="26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2B04A1BB-53DE-4258-A140-B401C45B298F}"/>
              </a:ext>
            </a:extLst>
          </p:cNvPr>
          <p:cNvGrpSpPr/>
          <p:nvPr/>
        </p:nvGrpSpPr>
        <p:grpSpPr>
          <a:xfrm>
            <a:off x="522511" y="4414671"/>
            <a:ext cx="11669488" cy="2443329"/>
            <a:chOff x="522511" y="4434938"/>
            <a:chExt cx="11669488" cy="2443329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2B5E33D-A3D2-469A-9967-B1C02EDB1F8D}"/>
                </a:ext>
              </a:extLst>
            </p:cNvPr>
            <p:cNvSpPr/>
            <p:nvPr userDrawn="1"/>
          </p:nvSpPr>
          <p:spPr>
            <a:xfrm flipH="1">
              <a:off x="522511" y="4744760"/>
              <a:ext cx="11669487" cy="2133507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748706 w 5420344"/>
                <a:gd name="connsiteY1" fmla="*/ 1270671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0344" h="3981450">
                  <a:moveTo>
                    <a:pt x="0" y="0"/>
                  </a:moveTo>
                  <a:cubicBezTo>
                    <a:pt x="1112570" y="2254609"/>
                    <a:pt x="1845315" y="611043"/>
                    <a:pt x="2748706" y="1270671"/>
                  </a:cubicBezTo>
                  <a:cubicBezTo>
                    <a:pt x="3652097" y="1930299"/>
                    <a:pt x="3769674" y="3398891"/>
                    <a:pt x="5420344" y="395777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E096217-B798-4BF7-9A29-F17F943C08FC}"/>
                </a:ext>
              </a:extLst>
            </p:cNvPr>
            <p:cNvSpPr/>
            <p:nvPr/>
          </p:nvSpPr>
          <p:spPr>
            <a:xfrm flipH="1">
              <a:off x="522511" y="4434938"/>
              <a:ext cx="11669488" cy="2440508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748706 w 5420344"/>
                <a:gd name="connsiteY1" fmla="*/ 1270671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504564"/>
                <a:gd name="connsiteY0" fmla="*/ 0 h 3981450"/>
                <a:gd name="connsiteX1" fmla="*/ 1737448 w 5504564"/>
                <a:gd name="connsiteY1" fmla="*/ 773420 h 3981450"/>
                <a:gd name="connsiteX2" fmla="*/ 3195575 w 5504564"/>
                <a:gd name="connsiteY2" fmla="*/ 2335785 h 3981450"/>
                <a:gd name="connsiteX3" fmla="*/ 5420344 w 5504564"/>
                <a:gd name="connsiteY3" fmla="*/ 3957770 h 3981450"/>
                <a:gd name="connsiteX4" fmla="*/ 0 w 5504564"/>
                <a:gd name="connsiteY4" fmla="*/ 3981450 h 3981450"/>
                <a:gd name="connsiteX5" fmla="*/ 0 w 5504564"/>
                <a:gd name="connsiteY5" fmla="*/ 0 h 3981450"/>
                <a:gd name="connsiteX0" fmla="*/ 0 w 5518813"/>
                <a:gd name="connsiteY0" fmla="*/ 0 h 3981450"/>
                <a:gd name="connsiteX1" fmla="*/ 1737448 w 5518813"/>
                <a:gd name="connsiteY1" fmla="*/ 773420 h 3981450"/>
                <a:gd name="connsiteX2" fmla="*/ 3566370 w 5518813"/>
                <a:gd name="connsiteY2" fmla="*/ 3306607 h 3981450"/>
                <a:gd name="connsiteX3" fmla="*/ 5420344 w 5518813"/>
                <a:gd name="connsiteY3" fmla="*/ 3957770 h 3981450"/>
                <a:gd name="connsiteX4" fmla="*/ 0 w 5518813"/>
                <a:gd name="connsiteY4" fmla="*/ 3981450 h 3981450"/>
                <a:gd name="connsiteX5" fmla="*/ 0 w 5518813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566370 w 5420344"/>
                <a:gd name="connsiteY2" fmla="*/ 3306607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810448 w 5420344"/>
                <a:gd name="connsiteY1" fmla="*/ 307247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810448 w 5420344"/>
                <a:gd name="connsiteY1" fmla="*/ 307247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20344" h="3981450">
                  <a:moveTo>
                    <a:pt x="0" y="0"/>
                  </a:moveTo>
                  <a:cubicBezTo>
                    <a:pt x="1112570" y="2254609"/>
                    <a:pt x="1074477" y="-282701"/>
                    <a:pt x="1810448" y="307247"/>
                  </a:cubicBezTo>
                  <a:cubicBezTo>
                    <a:pt x="2546419" y="897195"/>
                    <a:pt x="2647281" y="2589413"/>
                    <a:pt x="3261097" y="3120138"/>
                  </a:cubicBezTo>
                  <a:cubicBezTo>
                    <a:pt x="3874913" y="3650863"/>
                    <a:pt x="3955389" y="2261667"/>
                    <a:pt x="5420344" y="395777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8E771E6-4B43-467E-8091-E0F1BC441546}"/>
              </a:ext>
            </a:extLst>
          </p:cNvPr>
          <p:cNvSpPr/>
          <p:nvPr/>
        </p:nvSpPr>
        <p:spPr>
          <a:xfrm>
            <a:off x="1288099" y="2985222"/>
            <a:ext cx="8470264" cy="2596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The European languages are members of the same family. Their separate existence is a myth. For science, music, sport,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etc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, Europe uses the same vocabulary.</a:t>
            </a:r>
          </a:p>
          <a:p>
            <a:pPr>
              <a:lnSpc>
                <a:spcPct val="130000"/>
              </a:lnSpc>
            </a:pPr>
            <a:endParaRPr lang="en-US" sz="1400" dirty="0">
              <a:solidFill>
                <a:schemeClr val="bg1">
                  <a:lumMod val="85000"/>
                </a:schemeClr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The languages only differ in their grammar, their pronunciation and their most common words. Everyone realizes why a new common language would be desirable: one could refuse to pay expensive translators.</a:t>
            </a:r>
          </a:p>
          <a:p>
            <a:pPr>
              <a:lnSpc>
                <a:spcPct val="130000"/>
              </a:lnSpc>
            </a:pPr>
            <a:endParaRPr lang="en-US" sz="1400" dirty="0">
              <a:solidFill>
                <a:schemeClr val="bg1">
                  <a:lumMod val="85000"/>
                </a:schemeClr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  <a:p>
            <a:pPr>
              <a:lnSpc>
                <a:spcPct val="130000"/>
              </a:lnSpc>
            </a:pPr>
            <a:r>
              <a:rPr lang="en-US" sz="1400" i="1" dirty="0">
                <a:solidFill>
                  <a:schemeClr val="bg1">
                    <a:lumMod val="85000"/>
                  </a:schemeClr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“To achieve this, it would be necessary to have uniform grammar, pronunciation and more common words. If several languages coalesce.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7D7D88-8947-4141-B210-F4C976BE8179}"/>
              </a:ext>
            </a:extLst>
          </p:cNvPr>
          <p:cNvGrpSpPr/>
          <p:nvPr/>
        </p:nvGrpSpPr>
        <p:grpSpPr>
          <a:xfrm>
            <a:off x="1288099" y="1465050"/>
            <a:ext cx="8829764" cy="1200329"/>
            <a:chOff x="3126907" y="2259821"/>
            <a:chExt cx="8829764" cy="120032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8C71F7A-0E5F-4F90-9CCD-A07F0E175563}"/>
                </a:ext>
              </a:extLst>
            </p:cNvPr>
            <p:cNvSpPr/>
            <p:nvPr/>
          </p:nvSpPr>
          <p:spPr>
            <a:xfrm>
              <a:off x="3126907" y="2629153"/>
              <a:ext cx="8829764" cy="83099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48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Design </a:t>
              </a:r>
              <a:r>
                <a:rPr lang="en-US" sz="48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In Various Theme</a:t>
              </a:r>
              <a:endParaRPr lang="en-US" sz="4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3DDBE69-C6A8-44BE-A9E3-0DF77D136811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8F90550-D217-40C8-A646-AC0B073455F9}"/>
              </a:ext>
            </a:extLst>
          </p:cNvPr>
          <p:cNvSpPr/>
          <p:nvPr/>
        </p:nvSpPr>
        <p:spPr>
          <a:xfrm flipH="1">
            <a:off x="11131550" y="1145428"/>
            <a:ext cx="1060450" cy="2249791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8F21E9C-5F9F-4EA8-8E80-F3490301C281}"/>
              </a:ext>
            </a:extLst>
          </p:cNvPr>
          <p:cNvSpPr/>
          <p:nvPr/>
        </p:nvSpPr>
        <p:spPr>
          <a:xfrm>
            <a:off x="11013038" y="1508873"/>
            <a:ext cx="455566" cy="455566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8B30562-7D69-40EB-AB7A-646F8CFACBB2}"/>
              </a:ext>
            </a:extLst>
          </p:cNvPr>
          <p:cNvSpPr/>
          <p:nvPr/>
        </p:nvSpPr>
        <p:spPr>
          <a:xfrm>
            <a:off x="1494" y="4230668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963018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path" presetSubtype="0" repeatCount="indefinite" accel="50000" decel="50000" autoRev="1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1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4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path" presetSubtype="0" repeatCount="indefinite" accel="50000" decel="50000" autoRev="1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path" presetSubtype="0" repeatCount="indefinite" accel="50000" decel="50000" autoRev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1.66667E-6 2.96296E-6 L 1.66667E-6 0.02847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>
            <a:extLst>
              <a:ext uri="{FF2B5EF4-FFF2-40B4-BE49-F238E27FC236}">
                <a16:creationId xmlns:a16="http://schemas.microsoft.com/office/drawing/2014/main" id="{CAA92A58-07FF-4A03-9E0B-0F2ED2C67E83}"/>
              </a:ext>
            </a:extLst>
          </p:cNvPr>
          <p:cNvSpPr/>
          <p:nvPr/>
        </p:nvSpPr>
        <p:spPr>
          <a:xfrm>
            <a:off x="5565774" y="2076632"/>
            <a:ext cx="1060450" cy="1060446"/>
          </a:xfrm>
          <a:prstGeom prst="ellipse">
            <a:avLst/>
          </a:prstGeom>
          <a:noFill/>
          <a:ln w="25400" cap="rnd">
            <a:gradFill>
              <a:gsLst>
                <a:gs pos="0">
                  <a:schemeClr val="accent1"/>
                </a:gs>
                <a:gs pos="56000">
                  <a:schemeClr val="accent2"/>
                </a:gs>
                <a:gs pos="100000">
                  <a:srgbClr val="3D1E66"/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E1CCE35-CDDD-4066-A574-280805E33F35}"/>
              </a:ext>
            </a:extLst>
          </p:cNvPr>
          <p:cNvGrpSpPr/>
          <p:nvPr/>
        </p:nvGrpSpPr>
        <p:grpSpPr>
          <a:xfrm>
            <a:off x="5676899" y="2187757"/>
            <a:ext cx="838200" cy="838196"/>
            <a:chOff x="5457825" y="2790828"/>
            <a:chExt cx="1276350" cy="1276344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7CFD463-4E3A-465C-8813-756C5A3EDDDE}"/>
                </a:ext>
              </a:extLst>
            </p:cNvPr>
            <p:cNvSpPr/>
            <p:nvPr/>
          </p:nvSpPr>
          <p:spPr>
            <a:xfrm>
              <a:off x="5457825" y="2790828"/>
              <a:ext cx="1276350" cy="1276344"/>
            </a:xfrm>
            <a:prstGeom prst="ellipse">
              <a:avLst/>
            </a:prstGeom>
            <a:gradFill flip="none" rotWithShape="1">
              <a:gsLst>
                <a:gs pos="89000">
                  <a:schemeClr val="accent1"/>
                </a:gs>
                <a:gs pos="50000">
                  <a:schemeClr val="accent2"/>
                </a:gs>
                <a:gs pos="0">
                  <a:srgbClr val="3D1E66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1410F1C7-8D84-4C07-989C-48EE0428397C}"/>
                </a:ext>
              </a:extLst>
            </p:cNvPr>
            <p:cNvGrpSpPr/>
            <p:nvPr/>
          </p:nvGrpSpPr>
          <p:grpSpPr>
            <a:xfrm>
              <a:off x="5791200" y="3182074"/>
              <a:ext cx="609600" cy="493852"/>
              <a:chOff x="1554163" y="4741863"/>
              <a:chExt cx="376238" cy="304800"/>
            </a:xfrm>
            <a:solidFill>
              <a:schemeClr val="bg1"/>
            </a:solidFill>
          </p:grpSpPr>
          <p:sp>
            <p:nvSpPr>
              <p:cNvPr id="3" name="Freeform 10">
                <a:extLst>
                  <a:ext uri="{FF2B5EF4-FFF2-40B4-BE49-F238E27FC236}">
                    <a16:creationId xmlns:a16="http://schemas.microsoft.com/office/drawing/2014/main" id="{B6FA3CF3-AEC5-40BC-8F3B-CA3960A8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738" y="4883151"/>
                <a:ext cx="14288" cy="15875"/>
              </a:xfrm>
              <a:custGeom>
                <a:avLst/>
                <a:gdLst>
                  <a:gd name="T0" fmla="*/ 14 w 28"/>
                  <a:gd name="T1" fmla="*/ 0 h 30"/>
                  <a:gd name="T2" fmla="*/ 9 w 28"/>
                  <a:gd name="T3" fmla="*/ 1 h 30"/>
                  <a:gd name="T4" fmla="*/ 5 w 28"/>
                  <a:gd name="T5" fmla="*/ 5 h 30"/>
                  <a:gd name="T6" fmla="*/ 1 w 28"/>
                  <a:gd name="T7" fmla="*/ 9 h 30"/>
                  <a:gd name="T8" fmla="*/ 0 w 28"/>
                  <a:gd name="T9" fmla="*/ 14 h 30"/>
                  <a:gd name="T10" fmla="*/ 0 w 28"/>
                  <a:gd name="T11" fmla="*/ 16 h 30"/>
                  <a:gd name="T12" fmla="*/ 1 w 28"/>
                  <a:gd name="T13" fmla="*/ 22 h 30"/>
                  <a:gd name="T14" fmla="*/ 5 w 28"/>
                  <a:gd name="T15" fmla="*/ 26 h 30"/>
                  <a:gd name="T16" fmla="*/ 9 w 28"/>
                  <a:gd name="T17" fmla="*/ 29 h 30"/>
                  <a:gd name="T18" fmla="*/ 14 w 28"/>
                  <a:gd name="T19" fmla="*/ 30 h 30"/>
                  <a:gd name="T20" fmla="*/ 20 w 28"/>
                  <a:gd name="T21" fmla="*/ 29 h 30"/>
                  <a:gd name="T22" fmla="*/ 24 w 28"/>
                  <a:gd name="T23" fmla="*/ 26 h 30"/>
                  <a:gd name="T24" fmla="*/ 27 w 28"/>
                  <a:gd name="T25" fmla="*/ 22 h 30"/>
                  <a:gd name="T26" fmla="*/ 28 w 28"/>
                  <a:gd name="T27" fmla="*/ 16 h 30"/>
                  <a:gd name="T28" fmla="*/ 28 w 28"/>
                  <a:gd name="T29" fmla="*/ 14 h 30"/>
                  <a:gd name="T30" fmla="*/ 27 w 28"/>
                  <a:gd name="T31" fmla="*/ 9 h 30"/>
                  <a:gd name="T32" fmla="*/ 24 w 28"/>
                  <a:gd name="T33" fmla="*/ 5 h 30"/>
                  <a:gd name="T34" fmla="*/ 20 w 28"/>
                  <a:gd name="T35" fmla="*/ 1 h 30"/>
                  <a:gd name="T36" fmla="*/ 14 w 28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0">
                    <a:moveTo>
                      <a:pt x="14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22"/>
                    </a:lnTo>
                    <a:lnTo>
                      <a:pt x="5" y="26"/>
                    </a:lnTo>
                    <a:lnTo>
                      <a:pt x="9" y="29"/>
                    </a:lnTo>
                    <a:lnTo>
                      <a:pt x="14" y="30"/>
                    </a:lnTo>
                    <a:lnTo>
                      <a:pt x="20" y="29"/>
                    </a:lnTo>
                    <a:lnTo>
                      <a:pt x="24" y="26"/>
                    </a:lnTo>
                    <a:lnTo>
                      <a:pt x="27" y="22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" name="Freeform 11">
                <a:extLst>
                  <a:ext uri="{FF2B5EF4-FFF2-40B4-BE49-F238E27FC236}">
                    <a16:creationId xmlns:a16="http://schemas.microsoft.com/office/drawing/2014/main" id="{AC616D3B-C2B5-4BA2-9300-DDF3CBDB46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4163" y="4741863"/>
                <a:ext cx="376238" cy="304800"/>
              </a:xfrm>
              <a:custGeom>
                <a:avLst/>
                <a:gdLst>
                  <a:gd name="T0" fmla="*/ 632 w 711"/>
                  <a:gd name="T1" fmla="*/ 32 h 575"/>
                  <a:gd name="T2" fmla="*/ 604 w 711"/>
                  <a:gd name="T3" fmla="*/ 4 h 575"/>
                  <a:gd name="T4" fmla="*/ 568 w 711"/>
                  <a:gd name="T5" fmla="*/ 3 h 575"/>
                  <a:gd name="T6" fmla="*/ 400 w 711"/>
                  <a:gd name="T7" fmla="*/ 70 h 575"/>
                  <a:gd name="T8" fmla="*/ 398 w 711"/>
                  <a:gd name="T9" fmla="*/ 89 h 575"/>
                  <a:gd name="T10" fmla="*/ 412 w 711"/>
                  <a:gd name="T11" fmla="*/ 93 h 575"/>
                  <a:gd name="T12" fmla="*/ 533 w 711"/>
                  <a:gd name="T13" fmla="*/ 52 h 575"/>
                  <a:gd name="T14" fmla="*/ 542 w 711"/>
                  <a:gd name="T15" fmla="*/ 225 h 575"/>
                  <a:gd name="T16" fmla="*/ 560 w 711"/>
                  <a:gd name="T17" fmla="*/ 218 h 575"/>
                  <a:gd name="T18" fmla="*/ 562 w 711"/>
                  <a:gd name="T19" fmla="*/ 43 h 575"/>
                  <a:gd name="T20" fmla="*/ 575 w 711"/>
                  <a:gd name="T21" fmla="*/ 30 h 575"/>
                  <a:gd name="T22" fmla="*/ 593 w 711"/>
                  <a:gd name="T23" fmla="*/ 30 h 575"/>
                  <a:gd name="T24" fmla="*/ 606 w 711"/>
                  <a:gd name="T25" fmla="*/ 43 h 575"/>
                  <a:gd name="T26" fmla="*/ 607 w 711"/>
                  <a:gd name="T27" fmla="*/ 515 h 575"/>
                  <a:gd name="T28" fmla="*/ 598 w 711"/>
                  <a:gd name="T29" fmla="*/ 530 h 575"/>
                  <a:gd name="T30" fmla="*/ 579 w 711"/>
                  <a:gd name="T31" fmla="*/ 534 h 575"/>
                  <a:gd name="T32" fmla="*/ 565 w 711"/>
                  <a:gd name="T33" fmla="*/ 524 h 575"/>
                  <a:gd name="T34" fmla="*/ 561 w 711"/>
                  <a:gd name="T35" fmla="*/ 342 h 575"/>
                  <a:gd name="T36" fmla="*/ 547 w 711"/>
                  <a:gd name="T37" fmla="*/ 329 h 575"/>
                  <a:gd name="T38" fmla="*/ 533 w 711"/>
                  <a:gd name="T39" fmla="*/ 342 h 575"/>
                  <a:gd name="T40" fmla="*/ 183 w 711"/>
                  <a:gd name="T41" fmla="*/ 382 h 575"/>
                  <a:gd name="T42" fmla="*/ 332 w 711"/>
                  <a:gd name="T43" fmla="*/ 119 h 575"/>
                  <a:gd name="T44" fmla="*/ 325 w 711"/>
                  <a:gd name="T45" fmla="*/ 101 h 575"/>
                  <a:gd name="T46" fmla="*/ 82 w 711"/>
                  <a:gd name="T47" fmla="*/ 156 h 575"/>
                  <a:gd name="T48" fmla="*/ 50 w 711"/>
                  <a:gd name="T49" fmla="*/ 162 h 575"/>
                  <a:gd name="T50" fmla="*/ 24 w 711"/>
                  <a:gd name="T51" fmla="*/ 180 h 575"/>
                  <a:gd name="T52" fmla="*/ 6 w 711"/>
                  <a:gd name="T53" fmla="*/ 206 h 575"/>
                  <a:gd name="T54" fmla="*/ 0 w 711"/>
                  <a:gd name="T55" fmla="*/ 238 h 575"/>
                  <a:gd name="T56" fmla="*/ 3 w 711"/>
                  <a:gd name="T57" fmla="*/ 348 h 575"/>
                  <a:gd name="T58" fmla="*/ 18 w 711"/>
                  <a:gd name="T59" fmla="*/ 376 h 575"/>
                  <a:gd name="T60" fmla="*/ 42 w 711"/>
                  <a:gd name="T61" fmla="*/ 395 h 575"/>
                  <a:gd name="T62" fmla="*/ 71 w 711"/>
                  <a:gd name="T63" fmla="*/ 406 h 575"/>
                  <a:gd name="T64" fmla="*/ 146 w 711"/>
                  <a:gd name="T65" fmla="*/ 573 h 575"/>
                  <a:gd name="T66" fmla="*/ 237 w 711"/>
                  <a:gd name="T67" fmla="*/ 575 h 575"/>
                  <a:gd name="T68" fmla="*/ 247 w 711"/>
                  <a:gd name="T69" fmla="*/ 567 h 575"/>
                  <a:gd name="T70" fmla="*/ 193 w 711"/>
                  <a:gd name="T71" fmla="*/ 415 h 575"/>
                  <a:gd name="T72" fmla="*/ 576 w 711"/>
                  <a:gd name="T73" fmla="*/ 560 h 575"/>
                  <a:gd name="T74" fmla="*/ 614 w 711"/>
                  <a:gd name="T75" fmla="*/ 553 h 575"/>
                  <a:gd name="T76" fmla="*/ 635 w 711"/>
                  <a:gd name="T77" fmla="*/ 521 h 575"/>
                  <a:gd name="T78" fmla="*/ 651 w 711"/>
                  <a:gd name="T79" fmla="*/ 365 h 575"/>
                  <a:gd name="T80" fmla="*/ 678 w 711"/>
                  <a:gd name="T81" fmla="*/ 350 h 575"/>
                  <a:gd name="T82" fmla="*/ 698 w 711"/>
                  <a:gd name="T83" fmla="*/ 326 h 575"/>
                  <a:gd name="T84" fmla="*/ 709 w 711"/>
                  <a:gd name="T85" fmla="*/ 297 h 575"/>
                  <a:gd name="T86" fmla="*/ 709 w 711"/>
                  <a:gd name="T87" fmla="*/ 265 h 575"/>
                  <a:gd name="T88" fmla="*/ 698 w 711"/>
                  <a:gd name="T89" fmla="*/ 235 h 575"/>
                  <a:gd name="T90" fmla="*/ 678 w 711"/>
                  <a:gd name="T91" fmla="*/ 213 h 575"/>
                  <a:gd name="T92" fmla="*/ 651 w 711"/>
                  <a:gd name="T93" fmla="*/ 198 h 575"/>
                  <a:gd name="T94" fmla="*/ 76 w 711"/>
                  <a:gd name="T95" fmla="*/ 378 h 575"/>
                  <a:gd name="T96" fmla="*/ 51 w 711"/>
                  <a:gd name="T97" fmla="*/ 369 h 575"/>
                  <a:gd name="T98" fmla="*/ 30 w 711"/>
                  <a:gd name="T99" fmla="*/ 340 h 575"/>
                  <a:gd name="T100" fmla="*/ 28 w 711"/>
                  <a:gd name="T101" fmla="*/ 238 h 575"/>
                  <a:gd name="T102" fmla="*/ 32 w 711"/>
                  <a:gd name="T103" fmla="*/ 217 h 575"/>
                  <a:gd name="T104" fmla="*/ 61 w 711"/>
                  <a:gd name="T105" fmla="*/ 188 h 575"/>
                  <a:gd name="T106" fmla="*/ 82 w 711"/>
                  <a:gd name="T107" fmla="*/ 184 h 575"/>
                  <a:gd name="T108" fmla="*/ 214 w 711"/>
                  <a:gd name="T109" fmla="*/ 548 h 575"/>
                  <a:gd name="T110" fmla="*/ 214 w 711"/>
                  <a:gd name="T111" fmla="*/ 548 h 575"/>
                  <a:gd name="T112" fmla="*/ 654 w 711"/>
                  <a:gd name="T113" fmla="*/ 230 h 575"/>
                  <a:gd name="T114" fmla="*/ 679 w 711"/>
                  <a:gd name="T115" fmla="*/ 261 h 575"/>
                  <a:gd name="T116" fmla="*/ 679 w 711"/>
                  <a:gd name="T117" fmla="*/ 302 h 575"/>
                  <a:gd name="T118" fmla="*/ 654 w 711"/>
                  <a:gd name="T119" fmla="*/ 333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1" h="575">
                    <a:moveTo>
                      <a:pt x="636" y="193"/>
                    </a:moveTo>
                    <a:lnTo>
                      <a:pt x="636" y="52"/>
                    </a:lnTo>
                    <a:lnTo>
                      <a:pt x="635" y="42"/>
                    </a:lnTo>
                    <a:lnTo>
                      <a:pt x="632" y="32"/>
                    </a:lnTo>
                    <a:lnTo>
                      <a:pt x="627" y="24"/>
                    </a:lnTo>
                    <a:lnTo>
                      <a:pt x="621" y="15"/>
                    </a:lnTo>
                    <a:lnTo>
                      <a:pt x="614" y="10"/>
                    </a:lnTo>
                    <a:lnTo>
                      <a:pt x="604" y="4"/>
                    </a:lnTo>
                    <a:lnTo>
                      <a:pt x="594" y="1"/>
                    </a:lnTo>
                    <a:lnTo>
                      <a:pt x="585" y="0"/>
                    </a:lnTo>
                    <a:lnTo>
                      <a:pt x="576" y="1"/>
                    </a:lnTo>
                    <a:lnTo>
                      <a:pt x="568" y="3"/>
                    </a:lnTo>
                    <a:lnTo>
                      <a:pt x="560" y="6"/>
                    </a:lnTo>
                    <a:lnTo>
                      <a:pt x="553" y="12"/>
                    </a:lnTo>
                    <a:lnTo>
                      <a:pt x="404" y="67"/>
                    </a:lnTo>
                    <a:lnTo>
                      <a:pt x="400" y="70"/>
                    </a:lnTo>
                    <a:lnTo>
                      <a:pt x="397" y="74"/>
                    </a:lnTo>
                    <a:lnTo>
                      <a:pt x="395" y="79"/>
                    </a:lnTo>
                    <a:lnTo>
                      <a:pt x="396" y="85"/>
                    </a:lnTo>
                    <a:lnTo>
                      <a:pt x="398" y="89"/>
                    </a:lnTo>
                    <a:lnTo>
                      <a:pt x="401" y="91"/>
                    </a:lnTo>
                    <a:lnTo>
                      <a:pt x="406" y="93"/>
                    </a:lnTo>
                    <a:lnTo>
                      <a:pt x="409" y="93"/>
                    </a:lnTo>
                    <a:lnTo>
                      <a:pt x="412" y="93"/>
                    </a:lnTo>
                    <a:lnTo>
                      <a:pt x="414" y="93"/>
                    </a:lnTo>
                    <a:lnTo>
                      <a:pt x="533" y="48"/>
                    </a:lnTo>
                    <a:lnTo>
                      <a:pt x="533" y="50"/>
                    </a:lnTo>
                    <a:lnTo>
                      <a:pt x="533" y="52"/>
                    </a:lnTo>
                    <a:lnTo>
                      <a:pt x="533" y="213"/>
                    </a:lnTo>
                    <a:lnTo>
                      <a:pt x="534" y="218"/>
                    </a:lnTo>
                    <a:lnTo>
                      <a:pt x="538" y="223"/>
                    </a:lnTo>
                    <a:lnTo>
                      <a:pt x="542" y="225"/>
                    </a:lnTo>
                    <a:lnTo>
                      <a:pt x="547" y="227"/>
                    </a:lnTo>
                    <a:lnTo>
                      <a:pt x="553" y="225"/>
                    </a:lnTo>
                    <a:lnTo>
                      <a:pt x="557" y="223"/>
                    </a:lnTo>
                    <a:lnTo>
                      <a:pt x="560" y="218"/>
                    </a:lnTo>
                    <a:lnTo>
                      <a:pt x="561" y="213"/>
                    </a:lnTo>
                    <a:lnTo>
                      <a:pt x="561" y="52"/>
                    </a:lnTo>
                    <a:lnTo>
                      <a:pt x="561" y="47"/>
                    </a:lnTo>
                    <a:lnTo>
                      <a:pt x="562" y="43"/>
                    </a:lnTo>
                    <a:lnTo>
                      <a:pt x="565" y="39"/>
                    </a:lnTo>
                    <a:lnTo>
                      <a:pt x="568" y="35"/>
                    </a:lnTo>
                    <a:lnTo>
                      <a:pt x="571" y="32"/>
                    </a:lnTo>
                    <a:lnTo>
                      <a:pt x="575" y="30"/>
                    </a:lnTo>
                    <a:lnTo>
                      <a:pt x="579" y="29"/>
                    </a:lnTo>
                    <a:lnTo>
                      <a:pt x="585" y="28"/>
                    </a:lnTo>
                    <a:lnTo>
                      <a:pt x="589" y="29"/>
                    </a:lnTo>
                    <a:lnTo>
                      <a:pt x="593" y="30"/>
                    </a:lnTo>
                    <a:lnTo>
                      <a:pt x="598" y="32"/>
                    </a:lnTo>
                    <a:lnTo>
                      <a:pt x="601" y="35"/>
                    </a:lnTo>
                    <a:lnTo>
                      <a:pt x="604" y="39"/>
                    </a:lnTo>
                    <a:lnTo>
                      <a:pt x="606" y="43"/>
                    </a:lnTo>
                    <a:lnTo>
                      <a:pt x="607" y="47"/>
                    </a:lnTo>
                    <a:lnTo>
                      <a:pt x="608" y="52"/>
                    </a:lnTo>
                    <a:lnTo>
                      <a:pt x="608" y="510"/>
                    </a:lnTo>
                    <a:lnTo>
                      <a:pt x="607" y="515"/>
                    </a:lnTo>
                    <a:lnTo>
                      <a:pt x="606" y="520"/>
                    </a:lnTo>
                    <a:lnTo>
                      <a:pt x="604" y="524"/>
                    </a:lnTo>
                    <a:lnTo>
                      <a:pt x="601" y="527"/>
                    </a:lnTo>
                    <a:lnTo>
                      <a:pt x="598" y="530"/>
                    </a:lnTo>
                    <a:lnTo>
                      <a:pt x="593" y="533"/>
                    </a:lnTo>
                    <a:lnTo>
                      <a:pt x="589" y="534"/>
                    </a:lnTo>
                    <a:lnTo>
                      <a:pt x="585" y="534"/>
                    </a:lnTo>
                    <a:lnTo>
                      <a:pt x="579" y="534"/>
                    </a:lnTo>
                    <a:lnTo>
                      <a:pt x="575" y="533"/>
                    </a:lnTo>
                    <a:lnTo>
                      <a:pt x="571" y="530"/>
                    </a:lnTo>
                    <a:lnTo>
                      <a:pt x="568" y="527"/>
                    </a:lnTo>
                    <a:lnTo>
                      <a:pt x="565" y="524"/>
                    </a:lnTo>
                    <a:lnTo>
                      <a:pt x="562" y="520"/>
                    </a:lnTo>
                    <a:lnTo>
                      <a:pt x="561" y="515"/>
                    </a:lnTo>
                    <a:lnTo>
                      <a:pt x="561" y="510"/>
                    </a:lnTo>
                    <a:lnTo>
                      <a:pt x="561" y="342"/>
                    </a:lnTo>
                    <a:lnTo>
                      <a:pt x="560" y="337"/>
                    </a:lnTo>
                    <a:lnTo>
                      <a:pt x="557" y="333"/>
                    </a:lnTo>
                    <a:lnTo>
                      <a:pt x="553" y="330"/>
                    </a:lnTo>
                    <a:lnTo>
                      <a:pt x="547" y="329"/>
                    </a:lnTo>
                    <a:lnTo>
                      <a:pt x="542" y="330"/>
                    </a:lnTo>
                    <a:lnTo>
                      <a:pt x="538" y="333"/>
                    </a:lnTo>
                    <a:lnTo>
                      <a:pt x="534" y="337"/>
                    </a:lnTo>
                    <a:lnTo>
                      <a:pt x="533" y="342"/>
                    </a:lnTo>
                    <a:lnTo>
                      <a:pt x="533" y="510"/>
                    </a:lnTo>
                    <a:lnTo>
                      <a:pt x="533" y="512"/>
                    </a:lnTo>
                    <a:lnTo>
                      <a:pt x="533" y="514"/>
                    </a:lnTo>
                    <a:lnTo>
                      <a:pt x="183" y="382"/>
                    </a:lnTo>
                    <a:lnTo>
                      <a:pt x="183" y="179"/>
                    </a:lnTo>
                    <a:lnTo>
                      <a:pt x="324" y="127"/>
                    </a:lnTo>
                    <a:lnTo>
                      <a:pt x="329" y="123"/>
                    </a:lnTo>
                    <a:lnTo>
                      <a:pt x="332" y="119"/>
                    </a:lnTo>
                    <a:lnTo>
                      <a:pt x="334" y="114"/>
                    </a:lnTo>
                    <a:lnTo>
                      <a:pt x="333" y="108"/>
                    </a:lnTo>
                    <a:lnTo>
                      <a:pt x="329" y="104"/>
                    </a:lnTo>
                    <a:lnTo>
                      <a:pt x="325" y="101"/>
                    </a:lnTo>
                    <a:lnTo>
                      <a:pt x="320" y="100"/>
                    </a:lnTo>
                    <a:lnTo>
                      <a:pt x="314" y="101"/>
                    </a:lnTo>
                    <a:lnTo>
                      <a:pt x="167" y="156"/>
                    </a:lnTo>
                    <a:lnTo>
                      <a:pt x="82" y="156"/>
                    </a:lnTo>
                    <a:lnTo>
                      <a:pt x="74" y="157"/>
                    </a:lnTo>
                    <a:lnTo>
                      <a:pt x="65" y="158"/>
                    </a:lnTo>
                    <a:lnTo>
                      <a:pt x="58" y="160"/>
                    </a:lnTo>
                    <a:lnTo>
                      <a:pt x="50" y="162"/>
                    </a:lnTo>
                    <a:lnTo>
                      <a:pt x="43" y="166"/>
                    </a:lnTo>
                    <a:lnTo>
                      <a:pt x="36" y="170"/>
                    </a:lnTo>
                    <a:lnTo>
                      <a:pt x="30" y="175"/>
                    </a:lnTo>
                    <a:lnTo>
                      <a:pt x="24" y="180"/>
                    </a:lnTo>
                    <a:lnTo>
                      <a:pt x="18" y="186"/>
                    </a:lnTo>
                    <a:lnTo>
                      <a:pt x="14" y="192"/>
                    </a:lnTo>
                    <a:lnTo>
                      <a:pt x="10" y="199"/>
                    </a:lnTo>
                    <a:lnTo>
                      <a:pt x="6" y="206"/>
                    </a:lnTo>
                    <a:lnTo>
                      <a:pt x="3" y="214"/>
                    </a:lnTo>
                    <a:lnTo>
                      <a:pt x="2" y="221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324"/>
                    </a:lnTo>
                    <a:lnTo>
                      <a:pt x="0" y="333"/>
                    </a:lnTo>
                    <a:lnTo>
                      <a:pt x="1" y="340"/>
                    </a:lnTo>
                    <a:lnTo>
                      <a:pt x="3" y="348"/>
                    </a:lnTo>
                    <a:lnTo>
                      <a:pt x="6" y="355"/>
                    </a:lnTo>
                    <a:lnTo>
                      <a:pt x="10" y="363"/>
                    </a:lnTo>
                    <a:lnTo>
                      <a:pt x="14" y="369"/>
                    </a:lnTo>
                    <a:lnTo>
                      <a:pt x="18" y="376"/>
                    </a:lnTo>
                    <a:lnTo>
                      <a:pt x="24" y="381"/>
                    </a:lnTo>
                    <a:lnTo>
                      <a:pt x="29" y="387"/>
                    </a:lnTo>
                    <a:lnTo>
                      <a:pt x="35" y="391"/>
                    </a:lnTo>
                    <a:lnTo>
                      <a:pt x="42" y="395"/>
                    </a:lnTo>
                    <a:lnTo>
                      <a:pt x="48" y="399"/>
                    </a:lnTo>
                    <a:lnTo>
                      <a:pt x="56" y="402"/>
                    </a:lnTo>
                    <a:lnTo>
                      <a:pt x="63" y="404"/>
                    </a:lnTo>
                    <a:lnTo>
                      <a:pt x="71" y="406"/>
                    </a:lnTo>
                    <a:lnTo>
                      <a:pt x="79" y="406"/>
                    </a:lnTo>
                    <a:lnTo>
                      <a:pt x="141" y="567"/>
                    </a:lnTo>
                    <a:lnTo>
                      <a:pt x="143" y="570"/>
                    </a:lnTo>
                    <a:lnTo>
                      <a:pt x="146" y="573"/>
                    </a:lnTo>
                    <a:lnTo>
                      <a:pt x="149" y="574"/>
                    </a:lnTo>
                    <a:lnTo>
                      <a:pt x="153" y="575"/>
                    </a:lnTo>
                    <a:lnTo>
                      <a:pt x="234" y="575"/>
                    </a:lnTo>
                    <a:lnTo>
                      <a:pt x="237" y="575"/>
                    </a:lnTo>
                    <a:lnTo>
                      <a:pt x="240" y="573"/>
                    </a:lnTo>
                    <a:lnTo>
                      <a:pt x="244" y="572"/>
                    </a:lnTo>
                    <a:lnTo>
                      <a:pt x="246" y="569"/>
                    </a:lnTo>
                    <a:lnTo>
                      <a:pt x="247" y="567"/>
                    </a:lnTo>
                    <a:lnTo>
                      <a:pt x="248" y="564"/>
                    </a:lnTo>
                    <a:lnTo>
                      <a:pt x="248" y="559"/>
                    </a:lnTo>
                    <a:lnTo>
                      <a:pt x="247" y="556"/>
                    </a:lnTo>
                    <a:lnTo>
                      <a:pt x="193" y="415"/>
                    </a:lnTo>
                    <a:lnTo>
                      <a:pt x="553" y="551"/>
                    </a:lnTo>
                    <a:lnTo>
                      <a:pt x="560" y="555"/>
                    </a:lnTo>
                    <a:lnTo>
                      <a:pt x="568" y="558"/>
                    </a:lnTo>
                    <a:lnTo>
                      <a:pt x="576" y="560"/>
                    </a:lnTo>
                    <a:lnTo>
                      <a:pt x="585" y="562"/>
                    </a:lnTo>
                    <a:lnTo>
                      <a:pt x="594" y="560"/>
                    </a:lnTo>
                    <a:lnTo>
                      <a:pt x="604" y="557"/>
                    </a:lnTo>
                    <a:lnTo>
                      <a:pt x="614" y="553"/>
                    </a:lnTo>
                    <a:lnTo>
                      <a:pt x="621" y="546"/>
                    </a:lnTo>
                    <a:lnTo>
                      <a:pt x="627" y="539"/>
                    </a:lnTo>
                    <a:lnTo>
                      <a:pt x="632" y="530"/>
                    </a:lnTo>
                    <a:lnTo>
                      <a:pt x="635" y="521"/>
                    </a:lnTo>
                    <a:lnTo>
                      <a:pt x="636" y="510"/>
                    </a:lnTo>
                    <a:lnTo>
                      <a:pt x="636" y="369"/>
                    </a:lnTo>
                    <a:lnTo>
                      <a:pt x="644" y="367"/>
                    </a:lnTo>
                    <a:lnTo>
                      <a:pt x="651" y="365"/>
                    </a:lnTo>
                    <a:lnTo>
                      <a:pt x="659" y="362"/>
                    </a:lnTo>
                    <a:lnTo>
                      <a:pt x="665" y="359"/>
                    </a:lnTo>
                    <a:lnTo>
                      <a:pt x="672" y="354"/>
                    </a:lnTo>
                    <a:lnTo>
                      <a:pt x="678" y="350"/>
                    </a:lnTo>
                    <a:lnTo>
                      <a:pt x="683" y="345"/>
                    </a:lnTo>
                    <a:lnTo>
                      <a:pt x="689" y="339"/>
                    </a:lnTo>
                    <a:lnTo>
                      <a:pt x="694" y="333"/>
                    </a:lnTo>
                    <a:lnTo>
                      <a:pt x="698" y="326"/>
                    </a:lnTo>
                    <a:lnTo>
                      <a:pt x="702" y="320"/>
                    </a:lnTo>
                    <a:lnTo>
                      <a:pt x="705" y="312"/>
                    </a:lnTo>
                    <a:lnTo>
                      <a:pt x="707" y="305"/>
                    </a:lnTo>
                    <a:lnTo>
                      <a:pt x="709" y="297"/>
                    </a:lnTo>
                    <a:lnTo>
                      <a:pt x="710" y="289"/>
                    </a:lnTo>
                    <a:lnTo>
                      <a:pt x="711" y="281"/>
                    </a:lnTo>
                    <a:lnTo>
                      <a:pt x="710" y="273"/>
                    </a:lnTo>
                    <a:lnTo>
                      <a:pt x="709" y="265"/>
                    </a:lnTo>
                    <a:lnTo>
                      <a:pt x="707" y="257"/>
                    </a:lnTo>
                    <a:lnTo>
                      <a:pt x="705" y="249"/>
                    </a:lnTo>
                    <a:lnTo>
                      <a:pt x="702" y="243"/>
                    </a:lnTo>
                    <a:lnTo>
                      <a:pt x="698" y="235"/>
                    </a:lnTo>
                    <a:lnTo>
                      <a:pt x="694" y="229"/>
                    </a:lnTo>
                    <a:lnTo>
                      <a:pt x="689" y="223"/>
                    </a:lnTo>
                    <a:lnTo>
                      <a:pt x="683" y="218"/>
                    </a:lnTo>
                    <a:lnTo>
                      <a:pt x="678" y="213"/>
                    </a:lnTo>
                    <a:lnTo>
                      <a:pt x="672" y="207"/>
                    </a:lnTo>
                    <a:lnTo>
                      <a:pt x="665" y="204"/>
                    </a:lnTo>
                    <a:lnTo>
                      <a:pt x="659" y="200"/>
                    </a:lnTo>
                    <a:lnTo>
                      <a:pt x="651" y="198"/>
                    </a:lnTo>
                    <a:lnTo>
                      <a:pt x="644" y="194"/>
                    </a:lnTo>
                    <a:lnTo>
                      <a:pt x="636" y="193"/>
                    </a:lnTo>
                    <a:close/>
                    <a:moveTo>
                      <a:pt x="82" y="378"/>
                    </a:moveTo>
                    <a:lnTo>
                      <a:pt x="76" y="378"/>
                    </a:lnTo>
                    <a:lnTo>
                      <a:pt x="71" y="377"/>
                    </a:lnTo>
                    <a:lnTo>
                      <a:pt x="65" y="376"/>
                    </a:lnTo>
                    <a:lnTo>
                      <a:pt x="61" y="374"/>
                    </a:lnTo>
                    <a:lnTo>
                      <a:pt x="51" y="369"/>
                    </a:lnTo>
                    <a:lnTo>
                      <a:pt x="44" y="363"/>
                    </a:lnTo>
                    <a:lnTo>
                      <a:pt x="38" y="354"/>
                    </a:lnTo>
                    <a:lnTo>
                      <a:pt x="32" y="346"/>
                    </a:lnTo>
                    <a:lnTo>
                      <a:pt x="30" y="340"/>
                    </a:lnTo>
                    <a:lnTo>
                      <a:pt x="29" y="335"/>
                    </a:lnTo>
                    <a:lnTo>
                      <a:pt x="28" y="330"/>
                    </a:lnTo>
                    <a:lnTo>
                      <a:pt x="28" y="324"/>
                    </a:lnTo>
                    <a:lnTo>
                      <a:pt x="28" y="238"/>
                    </a:lnTo>
                    <a:lnTo>
                      <a:pt x="28" y="233"/>
                    </a:lnTo>
                    <a:lnTo>
                      <a:pt x="29" y="228"/>
                    </a:lnTo>
                    <a:lnTo>
                      <a:pt x="30" y="222"/>
                    </a:lnTo>
                    <a:lnTo>
                      <a:pt x="32" y="217"/>
                    </a:lnTo>
                    <a:lnTo>
                      <a:pt x="38" y="207"/>
                    </a:lnTo>
                    <a:lnTo>
                      <a:pt x="44" y="200"/>
                    </a:lnTo>
                    <a:lnTo>
                      <a:pt x="51" y="193"/>
                    </a:lnTo>
                    <a:lnTo>
                      <a:pt x="61" y="188"/>
                    </a:lnTo>
                    <a:lnTo>
                      <a:pt x="65" y="186"/>
                    </a:lnTo>
                    <a:lnTo>
                      <a:pt x="71" y="185"/>
                    </a:lnTo>
                    <a:lnTo>
                      <a:pt x="76" y="184"/>
                    </a:lnTo>
                    <a:lnTo>
                      <a:pt x="82" y="184"/>
                    </a:lnTo>
                    <a:lnTo>
                      <a:pt x="156" y="184"/>
                    </a:lnTo>
                    <a:lnTo>
                      <a:pt x="156" y="378"/>
                    </a:lnTo>
                    <a:lnTo>
                      <a:pt x="82" y="378"/>
                    </a:lnTo>
                    <a:close/>
                    <a:moveTo>
                      <a:pt x="214" y="548"/>
                    </a:moveTo>
                    <a:lnTo>
                      <a:pt x="163" y="548"/>
                    </a:lnTo>
                    <a:lnTo>
                      <a:pt x="109" y="406"/>
                    </a:lnTo>
                    <a:lnTo>
                      <a:pt x="160" y="406"/>
                    </a:lnTo>
                    <a:lnTo>
                      <a:pt x="214" y="548"/>
                    </a:lnTo>
                    <a:close/>
                    <a:moveTo>
                      <a:pt x="636" y="340"/>
                    </a:moveTo>
                    <a:lnTo>
                      <a:pt x="636" y="221"/>
                    </a:lnTo>
                    <a:lnTo>
                      <a:pt x="646" y="224"/>
                    </a:lnTo>
                    <a:lnTo>
                      <a:pt x="654" y="230"/>
                    </a:lnTo>
                    <a:lnTo>
                      <a:pt x="663" y="235"/>
                    </a:lnTo>
                    <a:lnTo>
                      <a:pt x="669" y="243"/>
                    </a:lnTo>
                    <a:lnTo>
                      <a:pt x="675" y="251"/>
                    </a:lnTo>
                    <a:lnTo>
                      <a:pt x="679" y="261"/>
                    </a:lnTo>
                    <a:lnTo>
                      <a:pt x="682" y="271"/>
                    </a:lnTo>
                    <a:lnTo>
                      <a:pt x="683" y="281"/>
                    </a:lnTo>
                    <a:lnTo>
                      <a:pt x="682" y="292"/>
                    </a:lnTo>
                    <a:lnTo>
                      <a:pt x="679" y="302"/>
                    </a:lnTo>
                    <a:lnTo>
                      <a:pt x="675" y="311"/>
                    </a:lnTo>
                    <a:lnTo>
                      <a:pt x="669" y="319"/>
                    </a:lnTo>
                    <a:lnTo>
                      <a:pt x="663" y="326"/>
                    </a:lnTo>
                    <a:lnTo>
                      <a:pt x="654" y="333"/>
                    </a:lnTo>
                    <a:lnTo>
                      <a:pt x="646" y="337"/>
                    </a:lnTo>
                    <a:lnTo>
                      <a:pt x="636" y="34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" name="Freeform 12">
                <a:extLst>
                  <a:ext uri="{FF2B5EF4-FFF2-40B4-BE49-F238E27FC236}">
                    <a16:creationId xmlns:a16="http://schemas.microsoft.com/office/drawing/2014/main" id="{C14D5A17-67F0-4355-88D7-4017DA070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901" y="4786313"/>
                <a:ext cx="14288" cy="14288"/>
              </a:xfrm>
              <a:custGeom>
                <a:avLst/>
                <a:gdLst>
                  <a:gd name="T0" fmla="*/ 23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8 w 28"/>
                  <a:gd name="T7" fmla="*/ 1 h 28"/>
                  <a:gd name="T8" fmla="*/ 4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3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3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3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3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3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" name="Freeform 13">
                <a:extLst>
                  <a:ext uri="{FF2B5EF4-FFF2-40B4-BE49-F238E27FC236}">
                    <a16:creationId xmlns:a16="http://schemas.microsoft.com/office/drawing/2014/main" id="{B4F2D543-C2B9-4FD8-92D5-803F3167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438" y="4865688"/>
                <a:ext cx="14288" cy="14288"/>
              </a:xfrm>
              <a:custGeom>
                <a:avLst/>
                <a:gdLst>
                  <a:gd name="T0" fmla="*/ 25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5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5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5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" name="Freeform 14">
                <a:extLst>
                  <a:ext uri="{FF2B5EF4-FFF2-40B4-BE49-F238E27FC236}">
                    <a16:creationId xmlns:a16="http://schemas.microsoft.com/office/drawing/2014/main" id="{10B6FE55-A0E3-48E1-AA8A-867B7B7E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326" y="4908551"/>
                <a:ext cx="39688" cy="12700"/>
              </a:xfrm>
              <a:custGeom>
                <a:avLst/>
                <a:gdLst>
                  <a:gd name="T0" fmla="*/ 59 w 73"/>
                  <a:gd name="T1" fmla="*/ 0 h 26"/>
                  <a:gd name="T2" fmla="*/ 14 w 73"/>
                  <a:gd name="T3" fmla="*/ 0 h 26"/>
                  <a:gd name="T4" fmla="*/ 9 w 73"/>
                  <a:gd name="T5" fmla="*/ 1 h 26"/>
                  <a:gd name="T6" fmla="*/ 4 w 73"/>
                  <a:gd name="T7" fmla="*/ 3 h 26"/>
                  <a:gd name="T8" fmla="*/ 1 w 73"/>
                  <a:gd name="T9" fmla="*/ 7 h 26"/>
                  <a:gd name="T10" fmla="*/ 0 w 73"/>
                  <a:gd name="T11" fmla="*/ 12 h 26"/>
                  <a:gd name="T12" fmla="*/ 1 w 73"/>
                  <a:gd name="T13" fmla="*/ 19 h 26"/>
                  <a:gd name="T14" fmla="*/ 4 w 73"/>
                  <a:gd name="T15" fmla="*/ 23 h 26"/>
                  <a:gd name="T16" fmla="*/ 9 w 73"/>
                  <a:gd name="T17" fmla="*/ 25 h 26"/>
                  <a:gd name="T18" fmla="*/ 14 w 73"/>
                  <a:gd name="T19" fmla="*/ 26 h 26"/>
                  <a:gd name="T20" fmla="*/ 59 w 73"/>
                  <a:gd name="T21" fmla="*/ 26 h 26"/>
                  <a:gd name="T22" fmla="*/ 64 w 73"/>
                  <a:gd name="T23" fmla="*/ 25 h 26"/>
                  <a:gd name="T24" fmla="*/ 69 w 73"/>
                  <a:gd name="T25" fmla="*/ 23 h 26"/>
                  <a:gd name="T26" fmla="*/ 72 w 73"/>
                  <a:gd name="T27" fmla="*/ 19 h 26"/>
                  <a:gd name="T28" fmla="*/ 73 w 73"/>
                  <a:gd name="T29" fmla="*/ 12 h 26"/>
                  <a:gd name="T30" fmla="*/ 72 w 73"/>
                  <a:gd name="T31" fmla="*/ 7 h 26"/>
                  <a:gd name="T32" fmla="*/ 69 w 73"/>
                  <a:gd name="T33" fmla="*/ 3 h 26"/>
                  <a:gd name="T34" fmla="*/ 64 w 73"/>
                  <a:gd name="T35" fmla="*/ 1 h 26"/>
                  <a:gd name="T36" fmla="*/ 59 w 73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26">
                    <a:moveTo>
                      <a:pt x="59" y="0"/>
                    </a:moveTo>
                    <a:lnTo>
                      <a:pt x="14" y="0"/>
                    </a:lnTo>
                    <a:lnTo>
                      <a:pt x="9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9" y="25"/>
                    </a:lnTo>
                    <a:lnTo>
                      <a:pt x="14" y="26"/>
                    </a:lnTo>
                    <a:lnTo>
                      <a:pt x="59" y="26"/>
                    </a:lnTo>
                    <a:lnTo>
                      <a:pt x="64" y="25"/>
                    </a:lnTo>
                    <a:lnTo>
                      <a:pt x="69" y="23"/>
                    </a:lnTo>
                    <a:lnTo>
                      <a:pt x="72" y="19"/>
                    </a:lnTo>
                    <a:lnTo>
                      <a:pt x="73" y="12"/>
                    </a:lnTo>
                    <a:lnTo>
                      <a:pt x="72" y="7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B1FCD9B4-FFC5-4018-9BCA-E79D86762EDC}"/>
              </a:ext>
            </a:extLst>
          </p:cNvPr>
          <p:cNvSpPr/>
          <p:nvPr/>
        </p:nvSpPr>
        <p:spPr>
          <a:xfrm>
            <a:off x="2525486" y="3334819"/>
            <a:ext cx="7141028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Measure And Increase Your Reach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71DCE16C-474A-4CF6-BB9E-3BD1F1DF9D61}"/>
              </a:ext>
            </a:extLst>
          </p:cNvPr>
          <p:cNvSpPr/>
          <p:nvPr userDrawn="1"/>
        </p:nvSpPr>
        <p:spPr>
          <a:xfrm flipH="1">
            <a:off x="9666514" y="4420314"/>
            <a:ext cx="2525486" cy="2440508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762000" y="1189072"/>
                  <a:pt x="2584450" y="1190447"/>
                  <a:pt x="3200400" y="1720566"/>
                </a:cubicBezTo>
                <a:cubicBezTo>
                  <a:pt x="3816350" y="2250685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3B6FCAC4-7D1C-4400-827C-AD1CA63662FF}"/>
              </a:ext>
            </a:extLst>
          </p:cNvPr>
          <p:cNvSpPr/>
          <p:nvPr userDrawn="1"/>
        </p:nvSpPr>
        <p:spPr>
          <a:xfrm flipH="1">
            <a:off x="11441604" y="3689173"/>
            <a:ext cx="748596" cy="1588178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B52264B-8347-495D-A6B7-16822F270910}"/>
              </a:ext>
            </a:extLst>
          </p:cNvPr>
          <p:cNvSpPr/>
          <p:nvPr/>
        </p:nvSpPr>
        <p:spPr>
          <a:xfrm>
            <a:off x="-716281" y="1594111"/>
            <a:ext cx="1432562" cy="143256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E1D1A455-EAAD-4A64-B84C-69F88239C89A}"/>
              </a:ext>
            </a:extLst>
          </p:cNvPr>
          <p:cNvSpPr/>
          <p:nvPr/>
        </p:nvSpPr>
        <p:spPr>
          <a:xfrm>
            <a:off x="824010" y="3334819"/>
            <a:ext cx="455566" cy="45556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5574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2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500" fill="hold"/>
                                            <p:tgtEl>
                                              <p:spTgt spid="2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6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1" nodeType="withEffect" p14:presetBounceEnd="66667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4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5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25" grpId="1" animBg="1"/>
          <p:bldP spid="23" grpId="0"/>
          <p:bldP spid="23" grpId="1"/>
          <p:bldP spid="29" grpId="0" animBg="1"/>
          <p:bldP spid="29" grpId="1" animBg="1"/>
          <p:bldP spid="30" grpId="0" animBg="1"/>
          <p:bldP spid="30" grpId="1" animBg="1"/>
          <p:bldP spid="31" grpId="0" animBg="1"/>
          <p:bldP spid="31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2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500" fill="hold"/>
                                            <p:tgtEl>
                                              <p:spTgt spid="2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6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25" grpId="1" animBg="1"/>
          <p:bldP spid="23" grpId="0"/>
          <p:bldP spid="23" grpId="1"/>
          <p:bldP spid="29" grpId="0" animBg="1"/>
          <p:bldP spid="29" grpId="1" animBg="1"/>
          <p:bldP spid="30" grpId="0" animBg="1"/>
          <p:bldP spid="30" grpId="1" animBg="1"/>
          <p:bldP spid="31" grpId="0" animBg="1"/>
          <p:bldP spid="31" grpId="1" animBg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58373C5D-102A-4557-91DF-2D9BB6DA81DD}"/>
              </a:ext>
            </a:extLst>
          </p:cNvPr>
          <p:cNvSpPr/>
          <p:nvPr/>
        </p:nvSpPr>
        <p:spPr>
          <a:xfrm>
            <a:off x="2274353" y="3053115"/>
            <a:ext cx="1060450" cy="1060446"/>
          </a:xfrm>
          <a:prstGeom prst="ellipse">
            <a:avLst/>
          </a:prstGeom>
          <a:noFill/>
          <a:ln w="25400" cap="rnd">
            <a:gradFill>
              <a:gsLst>
                <a:gs pos="0">
                  <a:schemeClr val="accent1"/>
                </a:gs>
                <a:gs pos="99000">
                  <a:schemeClr val="accent2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7C18054A-B3C3-48BA-8B4E-2C1D6F4E177D}"/>
              </a:ext>
            </a:extLst>
          </p:cNvPr>
          <p:cNvSpPr/>
          <p:nvPr/>
        </p:nvSpPr>
        <p:spPr>
          <a:xfrm>
            <a:off x="5565775" y="3053115"/>
            <a:ext cx="1060450" cy="1060446"/>
          </a:xfrm>
          <a:prstGeom prst="ellipse">
            <a:avLst/>
          </a:prstGeom>
          <a:noFill/>
          <a:ln w="25400" cap="rnd">
            <a:gradFill>
              <a:gsLst>
                <a:gs pos="1000">
                  <a:schemeClr val="accent3"/>
                </a:gs>
                <a:gs pos="100000">
                  <a:schemeClr val="accent4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3ED2829-D394-49FC-8818-D6D0D4411F7C}"/>
              </a:ext>
            </a:extLst>
          </p:cNvPr>
          <p:cNvSpPr/>
          <p:nvPr/>
        </p:nvSpPr>
        <p:spPr>
          <a:xfrm>
            <a:off x="8854664" y="3053115"/>
            <a:ext cx="1060450" cy="1060446"/>
          </a:xfrm>
          <a:prstGeom prst="ellipse">
            <a:avLst/>
          </a:prstGeom>
          <a:noFill/>
          <a:ln w="25400" cap="rnd">
            <a:gradFill>
              <a:gsLst>
                <a:gs pos="1000">
                  <a:schemeClr val="accent5"/>
                </a:gs>
                <a:gs pos="100000">
                  <a:schemeClr val="accent6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0683B02-5E3C-4495-9C4B-E23192C9338E}"/>
              </a:ext>
            </a:extLst>
          </p:cNvPr>
          <p:cNvGrpSpPr/>
          <p:nvPr/>
        </p:nvGrpSpPr>
        <p:grpSpPr>
          <a:xfrm>
            <a:off x="1287340" y="4344737"/>
            <a:ext cx="3034476" cy="1004390"/>
            <a:chOff x="1375829" y="3761776"/>
            <a:chExt cx="3034476" cy="1004390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6021A46A-6981-4BCC-B002-0A32128EA4ED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32C1A746-AC25-44F2-AA00-4065520AFB38}"/>
                </a:ext>
              </a:extLst>
            </p:cNvPr>
            <p:cNvSpPr/>
            <p:nvPr/>
          </p:nvSpPr>
          <p:spPr>
            <a:xfrm>
              <a:off x="1672914" y="3761776"/>
              <a:ext cx="2440306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A0F71B16-54F6-4643-830B-400D26156C17}"/>
              </a:ext>
            </a:extLst>
          </p:cNvPr>
          <p:cNvGrpSpPr/>
          <p:nvPr/>
        </p:nvGrpSpPr>
        <p:grpSpPr>
          <a:xfrm>
            <a:off x="4578762" y="4344737"/>
            <a:ext cx="3034476" cy="1004390"/>
            <a:chOff x="1375829" y="3761776"/>
            <a:chExt cx="3034476" cy="1004390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AB816F3D-6902-4D69-A362-E8611E828C7F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5BF8D2E9-C65A-41E1-9FBB-82D95CBF30DF}"/>
                </a:ext>
              </a:extLst>
            </p:cNvPr>
            <p:cNvSpPr/>
            <p:nvPr/>
          </p:nvSpPr>
          <p:spPr>
            <a:xfrm>
              <a:off x="1762767" y="3761776"/>
              <a:ext cx="2260600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90+ Content 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93786CE-FF95-4C4A-A8C4-5D826C583A21}"/>
              </a:ext>
            </a:extLst>
          </p:cNvPr>
          <p:cNvGrpSpPr/>
          <p:nvPr/>
        </p:nvGrpSpPr>
        <p:grpSpPr>
          <a:xfrm>
            <a:off x="7870184" y="4344737"/>
            <a:ext cx="3034476" cy="1004390"/>
            <a:chOff x="1375829" y="3761776"/>
            <a:chExt cx="3034476" cy="1004390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CF323ADA-778A-4A6A-AEA2-AE8375802BB0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EBE95621-0EAD-465A-BA0F-345B1159EFCB}"/>
                </a:ext>
              </a:extLst>
            </p:cNvPr>
            <p:cNvSpPr/>
            <p:nvPr/>
          </p:nvSpPr>
          <p:spPr>
            <a:xfrm>
              <a:off x="1777589" y="3761776"/>
              <a:ext cx="2230956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110+ Content </a:t>
              </a:r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AFE6A67B-7529-4FEE-A76B-52E87DD334AD}"/>
              </a:ext>
            </a:extLst>
          </p:cNvPr>
          <p:cNvSpPr/>
          <p:nvPr/>
        </p:nvSpPr>
        <p:spPr>
          <a:xfrm>
            <a:off x="2525486" y="1508874"/>
            <a:ext cx="714102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2023 Viral Content.</a:t>
            </a:r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E1441FEA-CAE5-4A62-A4DE-43D18FE8F4ED}"/>
              </a:ext>
            </a:extLst>
          </p:cNvPr>
          <p:cNvSpPr/>
          <p:nvPr/>
        </p:nvSpPr>
        <p:spPr>
          <a:xfrm>
            <a:off x="1494" y="4983076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D9653900-A7DB-4F78-B9FE-A18F36C07126}"/>
              </a:ext>
            </a:extLst>
          </p:cNvPr>
          <p:cNvSpPr/>
          <p:nvPr/>
        </p:nvSpPr>
        <p:spPr>
          <a:xfrm flipH="1">
            <a:off x="11131550" y="1145428"/>
            <a:ext cx="1060450" cy="2249791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9F1874AE-7E7F-48E2-84CF-F5F3463E0F49}"/>
              </a:ext>
            </a:extLst>
          </p:cNvPr>
          <p:cNvSpPr/>
          <p:nvPr/>
        </p:nvSpPr>
        <p:spPr>
          <a:xfrm>
            <a:off x="11013038" y="1508873"/>
            <a:ext cx="455566" cy="455566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C4CC2E3-D59A-4E3A-866B-56BE5DF4D7B5}"/>
              </a:ext>
            </a:extLst>
          </p:cNvPr>
          <p:cNvGrpSpPr/>
          <p:nvPr/>
        </p:nvGrpSpPr>
        <p:grpSpPr>
          <a:xfrm>
            <a:off x="2385478" y="3164240"/>
            <a:ext cx="838200" cy="838196"/>
            <a:chOff x="5457825" y="2790828"/>
            <a:chExt cx="1276350" cy="1276344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B6EE63D8-5565-429A-A3DB-5BCDF7F41D2C}"/>
                </a:ext>
              </a:extLst>
            </p:cNvPr>
            <p:cNvSpPr/>
            <p:nvPr/>
          </p:nvSpPr>
          <p:spPr>
            <a:xfrm>
              <a:off x="5457825" y="2790828"/>
              <a:ext cx="1276350" cy="1276344"/>
            </a:xfrm>
            <a:prstGeom prst="ellipse">
              <a:avLst/>
            </a:prstGeom>
            <a:gradFill flip="none" rotWithShape="1">
              <a:gsLst>
                <a:gs pos="99000">
                  <a:schemeClr val="accent1"/>
                </a:gs>
                <a:gs pos="0">
                  <a:schemeClr val="accent2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3073ABC-A7EA-4126-92E3-6A3C32125ABD}"/>
                </a:ext>
              </a:extLst>
            </p:cNvPr>
            <p:cNvGrpSpPr/>
            <p:nvPr/>
          </p:nvGrpSpPr>
          <p:grpSpPr>
            <a:xfrm>
              <a:off x="5791200" y="3182074"/>
              <a:ext cx="609600" cy="493852"/>
              <a:chOff x="1554163" y="4741863"/>
              <a:chExt cx="376238" cy="304800"/>
            </a:xfrm>
            <a:solidFill>
              <a:schemeClr val="bg1"/>
            </a:solidFill>
          </p:grpSpPr>
          <p:sp>
            <p:nvSpPr>
              <p:cNvPr id="6" name="Freeform 10">
                <a:extLst>
                  <a:ext uri="{FF2B5EF4-FFF2-40B4-BE49-F238E27FC236}">
                    <a16:creationId xmlns:a16="http://schemas.microsoft.com/office/drawing/2014/main" id="{0929ECE6-13E0-4C3C-A42C-4BACBB41A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738" y="4883151"/>
                <a:ext cx="14288" cy="15875"/>
              </a:xfrm>
              <a:custGeom>
                <a:avLst/>
                <a:gdLst>
                  <a:gd name="T0" fmla="*/ 14 w 28"/>
                  <a:gd name="T1" fmla="*/ 0 h 30"/>
                  <a:gd name="T2" fmla="*/ 9 w 28"/>
                  <a:gd name="T3" fmla="*/ 1 h 30"/>
                  <a:gd name="T4" fmla="*/ 5 w 28"/>
                  <a:gd name="T5" fmla="*/ 5 h 30"/>
                  <a:gd name="T6" fmla="*/ 1 w 28"/>
                  <a:gd name="T7" fmla="*/ 9 h 30"/>
                  <a:gd name="T8" fmla="*/ 0 w 28"/>
                  <a:gd name="T9" fmla="*/ 14 h 30"/>
                  <a:gd name="T10" fmla="*/ 0 w 28"/>
                  <a:gd name="T11" fmla="*/ 16 h 30"/>
                  <a:gd name="T12" fmla="*/ 1 w 28"/>
                  <a:gd name="T13" fmla="*/ 22 h 30"/>
                  <a:gd name="T14" fmla="*/ 5 w 28"/>
                  <a:gd name="T15" fmla="*/ 26 h 30"/>
                  <a:gd name="T16" fmla="*/ 9 w 28"/>
                  <a:gd name="T17" fmla="*/ 29 h 30"/>
                  <a:gd name="T18" fmla="*/ 14 w 28"/>
                  <a:gd name="T19" fmla="*/ 30 h 30"/>
                  <a:gd name="T20" fmla="*/ 20 w 28"/>
                  <a:gd name="T21" fmla="*/ 29 h 30"/>
                  <a:gd name="T22" fmla="*/ 24 w 28"/>
                  <a:gd name="T23" fmla="*/ 26 h 30"/>
                  <a:gd name="T24" fmla="*/ 27 w 28"/>
                  <a:gd name="T25" fmla="*/ 22 h 30"/>
                  <a:gd name="T26" fmla="*/ 28 w 28"/>
                  <a:gd name="T27" fmla="*/ 16 h 30"/>
                  <a:gd name="T28" fmla="*/ 28 w 28"/>
                  <a:gd name="T29" fmla="*/ 14 h 30"/>
                  <a:gd name="T30" fmla="*/ 27 w 28"/>
                  <a:gd name="T31" fmla="*/ 9 h 30"/>
                  <a:gd name="T32" fmla="*/ 24 w 28"/>
                  <a:gd name="T33" fmla="*/ 5 h 30"/>
                  <a:gd name="T34" fmla="*/ 20 w 28"/>
                  <a:gd name="T35" fmla="*/ 1 h 30"/>
                  <a:gd name="T36" fmla="*/ 14 w 28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0">
                    <a:moveTo>
                      <a:pt x="14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22"/>
                    </a:lnTo>
                    <a:lnTo>
                      <a:pt x="5" y="26"/>
                    </a:lnTo>
                    <a:lnTo>
                      <a:pt x="9" y="29"/>
                    </a:lnTo>
                    <a:lnTo>
                      <a:pt x="14" y="30"/>
                    </a:lnTo>
                    <a:lnTo>
                      <a:pt x="20" y="29"/>
                    </a:lnTo>
                    <a:lnTo>
                      <a:pt x="24" y="26"/>
                    </a:lnTo>
                    <a:lnTo>
                      <a:pt x="27" y="22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" name="Freeform 11">
                <a:extLst>
                  <a:ext uri="{FF2B5EF4-FFF2-40B4-BE49-F238E27FC236}">
                    <a16:creationId xmlns:a16="http://schemas.microsoft.com/office/drawing/2014/main" id="{AC23C198-EBFF-4BF9-B651-8C264CA62C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4163" y="4741863"/>
                <a:ext cx="376238" cy="304800"/>
              </a:xfrm>
              <a:custGeom>
                <a:avLst/>
                <a:gdLst>
                  <a:gd name="T0" fmla="*/ 632 w 711"/>
                  <a:gd name="T1" fmla="*/ 32 h 575"/>
                  <a:gd name="T2" fmla="*/ 604 w 711"/>
                  <a:gd name="T3" fmla="*/ 4 h 575"/>
                  <a:gd name="T4" fmla="*/ 568 w 711"/>
                  <a:gd name="T5" fmla="*/ 3 h 575"/>
                  <a:gd name="T6" fmla="*/ 400 w 711"/>
                  <a:gd name="T7" fmla="*/ 70 h 575"/>
                  <a:gd name="T8" fmla="*/ 398 w 711"/>
                  <a:gd name="T9" fmla="*/ 89 h 575"/>
                  <a:gd name="T10" fmla="*/ 412 w 711"/>
                  <a:gd name="T11" fmla="*/ 93 h 575"/>
                  <a:gd name="T12" fmla="*/ 533 w 711"/>
                  <a:gd name="T13" fmla="*/ 52 h 575"/>
                  <a:gd name="T14" fmla="*/ 542 w 711"/>
                  <a:gd name="T15" fmla="*/ 225 h 575"/>
                  <a:gd name="T16" fmla="*/ 560 w 711"/>
                  <a:gd name="T17" fmla="*/ 218 h 575"/>
                  <a:gd name="T18" fmla="*/ 562 w 711"/>
                  <a:gd name="T19" fmla="*/ 43 h 575"/>
                  <a:gd name="T20" fmla="*/ 575 w 711"/>
                  <a:gd name="T21" fmla="*/ 30 h 575"/>
                  <a:gd name="T22" fmla="*/ 593 w 711"/>
                  <a:gd name="T23" fmla="*/ 30 h 575"/>
                  <a:gd name="T24" fmla="*/ 606 w 711"/>
                  <a:gd name="T25" fmla="*/ 43 h 575"/>
                  <a:gd name="T26" fmla="*/ 607 w 711"/>
                  <a:gd name="T27" fmla="*/ 515 h 575"/>
                  <a:gd name="T28" fmla="*/ 598 w 711"/>
                  <a:gd name="T29" fmla="*/ 530 h 575"/>
                  <a:gd name="T30" fmla="*/ 579 w 711"/>
                  <a:gd name="T31" fmla="*/ 534 h 575"/>
                  <a:gd name="T32" fmla="*/ 565 w 711"/>
                  <a:gd name="T33" fmla="*/ 524 h 575"/>
                  <a:gd name="T34" fmla="*/ 561 w 711"/>
                  <a:gd name="T35" fmla="*/ 342 h 575"/>
                  <a:gd name="T36" fmla="*/ 547 w 711"/>
                  <a:gd name="T37" fmla="*/ 329 h 575"/>
                  <a:gd name="T38" fmla="*/ 533 w 711"/>
                  <a:gd name="T39" fmla="*/ 342 h 575"/>
                  <a:gd name="T40" fmla="*/ 183 w 711"/>
                  <a:gd name="T41" fmla="*/ 382 h 575"/>
                  <a:gd name="T42" fmla="*/ 332 w 711"/>
                  <a:gd name="T43" fmla="*/ 119 h 575"/>
                  <a:gd name="T44" fmla="*/ 325 w 711"/>
                  <a:gd name="T45" fmla="*/ 101 h 575"/>
                  <a:gd name="T46" fmla="*/ 82 w 711"/>
                  <a:gd name="T47" fmla="*/ 156 h 575"/>
                  <a:gd name="T48" fmla="*/ 50 w 711"/>
                  <a:gd name="T49" fmla="*/ 162 h 575"/>
                  <a:gd name="T50" fmla="*/ 24 w 711"/>
                  <a:gd name="T51" fmla="*/ 180 h 575"/>
                  <a:gd name="T52" fmla="*/ 6 w 711"/>
                  <a:gd name="T53" fmla="*/ 206 h 575"/>
                  <a:gd name="T54" fmla="*/ 0 w 711"/>
                  <a:gd name="T55" fmla="*/ 238 h 575"/>
                  <a:gd name="T56" fmla="*/ 3 w 711"/>
                  <a:gd name="T57" fmla="*/ 348 h 575"/>
                  <a:gd name="T58" fmla="*/ 18 w 711"/>
                  <a:gd name="T59" fmla="*/ 376 h 575"/>
                  <a:gd name="T60" fmla="*/ 42 w 711"/>
                  <a:gd name="T61" fmla="*/ 395 h 575"/>
                  <a:gd name="T62" fmla="*/ 71 w 711"/>
                  <a:gd name="T63" fmla="*/ 406 h 575"/>
                  <a:gd name="T64" fmla="*/ 146 w 711"/>
                  <a:gd name="T65" fmla="*/ 573 h 575"/>
                  <a:gd name="T66" fmla="*/ 237 w 711"/>
                  <a:gd name="T67" fmla="*/ 575 h 575"/>
                  <a:gd name="T68" fmla="*/ 247 w 711"/>
                  <a:gd name="T69" fmla="*/ 567 h 575"/>
                  <a:gd name="T70" fmla="*/ 193 w 711"/>
                  <a:gd name="T71" fmla="*/ 415 h 575"/>
                  <a:gd name="T72" fmla="*/ 576 w 711"/>
                  <a:gd name="T73" fmla="*/ 560 h 575"/>
                  <a:gd name="T74" fmla="*/ 614 w 711"/>
                  <a:gd name="T75" fmla="*/ 553 h 575"/>
                  <a:gd name="T76" fmla="*/ 635 w 711"/>
                  <a:gd name="T77" fmla="*/ 521 h 575"/>
                  <a:gd name="T78" fmla="*/ 651 w 711"/>
                  <a:gd name="T79" fmla="*/ 365 h 575"/>
                  <a:gd name="T80" fmla="*/ 678 w 711"/>
                  <a:gd name="T81" fmla="*/ 350 h 575"/>
                  <a:gd name="T82" fmla="*/ 698 w 711"/>
                  <a:gd name="T83" fmla="*/ 326 h 575"/>
                  <a:gd name="T84" fmla="*/ 709 w 711"/>
                  <a:gd name="T85" fmla="*/ 297 h 575"/>
                  <a:gd name="T86" fmla="*/ 709 w 711"/>
                  <a:gd name="T87" fmla="*/ 265 h 575"/>
                  <a:gd name="T88" fmla="*/ 698 w 711"/>
                  <a:gd name="T89" fmla="*/ 235 h 575"/>
                  <a:gd name="T90" fmla="*/ 678 w 711"/>
                  <a:gd name="T91" fmla="*/ 213 h 575"/>
                  <a:gd name="T92" fmla="*/ 651 w 711"/>
                  <a:gd name="T93" fmla="*/ 198 h 575"/>
                  <a:gd name="T94" fmla="*/ 76 w 711"/>
                  <a:gd name="T95" fmla="*/ 378 h 575"/>
                  <a:gd name="T96" fmla="*/ 51 w 711"/>
                  <a:gd name="T97" fmla="*/ 369 h 575"/>
                  <a:gd name="T98" fmla="*/ 30 w 711"/>
                  <a:gd name="T99" fmla="*/ 340 h 575"/>
                  <a:gd name="T100" fmla="*/ 28 w 711"/>
                  <a:gd name="T101" fmla="*/ 238 h 575"/>
                  <a:gd name="T102" fmla="*/ 32 w 711"/>
                  <a:gd name="T103" fmla="*/ 217 h 575"/>
                  <a:gd name="T104" fmla="*/ 61 w 711"/>
                  <a:gd name="T105" fmla="*/ 188 h 575"/>
                  <a:gd name="T106" fmla="*/ 82 w 711"/>
                  <a:gd name="T107" fmla="*/ 184 h 575"/>
                  <a:gd name="T108" fmla="*/ 214 w 711"/>
                  <a:gd name="T109" fmla="*/ 548 h 575"/>
                  <a:gd name="T110" fmla="*/ 214 w 711"/>
                  <a:gd name="T111" fmla="*/ 548 h 575"/>
                  <a:gd name="T112" fmla="*/ 654 w 711"/>
                  <a:gd name="T113" fmla="*/ 230 h 575"/>
                  <a:gd name="T114" fmla="*/ 679 w 711"/>
                  <a:gd name="T115" fmla="*/ 261 h 575"/>
                  <a:gd name="T116" fmla="*/ 679 w 711"/>
                  <a:gd name="T117" fmla="*/ 302 h 575"/>
                  <a:gd name="T118" fmla="*/ 654 w 711"/>
                  <a:gd name="T119" fmla="*/ 333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1" h="575">
                    <a:moveTo>
                      <a:pt x="636" y="193"/>
                    </a:moveTo>
                    <a:lnTo>
                      <a:pt x="636" y="52"/>
                    </a:lnTo>
                    <a:lnTo>
                      <a:pt x="635" y="42"/>
                    </a:lnTo>
                    <a:lnTo>
                      <a:pt x="632" y="32"/>
                    </a:lnTo>
                    <a:lnTo>
                      <a:pt x="627" y="24"/>
                    </a:lnTo>
                    <a:lnTo>
                      <a:pt x="621" y="15"/>
                    </a:lnTo>
                    <a:lnTo>
                      <a:pt x="614" y="10"/>
                    </a:lnTo>
                    <a:lnTo>
                      <a:pt x="604" y="4"/>
                    </a:lnTo>
                    <a:lnTo>
                      <a:pt x="594" y="1"/>
                    </a:lnTo>
                    <a:lnTo>
                      <a:pt x="585" y="0"/>
                    </a:lnTo>
                    <a:lnTo>
                      <a:pt x="576" y="1"/>
                    </a:lnTo>
                    <a:lnTo>
                      <a:pt x="568" y="3"/>
                    </a:lnTo>
                    <a:lnTo>
                      <a:pt x="560" y="6"/>
                    </a:lnTo>
                    <a:lnTo>
                      <a:pt x="553" y="12"/>
                    </a:lnTo>
                    <a:lnTo>
                      <a:pt x="404" y="67"/>
                    </a:lnTo>
                    <a:lnTo>
                      <a:pt x="400" y="70"/>
                    </a:lnTo>
                    <a:lnTo>
                      <a:pt x="397" y="74"/>
                    </a:lnTo>
                    <a:lnTo>
                      <a:pt x="395" y="79"/>
                    </a:lnTo>
                    <a:lnTo>
                      <a:pt x="396" y="85"/>
                    </a:lnTo>
                    <a:lnTo>
                      <a:pt x="398" y="89"/>
                    </a:lnTo>
                    <a:lnTo>
                      <a:pt x="401" y="91"/>
                    </a:lnTo>
                    <a:lnTo>
                      <a:pt x="406" y="93"/>
                    </a:lnTo>
                    <a:lnTo>
                      <a:pt x="409" y="93"/>
                    </a:lnTo>
                    <a:lnTo>
                      <a:pt x="412" y="93"/>
                    </a:lnTo>
                    <a:lnTo>
                      <a:pt x="414" y="93"/>
                    </a:lnTo>
                    <a:lnTo>
                      <a:pt x="533" y="48"/>
                    </a:lnTo>
                    <a:lnTo>
                      <a:pt x="533" y="50"/>
                    </a:lnTo>
                    <a:lnTo>
                      <a:pt x="533" y="52"/>
                    </a:lnTo>
                    <a:lnTo>
                      <a:pt x="533" y="213"/>
                    </a:lnTo>
                    <a:lnTo>
                      <a:pt x="534" y="218"/>
                    </a:lnTo>
                    <a:lnTo>
                      <a:pt x="538" y="223"/>
                    </a:lnTo>
                    <a:lnTo>
                      <a:pt x="542" y="225"/>
                    </a:lnTo>
                    <a:lnTo>
                      <a:pt x="547" y="227"/>
                    </a:lnTo>
                    <a:lnTo>
                      <a:pt x="553" y="225"/>
                    </a:lnTo>
                    <a:lnTo>
                      <a:pt x="557" y="223"/>
                    </a:lnTo>
                    <a:lnTo>
                      <a:pt x="560" y="218"/>
                    </a:lnTo>
                    <a:lnTo>
                      <a:pt x="561" y="213"/>
                    </a:lnTo>
                    <a:lnTo>
                      <a:pt x="561" y="52"/>
                    </a:lnTo>
                    <a:lnTo>
                      <a:pt x="561" y="47"/>
                    </a:lnTo>
                    <a:lnTo>
                      <a:pt x="562" y="43"/>
                    </a:lnTo>
                    <a:lnTo>
                      <a:pt x="565" y="39"/>
                    </a:lnTo>
                    <a:lnTo>
                      <a:pt x="568" y="35"/>
                    </a:lnTo>
                    <a:lnTo>
                      <a:pt x="571" y="32"/>
                    </a:lnTo>
                    <a:lnTo>
                      <a:pt x="575" y="30"/>
                    </a:lnTo>
                    <a:lnTo>
                      <a:pt x="579" y="29"/>
                    </a:lnTo>
                    <a:lnTo>
                      <a:pt x="585" y="28"/>
                    </a:lnTo>
                    <a:lnTo>
                      <a:pt x="589" y="29"/>
                    </a:lnTo>
                    <a:lnTo>
                      <a:pt x="593" y="30"/>
                    </a:lnTo>
                    <a:lnTo>
                      <a:pt x="598" y="32"/>
                    </a:lnTo>
                    <a:lnTo>
                      <a:pt x="601" y="35"/>
                    </a:lnTo>
                    <a:lnTo>
                      <a:pt x="604" y="39"/>
                    </a:lnTo>
                    <a:lnTo>
                      <a:pt x="606" y="43"/>
                    </a:lnTo>
                    <a:lnTo>
                      <a:pt x="607" y="47"/>
                    </a:lnTo>
                    <a:lnTo>
                      <a:pt x="608" y="52"/>
                    </a:lnTo>
                    <a:lnTo>
                      <a:pt x="608" y="510"/>
                    </a:lnTo>
                    <a:lnTo>
                      <a:pt x="607" y="515"/>
                    </a:lnTo>
                    <a:lnTo>
                      <a:pt x="606" y="520"/>
                    </a:lnTo>
                    <a:lnTo>
                      <a:pt x="604" y="524"/>
                    </a:lnTo>
                    <a:lnTo>
                      <a:pt x="601" y="527"/>
                    </a:lnTo>
                    <a:lnTo>
                      <a:pt x="598" y="530"/>
                    </a:lnTo>
                    <a:lnTo>
                      <a:pt x="593" y="533"/>
                    </a:lnTo>
                    <a:lnTo>
                      <a:pt x="589" y="534"/>
                    </a:lnTo>
                    <a:lnTo>
                      <a:pt x="585" y="534"/>
                    </a:lnTo>
                    <a:lnTo>
                      <a:pt x="579" y="534"/>
                    </a:lnTo>
                    <a:lnTo>
                      <a:pt x="575" y="533"/>
                    </a:lnTo>
                    <a:lnTo>
                      <a:pt x="571" y="530"/>
                    </a:lnTo>
                    <a:lnTo>
                      <a:pt x="568" y="527"/>
                    </a:lnTo>
                    <a:lnTo>
                      <a:pt x="565" y="524"/>
                    </a:lnTo>
                    <a:lnTo>
                      <a:pt x="562" y="520"/>
                    </a:lnTo>
                    <a:lnTo>
                      <a:pt x="561" y="515"/>
                    </a:lnTo>
                    <a:lnTo>
                      <a:pt x="561" y="510"/>
                    </a:lnTo>
                    <a:lnTo>
                      <a:pt x="561" y="342"/>
                    </a:lnTo>
                    <a:lnTo>
                      <a:pt x="560" y="337"/>
                    </a:lnTo>
                    <a:lnTo>
                      <a:pt x="557" y="333"/>
                    </a:lnTo>
                    <a:lnTo>
                      <a:pt x="553" y="330"/>
                    </a:lnTo>
                    <a:lnTo>
                      <a:pt x="547" y="329"/>
                    </a:lnTo>
                    <a:lnTo>
                      <a:pt x="542" y="330"/>
                    </a:lnTo>
                    <a:lnTo>
                      <a:pt x="538" y="333"/>
                    </a:lnTo>
                    <a:lnTo>
                      <a:pt x="534" y="337"/>
                    </a:lnTo>
                    <a:lnTo>
                      <a:pt x="533" y="342"/>
                    </a:lnTo>
                    <a:lnTo>
                      <a:pt x="533" y="510"/>
                    </a:lnTo>
                    <a:lnTo>
                      <a:pt x="533" y="512"/>
                    </a:lnTo>
                    <a:lnTo>
                      <a:pt x="533" y="514"/>
                    </a:lnTo>
                    <a:lnTo>
                      <a:pt x="183" y="382"/>
                    </a:lnTo>
                    <a:lnTo>
                      <a:pt x="183" y="179"/>
                    </a:lnTo>
                    <a:lnTo>
                      <a:pt x="324" y="127"/>
                    </a:lnTo>
                    <a:lnTo>
                      <a:pt x="329" y="123"/>
                    </a:lnTo>
                    <a:lnTo>
                      <a:pt x="332" y="119"/>
                    </a:lnTo>
                    <a:lnTo>
                      <a:pt x="334" y="114"/>
                    </a:lnTo>
                    <a:lnTo>
                      <a:pt x="333" y="108"/>
                    </a:lnTo>
                    <a:lnTo>
                      <a:pt x="329" y="104"/>
                    </a:lnTo>
                    <a:lnTo>
                      <a:pt x="325" y="101"/>
                    </a:lnTo>
                    <a:lnTo>
                      <a:pt x="320" y="100"/>
                    </a:lnTo>
                    <a:lnTo>
                      <a:pt x="314" y="101"/>
                    </a:lnTo>
                    <a:lnTo>
                      <a:pt x="167" y="156"/>
                    </a:lnTo>
                    <a:lnTo>
                      <a:pt x="82" y="156"/>
                    </a:lnTo>
                    <a:lnTo>
                      <a:pt x="74" y="157"/>
                    </a:lnTo>
                    <a:lnTo>
                      <a:pt x="65" y="158"/>
                    </a:lnTo>
                    <a:lnTo>
                      <a:pt x="58" y="160"/>
                    </a:lnTo>
                    <a:lnTo>
                      <a:pt x="50" y="162"/>
                    </a:lnTo>
                    <a:lnTo>
                      <a:pt x="43" y="166"/>
                    </a:lnTo>
                    <a:lnTo>
                      <a:pt x="36" y="170"/>
                    </a:lnTo>
                    <a:lnTo>
                      <a:pt x="30" y="175"/>
                    </a:lnTo>
                    <a:lnTo>
                      <a:pt x="24" y="180"/>
                    </a:lnTo>
                    <a:lnTo>
                      <a:pt x="18" y="186"/>
                    </a:lnTo>
                    <a:lnTo>
                      <a:pt x="14" y="192"/>
                    </a:lnTo>
                    <a:lnTo>
                      <a:pt x="10" y="199"/>
                    </a:lnTo>
                    <a:lnTo>
                      <a:pt x="6" y="206"/>
                    </a:lnTo>
                    <a:lnTo>
                      <a:pt x="3" y="214"/>
                    </a:lnTo>
                    <a:lnTo>
                      <a:pt x="2" y="221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324"/>
                    </a:lnTo>
                    <a:lnTo>
                      <a:pt x="0" y="333"/>
                    </a:lnTo>
                    <a:lnTo>
                      <a:pt x="1" y="340"/>
                    </a:lnTo>
                    <a:lnTo>
                      <a:pt x="3" y="348"/>
                    </a:lnTo>
                    <a:lnTo>
                      <a:pt x="6" y="355"/>
                    </a:lnTo>
                    <a:lnTo>
                      <a:pt x="10" y="363"/>
                    </a:lnTo>
                    <a:lnTo>
                      <a:pt x="14" y="369"/>
                    </a:lnTo>
                    <a:lnTo>
                      <a:pt x="18" y="376"/>
                    </a:lnTo>
                    <a:lnTo>
                      <a:pt x="24" y="381"/>
                    </a:lnTo>
                    <a:lnTo>
                      <a:pt x="29" y="387"/>
                    </a:lnTo>
                    <a:lnTo>
                      <a:pt x="35" y="391"/>
                    </a:lnTo>
                    <a:lnTo>
                      <a:pt x="42" y="395"/>
                    </a:lnTo>
                    <a:lnTo>
                      <a:pt x="48" y="399"/>
                    </a:lnTo>
                    <a:lnTo>
                      <a:pt x="56" y="402"/>
                    </a:lnTo>
                    <a:lnTo>
                      <a:pt x="63" y="404"/>
                    </a:lnTo>
                    <a:lnTo>
                      <a:pt x="71" y="406"/>
                    </a:lnTo>
                    <a:lnTo>
                      <a:pt x="79" y="406"/>
                    </a:lnTo>
                    <a:lnTo>
                      <a:pt x="141" y="567"/>
                    </a:lnTo>
                    <a:lnTo>
                      <a:pt x="143" y="570"/>
                    </a:lnTo>
                    <a:lnTo>
                      <a:pt x="146" y="573"/>
                    </a:lnTo>
                    <a:lnTo>
                      <a:pt x="149" y="574"/>
                    </a:lnTo>
                    <a:lnTo>
                      <a:pt x="153" y="575"/>
                    </a:lnTo>
                    <a:lnTo>
                      <a:pt x="234" y="575"/>
                    </a:lnTo>
                    <a:lnTo>
                      <a:pt x="237" y="575"/>
                    </a:lnTo>
                    <a:lnTo>
                      <a:pt x="240" y="573"/>
                    </a:lnTo>
                    <a:lnTo>
                      <a:pt x="244" y="572"/>
                    </a:lnTo>
                    <a:lnTo>
                      <a:pt x="246" y="569"/>
                    </a:lnTo>
                    <a:lnTo>
                      <a:pt x="247" y="567"/>
                    </a:lnTo>
                    <a:lnTo>
                      <a:pt x="248" y="564"/>
                    </a:lnTo>
                    <a:lnTo>
                      <a:pt x="248" y="559"/>
                    </a:lnTo>
                    <a:lnTo>
                      <a:pt x="247" y="556"/>
                    </a:lnTo>
                    <a:lnTo>
                      <a:pt x="193" y="415"/>
                    </a:lnTo>
                    <a:lnTo>
                      <a:pt x="553" y="551"/>
                    </a:lnTo>
                    <a:lnTo>
                      <a:pt x="560" y="555"/>
                    </a:lnTo>
                    <a:lnTo>
                      <a:pt x="568" y="558"/>
                    </a:lnTo>
                    <a:lnTo>
                      <a:pt x="576" y="560"/>
                    </a:lnTo>
                    <a:lnTo>
                      <a:pt x="585" y="562"/>
                    </a:lnTo>
                    <a:lnTo>
                      <a:pt x="594" y="560"/>
                    </a:lnTo>
                    <a:lnTo>
                      <a:pt x="604" y="557"/>
                    </a:lnTo>
                    <a:lnTo>
                      <a:pt x="614" y="553"/>
                    </a:lnTo>
                    <a:lnTo>
                      <a:pt x="621" y="546"/>
                    </a:lnTo>
                    <a:lnTo>
                      <a:pt x="627" y="539"/>
                    </a:lnTo>
                    <a:lnTo>
                      <a:pt x="632" y="530"/>
                    </a:lnTo>
                    <a:lnTo>
                      <a:pt x="635" y="521"/>
                    </a:lnTo>
                    <a:lnTo>
                      <a:pt x="636" y="510"/>
                    </a:lnTo>
                    <a:lnTo>
                      <a:pt x="636" y="369"/>
                    </a:lnTo>
                    <a:lnTo>
                      <a:pt x="644" y="367"/>
                    </a:lnTo>
                    <a:lnTo>
                      <a:pt x="651" y="365"/>
                    </a:lnTo>
                    <a:lnTo>
                      <a:pt x="659" y="362"/>
                    </a:lnTo>
                    <a:lnTo>
                      <a:pt x="665" y="359"/>
                    </a:lnTo>
                    <a:lnTo>
                      <a:pt x="672" y="354"/>
                    </a:lnTo>
                    <a:lnTo>
                      <a:pt x="678" y="350"/>
                    </a:lnTo>
                    <a:lnTo>
                      <a:pt x="683" y="345"/>
                    </a:lnTo>
                    <a:lnTo>
                      <a:pt x="689" y="339"/>
                    </a:lnTo>
                    <a:lnTo>
                      <a:pt x="694" y="333"/>
                    </a:lnTo>
                    <a:lnTo>
                      <a:pt x="698" y="326"/>
                    </a:lnTo>
                    <a:lnTo>
                      <a:pt x="702" y="320"/>
                    </a:lnTo>
                    <a:lnTo>
                      <a:pt x="705" y="312"/>
                    </a:lnTo>
                    <a:lnTo>
                      <a:pt x="707" y="305"/>
                    </a:lnTo>
                    <a:lnTo>
                      <a:pt x="709" y="297"/>
                    </a:lnTo>
                    <a:lnTo>
                      <a:pt x="710" y="289"/>
                    </a:lnTo>
                    <a:lnTo>
                      <a:pt x="711" y="281"/>
                    </a:lnTo>
                    <a:lnTo>
                      <a:pt x="710" y="273"/>
                    </a:lnTo>
                    <a:lnTo>
                      <a:pt x="709" y="265"/>
                    </a:lnTo>
                    <a:lnTo>
                      <a:pt x="707" y="257"/>
                    </a:lnTo>
                    <a:lnTo>
                      <a:pt x="705" y="249"/>
                    </a:lnTo>
                    <a:lnTo>
                      <a:pt x="702" y="243"/>
                    </a:lnTo>
                    <a:lnTo>
                      <a:pt x="698" y="235"/>
                    </a:lnTo>
                    <a:lnTo>
                      <a:pt x="694" y="229"/>
                    </a:lnTo>
                    <a:lnTo>
                      <a:pt x="689" y="223"/>
                    </a:lnTo>
                    <a:lnTo>
                      <a:pt x="683" y="218"/>
                    </a:lnTo>
                    <a:lnTo>
                      <a:pt x="678" y="213"/>
                    </a:lnTo>
                    <a:lnTo>
                      <a:pt x="672" y="207"/>
                    </a:lnTo>
                    <a:lnTo>
                      <a:pt x="665" y="204"/>
                    </a:lnTo>
                    <a:lnTo>
                      <a:pt x="659" y="200"/>
                    </a:lnTo>
                    <a:lnTo>
                      <a:pt x="651" y="198"/>
                    </a:lnTo>
                    <a:lnTo>
                      <a:pt x="644" y="194"/>
                    </a:lnTo>
                    <a:lnTo>
                      <a:pt x="636" y="193"/>
                    </a:lnTo>
                    <a:close/>
                    <a:moveTo>
                      <a:pt x="82" y="378"/>
                    </a:moveTo>
                    <a:lnTo>
                      <a:pt x="76" y="378"/>
                    </a:lnTo>
                    <a:lnTo>
                      <a:pt x="71" y="377"/>
                    </a:lnTo>
                    <a:lnTo>
                      <a:pt x="65" y="376"/>
                    </a:lnTo>
                    <a:lnTo>
                      <a:pt x="61" y="374"/>
                    </a:lnTo>
                    <a:lnTo>
                      <a:pt x="51" y="369"/>
                    </a:lnTo>
                    <a:lnTo>
                      <a:pt x="44" y="363"/>
                    </a:lnTo>
                    <a:lnTo>
                      <a:pt x="38" y="354"/>
                    </a:lnTo>
                    <a:lnTo>
                      <a:pt x="32" y="346"/>
                    </a:lnTo>
                    <a:lnTo>
                      <a:pt x="30" y="340"/>
                    </a:lnTo>
                    <a:lnTo>
                      <a:pt x="29" y="335"/>
                    </a:lnTo>
                    <a:lnTo>
                      <a:pt x="28" y="330"/>
                    </a:lnTo>
                    <a:lnTo>
                      <a:pt x="28" y="324"/>
                    </a:lnTo>
                    <a:lnTo>
                      <a:pt x="28" y="238"/>
                    </a:lnTo>
                    <a:lnTo>
                      <a:pt x="28" y="233"/>
                    </a:lnTo>
                    <a:lnTo>
                      <a:pt x="29" y="228"/>
                    </a:lnTo>
                    <a:lnTo>
                      <a:pt x="30" y="222"/>
                    </a:lnTo>
                    <a:lnTo>
                      <a:pt x="32" y="217"/>
                    </a:lnTo>
                    <a:lnTo>
                      <a:pt x="38" y="207"/>
                    </a:lnTo>
                    <a:lnTo>
                      <a:pt x="44" y="200"/>
                    </a:lnTo>
                    <a:lnTo>
                      <a:pt x="51" y="193"/>
                    </a:lnTo>
                    <a:lnTo>
                      <a:pt x="61" y="188"/>
                    </a:lnTo>
                    <a:lnTo>
                      <a:pt x="65" y="186"/>
                    </a:lnTo>
                    <a:lnTo>
                      <a:pt x="71" y="185"/>
                    </a:lnTo>
                    <a:lnTo>
                      <a:pt x="76" y="184"/>
                    </a:lnTo>
                    <a:lnTo>
                      <a:pt x="82" y="184"/>
                    </a:lnTo>
                    <a:lnTo>
                      <a:pt x="156" y="184"/>
                    </a:lnTo>
                    <a:lnTo>
                      <a:pt x="156" y="378"/>
                    </a:lnTo>
                    <a:lnTo>
                      <a:pt x="82" y="378"/>
                    </a:lnTo>
                    <a:close/>
                    <a:moveTo>
                      <a:pt x="214" y="548"/>
                    </a:moveTo>
                    <a:lnTo>
                      <a:pt x="163" y="548"/>
                    </a:lnTo>
                    <a:lnTo>
                      <a:pt x="109" y="406"/>
                    </a:lnTo>
                    <a:lnTo>
                      <a:pt x="160" y="406"/>
                    </a:lnTo>
                    <a:lnTo>
                      <a:pt x="214" y="548"/>
                    </a:lnTo>
                    <a:close/>
                    <a:moveTo>
                      <a:pt x="636" y="340"/>
                    </a:moveTo>
                    <a:lnTo>
                      <a:pt x="636" y="221"/>
                    </a:lnTo>
                    <a:lnTo>
                      <a:pt x="646" y="224"/>
                    </a:lnTo>
                    <a:lnTo>
                      <a:pt x="654" y="230"/>
                    </a:lnTo>
                    <a:lnTo>
                      <a:pt x="663" y="235"/>
                    </a:lnTo>
                    <a:lnTo>
                      <a:pt x="669" y="243"/>
                    </a:lnTo>
                    <a:lnTo>
                      <a:pt x="675" y="251"/>
                    </a:lnTo>
                    <a:lnTo>
                      <a:pt x="679" y="261"/>
                    </a:lnTo>
                    <a:lnTo>
                      <a:pt x="682" y="271"/>
                    </a:lnTo>
                    <a:lnTo>
                      <a:pt x="683" y="281"/>
                    </a:lnTo>
                    <a:lnTo>
                      <a:pt x="682" y="292"/>
                    </a:lnTo>
                    <a:lnTo>
                      <a:pt x="679" y="302"/>
                    </a:lnTo>
                    <a:lnTo>
                      <a:pt x="675" y="311"/>
                    </a:lnTo>
                    <a:lnTo>
                      <a:pt x="669" y="319"/>
                    </a:lnTo>
                    <a:lnTo>
                      <a:pt x="663" y="326"/>
                    </a:lnTo>
                    <a:lnTo>
                      <a:pt x="654" y="333"/>
                    </a:lnTo>
                    <a:lnTo>
                      <a:pt x="646" y="337"/>
                    </a:lnTo>
                    <a:lnTo>
                      <a:pt x="636" y="34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12">
                <a:extLst>
                  <a:ext uri="{FF2B5EF4-FFF2-40B4-BE49-F238E27FC236}">
                    <a16:creationId xmlns:a16="http://schemas.microsoft.com/office/drawing/2014/main" id="{F627CA6A-2FFE-4766-B1E4-80C45E98A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901" y="4786313"/>
                <a:ext cx="14288" cy="14288"/>
              </a:xfrm>
              <a:custGeom>
                <a:avLst/>
                <a:gdLst>
                  <a:gd name="T0" fmla="*/ 23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8 w 28"/>
                  <a:gd name="T7" fmla="*/ 1 h 28"/>
                  <a:gd name="T8" fmla="*/ 4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3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3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3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3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3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" name="Freeform 13">
                <a:extLst>
                  <a:ext uri="{FF2B5EF4-FFF2-40B4-BE49-F238E27FC236}">
                    <a16:creationId xmlns:a16="http://schemas.microsoft.com/office/drawing/2014/main" id="{D5567ADB-7554-4780-90AF-202D0F4B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438" y="4865688"/>
                <a:ext cx="14288" cy="14288"/>
              </a:xfrm>
              <a:custGeom>
                <a:avLst/>
                <a:gdLst>
                  <a:gd name="T0" fmla="*/ 25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5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5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5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" name="Freeform 14">
                <a:extLst>
                  <a:ext uri="{FF2B5EF4-FFF2-40B4-BE49-F238E27FC236}">
                    <a16:creationId xmlns:a16="http://schemas.microsoft.com/office/drawing/2014/main" id="{15462991-902E-48CA-9CCB-F54A71A40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326" y="4908551"/>
                <a:ext cx="39688" cy="12700"/>
              </a:xfrm>
              <a:custGeom>
                <a:avLst/>
                <a:gdLst>
                  <a:gd name="T0" fmla="*/ 59 w 73"/>
                  <a:gd name="T1" fmla="*/ 0 h 26"/>
                  <a:gd name="T2" fmla="*/ 14 w 73"/>
                  <a:gd name="T3" fmla="*/ 0 h 26"/>
                  <a:gd name="T4" fmla="*/ 9 w 73"/>
                  <a:gd name="T5" fmla="*/ 1 h 26"/>
                  <a:gd name="T6" fmla="*/ 4 w 73"/>
                  <a:gd name="T7" fmla="*/ 3 h 26"/>
                  <a:gd name="T8" fmla="*/ 1 w 73"/>
                  <a:gd name="T9" fmla="*/ 7 h 26"/>
                  <a:gd name="T10" fmla="*/ 0 w 73"/>
                  <a:gd name="T11" fmla="*/ 12 h 26"/>
                  <a:gd name="T12" fmla="*/ 1 w 73"/>
                  <a:gd name="T13" fmla="*/ 19 h 26"/>
                  <a:gd name="T14" fmla="*/ 4 w 73"/>
                  <a:gd name="T15" fmla="*/ 23 h 26"/>
                  <a:gd name="T16" fmla="*/ 9 w 73"/>
                  <a:gd name="T17" fmla="*/ 25 h 26"/>
                  <a:gd name="T18" fmla="*/ 14 w 73"/>
                  <a:gd name="T19" fmla="*/ 26 h 26"/>
                  <a:gd name="T20" fmla="*/ 59 w 73"/>
                  <a:gd name="T21" fmla="*/ 26 h 26"/>
                  <a:gd name="T22" fmla="*/ 64 w 73"/>
                  <a:gd name="T23" fmla="*/ 25 h 26"/>
                  <a:gd name="T24" fmla="*/ 69 w 73"/>
                  <a:gd name="T25" fmla="*/ 23 h 26"/>
                  <a:gd name="T26" fmla="*/ 72 w 73"/>
                  <a:gd name="T27" fmla="*/ 19 h 26"/>
                  <a:gd name="T28" fmla="*/ 73 w 73"/>
                  <a:gd name="T29" fmla="*/ 12 h 26"/>
                  <a:gd name="T30" fmla="*/ 72 w 73"/>
                  <a:gd name="T31" fmla="*/ 7 h 26"/>
                  <a:gd name="T32" fmla="*/ 69 w 73"/>
                  <a:gd name="T33" fmla="*/ 3 h 26"/>
                  <a:gd name="T34" fmla="*/ 64 w 73"/>
                  <a:gd name="T35" fmla="*/ 1 h 26"/>
                  <a:gd name="T36" fmla="*/ 59 w 73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26">
                    <a:moveTo>
                      <a:pt x="59" y="0"/>
                    </a:moveTo>
                    <a:lnTo>
                      <a:pt x="14" y="0"/>
                    </a:lnTo>
                    <a:lnTo>
                      <a:pt x="9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9" y="25"/>
                    </a:lnTo>
                    <a:lnTo>
                      <a:pt x="14" y="26"/>
                    </a:lnTo>
                    <a:lnTo>
                      <a:pt x="59" y="26"/>
                    </a:lnTo>
                    <a:lnTo>
                      <a:pt x="64" y="25"/>
                    </a:lnTo>
                    <a:lnTo>
                      <a:pt x="69" y="23"/>
                    </a:lnTo>
                    <a:lnTo>
                      <a:pt x="72" y="19"/>
                    </a:lnTo>
                    <a:lnTo>
                      <a:pt x="73" y="12"/>
                    </a:lnTo>
                    <a:lnTo>
                      <a:pt x="72" y="7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067AF9A-A9FA-4EFD-A671-B3DD48E3717F}"/>
              </a:ext>
            </a:extLst>
          </p:cNvPr>
          <p:cNvGrpSpPr/>
          <p:nvPr/>
        </p:nvGrpSpPr>
        <p:grpSpPr>
          <a:xfrm>
            <a:off x="8965789" y="3164240"/>
            <a:ext cx="838200" cy="838196"/>
            <a:chOff x="8965789" y="3164240"/>
            <a:chExt cx="838200" cy="838196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F52AC550-5524-4A46-A479-DA89392B9377}"/>
                </a:ext>
              </a:extLst>
            </p:cNvPr>
            <p:cNvSpPr/>
            <p:nvPr/>
          </p:nvSpPr>
          <p:spPr>
            <a:xfrm>
              <a:off x="8965789" y="3164240"/>
              <a:ext cx="838200" cy="838196"/>
            </a:xfrm>
            <a:prstGeom prst="ellipse">
              <a:avLst/>
            </a:prstGeom>
            <a:gradFill flip="none" rotWithShape="1">
              <a:gsLst>
                <a:gs pos="99000">
                  <a:schemeClr val="accent5"/>
                </a:gs>
                <a:gs pos="0">
                  <a:schemeClr val="accent6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38C88F8A-8F58-42EE-8084-F3691176BB8D}"/>
                </a:ext>
              </a:extLst>
            </p:cNvPr>
            <p:cNvGrpSpPr/>
            <p:nvPr/>
          </p:nvGrpSpPr>
          <p:grpSpPr>
            <a:xfrm>
              <a:off x="9250745" y="3396013"/>
              <a:ext cx="268288" cy="374650"/>
              <a:chOff x="10315576" y="3241676"/>
              <a:chExt cx="268288" cy="374650"/>
            </a:xfrm>
            <a:solidFill>
              <a:schemeClr val="bg1"/>
            </a:solidFill>
          </p:grpSpPr>
          <p:sp>
            <p:nvSpPr>
              <p:cNvPr id="35" name="Freeform 242">
                <a:extLst>
                  <a:ext uri="{FF2B5EF4-FFF2-40B4-BE49-F238E27FC236}">
                    <a16:creationId xmlns:a16="http://schemas.microsoft.com/office/drawing/2014/main" id="{4CCF2699-69BD-43CF-ACD5-BA5EF73DAC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12414" y="3425826"/>
                <a:ext cx="74613" cy="114300"/>
              </a:xfrm>
              <a:custGeom>
                <a:avLst/>
                <a:gdLst>
                  <a:gd name="T0" fmla="*/ 113 w 140"/>
                  <a:gd name="T1" fmla="*/ 15 h 215"/>
                  <a:gd name="T2" fmla="*/ 101 w 140"/>
                  <a:gd name="T3" fmla="*/ 7 h 215"/>
                  <a:gd name="T4" fmla="*/ 88 w 140"/>
                  <a:gd name="T5" fmla="*/ 2 h 215"/>
                  <a:gd name="T6" fmla="*/ 75 w 140"/>
                  <a:gd name="T7" fmla="*/ 0 h 215"/>
                  <a:gd name="T8" fmla="*/ 61 w 140"/>
                  <a:gd name="T9" fmla="*/ 1 h 215"/>
                  <a:gd name="T10" fmla="*/ 48 w 140"/>
                  <a:gd name="T11" fmla="*/ 3 h 215"/>
                  <a:gd name="T12" fmla="*/ 37 w 140"/>
                  <a:gd name="T13" fmla="*/ 8 h 215"/>
                  <a:gd name="T14" fmla="*/ 26 w 140"/>
                  <a:gd name="T15" fmla="*/ 16 h 215"/>
                  <a:gd name="T16" fmla="*/ 17 w 140"/>
                  <a:gd name="T17" fmla="*/ 24 h 215"/>
                  <a:gd name="T18" fmla="*/ 10 w 140"/>
                  <a:gd name="T19" fmla="*/ 35 h 215"/>
                  <a:gd name="T20" fmla="*/ 4 w 140"/>
                  <a:gd name="T21" fmla="*/ 47 h 215"/>
                  <a:gd name="T22" fmla="*/ 1 w 140"/>
                  <a:gd name="T23" fmla="*/ 59 h 215"/>
                  <a:gd name="T24" fmla="*/ 0 w 140"/>
                  <a:gd name="T25" fmla="*/ 74 h 215"/>
                  <a:gd name="T26" fmla="*/ 3 w 140"/>
                  <a:gd name="T27" fmla="*/ 90 h 215"/>
                  <a:gd name="T28" fmla="*/ 10 w 140"/>
                  <a:gd name="T29" fmla="*/ 104 h 215"/>
                  <a:gd name="T30" fmla="*/ 19 w 140"/>
                  <a:gd name="T31" fmla="*/ 117 h 215"/>
                  <a:gd name="T32" fmla="*/ 25 w 140"/>
                  <a:gd name="T33" fmla="*/ 171 h 215"/>
                  <a:gd name="T34" fmla="*/ 28 w 140"/>
                  <a:gd name="T35" fmla="*/ 189 h 215"/>
                  <a:gd name="T36" fmla="*/ 38 w 140"/>
                  <a:gd name="T37" fmla="*/ 203 h 215"/>
                  <a:gd name="T38" fmla="*/ 53 w 140"/>
                  <a:gd name="T39" fmla="*/ 212 h 215"/>
                  <a:gd name="T40" fmla="*/ 70 w 140"/>
                  <a:gd name="T41" fmla="*/ 215 h 215"/>
                  <a:gd name="T42" fmla="*/ 87 w 140"/>
                  <a:gd name="T43" fmla="*/ 212 h 215"/>
                  <a:gd name="T44" fmla="*/ 101 w 140"/>
                  <a:gd name="T45" fmla="*/ 203 h 215"/>
                  <a:gd name="T46" fmla="*/ 111 w 140"/>
                  <a:gd name="T47" fmla="*/ 189 h 215"/>
                  <a:gd name="T48" fmla="*/ 115 w 140"/>
                  <a:gd name="T49" fmla="*/ 171 h 215"/>
                  <a:gd name="T50" fmla="*/ 120 w 140"/>
                  <a:gd name="T51" fmla="*/ 117 h 215"/>
                  <a:gd name="T52" fmla="*/ 129 w 140"/>
                  <a:gd name="T53" fmla="*/ 105 h 215"/>
                  <a:gd name="T54" fmla="*/ 135 w 140"/>
                  <a:gd name="T55" fmla="*/ 92 h 215"/>
                  <a:gd name="T56" fmla="*/ 139 w 140"/>
                  <a:gd name="T57" fmla="*/ 77 h 215"/>
                  <a:gd name="T58" fmla="*/ 139 w 140"/>
                  <a:gd name="T59" fmla="*/ 62 h 215"/>
                  <a:gd name="T60" fmla="*/ 136 w 140"/>
                  <a:gd name="T61" fmla="*/ 49 h 215"/>
                  <a:gd name="T62" fmla="*/ 131 w 140"/>
                  <a:gd name="T63" fmla="*/ 36 h 215"/>
                  <a:gd name="T64" fmla="*/ 122 w 140"/>
                  <a:gd name="T65" fmla="*/ 24 h 215"/>
                  <a:gd name="T66" fmla="*/ 96 w 140"/>
                  <a:gd name="T67" fmla="*/ 102 h 215"/>
                  <a:gd name="T68" fmla="*/ 89 w 140"/>
                  <a:gd name="T69" fmla="*/ 110 h 215"/>
                  <a:gd name="T70" fmla="*/ 87 w 140"/>
                  <a:gd name="T71" fmla="*/ 121 h 215"/>
                  <a:gd name="T72" fmla="*/ 86 w 140"/>
                  <a:gd name="T73" fmla="*/ 175 h 215"/>
                  <a:gd name="T74" fmla="*/ 84 w 140"/>
                  <a:gd name="T75" fmla="*/ 181 h 215"/>
                  <a:gd name="T76" fmla="*/ 80 w 140"/>
                  <a:gd name="T77" fmla="*/ 185 h 215"/>
                  <a:gd name="T78" fmla="*/ 73 w 140"/>
                  <a:gd name="T79" fmla="*/ 188 h 215"/>
                  <a:gd name="T80" fmla="*/ 67 w 140"/>
                  <a:gd name="T81" fmla="*/ 188 h 215"/>
                  <a:gd name="T82" fmla="*/ 60 w 140"/>
                  <a:gd name="T83" fmla="*/ 185 h 215"/>
                  <a:gd name="T84" fmla="*/ 56 w 140"/>
                  <a:gd name="T85" fmla="*/ 181 h 215"/>
                  <a:gd name="T86" fmla="*/ 53 w 140"/>
                  <a:gd name="T87" fmla="*/ 175 h 215"/>
                  <a:gd name="T88" fmla="*/ 53 w 140"/>
                  <a:gd name="T89" fmla="*/ 121 h 215"/>
                  <a:gd name="T90" fmla="*/ 51 w 140"/>
                  <a:gd name="T91" fmla="*/ 110 h 215"/>
                  <a:gd name="T92" fmla="*/ 44 w 140"/>
                  <a:gd name="T93" fmla="*/ 102 h 215"/>
                  <a:gd name="T94" fmla="*/ 40 w 140"/>
                  <a:gd name="T95" fmla="*/ 98 h 215"/>
                  <a:gd name="T96" fmla="*/ 34 w 140"/>
                  <a:gd name="T97" fmla="*/ 91 h 215"/>
                  <a:gd name="T98" fmla="*/ 30 w 140"/>
                  <a:gd name="T99" fmla="*/ 81 h 215"/>
                  <a:gd name="T100" fmla="*/ 28 w 140"/>
                  <a:gd name="T101" fmla="*/ 73 h 215"/>
                  <a:gd name="T102" fmla="*/ 29 w 140"/>
                  <a:gd name="T103" fmla="*/ 60 h 215"/>
                  <a:gd name="T104" fmla="*/ 36 w 140"/>
                  <a:gd name="T105" fmla="*/ 45 h 215"/>
                  <a:gd name="T106" fmla="*/ 46 w 140"/>
                  <a:gd name="T107" fmla="*/ 35 h 215"/>
                  <a:gd name="T108" fmla="*/ 60 w 140"/>
                  <a:gd name="T109" fmla="*/ 29 h 215"/>
                  <a:gd name="T110" fmla="*/ 69 w 140"/>
                  <a:gd name="T111" fmla="*/ 28 h 215"/>
                  <a:gd name="T112" fmla="*/ 77 w 140"/>
                  <a:gd name="T113" fmla="*/ 29 h 215"/>
                  <a:gd name="T114" fmla="*/ 92 w 140"/>
                  <a:gd name="T115" fmla="*/ 34 h 215"/>
                  <a:gd name="T116" fmla="*/ 104 w 140"/>
                  <a:gd name="T117" fmla="*/ 46 h 215"/>
                  <a:gd name="T118" fmla="*/ 111 w 140"/>
                  <a:gd name="T119" fmla="*/ 61 h 215"/>
                  <a:gd name="T120" fmla="*/ 111 w 140"/>
                  <a:gd name="T121" fmla="*/ 78 h 215"/>
                  <a:gd name="T122" fmla="*/ 102 w 140"/>
                  <a:gd name="T123" fmla="*/ 9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5">
                    <a:moveTo>
                      <a:pt x="118" y="19"/>
                    </a:moveTo>
                    <a:lnTo>
                      <a:pt x="113" y="15"/>
                    </a:lnTo>
                    <a:lnTo>
                      <a:pt x="107" y="10"/>
                    </a:lnTo>
                    <a:lnTo>
                      <a:pt x="101" y="7"/>
                    </a:lnTo>
                    <a:lnTo>
                      <a:pt x="95" y="4"/>
                    </a:lnTo>
                    <a:lnTo>
                      <a:pt x="88" y="2"/>
                    </a:lnTo>
                    <a:lnTo>
                      <a:pt x="82" y="1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8" y="3"/>
                    </a:lnTo>
                    <a:lnTo>
                      <a:pt x="42" y="5"/>
                    </a:lnTo>
                    <a:lnTo>
                      <a:pt x="37" y="8"/>
                    </a:lnTo>
                    <a:lnTo>
                      <a:pt x="31" y="11"/>
                    </a:lnTo>
                    <a:lnTo>
                      <a:pt x="26" y="16"/>
                    </a:lnTo>
                    <a:lnTo>
                      <a:pt x="22" y="20"/>
                    </a:lnTo>
                    <a:lnTo>
                      <a:pt x="17" y="24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7" y="40"/>
                    </a:lnTo>
                    <a:lnTo>
                      <a:pt x="4" y="47"/>
                    </a:lnTo>
                    <a:lnTo>
                      <a:pt x="2" y="52"/>
                    </a:lnTo>
                    <a:lnTo>
                      <a:pt x="1" y="59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1" y="82"/>
                    </a:lnTo>
                    <a:lnTo>
                      <a:pt x="3" y="90"/>
                    </a:lnTo>
                    <a:lnTo>
                      <a:pt x="7" y="97"/>
                    </a:lnTo>
                    <a:lnTo>
                      <a:pt x="10" y="104"/>
                    </a:lnTo>
                    <a:lnTo>
                      <a:pt x="14" y="110"/>
                    </a:lnTo>
                    <a:lnTo>
                      <a:pt x="19" y="117"/>
                    </a:lnTo>
                    <a:lnTo>
                      <a:pt x="25" y="122"/>
                    </a:lnTo>
                    <a:lnTo>
                      <a:pt x="25" y="171"/>
                    </a:lnTo>
                    <a:lnTo>
                      <a:pt x="26" y="180"/>
                    </a:lnTo>
                    <a:lnTo>
                      <a:pt x="28" y="189"/>
                    </a:lnTo>
                    <a:lnTo>
                      <a:pt x="32" y="196"/>
                    </a:lnTo>
                    <a:lnTo>
                      <a:pt x="38" y="203"/>
                    </a:lnTo>
                    <a:lnTo>
                      <a:pt x="45" y="208"/>
                    </a:lnTo>
                    <a:lnTo>
                      <a:pt x="53" y="212"/>
                    </a:lnTo>
                    <a:lnTo>
                      <a:pt x="61" y="215"/>
                    </a:lnTo>
                    <a:lnTo>
                      <a:pt x="70" y="215"/>
                    </a:lnTo>
                    <a:lnTo>
                      <a:pt x="78" y="215"/>
                    </a:lnTo>
                    <a:lnTo>
                      <a:pt x="87" y="212"/>
                    </a:lnTo>
                    <a:lnTo>
                      <a:pt x="95" y="208"/>
                    </a:lnTo>
                    <a:lnTo>
                      <a:pt x="101" y="203"/>
                    </a:lnTo>
                    <a:lnTo>
                      <a:pt x="106" y="196"/>
                    </a:lnTo>
                    <a:lnTo>
                      <a:pt x="111" y="189"/>
                    </a:lnTo>
                    <a:lnTo>
                      <a:pt x="114" y="180"/>
                    </a:lnTo>
                    <a:lnTo>
                      <a:pt x="115" y="171"/>
                    </a:lnTo>
                    <a:lnTo>
                      <a:pt x="115" y="122"/>
                    </a:lnTo>
                    <a:lnTo>
                      <a:pt x="120" y="117"/>
                    </a:lnTo>
                    <a:lnTo>
                      <a:pt x="125" y="111"/>
                    </a:lnTo>
                    <a:lnTo>
                      <a:pt x="129" y="105"/>
                    </a:lnTo>
                    <a:lnTo>
                      <a:pt x="133" y="98"/>
                    </a:lnTo>
                    <a:lnTo>
                      <a:pt x="135" y="92"/>
                    </a:lnTo>
                    <a:lnTo>
                      <a:pt x="137" y="84"/>
                    </a:lnTo>
                    <a:lnTo>
                      <a:pt x="139" y="77"/>
                    </a:lnTo>
                    <a:lnTo>
                      <a:pt x="140" y="69"/>
                    </a:lnTo>
                    <a:lnTo>
                      <a:pt x="139" y="62"/>
                    </a:lnTo>
                    <a:lnTo>
                      <a:pt x="137" y="55"/>
                    </a:lnTo>
                    <a:lnTo>
                      <a:pt x="136" y="49"/>
                    </a:lnTo>
                    <a:lnTo>
                      <a:pt x="134" y="43"/>
                    </a:lnTo>
                    <a:lnTo>
                      <a:pt x="131" y="36"/>
                    </a:lnTo>
                    <a:lnTo>
                      <a:pt x="127" y="30"/>
                    </a:lnTo>
                    <a:lnTo>
                      <a:pt x="122" y="24"/>
                    </a:lnTo>
                    <a:lnTo>
                      <a:pt x="118" y="19"/>
                    </a:lnTo>
                    <a:close/>
                    <a:moveTo>
                      <a:pt x="96" y="102"/>
                    </a:moveTo>
                    <a:lnTo>
                      <a:pt x="92" y="106"/>
                    </a:lnTo>
                    <a:lnTo>
                      <a:pt x="89" y="110"/>
                    </a:lnTo>
                    <a:lnTo>
                      <a:pt x="87" y="116"/>
                    </a:lnTo>
                    <a:lnTo>
                      <a:pt x="87" y="121"/>
                    </a:lnTo>
                    <a:lnTo>
                      <a:pt x="87" y="171"/>
                    </a:lnTo>
                    <a:lnTo>
                      <a:pt x="86" y="175"/>
                    </a:lnTo>
                    <a:lnTo>
                      <a:pt x="85" y="178"/>
                    </a:lnTo>
                    <a:lnTo>
                      <a:pt x="84" y="181"/>
                    </a:lnTo>
                    <a:lnTo>
                      <a:pt x="82" y="183"/>
                    </a:lnTo>
                    <a:lnTo>
                      <a:pt x="80" y="185"/>
                    </a:lnTo>
                    <a:lnTo>
                      <a:pt x="76" y="186"/>
                    </a:lnTo>
                    <a:lnTo>
                      <a:pt x="73" y="188"/>
                    </a:lnTo>
                    <a:lnTo>
                      <a:pt x="70" y="189"/>
                    </a:lnTo>
                    <a:lnTo>
                      <a:pt x="67" y="188"/>
                    </a:lnTo>
                    <a:lnTo>
                      <a:pt x="63" y="186"/>
                    </a:lnTo>
                    <a:lnTo>
                      <a:pt x="60" y="185"/>
                    </a:lnTo>
                    <a:lnTo>
                      <a:pt x="58" y="183"/>
                    </a:lnTo>
                    <a:lnTo>
                      <a:pt x="56" y="181"/>
                    </a:lnTo>
                    <a:lnTo>
                      <a:pt x="54" y="178"/>
                    </a:lnTo>
                    <a:lnTo>
                      <a:pt x="53" y="175"/>
                    </a:lnTo>
                    <a:lnTo>
                      <a:pt x="53" y="171"/>
                    </a:lnTo>
                    <a:lnTo>
                      <a:pt x="53" y="121"/>
                    </a:lnTo>
                    <a:lnTo>
                      <a:pt x="53" y="116"/>
                    </a:lnTo>
                    <a:lnTo>
                      <a:pt x="51" y="110"/>
                    </a:lnTo>
                    <a:lnTo>
                      <a:pt x="47" y="106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0" y="98"/>
                    </a:lnTo>
                    <a:lnTo>
                      <a:pt x="37" y="94"/>
                    </a:lnTo>
                    <a:lnTo>
                      <a:pt x="34" y="91"/>
                    </a:lnTo>
                    <a:lnTo>
                      <a:pt x="31" y="87"/>
                    </a:lnTo>
                    <a:lnTo>
                      <a:pt x="30" y="81"/>
                    </a:lnTo>
                    <a:lnTo>
                      <a:pt x="29" y="77"/>
                    </a:lnTo>
                    <a:lnTo>
                      <a:pt x="28" y="73"/>
                    </a:lnTo>
                    <a:lnTo>
                      <a:pt x="28" y="67"/>
                    </a:lnTo>
                    <a:lnTo>
                      <a:pt x="29" y="60"/>
                    </a:lnTo>
                    <a:lnTo>
                      <a:pt x="32" y="52"/>
                    </a:lnTo>
                    <a:lnTo>
                      <a:pt x="36" y="45"/>
                    </a:lnTo>
                    <a:lnTo>
                      <a:pt x="41" y="39"/>
                    </a:lnTo>
                    <a:lnTo>
                      <a:pt x="46" y="35"/>
                    </a:lnTo>
                    <a:lnTo>
                      <a:pt x="54" y="31"/>
                    </a:lnTo>
                    <a:lnTo>
                      <a:pt x="60" y="29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7" y="29"/>
                    </a:lnTo>
                    <a:lnTo>
                      <a:pt x="86" y="31"/>
                    </a:lnTo>
                    <a:lnTo>
                      <a:pt x="92" y="34"/>
                    </a:lnTo>
                    <a:lnTo>
                      <a:pt x="99" y="39"/>
                    </a:lnTo>
                    <a:lnTo>
                      <a:pt x="104" y="46"/>
                    </a:lnTo>
                    <a:lnTo>
                      <a:pt x="109" y="53"/>
                    </a:lnTo>
                    <a:lnTo>
                      <a:pt x="111" y="61"/>
                    </a:lnTo>
                    <a:lnTo>
                      <a:pt x="112" y="69"/>
                    </a:lnTo>
                    <a:lnTo>
                      <a:pt x="111" y="78"/>
                    </a:lnTo>
                    <a:lnTo>
                      <a:pt x="107" y="87"/>
                    </a:lnTo>
                    <a:lnTo>
                      <a:pt x="102" y="95"/>
                    </a:lnTo>
                    <a:lnTo>
                      <a:pt x="96" y="10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243">
                <a:extLst>
                  <a:ext uri="{FF2B5EF4-FFF2-40B4-BE49-F238E27FC236}">
                    <a16:creationId xmlns:a16="http://schemas.microsoft.com/office/drawing/2014/main" id="{08B21927-4106-4E4A-8B0F-E4040703E3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8751" y="3241676"/>
                <a:ext cx="265113" cy="374650"/>
              </a:xfrm>
              <a:custGeom>
                <a:avLst/>
                <a:gdLst>
                  <a:gd name="T0" fmla="*/ 414 w 500"/>
                  <a:gd name="T1" fmla="*/ 110 h 710"/>
                  <a:gd name="T2" fmla="*/ 349 w 500"/>
                  <a:gd name="T3" fmla="*/ 31 h 710"/>
                  <a:gd name="T4" fmla="*/ 248 w 500"/>
                  <a:gd name="T5" fmla="*/ 0 h 710"/>
                  <a:gd name="T6" fmla="*/ 147 w 500"/>
                  <a:gd name="T7" fmla="*/ 31 h 710"/>
                  <a:gd name="T8" fmla="*/ 82 w 500"/>
                  <a:gd name="T9" fmla="*/ 110 h 710"/>
                  <a:gd name="T10" fmla="*/ 55 w 500"/>
                  <a:gd name="T11" fmla="*/ 294 h 710"/>
                  <a:gd name="T12" fmla="*/ 4 w 500"/>
                  <a:gd name="T13" fmla="*/ 389 h 710"/>
                  <a:gd name="T14" fmla="*/ 16 w 500"/>
                  <a:gd name="T15" fmla="*/ 424 h 710"/>
                  <a:gd name="T16" fmla="*/ 46 w 500"/>
                  <a:gd name="T17" fmla="*/ 357 h 710"/>
                  <a:gd name="T18" fmla="*/ 121 w 500"/>
                  <a:gd name="T19" fmla="*/ 272 h 710"/>
                  <a:gd name="T20" fmla="*/ 227 w 500"/>
                  <a:gd name="T21" fmla="*/ 234 h 710"/>
                  <a:gd name="T22" fmla="*/ 304 w 500"/>
                  <a:gd name="T23" fmla="*/ 240 h 710"/>
                  <a:gd name="T24" fmla="*/ 391 w 500"/>
                  <a:gd name="T25" fmla="*/ 284 h 710"/>
                  <a:gd name="T26" fmla="*/ 459 w 500"/>
                  <a:gd name="T27" fmla="*/ 381 h 710"/>
                  <a:gd name="T28" fmla="*/ 472 w 500"/>
                  <a:gd name="T29" fmla="*/ 446 h 710"/>
                  <a:gd name="T30" fmla="*/ 466 w 500"/>
                  <a:gd name="T31" fmla="*/ 514 h 710"/>
                  <a:gd name="T32" fmla="*/ 422 w 500"/>
                  <a:gd name="T33" fmla="*/ 601 h 710"/>
                  <a:gd name="T34" fmla="*/ 325 w 500"/>
                  <a:gd name="T35" fmla="*/ 670 h 710"/>
                  <a:gd name="T36" fmla="*/ 260 w 500"/>
                  <a:gd name="T37" fmla="*/ 682 h 710"/>
                  <a:gd name="T38" fmla="*/ 153 w 500"/>
                  <a:gd name="T39" fmla="*/ 662 h 710"/>
                  <a:gd name="T40" fmla="*/ 67 w 500"/>
                  <a:gd name="T41" fmla="*/ 591 h 710"/>
                  <a:gd name="T42" fmla="*/ 26 w 500"/>
                  <a:gd name="T43" fmla="*/ 498 h 710"/>
                  <a:gd name="T44" fmla="*/ 0 w 500"/>
                  <a:gd name="T45" fmla="*/ 503 h 710"/>
                  <a:gd name="T46" fmla="*/ 43 w 500"/>
                  <a:gd name="T47" fmla="*/ 606 h 710"/>
                  <a:gd name="T48" fmla="*/ 143 w 500"/>
                  <a:gd name="T49" fmla="*/ 688 h 710"/>
                  <a:gd name="T50" fmla="*/ 261 w 500"/>
                  <a:gd name="T51" fmla="*/ 710 h 710"/>
                  <a:gd name="T52" fmla="*/ 335 w 500"/>
                  <a:gd name="T53" fmla="*/ 695 h 710"/>
                  <a:gd name="T54" fmla="*/ 399 w 500"/>
                  <a:gd name="T55" fmla="*/ 660 h 710"/>
                  <a:gd name="T56" fmla="*/ 451 w 500"/>
                  <a:gd name="T57" fmla="*/ 609 h 710"/>
                  <a:gd name="T58" fmla="*/ 485 w 500"/>
                  <a:gd name="T59" fmla="*/ 545 h 710"/>
                  <a:gd name="T60" fmla="*/ 500 w 500"/>
                  <a:gd name="T61" fmla="*/ 471 h 710"/>
                  <a:gd name="T62" fmla="*/ 492 w 500"/>
                  <a:gd name="T63" fmla="*/ 396 h 710"/>
                  <a:gd name="T64" fmla="*/ 465 w 500"/>
                  <a:gd name="T65" fmla="*/ 328 h 710"/>
                  <a:gd name="T66" fmla="*/ 334 w 500"/>
                  <a:gd name="T67" fmla="*/ 220 h 710"/>
                  <a:gd name="T68" fmla="*/ 204 w 500"/>
                  <a:gd name="T69" fmla="*/ 209 h 710"/>
                  <a:gd name="T70" fmla="*/ 165 w 500"/>
                  <a:gd name="T71" fmla="*/ 154 h 710"/>
                  <a:gd name="T72" fmla="*/ 193 w 500"/>
                  <a:gd name="T73" fmla="*/ 113 h 710"/>
                  <a:gd name="T74" fmla="*/ 239 w 500"/>
                  <a:gd name="T75" fmla="*/ 94 h 710"/>
                  <a:gd name="T76" fmla="*/ 289 w 500"/>
                  <a:gd name="T77" fmla="*/ 104 h 710"/>
                  <a:gd name="T78" fmla="*/ 323 w 500"/>
                  <a:gd name="T79" fmla="*/ 139 h 710"/>
                  <a:gd name="T80" fmla="*/ 334 w 500"/>
                  <a:gd name="T81" fmla="*/ 220 h 710"/>
                  <a:gd name="T82" fmla="*/ 362 w 500"/>
                  <a:gd name="T83" fmla="*/ 180 h 710"/>
                  <a:gd name="T84" fmla="*/ 342 w 500"/>
                  <a:gd name="T85" fmla="*/ 117 h 710"/>
                  <a:gd name="T86" fmla="*/ 292 w 500"/>
                  <a:gd name="T87" fmla="*/ 75 h 710"/>
                  <a:gd name="T88" fmla="*/ 225 w 500"/>
                  <a:gd name="T89" fmla="*/ 68 h 710"/>
                  <a:gd name="T90" fmla="*/ 167 w 500"/>
                  <a:gd name="T91" fmla="*/ 99 h 710"/>
                  <a:gd name="T92" fmla="*/ 136 w 500"/>
                  <a:gd name="T93" fmla="*/ 157 h 710"/>
                  <a:gd name="T94" fmla="*/ 104 w 500"/>
                  <a:gd name="T95" fmla="*/ 250 h 710"/>
                  <a:gd name="T96" fmla="*/ 107 w 500"/>
                  <a:gd name="T97" fmla="*/ 121 h 710"/>
                  <a:gd name="T98" fmla="*/ 162 w 500"/>
                  <a:gd name="T99" fmla="*/ 53 h 710"/>
                  <a:gd name="T100" fmla="*/ 248 w 500"/>
                  <a:gd name="T101" fmla="*/ 28 h 710"/>
                  <a:gd name="T102" fmla="*/ 333 w 500"/>
                  <a:gd name="T103" fmla="*/ 53 h 710"/>
                  <a:gd name="T104" fmla="*/ 388 w 500"/>
                  <a:gd name="T105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00" h="710">
                    <a:moveTo>
                      <a:pt x="428" y="281"/>
                    </a:moveTo>
                    <a:lnTo>
                      <a:pt x="428" y="180"/>
                    </a:lnTo>
                    <a:lnTo>
                      <a:pt x="427" y="162"/>
                    </a:lnTo>
                    <a:lnTo>
                      <a:pt x="425" y="144"/>
                    </a:lnTo>
                    <a:lnTo>
                      <a:pt x="421" y="126"/>
                    </a:lnTo>
                    <a:lnTo>
                      <a:pt x="414" y="110"/>
                    </a:lnTo>
                    <a:lnTo>
                      <a:pt x="407" y="94"/>
                    </a:lnTo>
                    <a:lnTo>
                      <a:pt x="397" y="79"/>
                    </a:lnTo>
                    <a:lnTo>
                      <a:pt x="387" y="65"/>
                    </a:lnTo>
                    <a:lnTo>
                      <a:pt x="376" y="52"/>
                    </a:lnTo>
                    <a:lnTo>
                      <a:pt x="363" y="40"/>
                    </a:lnTo>
                    <a:lnTo>
                      <a:pt x="349" y="31"/>
                    </a:lnTo>
                    <a:lnTo>
                      <a:pt x="334" y="21"/>
                    </a:lnTo>
                    <a:lnTo>
                      <a:pt x="318" y="14"/>
                    </a:lnTo>
                    <a:lnTo>
                      <a:pt x="302" y="7"/>
                    </a:lnTo>
                    <a:lnTo>
                      <a:pt x="284" y="3"/>
                    </a:lnTo>
                    <a:lnTo>
                      <a:pt x="266" y="1"/>
                    </a:lnTo>
                    <a:lnTo>
                      <a:pt x="248" y="0"/>
                    </a:lnTo>
                    <a:lnTo>
                      <a:pt x="230" y="1"/>
                    </a:lnTo>
                    <a:lnTo>
                      <a:pt x="211" y="3"/>
                    </a:lnTo>
                    <a:lnTo>
                      <a:pt x="194" y="7"/>
                    </a:lnTo>
                    <a:lnTo>
                      <a:pt x="177" y="14"/>
                    </a:lnTo>
                    <a:lnTo>
                      <a:pt x="162" y="21"/>
                    </a:lnTo>
                    <a:lnTo>
                      <a:pt x="147" y="31"/>
                    </a:lnTo>
                    <a:lnTo>
                      <a:pt x="133" y="40"/>
                    </a:lnTo>
                    <a:lnTo>
                      <a:pt x="120" y="52"/>
                    </a:lnTo>
                    <a:lnTo>
                      <a:pt x="108" y="65"/>
                    </a:lnTo>
                    <a:lnTo>
                      <a:pt x="98" y="79"/>
                    </a:lnTo>
                    <a:lnTo>
                      <a:pt x="89" y="94"/>
                    </a:lnTo>
                    <a:lnTo>
                      <a:pt x="82" y="110"/>
                    </a:lnTo>
                    <a:lnTo>
                      <a:pt x="75" y="126"/>
                    </a:lnTo>
                    <a:lnTo>
                      <a:pt x="71" y="144"/>
                    </a:lnTo>
                    <a:lnTo>
                      <a:pt x="69" y="162"/>
                    </a:lnTo>
                    <a:lnTo>
                      <a:pt x="68" y="180"/>
                    </a:lnTo>
                    <a:lnTo>
                      <a:pt x="68" y="281"/>
                    </a:lnTo>
                    <a:lnTo>
                      <a:pt x="55" y="294"/>
                    </a:lnTo>
                    <a:lnTo>
                      <a:pt x="44" y="309"/>
                    </a:lnTo>
                    <a:lnTo>
                      <a:pt x="33" y="324"/>
                    </a:lnTo>
                    <a:lnTo>
                      <a:pt x="25" y="339"/>
                    </a:lnTo>
                    <a:lnTo>
                      <a:pt x="17" y="355"/>
                    </a:lnTo>
                    <a:lnTo>
                      <a:pt x="10" y="372"/>
                    </a:lnTo>
                    <a:lnTo>
                      <a:pt x="4" y="389"/>
                    </a:lnTo>
                    <a:lnTo>
                      <a:pt x="0" y="407"/>
                    </a:lnTo>
                    <a:lnTo>
                      <a:pt x="0" y="412"/>
                    </a:lnTo>
                    <a:lnTo>
                      <a:pt x="2" y="417"/>
                    </a:lnTo>
                    <a:lnTo>
                      <a:pt x="6" y="422"/>
                    </a:lnTo>
                    <a:lnTo>
                      <a:pt x="11" y="424"/>
                    </a:lnTo>
                    <a:lnTo>
                      <a:pt x="16" y="424"/>
                    </a:lnTo>
                    <a:lnTo>
                      <a:pt x="22" y="422"/>
                    </a:lnTo>
                    <a:lnTo>
                      <a:pt x="26" y="417"/>
                    </a:lnTo>
                    <a:lnTo>
                      <a:pt x="28" y="412"/>
                    </a:lnTo>
                    <a:lnTo>
                      <a:pt x="32" y="394"/>
                    </a:lnTo>
                    <a:lnTo>
                      <a:pt x="39" y="374"/>
                    </a:lnTo>
                    <a:lnTo>
                      <a:pt x="46" y="357"/>
                    </a:lnTo>
                    <a:lnTo>
                      <a:pt x="56" y="340"/>
                    </a:lnTo>
                    <a:lnTo>
                      <a:pt x="67" y="325"/>
                    </a:lnTo>
                    <a:lnTo>
                      <a:pt x="78" y="310"/>
                    </a:lnTo>
                    <a:lnTo>
                      <a:pt x="91" y="296"/>
                    </a:lnTo>
                    <a:lnTo>
                      <a:pt x="105" y="283"/>
                    </a:lnTo>
                    <a:lnTo>
                      <a:pt x="121" y="272"/>
                    </a:lnTo>
                    <a:lnTo>
                      <a:pt x="137" y="263"/>
                    </a:lnTo>
                    <a:lnTo>
                      <a:pt x="153" y="253"/>
                    </a:lnTo>
                    <a:lnTo>
                      <a:pt x="172" y="247"/>
                    </a:lnTo>
                    <a:lnTo>
                      <a:pt x="190" y="240"/>
                    </a:lnTo>
                    <a:lnTo>
                      <a:pt x="208" y="236"/>
                    </a:lnTo>
                    <a:lnTo>
                      <a:pt x="227" y="234"/>
                    </a:lnTo>
                    <a:lnTo>
                      <a:pt x="248" y="233"/>
                    </a:lnTo>
                    <a:lnTo>
                      <a:pt x="260" y="233"/>
                    </a:lnTo>
                    <a:lnTo>
                      <a:pt x="270" y="234"/>
                    </a:lnTo>
                    <a:lnTo>
                      <a:pt x="282" y="236"/>
                    </a:lnTo>
                    <a:lnTo>
                      <a:pt x="293" y="237"/>
                    </a:lnTo>
                    <a:lnTo>
                      <a:pt x="304" y="240"/>
                    </a:lnTo>
                    <a:lnTo>
                      <a:pt x="314" y="243"/>
                    </a:lnTo>
                    <a:lnTo>
                      <a:pt x="325" y="247"/>
                    </a:lnTo>
                    <a:lnTo>
                      <a:pt x="335" y="251"/>
                    </a:lnTo>
                    <a:lnTo>
                      <a:pt x="355" y="259"/>
                    </a:lnTo>
                    <a:lnTo>
                      <a:pt x="373" y="271"/>
                    </a:lnTo>
                    <a:lnTo>
                      <a:pt x="391" y="284"/>
                    </a:lnTo>
                    <a:lnTo>
                      <a:pt x="407" y="299"/>
                    </a:lnTo>
                    <a:lnTo>
                      <a:pt x="422" y="314"/>
                    </a:lnTo>
                    <a:lnTo>
                      <a:pt x="435" y="332"/>
                    </a:lnTo>
                    <a:lnTo>
                      <a:pt x="445" y="351"/>
                    </a:lnTo>
                    <a:lnTo>
                      <a:pt x="455" y="370"/>
                    </a:lnTo>
                    <a:lnTo>
                      <a:pt x="459" y="381"/>
                    </a:lnTo>
                    <a:lnTo>
                      <a:pt x="462" y="390"/>
                    </a:lnTo>
                    <a:lnTo>
                      <a:pt x="466" y="401"/>
                    </a:lnTo>
                    <a:lnTo>
                      <a:pt x="468" y="413"/>
                    </a:lnTo>
                    <a:lnTo>
                      <a:pt x="470" y="424"/>
                    </a:lnTo>
                    <a:lnTo>
                      <a:pt x="471" y="434"/>
                    </a:lnTo>
                    <a:lnTo>
                      <a:pt x="472" y="446"/>
                    </a:lnTo>
                    <a:lnTo>
                      <a:pt x="473" y="458"/>
                    </a:lnTo>
                    <a:lnTo>
                      <a:pt x="472" y="470"/>
                    </a:lnTo>
                    <a:lnTo>
                      <a:pt x="471" y="481"/>
                    </a:lnTo>
                    <a:lnTo>
                      <a:pt x="470" y="492"/>
                    </a:lnTo>
                    <a:lnTo>
                      <a:pt x="468" y="503"/>
                    </a:lnTo>
                    <a:lnTo>
                      <a:pt x="466" y="514"/>
                    </a:lnTo>
                    <a:lnTo>
                      <a:pt x="462" y="525"/>
                    </a:lnTo>
                    <a:lnTo>
                      <a:pt x="459" y="535"/>
                    </a:lnTo>
                    <a:lnTo>
                      <a:pt x="455" y="545"/>
                    </a:lnTo>
                    <a:lnTo>
                      <a:pt x="445" y="565"/>
                    </a:lnTo>
                    <a:lnTo>
                      <a:pt x="435" y="584"/>
                    </a:lnTo>
                    <a:lnTo>
                      <a:pt x="422" y="601"/>
                    </a:lnTo>
                    <a:lnTo>
                      <a:pt x="407" y="617"/>
                    </a:lnTo>
                    <a:lnTo>
                      <a:pt x="391" y="631"/>
                    </a:lnTo>
                    <a:lnTo>
                      <a:pt x="373" y="645"/>
                    </a:lnTo>
                    <a:lnTo>
                      <a:pt x="355" y="656"/>
                    </a:lnTo>
                    <a:lnTo>
                      <a:pt x="335" y="665"/>
                    </a:lnTo>
                    <a:lnTo>
                      <a:pt x="325" y="670"/>
                    </a:lnTo>
                    <a:lnTo>
                      <a:pt x="314" y="673"/>
                    </a:lnTo>
                    <a:lnTo>
                      <a:pt x="304" y="676"/>
                    </a:lnTo>
                    <a:lnTo>
                      <a:pt x="293" y="678"/>
                    </a:lnTo>
                    <a:lnTo>
                      <a:pt x="282" y="680"/>
                    </a:lnTo>
                    <a:lnTo>
                      <a:pt x="270" y="681"/>
                    </a:lnTo>
                    <a:lnTo>
                      <a:pt x="260" y="682"/>
                    </a:lnTo>
                    <a:lnTo>
                      <a:pt x="248" y="682"/>
                    </a:lnTo>
                    <a:lnTo>
                      <a:pt x="227" y="682"/>
                    </a:lnTo>
                    <a:lnTo>
                      <a:pt x="208" y="679"/>
                    </a:lnTo>
                    <a:lnTo>
                      <a:pt x="190" y="675"/>
                    </a:lnTo>
                    <a:lnTo>
                      <a:pt x="172" y="670"/>
                    </a:lnTo>
                    <a:lnTo>
                      <a:pt x="153" y="662"/>
                    </a:lnTo>
                    <a:lnTo>
                      <a:pt x="137" y="653"/>
                    </a:lnTo>
                    <a:lnTo>
                      <a:pt x="121" y="644"/>
                    </a:lnTo>
                    <a:lnTo>
                      <a:pt x="105" y="632"/>
                    </a:lnTo>
                    <a:lnTo>
                      <a:pt x="91" y="619"/>
                    </a:lnTo>
                    <a:lnTo>
                      <a:pt x="78" y="606"/>
                    </a:lnTo>
                    <a:lnTo>
                      <a:pt x="67" y="591"/>
                    </a:lnTo>
                    <a:lnTo>
                      <a:pt x="56" y="575"/>
                    </a:lnTo>
                    <a:lnTo>
                      <a:pt x="46" y="558"/>
                    </a:lnTo>
                    <a:lnTo>
                      <a:pt x="39" y="541"/>
                    </a:lnTo>
                    <a:lnTo>
                      <a:pt x="32" y="522"/>
                    </a:lnTo>
                    <a:lnTo>
                      <a:pt x="28" y="503"/>
                    </a:lnTo>
                    <a:lnTo>
                      <a:pt x="26" y="498"/>
                    </a:lnTo>
                    <a:lnTo>
                      <a:pt x="22" y="495"/>
                    </a:lnTo>
                    <a:lnTo>
                      <a:pt x="16" y="492"/>
                    </a:lnTo>
                    <a:lnTo>
                      <a:pt x="11" y="492"/>
                    </a:lnTo>
                    <a:lnTo>
                      <a:pt x="6" y="495"/>
                    </a:lnTo>
                    <a:lnTo>
                      <a:pt x="2" y="498"/>
                    </a:lnTo>
                    <a:lnTo>
                      <a:pt x="0" y="503"/>
                    </a:lnTo>
                    <a:lnTo>
                      <a:pt x="0" y="509"/>
                    </a:lnTo>
                    <a:lnTo>
                      <a:pt x="5" y="530"/>
                    </a:lnTo>
                    <a:lnTo>
                      <a:pt x="13" y="549"/>
                    </a:lnTo>
                    <a:lnTo>
                      <a:pt x="22" y="570"/>
                    </a:lnTo>
                    <a:lnTo>
                      <a:pt x="31" y="588"/>
                    </a:lnTo>
                    <a:lnTo>
                      <a:pt x="43" y="606"/>
                    </a:lnTo>
                    <a:lnTo>
                      <a:pt x="56" y="622"/>
                    </a:lnTo>
                    <a:lnTo>
                      <a:pt x="71" y="638"/>
                    </a:lnTo>
                    <a:lnTo>
                      <a:pt x="87" y="652"/>
                    </a:lnTo>
                    <a:lnTo>
                      <a:pt x="104" y="666"/>
                    </a:lnTo>
                    <a:lnTo>
                      <a:pt x="123" y="678"/>
                    </a:lnTo>
                    <a:lnTo>
                      <a:pt x="143" y="688"/>
                    </a:lnTo>
                    <a:lnTo>
                      <a:pt x="162" y="695"/>
                    </a:lnTo>
                    <a:lnTo>
                      <a:pt x="184" y="702"/>
                    </a:lnTo>
                    <a:lnTo>
                      <a:pt x="204" y="707"/>
                    </a:lnTo>
                    <a:lnTo>
                      <a:pt x="226" y="709"/>
                    </a:lnTo>
                    <a:lnTo>
                      <a:pt x="248" y="710"/>
                    </a:lnTo>
                    <a:lnTo>
                      <a:pt x="261" y="710"/>
                    </a:lnTo>
                    <a:lnTo>
                      <a:pt x="274" y="709"/>
                    </a:lnTo>
                    <a:lnTo>
                      <a:pt x="287" y="708"/>
                    </a:lnTo>
                    <a:lnTo>
                      <a:pt x="298" y="705"/>
                    </a:lnTo>
                    <a:lnTo>
                      <a:pt x="311" y="703"/>
                    </a:lnTo>
                    <a:lnTo>
                      <a:pt x="323" y="700"/>
                    </a:lnTo>
                    <a:lnTo>
                      <a:pt x="335" y="695"/>
                    </a:lnTo>
                    <a:lnTo>
                      <a:pt x="346" y="691"/>
                    </a:lnTo>
                    <a:lnTo>
                      <a:pt x="357" y="686"/>
                    </a:lnTo>
                    <a:lnTo>
                      <a:pt x="368" y="680"/>
                    </a:lnTo>
                    <a:lnTo>
                      <a:pt x="379" y="674"/>
                    </a:lnTo>
                    <a:lnTo>
                      <a:pt x="388" y="667"/>
                    </a:lnTo>
                    <a:lnTo>
                      <a:pt x="399" y="660"/>
                    </a:lnTo>
                    <a:lnTo>
                      <a:pt x="409" y="652"/>
                    </a:lnTo>
                    <a:lnTo>
                      <a:pt x="417" y="645"/>
                    </a:lnTo>
                    <a:lnTo>
                      <a:pt x="426" y="636"/>
                    </a:lnTo>
                    <a:lnTo>
                      <a:pt x="435" y="628"/>
                    </a:lnTo>
                    <a:lnTo>
                      <a:pt x="443" y="618"/>
                    </a:lnTo>
                    <a:lnTo>
                      <a:pt x="451" y="609"/>
                    </a:lnTo>
                    <a:lnTo>
                      <a:pt x="457" y="599"/>
                    </a:lnTo>
                    <a:lnTo>
                      <a:pt x="464" y="589"/>
                    </a:lnTo>
                    <a:lnTo>
                      <a:pt x="470" y="578"/>
                    </a:lnTo>
                    <a:lnTo>
                      <a:pt x="475" y="568"/>
                    </a:lnTo>
                    <a:lnTo>
                      <a:pt x="481" y="556"/>
                    </a:lnTo>
                    <a:lnTo>
                      <a:pt x="485" y="545"/>
                    </a:lnTo>
                    <a:lnTo>
                      <a:pt x="489" y="533"/>
                    </a:lnTo>
                    <a:lnTo>
                      <a:pt x="492" y="521"/>
                    </a:lnTo>
                    <a:lnTo>
                      <a:pt x="496" y="509"/>
                    </a:lnTo>
                    <a:lnTo>
                      <a:pt x="498" y="497"/>
                    </a:lnTo>
                    <a:lnTo>
                      <a:pt x="499" y="484"/>
                    </a:lnTo>
                    <a:lnTo>
                      <a:pt x="500" y="471"/>
                    </a:lnTo>
                    <a:lnTo>
                      <a:pt x="500" y="458"/>
                    </a:lnTo>
                    <a:lnTo>
                      <a:pt x="500" y="445"/>
                    </a:lnTo>
                    <a:lnTo>
                      <a:pt x="499" y="432"/>
                    </a:lnTo>
                    <a:lnTo>
                      <a:pt x="498" y="419"/>
                    </a:lnTo>
                    <a:lnTo>
                      <a:pt x="496" y="408"/>
                    </a:lnTo>
                    <a:lnTo>
                      <a:pt x="492" y="396"/>
                    </a:lnTo>
                    <a:lnTo>
                      <a:pt x="489" y="384"/>
                    </a:lnTo>
                    <a:lnTo>
                      <a:pt x="485" y="372"/>
                    </a:lnTo>
                    <a:lnTo>
                      <a:pt x="481" y="360"/>
                    </a:lnTo>
                    <a:lnTo>
                      <a:pt x="476" y="350"/>
                    </a:lnTo>
                    <a:lnTo>
                      <a:pt x="471" y="339"/>
                    </a:lnTo>
                    <a:lnTo>
                      <a:pt x="465" y="328"/>
                    </a:lnTo>
                    <a:lnTo>
                      <a:pt x="458" y="318"/>
                    </a:lnTo>
                    <a:lnTo>
                      <a:pt x="452" y="309"/>
                    </a:lnTo>
                    <a:lnTo>
                      <a:pt x="444" y="299"/>
                    </a:lnTo>
                    <a:lnTo>
                      <a:pt x="437" y="290"/>
                    </a:lnTo>
                    <a:lnTo>
                      <a:pt x="428" y="281"/>
                    </a:lnTo>
                    <a:close/>
                    <a:moveTo>
                      <a:pt x="334" y="220"/>
                    </a:moveTo>
                    <a:lnTo>
                      <a:pt x="313" y="213"/>
                    </a:lnTo>
                    <a:lnTo>
                      <a:pt x="292" y="209"/>
                    </a:lnTo>
                    <a:lnTo>
                      <a:pt x="270" y="206"/>
                    </a:lnTo>
                    <a:lnTo>
                      <a:pt x="248" y="205"/>
                    </a:lnTo>
                    <a:lnTo>
                      <a:pt x="225" y="206"/>
                    </a:lnTo>
                    <a:lnTo>
                      <a:pt x="204" y="209"/>
                    </a:lnTo>
                    <a:lnTo>
                      <a:pt x="182" y="213"/>
                    </a:lnTo>
                    <a:lnTo>
                      <a:pt x="162" y="220"/>
                    </a:lnTo>
                    <a:lnTo>
                      <a:pt x="162" y="180"/>
                    </a:lnTo>
                    <a:lnTo>
                      <a:pt x="162" y="171"/>
                    </a:lnTo>
                    <a:lnTo>
                      <a:pt x="163" y="163"/>
                    </a:lnTo>
                    <a:lnTo>
                      <a:pt x="165" y="154"/>
                    </a:lnTo>
                    <a:lnTo>
                      <a:pt x="168" y="147"/>
                    </a:lnTo>
                    <a:lnTo>
                      <a:pt x="172" y="139"/>
                    </a:lnTo>
                    <a:lnTo>
                      <a:pt x="176" y="132"/>
                    </a:lnTo>
                    <a:lnTo>
                      <a:pt x="181" y="125"/>
                    </a:lnTo>
                    <a:lnTo>
                      <a:pt x="187" y="119"/>
                    </a:lnTo>
                    <a:lnTo>
                      <a:pt x="193" y="113"/>
                    </a:lnTo>
                    <a:lnTo>
                      <a:pt x="200" y="108"/>
                    </a:lnTo>
                    <a:lnTo>
                      <a:pt x="207" y="104"/>
                    </a:lnTo>
                    <a:lnTo>
                      <a:pt x="215" y="101"/>
                    </a:lnTo>
                    <a:lnTo>
                      <a:pt x="222" y="97"/>
                    </a:lnTo>
                    <a:lnTo>
                      <a:pt x="231" y="95"/>
                    </a:lnTo>
                    <a:lnTo>
                      <a:pt x="239" y="94"/>
                    </a:lnTo>
                    <a:lnTo>
                      <a:pt x="248" y="94"/>
                    </a:lnTo>
                    <a:lnTo>
                      <a:pt x="256" y="94"/>
                    </a:lnTo>
                    <a:lnTo>
                      <a:pt x="265" y="95"/>
                    </a:lnTo>
                    <a:lnTo>
                      <a:pt x="274" y="97"/>
                    </a:lnTo>
                    <a:lnTo>
                      <a:pt x="281" y="101"/>
                    </a:lnTo>
                    <a:lnTo>
                      <a:pt x="289" y="104"/>
                    </a:lnTo>
                    <a:lnTo>
                      <a:pt x="296" y="108"/>
                    </a:lnTo>
                    <a:lnTo>
                      <a:pt x="303" y="113"/>
                    </a:lnTo>
                    <a:lnTo>
                      <a:pt x="309" y="119"/>
                    </a:lnTo>
                    <a:lnTo>
                      <a:pt x="314" y="125"/>
                    </a:lnTo>
                    <a:lnTo>
                      <a:pt x="319" y="132"/>
                    </a:lnTo>
                    <a:lnTo>
                      <a:pt x="323" y="139"/>
                    </a:lnTo>
                    <a:lnTo>
                      <a:pt x="327" y="147"/>
                    </a:lnTo>
                    <a:lnTo>
                      <a:pt x="330" y="154"/>
                    </a:lnTo>
                    <a:lnTo>
                      <a:pt x="332" y="163"/>
                    </a:lnTo>
                    <a:lnTo>
                      <a:pt x="334" y="171"/>
                    </a:lnTo>
                    <a:lnTo>
                      <a:pt x="334" y="180"/>
                    </a:lnTo>
                    <a:lnTo>
                      <a:pt x="334" y="220"/>
                    </a:lnTo>
                    <a:close/>
                    <a:moveTo>
                      <a:pt x="400" y="256"/>
                    </a:moveTo>
                    <a:lnTo>
                      <a:pt x="392" y="250"/>
                    </a:lnTo>
                    <a:lnTo>
                      <a:pt x="382" y="243"/>
                    </a:lnTo>
                    <a:lnTo>
                      <a:pt x="371" y="238"/>
                    </a:lnTo>
                    <a:lnTo>
                      <a:pt x="362" y="233"/>
                    </a:lnTo>
                    <a:lnTo>
                      <a:pt x="362" y="180"/>
                    </a:lnTo>
                    <a:lnTo>
                      <a:pt x="361" y="168"/>
                    </a:lnTo>
                    <a:lnTo>
                      <a:pt x="359" y="157"/>
                    </a:lnTo>
                    <a:lnTo>
                      <a:pt x="356" y="146"/>
                    </a:lnTo>
                    <a:lnTo>
                      <a:pt x="353" y="136"/>
                    </a:lnTo>
                    <a:lnTo>
                      <a:pt x="348" y="125"/>
                    </a:lnTo>
                    <a:lnTo>
                      <a:pt x="342" y="117"/>
                    </a:lnTo>
                    <a:lnTo>
                      <a:pt x="336" y="108"/>
                    </a:lnTo>
                    <a:lnTo>
                      <a:pt x="328" y="99"/>
                    </a:lnTo>
                    <a:lnTo>
                      <a:pt x="320" y="92"/>
                    </a:lnTo>
                    <a:lnTo>
                      <a:pt x="311" y="86"/>
                    </a:lnTo>
                    <a:lnTo>
                      <a:pt x="302" y="80"/>
                    </a:lnTo>
                    <a:lnTo>
                      <a:pt x="292" y="75"/>
                    </a:lnTo>
                    <a:lnTo>
                      <a:pt x="281" y="72"/>
                    </a:lnTo>
                    <a:lnTo>
                      <a:pt x="270" y="68"/>
                    </a:lnTo>
                    <a:lnTo>
                      <a:pt x="260" y="66"/>
                    </a:lnTo>
                    <a:lnTo>
                      <a:pt x="248" y="66"/>
                    </a:lnTo>
                    <a:lnTo>
                      <a:pt x="236" y="66"/>
                    </a:lnTo>
                    <a:lnTo>
                      <a:pt x="225" y="68"/>
                    </a:lnTo>
                    <a:lnTo>
                      <a:pt x="214" y="72"/>
                    </a:lnTo>
                    <a:lnTo>
                      <a:pt x="204" y="75"/>
                    </a:lnTo>
                    <a:lnTo>
                      <a:pt x="193" y="80"/>
                    </a:lnTo>
                    <a:lnTo>
                      <a:pt x="185" y="86"/>
                    </a:lnTo>
                    <a:lnTo>
                      <a:pt x="175" y="92"/>
                    </a:lnTo>
                    <a:lnTo>
                      <a:pt x="167" y="99"/>
                    </a:lnTo>
                    <a:lnTo>
                      <a:pt x="160" y="108"/>
                    </a:lnTo>
                    <a:lnTo>
                      <a:pt x="153" y="117"/>
                    </a:lnTo>
                    <a:lnTo>
                      <a:pt x="148" y="125"/>
                    </a:lnTo>
                    <a:lnTo>
                      <a:pt x="143" y="136"/>
                    </a:lnTo>
                    <a:lnTo>
                      <a:pt x="140" y="146"/>
                    </a:lnTo>
                    <a:lnTo>
                      <a:pt x="136" y="157"/>
                    </a:lnTo>
                    <a:lnTo>
                      <a:pt x="134" y="168"/>
                    </a:lnTo>
                    <a:lnTo>
                      <a:pt x="134" y="180"/>
                    </a:lnTo>
                    <a:lnTo>
                      <a:pt x="134" y="233"/>
                    </a:lnTo>
                    <a:lnTo>
                      <a:pt x="123" y="238"/>
                    </a:lnTo>
                    <a:lnTo>
                      <a:pt x="114" y="243"/>
                    </a:lnTo>
                    <a:lnTo>
                      <a:pt x="104" y="250"/>
                    </a:lnTo>
                    <a:lnTo>
                      <a:pt x="96" y="256"/>
                    </a:lnTo>
                    <a:lnTo>
                      <a:pt x="96" y="180"/>
                    </a:lnTo>
                    <a:lnTo>
                      <a:pt x="96" y="164"/>
                    </a:lnTo>
                    <a:lnTo>
                      <a:pt x="98" y="149"/>
                    </a:lnTo>
                    <a:lnTo>
                      <a:pt x="102" y="135"/>
                    </a:lnTo>
                    <a:lnTo>
                      <a:pt x="107" y="121"/>
                    </a:lnTo>
                    <a:lnTo>
                      <a:pt x="114" y="107"/>
                    </a:lnTo>
                    <a:lnTo>
                      <a:pt x="121" y="94"/>
                    </a:lnTo>
                    <a:lnTo>
                      <a:pt x="130" y="82"/>
                    </a:lnTo>
                    <a:lnTo>
                      <a:pt x="140" y="72"/>
                    </a:lnTo>
                    <a:lnTo>
                      <a:pt x="150" y="62"/>
                    </a:lnTo>
                    <a:lnTo>
                      <a:pt x="162" y="53"/>
                    </a:lnTo>
                    <a:lnTo>
                      <a:pt x="175" y="46"/>
                    </a:lnTo>
                    <a:lnTo>
                      <a:pt x="189" y="39"/>
                    </a:lnTo>
                    <a:lnTo>
                      <a:pt x="203" y="34"/>
                    </a:lnTo>
                    <a:lnTo>
                      <a:pt x="217" y="31"/>
                    </a:lnTo>
                    <a:lnTo>
                      <a:pt x="232" y="28"/>
                    </a:lnTo>
                    <a:lnTo>
                      <a:pt x="248" y="28"/>
                    </a:lnTo>
                    <a:lnTo>
                      <a:pt x="263" y="28"/>
                    </a:lnTo>
                    <a:lnTo>
                      <a:pt x="279" y="31"/>
                    </a:lnTo>
                    <a:lnTo>
                      <a:pt x="293" y="34"/>
                    </a:lnTo>
                    <a:lnTo>
                      <a:pt x="307" y="39"/>
                    </a:lnTo>
                    <a:lnTo>
                      <a:pt x="321" y="46"/>
                    </a:lnTo>
                    <a:lnTo>
                      <a:pt x="333" y="53"/>
                    </a:lnTo>
                    <a:lnTo>
                      <a:pt x="344" y="62"/>
                    </a:lnTo>
                    <a:lnTo>
                      <a:pt x="355" y="72"/>
                    </a:lnTo>
                    <a:lnTo>
                      <a:pt x="366" y="82"/>
                    </a:lnTo>
                    <a:lnTo>
                      <a:pt x="374" y="94"/>
                    </a:lnTo>
                    <a:lnTo>
                      <a:pt x="382" y="107"/>
                    </a:lnTo>
                    <a:lnTo>
                      <a:pt x="388" y="121"/>
                    </a:lnTo>
                    <a:lnTo>
                      <a:pt x="394" y="135"/>
                    </a:lnTo>
                    <a:lnTo>
                      <a:pt x="397" y="149"/>
                    </a:lnTo>
                    <a:lnTo>
                      <a:pt x="400" y="164"/>
                    </a:lnTo>
                    <a:lnTo>
                      <a:pt x="400" y="180"/>
                    </a:lnTo>
                    <a:lnTo>
                      <a:pt x="400" y="25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244">
                <a:extLst>
                  <a:ext uri="{FF2B5EF4-FFF2-40B4-BE49-F238E27FC236}">
                    <a16:creationId xmlns:a16="http://schemas.microsoft.com/office/drawing/2014/main" id="{788FA155-632E-4B3A-B9B5-6627D3AB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6239" y="3476626"/>
                <a:ext cx="14288" cy="14288"/>
              </a:xfrm>
              <a:custGeom>
                <a:avLst/>
                <a:gdLst>
                  <a:gd name="T0" fmla="*/ 24 w 27"/>
                  <a:gd name="T1" fmla="*/ 4 h 28"/>
                  <a:gd name="T2" fmla="*/ 18 w 27"/>
                  <a:gd name="T3" fmla="*/ 1 h 28"/>
                  <a:gd name="T4" fmla="*/ 14 w 27"/>
                  <a:gd name="T5" fmla="*/ 0 h 28"/>
                  <a:gd name="T6" fmla="*/ 9 w 27"/>
                  <a:gd name="T7" fmla="*/ 1 h 28"/>
                  <a:gd name="T8" fmla="*/ 3 w 27"/>
                  <a:gd name="T9" fmla="*/ 4 h 28"/>
                  <a:gd name="T10" fmla="*/ 1 w 27"/>
                  <a:gd name="T11" fmla="*/ 9 h 28"/>
                  <a:gd name="T12" fmla="*/ 0 w 27"/>
                  <a:gd name="T13" fmla="*/ 14 h 28"/>
                  <a:gd name="T14" fmla="*/ 1 w 27"/>
                  <a:gd name="T15" fmla="*/ 19 h 28"/>
                  <a:gd name="T16" fmla="*/ 3 w 27"/>
                  <a:gd name="T17" fmla="*/ 24 h 28"/>
                  <a:gd name="T18" fmla="*/ 9 w 27"/>
                  <a:gd name="T19" fmla="*/ 27 h 28"/>
                  <a:gd name="T20" fmla="*/ 14 w 27"/>
                  <a:gd name="T21" fmla="*/ 28 h 28"/>
                  <a:gd name="T22" fmla="*/ 18 w 27"/>
                  <a:gd name="T23" fmla="*/ 27 h 28"/>
                  <a:gd name="T24" fmla="*/ 24 w 27"/>
                  <a:gd name="T25" fmla="*/ 24 h 28"/>
                  <a:gd name="T26" fmla="*/ 26 w 27"/>
                  <a:gd name="T27" fmla="*/ 19 h 28"/>
                  <a:gd name="T28" fmla="*/ 27 w 27"/>
                  <a:gd name="T29" fmla="*/ 14 h 28"/>
                  <a:gd name="T30" fmla="*/ 26 w 27"/>
                  <a:gd name="T31" fmla="*/ 9 h 28"/>
                  <a:gd name="T32" fmla="*/ 24 w 27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8">
                    <a:moveTo>
                      <a:pt x="24" y="4"/>
                    </a:moveTo>
                    <a:lnTo>
                      <a:pt x="18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8" y="27"/>
                    </a:lnTo>
                    <a:lnTo>
                      <a:pt x="24" y="24"/>
                    </a:lnTo>
                    <a:lnTo>
                      <a:pt x="26" y="19"/>
                    </a:lnTo>
                    <a:lnTo>
                      <a:pt x="27" y="14"/>
                    </a:lnTo>
                    <a:lnTo>
                      <a:pt x="26" y="9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245">
                <a:extLst>
                  <a:ext uri="{FF2B5EF4-FFF2-40B4-BE49-F238E27FC236}">
                    <a16:creationId xmlns:a16="http://schemas.microsoft.com/office/drawing/2014/main" id="{F756E634-CF84-4EEB-80E1-F2D32245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2576" y="3381376"/>
                <a:ext cx="106363" cy="87313"/>
              </a:xfrm>
              <a:custGeom>
                <a:avLst/>
                <a:gdLst>
                  <a:gd name="T0" fmla="*/ 201 w 201"/>
                  <a:gd name="T1" fmla="*/ 148 h 165"/>
                  <a:gd name="T2" fmla="*/ 196 w 201"/>
                  <a:gd name="T3" fmla="*/ 132 h 165"/>
                  <a:gd name="T4" fmla="*/ 191 w 201"/>
                  <a:gd name="T5" fmla="*/ 118 h 165"/>
                  <a:gd name="T6" fmla="*/ 183 w 201"/>
                  <a:gd name="T7" fmla="*/ 103 h 165"/>
                  <a:gd name="T8" fmla="*/ 176 w 201"/>
                  <a:gd name="T9" fmla="*/ 89 h 165"/>
                  <a:gd name="T10" fmla="*/ 166 w 201"/>
                  <a:gd name="T11" fmla="*/ 76 h 165"/>
                  <a:gd name="T12" fmla="*/ 157 w 201"/>
                  <a:gd name="T13" fmla="*/ 64 h 165"/>
                  <a:gd name="T14" fmla="*/ 146 w 201"/>
                  <a:gd name="T15" fmla="*/ 52 h 165"/>
                  <a:gd name="T16" fmla="*/ 134 w 201"/>
                  <a:gd name="T17" fmla="*/ 42 h 165"/>
                  <a:gd name="T18" fmla="*/ 120 w 201"/>
                  <a:gd name="T19" fmla="*/ 32 h 165"/>
                  <a:gd name="T20" fmla="*/ 106 w 201"/>
                  <a:gd name="T21" fmla="*/ 25 h 165"/>
                  <a:gd name="T22" fmla="*/ 92 w 201"/>
                  <a:gd name="T23" fmla="*/ 17 h 165"/>
                  <a:gd name="T24" fmla="*/ 77 w 201"/>
                  <a:gd name="T25" fmla="*/ 11 h 165"/>
                  <a:gd name="T26" fmla="*/ 62 w 201"/>
                  <a:gd name="T27" fmla="*/ 6 h 165"/>
                  <a:gd name="T28" fmla="*/ 46 w 201"/>
                  <a:gd name="T29" fmla="*/ 3 h 165"/>
                  <a:gd name="T30" fmla="*/ 30 w 201"/>
                  <a:gd name="T31" fmla="*/ 1 h 165"/>
                  <a:gd name="T32" fmla="*/ 14 w 201"/>
                  <a:gd name="T33" fmla="*/ 0 h 165"/>
                  <a:gd name="T34" fmla="*/ 9 w 201"/>
                  <a:gd name="T35" fmla="*/ 1 h 165"/>
                  <a:gd name="T36" fmla="*/ 4 w 201"/>
                  <a:gd name="T37" fmla="*/ 4 h 165"/>
                  <a:gd name="T38" fmla="*/ 1 w 201"/>
                  <a:gd name="T39" fmla="*/ 8 h 165"/>
                  <a:gd name="T40" fmla="*/ 0 w 201"/>
                  <a:gd name="T41" fmla="*/ 14 h 165"/>
                  <a:gd name="T42" fmla="*/ 1 w 201"/>
                  <a:gd name="T43" fmla="*/ 19 h 165"/>
                  <a:gd name="T44" fmla="*/ 4 w 201"/>
                  <a:gd name="T45" fmla="*/ 24 h 165"/>
                  <a:gd name="T46" fmla="*/ 9 w 201"/>
                  <a:gd name="T47" fmla="*/ 27 h 165"/>
                  <a:gd name="T48" fmla="*/ 14 w 201"/>
                  <a:gd name="T49" fmla="*/ 28 h 165"/>
                  <a:gd name="T50" fmla="*/ 28 w 201"/>
                  <a:gd name="T51" fmla="*/ 29 h 165"/>
                  <a:gd name="T52" fmla="*/ 42 w 201"/>
                  <a:gd name="T53" fmla="*/ 30 h 165"/>
                  <a:gd name="T54" fmla="*/ 56 w 201"/>
                  <a:gd name="T55" fmla="*/ 33 h 165"/>
                  <a:gd name="T56" fmla="*/ 69 w 201"/>
                  <a:gd name="T57" fmla="*/ 37 h 165"/>
                  <a:gd name="T58" fmla="*/ 81 w 201"/>
                  <a:gd name="T59" fmla="*/ 42 h 165"/>
                  <a:gd name="T60" fmla="*/ 93 w 201"/>
                  <a:gd name="T61" fmla="*/ 48 h 165"/>
                  <a:gd name="T62" fmla="*/ 105 w 201"/>
                  <a:gd name="T63" fmla="*/ 56 h 165"/>
                  <a:gd name="T64" fmla="*/ 116 w 201"/>
                  <a:gd name="T65" fmla="*/ 63 h 165"/>
                  <a:gd name="T66" fmla="*/ 125 w 201"/>
                  <a:gd name="T67" fmla="*/ 72 h 165"/>
                  <a:gd name="T68" fmla="*/ 135 w 201"/>
                  <a:gd name="T69" fmla="*/ 81 h 165"/>
                  <a:gd name="T70" fmla="*/ 144 w 201"/>
                  <a:gd name="T71" fmla="*/ 92 h 165"/>
                  <a:gd name="T72" fmla="*/ 151 w 201"/>
                  <a:gd name="T73" fmla="*/ 103 h 165"/>
                  <a:gd name="T74" fmla="*/ 159 w 201"/>
                  <a:gd name="T75" fmla="*/ 115 h 165"/>
                  <a:gd name="T76" fmla="*/ 164 w 201"/>
                  <a:gd name="T77" fmla="*/ 128 h 165"/>
                  <a:gd name="T78" fmla="*/ 169 w 201"/>
                  <a:gd name="T79" fmla="*/ 141 h 165"/>
                  <a:gd name="T80" fmla="*/ 174 w 201"/>
                  <a:gd name="T81" fmla="*/ 154 h 165"/>
                  <a:gd name="T82" fmla="*/ 175 w 201"/>
                  <a:gd name="T83" fmla="*/ 159 h 165"/>
                  <a:gd name="T84" fmla="*/ 178 w 201"/>
                  <a:gd name="T85" fmla="*/ 162 h 165"/>
                  <a:gd name="T86" fmla="*/ 182 w 201"/>
                  <a:gd name="T87" fmla="*/ 164 h 165"/>
                  <a:gd name="T88" fmla="*/ 187 w 201"/>
                  <a:gd name="T89" fmla="*/ 165 h 165"/>
                  <a:gd name="T90" fmla="*/ 189 w 201"/>
                  <a:gd name="T91" fmla="*/ 164 h 165"/>
                  <a:gd name="T92" fmla="*/ 190 w 201"/>
                  <a:gd name="T93" fmla="*/ 164 h 165"/>
                  <a:gd name="T94" fmla="*/ 195 w 201"/>
                  <a:gd name="T95" fmla="*/ 162 h 165"/>
                  <a:gd name="T96" fmla="*/ 198 w 201"/>
                  <a:gd name="T97" fmla="*/ 158 h 165"/>
                  <a:gd name="T98" fmla="*/ 201 w 201"/>
                  <a:gd name="T99" fmla="*/ 153 h 165"/>
                  <a:gd name="T100" fmla="*/ 201 w 201"/>
                  <a:gd name="T101" fmla="*/ 14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" h="165">
                    <a:moveTo>
                      <a:pt x="201" y="148"/>
                    </a:moveTo>
                    <a:lnTo>
                      <a:pt x="196" y="132"/>
                    </a:lnTo>
                    <a:lnTo>
                      <a:pt x="191" y="118"/>
                    </a:lnTo>
                    <a:lnTo>
                      <a:pt x="183" y="103"/>
                    </a:lnTo>
                    <a:lnTo>
                      <a:pt x="176" y="89"/>
                    </a:lnTo>
                    <a:lnTo>
                      <a:pt x="166" y="76"/>
                    </a:lnTo>
                    <a:lnTo>
                      <a:pt x="157" y="64"/>
                    </a:lnTo>
                    <a:lnTo>
                      <a:pt x="146" y="52"/>
                    </a:lnTo>
                    <a:lnTo>
                      <a:pt x="134" y="42"/>
                    </a:lnTo>
                    <a:lnTo>
                      <a:pt x="120" y="32"/>
                    </a:lnTo>
                    <a:lnTo>
                      <a:pt x="106" y="25"/>
                    </a:lnTo>
                    <a:lnTo>
                      <a:pt x="92" y="17"/>
                    </a:lnTo>
                    <a:lnTo>
                      <a:pt x="77" y="11"/>
                    </a:lnTo>
                    <a:lnTo>
                      <a:pt x="62" y="6"/>
                    </a:lnTo>
                    <a:lnTo>
                      <a:pt x="46" y="3"/>
                    </a:lnTo>
                    <a:lnTo>
                      <a:pt x="3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8" y="29"/>
                    </a:lnTo>
                    <a:lnTo>
                      <a:pt x="42" y="30"/>
                    </a:lnTo>
                    <a:lnTo>
                      <a:pt x="56" y="33"/>
                    </a:lnTo>
                    <a:lnTo>
                      <a:pt x="69" y="37"/>
                    </a:lnTo>
                    <a:lnTo>
                      <a:pt x="81" y="42"/>
                    </a:lnTo>
                    <a:lnTo>
                      <a:pt x="93" y="48"/>
                    </a:lnTo>
                    <a:lnTo>
                      <a:pt x="105" y="56"/>
                    </a:lnTo>
                    <a:lnTo>
                      <a:pt x="116" y="63"/>
                    </a:lnTo>
                    <a:lnTo>
                      <a:pt x="125" y="72"/>
                    </a:lnTo>
                    <a:lnTo>
                      <a:pt x="135" y="81"/>
                    </a:lnTo>
                    <a:lnTo>
                      <a:pt x="144" y="92"/>
                    </a:lnTo>
                    <a:lnTo>
                      <a:pt x="151" y="103"/>
                    </a:lnTo>
                    <a:lnTo>
                      <a:pt x="159" y="115"/>
                    </a:lnTo>
                    <a:lnTo>
                      <a:pt x="164" y="128"/>
                    </a:lnTo>
                    <a:lnTo>
                      <a:pt x="169" y="141"/>
                    </a:lnTo>
                    <a:lnTo>
                      <a:pt x="174" y="154"/>
                    </a:lnTo>
                    <a:lnTo>
                      <a:pt x="175" y="159"/>
                    </a:lnTo>
                    <a:lnTo>
                      <a:pt x="178" y="162"/>
                    </a:lnTo>
                    <a:lnTo>
                      <a:pt x="182" y="164"/>
                    </a:lnTo>
                    <a:lnTo>
                      <a:pt x="187" y="165"/>
                    </a:lnTo>
                    <a:lnTo>
                      <a:pt x="189" y="164"/>
                    </a:lnTo>
                    <a:lnTo>
                      <a:pt x="190" y="164"/>
                    </a:lnTo>
                    <a:lnTo>
                      <a:pt x="195" y="162"/>
                    </a:lnTo>
                    <a:lnTo>
                      <a:pt x="198" y="158"/>
                    </a:lnTo>
                    <a:lnTo>
                      <a:pt x="201" y="153"/>
                    </a:lnTo>
                    <a:lnTo>
                      <a:pt x="201" y="14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246">
                <a:extLst>
                  <a:ext uri="{FF2B5EF4-FFF2-40B4-BE49-F238E27FC236}">
                    <a16:creationId xmlns:a16="http://schemas.microsoft.com/office/drawing/2014/main" id="{12BCF73A-05C2-473F-9DEE-192D0DEE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5576" y="3476626"/>
                <a:ext cx="15875" cy="14288"/>
              </a:xfrm>
              <a:custGeom>
                <a:avLst/>
                <a:gdLst>
                  <a:gd name="T0" fmla="*/ 15 w 29"/>
                  <a:gd name="T1" fmla="*/ 0 h 28"/>
                  <a:gd name="T2" fmla="*/ 14 w 29"/>
                  <a:gd name="T3" fmla="*/ 0 h 28"/>
                  <a:gd name="T4" fmla="*/ 8 w 29"/>
                  <a:gd name="T5" fmla="*/ 1 h 28"/>
                  <a:gd name="T6" fmla="*/ 4 w 29"/>
                  <a:gd name="T7" fmla="*/ 4 h 28"/>
                  <a:gd name="T8" fmla="*/ 1 w 29"/>
                  <a:gd name="T9" fmla="*/ 9 h 28"/>
                  <a:gd name="T10" fmla="*/ 0 w 29"/>
                  <a:gd name="T11" fmla="*/ 14 h 28"/>
                  <a:gd name="T12" fmla="*/ 1 w 29"/>
                  <a:gd name="T13" fmla="*/ 19 h 28"/>
                  <a:gd name="T14" fmla="*/ 4 w 29"/>
                  <a:gd name="T15" fmla="*/ 24 h 28"/>
                  <a:gd name="T16" fmla="*/ 8 w 29"/>
                  <a:gd name="T17" fmla="*/ 27 h 28"/>
                  <a:gd name="T18" fmla="*/ 14 w 29"/>
                  <a:gd name="T19" fmla="*/ 28 h 28"/>
                  <a:gd name="T20" fmla="*/ 15 w 29"/>
                  <a:gd name="T21" fmla="*/ 28 h 28"/>
                  <a:gd name="T22" fmla="*/ 20 w 29"/>
                  <a:gd name="T23" fmla="*/ 27 h 28"/>
                  <a:gd name="T24" fmla="*/ 24 w 29"/>
                  <a:gd name="T25" fmla="*/ 24 h 28"/>
                  <a:gd name="T26" fmla="*/ 28 w 29"/>
                  <a:gd name="T27" fmla="*/ 19 h 28"/>
                  <a:gd name="T28" fmla="*/ 29 w 29"/>
                  <a:gd name="T29" fmla="*/ 14 h 28"/>
                  <a:gd name="T30" fmla="*/ 28 w 29"/>
                  <a:gd name="T31" fmla="*/ 9 h 28"/>
                  <a:gd name="T32" fmla="*/ 24 w 29"/>
                  <a:gd name="T33" fmla="*/ 4 h 28"/>
                  <a:gd name="T34" fmla="*/ 20 w 29"/>
                  <a:gd name="T35" fmla="*/ 1 h 28"/>
                  <a:gd name="T36" fmla="*/ 15 w 29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8">
                    <a:moveTo>
                      <a:pt x="15" y="0"/>
                    </a:move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5" y="28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8" y="19"/>
                    </a:lnTo>
                    <a:lnTo>
                      <a:pt x="29" y="14"/>
                    </a:lnTo>
                    <a:lnTo>
                      <a:pt x="28" y="9"/>
                    </a:lnTo>
                    <a:lnTo>
                      <a:pt x="24" y="4"/>
                    </a:lnTo>
                    <a:lnTo>
                      <a:pt x="2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48412A7-398D-4E16-BE1F-E8C3A7ACE1FE}"/>
              </a:ext>
            </a:extLst>
          </p:cNvPr>
          <p:cNvGrpSpPr/>
          <p:nvPr/>
        </p:nvGrpSpPr>
        <p:grpSpPr>
          <a:xfrm>
            <a:off x="5676900" y="3164240"/>
            <a:ext cx="838200" cy="838196"/>
            <a:chOff x="5676900" y="3164240"/>
            <a:chExt cx="838200" cy="838196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B63FBC19-BD41-4AEB-A44D-C4C56771E20E}"/>
                </a:ext>
              </a:extLst>
            </p:cNvPr>
            <p:cNvSpPr/>
            <p:nvPr/>
          </p:nvSpPr>
          <p:spPr>
            <a:xfrm>
              <a:off x="5676900" y="3164240"/>
              <a:ext cx="838200" cy="838196"/>
            </a:xfrm>
            <a:prstGeom prst="ellipse">
              <a:avLst/>
            </a:prstGeom>
            <a:gradFill flip="none" rotWithShape="1">
              <a:gsLst>
                <a:gs pos="99000">
                  <a:schemeClr val="accent3"/>
                </a:gs>
                <a:gs pos="0">
                  <a:schemeClr val="accent4">
                    <a:alpha val="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13A32663-E0C6-4CD9-BCD9-3D140A680856}"/>
                </a:ext>
              </a:extLst>
            </p:cNvPr>
            <p:cNvGrpSpPr/>
            <p:nvPr/>
          </p:nvGrpSpPr>
          <p:grpSpPr>
            <a:xfrm>
              <a:off x="5907881" y="3395219"/>
              <a:ext cx="376238" cy="376238"/>
              <a:chOff x="6391276" y="5438776"/>
              <a:chExt cx="376238" cy="376238"/>
            </a:xfrm>
          </p:grpSpPr>
          <p:sp>
            <p:nvSpPr>
              <p:cNvPr id="41" name="Freeform 364">
                <a:extLst>
                  <a:ext uri="{FF2B5EF4-FFF2-40B4-BE49-F238E27FC236}">
                    <a16:creationId xmlns:a16="http://schemas.microsoft.com/office/drawing/2014/main" id="{52377DF6-86B2-4AE0-B22B-71393B93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714" y="5505451"/>
                <a:ext cx="15875" cy="15875"/>
              </a:xfrm>
              <a:custGeom>
                <a:avLst/>
                <a:gdLst>
                  <a:gd name="T0" fmla="*/ 25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2 w 28"/>
                  <a:gd name="T11" fmla="*/ 9 h 28"/>
                  <a:gd name="T12" fmla="*/ 0 w 28"/>
                  <a:gd name="T13" fmla="*/ 14 h 28"/>
                  <a:gd name="T14" fmla="*/ 2 w 28"/>
                  <a:gd name="T15" fmla="*/ 19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5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5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5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5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365">
                <a:extLst>
                  <a:ext uri="{FF2B5EF4-FFF2-40B4-BE49-F238E27FC236}">
                    <a16:creationId xmlns:a16="http://schemas.microsoft.com/office/drawing/2014/main" id="{1E888F90-5FCD-42CD-B47C-E524B05B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714" y="5537201"/>
                <a:ext cx="15875" cy="68263"/>
              </a:xfrm>
              <a:custGeom>
                <a:avLst/>
                <a:gdLst>
                  <a:gd name="T0" fmla="*/ 14 w 28"/>
                  <a:gd name="T1" fmla="*/ 0 h 128"/>
                  <a:gd name="T2" fmla="*/ 9 w 28"/>
                  <a:gd name="T3" fmla="*/ 1 h 128"/>
                  <a:gd name="T4" fmla="*/ 5 w 28"/>
                  <a:gd name="T5" fmla="*/ 3 h 128"/>
                  <a:gd name="T6" fmla="*/ 3 w 28"/>
                  <a:gd name="T7" fmla="*/ 8 h 128"/>
                  <a:gd name="T8" fmla="*/ 0 w 28"/>
                  <a:gd name="T9" fmla="*/ 13 h 128"/>
                  <a:gd name="T10" fmla="*/ 0 w 28"/>
                  <a:gd name="T11" fmla="*/ 114 h 128"/>
                  <a:gd name="T12" fmla="*/ 3 w 28"/>
                  <a:gd name="T13" fmla="*/ 119 h 128"/>
                  <a:gd name="T14" fmla="*/ 5 w 28"/>
                  <a:gd name="T15" fmla="*/ 125 h 128"/>
                  <a:gd name="T16" fmla="*/ 9 w 28"/>
                  <a:gd name="T17" fmla="*/ 127 h 128"/>
                  <a:gd name="T18" fmla="*/ 14 w 28"/>
                  <a:gd name="T19" fmla="*/ 128 h 128"/>
                  <a:gd name="T20" fmla="*/ 20 w 28"/>
                  <a:gd name="T21" fmla="*/ 127 h 128"/>
                  <a:gd name="T22" fmla="*/ 25 w 28"/>
                  <a:gd name="T23" fmla="*/ 125 h 128"/>
                  <a:gd name="T24" fmla="*/ 27 w 28"/>
                  <a:gd name="T25" fmla="*/ 119 h 128"/>
                  <a:gd name="T26" fmla="*/ 28 w 28"/>
                  <a:gd name="T27" fmla="*/ 114 h 128"/>
                  <a:gd name="T28" fmla="*/ 28 w 28"/>
                  <a:gd name="T29" fmla="*/ 13 h 128"/>
                  <a:gd name="T30" fmla="*/ 27 w 28"/>
                  <a:gd name="T31" fmla="*/ 8 h 128"/>
                  <a:gd name="T32" fmla="*/ 25 w 28"/>
                  <a:gd name="T33" fmla="*/ 3 h 128"/>
                  <a:gd name="T34" fmla="*/ 20 w 28"/>
                  <a:gd name="T35" fmla="*/ 1 h 128"/>
                  <a:gd name="T36" fmla="*/ 14 w 28"/>
                  <a:gd name="T3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128">
                    <a:moveTo>
                      <a:pt x="14" y="0"/>
                    </a:moveTo>
                    <a:lnTo>
                      <a:pt x="9" y="1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14"/>
                    </a:lnTo>
                    <a:lnTo>
                      <a:pt x="3" y="119"/>
                    </a:lnTo>
                    <a:lnTo>
                      <a:pt x="5" y="125"/>
                    </a:lnTo>
                    <a:lnTo>
                      <a:pt x="9" y="127"/>
                    </a:lnTo>
                    <a:lnTo>
                      <a:pt x="14" y="128"/>
                    </a:lnTo>
                    <a:lnTo>
                      <a:pt x="20" y="127"/>
                    </a:lnTo>
                    <a:lnTo>
                      <a:pt x="25" y="125"/>
                    </a:lnTo>
                    <a:lnTo>
                      <a:pt x="27" y="119"/>
                    </a:lnTo>
                    <a:lnTo>
                      <a:pt x="28" y="114"/>
                    </a:lnTo>
                    <a:lnTo>
                      <a:pt x="28" y="13"/>
                    </a:lnTo>
                    <a:lnTo>
                      <a:pt x="27" y="8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3" name="Freeform 366">
                <a:extLst>
                  <a:ext uri="{FF2B5EF4-FFF2-40B4-BE49-F238E27FC236}">
                    <a16:creationId xmlns:a16="http://schemas.microsoft.com/office/drawing/2014/main" id="{DD90DE64-4F4B-4F65-A52F-66411A6E81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37314" y="5438776"/>
                <a:ext cx="284163" cy="376238"/>
              </a:xfrm>
              <a:custGeom>
                <a:avLst/>
                <a:gdLst>
                  <a:gd name="T0" fmla="*/ 368 w 536"/>
                  <a:gd name="T1" fmla="*/ 94 h 712"/>
                  <a:gd name="T2" fmla="*/ 387 w 536"/>
                  <a:gd name="T3" fmla="*/ 82 h 712"/>
                  <a:gd name="T4" fmla="*/ 399 w 536"/>
                  <a:gd name="T5" fmla="*/ 64 h 712"/>
                  <a:gd name="T6" fmla="*/ 400 w 536"/>
                  <a:gd name="T7" fmla="*/ 39 h 712"/>
                  <a:gd name="T8" fmla="*/ 387 w 536"/>
                  <a:gd name="T9" fmla="*/ 14 h 712"/>
                  <a:gd name="T10" fmla="*/ 364 w 536"/>
                  <a:gd name="T11" fmla="*/ 1 h 712"/>
                  <a:gd name="T12" fmla="*/ 173 w 536"/>
                  <a:gd name="T13" fmla="*/ 1 h 712"/>
                  <a:gd name="T14" fmla="*/ 149 w 536"/>
                  <a:gd name="T15" fmla="*/ 14 h 712"/>
                  <a:gd name="T16" fmla="*/ 136 w 536"/>
                  <a:gd name="T17" fmla="*/ 39 h 712"/>
                  <a:gd name="T18" fmla="*/ 137 w 536"/>
                  <a:gd name="T19" fmla="*/ 64 h 712"/>
                  <a:gd name="T20" fmla="*/ 149 w 536"/>
                  <a:gd name="T21" fmla="*/ 82 h 712"/>
                  <a:gd name="T22" fmla="*/ 168 w 536"/>
                  <a:gd name="T23" fmla="*/ 94 h 712"/>
                  <a:gd name="T24" fmla="*/ 110 w 536"/>
                  <a:gd name="T25" fmla="*/ 452 h 712"/>
                  <a:gd name="T26" fmla="*/ 117 w 536"/>
                  <a:gd name="T27" fmla="*/ 466 h 712"/>
                  <a:gd name="T28" fmla="*/ 128 w 536"/>
                  <a:gd name="T29" fmla="*/ 467 h 712"/>
                  <a:gd name="T30" fmla="*/ 136 w 536"/>
                  <a:gd name="T31" fmla="*/ 461 h 712"/>
                  <a:gd name="T32" fmla="*/ 191 w 536"/>
                  <a:gd name="T33" fmla="*/ 368 h 712"/>
                  <a:gd name="T34" fmla="*/ 221 w 536"/>
                  <a:gd name="T35" fmla="*/ 357 h 712"/>
                  <a:gd name="T36" fmla="*/ 237 w 536"/>
                  <a:gd name="T37" fmla="*/ 357 h 712"/>
                  <a:gd name="T38" fmla="*/ 253 w 536"/>
                  <a:gd name="T39" fmla="*/ 363 h 712"/>
                  <a:gd name="T40" fmla="*/ 268 w 536"/>
                  <a:gd name="T41" fmla="*/ 375 h 712"/>
                  <a:gd name="T42" fmla="*/ 290 w 536"/>
                  <a:gd name="T43" fmla="*/ 383 h 712"/>
                  <a:gd name="T44" fmla="*/ 326 w 536"/>
                  <a:gd name="T45" fmla="*/ 380 h 712"/>
                  <a:gd name="T46" fmla="*/ 505 w 536"/>
                  <a:gd name="T47" fmla="*/ 642 h 712"/>
                  <a:gd name="T48" fmla="*/ 508 w 536"/>
                  <a:gd name="T49" fmla="*/ 664 h 712"/>
                  <a:gd name="T50" fmla="*/ 494 w 536"/>
                  <a:gd name="T51" fmla="*/ 681 h 712"/>
                  <a:gd name="T52" fmla="*/ 56 w 536"/>
                  <a:gd name="T53" fmla="*/ 684 h 712"/>
                  <a:gd name="T54" fmla="*/ 36 w 536"/>
                  <a:gd name="T55" fmla="*/ 677 h 712"/>
                  <a:gd name="T56" fmla="*/ 28 w 536"/>
                  <a:gd name="T57" fmla="*/ 656 h 712"/>
                  <a:gd name="T58" fmla="*/ 78 w 536"/>
                  <a:gd name="T59" fmla="*/ 561 h 712"/>
                  <a:gd name="T60" fmla="*/ 77 w 536"/>
                  <a:gd name="T61" fmla="*/ 546 h 712"/>
                  <a:gd name="T62" fmla="*/ 63 w 536"/>
                  <a:gd name="T63" fmla="*/ 540 h 712"/>
                  <a:gd name="T64" fmla="*/ 7 w 536"/>
                  <a:gd name="T65" fmla="*/ 628 h 712"/>
                  <a:gd name="T66" fmla="*/ 0 w 536"/>
                  <a:gd name="T67" fmla="*/ 649 h 712"/>
                  <a:gd name="T68" fmla="*/ 2 w 536"/>
                  <a:gd name="T69" fmla="*/ 670 h 712"/>
                  <a:gd name="T70" fmla="*/ 12 w 536"/>
                  <a:gd name="T71" fmla="*/ 691 h 712"/>
                  <a:gd name="T72" fmla="*/ 28 w 536"/>
                  <a:gd name="T73" fmla="*/ 704 h 712"/>
                  <a:gd name="T74" fmla="*/ 48 w 536"/>
                  <a:gd name="T75" fmla="*/ 712 h 712"/>
                  <a:gd name="T76" fmla="*/ 488 w 536"/>
                  <a:gd name="T77" fmla="*/ 712 h 712"/>
                  <a:gd name="T78" fmla="*/ 508 w 536"/>
                  <a:gd name="T79" fmla="*/ 704 h 712"/>
                  <a:gd name="T80" fmla="*/ 525 w 536"/>
                  <a:gd name="T81" fmla="*/ 691 h 712"/>
                  <a:gd name="T82" fmla="*/ 535 w 536"/>
                  <a:gd name="T83" fmla="*/ 670 h 712"/>
                  <a:gd name="T84" fmla="*/ 536 w 536"/>
                  <a:gd name="T85" fmla="*/ 649 h 712"/>
                  <a:gd name="T86" fmla="*/ 529 w 536"/>
                  <a:gd name="T87" fmla="*/ 628 h 712"/>
                  <a:gd name="T88" fmla="*/ 317 w 536"/>
                  <a:gd name="T89" fmla="*/ 353 h 712"/>
                  <a:gd name="T90" fmla="*/ 295 w 536"/>
                  <a:gd name="T91" fmla="*/ 357 h 712"/>
                  <a:gd name="T92" fmla="*/ 278 w 536"/>
                  <a:gd name="T93" fmla="*/ 347 h 712"/>
                  <a:gd name="T94" fmla="*/ 263 w 536"/>
                  <a:gd name="T95" fmla="*/ 336 h 712"/>
                  <a:gd name="T96" fmla="*/ 236 w 536"/>
                  <a:gd name="T97" fmla="*/ 329 h 712"/>
                  <a:gd name="T98" fmla="*/ 205 w 536"/>
                  <a:gd name="T99" fmla="*/ 332 h 712"/>
                  <a:gd name="T100" fmla="*/ 340 w 536"/>
                  <a:gd name="T101" fmla="*/ 95 h 712"/>
                  <a:gd name="T102" fmla="*/ 182 w 536"/>
                  <a:gd name="T103" fmla="*/ 68 h 712"/>
                  <a:gd name="T104" fmla="*/ 172 w 536"/>
                  <a:gd name="T105" fmla="*/ 65 h 712"/>
                  <a:gd name="T106" fmla="*/ 164 w 536"/>
                  <a:gd name="T107" fmla="*/ 56 h 712"/>
                  <a:gd name="T108" fmla="*/ 163 w 536"/>
                  <a:gd name="T109" fmla="*/ 44 h 712"/>
                  <a:gd name="T110" fmla="*/ 168 w 536"/>
                  <a:gd name="T111" fmla="*/ 35 h 712"/>
                  <a:gd name="T112" fmla="*/ 178 w 536"/>
                  <a:gd name="T113" fmla="*/ 29 h 712"/>
                  <a:gd name="T114" fmla="*/ 358 w 536"/>
                  <a:gd name="T115" fmla="*/ 29 h 712"/>
                  <a:gd name="T116" fmla="*/ 368 w 536"/>
                  <a:gd name="T117" fmla="*/ 35 h 712"/>
                  <a:gd name="T118" fmla="*/ 373 w 536"/>
                  <a:gd name="T119" fmla="*/ 44 h 712"/>
                  <a:gd name="T120" fmla="*/ 372 w 536"/>
                  <a:gd name="T121" fmla="*/ 56 h 712"/>
                  <a:gd name="T122" fmla="*/ 365 w 536"/>
                  <a:gd name="T123" fmla="*/ 65 h 712"/>
                  <a:gd name="T124" fmla="*/ 354 w 536"/>
                  <a:gd name="T125" fmla="*/ 68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6" h="712">
                    <a:moveTo>
                      <a:pt x="529" y="628"/>
                    </a:moveTo>
                    <a:lnTo>
                      <a:pt x="368" y="349"/>
                    </a:lnTo>
                    <a:lnTo>
                      <a:pt x="368" y="94"/>
                    </a:lnTo>
                    <a:lnTo>
                      <a:pt x="375" y="90"/>
                    </a:lnTo>
                    <a:lnTo>
                      <a:pt x="382" y="86"/>
                    </a:lnTo>
                    <a:lnTo>
                      <a:pt x="387" y="82"/>
                    </a:lnTo>
                    <a:lnTo>
                      <a:pt x="393" y="76"/>
                    </a:lnTo>
                    <a:lnTo>
                      <a:pt x="396" y="70"/>
                    </a:lnTo>
                    <a:lnTo>
                      <a:pt x="399" y="64"/>
                    </a:lnTo>
                    <a:lnTo>
                      <a:pt x="401" y="56"/>
                    </a:lnTo>
                    <a:lnTo>
                      <a:pt x="401" y="47"/>
                    </a:lnTo>
                    <a:lnTo>
                      <a:pt x="400" y="39"/>
                    </a:lnTo>
                    <a:lnTo>
                      <a:pt x="398" y="29"/>
                    </a:lnTo>
                    <a:lnTo>
                      <a:pt x="394" y="22"/>
                    </a:lnTo>
                    <a:lnTo>
                      <a:pt x="387" y="14"/>
                    </a:lnTo>
                    <a:lnTo>
                      <a:pt x="381" y="9"/>
                    </a:lnTo>
                    <a:lnTo>
                      <a:pt x="372" y="5"/>
                    </a:lnTo>
                    <a:lnTo>
                      <a:pt x="364" y="1"/>
                    </a:lnTo>
                    <a:lnTo>
                      <a:pt x="354" y="0"/>
                    </a:lnTo>
                    <a:lnTo>
                      <a:pt x="182" y="0"/>
                    </a:lnTo>
                    <a:lnTo>
                      <a:pt x="173" y="1"/>
                    </a:lnTo>
                    <a:lnTo>
                      <a:pt x="164" y="5"/>
                    </a:lnTo>
                    <a:lnTo>
                      <a:pt x="155" y="9"/>
                    </a:lnTo>
                    <a:lnTo>
                      <a:pt x="149" y="14"/>
                    </a:lnTo>
                    <a:lnTo>
                      <a:pt x="143" y="22"/>
                    </a:lnTo>
                    <a:lnTo>
                      <a:pt x="138" y="29"/>
                    </a:lnTo>
                    <a:lnTo>
                      <a:pt x="136" y="39"/>
                    </a:lnTo>
                    <a:lnTo>
                      <a:pt x="135" y="47"/>
                    </a:lnTo>
                    <a:lnTo>
                      <a:pt x="135" y="56"/>
                    </a:lnTo>
                    <a:lnTo>
                      <a:pt x="137" y="64"/>
                    </a:lnTo>
                    <a:lnTo>
                      <a:pt x="140" y="70"/>
                    </a:lnTo>
                    <a:lnTo>
                      <a:pt x="145" y="76"/>
                    </a:lnTo>
                    <a:lnTo>
                      <a:pt x="149" y="82"/>
                    </a:lnTo>
                    <a:lnTo>
                      <a:pt x="154" y="86"/>
                    </a:lnTo>
                    <a:lnTo>
                      <a:pt x="161" y="90"/>
                    </a:lnTo>
                    <a:lnTo>
                      <a:pt x="168" y="94"/>
                    </a:lnTo>
                    <a:lnTo>
                      <a:pt x="168" y="349"/>
                    </a:lnTo>
                    <a:lnTo>
                      <a:pt x="111" y="447"/>
                    </a:lnTo>
                    <a:lnTo>
                      <a:pt x="110" y="452"/>
                    </a:lnTo>
                    <a:lnTo>
                      <a:pt x="110" y="458"/>
                    </a:lnTo>
                    <a:lnTo>
                      <a:pt x="113" y="463"/>
                    </a:lnTo>
                    <a:lnTo>
                      <a:pt x="117" y="466"/>
                    </a:lnTo>
                    <a:lnTo>
                      <a:pt x="120" y="467"/>
                    </a:lnTo>
                    <a:lnTo>
                      <a:pt x="123" y="468"/>
                    </a:lnTo>
                    <a:lnTo>
                      <a:pt x="128" y="467"/>
                    </a:lnTo>
                    <a:lnTo>
                      <a:pt x="131" y="466"/>
                    </a:lnTo>
                    <a:lnTo>
                      <a:pt x="134" y="464"/>
                    </a:lnTo>
                    <a:lnTo>
                      <a:pt x="136" y="461"/>
                    </a:lnTo>
                    <a:lnTo>
                      <a:pt x="189" y="371"/>
                    </a:lnTo>
                    <a:lnTo>
                      <a:pt x="190" y="370"/>
                    </a:lnTo>
                    <a:lnTo>
                      <a:pt x="191" y="368"/>
                    </a:lnTo>
                    <a:lnTo>
                      <a:pt x="198" y="364"/>
                    </a:lnTo>
                    <a:lnTo>
                      <a:pt x="216" y="358"/>
                    </a:lnTo>
                    <a:lnTo>
                      <a:pt x="221" y="357"/>
                    </a:lnTo>
                    <a:lnTo>
                      <a:pt x="226" y="356"/>
                    </a:lnTo>
                    <a:lnTo>
                      <a:pt x="232" y="356"/>
                    </a:lnTo>
                    <a:lnTo>
                      <a:pt x="237" y="357"/>
                    </a:lnTo>
                    <a:lnTo>
                      <a:pt x="242" y="358"/>
                    </a:lnTo>
                    <a:lnTo>
                      <a:pt x="248" y="360"/>
                    </a:lnTo>
                    <a:lnTo>
                      <a:pt x="253" y="363"/>
                    </a:lnTo>
                    <a:lnTo>
                      <a:pt x="258" y="367"/>
                    </a:lnTo>
                    <a:lnTo>
                      <a:pt x="263" y="372"/>
                    </a:lnTo>
                    <a:lnTo>
                      <a:pt x="268" y="375"/>
                    </a:lnTo>
                    <a:lnTo>
                      <a:pt x="273" y="378"/>
                    </a:lnTo>
                    <a:lnTo>
                      <a:pt x="279" y="380"/>
                    </a:lnTo>
                    <a:lnTo>
                      <a:pt x="290" y="383"/>
                    </a:lnTo>
                    <a:lnTo>
                      <a:pt x="300" y="385"/>
                    </a:lnTo>
                    <a:lnTo>
                      <a:pt x="313" y="383"/>
                    </a:lnTo>
                    <a:lnTo>
                      <a:pt x="326" y="380"/>
                    </a:lnTo>
                    <a:lnTo>
                      <a:pt x="338" y="376"/>
                    </a:lnTo>
                    <a:lnTo>
                      <a:pt x="347" y="370"/>
                    </a:lnTo>
                    <a:lnTo>
                      <a:pt x="505" y="642"/>
                    </a:lnTo>
                    <a:lnTo>
                      <a:pt x="508" y="649"/>
                    </a:lnTo>
                    <a:lnTo>
                      <a:pt x="508" y="656"/>
                    </a:lnTo>
                    <a:lnTo>
                      <a:pt x="508" y="664"/>
                    </a:lnTo>
                    <a:lnTo>
                      <a:pt x="505" y="670"/>
                    </a:lnTo>
                    <a:lnTo>
                      <a:pt x="501" y="677"/>
                    </a:lnTo>
                    <a:lnTo>
                      <a:pt x="494" y="681"/>
                    </a:lnTo>
                    <a:lnTo>
                      <a:pt x="488" y="683"/>
                    </a:lnTo>
                    <a:lnTo>
                      <a:pt x="481" y="684"/>
                    </a:lnTo>
                    <a:lnTo>
                      <a:pt x="56" y="684"/>
                    </a:lnTo>
                    <a:lnTo>
                      <a:pt x="48" y="683"/>
                    </a:lnTo>
                    <a:lnTo>
                      <a:pt x="42" y="681"/>
                    </a:lnTo>
                    <a:lnTo>
                      <a:pt x="36" y="677"/>
                    </a:lnTo>
                    <a:lnTo>
                      <a:pt x="31" y="670"/>
                    </a:lnTo>
                    <a:lnTo>
                      <a:pt x="29" y="664"/>
                    </a:lnTo>
                    <a:lnTo>
                      <a:pt x="28" y="656"/>
                    </a:lnTo>
                    <a:lnTo>
                      <a:pt x="29" y="649"/>
                    </a:lnTo>
                    <a:lnTo>
                      <a:pt x="31" y="642"/>
                    </a:lnTo>
                    <a:lnTo>
                      <a:pt x="78" y="561"/>
                    </a:lnTo>
                    <a:lnTo>
                      <a:pt x="80" y="555"/>
                    </a:lnTo>
                    <a:lnTo>
                      <a:pt x="79" y="550"/>
                    </a:lnTo>
                    <a:lnTo>
                      <a:pt x="77" y="546"/>
                    </a:lnTo>
                    <a:lnTo>
                      <a:pt x="73" y="541"/>
                    </a:lnTo>
                    <a:lnTo>
                      <a:pt x="69" y="540"/>
                    </a:lnTo>
                    <a:lnTo>
                      <a:pt x="63" y="540"/>
                    </a:lnTo>
                    <a:lnTo>
                      <a:pt x="58" y="542"/>
                    </a:lnTo>
                    <a:lnTo>
                      <a:pt x="55" y="547"/>
                    </a:lnTo>
                    <a:lnTo>
                      <a:pt x="7" y="628"/>
                    </a:lnTo>
                    <a:lnTo>
                      <a:pt x="4" y="635"/>
                    </a:lnTo>
                    <a:lnTo>
                      <a:pt x="2" y="642"/>
                    </a:lnTo>
                    <a:lnTo>
                      <a:pt x="0" y="649"/>
                    </a:lnTo>
                    <a:lnTo>
                      <a:pt x="0" y="656"/>
                    </a:lnTo>
                    <a:lnTo>
                      <a:pt x="0" y="664"/>
                    </a:lnTo>
                    <a:lnTo>
                      <a:pt x="2" y="670"/>
                    </a:lnTo>
                    <a:lnTo>
                      <a:pt x="4" y="678"/>
                    </a:lnTo>
                    <a:lnTo>
                      <a:pt x="7" y="684"/>
                    </a:lnTo>
                    <a:lnTo>
                      <a:pt x="12" y="691"/>
                    </a:lnTo>
                    <a:lnTo>
                      <a:pt x="16" y="696"/>
                    </a:lnTo>
                    <a:lnTo>
                      <a:pt x="21" y="700"/>
                    </a:lnTo>
                    <a:lnTo>
                      <a:pt x="28" y="704"/>
                    </a:lnTo>
                    <a:lnTo>
                      <a:pt x="34" y="708"/>
                    </a:lnTo>
                    <a:lnTo>
                      <a:pt x="41" y="710"/>
                    </a:lnTo>
                    <a:lnTo>
                      <a:pt x="48" y="712"/>
                    </a:lnTo>
                    <a:lnTo>
                      <a:pt x="56" y="712"/>
                    </a:lnTo>
                    <a:lnTo>
                      <a:pt x="481" y="712"/>
                    </a:lnTo>
                    <a:lnTo>
                      <a:pt x="488" y="712"/>
                    </a:lnTo>
                    <a:lnTo>
                      <a:pt x="496" y="710"/>
                    </a:lnTo>
                    <a:lnTo>
                      <a:pt x="502" y="708"/>
                    </a:lnTo>
                    <a:lnTo>
                      <a:pt x="508" y="704"/>
                    </a:lnTo>
                    <a:lnTo>
                      <a:pt x="515" y="700"/>
                    </a:lnTo>
                    <a:lnTo>
                      <a:pt x="520" y="696"/>
                    </a:lnTo>
                    <a:lnTo>
                      <a:pt x="525" y="691"/>
                    </a:lnTo>
                    <a:lnTo>
                      <a:pt x="529" y="684"/>
                    </a:lnTo>
                    <a:lnTo>
                      <a:pt x="532" y="678"/>
                    </a:lnTo>
                    <a:lnTo>
                      <a:pt x="535" y="670"/>
                    </a:lnTo>
                    <a:lnTo>
                      <a:pt x="536" y="664"/>
                    </a:lnTo>
                    <a:lnTo>
                      <a:pt x="536" y="656"/>
                    </a:lnTo>
                    <a:lnTo>
                      <a:pt x="536" y="649"/>
                    </a:lnTo>
                    <a:lnTo>
                      <a:pt x="535" y="642"/>
                    </a:lnTo>
                    <a:lnTo>
                      <a:pt x="532" y="635"/>
                    </a:lnTo>
                    <a:lnTo>
                      <a:pt x="529" y="628"/>
                    </a:lnTo>
                    <a:close/>
                    <a:moveTo>
                      <a:pt x="340" y="342"/>
                    </a:moveTo>
                    <a:lnTo>
                      <a:pt x="331" y="347"/>
                    </a:lnTo>
                    <a:lnTo>
                      <a:pt x="317" y="353"/>
                    </a:lnTo>
                    <a:lnTo>
                      <a:pt x="309" y="356"/>
                    </a:lnTo>
                    <a:lnTo>
                      <a:pt x="301" y="357"/>
                    </a:lnTo>
                    <a:lnTo>
                      <a:pt x="295" y="357"/>
                    </a:lnTo>
                    <a:lnTo>
                      <a:pt x="290" y="356"/>
                    </a:lnTo>
                    <a:lnTo>
                      <a:pt x="282" y="351"/>
                    </a:lnTo>
                    <a:lnTo>
                      <a:pt x="278" y="347"/>
                    </a:lnTo>
                    <a:lnTo>
                      <a:pt x="272" y="343"/>
                    </a:lnTo>
                    <a:lnTo>
                      <a:pt x="268" y="339"/>
                    </a:lnTo>
                    <a:lnTo>
                      <a:pt x="263" y="336"/>
                    </a:lnTo>
                    <a:lnTo>
                      <a:pt x="257" y="334"/>
                    </a:lnTo>
                    <a:lnTo>
                      <a:pt x="247" y="330"/>
                    </a:lnTo>
                    <a:lnTo>
                      <a:pt x="236" y="329"/>
                    </a:lnTo>
                    <a:lnTo>
                      <a:pt x="225" y="329"/>
                    </a:lnTo>
                    <a:lnTo>
                      <a:pt x="216" y="330"/>
                    </a:lnTo>
                    <a:lnTo>
                      <a:pt x="205" y="332"/>
                    </a:lnTo>
                    <a:lnTo>
                      <a:pt x="196" y="335"/>
                    </a:lnTo>
                    <a:lnTo>
                      <a:pt x="196" y="95"/>
                    </a:lnTo>
                    <a:lnTo>
                      <a:pt x="340" y="95"/>
                    </a:lnTo>
                    <a:lnTo>
                      <a:pt x="340" y="342"/>
                    </a:lnTo>
                    <a:close/>
                    <a:moveTo>
                      <a:pt x="354" y="68"/>
                    </a:moveTo>
                    <a:lnTo>
                      <a:pt x="182" y="68"/>
                    </a:lnTo>
                    <a:lnTo>
                      <a:pt x="178" y="67"/>
                    </a:lnTo>
                    <a:lnTo>
                      <a:pt x="175" y="66"/>
                    </a:lnTo>
                    <a:lnTo>
                      <a:pt x="172" y="65"/>
                    </a:lnTo>
                    <a:lnTo>
                      <a:pt x="168" y="61"/>
                    </a:lnTo>
                    <a:lnTo>
                      <a:pt x="166" y="59"/>
                    </a:lnTo>
                    <a:lnTo>
                      <a:pt x="164" y="56"/>
                    </a:lnTo>
                    <a:lnTo>
                      <a:pt x="163" y="52"/>
                    </a:lnTo>
                    <a:lnTo>
                      <a:pt x="163" y="47"/>
                    </a:lnTo>
                    <a:lnTo>
                      <a:pt x="163" y="44"/>
                    </a:lnTo>
                    <a:lnTo>
                      <a:pt x="164" y="40"/>
                    </a:lnTo>
                    <a:lnTo>
                      <a:pt x="166" y="37"/>
                    </a:lnTo>
                    <a:lnTo>
                      <a:pt x="168" y="35"/>
                    </a:lnTo>
                    <a:lnTo>
                      <a:pt x="172" y="31"/>
                    </a:lnTo>
                    <a:lnTo>
                      <a:pt x="175" y="30"/>
                    </a:lnTo>
                    <a:lnTo>
                      <a:pt x="178" y="29"/>
                    </a:lnTo>
                    <a:lnTo>
                      <a:pt x="182" y="28"/>
                    </a:lnTo>
                    <a:lnTo>
                      <a:pt x="354" y="28"/>
                    </a:lnTo>
                    <a:lnTo>
                      <a:pt x="358" y="29"/>
                    </a:lnTo>
                    <a:lnTo>
                      <a:pt x="361" y="30"/>
                    </a:lnTo>
                    <a:lnTo>
                      <a:pt x="365" y="31"/>
                    </a:lnTo>
                    <a:lnTo>
                      <a:pt x="368" y="35"/>
                    </a:lnTo>
                    <a:lnTo>
                      <a:pt x="370" y="37"/>
                    </a:lnTo>
                    <a:lnTo>
                      <a:pt x="372" y="40"/>
                    </a:lnTo>
                    <a:lnTo>
                      <a:pt x="373" y="44"/>
                    </a:lnTo>
                    <a:lnTo>
                      <a:pt x="373" y="47"/>
                    </a:lnTo>
                    <a:lnTo>
                      <a:pt x="373" y="52"/>
                    </a:lnTo>
                    <a:lnTo>
                      <a:pt x="372" y="56"/>
                    </a:lnTo>
                    <a:lnTo>
                      <a:pt x="370" y="59"/>
                    </a:lnTo>
                    <a:lnTo>
                      <a:pt x="368" y="61"/>
                    </a:lnTo>
                    <a:lnTo>
                      <a:pt x="365" y="65"/>
                    </a:lnTo>
                    <a:lnTo>
                      <a:pt x="361" y="66"/>
                    </a:lnTo>
                    <a:lnTo>
                      <a:pt x="358" y="67"/>
                    </a:lnTo>
                    <a:lnTo>
                      <a:pt x="354" y="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4" name="Freeform 367">
                <a:extLst>
                  <a:ext uri="{FF2B5EF4-FFF2-40B4-BE49-F238E27FC236}">
                    <a16:creationId xmlns:a16="http://schemas.microsoft.com/office/drawing/2014/main" id="{1ABBE83A-BF44-4F58-A520-D2FDAC352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0176" y="5697538"/>
                <a:ext cx="15875" cy="14288"/>
              </a:xfrm>
              <a:custGeom>
                <a:avLst/>
                <a:gdLst>
                  <a:gd name="T0" fmla="*/ 25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5 w 28"/>
                  <a:gd name="T17" fmla="*/ 23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5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5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5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5" y="23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5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5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368">
                <a:extLst>
                  <a:ext uri="{FF2B5EF4-FFF2-40B4-BE49-F238E27FC236}">
                    <a16:creationId xmlns:a16="http://schemas.microsoft.com/office/drawing/2014/main" id="{2F39EA09-B4F1-4EEE-A470-4657F5CB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076" y="5461001"/>
                <a:ext cx="49213" cy="49213"/>
              </a:xfrm>
              <a:custGeom>
                <a:avLst/>
                <a:gdLst>
                  <a:gd name="T0" fmla="*/ 80 w 94"/>
                  <a:gd name="T1" fmla="*/ 33 h 95"/>
                  <a:gd name="T2" fmla="*/ 60 w 94"/>
                  <a:gd name="T3" fmla="*/ 33 h 95"/>
                  <a:gd name="T4" fmla="*/ 60 w 94"/>
                  <a:gd name="T5" fmla="*/ 14 h 95"/>
                  <a:gd name="T6" fmla="*/ 59 w 94"/>
                  <a:gd name="T7" fmla="*/ 9 h 95"/>
                  <a:gd name="T8" fmla="*/ 57 w 94"/>
                  <a:gd name="T9" fmla="*/ 4 h 95"/>
                  <a:gd name="T10" fmla="*/ 53 w 94"/>
                  <a:gd name="T11" fmla="*/ 1 h 95"/>
                  <a:gd name="T12" fmla="*/ 47 w 94"/>
                  <a:gd name="T13" fmla="*/ 0 h 95"/>
                  <a:gd name="T14" fmla="*/ 41 w 94"/>
                  <a:gd name="T15" fmla="*/ 1 h 95"/>
                  <a:gd name="T16" fmla="*/ 37 w 94"/>
                  <a:gd name="T17" fmla="*/ 4 h 95"/>
                  <a:gd name="T18" fmla="*/ 34 w 94"/>
                  <a:gd name="T19" fmla="*/ 9 h 95"/>
                  <a:gd name="T20" fmla="*/ 33 w 94"/>
                  <a:gd name="T21" fmla="*/ 14 h 95"/>
                  <a:gd name="T22" fmla="*/ 33 w 94"/>
                  <a:gd name="T23" fmla="*/ 33 h 95"/>
                  <a:gd name="T24" fmla="*/ 13 w 94"/>
                  <a:gd name="T25" fmla="*/ 33 h 95"/>
                  <a:gd name="T26" fmla="*/ 8 w 94"/>
                  <a:gd name="T27" fmla="*/ 34 h 95"/>
                  <a:gd name="T28" fmla="*/ 3 w 94"/>
                  <a:gd name="T29" fmla="*/ 38 h 95"/>
                  <a:gd name="T30" fmla="*/ 1 w 94"/>
                  <a:gd name="T31" fmla="*/ 42 h 95"/>
                  <a:gd name="T32" fmla="*/ 0 w 94"/>
                  <a:gd name="T33" fmla="*/ 47 h 95"/>
                  <a:gd name="T34" fmla="*/ 1 w 94"/>
                  <a:gd name="T35" fmla="*/ 53 h 95"/>
                  <a:gd name="T36" fmla="*/ 3 w 94"/>
                  <a:gd name="T37" fmla="*/ 57 h 95"/>
                  <a:gd name="T38" fmla="*/ 8 w 94"/>
                  <a:gd name="T39" fmla="*/ 60 h 95"/>
                  <a:gd name="T40" fmla="*/ 13 w 94"/>
                  <a:gd name="T41" fmla="*/ 61 h 95"/>
                  <a:gd name="T42" fmla="*/ 33 w 94"/>
                  <a:gd name="T43" fmla="*/ 61 h 95"/>
                  <a:gd name="T44" fmla="*/ 33 w 94"/>
                  <a:gd name="T45" fmla="*/ 81 h 95"/>
                  <a:gd name="T46" fmla="*/ 34 w 94"/>
                  <a:gd name="T47" fmla="*/ 86 h 95"/>
                  <a:gd name="T48" fmla="*/ 37 w 94"/>
                  <a:gd name="T49" fmla="*/ 91 h 95"/>
                  <a:gd name="T50" fmla="*/ 41 w 94"/>
                  <a:gd name="T51" fmla="*/ 93 h 95"/>
                  <a:gd name="T52" fmla="*/ 47 w 94"/>
                  <a:gd name="T53" fmla="*/ 95 h 95"/>
                  <a:gd name="T54" fmla="*/ 53 w 94"/>
                  <a:gd name="T55" fmla="*/ 93 h 95"/>
                  <a:gd name="T56" fmla="*/ 57 w 94"/>
                  <a:gd name="T57" fmla="*/ 91 h 95"/>
                  <a:gd name="T58" fmla="*/ 59 w 94"/>
                  <a:gd name="T59" fmla="*/ 86 h 95"/>
                  <a:gd name="T60" fmla="*/ 60 w 94"/>
                  <a:gd name="T61" fmla="*/ 81 h 95"/>
                  <a:gd name="T62" fmla="*/ 60 w 94"/>
                  <a:gd name="T63" fmla="*/ 61 h 95"/>
                  <a:gd name="T64" fmla="*/ 80 w 94"/>
                  <a:gd name="T65" fmla="*/ 61 h 95"/>
                  <a:gd name="T66" fmla="*/ 86 w 94"/>
                  <a:gd name="T67" fmla="*/ 60 h 95"/>
                  <a:gd name="T68" fmla="*/ 90 w 94"/>
                  <a:gd name="T69" fmla="*/ 57 h 95"/>
                  <a:gd name="T70" fmla="*/ 93 w 94"/>
                  <a:gd name="T71" fmla="*/ 53 h 95"/>
                  <a:gd name="T72" fmla="*/ 94 w 94"/>
                  <a:gd name="T73" fmla="*/ 47 h 95"/>
                  <a:gd name="T74" fmla="*/ 93 w 94"/>
                  <a:gd name="T75" fmla="*/ 42 h 95"/>
                  <a:gd name="T76" fmla="*/ 90 w 94"/>
                  <a:gd name="T77" fmla="*/ 38 h 95"/>
                  <a:gd name="T78" fmla="*/ 86 w 94"/>
                  <a:gd name="T79" fmla="*/ 34 h 95"/>
                  <a:gd name="T80" fmla="*/ 80 w 94"/>
                  <a:gd name="T81" fmla="*/ 3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95">
                    <a:moveTo>
                      <a:pt x="80" y="33"/>
                    </a:moveTo>
                    <a:lnTo>
                      <a:pt x="60" y="33"/>
                    </a:lnTo>
                    <a:lnTo>
                      <a:pt x="60" y="14"/>
                    </a:lnTo>
                    <a:lnTo>
                      <a:pt x="59" y="9"/>
                    </a:lnTo>
                    <a:lnTo>
                      <a:pt x="57" y="4"/>
                    </a:lnTo>
                    <a:lnTo>
                      <a:pt x="53" y="1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7" y="4"/>
                    </a:lnTo>
                    <a:lnTo>
                      <a:pt x="34" y="9"/>
                    </a:lnTo>
                    <a:lnTo>
                      <a:pt x="33" y="14"/>
                    </a:lnTo>
                    <a:lnTo>
                      <a:pt x="33" y="33"/>
                    </a:lnTo>
                    <a:lnTo>
                      <a:pt x="13" y="33"/>
                    </a:lnTo>
                    <a:lnTo>
                      <a:pt x="8" y="34"/>
                    </a:lnTo>
                    <a:lnTo>
                      <a:pt x="3" y="38"/>
                    </a:lnTo>
                    <a:lnTo>
                      <a:pt x="1" y="42"/>
                    </a:lnTo>
                    <a:lnTo>
                      <a:pt x="0" y="47"/>
                    </a:lnTo>
                    <a:lnTo>
                      <a:pt x="1" y="53"/>
                    </a:lnTo>
                    <a:lnTo>
                      <a:pt x="3" y="57"/>
                    </a:lnTo>
                    <a:lnTo>
                      <a:pt x="8" y="60"/>
                    </a:lnTo>
                    <a:lnTo>
                      <a:pt x="13" y="61"/>
                    </a:lnTo>
                    <a:lnTo>
                      <a:pt x="33" y="61"/>
                    </a:lnTo>
                    <a:lnTo>
                      <a:pt x="33" y="81"/>
                    </a:lnTo>
                    <a:lnTo>
                      <a:pt x="34" y="86"/>
                    </a:lnTo>
                    <a:lnTo>
                      <a:pt x="37" y="91"/>
                    </a:lnTo>
                    <a:lnTo>
                      <a:pt x="41" y="93"/>
                    </a:lnTo>
                    <a:lnTo>
                      <a:pt x="47" y="95"/>
                    </a:lnTo>
                    <a:lnTo>
                      <a:pt x="53" y="93"/>
                    </a:lnTo>
                    <a:lnTo>
                      <a:pt x="57" y="91"/>
                    </a:lnTo>
                    <a:lnTo>
                      <a:pt x="59" y="86"/>
                    </a:lnTo>
                    <a:lnTo>
                      <a:pt x="60" y="81"/>
                    </a:lnTo>
                    <a:lnTo>
                      <a:pt x="60" y="61"/>
                    </a:lnTo>
                    <a:lnTo>
                      <a:pt x="80" y="61"/>
                    </a:lnTo>
                    <a:lnTo>
                      <a:pt x="86" y="60"/>
                    </a:lnTo>
                    <a:lnTo>
                      <a:pt x="90" y="57"/>
                    </a:lnTo>
                    <a:lnTo>
                      <a:pt x="93" y="53"/>
                    </a:lnTo>
                    <a:lnTo>
                      <a:pt x="94" y="47"/>
                    </a:lnTo>
                    <a:lnTo>
                      <a:pt x="93" y="42"/>
                    </a:lnTo>
                    <a:lnTo>
                      <a:pt x="90" y="38"/>
                    </a:lnTo>
                    <a:lnTo>
                      <a:pt x="86" y="34"/>
                    </a:lnTo>
                    <a:lnTo>
                      <a:pt x="80" y="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369">
                <a:extLst>
                  <a:ext uri="{FF2B5EF4-FFF2-40B4-BE49-F238E27FC236}">
                    <a16:creationId xmlns:a16="http://schemas.microsoft.com/office/drawing/2014/main" id="{65F1DB7E-77F1-4048-936F-8D0E7B8D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776" y="5584826"/>
                <a:ext cx="49213" cy="49213"/>
              </a:xfrm>
              <a:custGeom>
                <a:avLst/>
                <a:gdLst>
                  <a:gd name="T0" fmla="*/ 80 w 94"/>
                  <a:gd name="T1" fmla="*/ 33 h 95"/>
                  <a:gd name="T2" fmla="*/ 61 w 94"/>
                  <a:gd name="T3" fmla="*/ 33 h 95"/>
                  <a:gd name="T4" fmla="*/ 61 w 94"/>
                  <a:gd name="T5" fmla="*/ 14 h 95"/>
                  <a:gd name="T6" fmla="*/ 60 w 94"/>
                  <a:gd name="T7" fmla="*/ 9 h 95"/>
                  <a:gd name="T8" fmla="*/ 57 w 94"/>
                  <a:gd name="T9" fmla="*/ 3 h 95"/>
                  <a:gd name="T10" fmla="*/ 53 w 94"/>
                  <a:gd name="T11" fmla="*/ 1 h 95"/>
                  <a:gd name="T12" fmla="*/ 47 w 94"/>
                  <a:gd name="T13" fmla="*/ 0 h 95"/>
                  <a:gd name="T14" fmla="*/ 42 w 94"/>
                  <a:gd name="T15" fmla="*/ 1 h 95"/>
                  <a:gd name="T16" fmla="*/ 38 w 94"/>
                  <a:gd name="T17" fmla="*/ 3 h 95"/>
                  <a:gd name="T18" fmla="*/ 34 w 94"/>
                  <a:gd name="T19" fmla="*/ 9 h 95"/>
                  <a:gd name="T20" fmla="*/ 33 w 94"/>
                  <a:gd name="T21" fmla="*/ 14 h 95"/>
                  <a:gd name="T22" fmla="*/ 33 w 94"/>
                  <a:gd name="T23" fmla="*/ 33 h 95"/>
                  <a:gd name="T24" fmla="*/ 14 w 94"/>
                  <a:gd name="T25" fmla="*/ 33 h 95"/>
                  <a:gd name="T26" fmla="*/ 9 w 94"/>
                  <a:gd name="T27" fmla="*/ 34 h 95"/>
                  <a:gd name="T28" fmla="*/ 4 w 94"/>
                  <a:gd name="T29" fmla="*/ 38 h 95"/>
                  <a:gd name="T30" fmla="*/ 1 w 94"/>
                  <a:gd name="T31" fmla="*/ 42 h 95"/>
                  <a:gd name="T32" fmla="*/ 0 w 94"/>
                  <a:gd name="T33" fmla="*/ 47 h 95"/>
                  <a:gd name="T34" fmla="*/ 1 w 94"/>
                  <a:gd name="T35" fmla="*/ 53 h 95"/>
                  <a:gd name="T36" fmla="*/ 4 w 94"/>
                  <a:gd name="T37" fmla="*/ 57 h 95"/>
                  <a:gd name="T38" fmla="*/ 9 w 94"/>
                  <a:gd name="T39" fmla="*/ 60 h 95"/>
                  <a:gd name="T40" fmla="*/ 14 w 94"/>
                  <a:gd name="T41" fmla="*/ 61 h 95"/>
                  <a:gd name="T42" fmla="*/ 33 w 94"/>
                  <a:gd name="T43" fmla="*/ 61 h 95"/>
                  <a:gd name="T44" fmla="*/ 33 w 94"/>
                  <a:gd name="T45" fmla="*/ 81 h 95"/>
                  <a:gd name="T46" fmla="*/ 34 w 94"/>
                  <a:gd name="T47" fmla="*/ 86 h 95"/>
                  <a:gd name="T48" fmla="*/ 38 w 94"/>
                  <a:gd name="T49" fmla="*/ 90 h 95"/>
                  <a:gd name="T50" fmla="*/ 42 w 94"/>
                  <a:gd name="T51" fmla="*/ 94 h 95"/>
                  <a:gd name="T52" fmla="*/ 47 w 94"/>
                  <a:gd name="T53" fmla="*/ 95 h 95"/>
                  <a:gd name="T54" fmla="*/ 53 w 94"/>
                  <a:gd name="T55" fmla="*/ 94 h 95"/>
                  <a:gd name="T56" fmla="*/ 57 w 94"/>
                  <a:gd name="T57" fmla="*/ 90 h 95"/>
                  <a:gd name="T58" fmla="*/ 60 w 94"/>
                  <a:gd name="T59" fmla="*/ 86 h 95"/>
                  <a:gd name="T60" fmla="*/ 61 w 94"/>
                  <a:gd name="T61" fmla="*/ 81 h 95"/>
                  <a:gd name="T62" fmla="*/ 61 w 94"/>
                  <a:gd name="T63" fmla="*/ 61 h 95"/>
                  <a:gd name="T64" fmla="*/ 80 w 94"/>
                  <a:gd name="T65" fmla="*/ 61 h 95"/>
                  <a:gd name="T66" fmla="*/ 86 w 94"/>
                  <a:gd name="T67" fmla="*/ 60 h 95"/>
                  <a:gd name="T68" fmla="*/ 90 w 94"/>
                  <a:gd name="T69" fmla="*/ 57 h 95"/>
                  <a:gd name="T70" fmla="*/ 93 w 94"/>
                  <a:gd name="T71" fmla="*/ 53 h 95"/>
                  <a:gd name="T72" fmla="*/ 94 w 94"/>
                  <a:gd name="T73" fmla="*/ 47 h 95"/>
                  <a:gd name="T74" fmla="*/ 93 w 94"/>
                  <a:gd name="T75" fmla="*/ 42 h 95"/>
                  <a:gd name="T76" fmla="*/ 90 w 94"/>
                  <a:gd name="T77" fmla="*/ 38 h 95"/>
                  <a:gd name="T78" fmla="*/ 86 w 94"/>
                  <a:gd name="T79" fmla="*/ 34 h 95"/>
                  <a:gd name="T80" fmla="*/ 80 w 94"/>
                  <a:gd name="T81" fmla="*/ 3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95">
                    <a:moveTo>
                      <a:pt x="80" y="33"/>
                    </a:moveTo>
                    <a:lnTo>
                      <a:pt x="61" y="33"/>
                    </a:lnTo>
                    <a:lnTo>
                      <a:pt x="61" y="14"/>
                    </a:lnTo>
                    <a:lnTo>
                      <a:pt x="60" y="9"/>
                    </a:lnTo>
                    <a:lnTo>
                      <a:pt x="57" y="3"/>
                    </a:lnTo>
                    <a:lnTo>
                      <a:pt x="53" y="1"/>
                    </a:lnTo>
                    <a:lnTo>
                      <a:pt x="47" y="0"/>
                    </a:lnTo>
                    <a:lnTo>
                      <a:pt x="42" y="1"/>
                    </a:lnTo>
                    <a:lnTo>
                      <a:pt x="38" y="3"/>
                    </a:lnTo>
                    <a:lnTo>
                      <a:pt x="34" y="9"/>
                    </a:lnTo>
                    <a:lnTo>
                      <a:pt x="33" y="14"/>
                    </a:lnTo>
                    <a:lnTo>
                      <a:pt x="33" y="33"/>
                    </a:lnTo>
                    <a:lnTo>
                      <a:pt x="14" y="33"/>
                    </a:lnTo>
                    <a:lnTo>
                      <a:pt x="9" y="34"/>
                    </a:lnTo>
                    <a:lnTo>
                      <a:pt x="4" y="38"/>
                    </a:lnTo>
                    <a:lnTo>
                      <a:pt x="1" y="42"/>
                    </a:lnTo>
                    <a:lnTo>
                      <a:pt x="0" y="47"/>
                    </a:lnTo>
                    <a:lnTo>
                      <a:pt x="1" y="53"/>
                    </a:lnTo>
                    <a:lnTo>
                      <a:pt x="4" y="57"/>
                    </a:lnTo>
                    <a:lnTo>
                      <a:pt x="9" y="60"/>
                    </a:lnTo>
                    <a:lnTo>
                      <a:pt x="14" y="61"/>
                    </a:lnTo>
                    <a:lnTo>
                      <a:pt x="33" y="61"/>
                    </a:lnTo>
                    <a:lnTo>
                      <a:pt x="33" y="81"/>
                    </a:lnTo>
                    <a:lnTo>
                      <a:pt x="34" y="86"/>
                    </a:lnTo>
                    <a:lnTo>
                      <a:pt x="38" y="90"/>
                    </a:lnTo>
                    <a:lnTo>
                      <a:pt x="42" y="94"/>
                    </a:lnTo>
                    <a:lnTo>
                      <a:pt x="47" y="95"/>
                    </a:lnTo>
                    <a:lnTo>
                      <a:pt x="53" y="94"/>
                    </a:lnTo>
                    <a:lnTo>
                      <a:pt x="57" y="90"/>
                    </a:lnTo>
                    <a:lnTo>
                      <a:pt x="60" y="86"/>
                    </a:lnTo>
                    <a:lnTo>
                      <a:pt x="61" y="81"/>
                    </a:lnTo>
                    <a:lnTo>
                      <a:pt x="61" y="61"/>
                    </a:lnTo>
                    <a:lnTo>
                      <a:pt x="80" y="61"/>
                    </a:lnTo>
                    <a:lnTo>
                      <a:pt x="86" y="60"/>
                    </a:lnTo>
                    <a:lnTo>
                      <a:pt x="90" y="57"/>
                    </a:lnTo>
                    <a:lnTo>
                      <a:pt x="93" y="53"/>
                    </a:lnTo>
                    <a:lnTo>
                      <a:pt x="94" y="47"/>
                    </a:lnTo>
                    <a:lnTo>
                      <a:pt x="93" y="42"/>
                    </a:lnTo>
                    <a:lnTo>
                      <a:pt x="90" y="38"/>
                    </a:lnTo>
                    <a:lnTo>
                      <a:pt x="86" y="34"/>
                    </a:lnTo>
                    <a:lnTo>
                      <a:pt x="80" y="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370">
                <a:extLst>
                  <a:ext uri="{FF2B5EF4-FFF2-40B4-BE49-F238E27FC236}">
                    <a16:creationId xmlns:a16="http://schemas.microsoft.com/office/drawing/2014/main" id="{2C240243-959C-4B21-A629-474561BDD2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91276" y="5461001"/>
                <a:ext cx="50800" cy="49213"/>
              </a:xfrm>
              <a:custGeom>
                <a:avLst/>
                <a:gdLst>
                  <a:gd name="T0" fmla="*/ 38 w 94"/>
                  <a:gd name="T1" fmla="*/ 1 h 95"/>
                  <a:gd name="T2" fmla="*/ 20 w 94"/>
                  <a:gd name="T3" fmla="*/ 9 h 95"/>
                  <a:gd name="T4" fmla="*/ 7 w 94"/>
                  <a:gd name="T5" fmla="*/ 22 h 95"/>
                  <a:gd name="T6" fmla="*/ 1 w 94"/>
                  <a:gd name="T7" fmla="*/ 38 h 95"/>
                  <a:gd name="T8" fmla="*/ 1 w 94"/>
                  <a:gd name="T9" fmla="*/ 57 h 95"/>
                  <a:gd name="T10" fmla="*/ 7 w 94"/>
                  <a:gd name="T11" fmla="*/ 74 h 95"/>
                  <a:gd name="T12" fmla="*/ 20 w 94"/>
                  <a:gd name="T13" fmla="*/ 87 h 95"/>
                  <a:gd name="T14" fmla="*/ 38 w 94"/>
                  <a:gd name="T15" fmla="*/ 93 h 95"/>
                  <a:gd name="T16" fmla="*/ 57 w 94"/>
                  <a:gd name="T17" fmla="*/ 93 h 95"/>
                  <a:gd name="T18" fmla="*/ 73 w 94"/>
                  <a:gd name="T19" fmla="*/ 87 h 95"/>
                  <a:gd name="T20" fmla="*/ 86 w 94"/>
                  <a:gd name="T21" fmla="*/ 74 h 95"/>
                  <a:gd name="T22" fmla="*/ 93 w 94"/>
                  <a:gd name="T23" fmla="*/ 57 h 95"/>
                  <a:gd name="T24" fmla="*/ 93 w 94"/>
                  <a:gd name="T25" fmla="*/ 38 h 95"/>
                  <a:gd name="T26" fmla="*/ 86 w 94"/>
                  <a:gd name="T27" fmla="*/ 22 h 95"/>
                  <a:gd name="T28" fmla="*/ 73 w 94"/>
                  <a:gd name="T29" fmla="*/ 9 h 95"/>
                  <a:gd name="T30" fmla="*/ 57 w 94"/>
                  <a:gd name="T31" fmla="*/ 1 h 95"/>
                  <a:gd name="T32" fmla="*/ 47 w 94"/>
                  <a:gd name="T33" fmla="*/ 67 h 95"/>
                  <a:gd name="T34" fmla="*/ 40 w 94"/>
                  <a:gd name="T35" fmla="*/ 66 h 95"/>
                  <a:gd name="T36" fmla="*/ 33 w 94"/>
                  <a:gd name="T37" fmla="*/ 61 h 95"/>
                  <a:gd name="T38" fmla="*/ 29 w 94"/>
                  <a:gd name="T39" fmla="*/ 55 h 95"/>
                  <a:gd name="T40" fmla="*/ 28 w 94"/>
                  <a:gd name="T41" fmla="*/ 47 h 95"/>
                  <a:gd name="T42" fmla="*/ 29 w 94"/>
                  <a:gd name="T43" fmla="*/ 40 h 95"/>
                  <a:gd name="T44" fmla="*/ 33 w 94"/>
                  <a:gd name="T45" fmla="*/ 34 h 95"/>
                  <a:gd name="T46" fmla="*/ 40 w 94"/>
                  <a:gd name="T47" fmla="*/ 30 h 95"/>
                  <a:gd name="T48" fmla="*/ 47 w 94"/>
                  <a:gd name="T49" fmla="*/ 28 h 95"/>
                  <a:gd name="T50" fmla="*/ 55 w 94"/>
                  <a:gd name="T51" fmla="*/ 30 h 95"/>
                  <a:gd name="T52" fmla="*/ 61 w 94"/>
                  <a:gd name="T53" fmla="*/ 34 h 95"/>
                  <a:gd name="T54" fmla="*/ 65 w 94"/>
                  <a:gd name="T55" fmla="*/ 40 h 95"/>
                  <a:gd name="T56" fmla="*/ 66 w 94"/>
                  <a:gd name="T57" fmla="*/ 47 h 95"/>
                  <a:gd name="T58" fmla="*/ 65 w 94"/>
                  <a:gd name="T59" fmla="*/ 55 h 95"/>
                  <a:gd name="T60" fmla="*/ 61 w 94"/>
                  <a:gd name="T61" fmla="*/ 61 h 95"/>
                  <a:gd name="T62" fmla="*/ 55 w 94"/>
                  <a:gd name="T63" fmla="*/ 66 h 95"/>
                  <a:gd name="T64" fmla="*/ 47 w 94"/>
                  <a:gd name="T65" fmla="*/ 6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95">
                    <a:moveTo>
                      <a:pt x="47" y="0"/>
                    </a:moveTo>
                    <a:lnTo>
                      <a:pt x="38" y="1"/>
                    </a:lnTo>
                    <a:lnTo>
                      <a:pt x="29" y="4"/>
                    </a:lnTo>
                    <a:lnTo>
                      <a:pt x="20" y="9"/>
                    </a:lnTo>
                    <a:lnTo>
                      <a:pt x="14" y="14"/>
                    </a:lnTo>
                    <a:lnTo>
                      <a:pt x="7" y="22"/>
                    </a:lnTo>
                    <a:lnTo>
                      <a:pt x="3" y="29"/>
                    </a:lnTo>
                    <a:lnTo>
                      <a:pt x="1" y="38"/>
                    </a:lnTo>
                    <a:lnTo>
                      <a:pt x="0" y="47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7" y="74"/>
                    </a:lnTo>
                    <a:lnTo>
                      <a:pt x="14" y="81"/>
                    </a:lnTo>
                    <a:lnTo>
                      <a:pt x="20" y="87"/>
                    </a:lnTo>
                    <a:lnTo>
                      <a:pt x="29" y="91"/>
                    </a:lnTo>
                    <a:lnTo>
                      <a:pt x="38" y="93"/>
                    </a:lnTo>
                    <a:lnTo>
                      <a:pt x="47" y="95"/>
                    </a:lnTo>
                    <a:lnTo>
                      <a:pt x="57" y="93"/>
                    </a:lnTo>
                    <a:lnTo>
                      <a:pt x="65" y="91"/>
                    </a:lnTo>
                    <a:lnTo>
                      <a:pt x="73" y="87"/>
                    </a:lnTo>
                    <a:lnTo>
                      <a:pt x="80" y="81"/>
                    </a:lnTo>
                    <a:lnTo>
                      <a:pt x="86" y="74"/>
                    </a:lnTo>
                    <a:lnTo>
                      <a:pt x="90" y="66"/>
                    </a:lnTo>
                    <a:lnTo>
                      <a:pt x="93" y="57"/>
                    </a:lnTo>
                    <a:lnTo>
                      <a:pt x="94" y="47"/>
                    </a:lnTo>
                    <a:lnTo>
                      <a:pt x="93" y="38"/>
                    </a:lnTo>
                    <a:lnTo>
                      <a:pt x="90" y="29"/>
                    </a:lnTo>
                    <a:lnTo>
                      <a:pt x="86" y="22"/>
                    </a:lnTo>
                    <a:lnTo>
                      <a:pt x="80" y="14"/>
                    </a:lnTo>
                    <a:lnTo>
                      <a:pt x="73" y="9"/>
                    </a:lnTo>
                    <a:lnTo>
                      <a:pt x="65" y="4"/>
                    </a:lnTo>
                    <a:lnTo>
                      <a:pt x="57" y="1"/>
                    </a:lnTo>
                    <a:lnTo>
                      <a:pt x="47" y="0"/>
                    </a:lnTo>
                    <a:close/>
                    <a:moveTo>
                      <a:pt x="47" y="67"/>
                    </a:moveTo>
                    <a:lnTo>
                      <a:pt x="43" y="67"/>
                    </a:lnTo>
                    <a:lnTo>
                      <a:pt x="40" y="66"/>
                    </a:lnTo>
                    <a:lnTo>
                      <a:pt x="36" y="63"/>
                    </a:lnTo>
                    <a:lnTo>
                      <a:pt x="33" y="61"/>
                    </a:lnTo>
                    <a:lnTo>
                      <a:pt x="31" y="58"/>
                    </a:lnTo>
                    <a:lnTo>
                      <a:pt x="29" y="55"/>
                    </a:lnTo>
                    <a:lnTo>
                      <a:pt x="28" y="52"/>
                    </a:lnTo>
                    <a:lnTo>
                      <a:pt x="28" y="47"/>
                    </a:lnTo>
                    <a:lnTo>
                      <a:pt x="28" y="44"/>
                    </a:lnTo>
                    <a:lnTo>
                      <a:pt x="29" y="40"/>
                    </a:lnTo>
                    <a:lnTo>
                      <a:pt x="31" y="37"/>
                    </a:lnTo>
                    <a:lnTo>
                      <a:pt x="33" y="34"/>
                    </a:lnTo>
                    <a:lnTo>
                      <a:pt x="36" y="31"/>
                    </a:lnTo>
                    <a:lnTo>
                      <a:pt x="40" y="30"/>
                    </a:lnTo>
                    <a:lnTo>
                      <a:pt x="43" y="29"/>
                    </a:lnTo>
                    <a:lnTo>
                      <a:pt x="47" y="28"/>
                    </a:lnTo>
                    <a:lnTo>
                      <a:pt x="50" y="29"/>
                    </a:lnTo>
                    <a:lnTo>
                      <a:pt x="55" y="30"/>
                    </a:lnTo>
                    <a:lnTo>
                      <a:pt x="58" y="31"/>
                    </a:lnTo>
                    <a:lnTo>
                      <a:pt x="61" y="34"/>
                    </a:lnTo>
                    <a:lnTo>
                      <a:pt x="63" y="37"/>
                    </a:lnTo>
                    <a:lnTo>
                      <a:pt x="65" y="40"/>
                    </a:lnTo>
                    <a:lnTo>
                      <a:pt x="66" y="44"/>
                    </a:lnTo>
                    <a:lnTo>
                      <a:pt x="66" y="47"/>
                    </a:lnTo>
                    <a:lnTo>
                      <a:pt x="66" y="52"/>
                    </a:lnTo>
                    <a:lnTo>
                      <a:pt x="65" y="55"/>
                    </a:lnTo>
                    <a:lnTo>
                      <a:pt x="63" y="58"/>
                    </a:lnTo>
                    <a:lnTo>
                      <a:pt x="61" y="61"/>
                    </a:lnTo>
                    <a:lnTo>
                      <a:pt x="58" y="63"/>
                    </a:lnTo>
                    <a:lnTo>
                      <a:pt x="55" y="66"/>
                    </a:lnTo>
                    <a:lnTo>
                      <a:pt x="50" y="67"/>
                    </a:lnTo>
                    <a:lnTo>
                      <a:pt x="47" y="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371">
                <a:extLst>
                  <a:ext uri="{FF2B5EF4-FFF2-40B4-BE49-F238E27FC236}">
                    <a16:creationId xmlns:a16="http://schemas.microsoft.com/office/drawing/2014/main" id="{176A79FB-DF24-4797-B706-E4A5E005E4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18301" y="5653088"/>
                <a:ext cx="49213" cy="50800"/>
              </a:xfrm>
              <a:custGeom>
                <a:avLst/>
                <a:gdLst>
                  <a:gd name="T0" fmla="*/ 37 w 94"/>
                  <a:gd name="T1" fmla="*/ 1 h 95"/>
                  <a:gd name="T2" fmla="*/ 21 w 94"/>
                  <a:gd name="T3" fmla="*/ 8 h 95"/>
                  <a:gd name="T4" fmla="*/ 8 w 94"/>
                  <a:gd name="T5" fmla="*/ 21 h 95"/>
                  <a:gd name="T6" fmla="*/ 1 w 94"/>
                  <a:gd name="T7" fmla="*/ 38 h 95"/>
                  <a:gd name="T8" fmla="*/ 1 w 94"/>
                  <a:gd name="T9" fmla="*/ 57 h 95"/>
                  <a:gd name="T10" fmla="*/ 8 w 94"/>
                  <a:gd name="T11" fmla="*/ 74 h 95"/>
                  <a:gd name="T12" fmla="*/ 21 w 94"/>
                  <a:gd name="T13" fmla="*/ 86 h 95"/>
                  <a:gd name="T14" fmla="*/ 37 w 94"/>
                  <a:gd name="T15" fmla="*/ 94 h 95"/>
                  <a:gd name="T16" fmla="*/ 57 w 94"/>
                  <a:gd name="T17" fmla="*/ 94 h 95"/>
                  <a:gd name="T18" fmla="*/ 74 w 94"/>
                  <a:gd name="T19" fmla="*/ 86 h 95"/>
                  <a:gd name="T20" fmla="*/ 87 w 94"/>
                  <a:gd name="T21" fmla="*/ 74 h 95"/>
                  <a:gd name="T22" fmla="*/ 93 w 94"/>
                  <a:gd name="T23" fmla="*/ 57 h 95"/>
                  <a:gd name="T24" fmla="*/ 93 w 94"/>
                  <a:gd name="T25" fmla="*/ 38 h 95"/>
                  <a:gd name="T26" fmla="*/ 87 w 94"/>
                  <a:gd name="T27" fmla="*/ 21 h 95"/>
                  <a:gd name="T28" fmla="*/ 74 w 94"/>
                  <a:gd name="T29" fmla="*/ 8 h 95"/>
                  <a:gd name="T30" fmla="*/ 57 w 94"/>
                  <a:gd name="T31" fmla="*/ 1 h 95"/>
                  <a:gd name="T32" fmla="*/ 47 w 94"/>
                  <a:gd name="T33" fmla="*/ 67 h 95"/>
                  <a:gd name="T34" fmla="*/ 39 w 94"/>
                  <a:gd name="T35" fmla="*/ 66 h 95"/>
                  <a:gd name="T36" fmla="*/ 34 w 94"/>
                  <a:gd name="T37" fmla="*/ 61 h 95"/>
                  <a:gd name="T38" fmla="*/ 30 w 94"/>
                  <a:gd name="T39" fmla="*/ 55 h 95"/>
                  <a:gd name="T40" fmla="*/ 28 w 94"/>
                  <a:gd name="T41" fmla="*/ 47 h 95"/>
                  <a:gd name="T42" fmla="*/ 30 w 94"/>
                  <a:gd name="T43" fmla="*/ 40 h 95"/>
                  <a:gd name="T44" fmla="*/ 34 w 94"/>
                  <a:gd name="T45" fmla="*/ 33 h 95"/>
                  <a:gd name="T46" fmla="*/ 39 w 94"/>
                  <a:gd name="T47" fmla="*/ 29 h 95"/>
                  <a:gd name="T48" fmla="*/ 47 w 94"/>
                  <a:gd name="T49" fmla="*/ 28 h 95"/>
                  <a:gd name="T50" fmla="*/ 55 w 94"/>
                  <a:gd name="T51" fmla="*/ 29 h 95"/>
                  <a:gd name="T52" fmla="*/ 61 w 94"/>
                  <a:gd name="T53" fmla="*/ 33 h 95"/>
                  <a:gd name="T54" fmla="*/ 65 w 94"/>
                  <a:gd name="T55" fmla="*/ 40 h 95"/>
                  <a:gd name="T56" fmla="*/ 66 w 94"/>
                  <a:gd name="T57" fmla="*/ 47 h 95"/>
                  <a:gd name="T58" fmla="*/ 65 w 94"/>
                  <a:gd name="T59" fmla="*/ 55 h 95"/>
                  <a:gd name="T60" fmla="*/ 61 w 94"/>
                  <a:gd name="T61" fmla="*/ 61 h 95"/>
                  <a:gd name="T62" fmla="*/ 55 w 94"/>
                  <a:gd name="T63" fmla="*/ 66 h 95"/>
                  <a:gd name="T64" fmla="*/ 47 w 94"/>
                  <a:gd name="T65" fmla="*/ 6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95">
                    <a:moveTo>
                      <a:pt x="47" y="0"/>
                    </a:moveTo>
                    <a:lnTo>
                      <a:pt x="37" y="1"/>
                    </a:lnTo>
                    <a:lnTo>
                      <a:pt x="29" y="3"/>
                    </a:lnTo>
                    <a:lnTo>
                      <a:pt x="21" y="8"/>
                    </a:lnTo>
                    <a:lnTo>
                      <a:pt x="14" y="14"/>
                    </a:lnTo>
                    <a:lnTo>
                      <a:pt x="8" y="21"/>
                    </a:lnTo>
                    <a:lnTo>
                      <a:pt x="4" y="29"/>
                    </a:lnTo>
                    <a:lnTo>
                      <a:pt x="1" y="38"/>
                    </a:lnTo>
                    <a:lnTo>
                      <a:pt x="0" y="47"/>
                    </a:lnTo>
                    <a:lnTo>
                      <a:pt x="1" y="57"/>
                    </a:lnTo>
                    <a:lnTo>
                      <a:pt x="4" y="66"/>
                    </a:lnTo>
                    <a:lnTo>
                      <a:pt x="8" y="74"/>
                    </a:lnTo>
                    <a:lnTo>
                      <a:pt x="14" y="81"/>
                    </a:lnTo>
                    <a:lnTo>
                      <a:pt x="21" y="86"/>
                    </a:lnTo>
                    <a:lnTo>
                      <a:pt x="29" y="90"/>
                    </a:lnTo>
                    <a:lnTo>
                      <a:pt x="37" y="94"/>
                    </a:lnTo>
                    <a:lnTo>
                      <a:pt x="47" y="95"/>
                    </a:lnTo>
                    <a:lnTo>
                      <a:pt x="57" y="94"/>
                    </a:lnTo>
                    <a:lnTo>
                      <a:pt x="65" y="90"/>
                    </a:lnTo>
                    <a:lnTo>
                      <a:pt x="74" y="86"/>
                    </a:lnTo>
                    <a:lnTo>
                      <a:pt x="80" y="81"/>
                    </a:lnTo>
                    <a:lnTo>
                      <a:pt x="87" y="74"/>
                    </a:lnTo>
                    <a:lnTo>
                      <a:pt x="91" y="66"/>
                    </a:lnTo>
                    <a:lnTo>
                      <a:pt x="93" y="57"/>
                    </a:lnTo>
                    <a:lnTo>
                      <a:pt x="94" y="47"/>
                    </a:lnTo>
                    <a:lnTo>
                      <a:pt x="93" y="38"/>
                    </a:lnTo>
                    <a:lnTo>
                      <a:pt x="91" y="29"/>
                    </a:lnTo>
                    <a:lnTo>
                      <a:pt x="87" y="21"/>
                    </a:lnTo>
                    <a:lnTo>
                      <a:pt x="80" y="14"/>
                    </a:lnTo>
                    <a:lnTo>
                      <a:pt x="74" y="8"/>
                    </a:lnTo>
                    <a:lnTo>
                      <a:pt x="65" y="3"/>
                    </a:lnTo>
                    <a:lnTo>
                      <a:pt x="57" y="1"/>
                    </a:lnTo>
                    <a:lnTo>
                      <a:pt x="47" y="0"/>
                    </a:lnTo>
                    <a:close/>
                    <a:moveTo>
                      <a:pt x="47" y="67"/>
                    </a:moveTo>
                    <a:lnTo>
                      <a:pt x="44" y="67"/>
                    </a:lnTo>
                    <a:lnTo>
                      <a:pt x="39" y="66"/>
                    </a:lnTo>
                    <a:lnTo>
                      <a:pt x="36" y="63"/>
                    </a:lnTo>
                    <a:lnTo>
                      <a:pt x="34" y="61"/>
                    </a:lnTo>
                    <a:lnTo>
                      <a:pt x="31" y="58"/>
                    </a:lnTo>
                    <a:lnTo>
                      <a:pt x="30" y="55"/>
                    </a:lnTo>
                    <a:lnTo>
                      <a:pt x="29" y="52"/>
                    </a:lnTo>
                    <a:lnTo>
                      <a:pt x="28" y="47"/>
                    </a:lnTo>
                    <a:lnTo>
                      <a:pt x="29" y="43"/>
                    </a:lnTo>
                    <a:lnTo>
                      <a:pt x="30" y="40"/>
                    </a:lnTo>
                    <a:lnTo>
                      <a:pt x="31" y="37"/>
                    </a:lnTo>
                    <a:lnTo>
                      <a:pt x="34" y="33"/>
                    </a:lnTo>
                    <a:lnTo>
                      <a:pt x="36" y="31"/>
                    </a:lnTo>
                    <a:lnTo>
                      <a:pt x="39" y="29"/>
                    </a:lnTo>
                    <a:lnTo>
                      <a:pt x="44" y="28"/>
                    </a:lnTo>
                    <a:lnTo>
                      <a:pt x="47" y="28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8" y="31"/>
                    </a:lnTo>
                    <a:lnTo>
                      <a:pt x="61" y="33"/>
                    </a:lnTo>
                    <a:lnTo>
                      <a:pt x="63" y="37"/>
                    </a:lnTo>
                    <a:lnTo>
                      <a:pt x="65" y="40"/>
                    </a:lnTo>
                    <a:lnTo>
                      <a:pt x="66" y="43"/>
                    </a:lnTo>
                    <a:lnTo>
                      <a:pt x="66" y="47"/>
                    </a:lnTo>
                    <a:lnTo>
                      <a:pt x="66" y="52"/>
                    </a:lnTo>
                    <a:lnTo>
                      <a:pt x="65" y="55"/>
                    </a:lnTo>
                    <a:lnTo>
                      <a:pt x="63" y="58"/>
                    </a:lnTo>
                    <a:lnTo>
                      <a:pt x="61" y="61"/>
                    </a:lnTo>
                    <a:lnTo>
                      <a:pt x="58" y="63"/>
                    </a:lnTo>
                    <a:lnTo>
                      <a:pt x="55" y="66"/>
                    </a:lnTo>
                    <a:lnTo>
                      <a:pt x="51" y="67"/>
                    </a:lnTo>
                    <a:lnTo>
                      <a:pt x="47" y="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372">
                <a:extLst>
                  <a:ext uri="{FF2B5EF4-FFF2-40B4-BE49-F238E27FC236}">
                    <a16:creationId xmlns:a16="http://schemas.microsoft.com/office/drawing/2014/main" id="{2DA88A37-5126-48AC-8557-ABBE99A4C1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96064" y="5727701"/>
                <a:ext cx="49213" cy="49213"/>
              </a:xfrm>
              <a:custGeom>
                <a:avLst/>
                <a:gdLst>
                  <a:gd name="T0" fmla="*/ 38 w 95"/>
                  <a:gd name="T1" fmla="*/ 1 h 94"/>
                  <a:gd name="T2" fmla="*/ 21 w 95"/>
                  <a:gd name="T3" fmla="*/ 7 h 94"/>
                  <a:gd name="T4" fmla="*/ 8 w 95"/>
                  <a:gd name="T5" fmla="*/ 20 h 94"/>
                  <a:gd name="T6" fmla="*/ 0 w 95"/>
                  <a:gd name="T7" fmla="*/ 37 h 94"/>
                  <a:gd name="T8" fmla="*/ 0 w 95"/>
                  <a:gd name="T9" fmla="*/ 56 h 94"/>
                  <a:gd name="T10" fmla="*/ 8 w 95"/>
                  <a:gd name="T11" fmla="*/ 73 h 94"/>
                  <a:gd name="T12" fmla="*/ 21 w 95"/>
                  <a:gd name="T13" fmla="*/ 85 h 94"/>
                  <a:gd name="T14" fmla="*/ 38 w 95"/>
                  <a:gd name="T15" fmla="*/ 93 h 94"/>
                  <a:gd name="T16" fmla="*/ 56 w 95"/>
                  <a:gd name="T17" fmla="*/ 93 h 94"/>
                  <a:gd name="T18" fmla="*/ 73 w 95"/>
                  <a:gd name="T19" fmla="*/ 85 h 94"/>
                  <a:gd name="T20" fmla="*/ 86 w 95"/>
                  <a:gd name="T21" fmla="*/ 73 h 94"/>
                  <a:gd name="T22" fmla="*/ 93 w 95"/>
                  <a:gd name="T23" fmla="*/ 56 h 94"/>
                  <a:gd name="T24" fmla="*/ 93 w 95"/>
                  <a:gd name="T25" fmla="*/ 37 h 94"/>
                  <a:gd name="T26" fmla="*/ 86 w 95"/>
                  <a:gd name="T27" fmla="*/ 20 h 94"/>
                  <a:gd name="T28" fmla="*/ 73 w 95"/>
                  <a:gd name="T29" fmla="*/ 7 h 94"/>
                  <a:gd name="T30" fmla="*/ 56 w 95"/>
                  <a:gd name="T31" fmla="*/ 1 h 94"/>
                  <a:gd name="T32" fmla="*/ 47 w 95"/>
                  <a:gd name="T33" fmla="*/ 66 h 94"/>
                  <a:gd name="T34" fmla="*/ 39 w 95"/>
                  <a:gd name="T35" fmla="*/ 65 h 94"/>
                  <a:gd name="T36" fmla="*/ 33 w 95"/>
                  <a:gd name="T37" fmla="*/ 61 h 94"/>
                  <a:gd name="T38" fmla="*/ 29 w 95"/>
                  <a:gd name="T39" fmla="*/ 54 h 94"/>
                  <a:gd name="T40" fmla="*/ 27 w 95"/>
                  <a:gd name="T41" fmla="*/ 47 h 94"/>
                  <a:gd name="T42" fmla="*/ 29 w 95"/>
                  <a:gd name="T43" fmla="*/ 39 h 94"/>
                  <a:gd name="T44" fmla="*/ 33 w 95"/>
                  <a:gd name="T45" fmla="*/ 33 h 94"/>
                  <a:gd name="T46" fmla="*/ 39 w 95"/>
                  <a:gd name="T47" fmla="*/ 29 h 94"/>
                  <a:gd name="T48" fmla="*/ 47 w 95"/>
                  <a:gd name="T49" fmla="*/ 28 h 94"/>
                  <a:gd name="T50" fmla="*/ 55 w 95"/>
                  <a:gd name="T51" fmla="*/ 29 h 94"/>
                  <a:gd name="T52" fmla="*/ 60 w 95"/>
                  <a:gd name="T53" fmla="*/ 33 h 94"/>
                  <a:gd name="T54" fmla="*/ 65 w 95"/>
                  <a:gd name="T55" fmla="*/ 39 h 94"/>
                  <a:gd name="T56" fmla="*/ 67 w 95"/>
                  <a:gd name="T57" fmla="*/ 47 h 94"/>
                  <a:gd name="T58" fmla="*/ 65 w 95"/>
                  <a:gd name="T59" fmla="*/ 54 h 94"/>
                  <a:gd name="T60" fmla="*/ 60 w 95"/>
                  <a:gd name="T61" fmla="*/ 61 h 94"/>
                  <a:gd name="T62" fmla="*/ 55 w 95"/>
                  <a:gd name="T63" fmla="*/ 65 h 94"/>
                  <a:gd name="T64" fmla="*/ 47 w 95"/>
                  <a:gd name="T65" fmla="*/ 6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5" h="94">
                    <a:moveTo>
                      <a:pt x="47" y="0"/>
                    </a:moveTo>
                    <a:lnTo>
                      <a:pt x="38" y="1"/>
                    </a:lnTo>
                    <a:lnTo>
                      <a:pt x="28" y="3"/>
                    </a:lnTo>
                    <a:lnTo>
                      <a:pt x="21" y="7"/>
                    </a:lnTo>
                    <a:lnTo>
                      <a:pt x="13" y="14"/>
                    </a:lnTo>
                    <a:lnTo>
                      <a:pt x="8" y="20"/>
                    </a:lnTo>
                    <a:lnTo>
                      <a:pt x="3" y="29"/>
                    </a:lnTo>
                    <a:lnTo>
                      <a:pt x="0" y="37"/>
                    </a:lnTo>
                    <a:lnTo>
                      <a:pt x="0" y="47"/>
                    </a:lnTo>
                    <a:lnTo>
                      <a:pt x="0" y="56"/>
                    </a:lnTo>
                    <a:lnTo>
                      <a:pt x="3" y="65"/>
                    </a:lnTo>
                    <a:lnTo>
                      <a:pt x="8" y="73"/>
                    </a:lnTo>
                    <a:lnTo>
                      <a:pt x="13" y="80"/>
                    </a:lnTo>
                    <a:lnTo>
                      <a:pt x="21" y="85"/>
                    </a:lnTo>
                    <a:lnTo>
                      <a:pt x="28" y="90"/>
                    </a:lnTo>
                    <a:lnTo>
                      <a:pt x="38" y="93"/>
                    </a:lnTo>
                    <a:lnTo>
                      <a:pt x="47" y="94"/>
                    </a:lnTo>
                    <a:lnTo>
                      <a:pt x="56" y="93"/>
                    </a:lnTo>
                    <a:lnTo>
                      <a:pt x="66" y="90"/>
                    </a:lnTo>
                    <a:lnTo>
                      <a:pt x="73" y="85"/>
                    </a:lnTo>
                    <a:lnTo>
                      <a:pt x="81" y="80"/>
                    </a:lnTo>
                    <a:lnTo>
                      <a:pt x="86" y="73"/>
                    </a:lnTo>
                    <a:lnTo>
                      <a:pt x="90" y="65"/>
                    </a:lnTo>
                    <a:lnTo>
                      <a:pt x="93" y="56"/>
                    </a:lnTo>
                    <a:lnTo>
                      <a:pt x="95" y="47"/>
                    </a:lnTo>
                    <a:lnTo>
                      <a:pt x="93" y="37"/>
                    </a:lnTo>
                    <a:lnTo>
                      <a:pt x="90" y="29"/>
                    </a:lnTo>
                    <a:lnTo>
                      <a:pt x="86" y="20"/>
                    </a:lnTo>
                    <a:lnTo>
                      <a:pt x="81" y="14"/>
                    </a:lnTo>
                    <a:lnTo>
                      <a:pt x="73" y="7"/>
                    </a:lnTo>
                    <a:lnTo>
                      <a:pt x="66" y="3"/>
                    </a:lnTo>
                    <a:lnTo>
                      <a:pt x="56" y="1"/>
                    </a:lnTo>
                    <a:lnTo>
                      <a:pt x="47" y="0"/>
                    </a:lnTo>
                    <a:close/>
                    <a:moveTo>
                      <a:pt x="47" y="66"/>
                    </a:moveTo>
                    <a:lnTo>
                      <a:pt x="43" y="66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3" y="61"/>
                    </a:lnTo>
                    <a:lnTo>
                      <a:pt x="31" y="58"/>
                    </a:lnTo>
                    <a:lnTo>
                      <a:pt x="29" y="54"/>
                    </a:lnTo>
                    <a:lnTo>
                      <a:pt x="28" y="50"/>
                    </a:lnTo>
                    <a:lnTo>
                      <a:pt x="27" y="47"/>
                    </a:lnTo>
                    <a:lnTo>
                      <a:pt x="28" y="43"/>
                    </a:lnTo>
                    <a:lnTo>
                      <a:pt x="29" y="39"/>
                    </a:lnTo>
                    <a:lnTo>
                      <a:pt x="31" y="36"/>
                    </a:lnTo>
                    <a:lnTo>
                      <a:pt x="33" y="33"/>
                    </a:lnTo>
                    <a:lnTo>
                      <a:pt x="36" y="31"/>
                    </a:lnTo>
                    <a:lnTo>
                      <a:pt x="39" y="29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8" y="31"/>
                    </a:lnTo>
                    <a:lnTo>
                      <a:pt x="60" y="33"/>
                    </a:lnTo>
                    <a:lnTo>
                      <a:pt x="63" y="36"/>
                    </a:lnTo>
                    <a:lnTo>
                      <a:pt x="65" y="39"/>
                    </a:lnTo>
                    <a:lnTo>
                      <a:pt x="66" y="43"/>
                    </a:lnTo>
                    <a:lnTo>
                      <a:pt x="67" y="47"/>
                    </a:lnTo>
                    <a:lnTo>
                      <a:pt x="66" y="50"/>
                    </a:lnTo>
                    <a:lnTo>
                      <a:pt x="65" y="54"/>
                    </a:lnTo>
                    <a:lnTo>
                      <a:pt x="63" y="58"/>
                    </a:lnTo>
                    <a:lnTo>
                      <a:pt x="60" y="61"/>
                    </a:lnTo>
                    <a:lnTo>
                      <a:pt x="58" y="63"/>
                    </a:lnTo>
                    <a:lnTo>
                      <a:pt x="55" y="65"/>
                    </a:lnTo>
                    <a:lnTo>
                      <a:pt x="51" y="66"/>
                    </a:lnTo>
                    <a:lnTo>
                      <a:pt x="47" y="6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373">
                <a:extLst>
                  <a:ext uri="{FF2B5EF4-FFF2-40B4-BE49-F238E27FC236}">
                    <a16:creationId xmlns:a16="http://schemas.microsoft.com/office/drawing/2014/main" id="{D3363F7A-CF26-4F78-994C-77D928E04A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26214" y="5689601"/>
                <a:ext cx="44450" cy="42863"/>
              </a:xfrm>
              <a:custGeom>
                <a:avLst/>
                <a:gdLst>
                  <a:gd name="T0" fmla="*/ 41 w 83"/>
                  <a:gd name="T1" fmla="*/ 0 h 83"/>
                  <a:gd name="T2" fmla="*/ 33 w 83"/>
                  <a:gd name="T3" fmla="*/ 1 h 83"/>
                  <a:gd name="T4" fmla="*/ 25 w 83"/>
                  <a:gd name="T5" fmla="*/ 3 h 83"/>
                  <a:gd name="T6" fmla="*/ 18 w 83"/>
                  <a:gd name="T7" fmla="*/ 7 h 83"/>
                  <a:gd name="T8" fmla="*/ 12 w 83"/>
                  <a:gd name="T9" fmla="*/ 11 h 83"/>
                  <a:gd name="T10" fmla="*/ 7 w 83"/>
                  <a:gd name="T11" fmla="*/ 18 h 83"/>
                  <a:gd name="T12" fmla="*/ 3 w 83"/>
                  <a:gd name="T13" fmla="*/ 25 h 83"/>
                  <a:gd name="T14" fmla="*/ 0 w 83"/>
                  <a:gd name="T15" fmla="*/ 33 h 83"/>
                  <a:gd name="T16" fmla="*/ 0 w 83"/>
                  <a:gd name="T17" fmla="*/ 42 h 83"/>
                  <a:gd name="T18" fmla="*/ 0 w 83"/>
                  <a:gd name="T19" fmla="*/ 50 h 83"/>
                  <a:gd name="T20" fmla="*/ 3 w 83"/>
                  <a:gd name="T21" fmla="*/ 58 h 83"/>
                  <a:gd name="T22" fmla="*/ 7 w 83"/>
                  <a:gd name="T23" fmla="*/ 65 h 83"/>
                  <a:gd name="T24" fmla="*/ 12 w 83"/>
                  <a:gd name="T25" fmla="*/ 71 h 83"/>
                  <a:gd name="T26" fmla="*/ 18 w 83"/>
                  <a:gd name="T27" fmla="*/ 76 h 83"/>
                  <a:gd name="T28" fmla="*/ 25 w 83"/>
                  <a:gd name="T29" fmla="*/ 80 h 83"/>
                  <a:gd name="T30" fmla="*/ 33 w 83"/>
                  <a:gd name="T31" fmla="*/ 82 h 83"/>
                  <a:gd name="T32" fmla="*/ 41 w 83"/>
                  <a:gd name="T33" fmla="*/ 83 h 83"/>
                  <a:gd name="T34" fmla="*/ 50 w 83"/>
                  <a:gd name="T35" fmla="*/ 82 h 83"/>
                  <a:gd name="T36" fmla="*/ 58 w 83"/>
                  <a:gd name="T37" fmla="*/ 80 h 83"/>
                  <a:gd name="T38" fmla="*/ 65 w 83"/>
                  <a:gd name="T39" fmla="*/ 76 h 83"/>
                  <a:gd name="T40" fmla="*/ 71 w 83"/>
                  <a:gd name="T41" fmla="*/ 71 h 83"/>
                  <a:gd name="T42" fmla="*/ 76 w 83"/>
                  <a:gd name="T43" fmla="*/ 65 h 83"/>
                  <a:gd name="T44" fmla="*/ 80 w 83"/>
                  <a:gd name="T45" fmla="*/ 58 h 83"/>
                  <a:gd name="T46" fmla="*/ 82 w 83"/>
                  <a:gd name="T47" fmla="*/ 50 h 83"/>
                  <a:gd name="T48" fmla="*/ 83 w 83"/>
                  <a:gd name="T49" fmla="*/ 42 h 83"/>
                  <a:gd name="T50" fmla="*/ 82 w 83"/>
                  <a:gd name="T51" fmla="*/ 33 h 83"/>
                  <a:gd name="T52" fmla="*/ 80 w 83"/>
                  <a:gd name="T53" fmla="*/ 25 h 83"/>
                  <a:gd name="T54" fmla="*/ 76 w 83"/>
                  <a:gd name="T55" fmla="*/ 18 h 83"/>
                  <a:gd name="T56" fmla="*/ 71 w 83"/>
                  <a:gd name="T57" fmla="*/ 11 h 83"/>
                  <a:gd name="T58" fmla="*/ 65 w 83"/>
                  <a:gd name="T59" fmla="*/ 7 h 83"/>
                  <a:gd name="T60" fmla="*/ 58 w 83"/>
                  <a:gd name="T61" fmla="*/ 3 h 83"/>
                  <a:gd name="T62" fmla="*/ 50 w 83"/>
                  <a:gd name="T63" fmla="*/ 1 h 83"/>
                  <a:gd name="T64" fmla="*/ 41 w 83"/>
                  <a:gd name="T65" fmla="*/ 0 h 83"/>
                  <a:gd name="T66" fmla="*/ 41 w 83"/>
                  <a:gd name="T67" fmla="*/ 55 h 83"/>
                  <a:gd name="T68" fmla="*/ 36 w 83"/>
                  <a:gd name="T69" fmla="*/ 54 h 83"/>
                  <a:gd name="T70" fmla="*/ 31 w 83"/>
                  <a:gd name="T71" fmla="*/ 51 h 83"/>
                  <a:gd name="T72" fmla="*/ 29 w 83"/>
                  <a:gd name="T73" fmla="*/ 47 h 83"/>
                  <a:gd name="T74" fmla="*/ 28 w 83"/>
                  <a:gd name="T75" fmla="*/ 42 h 83"/>
                  <a:gd name="T76" fmla="*/ 29 w 83"/>
                  <a:gd name="T77" fmla="*/ 36 h 83"/>
                  <a:gd name="T78" fmla="*/ 31 w 83"/>
                  <a:gd name="T79" fmla="*/ 32 h 83"/>
                  <a:gd name="T80" fmla="*/ 36 w 83"/>
                  <a:gd name="T81" fmla="*/ 29 h 83"/>
                  <a:gd name="T82" fmla="*/ 41 w 83"/>
                  <a:gd name="T83" fmla="*/ 28 h 83"/>
                  <a:gd name="T84" fmla="*/ 46 w 83"/>
                  <a:gd name="T85" fmla="*/ 29 h 83"/>
                  <a:gd name="T86" fmla="*/ 52 w 83"/>
                  <a:gd name="T87" fmla="*/ 32 h 83"/>
                  <a:gd name="T88" fmla="*/ 54 w 83"/>
                  <a:gd name="T89" fmla="*/ 36 h 83"/>
                  <a:gd name="T90" fmla="*/ 55 w 83"/>
                  <a:gd name="T91" fmla="*/ 42 h 83"/>
                  <a:gd name="T92" fmla="*/ 54 w 83"/>
                  <a:gd name="T93" fmla="*/ 47 h 83"/>
                  <a:gd name="T94" fmla="*/ 52 w 83"/>
                  <a:gd name="T95" fmla="*/ 51 h 83"/>
                  <a:gd name="T96" fmla="*/ 46 w 83"/>
                  <a:gd name="T97" fmla="*/ 54 h 83"/>
                  <a:gd name="T98" fmla="*/ 41 w 83"/>
                  <a:gd name="T99" fmla="*/ 5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83">
                    <a:moveTo>
                      <a:pt x="41" y="0"/>
                    </a:moveTo>
                    <a:lnTo>
                      <a:pt x="33" y="1"/>
                    </a:lnTo>
                    <a:lnTo>
                      <a:pt x="25" y="3"/>
                    </a:lnTo>
                    <a:lnTo>
                      <a:pt x="18" y="7"/>
                    </a:lnTo>
                    <a:lnTo>
                      <a:pt x="12" y="11"/>
                    </a:lnTo>
                    <a:lnTo>
                      <a:pt x="7" y="18"/>
                    </a:lnTo>
                    <a:lnTo>
                      <a:pt x="3" y="25"/>
                    </a:lnTo>
                    <a:lnTo>
                      <a:pt x="0" y="33"/>
                    </a:lnTo>
                    <a:lnTo>
                      <a:pt x="0" y="42"/>
                    </a:lnTo>
                    <a:lnTo>
                      <a:pt x="0" y="50"/>
                    </a:lnTo>
                    <a:lnTo>
                      <a:pt x="3" y="58"/>
                    </a:lnTo>
                    <a:lnTo>
                      <a:pt x="7" y="65"/>
                    </a:lnTo>
                    <a:lnTo>
                      <a:pt x="12" y="71"/>
                    </a:lnTo>
                    <a:lnTo>
                      <a:pt x="18" y="76"/>
                    </a:lnTo>
                    <a:lnTo>
                      <a:pt x="25" y="80"/>
                    </a:lnTo>
                    <a:lnTo>
                      <a:pt x="33" y="82"/>
                    </a:lnTo>
                    <a:lnTo>
                      <a:pt x="41" y="83"/>
                    </a:lnTo>
                    <a:lnTo>
                      <a:pt x="50" y="82"/>
                    </a:lnTo>
                    <a:lnTo>
                      <a:pt x="58" y="80"/>
                    </a:lnTo>
                    <a:lnTo>
                      <a:pt x="65" y="76"/>
                    </a:lnTo>
                    <a:lnTo>
                      <a:pt x="71" y="71"/>
                    </a:lnTo>
                    <a:lnTo>
                      <a:pt x="76" y="65"/>
                    </a:lnTo>
                    <a:lnTo>
                      <a:pt x="80" y="58"/>
                    </a:lnTo>
                    <a:lnTo>
                      <a:pt x="82" y="50"/>
                    </a:lnTo>
                    <a:lnTo>
                      <a:pt x="83" y="42"/>
                    </a:lnTo>
                    <a:lnTo>
                      <a:pt x="82" y="33"/>
                    </a:lnTo>
                    <a:lnTo>
                      <a:pt x="80" y="25"/>
                    </a:lnTo>
                    <a:lnTo>
                      <a:pt x="76" y="18"/>
                    </a:lnTo>
                    <a:lnTo>
                      <a:pt x="71" y="11"/>
                    </a:lnTo>
                    <a:lnTo>
                      <a:pt x="65" y="7"/>
                    </a:lnTo>
                    <a:lnTo>
                      <a:pt x="58" y="3"/>
                    </a:lnTo>
                    <a:lnTo>
                      <a:pt x="50" y="1"/>
                    </a:lnTo>
                    <a:lnTo>
                      <a:pt x="41" y="0"/>
                    </a:lnTo>
                    <a:close/>
                    <a:moveTo>
                      <a:pt x="41" y="55"/>
                    </a:moveTo>
                    <a:lnTo>
                      <a:pt x="36" y="54"/>
                    </a:lnTo>
                    <a:lnTo>
                      <a:pt x="31" y="51"/>
                    </a:lnTo>
                    <a:lnTo>
                      <a:pt x="29" y="47"/>
                    </a:lnTo>
                    <a:lnTo>
                      <a:pt x="28" y="42"/>
                    </a:lnTo>
                    <a:lnTo>
                      <a:pt x="29" y="36"/>
                    </a:lnTo>
                    <a:lnTo>
                      <a:pt x="31" y="32"/>
                    </a:lnTo>
                    <a:lnTo>
                      <a:pt x="36" y="29"/>
                    </a:lnTo>
                    <a:lnTo>
                      <a:pt x="41" y="28"/>
                    </a:lnTo>
                    <a:lnTo>
                      <a:pt x="46" y="29"/>
                    </a:lnTo>
                    <a:lnTo>
                      <a:pt x="52" y="32"/>
                    </a:lnTo>
                    <a:lnTo>
                      <a:pt x="54" y="36"/>
                    </a:lnTo>
                    <a:lnTo>
                      <a:pt x="55" y="42"/>
                    </a:lnTo>
                    <a:lnTo>
                      <a:pt x="54" y="47"/>
                    </a:lnTo>
                    <a:lnTo>
                      <a:pt x="52" y="51"/>
                    </a:lnTo>
                    <a:lnTo>
                      <a:pt x="46" y="54"/>
                    </a:lnTo>
                    <a:lnTo>
                      <a:pt x="41" y="5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374">
                <a:extLst>
                  <a:ext uri="{FF2B5EF4-FFF2-40B4-BE49-F238E27FC236}">
                    <a16:creationId xmlns:a16="http://schemas.microsoft.com/office/drawing/2014/main" id="{678E8E4E-3F16-454D-A698-AE1F019CA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1" y="5753101"/>
                <a:ext cx="14288" cy="15875"/>
              </a:xfrm>
              <a:custGeom>
                <a:avLst/>
                <a:gdLst>
                  <a:gd name="T0" fmla="*/ 24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4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4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375">
                <a:extLst>
                  <a:ext uri="{FF2B5EF4-FFF2-40B4-BE49-F238E27FC236}">
                    <a16:creationId xmlns:a16="http://schemas.microsoft.com/office/drawing/2014/main" id="{DBDEB7DE-14E4-4F03-8748-FBDD626E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6064" y="5653088"/>
                <a:ext cx="14288" cy="15875"/>
              </a:xfrm>
              <a:custGeom>
                <a:avLst/>
                <a:gdLst>
                  <a:gd name="T0" fmla="*/ 24 w 27"/>
                  <a:gd name="T1" fmla="*/ 4 h 28"/>
                  <a:gd name="T2" fmla="*/ 18 w 27"/>
                  <a:gd name="T3" fmla="*/ 1 h 28"/>
                  <a:gd name="T4" fmla="*/ 13 w 27"/>
                  <a:gd name="T5" fmla="*/ 0 h 28"/>
                  <a:gd name="T6" fmla="*/ 9 w 27"/>
                  <a:gd name="T7" fmla="*/ 1 h 28"/>
                  <a:gd name="T8" fmla="*/ 3 w 27"/>
                  <a:gd name="T9" fmla="*/ 4 h 28"/>
                  <a:gd name="T10" fmla="*/ 1 w 27"/>
                  <a:gd name="T11" fmla="*/ 9 h 28"/>
                  <a:gd name="T12" fmla="*/ 0 w 27"/>
                  <a:gd name="T13" fmla="*/ 14 h 28"/>
                  <a:gd name="T14" fmla="*/ 1 w 27"/>
                  <a:gd name="T15" fmla="*/ 19 h 28"/>
                  <a:gd name="T16" fmla="*/ 3 w 27"/>
                  <a:gd name="T17" fmla="*/ 24 h 28"/>
                  <a:gd name="T18" fmla="*/ 9 w 27"/>
                  <a:gd name="T19" fmla="*/ 27 h 28"/>
                  <a:gd name="T20" fmla="*/ 13 w 27"/>
                  <a:gd name="T21" fmla="*/ 28 h 28"/>
                  <a:gd name="T22" fmla="*/ 18 w 27"/>
                  <a:gd name="T23" fmla="*/ 27 h 28"/>
                  <a:gd name="T24" fmla="*/ 24 w 27"/>
                  <a:gd name="T25" fmla="*/ 24 h 28"/>
                  <a:gd name="T26" fmla="*/ 26 w 27"/>
                  <a:gd name="T27" fmla="*/ 19 h 28"/>
                  <a:gd name="T28" fmla="*/ 27 w 27"/>
                  <a:gd name="T29" fmla="*/ 14 h 28"/>
                  <a:gd name="T30" fmla="*/ 26 w 27"/>
                  <a:gd name="T31" fmla="*/ 9 h 28"/>
                  <a:gd name="T32" fmla="*/ 24 w 27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8">
                    <a:moveTo>
                      <a:pt x="24" y="4"/>
                    </a:moveTo>
                    <a:lnTo>
                      <a:pt x="18" y="1"/>
                    </a:lnTo>
                    <a:lnTo>
                      <a:pt x="13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9" y="27"/>
                    </a:lnTo>
                    <a:lnTo>
                      <a:pt x="13" y="28"/>
                    </a:lnTo>
                    <a:lnTo>
                      <a:pt x="18" y="27"/>
                    </a:lnTo>
                    <a:lnTo>
                      <a:pt x="24" y="24"/>
                    </a:lnTo>
                    <a:lnTo>
                      <a:pt x="26" y="19"/>
                    </a:lnTo>
                    <a:lnTo>
                      <a:pt x="27" y="14"/>
                    </a:lnTo>
                    <a:lnTo>
                      <a:pt x="26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376">
                <a:extLst>
                  <a:ext uri="{FF2B5EF4-FFF2-40B4-BE49-F238E27FC236}">
                    <a16:creationId xmlns:a16="http://schemas.microsoft.com/office/drawing/2014/main" id="{44BFAF65-1882-4F0E-9425-486229574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1139" y="5578476"/>
                <a:ext cx="14288" cy="15875"/>
              </a:xfrm>
              <a:custGeom>
                <a:avLst/>
                <a:gdLst>
                  <a:gd name="T0" fmla="*/ 24 w 28"/>
                  <a:gd name="T1" fmla="*/ 4 h 28"/>
                  <a:gd name="T2" fmla="*/ 19 w 28"/>
                  <a:gd name="T3" fmla="*/ 2 h 28"/>
                  <a:gd name="T4" fmla="*/ 14 w 28"/>
                  <a:gd name="T5" fmla="*/ 0 h 28"/>
                  <a:gd name="T6" fmla="*/ 8 w 28"/>
                  <a:gd name="T7" fmla="*/ 2 h 28"/>
                  <a:gd name="T8" fmla="*/ 4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20 h 28"/>
                  <a:gd name="T16" fmla="*/ 4 w 28"/>
                  <a:gd name="T17" fmla="*/ 24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4 w 28"/>
                  <a:gd name="T25" fmla="*/ 24 h 28"/>
                  <a:gd name="T26" fmla="*/ 26 w 28"/>
                  <a:gd name="T27" fmla="*/ 20 h 28"/>
                  <a:gd name="T28" fmla="*/ 28 w 28"/>
                  <a:gd name="T29" fmla="*/ 14 h 28"/>
                  <a:gd name="T30" fmla="*/ 26 w 28"/>
                  <a:gd name="T31" fmla="*/ 9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8" y="14"/>
                    </a:lnTo>
                    <a:lnTo>
                      <a:pt x="26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377">
                <a:extLst>
                  <a:ext uri="{FF2B5EF4-FFF2-40B4-BE49-F238E27FC236}">
                    <a16:creationId xmlns:a16="http://schemas.microsoft.com/office/drawing/2014/main" id="{913E71AA-45EE-4F62-B292-037B80E7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0026" y="5522913"/>
                <a:ext cx="15875" cy="14288"/>
              </a:xfrm>
              <a:custGeom>
                <a:avLst/>
                <a:gdLst>
                  <a:gd name="T0" fmla="*/ 24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20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4 w 28"/>
                  <a:gd name="T25" fmla="*/ 24 h 28"/>
                  <a:gd name="T26" fmla="*/ 27 w 28"/>
                  <a:gd name="T27" fmla="*/ 20 h 28"/>
                  <a:gd name="T28" fmla="*/ 28 w 28"/>
                  <a:gd name="T29" fmla="*/ 14 h 28"/>
                  <a:gd name="T30" fmla="*/ 27 w 28"/>
                  <a:gd name="T31" fmla="*/ 9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0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378">
                <a:extLst>
                  <a:ext uri="{FF2B5EF4-FFF2-40B4-BE49-F238E27FC236}">
                    <a16:creationId xmlns:a16="http://schemas.microsoft.com/office/drawing/2014/main" id="{7AEEEAE4-E674-4B2E-A9E4-B15520463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1789" y="5567363"/>
                <a:ext cx="14288" cy="14288"/>
              </a:xfrm>
              <a:custGeom>
                <a:avLst/>
                <a:gdLst>
                  <a:gd name="T0" fmla="*/ 24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4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4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379">
                <a:extLst>
                  <a:ext uri="{FF2B5EF4-FFF2-40B4-BE49-F238E27FC236}">
                    <a16:creationId xmlns:a16="http://schemas.microsoft.com/office/drawing/2014/main" id="{85433EB0-D223-478B-B249-39AE10A3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2239" y="5530851"/>
                <a:ext cx="14288" cy="14288"/>
              </a:xfrm>
              <a:custGeom>
                <a:avLst/>
                <a:gdLst>
                  <a:gd name="T0" fmla="*/ 24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4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31669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5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5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5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2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7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3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4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2" grpId="1" animBg="1"/>
          <p:bldP spid="11" grpId="0" animBg="1"/>
          <p:bldP spid="11" grpId="1" animBg="1"/>
          <p:bldP spid="20" grpId="0" animBg="1"/>
          <p:bldP spid="20" grpId="1" animBg="1"/>
          <p:bldP spid="66" grpId="0"/>
          <p:bldP spid="66" grpId="1"/>
          <p:bldP spid="70" grpId="0" animBg="1"/>
          <p:bldP spid="70" grpId="1" animBg="1"/>
          <p:bldP spid="71" grpId="0" animBg="1"/>
          <p:bldP spid="71" grpId="1" animBg="1"/>
          <p:bldP spid="72" grpId="0" animBg="1"/>
          <p:bldP spid="7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5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5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5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49" presetClass="entr" presetSubtype="0" decel="10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2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repeatCount="indefinite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7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2" grpId="1" animBg="1"/>
          <p:bldP spid="11" grpId="0" animBg="1"/>
          <p:bldP spid="11" grpId="1" animBg="1"/>
          <p:bldP spid="20" grpId="0" animBg="1"/>
          <p:bldP spid="20" grpId="1" animBg="1"/>
          <p:bldP spid="66" grpId="0"/>
          <p:bldP spid="66" grpId="1"/>
          <p:bldP spid="70" grpId="0" animBg="1"/>
          <p:bldP spid="70" grpId="1" animBg="1"/>
          <p:bldP spid="71" grpId="0" animBg="1"/>
          <p:bldP spid="71" grpId="1" animBg="1"/>
          <p:bldP spid="72" grpId="0" animBg="1"/>
          <p:bldP spid="72" grpId="1" animBg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ABE4AD5F-4DCA-4718-9725-BBF61152EBC5}"/>
              </a:ext>
            </a:extLst>
          </p:cNvPr>
          <p:cNvSpPr/>
          <p:nvPr/>
        </p:nvSpPr>
        <p:spPr>
          <a:xfrm>
            <a:off x="6636204" y="1059543"/>
            <a:ext cx="4397828" cy="5798457"/>
          </a:xfrm>
          <a:prstGeom prst="round2SameRect">
            <a:avLst>
              <a:gd name="adj1" fmla="val 3136"/>
              <a:gd name="adj2" fmla="val 0"/>
            </a:avLst>
          </a:prstGeom>
          <a:gradFill flip="none" rotWithShape="1">
            <a:gsLst>
              <a:gs pos="89000">
                <a:schemeClr val="accent1"/>
              </a:gs>
              <a:gs pos="50000">
                <a:schemeClr val="accent2"/>
              </a:gs>
              <a:gs pos="0">
                <a:srgbClr val="3D1E66">
                  <a:alpha val="0"/>
                </a:srgb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F316395-F699-4CEF-ADFE-F2FCEA44BCDC}"/>
              </a:ext>
            </a:extLst>
          </p:cNvPr>
          <p:cNvSpPr/>
          <p:nvPr/>
        </p:nvSpPr>
        <p:spPr>
          <a:xfrm>
            <a:off x="7018111" y="1726697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Introduction.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CFBB08C-FACC-4ED5-9828-2298EE17307C}"/>
              </a:ext>
            </a:extLst>
          </p:cNvPr>
          <p:cNvSpPr/>
          <p:nvPr/>
        </p:nvSpPr>
        <p:spPr>
          <a:xfrm>
            <a:off x="7018111" y="2459003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Our Teams.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45B8965-7924-4D34-9EC5-596316729AC2}"/>
              </a:ext>
            </a:extLst>
          </p:cNvPr>
          <p:cNvSpPr/>
          <p:nvPr/>
        </p:nvSpPr>
        <p:spPr>
          <a:xfrm>
            <a:off x="7018111" y="3191309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Our Service.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FB36897-6724-447A-AA9A-C95BE12608AE}"/>
              </a:ext>
            </a:extLst>
          </p:cNvPr>
          <p:cNvSpPr/>
          <p:nvPr/>
        </p:nvSpPr>
        <p:spPr>
          <a:xfrm>
            <a:off x="7018111" y="3923615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Projects.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5BB5A62-99A8-489A-B720-652C032A020D}"/>
              </a:ext>
            </a:extLst>
          </p:cNvPr>
          <p:cNvSpPr/>
          <p:nvPr/>
        </p:nvSpPr>
        <p:spPr>
          <a:xfrm>
            <a:off x="7018111" y="4655921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>
                    <a:alpha val="35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Business Tips.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C105358-C554-45C4-9A15-30B4D3728FC0}"/>
              </a:ext>
            </a:extLst>
          </p:cNvPr>
          <p:cNvSpPr/>
          <p:nvPr/>
        </p:nvSpPr>
        <p:spPr>
          <a:xfrm>
            <a:off x="7018111" y="5388226"/>
            <a:ext cx="363401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800" b="1" i="0" dirty="0">
                <a:solidFill>
                  <a:schemeClr val="bg1">
                    <a:alpha val="20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Others.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26C2196-F815-498F-A652-8A404D7CB0F4}"/>
              </a:ext>
            </a:extLst>
          </p:cNvPr>
          <p:cNvSpPr/>
          <p:nvPr/>
        </p:nvSpPr>
        <p:spPr>
          <a:xfrm>
            <a:off x="1157968" y="3346410"/>
            <a:ext cx="5042807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All Content Has Been Mapped.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20C227F-7A19-4053-B662-08375ADBAE36}"/>
              </a:ext>
            </a:extLst>
          </p:cNvPr>
          <p:cNvSpPr/>
          <p:nvPr/>
        </p:nvSpPr>
        <p:spPr>
          <a:xfrm>
            <a:off x="1246692" y="2065040"/>
            <a:ext cx="1060450" cy="1060446"/>
          </a:xfrm>
          <a:prstGeom prst="ellipse">
            <a:avLst/>
          </a:prstGeom>
          <a:noFill/>
          <a:ln w="25400" cap="rnd">
            <a:gradFill>
              <a:gsLst>
                <a:gs pos="0">
                  <a:schemeClr val="accent1"/>
                </a:gs>
                <a:gs pos="56000">
                  <a:schemeClr val="accent2"/>
                </a:gs>
                <a:gs pos="100000">
                  <a:srgbClr val="3D1E66"/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D63CB7D-81EB-461B-8081-71BB6779EDE9}"/>
              </a:ext>
            </a:extLst>
          </p:cNvPr>
          <p:cNvGrpSpPr/>
          <p:nvPr/>
        </p:nvGrpSpPr>
        <p:grpSpPr>
          <a:xfrm>
            <a:off x="1357817" y="2176165"/>
            <a:ext cx="838200" cy="838196"/>
            <a:chOff x="1462592" y="1837611"/>
            <a:chExt cx="838200" cy="838196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DB95B9B2-7387-4803-B2B1-EAEF6C41288A}"/>
                </a:ext>
              </a:extLst>
            </p:cNvPr>
            <p:cNvSpPr/>
            <p:nvPr/>
          </p:nvSpPr>
          <p:spPr>
            <a:xfrm>
              <a:off x="1462592" y="1837611"/>
              <a:ext cx="838200" cy="838196"/>
            </a:xfrm>
            <a:prstGeom prst="ellipse">
              <a:avLst/>
            </a:prstGeom>
            <a:gradFill flip="none" rotWithShape="1">
              <a:gsLst>
                <a:gs pos="89000">
                  <a:schemeClr val="accent1"/>
                </a:gs>
                <a:gs pos="50000">
                  <a:schemeClr val="accent2"/>
                </a:gs>
                <a:gs pos="0">
                  <a:srgbClr val="3D1E66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5F343952-3DBD-47CF-B30F-B0105463F7AF}"/>
                </a:ext>
              </a:extLst>
            </p:cNvPr>
            <p:cNvGrpSpPr/>
            <p:nvPr/>
          </p:nvGrpSpPr>
          <p:grpSpPr>
            <a:xfrm>
              <a:off x="1693573" y="2068590"/>
              <a:ext cx="376238" cy="376238"/>
              <a:chOff x="10261601" y="1042988"/>
              <a:chExt cx="376238" cy="376238"/>
            </a:xfrm>
            <a:solidFill>
              <a:schemeClr val="bg1"/>
            </a:solidFill>
          </p:grpSpPr>
          <p:sp>
            <p:nvSpPr>
              <p:cNvPr id="24" name="Freeform 267">
                <a:extLst>
                  <a:ext uri="{FF2B5EF4-FFF2-40B4-BE49-F238E27FC236}">
                    <a16:creationId xmlns:a16="http://schemas.microsoft.com/office/drawing/2014/main" id="{3C6F637C-7B8A-4AC8-8EEF-06F57979B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3351" y="1195388"/>
                <a:ext cx="192088" cy="192088"/>
              </a:xfrm>
              <a:custGeom>
                <a:avLst/>
                <a:gdLst>
                  <a:gd name="T0" fmla="*/ 347 w 361"/>
                  <a:gd name="T1" fmla="*/ 0 h 362"/>
                  <a:gd name="T2" fmla="*/ 229 w 361"/>
                  <a:gd name="T3" fmla="*/ 0 h 362"/>
                  <a:gd name="T4" fmla="*/ 224 w 361"/>
                  <a:gd name="T5" fmla="*/ 1 h 362"/>
                  <a:gd name="T6" fmla="*/ 220 w 361"/>
                  <a:gd name="T7" fmla="*/ 4 h 362"/>
                  <a:gd name="T8" fmla="*/ 217 w 361"/>
                  <a:gd name="T9" fmla="*/ 8 h 362"/>
                  <a:gd name="T10" fmla="*/ 215 w 361"/>
                  <a:gd name="T11" fmla="*/ 14 h 362"/>
                  <a:gd name="T12" fmla="*/ 217 w 361"/>
                  <a:gd name="T13" fmla="*/ 19 h 362"/>
                  <a:gd name="T14" fmla="*/ 220 w 361"/>
                  <a:gd name="T15" fmla="*/ 23 h 362"/>
                  <a:gd name="T16" fmla="*/ 224 w 361"/>
                  <a:gd name="T17" fmla="*/ 27 h 362"/>
                  <a:gd name="T18" fmla="*/ 229 w 361"/>
                  <a:gd name="T19" fmla="*/ 28 h 362"/>
                  <a:gd name="T20" fmla="*/ 334 w 361"/>
                  <a:gd name="T21" fmla="*/ 28 h 362"/>
                  <a:gd name="T22" fmla="*/ 334 w 361"/>
                  <a:gd name="T23" fmla="*/ 334 h 362"/>
                  <a:gd name="T24" fmla="*/ 28 w 361"/>
                  <a:gd name="T25" fmla="*/ 334 h 362"/>
                  <a:gd name="T26" fmla="*/ 28 w 361"/>
                  <a:gd name="T27" fmla="*/ 28 h 362"/>
                  <a:gd name="T28" fmla="*/ 134 w 361"/>
                  <a:gd name="T29" fmla="*/ 28 h 362"/>
                  <a:gd name="T30" fmla="*/ 139 w 361"/>
                  <a:gd name="T31" fmla="*/ 27 h 362"/>
                  <a:gd name="T32" fmla="*/ 144 w 361"/>
                  <a:gd name="T33" fmla="*/ 23 h 362"/>
                  <a:gd name="T34" fmla="*/ 147 w 361"/>
                  <a:gd name="T35" fmla="*/ 19 h 362"/>
                  <a:gd name="T36" fmla="*/ 148 w 361"/>
                  <a:gd name="T37" fmla="*/ 14 h 362"/>
                  <a:gd name="T38" fmla="*/ 147 w 361"/>
                  <a:gd name="T39" fmla="*/ 8 h 362"/>
                  <a:gd name="T40" fmla="*/ 144 w 361"/>
                  <a:gd name="T41" fmla="*/ 4 h 362"/>
                  <a:gd name="T42" fmla="*/ 139 w 361"/>
                  <a:gd name="T43" fmla="*/ 1 h 362"/>
                  <a:gd name="T44" fmla="*/ 134 w 361"/>
                  <a:gd name="T45" fmla="*/ 0 h 362"/>
                  <a:gd name="T46" fmla="*/ 14 w 361"/>
                  <a:gd name="T47" fmla="*/ 0 h 362"/>
                  <a:gd name="T48" fmla="*/ 8 w 361"/>
                  <a:gd name="T49" fmla="*/ 1 h 362"/>
                  <a:gd name="T50" fmla="*/ 4 w 361"/>
                  <a:gd name="T51" fmla="*/ 4 h 362"/>
                  <a:gd name="T52" fmla="*/ 1 w 361"/>
                  <a:gd name="T53" fmla="*/ 8 h 362"/>
                  <a:gd name="T54" fmla="*/ 0 w 361"/>
                  <a:gd name="T55" fmla="*/ 14 h 362"/>
                  <a:gd name="T56" fmla="*/ 0 w 361"/>
                  <a:gd name="T57" fmla="*/ 348 h 362"/>
                  <a:gd name="T58" fmla="*/ 1 w 361"/>
                  <a:gd name="T59" fmla="*/ 353 h 362"/>
                  <a:gd name="T60" fmla="*/ 4 w 361"/>
                  <a:gd name="T61" fmla="*/ 357 h 362"/>
                  <a:gd name="T62" fmla="*/ 8 w 361"/>
                  <a:gd name="T63" fmla="*/ 361 h 362"/>
                  <a:gd name="T64" fmla="*/ 14 w 361"/>
                  <a:gd name="T65" fmla="*/ 362 h 362"/>
                  <a:gd name="T66" fmla="*/ 347 w 361"/>
                  <a:gd name="T67" fmla="*/ 362 h 362"/>
                  <a:gd name="T68" fmla="*/ 353 w 361"/>
                  <a:gd name="T69" fmla="*/ 361 h 362"/>
                  <a:gd name="T70" fmla="*/ 357 w 361"/>
                  <a:gd name="T71" fmla="*/ 357 h 362"/>
                  <a:gd name="T72" fmla="*/ 360 w 361"/>
                  <a:gd name="T73" fmla="*/ 353 h 362"/>
                  <a:gd name="T74" fmla="*/ 361 w 361"/>
                  <a:gd name="T75" fmla="*/ 348 h 362"/>
                  <a:gd name="T76" fmla="*/ 361 w 361"/>
                  <a:gd name="T77" fmla="*/ 14 h 362"/>
                  <a:gd name="T78" fmla="*/ 360 w 361"/>
                  <a:gd name="T79" fmla="*/ 8 h 362"/>
                  <a:gd name="T80" fmla="*/ 357 w 361"/>
                  <a:gd name="T81" fmla="*/ 4 h 362"/>
                  <a:gd name="T82" fmla="*/ 353 w 361"/>
                  <a:gd name="T83" fmla="*/ 1 h 362"/>
                  <a:gd name="T84" fmla="*/ 347 w 361"/>
                  <a:gd name="T85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61" h="362">
                    <a:moveTo>
                      <a:pt x="347" y="0"/>
                    </a:moveTo>
                    <a:lnTo>
                      <a:pt x="229" y="0"/>
                    </a:lnTo>
                    <a:lnTo>
                      <a:pt x="224" y="1"/>
                    </a:lnTo>
                    <a:lnTo>
                      <a:pt x="220" y="4"/>
                    </a:lnTo>
                    <a:lnTo>
                      <a:pt x="217" y="8"/>
                    </a:lnTo>
                    <a:lnTo>
                      <a:pt x="215" y="14"/>
                    </a:lnTo>
                    <a:lnTo>
                      <a:pt x="217" y="19"/>
                    </a:lnTo>
                    <a:lnTo>
                      <a:pt x="220" y="23"/>
                    </a:lnTo>
                    <a:lnTo>
                      <a:pt x="224" y="27"/>
                    </a:lnTo>
                    <a:lnTo>
                      <a:pt x="229" y="28"/>
                    </a:lnTo>
                    <a:lnTo>
                      <a:pt x="334" y="28"/>
                    </a:lnTo>
                    <a:lnTo>
                      <a:pt x="334" y="334"/>
                    </a:lnTo>
                    <a:lnTo>
                      <a:pt x="28" y="334"/>
                    </a:lnTo>
                    <a:lnTo>
                      <a:pt x="28" y="28"/>
                    </a:lnTo>
                    <a:lnTo>
                      <a:pt x="134" y="28"/>
                    </a:lnTo>
                    <a:lnTo>
                      <a:pt x="139" y="27"/>
                    </a:lnTo>
                    <a:lnTo>
                      <a:pt x="144" y="23"/>
                    </a:lnTo>
                    <a:lnTo>
                      <a:pt x="147" y="19"/>
                    </a:lnTo>
                    <a:lnTo>
                      <a:pt x="148" y="14"/>
                    </a:lnTo>
                    <a:lnTo>
                      <a:pt x="147" y="8"/>
                    </a:lnTo>
                    <a:lnTo>
                      <a:pt x="144" y="4"/>
                    </a:lnTo>
                    <a:lnTo>
                      <a:pt x="139" y="1"/>
                    </a:lnTo>
                    <a:lnTo>
                      <a:pt x="134" y="0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0" y="348"/>
                    </a:lnTo>
                    <a:lnTo>
                      <a:pt x="1" y="353"/>
                    </a:lnTo>
                    <a:lnTo>
                      <a:pt x="4" y="357"/>
                    </a:lnTo>
                    <a:lnTo>
                      <a:pt x="8" y="361"/>
                    </a:lnTo>
                    <a:lnTo>
                      <a:pt x="14" y="362"/>
                    </a:lnTo>
                    <a:lnTo>
                      <a:pt x="347" y="362"/>
                    </a:lnTo>
                    <a:lnTo>
                      <a:pt x="353" y="361"/>
                    </a:lnTo>
                    <a:lnTo>
                      <a:pt x="357" y="357"/>
                    </a:lnTo>
                    <a:lnTo>
                      <a:pt x="360" y="353"/>
                    </a:lnTo>
                    <a:lnTo>
                      <a:pt x="361" y="348"/>
                    </a:lnTo>
                    <a:lnTo>
                      <a:pt x="361" y="14"/>
                    </a:lnTo>
                    <a:lnTo>
                      <a:pt x="360" y="8"/>
                    </a:lnTo>
                    <a:lnTo>
                      <a:pt x="357" y="4"/>
                    </a:lnTo>
                    <a:lnTo>
                      <a:pt x="353" y="1"/>
                    </a:lnTo>
                    <a:lnTo>
                      <a:pt x="3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268">
                <a:extLst>
                  <a:ext uri="{FF2B5EF4-FFF2-40B4-BE49-F238E27FC236}">
                    <a16:creationId xmlns:a16="http://schemas.microsoft.com/office/drawing/2014/main" id="{6D3093FC-B77C-4D09-8FE5-F88B4134EC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61601" y="1042988"/>
                <a:ext cx="376238" cy="376238"/>
              </a:xfrm>
              <a:custGeom>
                <a:avLst/>
                <a:gdLst>
                  <a:gd name="T0" fmla="*/ 242 w 711"/>
                  <a:gd name="T1" fmla="*/ 0 h 712"/>
                  <a:gd name="T2" fmla="*/ 231 w 711"/>
                  <a:gd name="T3" fmla="*/ 4 h 712"/>
                  <a:gd name="T4" fmla="*/ 228 w 711"/>
                  <a:gd name="T5" fmla="*/ 14 h 712"/>
                  <a:gd name="T6" fmla="*/ 128 w 711"/>
                  <a:gd name="T7" fmla="*/ 114 h 712"/>
                  <a:gd name="T8" fmla="*/ 118 w 711"/>
                  <a:gd name="T9" fmla="*/ 118 h 712"/>
                  <a:gd name="T10" fmla="*/ 114 w 711"/>
                  <a:gd name="T11" fmla="*/ 128 h 712"/>
                  <a:gd name="T12" fmla="*/ 14 w 711"/>
                  <a:gd name="T13" fmla="*/ 228 h 712"/>
                  <a:gd name="T14" fmla="*/ 4 w 711"/>
                  <a:gd name="T15" fmla="*/ 232 h 712"/>
                  <a:gd name="T16" fmla="*/ 0 w 711"/>
                  <a:gd name="T17" fmla="*/ 242 h 712"/>
                  <a:gd name="T18" fmla="*/ 2 w 711"/>
                  <a:gd name="T19" fmla="*/ 703 h 712"/>
                  <a:gd name="T20" fmla="*/ 8 w 711"/>
                  <a:gd name="T21" fmla="*/ 710 h 712"/>
                  <a:gd name="T22" fmla="*/ 470 w 711"/>
                  <a:gd name="T23" fmla="*/ 712 h 712"/>
                  <a:gd name="T24" fmla="*/ 479 w 711"/>
                  <a:gd name="T25" fmla="*/ 707 h 712"/>
                  <a:gd name="T26" fmla="*/ 484 w 711"/>
                  <a:gd name="T27" fmla="*/ 698 h 712"/>
                  <a:gd name="T28" fmla="*/ 583 w 711"/>
                  <a:gd name="T29" fmla="*/ 597 h 712"/>
                  <a:gd name="T30" fmla="*/ 593 w 711"/>
                  <a:gd name="T31" fmla="*/ 594 h 712"/>
                  <a:gd name="T32" fmla="*/ 597 w 711"/>
                  <a:gd name="T33" fmla="*/ 583 h 712"/>
                  <a:gd name="T34" fmla="*/ 697 w 711"/>
                  <a:gd name="T35" fmla="*/ 483 h 712"/>
                  <a:gd name="T36" fmla="*/ 707 w 711"/>
                  <a:gd name="T37" fmla="*/ 480 h 712"/>
                  <a:gd name="T38" fmla="*/ 711 w 711"/>
                  <a:gd name="T39" fmla="*/ 469 h 712"/>
                  <a:gd name="T40" fmla="*/ 710 w 711"/>
                  <a:gd name="T41" fmla="*/ 9 h 712"/>
                  <a:gd name="T42" fmla="*/ 702 w 711"/>
                  <a:gd name="T43" fmla="*/ 1 h 712"/>
                  <a:gd name="T44" fmla="*/ 456 w 711"/>
                  <a:gd name="T45" fmla="*/ 583 h 712"/>
                  <a:gd name="T46" fmla="*/ 28 w 711"/>
                  <a:gd name="T47" fmla="*/ 684 h 712"/>
                  <a:gd name="T48" fmla="*/ 456 w 711"/>
                  <a:gd name="T49" fmla="*/ 256 h 712"/>
                  <a:gd name="T50" fmla="*/ 683 w 711"/>
                  <a:gd name="T51" fmla="*/ 455 h 712"/>
                  <a:gd name="T52" fmla="*/ 597 w 711"/>
                  <a:gd name="T53" fmla="*/ 128 h 712"/>
                  <a:gd name="T54" fmla="*/ 593 w 711"/>
                  <a:gd name="T55" fmla="*/ 118 h 712"/>
                  <a:gd name="T56" fmla="*/ 583 w 711"/>
                  <a:gd name="T57" fmla="*/ 114 h 712"/>
                  <a:gd name="T58" fmla="*/ 474 w 711"/>
                  <a:gd name="T59" fmla="*/ 115 h 712"/>
                  <a:gd name="T60" fmla="*/ 466 w 711"/>
                  <a:gd name="T61" fmla="*/ 122 h 712"/>
                  <a:gd name="T62" fmla="*/ 466 w 711"/>
                  <a:gd name="T63" fmla="*/ 133 h 712"/>
                  <a:gd name="T64" fmla="*/ 474 w 711"/>
                  <a:gd name="T65" fmla="*/ 141 h 712"/>
                  <a:gd name="T66" fmla="*/ 569 w 711"/>
                  <a:gd name="T67" fmla="*/ 142 h 712"/>
                  <a:gd name="T68" fmla="*/ 484 w 711"/>
                  <a:gd name="T69" fmla="*/ 570 h 712"/>
                  <a:gd name="T70" fmla="*/ 482 w 711"/>
                  <a:gd name="T71" fmla="*/ 236 h 712"/>
                  <a:gd name="T72" fmla="*/ 475 w 711"/>
                  <a:gd name="T73" fmla="*/ 229 h 712"/>
                  <a:gd name="T74" fmla="*/ 141 w 711"/>
                  <a:gd name="T75" fmla="*/ 228 h 712"/>
                  <a:gd name="T76" fmla="*/ 372 w 711"/>
                  <a:gd name="T77" fmla="*/ 142 h 712"/>
                  <a:gd name="T78" fmla="*/ 382 w 711"/>
                  <a:gd name="T79" fmla="*/ 137 h 712"/>
                  <a:gd name="T80" fmla="*/ 386 w 711"/>
                  <a:gd name="T81" fmla="*/ 128 h 712"/>
                  <a:gd name="T82" fmla="*/ 382 w 711"/>
                  <a:gd name="T83" fmla="*/ 118 h 712"/>
                  <a:gd name="T84" fmla="*/ 372 w 711"/>
                  <a:gd name="T85" fmla="*/ 114 h 712"/>
                  <a:gd name="T86" fmla="*/ 256 w 711"/>
                  <a:gd name="T87" fmla="*/ 28 h 712"/>
                  <a:gd name="T88" fmla="*/ 683 w 711"/>
                  <a:gd name="T89" fmla="*/ 455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1" h="712">
                    <a:moveTo>
                      <a:pt x="697" y="0"/>
                    </a:moveTo>
                    <a:lnTo>
                      <a:pt x="242" y="0"/>
                    </a:lnTo>
                    <a:lnTo>
                      <a:pt x="237" y="1"/>
                    </a:lnTo>
                    <a:lnTo>
                      <a:pt x="231" y="4"/>
                    </a:lnTo>
                    <a:lnTo>
                      <a:pt x="229" y="9"/>
                    </a:lnTo>
                    <a:lnTo>
                      <a:pt x="228" y="14"/>
                    </a:lnTo>
                    <a:lnTo>
                      <a:pt x="228" y="114"/>
                    </a:lnTo>
                    <a:lnTo>
                      <a:pt x="128" y="114"/>
                    </a:lnTo>
                    <a:lnTo>
                      <a:pt x="122" y="115"/>
                    </a:lnTo>
                    <a:lnTo>
                      <a:pt x="118" y="118"/>
                    </a:lnTo>
                    <a:lnTo>
                      <a:pt x="116" y="122"/>
                    </a:lnTo>
                    <a:lnTo>
                      <a:pt x="114" y="128"/>
                    </a:lnTo>
                    <a:lnTo>
                      <a:pt x="114" y="228"/>
                    </a:lnTo>
                    <a:lnTo>
                      <a:pt x="14" y="228"/>
                    </a:lnTo>
                    <a:lnTo>
                      <a:pt x="8" y="229"/>
                    </a:lnTo>
                    <a:lnTo>
                      <a:pt x="4" y="232"/>
                    </a:lnTo>
                    <a:lnTo>
                      <a:pt x="2" y="236"/>
                    </a:lnTo>
                    <a:lnTo>
                      <a:pt x="0" y="242"/>
                    </a:lnTo>
                    <a:lnTo>
                      <a:pt x="0" y="698"/>
                    </a:lnTo>
                    <a:lnTo>
                      <a:pt x="2" y="703"/>
                    </a:lnTo>
                    <a:lnTo>
                      <a:pt x="4" y="707"/>
                    </a:lnTo>
                    <a:lnTo>
                      <a:pt x="8" y="710"/>
                    </a:lnTo>
                    <a:lnTo>
                      <a:pt x="14" y="712"/>
                    </a:lnTo>
                    <a:lnTo>
                      <a:pt x="470" y="712"/>
                    </a:lnTo>
                    <a:lnTo>
                      <a:pt x="475" y="710"/>
                    </a:lnTo>
                    <a:lnTo>
                      <a:pt x="479" y="707"/>
                    </a:lnTo>
                    <a:lnTo>
                      <a:pt x="482" y="703"/>
                    </a:lnTo>
                    <a:lnTo>
                      <a:pt x="484" y="698"/>
                    </a:lnTo>
                    <a:lnTo>
                      <a:pt x="484" y="597"/>
                    </a:lnTo>
                    <a:lnTo>
                      <a:pt x="583" y="597"/>
                    </a:lnTo>
                    <a:lnTo>
                      <a:pt x="589" y="596"/>
                    </a:lnTo>
                    <a:lnTo>
                      <a:pt x="593" y="594"/>
                    </a:lnTo>
                    <a:lnTo>
                      <a:pt x="596" y="588"/>
                    </a:lnTo>
                    <a:lnTo>
                      <a:pt x="597" y="583"/>
                    </a:lnTo>
                    <a:lnTo>
                      <a:pt x="597" y="483"/>
                    </a:lnTo>
                    <a:lnTo>
                      <a:pt x="697" y="483"/>
                    </a:lnTo>
                    <a:lnTo>
                      <a:pt x="702" y="482"/>
                    </a:lnTo>
                    <a:lnTo>
                      <a:pt x="707" y="480"/>
                    </a:lnTo>
                    <a:lnTo>
                      <a:pt x="710" y="475"/>
                    </a:lnTo>
                    <a:lnTo>
                      <a:pt x="711" y="469"/>
                    </a:lnTo>
                    <a:lnTo>
                      <a:pt x="711" y="14"/>
                    </a:lnTo>
                    <a:lnTo>
                      <a:pt x="710" y="9"/>
                    </a:lnTo>
                    <a:lnTo>
                      <a:pt x="707" y="4"/>
                    </a:lnTo>
                    <a:lnTo>
                      <a:pt x="702" y="1"/>
                    </a:lnTo>
                    <a:lnTo>
                      <a:pt x="697" y="0"/>
                    </a:lnTo>
                    <a:close/>
                    <a:moveTo>
                      <a:pt x="456" y="583"/>
                    </a:moveTo>
                    <a:lnTo>
                      <a:pt x="456" y="684"/>
                    </a:lnTo>
                    <a:lnTo>
                      <a:pt x="28" y="684"/>
                    </a:lnTo>
                    <a:lnTo>
                      <a:pt x="28" y="256"/>
                    </a:lnTo>
                    <a:lnTo>
                      <a:pt x="456" y="256"/>
                    </a:lnTo>
                    <a:lnTo>
                      <a:pt x="456" y="583"/>
                    </a:lnTo>
                    <a:close/>
                    <a:moveTo>
                      <a:pt x="683" y="455"/>
                    </a:moveTo>
                    <a:lnTo>
                      <a:pt x="597" y="455"/>
                    </a:lnTo>
                    <a:lnTo>
                      <a:pt x="597" y="128"/>
                    </a:lnTo>
                    <a:lnTo>
                      <a:pt x="596" y="122"/>
                    </a:lnTo>
                    <a:lnTo>
                      <a:pt x="593" y="118"/>
                    </a:lnTo>
                    <a:lnTo>
                      <a:pt x="589" y="115"/>
                    </a:lnTo>
                    <a:lnTo>
                      <a:pt x="583" y="114"/>
                    </a:lnTo>
                    <a:lnTo>
                      <a:pt x="479" y="114"/>
                    </a:lnTo>
                    <a:lnTo>
                      <a:pt x="474" y="115"/>
                    </a:lnTo>
                    <a:lnTo>
                      <a:pt x="469" y="118"/>
                    </a:lnTo>
                    <a:lnTo>
                      <a:pt x="466" y="122"/>
                    </a:lnTo>
                    <a:lnTo>
                      <a:pt x="465" y="128"/>
                    </a:lnTo>
                    <a:lnTo>
                      <a:pt x="466" y="133"/>
                    </a:lnTo>
                    <a:lnTo>
                      <a:pt x="469" y="137"/>
                    </a:lnTo>
                    <a:lnTo>
                      <a:pt x="474" y="141"/>
                    </a:lnTo>
                    <a:lnTo>
                      <a:pt x="479" y="142"/>
                    </a:lnTo>
                    <a:lnTo>
                      <a:pt x="569" y="142"/>
                    </a:lnTo>
                    <a:lnTo>
                      <a:pt x="569" y="570"/>
                    </a:lnTo>
                    <a:lnTo>
                      <a:pt x="484" y="570"/>
                    </a:lnTo>
                    <a:lnTo>
                      <a:pt x="484" y="242"/>
                    </a:lnTo>
                    <a:lnTo>
                      <a:pt x="482" y="236"/>
                    </a:lnTo>
                    <a:lnTo>
                      <a:pt x="479" y="232"/>
                    </a:lnTo>
                    <a:lnTo>
                      <a:pt x="475" y="229"/>
                    </a:lnTo>
                    <a:lnTo>
                      <a:pt x="470" y="228"/>
                    </a:lnTo>
                    <a:lnTo>
                      <a:pt x="141" y="228"/>
                    </a:lnTo>
                    <a:lnTo>
                      <a:pt x="141" y="142"/>
                    </a:lnTo>
                    <a:lnTo>
                      <a:pt x="372" y="142"/>
                    </a:lnTo>
                    <a:lnTo>
                      <a:pt x="377" y="141"/>
                    </a:lnTo>
                    <a:lnTo>
                      <a:pt x="382" y="137"/>
                    </a:lnTo>
                    <a:lnTo>
                      <a:pt x="385" y="133"/>
                    </a:lnTo>
                    <a:lnTo>
                      <a:pt x="386" y="128"/>
                    </a:lnTo>
                    <a:lnTo>
                      <a:pt x="385" y="122"/>
                    </a:lnTo>
                    <a:lnTo>
                      <a:pt x="382" y="118"/>
                    </a:lnTo>
                    <a:lnTo>
                      <a:pt x="377" y="115"/>
                    </a:lnTo>
                    <a:lnTo>
                      <a:pt x="372" y="114"/>
                    </a:lnTo>
                    <a:lnTo>
                      <a:pt x="256" y="114"/>
                    </a:lnTo>
                    <a:lnTo>
                      <a:pt x="256" y="28"/>
                    </a:lnTo>
                    <a:lnTo>
                      <a:pt x="683" y="28"/>
                    </a:lnTo>
                    <a:lnTo>
                      <a:pt x="683" y="4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6" name="Freeform 269">
                <a:extLst>
                  <a:ext uri="{FF2B5EF4-FFF2-40B4-BE49-F238E27FC236}">
                    <a16:creationId xmlns:a16="http://schemas.microsoft.com/office/drawing/2014/main" id="{A294F91F-B227-4060-AF51-81F17D79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2251" y="1195388"/>
                <a:ext cx="14288" cy="15875"/>
              </a:xfrm>
              <a:custGeom>
                <a:avLst/>
                <a:gdLst>
                  <a:gd name="T0" fmla="*/ 14 w 28"/>
                  <a:gd name="T1" fmla="*/ 0 h 30"/>
                  <a:gd name="T2" fmla="*/ 9 w 28"/>
                  <a:gd name="T3" fmla="*/ 1 h 30"/>
                  <a:gd name="T4" fmla="*/ 3 w 28"/>
                  <a:gd name="T5" fmla="*/ 4 h 30"/>
                  <a:gd name="T6" fmla="*/ 1 w 28"/>
                  <a:gd name="T7" fmla="*/ 8 h 30"/>
                  <a:gd name="T8" fmla="*/ 0 w 28"/>
                  <a:gd name="T9" fmla="*/ 14 h 30"/>
                  <a:gd name="T10" fmla="*/ 0 w 28"/>
                  <a:gd name="T11" fmla="*/ 16 h 30"/>
                  <a:gd name="T12" fmla="*/ 1 w 28"/>
                  <a:gd name="T13" fmla="*/ 21 h 30"/>
                  <a:gd name="T14" fmla="*/ 3 w 28"/>
                  <a:gd name="T15" fmla="*/ 25 h 30"/>
                  <a:gd name="T16" fmla="*/ 9 w 28"/>
                  <a:gd name="T17" fmla="*/ 29 h 30"/>
                  <a:gd name="T18" fmla="*/ 14 w 28"/>
                  <a:gd name="T19" fmla="*/ 30 h 30"/>
                  <a:gd name="T20" fmla="*/ 20 w 28"/>
                  <a:gd name="T21" fmla="*/ 29 h 30"/>
                  <a:gd name="T22" fmla="*/ 24 w 28"/>
                  <a:gd name="T23" fmla="*/ 25 h 30"/>
                  <a:gd name="T24" fmla="*/ 27 w 28"/>
                  <a:gd name="T25" fmla="*/ 21 h 30"/>
                  <a:gd name="T26" fmla="*/ 28 w 28"/>
                  <a:gd name="T27" fmla="*/ 16 h 30"/>
                  <a:gd name="T28" fmla="*/ 28 w 28"/>
                  <a:gd name="T29" fmla="*/ 14 h 30"/>
                  <a:gd name="T30" fmla="*/ 27 w 28"/>
                  <a:gd name="T31" fmla="*/ 8 h 30"/>
                  <a:gd name="T32" fmla="*/ 24 w 28"/>
                  <a:gd name="T33" fmla="*/ 4 h 30"/>
                  <a:gd name="T34" fmla="*/ 20 w 28"/>
                  <a:gd name="T35" fmla="*/ 1 h 30"/>
                  <a:gd name="T36" fmla="*/ 14 w 28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0">
                    <a:moveTo>
                      <a:pt x="14" y="0"/>
                    </a:moveTo>
                    <a:lnTo>
                      <a:pt x="9" y="1"/>
                    </a:lnTo>
                    <a:lnTo>
                      <a:pt x="3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9" y="29"/>
                    </a:lnTo>
                    <a:lnTo>
                      <a:pt x="14" y="30"/>
                    </a:lnTo>
                    <a:lnTo>
                      <a:pt x="20" y="29"/>
                    </a:lnTo>
                    <a:lnTo>
                      <a:pt x="24" y="25"/>
                    </a:lnTo>
                    <a:lnTo>
                      <a:pt x="27" y="21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4" y="4"/>
                    </a:lnTo>
                    <a:lnTo>
                      <a:pt x="2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7" name="Freeform 270">
                <a:extLst>
                  <a:ext uri="{FF2B5EF4-FFF2-40B4-BE49-F238E27FC236}">
                    <a16:creationId xmlns:a16="http://schemas.microsoft.com/office/drawing/2014/main" id="{257F06CD-16A7-45C7-A9BA-19AAEAB36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9089" y="1103313"/>
                <a:ext cx="14288" cy="14288"/>
              </a:xfrm>
              <a:custGeom>
                <a:avLst/>
                <a:gdLst>
                  <a:gd name="T0" fmla="*/ 23 w 26"/>
                  <a:gd name="T1" fmla="*/ 4 h 28"/>
                  <a:gd name="T2" fmla="*/ 18 w 26"/>
                  <a:gd name="T3" fmla="*/ 1 h 28"/>
                  <a:gd name="T4" fmla="*/ 13 w 26"/>
                  <a:gd name="T5" fmla="*/ 0 h 28"/>
                  <a:gd name="T6" fmla="*/ 8 w 26"/>
                  <a:gd name="T7" fmla="*/ 1 h 28"/>
                  <a:gd name="T8" fmla="*/ 3 w 26"/>
                  <a:gd name="T9" fmla="*/ 4 h 28"/>
                  <a:gd name="T10" fmla="*/ 1 w 26"/>
                  <a:gd name="T11" fmla="*/ 8 h 28"/>
                  <a:gd name="T12" fmla="*/ 0 w 26"/>
                  <a:gd name="T13" fmla="*/ 14 h 28"/>
                  <a:gd name="T14" fmla="*/ 1 w 26"/>
                  <a:gd name="T15" fmla="*/ 19 h 28"/>
                  <a:gd name="T16" fmla="*/ 3 w 26"/>
                  <a:gd name="T17" fmla="*/ 23 h 28"/>
                  <a:gd name="T18" fmla="*/ 8 w 26"/>
                  <a:gd name="T19" fmla="*/ 27 h 28"/>
                  <a:gd name="T20" fmla="*/ 13 w 26"/>
                  <a:gd name="T21" fmla="*/ 28 h 28"/>
                  <a:gd name="T22" fmla="*/ 18 w 26"/>
                  <a:gd name="T23" fmla="*/ 27 h 28"/>
                  <a:gd name="T24" fmla="*/ 23 w 26"/>
                  <a:gd name="T25" fmla="*/ 23 h 28"/>
                  <a:gd name="T26" fmla="*/ 25 w 26"/>
                  <a:gd name="T27" fmla="*/ 19 h 28"/>
                  <a:gd name="T28" fmla="*/ 26 w 26"/>
                  <a:gd name="T29" fmla="*/ 14 h 28"/>
                  <a:gd name="T30" fmla="*/ 25 w 26"/>
                  <a:gd name="T31" fmla="*/ 8 h 28"/>
                  <a:gd name="T32" fmla="*/ 23 w 26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8">
                    <a:moveTo>
                      <a:pt x="23" y="4"/>
                    </a:moveTo>
                    <a:lnTo>
                      <a:pt x="18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3"/>
                    </a:lnTo>
                    <a:lnTo>
                      <a:pt x="8" y="27"/>
                    </a:lnTo>
                    <a:lnTo>
                      <a:pt x="13" y="28"/>
                    </a:lnTo>
                    <a:lnTo>
                      <a:pt x="18" y="27"/>
                    </a:lnTo>
                    <a:lnTo>
                      <a:pt x="23" y="23"/>
                    </a:lnTo>
                    <a:lnTo>
                      <a:pt x="25" y="19"/>
                    </a:lnTo>
                    <a:lnTo>
                      <a:pt x="26" y="14"/>
                    </a:lnTo>
                    <a:lnTo>
                      <a:pt x="25" y="8"/>
                    </a:lnTo>
                    <a:lnTo>
                      <a:pt x="2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25373DB-F2D0-4BAD-92FE-B72655972CF0}"/>
              </a:ext>
            </a:extLst>
          </p:cNvPr>
          <p:cNvGrpSpPr/>
          <p:nvPr/>
        </p:nvGrpSpPr>
        <p:grpSpPr>
          <a:xfrm>
            <a:off x="1" y="4753118"/>
            <a:ext cx="1678298" cy="2107703"/>
            <a:chOff x="-2861" y="5931257"/>
            <a:chExt cx="4014423" cy="5041543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46D7D1E-1D6D-4C62-A67B-B1493B667EF7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16F552C-8861-4C50-A33B-749ACF8C17E0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37FADA94-E271-4F63-AE2E-004C74900519}"/>
              </a:ext>
            </a:extLst>
          </p:cNvPr>
          <p:cNvSpPr/>
          <p:nvPr/>
        </p:nvSpPr>
        <p:spPr>
          <a:xfrm>
            <a:off x="11689081" y="1529482"/>
            <a:ext cx="937988" cy="937988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A62B14F-647D-4199-B4BE-F9D9064C8AE8}"/>
              </a:ext>
            </a:extLst>
          </p:cNvPr>
          <p:cNvSpPr/>
          <p:nvPr/>
        </p:nvSpPr>
        <p:spPr>
          <a:xfrm>
            <a:off x="2884090" y="1038700"/>
            <a:ext cx="287180" cy="287180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97328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2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49" presetClass="entr" presetSubtype="0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 p14:presetBounceEnd="66667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7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 p14:presetBounceEnd="66667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fill="hold" grpId="1" nodeType="withEffect" p14:presetBounceEnd="66667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8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9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fill="hold" grpId="1" nodeType="withEffect" p14:presetBounceEnd="66667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5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5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53" presetClass="entr" presetSubtype="16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fill="hold" grpId="1" nodeType="withEffect" p14:presetBounceEnd="66667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6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53" presetClass="entr" presetSubtype="16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1" nodeType="withEffect" p14:presetBounceEnd="66667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75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76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grpId="1" nodeType="withEffect" p14:presetBounceEnd="66667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84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85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9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91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2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4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9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5" grpId="0"/>
          <p:bldP spid="5" grpId="1"/>
          <p:bldP spid="6" grpId="0"/>
          <p:bldP spid="6" grpId="1"/>
          <p:bldP spid="7" grpId="0"/>
          <p:bldP spid="7" grpId="1"/>
          <p:bldP spid="8" grpId="0"/>
          <p:bldP spid="8" grpId="1"/>
          <p:bldP spid="9" grpId="0"/>
          <p:bldP spid="9" grpId="1"/>
          <p:bldP spid="11" grpId="0"/>
          <p:bldP spid="11" grpId="1"/>
          <p:bldP spid="4" grpId="0"/>
          <p:bldP spid="4" grpId="1"/>
          <p:bldP spid="13" grpId="0" animBg="1"/>
          <p:bldP spid="13" grpId="1" animBg="1"/>
          <p:bldP spid="22" grpId="0" animBg="1"/>
          <p:bldP spid="22" grpId="1" animBg="1"/>
          <p:bldP spid="29" grpId="0" animBg="1"/>
          <p:bldP spid="2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2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49" presetClass="entr" presetSubtype="0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53" presetClass="entr" presetSubtype="16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53" presetClass="entr" presetSubtype="16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4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5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9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91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2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4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9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5" grpId="0"/>
          <p:bldP spid="5" grpId="1"/>
          <p:bldP spid="6" grpId="0"/>
          <p:bldP spid="6" grpId="1"/>
          <p:bldP spid="7" grpId="0"/>
          <p:bldP spid="7" grpId="1"/>
          <p:bldP spid="8" grpId="0"/>
          <p:bldP spid="8" grpId="1"/>
          <p:bldP spid="9" grpId="0"/>
          <p:bldP spid="9" grpId="1"/>
          <p:bldP spid="11" grpId="0"/>
          <p:bldP spid="11" grpId="1"/>
          <p:bldP spid="4" grpId="0"/>
          <p:bldP spid="4" grpId="1"/>
          <p:bldP spid="13" grpId="0" animBg="1"/>
          <p:bldP spid="13" grpId="1" animBg="1"/>
          <p:bldP spid="22" grpId="0" animBg="1"/>
          <p:bldP spid="22" grpId="1" animBg="1"/>
          <p:bldP spid="29" grpId="0" animBg="1"/>
          <p:bldP spid="29" grpId="1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AE47A5C5-9D3A-4B7C-99A9-E599362A1488}"/>
              </a:ext>
            </a:extLst>
          </p:cNvPr>
          <p:cNvSpPr/>
          <p:nvPr/>
        </p:nvSpPr>
        <p:spPr>
          <a:xfrm>
            <a:off x="1665935" y="2785918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1</a:t>
            </a:r>
            <a:endParaRPr lang="en-US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D7020BD-8673-48F7-BD90-A640D9C42C89}"/>
              </a:ext>
            </a:extLst>
          </p:cNvPr>
          <p:cNvSpPr/>
          <p:nvPr/>
        </p:nvSpPr>
        <p:spPr>
          <a:xfrm>
            <a:off x="1665935" y="4361048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2</a:t>
            </a: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DE43317F-921E-466D-853F-3FBF6DAC133B}"/>
              </a:ext>
            </a:extLst>
          </p:cNvPr>
          <p:cNvSpPr/>
          <p:nvPr/>
        </p:nvSpPr>
        <p:spPr>
          <a:xfrm>
            <a:off x="1665936" y="1639542"/>
            <a:ext cx="3334918" cy="1034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lnSpc>
                <a:spcPct val="80000"/>
              </a:lnSpc>
            </a:pPr>
            <a:r>
              <a:rPr lang="en-US" sz="7200" b="1" spc="-150" dirty="0">
                <a:gradFill flip="none" rotWithShape="1">
                  <a:gsLst>
                    <a:gs pos="0">
                      <a:schemeClr val="bg1">
                        <a:alpha val="20000"/>
                      </a:schemeClr>
                    </a:gs>
                    <a:gs pos="100000">
                      <a:schemeClr val="bg1"/>
                    </a:gs>
                    <a:gs pos="46000">
                      <a:schemeClr val="bg1"/>
                    </a:gs>
                  </a:gsLst>
                  <a:lin ang="5400000" scaled="0"/>
                  <a:tileRect/>
                </a:gra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2022- </a:t>
            </a: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1973A20B-F2A2-4DE3-A7AE-BD4D6722BE25}"/>
              </a:ext>
            </a:extLst>
          </p:cNvPr>
          <p:cNvSpPr/>
          <p:nvPr/>
        </p:nvSpPr>
        <p:spPr>
          <a:xfrm>
            <a:off x="6708742" y="4361048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2</a:t>
            </a: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EB83115E-CD05-41F6-A9C1-461DC83EFA4A}"/>
              </a:ext>
            </a:extLst>
          </p:cNvPr>
          <p:cNvSpPr/>
          <p:nvPr/>
        </p:nvSpPr>
        <p:spPr>
          <a:xfrm>
            <a:off x="6708742" y="2785918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1</a:t>
            </a:r>
            <a:endParaRPr lang="en-US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7A69F54D-BAB4-484B-A69F-5BE3C944DC6E}"/>
              </a:ext>
            </a:extLst>
          </p:cNvPr>
          <p:cNvSpPr/>
          <p:nvPr/>
        </p:nvSpPr>
        <p:spPr>
          <a:xfrm>
            <a:off x="1665935" y="3226050"/>
            <a:ext cx="3817322" cy="709587"/>
          </a:xfrm>
          <a:prstGeom prst="roundRect">
            <a:avLst>
              <a:gd name="adj" fmla="val 11745"/>
            </a:avLst>
          </a:prstGeom>
          <a:solidFill>
            <a:schemeClr val="bg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8025724-B40D-4CEC-8675-DACAE9B84833}"/>
              </a:ext>
            </a:extLst>
          </p:cNvPr>
          <p:cNvSpPr/>
          <p:nvPr/>
        </p:nvSpPr>
        <p:spPr>
          <a:xfrm>
            <a:off x="1665935" y="3228703"/>
            <a:ext cx="1248560" cy="709587"/>
          </a:xfrm>
          <a:prstGeom prst="roundRect">
            <a:avLst>
              <a:gd name="adj" fmla="val 12415"/>
            </a:avLst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99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1DB8233-161B-4F56-A4B3-E4F09F79D8A0}"/>
              </a:ext>
            </a:extLst>
          </p:cNvPr>
          <p:cNvSpPr/>
          <p:nvPr/>
        </p:nvSpPr>
        <p:spPr>
          <a:xfrm>
            <a:off x="1760984" y="3315731"/>
            <a:ext cx="963012" cy="5355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25%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1217F9B-6D8A-4CA8-9734-9BDC883D4B06}"/>
              </a:ext>
            </a:extLst>
          </p:cNvPr>
          <p:cNvSpPr/>
          <p:nvPr/>
        </p:nvSpPr>
        <p:spPr>
          <a:xfrm>
            <a:off x="1665936" y="4801180"/>
            <a:ext cx="3817322" cy="709587"/>
          </a:xfrm>
          <a:prstGeom prst="roundRect">
            <a:avLst>
              <a:gd name="adj" fmla="val 11745"/>
            </a:avLst>
          </a:prstGeom>
          <a:solidFill>
            <a:schemeClr val="bg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8B2BEAFE-59A6-41B8-858C-1C0094E79858}"/>
              </a:ext>
            </a:extLst>
          </p:cNvPr>
          <p:cNvSpPr/>
          <p:nvPr/>
        </p:nvSpPr>
        <p:spPr>
          <a:xfrm>
            <a:off x="1665935" y="4803833"/>
            <a:ext cx="2654696" cy="709587"/>
          </a:xfrm>
          <a:prstGeom prst="roundRect">
            <a:avLst>
              <a:gd name="adj" fmla="val 12415"/>
            </a:avLst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99000">
                <a:schemeClr val="accent1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5B2A8D2-82BE-4AE5-A10F-1C198A31E984}"/>
              </a:ext>
            </a:extLst>
          </p:cNvPr>
          <p:cNvSpPr/>
          <p:nvPr/>
        </p:nvSpPr>
        <p:spPr>
          <a:xfrm>
            <a:off x="1760985" y="4890861"/>
            <a:ext cx="963012" cy="5355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75%</a:t>
            </a:r>
          </a:p>
        </p:txBody>
      </p:sp>
      <p:sp>
        <p:nvSpPr>
          <p:cNvPr id="218" name="Rectangle: Rounded Corners 217">
            <a:extLst>
              <a:ext uri="{FF2B5EF4-FFF2-40B4-BE49-F238E27FC236}">
                <a16:creationId xmlns:a16="http://schemas.microsoft.com/office/drawing/2014/main" id="{AC164A9D-AFC5-4CA6-A150-A79B49E87718}"/>
              </a:ext>
            </a:extLst>
          </p:cNvPr>
          <p:cNvSpPr/>
          <p:nvPr/>
        </p:nvSpPr>
        <p:spPr>
          <a:xfrm>
            <a:off x="6708743" y="3226050"/>
            <a:ext cx="3817322" cy="709587"/>
          </a:xfrm>
          <a:prstGeom prst="roundRect">
            <a:avLst>
              <a:gd name="adj" fmla="val 11745"/>
            </a:avLst>
          </a:prstGeom>
          <a:solidFill>
            <a:schemeClr val="bg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19" name="Rectangle: Rounded Corners 218">
            <a:extLst>
              <a:ext uri="{FF2B5EF4-FFF2-40B4-BE49-F238E27FC236}">
                <a16:creationId xmlns:a16="http://schemas.microsoft.com/office/drawing/2014/main" id="{3E2B92C6-8DAC-4E7D-8F16-8E48DC55B9F0}"/>
              </a:ext>
            </a:extLst>
          </p:cNvPr>
          <p:cNvSpPr/>
          <p:nvPr/>
        </p:nvSpPr>
        <p:spPr>
          <a:xfrm>
            <a:off x="6708742" y="3228703"/>
            <a:ext cx="1978057" cy="709587"/>
          </a:xfrm>
          <a:prstGeom prst="roundRect">
            <a:avLst>
              <a:gd name="adj" fmla="val 12415"/>
            </a:avLst>
          </a:pr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A1274610-289B-4E16-8205-6021372EFDD9}"/>
              </a:ext>
            </a:extLst>
          </p:cNvPr>
          <p:cNvSpPr/>
          <p:nvPr/>
        </p:nvSpPr>
        <p:spPr>
          <a:xfrm>
            <a:off x="6803792" y="3315731"/>
            <a:ext cx="963012" cy="5355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50%</a:t>
            </a:r>
          </a:p>
        </p:txBody>
      </p:sp>
      <p:sp>
        <p:nvSpPr>
          <p:cNvPr id="224" name="Rectangle: Rounded Corners 223">
            <a:extLst>
              <a:ext uri="{FF2B5EF4-FFF2-40B4-BE49-F238E27FC236}">
                <a16:creationId xmlns:a16="http://schemas.microsoft.com/office/drawing/2014/main" id="{E8B97D0B-7E97-43E3-8001-0FFAC7FAB177}"/>
              </a:ext>
            </a:extLst>
          </p:cNvPr>
          <p:cNvSpPr/>
          <p:nvPr/>
        </p:nvSpPr>
        <p:spPr>
          <a:xfrm>
            <a:off x="6708743" y="4801180"/>
            <a:ext cx="3817322" cy="709587"/>
          </a:xfrm>
          <a:prstGeom prst="roundRect">
            <a:avLst>
              <a:gd name="adj" fmla="val 11745"/>
            </a:avLst>
          </a:prstGeom>
          <a:solidFill>
            <a:schemeClr val="bg1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25" name="Rectangle: Rounded Corners 224">
            <a:extLst>
              <a:ext uri="{FF2B5EF4-FFF2-40B4-BE49-F238E27FC236}">
                <a16:creationId xmlns:a16="http://schemas.microsoft.com/office/drawing/2014/main" id="{20C704C1-E1BA-4A70-8BB6-FAAD6C28A742}"/>
              </a:ext>
            </a:extLst>
          </p:cNvPr>
          <p:cNvSpPr/>
          <p:nvPr/>
        </p:nvSpPr>
        <p:spPr>
          <a:xfrm>
            <a:off x="6708741" y="4803833"/>
            <a:ext cx="3111533" cy="709587"/>
          </a:xfrm>
          <a:prstGeom prst="roundRect">
            <a:avLst>
              <a:gd name="adj" fmla="val 12415"/>
            </a:avLst>
          </a:pr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951B805D-4BE8-4081-A311-1CD4078D5A65}"/>
              </a:ext>
            </a:extLst>
          </p:cNvPr>
          <p:cNvSpPr/>
          <p:nvPr/>
        </p:nvSpPr>
        <p:spPr>
          <a:xfrm>
            <a:off x="6803792" y="4890861"/>
            <a:ext cx="963012" cy="5355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85%</a:t>
            </a: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2DF552EA-7409-44D8-90E0-86BF367D1FAD}"/>
              </a:ext>
            </a:extLst>
          </p:cNvPr>
          <p:cNvSpPr/>
          <p:nvPr/>
        </p:nvSpPr>
        <p:spPr>
          <a:xfrm>
            <a:off x="6708743" y="1639542"/>
            <a:ext cx="3334918" cy="1034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lnSpc>
                <a:spcPct val="80000"/>
              </a:lnSpc>
            </a:pPr>
            <a:r>
              <a:rPr lang="en-US" sz="7200" b="1" spc="-150" dirty="0">
                <a:gradFill flip="none" rotWithShape="1">
                  <a:gsLst>
                    <a:gs pos="0">
                      <a:schemeClr val="bg1">
                        <a:alpha val="20000"/>
                      </a:schemeClr>
                    </a:gs>
                    <a:gs pos="100000">
                      <a:schemeClr val="bg1"/>
                    </a:gs>
                    <a:gs pos="46000">
                      <a:schemeClr val="bg1"/>
                    </a:gs>
                  </a:gsLst>
                  <a:lin ang="5400000" scaled="0"/>
                  <a:tileRect/>
                </a:gra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2023 </a:t>
            </a:r>
          </a:p>
        </p:txBody>
      </p:sp>
      <p:sp>
        <p:nvSpPr>
          <p:cNvPr id="234" name="Oval 233">
            <a:extLst>
              <a:ext uri="{FF2B5EF4-FFF2-40B4-BE49-F238E27FC236}">
                <a16:creationId xmlns:a16="http://schemas.microsoft.com/office/drawing/2014/main" id="{DE1AD6F7-4EE1-4E03-9FE8-B754CC0D54BF}"/>
              </a:ext>
            </a:extLst>
          </p:cNvPr>
          <p:cNvSpPr/>
          <p:nvPr/>
        </p:nvSpPr>
        <p:spPr>
          <a:xfrm>
            <a:off x="10434624" y="1005482"/>
            <a:ext cx="1432562" cy="143256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235" name="Oval 234">
            <a:extLst>
              <a:ext uri="{FF2B5EF4-FFF2-40B4-BE49-F238E27FC236}">
                <a16:creationId xmlns:a16="http://schemas.microsoft.com/office/drawing/2014/main" id="{2CCEFA5C-FEAD-4283-BA77-55C0EA76C2C6}"/>
              </a:ext>
            </a:extLst>
          </p:cNvPr>
          <p:cNvSpPr/>
          <p:nvPr/>
        </p:nvSpPr>
        <p:spPr>
          <a:xfrm>
            <a:off x="11974915" y="2746190"/>
            <a:ext cx="455566" cy="45556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36" name="Oval 235">
            <a:extLst>
              <a:ext uri="{FF2B5EF4-FFF2-40B4-BE49-F238E27FC236}">
                <a16:creationId xmlns:a16="http://schemas.microsoft.com/office/drawing/2014/main" id="{F8829DB9-6DBF-43EF-8ABE-942899F85EC8}"/>
              </a:ext>
            </a:extLst>
          </p:cNvPr>
          <p:cNvSpPr/>
          <p:nvPr/>
        </p:nvSpPr>
        <p:spPr>
          <a:xfrm>
            <a:off x="-190830" y="5417895"/>
            <a:ext cx="718083" cy="71808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741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1" dur="10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2" dur="10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2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0" dur="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2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2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75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750"/>
                                            <p:tgtEl>
                                              <p:spTgt spid="2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75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750"/>
                                            <p:tgtEl>
                                              <p:spTgt spid="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5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6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8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9" grpId="0"/>
          <p:bldP spid="228" grpId="0"/>
          <p:bldP spid="228" grpId="1"/>
          <p:bldP spid="220" grpId="0"/>
          <p:bldP spid="214" grpId="0"/>
          <p:bldP spid="2" grpId="0" animBg="1"/>
          <p:bldP spid="3" grpId="0" animBg="1"/>
          <p:bldP spid="5" grpId="0"/>
          <p:bldP spid="13" grpId="0" animBg="1"/>
          <p:bldP spid="14" grpId="0" animBg="1"/>
          <p:bldP spid="12" grpId="0"/>
          <p:bldP spid="218" grpId="0" animBg="1"/>
          <p:bldP spid="219" grpId="0" animBg="1"/>
          <p:bldP spid="217" grpId="0"/>
          <p:bldP spid="224" grpId="0" animBg="1"/>
          <p:bldP spid="225" grpId="0" animBg="1"/>
          <p:bldP spid="223" grpId="0"/>
          <p:bldP spid="229" grpId="0"/>
          <p:bldP spid="229" grpId="1"/>
          <p:bldP spid="234" grpId="0" animBg="1"/>
          <p:bldP spid="234" grpId="1" animBg="1"/>
          <p:bldP spid="235" grpId="0" animBg="1"/>
          <p:bldP spid="235" grpId="1" animBg="1"/>
          <p:bldP spid="236" grpId="0" animBg="1"/>
          <p:bldP spid="23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2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0" dur="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2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2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75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750"/>
                                            <p:tgtEl>
                                              <p:spTgt spid="2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75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750"/>
                                            <p:tgtEl>
                                              <p:spTgt spid="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5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6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2.96296E-6 L 1.66667E-6 0.02847 " pathEditMode="relative" rAng="0" ptsTypes="AA">
                                          <p:cBhvr>
                                            <p:cTn id="88" dur="10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9" grpId="0"/>
          <p:bldP spid="228" grpId="0"/>
          <p:bldP spid="228" grpId="1"/>
          <p:bldP spid="220" grpId="0"/>
          <p:bldP spid="214" grpId="0"/>
          <p:bldP spid="2" grpId="0" animBg="1"/>
          <p:bldP spid="3" grpId="0" animBg="1"/>
          <p:bldP spid="5" grpId="0"/>
          <p:bldP spid="13" grpId="0" animBg="1"/>
          <p:bldP spid="14" grpId="0" animBg="1"/>
          <p:bldP spid="12" grpId="0"/>
          <p:bldP spid="218" grpId="0" animBg="1"/>
          <p:bldP spid="219" grpId="0" animBg="1"/>
          <p:bldP spid="217" grpId="0"/>
          <p:bldP spid="224" grpId="0" animBg="1"/>
          <p:bldP spid="225" grpId="0" animBg="1"/>
          <p:bldP spid="223" grpId="0"/>
          <p:bldP spid="229" grpId="0"/>
          <p:bldP spid="229" grpId="1"/>
          <p:bldP spid="234" grpId="0" animBg="1"/>
          <p:bldP spid="234" grpId="1" animBg="1"/>
          <p:bldP spid="235" grpId="0" animBg="1"/>
          <p:bldP spid="235" grpId="1" animBg="1"/>
          <p:bldP spid="236" grpId="0" animBg="1"/>
          <p:bldP spid="236" grpId="1" animBg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7B2167CD-8EC1-42DF-9A08-74DF2A32560F}"/>
              </a:ext>
            </a:extLst>
          </p:cNvPr>
          <p:cNvSpPr/>
          <p:nvPr/>
        </p:nvSpPr>
        <p:spPr>
          <a:xfrm>
            <a:off x="4535521" y="2634347"/>
            <a:ext cx="3120959" cy="2451919"/>
          </a:xfrm>
          <a:prstGeom prst="roundRect">
            <a:avLst>
              <a:gd name="adj" fmla="val 6234"/>
            </a:avLst>
          </a:prstGeom>
          <a:gradFill flip="none" rotWithShape="1">
            <a:gsLst>
              <a:gs pos="100000">
                <a:schemeClr val="accent1">
                  <a:alpha val="75000"/>
                </a:schemeClr>
              </a:gs>
              <a:gs pos="0">
                <a:schemeClr val="accent2">
                  <a:alpha val="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9860EEC2-9C71-40FE-A710-FF62409D387A}"/>
              </a:ext>
            </a:extLst>
          </p:cNvPr>
          <p:cNvSpPr/>
          <p:nvPr/>
        </p:nvSpPr>
        <p:spPr>
          <a:xfrm>
            <a:off x="5875095" y="5823210"/>
            <a:ext cx="112500" cy="112500"/>
          </a:xfrm>
          <a:prstGeom prst="ellipse">
            <a:avLst/>
          </a:prstGeom>
          <a:gradFill>
            <a:gsLst>
              <a:gs pos="89000">
                <a:schemeClr val="accent1"/>
              </a:gs>
              <a:gs pos="5000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8DEF7195-18EA-4DD1-A67B-86695DE6692A}"/>
              </a:ext>
            </a:extLst>
          </p:cNvPr>
          <p:cNvSpPr/>
          <p:nvPr/>
        </p:nvSpPr>
        <p:spPr>
          <a:xfrm>
            <a:off x="6069209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9C1468D5-57C7-4A18-9A71-E603BA6A8D2B}"/>
              </a:ext>
            </a:extLst>
          </p:cNvPr>
          <p:cNvSpPr/>
          <p:nvPr/>
        </p:nvSpPr>
        <p:spPr>
          <a:xfrm>
            <a:off x="6232377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952493D9-6016-412C-B89E-4528AE8DAB75}"/>
              </a:ext>
            </a:extLst>
          </p:cNvPr>
          <p:cNvSpPr/>
          <p:nvPr/>
        </p:nvSpPr>
        <p:spPr>
          <a:xfrm>
            <a:off x="5714998" y="4731165"/>
            <a:ext cx="762002" cy="762000"/>
          </a:xfrm>
          <a:prstGeom prst="ellipse">
            <a:avLst/>
          </a:prstGeom>
          <a:noFill/>
          <a:ln w="25400" cap="rnd">
            <a:gradFill>
              <a:gsLst>
                <a:gs pos="0">
                  <a:schemeClr val="accent1"/>
                </a:gs>
                <a:gs pos="56000">
                  <a:schemeClr val="accent2"/>
                </a:gs>
                <a:gs pos="100000">
                  <a:srgbClr val="3D1E66"/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3E69E10-BD07-4FD5-B092-EB274F902401}"/>
              </a:ext>
            </a:extLst>
          </p:cNvPr>
          <p:cNvGrpSpPr/>
          <p:nvPr/>
        </p:nvGrpSpPr>
        <p:grpSpPr>
          <a:xfrm>
            <a:off x="5794849" y="4811016"/>
            <a:ext cx="602301" cy="602299"/>
            <a:chOff x="5457825" y="2790828"/>
            <a:chExt cx="1276350" cy="1276344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77CB3399-D18A-44DC-BDDB-FFF16B796D00}"/>
                </a:ext>
              </a:extLst>
            </p:cNvPr>
            <p:cNvSpPr/>
            <p:nvPr/>
          </p:nvSpPr>
          <p:spPr>
            <a:xfrm>
              <a:off x="5457825" y="2790828"/>
              <a:ext cx="1276350" cy="1276344"/>
            </a:xfrm>
            <a:prstGeom prst="ellipse">
              <a:avLst/>
            </a:prstGeom>
            <a:gradFill flip="none" rotWithShape="1">
              <a:gsLst>
                <a:gs pos="89000">
                  <a:schemeClr val="accent1"/>
                </a:gs>
                <a:gs pos="50000">
                  <a:schemeClr val="accent2"/>
                </a:gs>
                <a:gs pos="0">
                  <a:srgbClr val="3D1E66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63BE283B-BE0D-460D-B719-E0A1AB3B2D06}"/>
                </a:ext>
              </a:extLst>
            </p:cNvPr>
            <p:cNvGrpSpPr/>
            <p:nvPr/>
          </p:nvGrpSpPr>
          <p:grpSpPr>
            <a:xfrm>
              <a:off x="5791200" y="3182074"/>
              <a:ext cx="609600" cy="493852"/>
              <a:chOff x="1554163" y="4741863"/>
              <a:chExt cx="376238" cy="304800"/>
            </a:xfrm>
            <a:solidFill>
              <a:schemeClr val="bg1"/>
            </a:solidFill>
          </p:grpSpPr>
          <p:sp>
            <p:nvSpPr>
              <p:cNvPr id="44" name="Freeform 10">
                <a:extLst>
                  <a:ext uri="{FF2B5EF4-FFF2-40B4-BE49-F238E27FC236}">
                    <a16:creationId xmlns:a16="http://schemas.microsoft.com/office/drawing/2014/main" id="{49B2819D-EB21-4321-8D99-7C116FF7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738" y="4883151"/>
                <a:ext cx="14288" cy="15875"/>
              </a:xfrm>
              <a:custGeom>
                <a:avLst/>
                <a:gdLst>
                  <a:gd name="T0" fmla="*/ 14 w 28"/>
                  <a:gd name="T1" fmla="*/ 0 h 30"/>
                  <a:gd name="T2" fmla="*/ 9 w 28"/>
                  <a:gd name="T3" fmla="*/ 1 h 30"/>
                  <a:gd name="T4" fmla="*/ 5 w 28"/>
                  <a:gd name="T5" fmla="*/ 5 h 30"/>
                  <a:gd name="T6" fmla="*/ 1 w 28"/>
                  <a:gd name="T7" fmla="*/ 9 h 30"/>
                  <a:gd name="T8" fmla="*/ 0 w 28"/>
                  <a:gd name="T9" fmla="*/ 14 h 30"/>
                  <a:gd name="T10" fmla="*/ 0 w 28"/>
                  <a:gd name="T11" fmla="*/ 16 h 30"/>
                  <a:gd name="T12" fmla="*/ 1 w 28"/>
                  <a:gd name="T13" fmla="*/ 22 h 30"/>
                  <a:gd name="T14" fmla="*/ 5 w 28"/>
                  <a:gd name="T15" fmla="*/ 26 h 30"/>
                  <a:gd name="T16" fmla="*/ 9 w 28"/>
                  <a:gd name="T17" fmla="*/ 29 h 30"/>
                  <a:gd name="T18" fmla="*/ 14 w 28"/>
                  <a:gd name="T19" fmla="*/ 30 h 30"/>
                  <a:gd name="T20" fmla="*/ 20 w 28"/>
                  <a:gd name="T21" fmla="*/ 29 h 30"/>
                  <a:gd name="T22" fmla="*/ 24 w 28"/>
                  <a:gd name="T23" fmla="*/ 26 h 30"/>
                  <a:gd name="T24" fmla="*/ 27 w 28"/>
                  <a:gd name="T25" fmla="*/ 22 h 30"/>
                  <a:gd name="T26" fmla="*/ 28 w 28"/>
                  <a:gd name="T27" fmla="*/ 16 h 30"/>
                  <a:gd name="T28" fmla="*/ 28 w 28"/>
                  <a:gd name="T29" fmla="*/ 14 h 30"/>
                  <a:gd name="T30" fmla="*/ 27 w 28"/>
                  <a:gd name="T31" fmla="*/ 9 h 30"/>
                  <a:gd name="T32" fmla="*/ 24 w 28"/>
                  <a:gd name="T33" fmla="*/ 5 h 30"/>
                  <a:gd name="T34" fmla="*/ 20 w 28"/>
                  <a:gd name="T35" fmla="*/ 1 h 30"/>
                  <a:gd name="T36" fmla="*/ 14 w 28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0">
                    <a:moveTo>
                      <a:pt x="14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22"/>
                    </a:lnTo>
                    <a:lnTo>
                      <a:pt x="5" y="26"/>
                    </a:lnTo>
                    <a:lnTo>
                      <a:pt x="9" y="29"/>
                    </a:lnTo>
                    <a:lnTo>
                      <a:pt x="14" y="30"/>
                    </a:lnTo>
                    <a:lnTo>
                      <a:pt x="20" y="29"/>
                    </a:lnTo>
                    <a:lnTo>
                      <a:pt x="24" y="26"/>
                    </a:lnTo>
                    <a:lnTo>
                      <a:pt x="27" y="22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11">
                <a:extLst>
                  <a:ext uri="{FF2B5EF4-FFF2-40B4-BE49-F238E27FC236}">
                    <a16:creationId xmlns:a16="http://schemas.microsoft.com/office/drawing/2014/main" id="{FB8F9FF8-CB82-4663-B5B1-1D83D9D9A9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4163" y="4741863"/>
                <a:ext cx="376238" cy="304800"/>
              </a:xfrm>
              <a:custGeom>
                <a:avLst/>
                <a:gdLst>
                  <a:gd name="T0" fmla="*/ 632 w 711"/>
                  <a:gd name="T1" fmla="*/ 32 h 575"/>
                  <a:gd name="T2" fmla="*/ 604 w 711"/>
                  <a:gd name="T3" fmla="*/ 4 h 575"/>
                  <a:gd name="T4" fmla="*/ 568 w 711"/>
                  <a:gd name="T5" fmla="*/ 3 h 575"/>
                  <a:gd name="T6" fmla="*/ 400 w 711"/>
                  <a:gd name="T7" fmla="*/ 70 h 575"/>
                  <a:gd name="T8" fmla="*/ 398 w 711"/>
                  <a:gd name="T9" fmla="*/ 89 h 575"/>
                  <a:gd name="T10" fmla="*/ 412 w 711"/>
                  <a:gd name="T11" fmla="*/ 93 h 575"/>
                  <a:gd name="T12" fmla="*/ 533 w 711"/>
                  <a:gd name="T13" fmla="*/ 52 h 575"/>
                  <a:gd name="T14" fmla="*/ 542 w 711"/>
                  <a:gd name="T15" fmla="*/ 225 h 575"/>
                  <a:gd name="T16" fmla="*/ 560 w 711"/>
                  <a:gd name="T17" fmla="*/ 218 h 575"/>
                  <a:gd name="T18" fmla="*/ 562 w 711"/>
                  <a:gd name="T19" fmla="*/ 43 h 575"/>
                  <a:gd name="T20" fmla="*/ 575 w 711"/>
                  <a:gd name="T21" fmla="*/ 30 h 575"/>
                  <a:gd name="T22" fmla="*/ 593 w 711"/>
                  <a:gd name="T23" fmla="*/ 30 h 575"/>
                  <a:gd name="T24" fmla="*/ 606 w 711"/>
                  <a:gd name="T25" fmla="*/ 43 h 575"/>
                  <a:gd name="T26" fmla="*/ 607 w 711"/>
                  <a:gd name="T27" fmla="*/ 515 h 575"/>
                  <a:gd name="T28" fmla="*/ 598 w 711"/>
                  <a:gd name="T29" fmla="*/ 530 h 575"/>
                  <a:gd name="T30" fmla="*/ 579 w 711"/>
                  <a:gd name="T31" fmla="*/ 534 h 575"/>
                  <a:gd name="T32" fmla="*/ 565 w 711"/>
                  <a:gd name="T33" fmla="*/ 524 h 575"/>
                  <a:gd name="T34" fmla="*/ 561 w 711"/>
                  <a:gd name="T35" fmla="*/ 342 h 575"/>
                  <a:gd name="T36" fmla="*/ 547 w 711"/>
                  <a:gd name="T37" fmla="*/ 329 h 575"/>
                  <a:gd name="T38" fmla="*/ 533 w 711"/>
                  <a:gd name="T39" fmla="*/ 342 h 575"/>
                  <a:gd name="T40" fmla="*/ 183 w 711"/>
                  <a:gd name="T41" fmla="*/ 382 h 575"/>
                  <a:gd name="T42" fmla="*/ 332 w 711"/>
                  <a:gd name="T43" fmla="*/ 119 h 575"/>
                  <a:gd name="T44" fmla="*/ 325 w 711"/>
                  <a:gd name="T45" fmla="*/ 101 h 575"/>
                  <a:gd name="T46" fmla="*/ 82 w 711"/>
                  <a:gd name="T47" fmla="*/ 156 h 575"/>
                  <a:gd name="T48" fmla="*/ 50 w 711"/>
                  <a:gd name="T49" fmla="*/ 162 h 575"/>
                  <a:gd name="T50" fmla="*/ 24 w 711"/>
                  <a:gd name="T51" fmla="*/ 180 h 575"/>
                  <a:gd name="T52" fmla="*/ 6 w 711"/>
                  <a:gd name="T53" fmla="*/ 206 h 575"/>
                  <a:gd name="T54" fmla="*/ 0 w 711"/>
                  <a:gd name="T55" fmla="*/ 238 h 575"/>
                  <a:gd name="T56" fmla="*/ 3 w 711"/>
                  <a:gd name="T57" fmla="*/ 348 h 575"/>
                  <a:gd name="T58" fmla="*/ 18 w 711"/>
                  <a:gd name="T59" fmla="*/ 376 h 575"/>
                  <a:gd name="T60" fmla="*/ 42 w 711"/>
                  <a:gd name="T61" fmla="*/ 395 h 575"/>
                  <a:gd name="T62" fmla="*/ 71 w 711"/>
                  <a:gd name="T63" fmla="*/ 406 h 575"/>
                  <a:gd name="T64" fmla="*/ 146 w 711"/>
                  <a:gd name="T65" fmla="*/ 573 h 575"/>
                  <a:gd name="T66" fmla="*/ 237 w 711"/>
                  <a:gd name="T67" fmla="*/ 575 h 575"/>
                  <a:gd name="T68" fmla="*/ 247 w 711"/>
                  <a:gd name="T69" fmla="*/ 567 h 575"/>
                  <a:gd name="T70" fmla="*/ 193 w 711"/>
                  <a:gd name="T71" fmla="*/ 415 h 575"/>
                  <a:gd name="T72" fmla="*/ 576 w 711"/>
                  <a:gd name="T73" fmla="*/ 560 h 575"/>
                  <a:gd name="T74" fmla="*/ 614 w 711"/>
                  <a:gd name="T75" fmla="*/ 553 h 575"/>
                  <a:gd name="T76" fmla="*/ 635 w 711"/>
                  <a:gd name="T77" fmla="*/ 521 h 575"/>
                  <a:gd name="T78" fmla="*/ 651 w 711"/>
                  <a:gd name="T79" fmla="*/ 365 h 575"/>
                  <a:gd name="T80" fmla="*/ 678 w 711"/>
                  <a:gd name="T81" fmla="*/ 350 h 575"/>
                  <a:gd name="T82" fmla="*/ 698 w 711"/>
                  <a:gd name="T83" fmla="*/ 326 h 575"/>
                  <a:gd name="T84" fmla="*/ 709 w 711"/>
                  <a:gd name="T85" fmla="*/ 297 h 575"/>
                  <a:gd name="T86" fmla="*/ 709 w 711"/>
                  <a:gd name="T87" fmla="*/ 265 h 575"/>
                  <a:gd name="T88" fmla="*/ 698 w 711"/>
                  <a:gd name="T89" fmla="*/ 235 h 575"/>
                  <a:gd name="T90" fmla="*/ 678 w 711"/>
                  <a:gd name="T91" fmla="*/ 213 h 575"/>
                  <a:gd name="T92" fmla="*/ 651 w 711"/>
                  <a:gd name="T93" fmla="*/ 198 h 575"/>
                  <a:gd name="T94" fmla="*/ 76 w 711"/>
                  <a:gd name="T95" fmla="*/ 378 h 575"/>
                  <a:gd name="T96" fmla="*/ 51 w 711"/>
                  <a:gd name="T97" fmla="*/ 369 h 575"/>
                  <a:gd name="T98" fmla="*/ 30 w 711"/>
                  <a:gd name="T99" fmla="*/ 340 h 575"/>
                  <a:gd name="T100" fmla="*/ 28 w 711"/>
                  <a:gd name="T101" fmla="*/ 238 h 575"/>
                  <a:gd name="T102" fmla="*/ 32 w 711"/>
                  <a:gd name="T103" fmla="*/ 217 h 575"/>
                  <a:gd name="T104" fmla="*/ 61 w 711"/>
                  <a:gd name="T105" fmla="*/ 188 h 575"/>
                  <a:gd name="T106" fmla="*/ 82 w 711"/>
                  <a:gd name="T107" fmla="*/ 184 h 575"/>
                  <a:gd name="T108" fmla="*/ 214 w 711"/>
                  <a:gd name="T109" fmla="*/ 548 h 575"/>
                  <a:gd name="T110" fmla="*/ 214 w 711"/>
                  <a:gd name="T111" fmla="*/ 548 h 575"/>
                  <a:gd name="T112" fmla="*/ 654 w 711"/>
                  <a:gd name="T113" fmla="*/ 230 h 575"/>
                  <a:gd name="T114" fmla="*/ 679 w 711"/>
                  <a:gd name="T115" fmla="*/ 261 h 575"/>
                  <a:gd name="T116" fmla="*/ 679 w 711"/>
                  <a:gd name="T117" fmla="*/ 302 h 575"/>
                  <a:gd name="T118" fmla="*/ 654 w 711"/>
                  <a:gd name="T119" fmla="*/ 333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1" h="575">
                    <a:moveTo>
                      <a:pt x="636" y="193"/>
                    </a:moveTo>
                    <a:lnTo>
                      <a:pt x="636" y="52"/>
                    </a:lnTo>
                    <a:lnTo>
                      <a:pt x="635" y="42"/>
                    </a:lnTo>
                    <a:lnTo>
                      <a:pt x="632" y="32"/>
                    </a:lnTo>
                    <a:lnTo>
                      <a:pt x="627" y="24"/>
                    </a:lnTo>
                    <a:lnTo>
                      <a:pt x="621" y="15"/>
                    </a:lnTo>
                    <a:lnTo>
                      <a:pt x="614" y="10"/>
                    </a:lnTo>
                    <a:lnTo>
                      <a:pt x="604" y="4"/>
                    </a:lnTo>
                    <a:lnTo>
                      <a:pt x="594" y="1"/>
                    </a:lnTo>
                    <a:lnTo>
                      <a:pt x="585" y="0"/>
                    </a:lnTo>
                    <a:lnTo>
                      <a:pt x="576" y="1"/>
                    </a:lnTo>
                    <a:lnTo>
                      <a:pt x="568" y="3"/>
                    </a:lnTo>
                    <a:lnTo>
                      <a:pt x="560" y="6"/>
                    </a:lnTo>
                    <a:lnTo>
                      <a:pt x="553" y="12"/>
                    </a:lnTo>
                    <a:lnTo>
                      <a:pt x="404" y="67"/>
                    </a:lnTo>
                    <a:lnTo>
                      <a:pt x="400" y="70"/>
                    </a:lnTo>
                    <a:lnTo>
                      <a:pt x="397" y="74"/>
                    </a:lnTo>
                    <a:lnTo>
                      <a:pt x="395" y="79"/>
                    </a:lnTo>
                    <a:lnTo>
                      <a:pt x="396" y="85"/>
                    </a:lnTo>
                    <a:lnTo>
                      <a:pt x="398" y="89"/>
                    </a:lnTo>
                    <a:lnTo>
                      <a:pt x="401" y="91"/>
                    </a:lnTo>
                    <a:lnTo>
                      <a:pt x="406" y="93"/>
                    </a:lnTo>
                    <a:lnTo>
                      <a:pt x="409" y="93"/>
                    </a:lnTo>
                    <a:lnTo>
                      <a:pt x="412" y="93"/>
                    </a:lnTo>
                    <a:lnTo>
                      <a:pt x="414" y="93"/>
                    </a:lnTo>
                    <a:lnTo>
                      <a:pt x="533" y="48"/>
                    </a:lnTo>
                    <a:lnTo>
                      <a:pt x="533" y="50"/>
                    </a:lnTo>
                    <a:lnTo>
                      <a:pt x="533" y="52"/>
                    </a:lnTo>
                    <a:lnTo>
                      <a:pt x="533" y="213"/>
                    </a:lnTo>
                    <a:lnTo>
                      <a:pt x="534" y="218"/>
                    </a:lnTo>
                    <a:lnTo>
                      <a:pt x="538" y="223"/>
                    </a:lnTo>
                    <a:lnTo>
                      <a:pt x="542" y="225"/>
                    </a:lnTo>
                    <a:lnTo>
                      <a:pt x="547" y="227"/>
                    </a:lnTo>
                    <a:lnTo>
                      <a:pt x="553" y="225"/>
                    </a:lnTo>
                    <a:lnTo>
                      <a:pt x="557" y="223"/>
                    </a:lnTo>
                    <a:lnTo>
                      <a:pt x="560" y="218"/>
                    </a:lnTo>
                    <a:lnTo>
                      <a:pt x="561" y="213"/>
                    </a:lnTo>
                    <a:lnTo>
                      <a:pt x="561" y="52"/>
                    </a:lnTo>
                    <a:lnTo>
                      <a:pt x="561" y="47"/>
                    </a:lnTo>
                    <a:lnTo>
                      <a:pt x="562" y="43"/>
                    </a:lnTo>
                    <a:lnTo>
                      <a:pt x="565" y="39"/>
                    </a:lnTo>
                    <a:lnTo>
                      <a:pt x="568" y="35"/>
                    </a:lnTo>
                    <a:lnTo>
                      <a:pt x="571" y="32"/>
                    </a:lnTo>
                    <a:lnTo>
                      <a:pt x="575" y="30"/>
                    </a:lnTo>
                    <a:lnTo>
                      <a:pt x="579" y="29"/>
                    </a:lnTo>
                    <a:lnTo>
                      <a:pt x="585" y="28"/>
                    </a:lnTo>
                    <a:lnTo>
                      <a:pt x="589" y="29"/>
                    </a:lnTo>
                    <a:lnTo>
                      <a:pt x="593" y="30"/>
                    </a:lnTo>
                    <a:lnTo>
                      <a:pt x="598" y="32"/>
                    </a:lnTo>
                    <a:lnTo>
                      <a:pt x="601" y="35"/>
                    </a:lnTo>
                    <a:lnTo>
                      <a:pt x="604" y="39"/>
                    </a:lnTo>
                    <a:lnTo>
                      <a:pt x="606" y="43"/>
                    </a:lnTo>
                    <a:lnTo>
                      <a:pt x="607" y="47"/>
                    </a:lnTo>
                    <a:lnTo>
                      <a:pt x="608" y="52"/>
                    </a:lnTo>
                    <a:lnTo>
                      <a:pt x="608" y="510"/>
                    </a:lnTo>
                    <a:lnTo>
                      <a:pt x="607" y="515"/>
                    </a:lnTo>
                    <a:lnTo>
                      <a:pt x="606" y="520"/>
                    </a:lnTo>
                    <a:lnTo>
                      <a:pt x="604" y="524"/>
                    </a:lnTo>
                    <a:lnTo>
                      <a:pt x="601" y="527"/>
                    </a:lnTo>
                    <a:lnTo>
                      <a:pt x="598" y="530"/>
                    </a:lnTo>
                    <a:lnTo>
                      <a:pt x="593" y="533"/>
                    </a:lnTo>
                    <a:lnTo>
                      <a:pt x="589" y="534"/>
                    </a:lnTo>
                    <a:lnTo>
                      <a:pt x="585" y="534"/>
                    </a:lnTo>
                    <a:lnTo>
                      <a:pt x="579" y="534"/>
                    </a:lnTo>
                    <a:lnTo>
                      <a:pt x="575" y="533"/>
                    </a:lnTo>
                    <a:lnTo>
                      <a:pt x="571" y="530"/>
                    </a:lnTo>
                    <a:lnTo>
                      <a:pt x="568" y="527"/>
                    </a:lnTo>
                    <a:lnTo>
                      <a:pt x="565" y="524"/>
                    </a:lnTo>
                    <a:lnTo>
                      <a:pt x="562" y="520"/>
                    </a:lnTo>
                    <a:lnTo>
                      <a:pt x="561" y="515"/>
                    </a:lnTo>
                    <a:lnTo>
                      <a:pt x="561" y="510"/>
                    </a:lnTo>
                    <a:lnTo>
                      <a:pt x="561" y="342"/>
                    </a:lnTo>
                    <a:lnTo>
                      <a:pt x="560" y="337"/>
                    </a:lnTo>
                    <a:lnTo>
                      <a:pt x="557" y="333"/>
                    </a:lnTo>
                    <a:lnTo>
                      <a:pt x="553" y="330"/>
                    </a:lnTo>
                    <a:lnTo>
                      <a:pt x="547" y="329"/>
                    </a:lnTo>
                    <a:lnTo>
                      <a:pt x="542" y="330"/>
                    </a:lnTo>
                    <a:lnTo>
                      <a:pt x="538" y="333"/>
                    </a:lnTo>
                    <a:lnTo>
                      <a:pt x="534" y="337"/>
                    </a:lnTo>
                    <a:lnTo>
                      <a:pt x="533" y="342"/>
                    </a:lnTo>
                    <a:lnTo>
                      <a:pt x="533" y="510"/>
                    </a:lnTo>
                    <a:lnTo>
                      <a:pt x="533" y="512"/>
                    </a:lnTo>
                    <a:lnTo>
                      <a:pt x="533" y="514"/>
                    </a:lnTo>
                    <a:lnTo>
                      <a:pt x="183" y="382"/>
                    </a:lnTo>
                    <a:lnTo>
                      <a:pt x="183" y="179"/>
                    </a:lnTo>
                    <a:lnTo>
                      <a:pt x="324" y="127"/>
                    </a:lnTo>
                    <a:lnTo>
                      <a:pt x="329" y="123"/>
                    </a:lnTo>
                    <a:lnTo>
                      <a:pt x="332" y="119"/>
                    </a:lnTo>
                    <a:lnTo>
                      <a:pt x="334" y="114"/>
                    </a:lnTo>
                    <a:lnTo>
                      <a:pt x="333" y="108"/>
                    </a:lnTo>
                    <a:lnTo>
                      <a:pt x="329" y="104"/>
                    </a:lnTo>
                    <a:lnTo>
                      <a:pt x="325" y="101"/>
                    </a:lnTo>
                    <a:lnTo>
                      <a:pt x="320" y="100"/>
                    </a:lnTo>
                    <a:lnTo>
                      <a:pt x="314" y="101"/>
                    </a:lnTo>
                    <a:lnTo>
                      <a:pt x="167" y="156"/>
                    </a:lnTo>
                    <a:lnTo>
                      <a:pt x="82" y="156"/>
                    </a:lnTo>
                    <a:lnTo>
                      <a:pt x="74" y="157"/>
                    </a:lnTo>
                    <a:lnTo>
                      <a:pt x="65" y="158"/>
                    </a:lnTo>
                    <a:lnTo>
                      <a:pt x="58" y="160"/>
                    </a:lnTo>
                    <a:lnTo>
                      <a:pt x="50" y="162"/>
                    </a:lnTo>
                    <a:lnTo>
                      <a:pt x="43" y="166"/>
                    </a:lnTo>
                    <a:lnTo>
                      <a:pt x="36" y="170"/>
                    </a:lnTo>
                    <a:lnTo>
                      <a:pt x="30" y="175"/>
                    </a:lnTo>
                    <a:lnTo>
                      <a:pt x="24" y="180"/>
                    </a:lnTo>
                    <a:lnTo>
                      <a:pt x="18" y="186"/>
                    </a:lnTo>
                    <a:lnTo>
                      <a:pt x="14" y="192"/>
                    </a:lnTo>
                    <a:lnTo>
                      <a:pt x="10" y="199"/>
                    </a:lnTo>
                    <a:lnTo>
                      <a:pt x="6" y="206"/>
                    </a:lnTo>
                    <a:lnTo>
                      <a:pt x="3" y="214"/>
                    </a:lnTo>
                    <a:lnTo>
                      <a:pt x="2" y="221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324"/>
                    </a:lnTo>
                    <a:lnTo>
                      <a:pt x="0" y="333"/>
                    </a:lnTo>
                    <a:lnTo>
                      <a:pt x="1" y="340"/>
                    </a:lnTo>
                    <a:lnTo>
                      <a:pt x="3" y="348"/>
                    </a:lnTo>
                    <a:lnTo>
                      <a:pt x="6" y="355"/>
                    </a:lnTo>
                    <a:lnTo>
                      <a:pt x="10" y="363"/>
                    </a:lnTo>
                    <a:lnTo>
                      <a:pt x="14" y="369"/>
                    </a:lnTo>
                    <a:lnTo>
                      <a:pt x="18" y="376"/>
                    </a:lnTo>
                    <a:lnTo>
                      <a:pt x="24" y="381"/>
                    </a:lnTo>
                    <a:lnTo>
                      <a:pt x="29" y="387"/>
                    </a:lnTo>
                    <a:lnTo>
                      <a:pt x="35" y="391"/>
                    </a:lnTo>
                    <a:lnTo>
                      <a:pt x="42" y="395"/>
                    </a:lnTo>
                    <a:lnTo>
                      <a:pt x="48" y="399"/>
                    </a:lnTo>
                    <a:lnTo>
                      <a:pt x="56" y="402"/>
                    </a:lnTo>
                    <a:lnTo>
                      <a:pt x="63" y="404"/>
                    </a:lnTo>
                    <a:lnTo>
                      <a:pt x="71" y="406"/>
                    </a:lnTo>
                    <a:lnTo>
                      <a:pt x="79" y="406"/>
                    </a:lnTo>
                    <a:lnTo>
                      <a:pt x="141" y="567"/>
                    </a:lnTo>
                    <a:lnTo>
                      <a:pt x="143" y="570"/>
                    </a:lnTo>
                    <a:lnTo>
                      <a:pt x="146" y="573"/>
                    </a:lnTo>
                    <a:lnTo>
                      <a:pt x="149" y="574"/>
                    </a:lnTo>
                    <a:lnTo>
                      <a:pt x="153" y="575"/>
                    </a:lnTo>
                    <a:lnTo>
                      <a:pt x="234" y="575"/>
                    </a:lnTo>
                    <a:lnTo>
                      <a:pt x="237" y="575"/>
                    </a:lnTo>
                    <a:lnTo>
                      <a:pt x="240" y="573"/>
                    </a:lnTo>
                    <a:lnTo>
                      <a:pt x="244" y="572"/>
                    </a:lnTo>
                    <a:lnTo>
                      <a:pt x="246" y="569"/>
                    </a:lnTo>
                    <a:lnTo>
                      <a:pt x="247" y="567"/>
                    </a:lnTo>
                    <a:lnTo>
                      <a:pt x="248" y="564"/>
                    </a:lnTo>
                    <a:lnTo>
                      <a:pt x="248" y="559"/>
                    </a:lnTo>
                    <a:lnTo>
                      <a:pt x="247" y="556"/>
                    </a:lnTo>
                    <a:lnTo>
                      <a:pt x="193" y="415"/>
                    </a:lnTo>
                    <a:lnTo>
                      <a:pt x="553" y="551"/>
                    </a:lnTo>
                    <a:lnTo>
                      <a:pt x="560" y="555"/>
                    </a:lnTo>
                    <a:lnTo>
                      <a:pt x="568" y="558"/>
                    </a:lnTo>
                    <a:lnTo>
                      <a:pt x="576" y="560"/>
                    </a:lnTo>
                    <a:lnTo>
                      <a:pt x="585" y="562"/>
                    </a:lnTo>
                    <a:lnTo>
                      <a:pt x="594" y="560"/>
                    </a:lnTo>
                    <a:lnTo>
                      <a:pt x="604" y="557"/>
                    </a:lnTo>
                    <a:lnTo>
                      <a:pt x="614" y="553"/>
                    </a:lnTo>
                    <a:lnTo>
                      <a:pt x="621" y="546"/>
                    </a:lnTo>
                    <a:lnTo>
                      <a:pt x="627" y="539"/>
                    </a:lnTo>
                    <a:lnTo>
                      <a:pt x="632" y="530"/>
                    </a:lnTo>
                    <a:lnTo>
                      <a:pt x="635" y="521"/>
                    </a:lnTo>
                    <a:lnTo>
                      <a:pt x="636" y="510"/>
                    </a:lnTo>
                    <a:lnTo>
                      <a:pt x="636" y="369"/>
                    </a:lnTo>
                    <a:lnTo>
                      <a:pt x="644" y="367"/>
                    </a:lnTo>
                    <a:lnTo>
                      <a:pt x="651" y="365"/>
                    </a:lnTo>
                    <a:lnTo>
                      <a:pt x="659" y="362"/>
                    </a:lnTo>
                    <a:lnTo>
                      <a:pt x="665" y="359"/>
                    </a:lnTo>
                    <a:lnTo>
                      <a:pt x="672" y="354"/>
                    </a:lnTo>
                    <a:lnTo>
                      <a:pt x="678" y="350"/>
                    </a:lnTo>
                    <a:lnTo>
                      <a:pt x="683" y="345"/>
                    </a:lnTo>
                    <a:lnTo>
                      <a:pt x="689" y="339"/>
                    </a:lnTo>
                    <a:lnTo>
                      <a:pt x="694" y="333"/>
                    </a:lnTo>
                    <a:lnTo>
                      <a:pt x="698" y="326"/>
                    </a:lnTo>
                    <a:lnTo>
                      <a:pt x="702" y="320"/>
                    </a:lnTo>
                    <a:lnTo>
                      <a:pt x="705" y="312"/>
                    </a:lnTo>
                    <a:lnTo>
                      <a:pt x="707" y="305"/>
                    </a:lnTo>
                    <a:lnTo>
                      <a:pt x="709" y="297"/>
                    </a:lnTo>
                    <a:lnTo>
                      <a:pt x="710" y="289"/>
                    </a:lnTo>
                    <a:lnTo>
                      <a:pt x="711" y="281"/>
                    </a:lnTo>
                    <a:lnTo>
                      <a:pt x="710" y="273"/>
                    </a:lnTo>
                    <a:lnTo>
                      <a:pt x="709" y="265"/>
                    </a:lnTo>
                    <a:lnTo>
                      <a:pt x="707" y="257"/>
                    </a:lnTo>
                    <a:lnTo>
                      <a:pt x="705" y="249"/>
                    </a:lnTo>
                    <a:lnTo>
                      <a:pt x="702" y="243"/>
                    </a:lnTo>
                    <a:lnTo>
                      <a:pt x="698" y="235"/>
                    </a:lnTo>
                    <a:lnTo>
                      <a:pt x="694" y="229"/>
                    </a:lnTo>
                    <a:lnTo>
                      <a:pt x="689" y="223"/>
                    </a:lnTo>
                    <a:lnTo>
                      <a:pt x="683" y="218"/>
                    </a:lnTo>
                    <a:lnTo>
                      <a:pt x="678" y="213"/>
                    </a:lnTo>
                    <a:lnTo>
                      <a:pt x="672" y="207"/>
                    </a:lnTo>
                    <a:lnTo>
                      <a:pt x="665" y="204"/>
                    </a:lnTo>
                    <a:lnTo>
                      <a:pt x="659" y="200"/>
                    </a:lnTo>
                    <a:lnTo>
                      <a:pt x="651" y="198"/>
                    </a:lnTo>
                    <a:lnTo>
                      <a:pt x="644" y="194"/>
                    </a:lnTo>
                    <a:lnTo>
                      <a:pt x="636" y="193"/>
                    </a:lnTo>
                    <a:close/>
                    <a:moveTo>
                      <a:pt x="82" y="378"/>
                    </a:moveTo>
                    <a:lnTo>
                      <a:pt x="76" y="378"/>
                    </a:lnTo>
                    <a:lnTo>
                      <a:pt x="71" y="377"/>
                    </a:lnTo>
                    <a:lnTo>
                      <a:pt x="65" y="376"/>
                    </a:lnTo>
                    <a:lnTo>
                      <a:pt x="61" y="374"/>
                    </a:lnTo>
                    <a:lnTo>
                      <a:pt x="51" y="369"/>
                    </a:lnTo>
                    <a:lnTo>
                      <a:pt x="44" y="363"/>
                    </a:lnTo>
                    <a:lnTo>
                      <a:pt x="38" y="354"/>
                    </a:lnTo>
                    <a:lnTo>
                      <a:pt x="32" y="346"/>
                    </a:lnTo>
                    <a:lnTo>
                      <a:pt x="30" y="340"/>
                    </a:lnTo>
                    <a:lnTo>
                      <a:pt x="29" y="335"/>
                    </a:lnTo>
                    <a:lnTo>
                      <a:pt x="28" y="330"/>
                    </a:lnTo>
                    <a:lnTo>
                      <a:pt x="28" y="324"/>
                    </a:lnTo>
                    <a:lnTo>
                      <a:pt x="28" y="238"/>
                    </a:lnTo>
                    <a:lnTo>
                      <a:pt x="28" y="233"/>
                    </a:lnTo>
                    <a:lnTo>
                      <a:pt x="29" y="228"/>
                    </a:lnTo>
                    <a:lnTo>
                      <a:pt x="30" y="222"/>
                    </a:lnTo>
                    <a:lnTo>
                      <a:pt x="32" y="217"/>
                    </a:lnTo>
                    <a:lnTo>
                      <a:pt x="38" y="207"/>
                    </a:lnTo>
                    <a:lnTo>
                      <a:pt x="44" y="200"/>
                    </a:lnTo>
                    <a:lnTo>
                      <a:pt x="51" y="193"/>
                    </a:lnTo>
                    <a:lnTo>
                      <a:pt x="61" y="188"/>
                    </a:lnTo>
                    <a:lnTo>
                      <a:pt x="65" y="186"/>
                    </a:lnTo>
                    <a:lnTo>
                      <a:pt x="71" y="185"/>
                    </a:lnTo>
                    <a:lnTo>
                      <a:pt x="76" y="184"/>
                    </a:lnTo>
                    <a:lnTo>
                      <a:pt x="82" y="184"/>
                    </a:lnTo>
                    <a:lnTo>
                      <a:pt x="156" y="184"/>
                    </a:lnTo>
                    <a:lnTo>
                      <a:pt x="156" y="378"/>
                    </a:lnTo>
                    <a:lnTo>
                      <a:pt x="82" y="378"/>
                    </a:lnTo>
                    <a:close/>
                    <a:moveTo>
                      <a:pt x="214" y="548"/>
                    </a:moveTo>
                    <a:lnTo>
                      <a:pt x="163" y="548"/>
                    </a:lnTo>
                    <a:lnTo>
                      <a:pt x="109" y="406"/>
                    </a:lnTo>
                    <a:lnTo>
                      <a:pt x="160" y="406"/>
                    </a:lnTo>
                    <a:lnTo>
                      <a:pt x="214" y="548"/>
                    </a:lnTo>
                    <a:close/>
                    <a:moveTo>
                      <a:pt x="636" y="340"/>
                    </a:moveTo>
                    <a:lnTo>
                      <a:pt x="636" y="221"/>
                    </a:lnTo>
                    <a:lnTo>
                      <a:pt x="646" y="224"/>
                    </a:lnTo>
                    <a:lnTo>
                      <a:pt x="654" y="230"/>
                    </a:lnTo>
                    <a:lnTo>
                      <a:pt x="663" y="235"/>
                    </a:lnTo>
                    <a:lnTo>
                      <a:pt x="669" y="243"/>
                    </a:lnTo>
                    <a:lnTo>
                      <a:pt x="675" y="251"/>
                    </a:lnTo>
                    <a:lnTo>
                      <a:pt x="679" y="261"/>
                    </a:lnTo>
                    <a:lnTo>
                      <a:pt x="682" y="271"/>
                    </a:lnTo>
                    <a:lnTo>
                      <a:pt x="683" y="281"/>
                    </a:lnTo>
                    <a:lnTo>
                      <a:pt x="682" y="292"/>
                    </a:lnTo>
                    <a:lnTo>
                      <a:pt x="679" y="302"/>
                    </a:lnTo>
                    <a:lnTo>
                      <a:pt x="675" y="311"/>
                    </a:lnTo>
                    <a:lnTo>
                      <a:pt x="669" y="319"/>
                    </a:lnTo>
                    <a:lnTo>
                      <a:pt x="663" y="326"/>
                    </a:lnTo>
                    <a:lnTo>
                      <a:pt x="654" y="333"/>
                    </a:lnTo>
                    <a:lnTo>
                      <a:pt x="646" y="337"/>
                    </a:lnTo>
                    <a:lnTo>
                      <a:pt x="636" y="34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12">
                <a:extLst>
                  <a:ext uri="{FF2B5EF4-FFF2-40B4-BE49-F238E27FC236}">
                    <a16:creationId xmlns:a16="http://schemas.microsoft.com/office/drawing/2014/main" id="{4E5957B4-441E-4042-9844-966BBB25C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901" y="4786313"/>
                <a:ext cx="14288" cy="14288"/>
              </a:xfrm>
              <a:custGeom>
                <a:avLst/>
                <a:gdLst>
                  <a:gd name="T0" fmla="*/ 23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8 w 28"/>
                  <a:gd name="T7" fmla="*/ 1 h 28"/>
                  <a:gd name="T8" fmla="*/ 4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3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3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3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3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3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13">
                <a:extLst>
                  <a:ext uri="{FF2B5EF4-FFF2-40B4-BE49-F238E27FC236}">
                    <a16:creationId xmlns:a16="http://schemas.microsoft.com/office/drawing/2014/main" id="{545A9646-72BC-4589-8968-21473194E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438" y="4865688"/>
                <a:ext cx="14288" cy="14288"/>
              </a:xfrm>
              <a:custGeom>
                <a:avLst/>
                <a:gdLst>
                  <a:gd name="T0" fmla="*/ 25 w 28"/>
                  <a:gd name="T1" fmla="*/ 4 h 28"/>
                  <a:gd name="T2" fmla="*/ 20 w 28"/>
                  <a:gd name="T3" fmla="*/ 1 h 28"/>
                  <a:gd name="T4" fmla="*/ 14 w 28"/>
                  <a:gd name="T5" fmla="*/ 0 h 28"/>
                  <a:gd name="T6" fmla="*/ 9 w 28"/>
                  <a:gd name="T7" fmla="*/ 1 h 28"/>
                  <a:gd name="T8" fmla="*/ 5 w 28"/>
                  <a:gd name="T9" fmla="*/ 4 h 28"/>
                  <a:gd name="T10" fmla="*/ 1 w 28"/>
                  <a:gd name="T11" fmla="*/ 9 h 28"/>
                  <a:gd name="T12" fmla="*/ 0 w 28"/>
                  <a:gd name="T13" fmla="*/ 14 h 28"/>
                  <a:gd name="T14" fmla="*/ 1 w 28"/>
                  <a:gd name="T15" fmla="*/ 19 h 28"/>
                  <a:gd name="T16" fmla="*/ 5 w 28"/>
                  <a:gd name="T17" fmla="*/ 24 h 28"/>
                  <a:gd name="T18" fmla="*/ 9 w 28"/>
                  <a:gd name="T19" fmla="*/ 27 h 28"/>
                  <a:gd name="T20" fmla="*/ 14 w 28"/>
                  <a:gd name="T21" fmla="*/ 28 h 28"/>
                  <a:gd name="T22" fmla="*/ 20 w 28"/>
                  <a:gd name="T23" fmla="*/ 27 h 28"/>
                  <a:gd name="T24" fmla="*/ 25 w 28"/>
                  <a:gd name="T25" fmla="*/ 24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9 h 28"/>
                  <a:gd name="T32" fmla="*/ 25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5" y="4"/>
                    </a:moveTo>
                    <a:lnTo>
                      <a:pt x="2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4">
                <a:extLst>
                  <a:ext uri="{FF2B5EF4-FFF2-40B4-BE49-F238E27FC236}">
                    <a16:creationId xmlns:a16="http://schemas.microsoft.com/office/drawing/2014/main" id="{5FEAFA11-67CF-4592-B9EA-F37BE3C3F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326" y="4908551"/>
                <a:ext cx="39688" cy="12700"/>
              </a:xfrm>
              <a:custGeom>
                <a:avLst/>
                <a:gdLst>
                  <a:gd name="T0" fmla="*/ 59 w 73"/>
                  <a:gd name="T1" fmla="*/ 0 h 26"/>
                  <a:gd name="T2" fmla="*/ 14 w 73"/>
                  <a:gd name="T3" fmla="*/ 0 h 26"/>
                  <a:gd name="T4" fmla="*/ 9 w 73"/>
                  <a:gd name="T5" fmla="*/ 1 h 26"/>
                  <a:gd name="T6" fmla="*/ 4 w 73"/>
                  <a:gd name="T7" fmla="*/ 3 h 26"/>
                  <a:gd name="T8" fmla="*/ 1 w 73"/>
                  <a:gd name="T9" fmla="*/ 7 h 26"/>
                  <a:gd name="T10" fmla="*/ 0 w 73"/>
                  <a:gd name="T11" fmla="*/ 12 h 26"/>
                  <a:gd name="T12" fmla="*/ 1 w 73"/>
                  <a:gd name="T13" fmla="*/ 19 h 26"/>
                  <a:gd name="T14" fmla="*/ 4 w 73"/>
                  <a:gd name="T15" fmla="*/ 23 h 26"/>
                  <a:gd name="T16" fmla="*/ 9 w 73"/>
                  <a:gd name="T17" fmla="*/ 25 h 26"/>
                  <a:gd name="T18" fmla="*/ 14 w 73"/>
                  <a:gd name="T19" fmla="*/ 26 h 26"/>
                  <a:gd name="T20" fmla="*/ 59 w 73"/>
                  <a:gd name="T21" fmla="*/ 26 h 26"/>
                  <a:gd name="T22" fmla="*/ 64 w 73"/>
                  <a:gd name="T23" fmla="*/ 25 h 26"/>
                  <a:gd name="T24" fmla="*/ 69 w 73"/>
                  <a:gd name="T25" fmla="*/ 23 h 26"/>
                  <a:gd name="T26" fmla="*/ 72 w 73"/>
                  <a:gd name="T27" fmla="*/ 19 h 26"/>
                  <a:gd name="T28" fmla="*/ 73 w 73"/>
                  <a:gd name="T29" fmla="*/ 12 h 26"/>
                  <a:gd name="T30" fmla="*/ 72 w 73"/>
                  <a:gd name="T31" fmla="*/ 7 h 26"/>
                  <a:gd name="T32" fmla="*/ 69 w 73"/>
                  <a:gd name="T33" fmla="*/ 3 h 26"/>
                  <a:gd name="T34" fmla="*/ 64 w 73"/>
                  <a:gd name="T35" fmla="*/ 1 h 26"/>
                  <a:gd name="T36" fmla="*/ 59 w 73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26">
                    <a:moveTo>
                      <a:pt x="59" y="0"/>
                    </a:moveTo>
                    <a:lnTo>
                      <a:pt x="14" y="0"/>
                    </a:lnTo>
                    <a:lnTo>
                      <a:pt x="9" y="1"/>
                    </a:lnTo>
                    <a:lnTo>
                      <a:pt x="4" y="3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9" y="25"/>
                    </a:lnTo>
                    <a:lnTo>
                      <a:pt x="14" y="26"/>
                    </a:lnTo>
                    <a:lnTo>
                      <a:pt x="59" y="26"/>
                    </a:lnTo>
                    <a:lnTo>
                      <a:pt x="64" y="25"/>
                    </a:lnTo>
                    <a:lnTo>
                      <a:pt x="69" y="23"/>
                    </a:lnTo>
                    <a:lnTo>
                      <a:pt x="72" y="19"/>
                    </a:lnTo>
                    <a:lnTo>
                      <a:pt x="73" y="12"/>
                    </a:lnTo>
                    <a:lnTo>
                      <a:pt x="72" y="7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50" name="Rectangle 49">
            <a:extLst>
              <a:ext uri="{FF2B5EF4-FFF2-40B4-BE49-F238E27FC236}">
                <a16:creationId xmlns:a16="http://schemas.microsoft.com/office/drawing/2014/main" id="{B238AD3E-A607-4914-9775-FEF7A9A580C3}"/>
              </a:ext>
            </a:extLst>
          </p:cNvPr>
          <p:cNvSpPr/>
          <p:nvPr/>
        </p:nvSpPr>
        <p:spPr>
          <a:xfrm>
            <a:off x="864689" y="1374151"/>
            <a:ext cx="5532461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5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Feature.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B6D96716-6ED5-492B-89CD-4B0E16733147}"/>
              </a:ext>
            </a:extLst>
          </p:cNvPr>
          <p:cNvGrpSpPr/>
          <p:nvPr/>
        </p:nvGrpSpPr>
        <p:grpSpPr>
          <a:xfrm>
            <a:off x="4578762" y="3218998"/>
            <a:ext cx="3034476" cy="1004390"/>
            <a:chOff x="1375829" y="3761776"/>
            <a:chExt cx="3034476" cy="1004390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544193D5-A71D-4712-96C8-3BA89D0EBFD4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F78500A8-65E0-426A-97DE-B56ED9EF2A55}"/>
                </a:ext>
              </a:extLst>
            </p:cNvPr>
            <p:cNvSpPr/>
            <p:nvPr/>
          </p:nvSpPr>
          <p:spPr>
            <a:xfrm>
              <a:off x="1672914" y="3761776"/>
              <a:ext cx="2440306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E3E8AD7-356B-407A-A124-512991B0996B}"/>
              </a:ext>
            </a:extLst>
          </p:cNvPr>
          <p:cNvGrpSpPr/>
          <p:nvPr/>
        </p:nvGrpSpPr>
        <p:grpSpPr>
          <a:xfrm>
            <a:off x="1138797" y="4301195"/>
            <a:ext cx="3034476" cy="1004390"/>
            <a:chOff x="1375829" y="3761776"/>
            <a:chExt cx="3034476" cy="1004390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FE46953D-1B9E-40CC-B69A-F8210973C660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193093C6-4FD8-4DB8-9162-22F8D7700881}"/>
                </a:ext>
              </a:extLst>
            </p:cNvPr>
            <p:cNvSpPr/>
            <p:nvPr/>
          </p:nvSpPr>
          <p:spPr>
            <a:xfrm>
              <a:off x="1672914" y="3761776"/>
              <a:ext cx="2440306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95EDCFE-91D0-4CD4-89E4-5EDA2B04FB22}"/>
              </a:ext>
            </a:extLst>
          </p:cNvPr>
          <p:cNvGrpSpPr/>
          <p:nvPr/>
        </p:nvGrpSpPr>
        <p:grpSpPr>
          <a:xfrm>
            <a:off x="8018727" y="2136800"/>
            <a:ext cx="3034476" cy="1004390"/>
            <a:chOff x="1375829" y="3761776"/>
            <a:chExt cx="3034476" cy="1004390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40F489F3-55AF-463D-BB68-C2CC6EF48D2C}"/>
                </a:ext>
              </a:extLst>
            </p:cNvPr>
            <p:cNvSpPr/>
            <p:nvPr/>
          </p:nvSpPr>
          <p:spPr>
            <a:xfrm>
              <a:off x="1375829" y="4129838"/>
              <a:ext cx="303447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18C25A97-1A00-4989-8407-D717BC7C96B2}"/>
                </a:ext>
              </a:extLst>
            </p:cNvPr>
            <p:cNvSpPr/>
            <p:nvPr/>
          </p:nvSpPr>
          <p:spPr>
            <a:xfrm>
              <a:off x="1672914" y="3761776"/>
              <a:ext cx="2440306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6E24B9B7-2280-4E40-8C7B-3F0DA5B0EB93}"/>
              </a:ext>
            </a:extLst>
          </p:cNvPr>
          <p:cNvSpPr/>
          <p:nvPr/>
        </p:nvSpPr>
        <p:spPr>
          <a:xfrm>
            <a:off x="9418122" y="5328640"/>
            <a:ext cx="383043" cy="38304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23EEF561-C520-4172-B0AC-3FECE7891FB8}"/>
              </a:ext>
            </a:extLst>
          </p:cNvPr>
          <p:cNvSpPr/>
          <p:nvPr/>
        </p:nvSpPr>
        <p:spPr>
          <a:xfrm>
            <a:off x="9609643" y="5520161"/>
            <a:ext cx="2015906" cy="201590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9739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0" dur="75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3" dur="75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6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50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49" presetClass="entr" presetSubtype="0" decel="10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75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0" dur="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7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75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67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5" grpId="0" animBg="1"/>
          <p:bldP spid="36" grpId="0" animBg="1"/>
          <p:bldP spid="37" grpId="0" animBg="1"/>
          <p:bldP spid="40" grpId="0" animBg="1"/>
          <p:bldP spid="40" grpId="1" animBg="1"/>
          <p:bldP spid="50" grpId="0"/>
          <p:bldP spid="50" grpId="1"/>
          <p:bldP spid="63" grpId="0" animBg="1"/>
          <p:bldP spid="63" grpId="1" animBg="1"/>
          <p:bldP spid="57" grpId="0" animBg="1"/>
          <p:bldP spid="5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0" dur="75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3" dur="75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6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50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49" presetClass="entr" presetSubtype="0" decel="10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75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0" dur="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7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75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7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67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5" grpId="0" animBg="1"/>
          <p:bldP spid="36" grpId="0" animBg="1"/>
          <p:bldP spid="37" grpId="0" animBg="1"/>
          <p:bldP spid="40" grpId="0" animBg="1"/>
          <p:bldP spid="40" grpId="1" animBg="1"/>
          <p:bldP spid="50" grpId="0"/>
          <p:bldP spid="50" grpId="1"/>
          <p:bldP spid="63" grpId="0" animBg="1"/>
          <p:bldP spid="63" grpId="1" animBg="1"/>
          <p:bldP spid="57" grpId="0" animBg="1"/>
          <p:bldP spid="57" grpId="1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7698E94-FC01-483D-96DC-8127305D1C50}"/>
              </a:ext>
            </a:extLst>
          </p:cNvPr>
          <p:cNvSpPr/>
          <p:nvPr/>
        </p:nvSpPr>
        <p:spPr>
          <a:xfrm>
            <a:off x="883810" y="1814166"/>
            <a:ext cx="387118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32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Number.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9BF2039-79E9-4102-8CDA-F47DBBEBDEA1}"/>
              </a:ext>
            </a:extLst>
          </p:cNvPr>
          <p:cNvSpPr/>
          <p:nvPr/>
        </p:nvSpPr>
        <p:spPr>
          <a:xfrm>
            <a:off x="883810" y="3966616"/>
            <a:ext cx="387118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32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Number.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EABE225-36F7-452F-BB11-71BE6DABA8D8}"/>
              </a:ext>
            </a:extLst>
          </p:cNvPr>
          <p:cNvGrpSpPr/>
          <p:nvPr/>
        </p:nvGrpSpPr>
        <p:grpSpPr>
          <a:xfrm>
            <a:off x="5066718" y="1670443"/>
            <a:ext cx="1872673" cy="1364664"/>
            <a:chOff x="1375829" y="3504992"/>
            <a:chExt cx="1872673" cy="1364664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7C012932-C08F-486E-A8A3-18DE3128908B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B9977A2E-CEBE-4861-8400-EA2992C1FC27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C589382-7DDA-4E2A-8CFD-7EDBB76B2E03}"/>
              </a:ext>
            </a:extLst>
          </p:cNvPr>
          <p:cNvGrpSpPr/>
          <p:nvPr/>
        </p:nvGrpSpPr>
        <p:grpSpPr>
          <a:xfrm>
            <a:off x="7251118" y="1670443"/>
            <a:ext cx="1872673" cy="1364664"/>
            <a:chOff x="1375829" y="3504992"/>
            <a:chExt cx="1872673" cy="1364664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38DC1FF-7557-4775-B1C8-1CBDE8C22159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2BD2E03-8252-429D-B45C-0EB6114AC539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7520CDB-32C2-475D-A5AA-FA3F290024A1}"/>
              </a:ext>
            </a:extLst>
          </p:cNvPr>
          <p:cNvGrpSpPr/>
          <p:nvPr/>
        </p:nvGrpSpPr>
        <p:grpSpPr>
          <a:xfrm>
            <a:off x="9435518" y="1670443"/>
            <a:ext cx="1872673" cy="1364664"/>
            <a:chOff x="1375829" y="3504992"/>
            <a:chExt cx="1872673" cy="1364664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86E33848-25F3-4ED5-89E6-118195BCD3A6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5340054-60BD-422F-86BF-EA293901D546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EC27338-E8A5-4F1A-ABD8-C4C240661405}"/>
              </a:ext>
            </a:extLst>
          </p:cNvPr>
          <p:cNvGrpSpPr/>
          <p:nvPr/>
        </p:nvGrpSpPr>
        <p:grpSpPr>
          <a:xfrm>
            <a:off x="5066718" y="3822893"/>
            <a:ext cx="1872673" cy="1364664"/>
            <a:chOff x="1375829" y="3504992"/>
            <a:chExt cx="1872673" cy="1364664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95F0C2-FC82-43E2-BFBE-87C40CF72307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D8178AC5-6BCD-421B-828D-1FF899F64AA5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2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F8B3546-E933-436B-ACD8-9D3EE344E5F5}"/>
              </a:ext>
            </a:extLst>
          </p:cNvPr>
          <p:cNvGrpSpPr/>
          <p:nvPr/>
        </p:nvGrpSpPr>
        <p:grpSpPr>
          <a:xfrm>
            <a:off x="7251118" y="3822893"/>
            <a:ext cx="1872673" cy="1364664"/>
            <a:chOff x="1375829" y="3504992"/>
            <a:chExt cx="1872673" cy="1364664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A85B2C1B-0F27-4F2C-B26D-35F6D6523F2D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0E37B672-4EB9-4A68-A7DD-A056933E9C15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2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6C5ECEB-A683-44CB-9B85-5E11066D0BFB}"/>
              </a:ext>
            </a:extLst>
          </p:cNvPr>
          <p:cNvGrpSpPr/>
          <p:nvPr/>
        </p:nvGrpSpPr>
        <p:grpSpPr>
          <a:xfrm>
            <a:off x="9435518" y="3822893"/>
            <a:ext cx="1872673" cy="1364664"/>
            <a:chOff x="1375829" y="3504992"/>
            <a:chExt cx="1872673" cy="1364664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A1D5083-6C05-470A-9793-A6F6B8B049F7}"/>
                </a:ext>
              </a:extLst>
            </p:cNvPr>
            <p:cNvSpPr/>
            <p:nvPr/>
          </p:nvSpPr>
          <p:spPr>
            <a:xfrm>
              <a:off x="1375829" y="4129838"/>
              <a:ext cx="1872673" cy="7398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D4735C9-F99A-4EC5-B781-C6DDA1180412}"/>
                </a:ext>
              </a:extLst>
            </p:cNvPr>
            <p:cNvSpPr/>
            <p:nvPr/>
          </p:nvSpPr>
          <p:spPr>
            <a:xfrm>
              <a:off x="1375829" y="3504992"/>
              <a:ext cx="1434523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accent2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B78877BF-E478-45E0-A01D-679807B98255}"/>
              </a:ext>
            </a:extLst>
          </p:cNvPr>
          <p:cNvCxnSpPr>
            <a:cxnSpLocks/>
          </p:cNvCxnSpPr>
          <p:nvPr/>
        </p:nvCxnSpPr>
        <p:spPr>
          <a:xfrm>
            <a:off x="950717" y="3429000"/>
            <a:ext cx="10290566" cy="0"/>
          </a:xfrm>
          <a:prstGeom prst="line">
            <a:avLst/>
          </a:prstGeom>
          <a:ln>
            <a:solidFill>
              <a:schemeClr val="bg1">
                <a:alpha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2725C10F-C4F9-4269-8AF9-DBD34FEF35C5}"/>
              </a:ext>
            </a:extLst>
          </p:cNvPr>
          <p:cNvSpPr/>
          <p:nvPr/>
        </p:nvSpPr>
        <p:spPr>
          <a:xfrm rot="16200000">
            <a:off x="2350317" y="4267816"/>
            <a:ext cx="971552" cy="4208814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  <a:gd name="connsiteX0" fmla="*/ 0 w 1189942"/>
              <a:gd name="connsiteY0" fmla="*/ 0 h 2524513"/>
              <a:gd name="connsiteX1" fmla="*/ 175600 w 1189942"/>
              <a:gd name="connsiteY1" fmla="*/ 17704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  <a:gd name="connsiteX5" fmla="*/ 0 w 1189942"/>
              <a:gd name="connsiteY5" fmla="*/ 0 h 2524513"/>
              <a:gd name="connsiteX0" fmla="*/ 0 w 1189942"/>
              <a:gd name="connsiteY0" fmla="*/ 0 h 2524513"/>
              <a:gd name="connsiteX1" fmla="*/ 1189942 w 1189942"/>
              <a:gd name="connsiteY1" fmla="*/ 1262256 h 2524513"/>
              <a:gd name="connsiteX2" fmla="*/ 175601 w 1189942"/>
              <a:gd name="connsiteY2" fmla="*/ 2506811 h 2524513"/>
              <a:gd name="connsiteX3" fmla="*/ 0 w 1189942"/>
              <a:gd name="connsiteY3" fmla="*/ 2524513 h 2524513"/>
              <a:gd name="connsiteX4" fmla="*/ 0 w 1189942"/>
              <a:gd name="connsiteY4" fmla="*/ 0 h 2524513"/>
              <a:gd name="connsiteX0" fmla="*/ 0 w 1189942"/>
              <a:gd name="connsiteY0" fmla="*/ 0 h 2524513"/>
              <a:gd name="connsiteX1" fmla="*/ 1189942 w 1189942"/>
              <a:gd name="connsiteY1" fmla="*/ 1262256 h 2524513"/>
              <a:gd name="connsiteX2" fmla="*/ 175601 w 1189942"/>
              <a:gd name="connsiteY2" fmla="*/ 2506811 h 2524513"/>
              <a:gd name="connsiteX3" fmla="*/ 0 w 1189942"/>
              <a:gd name="connsiteY3" fmla="*/ 2524513 h 2524513"/>
              <a:gd name="connsiteX4" fmla="*/ 0 w 1189942"/>
              <a:gd name="connsiteY4" fmla="*/ 0 h 2524513"/>
              <a:gd name="connsiteX0" fmla="*/ 0 w 1007389"/>
              <a:gd name="connsiteY0" fmla="*/ 0 h 2524513"/>
              <a:gd name="connsiteX1" fmla="*/ 1007389 w 1007389"/>
              <a:gd name="connsiteY1" fmla="*/ 1322521 h 2524513"/>
              <a:gd name="connsiteX2" fmla="*/ 175601 w 1007389"/>
              <a:gd name="connsiteY2" fmla="*/ 2506811 h 2524513"/>
              <a:gd name="connsiteX3" fmla="*/ 0 w 1007389"/>
              <a:gd name="connsiteY3" fmla="*/ 2524513 h 2524513"/>
              <a:gd name="connsiteX4" fmla="*/ 0 w 1007389"/>
              <a:gd name="connsiteY4" fmla="*/ 0 h 2524513"/>
              <a:gd name="connsiteX0" fmla="*/ 0 w 1129770"/>
              <a:gd name="connsiteY0" fmla="*/ 0 h 2524513"/>
              <a:gd name="connsiteX1" fmla="*/ 1007389 w 1129770"/>
              <a:gd name="connsiteY1" fmla="*/ 1322521 h 2524513"/>
              <a:gd name="connsiteX2" fmla="*/ 175601 w 1129770"/>
              <a:gd name="connsiteY2" fmla="*/ 2506811 h 2524513"/>
              <a:gd name="connsiteX3" fmla="*/ 0 w 1129770"/>
              <a:gd name="connsiteY3" fmla="*/ 2524513 h 2524513"/>
              <a:gd name="connsiteX4" fmla="*/ 0 w 1129770"/>
              <a:gd name="connsiteY4" fmla="*/ 0 h 2524513"/>
              <a:gd name="connsiteX0" fmla="*/ 0 w 1129770"/>
              <a:gd name="connsiteY0" fmla="*/ 0 h 2524513"/>
              <a:gd name="connsiteX1" fmla="*/ 1007389 w 1129770"/>
              <a:gd name="connsiteY1" fmla="*/ 1322521 h 2524513"/>
              <a:gd name="connsiteX2" fmla="*/ 175601 w 1129770"/>
              <a:gd name="connsiteY2" fmla="*/ 2506811 h 2524513"/>
              <a:gd name="connsiteX3" fmla="*/ 0 w 1129770"/>
              <a:gd name="connsiteY3" fmla="*/ 2524513 h 2524513"/>
              <a:gd name="connsiteX4" fmla="*/ 0 w 1129770"/>
              <a:gd name="connsiteY4" fmla="*/ 0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9770" h="2524513">
                <a:moveTo>
                  <a:pt x="0" y="0"/>
                </a:moveTo>
                <a:cubicBezTo>
                  <a:pt x="1134158" y="236193"/>
                  <a:pt x="1289836" y="796306"/>
                  <a:pt x="1007389" y="1322521"/>
                </a:cubicBezTo>
                <a:cubicBezTo>
                  <a:pt x="1080410" y="2049420"/>
                  <a:pt x="754484" y="2388354"/>
                  <a:pt x="175601" y="2506811"/>
                </a:cubicBezTo>
                <a:lnTo>
                  <a:pt x="0" y="2524513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FD3E6159-0A6B-4DF3-AE76-0D1159EA0257}"/>
              </a:ext>
            </a:extLst>
          </p:cNvPr>
          <p:cNvSpPr/>
          <p:nvPr/>
        </p:nvSpPr>
        <p:spPr>
          <a:xfrm>
            <a:off x="3960853" y="5794444"/>
            <a:ext cx="649248" cy="64924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12CEE2AE-BD7D-4075-9F2C-99CAB8B52178}"/>
              </a:ext>
            </a:extLst>
          </p:cNvPr>
          <p:cNvSpPr/>
          <p:nvPr/>
        </p:nvSpPr>
        <p:spPr>
          <a:xfrm>
            <a:off x="11475719" y="2819244"/>
            <a:ext cx="1432562" cy="143256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50024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6" dur="7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5" dur="7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grpId="1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  <p:bldP spid="3" grpId="1"/>
          <p:bldP spid="4" grpId="0"/>
          <p:bldP spid="4" grpId="1"/>
          <p:bldP spid="42" grpId="0" animBg="1"/>
          <p:bldP spid="42" grpId="1" animBg="1"/>
          <p:bldP spid="43" grpId="0" animBg="1"/>
          <p:bldP spid="4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6" dur="7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5" dur="7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  <p:bldP spid="3" grpId="1"/>
          <p:bldP spid="4" grpId="0"/>
          <p:bldP spid="4" grpId="1"/>
          <p:bldP spid="42" grpId="0" animBg="1"/>
          <p:bldP spid="42" grpId="1" animBg="1"/>
          <p:bldP spid="43" grpId="0" animBg="1"/>
          <p:bldP spid="43" grpId="1" animBg="1"/>
        </p:bldLst>
      </p:timing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roup 30">
            <a:extLst>
              <a:ext uri="{FF2B5EF4-FFF2-40B4-BE49-F238E27FC236}">
                <a16:creationId xmlns:a16="http://schemas.microsoft.com/office/drawing/2014/main" id="{A8C9A973-D13C-49C8-AEC2-F15CB86010FE}"/>
              </a:ext>
            </a:extLst>
          </p:cNvPr>
          <p:cNvGrpSpPr/>
          <p:nvPr/>
        </p:nvGrpSpPr>
        <p:grpSpPr>
          <a:xfrm>
            <a:off x="9175756" y="-2821"/>
            <a:ext cx="3016243" cy="3451968"/>
            <a:chOff x="8708710" y="-2821"/>
            <a:chExt cx="3483290" cy="3986484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5C44D15-D32E-409F-892D-B066D8F82D8A}"/>
                </a:ext>
              </a:extLst>
            </p:cNvPr>
            <p:cNvSpPr/>
            <p:nvPr/>
          </p:nvSpPr>
          <p:spPr>
            <a:xfrm>
              <a:off x="8708710" y="-2821"/>
              <a:ext cx="3477018" cy="2951157"/>
            </a:xfrm>
            <a:custGeom>
              <a:avLst/>
              <a:gdLst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671011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671011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839453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839453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54071"/>
                <a:gd name="connsiteX1" fmla="*/ 2502569 w 6039853"/>
                <a:gd name="connsiteY1" fmla="*/ 1925053 h 6354071"/>
                <a:gd name="connsiteX2" fmla="*/ 2839453 w 6039853"/>
                <a:gd name="connsiteY2" fmla="*/ 4932948 h 6354071"/>
                <a:gd name="connsiteX3" fmla="*/ 6039853 w 6039853"/>
                <a:gd name="connsiteY3" fmla="*/ 6304548 h 6354071"/>
                <a:gd name="connsiteX4" fmla="*/ 5967664 w 6039853"/>
                <a:gd name="connsiteY4" fmla="*/ 0 h 6354071"/>
                <a:gd name="connsiteX5" fmla="*/ 0 w 6039853"/>
                <a:gd name="connsiteY5" fmla="*/ 0 h 6354071"/>
                <a:gd name="connsiteX0" fmla="*/ 0 w 6039853"/>
                <a:gd name="connsiteY0" fmla="*/ 0 h 6354071"/>
                <a:gd name="connsiteX1" fmla="*/ 2502569 w 6039853"/>
                <a:gd name="connsiteY1" fmla="*/ 1925053 h 6354071"/>
                <a:gd name="connsiteX2" fmla="*/ 2839453 w 6039853"/>
                <a:gd name="connsiteY2" fmla="*/ 4932948 h 6354071"/>
                <a:gd name="connsiteX3" fmla="*/ 6039853 w 6039853"/>
                <a:gd name="connsiteY3" fmla="*/ 6304548 h 6354071"/>
                <a:gd name="connsiteX4" fmla="*/ 6005764 w 6039853"/>
                <a:gd name="connsiteY4" fmla="*/ 0 h 6354071"/>
                <a:gd name="connsiteX5" fmla="*/ 0 w 6039853"/>
                <a:gd name="connsiteY5" fmla="*/ 0 h 6354071"/>
                <a:gd name="connsiteX0" fmla="*/ 0 w 6005764"/>
                <a:gd name="connsiteY0" fmla="*/ 0 h 6290613"/>
                <a:gd name="connsiteX1" fmla="*/ 2502569 w 6005764"/>
                <a:gd name="connsiteY1" fmla="*/ 1925053 h 6290613"/>
                <a:gd name="connsiteX2" fmla="*/ 2839453 w 6005764"/>
                <a:gd name="connsiteY2" fmla="*/ 4932948 h 6290613"/>
                <a:gd name="connsiteX3" fmla="*/ 6001753 w 6005764"/>
                <a:gd name="connsiteY3" fmla="*/ 6266448 h 6290613"/>
                <a:gd name="connsiteX4" fmla="*/ 6005764 w 6005764"/>
                <a:gd name="connsiteY4" fmla="*/ 0 h 6290613"/>
                <a:gd name="connsiteX5" fmla="*/ 0 w 6005764"/>
                <a:gd name="connsiteY5" fmla="*/ 0 h 6290613"/>
                <a:gd name="connsiteX0" fmla="*/ 0 w 6005764"/>
                <a:gd name="connsiteY0" fmla="*/ 0 h 6300010"/>
                <a:gd name="connsiteX1" fmla="*/ 2502569 w 6005764"/>
                <a:gd name="connsiteY1" fmla="*/ 1925053 h 6300010"/>
                <a:gd name="connsiteX2" fmla="*/ 2839453 w 6005764"/>
                <a:gd name="connsiteY2" fmla="*/ 4932948 h 6300010"/>
                <a:gd name="connsiteX3" fmla="*/ 6001753 w 6005764"/>
                <a:gd name="connsiteY3" fmla="*/ 6266448 h 6300010"/>
                <a:gd name="connsiteX4" fmla="*/ 6005764 w 6005764"/>
                <a:gd name="connsiteY4" fmla="*/ 0 h 6300010"/>
                <a:gd name="connsiteX5" fmla="*/ 0 w 6005764"/>
                <a:gd name="connsiteY5" fmla="*/ 0 h 6300010"/>
                <a:gd name="connsiteX0" fmla="*/ 0 w 6005764"/>
                <a:gd name="connsiteY0" fmla="*/ 0 h 6301252"/>
                <a:gd name="connsiteX1" fmla="*/ 2502569 w 6005764"/>
                <a:gd name="connsiteY1" fmla="*/ 1925053 h 6301252"/>
                <a:gd name="connsiteX2" fmla="*/ 2839453 w 6005764"/>
                <a:gd name="connsiteY2" fmla="*/ 4932948 h 6301252"/>
                <a:gd name="connsiteX3" fmla="*/ 6001753 w 6005764"/>
                <a:gd name="connsiteY3" fmla="*/ 6266448 h 6301252"/>
                <a:gd name="connsiteX4" fmla="*/ 6005764 w 6005764"/>
                <a:gd name="connsiteY4" fmla="*/ 0 h 6301252"/>
                <a:gd name="connsiteX5" fmla="*/ 0 w 6005764"/>
                <a:gd name="connsiteY5" fmla="*/ 0 h 6301252"/>
                <a:gd name="connsiteX0" fmla="*/ 0 w 6005764"/>
                <a:gd name="connsiteY0" fmla="*/ 0 h 6328404"/>
                <a:gd name="connsiteX1" fmla="*/ 2502569 w 6005764"/>
                <a:gd name="connsiteY1" fmla="*/ 1925053 h 6328404"/>
                <a:gd name="connsiteX2" fmla="*/ 2839453 w 6005764"/>
                <a:gd name="connsiteY2" fmla="*/ 4932948 h 6328404"/>
                <a:gd name="connsiteX3" fmla="*/ 6001753 w 6005764"/>
                <a:gd name="connsiteY3" fmla="*/ 6266448 h 6328404"/>
                <a:gd name="connsiteX4" fmla="*/ 6005764 w 6005764"/>
                <a:gd name="connsiteY4" fmla="*/ 0 h 6328404"/>
                <a:gd name="connsiteX5" fmla="*/ 0 w 6005764"/>
                <a:gd name="connsiteY5" fmla="*/ 0 h 6328404"/>
                <a:gd name="connsiteX0" fmla="*/ 0 w 6005764"/>
                <a:gd name="connsiteY0" fmla="*/ 0 h 6321734"/>
                <a:gd name="connsiteX1" fmla="*/ 2502569 w 6005764"/>
                <a:gd name="connsiteY1" fmla="*/ 1925053 h 6321734"/>
                <a:gd name="connsiteX2" fmla="*/ 3273143 w 6005764"/>
                <a:gd name="connsiteY2" fmla="*/ 4856415 h 6321734"/>
                <a:gd name="connsiteX3" fmla="*/ 6001753 w 6005764"/>
                <a:gd name="connsiteY3" fmla="*/ 6266448 h 6321734"/>
                <a:gd name="connsiteX4" fmla="*/ 6005764 w 6005764"/>
                <a:gd name="connsiteY4" fmla="*/ 0 h 6321734"/>
                <a:gd name="connsiteX5" fmla="*/ 0 w 6005764"/>
                <a:gd name="connsiteY5" fmla="*/ 0 h 6321734"/>
                <a:gd name="connsiteX0" fmla="*/ 0 w 6005764"/>
                <a:gd name="connsiteY0" fmla="*/ 0 h 6312022"/>
                <a:gd name="connsiteX1" fmla="*/ 2502569 w 6005764"/>
                <a:gd name="connsiteY1" fmla="*/ 1925053 h 6312022"/>
                <a:gd name="connsiteX2" fmla="*/ 3273143 w 6005764"/>
                <a:gd name="connsiteY2" fmla="*/ 4856415 h 6312022"/>
                <a:gd name="connsiteX3" fmla="*/ 6001753 w 6005764"/>
                <a:gd name="connsiteY3" fmla="*/ 6266448 h 6312022"/>
                <a:gd name="connsiteX4" fmla="*/ 6005764 w 6005764"/>
                <a:gd name="connsiteY4" fmla="*/ 0 h 6312022"/>
                <a:gd name="connsiteX5" fmla="*/ 0 w 6005764"/>
                <a:gd name="connsiteY5" fmla="*/ 0 h 6312022"/>
                <a:gd name="connsiteX0" fmla="*/ 0 w 6005764"/>
                <a:gd name="connsiteY0" fmla="*/ 0 h 6312023"/>
                <a:gd name="connsiteX1" fmla="*/ 2502569 w 6005764"/>
                <a:gd name="connsiteY1" fmla="*/ 1925053 h 6312023"/>
                <a:gd name="connsiteX2" fmla="*/ 3145587 w 6005764"/>
                <a:gd name="connsiteY2" fmla="*/ 4856415 h 6312023"/>
                <a:gd name="connsiteX3" fmla="*/ 6001753 w 6005764"/>
                <a:gd name="connsiteY3" fmla="*/ 6266448 h 6312023"/>
                <a:gd name="connsiteX4" fmla="*/ 6005764 w 6005764"/>
                <a:gd name="connsiteY4" fmla="*/ 0 h 6312023"/>
                <a:gd name="connsiteX5" fmla="*/ 0 w 6005764"/>
                <a:gd name="connsiteY5" fmla="*/ 0 h 6312023"/>
                <a:gd name="connsiteX0" fmla="*/ 0 w 6005764"/>
                <a:gd name="connsiteY0" fmla="*/ 0 h 6318150"/>
                <a:gd name="connsiteX1" fmla="*/ 2502569 w 6005764"/>
                <a:gd name="connsiteY1" fmla="*/ 1925053 h 6318150"/>
                <a:gd name="connsiteX2" fmla="*/ 3145587 w 6005764"/>
                <a:gd name="connsiteY2" fmla="*/ 4856415 h 6318150"/>
                <a:gd name="connsiteX3" fmla="*/ 6001753 w 6005764"/>
                <a:gd name="connsiteY3" fmla="*/ 6266448 h 6318150"/>
                <a:gd name="connsiteX4" fmla="*/ 6005764 w 6005764"/>
                <a:gd name="connsiteY4" fmla="*/ 0 h 6318150"/>
                <a:gd name="connsiteX5" fmla="*/ 0 w 6005764"/>
                <a:gd name="connsiteY5" fmla="*/ 0 h 631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5764" h="6318150">
                  <a:moveTo>
                    <a:pt x="0" y="0"/>
                  </a:moveTo>
                  <a:cubicBezTo>
                    <a:pt x="66174" y="1417720"/>
                    <a:pt x="1978305" y="1115651"/>
                    <a:pt x="2502569" y="1925053"/>
                  </a:cubicBezTo>
                  <a:cubicBezTo>
                    <a:pt x="3026834" y="2734456"/>
                    <a:pt x="2714790" y="3661059"/>
                    <a:pt x="3145587" y="4856415"/>
                  </a:cubicBezTo>
                  <a:cubicBezTo>
                    <a:pt x="3576384" y="6051771"/>
                    <a:pt x="4643187" y="6477001"/>
                    <a:pt x="6001753" y="6266448"/>
                  </a:cubicBezTo>
                  <a:lnTo>
                    <a:pt x="6005764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rgbClr val="3D1E66">
                    <a:alpha val="0"/>
                  </a:srgbClr>
                </a:gs>
                <a:gs pos="33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7A1C042-D673-41C7-A2C8-8CAC1272DA16}"/>
                </a:ext>
              </a:extLst>
            </p:cNvPr>
            <p:cNvSpPr/>
            <p:nvPr/>
          </p:nvSpPr>
          <p:spPr>
            <a:xfrm>
              <a:off x="11151742" y="668073"/>
              <a:ext cx="1040258" cy="3315590"/>
            </a:xfrm>
            <a:custGeom>
              <a:avLst/>
              <a:gdLst>
                <a:gd name="connsiteX0" fmla="*/ 2561234 w 2585297"/>
                <a:gd name="connsiteY0" fmla="*/ 0 h 6906127"/>
                <a:gd name="connsiteX1" fmla="*/ 780560 w 2585297"/>
                <a:gd name="connsiteY1" fmla="*/ 1852863 h 6906127"/>
                <a:gd name="connsiteX2" fmla="*/ 82728 w 2585297"/>
                <a:gd name="connsiteY2" fmla="*/ 4932948 h 6906127"/>
                <a:gd name="connsiteX3" fmla="*/ 2585297 w 2585297"/>
                <a:gd name="connsiteY3" fmla="*/ 6906127 h 6906127"/>
                <a:gd name="connsiteX4" fmla="*/ 2561234 w 2585297"/>
                <a:gd name="connsiteY4" fmla="*/ 0 h 6906127"/>
                <a:gd name="connsiteX0" fmla="*/ 2561234 w 2585297"/>
                <a:gd name="connsiteY0" fmla="*/ 10370 h 6916497"/>
                <a:gd name="connsiteX1" fmla="*/ 780560 w 2585297"/>
                <a:gd name="connsiteY1" fmla="*/ 1863233 h 6916497"/>
                <a:gd name="connsiteX2" fmla="*/ 82728 w 2585297"/>
                <a:gd name="connsiteY2" fmla="*/ 4943318 h 6916497"/>
                <a:gd name="connsiteX3" fmla="*/ 2585297 w 2585297"/>
                <a:gd name="connsiteY3" fmla="*/ 6916497 h 6916497"/>
                <a:gd name="connsiteX4" fmla="*/ 2561234 w 2585297"/>
                <a:gd name="connsiteY4" fmla="*/ 10370 h 6916497"/>
                <a:gd name="connsiteX0" fmla="*/ 2547392 w 2571455"/>
                <a:gd name="connsiteY0" fmla="*/ 8277 h 6914404"/>
                <a:gd name="connsiteX1" fmla="*/ 938168 w 2571455"/>
                <a:gd name="connsiteY1" fmla="*/ 2184990 h 6914404"/>
                <a:gd name="connsiteX2" fmla="*/ 68886 w 2571455"/>
                <a:gd name="connsiteY2" fmla="*/ 4941225 h 6914404"/>
                <a:gd name="connsiteX3" fmla="*/ 2571455 w 2571455"/>
                <a:gd name="connsiteY3" fmla="*/ 6914404 h 6914404"/>
                <a:gd name="connsiteX4" fmla="*/ 2547392 w 2571455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17149 w 2541212"/>
                <a:gd name="connsiteY0" fmla="*/ 8277 h 6914404"/>
                <a:gd name="connsiteX1" fmla="*/ 907925 w 2541212"/>
                <a:gd name="connsiteY1" fmla="*/ 2184990 h 6914404"/>
                <a:gd name="connsiteX2" fmla="*/ 38643 w 2541212"/>
                <a:gd name="connsiteY2" fmla="*/ 4941225 h 6914404"/>
                <a:gd name="connsiteX3" fmla="*/ 2541212 w 2541212"/>
                <a:gd name="connsiteY3" fmla="*/ 6914404 h 6914404"/>
                <a:gd name="connsiteX4" fmla="*/ 2517149 w 2541212"/>
                <a:gd name="connsiteY4" fmla="*/ 8277 h 691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212" h="6914404">
                  <a:moveTo>
                    <a:pt x="2517149" y="8277"/>
                  </a:moveTo>
                  <a:cubicBezTo>
                    <a:pt x="614154" y="-124071"/>
                    <a:pt x="1321009" y="1362832"/>
                    <a:pt x="907925" y="2184990"/>
                  </a:cubicBezTo>
                  <a:cubicBezTo>
                    <a:pt x="494841" y="3007148"/>
                    <a:pt x="-166896" y="3508464"/>
                    <a:pt x="38643" y="4941225"/>
                  </a:cubicBezTo>
                  <a:cubicBezTo>
                    <a:pt x="358482" y="6183486"/>
                    <a:pt x="1573672" y="6806120"/>
                    <a:pt x="2541212" y="6914404"/>
                  </a:cubicBezTo>
                  <a:lnTo>
                    <a:pt x="2517149" y="8277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31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FCAB39B5-0EE3-40B9-818D-D8750E8FE7A0}"/>
              </a:ext>
            </a:extLst>
          </p:cNvPr>
          <p:cNvGrpSpPr/>
          <p:nvPr/>
        </p:nvGrpSpPr>
        <p:grpSpPr>
          <a:xfrm>
            <a:off x="1" y="4701980"/>
            <a:ext cx="1719019" cy="2158842"/>
            <a:chOff x="-2861" y="5931257"/>
            <a:chExt cx="4014423" cy="5041543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3F62504-FACE-4D56-8C23-999DC53C0ED0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AA75D6C-CAC0-487E-8129-F2CF4C8F0E6B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70ED2493-BDDE-4B72-9B6A-F41935557B95}"/>
              </a:ext>
            </a:extLst>
          </p:cNvPr>
          <p:cNvSpPr/>
          <p:nvPr/>
        </p:nvSpPr>
        <p:spPr>
          <a:xfrm>
            <a:off x="1814680" y="3146133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8151FA6C-C469-44F0-9DBD-D5CC23050111}"/>
              </a:ext>
            </a:extLst>
          </p:cNvPr>
          <p:cNvSpPr/>
          <p:nvPr/>
        </p:nvSpPr>
        <p:spPr>
          <a:xfrm>
            <a:off x="1814680" y="3146133"/>
            <a:ext cx="1861970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6167D84-979A-48FF-8914-3072A4AF951E}"/>
              </a:ext>
            </a:extLst>
          </p:cNvPr>
          <p:cNvSpPr/>
          <p:nvPr/>
        </p:nvSpPr>
        <p:spPr>
          <a:xfrm>
            <a:off x="1719020" y="2769500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1</a:t>
            </a:r>
            <a:endParaRPr lang="en-US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A5560C12-A0E7-4BBB-AA5C-913842454A86}"/>
              </a:ext>
            </a:extLst>
          </p:cNvPr>
          <p:cNvSpPr/>
          <p:nvPr/>
        </p:nvSpPr>
        <p:spPr>
          <a:xfrm>
            <a:off x="6655658" y="3146133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205EE16E-BD4E-4B51-A6F4-D58ECEEB9F8F}"/>
              </a:ext>
            </a:extLst>
          </p:cNvPr>
          <p:cNvSpPr/>
          <p:nvPr/>
        </p:nvSpPr>
        <p:spPr>
          <a:xfrm>
            <a:off x="6655658" y="3146133"/>
            <a:ext cx="3211910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07A5AF2-E95D-41C0-932C-10D0B25AC751}"/>
              </a:ext>
            </a:extLst>
          </p:cNvPr>
          <p:cNvSpPr/>
          <p:nvPr/>
        </p:nvSpPr>
        <p:spPr>
          <a:xfrm>
            <a:off x="6559998" y="2769500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4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25ED5457-DF7A-470E-9A24-433D433D69CD}"/>
              </a:ext>
            </a:extLst>
          </p:cNvPr>
          <p:cNvSpPr/>
          <p:nvPr/>
        </p:nvSpPr>
        <p:spPr>
          <a:xfrm>
            <a:off x="1814680" y="4140026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17E692ED-DD40-4DBB-BF7E-7CF0A3CF1FEA}"/>
              </a:ext>
            </a:extLst>
          </p:cNvPr>
          <p:cNvSpPr/>
          <p:nvPr/>
        </p:nvSpPr>
        <p:spPr>
          <a:xfrm>
            <a:off x="1814680" y="4140026"/>
            <a:ext cx="3211910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A8F0BA8-30BA-4A6D-8795-189540DD0E7E}"/>
              </a:ext>
            </a:extLst>
          </p:cNvPr>
          <p:cNvSpPr/>
          <p:nvPr/>
        </p:nvSpPr>
        <p:spPr>
          <a:xfrm>
            <a:off x="1719020" y="3763393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2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C36EB7E0-A98C-4BBE-9F13-ED940086ABE3}"/>
              </a:ext>
            </a:extLst>
          </p:cNvPr>
          <p:cNvSpPr/>
          <p:nvPr/>
        </p:nvSpPr>
        <p:spPr>
          <a:xfrm>
            <a:off x="6655658" y="4140026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B4D9A719-C7C4-4D1E-ABA7-FD800C462B81}"/>
              </a:ext>
            </a:extLst>
          </p:cNvPr>
          <p:cNvSpPr/>
          <p:nvPr/>
        </p:nvSpPr>
        <p:spPr>
          <a:xfrm>
            <a:off x="6655658" y="4140026"/>
            <a:ext cx="2445480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219AD97-3B44-4A46-AB6A-E16C32170A84}"/>
              </a:ext>
            </a:extLst>
          </p:cNvPr>
          <p:cNvSpPr/>
          <p:nvPr/>
        </p:nvSpPr>
        <p:spPr>
          <a:xfrm>
            <a:off x="6559998" y="3763393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5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3DDB2A7-DD24-45E8-BF2E-EA367AAB3703}"/>
              </a:ext>
            </a:extLst>
          </p:cNvPr>
          <p:cNvSpPr/>
          <p:nvPr/>
        </p:nvSpPr>
        <p:spPr>
          <a:xfrm>
            <a:off x="1814680" y="5133918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C64C04CB-AD95-482A-9281-6CD37EF1AB01}"/>
              </a:ext>
            </a:extLst>
          </p:cNvPr>
          <p:cNvSpPr/>
          <p:nvPr/>
        </p:nvSpPr>
        <p:spPr>
          <a:xfrm>
            <a:off x="1814680" y="5133918"/>
            <a:ext cx="2657308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D1CEB7B-F397-4C62-AE88-304E4DB62905}"/>
              </a:ext>
            </a:extLst>
          </p:cNvPr>
          <p:cNvSpPr/>
          <p:nvPr/>
        </p:nvSpPr>
        <p:spPr>
          <a:xfrm>
            <a:off x="1719020" y="4757285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3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862B560B-2AB9-4BFA-ADF7-A526D9321D2C}"/>
              </a:ext>
            </a:extLst>
          </p:cNvPr>
          <p:cNvSpPr/>
          <p:nvPr/>
        </p:nvSpPr>
        <p:spPr>
          <a:xfrm>
            <a:off x="6655658" y="5133918"/>
            <a:ext cx="3817322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99E6392-0A57-495A-9CF8-23D61D986238}"/>
              </a:ext>
            </a:extLst>
          </p:cNvPr>
          <p:cNvSpPr/>
          <p:nvPr/>
        </p:nvSpPr>
        <p:spPr>
          <a:xfrm>
            <a:off x="6655658" y="5133918"/>
            <a:ext cx="2826480" cy="11545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9000">
                <a:schemeClr val="accent2">
                  <a:alpha val="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02BB176-41D0-4D00-AECD-CBA2D7CC0EA7}"/>
              </a:ext>
            </a:extLst>
          </p:cNvPr>
          <p:cNvSpPr/>
          <p:nvPr/>
        </p:nvSpPr>
        <p:spPr>
          <a:xfrm>
            <a:off x="6559998" y="4757285"/>
            <a:ext cx="1813613" cy="350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id-ID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Review Aspect </a:t>
            </a: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A0BD0D3-16AE-405A-9E4F-FBA9550B36CE}"/>
              </a:ext>
            </a:extLst>
          </p:cNvPr>
          <p:cNvSpPr/>
          <p:nvPr/>
        </p:nvSpPr>
        <p:spPr>
          <a:xfrm>
            <a:off x="2525486" y="1508874"/>
            <a:ext cx="714102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2023 Viral Content.</a:t>
            </a:r>
          </a:p>
        </p:txBody>
      </p:sp>
    </p:spTree>
    <p:extLst>
      <p:ext uri="{BB962C8B-B14F-4D97-AF65-F5344CB8AC3E}">
        <p14:creationId xmlns:p14="http://schemas.microsoft.com/office/powerpoint/2010/main" val="1326078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2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8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25" grpId="0" animBg="1"/>
          <p:bldP spid="26" grpId="0"/>
          <p:bldP spid="21" grpId="0" animBg="1"/>
          <p:bldP spid="22" grpId="0" animBg="1"/>
          <p:bldP spid="23" grpId="0"/>
          <p:bldP spid="18" grpId="0" animBg="1"/>
          <p:bldP spid="19" grpId="0" animBg="1"/>
          <p:bldP spid="20" grpId="0"/>
          <p:bldP spid="15" grpId="0" animBg="1"/>
          <p:bldP spid="16" grpId="0" animBg="1"/>
          <p:bldP spid="17" grpId="0"/>
          <p:bldP spid="12" grpId="0" animBg="1"/>
          <p:bldP spid="13" grpId="0" animBg="1"/>
          <p:bldP spid="14" grpId="0"/>
          <p:bldP spid="9" grpId="0" animBg="1"/>
          <p:bldP spid="10" grpId="0" animBg="1"/>
          <p:bldP spid="11" grpId="0"/>
          <p:bldP spid="27" grpId="0"/>
          <p:bldP spid="27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75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7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2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8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4" grpId="0" animBg="1"/>
          <p:bldP spid="25" grpId="0" animBg="1"/>
          <p:bldP spid="26" grpId="0"/>
          <p:bldP spid="21" grpId="0" animBg="1"/>
          <p:bldP spid="22" grpId="0" animBg="1"/>
          <p:bldP spid="23" grpId="0"/>
          <p:bldP spid="18" grpId="0" animBg="1"/>
          <p:bldP spid="19" grpId="0" animBg="1"/>
          <p:bldP spid="20" grpId="0"/>
          <p:bldP spid="15" grpId="0" animBg="1"/>
          <p:bldP spid="16" grpId="0" animBg="1"/>
          <p:bldP spid="17" grpId="0"/>
          <p:bldP spid="12" grpId="0" animBg="1"/>
          <p:bldP spid="13" grpId="0" animBg="1"/>
          <p:bldP spid="14" grpId="0"/>
          <p:bldP spid="9" grpId="0" animBg="1"/>
          <p:bldP spid="10" grpId="0" animBg="1"/>
          <p:bldP spid="11" grpId="0"/>
          <p:bldP spid="27" grpId="0"/>
          <p:bldP spid="27" grpId="1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F6B6BD0E-438F-9212-A006-19E2E81F0AF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2F9E19B2-A561-406F-84AB-05D61A9DFC9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2">
                  <a:lumMod val="75000"/>
                  <a:alpha val="25000"/>
                </a:schemeClr>
              </a:gs>
              <a:gs pos="70000">
                <a:srgbClr val="3D1E66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B4C469E1-B996-4B78-8D7F-5B80AC49928E}"/>
              </a:ext>
            </a:extLst>
          </p:cNvPr>
          <p:cNvSpPr/>
          <p:nvPr/>
        </p:nvSpPr>
        <p:spPr>
          <a:xfrm flipH="1">
            <a:off x="1068831" y="4183876"/>
            <a:ext cx="4009051" cy="956769"/>
          </a:xfrm>
          <a:custGeom>
            <a:avLst/>
            <a:gdLst>
              <a:gd name="connsiteX0" fmla="*/ 2485 w 2314596"/>
              <a:gd name="connsiteY0" fmla="*/ 162288 h 545544"/>
              <a:gd name="connsiteX1" fmla="*/ 1116910 w 2314596"/>
              <a:gd name="connsiteY1" fmla="*/ 363 h 545544"/>
              <a:gd name="connsiteX2" fmla="*/ 2269435 w 2314596"/>
              <a:gd name="connsiteY2" fmla="*/ 200388 h 545544"/>
              <a:gd name="connsiteX3" fmla="*/ 2040835 w 2314596"/>
              <a:gd name="connsiteY3" fmla="*/ 371838 h 545544"/>
              <a:gd name="connsiteX4" fmla="*/ 1659835 w 2314596"/>
              <a:gd name="connsiteY4" fmla="*/ 343263 h 545544"/>
              <a:gd name="connsiteX5" fmla="*/ 1431235 w 2314596"/>
              <a:gd name="connsiteY5" fmla="*/ 543288 h 545544"/>
              <a:gd name="connsiteX6" fmla="*/ 2485 w 2314596"/>
              <a:gd name="connsiteY6" fmla="*/ 162288 h 545544"/>
              <a:gd name="connsiteX0" fmla="*/ 7443 w 2319554"/>
              <a:gd name="connsiteY0" fmla="*/ 163931 h 547187"/>
              <a:gd name="connsiteX1" fmla="*/ 1121868 w 2319554"/>
              <a:gd name="connsiteY1" fmla="*/ 2006 h 547187"/>
              <a:gd name="connsiteX2" fmla="*/ 2274393 w 2319554"/>
              <a:gd name="connsiteY2" fmla="*/ 202031 h 547187"/>
              <a:gd name="connsiteX3" fmla="*/ 2045793 w 2319554"/>
              <a:gd name="connsiteY3" fmla="*/ 373481 h 547187"/>
              <a:gd name="connsiteX4" fmla="*/ 1664793 w 2319554"/>
              <a:gd name="connsiteY4" fmla="*/ 344906 h 547187"/>
              <a:gd name="connsiteX5" fmla="*/ 1436193 w 2319554"/>
              <a:gd name="connsiteY5" fmla="*/ 544931 h 547187"/>
              <a:gd name="connsiteX6" fmla="*/ 7443 w 2319554"/>
              <a:gd name="connsiteY6" fmla="*/ 163931 h 547187"/>
              <a:gd name="connsiteX0" fmla="*/ 14975 w 2327086"/>
              <a:gd name="connsiteY0" fmla="*/ 163237 h 546493"/>
              <a:gd name="connsiteX1" fmla="*/ 1129400 w 2327086"/>
              <a:gd name="connsiteY1" fmla="*/ 1312 h 546493"/>
              <a:gd name="connsiteX2" fmla="*/ 2281925 w 2327086"/>
              <a:gd name="connsiteY2" fmla="*/ 201337 h 546493"/>
              <a:gd name="connsiteX3" fmla="*/ 2053325 w 2327086"/>
              <a:gd name="connsiteY3" fmla="*/ 372787 h 546493"/>
              <a:gd name="connsiteX4" fmla="*/ 1672325 w 2327086"/>
              <a:gd name="connsiteY4" fmla="*/ 344212 h 546493"/>
              <a:gd name="connsiteX5" fmla="*/ 1443725 w 2327086"/>
              <a:gd name="connsiteY5" fmla="*/ 544237 h 546493"/>
              <a:gd name="connsiteX6" fmla="*/ 14975 w 2327086"/>
              <a:gd name="connsiteY6" fmla="*/ 163237 h 546493"/>
              <a:gd name="connsiteX0" fmla="*/ 14975 w 2327086"/>
              <a:gd name="connsiteY0" fmla="*/ 162472 h 545728"/>
              <a:gd name="connsiteX1" fmla="*/ 1129400 w 2327086"/>
              <a:gd name="connsiteY1" fmla="*/ 547 h 545728"/>
              <a:gd name="connsiteX2" fmla="*/ 2281925 w 2327086"/>
              <a:gd name="connsiteY2" fmla="*/ 200572 h 545728"/>
              <a:gd name="connsiteX3" fmla="*/ 2053325 w 2327086"/>
              <a:gd name="connsiteY3" fmla="*/ 372022 h 545728"/>
              <a:gd name="connsiteX4" fmla="*/ 1672325 w 2327086"/>
              <a:gd name="connsiteY4" fmla="*/ 343447 h 545728"/>
              <a:gd name="connsiteX5" fmla="*/ 1443725 w 2327086"/>
              <a:gd name="connsiteY5" fmla="*/ 543472 h 545728"/>
              <a:gd name="connsiteX6" fmla="*/ 14975 w 2327086"/>
              <a:gd name="connsiteY6" fmla="*/ 162472 h 545728"/>
              <a:gd name="connsiteX0" fmla="*/ 20336 w 2332447"/>
              <a:gd name="connsiteY0" fmla="*/ 162472 h 545728"/>
              <a:gd name="connsiteX1" fmla="*/ 1134761 w 2332447"/>
              <a:gd name="connsiteY1" fmla="*/ 547 h 545728"/>
              <a:gd name="connsiteX2" fmla="*/ 2287286 w 2332447"/>
              <a:gd name="connsiteY2" fmla="*/ 200572 h 545728"/>
              <a:gd name="connsiteX3" fmla="*/ 2058686 w 2332447"/>
              <a:gd name="connsiteY3" fmla="*/ 372022 h 545728"/>
              <a:gd name="connsiteX4" fmla="*/ 1677686 w 2332447"/>
              <a:gd name="connsiteY4" fmla="*/ 343447 h 545728"/>
              <a:gd name="connsiteX5" fmla="*/ 1449086 w 2332447"/>
              <a:gd name="connsiteY5" fmla="*/ 543472 h 545728"/>
              <a:gd name="connsiteX6" fmla="*/ 20336 w 2332447"/>
              <a:gd name="connsiteY6" fmla="*/ 162472 h 545728"/>
              <a:gd name="connsiteX0" fmla="*/ 21162 w 2333273"/>
              <a:gd name="connsiteY0" fmla="*/ 162472 h 543472"/>
              <a:gd name="connsiteX1" fmla="*/ 1135587 w 2333273"/>
              <a:gd name="connsiteY1" fmla="*/ 547 h 543472"/>
              <a:gd name="connsiteX2" fmla="*/ 2288112 w 2333273"/>
              <a:gd name="connsiteY2" fmla="*/ 200572 h 543472"/>
              <a:gd name="connsiteX3" fmla="*/ 2059512 w 2333273"/>
              <a:gd name="connsiteY3" fmla="*/ 372022 h 543472"/>
              <a:gd name="connsiteX4" fmla="*/ 1678512 w 2333273"/>
              <a:gd name="connsiteY4" fmla="*/ 343447 h 543472"/>
              <a:gd name="connsiteX5" fmla="*/ 1449912 w 2333273"/>
              <a:gd name="connsiteY5" fmla="*/ 543472 h 543472"/>
              <a:gd name="connsiteX6" fmla="*/ 21162 w 2333273"/>
              <a:gd name="connsiteY6" fmla="*/ 162472 h 543472"/>
              <a:gd name="connsiteX0" fmla="*/ 20008 w 2332119"/>
              <a:gd name="connsiteY0" fmla="*/ 162472 h 544515"/>
              <a:gd name="connsiteX1" fmla="*/ 1134433 w 2332119"/>
              <a:gd name="connsiteY1" fmla="*/ 547 h 544515"/>
              <a:gd name="connsiteX2" fmla="*/ 2286958 w 2332119"/>
              <a:gd name="connsiteY2" fmla="*/ 200572 h 544515"/>
              <a:gd name="connsiteX3" fmla="*/ 2058358 w 2332119"/>
              <a:gd name="connsiteY3" fmla="*/ 372022 h 544515"/>
              <a:gd name="connsiteX4" fmla="*/ 1677358 w 2332119"/>
              <a:gd name="connsiteY4" fmla="*/ 343447 h 544515"/>
              <a:gd name="connsiteX5" fmla="*/ 1448758 w 2332119"/>
              <a:gd name="connsiteY5" fmla="*/ 543472 h 544515"/>
              <a:gd name="connsiteX6" fmla="*/ 20008 w 2332119"/>
              <a:gd name="connsiteY6" fmla="*/ 162472 h 544515"/>
              <a:gd name="connsiteX0" fmla="*/ 20329 w 2332821"/>
              <a:gd name="connsiteY0" fmla="*/ 162472 h 548800"/>
              <a:gd name="connsiteX1" fmla="*/ 1134754 w 2332821"/>
              <a:gd name="connsiteY1" fmla="*/ 547 h 548800"/>
              <a:gd name="connsiteX2" fmla="*/ 2287279 w 2332821"/>
              <a:gd name="connsiteY2" fmla="*/ 200572 h 548800"/>
              <a:gd name="connsiteX3" fmla="*/ 2058679 w 2332821"/>
              <a:gd name="connsiteY3" fmla="*/ 372022 h 548800"/>
              <a:gd name="connsiteX4" fmla="*/ 1655454 w 2332821"/>
              <a:gd name="connsiteY4" fmla="*/ 384722 h 548800"/>
              <a:gd name="connsiteX5" fmla="*/ 1449079 w 2332821"/>
              <a:gd name="connsiteY5" fmla="*/ 543472 h 548800"/>
              <a:gd name="connsiteX6" fmla="*/ 20329 w 2332821"/>
              <a:gd name="connsiteY6" fmla="*/ 162472 h 548800"/>
              <a:gd name="connsiteX0" fmla="*/ 19565 w 2332057"/>
              <a:gd name="connsiteY0" fmla="*/ 162472 h 543475"/>
              <a:gd name="connsiteX1" fmla="*/ 1133990 w 2332057"/>
              <a:gd name="connsiteY1" fmla="*/ 547 h 543475"/>
              <a:gd name="connsiteX2" fmla="*/ 2286515 w 2332057"/>
              <a:gd name="connsiteY2" fmla="*/ 200572 h 543475"/>
              <a:gd name="connsiteX3" fmla="*/ 2057915 w 2332057"/>
              <a:gd name="connsiteY3" fmla="*/ 372022 h 543475"/>
              <a:gd name="connsiteX4" fmla="*/ 1654690 w 2332057"/>
              <a:gd name="connsiteY4" fmla="*/ 384722 h 543475"/>
              <a:gd name="connsiteX5" fmla="*/ 1448315 w 2332057"/>
              <a:gd name="connsiteY5" fmla="*/ 543472 h 543475"/>
              <a:gd name="connsiteX6" fmla="*/ 19565 w 2332057"/>
              <a:gd name="connsiteY6" fmla="*/ 162472 h 543475"/>
              <a:gd name="connsiteX0" fmla="*/ 20843 w 2333335"/>
              <a:gd name="connsiteY0" fmla="*/ 162472 h 543813"/>
              <a:gd name="connsiteX1" fmla="*/ 1135268 w 2333335"/>
              <a:gd name="connsiteY1" fmla="*/ 547 h 543813"/>
              <a:gd name="connsiteX2" fmla="*/ 2287793 w 2333335"/>
              <a:gd name="connsiteY2" fmla="*/ 200572 h 543813"/>
              <a:gd name="connsiteX3" fmla="*/ 2059193 w 2333335"/>
              <a:gd name="connsiteY3" fmla="*/ 372022 h 543813"/>
              <a:gd name="connsiteX4" fmla="*/ 1655968 w 2333335"/>
              <a:gd name="connsiteY4" fmla="*/ 384722 h 543813"/>
              <a:gd name="connsiteX5" fmla="*/ 1449593 w 2333335"/>
              <a:gd name="connsiteY5" fmla="*/ 543472 h 543813"/>
              <a:gd name="connsiteX6" fmla="*/ 20843 w 2333335"/>
              <a:gd name="connsiteY6" fmla="*/ 162472 h 543813"/>
              <a:gd name="connsiteX0" fmla="*/ 20843 w 2327163"/>
              <a:gd name="connsiteY0" fmla="*/ 162472 h 543813"/>
              <a:gd name="connsiteX1" fmla="*/ 1135268 w 2327163"/>
              <a:gd name="connsiteY1" fmla="*/ 547 h 543813"/>
              <a:gd name="connsiteX2" fmla="*/ 2287793 w 2327163"/>
              <a:gd name="connsiteY2" fmla="*/ 200572 h 543813"/>
              <a:gd name="connsiteX3" fmla="*/ 2059193 w 2327163"/>
              <a:gd name="connsiteY3" fmla="*/ 372022 h 543813"/>
              <a:gd name="connsiteX4" fmla="*/ 1655968 w 2327163"/>
              <a:gd name="connsiteY4" fmla="*/ 384722 h 543813"/>
              <a:gd name="connsiteX5" fmla="*/ 1449593 w 2327163"/>
              <a:gd name="connsiteY5" fmla="*/ 543472 h 543813"/>
              <a:gd name="connsiteX6" fmla="*/ 20843 w 2327163"/>
              <a:gd name="connsiteY6" fmla="*/ 162472 h 543813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297526"/>
              <a:gd name="connsiteY0" fmla="*/ 162460 h 543801"/>
              <a:gd name="connsiteX1" fmla="*/ 1135268 w 2297526"/>
              <a:gd name="connsiteY1" fmla="*/ 535 h 543801"/>
              <a:gd name="connsiteX2" fmla="*/ 2259218 w 2297526"/>
              <a:gd name="connsiteY2" fmla="*/ 184685 h 543801"/>
              <a:gd name="connsiteX3" fmla="*/ 2059193 w 2297526"/>
              <a:gd name="connsiteY3" fmla="*/ 372010 h 543801"/>
              <a:gd name="connsiteX4" fmla="*/ 1655968 w 2297526"/>
              <a:gd name="connsiteY4" fmla="*/ 384710 h 543801"/>
              <a:gd name="connsiteX5" fmla="*/ 1449593 w 2297526"/>
              <a:gd name="connsiteY5" fmla="*/ 543460 h 543801"/>
              <a:gd name="connsiteX6" fmla="*/ 20843 w 2297526"/>
              <a:gd name="connsiteY6" fmla="*/ 162460 h 543801"/>
              <a:gd name="connsiteX0" fmla="*/ 20843 w 2268377"/>
              <a:gd name="connsiteY0" fmla="*/ 162460 h 543801"/>
              <a:gd name="connsiteX1" fmla="*/ 1135268 w 2268377"/>
              <a:gd name="connsiteY1" fmla="*/ 535 h 543801"/>
              <a:gd name="connsiteX2" fmla="*/ 2259218 w 2268377"/>
              <a:gd name="connsiteY2" fmla="*/ 184685 h 543801"/>
              <a:gd name="connsiteX3" fmla="*/ 1655968 w 2268377"/>
              <a:gd name="connsiteY3" fmla="*/ 384710 h 543801"/>
              <a:gd name="connsiteX4" fmla="*/ 1449593 w 2268377"/>
              <a:gd name="connsiteY4" fmla="*/ 543460 h 543801"/>
              <a:gd name="connsiteX5" fmla="*/ 20843 w 2268377"/>
              <a:gd name="connsiteY5" fmla="*/ 162460 h 543801"/>
              <a:gd name="connsiteX0" fmla="*/ 20843 w 2278632"/>
              <a:gd name="connsiteY0" fmla="*/ 162460 h 543801"/>
              <a:gd name="connsiteX1" fmla="*/ 1135268 w 2278632"/>
              <a:gd name="connsiteY1" fmla="*/ 535 h 543801"/>
              <a:gd name="connsiteX2" fmla="*/ 2259218 w 2278632"/>
              <a:gd name="connsiteY2" fmla="*/ 184685 h 543801"/>
              <a:gd name="connsiteX3" fmla="*/ 1655968 w 2278632"/>
              <a:gd name="connsiteY3" fmla="*/ 384710 h 543801"/>
              <a:gd name="connsiteX4" fmla="*/ 1449593 w 2278632"/>
              <a:gd name="connsiteY4" fmla="*/ 543460 h 543801"/>
              <a:gd name="connsiteX5" fmla="*/ 20843 w 2278632"/>
              <a:gd name="connsiteY5" fmla="*/ 162460 h 543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78632" h="543801">
                <a:moveTo>
                  <a:pt x="20843" y="162460"/>
                </a:moveTo>
                <a:cubicBezTo>
                  <a:pt x="222455" y="8472"/>
                  <a:pt x="762206" y="-3169"/>
                  <a:pt x="1135268" y="535"/>
                </a:cubicBezTo>
                <a:cubicBezTo>
                  <a:pt x="1508330" y="4239"/>
                  <a:pt x="2124810" y="69856"/>
                  <a:pt x="2259218" y="184685"/>
                </a:cubicBezTo>
                <a:cubicBezTo>
                  <a:pt x="2393626" y="299514"/>
                  <a:pt x="1790905" y="324914"/>
                  <a:pt x="1655968" y="384710"/>
                </a:cubicBezTo>
                <a:cubicBezTo>
                  <a:pt x="1521031" y="444506"/>
                  <a:pt x="1760214" y="532877"/>
                  <a:pt x="1449593" y="543460"/>
                </a:cubicBezTo>
                <a:cubicBezTo>
                  <a:pt x="1138972" y="554043"/>
                  <a:pt x="-180769" y="316448"/>
                  <a:pt x="20843" y="162460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100000">
                <a:srgbClr val="3D1E66">
                  <a:alpha val="0"/>
                </a:srgbClr>
              </a:gs>
              <a:gs pos="52000">
                <a:schemeClr val="accent2">
                  <a:alpha val="35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EE6DC4D-F5A6-4356-A823-5C89EF3A7EBC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13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7DC41D7-4C9C-4977-8C46-C530C2D98E03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3A8CED18-CD78-4FC1-BD01-E00A8051AC24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8A77483-ED91-44E6-9A51-9EA4B67C04A9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65758F88-15BC-49E5-A6F2-5E0D176F0DBE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66F67EFA-B7AF-4957-8ABA-A148A6FF577F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1A1DE16D-B40E-40B5-B345-14410ADFB10B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CDF7CE3A-E21A-44E4-A59B-32442DDDE0CC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79" name="Freeform 426">
              <a:extLst>
                <a:ext uri="{FF2B5EF4-FFF2-40B4-BE49-F238E27FC236}">
                  <a16:creationId xmlns:a16="http://schemas.microsoft.com/office/drawing/2014/main" id="{F0B0EA72-C476-457A-A2C1-E24A9150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80" name="Freeform 427">
              <a:extLst>
                <a:ext uri="{FF2B5EF4-FFF2-40B4-BE49-F238E27FC236}">
                  <a16:creationId xmlns:a16="http://schemas.microsoft.com/office/drawing/2014/main" id="{2516ABF1-52CE-4910-B81E-38AA21C95E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81" name="Freeform 428">
              <a:extLst>
                <a:ext uri="{FF2B5EF4-FFF2-40B4-BE49-F238E27FC236}">
                  <a16:creationId xmlns:a16="http://schemas.microsoft.com/office/drawing/2014/main" id="{4F56F46B-228C-41DA-972A-CB6AEBE0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82" name="Freeform 429">
              <a:extLst>
                <a:ext uri="{FF2B5EF4-FFF2-40B4-BE49-F238E27FC236}">
                  <a16:creationId xmlns:a16="http://schemas.microsoft.com/office/drawing/2014/main" id="{52B2CCAF-9C70-4408-B30B-C594841B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B907D8DD-92D8-4B2C-B1A3-3C5312B0627F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80E5AA3-7659-4A66-86E7-2C6E02260C4F}"/>
              </a:ext>
            </a:extLst>
          </p:cNvPr>
          <p:cNvGrpSpPr/>
          <p:nvPr/>
        </p:nvGrpSpPr>
        <p:grpSpPr>
          <a:xfrm>
            <a:off x="6358227" y="3947348"/>
            <a:ext cx="3181350" cy="957944"/>
            <a:chOff x="6358227" y="3947348"/>
            <a:chExt cx="3181350" cy="957944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33C93E-F2E7-497F-A2B3-CEBF48C3CB9D}"/>
                </a:ext>
              </a:extLst>
            </p:cNvPr>
            <p:cNvSpPr/>
            <p:nvPr/>
          </p:nvSpPr>
          <p:spPr>
            <a:xfrm rot="5400000">
              <a:off x="7469930" y="2835645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AAAC5B8-5C1E-41B4-8CD5-57DE61015864}"/>
                </a:ext>
              </a:extLst>
            </p:cNvPr>
            <p:cNvGrpSpPr/>
            <p:nvPr/>
          </p:nvGrpSpPr>
          <p:grpSpPr>
            <a:xfrm>
              <a:off x="6453023" y="4080897"/>
              <a:ext cx="1684090" cy="653144"/>
              <a:chOff x="2631139" y="1978763"/>
              <a:chExt cx="1684090" cy="653144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A6A42EA-AF2E-41A4-93FC-11A019F390D8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Visibility</a:t>
                </a: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191BEE-D975-4FB4-AFD4-9DD3D62177F5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70KM-90KM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0456183-0011-470C-B8F9-521DA93F9213}"/>
              </a:ext>
            </a:extLst>
          </p:cNvPr>
          <p:cNvGrpSpPr/>
          <p:nvPr/>
        </p:nvGrpSpPr>
        <p:grpSpPr>
          <a:xfrm>
            <a:off x="6307515" y="1952708"/>
            <a:ext cx="5144330" cy="1813448"/>
            <a:chOff x="6096000" y="1710264"/>
            <a:chExt cx="5532461" cy="1813448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397EE61-8863-46C0-A929-153EDC994820}"/>
                </a:ext>
              </a:extLst>
            </p:cNvPr>
            <p:cNvSpPr/>
            <p:nvPr/>
          </p:nvSpPr>
          <p:spPr>
            <a:xfrm>
              <a:off x="6096000" y="2077162"/>
              <a:ext cx="5532461" cy="14465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44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 Design Feature.</a:t>
              </a: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74754876-F327-48AC-A6E9-381FCFC50317}"/>
                </a:ext>
              </a:extLst>
            </p:cNvPr>
            <p:cNvSpPr/>
            <p:nvPr/>
          </p:nvSpPr>
          <p:spPr>
            <a:xfrm>
              <a:off x="6096000" y="1710264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93" name="Oval 92">
            <a:extLst>
              <a:ext uri="{FF2B5EF4-FFF2-40B4-BE49-F238E27FC236}">
                <a16:creationId xmlns:a16="http://schemas.microsoft.com/office/drawing/2014/main" id="{AF8C6065-6B2D-4839-A6F7-02377C51C05A}"/>
              </a:ext>
            </a:extLst>
          </p:cNvPr>
          <p:cNvSpPr/>
          <p:nvPr/>
        </p:nvSpPr>
        <p:spPr>
          <a:xfrm>
            <a:off x="11451844" y="679121"/>
            <a:ext cx="1480311" cy="148031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3579A6D3-004A-4840-89D7-2634E77D0298}"/>
              </a:ext>
            </a:extLst>
          </p:cNvPr>
          <p:cNvSpPr/>
          <p:nvPr/>
        </p:nvSpPr>
        <p:spPr>
          <a:xfrm>
            <a:off x="10858639" y="1916111"/>
            <a:ext cx="403495" cy="40349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CE67CF63-CF1F-4554-9A6F-C65A49B3C9AE}"/>
              </a:ext>
            </a:extLst>
          </p:cNvPr>
          <p:cNvSpPr/>
          <p:nvPr/>
        </p:nvSpPr>
        <p:spPr>
          <a:xfrm>
            <a:off x="867083" y="1131996"/>
            <a:ext cx="580712" cy="58071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CD9C640B-2010-4631-BF9F-D750C3004BE8}"/>
              </a:ext>
            </a:extLst>
          </p:cNvPr>
          <p:cNvSpPr/>
          <p:nvPr/>
        </p:nvSpPr>
        <p:spPr>
          <a:xfrm>
            <a:off x="7286911" y="4189185"/>
            <a:ext cx="1925641" cy="474270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0414" h="474270">
                <a:moveTo>
                  <a:pt x="0" y="474270"/>
                </a:moveTo>
                <a:cubicBezTo>
                  <a:pt x="752025" y="87599"/>
                  <a:pt x="797672" y="39598"/>
                  <a:pt x="1318079" y="2555"/>
                </a:cubicBezTo>
                <a:cubicBezTo>
                  <a:pt x="1838486" y="-34488"/>
                  <a:pt x="2035931" y="346362"/>
                  <a:pt x="2770414" y="17582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2">
                    <a:alpha val="0"/>
                  </a:schemeClr>
                </a:gs>
                <a:gs pos="100000">
                  <a:schemeClr val="accent1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438A2ED6-D890-44F9-8943-F8743BA7369F}"/>
              </a:ext>
            </a:extLst>
          </p:cNvPr>
          <p:cNvSpPr/>
          <p:nvPr/>
        </p:nvSpPr>
        <p:spPr>
          <a:xfrm>
            <a:off x="2907122" y="5878282"/>
            <a:ext cx="1734734" cy="173473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38E6018-8F1A-F062-63DE-B8D50A72063C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2692F7CA-9AD3-0031-CC9B-07F685A1311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0F576F-74FE-45F2-8F60-DCECFF211391}"/>
              </a:ext>
            </a:extLst>
          </p:cNvPr>
          <p:cNvGrpSpPr/>
          <p:nvPr/>
        </p:nvGrpSpPr>
        <p:grpSpPr>
          <a:xfrm>
            <a:off x="1719204" y="3750931"/>
            <a:ext cx="2922652" cy="707754"/>
            <a:chOff x="462807" y="4771313"/>
            <a:chExt cx="4892628" cy="7077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1C9DFCF6-41E8-4F1F-94E9-D3FF085DBD84}"/>
                </a:ext>
              </a:extLst>
            </p:cNvPr>
            <p:cNvSpPr/>
            <p:nvPr/>
          </p:nvSpPr>
          <p:spPr>
            <a:xfrm>
              <a:off x="462807" y="4771313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PX1 – Space High 2023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8DE374C9-9DE9-4F51-9DE7-92099BADE2C7}"/>
                </a:ext>
              </a:extLst>
            </p:cNvPr>
            <p:cNvSpPr/>
            <p:nvPr/>
          </p:nvSpPr>
          <p:spPr>
            <a:xfrm>
              <a:off x="462807" y="5078957"/>
              <a:ext cx="4892628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sz="2000" b="1" i="0" dirty="0">
                  <a:solidFill>
                    <a:schemeClr val="accent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$4.999,99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92730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repeatCount="indefinite" autoRev="1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9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 p14:presetBounceEnd="66667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1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2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5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75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34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0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6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5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5" grpId="0" animBg="1"/>
          <p:bldP spid="93" grpId="0" animBg="1"/>
          <p:bldP spid="93" grpId="1" animBg="1"/>
          <p:bldP spid="95" grpId="0" animBg="1"/>
          <p:bldP spid="95" grpId="1" animBg="1"/>
          <p:bldP spid="96" grpId="0" animBg="1"/>
          <p:bldP spid="96" grpId="1" animBg="1"/>
          <p:bldP spid="86" grpId="0" animBg="1"/>
          <p:bldP spid="38" grpId="0" animBg="1"/>
          <p:bldP spid="3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repeatCount="indefinite" autoRev="1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9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5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75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34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0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46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-1.85185E-6 L -3.33333E-6 0.02847 " pathEditMode="relative" rAng="0" ptsTypes="AA">
                                          <p:cBhvr>
                                            <p:cTn id="5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5" grpId="0" animBg="1"/>
          <p:bldP spid="93" grpId="0" animBg="1"/>
          <p:bldP spid="93" grpId="1" animBg="1"/>
          <p:bldP spid="95" grpId="0" animBg="1"/>
          <p:bldP spid="95" grpId="1" animBg="1"/>
          <p:bldP spid="96" grpId="0" animBg="1"/>
          <p:bldP spid="96" grpId="1" animBg="1"/>
          <p:bldP spid="86" grpId="0" animBg="1"/>
          <p:bldP spid="38" grpId="0" animBg="1"/>
          <p:bldP spid="38" grpId="1" animBg="1"/>
        </p:bld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D3BADA16-9F9F-3384-9A3C-4345F8F48BD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9C10141-8A3C-4FF7-AA96-952B7F600AB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75000"/>
                  <a:alpha val="25000"/>
                </a:schemeClr>
              </a:gs>
              <a:gs pos="99000">
                <a:srgbClr val="3D1E66">
                  <a:alpha val="9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25E2388-BB61-4CF0-8149-5F10E5D00C1C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14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80BC05F-8B09-4675-88D2-5620DAB71406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8405FE1-46B4-4266-87ED-9F0AB08E68C5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FB8A4A-9EC9-42B1-9E01-0355E9165EE5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BD61368-3B2F-4718-9CD5-4C15B685F750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56575BFB-BA77-480D-B9E0-BDA829E21A4E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602FAF74-0911-431A-B4C5-9F5D921775D3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B7985B4-82E8-426B-A4AC-3E690292F26D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15" name="Freeform 426">
              <a:extLst>
                <a:ext uri="{FF2B5EF4-FFF2-40B4-BE49-F238E27FC236}">
                  <a16:creationId xmlns:a16="http://schemas.microsoft.com/office/drawing/2014/main" id="{65A9339B-2C51-4BD9-B1D4-C9ADD754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6" name="Freeform 427">
              <a:extLst>
                <a:ext uri="{FF2B5EF4-FFF2-40B4-BE49-F238E27FC236}">
                  <a16:creationId xmlns:a16="http://schemas.microsoft.com/office/drawing/2014/main" id="{41A951C2-73C6-4578-A9A2-48D3A62D02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7" name="Freeform 428">
              <a:extLst>
                <a:ext uri="{FF2B5EF4-FFF2-40B4-BE49-F238E27FC236}">
                  <a16:creationId xmlns:a16="http://schemas.microsoft.com/office/drawing/2014/main" id="{9559BA51-37E4-4646-9C20-D1F6FFF0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8" name="Freeform 429">
              <a:extLst>
                <a:ext uri="{FF2B5EF4-FFF2-40B4-BE49-F238E27FC236}">
                  <a16:creationId xmlns:a16="http://schemas.microsoft.com/office/drawing/2014/main" id="{B799F67B-5B35-475E-B100-1C01F1DC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4885EB5C-EB44-444E-882C-F1C8B950C96C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7AC9CCA-413E-4B81-A84C-63E95126F56A}"/>
              </a:ext>
            </a:extLst>
          </p:cNvPr>
          <p:cNvGrpSpPr/>
          <p:nvPr/>
        </p:nvGrpSpPr>
        <p:grpSpPr>
          <a:xfrm>
            <a:off x="991961" y="3848961"/>
            <a:ext cx="3181350" cy="957944"/>
            <a:chOff x="991961" y="3848961"/>
            <a:chExt cx="3181350" cy="957944"/>
          </a:xfrm>
        </p:grpSpPr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86980C5C-5DE1-442C-8DCC-008D961F97AD}"/>
                </a:ext>
              </a:extLst>
            </p:cNvPr>
            <p:cNvSpPr/>
            <p:nvPr/>
          </p:nvSpPr>
          <p:spPr>
            <a:xfrm rot="5400000">
              <a:off x="2103664" y="2737258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rgbClr val="3D1E66">
                <a:alpha val="35000"/>
              </a:srgbClr>
            </a:solidFill>
            <a:ln>
              <a:noFill/>
            </a:ln>
            <a:effectLst>
              <a:outerShdw blurRad="1270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B285ACFA-4F05-4286-ADCC-426307847B4D}"/>
                </a:ext>
              </a:extLst>
            </p:cNvPr>
            <p:cNvGrpSpPr/>
            <p:nvPr/>
          </p:nvGrpSpPr>
          <p:grpSpPr>
            <a:xfrm>
              <a:off x="1086757" y="3982510"/>
              <a:ext cx="1684090" cy="653144"/>
              <a:chOff x="2631139" y="1978763"/>
              <a:chExt cx="1684090" cy="653144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5476F90-A99D-45CC-A78D-5C877B28AD85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2021 Statistic</a:t>
                </a: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C1251D03-A6A5-44FF-91CF-2D298989E590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A7400EF-E4E5-4B79-866A-FB83F375C7E7}"/>
              </a:ext>
            </a:extLst>
          </p:cNvPr>
          <p:cNvGrpSpPr/>
          <p:nvPr/>
        </p:nvGrpSpPr>
        <p:grpSpPr>
          <a:xfrm>
            <a:off x="4505325" y="3848961"/>
            <a:ext cx="3181350" cy="957944"/>
            <a:chOff x="4505325" y="3848961"/>
            <a:chExt cx="3181350" cy="957944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3F927B12-CC4C-455A-801C-D2DD82AB7ECE}"/>
                </a:ext>
              </a:extLst>
            </p:cNvPr>
            <p:cNvSpPr/>
            <p:nvPr/>
          </p:nvSpPr>
          <p:spPr>
            <a:xfrm rot="5400000">
              <a:off x="5617028" y="2737258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rgbClr val="3D1E66">
                <a:alpha val="35000"/>
              </a:srgbClr>
            </a:solidFill>
            <a:ln>
              <a:noFill/>
            </a:ln>
            <a:effectLst>
              <a:outerShdw blurRad="1270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0E4C74A-EBC4-49FE-91CA-8AEB54507E2E}"/>
                </a:ext>
              </a:extLst>
            </p:cNvPr>
            <p:cNvGrpSpPr/>
            <p:nvPr/>
          </p:nvGrpSpPr>
          <p:grpSpPr>
            <a:xfrm>
              <a:off x="4600121" y="3982510"/>
              <a:ext cx="1684090" cy="653144"/>
              <a:chOff x="2631139" y="1978763"/>
              <a:chExt cx="1684090" cy="653144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A747F0C8-05C7-402A-9336-947F9719C0B5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2022 Statistic</a:t>
                </a:r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316088A-5CA2-4815-9178-F064DB554609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21m/Month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75E0B07-8620-4DC1-81A6-9BFEF4C6781A}"/>
              </a:ext>
            </a:extLst>
          </p:cNvPr>
          <p:cNvGrpSpPr/>
          <p:nvPr/>
        </p:nvGrpSpPr>
        <p:grpSpPr>
          <a:xfrm>
            <a:off x="8018689" y="3848961"/>
            <a:ext cx="3181350" cy="957944"/>
            <a:chOff x="8018689" y="3848961"/>
            <a:chExt cx="3181350" cy="957944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E8659A2B-4A85-431B-AEEC-0684B11CAD91}"/>
                </a:ext>
              </a:extLst>
            </p:cNvPr>
            <p:cNvSpPr/>
            <p:nvPr/>
          </p:nvSpPr>
          <p:spPr>
            <a:xfrm rot="5400000">
              <a:off x="9130392" y="2737258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rgbClr val="3D1E66">
                <a:alpha val="35000"/>
              </a:srgbClr>
            </a:solidFill>
            <a:ln>
              <a:noFill/>
            </a:ln>
            <a:effectLst>
              <a:outerShdw blurRad="1270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68A477AA-9BFE-4875-B949-62453ED6BC58}"/>
                </a:ext>
              </a:extLst>
            </p:cNvPr>
            <p:cNvGrpSpPr/>
            <p:nvPr/>
          </p:nvGrpSpPr>
          <p:grpSpPr>
            <a:xfrm>
              <a:off x="8113485" y="3982510"/>
              <a:ext cx="1684090" cy="653144"/>
              <a:chOff x="2631139" y="1978763"/>
              <a:chExt cx="1684090" cy="65314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973540F0-C693-497D-B0E5-2EBB27072366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3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2023 Statistic</a:t>
                </a:r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0CEBF6-5268-4FEB-BD93-2B97F98BCBCA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41m/Month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55F48D2-7386-49BD-9B66-6C2694E054B8}"/>
              </a:ext>
            </a:extLst>
          </p:cNvPr>
          <p:cNvGrpSpPr/>
          <p:nvPr/>
        </p:nvGrpSpPr>
        <p:grpSpPr>
          <a:xfrm>
            <a:off x="1912374" y="1402624"/>
            <a:ext cx="8367252" cy="1802467"/>
            <a:chOff x="1912374" y="1402624"/>
            <a:chExt cx="8367252" cy="1802467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2DBCDE65-256A-4DCC-8869-2669E9CA33BD}"/>
                </a:ext>
              </a:extLst>
            </p:cNvPr>
            <p:cNvSpPr/>
            <p:nvPr/>
          </p:nvSpPr>
          <p:spPr>
            <a:xfrm>
              <a:off x="1912374" y="1758541"/>
              <a:ext cx="8367252" cy="14465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sz="44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Indonesian Statistics From Year To Year.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9638EF48-DD6A-4FA5-9A4E-B0E7A13C9102}"/>
                </a:ext>
              </a:extLst>
            </p:cNvPr>
            <p:cNvSpPr/>
            <p:nvPr/>
          </p:nvSpPr>
          <p:spPr>
            <a:xfrm>
              <a:off x="3649686" y="1402624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F34ED3C0-B70D-483F-AB44-3040C66B0B59}"/>
              </a:ext>
            </a:extLst>
          </p:cNvPr>
          <p:cNvSpPr/>
          <p:nvPr/>
        </p:nvSpPr>
        <p:spPr>
          <a:xfrm>
            <a:off x="4813300" y="5345647"/>
            <a:ext cx="2565400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More Statistic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167B80CA-C64E-45B1-931F-B46F0D2C2980}"/>
              </a:ext>
            </a:extLst>
          </p:cNvPr>
          <p:cNvSpPr/>
          <p:nvPr/>
        </p:nvSpPr>
        <p:spPr>
          <a:xfrm>
            <a:off x="2324400" y="5723544"/>
            <a:ext cx="311840" cy="31183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5DA4919-FD24-491B-9890-9925D35486F5}"/>
              </a:ext>
            </a:extLst>
          </p:cNvPr>
          <p:cNvSpPr/>
          <p:nvPr/>
        </p:nvSpPr>
        <p:spPr>
          <a:xfrm>
            <a:off x="11034331" y="2621071"/>
            <a:ext cx="331415" cy="331415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8ED5E52-0897-42E9-B072-57BB7BA66D6C}"/>
              </a:ext>
            </a:extLst>
          </p:cNvPr>
          <p:cNvSpPr/>
          <p:nvPr/>
        </p:nvSpPr>
        <p:spPr>
          <a:xfrm>
            <a:off x="1920645" y="4090798"/>
            <a:ext cx="1925641" cy="474270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0414" h="474270">
                <a:moveTo>
                  <a:pt x="0" y="474270"/>
                </a:moveTo>
                <a:cubicBezTo>
                  <a:pt x="752025" y="87599"/>
                  <a:pt x="797672" y="39598"/>
                  <a:pt x="1318079" y="2555"/>
                </a:cubicBezTo>
                <a:cubicBezTo>
                  <a:pt x="1838486" y="-34488"/>
                  <a:pt x="2035931" y="346362"/>
                  <a:pt x="2770414" y="17582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2">
                    <a:alpha val="0"/>
                  </a:schemeClr>
                </a:gs>
                <a:gs pos="100000">
                  <a:schemeClr val="accent1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64A2C89F-C3B8-4FF8-BC2B-77347C27B562}"/>
              </a:ext>
            </a:extLst>
          </p:cNvPr>
          <p:cNvSpPr/>
          <p:nvPr/>
        </p:nvSpPr>
        <p:spPr>
          <a:xfrm>
            <a:off x="5434009" y="4034842"/>
            <a:ext cx="1944691" cy="53022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A2934B9-D310-4BC3-A51F-3F82E3443FD8}"/>
              </a:ext>
            </a:extLst>
          </p:cNvPr>
          <p:cNvSpPr/>
          <p:nvPr/>
        </p:nvSpPr>
        <p:spPr>
          <a:xfrm>
            <a:off x="9018812" y="4060311"/>
            <a:ext cx="1916115" cy="37009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1318080 w 2770414"/>
              <a:gd name="connsiteY1" fmla="*/ 45810 h 298450"/>
              <a:gd name="connsiteX2" fmla="*/ 2770414 w 2770414"/>
              <a:gd name="connsiteY2" fmla="*/ 0 h 2984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708747"/>
              <a:gd name="connsiteY0" fmla="*/ 369888 h 369888"/>
              <a:gd name="connsiteX1" fmla="*/ 2708747 w 2708747"/>
              <a:gd name="connsiteY1" fmla="*/ 0 h 369888"/>
              <a:gd name="connsiteX0" fmla="*/ 0 w 2708747"/>
              <a:gd name="connsiteY0" fmla="*/ 369888 h 377270"/>
              <a:gd name="connsiteX1" fmla="*/ 2708747 w 2708747"/>
              <a:gd name="connsiteY1" fmla="*/ 0 h 377270"/>
              <a:gd name="connsiteX0" fmla="*/ 0 w 2756709"/>
              <a:gd name="connsiteY0" fmla="*/ 298451 h 307440"/>
              <a:gd name="connsiteX1" fmla="*/ 2756709 w 2756709"/>
              <a:gd name="connsiteY1" fmla="*/ 0 h 307440"/>
              <a:gd name="connsiteX0" fmla="*/ 0 w 2756709"/>
              <a:gd name="connsiteY0" fmla="*/ 314003 h 319785"/>
              <a:gd name="connsiteX1" fmla="*/ 2756709 w 2756709"/>
              <a:gd name="connsiteY1" fmla="*/ 15552 h 319785"/>
              <a:gd name="connsiteX0" fmla="*/ 0 w 2756709"/>
              <a:gd name="connsiteY0" fmla="*/ 311808 h 338585"/>
              <a:gd name="connsiteX1" fmla="*/ 2756709 w 2756709"/>
              <a:gd name="connsiteY1" fmla="*/ 13357 h 338585"/>
              <a:gd name="connsiteX0" fmla="*/ 0 w 2756709"/>
              <a:gd name="connsiteY0" fmla="*/ 347596 h 370095"/>
              <a:gd name="connsiteX1" fmla="*/ 2756709 w 2756709"/>
              <a:gd name="connsiteY1" fmla="*/ 49145 h 370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56709" h="370095">
                <a:moveTo>
                  <a:pt x="0" y="347596"/>
                </a:moveTo>
                <a:cubicBezTo>
                  <a:pt x="1807352" y="500526"/>
                  <a:pt x="1346761" y="-184747"/>
                  <a:pt x="2756709" y="49145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6">
                    <a:alpha val="0"/>
                  </a:schemeClr>
                </a:gs>
                <a:gs pos="100000">
                  <a:schemeClr val="accent5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A92CE40-0287-4177-81E9-9457051AD1EC}"/>
              </a:ext>
            </a:extLst>
          </p:cNvPr>
          <p:cNvSpPr/>
          <p:nvPr/>
        </p:nvSpPr>
        <p:spPr>
          <a:xfrm>
            <a:off x="1253506" y="5990634"/>
            <a:ext cx="1734734" cy="173473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C0F6705F-DF3B-4178-9887-290080F2EF9B}"/>
              </a:ext>
            </a:extLst>
          </p:cNvPr>
          <p:cNvSpPr/>
          <p:nvPr/>
        </p:nvSpPr>
        <p:spPr>
          <a:xfrm>
            <a:off x="11483582" y="1542100"/>
            <a:ext cx="1410388" cy="141038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FA1A232-F832-39F8-5B58-61453180B5F7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48969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6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5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4.16667E-7 3.7037E-6 L 4.16667E-7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4.16667E-7 3.7037E-6 L 4.16667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48" grpId="0" animBg="1"/>
          <p:bldP spid="48" grpId="1" animBg="1"/>
          <p:bldP spid="22" grpId="0" animBg="1"/>
          <p:bldP spid="28" grpId="0" animBg="1"/>
          <p:bldP spid="34" grpId="0" animBg="1"/>
          <p:bldP spid="50" grpId="0" animBg="1"/>
          <p:bldP spid="50" grpId="1" animBg="1"/>
          <p:bldP spid="51" grpId="0" animBg="1"/>
          <p:bldP spid="51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6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5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4.16667E-7 3.7037E-6 L 4.16667E-7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4.16667E-7 3.7037E-6 L 4.16667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48" grpId="0" animBg="1"/>
          <p:bldP spid="48" grpId="1" animBg="1"/>
          <p:bldP spid="22" grpId="0" animBg="1"/>
          <p:bldP spid="28" grpId="0" animBg="1"/>
          <p:bldP spid="34" grpId="0" animBg="1"/>
          <p:bldP spid="50" grpId="0" animBg="1"/>
          <p:bldP spid="50" grpId="1" animBg="1"/>
          <p:bldP spid="51" grpId="0" animBg="1"/>
          <p:bldP spid="51" grpId="1" animBg="1"/>
        </p:bldLst>
      </p:timing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val 6">
            <a:extLst>
              <a:ext uri="{FF2B5EF4-FFF2-40B4-BE49-F238E27FC236}">
                <a16:creationId xmlns:a16="http://schemas.microsoft.com/office/drawing/2014/main" id="{056BE246-FCE3-4A39-B688-A942337C026B}"/>
              </a:ext>
            </a:extLst>
          </p:cNvPr>
          <p:cNvSpPr/>
          <p:nvPr/>
        </p:nvSpPr>
        <p:spPr>
          <a:xfrm>
            <a:off x="3077029" y="794658"/>
            <a:ext cx="6037942" cy="6037942"/>
          </a:xfrm>
          <a:prstGeom prst="ellipse">
            <a:avLst/>
          </a:prstGeom>
          <a:gradFill flip="none" rotWithShape="1">
            <a:gsLst>
              <a:gs pos="89000">
                <a:schemeClr val="accent1"/>
              </a:gs>
              <a:gs pos="50000">
                <a:schemeClr val="accent2">
                  <a:alpha val="80000"/>
                </a:schemeClr>
              </a:gs>
              <a:gs pos="0">
                <a:srgbClr val="3D1E66">
                  <a:alpha val="0"/>
                </a:srgb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606CB4E-F322-4FD2-BD7E-9EE8895237B1}"/>
              </a:ext>
            </a:extLst>
          </p:cNvPr>
          <p:cNvSpPr/>
          <p:nvPr/>
        </p:nvSpPr>
        <p:spPr>
          <a:xfrm>
            <a:off x="663593" y="2265751"/>
            <a:ext cx="10864814" cy="22636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lnSpc>
                <a:spcPct val="80000"/>
              </a:lnSpc>
            </a:pPr>
            <a:r>
              <a:rPr lang="en-US" sz="16600" b="1" i="0" spc="-150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20000"/>
                      </a:schemeClr>
                    </a:gs>
                    <a:gs pos="46000">
                      <a:schemeClr val="bg1"/>
                    </a:gs>
                  </a:gsLst>
                  <a:lin ang="5400000" scaled="0"/>
                  <a:tileRect/>
                </a:gra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-Smart 		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70B133D-6BB9-4F62-8611-A4B679EC481F}"/>
              </a:ext>
            </a:extLst>
          </p:cNvPr>
          <p:cNvSpPr/>
          <p:nvPr/>
        </p:nvSpPr>
        <p:spPr>
          <a:xfrm>
            <a:off x="663593" y="1497489"/>
            <a:ext cx="489262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2400" i="0" dirty="0">
                <a:solidFill>
                  <a:schemeClr val="bg1"/>
                </a:solidFill>
                <a:effectLst/>
                <a:latin typeface="Poppins Light" panose="02000000000000000000" pitchFamily="2" charset="0"/>
                <a:ea typeface="Roboto Condensed" panose="02000000000000000000" pitchFamily="2" charset="0"/>
                <a:cs typeface="Poppins Light" panose="02000000000000000000" pitchFamily="2" charset="0"/>
              </a:rPr>
              <a:t>Welcome Back!</a:t>
            </a: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7926EACB-D422-4B44-A227-D44805094F29}"/>
              </a:ext>
            </a:extLst>
          </p:cNvPr>
          <p:cNvSpPr/>
          <p:nvPr/>
        </p:nvSpPr>
        <p:spPr>
          <a:xfrm>
            <a:off x="1311448" y="4930773"/>
            <a:ext cx="859476" cy="8594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C0D096A-AA07-424B-99D8-167B0AAE1260}"/>
              </a:ext>
            </a:extLst>
          </p:cNvPr>
          <p:cNvSpPr/>
          <p:nvPr/>
        </p:nvSpPr>
        <p:spPr>
          <a:xfrm>
            <a:off x="9826041" y="955842"/>
            <a:ext cx="1544957" cy="15449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5A461E1-2276-4A1C-B274-F3F48E52360D}"/>
              </a:ext>
            </a:extLst>
          </p:cNvPr>
          <p:cNvSpPr/>
          <p:nvPr/>
        </p:nvSpPr>
        <p:spPr>
          <a:xfrm>
            <a:off x="491372" y="4185007"/>
            <a:ext cx="344441" cy="34444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1D1DF5E2-23FA-9A48-3923-7289FD49A2C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14710C8-9C26-4457-8C4B-53B149D95A98}"/>
              </a:ext>
            </a:extLst>
          </p:cNvPr>
          <p:cNvSpPr/>
          <p:nvPr/>
        </p:nvSpPr>
        <p:spPr>
          <a:xfrm>
            <a:off x="3248025" y="3512606"/>
            <a:ext cx="8560357" cy="264687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600" b="1" spc="-150" dirty="0">
                <a:gradFill>
                  <a:gsLst>
                    <a:gs pos="0">
                      <a:schemeClr val="accent1"/>
                    </a:gs>
                    <a:gs pos="99000">
                      <a:schemeClr val="accent2"/>
                    </a:gs>
                  </a:gsLst>
                  <a:lin ang="2700000" scaled="0"/>
                </a:gra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People!</a:t>
            </a:r>
            <a:endParaRPr lang="id-ID" sz="2800" dirty="0">
              <a:gradFill>
                <a:gsLst>
                  <a:gs pos="0">
                    <a:schemeClr val="accent1"/>
                  </a:gs>
                  <a:gs pos="99000">
                    <a:schemeClr val="accent2"/>
                  </a:gs>
                </a:gsLst>
                <a:lin ang="2700000" scaled="0"/>
              </a:gra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17DB82A8-8200-4CF6-A857-D8DC20B1BD75}"/>
              </a:ext>
            </a:extLst>
          </p:cNvPr>
          <p:cNvSpPr/>
          <p:nvPr/>
        </p:nvSpPr>
        <p:spPr>
          <a:xfrm>
            <a:off x="9085999" y="6063343"/>
            <a:ext cx="261258" cy="26125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841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0" grpId="0"/>
      <p:bldP spid="11" grpId="0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2" grpId="0"/>
      <p:bldP spid="18" grpId="0" animBg="1"/>
      <p:bldP spid="18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Placeholder 37">
            <a:extLst>
              <a:ext uri="{FF2B5EF4-FFF2-40B4-BE49-F238E27FC236}">
                <a16:creationId xmlns:a16="http://schemas.microsoft.com/office/drawing/2014/main" id="{7BBB205B-A35C-4A52-9E2F-D4551045BDB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42" b="7742"/>
          <a:stretch>
            <a:fillRect/>
          </a:stretch>
        </p:blipFill>
        <p:spPr/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F0476219-4341-46BF-B707-5C15B005A111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2">
                  <a:lumMod val="75000"/>
                  <a:alpha val="0"/>
                </a:schemeClr>
              </a:gs>
              <a:gs pos="80000">
                <a:srgbClr val="3D1E66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A40F2F9D-350B-60CA-9918-408A0524BDC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5EF6B5F-8156-43C1-AE36-B9CDDD0204F3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16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4776914-F8BF-4B79-A1DE-BE137BB03A94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DF3DCAC-7CEE-4238-8061-A4B869806ABD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43D3EE4-AE24-41C8-8D25-88B54C6A436D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E9EA2DB-A5B9-472A-81B4-A92A9DB34C57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D933F265-6E80-49A8-A38E-5312DE757E73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9EAC6D8E-800B-4244-B6CE-4D9939533D0B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CB31A4E-0BB9-44F2-B1FB-CB2D946D7F45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32" name="Freeform 426">
              <a:extLst>
                <a:ext uri="{FF2B5EF4-FFF2-40B4-BE49-F238E27FC236}">
                  <a16:creationId xmlns:a16="http://schemas.microsoft.com/office/drawing/2014/main" id="{3C25F9E4-7624-48A4-AF53-03CC07F2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33" name="Freeform 427">
              <a:extLst>
                <a:ext uri="{FF2B5EF4-FFF2-40B4-BE49-F238E27FC236}">
                  <a16:creationId xmlns:a16="http://schemas.microsoft.com/office/drawing/2014/main" id="{D2C54A3F-F6EC-4908-805C-E32BBECB58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34" name="Freeform 428">
              <a:extLst>
                <a:ext uri="{FF2B5EF4-FFF2-40B4-BE49-F238E27FC236}">
                  <a16:creationId xmlns:a16="http://schemas.microsoft.com/office/drawing/2014/main" id="{89F389D4-48F5-41B5-B413-F01B9815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35" name="Freeform 429">
              <a:extLst>
                <a:ext uri="{FF2B5EF4-FFF2-40B4-BE49-F238E27FC236}">
                  <a16:creationId xmlns:a16="http://schemas.microsoft.com/office/drawing/2014/main" id="{F9AF2203-F3C2-4E93-8034-C4463045A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6AF04D5-A27A-4BB5-B4B7-5A43919BB447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9D32AC70-3014-45E7-B68B-ECC5F862D2F4}"/>
              </a:ext>
            </a:extLst>
          </p:cNvPr>
          <p:cNvSpPr/>
          <p:nvPr/>
        </p:nvSpPr>
        <p:spPr>
          <a:xfrm>
            <a:off x="335282" y="1161881"/>
            <a:ext cx="11521438" cy="37702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3900" b="1" i="0" dirty="0">
                <a:solidFill>
                  <a:schemeClr val="bg1">
                    <a:alpha val="5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Reality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2BAE47DE-1A77-4F3A-B044-E698D0A37319}"/>
              </a:ext>
            </a:extLst>
          </p:cNvPr>
          <p:cNvSpPr/>
          <p:nvPr/>
        </p:nvSpPr>
        <p:spPr>
          <a:xfrm>
            <a:off x="6076343" y="1931036"/>
            <a:ext cx="5001669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Unforgettable Sensation,</a:t>
            </a: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F7AB2628-708B-40F6-858E-A5B60BB06556}"/>
              </a:ext>
            </a:extLst>
          </p:cNvPr>
          <p:cNvSpPr/>
          <p:nvPr/>
        </p:nvSpPr>
        <p:spPr>
          <a:xfrm>
            <a:off x="6137369" y="4810974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E5793FAC-DAC2-43E5-A867-39E1C9FE0C7D}"/>
              </a:ext>
            </a:extLst>
          </p:cNvPr>
          <p:cNvSpPr/>
          <p:nvPr/>
        </p:nvSpPr>
        <p:spPr>
          <a:xfrm>
            <a:off x="6076343" y="3729375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8EEB06F9-8D03-422F-98BB-73AC06FF9CBF}"/>
              </a:ext>
            </a:extLst>
          </p:cNvPr>
          <p:cNvSpPr/>
          <p:nvPr/>
        </p:nvSpPr>
        <p:spPr>
          <a:xfrm flipH="1">
            <a:off x="9511070" y="4270101"/>
            <a:ext cx="2680930" cy="25907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762000" y="1189072"/>
                  <a:pt x="2584450" y="1190447"/>
                  <a:pt x="3200400" y="1720566"/>
                </a:cubicBezTo>
                <a:cubicBezTo>
                  <a:pt x="3816350" y="2250685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AE2EA704-B156-44FB-B95F-21135D232F7F}"/>
              </a:ext>
            </a:extLst>
          </p:cNvPr>
          <p:cNvSpPr/>
          <p:nvPr/>
        </p:nvSpPr>
        <p:spPr>
          <a:xfrm flipH="1">
            <a:off x="11395417" y="3493958"/>
            <a:ext cx="794672" cy="1685931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F0AB97EB-E0E5-45A4-BC3E-788B5FBA67DE}"/>
              </a:ext>
            </a:extLst>
          </p:cNvPr>
          <p:cNvSpPr/>
          <p:nvPr/>
        </p:nvSpPr>
        <p:spPr>
          <a:xfrm>
            <a:off x="10732794" y="3626497"/>
            <a:ext cx="276008" cy="27600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0453E7FB-F82F-4640-85BA-B69C778BA07A}"/>
              </a:ext>
            </a:extLst>
          </p:cNvPr>
          <p:cNvSpPr/>
          <p:nvPr/>
        </p:nvSpPr>
        <p:spPr>
          <a:xfrm>
            <a:off x="230928" y="4760389"/>
            <a:ext cx="866883" cy="86688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F6CC6BC0-BC49-45D4-8ABC-5B9BE7E8EDC9}"/>
              </a:ext>
            </a:extLst>
          </p:cNvPr>
          <p:cNvSpPr/>
          <p:nvPr/>
        </p:nvSpPr>
        <p:spPr>
          <a:xfrm>
            <a:off x="1265745" y="2047986"/>
            <a:ext cx="432603" cy="43260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03B64E8-936E-2104-DE98-B712D779338E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4265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6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7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3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2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3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/>
          <p:bldP spid="46" grpId="0"/>
          <p:bldP spid="46" grpId="1"/>
          <p:bldP spid="48" grpId="0" animBg="1"/>
          <p:bldP spid="49" grpId="0"/>
          <p:bldP spid="54" grpId="0" animBg="1"/>
          <p:bldP spid="54" grpId="1" animBg="1"/>
          <p:bldP spid="56" grpId="0" animBg="1"/>
          <p:bldP spid="56" grpId="1" animBg="1"/>
          <p:bldP spid="57" grpId="0" animBg="1"/>
          <p:bldP spid="5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3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2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3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decel="100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/>
          <p:bldP spid="46" grpId="0"/>
          <p:bldP spid="46" grpId="1"/>
          <p:bldP spid="48" grpId="0" animBg="1"/>
          <p:bldP spid="49" grpId="0"/>
          <p:bldP spid="54" grpId="0" animBg="1"/>
          <p:bldP spid="54" grpId="1" animBg="1"/>
          <p:bldP spid="56" grpId="0" animBg="1"/>
          <p:bldP spid="56" grpId="1" animBg="1"/>
          <p:bldP spid="57" grpId="0" animBg="1"/>
          <p:bldP spid="57" grpId="1" animBg="1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val 42">
            <a:extLst>
              <a:ext uri="{FF2B5EF4-FFF2-40B4-BE49-F238E27FC236}">
                <a16:creationId xmlns:a16="http://schemas.microsoft.com/office/drawing/2014/main" id="{974A50B6-3DA8-4517-91EE-4FDF6933FC23}"/>
              </a:ext>
            </a:extLst>
          </p:cNvPr>
          <p:cNvSpPr/>
          <p:nvPr/>
        </p:nvSpPr>
        <p:spPr>
          <a:xfrm>
            <a:off x="3154680" y="705390"/>
            <a:ext cx="5882640" cy="588264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2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257B04CE-127B-417E-841F-A10B186C613A}"/>
              </a:ext>
            </a:extLst>
          </p:cNvPr>
          <p:cNvSpPr/>
          <p:nvPr/>
        </p:nvSpPr>
        <p:spPr>
          <a:xfrm>
            <a:off x="4040709" y="1591419"/>
            <a:ext cx="4110582" cy="4110582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0690399C-098D-465D-970E-46A8CF3CA95C}"/>
              </a:ext>
            </a:extLst>
          </p:cNvPr>
          <p:cNvSpPr/>
          <p:nvPr/>
        </p:nvSpPr>
        <p:spPr>
          <a:xfrm>
            <a:off x="9475398" y="1789244"/>
            <a:ext cx="383458" cy="383458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BB97D3F-9797-4614-BF55-0B7EDC25E6DB}"/>
              </a:ext>
            </a:extLst>
          </p:cNvPr>
          <p:cNvSpPr/>
          <p:nvPr/>
        </p:nvSpPr>
        <p:spPr>
          <a:xfrm>
            <a:off x="8151291" y="4790278"/>
            <a:ext cx="250597" cy="250597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3AF5517-9906-49BD-9534-BD8F32B7810E}"/>
              </a:ext>
            </a:extLst>
          </p:cNvPr>
          <p:cNvSpPr/>
          <p:nvPr/>
        </p:nvSpPr>
        <p:spPr>
          <a:xfrm>
            <a:off x="2463816" y="2119422"/>
            <a:ext cx="383458" cy="383458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FE71A2E-00DB-41C7-B435-C8CEC068BBC2}"/>
              </a:ext>
            </a:extLst>
          </p:cNvPr>
          <p:cNvSpPr/>
          <p:nvPr/>
        </p:nvSpPr>
        <p:spPr>
          <a:xfrm>
            <a:off x="3465522" y="4314563"/>
            <a:ext cx="235621" cy="235621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EC3FE50-A355-4BF4-9395-ABDC25F4190B}"/>
              </a:ext>
            </a:extLst>
          </p:cNvPr>
          <p:cNvSpPr/>
          <p:nvPr/>
        </p:nvSpPr>
        <p:spPr>
          <a:xfrm>
            <a:off x="3578503" y="2285432"/>
            <a:ext cx="503499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Join The Social Community 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5E6CBDF-CDA2-4612-8867-93E658ED4387}"/>
              </a:ext>
            </a:extLst>
          </p:cNvPr>
          <p:cNvSpPr/>
          <p:nvPr/>
        </p:nvSpPr>
        <p:spPr>
          <a:xfrm>
            <a:off x="4225820" y="3699531"/>
            <a:ext cx="3740360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0AE49FC1-D326-48B6-9BC7-81E94303B296}"/>
              </a:ext>
            </a:extLst>
          </p:cNvPr>
          <p:cNvSpPr/>
          <p:nvPr/>
        </p:nvSpPr>
        <p:spPr>
          <a:xfrm>
            <a:off x="4813300" y="4569977"/>
            <a:ext cx="2565400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Read More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6D2231A1-D015-5701-9440-F2DF503DF32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165CE3B-854D-A6B4-A628-BCDFAD80625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77EE0EE9-91F9-6142-AD22-9066BB6DCB7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1756F216-556F-670D-A893-C55E45C578A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8F370C1-BE15-4E09-71D2-EF3BD786BFA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F895BEFC-0F7F-350E-DB17-212E0E7D31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0212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4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7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ntr" presetSubtype="32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3" dur="75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 animBg="1"/>
          <p:bldP spid="43" grpId="1" animBg="1"/>
          <p:bldP spid="43" grpId="2" animBg="1"/>
          <p:bldP spid="42" grpId="0" animBg="1"/>
          <p:bldP spid="42" grpId="1" animBg="1"/>
          <p:bldP spid="3" grpId="0" animBg="1"/>
          <p:bldP spid="3" grpId="1" animBg="1"/>
          <p:bldP spid="7" grpId="0" animBg="1"/>
          <p:bldP spid="7" grpId="1" animBg="1"/>
          <p:bldP spid="8" grpId="0" animBg="1"/>
          <p:bldP spid="8" grpId="1" animBg="1"/>
          <p:bldP spid="10" grpId="0" animBg="1"/>
          <p:bldP spid="10" grpId="1" animBg="1"/>
          <p:bldP spid="14" grpId="0"/>
          <p:bldP spid="14" grpId="1"/>
          <p:bldP spid="15" grpId="0"/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4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ntr" presetSubtype="32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3" dur="75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 animBg="1"/>
          <p:bldP spid="43" grpId="1" animBg="1"/>
          <p:bldP spid="43" grpId="2" animBg="1"/>
          <p:bldP spid="42" grpId="0" animBg="1"/>
          <p:bldP spid="42" grpId="1" animBg="1"/>
          <p:bldP spid="3" grpId="0" animBg="1"/>
          <p:bldP spid="3" grpId="1" animBg="1"/>
          <p:bldP spid="7" grpId="0" animBg="1"/>
          <p:bldP spid="7" grpId="1" animBg="1"/>
          <p:bldP spid="8" grpId="0" animBg="1"/>
          <p:bldP spid="8" grpId="1" animBg="1"/>
          <p:bldP spid="10" grpId="0" animBg="1"/>
          <p:bldP spid="10" grpId="1" animBg="1"/>
          <p:bldP spid="14" grpId="0"/>
          <p:bldP spid="14" grpId="1"/>
          <p:bldP spid="15" grpId="0"/>
          <p:bldP spid="16" grpId="0" animBg="1"/>
        </p:bldLst>
      </p:timing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ED76006C-B3CC-483B-B1A8-C1BA8A39657E}"/>
              </a:ext>
            </a:extLst>
          </p:cNvPr>
          <p:cNvSpPr/>
          <p:nvPr/>
        </p:nvSpPr>
        <p:spPr>
          <a:xfrm flipV="1">
            <a:off x="1" y="3428995"/>
            <a:ext cx="6096000" cy="3428999"/>
          </a:xfrm>
          <a:prstGeom prst="round2SameRect">
            <a:avLst>
              <a:gd name="adj1" fmla="val 0"/>
              <a:gd name="adj2" fmla="val 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27FDD02-AEC2-4967-98E1-D19D49FC1F14}"/>
              </a:ext>
            </a:extLst>
          </p:cNvPr>
          <p:cNvGrpSpPr/>
          <p:nvPr/>
        </p:nvGrpSpPr>
        <p:grpSpPr>
          <a:xfrm>
            <a:off x="1018004" y="1273912"/>
            <a:ext cx="5758541" cy="4314583"/>
            <a:chOff x="3126907" y="2259821"/>
            <a:chExt cx="5758541" cy="4314583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276C2E7-86E4-4144-AA89-BA12FC576F73}"/>
                </a:ext>
              </a:extLst>
            </p:cNvPr>
            <p:cNvSpPr/>
            <p:nvPr/>
          </p:nvSpPr>
          <p:spPr>
            <a:xfrm>
              <a:off x="3126907" y="2887241"/>
              <a:ext cx="5758541" cy="368716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9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9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Design</a:t>
              </a:r>
              <a:endParaRPr lang="en-US" sz="9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8CCCE915-1924-43DB-9557-77F72B522661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FD02CF95-A998-408B-85F9-5F10883B4F23}"/>
              </a:ext>
            </a:extLst>
          </p:cNvPr>
          <p:cNvSpPr/>
          <p:nvPr/>
        </p:nvSpPr>
        <p:spPr>
          <a:xfrm>
            <a:off x="6894529" y="1456144"/>
            <a:ext cx="553246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2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Demo For 2023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2E0720B-67F3-416C-952F-1F1F569D2F7E}"/>
              </a:ext>
            </a:extLst>
          </p:cNvPr>
          <p:cNvSpPr/>
          <p:nvPr/>
        </p:nvSpPr>
        <p:spPr>
          <a:xfrm>
            <a:off x="7771524" y="5076999"/>
            <a:ext cx="3520456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same.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994516F4-0A96-447C-963A-183A8B71EBDE}"/>
              </a:ext>
            </a:extLst>
          </p:cNvPr>
          <p:cNvCxnSpPr/>
          <p:nvPr/>
        </p:nvCxnSpPr>
        <p:spPr>
          <a:xfrm>
            <a:off x="7010641" y="5233230"/>
            <a:ext cx="653143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Media Placeholder 27">
            <a:extLst>
              <a:ext uri="{FF2B5EF4-FFF2-40B4-BE49-F238E27FC236}">
                <a16:creationId xmlns:a16="http://schemas.microsoft.com/office/drawing/2014/main" id="{DEC71F4D-BBEE-45A7-96DC-910915ED0483}"/>
              </a:ext>
            </a:extLst>
          </p:cNvPr>
          <p:cNvSpPr>
            <a:spLocks noGrp="1"/>
          </p:cNvSpPr>
          <p:nvPr>
            <p:ph type="media" sz="quarter" idx="11"/>
          </p:nvPr>
        </p:nvSpPr>
        <p:spPr>
          <a:xfrm>
            <a:off x="7007140" y="2379838"/>
            <a:ext cx="4065876" cy="2402707"/>
          </a:xfrm>
        </p:spPr>
        <p:txBody>
          <a:bodyPr/>
          <a:lstStyle/>
          <a:p>
            <a:endParaRPr lang="en-US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34768C-5C20-49D4-B6DF-17DC23489A24}"/>
              </a:ext>
            </a:extLst>
          </p:cNvPr>
          <p:cNvGrpSpPr/>
          <p:nvPr/>
        </p:nvGrpSpPr>
        <p:grpSpPr>
          <a:xfrm>
            <a:off x="8622848" y="3162090"/>
            <a:ext cx="838204" cy="838202"/>
            <a:chOff x="5429248" y="2249511"/>
            <a:chExt cx="1333501" cy="1333501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8F763B24-C22E-4A54-BEDB-A9DAEBDC4BDD}"/>
                </a:ext>
              </a:extLst>
            </p:cNvPr>
            <p:cNvSpPr/>
            <p:nvPr/>
          </p:nvSpPr>
          <p:spPr>
            <a:xfrm>
              <a:off x="5429248" y="2249511"/>
              <a:ext cx="1333501" cy="1333501"/>
            </a:xfrm>
            <a:prstGeom prst="ellipse">
              <a:avLst/>
            </a:prstGeom>
            <a:solidFill>
              <a:schemeClr val="tx1">
                <a:lumMod val="85000"/>
                <a:lumOff val="15000"/>
                <a:alpha val="1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Isosceles Triangle 17">
              <a:extLst>
                <a:ext uri="{FF2B5EF4-FFF2-40B4-BE49-F238E27FC236}">
                  <a16:creationId xmlns:a16="http://schemas.microsoft.com/office/drawing/2014/main" id="{AFB803D0-37E4-4389-9BF1-6AFC0B36F053}"/>
                </a:ext>
              </a:extLst>
            </p:cNvPr>
            <p:cNvSpPr/>
            <p:nvPr/>
          </p:nvSpPr>
          <p:spPr>
            <a:xfrm rot="5400000">
              <a:off x="5904186" y="2687477"/>
              <a:ext cx="533400" cy="459828"/>
            </a:xfrm>
            <a:prstGeom prst="triangle">
              <a:avLst/>
            </a:prstGeom>
            <a:gradFill>
              <a:gsLst>
                <a:gs pos="0">
                  <a:schemeClr val="bg1"/>
                </a:gs>
                <a:gs pos="3900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12691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fill="hold" grpId="1" nodeType="withEffect" p14:presetBounceEnd="66667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2" grpId="0"/>
          <p:bldP spid="12" grpId="1"/>
          <p:bldP spid="1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2" grpId="0"/>
          <p:bldP spid="12" grpId="1"/>
          <p:bldP spid="10" grpId="0"/>
        </p:bldLst>
      </p:timing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4880E6C0-9BB1-411F-9E95-3EB29A2A5837}"/>
              </a:ext>
            </a:extLst>
          </p:cNvPr>
          <p:cNvGrpSpPr/>
          <p:nvPr/>
        </p:nvGrpSpPr>
        <p:grpSpPr>
          <a:xfrm>
            <a:off x="4891705" y="3004006"/>
            <a:ext cx="6908020" cy="2199365"/>
            <a:chOff x="2728674" y="3102850"/>
            <a:chExt cx="7293225" cy="2322007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3366AC4-B90B-4808-8D8C-8D0A9D9C924F}"/>
                </a:ext>
              </a:extLst>
            </p:cNvPr>
            <p:cNvGrpSpPr/>
            <p:nvPr/>
          </p:nvGrpSpPr>
          <p:grpSpPr>
            <a:xfrm rot="1080000">
              <a:off x="2728674" y="3102850"/>
              <a:ext cx="7293225" cy="2322007"/>
              <a:chOff x="316672" y="2554163"/>
              <a:chExt cx="7293225" cy="2322007"/>
            </a:xfrm>
          </p:grpSpPr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D703D72A-D02A-4D32-8A25-4D8B3E5902B3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4ACE4323-33F1-4D13-A6B5-7D2CA8E4C273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6DA04D1-491A-4187-ADF8-C00303C8CD78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45430E20-FE16-4B43-ABEB-35560F826574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F39AFDB7-A2AC-4D1E-A32A-9C3EAE31ABE6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06D6B976-81A3-4338-82FC-B4AE30DEA5D6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82015BD-0BA1-47A5-BF17-311DF12BC571}"/>
                </a:ext>
              </a:extLst>
            </p:cNvPr>
            <p:cNvGrpSpPr/>
            <p:nvPr/>
          </p:nvGrpSpPr>
          <p:grpSpPr>
            <a:xfrm rot="20520000" flipH="1">
              <a:off x="2728674" y="3102850"/>
              <a:ext cx="7293225" cy="2322007"/>
              <a:chOff x="316672" y="2554163"/>
              <a:chExt cx="7293225" cy="2322007"/>
            </a:xfrm>
          </p:grpSpPr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8F72ACAB-6AEE-450D-A4BE-24432E94B321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6C3CC42F-9E84-479B-B875-948C5DC920B5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8DE2D964-C9FD-4010-877C-320BF9FBADB8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F7F784D1-44F2-4BB5-A893-ECF96926D95A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B7972FCB-C259-4740-92D7-7F440EEFB421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8DA447D2-7BAB-49F5-BE13-0039AA364B65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81BF3D9-E492-4F4D-A7FF-C0259F6B67FC}"/>
              </a:ext>
            </a:extLst>
          </p:cNvPr>
          <p:cNvSpPr/>
          <p:nvPr/>
        </p:nvSpPr>
        <p:spPr>
          <a:xfrm>
            <a:off x="6844334" y="3567208"/>
            <a:ext cx="3002763" cy="1530063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>
            <a:gsLst>
              <a:gs pos="0">
                <a:srgbClr val="59319B">
                  <a:alpha val="0"/>
                </a:srgbClr>
              </a:gs>
              <a:gs pos="100000">
                <a:schemeClr val="accent4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DD25A004-6302-4808-BF18-1A8F7E664442}"/>
              </a:ext>
            </a:extLst>
          </p:cNvPr>
          <p:cNvSpPr/>
          <p:nvPr/>
        </p:nvSpPr>
        <p:spPr>
          <a:xfrm>
            <a:off x="6844334" y="2929681"/>
            <a:ext cx="3002763" cy="1530063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>
            <a:gsLst>
              <a:gs pos="0">
                <a:srgbClr val="59319B">
                  <a:alpha val="0"/>
                </a:srgbClr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9B16C4C-2E8B-4182-B53F-9695B36EA634}"/>
              </a:ext>
            </a:extLst>
          </p:cNvPr>
          <p:cNvSpPr/>
          <p:nvPr/>
        </p:nvSpPr>
        <p:spPr>
          <a:xfrm>
            <a:off x="6844334" y="2292155"/>
            <a:ext cx="3002763" cy="1530063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>
            <a:gsLst>
              <a:gs pos="0">
                <a:srgbClr val="59319B">
                  <a:alpha val="0"/>
                </a:srgbClr>
              </a:gs>
              <a:gs pos="100000">
                <a:schemeClr val="accent2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CBAED3E-3ECC-436F-A7FE-AFF39FCBBC1D}"/>
              </a:ext>
            </a:extLst>
          </p:cNvPr>
          <p:cNvSpPr/>
          <p:nvPr/>
        </p:nvSpPr>
        <p:spPr>
          <a:xfrm>
            <a:off x="6844334" y="1654629"/>
            <a:ext cx="3002763" cy="1530063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 flip="none" rotWithShape="1">
            <a:gsLst>
              <a:gs pos="99000">
                <a:schemeClr val="accent1"/>
              </a:gs>
              <a:gs pos="0">
                <a:srgbClr val="59319B">
                  <a:alpha val="0"/>
                </a:srgb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2A3DA18-02DB-4EAE-8BD4-428BCD1AF65F}"/>
              </a:ext>
            </a:extLst>
          </p:cNvPr>
          <p:cNvGrpSpPr/>
          <p:nvPr/>
        </p:nvGrpSpPr>
        <p:grpSpPr>
          <a:xfrm>
            <a:off x="1159214" y="1269380"/>
            <a:ext cx="4979079" cy="3089600"/>
            <a:chOff x="3126907" y="2361420"/>
            <a:chExt cx="4979079" cy="3089600"/>
          </a:xfrm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1DD3034C-4065-4854-BC16-F51B60921961}"/>
                </a:ext>
              </a:extLst>
            </p:cNvPr>
            <p:cNvSpPr/>
            <p:nvPr/>
          </p:nvSpPr>
          <p:spPr>
            <a:xfrm>
              <a:off x="3126907" y="2887241"/>
              <a:ext cx="4979079" cy="256377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6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Design</a:t>
              </a:r>
              <a:endParaRPr lang="en-US" sz="6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650C1415-94EA-4C94-8E5C-3C027424B62B}"/>
                </a:ext>
              </a:extLst>
            </p:cNvPr>
            <p:cNvSpPr/>
            <p:nvPr/>
          </p:nvSpPr>
          <p:spPr>
            <a:xfrm>
              <a:off x="3126907" y="2361420"/>
              <a:ext cx="489262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4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212185A3-6491-49DD-A04F-8E93A6F6E4D2}"/>
              </a:ext>
            </a:extLst>
          </p:cNvPr>
          <p:cNvSpPr/>
          <p:nvPr/>
        </p:nvSpPr>
        <p:spPr>
          <a:xfrm>
            <a:off x="1220240" y="5150608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3A3B701-CE27-4AF7-A3B0-9B7EE74B4F3F}"/>
              </a:ext>
            </a:extLst>
          </p:cNvPr>
          <p:cNvSpPr/>
          <p:nvPr/>
        </p:nvSpPr>
        <p:spPr>
          <a:xfrm>
            <a:off x="1159214" y="4375907"/>
            <a:ext cx="3740360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B2276650-9C1B-4594-B215-2C9D9AAB4662}"/>
              </a:ext>
            </a:extLst>
          </p:cNvPr>
          <p:cNvSpPr/>
          <p:nvPr/>
        </p:nvSpPr>
        <p:spPr>
          <a:xfrm>
            <a:off x="6028321" y="1110804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08C5C9FE-0A65-4D9B-9B94-6EAE15130E4D}"/>
              </a:ext>
            </a:extLst>
          </p:cNvPr>
          <p:cNvSpPr/>
          <p:nvPr/>
        </p:nvSpPr>
        <p:spPr>
          <a:xfrm>
            <a:off x="3796133" y="5811212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7AB5E31-82B2-4A90-AE20-A3D7A3DF8F5F}"/>
              </a:ext>
            </a:extLst>
          </p:cNvPr>
          <p:cNvSpPr/>
          <p:nvPr/>
        </p:nvSpPr>
        <p:spPr>
          <a:xfrm>
            <a:off x="11614938" y="2466876"/>
            <a:ext cx="1123370" cy="112337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70145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49333" decel="50667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79167E-6 2.22222E-6 L 4.79167E-6 -0.03148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57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accel="49333" decel="5066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4.79167E-6 2.22222E-6 L 4.79167E-6 -0.03148 " pathEditMode="relative" rAng="0" ptsTypes="AA">
                                      <p:cBhvr>
                                        <p:cTn id="1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57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2" presetClass="entr" presetSubtype="1" accel="49333" decel="50667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4.79167E-6 2.22222E-6 L 4.79167E-6 -0.03148 " pathEditMode="relative" rAng="0" ptsTypes="AA">
                                      <p:cBhvr>
                                        <p:cTn id="22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57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2" presetClass="entr" presetSubtype="1" accel="49333" decel="50667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4.79167E-6 2.22222E-6 L 4.79167E-6 -0.03148 " pathEditMode="relative" rAng="0" ptsTypes="AA">
                                      <p:cBhvr>
                                        <p:cTn id="2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57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6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3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" presetClass="entr" presetSubtype="4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path" presetSubtype="0" repeatCount="indefinite" accel="50000" decel="50000" autoRev="1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2" presetClass="entr" presetSubtype="4" decel="10000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42" presetClass="path" presetSubtype="0" repeatCount="indefinite" accel="50000" decel="50000" autoRev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2" presetClass="entr" presetSubtype="4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path" presetSubtype="0" repeatCount="indefinite" accel="50000" decel="50000" autoRev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1.66667E-6 0 L 1.66667E-6 0.02847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38" grpId="0" animBg="1"/>
      <p:bldP spid="39" grpId="0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Rectangle 66">
            <a:extLst>
              <a:ext uri="{FF2B5EF4-FFF2-40B4-BE49-F238E27FC236}">
                <a16:creationId xmlns:a16="http://schemas.microsoft.com/office/drawing/2014/main" id="{D254FFCA-D08E-4C53-B83D-4C531A1D45F0}"/>
              </a:ext>
            </a:extLst>
          </p:cNvPr>
          <p:cNvSpPr/>
          <p:nvPr/>
        </p:nvSpPr>
        <p:spPr>
          <a:xfrm>
            <a:off x="3048000" y="0"/>
            <a:ext cx="3048000" cy="6858000"/>
          </a:xfrm>
          <a:prstGeom prst="rect">
            <a:avLst/>
          </a:prstGeom>
          <a:gradFill>
            <a:gsLst>
              <a:gs pos="99000">
                <a:schemeClr val="accent1"/>
              </a:gs>
              <a:gs pos="0">
                <a:schemeClr val="accent2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1B35E2C-C18B-AA3E-8507-4CEA903E544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F246368-12AC-4FED-9225-DC82B53AA2AF}"/>
              </a:ext>
            </a:extLst>
          </p:cNvPr>
          <p:cNvGrpSpPr/>
          <p:nvPr/>
        </p:nvGrpSpPr>
        <p:grpSpPr>
          <a:xfrm>
            <a:off x="546566" y="4781503"/>
            <a:ext cx="1646364" cy="325357"/>
            <a:chOff x="1948265" y="8529555"/>
            <a:chExt cx="2005013" cy="396234"/>
          </a:xfrm>
        </p:grpSpPr>
        <p:sp>
          <p:nvSpPr>
            <p:cNvPr id="22" name="Rectangle: Rounded Corners 21">
              <a:extLst>
                <a:ext uri="{FF2B5EF4-FFF2-40B4-BE49-F238E27FC236}">
                  <a16:creationId xmlns:a16="http://schemas.microsoft.com/office/drawing/2014/main" id="{87C12B02-509F-4DCD-ACC0-C102B887E33F}"/>
                </a:ext>
              </a:extLst>
            </p:cNvPr>
            <p:cNvSpPr/>
            <p:nvPr/>
          </p:nvSpPr>
          <p:spPr>
            <a:xfrm>
              <a:off x="1948265" y="8531936"/>
              <a:ext cx="2005013" cy="355282"/>
            </a:xfrm>
            <a:prstGeom prst="roundRect">
              <a:avLst>
                <a:gd name="adj" fmla="val 50000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endParaRPr lang="en-US" sz="1050" spc="300" dirty="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CA2935D-783D-4BB5-90B2-2CCEA18BA432}"/>
                </a:ext>
              </a:extLst>
            </p:cNvPr>
            <p:cNvSpPr/>
            <p:nvPr/>
          </p:nvSpPr>
          <p:spPr>
            <a:xfrm>
              <a:off x="2129068" y="8529555"/>
              <a:ext cx="1553514" cy="3962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r>
                <a:rPr lang="en-US" sz="1000" spc="3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READ MORE</a:t>
              </a:r>
            </a:p>
          </p:txBody>
        </p:sp>
        <p:sp>
          <p:nvSpPr>
            <p:cNvPr id="24" name="Isosceles Triangle 23">
              <a:extLst>
                <a:ext uri="{FF2B5EF4-FFF2-40B4-BE49-F238E27FC236}">
                  <a16:creationId xmlns:a16="http://schemas.microsoft.com/office/drawing/2014/main" id="{D67013BC-966D-412A-AE18-E60F52311B31}"/>
                </a:ext>
              </a:extLst>
            </p:cNvPr>
            <p:cNvSpPr/>
            <p:nvPr/>
          </p:nvSpPr>
          <p:spPr>
            <a:xfrm rot="5400000">
              <a:off x="3581517" y="8662281"/>
              <a:ext cx="109727" cy="94592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E612BD5D-CD97-4895-BB39-FB133D0C4052}"/>
              </a:ext>
            </a:extLst>
          </p:cNvPr>
          <p:cNvSpPr/>
          <p:nvPr/>
        </p:nvSpPr>
        <p:spPr>
          <a:xfrm>
            <a:off x="468354" y="1898621"/>
            <a:ext cx="197661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01</a:t>
            </a:r>
            <a:r>
              <a:rPr lang="en-US" sz="2400" dirty="0">
                <a:solidFill>
                  <a:schemeClr val="bg1">
                    <a:alpha val="20000"/>
                  </a:schemeClr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/04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13D0CE4-509A-4B70-A452-528A0152F30B}"/>
              </a:ext>
            </a:extLst>
          </p:cNvPr>
          <p:cNvGrpSpPr/>
          <p:nvPr/>
        </p:nvGrpSpPr>
        <p:grpSpPr>
          <a:xfrm>
            <a:off x="468354" y="3272417"/>
            <a:ext cx="2534247" cy="1198633"/>
            <a:chOff x="468354" y="3272417"/>
            <a:chExt cx="2534247" cy="1198633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A7C0B0EA-67BC-4037-8C81-FC295E355A6A}"/>
                </a:ext>
              </a:extLst>
            </p:cNvPr>
            <p:cNvSpPr/>
            <p:nvPr/>
          </p:nvSpPr>
          <p:spPr>
            <a:xfrm>
              <a:off x="468354" y="3272417"/>
              <a:ext cx="2534247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EASY TO USE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C0E7C93C-29D3-427D-9E74-E87515E4BC27}"/>
                </a:ext>
              </a:extLst>
            </p:cNvPr>
            <p:cNvSpPr/>
            <p:nvPr/>
          </p:nvSpPr>
          <p:spPr>
            <a:xfrm>
              <a:off x="468354" y="3672370"/>
              <a:ext cx="2124317" cy="7986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The European languages are members of the same family. </a:t>
              </a:r>
              <a:endParaRPr lang="id-ID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5CF6A8F0-C69A-433D-B058-6A093DA97544}"/>
              </a:ext>
            </a:extLst>
          </p:cNvPr>
          <p:cNvGrpSpPr/>
          <p:nvPr/>
        </p:nvGrpSpPr>
        <p:grpSpPr>
          <a:xfrm>
            <a:off x="3527919" y="4781503"/>
            <a:ext cx="1646364" cy="325357"/>
            <a:chOff x="1948265" y="8529555"/>
            <a:chExt cx="2005013" cy="396234"/>
          </a:xfrm>
        </p:grpSpPr>
        <p:sp>
          <p:nvSpPr>
            <p:cNvPr id="52" name="Rectangle: Rounded Corners 51">
              <a:extLst>
                <a:ext uri="{FF2B5EF4-FFF2-40B4-BE49-F238E27FC236}">
                  <a16:creationId xmlns:a16="http://schemas.microsoft.com/office/drawing/2014/main" id="{19E1724C-9971-4155-85F0-692D124D9A21}"/>
                </a:ext>
              </a:extLst>
            </p:cNvPr>
            <p:cNvSpPr/>
            <p:nvPr/>
          </p:nvSpPr>
          <p:spPr>
            <a:xfrm>
              <a:off x="1948265" y="8531936"/>
              <a:ext cx="2005013" cy="355282"/>
            </a:xfrm>
            <a:prstGeom prst="roundRect">
              <a:avLst>
                <a:gd name="adj" fmla="val 50000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endParaRPr lang="en-US" sz="1050" spc="300" dirty="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DDBA9E6B-B9F0-4690-867E-9B84BD3FAC2C}"/>
                </a:ext>
              </a:extLst>
            </p:cNvPr>
            <p:cNvSpPr/>
            <p:nvPr/>
          </p:nvSpPr>
          <p:spPr>
            <a:xfrm>
              <a:off x="2129068" y="8529555"/>
              <a:ext cx="1553514" cy="3962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r>
                <a:rPr lang="en-US" sz="1000" spc="3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READ MORE</a:t>
              </a:r>
            </a:p>
          </p:txBody>
        </p:sp>
        <p:sp>
          <p:nvSpPr>
            <p:cNvPr id="54" name="Isosceles Triangle 53">
              <a:extLst>
                <a:ext uri="{FF2B5EF4-FFF2-40B4-BE49-F238E27FC236}">
                  <a16:creationId xmlns:a16="http://schemas.microsoft.com/office/drawing/2014/main" id="{72A5916B-68EB-4B9D-80D9-03E1916AF1FC}"/>
                </a:ext>
              </a:extLst>
            </p:cNvPr>
            <p:cNvSpPr/>
            <p:nvPr/>
          </p:nvSpPr>
          <p:spPr>
            <a:xfrm rot="5400000">
              <a:off x="3581517" y="8662281"/>
              <a:ext cx="109727" cy="94592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017020AF-A51B-4172-9C81-E1929E0B0F5F}"/>
              </a:ext>
            </a:extLst>
          </p:cNvPr>
          <p:cNvGrpSpPr/>
          <p:nvPr/>
        </p:nvGrpSpPr>
        <p:grpSpPr>
          <a:xfrm>
            <a:off x="3433734" y="3272417"/>
            <a:ext cx="2534247" cy="1198633"/>
            <a:chOff x="3433734" y="3272417"/>
            <a:chExt cx="2534247" cy="11986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02D8603-7EAD-4B20-B7FD-46A7AD1CBE8D}"/>
                </a:ext>
              </a:extLst>
            </p:cNvPr>
            <p:cNvSpPr/>
            <p:nvPr/>
          </p:nvSpPr>
          <p:spPr>
            <a:xfrm>
              <a:off x="3433734" y="3272417"/>
              <a:ext cx="2534247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HYPER REALISTIC</a:t>
              </a: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BE273BF9-9C15-4CB1-A6F4-1116D6A50035}"/>
                </a:ext>
              </a:extLst>
            </p:cNvPr>
            <p:cNvSpPr/>
            <p:nvPr/>
          </p:nvSpPr>
          <p:spPr>
            <a:xfrm>
              <a:off x="3433734" y="3672370"/>
              <a:ext cx="2110325" cy="7986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The European languages are members of the same family. </a:t>
              </a:r>
              <a:endParaRPr lang="id-ID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75" name="Rectangle 74">
            <a:extLst>
              <a:ext uri="{FF2B5EF4-FFF2-40B4-BE49-F238E27FC236}">
                <a16:creationId xmlns:a16="http://schemas.microsoft.com/office/drawing/2014/main" id="{34E28271-15D6-4574-A7A0-17969A9A261E}"/>
              </a:ext>
            </a:extLst>
          </p:cNvPr>
          <p:cNvSpPr/>
          <p:nvPr/>
        </p:nvSpPr>
        <p:spPr>
          <a:xfrm>
            <a:off x="3433734" y="1898621"/>
            <a:ext cx="174054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02</a:t>
            </a:r>
            <a:r>
              <a:rPr lang="en-US" sz="2400" dirty="0">
                <a:solidFill>
                  <a:schemeClr val="bg1">
                    <a:alpha val="20000"/>
                  </a:schemeClr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/04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AA3A1163-B1FC-47EF-9B81-35E0803B840C}"/>
              </a:ext>
            </a:extLst>
          </p:cNvPr>
          <p:cNvGrpSpPr/>
          <p:nvPr/>
        </p:nvGrpSpPr>
        <p:grpSpPr>
          <a:xfrm>
            <a:off x="6464980" y="4781503"/>
            <a:ext cx="1646364" cy="325357"/>
            <a:chOff x="1948265" y="8529555"/>
            <a:chExt cx="2005013" cy="396234"/>
          </a:xfrm>
        </p:grpSpPr>
        <p:sp>
          <p:nvSpPr>
            <p:cNvPr id="56" name="Rectangle: Rounded Corners 55">
              <a:extLst>
                <a:ext uri="{FF2B5EF4-FFF2-40B4-BE49-F238E27FC236}">
                  <a16:creationId xmlns:a16="http://schemas.microsoft.com/office/drawing/2014/main" id="{F6F7B5B9-5DE9-468B-B0C2-1080E560CD1F}"/>
                </a:ext>
              </a:extLst>
            </p:cNvPr>
            <p:cNvSpPr/>
            <p:nvPr/>
          </p:nvSpPr>
          <p:spPr>
            <a:xfrm>
              <a:off x="1948265" y="8531936"/>
              <a:ext cx="2005013" cy="355282"/>
            </a:xfrm>
            <a:prstGeom prst="roundRect">
              <a:avLst>
                <a:gd name="adj" fmla="val 50000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endParaRPr lang="en-US" sz="1050" spc="300" dirty="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0799508-C68C-40F0-AE65-BBA46FAB2DEF}"/>
                </a:ext>
              </a:extLst>
            </p:cNvPr>
            <p:cNvSpPr/>
            <p:nvPr/>
          </p:nvSpPr>
          <p:spPr>
            <a:xfrm>
              <a:off x="2129068" y="8529555"/>
              <a:ext cx="1553514" cy="3962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r>
                <a:rPr lang="en-US" sz="1000" spc="3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READ MORE</a:t>
              </a:r>
            </a:p>
          </p:txBody>
        </p:sp>
        <p:sp>
          <p:nvSpPr>
            <p:cNvPr id="58" name="Isosceles Triangle 57">
              <a:extLst>
                <a:ext uri="{FF2B5EF4-FFF2-40B4-BE49-F238E27FC236}">
                  <a16:creationId xmlns:a16="http://schemas.microsoft.com/office/drawing/2014/main" id="{8D6CFB61-76B2-421D-90B9-811709CFE171}"/>
                </a:ext>
              </a:extLst>
            </p:cNvPr>
            <p:cNvSpPr/>
            <p:nvPr/>
          </p:nvSpPr>
          <p:spPr>
            <a:xfrm rot="5400000">
              <a:off x="3581517" y="8662281"/>
              <a:ext cx="109727" cy="94592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95F3A7C-783C-4A98-AD6B-6B55DDB3CC29}"/>
              </a:ext>
            </a:extLst>
          </p:cNvPr>
          <p:cNvGrpSpPr/>
          <p:nvPr/>
        </p:nvGrpSpPr>
        <p:grpSpPr>
          <a:xfrm>
            <a:off x="6399114" y="3272417"/>
            <a:ext cx="2534247" cy="1198633"/>
            <a:chOff x="6399114" y="3272417"/>
            <a:chExt cx="2534247" cy="1198633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2FA67C5E-5E8D-492C-A91D-AA3A96730860}"/>
                </a:ext>
              </a:extLst>
            </p:cNvPr>
            <p:cNvSpPr/>
            <p:nvPr/>
          </p:nvSpPr>
          <p:spPr>
            <a:xfrm>
              <a:off x="6399114" y="3272417"/>
              <a:ext cx="2534247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FEELS GOOD</a:t>
              </a: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2B09CDC4-EE18-4CF3-91C7-5D2695159404}"/>
                </a:ext>
              </a:extLst>
            </p:cNvPr>
            <p:cNvSpPr/>
            <p:nvPr/>
          </p:nvSpPr>
          <p:spPr>
            <a:xfrm>
              <a:off x="6399114" y="3672370"/>
              <a:ext cx="2070160" cy="7986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The European languages are members of the same family. </a:t>
              </a:r>
              <a:endParaRPr lang="id-ID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76" name="Rectangle 75">
            <a:extLst>
              <a:ext uri="{FF2B5EF4-FFF2-40B4-BE49-F238E27FC236}">
                <a16:creationId xmlns:a16="http://schemas.microsoft.com/office/drawing/2014/main" id="{BD9BC08F-D79D-49FB-9BBD-6DF930D14708}"/>
              </a:ext>
            </a:extLst>
          </p:cNvPr>
          <p:cNvSpPr/>
          <p:nvPr/>
        </p:nvSpPr>
        <p:spPr>
          <a:xfrm>
            <a:off x="6399114" y="1898621"/>
            <a:ext cx="1842286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03</a:t>
            </a:r>
            <a:r>
              <a:rPr lang="en-US" sz="2400" dirty="0">
                <a:solidFill>
                  <a:schemeClr val="bg1">
                    <a:alpha val="20000"/>
                  </a:schemeClr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/04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F11B85C-81E5-43CD-B062-6D8B587848EA}"/>
              </a:ext>
            </a:extLst>
          </p:cNvPr>
          <p:cNvGrpSpPr/>
          <p:nvPr/>
        </p:nvGrpSpPr>
        <p:grpSpPr>
          <a:xfrm>
            <a:off x="9442706" y="4781503"/>
            <a:ext cx="1646364" cy="325357"/>
            <a:chOff x="1948265" y="8529555"/>
            <a:chExt cx="2005013" cy="396234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FD6373E7-054D-4BA3-B060-769C72FC05A2}"/>
                </a:ext>
              </a:extLst>
            </p:cNvPr>
            <p:cNvSpPr/>
            <p:nvPr/>
          </p:nvSpPr>
          <p:spPr>
            <a:xfrm>
              <a:off x="1948265" y="8531936"/>
              <a:ext cx="2005013" cy="355282"/>
            </a:xfrm>
            <a:prstGeom prst="roundRect">
              <a:avLst>
                <a:gd name="adj" fmla="val 50000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endParaRPr lang="en-US" sz="1050" spc="300" dirty="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A61023A3-7EAA-4C34-9BA9-8273C682ECCE}"/>
                </a:ext>
              </a:extLst>
            </p:cNvPr>
            <p:cNvSpPr/>
            <p:nvPr/>
          </p:nvSpPr>
          <p:spPr>
            <a:xfrm>
              <a:off x="2129068" y="8529555"/>
              <a:ext cx="1553514" cy="3962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80000"/>
                </a:lnSpc>
              </a:pPr>
              <a:r>
                <a:rPr lang="en-US" sz="1000" spc="3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READ MORE</a:t>
              </a:r>
            </a:p>
          </p:txBody>
        </p:sp>
        <p:sp>
          <p:nvSpPr>
            <p:cNvPr id="62" name="Isosceles Triangle 61">
              <a:extLst>
                <a:ext uri="{FF2B5EF4-FFF2-40B4-BE49-F238E27FC236}">
                  <a16:creationId xmlns:a16="http://schemas.microsoft.com/office/drawing/2014/main" id="{D1C0042A-3EFA-47A0-88B3-326D840FF915}"/>
                </a:ext>
              </a:extLst>
            </p:cNvPr>
            <p:cNvSpPr/>
            <p:nvPr/>
          </p:nvSpPr>
          <p:spPr>
            <a:xfrm rot="5400000">
              <a:off x="3581517" y="8662281"/>
              <a:ext cx="109727" cy="94592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1"/>
                </a:solidFill>
                <a:latin typeface="Montserrat Light" panose="00000400000000000000" pitchFamily="50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093C79F-92DD-45F4-81F8-313B6C1B59FB}"/>
              </a:ext>
            </a:extLst>
          </p:cNvPr>
          <p:cNvGrpSpPr/>
          <p:nvPr/>
        </p:nvGrpSpPr>
        <p:grpSpPr>
          <a:xfrm>
            <a:off x="9364494" y="3272417"/>
            <a:ext cx="2359152" cy="1198633"/>
            <a:chOff x="9364494" y="3272417"/>
            <a:chExt cx="2359152" cy="1198633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CC498ABD-4AD3-4134-B4ED-426EE08437AA}"/>
                </a:ext>
              </a:extLst>
            </p:cNvPr>
            <p:cNvSpPr/>
            <p:nvPr/>
          </p:nvSpPr>
          <p:spPr>
            <a:xfrm>
              <a:off x="9364494" y="3272417"/>
              <a:ext cx="23591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AFFORDABLE PRICES</a:t>
              </a: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F77A7E-9727-423D-8D0D-B4090B612DC8}"/>
                </a:ext>
              </a:extLst>
            </p:cNvPr>
            <p:cNvSpPr/>
            <p:nvPr/>
          </p:nvSpPr>
          <p:spPr>
            <a:xfrm>
              <a:off x="9364494" y="3672370"/>
              <a:ext cx="2070160" cy="7986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The European languages are members of the same family. </a:t>
              </a:r>
              <a:endParaRPr lang="id-ID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77" name="Rectangle 76">
            <a:extLst>
              <a:ext uri="{FF2B5EF4-FFF2-40B4-BE49-F238E27FC236}">
                <a16:creationId xmlns:a16="http://schemas.microsoft.com/office/drawing/2014/main" id="{80A67929-67BA-4B0E-A959-4FFE444D4BB5}"/>
              </a:ext>
            </a:extLst>
          </p:cNvPr>
          <p:cNvSpPr/>
          <p:nvPr/>
        </p:nvSpPr>
        <p:spPr>
          <a:xfrm>
            <a:off x="9364494" y="1898621"/>
            <a:ext cx="1842286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04</a:t>
            </a:r>
            <a:r>
              <a:rPr lang="en-US" sz="2400" dirty="0">
                <a:solidFill>
                  <a:schemeClr val="bg1">
                    <a:alpha val="20000"/>
                  </a:schemeClr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/04</a:t>
            </a:r>
          </a:p>
        </p:txBody>
      </p:sp>
    </p:spTree>
    <p:extLst>
      <p:ext uri="{BB962C8B-B14F-4D97-AF65-F5344CB8AC3E}">
        <p14:creationId xmlns:p14="http://schemas.microsoft.com/office/powerpoint/2010/main" val="1767112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75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fill="hold" grpId="1" nodeType="withEffect" p14:presetBounceEnd="66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0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1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4" dur="7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grpId="1" nodeType="withEffect" p14:presetBounceEnd="66667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5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6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9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2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fill="hold" grpId="1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0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1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4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7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7" grpId="0" animBg="1"/>
          <p:bldP spid="27" grpId="0"/>
          <p:bldP spid="27" grpId="1"/>
          <p:bldP spid="75" grpId="0"/>
          <p:bldP spid="75" grpId="1"/>
          <p:bldP spid="76" grpId="0"/>
          <p:bldP spid="76" grpId="1"/>
          <p:bldP spid="77" grpId="0"/>
          <p:bldP spid="77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75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4" dur="7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9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2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4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7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7" grpId="0" animBg="1"/>
          <p:bldP spid="27" grpId="0"/>
          <p:bldP spid="27" grpId="1"/>
          <p:bldP spid="75" grpId="0"/>
          <p:bldP spid="75" grpId="1"/>
          <p:bldP spid="76" grpId="0"/>
          <p:bldP spid="76" grpId="1"/>
          <p:bldP spid="77" grpId="0"/>
          <p:bldP spid="77" grpId="1"/>
        </p:bldLst>
      </p:timing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A30CC3BD-A6E8-4602-A5FA-6035B7B3EB5D}"/>
              </a:ext>
            </a:extLst>
          </p:cNvPr>
          <p:cNvSpPr/>
          <p:nvPr/>
        </p:nvSpPr>
        <p:spPr>
          <a:xfrm>
            <a:off x="6227999" y="4975204"/>
            <a:ext cx="1155030" cy="1155028"/>
          </a:xfrm>
          <a:prstGeom prst="ellipse">
            <a:avLst/>
          </a:prstGeom>
          <a:noFill/>
          <a:ln w="38100" cap="rnd">
            <a:gradFill>
              <a:gsLst>
                <a:gs pos="25000">
                  <a:schemeClr val="accent1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0D7B4BF-19B3-42A5-8C9B-81211D3C5623}"/>
              </a:ext>
            </a:extLst>
          </p:cNvPr>
          <p:cNvGrpSpPr/>
          <p:nvPr/>
        </p:nvGrpSpPr>
        <p:grpSpPr>
          <a:xfrm>
            <a:off x="6333974" y="5081179"/>
            <a:ext cx="943079" cy="943078"/>
            <a:chOff x="6333974" y="5081179"/>
            <a:chExt cx="943079" cy="94307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49A61D8-2216-4C5D-B99F-396306A738D0}"/>
                </a:ext>
              </a:extLst>
            </p:cNvPr>
            <p:cNvGrpSpPr/>
            <p:nvPr/>
          </p:nvGrpSpPr>
          <p:grpSpPr>
            <a:xfrm>
              <a:off x="6333974" y="5081179"/>
              <a:ext cx="943079" cy="943078"/>
              <a:chOff x="2420481" y="2358570"/>
              <a:chExt cx="1810664" cy="1810664"/>
            </a:xfrm>
          </p:grpSpPr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AFC706D1-F7DA-4CB7-9D19-88049EDFE7CE}"/>
                  </a:ext>
                </a:extLst>
              </p:cNvPr>
              <p:cNvSpPr/>
              <p:nvPr/>
            </p:nvSpPr>
            <p:spPr>
              <a:xfrm>
                <a:off x="2420481" y="2358570"/>
                <a:ext cx="1810664" cy="1810664"/>
              </a:xfrm>
              <a:prstGeom prst="ellipse">
                <a:avLst/>
              </a:prstGeom>
              <a:gradFill flip="none" rotWithShape="1">
                <a:gsLst>
                  <a:gs pos="89000">
                    <a:schemeClr val="accent1"/>
                  </a:gs>
                  <a:gs pos="0">
                    <a:schemeClr val="accent2">
                      <a:alpha val="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9AE9EFDB-1752-4D16-92EC-CDA8267F4251}"/>
                  </a:ext>
                </a:extLst>
              </p:cNvPr>
              <p:cNvSpPr/>
              <p:nvPr/>
            </p:nvSpPr>
            <p:spPr>
              <a:xfrm>
                <a:off x="2673286" y="2611375"/>
                <a:ext cx="1305054" cy="1305054"/>
              </a:xfrm>
              <a:prstGeom prst="ellipse">
                <a:avLst/>
              </a:prstGeom>
              <a:solidFill>
                <a:srgbClr val="3D1E66">
                  <a:alpha val="15000"/>
                </a:srgbClr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3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  <p:sp>
            <p:nvSpPr>
              <p:cNvPr id="6" name="Partial Circle 5">
                <a:extLst>
                  <a:ext uri="{FF2B5EF4-FFF2-40B4-BE49-F238E27FC236}">
                    <a16:creationId xmlns:a16="http://schemas.microsoft.com/office/drawing/2014/main" id="{C4D41F03-7219-4B23-80A8-2B8D066C1656}"/>
                  </a:ext>
                </a:extLst>
              </p:cNvPr>
              <p:cNvSpPr/>
              <p:nvPr/>
            </p:nvSpPr>
            <p:spPr>
              <a:xfrm>
                <a:off x="2655440" y="2593531"/>
                <a:ext cx="1340746" cy="1340744"/>
              </a:xfrm>
              <a:prstGeom prst="pie">
                <a:avLst>
                  <a:gd name="adj1" fmla="val 16157514"/>
                  <a:gd name="adj2" fmla="val 3878386"/>
                </a:avLst>
              </a:prstGeom>
              <a:gradFill>
                <a:gsLst>
                  <a:gs pos="99000">
                    <a:schemeClr val="accent1"/>
                  </a:gs>
                  <a:gs pos="0">
                    <a:schemeClr val="accent2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A3DA67A0-550F-4574-8B34-69354A291754}"/>
                  </a:ext>
                </a:extLst>
              </p:cNvPr>
              <p:cNvSpPr/>
              <p:nvPr/>
            </p:nvSpPr>
            <p:spPr>
              <a:xfrm>
                <a:off x="2976387" y="2914476"/>
                <a:ext cx="698852" cy="69885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</p:grpSp>
        <p:sp>
          <p:nvSpPr>
            <p:cNvPr id="21" name="Freeform 115">
              <a:extLst>
                <a:ext uri="{FF2B5EF4-FFF2-40B4-BE49-F238E27FC236}">
                  <a16:creationId xmlns:a16="http://schemas.microsoft.com/office/drawing/2014/main" id="{05FEEC4A-3D30-4A92-8D03-4CE9AF69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038" y="5476702"/>
              <a:ext cx="186952" cy="152032"/>
            </a:xfrm>
            <a:custGeom>
              <a:avLst/>
              <a:gdLst>
                <a:gd name="T0" fmla="*/ 93 w 1317"/>
                <a:gd name="T1" fmla="*/ 1000 h 1069"/>
                <a:gd name="T2" fmla="*/ 220 w 1317"/>
                <a:gd name="T3" fmla="*/ 1045 h 1069"/>
                <a:gd name="T4" fmla="*/ 356 w 1317"/>
                <a:gd name="T5" fmla="*/ 1067 h 1069"/>
                <a:gd name="T6" fmla="*/ 529 w 1317"/>
                <a:gd name="T7" fmla="*/ 1060 h 1069"/>
                <a:gd name="T8" fmla="*/ 712 w 1317"/>
                <a:gd name="T9" fmla="*/ 1008 h 1069"/>
                <a:gd name="T10" fmla="*/ 873 w 1317"/>
                <a:gd name="T11" fmla="*/ 916 h 1069"/>
                <a:gd name="T12" fmla="*/ 1008 w 1317"/>
                <a:gd name="T13" fmla="*/ 789 h 1069"/>
                <a:gd name="T14" fmla="*/ 1107 w 1317"/>
                <a:gd name="T15" fmla="*/ 633 h 1069"/>
                <a:gd name="T16" fmla="*/ 1167 w 1317"/>
                <a:gd name="T17" fmla="*/ 454 h 1069"/>
                <a:gd name="T18" fmla="*/ 1183 w 1317"/>
                <a:gd name="T19" fmla="*/ 290 h 1069"/>
                <a:gd name="T20" fmla="*/ 1247 w 1317"/>
                <a:gd name="T21" fmla="*/ 212 h 1069"/>
                <a:gd name="T22" fmla="*/ 1312 w 1317"/>
                <a:gd name="T23" fmla="*/ 139 h 1069"/>
                <a:gd name="T24" fmla="*/ 1220 w 1317"/>
                <a:gd name="T25" fmla="*/ 160 h 1069"/>
                <a:gd name="T26" fmla="*/ 1163 w 1317"/>
                <a:gd name="T27" fmla="*/ 169 h 1069"/>
                <a:gd name="T28" fmla="*/ 1220 w 1317"/>
                <a:gd name="T29" fmla="*/ 121 h 1069"/>
                <a:gd name="T30" fmla="*/ 1266 w 1317"/>
                <a:gd name="T31" fmla="*/ 62 h 1069"/>
                <a:gd name="T32" fmla="*/ 1245 w 1317"/>
                <a:gd name="T33" fmla="*/ 37 h 1069"/>
                <a:gd name="T34" fmla="*/ 1140 w 1317"/>
                <a:gd name="T35" fmla="*/ 76 h 1069"/>
                <a:gd name="T36" fmla="*/ 1091 w 1317"/>
                <a:gd name="T37" fmla="*/ 67 h 1069"/>
                <a:gd name="T38" fmla="*/ 1035 w 1317"/>
                <a:gd name="T39" fmla="*/ 29 h 1069"/>
                <a:gd name="T40" fmla="*/ 970 w 1317"/>
                <a:gd name="T41" fmla="*/ 6 h 1069"/>
                <a:gd name="T42" fmla="*/ 899 w 1317"/>
                <a:gd name="T43" fmla="*/ 1 h 1069"/>
                <a:gd name="T44" fmla="*/ 833 w 1317"/>
                <a:gd name="T45" fmla="*/ 12 h 1069"/>
                <a:gd name="T46" fmla="*/ 773 w 1317"/>
                <a:gd name="T47" fmla="*/ 40 h 1069"/>
                <a:gd name="T48" fmla="*/ 721 w 1317"/>
                <a:gd name="T49" fmla="*/ 80 h 1069"/>
                <a:gd name="T50" fmla="*/ 682 w 1317"/>
                <a:gd name="T51" fmla="*/ 130 h 1069"/>
                <a:gd name="T52" fmla="*/ 654 w 1317"/>
                <a:gd name="T53" fmla="*/ 190 h 1069"/>
                <a:gd name="T54" fmla="*/ 643 w 1317"/>
                <a:gd name="T55" fmla="*/ 257 h 1069"/>
                <a:gd name="T56" fmla="*/ 649 w 1317"/>
                <a:gd name="T57" fmla="*/ 332 h 1069"/>
                <a:gd name="T58" fmla="*/ 484 w 1317"/>
                <a:gd name="T59" fmla="*/ 302 h 1069"/>
                <a:gd name="T60" fmla="*/ 360 w 1317"/>
                <a:gd name="T61" fmla="*/ 255 h 1069"/>
                <a:gd name="T62" fmla="*/ 246 w 1317"/>
                <a:gd name="T63" fmla="*/ 191 h 1069"/>
                <a:gd name="T64" fmla="*/ 136 w 1317"/>
                <a:gd name="T65" fmla="*/ 97 h 1069"/>
                <a:gd name="T66" fmla="*/ 70 w 1317"/>
                <a:gd name="T67" fmla="*/ 97 h 1069"/>
                <a:gd name="T68" fmla="*/ 55 w 1317"/>
                <a:gd name="T69" fmla="*/ 162 h 1069"/>
                <a:gd name="T70" fmla="*/ 59 w 1317"/>
                <a:gd name="T71" fmla="*/ 230 h 1069"/>
                <a:gd name="T72" fmla="*/ 87 w 1317"/>
                <a:gd name="T73" fmla="*/ 309 h 1069"/>
                <a:gd name="T74" fmla="*/ 153 w 1317"/>
                <a:gd name="T75" fmla="*/ 392 h 1069"/>
                <a:gd name="T76" fmla="*/ 95 w 1317"/>
                <a:gd name="T77" fmla="*/ 393 h 1069"/>
                <a:gd name="T78" fmla="*/ 53 w 1317"/>
                <a:gd name="T79" fmla="*/ 383 h 1069"/>
                <a:gd name="T80" fmla="*/ 73 w 1317"/>
                <a:gd name="T81" fmla="*/ 488 h 1069"/>
                <a:gd name="T82" fmla="*/ 106 w 1317"/>
                <a:gd name="T83" fmla="*/ 545 h 1069"/>
                <a:gd name="T84" fmla="*/ 161 w 1317"/>
                <a:gd name="T85" fmla="*/ 597 h 1069"/>
                <a:gd name="T86" fmla="*/ 247 w 1317"/>
                <a:gd name="T87" fmla="*/ 637 h 1069"/>
                <a:gd name="T88" fmla="*/ 198 w 1317"/>
                <a:gd name="T89" fmla="*/ 652 h 1069"/>
                <a:gd name="T90" fmla="*/ 164 w 1317"/>
                <a:gd name="T91" fmla="*/ 688 h 1069"/>
                <a:gd name="T92" fmla="*/ 227 w 1317"/>
                <a:gd name="T93" fmla="*/ 769 h 1069"/>
                <a:gd name="T94" fmla="*/ 284 w 1317"/>
                <a:gd name="T95" fmla="*/ 807 h 1069"/>
                <a:gd name="T96" fmla="*/ 361 w 1317"/>
                <a:gd name="T97" fmla="*/ 831 h 1069"/>
                <a:gd name="T98" fmla="*/ 352 w 1317"/>
                <a:gd name="T99" fmla="*/ 870 h 1069"/>
                <a:gd name="T100" fmla="*/ 228 w 1317"/>
                <a:gd name="T101" fmla="*/ 929 h 1069"/>
                <a:gd name="T102" fmla="*/ 142 w 1317"/>
                <a:gd name="T103" fmla="*/ 949 h 1069"/>
                <a:gd name="T104" fmla="*/ 43 w 1317"/>
                <a:gd name="T105" fmla="*/ 954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17" h="1069">
                  <a:moveTo>
                    <a:pt x="0" y="949"/>
                  </a:moveTo>
                  <a:lnTo>
                    <a:pt x="23" y="963"/>
                  </a:lnTo>
                  <a:lnTo>
                    <a:pt x="46" y="976"/>
                  </a:lnTo>
                  <a:lnTo>
                    <a:pt x="69" y="989"/>
                  </a:lnTo>
                  <a:lnTo>
                    <a:pt x="93" y="1000"/>
                  </a:lnTo>
                  <a:lnTo>
                    <a:pt x="118" y="1011"/>
                  </a:lnTo>
                  <a:lnTo>
                    <a:pt x="143" y="1020"/>
                  </a:lnTo>
                  <a:lnTo>
                    <a:pt x="169" y="1029"/>
                  </a:lnTo>
                  <a:lnTo>
                    <a:pt x="194" y="1037"/>
                  </a:lnTo>
                  <a:lnTo>
                    <a:pt x="220" y="1045"/>
                  </a:lnTo>
                  <a:lnTo>
                    <a:pt x="246" y="1051"/>
                  </a:lnTo>
                  <a:lnTo>
                    <a:pt x="274" y="1056"/>
                  </a:lnTo>
                  <a:lnTo>
                    <a:pt x="301" y="1060"/>
                  </a:lnTo>
                  <a:lnTo>
                    <a:pt x="328" y="1064"/>
                  </a:lnTo>
                  <a:lnTo>
                    <a:pt x="356" y="1067"/>
                  </a:lnTo>
                  <a:lnTo>
                    <a:pt x="384" y="1069"/>
                  </a:lnTo>
                  <a:lnTo>
                    <a:pt x="412" y="1069"/>
                  </a:lnTo>
                  <a:lnTo>
                    <a:pt x="452" y="1068"/>
                  </a:lnTo>
                  <a:lnTo>
                    <a:pt x="491" y="1064"/>
                  </a:lnTo>
                  <a:lnTo>
                    <a:pt x="529" y="1060"/>
                  </a:lnTo>
                  <a:lnTo>
                    <a:pt x="567" y="1053"/>
                  </a:lnTo>
                  <a:lnTo>
                    <a:pt x="605" y="1045"/>
                  </a:lnTo>
                  <a:lnTo>
                    <a:pt x="642" y="1034"/>
                  </a:lnTo>
                  <a:lnTo>
                    <a:pt x="677" y="1022"/>
                  </a:lnTo>
                  <a:lnTo>
                    <a:pt x="712" y="1008"/>
                  </a:lnTo>
                  <a:lnTo>
                    <a:pt x="747" y="993"/>
                  </a:lnTo>
                  <a:lnTo>
                    <a:pt x="780" y="975"/>
                  </a:lnTo>
                  <a:lnTo>
                    <a:pt x="812" y="958"/>
                  </a:lnTo>
                  <a:lnTo>
                    <a:pt x="843" y="938"/>
                  </a:lnTo>
                  <a:lnTo>
                    <a:pt x="873" y="916"/>
                  </a:lnTo>
                  <a:lnTo>
                    <a:pt x="903" y="893"/>
                  </a:lnTo>
                  <a:lnTo>
                    <a:pt x="931" y="869"/>
                  </a:lnTo>
                  <a:lnTo>
                    <a:pt x="957" y="843"/>
                  </a:lnTo>
                  <a:lnTo>
                    <a:pt x="983" y="816"/>
                  </a:lnTo>
                  <a:lnTo>
                    <a:pt x="1008" y="789"/>
                  </a:lnTo>
                  <a:lnTo>
                    <a:pt x="1030" y="760"/>
                  </a:lnTo>
                  <a:lnTo>
                    <a:pt x="1052" y="729"/>
                  </a:lnTo>
                  <a:lnTo>
                    <a:pt x="1072" y="698"/>
                  </a:lnTo>
                  <a:lnTo>
                    <a:pt x="1091" y="665"/>
                  </a:lnTo>
                  <a:lnTo>
                    <a:pt x="1107" y="633"/>
                  </a:lnTo>
                  <a:lnTo>
                    <a:pt x="1123" y="598"/>
                  </a:lnTo>
                  <a:lnTo>
                    <a:pt x="1137" y="564"/>
                  </a:lnTo>
                  <a:lnTo>
                    <a:pt x="1148" y="528"/>
                  </a:lnTo>
                  <a:lnTo>
                    <a:pt x="1159" y="491"/>
                  </a:lnTo>
                  <a:lnTo>
                    <a:pt x="1167" y="454"/>
                  </a:lnTo>
                  <a:lnTo>
                    <a:pt x="1175" y="416"/>
                  </a:lnTo>
                  <a:lnTo>
                    <a:pt x="1180" y="377"/>
                  </a:lnTo>
                  <a:lnTo>
                    <a:pt x="1182" y="338"/>
                  </a:lnTo>
                  <a:lnTo>
                    <a:pt x="1183" y="299"/>
                  </a:lnTo>
                  <a:lnTo>
                    <a:pt x="1183" y="290"/>
                  </a:lnTo>
                  <a:lnTo>
                    <a:pt x="1183" y="283"/>
                  </a:lnTo>
                  <a:lnTo>
                    <a:pt x="1183" y="274"/>
                  </a:lnTo>
                  <a:lnTo>
                    <a:pt x="1183" y="267"/>
                  </a:lnTo>
                  <a:lnTo>
                    <a:pt x="1207" y="247"/>
                  </a:lnTo>
                  <a:lnTo>
                    <a:pt x="1247" y="212"/>
                  </a:lnTo>
                  <a:lnTo>
                    <a:pt x="1268" y="192"/>
                  </a:lnTo>
                  <a:lnTo>
                    <a:pt x="1288" y="170"/>
                  </a:lnTo>
                  <a:lnTo>
                    <a:pt x="1297" y="159"/>
                  </a:lnTo>
                  <a:lnTo>
                    <a:pt x="1305" y="149"/>
                  </a:lnTo>
                  <a:lnTo>
                    <a:pt x="1312" y="139"/>
                  </a:lnTo>
                  <a:lnTo>
                    <a:pt x="1317" y="130"/>
                  </a:lnTo>
                  <a:lnTo>
                    <a:pt x="1304" y="135"/>
                  </a:lnTo>
                  <a:lnTo>
                    <a:pt x="1269" y="147"/>
                  </a:lnTo>
                  <a:lnTo>
                    <a:pt x="1246" y="153"/>
                  </a:lnTo>
                  <a:lnTo>
                    <a:pt x="1220" y="160"/>
                  </a:lnTo>
                  <a:lnTo>
                    <a:pt x="1192" y="165"/>
                  </a:lnTo>
                  <a:lnTo>
                    <a:pt x="1164" y="169"/>
                  </a:lnTo>
                  <a:lnTo>
                    <a:pt x="1163" y="170"/>
                  </a:lnTo>
                  <a:lnTo>
                    <a:pt x="1163" y="170"/>
                  </a:lnTo>
                  <a:lnTo>
                    <a:pt x="1163" y="169"/>
                  </a:lnTo>
                  <a:lnTo>
                    <a:pt x="1164" y="169"/>
                  </a:lnTo>
                  <a:lnTo>
                    <a:pt x="1170" y="164"/>
                  </a:lnTo>
                  <a:lnTo>
                    <a:pt x="1183" y="155"/>
                  </a:lnTo>
                  <a:lnTo>
                    <a:pt x="1201" y="140"/>
                  </a:lnTo>
                  <a:lnTo>
                    <a:pt x="1220" y="121"/>
                  </a:lnTo>
                  <a:lnTo>
                    <a:pt x="1230" y="111"/>
                  </a:lnTo>
                  <a:lnTo>
                    <a:pt x="1241" y="99"/>
                  </a:lnTo>
                  <a:lnTo>
                    <a:pt x="1250" y="88"/>
                  </a:lnTo>
                  <a:lnTo>
                    <a:pt x="1258" y="75"/>
                  </a:lnTo>
                  <a:lnTo>
                    <a:pt x="1266" y="62"/>
                  </a:lnTo>
                  <a:lnTo>
                    <a:pt x="1273" y="48"/>
                  </a:lnTo>
                  <a:lnTo>
                    <a:pt x="1278" y="33"/>
                  </a:lnTo>
                  <a:lnTo>
                    <a:pt x="1281" y="19"/>
                  </a:lnTo>
                  <a:lnTo>
                    <a:pt x="1272" y="24"/>
                  </a:lnTo>
                  <a:lnTo>
                    <a:pt x="1245" y="37"/>
                  </a:lnTo>
                  <a:lnTo>
                    <a:pt x="1225" y="45"/>
                  </a:lnTo>
                  <a:lnTo>
                    <a:pt x="1203" y="54"/>
                  </a:lnTo>
                  <a:lnTo>
                    <a:pt x="1178" y="64"/>
                  </a:lnTo>
                  <a:lnTo>
                    <a:pt x="1150" y="73"/>
                  </a:lnTo>
                  <a:lnTo>
                    <a:pt x="1140" y="76"/>
                  </a:lnTo>
                  <a:lnTo>
                    <a:pt x="1130" y="80"/>
                  </a:lnTo>
                  <a:lnTo>
                    <a:pt x="1121" y="83"/>
                  </a:lnTo>
                  <a:lnTo>
                    <a:pt x="1111" y="86"/>
                  </a:lnTo>
                  <a:lnTo>
                    <a:pt x="1101" y="76"/>
                  </a:lnTo>
                  <a:lnTo>
                    <a:pt x="1091" y="67"/>
                  </a:lnTo>
                  <a:lnTo>
                    <a:pt x="1080" y="59"/>
                  </a:lnTo>
                  <a:lnTo>
                    <a:pt x="1070" y="50"/>
                  </a:lnTo>
                  <a:lnTo>
                    <a:pt x="1058" y="43"/>
                  </a:lnTo>
                  <a:lnTo>
                    <a:pt x="1047" y="36"/>
                  </a:lnTo>
                  <a:lnTo>
                    <a:pt x="1035" y="29"/>
                  </a:lnTo>
                  <a:lnTo>
                    <a:pt x="1022" y="23"/>
                  </a:lnTo>
                  <a:lnTo>
                    <a:pt x="1010" y="18"/>
                  </a:lnTo>
                  <a:lnTo>
                    <a:pt x="996" y="14"/>
                  </a:lnTo>
                  <a:lnTo>
                    <a:pt x="984" y="9"/>
                  </a:lnTo>
                  <a:lnTo>
                    <a:pt x="970" y="6"/>
                  </a:lnTo>
                  <a:lnTo>
                    <a:pt x="955" y="4"/>
                  </a:lnTo>
                  <a:lnTo>
                    <a:pt x="942" y="2"/>
                  </a:lnTo>
                  <a:lnTo>
                    <a:pt x="927" y="1"/>
                  </a:lnTo>
                  <a:lnTo>
                    <a:pt x="913" y="0"/>
                  </a:lnTo>
                  <a:lnTo>
                    <a:pt x="899" y="1"/>
                  </a:lnTo>
                  <a:lnTo>
                    <a:pt x="885" y="2"/>
                  </a:lnTo>
                  <a:lnTo>
                    <a:pt x="871" y="3"/>
                  </a:lnTo>
                  <a:lnTo>
                    <a:pt x="859" y="6"/>
                  </a:lnTo>
                  <a:lnTo>
                    <a:pt x="845" y="8"/>
                  </a:lnTo>
                  <a:lnTo>
                    <a:pt x="833" y="12"/>
                  </a:lnTo>
                  <a:lnTo>
                    <a:pt x="820" y="17"/>
                  </a:lnTo>
                  <a:lnTo>
                    <a:pt x="807" y="22"/>
                  </a:lnTo>
                  <a:lnTo>
                    <a:pt x="796" y="27"/>
                  </a:lnTo>
                  <a:lnTo>
                    <a:pt x="784" y="32"/>
                  </a:lnTo>
                  <a:lnTo>
                    <a:pt x="773" y="40"/>
                  </a:lnTo>
                  <a:lnTo>
                    <a:pt x="761" y="46"/>
                  </a:lnTo>
                  <a:lnTo>
                    <a:pt x="751" y="54"/>
                  </a:lnTo>
                  <a:lnTo>
                    <a:pt x="740" y="62"/>
                  </a:lnTo>
                  <a:lnTo>
                    <a:pt x="731" y="70"/>
                  </a:lnTo>
                  <a:lnTo>
                    <a:pt x="721" y="80"/>
                  </a:lnTo>
                  <a:lnTo>
                    <a:pt x="713" y="89"/>
                  </a:lnTo>
                  <a:lnTo>
                    <a:pt x="704" y="98"/>
                  </a:lnTo>
                  <a:lnTo>
                    <a:pt x="696" y="109"/>
                  </a:lnTo>
                  <a:lnTo>
                    <a:pt x="689" y="119"/>
                  </a:lnTo>
                  <a:lnTo>
                    <a:pt x="682" y="130"/>
                  </a:lnTo>
                  <a:lnTo>
                    <a:pt x="675" y="141"/>
                  </a:lnTo>
                  <a:lnTo>
                    <a:pt x="669" y="153"/>
                  </a:lnTo>
                  <a:lnTo>
                    <a:pt x="664" y="165"/>
                  </a:lnTo>
                  <a:lnTo>
                    <a:pt x="658" y="177"/>
                  </a:lnTo>
                  <a:lnTo>
                    <a:pt x="654" y="190"/>
                  </a:lnTo>
                  <a:lnTo>
                    <a:pt x="651" y="203"/>
                  </a:lnTo>
                  <a:lnTo>
                    <a:pt x="648" y="216"/>
                  </a:lnTo>
                  <a:lnTo>
                    <a:pt x="646" y="229"/>
                  </a:lnTo>
                  <a:lnTo>
                    <a:pt x="644" y="243"/>
                  </a:lnTo>
                  <a:lnTo>
                    <a:pt x="643" y="257"/>
                  </a:lnTo>
                  <a:lnTo>
                    <a:pt x="643" y="270"/>
                  </a:lnTo>
                  <a:lnTo>
                    <a:pt x="643" y="286"/>
                  </a:lnTo>
                  <a:lnTo>
                    <a:pt x="644" y="302"/>
                  </a:lnTo>
                  <a:lnTo>
                    <a:pt x="646" y="316"/>
                  </a:lnTo>
                  <a:lnTo>
                    <a:pt x="649" y="332"/>
                  </a:lnTo>
                  <a:lnTo>
                    <a:pt x="628" y="330"/>
                  </a:lnTo>
                  <a:lnTo>
                    <a:pt x="584" y="325"/>
                  </a:lnTo>
                  <a:lnTo>
                    <a:pt x="555" y="318"/>
                  </a:lnTo>
                  <a:lnTo>
                    <a:pt x="521" y="311"/>
                  </a:lnTo>
                  <a:lnTo>
                    <a:pt x="484" y="302"/>
                  </a:lnTo>
                  <a:lnTo>
                    <a:pt x="444" y="289"/>
                  </a:lnTo>
                  <a:lnTo>
                    <a:pt x="425" y="282"/>
                  </a:lnTo>
                  <a:lnTo>
                    <a:pt x="403" y="273"/>
                  </a:lnTo>
                  <a:lnTo>
                    <a:pt x="382" y="265"/>
                  </a:lnTo>
                  <a:lnTo>
                    <a:pt x="360" y="255"/>
                  </a:lnTo>
                  <a:lnTo>
                    <a:pt x="336" y="244"/>
                  </a:lnTo>
                  <a:lnTo>
                    <a:pt x="314" y="233"/>
                  </a:lnTo>
                  <a:lnTo>
                    <a:pt x="291" y="219"/>
                  </a:lnTo>
                  <a:lnTo>
                    <a:pt x="269" y="205"/>
                  </a:lnTo>
                  <a:lnTo>
                    <a:pt x="246" y="191"/>
                  </a:lnTo>
                  <a:lnTo>
                    <a:pt x="224" y="174"/>
                  </a:lnTo>
                  <a:lnTo>
                    <a:pt x="201" y="157"/>
                  </a:lnTo>
                  <a:lnTo>
                    <a:pt x="179" y="138"/>
                  </a:lnTo>
                  <a:lnTo>
                    <a:pt x="157" y="118"/>
                  </a:lnTo>
                  <a:lnTo>
                    <a:pt x="136" y="97"/>
                  </a:lnTo>
                  <a:lnTo>
                    <a:pt x="114" y="75"/>
                  </a:lnTo>
                  <a:lnTo>
                    <a:pt x="94" y="51"/>
                  </a:lnTo>
                  <a:lnTo>
                    <a:pt x="89" y="60"/>
                  </a:lnTo>
                  <a:lnTo>
                    <a:pt x="77" y="82"/>
                  </a:lnTo>
                  <a:lnTo>
                    <a:pt x="70" y="97"/>
                  </a:lnTo>
                  <a:lnTo>
                    <a:pt x="64" y="116"/>
                  </a:lnTo>
                  <a:lnTo>
                    <a:pt x="61" y="127"/>
                  </a:lnTo>
                  <a:lnTo>
                    <a:pt x="59" y="138"/>
                  </a:lnTo>
                  <a:lnTo>
                    <a:pt x="56" y="150"/>
                  </a:lnTo>
                  <a:lnTo>
                    <a:pt x="55" y="162"/>
                  </a:lnTo>
                  <a:lnTo>
                    <a:pt x="54" y="175"/>
                  </a:lnTo>
                  <a:lnTo>
                    <a:pt x="54" y="189"/>
                  </a:lnTo>
                  <a:lnTo>
                    <a:pt x="54" y="202"/>
                  </a:lnTo>
                  <a:lnTo>
                    <a:pt x="56" y="216"/>
                  </a:lnTo>
                  <a:lnTo>
                    <a:pt x="59" y="230"/>
                  </a:lnTo>
                  <a:lnTo>
                    <a:pt x="62" y="245"/>
                  </a:lnTo>
                  <a:lnTo>
                    <a:pt x="66" y="261"/>
                  </a:lnTo>
                  <a:lnTo>
                    <a:pt x="72" y="277"/>
                  </a:lnTo>
                  <a:lnTo>
                    <a:pt x="78" y="292"/>
                  </a:lnTo>
                  <a:lnTo>
                    <a:pt x="87" y="309"/>
                  </a:lnTo>
                  <a:lnTo>
                    <a:pt x="97" y="325"/>
                  </a:lnTo>
                  <a:lnTo>
                    <a:pt x="109" y="342"/>
                  </a:lnTo>
                  <a:lnTo>
                    <a:pt x="121" y="358"/>
                  </a:lnTo>
                  <a:lnTo>
                    <a:pt x="136" y="375"/>
                  </a:lnTo>
                  <a:lnTo>
                    <a:pt x="153" y="392"/>
                  </a:lnTo>
                  <a:lnTo>
                    <a:pt x="171" y="409"/>
                  </a:lnTo>
                  <a:lnTo>
                    <a:pt x="160" y="408"/>
                  </a:lnTo>
                  <a:lnTo>
                    <a:pt x="133" y="403"/>
                  </a:lnTo>
                  <a:lnTo>
                    <a:pt x="115" y="399"/>
                  </a:lnTo>
                  <a:lnTo>
                    <a:pt x="95" y="393"/>
                  </a:lnTo>
                  <a:lnTo>
                    <a:pt x="85" y="390"/>
                  </a:lnTo>
                  <a:lnTo>
                    <a:pt x="74" y="384"/>
                  </a:lnTo>
                  <a:lnTo>
                    <a:pt x="65" y="380"/>
                  </a:lnTo>
                  <a:lnTo>
                    <a:pt x="54" y="374"/>
                  </a:lnTo>
                  <a:lnTo>
                    <a:pt x="53" y="383"/>
                  </a:lnTo>
                  <a:lnTo>
                    <a:pt x="54" y="409"/>
                  </a:lnTo>
                  <a:lnTo>
                    <a:pt x="56" y="425"/>
                  </a:lnTo>
                  <a:lnTo>
                    <a:pt x="61" y="444"/>
                  </a:lnTo>
                  <a:lnTo>
                    <a:pt x="66" y="465"/>
                  </a:lnTo>
                  <a:lnTo>
                    <a:pt x="73" y="488"/>
                  </a:lnTo>
                  <a:lnTo>
                    <a:pt x="78" y="499"/>
                  </a:lnTo>
                  <a:lnTo>
                    <a:pt x="84" y="510"/>
                  </a:lnTo>
                  <a:lnTo>
                    <a:pt x="90" y="522"/>
                  </a:lnTo>
                  <a:lnTo>
                    <a:pt x="97" y="533"/>
                  </a:lnTo>
                  <a:lnTo>
                    <a:pt x="106" y="545"/>
                  </a:lnTo>
                  <a:lnTo>
                    <a:pt x="115" y="556"/>
                  </a:lnTo>
                  <a:lnTo>
                    <a:pt x="125" y="567"/>
                  </a:lnTo>
                  <a:lnTo>
                    <a:pt x="136" y="577"/>
                  </a:lnTo>
                  <a:lnTo>
                    <a:pt x="148" y="588"/>
                  </a:lnTo>
                  <a:lnTo>
                    <a:pt x="161" y="597"/>
                  </a:lnTo>
                  <a:lnTo>
                    <a:pt x="176" y="607"/>
                  </a:lnTo>
                  <a:lnTo>
                    <a:pt x="192" y="615"/>
                  </a:lnTo>
                  <a:lnTo>
                    <a:pt x="208" y="623"/>
                  </a:lnTo>
                  <a:lnTo>
                    <a:pt x="227" y="631"/>
                  </a:lnTo>
                  <a:lnTo>
                    <a:pt x="247" y="637"/>
                  </a:lnTo>
                  <a:lnTo>
                    <a:pt x="268" y="642"/>
                  </a:lnTo>
                  <a:lnTo>
                    <a:pt x="260" y="645"/>
                  </a:lnTo>
                  <a:lnTo>
                    <a:pt x="236" y="650"/>
                  </a:lnTo>
                  <a:lnTo>
                    <a:pt x="219" y="652"/>
                  </a:lnTo>
                  <a:lnTo>
                    <a:pt x="198" y="652"/>
                  </a:lnTo>
                  <a:lnTo>
                    <a:pt x="175" y="651"/>
                  </a:lnTo>
                  <a:lnTo>
                    <a:pt x="149" y="647"/>
                  </a:lnTo>
                  <a:lnTo>
                    <a:pt x="151" y="655"/>
                  </a:lnTo>
                  <a:lnTo>
                    <a:pt x="158" y="675"/>
                  </a:lnTo>
                  <a:lnTo>
                    <a:pt x="164" y="688"/>
                  </a:lnTo>
                  <a:lnTo>
                    <a:pt x="173" y="703"/>
                  </a:lnTo>
                  <a:lnTo>
                    <a:pt x="182" y="719"/>
                  </a:lnTo>
                  <a:lnTo>
                    <a:pt x="195" y="735"/>
                  </a:lnTo>
                  <a:lnTo>
                    <a:pt x="210" y="752"/>
                  </a:lnTo>
                  <a:lnTo>
                    <a:pt x="227" y="769"/>
                  </a:lnTo>
                  <a:lnTo>
                    <a:pt x="237" y="777"/>
                  </a:lnTo>
                  <a:lnTo>
                    <a:pt x="247" y="785"/>
                  </a:lnTo>
                  <a:lnTo>
                    <a:pt x="259" y="793"/>
                  </a:lnTo>
                  <a:lnTo>
                    <a:pt x="270" y="799"/>
                  </a:lnTo>
                  <a:lnTo>
                    <a:pt x="284" y="807"/>
                  </a:lnTo>
                  <a:lnTo>
                    <a:pt x="298" y="813"/>
                  </a:lnTo>
                  <a:lnTo>
                    <a:pt x="311" y="818"/>
                  </a:lnTo>
                  <a:lnTo>
                    <a:pt x="327" y="823"/>
                  </a:lnTo>
                  <a:lnTo>
                    <a:pt x="343" y="828"/>
                  </a:lnTo>
                  <a:lnTo>
                    <a:pt x="361" y="831"/>
                  </a:lnTo>
                  <a:lnTo>
                    <a:pt x="378" y="834"/>
                  </a:lnTo>
                  <a:lnTo>
                    <a:pt x="397" y="836"/>
                  </a:lnTo>
                  <a:lnTo>
                    <a:pt x="390" y="842"/>
                  </a:lnTo>
                  <a:lnTo>
                    <a:pt x="368" y="859"/>
                  </a:lnTo>
                  <a:lnTo>
                    <a:pt x="352" y="870"/>
                  </a:lnTo>
                  <a:lnTo>
                    <a:pt x="333" y="881"/>
                  </a:lnTo>
                  <a:lnTo>
                    <a:pt x="311" y="894"/>
                  </a:lnTo>
                  <a:lnTo>
                    <a:pt x="286" y="906"/>
                  </a:lnTo>
                  <a:lnTo>
                    <a:pt x="259" y="918"/>
                  </a:lnTo>
                  <a:lnTo>
                    <a:pt x="228" y="929"/>
                  </a:lnTo>
                  <a:lnTo>
                    <a:pt x="212" y="934"/>
                  </a:lnTo>
                  <a:lnTo>
                    <a:pt x="196" y="939"/>
                  </a:lnTo>
                  <a:lnTo>
                    <a:pt x="178" y="943"/>
                  </a:lnTo>
                  <a:lnTo>
                    <a:pt x="160" y="946"/>
                  </a:lnTo>
                  <a:lnTo>
                    <a:pt x="142" y="949"/>
                  </a:lnTo>
                  <a:lnTo>
                    <a:pt x="124" y="952"/>
                  </a:lnTo>
                  <a:lnTo>
                    <a:pt x="104" y="953"/>
                  </a:lnTo>
                  <a:lnTo>
                    <a:pt x="84" y="954"/>
                  </a:lnTo>
                  <a:lnTo>
                    <a:pt x="64" y="954"/>
                  </a:lnTo>
                  <a:lnTo>
                    <a:pt x="43" y="954"/>
                  </a:lnTo>
                  <a:lnTo>
                    <a:pt x="22" y="952"/>
                  </a:lnTo>
                  <a:lnTo>
                    <a:pt x="0" y="949"/>
                  </a:lnTo>
                  <a:lnTo>
                    <a:pt x="0" y="949"/>
                  </a:lnTo>
                  <a:close/>
                </a:path>
              </a:pathLst>
            </a:custGeom>
            <a:gradFill flip="none" rotWithShape="1">
              <a:gsLst>
                <a:gs pos="99000">
                  <a:schemeClr val="accent1"/>
                </a:gs>
                <a:gs pos="0">
                  <a:schemeClr val="accent2"/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9D14554-7272-467C-AA01-EBDA3F56E893}"/>
              </a:ext>
            </a:extLst>
          </p:cNvPr>
          <p:cNvGrpSpPr/>
          <p:nvPr/>
        </p:nvGrpSpPr>
        <p:grpSpPr>
          <a:xfrm>
            <a:off x="7741899" y="5089380"/>
            <a:ext cx="3034476" cy="926676"/>
            <a:chOff x="1375829" y="3761776"/>
            <a:chExt cx="3034476" cy="926676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D37677C0-91E6-459A-ABDA-4C1D1B41CF33}"/>
                </a:ext>
              </a:extLst>
            </p:cNvPr>
            <p:cNvSpPr/>
            <p:nvPr/>
          </p:nvSpPr>
          <p:spPr>
            <a:xfrm>
              <a:off x="1375829" y="4129838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0CA6C3E-D232-4658-86B7-52DD61BA1AB4}"/>
                </a:ext>
              </a:extLst>
            </p:cNvPr>
            <p:cNvSpPr/>
            <p:nvPr/>
          </p:nvSpPr>
          <p:spPr>
            <a:xfrm>
              <a:off x="1375829" y="3761776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400K Followers</a:t>
              </a:r>
            </a:p>
          </p:txBody>
        </p:sp>
      </p:grpSp>
      <p:sp>
        <p:nvSpPr>
          <p:cNvPr id="33" name="Oval 32">
            <a:extLst>
              <a:ext uri="{FF2B5EF4-FFF2-40B4-BE49-F238E27FC236}">
                <a16:creationId xmlns:a16="http://schemas.microsoft.com/office/drawing/2014/main" id="{3A574E6A-BABB-4499-B89B-C72BA600D7D7}"/>
              </a:ext>
            </a:extLst>
          </p:cNvPr>
          <p:cNvSpPr/>
          <p:nvPr/>
        </p:nvSpPr>
        <p:spPr>
          <a:xfrm>
            <a:off x="6227999" y="1205282"/>
            <a:ext cx="1155030" cy="1155028"/>
          </a:xfrm>
          <a:prstGeom prst="ellipse">
            <a:avLst/>
          </a:prstGeom>
          <a:noFill/>
          <a:ln w="38100" cap="rnd">
            <a:gradFill>
              <a:gsLst>
                <a:gs pos="25000">
                  <a:schemeClr val="accent3"/>
                </a:gs>
                <a:gs pos="100000">
                  <a:schemeClr val="accent4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236D66A-9A6E-4B3C-BFB4-1960BBE50DBA}"/>
              </a:ext>
            </a:extLst>
          </p:cNvPr>
          <p:cNvGrpSpPr/>
          <p:nvPr/>
        </p:nvGrpSpPr>
        <p:grpSpPr>
          <a:xfrm>
            <a:off x="6333974" y="1311257"/>
            <a:ext cx="943079" cy="943078"/>
            <a:chOff x="6333974" y="1311257"/>
            <a:chExt cx="943079" cy="943078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A8FBDDE8-458A-49CD-A239-BDAD68F93FB6}"/>
                </a:ext>
              </a:extLst>
            </p:cNvPr>
            <p:cNvGrpSpPr/>
            <p:nvPr/>
          </p:nvGrpSpPr>
          <p:grpSpPr>
            <a:xfrm>
              <a:off x="6333974" y="1311257"/>
              <a:ext cx="943079" cy="943078"/>
              <a:chOff x="2420481" y="2358570"/>
              <a:chExt cx="1810664" cy="1810664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D9039D33-8B73-48A8-8022-ECB2632AC520}"/>
                  </a:ext>
                </a:extLst>
              </p:cNvPr>
              <p:cNvSpPr/>
              <p:nvPr/>
            </p:nvSpPr>
            <p:spPr>
              <a:xfrm>
                <a:off x="2420481" y="2358570"/>
                <a:ext cx="1810664" cy="1810664"/>
              </a:xfrm>
              <a:prstGeom prst="ellipse">
                <a:avLst/>
              </a:prstGeom>
              <a:gradFill flip="none" rotWithShape="1">
                <a:gsLst>
                  <a:gs pos="89000">
                    <a:schemeClr val="accent3"/>
                  </a:gs>
                  <a:gs pos="0">
                    <a:schemeClr val="accent4">
                      <a:alpha val="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9389C082-A746-4566-A2F0-6367AAB1ABAB}"/>
                  </a:ext>
                </a:extLst>
              </p:cNvPr>
              <p:cNvSpPr/>
              <p:nvPr/>
            </p:nvSpPr>
            <p:spPr>
              <a:xfrm>
                <a:off x="2673286" y="2611375"/>
                <a:ext cx="1305054" cy="1305054"/>
              </a:xfrm>
              <a:prstGeom prst="ellipse">
                <a:avLst/>
              </a:prstGeom>
              <a:solidFill>
                <a:srgbClr val="3D1E66">
                  <a:alpha val="15000"/>
                </a:srgbClr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3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  <p:sp>
            <p:nvSpPr>
              <p:cNvPr id="37" name="Partial Circle 36">
                <a:extLst>
                  <a:ext uri="{FF2B5EF4-FFF2-40B4-BE49-F238E27FC236}">
                    <a16:creationId xmlns:a16="http://schemas.microsoft.com/office/drawing/2014/main" id="{57DE7363-ABAC-465C-9D44-6FBA79041369}"/>
                  </a:ext>
                </a:extLst>
              </p:cNvPr>
              <p:cNvSpPr/>
              <p:nvPr/>
            </p:nvSpPr>
            <p:spPr>
              <a:xfrm>
                <a:off x="2655440" y="2593531"/>
                <a:ext cx="1340746" cy="1340744"/>
              </a:xfrm>
              <a:prstGeom prst="pie">
                <a:avLst>
                  <a:gd name="adj1" fmla="val 16157514"/>
                  <a:gd name="adj2" fmla="val 9157090"/>
                </a:avLst>
              </a:prstGeom>
              <a:gradFill>
                <a:gsLst>
                  <a:gs pos="99000">
                    <a:schemeClr val="accent3"/>
                  </a:gs>
                  <a:gs pos="0">
                    <a:schemeClr val="accent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22788804-F91A-42FC-A3B6-C58A93687572}"/>
                  </a:ext>
                </a:extLst>
              </p:cNvPr>
              <p:cNvSpPr/>
              <p:nvPr/>
            </p:nvSpPr>
            <p:spPr>
              <a:xfrm>
                <a:off x="2976387" y="2914476"/>
                <a:ext cx="698852" cy="69885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</p:grpSp>
        <p:sp>
          <p:nvSpPr>
            <p:cNvPr id="24" name="Freeform 53">
              <a:extLst>
                <a:ext uri="{FF2B5EF4-FFF2-40B4-BE49-F238E27FC236}">
                  <a16:creationId xmlns:a16="http://schemas.microsoft.com/office/drawing/2014/main" id="{D982DC73-01FA-4176-9543-6BE2492F10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26321" y="1724807"/>
              <a:ext cx="158387" cy="115980"/>
            </a:xfrm>
            <a:custGeom>
              <a:avLst/>
              <a:gdLst>
                <a:gd name="T0" fmla="*/ 250 w 253"/>
                <a:gd name="T1" fmla="*/ 40 h 185"/>
                <a:gd name="T2" fmla="*/ 240 w 253"/>
                <a:gd name="T3" fmla="*/ 13 h 185"/>
                <a:gd name="T4" fmla="*/ 215 w 253"/>
                <a:gd name="T5" fmla="*/ 2 h 185"/>
                <a:gd name="T6" fmla="*/ 127 w 253"/>
                <a:gd name="T7" fmla="*/ 0 h 185"/>
                <a:gd name="T8" fmla="*/ 126 w 253"/>
                <a:gd name="T9" fmla="*/ 0 h 185"/>
                <a:gd name="T10" fmla="*/ 38 w 253"/>
                <a:gd name="T11" fmla="*/ 2 h 185"/>
                <a:gd name="T12" fmla="*/ 13 w 253"/>
                <a:gd name="T13" fmla="*/ 13 h 185"/>
                <a:gd name="T14" fmla="*/ 3 w 253"/>
                <a:gd name="T15" fmla="*/ 40 h 185"/>
                <a:gd name="T16" fmla="*/ 0 w 253"/>
                <a:gd name="T17" fmla="*/ 82 h 185"/>
                <a:gd name="T18" fmla="*/ 0 w 253"/>
                <a:gd name="T19" fmla="*/ 102 h 185"/>
                <a:gd name="T20" fmla="*/ 3 w 253"/>
                <a:gd name="T21" fmla="*/ 145 h 185"/>
                <a:gd name="T22" fmla="*/ 13 w 253"/>
                <a:gd name="T23" fmla="*/ 171 h 185"/>
                <a:gd name="T24" fmla="*/ 41 w 253"/>
                <a:gd name="T25" fmla="*/ 182 h 185"/>
                <a:gd name="T26" fmla="*/ 127 w 253"/>
                <a:gd name="T27" fmla="*/ 185 h 185"/>
                <a:gd name="T28" fmla="*/ 215 w 253"/>
                <a:gd name="T29" fmla="*/ 182 h 185"/>
                <a:gd name="T30" fmla="*/ 240 w 253"/>
                <a:gd name="T31" fmla="*/ 171 h 185"/>
                <a:gd name="T32" fmla="*/ 250 w 253"/>
                <a:gd name="T33" fmla="*/ 145 h 185"/>
                <a:gd name="T34" fmla="*/ 253 w 253"/>
                <a:gd name="T35" fmla="*/ 102 h 185"/>
                <a:gd name="T36" fmla="*/ 253 w 253"/>
                <a:gd name="T37" fmla="*/ 82 h 185"/>
                <a:gd name="T38" fmla="*/ 250 w 253"/>
                <a:gd name="T39" fmla="*/ 40 h 185"/>
                <a:gd name="T40" fmla="*/ 100 w 253"/>
                <a:gd name="T41" fmla="*/ 127 h 185"/>
                <a:gd name="T42" fmla="*/ 100 w 253"/>
                <a:gd name="T43" fmla="*/ 52 h 185"/>
                <a:gd name="T44" fmla="*/ 169 w 253"/>
                <a:gd name="T45" fmla="*/ 90 h 185"/>
                <a:gd name="T46" fmla="*/ 100 w 253"/>
                <a:gd name="T47" fmla="*/ 12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3" h="185">
                  <a:moveTo>
                    <a:pt x="250" y="40"/>
                  </a:moveTo>
                  <a:cubicBezTo>
                    <a:pt x="250" y="40"/>
                    <a:pt x="248" y="21"/>
                    <a:pt x="240" y="13"/>
                  </a:cubicBezTo>
                  <a:cubicBezTo>
                    <a:pt x="231" y="3"/>
                    <a:pt x="220" y="3"/>
                    <a:pt x="215" y="2"/>
                  </a:cubicBezTo>
                  <a:cubicBezTo>
                    <a:pt x="180" y="0"/>
                    <a:pt x="127" y="0"/>
                    <a:pt x="127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3" y="0"/>
                    <a:pt x="38" y="2"/>
                  </a:cubicBezTo>
                  <a:cubicBezTo>
                    <a:pt x="33" y="3"/>
                    <a:pt x="22" y="3"/>
                    <a:pt x="13" y="13"/>
                  </a:cubicBezTo>
                  <a:cubicBezTo>
                    <a:pt x="5" y="21"/>
                    <a:pt x="3" y="40"/>
                    <a:pt x="3" y="40"/>
                  </a:cubicBezTo>
                  <a:cubicBezTo>
                    <a:pt x="3" y="40"/>
                    <a:pt x="0" y="61"/>
                    <a:pt x="0" y="8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24"/>
                    <a:pt x="3" y="145"/>
                    <a:pt x="3" y="145"/>
                  </a:cubicBezTo>
                  <a:cubicBezTo>
                    <a:pt x="3" y="145"/>
                    <a:pt x="5" y="163"/>
                    <a:pt x="13" y="171"/>
                  </a:cubicBezTo>
                  <a:cubicBezTo>
                    <a:pt x="22" y="182"/>
                    <a:pt x="35" y="181"/>
                    <a:pt x="41" y="182"/>
                  </a:cubicBezTo>
                  <a:cubicBezTo>
                    <a:pt x="61" y="185"/>
                    <a:pt x="127" y="185"/>
                    <a:pt x="127" y="185"/>
                  </a:cubicBezTo>
                  <a:cubicBezTo>
                    <a:pt x="127" y="185"/>
                    <a:pt x="180" y="185"/>
                    <a:pt x="215" y="182"/>
                  </a:cubicBezTo>
                  <a:cubicBezTo>
                    <a:pt x="220" y="182"/>
                    <a:pt x="231" y="182"/>
                    <a:pt x="240" y="171"/>
                  </a:cubicBezTo>
                  <a:cubicBezTo>
                    <a:pt x="248" y="163"/>
                    <a:pt x="250" y="145"/>
                    <a:pt x="250" y="145"/>
                  </a:cubicBezTo>
                  <a:cubicBezTo>
                    <a:pt x="250" y="145"/>
                    <a:pt x="253" y="124"/>
                    <a:pt x="253" y="102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53" y="61"/>
                    <a:pt x="250" y="40"/>
                    <a:pt x="250" y="40"/>
                  </a:cubicBezTo>
                  <a:moveTo>
                    <a:pt x="100" y="127"/>
                  </a:moveTo>
                  <a:cubicBezTo>
                    <a:pt x="100" y="52"/>
                    <a:pt x="100" y="52"/>
                    <a:pt x="100" y="52"/>
                  </a:cubicBezTo>
                  <a:cubicBezTo>
                    <a:pt x="169" y="90"/>
                    <a:pt x="169" y="90"/>
                    <a:pt x="169" y="90"/>
                  </a:cubicBezTo>
                  <a:lnTo>
                    <a:pt x="100" y="127"/>
                  </a:lnTo>
                  <a:close/>
                </a:path>
              </a:pathLst>
            </a:custGeom>
            <a:gradFill flip="none" rotWithShape="1">
              <a:gsLst>
                <a:gs pos="99000">
                  <a:schemeClr val="accent3"/>
                </a:gs>
                <a:gs pos="0">
                  <a:schemeClr val="accent4"/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1CA105E-F571-4D09-B864-147EBE8DB2F8}"/>
              </a:ext>
            </a:extLst>
          </p:cNvPr>
          <p:cNvGrpSpPr/>
          <p:nvPr/>
        </p:nvGrpSpPr>
        <p:grpSpPr>
          <a:xfrm>
            <a:off x="7750527" y="1319458"/>
            <a:ext cx="3034476" cy="926676"/>
            <a:chOff x="1375829" y="3761776"/>
            <a:chExt cx="3034476" cy="926676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D62BBBCD-7952-4BDA-AF22-F3B4FD5EF21F}"/>
                </a:ext>
              </a:extLst>
            </p:cNvPr>
            <p:cNvSpPr/>
            <p:nvPr/>
          </p:nvSpPr>
          <p:spPr>
            <a:xfrm>
              <a:off x="1375829" y="4129838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AE4AB6D3-4476-4EF0-ABCA-9EE36714C3C9}"/>
                </a:ext>
              </a:extLst>
            </p:cNvPr>
            <p:cNvSpPr/>
            <p:nvPr/>
          </p:nvSpPr>
          <p:spPr>
            <a:xfrm>
              <a:off x="1375829" y="3761776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700K Subscriber</a:t>
              </a:r>
            </a:p>
          </p:txBody>
        </p: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37C28807-105C-4203-8C5D-B96E1A814C43}"/>
              </a:ext>
            </a:extLst>
          </p:cNvPr>
          <p:cNvSpPr/>
          <p:nvPr/>
        </p:nvSpPr>
        <p:spPr>
          <a:xfrm>
            <a:off x="6937512" y="3090243"/>
            <a:ext cx="1155030" cy="1155028"/>
          </a:xfrm>
          <a:prstGeom prst="ellipse">
            <a:avLst/>
          </a:prstGeom>
          <a:noFill/>
          <a:ln w="38100" cap="rnd">
            <a:gradFill>
              <a:gsLst>
                <a:gs pos="25000">
                  <a:schemeClr val="accent5"/>
                </a:gs>
                <a:gs pos="100000">
                  <a:schemeClr val="accent6">
                    <a:alpha val="0"/>
                  </a:schemeClr>
                </a:gs>
              </a:gsLst>
              <a:lin ang="2700000" scaled="0"/>
            </a:gradFill>
            <a:prstDash val="dashDot"/>
            <a:round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832D7D0-99B2-443B-B452-29F35CEFC974}"/>
              </a:ext>
            </a:extLst>
          </p:cNvPr>
          <p:cNvGrpSpPr/>
          <p:nvPr/>
        </p:nvGrpSpPr>
        <p:grpSpPr>
          <a:xfrm>
            <a:off x="7043487" y="3196218"/>
            <a:ext cx="943079" cy="943078"/>
            <a:chOff x="7043487" y="3196218"/>
            <a:chExt cx="943079" cy="943078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CAF6868D-AB75-4758-AEE2-92C01168B95C}"/>
                </a:ext>
              </a:extLst>
            </p:cNvPr>
            <p:cNvGrpSpPr/>
            <p:nvPr/>
          </p:nvGrpSpPr>
          <p:grpSpPr>
            <a:xfrm>
              <a:off x="7043487" y="3196218"/>
              <a:ext cx="943079" cy="943078"/>
              <a:chOff x="2420481" y="2358570"/>
              <a:chExt cx="1810664" cy="1810664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C105F572-6815-423E-B04A-1F1E283BD711}"/>
                  </a:ext>
                </a:extLst>
              </p:cNvPr>
              <p:cNvSpPr/>
              <p:nvPr/>
            </p:nvSpPr>
            <p:spPr>
              <a:xfrm>
                <a:off x="2420481" y="2358570"/>
                <a:ext cx="1810664" cy="1810664"/>
              </a:xfrm>
              <a:prstGeom prst="ellipse">
                <a:avLst/>
              </a:prstGeom>
              <a:gradFill flip="none" rotWithShape="1">
                <a:gsLst>
                  <a:gs pos="89000">
                    <a:schemeClr val="accent5"/>
                  </a:gs>
                  <a:gs pos="0">
                    <a:schemeClr val="accent6">
                      <a:alpha val="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5E92B272-0501-4132-8163-FEE6F3CBAECF}"/>
                  </a:ext>
                </a:extLst>
              </p:cNvPr>
              <p:cNvSpPr/>
              <p:nvPr/>
            </p:nvSpPr>
            <p:spPr>
              <a:xfrm>
                <a:off x="2673286" y="2611375"/>
                <a:ext cx="1305054" cy="1305054"/>
              </a:xfrm>
              <a:prstGeom prst="ellipse">
                <a:avLst/>
              </a:prstGeom>
              <a:solidFill>
                <a:srgbClr val="3D1E66">
                  <a:alpha val="15000"/>
                </a:srgbClr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3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  <p:sp>
            <p:nvSpPr>
              <p:cNvPr id="30" name="Partial Circle 29">
                <a:extLst>
                  <a:ext uri="{FF2B5EF4-FFF2-40B4-BE49-F238E27FC236}">
                    <a16:creationId xmlns:a16="http://schemas.microsoft.com/office/drawing/2014/main" id="{5894594F-8798-4C03-AC2B-C73AD1E9CF65}"/>
                  </a:ext>
                </a:extLst>
              </p:cNvPr>
              <p:cNvSpPr/>
              <p:nvPr/>
            </p:nvSpPr>
            <p:spPr>
              <a:xfrm>
                <a:off x="2655441" y="2593532"/>
                <a:ext cx="1340747" cy="1340744"/>
              </a:xfrm>
              <a:prstGeom prst="pie">
                <a:avLst>
                  <a:gd name="adj1" fmla="val 16157514"/>
                  <a:gd name="adj2" fmla="val 5921936"/>
                </a:avLst>
              </a:prstGeom>
              <a:gradFill>
                <a:gsLst>
                  <a:gs pos="99000">
                    <a:schemeClr val="accent5"/>
                  </a:gs>
                  <a:gs pos="0">
                    <a:schemeClr val="accent6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D4239741-BE30-4ECF-A801-14A56040579C}"/>
                  </a:ext>
                </a:extLst>
              </p:cNvPr>
              <p:cNvSpPr/>
              <p:nvPr/>
            </p:nvSpPr>
            <p:spPr>
              <a:xfrm>
                <a:off x="2976387" y="2914476"/>
                <a:ext cx="698852" cy="69885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1270000" sx="90000" sy="90000" algn="ctr" rotWithShape="0">
                  <a:schemeClr val="tx1">
                    <a:lumMod val="85000"/>
                    <a:lumOff val="1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400"/>
              </a:p>
            </p:txBody>
          </p:sp>
        </p:grpSp>
        <p:sp>
          <p:nvSpPr>
            <p:cNvPr id="22" name="Freeform 142">
              <a:extLst>
                <a:ext uri="{FF2B5EF4-FFF2-40B4-BE49-F238E27FC236}">
                  <a16:creationId xmlns:a16="http://schemas.microsoft.com/office/drawing/2014/main" id="{A4FAE2DA-6DD9-4556-A9F0-C6D1FFCA1B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67654" y="3572361"/>
              <a:ext cx="94747" cy="190791"/>
            </a:xfrm>
            <a:custGeom>
              <a:avLst/>
              <a:gdLst>
                <a:gd name="T0" fmla="*/ 53 w 73"/>
                <a:gd name="T1" fmla="*/ 28 h 147"/>
                <a:gd name="T2" fmla="*/ 73 w 73"/>
                <a:gd name="T3" fmla="*/ 28 h 147"/>
                <a:gd name="T4" fmla="*/ 73 w 73"/>
                <a:gd name="T5" fmla="*/ 0 h 147"/>
                <a:gd name="T6" fmla="*/ 51 w 73"/>
                <a:gd name="T7" fmla="*/ 0 h 147"/>
                <a:gd name="T8" fmla="*/ 51 w 73"/>
                <a:gd name="T9" fmla="*/ 0 h 147"/>
                <a:gd name="T10" fmla="*/ 51 w 73"/>
                <a:gd name="T11" fmla="*/ 0 h 147"/>
                <a:gd name="T12" fmla="*/ 41 w 73"/>
                <a:gd name="T13" fmla="*/ 2 h 147"/>
                <a:gd name="T14" fmla="*/ 34 w 73"/>
                <a:gd name="T15" fmla="*/ 4 h 147"/>
                <a:gd name="T16" fmla="*/ 28 w 73"/>
                <a:gd name="T17" fmla="*/ 8 h 147"/>
                <a:gd name="T18" fmla="*/ 24 w 73"/>
                <a:gd name="T19" fmla="*/ 12 h 147"/>
                <a:gd name="T20" fmla="*/ 22 w 73"/>
                <a:gd name="T21" fmla="*/ 16 h 147"/>
                <a:gd name="T22" fmla="*/ 20 w 73"/>
                <a:gd name="T23" fmla="*/ 22 h 147"/>
                <a:gd name="T24" fmla="*/ 18 w 73"/>
                <a:gd name="T25" fmla="*/ 33 h 147"/>
                <a:gd name="T26" fmla="*/ 18 w 73"/>
                <a:gd name="T27" fmla="*/ 33 h 147"/>
                <a:gd name="T28" fmla="*/ 18 w 73"/>
                <a:gd name="T29" fmla="*/ 47 h 147"/>
                <a:gd name="T30" fmla="*/ 0 w 73"/>
                <a:gd name="T31" fmla="*/ 47 h 147"/>
                <a:gd name="T32" fmla="*/ 0 w 73"/>
                <a:gd name="T33" fmla="*/ 75 h 147"/>
                <a:gd name="T34" fmla="*/ 18 w 73"/>
                <a:gd name="T35" fmla="*/ 75 h 147"/>
                <a:gd name="T36" fmla="*/ 18 w 73"/>
                <a:gd name="T37" fmla="*/ 147 h 147"/>
                <a:gd name="T38" fmla="*/ 45 w 73"/>
                <a:gd name="T39" fmla="*/ 147 h 147"/>
                <a:gd name="T40" fmla="*/ 45 w 73"/>
                <a:gd name="T41" fmla="*/ 75 h 147"/>
                <a:gd name="T42" fmla="*/ 69 w 73"/>
                <a:gd name="T43" fmla="*/ 75 h 147"/>
                <a:gd name="T44" fmla="*/ 73 w 73"/>
                <a:gd name="T45" fmla="*/ 47 h 147"/>
                <a:gd name="T46" fmla="*/ 45 w 73"/>
                <a:gd name="T47" fmla="*/ 47 h 147"/>
                <a:gd name="T48" fmla="*/ 45 w 73"/>
                <a:gd name="T49" fmla="*/ 37 h 147"/>
                <a:gd name="T50" fmla="*/ 45 w 73"/>
                <a:gd name="T51" fmla="*/ 37 h 147"/>
                <a:gd name="T52" fmla="*/ 45 w 73"/>
                <a:gd name="T53" fmla="*/ 33 h 147"/>
                <a:gd name="T54" fmla="*/ 47 w 73"/>
                <a:gd name="T55" fmla="*/ 31 h 147"/>
                <a:gd name="T56" fmla="*/ 51 w 73"/>
                <a:gd name="T57" fmla="*/ 29 h 147"/>
                <a:gd name="T58" fmla="*/ 53 w 73"/>
                <a:gd name="T59" fmla="*/ 28 h 147"/>
                <a:gd name="T60" fmla="*/ 53 w 73"/>
                <a:gd name="T61" fmla="*/ 28 h 147"/>
                <a:gd name="T62" fmla="*/ 53 w 73"/>
                <a:gd name="T63" fmla="*/ 28 h 147"/>
                <a:gd name="T64" fmla="*/ 53 w 73"/>
                <a:gd name="T65" fmla="*/ 2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47">
                  <a:moveTo>
                    <a:pt x="53" y="28"/>
                  </a:moveTo>
                  <a:lnTo>
                    <a:pt x="73" y="28"/>
                  </a:lnTo>
                  <a:lnTo>
                    <a:pt x="73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4" y="4"/>
                  </a:lnTo>
                  <a:lnTo>
                    <a:pt x="28" y="8"/>
                  </a:lnTo>
                  <a:lnTo>
                    <a:pt x="24" y="12"/>
                  </a:lnTo>
                  <a:lnTo>
                    <a:pt x="22" y="16"/>
                  </a:lnTo>
                  <a:lnTo>
                    <a:pt x="20" y="22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8" y="47"/>
                  </a:lnTo>
                  <a:lnTo>
                    <a:pt x="0" y="47"/>
                  </a:lnTo>
                  <a:lnTo>
                    <a:pt x="0" y="75"/>
                  </a:lnTo>
                  <a:lnTo>
                    <a:pt x="18" y="75"/>
                  </a:lnTo>
                  <a:lnTo>
                    <a:pt x="18" y="147"/>
                  </a:lnTo>
                  <a:lnTo>
                    <a:pt x="45" y="147"/>
                  </a:lnTo>
                  <a:lnTo>
                    <a:pt x="45" y="75"/>
                  </a:lnTo>
                  <a:lnTo>
                    <a:pt x="69" y="75"/>
                  </a:lnTo>
                  <a:lnTo>
                    <a:pt x="73" y="47"/>
                  </a:lnTo>
                  <a:lnTo>
                    <a:pt x="45" y="47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5" y="33"/>
                  </a:lnTo>
                  <a:lnTo>
                    <a:pt x="47" y="31"/>
                  </a:lnTo>
                  <a:lnTo>
                    <a:pt x="51" y="29"/>
                  </a:lnTo>
                  <a:lnTo>
                    <a:pt x="53" y="28"/>
                  </a:lnTo>
                  <a:lnTo>
                    <a:pt x="53" y="28"/>
                  </a:lnTo>
                  <a:close/>
                  <a:moveTo>
                    <a:pt x="53" y="28"/>
                  </a:moveTo>
                  <a:lnTo>
                    <a:pt x="53" y="28"/>
                  </a:lnTo>
                  <a:close/>
                </a:path>
              </a:pathLst>
            </a:custGeom>
            <a:gradFill flip="none" rotWithShape="1">
              <a:gsLst>
                <a:gs pos="99000">
                  <a:schemeClr val="accent5"/>
                </a:gs>
                <a:gs pos="0">
                  <a:schemeClr val="accent6"/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148B312-C155-4C80-9E9E-D67F321841EA}"/>
              </a:ext>
            </a:extLst>
          </p:cNvPr>
          <p:cNvGrpSpPr/>
          <p:nvPr/>
        </p:nvGrpSpPr>
        <p:grpSpPr>
          <a:xfrm>
            <a:off x="8442348" y="3204419"/>
            <a:ext cx="3034476" cy="926676"/>
            <a:chOff x="1375829" y="3761776"/>
            <a:chExt cx="3034476" cy="926676"/>
          </a:xfrm>
        </p:grpSpPr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ED3A4A2D-9565-4183-8542-2973A9EB5D72}"/>
                </a:ext>
              </a:extLst>
            </p:cNvPr>
            <p:cNvSpPr/>
            <p:nvPr/>
          </p:nvSpPr>
          <p:spPr>
            <a:xfrm>
              <a:off x="1375829" y="4129838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C08EC351-6862-4DAD-8045-3D900D992134}"/>
                </a:ext>
              </a:extLst>
            </p:cNvPr>
            <p:cNvSpPr/>
            <p:nvPr/>
          </p:nvSpPr>
          <p:spPr>
            <a:xfrm>
              <a:off x="1375829" y="3761776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500K Friends</a:t>
              </a:r>
            </a:p>
          </p:txBody>
        </p:sp>
      </p:grpSp>
      <p:sp>
        <p:nvSpPr>
          <p:cNvPr id="72" name="Oval 71">
            <a:extLst>
              <a:ext uri="{FF2B5EF4-FFF2-40B4-BE49-F238E27FC236}">
                <a16:creationId xmlns:a16="http://schemas.microsoft.com/office/drawing/2014/main" id="{07FAE26E-847B-42CD-A22A-C76CF8A115AE}"/>
              </a:ext>
            </a:extLst>
          </p:cNvPr>
          <p:cNvSpPr/>
          <p:nvPr/>
        </p:nvSpPr>
        <p:spPr>
          <a:xfrm>
            <a:off x="-223897" y="-3144"/>
            <a:ext cx="7341802" cy="7341802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BEF97593-5E99-402F-8794-2BF6A78AE8F1}"/>
              </a:ext>
            </a:extLst>
          </p:cNvPr>
          <p:cNvSpPr/>
          <p:nvPr/>
        </p:nvSpPr>
        <p:spPr>
          <a:xfrm>
            <a:off x="849916" y="1070668"/>
            <a:ext cx="5194178" cy="5194178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F8FEA666-737A-4441-992E-171CDA2C7E0B}"/>
              </a:ext>
            </a:extLst>
          </p:cNvPr>
          <p:cNvSpPr/>
          <p:nvPr/>
        </p:nvSpPr>
        <p:spPr>
          <a:xfrm>
            <a:off x="1768631" y="1989385"/>
            <a:ext cx="3356744" cy="3356745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83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F5BE2961-9668-4672-98AD-0A25655612D2}"/>
              </a:ext>
            </a:extLst>
          </p:cNvPr>
          <p:cNvGrpSpPr/>
          <p:nvPr/>
        </p:nvGrpSpPr>
        <p:grpSpPr>
          <a:xfrm>
            <a:off x="1336437" y="2468738"/>
            <a:ext cx="4221134" cy="2398039"/>
            <a:chOff x="3126907" y="2259821"/>
            <a:chExt cx="4221134" cy="2398039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C4017FDA-7DF4-4B88-BEA5-8D5B6C45CA79}"/>
                </a:ext>
              </a:extLst>
            </p:cNvPr>
            <p:cNvSpPr/>
            <p:nvPr/>
          </p:nvSpPr>
          <p:spPr>
            <a:xfrm>
              <a:off x="3126908" y="2737334"/>
              <a:ext cx="4221133" cy="19205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7200" b="1" i="0" spc="-150" dirty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20000"/>
                        </a:schemeClr>
                      </a:gs>
                      <a:gs pos="64000">
                        <a:schemeClr val="bg1"/>
                      </a:gs>
                    </a:gsLst>
                    <a:lin ang="0" scaled="0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Social		Media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CCF498C5-5742-4030-BAA2-7C37AA6EC0AD}"/>
                </a:ext>
              </a:extLst>
            </p:cNvPr>
            <p:cNvSpPr/>
            <p:nvPr/>
          </p:nvSpPr>
          <p:spPr>
            <a:xfrm>
              <a:off x="3126907" y="2259821"/>
              <a:ext cx="33681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81" name="Oval 80">
            <a:extLst>
              <a:ext uri="{FF2B5EF4-FFF2-40B4-BE49-F238E27FC236}">
                <a16:creationId xmlns:a16="http://schemas.microsoft.com/office/drawing/2014/main" id="{BD103C44-8A96-4078-A08F-D29761FAC672}"/>
              </a:ext>
            </a:extLst>
          </p:cNvPr>
          <p:cNvSpPr/>
          <p:nvPr/>
        </p:nvSpPr>
        <p:spPr>
          <a:xfrm>
            <a:off x="-589491" y="5269772"/>
            <a:ext cx="1317030" cy="13170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86B7027-88E9-466A-AC56-BC8D679D17C0}"/>
              </a:ext>
            </a:extLst>
          </p:cNvPr>
          <p:cNvSpPr/>
          <p:nvPr/>
        </p:nvSpPr>
        <p:spPr>
          <a:xfrm>
            <a:off x="723402" y="4930593"/>
            <a:ext cx="415537" cy="41553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A4B6E21F-CAFF-4284-866E-9E3840F4DF51}"/>
              </a:ext>
            </a:extLst>
          </p:cNvPr>
          <p:cNvSpPr/>
          <p:nvPr/>
        </p:nvSpPr>
        <p:spPr>
          <a:xfrm>
            <a:off x="11390175" y="1597408"/>
            <a:ext cx="1636415" cy="163641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F8E46A64-FBFB-4BEB-A55C-13D9BF01B5C5}"/>
              </a:ext>
            </a:extLst>
          </p:cNvPr>
          <p:cNvSpPr/>
          <p:nvPr/>
        </p:nvSpPr>
        <p:spPr>
          <a:xfrm>
            <a:off x="11026741" y="1361938"/>
            <a:ext cx="363434" cy="36343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78038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5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49" presetClass="entr" presetSubtype="0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75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3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repeatCount="indefinite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Scale>
                                          <p:cBhvr>
                                            <p:cTn id="59" dur="5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0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6" presetClass="emph" presetSubtype="0" repeatCount="indefinite" autoRev="1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Scale>
                                          <p:cBhvr>
                                            <p:cTn id="76" dur="5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6" presetClass="entr" presetSubtype="32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7" dur="75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0" dur="75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1" dur="75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42" presetClass="path" presetSubtype="0" repeatCount="indefinite" accel="50000" decel="50000" autoRev="1" fill="hold" grpId="1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93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decel="100000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7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7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repeatCount="indefinite" accel="50000" decel="50000" autoRev="1" fill="hold" grpId="1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99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7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7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42" presetClass="path" presetSubtype="0" repeatCount="indefinite" accel="50000" decel="50000" autoRev="1" fill="hold" grpId="1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105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75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75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42" presetClass="path" presetSubtype="0" repeatCount="indefinite" accel="50000" decel="50000" autoRev="1" fill="hold" grpId="1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111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2" grpId="1" animBg="1"/>
          <p:bldP spid="33" grpId="0" animBg="1"/>
          <p:bldP spid="33" grpId="1" animBg="1"/>
          <p:bldP spid="26" grpId="0" animBg="1"/>
          <p:bldP spid="26" grpId="1" animBg="1"/>
          <p:bldP spid="72" grpId="0" animBg="1"/>
          <p:bldP spid="72" grpId="1" animBg="1"/>
          <p:bldP spid="72" grpId="2" animBg="1"/>
          <p:bldP spid="66" grpId="0" animBg="1"/>
          <p:bldP spid="66" grpId="1" animBg="1"/>
          <p:bldP spid="66" grpId="2" animBg="1"/>
          <p:bldP spid="67" grpId="0" animBg="1"/>
          <p:bldP spid="67" grpId="1" animBg="1"/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84" grpId="0" animBg="1"/>
          <p:bldP spid="84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5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49" presetClass="entr" presetSubtype="0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75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3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repeatCount="indefinite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Scale>
                                          <p:cBhvr>
                                            <p:cTn id="59" dur="5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0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6" presetClass="emph" presetSubtype="0" repeatCount="indefinite" autoRev="1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Scale>
                                          <p:cBhvr>
                                            <p:cTn id="76" dur="5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6" presetClass="entr" presetSubtype="32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7" dur="75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0" dur="75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1" dur="75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42" presetClass="path" presetSubtype="0" repeatCount="indefinite" accel="50000" decel="50000" autoRev="1" fill="hold" grpId="1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93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decel="100000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7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7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repeatCount="indefinite" accel="50000" decel="50000" autoRev="1" fill="hold" grpId="1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99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7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7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42" presetClass="path" presetSubtype="0" repeatCount="indefinite" accel="50000" decel="50000" autoRev="1" fill="hold" grpId="1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105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decel="100000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75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75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42" presetClass="path" presetSubtype="0" repeatCount="indefinite" accel="50000" decel="50000" autoRev="1" fill="hold" grpId="1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Motion origin="layout" path="M 1.66667E-6 0 L 1.66667E-6 0.02847 " pathEditMode="relative" rAng="0" ptsTypes="AA">
                                          <p:cBhvr>
                                            <p:cTn id="111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2" grpId="1" animBg="1"/>
          <p:bldP spid="33" grpId="0" animBg="1"/>
          <p:bldP spid="33" grpId="1" animBg="1"/>
          <p:bldP spid="26" grpId="0" animBg="1"/>
          <p:bldP spid="26" grpId="1" animBg="1"/>
          <p:bldP spid="72" grpId="0" animBg="1"/>
          <p:bldP spid="72" grpId="1" animBg="1"/>
          <p:bldP spid="72" grpId="2" animBg="1"/>
          <p:bldP spid="66" grpId="0" animBg="1"/>
          <p:bldP spid="66" grpId="1" animBg="1"/>
          <p:bldP spid="66" grpId="2" animBg="1"/>
          <p:bldP spid="67" grpId="0" animBg="1"/>
          <p:bldP spid="67" grpId="1" animBg="1"/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84" grpId="0" animBg="1"/>
          <p:bldP spid="84" grpId="1" animBg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Oval 59">
            <a:extLst>
              <a:ext uri="{FF2B5EF4-FFF2-40B4-BE49-F238E27FC236}">
                <a16:creationId xmlns:a16="http://schemas.microsoft.com/office/drawing/2014/main" id="{7C7F2422-98FE-444F-A47F-803C4D611691}"/>
              </a:ext>
            </a:extLst>
          </p:cNvPr>
          <p:cNvSpPr/>
          <p:nvPr/>
        </p:nvSpPr>
        <p:spPr>
          <a:xfrm>
            <a:off x="11200072" y="926774"/>
            <a:ext cx="1826082" cy="182608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6CF3DBB1-7FBC-4EA5-9751-CF50AA53B94B}"/>
              </a:ext>
            </a:extLst>
          </p:cNvPr>
          <p:cNvSpPr/>
          <p:nvPr/>
        </p:nvSpPr>
        <p:spPr>
          <a:xfrm>
            <a:off x="2455071" y="5781"/>
            <a:ext cx="7281858" cy="7281858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2000"/>
                </a:schemeClr>
              </a:gs>
              <a:gs pos="99000">
                <a:schemeClr val="accent2">
                  <a:alpha val="200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1B82241C-E24E-4F3D-9CDB-D88FDFBA5318}"/>
              </a:ext>
            </a:extLst>
          </p:cNvPr>
          <p:cNvSpPr/>
          <p:nvPr/>
        </p:nvSpPr>
        <p:spPr>
          <a:xfrm>
            <a:off x="3551847" y="1102557"/>
            <a:ext cx="5088306" cy="5088306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E9F21B99-8A90-42F0-9F39-195DDC5DEF05}"/>
              </a:ext>
            </a:extLst>
          </p:cNvPr>
          <p:cNvSpPr/>
          <p:nvPr/>
        </p:nvSpPr>
        <p:spPr>
          <a:xfrm>
            <a:off x="4577255" y="1501957"/>
            <a:ext cx="3037490" cy="3854086"/>
          </a:xfrm>
          <a:prstGeom prst="roundRect">
            <a:avLst>
              <a:gd name="adj" fmla="val 779"/>
            </a:avLst>
          </a:prstGeom>
          <a:gradFill>
            <a:gsLst>
              <a:gs pos="0">
                <a:schemeClr val="accent2">
                  <a:lumMod val="75000"/>
                </a:schemeClr>
              </a:gs>
              <a:gs pos="75000">
                <a:srgbClr val="3D1E66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270000" dist="3175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6295BA-C456-4085-848B-6E35F1221401}"/>
              </a:ext>
            </a:extLst>
          </p:cNvPr>
          <p:cNvGrpSpPr/>
          <p:nvPr/>
        </p:nvGrpSpPr>
        <p:grpSpPr>
          <a:xfrm>
            <a:off x="4793674" y="1598715"/>
            <a:ext cx="2091031" cy="295466"/>
            <a:chOff x="913736" y="570924"/>
            <a:chExt cx="2302192" cy="325303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54D0C41-7BC7-4EDC-A743-E80E2CA20CE9}"/>
                </a:ext>
              </a:extLst>
            </p:cNvPr>
            <p:cNvSpPr/>
            <p:nvPr/>
          </p:nvSpPr>
          <p:spPr>
            <a:xfrm>
              <a:off x="1220064" y="570924"/>
              <a:ext cx="1995864" cy="3253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JOHN | </a:t>
              </a: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 Light" panose="02000000000000000000" pitchFamily="2" charset="0"/>
                  <a:cs typeface="Poppins Light" panose="02000000000000000000" pitchFamily="2" charset="0"/>
                </a:rPr>
                <a:t>ASTRONAUT</a:t>
              </a:r>
            </a:p>
          </p:txBody>
        </p:sp>
        <p:sp>
          <p:nvSpPr>
            <p:cNvPr id="44" name="Freeform 16">
              <a:extLst>
                <a:ext uri="{FF2B5EF4-FFF2-40B4-BE49-F238E27FC236}">
                  <a16:creationId xmlns:a16="http://schemas.microsoft.com/office/drawing/2014/main" id="{8CE615D0-5B52-4DD7-B2B0-5DCFFD7412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36" y="627483"/>
              <a:ext cx="241170" cy="223200"/>
            </a:xfrm>
            <a:custGeom>
              <a:avLst/>
              <a:gdLst>
                <a:gd name="T0" fmla="*/ 136 w 216"/>
                <a:gd name="T1" fmla="*/ 44 h 200"/>
                <a:gd name="T2" fmla="*/ 84 w 216"/>
                <a:gd name="T3" fmla="*/ 16 h 200"/>
                <a:gd name="T4" fmla="*/ 92 w 216"/>
                <a:gd name="T5" fmla="*/ 24 h 200"/>
                <a:gd name="T6" fmla="*/ 128 w 216"/>
                <a:gd name="T7" fmla="*/ 36 h 200"/>
                <a:gd name="T8" fmla="*/ 92 w 216"/>
                <a:gd name="T9" fmla="*/ 24 h 200"/>
                <a:gd name="T10" fmla="*/ 152 w 216"/>
                <a:gd name="T11" fmla="*/ 36 h 200"/>
                <a:gd name="T12" fmla="*/ 132 w 216"/>
                <a:gd name="T13" fmla="*/ 0 h 200"/>
                <a:gd name="T14" fmla="*/ 68 w 216"/>
                <a:gd name="T15" fmla="*/ 20 h 200"/>
                <a:gd name="T16" fmla="*/ 56 w 216"/>
                <a:gd name="T17" fmla="*/ 36 h 200"/>
                <a:gd name="T18" fmla="*/ 20 w 216"/>
                <a:gd name="T19" fmla="*/ 24 h 200"/>
                <a:gd name="T20" fmla="*/ 0 w 216"/>
                <a:gd name="T21" fmla="*/ 56 h 200"/>
                <a:gd name="T22" fmla="*/ 20 w 216"/>
                <a:gd name="T23" fmla="*/ 172 h 200"/>
                <a:gd name="T24" fmla="*/ 109 w 216"/>
                <a:gd name="T25" fmla="*/ 200 h 200"/>
                <a:gd name="T26" fmla="*/ 196 w 216"/>
                <a:gd name="T27" fmla="*/ 172 h 200"/>
                <a:gd name="T28" fmla="*/ 216 w 216"/>
                <a:gd name="T29" fmla="*/ 56 h 200"/>
                <a:gd name="T30" fmla="*/ 28 w 216"/>
                <a:gd name="T31" fmla="*/ 32 h 200"/>
                <a:gd name="T32" fmla="*/ 48 w 216"/>
                <a:gd name="T33" fmla="*/ 36 h 200"/>
                <a:gd name="T34" fmla="*/ 28 w 216"/>
                <a:gd name="T35" fmla="*/ 32 h 200"/>
                <a:gd name="T36" fmla="*/ 162 w 216"/>
                <a:gd name="T37" fmla="*/ 144 h 200"/>
                <a:gd name="T38" fmla="*/ 62 w 216"/>
                <a:gd name="T39" fmla="*/ 165 h 200"/>
                <a:gd name="T40" fmla="*/ 60 w 216"/>
                <a:gd name="T41" fmla="*/ 161 h 200"/>
                <a:gd name="T42" fmla="*/ 58 w 216"/>
                <a:gd name="T43" fmla="*/ 155 h 200"/>
                <a:gd name="T44" fmla="*/ 56 w 216"/>
                <a:gd name="T45" fmla="*/ 151 h 200"/>
                <a:gd name="T46" fmla="*/ 55 w 216"/>
                <a:gd name="T47" fmla="*/ 145 h 200"/>
                <a:gd name="T48" fmla="*/ 55 w 216"/>
                <a:gd name="T49" fmla="*/ 138 h 200"/>
                <a:gd name="T50" fmla="*/ 163 w 216"/>
                <a:gd name="T51" fmla="*/ 138 h 200"/>
                <a:gd name="T52" fmla="*/ 208 w 216"/>
                <a:gd name="T53" fmla="*/ 152 h 200"/>
                <a:gd name="T54" fmla="*/ 165 w 216"/>
                <a:gd name="T55" fmla="*/ 164 h 200"/>
                <a:gd name="T56" fmla="*/ 171 w 216"/>
                <a:gd name="T57" fmla="*/ 138 h 200"/>
                <a:gd name="T58" fmla="*/ 47 w 216"/>
                <a:gd name="T59" fmla="*/ 138 h 200"/>
                <a:gd name="T60" fmla="*/ 52 w 216"/>
                <a:gd name="T61" fmla="*/ 164 h 200"/>
                <a:gd name="T62" fmla="*/ 8 w 216"/>
                <a:gd name="T63" fmla="*/ 152 h 200"/>
                <a:gd name="T64" fmla="*/ 208 w 216"/>
                <a:gd name="T65" fmla="*/ 64 h 200"/>
                <a:gd name="T66" fmla="*/ 208 w 216"/>
                <a:gd name="T67" fmla="*/ 56 h 200"/>
                <a:gd name="T68" fmla="*/ 8 w 216"/>
                <a:gd name="T69" fmla="*/ 56 h 200"/>
                <a:gd name="T70" fmla="*/ 76 w 216"/>
                <a:gd name="T71" fmla="*/ 44 h 200"/>
                <a:gd name="T72" fmla="*/ 88 w 216"/>
                <a:gd name="T73" fmla="*/ 8 h 200"/>
                <a:gd name="T74" fmla="*/ 144 w 216"/>
                <a:gd name="T75" fmla="*/ 20 h 200"/>
                <a:gd name="T76" fmla="*/ 196 w 216"/>
                <a:gd name="T77" fmla="*/ 44 h 200"/>
                <a:gd name="T78" fmla="*/ 109 w 216"/>
                <a:gd name="T79" fmla="*/ 98 h 200"/>
                <a:gd name="T80" fmla="*/ 109 w 216"/>
                <a:gd name="T81" fmla="*/ 181 h 200"/>
                <a:gd name="T82" fmla="*/ 109 w 216"/>
                <a:gd name="T83" fmla="*/ 98 h 200"/>
                <a:gd name="T84" fmla="*/ 76 w 216"/>
                <a:gd name="T85" fmla="*/ 139 h 200"/>
                <a:gd name="T86" fmla="*/ 143 w 216"/>
                <a:gd name="T87" fmla="*/ 139 h 200"/>
                <a:gd name="T88" fmla="*/ 176 w 216"/>
                <a:gd name="T89" fmla="*/ 88 h 200"/>
                <a:gd name="T90" fmla="*/ 196 w 216"/>
                <a:gd name="T91" fmla="*/ 84 h 200"/>
                <a:gd name="T92" fmla="*/ 176 w 216"/>
                <a:gd name="T93" fmla="*/ 80 h 200"/>
                <a:gd name="T94" fmla="*/ 176 w 216"/>
                <a:gd name="T95" fmla="*/ 8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" h="200">
                  <a:moveTo>
                    <a:pt x="84" y="44"/>
                  </a:moveTo>
                  <a:cubicBezTo>
                    <a:pt x="136" y="44"/>
                    <a:pt x="136" y="44"/>
                    <a:pt x="136" y="44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84" y="16"/>
                    <a:pt x="84" y="16"/>
                    <a:pt x="84" y="16"/>
                  </a:cubicBezTo>
                  <a:lnTo>
                    <a:pt x="84" y="44"/>
                  </a:lnTo>
                  <a:close/>
                  <a:moveTo>
                    <a:pt x="92" y="24"/>
                  </a:moveTo>
                  <a:cubicBezTo>
                    <a:pt x="128" y="24"/>
                    <a:pt x="128" y="24"/>
                    <a:pt x="128" y="24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92" y="36"/>
                    <a:pt x="92" y="36"/>
                    <a:pt x="92" y="36"/>
                  </a:cubicBezTo>
                  <a:lnTo>
                    <a:pt x="92" y="24"/>
                  </a:lnTo>
                  <a:close/>
                  <a:moveTo>
                    <a:pt x="196" y="36"/>
                  </a:moveTo>
                  <a:cubicBezTo>
                    <a:pt x="152" y="36"/>
                    <a:pt x="152" y="36"/>
                    <a:pt x="152" y="36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9"/>
                    <a:pt x="143" y="0"/>
                    <a:pt x="132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7" y="0"/>
                    <a:pt x="68" y="9"/>
                    <a:pt x="68" y="20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9" y="36"/>
                    <a:pt x="0" y="45"/>
                    <a:pt x="0" y="5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63"/>
                    <a:pt x="9" y="172"/>
                    <a:pt x="20" y="172"/>
                  </a:cubicBezTo>
                  <a:cubicBezTo>
                    <a:pt x="57" y="172"/>
                    <a:pt x="57" y="172"/>
                    <a:pt x="57" y="172"/>
                  </a:cubicBezTo>
                  <a:cubicBezTo>
                    <a:pt x="68" y="189"/>
                    <a:pt x="87" y="200"/>
                    <a:pt x="109" y="200"/>
                  </a:cubicBezTo>
                  <a:cubicBezTo>
                    <a:pt x="130" y="200"/>
                    <a:pt x="149" y="189"/>
                    <a:pt x="160" y="172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207" y="172"/>
                    <a:pt x="216" y="163"/>
                    <a:pt x="216" y="152"/>
                  </a:cubicBezTo>
                  <a:cubicBezTo>
                    <a:pt x="216" y="56"/>
                    <a:pt x="216" y="56"/>
                    <a:pt x="216" y="56"/>
                  </a:cubicBezTo>
                  <a:cubicBezTo>
                    <a:pt x="216" y="45"/>
                    <a:pt x="207" y="36"/>
                    <a:pt x="196" y="36"/>
                  </a:cubicBezTo>
                  <a:close/>
                  <a:moveTo>
                    <a:pt x="28" y="32"/>
                  </a:moveTo>
                  <a:cubicBezTo>
                    <a:pt x="48" y="32"/>
                    <a:pt x="48" y="32"/>
                    <a:pt x="48" y="32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28" y="36"/>
                    <a:pt x="28" y="36"/>
                    <a:pt x="28" y="36"/>
                  </a:cubicBezTo>
                  <a:lnTo>
                    <a:pt x="28" y="32"/>
                  </a:lnTo>
                  <a:close/>
                  <a:moveTo>
                    <a:pt x="163" y="143"/>
                  </a:moveTo>
                  <a:cubicBezTo>
                    <a:pt x="162" y="144"/>
                    <a:pt x="162" y="144"/>
                    <a:pt x="162" y="144"/>
                  </a:cubicBezTo>
                  <a:cubicBezTo>
                    <a:pt x="159" y="171"/>
                    <a:pt x="137" y="192"/>
                    <a:pt x="109" y="192"/>
                  </a:cubicBezTo>
                  <a:cubicBezTo>
                    <a:pt x="89" y="192"/>
                    <a:pt x="72" y="181"/>
                    <a:pt x="62" y="165"/>
                  </a:cubicBezTo>
                  <a:cubicBezTo>
                    <a:pt x="62" y="164"/>
                    <a:pt x="61" y="163"/>
                    <a:pt x="61" y="163"/>
                  </a:cubicBezTo>
                  <a:cubicBezTo>
                    <a:pt x="61" y="162"/>
                    <a:pt x="60" y="162"/>
                    <a:pt x="60" y="161"/>
                  </a:cubicBezTo>
                  <a:cubicBezTo>
                    <a:pt x="60" y="160"/>
                    <a:pt x="59" y="158"/>
                    <a:pt x="58" y="157"/>
                  </a:cubicBezTo>
                  <a:cubicBezTo>
                    <a:pt x="58" y="156"/>
                    <a:pt x="58" y="156"/>
                    <a:pt x="58" y="155"/>
                  </a:cubicBezTo>
                  <a:cubicBezTo>
                    <a:pt x="58" y="155"/>
                    <a:pt x="57" y="154"/>
                    <a:pt x="57" y="153"/>
                  </a:cubicBezTo>
                  <a:cubicBezTo>
                    <a:pt x="57" y="152"/>
                    <a:pt x="57" y="151"/>
                    <a:pt x="56" y="151"/>
                  </a:cubicBezTo>
                  <a:cubicBezTo>
                    <a:pt x="56" y="150"/>
                    <a:pt x="56" y="149"/>
                    <a:pt x="56" y="148"/>
                  </a:cubicBezTo>
                  <a:cubicBezTo>
                    <a:pt x="56" y="147"/>
                    <a:pt x="56" y="146"/>
                    <a:pt x="55" y="145"/>
                  </a:cubicBezTo>
                  <a:cubicBezTo>
                    <a:pt x="55" y="144"/>
                    <a:pt x="55" y="144"/>
                    <a:pt x="55" y="143"/>
                  </a:cubicBezTo>
                  <a:cubicBezTo>
                    <a:pt x="55" y="142"/>
                    <a:pt x="55" y="140"/>
                    <a:pt x="55" y="138"/>
                  </a:cubicBezTo>
                  <a:cubicBezTo>
                    <a:pt x="55" y="109"/>
                    <a:pt x="79" y="85"/>
                    <a:pt x="109" y="85"/>
                  </a:cubicBezTo>
                  <a:cubicBezTo>
                    <a:pt x="139" y="85"/>
                    <a:pt x="163" y="109"/>
                    <a:pt x="163" y="138"/>
                  </a:cubicBezTo>
                  <a:cubicBezTo>
                    <a:pt x="163" y="140"/>
                    <a:pt x="163" y="142"/>
                    <a:pt x="163" y="143"/>
                  </a:cubicBezTo>
                  <a:close/>
                  <a:moveTo>
                    <a:pt x="208" y="152"/>
                  </a:moveTo>
                  <a:cubicBezTo>
                    <a:pt x="208" y="159"/>
                    <a:pt x="203" y="164"/>
                    <a:pt x="196" y="164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68" y="158"/>
                    <a:pt x="170" y="151"/>
                    <a:pt x="170" y="145"/>
                  </a:cubicBezTo>
                  <a:cubicBezTo>
                    <a:pt x="171" y="143"/>
                    <a:pt x="171" y="140"/>
                    <a:pt x="171" y="138"/>
                  </a:cubicBezTo>
                  <a:cubicBezTo>
                    <a:pt x="171" y="104"/>
                    <a:pt x="143" y="77"/>
                    <a:pt x="109" y="77"/>
                  </a:cubicBezTo>
                  <a:cubicBezTo>
                    <a:pt x="75" y="77"/>
                    <a:pt x="47" y="104"/>
                    <a:pt x="47" y="138"/>
                  </a:cubicBezTo>
                  <a:cubicBezTo>
                    <a:pt x="47" y="140"/>
                    <a:pt x="47" y="143"/>
                    <a:pt x="47" y="145"/>
                  </a:cubicBezTo>
                  <a:cubicBezTo>
                    <a:pt x="48" y="151"/>
                    <a:pt x="50" y="158"/>
                    <a:pt x="52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3" y="164"/>
                    <a:pt x="8" y="159"/>
                    <a:pt x="8" y="152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208" y="64"/>
                    <a:pt x="208" y="64"/>
                    <a:pt x="208" y="64"/>
                  </a:cubicBezTo>
                  <a:lnTo>
                    <a:pt x="208" y="152"/>
                  </a:lnTo>
                  <a:close/>
                  <a:moveTo>
                    <a:pt x="208" y="56"/>
                  </a:move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49"/>
                    <a:pt x="13" y="44"/>
                    <a:pt x="20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3"/>
                    <a:pt x="81" y="8"/>
                    <a:pt x="88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9" y="8"/>
                    <a:pt x="144" y="13"/>
                    <a:pt x="144" y="20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203" y="44"/>
                    <a:pt x="208" y="49"/>
                    <a:pt x="208" y="56"/>
                  </a:cubicBezTo>
                  <a:close/>
                  <a:moveTo>
                    <a:pt x="109" y="98"/>
                  </a:moveTo>
                  <a:cubicBezTo>
                    <a:pt x="86" y="98"/>
                    <a:pt x="68" y="116"/>
                    <a:pt x="68" y="139"/>
                  </a:cubicBezTo>
                  <a:cubicBezTo>
                    <a:pt x="68" y="162"/>
                    <a:pt x="86" y="181"/>
                    <a:pt x="109" y="181"/>
                  </a:cubicBezTo>
                  <a:cubicBezTo>
                    <a:pt x="132" y="181"/>
                    <a:pt x="151" y="162"/>
                    <a:pt x="151" y="139"/>
                  </a:cubicBezTo>
                  <a:cubicBezTo>
                    <a:pt x="151" y="116"/>
                    <a:pt x="132" y="98"/>
                    <a:pt x="109" y="98"/>
                  </a:cubicBezTo>
                  <a:close/>
                  <a:moveTo>
                    <a:pt x="109" y="173"/>
                  </a:moveTo>
                  <a:cubicBezTo>
                    <a:pt x="91" y="173"/>
                    <a:pt x="76" y="158"/>
                    <a:pt x="76" y="139"/>
                  </a:cubicBezTo>
                  <a:cubicBezTo>
                    <a:pt x="76" y="121"/>
                    <a:pt x="91" y="106"/>
                    <a:pt x="109" y="106"/>
                  </a:cubicBezTo>
                  <a:cubicBezTo>
                    <a:pt x="128" y="106"/>
                    <a:pt x="143" y="121"/>
                    <a:pt x="143" y="139"/>
                  </a:cubicBezTo>
                  <a:cubicBezTo>
                    <a:pt x="143" y="158"/>
                    <a:pt x="128" y="173"/>
                    <a:pt x="109" y="173"/>
                  </a:cubicBezTo>
                  <a:close/>
                  <a:moveTo>
                    <a:pt x="176" y="88"/>
                  </a:moveTo>
                  <a:cubicBezTo>
                    <a:pt x="192" y="88"/>
                    <a:pt x="192" y="88"/>
                    <a:pt x="192" y="88"/>
                  </a:cubicBezTo>
                  <a:cubicBezTo>
                    <a:pt x="194" y="88"/>
                    <a:pt x="196" y="87"/>
                    <a:pt x="196" y="84"/>
                  </a:cubicBezTo>
                  <a:cubicBezTo>
                    <a:pt x="196" y="82"/>
                    <a:pt x="194" y="80"/>
                    <a:pt x="192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4" y="80"/>
                    <a:pt x="172" y="82"/>
                    <a:pt x="172" y="84"/>
                  </a:cubicBezTo>
                  <a:cubicBezTo>
                    <a:pt x="172" y="87"/>
                    <a:pt x="174" y="88"/>
                    <a:pt x="176" y="8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0E214C6D-7EE8-426A-BC15-2E1193D0AAC6}"/>
              </a:ext>
            </a:extLst>
          </p:cNvPr>
          <p:cNvSpPr/>
          <p:nvPr/>
        </p:nvSpPr>
        <p:spPr>
          <a:xfrm>
            <a:off x="7996269" y="1501957"/>
            <a:ext cx="3037491" cy="3854086"/>
          </a:xfrm>
          <a:prstGeom prst="roundRect">
            <a:avLst>
              <a:gd name="adj" fmla="val 1197"/>
            </a:avLst>
          </a:prstGeom>
          <a:gradFill>
            <a:gsLst>
              <a:gs pos="0">
                <a:schemeClr val="accent2">
                  <a:lumMod val="75000"/>
                </a:schemeClr>
              </a:gs>
              <a:gs pos="75000">
                <a:srgbClr val="3D1E66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270000" dist="3175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A503B6C-5BD7-4841-89D8-F3798D5E0262}"/>
              </a:ext>
            </a:extLst>
          </p:cNvPr>
          <p:cNvGrpSpPr/>
          <p:nvPr/>
        </p:nvGrpSpPr>
        <p:grpSpPr>
          <a:xfrm>
            <a:off x="8140655" y="1585716"/>
            <a:ext cx="2091032" cy="295466"/>
            <a:chOff x="913736" y="570924"/>
            <a:chExt cx="2302192" cy="325303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3924350B-4EE9-486F-99EE-979BEB5EF38F}"/>
                </a:ext>
              </a:extLst>
            </p:cNvPr>
            <p:cNvSpPr/>
            <p:nvPr/>
          </p:nvSpPr>
          <p:spPr>
            <a:xfrm>
              <a:off x="1220064" y="570924"/>
              <a:ext cx="1995864" cy="3253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LAW | </a:t>
              </a: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 Light" panose="02000000000000000000" pitchFamily="2" charset="0"/>
                  <a:cs typeface="Poppins Light" panose="02000000000000000000" pitchFamily="2" charset="0"/>
                </a:rPr>
                <a:t>ASTRONAUT</a:t>
              </a:r>
            </a:p>
          </p:txBody>
        </p:sp>
        <p:sp>
          <p:nvSpPr>
            <p:cNvPr id="31" name="Freeform 16">
              <a:extLst>
                <a:ext uri="{FF2B5EF4-FFF2-40B4-BE49-F238E27FC236}">
                  <a16:creationId xmlns:a16="http://schemas.microsoft.com/office/drawing/2014/main" id="{D1CE2E0E-A235-4117-BBB9-39FBD69A09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36" y="627483"/>
              <a:ext cx="241170" cy="223200"/>
            </a:xfrm>
            <a:custGeom>
              <a:avLst/>
              <a:gdLst>
                <a:gd name="T0" fmla="*/ 136 w 216"/>
                <a:gd name="T1" fmla="*/ 44 h 200"/>
                <a:gd name="T2" fmla="*/ 84 w 216"/>
                <a:gd name="T3" fmla="*/ 16 h 200"/>
                <a:gd name="T4" fmla="*/ 92 w 216"/>
                <a:gd name="T5" fmla="*/ 24 h 200"/>
                <a:gd name="T6" fmla="*/ 128 w 216"/>
                <a:gd name="T7" fmla="*/ 36 h 200"/>
                <a:gd name="T8" fmla="*/ 92 w 216"/>
                <a:gd name="T9" fmla="*/ 24 h 200"/>
                <a:gd name="T10" fmla="*/ 152 w 216"/>
                <a:gd name="T11" fmla="*/ 36 h 200"/>
                <a:gd name="T12" fmla="*/ 132 w 216"/>
                <a:gd name="T13" fmla="*/ 0 h 200"/>
                <a:gd name="T14" fmla="*/ 68 w 216"/>
                <a:gd name="T15" fmla="*/ 20 h 200"/>
                <a:gd name="T16" fmla="*/ 56 w 216"/>
                <a:gd name="T17" fmla="*/ 36 h 200"/>
                <a:gd name="T18" fmla="*/ 20 w 216"/>
                <a:gd name="T19" fmla="*/ 24 h 200"/>
                <a:gd name="T20" fmla="*/ 0 w 216"/>
                <a:gd name="T21" fmla="*/ 56 h 200"/>
                <a:gd name="T22" fmla="*/ 20 w 216"/>
                <a:gd name="T23" fmla="*/ 172 h 200"/>
                <a:gd name="T24" fmla="*/ 109 w 216"/>
                <a:gd name="T25" fmla="*/ 200 h 200"/>
                <a:gd name="T26" fmla="*/ 196 w 216"/>
                <a:gd name="T27" fmla="*/ 172 h 200"/>
                <a:gd name="T28" fmla="*/ 216 w 216"/>
                <a:gd name="T29" fmla="*/ 56 h 200"/>
                <a:gd name="T30" fmla="*/ 28 w 216"/>
                <a:gd name="T31" fmla="*/ 32 h 200"/>
                <a:gd name="T32" fmla="*/ 48 w 216"/>
                <a:gd name="T33" fmla="*/ 36 h 200"/>
                <a:gd name="T34" fmla="*/ 28 w 216"/>
                <a:gd name="T35" fmla="*/ 32 h 200"/>
                <a:gd name="T36" fmla="*/ 162 w 216"/>
                <a:gd name="T37" fmla="*/ 144 h 200"/>
                <a:gd name="T38" fmla="*/ 62 w 216"/>
                <a:gd name="T39" fmla="*/ 165 h 200"/>
                <a:gd name="T40" fmla="*/ 60 w 216"/>
                <a:gd name="T41" fmla="*/ 161 h 200"/>
                <a:gd name="T42" fmla="*/ 58 w 216"/>
                <a:gd name="T43" fmla="*/ 155 h 200"/>
                <a:gd name="T44" fmla="*/ 56 w 216"/>
                <a:gd name="T45" fmla="*/ 151 h 200"/>
                <a:gd name="T46" fmla="*/ 55 w 216"/>
                <a:gd name="T47" fmla="*/ 145 h 200"/>
                <a:gd name="T48" fmla="*/ 55 w 216"/>
                <a:gd name="T49" fmla="*/ 138 h 200"/>
                <a:gd name="T50" fmla="*/ 163 w 216"/>
                <a:gd name="T51" fmla="*/ 138 h 200"/>
                <a:gd name="T52" fmla="*/ 208 w 216"/>
                <a:gd name="T53" fmla="*/ 152 h 200"/>
                <a:gd name="T54" fmla="*/ 165 w 216"/>
                <a:gd name="T55" fmla="*/ 164 h 200"/>
                <a:gd name="T56" fmla="*/ 171 w 216"/>
                <a:gd name="T57" fmla="*/ 138 h 200"/>
                <a:gd name="T58" fmla="*/ 47 w 216"/>
                <a:gd name="T59" fmla="*/ 138 h 200"/>
                <a:gd name="T60" fmla="*/ 52 w 216"/>
                <a:gd name="T61" fmla="*/ 164 h 200"/>
                <a:gd name="T62" fmla="*/ 8 w 216"/>
                <a:gd name="T63" fmla="*/ 152 h 200"/>
                <a:gd name="T64" fmla="*/ 208 w 216"/>
                <a:gd name="T65" fmla="*/ 64 h 200"/>
                <a:gd name="T66" fmla="*/ 208 w 216"/>
                <a:gd name="T67" fmla="*/ 56 h 200"/>
                <a:gd name="T68" fmla="*/ 8 w 216"/>
                <a:gd name="T69" fmla="*/ 56 h 200"/>
                <a:gd name="T70" fmla="*/ 76 w 216"/>
                <a:gd name="T71" fmla="*/ 44 h 200"/>
                <a:gd name="T72" fmla="*/ 88 w 216"/>
                <a:gd name="T73" fmla="*/ 8 h 200"/>
                <a:gd name="T74" fmla="*/ 144 w 216"/>
                <a:gd name="T75" fmla="*/ 20 h 200"/>
                <a:gd name="T76" fmla="*/ 196 w 216"/>
                <a:gd name="T77" fmla="*/ 44 h 200"/>
                <a:gd name="T78" fmla="*/ 109 w 216"/>
                <a:gd name="T79" fmla="*/ 98 h 200"/>
                <a:gd name="T80" fmla="*/ 109 w 216"/>
                <a:gd name="T81" fmla="*/ 181 h 200"/>
                <a:gd name="T82" fmla="*/ 109 w 216"/>
                <a:gd name="T83" fmla="*/ 98 h 200"/>
                <a:gd name="T84" fmla="*/ 76 w 216"/>
                <a:gd name="T85" fmla="*/ 139 h 200"/>
                <a:gd name="T86" fmla="*/ 143 w 216"/>
                <a:gd name="T87" fmla="*/ 139 h 200"/>
                <a:gd name="T88" fmla="*/ 176 w 216"/>
                <a:gd name="T89" fmla="*/ 88 h 200"/>
                <a:gd name="T90" fmla="*/ 196 w 216"/>
                <a:gd name="T91" fmla="*/ 84 h 200"/>
                <a:gd name="T92" fmla="*/ 176 w 216"/>
                <a:gd name="T93" fmla="*/ 80 h 200"/>
                <a:gd name="T94" fmla="*/ 176 w 216"/>
                <a:gd name="T95" fmla="*/ 8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" h="200">
                  <a:moveTo>
                    <a:pt x="84" y="44"/>
                  </a:moveTo>
                  <a:cubicBezTo>
                    <a:pt x="136" y="44"/>
                    <a:pt x="136" y="44"/>
                    <a:pt x="136" y="44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84" y="16"/>
                    <a:pt x="84" y="16"/>
                    <a:pt x="84" y="16"/>
                  </a:cubicBezTo>
                  <a:lnTo>
                    <a:pt x="84" y="44"/>
                  </a:lnTo>
                  <a:close/>
                  <a:moveTo>
                    <a:pt x="92" y="24"/>
                  </a:moveTo>
                  <a:cubicBezTo>
                    <a:pt x="128" y="24"/>
                    <a:pt x="128" y="24"/>
                    <a:pt x="128" y="24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92" y="36"/>
                    <a:pt x="92" y="36"/>
                    <a:pt x="92" y="36"/>
                  </a:cubicBezTo>
                  <a:lnTo>
                    <a:pt x="92" y="24"/>
                  </a:lnTo>
                  <a:close/>
                  <a:moveTo>
                    <a:pt x="196" y="36"/>
                  </a:moveTo>
                  <a:cubicBezTo>
                    <a:pt x="152" y="36"/>
                    <a:pt x="152" y="36"/>
                    <a:pt x="152" y="36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9"/>
                    <a:pt x="143" y="0"/>
                    <a:pt x="132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7" y="0"/>
                    <a:pt x="68" y="9"/>
                    <a:pt x="68" y="20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9" y="36"/>
                    <a:pt x="0" y="45"/>
                    <a:pt x="0" y="5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63"/>
                    <a:pt x="9" y="172"/>
                    <a:pt x="20" y="172"/>
                  </a:cubicBezTo>
                  <a:cubicBezTo>
                    <a:pt x="57" y="172"/>
                    <a:pt x="57" y="172"/>
                    <a:pt x="57" y="172"/>
                  </a:cubicBezTo>
                  <a:cubicBezTo>
                    <a:pt x="68" y="189"/>
                    <a:pt x="87" y="200"/>
                    <a:pt x="109" y="200"/>
                  </a:cubicBezTo>
                  <a:cubicBezTo>
                    <a:pt x="130" y="200"/>
                    <a:pt x="149" y="189"/>
                    <a:pt x="160" y="172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207" y="172"/>
                    <a:pt x="216" y="163"/>
                    <a:pt x="216" y="152"/>
                  </a:cubicBezTo>
                  <a:cubicBezTo>
                    <a:pt x="216" y="56"/>
                    <a:pt x="216" y="56"/>
                    <a:pt x="216" y="56"/>
                  </a:cubicBezTo>
                  <a:cubicBezTo>
                    <a:pt x="216" y="45"/>
                    <a:pt x="207" y="36"/>
                    <a:pt x="196" y="36"/>
                  </a:cubicBezTo>
                  <a:close/>
                  <a:moveTo>
                    <a:pt x="28" y="32"/>
                  </a:moveTo>
                  <a:cubicBezTo>
                    <a:pt x="48" y="32"/>
                    <a:pt x="48" y="32"/>
                    <a:pt x="48" y="32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28" y="36"/>
                    <a:pt x="28" y="36"/>
                    <a:pt x="28" y="36"/>
                  </a:cubicBezTo>
                  <a:lnTo>
                    <a:pt x="28" y="32"/>
                  </a:lnTo>
                  <a:close/>
                  <a:moveTo>
                    <a:pt x="163" y="143"/>
                  </a:moveTo>
                  <a:cubicBezTo>
                    <a:pt x="162" y="144"/>
                    <a:pt x="162" y="144"/>
                    <a:pt x="162" y="144"/>
                  </a:cubicBezTo>
                  <a:cubicBezTo>
                    <a:pt x="159" y="171"/>
                    <a:pt x="137" y="192"/>
                    <a:pt x="109" y="192"/>
                  </a:cubicBezTo>
                  <a:cubicBezTo>
                    <a:pt x="89" y="192"/>
                    <a:pt x="72" y="181"/>
                    <a:pt x="62" y="165"/>
                  </a:cubicBezTo>
                  <a:cubicBezTo>
                    <a:pt x="62" y="164"/>
                    <a:pt x="61" y="163"/>
                    <a:pt x="61" y="163"/>
                  </a:cubicBezTo>
                  <a:cubicBezTo>
                    <a:pt x="61" y="162"/>
                    <a:pt x="60" y="162"/>
                    <a:pt x="60" y="161"/>
                  </a:cubicBezTo>
                  <a:cubicBezTo>
                    <a:pt x="60" y="160"/>
                    <a:pt x="59" y="158"/>
                    <a:pt x="58" y="157"/>
                  </a:cubicBezTo>
                  <a:cubicBezTo>
                    <a:pt x="58" y="156"/>
                    <a:pt x="58" y="156"/>
                    <a:pt x="58" y="155"/>
                  </a:cubicBezTo>
                  <a:cubicBezTo>
                    <a:pt x="58" y="155"/>
                    <a:pt x="57" y="154"/>
                    <a:pt x="57" y="153"/>
                  </a:cubicBezTo>
                  <a:cubicBezTo>
                    <a:pt x="57" y="152"/>
                    <a:pt x="57" y="151"/>
                    <a:pt x="56" y="151"/>
                  </a:cubicBezTo>
                  <a:cubicBezTo>
                    <a:pt x="56" y="150"/>
                    <a:pt x="56" y="149"/>
                    <a:pt x="56" y="148"/>
                  </a:cubicBezTo>
                  <a:cubicBezTo>
                    <a:pt x="56" y="147"/>
                    <a:pt x="56" y="146"/>
                    <a:pt x="55" y="145"/>
                  </a:cubicBezTo>
                  <a:cubicBezTo>
                    <a:pt x="55" y="144"/>
                    <a:pt x="55" y="144"/>
                    <a:pt x="55" y="143"/>
                  </a:cubicBezTo>
                  <a:cubicBezTo>
                    <a:pt x="55" y="142"/>
                    <a:pt x="55" y="140"/>
                    <a:pt x="55" y="138"/>
                  </a:cubicBezTo>
                  <a:cubicBezTo>
                    <a:pt x="55" y="109"/>
                    <a:pt x="79" y="85"/>
                    <a:pt x="109" y="85"/>
                  </a:cubicBezTo>
                  <a:cubicBezTo>
                    <a:pt x="139" y="85"/>
                    <a:pt x="163" y="109"/>
                    <a:pt x="163" y="138"/>
                  </a:cubicBezTo>
                  <a:cubicBezTo>
                    <a:pt x="163" y="140"/>
                    <a:pt x="163" y="142"/>
                    <a:pt x="163" y="143"/>
                  </a:cubicBezTo>
                  <a:close/>
                  <a:moveTo>
                    <a:pt x="208" y="152"/>
                  </a:moveTo>
                  <a:cubicBezTo>
                    <a:pt x="208" y="159"/>
                    <a:pt x="203" y="164"/>
                    <a:pt x="196" y="164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68" y="158"/>
                    <a:pt x="170" y="151"/>
                    <a:pt x="170" y="145"/>
                  </a:cubicBezTo>
                  <a:cubicBezTo>
                    <a:pt x="171" y="143"/>
                    <a:pt x="171" y="140"/>
                    <a:pt x="171" y="138"/>
                  </a:cubicBezTo>
                  <a:cubicBezTo>
                    <a:pt x="171" y="104"/>
                    <a:pt x="143" y="77"/>
                    <a:pt x="109" y="77"/>
                  </a:cubicBezTo>
                  <a:cubicBezTo>
                    <a:pt x="75" y="77"/>
                    <a:pt x="47" y="104"/>
                    <a:pt x="47" y="138"/>
                  </a:cubicBezTo>
                  <a:cubicBezTo>
                    <a:pt x="47" y="140"/>
                    <a:pt x="47" y="143"/>
                    <a:pt x="47" y="145"/>
                  </a:cubicBezTo>
                  <a:cubicBezTo>
                    <a:pt x="48" y="151"/>
                    <a:pt x="50" y="158"/>
                    <a:pt x="52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3" y="164"/>
                    <a:pt x="8" y="159"/>
                    <a:pt x="8" y="152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208" y="64"/>
                    <a:pt x="208" y="64"/>
                    <a:pt x="208" y="64"/>
                  </a:cubicBezTo>
                  <a:lnTo>
                    <a:pt x="208" y="152"/>
                  </a:lnTo>
                  <a:close/>
                  <a:moveTo>
                    <a:pt x="208" y="56"/>
                  </a:move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49"/>
                    <a:pt x="13" y="44"/>
                    <a:pt x="20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3"/>
                    <a:pt x="81" y="8"/>
                    <a:pt x="88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9" y="8"/>
                    <a:pt x="144" y="13"/>
                    <a:pt x="144" y="20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203" y="44"/>
                    <a:pt x="208" y="49"/>
                    <a:pt x="208" y="56"/>
                  </a:cubicBezTo>
                  <a:close/>
                  <a:moveTo>
                    <a:pt x="109" y="98"/>
                  </a:moveTo>
                  <a:cubicBezTo>
                    <a:pt x="86" y="98"/>
                    <a:pt x="68" y="116"/>
                    <a:pt x="68" y="139"/>
                  </a:cubicBezTo>
                  <a:cubicBezTo>
                    <a:pt x="68" y="162"/>
                    <a:pt x="86" y="181"/>
                    <a:pt x="109" y="181"/>
                  </a:cubicBezTo>
                  <a:cubicBezTo>
                    <a:pt x="132" y="181"/>
                    <a:pt x="151" y="162"/>
                    <a:pt x="151" y="139"/>
                  </a:cubicBezTo>
                  <a:cubicBezTo>
                    <a:pt x="151" y="116"/>
                    <a:pt x="132" y="98"/>
                    <a:pt x="109" y="98"/>
                  </a:cubicBezTo>
                  <a:close/>
                  <a:moveTo>
                    <a:pt x="109" y="173"/>
                  </a:moveTo>
                  <a:cubicBezTo>
                    <a:pt x="91" y="173"/>
                    <a:pt x="76" y="158"/>
                    <a:pt x="76" y="139"/>
                  </a:cubicBezTo>
                  <a:cubicBezTo>
                    <a:pt x="76" y="121"/>
                    <a:pt x="91" y="106"/>
                    <a:pt x="109" y="106"/>
                  </a:cubicBezTo>
                  <a:cubicBezTo>
                    <a:pt x="128" y="106"/>
                    <a:pt x="143" y="121"/>
                    <a:pt x="143" y="139"/>
                  </a:cubicBezTo>
                  <a:cubicBezTo>
                    <a:pt x="143" y="158"/>
                    <a:pt x="128" y="173"/>
                    <a:pt x="109" y="173"/>
                  </a:cubicBezTo>
                  <a:close/>
                  <a:moveTo>
                    <a:pt x="176" y="88"/>
                  </a:moveTo>
                  <a:cubicBezTo>
                    <a:pt x="192" y="88"/>
                    <a:pt x="192" y="88"/>
                    <a:pt x="192" y="88"/>
                  </a:cubicBezTo>
                  <a:cubicBezTo>
                    <a:pt x="194" y="88"/>
                    <a:pt x="196" y="87"/>
                    <a:pt x="196" y="84"/>
                  </a:cubicBezTo>
                  <a:cubicBezTo>
                    <a:pt x="196" y="82"/>
                    <a:pt x="194" y="80"/>
                    <a:pt x="192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4" y="80"/>
                    <a:pt x="172" y="82"/>
                    <a:pt x="172" y="84"/>
                  </a:cubicBezTo>
                  <a:cubicBezTo>
                    <a:pt x="172" y="87"/>
                    <a:pt x="174" y="88"/>
                    <a:pt x="176" y="8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80E59E0-DC77-4A4F-8604-AACFA1FDD0E3}"/>
              </a:ext>
            </a:extLst>
          </p:cNvPr>
          <p:cNvSpPr/>
          <p:nvPr/>
        </p:nvSpPr>
        <p:spPr>
          <a:xfrm>
            <a:off x="1158240" y="1501957"/>
            <a:ext cx="3037491" cy="3854086"/>
          </a:xfrm>
          <a:prstGeom prst="roundRect">
            <a:avLst>
              <a:gd name="adj" fmla="val 1197"/>
            </a:avLst>
          </a:prstGeom>
          <a:gradFill>
            <a:gsLst>
              <a:gs pos="0">
                <a:schemeClr val="accent2">
                  <a:lumMod val="75000"/>
                </a:schemeClr>
              </a:gs>
              <a:gs pos="75000">
                <a:srgbClr val="3D1E66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270000" dist="3175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0640832-8FB0-4E27-9901-39CC997EEF58}"/>
              </a:ext>
            </a:extLst>
          </p:cNvPr>
          <p:cNvGrpSpPr/>
          <p:nvPr/>
        </p:nvGrpSpPr>
        <p:grpSpPr>
          <a:xfrm>
            <a:off x="1389061" y="1598715"/>
            <a:ext cx="2091032" cy="295466"/>
            <a:chOff x="913736" y="570924"/>
            <a:chExt cx="2302192" cy="325303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B30ECD3-6C5F-4E2A-B863-7FDF526D5AAA}"/>
                </a:ext>
              </a:extLst>
            </p:cNvPr>
            <p:cNvSpPr/>
            <p:nvPr/>
          </p:nvSpPr>
          <p:spPr>
            <a:xfrm>
              <a:off x="1220064" y="570924"/>
              <a:ext cx="1995864" cy="3253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RIO | </a:t>
              </a: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 Light" panose="02000000000000000000" pitchFamily="2" charset="0"/>
                  <a:cs typeface="Poppins Light" panose="02000000000000000000" pitchFamily="2" charset="0"/>
                </a:rPr>
                <a:t>ASTRONAUT</a:t>
              </a:r>
            </a:p>
          </p:txBody>
        </p:sp>
        <p:sp>
          <p:nvSpPr>
            <p:cNvPr id="9" name="Freeform 16">
              <a:extLst>
                <a:ext uri="{FF2B5EF4-FFF2-40B4-BE49-F238E27FC236}">
                  <a16:creationId xmlns:a16="http://schemas.microsoft.com/office/drawing/2014/main" id="{5FEC52AD-B47A-434A-9D0C-0812FBE382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36" y="627483"/>
              <a:ext cx="241170" cy="223200"/>
            </a:xfrm>
            <a:custGeom>
              <a:avLst/>
              <a:gdLst>
                <a:gd name="T0" fmla="*/ 136 w 216"/>
                <a:gd name="T1" fmla="*/ 44 h 200"/>
                <a:gd name="T2" fmla="*/ 84 w 216"/>
                <a:gd name="T3" fmla="*/ 16 h 200"/>
                <a:gd name="T4" fmla="*/ 92 w 216"/>
                <a:gd name="T5" fmla="*/ 24 h 200"/>
                <a:gd name="T6" fmla="*/ 128 w 216"/>
                <a:gd name="T7" fmla="*/ 36 h 200"/>
                <a:gd name="T8" fmla="*/ 92 w 216"/>
                <a:gd name="T9" fmla="*/ 24 h 200"/>
                <a:gd name="T10" fmla="*/ 152 w 216"/>
                <a:gd name="T11" fmla="*/ 36 h 200"/>
                <a:gd name="T12" fmla="*/ 132 w 216"/>
                <a:gd name="T13" fmla="*/ 0 h 200"/>
                <a:gd name="T14" fmla="*/ 68 w 216"/>
                <a:gd name="T15" fmla="*/ 20 h 200"/>
                <a:gd name="T16" fmla="*/ 56 w 216"/>
                <a:gd name="T17" fmla="*/ 36 h 200"/>
                <a:gd name="T18" fmla="*/ 20 w 216"/>
                <a:gd name="T19" fmla="*/ 24 h 200"/>
                <a:gd name="T20" fmla="*/ 0 w 216"/>
                <a:gd name="T21" fmla="*/ 56 h 200"/>
                <a:gd name="T22" fmla="*/ 20 w 216"/>
                <a:gd name="T23" fmla="*/ 172 h 200"/>
                <a:gd name="T24" fmla="*/ 109 w 216"/>
                <a:gd name="T25" fmla="*/ 200 h 200"/>
                <a:gd name="T26" fmla="*/ 196 w 216"/>
                <a:gd name="T27" fmla="*/ 172 h 200"/>
                <a:gd name="T28" fmla="*/ 216 w 216"/>
                <a:gd name="T29" fmla="*/ 56 h 200"/>
                <a:gd name="T30" fmla="*/ 28 w 216"/>
                <a:gd name="T31" fmla="*/ 32 h 200"/>
                <a:gd name="T32" fmla="*/ 48 w 216"/>
                <a:gd name="T33" fmla="*/ 36 h 200"/>
                <a:gd name="T34" fmla="*/ 28 w 216"/>
                <a:gd name="T35" fmla="*/ 32 h 200"/>
                <a:gd name="T36" fmla="*/ 162 w 216"/>
                <a:gd name="T37" fmla="*/ 144 h 200"/>
                <a:gd name="T38" fmla="*/ 62 w 216"/>
                <a:gd name="T39" fmla="*/ 165 h 200"/>
                <a:gd name="T40" fmla="*/ 60 w 216"/>
                <a:gd name="T41" fmla="*/ 161 h 200"/>
                <a:gd name="T42" fmla="*/ 58 w 216"/>
                <a:gd name="T43" fmla="*/ 155 h 200"/>
                <a:gd name="T44" fmla="*/ 56 w 216"/>
                <a:gd name="T45" fmla="*/ 151 h 200"/>
                <a:gd name="T46" fmla="*/ 55 w 216"/>
                <a:gd name="T47" fmla="*/ 145 h 200"/>
                <a:gd name="T48" fmla="*/ 55 w 216"/>
                <a:gd name="T49" fmla="*/ 138 h 200"/>
                <a:gd name="T50" fmla="*/ 163 w 216"/>
                <a:gd name="T51" fmla="*/ 138 h 200"/>
                <a:gd name="T52" fmla="*/ 208 w 216"/>
                <a:gd name="T53" fmla="*/ 152 h 200"/>
                <a:gd name="T54" fmla="*/ 165 w 216"/>
                <a:gd name="T55" fmla="*/ 164 h 200"/>
                <a:gd name="T56" fmla="*/ 171 w 216"/>
                <a:gd name="T57" fmla="*/ 138 h 200"/>
                <a:gd name="T58" fmla="*/ 47 w 216"/>
                <a:gd name="T59" fmla="*/ 138 h 200"/>
                <a:gd name="T60" fmla="*/ 52 w 216"/>
                <a:gd name="T61" fmla="*/ 164 h 200"/>
                <a:gd name="T62" fmla="*/ 8 w 216"/>
                <a:gd name="T63" fmla="*/ 152 h 200"/>
                <a:gd name="T64" fmla="*/ 208 w 216"/>
                <a:gd name="T65" fmla="*/ 64 h 200"/>
                <a:gd name="T66" fmla="*/ 208 w 216"/>
                <a:gd name="T67" fmla="*/ 56 h 200"/>
                <a:gd name="T68" fmla="*/ 8 w 216"/>
                <a:gd name="T69" fmla="*/ 56 h 200"/>
                <a:gd name="T70" fmla="*/ 76 w 216"/>
                <a:gd name="T71" fmla="*/ 44 h 200"/>
                <a:gd name="T72" fmla="*/ 88 w 216"/>
                <a:gd name="T73" fmla="*/ 8 h 200"/>
                <a:gd name="T74" fmla="*/ 144 w 216"/>
                <a:gd name="T75" fmla="*/ 20 h 200"/>
                <a:gd name="T76" fmla="*/ 196 w 216"/>
                <a:gd name="T77" fmla="*/ 44 h 200"/>
                <a:gd name="T78" fmla="*/ 109 w 216"/>
                <a:gd name="T79" fmla="*/ 98 h 200"/>
                <a:gd name="T80" fmla="*/ 109 w 216"/>
                <a:gd name="T81" fmla="*/ 181 h 200"/>
                <a:gd name="T82" fmla="*/ 109 w 216"/>
                <a:gd name="T83" fmla="*/ 98 h 200"/>
                <a:gd name="T84" fmla="*/ 76 w 216"/>
                <a:gd name="T85" fmla="*/ 139 h 200"/>
                <a:gd name="T86" fmla="*/ 143 w 216"/>
                <a:gd name="T87" fmla="*/ 139 h 200"/>
                <a:gd name="T88" fmla="*/ 176 w 216"/>
                <a:gd name="T89" fmla="*/ 88 h 200"/>
                <a:gd name="T90" fmla="*/ 196 w 216"/>
                <a:gd name="T91" fmla="*/ 84 h 200"/>
                <a:gd name="T92" fmla="*/ 176 w 216"/>
                <a:gd name="T93" fmla="*/ 80 h 200"/>
                <a:gd name="T94" fmla="*/ 176 w 216"/>
                <a:gd name="T95" fmla="*/ 8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" h="200">
                  <a:moveTo>
                    <a:pt x="84" y="44"/>
                  </a:moveTo>
                  <a:cubicBezTo>
                    <a:pt x="136" y="44"/>
                    <a:pt x="136" y="44"/>
                    <a:pt x="136" y="44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84" y="16"/>
                    <a:pt x="84" y="16"/>
                    <a:pt x="84" y="16"/>
                  </a:cubicBezTo>
                  <a:lnTo>
                    <a:pt x="84" y="44"/>
                  </a:lnTo>
                  <a:close/>
                  <a:moveTo>
                    <a:pt x="92" y="24"/>
                  </a:moveTo>
                  <a:cubicBezTo>
                    <a:pt x="128" y="24"/>
                    <a:pt x="128" y="24"/>
                    <a:pt x="128" y="24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92" y="36"/>
                    <a:pt x="92" y="36"/>
                    <a:pt x="92" y="36"/>
                  </a:cubicBezTo>
                  <a:lnTo>
                    <a:pt x="92" y="24"/>
                  </a:lnTo>
                  <a:close/>
                  <a:moveTo>
                    <a:pt x="196" y="36"/>
                  </a:moveTo>
                  <a:cubicBezTo>
                    <a:pt x="152" y="36"/>
                    <a:pt x="152" y="36"/>
                    <a:pt x="152" y="36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9"/>
                    <a:pt x="143" y="0"/>
                    <a:pt x="132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7" y="0"/>
                    <a:pt x="68" y="9"/>
                    <a:pt x="68" y="20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9" y="36"/>
                    <a:pt x="0" y="45"/>
                    <a:pt x="0" y="5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63"/>
                    <a:pt x="9" y="172"/>
                    <a:pt x="20" y="172"/>
                  </a:cubicBezTo>
                  <a:cubicBezTo>
                    <a:pt x="57" y="172"/>
                    <a:pt x="57" y="172"/>
                    <a:pt x="57" y="172"/>
                  </a:cubicBezTo>
                  <a:cubicBezTo>
                    <a:pt x="68" y="189"/>
                    <a:pt x="87" y="200"/>
                    <a:pt x="109" y="200"/>
                  </a:cubicBezTo>
                  <a:cubicBezTo>
                    <a:pt x="130" y="200"/>
                    <a:pt x="149" y="189"/>
                    <a:pt x="160" y="172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207" y="172"/>
                    <a:pt x="216" y="163"/>
                    <a:pt x="216" y="152"/>
                  </a:cubicBezTo>
                  <a:cubicBezTo>
                    <a:pt x="216" y="56"/>
                    <a:pt x="216" y="56"/>
                    <a:pt x="216" y="56"/>
                  </a:cubicBezTo>
                  <a:cubicBezTo>
                    <a:pt x="216" y="45"/>
                    <a:pt x="207" y="36"/>
                    <a:pt x="196" y="36"/>
                  </a:cubicBezTo>
                  <a:close/>
                  <a:moveTo>
                    <a:pt x="28" y="32"/>
                  </a:moveTo>
                  <a:cubicBezTo>
                    <a:pt x="48" y="32"/>
                    <a:pt x="48" y="32"/>
                    <a:pt x="48" y="32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28" y="36"/>
                    <a:pt x="28" y="36"/>
                    <a:pt x="28" y="36"/>
                  </a:cubicBezTo>
                  <a:lnTo>
                    <a:pt x="28" y="32"/>
                  </a:lnTo>
                  <a:close/>
                  <a:moveTo>
                    <a:pt x="163" y="143"/>
                  </a:moveTo>
                  <a:cubicBezTo>
                    <a:pt x="162" y="144"/>
                    <a:pt x="162" y="144"/>
                    <a:pt x="162" y="144"/>
                  </a:cubicBezTo>
                  <a:cubicBezTo>
                    <a:pt x="159" y="171"/>
                    <a:pt x="137" y="192"/>
                    <a:pt x="109" y="192"/>
                  </a:cubicBezTo>
                  <a:cubicBezTo>
                    <a:pt x="89" y="192"/>
                    <a:pt x="72" y="181"/>
                    <a:pt x="62" y="165"/>
                  </a:cubicBezTo>
                  <a:cubicBezTo>
                    <a:pt x="62" y="164"/>
                    <a:pt x="61" y="163"/>
                    <a:pt x="61" y="163"/>
                  </a:cubicBezTo>
                  <a:cubicBezTo>
                    <a:pt x="61" y="162"/>
                    <a:pt x="60" y="162"/>
                    <a:pt x="60" y="161"/>
                  </a:cubicBezTo>
                  <a:cubicBezTo>
                    <a:pt x="60" y="160"/>
                    <a:pt x="59" y="158"/>
                    <a:pt x="58" y="157"/>
                  </a:cubicBezTo>
                  <a:cubicBezTo>
                    <a:pt x="58" y="156"/>
                    <a:pt x="58" y="156"/>
                    <a:pt x="58" y="155"/>
                  </a:cubicBezTo>
                  <a:cubicBezTo>
                    <a:pt x="58" y="155"/>
                    <a:pt x="57" y="154"/>
                    <a:pt x="57" y="153"/>
                  </a:cubicBezTo>
                  <a:cubicBezTo>
                    <a:pt x="57" y="152"/>
                    <a:pt x="57" y="151"/>
                    <a:pt x="56" y="151"/>
                  </a:cubicBezTo>
                  <a:cubicBezTo>
                    <a:pt x="56" y="150"/>
                    <a:pt x="56" y="149"/>
                    <a:pt x="56" y="148"/>
                  </a:cubicBezTo>
                  <a:cubicBezTo>
                    <a:pt x="56" y="147"/>
                    <a:pt x="56" y="146"/>
                    <a:pt x="55" y="145"/>
                  </a:cubicBezTo>
                  <a:cubicBezTo>
                    <a:pt x="55" y="144"/>
                    <a:pt x="55" y="144"/>
                    <a:pt x="55" y="143"/>
                  </a:cubicBezTo>
                  <a:cubicBezTo>
                    <a:pt x="55" y="142"/>
                    <a:pt x="55" y="140"/>
                    <a:pt x="55" y="138"/>
                  </a:cubicBezTo>
                  <a:cubicBezTo>
                    <a:pt x="55" y="109"/>
                    <a:pt x="79" y="85"/>
                    <a:pt x="109" y="85"/>
                  </a:cubicBezTo>
                  <a:cubicBezTo>
                    <a:pt x="139" y="85"/>
                    <a:pt x="163" y="109"/>
                    <a:pt x="163" y="138"/>
                  </a:cubicBezTo>
                  <a:cubicBezTo>
                    <a:pt x="163" y="140"/>
                    <a:pt x="163" y="142"/>
                    <a:pt x="163" y="143"/>
                  </a:cubicBezTo>
                  <a:close/>
                  <a:moveTo>
                    <a:pt x="208" y="152"/>
                  </a:moveTo>
                  <a:cubicBezTo>
                    <a:pt x="208" y="159"/>
                    <a:pt x="203" y="164"/>
                    <a:pt x="196" y="164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68" y="158"/>
                    <a:pt x="170" y="151"/>
                    <a:pt x="170" y="145"/>
                  </a:cubicBezTo>
                  <a:cubicBezTo>
                    <a:pt x="171" y="143"/>
                    <a:pt x="171" y="140"/>
                    <a:pt x="171" y="138"/>
                  </a:cubicBezTo>
                  <a:cubicBezTo>
                    <a:pt x="171" y="104"/>
                    <a:pt x="143" y="77"/>
                    <a:pt x="109" y="77"/>
                  </a:cubicBezTo>
                  <a:cubicBezTo>
                    <a:pt x="75" y="77"/>
                    <a:pt x="47" y="104"/>
                    <a:pt x="47" y="138"/>
                  </a:cubicBezTo>
                  <a:cubicBezTo>
                    <a:pt x="47" y="140"/>
                    <a:pt x="47" y="143"/>
                    <a:pt x="47" y="145"/>
                  </a:cubicBezTo>
                  <a:cubicBezTo>
                    <a:pt x="48" y="151"/>
                    <a:pt x="50" y="158"/>
                    <a:pt x="52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3" y="164"/>
                    <a:pt x="8" y="159"/>
                    <a:pt x="8" y="152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208" y="64"/>
                    <a:pt x="208" y="64"/>
                    <a:pt x="208" y="64"/>
                  </a:cubicBezTo>
                  <a:lnTo>
                    <a:pt x="208" y="152"/>
                  </a:lnTo>
                  <a:close/>
                  <a:moveTo>
                    <a:pt x="208" y="56"/>
                  </a:move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49"/>
                    <a:pt x="13" y="44"/>
                    <a:pt x="20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3"/>
                    <a:pt x="81" y="8"/>
                    <a:pt x="88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9" y="8"/>
                    <a:pt x="144" y="13"/>
                    <a:pt x="144" y="20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203" y="44"/>
                    <a:pt x="208" y="49"/>
                    <a:pt x="208" y="56"/>
                  </a:cubicBezTo>
                  <a:close/>
                  <a:moveTo>
                    <a:pt x="109" y="98"/>
                  </a:moveTo>
                  <a:cubicBezTo>
                    <a:pt x="86" y="98"/>
                    <a:pt x="68" y="116"/>
                    <a:pt x="68" y="139"/>
                  </a:cubicBezTo>
                  <a:cubicBezTo>
                    <a:pt x="68" y="162"/>
                    <a:pt x="86" y="181"/>
                    <a:pt x="109" y="181"/>
                  </a:cubicBezTo>
                  <a:cubicBezTo>
                    <a:pt x="132" y="181"/>
                    <a:pt x="151" y="162"/>
                    <a:pt x="151" y="139"/>
                  </a:cubicBezTo>
                  <a:cubicBezTo>
                    <a:pt x="151" y="116"/>
                    <a:pt x="132" y="98"/>
                    <a:pt x="109" y="98"/>
                  </a:cubicBezTo>
                  <a:close/>
                  <a:moveTo>
                    <a:pt x="109" y="173"/>
                  </a:moveTo>
                  <a:cubicBezTo>
                    <a:pt x="91" y="173"/>
                    <a:pt x="76" y="158"/>
                    <a:pt x="76" y="139"/>
                  </a:cubicBezTo>
                  <a:cubicBezTo>
                    <a:pt x="76" y="121"/>
                    <a:pt x="91" y="106"/>
                    <a:pt x="109" y="106"/>
                  </a:cubicBezTo>
                  <a:cubicBezTo>
                    <a:pt x="128" y="106"/>
                    <a:pt x="143" y="121"/>
                    <a:pt x="143" y="139"/>
                  </a:cubicBezTo>
                  <a:cubicBezTo>
                    <a:pt x="143" y="158"/>
                    <a:pt x="128" y="173"/>
                    <a:pt x="109" y="173"/>
                  </a:cubicBezTo>
                  <a:close/>
                  <a:moveTo>
                    <a:pt x="176" y="88"/>
                  </a:moveTo>
                  <a:cubicBezTo>
                    <a:pt x="192" y="88"/>
                    <a:pt x="192" y="88"/>
                    <a:pt x="192" y="88"/>
                  </a:cubicBezTo>
                  <a:cubicBezTo>
                    <a:pt x="194" y="88"/>
                    <a:pt x="196" y="87"/>
                    <a:pt x="196" y="84"/>
                  </a:cubicBezTo>
                  <a:cubicBezTo>
                    <a:pt x="196" y="82"/>
                    <a:pt x="194" y="80"/>
                    <a:pt x="192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4" y="80"/>
                    <a:pt x="172" y="82"/>
                    <a:pt x="172" y="84"/>
                  </a:cubicBezTo>
                  <a:cubicBezTo>
                    <a:pt x="172" y="87"/>
                    <a:pt x="174" y="88"/>
                    <a:pt x="176" y="8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3883350-0460-4303-9FA0-5C7677F888C6}"/>
              </a:ext>
            </a:extLst>
          </p:cNvPr>
          <p:cNvGrpSpPr/>
          <p:nvPr/>
        </p:nvGrpSpPr>
        <p:grpSpPr>
          <a:xfrm>
            <a:off x="4637958" y="3932576"/>
            <a:ext cx="2916084" cy="1251898"/>
            <a:chOff x="726439" y="3108233"/>
            <a:chExt cx="3210562" cy="1378319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6CCA056C-18DA-4C2C-8B3D-AD8D38A1D0D0}"/>
                </a:ext>
              </a:extLst>
            </p:cNvPr>
            <p:cNvGrpSpPr/>
            <p:nvPr/>
          </p:nvGrpSpPr>
          <p:grpSpPr>
            <a:xfrm>
              <a:off x="726439" y="3108233"/>
              <a:ext cx="3210562" cy="1120679"/>
              <a:chOff x="726439" y="3145063"/>
              <a:chExt cx="3210562" cy="1120679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5A262E5-4401-4976-96E3-E823A013F721}"/>
                  </a:ext>
                </a:extLst>
              </p:cNvPr>
              <p:cNvSpPr/>
              <p:nvPr/>
            </p:nvSpPr>
            <p:spPr>
              <a:xfrm>
                <a:off x="726439" y="3145063"/>
                <a:ext cx="3210562" cy="37274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base"/>
                <a:r>
                  <a:rPr lang="en-US" sz="1600" b="1" dirty="0">
                    <a:gradFill flip="none" rotWithShape="1">
                      <a:gsLst>
                        <a:gs pos="0">
                          <a:schemeClr val="accent1"/>
                        </a:gs>
                        <a:gs pos="100000">
                          <a:schemeClr val="accent2"/>
                        </a:gs>
                      </a:gsLst>
                      <a:lin ang="2700000" scaled="1"/>
                      <a:tileRect/>
                    </a:gradFill>
                    <a:latin typeface="Poppins" panose="02000000000000000000" pitchFamily="2" charset="0"/>
                    <a:ea typeface="Roboto Condensed" panose="02000000000000000000" pitchFamily="2" charset="0"/>
                    <a:cs typeface="Poppins" panose="02000000000000000000" pitchFamily="2" charset="0"/>
                  </a:rPr>
                  <a:t>Climb Without Sweat</a:t>
                </a:r>
                <a:endParaRPr lang="en-US" sz="1600" b="1" i="0" dirty="0"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2"/>
                      </a:gs>
                    </a:gsLst>
                    <a:lin ang="2700000" scaled="1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B4725B2-F942-45AD-8F7F-2D71048EE33E}"/>
                  </a:ext>
                </a:extLst>
              </p:cNvPr>
              <p:cNvSpPr/>
              <p:nvPr/>
            </p:nvSpPr>
            <p:spPr>
              <a:xfrm>
                <a:off x="818573" y="3483618"/>
                <a:ext cx="3026292" cy="78212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en-US" sz="105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 European languages are members of the same family. Their separate existence is a myth. 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9761DBEF-F593-427E-A747-139B912E668C}"/>
                </a:ext>
              </a:extLst>
            </p:cNvPr>
            <p:cNvGrpSpPr/>
            <p:nvPr/>
          </p:nvGrpSpPr>
          <p:grpSpPr>
            <a:xfrm>
              <a:off x="1527107" y="4232410"/>
              <a:ext cx="1609227" cy="254142"/>
              <a:chOff x="1635250" y="4232410"/>
              <a:chExt cx="1609227" cy="254142"/>
            </a:xfrm>
          </p:grpSpPr>
          <p:sp>
            <p:nvSpPr>
              <p:cNvPr id="36" name="Freeform 24">
                <a:extLst>
                  <a:ext uri="{FF2B5EF4-FFF2-40B4-BE49-F238E27FC236}">
                    <a16:creationId xmlns:a16="http://schemas.microsoft.com/office/drawing/2014/main" id="{489185D0-3888-4DF7-8361-1C84502977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35250" y="4237267"/>
                <a:ext cx="214767" cy="236507"/>
              </a:xfrm>
              <a:custGeom>
                <a:avLst/>
                <a:gdLst>
                  <a:gd name="T0" fmla="*/ 4 w 178"/>
                  <a:gd name="T1" fmla="*/ 196 h 196"/>
                  <a:gd name="T2" fmla="*/ 0 w 178"/>
                  <a:gd name="T3" fmla="*/ 76 h 196"/>
                  <a:gd name="T4" fmla="*/ 35 w 178"/>
                  <a:gd name="T5" fmla="*/ 72 h 196"/>
                  <a:gd name="T6" fmla="*/ 40 w 178"/>
                  <a:gd name="T7" fmla="*/ 192 h 196"/>
                  <a:gd name="T8" fmla="*/ 7 w 178"/>
                  <a:gd name="T9" fmla="*/ 188 h 196"/>
                  <a:gd name="T10" fmla="*/ 32 w 178"/>
                  <a:gd name="T11" fmla="*/ 80 h 196"/>
                  <a:gd name="T12" fmla="*/ 7 w 178"/>
                  <a:gd name="T13" fmla="*/ 188 h 196"/>
                  <a:gd name="T14" fmla="*/ 103 w 178"/>
                  <a:gd name="T15" fmla="*/ 188 h 196"/>
                  <a:gd name="T16" fmla="*/ 62 w 178"/>
                  <a:gd name="T17" fmla="*/ 184 h 196"/>
                  <a:gd name="T18" fmla="*/ 47 w 178"/>
                  <a:gd name="T19" fmla="*/ 179 h 196"/>
                  <a:gd name="T20" fmla="*/ 50 w 178"/>
                  <a:gd name="T21" fmla="*/ 80 h 196"/>
                  <a:gd name="T22" fmla="*/ 90 w 178"/>
                  <a:gd name="T23" fmla="*/ 59 h 196"/>
                  <a:gd name="T24" fmla="*/ 119 w 178"/>
                  <a:gd name="T25" fmla="*/ 0 h 196"/>
                  <a:gd name="T26" fmla="*/ 128 w 178"/>
                  <a:gd name="T27" fmla="*/ 2 h 196"/>
                  <a:gd name="T28" fmla="*/ 156 w 178"/>
                  <a:gd name="T29" fmla="*/ 72 h 196"/>
                  <a:gd name="T30" fmla="*/ 174 w 178"/>
                  <a:gd name="T31" fmla="*/ 88 h 196"/>
                  <a:gd name="T32" fmla="*/ 173 w 178"/>
                  <a:gd name="T33" fmla="*/ 127 h 196"/>
                  <a:gd name="T34" fmla="*/ 159 w 178"/>
                  <a:gd name="T35" fmla="*/ 162 h 196"/>
                  <a:gd name="T36" fmla="*/ 103 w 178"/>
                  <a:gd name="T37" fmla="*/ 188 h 196"/>
                  <a:gd name="T38" fmla="*/ 63 w 178"/>
                  <a:gd name="T39" fmla="*/ 176 h 196"/>
                  <a:gd name="T40" fmla="*/ 144 w 178"/>
                  <a:gd name="T41" fmla="*/ 175 h 196"/>
                  <a:gd name="T42" fmla="*/ 153 w 178"/>
                  <a:gd name="T43" fmla="*/ 157 h 196"/>
                  <a:gd name="T44" fmla="*/ 161 w 178"/>
                  <a:gd name="T45" fmla="*/ 131 h 196"/>
                  <a:gd name="T46" fmla="*/ 163 w 178"/>
                  <a:gd name="T47" fmla="*/ 110 h 196"/>
                  <a:gd name="T48" fmla="*/ 167 w 178"/>
                  <a:gd name="T49" fmla="*/ 91 h 196"/>
                  <a:gd name="T50" fmla="*/ 156 w 178"/>
                  <a:gd name="T51" fmla="*/ 80 h 196"/>
                  <a:gd name="T52" fmla="*/ 124 w 178"/>
                  <a:gd name="T53" fmla="*/ 78 h 196"/>
                  <a:gd name="T54" fmla="*/ 122 w 178"/>
                  <a:gd name="T55" fmla="*/ 8 h 196"/>
                  <a:gd name="T56" fmla="*/ 113 w 178"/>
                  <a:gd name="T57" fmla="*/ 16 h 196"/>
                  <a:gd name="T58" fmla="*/ 55 w 178"/>
                  <a:gd name="T59" fmla="*/ 87 h 196"/>
                  <a:gd name="T60" fmla="*/ 20 w 178"/>
                  <a:gd name="T61" fmla="*/ 180 h 196"/>
                  <a:gd name="T62" fmla="*/ 20 w 178"/>
                  <a:gd name="T63" fmla="*/ 172 h 196"/>
                  <a:gd name="T64" fmla="*/ 20 w 178"/>
                  <a:gd name="T65" fmla="*/ 18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196">
                    <a:moveTo>
                      <a:pt x="35" y="196"/>
                    </a:moveTo>
                    <a:cubicBezTo>
                      <a:pt x="4" y="196"/>
                      <a:pt x="4" y="196"/>
                      <a:pt x="4" y="196"/>
                    </a:cubicBezTo>
                    <a:cubicBezTo>
                      <a:pt x="1" y="196"/>
                      <a:pt x="0" y="194"/>
                      <a:pt x="0" y="192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4"/>
                      <a:pt x="1" y="72"/>
                      <a:pt x="4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8" y="72"/>
                      <a:pt x="40" y="74"/>
                      <a:pt x="40" y="76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40" y="194"/>
                      <a:pt x="38" y="196"/>
                      <a:pt x="35" y="196"/>
                    </a:cubicBezTo>
                    <a:close/>
                    <a:moveTo>
                      <a:pt x="7" y="188"/>
                    </a:moveTo>
                    <a:cubicBezTo>
                      <a:pt x="32" y="188"/>
                      <a:pt x="32" y="188"/>
                      <a:pt x="32" y="188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7" y="80"/>
                      <a:pt x="7" y="80"/>
                      <a:pt x="7" y="80"/>
                    </a:cubicBezTo>
                    <a:lnTo>
                      <a:pt x="7" y="188"/>
                    </a:lnTo>
                    <a:close/>
                    <a:moveTo>
                      <a:pt x="103" y="188"/>
                    </a:move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0" y="188"/>
                      <a:pt x="98" y="188"/>
                      <a:pt x="95" y="188"/>
                    </a:cubicBezTo>
                    <a:cubicBezTo>
                      <a:pt x="84" y="187"/>
                      <a:pt x="71" y="186"/>
                      <a:pt x="62" y="184"/>
                    </a:cubicBezTo>
                    <a:cubicBezTo>
                      <a:pt x="57" y="184"/>
                      <a:pt x="53" y="183"/>
                      <a:pt x="51" y="183"/>
                    </a:cubicBezTo>
                    <a:cubicBezTo>
                      <a:pt x="49" y="183"/>
                      <a:pt x="47" y="181"/>
                      <a:pt x="47" y="179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7" y="82"/>
                      <a:pt x="49" y="81"/>
                      <a:pt x="50" y="80"/>
                    </a:cubicBezTo>
                    <a:cubicBezTo>
                      <a:pt x="52" y="80"/>
                      <a:pt x="52" y="80"/>
                      <a:pt x="52" y="80"/>
                    </a:cubicBezTo>
                    <a:cubicBezTo>
                      <a:pt x="61" y="76"/>
                      <a:pt x="80" y="69"/>
                      <a:pt x="90" y="59"/>
                    </a:cubicBezTo>
                    <a:cubicBezTo>
                      <a:pt x="100" y="48"/>
                      <a:pt x="105" y="33"/>
                      <a:pt x="105" y="16"/>
                    </a:cubicBezTo>
                    <a:cubicBezTo>
                      <a:pt x="105" y="10"/>
                      <a:pt x="108" y="0"/>
                      <a:pt x="119" y="0"/>
                    </a:cubicBezTo>
                    <a:cubicBezTo>
                      <a:pt x="121" y="0"/>
                      <a:pt x="124" y="0"/>
                      <a:pt x="126" y="1"/>
                    </a:cubicBezTo>
                    <a:cubicBezTo>
                      <a:pt x="127" y="1"/>
                      <a:pt x="127" y="2"/>
                      <a:pt x="128" y="2"/>
                    </a:cubicBezTo>
                    <a:cubicBezTo>
                      <a:pt x="132" y="7"/>
                      <a:pt x="146" y="32"/>
                      <a:pt x="133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7" y="72"/>
                      <a:pt x="169" y="73"/>
                      <a:pt x="174" y="88"/>
                    </a:cubicBezTo>
                    <a:cubicBezTo>
                      <a:pt x="175" y="89"/>
                      <a:pt x="178" y="98"/>
                      <a:pt x="171" y="108"/>
                    </a:cubicBezTo>
                    <a:cubicBezTo>
                      <a:pt x="173" y="112"/>
                      <a:pt x="176" y="119"/>
                      <a:pt x="173" y="127"/>
                    </a:cubicBezTo>
                    <a:cubicBezTo>
                      <a:pt x="172" y="128"/>
                      <a:pt x="170" y="133"/>
                      <a:pt x="167" y="136"/>
                    </a:cubicBezTo>
                    <a:cubicBezTo>
                      <a:pt x="169" y="143"/>
                      <a:pt x="169" y="154"/>
                      <a:pt x="159" y="162"/>
                    </a:cubicBezTo>
                    <a:cubicBezTo>
                      <a:pt x="159" y="167"/>
                      <a:pt x="157" y="178"/>
                      <a:pt x="147" y="182"/>
                    </a:cubicBezTo>
                    <a:cubicBezTo>
                      <a:pt x="146" y="182"/>
                      <a:pt x="129" y="188"/>
                      <a:pt x="103" y="188"/>
                    </a:cubicBezTo>
                    <a:close/>
                    <a:moveTo>
                      <a:pt x="55" y="175"/>
                    </a:moveTo>
                    <a:cubicBezTo>
                      <a:pt x="58" y="176"/>
                      <a:pt x="60" y="176"/>
                      <a:pt x="63" y="176"/>
                    </a:cubicBezTo>
                    <a:cubicBezTo>
                      <a:pt x="72" y="178"/>
                      <a:pt x="85" y="179"/>
                      <a:pt x="95" y="180"/>
                    </a:cubicBezTo>
                    <a:cubicBezTo>
                      <a:pt x="125" y="181"/>
                      <a:pt x="144" y="175"/>
                      <a:pt x="144" y="175"/>
                    </a:cubicBezTo>
                    <a:cubicBezTo>
                      <a:pt x="151" y="172"/>
                      <a:pt x="151" y="160"/>
                      <a:pt x="151" y="160"/>
                    </a:cubicBezTo>
                    <a:cubicBezTo>
                      <a:pt x="151" y="159"/>
                      <a:pt x="152" y="158"/>
                      <a:pt x="153" y="157"/>
                    </a:cubicBezTo>
                    <a:cubicBezTo>
                      <a:pt x="164" y="149"/>
                      <a:pt x="159" y="137"/>
                      <a:pt x="159" y="136"/>
                    </a:cubicBezTo>
                    <a:cubicBezTo>
                      <a:pt x="158" y="134"/>
                      <a:pt x="159" y="132"/>
                      <a:pt x="161" y="131"/>
                    </a:cubicBezTo>
                    <a:cubicBezTo>
                      <a:pt x="162" y="130"/>
                      <a:pt x="164" y="127"/>
                      <a:pt x="165" y="125"/>
                    </a:cubicBezTo>
                    <a:cubicBezTo>
                      <a:pt x="168" y="117"/>
                      <a:pt x="163" y="111"/>
                      <a:pt x="163" y="110"/>
                    </a:cubicBezTo>
                    <a:cubicBezTo>
                      <a:pt x="162" y="109"/>
                      <a:pt x="162" y="107"/>
                      <a:pt x="163" y="105"/>
                    </a:cubicBezTo>
                    <a:cubicBezTo>
                      <a:pt x="170" y="97"/>
                      <a:pt x="167" y="91"/>
                      <a:pt x="167" y="91"/>
                    </a:cubicBezTo>
                    <a:cubicBezTo>
                      <a:pt x="167" y="91"/>
                      <a:pt x="167" y="90"/>
                      <a:pt x="167" y="90"/>
                    </a:cubicBezTo>
                    <a:cubicBezTo>
                      <a:pt x="163" y="80"/>
                      <a:pt x="157" y="80"/>
                      <a:pt x="156" y="80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6" y="80"/>
                      <a:pt x="125" y="79"/>
                      <a:pt x="124" y="78"/>
                    </a:cubicBezTo>
                    <a:cubicBezTo>
                      <a:pt x="123" y="77"/>
                      <a:pt x="123" y="76"/>
                      <a:pt x="123" y="75"/>
                    </a:cubicBezTo>
                    <a:cubicBezTo>
                      <a:pt x="138" y="38"/>
                      <a:pt x="126" y="14"/>
                      <a:pt x="122" y="8"/>
                    </a:cubicBezTo>
                    <a:cubicBezTo>
                      <a:pt x="121" y="8"/>
                      <a:pt x="120" y="8"/>
                      <a:pt x="119" y="8"/>
                    </a:cubicBezTo>
                    <a:cubicBezTo>
                      <a:pt x="113" y="8"/>
                      <a:pt x="113" y="15"/>
                      <a:pt x="113" y="16"/>
                    </a:cubicBezTo>
                    <a:cubicBezTo>
                      <a:pt x="113" y="35"/>
                      <a:pt x="107" y="52"/>
                      <a:pt x="96" y="64"/>
                    </a:cubicBezTo>
                    <a:cubicBezTo>
                      <a:pt x="85" y="76"/>
                      <a:pt x="65" y="83"/>
                      <a:pt x="55" y="87"/>
                    </a:cubicBezTo>
                    <a:lnTo>
                      <a:pt x="55" y="175"/>
                    </a:lnTo>
                    <a:close/>
                    <a:moveTo>
                      <a:pt x="20" y="180"/>
                    </a:moveTo>
                    <a:cubicBezTo>
                      <a:pt x="17" y="180"/>
                      <a:pt x="16" y="178"/>
                      <a:pt x="16" y="176"/>
                    </a:cubicBezTo>
                    <a:cubicBezTo>
                      <a:pt x="16" y="174"/>
                      <a:pt x="17" y="172"/>
                      <a:pt x="20" y="172"/>
                    </a:cubicBezTo>
                    <a:cubicBezTo>
                      <a:pt x="22" y="172"/>
                      <a:pt x="24" y="174"/>
                      <a:pt x="24" y="176"/>
                    </a:cubicBezTo>
                    <a:cubicBezTo>
                      <a:pt x="24" y="178"/>
                      <a:pt x="22" y="180"/>
                      <a:pt x="20" y="18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37" name="Freeform 25">
                <a:extLst>
                  <a:ext uri="{FF2B5EF4-FFF2-40B4-BE49-F238E27FC236}">
                    <a16:creationId xmlns:a16="http://schemas.microsoft.com/office/drawing/2014/main" id="{A18A3290-C51E-451E-B58B-48830C6A20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0986" y="4237267"/>
                <a:ext cx="215426" cy="236507"/>
              </a:xfrm>
              <a:custGeom>
                <a:avLst/>
                <a:gdLst>
                  <a:gd name="T0" fmla="*/ 174 w 179"/>
                  <a:gd name="T1" fmla="*/ 0 h 196"/>
                  <a:gd name="T2" fmla="*/ 179 w 179"/>
                  <a:gd name="T3" fmla="*/ 120 h 196"/>
                  <a:gd name="T4" fmla="*/ 143 w 179"/>
                  <a:gd name="T5" fmla="*/ 124 h 196"/>
                  <a:gd name="T6" fmla="*/ 139 w 179"/>
                  <a:gd name="T7" fmla="*/ 4 h 196"/>
                  <a:gd name="T8" fmla="*/ 171 w 179"/>
                  <a:gd name="T9" fmla="*/ 8 h 196"/>
                  <a:gd name="T10" fmla="*/ 147 w 179"/>
                  <a:gd name="T11" fmla="*/ 116 h 196"/>
                  <a:gd name="T12" fmla="*/ 171 w 179"/>
                  <a:gd name="T13" fmla="*/ 8 h 196"/>
                  <a:gd name="T14" fmla="*/ 75 w 179"/>
                  <a:gd name="T15" fmla="*/ 8 h 196"/>
                  <a:gd name="T16" fmla="*/ 116 w 179"/>
                  <a:gd name="T17" fmla="*/ 12 h 196"/>
                  <a:gd name="T18" fmla="*/ 131 w 179"/>
                  <a:gd name="T19" fmla="*/ 17 h 196"/>
                  <a:gd name="T20" fmla="*/ 128 w 179"/>
                  <a:gd name="T21" fmla="*/ 115 h 196"/>
                  <a:gd name="T22" fmla="*/ 89 w 179"/>
                  <a:gd name="T23" fmla="*/ 137 h 196"/>
                  <a:gd name="T24" fmla="*/ 59 w 179"/>
                  <a:gd name="T25" fmla="*/ 196 h 196"/>
                  <a:gd name="T26" fmla="*/ 51 w 179"/>
                  <a:gd name="T27" fmla="*/ 194 h 196"/>
                  <a:gd name="T28" fmla="*/ 23 w 179"/>
                  <a:gd name="T29" fmla="*/ 124 h 196"/>
                  <a:gd name="T30" fmla="*/ 4 w 179"/>
                  <a:gd name="T31" fmla="*/ 108 h 196"/>
                  <a:gd name="T32" fmla="*/ 6 w 179"/>
                  <a:gd name="T33" fmla="*/ 68 h 196"/>
                  <a:gd name="T34" fmla="*/ 19 w 179"/>
                  <a:gd name="T35" fmla="*/ 34 h 196"/>
                  <a:gd name="T36" fmla="*/ 75 w 179"/>
                  <a:gd name="T37" fmla="*/ 8 h 196"/>
                  <a:gd name="T38" fmla="*/ 115 w 179"/>
                  <a:gd name="T39" fmla="*/ 19 h 196"/>
                  <a:gd name="T40" fmla="*/ 34 w 179"/>
                  <a:gd name="T41" fmla="*/ 21 h 196"/>
                  <a:gd name="T42" fmla="*/ 25 w 179"/>
                  <a:gd name="T43" fmla="*/ 39 h 196"/>
                  <a:gd name="T44" fmla="*/ 18 w 179"/>
                  <a:gd name="T45" fmla="*/ 65 h 196"/>
                  <a:gd name="T46" fmla="*/ 15 w 179"/>
                  <a:gd name="T47" fmla="*/ 85 h 196"/>
                  <a:gd name="T48" fmla="*/ 11 w 179"/>
                  <a:gd name="T49" fmla="*/ 105 h 196"/>
                  <a:gd name="T50" fmla="*/ 22 w 179"/>
                  <a:gd name="T51" fmla="*/ 116 h 196"/>
                  <a:gd name="T52" fmla="*/ 54 w 179"/>
                  <a:gd name="T53" fmla="*/ 118 h 196"/>
                  <a:gd name="T54" fmla="*/ 56 w 179"/>
                  <a:gd name="T55" fmla="*/ 188 h 196"/>
                  <a:gd name="T56" fmla="*/ 65 w 179"/>
                  <a:gd name="T57" fmla="*/ 180 h 196"/>
                  <a:gd name="T58" fmla="*/ 123 w 179"/>
                  <a:gd name="T59" fmla="*/ 109 h 196"/>
                  <a:gd name="T60" fmla="*/ 159 w 179"/>
                  <a:gd name="T61" fmla="*/ 16 h 196"/>
                  <a:gd name="T62" fmla="*/ 159 w 179"/>
                  <a:gd name="T63" fmla="*/ 24 h 196"/>
                  <a:gd name="T64" fmla="*/ 159 w 179"/>
                  <a:gd name="T65" fmla="*/ 1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96">
                    <a:moveTo>
                      <a:pt x="143" y="0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7" y="0"/>
                      <a:pt x="179" y="2"/>
                      <a:pt x="179" y="4"/>
                    </a:cubicBezTo>
                    <a:cubicBezTo>
                      <a:pt x="179" y="120"/>
                      <a:pt x="179" y="120"/>
                      <a:pt x="179" y="120"/>
                    </a:cubicBezTo>
                    <a:cubicBezTo>
                      <a:pt x="179" y="122"/>
                      <a:pt x="177" y="124"/>
                      <a:pt x="174" y="124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0" y="124"/>
                      <a:pt x="139" y="122"/>
                      <a:pt x="139" y="120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2"/>
                      <a:pt x="140" y="0"/>
                      <a:pt x="143" y="0"/>
                    </a:cubicBezTo>
                    <a:close/>
                    <a:moveTo>
                      <a:pt x="171" y="8"/>
                    </a:move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116"/>
                      <a:pt x="147" y="116"/>
                      <a:pt x="147" y="116"/>
                    </a:cubicBezTo>
                    <a:cubicBezTo>
                      <a:pt x="171" y="116"/>
                      <a:pt x="171" y="116"/>
                      <a:pt x="171" y="116"/>
                    </a:cubicBezTo>
                    <a:lnTo>
                      <a:pt x="171" y="8"/>
                    </a:lnTo>
                    <a:close/>
                    <a:moveTo>
                      <a:pt x="75" y="8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78" y="8"/>
                      <a:pt x="81" y="8"/>
                      <a:pt x="83" y="8"/>
                    </a:cubicBezTo>
                    <a:cubicBezTo>
                      <a:pt x="94" y="9"/>
                      <a:pt x="107" y="10"/>
                      <a:pt x="116" y="12"/>
                    </a:cubicBezTo>
                    <a:cubicBezTo>
                      <a:pt x="121" y="12"/>
                      <a:pt x="125" y="13"/>
                      <a:pt x="127" y="13"/>
                    </a:cubicBezTo>
                    <a:cubicBezTo>
                      <a:pt x="129" y="13"/>
                      <a:pt x="131" y="15"/>
                      <a:pt x="131" y="17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31" y="113"/>
                      <a:pt x="130" y="115"/>
                      <a:pt x="128" y="115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17" y="119"/>
                      <a:pt x="98" y="126"/>
                      <a:pt x="89" y="137"/>
                    </a:cubicBezTo>
                    <a:cubicBezTo>
                      <a:pt x="78" y="148"/>
                      <a:pt x="73" y="162"/>
                      <a:pt x="73" y="180"/>
                    </a:cubicBezTo>
                    <a:cubicBezTo>
                      <a:pt x="73" y="186"/>
                      <a:pt x="70" y="196"/>
                      <a:pt x="59" y="196"/>
                    </a:cubicBezTo>
                    <a:cubicBezTo>
                      <a:pt x="57" y="196"/>
                      <a:pt x="55" y="196"/>
                      <a:pt x="52" y="195"/>
                    </a:cubicBezTo>
                    <a:cubicBezTo>
                      <a:pt x="52" y="194"/>
                      <a:pt x="51" y="194"/>
                      <a:pt x="51" y="194"/>
                    </a:cubicBezTo>
                    <a:cubicBezTo>
                      <a:pt x="46" y="189"/>
                      <a:pt x="32" y="163"/>
                      <a:pt x="45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1" y="124"/>
                      <a:pt x="9" y="123"/>
                      <a:pt x="4" y="108"/>
                    </a:cubicBezTo>
                    <a:cubicBezTo>
                      <a:pt x="3" y="106"/>
                      <a:pt x="0" y="98"/>
                      <a:pt x="7" y="88"/>
                    </a:cubicBezTo>
                    <a:cubicBezTo>
                      <a:pt x="5" y="84"/>
                      <a:pt x="2" y="77"/>
                      <a:pt x="6" y="68"/>
                    </a:cubicBezTo>
                    <a:cubicBezTo>
                      <a:pt x="6" y="67"/>
                      <a:pt x="8" y="63"/>
                      <a:pt x="11" y="60"/>
                    </a:cubicBezTo>
                    <a:cubicBezTo>
                      <a:pt x="9" y="53"/>
                      <a:pt x="9" y="42"/>
                      <a:pt x="19" y="34"/>
                    </a:cubicBezTo>
                    <a:cubicBezTo>
                      <a:pt x="19" y="29"/>
                      <a:pt x="21" y="18"/>
                      <a:pt x="31" y="14"/>
                    </a:cubicBezTo>
                    <a:cubicBezTo>
                      <a:pt x="32" y="13"/>
                      <a:pt x="49" y="8"/>
                      <a:pt x="75" y="8"/>
                    </a:cubicBezTo>
                    <a:close/>
                    <a:moveTo>
                      <a:pt x="123" y="20"/>
                    </a:moveTo>
                    <a:cubicBezTo>
                      <a:pt x="121" y="20"/>
                      <a:pt x="118" y="20"/>
                      <a:pt x="115" y="19"/>
                    </a:cubicBezTo>
                    <a:cubicBezTo>
                      <a:pt x="106" y="18"/>
                      <a:pt x="94" y="16"/>
                      <a:pt x="83" y="16"/>
                    </a:cubicBezTo>
                    <a:cubicBezTo>
                      <a:pt x="54" y="15"/>
                      <a:pt x="34" y="21"/>
                      <a:pt x="34" y="21"/>
                    </a:cubicBezTo>
                    <a:cubicBezTo>
                      <a:pt x="27" y="24"/>
                      <a:pt x="27" y="36"/>
                      <a:pt x="27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14" y="47"/>
                      <a:pt x="19" y="59"/>
                      <a:pt x="19" y="60"/>
                    </a:cubicBezTo>
                    <a:cubicBezTo>
                      <a:pt x="20" y="62"/>
                      <a:pt x="19" y="64"/>
                      <a:pt x="18" y="65"/>
                    </a:cubicBezTo>
                    <a:cubicBezTo>
                      <a:pt x="16" y="66"/>
                      <a:pt x="14" y="69"/>
                      <a:pt x="13" y="71"/>
                    </a:cubicBezTo>
                    <a:cubicBezTo>
                      <a:pt x="10" y="79"/>
                      <a:pt x="15" y="85"/>
                      <a:pt x="15" y="85"/>
                    </a:cubicBezTo>
                    <a:cubicBezTo>
                      <a:pt x="16" y="87"/>
                      <a:pt x="16" y="89"/>
                      <a:pt x="15" y="90"/>
                    </a:cubicBezTo>
                    <a:cubicBezTo>
                      <a:pt x="8" y="98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2" y="106"/>
                    </a:cubicBezTo>
                    <a:cubicBezTo>
                      <a:pt x="15" y="116"/>
                      <a:pt x="22" y="116"/>
                      <a:pt x="22" y="11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4" y="116"/>
                      <a:pt x="54" y="118"/>
                    </a:cubicBezTo>
                    <a:cubicBezTo>
                      <a:pt x="55" y="119"/>
                      <a:pt x="55" y="120"/>
                      <a:pt x="55" y="121"/>
                    </a:cubicBezTo>
                    <a:cubicBezTo>
                      <a:pt x="41" y="158"/>
                      <a:pt x="52" y="182"/>
                      <a:pt x="56" y="188"/>
                    </a:cubicBezTo>
                    <a:cubicBezTo>
                      <a:pt x="57" y="188"/>
                      <a:pt x="58" y="188"/>
                      <a:pt x="59" y="188"/>
                    </a:cubicBezTo>
                    <a:cubicBezTo>
                      <a:pt x="65" y="188"/>
                      <a:pt x="65" y="181"/>
                      <a:pt x="65" y="180"/>
                    </a:cubicBezTo>
                    <a:cubicBezTo>
                      <a:pt x="65" y="160"/>
                      <a:pt x="71" y="144"/>
                      <a:pt x="83" y="131"/>
                    </a:cubicBezTo>
                    <a:cubicBezTo>
                      <a:pt x="93" y="120"/>
                      <a:pt x="113" y="113"/>
                      <a:pt x="123" y="109"/>
                    </a:cubicBezTo>
                    <a:lnTo>
                      <a:pt x="123" y="20"/>
                    </a:lnTo>
                    <a:close/>
                    <a:moveTo>
                      <a:pt x="159" y="16"/>
                    </a:moveTo>
                    <a:cubicBezTo>
                      <a:pt x="161" y="16"/>
                      <a:pt x="163" y="18"/>
                      <a:pt x="163" y="20"/>
                    </a:cubicBezTo>
                    <a:cubicBezTo>
                      <a:pt x="163" y="22"/>
                      <a:pt x="161" y="24"/>
                      <a:pt x="159" y="24"/>
                    </a:cubicBezTo>
                    <a:cubicBezTo>
                      <a:pt x="156" y="24"/>
                      <a:pt x="155" y="22"/>
                      <a:pt x="155" y="20"/>
                    </a:cubicBezTo>
                    <a:cubicBezTo>
                      <a:pt x="155" y="18"/>
                      <a:pt x="156" y="16"/>
                      <a:pt x="159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9DED06-7E11-4D8F-BD60-E4653E8EC9A9}"/>
                  </a:ext>
                </a:extLst>
              </p:cNvPr>
              <p:cNvSpPr/>
              <p:nvPr/>
            </p:nvSpPr>
            <p:spPr>
              <a:xfrm>
                <a:off x="1869067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13K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18085DBE-1C0B-4CE5-A347-799AE6E95A36}"/>
                  </a:ext>
                </a:extLst>
              </p:cNvPr>
              <p:cNvSpPr/>
              <p:nvPr/>
            </p:nvSpPr>
            <p:spPr>
              <a:xfrm>
                <a:off x="2776323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19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930CE94-6893-453E-A678-FAFA3AF94493}"/>
              </a:ext>
            </a:extLst>
          </p:cNvPr>
          <p:cNvGrpSpPr/>
          <p:nvPr/>
        </p:nvGrpSpPr>
        <p:grpSpPr>
          <a:xfrm>
            <a:off x="8056972" y="3932576"/>
            <a:ext cx="2916085" cy="1251898"/>
            <a:chOff x="726439" y="3108233"/>
            <a:chExt cx="3210562" cy="1378319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9BB5A297-2260-4633-95D2-51368DF1B80F}"/>
                </a:ext>
              </a:extLst>
            </p:cNvPr>
            <p:cNvGrpSpPr/>
            <p:nvPr/>
          </p:nvGrpSpPr>
          <p:grpSpPr>
            <a:xfrm>
              <a:off x="726439" y="3108233"/>
              <a:ext cx="3210562" cy="1120679"/>
              <a:chOff x="726439" y="3145063"/>
              <a:chExt cx="3210562" cy="1120679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CF57F5A-ECE6-40F8-B54C-B2E851FC447F}"/>
                  </a:ext>
                </a:extLst>
              </p:cNvPr>
              <p:cNvSpPr/>
              <p:nvPr/>
            </p:nvSpPr>
            <p:spPr>
              <a:xfrm>
                <a:off x="726439" y="3145063"/>
                <a:ext cx="3210562" cy="37274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base"/>
                <a:r>
                  <a:rPr lang="en-US" sz="1600" b="1" dirty="0">
                    <a:gradFill flip="none" rotWithShape="1">
                      <a:gsLst>
                        <a:gs pos="0">
                          <a:schemeClr val="accent1"/>
                        </a:gs>
                        <a:gs pos="100000">
                          <a:schemeClr val="accent2"/>
                        </a:gs>
                      </a:gsLst>
                      <a:lin ang="2700000" scaled="1"/>
                      <a:tileRect/>
                    </a:gradFill>
                    <a:latin typeface="Poppins" panose="02000000000000000000" pitchFamily="2" charset="0"/>
                    <a:ea typeface="Roboto Condensed" panose="02000000000000000000" pitchFamily="2" charset="0"/>
                    <a:cs typeface="Poppins" panose="02000000000000000000" pitchFamily="2" charset="0"/>
                  </a:rPr>
                  <a:t>Our World At Night</a:t>
                </a:r>
                <a:endParaRPr lang="en-US" sz="1600" b="1" i="0" dirty="0"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2"/>
                      </a:gs>
                    </a:gsLst>
                    <a:lin ang="2700000" scaled="1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D85E586-F5C5-4D42-A732-64D2EAC33554}"/>
                  </a:ext>
                </a:extLst>
              </p:cNvPr>
              <p:cNvSpPr/>
              <p:nvPr/>
            </p:nvSpPr>
            <p:spPr>
              <a:xfrm>
                <a:off x="818573" y="3483618"/>
                <a:ext cx="3026291" cy="78212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en-US" sz="105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 European languages are members of the same family. Their separate existence is a myth. </a:t>
                </a:r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D6E7E4C2-470D-4301-BF2D-E045569377AE}"/>
                </a:ext>
              </a:extLst>
            </p:cNvPr>
            <p:cNvGrpSpPr/>
            <p:nvPr/>
          </p:nvGrpSpPr>
          <p:grpSpPr>
            <a:xfrm>
              <a:off x="1527107" y="4232410"/>
              <a:ext cx="1609227" cy="254142"/>
              <a:chOff x="1635250" y="4232410"/>
              <a:chExt cx="1609227" cy="254142"/>
            </a:xfrm>
          </p:grpSpPr>
          <p:sp>
            <p:nvSpPr>
              <p:cNvPr id="23" name="Freeform 24">
                <a:extLst>
                  <a:ext uri="{FF2B5EF4-FFF2-40B4-BE49-F238E27FC236}">
                    <a16:creationId xmlns:a16="http://schemas.microsoft.com/office/drawing/2014/main" id="{27641766-3B56-4DA3-9705-5147E8BAC2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35250" y="4237267"/>
                <a:ext cx="214767" cy="236507"/>
              </a:xfrm>
              <a:custGeom>
                <a:avLst/>
                <a:gdLst>
                  <a:gd name="T0" fmla="*/ 4 w 178"/>
                  <a:gd name="T1" fmla="*/ 196 h 196"/>
                  <a:gd name="T2" fmla="*/ 0 w 178"/>
                  <a:gd name="T3" fmla="*/ 76 h 196"/>
                  <a:gd name="T4" fmla="*/ 35 w 178"/>
                  <a:gd name="T5" fmla="*/ 72 h 196"/>
                  <a:gd name="T6" fmla="*/ 40 w 178"/>
                  <a:gd name="T7" fmla="*/ 192 h 196"/>
                  <a:gd name="T8" fmla="*/ 7 w 178"/>
                  <a:gd name="T9" fmla="*/ 188 h 196"/>
                  <a:gd name="T10" fmla="*/ 32 w 178"/>
                  <a:gd name="T11" fmla="*/ 80 h 196"/>
                  <a:gd name="T12" fmla="*/ 7 w 178"/>
                  <a:gd name="T13" fmla="*/ 188 h 196"/>
                  <a:gd name="T14" fmla="*/ 103 w 178"/>
                  <a:gd name="T15" fmla="*/ 188 h 196"/>
                  <a:gd name="T16" fmla="*/ 62 w 178"/>
                  <a:gd name="T17" fmla="*/ 184 h 196"/>
                  <a:gd name="T18" fmla="*/ 47 w 178"/>
                  <a:gd name="T19" fmla="*/ 179 h 196"/>
                  <a:gd name="T20" fmla="*/ 50 w 178"/>
                  <a:gd name="T21" fmla="*/ 80 h 196"/>
                  <a:gd name="T22" fmla="*/ 90 w 178"/>
                  <a:gd name="T23" fmla="*/ 59 h 196"/>
                  <a:gd name="T24" fmla="*/ 119 w 178"/>
                  <a:gd name="T25" fmla="*/ 0 h 196"/>
                  <a:gd name="T26" fmla="*/ 128 w 178"/>
                  <a:gd name="T27" fmla="*/ 2 h 196"/>
                  <a:gd name="T28" fmla="*/ 156 w 178"/>
                  <a:gd name="T29" fmla="*/ 72 h 196"/>
                  <a:gd name="T30" fmla="*/ 174 w 178"/>
                  <a:gd name="T31" fmla="*/ 88 h 196"/>
                  <a:gd name="T32" fmla="*/ 173 w 178"/>
                  <a:gd name="T33" fmla="*/ 127 h 196"/>
                  <a:gd name="T34" fmla="*/ 159 w 178"/>
                  <a:gd name="T35" fmla="*/ 162 h 196"/>
                  <a:gd name="T36" fmla="*/ 103 w 178"/>
                  <a:gd name="T37" fmla="*/ 188 h 196"/>
                  <a:gd name="T38" fmla="*/ 63 w 178"/>
                  <a:gd name="T39" fmla="*/ 176 h 196"/>
                  <a:gd name="T40" fmla="*/ 144 w 178"/>
                  <a:gd name="T41" fmla="*/ 175 h 196"/>
                  <a:gd name="T42" fmla="*/ 153 w 178"/>
                  <a:gd name="T43" fmla="*/ 157 h 196"/>
                  <a:gd name="T44" fmla="*/ 161 w 178"/>
                  <a:gd name="T45" fmla="*/ 131 h 196"/>
                  <a:gd name="T46" fmla="*/ 163 w 178"/>
                  <a:gd name="T47" fmla="*/ 110 h 196"/>
                  <a:gd name="T48" fmla="*/ 167 w 178"/>
                  <a:gd name="T49" fmla="*/ 91 h 196"/>
                  <a:gd name="T50" fmla="*/ 156 w 178"/>
                  <a:gd name="T51" fmla="*/ 80 h 196"/>
                  <a:gd name="T52" fmla="*/ 124 w 178"/>
                  <a:gd name="T53" fmla="*/ 78 h 196"/>
                  <a:gd name="T54" fmla="*/ 122 w 178"/>
                  <a:gd name="T55" fmla="*/ 8 h 196"/>
                  <a:gd name="T56" fmla="*/ 113 w 178"/>
                  <a:gd name="T57" fmla="*/ 16 h 196"/>
                  <a:gd name="T58" fmla="*/ 55 w 178"/>
                  <a:gd name="T59" fmla="*/ 87 h 196"/>
                  <a:gd name="T60" fmla="*/ 20 w 178"/>
                  <a:gd name="T61" fmla="*/ 180 h 196"/>
                  <a:gd name="T62" fmla="*/ 20 w 178"/>
                  <a:gd name="T63" fmla="*/ 172 h 196"/>
                  <a:gd name="T64" fmla="*/ 20 w 178"/>
                  <a:gd name="T65" fmla="*/ 18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196">
                    <a:moveTo>
                      <a:pt x="35" y="196"/>
                    </a:moveTo>
                    <a:cubicBezTo>
                      <a:pt x="4" y="196"/>
                      <a:pt x="4" y="196"/>
                      <a:pt x="4" y="196"/>
                    </a:cubicBezTo>
                    <a:cubicBezTo>
                      <a:pt x="1" y="196"/>
                      <a:pt x="0" y="194"/>
                      <a:pt x="0" y="192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4"/>
                      <a:pt x="1" y="72"/>
                      <a:pt x="4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8" y="72"/>
                      <a:pt x="40" y="74"/>
                      <a:pt x="40" y="76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40" y="194"/>
                      <a:pt x="38" y="196"/>
                      <a:pt x="35" y="196"/>
                    </a:cubicBezTo>
                    <a:close/>
                    <a:moveTo>
                      <a:pt x="7" y="188"/>
                    </a:moveTo>
                    <a:cubicBezTo>
                      <a:pt x="32" y="188"/>
                      <a:pt x="32" y="188"/>
                      <a:pt x="32" y="188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7" y="80"/>
                      <a:pt x="7" y="80"/>
                      <a:pt x="7" y="80"/>
                    </a:cubicBezTo>
                    <a:lnTo>
                      <a:pt x="7" y="188"/>
                    </a:lnTo>
                    <a:close/>
                    <a:moveTo>
                      <a:pt x="103" y="188"/>
                    </a:move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0" y="188"/>
                      <a:pt x="98" y="188"/>
                      <a:pt x="95" y="188"/>
                    </a:cubicBezTo>
                    <a:cubicBezTo>
                      <a:pt x="84" y="187"/>
                      <a:pt x="71" y="186"/>
                      <a:pt x="62" y="184"/>
                    </a:cubicBezTo>
                    <a:cubicBezTo>
                      <a:pt x="57" y="184"/>
                      <a:pt x="53" y="183"/>
                      <a:pt x="51" y="183"/>
                    </a:cubicBezTo>
                    <a:cubicBezTo>
                      <a:pt x="49" y="183"/>
                      <a:pt x="47" y="181"/>
                      <a:pt x="47" y="179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7" y="82"/>
                      <a:pt x="49" y="81"/>
                      <a:pt x="50" y="80"/>
                    </a:cubicBezTo>
                    <a:cubicBezTo>
                      <a:pt x="52" y="80"/>
                      <a:pt x="52" y="80"/>
                      <a:pt x="52" y="80"/>
                    </a:cubicBezTo>
                    <a:cubicBezTo>
                      <a:pt x="61" y="76"/>
                      <a:pt x="80" y="69"/>
                      <a:pt x="90" y="59"/>
                    </a:cubicBezTo>
                    <a:cubicBezTo>
                      <a:pt x="100" y="48"/>
                      <a:pt x="105" y="33"/>
                      <a:pt x="105" y="16"/>
                    </a:cubicBezTo>
                    <a:cubicBezTo>
                      <a:pt x="105" y="10"/>
                      <a:pt x="108" y="0"/>
                      <a:pt x="119" y="0"/>
                    </a:cubicBezTo>
                    <a:cubicBezTo>
                      <a:pt x="121" y="0"/>
                      <a:pt x="124" y="0"/>
                      <a:pt x="126" y="1"/>
                    </a:cubicBezTo>
                    <a:cubicBezTo>
                      <a:pt x="127" y="1"/>
                      <a:pt x="127" y="2"/>
                      <a:pt x="128" y="2"/>
                    </a:cubicBezTo>
                    <a:cubicBezTo>
                      <a:pt x="132" y="7"/>
                      <a:pt x="146" y="32"/>
                      <a:pt x="133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7" y="72"/>
                      <a:pt x="169" y="73"/>
                      <a:pt x="174" y="88"/>
                    </a:cubicBezTo>
                    <a:cubicBezTo>
                      <a:pt x="175" y="89"/>
                      <a:pt x="178" y="98"/>
                      <a:pt x="171" y="108"/>
                    </a:cubicBezTo>
                    <a:cubicBezTo>
                      <a:pt x="173" y="112"/>
                      <a:pt x="176" y="119"/>
                      <a:pt x="173" y="127"/>
                    </a:cubicBezTo>
                    <a:cubicBezTo>
                      <a:pt x="172" y="128"/>
                      <a:pt x="170" y="133"/>
                      <a:pt x="167" y="136"/>
                    </a:cubicBezTo>
                    <a:cubicBezTo>
                      <a:pt x="169" y="143"/>
                      <a:pt x="169" y="154"/>
                      <a:pt x="159" y="162"/>
                    </a:cubicBezTo>
                    <a:cubicBezTo>
                      <a:pt x="159" y="167"/>
                      <a:pt x="157" y="178"/>
                      <a:pt x="147" y="182"/>
                    </a:cubicBezTo>
                    <a:cubicBezTo>
                      <a:pt x="146" y="182"/>
                      <a:pt x="129" y="188"/>
                      <a:pt x="103" y="188"/>
                    </a:cubicBezTo>
                    <a:close/>
                    <a:moveTo>
                      <a:pt x="55" y="175"/>
                    </a:moveTo>
                    <a:cubicBezTo>
                      <a:pt x="58" y="176"/>
                      <a:pt x="60" y="176"/>
                      <a:pt x="63" y="176"/>
                    </a:cubicBezTo>
                    <a:cubicBezTo>
                      <a:pt x="72" y="178"/>
                      <a:pt x="85" y="179"/>
                      <a:pt x="95" y="180"/>
                    </a:cubicBezTo>
                    <a:cubicBezTo>
                      <a:pt x="125" y="181"/>
                      <a:pt x="144" y="175"/>
                      <a:pt x="144" y="175"/>
                    </a:cubicBezTo>
                    <a:cubicBezTo>
                      <a:pt x="151" y="172"/>
                      <a:pt x="151" y="160"/>
                      <a:pt x="151" y="160"/>
                    </a:cubicBezTo>
                    <a:cubicBezTo>
                      <a:pt x="151" y="159"/>
                      <a:pt x="152" y="158"/>
                      <a:pt x="153" y="157"/>
                    </a:cubicBezTo>
                    <a:cubicBezTo>
                      <a:pt x="164" y="149"/>
                      <a:pt x="159" y="137"/>
                      <a:pt x="159" y="136"/>
                    </a:cubicBezTo>
                    <a:cubicBezTo>
                      <a:pt x="158" y="134"/>
                      <a:pt x="159" y="132"/>
                      <a:pt x="161" y="131"/>
                    </a:cubicBezTo>
                    <a:cubicBezTo>
                      <a:pt x="162" y="130"/>
                      <a:pt x="164" y="127"/>
                      <a:pt x="165" y="125"/>
                    </a:cubicBezTo>
                    <a:cubicBezTo>
                      <a:pt x="168" y="117"/>
                      <a:pt x="163" y="111"/>
                      <a:pt x="163" y="110"/>
                    </a:cubicBezTo>
                    <a:cubicBezTo>
                      <a:pt x="162" y="109"/>
                      <a:pt x="162" y="107"/>
                      <a:pt x="163" y="105"/>
                    </a:cubicBezTo>
                    <a:cubicBezTo>
                      <a:pt x="170" y="97"/>
                      <a:pt x="167" y="91"/>
                      <a:pt x="167" y="91"/>
                    </a:cubicBezTo>
                    <a:cubicBezTo>
                      <a:pt x="167" y="91"/>
                      <a:pt x="167" y="90"/>
                      <a:pt x="167" y="90"/>
                    </a:cubicBezTo>
                    <a:cubicBezTo>
                      <a:pt x="163" y="80"/>
                      <a:pt x="157" y="80"/>
                      <a:pt x="156" y="80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6" y="80"/>
                      <a:pt x="125" y="79"/>
                      <a:pt x="124" y="78"/>
                    </a:cubicBezTo>
                    <a:cubicBezTo>
                      <a:pt x="123" y="77"/>
                      <a:pt x="123" y="76"/>
                      <a:pt x="123" y="75"/>
                    </a:cubicBezTo>
                    <a:cubicBezTo>
                      <a:pt x="138" y="38"/>
                      <a:pt x="126" y="14"/>
                      <a:pt x="122" y="8"/>
                    </a:cubicBezTo>
                    <a:cubicBezTo>
                      <a:pt x="121" y="8"/>
                      <a:pt x="120" y="8"/>
                      <a:pt x="119" y="8"/>
                    </a:cubicBezTo>
                    <a:cubicBezTo>
                      <a:pt x="113" y="8"/>
                      <a:pt x="113" y="15"/>
                      <a:pt x="113" y="16"/>
                    </a:cubicBezTo>
                    <a:cubicBezTo>
                      <a:pt x="113" y="35"/>
                      <a:pt x="107" y="52"/>
                      <a:pt x="96" y="64"/>
                    </a:cubicBezTo>
                    <a:cubicBezTo>
                      <a:pt x="85" y="76"/>
                      <a:pt x="65" y="83"/>
                      <a:pt x="55" y="87"/>
                    </a:cubicBezTo>
                    <a:lnTo>
                      <a:pt x="55" y="175"/>
                    </a:lnTo>
                    <a:close/>
                    <a:moveTo>
                      <a:pt x="20" y="180"/>
                    </a:moveTo>
                    <a:cubicBezTo>
                      <a:pt x="17" y="180"/>
                      <a:pt x="16" y="178"/>
                      <a:pt x="16" y="176"/>
                    </a:cubicBezTo>
                    <a:cubicBezTo>
                      <a:pt x="16" y="174"/>
                      <a:pt x="17" y="172"/>
                      <a:pt x="20" y="172"/>
                    </a:cubicBezTo>
                    <a:cubicBezTo>
                      <a:pt x="22" y="172"/>
                      <a:pt x="24" y="174"/>
                      <a:pt x="24" y="176"/>
                    </a:cubicBezTo>
                    <a:cubicBezTo>
                      <a:pt x="24" y="178"/>
                      <a:pt x="22" y="180"/>
                      <a:pt x="20" y="18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24" name="Freeform 25">
                <a:extLst>
                  <a:ext uri="{FF2B5EF4-FFF2-40B4-BE49-F238E27FC236}">
                    <a16:creationId xmlns:a16="http://schemas.microsoft.com/office/drawing/2014/main" id="{F8AF0526-600B-4C66-915D-4E6544FC72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0986" y="4237267"/>
                <a:ext cx="215426" cy="236507"/>
              </a:xfrm>
              <a:custGeom>
                <a:avLst/>
                <a:gdLst>
                  <a:gd name="T0" fmla="*/ 174 w 179"/>
                  <a:gd name="T1" fmla="*/ 0 h 196"/>
                  <a:gd name="T2" fmla="*/ 179 w 179"/>
                  <a:gd name="T3" fmla="*/ 120 h 196"/>
                  <a:gd name="T4" fmla="*/ 143 w 179"/>
                  <a:gd name="T5" fmla="*/ 124 h 196"/>
                  <a:gd name="T6" fmla="*/ 139 w 179"/>
                  <a:gd name="T7" fmla="*/ 4 h 196"/>
                  <a:gd name="T8" fmla="*/ 171 w 179"/>
                  <a:gd name="T9" fmla="*/ 8 h 196"/>
                  <a:gd name="T10" fmla="*/ 147 w 179"/>
                  <a:gd name="T11" fmla="*/ 116 h 196"/>
                  <a:gd name="T12" fmla="*/ 171 w 179"/>
                  <a:gd name="T13" fmla="*/ 8 h 196"/>
                  <a:gd name="T14" fmla="*/ 75 w 179"/>
                  <a:gd name="T15" fmla="*/ 8 h 196"/>
                  <a:gd name="T16" fmla="*/ 116 w 179"/>
                  <a:gd name="T17" fmla="*/ 12 h 196"/>
                  <a:gd name="T18" fmla="*/ 131 w 179"/>
                  <a:gd name="T19" fmla="*/ 17 h 196"/>
                  <a:gd name="T20" fmla="*/ 128 w 179"/>
                  <a:gd name="T21" fmla="*/ 115 h 196"/>
                  <a:gd name="T22" fmla="*/ 89 w 179"/>
                  <a:gd name="T23" fmla="*/ 137 h 196"/>
                  <a:gd name="T24" fmla="*/ 59 w 179"/>
                  <a:gd name="T25" fmla="*/ 196 h 196"/>
                  <a:gd name="T26" fmla="*/ 51 w 179"/>
                  <a:gd name="T27" fmla="*/ 194 h 196"/>
                  <a:gd name="T28" fmla="*/ 23 w 179"/>
                  <a:gd name="T29" fmla="*/ 124 h 196"/>
                  <a:gd name="T30" fmla="*/ 4 w 179"/>
                  <a:gd name="T31" fmla="*/ 108 h 196"/>
                  <a:gd name="T32" fmla="*/ 6 w 179"/>
                  <a:gd name="T33" fmla="*/ 68 h 196"/>
                  <a:gd name="T34" fmla="*/ 19 w 179"/>
                  <a:gd name="T35" fmla="*/ 34 h 196"/>
                  <a:gd name="T36" fmla="*/ 75 w 179"/>
                  <a:gd name="T37" fmla="*/ 8 h 196"/>
                  <a:gd name="T38" fmla="*/ 115 w 179"/>
                  <a:gd name="T39" fmla="*/ 19 h 196"/>
                  <a:gd name="T40" fmla="*/ 34 w 179"/>
                  <a:gd name="T41" fmla="*/ 21 h 196"/>
                  <a:gd name="T42" fmla="*/ 25 w 179"/>
                  <a:gd name="T43" fmla="*/ 39 h 196"/>
                  <a:gd name="T44" fmla="*/ 18 w 179"/>
                  <a:gd name="T45" fmla="*/ 65 h 196"/>
                  <a:gd name="T46" fmla="*/ 15 w 179"/>
                  <a:gd name="T47" fmla="*/ 85 h 196"/>
                  <a:gd name="T48" fmla="*/ 11 w 179"/>
                  <a:gd name="T49" fmla="*/ 105 h 196"/>
                  <a:gd name="T50" fmla="*/ 22 w 179"/>
                  <a:gd name="T51" fmla="*/ 116 h 196"/>
                  <a:gd name="T52" fmla="*/ 54 w 179"/>
                  <a:gd name="T53" fmla="*/ 118 h 196"/>
                  <a:gd name="T54" fmla="*/ 56 w 179"/>
                  <a:gd name="T55" fmla="*/ 188 h 196"/>
                  <a:gd name="T56" fmla="*/ 65 w 179"/>
                  <a:gd name="T57" fmla="*/ 180 h 196"/>
                  <a:gd name="T58" fmla="*/ 123 w 179"/>
                  <a:gd name="T59" fmla="*/ 109 h 196"/>
                  <a:gd name="T60" fmla="*/ 159 w 179"/>
                  <a:gd name="T61" fmla="*/ 16 h 196"/>
                  <a:gd name="T62" fmla="*/ 159 w 179"/>
                  <a:gd name="T63" fmla="*/ 24 h 196"/>
                  <a:gd name="T64" fmla="*/ 159 w 179"/>
                  <a:gd name="T65" fmla="*/ 1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96">
                    <a:moveTo>
                      <a:pt x="143" y="0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7" y="0"/>
                      <a:pt x="179" y="2"/>
                      <a:pt x="179" y="4"/>
                    </a:cubicBezTo>
                    <a:cubicBezTo>
                      <a:pt x="179" y="120"/>
                      <a:pt x="179" y="120"/>
                      <a:pt x="179" y="120"/>
                    </a:cubicBezTo>
                    <a:cubicBezTo>
                      <a:pt x="179" y="122"/>
                      <a:pt x="177" y="124"/>
                      <a:pt x="174" y="124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0" y="124"/>
                      <a:pt x="139" y="122"/>
                      <a:pt x="139" y="120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2"/>
                      <a:pt x="140" y="0"/>
                      <a:pt x="143" y="0"/>
                    </a:cubicBezTo>
                    <a:close/>
                    <a:moveTo>
                      <a:pt x="171" y="8"/>
                    </a:move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116"/>
                      <a:pt x="147" y="116"/>
                      <a:pt x="147" y="116"/>
                    </a:cubicBezTo>
                    <a:cubicBezTo>
                      <a:pt x="171" y="116"/>
                      <a:pt x="171" y="116"/>
                      <a:pt x="171" y="116"/>
                    </a:cubicBezTo>
                    <a:lnTo>
                      <a:pt x="171" y="8"/>
                    </a:lnTo>
                    <a:close/>
                    <a:moveTo>
                      <a:pt x="75" y="8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78" y="8"/>
                      <a:pt x="81" y="8"/>
                      <a:pt x="83" y="8"/>
                    </a:cubicBezTo>
                    <a:cubicBezTo>
                      <a:pt x="94" y="9"/>
                      <a:pt x="107" y="10"/>
                      <a:pt x="116" y="12"/>
                    </a:cubicBezTo>
                    <a:cubicBezTo>
                      <a:pt x="121" y="12"/>
                      <a:pt x="125" y="13"/>
                      <a:pt x="127" y="13"/>
                    </a:cubicBezTo>
                    <a:cubicBezTo>
                      <a:pt x="129" y="13"/>
                      <a:pt x="131" y="15"/>
                      <a:pt x="131" y="17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31" y="113"/>
                      <a:pt x="130" y="115"/>
                      <a:pt x="128" y="115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17" y="119"/>
                      <a:pt x="98" y="126"/>
                      <a:pt x="89" y="137"/>
                    </a:cubicBezTo>
                    <a:cubicBezTo>
                      <a:pt x="78" y="148"/>
                      <a:pt x="73" y="162"/>
                      <a:pt x="73" y="180"/>
                    </a:cubicBezTo>
                    <a:cubicBezTo>
                      <a:pt x="73" y="186"/>
                      <a:pt x="70" y="196"/>
                      <a:pt x="59" y="196"/>
                    </a:cubicBezTo>
                    <a:cubicBezTo>
                      <a:pt x="57" y="196"/>
                      <a:pt x="55" y="196"/>
                      <a:pt x="52" y="195"/>
                    </a:cubicBezTo>
                    <a:cubicBezTo>
                      <a:pt x="52" y="194"/>
                      <a:pt x="51" y="194"/>
                      <a:pt x="51" y="194"/>
                    </a:cubicBezTo>
                    <a:cubicBezTo>
                      <a:pt x="46" y="189"/>
                      <a:pt x="32" y="163"/>
                      <a:pt x="45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1" y="124"/>
                      <a:pt x="9" y="123"/>
                      <a:pt x="4" y="108"/>
                    </a:cubicBezTo>
                    <a:cubicBezTo>
                      <a:pt x="3" y="106"/>
                      <a:pt x="0" y="98"/>
                      <a:pt x="7" y="88"/>
                    </a:cubicBezTo>
                    <a:cubicBezTo>
                      <a:pt x="5" y="84"/>
                      <a:pt x="2" y="77"/>
                      <a:pt x="6" y="68"/>
                    </a:cubicBezTo>
                    <a:cubicBezTo>
                      <a:pt x="6" y="67"/>
                      <a:pt x="8" y="63"/>
                      <a:pt x="11" y="60"/>
                    </a:cubicBezTo>
                    <a:cubicBezTo>
                      <a:pt x="9" y="53"/>
                      <a:pt x="9" y="42"/>
                      <a:pt x="19" y="34"/>
                    </a:cubicBezTo>
                    <a:cubicBezTo>
                      <a:pt x="19" y="29"/>
                      <a:pt x="21" y="18"/>
                      <a:pt x="31" y="14"/>
                    </a:cubicBezTo>
                    <a:cubicBezTo>
                      <a:pt x="32" y="13"/>
                      <a:pt x="49" y="8"/>
                      <a:pt x="75" y="8"/>
                    </a:cubicBezTo>
                    <a:close/>
                    <a:moveTo>
                      <a:pt x="123" y="20"/>
                    </a:moveTo>
                    <a:cubicBezTo>
                      <a:pt x="121" y="20"/>
                      <a:pt x="118" y="20"/>
                      <a:pt x="115" y="19"/>
                    </a:cubicBezTo>
                    <a:cubicBezTo>
                      <a:pt x="106" y="18"/>
                      <a:pt x="94" y="16"/>
                      <a:pt x="83" y="16"/>
                    </a:cubicBezTo>
                    <a:cubicBezTo>
                      <a:pt x="54" y="15"/>
                      <a:pt x="34" y="21"/>
                      <a:pt x="34" y="21"/>
                    </a:cubicBezTo>
                    <a:cubicBezTo>
                      <a:pt x="27" y="24"/>
                      <a:pt x="27" y="36"/>
                      <a:pt x="27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14" y="47"/>
                      <a:pt x="19" y="59"/>
                      <a:pt x="19" y="60"/>
                    </a:cubicBezTo>
                    <a:cubicBezTo>
                      <a:pt x="20" y="62"/>
                      <a:pt x="19" y="64"/>
                      <a:pt x="18" y="65"/>
                    </a:cubicBezTo>
                    <a:cubicBezTo>
                      <a:pt x="16" y="66"/>
                      <a:pt x="14" y="69"/>
                      <a:pt x="13" y="71"/>
                    </a:cubicBezTo>
                    <a:cubicBezTo>
                      <a:pt x="10" y="79"/>
                      <a:pt x="15" y="85"/>
                      <a:pt x="15" y="85"/>
                    </a:cubicBezTo>
                    <a:cubicBezTo>
                      <a:pt x="16" y="87"/>
                      <a:pt x="16" y="89"/>
                      <a:pt x="15" y="90"/>
                    </a:cubicBezTo>
                    <a:cubicBezTo>
                      <a:pt x="8" y="98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2" y="106"/>
                    </a:cubicBezTo>
                    <a:cubicBezTo>
                      <a:pt x="15" y="116"/>
                      <a:pt x="22" y="116"/>
                      <a:pt x="22" y="11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4" y="116"/>
                      <a:pt x="54" y="118"/>
                    </a:cubicBezTo>
                    <a:cubicBezTo>
                      <a:pt x="55" y="119"/>
                      <a:pt x="55" y="120"/>
                      <a:pt x="55" y="121"/>
                    </a:cubicBezTo>
                    <a:cubicBezTo>
                      <a:pt x="41" y="158"/>
                      <a:pt x="52" y="182"/>
                      <a:pt x="56" y="188"/>
                    </a:cubicBezTo>
                    <a:cubicBezTo>
                      <a:pt x="57" y="188"/>
                      <a:pt x="58" y="188"/>
                      <a:pt x="59" y="188"/>
                    </a:cubicBezTo>
                    <a:cubicBezTo>
                      <a:pt x="65" y="188"/>
                      <a:pt x="65" y="181"/>
                      <a:pt x="65" y="180"/>
                    </a:cubicBezTo>
                    <a:cubicBezTo>
                      <a:pt x="65" y="160"/>
                      <a:pt x="71" y="144"/>
                      <a:pt x="83" y="131"/>
                    </a:cubicBezTo>
                    <a:cubicBezTo>
                      <a:pt x="93" y="120"/>
                      <a:pt x="113" y="113"/>
                      <a:pt x="123" y="109"/>
                    </a:cubicBezTo>
                    <a:lnTo>
                      <a:pt x="123" y="20"/>
                    </a:lnTo>
                    <a:close/>
                    <a:moveTo>
                      <a:pt x="159" y="16"/>
                    </a:moveTo>
                    <a:cubicBezTo>
                      <a:pt x="161" y="16"/>
                      <a:pt x="163" y="18"/>
                      <a:pt x="163" y="20"/>
                    </a:cubicBezTo>
                    <a:cubicBezTo>
                      <a:pt x="163" y="22"/>
                      <a:pt x="161" y="24"/>
                      <a:pt x="159" y="24"/>
                    </a:cubicBezTo>
                    <a:cubicBezTo>
                      <a:pt x="156" y="24"/>
                      <a:pt x="155" y="22"/>
                      <a:pt x="155" y="20"/>
                    </a:cubicBezTo>
                    <a:cubicBezTo>
                      <a:pt x="155" y="18"/>
                      <a:pt x="156" y="16"/>
                      <a:pt x="159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F563BF94-30B4-4E6E-8B7D-AE99DF4C608D}"/>
                  </a:ext>
                </a:extLst>
              </p:cNvPr>
              <p:cNvSpPr/>
              <p:nvPr/>
            </p:nvSpPr>
            <p:spPr>
              <a:xfrm>
                <a:off x="1869067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13K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0EFD2BFE-3DAD-43D9-8B52-F06A3697A225}"/>
                  </a:ext>
                </a:extLst>
              </p:cNvPr>
              <p:cNvSpPr/>
              <p:nvPr/>
            </p:nvSpPr>
            <p:spPr>
              <a:xfrm>
                <a:off x="2776323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19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4838E85-2279-41B2-A7B5-03B1CEEF77F7}"/>
              </a:ext>
            </a:extLst>
          </p:cNvPr>
          <p:cNvGrpSpPr/>
          <p:nvPr/>
        </p:nvGrpSpPr>
        <p:grpSpPr>
          <a:xfrm>
            <a:off x="1218943" y="3903299"/>
            <a:ext cx="2916085" cy="1251898"/>
            <a:chOff x="726439" y="3108233"/>
            <a:chExt cx="3210562" cy="1378319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BA8B1F7-B0CA-44B5-B30A-56495D23408B}"/>
                </a:ext>
              </a:extLst>
            </p:cNvPr>
            <p:cNvGrpSpPr/>
            <p:nvPr/>
          </p:nvGrpSpPr>
          <p:grpSpPr>
            <a:xfrm>
              <a:off x="726439" y="3108233"/>
              <a:ext cx="3210562" cy="1120679"/>
              <a:chOff x="726439" y="3145063"/>
              <a:chExt cx="3210562" cy="1120679"/>
            </a:xfrm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3064DB0-4C6E-47E5-83B5-CE0B65E9F2A4}"/>
                  </a:ext>
                </a:extLst>
              </p:cNvPr>
              <p:cNvSpPr/>
              <p:nvPr/>
            </p:nvSpPr>
            <p:spPr>
              <a:xfrm>
                <a:off x="726439" y="3145063"/>
                <a:ext cx="3210562" cy="37274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base"/>
                <a:r>
                  <a:rPr lang="en-US" sz="1600" b="1" dirty="0">
                    <a:gradFill flip="none" rotWithShape="1">
                      <a:gsLst>
                        <a:gs pos="0">
                          <a:schemeClr val="accent1"/>
                        </a:gs>
                        <a:gs pos="100000">
                          <a:schemeClr val="accent2"/>
                        </a:gs>
                      </a:gsLst>
                      <a:lin ang="2700000" scaled="1"/>
                      <a:tileRect/>
                    </a:gradFill>
                    <a:latin typeface="Poppins" panose="02000000000000000000" pitchFamily="2" charset="0"/>
                    <a:ea typeface="Roboto Condensed" panose="02000000000000000000" pitchFamily="2" charset="0"/>
                    <a:cs typeface="Poppins" panose="02000000000000000000" pitchFamily="2" charset="0"/>
                  </a:rPr>
                  <a:t>Swim In The Air</a:t>
                </a:r>
                <a:endParaRPr lang="en-US" sz="1600" b="1" i="0" dirty="0">
                  <a:gradFill flip="none" rotWithShape="1">
                    <a:gsLst>
                      <a:gs pos="0">
                        <a:schemeClr val="accent1"/>
                      </a:gs>
                      <a:gs pos="100000">
                        <a:schemeClr val="accent2"/>
                      </a:gs>
                    </a:gsLst>
                    <a:lin ang="2700000" scaled="1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E6995C3B-7847-44CD-BF41-07803E559AE8}"/>
                  </a:ext>
                </a:extLst>
              </p:cNvPr>
              <p:cNvSpPr/>
              <p:nvPr/>
            </p:nvSpPr>
            <p:spPr>
              <a:xfrm>
                <a:off x="818573" y="3483618"/>
                <a:ext cx="3026291" cy="78212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en-US" sz="105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 European languages are members of the same family. Their separate existence is a myth. </a:t>
                </a: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DCABCEF-EB68-4546-ADE8-04098D32648B}"/>
                </a:ext>
              </a:extLst>
            </p:cNvPr>
            <p:cNvGrpSpPr/>
            <p:nvPr/>
          </p:nvGrpSpPr>
          <p:grpSpPr>
            <a:xfrm>
              <a:off x="1527107" y="4232410"/>
              <a:ext cx="1609227" cy="254142"/>
              <a:chOff x="1635250" y="4232410"/>
              <a:chExt cx="1609227" cy="254142"/>
            </a:xfrm>
          </p:grpSpPr>
          <p:sp>
            <p:nvSpPr>
              <p:cNvPr id="13" name="Freeform 24">
                <a:extLst>
                  <a:ext uri="{FF2B5EF4-FFF2-40B4-BE49-F238E27FC236}">
                    <a16:creationId xmlns:a16="http://schemas.microsoft.com/office/drawing/2014/main" id="{7DE48A54-1C8C-4C1C-AEAC-2E5BCFC8A7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35250" y="4237267"/>
                <a:ext cx="214767" cy="236507"/>
              </a:xfrm>
              <a:custGeom>
                <a:avLst/>
                <a:gdLst>
                  <a:gd name="T0" fmla="*/ 4 w 178"/>
                  <a:gd name="T1" fmla="*/ 196 h 196"/>
                  <a:gd name="T2" fmla="*/ 0 w 178"/>
                  <a:gd name="T3" fmla="*/ 76 h 196"/>
                  <a:gd name="T4" fmla="*/ 35 w 178"/>
                  <a:gd name="T5" fmla="*/ 72 h 196"/>
                  <a:gd name="T6" fmla="*/ 40 w 178"/>
                  <a:gd name="T7" fmla="*/ 192 h 196"/>
                  <a:gd name="T8" fmla="*/ 7 w 178"/>
                  <a:gd name="T9" fmla="*/ 188 h 196"/>
                  <a:gd name="T10" fmla="*/ 32 w 178"/>
                  <a:gd name="T11" fmla="*/ 80 h 196"/>
                  <a:gd name="T12" fmla="*/ 7 w 178"/>
                  <a:gd name="T13" fmla="*/ 188 h 196"/>
                  <a:gd name="T14" fmla="*/ 103 w 178"/>
                  <a:gd name="T15" fmla="*/ 188 h 196"/>
                  <a:gd name="T16" fmla="*/ 62 w 178"/>
                  <a:gd name="T17" fmla="*/ 184 h 196"/>
                  <a:gd name="T18" fmla="*/ 47 w 178"/>
                  <a:gd name="T19" fmla="*/ 179 h 196"/>
                  <a:gd name="T20" fmla="*/ 50 w 178"/>
                  <a:gd name="T21" fmla="*/ 80 h 196"/>
                  <a:gd name="T22" fmla="*/ 90 w 178"/>
                  <a:gd name="T23" fmla="*/ 59 h 196"/>
                  <a:gd name="T24" fmla="*/ 119 w 178"/>
                  <a:gd name="T25" fmla="*/ 0 h 196"/>
                  <a:gd name="T26" fmla="*/ 128 w 178"/>
                  <a:gd name="T27" fmla="*/ 2 h 196"/>
                  <a:gd name="T28" fmla="*/ 156 w 178"/>
                  <a:gd name="T29" fmla="*/ 72 h 196"/>
                  <a:gd name="T30" fmla="*/ 174 w 178"/>
                  <a:gd name="T31" fmla="*/ 88 h 196"/>
                  <a:gd name="T32" fmla="*/ 173 w 178"/>
                  <a:gd name="T33" fmla="*/ 127 h 196"/>
                  <a:gd name="T34" fmla="*/ 159 w 178"/>
                  <a:gd name="T35" fmla="*/ 162 h 196"/>
                  <a:gd name="T36" fmla="*/ 103 w 178"/>
                  <a:gd name="T37" fmla="*/ 188 h 196"/>
                  <a:gd name="T38" fmla="*/ 63 w 178"/>
                  <a:gd name="T39" fmla="*/ 176 h 196"/>
                  <a:gd name="T40" fmla="*/ 144 w 178"/>
                  <a:gd name="T41" fmla="*/ 175 h 196"/>
                  <a:gd name="T42" fmla="*/ 153 w 178"/>
                  <a:gd name="T43" fmla="*/ 157 h 196"/>
                  <a:gd name="T44" fmla="*/ 161 w 178"/>
                  <a:gd name="T45" fmla="*/ 131 h 196"/>
                  <a:gd name="T46" fmla="*/ 163 w 178"/>
                  <a:gd name="T47" fmla="*/ 110 h 196"/>
                  <a:gd name="T48" fmla="*/ 167 w 178"/>
                  <a:gd name="T49" fmla="*/ 91 h 196"/>
                  <a:gd name="T50" fmla="*/ 156 w 178"/>
                  <a:gd name="T51" fmla="*/ 80 h 196"/>
                  <a:gd name="T52" fmla="*/ 124 w 178"/>
                  <a:gd name="T53" fmla="*/ 78 h 196"/>
                  <a:gd name="T54" fmla="*/ 122 w 178"/>
                  <a:gd name="T55" fmla="*/ 8 h 196"/>
                  <a:gd name="T56" fmla="*/ 113 w 178"/>
                  <a:gd name="T57" fmla="*/ 16 h 196"/>
                  <a:gd name="T58" fmla="*/ 55 w 178"/>
                  <a:gd name="T59" fmla="*/ 87 h 196"/>
                  <a:gd name="T60" fmla="*/ 20 w 178"/>
                  <a:gd name="T61" fmla="*/ 180 h 196"/>
                  <a:gd name="T62" fmla="*/ 20 w 178"/>
                  <a:gd name="T63" fmla="*/ 172 h 196"/>
                  <a:gd name="T64" fmla="*/ 20 w 178"/>
                  <a:gd name="T65" fmla="*/ 18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196">
                    <a:moveTo>
                      <a:pt x="35" y="196"/>
                    </a:moveTo>
                    <a:cubicBezTo>
                      <a:pt x="4" y="196"/>
                      <a:pt x="4" y="196"/>
                      <a:pt x="4" y="196"/>
                    </a:cubicBezTo>
                    <a:cubicBezTo>
                      <a:pt x="1" y="196"/>
                      <a:pt x="0" y="194"/>
                      <a:pt x="0" y="192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4"/>
                      <a:pt x="1" y="72"/>
                      <a:pt x="4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8" y="72"/>
                      <a:pt x="40" y="74"/>
                      <a:pt x="40" y="76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40" y="194"/>
                      <a:pt x="38" y="196"/>
                      <a:pt x="35" y="196"/>
                    </a:cubicBezTo>
                    <a:close/>
                    <a:moveTo>
                      <a:pt x="7" y="188"/>
                    </a:moveTo>
                    <a:cubicBezTo>
                      <a:pt x="32" y="188"/>
                      <a:pt x="32" y="188"/>
                      <a:pt x="32" y="188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7" y="80"/>
                      <a:pt x="7" y="80"/>
                      <a:pt x="7" y="80"/>
                    </a:cubicBezTo>
                    <a:lnTo>
                      <a:pt x="7" y="188"/>
                    </a:lnTo>
                    <a:close/>
                    <a:moveTo>
                      <a:pt x="103" y="188"/>
                    </a:move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0" y="188"/>
                      <a:pt x="98" y="188"/>
                      <a:pt x="95" y="188"/>
                    </a:cubicBezTo>
                    <a:cubicBezTo>
                      <a:pt x="84" y="187"/>
                      <a:pt x="71" y="186"/>
                      <a:pt x="62" y="184"/>
                    </a:cubicBezTo>
                    <a:cubicBezTo>
                      <a:pt x="57" y="184"/>
                      <a:pt x="53" y="183"/>
                      <a:pt x="51" y="183"/>
                    </a:cubicBezTo>
                    <a:cubicBezTo>
                      <a:pt x="49" y="183"/>
                      <a:pt x="47" y="181"/>
                      <a:pt x="47" y="179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7" y="82"/>
                      <a:pt x="49" y="81"/>
                      <a:pt x="50" y="80"/>
                    </a:cubicBezTo>
                    <a:cubicBezTo>
                      <a:pt x="52" y="80"/>
                      <a:pt x="52" y="80"/>
                      <a:pt x="52" y="80"/>
                    </a:cubicBezTo>
                    <a:cubicBezTo>
                      <a:pt x="61" y="76"/>
                      <a:pt x="80" y="69"/>
                      <a:pt x="90" y="59"/>
                    </a:cubicBezTo>
                    <a:cubicBezTo>
                      <a:pt x="100" y="48"/>
                      <a:pt x="105" y="33"/>
                      <a:pt x="105" y="16"/>
                    </a:cubicBezTo>
                    <a:cubicBezTo>
                      <a:pt x="105" y="10"/>
                      <a:pt x="108" y="0"/>
                      <a:pt x="119" y="0"/>
                    </a:cubicBezTo>
                    <a:cubicBezTo>
                      <a:pt x="121" y="0"/>
                      <a:pt x="124" y="0"/>
                      <a:pt x="126" y="1"/>
                    </a:cubicBezTo>
                    <a:cubicBezTo>
                      <a:pt x="127" y="1"/>
                      <a:pt x="127" y="2"/>
                      <a:pt x="128" y="2"/>
                    </a:cubicBezTo>
                    <a:cubicBezTo>
                      <a:pt x="132" y="7"/>
                      <a:pt x="146" y="32"/>
                      <a:pt x="133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7" y="72"/>
                      <a:pt x="169" y="73"/>
                      <a:pt x="174" y="88"/>
                    </a:cubicBezTo>
                    <a:cubicBezTo>
                      <a:pt x="175" y="89"/>
                      <a:pt x="178" y="98"/>
                      <a:pt x="171" y="108"/>
                    </a:cubicBezTo>
                    <a:cubicBezTo>
                      <a:pt x="173" y="112"/>
                      <a:pt x="176" y="119"/>
                      <a:pt x="173" y="127"/>
                    </a:cubicBezTo>
                    <a:cubicBezTo>
                      <a:pt x="172" y="128"/>
                      <a:pt x="170" y="133"/>
                      <a:pt x="167" y="136"/>
                    </a:cubicBezTo>
                    <a:cubicBezTo>
                      <a:pt x="169" y="143"/>
                      <a:pt x="169" y="154"/>
                      <a:pt x="159" y="162"/>
                    </a:cubicBezTo>
                    <a:cubicBezTo>
                      <a:pt x="159" y="167"/>
                      <a:pt x="157" y="178"/>
                      <a:pt x="147" y="182"/>
                    </a:cubicBezTo>
                    <a:cubicBezTo>
                      <a:pt x="146" y="182"/>
                      <a:pt x="129" y="188"/>
                      <a:pt x="103" y="188"/>
                    </a:cubicBezTo>
                    <a:close/>
                    <a:moveTo>
                      <a:pt x="55" y="175"/>
                    </a:moveTo>
                    <a:cubicBezTo>
                      <a:pt x="58" y="176"/>
                      <a:pt x="60" y="176"/>
                      <a:pt x="63" y="176"/>
                    </a:cubicBezTo>
                    <a:cubicBezTo>
                      <a:pt x="72" y="178"/>
                      <a:pt x="85" y="179"/>
                      <a:pt x="95" y="180"/>
                    </a:cubicBezTo>
                    <a:cubicBezTo>
                      <a:pt x="125" y="181"/>
                      <a:pt x="144" y="175"/>
                      <a:pt x="144" y="175"/>
                    </a:cubicBezTo>
                    <a:cubicBezTo>
                      <a:pt x="151" y="172"/>
                      <a:pt x="151" y="160"/>
                      <a:pt x="151" y="160"/>
                    </a:cubicBezTo>
                    <a:cubicBezTo>
                      <a:pt x="151" y="159"/>
                      <a:pt x="152" y="158"/>
                      <a:pt x="153" y="157"/>
                    </a:cubicBezTo>
                    <a:cubicBezTo>
                      <a:pt x="164" y="149"/>
                      <a:pt x="159" y="137"/>
                      <a:pt x="159" y="136"/>
                    </a:cubicBezTo>
                    <a:cubicBezTo>
                      <a:pt x="158" y="134"/>
                      <a:pt x="159" y="132"/>
                      <a:pt x="161" y="131"/>
                    </a:cubicBezTo>
                    <a:cubicBezTo>
                      <a:pt x="162" y="130"/>
                      <a:pt x="164" y="127"/>
                      <a:pt x="165" y="125"/>
                    </a:cubicBezTo>
                    <a:cubicBezTo>
                      <a:pt x="168" y="117"/>
                      <a:pt x="163" y="111"/>
                      <a:pt x="163" y="110"/>
                    </a:cubicBezTo>
                    <a:cubicBezTo>
                      <a:pt x="162" y="109"/>
                      <a:pt x="162" y="107"/>
                      <a:pt x="163" y="105"/>
                    </a:cubicBezTo>
                    <a:cubicBezTo>
                      <a:pt x="170" y="97"/>
                      <a:pt x="167" y="91"/>
                      <a:pt x="167" y="91"/>
                    </a:cubicBezTo>
                    <a:cubicBezTo>
                      <a:pt x="167" y="91"/>
                      <a:pt x="167" y="90"/>
                      <a:pt x="167" y="90"/>
                    </a:cubicBezTo>
                    <a:cubicBezTo>
                      <a:pt x="163" y="80"/>
                      <a:pt x="157" y="80"/>
                      <a:pt x="156" y="80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6" y="80"/>
                      <a:pt x="125" y="79"/>
                      <a:pt x="124" y="78"/>
                    </a:cubicBezTo>
                    <a:cubicBezTo>
                      <a:pt x="123" y="77"/>
                      <a:pt x="123" y="76"/>
                      <a:pt x="123" y="75"/>
                    </a:cubicBezTo>
                    <a:cubicBezTo>
                      <a:pt x="138" y="38"/>
                      <a:pt x="126" y="14"/>
                      <a:pt x="122" y="8"/>
                    </a:cubicBezTo>
                    <a:cubicBezTo>
                      <a:pt x="121" y="8"/>
                      <a:pt x="120" y="8"/>
                      <a:pt x="119" y="8"/>
                    </a:cubicBezTo>
                    <a:cubicBezTo>
                      <a:pt x="113" y="8"/>
                      <a:pt x="113" y="15"/>
                      <a:pt x="113" y="16"/>
                    </a:cubicBezTo>
                    <a:cubicBezTo>
                      <a:pt x="113" y="35"/>
                      <a:pt x="107" y="52"/>
                      <a:pt x="96" y="64"/>
                    </a:cubicBezTo>
                    <a:cubicBezTo>
                      <a:pt x="85" y="76"/>
                      <a:pt x="65" y="83"/>
                      <a:pt x="55" y="87"/>
                    </a:cubicBezTo>
                    <a:lnTo>
                      <a:pt x="55" y="175"/>
                    </a:lnTo>
                    <a:close/>
                    <a:moveTo>
                      <a:pt x="20" y="180"/>
                    </a:moveTo>
                    <a:cubicBezTo>
                      <a:pt x="17" y="180"/>
                      <a:pt x="16" y="178"/>
                      <a:pt x="16" y="176"/>
                    </a:cubicBezTo>
                    <a:cubicBezTo>
                      <a:pt x="16" y="174"/>
                      <a:pt x="17" y="172"/>
                      <a:pt x="20" y="172"/>
                    </a:cubicBezTo>
                    <a:cubicBezTo>
                      <a:pt x="22" y="172"/>
                      <a:pt x="24" y="174"/>
                      <a:pt x="24" y="176"/>
                    </a:cubicBezTo>
                    <a:cubicBezTo>
                      <a:pt x="24" y="178"/>
                      <a:pt x="22" y="180"/>
                      <a:pt x="20" y="18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14" name="Freeform 25">
                <a:extLst>
                  <a:ext uri="{FF2B5EF4-FFF2-40B4-BE49-F238E27FC236}">
                    <a16:creationId xmlns:a16="http://schemas.microsoft.com/office/drawing/2014/main" id="{22593CCF-EC6E-45F3-AC2A-9AC72791E4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0986" y="4237267"/>
                <a:ext cx="215426" cy="236507"/>
              </a:xfrm>
              <a:custGeom>
                <a:avLst/>
                <a:gdLst>
                  <a:gd name="T0" fmla="*/ 174 w 179"/>
                  <a:gd name="T1" fmla="*/ 0 h 196"/>
                  <a:gd name="T2" fmla="*/ 179 w 179"/>
                  <a:gd name="T3" fmla="*/ 120 h 196"/>
                  <a:gd name="T4" fmla="*/ 143 w 179"/>
                  <a:gd name="T5" fmla="*/ 124 h 196"/>
                  <a:gd name="T6" fmla="*/ 139 w 179"/>
                  <a:gd name="T7" fmla="*/ 4 h 196"/>
                  <a:gd name="T8" fmla="*/ 171 w 179"/>
                  <a:gd name="T9" fmla="*/ 8 h 196"/>
                  <a:gd name="T10" fmla="*/ 147 w 179"/>
                  <a:gd name="T11" fmla="*/ 116 h 196"/>
                  <a:gd name="T12" fmla="*/ 171 w 179"/>
                  <a:gd name="T13" fmla="*/ 8 h 196"/>
                  <a:gd name="T14" fmla="*/ 75 w 179"/>
                  <a:gd name="T15" fmla="*/ 8 h 196"/>
                  <a:gd name="T16" fmla="*/ 116 w 179"/>
                  <a:gd name="T17" fmla="*/ 12 h 196"/>
                  <a:gd name="T18" fmla="*/ 131 w 179"/>
                  <a:gd name="T19" fmla="*/ 17 h 196"/>
                  <a:gd name="T20" fmla="*/ 128 w 179"/>
                  <a:gd name="T21" fmla="*/ 115 h 196"/>
                  <a:gd name="T22" fmla="*/ 89 w 179"/>
                  <a:gd name="T23" fmla="*/ 137 h 196"/>
                  <a:gd name="T24" fmla="*/ 59 w 179"/>
                  <a:gd name="T25" fmla="*/ 196 h 196"/>
                  <a:gd name="T26" fmla="*/ 51 w 179"/>
                  <a:gd name="T27" fmla="*/ 194 h 196"/>
                  <a:gd name="T28" fmla="*/ 23 w 179"/>
                  <a:gd name="T29" fmla="*/ 124 h 196"/>
                  <a:gd name="T30" fmla="*/ 4 w 179"/>
                  <a:gd name="T31" fmla="*/ 108 h 196"/>
                  <a:gd name="T32" fmla="*/ 6 w 179"/>
                  <a:gd name="T33" fmla="*/ 68 h 196"/>
                  <a:gd name="T34" fmla="*/ 19 w 179"/>
                  <a:gd name="T35" fmla="*/ 34 h 196"/>
                  <a:gd name="T36" fmla="*/ 75 w 179"/>
                  <a:gd name="T37" fmla="*/ 8 h 196"/>
                  <a:gd name="T38" fmla="*/ 115 w 179"/>
                  <a:gd name="T39" fmla="*/ 19 h 196"/>
                  <a:gd name="T40" fmla="*/ 34 w 179"/>
                  <a:gd name="T41" fmla="*/ 21 h 196"/>
                  <a:gd name="T42" fmla="*/ 25 w 179"/>
                  <a:gd name="T43" fmla="*/ 39 h 196"/>
                  <a:gd name="T44" fmla="*/ 18 w 179"/>
                  <a:gd name="T45" fmla="*/ 65 h 196"/>
                  <a:gd name="T46" fmla="*/ 15 w 179"/>
                  <a:gd name="T47" fmla="*/ 85 h 196"/>
                  <a:gd name="T48" fmla="*/ 11 w 179"/>
                  <a:gd name="T49" fmla="*/ 105 h 196"/>
                  <a:gd name="T50" fmla="*/ 22 w 179"/>
                  <a:gd name="T51" fmla="*/ 116 h 196"/>
                  <a:gd name="T52" fmla="*/ 54 w 179"/>
                  <a:gd name="T53" fmla="*/ 118 h 196"/>
                  <a:gd name="T54" fmla="*/ 56 w 179"/>
                  <a:gd name="T55" fmla="*/ 188 h 196"/>
                  <a:gd name="T56" fmla="*/ 65 w 179"/>
                  <a:gd name="T57" fmla="*/ 180 h 196"/>
                  <a:gd name="T58" fmla="*/ 123 w 179"/>
                  <a:gd name="T59" fmla="*/ 109 h 196"/>
                  <a:gd name="T60" fmla="*/ 159 w 179"/>
                  <a:gd name="T61" fmla="*/ 16 h 196"/>
                  <a:gd name="T62" fmla="*/ 159 w 179"/>
                  <a:gd name="T63" fmla="*/ 24 h 196"/>
                  <a:gd name="T64" fmla="*/ 159 w 179"/>
                  <a:gd name="T65" fmla="*/ 1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96">
                    <a:moveTo>
                      <a:pt x="143" y="0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7" y="0"/>
                      <a:pt x="179" y="2"/>
                      <a:pt x="179" y="4"/>
                    </a:cubicBezTo>
                    <a:cubicBezTo>
                      <a:pt x="179" y="120"/>
                      <a:pt x="179" y="120"/>
                      <a:pt x="179" y="120"/>
                    </a:cubicBezTo>
                    <a:cubicBezTo>
                      <a:pt x="179" y="122"/>
                      <a:pt x="177" y="124"/>
                      <a:pt x="174" y="124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0" y="124"/>
                      <a:pt x="139" y="122"/>
                      <a:pt x="139" y="120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2"/>
                      <a:pt x="140" y="0"/>
                      <a:pt x="143" y="0"/>
                    </a:cubicBezTo>
                    <a:close/>
                    <a:moveTo>
                      <a:pt x="171" y="8"/>
                    </a:move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116"/>
                      <a:pt x="147" y="116"/>
                      <a:pt x="147" y="116"/>
                    </a:cubicBezTo>
                    <a:cubicBezTo>
                      <a:pt x="171" y="116"/>
                      <a:pt x="171" y="116"/>
                      <a:pt x="171" y="116"/>
                    </a:cubicBezTo>
                    <a:lnTo>
                      <a:pt x="171" y="8"/>
                    </a:lnTo>
                    <a:close/>
                    <a:moveTo>
                      <a:pt x="75" y="8"/>
                    </a:moveTo>
                    <a:cubicBezTo>
                      <a:pt x="75" y="8"/>
                      <a:pt x="75" y="8"/>
                      <a:pt x="75" y="8"/>
                    </a:cubicBezTo>
                    <a:cubicBezTo>
                      <a:pt x="78" y="8"/>
                      <a:pt x="81" y="8"/>
                      <a:pt x="83" y="8"/>
                    </a:cubicBezTo>
                    <a:cubicBezTo>
                      <a:pt x="94" y="9"/>
                      <a:pt x="107" y="10"/>
                      <a:pt x="116" y="12"/>
                    </a:cubicBezTo>
                    <a:cubicBezTo>
                      <a:pt x="121" y="12"/>
                      <a:pt x="125" y="13"/>
                      <a:pt x="127" y="13"/>
                    </a:cubicBezTo>
                    <a:cubicBezTo>
                      <a:pt x="129" y="13"/>
                      <a:pt x="131" y="15"/>
                      <a:pt x="131" y="17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31" y="113"/>
                      <a:pt x="130" y="115"/>
                      <a:pt x="128" y="115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17" y="119"/>
                      <a:pt x="98" y="126"/>
                      <a:pt x="89" y="137"/>
                    </a:cubicBezTo>
                    <a:cubicBezTo>
                      <a:pt x="78" y="148"/>
                      <a:pt x="73" y="162"/>
                      <a:pt x="73" y="180"/>
                    </a:cubicBezTo>
                    <a:cubicBezTo>
                      <a:pt x="73" y="186"/>
                      <a:pt x="70" y="196"/>
                      <a:pt x="59" y="196"/>
                    </a:cubicBezTo>
                    <a:cubicBezTo>
                      <a:pt x="57" y="196"/>
                      <a:pt x="55" y="196"/>
                      <a:pt x="52" y="195"/>
                    </a:cubicBezTo>
                    <a:cubicBezTo>
                      <a:pt x="52" y="194"/>
                      <a:pt x="51" y="194"/>
                      <a:pt x="51" y="194"/>
                    </a:cubicBezTo>
                    <a:cubicBezTo>
                      <a:pt x="46" y="189"/>
                      <a:pt x="32" y="163"/>
                      <a:pt x="45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1" y="124"/>
                      <a:pt x="9" y="123"/>
                      <a:pt x="4" y="108"/>
                    </a:cubicBezTo>
                    <a:cubicBezTo>
                      <a:pt x="3" y="106"/>
                      <a:pt x="0" y="98"/>
                      <a:pt x="7" y="88"/>
                    </a:cubicBezTo>
                    <a:cubicBezTo>
                      <a:pt x="5" y="84"/>
                      <a:pt x="2" y="77"/>
                      <a:pt x="6" y="68"/>
                    </a:cubicBezTo>
                    <a:cubicBezTo>
                      <a:pt x="6" y="67"/>
                      <a:pt x="8" y="63"/>
                      <a:pt x="11" y="60"/>
                    </a:cubicBezTo>
                    <a:cubicBezTo>
                      <a:pt x="9" y="53"/>
                      <a:pt x="9" y="42"/>
                      <a:pt x="19" y="34"/>
                    </a:cubicBezTo>
                    <a:cubicBezTo>
                      <a:pt x="19" y="29"/>
                      <a:pt x="21" y="18"/>
                      <a:pt x="31" y="14"/>
                    </a:cubicBezTo>
                    <a:cubicBezTo>
                      <a:pt x="32" y="13"/>
                      <a:pt x="49" y="8"/>
                      <a:pt x="75" y="8"/>
                    </a:cubicBezTo>
                    <a:close/>
                    <a:moveTo>
                      <a:pt x="123" y="20"/>
                    </a:moveTo>
                    <a:cubicBezTo>
                      <a:pt x="121" y="20"/>
                      <a:pt x="118" y="20"/>
                      <a:pt x="115" y="19"/>
                    </a:cubicBezTo>
                    <a:cubicBezTo>
                      <a:pt x="106" y="18"/>
                      <a:pt x="94" y="16"/>
                      <a:pt x="83" y="16"/>
                    </a:cubicBezTo>
                    <a:cubicBezTo>
                      <a:pt x="54" y="15"/>
                      <a:pt x="34" y="21"/>
                      <a:pt x="34" y="21"/>
                    </a:cubicBezTo>
                    <a:cubicBezTo>
                      <a:pt x="27" y="24"/>
                      <a:pt x="27" y="36"/>
                      <a:pt x="27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14" y="47"/>
                      <a:pt x="19" y="59"/>
                      <a:pt x="19" y="60"/>
                    </a:cubicBezTo>
                    <a:cubicBezTo>
                      <a:pt x="20" y="62"/>
                      <a:pt x="19" y="64"/>
                      <a:pt x="18" y="65"/>
                    </a:cubicBezTo>
                    <a:cubicBezTo>
                      <a:pt x="16" y="66"/>
                      <a:pt x="14" y="69"/>
                      <a:pt x="13" y="71"/>
                    </a:cubicBezTo>
                    <a:cubicBezTo>
                      <a:pt x="10" y="79"/>
                      <a:pt x="15" y="85"/>
                      <a:pt x="15" y="85"/>
                    </a:cubicBezTo>
                    <a:cubicBezTo>
                      <a:pt x="16" y="87"/>
                      <a:pt x="16" y="89"/>
                      <a:pt x="15" y="90"/>
                    </a:cubicBezTo>
                    <a:cubicBezTo>
                      <a:pt x="8" y="98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2" y="106"/>
                    </a:cubicBezTo>
                    <a:cubicBezTo>
                      <a:pt x="15" y="116"/>
                      <a:pt x="22" y="116"/>
                      <a:pt x="22" y="11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4" y="116"/>
                      <a:pt x="54" y="118"/>
                    </a:cubicBezTo>
                    <a:cubicBezTo>
                      <a:pt x="55" y="119"/>
                      <a:pt x="55" y="120"/>
                      <a:pt x="55" y="121"/>
                    </a:cubicBezTo>
                    <a:cubicBezTo>
                      <a:pt x="41" y="158"/>
                      <a:pt x="52" y="182"/>
                      <a:pt x="56" y="188"/>
                    </a:cubicBezTo>
                    <a:cubicBezTo>
                      <a:pt x="57" y="188"/>
                      <a:pt x="58" y="188"/>
                      <a:pt x="59" y="188"/>
                    </a:cubicBezTo>
                    <a:cubicBezTo>
                      <a:pt x="65" y="188"/>
                      <a:pt x="65" y="181"/>
                      <a:pt x="65" y="180"/>
                    </a:cubicBezTo>
                    <a:cubicBezTo>
                      <a:pt x="65" y="160"/>
                      <a:pt x="71" y="144"/>
                      <a:pt x="83" y="131"/>
                    </a:cubicBezTo>
                    <a:cubicBezTo>
                      <a:pt x="93" y="120"/>
                      <a:pt x="113" y="113"/>
                      <a:pt x="123" y="109"/>
                    </a:cubicBezTo>
                    <a:lnTo>
                      <a:pt x="123" y="20"/>
                    </a:lnTo>
                    <a:close/>
                    <a:moveTo>
                      <a:pt x="159" y="16"/>
                    </a:moveTo>
                    <a:cubicBezTo>
                      <a:pt x="161" y="16"/>
                      <a:pt x="163" y="18"/>
                      <a:pt x="163" y="20"/>
                    </a:cubicBezTo>
                    <a:cubicBezTo>
                      <a:pt x="163" y="22"/>
                      <a:pt x="161" y="24"/>
                      <a:pt x="159" y="24"/>
                    </a:cubicBezTo>
                    <a:cubicBezTo>
                      <a:pt x="156" y="24"/>
                      <a:pt x="155" y="22"/>
                      <a:pt x="155" y="20"/>
                    </a:cubicBezTo>
                    <a:cubicBezTo>
                      <a:pt x="155" y="18"/>
                      <a:pt x="156" y="16"/>
                      <a:pt x="159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0B68F25-5CEA-4A2E-B32C-1C64A9E9DCE6}"/>
                  </a:ext>
                </a:extLst>
              </p:cNvPr>
              <p:cNvSpPr/>
              <p:nvPr/>
            </p:nvSpPr>
            <p:spPr>
              <a:xfrm>
                <a:off x="1869067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13K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27581E8-186C-4D9A-81BE-FE237117F9CB}"/>
                  </a:ext>
                </a:extLst>
              </p:cNvPr>
              <p:cNvSpPr/>
              <p:nvPr/>
            </p:nvSpPr>
            <p:spPr>
              <a:xfrm>
                <a:off x="2776323" y="4232410"/>
                <a:ext cx="468154" cy="2541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fontAlgn="base"/>
                <a:r>
                  <a:rPr lang="en-US" sz="9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Roboto Condensed" panose="02000000000000000000" pitchFamily="2" charset="0"/>
                    <a:cs typeface="Poppins Light" panose="02000000000000000000" pitchFamily="2" charset="0"/>
                  </a:rPr>
                  <a:t>19</a:t>
                </a:r>
                <a:endParaRPr lang="en-US" sz="900" b="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endParaRP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8DEEBCD1-1FB6-48FE-96B8-79D0431E1617}"/>
              </a:ext>
            </a:extLst>
          </p:cNvPr>
          <p:cNvGrpSpPr/>
          <p:nvPr/>
        </p:nvGrpSpPr>
        <p:grpSpPr>
          <a:xfrm>
            <a:off x="5875095" y="5823210"/>
            <a:ext cx="441811" cy="112500"/>
            <a:chOff x="5875095" y="5823210"/>
            <a:chExt cx="441811" cy="112500"/>
          </a:xfrm>
        </p:grpSpPr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A8E7B708-7E69-4ECB-859E-0AE2B28C8842}"/>
                </a:ext>
              </a:extLst>
            </p:cNvPr>
            <p:cNvSpPr/>
            <p:nvPr/>
          </p:nvSpPr>
          <p:spPr>
            <a:xfrm>
              <a:off x="5875095" y="5823210"/>
              <a:ext cx="112500" cy="112500"/>
            </a:xfrm>
            <a:prstGeom prst="ellipse">
              <a:avLst/>
            </a:prstGeom>
            <a:gradFill>
              <a:gsLst>
                <a:gs pos="89000">
                  <a:schemeClr val="accent1"/>
                </a:gs>
                <a:gs pos="50000">
                  <a:schemeClr val="accent2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125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66D8631-81C2-4E6C-9058-3EBA4B54D5ED}"/>
                </a:ext>
              </a:extLst>
            </p:cNvPr>
            <p:cNvSpPr/>
            <p:nvPr/>
          </p:nvSpPr>
          <p:spPr>
            <a:xfrm>
              <a:off x="6069209" y="5837196"/>
              <a:ext cx="84529" cy="84529"/>
            </a:xfrm>
            <a:prstGeom prst="ellipse">
              <a:avLst/>
            </a:prstGeom>
            <a:noFill/>
            <a:ln>
              <a:solidFill>
                <a:schemeClr val="bg1">
                  <a:lumMod val="8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125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754899DB-BDC0-4FDF-AF0E-A458FDD28A82}"/>
                </a:ext>
              </a:extLst>
            </p:cNvPr>
            <p:cNvSpPr/>
            <p:nvPr/>
          </p:nvSpPr>
          <p:spPr>
            <a:xfrm>
              <a:off x="6232377" y="5837196"/>
              <a:ext cx="84529" cy="84529"/>
            </a:xfrm>
            <a:prstGeom prst="ellipse">
              <a:avLst/>
            </a:prstGeom>
            <a:noFill/>
            <a:ln>
              <a:solidFill>
                <a:schemeClr val="bg1">
                  <a:lumMod val="8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125"/>
            </a:p>
          </p:txBody>
        </p:sp>
      </p:grpSp>
      <p:sp>
        <p:nvSpPr>
          <p:cNvPr id="75" name="Oval 74">
            <a:extLst>
              <a:ext uri="{FF2B5EF4-FFF2-40B4-BE49-F238E27FC236}">
                <a16:creationId xmlns:a16="http://schemas.microsoft.com/office/drawing/2014/main" id="{66CB03F1-6BE9-4E1E-8AD4-5343594BEEBE}"/>
              </a:ext>
            </a:extLst>
          </p:cNvPr>
          <p:cNvSpPr/>
          <p:nvPr/>
        </p:nvSpPr>
        <p:spPr>
          <a:xfrm>
            <a:off x="11239958" y="1008411"/>
            <a:ext cx="367881" cy="367881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CB5FDA14-48C4-4929-86A1-93C0FBC75F4A}"/>
              </a:ext>
            </a:extLst>
          </p:cNvPr>
          <p:cNvSpPr/>
          <p:nvPr/>
        </p:nvSpPr>
        <p:spPr>
          <a:xfrm>
            <a:off x="-642834" y="5014933"/>
            <a:ext cx="1317030" cy="13170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B711475-EA46-D5FA-5F88-7D22A026A53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7BF338D-BF99-8742-568F-D45B5A53A20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6" name="Picture Placeholder 45">
            <a:extLst>
              <a:ext uri="{FF2B5EF4-FFF2-40B4-BE49-F238E27FC236}">
                <a16:creationId xmlns:a16="http://schemas.microsoft.com/office/drawing/2014/main" id="{74057C87-0161-29A9-D6AE-2500F7B38AF9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5790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2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6" presetClass="emph" presetSubtype="0" repeatCount="indefinite" decel="4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1500" fill="hold"/>
                                        <p:tgtEl>
                                          <p:spTgt spid="5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10" presetClass="exit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decel="10000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3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9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" presetClass="entr" presetSubtype="32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5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6" presetClass="entr" presetSubtype="32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8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" presetClass="entr" presetSubtype="4" decel="10000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2" presetClass="path" presetSubtype="0" repeatCount="indefinite" accel="50000" decel="50000" autoRev="1" fill="hold" grpId="1" nodeType="withEffect">
                                  <p:stCondLst>
                                    <p:cond delay="45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2" presetClass="entr" presetSubtype="4" decel="10000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42" presetClass="path" presetSubtype="0" repeatCount="indefinite" accel="50000" decel="50000" autoRev="1" fill="hold" grpId="1" nodeType="withEffect">
                                  <p:stCondLst>
                                    <p:cond delay="4750"/>
                                  </p:stCondLst>
                                  <p:childTnLst>
                                    <p:animMotion origin="layout" path="M 4.16667E-7 2.96296E-6 L 4.16667E-7 0.02847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4.16667E-7 2.96296E-6 L 4.16667E-7 0.02847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0" grpId="1" animBg="1"/>
      <p:bldP spid="57" grpId="0" animBg="1"/>
      <p:bldP spid="57" grpId="1" animBg="1"/>
      <p:bldP spid="57" grpId="2" animBg="1"/>
      <p:bldP spid="58" grpId="0" animBg="1"/>
      <p:bldP spid="58" grpId="1" animBg="1"/>
      <p:bldP spid="32" grpId="0" animBg="1"/>
      <p:bldP spid="19" grpId="0" animBg="1"/>
      <p:bldP spid="6" grpId="0" animBg="1"/>
      <p:bldP spid="75" grpId="0" animBg="1"/>
      <p:bldP spid="75" grpId="1" animBg="1"/>
      <p:bldP spid="59" grpId="0" animBg="1"/>
      <p:bldP spid="59" grpId="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36CDFB20-4C72-4E8B-A751-A1BA5A143EB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42" b="7742"/>
          <a:stretch>
            <a:fillRect/>
          </a:stretch>
        </p:blipFill>
        <p:spPr/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48539070-00DF-46E6-ADBF-5633AE11C14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2">
                  <a:lumMod val="75000"/>
                  <a:alpha val="30000"/>
                </a:schemeClr>
              </a:gs>
              <a:gs pos="0">
                <a:srgbClr val="3D1E66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56B96F6-DBFD-4D0C-AB92-4162EFAF504E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23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E7FC226-A609-4A7D-94E7-4FCA9D2E1BDE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0ABEEEC-5AB2-4888-B688-500E3BA4AE21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18B5786-6C5D-48EF-8CD0-F155A26C47EB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AAD65C-37C0-4B9D-9A53-D290361420B8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CB16EF7-6DE2-413F-B51B-E96BB872AF4C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5A2633BC-96DD-4D4D-9FA1-E3A93009EB3A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D30FF05-AB98-4408-87E1-C1537401F05E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17" name="Freeform 426">
              <a:extLst>
                <a:ext uri="{FF2B5EF4-FFF2-40B4-BE49-F238E27FC236}">
                  <a16:creationId xmlns:a16="http://schemas.microsoft.com/office/drawing/2014/main" id="{76BD0E87-DAC8-49DD-99CF-F1FE891E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8" name="Freeform 427">
              <a:extLst>
                <a:ext uri="{FF2B5EF4-FFF2-40B4-BE49-F238E27FC236}">
                  <a16:creationId xmlns:a16="http://schemas.microsoft.com/office/drawing/2014/main" id="{05842768-8AE4-40F9-B012-BB0DF62239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9" name="Freeform 428">
              <a:extLst>
                <a:ext uri="{FF2B5EF4-FFF2-40B4-BE49-F238E27FC236}">
                  <a16:creationId xmlns:a16="http://schemas.microsoft.com/office/drawing/2014/main" id="{A9CDF1D2-2B57-415D-96D8-BD49A166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20" name="Freeform 429">
              <a:extLst>
                <a:ext uri="{FF2B5EF4-FFF2-40B4-BE49-F238E27FC236}">
                  <a16:creationId xmlns:a16="http://schemas.microsoft.com/office/drawing/2014/main" id="{325463D8-3CB6-4F1E-AF6B-2929E577B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8F2031B3-4946-4793-B90F-C12672A077DA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1DB36F-C36E-4EFE-9694-6A19528B8D0C}"/>
              </a:ext>
            </a:extLst>
          </p:cNvPr>
          <p:cNvSpPr txBox="1"/>
          <p:nvPr/>
        </p:nvSpPr>
        <p:spPr>
          <a:xfrm>
            <a:off x="7904013" y="2865263"/>
            <a:ext cx="3207437" cy="79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6452B0E-E37E-477A-82CC-19044EE4D067}"/>
              </a:ext>
            </a:extLst>
          </p:cNvPr>
          <p:cNvGrpSpPr/>
          <p:nvPr/>
        </p:nvGrpSpPr>
        <p:grpSpPr>
          <a:xfrm>
            <a:off x="7904230" y="3793554"/>
            <a:ext cx="3207437" cy="561098"/>
            <a:chOff x="8201015" y="3317917"/>
            <a:chExt cx="3207437" cy="561098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1CB931A-7D4F-480B-9200-3D9C49AE34BC}"/>
                </a:ext>
              </a:extLst>
            </p:cNvPr>
            <p:cNvSpPr txBox="1"/>
            <p:nvPr/>
          </p:nvSpPr>
          <p:spPr>
            <a:xfrm>
              <a:off x="8201016" y="3317917"/>
              <a:ext cx="320743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ANGELA</a:t>
              </a:r>
              <a:r>
                <a:rPr lang="id-ID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 </a:t>
              </a:r>
              <a:r>
                <a:rPr lang="en-US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CHRISTIE</a:t>
              </a:r>
              <a:endParaRPr lang="id-ID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FDBEABB-47DA-47FC-82F3-1E6A5F30593E}"/>
                </a:ext>
              </a:extLst>
            </p:cNvPr>
            <p:cNvSpPr txBox="1"/>
            <p:nvPr/>
          </p:nvSpPr>
          <p:spPr>
            <a:xfrm>
              <a:off x="8201015" y="3617405"/>
              <a:ext cx="255451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100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Company Name</a:t>
              </a:r>
            </a:p>
          </p:txBody>
        </p:sp>
      </p:grpSp>
      <p:sp>
        <p:nvSpPr>
          <p:cNvPr id="30" name="Speech Bubble: Rectangle with Corners Rounded 29">
            <a:extLst>
              <a:ext uri="{FF2B5EF4-FFF2-40B4-BE49-F238E27FC236}">
                <a16:creationId xmlns:a16="http://schemas.microsoft.com/office/drawing/2014/main" id="{DDAB2FAA-84AF-45DA-85EC-10763B02F96A}"/>
              </a:ext>
            </a:extLst>
          </p:cNvPr>
          <p:cNvSpPr/>
          <p:nvPr/>
        </p:nvSpPr>
        <p:spPr>
          <a:xfrm>
            <a:off x="1080333" y="4657599"/>
            <a:ext cx="10031334" cy="1428141"/>
          </a:xfrm>
          <a:prstGeom prst="wedgeRoundRectCallout">
            <a:avLst>
              <a:gd name="adj1" fmla="val 30739"/>
              <a:gd name="adj2" fmla="val -28303"/>
              <a:gd name="adj3" fmla="val 16667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0"/>
            <a:tileRect/>
          </a:gradFill>
          <a:ln>
            <a:noFill/>
          </a:ln>
          <a:effectLst>
            <a:outerShdw blurRad="1270000" dist="508000" dir="5400000" sx="95000" sy="9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C2DC7E19-623A-4404-9EC5-24ABFA24EA91}"/>
              </a:ext>
            </a:extLst>
          </p:cNvPr>
          <p:cNvGrpSpPr/>
          <p:nvPr/>
        </p:nvGrpSpPr>
        <p:grpSpPr>
          <a:xfrm>
            <a:off x="1362075" y="4810186"/>
            <a:ext cx="9467850" cy="1122966"/>
            <a:chOff x="1362075" y="4600559"/>
            <a:chExt cx="9467850" cy="1122966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842586D4-CCA8-4E36-B243-F47AC7B5760A}"/>
                </a:ext>
              </a:extLst>
            </p:cNvPr>
            <p:cNvSpPr/>
            <p:nvPr/>
          </p:nvSpPr>
          <p:spPr>
            <a:xfrm>
              <a:off x="1362075" y="5124900"/>
              <a:ext cx="9467850" cy="59862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Roboto Condensed Light" panose="02000000000000000000" pitchFamily="2" charset="0"/>
                  <a:cs typeface="Poppins Light" panose="02000000000000000000" pitchFamily="2" charset="0"/>
                </a:rPr>
                <a:t>“The European languages are members of the same family. Their separate existence is a myth. For science, music, sport, </a:t>
              </a:r>
              <a:endParaRPr lang="en-US" sz="1400" i="1" dirty="0">
                <a:solidFill>
                  <a:schemeClr val="bg1"/>
                </a:solidFill>
                <a:latin typeface="Poppins Light" panose="02000000000000000000" pitchFamily="2" charset="0"/>
                <a:ea typeface="Roboto Condensed Light" panose="02000000000000000000" pitchFamily="2" charset="0"/>
                <a:cs typeface="Poppins Light" panose="02000000000000000000" pitchFamily="2" charset="0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722A091-100D-4D5E-BE18-4969F41C0F2E}"/>
                </a:ext>
              </a:extLst>
            </p:cNvPr>
            <p:cNvSpPr/>
            <p:nvPr/>
          </p:nvSpPr>
          <p:spPr>
            <a:xfrm>
              <a:off x="4311429" y="4600559"/>
              <a:ext cx="35691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base"/>
              <a:r>
                <a:rPr lang="en-US" sz="3600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1 Millions+ </a:t>
              </a:r>
              <a:r>
                <a:rPr lang="en-US" b="0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USERS</a:t>
              </a:r>
              <a:endParaRPr lang="en-US" sz="3600" b="0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65416A84-63BC-41BE-9AE6-26BFE65C2F11}"/>
              </a:ext>
            </a:extLst>
          </p:cNvPr>
          <p:cNvSpPr/>
          <p:nvPr/>
        </p:nvSpPr>
        <p:spPr>
          <a:xfrm>
            <a:off x="1912374" y="1166371"/>
            <a:ext cx="836725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Millions Of Positive Feedback From Users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928A26F-E697-48C8-9B63-F2F8D80375D5}"/>
              </a:ext>
            </a:extLst>
          </p:cNvPr>
          <p:cNvSpPr txBox="1"/>
          <p:nvPr/>
        </p:nvSpPr>
        <p:spPr>
          <a:xfrm>
            <a:off x="2647652" y="2865263"/>
            <a:ext cx="3207437" cy="79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52F6765-1D11-459A-AF7D-62683D821165}"/>
              </a:ext>
            </a:extLst>
          </p:cNvPr>
          <p:cNvGrpSpPr/>
          <p:nvPr/>
        </p:nvGrpSpPr>
        <p:grpSpPr>
          <a:xfrm>
            <a:off x="2647869" y="3793554"/>
            <a:ext cx="3207437" cy="561098"/>
            <a:chOff x="2670849" y="3317917"/>
            <a:chExt cx="3207437" cy="561098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B8094D0-AE55-4A42-AA1A-5F29B1469E93}"/>
                </a:ext>
              </a:extLst>
            </p:cNvPr>
            <p:cNvSpPr txBox="1"/>
            <p:nvPr/>
          </p:nvSpPr>
          <p:spPr>
            <a:xfrm>
              <a:off x="2670850" y="3317917"/>
              <a:ext cx="320743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MARCUS GIDEON</a:t>
              </a:r>
              <a:endParaRPr lang="id-ID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D122CA8-5F36-4939-9E89-AB1DEF9DCBA6}"/>
                </a:ext>
              </a:extLst>
            </p:cNvPr>
            <p:cNvSpPr txBox="1"/>
            <p:nvPr/>
          </p:nvSpPr>
          <p:spPr>
            <a:xfrm>
              <a:off x="2670849" y="3617405"/>
              <a:ext cx="255451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100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Company Name</a:t>
              </a:r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48F0D64-0606-4F6A-B5F2-89FDA1B74CA4}"/>
              </a:ext>
            </a:extLst>
          </p:cNvPr>
          <p:cNvSpPr/>
          <p:nvPr/>
        </p:nvSpPr>
        <p:spPr>
          <a:xfrm>
            <a:off x="2390325" y="2694089"/>
            <a:ext cx="257327" cy="180280"/>
          </a:xfrm>
          <a:custGeom>
            <a:avLst/>
            <a:gdLst/>
            <a:ahLst/>
            <a:cxnLst/>
            <a:rect l="l" t="t" r="r" b="b"/>
            <a:pathLst>
              <a:path w="417093" h="292210">
                <a:moveTo>
                  <a:pt x="342544" y="0"/>
                </a:moveTo>
                <a:lnTo>
                  <a:pt x="417093" y="0"/>
                </a:lnTo>
                <a:lnTo>
                  <a:pt x="326644" y="186100"/>
                </a:lnTo>
                <a:lnTo>
                  <a:pt x="290577" y="292210"/>
                </a:lnTo>
                <a:lnTo>
                  <a:pt x="163790" y="292210"/>
                </a:lnTo>
                <a:lnTo>
                  <a:pt x="199117" y="188277"/>
                </a:lnTo>
                <a:close/>
                <a:moveTo>
                  <a:pt x="178754" y="0"/>
                </a:moveTo>
                <a:lnTo>
                  <a:pt x="253303" y="0"/>
                </a:lnTo>
                <a:lnTo>
                  <a:pt x="162854" y="186100"/>
                </a:lnTo>
                <a:lnTo>
                  <a:pt x="126787" y="292210"/>
                </a:lnTo>
                <a:lnTo>
                  <a:pt x="0" y="292210"/>
                </a:lnTo>
                <a:lnTo>
                  <a:pt x="35327" y="1882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solidFill>
                <a:schemeClr val="bg1"/>
              </a:solidFill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22D86300-3AEB-4E63-A8BA-FD266D6C4B2C}"/>
              </a:ext>
            </a:extLst>
          </p:cNvPr>
          <p:cNvSpPr/>
          <p:nvPr/>
        </p:nvSpPr>
        <p:spPr>
          <a:xfrm>
            <a:off x="7687402" y="2694089"/>
            <a:ext cx="257327" cy="180280"/>
          </a:xfrm>
          <a:custGeom>
            <a:avLst/>
            <a:gdLst/>
            <a:ahLst/>
            <a:cxnLst/>
            <a:rect l="l" t="t" r="r" b="b"/>
            <a:pathLst>
              <a:path w="417093" h="292210">
                <a:moveTo>
                  <a:pt x="342544" y="0"/>
                </a:moveTo>
                <a:lnTo>
                  <a:pt x="417093" y="0"/>
                </a:lnTo>
                <a:lnTo>
                  <a:pt x="326644" y="186100"/>
                </a:lnTo>
                <a:lnTo>
                  <a:pt x="290577" y="292210"/>
                </a:lnTo>
                <a:lnTo>
                  <a:pt x="163790" y="292210"/>
                </a:lnTo>
                <a:lnTo>
                  <a:pt x="199117" y="188277"/>
                </a:lnTo>
                <a:close/>
                <a:moveTo>
                  <a:pt x="178754" y="0"/>
                </a:moveTo>
                <a:lnTo>
                  <a:pt x="253303" y="0"/>
                </a:lnTo>
                <a:lnTo>
                  <a:pt x="162854" y="186100"/>
                </a:lnTo>
                <a:lnTo>
                  <a:pt x="126787" y="292210"/>
                </a:lnTo>
                <a:lnTo>
                  <a:pt x="0" y="292210"/>
                </a:lnTo>
                <a:lnTo>
                  <a:pt x="35327" y="1882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solidFill>
                <a:schemeClr val="bg1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640E1A3-70C3-0ED3-F102-819F11B08D0C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5A713DF-4EE8-A5E8-F906-C75B4EA3221D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7C0DC8CB-A0A6-68B2-45C7-22A6AB08126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396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5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8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1" dur="75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" grpId="0"/>
          <p:bldP spid="30" grpId="0" animBg="1"/>
          <p:bldP spid="42" grpId="0"/>
          <p:bldP spid="42" grpId="1"/>
          <p:bldP spid="22" grpId="0"/>
          <p:bldP spid="33" grpId="0" animBg="1"/>
          <p:bldP spid="3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2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5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8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1" dur="75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" grpId="0"/>
          <p:bldP spid="30" grpId="0" animBg="1"/>
          <p:bldP spid="42" grpId="0"/>
          <p:bldP spid="42" grpId="1"/>
          <p:bldP spid="22" grpId="0"/>
          <p:bldP spid="33" grpId="0" animBg="1"/>
          <p:bldP spid="34" grpId="0" animBg="1"/>
        </p:bldLst>
      </p:timing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val 30">
            <a:extLst>
              <a:ext uri="{FF2B5EF4-FFF2-40B4-BE49-F238E27FC236}">
                <a16:creationId xmlns:a16="http://schemas.microsoft.com/office/drawing/2014/main" id="{8D8130B5-9EE0-47AA-9B53-706856E2564C}"/>
              </a:ext>
            </a:extLst>
          </p:cNvPr>
          <p:cNvSpPr/>
          <p:nvPr/>
        </p:nvSpPr>
        <p:spPr>
          <a:xfrm>
            <a:off x="2455071" y="5781"/>
            <a:ext cx="7281858" cy="7281858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2000"/>
                </a:schemeClr>
              </a:gs>
              <a:gs pos="99000">
                <a:schemeClr val="accent2">
                  <a:alpha val="200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EDCC6515-872E-4C07-B877-215E72F219DA}"/>
              </a:ext>
            </a:extLst>
          </p:cNvPr>
          <p:cNvSpPr/>
          <p:nvPr/>
        </p:nvSpPr>
        <p:spPr>
          <a:xfrm>
            <a:off x="3551847" y="1102557"/>
            <a:ext cx="5088306" cy="5088306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E253E41-D9E1-773A-D0B6-38145686D4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B71A3043-EE21-DAC5-E515-25DC30C4A3B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57F91A8-3730-CDC3-2CE3-3D7C24B1B24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07AA6E4-5480-51E8-B13E-E12BA79EE461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81804019-CEFE-4CA3-ACA3-0F1DF547A971}"/>
              </a:ext>
            </a:extLst>
          </p:cNvPr>
          <p:cNvSpPr/>
          <p:nvPr/>
        </p:nvSpPr>
        <p:spPr>
          <a:xfrm>
            <a:off x="5875095" y="5823210"/>
            <a:ext cx="112500" cy="112500"/>
          </a:xfrm>
          <a:prstGeom prst="ellipse">
            <a:avLst/>
          </a:prstGeom>
          <a:gradFill>
            <a:gsLst>
              <a:gs pos="89000">
                <a:schemeClr val="accent1"/>
              </a:gs>
              <a:gs pos="5000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7EA08641-2F86-4FB1-9D92-17167E29BD7F}"/>
              </a:ext>
            </a:extLst>
          </p:cNvPr>
          <p:cNvSpPr/>
          <p:nvPr/>
        </p:nvSpPr>
        <p:spPr>
          <a:xfrm>
            <a:off x="6069209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C9B3E4A4-E763-42EC-BFE8-E37A2296458A}"/>
              </a:ext>
            </a:extLst>
          </p:cNvPr>
          <p:cNvSpPr/>
          <p:nvPr/>
        </p:nvSpPr>
        <p:spPr>
          <a:xfrm>
            <a:off x="6232377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1FC5DFA3-F0F0-43BF-A179-3C49EBDBBAF4}"/>
              </a:ext>
            </a:extLst>
          </p:cNvPr>
          <p:cNvGrpSpPr/>
          <p:nvPr/>
        </p:nvGrpSpPr>
        <p:grpSpPr>
          <a:xfrm>
            <a:off x="919763" y="1294116"/>
            <a:ext cx="8367252" cy="864445"/>
            <a:chOff x="919763" y="1294116"/>
            <a:chExt cx="8367252" cy="864445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C7853D4-A48B-4ADC-92BC-F07E5AD804F9}"/>
                </a:ext>
              </a:extLst>
            </p:cNvPr>
            <p:cNvSpPr/>
            <p:nvPr/>
          </p:nvSpPr>
          <p:spPr>
            <a:xfrm>
              <a:off x="919763" y="1573786"/>
              <a:ext cx="8367252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32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Meet Our Designers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EACD1665-0B0D-4ACC-9D01-2733224C167C}"/>
                </a:ext>
              </a:extLst>
            </p:cNvPr>
            <p:cNvSpPr/>
            <p:nvPr/>
          </p:nvSpPr>
          <p:spPr>
            <a:xfrm>
              <a:off x="919763" y="1294116"/>
              <a:ext cx="3368102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6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39" name="Oval 38">
            <a:extLst>
              <a:ext uri="{FF2B5EF4-FFF2-40B4-BE49-F238E27FC236}">
                <a16:creationId xmlns:a16="http://schemas.microsoft.com/office/drawing/2014/main" id="{046D6CB4-C9F3-46FA-A559-C63D89E65A4E}"/>
              </a:ext>
            </a:extLst>
          </p:cNvPr>
          <p:cNvSpPr/>
          <p:nvPr/>
        </p:nvSpPr>
        <p:spPr>
          <a:xfrm>
            <a:off x="1764894" y="6122453"/>
            <a:ext cx="1636415" cy="163641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1B2F99F-6AEE-4D0D-8051-CA3C4AEA2BE0}"/>
              </a:ext>
            </a:extLst>
          </p:cNvPr>
          <p:cNvSpPr/>
          <p:nvPr/>
        </p:nvSpPr>
        <p:spPr>
          <a:xfrm>
            <a:off x="1671279" y="5886983"/>
            <a:ext cx="363434" cy="36343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4D7896FB-30E7-41A8-9105-4FCAF1CFDC72}"/>
              </a:ext>
            </a:extLst>
          </p:cNvPr>
          <p:cNvSpPr/>
          <p:nvPr/>
        </p:nvSpPr>
        <p:spPr>
          <a:xfrm>
            <a:off x="8856452" y="1018820"/>
            <a:ext cx="697415" cy="69741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4210AB7-F296-43A5-A737-61BDF28B73E5}"/>
              </a:ext>
            </a:extLst>
          </p:cNvPr>
          <p:cNvGrpSpPr/>
          <p:nvPr/>
        </p:nvGrpSpPr>
        <p:grpSpPr>
          <a:xfrm>
            <a:off x="1059196" y="4762822"/>
            <a:ext cx="1914686" cy="789313"/>
            <a:chOff x="7750527" y="1156772"/>
            <a:chExt cx="1914686" cy="789313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DAA184AA-FAD3-42E2-8934-60DC07884171}"/>
                </a:ext>
              </a:extLst>
            </p:cNvPr>
            <p:cNvSpPr/>
            <p:nvPr/>
          </p:nvSpPr>
          <p:spPr>
            <a:xfrm>
              <a:off x="7750527" y="1627536"/>
              <a:ext cx="1868189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Graphic Designer </a:t>
              </a: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5EDE4598-B69F-4736-A357-27572E241F67}"/>
                </a:ext>
              </a:extLst>
            </p:cNvPr>
            <p:cNvSpPr/>
            <p:nvPr/>
          </p:nvSpPr>
          <p:spPr>
            <a:xfrm>
              <a:off x="7750527" y="1156772"/>
              <a:ext cx="1914686" cy="62017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2800" b="1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Maria</a:t>
              </a:r>
              <a:r>
                <a:rPr lang="en-US" sz="2000" b="1" baseline="70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</a:t>
              </a:r>
              <a:r>
                <a:rPr lang="en-US" sz="2000" baseline="34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Jolie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51F1EFD-20B3-4C89-B27F-493A0761CC5A}"/>
              </a:ext>
            </a:extLst>
          </p:cNvPr>
          <p:cNvGrpSpPr/>
          <p:nvPr/>
        </p:nvGrpSpPr>
        <p:grpSpPr>
          <a:xfrm>
            <a:off x="3854822" y="4762822"/>
            <a:ext cx="1914686" cy="789313"/>
            <a:chOff x="7750527" y="1156772"/>
            <a:chExt cx="1914686" cy="789313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0228B06-5AF1-452D-AD81-696901BC088B}"/>
                </a:ext>
              </a:extLst>
            </p:cNvPr>
            <p:cNvSpPr/>
            <p:nvPr/>
          </p:nvSpPr>
          <p:spPr>
            <a:xfrm>
              <a:off x="7750527" y="1627536"/>
              <a:ext cx="1868189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Graphic Designer 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311A5380-872F-4D41-BEFF-F5B71E7C6D1C}"/>
                </a:ext>
              </a:extLst>
            </p:cNvPr>
            <p:cNvSpPr/>
            <p:nvPr/>
          </p:nvSpPr>
          <p:spPr>
            <a:xfrm>
              <a:off x="7750527" y="1156772"/>
              <a:ext cx="1914686" cy="62017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2800" b="1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Viola</a:t>
              </a:r>
              <a:r>
                <a:rPr lang="en-US" sz="2000" b="1" baseline="70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</a:t>
              </a:r>
              <a:r>
                <a:rPr lang="en-US" sz="2000" baseline="34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Blue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6CEC886-1574-4076-84D2-CDB2581B5140}"/>
              </a:ext>
            </a:extLst>
          </p:cNvPr>
          <p:cNvGrpSpPr/>
          <p:nvPr/>
        </p:nvGrpSpPr>
        <p:grpSpPr>
          <a:xfrm>
            <a:off x="6606187" y="4762822"/>
            <a:ext cx="1914686" cy="789313"/>
            <a:chOff x="7750527" y="1156772"/>
            <a:chExt cx="1914686" cy="789313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4AB3CAED-7BAF-4CBF-990F-69B57145C1BE}"/>
                </a:ext>
              </a:extLst>
            </p:cNvPr>
            <p:cNvSpPr/>
            <p:nvPr/>
          </p:nvSpPr>
          <p:spPr>
            <a:xfrm>
              <a:off x="7750527" y="1627536"/>
              <a:ext cx="1868189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Graphic Designer </a:t>
              </a: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51ECADA3-35D8-4089-835E-52E7D51D0499}"/>
                </a:ext>
              </a:extLst>
            </p:cNvPr>
            <p:cNvSpPr/>
            <p:nvPr/>
          </p:nvSpPr>
          <p:spPr>
            <a:xfrm>
              <a:off x="7750527" y="1156772"/>
              <a:ext cx="1914686" cy="62017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2800" b="1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Jonas</a:t>
              </a:r>
              <a:r>
                <a:rPr lang="en-US" sz="2000" b="1" baseline="70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</a:t>
              </a:r>
              <a:r>
                <a:rPr lang="en-US" sz="2000" baseline="34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Brown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7D36E60-941F-41BC-8C20-7E52DE8C3E48}"/>
              </a:ext>
            </a:extLst>
          </p:cNvPr>
          <p:cNvGrpSpPr/>
          <p:nvPr/>
        </p:nvGrpSpPr>
        <p:grpSpPr>
          <a:xfrm>
            <a:off x="9287015" y="4762822"/>
            <a:ext cx="1914686" cy="789313"/>
            <a:chOff x="7750527" y="1156772"/>
            <a:chExt cx="1914686" cy="789313"/>
          </a:xfrm>
        </p:grpSpPr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ECD3BC0E-9BCF-447D-8F67-B018A5B39397}"/>
                </a:ext>
              </a:extLst>
            </p:cNvPr>
            <p:cNvSpPr/>
            <p:nvPr/>
          </p:nvSpPr>
          <p:spPr>
            <a:xfrm>
              <a:off x="7750527" y="1627536"/>
              <a:ext cx="1868189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Graphic Designer 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C3370499-621E-4EAD-A45E-1DACD13A7070}"/>
                </a:ext>
              </a:extLst>
            </p:cNvPr>
            <p:cNvSpPr/>
            <p:nvPr/>
          </p:nvSpPr>
          <p:spPr>
            <a:xfrm>
              <a:off x="7750527" y="1156772"/>
              <a:ext cx="1914686" cy="62017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2800" b="1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Karina</a:t>
              </a:r>
              <a:r>
                <a:rPr lang="en-US" sz="2000" b="1" baseline="70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</a:t>
              </a:r>
              <a:r>
                <a:rPr lang="en-US" sz="2000" baseline="34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Pink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45652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3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31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 p14:presetBounceEnd="66667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fill="hold" nodeType="withEffect" p14:presetBounceEnd="66667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53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54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fill="hold" nodeType="withEffect" p14:presetBounceEnd="66667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3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69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75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8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8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53" presetClass="entr" presetSubtype="16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53" presetClass="entr" presetSubtype="16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53" presetClass="entr" presetSubtype="16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31" grpId="1" animBg="1"/>
          <p:bldP spid="31" grpId="2" animBg="1"/>
          <p:bldP spid="32" grpId="0" animBg="1"/>
          <p:bldP spid="32" grpId="1" animBg="1"/>
          <p:bldP spid="34" grpId="0" animBg="1"/>
          <p:bldP spid="35" grpId="0" animBg="1"/>
          <p:bldP spid="36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3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31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69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75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8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8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53" presetClass="entr" presetSubtype="16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53" presetClass="entr" presetSubtype="16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53" presetClass="entr" presetSubtype="16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31" grpId="1" animBg="1"/>
          <p:bldP spid="31" grpId="2" animBg="1"/>
          <p:bldP spid="32" grpId="0" animBg="1"/>
          <p:bldP spid="32" grpId="1" animBg="1"/>
          <p:bldP spid="34" grpId="0" animBg="1"/>
          <p:bldP spid="35" grpId="0" animBg="1"/>
          <p:bldP spid="36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9788C15-4B91-833E-A7A8-12705A23D4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83CFB6E-F380-415B-AD79-4524FBAFDC1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8000">
                <a:schemeClr val="accent2">
                  <a:lumMod val="75000"/>
                  <a:alpha val="0"/>
                </a:schemeClr>
              </a:gs>
              <a:gs pos="100000">
                <a:srgbClr val="3D1E66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E2BEA94-E7FF-4D15-BB92-37F99ECB3FF3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75C5718-E4DB-4C4D-AE5B-3B631DEACFD8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499CB09-5870-487B-A23A-343B8693D913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FC3E37-E9CE-4000-8373-358ADC4FFBE0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5249F76-1FDF-40A6-892B-F6C01B556CF5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4B15A6B-3442-43B1-B814-E17D3EF6077C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C69DB97-41F0-4504-B1BB-4A016C06F8D1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15" name="Freeform 426">
              <a:extLst>
                <a:ext uri="{FF2B5EF4-FFF2-40B4-BE49-F238E27FC236}">
                  <a16:creationId xmlns:a16="http://schemas.microsoft.com/office/drawing/2014/main" id="{F5CED368-067E-4D97-BB8A-EF49AC469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6" name="Freeform 427">
              <a:extLst>
                <a:ext uri="{FF2B5EF4-FFF2-40B4-BE49-F238E27FC236}">
                  <a16:creationId xmlns:a16="http://schemas.microsoft.com/office/drawing/2014/main" id="{719C8753-9260-4D0C-9AC6-E6A7165823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7" name="Freeform 428">
              <a:extLst>
                <a:ext uri="{FF2B5EF4-FFF2-40B4-BE49-F238E27FC236}">
                  <a16:creationId xmlns:a16="http://schemas.microsoft.com/office/drawing/2014/main" id="{69BC4A5F-836D-4C55-9BE1-C9FF790D9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18" name="Freeform 429">
              <a:extLst>
                <a:ext uri="{FF2B5EF4-FFF2-40B4-BE49-F238E27FC236}">
                  <a16:creationId xmlns:a16="http://schemas.microsoft.com/office/drawing/2014/main" id="{F2F195C0-73CE-4513-9E08-1A6B46549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0F9C2A1-B9D3-4750-8259-2475DB78596F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A9D1C4E4-9372-455A-83BB-F19E4F842DC2}"/>
              </a:ext>
            </a:extLst>
          </p:cNvPr>
          <p:cNvSpPr/>
          <p:nvPr/>
        </p:nvSpPr>
        <p:spPr>
          <a:xfrm>
            <a:off x="12634270" y="1905001"/>
            <a:ext cx="1125732" cy="11257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D36115EB-BF61-485D-B4FD-B86906EE0DF9}"/>
              </a:ext>
            </a:extLst>
          </p:cNvPr>
          <p:cNvSpPr/>
          <p:nvPr/>
        </p:nvSpPr>
        <p:spPr>
          <a:xfrm>
            <a:off x="1354827" y="7286347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4E61748-3F1E-499F-BA29-D9E16BA4551E}"/>
              </a:ext>
            </a:extLst>
          </p:cNvPr>
          <p:cNvSpPr/>
          <p:nvPr/>
        </p:nvSpPr>
        <p:spPr>
          <a:xfrm>
            <a:off x="6360868" y="7375324"/>
            <a:ext cx="439982" cy="43998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4F9422A-E61F-C8DC-8824-F09FB1C51A7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56270866-D110-BA5B-0D9A-550DB2AD079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7154CE85-D0FD-4A43-4E98-C10EA3A90AB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4A5A878-4064-4230-A5EF-EC971662BF5A}"/>
              </a:ext>
            </a:extLst>
          </p:cNvPr>
          <p:cNvGrpSpPr/>
          <p:nvPr/>
        </p:nvGrpSpPr>
        <p:grpSpPr>
          <a:xfrm>
            <a:off x="2148030" y="5031236"/>
            <a:ext cx="584280" cy="584278"/>
            <a:chOff x="5429248" y="2249511"/>
            <a:chExt cx="1333501" cy="1333501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455777FF-F1C9-4E7C-B461-F8D0123B1BEC}"/>
                </a:ext>
              </a:extLst>
            </p:cNvPr>
            <p:cNvSpPr/>
            <p:nvPr/>
          </p:nvSpPr>
          <p:spPr>
            <a:xfrm>
              <a:off x="5429248" y="2249511"/>
              <a:ext cx="1333501" cy="1333501"/>
            </a:xfrm>
            <a:prstGeom prst="ellipse">
              <a:avLst/>
            </a:prstGeom>
            <a:solidFill>
              <a:schemeClr val="tx1">
                <a:lumMod val="85000"/>
                <a:lumOff val="15000"/>
                <a:alpha val="1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Isosceles Triangle 45">
              <a:extLst>
                <a:ext uri="{FF2B5EF4-FFF2-40B4-BE49-F238E27FC236}">
                  <a16:creationId xmlns:a16="http://schemas.microsoft.com/office/drawing/2014/main" id="{1239AEDF-67B4-4EA8-9713-B9EE6B0F958D}"/>
                </a:ext>
              </a:extLst>
            </p:cNvPr>
            <p:cNvSpPr/>
            <p:nvPr/>
          </p:nvSpPr>
          <p:spPr>
            <a:xfrm rot="5400000">
              <a:off x="5904186" y="2687477"/>
              <a:ext cx="533400" cy="459828"/>
            </a:xfrm>
            <a:prstGeom prst="triangle">
              <a:avLst/>
            </a:prstGeom>
            <a:gradFill>
              <a:gsLst>
                <a:gs pos="0">
                  <a:schemeClr val="bg1"/>
                </a:gs>
                <a:gs pos="3900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D86DFDD-2B6D-4F1C-8EE7-41C48CC5ADF5}"/>
              </a:ext>
            </a:extLst>
          </p:cNvPr>
          <p:cNvGrpSpPr/>
          <p:nvPr/>
        </p:nvGrpSpPr>
        <p:grpSpPr>
          <a:xfrm>
            <a:off x="5803860" y="5031236"/>
            <a:ext cx="584280" cy="584278"/>
            <a:chOff x="5429248" y="2249511"/>
            <a:chExt cx="1333501" cy="1333501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751AC11B-406C-4971-B56F-70242B9E3D2C}"/>
                </a:ext>
              </a:extLst>
            </p:cNvPr>
            <p:cNvSpPr/>
            <p:nvPr/>
          </p:nvSpPr>
          <p:spPr>
            <a:xfrm>
              <a:off x="5429248" y="2249511"/>
              <a:ext cx="1333501" cy="1333501"/>
            </a:xfrm>
            <a:prstGeom prst="ellipse">
              <a:avLst/>
            </a:prstGeom>
            <a:solidFill>
              <a:schemeClr val="tx1">
                <a:lumMod val="85000"/>
                <a:lumOff val="15000"/>
                <a:alpha val="1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Isosceles Triangle 48">
              <a:extLst>
                <a:ext uri="{FF2B5EF4-FFF2-40B4-BE49-F238E27FC236}">
                  <a16:creationId xmlns:a16="http://schemas.microsoft.com/office/drawing/2014/main" id="{DE36927E-2866-4C7F-B500-FD3B91FE8F57}"/>
                </a:ext>
              </a:extLst>
            </p:cNvPr>
            <p:cNvSpPr/>
            <p:nvPr/>
          </p:nvSpPr>
          <p:spPr>
            <a:xfrm rot="5400000">
              <a:off x="5904186" y="2687477"/>
              <a:ext cx="533400" cy="459828"/>
            </a:xfrm>
            <a:prstGeom prst="triangle">
              <a:avLst/>
            </a:prstGeom>
            <a:gradFill>
              <a:gsLst>
                <a:gs pos="0">
                  <a:schemeClr val="bg1"/>
                </a:gs>
                <a:gs pos="3900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C87A41A-B37A-4A8E-8A89-26CF3FEAC4AE}"/>
              </a:ext>
            </a:extLst>
          </p:cNvPr>
          <p:cNvGrpSpPr/>
          <p:nvPr/>
        </p:nvGrpSpPr>
        <p:grpSpPr>
          <a:xfrm>
            <a:off x="9459689" y="5031236"/>
            <a:ext cx="584280" cy="584278"/>
            <a:chOff x="5429248" y="2249511"/>
            <a:chExt cx="1333501" cy="1333501"/>
          </a:xfrm>
        </p:grpSpPr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610275A6-CC46-42E2-A391-684DBCF961CC}"/>
                </a:ext>
              </a:extLst>
            </p:cNvPr>
            <p:cNvSpPr/>
            <p:nvPr/>
          </p:nvSpPr>
          <p:spPr>
            <a:xfrm>
              <a:off x="5429248" y="2249511"/>
              <a:ext cx="1333501" cy="1333501"/>
            </a:xfrm>
            <a:prstGeom prst="ellipse">
              <a:avLst/>
            </a:prstGeom>
            <a:solidFill>
              <a:schemeClr val="tx1">
                <a:lumMod val="85000"/>
                <a:lumOff val="15000"/>
                <a:alpha val="1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Isosceles Triangle 51">
              <a:extLst>
                <a:ext uri="{FF2B5EF4-FFF2-40B4-BE49-F238E27FC236}">
                  <a16:creationId xmlns:a16="http://schemas.microsoft.com/office/drawing/2014/main" id="{3B9F7AC6-E98C-43AC-B765-9A184D71A25B}"/>
                </a:ext>
              </a:extLst>
            </p:cNvPr>
            <p:cNvSpPr/>
            <p:nvPr/>
          </p:nvSpPr>
          <p:spPr>
            <a:xfrm rot="5400000">
              <a:off x="5904186" y="2687477"/>
              <a:ext cx="533400" cy="459828"/>
            </a:xfrm>
            <a:prstGeom prst="triangle">
              <a:avLst/>
            </a:prstGeom>
            <a:gradFill>
              <a:gsLst>
                <a:gs pos="0">
                  <a:schemeClr val="bg1"/>
                </a:gs>
                <a:gs pos="3900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A47C273-7800-47C9-A00A-7DF889DF5D03}"/>
              </a:ext>
            </a:extLst>
          </p:cNvPr>
          <p:cNvGrpSpPr/>
          <p:nvPr/>
        </p:nvGrpSpPr>
        <p:grpSpPr>
          <a:xfrm>
            <a:off x="5676898" y="2519429"/>
            <a:ext cx="838204" cy="838202"/>
            <a:chOff x="5429248" y="2249511"/>
            <a:chExt cx="1333501" cy="1333501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9EA10B77-3AA1-4B8C-A563-D2EC163642C5}"/>
                </a:ext>
              </a:extLst>
            </p:cNvPr>
            <p:cNvSpPr/>
            <p:nvPr/>
          </p:nvSpPr>
          <p:spPr>
            <a:xfrm>
              <a:off x="5429248" y="2249511"/>
              <a:ext cx="1333501" cy="1333501"/>
            </a:xfrm>
            <a:prstGeom prst="ellipse">
              <a:avLst/>
            </a:prstGeom>
            <a:solidFill>
              <a:schemeClr val="tx1">
                <a:lumMod val="85000"/>
                <a:lumOff val="15000"/>
                <a:alpha val="1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Isosceles Triangle 21">
              <a:extLst>
                <a:ext uri="{FF2B5EF4-FFF2-40B4-BE49-F238E27FC236}">
                  <a16:creationId xmlns:a16="http://schemas.microsoft.com/office/drawing/2014/main" id="{96B9B59E-1A8C-4878-979C-A859FD13CB77}"/>
                </a:ext>
              </a:extLst>
            </p:cNvPr>
            <p:cNvSpPr/>
            <p:nvPr/>
          </p:nvSpPr>
          <p:spPr>
            <a:xfrm rot="5400000">
              <a:off x="5904186" y="2687477"/>
              <a:ext cx="533400" cy="459828"/>
            </a:xfrm>
            <a:prstGeom prst="triangle">
              <a:avLst/>
            </a:prstGeom>
            <a:gradFill>
              <a:gsLst>
                <a:gs pos="0">
                  <a:schemeClr val="bg1"/>
                </a:gs>
                <a:gs pos="3900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5B984D16-746D-40D3-9D88-E26CB42BE6D1}"/>
              </a:ext>
            </a:extLst>
          </p:cNvPr>
          <p:cNvSpPr/>
          <p:nvPr/>
        </p:nvSpPr>
        <p:spPr>
          <a:xfrm>
            <a:off x="818844" y="1380642"/>
            <a:ext cx="5532461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#Daily Vlog Astronaut Life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A385769-2379-4045-9D62-E2A0101E3961}"/>
              </a:ext>
            </a:extLst>
          </p:cNvPr>
          <p:cNvGrpSpPr/>
          <p:nvPr/>
        </p:nvGrpSpPr>
        <p:grpSpPr>
          <a:xfrm>
            <a:off x="7942451" y="2332709"/>
            <a:ext cx="3034476" cy="1107996"/>
            <a:chOff x="8281034" y="1831229"/>
            <a:chExt cx="3034476" cy="1107996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CA5C2C77-6E1B-4570-A2A2-C863B671ECAA}"/>
                </a:ext>
              </a:extLst>
            </p:cNvPr>
            <p:cNvSpPr/>
            <p:nvPr/>
          </p:nvSpPr>
          <p:spPr>
            <a:xfrm>
              <a:off x="8281034" y="1831229"/>
              <a:ext cx="303447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New Experience</a:t>
              </a: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83552BC2-65D9-4D4F-A31D-FAC78BED2DE4}"/>
                </a:ext>
              </a:extLst>
            </p:cNvPr>
            <p:cNvSpPr/>
            <p:nvPr/>
          </p:nvSpPr>
          <p:spPr>
            <a:xfrm>
              <a:off x="8281034" y="2225183"/>
              <a:ext cx="3034476" cy="7140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</p:grpSp>
      <p:sp>
        <p:nvSpPr>
          <p:cNvPr id="66" name="Oval 65">
            <a:extLst>
              <a:ext uri="{FF2B5EF4-FFF2-40B4-BE49-F238E27FC236}">
                <a16:creationId xmlns:a16="http://schemas.microsoft.com/office/drawing/2014/main" id="{80C8A414-CB4E-481A-ADF7-AF983183D58A}"/>
              </a:ext>
            </a:extLst>
          </p:cNvPr>
          <p:cNvSpPr/>
          <p:nvPr/>
        </p:nvSpPr>
        <p:spPr>
          <a:xfrm>
            <a:off x="-849101" y="5655393"/>
            <a:ext cx="725276" cy="7252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AEE248F-815C-FE66-950F-F9CAF8CC8D14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0463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6" dur="10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2149 0.00278 C 0.03424 -0.07569 0.0901 -0.25925 0.09583 -0.36087 C 0.10286 -0.44351 0.11328 -0.52731 0.03489 -0.60925 C -0.02487 -0.70671 -0.04401 -0.89791 0.13007 -0.97337 " pathEditMode="relative" rAng="0" ptsTypes="AAAA">
                                          <p:cBhvr>
                                            <p:cTn id="16" dur="10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78" y="-488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7 -0.21945 -0.01302 -0.27454 -0.06002 -0.3426 C -0.07317 -0.43125 -0.05468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1" dur="9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55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4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5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8" dur="75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2" grpId="0" animBg="1"/>
          <p:bldP spid="62" grpId="1" animBg="1"/>
          <p:bldP spid="62" grpId="2" animBg="1"/>
          <p:bldP spid="64" grpId="0" animBg="1"/>
          <p:bldP spid="64" grpId="1" animBg="1"/>
          <p:bldP spid="64" grpId="2" animBg="1"/>
          <p:bldP spid="65" grpId="0" animBg="1"/>
          <p:bldP spid="65" grpId="1" animBg="1"/>
          <p:bldP spid="65" grpId="2" animBg="1"/>
          <p:bldP spid="40" grpId="0"/>
          <p:bldP spid="40" grpId="1"/>
          <p:bldP spid="66" grpId="0" animBg="1"/>
          <p:bldP spid="66" grpId="1" animBg="1"/>
          <p:bldP spid="66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6" dur="10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2149 0.00278 C 0.03424 -0.07569 0.0901 -0.25925 0.09583 -0.36087 C 0.10286 -0.44351 0.11328 -0.52731 0.03489 -0.60925 C -0.02487 -0.70671 -0.04401 -0.89791 0.13007 -0.97337 " pathEditMode="relative" rAng="0" ptsTypes="AAAA">
                                          <p:cBhvr>
                                            <p:cTn id="16" dur="105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78" y="-488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7 -0.21945 -0.01302 -0.27454 -0.06002 -0.3426 C -0.07317 -0.43125 -0.05468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1" dur="9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55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8" dur="75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2" grpId="0" animBg="1"/>
          <p:bldP spid="62" grpId="1" animBg="1"/>
          <p:bldP spid="62" grpId="2" animBg="1"/>
          <p:bldP spid="64" grpId="0" animBg="1"/>
          <p:bldP spid="64" grpId="1" animBg="1"/>
          <p:bldP spid="64" grpId="2" animBg="1"/>
          <p:bldP spid="65" grpId="0" animBg="1"/>
          <p:bldP spid="65" grpId="1" animBg="1"/>
          <p:bldP spid="65" grpId="2" animBg="1"/>
          <p:bldP spid="40" grpId="0"/>
          <p:bldP spid="40" grpId="1"/>
          <p:bldP spid="66" grpId="0" animBg="1"/>
          <p:bldP spid="66" grpId="1" animBg="1"/>
          <p:bldP spid="66" grpId="2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A6395287-F090-42A7-B5D2-A04C182C5A16}"/>
              </a:ext>
            </a:extLst>
          </p:cNvPr>
          <p:cNvSpPr/>
          <p:nvPr/>
        </p:nvSpPr>
        <p:spPr>
          <a:xfrm>
            <a:off x="12634270" y="1905001"/>
            <a:ext cx="1125732" cy="11257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CED8989B-B749-4C31-AB43-3ECBD25ACA05}"/>
              </a:ext>
            </a:extLst>
          </p:cNvPr>
          <p:cNvSpPr/>
          <p:nvPr/>
        </p:nvSpPr>
        <p:spPr>
          <a:xfrm>
            <a:off x="1354827" y="7286347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AA42ADC-C32E-4BD6-B19B-6D6DC270BBE6}"/>
              </a:ext>
            </a:extLst>
          </p:cNvPr>
          <p:cNvSpPr/>
          <p:nvPr/>
        </p:nvSpPr>
        <p:spPr>
          <a:xfrm>
            <a:off x="6360868" y="7375324"/>
            <a:ext cx="439982" cy="43998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EA585530-48C8-4AA3-8534-386C21D9F7BE}"/>
              </a:ext>
            </a:extLst>
          </p:cNvPr>
          <p:cNvSpPr/>
          <p:nvPr/>
        </p:nvSpPr>
        <p:spPr>
          <a:xfrm>
            <a:off x="-849101" y="5655393"/>
            <a:ext cx="725276" cy="7252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F264C91B-A4B9-8FB3-BCED-08E4FBF2718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3" name="Rectangle: Top Corners Rounded 52">
            <a:extLst>
              <a:ext uri="{FF2B5EF4-FFF2-40B4-BE49-F238E27FC236}">
                <a16:creationId xmlns:a16="http://schemas.microsoft.com/office/drawing/2014/main" id="{7356DF85-99C7-435B-9764-8926724FC527}"/>
              </a:ext>
            </a:extLst>
          </p:cNvPr>
          <p:cNvSpPr/>
          <p:nvPr/>
        </p:nvSpPr>
        <p:spPr>
          <a:xfrm flipV="1">
            <a:off x="672003" y="1450178"/>
            <a:ext cx="4305300" cy="3957639"/>
          </a:xfrm>
          <a:prstGeom prst="round2SameRect">
            <a:avLst>
              <a:gd name="adj1" fmla="val 1451"/>
              <a:gd name="adj2" fmla="val 0"/>
            </a:avLst>
          </a:prstGeom>
          <a:gradFill flip="none" rotWithShape="1">
            <a:gsLst>
              <a:gs pos="100000">
                <a:schemeClr val="accent1">
                  <a:alpha val="50000"/>
                </a:schemeClr>
              </a:gs>
              <a:gs pos="50000">
                <a:schemeClr val="accent2">
                  <a:alpha val="41000"/>
                </a:schemeClr>
              </a:gs>
              <a:gs pos="0">
                <a:srgbClr val="3D1E66">
                  <a:alpha val="0"/>
                </a:srgb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F43FEE0-5BED-4A70-A71F-53058FA7F3FA}"/>
              </a:ext>
            </a:extLst>
          </p:cNvPr>
          <p:cNvSpPr/>
          <p:nvPr/>
        </p:nvSpPr>
        <p:spPr>
          <a:xfrm>
            <a:off x="836006" y="2700290"/>
            <a:ext cx="3977294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2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Journey Through The Boundary</a:t>
            </a: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BC584D01-B912-479F-B9F4-3CC5B2562175}"/>
              </a:ext>
            </a:extLst>
          </p:cNvPr>
          <p:cNvSpPr/>
          <p:nvPr/>
        </p:nvSpPr>
        <p:spPr>
          <a:xfrm>
            <a:off x="1923502" y="3817463"/>
            <a:ext cx="1802302" cy="340248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>
                <a:latin typeface="Poppins Light" panose="02000000000000000000" pitchFamily="2" charset="0"/>
                <a:cs typeface="Poppins Light" panose="02000000000000000000" pitchFamily="2" charset="0"/>
              </a:rPr>
              <a:t>Join Project</a:t>
            </a:r>
            <a:endParaRPr lang="id-ID" sz="12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233B6774-444D-8952-06DA-2A8A5DC26FB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94AA6725-7C8C-3549-7641-2C05F4F132F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FBFCB53C-E073-3EE0-5DD7-FB8D6E3E01FB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9B7E93E6-BCCA-D91A-BDA4-340134AF320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9994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6" dur="10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2149 0.00278 C 0.03424 -0.07569 0.0901 -0.25925 0.09583 -0.36087 C 0.10286 -0.44351 0.11328 -0.52731 0.03489 -0.60925 C -0.02487 -0.70671 -0.04401 -0.89791 0.13007 -0.97337 " pathEditMode="relative" rAng="0" ptsTypes="AAAA">
                                          <p:cBhvr>
                                            <p:cTn id="16" dur="10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78" y="-488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7 -0.21945 -0.01302 -0.27454 -0.06002 -0.3426 C -0.07317 -0.43125 -0.05468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1" dur="9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55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fill="hold" grpId="1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7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8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6" presetClass="entr" presetSubtype="32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1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5" grpId="1" animBg="1"/>
          <p:bldP spid="15" grpId="2" animBg="1"/>
          <p:bldP spid="16" grpId="0" animBg="1"/>
          <p:bldP spid="16" grpId="1" animBg="1"/>
          <p:bldP spid="16" grpId="2" animBg="1"/>
          <p:bldP spid="17" grpId="0" animBg="1"/>
          <p:bldP spid="17" grpId="1" animBg="1"/>
          <p:bldP spid="17" grpId="2" animBg="1"/>
          <p:bldP spid="19" grpId="0" animBg="1"/>
          <p:bldP spid="19" grpId="1" animBg="1"/>
          <p:bldP spid="19" grpId="2" animBg="1"/>
          <p:bldP spid="53" grpId="0" animBg="1"/>
          <p:bldP spid="54" grpId="0"/>
          <p:bldP spid="54" grpId="1"/>
          <p:bldP spid="5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6" dur="10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2149 0.00278 C 0.03424 -0.07569 0.0901 -0.25925 0.09583 -0.36087 C 0.10286 -0.44351 0.11328 -0.52731 0.03489 -0.60925 C -0.02487 -0.70671 -0.04401 -0.89791 0.13007 -0.97337 " pathEditMode="relative" rAng="0" ptsTypes="AAAA">
                                          <p:cBhvr>
                                            <p:cTn id="16" dur="10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78" y="-488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7 -0.21945 -0.01302 -0.27454 -0.06002 -0.3426 C -0.07317 -0.43125 -0.05468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1" dur="9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55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6" presetClass="entr" presetSubtype="32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1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5" grpId="1" animBg="1"/>
          <p:bldP spid="15" grpId="2" animBg="1"/>
          <p:bldP spid="16" grpId="0" animBg="1"/>
          <p:bldP spid="16" grpId="1" animBg="1"/>
          <p:bldP spid="16" grpId="2" animBg="1"/>
          <p:bldP spid="17" grpId="0" animBg="1"/>
          <p:bldP spid="17" grpId="1" animBg="1"/>
          <p:bldP spid="17" grpId="2" animBg="1"/>
          <p:bldP spid="19" grpId="0" animBg="1"/>
          <p:bldP spid="19" grpId="1" animBg="1"/>
          <p:bldP spid="19" grpId="2" animBg="1"/>
          <p:bldP spid="53" grpId="0" animBg="1"/>
          <p:bldP spid="54" grpId="0"/>
          <p:bldP spid="54" grpId="1"/>
          <p:bldP spid="55" grpId="0" animBg="1"/>
        </p:bldLst>
      </p:timing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C514C27-6E8E-444E-9C32-8CA773372EE3}"/>
              </a:ext>
            </a:extLst>
          </p:cNvPr>
          <p:cNvSpPr/>
          <p:nvPr/>
        </p:nvSpPr>
        <p:spPr>
          <a:xfrm>
            <a:off x="1494" y="4230668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2E682E00-B539-4F2C-AB47-032330B8081F}"/>
              </a:ext>
            </a:extLst>
          </p:cNvPr>
          <p:cNvSpPr/>
          <p:nvPr/>
        </p:nvSpPr>
        <p:spPr>
          <a:xfrm flipH="1">
            <a:off x="7766975" y="2584693"/>
            <a:ext cx="4425025" cy="4276130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762000" y="1189072"/>
                  <a:pt x="2584450" y="1190447"/>
                  <a:pt x="3200400" y="1720566"/>
                </a:cubicBezTo>
                <a:cubicBezTo>
                  <a:pt x="3816350" y="2250685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6F12CC6-A35A-44DA-8576-33C03C90C72E}"/>
              </a:ext>
            </a:extLst>
          </p:cNvPr>
          <p:cNvSpPr/>
          <p:nvPr/>
        </p:nvSpPr>
        <p:spPr>
          <a:xfrm flipH="1">
            <a:off x="10877195" y="1303625"/>
            <a:ext cx="1311651" cy="2782723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9A362A66-D059-4FD2-A89A-67217933AB69}"/>
              </a:ext>
            </a:extLst>
          </p:cNvPr>
          <p:cNvSpPr/>
          <p:nvPr/>
        </p:nvSpPr>
        <p:spPr>
          <a:xfrm>
            <a:off x="9783499" y="1522388"/>
            <a:ext cx="455566" cy="45556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03574C4-4C84-447F-A889-F7123660BC6C}"/>
              </a:ext>
            </a:extLst>
          </p:cNvPr>
          <p:cNvGrpSpPr/>
          <p:nvPr/>
        </p:nvGrpSpPr>
        <p:grpSpPr>
          <a:xfrm>
            <a:off x="1376318" y="1390941"/>
            <a:ext cx="7367632" cy="2492990"/>
            <a:chOff x="3126907" y="2259821"/>
            <a:chExt cx="7367632" cy="249299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E0B3BA34-5D8C-4F52-A631-375AF61642AC}"/>
                </a:ext>
              </a:extLst>
            </p:cNvPr>
            <p:cNvSpPr/>
            <p:nvPr/>
          </p:nvSpPr>
          <p:spPr>
            <a:xfrm>
              <a:off x="3126907" y="2629153"/>
              <a:ext cx="7367632" cy="212365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6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Design </a:t>
              </a: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In Various Theme</a:t>
              </a:r>
              <a:endParaRPr lang="en-US" sz="6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5437758E-8EA0-4ED0-8256-55181B5C31C3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1BBA7770-62F2-4D78-B48C-DA81F708AB20}"/>
              </a:ext>
            </a:extLst>
          </p:cNvPr>
          <p:cNvSpPr/>
          <p:nvPr/>
        </p:nvSpPr>
        <p:spPr>
          <a:xfrm>
            <a:off x="2153281" y="394254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Photography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7DFA434F-8793-408E-A39C-071A17490D33}"/>
              </a:ext>
            </a:extLst>
          </p:cNvPr>
          <p:cNvCxnSpPr>
            <a:cxnSpLocks/>
          </p:cNvCxnSpPr>
          <p:nvPr/>
        </p:nvCxnSpPr>
        <p:spPr>
          <a:xfrm>
            <a:off x="2008611" y="4098780"/>
            <a:ext cx="144670" cy="0"/>
          </a:xfrm>
          <a:prstGeom prst="line">
            <a:avLst/>
          </a:prstGeom>
          <a:ln w="127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ECB6C9F3-3EA6-484A-8FAA-573D75C6E41C}"/>
              </a:ext>
            </a:extLst>
          </p:cNvPr>
          <p:cNvSpPr/>
          <p:nvPr/>
        </p:nvSpPr>
        <p:spPr>
          <a:xfrm>
            <a:off x="2153281" y="433196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Adventure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EFB2DC2-7661-445C-93CE-CB74E6832AD2}"/>
              </a:ext>
            </a:extLst>
          </p:cNvPr>
          <p:cNvSpPr/>
          <p:nvPr/>
        </p:nvSpPr>
        <p:spPr>
          <a:xfrm>
            <a:off x="2153281" y="472138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Business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6F5EDBE5-CF3D-4754-BD25-F05FF6F71ECD}"/>
              </a:ext>
            </a:extLst>
          </p:cNvPr>
          <p:cNvSpPr/>
          <p:nvPr/>
        </p:nvSpPr>
        <p:spPr>
          <a:xfrm>
            <a:off x="2153281" y="511080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Fashion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E93DACF-EA94-4D66-9786-D4D720BC43A9}"/>
              </a:ext>
            </a:extLst>
          </p:cNvPr>
          <p:cNvSpPr/>
          <p:nvPr/>
        </p:nvSpPr>
        <p:spPr>
          <a:xfrm>
            <a:off x="4944852" y="394254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Nature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A9C4E77-6112-402F-B28A-98AEC5740F11}"/>
              </a:ext>
            </a:extLst>
          </p:cNvPr>
          <p:cNvCxnSpPr>
            <a:cxnSpLocks/>
          </p:cNvCxnSpPr>
          <p:nvPr/>
        </p:nvCxnSpPr>
        <p:spPr>
          <a:xfrm>
            <a:off x="4800182" y="4098780"/>
            <a:ext cx="144670" cy="0"/>
          </a:xfrm>
          <a:prstGeom prst="line">
            <a:avLst/>
          </a:prstGeom>
          <a:ln w="127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74352EE6-1976-483A-9A56-903BC9EAD6BF}"/>
              </a:ext>
            </a:extLst>
          </p:cNvPr>
          <p:cNvSpPr/>
          <p:nvPr/>
        </p:nvSpPr>
        <p:spPr>
          <a:xfrm>
            <a:off x="4944852" y="433196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Luxury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7C3CD3B-A577-4040-BF6F-F93AE4A77935}"/>
              </a:ext>
            </a:extLst>
          </p:cNvPr>
          <p:cNvSpPr/>
          <p:nvPr/>
        </p:nvSpPr>
        <p:spPr>
          <a:xfrm>
            <a:off x="4944852" y="472138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Technology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79949CC-127A-4CC4-95F7-0A436918B831}"/>
              </a:ext>
            </a:extLst>
          </p:cNvPr>
          <p:cNvSpPr/>
          <p:nvPr/>
        </p:nvSpPr>
        <p:spPr>
          <a:xfrm>
            <a:off x="4944852" y="5110809"/>
            <a:ext cx="2818969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Automotive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75524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6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0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3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6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9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6" presetClass="entr" presetSubtype="32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2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5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ntr" presetSubtype="32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8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" presetClass="entr" presetSubtype="4" decel="100000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autoRev="1" fill="hold" grpId="1" nodeType="withEffect">
                                  <p:stCondLst>
                                    <p:cond delay="55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4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42" presetClass="path" presetSubtype="0" repeatCount="indefinite" accel="50000" decel="50000" autoRev="1" fill="hold" grpId="1" nodeType="withEffect">
                                  <p:stCondLst>
                                    <p:cond delay="57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2" grpId="0" animBg="1"/>
      <p:bldP spid="12" grpId="1" animBg="1"/>
      <p:bldP spid="10" grpId="0"/>
      <p:bldP spid="14" grpId="0"/>
      <p:bldP spid="15" grpId="0"/>
      <p:bldP spid="16" grpId="0"/>
      <p:bldP spid="21" grpId="0"/>
      <p:bldP spid="23" grpId="0"/>
      <p:bldP spid="24" grpId="0"/>
      <p:bldP spid="2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val 12">
            <a:extLst>
              <a:ext uri="{FF2B5EF4-FFF2-40B4-BE49-F238E27FC236}">
                <a16:creationId xmlns:a16="http://schemas.microsoft.com/office/drawing/2014/main" id="{425E60A3-2687-4CAD-82B6-DC7E63A2CBF5}"/>
              </a:ext>
            </a:extLst>
          </p:cNvPr>
          <p:cNvSpPr/>
          <p:nvPr/>
        </p:nvSpPr>
        <p:spPr>
          <a:xfrm>
            <a:off x="10336580" y="5317230"/>
            <a:ext cx="439578" cy="439578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32117C3-891B-4268-AA6F-D38CB2B00C60}"/>
              </a:ext>
            </a:extLst>
          </p:cNvPr>
          <p:cNvSpPr/>
          <p:nvPr/>
        </p:nvSpPr>
        <p:spPr>
          <a:xfrm>
            <a:off x="4572663" y="6123054"/>
            <a:ext cx="439578" cy="439578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99141B4-47B1-4FBB-BDCF-FD544A0A1107}"/>
              </a:ext>
            </a:extLst>
          </p:cNvPr>
          <p:cNvGrpSpPr/>
          <p:nvPr/>
        </p:nvGrpSpPr>
        <p:grpSpPr>
          <a:xfrm>
            <a:off x="3370658" y="1097357"/>
            <a:ext cx="5903797" cy="4663288"/>
            <a:chOff x="3511552" y="1097357"/>
            <a:chExt cx="5903797" cy="4663288"/>
          </a:xfr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7CCCB6BC-B5EC-4A1F-9F4D-C6BE6BF77746}"/>
                </a:ext>
              </a:extLst>
            </p:cNvPr>
            <p:cNvSpPr/>
            <p:nvPr/>
          </p:nvSpPr>
          <p:spPr>
            <a:xfrm>
              <a:off x="3890162" y="1097357"/>
              <a:ext cx="4663290" cy="4663288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FF1947A0-A867-4022-95F7-668C5B9495DA}"/>
                </a:ext>
              </a:extLst>
            </p:cNvPr>
            <p:cNvSpPr/>
            <p:nvPr/>
          </p:nvSpPr>
          <p:spPr>
            <a:xfrm>
              <a:off x="3511552" y="3510194"/>
              <a:ext cx="503221" cy="503221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540CF4D7-FF72-4C02-AD51-79BBF2462422}"/>
                </a:ext>
              </a:extLst>
            </p:cNvPr>
            <p:cNvSpPr/>
            <p:nvPr/>
          </p:nvSpPr>
          <p:spPr>
            <a:xfrm>
              <a:off x="7719214" y="4299168"/>
              <a:ext cx="1212848" cy="1212848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23CD075F-B943-4E49-B2F3-748DB0C232A9}"/>
                </a:ext>
              </a:extLst>
            </p:cNvPr>
            <p:cNvSpPr/>
            <p:nvPr/>
          </p:nvSpPr>
          <p:spPr>
            <a:xfrm>
              <a:off x="3890163" y="1583513"/>
              <a:ext cx="281788" cy="281788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F35A5D63-2557-4D2B-8261-51BDA08F6554}"/>
                </a:ext>
              </a:extLst>
            </p:cNvPr>
            <p:cNvSpPr/>
            <p:nvPr/>
          </p:nvSpPr>
          <p:spPr>
            <a:xfrm>
              <a:off x="9133561" y="3431939"/>
              <a:ext cx="281788" cy="281788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C2EA2EB2-2B8C-4A1D-8DE1-30EEBC92F70D}"/>
              </a:ext>
            </a:extLst>
          </p:cNvPr>
          <p:cNvSpPr/>
          <p:nvPr/>
        </p:nvSpPr>
        <p:spPr>
          <a:xfrm>
            <a:off x="3638548" y="2511004"/>
            <a:ext cx="4914904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The Core Of A Fantastic Design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6160435-103B-40FD-9039-602586C2A007}"/>
              </a:ext>
            </a:extLst>
          </p:cNvPr>
          <p:cNvGrpSpPr/>
          <p:nvPr/>
        </p:nvGrpSpPr>
        <p:grpSpPr>
          <a:xfrm>
            <a:off x="1854052" y="2704124"/>
            <a:ext cx="1754322" cy="883108"/>
            <a:chOff x="1854052" y="2496458"/>
            <a:chExt cx="1754322" cy="883108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AA51D9F8-F9B0-44F5-A848-BC3F34BC147C}"/>
                </a:ext>
              </a:extLst>
            </p:cNvPr>
            <p:cNvSpPr/>
            <p:nvPr/>
          </p:nvSpPr>
          <p:spPr>
            <a:xfrm>
              <a:off x="2289659" y="2496458"/>
              <a:ext cx="883108" cy="883108"/>
            </a:xfrm>
            <a:prstGeom prst="ellipse">
              <a:avLst/>
            </a:prstGeom>
            <a:gradFill>
              <a:gsLst>
                <a:gs pos="2000">
                  <a:schemeClr val="accent1"/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EEDC5FCC-8862-4723-A4FD-751BE000E40D}"/>
                </a:ext>
              </a:extLst>
            </p:cNvPr>
            <p:cNvSpPr/>
            <p:nvPr/>
          </p:nvSpPr>
          <p:spPr>
            <a:xfrm>
              <a:off x="1854052" y="2778738"/>
              <a:ext cx="1754322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Emphasis</a:t>
              </a:r>
              <a:endParaRPr lang="id-ID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87680E8-4B41-4C4B-BB05-6A03EB19E2A3}"/>
              </a:ext>
            </a:extLst>
          </p:cNvPr>
          <p:cNvGrpSpPr/>
          <p:nvPr/>
        </p:nvGrpSpPr>
        <p:grpSpPr>
          <a:xfrm>
            <a:off x="9910584" y="1073015"/>
            <a:ext cx="1754322" cy="1584572"/>
            <a:chOff x="9910584" y="1073015"/>
            <a:chExt cx="1754322" cy="1584572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7926247-9490-4AFA-BB64-D44A8D271F2A}"/>
                </a:ext>
              </a:extLst>
            </p:cNvPr>
            <p:cNvSpPr/>
            <p:nvPr/>
          </p:nvSpPr>
          <p:spPr>
            <a:xfrm>
              <a:off x="9995459" y="1073015"/>
              <a:ext cx="1584572" cy="1584572"/>
            </a:xfrm>
            <a:prstGeom prst="ellipse">
              <a:avLst/>
            </a:prstGeom>
            <a:gradFill>
              <a:gsLst>
                <a:gs pos="2000">
                  <a:schemeClr val="accent1"/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6B81D3D9-50F4-4836-8250-D2F26393288D}"/>
                </a:ext>
              </a:extLst>
            </p:cNvPr>
            <p:cNvSpPr/>
            <p:nvPr/>
          </p:nvSpPr>
          <p:spPr>
            <a:xfrm>
              <a:off x="9910584" y="1592919"/>
              <a:ext cx="1754322" cy="5447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4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Coloring</a:t>
              </a:r>
              <a:endParaRPr lang="id-ID" sz="2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9E08AA7C-44E8-4758-A031-37677BED1365}"/>
              </a:ext>
            </a:extLst>
          </p:cNvPr>
          <p:cNvGrpSpPr/>
          <p:nvPr/>
        </p:nvGrpSpPr>
        <p:grpSpPr>
          <a:xfrm>
            <a:off x="271039" y="4529963"/>
            <a:ext cx="1754322" cy="1354092"/>
            <a:chOff x="271039" y="4529963"/>
            <a:chExt cx="1754322" cy="1354092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EB672EB5-188C-4565-9318-A809822419B3}"/>
                </a:ext>
              </a:extLst>
            </p:cNvPr>
            <p:cNvSpPr/>
            <p:nvPr/>
          </p:nvSpPr>
          <p:spPr>
            <a:xfrm>
              <a:off x="471154" y="4529963"/>
              <a:ext cx="1354092" cy="1354092"/>
            </a:xfrm>
            <a:prstGeom prst="ellipse">
              <a:avLst/>
            </a:prstGeom>
            <a:gradFill>
              <a:gsLst>
                <a:gs pos="2000">
                  <a:schemeClr val="accent1"/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50220EDD-5C54-42DE-BA83-DAD83F1D5060}"/>
                </a:ext>
              </a:extLst>
            </p:cNvPr>
            <p:cNvSpPr/>
            <p:nvPr/>
          </p:nvSpPr>
          <p:spPr>
            <a:xfrm>
              <a:off x="271039" y="4991181"/>
              <a:ext cx="1754322" cy="469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2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Layout</a:t>
              </a:r>
              <a:endParaRPr lang="id-ID" sz="20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8513773-4914-4B97-8DC0-102372EA95FB}"/>
              </a:ext>
            </a:extLst>
          </p:cNvPr>
          <p:cNvGrpSpPr/>
          <p:nvPr/>
        </p:nvGrpSpPr>
        <p:grpSpPr>
          <a:xfrm>
            <a:off x="927058" y="1243794"/>
            <a:ext cx="1511342" cy="1084244"/>
            <a:chOff x="2115725" y="2496458"/>
            <a:chExt cx="1230975" cy="883108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246DD505-D56B-436C-93A9-EA942C9B2C06}"/>
                </a:ext>
              </a:extLst>
            </p:cNvPr>
            <p:cNvSpPr/>
            <p:nvPr/>
          </p:nvSpPr>
          <p:spPr>
            <a:xfrm>
              <a:off x="2289659" y="2496458"/>
              <a:ext cx="883108" cy="883108"/>
            </a:xfrm>
            <a:prstGeom prst="ellipse">
              <a:avLst/>
            </a:prstGeom>
            <a:gradFill>
              <a:gsLst>
                <a:gs pos="2000">
                  <a:schemeClr val="accent1"/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000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82EA63BD-1C47-4B2E-9DA6-72CE55C63057}"/>
                </a:ext>
              </a:extLst>
            </p:cNvPr>
            <p:cNvSpPr/>
            <p:nvPr/>
          </p:nvSpPr>
          <p:spPr>
            <a:xfrm>
              <a:off x="2115725" y="2778738"/>
              <a:ext cx="1230975" cy="29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Typography</a:t>
              </a:r>
              <a:endParaRPr lang="id-ID" sz="14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sp>
        <p:nvSpPr>
          <p:cNvPr id="25" name="Oval 24">
            <a:extLst>
              <a:ext uri="{FF2B5EF4-FFF2-40B4-BE49-F238E27FC236}">
                <a16:creationId xmlns:a16="http://schemas.microsoft.com/office/drawing/2014/main" id="{4053898B-DFBD-4EB2-9BB2-79926CE68F4D}"/>
              </a:ext>
            </a:extLst>
          </p:cNvPr>
          <p:cNvSpPr/>
          <p:nvPr/>
        </p:nvSpPr>
        <p:spPr>
          <a:xfrm>
            <a:off x="698181" y="2986404"/>
            <a:ext cx="376498" cy="376498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0B89DCF5-FEB3-4747-A6BA-EC5FC355AF13}"/>
              </a:ext>
            </a:extLst>
          </p:cNvPr>
          <p:cNvSpPr/>
          <p:nvPr/>
        </p:nvSpPr>
        <p:spPr>
          <a:xfrm>
            <a:off x="8897958" y="1079317"/>
            <a:ext cx="504196" cy="504196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8467179-74F4-45B6-9D32-0520DCFB9DEF}"/>
              </a:ext>
            </a:extLst>
          </p:cNvPr>
          <p:cNvGrpSpPr/>
          <p:nvPr/>
        </p:nvGrpSpPr>
        <p:grpSpPr>
          <a:xfrm>
            <a:off x="9041677" y="3713727"/>
            <a:ext cx="2244924" cy="1130072"/>
            <a:chOff x="1854052" y="2496458"/>
            <a:chExt cx="1754322" cy="883108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AEB5E14B-A06E-45EE-8A77-57771611C4EC}"/>
                </a:ext>
              </a:extLst>
            </p:cNvPr>
            <p:cNvSpPr/>
            <p:nvPr/>
          </p:nvSpPr>
          <p:spPr>
            <a:xfrm>
              <a:off x="2289659" y="2496458"/>
              <a:ext cx="883108" cy="883108"/>
            </a:xfrm>
            <a:prstGeom prst="ellipse">
              <a:avLst/>
            </a:prstGeom>
            <a:gradFill>
              <a:gsLst>
                <a:gs pos="2000">
                  <a:schemeClr val="accent1"/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6A8DAE7-0368-4BFA-B3D6-CE4CFE86F4B6}"/>
                </a:ext>
              </a:extLst>
            </p:cNvPr>
            <p:cNvSpPr/>
            <p:nvPr/>
          </p:nvSpPr>
          <p:spPr>
            <a:xfrm>
              <a:off x="1854052" y="2778738"/>
              <a:ext cx="1754322" cy="3078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Balance</a:t>
              </a:r>
              <a:endParaRPr lang="id-ID" sz="16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7679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repeatCount="indefinite" accel="50000" decel="5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79167E-6 4.07407E-6 L 4.79167E-6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1.25E-6 1.48148E-6 L 1.25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6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71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72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4" grpId="0" animBg="1"/>
          <p:bldP spid="14" grpId="1" animBg="1"/>
          <p:bldP spid="15" grpId="0"/>
          <p:bldP spid="15" grpId="1"/>
          <p:bldP spid="25" grpId="0" animBg="1"/>
          <p:bldP spid="25" grpId="1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15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repeatCount="indefinite" accel="50000" decel="50000" autoRev="1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39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79167E-6 4.07407E-6 L 4.79167E-6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1.25E-6 1.48148E-6 L 1.25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6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4" grpId="0" animBg="1"/>
          <p:bldP spid="14" grpId="1" animBg="1"/>
          <p:bldP spid="15" grpId="0"/>
          <p:bldP spid="15" grpId="1"/>
          <p:bldP spid="25" grpId="0" animBg="1"/>
          <p:bldP spid="25" grpId="1" animBg="1"/>
          <p:bldP spid="26" grpId="0" animBg="1"/>
          <p:bldP spid="26" grpId="1" animBg="1"/>
        </p:bldLst>
      </p:timing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Oval 43">
            <a:extLst>
              <a:ext uri="{FF2B5EF4-FFF2-40B4-BE49-F238E27FC236}">
                <a16:creationId xmlns:a16="http://schemas.microsoft.com/office/drawing/2014/main" id="{89466586-440C-4682-A127-68C867D4BF21}"/>
              </a:ext>
            </a:extLst>
          </p:cNvPr>
          <p:cNvSpPr/>
          <p:nvPr/>
        </p:nvSpPr>
        <p:spPr>
          <a:xfrm>
            <a:off x="2455071" y="5781"/>
            <a:ext cx="7281858" cy="7281858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2000"/>
                </a:schemeClr>
              </a:gs>
              <a:gs pos="99000">
                <a:schemeClr val="accent2">
                  <a:alpha val="200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57D7F0CD-6C06-43D0-A465-56DCC6272C00}"/>
              </a:ext>
            </a:extLst>
          </p:cNvPr>
          <p:cNvSpPr/>
          <p:nvPr/>
        </p:nvSpPr>
        <p:spPr>
          <a:xfrm>
            <a:off x="3551847" y="1102557"/>
            <a:ext cx="5088306" cy="5088306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661E4B3F-49D6-4369-8D7B-DC7D69B26CB4}"/>
              </a:ext>
            </a:extLst>
          </p:cNvPr>
          <p:cNvSpPr/>
          <p:nvPr/>
        </p:nvSpPr>
        <p:spPr>
          <a:xfrm>
            <a:off x="1078205" y="5941277"/>
            <a:ext cx="1766596" cy="176659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9194E95-5338-4457-A354-B090E7069C04}"/>
              </a:ext>
            </a:extLst>
          </p:cNvPr>
          <p:cNvSpPr/>
          <p:nvPr/>
        </p:nvSpPr>
        <p:spPr>
          <a:xfrm>
            <a:off x="10129820" y="1190111"/>
            <a:ext cx="1544957" cy="15449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411AC91-7D85-4CF0-BB57-285CBFF5387D}"/>
              </a:ext>
            </a:extLst>
          </p:cNvPr>
          <p:cNvSpPr/>
          <p:nvPr/>
        </p:nvSpPr>
        <p:spPr>
          <a:xfrm>
            <a:off x="6405540" y="1728787"/>
            <a:ext cx="1738357" cy="22159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13800" b="1" i="0" dirty="0">
                <a:solidFill>
                  <a:schemeClr val="bg1"/>
                </a:solidFill>
                <a:effectLst>
                  <a:outerShdw blurRad="622300" dist="635000" dir="3420000" sx="80000" sy="80000" algn="tl" rotWithShape="0">
                    <a:prstClr val="black">
                      <a:alpha val="6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W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5F33F57-10BF-4389-AD95-9E63EDCC6BCE}"/>
              </a:ext>
            </a:extLst>
          </p:cNvPr>
          <p:cNvSpPr/>
          <p:nvPr/>
        </p:nvSpPr>
        <p:spPr>
          <a:xfrm>
            <a:off x="4048103" y="3559323"/>
            <a:ext cx="1738357" cy="22159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13800" b="1" i="0" dirty="0">
                <a:solidFill>
                  <a:schemeClr val="bg1"/>
                </a:solidFill>
                <a:effectLst>
                  <a:outerShdw blurRad="622300" dist="635000" dir="3420000" sx="80000" sy="80000" algn="tl" rotWithShape="0">
                    <a:prstClr val="black">
                      <a:alpha val="6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O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43BBA298-A50A-4BAD-B578-9705D084FA3B}"/>
              </a:ext>
            </a:extLst>
          </p:cNvPr>
          <p:cNvSpPr/>
          <p:nvPr/>
        </p:nvSpPr>
        <p:spPr>
          <a:xfrm>
            <a:off x="4056743" y="2393272"/>
            <a:ext cx="4078515" cy="38981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2000">
                <a:schemeClr val="accent1"/>
              </a:gs>
              <a:gs pos="100000">
                <a:schemeClr val="accent2">
                  <a:alpha val="0"/>
                </a:schemeClr>
              </a:gs>
            </a:gsLst>
            <a:lin ang="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0D7C8712-57EF-4DE6-AE08-AF2D95499BEB}"/>
              </a:ext>
            </a:extLst>
          </p:cNvPr>
          <p:cNvSpPr/>
          <p:nvPr/>
        </p:nvSpPr>
        <p:spPr>
          <a:xfrm flipH="1">
            <a:off x="4056742" y="4277505"/>
            <a:ext cx="4078515" cy="38981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2000">
                <a:schemeClr val="accent1"/>
              </a:gs>
              <a:gs pos="100000">
                <a:schemeClr val="accent2">
                  <a:alpha val="0"/>
                </a:schemeClr>
              </a:gs>
            </a:gsLst>
            <a:lin ang="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BE577AD-B24F-4D8A-8795-8B21EE24F3E2}"/>
              </a:ext>
            </a:extLst>
          </p:cNvPr>
          <p:cNvSpPr/>
          <p:nvPr/>
        </p:nvSpPr>
        <p:spPr>
          <a:xfrm>
            <a:off x="6405540" y="3559323"/>
            <a:ext cx="1738357" cy="22159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13800" b="1" i="0" dirty="0">
                <a:solidFill>
                  <a:schemeClr val="bg1"/>
                </a:solidFill>
                <a:effectLst>
                  <a:outerShdw blurRad="622300" dist="635000" dir="3420000" sx="80000" sy="80000" algn="tl" rotWithShape="0">
                    <a:prstClr val="black">
                      <a:alpha val="6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9D5EF24-C4A0-43B8-8816-FAFC8D03A561}"/>
              </a:ext>
            </a:extLst>
          </p:cNvPr>
          <p:cNvSpPr/>
          <p:nvPr/>
        </p:nvSpPr>
        <p:spPr>
          <a:xfrm>
            <a:off x="4048103" y="1728787"/>
            <a:ext cx="1738357" cy="22159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13800" b="1" i="0" dirty="0">
                <a:solidFill>
                  <a:schemeClr val="bg1"/>
                </a:solidFill>
                <a:effectLst>
                  <a:outerShdw blurRad="622300" dist="635000" dir="3420000" sx="80000" sy="80000" algn="tl" rotWithShape="0">
                    <a:prstClr val="black">
                      <a:alpha val="6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167CEDC6-7823-455A-A32E-56CC98912E5F}"/>
              </a:ext>
            </a:extLst>
          </p:cNvPr>
          <p:cNvGrpSpPr/>
          <p:nvPr/>
        </p:nvGrpSpPr>
        <p:grpSpPr>
          <a:xfrm>
            <a:off x="8461994" y="2087699"/>
            <a:ext cx="3034476" cy="926676"/>
            <a:chOff x="8479190" y="2177443"/>
            <a:chExt cx="3034476" cy="92667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EB6CF5AA-B8CB-49F4-BD36-933544D65D88}"/>
                </a:ext>
              </a:extLst>
            </p:cNvPr>
            <p:cNvSpPr/>
            <p:nvPr/>
          </p:nvSpPr>
          <p:spPr>
            <a:xfrm>
              <a:off x="847919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D790C61-3EE0-49AD-B65C-E8DFF861BC86}"/>
                </a:ext>
              </a:extLst>
            </p:cNvPr>
            <p:cNvSpPr/>
            <p:nvPr/>
          </p:nvSpPr>
          <p:spPr>
            <a:xfrm>
              <a:off x="847919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Weakness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16088BF-8BE7-4D69-B6E3-C4399D3303E6}"/>
              </a:ext>
            </a:extLst>
          </p:cNvPr>
          <p:cNvGrpSpPr/>
          <p:nvPr/>
        </p:nvGrpSpPr>
        <p:grpSpPr>
          <a:xfrm flipH="1">
            <a:off x="695531" y="2087699"/>
            <a:ext cx="3034476" cy="926676"/>
            <a:chOff x="1439310" y="2177443"/>
            <a:chExt cx="3034476" cy="926676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D7325B41-9775-41C9-8454-082F38D672BF}"/>
                </a:ext>
              </a:extLst>
            </p:cNvPr>
            <p:cNvSpPr/>
            <p:nvPr/>
          </p:nvSpPr>
          <p:spPr>
            <a:xfrm>
              <a:off x="143931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D8C59D0B-7730-4EED-AFC6-D186A57C94BE}"/>
                </a:ext>
              </a:extLst>
            </p:cNvPr>
            <p:cNvSpPr/>
            <p:nvPr/>
          </p:nvSpPr>
          <p:spPr>
            <a:xfrm>
              <a:off x="143931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Strength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D9616D1-3034-4582-9B42-DC92BF307D13}"/>
              </a:ext>
            </a:extLst>
          </p:cNvPr>
          <p:cNvGrpSpPr/>
          <p:nvPr/>
        </p:nvGrpSpPr>
        <p:grpSpPr>
          <a:xfrm>
            <a:off x="8461994" y="3843626"/>
            <a:ext cx="3034476" cy="926676"/>
            <a:chOff x="8479190" y="2177443"/>
            <a:chExt cx="3034476" cy="926676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74C64A64-A55E-4786-92AB-4B6A5B3E6579}"/>
                </a:ext>
              </a:extLst>
            </p:cNvPr>
            <p:cNvSpPr/>
            <p:nvPr/>
          </p:nvSpPr>
          <p:spPr>
            <a:xfrm>
              <a:off x="847919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2DE7A589-4AE1-4412-B247-87CE6064A475}"/>
                </a:ext>
              </a:extLst>
            </p:cNvPr>
            <p:cNvSpPr/>
            <p:nvPr/>
          </p:nvSpPr>
          <p:spPr>
            <a:xfrm>
              <a:off x="847919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Threats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B363D7B-2336-4142-97C3-55A0C1B0E205}"/>
              </a:ext>
            </a:extLst>
          </p:cNvPr>
          <p:cNvGrpSpPr/>
          <p:nvPr/>
        </p:nvGrpSpPr>
        <p:grpSpPr>
          <a:xfrm flipH="1">
            <a:off x="695531" y="3843626"/>
            <a:ext cx="3034476" cy="926676"/>
            <a:chOff x="1439310" y="2177443"/>
            <a:chExt cx="3034476" cy="926676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930B3B6-89CA-433F-BF8A-88CBA87642C9}"/>
                </a:ext>
              </a:extLst>
            </p:cNvPr>
            <p:cNvSpPr/>
            <p:nvPr/>
          </p:nvSpPr>
          <p:spPr>
            <a:xfrm>
              <a:off x="143931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59ACBEE-24B3-4BDB-9BD8-8C95D8837B66}"/>
                </a:ext>
              </a:extLst>
            </p:cNvPr>
            <p:cNvSpPr/>
            <p:nvPr/>
          </p:nvSpPr>
          <p:spPr>
            <a:xfrm>
              <a:off x="143931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Opportunities</a:t>
              </a:r>
            </a:p>
          </p:txBody>
        </p: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37C37208-1861-4AC9-BA9E-9B31EB731EA5}"/>
              </a:ext>
            </a:extLst>
          </p:cNvPr>
          <p:cNvSpPr/>
          <p:nvPr/>
        </p:nvSpPr>
        <p:spPr>
          <a:xfrm>
            <a:off x="1027455" y="5626659"/>
            <a:ext cx="344441" cy="34444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9F924994-42BA-417E-B860-970C497862A9}"/>
              </a:ext>
            </a:extLst>
          </p:cNvPr>
          <p:cNvSpPr/>
          <p:nvPr/>
        </p:nvSpPr>
        <p:spPr>
          <a:xfrm>
            <a:off x="2980953" y="1405237"/>
            <a:ext cx="221273" cy="22127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363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2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6" presetClass="emph" presetSubtype="0" repeatCount="indefinite" decel="4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1500" fill="hold"/>
                                        <p:tgtEl>
                                          <p:spTgt spid="4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10" presetClass="exit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5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8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1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4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" presetClass="entr" presetSubtype="4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42" presetClass="path" presetSubtype="0" repeatCount="indefinite" accel="50000" decel="50000" autoRev="1" fill="hold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2" presetClass="entr" presetSubtype="4" decel="10000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42" presetClass="path" presetSubtype="0" repeatCount="indefinite" accel="50000" decel="50000" autoRev="1" fill="hold" grpId="1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2" presetClass="entr" presetSubtype="4" decel="10000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path" presetSubtype="0" repeatCount="indefinite" accel="50000" decel="50000" autoRev="1" fill="hold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4" grpId="1" animBg="1"/>
      <p:bldP spid="44" grpId="2" animBg="1"/>
      <p:bldP spid="45" grpId="0" animBg="1"/>
      <p:bldP spid="45" grpId="1" animBg="1"/>
      <p:bldP spid="40" grpId="0" animBg="1"/>
      <p:bldP spid="40" grpId="1" animBg="1"/>
      <p:bldP spid="41" grpId="0" animBg="1"/>
      <p:bldP spid="41" grpId="1" animBg="1"/>
      <p:bldP spid="7" grpId="0"/>
      <p:bldP spid="10" grpId="0"/>
      <p:bldP spid="16" grpId="0" animBg="1"/>
      <p:bldP spid="17" grpId="0" animBg="1"/>
      <p:bldP spid="13" grpId="0"/>
      <p:bldP spid="4" grpId="0"/>
      <p:bldP spid="42" grpId="0" animBg="1"/>
      <p:bldP spid="42" grpId="1" animBg="1"/>
      <p:bldP spid="43" grpId="0" animBg="1"/>
      <p:bldP spid="43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A31AD0D6-A21F-4DFB-9922-DBA2E2CDFE60}"/>
              </a:ext>
            </a:extLst>
          </p:cNvPr>
          <p:cNvGrpSpPr/>
          <p:nvPr/>
        </p:nvGrpSpPr>
        <p:grpSpPr>
          <a:xfrm flipH="1">
            <a:off x="522511" y="4417493"/>
            <a:ext cx="11669488" cy="2443329"/>
            <a:chOff x="-2859" y="7088968"/>
            <a:chExt cx="18549405" cy="3883831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754B317-AE61-424E-8B4B-0624DD40AE27}"/>
                </a:ext>
              </a:extLst>
            </p:cNvPr>
            <p:cNvSpPr/>
            <p:nvPr userDrawn="1"/>
          </p:nvSpPr>
          <p:spPr>
            <a:xfrm>
              <a:off x="-2857" y="7581450"/>
              <a:ext cx="18549403" cy="3391349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748706 w 5420344"/>
                <a:gd name="connsiteY1" fmla="*/ 1270671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0344" h="3981450">
                  <a:moveTo>
                    <a:pt x="0" y="0"/>
                  </a:moveTo>
                  <a:cubicBezTo>
                    <a:pt x="1112570" y="2254609"/>
                    <a:pt x="1845315" y="611043"/>
                    <a:pt x="2748706" y="1270671"/>
                  </a:cubicBezTo>
                  <a:cubicBezTo>
                    <a:pt x="3652097" y="1930299"/>
                    <a:pt x="3769674" y="3398891"/>
                    <a:pt x="5420344" y="395777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52B984B-3AB9-49F7-B0DA-EE7C1130F661}"/>
                </a:ext>
              </a:extLst>
            </p:cNvPr>
            <p:cNvSpPr/>
            <p:nvPr/>
          </p:nvSpPr>
          <p:spPr>
            <a:xfrm>
              <a:off x="-2859" y="7088968"/>
              <a:ext cx="18549405" cy="3879347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2465553 w 4152900"/>
                <a:gd name="connsiteY1" fmla="*/ 962849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465553 w 5420344"/>
                <a:gd name="connsiteY1" fmla="*/ 962849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64083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2748706 w 5420344"/>
                <a:gd name="connsiteY1" fmla="*/ 1270671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5420344 w 5420344"/>
                <a:gd name="connsiteY2" fmla="*/ 3957770 h 3981450"/>
                <a:gd name="connsiteX3" fmla="*/ 0 w 5420344"/>
                <a:gd name="connsiteY3" fmla="*/ 3981450 h 3981450"/>
                <a:gd name="connsiteX4" fmla="*/ 0 w 5420344"/>
                <a:gd name="connsiteY4" fmla="*/ 0 h 3981450"/>
                <a:gd name="connsiteX0" fmla="*/ 0 w 5504564"/>
                <a:gd name="connsiteY0" fmla="*/ 0 h 3981450"/>
                <a:gd name="connsiteX1" fmla="*/ 1737448 w 5504564"/>
                <a:gd name="connsiteY1" fmla="*/ 773420 h 3981450"/>
                <a:gd name="connsiteX2" fmla="*/ 3195575 w 5504564"/>
                <a:gd name="connsiteY2" fmla="*/ 2335785 h 3981450"/>
                <a:gd name="connsiteX3" fmla="*/ 5420344 w 5504564"/>
                <a:gd name="connsiteY3" fmla="*/ 3957770 h 3981450"/>
                <a:gd name="connsiteX4" fmla="*/ 0 w 5504564"/>
                <a:gd name="connsiteY4" fmla="*/ 3981450 h 3981450"/>
                <a:gd name="connsiteX5" fmla="*/ 0 w 5504564"/>
                <a:gd name="connsiteY5" fmla="*/ 0 h 3981450"/>
                <a:gd name="connsiteX0" fmla="*/ 0 w 5518813"/>
                <a:gd name="connsiteY0" fmla="*/ 0 h 3981450"/>
                <a:gd name="connsiteX1" fmla="*/ 1737448 w 5518813"/>
                <a:gd name="connsiteY1" fmla="*/ 773420 h 3981450"/>
                <a:gd name="connsiteX2" fmla="*/ 3566370 w 5518813"/>
                <a:gd name="connsiteY2" fmla="*/ 3306607 h 3981450"/>
                <a:gd name="connsiteX3" fmla="*/ 5420344 w 5518813"/>
                <a:gd name="connsiteY3" fmla="*/ 3957770 h 3981450"/>
                <a:gd name="connsiteX4" fmla="*/ 0 w 5518813"/>
                <a:gd name="connsiteY4" fmla="*/ 3981450 h 3981450"/>
                <a:gd name="connsiteX5" fmla="*/ 0 w 5518813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566370 w 5420344"/>
                <a:gd name="connsiteY2" fmla="*/ 3306607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737448 w 5420344"/>
                <a:gd name="connsiteY1" fmla="*/ 773420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810448 w 5420344"/>
                <a:gd name="connsiteY1" fmla="*/ 307247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  <a:gd name="connsiteX0" fmla="*/ 0 w 5420344"/>
                <a:gd name="connsiteY0" fmla="*/ 0 h 3981450"/>
                <a:gd name="connsiteX1" fmla="*/ 1810448 w 5420344"/>
                <a:gd name="connsiteY1" fmla="*/ 307247 h 3981450"/>
                <a:gd name="connsiteX2" fmla="*/ 3261097 w 5420344"/>
                <a:gd name="connsiteY2" fmla="*/ 3120138 h 3981450"/>
                <a:gd name="connsiteX3" fmla="*/ 5420344 w 5420344"/>
                <a:gd name="connsiteY3" fmla="*/ 3957770 h 3981450"/>
                <a:gd name="connsiteX4" fmla="*/ 0 w 5420344"/>
                <a:gd name="connsiteY4" fmla="*/ 3981450 h 3981450"/>
                <a:gd name="connsiteX5" fmla="*/ 0 w 5420344"/>
                <a:gd name="connsiteY5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20344" h="3981450">
                  <a:moveTo>
                    <a:pt x="0" y="0"/>
                  </a:moveTo>
                  <a:cubicBezTo>
                    <a:pt x="1112570" y="2254609"/>
                    <a:pt x="1074477" y="-282701"/>
                    <a:pt x="1810448" y="307247"/>
                  </a:cubicBezTo>
                  <a:cubicBezTo>
                    <a:pt x="2546419" y="897195"/>
                    <a:pt x="2647281" y="2589413"/>
                    <a:pt x="3261097" y="3120138"/>
                  </a:cubicBezTo>
                  <a:cubicBezTo>
                    <a:pt x="3874913" y="3650863"/>
                    <a:pt x="3955389" y="2261667"/>
                    <a:pt x="5420344" y="395777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F72D2719-FDAB-4B87-8B0C-4FAEDCA75B8B}"/>
              </a:ext>
            </a:extLst>
          </p:cNvPr>
          <p:cNvSpPr/>
          <p:nvPr/>
        </p:nvSpPr>
        <p:spPr>
          <a:xfrm>
            <a:off x="12634270" y="1905001"/>
            <a:ext cx="1125732" cy="11257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75CA1CF-7588-4F91-B4D9-38D449F33986}"/>
              </a:ext>
            </a:extLst>
          </p:cNvPr>
          <p:cNvSpPr/>
          <p:nvPr/>
        </p:nvSpPr>
        <p:spPr>
          <a:xfrm>
            <a:off x="4492273" y="7492334"/>
            <a:ext cx="498828" cy="49882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9282A3D7-220C-4DF3-9CAE-437756710F3D}"/>
              </a:ext>
            </a:extLst>
          </p:cNvPr>
          <p:cNvSpPr/>
          <p:nvPr/>
        </p:nvSpPr>
        <p:spPr>
          <a:xfrm>
            <a:off x="1354827" y="7286347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6F54EFA6-756F-4BE1-B831-6E11BD93777A}"/>
              </a:ext>
            </a:extLst>
          </p:cNvPr>
          <p:cNvSpPr/>
          <p:nvPr/>
        </p:nvSpPr>
        <p:spPr>
          <a:xfrm>
            <a:off x="7334651" y="7218278"/>
            <a:ext cx="754074" cy="75407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7AF2EE93-D600-44FE-A5F2-4217B62D0B94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279D906-53D5-4D20-8781-172C5A4C9144}"/>
              </a:ext>
            </a:extLst>
          </p:cNvPr>
          <p:cNvGrpSpPr/>
          <p:nvPr/>
        </p:nvGrpSpPr>
        <p:grpSpPr>
          <a:xfrm>
            <a:off x="1558827" y="1566665"/>
            <a:ext cx="3034476" cy="1646343"/>
            <a:chOff x="7750527" y="1156772"/>
            <a:chExt cx="3034476" cy="1646343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B3D4828F-C878-48D1-9C5D-D2B145528F6B}"/>
                </a:ext>
              </a:extLst>
            </p:cNvPr>
            <p:cNvSpPr/>
            <p:nvPr/>
          </p:nvSpPr>
          <p:spPr>
            <a:xfrm>
              <a:off x="7750527" y="2244501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55809AF-8D78-46DD-81CE-23CAE431E3D5}"/>
                </a:ext>
              </a:extLst>
            </p:cNvPr>
            <p:cNvSpPr/>
            <p:nvPr/>
          </p:nvSpPr>
          <p:spPr>
            <a:xfrm>
              <a:off x="7750527" y="1156772"/>
              <a:ext cx="3034476" cy="13365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200</a:t>
              </a:r>
              <a:r>
                <a:rPr lang="en-US" sz="36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4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049440D-1EA3-47BC-BB04-7DE46D3DBB29}"/>
              </a:ext>
            </a:extLst>
          </p:cNvPr>
          <p:cNvGrpSpPr/>
          <p:nvPr/>
        </p:nvGrpSpPr>
        <p:grpSpPr>
          <a:xfrm>
            <a:off x="1558827" y="3644992"/>
            <a:ext cx="3034476" cy="1646343"/>
            <a:chOff x="7750527" y="1156772"/>
            <a:chExt cx="3034476" cy="1646343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6C87DB4D-C2AB-46AA-AAC3-2A0A9FE8E67A}"/>
                </a:ext>
              </a:extLst>
            </p:cNvPr>
            <p:cNvSpPr/>
            <p:nvPr/>
          </p:nvSpPr>
          <p:spPr>
            <a:xfrm>
              <a:off x="7750527" y="2244501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48194F60-167B-4EF1-B26C-CBA7D2FAC6D8}"/>
                </a:ext>
              </a:extLst>
            </p:cNvPr>
            <p:cNvSpPr/>
            <p:nvPr/>
          </p:nvSpPr>
          <p:spPr>
            <a:xfrm>
              <a:off x="7750527" y="1156772"/>
              <a:ext cx="3034476" cy="13365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300</a:t>
              </a:r>
              <a:r>
                <a:rPr lang="en-US" sz="36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4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9FA56857-2BBB-4BA1-8E49-8B33D3B48E78}"/>
              </a:ext>
            </a:extLst>
          </p:cNvPr>
          <p:cNvSpPr/>
          <p:nvPr/>
        </p:nvSpPr>
        <p:spPr>
          <a:xfrm>
            <a:off x="6297818" y="1712686"/>
            <a:ext cx="2661128" cy="3864612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10000"/>
                </a:schemeClr>
              </a:gs>
              <a:gs pos="34000">
                <a:schemeClr val="accent2">
                  <a:alpha val="10000"/>
                </a:schemeClr>
              </a:gs>
              <a:gs pos="1000">
                <a:schemeClr val="accent2">
                  <a:alpha val="10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566956A-CB94-43D1-9584-4BB9C3830A1D}"/>
              </a:ext>
            </a:extLst>
          </p:cNvPr>
          <p:cNvSpPr/>
          <p:nvPr/>
        </p:nvSpPr>
        <p:spPr>
          <a:xfrm>
            <a:off x="6672373" y="1341528"/>
            <a:ext cx="3172278" cy="4606928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25000"/>
                </a:schemeClr>
              </a:gs>
              <a:gs pos="34000">
                <a:schemeClr val="accent2">
                  <a:alpha val="25000"/>
                </a:schemeClr>
              </a:gs>
              <a:gs pos="1000">
                <a:schemeClr val="accent2">
                  <a:alpha val="25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DB5F2E9A-1872-495D-9050-4295BA4CDEB0}"/>
              </a:ext>
            </a:extLst>
          </p:cNvPr>
          <p:cNvGrpSpPr/>
          <p:nvPr/>
        </p:nvGrpSpPr>
        <p:grpSpPr>
          <a:xfrm>
            <a:off x="7199637" y="1151823"/>
            <a:ext cx="3433536" cy="4986338"/>
            <a:chOff x="7199637" y="1151823"/>
            <a:chExt cx="3433536" cy="4986338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F6E3AC07-CBAF-4A1A-BDED-D397EC2F5130}"/>
                </a:ext>
              </a:extLst>
            </p:cNvPr>
            <p:cNvSpPr/>
            <p:nvPr/>
          </p:nvSpPr>
          <p:spPr>
            <a:xfrm>
              <a:off x="7199637" y="1151823"/>
              <a:ext cx="3433536" cy="4986338"/>
            </a:xfrm>
            <a:prstGeom prst="roundRect">
              <a:avLst>
                <a:gd name="adj" fmla="val 4002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A5D0EE9-DA4D-4920-8196-EB9953FCDB45}"/>
                </a:ext>
              </a:extLst>
            </p:cNvPr>
            <p:cNvSpPr/>
            <p:nvPr/>
          </p:nvSpPr>
          <p:spPr>
            <a:xfrm>
              <a:off x="7638501" y="4087588"/>
              <a:ext cx="2400232" cy="111030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32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$</a:t>
              </a:r>
              <a:r>
                <a:rPr lang="en-US" sz="5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400</a:t>
              </a:r>
              <a:endParaRPr lang="en-US" sz="36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0DEF300A-5990-40C6-8CFB-914673C81C3B}"/>
                </a:ext>
              </a:extLst>
            </p:cNvPr>
            <p:cNvGrpSpPr/>
            <p:nvPr/>
          </p:nvGrpSpPr>
          <p:grpSpPr>
            <a:xfrm>
              <a:off x="7511800" y="1466909"/>
              <a:ext cx="2809211" cy="2414071"/>
              <a:chOff x="7589588" y="1533454"/>
              <a:chExt cx="2809211" cy="2414071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006E9E2B-B78B-4A31-A167-A709AEDA2670}"/>
                  </a:ext>
                </a:extLst>
              </p:cNvPr>
              <p:cNvGrpSpPr/>
              <p:nvPr/>
            </p:nvGrpSpPr>
            <p:grpSpPr>
              <a:xfrm>
                <a:off x="7589588" y="1533454"/>
                <a:ext cx="2708918" cy="1251204"/>
                <a:chOff x="7750527" y="1551911"/>
                <a:chExt cx="2708918" cy="1251204"/>
              </a:xfrm>
            </p:grpSpPr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68180001-67E9-4E2F-AF72-4B4EDB70077B}"/>
                    </a:ext>
                  </a:extLst>
                </p:cNvPr>
                <p:cNvSpPr/>
                <p:nvPr/>
              </p:nvSpPr>
              <p:spPr>
                <a:xfrm>
                  <a:off x="7750527" y="2244501"/>
                  <a:ext cx="2708918" cy="558614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 Light" panose="020B0306030504020204" pitchFamily="34" charset="0"/>
                      <a:cs typeface="Poppins Light" panose="02000000000000000000" pitchFamily="2" charset="0"/>
                    </a:rPr>
                    <a:t>Their pronunciation and their most common words. </a:t>
                  </a: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14CE296E-B29A-439D-AE8F-2CE513F92D65}"/>
                    </a:ext>
                  </a:extLst>
                </p:cNvPr>
                <p:cNvSpPr/>
                <p:nvPr/>
              </p:nvSpPr>
              <p:spPr>
                <a:xfrm>
                  <a:off x="7750527" y="1551911"/>
                  <a:ext cx="2629618" cy="69557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3200" b="1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Deluxe</a:t>
                  </a:r>
                  <a:endParaRPr lang="en-US" baseline="700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6F290A35-F3C7-4947-89AA-4DBA847D0212}"/>
                  </a:ext>
                </a:extLst>
              </p:cNvPr>
              <p:cNvGrpSpPr/>
              <p:nvPr/>
            </p:nvGrpSpPr>
            <p:grpSpPr>
              <a:xfrm>
                <a:off x="7676911" y="2921619"/>
                <a:ext cx="2721888" cy="1025906"/>
                <a:chOff x="7598002" y="2894944"/>
                <a:chExt cx="2721888" cy="1025906"/>
              </a:xfrm>
            </p:grpSpPr>
            <p:grpSp>
              <p:nvGrpSpPr>
                <p:cNvPr id="20" name="Group 19">
                  <a:extLst>
                    <a:ext uri="{FF2B5EF4-FFF2-40B4-BE49-F238E27FC236}">
                      <a16:creationId xmlns:a16="http://schemas.microsoft.com/office/drawing/2014/main" id="{FA9D3FF9-9E31-46ED-9789-5F35C6F675C2}"/>
                    </a:ext>
                  </a:extLst>
                </p:cNvPr>
                <p:cNvGrpSpPr/>
                <p:nvPr/>
              </p:nvGrpSpPr>
              <p:grpSpPr>
                <a:xfrm>
                  <a:off x="7598002" y="2894944"/>
                  <a:ext cx="2721888" cy="277000"/>
                  <a:chOff x="1366574" y="4621169"/>
                  <a:chExt cx="2721888" cy="277000"/>
                </a:xfrm>
              </p:grpSpPr>
              <p:sp>
                <p:nvSpPr>
                  <p:cNvPr id="21" name="Freeform 229">
                    <a:extLst>
                      <a:ext uri="{FF2B5EF4-FFF2-40B4-BE49-F238E27FC236}">
                        <a16:creationId xmlns:a16="http://schemas.microsoft.com/office/drawing/2014/main" id="{AFFBD085-6731-4626-88DF-B26E42BD4F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6574" y="4692311"/>
                    <a:ext cx="225130" cy="154676"/>
                  </a:xfrm>
                  <a:custGeom>
                    <a:avLst/>
                    <a:gdLst>
                      <a:gd name="T0" fmla="*/ 124 w 16128"/>
                      <a:gd name="T1" fmla="*/ 7223 h 11872"/>
                      <a:gd name="T2" fmla="*/ 59 w 16128"/>
                      <a:gd name="T3" fmla="*/ 7113 h 11872"/>
                      <a:gd name="T4" fmla="*/ 18 w 16128"/>
                      <a:gd name="T5" fmla="*/ 6994 h 11872"/>
                      <a:gd name="T6" fmla="*/ 1 w 16128"/>
                      <a:gd name="T7" fmla="*/ 6871 h 11872"/>
                      <a:gd name="T8" fmla="*/ 7 w 16128"/>
                      <a:gd name="T9" fmla="*/ 6747 h 11872"/>
                      <a:gd name="T10" fmla="*/ 36 w 16128"/>
                      <a:gd name="T11" fmla="*/ 6626 h 11872"/>
                      <a:gd name="T12" fmla="*/ 90 w 16128"/>
                      <a:gd name="T13" fmla="*/ 6512 h 11872"/>
                      <a:gd name="T14" fmla="*/ 165 w 16128"/>
                      <a:gd name="T15" fmla="*/ 6408 h 11872"/>
                      <a:gd name="T16" fmla="*/ 1850 w 16128"/>
                      <a:gd name="T17" fmla="*/ 4727 h 11872"/>
                      <a:gd name="T18" fmla="*/ 1957 w 16128"/>
                      <a:gd name="T19" fmla="*/ 4656 h 11872"/>
                      <a:gd name="T20" fmla="*/ 2073 w 16128"/>
                      <a:gd name="T21" fmla="*/ 4609 h 11872"/>
                      <a:gd name="T22" fmla="*/ 2195 w 16128"/>
                      <a:gd name="T23" fmla="*/ 4586 h 11872"/>
                      <a:gd name="T24" fmla="*/ 2319 w 16128"/>
                      <a:gd name="T25" fmla="*/ 4586 h 11872"/>
                      <a:gd name="T26" fmla="*/ 2441 w 16128"/>
                      <a:gd name="T27" fmla="*/ 4609 h 11872"/>
                      <a:gd name="T28" fmla="*/ 2558 w 16128"/>
                      <a:gd name="T29" fmla="*/ 4656 h 11872"/>
                      <a:gd name="T30" fmla="*/ 2665 w 16128"/>
                      <a:gd name="T31" fmla="*/ 4727 h 11872"/>
                      <a:gd name="T32" fmla="*/ 5357 w 16128"/>
                      <a:gd name="T33" fmla="*/ 7406 h 11872"/>
                      <a:gd name="T34" fmla="*/ 5460 w 16128"/>
                      <a:gd name="T35" fmla="*/ 7483 h 11872"/>
                      <a:gd name="T36" fmla="*/ 5575 w 16128"/>
                      <a:gd name="T37" fmla="*/ 7535 h 11872"/>
                      <a:gd name="T38" fmla="*/ 5696 w 16128"/>
                      <a:gd name="T39" fmla="*/ 7565 h 11872"/>
                      <a:gd name="T40" fmla="*/ 5819 w 16128"/>
                      <a:gd name="T41" fmla="*/ 7571 h 11872"/>
                      <a:gd name="T42" fmla="*/ 5942 w 16128"/>
                      <a:gd name="T43" fmla="*/ 7552 h 11872"/>
                      <a:gd name="T44" fmla="*/ 6060 w 16128"/>
                      <a:gd name="T45" fmla="*/ 7512 h 11872"/>
                      <a:gd name="T46" fmla="*/ 6170 w 16128"/>
                      <a:gd name="T47" fmla="*/ 7447 h 11872"/>
                      <a:gd name="T48" fmla="*/ 13421 w 16128"/>
                      <a:gd name="T49" fmla="*/ 190 h 11872"/>
                      <a:gd name="T50" fmla="*/ 13521 w 16128"/>
                      <a:gd name="T51" fmla="*/ 107 h 11872"/>
                      <a:gd name="T52" fmla="*/ 13634 w 16128"/>
                      <a:gd name="T53" fmla="*/ 47 h 11872"/>
                      <a:gd name="T54" fmla="*/ 13753 w 16128"/>
                      <a:gd name="T55" fmla="*/ 12 h 11872"/>
                      <a:gd name="T56" fmla="*/ 13877 w 16128"/>
                      <a:gd name="T57" fmla="*/ 0 h 11872"/>
                      <a:gd name="T58" fmla="*/ 14000 w 16128"/>
                      <a:gd name="T59" fmla="*/ 11 h 11872"/>
                      <a:gd name="T60" fmla="*/ 14120 w 16128"/>
                      <a:gd name="T61" fmla="*/ 46 h 11872"/>
                      <a:gd name="T62" fmla="*/ 14233 w 16128"/>
                      <a:gd name="T63" fmla="*/ 105 h 11872"/>
                      <a:gd name="T64" fmla="*/ 14334 w 16128"/>
                      <a:gd name="T65" fmla="*/ 186 h 11872"/>
                      <a:gd name="T66" fmla="*/ 16003 w 16128"/>
                      <a:gd name="T67" fmla="*/ 1855 h 11872"/>
                      <a:gd name="T68" fmla="*/ 16068 w 16128"/>
                      <a:gd name="T69" fmla="*/ 1964 h 11872"/>
                      <a:gd name="T70" fmla="*/ 16109 w 16128"/>
                      <a:gd name="T71" fmla="*/ 2082 h 11872"/>
                      <a:gd name="T72" fmla="*/ 16127 w 16128"/>
                      <a:gd name="T73" fmla="*/ 2205 h 11872"/>
                      <a:gd name="T74" fmla="*/ 16122 w 16128"/>
                      <a:gd name="T75" fmla="*/ 2328 h 11872"/>
                      <a:gd name="T76" fmla="*/ 16093 w 16128"/>
                      <a:gd name="T77" fmla="*/ 2449 h 11872"/>
                      <a:gd name="T78" fmla="*/ 16039 w 16128"/>
                      <a:gd name="T79" fmla="*/ 2564 h 11872"/>
                      <a:gd name="T80" fmla="*/ 15964 w 16128"/>
                      <a:gd name="T81" fmla="*/ 2667 h 11872"/>
                      <a:gd name="T82" fmla="*/ 7188 w 16128"/>
                      <a:gd name="T83" fmla="*/ 11462 h 11872"/>
                      <a:gd name="T84" fmla="*/ 7074 w 16128"/>
                      <a:gd name="T85" fmla="*/ 11550 h 11872"/>
                      <a:gd name="T86" fmla="*/ 6943 w 16128"/>
                      <a:gd name="T87" fmla="*/ 11632 h 11872"/>
                      <a:gd name="T88" fmla="*/ 6801 w 16128"/>
                      <a:gd name="T89" fmla="*/ 11706 h 11872"/>
                      <a:gd name="T90" fmla="*/ 6652 w 16128"/>
                      <a:gd name="T91" fmla="*/ 11767 h 11872"/>
                      <a:gd name="T92" fmla="*/ 6500 w 16128"/>
                      <a:gd name="T93" fmla="*/ 11817 h 11872"/>
                      <a:gd name="T94" fmla="*/ 6349 w 16128"/>
                      <a:gd name="T95" fmla="*/ 11852 h 11872"/>
                      <a:gd name="T96" fmla="*/ 6205 w 16128"/>
                      <a:gd name="T97" fmla="*/ 11870 h 11872"/>
                      <a:gd name="T98" fmla="*/ 5352 w 16128"/>
                      <a:gd name="T99" fmla="*/ 11871 h 11872"/>
                      <a:gd name="T100" fmla="*/ 5210 w 16128"/>
                      <a:gd name="T101" fmla="*/ 11858 h 11872"/>
                      <a:gd name="T102" fmla="*/ 5062 w 16128"/>
                      <a:gd name="T103" fmla="*/ 11827 h 11872"/>
                      <a:gd name="T104" fmla="*/ 4910 w 16128"/>
                      <a:gd name="T105" fmla="*/ 11780 h 11872"/>
                      <a:gd name="T106" fmla="*/ 4760 w 16128"/>
                      <a:gd name="T107" fmla="*/ 11722 h 11872"/>
                      <a:gd name="T108" fmla="*/ 4615 w 16128"/>
                      <a:gd name="T109" fmla="*/ 11651 h 11872"/>
                      <a:gd name="T110" fmla="*/ 4481 w 16128"/>
                      <a:gd name="T111" fmla="*/ 11572 h 11872"/>
                      <a:gd name="T112" fmla="*/ 4363 w 16128"/>
                      <a:gd name="T113" fmla="*/ 11484 h 11872"/>
                      <a:gd name="T114" fmla="*/ 187 w 16128"/>
                      <a:gd name="T115" fmla="*/ 7297 h 118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6128" h="11872">
                        <a:moveTo>
                          <a:pt x="187" y="7297"/>
                        </a:moveTo>
                        <a:lnTo>
                          <a:pt x="164" y="7273"/>
                        </a:lnTo>
                        <a:lnTo>
                          <a:pt x="143" y="7248"/>
                        </a:lnTo>
                        <a:lnTo>
                          <a:pt x="124" y="7223"/>
                        </a:lnTo>
                        <a:lnTo>
                          <a:pt x="106" y="7196"/>
                        </a:lnTo>
                        <a:lnTo>
                          <a:pt x="89" y="7168"/>
                        </a:lnTo>
                        <a:lnTo>
                          <a:pt x="74" y="7141"/>
                        </a:lnTo>
                        <a:lnTo>
                          <a:pt x="59" y="7113"/>
                        </a:lnTo>
                        <a:lnTo>
                          <a:pt x="46" y="7084"/>
                        </a:lnTo>
                        <a:lnTo>
                          <a:pt x="35" y="7054"/>
                        </a:lnTo>
                        <a:lnTo>
                          <a:pt x="26" y="7024"/>
                        </a:lnTo>
                        <a:lnTo>
                          <a:pt x="18" y="6994"/>
                        </a:lnTo>
                        <a:lnTo>
                          <a:pt x="12" y="6964"/>
                        </a:lnTo>
                        <a:lnTo>
                          <a:pt x="6" y="6933"/>
                        </a:lnTo>
                        <a:lnTo>
                          <a:pt x="3" y="6902"/>
                        </a:lnTo>
                        <a:lnTo>
                          <a:pt x="1" y="6871"/>
                        </a:lnTo>
                        <a:lnTo>
                          <a:pt x="0" y="6841"/>
                        </a:lnTo>
                        <a:lnTo>
                          <a:pt x="1" y="6809"/>
                        </a:lnTo>
                        <a:lnTo>
                          <a:pt x="3" y="6778"/>
                        </a:lnTo>
                        <a:lnTo>
                          <a:pt x="7" y="6747"/>
                        </a:lnTo>
                        <a:lnTo>
                          <a:pt x="12" y="6717"/>
                        </a:lnTo>
                        <a:lnTo>
                          <a:pt x="18" y="6687"/>
                        </a:lnTo>
                        <a:lnTo>
                          <a:pt x="26" y="6656"/>
                        </a:lnTo>
                        <a:lnTo>
                          <a:pt x="36" y="6626"/>
                        </a:lnTo>
                        <a:lnTo>
                          <a:pt x="47" y="6597"/>
                        </a:lnTo>
                        <a:lnTo>
                          <a:pt x="59" y="6569"/>
                        </a:lnTo>
                        <a:lnTo>
                          <a:pt x="74" y="6539"/>
                        </a:lnTo>
                        <a:lnTo>
                          <a:pt x="90" y="6512"/>
                        </a:lnTo>
                        <a:lnTo>
                          <a:pt x="106" y="6485"/>
                        </a:lnTo>
                        <a:lnTo>
                          <a:pt x="125" y="6459"/>
                        </a:lnTo>
                        <a:lnTo>
                          <a:pt x="144" y="6432"/>
                        </a:lnTo>
                        <a:lnTo>
                          <a:pt x="165" y="6408"/>
                        </a:lnTo>
                        <a:lnTo>
                          <a:pt x="188" y="6384"/>
                        </a:lnTo>
                        <a:lnTo>
                          <a:pt x="1801" y="4771"/>
                        </a:lnTo>
                        <a:lnTo>
                          <a:pt x="1824" y="4748"/>
                        </a:lnTo>
                        <a:lnTo>
                          <a:pt x="1850" y="4727"/>
                        </a:lnTo>
                        <a:lnTo>
                          <a:pt x="1876" y="4707"/>
                        </a:lnTo>
                        <a:lnTo>
                          <a:pt x="1902" y="4689"/>
                        </a:lnTo>
                        <a:lnTo>
                          <a:pt x="1929" y="4671"/>
                        </a:lnTo>
                        <a:lnTo>
                          <a:pt x="1957" y="4656"/>
                        </a:lnTo>
                        <a:lnTo>
                          <a:pt x="1985" y="4642"/>
                        </a:lnTo>
                        <a:lnTo>
                          <a:pt x="2014" y="4630"/>
                        </a:lnTo>
                        <a:lnTo>
                          <a:pt x="2043" y="4619"/>
                        </a:lnTo>
                        <a:lnTo>
                          <a:pt x="2073" y="4609"/>
                        </a:lnTo>
                        <a:lnTo>
                          <a:pt x="2104" y="4601"/>
                        </a:lnTo>
                        <a:lnTo>
                          <a:pt x="2134" y="4595"/>
                        </a:lnTo>
                        <a:lnTo>
                          <a:pt x="2164" y="4590"/>
                        </a:lnTo>
                        <a:lnTo>
                          <a:pt x="2195" y="4586"/>
                        </a:lnTo>
                        <a:lnTo>
                          <a:pt x="2227" y="4584"/>
                        </a:lnTo>
                        <a:lnTo>
                          <a:pt x="2257" y="4583"/>
                        </a:lnTo>
                        <a:lnTo>
                          <a:pt x="2288" y="4584"/>
                        </a:lnTo>
                        <a:lnTo>
                          <a:pt x="2319" y="4586"/>
                        </a:lnTo>
                        <a:lnTo>
                          <a:pt x="2350" y="4590"/>
                        </a:lnTo>
                        <a:lnTo>
                          <a:pt x="2381" y="4595"/>
                        </a:lnTo>
                        <a:lnTo>
                          <a:pt x="2411" y="4601"/>
                        </a:lnTo>
                        <a:lnTo>
                          <a:pt x="2441" y="4609"/>
                        </a:lnTo>
                        <a:lnTo>
                          <a:pt x="2472" y="4619"/>
                        </a:lnTo>
                        <a:lnTo>
                          <a:pt x="2501" y="4630"/>
                        </a:lnTo>
                        <a:lnTo>
                          <a:pt x="2529" y="4642"/>
                        </a:lnTo>
                        <a:lnTo>
                          <a:pt x="2558" y="4656"/>
                        </a:lnTo>
                        <a:lnTo>
                          <a:pt x="2586" y="4671"/>
                        </a:lnTo>
                        <a:lnTo>
                          <a:pt x="2613" y="4689"/>
                        </a:lnTo>
                        <a:lnTo>
                          <a:pt x="2639" y="4707"/>
                        </a:lnTo>
                        <a:lnTo>
                          <a:pt x="2665" y="4727"/>
                        </a:lnTo>
                        <a:lnTo>
                          <a:pt x="2689" y="4748"/>
                        </a:lnTo>
                        <a:lnTo>
                          <a:pt x="2714" y="4770"/>
                        </a:lnTo>
                        <a:lnTo>
                          <a:pt x="5332" y="7384"/>
                        </a:lnTo>
                        <a:lnTo>
                          <a:pt x="5357" y="7406"/>
                        </a:lnTo>
                        <a:lnTo>
                          <a:pt x="5382" y="7427"/>
                        </a:lnTo>
                        <a:lnTo>
                          <a:pt x="5407" y="7448"/>
                        </a:lnTo>
                        <a:lnTo>
                          <a:pt x="5433" y="7466"/>
                        </a:lnTo>
                        <a:lnTo>
                          <a:pt x="5460" y="7483"/>
                        </a:lnTo>
                        <a:lnTo>
                          <a:pt x="5489" y="7498"/>
                        </a:lnTo>
                        <a:lnTo>
                          <a:pt x="5517" y="7512"/>
                        </a:lnTo>
                        <a:lnTo>
                          <a:pt x="5546" y="7524"/>
                        </a:lnTo>
                        <a:lnTo>
                          <a:pt x="5575" y="7535"/>
                        </a:lnTo>
                        <a:lnTo>
                          <a:pt x="5604" y="7545"/>
                        </a:lnTo>
                        <a:lnTo>
                          <a:pt x="5635" y="7553"/>
                        </a:lnTo>
                        <a:lnTo>
                          <a:pt x="5665" y="7559"/>
                        </a:lnTo>
                        <a:lnTo>
                          <a:pt x="5696" y="7565"/>
                        </a:lnTo>
                        <a:lnTo>
                          <a:pt x="5726" y="7569"/>
                        </a:lnTo>
                        <a:lnTo>
                          <a:pt x="5758" y="7571"/>
                        </a:lnTo>
                        <a:lnTo>
                          <a:pt x="5789" y="7572"/>
                        </a:lnTo>
                        <a:lnTo>
                          <a:pt x="5819" y="7571"/>
                        </a:lnTo>
                        <a:lnTo>
                          <a:pt x="5850" y="7569"/>
                        </a:lnTo>
                        <a:lnTo>
                          <a:pt x="5882" y="7565"/>
                        </a:lnTo>
                        <a:lnTo>
                          <a:pt x="5912" y="7559"/>
                        </a:lnTo>
                        <a:lnTo>
                          <a:pt x="5942" y="7552"/>
                        </a:lnTo>
                        <a:lnTo>
                          <a:pt x="5972" y="7544"/>
                        </a:lnTo>
                        <a:lnTo>
                          <a:pt x="6003" y="7535"/>
                        </a:lnTo>
                        <a:lnTo>
                          <a:pt x="6032" y="7524"/>
                        </a:lnTo>
                        <a:lnTo>
                          <a:pt x="6060" y="7512"/>
                        </a:lnTo>
                        <a:lnTo>
                          <a:pt x="6089" y="7498"/>
                        </a:lnTo>
                        <a:lnTo>
                          <a:pt x="6117" y="7482"/>
                        </a:lnTo>
                        <a:lnTo>
                          <a:pt x="6144" y="7465"/>
                        </a:lnTo>
                        <a:lnTo>
                          <a:pt x="6170" y="7447"/>
                        </a:lnTo>
                        <a:lnTo>
                          <a:pt x="6196" y="7426"/>
                        </a:lnTo>
                        <a:lnTo>
                          <a:pt x="6220" y="7405"/>
                        </a:lnTo>
                        <a:lnTo>
                          <a:pt x="6245" y="7383"/>
                        </a:lnTo>
                        <a:lnTo>
                          <a:pt x="13421" y="190"/>
                        </a:lnTo>
                        <a:lnTo>
                          <a:pt x="13445" y="166"/>
                        </a:lnTo>
                        <a:lnTo>
                          <a:pt x="13470" y="145"/>
                        </a:lnTo>
                        <a:lnTo>
                          <a:pt x="13495" y="125"/>
                        </a:lnTo>
                        <a:lnTo>
                          <a:pt x="13521" y="107"/>
                        </a:lnTo>
                        <a:lnTo>
                          <a:pt x="13549" y="90"/>
                        </a:lnTo>
                        <a:lnTo>
                          <a:pt x="13577" y="75"/>
                        </a:lnTo>
                        <a:lnTo>
                          <a:pt x="13605" y="60"/>
                        </a:lnTo>
                        <a:lnTo>
                          <a:pt x="13634" y="47"/>
                        </a:lnTo>
                        <a:lnTo>
                          <a:pt x="13663" y="36"/>
                        </a:lnTo>
                        <a:lnTo>
                          <a:pt x="13693" y="27"/>
                        </a:lnTo>
                        <a:lnTo>
                          <a:pt x="13723" y="19"/>
                        </a:lnTo>
                        <a:lnTo>
                          <a:pt x="13753" y="12"/>
                        </a:lnTo>
                        <a:lnTo>
                          <a:pt x="13784" y="7"/>
                        </a:lnTo>
                        <a:lnTo>
                          <a:pt x="13815" y="3"/>
                        </a:lnTo>
                        <a:lnTo>
                          <a:pt x="13846" y="1"/>
                        </a:lnTo>
                        <a:lnTo>
                          <a:pt x="13877" y="0"/>
                        </a:lnTo>
                        <a:lnTo>
                          <a:pt x="13908" y="1"/>
                        </a:lnTo>
                        <a:lnTo>
                          <a:pt x="13939" y="3"/>
                        </a:lnTo>
                        <a:lnTo>
                          <a:pt x="13970" y="6"/>
                        </a:lnTo>
                        <a:lnTo>
                          <a:pt x="14000" y="11"/>
                        </a:lnTo>
                        <a:lnTo>
                          <a:pt x="14031" y="18"/>
                        </a:lnTo>
                        <a:lnTo>
                          <a:pt x="14062" y="26"/>
                        </a:lnTo>
                        <a:lnTo>
                          <a:pt x="14091" y="35"/>
                        </a:lnTo>
                        <a:lnTo>
                          <a:pt x="14120" y="46"/>
                        </a:lnTo>
                        <a:lnTo>
                          <a:pt x="14149" y="58"/>
                        </a:lnTo>
                        <a:lnTo>
                          <a:pt x="14178" y="73"/>
                        </a:lnTo>
                        <a:lnTo>
                          <a:pt x="14206" y="88"/>
                        </a:lnTo>
                        <a:lnTo>
                          <a:pt x="14233" y="105"/>
                        </a:lnTo>
                        <a:lnTo>
                          <a:pt x="14259" y="123"/>
                        </a:lnTo>
                        <a:lnTo>
                          <a:pt x="14285" y="143"/>
                        </a:lnTo>
                        <a:lnTo>
                          <a:pt x="14310" y="164"/>
                        </a:lnTo>
                        <a:lnTo>
                          <a:pt x="14334" y="186"/>
                        </a:lnTo>
                        <a:lnTo>
                          <a:pt x="15938" y="1780"/>
                        </a:lnTo>
                        <a:lnTo>
                          <a:pt x="15962" y="1804"/>
                        </a:lnTo>
                        <a:lnTo>
                          <a:pt x="15983" y="1829"/>
                        </a:lnTo>
                        <a:lnTo>
                          <a:pt x="16003" y="1855"/>
                        </a:lnTo>
                        <a:lnTo>
                          <a:pt x="16021" y="1881"/>
                        </a:lnTo>
                        <a:lnTo>
                          <a:pt x="16038" y="1908"/>
                        </a:lnTo>
                        <a:lnTo>
                          <a:pt x="16053" y="1935"/>
                        </a:lnTo>
                        <a:lnTo>
                          <a:pt x="16068" y="1964"/>
                        </a:lnTo>
                        <a:lnTo>
                          <a:pt x="16081" y="1993"/>
                        </a:lnTo>
                        <a:lnTo>
                          <a:pt x="16092" y="2022"/>
                        </a:lnTo>
                        <a:lnTo>
                          <a:pt x="16101" y="2051"/>
                        </a:lnTo>
                        <a:lnTo>
                          <a:pt x="16109" y="2082"/>
                        </a:lnTo>
                        <a:lnTo>
                          <a:pt x="16116" y="2112"/>
                        </a:lnTo>
                        <a:lnTo>
                          <a:pt x="16121" y="2143"/>
                        </a:lnTo>
                        <a:lnTo>
                          <a:pt x="16125" y="2173"/>
                        </a:lnTo>
                        <a:lnTo>
                          <a:pt x="16127" y="2205"/>
                        </a:lnTo>
                        <a:lnTo>
                          <a:pt x="16128" y="2236"/>
                        </a:lnTo>
                        <a:lnTo>
                          <a:pt x="16127" y="2266"/>
                        </a:lnTo>
                        <a:lnTo>
                          <a:pt x="16125" y="2297"/>
                        </a:lnTo>
                        <a:lnTo>
                          <a:pt x="16122" y="2328"/>
                        </a:lnTo>
                        <a:lnTo>
                          <a:pt x="16117" y="2359"/>
                        </a:lnTo>
                        <a:lnTo>
                          <a:pt x="16110" y="2389"/>
                        </a:lnTo>
                        <a:lnTo>
                          <a:pt x="16102" y="2419"/>
                        </a:lnTo>
                        <a:lnTo>
                          <a:pt x="16093" y="2449"/>
                        </a:lnTo>
                        <a:lnTo>
                          <a:pt x="16082" y="2478"/>
                        </a:lnTo>
                        <a:lnTo>
                          <a:pt x="16069" y="2507"/>
                        </a:lnTo>
                        <a:lnTo>
                          <a:pt x="16055" y="2535"/>
                        </a:lnTo>
                        <a:lnTo>
                          <a:pt x="16039" y="2564"/>
                        </a:lnTo>
                        <a:lnTo>
                          <a:pt x="16023" y="2591"/>
                        </a:lnTo>
                        <a:lnTo>
                          <a:pt x="16004" y="2617"/>
                        </a:lnTo>
                        <a:lnTo>
                          <a:pt x="15985" y="2642"/>
                        </a:lnTo>
                        <a:lnTo>
                          <a:pt x="15964" y="2667"/>
                        </a:lnTo>
                        <a:lnTo>
                          <a:pt x="15941" y="2692"/>
                        </a:lnTo>
                        <a:lnTo>
                          <a:pt x="7238" y="11415"/>
                        </a:lnTo>
                        <a:lnTo>
                          <a:pt x="7214" y="11439"/>
                        </a:lnTo>
                        <a:lnTo>
                          <a:pt x="7188" y="11462"/>
                        </a:lnTo>
                        <a:lnTo>
                          <a:pt x="7162" y="11485"/>
                        </a:lnTo>
                        <a:lnTo>
                          <a:pt x="7134" y="11507"/>
                        </a:lnTo>
                        <a:lnTo>
                          <a:pt x="7104" y="11529"/>
                        </a:lnTo>
                        <a:lnTo>
                          <a:pt x="7074" y="11550"/>
                        </a:lnTo>
                        <a:lnTo>
                          <a:pt x="7043" y="11572"/>
                        </a:lnTo>
                        <a:lnTo>
                          <a:pt x="7011" y="11593"/>
                        </a:lnTo>
                        <a:lnTo>
                          <a:pt x="6977" y="11613"/>
                        </a:lnTo>
                        <a:lnTo>
                          <a:pt x="6943" y="11632"/>
                        </a:lnTo>
                        <a:lnTo>
                          <a:pt x="6909" y="11651"/>
                        </a:lnTo>
                        <a:lnTo>
                          <a:pt x="6874" y="11670"/>
                        </a:lnTo>
                        <a:lnTo>
                          <a:pt x="6837" y="11688"/>
                        </a:lnTo>
                        <a:lnTo>
                          <a:pt x="6801" y="11706"/>
                        </a:lnTo>
                        <a:lnTo>
                          <a:pt x="6765" y="11722"/>
                        </a:lnTo>
                        <a:lnTo>
                          <a:pt x="6727" y="11738"/>
                        </a:lnTo>
                        <a:lnTo>
                          <a:pt x="6689" y="11753"/>
                        </a:lnTo>
                        <a:lnTo>
                          <a:pt x="6652" y="11767"/>
                        </a:lnTo>
                        <a:lnTo>
                          <a:pt x="6613" y="11781"/>
                        </a:lnTo>
                        <a:lnTo>
                          <a:pt x="6576" y="11793"/>
                        </a:lnTo>
                        <a:lnTo>
                          <a:pt x="6538" y="11805"/>
                        </a:lnTo>
                        <a:lnTo>
                          <a:pt x="6500" y="11817"/>
                        </a:lnTo>
                        <a:lnTo>
                          <a:pt x="6461" y="11827"/>
                        </a:lnTo>
                        <a:lnTo>
                          <a:pt x="6424" y="11836"/>
                        </a:lnTo>
                        <a:lnTo>
                          <a:pt x="6387" y="11844"/>
                        </a:lnTo>
                        <a:lnTo>
                          <a:pt x="6349" y="11852"/>
                        </a:lnTo>
                        <a:lnTo>
                          <a:pt x="6313" y="11858"/>
                        </a:lnTo>
                        <a:lnTo>
                          <a:pt x="6277" y="11863"/>
                        </a:lnTo>
                        <a:lnTo>
                          <a:pt x="6241" y="11867"/>
                        </a:lnTo>
                        <a:lnTo>
                          <a:pt x="6205" y="11870"/>
                        </a:lnTo>
                        <a:lnTo>
                          <a:pt x="6171" y="11871"/>
                        </a:lnTo>
                        <a:lnTo>
                          <a:pt x="6138" y="11872"/>
                        </a:lnTo>
                        <a:lnTo>
                          <a:pt x="5386" y="11872"/>
                        </a:lnTo>
                        <a:lnTo>
                          <a:pt x="5352" y="11871"/>
                        </a:lnTo>
                        <a:lnTo>
                          <a:pt x="5318" y="11870"/>
                        </a:lnTo>
                        <a:lnTo>
                          <a:pt x="5283" y="11867"/>
                        </a:lnTo>
                        <a:lnTo>
                          <a:pt x="5247" y="11863"/>
                        </a:lnTo>
                        <a:lnTo>
                          <a:pt x="5210" y="11858"/>
                        </a:lnTo>
                        <a:lnTo>
                          <a:pt x="5174" y="11851"/>
                        </a:lnTo>
                        <a:lnTo>
                          <a:pt x="5137" y="11844"/>
                        </a:lnTo>
                        <a:lnTo>
                          <a:pt x="5099" y="11836"/>
                        </a:lnTo>
                        <a:lnTo>
                          <a:pt x="5062" y="11827"/>
                        </a:lnTo>
                        <a:lnTo>
                          <a:pt x="5024" y="11817"/>
                        </a:lnTo>
                        <a:lnTo>
                          <a:pt x="4986" y="11805"/>
                        </a:lnTo>
                        <a:lnTo>
                          <a:pt x="4948" y="11793"/>
                        </a:lnTo>
                        <a:lnTo>
                          <a:pt x="4910" y="11780"/>
                        </a:lnTo>
                        <a:lnTo>
                          <a:pt x="4872" y="11767"/>
                        </a:lnTo>
                        <a:lnTo>
                          <a:pt x="4834" y="11753"/>
                        </a:lnTo>
                        <a:lnTo>
                          <a:pt x="4796" y="11738"/>
                        </a:lnTo>
                        <a:lnTo>
                          <a:pt x="4760" y="11722"/>
                        </a:lnTo>
                        <a:lnTo>
                          <a:pt x="4722" y="11705"/>
                        </a:lnTo>
                        <a:lnTo>
                          <a:pt x="4686" y="11688"/>
                        </a:lnTo>
                        <a:lnTo>
                          <a:pt x="4650" y="11669"/>
                        </a:lnTo>
                        <a:lnTo>
                          <a:pt x="4615" y="11651"/>
                        </a:lnTo>
                        <a:lnTo>
                          <a:pt x="4580" y="11632"/>
                        </a:lnTo>
                        <a:lnTo>
                          <a:pt x="4546" y="11612"/>
                        </a:lnTo>
                        <a:lnTo>
                          <a:pt x="4513" y="11592"/>
                        </a:lnTo>
                        <a:lnTo>
                          <a:pt x="4481" y="11572"/>
                        </a:lnTo>
                        <a:lnTo>
                          <a:pt x="4449" y="11550"/>
                        </a:lnTo>
                        <a:lnTo>
                          <a:pt x="4419" y="11528"/>
                        </a:lnTo>
                        <a:lnTo>
                          <a:pt x="4390" y="11506"/>
                        </a:lnTo>
                        <a:lnTo>
                          <a:pt x="4363" y="11484"/>
                        </a:lnTo>
                        <a:lnTo>
                          <a:pt x="4335" y="11462"/>
                        </a:lnTo>
                        <a:lnTo>
                          <a:pt x="4310" y="11439"/>
                        </a:lnTo>
                        <a:lnTo>
                          <a:pt x="4286" y="11414"/>
                        </a:lnTo>
                        <a:lnTo>
                          <a:pt x="187" y="72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050"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endParaRPr>
                  </a:p>
                </p:txBody>
              </p:sp>
              <p:sp>
                <p:nvSpPr>
                  <p:cNvPr id="22" name="TextBox 21">
                    <a:extLst>
                      <a:ext uri="{FF2B5EF4-FFF2-40B4-BE49-F238E27FC236}">
                        <a16:creationId xmlns:a16="http://schemas.microsoft.com/office/drawing/2014/main" id="{00AF9443-7D5E-420F-880B-325DF70CCAA7}"/>
                      </a:ext>
                    </a:extLst>
                  </p:cNvPr>
                  <p:cNvSpPr txBox="1"/>
                  <p:nvPr/>
                </p:nvSpPr>
                <p:spPr>
                  <a:xfrm>
                    <a:off x="1658141" y="4621169"/>
                    <a:ext cx="2430321" cy="27700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chemeClr val="bg1"/>
                        </a:solidFill>
                        <a:latin typeface="Poppins Light" panose="02000000000000000000" pitchFamily="2" charset="0"/>
                        <a:ea typeface="Open Sans" panose="020B0606030504020204" pitchFamily="34" charset="0"/>
                        <a:cs typeface="Poppins Light" panose="02000000000000000000" pitchFamily="2" charset="0"/>
                      </a:rPr>
                      <a:t>FREE Demo</a:t>
                    </a:r>
                  </a:p>
                </p:txBody>
              </p:sp>
            </p:grpSp>
            <p:grpSp>
              <p:nvGrpSpPr>
                <p:cNvPr id="23" name="Group 22">
                  <a:extLst>
                    <a:ext uri="{FF2B5EF4-FFF2-40B4-BE49-F238E27FC236}">
                      <a16:creationId xmlns:a16="http://schemas.microsoft.com/office/drawing/2014/main" id="{E853BC57-0952-40ED-8558-A39B4F66CCA5}"/>
                    </a:ext>
                  </a:extLst>
                </p:cNvPr>
                <p:cNvGrpSpPr/>
                <p:nvPr/>
              </p:nvGrpSpPr>
              <p:grpSpPr>
                <a:xfrm>
                  <a:off x="7598002" y="3264079"/>
                  <a:ext cx="2336370" cy="282318"/>
                  <a:chOff x="1366574" y="4990304"/>
                  <a:chExt cx="2336370" cy="282318"/>
                </a:xfrm>
              </p:grpSpPr>
              <p:sp>
                <p:nvSpPr>
                  <p:cNvPr id="24" name="Freeform 229">
                    <a:extLst>
                      <a:ext uri="{FF2B5EF4-FFF2-40B4-BE49-F238E27FC236}">
                        <a16:creationId xmlns:a16="http://schemas.microsoft.com/office/drawing/2014/main" id="{98B97FCF-6BA1-4552-8D0F-327F00146F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6574" y="5061446"/>
                    <a:ext cx="225130" cy="154676"/>
                  </a:xfrm>
                  <a:custGeom>
                    <a:avLst/>
                    <a:gdLst>
                      <a:gd name="T0" fmla="*/ 124 w 16128"/>
                      <a:gd name="T1" fmla="*/ 7223 h 11872"/>
                      <a:gd name="T2" fmla="*/ 59 w 16128"/>
                      <a:gd name="T3" fmla="*/ 7113 h 11872"/>
                      <a:gd name="T4" fmla="*/ 18 w 16128"/>
                      <a:gd name="T5" fmla="*/ 6994 h 11872"/>
                      <a:gd name="T6" fmla="*/ 1 w 16128"/>
                      <a:gd name="T7" fmla="*/ 6871 h 11872"/>
                      <a:gd name="T8" fmla="*/ 7 w 16128"/>
                      <a:gd name="T9" fmla="*/ 6747 h 11872"/>
                      <a:gd name="T10" fmla="*/ 36 w 16128"/>
                      <a:gd name="T11" fmla="*/ 6626 h 11872"/>
                      <a:gd name="T12" fmla="*/ 90 w 16128"/>
                      <a:gd name="T13" fmla="*/ 6512 h 11872"/>
                      <a:gd name="T14" fmla="*/ 165 w 16128"/>
                      <a:gd name="T15" fmla="*/ 6408 h 11872"/>
                      <a:gd name="T16" fmla="*/ 1850 w 16128"/>
                      <a:gd name="T17" fmla="*/ 4727 h 11872"/>
                      <a:gd name="T18" fmla="*/ 1957 w 16128"/>
                      <a:gd name="T19" fmla="*/ 4656 h 11872"/>
                      <a:gd name="T20" fmla="*/ 2073 w 16128"/>
                      <a:gd name="T21" fmla="*/ 4609 h 11872"/>
                      <a:gd name="T22" fmla="*/ 2195 w 16128"/>
                      <a:gd name="T23" fmla="*/ 4586 h 11872"/>
                      <a:gd name="T24" fmla="*/ 2319 w 16128"/>
                      <a:gd name="T25" fmla="*/ 4586 h 11872"/>
                      <a:gd name="T26" fmla="*/ 2441 w 16128"/>
                      <a:gd name="T27" fmla="*/ 4609 h 11872"/>
                      <a:gd name="T28" fmla="*/ 2558 w 16128"/>
                      <a:gd name="T29" fmla="*/ 4656 h 11872"/>
                      <a:gd name="T30" fmla="*/ 2665 w 16128"/>
                      <a:gd name="T31" fmla="*/ 4727 h 11872"/>
                      <a:gd name="T32" fmla="*/ 5357 w 16128"/>
                      <a:gd name="T33" fmla="*/ 7406 h 11872"/>
                      <a:gd name="T34" fmla="*/ 5460 w 16128"/>
                      <a:gd name="T35" fmla="*/ 7483 h 11872"/>
                      <a:gd name="T36" fmla="*/ 5575 w 16128"/>
                      <a:gd name="T37" fmla="*/ 7535 h 11872"/>
                      <a:gd name="T38" fmla="*/ 5696 w 16128"/>
                      <a:gd name="T39" fmla="*/ 7565 h 11872"/>
                      <a:gd name="T40" fmla="*/ 5819 w 16128"/>
                      <a:gd name="T41" fmla="*/ 7571 h 11872"/>
                      <a:gd name="T42" fmla="*/ 5942 w 16128"/>
                      <a:gd name="T43" fmla="*/ 7552 h 11872"/>
                      <a:gd name="T44" fmla="*/ 6060 w 16128"/>
                      <a:gd name="T45" fmla="*/ 7512 h 11872"/>
                      <a:gd name="T46" fmla="*/ 6170 w 16128"/>
                      <a:gd name="T47" fmla="*/ 7447 h 11872"/>
                      <a:gd name="T48" fmla="*/ 13421 w 16128"/>
                      <a:gd name="T49" fmla="*/ 190 h 11872"/>
                      <a:gd name="T50" fmla="*/ 13521 w 16128"/>
                      <a:gd name="T51" fmla="*/ 107 h 11872"/>
                      <a:gd name="T52" fmla="*/ 13634 w 16128"/>
                      <a:gd name="T53" fmla="*/ 47 h 11872"/>
                      <a:gd name="T54" fmla="*/ 13753 w 16128"/>
                      <a:gd name="T55" fmla="*/ 12 h 11872"/>
                      <a:gd name="T56" fmla="*/ 13877 w 16128"/>
                      <a:gd name="T57" fmla="*/ 0 h 11872"/>
                      <a:gd name="T58" fmla="*/ 14000 w 16128"/>
                      <a:gd name="T59" fmla="*/ 11 h 11872"/>
                      <a:gd name="T60" fmla="*/ 14120 w 16128"/>
                      <a:gd name="T61" fmla="*/ 46 h 11872"/>
                      <a:gd name="T62" fmla="*/ 14233 w 16128"/>
                      <a:gd name="T63" fmla="*/ 105 h 11872"/>
                      <a:gd name="T64" fmla="*/ 14334 w 16128"/>
                      <a:gd name="T65" fmla="*/ 186 h 11872"/>
                      <a:gd name="T66" fmla="*/ 16003 w 16128"/>
                      <a:gd name="T67" fmla="*/ 1855 h 11872"/>
                      <a:gd name="T68" fmla="*/ 16068 w 16128"/>
                      <a:gd name="T69" fmla="*/ 1964 h 11872"/>
                      <a:gd name="T70" fmla="*/ 16109 w 16128"/>
                      <a:gd name="T71" fmla="*/ 2082 h 11872"/>
                      <a:gd name="T72" fmla="*/ 16127 w 16128"/>
                      <a:gd name="T73" fmla="*/ 2205 h 11872"/>
                      <a:gd name="T74" fmla="*/ 16122 w 16128"/>
                      <a:gd name="T75" fmla="*/ 2328 h 11872"/>
                      <a:gd name="T76" fmla="*/ 16093 w 16128"/>
                      <a:gd name="T77" fmla="*/ 2449 h 11872"/>
                      <a:gd name="T78" fmla="*/ 16039 w 16128"/>
                      <a:gd name="T79" fmla="*/ 2564 h 11872"/>
                      <a:gd name="T80" fmla="*/ 15964 w 16128"/>
                      <a:gd name="T81" fmla="*/ 2667 h 11872"/>
                      <a:gd name="T82" fmla="*/ 7188 w 16128"/>
                      <a:gd name="T83" fmla="*/ 11462 h 11872"/>
                      <a:gd name="T84" fmla="*/ 7074 w 16128"/>
                      <a:gd name="T85" fmla="*/ 11550 h 11872"/>
                      <a:gd name="T86" fmla="*/ 6943 w 16128"/>
                      <a:gd name="T87" fmla="*/ 11632 h 11872"/>
                      <a:gd name="T88" fmla="*/ 6801 w 16128"/>
                      <a:gd name="T89" fmla="*/ 11706 h 11872"/>
                      <a:gd name="T90" fmla="*/ 6652 w 16128"/>
                      <a:gd name="T91" fmla="*/ 11767 h 11872"/>
                      <a:gd name="T92" fmla="*/ 6500 w 16128"/>
                      <a:gd name="T93" fmla="*/ 11817 h 11872"/>
                      <a:gd name="T94" fmla="*/ 6349 w 16128"/>
                      <a:gd name="T95" fmla="*/ 11852 h 11872"/>
                      <a:gd name="T96" fmla="*/ 6205 w 16128"/>
                      <a:gd name="T97" fmla="*/ 11870 h 11872"/>
                      <a:gd name="T98" fmla="*/ 5352 w 16128"/>
                      <a:gd name="T99" fmla="*/ 11871 h 11872"/>
                      <a:gd name="T100" fmla="*/ 5210 w 16128"/>
                      <a:gd name="T101" fmla="*/ 11858 h 11872"/>
                      <a:gd name="T102" fmla="*/ 5062 w 16128"/>
                      <a:gd name="T103" fmla="*/ 11827 h 11872"/>
                      <a:gd name="T104" fmla="*/ 4910 w 16128"/>
                      <a:gd name="T105" fmla="*/ 11780 h 11872"/>
                      <a:gd name="T106" fmla="*/ 4760 w 16128"/>
                      <a:gd name="T107" fmla="*/ 11722 h 11872"/>
                      <a:gd name="T108" fmla="*/ 4615 w 16128"/>
                      <a:gd name="T109" fmla="*/ 11651 h 11872"/>
                      <a:gd name="T110" fmla="*/ 4481 w 16128"/>
                      <a:gd name="T111" fmla="*/ 11572 h 11872"/>
                      <a:gd name="T112" fmla="*/ 4363 w 16128"/>
                      <a:gd name="T113" fmla="*/ 11484 h 11872"/>
                      <a:gd name="T114" fmla="*/ 187 w 16128"/>
                      <a:gd name="T115" fmla="*/ 7297 h 118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6128" h="11872">
                        <a:moveTo>
                          <a:pt x="187" y="7297"/>
                        </a:moveTo>
                        <a:lnTo>
                          <a:pt x="164" y="7273"/>
                        </a:lnTo>
                        <a:lnTo>
                          <a:pt x="143" y="7248"/>
                        </a:lnTo>
                        <a:lnTo>
                          <a:pt x="124" y="7223"/>
                        </a:lnTo>
                        <a:lnTo>
                          <a:pt x="106" y="7196"/>
                        </a:lnTo>
                        <a:lnTo>
                          <a:pt x="89" y="7168"/>
                        </a:lnTo>
                        <a:lnTo>
                          <a:pt x="74" y="7141"/>
                        </a:lnTo>
                        <a:lnTo>
                          <a:pt x="59" y="7113"/>
                        </a:lnTo>
                        <a:lnTo>
                          <a:pt x="46" y="7084"/>
                        </a:lnTo>
                        <a:lnTo>
                          <a:pt x="35" y="7054"/>
                        </a:lnTo>
                        <a:lnTo>
                          <a:pt x="26" y="7024"/>
                        </a:lnTo>
                        <a:lnTo>
                          <a:pt x="18" y="6994"/>
                        </a:lnTo>
                        <a:lnTo>
                          <a:pt x="12" y="6964"/>
                        </a:lnTo>
                        <a:lnTo>
                          <a:pt x="6" y="6933"/>
                        </a:lnTo>
                        <a:lnTo>
                          <a:pt x="3" y="6902"/>
                        </a:lnTo>
                        <a:lnTo>
                          <a:pt x="1" y="6871"/>
                        </a:lnTo>
                        <a:lnTo>
                          <a:pt x="0" y="6841"/>
                        </a:lnTo>
                        <a:lnTo>
                          <a:pt x="1" y="6809"/>
                        </a:lnTo>
                        <a:lnTo>
                          <a:pt x="3" y="6778"/>
                        </a:lnTo>
                        <a:lnTo>
                          <a:pt x="7" y="6747"/>
                        </a:lnTo>
                        <a:lnTo>
                          <a:pt x="12" y="6717"/>
                        </a:lnTo>
                        <a:lnTo>
                          <a:pt x="18" y="6687"/>
                        </a:lnTo>
                        <a:lnTo>
                          <a:pt x="26" y="6656"/>
                        </a:lnTo>
                        <a:lnTo>
                          <a:pt x="36" y="6626"/>
                        </a:lnTo>
                        <a:lnTo>
                          <a:pt x="47" y="6597"/>
                        </a:lnTo>
                        <a:lnTo>
                          <a:pt x="59" y="6569"/>
                        </a:lnTo>
                        <a:lnTo>
                          <a:pt x="74" y="6539"/>
                        </a:lnTo>
                        <a:lnTo>
                          <a:pt x="90" y="6512"/>
                        </a:lnTo>
                        <a:lnTo>
                          <a:pt x="106" y="6485"/>
                        </a:lnTo>
                        <a:lnTo>
                          <a:pt x="125" y="6459"/>
                        </a:lnTo>
                        <a:lnTo>
                          <a:pt x="144" y="6432"/>
                        </a:lnTo>
                        <a:lnTo>
                          <a:pt x="165" y="6408"/>
                        </a:lnTo>
                        <a:lnTo>
                          <a:pt x="188" y="6384"/>
                        </a:lnTo>
                        <a:lnTo>
                          <a:pt x="1801" y="4771"/>
                        </a:lnTo>
                        <a:lnTo>
                          <a:pt x="1824" y="4748"/>
                        </a:lnTo>
                        <a:lnTo>
                          <a:pt x="1850" y="4727"/>
                        </a:lnTo>
                        <a:lnTo>
                          <a:pt x="1876" y="4707"/>
                        </a:lnTo>
                        <a:lnTo>
                          <a:pt x="1902" y="4689"/>
                        </a:lnTo>
                        <a:lnTo>
                          <a:pt x="1929" y="4671"/>
                        </a:lnTo>
                        <a:lnTo>
                          <a:pt x="1957" y="4656"/>
                        </a:lnTo>
                        <a:lnTo>
                          <a:pt x="1985" y="4642"/>
                        </a:lnTo>
                        <a:lnTo>
                          <a:pt x="2014" y="4630"/>
                        </a:lnTo>
                        <a:lnTo>
                          <a:pt x="2043" y="4619"/>
                        </a:lnTo>
                        <a:lnTo>
                          <a:pt x="2073" y="4609"/>
                        </a:lnTo>
                        <a:lnTo>
                          <a:pt x="2104" y="4601"/>
                        </a:lnTo>
                        <a:lnTo>
                          <a:pt x="2134" y="4595"/>
                        </a:lnTo>
                        <a:lnTo>
                          <a:pt x="2164" y="4590"/>
                        </a:lnTo>
                        <a:lnTo>
                          <a:pt x="2195" y="4586"/>
                        </a:lnTo>
                        <a:lnTo>
                          <a:pt x="2227" y="4584"/>
                        </a:lnTo>
                        <a:lnTo>
                          <a:pt x="2257" y="4583"/>
                        </a:lnTo>
                        <a:lnTo>
                          <a:pt x="2288" y="4584"/>
                        </a:lnTo>
                        <a:lnTo>
                          <a:pt x="2319" y="4586"/>
                        </a:lnTo>
                        <a:lnTo>
                          <a:pt x="2350" y="4590"/>
                        </a:lnTo>
                        <a:lnTo>
                          <a:pt x="2381" y="4595"/>
                        </a:lnTo>
                        <a:lnTo>
                          <a:pt x="2411" y="4601"/>
                        </a:lnTo>
                        <a:lnTo>
                          <a:pt x="2441" y="4609"/>
                        </a:lnTo>
                        <a:lnTo>
                          <a:pt x="2472" y="4619"/>
                        </a:lnTo>
                        <a:lnTo>
                          <a:pt x="2501" y="4630"/>
                        </a:lnTo>
                        <a:lnTo>
                          <a:pt x="2529" y="4642"/>
                        </a:lnTo>
                        <a:lnTo>
                          <a:pt x="2558" y="4656"/>
                        </a:lnTo>
                        <a:lnTo>
                          <a:pt x="2586" y="4671"/>
                        </a:lnTo>
                        <a:lnTo>
                          <a:pt x="2613" y="4689"/>
                        </a:lnTo>
                        <a:lnTo>
                          <a:pt x="2639" y="4707"/>
                        </a:lnTo>
                        <a:lnTo>
                          <a:pt x="2665" y="4727"/>
                        </a:lnTo>
                        <a:lnTo>
                          <a:pt x="2689" y="4748"/>
                        </a:lnTo>
                        <a:lnTo>
                          <a:pt x="2714" y="4770"/>
                        </a:lnTo>
                        <a:lnTo>
                          <a:pt x="5332" y="7384"/>
                        </a:lnTo>
                        <a:lnTo>
                          <a:pt x="5357" y="7406"/>
                        </a:lnTo>
                        <a:lnTo>
                          <a:pt x="5382" y="7427"/>
                        </a:lnTo>
                        <a:lnTo>
                          <a:pt x="5407" y="7448"/>
                        </a:lnTo>
                        <a:lnTo>
                          <a:pt x="5433" y="7466"/>
                        </a:lnTo>
                        <a:lnTo>
                          <a:pt x="5460" y="7483"/>
                        </a:lnTo>
                        <a:lnTo>
                          <a:pt x="5489" y="7498"/>
                        </a:lnTo>
                        <a:lnTo>
                          <a:pt x="5517" y="7512"/>
                        </a:lnTo>
                        <a:lnTo>
                          <a:pt x="5546" y="7524"/>
                        </a:lnTo>
                        <a:lnTo>
                          <a:pt x="5575" y="7535"/>
                        </a:lnTo>
                        <a:lnTo>
                          <a:pt x="5604" y="7545"/>
                        </a:lnTo>
                        <a:lnTo>
                          <a:pt x="5635" y="7553"/>
                        </a:lnTo>
                        <a:lnTo>
                          <a:pt x="5665" y="7559"/>
                        </a:lnTo>
                        <a:lnTo>
                          <a:pt x="5696" y="7565"/>
                        </a:lnTo>
                        <a:lnTo>
                          <a:pt x="5726" y="7569"/>
                        </a:lnTo>
                        <a:lnTo>
                          <a:pt x="5758" y="7571"/>
                        </a:lnTo>
                        <a:lnTo>
                          <a:pt x="5789" y="7572"/>
                        </a:lnTo>
                        <a:lnTo>
                          <a:pt x="5819" y="7571"/>
                        </a:lnTo>
                        <a:lnTo>
                          <a:pt x="5850" y="7569"/>
                        </a:lnTo>
                        <a:lnTo>
                          <a:pt x="5882" y="7565"/>
                        </a:lnTo>
                        <a:lnTo>
                          <a:pt x="5912" y="7559"/>
                        </a:lnTo>
                        <a:lnTo>
                          <a:pt x="5942" y="7552"/>
                        </a:lnTo>
                        <a:lnTo>
                          <a:pt x="5972" y="7544"/>
                        </a:lnTo>
                        <a:lnTo>
                          <a:pt x="6003" y="7535"/>
                        </a:lnTo>
                        <a:lnTo>
                          <a:pt x="6032" y="7524"/>
                        </a:lnTo>
                        <a:lnTo>
                          <a:pt x="6060" y="7512"/>
                        </a:lnTo>
                        <a:lnTo>
                          <a:pt x="6089" y="7498"/>
                        </a:lnTo>
                        <a:lnTo>
                          <a:pt x="6117" y="7482"/>
                        </a:lnTo>
                        <a:lnTo>
                          <a:pt x="6144" y="7465"/>
                        </a:lnTo>
                        <a:lnTo>
                          <a:pt x="6170" y="7447"/>
                        </a:lnTo>
                        <a:lnTo>
                          <a:pt x="6196" y="7426"/>
                        </a:lnTo>
                        <a:lnTo>
                          <a:pt x="6220" y="7405"/>
                        </a:lnTo>
                        <a:lnTo>
                          <a:pt x="6245" y="7383"/>
                        </a:lnTo>
                        <a:lnTo>
                          <a:pt x="13421" y="190"/>
                        </a:lnTo>
                        <a:lnTo>
                          <a:pt x="13445" y="166"/>
                        </a:lnTo>
                        <a:lnTo>
                          <a:pt x="13470" y="145"/>
                        </a:lnTo>
                        <a:lnTo>
                          <a:pt x="13495" y="125"/>
                        </a:lnTo>
                        <a:lnTo>
                          <a:pt x="13521" y="107"/>
                        </a:lnTo>
                        <a:lnTo>
                          <a:pt x="13549" y="90"/>
                        </a:lnTo>
                        <a:lnTo>
                          <a:pt x="13577" y="75"/>
                        </a:lnTo>
                        <a:lnTo>
                          <a:pt x="13605" y="60"/>
                        </a:lnTo>
                        <a:lnTo>
                          <a:pt x="13634" y="47"/>
                        </a:lnTo>
                        <a:lnTo>
                          <a:pt x="13663" y="36"/>
                        </a:lnTo>
                        <a:lnTo>
                          <a:pt x="13693" y="27"/>
                        </a:lnTo>
                        <a:lnTo>
                          <a:pt x="13723" y="19"/>
                        </a:lnTo>
                        <a:lnTo>
                          <a:pt x="13753" y="12"/>
                        </a:lnTo>
                        <a:lnTo>
                          <a:pt x="13784" y="7"/>
                        </a:lnTo>
                        <a:lnTo>
                          <a:pt x="13815" y="3"/>
                        </a:lnTo>
                        <a:lnTo>
                          <a:pt x="13846" y="1"/>
                        </a:lnTo>
                        <a:lnTo>
                          <a:pt x="13877" y="0"/>
                        </a:lnTo>
                        <a:lnTo>
                          <a:pt x="13908" y="1"/>
                        </a:lnTo>
                        <a:lnTo>
                          <a:pt x="13939" y="3"/>
                        </a:lnTo>
                        <a:lnTo>
                          <a:pt x="13970" y="6"/>
                        </a:lnTo>
                        <a:lnTo>
                          <a:pt x="14000" y="11"/>
                        </a:lnTo>
                        <a:lnTo>
                          <a:pt x="14031" y="18"/>
                        </a:lnTo>
                        <a:lnTo>
                          <a:pt x="14062" y="26"/>
                        </a:lnTo>
                        <a:lnTo>
                          <a:pt x="14091" y="35"/>
                        </a:lnTo>
                        <a:lnTo>
                          <a:pt x="14120" y="46"/>
                        </a:lnTo>
                        <a:lnTo>
                          <a:pt x="14149" y="58"/>
                        </a:lnTo>
                        <a:lnTo>
                          <a:pt x="14178" y="73"/>
                        </a:lnTo>
                        <a:lnTo>
                          <a:pt x="14206" y="88"/>
                        </a:lnTo>
                        <a:lnTo>
                          <a:pt x="14233" y="105"/>
                        </a:lnTo>
                        <a:lnTo>
                          <a:pt x="14259" y="123"/>
                        </a:lnTo>
                        <a:lnTo>
                          <a:pt x="14285" y="143"/>
                        </a:lnTo>
                        <a:lnTo>
                          <a:pt x="14310" y="164"/>
                        </a:lnTo>
                        <a:lnTo>
                          <a:pt x="14334" y="186"/>
                        </a:lnTo>
                        <a:lnTo>
                          <a:pt x="15938" y="1780"/>
                        </a:lnTo>
                        <a:lnTo>
                          <a:pt x="15962" y="1804"/>
                        </a:lnTo>
                        <a:lnTo>
                          <a:pt x="15983" y="1829"/>
                        </a:lnTo>
                        <a:lnTo>
                          <a:pt x="16003" y="1855"/>
                        </a:lnTo>
                        <a:lnTo>
                          <a:pt x="16021" y="1881"/>
                        </a:lnTo>
                        <a:lnTo>
                          <a:pt x="16038" y="1908"/>
                        </a:lnTo>
                        <a:lnTo>
                          <a:pt x="16053" y="1935"/>
                        </a:lnTo>
                        <a:lnTo>
                          <a:pt x="16068" y="1964"/>
                        </a:lnTo>
                        <a:lnTo>
                          <a:pt x="16081" y="1993"/>
                        </a:lnTo>
                        <a:lnTo>
                          <a:pt x="16092" y="2022"/>
                        </a:lnTo>
                        <a:lnTo>
                          <a:pt x="16101" y="2051"/>
                        </a:lnTo>
                        <a:lnTo>
                          <a:pt x="16109" y="2082"/>
                        </a:lnTo>
                        <a:lnTo>
                          <a:pt x="16116" y="2112"/>
                        </a:lnTo>
                        <a:lnTo>
                          <a:pt x="16121" y="2143"/>
                        </a:lnTo>
                        <a:lnTo>
                          <a:pt x="16125" y="2173"/>
                        </a:lnTo>
                        <a:lnTo>
                          <a:pt x="16127" y="2205"/>
                        </a:lnTo>
                        <a:lnTo>
                          <a:pt x="16128" y="2236"/>
                        </a:lnTo>
                        <a:lnTo>
                          <a:pt x="16127" y="2266"/>
                        </a:lnTo>
                        <a:lnTo>
                          <a:pt x="16125" y="2297"/>
                        </a:lnTo>
                        <a:lnTo>
                          <a:pt x="16122" y="2328"/>
                        </a:lnTo>
                        <a:lnTo>
                          <a:pt x="16117" y="2359"/>
                        </a:lnTo>
                        <a:lnTo>
                          <a:pt x="16110" y="2389"/>
                        </a:lnTo>
                        <a:lnTo>
                          <a:pt x="16102" y="2419"/>
                        </a:lnTo>
                        <a:lnTo>
                          <a:pt x="16093" y="2449"/>
                        </a:lnTo>
                        <a:lnTo>
                          <a:pt x="16082" y="2478"/>
                        </a:lnTo>
                        <a:lnTo>
                          <a:pt x="16069" y="2507"/>
                        </a:lnTo>
                        <a:lnTo>
                          <a:pt x="16055" y="2535"/>
                        </a:lnTo>
                        <a:lnTo>
                          <a:pt x="16039" y="2564"/>
                        </a:lnTo>
                        <a:lnTo>
                          <a:pt x="16023" y="2591"/>
                        </a:lnTo>
                        <a:lnTo>
                          <a:pt x="16004" y="2617"/>
                        </a:lnTo>
                        <a:lnTo>
                          <a:pt x="15985" y="2642"/>
                        </a:lnTo>
                        <a:lnTo>
                          <a:pt x="15964" y="2667"/>
                        </a:lnTo>
                        <a:lnTo>
                          <a:pt x="15941" y="2692"/>
                        </a:lnTo>
                        <a:lnTo>
                          <a:pt x="7238" y="11415"/>
                        </a:lnTo>
                        <a:lnTo>
                          <a:pt x="7214" y="11439"/>
                        </a:lnTo>
                        <a:lnTo>
                          <a:pt x="7188" y="11462"/>
                        </a:lnTo>
                        <a:lnTo>
                          <a:pt x="7162" y="11485"/>
                        </a:lnTo>
                        <a:lnTo>
                          <a:pt x="7134" y="11507"/>
                        </a:lnTo>
                        <a:lnTo>
                          <a:pt x="7104" y="11529"/>
                        </a:lnTo>
                        <a:lnTo>
                          <a:pt x="7074" y="11550"/>
                        </a:lnTo>
                        <a:lnTo>
                          <a:pt x="7043" y="11572"/>
                        </a:lnTo>
                        <a:lnTo>
                          <a:pt x="7011" y="11593"/>
                        </a:lnTo>
                        <a:lnTo>
                          <a:pt x="6977" y="11613"/>
                        </a:lnTo>
                        <a:lnTo>
                          <a:pt x="6943" y="11632"/>
                        </a:lnTo>
                        <a:lnTo>
                          <a:pt x="6909" y="11651"/>
                        </a:lnTo>
                        <a:lnTo>
                          <a:pt x="6874" y="11670"/>
                        </a:lnTo>
                        <a:lnTo>
                          <a:pt x="6837" y="11688"/>
                        </a:lnTo>
                        <a:lnTo>
                          <a:pt x="6801" y="11706"/>
                        </a:lnTo>
                        <a:lnTo>
                          <a:pt x="6765" y="11722"/>
                        </a:lnTo>
                        <a:lnTo>
                          <a:pt x="6727" y="11738"/>
                        </a:lnTo>
                        <a:lnTo>
                          <a:pt x="6689" y="11753"/>
                        </a:lnTo>
                        <a:lnTo>
                          <a:pt x="6652" y="11767"/>
                        </a:lnTo>
                        <a:lnTo>
                          <a:pt x="6613" y="11781"/>
                        </a:lnTo>
                        <a:lnTo>
                          <a:pt x="6576" y="11793"/>
                        </a:lnTo>
                        <a:lnTo>
                          <a:pt x="6538" y="11805"/>
                        </a:lnTo>
                        <a:lnTo>
                          <a:pt x="6500" y="11817"/>
                        </a:lnTo>
                        <a:lnTo>
                          <a:pt x="6461" y="11827"/>
                        </a:lnTo>
                        <a:lnTo>
                          <a:pt x="6424" y="11836"/>
                        </a:lnTo>
                        <a:lnTo>
                          <a:pt x="6387" y="11844"/>
                        </a:lnTo>
                        <a:lnTo>
                          <a:pt x="6349" y="11852"/>
                        </a:lnTo>
                        <a:lnTo>
                          <a:pt x="6313" y="11858"/>
                        </a:lnTo>
                        <a:lnTo>
                          <a:pt x="6277" y="11863"/>
                        </a:lnTo>
                        <a:lnTo>
                          <a:pt x="6241" y="11867"/>
                        </a:lnTo>
                        <a:lnTo>
                          <a:pt x="6205" y="11870"/>
                        </a:lnTo>
                        <a:lnTo>
                          <a:pt x="6171" y="11871"/>
                        </a:lnTo>
                        <a:lnTo>
                          <a:pt x="6138" y="11872"/>
                        </a:lnTo>
                        <a:lnTo>
                          <a:pt x="5386" y="11872"/>
                        </a:lnTo>
                        <a:lnTo>
                          <a:pt x="5352" y="11871"/>
                        </a:lnTo>
                        <a:lnTo>
                          <a:pt x="5318" y="11870"/>
                        </a:lnTo>
                        <a:lnTo>
                          <a:pt x="5283" y="11867"/>
                        </a:lnTo>
                        <a:lnTo>
                          <a:pt x="5247" y="11863"/>
                        </a:lnTo>
                        <a:lnTo>
                          <a:pt x="5210" y="11858"/>
                        </a:lnTo>
                        <a:lnTo>
                          <a:pt x="5174" y="11851"/>
                        </a:lnTo>
                        <a:lnTo>
                          <a:pt x="5137" y="11844"/>
                        </a:lnTo>
                        <a:lnTo>
                          <a:pt x="5099" y="11836"/>
                        </a:lnTo>
                        <a:lnTo>
                          <a:pt x="5062" y="11827"/>
                        </a:lnTo>
                        <a:lnTo>
                          <a:pt x="5024" y="11817"/>
                        </a:lnTo>
                        <a:lnTo>
                          <a:pt x="4986" y="11805"/>
                        </a:lnTo>
                        <a:lnTo>
                          <a:pt x="4948" y="11793"/>
                        </a:lnTo>
                        <a:lnTo>
                          <a:pt x="4910" y="11780"/>
                        </a:lnTo>
                        <a:lnTo>
                          <a:pt x="4872" y="11767"/>
                        </a:lnTo>
                        <a:lnTo>
                          <a:pt x="4834" y="11753"/>
                        </a:lnTo>
                        <a:lnTo>
                          <a:pt x="4796" y="11738"/>
                        </a:lnTo>
                        <a:lnTo>
                          <a:pt x="4760" y="11722"/>
                        </a:lnTo>
                        <a:lnTo>
                          <a:pt x="4722" y="11705"/>
                        </a:lnTo>
                        <a:lnTo>
                          <a:pt x="4686" y="11688"/>
                        </a:lnTo>
                        <a:lnTo>
                          <a:pt x="4650" y="11669"/>
                        </a:lnTo>
                        <a:lnTo>
                          <a:pt x="4615" y="11651"/>
                        </a:lnTo>
                        <a:lnTo>
                          <a:pt x="4580" y="11632"/>
                        </a:lnTo>
                        <a:lnTo>
                          <a:pt x="4546" y="11612"/>
                        </a:lnTo>
                        <a:lnTo>
                          <a:pt x="4513" y="11592"/>
                        </a:lnTo>
                        <a:lnTo>
                          <a:pt x="4481" y="11572"/>
                        </a:lnTo>
                        <a:lnTo>
                          <a:pt x="4449" y="11550"/>
                        </a:lnTo>
                        <a:lnTo>
                          <a:pt x="4419" y="11528"/>
                        </a:lnTo>
                        <a:lnTo>
                          <a:pt x="4390" y="11506"/>
                        </a:lnTo>
                        <a:lnTo>
                          <a:pt x="4363" y="11484"/>
                        </a:lnTo>
                        <a:lnTo>
                          <a:pt x="4335" y="11462"/>
                        </a:lnTo>
                        <a:lnTo>
                          <a:pt x="4310" y="11439"/>
                        </a:lnTo>
                        <a:lnTo>
                          <a:pt x="4286" y="11414"/>
                        </a:lnTo>
                        <a:lnTo>
                          <a:pt x="187" y="72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050"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endParaRPr>
                  </a:p>
                </p:txBody>
              </p:sp>
              <p:sp>
                <p:nvSpPr>
                  <p:cNvPr id="25" name="TextBox 24">
                    <a:extLst>
                      <a:ext uri="{FF2B5EF4-FFF2-40B4-BE49-F238E27FC236}">
                        <a16:creationId xmlns:a16="http://schemas.microsoft.com/office/drawing/2014/main" id="{1A269BB6-69F1-429D-8102-89AD207E575D}"/>
                      </a:ext>
                    </a:extLst>
                  </p:cNvPr>
                  <p:cNvSpPr txBox="1"/>
                  <p:nvPr/>
                </p:nvSpPr>
                <p:spPr>
                  <a:xfrm>
                    <a:off x="1658141" y="4990304"/>
                    <a:ext cx="2044803" cy="28231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chemeClr val="bg1"/>
                        </a:solidFill>
                        <a:latin typeface="Poppins Light" panose="02000000000000000000" pitchFamily="2" charset="0"/>
                        <a:ea typeface="Open Sans" panose="020B0606030504020204" pitchFamily="34" charset="0"/>
                        <a:cs typeface="Poppins Light" panose="02000000000000000000" pitchFamily="2" charset="0"/>
                      </a:rPr>
                      <a:t>DISCOUNT 30% All Items</a:t>
                    </a:r>
                  </a:p>
                </p:txBody>
              </p:sp>
            </p:grpSp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177542E3-3A0B-4F36-8E74-28414F968BC6}"/>
                    </a:ext>
                  </a:extLst>
                </p:cNvPr>
                <p:cNvGrpSpPr/>
                <p:nvPr/>
              </p:nvGrpSpPr>
              <p:grpSpPr>
                <a:xfrm>
                  <a:off x="7598002" y="3638532"/>
                  <a:ext cx="2336370" cy="282318"/>
                  <a:chOff x="1366574" y="5364757"/>
                  <a:chExt cx="2336370" cy="282318"/>
                </a:xfrm>
              </p:grpSpPr>
              <p:sp>
                <p:nvSpPr>
                  <p:cNvPr id="27" name="Freeform 229">
                    <a:extLst>
                      <a:ext uri="{FF2B5EF4-FFF2-40B4-BE49-F238E27FC236}">
                        <a16:creationId xmlns:a16="http://schemas.microsoft.com/office/drawing/2014/main" id="{C6674E2F-C874-4E43-8B28-CAA6FCABA1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6574" y="5435899"/>
                    <a:ext cx="225130" cy="154676"/>
                  </a:xfrm>
                  <a:custGeom>
                    <a:avLst/>
                    <a:gdLst>
                      <a:gd name="T0" fmla="*/ 124 w 16128"/>
                      <a:gd name="T1" fmla="*/ 7223 h 11872"/>
                      <a:gd name="T2" fmla="*/ 59 w 16128"/>
                      <a:gd name="T3" fmla="*/ 7113 h 11872"/>
                      <a:gd name="T4" fmla="*/ 18 w 16128"/>
                      <a:gd name="T5" fmla="*/ 6994 h 11872"/>
                      <a:gd name="T6" fmla="*/ 1 w 16128"/>
                      <a:gd name="T7" fmla="*/ 6871 h 11872"/>
                      <a:gd name="T8" fmla="*/ 7 w 16128"/>
                      <a:gd name="T9" fmla="*/ 6747 h 11872"/>
                      <a:gd name="T10" fmla="*/ 36 w 16128"/>
                      <a:gd name="T11" fmla="*/ 6626 h 11872"/>
                      <a:gd name="T12" fmla="*/ 90 w 16128"/>
                      <a:gd name="T13" fmla="*/ 6512 h 11872"/>
                      <a:gd name="T14" fmla="*/ 165 w 16128"/>
                      <a:gd name="T15" fmla="*/ 6408 h 11872"/>
                      <a:gd name="T16" fmla="*/ 1850 w 16128"/>
                      <a:gd name="T17" fmla="*/ 4727 h 11872"/>
                      <a:gd name="T18" fmla="*/ 1957 w 16128"/>
                      <a:gd name="T19" fmla="*/ 4656 h 11872"/>
                      <a:gd name="T20" fmla="*/ 2073 w 16128"/>
                      <a:gd name="T21" fmla="*/ 4609 h 11872"/>
                      <a:gd name="T22" fmla="*/ 2195 w 16128"/>
                      <a:gd name="T23" fmla="*/ 4586 h 11872"/>
                      <a:gd name="T24" fmla="*/ 2319 w 16128"/>
                      <a:gd name="T25" fmla="*/ 4586 h 11872"/>
                      <a:gd name="T26" fmla="*/ 2441 w 16128"/>
                      <a:gd name="T27" fmla="*/ 4609 h 11872"/>
                      <a:gd name="T28" fmla="*/ 2558 w 16128"/>
                      <a:gd name="T29" fmla="*/ 4656 h 11872"/>
                      <a:gd name="T30" fmla="*/ 2665 w 16128"/>
                      <a:gd name="T31" fmla="*/ 4727 h 11872"/>
                      <a:gd name="T32" fmla="*/ 5357 w 16128"/>
                      <a:gd name="T33" fmla="*/ 7406 h 11872"/>
                      <a:gd name="T34" fmla="*/ 5460 w 16128"/>
                      <a:gd name="T35" fmla="*/ 7483 h 11872"/>
                      <a:gd name="T36" fmla="*/ 5575 w 16128"/>
                      <a:gd name="T37" fmla="*/ 7535 h 11872"/>
                      <a:gd name="T38" fmla="*/ 5696 w 16128"/>
                      <a:gd name="T39" fmla="*/ 7565 h 11872"/>
                      <a:gd name="T40" fmla="*/ 5819 w 16128"/>
                      <a:gd name="T41" fmla="*/ 7571 h 11872"/>
                      <a:gd name="T42" fmla="*/ 5942 w 16128"/>
                      <a:gd name="T43" fmla="*/ 7552 h 11872"/>
                      <a:gd name="T44" fmla="*/ 6060 w 16128"/>
                      <a:gd name="T45" fmla="*/ 7512 h 11872"/>
                      <a:gd name="T46" fmla="*/ 6170 w 16128"/>
                      <a:gd name="T47" fmla="*/ 7447 h 11872"/>
                      <a:gd name="T48" fmla="*/ 13421 w 16128"/>
                      <a:gd name="T49" fmla="*/ 190 h 11872"/>
                      <a:gd name="T50" fmla="*/ 13521 w 16128"/>
                      <a:gd name="T51" fmla="*/ 107 h 11872"/>
                      <a:gd name="T52" fmla="*/ 13634 w 16128"/>
                      <a:gd name="T53" fmla="*/ 47 h 11872"/>
                      <a:gd name="T54" fmla="*/ 13753 w 16128"/>
                      <a:gd name="T55" fmla="*/ 12 h 11872"/>
                      <a:gd name="T56" fmla="*/ 13877 w 16128"/>
                      <a:gd name="T57" fmla="*/ 0 h 11872"/>
                      <a:gd name="T58" fmla="*/ 14000 w 16128"/>
                      <a:gd name="T59" fmla="*/ 11 h 11872"/>
                      <a:gd name="T60" fmla="*/ 14120 w 16128"/>
                      <a:gd name="T61" fmla="*/ 46 h 11872"/>
                      <a:gd name="T62" fmla="*/ 14233 w 16128"/>
                      <a:gd name="T63" fmla="*/ 105 h 11872"/>
                      <a:gd name="T64" fmla="*/ 14334 w 16128"/>
                      <a:gd name="T65" fmla="*/ 186 h 11872"/>
                      <a:gd name="T66" fmla="*/ 16003 w 16128"/>
                      <a:gd name="T67" fmla="*/ 1855 h 11872"/>
                      <a:gd name="T68" fmla="*/ 16068 w 16128"/>
                      <a:gd name="T69" fmla="*/ 1964 h 11872"/>
                      <a:gd name="T70" fmla="*/ 16109 w 16128"/>
                      <a:gd name="T71" fmla="*/ 2082 h 11872"/>
                      <a:gd name="T72" fmla="*/ 16127 w 16128"/>
                      <a:gd name="T73" fmla="*/ 2205 h 11872"/>
                      <a:gd name="T74" fmla="*/ 16122 w 16128"/>
                      <a:gd name="T75" fmla="*/ 2328 h 11872"/>
                      <a:gd name="T76" fmla="*/ 16093 w 16128"/>
                      <a:gd name="T77" fmla="*/ 2449 h 11872"/>
                      <a:gd name="T78" fmla="*/ 16039 w 16128"/>
                      <a:gd name="T79" fmla="*/ 2564 h 11872"/>
                      <a:gd name="T80" fmla="*/ 15964 w 16128"/>
                      <a:gd name="T81" fmla="*/ 2667 h 11872"/>
                      <a:gd name="T82" fmla="*/ 7188 w 16128"/>
                      <a:gd name="T83" fmla="*/ 11462 h 11872"/>
                      <a:gd name="T84" fmla="*/ 7074 w 16128"/>
                      <a:gd name="T85" fmla="*/ 11550 h 11872"/>
                      <a:gd name="T86" fmla="*/ 6943 w 16128"/>
                      <a:gd name="T87" fmla="*/ 11632 h 11872"/>
                      <a:gd name="T88" fmla="*/ 6801 w 16128"/>
                      <a:gd name="T89" fmla="*/ 11706 h 11872"/>
                      <a:gd name="T90" fmla="*/ 6652 w 16128"/>
                      <a:gd name="T91" fmla="*/ 11767 h 11872"/>
                      <a:gd name="T92" fmla="*/ 6500 w 16128"/>
                      <a:gd name="T93" fmla="*/ 11817 h 11872"/>
                      <a:gd name="T94" fmla="*/ 6349 w 16128"/>
                      <a:gd name="T95" fmla="*/ 11852 h 11872"/>
                      <a:gd name="T96" fmla="*/ 6205 w 16128"/>
                      <a:gd name="T97" fmla="*/ 11870 h 11872"/>
                      <a:gd name="T98" fmla="*/ 5352 w 16128"/>
                      <a:gd name="T99" fmla="*/ 11871 h 11872"/>
                      <a:gd name="T100" fmla="*/ 5210 w 16128"/>
                      <a:gd name="T101" fmla="*/ 11858 h 11872"/>
                      <a:gd name="T102" fmla="*/ 5062 w 16128"/>
                      <a:gd name="T103" fmla="*/ 11827 h 11872"/>
                      <a:gd name="T104" fmla="*/ 4910 w 16128"/>
                      <a:gd name="T105" fmla="*/ 11780 h 11872"/>
                      <a:gd name="T106" fmla="*/ 4760 w 16128"/>
                      <a:gd name="T107" fmla="*/ 11722 h 11872"/>
                      <a:gd name="T108" fmla="*/ 4615 w 16128"/>
                      <a:gd name="T109" fmla="*/ 11651 h 11872"/>
                      <a:gd name="T110" fmla="*/ 4481 w 16128"/>
                      <a:gd name="T111" fmla="*/ 11572 h 11872"/>
                      <a:gd name="T112" fmla="*/ 4363 w 16128"/>
                      <a:gd name="T113" fmla="*/ 11484 h 11872"/>
                      <a:gd name="T114" fmla="*/ 187 w 16128"/>
                      <a:gd name="T115" fmla="*/ 7297 h 118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6128" h="11872">
                        <a:moveTo>
                          <a:pt x="187" y="7297"/>
                        </a:moveTo>
                        <a:lnTo>
                          <a:pt x="164" y="7273"/>
                        </a:lnTo>
                        <a:lnTo>
                          <a:pt x="143" y="7248"/>
                        </a:lnTo>
                        <a:lnTo>
                          <a:pt x="124" y="7223"/>
                        </a:lnTo>
                        <a:lnTo>
                          <a:pt x="106" y="7196"/>
                        </a:lnTo>
                        <a:lnTo>
                          <a:pt x="89" y="7168"/>
                        </a:lnTo>
                        <a:lnTo>
                          <a:pt x="74" y="7141"/>
                        </a:lnTo>
                        <a:lnTo>
                          <a:pt x="59" y="7113"/>
                        </a:lnTo>
                        <a:lnTo>
                          <a:pt x="46" y="7084"/>
                        </a:lnTo>
                        <a:lnTo>
                          <a:pt x="35" y="7054"/>
                        </a:lnTo>
                        <a:lnTo>
                          <a:pt x="26" y="7024"/>
                        </a:lnTo>
                        <a:lnTo>
                          <a:pt x="18" y="6994"/>
                        </a:lnTo>
                        <a:lnTo>
                          <a:pt x="12" y="6964"/>
                        </a:lnTo>
                        <a:lnTo>
                          <a:pt x="6" y="6933"/>
                        </a:lnTo>
                        <a:lnTo>
                          <a:pt x="3" y="6902"/>
                        </a:lnTo>
                        <a:lnTo>
                          <a:pt x="1" y="6871"/>
                        </a:lnTo>
                        <a:lnTo>
                          <a:pt x="0" y="6841"/>
                        </a:lnTo>
                        <a:lnTo>
                          <a:pt x="1" y="6809"/>
                        </a:lnTo>
                        <a:lnTo>
                          <a:pt x="3" y="6778"/>
                        </a:lnTo>
                        <a:lnTo>
                          <a:pt x="7" y="6747"/>
                        </a:lnTo>
                        <a:lnTo>
                          <a:pt x="12" y="6717"/>
                        </a:lnTo>
                        <a:lnTo>
                          <a:pt x="18" y="6687"/>
                        </a:lnTo>
                        <a:lnTo>
                          <a:pt x="26" y="6656"/>
                        </a:lnTo>
                        <a:lnTo>
                          <a:pt x="36" y="6626"/>
                        </a:lnTo>
                        <a:lnTo>
                          <a:pt x="47" y="6597"/>
                        </a:lnTo>
                        <a:lnTo>
                          <a:pt x="59" y="6569"/>
                        </a:lnTo>
                        <a:lnTo>
                          <a:pt x="74" y="6539"/>
                        </a:lnTo>
                        <a:lnTo>
                          <a:pt x="90" y="6512"/>
                        </a:lnTo>
                        <a:lnTo>
                          <a:pt x="106" y="6485"/>
                        </a:lnTo>
                        <a:lnTo>
                          <a:pt x="125" y="6459"/>
                        </a:lnTo>
                        <a:lnTo>
                          <a:pt x="144" y="6432"/>
                        </a:lnTo>
                        <a:lnTo>
                          <a:pt x="165" y="6408"/>
                        </a:lnTo>
                        <a:lnTo>
                          <a:pt x="188" y="6384"/>
                        </a:lnTo>
                        <a:lnTo>
                          <a:pt x="1801" y="4771"/>
                        </a:lnTo>
                        <a:lnTo>
                          <a:pt x="1824" y="4748"/>
                        </a:lnTo>
                        <a:lnTo>
                          <a:pt x="1850" y="4727"/>
                        </a:lnTo>
                        <a:lnTo>
                          <a:pt x="1876" y="4707"/>
                        </a:lnTo>
                        <a:lnTo>
                          <a:pt x="1902" y="4689"/>
                        </a:lnTo>
                        <a:lnTo>
                          <a:pt x="1929" y="4671"/>
                        </a:lnTo>
                        <a:lnTo>
                          <a:pt x="1957" y="4656"/>
                        </a:lnTo>
                        <a:lnTo>
                          <a:pt x="1985" y="4642"/>
                        </a:lnTo>
                        <a:lnTo>
                          <a:pt x="2014" y="4630"/>
                        </a:lnTo>
                        <a:lnTo>
                          <a:pt x="2043" y="4619"/>
                        </a:lnTo>
                        <a:lnTo>
                          <a:pt x="2073" y="4609"/>
                        </a:lnTo>
                        <a:lnTo>
                          <a:pt x="2104" y="4601"/>
                        </a:lnTo>
                        <a:lnTo>
                          <a:pt x="2134" y="4595"/>
                        </a:lnTo>
                        <a:lnTo>
                          <a:pt x="2164" y="4590"/>
                        </a:lnTo>
                        <a:lnTo>
                          <a:pt x="2195" y="4586"/>
                        </a:lnTo>
                        <a:lnTo>
                          <a:pt x="2227" y="4584"/>
                        </a:lnTo>
                        <a:lnTo>
                          <a:pt x="2257" y="4583"/>
                        </a:lnTo>
                        <a:lnTo>
                          <a:pt x="2288" y="4584"/>
                        </a:lnTo>
                        <a:lnTo>
                          <a:pt x="2319" y="4586"/>
                        </a:lnTo>
                        <a:lnTo>
                          <a:pt x="2350" y="4590"/>
                        </a:lnTo>
                        <a:lnTo>
                          <a:pt x="2381" y="4595"/>
                        </a:lnTo>
                        <a:lnTo>
                          <a:pt x="2411" y="4601"/>
                        </a:lnTo>
                        <a:lnTo>
                          <a:pt x="2441" y="4609"/>
                        </a:lnTo>
                        <a:lnTo>
                          <a:pt x="2472" y="4619"/>
                        </a:lnTo>
                        <a:lnTo>
                          <a:pt x="2501" y="4630"/>
                        </a:lnTo>
                        <a:lnTo>
                          <a:pt x="2529" y="4642"/>
                        </a:lnTo>
                        <a:lnTo>
                          <a:pt x="2558" y="4656"/>
                        </a:lnTo>
                        <a:lnTo>
                          <a:pt x="2586" y="4671"/>
                        </a:lnTo>
                        <a:lnTo>
                          <a:pt x="2613" y="4689"/>
                        </a:lnTo>
                        <a:lnTo>
                          <a:pt x="2639" y="4707"/>
                        </a:lnTo>
                        <a:lnTo>
                          <a:pt x="2665" y="4727"/>
                        </a:lnTo>
                        <a:lnTo>
                          <a:pt x="2689" y="4748"/>
                        </a:lnTo>
                        <a:lnTo>
                          <a:pt x="2714" y="4770"/>
                        </a:lnTo>
                        <a:lnTo>
                          <a:pt x="5332" y="7384"/>
                        </a:lnTo>
                        <a:lnTo>
                          <a:pt x="5357" y="7406"/>
                        </a:lnTo>
                        <a:lnTo>
                          <a:pt x="5382" y="7427"/>
                        </a:lnTo>
                        <a:lnTo>
                          <a:pt x="5407" y="7448"/>
                        </a:lnTo>
                        <a:lnTo>
                          <a:pt x="5433" y="7466"/>
                        </a:lnTo>
                        <a:lnTo>
                          <a:pt x="5460" y="7483"/>
                        </a:lnTo>
                        <a:lnTo>
                          <a:pt x="5489" y="7498"/>
                        </a:lnTo>
                        <a:lnTo>
                          <a:pt x="5517" y="7512"/>
                        </a:lnTo>
                        <a:lnTo>
                          <a:pt x="5546" y="7524"/>
                        </a:lnTo>
                        <a:lnTo>
                          <a:pt x="5575" y="7535"/>
                        </a:lnTo>
                        <a:lnTo>
                          <a:pt x="5604" y="7545"/>
                        </a:lnTo>
                        <a:lnTo>
                          <a:pt x="5635" y="7553"/>
                        </a:lnTo>
                        <a:lnTo>
                          <a:pt x="5665" y="7559"/>
                        </a:lnTo>
                        <a:lnTo>
                          <a:pt x="5696" y="7565"/>
                        </a:lnTo>
                        <a:lnTo>
                          <a:pt x="5726" y="7569"/>
                        </a:lnTo>
                        <a:lnTo>
                          <a:pt x="5758" y="7571"/>
                        </a:lnTo>
                        <a:lnTo>
                          <a:pt x="5789" y="7572"/>
                        </a:lnTo>
                        <a:lnTo>
                          <a:pt x="5819" y="7571"/>
                        </a:lnTo>
                        <a:lnTo>
                          <a:pt x="5850" y="7569"/>
                        </a:lnTo>
                        <a:lnTo>
                          <a:pt x="5882" y="7565"/>
                        </a:lnTo>
                        <a:lnTo>
                          <a:pt x="5912" y="7559"/>
                        </a:lnTo>
                        <a:lnTo>
                          <a:pt x="5942" y="7552"/>
                        </a:lnTo>
                        <a:lnTo>
                          <a:pt x="5972" y="7544"/>
                        </a:lnTo>
                        <a:lnTo>
                          <a:pt x="6003" y="7535"/>
                        </a:lnTo>
                        <a:lnTo>
                          <a:pt x="6032" y="7524"/>
                        </a:lnTo>
                        <a:lnTo>
                          <a:pt x="6060" y="7512"/>
                        </a:lnTo>
                        <a:lnTo>
                          <a:pt x="6089" y="7498"/>
                        </a:lnTo>
                        <a:lnTo>
                          <a:pt x="6117" y="7482"/>
                        </a:lnTo>
                        <a:lnTo>
                          <a:pt x="6144" y="7465"/>
                        </a:lnTo>
                        <a:lnTo>
                          <a:pt x="6170" y="7447"/>
                        </a:lnTo>
                        <a:lnTo>
                          <a:pt x="6196" y="7426"/>
                        </a:lnTo>
                        <a:lnTo>
                          <a:pt x="6220" y="7405"/>
                        </a:lnTo>
                        <a:lnTo>
                          <a:pt x="6245" y="7383"/>
                        </a:lnTo>
                        <a:lnTo>
                          <a:pt x="13421" y="190"/>
                        </a:lnTo>
                        <a:lnTo>
                          <a:pt x="13445" y="166"/>
                        </a:lnTo>
                        <a:lnTo>
                          <a:pt x="13470" y="145"/>
                        </a:lnTo>
                        <a:lnTo>
                          <a:pt x="13495" y="125"/>
                        </a:lnTo>
                        <a:lnTo>
                          <a:pt x="13521" y="107"/>
                        </a:lnTo>
                        <a:lnTo>
                          <a:pt x="13549" y="90"/>
                        </a:lnTo>
                        <a:lnTo>
                          <a:pt x="13577" y="75"/>
                        </a:lnTo>
                        <a:lnTo>
                          <a:pt x="13605" y="60"/>
                        </a:lnTo>
                        <a:lnTo>
                          <a:pt x="13634" y="47"/>
                        </a:lnTo>
                        <a:lnTo>
                          <a:pt x="13663" y="36"/>
                        </a:lnTo>
                        <a:lnTo>
                          <a:pt x="13693" y="27"/>
                        </a:lnTo>
                        <a:lnTo>
                          <a:pt x="13723" y="19"/>
                        </a:lnTo>
                        <a:lnTo>
                          <a:pt x="13753" y="12"/>
                        </a:lnTo>
                        <a:lnTo>
                          <a:pt x="13784" y="7"/>
                        </a:lnTo>
                        <a:lnTo>
                          <a:pt x="13815" y="3"/>
                        </a:lnTo>
                        <a:lnTo>
                          <a:pt x="13846" y="1"/>
                        </a:lnTo>
                        <a:lnTo>
                          <a:pt x="13877" y="0"/>
                        </a:lnTo>
                        <a:lnTo>
                          <a:pt x="13908" y="1"/>
                        </a:lnTo>
                        <a:lnTo>
                          <a:pt x="13939" y="3"/>
                        </a:lnTo>
                        <a:lnTo>
                          <a:pt x="13970" y="6"/>
                        </a:lnTo>
                        <a:lnTo>
                          <a:pt x="14000" y="11"/>
                        </a:lnTo>
                        <a:lnTo>
                          <a:pt x="14031" y="18"/>
                        </a:lnTo>
                        <a:lnTo>
                          <a:pt x="14062" y="26"/>
                        </a:lnTo>
                        <a:lnTo>
                          <a:pt x="14091" y="35"/>
                        </a:lnTo>
                        <a:lnTo>
                          <a:pt x="14120" y="46"/>
                        </a:lnTo>
                        <a:lnTo>
                          <a:pt x="14149" y="58"/>
                        </a:lnTo>
                        <a:lnTo>
                          <a:pt x="14178" y="73"/>
                        </a:lnTo>
                        <a:lnTo>
                          <a:pt x="14206" y="88"/>
                        </a:lnTo>
                        <a:lnTo>
                          <a:pt x="14233" y="105"/>
                        </a:lnTo>
                        <a:lnTo>
                          <a:pt x="14259" y="123"/>
                        </a:lnTo>
                        <a:lnTo>
                          <a:pt x="14285" y="143"/>
                        </a:lnTo>
                        <a:lnTo>
                          <a:pt x="14310" y="164"/>
                        </a:lnTo>
                        <a:lnTo>
                          <a:pt x="14334" y="186"/>
                        </a:lnTo>
                        <a:lnTo>
                          <a:pt x="15938" y="1780"/>
                        </a:lnTo>
                        <a:lnTo>
                          <a:pt x="15962" y="1804"/>
                        </a:lnTo>
                        <a:lnTo>
                          <a:pt x="15983" y="1829"/>
                        </a:lnTo>
                        <a:lnTo>
                          <a:pt x="16003" y="1855"/>
                        </a:lnTo>
                        <a:lnTo>
                          <a:pt x="16021" y="1881"/>
                        </a:lnTo>
                        <a:lnTo>
                          <a:pt x="16038" y="1908"/>
                        </a:lnTo>
                        <a:lnTo>
                          <a:pt x="16053" y="1935"/>
                        </a:lnTo>
                        <a:lnTo>
                          <a:pt x="16068" y="1964"/>
                        </a:lnTo>
                        <a:lnTo>
                          <a:pt x="16081" y="1993"/>
                        </a:lnTo>
                        <a:lnTo>
                          <a:pt x="16092" y="2022"/>
                        </a:lnTo>
                        <a:lnTo>
                          <a:pt x="16101" y="2051"/>
                        </a:lnTo>
                        <a:lnTo>
                          <a:pt x="16109" y="2082"/>
                        </a:lnTo>
                        <a:lnTo>
                          <a:pt x="16116" y="2112"/>
                        </a:lnTo>
                        <a:lnTo>
                          <a:pt x="16121" y="2143"/>
                        </a:lnTo>
                        <a:lnTo>
                          <a:pt x="16125" y="2173"/>
                        </a:lnTo>
                        <a:lnTo>
                          <a:pt x="16127" y="2205"/>
                        </a:lnTo>
                        <a:lnTo>
                          <a:pt x="16128" y="2236"/>
                        </a:lnTo>
                        <a:lnTo>
                          <a:pt x="16127" y="2266"/>
                        </a:lnTo>
                        <a:lnTo>
                          <a:pt x="16125" y="2297"/>
                        </a:lnTo>
                        <a:lnTo>
                          <a:pt x="16122" y="2328"/>
                        </a:lnTo>
                        <a:lnTo>
                          <a:pt x="16117" y="2359"/>
                        </a:lnTo>
                        <a:lnTo>
                          <a:pt x="16110" y="2389"/>
                        </a:lnTo>
                        <a:lnTo>
                          <a:pt x="16102" y="2419"/>
                        </a:lnTo>
                        <a:lnTo>
                          <a:pt x="16093" y="2449"/>
                        </a:lnTo>
                        <a:lnTo>
                          <a:pt x="16082" y="2478"/>
                        </a:lnTo>
                        <a:lnTo>
                          <a:pt x="16069" y="2507"/>
                        </a:lnTo>
                        <a:lnTo>
                          <a:pt x="16055" y="2535"/>
                        </a:lnTo>
                        <a:lnTo>
                          <a:pt x="16039" y="2564"/>
                        </a:lnTo>
                        <a:lnTo>
                          <a:pt x="16023" y="2591"/>
                        </a:lnTo>
                        <a:lnTo>
                          <a:pt x="16004" y="2617"/>
                        </a:lnTo>
                        <a:lnTo>
                          <a:pt x="15985" y="2642"/>
                        </a:lnTo>
                        <a:lnTo>
                          <a:pt x="15964" y="2667"/>
                        </a:lnTo>
                        <a:lnTo>
                          <a:pt x="15941" y="2692"/>
                        </a:lnTo>
                        <a:lnTo>
                          <a:pt x="7238" y="11415"/>
                        </a:lnTo>
                        <a:lnTo>
                          <a:pt x="7214" y="11439"/>
                        </a:lnTo>
                        <a:lnTo>
                          <a:pt x="7188" y="11462"/>
                        </a:lnTo>
                        <a:lnTo>
                          <a:pt x="7162" y="11485"/>
                        </a:lnTo>
                        <a:lnTo>
                          <a:pt x="7134" y="11507"/>
                        </a:lnTo>
                        <a:lnTo>
                          <a:pt x="7104" y="11529"/>
                        </a:lnTo>
                        <a:lnTo>
                          <a:pt x="7074" y="11550"/>
                        </a:lnTo>
                        <a:lnTo>
                          <a:pt x="7043" y="11572"/>
                        </a:lnTo>
                        <a:lnTo>
                          <a:pt x="7011" y="11593"/>
                        </a:lnTo>
                        <a:lnTo>
                          <a:pt x="6977" y="11613"/>
                        </a:lnTo>
                        <a:lnTo>
                          <a:pt x="6943" y="11632"/>
                        </a:lnTo>
                        <a:lnTo>
                          <a:pt x="6909" y="11651"/>
                        </a:lnTo>
                        <a:lnTo>
                          <a:pt x="6874" y="11670"/>
                        </a:lnTo>
                        <a:lnTo>
                          <a:pt x="6837" y="11688"/>
                        </a:lnTo>
                        <a:lnTo>
                          <a:pt x="6801" y="11706"/>
                        </a:lnTo>
                        <a:lnTo>
                          <a:pt x="6765" y="11722"/>
                        </a:lnTo>
                        <a:lnTo>
                          <a:pt x="6727" y="11738"/>
                        </a:lnTo>
                        <a:lnTo>
                          <a:pt x="6689" y="11753"/>
                        </a:lnTo>
                        <a:lnTo>
                          <a:pt x="6652" y="11767"/>
                        </a:lnTo>
                        <a:lnTo>
                          <a:pt x="6613" y="11781"/>
                        </a:lnTo>
                        <a:lnTo>
                          <a:pt x="6576" y="11793"/>
                        </a:lnTo>
                        <a:lnTo>
                          <a:pt x="6538" y="11805"/>
                        </a:lnTo>
                        <a:lnTo>
                          <a:pt x="6500" y="11817"/>
                        </a:lnTo>
                        <a:lnTo>
                          <a:pt x="6461" y="11827"/>
                        </a:lnTo>
                        <a:lnTo>
                          <a:pt x="6424" y="11836"/>
                        </a:lnTo>
                        <a:lnTo>
                          <a:pt x="6387" y="11844"/>
                        </a:lnTo>
                        <a:lnTo>
                          <a:pt x="6349" y="11852"/>
                        </a:lnTo>
                        <a:lnTo>
                          <a:pt x="6313" y="11858"/>
                        </a:lnTo>
                        <a:lnTo>
                          <a:pt x="6277" y="11863"/>
                        </a:lnTo>
                        <a:lnTo>
                          <a:pt x="6241" y="11867"/>
                        </a:lnTo>
                        <a:lnTo>
                          <a:pt x="6205" y="11870"/>
                        </a:lnTo>
                        <a:lnTo>
                          <a:pt x="6171" y="11871"/>
                        </a:lnTo>
                        <a:lnTo>
                          <a:pt x="6138" y="11872"/>
                        </a:lnTo>
                        <a:lnTo>
                          <a:pt x="5386" y="11872"/>
                        </a:lnTo>
                        <a:lnTo>
                          <a:pt x="5352" y="11871"/>
                        </a:lnTo>
                        <a:lnTo>
                          <a:pt x="5318" y="11870"/>
                        </a:lnTo>
                        <a:lnTo>
                          <a:pt x="5283" y="11867"/>
                        </a:lnTo>
                        <a:lnTo>
                          <a:pt x="5247" y="11863"/>
                        </a:lnTo>
                        <a:lnTo>
                          <a:pt x="5210" y="11858"/>
                        </a:lnTo>
                        <a:lnTo>
                          <a:pt x="5174" y="11851"/>
                        </a:lnTo>
                        <a:lnTo>
                          <a:pt x="5137" y="11844"/>
                        </a:lnTo>
                        <a:lnTo>
                          <a:pt x="5099" y="11836"/>
                        </a:lnTo>
                        <a:lnTo>
                          <a:pt x="5062" y="11827"/>
                        </a:lnTo>
                        <a:lnTo>
                          <a:pt x="5024" y="11817"/>
                        </a:lnTo>
                        <a:lnTo>
                          <a:pt x="4986" y="11805"/>
                        </a:lnTo>
                        <a:lnTo>
                          <a:pt x="4948" y="11793"/>
                        </a:lnTo>
                        <a:lnTo>
                          <a:pt x="4910" y="11780"/>
                        </a:lnTo>
                        <a:lnTo>
                          <a:pt x="4872" y="11767"/>
                        </a:lnTo>
                        <a:lnTo>
                          <a:pt x="4834" y="11753"/>
                        </a:lnTo>
                        <a:lnTo>
                          <a:pt x="4796" y="11738"/>
                        </a:lnTo>
                        <a:lnTo>
                          <a:pt x="4760" y="11722"/>
                        </a:lnTo>
                        <a:lnTo>
                          <a:pt x="4722" y="11705"/>
                        </a:lnTo>
                        <a:lnTo>
                          <a:pt x="4686" y="11688"/>
                        </a:lnTo>
                        <a:lnTo>
                          <a:pt x="4650" y="11669"/>
                        </a:lnTo>
                        <a:lnTo>
                          <a:pt x="4615" y="11651"/>
                        </a:lnTo>
                        <a:lnTo>
                          <a:pt x="4580" y="11632"/>
                        </a:lnTo>
                        <a:lnTo>
                          <a:pt x="4546" y="11612"/>
                        </a:lnTo>
                        <a:lnTo>
                          <a:pt x="4513" y="11592"/>
                        </a:lnTo>
                        <a:lnTo>
                          <a:pt x="4481" y="11572"/>
                        </a:lnTo>
                        <a:lnTo>
                          <a:pt x="4449" y="11550"/>
                        </a:lnTo>
                        <a:lnTo>
                          <a:pt x="4419" y="11528"/>
                        </a:lnTo>
                        <a:lnTo>
                          <a:pt x="4390" y="11506"/>
                        </a:lnTo>
                        <a:lnTo>
                          <a:pt x="4363" y="11484"/>
                        </a:lnTo>
                        <a:lnTo>
                          <a:pt x="4335" y="11462"/>
                        </a:lnTo>
                        <a:lnTo>
                          <a:pt x="4310" y="11439"/>
                        </a:lnTo>
                        <a:lnTo>
                          <a:pt x="4286" y="11414"/>
                        </a:lnTo>
                        <a:lnTo>
                          <a:pt x="187" y="72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050"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endParaRPr>
                  </a:p>
                </p:txBody>
              </p:sp>
              <p:sp>
                <p:nvSpPr>
                  <p:cNvPr id="28" name="TextBox 27">
                    <a:extLst>
                      <a:ext uri="{FF2B5EF4-FFF2-40B4-BE49-F238E27FC236}">
                        <a16:creationId xmlns:a16="http://schemas.microsoft.com/office/drawing/2014/main" id="{8F4563CC-DB93-418B-B109-33ADE63F375D}"/>
                      </a:ext>
                    </a:extLst>
                  </p:cNvPr>
                  <p:cNvSpPr txBox="1"/>
                  <p:nvPr/>
                </p:nvSpPr>
                <p:spPr>
                  <a:xfrm>
                    <a:off x="1658141" y="5364757"/>
                    <a:ext cx="2044803" cy="28231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chemeClr val="bg1"/>
                        </a:solidFill>
                        <a:latin typeface="Poppins Light" panose="02000000000000000000" pitchFamily="2" charset="0"/>
                        <a:ea typeface="Open Sans" panose="020B0606030504020204" pitchFamily="34" charset="0"/>
                        <a:cs typeface="Poppins Light" panose="02000000000000000000" pitchFamily="2" charset="0"/>
                      </a:rPr>
                      <a:t>NEW Items Opened</a:t>
                    </a:r>
                  </a:p>
                </p:txBody>
              </p:sp>
            </p:grpSp>
          </p:grpSp>
        </p:grp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1431AC95-FDE7-42D2-9047-E2DCD3D97672}"/>
              </a:ext>
            </a:extLst>
          </p:cNvPr>
          <p:cNvSpPr/>
          <p:nvPr/>
        </p:nvSpPr>
        <p:spPr>
          <a:xfrm>
            <a:off x="8109295" y="5267460"/>
            <a:ext cx="1458646" cy="422264"/>
          </a:xfrm>
          <a:prstGeom prst="roundRect">
            <a:avLst>
              <a:gd name="adj" fmla="val 50000"/>
            </a:avLst>
          </a:prstGeom>
          <a:solidFill>
            <a:schemeClr val="bg1">
              <a:alpha val="3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>
                <a:latin typeface="Poppins" panose="02000000000000000000" pitchFamily="2" charset="0"/>
                <a:cs typeface="Poppins" panose="02000000000000000000" pitchFamily="2" charset="0"/>
              </a:rPr>
              <a:t>PURCHASE</a:t>
            </a:r>
          </a:p>
        </p:txBody>
      </p:sp>
    </p:spTree>
    <p:extLst>
      <p:ext uri="{BB962C8B-B14F-4D97-AF65-F5344CB8AC3E}">
        <p14:creationId xmlns:p14="http://schemas.microsoft.com/office/powerpoint/2010/main" val="17297628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73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    <p:cBhvr>
                                            <p:cTn id="21" dur="10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0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69 -0.21945 -0.01302 -0.27454 -0.06002 -0.3426 C -0.07318 -0.43125 -0.05469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6" dur="9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42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3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53" presetClass="entr" presetSubtype="16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84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85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5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2" presetClass="entr" presetSubtype="4" fill="hold" nodeType="withEffect" p14:presetBounceEnd="66667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9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94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31" grpId="1" animBg="1"/>
          <p:bldP spid="31" grpId="2" animBg="1"/>
          <p:bldP spid="32" grpId="0" animBg="1"/>
          <p:bldP spid="32" grpId="1" animBg="1"/>
          <p:bldP spid="32" grpId="2" animBg="1"/>
          <p:bldP spid="33" grpId="0" animBg="1"/>
          <p:bldP spid="33" grpId="1" animBg="1"/>
          <p:bldP spid="33" grpId="2" animBg="1"/>
          <p:bldP spid="35" grpId="0" animBg="1"/>
          <p:bldP spid="35" grpId="1" animBg="1"/>
          <p:bldP spid="35" grpId="2" animBg="1"/>
          <p:bldP spid="34" grpId="0" animBg="1"/>
          <p:bldP spid="34" grpId="1" animBg="1"/>
          <p:bldP spid="34" grpId="2" animBg="1"/>
          <p:bldP spid="14" grpId="0" animBg="1"/>
          <p:bldP spid="14" grpId="1" animBg="1"/>
          <p:bldP spid="13" grpId="0" animBg="1"/>
          <p:bldP spid="13" grpId="1" animBg="1"/>
          <p:bldP spid="1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73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375E-6 -0.01921 C -0.02656 -0.23843 0.04388 -0.31065 0.0905 -0.37894 C 0.10339 -0.46736 0.05404 -0.44097 0.03165 -0.52963 C 0.02487 -0.61227 0.01446 -0.69583 0.09271 -0.77801 C 0.15183 -0.87546 0.17084 -1.06736 -0.00208 -1.14259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32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    <p:cBhvr>
                                            <p:cTn id="21" dur="10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0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13 2.59259E-6 C 0.02669 -0.21945 -0.01302 -0.27454 -0.06002 -0.3426 C -0.07318 -0.43125 -0.05469 -0.42199 -0.03203 -0.51065 C -0.02526 -0.59352 0.07969 -0.7757 0.00065 -0.8581 C -0.05911 -0.95556 -0.03958 -1.21135 0.13516 -1.28681 " pathEditMode="relative" rAng="0" ptsTypes="AAAAA">
                                          <p:cBhvr>
                                            <p:cTn id="26" dur="9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42" y="-6435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3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53" presetClass="entr" presetSubtype="16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5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4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5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5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2" presetClass="entr" presetSubtype="4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4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31" grpId="1" animBg="1"/>
          <p:bldP spid="31" grpId="2" animBg="1"/>
          <p:bldP spid="32" grpId="0" animBg="1"/>
          <p:bldP spid="32" grpId="1" animBg="1"/>
          <p:bldP spid="32" grpId="2" animBg="1"/>
          <p:bldP spid="33" grpId="0" animBg="1"/>
          <p:bldP spid="33" grpId="1" animBg="1"/>
          <p:bldP spid="33" grpId="2" animBg="1"/>
          <p:bldP spid="35" grpId="0" animBg="1"/>
          <p:bldP spid="35" grpId="1" animBg="1"/>
          <p:bldP spid="35" grpId="2" animBg="1"/>
          <p:bldP spid="34" grpId="0" animBg="1"/>
          <p:bldP spid="34" grpId="1" animBg="1"/>
          <p:bldP spid="34" grpId="2" animBg="1"/>
          <p:bldP spid="14" grpId="0" animBg="1"/>
          <p:bldP spid="14" grpId="1" animBg="1"/>
          <p:bldP spid="13" grpId="0" animBg="1"/>
          <p:bldP spid="13" grpId="1" animBg="1"/>
          <p:bldP spid="10" grpId="0" animBg="1"/>
        </p:bldLst>
      </p:timing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150CBD2B-449A-BEA4-E6FB-1A97AB98869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8A93F765-E412-4FBE-926F-681C5B4A5FD7}"/>
              </a:ext>
            </a:extLst>
          </p:cNvPr>
          <p:cNvSpPr/>
          <p:nvPr/>
        </p:nvSpPr>
        <p:spPr>
          <a:xfrm flipV="1"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8000">
                <a:schemeClr val="accent2">
                  <a:lumMod val="75000"/>
                  <a:alpha val="0"/>
                </a:schemeClr>
              </a:gs>
              <a:gs pos="100000">
                <a:srgbClr val="3D1E66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070AF18E-A5D4-4B2F-B3BD-C6FDD9E0C95E}"/>
              </a:ext>
            </a:extLst>
          </p:cNvPr>
          <p:cNvSpPr/>
          <p:nvPr/>
        </p:nvSpPr>
        <p:spPr>
          <a:xfrm>
            <a:off x="11695913" y="1905000"/>
            <a:ext cx="2064089" cy="206408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F2D72B7F-84D3-4044-BC10-F70DFA630689}"/>
              </a:ext>
            </a:extLst>
          </p:cNvPr>
          <p:cNvSpPr/>
          <p:nvPr/>
        </p:nvSpPr>
        <p:spPr>
          <a:xfrm>
            <a:off x="4492273" y="7492334"/>
            <a:ext cx="498828" cy="49882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9" name="Oval 108">
            <a:extLst>
              <a:ext uri="{FF2B5EF4-FFF2-40B4-BE49-F238E27FC236}">
                <a16:creationId xmlns:a16="http://schemas.microsoft.com/office/drawing/2014/main" id="{74C22824-3EF6-4290-992B-D2BAA380AEAD}"/>
              </a:ext>
            </a:extLst>
          </p:cNvPr>
          <p:cNvSpPr/>
          <p:nvPr/>
        </p:nvSpPr>
        <p:spPr>
          <a:xfrm>
            <a:off x="7334651" y="7218278"/>
            <a:ext cx="754074" cy="75407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84F47FA3-F69D-4E55-BED1-0F3478DB0DA1}"/>
              </a:ext>
            </a:extLst>
          </p:cNvPr>
          <p:cNvSpPr/>
          <p:nvPr/>
        </p:nvSpPr>
        <p:spPr>
          <a:xfrm>
            <a:off x="-1222454" y="5475794"/>
            <a:ext cx="1084474" cy="108447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148EB0CF-9FD0-4170-AB0D-9024C4E27B79}"/>
              </a:ext>
            </a:extLst>
          </p:cNvPr>
          <p:cNvSpPr/>
          <p:nvPr/>
        </p:nvSpPr>
        <p:spPr>
          <a:xfrm>
            <a:off x="856343" y="682171"/>
            <a:ext cx="10479314" cy="5493658"/>
          </a:xfrm>
          <a:prstGeom prst="roundRect">
            <a:avLst>
              <a:gd name="adj" fmla="val 3407"/>
            </a:avLst>
          </a:prstGeom>
          <a:gradFill flip="none" rotWithShape="1">
            <a:gsLst>
              <a:gs pos="100000">
                <a:schemeClr val="accent1"/>
              </a:gs>
              <a:gs pos="43000">
                <a:schemeClr val="accent2"/>
              </a:gs>
              <a:gs pos="1000">
                <a:schemeClr val="accent2"/>
              </a:gs>
            </a:gsLst>
            <a:lin ang="2700000" scaled="0"/>
            <a:tileRect/>
          </a:gradFill>
          <a:ln>
            <a:noFill/>
          </a:ln>
          <a:effectLst>
            <a:outerShdw blurRad="1270000" dist="952500" dir="5400000" sx="90000" sy="90000" algn="t" rotWithShape="0">
              <a:prstClr val="black">
                <a:alpha val="5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B6E2984B-CFE7-49B5-A3B2-C225E9A9DC6C}"/>
              </a:ext>
            </a:extLst>
          </p:cNvPr>
          <p:cNvSpPr/>
          <p:nvPr/>
        </p:nvSpPr>
        <p:spPr>
          <a:xfrm>
            <a:off x="4853940" y="1153269"/>
            <a:ext cx="2484120" cy="2463745"/>
          </a:xfrm>
          <a:prstGeom prst="roundRect">
            <a:avLst>
              <a:gd name="adj" fmla="val 4167"/>
            </a:avLst>
          </a:prstGeom>
          <a:solidFill>
            <a:schemeClr val="tx1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latin typeface="Nexa Light" panose="02000000000000000000" pitchFamily="50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30E21F5-57C8-4465-A7D2-7A040DDF2813}"/>
              </a:ext>
            </a:extLst>
          </p:cNvPr>
          <p:cNvGrpSpPr/>
          <p:nvPr/>
        </p:nvGrpSpPr>
        <p:grpSpPr>
          <a:xfrm>
            <a:off x="4935324" y="2252170"/>
            <a:ext cx="2321352" cy="1036821"/>
            <a:chOff x="6033606" y="2022553"/>
            <a:chExt cx="2321352" cy="103682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85D85C9-E27F-4D25-8D5B-B92AD92F77A8}"/>
                </a:ext>
              </a:extLst>
            </p:cNvPr>
            <p:cNvSpPr/>
            <p:nvPr/>
          </p:nvSpPr>
          <p:spPr>
            <a:xfrm>
              <a:off x="6033606" y="2022553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Custom Files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0BEE22C8-9C0B-4C59-AB7F-B4909A826790}"/>
                </a:ext>
              </a:extLst>
            </p:cNvPr>
            <p:cNvSpPr/>
            <p:nvPr/>
          </p:nvSpPr>
          <p:spPr>
            <a:xfrm flipH="1">
              <a:off x="6033606" y="2357643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7E083BC2-869B-49B2-9F5D-852BA8713AE7}"/>
              </a:ext>
            </a:extLst>
          </p:cNvPr>
          <p:cNvGrpSpPr/>
          <p:nvPr/>
        </p:nvGrpSpPr>
        <p:grpSpPr>
          <a:xfrm>
            <a:off x="4935324" y="4473568"/>
            <a:ext cx="2321352" cy="1040663"/>
            <a:chOff x="6063110" y="3827939"/>
            <a:chExt cx="2321352" cy="1040663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0707958-8E54-49C5-AB1F-87CBEDBEFBFC}"/>
                </a:ext>
              </a:extLst>
            </p:cNvPr>
            <p:cNvSpPr/>
            <p:nvPr/>
          </p:nvSpPr>
          <p:spPr>
            <a:xfrm>
              <a:off x="6063110" y="3827939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Your Settings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C9C997C5-9290-4DB1-80C1-BB6B5DCA1E7B}"/>
                </a:ext>
              </a:extLst>
            </p:cNvPr>
            <p:cNvSpPr/>
            <p:nvPr/>
          </p:nvSpPr>
          <p:spPr>
            <a:xfrm flipH="1">
              <a:off x="6063110" y="4166871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89F6ACE-3BF6-4A48-A64F-4F714812C60A}"/>
              </a:ext>
            </a:extLst>
          </p:cNvPr>
          <p:cNvGrpSpPr/>
          <p:nvPr/>
        </p:nvGrpSpPr>
        <p:grpSpPr>
          <a:xfrm>
            <a:off x="5907881" y="3870797"/>
            <a:ext cx="376238" cy="374650"/>
            <a:chOff x="4456113" y="3241676"/>
            <a:chExt cx="376238" cy="374650"/>
          </a:xfrm>
          <a:solidFill>
            <a:schemeClr val="bg1"/>
          </a:solidFill>
        </p:grpSpPr>
        <p:sp>
          <p:nvSpPr>
            <p:cNvPr id="62" name="Freeform 137">
              <a:extLst>
                <a:ext uri="{FF2B5EF4-FFF2-40B4-BE49-F238E27FC236}">
                  <a16:creationId xmlns:a16="http://schemas.microsoft.com/office/drawing/2014/main" id="{D7449530-3CAA-4509-8FDD-46A038ABA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3241676"/>
              <a:ext cx="376238" cy="374650"/>
            </a:xfrm>
            <a:custGeom>
              <a:avLst/>
              <a:gdLst>
                <a:gd name="T0" fmla="*/ 620 w 711"/>
                <a:gd name="T1" fmla="*/ 222 h 710"/>
                <a:gd name="T2" fmla="*/ 640 w 711"/>
                <a:gd name="T3" fmla="*/ 138 h 710"/>
                <a:gd name="T4" fmla="*/ 564 w 711"/>
                <a:gd name="T5" fmla="*/ 69 h 710"/>
                <a:gd name="T6" fmla="*/ 448 w 711"/>
                <a:gd name="T7" fmla="*/ 74 h 710"/>
                <a:gd name="T8" fmla="*/ 403 w 711"/>
                <a:gd name="T9" fmla="*/ 1 h 710"/>
                <a:gd name="T10" fmla="*/ 301 w 711"/>
                <a:gd name="T11" fmla="*/ 6 h 710"/>
                <a:gd name="T12" fmla="*/ 222 w 711"/>
                <a:gd name="T13" fmla="*/ 91 h 710"/>
                <a:gd name="T14" fmla="*/ 138 w 711"/>
                <a:gd name="T15" fmla="*/ 71 h 710"/>
                <a:gd name="T16" fmla="*/ 70 w 711"/>
                <a:gd name="T17" fmla="*/ 147 h 710"/>
                <a:gd name="T18" fmla="*/ 75 w 711"/>
                <a:gd name="T19" fmla="*/ 263 h 710"/>
                <a:gd name="T20" fmla="*/ 1 w 711"/>
                <a:gd name="T21" fmla="*/ 308 h 710"/>
                <a:gd name="T22" fmla="*/ 6 w 711"/>
                <a:gd name="T23" fmla="*/ 410 h 710"/>
                <a:gd name="T24" fmla="*/ 92 w 711"/>
                <a:gd name="T25" fmla="*/ 488 h 710"/>
                <a:gd name="T26" fmla="*/ 71 w 711"/>
                <a:gd name="T27" fmla="*/ 573 h 710"/>
                <a:gd name="T28" fmla="*/ 148 w 711"/>
                <a:gd name="T29" fmla="*/ 641 h 710"/>
                <a:gd name="T30" fmla="*/ 263 w 711"/>
                <a:gd name="T31" fmla="*/ 636 h 710"/>
                <a:gd name="T32" fmla="*/ 309 w 711"/>
                <a:gd name="T33" fmla="*/ 710 h 710"/>
                <a:gd name="T34" fmla="*/ 409 w 711"/>
                <a:gd name="T35" fmla="*/ 704 h 710"/>
                <a:gd name="T36" fmla="*/ 489 w 711"/>
                <a:gd name="T37" fmla="*/ 619 h 710"/>
                <a:gd name="T38" fmla="*/ 572 w 711"/>
                <a:gd name="T39" fmla="*/ 639 h 710"/>
                <a:gd name="T40" fmla="*/ 641 w 711"/>
                <a:gd name="T41" fmla="*/ 563 h 710"/>
                <a:gd name="T42" fmla="*/ 637 w 711"/>
                <a:gd name="T43" fmla="*/ 447 h 710"/>
                <a:gd name="T44" fmla="*/ 710 w 711"/>
                <a:gd name="T45" fmla="*/ 402 h 710"/>
                <a:gd name="T46" fmla="*/ 704 w 711"/>
                <a:gd name="T47" fmla="*/ 300 h 710"/>
                <a:gd name="T48" fmla="*/ 621 w 711"/>
                <a:gd name="T49" fmla="*/ 404 h 710"/>
                <a:gd name="T50" fmla="*/ 608 w 711"/>
                <a:gd name="T51" fmla="*/ 446 h 710"/>
                <a:gd name="T52" fmla="*/ 581 w 711"/>
                <a:gd name="T53" fmla="*/ 501 h 710"/>
                <a:gd name="T54" fmla="*/ 610 w 711"/>
                <a:gd name="T55" fmla="*/ 564 h 710"/>
                <a:gd name="T56" fmla="*/ 505 w 711"/>
                <a:gd name="T57" fmla="*/ 578 h 710"/>
                <a:gd name="T58" fmla="*/ 458 w 711"/>
                <a:gd name="T59" fmla="*/ 603 h 710"/>
                <a:gd name="T60" fmla="*/ 408 w 711"/>
                <a:gd name="T61" fmla="*/ 618 h 710"/>
                <a:gd name="T62" fmla="*/ 324 w 711"/>
                <a:gd name="T63" fmla="*/ 682 h 710"/>
                <a:gd name="T64" fmla="*/ 299 w 711"/>
                <a:gd name="T65" fmla="*/ 617 h 710"/>
                <a:gd name="T66" fmla="*/ 242 w 711"/>
                <a:gd name="T67" fmla="*/ 598 h 710"/>
                <a:gd name="T68" fmla="*/ 202 w 711"/>
                <a:gd name="T69" fmla="*/ 578 h 710"/>
                <a:gd name="T70" fmla="*/ 130 w 711"/>
                <a:gd name="T71" fmla="*/ 515 h 710"/>
                <a:gd name="T72" fmla="*/ 124 w 711"/>
                <a:gd name="T73" fmla="*/ 490 h 710"/>
                <a:gd name="T74" fmla="*/ 99 w 711"/>
                <a:gd name="T75" fmla="*/ 434 h 710"/>
                <a:gd name="T76" fmla="*/ 86 w 711"/>
                <a:gd name="T77" fmla="*/ 402 h 710"/>
                <a:gd name="T78" fmla="*/ 86 w 711"/>
                <a:gd name="T79" fmla="*/ 308 h 710"/>
                <a:gd name="T80" fmla="*/ 99 w 711"/>
                <a:gd name="T81" fmla="*/ 276 h 710"/>
                <a:gd name="T82" fmla="*/ 124 w 711"/>
                <a:gd name="T83" fmla="*/ 220 h 710"/>
                <a:gd name="T84" fmla="*/ 130 w 711"/>
                <a:gd name="T85" fmla="*/ 195 h 710"/>
                <a:gd name="T86" fmla="*/ 202 w 711"/>
                <a:gd name="T87" fmla="*/ 132 h 710"/>
                <a:gd name="T88" fmla="*/ 242 w 711"/>
                <a:gd name="T89" fmla="*/ 112 h 710"/>
                <a:gd name="T90" fmla="*/ 299 w 711"/>
                <a:gd name="T91" fmla="*/ 93 h 710"/>
                <a:gd name="T92" fmla="*/ 324 w 711"/>
                <a:gd name="T93" fmla="*/ 28 h 710"/>
                <a:gd name="T94" fmla="*/ 408 w 711"/>
                <a:gd name="T95" fmla="*/ 92 h 710"/>
                <a:gd name="T96" fmla="*/ 458 w 711"/>
                <a:gd name="T97" fmla="*/ 107 h 710"/>
                <a:gd name="T98" fmla="*/ 505 w 711"/>
                <a:gd name="T99" fmla="*/ 132 h 710"/>
                <a:gd name="T100" fmla="*/ 610 w 711"/>
                <a:gd name="T101" fmla="*/ 146 h 710"/>
                <a:gd name="T102" fmla="*/ 581 w 711"/>
                <a:gd name="T103" fmla="*/ 210 h 710"/>
                <a:gd name="T104" fmla="*/ 608 w 711"/>
                <a:gd name="T105" fmla="*/ 264 h 710"/>
                <a:gd name="T106" fmla="*/ 621 w 711"/>
                <a:gd name="T107" fmla="*/ 306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11" h="710">
                  <a:moveTo>
                    <a:pt x="700" y="299"/>
                  </a:moveTo>
                  <a:lnTo>
                    <a:pt x="642" y="284"/>
                  </a:lnTo>
                  <a:lnTo>
                    <a:pt x="637" y="263"/>
                  </a:lnTo>
                  <a:lnTo>
                    <a:pt x="628" y="242"/>
                  </a:lnTo>
                  <a:lnTo>
                    <a:pt x="620" y="222"/>
                  </a:lnTo>
                  <a:lnTo>
                    <a:pt x="609" y="201"/>
                  </a:lnTo>
                  <a:lnTo>
                    <a:pt x="639" y="151"/>
                  </a:lnTo>
                  <a:lnTo>
                    <a:pt x="641" y="147"/>
                  </a:lnTo>
                  <a:lnTo>
                    <a:pt x="641" y="142"/>
                  </a:lnTo>
                  <a:lnTo>
                    <a:pt x="640" y="138"/>
                  </a:lnTo>
                  <a:lnTo>
                    <a:pt x="637" y="134"/>
                  </a:lnTo>
                  <a:lnTo>
                    <a:pt x="577" y="74"/>
                  </a:lnTo>
                  <a:lnTo>
                    <a:pt x="572" y="71"/>
                  </a:lnTo>
                  <a:lnTo>
                    <a:pt x="568" y="69"/>
                  </a:lnTo>
                  <a:lnTo>
                    <a:pt x="564" y="69"/>
                  </a:lnTo>
                  <a:lnTo>
                    <a:pt x="560" y="72"/>
                  </a:lnTo>
                  <a:lnTo>
                    <a:pt x="508" y="102"/>
                  </a:lnTo>
                  <a:lnTo>
                    <a:pt x="489" y="91"/>
                  </a:lnTo>
                  <a:lnTo>
                    <a:pt x="468" y="81"/>
                  </a:lnTo>
                  <a:lnTo>
                    <a:pt x="448" y="74"/>
                  </a:lnTo>
                  <a:lnTo>
                    <a:pt x="427" y="67"/>
                  </a:lnTo>
                  <a:lnTo>
                    <a:pt x="412" y="10"/>
                  </a:lnTo>
                  <a:lnTo>
                    <a:pt x="409" y="6"/>
                  </a:lnTo>
                  <a:lnTo>
                    <a:pt x="407" y="3"/>
                  </a:lnTo>
                  <a:lnTo>
                    <a:pt x="403" y="1"/>
                  </a:lnTo>
                  <a:lnTo>
                    <a:pt x="399" y="0"/>
                  </a:lnTo>
                  <a:lnTo>
                    <a:pt x="313" y="0"/>
                  </a:lnTo>
                  <a:lnTo>
                    <a:pt x="309" y="1"/>
                  </a:lnTo>
                  <a:lnTo>
                    <a:pt x="304" y="3"/>
                  </a:lnTo>
                  <a:lnTo>
                    <a:pt x="301" y="6"/>
                  </a:lnTo>
                  <a:lnTo>
                    <a:pt x="299" y="10"/>
                  </a:lnTo>
                  <a:lnTo>
                    <a:pt x="285" y="67"/>
                  </a:lnTo>
                  <a:lnTo>
                    <a:pt x="263" y="74"/>
                  </a:lnTo>
                  <a:lnTo>
                    <a:pt x="242" y="81"/>
                  </a:lnTo>
                  <a:lnTo>
                    <a:pt x="222" y="91"/>
                  </a:lnTo>
                  <a:lnTo>
                    <a:pt x="202" y="102"/>
                  </a:lnTo>
                  <a:lnTo>
                    <a:pt x="152" y="72"/>
                  </a:lnTo>
                  <a:lnTo>
                    <a:pt x="148" y="69"/>
                  </a:lnTo>
                  <a:lnTo>
                    <a:pt x="142" y="69"/>
                  </a:lnTo>
                  <a:lnTo>
                    <a:pt x="138" y="71"/>
                  </a:lnTo>
                  <a:lnTo>
                    <a:pt x="135" y="74"/>
                  </a:lnTo>
                  <a:lnTo>
                    <a:pt x="74" y="134"/>
                  </a:lnTo>
                  <a:lnTo>
                    <a:pt x="71" y="138"/>
                  </a:lnTo>
                  <a:lnTo>
                    <a:pt x="70" y="142"/>
                  </a:lnTo>
                  <a:lnTo>
                    <a:pt x="70" y="147"/>
                  </a:lnTo>
                  <a:lnTo>
                    <a:pt x="71" y="151"/>
                  </a:lnTo>
                  <a:lnTo>
                    <a:pt x="103" y="201"/>
                  </a:lnTo>
                  <a:lnTo>
                    <a:pt x="92" y="222"/>
                  </a:lnTo>
                  <a:lnTo>
                    <a:pt x="82" y="242"/>
                  </a:lnTo>
                  <a:lnTo>
                    <a:pt x="75" y="263"/>
                  </a:lnTo>
                  <a:lnTo>
                    <a:pt x="68" y="284"/>
                  </a:lnTo>
                  <a:lnTo>
                    <a:pt x="10" y="299"/>
                  </a:lnTo>
                  <a:lnTo>
                    <a:pt x="6" y="300"/>
                  </a:lnTo>
                  <a:lnTo>
                    <a:pt x="3" y="303"/>
                  </a:lnTo>
                  <a:lnTo>
                    <a:pt x="1" y="308"/>
                  </a:lnTo>
                  <a:lnTo>
                    <a:pt x="0" y="312"/>
                  </a:lnTo>
                  <a:lnTo>
                    <a:pt x="0" y="398"/>
                  </a:lnTo>
                  <a:lnTo>
                    <a:pt x="1" y="402"/>
                  </a:lnTo>
                  <a:lnTo>
                    <a:pt x="3" y="407"/>
                  </a:lnTo>
                  <a:lnTo>
                    <a:pt x="6" y="410"/>
                  </a:lnTo>
                  <a:lnTo>
                    <a:pt x="10" y="412"/>
                  </a:lnTo>
                  <a:lnTo>
                    <a:pt x="68" y="426"/>
                  </a:lnTo>
                  <a:lnTo>
                    <a:pt x="75" y="447"/>
                  </a:lnTo>
                  <a:lnTo>
                    <a:pt x="82" y="469"/>
                  </a:lnTo>
                  <a:lnTo>
                    <a:pt x="92" y="488"/>
                  </a:lnTo>
                  <a:lnTo>
                    <a:pt x="103" y="509"/>
                  </a:lnTo>
                  <a:lnTo>
                    <a:pt x="71" y="559"/>
                  </a:lnTo>
                  <a:lnTo>
                    <a:pt x="70" y="563"/>
                  </a:lnTo>
                  <a:lnTo>
                    <a:pt x="70" y="568"/>
                  </a:lnTo>
                  <a:lnTo>
                    <a:pt x="71" y="573"/>
                  </a:lnTo>
                  <a:lnTo>
                    <a:pt x="74" y="576"/>
                  </a:lnTo>
                  <a:lnTo>
                    <a:pt x="135" y="637"/>
                  </a:lnTo>
                  <a:lnTo>
                    <a:pt x="138" y="639"/>
                  </a:lnTo>
                  <a:lnTo>
                    <a:pt x="142" y="641"/>
                  </a:lnTo>
                  <a:lnTo>
                    <a:pt x="148" y="641"/>
                  </a:lnTo>
                  <a:lnTo>
                    <a:pt x="152" y="638"/>
                  </a:lnTo>
                  <a:lnTo>
                    <a:pt x="202" y="608"/>
                  </a:lnTo>
                  <a:lnTo>
                    <a:pt x="222" y="619"/>
                  </a:lnTo>
                  <a:lnTo>
                    <a:pt x="242" y="629"/>
                  </a:lnTo>
                  <a:lnTo>
                    <a:pt x="263" y="636"/>
                  </a:lnTo>
                  <a:lnTo>
                    <a:pt x="285" y="643"/>
                  </a:lnTo>
                  <a:lnTo>
                    <a:pt x="299" y="700"/>
                  </a:lnTo>
                  <a:lnTo>
                    <a:pt x="301" y="704"/>
                  </a:lnTo>
                  <a:lnTo>
                    <a:pt x="304" y="708"/>
                  </a:lnTo>
                  <a:lnTo>
                    <a:pt x="309" y="710"/>
                  </a:lnTo>
                  <a:lnTo>
                    <a:pt x="313" y="710"/>
                  </a:lnTo>
                  <a:lnTo>
                    <a:pt x="399" y="710"/>
                  </a:lnTo>
                  <a:lnTo>
                    <a:pt x="403" y="710"/>
                  </a:lnTo>
                  <a:lnTo>
                    <a:pt x="407" y="708"/>
                  </a:lnTo>
                  <a:lnTo>
                    <a:pt x="409" y="704"/>
                  </a:lnTo>
                  <a:lnTo>
                    <a:pt x="412" y="700"/>
                  </a:lnTo>
                  <a:lnTo>
                    <a:pt x="427" y="643"/>
                  </a:lnTo>
                  <a:lnTo>
                    <a:pt x="448" y="636"/>
                  </a:lnTo>
                  <a:lnTo>
                    <a:pt x="468" y="629"/>
                  </a:lnTo>
                  <a:lnTo>
                    <a:pt x="489" y="619"/>
                  </a:lnTo>
                  <a:lnTo>
                    <a:pt x="508" y="608"/>
                  </a:lnTo>
                  <a:lnTo>
                    <a:pt x="560" y="638"/>
                  </a:lnTo>
                  <a:lnTo>
                    <a:pt x="564" y="641"/>
                  </a:lnTo>
                  <a:lnTo>
                    <a:pt x="568" y="641"/>
                  </a:lnTo>
                  <a:lnTo>
                    <a:pt x="572" y="639"/>
                  </a:lnTo>
                  <a:lnTo>
                    <a:pt x="577" y="637"/>
                  </a:lnTo>
                  <a:lnTo>
                    <a:pt x="637" y="576"/>
                  </a:lnTo>
                  <a:lnTo>
                    <a:pt x="640" y="573"/>
                  </a:lnTo>
                  <a:lnTo>
                    <a:pt x="641" y="568"/>
                  </a:lnTo>
                  <a:lnTo>
                    <a:pt x="641" y="563"/>
                  </a:lnTo>
                  <a:lnTo>
                    <a:pt x="639" y="559"/>
                  </a:lnTo>
                  <a:lnTo>
                    <a:pt x="609" y="509"/>
                  </a:lnTo>
                  <a:lnTo>
                    <a:pt x="620" y="488"/>
                  </a:lnTo>
                  <a:lnTo>
                    <a:pt x="628" y="469"/>
                  </a:lnTo>
                  <a:lnTo>
                    <a:pt x="637" y="447"/>
                  </a:lnTo>
                  <a:lnTo>
                    <a:pt x="642" y="426"/>
                  </a:lnTo>
                  <a:lnTo>
                    <a:pt x="700" y="412"/>
                  </a:lnTo>
                  <a:lnTo>
                    <a:pt x="704" y="410"/>
                  </a:lnTo>
                  <a:lnTo>
                    <a:pt x="708" y="407"/>
                  </a:lnTo>
                  <a:lnTo>
                    <a:pt x="710" y="402"/>
                  </a:lnTo>
                  <a:lnTo>
                    <a:pt x="711" y="398"/>
                  </a:lnTo>
                  <a:lnTo>
                    <a:pt x="711" y="312"/>
                  </a:lnTo>
                  <a:lnTo>
                    <a:pt x="710" y="308"/>
                  </a:lnTo>
                  <a:lnTo>
                    <a:pt x="708" y="303"/>
                  </a:lnTo>
                  <a:lnTo>
                    <a:pt x="704" y="300"/>
                  </a:lnTo>
                  <a:lnTo>
                    <a:pt x="700" y="299"/>
                  </a:lnTo>
                  <a:close/>
                  <a:moveTo>
                    <a:pt x="683" y="387"/>
                  </a:moveTo>
                  <a:lnTo>
                    <a:pt x="627" y="401"/>
                  </a:lnTo>
                  <a:lnTo>
                    <a:pt x="624" y="402"/>
                  </a:lnTo>
                  <a:lnTo>
                    <a:pt x="621" y="404"/>
                  </a:lnTo>
                  <a:lnTo>
                    <a:pt x="619" y="408"/>
                  </a:lnTo>
                  <a:lnTo>
                    <a:pt x="618" y="412"/>
                  </a:lnTo>
                  <a:lnTo>
                    <a:pt x="614" y="424"/>
                  </a:lnTo>
                  <a:lnTo>
                    <a:pt x="611" y="434"/>
                  </a:lnTo>
                  <a:lnTo>
                    <a:pt x="608" y="446"/>
                  </a:lnTo>
                  <a:lnTo>
                    <a:pt x="604" y="458"/>
                  </a:lnTo>
                  <a:lnTo>
                    <a:pt x="598" y="469"/>
                  </a:lnTo>
                  <a:lnTo>
                    <a:pt x="593" y="480"/>
                  </a:lnTo>
                  <a:lnTo>
                    <a:pt x="587" y="490"/>
                  </a:lnTo>
                  <a:lnTo>
                    <a:pt x="581" y="501"/>
                  </a:lnTo>
                  <a:lnTo>
                    <a:pt x="579" y="504"/>
                  </a:lnTo>
                  <a:lnTo>
                    <a:pt x="578" y="507"/>
                  </a:lnTo>
                  <a:lnTo>
                    <a:pt x="579" y="512"/>
                  </a:lnTo>
                  <a:lnTo>
                    <a:pt x="580" y="515"/>
                  </a:lnTo>
                  <a:lnTo>
                    <a:pt x="610" y="564"/>
                  </a:lnTo>
                  <a:lnTo>
                    <a:pt x="565" y="609"/>
                  </a:lnTo>
                  <a:lnTo>
                    <a:pt x="516" y="580"/>
                  </a:lnTo>
                  <a:lnTo>
                    <a:pt x="512" y="578"/>
                  </a:lnTo>
                  <a:lnTo>
                    <a:pt x="508" y="578"/>
                  </a:lnTo>
                  <a:lnTo>
                    <a:pt x="505" y="578"/>
                  </a:lnTo>
                  <a:lnTo>
                    <a:pt x="501" y="580"/>
                  </a:lnTo>
                  <a:lnTo>
                    <a:pt x="491" y="587"/>
                  </a:lnTo>
                  <a:lnTo>
                    <a:pt x="480" y="592"/>
                  </a:lnTo>
                  <a:lnTo>
                    <a:pt x="469" y="598"/>
                  </a:lnTo>
                  <a:lnTo>
                    <a:pt x="458" y="603"/>
                  </a:lnTo>
                  <a:lnTo>
                    <a:pt x="447" y="607"/>
                  </a:lnTo>
                  <a:lnTo>
                    <a:pt x="435" y="612"/>
                  </a:lnTo>
                  <a:lnTo>
                    <a:pt x="423" y="615"/>
                  </a:lnTo>
                  <a:lnTo>
                    <a:pt x="412" y="617"/>
                  </a:lnTo>
                  <a:lnTo>
                    <a:pt x="408" y="618"/>
                  </a:lnTo>
                  <a:lnTo>
                    <a:pt x="405" y="621"/>
                  </a:lnTo>
                  <a:lnTo>
                    <a:pt x="403" y="623"/>
                  </a:lnTo>
                  <a:lnTo>
                    <a:pt x="401" y="628"/>
                  </a:lnTo>
                  <a:lnTo>
                    <a:pt x="388" y="682"/>
                  </a:lnTo>
                  <a:lnTo>
                    <a:pt x="324" y="682"/>
                  </a:lnTo>
                  <a:lnTo>
                    <a:pt x="310" y="628"/>
                  </a:lnTo>
                  <a:lnTo>
                    <a:pt x="309" y="623"/>
                  </a:lnTo>
                  <a:lnTo>
                    <a:pt x="306" y="621"/>
                  </a:lnTo>
                  <a:lnTo>
                    <a:pt x="303" y="618"/>
                  </a:lnTo>
                  <a:lnTo>
                    <a:pt x="299" y="617"/>
                  </a:lnTo>
                  <a:lnTo>
                    <a:pt x="287" y="615"/>
                  </a:lnTo>
                  <a:lnTo>
                    <a:pt x="275" y="612"/>
                  </a:lnTo>
                  <a:lnTo>
                    <a:pt x="265" y="607"/>
                  </a:lnTo>
                  <a:lnTo>
                    <a:pt x="253" y="603"/>
                  </a:lnTo>
                  <a:lnTo>
                    <a:pt x="242" y="598"/>
                  </a:lnTo>
                  <a:lnTo>
                    <a:pt x="231" y="592"/>
                  </a:lnTo>
                  <a:lnTo>
                    <a:pt x="221" y="587"/>
                  </a:lnTo>
                  <a:lnTo>
                    <a:pt x="210" y="580"/>
                  </a:lnTo>
                  <a:lnTo>
                    <a:pt x="207" y="578"/>
                  </a:lnTo>
                  <a:lnTo>
                    <a:pt x="202" y="578"/>
                  </a:lnTo>
                  <a:lnTo>
                    <a:pt x="199" y="578"/>
                  </a:lnTo>
                  <a:lnTo>
                    <a:pt x="196" y="580"/>
                  </a:lnTo>
                  <a:lnTo>
                    <a:pt x="147" y="609"/>
                  </a:lnTo>
                  <a:lnTo>
                    <a:pt x="101" y="564"/>
                  </a:lnTo>
                  <a:lnTo>
                    <a:pt x="130" y="515"/>
                  </a:lnTo>
                  <a:lnTo>
                    <a:pt x="133" y="512"/>
                  </a:lnTo>
                  <a:lnTo>
                    <a:pt x="133" y="507"/>
                  </a:lnTo>
                  <a:lnTo>
                    <a:pt x="132" y="504"/>
                  </a:lnTo>
                  <a:lnTo>
                    <a:pt x="130" y="501"/>
                  </a:lnTo>
                  <a:lnTo>
                    <a:pt x="124" y="490"/>
                  </a:lnTo>
                  <a:lnTo>
                    <a:pt x="119" y="480"/>
                  </a:lnTo>
                  <a:lnTo>
                    <a:pt x="112" y="469"/>
                  </a:lnTo>
                  <a:lnTo>
                    <a:pt x="108" y="458"/>
                  </a:lnTo>
                  <a:lnTo>
                    <a:pt x="104" y="446"/>
                  </a:lnTo>
                  <a:lnTo>
                    <a:pt x="99" y="434"/>
                  </a:lnTo>
                  <a:lnTo>
                    <a:pt x="96" y="424"/>
                  </a:lnTo>
                  <a:lnTo>
                    <a:pt x="94" y="412"/>
                  </a:lnTo>
                  <a:lnTo>
                    <a:pt x="92" y="408"/>
                  </a:lnTo>
                  <a:lnTo>
                    <a:pt x="90" y="404"/>
                  </a:lnTo>
                  <a:lnTo>
                    <a:pt x="86" y="402"/>
                  </a:lnTo>
                  <a:lnTo>
                    <a:pt x="83" y="401"/>
                  </a:lnTo>
                  <a:lnTo>
                    <a:pt x="27" y="387"/>
                  </a:lnTo>
                  <a:lnTo>
                    <a:pt x="27" y="323"/>
                  </a:lnTo>
                  <a:lnTo>
                    <a:pt x="83" y="309"/>
                  </a:lnTo>
                  <a:lnTo>
                    <a:pt x="86" y="308"/>
                  </a:lnTo>
                  <a:lnTo>
                    <a:pt x="90" y="306"/>
                  </a:lnTo>
                  <a:lnTo>
                    <a:pt x="92" y="302"/>
                  </a:lnTo>
                  <a:lnTo>
                    <a:pt x="94" y="299"/>
                  </a:lnTo>
                  <a:lnTo>
                    <a:pt x="96" y="287"/>
                  </a:lnTo>
                  <a:lnTo>
                    <a:pt x="99" y="276"/>
                  </a:lnTo>
                  <a:lnTo>
                    <a:pt x="104" y="264"/>
                  </a:lnTo>
                  <a:lnTo>
                    <a:pt x="108" y="252"/>
                  </a:lnTo>
                  <a:lnTo>
                    <a:pt x="112" y="241"/>
                  </a:lnTo>
                  <a:lnTo>
                    <a:pt x="119" y="230"/>
                  </a:lnTo>
                  <a:lnTo>
                    <a:pt x="124" y="220"/>
                  </a:lnTo>
                  <a:lnTo>
                    <a:pt x="130" y="210"/>
                  </a:lnTo>
                  <a:lnTo>
                    <a:pt x="132" y="206"/>
                  </a:lnTo>
                  <a:lnTo>
                    <a:pt x="133" y="203"/>
                  </a:lnTo>
                  <a:lnTo>
                    <a:pt x="133" y="198"/>
                  </a:lnTo>
                  <a:lnTo>
                    <a:pt x="130" y="195"/>
                  </a:lnTo>
                  <a:lnTo>
                    <a:pt x="101" y="146"/>
                  </a:lnTo>
                  <a:lnTo>
                    <a:pt x="147" y="101"/>
                  </a:lnTo>
                  <a:lnTo>
                    <a:pt x="196" y="130"/>
                  </a:lnTo>
                  <a:lnTo>
                    <a:pt x="199" y="132"/>
                  </a:lnTo>
                  <a:lnTo>
                    <a:pt x="202" y="132"/>
                  </a:lnTo>
                  <a:lnTo>
                    <a:pt x="207" y="132"/>
                  </a:lnTo>
                  <a:lnTo>
                    <a:pt x="210" y="130"/>
                  </a:lnTo>
                  <a:lnTo>
                    <a:pt x="221" y="123"/>
                  </a:lnTo>
                  <a:lnTo>
                    <a:pt x="231" y="118"/>
                  </a:lnTo>
                  <a:lnTo>
                    <a:pt x="242" y="112"/>
                  </a:lnTo>
                  <a:lnTo>
                    <a:pt x="253" y="107"/>
                  </a:lnTo>
                  <a:lnTo>
                    <a:pt x="265" y="103"/>
                  </a:lnTo>
                  <a:lnTo>
                    <a:pt x="275" y="99"/>
                  </a:lnTo>
                  <a:lnTo>
                    <a:pt x="287" y="95"/>
                  </a:lnTo>
                  <a:lnTo>
                    <a:pt x="299" y="93"/>
                  </a:lnTo>
                  <a:lnTo>
                    <a:pt x="303" y="92"/>
                  </a:lnTo>
                  <a:lnTo>
                    <a:pt x="306" y="90"/>
                  </a:lnTo>
                  <a:lnTo>
                    <a:pt x="309" y="87"/>
                  </a:lnTo>
                  <a:lnTo>
                    <a:pt x="310" y="82"/>
                  </a:lnTo>
                  <a:lnTo>
                    <a:pt x="324" y="28"/>
                  </a:lnTo>
                  <a:lnTo>
                    <a:pt x="388" y="28"/>
                  </a:lnTo>
                  <a:lnTo>
                    <a:pt x="401" y="82"/>
                  </a:lnTo>
                  <a:lnTo>
                    <a:pt x="403" y="87"/>
                  </a:lnTo>
                  <a:lnTo>
                    <a:pt x="405" y="90"/>
                  </a:lnTo>
                  <a:lnTo>
                    <a:pt x="408" y="92"/>
                  </a:lnTo>
                  <a:lnTo>
                    <a:pt x="412" y="93"/>
                  </a:lnTo>
                  <a:lnTo>
                    <a:pt x="423" y="95"/>
                  </a:lnTo>
                  <a:lnTo>
                    <a:pt x="435" y="99"/>
                  </a:lnTo>
                  <a:lnTo>
                    <a:pt x="447" y="103"/>
                  </a:lnTo>
                  <a:lnTo>
                    <a:pt x="458" y="107"/>
                  </a:lnTo>
                  <a:lnTo>
                    <a:pt x="469" y="112"/>
                  </a:lnTo>
                  <a:lnTo>
                    <a:pt x="480" y="118"/>
                  </a:lnTo>
                  <a:lnTo>
                    <a:pt x="491" y="123"/>
                  </a:lnTo>
                  <a:lnTo>
                    <a:pt x="501" y="130"/>
                  </a:lnTo>
                  <a:lnTo>
                    <a:pt x="505" y="132"/>
                  </a:lnTo>
                  <a:lnTo>
                    <a:pt x="508" y="132"/>
                  </a:lnTo>
                  <a:lnTo>
                    <a:pt x="512" y="132"/>
                  </a:lnTo>
                  <a:lnTo>
                    <a:pt x="516" y="130"/>
                  </a:lnTo>
                  <a:lnTo>
                    <a:pt x="565" y="101"/>
                  </a:lnTo>
                  <a:lnTo>
                    <a:pt x="610" y="146"/>
                  </a:lnTo>
                  <a:lnTo>
                    <a:pt x="580" y="195"/>
                  </a:lnTo>
                  <a:lnTo>
                    <a:pt x="579" y="198"/>
                  </a:lnTo>
                  <a:lnTo>
                    <a:pt x="578" y="203"/>
                  </a:lnTo>
                  <a:lnTo>
                    <a:pt x="579" y="206"/>
                  </a:lnTo>
                  <a:lnTo>
                    <a:pt x="581" y="210"/>
                  </a:lnTo>
                  <a:lnTo>
                    <a:pt x="587" y="220"/>
                  </a:lnTo>
                  <a:lnTo>
                    <a:pt x="593" y="230"/>
                  </a:lnTo>
                  <a:lnTo>
                    <a:pt x="598" y="241"/>
                  </a:lnTo>
                  <a:lnTo>
                    <a:pt x="604" y="252"/>
                  </a:lnTo>
                  <a:lnTo>
                    <a:pt x="608" y="264"/>
                  </a:lnTo>
                  <a:lnTo>
                    <a:pt x="611" y="276"/>
                  </a:lnTo>
                  <a:lnTo>
                    <a:pt x="614" y="287"/>
                  </a:lnTo>
                  <a:lnTo>
                    <a:pt x="618" y="299"/>
                  </a:lnTo>
                  <a:lnTo>
                    <a:pt x="619" y="302"/>
                  </a:lnTo>
                  <a:lnTo>
                    <a:pt x="621" y="306"/>
                  </a:lnTo>
                  <a:lnTo>
                    <a:pt x="624" y="308"/>
                  </a:lnTo>
                  <a:lnTo>
                    <a:pt x="627" y="309"/>
                  </a:lnTo>
                  <a:lnTo>
                    <a:pt x="683" y="323"/>
                  </a:lnTo>
                  <a:lnTo>
                    <a:pt x="683" y="3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138">
              <a:extLst>
                <a:ext uri="{FF2B5EF4-FFF2-40B4-BE49-F238E27FC236}">
                  <a16:creationId xmlns:a16="http://schemas.microsoft.com/office/drawing/2014/main" id="{B12147CB-164C-474F-BD56-0804FE23D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3319463"/>
              <a:ext cx="219075" cy="219075"/>
            </a:xfrm>
            <a:custGeom>
              <a:avLst/>
              <a:gdLst>
                <a:gd name="T0" fmla="*/ 183 w 416"/>
                <a:gd name="T1" fmla="*/ 1 h 416"/>
                <a:gd name="T2" fmla="*/ 149 w 416"/>
                <a:gd name="T3" fmla="*/ 8 h 416"/>
                <a:gd name="T4" fmla="*/ 115 w 416"/>
                <a:gd name="T5" fmla="*/ 21 h 416"/>
                <a:gd name="T6" fmla="*/ 108 w 416"/>
                <a:gd name="T7" fmla="*/ 34 h 416"/>
                <a:gd name="T8" fmla="*/ 117 w 416"/>
                <a:gd name="T9" fmla="*/ 47 h 416"/>
                <a:gd name="T10" fmla="*/ 137 w 416"/>
                <a:gd name="T11" fmla="*/ 42 h 416"/>
                <a:gd name="T12" fmla="*/ 166 w 416"/>
                <a:gd name="T13" fmla="*/ 32 h 416"/>
                <a:gd name="T14" fmla="*/ 197 w 416"/>
                <a:gd name="T15" fmla="*/ 28 h 416"/>
                <a:gd name="T16" fmla="*/ 244 w 416"/>
                <a:gd name="T17" fmla="*/ 31 h 416"/>
                <a:gd name="T18" fmla="*/ 294 w 416"/>
                <a:gd name="T19" fmla="*/ 49 h 416"/>
                <a:gd name="T20" fmla="*/ 335 w 416"/>
                <a:gd name="T21" fmla="*/ 80 h 416"/>
                <a:gd name="T22" fmla="*/ 367 w 416"/>
                <a:gd name="T23" fmla="*/ 122 h 416"/>
                <a:gd name="T24" fmla="*/ 385 w 416"/>
                <a:gd name="T25" fmla="*/ 171 h 416"/>
                <a:gd name="T26" fmla="*/ 387 w 416"/>
                <a:gd name="T27" fmla="*/ 226 h 416"/>
                <a:gd name="T28" fmla="*/ 374 w 416"/>
                <a:gd name="T29" fmla="*/ 278 h 416"/>
                <a:gd name="T30" fmla="*/ 347 w 416"/>
                <a:gd name="T31" fmla="*/ 323 h 416"/>
                <a:gd name="T32" fmla="*/ 309 w 416"/>
                <a:gd name="T33" fmla="*/ 358 h 416"/>
                <a:gd name="T34" fmla="*/ 261 w 416"/>
                <a:gd name="T35" fmla="*/ 381 h 416"/>
                <a:gd name="T36" fmla="*/ 208 w 416"/>
                <a:gd name="T37" fmla="*/ 388 h 416"/>
                <a:gd name="T38" fmla="*/ 154 w 416"/>
                <a:gd name="T39" fmla="*/ 381 h 416"/>
                <a:gd name="T40" fmla="*/ 107 w 416"/>
                <a:gd name="T41" fmla="*/ 358 h 416"/>
                <a:gd name="T42" fmla="*/ 68 w 416"/>
                <a:gd name="T43" fmla="*/ 323 h 416"/>
                <a:gd name="T44" fmla="*/ 41 w 416"/>
                <a:gd name="T45" fmla="*/ 278 h 416"/>
                <a:gd name="T46" fmla="*/ 27 w 416"/>
                <a:gd name="T47" fmla="*/ 226 h 416"/>
                <a:gd name="T48" fmla="*/ 29 w 416"/>
                <a:gd name="T49" fmla="*/ 184 h 416"/>
                <a:gd name="T50" fmla="*/ 37 w 416"/>
                <a:gd name="T51" fmla="*/ 149 h 416"/>
                <a:gd name="T52" fmla="*/ 52 w 416"/>
                <a:gd name="T53" fmla="*/ 117 h 416"/>
                <a:gd name="T54" fmla="*/ 51 w 416"/>
                <a:gd name="T55" fmla="*/ 101 h 416"/>
                <a:gd name="T56" fmla="*/ 37 w 416"/>
                <a:gd name="T57" fmla="*/ 95 h 416"/>
                <a:gd name="T58" fmla="*/ 21 w 416"/>
                <a:gd name="T59" fmla="*/ 115 h 416"/>
                <a:gd name="T60" fmla="*/ 7 w 416"/>
                <a:gd name="T61" fmla="*/ 153 h 416"/>
                <a:gd name="T62" fmla="*/ 0 w 416"/>
                <a:gd name="T63" fmla="*/ 194 h 416"/>
                <a:gd name="T64" fmla="*/ 4 w 416"/>
                <a:gd name="T65" fmla="*/ 250 h 416"/>
                <a:gd name="T66" fmla="*/ 24 w 416"/>
                <a:gd name="T67" fmla="*/ 307 h 416"/>
                <a:gd name="T68" fmla="*/ 61 w 416"/>
                <a:gd name="T69" fmla="*/ 355 h 416"/>
                <a:gd name="T70" fmla="*/ 108 w 416"/>
                <a:gd name="T71" fmla="*/ 392 h 416"/>
                <a:gd name="T72" fmla="*/ 166 w 416"/>
                <a:gd name="T73" fmla="*/ 412 h 416"/>
                <a:gd name="T74" fmla="*/ 229 w 416"/>
                <a:gd name="T75" fmla="*/ 415 h 416"/>
                <a:gd name="T76" fmla="*/ 288 w 416"/>
                <a:gd name="T77" fmla="*/ 400 h 416"/>
                <a:gd name="T78" fmla="*/ 340 w 416"/>
                <a:gd name="T79" fmla="*/ 369 h 416"/>
                <a:gd name="T80" fmla="*/ 380 w 416"/>
                <a:gd name="T81" fmla="*/ 324 h 416"/>
                <a:gd name="T82" fmla="*/ 406 w 416"/>
                <a:gd name="T83" fmla="*/ 270 h 416"/>
                <a:gd name="T84" fmla="*/ 416 w 416"/>
                <a:gd name="T85" fmla="*/ 208 h 416"/>
                <a:gd name="T86" fmla="*/ 406 w 416"/>
                <a:gd name="T87" fmla="*/ 146 h 416"/>
                <a:gd name="T88" fmla="*/ 380 w 416"/>
                <a:gd name="T89" fmla="*/ 92 h 416"/>
                <a:gd name="T90" fmla="*/ 340 w 416"/>
                <a:gd name="T91" fmla="*/ 47 h 416"/>
                <a:gd name="T92" fmla="*/ 288 w 416"/>
                <a:gd name="T93" fmla="*/ 16 h 416"/>
                <a:gd name="T94" fmla="*/ 229 w 416"/>
                <a:gd name="T95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6" h="416">
                  <a:moveTo>
                    <a:pt x="208" y="0"/>
                  </a:moveTo>
                  <a:lnTo>
                    <a:pt x="195" y="0"/>
                  </a:lnTo>
                  <a:lnTo>
                    <a:pt x="183" y="1"/>
                  </a:lnTo>
                  <a:lnTo>
                    <a:pt x="171" y="3"/>
                  </a:lnTo>
                  <a:lnTo>
                    <a:pt x="161" y="5"/>
                  </a:lnTo>
                  <a:lnTo>
                    <a:pt x="149" y="8"/>
                  </a:lnTo>
                  <a:lnTo>
                    <a:pt x="137" y="12"/>
                  </a:lnTo>
                  <a:lnTo>
                    <a:pt x="126" y="16"/>
                  </a:lnTo>
                  <a:lnTo>
                    <a:pt x="115" y="21"/>
                  </a:lnTo>
                  <a:lnTo>
                    <a:pt x="111" y="24"/>
                  </a:lnTo>
                  <a:lnTo>
                    <a:pt x="108" y="29"/>
                  </a:lnTo>
                  <a:lnTo>
                    <a:pt x="108" y="34"/>
                  </a:lnTo>
                  <a:lnTo>
                    <a:pt x="109" y="39"/>
                  </a:lnTo>
                  <a:lnTo>
                    <a:pt x="112" y="44"/>
                  </a:lnTo>
                  <a:lnTo>
                    <a:pt x="117" y="47"/>
                  </a:lnTo>
                  <a:lnTo>
                    <a:pt x="122" y="48"/>
                  </a:lnTo>
                  <a:lnTo>
                    <a:pt x="127" y="46"/>
                  </a:lnTo>
                  <a:lnTo>
                    <a:pt x="137" y="42"/>
                  </a:lnTo>
                  <a:lnTo>
                    <a:pt x="147" y="38"/>
                  </a:lnTo>
                  <a:lnTo>
                    <a:pt x="156" y="35"/>
                  </a:lnTo>
                  <a:lnTo>
                    <a:pt x="166" y="32"/>
                  </a:lnTo>
                  <a:lnTo>
                    <a:pt x="177" y="30"/>
                  </a:lnTo>
                  <a:lnTo>
                    <a:pt x="186" y="29"/>
                  </a:lnTo>
                  <a:lnTo>
                    <a:pt x="197" y="28"/>
                  </a:lnTo>
                  <a:lnTo>
                    <a:pt x="208" y="28"/>
                  </a:lnTo>
                  <a:lnTo>
                    <a:pt x="226" y="29"/>
                  </a:lnTo>
                  <a:lnTo>
                    <a:pt x="244" y="31"/>
                  </a:lnTo>
                  <a:lnTo>
                    <a:pt x="261" y="35"/>
                  </a:lnTo>
                  <a:lnTo>
                    <a:pt x="277" y="42"/>
                  </a:lnTo>
                  <a:lnTo>
                    <a:pt x="294" y="49"/>
                  </a:lnTo>
                  <a:lnTo>
                    <a:pt x="309" y="59"/>
                  </a:lnTo>
                  <a:lnTo>
                    <a:pt x="323" y="68"/>
                  </a:lnTo>
                  <a:lnTo>
                    <a:pt x="335" y="80"/>
                  </a:lnTo>
                  <a:lnTo>
                    <a:pt x="347" y="93"/>
                  </a:lnTo>
                  <a:lnTo>
                    <a:pt x="357" y="107"/>
                  </a:lnTo>
                  <a:lnTo>
                    <a:pt x="367" y="122"/>
                  </a:lnTo>
                  <a:lnTo>
                    <a:pt x="374" y="138"/>
                  </a:lnTo>
                  <a:lnTo>
                    <a:pt x="379" y="154"/>
                  </a:lnTo>
                  <a:lnTo>
                    <a:pt x="385" y="171"/>
                  </a:lnTo>
                  <a:lnTo>
                    <a:pt x="387" y="190"/>
                  </a:lnTo>
                  <a:lnTo>
                    <a:pt x="388" y="208"/>
                  </a:lnTo>
                  <a:lnTo>
                    <a:pt x="387" y="226"/>
                  </a:lnTo>
                  <a:lnTo>
                    <a:pt x="385" y="245"/>
                  </a:lnTo>
                  <a:lnTo>
                    <a:pt x="379" y="262"/>
                  </a:lnTo>
                  <a:lnTo>
                    <a:pt x="374" y="278"/>
                  </a:lnTo>
                  <a:lnTo>
                    <a:pt x="367" y="294"/>
                  </a:lnTo>
                  <a:lnTo>
                    <a:pt x="357" y="309"/>
                  </a:lnTo>
                  <a:lnTo>
                    <a:pt x="347" y="323"/>
                  </a:lnTo>
                  <a:lnTo>
                    <a:pt x="335" y="336"/>
                  </a:lnTo>
                  <a:lnTo>
                    <a:pt x="323" y="348"/>
                  </a:lnTo>
                  <a:lnTo>
                    <a:pt x="309" y="358"/>
                  </a:lnTo>
                  <a:lnTo>
                    <a:pt x="294" y="367"/>
                  </a:lnTo>
                  <a:lnTo>
                    <a:pt x="277" y="374"/>
                  </a:lnTo>
                  <a:lnTo>
                    <a:pt x="261" y="381"/>
                  </a:lnTo>
                  <a:lnTo>
                    <a:pt x="244" y="385"/>
                  </a:lnTo>
                  <a:lnTo>
                    <a:pt x="226" y="387"/>
                  </a:lnTo>
                  <a:lnTo>
                    <a:pt x="208" y="388"/>
                  </a:lnTo>
                  <a:lnTo>
                    <a:pt x="189" y="387"/>
                  </a:lnTo>
                  <a:lnTo>
                    <a:pt x="171" y="385"/>
                  </a:lnTo>
                  <a:lnTo>
                    <a:pt x="154" y="381"/>
                  </a:lnTo>
                  <a:lnTo>
                    <a:pt x="137" y="374"/>
                  </a:lnTo>
                  <a:lnTo>
                    <a:pt x="122" y="367"/>
                  </a:lnTo>
                  <a:lnTo>
                    <a:pt x="107" y="358"/>
                  </a:lnTo>
                  <a:lnTo>
                    <a:pt x="93" y="348"/>
                  </a:lnTo>
                  <a:lnTo>
                    <a:pt x="80" y="336"/>
                  </a:lnTo>
                  <a:lnTo>
                    <a:pt x="68" y="323"/>
                  </a:lnTo>
                  <a:lnTo>
                    <a:pt x="58" y="309"/>
                  </a:lnTo>
                  <a:lnTo>
                    <a:pt x="49" y="294"/>
                  </a:lnTo>
                  <a:lnTo>
                    <a:pt x="41" y="278"/>
                  </a:lnTo>
                  <a:lnTo>
                    <a:pt x="35" y="262"/>
                  </a:lnTo>
                  <a:lnTo>
                    <a:pt x="31" y="245"/>
                  </a:lnTo>
                  <a:lnTo>
                    <a:pt x="27" y="226"/>
                  </a:lnTo>
                  <a:lnTo>
                    <a:pt x="27" y="208"/>
                  </a:lnTo>
                  <a:lnTo>
                    <a:pt x="27" y="196"/>
                  </a:lnTo>
                  <a:lnTo>
                    <a:pt x="29" y="184"/>
                  </a:lnTo>
                  <a:lnTo>
                    <a:pt x="31" y="173"/>
                  </a:lnTo>
                  <a:lnTo>
                    <a:pt x="33" y="161"/>
                  </a:lnTo>
                  <a:lnTo>
                    <a:pt x="37" y="149"/>
                  </a:lnTo>
                  <a:lnTo>
                    <a:pt x="41" y="138"/>
                  </a:lnTo>
                  <a:lnTo>
                    <a:pt x="46" y="126"/>
                  </a:lnTo>
                  <a:lnTo>
                    <a:pt x="52" y="117"/>
                  </a:lnTo>
                  <a:lnTo>
                    <a:pt x="54" y="111"/>
                  </a:lnTo>
                  <a:lnTo>
                    <a:pt x="53" y="106"/>
                  </a:lnTo>
                  <a:lnTo>
                    <a:pt x="51" y="101"/>
                  </a:lnTo>
                  <a:lnTo>
                    <a:pt x="47" y="97"/>
                  </a:lnTo>
                  <a:lnTo>
                    <a:pt x="41" y="95"/>
                  </a:lnTo>
                  <a:lnTo>
                    <a:pt x="37" y="95"/>
                  </a:lnTo>
                  <a:lnTo>
                    <a:pt x="32" y="98"/>
                  </a:lnTo>
                  <a:lnTo>
                    <a:pt x="29" y="102"/>
                  </a:lnTo>
                  <a:lnTo>
                    <a:pt x="21" y="115"/>
                  </a:lnTo>
                  <a:lnTo>
                    <a:pt x="16" y="126"/>
                  </a:lnTo>
                  <a:lnTo>
                    <a:pt x="10" y="139"/>
                  </a:lnTo>
                  <a:lnTo>
                    <a:pt x="7" y="153"/>
                  </a:lnTo>
                  <a:lnTo>
                    <a:pt x="4" y="166"/>
                  </a:lnTo>
                  <a:lnTo>
                    <a:pt x="1" y="180"/>
                  </a:lnTo>
                  <a:lnTo>
                    <a:pt x="0" y="194"/>
                  </a:lnTo>
                  <a:lnTo>
                    <a:pt x="0" y="208"/>
                  </a:lnTo>
                  <a:lnTo>
                    <a:pt x="1" y="229"/>
                  </a:lnTo>
                  <a:lnTo>
                    <a:pt x="4" y="250"/>
                  </a:lnTo>
                  <a:lnTo>
                    <a:pt x="8" y="270"/>
                  </a:lnTo>
                  <a:lnTo>
                    <a:pt x="16" y="290"/>
                  </a:lnTo>
                  <a:lnTo>
                    <a:pt x="24" y="307"/>
                  </a:lnTo>
                  <a:lnTo>
                    <a:pt x="35" y="324"/>
                  </a:lnTo>
                  <a:lnTo>
                    <a:pt x="47" y="340"/>
                  </a:lnTo>
                  <a:lnTo>
                    <a:pt x="61" y="355"/>
                  </a:lnTo>
                  <a:lnTo>
                    <a:pt x="75" y="369"/>
                  </a:lnTo>
                  <a:lnTo>
                    <a:pt x="91" y="381"/>
                  </a:lnTo>
                  <a:lnTo>
                    <a:pt x="108" y="392"/>
                  </a:lnTo>
                  <a:lnTo>
                    <a:pt x="126" y="400"/>
                  </a:lnTo>
                  <a:lnTo>
                    <a:pt x="146" y="407"/>
                  </a:lnTo>
                  <a:lnTo>
                    <a:pt x="166" y="412"/>
                  </a:lnTo>
                  <a:lnTo>
                    <a:pt x="186" y="415"/>
                  </a:lnTo>
                  <a:lnTo>
                    <a:pt x="208" y="416"/>
                  </a:lnTo>
                  <a:lnTo>
                    <a:pt x="229" y="415"/>
                  </a:lnTo>
                  <a:lnTo>
                    <a:pt x="250" y="412"/>
                  </a:lnTo>
                  <a:lnTo>
                    <a:pt x="269" y="407"/>
                  </a:lnTo>
                  <a:lnTo>
                    <a:pt x="288" y="400"/>
                  </a:lnTo>
                  <a:lnTo>
                    <a:pt x="306" y="392"/>
                  </a:lnTo>
                  <a:lnTo>
                    <a:pt x="324" y="381"/>
                  </a:lnTo>
                  <a:lnTo>
                    <a:pt x="340" y="369"/>
                  </a:lnTo>
                  <a:lnTo>
                    <a:pt x="355" y="355"/>
                  </a:lnTo>
                  <a:lnTo>
                    <a:pt x="368" y="340"/>
                  </a:lnTo>
                  <a:lnTo>
                    <a:pt x="380" y="324"/>
                  </a:lnTo>
                  <a:lnTo>
                    <a:pt x="390" y="307"/>
                  </a:lnTo>
                  <a:lnTo>
                    <a:pt x="400" y="290"/>
                  </a:lnTo>
                  <a:lnTo>
                    <a:pt x="406" y="270"/>
                  </a:lnTo>
                  <a:lnTo>
                    <a:pt x="412" y="250"/>
                  </a:lnTo>
                  <a:lnTo>
                    <a:pt x="415" y="229"/>
                  </a:lnTo>
                  <a:lnTo>
                    <a:pt x="416" y="208"/>
                  </a:lnTo>
                  <a:lnTo>
                    <a:pt x="415" y="187"/>
                  </a:lnTo>
                  <a:lnTo>
                    <a:pt x="412" y="166"/>
                  </a:lnTo>
                  <a:lnTo>
                    <a:pt x="406" y="146"/>
                  </a:lnTo>
                  <a:lnTo>
                    <a:pt x="400" y="127"/>
                  </a:lnTo>
                  <a:lnTo>
                    <a:pt x="390" y="109"/>
                  </a:lnTo>
                  <a:lnTo>
                    <a:pt x="380" y="92"/>
                  </a:lnTo>
                  <a:lnTo>
                    <a:pt x="368" y="76"/>
                  </a:lnTo>
                  <a:lnTo>
                    <a:pt x="355" y="61"/>
                  </a:lnTo>
                  <a:lnTo>
                    <a:pt x="340" y="47"/>
                  </a:lnTo>
                  <a:lnTo>
                    <a:pt x="324" y="35"/>
                  </a:lnTo>
                  <a:lnTo>
                    <a:pt x="306" y="24"/>
                  </a:lnTo>
                  <a:lnTo>
                    <a:pt x="288" y="16"/>
                  </a:lnTo>
                  <a:lnTo>
                    <a:pt x="269" y="9"/>
                  </a:lnTo>
                  <a:lnTo>
                    <a:pt x="250" y="4"/>
                  </a:lnTo>
                  <a:lnTo>
                    <a:pt x="229" y="1"/>
                  </a:lnTo>
                  <a:lnTo>
                    <a:pt x="20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139">
              <a:extLst>
                <a:ext uri="{FF2B5EF4-FFF2-40B4-BE49-F238E27FC236}">
                  <a16:creationId xmlns:a16="http://schemas.microsoft.com/office/drawing/2014/main" id="{9D04EB6D-39EF-496D-B818-1FEB16D01D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2638" y="3376613"/>
              <a:ext cx="104775" cy="104775"/>
            </a:xfrm>
            <a:custGeom>
              <a:avLst/>
              <a:gdLst>
                <a:gd name="T0" fmla="*/ 79 w 200"/>
                <a:gd name="T1" fmla="*/ 2 h 200"/>
                <a:gd name="T2" fmla="*/ 51 w 200"/>
                <a:gd name="T3" fmla="*/ 12 h 200"/>
                <a:gd name="T4" fmla="*/ 29 w 200"/>
                <a:gd name="T5" fmla="*/ 29 h 200"/>
                <a:gd name="T6" fmla="*/ 12 w 200"/>
                <a:gd name="T7" fmla="*/ 53 h 200"/>
                <a:gd name="T8" fmla="*/ 1 w 200"/>
                <a:gd name="T9" fmla="*/ 80 h 200"/>
                <a:gd name="T10" fmla="*/ 0 w 200"/>
                <a:gd name="T11" fmla="*/ 111 h 200"/>
                <a:gd name="T12" fmla="*/ 7 w 200"/>
                <a:gd name="T13" fmla="*/ 139 h 200"/>
                <a:gd name="T14" fmla="*/ 22 w 200"/>
                <a:gd name="T15" fmla="*/ 163 h 200"/>
                <a:gd name="T16" fmla="*/ 44 w 200"/>
                <a:gd name="T17" fmla="*/ 183 h 200"/>
                <a:gd name="T18" fmla="*/ 70 w 200"/>
                <a:gd name="T19" fmla="*/ 196 h 200"/>
                <a:gd name="T20" fmla="*/ 100 w 200"/>
                <a:gd name="T21" fmla="*/ 200 h 200"/>
                <a:gd name="T22" fmla="*/ 129 w 200"/>
                <a:gd name="T23" fmla="*/ 196 h 200"/>
                <a:gd name="T24" fmla="*/ 156 w 200"/>
                <a:gd name="T25" fmla="*/ 183 h 200"/>
                <a:gd name="T26" fmla="*/ 177 w 200"/>
                <a:gd name="T27" fmla="*/ 163 h 200"/>
                <a:gd name="T28" fmla="*/ 192 w 200"/>
                <a:gd name="T29" fmla="*/ 139 h 200"/>
                <a:gd name="T30" fmla="*/ 198 w 200"/>
                <a:gd name="T31" fmla="*/ 111 h 200"/>
                <a:gd name="T32" fmla="*/ 197 w 200"/>
                <a:gd name="T33" fmla="*/ 80 h 200"/>
                <a:gd name="T34" fmla="*/ 188 w 200"/>
                <a:gd name="T35" fmla="*/ 53 h 200"/>
                <a:gd name="T36" fmla="*/ 171 w 200"/>
                <a:gd name="T37" fmla="*/ 29 h 200"/>
                <a:gd name="T38" fmla="*/ 147 w 200"/>
                <a:gd name="T39" fmla="*/ 12 h 200"/>
                <a:gd name="T40" fmla="*/ 120 w 200"/>
                <a:gd name="T41" fmla="*/ 2 h 200"/>
                <a:gd name="T42" fmla="*/ 100 w 200"/>
                <a:gd name="T43" fmla="*/ 172 h 200"/>
                <a:gd name="T44" fmla="*/ 78 w 200"/>
                <a:gd name="T45" fmla="*/ 169 h 200"/>
                <a:gd name="T46" fmla="*/ 59 w 200"/>
                <a:gd name="T47" fmla="*/ 160 h 200"/>
                <a:gd name="T48" fmla="*/ 44 w 200"/>
                <a:gd name="T49" fmla="*/ 146 h 200"/>
                <a:gd name="T50" fmla="*/ 33 w 200"/>
                <a:gd name="T51" fmla="*/ 128 h 200"/>
                <a:gd name="T52" fmla="*/ 28 w 200"/>
                <a:gd name="T53" fmla="*/ 108 h 200"/>
                <a:gd name="T54" fmla="*/ 29 w 200"/>
                <a:gd name="T55" fmla="*/ 86 h 200"/>
                <a:gd name="T56" fmla="*/ 36 w 200"/>
                <a:gd name="T57" fmla="*/ 66 h 200"/>
                <a:gd name="T58" fmla="*/ 48 w 200"/>
                <a:gd name="T59" fmla="*/ 48 h 200"/>
                <a:gd name="T60" fmla="*/ 65 w 200"/>
                <a:gd name="T61" fmla="*/ 37 h 200"/>
                <a:gd name="T62" fmla="*/ 85 w 200"/>
                <a:gd name="T63" fmla="*/ 29 h 200"/>
                <a:gd name="T64" fmla="*/ 107 w 200"/>
                <a:gd name="T65" fmla="*/ 28 h 200"/>
                <a:gd name="T66" fmla="*/ 128 w 200"/>
                <a:gd name="T67" fmla="*/ 33 h 200"/>
                <a:gd name="T68" fmla="*/ 146 w 200"/>
                <a:gd name="T69" fmla="*/ 44 h 200"/>
                <a:gd name="T70" fmla="*/ 160 w 200"/>
                <a:gd name="T71" fmla="*/ 59 h 200"/>
                <a:gd name="T72" fmla="*/ 168 w 200"/>
                <a:gd name="T73" fmla="*/ 79 h 200"/>
                <a:gd name="T74" fmla="*/ 172 w 200"/>
                <a:gd name="T75" fmla="*/ 100 h 200"/>
                <a:gd name="T76" fmla="*/ 168 w 200"/>
                <a:gd name="T77" fmla="*/ 121 h 200"/>
                <a:gd name="T78" fmla="*/ 160 w 200"/>
                <a:gd name="T79" fmla="*/ 141 h 200"/>
                <a:gd name="T80" fmla="*/ 146 w 200"/>
                <a:gd name="T81" fmla="*/ 156 h 200"/>
                <a:gd name="T82" fmla="*/ 128 w 200"/>
                <a:gd name="T83" fmla="*/ 167 h 200"/>
                <a:gd name="T84" fmla="*/ 107 w 200"/>
                <a:gd name="T85" fmla="*/ 172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lnTo>
                    <a:pt x="89" y="0"/>
                  </a:lnTo>
                  <a:lnTo>
                    <a:pt x="79" y="2"/>
                  </a:lnTo>
                  <a:lnTo>
                    <a:pt x="70" y="4"/>
                  </a:lnTo>
                  <a:lnTo>
                    <a:pt x="61" y="8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3"/>
                  </a:lnTo>
                  <a:lnTo>
                    <a:pt x="29" y="29"/>
                  </a:lnTo>
                  <a:lnTo>
                    <a:pt x="22" y="37"/>
                  </a:lnTo>
                  <a:lnTo>
                    <a:pt x="17" y="44"/>
                  </a:lnTo>
                  <a:lnTo>
                    <a:pt x="12" y="53"/>
                  </a:lnTo>
                  <a:lnTo>
                    <a:pt x="7" y="61"/>
                  </a:lnTo>
                  <a:lnTo>
                    <a:pt x="4" y="70"/>
                  </a:lnTo>
                  <a:lnTo>
                    <a:pt x="1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0" y="111"/>
                  </a:lnTo>
                  <a:lnTo>
                    <a:pt x="1" y="120"/>
                  </a:lnTo>
                  <a:lnTo>
                    <a:pt x="4" y="130"/>
                  </a:lnTo>
                  <a:lnTo>
                    <a:pt x="7" y="139"/>
                  </a:lnTo>
                  <a:lnTo>
                    <a:pt x="12" y="147"/>
                  </a:lnTo>
                  <a:lnTo>
                    <a:pt x="17" y="156"/>
                  </a:lnTo>
                  <a:lnTo>
                    <a:pt x="22" y="163"/>
                  </a:lnTo>
                  <a:lnTo>
                    <a:pt x="29" y="171"/>
                  </a:lnTo>
                  <a:lnTo>
                    <a:pt x="36" y="177"/>
                  </a:lnTo>
                  <a:lnTo>
                    <a:pt x="44" y="183"/>
                  </a:lnTo>
                  <a:lnTo>
                    <a:pt x="51" y="188"/>
                  </a:lnTo>
                  <a:lnTo>
                    <a:pt x="61" y="192"/>
                  </a:lnTo>
                  <a:lnTo>
                    <a:pt x="70" y="196"/>
                  </a:lnTo>
                  <a:lnTo>
                    <a:pt x="79" y="198"/>
                  </a:lnTo>
                  <a:lnTo>
                    <a:pt x="89" y="200"/>
                  </a:lnTo>
                  <a:lnTo>
                    <a:pt x="100" y="200"/>
                  </a:lnTo>
                  <a:lnTo>
                    <a:pt x="109" y="200"/>
                  </a:lnTo>
                  <a:lnTo>
                    <a:pt x="120" y="198"/>
                  </a:lnTo>
                  <a:lnTo>
                    <a:pt x="129" y="196"/>
                  </a:lnTo>
                  <a:lnTo>
                    <a:pt x="138" y="192"/>
                  </a:lnTo>
                  <a:lnTo>
                    <a:pt x="147" y="188"/>
                  </a:lnTo>
                  <a:lnTo>
                    <a:pt x="156" y="183"/>
                  </a:lnTo>
                  <a:lnTo>
                    <a:pt x="163" y="177"/>
                  </a:lnTo>
                  <a:lnTo>
                    <a:pt x="171" y="171"/>
                  </a:lnTo>
                  <a:lnTo>
                    <a:pt x="177" y="163"/>
                  </a:lnTo>
                  <a:lnTo>
                    <a:pt x="182" y="156"/>
                  </a:lnTo>
                  <a:lnTo>
                    <a:pt x="188" y="147"/>
                  </a:lnTo>
                  <a:lnTo>
                    <a:pt x="192" y="139"/>
                  </a:lnTo>
                  <a:lnTo>
                    <a:pt x="195" y="130"/>
                  </a:lnTo>
                  <a:lnTo>
                    <a:pt x="197" y="120"/>
                  </a:lnTo>
                  <a:lnTo>
                    <a:pt x="198" y="111"/>
                  </a:lnTo>
                  <a:lnTo>
                    <a:pt x="200" y="100"/>
                  </a:lnTo>
                  <a:lnTo>
                    <a:pt x="198" y="90"/>
                  </a:lnTo>
                  <a:lnTo>
                    <a:pt x="197" y="80"/>
                  </a:lnTo>
                  <a:lnTo>
                    <a:pt x="195" y="70"/>
                  </a:lnTo>
                  <a:lnTo>
                    <a:pt x="192" y="61"/>
                  </a:lnTo>
                  <a:lnTo>
                    <a:pt x="188" y="53"/>
                  </a:lnTo>
                  <a:lnTo>
                    <a:pt x="182" y="44"/>
                  </a:lnTo>
                  <a:lnTo>
                    <a:pt x="177" y="37"/>
                  </a:lnTo>
                  <a:lnTo>
                    <a:pt x="171" y="29"/>
                  </a:lnTo>
                  <a:lnTo>
                    <a:pt x="163" y="23"/>
                  </a:lnTo>
                  <a:lnTo>
                    <a:pt x="156" y="17"/>
                  </a:lnTo>
                  <a:lnTo>
                    <a:pt x="147" y="12"/>
                  </a:lnTo>
                  <a:lnTo>
                    <a:pt x="138" y="8"/>
                  </a:lnTo>
                  <a:lnTo>
                    <a:pt x="129" y="4"/>
                  </a:lnTo>
                  <a:lnTo>
                    <a:pt x="120" y="2"/>
                  </a:lnTo>
                  <a:lnTo>
                    <a:pt x="109" y="0"/>
                  </a:lnTo>
                  <a:lnTo>
                    <a:pt x="100" y="0"/>
                  </a:lnTo>
                  <a:close/>
                  <a:moveTo>
                    <a:pt x="100" y="172"/>
                  </a:moveTo>
                  <a:lnTo>
                    <a:pt x="92" y="172"/>
                  </a:lnTo>
                  <a:lnTo>
                    <a:pt x="85" y="171"/>
                  </a:lnTo>
                  <a:lnTo>
                    <a:pt x="78" y="169"/>
                  </a:lnTo>
                  <a:lnTo>
                    <a:pt x="72" y="167"/>
                  </a:lnTo>
                  <a:lnTo>
                    <a:pt x="65" y="163"/>
                  </a:lnTo>
                  <a:lnTo>
                    <a:pt x="59" y="160"/>
                  </a:lnTo>
                  <a:lnTo>
                    <a:pt x="54" y="156"/>
                  </a:lnTo>
                  <a:lnTo>
                    <a:pt x="48" y="152"/>
                  </a:lnTo>
                  <a:lnTo>
                    <a:pt x="44" y="146"/>
                  </a:lnTo>
                  <a:lnTo>
                    <a:pt x="40" y="141"/>
                  </a:lnTo>
                  <a:lnTo>
                    <a:pt x="36" y="134"/>
                  </a:lnTo>
                  <a:lnTo>
                    <a:pt x="33" y="128"/>
                  </a:lnTo>
                  <a:lnTo>
                    <a:pt x="30" y="121"/>
                  </a:lnTo>
                  <a:lnTo>
                    <a:pt x="29" y="115"/>
                  </a:lnTo>
                  <a:lnTo>
                    <a:pt x="28" y="108"/>
                  </a:lnTo>
                  <a:lnTo>
                    <a:pt x="27" y="100"/>
                  </a:lnTo>
                  <a:lnTo>
                    <a:pt x="28" y="92"/>
                  </a:lnTo>
                  <a:lnTo>
                    <a:pt x="29" y="86"/>
                  </a:lnTo>
                  <a:lnTo>
                    <a:pt x="30" y="79"/>
                  </a:lnTo>
                  <a:lnTo>
                    <a:pt x="33" y="72"/>
                  </a:lnTo>
                  <a:lnTo>
                    <a:pt x="36" y="66"/>
                  </a:lnTo>
                  <a:lnTo>
                    <a:pt x="40" y="59"/>
                  </a:lnTo>
                  <a:lnTo>
                    <a:pt x="44" y="54"/>
                  </a:lnTo>
                  <a:lnTo>
                    <a:pt x="48" y="48"/>
                  </a:lnTo>
                  <a:lnTo>
                    <a:pt x="54" y="44"/>
                  </a:lnTo>
                  <a:lnTo>
                    <a:pt x="59" y="40"/>
                  </a:lnTo>
                  <a:lnTo>
                    <a:pt x="65" y="37"/>
                  </a:lnTo>
                  <a:lnTo>
                    <a:pt x="72" y="33"/>
                  </a:lnTo>
                  <a:lnTo>
                    <a:pt x="78" y="31"/>
                  </a:lnTo>
                  <a:lnTo>
                    <a:pt x="85" y="29"/>
                  </a:lnTo>
                  <a:lnTo>
                    <a:pt x="92" y="28"/>
                  </a:lnTo>
                  <a:lnTo>
                    <a:pt x="100" y="28"/>
                  </a:lnTo>
                  <a:lnTo>
                    <a:pt x="107" y="28"/>
                  </a:lnTo>
                  <a:lnTo>
                    <a:pt x="114" y="29"/>
                  </a:lnTo>
                  <a:lnTo>
                    <a:pt x="121" y="31"/>
                  </a:lnTo>
                  <a:lnTo>
                    <a:pt x="128" y="33"/>
                  </a:lnTo>
                  <a:lnTo>
                    <a:pt x="134" y="37"/>
                  </a:lnTo>
                  <a:lnTo>
                    <a:pt x="139" y="40"/>
                  </a:lnTo>
                  <a:lnTo>
                    <a:pt x="146" y="44"/>
                  </a:lnTo>
                  <a:lnTo>
                    <a:pt x="150" y="48"/>
                  </a:lnTo>
                  <a:lnTo>
                    <a:pt x="156" y="54"/>
                  </a:lnTo>
                  <a:lnTo>
                    <a:pt x="160" y="59"/>
                  </a:lnTo>
                  <a:lnTo>
                    <a:pt x="163" y="66"/>
                  </a:lnTo>
                  <a:lnTo>
                    <a:pt x="166" y="72"/>
                  </a:lnTo>
                  <a:lnTo>
                    <a:pt x="168" y="79"/>
                  </a:lnTo>
                  <a:lnTo>
                    <a:pt x="171" y="86"/>
                  </a:lnTo>
                  <a:lnTo>
                    <a:pt x="172" y="92"/>
                  </a:lnTo>
                  <a:lnTo>
                    <a:pt x="172" y="100"/>
                  </a:lnTo>
                  <a:lnTo>
                    <a:pt x="172" y="108"/>
                  </a:lnTo>
                  <a:lnTo>
                    <a:pt x="171" y="115"/>
                  </a:lnTo>
                  <a:lnTo>
                    <a:pt x="168" y="121"/>
                  </a:lnTo>
                  <a:lnTo>
                    <a:pt x="166" y="128"/>
                  </a:lnTo>
                  <a:lnTo>
                    <a:pt x="163" y="134"/>
                  </a:lnTo>
                  <a:lnTo>
                    <a:pt x="160" y="141"/>
                  </a:lnTo>
                  <a:lnTo>
                    <a:pt x="156" y="146"/>
                  </a:lnTo>
                  <a:lnTo>
                    <a:pt x="150" y="152"/>
                  </a:lnTo>
                  <a:lnTo>
                    <a:pt x="146" y="156"/>
                  </a:lnTo>
                  <a:lnTo>
                    <a:pt x="139" y="160"/>
                  </a:lnTo>
                  <a:lnTo>
                    <a:pt x="134" y="163"/>
                  </a:lnTo>
                  <a:lnTo>
                    <a:pt x="128" y="167"/>
                  </a:lnTo>
                  <a:lnTo>
                    <a:pt x="121" y="169"/>
                  </a:lnTo>
                  <a:lnTo>
                    <a:pt x="114" y="171"/>
                  </a:lnTo>
                  <a:lnTo>
                    <a:pt x="107" y="172"/>
                  </a:lnTo>
                  <a:lnTo>
                    <a:pt x="100" y="17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140">
              <a:extLst>
                <a:ext uri="{FF2B5EF4-FFF2-40B4-BE49-F238E27FC236}">
                  <a16:creationId xmlns:a16="http://schemas.microsoft.com/office/drawing/2014/main" id="{4DF73979-0C35-440C-8EDB-162E69F7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346451"/>
              <a:ext cx="14288" cy="14288"/>
            </a:xfrm>
            <a:custGeom>
              <a:avLst/>
              <a:gdLst>
                <a:gd name="T0" fmla="*/ 23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4 h 27"/>
                <a:gd name="T10" fmla="*/ 1 w 28"/>
                <a:gd name="T11" fmla="*/ 9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4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3 w 28"/>
                <a:gd name="T25" fmla="*/ 24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9 h 27"/>
                <a:gd name="T32" fmla="*/ 23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4968582B-D761-402E-814A-E49B01BE7B9C}"/>
              </a:ext>
            </a:extLst>
          </p:cNvPr>
          <p:cNvGrpSpPr/>
          <p:nvPr/>
        </p:nvGrpSpPr>
        <p:grpSpPr>
          <a:xfrm>
            <a:off x="5940425" y="1632398"/>
            <a:ext cx="311150" cy="376238"/>
            <a:chOff x="6424613" y="2508251"/>
            <a:chExt cx="311150" cy="376238"/>
          </a:xfrm>
          <a:solidFill>
            <a:schemeClr val="bg1"/>
          </a:solidFill>
        </p:grpSpPr>
        <p:sp>
          <p:nvSpPr>
            <p:cNvPr id="84" name="Freeform 405">
              <a:extLst>
                <a:ext uri="{FF2B5EF4-FFF2-40B4-BE49-F238E27FC236}">
                  <a16:creationId xmlns:a16="http://schemas.microsoft.com/office/drawing/2014/main" id="{E8A9AF96-657E-41FF-B797-96CD1C39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619376"/>
              <a:ext cx="120650" cy="15875"/>
            </a:xfrm>
            <a:custGeom>
              <a:avLst/>
              <a:gdLst>
                <a:gd name="T0" fmla="*/ 214 w 228"/>
                <a:gd name="T1" fmla="*/ 0 h 28"/>
                <a:gd name="T2" fmla="*/ 14 w 228"/>
                <a:gd name="T3" fmla="*/ 0 h 28"/>
                <a:gd name="T4" fmla="*/ 9 w 228"/>
                <a:gd name="T5" fmla="*/ 1 h 28"/>
                <a:gd name="T6" fmla="*/ 4 w 228"/>
                <a:gd name="T7" fmla="*/ 5 h 28"/>
                <a:gd name="T8" fmla="*/ 1 w 228"/>
                <a:gd name="T9" fmla="*/ 9 h 28"/>
                <a:gd name="T10" fmla="*/ 0 w 228"/>
                <a:gd name="T11" fmla="*/ 14 h 28"/>
                <a:gd name="T12" fmla="*/ 1 w 228"/>
                <a:gd name="T13" fmla="*/ 20 h 28"/>
                <a:gd name="T14" fmla="*/ 4 w 228"/>
                <a:gd name="T15" fmla="*/ 24 h 28"/>
                <a:gd name="T16" fmla="*/ 9 w 228"/>
                <a:gd name="T17" fmla="*/ 27 h 28"/>
                <a:gd name="T18" fmla="*/ 14 w 228"/>
                <a:gd name="T19" fmla="*/ 28 h 28"/>
                <a:gd name="T20" fmla="*/ 214 w 228"/>
                <a:gd name="T21" fmla="*/ 28 h 28"/>
                <a:gd name="T22" fmla="*/ 219 w 228"/>
                <a:gd name="T23" fmla="*/ 27 h 28"/>
                <a:gd name="T24" fmla="*/ 224 w 228"/>
                <a:gd name="T25" fmla="*/ 24 h 28"/>
                <a:gd name="T26" fmla="*/ 227 w 228"/>
                <a:gd name="T27" fmla="*/ 20 h 28"/>
                <a:gd name="T28" fmla="*/ 228 w 228"/>
                <a:gd name="T29" fmla="*/ 14 h 28"/>
                <a:gd name="T30" fmla="*/ 227 w 228"/>
                <a:gd name="T31" fmla="*/ 9 h 28"/>
                <a:gd name="T32" fmla="*/ 224 w 228"/>
                <a:gd name="T33" fmla="*/ 5 h 28"/>
                <a:gd name="T34" fmla="*/ 219 w 228"/>
                <a:gd name="T35" fmla="*/ 1 h 28"/>
                <a:gd name="T36" fmla="*/ 214 w 2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8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4" y="28"/>
                  </a:lnTo>
                  <a:lnTo>
                    <a:pt x="219" y="27"/>
                  </a:lnTo>
                  <a:lnTo>
                    <a:pt x="224" y="24"/>
                  </a:lnTo>
                  <a:lnTo>
                    <a:pt x="227" y="20"/>
                  </a:lnTo>
                  <a:lnTo>
                    <a:pt x="228" y="14"/>
                  </a:lnTo>
                  <a:lnTo>
                    <a:pt x="227" y="9"/>
                  </a:lnTo>
                  <a:lnTo>
                    <a:pt x="224" y="5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407">
              <a:extLst>
                <a:ext uri="{FF2B5EF4-FFF2-40B4-BE49-F238E27FC236}">
                  <a16:creationId xmlns:a16="http://schemas.microsoft.com/office/drawing/2014/main" id="{09D17CF2-92A8-4037-9516-0093E7ECE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655888"/>
              <a:ext cx="15875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408">
              <a:extLst>
                <a:ext uri="{FF2B5EF4-FFF2-40B4-BE49-F238E27FC236}">
                  <a16:creationId xmlns:a16="http://schemas.microsoft.com/office/drawing/2014/main" id="{E55054B6-8BA1-49AE-A3CD-2ED6AF05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54000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409">
              <a:extLst>
                <a:ext uri="{FF2B5EF4-FFF2-40B4-BE49-F238E27FC236}">
                  <a16:creationId xmlns:a16="http://schemas.microsoft.com/office/drawing/2014/main" id="{EA0A4D0D-AD92-428D-9F8C-AA864F3AF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655888"/>
              <a:ext cx="58738" cy="14288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4 h 28"/>
                <a:gd name="T8" fmla="*/ 1 w 112"/>
                <a:gd name="T9" fmla="*/ 8 h 28"/>
                <a:gd name="T10" fmla="*/ 0 w 112"/>
                <a:gd name="T11" fmla="*/ 14 h 28"/>
                <a:gd name="T12" fmla="*/ 1 w 112"/>
                <a:gd name="T13" fmla="*/ 19 h 28"/>
                <a:gd name="T14" fmla="*/ 4 w 112"/>
                <a:gd name="T15" fmla="*/ 23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3 h 28"/>
                <a:gd name="T26" fmla="*/ 110 w 112"/>
                <a:gd name="T27" fmla="*/ 19 h 28"/>
                <a:gd name="T28" fmla="*/ 112 w 112"/>
                <a:gd name="T29" fmla="*/ 14 h 28"/>
                <a:gd name="T30" fmla="*/ 110 w 112"/>
                <a:gd name="T31" fmla="*/ 8 h 28"/>
                <a:gd name="T32" fmla="*/ 107 w 112"/>
                <a:gd name="T33" fmla="*/ 4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3"/>
                  </a:lnTo>
                  <a:lnTo>
                    <a:pt x="110" y="19"/>
                  </a:lnTo>
                  <a:lnTo>
                    <a:pt x="112" y="14"/>
                  </a:lnTo>
                  <a:lnTo>
                    <a:pt x="110" y="8"/>
                  </a:lnTo>
                  <a:lnTo>
                    <a:pt x="107" y="4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410">
              <a:extLst>
                <a:ext uri="{FF2B5EF4-FFF2-40B4-BE49-F238E27FC236}">
                  <a16:creationId xmlns:a16="http://schemas.microsoft.com/office/drawing/2014/main" id="{0A4C166C-C7E9-429C-A939-F99CB3DA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00338"/>
              <a:ext cx="120650" cy="12700"/>
            </a:xfrm>
            <a:custGeom>
              <a:avLst/>
              <a:gdLst>
                <a:gd name="T0" fmla="*/ 214 w 228"/>
                <a:gd name="T1" fmla="*/ 0 h 26"/>
                <a:gd name="T2" fmla="*/ 14 w 228"/>
                <a:gd name="T3" fmla="*/ 0 h 26"/>
                <a:gd name="T4" fmla="*/ 9 w 228"/>
                <a:gd name="T5" fmla="*/ 1 h 26"/>
                <a:gd name="T6" fmla="*/ 4 w 228"/>
                <a:gd name="T7" fmla="*/ 3 h 26"/>
                <a:gd name="T8" fmla="*/ 1 w 228"/>
                <a:gd name="T9" fmla="*/ 7 h 26"/>
                <a:gd name="T10" fmla="*/ 0 w 228"/>
                <a:gd name="T11" fmla="*/ 13 h 26"/>
                <a:gd name="T12" fmla="*/ 1 w 228"/>
                <a:gd name="T13" fmla="*/ 19 h 26"/>
                <a:gd name="T14" fmla="*/ 4 w 228"/>
                <a:gd name="T15" fmla="*/ 23 h 26"/>
                <a:gd name="T16" fmla="*/ 9 w 228"/>
                <a:gd name="T17" fmla="*/ 25 h 26"/>
                <a:gd name="T18" fmla="*/ 14 w 228"/>
                <a:gd name="T19" fmla="*/ 26 h 26"/>
                <a:gd name="T20" fmla="*/ 214 w 228"/>
                <a:gd name="T21" fmla="*/ 26 h 26"/>
                <a:gd name="T22" fmla="*/ 219 w 228"/>
                <a:gd name="T23" fmla="*/ 25 h 26"/>
                <a:gd name="T24" fmla="*/ 224 w 228"/>
                <a:gd name="T25" fmla="*/ 23 h 26"/>
                <a:gd name="T26" fmla="*/ 227 w 228"/>
                <a:gd name="T27" fmla="*/ 19 h 26"/>
                <a:gd name="T28" fmla="*/ 228 w 228"/>
                <a:gd name="T29" fmla="*/ 13 h 26"/>
                <a:gd name="T30" fmla="*/ 227 w 228"/>
                <a:gd name="T31" fmla="*/ 7 h 26"/>
                <a:gd name="T32" fmla="*/ 224 w 228"/>
                <a:gd name="T33" fmla="*/ 3 h 26"/>
                <a:gd name="T34" fmla="*/ 219 w 228"/>
                <a:gd name="T35" fmla="*/ 1 h 26"/>
                <a:gd name="T36" fmla="*/ 214 w 228"/>
                <a:gd name="T3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6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5"/>
                  </a:lnTo>
                  <a:lnTo>
                    <a:pt x="14" y="26"/>
                  </a:lnTo>
                  <a:lnTo>
                    <a:pt x="214" y="26"/>
                  </a:lnTo>
                  <a:lnTo>
                    <a:pt x="219" y="25"/>
                  </a:lnTo>
                  <a:lnTo>
                    <a:pt x="224" y="23"/>
                  </a:lnTo>
                  <a:lnTo>
                    <a:pt x="227" y="19"/>
                  </a:lnTo>
                  <a:lnTo>
                    <a:pt x="228" y="13"/>
                  </a:lnTo>
                  <a:lnTo>
                    <a:pt x="227" y="7"/>
                  </a:lnTo>
                  <a:lnTo>
                    <a:pt x="224" y="3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411">
              <a:extLst>
                <a:ext uri="{FF2B5EF4-FFF2-40B4-BE49-F238E27FC236}">
                  <a16:creationId xmlns:a16="http://schemas.microsoft.com/office/drawing/2014/main" id="{860A1E3E-AC98-4627-BE51-4EA7374FD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735263"/>
              <a:ext cx="15875" cy="14288"/>
            </a:xfrm>
            <a:custGeom>
              <a:avLst/>
              <a:gdLst>
                <a:gd name="T0" fmla="*/ 23 w 28"/>
                <a:gd name="T1" fmla="*/ 3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3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412">
              <a:extLst>
                <a:ext uri="{FF2B5EF4-FFF2-40B4-BE49-F238E27FC236}">
                  <a16:creationId xmlns:a16="http://schemas.microsoft.com/office/drawing/2014/main" id="{6F900E12-FF0C-4340-859C-B06BFBF4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35263"/>
              <a:ext cx="58738" cy="14288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3 h 28"/>
                <a:gd name="T8" fmla="*/ 1 w 112"/>
                <a:gd name="T9" fmla="*/ 9 h 28"/>
                <a:gd name="T10" fmla="*/ 0 w 112"/>
                <a:gd name="T11" fmla="*/ 14 h 28"/>
                <a:gd name="T12" fmla="*/ 1 w 112"/>
                <a:gd name="T13" fmla="*/ 19 h 28"/>
                <a:gd name="T14" fmla="*/ 4 w 112"/>
                <a:gd name="T15" fmla="*/ 24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4 h 28"/>
                <a:gd name="T26" fmla="*/ 110 w 112"/>
                <a:gd name="T27" fmla="*/ 19 h 28"/>
                <a:gd name="T28" fmla="*/ 112 w 112"/>
                <a:gd name="T29" fmla="*/ 14 h 28"/>
                <a:gd name="T30" fmla="*/ 110 w 112"/>
                <a:gd name="T31" fmla="*/ 9 h 28"/>
                <a:gd name="T32" fmla="*/ 107 w 112"/>
                <a:gd name="T33" fmla="*/ 3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4"/>
                  </a:lnTo>
                  <a:lnTo>
                    <a:pt x="110" y="19"/>
                  </a:lnTo>
                  <a:lnTo>
                    <a:pt x="112" y="14"/>
                  </a:lnTo>
                  <a:lnTo>
                    <a:pt x="110" y="9"/>
                  </a:lnTo>
                  <a:lnTo>
                    <a:pt x="107" y="3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413">
              <a:extLst>
                <a:ext uri="{FF2B5EF4-FFF2-40B4-BE49-F238E27FC236}">
                  <a16:creationId xmlns:a16="http://schemas.microsoft.com/office/drawing/2014/main" id="{A52115AD-1B6D-417C-A33D-44324A3D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78126"/>
              <a:ext cx="120650" cy="15875"/>
            </a:xfrm>
            <a:custGeom>
              <a:avLst/>
              <a:gdLst>
                <a:gd name="T0" fmla="*/ 214 w 228"/>
                <a:gd name="T1" fmla="*/ 0 h 28"/>
                <a:gd name="T2" fmla="*/ 14 w 228"/>
                <a:gd name="T3" fmla="*/ 0 h 28"/>
                <a:gd name="T4" fmla="*/ 9 w 228"/>
                <a:gd name="T5" fmla="*/ 1 h 28"/>
                <a:gd name="T6" fmla="*/ 4 w 228"/>
                <a:gd name="T7" fmla="*/ 4 h 28"/>
                <a:gd name="T8" fmla="*/ 1 w 228"/>
                <a:gd name="T9" fmla="*/ 8 h 28"/>
                <a:gd name="T10" fmla="*/ 0 w 228"/>
                <a:gd name="T11" fmla="*/ 14 h 28"/>
                <a:gd name="T12" fmla="*/ 1 w 228"/>
                <a:gd name="T13" fmla="*/ 19 h 28"/>
                <a:gd name="T14" fmla="*/ 4 w 228"/>
                <a:gd name="T15" fmla="*/ 23 h 28"/>
                <a:gd name="T16" fmla="*/ 9 w 228"/>
                <a:gd name="T17" fmla="*/ 27 h 28"/>
                <a:gd name="T18" fmla="*/ 14 w 228"/>
                <a:gd name="T19" fmla="*/ 28 h 28"/>
                <a:gd name="T20" fmla="*/ 214 w 228"/>
                <a:gd name="T21" fmla="*/ 28 h 28"/>
                <a:gd name="T22" fmla="*/ 219 w 228"/>
                <a:gd name="T23" fmla="*/ 27 h 28"/>
                <a:gd name="T24" fmla="*/ 224 w 228"/>
                <a:gd name="T25" fmla="*/ 23 h 28"/>
                <a:gd name="T26" fmla="*/ 227 w 228"/>
                <a:gd name="T27" fmla="*/ 19 h 28"/>
                <a:gd name="T28" fmla="*/ 228 w 228"/>
                <a:gd name="T29" fmla="*/ 14 h 28"/>
                <a:gd name="T30" fmla="*/ 227 w 228"/>
                <a:gd name="T31" fmla="*/ 8 h 28"/>
                <a:gd name="T32" fmla="*/ 224 w 228"/>
                <a:gd name="T33" fmla="*/ 4 h 28"/>
                <a:gd name="T34" fmla="*/ 219 w 228"/>
                <a:gd name="T35" fmla="*/ 1 h 28"/>
                <a:gd name="T36" fmla="*/ 214 w 2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8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4" y="28"/>
                  </a:lnTo>
                  <a:lnTo>
                    <a:pt x="219" y="27"/>
                  </a:lnTo>
                  <a:lnTo>
                    <a:pt x="224" y="23"/>
                  </a:lnTo>
                  <a:lnTo>
                    <a:pt x="227" y="19"/>
                  </a:lnTo>
                  <a:lnTo>
                    <a:pt x="228" y="14"/>
                  </a:lnTo>
                  <a:lnTo>
                    <a:pt x="227" y="8"/>
                  </a:lnTo>
                  <a:lnTo>
                    <a:pt x="224" y="4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414">
              <a:extLst>
                <a:ext uri="{FF2B5EF4-FFF2-40B4-BE49-F238E27FC236}">
                  <a16:creationId xmlns:a16="http://schemas.microsoft.com/office/drawing/2014/main" id="{3B11D4BD-329B-47AA-8D0D-8C5D27CE4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813051"/>
              <a:ext cx="15875" cy="15875"/>
            </a:xfrm>
            <a:custGeom>
              <a:avLst/>
              <a:gdLst>
                <a:gd name="T0" fmla="*/ 23 w 28"/>
                <a:gd name="T1" fmla="*/ 5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5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5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415">
              <a:extLst>
                <a:ext uri="{FF2B5EF4-FFF2-40B4-BE49-F238E27FC236}">
                  <a16:creationId xmlns:a16="http://schemas.microsoft.com/office/drawing/2014/main" id="{1A176C7F-B3F1-4DAC-BA59-BE61DA12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813051"/>
              <a:ext cx="58738" cy="15875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5 h 28"/>
                <a:gd name="T8" fmla="*/ 1 w 112"/>
                <a:gd name="T9" fmla="*/ 9 h 28"/>
                <a:gd name="T10" fmla="*/ 0 w 112"/>
                <a:gd name="T11" fmla="*/ 14 h 28"/>
                <a:gd name="T12" fmla="*/ 1 w 112"/>
                <a:gd name="T13" fmla="*/ 20 h 28"/>
                <a:gd name="T14" fmla="*/ 4 w 112"/>
                <a:gd name="T15" fmla="*/ 25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5 h 28"/>
                <a:gd name="T26" fmla="*/ 110 w 112"/>
                <a:gd name="T27" fmla="*/ 20 h 28"/>
                <a:gd name="T28" fmla="*/ 112 w 112"/>
                <a:gd name="T29" fmla="*/ 14 h 28"/>
                <a:gd name="T30" fmla="*/ 110 w 112"/>
                <a:gd name="T31" fmla="*/ 9 h 28"/>
                <a:gd name="T32" fmla="*/ 107 w 112"/>
                <a:gd name="T33" fmla="*/ 5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5"/>
                  </a:lnTo>
                  <a:lnTo>
                    <a:pt x="110" y="20"/>
                  </a:lnTo>
                  <a:lnTo>
                    <a:pt x="112" y="14"/>
                  </a:lnTo>
                  <a:lnTo>
                    <a:pt x="110" y="9"/>
                  </a:lnTo>
                  <a:lnTo>
                    <a:pt x="107" y="5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416">
              <a:extLst>
                <a:ext uri="{FF2B5EF4-FFF2-40B4-BE49-F238E27FC236}">
                  <a16:creationId xmlns:a16="http://schemas.microsoft.com/office/drawing/2014/main" id="{A84FBB7B-69EC-4F19-B9F0-9C5CA7FDC6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4613" y="2508251"/>
              <a:ext cx="311150" cy="376238"/>
            </a:xfrm>
            <a:custGeom>
              <a:avLst/>
              <a:gdLst>
                <a:gd name="T0" fmla="*/ 402 w 588"/>
                <a:gd name="T1" fmla="*/ 44 h 712"/>
                <a:gd name="T2" fmla="*/ 372 w 588"/>
                <a:gd name="T3" fmla="*/ 32 h 712"/>
                <a:gd name="T4" fmla="*/ 340 w 588"/>
                <a:gd name="T5" fmla="*/ 23 h 712"/>
                <a:gd name="T6" fmla="*/ 317 w 588"/>
                <a:gd name="T7" fmla="*/ 5 h 712"/>
                <a:gd name="T8" fmla="*/ 287 w 588"/>
                <a:gd name="T9" fmla="*/ 1 h 712"/>
                <a:gd name="T10" fmla="*/ 259 w 588"/>
                <a:gd name="T11" fmla="*/ 13 h 712"/>
                <a:gd name="T12" fmla="*/ 233 w 588"/>
                <a:gd name="T13" fmla="*/ 31 h 712"/>
                <a:gd name="T14" fmla="*/ 200 w 588"/>
                <a:gd name="T15" fmla="*/ 37 h 712"/>
                <a:gd name="T16" fmla="*/ 174 w 588"/>
                <a:gd name="T17" fmla="*/ 54 h 712"/>
                <a:gd name="T18" fmla="*/ 47 w 588"/>
                <a:gd name="T19" fmla="*/ 57 h 712"/>
                <a:gd name="T20" fmla="*/ 25 w 588"/>
                <a:gd name="T21" fmla="*/ 70 h 712"/>
                <a:gd name="T22" fmla="*/ 8 w 588"/>
                <a:gd name="T23" fmla="*/ 90 h 712"/>
                <a:gd name="T24" fmla="*/ 0 w 588"/>
                <a:gd name="T25" fmla="*/ 115 h 712"/>
                <a:gd name="T26" fmla="*/ 1 w 588"/>
                <a:gd name="T27" fmla="*/ 657 h 712"/>
                <a:gd name="T28" fmla="*/ 12 w 588"/>
                <a:gd name="T29" fmla="*/ 681 h 712"/>
                <a:gd name="T30" fmla="*/ 30 w 588"/>
                <a:gd name="T31" fmla="*/ 700 h 712"/>
                <a:gd name="T32" fmla="*/ 54 w 588"/>
                <a:gd name="T33" fmla="*/ 709 h 712"/>
                <a:gd name="T34" fmla="*/ 528 w 588"/>
                <a:gd name="T35" fmla="*/ 710 h 712"/>
                <a:gd name="T36" fmla="*/ 553 w 588"/>
                <a:gd name="T37" fmla="*/ 703 h 712"/>
                <a:gd name="T38" fmla="*/ 573 w 588"/>
                <a:gd name="T39" fmla="*/ 687 h 712"/>
                <a:gd name="T40" fmla="*/ 586 w 588"/>
                <a:gd name="T41" fmla="*/ 663 h 712"/>
                <a:gd name="T42" fmla="*/ 588 w 588"/>
                <a:gd name="T43" fmla="*/ 122 h 712"/>
                <a:gd name="T44" fmla="*/ 583 w 588"/>
                <a:gd name="T45" fmla="*/ 95 h 712"/>
                <a:gd name="T46" fmla="*/ 569 w 588"/>
                <a:gd name="T47" fmla="*/ 74 h 712"/>
                <a:gd name="T48" fmla="*/ 547 w 588"/>
                <a:gd name="T49" fmla="*/ 60 h 712"/>
                <a:gd name="T50" fmla="*/ 520 w 588"/>
                <a:gd name="T51" fmla="*/ 54 h 712"/>
                <a:gd name="T52" fmla="*/ 263 w 588"/>
                <a:gd name="T53" fmla="*/ 56 h 712"/>
                <a:gd name="T54" fmla="*/ 272 w 588"/>
                <a:gd name="T55" fmla="*/ 39 h 712"/>
                <a:gd name="T56" fmla="*/ 286 w 588"/>
                <a:gd name="T57" fmla="*/ 29 h 712"/>
                <a:gd name="T58" fmla="*/ 303 w 588"/>
                <a:gd name="T59" fmla="*/ 29 h 712"/>
                <a:gd name="T60" fmla="*/ 317 w 588"/>
                <a:gd name="T61" fmla="*/ 39 h 712"/>
                <a:gd name="T62" fmla="*/ 326 w 588"/>
                <a:gd name="T63" fmla="*/ 56 h 712"/>
                <a:gd name="T64" fmla="*/ 367 w 588"/>
                <a:gd name="T65" fmla="*/ 59 h 712"/>
                <a:gd name="T66" fmla="*/ 402 w 588"/>
                <a:gd name="T67" fmla="*/ 81 h 712"/>
                <a:gd name="T68" fmla="*/ 175 w 588"/>
                <a:gd name="T69" fmla="*/ 111 h 712"/>
                <a:gd name="T70" fmla="*/ 193 w 588"/>
                <a:gd name="T71" fmla="*/ 74 h 712"/>
                <a:gd name="T72" fmla="*/ 233 w 588"/>
                <a:gd name="T73" fmla="*/ 59 h 712"/>
                <a:gd name="T74" fmla="*/ 554 w 588"/>
                <a:gd name="T75" fmla="*/ 665 h 712"/>
                <a:gd name="T76" fmla="*/ 529 w 588"/>
                <a:gd name="T77" fmla="*/ 683 h 712"/>
                <a:gd name="T78" fmla="*/ 52 w 588"/>
                <a:gd name="T79" fmla="*/ 680 h 712"/>
                <a:gd name="T80" fmla="*/ 31 w 588"/>
                <a:gd name="T81" fmla="*/ 659 h 712"/>
                <a:gd name="T82" fmla="*/ 28 w 588"/>
                <a:gd name="T83" fmla="*/ 114 h 712"/>
                <a:gd name="T84" fmla="*/ 45 w 588"/>
                <a:gd name="T85" fmla="*/ 89 h 712"/>
                <a:gd name="T86" fmla="*/ 155 w 588"/>
                <a:gd name="T87" fmla="*/ 82 h 712"/>
                <a:gd name="T88" fmla="*/ 147 w 588"/>
                <a:gd name="T89" fmla="*/ 116 h 712"/>
                <a:gd name="T90" fmla="*/ 156 w 588"/>
                <a:gd name="T91" fmla="*/ 138 h 712"/>
                <a:gd name="T92" fmla="*/ 437 w 588"/>
                <a:gd name="T93" fmla="*/ 135 h 712"/>
                <a:gd name="T94" fmla="*/ 441 w 588"/>
                <a:gd name="T95" fmla="*/ 107 h 712"/>
                <a:gd name="T96" fmla="*/ 520 w 588"/>
                <a:gd name="T97" fmla="*/ 82 h 712"/>
                <a:gd name="T98" fmla="*/ 549 w 588"/>
                <a:gd name="T99" fmla="*/ 93 h 712"/>
                <a:gd name="T100" fmla="*/ 561 w 588"/>
                <a:gd name="T101" fmla="*/ 12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8" h="712">
                  <a:moveTo>
                    <a:pt x="520" y="54"/>
                  </a:moveTo>
                  <a:lnTo>
                    <a:pt x="414" y="54"/>
                  </a:lnTo>
                  <a:lnTo>
                    <a:pt x="409" y="49"/>
                  </a:lnTo>
                  <a:lnTo>
                    <a:pt x="402" y="44"/>
                  </a:lnTo>
                  <a:lnTo>
                    <a:pt x="395" y="41"/>
                  </a:lnTo>
                  <a:lnTo>
                    <a:pt x="389" y="37"/>
                  </a:lnTo>
                  <a:lnTo>
                    <a:pt x="381" y="34"/>
                  </a:lnTo>
                  <a:lnTo>
                    <a:pt x="372" y="32"/>
                  </a:lnTo>
                  <a:lnTo>
                    <a:pt x="365" y="31"/>
                  </a:lnTo>
                  <a:lnTo>
                    <a:pt x="356" y="31"/>
                  </a:lnTo>
                  <a:lnTo>
                    <a:pt x="343" y="31"/>
                  </a:lnTo>
                  <a:lnTo>
                    <a:pt x="340" y="23"/>
                  </a:lnTo>
                  <a:lnTo>
                    <a:pt x="335" y="18"/>
                  </a:lnTo>
                  <a:lnTo>
                    <a:pt x="329" y="13"/>
                  </a:lnTo>
                  <a:lnTo>
                    <a:pt x="323" y="8"/>
                  </a:lnTo>
                  <a:lnTo>
                    <a:pt x="317" y="5"/>
                  </a:lnTo>
                  <a:lnTo>
                    <a:pt x="309" y="2"/>
                  </a:lnTo>
                  <a:lnTo>
                    <a:pt x="302" y="1"/>
                  </a:lnTo>
                  <a:lnTo>
                    <a:pt x="294" y="0"/>
                  </a:lnTo>
                  <a:lnTo>
                    <a:pt x="287" y="1"/>
                  </a:lnTo>
                  <a:lnTo>
                    <a:pt x="279" y="2"/>
                  </a:lnTo>
                  <a:lnTo>
                    <a:pt x="272" y="5"/>
                  </a:lnTo>
                  <a:lnTo>
                    <a:pt x="265" y="8"/>
                  </a:lnTo>
                  <a:lnTo>
                    <a:pt x="259" y="13"/>
                  </a:lnTo>
                  <a:lnTo>
                    <a:pt x="253" y="18"/>
                  </a:lnTo>
                  <a:lnTo>
                    <a:pt x="249" y="23"/>
                  </a:lnTo>
                  <a:lnTo>
                    <a:pt x="245" y="31"/>
                  </a:lnTo>
                  <a:lnTo>
                    <a:pt x="233" y="31"/>
                  </a:lnTo>
                  <a:lnTo>
                    <a:pt x="224" y="31"/>
                  </a:lnTo>
                  <a:lnTo>
                    <a:pt x="216" y="32"/>
                  </a:lnTo>
                  <a:lnTo>
                    <a:pt x="208" y="34"/>
                  </a:lnTo>
                  <a:lnTo>
                    <a:pt x="200" y="37"/>
                  </a:lnTo>
                  <a:lnTo>
                    <a:pt x="193" y="41"/>
                  </a:lnTo>
                  <a:lnTo>
                    <a:pt x="186" y="44"/>
                  </a:lnTo>
                  <a:lnTo>
                    <a:pt x="179" y="49"/>
                  </a:lnTo>
                  <a:lnTo>
                    <a:pt x="174" y="54"/>
                  </a:lnTo>
                  <a:lnTo>
                    <a:pt x="68" y="54"/>
                  </a:lnTo>
                  <a:lnTo>
                    <a:pt x="60" y="54"/>
                  </a:lnTo>
                  <a:lnTo>
                    <a:pt x="54" y="56"/>
                  </a:lnTo>
                  <a:lnTo>
                    <a:pt x="47" y="57"/>
                  </a:lnTo>
                  <a:lnTo>
                    <a:pt x="41" y="60"/>
                  </a:lnTo>
                  <a:lnTo>
                    <a:pt x="36" y="62"/>
                  </a:lnTo>
                  <a:lnTo>
                    <a:pt x="30" y="65"/>
                  </a:lnTo>
                  <a:lnTo>
                    <a:pt x="25" y="70"/>
                  </a:lnTo>
                  <a:lnTo>
                    <a:pt x="19" y="74"/>
                  </a:lnTo>
                  <a:lnTo>
                    <a:pt x="15" y="79"/>
                  </a:lnTo>
                  <a:lnTo>
                    <a:pt x="12" y="83"/>
                  </a:lnTo>
                  <a:lnTo>
                    <a:pt x="8" y="90"/>
                  </a:lnTo>
                  <a:lnTo>
                    <a:pt x="5" y="95"/>
                  </a:lnTo>
                  <a:lnTo>
                    <a:pt x="3" y="102"/>
                  </a:lnTo>
                  <a:lnTo>
                    <a:pt x="1" y="108"/>
                  </a:lnTo>
                  <a:lnTo>
                    <a:pt x="0" y="115"/>
                  </a:lnTo>
                  <a:lnTo>
                    <a:pt x="0" y="122"/>
                  </a:lnTo>
                  <a:lnTo>
                    <a:pt x="0" y="644"/>
                  </a:lnTo>
                  <a:lnTo>
                    <a:pt x="0" y="650"/>
                  </a:lnTo>
                  <a:lnTo>
                    <a:pt x="1" y="657"/>
                  </a:lnTo>
                  <a:lnTo>
                    <a:pt x="3" y="663"/>
                  </a:lnTo>
                  <a:lnTo>
                    <a:pt x="5" y="670"/>
                  </a:lnTo>
                  <a:lnTo>
                    <a:pt x="8" y="676"/>
                  </a:lnTo>
                  <a:lnTo>
                    <a:pt x="12" y="681"/>
                  </a:lnTo>
                  <a:lnTo>
                    <a:pt x="15" y="687"/>
                  </a:lnTo>
                  <a:lnTo>
                    <a:pt x="19" y="691"/>
                  </a:lnTo>
                  <a:lnTo>
                    <a:pt x="25" y="695"/>
                  </a:lnTo>
                  <a:lnTo>
                    <a:pt x="30" y="700"/>
                  </a:lnTo>
                  <a:lnTo>
                    <a:pt x="36" y="703"/>
                  </a:lnTo>
                  <a:lnTo>
                    <a:pt x="41" y="706"/>
                  </a:lnTo>
                  <a:lnTo>
                    <a:pt x="47" y="708"/>
                  </a:lnTo>
                  <a:lnTo>
                    <a:pt x="54" y="709"/>
                  </a:lnTo>
                  <a:lnTo>
                    <a:pt x="60" y="710"/>
                  </a:lnTo>
                  <a:lnTo>
                    <a:pt x="68" y="712"/>
                  </a:lnTo>
                  <a:lnTo>
                    <a:pt x="520" y="712"/>
                  </a:lnTo>
                  <a:lnTo>
                    <a:pt x="528" y="710"/>
                  </a:lnTo>
                  <a:lnTo>
                    <a:pt x="534" y="709"/>
                  </a:lnTo>
                  <a:lnTo>
                    <a:pt x="541" y="708"/>
                  </a:lnTo>
                  <a:lnTo>
                    <a:pt x="547" y="706"/>
                  </a:lnTo>
                  <a:lnTo>
                    <a:pt x="553" y="703"/>
                  </a:lnTo>
                  <a:lnTo>
                    <a:pt x="559" y="700"/>
                  </a:lnTo>
                  <a:lnTo>
                    <a:pt x="563" y="695"/>
                  </a:lnTo>
                  <a:lnTo>
                    <a:pt x="569" y="691"/>
                  </a:lnTo>
                  <a:lnTo>
                    <a:pt x="573" y="687"/>
                  </a:lnTo>
                  <a:lnTo>
                    <a:pt x="577" y="681"/>
                  </a:lnTo>
                  <a:lnTo>
                    <a:pt x="581" y="676"/>
                  </a:lnTo>
                  <a:lnTo>
                    <a:pt x="583" y="670"/>
                  </a:lnTo>
                  <a:lnTo>
                    <a:pt x="586" y="663"/>
                  </a:lnTo>
                  <a:lnTo>
                    <a:pt x="587" y="657"/>
                  </a:lnTo>
                  <a:lnTo>
                    <a:pt x="588" y="650"/>
                  </a:lnTo>
                  <a:lnTo>
                    <a:pt x="588" y="644"/>
                  </a:lnTo>
                  <a:lnTo>
                    <a:pt x="588" y="122"/>
                  </a:lnTo>
                  <a:lnTo>
                    <a:pt x="588" y="115"/>
                  </a:lnTo>
                  <a:lnTo>
                    <a:pt x="587" y="108"/>
                  </a:lnTo>
                  <a:lnTo>
                    <a:pt x="586" y="102"/>
                  </a:lnTo>
                  <a:lnTo>
                    <a:pt x="583" y="95"/>
                  </a:lnTo>
                  <a:lnTo>
                    <a:pt x="581" y="90"/>
                  </a:lnTo>
                  <a:lnTo>
                    <a:pt x="577" y="83"/>
                  </a:lnTo>
                  <a:lnTo>
                    <a:pt x="573" y="79"/>
                  </a:lnTo>
                  <a:lnTo>
                    <a:pt x="569" y="74"/>
                  </a:lnTo>
                  <a:lnTo>
                    <a:pt x="563" y="70"/>
                  </a:lnTo>
                  <a:lnTo>
                    <a:pt x="559" y="65"/>
                  </a:lnTo>
                  <a:lnTo>
                    <a:pt x="553" y="62"/>
                  </a:lnTo>
                  <a:lnTo>
                    <a:pt x="547" y="60"/>
                  </a:lnTo>
                  <a:lnTo>
                    <a:pt x="541" y="57"/>
                  </a:lnTo>
                  <a:lnTo>
                    <a:pt x="534" y="56"/>
                  </a:lnTo>
                  <a:lnTo>
                    <a:pt x="528" y="54"/>
                  </a:lnTo>
                  <a:lnTo>
                    <a:pt x="520" y="54"/>
                  </a:lnTo>
                  <a:close/>
                  <a:moveTo>
                    <a:pt x="233" y="59"/>
                  </a:moveTo>
                  <a:lnTo>
                    <a:pt x="254" y="59"/>
                  </a:lnTo>
                  <a:lnTo>
                    <a:pt x="259" y="58"/>
                  </a:lnTo>
                  <a:lnTo>
                    <a:pt x="263" y="56"/>
                  </a:lnTo>
                  <a:lnTo>
                    <a:pt x="265" y="52"/>
                  </a:lnTo>
                  <a:lnTo>
                    <a:pt x="267" y="48"/>
                  </a:lnTo>
                  <a:lnTo>
                    <a:pt x="269" y="44"/>
                  </a:lnTo>
                  <a:lnTo>
                    <a:pt x="272" y="39"/>
                  </a:lnTo>
                  <a:lnTo>
                    <a:pt x="274" y="36"/>
                  </a:lnTo>
                  <a:lnTo>
                    <a:pt x="277" y="33"/>
                  </a:lnTo>
                  <a:lnTo>
                    <a:pt x="281" y="31"/>
                  </a:lnTo>
                  <a:lnTo>
                    <a:pt x="286" y="29"/>
                  </a:lnTo>
                  <a:lnTo>
                    <a:pt x="290" y="28"/>
                  </a:lnTo>
                  <a:lnTo>
                    <a:pt x="294" y="28"/>
                  </a:lnTo>
                  <a:lnTo>
                    <a:pt x="298" y="28"/>
                  </a:lnTo>
                  <a:lnTo>
                    <a:pt x="303" y="29"/>
                  </a:lnTo>
                  <a:lnTo>
                    <a:pt x="307" y="31"/>
                  </a:lnTo>
                  <a:lnTo>
                    <a:pt x="311" y="33"/>
                  </a:lnTo>
                  <a:lnTo>
                    <a:pt x="314" y="36"/>
                  </a:lnTo>
                  <a:lnTo>
                    <a:pt x="317" y="39"/>
                  </a:lnTo>
                  <a:lnTo>
                    <a:pt x="320" y="44"/>
                  </a:lnTo>
                  <a:lnTo>
                    <a:pt x="321" y="48"/>
                  </a:lnTo>
                  <a:lnTo>
                    <a:pt x="323" y="52"/>
                  </a:lnTo>
                  <a:lnTo>
                    <a:pt x="326" y="56"/>
                  </a:lnTo>
                  <a:lnTo>
                    <a:pt x="329" y="58"/>
                  </a:lnTo>
                  <a:lnTo>
                    <a:pt x="335" y="59"/>
                  </a:lnTo>
                  <a:lnTo>
                    <a:pt x="356" y="59"/>
                  </a:lnTo>
                  <a:lnTo>
                    <a:pt x="367" y="59"/>
                  </a:lnTo>
                  <a:lnTo>
                    <a:pt x="378" y="62"/>
                  </a:lnTo>
                  <a:lnTo>
                    <a:pt x="386" y="67"/>
                  </a:lnTo>
                  <a:lnTo>
                    <a:pt x="395" y="74"/>
                  </a:lnTo>
                  <a:lnTo>
                    <a:pt x="402" y="81"/>
                  </a:lnTo>
                  <a:lnTo>
                    <a:pt x="408" y="90"/>
                  </a:lnTo>
                  <a:lnTo>
                    <a:pt x="411" y="101"/>
                  </a:lnTo>
                  <a:lnTo>
                    <a:pt x="413" y="111"/>
                  </a:lnTo>
                  <a:lnTo>
                    <a:pt x="175" y="111"/>
                  </a:lnTo>
                  <a:lnTo>
                    <a:pt x="177" y="101"/>
                  </a:lnTo>
                  <a:lnTo>
                    <a:pt x="180" y="90"/>
                  </a:lnTo>
                  <a:lnTo>
                    <a:pt x="187" y="81"/>
                  </a:lnTo>
                  <a:lnTo>
                    <a:pt x="193" y="74"/>
                  </a:lnTo>
                  <a:lnTo>
                    <a:pt x="202" y="67"/>
                  </a:lnTo>
                  <a:lnTo>
                    <a:pt x="211" y="62"/>
                  </a:lnTo>
                  <a:lnTo>
                    <a:pt x="221" y="59"/>
                  </a:lnTo>
                  <a:lnTo>
                    <a:pt x="233" y="59"/>
                  </a:lnTo>
                  <a:close/>
                  <a:moveTo>
                    <a:pt x="561" y="644"/>
                  </a:moveTo>
                  <a:lnTo>
                    <a:pt x="560" y="651"/>
                  </a:lnTo>
                  <a:lnTo>
                    <a:pt x="558" y="659"/>
                  </a:lnTo>
                  <a:lnTo>
                    <a:pt x="554" y="665"/>
                  </a:lnTo>
                  <a:lnTo>
                    <a:pt x="549" y="672"/>
                  </a:lnTo>
                  <a:lnTo>
                    <a:pt x="543" y="676"/>
                  </a:lnTo>
                  <a:lnTo>
                    <a:pt x="537" y="680"/>
                  </a:lnTo>
                  <a:lnTo>
                    <a:pt x="529" y="683"/>
                  </a:lnTo>
                  <a:lnTo>
                    <a:pt x="520" y="684"/>
                  </a:lnTo>
                  <a:lnTo>
                    <a:pt x="68" y="684"/>
                  </a:lnTo>
                  <a:lnTo>
                    <a:pt x="59" y="683"/>
                  </a:lnTo>
                  <a:lnTo>
                    <a:pt x="52" y="680"/>
                  </a:lnTo>
                  <a:lnTo>
                    <a:pt x="45" y="676"/>
                  </a:lnTo>
                  <a:lnTo>
                    <a:pt x="40" y="672"/>
                  </a:lnTo>
                  <a:lnTo>
                    <a:pt x="34" y="665"/>
                  </a:lnTo>
                  <a:lnTo>
                    <a:pt x="31" y="659"/>
                  </a:lnTo>
                  <a:lnTo>
                    <a:pt x="28" y="651"/>
                  </a:lnTo>
                  <a:lnTo>
                    <a:pt x="28" y="644"/>
                  </a:lnTo>
                  <a:lnTo>
                    <a:pt x="28" y="122"/>
                  </a:lnTo>
                  <a:lnTo>
                    <a:pt x="28" y="114"/>
                  </a:lnTo>
                  <a:lnTo>
                    <a:pt x="31" y="106"/>
                  </a:lnTo>
                  <a:lnTo>
                    <a:pt x="34" y="100"/>
                  </a:lnTo>
                  <a:lnTo>
                    <a:pt x="40" y="93"/>
                  </a:lnTo>
                  <a:lnTo>
                    <a:pt x="45" y="89"/>
                  </a:lnTo>
                  <a:lnTo>
                    <a:pt x="52" y="85"/>
                  </a:lnTo>
                  <a:lnTo>
                    <a:pt x="59" y="82"/>
                  </a:lnTo>
                  <a:lnTo>
                    <a:pt x="68" y="82"/>
                  </a:lnTo>
                  <a:lnTo>
                    <a:pt x="155" y="82"/>
                  </a:lnTo>
                  <a:lnTo>
                    <a:pt x="151" y="90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7" y="116"/>
                  </a:lnTo>
                  <a:lnTo>
                    <a:pt x="147" y="125"/>
                  </a:lnTo>
                  <a:lnTo>
                    <a:pt x="148" y="131"/>
                  </a:lnTo>
                  <a:lnTo>
                    <a:pt x="151" y="135"/>
                  </a:lnTo>
                  <a:lnTo>
                    <a:pt x="156" y="138"/>
                  </a:lnTo>
                  <a:lnTo>
                    <a:pt x="161" y="139"/>
                  </a:lnTo>
                  <a:lnTo>
                    <a:pt x="427" y="139"/>
                  </a:lnTo>
                  <a:lnTo>
                    <a:pt x="432" y="138"/>
                  </a:lnTo>
                  <a:lnTo>
                    <a:pt x="437" y="135"/>
                  </a:lnTo>
                  <a:lnTo>
                    <a:pt x="440" y="131"/>
                  </a:lnTo>
                  <a:lnTo>
                    <a:pt x="441" y="125"/>
                  </a:lnTo>
                  <a:lnTo>
                    <a:pt x="441" y="116"/>
                  </a:lnTo>
                  <a:lnTo>
                    <a:pt x="441" y="107"/>
                  </a:lnTo>
                  <a:lnTo>
                    <a:pt x="440" y="99"/>
                  </a:lnTo>
                  <a:lnTo>
                    <a:pt x="437" y="90"/>
                  </a:lnTo>
                  <a:lnTo>
                    <a:pt x="435" y="82"/>
                  </a:lnTo>
                  <a:lnTo>
                    <a:pt x="520" y="82"/>
                  </a:lnTo>
                  <a:lnTo>
                    <a:pt x="529" y="82"/>
                  </a:lnTo>
                  <a:lnTo>
                    <a:pt x="537" y="85"/>
                  </a:lnTo>
                  <a:lnTo>
                    <a:pt x="543" y="89"/>
                  </a:lnTo>
                  <a:lnTo>
                    <a:pt x="549" y="93"/>
                  </a:lnTo>
                  <a:lnTo>
                    <a:pt x="554" y="100"/>
                  </a:lnTo>
                  <a:lnTo>
                    <a:pt x="558" y="106"/>
                  </a:lnTo>
                  <a:lnTo>
                    <a:pt x="560" y="114"/>
                  </a:lnTo>
                  <a:lnTo>
                    <a:pt x="561" y="122"/>
                  </a:lnTo>
                  <a:lnTo>
                    <a:pt x="561" y="6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417">
              <a:extLst>
                <a:ext uri="{FF2B5EF4-FFF2-40B4-BE49-F238E27FC236}">
                  <a16:creationId xmlns:a16="http://schemas.microsoft.com/office/drawing/2014/main" id="{FFDE7D42-05A1-4D2B-82DE-F727129B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9063" y="2616201"/>
              <a:ext cx="66675" cy="50800"/>
            </a:xfrm>
            <a:custGeom>
              <a:avLst/>
              <a:gdLst>
                <a:gd name="T0" fmla="*/ 121 w 125"/>
                <a:gd name="T1" fmla="*/ 4 h 96"/>
                <a:gd name="T2" fmla="*/ 117 w 125"/>
                <a:gd name="T3" fmla="*/ 1 h 96"/>
                <a:gd name="T4" fmla="*/ 111 w 125"/>
                <a:gd name="T5" fmla="*/ 0 h 96"/>
                <a:gd name="T6" fmla="*/ 106 w 125"/>
                <a:gd name="T7" fmla="*/ 1 h 96"/>
                <a:gd name="T8" fmla="*/ 102 w 125"/>
                <a:gd name="T9" fmla="*/ 4 h 96"/>
                <a:gd name="T10" fmla="*/ 42 w 125"/>
                <a:gd name="T11" fmla="*/ 63 h 96"/>
                <a:gd name="T12" fmla="*/ 23 w 125"/>
                <a:gd name="T13" fmla="*/ 45 h 96"/>
                <a:gd name="T14" fmla="*/ 19 w 125"/>
                <a:gd name="T15" fmla="*/ 42 h 96"/>
                <a:gd name="T16" fmla="*/ 14 w 125"/>
                <a:gd name="T17" fmla="*/ 41 h 96"/>
                <a:gd name="T18" fmla="*/ 8 w 125"/>
                <a:gd name="T19" fmla="*/ 42 h 96"/>
                <a:gd name="T20" fmla="*/ 4 w 125"/>
                <a:gd name="T21" fmla="*/ 45 h 96"/>
                <a:gd name="T22" fmla="*/ 1 w 125"/>
                <a:gd name="T23" fmla="*/ 49 h 96"/>
                <a:gd name="T24" fmla="*/ 0 w 125"/>
                <a:gd name="T25" fmla="*/ 54 h 96"/>
                <a:gd name="T26" fmla="*/ 1 w 125"/>
                <a:gd name="T27" fmla="*/ 60 h 96"/>
                <a:gd name="T28" fmla="*/ 4 w 125"/>
                <a:gd name="T29" fmla="*/ 64 h 96"/>
                <a:gd name="T30" fmla="*/ 32 w 125"/>
                <a:gd name="T31" fmla="*/ 93 h 96"/>
                <a:gd name="T32" fmla="*/ 36 w 125"/>
                <a:gd name="T33" fmla="*/ 95 h 96"/>
                <a:gd name="T34" fmla="*/ 42 w 125"/>
                <a:gd name="T35" fmla="*/ 96 h 96"/>
                <a:gd name="T36" fmla="*/ 47 w 125"/>
                <a:gd name="T37" fmla="*/ 95 h 96"/>
                <a:gd name="T38" fmla="*/ 51 w 125"/>
                <a:gd name="T39" fmla="*/ 93 h 96"/>
                <a:gd name="T40" fmla="*/ 121 w 125"/>
                <a:gd name="T41" fmla="*/ 23 h 96"/>
                <a:gd name="T42" fmla="*/ 124 w 125"/>
                <a:gd name="T43" fmla="*/ 19 h 96"/>
                <a:gd name="T44" fmla="*/ 125 w 125"/>
                <a:gd name="T45" fmla="*/ 14 h 96"/>
                <a:gd name="T46" fmla="*/ 124 w 125"/>
                <a:gd name="T47" fmla="*/ 8 h 96"/>
                <a:gd name="T48" fmla="*/ 121 w 125"/>
                <a:gd name="T49" fmla="*/ 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" h="96">
                  <a:moveTo>
                    <a:pt x="121" y="4"/>
                  </a:moveTo>
                  <a:lnTo>
                    <a:pt x="117" y="1"/>
                  </a:lnTo>
                  <a:lnTo>
                    <a:pt x="111" y="0"/>
                  </a:lnTo>
                  <a:lnTo>
                    <a:pt x="106" y="1"/>
                  </a:lnTo>
                  <a:lnTo>
                    <a:pt x="102" y="4"/>
                  </a:lnTo>
                  <a:lnTo>
                    <a:pt x="42" y="63"/>
                  </a:lnTo>
                  <a:lnTo>
                    <a:pt x="23" y="45"/>
                  </a:lnTo>
                  <a:lnTo>
                    <a:pt x="19" y="42"/>
                  </a:lnTo>
                  <a:lnTo>
                    <a:pt x="14" y="41"/>
                  </a:lnTo>
                  <a:lnTo>
                    <a:pt x="8" y="42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4"/>
                  </a:lnTo>
                  <a:lnTo>
                    <a:pt x="1" y="60"/>
                  </a:lnTo>
                  <a:lnTo>
                    <a:pt x="4" y="64"/>
                  </a:lnTo>
                  <a:lnTo>
                    <a:pt x="32" y="93"/>
                  </a:lnTo>
                  <a:lnTo>
                    <a:pt x="36" y="95"/>
                  </a:lnTo>
                  <a:lnTo>
                    <a:pt x="42" y="96"/>
                  </a:lnTo>
                  <a:lnTo>
                    <a:pt x="47" y="95"/>
                  </a:lnTo>
                  <a:lnTo>
                    <a:pt x="51" y="93"/>
                  </a:lnTo>
                  <a:lnTo>
                    <a:pt x="121" y="23"/>
                  </a:lnTo>
                  <a:lnTo>
                    <a:pt x="124" y="19"/>
                  </a:lnTo>
                  <a:lnTo>
                    <a:pt x="125" y="14"/>
                  </a:lnTo>
                  <a:lnTo>
                    <a:pt x="124" y="8"/>
                  </a:lnTo>
                  <a:lnTo>
                    <a:pt x="121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418">
              <a:extLst>
                <a:ext uri="{FF2B5EF4-FFF2-40B4-BE49-F238E27FC236}">
                  <a16:creationId xmlns:a16="http://schemas.microsoft.com/office/drawing/2014/main" id="{45B22376-BA7D-4D59-B19B-8F7B266D9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2238" y="2778126"/>
              <a:ext cx="50800" cy="50800"/>
            </a:xfrm>
            <a:custGeom>
              <a:avLst/>
              <a:gdLst>
                <a:gd name="T0" fmla="*/ 81 w 95"/>
                <a:gd name="T1" fmla="*/ 0 h 94"/>
                <a:gd name="T2" fmla="*/ 14 w 95"/>
                <a:gd name="T3" fmla="*/ 0 h 94"/>
                <a:gd name="T4" fmla="*/ 9 w 95"/>
                <a:gd name="T5" fmla="*/ 1 h 94"/>
                <a:gd name="T6" fmla="*/ 5 w 95"/>
                <a:gd name="T7" fmla="*/ 4 h 94"/>
                <a:gd name="T8" fmla="*/ 1 w 95"/>
                <a:gd name="T9" fmla="*/ 8 h 94"/>
                <a:gd name="T10" fmla="*/ 0 w 95"/>
                <a:gd name="T11" fmla="*/ 14 h 94"/>
                <a:gd name="T12" fmla="*/ 0 w 95"/>
                <a:gd name="T13" fmla="*/ 80 h 94"/>
                <a:gd name="T14" fmla="*/ 1 w 95"/>
                <a:gd name="T15" fmla="*/ 86 h 94"/>
                <a:gd name="T16" fmla="*/ 5 w 95"/>
                <a:gd name="T17" fmla="*/ 91 h 94"/>
                <a:gd name="T18" fmla="*/ 9 w 95"/>
                <a:gd name="T19" fmla="*/ 93 h 94"/>
                <a:gd name="T20" fmla="*/ 14 w 95"/>
                <a:gd name="T21" fmla="*/ 94 h 94"/>
                <a:gd name="T22" fmla="*/ 81 w 95"/>
                <a:gd name="T23" fmla="*/ 94 h 94"/>
                <a:gd name="T24" fmla="*/ 86 w 95"/>
                <a:gd name="T25" fmla="*/ 93 h 94"/>
                <a:gd name="T26" fmla="*/ 90 w 95"/>
                <a:gd name="T27" fmla="*/ 91 h 94"/>
                <a:gd name="T28" fmla="*/ 94 w 95"/>
                <a:gd name="T29" fmla="*/ 86 h 94"/>
                <a:gd name="T30" fmla="*/ 95 w 95"/>
                <a:gd name="T31" fmla="*/ 80 h 94"/>
                <a:gd name="T32" fmla="*/ 95 w 95"/>
                <a:gd name="T33" fmla="*/ 14 h 94"/>
                <a:gd name="T34" fmla="*/ 94 w 95"/>
                <a:gd name="T35" fmla="*/ 8 h 94"/>
                <a:gd name="T36" fmla="*/ 90 w 95"/>
                <a:gd name="T37" fmla="*/ 4 h 94"/>
                <a:gd name="T38" fmla="*/ 86 w 95"/>
                <a:gd name="T39" fmla="*/ 1 h 94"/>
                <a:gd name="T40" fmla="*/ 81 w 95"/>
                <a:gd name="T41" fmla="*/ 0 h 94"/>
                <a:gd name="T42" fmla="*/ 67 w 95"/>
                <a:gd name="T43" fmla="*/ 66 h 94"/>
                <a:gd name="T44" fmla="*/ 28 w 95"/>
                <a:gd name="T45" fmla="*/ 66 h 94"/>
                <a:gd name="T46" fmla="*/ 28 w 95"/>
                <a:gd name="T47" fmla="*/ 28 h 94"/>
                <a:gd name="T48" fmla="*/ 67 w 95"/>
                <a:gd name="T49" fmla="*/ 28 h 94"/>
                <a:gd name="T50" fmla="*/ 67 w 95"/>
                <a:gd name="T51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" h="94">
                  <a:moveTo>
                    <a:pt x="8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80"/>
                  </a:lnTo>
                  <a:lnTo>
                    <a:pt x="1" y="86"/>
                  </a:lnTo>
                  <a:lnTo>
                    <a:pt x="5" y="91"/>
                  </a:lnTo>
                  <a:lnTo>
                    <a:pt x="9" y="93"/>
                  </a:lnTo>
                  <a:lnTo>
                    <a:pt x="14" y="94"/>
                  </a:lnTo>
                  <a:lnTo>
                    <a:pt x="81" y="94"/>
                  </a:lnTo>
                  <a:lnTo>
                    <a:pt x="86" y="93"/>
                  </a:lnTo>
                  <a:lnTo>
                    <a:pt x="90" y="91"/>
                  </a:lnTo>
                  <a:lnTo>
                    <a:pt x="94" y="86"/>
                  </a:lnTo>
                  <a:lnTo>
                    <a:pt x="95" y="80"/>
                  </a:lnTo>
                  <a:lnTo>
                    <a:pt x="95" y="14"/>
                  </a:lnTo>
                  <a:lnTo>
                    <a:pt x="94" y="8"/>
                  </a:lnTo>
                  <a:lnTo>
                    <a:pt x="90" y="4"/>
                  </a:lnTo>
                  <a:lnTo>
                    <a:pt x="86" y="1"/>
                  </a:lnTo>
                  <a:lnTo>
                    <a:pt x="81" y="0"/>
                  </a:lnTo>
                  <a:close/>
                  <a:moveTo>
                    <a:pt x="67" y="66"/>
                  </a:moveTo>
                  <a:lnTo>
                    <a:pt x="28" y="66"/>
                  </a:lnTo>
                  <a:lnTo>
                    <a:pt x="28" y="28"/>
                  </a:lnTo>
                  <a:lnTo>
                    <a:pt x="67" y="28"/>
                  </a:lnTo>
                  <a:lnTo>
                    <a:pt x="67" y="6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419">
              <a:extLst>
                <a:ext uri="{FF2B5EF4-FFF2-40B4-BE49-F238E27FC236}">
                  <a16:creationId xmlns:a16="http://schemas.microsoft.com/office/drawing/2014/main" id="{7A9B9050-4C2B-4A54-97FD-47D620863A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2238" y="2700338"/>
              <a:ext cx="50800" cy="49213"/>
            </a:xfrm>
            <a:custGeom>
              <a:avLst/>
              <a:gdLst>
                <a:gd name="T0" fmla="*/ 81 w 95"/>
                <a:gd name="T1" fmla="*/ 0 h 94"/>
                <a:gd name="T2" fmla="*/ 14 w 95"/>
                <a:gd name="T3" fmla="*/ 0 h 94"/>
                <a:gd name="T4" fmla="*/ 9 w 95"/>
                <a:gd name="T5" fmla="*/ 1 h 94"/>
                <a:gd name="T6" fmla="*/ 5 w 95"/>
                <a:gd name="T7" fmla="*/ 3 h 94"/>
                <a:gd name="T8" fmla="*/ 1 w 95"/>
                <a:gd name="T9" fmla="*/ 7 h 94"/>
                <a:gd name="T10" fmla="*/ 0 w 95"/>
                <a:gd name="T11" fmla="*/ 13 h 94"/>
                <a:gd name="T12" fmla="*/ 0 w 95"/>
                <a:gd name="T13" fmla="*/ 80 h 94"/>
                <a:gd name="T14" fmla="*/ 1 w 95"/>
                <a:gd name="T15" fmla="*/ 85 h 94"/>
                <a:gd name="T16" fmla="*/ 5 w 95"/>
                <a:gd name="T17" fmla="*/ 90 h 94"/>
                <a:gd name="T18" fmla="*/ 9 w 95"/>
                <a:gd name="T19" fmla="*/ 93 h 94"/>
                <a:gd name="T20" fmla="*/ 14 w 95"/>
                <a:gd name="T21" fmla="*/ 94 h 94"/>
                <a:gd name="T22" fmla="*/ 81 w 95"/>
                <a:gd name="T23" fmla="*/ 94 h 94"/>
                <a:gd name="T24" fmla="*/ 86 w 95"/>
                <a:gd name="T25" fmla="*/ 93 h 94"/>
                <a:gd name="T26" fmla="*/ 90 w 95"/>
                <a:gd name="T27" fmla="*/ 90 h 94"/>
                <a:gd name="T28" fmla="*/ 94 w 95"/>
                <a:gd name="T29" fmla="*/ 85 h 94"/>
                <a:gd name="T30" fmla="*/ 95 w 95"/>
                <a:gd name="T31" fmla="*/ 80 h 94"/>
                <a:gd name="T32" fmla="*/ 95 w 95"/>
                <a:gd name="T33" fmla="*/ 13 h 94"/>
                <a:gd name="T34" fmla="*/ 94 w 95"/>
                <a:gd name="T35" fmla="*/ 7 h 94"/>
                <a:gd name="T36" fmla="*/ 90 w 95"/>
                <a:gd name="T37" fmla="*/ 3 h 94"/>
                <a:gd name="T38" fmla="*/ 86 w 95"/>
                <a:gd name="T39" fmla="*/ 1 h 94"/>
                <a:gd name="T40" fmla="*/ 81 w 95"/>
                <a:gd name="T41" fmla="*/ 0 h 94"/>
                <a:gd name="T42" fmla="*/ 67 w 95"/>
                <a:gd name="T43" fmla="*/ 66 h 94"/>
                <a:gd name="T44" fmla="*/ 28 w 95"/>
                <a:gd name="T45" fmla="*/ 66 h 94"/>
                <a:gd name="T46" fmla="*/ 28 w 95"/>
                <a:gd name="T47" fmla="*/ 26 h 94"/>
                <a:gd name="T48" fmla="*/ 67 w 95"/>
                <a:gd name="T49" fmla="*/ 26 h 94"/>
                <a:gd name="T50" fmla="*/ 67 w 95"/>
                <a:gd name="T51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" h="94">
                  <a:moveTo>
                    <a:pt x="8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5" y="90"/>
                  </a:lnTo>
                  <a:lnTo>
                    <a:pt x="9" y="93"/>
                  </a:lnTo>
                  <a:lnTo>
                    <a:pt x="14" y="94"/>
                  </a:lnTo>
                  <a:lnTo>
                    <a:pt x="81" y="94"/>
                  </a:lnTo>
                  <a:lnTo>
                    <a:pt x="86" y="93"/>
                  </a:lnTo>
                  <a:lnTo>
                    <a:pt x="90" y="90"/>
                  </a:lnTo>
                  <a:lnTo>
                    <a:pt x="94" y="85"/>
                  </a:lnTo>
                  <a:lnTo>
                    <a:pt x="95" y="80"/>
                  </a:lnTo>
                  <a:lnTo>
                    <a:pt x="95" y="13"/>
                  </a:lnTo>
                  <a:lnTo>
                    <a:pt x="94" y="7"/>
                  </a:lnTo>
                  <a:lnTo>
                    <a:pt x="90" y="3"/>
                  </a:lnTo>
                  <a:lnTo>
                    <a:pt x="86" y="1"/>
                  </a:lnTo>
                  <a:lnTo>
                    <a:pt x="81" y="0"/>
                  </a:lnTo>
                  <a:close/>
                  <a:moveTo>
                    <a:pt x="67" y="66"/>
                  </a:moveTo>
                  <a:lnTo>
                    <a:pt x="28" y="66"/>
                  </a:lnTo>
                  <a:lnTo>
                    <a:pt x="28" y="26"/>
                  </a:lnTo>
                  <a:lnTo>
                    <a:pt x="67" y="26"/>
                  </a:lnTo>
                  <a:lnTo>
                    <a:pt x="67" y="6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B8D61F7-1D1F-4A5F-89FC-3949492B9678}"/>
              </a:ext>
            </a:extLst>
          </p:cNvPr>
          <p:cNvGrpSpPr/>
          <p:nvPr/>
        </p:nvGrpSpPr>
        <p:grpSpPr>
          <a:xfrm>
            <a:off x="7936893" y="2179244"/>
            <a:ext cx="2321352" cy="1036822"/>
            <a:chOff x="8420359" y="2022552"/>
            <a:chExt cx="2321352" cy="1036822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7D33E6C1-07B7-4538-8864-31F018B5A18E}"/>
                </a:ext>
              </a:extLst>
            </p:cNvPr>
            <p:cNvSpPr/>
            <p:nvPr/>
          </p:nvSpPr>
          <p:spPr>
            <a:xfrm>
              <a:off x="8420359" y="2022552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Best Support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52DD2C9-7707-4F43-83D7-1E1B8DE711F6}"/>
                </a:ext>
              </a:extLst>
            </p:cNvPr>
            <p:cNvSpPr/>
            <p:nvPr/>
          </p:nvSpPr>
          <p:spPr>
            <a:xfrm flipH="1">
              <a:off x="8420359" y="2357643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D54917AC-3E11-45CE-A5FA-980D7EE5EBC9}"/>
              </a:ext>
            </a:extLst>
          </p:cNvPr>
          <p:cNvGrpSpPr/>
          <p:nvPr/>
        </p:nvGrpSpPr>
        <p:grpSpPr>
          <a:xfrm>
            <a:off x="7936893" y="4473568"/>
            <a:ext cx="2321352" cy="1040663"/>
            <a:chOff x="8420359" y="3827939"/>
            <a:chExt cx="2321352" cy="1040663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66AE2C5C-565F-4622-9EAB-2AE138E16DD3}"/>
                </a:ext>
              </a:extLst>
            </p:cNvPr>
            <p:cNvSpPr/>
            <p:nvPr/>
          </p:nvSpPr>
          <p:spPr>
            <a:xfrm>
              <a:off x="8420359" y="3827939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Premium Account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1C4B4E9-F57B-4582-9C83-755FE8459A37}"/>
                </a:ext>
              </a:extLst>
            </p:cNvPr>
            <p:cNvSpPr/>
            <p:nvPr/>
          </p:nvSpPr>
          <p:spPr>
            <a:xfrm flipH="1">
              <a:off x="8420359" y="4166871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FB325B2-7BD8-485B-B7D8-130DAD257F90}"/>
              </a:ext>
            </a:extLst>
          </p:cNvPr>
          <p:cNvGrpSpPr/>
          <p:nvPr/>
        </p:nvGrpSpPr>
        <p:grpSpPr>
          <a:xfrm>
            <a:off x="8939613" y="3870003"/>
            <a:ext cx="315913" cy="376238"/>
            <a:chOff x="10291764" y="2508251"/>
            <a:chExt cx="315913" cy="376238"/>
          </a:xfrm>
        </p:grpSpPr>
        <p:sp>
          <p:nvSpPr>
            <p:cNvPr id="67" name="Freeform 247">
              <a:extLst>
                <a:ext uri="{FF2B5EF4-FFF2-40B4-BE49-F238E27FC236}">
                  <a16:creationId xmlns:a16="http://schemas.microsoft.com/office/drawing/2014/main" id="{9C745533-F1ED-4E14-90F1-294538EB0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1764" y="2508251"/>
              <a:ext cx="315913" cy="376238"/>
            </a:xfrm>
            <a:custGeom>
              <a:avLst/>
              <a:gdLst>
                <a:gd name="T0" fmla="*/ 305 w 597"/>
                <a:gd name="T1" fmla="*/ 2 h 712"/>
                <a:gd name="T2" fmla="*/ 299 w 597"/>
                <a:gd name="T3" fmla="*/ 0 h 712"/>
                <a:gd name="T4" fmla="*/ 299 w 597"/>
                <a:gd name="T5" fmla="*/ 0 h 712"/>
                <a:gd name="T6" fmla="*/ 295 w 597"/>
                <a:gd name="T7" fmla="*/ 1 h 712"/>
                <a:gd name="T8" fmla="*/ 7 w 597"/>
                <a:gd name="T9" fmla="*/ 146 h 712"/>
                <a:gd name="T10" fmla="*/ 2 w 597"/>
                <a:gd name="T11" fmla="*/ 150 h 712"/>
                <a:gd name="T12" fmla="*/ 0 w 597"/>
                <a:gd name="T13" fmla="*/ 158 h 712"/>
                <a:gd name="T14" fmla="*/ 1 w 597"/>
                <a:gd name="T15" fmla="*/ 437 h 712"/>
                <a:gd name="T16" fmla="*/ 6 w 597"/>
                <a:gd name="T17" fmla="*/ 472 h 712"/>
                <a:gd name="T18" fmla="*/ 18 w 597"/>
                <a:gd name="T19" fmla="*/ 504 h 712"/>
                <a:gd name="T20" fmla="*/ 36 w 597"/>
                <a:gd name="T21" fmla="*/ 534 h 712"/>
                <a:gd name="T22" fmla="*/ 57 w 597"/>
                <a:gd name="T23" fmla="*/ 561 h 712"/>
                <a:gd name="T24" fmla="*/ 82 w 597"/>
                <a:gd name="T25" fmla="*/ 584 h 712"/>
                <a:gd name="T26" fmla="*/ 123 w 597"/>
                <a:gd name="T27" fmla="*/ 613 h 712"/>
                <a:gd name="T28" fmla="*/ 201 w 597"/>
                <a:gd name="T29" fmla="*/ 659 h 712"/>
                <a:gd name="T30" fmla="*/ 280 w 597"/>
                <a:gd name="T31" fmla="*/ 703 h 712"/>
                <a:gd name="T32" fmla="*/ 295 w 597"/>
                <a:gd name="T33" fmla="*/ 710 h 712"/>
                <a:gd name="T34" fmla="*/ 299 w 597"/>
                <a:gd name="T35" fmla="*/ 712 h 712"/>
                <a:gd name="T36" fmla="*/ 305 w 597"/>
                <a:gd name="T37" fmla="*/ 709 h 712"/>
                <a:gd name="T38" fmla="*/ 350 w 597"/>
                <a:gd name="T39" fmla="*/ 685 h 712"/>
                <a:gd name="T40" fmla="*/ 448 w 597"/>
                <a:gd name="T41" fmla="*/ 629 h 712"/>
                <a:gd name="T42" fmla="*/ 454 w 597"/>
                <a:gd name="T43" fmla="*/ 620 h 712"/>
                <a:gd name="T44" fmla="*/ 453 w 597"/>
                <a:gd name="T45" fmla="*/ 611 h 712"/>
                <a:gd name="T46" fmla="*/ 445 w 597"/>
                <a:gd name="T47" fmla="*/ 604 h 712"/>
                <a:gd name="T48" fmla="*/ 434 w 597"/>
                <a:gd name="T49" fmla="*/ 605 h 712"/>
                <a:gd name="T50" fmla="*/ 351 w 597"/>
                <a:gd name="T51" fmla="*/ 652 h 712"/>
                <a:gd name="T52" fmla="*/ 299 w 597"/>
                <a:gd name="T53" fmla="*/ 681 h 712"/>
                <a:gd name="T54" fmla="*/ 245 w 597"/>
                <a:gd name="T55" fmla="*/ 652 h 712"/>
                <a:gd name="T56" fmla="*/ 163 w 597"/>
                <a:gd name="T57" fmla="*/ 605 h 712"/>
                <a:gd name="T58" fmla="*/ 114 w 597"/>
                <a:gd name="T59" fmla="*/ 574 h 712"/>
                <a:gd name="T60" fmla="*/ 92 w 597"/>
                <a:gd name="T61" fmla="*/ 555 h 712"/>
                <a:gd name="T62" fmla="*/ 70 w 597"/>
                <a:gd name="T63" fmla="*/ 534 h 712"/>
                <a:gd name="T64" fmla="*/ 53 w 597"/>
                <a:gd name="T65" fmla="*/ 511 h 712"/>
                <a:gd name="T66" fmla="*/ 39 w 597"/>
                <a:gd name="T67" fmla="*/ 484 h 712"/>
                <a:gd name="T68" fmla="*/ 31 w 597"/>
                <a:gd name="T69" fmla="*/ 453 h 712"/>
                <a:gd name="T70" fmla="*/ 27 w 597"/>
                <a:gd name="T71" fmla="*/ 418 h 712"/>
                <a:gd name="T72" fmla="*/ 299 w 597"/>
                <a:gd name="T73" fmla="*/ 30 h 712"/>
                <a:gd name="T74" fmla="*/ 569 w 597"/>
                <a:gd name="T75" fmla="*/ 418 h 712"/>
                <a:gd name="T76" fmla="*/ 566 w 597"/>
                <a:gd name="T77" fmla="*/ 454 h 712"/>
                <a:gd name="T78" fmla="*/ 556 w 597"/>
                <a:gd name="T79" fmla="*/ 487 h 712"/>
                <a:gd name="T80" fmla="*/ 539 w 597"/>
                <a:gd name="T81" fmla="*/ 518 h 712"/>
                <a:gd name="T82" fmla="*/ 516 w 597"/>
                <a:gd name="T83" fmla="*/ 546 h 712"/>
                <a:gd name="T84" fmla="*/ 511 w 597"/>
                <a:gd name="T85" fmla="*/ 556 h 712"/>
                <a:gd name="T86" fmla="*/ 516 w 597"/>
                <a:gd name="T87" fmla="*/ 566 h 712"/>
                <a:gd name="T88" fmla="*/ 525 w 597"/>
                <a:gd name="T89" fmla="*/ 570 h 712"/>
                <a:gd name="T90" fmla="*/ 535 w 597"/>
                <a:gd name="T91" fmla="*/ 566 h 712"/>
                <a:gd name="T92" fmla="*/ 563 w 597"/>
                <a:gd name="T93" fmla="*/ 533 h 712"/>
                <a:gd name="T94" fmla="*/ 582 w 597"/>
                <a:gd name="T95" fmla="*/ 498 h 712"/>
                <a:gd name="T96" fmla="*/ 594 w 597"/>
                <a:gd name="T97" fmla="*/ 459 h 712"/>
                <a:gd name="T98" fmla="*/ 597 w 597"/>
                <a:gd name="T99" fmla="*/ 418 h 712"/>
                <a:gd name="T100" fmla="*/ 597 w 597"/>
                <a:gd name="T101" fmla="*/ 154 h 712"/>
                <a:gd name="T102" fmla="*/ 593 w 597"/>
                <a:gd name="T103" fmla="*/ 148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7" h="712">
                  <a:moveTo>
                    <a:pt x="590" y="146"/>
                  </a:moveTo>
                  <a:lnTo>
                    <a:pt x="305" y="2"/>
                  </a:lnTo>
                  <a:lnTo>
                    <a:pt x="302" y="1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5" y="1"/>
                  </a:lnTo>
                  <a:lnTo>
                    <a:pt x="292" y="2"/>
                  </a:lnTo>
                  <a:lnTo>
                    <a:pt x="7" y="146"/>
                  </a:lnTo>
                  <a:lnTo>
                    <a:pt x="4" y="148"/>
                  </a:lnTo>
                  <a:lnTo>
                    <a:pt x="2" y="150"/>
                  </a:lnTo>
                  <a:lnTo>
                    <a:pt x="1" y="154"/>
                  </a:lnTo>
                  <a:lnTo>
                    <a:pt x="0" y="158"/>
                  </a:lnTo>
                  <a:lnTo>
                    <a:pt x="0" y="418"/>
                  </a:lnTo>
                  <a:lnTo>
                    <a:pt x="1" y="437"/>
                  </a:lnTo>
                  <a:lnTo>
                    <a:pt x="3" y="455"/>
                  </a:lnTo>
                  <a:lnTo>
                    <a:pt x="6" y="472"/>
                  </a:lnTo>
                  <a:lnTo>
                    <a:pt x="11" y="488"/>
                  </a:lnTo>
                  <a:lnTo>
                    <a:pt x="18" y="504"/>
                  </a:lnTo>
                  <a:lnTo>
                    <a:pt x="26" y="519"/>
                  </a:lnTo>
                  <a:lnTo>
                    <a:pt x="36" y="534"/>
                  </a:lnTo>
                  <a:lnTo>
                    <a:pt x="47" y="549"/>
                  </a:lnTo>
                  <a:lnTo>
                    <a:pt x="57" y="561"/>
                  </a:lnTo>
                  <a:lnTo>
                    <a:pt x="70" y="573"/>
                  </a:lnTo>
                  <a:lnTo>
                    <a:pt x="82" y="584"/>
                  </a:lnTo>
                  <a:lnTo>
                    <a:pt x="96" y="594"/>
                  </a:lnTo>
                  <a:lnTo>
                    <a:pt x="123" y="613"/>
                  </a:lnTo>
                  <a:lnTo>
                    <a:pt x="149" y="629"/>
                  </a:lnTo>
                  <a:lnTo>
                    <a:pt x="201" y="659"/>
                  </a:lnTo>
                  <a:lnTo>
                    <a:pt x="247" y="685"/>
                  </a:lnTo>
                  <a:lnTo>
                    <a:pt x="280" y="703"/>
                  </a:lnTo>
                  <a:lnTo>
                    <a:pt x="292" y="709"/>
                  </a:lnTo>
                  <a:lnTo>
                    <a:pt x="295" y="710"/>
                  </a:lnTo>
                  <a:lnTo>
                    <a:pt x="299" y="712"/>
                  </a:lnTo>
                  <a:lnTo>
                    <a:pt x="299" y="712"/>
                  </a:lnTo>
                  <a:lnTo>
                    <a:pt x="302" y="710"/>
                  </a:lnTo>
                  <a:lnTo>
                    <a:pt x="305" y="709"/>
                  </a:lnTo>
                  <a:lnTo>
                    <a:pt x="318" y="703"/>
                  </a:lnTo>
                  <a:lnTo>
                    <a:pt x="350" y="685"/>
                  </a:lnTo>
                  <a:lnTo>
                    <a:pt x="395" y="659"/>
                  </a:lnTo>
                  <a:lnTo>
                    <a:pt x="448" y="629"/>
                  </a:lnTo>
                  <a:lnTo>
                    <a:pt x="452" y="626"/>
                  </a:lnTo>
                  <a:lnTo>
                    <a:pt x="454" y="620"/>
                  </a:lnTo>
                  <a:lnTo>
                    <a:pt x="454" y="615"/>
                  </a:lnTo>
                  <a:lnTo>
                    <a:pt x="453" y="611"/>
                  </a:lnTo>
                  <a:lnTo>
                    <a:pt x="449" y="606"/>
                  </a:lnTo>
                  <a:lnTo>
                    <a:pt x="445" y="604"/>
                  </a:lnTo>
                  <a:lnTo>
                    <a:pt x="439" y="603"/>
                  </a:lnTo>
                  <a:lnTo>
                    <a:pt x="434" y="605"/>
                  </a:lnTo>
                  <a:lnTo>
                    <a:pt x="391" y="630"/>
                  </a:lnTo>
                  <a:lnTo>
                    <a:pt x="351" y="652"/>
                  </a:lnTo>
                  <a:lnTo>
                    <a:pt x="319" y="670"/>
                  </a:lnTo>
                  <a:lnTo>
                    <a:pt x="299" y="681"/>
                  </a:lnTo>
                  <a:lnTo>
                    <a:pt x="277" y="670"/>
                  </a:lnTo>
                  <a:lnTo>
                    <a:pt x="245" y="652"/>
                  </a:lnTo>
                  <a:lnTo>
                    <a:pt x="207" y="630"/>
                  </a:lnTo>
                  <a:lnTo>
                    <a:pt x="163" y="605"/>
                  </a:lnTo>
                  <a:lnTo>
                    <a:pt x="139" y="590"/>
                  </a:lnTo>
                  <a:lnTo>
                    <a:pt x="114" y="574"/>
                  </a:lnTo>
                  <a:lnTo>
                    <a:pt x="103" y="564"/>
                  </a:lnTo>
                  <a:lnTo>
                    <a:pt x="92" y="555"/>
                  </a:lnTo>
                  <a:lnTo>
                    <a:pt x="81" y="545"/>
                  </a:lnTo>
                  <a:lnTo>
                    <a:pt x="70" y="534"/>
                  </a:lnTo>
                  <a:lnTo>
                    <a:pt x="62" y="523"/>
                  </a:lnTo>
                  <a:lnTo>
                    <a:pt x="53" y="511"/>
                  </a:lnTo>
                  <a:lnTo>
                    <a:pt x="46" y="498"/>
                  </a:lnTo>
                  <a:lnTo>
                    <a:pt x="39" y="484"/>
                  </a:lnTo>
                  <a:lnTo>
                    <a:pt x="35" y="469"/>
                  </a:lnTo>
                  <a:lnTo>
                    <a:pt x="31" y="453"/>
                  </a:lnTo>
                  <a:lnTo>
                    <a:pt x="29" y="436"/>
                  </a:lnTo>
                  <a:lnTo>
                    <a:pt x="27" y="418"/>
                  </a:lnTo>
                  <a:lnTo>
                    <a:pt x="27" y="166"/>
                  </a:lnTo>
                  <a:lnTo>
                    <a:pt x="299" y="30"/>
                  </a:lnTo>
                  <a:lnTo>
                    <a:pt x="569" y="166"/>
                  </a:lnTo>
                  <a:lnTo>
                    <a:pt x="569" y="418"/>
                  </a:lnTo>
                  <a:lnTo>
                    <a:pt x="569" y="437"/>
                  </a:lnTo>
                  <a:lnTo>
                    <a:pt x="566" y="454"/>
                  </a:lnTo>
                  <a:lnTo>
                    <a:pt x="562" y="471"/>
                  </a:lnTo>
                  <a:lnTo>
                    <a:pt x="556" y="487"/>
                  </a:lnTo>
                  <a:lnTo>
                    <a:pt x="549" y="503"/>
                  </a:lnTo>
                  <a:lnTo>
                    <a:pt x="539" y="518"/>
                  </a:lnTo>
                  <a:lnTo>
                    <a:pt x="528" y="532"/>
                  </a:lnTo>
                  <a:lnTo>
                    <a:pt x="516" y="546"/>
                  </a:lnTo>
                  <a:lnTo>
                    <a:pt x="512" y="550"/>
                  </a:lnTo>
                  <a:lnTo>
                    <a:pt x="511" y="556"/>
                  </a:lnTo>
                  <a:lnTo>
                    <a:pt x="512" y="561"/>
                  </a:lnTo>
                  <a:lnTo>
                    <a:pt x="516" y="566"/>
                  </a:lnTo>
                  <a:lnTo>
                    <a:pt x="520" y="569"/>
                  </a:lnTo>
                  <a:lnTo>
                    <a:pt x="525" y="570"/>
                  </a:lnTo>
                  <a:lnTo>
                    <a:pt x="531" y="569"/>
                  </a:lnTo>
                  <a:lnTo>
                    <a:pt x="535" y="566"/>
                  </a:lnTo>
                  <a:lnTo>
                    <a:pt x="550" y="550"/>
                  </a:lnTo>
                  <a:lnTo>
                    <a:pt x="563" y="533"/>
                  </a:lnTo>
                  <a:lnTo>
                    <a:pt x="574" y="516"/>
                  </a:lnTo>
                  <a:lnTo>
                    <a:pt x="582" y="498"/>
                  </a:lnTo>
                  <a:lnTo>
                    <a:pt x="589" y="480"/>
                  </a:lnTo>
                  <a:lnTo>
                    <a:pt x="594" y="459"/>
                  </a:lnTo>
                  <a:lnTo>
                    <a:pt x="596" y="439"/>
                  </a:lnTo>
                  <a:lnTo>
                    <a:pt x="597" y="418"/>
                  </a:lnTo>
                  <a:lnTo>
                    <a:pt x="597" y="158"/>
                  </a:lnTo>
                  <a:lnTo>
                    <a:pt x="597" y="154"/>
                  </a:lnTo>
                  <a:lnTo>
                    <a:pt x="595" y="150"/>
                  </a:lnTo>
                  <a:lnTo>
                    <a:pt x="593" y="148"/>
                  </a:lnTo>
                  <a:lnTo>
                    <a:pt x="590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248">
              <a:extLst>
                <a:ext uri="{FF2B5EF4-FFF2-40B4-BE49-F238E27FC236}">
                  <a16:creationId xmlns:a16="http://schemas.microsoft.com/office/drawing/2014/main" id="{1025EBCB-7650-4E48-BC73-083CAE5A58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20339" y="2541588"/>
              <a:ext cx="257175" cy="309563"/>
            </a:xfrm>
            <a:custGeom>
              <a:avLst/>
              <a:gdLst>
                <a:gd name="T0" fmla="*/ 486 w 486"/>
                <a:gd name="T1" fmla="*/ 126 h 586"/>
                <a:gd name="T2" fmla="*/ 482 w 486"/>
                <a:gd name="T3" fmla="*/ 120 h 586"/>
                <a:gd name="T4" fmla="*/ 250 w 486"/>
                <a:gd name="T5" fmla="*/ 1 h 586"/>
                <a:gd name="T6" fmla="*/ 244 w 486"/>
                <a:gd name="T7" fmla="*/ 0 h 586"/>
                <a:gd name="T8" fmla="*/ 237 w 486"/>
                <a:gd name="T9" fmla="*/ 1 h 586"/>
                <a:gd name="T10" fmla="*/ 5 w 486"/>
                <a:gd name="T11" fmla="*/ 119 h 586"/>
                <a:gd name="T12" fmla="*/ 1 w 486"/>
                <a:gd name="T13" fmla="*/ 126 h 586"/>
                <a:gd name="T14" fmla="*/ 0 w 486"/>
                <a:gd name="T15" fmla="*/ 356 h 586"/>
                <a:gd name="T16" fmla="*/ 2 w 486"/>
                <a:gd name="T17" fmla="*/ 382 h 586"/>
                <a:gd name="T18" fmla="*/ 9 w 486"/>
                <a:gd name="T19" fmla="*/ 407 h 586"/>
                <a:gd name="T20" fmla="*/ 19 w 486"/>
                <a:gd name="T21" fmla="*/ 429 h 586"/>
                <a:gd name="T22" fmla="*/ 34 w 486"/>
                <a:gd name="T23" fmla="*/ 451 h 586"/>
                <a:gd name="T24" fmla="*/ 50 w 486"/>
                <a:gd name="T25" fmla="*/ 467 h 586"/>
                <a:gd name="T26" fmla="*/ 69 w 486"/>
                <a:gd name="T27" fmla="*/ 484 h 586"/>
                <a:gd name="T28" fmla="*/ 123 w 486"/>
                <a:gd name="T29" fmla="*/ 520 h 586"/>
                <a:gd name="T30" fmla="*/ 185 w 486"/>
                <a:gd name="T31" fmla="*/ 555 h 586"/>
                <a:gd name="T32" fmla="*/ 237 w 486"/>
                <a:gd name="T33" fmla="*/ 584 h 586"/>
                <a:gd name="T34" fmla="*/ 244 w 486"/>
                <a:gd name="T35" fmla="*/ 586 h 586"/>
                <a:gd name="T36" fmla="*/ 250 w 486"/>
                <a:gd name="T37" fmla="*/ 584 h 586"/>
                <a:gd name="T38" fmla="*/ 302 w 486"/>
                <a:gd name="T39" fmla="*/ 555 h 586"/>
                <a:gd name="T40" fmla="*/ 365 w 486"/>
                <a:gd name="T41" fmla="*/ 520 h 586"/>
                <a:gd name="T42" fmla="*/ 419 w 486"/>
                <a:gd name="T43" fmla="*/ 484 h 586"/>
                <a:gd name="T44" fmla="*/ 438 w 486"/>
                <a:gd name="T45" fmla="*/ 467 h 586"/>
                <a:gd name="T46" fmla="*/ 453 w 486"/>
                <a:gd name="T47" fmla="*/ 451 h 586"/>
                <a:gd name="T48" fmla="*/ 468 w 486"/>
                <a:gd name="T49" fmla="*/ 429 h 586"/>
                <a:gd name="T50" fmla="*/ 479 w 486"/>
                <a:gd name="T51" fmla="*/ 407 h 586"/>
                <a:gd name="T52" fmla="*/ 485 w 486"/>
                <a:gd name="T53" fmla="*/ 382 h 586"/>
                <a:gd name="T54" fmla="*/ 486 w 486"/>
                <a:gd name="T55" fmla="*/ 356 h 586"/>
                <a:gd name="T56" fmla="*/ 460 w 486"/>
                <a:gd name="T57" fmla="*/ 356 h 586"/>
                <a:gd name="T58" fmla="*/ 457 w 486"/>
                <a:gd name="T59" fmla="*/ 379 h 586"/>
                <a:gd name="T60" fmla="*/ 452 w 486"/>
                <a:gd name="T61" fmla="*/ 399 h 586"/>
                <a:gd name="T62" fmla="*/ 443 w 486"/>
                <a:gd name="T63" fmla="*/ 418 h 586"/>
                <a:gd name="T64" fmla="*/ 432 w 486"/>
                <a:gd name="T65" fmla="*/ 434 h 586"/>
                <a:gd name="T66" fmla="*/ 416 w 486"/>
                <a:gd name="T67" fmla="*/ 450 h 586"/>
                <a:gd name="T68" fmla="*/ 397 w 486"/>
                <a:gd name="T69" fmla="*/ 465 h 586"/>
                <a:gd name="T70" fmla="*/ 351 w 486"/>
                <a:gd name="T71" fmla="*/ 495 h 586"/>
                <a:gd name="T72" fmla="*/ 293 w 486"/>
                <a:gd name="T73" fmla="*/ 528 h 586"/>
                <a:gd name="T74" fmla="*/ 244 w 486"/>
                <a:gd name="T75" fmla="*/ 556 h 586"/>
                <a:gd name="T76" fmla="*/ 195 w 486"/>
                <a:gd name="T77" fmla="*/ 528 h 586"/>
                <a:gd name="T78" fmla="*/ 137 w 486"/>
                <a:gd name="T79" fmla="*/ 495 h 586"/>
                <a:gd name="T80" fmla="*/ 89 w 486"/>
                <a:gd name="T81" fmla="*/ 465 h 586"/>
                <a:gd name="T82" fmla="*/ 71 w 486"/>
                <a:gd name="T83" fmla="*/ 450 h 586"/>
                <a:gd name="T84" fmla="*/ 56 w 486"/>
                <a:gd name="T85" fmla="*/ 434 h 586"/>
                <a:gd name="T86" fmla="*/ 44 w 486"/>
                <a:gd name="T87" fmla="*/ 418 h 586"/>
                <a:gd name="T88" fmla="*/ 36 w 486"/>
                <a:gd name="T89" fmla="*/ 399 h 586"/>
                <a:gd name="T90" fmla="*/ 30 w 486"/>
                <a:gd name="T91" fmla="*/ 379 h 586"/>
                <a:gd name="T92" fmla="*/ 28 w 486"/>
                <a:gd name="T93" fmla="*/ 356 h 586"/>
                <a:gd name="T94" fmla="*/ 244 w 486"/>
                <a:gd name="T95" fmla="*/ 30 h 586"/>
                <a:gd name="T96" fmla="*/ 460 w 486"/>
                <a:gd name="T97" fmla="*/ 35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6" h="586">
                  <a:moveTo>
                    <a:pt x="486" y="130"/>
                  </a:moveTo>
                  <a:lnTo>
                    <a:pt x="486" y="126"/>
                  </a:lnTo>
                  <a:lnTo>
                    <a:pt x="484" y="122"/>
                  </a:lnTo>
                  <a:lnTo>
                    <a:pt x="482" y="120"/>
                  </a:lnTo>
                  <a:lnTo>
                    <a:pt x="479" y="117"/>
                  </a:lnTo>
                  <a:lnTo>
                    <a:pt x="250" y="1"/>
                  </a:lnTo>
                  <a:lnTo>
                    <a:pt x="247" y="0"/>
                  </a:lnTo>
                  <a:lnTo>
                    <a:pt x="244" y="0"/>
                  </a:lnTo>
                  <a:lnTo>
                    <a:pt x="241" y="0"/>
                  </a:lnTo>
                  <a:lnTo>
                    <a:pt x="237" y="1"/>
                  </a:lnTo>
                  <a:lnTo>
                    <a:pt x="8" y="117"/>
                  </a:lnTo>
                  <a:lnTo>
                    <a:pt x="5" y="119"/>
                  </a:lnTo>
                  <a:lnTo>
                    <a:pt x="2" y="122"/>
                  </a:lnTo>
                  <a:lnTo>
                    <a:pt x="1" y="126"/>
                  </a:lnTo>
                  <a:lnTo>
                    <a:pt x="0" y="130"/>
                  </a:lnTo>
                  <a:lnTo>
                    <a:pt x="0" y="356"/>
                  </a:lnTo>
                  <a:lnTo>
                    <a:pt x="1" y="369"/>
                  </a:lnTo>
                  <a:lnTo>
                    <a:pt x="2" y="382"/>
                  </a:lnTo>
                  <a:lnTo>
                    <a:pt x="5" y="395"/>
                  </a:lnTo>
                  <a:lnTo>
                    <a:pt x="9" y="407"/>
                  </a:lnTo>
                  <a:lnTo>
                    <a:pt x="13" y="419"/>
                  </a:lnTo>
                  <a:lnTo>
                    <a:pt x="19" y="429"/>
                  </a:lnTo>
                  <a:lnTo>
                    <a:pt x="26" y="440"/>
                  </a:lnTo>
                  <a:lnTo>
                    <a:pt x="34" y="451"/>
                  </a:lnTo>
                  <a:lnTo>
                    <a:pt x="41" y="459"/>
                  </a:lnTo>
                  <a:lnTo>
                    <a:pt x="50" y="467"/>
                  </a:lnTo>
                  <a:lnTo>
                    <a:pt x="58" y="476"/>
                  </a:lnTo>
                  <a:lnTo>
                    <a:pt x="69" y="484"/>
                  </a:lnTo>
                  <a:lnTo>
                    <a:pt x="93" y="501"/>
                  </a:lnTo>
                  <a:lnTo>
                    <a:pt x="123" y="520"/>
                  </a:lnTo>
                  <a:lnTo>
                    <a:pt x="155" y="538"/>
                  </a:lnTo>
                  <a:lnTo>
                    <a:pt x="185" y="555"/>
                  </a:lnTo>
                  <a:lnTo>
                    <a:pt x="213" y="571"/>
                  </a:lnTo>
                  <a:lnTo>
                    <a:pt x="237" y="584"/>
                  </a:lnTo>
                  <a:lnTo>
                    <a:pt x="241" y="585"/>
                  </a:lnTo>
                  <a:lnTo>
                    <a:pt x="244" y="586"/>
                  </a:lnTo>
                  <a:lnTo>
                    <a:pt x="247" y="585"/>
                  </a:lnTo>
                  <a:lnTo>
                    <a:pt x="250" y="584"/>
                  </a:lnTo>
                  <a:lnTo>
                    <a:pt x="274" y="571"/>
                  </a:lnTo>
                  <a:lnTo>
                    <a:pt x="302" y="555"/>
                  </a:lnTo>
                  <a:lnTo>
                    <a:pt x="333" y="538"/>
                  </a:lnTo>
                  <a:lnTo>
                    <a:pt x="365" y="520"/>
                  </a:lnTo>
                  <a:lnTo>
                    <a:pt x="394" y="501"/>
                  </a:lnTo>
                  <a:lnTo>
                    <a:pt x="419" y="484"/>
                  </a:lnTo>
                  <a:lnTo>
                    <a:pt x="428" y="476"/>
                  </a:lnTo>
                  <a:lnTo>
                    <a:pt x="438" y="467"/>
                  </a:lnTo>
                  <a:lnTo>
                    <a:pt x="446" y="459"/>
                  </a:lnTo>
                  <a:lnTo>
                    <a:pt x="453" y="451"/>
                  </a:lnTo>
                  <a:lnTo>
                    <a:pt x="462" y="440"/>
                  </a:lnTo>
                  <a:lnTo>
                    <a:pt x="468" y="429"/>
                  </a:lnTo>
                  <a:lnTo>
                    <a:pt x="473" y="419"/>
                  </a:lnTo>
                  <a:lnTo>
                    <a:pt x="479" y="407"/>
                  </a:lnTo>
                  <a:lnTo>
                    <a:pt x="482" y="395"/>
                  </a:lnTo>
                  <a:lnTo>
                    <a:pt x="485" y="382"/>
                  </a:lnTo>
                  <a:lnTo>
                    <a:pt x="486" y="369"/>
                  </a:lnTo>
                  <a:lnTo>
                    <a:pt x="486" y="356"/>
                  </a:lnTo>
                  <a:lnTo>
                    <a:pt x="486" y="130"/>
                  </a:lnTo>
                  <a:close/>
                  <a:moveTo>
                    <a:pt x="460" y="356"/>
                  </a:moveTo>
                  <a:lnTo>
                    <a:pt x="458" y="367"/>
                  </a:lnTo>
                  <a:lnTo>
                    <a:pt x="457" y="379"/>
                  </a:lnTo>
                  <a:lnTo>
                    <a:pt x="455" y="389"/>
                  </a:lnTo>
                  <a:lnTo>
                    <a:pt x="452" y="399"/>
                  </a:lnTo>
                  <a:lnTo>
                    <a:pt x="448" y="408"/>
                  </a:lnTo>
                  <a:lnTo>
                    <a:pt x="443" y="418"/>
                  </a:lnTo>
                  <a:lnTo>
                    <a:pt x="438" y="426"/>
                  </a:lnTo>
                  <a:lnTo>
                    <a:pt x="432" y="434"/>
                  </a:lnTo>
                  <a:lnTo>
                    <a:pt x="424" y="442"/>
                  </a:lnTo>
                  <a:lnTo>
                    <a:pt x="416" y="450"/>
                  </a:lnTo>
                  <a:lnTo>
                    <a:pt x="407" y="457"/>
                  </a:lnTo>
                  <a:lnTo>
                    <a:pt x="397" y="465"/>
                  </a:lnTo>
                  <a:lnTo>
                    <a:pt x="376" y="480"/>
                  </a:lnTo>
                  <a:lnTo>
                    <a:pt x="351" y="495"/>
                  </a:lnTo>
                  <a:lnTo>
                    <a:pt x="321" y="512"/>
                  </a:lnTo>
                  <a:lnTo>
                    <a:pt x="293" y="528"/>
                  </a:lnTo>
                  <a:lnTo>
                    <a:pt x="266" y="543"/>
                  </a:lnTo>
                  <a:lnTo>
                    <a:pt x="244" y="556"/>
                  </a:lnTo>
                  <a:lnTo>
                    <a:pt x="220" y="543"/>
                  </a:lnTo>
                  <a:lnTo>
                    <a:pt x="195" y="528"/>
                  </a:lnTo>
                  <a:lnTo>
                    <a:pt x="166" y="512"/>
                  </a:lnTo>
                  <a:lnTo>
                    <a:pt x="137" y="495"/>
                  </a:lnTo>
                  <a:lnTo>
                    <a:pt x="112" y="480"/>
                  </a:lnTo>
                  <a:lnTo>
                    <a:pt x="89" y="465"/>
                  </a:lnTo>
                  <a:lnTo>
                    <a:pt x="80" y="457"/>
                  </a:lnTo>
                  <a:lnTo>
                    <a:pt x="71" y="450"/>
                  </a:lnTo>
                  <a:lnTo>
                    <a:pt x="64" y="442"/>
                  </a:lnTo>
                  <a:lnTo>
                    <a:pt x="56" y="434"/>
                  </a:lnTo>
                  <a:lnTo>
                    <a:pt x="50" y="426"/>
                  </a:lnTo>
                  <a:lnTo>
                    <a:pt x="44" y="418"/>
                  </a:lnTo>
                  <a:lnTo>
                    <a:pt x="39" y="408"/>
                  </a:lnTo>
                  <a:lnTo>
                    <a:pt x="36" y="399"/>
                  </a:lnTo>
                  <a:lnTo>
                    <a:pt x="33" y="389"/>
                  </a:lnTo>
                  <a:lnTo>
                    <a:pt x="30" y="379"/>
                  </a:lnTo>
                  <a:lnTo>
                    <a:pt x="28" y="367"/>
                  </a:lnTo>
                  <a:lnTo>
                    <a:pt x="28" y="356"/>
                  </a:lnTo>
                  <a:lnTo>
                    <a:pt x="28" y="138"/>
                  </a:lnTo>
                  <a:lnTo>
                    <a:pt x="244" y="30"/>
                  </a:lnTo>
                  <a:lnTo>
                    <a:pt x="460" y="138"/>
                  </a:lnTo>
                  <a:lnTo>
                    <a:pt x="460" y="3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249">
              <a:extLst>
                <a:ext uri="{FF2B5EF4-FFF2-40B4-BE49-F238E27FC236}">
                  <a16:creationId xmlns:a16="http://schemas.microsoft.com/office/drawing/2014/main" id="{28FAF052-AD19-451B-A1AB-FD59B28772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74314" y="2587626"/>
              <a:ext cx="150813" cy="182563"/>
            </a:xfrm>
            <a:custGeom>
              <a:avLst/>
              <a:gdLst>
                <a:gd name="T0" fmla="*/ 189 w 283"/>
                <a:gd name="T1" fmla="*/ 199 h 344"/>
                <a:gd name="T2" fmla="*/ 200 w 283"/>
                <a:gd name="T3" fmla="*/ 180 h 344"/>
                <a:gd name="T4" fmla="*/ 217 w 283"/>
                <a:gd name="T5" fmla="*/ 148 h 344"/>
                <a:gd name="T6" fmla="*/ 219 w 283"/>
                <a:gd name="T7" fmla="*/ 70 h 344"/>
                <a:gd name="T8" fmla="*/ 209 w 283"/>
                <a:gd name="T9" fmla="*/ 41 h 344"/>
                <a:gd name="T10" fmla="*/ 191 w 283"/>
                <a:gd name="T11" fmla="*/ 17 h 344"/>
                <a:gd name="T12" fmla="*/ 164 w 283"/>
                <a:gd name="T13" fmla="*/ 3 h 344"/>
                <a:gd name="T14" fmla="*/ 133 w 283"/>
                <a:gd name="T15" fmla="*/ 0 h 344"/>
                <a:gd name="T16" fmla="*/ 104 w 283"/>
                <a:gd name="T17" fmla="*/ 9 h 344"/>
                <a:gd name="T18" fmla="*/ 82 w 283"/>
                <a:gd name="T19" fmla="*/ 28 h 344"/>
                <a:gd name="T20" fmla="*/ 68 w 283"/>
                <a:gd name="T21" fmla="*/ 55 h 344"/>
                <a:gd name="T22" fmla="*/ 64 w 283"/>
                <a:gd name="T23" fmla="*/ 129 h 344"/>
                <a:gd name="T24" fmla="*/ 73 w 283"/>
                <a:gd name="T25" fmla="*/ 165 h 344"/>
                <a:gd name="T26" fmla="*/ 98 w 283"/>
                <a:gd name="T27" fmla="*/ 192 h 344"/>
                <a:gd name="T28" fmla="*/ 87 w 283"/>
                <a:gd name="T29" fmla="*/ 202 h 344"/>
                <a:gd name="T30" fmla="*/ 45 w 283"/>
                <a:gd name="T31" fmla="*/ 214 h 344"/>
                <a:gd name="T32" fmla="*/ 23 w 283"/>
                <a:gd name="T33" fmla="*/ 231 h 344"/>
                <a:gd name="T34" fmla="*/ 8 w 283"/>
                <a:gd name="T35" fmla="*/ 253 h 344"/>
                <a:gd name="T36" fmla="*/ 0 w 283"/>
                <a:gd name="T37" fmla="*/ 280 h 344"/>
                <a:gd name="T38" fmla="*/ 5 w 283"/>
                <a:gd name="T39" fmla="*/ 339 h 344"/>
                <a:gd name="T40" fmla="*/ 275 w 283"/>
                <a:gd name="T41" fmla="*/ 343 h 344"/>
                <a:gd name="T42" fmla="*/ 283 w 283"/>
                <a:gd name="T43" fmla="*/ 288 h 344"/>
                <a:gd name="T44" fmla="*/ 278 w 283"/>
                <a:gd name="T45" fmla="*/ 260 h 344"/>
                <a:gd name="T46" fmla="*/ 265 w 283"/>
                <a:gd name="T47" fmla="*/ 236 h 344"/>
                <a:gd name="T48" fmla="*/ 245 w 283"/>
                <a:gd name="T49" fmla="*/ 218 h 344"/>
                <a:gd name="T50" fmla="*/ 218 w 283"/>
                <a:gd name="T51" fmla="*/ 207 h 344"/>
                <a:gd name="T52" fmla="*/ 100 w 283"/>
                <a:gd name="T53" fmla="*/ 49 h 344"/>
                <a:gd name="T54" fmla="*/ 131 w 283"/>
                <a:gd name="T55" fmla="*/ 29 h 344"/>
                <a:gd name="T56" fmla="*/ 164 w 283"/>
                <a:gd name="T57" fmla="*/ 32 h 344"/>
                <a:gd name="T58" fmla="*/ 185 w 283"/>
                <a:gd name="T59" fmla="*/ 53 h 344"/>
                <a:gd name="T60" fmla="*/ 173 w 283"/>
                <a:gd name="T61" fmla="*/ 73 h 344"/>
                <a:gd name="T62" fmla="*/ 139 w 283"/>
                <a:gd name="T63" fmla="*/ 87 h 344"/>
                <a:gd name="T64" fmla="*/ 91 w 283"/>
                <a:gd name="T65" fmla="*/ 77 h 344"/>
                <a:gd name="T66" fmla="*/ 129 w 283"/>
                <a:gd name="T67" fmla="*/ 116 h 344"/>
                <a:gd name="T68" fmla="*/ 167 w 283"/>
                <a:gd name="T69" fmla="*/ 107 h 344"/>
                <a:gd name="T70" fmla="*/ 191 w 283"/>
                <a:gd name="T71" fmla="*/ 129 h 344"/>
                <a:gd name="T72" fmla="*/ 177 w 283"/>
                <a:gd name="T73" fmla="*/ 164 h 344"/>
                <a:gd name="T74" fmla="*/ 142 w 283"/>
                <a:gd name="T75" fmla="*/ 178 h 344"/>
                <a:gd name="T76" fmla="*/ 106 w 283"/>
                <a:gd name="T77" fmla="*/ 164 h 344"/>
                <a:gd name="T78" fmla="*/ 91 w 283"/>
                <a:gd name="T79" fmla="*/ 129 h 344"/>
                <a:gd name="T80" fmla="*/ 149 w 283"/>
                <a:gd name="T81" fmla="*/ 228 h 344"/>
                <a:gd name="T82" fmla="*/ 119 w 283"/>
                <a:gd name="T83" fmla="*/ 223 h 344"/>
                <a:gd name="T84" fmla="*/ 132 w 283"/>
                <a:gd name="T85" fmla="*/ 206 h 344"/>
                <a:gd name="T86" fmla="*/ 164 w 283"/>
                <a:gd name="T87" fmla="*/ 213 h 344"/>
                <a:gd name="T88" fmla="*/ 28 w 283"/>
                <a:gd name="T89" fmla="*/ 288 h 344"/>
                <a:gd name="T90" fmla="*/ 40 w 283"/>
                <a:gd name="T91" fmla="*/ 253 h 344"/>
                <a:gd name="T92" fmla="*/ 71 w 283"/>
                <a:gd name="T93" fmla="*/ 234 h 344"/>
                <a:gd name="T94" fmla="*/ 91 w 283"/>
                <a:gd name="T95" fmla="*/ 238 h 344"/>
                <a:gd name="T96" fmla="*/ 119 w 283"/>
                <a:gd name="T97" fmla="*/ 252 h 344"/>
                <a:gd name="T98" fmla="*/ 149 w 283"/>
                <a:gd name="T99" fmla="*/ 256 h 344"/>
                <a:gd name="T100" fmla="*/ 178 w 283"/>
                <a:gd name="T101" fmla="*/ 247 h 344"/>
                <a:gd name="T102" fmla="*/ 198 w 283"/>
                <a:gd name="T103" fmla="*/ 232 h 344"/>
                <a:gd name="T104" fmla="*/ 230 w 283"/>
                <a:gd name="T105" fmla="*/ 242 h 344"/>
                <a:gd name="T106" fmla="*/ 252 w 283"/>
                <a:gd name="T107" fmla="*/ 27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3" h="344">
                  <a:moveTo>
                    <a:pt x="218" y="207"/>
                  </a:moveTo>
                  <a:lnTo>
                    <a:pt x="196" y="202"/>
                  </a:lnTo>
                  <a:lnTo>
                    <a:pt x="192" y="201"/>
                  </a:lnTo>
                  <a:lnTo>
                    <a:pt x="189" y="199"/>
                  </a:lnTo>
                  <a:lnTo>
                    <a:pt x="187" y="197"/>
                  </a:lnTo>
                  <a:lnTo>
                    <a:pt x="186" y="193"/>
                  </a:lnTo>
                  <a:lnTo>
                    <a:pt x="192" y="187"/>
                  </a:lnTo>
                  <a:lnTo>
                    <a:pt x="200" y="180"/>
                  </a:lnTo>
                  <a:lnTo>
                    <a:pt x="205" y="173"/>
                  </a:lnTo>
                  <a:lnTo>
                    <a:pt x="211" y="165"/>
                  </a:lnTo>
                  <a:lnTo>
                    <a:pt x="214" y="157"/>
                  </a:lnTo>
                  <a:lnTo>
                    <a:pt x="217" y="148"/>
                  </a:lnTo>
                  <a:lnTo>
                    <a:pt x="219" y="139"/>
                  </a:lnTo>
                  <a:lnTo>
                    <a:pt x="219" y="129"/>
                  </a:lnTo>
                  <a:lnTo>
                    <a:pt x="219" y="77"/>
                  </a:lnTo>
                  <a:lnTo>
                    <a:pt x="219" y="70"/>
                  </a:lnTo>
                  <a:lnTo>
                    <a:pt x="218" y="62"/>
                  </a:lnTo>
                  <a:lnTo>
                    <a:pt x="216" y="55"/>
                  </a:lnTo>
                  <a:lnTo>
                    <a:pt x="214" y="47"/>
                  </a:lnTo>
                  <a:lnTo>
                    <a:pt x="209" y="41"/>
                  </a:lnTo>
                  <a:lnTo>
                    <a:pt x="206" y="34"/>
                  </a:lnTo>
                  <a:lnTo>
                    <a:pt x="202" y="28"/>
                  </a:lnTo>
                  <a:lnTo>
                    <a:pt x="197" y="23"/>
                  </a:lnTo>
                  <a:lnTo>
                    <a:pt x="191" y="17"/>
                  </a:lnTo>
                  <a:lnTo>
                    <a:pt x="185" y="13"/>
                  </a:lnTo>
                  <a:lnTo>
                    <a:pt x="178" y="9"/>
                  </a:lnTo>
                  <a:lnTo>
                    <a:pt x="172" y="5"/>
                  </a:lnTo>
                  <a:lnTo>
                    <a:pt x="164" y="3"/>
                  </a:lnTo>
                  <a:lnTo>
                    <a:pt x="157" y="1"/>
                  </a:lnTo>
                  <a:lnTo>
                    <a:pt x="149" y="0"/>
                  </a:lnTo>
                  <a:lnTo>
                    <a:pt x="142" y="0"/>
                  </a:lnTo>
                  <a:lnTo>
                    <a:pt x="133" y="0"/>
                  </a:lnTo>
                  <a:lnTo>
                    <a:pt x="126" y="1"/>
                  </a:lnTo>
                  <a:lnTo>
                    <a:pt x="118" y="3"/>
                  </a:lnTo>
                  <a:lnTo>
                    <a:pt x="112" y="5"/>
                  </a:lnTo>
                  <a:lnTo>
                    <a:pt x="104" y="9"/>
                  </a:lnTo>
                  <a:lnTo>
                    <a:pt x="98" y="13"/>
                  </a:lnTo>
                  <a:lnTo>
                    <a:pt x="93" y="17"/>
                  </a:lnTo>
                  <a:lnTo>
                    <a:pt x="87" y="23"/>
                  </a:lnTo>
                  <a:lnTo>
                    <a:pt x="82" y="28"/>
                  </a:lnTo>
                  <a:lnTo>
                    <a:pt x="78" y="34"/>
                  </a:lnTo>
                  <a:lnTo>
                    <a:pt x="73" y="41"/>
                  </a:lnTo>
                  <a:lnTo>
                    <a:pt x="70" y="47"/>
                  </a:lnTo>
                  <a:lnTo>
                    <a:pt x="68" y="55"/>
                  </a:lnTo>
                  <a:lnTo>
                    <a:pt x="66" y="62"/>
                  </a:lnTo>
                  <a:lnTo>
                    <a:pt x="65" y="70"/>
                  </a:lnTo>
                  <a:lnTo>
                    <a:pt x="64" y="77"/>
                  </a:lnTo>
                  <a:lnTo>
                    <a:pt x="64" y="129"/>
                  </a:lnTo>
                  <a:lnTo>
                    <a:pt x="65" y="139"/>
                  </a:lnTo>
                  <a:lnTo>
                    <a:pt x="67" y="148"/>
                  </a:lnTo>
                  <a:lnTo>
                    <a:pt x="69" y="157"/>
                  </a:lnTo>
                  <a:lnTo>
                    <a:pt x="73" y="165"/>
                  </a:lnTo>
                  <a:lnTo>
                    <a:pt x="78" y="173"/>
                  </a:lnTo>
                  <a:lnTo>
                    <a:pt x="84" y="180"/>
                  </a:lnTo>
                  <a:lnTo>
                    <a:pt x="90" y="187"/>
                  </a:lnTo>
                  <a:lnTo>
                    <a:pt x="98" y="192"/>
                  </a:lnTo>
                  <a:lnTo>
                    <a:pt x="96" y="196"/>
                  </a:lnTo>
                  <a:lnTo>
                    <a:pt x="94" y="199"/>
                  </a:lnTo>
                  <a:lnTo>
                    <a:pt x="90" y="201"/>
                  </a:lnTo>
                  <a:lnTo>
                    <a:pt x="87" y="202"/>
                  </a:lnTo>
                  <a:lnTo>
                    <a:pt x="65" y="207"/>
                  </a:lnTo>
                  <a:lnTo>
                    <a:pt x="58" y="209"/>
                  </a:lnTo>
                  <a:lnTo>
                    <a:pt x="52" y="212"/>
                  </a:lnTo>
                  <a:lnTo>
                    <a:pt x="45" y="214"/>
                  </a:lnTo>
                  <a:lnTo>
                    <a:pt x="39" y="218"/>
                  </a:lnTo>
                  <a:lnTo>
                    <a:pt x="34" y="221"/>
                  </a:lnTo>
                  <a:lnTo>
                    <a:pt x="28" y="226"/>
                  </a:lnTo>
                  <a:lnTo>
                    <a:pt x="23" y="231"/>
                  </a:lnTo>
                  <a:lnTo>
                    <a:pt x="18" y="236"/>
                  </a:lnTo>
                  <a:lnTo>
                    <a:pt x="14" y="242"/>
                  </a:lnTo>
                  <a:lnTo>
                    <a:pt x="10" y="248"/>
                  </a:lnTo>
                  <a:lnTo>
                    <a:pt x="8" y="253"/>
                  </a:lnTo>
                  <a:lnTo>
                    <a:pt x="5" y="260"/>
                  </a:lnTo>
                  <a:lnTo>
                    <a:pt x="2" y="267"/>
                  </a:lnTo>
                  <a:lnTo>
                    <a:pt x="1" y="274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330"/>
                  </a:lnTo>
                  <a:lnTo>
                    <a:pt x="1" y="335"/>
                  </a:lnTo>
                  <a:lnTo>
                    <a:pt x="5" y="339"/>
                  </a:lnTo>
                  <a:lnTo>
                    <a:pt x="9" y="343"/>
                  </a:lnTo>
                  <a:lnTo>
                    <a:pt x="14" y="344"/>
                  </a:lnTo>
                  <a:lnTo>
                    <a:pt x="270" y="344"/>
                  </a:lnTo>
                  <a:lnTo>
                    <a:pt x="275" y="343"/>
                  </a:lnTo>
                  <a:lnTo>
                    <a:pt x="279" y="339"/>
                  </a:lnTo>
                  <a:lnTo>
                    <a:pt x="282" y="335"/>
                  </a:lnTo>
                  <a:lnTo>
                    <a:pt x="283" y="330"/>
                  </a:lnTo>
                  <a:lnTo>
                    <a:pt x="283" y="288"/>
                  </a:lnTo>
                  <a:lnTo>
                    <a:pt x="282" y="280"/>
                  </a:lnTo>
                  <a:lnTo>
                    <a:pt x="282" y="274"/>
                  </a:lnTo>
                  <a:lnTo>
                    <a:pt x="280" y="266"/>
                  </a:lnTo>
                  <a:lnTo>
                    <a:pt x="278" y="260"/>
                  </a:lnTo>
                  <a:lnTo>
                    <a:pt x="276" y="253"/>
                  </a:lnTo>
                  <a:lnTo>
                    <a:pt x="273" y="247"/>
                  </a:lnTo>
                  <a:lnTo>
                    <a:pt x="268" y="242"/>
                  </a:lnTo>
                  <a:lnTo>
                    <a:pt x="265" y="236"/>
                  </a:lnTo>
                  <a:lnTo>
                    <a:pt x="260" y="231"/>
                  </a:lnTo>
                  <a:lnTo>
                    <a:pt x="256" y="227"/>
                  </a:lnTo>
                  <a:lnTo>
                    <a:pt x="250" y="221"/>
                  </a:lnTo>
                  <a:lnTo>
                    <a:pt x="245" y="218"/>
                  </a:lnTo>
                  <a:lnTo>
                    <a:pt x="238" y="215"/>
                  </a:lnTo>
                  <a:lnTo>
                    <a:pt x="232" y="212"/>
                  </a:lnTo>
                  <a:lnTo>
                    <a:pt x="226" y="209"/>
                  </a:lnTo>
                  <a:lnTo>
                    <a:pt x="218" y="207"/>
                  </a:lnTo>
                  <a:close/>
                  <a:moveTo>
                    <a:pt x="91" y="77"/>
                  </a:moveTo>
                  <a:lnTo>
                    <a:pt x="93" y="68"/>
                  </a:lnTo>
                  <a:lnTo>
                    <a:pt x="96" y="58"/>
                  </a:lnTo>
                  <a:lnTo>
                    <a:pt x="100" y="49"/>
                  </a:lnTo>
                  <a:lnTo>
                    <a:pt x="106" y="42"/>
                  </a:lnTo>
                  <a:lnTo>
                    <a:pt x="114" y="37"/>
                  </a:lnTo>
                  <a:lnTo>
                    <a:pt x="123" y="31"/>
                  </a:lnTo>
                  <a:lnTo>
                    <a:pt x="131" y="29"/>
                  </a:lnTo>
                  <a:lnTo>
                    <a:pt x="142" y="28"/>
                  </a:lnTo>
                  <a:lnTo>
                    <a:pt x="149" y="28"/>
                  </a:lnTo>
                  <a:lnTo>
                    <a:pt x="157" y="30"/>
                  </a:lnTo>
                  <a:lnTo>
                    <a:pt x="164" y="32"/>
                  </a:lnTo>
                  <a:lnTo>
                    <a:pt x="171" y="37"/>
                  </a:lnTo>
                  <a:lnTo>
                    <a:pt x="176" y="41"/>
                  </a:lnTo>
                  <a:lnTo>
                    <a:pt x="182" y="47"/>
                  </a:lnTo>
                  <a:lnTo>
                    <a:pt x="185" y="53"/>
                  </a:lnTo>
                  <a:lnTo>
                    <a:pt x="188" y="60"/>
                  </a:lnTo>
                  <a:lnTo>
                    <a:pt x="187" y="61"/>
                  </a:lnTo>
                  <a:lnTo>
                    <a:pt x="181" y="68"/>
                  </a:lnTo>
                  <a:lnTo>
                    <a:pt x="173" y="73"/>
                  </a:lnTo>
                  <a:lnTo>
                    <a:pt x="164" y="77"/>
                  </a:lnTo>
                  <a:lnTo>
                    <a:pt x="156" y="82"/>
                  </a:lnTo>
                  <a:lnTo>
                    <a:pt x="147" y="85"/>
                  </a:lnTo>
                  <a:lnTo>
                    <a:pt x="139" y="87"/>
                  </a:lnTo>
                  <a:lnTo>
                    <a:pt x="129" y="88"/>
                  </a:lnTo>
                  <a:lnTo>
                    <a:pt x="119" y="89"/>
                  </a:lnTo>
                  <a:lnTo>
                    <a:pt x="91" y="89"/>
                  </a:lnTo>
                  <a:lnTo>
                    <a:pt x="91" y="77"/>
                  </a:lnTo>
                  <a:close/>
                  <a:moveTo>
                    <a:pt x="91" y="129"/>
                  </a:moveTo>
                  <a:lnTo>
                    <a:pt x="91" y="117"/>
                  </a:lnTo>
                  <a:lnTo>
                    <a:pt x="119" y="117"/>
                  </a:lnTo>
                  <a:lnTo>
                    <a:pt x="129" y="116"/>
                  </a:lnTo>
                  <a:lnTo>
                    <a:pt x="139" y="115"/>
                  </a:lnTo>
                  <a:lnTo>
                    <a:pt x="148" y="114"/>
                  </a:lnTo>
                  <a:lnTo>
                    <a:pt x="158" y="111"/>
                  </a:lnTo>
                  <a:lnTo>
                    <a:pt x="167" y="107"/>
                  </a:lnTo>
                  <a:lnTo>
                    <a:pt x="175" y="103"/>
                  </a:lnTo>
                  <a:lnTo>
                    <a:pt x="184" y="99"/>
                  </a:lnTo>
                  <a:lnTo>
                    <a:pt x="191" y="94"/>
                  </a:lnTo>
                  <a:lnTo>
                    <a:pt x="191" y="129"/>
                  </a:lnTo>
                  <a:lnTo>
                    <a:pt x="190" y="139"/>
                  </a:lnTo>
                  <a:lnTo>
                    <a:pt x="188" y="148"/>
                  </a:lnTo>
                  <a:lnTo>
                    <a:pt x="183" y="157"/>
                  </a:lnTo>
                  <a:lnTo>
                    <a:pt x="177" y="164"/>
                  </a:lnTo>
                  <a:lnTo>
                    <a:pt x="170" y="170"/>
                  </a:lnTo>
                  <a:lnTo>
                    <a:pt x="161" y="175"/>
                  </a:lnTo>
                  <a:lnTo>
                    <a:pt x="152" y="177"/>
                  </a:lnTo>
                  <a:lnTo>
                    <a:pt x="142" y="178"/>
                  </a:lnTo>
                  <a:lnTo>
                    <a:pt x="131" y="177"/>
                  </a:lnTo>
                  <a:lnTo>
                    <a:pt x="123" y="175"/>
                  </a:lnTo>
                  <a:lnTo>
                    <a:pt x="114" y="170"/>
                  </a:lnTo>
                  <a:lnTo>
                    <a:pt x="106" y="164"/>
                  </a:lnTo>
                  <a:lnTo>
                    <a:pt x="100" y="157"/>
                  </a:lnTo>
                  <a:lnTo>
                    <a:pt x="96" y="148"/>
                  </a:lnTo>
                  <a:lnTo>
                    <a:pt x="93" y="139"/>
                  </a:lnTo>
                  <a:lnTo>
                    <a:pt x="91" y="129"/>
                  </a:lnTo>
                  <a:close/>
                  <a:moveTo>
                    <a:pt x="171" y="219"/>
                  </a:moveTo>
                  <a:lnTo>
                    <a:pt x="163" y="223"/>
                  </a:lnTo>
                  <a:lnTo>
                    <a:pt x="157" y="226"/>
                  </a:lnTo>
                  <a:lnTo>
                    <a:pt x="149" y="228"/>
                  </a:lnTo>
                  <a:lnTo>
                    <a:pt x="142" y="228"/>
                  </a:lnTo>
                  <a:lnTo>
                    <a:pt x="134" y="228"/>
                  </a:lnTo>
                  <a:lnTo>
                    <a:pt x="127" y="226"/>
                  </a:lnTo>
                  <a:lnTo>
                    <a:pt x="119" y="223"/>
                  </a:lnTo>
                  <a:lnTo>
                    <a:pt x="113" y="219"/>
                  </a:lnTo>
                  <a:lnTo>
                    <a:pt x="118" y="213"/>
                  </a:lnTo>
                  <a:lnTo>
                    <a:pt x="123" y="204"/>
                  </a:lnTo>
                  <a:lnTo>
                    <a:pt x="132" y="206"/>
                  </a:lnTo>
                  <a:lnTo>
                    <a:pt x="142" y="206"/>
                  </a:lnTo>
                  <a:lnTo>
                    <a:pt x="150" y="206"/>
                  </a:lnTo>
                  <a:lnTo>
                    <a:pt x="160" y="204"/>
                  </a:lnTo>
                  <a:lnTo>
                    <a:pt x="164" y="213"/>
                  </a:lnTo>
                  <a:lnTo>
                    <a:pt x="171" y="219"/>
                  </a:lnTo>
                  <a:close/>
                  <a:moveTo>
                    <a:pt x="256" y="316"/>
                  </a:moveTo>
                  <a:lnTo>
                    <a:pt x="28" y="316"/>
                  </a:lnTo>
                  <a:lnTo>
                    <a:pt x="28" y="288"/>
                  </a:lnTo>
                  <a:lnTo>
                    <a:pt x="28" y="278"/>
                  </a:lnTo>
                  <a:lnTo>
                    <a:pt x="31" y="270"/>
                  </a:lnTo>
                  <a:lnTo>
                    <a:pt x="35" y="261"/>
                  </a:lnTo>
                  <a:lnTo>
                    <a:pt x="40" y="253"/>
                  </a:lnTo>
                  <a:lnTo>
                    <a:pt x="46" y="247"/>
                  </a:lnTo>
                  <a:lnTo>
                    <a:pt x="54" y="242"/>
                  </a:lnTo>
                  <a:lnTo>
                    <a:pt x="61" y="237"/>
                  </a:lnTo>
                  <a:lnTo>
                    <a:pt x="71" y="234"/>
                  </a:lnTo>
                  <a:lnTo>
                    <a:pt x="84" y="231"/>
                  </a:lnTo>
                  <a:lnTo>
                    <a:pt x="85" y="232"/>
                  </a:lnTo>
                  <a:lnTo>
                    <a:pt x="86" y="233"/>
                  </a:lnTo>
                  <a:lnTo>
                    <a:pt x="91" y="238"/>
                  </a:lnTo>
                  <a:lnTo>
                    <a:pt x="98" y="243"/>
                  </a:lnTo>
                  <a:lnTo>
                    <a:pt x="104" y="247"/>
                  </a:lnTo>
                  <a:lnTo>
                    <a:pt x="112" y="250"/>
                  </a:lnTo>
                  <a:lnTo>
                    <a:pt x="119" y="252"/>
                  </a:lnTo>
                  <a:lnTo>
                    <a:pt x="127" y="255"/>
                  </a:lnTo>
                  <a:lnTo>
                    <a:pt x="134" y="256"/>
                  </a:lnTo>
                  <a:lnTo>
                    <a:pt x="142" y="256"/>
                  </a:lnTo>
                  <a:lnTo>
                    <a:pt x="149" y="256"/>
                  </a:lnTo>
                  <a:lnTo>
                    <a:pt x="157" y="255"/>
                  </a:lnTo>
                  <a:lnTo>
                    <a:pt x="164" y="252"/>
                  </a:lnTo>
                  <a:lnTo>
                    <a:pt x="171" y="250"/>
                  </a:lnTo>
                  <a:lnTo>
                    <a:pt x="178" y="247"/>
                  </a:lnTo>
                  <a:lnTo>
                    <a:pt x="185" y="243"/>
                  </a:lnTo>
                  <a:lnTo>
                    <a:pt x="191" y="238"/>
                  </a:lnTo>
                  <a:lnTo>
                    <a:pt x="198" y="233"/>
                  </a:lnTo>
                  <a:lnTo>
                    <a:pt x="198" y="232"/>
                  </a:lnTo>
                  <a:lnTo>
                    <a:pt x="199" y="231"/>
                  </a:lnTo>
                  <a:lnTo>
                    <a:pt x="213" y="234"/>
                  </a:lnTo>
                  <a:lnTo>
                    <a:pt x="221" y="237"/>
                  </a:lnTo>
                  <a:lnTo>
                    <a:pt x="230" y="242"/>
                  </a:lnTo>
                  <a:lnTo>
                    <a:pt x="237" y="247"/>
                  </a:lnTo>
                  <a:lnTo>
                    <a:pt x="244" y="253"/>
                  </a:lnTo>
                  <a:lnTo>
                    <a:pt x="248" y="261"/>
                  </a:lnTo>
                  <a:lnTo>
                    <a:pt x="252" y="270"/>
                  </a:lnTo>
                  <a:lnTo>
                    <a:pt x="255" y="278"/>
                  </a:lnTo>
                  <a:lnTo>
                    <a:pt x="256" y="288"/>
                  </a:lnTo>
                  <a:lnTo>
                    <a:pt x="256" y="3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250">
              <a:extLst>
                <a:ext uri="{FF2B5EF4-FFF2-40B4-BE49-F238E27FC236}">
                  <a16:creationId xmlns:a16="http://schemas.microsoft.com/office/drawing/2014/main" id="{E1784F22-E73C-40C6-9312-6FF3E1B4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1001" y="2813051"/>
              <a:ext cx="15875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6 w 28"/>
                <a:gd name="T27" fmla="*/ 19 h 28"/>
                <a:gd name="T28" fmla="*/ 28 w 28"/>
                <a:gd name="T29" fmla="*/ 14 h 28"/>
                <a:gd name="T30" fmla="*/ 26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6" y="19"/>
                  </a:lnTo>
                  <a:lnTo>
                    <a:pt x="28" y="14"/>
                  </a:lnTo>
                  <a:lnTo>
                    <a:pt x="26" y="9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251">
              <a:extLst>
                <a:ext uri="{FF2B5EF4-FFF2-40B4-BE49-F238E27FC236}">
                  <a16:creationId xmlns:a16="http://schemas.microsoft.com/office/drawing/2014/main" id="{963D9102-5E9C-4D0F-B90F-370671B7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0501" y="2625726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252">
              <a:extLst>
                <a:ext uri="{FF2B5EF4-FFF2-40B4-BE49-F238E27FC236}">
                  <a16:creationId xmlns:a16="http://schemas.microsoft.com/office/drawing/2014/main" id="{2911B975-6011-46CF-A456-0530C2CB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0501" y="2649538"/>
              <a:ext cx="14288" cy="53975"/>
            </a:xfrm>
            <a:custGeom>
              <a:avLst/>
              <a:gdLst>
                <a:gd name="T0" fmla="*/ 14 w 28"/>
                <a:gd name="T1" fmla="*/ 0 h 102"/>
                <a:gd name="T2" fmla="*/ 9 w 28"/>
                <a:gd name="T3" fmla="*/ 1 h 102"/>
                <a:gd name="T4" fmla="*/ 4 w 28"/>
                <a:gd name="T5" fmla="*/ 4 h 102"/>
                <a:gd name="T6" fmla="*/ 1 w 28"/>
                <a:gd name="T7" fmla="*/ 9 h 102"/>
                <a:gd name="T8" fmla="*/ 0 w 28"/>
                <a:gd name="T9" fmla="*/ 14 h 102"/>
                <a:gd name="T10" fmla="*/ 0 w 28"/>
                <a:gd name="T11" fmla="*/ 88 h 102"/>
                <a:gd name="T12" fmla="*/ 1 w 28"/>
                <a:gd name="T13" fmla="*/ 93 h 102"/>
                <a:gd name="T14" fmla="*/ 4 w 28"/>
                <a:gd name="T15" fmla="*/ 99 h 102"/>
                <a:gd name="T16" fmla="*/ 9 w 28"/>
                <a:gd name="T17" fmla="*/ 101 h 102"/>
                <a:gd name="T18" fmla="*/ 14 w 28"/>
                <a:gd name="T19" fmla="*/ 102 h 102"/>
                <a:gd name="T20" fmla="*/ 19 w 28"/>
                <a:gd name="T21" fmla="*/ 101 h 102"/>
                <a:gd name="T22" fmla="*/ 24 w 28"/>
                <a:gd name="T23" fmla="*/ 99 h 102"/>
                <a:gd name="T24" fmla="*/ 27 w 28"/>
                <a:gd name="T25" fmla="*/ 93 h 102"/>
                <a:gd name="T26" fmla="*/ 28 w 28"/>
                <a:gd name="T27" fmla="*/ 88 h 102"/>
                <a:gd name="T28" fmla="*/ 28 w 28"/>
                <a:gd name="T29" fmla="*/ 14 h 102"/>
                <a:gd name="T30" fmla="*/ 27 w 28"/>
                <a:gd name="T31" fmla="*/ 9 h 102"/>
                <a:gd name="T32" fmla="*/ 24 w 28"/>
                <a:gd name="T33" fmla="*/ 4 h 102"/>
                <a:gd name="T34" fmla="*/ 19 w 28"/>
                <a:gd name="T35" fmla="*/ 1 h 102"/>
                <a:gd name="T36" fmla="*/ 14 w 28"/>
                <a:gd name="T3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02">
                  <a:moveTo>
                    <a:pt x="14" y="0"/>
                  </a:move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88"/>
                  </a:lnTo>
                  <a:lnTo>
                    <a:pt x="1" y="93"/>
                  </a:lnTo>
                  <a:lnTo>
                    <a:pt x="4" y="99"/>
                  </a:lnTo>
                  <a:lnTo>
                    <a:pt x="9" y="101"/>
                  </a:lnTo>
                  <a:lnTo>
                    <a:pt x="14" y="102"/>
                  </a:lnTo>
                  <a:lnTo>
                    <a:pt x="19" y="101"/>
                  </a:lnTo>
                  <a:lnTo>
                    <a:pt x="24" y="99"/>
                  </a:lnTo>
                  <a:lnTo>
                    <a:pt x="27" y="93"/>
                  </a:lnTo>
                  <a:lnTo>
                    <a:pt x="28" y="88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F6AD9AF5-BC9B-4102-9625-D8ED5DAF47AB}"/>
              </a:ext>
            </a:extLst>
          </p:cNvPr>
          <p:cNvGrpSpPr/>
          <p:nvPr/>
        </p:nvGrpSpPr>
        <p:grpSpPr>
          <a:xfrm>
            <a:off x="8909450" y="1632399"/>
            <a:ext cx="376238" cy="376237"/>
            <a:chOff x="8326439" y="5438776"/>
            <a:chExt cx="376238" cy="376237"/>
          </a:xfrm>
          <a:solidFill>
            <a:schemeClr val="bg1"/>
          </a:solidFill>
        </p:grpSpPr>
        <p:sp>
          <p:nvSpPr>
            <p:cNvPr id="74" name="Freeform 271">
              <a:extLst>
                <a:ext uri="{FF2B5EF4-FFF2-40B4-BE49-F238E27FC236}">
                  <a16:creationId xmlns:a16="http://schemas.microsoft.com/office/drawing/2014/main" id="{3C37722E-C6BB-4889-910B-6DAC40AF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3914" y="5680076"/>
              <a:ext cx="15875" cy="14288"/>
            </a:xfrm>
            <a:custGeom>
              <a:avLst/>
              <a:gdLst>
                <a:gd name="T0" fmla="*/ 24 w 28"/>
                <a:gd name="T1" fmla="*/ 5 h 28"/>
                <a:gd name="T2" fmla="*/ 20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5 w 28"/>
                <a:gd name="T9" fmla="*/ 5 h 28"/>
                <a:gd name="T10" fmla="*/ 2 w 28"/>
                <a:gd name="T11" fmla="*/ 9 h 28"/>
                <a:gd name="T12" fmla="*/ 0 w 28"/>
                <a:gd name="T13" fmla="*/ 14 h 28"/>
                <a:gd name="T14" fmla="*/ 2 w 28"/>
                <a:gd name="T15" fmla="*/ 20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20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2" y="9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272">
              <a:extLst>
                <a:ext uri="{FF2B5EF4-FFF2-40B4-BE49-F238E27FC236}">
                  <a16:creationId xmlns:a16="http://schemas.microsoft.com/office/drawing/2014/main" id="{695E2DF2-6D03-4846-A7DA-21A17CE457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6439" y="5510213"/>
              <a:ext cx="376238" cy="304800"/>
            </a:xfrm>
            <a:custGeom>
              <a:avLst/>
              <a:gdLst>
                <a:gd name="T0" fmla="*/ 698 w 712"/>
                <a:gd name="T1" fmla="*/ 299 h 575"/>
                <a:gd name="T2" fmla="*/ 670 w 712"/>
                <a:gd name="T3" fmla="*/ 271 h 575"/>
                <a:gd name="T4" fmla="*/ 674 w 712"/>
                <a:gd name="T5" fmla="*/ 234 h 575"/>
                <a:gd name="T6" fmla="*/ 661 w 712"/>
                <a:gd name="T7" fmla="*/ 209 h 575"/>
                <a:gd name="T8" fmla="*/ 639 w 712"/>
                <a:gd name="T9" fmla="*/ 192 h 575"/>
                <a:gd name="T10" fmla="*/ 462 w 712"/>
                <a:gd name="T11" fmla="*/ 187 h 575"/>
                <a:gd name="T12" fmla="*/ 486 w 712"/>
                <a:gd name="T13" fmla="*/ 90 h 575"/>
                <a:gd name="T14" fmla="*/ 471 w 712"/>
                <a:gd name="T15" fmla="*/ 46 h 575"/>
                <a:gd name="T16" fmla="*/ 438 w 712"/>
                <a:gd name="T17" fmla="*/ 15 h 575"/>
                <a:gd name="T18" fmla="*/ 385 w 712"/>
                <a:gd name="T19" fmla="*/ 1 h 575"/>
                <a:gd name="T20" fmla="*/ 331 w 712"/>
                <a:gd name="T21" fmla="*/ 136 h 575"/>
                <a:gd name="T22" fmla="*/ 291 w 712"/>
                <a:gd name="T23" fmla="*/ 179 h 575"/>
                <a:gd name="T24" fmla="*/ 231 w 712"/>
                <a:gd name="T25" fmla="*/ 195 h 575"/>
                <a:gd name="T26" fmla="*/ 206 w 712"/>
                <a:gd name="T27" fmla="*/ 187 h 575"/>
                <a:gd name="T28" fmla="*/ 0 w 712"/>
                <a:gd name="T29" fmla="*/ 200 h 575"/>
                <a:gd name="T30" fmla="*/ 14 w 712"/>
                <a:gd name="T31" fmla="*/ 575 h 575"/>
                <a:gd name="T32" fmla="*/ 229 w 712"/>
                <a:gd name="T33" fmla="*/ 569 h 575"/>
                <a:gd name="T34" fmla="*/ 264 w 712"/>
                <a:gd name="T35" fmla="*/ 560 h 575"/>
                <a:gd name="T36" fmla="*/ 585 w 712"/>
                <a:gd name="T37" fmla="*/ 575 h 575"/>
                <a:gd name="T38" fmla="*/ 613 w 712"/>
                <a:gd name="T39" fmla="*/ 567 h 575"/>
                <a:gd name="T40" fmla="*/ 633 w 712"/>
                <a:gd name="T41" fmla="*/ 549 h 575"/>
                <a:gd name="T42" fmla="*/ 643 w 712"/>
                <a:gd name="T43" fmla="*/ 522 h 575"/>
                <a:gd name="T44" fmla="*/ 633 w 712"/>
                <a:gd name="T45" fmla="*/ 484 h 575"/>
                <a:gd name="T46" fmla="*/ 671 w 712"/>
                <a:gd name="T47" fmla="*/ 455 h 575"/>
                <a:gd name="T48" fmla="*/ 676 w 712"/>
                <a:gd name="T49" fmla="*/ 409 h 575"/>
                <a:gd name="T50" fmla="*/ 692 w 712"/>
                <a:gd name="T51" fmla="*/ 379 h 575"/>
                <a:gd name="T52" fmla="*/ 712 w 712"/>
                <a:gd name="T53" fmla="*/ 336 h 575"/>
                <a:gd name="T54" fmla="*/ 497 w 712"/>
                <a:gd name="T55" fmla="*/ 375 h 575"/>
                <a:gd name="T56" fmla="*/ 510 w 712"/>
                <a:gd name="T57" fmla="*/ 395 h 575"/>
                <a:gd name="T58" fmla="*/ 642 w 712"/>
                <a:gd name="T59" fmla="*/ 404 h 575"/>
                <a:gd name="T60" fmla="*/ 650 w 712"/>
                <a:gd name="T61" fmla="*/ 432 h 575"/>
                <a:gd name="T62" fmla="*/ 632 w 712"/>
                <a:gd name="T63" fmla="*/ 455 h 575"/>
                <a:gd name="T64" fmla="*/ 500 w 712"/>
                <a:gd name="T65" fmla="*/ 461 h 575"/>
                <a:gd name="T66" fmla="*/ 505 w 712"/>
                <a:gd name="T67" fmla="*/ 484 h 575"/>
                <a:gd name="T68" fmla="*/ 602 w 712"/>
                <a:gd name="T69" fmla="*/ 490 h 575"/>
                <a:gd name="T70" fmla="*/ 616 w 712"/>
                <a:gd name="T71" fmla="*/ 516 h 575"/>
                <a:gd name="T72" fmla="*/ 602 w 712"/>
                <a:gd name="T73" fmla="*/ 542 h 575"/>
                <a:gd name="T74" fmla="*/ 325 w 712"/>
                <a:gd name="T75" fmla="*/ 546 h 575"/>
                <a:gd name="T76" fmla="*/ 251 w 712"/>
                <a:gd name="T77" fmla="*/ 389 h 575"/>
                <a:gd name="T78" fmla="*/ 232 w 712"/>
                <a:gd name="T79" fmla="*/ 376 h 575"/>
                <a:gd name="T80" fmla="*/ 222 w 712"/>
                <a:gd name="T81" fmla="*/ 533 h 575"/>
                <a:gd name="T82" fmla="*/ 213 w 712"/>
                <a:gd name="T83" fmla="*/ 546 h 575"/>
                <a:gd name="T84" fmla="*/ 206 w 712"/>
                <a:gd name="T85" fmla="*/ 214 h 575"/>
                <a:gd name="T86" fmla="*/ 220 w 712"/>
                <a:gd name="T87" fmla="*/ 223 h 575"/>
                <a:gd name="T88" fmla="*/ 225 w 712"/>
                <a:gd name="T89" fmla="*/ 285 h 575"/>
                <a:gd name="T90" fmla="*/ 247 w 712"/>
                <a:gd name="T91" fmla="*/ 289 h 575"/>
                <a:gd name="T92" fmla="*/ 306 w 712"/>
                <a:gd name="T93" fmla="*/ 201 h 575"/>
                <a:gd name="T94" fmla="*/ 354 w 712"/>
                <a:gd name="T95" fmla="*/ 150 h 575"/>
                <a:gd name="T96" fmla="*/ 419 w 712"/>
                <a:gd name="T97" fmla="*/ 36 h 575"/>
                <a:gd name="T98" fmla="*/ 444 w 712"/>
                <a:gd name="T99" fmla="*/ 55 h 575"/>
                <a:gd name="T100" fmla="*/ 458 w 712"/>
                <a:gd name="T101" fmla="*/ 85 h 575"/>
                <a:gd name="T102" fmla="*/ 455 w 712"/>
                <a:gd name="T103" fmla="*/ 118 h 575"/>
                <a:gd name="T104" fmla="*/ 432 w 712"/>
                <a:gd name="T105" fmla="*/ 209 h 575"/>
                <a:gd name="T106" fmla="*/ 616 w 712"/>
                <a:gd name="T107" fmla="*/ 214 h 575"/>
                <a:gd name="T108" fmla="*/ 642 w 712"/>
                <a:gd name="T109" fmla="*/ 228 h 575"/>
                <a:gd name="T110" fmla="*/ 645 w 712"/>
                <a:gd name="T111" fmla="*/ 258 h 575"/>
                <a:gd name="T112" fmla="*/ 623 w 712"/>
                <a:gd name="T113" fmla="*/ 277 h 575"/>
                <a:gd name="T114" fmla="*/ 497 w 712"/>
                <a:gd name="T115" fmla="*/ 285 h 575"/>
                <a:gd name="T116" fmla="*/ 510 w 712"/>
                <a:gd name="T117" fmla="*/ 304 h 575"/>
                <a:gd name="T118" fmla="*/ 659 w 712"/>
                <a:gd name="T119" fmla="*/ 306 h 575"/>
                <a:gd name="T120" fmla="*/ 682 w 712"/>
                <a:gd name="T121" fmla="*/ 324 h 575"/>
                <a:gd name="T122" fmla="*/ 678 w 712"/>
                <a:gd name="T123" fmla="*/ 354 h 575"/>
                <a:gd name="T124" fmla="*/ 653 w 712"/>
                <a:gd name="T125" fmla="*/ 367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2" h="575">
                  <a:moveTo>
                    <a:pt x="712" y="336"/>
                  </a:moveTo>
                  <a:lnTo>
                    <a:pt x="711" y="326"/>
                  </a:lnTo>
                  <a:lnTo>
                    <a:pt x="707" y="316"/>
                  </a:lnTo>
                  <a:lnTo>
                    <a:pt x="704" y="307"/>
                  </a:lnTo>
                  <a:lnTo>
                    <a:pt x="698" y="299"/>
                  </a:lnTo>
                  <a:lnTo>
                    <a:pt x="691" y="292"/>
                  </a:lnTo>
                  <a:lnTo>
                    <a:pt x="684" y="286"/>
                  </a:lnTo>
                  <a:lnTo>
                    <a:pt x="675" y="282"/>
                  </a:lnTo>
                  <a:lnTo>
                    <a:pt x="666" y="279"/>
                  </a:lnTo>
                  <a:lnTo>
                    <a:pt x="670" y="271"/>
                  </a:lnTo>
                  <a:lnTo>
                    <a:pt x="673" y="264"/>
                  </a:lnTo>
                  <a:lnTo>
                    <a:pt x="674" y="255"/>
                  </a:lnTo>
                  <a:lnTo>
                    <a:pt x="675" y="245"/>
                  </a:lnTo>
                  <a:lnTo>
                    <a:pt x="675" y="240"/>
                  </a:lnTo>
                  <a:lnTo>
                    <a:pt x="674" y="234"/>
                  </a:lnTo>
                  <a:lnTo>
                    <a:pt x="673" y="228"/>
                  </a:lnTo>
                  <a:lnTo>
                    <a:pt x="671" y="223"/>
                  </a:lnTo>
                  <a:lnTo>
                    <a:pt x="668" y="218"/>
                  </a:lnTo>
                  <a:lnTo>
                    <a:pt x="666" y="213"/>
                  </a:lnTo>
                  <a:lnTo>
                    <a:pt x="661" y="209"/>
                  </a:lnTo>
                  <a:lnTo>
                    <a:pt x="658" y="205"/>
                  </a:lnTo>
                  <a:lnTo>
                    <a:pt x="654" y="200"/>
                  </a:lnTo>
                  <a:lnTo>
                    <a:pt x="649" y="197"/>
                  </a:lnTo>
                  <a:lnTo>
                    <a:pt x="644" y="194"/>
                  </a:lnTo>
                  <a:lnTo>
                    <a:pt x="639" y="192"/>
                  </a:lnTo>
                  <a:lnTo>
                    <a:pt x="633" y="190"/>
                  </a:lnTo>
                  <a:lnTo>
                    <a:pt x="628" y="189"/>
                  </a:lnTo>
                  <a:lnTo>
                    <a:pt x="623" y="187"/>
                  </a:lnTo>
                  <a:lnTo>
                    <a:pt x="616" y="187"/>
                  </a:lnTo>
                  <a:lnTo>
                    <a:pt x="462" y="187"/>
                  </a:lnTo>
                  <a:lnTo>
                    <a:pt x="482" y="127"/>
                  </a:lnTo>
                  <a:lnTo>
                    <a:pt x="484" y="118"/>
                  </a:lnTo>
                  <a:lnTo>
                    <a:pt x="486" y="108"/>
                  </a:lnTo>
                  <a:lnTo>
                    <a:pt x="487" y="99"/>
                  </a:lnTo>
                  <a:lnTo>
                    <a:pt x="486" y="90"/>
                  </a:lnTo>
                  <a:lnTo>
                    <a:pt x="485" y="81"/>
                  </a:lnTo>
                  <a:lnTo>
                    <a:pt x="483" y="71"/>
                  </a:lnTo>
                  <a:lnTo>
                    <a:pt x="480" y="63"/>
                  </a:lnTo>
                  <a:lnTo>
                    <a:pt x="477" y="54"/>
                  </a:lnTo>
                  <a:lnTo>
                    <a:pt x="471" y="46"/>
                  </a:lnTo>
                  <a:lnTo>
                    <a:pt x="466" y="38"/>
                  </a:lnTo>
                  <a:lnTo>
                    <a:pt x="461" y="32"/>
                  </a:lnTo>
                  <a:lnTo>
                    <a:pt x="453" y="25"/>
                  </a:lnTo>
                  <a:lnTo>
                    <a:pt x="446" y="19"/>
                  </a:lnTo>
                  <a:lnTo>
                    <a:pt x="438" y="15"/>
                  </a:lnTo>
                  <a:lnTo>
                    <a:pt x="429" y="10"/>
                  </a:lnTo>
                  <a:lnTo>
                    <a:pt x="421" y="7"/>
                  </a:lnTo>
                  <a:lnTo>
                    <a:pt x="396" y="0"/>
                  </a:lnTo>
                  <a:lnTo>
                    <a:pt x="391" y="0"/>
                  </a:lnTo>
                  <a:lnTo>
                    <a:pt x="385" y="1"/>
                  </a:lnTo>
                  <a:lnTo>
                    <a:pt x="382" y="4"/>
                  </a:lnTo>
                  <a:lnTo>
                    <a:pt x="379" y="8"/>
                  </a:lnTo>
                  <a:lnTo>
                    <a:pt x="340" y="114"/>
                  </a:lnTo>
                  <a:lnTo>
                    <a:pt x="336" y="125"/>
                  </a:lnTo>
                  <a:lnTo>
                    <a:pt x="331" y="136"/>
                  </a:lnTo>
                  <a:lnTo>
                    <a:pt x="324" y="146"/>
                  </a:lnTo>
                  <a:lnTo>
                    <a:pt x="317" y="155"/>
                  </a:lnTo>
                  <a:lnTo>
                    <a:pt x="309" y="164"/>
                  </a:lnTo>
                  <a:lnTo>
                    <a:pt x="300" y="171"/>
                  </a:lnTo>
                  <a:lnTo>
                    <a:pt x="291" y="179"/>
                  </a:lnTo>
                  <a:lnTo>
                    <a:pt x="280" y="184"/>
                  </a:lnTo>
                  <a:lnTo>
                    <a:pt x="242" y="206"/>
                  </a:lnTo>
                  <a:lnTo>
                    <a:pt x="239" y="201"/>
                  </a:lnTo>
                  <a:lnTo>
                    <a:pt x="235" y="198"/>
                  </a:lnTo>
                  <a:lnTo>
                    <a:pt x="231" y="195"/>
                  </a:lnTo>
                  <a:lnTo>
                    <a:pt x="227" y="192"/>
                  </a:lnTo>
                  <a:lnTo>
                    <a:pt x="221" y="190"/>
                  </a:lnTo>
                  <a:lnTo>
                    <a:pt x="217" y="189"/>
                  </a:lnTo>
                  <a:lnTo>
                    <a:pt x="212" y="187"/>
                  </a:lnTo>
                  <a:lnTo>
                    <a:pt x="206" y="187"/>
                  </a:lnTo>
                  <a:lnTo>
                    <a:pt x="14" y="187"/>
                  </a:lnTo>
                  <a:lnTo>
                    <a:pt x="9" y="189"/>
                  </a:lnTo>
                  <a:lnTo>
                    <a:pt x="5" y="191"/>
                  </a:lnTo>
                  <a:lnTo>
                    <a:pt x="1" y="195"/>
                  </a:lnTo>
                  <a:lnTo>
                    <a:pt x="0" y="200"/>
                  </a:lnTo>
                  <a:lnTo>
                    <a:pt x="0" y="561"/>
                  </a:lnTo>
                  <a:lnTo>
                    <a:pt x="1" y="566"/>
                  </a:lnTo>
                  <a:lnTo>
                    <a:pt x="5" y="571"/>
                  </a:lnTo>
                  <a:lnTo>
                    <a:pt x="9" y="574"/>
                  </a:lnTo>
                  <a:lnTo>
                    <a:pt x="14" y="575"/>
                  </a:lnTo>
                  <a:lnTo>
                    <a:pt x="206" y="575"/>
                  </a:lnTo>
                  <a:lnTo>
                    <a:pt x="212" y="575"/>
                  </a:lnTo>
                  <a:lnTo>
                    <a:pt x="218" y="573"/>
                  </a:lnTo>
                  <a:lnTo>
                    <a:pt x="223" y="572"/>
                  </a:lnTo>
                  <a:lnTo>
                    <a:pt x="229" y="569"/>
                  </a:lnTo>
                  <a:lnTo>
                    <a:pt x="233" y="565"/>
                  </a:lnTo>
                  <a:lnTo>
                    <a:pt x="237" y="562"/>
                  </a:lnTo>
                  <a:lnTo>
                    <a:pt x="242" y="558"/>
                  </a:lnTo>
                  <a:lnTo>
                    <a:pt x="245" y="552"/>
                  </a:lnTo>
                  <a:lnTo>
                    <a:pt x="264" y="560"/>
                  </a:lnTo>
                  <a:lnTo>
                    <a:pt x="284" y="566"/>
                  </a:lnTo>
                  <a:lnTo>
                    <a:pt x="303" y="572"/>
                  </a:lnTo>
                  <a:lnTo>
                    <a:pt x="322" y="574"/>
                  </a:lnTo>
                  <a:lnTo>
                    <a:pt x="343" y="575"/>
                  </a:lnTo>
                  <a:lnTo>
                    <a:pt x="585" y="575"/>
                  </a:lnTo>
                  <a:lnTo>
                    <a:pt x="590" y="575"/>
                  </a:lnTo>
                  <a:lnTo>
                    <a:pt x="597" y="574"/>
                  </a:lnTo>
                  <a:lnTo>
                    <a:pt x="602" y="573"/>
                  </a:lnTo>
                  <a:lnTo>
                    <a:pt x="608" y="571"/>
                  </a:lnTo>
                  <a:lnTo>
                    <a:pt x="613" y="567"/>
                  </a:lnTo>
                  <a:lnTo>
                    <a:pt x="618" y="565"/>
                  </a:lnTo>
                  <a:lnTo>
                    <a:pt x="623" y="561"/>
                  </a:lnTo>
                  <a:lnTo>
                    <a:pt x="627" y="558"/>
                  </a:lnTo>
                  <a:lnTo>
                    <a:pt x="630" y="554"/>
                  </a:lnTo>
                  <a:lnTo>
                    <a:pt x="633" y="549"/>
                  </a:lnTo>
                  <a:lnTo>
                    <a:pt x="637" y="544"/>
                  </a:lnTo>
                  <a:lnTo>
                    <a:pt x="639" y="538"/>
                  </a:lnTo>
                  <a:lnTo>
                    <a:pt x="641" y="533"/>
                  </a:lnTo>
                  <a:lnTo>
                    <a:pt x="643" y="528"/>
                  </a:lnTo>
                  <a:lnTo>
                    <a:pt x="643" y="522"/>
                  </a:lnTo>
                  <a:lnTo>
                    <a:pt x="644" y="516"/>
                  </a:lnTo>
                  <a:lnTo>
                    <a:pt x="643" y="507"/>
                  </a:lnTo>
                  <a:lnTo>
                    <a:pt x="641" y="499"/>
                  </a:lnTo>
                  <a:lnTo>
                    <a:pt x="638" y="490"/>
                  </a:lnTo>
                  <a:lnTo>
                    <a:pt x="633" y="484"/>
                  </a:lnTo>
                  <a:lnTo>
                    <a:pt x="643" y="481"/>
                  </a:lnTo>
                  <a:lnTo>
                    <a:pt x="652" y="475"/>
                  </a:lnTo>
                  <a:lnTo>
                    <a:pt x="659" y="470"/>
                  </a:lnTo>
                  <a:lnTo>
                    <a:pt x="666" y="462"/>
                  </a:lnTo>
                  <a:lnTo>
                    <a:pt x="671" y="455"/>
                  </a:lnTo>
                  <a:lnTo>
                    <a:pt x="675" y="446"/>
                  </a:lnTo>
                  <a:lnTo>
                    <a:pt x="678" y="437"/>
                  </a:lnTo>
                  <a:lnTo>
                    <a:pt x="678" y="426"/>
                  </a:lnTo>
                  <a:lnTo>
                    <a:pt x="678" y="417"/>
                  </a:lnTo>
                  <a:lnTo>
                    <a:pt x="676" y="409"/>
                  </a:lnTo>
                  <a:lnTo>
                    <a:pt x="673" y="400"/>
                  </a:lnTo>
                  <a:lnTo>
                    <a:pt x="669" y="392"/>
                  </a:lnTo>
                  <a:lnTo>
                    <a:pt x="677" y="389"/>
                  </a:lnTo>
                  <a:lnTo>
                    <a:pt x="686" y="385"/>
                  </a:lnTo>
                  <a:lnTo>
                    <a:pt x="692" y="379"/>
                  </a:lnTo>
                  <a:lnTo>
                    <a:pt x="699" y="372"/>
                  </a:lnTo>
                  <a:lnTo>
                    <a:pt x="704" y="364"/>
                  </a:lnTo>
                  <a:lnTo>
                    <a:pt x="708" y="355"/>
                  </a:lnTo>
                  <a:lnTo>
                    <a:pt x="711" y="346"/>
                  </a:lnTo>
                  <a:lnTo>
                    <a:pt x="712" y="336"/>
                  </a:lnTo>
                  <a:close/>
                  <a:moveTo>
                    <a:pt x="653" y="367"/>
                  </a:moveTo>
                  <a:lnTo>
                    <a:pt x="510" y="367"/>
                  </a:lnTo>
                  <a:lnTo>
                    <a:pt x="505" y="368"/>
                  </a:lnTo>
                  <a:lnTo>
                    <a:pt x="500" y="371"/>
                  </a:lnTo>
                  <a:lnTo>
                    <a:pt x="497" y="375"/>
                  </a:lnTo>
                  <a:lnTo>
                    <a:pt x="496" y="381"/>
                  </a:lnTo>
                  <a:lnTo>
                    <a:pt x="497" y="386"/>
                  </a:lnTo>
                  <a:lnTo>
                    <a:pt x="500" y="390"/>
                  </a:lnTo>
                  <a:lnTo>
                    <a:pt x="505" y="394"/>
                  </a:lnTo>
                  <a:lnTo>
                    <a:pt x="510" y="395"/>
                  </a:lnTo>
                  <a:lnTo>
                    <a:pt x="619" y="395"/>
                  </a:lnTo>
                  <a:lnTo>
                    <a:pt x="626" y="396"/>
                  </a:lnTo>
                  <a:lnTo>
                    <a:pt x="632" y="397"/>
                  </a:lnTo>
                  <a:lnTo>
                    <a:pt x="638" y="400"/>
                  </a:lnTo>
                  <a:lnTo>
                    <a:pt x="642" y="404"/>
                  </a:lnTo>
                  <a:lnTo>
                    <a:pt x="646" y="409"/>
                  </a:lnTo>
                  <a:lnTo>
                    <a:pt x="648" y="414"/>
                  </a:lnTo>
                  <a:lnTo>
                    <a:pt x="650" y="419"/>
                  </a:lnTo>
                  <a:lnTo>
                    <a:pt x="650" y="426"/>
                  </a:lnTo>
                  <a:lnTo>
                    <a:pt x="650" y="432"/>
                  </a:lnTo>
                  <a:lnTo>
                    <a:pt x="648" y="438"/>
                  </a:lnTo>
                  <a:lnTo>
                    <a:pt x="646" y="443"/>
                  </a:lnTo>
                  <a:lnTo>
                    <a:pt x="642" y="448"/>
                  </a:lnTo>
                  <a:lnTo>
                    <a:pt x="638" y="452"/>
                  </a:lnTo>
                  <a:lnTo>
                    <a:pt x="632" y="455"/>
                  </a:lnTo>
                  <a:lnTo>
                    <a:pt x="626" y="457"/>
                  </a:lnTo>
                  <a:lnTo>
                    <a:pt x="619" y="457"/>
                  </a:lnTo>
                  <a:lnTo>
                    <a:pt x="510" y="457"/>
                  </a:lnTo>
                  <a:lnTo>
                    <a:pt x="505" y="458"/>
                  </a:lnTo>
                  <a:lnTo>
                    <a:pt x="500" y="461"/>
                  </a:lnTo>
                  <a:lnTo>
                    <a:pt x="497" y="465"/>
                  </a:lnTo>
                  <a:lnTo>
                    <a:pt x="496" y="471"/>
                  </a:lnTo>
                  <a:lnTo>
                    <a:pt x="497" y="476"/>
                  </a:lnTo>
                  <a:lnTo>
                    <a:pt x="500" y="481"/>
                  </a:lnTo>
                  <a:lnTo>
                    <a:pt x="505" y="484"/>
                  </a:lnTo>
                  <a:lnTo>
                    <a:pt x="510" y="485"/>
                  </a:lnTo>
                  <a:lnTo>
                    <a:pt x="585" y="485"/>
                  </a:lnTo>
                  <a:lnTo>
                    <a:pt x="591" y="486"/>
                  </a:lnTo>
                  <a:lnTo>
                    <a:pt x="597" y="487"/>
                  </a:lnTo>
                  <a:lnTo>
                    <a:pt x="602" y="490"/>
                  </a:lnTo>
                  <a:lnTo>
                    <a:pt x="607" y="494"/>
                  </a:lnTo>
                  <a:lnTo>
                    <a:pt x="611" y="499"/>
                  </a:lnTo>
                  <a:lnTo>
                    <a:pt x="614" y="504"/>
                  </a:lnTo>
                  <a:lnTo>
                    <a:pt x="615" y="510"/>
                  </a:lnTo>
                  <a:lnTo>
                    <a:pt x="616" y="516"/>
                  </a:lnTo>
                  <a:lnTo>
                    <a:pt x="615" y="522"/>
                  </a:lnTo>
                  <a:lnTo>
                    <a:pt x="614" y="528"/>
                  </a:lnTo>
                  <a:lnTo>
                    <a:pt x="611" y="533"/>
                  </a:lnTo>
                  <a:lnTo>
                    <a:pt x="607" y="538"/>
                  </a:lnTo>
                  <a:lnTo>
                    <a:pt x="602" y="542"/>
                  </a:lnTo>
                  <a:lnTo>
                    <a:pt x="597" y="545"/>
                  </a:lnTo>
                  <a:lnTo>
                    <a:pt x="591" y="547"/>
                  </a:lnTo>
                  <a:lnTo>
                    <a:pt x="585" y="547"/>
                  </a:lnTo>
                  <a:lnTo>
                    <a:pt x="343" y="547"/>
                  </a:lnTo>
                  <a:lnTo>
                    <a:pt x="325" y="546"/>
                  </a:lnTo>
                  <a:lnTo>
                    <a:pt x="308" y="544"/>
                  </a:lnTo>
                  <a:lnTo>
                    <a:pt x="291" y="540"/>
                  </a:lnTo>
                  <a:lnTo>
                    <a:pt x="275" y="534"/>
                  </a:lnTo>
                  <a:lnTo>
                    <a:pt x="251" y="526"/>
                  </a:lnTo>
                  <a:lnTo>
                    <a:pt x="251" y="389"/>
                  </a:lnTo>
                  <a:lnTo>
                    <a:pt x="250" y="384"/>
                  </a:lnTo>
                  <a:lnTo>
                    <a:pt x="247" y="379"/>
                  </a:lnTo>
                  <a:lnTo>
                    <a:pt x="243" y="376"/>
                  </a:lnTo>
                  <a:lnTo>
                    <a:pt x="237" y="375"/>
                  </a:lnTo>
                  <a:lnTo>
                    <a:pt x="232" y="376"/>
                  </a:lnTo>
                  <a:lnTo>
                    <a:pt x="228" y="379"/>
                  </a:lnTo>
                  <a:lnTo>
                    <a:pt x="225" y="384"/>
                  </a:lnTo>
                  <a:lnTo>
                    <a:pt x="223" y="389"/>
                  </a:lnTo>
                  <a:lnTo>
                    <a:pt x="223" y="530"/>
                  </a:lnTo>
                  <a:lnTo>
                    <a:pt x="222" y="533"/>
                  </a:lnTo>
                  <a:lnTo>
                    <a:pt x="221" y="536"/>
                  </a:lnTo>
                  <a:lnTo>
                    <a:pt x="220" y="540"/>
                  </a:lnTo>
                  <a:lnTo>
                    <a:pt x="218" y="542"/>
                  </a:lnTo>
                  <a:lnTo>
                    <a:pt x="216" y="544"/>
                  </a:lnTo>
                  <a:lnTo>
                    <a:pt x="213" y="546"/>
                  </a:lnTo>
                  <a:lnTo>
                    <a:pt x="210" y="547"/>
                  </a:lnTo>
                  <a:lnTo>
                    <a:pt x="206" y="547"/>
                  </a:lnTo>
                  <a:lnTo>
                    <a:pt x="28" y="547"/>
                  </a:lnTo>
                  <a:lnTo>
                    <a:pt x="28" y="214"/>
                  </a:lnTo>
                  <a:lnTo>
                    <a:pt x="206" y="214"/>
                  </a:lnTo>
                  <a:lnTo>
                    <a:pt x="210" y="215"/>
                  </a:lnTo>
                  <a:lnTo>
                    <a:pt x="213" y="216"/>
                  </a:lnTo>
                  <a:lnTo>
                    <a:pt x="216" y="218"/>
                  </a:lnTo>
                  <a:lnTo>
                    <a:pt x="218" y="220"/>
                  </a:lnTo>
                  <a:lnTo>
                    <a:pt x="220" y="223"/>
                  </a:lnTo>
                  <a:lnTo>
                    <a:pt x="221" y="225"/>
                  </a:lnTo>
                  <a:lnTo>
                    <a:pt x="222" y="228"/>
                  </a:lnTo>
                  <a:lnTo>
                    <a:pt x="223" y="233"/>
                  </a:lnTo>
                  <a:lnTo>
                    <a:pt x="223" y="280"/>
                  </a:lnTo>
                  <a:lnTo>
                    <a:pt x="225" y="285"/>
                  </a:lnTo>
                  <a:lnTo>
                    <a:pt x="228" y="289"/>
                  </a:lnTo>
                  <a:lnTo>
                    <a:pt x="232" y="292"/>
                  </a:lnTo>
                  <a:lnTo>
                    <a:pt x="237" y="293"/>
                  </a:lnTo>
                  <a:lnTo>
                    <a:pt x="243" y="292"/>
                  </a:lnTo>
                  <a:lnTo>
                    <a:pt x="247" y="289"/>
                  </a:lnTo>
                  <a:lnTo>
                    <a:pt x="250" y="285"/>
                  </a:lnTo>
                  <a:lnTo>
                    <a:pt x="251" y="280"/>
                  </a:lnTo>
                  <a:lnTo>
                    <a:pt x="251" y="233"/>
                  </a:lnTo>
                  <a:lnTo>
                    <a:pt x="293" y="209"/>
                  </a:lnTo>
                  <a:lnTo>
                    <a:pt x="306" y="201"/>
                  </a:lnTo>
                  <a:lnTo>
                    <a:pt x="318" y="193"/>
                  </a:lnTo>
                  <a:lnTo>
                    <a:pt x="329" y="183"/>
                  </a:lnTo>
                  <a:lnTo>
                    <a:pt x="338" y="173"/>
                  </a:lnTo>
                  <a:lnTo>
                    <a:pt x="347" y="162"/>
                  </a:lnTo>
                  <a:lnTo>
                    <a:pt x="354" y="150"/>
                  </a:lnTo>
                  <a:lnTo>
                    <a:pt x="361" y="137"/>
                  </a:lnTo>
                  <a:lnTo>
                    <a:pt x="367" y="124"/>
                  </a:lnTo>
                  <a:lnTo>
                    <a:pt x="401" y="31"/>
                  </a:lnTo>
                  <a:lnTo>
                    <a:pt x="412" y="34"/>
                  </a:lnTo>
                  <a:lnTo>
                    <a:pt x="419" y="36"/>
                  </a:lnTo>
                  <a:lnTo>
                    <a:pt x="425" y="39"/>
                  </a:lnTo>
                  <a:lnTo>
                    <a:pt x="431" y="43"/>
                  </a:lnTo>
                  <a:lnTo>
                    <a:pt x="436" y="47"/>
                  </a:lnTo>
                  <a:lnTo>
                    <a:pt x="440" y="51"/>
                  </a:lnTo>
                  <a:lnTo>
                    <a:pt x="444" y="55"/>
                  </a:lnTo>
                  <a:lnTo>
                    <a:pt x="449" y="61"/>
                  </a:lnTo>
                  <a:lnTo>
                    <a:pt x="452" y="67"/>
                  </a:lnTo>
                  <a:lnTo>
                    <a:pt x="454" y="73"/>
                  </a:lnTo>
                  <a:lnTo>
                    <a:pt x="456" y="79"/>
                  </a:lnTo>
                  <a:lnTo>
                    <a:pt x="458" y="85"/>
                  </a:lnTo>
                  <a:lnTo>
                    <a:pt x="460" y="92"/>
                  </a:lnTo>
                  <a:lnTo>
                    <a:pt x="460" y="98"/>
                  </a:lnTo>
                  <a:lnTo>
                    <a:pt x="458" y="105"/>
                  </a:lnTo>
                  <a:lnTo>
                    <a:pt x="457" y="111"/>
                  </a:lnTo>
                  <a:lnTo>
                    <a:pt x="455" y="118"/>
                  </a:lnTo>
                  <a:lnTo>
                    <a:pt x="429" y="196"/>
                  </a:lnTo>
                  <a:lnTo>
                    <a:pt x="428" y="199"/>
                  </a:lnTo>
                  <a:lnTo>
                    <a:pt x="428" y="202"/>
                  </a:lnTo>
                  <a:lnTo>
                    <a:pt x="429" y="206"/>
                  </a:lnTo>
                  <a:lnTo>
                    <a:pt x="432" y="209"/>
                  </a:lnTo>
                  <a:lnTo>
                    <a:pt x="434" y="211"/>
                  </a:lnTo>
                  <a:lnTo>
                    <a:pt x="436" y="213"/>
                  </a:lnTo>
                  <a:lnTo>
                    <a:pt x="439" y="214"/>
                  </a:lnTo>
                  <a:lnTo>
                    <a:pt x="442" y="214"/>
                  </a:lnTo>
                  <a:lnTo>
                    <a:pt x="616" y="214"/>
                  </a:lnTo>
                  <a:lnTo>
                    <a:pt x="623" y="215"/>
                  </a:lnTo>
                  <a:lnTo>
                    <a:pt x="628" y="218"/>
                  </a:lnTo>
                  <a:lnTo>
                    <a:pt x="633" y="220"/>
                  </a:lnTo>
                  <a:lnTo>
                    <a:pt x="639" y="224"/>
                  </a:lnTo>
                  <a:lnTo>
                    <a:pt x="642" y="228"/>
                  </a:lnTo>
                  <a:lnTo>
                    <a:pt x="645" y="234"/>
                  </a:lnTo>
                  <a:lnTo>
                    <a:pt x="647" y="240"/>
                  </a:lnTo>
                  <a:lnTo>
                    <a:pt x="647" y="245"/>
                  </a:lnTo>
                  <a:lnTo>
                    <a:pt x="647" y="252"/>
                  </a:lnTo>
                  <a:lnTo>
                    <a:pt x="645" y="258"/>
                  </a:lnTo>
                  <a:lnTo>
                    <a:pt x="642" y="264"/>
                  </a:lnTo>
                  <a:lnTo>
                    <a:pt x="639" y="268"/>
                  </a:lnTo>
                  <a:lnTo>
                    <a:pt x="633" y="271"/>
                  </a:lnTo>
                  <a:lnTo>
                    <a:pt x="628" y="274"/>
                  </a:lnTo>
                  <a:lnTo>
                    <a:pt x="623" y="277"/>
                  </a:lnTo>
                  <a:lnTo>
                    <a:pt x="616" y="277"/>
                  </a:lnTo>
                  <a:lnTo>
                    <a:pt x="510" y="277"/>
                  </a:lnTo>
                  <a:lnTo>
                    <a:pt x="505" y="278"/>
                  </a:lnTo>
                  <a:lnTo>
                    <a:pt x="500" y="281"/>
                  </a:lnTo>
                  <a:lnTo>
                    <a:pt x="497" y="285"/>
                  </a:lnTo>
                  <a:lnTo>
                    <a:pt x="496" y="291"/>
                  </a:lnTo>
                  <a:lnTo>
                    <a:pt x="497" y="296"/>
                  </a:lnTo>
                  <a:lnTo>
                    <a:pt x="500" y="301"/>
                  </a:lnTo>
                  <a:lnTo>
                    <a:pt x="505" y="303"/>
                  </a:lnTo>
                  <a:lnTo>
                    <a:pt x="510" y="304"/>
                  </a:lnTo>
                  <a:lnTo>
                    <a:pt x="556" y="304"/>
                  </a:lnTo>
                  <a:lnTo>
                    <a:pt x="556" y="304"/>
                  </a:lnTo>
                  <a:lnTo>
                    <a:pt x="556" y="304"/>
                  </a:lnTo>
                  <a:lnTo>
                    <a:pt x="653" y="304"/>
                  </a:lnTo>
                  <a:lnTo>
                    <a:pt x="659" y="306"/>
                  </a:lnTo>
                  <a:lnTo>
                    <a:pt x="664" y="308"/>
                  </a:lnTo>
                  <a:lnTo>
                    <a:pt x="670" y="310"/>
                  </a:lnTo>
                  <a:lnTo>
                    <a:pt x="674" y="314"/>
                  </a:lnTo>
                  <a:lnTo>
                    <a:pt x="678" y="318"/>
                  </a:lnTo>
                  <a:lnTo>
                    <a:pt x="682" y="324"/>
                  </a:lnTo>
                  <a:lnTo>
                    <a:pt x="683" y="329"/>
                  </a:lnTo>
                  <a:lnTo>
                    <a:pt x="684" y="336"/>
                  </a:lnTo>
                  <a:lnTo>
                    <a:pt x="683" y="342"/>
                  </a:lnTo>
                  <a:lnTo>
                    <a:pt x="682" y="348"/>
                  </a:lnTo>
                  <a:lnTo>
                    <a:pt x="678" y="354"/>
                  </a:lnTo>
                  <a:lnTo>
                    <a:pt x="674" y="358"/>
                  </a:lnTo>
                  <a:lnTo>
                    <a:pt x="670" y="361"/>
                  </a:lnTo>
                  <a:lnTo>
                    <a:pt x="664" y="365"/>
                  </a:lnTo>
                  <a:lnTo>
                    <a:pt x="659" y="367"/>
                  </a:lnTo>
                  <a:lnTo>
                    <a:pt x="653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273">
              <a:extLst>
                <a:ext uri="{FF2B5EF4-FFF2-40B4-BE49-F238E27FC236}">
                  <a16:creationId xmlns:a16="http://schemas.microsoft.com/office/drawing/2014/main" id="{B70258F4-39A2-463A-BAA5-1394BFF248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6764" y="5743576"/>
              <a:ext cx="41275" cy="41275"/>
            </a:xfrm>
            <a:custGeom>
              <a:avLst/>
              <a:gdLst>
                <a:gd name="T0" fmla="*/ 39 w 78"/>
                <a:gd name="T1" fmla="*/ 0 h 78"/>
                <a:gd name="T2" fmla="*/ 31 w 78"/>
                <a:gd name="T3" fmla="*/ 1 h 78"/>
                <a:gd name="T4" fmla="*/ 24 w 78"/>
                <a:gd name="T5" fmla="*/ 3 h 78"/>
                <a:gd name="T6" fmla="*/ 17 w 78"/>
                <a:gd name="T7" fmla="*/ 6 h 78"/>
                <a:gd name="T8" fmla="*/ 12 w 78"/>
                <a:gd name="T9" fmla="*/ 12 h 78"/>
                <a:gd name="T10" fmla="*/ 6 w 78"/>
                <a:gd name="T11" fmla="*/ 17 h 78"/>
                <a:gd name="T12" fmla="*/ 3 w 78"/>
                <a:gd name="T13" fmla="*/ 23 h 78"/>
                <a:gd name="T14" fmla="*/ 1 w 78"/>
                <a:gd name="T15" fmla="*/ 31 h 78"/>
                <a:gd name="T16" fmla="*/ 0 w 78"/>
                <a:gd name="T17" fmla="*/ 38 h 78"/>
                <a:gd name="T18" fmla="*/ 1 w 78"/>
                <a:gd name="T19" fmla="*/ 47 h 78"/>
                <a:gd name="T20" fmla="*/ 3 w 78"/>
                <a:gd name="T21" fmla="*/ 55 h 78"/>
                <a:gd name="T22" fmla="*/ 6 w 78"/>
                <a:gd name="T23" fmla="*/ 61 h 78"/>
                <a:gd name="T24" fmla="*/ 12 w 78"/>
                <a:gd name="T25" fmla="*/ 66 h 78"/>
                <a:gd name="T26" fmla="*/ 17 w 78"/>
                <a:gd name="T27" fmla="*/ 71 h 78"/>
                <a:gd name="T28" fmla="*/ 24 w 78"/>
                <a:gd name="T29" fmla="*/ 75 h 78"/>
                <a:gd name="T30" fmla="*/ 31 w 78"/>
                <a:gd name="T31" fmla="*/ 77 h 78"/>
                <a:gd name="T32" fmla="*/ 39 w 78"/>
                <a:gd name="T33" fmla="*/ 78 h 78"/>
                <a:gd name="T34" fmla="*/ 47 w 78"/>
                <a:gd name="T35" fmla="*/ 77 h 78"/>
                <a:gd name="T36" fmla="*/ 55 w 78"/>
                <a:gd name="T37" fmla="*/ 75 h 78"/>
                <a:gd name="T38" fmla="*/ 61 w 78"/>
                <a:gd name="T39" fmla="*/ 71 h 78"/>
                <a:gd name="T40" fmla="*/ 66 w 78"/>
                <a:gd name="T41" fmla="*/ 66 h 78"/>
                <a:gd name="T42" fmla="*/ 71 w 78"/>
                <a:gd name="T43" fmla="*/ 61 h 78"/>
                <a:gd name="T44" fmla="*/ 75 w 78"/>
                <a:gd name="T45" fmla="*/ 55 h 78"/>
                <a:gd name="T46" fmla="*/ 77 w 78"/>
                <a:gd name="T47" fmla="*/ 47 h 78"/>
                <a:gd name="T48" fmla="*/ 78 w 78"/>
                <a:gd name="T49" fmla="*/ 38 h 78"/>
                <a:gd name="T50" fmla="*/ 77 w 78"/>
                <a:gd name="T51" fmla="*/ 31 h 78"/>
                <a:gd name="T52" fmla="*/ 75 w 78"/>
                <a:gd name="T53" fmla="*/ 23 h 78"/>
                <a:gd name="T54" fmla="*/ 71 w 78"/>
                <a:gd name="T55" fmla="*/ 17 h 78"/>
                <a:gd name="T56" fmla="*/ 66 w 78"/>
                <a:gd name="T57" fmla="*/ 12 h 78"/>
                <a:gd name="T58" fmla="*/ 61 w 78"/>
                <a:gd name="T59" fmla="*/ 6 h 78"/>
                <a:gd name="T60" fmla="*/ 55 w 78"/>
                <a:gd name="T61" fmla="*/ 3 h 78"/>
                <a:gd name="T62" fmla="*/ 47 w 78"/>
                <a:gd name="T63" fmla="*/ 1 h 78"/>
                <a:gd name="T64" fmla="*/ 39 w 78"/>
                <a:gd name="T65" fmla="*/ 0 h 78"/>
                <a:gd name="T66" fmla="*/ 39 w 78"/>
                <a:gd name="T67" fmla="*/ 50 h 78"/>
                <a:gd name="T68" fmla="*/ 34 w 78"/>
                <a:gd name="T69" fmla="*/ 49 h 78"/>
                <a:gd name="T70" fmla="*/ 31 w 78"/>
                <a:gd name="T71" fmla="*/ 47 h 78"/>
                <a:gd name="T72" fmla="*/ 29 w 78"/>
                <a:gd name="T73" fmla="*/ 43 h 78"/>
                <a:gd name="T74" fmla="*/ 28 w 78"/>
                <a:gd name="T75" fmla="*/ 38 h 78"/>
                <a:gd name="T76" fmla="*/ 29 w 78"/>
                <a:gd name="T77" fmla="*/ 34 h 78"/>
                <a:gd name="T78" fmla="*/ 31 w 78"/>
                <a:gd name="T79" fmla="*/ 31 h 78"/>
                <a:gd name="T80" fmla="*/ 34 w 78"/>
                <a:gd name="T81" fmla="*/ 29 h 78"/>
                <a:gd name="T82" fmla="*/ 39 w 78"/>
                <a:gd name="T83" fmla="*/ 28 h 78"/>
                <a:gd name="T84" fmla="*/ 43 w 78"/>
                <a:gd name="T85" fmla="*/ 29 h 78"/>
                <a:gd name="T86" fmla="*/ 47 w 78"/>
                <a:gd name="T87" fmla="*/ 31 h 78"/>
                <a:gd name="T88" fmla="*/ 49 w 78"/>
                <a:gd name="T89" fmla="*/ 34 h 78"/>
                <a:gd name="T90" fmla="*/ 50 w 78"/>
                <a:gd name="T91" fmla="*/ 38 h 78"/>
                <a:gd name="T92" fmla="*/ 49 w 78"/>
                <a:gd name="T93" fmla="*/ 43 h 78"/>
                <a:gd name="T94" fmla="*/ 47 w 78"/>
                <a:gd name="T95" fmla="*/ 47 h 78"/>
                <a:gd name="T96" fmla="*/ 43 w 78"/>
                <a:gd name="T97" fmla="*/ 49 h 78"/>
                <a:gd name="T98" fmla="*/ 39 w 78"/>
                <a:gd name="T99" fmla="*/ 5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8" h="78">
                  <a:moveTo>
                    <a:pt x="39" y="0"/>
                  </a:moveTo>
                  <a:lnTo>
                    <a:pt x="31" y="1"/>
                  </a:lnTo>
                  <a:lnTo>
                    <a:pt x="24" y="3"/>
                  </a:lnTo>
                  <a:lnTo>
                    <a:pt x="17" y="6"/>
                  </a:lnTo>
                  <a:lnTo>
                    <a:pt x="12" y="12"/>
                  </a:lnTo>
                  <a:lnTo>
                    <a:pt x="6" y="17"/>
                  </a:lnTo>
                  <a:lnTo>
                    <a:pt x="3" y="23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1" y="47"/>
                  </a:lnTo>
                  <a:lnTo>
                    <a:pt x="3" y="55"/>
                  </a:lnTo>
                  <a:lnTo>
                    <a:pt x="6" y="61"/>
                  </a:lnTo>
                  <a:lnTo>
                    <a:pt x="12" y="66"/>
                  </a:lnTo>
                  <a:lnTo>
                    <a:pt x="17" y="71"/>
                  </a:lnTo>
                  <a:lnTo>
                    <a:pt x="24" y="75"/>
                  </a:lnTo>
                  <a:lnTo>
                    <a:pt x="31" y="77"/>
                  </a:lnTo>
                  <a:lnTo>
                    <a:pt x="39" y="78"/>
                  </a:lnTo>
                  <a:lnTo>
                    <a:pt x="47" y="77"/>
                  </a:lnTo>
                  <a:lnTo>
                    <a:pt x="55" y="75"/>
                  </a:lnTo>
                  <a:lnTo>
                    <a:pt x="61" y="71"/>
                  </a:lnTo>
                  <a:lnTo>
                    <a:pt x="66" y="66"/>
                  </a:lnTo>
                  <a:lnTo>
                    <a:pt x="71" y="61"/>
                  </a:lnTo>
                  <a:lnTo>
                    <a:pt x="75" y="55"/>
                  </a:lnTo>
                  <a:lnTo>
                    <a:pt x="77" y="47"/>
                  </a:lnTo>
                  <a:lnTo>
                    <a:pt x="78" y="38"/>
                  </a:lnTo>
                  <a:lnTo>
                    <a:pt x="77" y="31"/>
                  </a:lnTo>
                  <a:lnTo>
                    <a:pt x="75" y="23"/>
                  </a:lnTo>
                  <a:lnTo>
                    <a:pt x="71" y="17"/>
                  </a:lnTo>
                  <a:lnTo>
                    <a:pt x="66" y="12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39" y="0"/>
                  </a:lnTo>
                  <a:close/>
                  <a:moveTo>
                    <a:pt x="39" y="50"/>
                  </a:moveTo>
                  <a:lnTo>
                    <a:pt x="34" y="49"/>
                  </a:lnTo>
                  <a:lnTo>
                    <a:pt x="31" y="47"/>
                  </a:lnTo>
                  <a:lnTo>
                    <a:pt x="29" y="43"/>
                  </a:lnTo>
                  <a:lnTo>
                    <a:pt x="28" y="38"/>
                  </a:lnTo>
                  <a:lnTo>
                    <a:pt x="29" y="34"/>
                  </a:lnTo>
                  <a:lnTo>
                    <a:pt x="31" y="31"/>
                  </a:lnTo>
                  <a:lnTo>
                    <a:pt x="34" y="29"/>
                  </a:lnTo>
                  <a:lnTo>
                    <a:pt x="39" y="28"/>
                  </a:lnTo>
                  <a:lnTo>
                    <a:pt x="43" y="29"/>
                  </a:lnTo>
                  <a:lnTo>
                    <a:pt x="47" y="31"/>
                  </a:lnTo>
                  <a:lnTo>
                    <a:pt x="49" y="34"/>
                  </a:lnTo>
                  <a:lnTo>
                    <a:pt x="50" y="38"/>
                  </a:lnTo>
                  <a:lnTo>
                    <a:pt x="49" y="43"/>
                  </a:lnTo>
                  <a:lnTo>
                    <a:pt x="47" y="47"/>
                  </a:lnTo>
                  <a:lnTo>
                    <a:pt x="43" y="49"/>
                  </a:lnTo>
                  <a:lnTo>
                    <a:pt x="39" y="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274">
              <a:extLst>
                <a:ext uri="{FF2B5EF4-FFF2-40B4-BE49-F238E27FC236}">
                  <a16:creationId xmlns:a16="http://schemas.microsoft.com/office/drawing/2014/main" id="{FA231645-83C3-4B8B-A286-EBB9B7CB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164" y="5438776"/>
              <a:ext cx="14288" cy="14288"/>
            </a:xfrm>
            <a:custGeom>
              <a:avLst/>
              <a:gdLst>
                <a:gd name="T0" fmla="*/ 23 w 27"/>
                <a:gd name="T1" fmla="*/ 5 h 28"/>
                <a:gd name="T2" fmla="*/ 19 w 27"/>
                <a:gd name="T3" fmla="*/ 1 h 28"/>
                <a:gd name="T4" fmla="*/ 14 w 27"/>
                <a:gd name="T5" fmla="*/ 0 h 28"/>
                <a:gd name="T6" fmla="*/ 8 w 27"/>
                <a:gd name="T7" fmla="*/ 1 h 28"/>
                <a:gd name="T8" fmla="*/ 4 w 27"/>
                <a:gd name="T9" fmla="*/ 5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20 h 28"/>
                <a:gd name="T16" fmla="*/ 4 w 27"/>
                <a:gd name="T17" fmla="*/ 25 h 28"/>
                <a:gd name="T18" fmla="*/ 8 w 27"/>
                <a:gd name="T19" fmla="*/ 27 h 28"/>
                <a:gd name="T20" fmla="*/ 14 w 27"/>
                <a:gd name="T21" fmla="*/ 28 h 28"/>
                <a:gd name="T22" fmla="*/ 19 w 27"/>
                <a:gd name="T23" fmla="*/ 27 h 28"/>
                <a:gd name="T24" fmla="*/ 23 w 27"/>
                <a:gd name="T25" fmla="*/ 25 h 28"/>
                <a:gd name="T26" fmla="*/ 26 w 27"/>
                <a:gd name="T27" fmla="*/ 20 h 28"/>
                <a:gd name="T28" fmla="*/ 27 w 27"/>
                <a:gd name="T29" fmla="*/ 14 h 28"/>
                <a:gd name="T30" fmla="*/ 26 w 27"/>
                <a:gd name="T31" fmla="*/ 9 h 28"/>
                <a:gd name="T32" fmla="*/ 23 w 2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3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6" y="20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275">
              <a:extLst>
                <a:ext uri="{FF2B5EF4-FFF2-40B4-BE49-F238E27FC236}">
                  <a16:creationId xmlns:a16="http://schemas.microsoft.com/office/drawing/2014/main" id="{C3B8B7D0-A21F-4AEF-83FF-1145C8275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164" y="5465763"/>
              <a:ext cx="14288" cy="33338"/>
            </a:xfrm>
            <a:custGeom>
              <a:avLst/>
              <a:gdLst>
                <a:gd name="T0" fmla="*/ 14 w 27"/>
                <a:gd name="T1" fmla="*/ 0 h 61"/>
                <a:gd name="T2" fmla="*/ 8 w 27"/>
                <a:gd name="T3" fmla="*/ 1 h 61"/>
                <a:gd name="T4" fmla="*/ 4 w 27"/>
                <a:gd name="T5" fmla="*/ 4 h 61"/>
                <a:gd name="T6" fmla="*/ 1 w 27"/>
                <a:gd name="T7" fmla="*/ 8 h 61"/>
                <a:gd name="T8" fmla="*/ 0 w 27"/>
                <a:gd name="T9" fmla="*/ 14 h 61"/>
                <a:gd name="T10" fmla="*/ 0 w 27"/>
                <a:gd name="T11" fmla="*/ 47 h 61"/>
                <a:gd name="T12" fmla="*/ 1 w 27"/>
                <a:gd name="T13" fmla="*/ 52 h 61"/>
                <a:gd name="T14" fmla="*/ 4 w 27"/>
                <a:gd name="T15" fmla="*/ 57 h 61"/>
                <a:gd name="T16" fmla="*/ 8 w 27"/>
                <a:gd name="T17" fmla="*/ 60 h 61"/>
                <a:gd name="T18" fmla="*/ 14 w 27"/>
                <a:gd name="T19" fmla="*/ 61 h 61"/>
                <a:gd name="T20" fmla="*/ 19 w 27"/>
                <a:gd name="T21" fmla="*/ 60 h 61"/>
                <a:gd name="T22" fmla="*/ 23 w 27"/>
                <a:gd name="T23" fmla="*/ 57 h 61"/>
                <a:gd name="T24" fmla="*/ 26 w 27"/>
                <a:gd name="T25" fmla="*/ 52 h 61"/>
                <a:gd name="T26" fmla="*/ 27 w 27"/>
                <a:gd name="T27" fmla="*/ 47 h 61"/>
                <a:gd name="T28" fmla="*/ 27 w 27"/>
                <a:gd name="T29" fmla="*/ 14 h 61"/>
                <a:gd name="T30" fmla="*/ 26 w 27"/>
                <a:gd name="T31" fmla="*/ 8 h 61"/>
                <a:gd name="T32" fmla="*/ 23 w 27"/>
                <a:gd name="T33" fmla="*/ 4 h 61"/>
                <a:gd name="T34" fmla="*/ 19 w 27"/>
                <a:gd name="T35" fmla="*/ 1 h 61"/>
                <a:gd name="T36" fmla="*/ 14 w 27"/>
                <a:gd name="T3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61">
                  <a:moveTo>
                    <a:pt x="14" y="0"/>
                  </a:move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4" y="57"/>
                  </a:lnTo>
                  <a:lnTo>
                    <a:pt x="8" y="60"/>
                  </a:lnTo>
                  <a:lnTo>
                    <a:pt x="14" y="61"/>
                  </a:lnTo>
                  <a:lnTo>
                    <a:pt x="19" y="60"/>
                  </a:lnTo>
                  <a:lnTo>
                    <a:pt x="23" y="57"/>
                  </a:lnTo>
                  <a:lnTo>
                    <a:pt x="26" y="52"/>
                  </a:lnTo>
                  <a:lnTo>
                    <a:pt x="27" y="47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276">
              <a:extLst>
                <a:ext uri="{FF2B5EF4-FFF2-40B4-BE49-F238E27FC236}">
                  <a16:creationId xmlns:a16="http://schemas.microsoft.com/office/drawing/2014/main" id="{95728D3A-79CB-43D8-B39F-61BB8E0E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9964" y="5535613"/>
              <a:ext cx="60325" cy="14288"/>
            </a:xfrm>
            <a:custGeom>
              <a:avLst/>
              <a:gdLst>
                <a:gd name="T0" fmla="*/ 100 w 114"/>
                <a:gd name="T1" fmla="*/ 0 h 28"/>
                <a:gd name="T2" fmla="*/ 14 w 114"/>
                <a:gd name="T3" fmla="*/ 0 h 28"/>
                <a:gd name="T4" fmla="*/ 9 w 114"/>
                <a:gd name="T5" fmla="*/ 1 h 28"/>
                <a:gd name="T6" fmla="*/ 4 w 114"/>
                <a:gd name="T7" fmla="*/ 4 h 28"/>
                <a:gd name="T8" fmla="*/ 1 w 114"/>
                <a:gd name="T9" fmla="*/ 8 h 28"/>
                <a:gd name="T10" fmla="*/ 0 w 114"/>
                <a:gd name="T11" fmla="*/ 14 h 28"/>
                <a:gd name="T12" fmla="*/ 1 w 114"/>
                <a:gd name="T13" fmla="*/ 19 h 28"/>
                <a:gd name="T14" fmla="*/ 4 w 114"/>
                <a:gd name="T15" fmla="*/ 23 h 28"/>
                <a:gd name="T16" fmla="*/ 9 w 114"/>
                <a:gd name="T17" fmla="*/ 27 h 28"/>
                <a:gd name="T18" fmla="*/ 14 w 114"/>
                <a:gd name="T19" fmla="*/ 28 h 28"/>
                <a:gd name="T20" fmla="*/ 100 w 114"/>
                <a:gd name="T21" fmla="*/ 28 h 28"/>
                <a:gd name="T22" fmla="*/ 105 w 114"/>
                <a:gd name="T23" fmla="*/ 27 h 28"/>
                <a:gd name="T24" fmla="*/ 110 w 114"/>
                <a:gd name="T25" fmla="*/ 23 h 28"/>
                <a:gd name="T26" fmla="*/ 113 w 114"/>
                <a:gd name="T27" fmla="*/ 19 h 28"/>
                <a:gd name="T28" fmla="*/ 114 w 114"/>
                <a:gd name="T29" fmla="*/ 14 h 28"/>
                <a:gd name="T30" fmla="*/ 113 w 114"/>
                <a:gd name="T31" fmla="*/ 8 h 28"/>
                <a:gd name="T32" fmla="*/ 110 w 114"/>
                <a:gd name="T33" fmla="*/ 4 h 28"/>
                <a:gd name="T34" fmla="*/ 105 w 114"/>
                <a:gd name="T35" fmla="*/ 1 h 28"/>
                <a:gd name="T36" fmla="*/ 100 w 11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8">
                  <a:moveTo>
                    <a:pt x="100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00" y="28"/>
                  </a:lnTo>
                  <a:lnTo>
                    <a:pt x="105" y="27"/>
                  </a:lnTo>
                  <a:lnTo>
                    <a:pt x="110" y="23"/>
                  </a:lnTo>
                  <a:lnTo>
                    <a:pt x="113" y="19"/>
                  </a:lnTo>
                  <a:lnTo>
                    <a:pt x="114" y="14"/>
                  </a:lnTo>
                  <a:lnTo>
                    <a:pt x="113" y="8"/>
                  </a:lnTo>
                  <a:lnTo>
                    <a:pt x="110" y="4"/>
                  </a:lnTo>
                  <a:lnTo>
                    <a:pt x="105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277">
              <a:extLst>
                <a:ext uri="{FF2B5EF4-FFF2-40B4-BE49-F238E27FC236}">
                  <a16:creationId xmlns:a16="http://schemas.microsoft.com/office/drawing/2014/main" id="{58E49377-001D-417B-9FDF-801709762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2326" y="5535613"/>
              <a:ext cx="60325" cy="14288"/>
            </a:xfrm>
            <a:custGeom>
              <a:avLst/>
              <a:gdLst>
                <a:gd name="T0" fmla="*/ 100 w 114"/>
                <a:gd name="T1" fmla="*/ 0 h 28"/>
                <a:gd name="T2" fmla="*/ 14 w 114"/>
                <a:gd name="T3" fmla="*/ 0 h 28"/>
                <a:gd name="T4" fmla="*/ 9 w 114"/>
                <a:gd name="T5" fmla="*/ 1 h 28"/>
                <a:gd name="T6" fmla="*/ 4 w 114"/>
                <a:gd name="T7" fmla="*/ 4 h 28"/>
                <a:gd name="T8" fmla="*/ 1 w 114"/>
                <a:gd name="T9" fmla="*/ 8 h 28"/>
                <a:gd name="T10" fmla="*/ 0 w 114"/>
                <a:gd name="T11" fmla="*/ 14 h 28"/>
                <a:gd name="T12" fmla="*/ 1 w 114"/>
                <a:gd name="T13" fmla="*/ 19 h 28"/>
                <a:gd name="T14" fmla="*/ 4 w 114"/>
                <a:gd name="T15" fmla="*/ 23 h 28"/>
                <a:gd name="T16" fmla="*/ 9 w 114"/>
                <a:gd name="T17" fmla="*/ 27 h 28"/>
                <a:gd name="T18" fmla="*/ 14 w 114"/>
                <a:gd name="T19" fmla="*/ 28 h 28"/>
                <a:gd name="T20" fmla="*/ 100 w 114"/>
                <a:gd name="T21" fmla="*/ 28 h 28"/>
                <a:gd name="T22" fmla="*/ 105 w 114"/>
                <a:gd name="T23" fmla="*/ 27 h 28"/>
                <a:gd name="T24" fmla="*/ 110 w 114"/>
                <a:gd name="T25" fmla="*/ 23 h 28"/>
                <a:gd name="T26" fmla="*/ 113 w 114"/>
                <a:gd name="T27" fmla="*/ 19 h 28"/>
                <a:gd name="T28" fmla="*/ 114 w 114"/>
                <a:gd name="T29" fmla="*/ 14 h 28"/>
                <a:gd name="T30" fmla="*/ 113 w 114"/>
                <a:gd name="T31" fmla="*/ 8 h 28"/>
                <a:gd name="T32" fmla="*/ 110 w 114"/>
                <a:gd name="T33" fmla="*/ 4 h 28"/>
                <a:gd name="T34" fmla="*/ 105 w 114"/>
                <a:gd name="T35" fmla="*/ 1 h 28"/>
                <a:gd name="T36" fmla="*/ 100 w 11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8">
                  <a:moveTo>
                    <a:pt x="100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00" y="28"/>
                  </a:lnTo>
                  <a:lnTo>
                    <a:pt x="105" y="27"/>
                  </a:lnTo>
                  <a:lnTo>
                    <a:pt x="110" y="23"/>
                  </a:lnTo>
                  <a:lnTo>
                    <a:pt x="113" y="19"/>
                  </a:lnTo>
                  <a:lnTo>
                    <a:pt x="114" y="14"/>
                  </a:lnTo>
                  <a:lnTo>
                    <a:pt x="113" y="8"/>
                  </a:lnTo>
                  <a:lnTo>
                    <a:pt x="110" y="4"/>
                  </a:lnTo>
                  <a:lnTo>
                    <a:pt x="105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278">
              <a:extLst>
                <a:ext uri="{FF2B5EF4-FFF2-40B4-BE49-F238E27FC236}">
                  <a16:creationId xmlns:a16="http://schemas.microsoft.com/office/drawing/2014/main" id="{CA59E225-8392-41A4-8D35-A58026FE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5664" y="5472113"/>
              <a:ext cx="36513" cy="36513"/>
            </a:xfrm>
            <a:custGeom>
              <a:avLst/>
              <a:gdLst>
                <a:gd name="T0" fmla="*/ 65 w 69"/>
                <a:gd name="T1" fmla="*/ 45 h 68"/>
                <a:gd name="T2" fmla="*/ 24 w 69"/>
                <a:gd name="T3" fmla="*/ 4 h 68"/>
                <a:gd name="T4" fmla="*/ 20 w 69"/>
                <a:gd name="T5" fmla="*/ 1 h 68"/>
                <a:gd name="T6" fmla="*/ 14 w 69"/>
                <a:gd name="T7" fmla="*/ 0 h 68"/>
                <a:gd name="T8" fmla="*/ 9 w 69"/>
                <a:gd name="T9" fmla="*/ 1 h 68"/>
                <a:gd name="T10" fmla="*/ 5 w 69"/>
                <a:gd name="T11" fmla="*/ 4 h 68"/>
                <a:gd name="T12" fmla="*/ 2 w 69"/>
                <a:gd name="T13" fmla="*/ 9 h 68"/>
                <a:gd name="T14" fmla="*/ 0 w 69"/>
                <a:gd name="T15" fmla="*/ 14 h 68"/>
                <a:gd name="T16" fmla="*/ 2 w 69"/>
                <a:gd name="T17" fmla="*/ 19 h 68"/>
                <a:gd name="T18" fmla="*/ 5 w 69"/>
                <a:gd name="T19" fmla="*/ 24 h 68"/>
                <a:gd name="T20" fmla="*/ 46 w 69"/>
                <a:gd name="T21" fmla="*/ 64 h 68"/>
                <a:gd name="T22" fmla="*/ 50 w 69"/>
                <a:gd name="T23" fmla="*/ 67 h 68"/>
                <a:gd name="T24" fmla="*/ 55 w 69"/>
                <a:gd name="T25" fmla="*/ 68 h 68"/>
                <a:gd name="T26" fmla="*/ 61 w 69"/>
                <a:gd name="T27" fmla="*/ 67 h 68"/>
                <a:gd name="T28" fmla="*/ 65 w 69"/>
                <a:gd name="T29" fmla="*/ 64 h 68"/>
                <a:gd name="T30" fmla="*/ 68 w 69"/>
                <a:gd name="T31" fmla="*/ 60 h 68"/>
                <a:gd name="T32" fmla="*/ 69 w 69"/>
                <a:gd name="T33" fmla="*/ 54 h 68"/>
                <a:gd name="T34" fmla="*/ 68 w 69"/>
                <a:gd name="T35" fmla="*/ 49 h 68"/>
                <a:gd name="T36" fmla="*/ 65 w 69"/>
                <a:gd name="T37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65" y="45"/>
                  </a:move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9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4"/>
                  </a:lnTo>
                  <a:lnTo>
                    <a:pt x="46" y="64"/>
                  </a:lnTo>
                  <a:lnTo>
                    <a:pt x="50" y="67"/>
                  </a:lnTo>
                  <a:lnTo>
                    <a:pt x="55" y="68"/>
                  </a:lnTo>
                  <a:lnTo>
                    <a:pt x="61" y="67"/>
                  </a:lnTo>
                  <a:lnTo>
                    <a:pt x="65" y="64"/>
                  </a:lnTo>
                  <a:lnTo>
                    <a:pt x="68" y="60"/>
                  </a:lnTo>
                  <a:lnTo>
                    <a:pt x="69" y="54"/>
                  </a:lnTo>
                  <a:lnTo>
                    <a:pt x="68" y="49"/>
                  </a:lnTo>
                  <a:lnTo>
                    <a:pt x="65" y="4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279">
              <a:extLst>
                <a:ext uri="{FF2B5EF4-FFF2-40B4-BE49-F238E27FC236}">
                  <a16:creationId xmlns:a16="http://schemas.microsoft.com/office/drawing/2014/main" id="{361F812A-2244-4CB7-B839-D49304EEA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0439" y="5472113"/>
              <a:ext cx="36513" cy="36513"/>
            </a:xfrm>
            <a:custGeom>
              <a:avLst/>
              <a:gdLst>
                <a:gd name="T0" fmla="*/ 64 w 69"/>
                <a:gd name="T1" fmla="*/ 3 h 67"/>
                <a:gd name="T2" fmla="*/ 60 w 69"/>
                <a:gd name="T3" fmla="*/ 0 h 67"/>
                <a:gd name="T4" fmla="*/ 55 w 69"/>
                <a:gd name="T5" fmla="*/ 0 h 67"/>
                <a:gd name="T6" fmla="*/ 49 w 69"/>
                <a:gd name="T7" fmla="*/ 0 h 67"/>
                <a:gd name="T8" fmla="*/ 45 w 69"/>
                <a:gd name="T9" fmla="*/ 3 h 67"/>
                <a:gd name="T10" fmla="*/ 4 w 69"/>
                <a:gd name="T11" fmla="*/ 44 h 67"/>
                <a:gd name="T12" fmla="*/ 1 w 69"/>
                <a:gd name="T13" fmla="*/ 48 h 67"/>
                <a:gd name="T14" fmla="*/ 0 w 69"/>
                <a:gd name="T15" fmla="*/ 53 h 67"/>
                <a:gd name="T16" fmla="*/ 1 w 69"/>
                <a:gd name="T17" fmla="*/ 59 h 67"/>
                <a:gd name="T18" fmla="*/ 4 w 69"/>
                <a:gd name="T19" fmla="*/ 63 h 67"/>
                <a:gd name="T20" fmla="*/ 8 w 69"/>
                <a:gd name="T21" fmla="*/ 66 h 67"/>
                <a:gd name="T22" fmla="*/ 14 w 69"/>
                <a:gd name="T23" fmla="*/ 67 h 67"/>
                <a:gd name="T24" fmla="*/ 19 w 69"/>
                <a:gd name="T25" fmla="*/ 66 h 67"/>
                <a:gd name="T26" fmla="*/ 24 w 69"/>
                <a:gd name="T27" fmla="*/ 63 h 67"/>
                <a:gd name="T28" fmla="*/ 64 w 69"/>
                <a:gd name="T29" fmla="*/ 23 h 67"/>
                <a:gd name="T30" fmla="*/ 67 w 69"/>
                <a:gd name="T31" fmla="*/ 18 h 67"/>
                <a:gd name="T32" fmla="*/ 69 w 69"/>
                <a:gd name="T33" fmla="*/ 13 h 67"/>
                <a:gd name="T34" fmla="*/ 67 w 69"/>
                <a:gd name="T35" fmla="*/ 8 h 67"/>
                <a:gd name="T36" fmla="*/ 64 w 69"/>
                <a:gd name="T37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7">
                  <a:moveTo>
                    <a:pt x="64" y="3"/>
                  </a:move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5" y="3"/>
                  </a:lnTo>
                  <a:lnTo>
                    <a:pt x="4" y="44"/>
                  </a:lnTo>
                  <a:lnTo>
                    <a:pt x="1" y="48"/>
                  </a:lnTo>
                  <a:lnTo>
                    <a:pt x="0" y="53"/>
                  </a:lnTo>
                  <a:lnTo>
                    <a:pt x="1" y="59"/>
                  </a:lnTo>
                  <a:lnTo>
                    <a:pt x="4" y="63"/>
                  </a:lnTo>
                  <a:lnTo>
                    <a:pt x="8" y="66"/>
                  </a:lnTo>
                  <a:lnTo>
                    <a:pt x="14" y="67"/>
                  </a:lnTo>
                  <a:lnTo>
                    <a:pt x="19" y="66"/>
                  </a:lnTo>
                  <a:lnTo>
                    <a:pt x="24" y="63"/>
                  </a:lnTo>
                  <a:lnTo>
                    <a:pt x="64" y="23"/>
                  </a:lnTo>
                  <a:lnTo>
                    <a:pt x="67" y="18"/>
                  </a:lnTo>
                  <a:lnTo>
                    <a:pt x="69" y="13"/>
                  </a:lnTo>
                  <a:lnTo>
                    <a:pt x="67" y="8"/>
                  </a:lnTo>
                  <a:lnTo>
                    <a:pt x="64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70D858F-0A7A-466F-A948-5A5E5F5ADB14}"/>
              </a:ext>
            </a:extLst>
          </p:cNvPr>
          <p:cNvGrpSpPr/>
          <p:nvPr/>
        </p:nvGrpSpPr>
        <p:grpSpPr>
          <a:xfrm>
            <a:off x="1933755" y="2167598"/>
            <a:ext cx="2321352" cy="1036821"/>
            <a:chOff x="3705862" y="2022553"/>
            <a:chExt cx="2321352" cy="1036821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541CBFE-685D-46C6-A427-DF6DAEAA3970}"/>
                </a:ext>
              </a:extLst>
            </p:cNvPr>
            <p:cNvSpPr/>
            <p:nvPr/>
          </p:nvSpPr>
          <p:spPr>
            <a:xfrm>
              <a:off x="3705862" y="2022553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Fast Respond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31713422-46C7-4D61-84B5-A177F5E81358}"/>
                </a:ext>
              </a:extLst>
            </p:cNvPr>
            <p:cNvSpPr/>
            <p:nvPr/>
          </p:nvSpPr>
          <p:spPr>
            <a:xfrm flipH="1">
              <a:off x="3705862" y="2357643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8100FAC-3AF5-4AEB-BDA9-2EB4E32092DA}"/>
              </a:ext>
            </a:extLst>
          </p:cNvPr>
          <p:cNvGrpSpPr/>
          <p:nvPr/>
        </p:nvGrpSpPr>
        <p:grpSpPr>
          <a:xfrm>
            <a:off x="1933755" y="4473568"/>
            <a:ext cx="2321352" cy="1040663"/>
            <a:chOff x="3705862" y="3827939"/>
            <a:chExt cx="2321352" cy="1040663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A212A1FC-D3F1-4BD2-A8F0-CBDC20D10834}"/>
                </a:ext>
              </a:extLst>
            </p:cNvPr>
            <p:cNvSpPr/>
            <p:nvPr/>
          </p:nvSpPr>
          <p:spPr>
            <a:xfrm>
              <a:off x="3705862" y="3827939"/>
              <a:ext cx="2321352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Fast Sending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9B1C8207-A77B-4B0D-8A85-6E4C528D6764}"/>
                </a:ext>
              </a:extLst>
            </p:cNvPr>
            <p:cNvSpPr/>
            <p:nvPr/>
          </p:nvSpPr>
          <p:spPr>
            <a:xfrm flipH="1">
              <a:off x="3705862" y="4166871"/>
              <a:ext cx="2321352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cs typeface="Poppins Light" panose="02000000000000000000" pitchFamily="2" charset="0"/>
                </a:rPr>
                <a:t>A wonderful serenity has taken possession of my entire soul, like these sweet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CC552F8-F5A0-469C-B3EE-FA78D5D871DE}"/>
              </a:ext>
            </a:extLst>
          </p:cNvPr>
          <p:cNvGrpSpPr/>
          <p:nvPr/>
        </p:nvGrpSpPr>
        <p:grpSpPr>
          <a:xfrm>
            <a:off x="2906312" y="3870003"/>
            <a:ext cx="376238" cy="376238"/>
            <a:chOff x="1554163" y="2508251"/>
            <a:chExt cx="376238" cy="376238"/>
          </a:xfrm>
          <a:solidFill>
            <a:schemeClr val="bg1"/>
          </a:solidFill>
        </p:grpSpPr>
        <p:sp>
          <p:nvSpPr>
            <p:cNvPr id="51" name="Freeform 28">
              <a:extLst>
                <a:ext uri="{FF2B5EF4-FFF2-40B4-BE49-F238E27FC236}">
                  <a16:creationId xmlns:a16="http://schemas.microsoft.com/office/drawing/2014/main" id="{FFE87B0D-D521-4F81-9458-04B82CA18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3851" y="2508251"/>
              <a:ext cx="336550" cy="327025"/>
            </a:xfrm>
            <a:custGeom>
              <a:avLst/>
              <a:gdLst>
                <a:gd name="T0" fmla="*/ 626 w 636"/>
                <a:gd name="T1" fmla="*/ 1 h 618"/>
                <a:gd name="T2" fmla="*/ 618 w 636"/>
                <a:gd name="T3" fmla="*/ 1 h 618"/>
                <a:gd name="T4" fmla="*/ 361 w 636"/>
                <a:gd name="T5" fmla="*/ 152 h 618"/>
                <a:gd name="T6" fmla="*/ 354 w 636"/>
                <a:gd name="T7" fmla="*/ 161 h 618"/>
                <a:gd name="T8" fmla="*/ 355 w 636"/>
                <a:gd name="T9" fmla="*/ 172 h 618"/>
                <a:gd name="T10" fmla="*/ 364 w 636"/>
                <a:gd name="T11" fmla="*/ 178 h 618"/>
                <a:gd name="T12" fmla="*/ 375 w 636"/>
                <a:gd name="T13" fmla="*/ 176 h 618"/>
                <a:gd name="T14" fmla="*/ 217 w 636"/>
                <a:gd name="T15" fmla="*/ 422 h 618"/>
                <a:gd name="T16" fmla="*/ 268 w 636"/>
                <a:gd name="T17" fmla="*/ 239 h 618"/>
                <a:gd name="T18" fmla="*/ 275 w 636"/>
                <a:gd name="T19" fmla="*/ 231 h 618"/>
                <a:gd name="T20" fmla="*/ 274 w 636"/>
                <a:gd name="T21" fmla="*/ 220 h 618"/>
                <a:gd name="T22" fmla="*/ 265 w 636"/>
                <a:gd name="T23" fmla="*/ 213 h 618"/>
                <a:gd name="T24" fmla="*/ 254 w 636"/>
                <a:gd name="T25" fmla="*/ 216 h 618"/>
                <a:gd name="T26" fmla="*/ 3 w 636"/>
                <a:gd name="T27" fmla="*/ 364 h 618"/>
                <a:gd name="T28" fmla="*/ 0 w 636"/>
                <a:gd name="T29" fmla="*/ 371 h 618"/>
                <a:gd name="T30" fmla="*/ 1 w 636"/>
                <a:gd name="T31" fmla="*/ 379 h 618"/>
                <a:gd name="T32" fmla="*/ 7 w 636"/>
                <a:gd name="T33" fmla="*/ 385 h 618"/>
                <a:gd name="T34" fmla="*/ 211 w 636"/>
                <a:gd name="T35" fmla="*/ 448 h 618"/>
                <a:gd name="T36" fmla="*/ 301 w 636"/>
                <a:gd name="T37" fmla="*/ 612 h 618"/>
                <a:gd name="T38" fmla="*/ 304 w 636"/>
                <a:gd name="T39" fmla="*/ 615 h 618"/>
                <a:gd name="T40" fmla="*/ 310 w 636"/>
                <a:gd name="T41" fmla="*/ 618 h 618"/>
                <a:gd name="T42" fmla="*/ 318 w 636"/>
                <a:gd name="T43" fmla="*/ 617 h 618"/>
                <a:gd name="T44" fmla="*/ 425 w 636"/>
                <a:gd name="T45" fmla="*/ 514 h 618"/>
                <a:gd name="T46" fmla="*/ 620 w 636"/>
                <a:gd name="T47" fmla="*/ 573 h 618"/>
                <a:gd name="T48" fmla="*/ 627 w 636"/>
                <a:gd name="T49" fmla="*/ 573 h 618"/>
                <a:gd name="T50" fmla="*/ 632 w 636"/>
                <a:gd name="T51" fmla="*/ 569 h 618"/>
                <a:gd name="T52" fmla="*/ 635 w 636"/>
                <a:gd name="T53" fmla="*/ 563 h 618"/>
                <a:gd name="T54" fmla="*/ 636 w 636"/>
                <a:gd name="T55" fmla="*/ 14 h 618"/>
                <a:gd name="T56" fmla="*/ 634 w 636"/>
                <a:gd name="T57" fmla="*/ 7 h 618"/>
                <a:gd name="T58" fmla="*/ 629 w 636"/>
                <a:gd name="T59" fmla="*/ 2 h 618"/>
                <a:gd name="T60" fmla="*/ 299 w 636"/>
                <a:gd name="T61" fmla="*/ 461 h 618"/>
                <a:gd name="T62" fmla="*/ 299 w 636"/>
                <a:gd name="T63" fmla="*/ 550 h 618"/>
                <a:gd name="T64" fmla="*/ 508 w 636"/>
                <a:gd name="T65" fmla="*/ 160 h 618"/>
                <a:gd name="T66" fmla="*/ 327 w 636"/>
                <a:gd name="T67" fmla="*/ 571 h 618"/>
                <a:gd name="T68" fmla="*/ 395 w 636"/>
                <a:gd name="T69" fmla="*/ 504 h 618"/>
                <a:gd name="T70" fmla="*/ 608 w 636"/>
                <a:gd name="T71" fmla="*/ 541 h 618"/>
                <a:gd name="T72" fmla="*/ 608 w 636"/>
                <a:gd name="T73" fmla="*/ 6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6" h="618">
                  <a:moveTo>
                    <a:pt x="629" y="2"/>
                  </a:moveTo>
                  <a:lnTo>
                    <a:pt x="626" y="1"/>
                  </a:lnTo>
                  <a:lnTo>
                    <a:pt x="621" y="0"/>
                  </a:lnTo>
                  <a:lnTo>
                    <a:pt x="618" y="1"/>
                  </a:lnTo>
                  <a:lnTo>
                    <a:pt x="615" y="2"/>
                  </a:lnTo>
                  <a:lnTo>
                    <a:pt x="361" y="152"/>
                  </a:lnTo>
                  <a:lnTo>
                    <a:pt x="356" y="156"/>
                  </a:lnTo>
                  <a:lnTo>
                    <a:pt x="354" y="161"/>
                  </a:lnTo>
                  <a:lnTo>
                    <a:pt x="354" y="166"/>
                  </a:lnTo>
                  <a:lnTo>
                    <a:pt x="355" y="172"/>
                  </a:lnTo>
                  <a:lnTo>
                    <a:pt x="360" y="176"/>
                  </a:lnTo>
                  <a:lnTo>
                    <a:pt x="364" y="178"/>
                  </a:lnTo>
                  <a:lnTo>
                    <a:pt x="369" y="178"/>
                  </a:lnTo>
                  <a:lnTo>
                    <a:pt x="375" y="176"/>
                  </a:lnTo>
                  <a:lnTo>
                    <a:pt x="557" y="68"/>
                  </a:lnTo>
                  <a:lnTo>
                    <a:pt x="217" y="422"/>
                  </a:lnTo>
                  <a:lnTo>
                    <a:pt x="48" y="369"/>
                  </a:lnTo>
                  <a:lnTo>
                    <a:pt x="268" y="239"/>
                  </a:lnTo>
                  <a:lnTo>
                    <a:pt x="273" y="235"/>
                  </a:lnTo>
                  <a:lnTo>
                    <a:pt x="275" y="231"/>
                  </a:lnTo>
                  <a:lnTo>
                    <a:pt x="276" y="225"/>
                  </a:lnTo>
                  <a:lnTo>
                    <a:pt x="274" y="220"/>
                  </a:lnTo>
                  <a:lnTo>
                    <a:pt x="269" y="216"/>
                  </a:lnTo>
                  <a:lnTo>
                    <a:pt x="265" y="213"/>
                  </a:lnTo>
                  <a:lnTo>
                    <a:pt x="260" y="213"/>
                  </a:lnTo>
                  <a:lnTo>
                    <a:pt x="254" y="216"/>
                  </a:lnTo>
                  <a:lnTo>
                    <a:pt x="7" y="362"/>
                  </a:lnTo>
                  <a:lnTo>
                    <a:pt x="3" y="364"/>
                  </a:lnTo>
                  <a:lnTo>
                    <a:pt x="1" y="368"/>
                  </a:lnTo>
                  <a:lnTo>
                    <a:pt x="0" y="371"/>
                  </a:lnTo>
                  <a:lnTo>
                    <a:pt x="0" y="375"/>
                  </a:lnTo>
                  <a:lnTo>
                    <a:pt x="1" y="379"/>
                  </a:lnTo>
                  <a:lnTo>
                    <a:pt x="3" y="383"/>
                  </a:lnTo>
                  <a:lnTo>
                    <a:pt x="7" y="385"/>
                  </a:lnTo>
                  <a:lnTo>
                    <a:pt x="10" y="387"/>
                  </a:lnTo>
                  <a:lnTo>
                    <a:pt x="211" y="448"/>
                  </a:lnTo>
                  <a:lnTo>
                    <a:pt x="301" y="611"/>
                  </a:lnTo>
                  <a:lnTo>
                    <a:pt x="301" y="612"/>
                  </a:lnTo>
                  <a:lnTo>
                    <a:pt x="302" y="612"/>
                  </a:lnTo>
                  <a:lnTo>
                    <a:pt x="304" y="615"/>
                  </a:lnTo>
                  <a:lnTo>
                    <a:pt x="308" y="617"/>
                  </a:lnTo>
                  <a:lnTo>
                    <a:pt x="310" y="618"/>
                  </a:lnTo>
                  <a:lnTo>
                    <a:pt x="313" y="618"/>
                  </a:lnTo>
                  <a:lnTo>
                    <a:pt x="318" y="617"/>
                  </a:lnTo>
                  <a:lnTo>
                    <a:pt x="323" y="614"/>
                  </a:lnTo>
                  <a:lnTo>
                    <a:pt x="425" y="514"/>
                  </a:lnTo>
                  <a:lnTo>
                    <a:pt x="618" y="573"/>
                  </a:lnTo>
                  <a:lnTo>
                    <a:pt x="620" y="573"/>
                  </a:lnTo>
                  <a:lnTo>
                    <a:pt x="622" y="574"/>
                  </a:lnTo>
                  <a:lnTo>
                    <a:pt x="627" y="573"/>
                  </a:lnTo>
                  <a:lnTo>
                    <a:pt x="630" y="571"/>
                  </a:lnTo>
                  <a:lnTo>
                    <a:pt x="632" y="569"/>
                  </a:lnTo>
                  <a:lnTo>
                    <a:pt x="634" y="566"/>
                  </a:lnTo>
                  <a:lnTo>
                    <a:pt x="635" y="563"/>
                  </a:lnTo>
                  <a:lnTo>
                    <a:pt x="636" y="560"/>
                  </a:lnTo>
                  <a:lnTo>
                    <a:pt x="636" y="14"/>
                  </a:lnTo>
                  <a:lnTo>
                    <a:pt x="635" y="10"/>
                  </a:lnTo>
                  <a:lnTo>
                    <a:pt x="634" y="7"/>
                  </a:lnTo>
                  <a:lnTo>
                    <a:pt x="632" y="4"/>
                  </a:lnTo>
                  <a:lnTo>
                    <a:pt x="629" y="2"/>
                  </a:lnTo>
                  <a:close/>
                  <a:moveTo>
                    <a:pt x="302" y="457"/>
                  </a:moveTo>
                  <a:lnTo>
                    <a:pt x="299" y="461"/>
                  </a:lnTo>
                  <a:lnTo>
                    <a:pt x="299" y="466"/>
                  </a:lnTo>
                  <a:lnTo>
                    <a:pt x="299" y="550"/>
                  </a:lnTo>
                  <a:lnTo>
                    <a:pt x="238" y="439"/>
                  </a:lnTo>
                  <a:lnTo>
                    <a:pt x="508" y="160"/>
                  </a:lnTo>
                  <a:lnTo>
                    <a:pt x="302" y="457"/>
                  </a:lnTo>
                  <a:close/>
                  <a:moveTo>
                    <a:pt x="327" y="571"/>
                  </a:moveTo>
                  <a:lnTo>
                    <a:pt x="327" y="484"/>
                  </a:lnTo>
                  <a:lnTo>
                    <a:pt x="395" y="504"/>
                  </a:lnTo>
                  <a:lnTo>
                    <a:pt x="327" y="571"/>
                  </a:lnTo>
                  <a:close/>
                  <a:moveTo>
                    <a:pt x="608" y="541"/>
                  </a:moveTo>
                  <a:lnTo>
                    <a:pt x="335" y="457"/>
                  </a:lnTo>
                  <a:lnTo>
                    <a:pt x="608" y="63"/>
                  </a:lnTo>
                  <a:lnTo>
                    <a:pt x="608" y="5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29">
              <a:extLst>
                <a:ext uri="{FF2B5EF4-FFF2-40B4-BE49-F238E27FC236}">
                  <a16:creationId xmlns:a16="http://schemas.microsoft.com/office/drawing/2014/main" id="{3E01C8C4-7950-451A-A38E-04A8629B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762251"/>
              <a:ext cx="84138" cy="82550"/>
            </a:xfrm>
            <a:custGeom>
              <a:avLst/>
              <a:gdLst>
                <a:gd name="T0" fmla="*/ 154 w 158"/>
                <a:gd name="T1" fmla="*/ 4 h 157"/>
                <a:gd name="T2" fmla="*/ 148 w 158"/>
                <a:gd name="T3" fmla="*/ 1 h 157"/>
                <a:gd name="T4" fmla="*/ 144 w 158"/>
                <a:gd name="T5" fmla="*/ 0 h 157"/>
                <a:gd name="T6" fmla="*/ 139 w 158"/>
                <a:gd name="T7" fmla="*/ 1 h 157"/>
                <a:gd name="T8" fmla="*/ 133 w 158"/>
                <a:gd name="T9" fmla="*/ 4 h 157"/>
                <a:gd name="T10" fmla="*/ 4 w 158"/>
                <a:gd name="T11" fmla="*/ 134 h 157"/>
                <a:gd name="T12" fmla="*/ 1 w 158"/>
                <a:gd name="T13" fmla="*/ 138 h 157"/>
                <a:gd name="T14" fmla="*/ 0 w 158"/>
                <a:gd name="T15" fmla="*/ 143 h 157"/>
                <a:gd name="T16" fmla="*/ 1 w 158"/>
                <a:gd name="T17" fmla="*/ 149 h 157"/>
                <a:gd name="T18" fmla="*/ 4 w 158"/>
                <a:gd name="T19" fmla="*/ 153 h 157"/>
                <a:gd name="T20" fmla="*/ 9 w 158"/>
                <a:gd name="T21" fmla="*/ 156 h 157"/>
                <a:gd name="T22" fmla="*/ 14 w 158"/>
                <a:gd name="T23" fmla="*/ 157 h 157"/>
                <a:gd name="T24" fmla="*/ 19 w 158"/>
                <a:gd name="T25" fmla="*/ 156 h 157"/>
                <a:gd name="T26" fmla="*/ 24 w 158"/>
                <a:gd name="T27" fmla="*/ 153 h 157"/>
                <a:gd name="T28" fmla="*/ 154 w 158"/>
                <a:gd name="T29" fmla="*/ 23 h 157"/>
                <a:gd name="T30" fmla="*/ 157 w 158"/>
                <a:gd name="T31" fmla="*/ 19 h 157"/>
                <a:gd name="T32" fmla="*/ 158 w 158"/>
                <a:gd name="T33" fmla="*/ 14 h 157"/>
                <a:gd name="T34" fmla="*/ 157 w 158"/>
                <a:gd name="T35" fmla="*/ 8 h 157"/>
                <a:gd name="T36" fmla="*/ 154 w 158"/>
                <a:gd name="T37" fmla="*/ 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8" h="157">
                  <a:moveTo>
                    <a:pt x="154" y="4"/>
                  </a:moveTo>
                  <a:lnTo>
                    <a:pt x="148" y="1"/>
                  </a:lnTo>
                  <a:lnTo>
                    <a:pt x="144" y="0"/>
                  </a:lnTo>
                  <a:lnTo>
                    <a:pt x="139" y="1"/>
                  </a:lnTo>
                  <a:lnTo>
                    <a:pt x="133" y="4"/>
                  </a:lnTo>
                  <a:lnTo>
                    <a:pt x="4" y="134"/>
                  </a:lnTo>
                  <a:lnTo>
                    <a:pt x="1" y="138"/>
                  </a:lnTo>
                  <a:lnTo>
                    <a:pt x="0" y="143"/>
                  </a:lnTo>
                  <a:lnTo>
                    <a:pt x="1" y="149"/>
                  </a:lnTo>
                  <a:lnTo>
                    <a:pt x="4" y="153"/>
                  </a:lnTo>
                  <a:lnTo>
                    <a:pt x="9" y="156"/>
                  </a:lnTo>
                  <a:lnTo>
                    <a:pt x="14" y="157"/>
                  </a:lnTo>
                  <a:lnTo>
                    <a:pt x="19" y="156"/>
                  </a:lnTo>
                  <a:lnTo>
                    <a:pt x="24" y="153"/>
                  </a:lnTo>
                  <a:lnTo>
                    <a:pt x="154" y="23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7" y="8"/>
                  </a:lnTo>
                  <a:lnTo>
                    <a:pt x="15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30">
              <a:extLst>
                <a:ext uri="{FF2B5EF4-FFF2-40B4-BE49-F238E27FC236}">
                  <a16:creationId xmlns:a16="http://schemas.microsoft.com/office/drawing/2014/main" id="{CBCB019A-D97D-451B-9800-5ABBE8788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163" y="2852738"/>
              <a:ext cx="31750" cy="31750"/>
            </a:xfrm>
            <a:custGeom>
              <a:avLst/>
              <a:gdLst>
                <a:gd name="T0" fmla="*/ 56 w 60"/>
                <a:gd name="T1" fmla="*/ 5 h 61"/>
                <a:gd name="T2" fmla="*/ 51 w 60"/>
                <a:gd name="T3" fmla="*/ 1 h 61"/>
                <a:gd name="T4" fmla="*/ 46 w 60"/>
                <a:gd name="T5" fmla="*/ 0 h 61"/>
                <a:gd name="T6" fmla="*/ 41 w 60"/>
                <a:gd name="T7" fmla="*/ 1 h 61"/>
                <a:gd name="T8" fmla="*/ 36 w 60"/>
                <a:gd name="T9" fmla="*/ 5 h 61"/>
                <a:gd name="T10" fmla="*/ 4 w 60"/>
                <a:gd name="T11" fmla="*/ 37 h 61"/>
                <a:gd name="T12" fmla="*/ 1 w 60"/>
                <a:gd name="T13" fmla="*/ 41 h 61"/>
                <a:gd name="T14" fmla="*/ 0 w 60"/>
                <a:gd name="T15" fmla="*/ 47 h 61"/>
                <a:gd name="T16" fmla="*/ 1 w 60"/>
                <a:gd name="T17" fmla="*/ 52 h 61"/>
                <a:gd name="T18" fmla="*/ 4 w 60"/>
                <a:gd name="T19" fmla="*/ 56 h 61"/>
                <a:gd name="T20" fmla="*/ 9 w 60"/>
                <a:gd name="T21" fmla="*/ 59 h 61"/>
                <a:gd name="T22" fmla="*/ 14 w 60"/>
                <a:gd name="T23" fmla="*/ 61 h 61"/>
                <a:gd name="T24" fmla="*/ 19 w 60"/>
                <a:gd name="T25" fmla="*/ 59 h 61"/>
                <a:gd name="T26" fmla="*/ 24 w 60"/>
                <a:gd name="T27" fmla="*/ 56 h 61"/>
                <a:gd name="T28" fmla="*/ 56 w 60"/>
                <a:gd name="T29" fmla="*/ 24 h 61"/>
                <a:gd name="T30" fmla="*/ 59 w 60"/>
                <a:gd name="T31" fmla="*/ 20 h 61"/>
                <a:gd name="T32" fmla="*/ 60 w 60"/>
                <a:gd name="T33" fmla="*/ 14 h 61"/>
                <a:gd name="T34" fmla="*/ 59 w 60"/>
                <a:gd name="T35" fmla="*/ 9 h 61"/>
                <a:gd name="T36" fmla="*/ 56 w 60"/>
                <a:gd name="T3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61">
                  <a:moveTo>
                    <a:pt x="56" y="5"/>
                  </a:moveTo>
                  <a:lnTo>
                    <a:pt x="51" y="1"/>
                  </a:lnTo>
                  <a:lnTo>
                    <a:pt x="46" y="0"/>
                  </a:lnTo>
                  <a:lnTo>
                    <a:pt x="41" y="1"/>
                  </a:lnTo>
                  <a:lnTo>
                    <a:pt x="36" y="5"/>
                  </a:lnTo>
                  <a:lnTo>
                    <a:pt x="4" y="37"/>
                  </a:lnTo>
                  <a:lnTo>
                    <a:pt x="1" y="41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4" y="56"/>
                  </a:lnTo>
                  <a:lnTo>
                    <a:pt x="9" y="59"/>
                  </a:lnTo>
                  <a:lnTo>
                    <a:pt x="14" y="61"/>
                  </a:lnTo>
                  <a:lnTo>
                    <a:pt x="19" y="59"/>
                  </a:lnTo>
                  <a:lnTo>
                    <a:pt x="24" y="56"/>
                  </a:lnTo>
                  <a:lnTo>
                    <a:pt x="56" y="24"/>
                  </a:lnTo>
                  <a:lnTo>
                    <a:pt x="59" y="20"/>
                  </a:lnTo>
                  <a:lnTo>
                    <a:pt x="60" y="14"/>
                  </a:lnTo>
                  <a:lnTo>
                    <a:pt x="59" y="9"/>
                  </a:lnTo>
                  <a:lnTo>
                    <a:pt x="5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31">
              <a:extLst>
                <a:ext uri="{FF2B5EF4-FFF2-40B4-BE49-F238E27FC236}">
                  <a16:creationId xmlns:a16="http://schemas.microsoft.com/office/drawing/2014/main" id="{6454B71A-4C3B-41B3-AFEE-95FC76A9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238" y="2870201"/>
              <a:ext cx="14288" cy="14288"/>
            </a:xfrm>
            <a:custGeom>
              <a:avLst/>
              <a:gdLst>
                <a:gd name="T0" fmla="*/ 24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4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3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3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8 h 27"/>
                <a:gd name="T32" fmla="*/ 24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32">
              <a:extLst>
                <a:ext uri="{FF2B5EF4-FFF2-40B4-BE49-F238E27FC236}">
                  <a16:creationId xmlns:a16="http://schemas.microsoft.com/office/drawing/2014/main" id="{C5C8B637-97AE-422D-AF3D-00DC4B3AD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88" y="2814638"/>
              <a:ext cx="50800" cy="50800"/>
            </a:xfrm>
            <a:custGeom>
              <a:avLst/>
              <a:gdLst>
                <a:gd name="T0" fmla="*/ 92 w 97"/>
                <a:gd name="T1" fmla="*/ 5 h 97"/>
                <a:gd name="T2" fmla="*/ 88 w 97"/>
                <a:gd name="T3" fmla="*/ 2 h 97"/>
                <a:gd name="T4" fmla="*/ 83 w 97"/>
                <a:gd name="T5" fmla="*/ 0 h 97"/>
                <a:gd name="T6" fmla="*/ 77 w 97"/>
                <a:gd name="T7" fmla="*/ 2 h 97"/>
                <a:gd name="T8" fmla="*/ 73 w 97"/>
                <a:gd name="T9" fmla="*/ 5 h 97"/>
                <a:gd name="T10" fmla="*/ 5 w 97"/>
                <a:gd name="T11" fmla="*/ 73 h 97"/>
                <a:gd name="T12" fmla="*/ 1 w 97"/>
                <a:gd name="T13" fmla="*/ 78 h 97"/>
                <a:gd name="T14" fmla="*/ 0 w 97"/>
                <a:gd name="T15" fmla="*/ 83 h 97"/>
                <a:gd name="T16" fmla="*/ 1 w 97"/>
                <a:gd name="T17" fmla="*/ 89 h 97"/>
                <a:gd name="T18" fmla="*/ 5 w 97"/>
                <a:gd name="T19" fmla="*/ 93 h 97"/>
                <a:gd name="T20" fmla="*/ 9 w 97"/>
                <a:gd name="T21" fmla="*/ 96 h 97"/>
                <a:gd name="T22" fmla="*/ 14 w 97"/>
                <a:gd name="T23" fmla="*/ 97 h 97"/>
                <a:gd name="T24" fmla="*/ 20 w 97"/>
                <a:gd name="T25" fmla="*/ 96 h 97"/>
                <a:gd name="T26" fmla="*/ 24 w 97"/>
                <a:gd name="T27" fmla="*/ 93 h 97"/>
                <a:gd name="T28" fmla="*/ 92 w 97"/>
                <a:gd name="T29" fmla="*/ 24 h 97"/>
                <a:gd name="T30" fmla="*/ 96 w 97"/>
                <a:gd name="T31" fmla="*/ 20 h 97"/>
                <a:gd name="T32" fmla="*/ 97 w 97"/>
                <a:gd name="T33" fmla="*/ 14 h 97"/>
                <a:gd name="T34" fmla="*/ 96 w 97"/>
                <a:gd name="T35" fmla="*/ 9 h 97"/>
                <a:gd name="T36" fmla="*/ 92 w 97"/>
                <a:gd name="T37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97">
                  <a:moveTo>
                    <a:pt x="92" y="5"/>
                  </a:moveTo>
                  <a:lnTo>
                    <a:pt x="88" y="2"/>
                  </a:lnTo>
                  <a:lnTo>
                    <a:pt x="83" y="0"/>
                  </a:lnTo>
                  <a:lnTo>
                    <a:pt x="77" y="2"/>
                  </a:lnTo>
                  <a:lnTo>
                    <a:pt x="73" y="5"/>
                  </a:lnTo>
                  <a:lnTo>
                    <a:pt x="5" y="73"/>
                  </a:lnTo>
                  <a:lnTo>
                    <a:pt x="1" y="78"/>
                  </a:lnTo>
                  <a:lnTo>
                    <a:pt x="0" y="83"/>
                  </a:lnTo>
                  <a:lnTo>
                    <a:pt x="1" y="89"/>
                  </a:lnTo>
                  <a:lnTo>
                    <a:pt x="5" y="93"/>
                  </a:lnTo>
                  <a:lnTo>
                    <a:pt x="9" y="96"/>
                  </a:lnTo>
                  <a:lnTo>
                    <a:pt x="14" y="97"/>
                  </a:lnTo>
                  <a:lnTo>
                    <a:pt x="20" y="96"/>
                  </a:lnTo>
                  <a:lnTo>
                    <a:pt x="24" y="93"/>
                  </a:lnTo>
                  <a:lnTo>
                    <a:pt x="92" y="24"/>
                  </a:lnTo>
                  <a:lnTo>
                    <a:pt x="96" y="20"/>
                  </a:lnTo>
                  <a:lnTo>
                    <a:pt x="97" y="14"/>
                  </a:lnTo>
                  <a:lnTo>
                    <a:pt x="96" y="9"/>
                  </a:lnTo>
                  <a:lnTo>
                    <a:pt x="9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33">
              <a:extLst>
                <a:ext uri="{FF2B5EF4-FFF2-40B4-BE49-F238E27FC236}">
                  <a16:creationId xmlns:a16="http://schemas.microsoft.com/office/drawing/2014/main" id="{B161D965-0D0F-42EC-9D4F-542DA8E7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2811463"/>
              <a:ext cx="52388" cy="52388"/>
            </a:xfrm>
            <a:custGeom>
              <a:avLst/>
              <a:gdLst>
                <a:gd name="T0" fmla="*/ 94 w 97"/>
                <a:gd name="T1" fmla="*/ 4 h 97"/>
                <a:gd name="T2" fmla="*/ 88 w 97"/>
                <a:gd name="T3" fmla="*/ 1 h 97"/>
                <a:gd name="T4" fmla="*/ 84 w 97"/>
                <a:gd name="T5" fmla="*/ 0 h 97"/>
                <a:gd name="T6" fmla="*/ 79 w 97"/>
                <a:gd name="T7" fmla="*/ 1 h 97"/>
                <a:gd name="T8" fmla="*/ 73 w 97"/>
                <a:gd name="T9" fmla="*/ 4 h 97"/>
                <a:gd name="T10" fmla="*/ 5 w 97"/>
                <a:gd name="T11" fmla="*/ 73 h 97"/>
                <a:gd name="T12" fmla="*/ 1 w 97"/>
                <a:gd name="T13" fmla="*/ 77 h 97"/>
                <a:gd name="T14" fmla="*/ 0 w 97"/>
                <a:gd name="T15" fmla="*/ 83 h 97"/>
                <a:gd name="T16" fmla="*/ 1 w 97"/>
                <a:gd name="T17" fmla="*/ 88 h 97"/>
                <a:gd name="T18" fmla="*/ 5 w 97"/>
                <a:gd name="T19" fmla="*/ 92 h 97"/>
                <a:gd name="T20" fmla="*/ 9 w 97"/>
                <a:gd name="T21" fmla="*/ 96 h 97"/>
                <a:gd name="T22" fmla="*/ 14 w 97"/>
                <a:gd name="T23" fmla="*/ 97 h 97"/>
                <a:gd name="T24" fmla="*/ 20 w 97"/>
                <a:gd name="T25" fmla="*/ 96 h 97"/>
                <a:gd name="T26" fmla="*/ 25 w 97"/>
                <a:gd name="T27" fmla="*/ 92 h 97"/>
                <a:gd name="T28" fmla="*/ 94 w 97"/>
                <a:gd name="T29" fmla="*/ 24 h 97"/>
                <a:gd name="T30" fmla="*/ 97 w 97"/>
                <a:gd name="T31" fmla="*/ 19 h 97"/>
                <a:gd name="T32" fmla="*/ 97 w 97"/>
                <a:gd name="T33" fmla="*/ 14 h 97"/>
                <a:gd name="T34" fmla="*/ 97 w 97"/>
                <a:gd name="T35" fmla="*/ 9 h 97"/>
                <a:gd name="T36" fmla="*/ 94 w 97"/>
                <a:gd name="T37" fmla="*/ 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97">
                  <a:moveTo>
                    <a:pt x="94" y="4"/>
                  </a:moveTo>
                  <a:lnTo>
                    <a:pt x="88" y="1"/>
                  </a:lnTo>
                  <a:lnTo>
                    <a:pt x="84" y="0"/>
                  </a:lnTo>
                  <a:lnTo>
                    <a:pt x="79" y="1"/>
                  </a:lnTo>
                  <a:lnTo>
                    <a:pt x="73" y="4"/>
                  </a:lnTo>
                  <a:lnTo>
                    <a:pt x="5" y="73"/>
                  </a:lnTo>
                  <a:lnTo>
                    <a:pt x="1" y="77"/>
                  </a:lnTo>
                  <a:lnTo>
                    <a:pt x="0" y="83"/>
                  </a:lnTo>
                  <a:lnTo>
                    <a:pt x="1" y="88"/>
                  </a:lnTo>
                  <a:lnTo>
                    <a:pt x="5" y="92"/>
                  </a:lnTo>
                  <a:lnTo>
                    <a:pt x="9" y="96"/>
                  </a:lnTo>
                  <a:lnTo>
                    <a:pt x="14" y="97"/>
                  </a:lnTo>
                  <a:lnTo>
                    <a:pt x="20" y="96"/>
                  </a:lnTo>
                  <a:lnTo>
                    <a:pt x="25" y="92"/>
                  </a:lnTo>
                  <a:lnTo>
                    <a:pt x="94" y="24"/>
                  </a:lnTo>
                  <a:lnTo>
                    <a:pt x="97" y="19"/>
                  </a:lnTo>
                  <a:lnTo>
                    <a:pt x="97" y="14"/>
                  </a:lnTo>
                  <a:lnTo>
                    <a:pt x="97" y="9"/>
                  </a:lnTo>
                  <a:lnTo>
                    <a:pt x="9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34">
              <a:extLst>
                <a:ext uri="{FF2B5EF4-FFF2-40B4-BE49-F238E27FC236}">
                  <a16:creationId xmlns:a16="http://schemas.microsoft.com/office/drawing/2014/main" id="{EB29306F-8EA5-4D8E-91B0-EFE441DD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426" y="2606676"/>
              <a:ext cx="15875" cy="14288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8D6CCE37-767A-4DE0-8F62-12098BBFFEEF}"/>
              </a:ext>
            </a:extLst>
          </p:cNvPr>
          <p:cNvGrpSpPr/>
          <p:nvPr/>
        </p:nvGrpSpPr>
        <p:grpSpPr>
          <a:xfrm>
            <a:off x="2906312" y="1632398"/>
            <a:ext cx="376238" cy="376238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99" name="Freeform 426">
              <a:extLst>
                <a:ext uri="{FF2B5EF4-FFF2-40B4-BE49-F238E27FC236}">
                  <a16:creationId xmlns:a16="http://schemas.microsoft.com/office/drawing/2014/main" id="{8D3D4593-6C8C-41AC-B2EA-12EF79F0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427">
              <a:extLst>
                <a:ext uri="{FF2B5EF4-FFF2-40B4-BE49-F238E27FC236}">
                  <a16:creationId xmlns:a16="http://schemas.microsoft.com/office/drawing/2014/main" id="{E9788701-2D54-4939-BA25-FBB7563464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428">
              <a:extLst>
                <a:ext uri="{FF2B5EF4-FFF2-40B4-BE49-F238E27FC236}">
                  <a16:creationId xmlns:a16="http://schemas.microsoft.com/office/drawing/2014/main" id="{FD0FE73C-EF0D-46DE-80D6-5E181417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429">
              <a:extLst>
                <a:ext uri="{FF2B5EF4-FFF2-40B4-BE49-F238E27FC236}">
                  <a16:creationId xmlns:a16="http://schemas.microsoft.com/office/drawing/2014/main" id="{2187C571-97F6-49EA-8D9D-8EC792CB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481958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9" dur="7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71806 C -0.02721 0.62685 -0.11302 0.41829 -0.1293 0.29051 C -0.13607 0.18102 -0.1444 0.11597 -0.11003 -0.05417 C -0.0901 -0.26111 -0.04596 -0.51412 -0.21862 -0.61435 " pathEditMode="relative" rAng="0" ptsTypes="AAAA">
                                      <p:cBhvr>
                                        <p:cTn id="14" dur="7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6662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201 0.2169 C 0.1543 -0.01805 0.06875 -0.0956 0.0125 -0.16875 C -0.00351 -0.26342 0.05638 -0.23518 0.08359 -0.33032 C 0.0918 -0.41875 0.10456 -0.50833 0.00964 -0.59652 C -0.0625 -0.70092 -0.08555 -0.90625 0.12461 -0.98703 " pathEditMode="relative" rAng="0" ptsTypes="AAAAA">
                                      <p:cBhvr>
                                        <p:cTn id="19" dur="10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26" y="-6020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2.59259E-6 C 0.02669 -0.21945 -0.01302 -0.27454 -0.06002 -0.3426 C -0.07318 -0.43125 -0.05469 -0.42199 -0.03203 -0.51065 C -0.02526 -0.59352 0.07969 -0.7757 0.00065 -0.8581 C -0.05911 -0.95556 -0.03958 -1.21135 0.13516 -1.28681 " pathEditMode="relative" rAng="0" ptsTypes="AAAAA">
                                      <p:cBhvr>
                                        <p:cTn id="24" dur="9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42" y="-6435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0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3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6" dur="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69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2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5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2" grpId="0" animBg="1"/>
      <p:bldP spid="3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07382BBA-804C-4261-AC57-7F01D78D2BDE}"/>
              </a:ext>
            </a:extLst>
          </p:cNvPr>
          <p:cNvSpPr/>
          <p:nvPr userDrawn="1"/>
        </p:nvSpPr>
        <p:spPr>
          <a:xfrm flipH="1">
            <a:off x="0" y="5632397"/>
            <a:ext cx="12191998" cy="1225603"/>
          </a:xfrm>
          <a:custGeom>
            <a:avLst/>
            <a:gdLst>
              <a:gd name="connsiteX0" fmla="*/ 0 w 12191998"/>
              <a:gd name="connsiteY0" fmla="*/ 0 h 1225603"/>
              <a:gd name="connsiteX1" fmla="*/ 0 w 12191998"/>
              <a:gd name="connsiteY1" fmla="*/ 1225603 h 1225603"/>
              <a:gd name="connsiteX2" fmla="*/ 12191998 w 12191998"/>
              <a:gd name="connsiteY2" fmla="*/ 1219124 h 1225603"/>
              <a:gd name="connsiteX3" fmla="*/ 12191998 w 12191998"/>
              <a:gd name="connsiteY3" fmla="*/ 1132099 h 1225603"/>
              <a:gd name="connsiteX4" fmla="*/ 12019800 w 12191998"/>
              <a:gd name="connsiteY4" fmla="*/ 1119178 h 1225603"/>
              <a:gd name="connsiteX5" fmla="*/ 6955508 w 12191998"/>
              <a:gd name="connsiteY5" fmla="*/ 391149 h 1225603"/>
              <a:gd name="connsiteX6" fmla="*/ 0 w 12191998"/>
              <a:gd name="connsiteY6" fmla="*/ 0 h 1225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1998" h="1225603">
                <a:moveTo>
                  <a:pt x="0" y="0"/>
                </a:moveTo>
                <a:lnTo>
                  <a:pt x="0" y="1225603"/>
                </a:lnTo>
                <a:lnTo>
                  <a:pt x="12191998" y="1219124"/>
                </a:lnTo>
                <a:lnTo>
                  <a:pt x="12191998" y="1132099"/>
                </a:lnTo>
                <a:lnTo>
                  <a:pt x="12019800" y="1119178"/>
                </a:lnTo>
                <a:cubicBezTo>
                  <a:pt x="9397510" y="911082"/>
                  <a:pt x="8884320" y="562474"/>
                  <a:pt x="6955508" y="391149"/>
                </a:cubicBezTo>
                <a:cubicBezTo>
                  <a:pt x="4669508" y="188097"/>
                  <a:pt x="2815321" y="694033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E48B5CBB-8725-4BA9-9AF0-982A747CE47B}"/>
              </a:ext>
            </a:extLst>
          </p:cNvPr>
          <p:cNvSpPr/>
          <p:nvPr/>
        </p:nvSpPr>
        <p:spPr>
          <a:xfrm flipH="1">
            <a:off x="0" y="5456038"/>
            <a:ext cx="12191999" cy="1401962"/>
          </a:xfrm>
          <a:custGeom>
            <a:avLst/>
            <a:gdLst>
              <a:gd name="connsiteX0" fmla="*/ 0 w 12191999"/>
              <a:gd name="connsiteY0" fmla="*/ 0 h 1401962"/>
              <a:gd name="connsiteX1" fmla="*/ 0 w 12191999"/>
              <a:gd name="connsiteY1" fmla="*/ 1401962 h 1401962"/>
              <a:gd name="connsiteX2" fmla="*/ 12191999 w 12191999"/>
              <a:gd name="connsiteY2" fmla="*/ 1394551 h 1401962"/>
              <a:gd name="connsiteX3" fmla="*/ 12191999 w 12191999"/>
              <a:gd name="connsiteY3" fmla="*/ 1185313 h 1401962"/>
              <a:gd name="connsiteX4" fmla="*/ 11968307 w 12191999"/>
              <a:gd name="connsiteY4" fmla="*/ 1160642 h 1401962"/>
              <a:gd name="connsiteX5" fmla="*/ 8252097 w 12191999"/>
              <a:gd name="connsiteY5" fmla="*/ 1098674 h 1401962"/>
              <a:gd name="connsiteX6" fmla="*/ 4581278 w 12191999"/>
              <a:gd name="connsiteY6" fmla="*/ 108189 h 1401962"/>
              <a:gd name="connsiteX7" fmla="*/ 0 w 12191999"/>
              <a:gd name="connsiteY7" fmla="*/ 0 h 1401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1401962">
                <a:moveTo>
                  <a:pt x="0" y="0"/>
                </a:moveTo>
                <a:lnTo>
                  <a:pt x="0" y="1401962"/>
                </a:lnTo>
                <a:lnTo>
                  <a:pt x="12191999" y="1394551"/>
                </a:lnTo>
                <a:lnTo>
                  <a:pt x="12191999" y="1185313"/>
                </a:lnTo>
                <a:lnTo>
                  <a:pt x="11968307" y="1160642"/>
                </a:lnTo>
                <a:cubicBezTo>
                  <a:pt x="9885167" y="956057"/>
                  <a:pt x="9514105" y="1250515"/>
                  <a:pt x="8252097" y="1098674"/>
                </a:cubicBezTo>
                <a:cubicBezTo>
                  <a:pt x="6698856" y="911793"/>
                  <a:pt x="6443628" y="315924"/>
                  <a:pt x="4581278" y="108189"/>
                </a:cubicBezTo>
                <a:cubicBezTo>
                  <a:pt x="2718928" y="-99546"/>
                  <a:pt x="2815321" y="793901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graphicFrame>
        <p:nvGraphicFramePr>
          <p:cNvPr id="36" name="Chart 35">
            <a:extLst>
              <a:ext uri="{FF2B5EF4-FFF2-40B4-BE49-F238E27FC236}">
                <a16:creationId xmlns:a16="http://schemas.microsoft.com/office/drawing/2014/main" id="{27E5F9F1-4594-4D89-9EA1-31E009FECB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44205182"/>
              </p:ext>
            </p:extLst>
          </p:nvPr>
        </p:nvGraphicFramePr>
        <p:xfrm>
          <a:off x="841829" y="3555335"/>
          <a:ext cx="10508342" cy="23912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40EF2208-F28D-4608-BF44-2F3EBF8AAEF7}"/>
              </a:ext>
            </a:extLst>
          </p:cNvPr>
          <p:cNvGrpSpPr/>
          <p:nvPr/>
        </p:nvGrpSpPr>
        <p:grpSpPr>
          <a:xfrm>
            <a:off x="991961" y="2463842"/>
            <a:ext cx="3181350" cy="957944"/>
            <a:chOff x="991961" y="2463842"/>
            <a:chExt cx="3181350" cy="957944"/>
          </a:xfrm>
        </p:grpSpPr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AB596425-59F5-4B87-89E7-EDE3733D9EAD}"/>
                </a:ext>
              </a:extLst>
            </p:cNvPr>
            <p:cNvSpPr/>
            <p:nvPr/>
          </p:nvSpPr>
          <p:spPr>
            <a:xfrm rot="5400000">
              <a:off x="2103664" y="13521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A70756E6-D35F-4817-98DC-63587B0FD1E8}"/>
                </a:ext>
              </a:extLst>
            </p:cNvPr>
            <p:cNvGrpSpPr/>
            <p:nvPr/>
          </p:nvGrpSpPr>
          <p:grpSpPr>
            <a:xfrm>
              <a:off x="1086757" y="2597391"/>
              <a:ext cx="1684090" cy="653144"/>
              <a:chOff x="2631139" y="1978763"/>
              <a:chExt cx="1684090" cy="653144"/>
            </a:xfrm>
          </p:grpSpPr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FB99DBB-471C-42FD-AD8F-FC6E636495AD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4051D1EC-6E46-4CB1-9188-80C1C0CB187A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D337238-6649-456D-BAFF-FC60B66AFF07}"/>
              </a:ext>
            </a:extLst>
          </p:cNvPr>
          <p:cNvGrpSpPr/>
          <p:nvPr/>
        </p:nvGrpSpPr>
        <p:grpSpPr>
          <a:xfrm>
            <a:off x="4505325" y="2463842"/>
            <a:ext cx="3181350" cy="957944"/>
            <a:chOff x="4505325" y="2463842"/>
            <a:chExt cx="3181350" cy="957944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BFD00BA0-0EEC-4C35-8089-6DD7C8FE6A01}"/>
                </a:ext>
              </a:extLst>
            </p:cNvPr>
            <p:cNvSpPr/>
            <p:nvPr/>
          </p:nvSpPr>
          <p:spPr>
            <a:xfrm rot="5400000">
              <a:off x="5617028" y="13521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F3064E33-5720-49CC-9BCC-FFDA7BB63091}"/>
                </a:ext>
              </a:extLst>
            </p:cNvPr>
            <p:cNvGrpSpPr/>
            <p:nvPr/>
          </p:nvGrpSpPr>
          <p:grpSpPr>
            <a:xfrm>
              <a:off x="4600121" y="2597391"/>
              <a:ext cx="1684090" cy="653144"/>
              <a:chOff x="2631139" y="1978763"/>
              <a:chExt cx="1684090" cy="653144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F79CB98-5A67-434B-913A-547D40938263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58504C6E-7141-4612-9D38-BBE2E9B128A1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9B3C330-503E-43B1-85F7-3831B3311609}"/>
              </a:ext>
            </a:extLst>
          </p:cNvPr>
          <p:cNvGrpSpPr/>
          <p:nvPr/>
        </p:nvGrpSpPr>
        <p:grpSpPr>
          <a:xfrm>
            <a:off x="8018689" y="2463842"/>
            <a:ext cx="3181350" cy="957944"/>
            <a:chOff x="8018689" y="2463842"/>
            <a:chExt cx="3181350" cy="957944"/>
          </a:xfrm>
        </p:grpSpPr>
        <p:sp>
          <p:nvSpPr>
            <p:cNvPr id="91" name="Rectangle: Rounded Corners 90">
              <a:extLst>
                <a:ext uri="{FF2B5EF4-FFF2-40B4-BE49-F238E27FC236}">
                  <a16:creationId xmlns:a16="http://schemas.microsoft.com/office/drawing/2014/main" id="{C179626E-CB5B-486D-AAED-96312C76D694}"/>
                </a:ext>
              </a:extLst>
            </p:cNvPr>
            <p:cNvSpPr/>
            <p:nvPr/>
          </p:nvSpPr>
          <p:spPr>
            <a:xfrm rot="5400000">
              <a:off x="9130392" y="13521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72AB78B7-20A3-4949-AC21-D7B9131EAF28}"/>
                </a:ext>
              </a:extLst>
            </p:cNvPr>
            <p:cNvGrpSpPr/>
            <p:nvPr/>
          </p:nvGrpSpPr>
          <p:grpSpPr>
            <a:xfrm>
              <a:off x="8113485" y="2597391"/>
              <a:ext cx="1684090" cy="653144"/>
              <a:chOff x="2631139" y="1978763"/>
              <a:chExt cx="1684090" cy="653144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D00BC37F-3C22-45A0-B230-84DAA27E24E5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3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B05BDFCE-CAA5-4BBF-A933-ADF29B3CCBC9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E891B89-83B8-4A9F-9D25-00E247F3A9A5}"/>
              </a:ext>
            </a:extLst>
          </p:cNvPr>
          <p:cNvGrpSpPr/>
          <p:nvPr/>
        </p:nvGrpSpPr>
        <p:grpSpPr>
          <a:xfrm>
            <a:off x="991961" y="1084294"/>
            <a:ext cx="3034476" cy="1208296"/>
            <a:chOff x="7750527" y="1354754"/>
            <a:chExt cx="3034476" cy="1208296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980336F0-D138-4620-9B95-250F1B7932E8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E104EBA1-FB46-41B0-856C-34D0330B0C19}"/>
                </a:ext>
              </a:extLst>
            </p:cNvPr>
            <p:cNvSpPr/>
            <p:nvPr/>
          </p:nvSpPr>
          <p:spPr>
            <a:xfrm>
              <a:off x="7750527" y="1354754"/>
              <a:ext cx="3034476" cy="111030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5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200</a:t>
              </a:r>
              <a:r>
                <a:rPr lang="en-US" sz="28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6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369B134A-403B-4899-8831-79A883F0C29E}"/>
              </a:ext>
            </a:extLst>
          </p:cNvPr>
          <p:cNvGrpSpPr/>
          <p:nvPr/>
        </p:nvGrpSpPr>
        <p:grpSpPr>
          <a:xfrm>
            <a:off x="4505325" y="1084294"/>
            <a:ext cx="3034476" cy="1208296"/>
            <a:chOff x="7750527" y="1354754"/>
            <a:chExt cx="3034476" cy="1208296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7E32FED5-B772-4F99-B020-6C0C8943AE3D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5AE00CC6-D83F-4C5E-8FE6-C56694B4AE2C}"/>
                </a:ext>
              </a:extLst>
            </p:cNvPr>
            <p:cNvSpPr/>
            <p:nvPr/>
          </p:nvSpPr>
          <p:spPr>
            <a:xfrm>
              <a:off x="7750527" y="1354754"/>
              <a:ext cx="3034476" cy="111030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5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sz="28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6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F879DAB-36CE-420D-92A5-B38AB0055C7D}"/>
              </a:ext>
            </a:extLst>
          </p:cNvPr>
          <p:cNvGrpSpPr/>
          <p:nvPr/>
        </p:nvGrpSpPr>
        <p:grpSpPr>
          <a:xfrm>
            <a:off x="8018689" y="1084294"/>
            <a:ext cx="3034476" cy="1208296"/>
            <a:chOff x="7750527" y="1354754"/>
            <a:chExt cx="3034476" cy="120829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A9D727DA-3BEE-4DFD-BA64-16DC85CE8FAD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F7652683-2108-4EF2-81FC-17E4B49AC3B6}"/>
                </a:ext>
              </a:extLst>
            </p:cNvPr>
            <p:cNvSpPr/>
            <p:nvPr/>
          </p:nvSpPr>
          <p:spPr>
            <a:xfrm>
              <a:off x="7750527" y="1354754"/>
              <a:ext cx="3034476" cy="111030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5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300</a:t>
              </a:r>
              <a:r>
                <a:rPr lang="en-US" sz="28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6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C8501512-30FD-47E6-8F1E-66C0C92847D0}"/>
              </a:ext>
            </a:extLst>
          </p:cNvPr>
          <p:cNvSpPr/>
          <p:nvPr/>
        </p:nvSpPr>
        <p:spPr>
          <a:xfrm>
            <a:off x="1920645" y="2705679"/>
            <a:ext cx="1925641" cy="474270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0414" h="474270">
                <a:moveTo>
                  <a:pt x="0" y="474270"/>
                </a:moveTo>
                <a:cubicBezTo>
                  <a:pt x="752025" y="87599"/>
                  <a:pt x="797672" y="39598"/>
                  <a:pt x="1318079" y="2555"/>
                </a:cubicBezTo>
                <a:cubicBezTo>
                  <a:pt x="1838486" y="-34488"/>
                  <a:pt x="2035931" y="346362"/>
                  <a:pt x="2770414" y="17582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2">
                    <a:alpha val="0"/>
                  </a:schemeClr>
                </a:gs>
                <a:gs pos="100000">
                  <a:schemeClr val="accent1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84DD456D-AEDA-409B-87DB-3C8E747C8500}"/>
              </a:ext>
            </a:extLst>
          </p:cNvPr>
          <p:cNvSpPr/>
          <p:nvPr/>
        </p:nvSpPr>
        <p:spPr>
          <a:xfrm>
            <a:off x="5434009" y="2649723"/>
            <a:ext cx="1944691" cy="53022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166EF93F-DB07-4841-B5DE-F60FD55BC1E5}"/>
              </a:ext>
            </a:extLst>
          </p:cNvPr>
          <p:cNvSpPr/>
          <p:nvPr/>
        </p:nvSpPr>
        <p:spPr>
          <a:xfrm>
            <a:off x="9018812" y="2675192"/>
            <a:ext cx="1916115" cy="37009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1318080 w 2770414"/>
              <a:gd name="connsiteY1" fmla="*/ 45810 h 298450"/>
              <a:gd name="connsiteX2" fmla="*/ 2770414 w 2770414"/>
              <a:gd name="connsiteY2" fmla="*/ 0 h 2984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708747"/>
              <a:gd name="connsiteY0" fmla="*/ 369888 h 369888"/>
              <a:gd name="connsiteX1" fmla="*/ 2708747 w 2708747"/>
              <a:gd name="connsiteY1" fmla="*/ 0 h 369888"/>
              <a:gd name="connsiteX0" fmla="*/ 0 w 2708747"/>
              <a:gd name="connsiteY0" fmla="*/ 369888 h 377270"/>
              <a:gd name="connsiteX1" fmla="*/ 2708747 w 2708747"/>
              <a:gd name="connsiteY1" fmla="*/ 0 h 377270"/>
              <a:gd name="connsiteX0" fmla="*/ 0 w 2756709"/>
              <a:gd name="connsiteY0" fmla="*/ 298451 h 307440"/>
              <a:gd name="connsiteX1" fmla="*/ 2756709 w 2756709"/>
              <a:gd name="connsiteY1" fmla="*/ 0 h 307440"/>
              <a:gd name="connsiteX0" fmla="*/ 0 w 2756709"/>
              <a:gd name="connsiteY0" fmla="*/ 314003 h 319785"/>
              <a:gd name="connsiteX1" fmla="*/ 2756709 w 2756709"/>
              <a:gd name="connsiteY1" fmla="*/ 15552 h 319785"/>
              <a:gd name="connsiteX0" fmla="*/ 0 w 2756709"/>
              <a:gd name="connsiteY0" fmla="*/ 311808 h 338585"/>
              <a:gd name="connsiteX1" fmla="*/ 2756709 w 2756709"/>
              <a:gd name="connsiteY1" fmla="*/ 13357 h 338585"/>
              <a:gd name="connsiteX0" fmla="*/ 0 w 2756709"/>
              <a:gd name="connsiteY0" fmla="*/ 347596 h 370095"/>
              <a:gd name="connsiteX1" fmla="*/ 2756709 w 2756709"/>
              <a:gd name="connsiteY1" fmla="*/ 49145 h 370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56709" h="370095">
                <a:moveTo>
                  <a:pt x="0" y="347596"/>
                </a:moveTo>
                <a:cubicBezTo>
                  <a:pt x="1807352" y="500526"/>
                  <a:pt x="1346761" y="-184747"/>
                  <a:pt x="2756709" y="49145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6">
                    <a:alpha val="0"/>
                  </a:schemeClr>
                </a:gs>
                <a:gs pos="100000">
                  <a:schemeClr val="accent5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22511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5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6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4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5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3" dur="1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4" dur="1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6" dur="10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2" dur="1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36" grpId="0">
            <p:bldAsOne/>
          </p:bldGraphic>
          <p:bldP spid="80" grpId="0" animBg="1"/>
          <p:bldP spid="86" grpId="0" animBg="1"/>
          <p:bldP spid="9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6" dur="10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2" dur="1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36" grpId="0">
            <p:bldAsOne/>
          </p:bldGraphic>
          <p:bldP spid="80" grpId="0" animBg="1"/>
          <p:bldP spid="86" grpId="0" animBg="1"/>
          <p:bldP spid="92" grpId="0" animBg="1"/>
        </p:bldLst>
      </p:timing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Oval 72">
            <a:extLst>
              <a:ext uri="{FF2B5EF4-FFF2-40B4-BE49-F238E27FC236}">
                <a16:creationId xmlns:a16="http://schemas.microsoft.com/office/drawing/2014/main" id="{7B3E97AF-A335-480D-A256-CFC32AB198EC}"/>
              </a:ext>
            </a:extLst>
          </p:cNvPr>
          <p:cNvSpPr/>
          <p:nvPr/>
        </p:nvSpPr>
        <p:spPr>
          <a:xfrm>
            <a:off x="4946297" y="619623"/>
            <a:ext cx="3471630" cy="347163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B540315F-D008-4970-BA66-FAC9CF5C4D14}"/>
              </a:ext>
            </a:extLst>
          </p:cNvPr>
          <p:cNvSpPr/>
          <p:nvPr/>
        </p:nvSpPr>
        <p:spPr>
          <a:xfrm>
            <a:off x="5469185" y="1142512"/>
            <a:ext cx="2425854" cy="2425852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4AB31B2-2D1E-458B-A4FB-93ED3394BD43}"/>
              </a:ext>
            </a:extLst>
          </p:cNvPr>
          <p:cNvSpPr/>
          <p:nvPr/>
        </p:nvSpPr>
        <p:spPr>
          <a:xfrm>
            <a:off x="6076343" y="1770025"/>
            <a:ext cx="5001669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Get Your Community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F4A4BD93-AF14-4194-8702-2FCE99496114}"/>
              </a:ext>
            </a:extLst>
          </p:cNvPr>
          <p:cNvSpPr/>
          <p:nvPr/>
        </p:nvSpPr>
        <p:spPr>
          <a:xfrm>
            <a:off x="6137369" y="4649963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Join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C66D00C-E834-4BB7-BD35-D5B53629BA1C}"/>
              </a:ext>
            </a:extLst>
          </p:cNvPr>
          <p:cNvSpPr/>
          <p:nvPr/>
        </p:nvSpPr>
        <p:spPr>
          <a:xfrm>
            <a:off x="6076343" y="3568364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8B0972F2-D587-4966-B057-3355A7506AD7}"/>
              </a:ext>
            </a:extLst>
          </p:cNvPr>
          <p:cNvSpPr/>
          <p:nvPr/>
        </p:nvSpPr>
        <p:spPr>
          <a:xfrm flipH="1">
            <a:off x="11187038" y="4176619"/>
            <a:ext cx="1001807" cy="2125375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2414E549-22F1-4B6C-B293-9FB7CA5450A4}"/>
              </a:ext>
            </a:extLst>
          </p:cNvPr>
          <p:cNvSpPr/>
          <p:nvPr/>
        </p:nvSpPr>
        <p:spPr>
          <a:xfrm>
            <a:off x="10610600" y="3967198"/>
            <a:ext cx="347950" cy="34795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DFDD73F7-6E5C-41E6-9AF7-4B25781AA51A}"/>
              </a:ext>
            </a:extLst>
          </p:cNvPr>
          <p:cNvSpPr/>
          <p:nvPr/>
        </p:nvSpPr>
        <p:spPr>
          <a:xfrm>
            <a:off x="584158" y="6193769"/>
            <a:ext cx="1328462" cy="132846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D97C336-A4FA-C448-DAEE-4FDBD0F1F2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C6EA4D3-5DA0-2C0F-DFD3-E1F07FE5490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3D06EC1A-E6BC-C840-7DB3-2DE6D48AADC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011D072-12EB-4226-62E6-64ACB57328B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69613117-E210-45C6-52BD-8E2E1EE0A874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626C29BB-C228-B3A0-0F4F-916DE9E4BDAE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83026875-FB89-E2F2-8337-7F57CD8C9F4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65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74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73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0" dur="7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47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53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3" grpId="0" animBg="1"/>
          <p:bldP spid="73" grpId="1" animBg="1"/>
          <p:bldP spid="73" grpId="2" animBg="1"/>
          <p:bldP spid="74" grpId="0" animBg="1"/>
          <p:bldP spid="74" grpId="1" animBg="1"/>
          <p:bldP spid="17" grpId="0"/>
          <p:bldP spid="17" grpId="1"/>
          <p:bldP spid="18" grpId="0" animBg="1"/>
          <p:bldP spid="19" grpId="0"/>
          <p:bldP spid="56" grpId="0" animBg="1"/>
          <p:bldP spid="56" grpId="1" animBg="1"/>
          <p:bldP spid="57" grpId="0" animBg="1"/>
          <p:bldP spid="57" grpId="1" animBg="1"/>
          <p:bldP spid="58" grpId="0" animBg="1"/>
          <p:bldP spid="5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74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3" presetClass="entr" presetSubtype="16" repeatCount="indefinite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decel="4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1500" fill="hold"/>
                                            <p:tgtEl>
                                              <p:spTgt spid="73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xit" presetSubtype="0" repeatCount="indefinite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0" dur="7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47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53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3" grpId="0" animBg="1"/>
          <p:bldP spid="73" grpId="1" animBg="1"/>
          <p:bldP spid="73" grpId="2" animBg="1"/>
          <p:bldP spid="74" grpId="0" animBg="1"/>
          <p:bldP spid="74" grpId="1" animBg="1"/>
          <p:bldP spid="17" grpId="0"/>
          <p:bldP spid="17" grpId="1"/>
          <p:bldP spid="18" grpId="0" animBg="1"/>
          <p:bldP spid="19" grpId="0"/>
          <p:bldP spid="56" grpId="0" animBg="1"/>
          <p:bldP spid="56" grpId="1" animBg="1"/>
          <p:bldP spid="57" grpId="0" animBg="1"/>
          <p:bldP spid="57" grpId="1" animBg="1"/>
          <p:bldP spid="58" grpId="0" animBg="1"/>
          <p:bldP spid="58" grpId="1" animBg="1"/>
        </p:bldLst>
      </p:timing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DD02363-9826-4B34-A7EA-E7CF064B145B}"/>
              </a:ext>
            </a:extLst>
          </p:cNvPr>
          <p:cNvSpPr/>
          <p:nvPr/>
        </p:nvSpPr>
        <p:spPr>
          <a:xfrm>
            <a:off x="3757732" y="935831"/>
            <a:ext cx="3433536" cy="4986338"/>
          </a:xfrm>
          <a:prstGeom prst="roundRect">
            <a:avLst>
              <a:gd name="adj" fmla="val 2734"/>
            </a:avLst>
          </a:prstGeom>
          <a:gradFill flip="none" rotWithShape="1">
            <a:gsLst>
              <a:gs pos="100000">
                <a:schemeClr val="accent1"/>
              </a:gs>
              <a:gs pos="34000">
                <a:schemeClr val="accent2"/>
              </a:gs>
              <a:gs pos="1000">
                <a:schemeClr val="accent2"/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81036E7-67B8-4C88-8B68-F99975207694}"/>
              </a:ext>
            </a:extLst>
          </p:cNvPr>
          <p:cNvSpPr/>
          <p:nvPr/>
        </p:nvSpPr>
        <p:spPr>
          <a:xfrm>
            <a:off x="-262598" y="1089324"/>
            <a:ext cx="55626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fontAlgn="base"/>
            <a:r>
              <a:rPr lang="en-US" sz="7200" b="1" dirty="0">
                <a:solidFill>
                  <a:schemeClr val="bg1"/>
                </a:solidFill>
                <a:effectLst>
                  <a:outerShdw blurRad="1270000" dist="1320800" dir="3420000" sx="80000" sy="80000" algn="tl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</a:t>
            </a:r>
            <a:endParaRPr lang="en-US" sz="7200" b="1" i="0" dirty="0">
              <a:solidFill>
                <a:schemeClr val="bg1"/>
              </a:solidFill>
              <a:effectLst>
                <a:outerShdw blurRad="1270000" dist="1320800" dir="3420000" sx="80000" sy="80000" algn="tl" rotWithShape="0">
                  <a:prstClr val="black">
                    <a:alpha val="40000"/>
                  </a:prstClr>
                </a:outerShdw>
              </a:effectLst>
              <a:latin typeface="Poppins" panose="02000000000000000000" pitchFamily="2" charset="0"/>
              <a:ea typeface="Roboto Condensed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4D0DB83-CACB-4F91-9B3D-4DBAD58CED20}"/>
              </a:ext>
            </a:extLst>
          </p:cNvPr>
          <p:cNvSpPr/>
          <p:nvPr/>
        </p:nvSpPr>
        <p:spPr>
          <a:xfrm>
            <a:off x="-895507" y="2027491"/>
            <a:ext cx="55626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fontAlgn="base"/>
            <a:r>
              <a:rPr lang="en-US" sz="7200" b="1" i="0" dirty="0">
                <a:solidFill>
                  <a:schemeClr val="bg1"/>
                </a:solidFill>
                <a:effectLst>
                  <a:outerShdw blurRad="1270000" dist="1320800" dir="3420000" sx="80000" sy="80000" algn="tl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CATCHY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0737EEE-C6AE-4A41-8735-62606543E4B3}"/>
              </a:ext>
            </a:extLst>
          </p:cNvPr>
          <p:cNvSpPr/>
          <p:nvPr/>
        </p:nvSpPr>
        <p:spPr>
          <a:xfrm>
            <a:off x="-330527" y="2965658"/>
            <a:ext cx="55626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fontAlgn="base"/>
            <a:r>
              <a:rPr lang="en-US" sz="7200" b="1" i="0" dirty="0">
                <a:solidFill>
                  <a:schemeClr val="bg1"/>
                </a:solidFill>
                <a:effectLst>
                  <a:outerShdw blurRad="1270000" dist="1320800" dir="3420000" sx="80000" sy="80000" algn="tl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COOL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289E273-2935-419D-9C46-60B959CA50BD}"/>
              </a:ext>
            </a:extLst>
          </p:cNvPr>
          <p:cNvSpPr/>
          <p:nvPr/>
        </p:nvSpPr>
        <p:spPr>
          <a:xfrm>
            <a:off x="234453" y="3903826"/>
            <a:ext cx="5562600" cy="9266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fontAlgn="base"/>
            <a:r>
              <a:rPr lang="en-US" sz="7200" b="1" i="0" dirty="0">
                <a:solidFill>
                  <a:schemeClr val="bg1"/>
                </a:solidFill>
                <a:effectLst>
                  <a:outerShdw blurRad="1270000" dist="1320800" dir="3420000" sx="80000" sy="80000" algn="tl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STYLISH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83B30BB-36FE-46C4-9397-ED637B968559}"/>
              </a:ext>
            </a:extLst>
          </p:cNvPr>
          <p:cNvSpPr/>
          <p:nvPr/>
        </p:nvSpPr>
        <p:spPr>
          <a:xfrm>
            <a:off x="799433" y="4841993"/>
            <a:ext cx="5562600" cy="9266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fontAlgn="base"/>
            <a:r>
              <a:rPr lang="en-US" sz="7200" b="1" i="0" dirty="0">
                <a:solidFill>
                  <a:schemeClr val="bg1"/>
                </a:solidFill>
                <a:effectLst>
                  <a:outerShdw blurRad="1270000" dist="1320800" dir="3420000" sx="80000" sy="80000" algn="tl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MODERN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D9F7D54-E897-4F43-9608-6CB65BED1DC3}"/>
              </a:ext>
            </a:extLst>
          </p:cNvPr>
          <p:cNvCxnSpPr/>
          <p:nvPr/>
        </p:nvCxnSpPr>
        <p:spPr>
          <a:xfrm>
            <a:off x="799433" y="1089324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21CFC80-92A0-4E27-A4FC-B3DDDE26E3DA}"/>
              </a:ext>
            </a:extLst>
          </p:cNvPr>
          <p:cNvCxnSpPr/>
          <p:nvPr/>
        </p:nvCxnSpPr>
        <p:spPr>
          <a:xfrm>
            <a:off x="508000" y="2031283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8511D57A-D762-4A85-B17A-13E7A2792ADB}"/>
              </a:ext>
            </a:extLst>
          </p:cNvPr>
          <p:cNvCxnSpPr/>
          <p:nvPr/>
        </p:nvCxnSpPr>
        <p:spPr>
          <a:xfrm>
            <a:off x="508000" y="2973242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82C7F693-2A4D-470A-8418-02EB440E92D5}"/>
              </a:ext>
            </a:extLst>
          </p:cNvPr>
          <p:cNvCxnSpPr/>
          <p:nvPr/>
        </p:nvCxnSpPr>
        <p:spPr>
          <a:xfrm>
            <a:off x="799433" y="3915201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D982A12B-F0AB-4986-8604-B15E07820E1D}"/>
              </a:ext>
            </a:extLst>
          </p:cNvPr>
          <p:cNvCxnSpPr/>
          <p:nvPr/>
        </p:nvCxnSpPr>
        <p:spPr>
          <a:xfrm>
            <a:off x="1269673" y="4857160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B5974C40-C4B8-4FC8-82AB-6AAE6C19158C}"/>
              </a:ext>
            </a:extLst>
          </p:cNvPr>
          <p:cNvCxnSpPr/>
          <p:nvPr/>
        </p:nvCxnSpPr>
        <p:spPr>
          <a:xfrm>
            <a:off x="1599533" y="5799120"/>
            <a:ext cx="3962400" cy="0"/>
          </a:xfrm>
          <a:prstGeom prst="line">
            <a:avLst/>
          </a:prstGeom>
          <a:ln w="12700" cap="rnd">
            <a:gradFill>
              <a:gsLst>
                <a:gs pos="0">
                  <a:schemeClr val="accent1">
                    <a:alpha val="55000"/>
                  </a:schemeClr>
                </a:gs>
                <a:gs pos="82000">
                  <a:schemeClr val="accent1">
                    <a:alpha val="0"/>
                  </a:schemeClr>
                </a:gs>
              </a:gsLst>
              <a:lin ang="0" scaled="0"/>
            </a:gra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0CD043D6-1A29-118C-95F1-41F3D52A450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" b="45"/>
          <a:stretch>
            <a:fillRect/>
          </a:stretch>
        </p:blipFill>
        <p:spPr/>
      </p:pic>
      <p:pic>
        <p:nvPicPr>
          <p:cNvPr id="17" name="Picture Placeholder 16">
            <a:extLst>
              <a:ext uri="{FF2B5EF4-FFF2-40B4-BE49-F238E27FC236}">
                <a16:creationId xmlns:a16="http://schemas.microsoft.com/office/drawing/2014/main" id="{E23F8181-337C-2688-0CFC-0CE5122FF732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" b="45"/>
          <a:stretch>
            <a:fillRect/>
          </a:stretch>
        </p:blipFill>
        <p:spPr/>
      </p:pic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AB30B6DA-8B01-1F4B-E558-9B107E16B5D2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3" b="83"/>
          <a:stretch>
            <a:fillRect/>
          </a:stretch>
        </p:blipFill>
        <p:spPr/>
      </p:pic>
      <p:sp>
        <p:nvSpPr>
          <p:cNvPr id="49" name="Oval 48">
            <a:extLst>
              <a:ext uri="{FF2B5EF4-FFF2-40B4-BE49-F238E27FC236}">
                <a16:creationId xmlns:a16="http://schemas.microsoft.com/office/drawing/2014/main" id="{080A3078-0F9A-485D-B85F-2EB2475DB34B}"/>
              </a:ext>
            </a:extLst>
          </p:cNvPr>
          <p:cNvSpPr/>
          <p:nvPr/>
        </p:nvSpPr>
        <p:spPr>
          <a:xfrm>
            <a:off x="-676634" y="5031747"/>
            <a:ext cx="1496828" cy="149682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FC394DD8-7434-47DB-8FBC-34DD2241332C}"/>
              </a:ext>
            </a:extLst>
          </p:cNvPr>
          <p:cNvSpPr/>
          <p:nvPr/>
        </p:nvSpPr>
        <p:spPr>
          <a:xfrm>
            <a:off x="1097452" y="6190855"/>
            <a:ext cx="344441" cy="34444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49480E13-8AA8-42E3-80CC-F7244E13FD29}"/>
              </a:ext>
            </a:extLst>
          </p:cNvPr>
          <p:cNvSpPr/>
          <p:nvPr/>
        </p:nvSpPr>
        <p:spPr>
          <a:xfrm>
            <a:off x="9320333" y="591729"/>
            <a:ext cx="623280" cy="62328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6165136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" presetClass="entr" presetSubtype="4" decel="10000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path" presetSubtype="0" repeatCount="indefinite" accel="50000" decel="50000" autoRev="1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2" presetClass="entr" presetSubtype="4" decel="100000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path" presetSubtype="0" repeatCount="indefinite" accel="50000" decel="50000" autoRev="1" fill="hold" grpId="1" nodeType="withEffect">
                                  <p:stCondLst>
                                    <p:cond delay="52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2" presetClass="entr" presetSubtype="4" decel="10000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path" presetSubtype="0" repeatCount="indefinite" accel="50000" decel="50000" autoRev="1" fill="hold" grpId="1" nodeType="withEffect">
                                  <p:stCondLst>
                                    <p:cond delay="55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3" grpId="0"/>
      <p:bldP spid="4" grpId="0"/>
      <p:bldP spid="5" grpId="0"/>
      <p:bldP spid="6" grpId="0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F4D7337-C935-8D81-D81B-53565383627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3CA03286-3105-4E41-9567-3976E81EF91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2">
                  <a:lumMod val="75000"/>
                  <a:alpha val="68000"/>
                </a:schemeClr>
              </a:gs>
              <a:gs pos="75000">
                <a:srgbClr val="3D1E66">
                  <a:alpha val="9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7980D7E6-F44E-2B4D-AB30-7750E43D2B9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ACC981E-E072-4959-8925-12EF9F444C68}"/>
              </a:ext>
            </a:extLst>
          </p:cNvPr>
          <p:cNvSpPr/>
          <p:nvPr/>
        </p:nvSpPr>
        <p:spPr>
          <a:xfrm>
            <a:off x="4916200" y="1781175"/>
            <a:ext cx="2359600" cy="3295650"/>
          </a:xfrm>
          <a:prstGeom prst="roundRect">
            <a:avLst>
              <a:gd name="adj" fmla="val 1695"/>
            </a:avLst>
          </a:prstGeom>
          <a:gradFill flip="none" rotWithShape="1">
            <a:gsLst>
              <a:gs pos="100000">
                <a:schemeClr val="accent1">
                  <a:alpha val="75000"/>
                </a:schemeClr>
              </a:gs>
              <a:gs pos="34000">
                <a:schemeClr val="accent2">
                  <a:alpha val="85000"/>
                </a:schemeClr>
              </a:gs>
              <a:gs pos="1000">
                <a:schemeClr val="accent2">
                  <a:alpha val="95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29FA69ED-6C09-4097-951A-F4C63C430138}"/>
              </a:ext>
            </a:extLst>
          </p:cNvPr>
          <p:cNvSpPr/>
          <p:nvPr/>
        </p:nvSpPr>
        <p:spPr>
          <a:xfrm>
            <a:off x="5049280" y="4442030"/>
            <a:ext cx="2093440" cy="24938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D3BC85A3-E3F9-44DD-9B0C-42D032ACE85A}"/>
              </a:ext>
            </a:extLst>
          </p:cNvPr>
          <p:cNvSpPr/>
          <p:nvPr/>
        </p:nvSpPr>
        <p:spPr>
          <a:xfrm>
            <a:off x="7457806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D70D0F76-0D58-4E1D-9258-29630D432F03}"/>
              </a:ext>
            </a:extLst>
          </p:cNvPr>
          <p:cNvSpPr/>
          <p:nvPr/>
        </p:nvSpPr>
        <p:spPr>
          <a:xfrm>
            <a:off x="9866331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912C804-6DA9-4F33-B164-08ACDD76D7D6}"/>
              </a:ext>
            </a:extLst>
          </p:cNvPr>
          <p:cNvGrpSpPr/>
          <p:nvPr/>
        </p:nvGrpSpPr>
        <p:grpSpPr>
          <a:xfrm>
            <a:off x="5049280" y="3247252"/>
            <a:ext cx="2093440" cy="1015663"/>
            <a:chOff x="3126907" y="2321376"/>
            <a:chExt cx="4984902" cy="1015663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F0F89F75-8201-4E8F-A3F9-1EF347C695FC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E0EA1169-DBC3-45D2-8203-B8ECAD9A0CBF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01 JAN 2023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9C019C7-E226-485A-8C25-5F13D7D9BA55}"/>
              </a:ext>
            </a:extLst>
          </p:cNvPr>
          <p:cNvGrpSpPr/>
          <p:nvPr/>
        </p:nvGrpSpPr>
        <p:grpSpPr>
          <a:xfrm>
            <a:off x="7457805" y="3247252"/>
            <a:ext cx="2093440" cy="1015663"/>
            <a:chOff x="3126907" y="2321376"/>
            <a:chExt cx="4984902" cy="1015663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9186524A-C3FE-47C3-ACFB-1633BBFCA403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Visit The Moon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0D93471A-A7B3-4F87-B2DB-EBB76BF084E9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02 JAN 2023</a:t>
              </a: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1E39784D-68D2-4746-88C6-82D341B637F7}"/>
              </a:ext>
            </a:extLst>
          </p:cNvPr>
          <p:cNvGrpSpPr/>
          <p:nvPr/>
        </p:nvGrpSpPr>
        <p:grpSpPr>
          <a:xfrm>
            <a:off x="9866331" y="3247252"/>
            <a:ext cx="2054689" cy="1015663"/>
            <a:chOff x="3126907" y="2321376"/>
            <a:chExt cx="4892628" cy="1015663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3C1576C5-594C-4576-B325-7F9038620D48}"/>
                </a:ext>
              </a:extLst>
            </p:cNvPr>
            <p:cNvSpPr/>
            <p:nvPr/>
          </p:nvSpPr>
          <p:spPr>
            <a:xfrm>
              <a:off x="3126907" y="2629153"/>
              <a:ext cx="4892628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Visit </a:t>
              </a:r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The Planet Mars</a:t>
              </a:r>
              <a:endParaRPr lang="en-US" sz="2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8DEBDA09-E457-4D2D-BF17-04535A7CF5B5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03 JAN 2023</a:t>
              </a: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4DAA0F4C-3A26-45C7-B8B6-DFA86D7885B1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F229A6F-6FBF-49D6-AD0D-12202FCC8EC1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BB947A8-03C9-4956-BE56-6E194DD73757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BAE7482-7885-4E4F-A3DD-9BD17DC5932A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CF7A61B2-E907-4CA6-AD5A-85DB041DBE60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D788206D-B617-442C-AD3A-7F72D27114A4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407EE94-BE51-4960-8C22-01E66B5E64B2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55" name="Freeform 426">
              <a:extLst>
                <a:ext uri="{FF2B5EF4-FFF2-40B4-BE49-F238E27FC236}">
                  <a16:creationId xmlns:a16="http://schemas.microsoft.com/office/drawing/2014/main" id="{11080CC7-615C-4F62-A267-EC5FD5BA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56" name="Freeform 427">
              <a:extLst>
                <a:ext uri="{FF2B5EF4-FFF2-40B4-BE49-F238E27FC236}">
                  <a16:creationId xmlns:a16="http://schemas.microsoft.com/office/drawing/2014/main" id="{801FAC27-0780-4D0F-8A0B-6B43C9F07F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57" name="Freeform 428">
              <a:extLst>
                <a:ext uri="{FF2B5EF4-FFF2-40B4-BE49-F238E27FC236}">
                  <a16:creationId xmlns:a16="http://schemas.microsoft.com/office/drawing/2014/main" id="{A4927512-A918-439B-A5A9-EB375815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58" name="Freeform 429">
              <a:extLst>
                <a:ext uri="{FF2B5EF4-FFF2-40B4-BE49-F238E27FC236}">
                  <a16:creationId xmlns:a16="http://schemas.microsoft.com/office/drawing/2014/main" id="{A7F105A0-1308-4BC1-BBDF-1EB4CBA2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1B1DB124-42AA-4F8F-907C-783F1F57B6BF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2F61122C-693C-491C-8E02-03E6CD81CF21}"/>
              </a:ext>
            </a:extLst>
          </p:cNvPr>
          <p:cNvGrpSpPr/>
          <p:nvPr/>
        </p:nvGrpSpPr>
        <p:grpSpPr>
          <a:xfrm>
            <a:off x="874683" y="1770669"/>
            <a:ext cx="5157475" cy="3298197"/>
            <a:chOff x="3126907" y="2377500"/>
            <a:chExt cx="5157475" cy="3298197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5A93178F-75E7-491C-9345-553C9DF24617}"/>
                </a:ext>
              </a:extLst>
            </p:cNvPr>
            <p:cNvSpPr/>
            <p:nvPr/>
          </p:nvSpPr>
          <p:spPr>
            <a:xfrm>
              <a:off x="3126908" y="2887241"/>
              <a:ext cx="5157474" cy="278845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72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72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Timeline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DD031EE8-3F5D-4E82-8F44-6274D3FD33B3}"/>
                </a:ext>
              </a:extLst>
            </p:cNvPr>
            <p:cNvSpPr/>
            <p:nvPr/>
          </p:nvSpPr>
          <p:spPr>
            <a:xfrm>
              <a:off x="3126907" y="2377500"/>
              <a:ext cx="4892628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6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6978125B-7020-4C54-A965-6A8114A6B207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35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D007E616-CDD0-4E31-BCCE-34543FE063DA}"/>
              </a:ext>
            </a:extLst>
          </p:cNvPr>
          <p:cNvSpPr/>
          <p:nvPr/>
        </p:nvSpPr>
        <p:spPr>
          <a:xfrm>
            <a:off x="2227448" y="5847113"/>
            <a:ext cx="2187098" cy="218709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1F4D9A65-41BB-47FA-AD04-C39822E9FED7}"/>
              </a:ext>
            </a:extLst>
          </p:cNvPr>
          <p:cNvSpPr/>
          <p:nvPr/>
        </p:nvSpPr>
        <p:spPr>
          <a:xfrm>
            <a:off x="874683" y="1225568"/>
            <a:ext cx="363434" cy="36343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955EA9A9-341B-4848-A797-F40660D403CE}"/>
              </a:ext>
            </a:extLst>
          </p:cNvPr>
          <p:cNvSpPr/>
          <p:nvPr/>
        </p:nvSpPr>
        <p:spPr>
          <a:xfrm>
            <a:off x="10215636" y="1073254"/>
            <a:ext cx="697415" cy="69741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3CDE2E13-BF68-486D-A30B-8AD5D74381DB}"/>
              </a:ext>
            </a:extLst>
          </p:cNvPr>
          <p:cNvSpPr/>
          <p:nvPr/>
        </p:nvSpPr>
        <p:spPr>
          <a:xfrm>
            <a:off x="5956679" y="5823210"/>
            <a:ext cx="112500" cy="112500"/>
          </a:xfrm>
          <a:prstGeom prst="ellipse">
            <a:avLst/>
          </a:prstGeom>
          <a:gradFill>
            <a:gsLst>
              <a:gs pos="89000">
                <a:schemeClr val="accent1"/>
              </a:gs>
              <a:gs pos="5000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C5DF21B1-5A00-4CD9-844B-4D99B374A88D}"/>
              </a:ext>
            </a:extLst>
          </p:cNvPr>
          <p:cNvSpPr/>
          <p:nvPr/>
        </p:nvSpPr>
        <p:spPr>
          <a:xfrm>
            <a:off x="6150793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124DC1B-AC98-4A60-89A6-FE8783696D03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5683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9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2" decel="10000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" presetClass="entr" presetSubtype="4" decel="10000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path" presetSubtype="0" repeatCount="indefinite" accel="50000" decel="50000" autoRev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path" presetSubtype="0" repeatCount="indefinite" accel="50000" decel="50000" autoRev="1" fill="hold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2" presetClass="entr" presetSubtype="4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42" presetClass="path" presetSubtype="0" repeatCount="indefinite" accel="50000" decel="50000" autoRev="1" fill="hold" grpId="1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1" grpId="0" animBg="1"/>
      <p:bldP spid="12" grpId="0" animBg="1"/>
      <p:bldP spid="13" grpId="0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80" grpId="0" animBg="1"/>
      <p:bldP spid="81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2C818AB5-0EDE-92A5-655D-705BD23C347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279E139-E89B-4C3E-80B1-C19169BD1E46}"/>
              </a:ext>
            </a:extLst>
          </p:cNvPr>
          <p:cNvSpPr/>
          <p:nvPr/>
        </p:nvSpPr>
        <p:spPr>
          <a:xfrm flipH="1"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2">
                  <a:lumMod val="75000"/>
                  <a:alpha val="68000"/>
                </a:schemeClr>
              </a:gs>
              <a:gs pos="75000">
                <a:srgbClr val="3D1E66">
                  <a:alpha val="9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2F2E59-B677-46ED-8EC9-41FE216D9E86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6B76A27-0F6B-458A-85BD-359B371B4E01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093BDB3-A8CA-49CD-8CD4-9558C75E31FB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A9EA8B0-BCD7-4B21-A0F1-6A461FCD4C48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08BABAB9-DC0F-4DBE-9912-65D76B37DF2D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1E751B90-F162-4B67-A88C-85F573E2FDF3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8E72328-A6F5-4918-BC95-328C9847D7EE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41" name="Freeform 426">
              <a:extLst>
                <a:ext uri="{FF2B5EF4-FFF2-40B4-BE49-F238E27FC236}">
                  <a16:creationId xmlns:a16="http://schemas.microsoft.com/office/drawing/2014/main" id="{861B2DF6-79CF-4192-A160-3318B86C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42" name="Freeform 427">
              <a:extLst>
                <a:ext uri="{FF2B5EF4-FFF2-40B4-BE49-F238E27FC236}">
                  <a16:creationId xmlns:a16="http://schemas.microsoft.com/office/drawing/2014/main" id="{0B760946-0922-4F90-A6D4-679FAF838C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43" name="Freeform 428">
              <a:extLst>
                <a:ext uri="{FF2B5EF4-FFF2-40B4-BE49-F238E27FC236}">
                  <a16:creationId xmlns:a16="http://schemas.microsoft.com/office/drawing/2014/main" id="{8046FF13-26EB-4B7A-B028-FAB00F5A4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  <p:sp>
          <p:nvSpPr>
            <p:cNvPr id="44" name="Freeform 429">
              <a:extLst>
                <a:ext uri="{FF2B5EF4-FFF2-40B4-BE49-F238E27FC236}">
                  <a16:creationId xmlns:a16="http://schemas.microsoft.com/office/drawing/2014/main" id="{B4F9AD48-0C08-4891-A8CC-C03E61CB4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34C551D8-70C8-4DF3-8EAA-6E9138F786D7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BFBA1B5-D702-4DF8-B47E-4C371B150F81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36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88E0C124-8BB8-4890-947D-9E2D3AF2872D}"/>
              </a:ext>
            </a:extLst>
          </p:cNvPr>
          <p:cNvSpPr/>
          <p:nvPr/>
        </p:nvSpPr>
        <p:spPr>
          <a:xfrm>
            <a:off x="232229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998F9FB-70CD-48CA-8288-6F20CEE3F592}"/>
              </a:ext>
            </a:extLst>
          </p:cNvPr>
          <p:cNvGrpSpPr/>
          <p:nvPr/>
        </p:nvGrpSpPr>
        <p:grpSpPr>
          <a:xfrm>
            <a:off x="232229" y="3247252"/>
            <a:ext cx="2093440" cy="1015663"/>
            <a:chOff x="3126907" y="2321376"/>
            <a:chExt cx="4984902" cy="1015663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6478881-396E-4C55-B552-F15C4663340C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90EB112-C210-4E2B-AA8F-03B1C4D15166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04 JAN 2023</a:t>
              </a:r>
            </a:p>
          </p:txBody>
        </p: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5F33A743-BC70-4D50-9DFB-48597A5C1951}"/>
              </a:ext>
            </a:extLst>
          </p:cNvPr>
          <p:cNvSpPr/>
          <p:nvPr/>
        </p:nvSpPr>
        <p:spPr>
          <a:xfrm>
            <a:off x="5049281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01E3B9D-B048-4E28-A66F-3DD4324C1B97}"/>
              </a:ext>
            </a:extLst>
          </p:cNvPr>
          <p:cNvGrpSpPr/>
          <p:nvPr/>
        </p:nvGrpSpPr>
        <p:grpSpPr>
          <a:xfrm>
            <a:off x="5049280" y="3247252"/>
            <a:ext cx="2093440" cy="1015663"/>
            <a:chOff x="3126907" y="2321376"/>
            <a:chExt cx="4984902" cy="101566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3BC88BD-6C7C-44B8-95DD-760BBB193CE7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9078B0C-0387-422D-B542-09EC3BB34E69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06 JAN 2023</a:t>
              </a:r>
            </a:p>
          </p:txBody>
        </p:sp>
      </p:grp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30FBEB5-C89F-4C22-89AA-8824FB314AE9}"/>
              </a:ext>
            </a:extLst>
          </p:cNvPr>
          <p:cNvSpPr/>
          <p:nvPr/>
        </p:nvSpPr>
        <p:spPr>
          <a:xfrm>
            <a:off x="7457806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E042799-47B9-461E-98DF-DF57BF5E977D}"/>
              </a:ext>
            </a:extLst>
          </p:cNvPr>
          <p:cNvGrpSpPr/>
          <p:nvPr/>
        </p:nvGrpSpPr>
        <p:grpSpPr>
          <a:xfrm>
            <a:off x="7457806" y="3247252"/>
            <a:ext cx="2093440" cy="1015663"/>
            <a:chOff x="3126907" y="2321376"/>
            <a:chExt cx="4984902" cy="1015663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F25363F-9E54-4EF5-AD9A-0CF4B5A54664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83AE71F-A643-438F-9AE9-9CC933366729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07 JAN 2023</a:t>
              </a:r>
            </a:p>
          </p:txBody>
        </p:sp>
      </p:grp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165539D-FE9B-4A37-8E7E-75CA84C1C1C9}"/>
              </a:ext>
            </a:extLst>
          </p:cNvPr>
          <p:cNvSpPr/>
          <p:nvPr/>
        </p:nvSpPr>
        <p:spPr>
          <a:xfrm>
            <a:off x="9866332" y="4442030"/>
            <a:ext cx="2093440" cy="2493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3C12E1-7D81-468A-9A2E-3BA6471B65B2}"/>
              </a:ext>
            </a:extLst>
          </p:cNvPr>
          <p:cNvGrpSpPr/>
          <p:nvPr/>
        </p:nvGrpSpPr>
        <p:grpSpPr>
          <a:xfrm>
            <a:off x="9866331" y="3247252"/>
            <a:ext cx="2093440" cy="1015663"/>
            <a:chOff x="3126907" y="2321376"/>
            <a:chExt cx="4984902" cy="1015663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67A51A32-EF8D-4DC9-835F-321EDF3090B0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03AF081-3C2E-4D29-BDAA-4B67AD07B4B9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08 JAN 2023</a:t>
              </a:r>
            </a:p>
          </p:txBody>
        </p:sp>
      </p:grp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67B2E404-0E35-FBEB-869E-AEFD209F7DE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E1857191-1720-4DB5-ADB3-F77CECEED68F}"/>
              </a:ext>
            </a:extLst>
          </p:cNvPr>
          <p:cNvSpPr/>
          <p:nvPr/>
        </p:nvSpPr>
        <p:spPr>
          <a:xfrm>
            <a:off x="2488299" y="1781175"/>
            <a:ext cx="2359600" cy="3295650"/>
          </a:xfrm>
          <a:prstGeom prst="roundRect">
            <a:avLst>
              <a:gd name="adj" fmla="val 1695"/>
            </a:avLst>
          </a:prstGeom>
          <a:gradFill flip="none" rotWithShape="1">
            <a:gsLst>
              <a:gs pos="100000">
                <a:schemeClr val="accent1">
                  <a:alpha val="75000"/>
                </a:schemeClr>
              </a:gs>
              <a:gs pos="34000">
                <a:schemeClr val="accent2">
                  <a:alpha val="85000"/>
                </a:schemeClr>
              </a:gs>
              <a:gs pos="1000">
                <a:schemeClr val="accent2">
                  <a:alpha val="95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61C8319C-212D-4829-B72C-1481BBDCF23F}"/>
              </a:ext>
            </a:extLst>
          </p:cNvPr>
          <p:cNvSpPr/>
          <p:nvPr/>
        </p:nvSpPr>
        <p:spPr>
          <a:xfrm>
            <a:off x="2640755" y="4442030"/>
            <a:ext cx="2093440" cy="24938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CA85C6A-9872-486F-A71E-10C678C5DD1B}"/>
              </a:ext>
            </a:extLst>
          </p:cNvPr>
          <p:cNvGrpSpPr/>
          <p:nvPr/>
        </p:nvGrpSpPr>
        <p:grpSpPr>
          <a:xfrm>
            <a:off x="2640755" y="3247252"/>
            <a:ext cx="2093440" cy="1015663"/>
            <a:chOff x="3126907" y="2321376"/>
            <a:chExt cx="4984902" cy="101566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F12141E-2770-4326-8B3B-0AC08950A6E6}"/>
                </a:ext>
              </a:extLst>
            </p:cNvPr>
            <p:cNvSpPr/>
            <p:nvPr/>
          </p:nvSpPr>
          <p:spPr>
            <a:xfrm>
              <a:off x="3126907" y="2629153"/>
              <a:ext cx="49849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Turn Back The Time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BB3FE97-40A7-4C63-A688-0A43BC4551B4}"/>
                </a:ext>
              </a:extLst>
            </p:cNvPr>
            <p:cNvSpPr/>
            <p:nvPr/>
          </p:nvSpPr>
          <p:spPr>
            <a:xfrm>
              <a:off x="3126907" y="2321376"/>
              <a:ext cx="4892628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2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05 JAN 2023</a:t>
              </a:r>
            </a:p>
          </p:txBody>
        </p:sp>
      </p:grpSp>
      <p:sp>
        <p:nvSpPr>
          <p:cNvPr id="53" name="Oval 52">
            <a:extLst>
              <a:ext uri="{FF2B5EF4-FFF2-40B4-BE49-F238E27FC236}">
                <a16:creationId xmlns:a16="http://schemas.microsoft.com/office/drawing/2014/main" id="{25AFD959-1D76-4087-9ECF-15CCA44F2562}"/>
              </a:ext>
            </a:extLst>
          </p:cNvPr>
          <p:cNvSpPr/>
          <p:nvPr/>
        </p:nvSpPr>
        <p:spPr>
          <a:xfrm>
            <a:off x="6881871" y="6008343"/>
            <a:ext cx="1496828" cy="149682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8DA16885-169C-472A-97AC-7A7EB09EFB35}"/>
              </a:ext>
            </a:extLst>
          </p:cNvPr>
          <p:cNvSpPr/>
          <p:nvPr/>
        </p:nvSpPr>
        <p:spPr>
          <a:xfrm>
            <a:off x="8655957" y="5763489"/>
            <a:ext cx="344441" cy="34444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CBC9C217-5B2E-427D-84D0-B5F492E587B5}"/>
              </a:ext>
            </a:extLst>
          </p:cNvPr>
          <p:cNvSpPr/>
          <p:nvPr/>
        </p:nvSpPr>
        <p:spPr>
          <a:xfrm>
            <a:off x="9822055" y="1006341"/>
            <a:ext cx="1019347" cy="101934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91961AFE-EAC7-44A4-893F-4BE46FAD0F29}"/>
              </a:ext>
            </a:extLst>
          </p:cNvPr>
          <p:cNvSpPr/>
          <p:nvPr/>
        </p:nvSpPr>
        <p:spPr>
          <a:xfrm>
            <a:off x="1357199" y="1059181"/>
            <a:ext cx="382698" cy="38269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5A09DBDF-1FB6-41AC-9D92-3658D09A6DDE}"/>
              </a:ext>
            </a:extLst>
          </p:cNvPr>
          <p:cNvSpPr/>
          <p:nvPr/>
        </p:nvSpPr>
        <p:spPr>
          <a:xfrm>
            <a:off x="5955923" y="5837196"/>
            <a:ext cx="84529" cy="84529"/>
          </a:xfrm>
          <a:prstGeom prst="ellipse">
            <a:avLst/>
          </a:prstGeom>
          <a:noFill/>
          <a:ln>
            <a:solidFill>
              <a:schemeClr val="bg1">
                <a:lumMod val="85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920E22C1-ECF5-4F5E-AAA5-377982094F1B}"/>
              </a:ext>
            </a:extLst>
          </p:cNvPr>
          <p:cNvSpPr/>
          <p:nvPr/>
        </p:nvSpPr>
        <p:spPr>
          <a:xfrm>
            <a:off x="6122065" y="5823210"/>
            <a:ext cx="112500" cy="112500"/>
          </a:xfrm>
          <a:prstGeom prst="ellipse">
            <a:avLst/>
          </a:prstGeom>
          <a:gradFill>
            <a:gsLst>
              <a:gs pos="89000">
                <a:schemeClr val="accent1"/>
              </a:gs>
              <a:gs pos="5000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125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EDC2C1D-95C8-50BC-0E46-CE7B30F98A24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0879558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decel="10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" presetClass="entr" presetSubtype="2" decel="10000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path" presetSubtype="0" repeatCount="indefinite" accel="50000" decel="50000" autoRev="1" fill="hold" grpId="1" nodeType="withEffect">
                                  <p:stCondLst>
                                    <p:cond delay="5750"/>
                                  </p:stCondLst>
                                  <p:childTnLst>
                                    <p:animMotion origin="layout" path="M 4.16667E-6 -4.81481E-6 L 4.16667E-6 0.02848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2" presetClass="entr" presetSubtype="4" decel="100000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42" presetClass="path" presetSubtype="0" repeatCount="indefinite" accel="50000" decel="50000" autoRev="1" fill="hold" grpId="1" nodeType="withEffect">
                                  <p:stCondLst>
                                    <p:cond delay="6000"/>
                                  </p:stCondLst>
                                  <p:childTnLst>
                                    <p:animMotion origin="layout" path="M -1.25E-6 4.81481E-6 L -1.25E-6 0.02847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2" presetClass="entr" presetSubtype="4" decel="10000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42" presetClass="path" presetSubtype="0" repeatCount="indefinite" accel="50000" decel="50000" autoRev="1" fill="hold" grpId="1" nodeType="withEffect">
                                  <p:stCondLst>
                                    <p:cond delay="6250"/>
                                  </p:stCondLst>
                                  <p:childTnLst>
                                    <p:animMotion origin="layout" path="M 1.45833E-6 7.40741E-7 L 1.45833E-6 0.02847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2" presetClass="entr" presetSubtype="4" decel="10000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42" presetClass="path" presetSubtype="0" repeatCount="indefinite" accel="50000" decel="50000" autoRev="1" fill="hold" grpId="1" nodeType="withEffect">
                                  <p:stCondLst>
                                    <p:cond delay="6000"/>
                                  </p:stCondLst>
                                  <p:childTnLst>
                                    <p:animMotion origin="layout" path="M -3.125E-6 4.07407E-6 L -3.125E-6 0.02847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53" presetClass="entr" presetSubtype="16" fill="hold" grpId="0" nodeType="withEffect">
                                  <p:stCondLst>
                                    <p:cond delay="5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5" grpId="0" animBg="1"/>
      <p:bldP spid="6" grpId="0" animBg="1"/>
      <p:bldP spid="25" grpId="0" animBg="1"/>
      <p:bldP spid="3" grpId="0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49" grpId="0" animBg="1"/>
      <p:bldP spid="50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roup 143">
            <a:extLst>
              <a:ext uri="{FF2B5EF4-FFF2-40B4-BE49-F238E27FC236}">
                <a16:creationId xmlns:a16="http://schemas.microsoft.com/office/drawing/2014/main" id="{A59EA4E6-2905-4771-8234-4F97C78566FB}"/>
              </a:ext>
            </a:extLst>
          </p:cNvPr>
          <p:cNvGrpSpPr/>
          <p:nvPr/>
        </p:nvGrpSpPr>
        <p:grpSpPr>
          <a:xfrm>
            <a:off x="2364343" y="3102850"/>
            <a:ext cx="7293225" cy="2322007"/>
            <a:chOff x="559078" y="2398068"/>
            <a:chExt cx="7293225" cy="2322007"/>
          </a:xfrm>
        </p:grpSpPr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DD75B382-BA0C-471F-B9D4-3B10865D848E}"/>
                </a:ext>
              </a:extLst>
            </p:cNvPr>
            <p:cNvGrpSpPr/>
            <p:nvPr/>
          </p:nvGrpSpPr>
          <p:grpSpPr>
            <a:xfrm rot="900000">
              <a:off x="559078" y="2398068"/>
              <a:ext cx="7293225" cy="2322007"/>
              <a:chOff x="316672" y="2554163"/>
              <a:chExt cx="7293225" cy="2322007"/>
            </a:xfrm>
          </p:grpSpPr>
          <p:cxnSp>
            <p:nvCxnSpPr>
              <p:cNvPr id="138" name="Straight Connector 137">
                <a:extLst>
                  <a:ext uri="{FF2B5EF4-FFF2-40B4-BE49-F238E27FC236}">
                    <a16:creationId xmlns:a16="http://schemas.microsoft.com/office/drawing/2014/main" id="{2BF0D427-8E46-472E-9067-56DF7138DFA8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7881ED0-69DE-4631-BD22-B7C20675E4A4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Straight Connector 139">
                <a:extLst>
                  <a:ext uri="{FF2B5EF4-FFF2-40B4-BE49-F238E27FC236}">
                    <a16:creationId xmlns:a16="http://schemas.microsoft.com/office/drawing/2014/main" id="{D1042E73-BFD6-4884-A99A-582C9194B86A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77C84AD4-65C8-43D1-8369-A4626DFDCC7B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B8E23812-3975-4713-A3FC-9152AEB963D2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2B6553B9-79A5-4CB3-9343-13C172EBB2B0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174AB2B3-8F3C-483F-98E2-B236C1BA7F7E}"/>
                </a:ext>
              </a:extLst>
            </p:cNvPr>
            <p:cNvGrpSpPr/>
            <p:nvPr/>
          </p:nvGrpSpPr>
          <p:grpSpPr>
            <a:xfrm rot="20280000" flipH="1">
              <a:off x="559078" y="2398068"/>
              <a:ext cx="7293225" cy="2322007"/>
              <a:chOff x="316672" y="2554163"/>
              <a:chExt cx="7293225" cy="2322007"/>
            </a:xfrm>
          </p:grpSpPr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BA9F774C-B04D-434D-8735-3C7CE91E27D6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EFF4E9D7-5DB9-4225-B481-253BCCA2F297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B0D1DABC-D252-44B2-BEBB-3289D5EFBC2C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1F6DCBD2-F9DA-4242-ADFA-DD1A02C23721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C9EA799F-5F73-4EE7-8CB2-C378CCAFFE67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61DA9F65-3C30-4ABD-BD34-C5CEC0DEB021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4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5B4663E4-10AC-4F92-BCCC-21272AF1DE61}"/>
              </a:ext>
            </a:extLst>
          </p:cNvPr>
          <p:cNvSpPr/>
          <p:nvPr/>
        </p:nvSpPr>
        <p:spPr>
          <a:xfrm>
            <a:off x="4765829" y="2683285"/>
            <a:ext cx="2408610" cy="2408610"/>
          </a:xfrm>
          <a:prstGeom prst="rect">
            <a:avLst/>
          </a:prstGeom>
          <a:gradFill>
            <a:gsLst>
              <a:gs pos="100000">
                <a:schemeClr val="accent4">
                  <a:alpha val="0"/>
                </a:schemeClr>
              </a:gs>
              <a:gs pos="0">
                <a:schemeClr val="accent4"/>
              </a:gs>
            </a:gsLst>
            <a:lin ang="12000000" scaled="0"/>
          </a:gradFill>
          <a:ln>
            <a:noFill/>
          </a:ln>
          <a:effectLst/>
          <a:scene3d>
            <a:camera prst="isometricOffAxis2Top">
              <a:rot lat="19200000" lon="3000000" rev="18000000"/>
            </a:camera>
            <a:lightRig rig="balanced" dir="t">
              <a:rot lat="0" lon="0" rev="3000000"/>
            </a:lightRig>
          </a:scene3d>
          <a:sp3d prstMaterial="matte">
            <a:bevelT w="298450" h="711200"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96A933A-BEDE-4673-B889-19D1B3FB1464}"/>
              </a:ext>
            </a:extLst>
          </p:cNvPr>
          <p:cNvSpPr/>
          <p:nvPr/>
        </p:nvSpPr>
        <p:spPr>
          <a:xfrm>
            <a:off x="4994843" y="2423576"/>
            <a:ext cx="1918646" cy="1919264"/>
          </a:xfrm>
          <a:prstGeom prst="rect">
            <a:avLst/>
          </a:prstGeom>
          <a:gradFill>
            <a:gsLst>
              <a:gs pos="99000">
                <a:schemeClr val="accent3">
                  <a:lumMod val="75000"/>
                  <a:alpha val="0"/>
                </a:schemeClr>
              </a:gs>
              <a:gs pos="0">
                <a:schemeClr val="accent3"/>
              </a:gs>
            </a:gsLst>
            <a:lin ang="12000000" scaled="0"/>
          </a:gradFill>
          <a:ln>
            <a:noFill/>
          </a:ln>
          <a:scene3d>
            <a:camera prst="isometricOffAxis2Top">
              <a:rot lat="19200000" lon="3000000" rev="18000000"/>
            </a:camera>
            <a:lightRig rig="balanced" dir="t">
              <a:rot lat="0" lon="0" rev="3000000"/>
            </a:lightRig>
          </a:scene3d>
          <a:sp3d prstMaterial="matte">
            <a:bevelT w="298450" h="711200"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7695478-B958-4CC9-911A-C1CE33ADCE93}"/>
              </a:ext>
            </a:extLst>
          </p:cNvPr>
          <p:cNvSpPr/>
          <p:nvPr/>
        </p:nvSpPr>
        <p:spPr>
          <a:xfrm>
            <a:off x="5218730" y="2167375"/>
            <a:ext cx="1453367" cy="1453366"/>
          </a:xfrm>
          <a:prstGeom prst="rect">
            <a:avLst/>
          </a:prstGeom>
          <a:gradFill>
            <a:gsLst>
              <a:gs pos="99000">
                <a:schemeClr val="accent2">
                  <a:alpha val="0"/>
                </a:schemeClr>
              </a:gs>
              <a:gs pos="0">
                <a:schemeClr val="accent2"/>
              </a:gs>
            </a:gsLst>
            <a:lin ang="12000000" scaled="0"/>
          </a:gradFill>
          <a:ln>
            <a:noFill/>
          </a:ln>
          <a:scene3d>
            <a:camera prst="isometricOffAxis2Top">
              <a:rot lat="19200000" lon="3000000" rev="18000000"/>
            </a:camera>
            <a:lightRig rig="balanced" dir="t">
              <a:rot lat="0" lon="0" rev="3000000"/>
            </a:lightRig>
          </a:scene3d>
          <a:sp3d prstMaterial="matte">
            <a:bevelT w="298450" h="711200"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13FDD39-42DB-4D0B-9234-25E1766A1D13}"/>
              </a:ext>
            </a:extLst>
          </p:cNvPr>
          <p:cNvSpPr/>
          <p:nvPr/>
        </p:nvSpPr>
        <p:spPr>
          <a:xfrm>
            <a:off x="5487808" y="1534216"/>
            <a:ext cx="860720" cy="860720"/>
          </a:xfrm>
          <a:prstGeom prst="rect">
            <a:avLst/>
          </a:prstGeom>
          <a:gradFill>
            <a:gsLst>
              <a:gs pos="99000">
                <a:schemeClr val="accent1">
                  <a:alpha val="0"/>
                </a:schemeClr>
              </a:gs>
              <a:gs pos="0">
                <a:schemeClr val="accent1"/>
              </a:gs>
            </a:gsLst>
            <a:lin ang="12000000" scaled="0"/>
          </a:gradFill>
          <a:ln>
            <a:noFill/>
          </a:ln>
          <a:scene3d>
            <a:camera prst="isometricOffAxis2Top">
              <a:rot lat="19200000" lon="3000000" rev="18000000"/>
            </a:camera>
            <a:lightRig rig="balanced" dir="t">
              <a:rot lat="0" lon="0" rev="3000000"/>
            </a:lightRig>
          </a:scene3d>
          <a:sp3d prstMaterial="matte">
            <a:bevelT w="431800" h="1066800"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8CDFBDDA-69D6-45A9-B351-934EA9A697E1}"/>
              </a:ext>
            </a:extLst>
          </p:cNvPr>
          <p:cNvSpPr/>
          <p:nvPr/>
        </p:nvSpPr>
        <p:spPr>
          <a:xfrm>
            <a:off x="864689" y="1318951"/>
            <a:ext cx="4945381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Statistic.</a:t>
            </a:r>
          </a:p>
        </p:txBody>
      </p: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30DD35B9-86F5-4841-9ECC-F5B44CD25591}"/>
              </a:ext>
            </a:extLst>
          </p:cNvPr>
          <p:cNvCxnSpPr>
            <a:cxnSpLocks/>
          </p:cNvCxnSpPr>
          <p:nvPr/>
        </p:nvCxnSpPr>
        <p:spPr>
          <a:xfrm flipH="1">
            <a:off x="6203927" y="2408097"/>
            <a:ext cx="1666574" cy="0"/>
          </a:xfrm>
          <a:prstGeom prst="line">
            <a:avLst/>
          </a:prstGeom>
          <a:ln w="22225" cap="rnd" cmpd="sng">
            <a:gradFill>
              <a:gsLst>
                <a:gs pos="0">
                  <a:schemeClr val="bg1">
                    <a:alpha val="5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ysDash"/>
            <a:round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8424B3D1-E9F7-4D94-8830-8C924BE31EF6}"/>
              </a:ext>
            </a:extLst>
          </p:cNvPr>
          <p:cNvCxnSpPr>
            <a:cxnSpLocks/>
          </p:cNvCxnSpPr>
          <p:nvPr/>
        </p:nvCxnSpPr>
        <p:spPr>
          <a:xfrm flipH="1">
            <a:off x="6545079" y="3305437"/>
            <a:ext cx="1666574" cy="0"/>
          </a:xfrm>
          <a:prstGeom prst="line">
            <a:avLst/>
          </a:prstGeom>
          <a:ln w="22225" cap="rnd" cmpd="sng">
            <a:gradFill>
              <a:gsLst>
                <a:gs pos="0">
                  <a:schemeClr val="bg1">
                    <a:alpha val="5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ysDash"/>
            <a:round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254D74EB-6A19-459F-A171-4BDC34B7C8EF}"/>
              </a:ext>
            </a:extLst>
          </p:cNvPr>
          <p:cNvCxnSpPr>
            <a:cxnSpLocks/>
          </p:cNvCxnSpPr>
          <p:nvPr/>
        </p:nvCxnSpPr>
        <p:spPr>
          <a:xfrm>
            <a:off x="3627799" y="3876864"/>
            <a:ext cx="1666574" cy="0"/>
          </a:xfrm>
          <a:prstGeom prst="line">
            <a:avLst/>
          </a:prstGeom>
          <a:ln w="22225" cap="rnd" cmpd="sng">
            <a:gradFill>
              <a:gsLst>
                <a:gs pos="0">
                  <a:schemeClr val="bg1">
                    <a:alpha val="5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ysDash"/>
            <a:round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09C08531-3F41-4AA0-B626-AD231B10601E}"/>
              </a:ext>
            </a:extLst>
          </p:cNvPr>
          <p:cNvCxnSpPr>
            <a:cxnSpLocks/>
          </p:cNvCxnSpPr>
          <p:nvPr/>
        </p:nvCxnSpPr>
        <p:spPr>
          <a:xfrm>
            <a:off x="3395030" y="4694013"/>
            <a:ext cx="1666574" cy="0"/>
          </a:xfrm>
          <a:prstGeom prst="line">
            <a:avLst/>
          </a:prstGeom>
          <a:ln w="22225" cap="rnd" cmpd="sng">
            <a:gradFill>
              <a:gsLst>
                <a:gs pos="0">
                  <a:schemeClr val="bg1">
                    <a:alpha val="5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ysDash"/>
            <a:round/>
            <a:headEnd type="triangl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95A035-F1BA-48B2-BE0E-5BC8F815FE03}"/>
              </a:ext>
            </a:extLst>
          </p:cNvPr>
          <p:cNvGrpSpPr/>
          <p:nvPr/>
        </p:nvGrpSpPr>
        <p:grpSpPr>
          <a:xfrm>
            <a:off x="8237027" y="1995598"/>
            <a:ext cx="3034476" cy="846322"/>
            <a:chOff x="7750527" y="1716728"/>
            <a:chExt cx="3034476" cy="846322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3B1C112A-8091-46E6-B7B2-8DD646117200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E4AF303C-BAAD-464A-B995-FCB7BA354ADC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1285E150-A880-4F55-AB3F-682CAD38E0AD}"/>
              </a:ext>
            </a:extLst>
          </p:cNvPr>
          <p:cNvGrpSpPr/>
          <p:nvPr/>
        </p:nvGrpSpPr>
        <p:grpSpPr>
          <a:xfrm>
            <a:off x="8518111" y="3060867"/>
            <a:ext cx="3034476" cy="846322"/>
            <a:chOff x="7750527" y="1716728"/>
            <a:chExt cx="3034476" cy="846322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9C42C62D-7CBC-42CA-812E-DDDADDCD9078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0D583A09-8142-442C-9C4F-9F8F51D86229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200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5EF0E0EF-5249-457B-94A0-3CFEA60A133A}"/>
              </a:ext>
            </a:extLst>
          </p:cNvPr>
          <p:cNvGrpSpPr/>
          <p:nvPr/>
        </p:nvGrpSpPr>
        <p:grpSpPr>
          <a:xfrm flipH="1">
            <a:off x="399371" y="3429000"/>
            <a:ext cx="3034476" cy="846322"/>
            <a:chOff x="7750527" y="1716728"/>
            <a:chExt cx="3034476" cy="846322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8B9186DE-886F-4D7D-949E-CAC5B4E7EDE3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8107187B-6E05-4CCC-B4B7-39FDE0343F68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300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2A122E6A-3193-4CE1-8A7B-BFF4A4E3A74E}"/>
              </a:ext>
            </a:extLst>
          </p:cNvPr>
          <p:cNvGrpSpPr/>
          <p:nvPr/>
        </p:nvGrpSpPr>
        <p:grpSpPr>
          <a:xfrm flipH="1">
            <a:off x="130799" y="4492906"/>
            <a:ext cx="3034476" cy="846322"/>
            <a:chOff x="7750527" y="1716728"/>
            <a:chExt cx="3034476" cy="846322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18322355-F722-448B-8141-43F3F539CFCE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17F24248-CBB8-4586-90E5-CA2F0A0C61AE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183" name="Oval 182">
            <a:extLst>
              <a:ext uri="{FF2B5EF4-FFF2-40B4-BE49-F238E27FC236}">
                <a16:creationId xmlns:a16="http://schemas.microsoft.com/office/drawing/2014/main" id="{690AD63D-74B8-4470-ABA5-2EDD5830D69C}"/>
              </a:ext>
            </a:extLst>
          </p:cNvPr>
          <p:cNvSpPr/>
          <p:nvPr/>
        </p:nvSpPr>
        <p:spPr>
          <a:xfrm>
            <a:off x="10194672" y="1467202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84" name="Oval 183">
            <a:extLst>
              <a:ext uri="{FF2B5EF4-FFF2-40B4-BE49-F238E27FC236}">
                <a16:creationId xmlns:a16="http://schemas.microsoft.com/office/drawing/2014/main" id="{CD63EE9F-1DA0-4A14-B102-EC6C51822F95}"/>
              </a:ext>
            </a:extLst>
          </p:cNvPr>
          <p:cNvSpPr/>
          <p:nvPr/>
        </p:nvSpPr>
        <p:spPr>
          <a:xfrm>
            <a:off x="8772284" y="5489038"/>
            <a:ext cx="2499220" cy="249921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85" name="Oval 184">
            <a:extLst>
              <a:ext uri="{FF2B5EF4-FFF2-40B4-BE49-F238E27FC236}">
                <a16:creationId xmlns:a16="http://schemas.microsoft.com/office/drawing/2014/main" id="{EB28CC01-410E-48F4-BBDC-BE5FF55F26D7}"/>
              </a:ext>
            </a:extLst>
          </p:cNvPr>
          <p:cNvSpPr/>
          <p:nvPr/>
        </p:nvSpPr>
        <p:spPr>
          <a:xfrm>
            <a:off x="790424" y="2942002"/>
            <a:ext cx="363434" cy="36343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86" name="Oval 185">
            <a:extLst>
              <a:ext uri="{FF2B5EF4-FFF2-40B4-BE49-F238E27FC236}">
                <a16:creationId xmlns:a16="http://schemas.microsoft.com/office/drawing/2014/main" id="{22BFD787-0700-4A21-A86A-8A573180E502}"/>
              </a:ext>
            </a:extLst>
          </p:cNvPr>
          <p:cNvSpPr/>
          <p:nvPr/>
        </p:nvSpPr>
        <p:spPr>
          <a:xfrm>
            <a:off x="10540145" y="5504070"/>
            <a:ext cx="363434" cy="363434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311328C-2B54-F310-6446-CD54FBE4D900}"/>
              </a:ext>
            </a:extLst>
          </p:cNvPr>
          <p:cNvSpPr/>
          <p:nvPr/>
        </p:nvSpPr>
        <p:spPr>
          <a:xfrm>
            <a:off x="4461341" y="2982806"/>
            <a:ext cx="3035132" cy="3035132"/>
          </a:xfrm>
          <a:prstGeom prst="rect">
            <a:avLst/>
          </a:prstGeom>
          <a:gradFill>
            <a:gsLst>
              <a:gs pos="100000">
                <a:schemeClr val="accent4">
                  <a:alpha val="0"/>
                </a:schemeClr>
              </a:gs>
              <a:gs pos="0">
                <a:schemeClr val="accent4"/>
              </a:gs>
            </a:gsLst>
            <a:lin ang="12000000" scaled="0"/>
          </a:gradFill>
          <a:ln>
            <a:noFill/>
          </a:ln>
          <a:effectLst/>
          <a:scene3d>
            <a:camera prst="isometricOffAxis2Top">
              <a:rot lat="19200000" lon="3000000" rev="18000000"/>
            </a:camera>
            <a:lightRig rig="balanced" dir="t">
              <a:rot lat="0" lon="0" rev="3000000"/>
            </a:lightRig>
          </a:scene3d>
          <a:sp3d prstMaterial="matte">
            <a:bevelT w="298450" h="711200"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5668040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1250"/>
                                            <p:tgtEl>
                                              <p:spTgt spid="1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accel="49333" decel="50667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-2.96296E-6 L 3.75E-6 -0.03148 " pathEditMode="relative" rAng="0" ptsTypes="AA">
                                          <p:cBhvr>
                                            <p:cTn id="13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" accel="49333" decel="50667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3.75E-6 2.59259E-6 L 3.75E-6 -0.03148 " pathEditMode="relative" rAng="0" ptsTypes="AA">
                                          <p:cBhvr>
                                            <p:cTn id="19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1" accel="49333" decel="50667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3.75E-6 -3.33333E-6 L 3.75E-6 -0.03148 " pathEditMode="relative" rAng="0" ptsTypes="AA">
                                          <p:cBhvr>
                                            <p:cTn id="25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1" accel="49333" decel="50667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75E-6 2.22222E-6 L 3.75E-6 -0.03148 " pathEditMode="relative" rAng="0" ptsTypes="AA">
                                          <p:cBhvr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9" dur="10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0" dur="10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2" presetClass="entr" presetSubtype="8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1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1000"/>
                                            <p:tgtEl>
                                              <p:spTgt spid="1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2" presetClass="entr" presetSubtype="8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500"/>
                                            <p:tgtEl>
                                              <p:spTgt spid="1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2" dur="10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5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8" dur="1000"/>
                                            <p:tgtEl>
                                              <p:spTgt spid="1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1" dur="500"/>
                                            <p:tgtEl>
                                              <p:spTgt spid="1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4" dur="1000"/>
                                            <p:tgtEl>
                                              <p:spTgt spid="1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2.08333E-6 4.07407E-6 L 2.08333E-6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75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6.25E-7 -4.81481E-6 L -6.25E-7 0.02848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75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3.95833E-6 4.81481E-6 L 3.95833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5" dur="75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6" dur="75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50000" decel="50000" autoRev="1" fill="hold" grpId="1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animMotion origin="layout" path="M -3.125E-6 7.40741E-7 L -3.125E-6 0.02847 " pathEditMode="relative" rAng="0" ptsTypes="AA">
                                          <p:cBhvr>
                                            <p:cTn id="88" dur="100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2" presetClass="entr" presetSubtype="1" accel="49333" decel="50667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3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-2.96296E-6 L 3.75E-6 -0.03148 " pathEditMode="relative" rAng="0" ptsTypes="AA">
                                          <p:cBhvr>
                                            <p:cTn id="94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9" grpId="1" animBg="1"/>
          <p:bldP spid="10" grpId="0" animBg="1"/>
          <p:bldP spid="10" grpId="1" animBg="1"/>
          <p:bldP spid="11" grpId="0" animBg="1"/>
          <p:bldP spid="11" grpId="1" animBg="1"/>
          <p:bldP spid="14" grpId="0" animBg="1"/>
          <p:bldP spid="14" grpId="1" animBg="1"/>
          <p:bldP spid="150" grpId="0"/>
          <p:bldP spid="150" grpId="1"/>
          <p:bldP spid="183" grpId="0" animBg="1"/>
          <p:bldP spid="183" grpId="1" animBg="1"/>
          <p:bldP spid="184" grpId="0" animBg="1"/>
          <p:bldP spid="184" grpId="1" animBg="1"/>
          <p:bldP spid="185" grpId="0" animBg="1"/>
          <p:bldP spid="185" grpId="1" animBg="1"/>
          <p:bldP spid="186" grpId="0" animBg="1"/>
          <p:bldP spid="186" grpId="1" animBg="1"/>
          <p:bldP spid="2" grpId="0" animBg="1"/>
          <p:bldP spid="2" grpId="1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1250"/>
                                            <p:tgtEl>
                                              <p:spTgt spid="1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accel="49333" decel="50667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-2.96296E-6 L 3.75E-6 -0.03148 " pathEditMode="relative" rAng="0" ptsTypes="AA">
                                          <p:cBhvr>
                                            <p:cTn id="13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" accel="49333" decel="50667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3.75E-6 2.59259E-6 L 3.75E-6 -0.03148 " pathEditMode="relative" rAng="0" ptsTypes="AA">
                                          <p:cBhvr>
                                            <p:cTn id="19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1" accel="49333" decel="50667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repeatCount="indefinite" accel="50000" decel="50000" autoRev="1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3.75E-6 -3.33333E-6 L 3.75E-6 -0.03148 " pathEditMode="relative" rAng="0" ptsTypes="AA">
                                          <p:cBhvr>
                                            <p:cTn id="25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1" accel="49333" decel="50667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42" presetClass="path" presetSubtype="0" repeatCount="indefinite" accel="50000" decel="50000" autoRev="1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75E-6 2.22222E-6 L 3.75E-6 -0.03148 " pathEditMode="relative" rAng="0" ptsTypes="AA">
                                          <p:cBhvr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2" presetClass="entr" presetSubtype="8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3" dur="500"/>
                                            <p:tgtEl>
                                              <p:spTgt spid="1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1000"/>
                                            <p:tgtEl>
                                              <p:spTgt spid="1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2" presetClass="entr" presetSubtype="8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500"/>
                                            <p:tgtEl>
                                              <p:spTgt spid="1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2" dur="10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5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8" dur="1000"/>
                                            <p:tgtEl>
                                              <p:spTgt spid="1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1" dur="500"/>
                                            <p:tgtEl>
                                              <p:spTgt spid="1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64" dur="1000"/>
                                            <p:tgtEl>
                                              <p:spTgt spid="1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2.08333E-6 4.07407E-6 L 2.08333E-6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75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6.25E-7 -4.81481E-6 L -6.25E-7 0.02848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1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75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3.95833E-6 4.81481E-6 L 3.95833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5" dur="75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6" dur="75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50000" decel="50000" autoRev="1" fill="hold" grpId="1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animMotion origin="layout" path="M -3.125E-6 7.40741E-7 L -3.125E-6 0.02847 " pathEditMode="relative" rAng="0" ptsTypes="AA">
                                          <p:cBhvr>
                                            <p:cTn id="88" dur="1000" fill="hold"/>
                                            <p:tgtEl>
                                              <p:spTgt spid="1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2" presetClass="entr" presetSubtype="1" accel="49333" decel="50667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3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-2.96296E-6 L 3.75E-6 -0.03148 " pathEditMode="relative" rAng="0" ptsTypes="AA">
                                          <p:cBhvr>
                                            <p:cTn id="94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574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9" grpId="1" animBg="1"/>
          <p:bldP spid="10" grpId="0" animBg="1"/>
          <p:bldP spid="10" grpId="1" animBg="1"/>
          <p:bldP spid="11" grpId="0" animBg="1"/>
          <p:bldP spid="11" grpId="1" animBg="1"/>
          <p:bldP spid="14" grpId="0" animBg="1"/>
          <p:bldP spid="14" grpId="1" animBg="1"/>
          <p:bldP spid="150" grpId="0"/>
          <p:bldP spid="150" grpId="1"/>
          <p:bldP spid="183" grpId="0" animBg="1"/>
          <p:bldP spid="183" grpId="1" animBg="1"/>
          <p:bldP spid="184" grpId="0" animBg="1"/>
          <p:bldP spid="184" grpId="1" animBg="1"/>
          <p:bldP spid="185" grpId="0" animBg="1"/>
          <p:bldP spid="185" grpId="1" animBg="1"/>
          <p:bldP spid="186" grpId="0" animBg="1"/>
          <p:bldP spid="186" grpId="1" animBg="1"/>
          <p:bldP spid="2" grpId="0" animBg="1"/>
          <p:bldP spid="2" grpId="1" animBg="1"/>
        </p:bldLst>
      </p:timing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C0EF240-35C2-0930-0D03-A9E34D67666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FC77A7F-C1E8-8613-F1F7-09804744593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C3A4551-0816-457E-BC76-849860DD7CEB}"/>
              </a:ext>
            </a:extLst>
          </p:cNvPr>
          <p:cNvSpPr/>
          <p:nvPr/>
        </p:nvSpPr>
        <p:spPr>
          <a:xfrm>
            <a:off x="0" y="0"/>
            <a:ext cx="3048000" cy="6858000"/>
          </a:xfrm>
          <a:prstGeom prst="rect">
            <a:avLst/>
          </a:prstGeom>
          <a:solidFill>
            <a:srgbClr val="3D1E66">
              <a:alpha val="7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7CC4D8-DE3A-4E96-B79F-DBAF456C3F2A}"/>
              </a:ext>
            </a:extLst>
          </p:cNvPr>
          <p:cNvSpPr/>
          <p:nvPr/>
        </p:nvSpPr>
        <p:spPr>
          <a:xfrm>
            <a:off x="3048000" y="0"/>
            <a:ext cx="3048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70000"/>
                </a:schemeClr>
              </a:gs>
              <a:gs pos="99000">
                <a:schemeClr val="accent2">
                  <a:alpha val="70000"/>
                </a:schemeClr>
              </a:gs>
            </a:gsLst>
            <a:lin ang="27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C375B2C-B628-4840-B0F2-586875216A4E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75C9DA3-8D92-47EB-9772-D6656D08D7A2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26CFC249-5023-473C-BA24-D9CB64752107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B054A72-3CFA-4267-B405-0D8D8633F9CF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>
              <a:solidFill>
                <a:schemeClr val="bg1"/>
              </a:solidFill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10CC1D42-2A04-413C-9DD7-3C93FB79FFB4}"/>
              </a:ext>
            </a:extLst>
          </p:cNvPr>
          <p:cNvSpPr/>
          <p:nvPr/>
        </p:nvSpPr>
        <p:spPr>
          <a:xfrm>
            <a:off x="13015207" y="4869362"/>
            <a:ext cx="1544957" cy="15449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74EDABE9-8D43-4487-BF35-A2116462CC83}"/>
              </a:ext>
            </a:extLst>
          </p:cNvPr>
          <p:cNvSpPr/>
          <p:nvPr/>
        </p:nvSpPr>
        <p:spPr>
          <a:xfrm>
            <a:off x="6096120" y="6997515"/>
            <a:ext cx="641477" cy="64147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AD7F2E62-FCAA-4AB0-8ED6-246F7E5CF503}"/>
              </a:ext>
            </a:extLst>
          </p:cNvPr>
          <p:cNvSpPr/>
          <p:nvPr/>
        </p:nvSpPr>
        <p:spPr>
          <a:xfrm>
            <a:off x="-204000" y="7111815"/>
            <a:ext cx="408000" cy="408000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1A9F85F-F4A6-49BE-9011-0C119B975565}"/>
              </a:ext>
            </a:extLst>
          </p:cNvPr>
          <p:cNvGrpSpPr/>
          <p:nvPr/>
        </p:nvGrpSpPr>
        <p:grpSpPr>
          <a:xfrm>
            <a:off x="4291283" y="1648648"/>
            <a:ext cx="6402387" cy="2305890"/>
            <a:chOff x="6096000" y="1710264"/>
            <a:chExt cx="6402387" cy="2305890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D536F2AA-746E-4F7A-9EF5-F40895FEFFDD}"/>
                </a:ext>
              </a:extLst>
            </p:cNvPr>
            <p:cNvSpPr/>
            <p:nvPr/>
          </p:nvSpPr>
          <p:spPr>
            <a:xfrm>
              <a:off x="6096000" y="2077162"/>
              <a:ext cx="6402387" cy="1938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6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 Design Image.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EF77C02-54F3-4C8B-9B3D-1B18484F139D}"/>
                </a:ext>
              </a:extLst>
            </p:cNvPr>
            <p:cNvSpPr/>
            <p:nvPr/>
          </p:nvSpPr>
          <p:spPr>
            <a:xfrm>
              <a:off x="6096000" y="1710264"/>
              <a:ext cx="4892628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CDCF81AA-6070-48A8-9AC1-AAF2ACD6E2B3}"/>
              </a:ext>
            </a:extLst>
          </p:cNvPr>
          <p:cNvSpPr/>
          <p:nvPr/>
        </p:nvSpPr>
        <p:spPr>
          <a:xfrm>
            <a:off x="6644646" y="4078905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4BF94DF5-9D11-40CB-A2E0-B7A4B4FF2E8A}"/>
              </a:ext>
            </a:extLst>
          </p:cNvPr>
          <p:cNvSpPr/>
          <p:nvPr/>
        </p:nvSpPr>
        <p:spPr>
          <a:xfrm>
            <a:off x="6737597" y="5119677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See More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D0F5DF-E004-E2EE-9E06-F43A8F7A9D7D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7264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1 C -0.01523 -0.14352 0.02526 -0.22361 0.05209 -0.29931 C 0.05951 -0.39722 0.03112 -0.36806 0.01823 -0.4662 C 0.01433 -0.55787 0.00834 -0.65069 0.05339 -0.74144 C 0.08737 -0.84977 0.09831 -1.06227 -0.00117 -1.14583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698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7.40741E-7 C -0.02657 -0.21921 0.04388 -0.29144 0.09049 -0.35972 C 0.10338 -0.44815 0.05403 -0.42176 0.03164 -0.51042 C 0.02487 -0.59306 0.01445 -0.67662 0.0927 -0.7588 C 0.15182 -0.85625 0.17083 -1.04815 -0.00209 -1.12338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45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4063 0.07615 C -0.06237 -0.00186 -0.14818 -0.18056 -0.16445 -0.28982 C -0.17122 -0.3838 -0.17956 -0.43959 -0.14518 -0.58542 C -0.12526 -0.76274 -0.08112 -0.9801 -0.25378 -1.06551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9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2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9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25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 p14:presetBounceEnd="66667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3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4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" grpId="0" animBg="1"/>
          <p:bldP spid="12" grpId="0" animBg="1"/>
          <p:bldP spid="50" grpId="0" animBg="1"/>
          <p:bldP spid="50" grpId="1" animBg="1"/>
          <p:bldP spid="51" grpId="0" animBg="1"/>
          <p:bldP spid="51" grpId="1" animBg="1"/>
          <p:bldP spid="52" grpId="0" animBg="1"/>
          <p:bldP spid="52" grpId="1" animBg="1"/>
          <p:bldP spid="18" grpId="0"/>
          <p:bldP spid="2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1 C -0.01523 -0.14352 0.02526 -0.22361 0.05209 -0.29931 C 0.05951 -0.39722 0.03112 -0.36806 0.01823 -0.4662 C 0.01433 -0.55787 0.00834 -0.65069 0.05339 -0.74144 C 0.08737 -0.84977 0.09831 -1.06227 -0.00117 -1.14583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698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7.40741E-7 C -0.02657 -0.21921 0.04388 -0.29144 0.09049 -0.35972 C 0.10338 -0.44815 0.05403 -0.42176 0.03164 -0.51042 C 0.02487 -0.59306 0.01445 -0.67662 0.0927 -0.7588 C 0.15182 -0.85625 0.17083 -1.04815 -0.00209 -1.12338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45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4063 0.07615 C -0.06237 -0.00186 -0.14818 -0.18056 -0.16445 -0.28982 C -0.17122 -0.3838 -0.17956 -0.43959 -0.14518 -0.58542 C -0.12526 -0.76274 -0.08112 -0.9801 -0.25378 -1.06551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9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2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9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25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" grpId="0" animBg="1"/>
          <p:bldP spid="12" grpId="0" animBg="1"/>
          <p:bldP spid="50" grpId="0" animBg="1"/>
          <p:bldP spid="50" grpId="1" animBg="1"/>
          <p:bldP spid="51" grpId="0" animBg="1"/>
          <p:bldP spid="51" grpId="1" animBg="1"/>
          <p:bldP spid="52" grpId="0" animBg="1"/>
          <p:bldP spid="52" grpId="1" animBg="1"/>
          <p:bldP spid="18" grpId="0"/>
          <p:bldP spid="22" grpId="0" animBg="1"/>
        </p:bldLst>
      </p:timing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A7A1611-0855-4580-86CB-468B40570401}"/>
              </a:ext>
            </a:extLst>
          </p:cNvPr>
          <p:cNvGrpSpPr/>
          <p:nvPr/>
        </p:nvGrpSpPr>
        <p:grpSpPr>
          <a:xfrm>
            <a:off x="9182100" y="1909589"/>
            <a:ext cx="2473657" cy="789313"/>
            <a:chOff x="7750526" y="1156772"/>
            <a:chExt cx="2473657" cy="789313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9C0DF090-D1ED-40B0-8D86-241590A2993E}"/>
                </a:ext>
              </a:extLst>
            </p:cNvPr>
            <p:cNvSpPr/>
            <p:nvPr/>
          </p:nvSpPr>
          <p:spPr>
            <a:xfrm>
              <a:off x="7750527" y="1627536"/>
              <a:ext cx="1868189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Space High Director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478BF732-936C-4CC2-A759-7EE30A117A9E}"/>
                </a:ext>
              </a:extLst>
            </p:cNvPr>
            <p:cNvSpPr/>
            <p:nvPr/>
          </p:nvSpPr>
          <p:spPr>
            <a:xfrm>
              <a:off x="7750526" y="1156772"/>
              <a:ext cx="2473657" cy="62017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2800" b="1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Ahmed</a:t>
              </a:r>
              <a:r>
                <a:rPr lang="en-US" sz="2000" b="1" baseline="70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</a:t>
              </a:r>
              <a:r>
                <a:rPr lang="en-US" sz="2000" baseline="34000" dirty="0">
                  <a:solidFill>
                    <a:schemeClr val="bg1"/>
                  </a:solidFill>
                  <a:effectLst>
                    <a:outerShdw blurRad="762000" dist="228600" dir="5400000" algn="t" rotWithShape="0">
                      <a:prstClr val="black">
                        <a:alpha val="55000"/>
                      </a:prstClr>
                    </a:outerShdw>
                  </a:effectLst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Karim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816FB85-5DF1-4390-8708-4890A7141B2C}"/>
              </a:ext>
            </a:extLst>
          </p:cNvPr>
          <p:cNvGrpSpPr/>
          <p:nvPr/>
        </p:nvGrpSpPr>
        <p:grpSpPr>
          <a:xfrm flipH="1">
            <a:off x="7969250" y="1877716"/>
            <a:ext cx="3388354" cy="941959"/>
            <a:chOff x="9290291" y="1877716"/>
            <a:chExt cx="4434887" cy="941959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08F85476-31BF-43FF-A942-DBAA547DFEC6}"/>
                </a:ext>
              </a:extLst>
            </p:cNvPr>
            <p:cNvCxnSpPr/>
            <p:nvPr/>
          </p:nvCxnSpPr>
          <p:spPr>
            <a:xfrm>
              <a:off x="9290291" y="1877716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D414BE8-C532-4E64-B47E-B26EECB36CBF}"/>
                </a:ext>
              </a:extLst>
            </p:cNvPr>
            <p:cNvCxnSpPr/>
            <p:nvPr/>
          </p:nvCxnSpPr>
          <p:spPr>
            <a:xfrm>
              <a:off x="9762778" y="2819675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8856E85-A7AD-4143-91B0-DA68D20DE37F}"/>
              </a:ext>
            </a:extLst>
          </p:cNvPr>
          <p:cNvSpPr/>
          <p:nvPr/>
        </p:nvSpPr>
        <p:spPr>
          <a:xfrm>
            <a:off x="1" y="936716"/>
            <a:ext cx="9524999" cy="5924107"/>
          </a:xfrm>
          <a:custGeom>
            <a:avLst/>
            <a:gdLst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108528 w 7809136"/>
              <a:gd name="connsiteY4" fmla="*/ 85899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108528 w 7809136"/>
              <a:gd name="connsiteY4" fmla="*/ 85899 h 6923471"/>
              <a:gd name="connsiteX5" fmla="*/ 0 w 7809136"/>
              <a:gd name="connsiteY5" fmla="*/ 0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4355024 w 7809136"/>
              <a:gd name="connsiteY4" fmla="*/ 1020802 h 6923471"/>
              <a:gd name="connsiteX5" fmla="*/ 108528 w 7809136"/>
              <a:gd name="connsiteY5" fmla="*/ 85899 h 6923471"/>
              <a:gd name="connsiteX6" fmla="*/ 0 w 7809136"/>
              <a:gd name="connsiteY6" fmla="*/ 0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3177153 w 7809136"/>
              <a:gd name="connsiteY4" fmla="*/ 1360703 h 6923471"/>
              <a:gd name="connsiteX5" fmla="*/ 108528 w 7809136"/>
              <a:gd name="connsiteY5" fmla="*/ 85899 h 6923471"/>
              <a:gd name="connsiteX6" fmla="*/ 0 w 7809136"/>
              <a:gd name="connsiteY6" fmla="*/ 0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3177153 w 7809136"/>
              <a:gd name="connsiteY4" fmla="*/ 1360703 h 6923471"/>
              <a:gd name="connsiteX5" fmla="*/ 108528 w 7809136"/>
              <a:gd name="connsiteY5" fmla="*/ 85899 h 6923471"/>
              <a:gd name="connsiteX6" fmla="*/ 0 w 7809136"/>
              <a:gd name="connsiteY6" fmla="*/ 0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3177153 w 7809136"/>
              <a:gd name="connsiteY4" fmla="*/ 1360703 h 6923471"/>
              <a:gd name="connsiteX5" fmla="*/ 108528 w 7809136"/>
              <a:gd name="connsiteY5" fmla="*/ 85899 h 6923471"/>
              <a:gd name="connsiteX6" fmla="*/ 0 w 7809136"/>
              <a:gd name="connsiteY6" fmla="*/ 0 h 6923471"/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3177153 w 7809136"/>
              <a:gd name="connsiteY4" fmla="*/ 1360703 h 6923471"/>
              <a:gd name="connsiteX5" fmla="*/ 108528 w 7809136"/>
              <a:gd name="connsiteY5" fmla="*/ 85899 h 6923471"/>
              <a:gd name="connsiteX6" fmla="*/ 0 w 7809136"/>
              <a:gd name="connsiteY6" fmla="*/ 0 h 6923471"/>
              <a:gd name="connsiteX0" fmla="*/ 0 w 10093405"/>
              <a:gd name="connsiteY0" fmla="*/ 0 h 6923471"/>
              <a:gd name="connsiteX1" fmla="*/ 0 w 10093405"/>
              <a:gd name="connsiteY1" fmla="*/ 6923471 h 6923471"/>
              <a:gd name="connsiteX2" fmla="*/ 7131147 w 10093405"/>
              <a:gd name="connsiteY2" fmla="*/ 6923471 h 6923471"/>
              <a:gd name="connsiteX3" fmla="*/ 9863807 w 10093405"/>
              <a:gd name="connsiteY3" fmla="*/ 2178329 h 6923471"/>
              <a:gd name="connsiteX4" fmla="*/ 3177153 w 10093405"/>
              <a:gd name="connsiteY4" fmla="*/ 1360703 h 6923471"/>
              <a:gd name="connsiteX5" fmla="*/ 108528 w 10093405"/>
              <a:gd name="connsiteY5" fmla="*/ 85899 h 6923471"/>
              <a:gd name="connsiteX6" fmla="*/ 0 w 10093405"/>
              <a:gd name="connsiteY6" fmla="*/ 0 h 6923471"/>
              <a:gd name="connsiteX0" fmla="*/ 0 w 10093405"/>
              <a:gd name="connsiteY0" fmla="*/ 0 h 6923471"/>
              <a:gd name="connsiteX1" fmla="*/ 0 w 10093405"/>
              <a:gd name="connsiteY1" fmla="*/ 6923471 h 6923471"/>
              <a:gd name="connsiteX2" fmla="*/ 7131147 w 10093405"/>
              <a:gd name="connsiteY2" fmla="*/ 6923471 h 6923471"/>
              <a:gd name="connsiteX3" fmla="*/ 9863807 w 10093405"/>
              <a:gd name="connsiteY3" fmla="*/ 2178329 h 6923471"/>
              <a:gd name="connsiteX4" fmla="*/ 3177153 w 10093405"/>
              <a:gd name="connsiteY4" fmla="*/ 1360703 h 6923471"/>
              <a:gd name="connsiteX5" fmla="*/ 108528 w 10093405"/>
              <a:gd name="connsiteY5" fmla="*/ 85899 h 6923471"/>
              <a:gd name="connsiteX6" fmla="*/ 0 w 10093405"/>
              <a:gd name="connsiteY6" fmla="*/ 0 h 6923471"/>
              <a:gd name="connsiteX0" fmla="*/ 0 w 10655362"/>
              <a:gd name="connsiteY0" fmla="*/ 0 h 6923471"/>
              <a:gd name="connsiteX1" fmla="*/ 0 w 10655362"/>
              <a:gd name="connsiteY1" fmla="*/ 6923471 h 6923471"/>
              <a:gd name="connsiteX2" fmla="*/ 7131147 w 10655362"/>
              <a:gd name="connsiteY2" fmla="*/ 6923471 h 6923471"/>
              <a:gd name="connsiteX3" fmla="*/ 9863807 w 10655362"/>
              <a:gd name="connsiteY3" fmla="*/ 2178329 h 6923471"/>
              <a:gd name="connsiteX4" fmla="*/ 3177153 w 10655362"/>
              <a:gd name="connsiteY4" fmla="*/ 1360703 h 6923471"/>
              <a:gd name="connsiteX5" fmla="*/ 108528 w 10655362"/>
              <a:gd name="connsiteY5" fmla="*/ 85899 h 6923471"/>
              <a:gd name="connsiteX6" fmla="*/ 0 w 10655362"/>
              <a:gd name="connsiteY6" fmla="*/ 0 h 6923471"/>
              <a:gd name="connsiteX0" fmla="*/ 0 w 10296646"/>
              <a:gd name="connsiteY0" fmla="*/ 0 h 6923471"/>
              <a:gd name="connsiteX1" fmla="*/ 0 w 10296646"/>
              <a:gd name="connsiteY1" fmla="*/ 6923471 h 6923471"/>
              <a:gd name="connsiteX2" fmla="*/ 7131147 w 10296646"/>
              <a:gd name="connsiteY2" fmla="*/ 6923471 h 6923471"/>
              <a:gd name="connsiteX3" fmla="*/ 9863807 w 10296646"/>
              <a:gd name="connsiteY3" fmla="*/ 2178329 h 6923471"/>
              <a:gd name="connsiteX4" fmla="*/ 3177153 w 10296646"/>
              <a:gd name="connsiteY4" fmla="*/ 1360703 h 6923471"/>
              <a:gd name="connsiteX5" fmla="*/ 108528 w 10296646"/>
              <a:gd name="connsiteY5" fmla="*/ 85899 h 6923471"/>
              <a:gd name="connsiteX6" fmla="*/ 0 w 10296646"/>
              <a:gd name="connsiteY6" fmla="*/ 0 h 6923471"/>
              <a:gd name="connsiteX0" fmla="*/ 0 w 10296646"/>
              <a:gd name="connsiteY0" fmla="*/ 0 h 6923471"/>
              <a:gd name="connsiteX1" fmla="*/ 0 w 10296646"/>
              <a:gd name="connsiteY1" fmla="*/ 6923471 h 6923471"/>
              <a:gd name="connsiteX2" fmla="*/ 7131147 w 10296646"/>
              <a:gd name="connsiteY2" fmla="*/ 6923471 h 6923471"/>
              <a:gd name="connsiteX3" fmla="*/ 9863807 w 10296646"/>
              <a:gd name="connsiteY3" fmla="*/ 2178329 h 6923471"/>
              <a:gd name="connsiteX4" fmla="*/ 3177153 w 10296646"/>
              <a:gd name="connsiteY4" fmla="*/ 1360703 h 6923471"/>
              <a:gd name="connsiteX5" fmla="*/ 108528 w 10296646"/>
              <a:gd name="connsiteY5" fmla="*/ 85899 h 6923471"/>
              <a:gd name="connsiteX6" fmla="*/ 0 w 10296646"/>
              <a:gd name="connsiteY6" fmla="*/ 0 h 6923471"/>
              <a:gd name="connsiteX0" fmla="*/ 0 w 10296646"/>
              <a:gd name="connsiteY0" fmla="*/ 249877 h 7173348"/>
              <a:gd name="connsiteX1" fmla="*/ 0 w 10296646"/>
              <a:gd name="connsiteY1" fmla="*/ 7173348 h 7173348"/>
              <a:gd name="connsiteX2" fmla="*/ 7131147 w 10296646"/>
              <a:gd name="connsiteY2" fmla="*/ 7173348 h 7173348"/>
              <a:gd name="connsiteX3" fmla="*/ 9863807 w 10296646"/>
              <a:gd name="connsiteY3" fmla="*/ 2428206 h 7173348"/>
              <a:gd name="connsiteX4" fmla="*/ 3177153 w 10296646"/>
              <a:gd name="connsiteY4" fmla="*/ 1610580 h 7173348"/>
              <a:gd name="connsiteX5" fmla="*/ 0 w 10296646"/>
              <a:gd name="connsiteY5" fmla="*/ 249877 h 7173348"/>
              <a:gd name="connsiteX0" fmla="*/ 0 w 10296646"/>
              <a:gd name="connsiteY0" fmla="*/ 0 h 6923471"/>
              <a:gd name="connsiteX1" fmla="*/ 0 w 10296646"/>
              <a:gd name="connsiteY1" fmla="*/ 6923471 h 6923471"/>
              <a:gd name="connsiteX2" fmla="*/ 7131147 w 10296646"/>
              <a:gd name="connsiteY2" fmla="*/ 6923471 h 6923471"/>
              <a:gd name="connsiteX3" fmla="*/ 9863807 w 10296646"/>
              <a:gd name="connsiteY3" fmla="*/ 2178329 h 6923471"/>
              <a:gd name="connsiteX4" fmla="*/ 3177153 w 10296646"/>
              <a:gd name="connsiteY4" fmla="*/ 1360703 h 6923471"/>
              <a:gd name="connsiteX5" fmla="*/ 0 w 10296646"/>
              <a:gd name="connsiteY5" fmla="*/ 0 h 6923471"/>
              <a:gd name="connsiteX0" fmla="*/ 0 w 10296646"/>
              <a:gd name="connsiteY0" fmla="*/ 0 h 6923471"/>
              <a:gd name="connsiteX1" fmla="*/ 0 w 10296646"/>
              <a:gd name="connsiteY1" fmla="*/ 6923471 h 6923471"/>
              <a:gd name="connsiteX2" fmla="*/ 7131147 w 10296646"/>
              <a:gd name="connsiteY2" fmla="*/ 6923471 h 6923471"/>
              <a:gd name="connsiteX3" fmla="*/ 9863807 w 10296646"/>
              <a:gd name="connsiteY3" fmla="*/ 2178329 h 6923471"/>
              <a:gd name="connsiteX4" fmla="*/ 3177153 w 10296646"/>
              <a:gd name="connsiteY4" fmla="*/ 1360703 h 6923471"/>
              <a:gd name="connsiteX5" fmla="*/ 0 w 10296646"/>
              <a:gd name="connsiteY5" fmla="*/ 0 h 6923471"/>
              <a:gd name="connsiteX0" fmla="*/ 0 w 10296646"/>
              <a:gd name="connsiteY0" fmla="*/ 0 h 6923471"/>
              <a:gd name="connsiteX1" fmla="*/ 0 w 10296646"/>
              <a:gd name="connsiteY1" fmla="*/ 6923471 h 6923471"/>
              <a:gd name="connsiteX2" fmla="*/ 7131147 w 10296646"/>
              <a:gd name="connsiteY2" fmla="*/ 6923471 h 6923471"/>
              <a:gd name="connsiteX3" fmla="*/ 9863807 w 10296646"/>
              <a:gd name="connsiteY3" fmla="*/ 2178329 h 6923471"/>
              <a:gd name="connsiteX4" fmla="*/ 3177153 w 10296646"/>
              <a:gd name="connsiteY4" fmla="*/ 1360703 h 6923471"/>
              <a:gd name="connsiteX5" fmla="*/ 0 w 10296646"/>
              <a:gd name="connsiteY5" fmla="*/ 0 h 6923471"/>
              <a:gd name="connsiteX0" fmla="*/ 0 w 9863807"/>
              <a:gd name="connsiteY0" fmla="*/ 0 h 6923471"/>
              <a:gd name="connsiteX1" fmla="*/ 0 w 9863807"/>
              <a:gd name="connsiteY1" fmla="*/ 6923471 h 6923471"/>
              <a:gd name="connsiteX2" fmla="*/ 7131147 w 9863807"/>
              <a:gd name="connsiteY2" fmla="*/ 6923471 h 6923471"/>
              <a:gd name="connsiteX3" fmla="*/ 9863807 w 9863807"/>
              <a:gd name="connsiteY3" fmla="*/ 2178329 h 6923471"/>
              <a:gd name="connsiteX4" fmla="*/ 3177153 w 9863807"/>
              <a:gd name="connsiteY4" fmla="*/ 1360703 h 6923471"/>
              <a:gd name="connsiteX5" fmla="*/ 0 w 9863807"/>
              <a:gd name="connsiteY5" fmla="*/ 0 h 6923471"/>
              <a:gd name="connsiteX0" fmla="*/ 0 w 10224508"/>
              <a:gd name="connsiteY0" fmla="*/ 0 h 6923471"/>
              <a:gd name="connsiteX1" fmla="*/ 0 w 10224508"/>
              <a:gd name="connsiteY1" fmla="*/ 6923471 h 6923471"/>
              <a:gd name="connsiteX2" fmla="*/ 7131147 w 10224508"/>
              <a:gd name="connsiteY2" fmla="*/ 6923471 h 6923471"/>
              <a:gd name="connsiteX3" fmla="*/ 9863807 w 10224508"/>
              <a:gd name="connsiteY3" fmla="*/ 2178329 h 6923471"/>
              <a:gd name="connsiteX4" fmla="*/ 3177153 w 10224508"/>
              <a:gd name="connsiteY4" fmla="*/ 1360703 h 6923471"/>
              <a:gd name="connsiteX5" fmla="*/ 0 w 10224508"/>
              <a:gd name="connsiteY5" fmla="*/ 0 h 6923471"/>
              <a:gd name="connsiteX0" fmla="*/ 0 w 10224508"/>
              <a:gd name="connsiteY0" fmla="*/ 0 h 6923471"/>
              <a:gd name="connsiteX1" fmla="*/ 0 w 10224508"/>
              <a:gd name="connsiteY1" fmla="*/ 6923471 h 6923471"/>
              <a:gd name="connsiteX2" fmla="*/ 7131147 w 10224508"/>
              <a:gd name="connsiteY2" fmla="*/ 6923471 h 6923471"/>
              <a:gd name="connsiteX3" fmla="*/ 9863807 w 10224508"/>
              <a:gd name="connsiteY3" fmla="*/ 2178329 h 6923471"/>
              <a:gd name="connsiteX4" fmla="*/ 3177153 w 10224508"/>
              <a:gd name="connsiteY4" fmla="*/ 1360703 h 6923471"/>
              <a:gd name="connsiteX5" fmla="*/ 0 w 10224508"/>
              <a:gd name="connsiteY5" fmla="*/ 0 h 6923471"/>
              <a:gd name="connsiteX0" fmla="*/ 0 w 10800562"/>
              <a:gd name="connsiteY0" fmla="*/ 0 h 6923471"/>
              <a:gd name="connsiteX1" fmla="*/ 0 w 10800562"/>
              <a:gd name="connsiteY1" fmla="*/ 6923471 h 6923471"/>
              <a:gd name="connsiteX2" fmla="*/ 9548883 w 10800562"/>
              <a:gd name="connsiteY2" fmla="*/ 6907286 h 6923471"/>
              <a:gd name="connsiteX3" fmla="*/ 9863807 w 10800562"/>
              <a:gd name="connsiteY3" fmla="*/ 2178329 h 6923471"/>
              <a:gd name="connsiteX4" fmla="*/ 3177153 w 10800562"/>
              <a:gd name="connsiteY4" fmla="*/ 1360703 h 6923471"/>
              <a:gd name="connsiteX5" fmla="*/ 0 w 10800562"/>
              <a:gd name="connsiteY5" fmla="*/ 0 h 6923471"/>
              <a:gd name="connsiteX0" fmla="*/ 0 w 10422274"/>
              <a:gd name="connsiteY0" fmla="*/ 0 h 6923471"/>
              <a:gd name="connsiteX1" fmla="*/ 0 w 10422274"/>
              <a:gd name="connsiteY1" fmla="*/ 6923471 h 6923471"/>
              <a:gd name="connsiteX2" fmla="*/ 9548883 w 10422274"/>
              <a:gd name="connsiteY2" fmla="*/ 6907286 h 6923471"/>
              <a:gd name="connsiteX3" fmla="*/ 9863807 w 10422274"/>
              <a:gd name="connsiteY3" fmla="*/ 2178329 h 6923471"/>
              <a:gd name="connsiteX4" fmla="*/ 3177153 w 10422274"/>
              <a:gd name="connsiteY4" fmla="*/ 1360703 h 6923471"/>
              <a:gd name="connsiteX5" fmla="*/ 0 w 10422274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177153 w 10319026"/>
              <a:gd name="connsiteY4" fmla="*/ 1360703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319026"/>
              <a:gd name="connsiteY0" fmla="*/ 0 h 6923471"/>
              <a:gd name="connsiteX1" fmla="*/ 0 w 10319026"/>
              <a:gd name="connsiteY1" fmla="*/ 6923471 h 6923471"/>
              <a:gd name="connsiteX2" fmla="*/ 9548883 w 10319026"/>
              <a:gd name="connsiteY2" fmla="*/ 6907286 h 6923471"/>
              <a:gd name="connsiteX3" fmla="*/ 9863807 w 10319026"/>
              <a:gd name="connsiteY3" fmla="*/ 2178329 h 6923471"/>
              <a:gd name="connsiteX4" fmla="*/ 3094603 w 10319026"/>
              <a:gd name="connsiteY4" fmla="*/ 1380598 h 6923471"/>
              <a:gd name="connsiteX5" fmla="*/ 0 w 10319026"/>
              <a:gd name="connsiteY5" fmla="*/ 0 h 6923471"/>
              <a:gd name="connsiteX0" fmla="*/ 0 w 10436042"/>
              <a:gd name="connsiteY0" fmla="*/ 0 h 6923471"/>
              <a:gd name="connsiteX1" fmla="*/ 0 w 10436042"/>
              <a:gd name="connsiteY1" fmla="*/ 6923471 h 6923471"/>
              <a:gd name="connsiteX2" fmla="*/ 9548883 w 10436042"/>
              <a:gd name="connsiteY2" fmla="*/ 6907286 h 6923471"/>
              <a:gd name="connsiteX3" fmla="*/ 9863807 w 10436042"/>
              <a:gd name="connsiteY3" fmla="*/ 2178329 h 6923471"/>
              <a:gd name="connsiteX4" fmla="*/ 3094603 w 10436042"/>
              <a:gd name="connsiteY4" fmla="*/ 1380598 h 6923471"/>
              <a:gd name="connsiteX5" fmla="*/ 0 w 10436042"/>
              <a:gd name="connsiteY5" fmla="*/ 0 h 6923471"/>
              <a:gd name="connsiteX0" fmla="*/ 0 w 10380972"/>
              <a:gd name="connsiteY0" fmla="*/ 0 h 6923471"/>
              <a:gd name="connsiteX1" fmla="*/ 0 w 10380972"/>
              <a:gd name="connsiteY1" fmla="*/ 6923471 h 6923471"/>
              <a:gd name="connsiteX2" fmla="*/ 9548883 w 10380972"/>
              <a:gd name="connsiteY2" fmla="*/ 6907286 h 6923471"/>
              <a:gd name="connsiteX3" fmla="*/ 9863807 w 10380972"/>
              <a:gd name="connsiteY3" fmla="*/ 2178329 h 6923471"/>
              <a:gd name="connsiteX4" fmla="*/ 3094603 w 10380972"/>
              <a:gd name="connsiteY4" fmla="*/ 1380598 h 6923471"/>
              <a:gd name="connsiteX5" fmla="*/ 0 w 10380972"/>
              <a:gd name="connsiteY5" fmla="*/ 0 h 6923471"/>
              <a:gd name="connsiteX0" fmla="*/ 0 w 10380972"/>
              <a:gd name="connsiteY0" fmla="*/ 0 h 6923471"/>
              <a:gd name="connsiteX1" fmla="*/ 0 w 10380972"/>
              <a:gd name="connsiteY1" fmla="*/ 6923471 h 6923471"/>
              <a:gd name="connsiteX2" fmla="*/ 9548883 w 10380972"/>
              <a:gd name="connsiteY2" fmla="*/ 6907286 h 6923471"/>
              <a:gd name="connsiteX3" fmla="*/ 9863807 w 10380972"/>
              <a:gd name="connsiteY3" fmla="*/ 2178329 h 6923471"/>
              <a:gd name="connsiteX4" fmla="*/ 3094603 w 10380972"/>
              <a:gd name="connsiteY4" fmla="*/ 1380598 h 6923471"/>
              <a:gd name="connsiteX5" fmla="*/ 0 w 10380972"/>
              <a:gd name="connsiteY5" fmla="*/ 0 h 6923471"/>
              <a:gd name="connsiteX0" fmla="*/ 0 w 10321750"/>
              <a:gd name="connsiteY0" fmla="*/ 0 h 6923471"/>
              <a:gd name="connsiteX1" fmla="*/ 0 w 10321750"/>
              <a:gd name="connsiteY1" fmla="*/ 6923471 h 6923471"/>
              <a:gd name="connsiteX2" fmla="*/ 9548883 w 10321750"/>
              <a:gd name="connsiteY2" fmla="*/ 6907286 h 6923471"/>
              <a:gd name="connsiteX3" fmla="*/ 9863807 w 10321750"/>
              <a:gd name="connsiteY3" fmla="*/ 2178329 h 6923471"/>
              <a:gd name="connsiteX4" fmla="*/ 3094603 w 10321750"/>
              <a:gd name="connsiteY4" fmla="*/ 1380598 h 6923471"/>
              <a:gd name="connsiteX5" fmla="*/ 0 w 10321750"/>
              <a:gd name="connsiteY5" fmla="*/ 0 h 6923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21750" h="6923471">
                <a:moveTo>
                  <a:pt x="0" y="0"/>
                </a:moveTo>
                <a:lnTo>
                  <a:pt x="0" y="6923471"/>
                </a:lnTo>
                <a:lnTo>
                  <a:pt x="9548883" y="6907286"/>
                </a:lnTo>
                <a:cubicBezTo>
                  <a:pt x="9890993" y="5566113"/>
                  <a:pt x="10905850" y="4119956"/>
                  <a:pt x="9863807" y="2178329"/>
                </a:cubicBezTo>
                <a:cubicBezTo>
                  <a:pt x="7455114" y="-1735416"/>
                  <a:pt x="4980510" y="1786885"/>
                  <a:pt x="3094603" y="1380598"/>
                </a:cubicBezTo>
                <a:cubicBezTo>
                  <a:pt x="1208696" y="974311"/>
                  <a:pt x="1164957" y="270620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5DB8BF9-742C-AFAC-6DEB-CA0C7B3B382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8D57EA4A-067F-4422-9E25-D789C224742A}"/>
              </a:ext>
            </a:extLst>
          </p:cNvPr>
          <p:cNvSpPr/>
          <p:nvPr userDrawn="1"/>
        </p:nvSpPr>
        <p:spPr>
          <a:xfrm>
            <a:off x="1" y="3385585"/>
            <a:ext cx="3596244" cy="3475237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762000" y="1189072"/>
                  <a:pt x="2584450" y="1190447"/>
                  <a:pt x="3200400" y="1720566"/>
                </a:cubicBezTo>
                <a:cubicBezTo>
                  <a:pt x="3816350" y="2250685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25B0341-1696-49C4-AB96-ECDFE6DA40B7}"/>
              </a:ext>
            </a:extLst>
          </p:cNvPr>
          <p:cNvGrpSpPr/>
          <p:nvPr/>
        </p:nvGrpSpPr>
        <p:grpSpPr>
          <a:xfrm>
            <a:off x="1674823" y="1269380"/>
            <a:ext cx="4979079" cy="3106527"/>
            <a:chOff x="3126907" y="2361420"/>
            <a:chExt cx="4979079" cy="3106527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C4BAC16-B19B-4E11-9B12-4A034ADBC7B7}"/>
                </a:ext>
              </a:extLst>
            </p:cNvPr>
            <p:cNvSpPr/>
            <p:nvPr/>
          </p:nvSpPr>
          <p:spPr>
            <a:xfrm>
              <a:off x="3126907" y="2887241"/>
              <a:ext cx="4979079" cy="258070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6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2023-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6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Meet Our Director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CEE5BA5B-DDD3-47B9-A892-6497C8646F3D}"/>
                </a:ext>
              </a:extLst>
            </p:cNvPr>
            <p:cNvSpPr/>
            <p:nvPr/>
          </p:nvSpPr>
          <p:spPr>
            <a:xfrm>
              <a:off x="3126907" y="2361420"/>
              <a:ext cx="489262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4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B7E14023-E8DB-4884-82AC-19B5D255F2FD}"/>
              </a:ext>
            </a:extLst>
          </p:cNvPr>
          <p:cNvSpPr/>
          <p:nvPr/>
        </p:nvSpPr>
        <p:spPr>
          <a:xfrm>
            <a:off x="1735849" y="5150608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See More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FD719CA-3AF3-48E2-93FA-716C8C646BC1}"/>
              </a:ext>
            </a:extLst>
          </p:cNvPr>
          <p:cNvSpPr/>
          <p:nvPr/>
        </p:nvSpPr>
        <p:spPr>
          <a:xfrm>
            <a:off x="1674823" y="4375907"/>
            <a:ext cx="3740360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49D9E80B-0AB2-4F93-932F-E51DE424BE97}"/>
              </a:ext>
            </a:extLst>
          </p:cNvPr>
          <p:cNvSpPr/>
          <p:nvPr/>
        </p:nvSpPr>
        <p:spPr>
          <a:xfrm>
            <a:off x="5170959" y="5468172"/>
            <a:ext cx="906224" cy="90622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3B547CC2-BE60-4489-9AB7-FC0CBC301FAD}"/>
              </a:ext>
            </a:extLst>
          </p:cNvPr>
          <p:cNvSpPr/>
          <p:nvPr/>
        </p:nvSpPr>
        <p:spPr>
          <a:xfrm>
            <a:off x="10248563" y="3290120"/>
            <a:ext cx="371812" cy="37181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46525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nodeType="withEffect" p14:presetBounceEnd="66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4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08333E-6 -2.96296E-6 L 2.08333E-6 0.02848 " pathEditMode="relative" rAng="0" ptsTypes="AA">
                                          <p:cBhvr>
                                            <p:cTn id="3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-2.29167E-6 1.11111E-6 L -2.29167E-6 0.02847 " pathEditMode="relative" rAng="0" ptsTypes="AA">
                                          <p:cBhvr>
                                            <p:cTn id="40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/>
          <p:bldP spid="25" grpId="0" animBg="1"/>
          <p:bldP spid="25" grpId="1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08333E-6 -2.96296E-6 L 2.08333E-6 0.02848 " pathEditMode="relative" rAng="0" ptsTypes="AA">
                                          <p:cBhvr>
                                            <p:cTn id="3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-2.29167E-6 1.11111E-6 L -2.29167E-6 0.02847 " pathEditMode="relative" rAng="0" ptsTypes="AA">
                                          <p:cBhvr>
                                            <p:cTn id="40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/>
          <p:bldP spid="25" grpId="0" animBg="1"/>
          <p:bldP spid="25" grpId="1" animBg="1"/>
          <p:bldP spid="26" grpId="0" animBg="1"/>
          <p:bldP spid="26" grpId="1" animBg="1"/>
        </p:bldLst>
      </p:timing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AFFE124B-CA3B-44BE-93FB-7335B8ADF90A}"/>
              </a:ext>
            </a:extLst>
          </p:cNvPr>
          <p:cNvSpPr/>
          <p:nvPr/>
        </p:nvSpPr>
        <p:spPr>
          <a:xfrm flipH="1">
            <a:off x="0" y="5632397"/>
            <a:ext cx="12191998" cy="1225603"/>
          </a:xfrm>
          <a:custGeom>
            <a:avLst/>
            <a:gdLst>
              <a:gd name="connsiteX0" fmla="*/ 0 w 12191998"/>
              <a:gd name="connsiteY0" fmla="*/ 0 h 1225603"/>
              <a:gd name="connsiteX1" fmla="*/ 0 w 12191998"/>
              <a:gd name="connsiteY1" fmla="*/ 1225603 h 1225603"/>
              <a:gd name="connsiteX2" fmla="*/ 12191998 w 12191998"/>
              <a:gd name="connsiteY2" fmla="*/ 1219124 h 1225603"/>
              <a:gd name="connsiteX3" fmla="*/ 12191998 w 12191998"/>
              <a:gd name="connsiteY3" fmla="*/ 1132099 h 1225603"/>
              <a:gd name="connsiteX4" fmla="*/ 12019800 w 12191998"/>
              <a:gd name="connsiteY4" fmla="*/ 1119178 h 1225603"/>
              <a:gd name="connsiteX5" fmla="*/ 6955508 w 12191998"/>
              <a:gd name="connsiteY5" fmla="*/ 391149 h 1225603"/>
              <a:gd name="connsiteX6" fmla="*/ 0 w 12191998"/>
              <a:gd name="connsiteY6" fmla="*/ 0 h 1225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1998" h="1225603">
                <a:moveTo>
                  <a:pt x="0" y="0"/>
                </a:moveTo>
                <a:lnTo>
                  <a:pt x="0" y="1225603"/>
                </a:lnTo>
                <a:lnTo>
                  <a:pt x="12191998" y="1219124"/>
                </a:lnTo>
                <a:lnTo>
                  <a:pt x="12191998" y="1132099"/>
                </a:lnTo>
                <a:lnTo>
                  <a:pt x="12019800" y="1119178"/>
                </a:lnTo>
                <a:cubicBezTo>
                  <a:pt x="9397510" y="911082"/>
                  <a:pt x="8884320" y="562474"/>
                  <a:pt x="6955508" y="391149"/>
                </a:cubicBezTo>
                <a:cubicBezTo>
                  <a:pt x="4669508" y="188097"/>
                  <a:pt x="2815321" y="694033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590D1164-4538-4A9E-9A37-A7FCCF88FE43}"/>
              </a:ext>
            </a:extLst>
          </p:cNvPr>
          <p:cNvSpPr/>
          <p:nvPr/>
        </p:nvSpPr>
        <p:spPr>
          <a:xfrm flipH="1">
            <a:off x="0" y="5456038"/>
            <a:ext cx="12191999" cy="1401962"/>
          </a:xfrm>
          <a:custGeom>
            <a:avLst/>
            <a:gdLst>
              <a:gd name="connsiteX0" fmla="*/ 0 w 12191999"/>
              <a:gd name="connsiteY0" fmla="*/ 0 h 1401962"/>
              <a:gd name="connsiteX1" fmla="*/ 0 w 12191999"/>
              <a:gd name="connsiteY1" fmla="*/ 1401962 h 1401962"/>
              <a:gd name="connsiteX2" fmla="*/ 12191999 w 12191999"/>
              <a:gd name="connsiteY2" fmla="*/ 1394551 h 1401962"/>
              <a:gd name="connsiteX3" fmla="*/ 12191999 w 12191999"/>
              <a:gd name="connsiteY3" fmla="*/ 1185313 h 1401962"/>
              <a:gd name="connsiteX4" fmla="*/ 11968307 w 12191999"/>
              <a:gd name="connsiteY4" fmla="*/ 1160642 h 1401962"/>
              <a:gd name="connsiteX5" fmla="*/ 8252097 w 12191999"/>
              <a:gd name="connsiteY5" fmla="*/ 1098674 h 1401962"/>
              <a:gd name="connsiteX6" fmla="*/ 4581278 w 12191999"/>
              <a:gd name="connsiteY6" fmla="*/ 108189 h 1401962"/>
              <a:gd name="connsiteX7" fmla="*/ 0 w 12191999"/>
              <a:gd name="connsiteY7" fmla="*/ 0 h 1401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1401962">
                <a:moveTo>
                  <a:pt x="0" y="0"/>
                </a:moveTo>
                <a:lnTo>
                  <a:pt x="0" y="1401962"/>
                </a:lnTo>
                <a:lnTo>
                  <a:pt x="12191999" y="1394551"/>
                </a:lnTo>
                <a:lnTo>
                  <a:pt x="12191999" y="1185313"/>
                </a:lnTo>
                <a:lnTo>
                  <a:pt x="11968307" y="1160642"/>
                </a:lnTo>
                <a:cubicBezTo>
                  <a:pt x="9885167" y="956057"/>
                  <a:pt x="9514105" y="1250515"/>
                  <a:pt x="8252097" y="1098674"/>
                </a:cubicBezTo>
                <a:cubicBezTo>
                  <a:pt x="6698856" y="911793"/>
                  <a:pt x="6443628" y="315924"/>
                  <a:pt x="4581278" y="108189"/>
                </a:cubicBezTo>
                <a:cubicBezTo>
                  <a:pt x="2718928" y="-99546"/>
                  <a:pt x="2815321" y="793901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9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EB115E91-5DA5-4CE2-BB7E-795B408345D4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255AB8A8-645C-428F-9537-0E65B38BB1E8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66F8AC07-EC9F-488E-8529-8B5D84C49D0F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D7F9D08-96A4-4C76-9B96-9B50D1272750}"/>
              </a:ext>
            </a:extLst>
          </p:cNvPr>
          <p:cNvGrpSpPr/>
          <p:nvPr/>
        </p:nvGrpSpPr>
        <p:grpSpPr>
          <a:xfrm>
            <a:off x="5775136" y="1419881"/>
            <a:ext cx="5532461" cy="662429"/>
            <a:chOff x="10317443" y="3977640"/>
            <a:chExt cx="6189341" cy="1417320"/>
          </a:xfrm>
        </p:grpSpPr>
        <p:sp>
          <p:nvSpPr>
            <p:cNvPr id="8" name="Rectangle: Rounded Corners 7">
              <a:extLst>
                <a:ext uri="{FF2B5EF4-FFF2-40B4-BE49-F238E27FC236}">
                  <a16:creationId xmlns:a16="http://schemas.microsoft.com/office/drawing/2014/main" id="{97A53944-3A58-4948-A230-06E607E51051}"/>
                </a:ext>
              </a:extLst>
            </p:cNvPr>
            <p:cNvSpPr/>
            <p:nvPr/>
          </p:nvSpPr>
          <p:spPr>
            <a:xfrm>
              <a:off x="10317479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08D65D68-E9DE-456F-A647-6EE468CA79E6}"/>
                </a:ext>
              </a:extLst>
            </p:cNvPr>
            <p:cNvSpPr/>
            <p:nvPr/>
          </p:nvSpPr>
          <p:spPr>
            <a:xfrm>
              <a:off x="10317443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1">
                    <a:alpha val="0"/>
                  </a:schemeClr>
                </a:gs>
                <a:gs pos="99000">
                  <a:schemeClr val="accent1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964F9D5-6F06-402A-94C2-41C966E1B120}"/>
              </a:ext>
            </a:extLst>
          </p:cNvPr>
          <p:cNvGrpSpPr/>
          <p:nvPr/>
        </p:nvGrpSpPr>
        <p:grpSpPr>
          <a:xfrm>
            <a:off x="5775141" y="2131682"/>
            <a:ext cx="5532454" cy="662429"/>
            <a:chOff x="10317451" y="3977640"/>
            <a:chExt cx="6189334" cy="1417320"/>
          </a:xfrm>
        </p:grpSpPr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BA179FAD-F822-42D5-870D-524E57A580FF}"/>
                </a:ext>
              </a:extLst>
            </p:cNvPr>
            <p:cNvSpPr/>
            <p:nvPr/>
          </p:nvSpPr>
          <p:spPr>
            <a:xfrm>
              <a:off x="10317480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44AF5F3D-0876-4CBD-95F2-2C7F830536EC}"/>
                </a:ext>
              </a:extLst>
            </p:cNvPr>
            <p:cNvSpPr/>
            <p:nvPr/>
          </p:nvSpPr>
          <p:spPr>
            <a:xfrm>
              <a:off x="10317451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2">
                    <a:alpha val="0"/>
                  </a:schemeClr>
                </a:gs>
                <a:gs pos="99000">
                  <a:schemeClr val="accent2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B5D7323-AC2D-4C97-B4EB-416B6E520845}"/>
              </a:ext>
            </a:extLst>
          </p:cNvPr>
          <p:cNvGrpSpPr/>
          <p:nvPr/>
        </p:nvGrpSpPr>
        <p:grpSpPr>
          <a:xfrm>
            <a:off x="5775141" y="2843483"/>
            <a:ext cx="5532454" cy="662429"/>
            <a:chOff x="10317451" y="3977640"/>
            <a:chExt cx="6189334" cy="1417320"/>
          </a:xfrm>
        </p:grpSpPr>
        <p:sp>
          <p:nvSpPr>
            <p:cNvPr id="18" name="Rectangle: Rounded Corners 17">
              <a:extLst>
                <a:ext uri="{FF2B5EF4-FFF2-40B4-BE49-F238E27FC236}">
                  <a16:creationId xmlns:a16="http://schemas.microsoft.com/office/drawing/2014/main" id="{DE78881A-CA34-4F78-BB64-CCCEB2D87D4A}"/>
                </a:ext>
              </a:extLst>
            </p:cNvPr>
            <p:cNvSpPr/>
            <p:nvPr/>
          </p:nvSpPr>
          <p:spPr>
            <a:xfrm>
              <a:off x="10317480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D534D97D-A620-44F4-80D6-D5242E11B5FD}"/>
                </a:ext>
              </a:extLst>
            </p:cNvPr>
            <p:cNvSpPr/>
            <p:nvPr/>
          </p:nvSpPr>
          <p:spPr>
            <a:xfrm>
              <a:off x="10317451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3">
                    <a:alpha val="0"/>
                  </a:schemeClr>
                </a:gs>
                <a:gs pos="99000">
                  <a:schemeClr val="accent3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8549156-16B2-4ECF-BB11-3C28BD676E0B}"/>
              </a:ext>
            </a:extLst>
          </p:cNvPr>
          <p:cNvGrpSpPr/>
          <p:nvPr/>
        </p:nvGrpSpPr>
        <p:grpSpPr>
          <a:xfrm>
            <a:off x="5775141" y="3555284"/>
            <a:ext cx="5532454" cy="662429"/>
            <a:chOff x="10317451" y="3977640"/>
            <a:chExt cx="6189334" cy="1417320"/>
          </a:xfrm>
        </p:grpSpPr>
        <p:sp>
          <p:nvSpPr>
            <p:cNvPr id="23" name="Rectangle: Rounded Corners 22">
              <a:extLst>
                <a:ext uri="{FF2B5EF4-FFF2-40B4-BE49-F238E27FC236}">
                  <a16:creationId xmlns:a16="http://schemas.microsoft.com/office/drawing/2014/main" id="{56318C79-4054-4646-9D27-308328893F4D}"/>
                </a:ext>
              </a:extLst>
            </p:cNvPr>
            <p:cNvSpPr/>
            <p:nvPr/>
          </p:nvSpPr>
          <p:spPr>
            <a:xfrm>
              <a:off x="10317480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25" name="Rectangle: Rounded Corners 24">
              <a:extLst>
                <a:ext uri="{FF2B5EF4-FFF2-40B4-BE49-F238E27FC236}">
                  <a16:creationId xmlns:a16="http://schemas.microsoft.com/office/drawing/2014/main" id="{7891BF05-2D18-438E-AD6D-E5802AD127CB}"/>
                </a:ext>
              </a:extLst>
            </p:cNvPr>
            <p:cNvSpPr/>
            <p:nvPr/>
          </p:nvSpPr>
          <p:spPr>
            <a:xfrm>
              <a:off x="10317451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4">
                    <a:alpha val="0"/>
                  </a:schemeClr>
                </a:gs>
                <a:gs pos="99000">
                  <a:schemeClr val="accent4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94023DE-EFDB-43DA-BFD7-FEB57578E6BE}"/>
              </a:ext>
            </a:extLst>
          </p:cNvPr>
          <p:cNvGrpSpPr/>
          <p:nvPr/>
        </p:nvGrpSpPr>
        <p:grpSpPr>
          <a:xfrm>
            <a:off x="5775141" y="4267085"/>
            <a:ext cx="5532454" cy="662429"/>
            <a:chOff x="10317451" y="3977640"/>
            <a:chExt cx="6189334" cy="1417320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9A44F579-1FDA-40FD-92D4-A1600FC0FD59}"/>
                </a:ext>
              </a:extLst>
            </p:cNvPr>
            <p:cNvSpPr/>
            <p:nvPr/>
          </p:nvSpPr>
          <p:spPr>
            <a:xfrm>
              <a:off x="10317480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30" name="Rectangle: Rounded Corners 29">
              <a:extLst>
                <a:ext uri="{FF2B5EF4-FFF2-40B4-BE49-F238E27FC236}">
                  <a16:creationId xmlns:a16="http://schemas.microsoft.com/office/drawing/2014/main" id="{87D7A457-3DEA-4EAF-95AF-7FA8570349B8}"/>
                </a:ext>
              </a:extLst>
            </p:cNvPr>
            <p:cNvSpPr/>
            <p:nvPr/>
          </p:nvSpPr>
          <p:spPr>
            <a:xfrm>
              <a:off x="10317451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5">
                    <a:alpha val="0"/>
                  </a:schemeClr>
                </a:gs>
                <a:gs pos="99000">
                  <a:schemeClr val="accent5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26F9581-9E25-4B51-8FB0-4AA34D5C73A4}"/>
              </a:ext>
            </a:extLst>
          </p:cNvPr>
          <p:cNvGrpSpPr/>
          <p:nvPr/>
        </p:nvGrpSpPr>
        <p:grpSpPr>
          <a:xfrm>
            <a:off x="5775141" y="4978886"/>
            <a:ext cx="5532454" cy="662429"/>
            <a:chOff x="10317451" y="3977640"/>
            <a:chExt cx="6189334" cy="1417320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6BCEFACF-94BC-4E51-8593-C40187051732}"/>
                </a:ext>
              </a:extLst>
            </p:cNvPr>
            <p:cNvSpPr/>
            <p:nvPr/>
          </p:nvSpPr>
          <p:spPr>
            <a:xfrm>
              <a:off x="10317480" y="3977640"/>
              <a:ext cx="6189305" cy="1417318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sp>
          <p:nvSpPr>
            <p:cNvPr id="35" name="Rectangle: Rounded Corners 34">
              <a:extLst>
                <a:ext uri="{FF2B5EF4-FFF2-40B4-BE49-F238E27FC236}">
                  <a16:creationId xmlns:a16="http://schemas.microsoft.com/office/drawing/2014/main" id="{1C9D225F-A981-4D5B-B90A-B62F755C5810}"/>
                </a:ext>
              </a:extLst>
            </p:cNvPr>
            <p:cNvSpPr/>
            <p:nvPr/>
          </p:nvSpPr>
          <p:spPr>
            <a:xfrm>
              <a:off x="10317451" y="3977640"/>
              <a:ext cx="55916" cy="141732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accent6">
                    <a:alpha val="0"/>
                  </a:schemeClr>
                </a:gs>
                <a:gs pos="99000">
                  <a:schemeClr val="accent6"/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</p:grpSp>
      <p:sp>
        <p:nvSpPr>
          <p:cNvPr id="46" name="Rectangle 45">
            <a:extLst>
              <a:ext uri="{FF2B5EF4-FFF2-40B4-BE49-F238E27FC236}">
                <a16:creationId xmlns:a16="http://schemas.microsoft.com/office/drawing/2014/main" id="{A569D414-7F08-4D26-B049-6AD66BF33243}"/>
              </a:ext>
            </a:extLst>
          </p:cNvPr>
          <p:cNvSpPr/>
          <p:nvPr/>
        </p:nvSpPr>
        <p:spPr>
          <a:xfrm>
            <a:off x="6565308" y="1572970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@John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C09E2C8F-EE9E-484C-90BC-2D538F23A95E}"/>
              </a:ext>
            </a:extLst>
          </p:cNvPr>
          <p:cNvSpPr/>
          <p:nvPr/>
        </p:nvSpPr>
        <p:spPr>
          <a:xfrm>
            <a:off x="6565308" y="2284771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@frank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4300CD51-35E1-49C3-8784-4FC95BD30624}"/>
              </a:ext>
            </a:extLst>
          </p:cNvPr>
          <p:cNvSpPr/>
          <p:nvPr/>
        </p:nvSpPr>
        <p:spPr>
          <a:xfrm>
            <a:off x="6565308" y="2996572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@Lina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AEED429-86BD-41AB-9633-74389F49152D}"/>
              </a:ext>
            </a:extLst>
          </p:cNvPr>
          <p:cNvSpPr/>
          <p:nvPr/>
        </p:nvSpPr>
        <p:spPr>
          <a:xfrm>
            <a:off x="6565308" y="3708373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</a:t>
            </a:r>
            <a:r>
              <a:rPr lang="en-US" sz="1200" dirty="0" err="1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adele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08C8536D-3902-4F33-93EF-1FEAE7AE9E93}"/>
              </a:ext>
            </a:extLst>
          </p:cNvPr>
          <p:cNvSpPr/>
          <p:nvPr/>
        </p:nvSpPr>
        <p:spPr>
          <a:xfrm>
            <a:off x="6565308" y="4420174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@any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5F1A2930-C2E5-4FCA-A11E-A73CBAAE271B}"/>
              </a:ext>
            </a:extLst>
          </p:cNvPr>
          <p:cNvSpPr/>
          <p:nvPr/>
        </p:nvSpPr>
        <p:spPr>
          <a:xfrm>
            <a:off x="6565308" y="5131975"/>
            <a:ext cx="1841113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@louis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B1A9B418-5D4C-4279-868A-0308FFE551F3}"/>
              </a:ext>
            </a:extLst>
          </p:cNvPr>
          <p:cNvSpPr/>
          <p:nvPr/>
        </p:nvSpPr>
        <p:spPr>
          <a:xfrm>
            <a:off x="7916179" y="1572970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10K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4CE5498C-CA6E-47FD-A7CA-94D65B2891FA}"/>
              </a:ext>
            </a:extLst>
          </p:cNvPr>
          <p:cNvSpPr/>
          <p:nvPr/>
        </p:nvSpPr>
        <p:spPr>
          <a:xfrm>
            <a:off x="9530060" y="1572970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9.9k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738F161A-1CC4-41C6-8BDE-F715D2BEDE4D}"/>
              </a:ext>
            </a:extLst>
          </p:cNvPr>
          <p:cNvSpPr/>
          <p:nvPr/>
        </p:nvSpPr>
        <p:spPr>
          <a:xfrm>
            <a:off x="7916179" y="2303622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9,1K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B1506327-BD27-482F-8958-B4E042104BED}"/>
              </a:ext>
            </a:extLst>
          </p:cNvPr>
          <p:cNvSpPr/>
          <p:nvPr/>
        </p:nvSpPr>
        <p:spPr>
          <a:xfrm>
            <a:off x="9530060" y="2303622"/>
            <a:ext cx="138337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9K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6D517733-4A49-4348-9A5C-63F1CB47F963}"/>
              </a:ext>
            </a:extLst>
          </p:cNvPr>
          <p:cNvSpPr/>
          <p:nvPr/>
        </p:nvSpPr>
        <p:spPr>
          <a:xfrm>
            <a:off x="7916179" y="3015423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8,2K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E224CA8-9CB7-45FA-BCCB-04541135F7CB}"/>
              </a:ext>
            </a:extLst>
          </p:cNvPr>
          <p:cNvSpPr/>
          <p:nvPr/>
        </p:nvSpPr>
        <p:spPr>
          <a:xfrm>
            <a:off x="9530060" y="3015423"/>
            <a:ext cx="138337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8,1K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D9D5FBFE-0B16-4173-B3E2-95850935F844}"/>
              </a:ext>
            </a:extLst>
          </p:cNvPr>
          <p:cNvSpPr/>
          <p:nvPr/>
        </p:nvSpPr>
        <p:spPr>
          <a:xfrm>
            <a:off x="7916179" y="3727224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7,2K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C28CE726-27C3-47CF-B378-F115E94C7D21}"/>
              </a:ext>
            </a:extLst>
          </p:cNvPr>
          <p:cNvSpPr/>
          <p:nvPr/>
        </p:nvSpPr>
        <p:spPr>
          <a:xfrm>
            <a:off x="9530060" y="3727224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7,2K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BD0D0BD9-FFE0-4A7B-9AC7-70715F8CA377}"/>
              </a:ext>
            </a:extLst>
          </p:cNvPr>
          <p:cNvSpPr/>
          <p:nvPr/>
        </p:nvSpPr>
        <p:spPr>
          <a:xfrm>
            <a:off x="7916179" y="4439025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7,1K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B5F3DA96-8463-4078-9D4F-5C31DDB666E7}"/>
              </a:ext>
            </a:extLst>
          </p:cNvPr>
          <p:cNvSpPr/>
          <p:nvPr/>
        </p:nvSpPr>
        <p:spPr>
          <a:xfrm>
            <a:off x="9530060" y="4439025"/>
            <a:ext cx="138337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6,9K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53BEBA99-0499-4F6B-B473-9C9DBC29A587}"/>
              </a:ext>
            </a:extLst>
          </p:cNvPr>
          <p:cNvSpPr/>
          <p:nvPr/>
        </p:nvSpPr>
        <p:spPr>
          <a:xfrm>
            <a:off x="7916179" y="5150826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6,7K</a:t>
            </a:r>
            <a:endParaRPr lang="id-ID" sz="1200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0F6D5EEA-BF28-4770-A605-44E6029F8282}"/>
              </a:ext>
            </a:extLst>
          </p:cNvPr>
          <p:cNvSpPr/>
          <p:nvPr/>
        </p:nvSpPr>
        <p:spPr>
          <a:xfrm>
            <a:off x="9530060" y="5150826"/>
            <a:ext cx="1383378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6,5K</a:t>
            </a:r>
            <a:endParaRPr lang="id-ID" sz="1400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4644166D-6B06-4095-8558-71F1F4988929}"/>
              </a:ext>
            </a:extLst>
          </p:cNvPr>
          <p:cNvSpPr/>
          <p:nvPr/>
        </p:nvSpPr>
        <p:spPr>
          <a:xfrm>
            <a:off x="818845" y="1989409"/>
            <a:ext cx="495629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Of Table.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AD34E03B-131C-45B8-89F9-9DE657F30A3D}"/>
              </a:ext>
            </a:extLst>
          </p:cNvPr>
          <p:cNvSpPr/>
          <p:nvPr/>
        </p:nvSpPr>
        <p:spPr>
          <a:xfrm>
            <a:off x="884403" y="4650289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374EE9BA-AD63-48BD-8EAE-161B6B8E49BC}"/>
              </a:ext>
            </a:extLst>
          </p:cNvPr>
          <p:cNvSpPr/>
          <p:nvPr/>
        </p:nvSpPr>
        <p:spPr>
          <a:xfrm>
            <a:off x="823377" y="3568690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5A683B9-808D-48B7-9B3D-5E9AFB39B20D}"/>
              </a:ext>
            </a:extLst>
          </p:cNvPr>
          <p:cNvSpPr/>
          <p:nvPr/>
        </p:nvSpPr>
        <p:spPr>
          <a:xfrm>
            <a:off x="5901462" y="972707"/>
            <a:ext cx="190268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gradFill>
                  <a:gsLst>
                    <a:gs pos="0">
                      <a:schemeClr val="accent1"/>
                    </a:gs>
                    <a:gs pos="99000">
                      <a:schemeClr val="accent2"/>
                    </a:gs>
                  </a:gsLst>
                  <a:lin ang="2700000" scaled="0"/>
                </a:gradFill>
                <a:effectLst>
                  <a:outerShdw blurRad="1270000" dist="1003300" dir="5400000" sx="85000" sy="85000" algn="t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Member</a:t>
            </a:r>
            <a:endParaRPr lang="en-US" sz="1100" baseline="34000" dirty="0">
              <a:gradFill>
                <a:gsLst>
                  <a:gs pos="0">
                    <a:schemeClr val="accent1"/>
                  </a:gs>
                  <a:gs pos="99000">
                    <a:schemeClr val="accent2"/>
                  </a:gs>
                </a:gsLst>
                <a:lin ang="2700000" scaled="0"/>
              </a:gradFill>
              <a:effectLst>
                <a:outerShdw blurRad="1270000" dist="1003300" dir="5400000" sx="85000" sy="85000" algn="t" rotWithShape="0">
                  <a:prstClr val="black">
                    <a:alpha val="40000"/>
                  </a:prstClr>
                </a:outerShdw>
              </a:effectLst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B622E897-A29A-4CA9-B82A-2E58FDAF96A0}"/>
              </a:ext>
            </a:extLst>
          </p:cNvPr>
          <p:cNvSpPr/>
          <p:nvPr/>
        </p:nvSpPr>
        <p:spPr>
          <a:xfrm>
            <a:off x="7656524" y="972707"/>
            <a:ext cx="190268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gradFill>
                  <a:gsLst>
                    <a:gs pos="0">
                      <a:schemeClr val="accent1"/>
                    </a:gs>
                    <a:gs pos="99000">
                      <a:schemeClr val="accent2"/>
                    </a:gs>
                  </a:gsLst>
                  <a:lin ang="2700000" scaled="0"/>
                </a:gradFill>
                <a:effectLst>
                  <a:outerShdw blurRad="1270000" dist="1003300" dir="5400000" sx="85000" sy="85000" algn="t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Project</a:t>
            </a:r>
            <a:endParaRPr lang="en-US" sz="1100" baseline="34000" dirty="0">
              <a:gradFill>
                <a:gsLst>
                  <a:gs pos="0">
                    <a:schemeClr val="accent1"/>
                  </a:gs>
                  <a:gs pos="99000">
                    <a:schemeClr val="accent2"/>
                  </a:gs>
                </a:gsLst>
                <a:lin ang="2700000" scaled="0"/>
              </a:gradFill>
              <a:effectLst>
                <a:outerShdw blurRad="1270000" dist="1003300" dir="5400000" sx="85000" sy="85000" algn="t" rotWithShape="0">
                  <a:prstClr val="black">
                    <a:alpha val="40000"/>
                  </a:prstClr>
                </a:outerShdw>
              </a:effectLst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F31BD2F0-17E3-409F-8600-7EBF82842569}"/>
              </a:ext>
            </a:extLst>
          </p:cNvPr>
          <p:cNvSpPr/>
          <p:nvPr/>
        </p:nvSpPr>
        <p:spPr>
          <a:xfrm>
            <a:off x="9219605" y="972707"/>
            <a:ext cx="1902688" cy="3562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b="1" dirty="0">
                <a:gradFill>
                  <a:gsLst>
                    <a:gs pos="0">
                      <a:schemeClr val="accent1"/>
                    </a:gs>
                    <a:gs pos="99000">
                      <a:schemeClr val="accent2"/>
                    </a:gs>
                  </a:gsLst>
                  <a:lin ang="2700000" scaled="0"/>
                </a:gradFill>
                <a:effectLst>
                  <a:outerShdw blurRad="1270000" dist="1003300" dir="5400000" sx="85000" sy="85000" algn="t" rotWithShape="0">
                    <a:prstClr val="black">
                      <a:alpha val="40000"/>
                    </a:prstClr>
                  </a:outerShdw>
                </a:effectLst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Complete</a:t>
            </a:r>
            <a:endParaRPr lang="en-US" sz="1100" baseline="34000" dirty="0">
              <a:gradFill>
                <a:gsLst>
                  <a:gs pos="0">
                    <a:schemeClr val="accent1"/>
                  </a:gs>
                  <a:gs pos="99000">
                    <a:schemeClr val="accent2"/>
                  </a:gs>
                </a:gsLst>
                <a:lin ang="2700000" scaled="0"/>
              </a:gradFill>
              <a:effectLst>
                <a:outerShdw blurRad="1270000" dist="1003300" dir="5400000" sx="85000" sy="85000" algn="t" rotWithShape="0">
                  <a:prstClr val="black">
                    <a:alpha val="40000"/>
                  </a:prstClr>
                </a:outerShdw>
              </a:effectLst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67674E4-14F6-BC95-6C02-5C8D3DA3A36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221A806A-A0F7-CCB8-EA21-6A419C1C93A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F015002-7E77-3F01-87A3-40686AB6532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A408A61F-3A7A-6B40-A8FA-CE58C57B05B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89CB571-0C4E-B974-0527-A0FC9AD41EC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25735E03-059D-2608-1A88-0AA5CB97D8A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587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73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    <p:cBhvr>
                                            <p:cTn id="16" dur="105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0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7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75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1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4" dur="75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5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7" dur="75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0" dur="75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3" dur="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6" dur="7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7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9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2" dur="75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5" dur="75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8" dur="75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9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1" dur="7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4" dur="75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5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7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0" dur="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3" dur="7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6" dur="75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7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9" dur="75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32" dur="75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0" grpId="0" animBg="1"/>
          <p:bldP spid="60" grpId="1" animBg="1"/>
          <p:bldP spid="60" grpId="2" animBg="1"/>
          <p:bldP spid="61" grpId="0" animBg="1"/>
          <p:bldP spid="61" grpId="1" animBg="1"/>
          <p:bldP spid="61" grpId="2" animBg="1"/>
          <p:bldP spid="62" grpId="0" animBg="1"/>
          <p:bldP spid="62" grpId="1" animBg="1"/>
          <p:bldP spid="62" grpId="2" animBg="1"/>
          <p:bldP spid="46" grpId="0"/>
          <p:bldP spid="47" grpId="0"/>
          <p:bldP spid="48" grpId="0"/>
          <p:bldP spid="49" grpId="0"/>
          <p:bldP spid="50" grpId="0"/>
          <p:bldP spid="51" grpId="0"/>
          <p:bldP spid="70" grpId="0"/>
          <p:bldP spid="71" grpId="0"/>
          <p:bldP spid="72" grpId="0"/>
          <p:bldP spid="73" grpId="0"/>
          <p:bldP spid="74" grpId="0"/>
          <p:bldP spid="75" grpId="0"/>
          <p:bldP spid="76" grpId="0"/>
          <p:bldP spid="77" grpId="0"/>
          <p:bldP spid="78" grpId="0"/>
          <p:bldP spid="79" grpId="0"/>
          <p:bldP spid="80" grpId="0"/>
          <p:bldP spid="81" grpId="0"/>
          <p:bldP spid="56" grpId="0"/>
          <p:bldP spid="56" grpId="1"/>
          <p:bldP spid="57" grpId="0" animBg="1"/>
          <p:bldP spid="58" grpId="0"/>
          <p:bldP spid="112" grpId="0"/>
          <p:bldP spid="113" grpId="0"/>
          <p:bldP spid="11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73" y="-622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    <p:cBhvr>
                                            <p:cTn id="11" dur="7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    <p:cBhvr>
                                            <p:cTn id="16" dur="105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0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75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1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4" dur="75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5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87" dur="75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0" dur="75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3" dur="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6" dur="7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7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99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2" dur="75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5" dur="75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08" dur="75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9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1" dur="7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4" dur="75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5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7" dur="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0" dur="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3" dur="7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6" dur="75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7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29" dur="75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6" presetClass="entr" presetSubtype="32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32" dur="75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0" grpId="0" animBg="1"/>
          <p:bldP spid="60" grpId="1" animBg="1"/>
          <p:bldP spid="60" grpId="2" animBg="1"/>
          <p:bldP spid="61" grpId="0" animBg="1"/>
          <p:bldP spid="61" grpId="1" animBg="1"/>
          <p:bldP spid="61" grpId="2" animBg="1"/>
          <p:bldP spid="62" grpId="0" animBg="1"/>
          <p:bldP spid="62" grpId="1" animBg="1"/>
          <p:bldP spid="62" grpId="2" animBg="1"/>
          <p:bldP spid="46" grpId="0"/>
          <p:bldP spid="47" grpId="0"/>
          <p:bldP spid="48" grpId="0"/>
          <p:bldP spid="49" grpId="0"/>
          <p:bldP spid="50" grpId="0"/>
          <p:bldP spid="51" grpId="0"/>
          <p:bldP spid="70" grpId="0"/>
          <p:bldP spid="71" grpId="0"/>
          <p:bldP spid="72" grpId="0"/>
          <p:bldP spid="73" grpId="0"/>
          <p:bldP spid="74" grpId="0"/>
          <p:bldP spid="75" grpId="0"/>
          <p:bldP spid="76" grpId="0"/>
          <p:bldP spid="77" grpId="0"/>
          <p:bldP spid="78" grpId="0"/>
          <p:bldP spid="79" grpId="0"/>
          <p:bldP spid="80" grpId="0"/>
          <p:bldP spid="81" grpId="0"/>
          <p:bldP spid="56" grpId="0"/>
          <p:bldP spid="56" grpId="1"/>
          <p:bldP spid="57" grpId="0" animBg="1"/>
          <p:bldP spid="58" grpId="0"/>
          <p:bldP spid="112" grpId="0"/>
          <p:bldP spid="113" grpId="0"/>
          <p:bldP spid="114" grpId="0"/>
        </p:bldLst>
      </p:timing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C680563-1D92-4299-8F9D-77F7A73DE8FF}"/>
              </a:ext>
            </a:extLst>
          </p:cNvPr>
          <p:cNvSpPr/>
          <p:nvPr/>
        </p:nvSpPr>
        <p:spPr>
          <a:xfrm>
            <a:off x="0" y="1"/>
            <a:ext cx="11117943" cy="6860822"/>
          </a:xfrm>
          <a:custGeom>
            <a:avLst/>
            <a:gdLst>
              <a:gd name="connsiteX0" fmla="*/ 0 w 11117943"/>
              <a:gd name="connsiteY0" fmla="*/ 0 h 6860822"/>
              <a:gd name="connsiteX1" fmla="*/ 867650 w 11117943"/>
              <a:gd name="connsiteY1" fmla="*/ 0 h 6860822"/>
              <a:gd name="connsiteX2" fmla="*/ 929499 w 11117943"/>
              <a:gd name="connsiteY2" fmla="*/ 131558 h 6860822"/>
              <a:gd name="connsiteX3" fmla="*/ 7318324 w 11117943"/>
              <a:gd name="connsiteY3" fmla="*/ 3047132 h 6860822"/>
              <a:gd name="connsiteX4" fmla="*/ 11117943 w 11117943"/>
              <a:gd name="connsiteY4" fmla="*/ 6860822 h 6860822"/>
              <a:gd name="connsiteX5" fmla="*/ 0 w 11117943"/>
              <a:gd name="connsiteY5" fmla="*/ 6860822 h 6860822"/>
              <a:gd name="connsiteX0" fmla="*/ 0 w 11117943"/>
              <a:gd name="connsiteY0" fmla="*/ 0 h 6860822"/>
              <a:gd name="connsiteX1" fmla="*/ 929499 w 11117943"/>
              <a:gd name="connsiteY1" fmla="*/ 1315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17943" h="6860822">
                <a:moveTo>
                  <a:pt x="0" y="0"/>
                </a:moveTo>
                <a:lnTo>
                  <a:pt x="2903443" y="15444"/>
                </a:lnTo>
                <a:cubicBezTo>
                  <a:pt x="1980577" y="4750511"/>
                  <a:pt x="6027983" y="3269051"/>
                  <a:pt x="7492495" y="3380960"/>
                </a:cubicBezTo>
                <a:cubicBezTo>
                  <a:pt x="9044648" y="3511181"/>
                  <a:pt x="10690595" y="4279566"/>
                  <a:pt x="11117943" y="6860822"/>
                </a:cubicBezTo>
                <a:lnTo>
                  <a:pt x="0" y="6860822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rgbClr val="3D1E66">
                  <a:alpha val="0"/>
                </a:srgbClr>
              </a:gs>
              <a:gs pos="41000">
                <a:schemeClr val="accent2">
                  <a:alpha val="20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91137B46-69E3-4319-AC43-4BB89F3A4F76}"/>
              </a:ext>
            </a:extLst>
          </p:cNvPr>
          <p:cNvGrpSpPr/>
          <p:nvPr/>
        </p:nvGrpSpPr>
        <p:grpSpPr>
          <a:xfrm rot="10800000">
            <a:off x="3557177" y="972971"/>
            <a:ext cx="2321720" cy="2246987"/>
            <a:chOff x="16952656" y="1189687"/>
            <a:chExt cx="700326" cy="677783"/>
          </a:xfrm>
        </p:grpSpPr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A0DE4C5F-4EC5-45A9-AC99-3E000D760F4E}"/>
                </a:ext>
              </a:extLst>
            </p:cNvPr>
            <p:cNvSpPr/>
            <p:nvPr/>
          </p:nvSpPr>
          <p:spPr>
            <a:xfrm>
              <a:off x="16952656" y="1191195"/>
              <a:ext cx="352425" cy="676275"/>
            </a:xfrm>
            <a:custGeom>
              <a:avLst/>
              <a:gdLst>
                <a:gd name="connsiteX0" fmla="*/ 0 w 352425"/>
                <a:gd name="connsiteY0" fmla="*/ 0 h 676275"/>
                <a:gd name="connsiteX1" fmla="*/ 152400 w 352425"/>
                <a:gd name="connsiteY1" fmla="*/ 676275 h 676275"/>
                <a:gd name="connsiteX2" fmla="*/ 352425 w 352425"/>
                <a:gd name="connsiteY2" fmla="*/ 381000 h 676275"/>
                <a:gd name="connsiteX3" fmla="*/ 0 w 352425"/>
                <a:gd name="connsiteY3" fmla="*/ 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25" h="676275">
                  <a:moveTo>
                    <a:pt x="0" y="0"/>
                  </a:moveTo>
                  <a:lnTo>
                    <a:pt x="152400" y="676275"/>
                  </a:lnTo>
                  <a:lnTo>
                    <a:pt x="352425" y="38100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1"/>
                </a:gs>
                <a:gs pos="0">
                  <a:srgbClr val="59319B">
                    <a:alpha val="0"/>
                  </a:srgbClr>
                </a:gs>
              </a:gsLst>
              <a:lin ang="2040000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91A2F62-F6EF-4EC1-8D6F-5D7F196982F8}"/>
                </a:ext>
              </a:extLst>
            </p:cNvPr>
            <p:cNvSpPr/>
            <p:nvPr/>
          </p:nvSpPr>
          <p:spPr>
            <a:xfrm>
              <a:off x="16953887" y="1189687"/>
              <a:ext cx="694094" cy="384493"/>
            </a:xfrm>
            <a:custGeom>
              <a:avLst/>
              <a:gdLst>
                <a:gd name="connsiteX0" fmla="*/ 0 w 685800"/>
                <a:gd name="connsiteY0" fmla="*/ 0 h 390525"/>
                <a:gd name="connsiteX1" fmla="*/ 685800 w 685800"/>
                <a:gd name="connsiteY1" fmla="*/ 276225 h 390525"/>
                <a:gd name="connsiteX2" fmla="*/ 342900 w 685800"/>
                <a:gd name="connsiteY2" fmla="*/ 390525 h 390525"/>
                <a:gd name="connsiteX3" fmla="*/ 0 w 685800"/>
                <a:gd name="connsiteY3" fmla="*/ 0 h 390525"/>
                <a:gd name="connsiteX0" fmla="*/ 0 w 690324"/>
                <a:gd name="connsiteY0" fmla="*/ 0 h 387509"/>
                <a:gd name="connsiteX1" fmla="*/ 690324 w 690324"/>
                <a:gd name="connsiteY1" fmla="*/ 273209 h 387509"/>
                <a:gd name="connsiteX2" fmla="*/ 347424 w 690324"/>
                <a:gd name="connsiteY2" fmla="*/ 387509 h 387509"/>
                <a:gd name="connsiteX3" fmla="*/ 0 w 690324"/>
                <a:gd name="connsiteY3" fmla="*/ 0 h 387509"/>
                <a:gd name="connsiteX0" fmla="*/ 0 w 691832"/>
                <a:gd name="connsiteY0" fmla="*/ 0 h 384493"/>
                <a:gd name="connsiteX1" fmla="*/ 691832 w 691832"/>
                <a:gd name="connsiteY1" fmla="*/ 270193 h 384493"/>
                <a:gd name="connsiteX2" fmla="*/ 348932 w 691832"/>
                <a:gd name="connsiteY2" fmla="*/ 384493 h 384493"/>
                <a:gd name="connsiteX3" fmla="*/ 0 w 691832"/>
                <a:gd name="connsiteY3" fmla="*/ 0 h 384493"/>
                <a:gd name="connsiteX0" fmla="*/ 0 w 694094"/>
                <a:gd name="connsiteY0" fmla="*/ 0 h 384493"/>
                <a:gd name="connsiteX1" fmla="*/ 694094 w 694094"/>
                <a:gd name="connsiteY1" fmla="*/ 270193 h 384493"/>
                <a:gd name="connsiteX2" fmla="*/ 351194 w 694094"/>
                <a:gd name="connsiteY2" fmla="*/ 384493 h 384493"/>
                <a:gd name="connsiteX3" fmla="*/ 0 w 694094"/>
                <a:gd name="connsiteY3" fmla="*/ 0 h 38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094" h="384493">
                  <a:moveTo>
                    <a:pt x="0" y="0"/>
                  </a:moveTo>
                  <a:lnTo>
                    <a:pt x="694094" y="270193"/>
                  </a:lnTo>
                  <a:lnTo>
                    <a:pt x="351194" y="384493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1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BDC3689-9E9C-4EBF-8FDA-E61C1E781FA8}"/>
                </a:ext>
              </a:extLst>
            </p:cNvPr>
            <p:cNvSpPr/>
            <p:nvPr/>
          </p:nvSpPr>
          <p:spPr>
            <a:xfrm>
              <a:off x="17107040" y="1459880"/>
              <a:ext cx="545942" cy="404972"/>
            </a:xfrm>
            <a:custGeom>
              <a:avLst/>
              <a:gdLst>
                <a:gd name="connsiteX0" fmla="*/ 190500 w 542925"/>
                <a:gd name="connsiteY0" fmla="*/ 95250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0500 w 542925"/>
                <a:gd name="connsiteY4" fmla="*/ 95250 h 438150"/>
                <a:gd name="connsiteX0" fmla="*/ 193516 w 542925"/>
                <a:gd name="connsiteY0" fmla="*/ 110331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3516 w 542925"/>
                <a:gd name="connsiteY4" fmla="*/ 110331 h 438150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4490 w 554990"/>
                <a:gd name="connsiteY2" fmla="*/ 314325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2982 w 554990"/>
                <a:gd name="connsiteY2" fmla="*/ 300752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0466"/>
                <a:gd name="connsiteY0" fmla="*/ 110331 h 409496"/>
                <a:gd name="connsiteX1" fmla="*/ 0 w 550466"/>
                <a:gd name="connsiteY1" fmla="*/ 409496 h 409496"/>
                <a:gd name="connsiteX2" fmla="*/ 362982 w 550466"/>
                <a:gd name="connsiteY2" fmla="*/ 300752 h 409496"/>
                <a:gd name="connsiteX3" fmla="*/ 550466 w 550466"/>
                <a:gd name="connsiteY3" fmla="*/ 0 h 409496"/>
                <a:gd name="connsiteX4" fmla="*/ 205581 w 550466"/>
                <a:gd name="connsiteY4" fmla="*/ 110331 h 409496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58458 w 545942"/>
                <a:gd name="connsiteY2" fmla="*/ 300752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70523 w 545942"/>
                <a:gd name="connsiteY2" fmla="*/ 279639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42" h="404972">
                  <a:moveTo>
                    <a:pt x="201057" y="110331"/>
                  </a:moveTo>
                  <a:lnTo>
                    <a:pt x="0" y="404972"/>
                  </a:lnTo>
                  <a:lnTo>
                    <a:pt x="370523" y="279639"/>
                  </a:lnTo>
                  <a:lnTo>
                    <a:pt x="545942" y="0"/>
                  </a:lnTo>
                  <a:lnTo>
                    <a:pt x="201057" y="110331"/>
                  </a:lnTo>
                  <a:close/>
                </a:path>
              </a:pathLst>
            </a:custGeom>
            <a:gradFill>
              <a:gsLst>
                <a:gs pos="99000">
                  <a:schemeClr val="accent1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9CFE867-DC71-4F60-AB73-03AFDF3A47A1}"/>
              </a:ext>
            </a:extLst>
          </p:cNvPr>
          <p:cNvGrpSpPr/>
          <p:nvPr/>
        </p:nvGrpSpPr>
        <p:grpSpPr>
          <a:xfrm rot="10800000" flipH="1">
            <a:off x="6618585" y="1930483"/>
            <a:ext cx="1312606" cy="1270353"/>
            <a:chOff x="16952656" y="1189687"/>
            <a:chExt cx="700326" cy="677783"/>
          </a:xfrm>
        </p:grpSpPr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66CFD08-BFF9-4342-A2ED-E08850661015}"/>
                </a:ext>
              </a:extLst>
            </p:cNvPr>
            <p:cNvSpPr/>
            <p:nvPr/>
          </p:nvSpPr>
          <p:spPr>
            <a:xfrm>
              <a:off x="16952656" y="1191195"/>
              <a:ext cx="352425" cy="676275"/>
            </a:xfrm>
            <a:custGeom>
              <a:avLst/>
              <a:gdLst>
                <a:gd name="connsiteX0" fmla="*/ 0 w 352425"/>
                <a:gd name="connsiteY0" fmla="*/ 0 h 676275"/>
                <a:gd name="connsiteX1" fmla="*/ 152400 w 352425"/>
                <a:gd name="connsiteY1" fmla="*/ 676275 h 676275"/>
                <a:gd name="connsiteX2" fmla="*/ 352425 w 352425"/>
                <a:gd name="connsiteY2" fmla="*/ 381000 h 676275"/>
                <a:gd name="connsiteX3" fmla="*/ 0 w 352425"/>
                <a:gd name="connsiteY3" fmla="*/ 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25" h="676275">
                  <a:moveTo>
                    <a:pt x="0" y="0"/>
                  </a:moveTo>
                  <a:lnTo>
                    <a:pt x="152400" y="676275"/>
                  </a:lnTo>
                  <a:lnTo>
                    <a:pt x="352425" y="38100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2"/>
                </a:gs>
                <a:gs pos="0">
                  <a:srgbClr val="59319B">
                    <a:alpha val="0"/>
                  </a:srgbClr>
                </a:gs>
              </a:gsLst>
              <a:lin ang="2040000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46B3C81-156B-49CA-BBD2-B298DA6BEE6C}"/>
                </a:ext>
              </a:extLst>
            </p:cNvPr>
            <p:cNvSpPr/>
            <p:nvPr/>
          </p:nvSpPr>
          <p:spPr>
            <a:xfrm>
              <a:off x="16953887" y="1189687"/>
              <a:ext cx="694094" cy="384493"/>
            </a:xfrm>
            <a:custGeom>
              <a:avLst/>
              <a:gdLst>
                <a:gd name="connsiteX0" fmla="*/ 0 w 685800"/>
                <a:gd name="connsiteY0" fmla="*/ 0 h 390525"/>
                <a:gd name="connsiteX1" fmla="*/ 685800 w 685800"/>
                <a:gd name="connsiteY1" fmla="*/ 276225 h 390525"/>
                <a:gd name="connsiteX2" fmla="*/ 342900 w 685800"/>
                <a:gd name="connsiteY2" fmla="*/ 390525 h 390525"/>
                <a:gd name="connsiteX3" fmla="*/ 0 w 685800"/>
                <a:gd name="connsiteY3" fmla="*/ 0 h 390525"/>
                <a:gd name="connsiteX0" fmla="*/ 0 w 690324"/>
                <a:gd name="connsiteY0" fmla="*/ 0 h 387509"/>
                <a:gd name="connsiteX1" fmla="*/ 690324 w 690324"/>
                <a:gd name="connsiteY1" fmla="*/ 273209 h 387509"/>
                <a:gd name="connsiteX2" fmla="*/ 347424 w 690324"/>
                <a:gd name="connsiteY2" fmla="*/ 387509 h 387509"/>
                <a:gd name="connsiteX3" fmla="*/ 0 w 690324"/>
                <a:gd name="connsiteY3" fmla="*/ 0 h 387509"/>
                <a:gd name="connsiteX0" fmla="*/ 0 w 691832"/>
                <a:gd name="connsiteY0" fmla="*/ 0 h 384493"/>
                <a:gd name="connsiteX1" fmla="*/ 691832 w 691832"/>
                <a:gd name="connsiteY1" fmla="*/ 270193 h 384493"/>
                <a:gd name="connsiteX2" fmla="*/ 348932 w 691832"/>
                <a:gd name="connsiteY2" fmla="*/ 384493 h 384493"/>
                <a:gd name="connsiteX3" fmla="*/ 0 w 691832"/>
                <a:gd name="connsiteY3" fmla="*/ 0 h 384493"/>
                <a:gd name="connsiteX0" fmla="*/ 0 w 694094"/>
                <a:gd name="connsiteY0" fmla="*/ 0 h 384493"/>
                <a:gd name="connsiteX1" fmla="*/ 694094 w 694094"/>
                <a:gd name="connsiteY1" fmla="*/ 270193 h 384493"/>
                <a:gd name="connsiteX2" fmla="*/ 351194 w 694094"/>
                <a:gd name="connsiteY2" fmla="*/ 384493 h 384493"/>
                <a:gd name="connsiteX3" fmla="*/ 0 w 694094"/>
                <a:gd name="connsiteY3" fmla="*/ 0 h 38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094" h="384493">
                  <a:moveTo>
                    <a:pt x="0" y="0"/>
                  </a:moveTo>
                  <a:lnTo>
                    <a:pt x="694094" y="270193"/>
                  </a:lnTo>
                  <a:lnTo>
                    <a:pt x="351194" y="384493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2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0E949AD-DF20-4FC5-AB42-FB772C5C295D}"/>
                </a:ext>
              </a:extLst>
            </p:cNvPr>
            <p:cNvSpPr/>
            <p:nvPr/>
          </p:nvSpPr>
          <p:spPr>
            <a:xfrm>
              <a:off x="17107040" y="1459880"/>
              <a:ext cx="545942" cy="404972"/>
            </a:xfrm>
            <a:custGeom>
              <a:avLst/>
              <a:gdLst>
                <a:gd name="connsiteX0" fmla="*/ 190500 w 542925"/>
                <a:gd name="connsiteY0" fmla="*/ 95250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0500 w 542925"/>
                <a:gd name="connsiteY4" fmla="*/ 95250 h 438150"/>
                <a:gd name="connsiteX0" fmla="*/ 193516 w 542925"/>
                <a:gd name="connsiteY0" fmla="*/ 110331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3516 w 542925"/>
                <a:gd name="connsiteY4" fmla="*/ 110331 h 438150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4490 w 554990"/>
                <a:gd name="connsiteY2" fmla="*/ 314325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2982 w 554990"/>
                <a:gd name="connsiteY2" fmla="*/ 300752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0466"/>
                <a:gd name="connsiteY0" fmla="*/ 110331 h 409496"/>
                <a:gd name="connsiteX1" fmla="*/ 0 w 550466"/>
                <a:gd name="connsiteY1" fmla="*/ 409496 h 409496"/>
                <a:gd name="connsiteX2" fmla="*/ 362982 w 550466"/>
                <a:gd name="connsiteY2" fmla="*/ 300752 h 409496"/>
                <a:gd name="connsiteX3" fmla="*/ 550466 w 550466"/>
                <a:gd name="connsiteY3" fmla="*/ 0 h 409496"/>
                <a:gd name="connsiteX4" fmla="*/ 205581 w 550466"/>
                <a:gd name="connsiteY4" fmla="*/ 110331 h 409496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58458 w 545942"/>
                <a:gd name="connsiteY2" fmla="*/ 300752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70523 w 545942"/>
                <a:gd name="connsiteY2" fmla="*/ 279639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42" h="404972">
                  <a:moveTo>
                    <a:pt x="201057" y="110331"/>
                  </a:moveTo>
                  <a:lnTo>
                    <a:pt x="0" y="404972"/>
                  </a:lnTo>
                  <a:lnTo>
                    <a:pt x="370523" y="279639"/>
                  </a:lnTo>
                  <a:lnTo>
                    <a:pt x="545942" y="0"/>
                  </a:lnTo>
                  <a:lnTo>
                    <a:pt x="201057" y="110331"/>
                  </a:lnTo>
                  <a:close/>
                </a:path>
              </a:pathLst>
            </a:custGeom>
            <a:gradFill>
              <a:gsLst>
                <a:gs pos="99000">
                  <a:schemeClr val="accent2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2E2C6E6-E089-4A80-A3D5-EB758EE8D059}"/>
              </a:ext>
            </a:extLst>
          </p:cNvPr>
          <p:cNvGrpSpPr/>
          <p:nvPr/>
        </p:nvGrpSpPr>
        <p:grpSpPr>
          <a:xfrm rot="10800000" flipV="1">
            <a:off x="4342121" y="4050997"/>
            <a:ext cx="1421478" cy="1375722"/>
            <a:chOff x="16952656" y="1189687"/>
            <a:chExt cx="700326" cy="677783"/>
          </a:xfrm>
        </p:grpSpPr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375684D-7BE6-47BA-8778-7D0951B49665}"/>
                </a:ext>
              </a:extLst>
            </p:cNvPr>
            <p:cNvSpPr/>
            <p:nvPr/>
          </p:nvSpPr>
          <p:spPr>
            <a:xfrm>
              <a:off x="16952656" y="1191195"/>
              <a:ext cx="352425" cy="676275"/>
            </a:xfrm>
            <a:custGeom>
              <a:avLst/>
              <a:gdLst>
                <a:gd name="connsiteX0" fmla="*/ 0 w 352425"/>
                <a:gd name="connsiteY0" fmla="*/ 0 h 676275"/>
                <a:gd name="connsiteX1" fmla="*/ 152400 w 352425"/>
                <a:gd name="connsiteY1" fmla="*/ 676275 h 676275"/>
                <a:gd name="connsiteX2" fmla="*/ 352425 w 352425"/>
                <a:gd name="connsiteY2" fmla="*/ 381000 h 676275"/>
                <a:gd name="connsiteX3" fmla="*/ 0 w 352425"/>
                <a:gd name="connsiteY3" fmla="*/ 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25" h="676275">
                  <a:moveTo>
                    <a:pt x="0" y="0"/>
                  </a:moveTo>
                  <a:lnTo>
                    <a:pt x="152400" y="676275"/>
                  </a:lnTo>
                  <a:lnTo>
                    <a:pt x="352425" y="38100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3"/>
                </a:gs>
                <a:gs pos="0">
                  <a:srgbClr val="59319B">
                    <a:alpha val="0"/>
                  </a:srgbClr>
                </a:gs>
              </a:gsLst>
              <a:lin ang="2040000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72BE4E3-3C34-4ECA-BED7-A19AA84EAEBD}"/>
                </a:ext>
              </a:extLst>
            </p:cNvPr>
            <p:cNvSpPr/>
            <p:nvPr/>
          </p:nvSpPr>
          <p:spPr>
            <a:xfrm>
              <a:off x="16953887" y="1189687"/>
              <a:ext cx="694094" cy="384493"/>
            </a:xfrm>
            <a:custGeom>
              <a:avLst/>
              <a:gdLst>
                <a:gd name="connsiteX0" fmla="*/ 0 w 685800"/>
                <a:gd name="connsiteY0" fmla="*/ 0 h 390525"/>
                <a:gd name="connsiteX1" fmla="*/ 685800 w 685800"/>
                <a:gd name="connsiteY1" fmla="*/ 276225 h 390525"/>
                <a:gd name="connsiteX2" fmla="*/ 342900 w 685800"/>
                <a:gd name="connsiteY2" fmla="*/ 390525 h 390525"/>
                <a:gd name="connsiteX3" fmla="*/ 0 w 685800"/>
                <a:gd name="connsiteY3" fmla="*/ 0 h 390525"/>
                <a:gd name="connsiteX0" fmla="*/ 0 w 690324"/>
                <a:gd name="connsiteY0" fmla="*/ 0 h 387509"/>
                <a:gd name="connsiteX1" fmla="*/ 690324 w 690324"/>
                <a:gd name="connsiteY1" fmla="*/ 273209 h 387509"/>
                <a:gd name="connsiteX2" fmla="*/ 347424 w 690324"/>
                <a:gd name="connsiteY2" fmla="*/ 387509 h 387509"/>
                <a:gd name="connsiteX3" fmla="*/ 0 w 690324"/>
                <a:gd name="connsiteY3" fmla="*/ 0 h 387509"/>
                <a:gd name="connsiteX0" fmla="*/ 0 w 691832"/>
                <a:gd name="connsiteY0" fmla="*/ 0 h 384493"/>
                <a:gd name="connsiteX1" fmla="*/ 691832 w 691832"/>
                <a:gd name="connsiteY1" fmla="*/ 270193 h 384493"/>
                <a:gd name="connsiteX2" fmla="*/ 348932 w 691832"/>
                <a:gd name="connsiteY2" fmla="*/ 384493 h 384493"/>
                <a:gd name="connsiteX3" fmla="*/ 0 w 691832"/>
                <a:gd name="connsiteY3" fmla="*/ 0 h 384493"/>
                <a:gd name="connsiteX0" fmla="*/ 0 w 694094"/>
                <a:gd name="connsiteY0" fmla="*/ 0 h 384493"/>
                <a:gd name="connsiteX1" fmla="*/ 694094 w 694094"/>
                <a:gd name="connsiteY1" fmla="*/ 270193 h 384493"/>
                <a:gd name="connsiteX2" fmla="*/ 351194 w 694094"/>
                <a:gd name="connsiteY2" fmla="*/ 384493 h 384493"/>
                <a:gd name="connsiteX3" fmla="*/ 0 w 694094"/>
                <a:gd name="connsiteY3" fmla="*/ 0 h 38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094" h="384493">
                  <a:moveTo>
                    <a:pt x="0" y="0"/>
                  </a:moveTo>
                  <a:lnTo>
                    <a:pt x="694094" y="270193"/>
                  </a:lnTo>
                  <a:lnTo>
                    <a:pt x="351194" y="384493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3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8B5CDB25-817B-43EC-9A4D-38331CE6B8A8}"/>
                </a:ext>
              </a:extLst>
            </p:cNvPr>
            <p:cNvSpPr/>
            <p:nvPr/>
          </p:nvSpPr>
          <p:spPr>
            <a:xfrm>
              <a:off x="17107040" y="1459880"/>
              <a:ext cx="545942" cy="404972"/>
            </a:xfrm>
            <a:custGeom>
              <a:avLst/>
              <a:gdLst>
                <a:gd name="connsiteX0" fmla="*/ 190500 w 542925"/>
                <a:gd name="connsiteY0" fmla="*/ 95250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0500 w 542925"/>
                <a:gd name="connsiteY4" fmla="*/ 95250 h 438150"/>
                <a:gd name="connsiteX0" fmla="*/ 193516 w 542925"/>
                <a:gd name="connsiteY0" fmla="*/ 110331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3516 w 542925"/>
                <a:gd name="connsiteY4" fmla="*/ 110331 h 438150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4490 w 554990"/>
                <a:gd name="connsiteY2" fmla="*/ 314325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2982 w 554990"/>
                <a:gd name="connsiteY2" fmla="*/ 300752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0466"/>
                <a:gd name="connsiteY0" fmla="*/ 110331 h 409496"/>
                <a:gd name="connsiteX1" fmla="*/ 0 w 550466"/>
                <a:gd name="connsiteY1" fmla="*/ 409496 h 409496"/>
                <a:gd name="connsiteX2" fmla="*/ 362982 w 550466"/>
                <a:gd name="connsiteY2" fmla="*/ 300752 h 409496"/>
                <a:gd name="connsiteX3" fmla="*/ 550466 w 550466"/>
                <a:gd name="connsiteY3" fmla="*/ 0 h 409496"/>
                <a:gd name="connsiteX4" fmla="*/ 205581 w 550466"/>
                <a:gd name="connsiteY4" fmla="*/ 110331 h 409496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58458 w 545942"/>
                <a:gd name="connsiteY2" fmla="*/ 300752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70523 w 545942"/>
                <a:gd name="connsiteY2" fmla="*/ 279639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42" h="404972">
                  <a:moveTo>
                    <a:pt x="201057" y="110331"/>
                  </a:moveTo>
                  <a:lnTo>
                    <a:pt x="0" y="404972"/>
                  </a:lnTo>
                  <a:lnTo>
                    <a:pt x="370523" y="279639"/>
                  </a:lnTo>
                  <a:lnTo>
                    <a:pt x="545942" y="0"/>
                  </a:lnTo>
                  <a:lnTo>
                    <a:pt x="201057" y="110331"/>
                  </a:lnTo>
                  <a:close/>
                </a:path>
              </a:pathLst>
            </a:custGeom>
            <a:gradFill>
              <a:gsLst>
                <a:gs pos="99000">
                  <a:schemeClr val="accent3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7A244FE-BD7B-4B11-B687-92CAD2F85CA9}"/>
              </a:ext>
            </a:extLst>
          </p:cNvPr>
          <p:cNvGrpSpPr/>
          <p:nvPr/>
        </p:nvGrpSpPr>
        <p:grpSpPr>
          <a:xfrm rot="10800000" flipH="1" flipV="1">
            <a:off x="6331242" y="3964634"/>
            <a:ext cx="1984268" cy="1920396"/>
            <a:chOff x="16952656" y="1189687"/>
            <a:chExt cx="700326" cy="677783"/>
          </a:xfrm>
        </p:grpSpPr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A96F88DC-8143-47E9-9671-7310058B1941}"/>
                </a:ext>
              </a:extLst>
            </p:cNvPr>
            <p:cNvSpPr/>
            <p:nvPr/>
          </p:nvSpPr>
          <p:spPr>
            <a:xfrm>
              <a:off x="16952656" y="1191195"/>
              <a:ext cx="352425" cy="676275"/>
            </a:xfrm>
            <a:custGeom>
              <a:avLst/>
              <a:gdLst>
                <a:gd name="connsiteX0" fmla="*/ 0 w 352425"/>
                <a:gd name="connsiteY0" fmla="*/ 0 h 676275"/>
                <a:gd name="connsiteX1" fmla="*/ 152400 w 352425"/>
                <a:gd name="connsiteY1" fmla="*/ 676275 h 676275"/>
                <a:gd name="connsiteX2" fmla="*/ 352425 w 352425"/>
                <a:gd name="connsiteY2" fmla="*/ 381000 h 676275"/>
                <a:gd name="connsiteX3" fmla="*/ 0 w 352425"/>
                <a:gd name="connsiteY3" fmla="*/ 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25" h="676275">
                  <a:moveTo>
                    <a:pt x="0" y="0"/>
                  </a:moveTo>
                  <a:lnTo>
                    <a:pt x="152400" y="676275"/>
                  </a:lnTo>
                  <a:lnTo>
                    <a:pt x="352425" y="38100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4"/>
                </a:gs>
                <a:gs pos="0">
                  <a:srgbClr val="59319B">
                    <a:alpha val="0"/>
                  </a:srgbClr>
                </a:gs>
              </a:gsLst>
              <a:lin ang="2040000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09EC8CE-0164-4C86-B295-1207BBBA4605}"/>
                </a:ext>
              </a:extLst>
            </p:cNvPr>
            <p:cNvSpPr/>
            <p:nvPr/>
          </p:nvSpPr>
          <p:spPr>
            <a:xfrm>
              <a:off x="16953887" y="1189687"/>
              <a:ext cx="694094" cy="384493"/>
            </a:xfrm>
            <a:custGeom>
              <a:avLst/>
              <a:gdLst>
                <a:gd name="connsiteX0" fmla="*/ 0 w 685800"/>
                <a:gd name="connsiteY0" fmla="*/ 0 h 390525"/>
                <a:gd name="connsiteX1" fmla="*/ 685800 w 685800"/>
                <a:gd name="connsiteY1" fmla="*/ 276225 h 390525"/>
                <a:gd name="connsiteX2" fmla="*/ 342900 w 685800"/>
                <a:gd name="connsiteY2" fmla="*/ 390525 h 390525"/>
                <a:gd name="connsiteX3" fmla="*/ 0 w 685800"/>
                <a:gd name="connsiteY3" fmla="*/ 0 h 390525"/>
                <a:gd name="connsiteX0" fmla="*/ 0 w 690324"/>
                <a:gd name="connsiteY0" fmla="*/ 0 h 387509"/>
                <a:gd name="connsiteX1" fmla="*/ 690324 w 690324"/>
                <a:gd name="connsiteY1" fmla="*/ 273209 h 387509"/>
                <a:gd name="connsiteX2" fmla="*/ 347424 w 690324"/>
                <a:gd name="connsiteY2" fmla="*/ 387509 h 387509"/>
                <a:gd name="connsiteX3" fmla="*/ 0 w 690324"/>
                <a:gd name="connsiteY3" fmla="*/ 0 h 387509"/>
                <a:gd name="connsiteX0" fmla="*/ 0 w 691832"/>
                <a:gd name="connsiteY0" fmla="*/ 0 h 384493"/>
                <a:gd name="connsiteX1" fmla="*/ 691832 w 691832"/>
                <a:gd name="connsiteY1" fmla="*/ 270193 h 384493"/>
                <a:gd name="connsiteX2" fmla="*/ 348932 w 691832"/>
                <a:gd name="connsiteY2" fmla="*/ 384493 h 384493"/>
                <a:gd name="connsiteX3" fmla="*/ 0 w 691832"/>
                <a:gd name="connsiteY3" fmla="*/ 0 h 384493"/>
                <a:gd name="connsiteX0" fmla="*/ 0 w 694094"/>
                <a:gd name="connsiteY0" fmla="*/ 0 h 384493"/>
                <a:gd name="connsiteX1" fmla="*/ 694094 w 694094"/>
                <a:gd name="connsiteY1" fmla="*/ 270193 h 384493"/>
                <a:gd name="connsiteX2" fmla="*/ 351194 w 694094"/>
                <a:gd name="connsiteY2" fmla="*/ 384493 h 384493"/>
                <a:gd name="connsiteX3" fmla="*/ 0 w 694094"/>
                <a:gd name="connsiteY3" fmla="*/ 0 h 38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4094" h="384493">
                  <a:moveTo>
                    <a:pt x="0" y="0"/>
                  </a:moveTo>
                  <a:lnTo>
                    <a:pt x="694094" y="270193"/>
                  </a:lnTo>
                  <a:lnTo>
                    <a:pt x="351194" y="384493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99000">
                  <a:schemeClr val="accent2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1B66D1CA-B018-4222-BB67-4AB437DE89A8}"/>
                </a:ext>
              </a:extLst>
            </p:cNvPr>
            <p:cNvSpPr/>
            <p:nvPr/>
          </p:nvSpPr>
          <p:spPr>
            <a:xfrm>
              <a:off x="17107040" y="1459880"/>
              <a:ext cx="545942" cy="404972"/>
            </a:xfrm>
            <a:custGeom>
              <a:avLst/>
              <a:gdLst>
                <a:gd name="connsiteX0" fmla="*/ 190500 w 542925"/>
                <a:gd name="connsiteY0" fmla="*/ 95250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0500 w 542925"/>
                <a:gd name="connsiteY4" fmla="*/ 95250 h 438150"/>
                <a:gd name="connsiteX0" fmla="*/ 193516 w 542925"/>
                <a:gd name="connsiteY0" fmla="*/ 110331 h 438150"/>
                <a:gd name="connsiteX1" fmla="*/ 0 w 542925"/>
                <a:gd name="connsiteY1" fmla="*/ 438150 h 438150"/>
                <a:gd name="connsiteX2" fmla="*/ 352425 w 542925"/>
                <a:gd name="connsiteY2" fmla="*/ 314325 h 438150"/>
                <a:gd name="connsiteX3" fmla="*/ 542925 w 542925"/>
                <a:gd name="connsiteY3" fmla="*/ 0 h 438150"/>
                <a:gd name="connsiteX4" fmla="*/ 193516 w 542925"/>
                <a:gd name="connsiteY4" fmla="*/ 110331 h 438150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4490 w 554990"/>
                <a:gd name="connsiteY2" fmla="*/ 314325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4990"/>
                <a:gd name="connsiteY0" fmla="*/ 110331 h 409496"/>
                <a:gd name="connsiteX1" fmla="*/ 0 w 554990"/>
                <a:gd name="connsiteY1" fmla="*/ 409496 h 409496"/>
                <a:gd name="connsiteX2" fmla="*/ 362982 w 554990"/>
                <a:gd name="connsiteY2" fmla="*/ 300752 h 409496"/>
                <a:gd name="connsiteX3" fmla="*/ 554990 w 554990"/>
                <a:gd name="connsiteY3" fmla="*/ 0 h 409496"/>
                <a:gd name="connsiteX4" fmla="*/ 205581 w 554990"/>
                <a:gd name="connsiteY4" fmla="*/ 110331 h 409496"/>
                <a:gd name="connsiteX0" fmla="*/ 205581 w 550466"/>
                <a:gd name="connsiteY0" fmla="*/ 110331 h 409496"/>
                <a:gd name="connsiteX1" fmla="*/ 0 w 550466"/>
                <a:gd name="connsiteY1" fmla="*/ 409496 h 409496"/>
                <a:gd name="connsiteX2" fmla="*/ 362982 w 550466"/>
                <a:gd name="connsiteY2" fmla="*/ 300752 h 409496"/>
                <a:gd name="connsiteX3" fmla="*/ 550466 w 550466"/>
                <a:gd name="connsiteY3" fmla="*/ 0 h 409496"/>
                <a:gd name="connsiteX4" fmla="*/ 205581 w 550466"/>
                <a:gd name="connsiteY4" fmla="*/ 110331 h 409496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58458 w 545942"/>
                <a:gd name="connsiteY2" fmla="*/ 300752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  <a:gd name="connsiteX0" fmla="*/ 201057 w 545942"/>
                <a:gd name="connsiteY0" fmla="*/ 110331 h 404972"/>
                <a:gd name="connsiteX1" fmla="*/ 0 w 545942"/>
                <a:gd name="connsiteY1" fmla="*/ 404972 h 404972"/>
                <a:gd name="connsiteX2" fmla="*/ 370523 w 545942"/>
                <a:gd name="connsiteY2" fmla="*/ 279639 h 404972"/>
                <a:gd name="connsiteX3" fmla="*/ 545942 w 545942"/>
                <a:gd name="connsiteY3" fmla="*/ 0 h 404972"/>
                <a:gd name="connsiteX4" fmla="*/ 201057 w 545942"/>
                <a:gd name="connsiteY4" fmla="*/ 110331 h 40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42" h="404972">
                  <a:moveTo>
                    <a:pt x="201057" y="110331"/>
                  </a:moveTo>
                  <a:lnTo>
                    <a:pt x="0" y="404972"/>
                  </a:lnTo>
                  <a:lnTo>
                    <a:pt x="370523" y="279639"/>
                  </a:lnTo>
                  <a:lnTo>
                    <a:pt x="545942" y="0"/>
                  </a:lnTo>
                  <a:lnTo>
                    <a:pt x="201057" y="110331"/>
                  </a:lnTo>
                  <a:close/>
                </a:path>
              </a:pathLst>
            </a:custGeom>
            <a:gradFill>
              <a:gsLst>
                <a:gs pos="99000">
                  <a:schemeClr val="accent4"/>
                </a:gs>
                <a:gs pos="0">
                  <a:srgbClr val="59319B">
                    <a:alpha val="0"/>
                  </a:srgbClr>
                </a:gs>
              </a:gsLst>
              <a:lin ang="0" scaled="0"/>
            </a:gradFill>
            <a:ln cap="rnd">
              <a:noFill/>
              <a:round/>
            </a:ln>
            <a:effectLst>
              <a:outerShdw blurRad="292100" dist="508000" dir="5400000" algn="t" rotWithShape="0">
                <a:prstClr val="black">
                  <a:alpha val="1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id-ID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6F9D10B3-4274-4FB7-A7C1-4FD9F9185178}"/>
              </a:ext>
            </a:extLst>
          </p:cNvPr>
          <p:cNvSpPr/>
          <p:nvPr/>
        </p:nvSpPr>
        <p:spPr>
          <a:xfrm>
            <a:off x="2496457" y="2565400"/>
            <a:ext cx="7199086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Take A Break And Enjoy The Meal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8F233EF1-1A67-4F1B-BBC7-36CBC425C1AD}"/>
              </a:ext>
            </a:extLst>
          </p:cNvPr>
          <p:cNvSpPr/>
          <p:nvPr/>
        </p:nvSpPr>
        <p:spPr>
          <a:xfrm>
            <a:off x="4813300" y="4195817"/>
            <a:ext cx="2565400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Join Project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287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9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8.33333E-7 4.44444E-6 L -0.02214 -0.04769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07" y="-238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3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75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4.58333E-6 -4.07407E-6 L 0.01511 -0.03518 " pathEditMode="relative" rAng="0" ptsTypes="AA">
                                          <p:cBhvr>
                                            <p:cTn id="16" dur="100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5" y="-17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6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1.04167E-6 4.44444E-6 L 0.01966 0.05208 " pathEditMode="relative" rAng="0" ptsTypes="AA">
                                          <p:cBhvr>
                                            <p:cTn id="22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77" y="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1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75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3.125E-6 -2.22222E-6 L -0.01966 0.03426 " pathEditMode="relative" rAng="0" ptsTypes="AA">
                                          <p:cBhvr>
                                            <p:cTn id="28" dur="100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90" y="1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/>
          <p:bldP spid="25" grpId="1"/>
          <p:bldP spid="2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9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8.33333E-7 4.44444E-6 L -0.02214 -0.04769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07" y="-238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3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75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4.58333E-6 -4.07407E-6 L 0.01511 -0.03518 " pathEditMode="relative" rAng="0" ptsTypes="AA">
                                          <p:cBhvr>
                                            <p:cTn id="16" dur="1000" fill="hold"/>
                                            <p:tgtEl>
                                              <p:spTgt spid="1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5" y="-17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6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1.04167E-6 4.44444E-6 L 0.01966 0.05208 " pathEditMode="relative" rAng="0" ptsTypes="AA">
                                          <p:cBhvr>
                                            <p:cTn id="22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77" y="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1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75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3.125E-6 -2.22222E-6 L -0.01966 0.03426 " pathEditMode="relative" rAng="0" ptsTypes="AA">
                                          <p:cBhvr>
                                            <p:cTn id="28" dur="1000" fill="hold"/>
                                            <p:tgtEl>
                                              <p:spTgt spid="19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90" y="1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/>
          <p:bldP spid="25" grpId="1"/>
          <p:bldP spid="26" grpId="0" animBg="1"/>
        </p:bldLst>
      </p:timing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C49EE919-06A2-46D0-BCFA-EC06DA61DDAD}"/>
              </a:ext>
            </a:extLst>
          </p:cNvPr>
          <p:cNvSpPr>
            <a:spLocks/>
          </p:cNvSpPr>
          <p:nvPr/>
        </p:nvSpPr>
        <p:spPr bwMode="auto">
          <a:xfrm flipV="1">
            <a:off x="821833" y="1170751"/>
            <a:ext cx="10548334" cy="5143446"/>
          </a:xfrm>
          <a:custGeom>
            <a:avLst/>
            <a:gdLst>
              <a:gd name="connsiteX0" fmla="*/ 2603853 w 9408955"/>
              <a:gd name="connsiteY0" fmla="*/ 61825 h 4587875"/>
              <a:gd name="connsiteX1" fmla="*/ 2631240 w 9408955"/>
              <a:gd name="connsiteY1" fmla="*/ 39559 h 4587875"/>
              <a:gd name="connsiteX2" fmla="*/ 2622197 w 9408955"/>
              <a:gd name="connsiteY2" fmla="*/ 0 h 4587875"/>
              <a:gd name="connsiteX3" fmla="*/ 2571096 w 9408955"/>
              <a:gd name="connsiteY3" fmla="*/ 0 h 4587875"/>
              <a:gd name="connsiteX4" fmla="*/ 2570192 w 9408955"/>
              <a:gd name="connsiteY4" fmla="*/ 49506 h 4587875"/>
              <a:gd name="connsiteX5" fmla="*/ 2603853 w 9408955"/>
              <a:gd name="connsiteY5" fmla="*/ 61825 h 4587875"/>
              <a:gd name="connsiteX6" fmla="*/ 2600397 w 9408955"/>
              <a:gd name="connsiteY6" fmla="*/ 161113 h 4587875"/>
              <a:gd name="connsiteX7" fmla="*/ 2629196 w 9408955"/>
              <a:gd name="connsiteY7" fmla="*/ 128360 h 4587875"/>
              <a:gd name="connsiteX8" fmla="*/ 2576354 w 9408955"/>
              <a:gd name="connsiteY8" fmla="*/ 107269 h 4587875"/>
              <a:gd name="connsiteX9" fmla="*/ 2584065 w 9408955"/>
              <a:gd name="connsiteY9" fmla="*/ 159430 h 4587875"/>
              <a:gd name="connsiteX10" fmla="*/ 2600397 w 9408955"/>
              <a:gd name="connsiteY10" fmla="*/ 161113 h 4587875"/>
              <a:gd name="connsiteX11" fmla="*/ 2503793 w 9408955"/>
              <a:gd name="connsiteY11" fmla="*/ 161992 h 4587875"/>
              <a:gd name="connsiteX12" fmla="*/ 2525627 w 9408955"/>
              <a:gd name="connsiteY12" fmla="*/ 121958 h 4587875"/>
              <a:gd name="connsiteX13" fmla="*/ 2469004 w 9408955"/>
              <a:gd name="connsiteY13" fmla="*/ 113974 h 4587875"/>
              <a:gd name="connsiteX14" fmla="*/ 2486980 w 9408955"/>
              <a:gd name="connsiteY14" fmla="*/ 161194 h 4587875"/>
              <a:gd name="connsiteX15" fmla="*/ 2503793 w 9408955"/>
              <a:gd name="connsiteY15" fmla="*/ 161992 h 4587875"/>
              <a:gd name="connsiteX16" fmla="*/ 2594321 w 9408955"/>
              <a:gd name="connsiteY16" fmla="*/ 267954 h 4587875"/>
              <a:gd name="connsiteX17" fmla="*/ 2631299 w 9408955"/>
              <a:gd name="connsiteY17" fmla="*/ 233600 h 4587875"/>
              <a:gd name="connsiteX18" fmla="*/ 2583327 w 9408955"/>
              <a:gd name="connsiteY18" fmla="*/ 203599 h 4587875"/>
              <a:gd name="connsiteX19" fmla="*/ 2576601 w 9408955"/>
              <a:gd name="connsiteY19" fmla="*/ 261120 h 4587875"/>
              <a:gd name="connsiteX20" fmla="*/ 2594321 w 9408955"/>
              <a:gd name="connsiteY20" fmla="*/ 267954 h 4587875"/>
              <a:gd name="connsiteX21" fmla="*/ 2495126 w 9408955"/>
              <a:gd name="connsiteY21" fmla="*/ 268814 h 4587875"/>
              <a:gd name="connsiteX22" fmla="*/ 2528769 w 9408955"/>
              <a:gd name="connsiteY22" fmla="*/ 234200 h 4587875"/>
              <a:gd name="connsiteX23" fmla="*/ 2466944 w 9408955"/>
              <a:gd name="connsiteY23" fmla="*/ 213418 h 4587875"/>
              <a:gd name="connsiteX24" fmla="*/ 2477696 w 9408955"/>
              <a:gd name="connsiteY24" fmla="*/ 264911 h 4587875"/>
              <a:gd name="connsiteX25" fmla="*/ 2495126 w 9408955"/>
              <a:gd name="connsiteY25" fmla="*/ 268814 h 4587875"/>
              <a:gd name="connsiteX26" fmla="*/ 2498498 w 9408955"/>
              <a:gd name="connsiteY26" fmla="*/ 371196 h 4587875"/>
              <a:gd name="connsiteX27" fmla="*/ 2528637 w 9408955"/>
              <a:gd name="connsiteY27" fmla="*/ 329653 h 4587875"/>
              <a:gd name="connsiteX28" fmla="*/ 2463010 w 9408955"/>
              <a:gd name="connsiteY28" fmla="*/ 323093 h 4587875"/>
              <a:gd name="connsiteX29" fmla="*/ 2478843 w 9408955"/>
              <a:gd name="connsiteY29" fmla="*/ 367428 h 4587875"/>
              <a:gd name="connsiteX30" fmla="*/ 2498498 w 9408955"/>
              <a:gd name="connsiteY30" fmla="*/ 371196 h 4587875"/>
              <a:gd name="connsiteX31" fmla="*/ 2600790 w 9408955"/>
              <a:gd name="connsiteY31" fmla="*/ 371499 h 4587875"/>
              <a:gd name="connsiteX32" fmla="*/ 2633220 w 9408955"/>
              <a:gd name="connsiteY32" fmla="*/ 338158 h 4587875"/>
              <a:gd name="connsiteX33" fmla="*/ 2569200 w 9408955"/>
              <a:gd name="connsiteY33" fmla="*/ 317641 h 4587875"/>
              <a:gd name="connsiteX34" fmla="*/ 2583656 w 9408955"/>
              <a:gd name="connsiteY34" fmla="*/ 368934 h 4587875"/>
              <a:gd name="connsiteX35" fmla="*/ 2600790 w 9408955"/>
              <a:gd name="connsiteY35" fmla="*/ 371499 h 4587875"/>
              <a:gd name="connsiteX36" fmla="*/ 8870155 w 9408955"/>
              <a:gd name="connsiteY36" fmla="*/ 371814 h 4587875"/>
              <a:gd name="connsiteX37" fmla="*/ 8899042 w 9408955"/>
              <a:gd name="connsiteY37" fmla="*/ 324909 h 4587875"/>
              <a:gd name="connsiteX38" fmla="*/ 8834764 w 9408955"/>
              <a:gd name="connsiteY38" fmla="*/ 322152 h 4587875"/>
              <a:gd name="connsiteX39" fmla="*/ 8849632 w 9408955"/>
              <a:gd name="connsiteY39" fmla="*/ 367176 h 4587875"/>
              <a:gd name="connsiteX40" fmla="*/ 8870155 w 9408955"/>
              <a:gd name="connsiteY40" fmla="*/ 371814 h 4587875"/>
              <a:gd name="connsiteX41" fmla="*/ 2496285 w 9408955"/>
              <a:gd name="connsiteY41" fmla="*/ 463938 h 4587875"/>
              <a:gd name="connsiteX42" fmla="*/ 2512569 w 9408955"/>
              <a:gd name="connsiteY42" fmla="*/ 422242 h 4587875"/>
              <a:gd name="connsiteX43" fmla="*/ 2477762 w 9408955"/>
              <a:gd name="connsiteY43" fmla="*/ 457933 h 4587875"/>
              <a:gd name="connsiteX44" fmla="*/ 2496285 w 9408955"/>
              <a:gd name="connsiteY44" fmla="*/ 463938 h 4587875"/>
              <a:gd name="connsiteX45" fmla="*/ 2712852 w 9408955"/>
              <a:gd name="connsiteY45" fmla="*/ 472937 h 4587875"/>
              <a:gd name="connsiteX46" fmla="*/ 2731250 w 9408955"/>
              <a:gd name="connsiteY46" fmla="*/ 456459 h 4587875"/>
              <a:gd name="connsiteX47" fmla="*/ 2684305 w 9408955"/>
              <a:gd name="connsiteY47" fmla="*/ 407770 h 4587875"/>
              <a:gd name="connsiteX48" fmla="*/ 2688161 w 9408955"/>
              <a:gd name="connsiteY48" fmla="*/ 472535 h 4587875"/>
              <a:gd name="connsiteX49" fmla="*/ 2712852 w 9408955"/>
              <a:gd name="connsiteY49" fmla="*/ 472937 h 4587875"/>
              <a:gd name="connsiteX50" fmla="*/ 8983250 w 9408955"/>
              <a:gd name="connsiteY50" fmla="*/ 473120 h 4587875"/>
              <a:gd name="connsiteX51" fmla="*/ 9002291 w 9408955"/>
              <a:gd name="connsiteY51" fmla="*/ 450594 h 4587875"/>
              <a:gd name="connsiteX52" fmla="*/ 8959876 w 9408955"/>
              <a:gd name="connsiteY52" fmla="*/ 404505 h 4587875"/>
              <a:gd name="connsiteX53" fmla="*/ 8953263 w 9408955"/>
              <a:gd name="connsiteY53" fmla="*/ 471795 h 4587875"/>
              <a:gd name="connsiteX54" fmla="*/ 8983250 w 9408955"/>
              <a:gd name="connsiteY54" fmla="*/ 473120 h 4587875"/>
              <a:gd name="connsiteX55" fmla="*/ 2600110 w 9408955"/>
              <a:gd name="connsiteY55" fmla="*/ 475201 h 4587875"/>
              <a:gd name="connsiteX56" fmla="*/ 2631678 w 9408955"/>
              <a:gd name="connsiteY56" fmla="*/ 443820 h 4587875"/>
              <a:gd name="connsiteX57" fmla="*/ 2584598 w 9408955"/>
              <a:gd name="connsiteY57" fmla="*/ 406853 h 4587875"/>
              <a:gd name="connsiteX58" fmla="*/ 2584144 w 9408955"/>
              <a:gd name="connsiteY58" fmla="*/ 471714 h 4587875"/>
              <a:gd name="connsiteX59" fmla="*/ 2600110 w 9408955"/>
              <a:gd name="connsiteY59" fmla="*/ 475201 h 4587875"/>
              <a:gd name="connsiteX60" fmla="*/ 2710262 w 9408955"/>
              <a:gd name="connsiteY60" fmla="*/ 576847 h 4587875"/>
              <a:gd name="connsiteX61" fmla="*/ 2732150 w 9408955"/>
              <a:gd name="connsiteY61" fmla="*/ 526305 h 4587875"/>
              <a:gd name="connsiteX62" fmla="*/ 2669522 w 9408955"/>
              <a:gd name="connsiteY62" fmla="*/ 525626 h 4587875"/>
              <a:gd name="connsiteX63" fmla="*/ 2689093 w 9408955"/>
              <a:gd name="connsiteY63" fmla="*/ 576292 h 4587875"/>
              <a:gd name="connsiteX64" fmla="*/ 2710262 w 9408955"/>
              <a:gd name="connsiteY64" fmla="*/ 576847 h 4587875"/>
              <a:gd name="connsiteX65" fmla="*/ 9078201 w 9408955"/>
              <a:gd name="connsiteY65" fmla="*/ 577165 h 4587875"/>
              <a:gd name="connsiteX66" fmla="*/ 9105569 w 9408955"/>
              <a:gd name="connsiteY66" fmla="*/ 531443 h 4587875"/>
              <a:gd name="connsiteX67" fmla="*/ 9043615 w 9408955"/>
              <a:gd name="connsiteY67" fmla="*/ 520530 h 4587875"/>
              <a:gd name="connsiteX68" fmla="*/ 9058125 w 9408955"/>
              <a:gd name="connsiteY68" fmla="*/ 574870 h 4587875"/>
              <a:gd name="connsiteX69" fmla="*/ 9078201 w 9408955"/>
              <a:gd name="connsiteY69" fmla="*/ 577165 h 4587875"/>
              <a:gd name="connsiteX70" fmla="*/ 2600165 w 9408955"/>
              <a:gd name="connsiteY70" fmla="*/ 577696 h 4587875"/>
              <a:gd name="connsiteX71" fmla="*/ 2624162 w 9408955"/>
              <a:gd name="connsiteY71" fmla="*/ 566011 h 4587875"/>
              <a:gd name="connsiteX72" fmla="*/ 2584776 w 9408955"/>
              <a:gd name="connsiteY72" fmla="*/ 509599 h 4587875"/>
              <a:gd name="connsiteX73" fmla="*/ 2572623 w 9408955"/>
              <a:gd name="connsiteY73" fmla="*/ 572458 h 4587875"/>
              <a:gd name="connsiteX74" fmla="*/ 2600165 w 9408955"/>
              <a:gd name="connsiteY74" fmla="*/ 577696 h 4587875"/>
              <a:gd name="connsiteX75" fmla="*/ 2500365 w 9408955"/>
              <a:gd name="connsiteY75" fmla="*/ 577739 h 4587875"/>
              <a:gd name="connsiteX76" fmla="*/ 2527824 w 9408955"/>
              <a:gd name="connsiteY76" fmla="*/ 530904 h 4587875"/>
              <a:gd name="connsiteX77" fmla="*/ 2479292 w 9408955"/>
              <a:gd name="connsiteY77" fmla="*/ 511551 h 4587875"/>
              <a:gd name="connsiteX78" fmla="*/ 2479972 w 9408955"/>
              <a:gd name="connsiteY78" fmla="*/ 574785 h 4587875"/>
              <a:gd name="connsiteX79" fmla="*/ 2500365 w 9408955"/>
              <a:gd name="connsiteY79" fmla="*/ 577739 h 4587875"/>
              <a:gd name="connsiteX80" fmla="*/ 2714382 w 9408955"/>
              <a:gd name="connsiteY80" fmla="*/ 675777 h 4587875"/>
              <a:gd name="connsiteX81" fmla="*/ 2735670 w 9408955"/>
              <a:gd name="connsiteY81" fmla="*/ 651156 h 4587875"/>
              <a:gd name="connsiteX82" fmla="*/ 2677064 w 9408955"/>
              <a:gd name="connsiteY82" fmla="*/ 618784 h 4587875"/>
              <a:gd name="connsiteX83" fmla="*/ 2680511 w 9408955"/>
              <a:gd name="connsiteY83" fmla="*/ 673042 h 4587875"/>
              <a:gd name="connsiteX84" fmla="*/ 2714382 w 9408955"/>
              <a:gd name="connsiteY84" fmla="*/ 675777 h 4587875"/>
              <a:gd name="connsiteX85" fmla="*/ 2610898 w 9408955"/>
              <a:gd name="connsiteY85" fmla="*/ 676934 h 4587875"/>
              <a:gd name="connsiteX86" fmla="*/ 2632258 w 9408955"/>
              <a:gd name="connsiteY86" fmla="*/ 651532 h 4587875"/>
              <a:gd name="connsiteX87" fmla="*/ 2589942 w 9408955"/>
              <a:gd name="connsiteY87" fmla="*/ 611027 h 4587875"/>
              <a:gd name="connsiteX88" fmla="*/ 2575144 w 9408955"/>
              <a:gd name="connsiteY88" fmla="*/ 673856 h 4587875"/>
              <a:gd name="connsiteX89" fmla="*/ 2610898 w 9408955"/>
              <a:gd name="connsiteY89" fmla="*/ 676934 h 4587875"/>
              <a:gd name="connsiteX90" fmla="*/ 8361231 w 9408955"/>
              <a:gd name="connsiteY90" fmla="*/ 678230 h 4587875"/>
              <a:gd name="connsiteX91" fmla="*/ 8387082 w 9408955"/>
              <a:gd name="connsiteY91" fmla="*/ 644358 h 4587875"/>
              <a:gd name="connsiteX92" fmla="*/ 8338143 w 9408955"/>
              <a:gd name="connsiteY92" fmla="*/ 609600 h 4587875"/>
              <a:gd name="connsiteX93" fmla="*/ 8321004 w 9408955"/>
              <a:gd name="connsiteY93" fmla="*/ 662194 h 4587875"/>
              <a:gd name="connsiteX94" fmla="*/ 8361231 w 9408955"/>
              <a:gd name="connsiteY94" fmla="*/ 678230 h 4587875"/>
              <a:gd name="connsiteX95" fmla="*/ 8143895 w 9408955"/>
              <a:gd name="connsiteY95" fmla="*/ 678611 h 4587875"/>
              <a:gd name="connsiteX96" fmla="*/ 8180842 w 9408955"/>
              <a:gd name="connsiteY96" fmla="*/ 642826 h 4587875"/>
              <a:gd name="connsiteX97" fmla="*/ 8121870 w 9408955"/>
              <a:gd name="connsiteY97" fmla="*/ 620885 h 4587875"/>
              <a:gd name="connsiteX98" fmla="*/ 8125083 w 9408955"/>
              <a:gd name="connsiteY98" fmla="*/ 672910 h 4587875"/>
              <a:gd name="connsiteX99" fmla="*/ 8143895 w 9408955"/>
              <a:gd name="connsiteY99" fmla="*/ 678611 h 4587875"/>
              <a:gd name="connsiteX100" fmla="*/ 8243741 w 9408955"/>
              <a:gd name="connsiteY100" fmla="*/ 678864 h 4587875"/>
              <a:gd name="connsiteX101" fmla="*/ 8285201 w 9408955"/>
              <a:gd name="connsiteY101" fmla="*/ 661342 h 4587875"/>
              <a:gd name="connsiteX102" fmla="*/ 8250897 w 9408955"/>
              <a:gd name="connsiteY102" fmla="*/ 610579 h 4587875"/>
              <a:gd name="connsiteX103" fmla="*/ 8229109 w 9408955"/>
              <a:gd name="connsiteY103" fmla="*/ 673802 h 4587875"/>
              <a:gd name="connsiteX104" fmla="*/ 8243741 w 9408955"/>
              <a:gd name="connsiteY104" fmla="*/ 678864 h 4587875"/>
              <a:gd name="connsiteX105" fmla="*/ 2802603 w 9408955"/>
              <a:gd name="connsiteY105" fmla="*/ 679463 h 4587875"/>
              <a:gd name="connsiteX106" fmla="*/ 2838084 w 9408955"/>
              <a:gd name="connsiteY106" fmla="*/ 643709 h 4587875"/>
              <a:gd name="connsiteX107" fmla="*/ 2785321 w 9408955"/>
              <a:gd name="connsiteY107" fmla="*/ 615203 h 4587875"/>
              <a:gd name="connsiteX108" fmla="*/ 2784194 w 9408955"/>
              <a:gd name="connsiteY108" fmla="*/ 675203 h 4587875"/>
              <a:gd name="connsiteX109" fmla="*/ 2802603 w 9408955"/>
              <a:gd name="connsiteY109" fmla="*/ 679463 h 4587875"/>
              <a:gd name="connsiteX110" fmla="*/ 8044936 w 9408955"/>
              <a:gd name="connsiteY110" fmla="*/ 679733 h 4587875"/>
              <a:gd name="connsiteX111" fmla="*/ 8078762 w 9408955"/>
              <a:gd name="connsiteY111" fmla="*/ 644190 h 4587875"/>
              <a:gd name="connsiteX112" fmla="*/ 8018106 w 9408955"/>
              <a:gd name="connsiteY112" fmla="*/ 620983 h 4587875"/>
              <a:gd name="connsiteX113" fmla="*/ 8026440 w 9408955"/>
              <a:gd name="connsiteY113" fmla="*/ 675669 h 4587875"/>
              <a:gd name="connsiteX114" fmla="*/ 8044936 w 9408955"/>
              <a:gd name="connsiteY114" fmla="*/ 679733 h 4587875"/>
              <a:gd name="connsiteX115" fmla="*/ 2912341 w 9408955"/>
              <a:gd name="connsiteY115" fmla="*/ 781050 h 4587875"/>
              <a:gd name="connsiteX116" fmla="*/ 2933566 w 9408955"/>
              <a:gd name="connsiteY116" fmla="*/ 771525 h 4587875"/>
              <a:gd name="connsiteX117" fmla="*/ 2934018 w 9408955"/>
              <a:gd name="connsiteY117" fmla="*/ 725714 h 4587875"/>
              <a:gd name="connsiteX118" fmla="*/ 2879076 w 9408955"/>
              <a:gd name="connsiteY118" fmla="*/ 724580 h 4587875"/>
              <a:gd name="connsiteX119" fmla="*/ 2889250 w 9408955"/>
              <a:gd name="connsiteY119" fmla="*/ 779009 h 4587875"/>
              <a:gd name="connsiteX120" fmla="*/ 2912341 w 9408955"/>
              <a:gd name="connsiteY120" fmla="*/ 781050 h 4587875"/>
              <a:gd name="connsiteX121" fmla="*/ 5075431 w 9408955"/>
              <a:gd name="connsiteY121" fmla="*/ 781088 h 4587875"/>
              <a:gd name="connsiteX122" fmla="*/ 5096874 w 9408955"/>
              <a:gd name="connsiteY122" fmla="*/ 760789 h 4587875"/>
              <a:gd name="connsiteX123" fmla="*/ 5057749 w 9408955"/>
              <a:gd name="connsiteY123" fmla="*/ 714844 h 4587875"/>
              <a:gd name="connsiteX124" fmla="*/ 5044784 w 9408955"/>
              <a:gd name="connsiteY124" fmla="*/ 777847 h 4587875"/>
              <a:gd name="connsiteX125" fmla="*/ 5075431 w 9408955"/>
              <a:gd name="connsiteY125" fmla="*/ 781088 h 4587875"/>
              <a:gd name="connsiteX126" fmla="*/ 7538490 w 9408955"/>
              <a:gd name="connsiteY126" fmla="*/ 781252 h 4587875"/>
              <a:gd name="connsiteX127" fmla="*/ 7564224 w 9408955"/>
              <a:gd name="connsiteY127" fmla="*/ 740909 h 4587875"/>
              <a:gd name="connsiteX128" fmla="*/ 7498345 w 9408955"/>
              <a:gd name="connsiteY128" fmla="*/ 735466 h 4587875"/>
              <a:gd name="connsiteX129" fmla="*/ 7520534 w 9408955"/>
              <a:gd name="connsiteY129" fmla="*/ 780143 h 4587875"/>
              <a:gd name="connsiteX130" fmla="*/ 7538490 w 9408955"/>
              <a:gd name="connsiteY130" fmla="*/ 781252 h 4587875"/>
              <a:gd name="connsiteX131" fmla="*/ 5176257 w 9408955"/>
              <a:gd name="connsiteY131" fmla="*/ 781539 h 4587875"/>
              <a:gd name="connsiteX132" fmla="*/ 5198710 w 9408955"/>
              <a:gd name="connsiteY132" fmla="*/ 736224 h 4587875"/>
              <a:gd name="connsiteX133" fmla="*/ 5139683 w 9408955"/>
              <a:gd name="connsiteY133" fmla="*/ 725763 h 4587875"/>
              <a:gd name="connsiteX134" fmla="*/ 5157097 w 9408955"/>
              <a:gd name="connsiteY134" fmla="*/ 780797 h 4587875"/>
              <a:gd name="connsiteX135" fmla="*/ 5176257 w 9408955"/>
              <a:gd name="connsiteY135" fmla="*/ 781539 h 4587875"/>
              <a:gd name="connsiteX136" fmla="*/ 2599978 w 9408955"/>
              <a:gd name="connsiteY136" fmla="*/ 781872 h 4587875"/>
              <a:gd name="connsiteX137" fmla="*/ 2631725 w 9408955"/>
              <a:gd name="connsiteY137" fmla="*/ 747362 h 4587875"/>
              <a:gd name="connsiteX138" fmla="*/ 2589326 w 9408955"/>
              <a:gd name="connsiteY138" fmla="*/ 714199 h 4587875"/>
              <a:gd name="connsiteX139" fmla="*/ 2582786 w 9408955"/>
              <a:gd name="connsiteY139" fmla="*/ 778695 h 4587875"/>
              <a:gd name="connsiteX140" fmla="*/ 2599978 w 9408955"/>
              <a:gd name="connsiteY140" fmla="*/ 781872 h 4587875"/>
              <a:gd name="connsiteX141" fmla="*/ 8354052 w 9408955"/>
              <a:gd name="connsiteY141" fmla="*/ 781921 h 4587875"/>
              <a:gd name="connsiteX142" fmla="*/ 8387820 w 9408955"/>
              <a:gd name="connsiteY142" fmla="*/ 739957 h 4587875"/>
              <a:gd name="connsiteX143" fmla="*/ 8328715 w 9408955"/>
              <a:gd name="connsiteY143" fmla="*/ 722175 h 4587875"/>
              <a:gd name="connsiteX144" fmla="*/ 8333814 w 9408955"/>
              <a:gd name="connsiteY144" fmla="*/ 777572 h 4587875"/>
              <a:gd name="connsiteX145" fmla="*/ 8354052 w 9408955"/>
              <a:gd name="connsiteY145" fmla="*/ 781921 h 4587875"/>
              <a:gd name="connsiteX146" fmla="*/ 3011988 w 9408955"/>
              <a:gd name="connsiteY146" fmla="*/ 782070 h 4587875"/>
              <a:gd name="connsiteX147" fmla="*/ 3042359 w 9408955"/>
              <a:gd name="connsiteY147" fmla="*/ 740228 h 4587875"/>
              <a:gd name="connsiteX148" fmla="*/ 2986939 w 9408955"/>
              <a:gd name="connsiteY148" fmla="*/ 720498 h 4587875"/>
              <a:gd name="connsiteX149" fmla="*/ 2993097 w 9408955"/>
              <a:gd name="connsiteY149" fmla="*/ 778555 h 4587875"/>
              <a:gd name="connsiteX150" fmla="*/ 3011988 w 9408955"/>
              <a:gd name="connsiteY150" fmla="*/ 782070 h 4587875"/>
              <a:gd name="connsiteX151" fmla="*/ 7636110 w 9408955"/>
              <a:gd name="connsiteY151" fmla="*/ 782453 h 4587875"/>
              <a:gd name="connsiteX152" fmla="*/ 7667012 w 9408955"/>
              <a:gd name="connsiteY152" fmla="*/ 740815 h 4587875"/>
              <a:gd name="connsiteX153" fmla="*/ 7603512 w 9408955"/>
              <a:gd name="connsiteY153" fmla="*/ 729053 h 4587875"/>
              <a:gd name="connsiteX154" fmla="*/ 7617120 w 9408955"/>
              <a:gd name="connsiteY154" fmla="*/ 779043 h 4587875"/>
              <a:gd name="connsiteX155" fmla="*/ 7636110 w 9408955"/>
              <a:gd name="connsiteY155" fmla="*/ 782453 h 4587875"/>
              <a:gd name="connsiteX156" fmla="*/ 8251166 w 9408955"/>
              <a:gd name="connsiteY156" fmla="*/ 782653 h 4587875"/>
              <a:gd name="connsiteX157" fmla="*/ 8279283 w 9408955"/>
              <a:gd name="connsiteY157" fmla="*/ 768640 h 4587875"/>
              <a:gd name="connsiteX158" fmla="*/ 8285004 w 9408955"/>
              <a:gd name="connsiteY158" fmla="*/ 731118 h 4587875"/>
              <a:gd name="connsiteX159" fmla="*/ 8242899 w 9408955"/>
              <a:gd name="connsiteY159" fmla="*/ 714417 h 4587875"/>
              <a:gd name="connsiteX160" fmla="*/ 8222534 w 9408955"/>
              <a:gd name="connsiteY160" fmla="*/ 769555 h 4587875"/>
              <a:gd name="connsiteX161" fmla="*/ 8251166 w 9408955"/>
              <a:gd name="connsiteY161" fmla="*/ 782653 h 4587875"/>
              <a:gd name="connsiteX162" fmla="*/ 2698584 w 9408955"/>
              <a:gd name="connsiteY162" fmla="*/ 782769 h 4587875"/>
              <a:gd name="connsiteX163" fmla="*/ 2735770 w 9408955"/>
              <a:gd name="connsiteY163" fmla="*/ 747024 h 4587875"/>
              <a:gd name="connsiteX164" fmla="*/ 2680414 w 9408955"/>
              <a:gd name="connsiteY164" fmla="*/ 719895 h 4587875"/>
              <a:gd name="connsiteX165" fmla="*/ 2680184 w 9408955"/>
              <a:gd name="connsiteY165" fmla="*/ 777344 h 4587875"/>
              <a:gd name="connsiteX166" fmla="*/ 2698584 w 9408955"/>
              <a:gd name="connsiteY166" fmla="*/ 782769 h 4587875"/>
              <a:gd name="connsiteX167" fmla="*/ 8046699 w 9408955"/>
              <a:gd name="connsiteY167" fmla="*/ 782814 h 4587875"/>
              <a:gd name="connsiteX168" fmla="*/ 8076432 w 9408955"/>
              <a:gd name="connsiteY168" fmla="*/ 740195 h 4587875"/>
              <a:gd name="connsiteX169" fmla="*/ 8033470 w 9408955"/>
              <a:gd name="connsiteY169" fmla="*/ 715591 h 4587875"/>
              <a:gd name="connsiteX170" fmla="*/ 8027172 w 9408955"/>
              <a:gd name="connsiteY170" fmla="*/ 779515 h 4587875"/>
              <a:gd name="connsiteX171" fmla="*/ 8046699 w 9408955"/>
              <a:gd name="connsiteY171" fmla="*/ 782814 h 4587875"/>
              <a:gd name="connsiteX172" fmla="*/ 8150609 w 9408955"/>
              <a:gd name="connsiteY172" fmla="*/ 782926 h 4587875"/>
              <a:gd name="connsiteX173" fmla="*/ 8179589 w 9408955"/>
              <a:gd name="connsiteY173" fmla="*/ 739984 h 4587875"/>
              <a:gd name="connsiteX174" fmla="*/ 8125701 w 9408955"/>
              <a:gd name="connsiteY174" fmla="*/ 719304 h 4587875"/>
              <a:gd name="connsiteX175" fmla="*/ 8131564 w 9408955"/>
              <a:gd name="connsiteY175" fmla="*/ 778815 h 4587875"/>
              <a:gd name="connsiteX176" fmla="*/ 8150609 w 9408955"/>
              <a:gd name="connsiteY176" fmla="*/ 782926 h 4587875"/>
              <a:gd name="connsiteX177" fmla="*/ 4963470 w 9408955"/>
              <a:gd name="connsiteY177" fmla="*/ 783151 h 4587875"/>
              <a:gd name="connsiteX178" fmla="*/ 4996832 w 9408955"/>
              <a:gd name="connsiteY178" fmla="*/ 748659 h 4587875"/>
              <a:gd name="connsiteX179" fmla="*/ 4931095 w 9408955"/>
              <a:gd name="connsiteY179" fmla="*/ 726779 h 4587875"/>
              <a:gd name="connsiteX180" fmla="*/ 4946108 w 9408955"/>
              <a:gd name="connsiteY180" fmla="*/ 779981 h 4587875"/>
              <a:gd name="connsiteX181" fmla="*/ 4963470 w 9408955"/>
              <a:gd name="connsiteY181" fmla="*/ 783151 h 4587875"/>
              <a:gd name="connsiteX182" fmla="*/ 7738299 w 9408955"/>
              <a:gd name="connsiteY182" fmla="*/ 783182 h 4587875"/>
              <a:gd name="connsiteX183" fmla="*/ 7772000 w 9408955"/>
              <a:gd name="connsiteY183" fmla="*/ 749070 h 4587875"/>
              <a:gd name="connsiteX184" fmla="*/ 7728095 w 9408955"/>
              <a:gd name="connsiteY184" fmla="*/ 714482 h 4587875"/>
              <a:gd name="connsiteX185" fmla="*/ 7721235 w 9408955"/>
              <a:gd name="connsiteY185" fmla="*/ 779968 h 4587875"/>
              <a:gd name="connsiteX186" fmla="*/ 7738299 w 9408955"/>
              <a:gd name="connsiteY186" fmla="*/ 783182 h 4587875"/>
              <a:gd name="connsiteX187" fmla="*/ 2802218 w 9408955"/>
              <a:gd name="connsiteY187" fmla="*/ 783261 h 4587875"/>
              <a:gd name="connsiteX188" fmla="*/ 2838515 w 9408955"/>
              <a:gd name="connsiteY188" fmla="*/ 748975 h 4587875"/>
              <a:gd name="connsiteX189" fmla="*/ 2774380 w 9408955"/>
              <a:gd name="connsiteY189" fmla="*/ 726581 h 4587875"/>
              <a:gd name="connsiteX190" fmla="*/ 2784388 w 9408955"/>
              <a:gd name="connsiteY190" fmla="*/ 778223 h 4587875"/>
              <a:gd name="connsiteX191" fmla="*/ 2802218 w 9408955"/>
              <a:gd name="connsiteY191" fmla="*/ 783261 h 4587875"/>
              <a:gd name="connsiteX192" fmla="*/ 7747678 w 9408955"/>
              <a:gd name="connsiteY192" fmla="*/ 882225 h 4587875"/>
              <a:gd name="connsiteX193" fmla="*/ 7768193 w 9408955"/>
              <a:gd name="connsiteY193" fmla="*/ 869043 h 4587875"/>
              <a:gd name="connsiteX194" fmla="*/ 7762331 w 9408955"/>
              <a:gd name="connsiteY194" fmla="*/ 826861 h 4587875"/>
              <a:gd name="connsiteX195" fmla="*/ 7701687 w 9408955"/>
              <a:gd name="connsiteY195" fmla="*/ 845004 h 4587875"/>
              <a:gd name="connsiteX196" fmla="*/ 7723104 w 9408955"/>
              <a:gd name="connsiteY196" fmla="*/ 881970 h 4587875"/>
              <a:gd name="connsiteX197" fmla="*/ 7747678 w 9408955"/>
              <a:gd name="connsiteY197" fmla="*/ 882225 h 4587875"/>
              <a:gd name="connsiteX198" fmla="*/ 4947761 w 9408955"/>
              <a:gd name="connsiteY198" fmla="*/ 882383 h 4587875"/>
              <a:gd name="connsiteX199" fmla="*/ 4994719 w 9408955"/>
              <a:gd name="connsiteY199" fmla="*/ 860666 h 4587875"/>
              <a:gd name="connsiteX200" fmla="*/ 4929981 w 9408955"/>
              <a:gd name="connsiteY200" fmla="*/ 832320 h 4587875"/>
              <a:gd name="connsiteX201" fmla="*/ 4947761 w 9408955"/>
              <a:gd name="connsiteY201" fmla="*/ 882383 h 4587875"/>
              <a:gd name="connsiteX202" fmla="*/ 2919835 w 9408955"/>
              <a:gd name="connsiteY202" fmla="*/ 882747 h 4587875"/>
              <a:gd name="connsiteX203" fmla="*/ 2938409 w 9408955"/>
              <a:gd name="connsiteY203" fmla="*/ 861207 h 4587875"/>
              <a:gd name="connsiteX204" fmla="*/ 2902931 w 9408955"/>
              <a:gd name="connsiteY204" fmla="*/ 817896 h 4587875"/>
              <a:gd name="connsiteX205" fmla="*/ 2890030 w 9408955"/>
              <a:gd name="connsiteY205" fmla="*/ 881357 h 4587875"/>
              <a:gd name="connsiteX206" fmla="*/ 2919835 w 9408955"/>
              <a:gd name="connsiteY206" fmla="*/ 882747 h 4587875"/>
              <a:gd name="connsiteX207" fmla="*/ 5077392 w 9408955"/>
              <a:gd name="connsiteY207" fmla="*/ 882840 h 4587875"/>
              <a:gd name="connsiteX208" fmla="*/ 5097219 w 9408955"/>
              <a:gd name="connsiteY208" fmla="*/ 860710 h 4587875"/>
              <a:gd name="connsiteX209" fmla="*/ 5057795 w 9408955"/>
              <a:gd name="connsiteY209" fmla="*/ 818960 h 4587875"/>
              <a:gd name="connsiteX210" fmla="*/ 5045876 w 9408955"/>
              <a:gd name="connsiteY210" fmla="*/ 880331 h 4587875"/>
              <a:gd name="connsiteX211" fmla="*/ 5077392 w 9408955"/>
              <a:gd name="connsiteY211" fmla="*/ 882840 h 4587875"/>
              <a:gd name="connsiteX212" fmla="*/ 7536485 w 9408955"/>
              <a:gd name="connsiteY212" fmla="*/ 882916 h 4587875"/>
              <a:gd name="connsiteX213" fmla="*/ 7557307 w 9408955"/>
              <a:gd name="connsiteY213" fmla="*/ 873734 h 4587875"/>
              <a:gd name="connsiteX214" fmla="*/ 7526375 w 9408955"/>
              <a:gd name="connsiteY214" fmla="*/ 817610 h 4587875"/>
              <a:gd name="connsiteX215" fmla="*/ 7513774 w 9408955"/>
              <a:gd name="connsiteY215" fmla="*/ 880122 h 4587875"/>
              <a:gd name="connsiteX216" fmla="*/ 7536485 w 9408955"/>
              <a:gd name="connsiteY216" fmla="*/ 882916 h 4587875"/>
              <a:gd name="connsiteX217" fmla="*/ 3111212 w 9408955"/>
              <a:gd name="connsiteY217" fmla="*/ 883525 h 4587875"/>
              <a:gd name="connsiteX218" fmla="*/ 3134412 w 9408955"/>
              <a:gd name="connsiteY218" fmla="*/ 822839 h 4587875"/>
              <a:gd name="connsiteX219" fmla="*/ 3078004 w 9408955"/>
              <a:gd name="connsiteY219" fmla="*/ 835386 h 4587875"/>
              <a:gd name="connsiteX220" fmla="*/ 3111212 w 9408955"/>
              <a:gd name="connsiteY220" fmla="*/ 883525 h 4587875"/>
              <a:gd name="connsiteX221" fmla="*/ 7638343 w 9408955"/>
              <a:gd name="connsiteY221" fmla="*/ 883535 h 4587875"/>
              <a:gd name="connsiteX222" fmla="*/ 7668333 w 9408955"/>
              <a:gd name="connsiteY222" fmla="*/ 845252 h 4587875"/>
              <a:gd name="connsiteX223" fmla="*/ 7601503 w 9408955"/>
              <a:gd name="connsiteY223" fmla="*/ 838260 h 4587875"/>
              <a:gd name="connsiteX224" fmla="*/ 7619750 w 9408955"/>
              <a:gd name="connsiteY224" fmla="*/ 881340 h 4587875"/>
              <a:gd name="connsiteX225" fmla="*/ 7638343 w 9408955"/>
              <a:gd name="connsiteY225" fmla="*/ 883535 h 4587875"/>
              <a:gd name="connsiteX226" fmla="*/ 8155342 w 9408955"/>
              <a:gd name="connsiteY226" fmla="*/ 883600 h 4587875"/>
              <a:gd name="connsiteX227" fmla="*/ 8174347 w 9408955"/>
              <a:gd name="connsiteY227" fmla="*/ 873502 h 4587875"/>
              <a:gd name="connsiteX228" fmla="*/ 8146557 w 9408955"/>
              <a:gd name="connsiteY228" fmla="*/ 818505 h 4587875"/>
              <a:gd name="connsiteX229" fmla="*/ 8133237 w 9408955"/>
              <a:gd name="connsiteY229" fmla="*/ 882402 h 4587875"/>
              <a:gd name="connsiteX230" fmla="*/ 8155342 w 9408955"/>
              <a:gd name="connsiteY230" fmla="*/ 883600 h 4587875"/>
              <a:gd name="connsiteX231" fmla="*/ 8258580 w 9408955"/>
              <a:gd name="connsiteY231" fmla="*/ 883618 h 4587875"/>
              <a:gd name="connsiteX232" fmla="*/ 8280934 w 9408955"/>
              <a:gd name="connsiteY232" fmla="*/ 867559 h 4587875"/>
              <a:gd name="connsiteX233" fmla="*/ 8271439 w 9408955"/>
              <a:gd name="connsiteY233" fmla="*/ 823972 h 4587875"/>
              <a:gd name="connsiteX234" fmla="*/ 8221022 w 9408955"/>
              <a:gd name="connsiteY234" fmla="*/ 831959 h 4587875"/>
              <a:gd name="connsiteX235" fmla="*/ 8230292 w 9408955"/>
              <a:gd name="connsiteY235" fmla="*/ 879653 h 4587875"/>
              <a:gd name="connsiteX236" fmla="*/ 8258580 w 9408955"/>
              <a:gd name="connsiteY236" fmla="*/ 883618 h 4587875"/>
              <a:gd name="connsiteX237" fmla="*/ 7838810 w 9408955"/>
              <a:gd name="connsiteY237" fmla="*/ 883799 h 4587875"/>
              <a:gd name="connsiteX238" fmla="*/ 7874762 w 9408955"/>
              <a:gd name="connsiteY238" fmla="*/ 851008 h 4587875"/>
              <a:gd name="connsiteX239" fmla="*/ 7809383 w 9408955"/>
              <a:gd name="connsiteY239" fmla="*/ 830428 h 4587875"/>
              <a:gd name="connsiteX240" fmla="*/ 7821106 w 9408955"/>
              <a:gd name="connsiteY240" fmla="*/ 879731 h 4587875"/>
              <a:gd name="connsiteX241" fmla="*/ 7838810 w 9408955"/>
              <a:gd name="connsiteY241" fmla="*/ 883799 h 4587875"/>
              <a:gd name="connsiteX242" fmla="*/ 3016409 w 9408955"/>
              <a:gd name="connsiteY242" fmla="*/ 883826 h 4587875"/>
              <a:gd name="connsiteX243" fmla="*/ 3035401 w 9408955"/>
              <a:gd name="connsiteY243" fmla="*/ 873770 h 4587875"/>
              <a:gd name="connsiteX244" fmla="*/ 3034045 w 9408955"/>
              <a:gd name="connsiteY244" fmla="*/ 825319 h 4587875"/>
              <a:gd name="connsiteX245" fmla="*/ 2976842 w 9408955"/>
              <a:gd name="connsiteY245" fmla="*/ 838533 h 4587875"/>
              <a:gd name="connsiteX246" fmla="*/ 2994703 w 9408955"/>
              <a:gd name="connsiteY246" fmla="*/ 882580 h 4587875"/>
              <a:gd name="connsiteX247" fmla="*/ 3016409 w 9408955"/>
              <a:gd name="connsiteY247" fmla="*/ 883826 h 4587875"/>
              <a:gd name="connsiteX248" fmla="*/ 2594784 w 9408955"/>
              <a:gd name="connsiteY248" fmla="*/ 883830 h 4587875"/>
              <a:gd name="connsiteX249" fmla="*/ 2632434 w 9408955"/>
              <a:gd name="connsiteY249" fmla="*/ 853012 h 4587875"/>
              <a:gd name="connsiteX250" fmla="*/ 2565328 w 9408955"/>
              <a:gd name="connsiteY250" fmla="*/ 837712 h 4587875"/>
              <a:gd name="connsiteX251" fmla="*/ 2577170 w 9408955"/>
              <a:gd name="connsiteY251" fmla="*/ 879337 h 4587875"/>
              <a:gd name="connsiteX252" fmla="*/ 2594784 w 9408955"/>
              <a:gd name="connsiteY252" fmla="*/ 883830 h 4587875"/>
              <a:gd name="connsiteX253" fmla="*/ 8351869 w 9408955"/>
              <a:gd name="connsiteY253" fmla="*/ 884032 h 4587875"/>
              <a:gd name="connsiteX254" fmla="*/ 8387665 w 9408955"/>
              <a:gd name="connsiteY254" fmla="*/ 852714 h 4587875"/>
              <a:gd name="connsiteX255" fmla="*/ 8320062 w 9408955"/>
              <a:gd name="connsiteY255" fmla="*/ 835025 h 4587875"/>
              <a:gd name="connsiteX256" fmla="*/ 8334318 w 9408955"/>
              <a:gd name="connsiteY256" fmla="*/ 880155 h 4587875"/>
              <a:gd name="connsiteX257" fmla="*/ 8351869 w 9408955"/>
              <a:gd name="connsiteY257" fmla="*/ 884032 h 4587875"/>
              <a:gd name="connsiteX258" fmla="*/ 2803815 w 9408955"/>
              <a:gd name="connsiteY258" fmla="*/ 884091 h 4587875"/>
              <a:gd name="connsiteX259" fmla="*/ 2838988 w 9408955"/>
              <a:gd name="connsiteY259" fmla="*/ 852309 h 4587875"/>
              <a:gd name="connsiteX260" fmla="*/ 2772509 w 9408955"/>
              <a:gd name="connsiteY260" fmla="*/ 834430 h 4587875"/>
              <a:gd name="connsiteX261" fmla="*/ 2786531 w 9408955"/>
              <a:gd name="connsiteY261" fmla="*/ 880273 h 4587875"/>
              <a:gd name="connsiteX262" fmla="*/ 2803815 w 9408955"/>
              <a:gd name="connsiteY262" fmla="*/ 884091 h 4587875"/>
              <a:gd name="connsiteX263" fmla="*/ 8047916 w 9408955"/>
              <a:gd name="connsiteY263" fmla="*/ 884227 h 4587875"/>
              <a:gd name="connsiteX264" fmla="*/ 8078363 w 9408955"/>
              <a:gd name="connsiteY264" fmla="*/ 845583 h 4587875"/>
              <a:gd name="connsiteX265" fmla="*/ 8012886 w 9408955"/>
              <a:gd name="connsiteY265" fmla="*/ 838119 h 4587875"/>
              <a:gd name="connsiteX266" fmla="*/ 8029084 w 9408955"/>
              <a:gd name="connsiteY266" fmla="*/ 881319 h 4587875"/>
              <a:gd name="connsiteX267" fmla="*/ 8047916 w 9408955"/>
              <a:gd name="connsiteY267" fmla="*/ 884227 h 4587875"/>
              <a:gd name="connsiteX268" fmla="*/ 8456300 w 9408955"/>
              <a:gd name="connsiteY268" fmla="*/ 884327 h 4587875"/>
              <a:gd name="connsiteX269" fmla="*/ 8490044 w 9408955"/>
              <a:gd name="connsiteY269" fmla="*/ 852157 h 4587875"/>
              <a:gd name="connsiteX270" fmla="*/ 8424416 w 9408955"/>
              <a:gd name="connsiteY270" fmla="*/ 833737 h 4587875"/>
              <a:gd name="connsiteX271" fmla="*/ 8439301 w 9408955"/>
              <a:gd name="connsiteY271" fmla="*/ 881036 h 4587875"/>
              <a:gd name="connsiteX272" fmla="*/ 8456300 w 9408955"/>
              <a:gd name="connsiteY272" fmla="*/ 884327 h 4587875"/>
              <a:gd name="connsiteX273" fmla="*/ 7943729 w 9408955"/>
              <a:gd name="connsiteY273" fmla="*/ 884376 h 4587875"/>
              <a:gd name="connsiteX274" fmla="*/ 7975461 w 9408955"/>
              <a:gd name="connsiteY274" fmla="*/ 846940 h 4587875"/>
              <a:gd name="connsiteX275" fmla="*/ 7909892 w 9408955"/>
              <a:gd name="connsiteY275" fmla="*/ 838571 h 4587875"/>
              <a:gd name="connsiteX276" fmla="*/ 7925267 w 9408955"/>
              <a:gd name="connsiteY276" fmla="*/ 881093 h 4587875"/>
              <a:gd name="connsiteX277" fmla="*/ 7943729 w 9408955"/>
              <a:gd name="connsiteY277" fmla="*/ 884376 h 4587875"/>
              <a:gd name="connsiteX278" fmla="*/ 2701877 w 9408955"/>
              <a:gd name="connsiteY278" fmla="*/ 884687 h 4587875"/>
              <a:gd name="connsiteX279" fmla="*/ 2735953 w 9408955"/>
              <a:gd name="connsiteY279" fmla="*/ 845096 h 4587875"/>
              <a:gd name="connsiteX280" fmla="*/ 2676060 w 9408955"/>
              <a:gd name="connsiteY280" fmla="*/ 827586 h 4587875"/>
              <a:gd name="connsiteX281" fmla="*/ 2682232 w 9408955"/>
              <a:gd name="connsiteY281" fmla="*/ 880118 h 4587875"/>
              <a:gd name="connsiteX282" fmla="*/ 2701877 w 9408955"/>
              <a:gd name="connsiteY282" fmla="*/ 884687 h 4587875"/>
              <a:gd name="connsiteX283" fmla="*/ 5169214 w 9408955"/>
              <a:gd name="connsiteY283" fmla="*/ 885100 h 4587875"/>
              <a:gd name="connsiteX284" fmla="*/ 5200878 w 9408955"/>
              <a:gd name="connsiteY284" fmla="*/ 845528 h 4587875"/>
              <a:gd name="connsiteX285" fmla="*/ 5134746 w 9408955"/>
              <a:gd name="connsiteY285" fmla="*/ 838898 h 4587875"/>
              <a:gd name="connsiteX286" fmla="*/ 5150078 w 9408955"/>
              <a:gd name="connsiteY286" fmla="*/ 881418 h 4587875"/>
              <a:gd name="connsiteX287" fmla="*/ 5169214 w 9408955"/>
              <a:gd name="connsiteY287" fmla="*/ 885100 h 4587875"/>
              <a:gd name="connsiteX288" fmla="*/ 7955122 w 9408955"/>
              <a:gd name="connsiteY288" fmla="*/ 985251 h 4587875"/>
              <a:gd name="connsiteX289" fmla="*/ 7973707 w 9408955"/>
              <a:gd name="connsiteY289" fmla="*/ 963079 h 4587875"/>
              <a:gd name="connsiteX290" fmla="*/ 7929395 w 9408955"/>
              <a:gd name="connsiteY290" fmla="*/ 921690 h 4587875"/>
              <a:gd name="connsiteX291" fmla="*/ 7924897 w 9408955"/>
              <a:gd name="connsiteY291" fmla="*/ 984228 h 4587875"/>
              <a:gd name="connsiteX292" fmla="*/ 7955122 w 9408955"/>
              <a:gd name="connsiteY292" fmla="*/ 985251 h 4587875"/>
              <a:gd name="connsiteX293" fmla="*/ 5076700 w 9408955"/>
              <a:gd name="connsiteY293" fmla="*/ 986249 h 4587875"/>
              <a:gd name="connsiteX294" fmla="*/ 5095915 w 9408955"/>
              <a:gd name="connsiteY294" fmla="*/ 964127 h 4587875"/>
              <a:gd name="connsiteX295" fmla="*/ 5053621 w 9408955"/>
              <a:gd name="connsiteY295" fmla="*/ 921251 h 4587875"/>
              <a:gd name="connsiteX296" fmla="*/ 5046572 w 9408955"/>
              <a:gd name="connsiteY296" fmla="*/ 984425 h 4587875"/>
              <a:gd name="connsiteX297" fmla="*/ 5076700 w 9408955"/>
              <a:gd name="connsiteY297" fmla="*/ 986249 h 4587875"/>
              <a:gd name="connsiteX298" fmla="*/ 8362055 w 9408955"/>
              <a:gd name="connsiteY298" fmla="*/ 987047 h 4587875"/>
              <a:gd name="connsiteX299" fmla="*/ 8389779 w 9408955"/>
              <a:gd name="connsiteY299" fmla="*/ 941215 h 4587875"/>
              <a:gd name="connsiteX300" fmla="*/ 8327228 w 9408955"/>
              <a:gd name="connsiteY300" fmla="*/ 929469 h 4587875"/>
              <a:gd name="connsiteX301" fmla="*/ 8362055 w 9408955"/>
              <a:gd name="connsiteY301" fmla="*/ 987047 h 4587875"/>
              <a:gd name="connsiteX302" fmla="*/ 2593809 w 9408955"/>
              <a:gd name="connsiteY302" fmla="*/ 987185 h 4587875"/>
              <a:gd name="connsiteX303" fmla="*/ 2615143 w 9408955"/>
              <a:gd name="connsiteY303" fmla="*/ 984322 h 4587875"/>
              <a:gd name="connsiteX304" fmla="*/ 2630992 w 9408955"/>
              <a:gd name="connsiteY304" fmla="*/ 941528 h 4587875"/>
              <a:gd name="connsiteX305" fmla="*/ 2564837 w 9408955"/>
              <a:gd name="connsiteY305" fmla="*/ 942222 h 4587875"/>
              <a:gd name="connsiteX306" fmla="*/ 2571958 w 9408955"/>
              <a:gd name="connsiteY306" fmla="*/ 982934 h 4587875"/>
              <a:gd name="connsiteX307" fmla="*/ 2593809 w 9408955"/>
              <a:gd name="connsiteY307" fmla="*/ 987185 h 4587875"/>
              <a:gd name="connsiteX308" fmla="*/ 3013148 w 9408955"/>
              <a:gd name="connsiteY308" fmla="*/ 987465 h 4587875"/>
              <a:gd name="connsiteX309" fmla="*/ 3043221 w 9408955"/>
              <a:gd name="connsiteY309" fmla="*/ 948728 h 4587875"/>
              <a:gd name="connsiteX310" fmla="*/ 2985505 w 9408955"/>
              <a:gd name="connsiteY310" fmla="*/ 926554 h 4587875"/>
              <a:gd name="connsiteX311" fmla="*/ 2994932 w 9408955"/>
              <a:gd name="connsiteY311" fmla="*/ 985075 h 4587875"/>
              <a:gd name="connsiteX312" fmla="*/ 3013148 w 9408955"/>
              <a:gd name="connsiteY312" fmla="*/ 987465 h 4587875"/>
              <a:gd name="connsiteX313" fmla="*/ 8255404 w 9408955"/>
              <a:gd name="connsiteY313" fmla="*/ 987575 h 4587875"/>
              <a:gd name="connsiteX314" fmla="*/ 8283132 w 9408955"/>
              <a:gd name="connsiteY314" fmla="*/ 948823 h 4587875"/>
              <a:gd name="connsiteX315" fmla="*/ 8222972 w 9408955"/>
              <a:gd name="connsiteY315" fmla="*/ 928877 h 4587875"/>
              <a:gd name="connsiteX316" fmla="*/ 8237612 w 9408955"/>
              <a:gd name="connsiteY316" fmla="*/ 985504 h 4587875"/>
              <a:gd name="connsiteX317" fmla="*/ 8255404 w 9408955"/>
              <a:gd name="connsiteY317" fmla="*/ 987575 h 4587875"/>
              <a:gd name="connsiteX318" fmla="*/ 8463512 w 9408955"/>
              <a:gd name="connsiteY318" fmla="*/ 987807 h 4587875"/>
              <a:gd name="connsiteX319" fmla="*/ 8490222 w 9408955"/>
              <a:gd name="connsiteY319" fmla="*/ 949287 h 4587875"/>
              <a:gd name="connsiteX320" fmla="*/ 8427061 w 9408955"/>
              <a:gd name="connsiteY320" fmla="*/ 932008 h 4587875"/>
              <a:gd name="connsiteX321" fmla="*/ 8446443 w 9408955"/>
              <a:gd name="connsiteY321" fmla="*/ 986378 h 4587875"/>
              <a:gd name="connsiteX322" fmla="*/ 8463512 w 9408955"/>
              <a:gd name="connsiteY322" fmla="*/ 987807 h 4587875"/>
              <a:gd name="connsiteX323" fmla="*/ 3116441 w 9408955"/>
              <a:gd name="connsiteY323" fmla="*/ 987839 h 4587875"/>
              <a:gd name="connsiteX324" fmla="*/ 3143773 w 9408955"/>
              <a:gd name="connsiteY324" fmla="*/ 949070 h 4587875"/>
              <a:gd name="connsiteX325" fmla="*/ 3082313 w 9408955"/>
              <a:gd name="connsiteY325" fmla="*/ 935091 h 4587875"/>
              <a:gd name="connsiteX326" fmla="*/ 3098642 w 9408955"/>
              <a:gd name="connsiteY326" fmla="*/ 985966 h 4587875"/>
              <a:gd name="connsiteX327" fmla="*/ 3116441 w 9408955"/>
              <a:gd name="connsiteY327" fmla="*/ 987839 h 4587875"/>
              <a:gd name="connsiteX328" fmla="*/ 2811350 w 9408955"/>
              <a:gd name="connsiteY328" fmla="*/ 987853 h 4587875"/>
              <a:gd name="connsiteX329" fmla="*/ 2838745 w 9408955"/>
              <a:gd name="connsiteY329" fmla="*/ 949764 h 4587875"/>
              <a:gd name="connsiteX330" fmla="*/ 2778887 w 9408955"/>
              <a:gd name="connsiteY330" fmla="*/ 930157 h 4587875"/>
              <a:gd name="connsiteX331" fmla="*/ 2794309 w 9408955"/>
              <a:gd name="connsiteY331" fmla="*/ 986243 h 4587875"/>
              <a:gd name="connsiteX332" fmla="*/ 2811350 w 9408955"/>
              <a:gd name="connsiteY332" fmla="*/ 987853 h 4587875"/>
              <a:gd name="connsiteX333" fmla="*/ 4860936 w 9408955"/>
              <a:gd name="connsiteY333" fmla="*/ 987918 h 4587875"/>
              <a:gd name="connsiteX334" fmla="*/ 4893661 w 9408955"/>
              <a:gd name="connsiteY334" fmla="*/ 957716 h 4587875"/>
              <a:gd name="connsiteX335" fmla="*/ 4845038 w 9408955"/>
              <a:gd name="connsiteY335" fmla="*/ 922111 h 4587875"/>
              <a:gd name="connsiteX336" fmla="*/ 4845038 w 9408955"/>
              <a:gd name="connsiteY336" fmla="*/ 985157 h 4587875"/>
              <a:gd name="connsiteX337" fmla="*/ 4860936 w 9408955"/>
              <a:gd name="connsiteY337" fmla="*/ 987918 h 4587875"/>
              <a:gd name="connsiteX338" fmla="*/ 5169348 w 9408955"/>
              <a:gd name="connsiteY338" fmla="*/ 987927 h 4587875"/>
              <a:gd name="connsiteX339" fmla="*/ 5201286 w 9408955"/>
              <a:gd name="connsiteY339" fmla="*/ 950101 h 4587875"/>
              <a:gd name="connsiteX340" fmla="*/ 5137157 w 9408955"/>
              <a:gd name="connsiteY340" fmla="*/ 933646 h 4587875"/>
              <a:gd name="connsiteX341" fmla="*/ 5150816 w 9408955"/>
              <a:gd name="connsiteY341" fmla="*/ 983695 h 4587875"/>
              <a:gd name="connsiteX342" fmla="*/ 5169348 w 9408955"/>
              <a:gd name="connsiteY342" fmla="*/ 987927 h 4587875"/>
              <a:gd name="connsiteX343" fmla="*/ 2704854 w 9408955"/>
              <a:gd name="connsiteY343" fmla="*/ 988014 h 4587875"/>
              <a:gd name="connsiteX344" fmla="*/ 2736230 w 9408955"/>
              <a:gd name="connsiteY344" fmla="*/ 956074 h 4587875"/>
              <a:gd name="connsiteX345" fmla="*/ 2683489 w 9408955"/>
              <a:gd name="connsiteY345" fmla="*/ 922741 h 4587875"/>
              <a:gd name="connsiteX346" fmla="*/ 2688763 w 9408955"/>
              <a:gd name="connsiteY346" fmla="*/ 986189 h 4587875"/>
              <a:gd name="connsiteX347" fmla="*/ 2704854 w 9408955"/>
              <a:gd name="connsiteY347" fmla="*/ 988014 h 4587875"/>
              <a:gd name="connsiteX348" fmla="*/ 7533749 w 9408955"/>
              <a:gd name="connsiteY348" fmla="*/ 988310 h 4587875"/>
              <a:gd name="connsiteX349" fmla="*/ 7565121 w 9408955"/>
              <a:gd name="connsiteY349" fmla="*/ 949428 h 4587875"/>
              <a:gd name="connsiteX350" fmla="*/ 7497872 w 9408955"/>
              <a:gd name="connsiteY350" fmla="*/ 942834 h 4587875"/>
              <a:gd name="connsiteX351" fmla="*/ 7515086 w 9408955"/>
              <a:gd name="connsiteY351" fmla="*/ 984899 h 4587875"/>
              <a:gd name="connsiteX352" fmla="*/ 7533749 w 9408955"/>
              <a:gd name="connsiteY352" fmla="*/ 988310 h 4587875"/>
              <a:gd name="connsiteX353" fmla="*/ 7842676 w 9408955"/>
              <a:gd name="connsiteY353" fmla="*/ 988319 h 4587875"/>
              <a:gd name="connsiteX354" fmla="*/ 7874019 w 9408955"/>
              <a:gd name="connsiteY354" fmla="*/ 958240 h 4587875"/>
              <a:gd name="connsiteX355" fmla="*/ 7821898 w 9408955"/>
              <a:gd name="connsiteY355" fmla="*/ 923622 h 4587875"/>
              <a:gd name="connsiteX356" fmla="*/ 7827384 w 9408955"/>
              <a:gd name="connsiteY356" fmla="*/ 986897 h 4587875"/>
              <a:gd name="connsiteX357" fmla="*/ 7842676 w 9408955"/>
              <a:gd name="connsiteY357" fmla="*/ 988319 h 4587875"/>
              <a:gd name="connsiteX358" fmla="*/ 7637146 w 9408955"/>
              <a:gd name="connsiteY358" fmla="*/ 988345 h 4587875"/>
              <a:gd name="connsiteX359" fmla="*/ 7668135 w 9408955"/>
              <a:gd name="connsiteY359" fmla="*/ 950766 h 4587875"/>
              <a:gd name="connsiteX360" fmla="*/ 7614236 w 9408955"/>
              <a:gd name="connsiteY360" fmla="*/ 924343 h 4587875"/>
              <a:gd name="connsiteX361" fmla="*/ 7619467 w 9408955"/>
              <a:gd name="connsiteY361" fmla="*/ 985002 h 4587875"/>
              <a:gd name="connsiteX362" fmla="*/ 7637146 w 9408955"/>
              <a:gd name="connsiteY362" fmla="*/ 988345 h 4587875"/>
              <a:gd name="connsiteX363" fmla="*/ 7742996 w 9408955"/>
              <a:gd name="connsiteY363" fmla="*/ 988450 h 4587875"/>
              <a:gd name="connsiteX364" fmla="*/ 7769381 w 9408955"/>
              <a:gd name="connsiteY364" fmla="*/ 943331 h 4587875"/>
              <a:gd name="connsiteX365" fmla="*/ 7705490 w 9408955"/>
              <a:gd name="connsiteY365" fmla="*/ 936171 h 4587875"/>
              <a:gd name="connsiteX366" fmla="*/ 7723937 w 9408955"/>
              <a:gd name="connsiteY366" fmla="*/ 986295 h 4587875"/>
              <a:gd name="connsiteX367" fmla="*/ 7742996 w 9408955"/>
              <a:gd name="connsiteY367" fmla="*/ 988450 h 4587875"/>
              <a:gd name="connsiteX368" fmla="*/ 2909057 w 9408955"/>
              <a:gd name="connsiteY368" fmla="*/ 988625 h 4587875"/>
              <a:gd name="connsiteX369" fmla="*/ 2940028 w 9408955"/>
              <a:gd name="connsiteY369" fmla="*/ 949637 h 4587875"/>
              <a:gd name="connsiteX370" fmla="*/ 2874438 w 9408955"/>
              <a:gd name="connsiteY370" fmla="*/ 937523 h 4587875"/>
              <a:gd name="connsiteX371" fmla="*/ 2890318 w 9408955"/>
              <a:gd name="connsiteY371" fmla="*/ 985522 h 4587875"/>
              <a:gd name="connsiteX372" fmla="*/ 2909057 w 9408955"/>
              <a:gd name="connsiteY372" fmla="*/ 988625 h 4587875"/>
              <a:gd name="connsiteX373" fmla="*/ 5273152 w 9408955"/>
              <a:gd name="connsiteY373" fmla="*/ 988684 h 4587875"/>
              <a:gd name="connsiteX374" fmla="*/ 5303851 w 9408955"/>
              <a:gd name="connsiteY374" fmla="*/ 950076 h 4587875"/>
              <a:gd name="connsiteX375" fmla="*/ 5240236 w 9408955"/>
              <a:gd name="connsiteY375" fmla="*/ 936683 h 4587875"/>
              <a:gd name="connsiteX376" fmla="*/ 5254653 w 9408955"/>
              <a:gd name="connsiteY376" fmla="*/ 985405 h 4587875"/>
              <a:gd name="connsiteX377" fmla="*/ 5273152 w 9408955"/>
              <a:gd name="connsiteY377" fmla="*/ 988684 h 4587875"/>
              <a:gd name="connsiteX378" fmla="*/ 8151391 w 9408955"/>
              <a:gd name="connsiteY378" fmla="*/ 988765 h 4587875"/>
              <a:gd name="connsiteX379" fmla="*/ 8180060 w 9408955"/>
              <a:gd name="connsiteY379" fmla="*/ 950322 h 4587875"/>
              <a:gd name="connsiteX380" fmla="*/ 8121168 w 9408955"/>
              <a:gd name="connsiteY380" fmla="*/ 931808 h 4587875"/>
              <a:gd name="connsiteX381" fmla="*/ 8133756 w 9408955"/>
              <a:gd name="connsiteY381" fmla="*/ 985979 h 4587875"/>
              <a:gd name="connsiteX382" fmla="*/ 8151391 w 9408955"/>
              <a:gd name="connsiteY382" fmla="*/ 988765 h 4587875"/>
              <a:gd name="connsiteX383" fmla="*/ 8046825 w 9408955"/>
              <a:gd name="connsiteY383" fmla="*/ 988775 h 4587875"/>
              <a:gd name="connsiteX384" fmla="*/ 8078290 w 9408955"/>
              <a:gd name="connsiteY384" fmla="*/ 949829 h 4587875"/>
              <a:gd name="connsiteX385" fmla="*/ 8020393 w 9408955"/>
              <a:gd name="connsiteY385" fmla="*/ 928116 h 4587875"/>
              <a:gd name="connsiteX386" fmla="*/ 8028005 w 9408955"/>
              <a:gd name="connsiteY386" fmla="*/ 985632 h 4587875"/>
              <a:gd name="connsiteX387" fmla="*/ 8046825 w 9408955"/>
              <a:gd name="connsiteY387" fmla="*/ 988775 h 4587875"/>
              <a:gd name="connsiteX388" fmla="*/ 4960883 w 9408955"/>
              <a:gd name="connsiteY388" fmla="*/ 992187 h 4587875"/>
              <a:gd name="connsiteX389" fmla="*/ 4996074 w 9408955"/>
              <a:gd name="connsiteY389" fmla="*/ 950112 h 4587875"/>
              <a:gd name="connsiteX390" fmla="*/ 4926151 w 9408955"/>
              <a:gd name="connsiteY390" fmla="*/ 950798 h 4587875"/>
              <a:gd name="connsiteX391" fmla="*/ 4960883 w 9408955"/>
              <a:gd name="connsiteY391" fmla="*/ 992187 h 4587875"/>
              <a:gd name="connsiteX392" fmla="*/ 7642982 w 9408955"/>
              <a:gd name="connsiteY392" fmla="*/ 1089764 h 4587875"/>
              <a:gd name="connsiteX393" fmla="*/ 7657958 w 9408955"/>
              <a:gd name="connsiteY393" fmla="*/ 1080524 h 4587875"/>
              <a:gd name="connsiteX394" fmla="*/ 7632386 w 9408955"/>
              <a:gd name="connsiteY394" fmla="*/ 1023051 h 4587875"/>
              <a:gd name="connsiteX395" fmla="*/ 7597840 w 9408955"/>
              <a:gd name="connsiteY395" fmla="*/ 1070489 h 4587875"/>
              <a:gd name="connsiteX396" fmla="*/ 7642982 w 9408955"/>
              <a:gd name="connsiteY396" fmla="*/ 1089764 h 4587875"/>
              <a:gd name="connsiteX397" fmla="*/ 8052440 w 9408955"/>
              <a:gd name="connsiteY397" fmla="*/ 1090272 h 4587875"/>
              <a:gd name="connsiteX398" fmla="*/ 8075731 w 9408955"/>
              <a:gd name="connsiteY398" fmla="*/ 1069067 h 4587875"/>
              <a:gd name="connsiteX399" fmla="*/ 8042346 w 9408955"/>
              <a:gd name="connsiteY399" fmla="*/ 1023483 h 4587875"/>
              <a:gd name="connsiteX400" fmla="*/ 8020691 w 9408955"/>
              <a:gd name="connsiteY400" fmla="*/ 1082901 h 4587875"/>
              <a:gd name="connsiteX401" fmla="*/ 8052440 w 9408955"/>
              <a:gd name="connsiteY401" fmla="*/ 1090272 h 4587875"/>
              <a:gd name="connsiteX402" fmla="*/ 5263925 w 9408955"/>
              <a:gd name="connsiteY402" fmla="*/ 1090386 h 4587875"/>
              <a:gd name="connsiteX403" fmla="*/ 5303414 w 9408955"/>
              <a:gd name="connsiteY403" fmla="*/ 1061811 h 4587875"/>
              <a:gd name="connsiteX404" fmla="*/ 5255053 w 9408955"/>
              <a:gd name="connsiteY404" fmla="*/ 1026205 h 4587875"/>
              <a:gd name="connsiteX405" fmla="*/ 5246841 w 9408955"/>
              <a:gd name="connsiteY405" fmla="*/ 1083356 h 4587875"/>
              <a:gd name="connsiteX406" fmla="*/ 5263925 w 9408955"/>
              <a:gd name="connsiteY406" fmla="*/ 1090386 h 4587875"/>
              <a:gd name="connsiteX407" fmla="*/ 3018021 w 9408955"/>
              <a:gd name="connsiteY407" fmla="*/ 1090438 h 4587875"/>
              <a:gd name="connsiteX408" fmla="*/ 3041540 w 9408955"/>
              <a:gd name="connsiteY408" fmla="*/ 1068679 h 4587875"/>
              <a:gd name="connsiteX409" fmla="*/ 3000165 w 9408955"/>
              <a:gd name="connsiteY409" fmla="*/ 1023840 h 4587875"/>
              <a:gd name="connsiteX410" fmla="*/ 2985140 w 9408955"/>
              <a:gd name="connsiteY410" fmla="*/ 1084775 h 4587875"/>
              <a:gd name="connsiteX411" fmla="*/ 3018021 w 9408955"/>
              <a:gd name="connsiteY411" fmla="*/ 1090438 h 4587875"/>
              <a:gd name="connsiteX412" fmla="*/ 2592897 w 9408955"/>
              <a:gd name="connsiteY412" fmla="*/ 1090577 h 4587875"/>
              <a:gd name="connsiteX413" fmla="*/ 2631467 w 9408955"/>
              <a:gd name="connsiteY413" fmla="*/ 1061811 h 4587875"/>
              <a:gd name="connsiteX414" fmla="*/ 2590303 w 9408955"/>
              <a:gd name="connsiteY414" fmla="*/ 1023937 h 4587875"/>
              <a:gd name="connsiteX415" fmla="*/ 2575975 w 9408955"/>
              <a:gd name="connsiteY415" fmla="*/ 1084036 h 4587875"/>
              <a:gd name="connsiteX416" fmla="*/ 2592897 w 9408955"/>
              <a:gd name="connsiteY416" fmla="*/ 1090577 h 4587875"/>
              <a:gd name="connsiteX417" fmla="*/ 5578228 w 9408955"/>
              <a:gd name="connsiteY417" fmla="*/ 1090637 h 4587875"/>
              <a:gd name="connsiteX418" fmla="*/ 5613469 w 9408955"/>
              <a:gd name="connsiteY418" fmla="*/ 1053675 h 4587875"/>
              <a:gd name="connsiteX419" fmla="*/ 5546340 w 9408955"/>
              <a:gd name="connsiteY419" fmla="*/ 1041779 h 4587875"/>
              <a:gd name="connsiteX420" fmla="*/ 5559493 w 9408955"/>
              <a:gd name="connsiteY420" fmla="*/ 1085323 h 4587875"/>
              <a:gd name="connsiteX421" fmla="*/ 5578228 w 9408955"/>
              <a:gd name="connsiteY421" fmla="*/ 1090637 h 4587875"/>
              <a:gd name="connsiteX422" fmla="*/ 5680483 w 9408955"/>
              <a:gd name="connsiteY422" fmla="*/ 1090778 h 4587875"/>
              <a:gd name="connsiteX423" fmla="*/ 5716183 w 9408955"/>
              <a:gd name="connsiteY423" fmla="*/ 1054896 h 4587875"/>
              <a:gd name="connsiteX424" fmla="*/ 5649353 w 9408955"/>
              <a:gd name="connsiteY424" fmla="*/ 1041097 h 4587875"/>
              <a:gd name="connsiteX425" fmla="*/ 5662354 w 9408955"/>
              <a:gd name="connsiteY425" fmla="*/ 1085660 h 4587875"/>
              <a:gd name="connsiteX426" fmla="*/ 5680483 w 9408955"/>
              <a:gd name="connsiteY426" fmla="*/ 1090778 h 4587875"/>
              <a:gd name="connsiteX427" fmla="*/ 7941604 w 9408955"/>
              <a:gd name="connsiteY427" fmla="*/ 1090820 h 4587875"/>
              <a:gd name="connsiteX428" fmla="*/ 7975256 w 9408955"/>
              <a:gd name="connsiteY428" fmla="*/ 1054680 h 4587875"/>
              <a:gd name="connsiteX429" fmla="*/ 7912742 w 9408955"/>
              <a:gd name="connsiteY429" fmla="*/ 1037128 h 4587875"/>
              <a:gd name="connsiteX430" fmla="*/ 7923497 w 9408955"/>
              <a:gd name="connsiteY430" fmla="*/ 1085510 h 4587875"/>
              <a:gd name="connsiteX431" fmla="*/ 7941604 w 9408955"/>
              <a:gd name="connsiteY431" fmla="*/ 1090820 h 4587875"/>
              <a:gd name="connsiteX432" fmla="*/ 3316966 w 9408955"/>
              <a:gd name="connsiteY432" fmla="*/ 1090824 h 4587875"/>
              <a:gd name="connsiteX433" fmla="*/ 3352077 w 9408955"/>
              <a:gd name="connsiteY433" fmla="*/ 1053864 h 4587875"/>
              <a:gd name="connsiteX434" fmla="*/ 3285605 w 9408955"/>
              <a:gd name="connsiteY434" fmla="*/ 1038591 h 4587875"/>
              <a:gd name="connsiteX435" fmla="*/ 3298112 w 9408955"/>
              <a:gd name="connsiteY435" fmla="*/ 1085549 h 4587875"/>
              <a:gd name="connsiteX436" fmla="*/ 3316966 w 9408955"/>
              <a:gd name="connsiteY436" fmla="*/ 1090824 h 4587875"/>
              <a:gd name="connsiteX437" fmla="*/ 7524986 w 9408955"/>
              <a:gd name="connsiteY437" fmla="*/ 1090876 h 4587875"/>
              <a:gd name="connsiteX438" fmla="*/ 7564067 w 9408955"/>
              <a:gd name="connsiteY438" fmla="*/ 1053628 h 4587875"/>
              <a:gd name="connsiteX439" fmla="*/ 7505048 w 9408955"/>
              <a:gd name="connsiteY439" fmla="*/ 1031517 h 4587875"/>
              <a:gd name="connsiteX440" fmla="*/ 7505726 w 9408955"/>
              <a:gd name="connsiteY440" fmla="*/ 1083033 h 4587875"/>
              <a:gd name="connsiteX441" fmla="*/ 7524986 w 9408955"/>
              <a:gd name="connsiteY441" fmla="*/ 1090876 h 4587875"/>
              <a:gd name="connsiteX442" fmla="*/ 7839874 w 9408955"/>
              <a:gd name="connsiteY442" fmla="*/ 1090952 h 4587875"/>
              <a:gd name="connsiteX443" fmla="*/ 7873130 w 9408955"/>
              <a:gd name="connsiteY443" fmla="*/ 1046627 h 4587875"/>
              <a:gd name="connsiteX444" fmla="*/ 7817193 w 9408955"/>
              <a:gd name="connsiteY444" fmla="*/ 1029713 h 4587875"/>
              <a:gd name="connsiteX445" fmla="*/ 7819466 w 9408955"/>
              <a:gd name="connsiteY445" fmla="*/ 1085027 h 4587875"/>
              <a:gd name="connsiteX446" fmla="*/ 7839874 w 9408955"/>
              <a:gd name="connsiteY446" fmla="*/ 1090952 h 4587875"/>
              <a:gd name="connsiteX447" fmla="*/ 7733873 w 9408955"/>
              <a:gd name="connsiteY447" fmla="*/ 1090991 h 4587875"/>
              <a:gd name="connsiteX448" fmla="*/ 7771073 w 9408955"/>
              <a:gd name="connsiteY448" fmla="*/ 1054135 h 4587875"/>
              <a:gd name="connsiteX449" fmla="*/ 7727861 w 9408955"/>
              <a:gd name="connsiteY449" fmla="*/ 1024588 h 4587875"/>
              <a:gd name="connsiteX450" fmla="*/ 7715057 w 9408955"/>
              <a:gd name="connsiteY450" fmla="*/ 1084133 h 4587875"/>
              <a:gd name="connsiteX451" fmla="*/ 7733873 w 9408955"/>
              <a:gd name="connsiteY451" fmla="*/ 1090991 h 4587875"/>
              <a:gd name="connsiteX452" fmla="*/ 3109429 w 9408955"/>
              <a:gd name="connsiteY452" fmla="*/ 1091056 h 4587875"/>
              <a:gd name="connsiteX453" fmla="*/ 3144852 w 9408955"/>
              <a:gd name="connsiteY453" fmla="*/ 1054002 h 4587875"/>
              <a:gd name="connsiteX454" fmla="*/ 3097950 w 9408955"/>
              <a:gd name="connsiteY454" fmla="*/ 1025503 h 4587875"/>
              <a:gd name="connsiteX455" fmla="*/ 3090858 w 9408955"/>
              <a:gd name="connsiteY455" fmla="*/ 1084310 h 4587875"/>
              <a:gd name="connsiteX456" fmla="*/ 3109429 w 9408955"/>
              <a:gd name="connsiteY456" fmla="*/ 1091056 h 4587875"/>
              <a:gd name="connsiteX457" fmla="*/ 2914368 w 9408955"/>
              <a:gd name="connsiteY457" fmla="*/ 1091117 h 4587875"/>
              <a:gd name="connsiteX458" fmla="*/ 2939007 w 9408955"/>
              <a:gd name="connsiteY458" fmla="*/ 1054436 h 4587875"/>
              <a:gd name="connsiteX459" fmla="*/ 2880829 w 9408955"/>
              <a:gd name="connsiteY459" fmla="*/ 1032832 h 4587875"/>
              <a:gd name="connsiteX460" fmla="*/ 2898192 w 9408955"/>
              <a:gd name="connsiteY460" fmla="*/ 1091050 h 4587875"/>
              <a:gd name="connsiteX461" fmla="*/ 2914368 w 9408955"/>
              <a:gd name="connsiteY461" fmla="*/ 1091117 h 4587875"/>
              <a:gd name="connsiteX462" fmla="*/ 4854706 w 9408955"/>
              <a:gd name="connsiteY462" fmla="*/ 1091160 h 4587875"/>
              <a:gd name="connsiteX463" fmla="*/ 4892958 w 9408955"/>
              <a:gd name="connsiteY463" fmla="*/ 1053751 h 4587875"/>
              <a:gd name="connsiteX464" fmla="*/ 4826319 w 9408955"/>
              <a:gd name="connsiteY464" fmla="*/ 1040564 h 4587875"/>
              <a:gd name="connsiteX465" fmla="*/ 4835417 w 9408955"/>
              <a:gd name="connsiteY465" fmla="*/ 1084218 h 4587875"/>
              <a:gd name="connsiteX466" fmla="*/ 4854706 w 9408955"/>
              <a:gd name="connsiteY466" fmla="*/ 1091160 h 4587875"/>
              <a:gd name="connsiteX467" fmla="*/ 8353181 w 9408955"/>
              <a:gd name="connsiteY467" fmla="*/ 1091182 h 4587875"/>
              <a:gd name="connsiteX468" fmla="*/ 8386603 w 9408955"/>
              <a:gd name="connsiteY468" fmla="*/ 1046864 h 4587875"/>
              <a:gd name="connsiteX469" fmla="*/ 8318795 w 9408955"/>
              <a:gd name="connsiteY469" fmla="*/ 1045950 h 4587875"/>
              <a:gd name="connsiteX470" fmla="*/ 8333082 w 9408955"/>
              <a:gd name="connsiteY470" fmla="*/ 1085715 h 4587875"/>
              <a:gd name="connsiteX471" fmla="*/ 8353181 w 9408955"/>
              <a:gd name="connsiteY471" fmla="*/ 1091182 h 4587875"/>
              <a:gd name="connsiteX472" fmla="*/ 2698922 w 9408955"/>
              <a:gd name="connsiteY472" fmla="*/ 1091218 h 4587875"/>
              <a:gd name="connsiteX473" fmla="*/ 2736023 w 9408955"/>
              <a:gd name="connsiteY473" fmla="*/ 1055914 h 4587875"/>
              <a:gd name="connsiteX474" fmla="*/ 2678483 w 9408955"/>
              <a:gd name="connsiteY474" fmla="*/ 1030741 h 4587875"/>
              <a:gd name="connsiteX475" fmla="*/ 2680301 w 9408955"/>
              <a:gd name="connsiteY475" fmla="*/ 1085850 h 4587875"/>
              <a:gd name="connsiteX476" fmla="*/ 2698922 w 9408955"/>
              <a:gd name="connsiteY476" fmla="*/ 1091218 h 4587875"/>
              <a:gd name="connsiteX477" fmla="*/ 5166244 w 9408955"/>
              <a:gd name="connsiteY477" fmla="*/ 1091246 h 4587875"/>
              <a:gd name="connsiteX478" fmla="*/ 5201110 w 9408955"/>
              <a:gd name="connsiteY478" fmla="*/ 1054315 h 4587875"/>
              <a:gd name="connsiteX479" fmla="*/ 5139644 w 9408955"/>
              <a:gd name="connsiteY479" fmla="*/ 1032886 h 4587875"/>
              <a:gd name="connsiteX480" fmla="*/ 5147471 w 9408955"/>
              <a:gd name="connsiteY480" fmla="*/ 1086459 h 4587875"/>
              <a:gd name="connsiteX481" fmla="*/ 5166244 w 9408955"/>
              <a:gd name="connsiteY481" fmla="*/ 1091246 h 4587875"/>
              <a:gd name="connsiteX482" fmla="*/ 2800638 w 9408955"/>
              <a:gd name="connsiteY482" fmla="*/ 1091249 h 4587875"/>
              <a:gd name="connsiteX483" fmla="*/ 2838913 w 9408955"/>
              <a:gd name="connsiteY483" fmla="*/ 1062342 h 4587875"/>
              <a:gd name="connsiteX484" fmla="*/ 2781772 w 9408955"/>
              <a:gd name="connsiteY484" fmla="*/ 1029571 h 4587875"/>
              <a:gd name="connsiteX485" fmla="*/ 2784059 w 9408955"/>
              <a:gd name="connsiteY485" fmla="*/ 1086175 h 4587875"/>
              <a:gd name="connsiteX486" fmla="*/ 2800638 w 9408955"/>
              <a:gd name="connsiteY486" fmla="*/ 1091249 h 4587875"/>
              <a:gd name="connsiteX487" fmla="*/ 4958717 w 9408955"/>
              <a:gd name="connsiteY487" fmla="*/ 1091267 h 4587875"/>
              <a:gd name="connsiteX488" fmla="*/ 4996396 w 9408955"/>
              <a:gd name="connsiteY488" fmla="*/ 1053317 h 4587875"/>
              <a:gd name="connsiteX489" fmla="*/ 4929919 w 9408955"/>
              <a:gd name="connsiteY489" fmla="*/ 1039970 h 4587875"/>
              <a:gd name="connsiteX490" fmla="*/ 4939416 w 9408955"/>
              <a:gd name="connsiteY490" fmla="*/ 1084986 h 4587875"/>
              <a:gd name="connsiteX491" fmla="*/ 4958717 w 9408955"/>
              <a:gd name="connsiteY491" fmla="*/ 1091267 h 4587875"/>
              <a:gd name="connsiteX492" fmla="*/ 8143398 w 9408955"/>
              <a:gd name="connsiteY492" fmla="*/ 1091591 h 4587875"/>
              <a:gd name="connsiteX493" fmla="*/ 8180186 w 9408955"/>
              <a:gd name="connsiteY493" fmla="*/ 1054644 h 4587875"/>
              <a:gd name="connsiteX494" fmla="*/ 8115643 w 9408955"/>
              <a:gd name="connsiteY494" fmla="*/ 1041094 h 4587875"/>
              <a:gd name="connsiteX495" fmla="*/ 8124340 w 9408955"/>
              <a:gd name="connsiteY495" fmla="*/ 1084730 h 4587875"/>
              <a:gd name="connsiteX496" fmla="*/ 8143398 w 9408955"/>
              <a:gd name="connsiteY496" fmla="*/ 1091591 h 4587875"/>
              <a:gd name="connsiteX497" fmla="*/ 3211349 w 9408955"/>
              <a:gd name="connsiteY497" fmla="*/ 1091628 h 4587875"/>
              <a:gd name="connsiteX498" fmla="*/ 3248110 w 9408955"/>
              <a:gd name="connsiteY498" fmla="*/ 1061840 h 4587875"/>
              <a:gd name="connsiteX499" fmla="*/ 3197681 w 9408955"/>
              <a:gd name="connsiteY499" fmla="*/ 1027409 h 4587875"/>
              <a:gd name="connsiteX500" fmla="*/ 3194515 w 9408955"/>
              <a:gd name="connsiteY500" fmla="*/ 1086693 h 4587875"/>
              <a:gd name="connsiteX501" fmla="*/ 3211349 w 9408955"/>
              <a:gd name="connsiteY501" fmla="*/ 1091628 h 4587875"/>
              <a:gd name="connsiteX502" fmla="*/ 5063310 w 9408955"/>
              <a:gd name="connsiteY502" fmla="*/ 1091674 h 4587875"/>
              <a:gd name="connsiteX503" fmla="*/ 5097795 w 9408955"/>
              <a:gd name="connsiteY503" fmla="*/ 1053976 h 4587875"/>
              <a:gd name="connsiteX504" fmla="*/ 5037330 w 9408955"/>
              <a:gd name="connsiteY504" fmla="*/ 1033967 h 4587875"/>
              <a:gd name="connsiteX505" fmla="*/ 5044748 w 9408955"/>
              <a:gd name="connsiteY505" fmla="*/ 1085809 h 4587875"/>
              <a:gd name="connsiteX506" fmla="*/ 5063310 w 9408955"/>
              <a:gd name="connsiteY506" fmla="*/ 1091674 h 4587875"/>
              <a:gd name="connsiteX507" fmla="*/ 8253169 w 9408955"/>
              <a:gd name="connsiteY507" fmla="*/ 1091742 h 4587875"/>
              <a:gd name="connsiteX508" fmla="*/ 8279108 w 9408955"/>
              <a:gd name="connsiteY508" fmla="*/ 1075622 h 4587875"/>
              <a:gd name="connsiteX509" fmla="*/ 8249399 w 9408955"/>
              <a:gd name="connsiteY509" fmla="*/ 1023534 h 4587875"/>
              <a:gd name="connsiteX510" fmla="*/ 8223999 w 9408955"/>
              <a:gd name="connsiteY510" fmla="*/ 1082047 h 4587875"/>
              <a:gd name="connsiteX511" fmla="*/ 8253169 w 9408955"/>
              <a:gd name="connsiteY511" fmla="*/ 1091742 h 4587875"/>
              <a:gd name="connsiteX512" fmla="*/ 7841132 w 9408955"/>
              <a:gd name="connsiteY512" fmla="*/ 1194396 h 4587875"/>
              <a:gd name="connsiteX513" fmla="*/ 7871970 w 9408955"/>
              <a:gd name="connsiteY513" fmla="*/ 1144134 h 4587875"/>
              <a:gd name="connsiteX514" fmla="*/ 7819340 w 9408955"/>
              <a:gd name="connsiteY514" fmla="*/ 1129166 h 4587875"/>
              <a:gd name="connsiteX515" fmla="*/ 7819340 w 9408955"/>
              <a:gd name="connsiteY515" fmla="*/ 1188131 h 4587875"/>
              <a:gd name="connsiteX516" fmla="*/ 7841132 w 9408955"/>
              <a:gd name="connsiteY516" fmla="*/ 1194396 h 4587875"/>
              <a:gd name="connsiteX517" fmla="*/ 5057201 w 9408955"/>
              <a:gd name="connsiteY517" fmla="*/ 1194417 h 4587875"/>
              <a:gd name="connsiteX518" fmla="*/ 5074176 w 9408955"/>
              <a:gd name="connsiteY518" fmla="*/ 1193712 h 4587875"/>
              <a:gd name="connsiteX519" fmla="*/ 5066780 w 9408955"/>
              <a:gd name="connsiteY519" fmla="*/ 1123773 h 4587875"/>
              <a:gd name="connsiteX520" fmla="*/ 5025866 w 9408955"/>
              <a:gd name="connsiteY520" fmla="*/ 1158398 h 4587875"/>
              <a:gd name="connsiteX521" fmla="*/ 5057201 w 9408955"/>
              <a:gd name="connsiteY521" fmla="*/ 1194417 h 4587875"/>
              <a:gd name="connsiteX522" fmla="*/ 8141221 w 9408955"/>
              <a:gd name="connsiteY522" fmla="*/ 1194512 h 4587875"/>
              <a:gd name="connsiteX523" fmla="*/ 8179490 w 9408955"/>
              <a:gd name="connsiteY523" fmla="*/ 1166460 h 4587875"/>
              <a:gd name="connsiteX524" fmla="*/ 8145789 w 9408955"/>
              <a:gd name="connsiteY524" fmla="*/ 1124168 h 4587875"/>
              <a:gd name="connsiteX525" fmla="*/ 8125155 w 9408955"/>
              <a:gd name="connsiteY525" fmla="*/ 1187720 h 4587875"/>
              <a:gd name="connsiteX526" fmla="*/ 8141221 w 9408955"/>
              <a:gd name="connsiteY526" fmla="*/ 1194512 h 4587875"/>
              <a:gd name="connsiteX527" fmla="*/ 2591354 w 9408955"/>
              <a:gd name="connsiteY527" fmla="*/ 1194531 h 4587875"/>
              <a:gd name="connsiteX528" fmla="*/ 2630252 w 9408955"/>
              <a:gd name="connsiteY528" fmla="*/ 1173216 h 4587875"/>
              <a:gd name="connsiteX529" fmla="*/ 2597711 w 9408955"/>
              <a:gd name="connsiteY529" fmla="*/ 1123764 h 4587875"/>
              <a:gd name="connsiteX530" fmla="*/ 2576856 w 9408955"/>
              <a:gd name="connsiteY530" fmla="*/ 1188167 h 4587875"/>
              <a:gd name="connsiteX531" fmla="*/ 2591354 w 9408955"/>
              <a:gd name="connsiteY531" fmla="*/ 1194531 h 4587875"/>
              <a:gd name="connsiteX532" fmla="*/ 5278139 w 9408955"/>
              <a:gd name="connsiteY532" fmla="*/ 1194939 h 4587875"/>
              <a:gd name="connsiteX533" fmla="*/ 5301114 w 9408955"/>
              <a:gd name="connsiteY533" fmla="*/ 1173854 h 4587875"/>
              <a:gd name="connsiteX534" fmla="*/ 5275282 w 9408955"/>
              <a:gd name="connsiteY534" fmla="*/ 1124539 h 4587875"/>
              <a:gd name="connsiteX535" fmla="*/ 5246936 w 9408955"/>
              <a:gd name="connsiteY535" fmla="*/ 1187680 h 4587875"/>
              <a:gd name="connsiteX536" fmla="*/ 5278139 w 9408955"/>
              <a:gd name="connsiteY536" fmla="*/ 1194939 h 4587875"/>
              <a:gd name="connsiteX537" fmla="*/ 4759883 w 9408955"/>
              <a:gd name="connsiteY537" fmla="*/ 1195043 h 4587875"/>
              <a:gd name="connsiteX538" fmla="*/ 4788578 w 9408955"/>
              <a:gd name="connsiteY538" fmla="*/ 1146704 h 4587875"/>
              <a:gd name="connsiteX539" fmla="*/ 4729756 w 9408955"/>
              <a:gd name="connsiteY539" fmla="*/ 1136928 h 4587875"/>
              <a:gd name="connsiteX540" fmla="*/ 4739103 w 9408955"/>
              <a:gd name="connsiteY540" fmla="*/ 1190582 h 4587875"/>
              <a:gd name="connsiteX541" fmla="*/ 4759883 w 9408955"/>
              <a:gd name="connsiteY541" fmla="*/ 1195043 h 4587875"/>
              <a:gd name="connsiteX542" fmla="*/ 5366860 w 9408955"/>
              <a:gd name="connsiteY542" fmla="*/ 1195203 h 4587875"/>
              <a:gd name="connsiteX543" fmla="*/ 5406582 w 9408955"/>
              <a:gd name="connsiteY543" fmla="*/ 1166981 h 4587875"/>
              <a:gd name="connsiteX544" fmla="*/ 5371764 w 9408955"/>
              <a:gd name="connsiteY544" fmla="*/ 1123763 h 4587875"/>
              <a:gd name="connsiteX545" fmla="*/ 5350780 w 9408955"/>
              <a:gd name="connsiteY545" fmla="*/ 1187441 h 4587875"/>
              <a:gd name="connsiteX546" fmla="*/ 5366860 w 9408955"/>
              <a:gd name="connsiteY546" fmla="*/ 1195203 h 4587875"/>
              <a:gd name="connsiteX547" fmla="*/ 5167574 w 9408955"/>
              <a:gd name="connsiteY547" fmla="*/ 1195214 h 4587875"/>
              <a:gd name="connsiteX548" fmla="*/ 5200455 w 9408955"/>
              <a:gd name="connsiteY548" fmla="*/ 1152358 h 4587875"/>
              <a:gd name="connsiteX549" fmla="*/ 5139091 w 9408955"/>
              <a:gd name="connsiteY549" fmla="*/ 1136824 h 4587875"/>
              <a:gd name="connsiteX550" fmla="*/ 5147760 w 9408955"/>
              <a:gd name="connsiteY550" fmla="*/ 1190281 h 4587875"/>
              <a:gd name="connsiteX551" fmla="*/ 5167574 w 9408955"/>
              <a:gd name="connsiteY551" fmla="*/ 1195214 h 4587875"/>
              <a:gd name="connsiteX552" fmla="*/ 3317499 w 9408955"/>
              <a:gd name="connsiteY552" fmla="*/ 1195233 h 4587875"/>
              <a:gd name="connsiteX553" fmla="*/ 3352164 w 9408955"/>
              <a:gd name="connsiteY553" fmla="*/ 1158637 h 4587875"/>
              <a:gd name="connsiteX554" fmla="*/ 3300293 w 9408955"/>
              <a:gd name="connsiteY554" fmla="*/ 1127711 h 4587875"/>
              <a:gd name="connsiteX555" fmla="*/ 3299374 w 9408955"/>
              <a:gd name="connsiteY555" fmla="*/ 1190251 h 4587875"/>
              <a:gd name="connsiteX556" fmla="*/ 3317499 w 9408955"/>
              <a:gd name="connsiteY556" fmla="*/ 1195233 h 4587875"/>
              <a:gd name="connsiteX557" fmla="*/ 7734925 w 9408955"/>
              <a:gd name="connsiteY557" fmla="*/ 1195254 h 4587875"/>
              <a:gd name="connsiteX558" fmla="*/ 7769974 w 9408955"/>
              <a:gd name="connsiteY558" fmla="*/ 1150492 h 4587875"/>
              <a:gd name="connsiteX559" fmla="*/ 7727565 w 9408955"/>
              <a:gd name="connsiteY559" fmla="*/ 1124443 h 4587875"/>
              <a:gd name="connsiteX560" fmla="*/ 7715092 w 9408955"/>
              <a:gd name="connsiteY560" fmla="*/ 1187739 h 4587875"/>
              <a:gd name="connsiteX561" fmla="*/ 7734925 w 9408955"/>
              <a:gd name="connsiteY561" fmla="*/ 1195254 h 4587875"/>
              <a:gd name="connsiteX562" fmla="*/ 7941766 w 9408955"/>
              <a:gd name="connsiteY562" fmla="*/ 1195278 h 4587875"/>
              <a:gd name="connsiteX563" fmla="*/ 7976111 w 9408955"/>
              <a:gd name="connsiteY563" fmla="*/ 1157695 h 4587875"/>
              <a:gd name="connsiteX564" fmla="*/ 7937453 w 9408955"/>
              <a:gd name="connsiteY564" fmla="*/ 1124001 h 4587875"/>
              <a:gd name="connsiteX565" fmla="*/ 7923354 w 9408955"/>
              <a:gd name="connsiteY565" fmla="*/ 1190243 h 4587875"/>
              <a:gd name="connsiteX566" fmla="*/ 7941766 w 9408955"/>
              <a:gd name="connsiteY566" fmla="*/ 1195278 h 4587875"/>
              <a:gd name="connsiteX567" fmla="*/ 3002835 w 9408955"/>
              <a:gd name="connsiteY567" fmla="*/ 1195364 h 4587875"/>
              <a:gd name="connsiteX568" fmla="*/ 3042234 w 9408955"/>
              <a:gd name="connsiteY568" fmla="*/ 1166891 h 4587875"/>
              <a:gd name="connsiteX569" fmla="*/ 2993440 w 9408955"/>
              <a:gd name="connsiteY569" fmla="*/ 1128183 h 4587875"/>
              <a:gd name="connsiteX570" fmla="*/ 2986694 w 9408955"/>
              <a:gd name="connsiteY570" fmla="*/ 1188192 h 4587875"/>
              <a:gd name="connsiteX571" fmla="*/ 3002835 w 9408955"/>
              <a:gd name="connsiteY571" fmla="*/ 1195364 h 4587875"/>
              <a:gd name="connsiteX572" fmla="*/ 5684463 w 9408955"/>
              <a:gd name="connsiteY572" fmla="*/ 1195366 h 4587875"/>
              <a:gd name="connsiteX573" fmla="*/ 5713708 w 9408955"/>
              <a:gd name="connsiteY573" fmla="*/ 1146774 h 4587875"/>
              <a:gd name="connsiteX574" fmla="*/ 5649074 w 9408955"/>
              <a:gd name="connsiteY574" fmla="*/ 1146774 h 4587875"/>
              <a:gd name="connsiteX575" fmla="*/ 5663362 w 9408955"/>
              <a:gd name="connsiteY575" fmla="*/ 1190993 h 4587875"/>
              <a:gd name="connsiteX576" fmla="*/ 5684463 w 9408955"/>
              <a:gd name="connsiteY576" fmla="*/ 1195366 h 4587875"/>
              <a:gd name="connsiteX577" fmla="*/ 2804046 w 9408955"/>
              <a:gd name="connsiteY577" fmla="*/ 1195386 h 4587875"/>
              <a:gd name="connsiteX578" fmla="*/ 2837998 w 9408955"/>
              <a:gd name="connsiteY578" fmla="*/ 1152026 h 4587875"/>
              <a:gd name="connsiteX579" fmla="*/ 2779947 w 9408955"/>
              <a:gd name="connsiteY579" fmla="*/ 1133795 h 4587875"/>
              <a:gd name="connsiteX580" fmla="*/ 2784292 w 9408955"/>
              <a:gd name="connsiteY580" fmla="*/ 1189172 h 4587875"/>
              <a:gd name="connsiteX581" fmla="*/ 2804046 w 9408955"/>
              <a:gd name="connsiteY581" fmla="*/ 1195386 h 4587875"/>
              <a:gd name="connsiteX582" fmla="*/ 2905010 w 9408955"/>
              <a:gd name="connsiteY582" fmla="*/ 1195420 h 4587875"/>
              <a:gd name="connsiteX583" fmla="*/ 2939827 w 9408955"/>
              <a:gd name="connsiteY583" fmla="*/ 1166515 h 4587875"/>
              <a:gd name="connsiteX584" fmla="*/ 2903735 w 9408955"/>
              <a:gd name="connsiteY584" fmla="*/ 1124446 h 4587875"/>
              <a:gd name="connsiteX585" fmla="*/ 2889252 w 9408955"/>
              <a:gd name="connsiteY585" fmla="*/ 1190522 h 4587875"/>
              <a:gd name="connsiteX586" fmla="*/ 2905010 w 9408955"/>
              <a:gd name="connsiteY586" fmla="*/ 1195420 h 4587875"/>
              <a:gd name="connsiteX587" fmla="*/ 4960624 w 9408955"/>
              <a:gd name="connsiteY587" fmla="*/ 1195432 h 4587875"/>
              <a:gd name="connsiteX588" fmla="*/ 4996312 w 9408955"/>
              <a:gd name="connsiteY588" fmla="*/ 1151335 h 4587875"/>
              <a:gd name="connsiteX589" fmla="*/ 4941440 w 9408955"/>
              <a:gd name="connsiteY589" fmla="*/ 1130825 h 4587875"/>
              <a:gd name="connsiteX590" fmla="*/ 4940983 w 9408955"/>
              <a:gd name="connsiteY590" fmla="*/ 1187798 h 4587875"/>
              <a:gd name="connsiteX591" fmla="*/ 4960624 w 9408955"/>
              <a:gd name="connsiteY591" fmla="*/ 1195432 h 4587875"/>
              <a:gd name="connsiteX592" fmla="*/ 8044758 w 9408955"/>
              <a:gd name="connsiteY592" fmla="*/ 1195750 h 4587875"/>
              <a:gd name="connsiteX593" fmla="*/ 8078132 w 9408955"/>
              <a:gd name="connsiteY593" fmla="*/ 1158759 h 4587875"/>
              <a:gd name="connsiteX594" fmla="*/ 8021441 w 9408955"/>
              <a:gd name="connsiteY594" fmla="*/ 1131021 h 4587875"/>
              <a:gd name="connsiteX595" fmla="*/ 8026490 w 9408955"/>
              <a:gd name="connsiteY595" fmla="*/ 1191271 h 4587875"/>
              <a:gd name="connsiteX596" fmla="*/ 8044758 w 9408955"/>
              <a:gd name="connsiteY596" fmla="*/ 1195750 h 4587875"/>
              <a:gd name="connsiteX597" fmla="*/ 3216570 w 9408955"/>
              <a:gd name="connsiteY597" fmla="*/ 1195805 h 4587875"/>
              <a:gd name="connsiteX598" fmla="*/ 3234713 w 9408955"/>
              <a:gd name="connsiteY598" fmla="*/ 1131699 h 4587875"/>
              <a:gd name="connsiteX599" fmla="*/ 3176429 w 9408955"/>
              <a:gd name="connsiteY599" fmla="*/ 1159042 h 4587875"/>
              <a:gd name="connsiteX600" fmla="*/ 3216570 w 9408955"/>
              <a:gd name="connsiteY600" fmla="*/ 1195805 h 4587875"/>
              <a:gd name="connsiteX601" fmla="*/ 4861751 w 9408955"/>
              <a:gd name="connsiteY601" fmla="*/ 1196093 h 4587875"/>
              <a:gd name="connsiteX602" fmla="*/ 4893541 w 9408955"/>
              <a:gd name="connsiteY602" fmla="*/ 1151523 h 4587875"/>
              <a:gd name="connsiteX603" fmla="*/ 4829478 w 9408955"/>
              <a:gd name="connsiteY603" fmla="*/ 1139844 h 4587875"/>
              <a:gd name="connsiteX604" fmla="*/ 4841922 w 9408955"/>
              <a:gd name="connsiteY604" fmla="*/ 1191370 h 4587875"/>
              <a:gd name="connsiteX605" fmla="*/ 4861751 w 9408955"/>
              <a:gd name="connsiteY605" fmla="*/ 1196093 h 4587875"/>
              <a:gd name="connsiteX606" fmla="*/ 8250666 w 9408955"/>
              <a:gd name="connsiteY606" fmla="*/ 1198562 h 4587875"/>
              <a:gd name="connsiteX607" fmla="*/ 8284317 w 9408955"/>
              <a:gd name="connsiteY607" fmla="*/ 1175991 h 4587875"/>
              <a:gd name="connsiteX608" fmla="*/ 8270124 w 9408955"/>
              <a:gd name="connsiteY608" fmla="*/ 1130393 h 4587875"/>
              <a:gd name="connsiteX609" fmla="*/ 8215642 w 9408955"/>
              <a:gd name="connsiteY609" fmla="*/ 1157752 h 4587875"/>
              <a:gd name="connsiteX610" fmla="*/ 8250666 w 9408955"/>
              <a:gd name="connsiteY610" fmla="*/ 1198562 h 4587875"/>
              <a:gd name="connsiteX611" fmla="*/ 3112135 w 9408955"/>
              <a:gd name="connsiteY611" fmla="*/ 1198562 h 4587875"/>
              <a:gd name="connsiteX612" fmla="*/ 3144394 w 9408955"/>
              <a:gd name="connsiteY612" fmla="*/ 1150418 h 4587875"/>
              <a:gd name="connsiteX613" fmla="*/ 3079876 w 9408955"/>
              <a:gd name="connsiteY613" fmla="*/ 1150189 h 4587875"/>
              <a:gd name="connsiteX614" fmla="*/ 3112135 w 9408955"/>
              <a:gd name="connsiteY614" fmla="*/ 1198562 h 4587875"/>
              <a:gd name="connsiteX615" fmla="*/ 2701675 w 9408955"/>
              <a:gd name="connsiteY615" fmla="*/ 1198562 h 4587875"/>
              <a:gd name="connsiteX616" fmla="*/ 2732598 w 9408955"/>
              <a:gd name="connsiteY616" fmla="*/ 1146205 h 4587875"/>
              <a:gd name="connsiteX617" fmla="*/ 2666886 w 9408955"/>
              <a:gd name="connsiteY617" fmla="*/ 1151006 h 4587875"/>
              <a:gd name="connsiteX618" fmla="*/ 2701675 w 9408955"/>
              <a:gd name="connsiteY618" fmla="*/ 1198562 h 4587875"/>
              <a:gd name="connsiteX619" fmla="*/ 2812368 w 9408955"/>
              <a:gd name="connsiteY619" fmla="*/ 1296051 h 4587875"/>
              <a:gd name="connsiteX620" fmla="*/ 2839879 w 9408955"/>
              <a:gd name="connsiteY620" fmla="*/ 1248990 h 4587875"/>
              <a:gd name="connsiteX621" fmla="*/ 2778971 w 9408955"/>
              <a:gd name="connsiteY621" fmla="*/ 1236259 h 4587875"/>
              <a:gd name="connsiteX622" fmla="*/ 2812368 w 9408955"/>
              <a:gd name="connsiteY622" fmla="*/ 1296051 h 4587875"/>
              <a:gd name="connsiteX623" fmla="*/ 4768380 w 9408955"/>
              <a:gd name="connsiteY623" fmla="*/ 1296060 h 4587875"/>
              <a:gd name="connsiteX624" fmla="*/ 4788751 w 9408955"/>
              <a:gd name="connsiteY624" fmla="*/ 1276061 h 4587875"/>
              <a:gd name="connsiteX625" fmla="*/ 4744514 w 9408955"/>
              <a:gd name="connsiteY625" fmla="*/ 1228614 h 4587875"/>
              <a:gd name="connsiteX626" fmla="*/ 4739242 w 9408955"/>
              <a:gd name="connsiteY626" fmla="*/ 1294398 h 4587875"/>
              <a:gd name="connsiteX627" fmla="*/ 4768380 w 9408955"/>
              <a:gd name="connsiteY627" fmla="*/ 1296060 h 4587875"/>
              <a:gd name="connsiteX628" fmla="*/ 5178252 w 9408955"/>
              <a:gd name="connsiteY628" fmla="*/ 1297036 h 4587875"/>
              <a:gd name="connsiteX629" fmla="*/ 5198333 w 9408955"/>
              <a:gd name="connsiteY629" fmla="*/ 1276799 h 4587875"/>
              <a:gd name="connsiteX630" fmla="*/ 5161985 w 9408955"/>
              <a:gd name="connsiteY630" fmla="*/ 1227406 h 4587875"/>
              <a:gd name="connsiteX631" fmla="*/ 5150094 w 9408955"/>
              <a:gd name="connsiteY631" fmla="*/ 1293949 h 4587875"/>
              <a:gd name="connsiteX632" fmla="*/ 5178252 w 9408955"/>
              <a:gd name="connsiteY632" fmla="*/ 1297036 h 4587875"/>
              <a:gd name="connsiteX633" fmla="*/ 4967986 w 9408955"/>
              <a:gd name="connsiteY633" fmla="*/ 1297253 h 4587875"/>
              <a:gd name="connsiteX634" fmla="*/ 4994796 w 9408955"/>
              <a:gd name="connsiteY634" fmla="*/ 1248682 h 4587875"/>
              <a:gd name="connsiteX635" fmla="*/ 4931938 w 9408955"/>
              <a:gd name="connsiteY635" fmla="*/ 1242105 h 4587875"/>
              <a:gd name="connsiteX636" fmla="*/ 4946904 w 9408955"/>
              <a:gd name="connsiteY636" fmla="*/ 1293812 h 4587875"/>
              <a:gd name="connsiteX637" fmla="*/ 4967986 w 9408955"/>
              <a:gd name="connsiteY637" fmla="*/ 1297253 h 4587875"/>
              <a:gd name="connsiteX638" fmla="*/ 3310591 w 9408955"/>
              <a:gd name="connsiteY638" fmla="*/ 1297670 h 4587875"/>
              <a:gd name="connsiteX639" fmla="*/ 3350850 w 9408955"/>
              <a:gd name="connsiteY639" fmla="*/ 1270588 h 4587875"/>
              <a:gd name="connsiteX640" fmla="*/ 3299290 w 9408955"/>
              <a:gd name="connsiteY640" fmla="*/ 1231482 h 4587875"/>
              <a:gd name="connsiteX641" fmla="*/ 3294089 w 9408955"/>
              <a:gd name="connsiteY641" fmla="*/ 1290142 h 4587875"/>
              <a:gd name="connsiteX642" fmla="*/ 3310591 w 9408955"/>
              <a:gd name="connsiteY642" fmla="*/ 1297670 h 4587875"/>
              <a:gd name="connsiteX643" fmla="*/ 3012279 w 9408955"/>
              <a:gd name="connsiteY643" fmla="*/ 1297677 h 4587875"/>
              <a:gd name="connsiteX644" fmla="*/ 3043158 w 9408955"/>
              <a:gd name="connsiteY644" fmla="*/ 1254897 h 4587875"/>
              <a:gd name="connsiteX645" fmla="*/ 2991381 w 9408955"/>
              <a:gd name="connsiteY645" fmla="*/ 1230569 h 4587875"/>
              <a:gd name="connsiteX646" fmla="*/ 2992537 w 9408955"/>
              <a:gd name="connsiteY646" fmla="*/ 1294004 h 4587875"/>
              <a:gd name="connsiteX647" fmla="*/ 3012279 w 9408955"/>
              <a:gd name="connsiteY647" fmla="*/ 1297677 h 4587875"/>
              <a:gd name="connsiteX648" fmla="*/ 5272392 w 9408955"/>
              <a:gd name="connsiteY648" fmla="*/ 1297740 h 4587875"/>
              <a:gd name="connsiteX649" fmla="*/ 5302296 w 9408955"/>
              <a:gd name="connsiteY649" fmla="*/ 1254818 h 4587875"/>
              <a:gd name="connsiteX650" fmla="*/ 5245892 w 9408955"/>
              <a:gd name="connsiteY650" fmla="*/ 1234607 h 4587875"/>
              <a:gd name="connsiteX651" fmla="*/ 5253170 w 9408955"/>
              <a:gd name="connsiteY651" fmla="*/ 1294091 h 4587875"/>
              <a:gd name="connsiteX652" fmla="*/ 5272392 w 9408955"/>
              <a:gd name="connsiteY652" fmla="*/ 1297740 h 4587875"/>
              <a:gd name="connsiteX653" fmla="*/ 2497353 w 9408955"/>
              <a:gd name="connsiteY653" fmla="*/ 1297768 h 4587875"/>
              <a:gd name="connsiteX654" fmla="*/ 2528942 w 9408955"/>
              <a:gd name="connsiteY654" fmla="*/ 1255617 h 4587875"/>
              <a:gd name="connsiteX655" fmla="*/ 2472213 w 9408955"/>
              <a:gd name="connsiteY655" fmla="*/ 1235710 h 4587875"/>
              <a:gd name="connsiteX656" fmla="*/ 2477931 w 9408955"/>
              <a:gd name="connsiteY656" fmla="*/ 1294075 h 4587875"/>
              <a:gd name="connsiteX657" fmla="*/ 2497353 w 9408955"/>
              <a:gd name="connsiteY657" fmla="*/ 1297768 h 4587875"/>
              <a:gd name="connsiteX658" fmla="*/ 5066562 w 9408955"/>
              <a:gd name="connsiteY658" fmla="*/ 1297844 h 4587875"/>
              <a:gd name="connsiteX659" fmla="*/ 5096022 w 9408955"/>
              <a:gd name="connsiteY659" fmla="*/ 1248130 h 4587875"/>
              <a:gd name="connsiteX660" fmla="*/ 5043991 w 9408955"/>
              <a:gd name="connsiteY660" fmla="*/ 1232175 h 4587875"/>
              <a:gd name="connsiteX661" fmla="*/ 5045367 w 9408955"/>
              <a:gd name="connsiteY661" fmla="*/ 1291665 h 4587875"/>
              <a:gd name="connsiteX662" fmla="*/ 5066562 w 9408955"/>
              <a:gd name="connsiteY662" fmla="*/ 1297844 h 4587875"/>
              <a:gd name="connsiteX663" fmla="*/ 5375556 w 9408955"/>
              <a:gd name="connsiteY663" fmla="*/ 1297929 h 4587875"/>
              <a:gd name="connsiteX664" fmla="*/ 5405279 w 9408955"/>
              <a:gd name="connsiteY664" fmla="*/ 1255173 h 4587875"/>
              <a:gd name="connsiteX665" fmla="*/ 5355840 w 9408955"/>
              <a:gd name="connsiteY665" fmla="*/ 1230886 h 4587875"/>
              <a:gd name="connsiteX666" fmla="*/ 5356520 w 9408955"/>
              <a:gd name="connsiteY666" fmla="*/ 1294582 h 4587875"/>
              <a:gd name="connsiteX667" fmla="*/ 5375556 w 9408955"/>
              <a:gd name="connsiteY667" fmla="*/ 1297929 h 4587875"/>
              <a:gd name="connsiteX668" fmla="*/ 2601220 w 9408955"/>
              <a:gd name="connsiteY668" fmla="*/ 1297977 h 4587875"/>
              <a:gd name="connsiteX669" fmla="*/ 2631261 w 9408955"/>
              <a:gd name="connsiteY669" fmla="*/ 1255129 h 4587875"/>
              <a:gd name="connsiteX670" fmla="*/ 2575473 w 9408955"/>
              <a:gd name="connsiteY670" fmla="*/ 1232558 h 4587875"/>
              <a:gd name="connsiteX671" fmla="*/ 2582277 w 9408955"/>
              <a:gd name="connsiteY671" fmla="*/ 1294742 h 4587875"/>
              <a:gd name="connsiteX672" fmla="*/ 2601220 w 9408955"/>
              <a:gd name="connsiteY672" fmla="*/ 1297977 h 4587875"/>
              <a:gd name="connsiteX673" fmla="*/ 4860168 w 9408955"/>
              <a:gd name="connsiteY673" fmla="*/ 1298072 h 4587875"/>
              <a:gd name="connsiteX674" fmla="*/ 4893877 w 9408955"/>
              <a:gd name="connsiteY674" fmla="*/ 1263544 h 4587875"/>
              <a:gd name="connsiteX675" fmla="*/ 4832645 w 9408955"/>
              <a:gd name="connsiteY675" fmla="*/ 1238991 h 4587875"/>
              <a:gd name="connsiteX676" fmla="*/ 4843304 w 9408955"/>
              <a:gd name="connsiteY676" fmla="*/ 1294236 h 4587875"/>
              <a:gd name="connsiteX677" fmla="*/ 4860168 w 9408955"/>
              <a:gd name="connsiteY677" fmla="*/ 1298072 h 4587875"/>
              <a:gd name="connsiteX678" fmla="*/ 3111114 w 9408955"/>
              <a:gd name="connsiteY678" fmla="*/ 1298222 h 4587875"/>
              <a:gd name="connsiteX679" fmla="*/ 3138523 w 9408955"/>
              <a:gd name="connsiteY679" fmla="*/ 1283214 h 4587875"/>
              <a:gd name="connsiteX680" fmla="*/ 3135566 w 9408955"/>
              <a:gd name="connsiteY680" fmla="*/ 1231437 h 4587875"/>
              <a:gd name="connsiteX681" fmla="*/ 3087799 w 9408955"/>
              <a:gd name="connsiteY681" fmla="*/ 1230759 h 4587875"/>
              <a:gd name="connsiteX682" fmla="*/ 3083705 w 9408955"/>
              <a:gd name="connsiteY682" fmla="*/ 1283214 h 4587875"/>
              <a:gd name="connsiteX683" fmla="*/ 3111114 w 9408955"/>
              <a:gd name="connsiteY683" fmla="*/ 1298222 h 4587875"/>
              <a:gd name="connsiteX684" fmla="*/ 3216403 w 9408955"/>
              <a:gd name="connsiteY684" fmla="*/ 1298238 h 4587875"/>
              <a:gd name="connsiteX685" fmla="*/ 3224953 w 9408955"/>
              <a:gd name="connsiteY685" fmla="*/ 1227775 h 4587875"/>
              <a:gd name="connsiteX686" fmla="*/ 3176429 w 9408955"/>
              <a:gd name="connsiteY686" fmla="*/ 1263470 h 4587875"/>
              <a:gd name="connsiteX687" fmla="*/ 3216403 w 9408955"/>
              <a:gd name="connsiteY687" fmla="*/ 1298238 h 4587875"/>
              <a:gd name="connsiteX688" fmla="*/ 5471359 w 9408955"/>
              <a:gd name="connsiteY688" fmla="*/ 1298250 h 4587875"/>
              <a:gd name="connsiteX689" fmla="*/ 5509123 w 9408955"/>
              <a:gd name="connsiteY689" fmla="*/ 1270260 h 4587875"/>
              <a:gd name="connsiteX690" fmla="*/ 5460917 w 9408955"/>
              <a:gd name="connsiteY690" fmla="*/ 1229158 h 4587875"/>
              <a:gd name="connsiteX691" fmla="*/ 5455460 w 9408955"/>
              <a:gd name="connsiteY691" fmla="*/ 1292196 h 4587875"/>
              <a:gd name="connsiteX692" fmla="*/ 5471359 w 9408955"/>
              <a:gd name="connsiteY692" fmla="*/ 1298250 h 4587875"/>
              <a:gd name="connsiteX693" fmla="*/ 2906509 w 9408955"/>
              <a:gd name="connsiteY693" fmla="*/ 1298427 h 4587875"/>
              <a:gd name="connsiteX694" fmla="*/ 2939009 w 9408955"/>
              <a:gd name="connsiteY694" fmla="*/ 1263767 h 4587875"/>
              <a:gd name="connsiteX695" fmla="*/ 2888052 w 9408955"/>
              <a:gd name="connsiteY695" fmla="*/ 1232391 h 4587875"/>
              <a:gd name="connsiteX696" fmla="*/ 2889405 w 9408955"/>
              <a:gd name="connsiteY696" fmla="*/ 1294689 h 4587875"/>
              <a:gd name="connsiteX697" fmla="*/ 2906509 w 9408955"/>
              <a:gd name="connsiteY697" fmla="*/ 1298427 h 4587875"/>
              <a:gd name="connsiteX698" fmla="*/ 2700817 w 9408955"/>
              <a:gd name="connsiteY698" fmla="*/ 1298518 h 4587875"/>
              <a:gd name="connsiteX699" fmla="*/ 2735544 w 9408955"/>
              <a:gd name="connsiteY699" fmla="*/ 1254754 h 4587875"/>
              <a:gd name="connsiteX700" fmla="*/ 2681048 w 9408955"/>
              <a:gd name="connsiteY700" fmla="*/ 1233300 h 4587875"/>
              <a:gd name="connsiteX701" fmla="*/ 2680820 w 9408955"/>
              <a:gd name="connsiteY701" fmla="*/ 1292127 h 4587875"/>
              <a:gd name="connsiteX702" fmla="*/ 2700817 w 9408955"/>
              <a:gd name="connsiteY702" fmla="*/ 1298518 h 4587875"/>
              <a:gd name="connsiteX703" fmla="*/ 7943718 w 9408955"/>
              <a:gd name="connsiteY703" fmla="*/ 1298627 h 4587875"/>
              <a:gd name="connsiteX704" fmla="*/ 7975008 w 9408955"/>
              <a:gd name="connsiteY704" fmla="*/ 1256129 h 4587875"/>
              <a:gd name="connsiteX705" fmla="*/ 7913727 w 9408955"/>
              <a:gd name="connsiteY705" fmla="*/ 1242226 h 4587875"/>
              <a:gd name="connsiteX706" fmla="*/ 7924582 w 9408955"/>
              <a:gd name="connsiteY706" fmla="*/ 1293962 h 4587875"/>
              <a:gd name="connsiteX707" fmla="*/ 7943718 w 9408955"/>
              <a:gd name="connsiteY707" fmla="*/ 1298627 h 4587875"/>
              <a:gd name="connsiteX708" fmla="*/ 3300935 w 9408955"/>
              <a:gd name="connsiteY708" fmla="*/ 1396044 h 4587875"/>
              <a:gd name="connsiteX709" fmla="*/ 3351735 w 9408955"/>
              <a:gd name="connsiteY709" fmla="*/ 1369135 h 4587875"/>
              <a:gd name="connsiteX710" fmla="*/ 3298440 w 9408955"/>
              <a:gd name="connsiteY710" fmla="*/ 1334929 h 4587875"/>
              <a:gd name="connsiteX711" fmla="*/ 3300935 w 9408955"/>
              <a:gd name="connsiteY711" fmla="*/ 1396044 h 4587875"/>
              <a:gd name="connsiteX712" fmla="*/ 2584915 w 9408955"/>
              <a:gd name="connsiteY712" fmla="*/ 1396361 h 4587875"/>
              <a:gd name="connsiteX713" fmla="*/ 2632408 w 9408955"/>
              <a:gd name="connsiteY713" fmla="*/ 1367951 h 4587875"/>
              <a:gd name="connsiteX714" fmla="*/ 2591475 w 9408955"/>
              <a:gd name="connsiteY714" fmla="*/ 1331199 h 4587875"/>
              <a:gd name="connsiteX715" fmla="*/ 2584915 w 9408955"/>
              <a:gd name="connsiteY715" fmla="*/ 1396361 h 4587875"/>
              <a:gd name="connsiteX716" fmla="*/ 4844732 w 9408955"/>
              <a:gd name="connsiteY716" fmla="*/ 1397205 h 4587875"/>
              <a:gd name="connsiteX717" fmla="*/ 4893220 w 9408955"/>
              <a:gd name="connsiteY717" fmla="*/ 1369006 h 4587875"/>
              <a:gd name="connsiteX718" fmla="*/ 4842026 w 9408955"/>
              <a:gd name="connsiteY718" fmla="*/ 1335577 h 4587875"/>
              <a:gd name="connsiteX719" fmla="*/ 4844732 w 9408955"/>
              <a:gd name="connsiteY719" fmla="*/ 1397205 h 4587875"/>
              <a:gd name="connsiteX720" fmla="*/ 5484585 w 9408955"/>
              <a:gd name="connsiteY720" fmla="*/ 1398115 h 4587875"/>
              <a:gd name="connsiteX721" fmla="*/ 5507010 w 9408955"/>
              <a:gd name="connsiteY721" fmla="*/ 1381366 h 4587875"/>
              <a:gd name="connsiteX722" fmla="*/ 5467930 w 9408955"/>
              <a:gd name="connsiteY722" fmla="*/ 1330223 h 4587875"/>
              <a:gd name="connsiteX723" fmla="*/ 5456504 w 9408955"/>
              <a:gd name="connsiteY723" fmla="*/ 1395251 h 4587875"/>
              <a:gd name="connsiteX724" fmla="*/ 5484585 w 9408955"/>
              <a:gd name="connsiteY724" fmla="*/ 1398115 h 4587875"/>
              <a:gd name="connsiteX725" fmla="*/ 5273658 w 9408955"/>
              <a:gd name="connsiteY725" fmla="*/ 1398288 h 4587875"/>
              <a:gd name="connsiteX726" fmla="*/ 5302999 w 9408955"/>
              <a:gd name="connsiteY726" fmla="*/ 1359554 h 4587875"/>
              <a:gd name="connsiteX727" fmla="*/ 5246529 w 9408955"/>
              <a:gd name="connsiteY727" fmla="*/ 1338576 h 4587875"/>
              <a:gd name="connsiteX728" fmla="*/ 5255600 w 9408955"/>
              <a:gd name="connsiteY728" fmla="*/ 1395352 h 4587875"/>
              <a:gd name="connsiteX729" fmla="*/ 5273658 w 9408955"/>
              <a:gd name="connsiteY729" fmla="*/ 1398288 h 4587875"/>
              <a:gd name="connsiteX730" fmla="*/ 2496477 w 9408955"/>
              <a:gd name="connsiteY730" fmla="*/ 1398464 h 4587875"/>
              <a:gd name="connsiteX731" fmla="*/ 2529614 w 9408955"/>
              <a:gd name="connsiteY731" fmla="*/ 1367174 h 4587875"/>
              <a:gd name="connsiteX732" fmla="*/ 2492602 w 9408955"/>
              <a:gd name="connsiteY732" fmla="*/ 1331220 h 4587875"/>
              <a:gd name="connsiteX733" fmla="*/ 2479959 w 9408955"/>
              <a:gd name="connsiteY733" fmla="*/ 1395666 h 4587875"/>
              <a:gd name="connsiteX734" fmla="*/ 2496477 w 9408955"/>
              <a:gd name="connsiteY734" fmla="*/ 1398464 h 4587875"/>
              <a:gd name="connsiteX735" fmla="*/ 2392199 w 9408955"/>
              <a:gd name="connsiteY735" fmla="*/ 1398497 h 4587875"/>
              <a:gd name="connsiteX736" fmla="*/ 2424235 w 9408955"/>
              <a:gd name="connsiteY736" fmla="*/ 1368185 h 4587875"/>
              <a:gd name="connsiteX737" fmla="*/ 2388145 w 9408955"/>
              <a:gd name="connsiteY737" fmla="*/ 1330982 h 4587875"/>
              <a:gd name="connsiteX738" fmla="*/ 2375973 w 9408955"/>
              <a:gd name="connsiteY738" fmla="*/ 1394791 h 4587875"/>
              <a:gd name="connsiteX739" fmla="*/ 2392199 w 9408955"/>
              <a:gd name="connsiteY739" fmla="*/ 1398497 h 4587875"/>
              <a:gd name="connsiteX740" fmla="*/ 3417883 w 9408955"/>
              <a:gd name="connsiteY740" fmla="*/ 1398597 h 4587875"/>
              <a:gd name="connsiteX741" fmla="*/ 3442733 w 9408955"/>
              <a:gd name="connsiteY741" fmla="*/ 1392662 h 4587875"/>
              <a:gd name="connsiteX742" fmla="*/ 3432329 w 9408955"/>
              <a:gd name="connsiteY742" fmla="*/ 1331748 h 4587875"/>
              <a:gd name="connsiteX743" fmla="*/ 3388906 w 9408955"/>
              <a:gd name="connsiteY743" fmla="*/ 1347729 h 4587875"/>
              <a:gd name="connsiteX744" fmla="*/ 3391846 w 9408955"/>
              <a:gd name="connsiteY744" fmla="*/ 1392893 h 4587875"/>
              <a:gd name="connsiteX745" fmla="*/ 3417883 w 9408955"/>
              <a:gd name="connsiteY745" fmla="*/ 1398597 h 4587875"/>
              <a:gd name="connsiteX746" fmla="*/ 2701782 w 9408955"/>
              <a:gd name="connsiteY746" fmla="*/ 1398758 h 4587875"/>
              <a:gd name="connsiteX747" fmla="*/ 2735587 w 9408955"/>
              <a:gd name="connsiteY747" fmla="*/ 1359326 h 4587875"/>
              <a:gd name="connsiteX748" fmla="*/ 2675034 w 9408955"/>
              <a:gd name="connsiteY748" fmla="*/ 1340633 h 4587875"/>
              <a:gd name="connsiteX749" fmla="*/ 2682519 w 9408955"/>
              <a:gd name="connsiteY749" fmla="*/ 1394206 h 4587875"/>
              <a:gd name="connsiteX750" fmla="*/ 2701782 w 9408955"/>
              <a:gd name="connsiteY750" fmla="*/ 1398758 h 4587875"/>
              <a:gd name="connsiteX751" fmla="*/ 3114329 w 9408955"/>
              <a:gd name="connsiteY751" fmla="*/ 1398829 h 4587875"/>
              <a:gd name="connsiteX752" fmla="*/ 3144653 w 9408955"/>
              <a:gd name="connsiteY752" fmla="*/ 1368109 h 4587875"/>
              <a:gd name="connsiteX753" fmla="*/ 3111496 w 9408955"/>
              <a:gd name="connsiteY753" fmla="*/ 1331281 h 4587875"/>
              <a:gd name="connsiteX754" fmla="*/ 3098690 w 9408955"/>
              <a:gd name="connsiteY754" fmla="*/ 1396245 h 4587875"/>
              <a:gd name="connsiteX755" fmla="*/ 3114329 w 9408955"/>
              <a:gd name="connsiteY755" fmla="*/ 1398829 h 4587875"/>
              <a:gd name="connsiteX756" fmla="*/ 5377414 w 9408955"/>
              <a:gd name="connsiteY756" fmla="*/ 1398890 h 4587875"/>
              <a:gd name="connsiteX757" fmla="*/ 5406830 w 9408955"/>
              <a:gd name="connsiteY757" fmla="*/ 1360504 h 4587875"/>
              <a:gd name="connsiteX758" fmla="*/ 5343185 w 9408955"/>
              <a:gd name="connsiteY758" fmla="*/ 1347420 h 4587875"/>
              <a:gd name="connsiteX759" fmla="*/ 5358925 w 9408955"/>
              <a:gd name="connsiteY759" fmla="*/ 1396374 h 4587875"/>
              <a:gd name="connsiteX760" fmla="*/ 5377414 w 9408955"/>
              <a:gd name="connsiteY760" fmla="*/ 1398890 h 4587875"/>
              <a:gd name="connsiteX761" fmla="*/ 4966694 w 9408955"/>
              <a:gd name="connsiteY761" fmla="*/ 1398947 h 4587875"/>
              <a:gd name="connsiteX762" fmla="*/ 4995973 w 9408955"/>
              <a:gd name="connsiteY762" fmla="*/ 1359876 h 4587875"/>
              <a:gd name="connsiteX763" fmla="*/ 4946798 w 9408955"/>
              <a:gd name="connsiteY763" fmla="*/ 1333579 h 4587875"/>
              <a:gd name="connsiteX764" fmla="*/ 4948603 w 9408955"/>
              <a:gd name="connsiteY764" fmla="*/ 1396921 h 4587875"/>
              <a:gd name="connsiteX765" fmla="*/ 4966694 w 9408955"/>
              <a:gd name="connsiteY765" fmla="*/ 1398947 h 4587875"/>
              <a:gd name="connsiteX766" fmla="*/ 2804642 w 9408955"/>
              <a:gd name="connsiteY766" fmla="*/ 1399005 h 4587875"/>
              <a:gd name="connsiteX767" fmla="*/ 2838064 w 9408955"/>
              <a:gd name="connsiteY767" fmla="*/ 1360033 h 4587875"/>
              <a:gd name="connsiteX768" fmla="*/ 2778222 w 9408955"/>
              <a:gd name="connsiteY768" fmla="*/ 1340530 h 4587875"/>
              <a:gd name="connsiteX769" fmla="*/ 2785933 w 9408955"/>
              <a:gd name="connsiteY769" fmla="*/ 1394959 h 4587875"/>
              <a:gd name="connsiteX770" fmla="*/ 2804642 w 9408955"/>
              <a:gd name="connsiteY770" fmla="*/ 1399005 h 4587875"/>
              <a:gd name="connsiteX771" fmla="*/ 5169461 w 9408955"/>
              <a:gd name="connsiteY771" fmla="*/ 1399185 h 4587875"/>
              <a:gd name="connsiteX772" fmla="*/ 5200492 w 9408955"/>
              <a:gd name="connsiteY772" fmla="*/ 1360006 h 4587875"/>
              <a:gd name="connsiteX773" fmla="*/ 5142435 w 9408955"/>
              <a:gd name="connsiteY773" fmla="*/ 1339259 h 4587875"/>
              <a:gd name="connsiteX774" fmla="*/ 5150599 w 9408955"/>
              <a:gd name="connsiteY774" fmla="*/ 1395345 h 4587875"/>
              <a:gd name="connsiteX775" fmla="*/ 5169461 w 9408955"/>
              <a:gd name="connsiteY775" fmla="*/ 1399185 h 4587875"/>
              <a:gd name="connsiteX776" fmla="*/ 5064862 w 9408955"/>
              <a:gd name="connsiteY776" fmla="*/ 1399227 h 4587875"/>
              <a:gd name="connsiteX777" fmla="*/ 5097584 w 9408955"/>
              <a:gd name="connsiteY777" fmla="*/ 1361272 h 4587875"/>
              <a:gd name="connsiteX778" fmla="*/ 5038456 w 9408955"/>
              <a:gd name="connsiteY778" fmla="*/ 1340581 h 4587875"/>
              <a:gd name="connsiteX779" fmla="*/ 5046100 w 9408955"/>
              <a:gd name="connsiteY779" fmla="*/ 1394697 h 4587875"/>
              <a:gd name="connsiteX780" fmla="*/ 5064862 w 9408955"/>
              <a:gd name="connsiteY780" fmla="*/ 1399227 h 4587875"/>
              <a:gd name="connsiteX781" fmla="*/ 3214088 w 9408955"/>
              <a:gd name="connsiteY781" fmla="*/ 1399453 h 4587875"/>
              <a:gd name="connsiteX782" fmla="*/ 3248785 w 9408955"/>
              <a:gd name="connsiteY782" fmla="*/ 1367923 h 4587875"/>
              <a:gd name="connsiteX783" fmla="*/ 3204911 w 9408955"/>
              <a:gd name="connsiteY783" fmla="*/ 1331402 h 4587875"/>
              <a:gd name="connsiteX784" fmla="*/ 3197448 w 9408955"/>
              <a:gd name="connsiteY784" fmla="*/ 1395199 h 4587875"/>
              <a:gd name="connsiteX785" fmla="*/ 3214088 w 9408955"/>
              <a:gd name="connsiteY785" fmla="*/ 1399453 h 4587875"/>
              <a:gd name="connsiteX786" fmla="*/ 2909457 w 9408955"/>
              <a:gd name="connsiteY786" fmla="*/ 1399457 h 4587875"/>
              <a:gd name="connsiteX787" fmla="*/ 2940092 w 9408955"/>
              <a:gd name="connsiteY787" fmla="*/ 1361723 h 4587875"/>
              <a:gd name="connsiteX788" fmla="*/ 2882606 w 9408955"/>
              <a:gd name="connsiteY788" fmla="*/ 1337846 h 4587875"/>
              <a:gd name="connsiteX789" fmla="*/ 2891275 w 9408955"/>
              <a:gd name="connsiteY789" fmla="*/ 1395833 h 4587875"/>
              <a:gd name="connsiteX790" fmla="*/ 2909457 w 9408955"/>
              <a:gd name="connsiteY790" fmla="*/ 1399457 h 4587875"/>
              <a:gd name="connsiteX791" fmla="*/ 3014910 w 9408955"/>
              <a:gd name="connsiteY791" fmla="*/ 1399475 h 4587875"/>
              <a:gd name="connsiteX792" fmla="*/ 3041857 w 9408955"/>
              <a:gd name="connsiteY792" fmla="*/ 1353930 h 4587875"/>
              <a:gd name="connsiteX793" fmla="*/ 2978972 w 9408955"/>
              <a:gd name="connsiteY793" fmla="*/ 1347073 h 4587875"/>
              <a:gd name="connsiteX794" fmla="*/ 2994751 w 9408955"/>
              <a:gd name="connsiteY794" fmla="*/ 1396900 h 4587875"/>
              <a:gd name="connsiteX795" fmla="*/ 3014910 w 9408955"/>
              <a:gd name="connsiteY795" fmla="*/ 1399475 h 4587875"/>
              <a:gd name="connsiteX796" fmla="*/ 3409675 w 9408955"/>
              <a:gd name="connsiteY796" fmla="*/ 1500260 h 4587875"/>
              <a:gd name="connsiteX797" fmla="*/ 3442287 w 9408955"/>
              <a:gd name="connsiteY797" fmla="*/ 1440016 h 4587875"/>
              <a:gd name="connsiteX798" fmla="*/ 3382804 w 9408955"/>
              <a:gd name="connsiteY798" fmla="*/ 1455810 h 4587875"/>
              <a:gd name="connsiteX799" fmla="*/ 3409675 w 9408955"/>
              <a:gd name="connsiteY799" fmla="*/ 1500260 h 4587875"/>
              <a:gd name="connsiteX800" fmla="*/ 8260518 w 9408955"/>
              <a:gd name="connsiteY800" fmla="*/ 1500471 h 4587875"/>
              <a:gd name="connsiteX801" fmla="*/ 8282944 w 9408955"/>
              <a:gd name="connsiteY801" fmla="*/ 1479550 h 4587875"/>
              <a:gd name="connsiteX802" fmla="*/ 8251338 w 9408955"/>
              <a:gd name="connsiteY802" fmla="*/ 1433965 h 4587875"/>
              <a:gd name="connsiteX803" fmla="*/ 8229054 w 9408955"/>
              <a:gd name="connsiteY803" fmla="*/ 1495878 h 4587875"/>
              <a:gd name="connsiteX804" fmla="*/ 8260518 w 9408955"/>
              <a:gd name="connsiteY804" fmla="*/ 1500471 h 4587875"/>
              <a:gd name="connsiteX805" fmla="*/ 3225228 w 9408955"/>
              <a:gd name="connsiteY805" fmla="*/ 1500481 h 4587875"/>
              <a:gd name="connsiteX806" fmla="*/ 3246379 w 9408955"/>
              <a:gd name="connsiteY806" fmla="*/ 1479243 h 4587875"/>
              <a:gd name="connsiteX807" fmla="*/ 3209576 w 9408955"/>
              <a:gd name="connsiteY807" fmla="*/ 1434208 h 4587875"/>
              <a:gd name="connsiteX808" fmla="*/ 3194316 w 9408955"/>
              <a:gd name="connsiteY808" fmla="*/ 1496302 h 4587875"/>
              <a:gd name="connsiteX809" fmla="*/ 3225228 w 9408955"/>
              <a:gd name="connsiteY809" fmla="*/ 1500481 h 4587875"/>
              <a:gd name="connsiteX810" fmla="*/ 2488244 w 9408955"/>
              <a:gd name="connsiteY810" fmla="*/ 1500792 h 4587875"/>
              <a:gd name="connsiteX811" fmla="*/ 2528062 w 9408955"/>
              <a:gd name="connsiteY811" fmla="*/ 1472167 h 4587875"/>
              <a:gd name="connsiteX812" fmla="*/ 2479846 w 9408955"/>
              <a:gd name="connsiteY812" fmla="*/ 1436431 h 4587875"/>
              <a:gd name="connsiteX813" fmla="*/ 2471431 w 9408955"/>
              <a:gd name="connsiteY813" fmla="*/ 1493201 h 4587875"/>
              <a:gd name="connsiteX814" fmla="*/ 2488244 w 9408955"/>
              <a:gd name="connsiteY814" fmla="*/ 1500792 h 4587875"/>
              <a:gd name="connsiteX815" fmla="*/ 3118123 w 9408955"/>
              <a:gd name="connsiteY815" fmla="*/ 1500827 h 4587875"/>
              <a:gd name="connsiteX816" fmla="*/ 3140672 w 9408955"/>
              <a:gd name="connsiteY816" fmla="*/ 1484934 h 4587875"/>
              <a:gd name="connsiteX817" fmla="*/ 3135748 w 9408955"/>
              <a:gd name="connsiteY817" fmla="*/ 1441261 h 4587875"/>
              <a:gd name="connsiteX818" fmla="*/ 3082481 w 9408955"/>
              <a:gd name="connsiteY818" fmla="*/ 1449677 h 4587875"/>
              <a:gd name="connsiteX819" fmla="*/ 3089866 w 9408955"/>
              <a:gd name="connsiteY819" fmla="*/ 1495397 h 4587875"/>
              <a:gd name="connsiteX820" fmla="*/ 3118123 w 9408955"/>
              <a:gd name="connsiteY820" fmla="*/ 1500827 h 4587875"/>
              <a:gd name="connsiteX821" fmla="*/ 5071859 w 9408955"/>
              <a:gd name="connsiteY821" fmla="*/ 1500896 h 4587875"/>
              <a:gd name="connsiteX822" fmla="*/ 5093828 w 9408955"/>
              <a:gd name="connsiteY822" fmla="*/ 1484766 h 4587875"/>
              <a:gd name="connsiteX823" fmla="*/ 5058495 w 9408955"/>
              <a:gd name="connsiteY823" fmla="*/ 1434193 h 4587875"/>
              <a:gd name="connsiteX824" fmla="*/ 5043223 w 9408955"/>
              <a:gd name="connsiteY824" fmla="*/ 1496106 h 4587875"/>
              <a:gd name="connsiteX825" fmla="*/ 5071859 w 9408955"/>
              <a:gd name="connsiteY825" fmla="*/ 1500896 h 4587875"/>
              <a:gd name="connsiteX826" fmla="*/ 7227928 w 9408955"/>
              <a:gd name="connsiteY826" fmla="*/ 1501055 h 4587875"/>
              <a:gd name="connsiteX827" fmla="*/ 7251769 w 9408955"/>
              <a:gd name="connsiteY827" fmla="*/ 1485388 h 4587875"/>
              <a:gd name="connsiteX828" fmla="*/ 7239069 w 9408955"/>
              <a:gd name="connsiteY828" fmla="*/ 1437394 h 4587875"/>
              <a:gd name="connsiteX829" fmla="*/ 7189175 w 9408955"/>
              <a:gd name="connsiteY829" fmla="*/ 1456273 h 4587875"/>
              <a:gd name="connsiteX830" fmla="*/ 7199154 w 9408955"/>
              <a:gd name="connsiteY830" fmla="*/ 1495397 h 4587875"/>
              <a:gd name="connsiteX831" fmla="*/ 7227928 w 9408955"/>
              <a:gd name="connsiteY831" fmla="*/ 1501055 h 4587875"/>
              <a:gd name="connsiteX832" fmla="*/ 2899585 w 9408955"/>
              <a:gd name="connsiteY832" fmla="*/ 1501190 h 4587875"/>
              <a:gd name="connsiteX833" fmla="*/ 2939244 w 9408955"/>
              <a:gd name="connsiteY833" fmla="*/ 1472519 h 4587875"/>
              <a:gd name="connsiteX834" fmla="*/ 2903260 w 9408955"/>
              <a:gd name="connsiteY834" fmla="*/ 1433966 h 4587875"/>
              <a:gd name="connsiteX835" fmla="*/ 2882570 w 9408955"/>
              <a:gd name="connsiteY835" fmla="*/ 1493610 h 4587875"/>
              <a:gd name="connsiteX836" fmla="*/ 2899585 w 9408955"/>
              <a:gd name="connsiteY836" fmla="*/ 1501190 h 4587875"/>
              <a:gd name="connsiteX837" fmla="*/ 5277166 w 9408955"/>
              <a:gd name="connsiteY837" fmla="*/ 1501280 h 4587875"/>
              <a:gd name="connsiteX838" fmla="*/ 5300453 w 9408955"/>
              <a:gd name="connsiteY838" fmla="*/ 1480056 h 4587875"/>
              <a:gd name="connsiteX839" fmla="*/ 5266934 w 9408955"/>
              <a:gd name="connsiteY839" fmla="*/ 1433352 h 4587875"/>
              <a:gd name="connsiteX840" fmla="*/ 5245501 w 9408955"/>
              <a:gd name="connsiteY840" fmla="*/ 1493861 h 4587875"/>
              <a:gd name="connsiteX841" fmla="*/ 5277166 w 9408955"/>
              <a:gd name="connsiteY841" fmla="*/ 1501280 h 4587875"/>
              <a:gd name="connsiteX842" fmla="*/ 2798185 w 9408955"/>
              <a:gd name="connsiteY842" fmla="*/ 1501465 h 4587875"/>
              <a:gd name="connsiteX843" fmla="*/ 2839879 w 9408955"/>
              <a:gd name="connsiteY843" fmla="*/ 1480551 h 4587875"/>
              <a:gd name="connsiteX844" fmla="*/ 2805773 w 9408955"/>
              <a:gd name="connsiteY844" fmla="*/ 1434789 h 4587875"/>
              <a:gd name="connsiteX845" fmla="*/ 2782614 w 9408955"/>
              <a:gd name="connsiteY845" fmla="*/ 1495804 h 4587875"/>
              <a:gd name="connsiteX846" fmla="*/ 2798185 w 9408955"/>
              <a:gd name="connsiteY846" fmla="*/ 1501465 h 4587875"/>
              <a:gd name="connsiteX847" fmla="*/ 2696829 w 9408955"/>
              <a:gd name="connsiteY847" fmla="*/ 1501555 h 4587875"/>
              <a:gd name="connsiteX848" fmla="*/ 2736373 w 9408955"/>
              <a:gd name="connsiteY848" fmla="*/ 1472165 h 4587875"/>
              <a:gd name="connsiteX849" fmla="*/ 2683921 w 9408955"/>
              <a:gd name="connsiteY849" fmla="*/ 1437785 h 4587875"/>
              <a:gd name="connsiteX850" fmla="*/ 2679531 w 9408955"/>
              <a:gd name="connsiteY850" fmla="*/ 1495689 h 4587875"/>
              <a:gd name="connsiteX851" fmla="*/ 2696829 w 9408955"/>
              <a:gd name="connsiteY851" fmla="*/ 1501555 h 4587875"/>
              <a:gd name="connsiteX852" fmla="*/ 5176226 w 9408955"/>
              <a:gd name="connsiteY852" fmla="*/ 1501704 h 4587875"/>
              <a:gd name="connsiteX853" fmla="*/ 5199157 w 9408955"/>
              <a:gd name="connsiteY853" fmla="*/ 1458458 h 4587875"/>
              <a:gd name="connsiteX854" fmla="*/ 5145782 w 9408955"/>
              <a:gd name="connsiteY854" fmla="*/ 1440542 h 4587875"/>
              <a:gd name="connsiteX855" fmla="*/ 5158221 w 9408955"/>
              <a:gd name="connsiteY855" fmla="*/ 1501548 h 4587875"/>
              <a:gd name="connsiteX856" fmla="*/ 5176226 w 9408955"/>
              <a:gd name="connsiteY856" fmla="*/ 1501704 h 4587875"/>
              <a:gd name="connsiteX857" fmla="*/ 3005193 w 9408955"/>
              <a:gd name="connsiteY857" fmla="*/ 1501762 h 4587875"/>
              <a:gd name="connsiteX858" fmla="*/ 3042684 w 9408955"/>
              <a:gd name="connsiteY858" fmla="*/ 1464483 h 4587875"/>
              <a:gd name="connsiteX859" fmla="*/ 2995373 w 9408955"/>
              <a:gd name="connsiteY859" fmla="*/ 1436436 h 4587875"/>
              <a:gd name="connsiteX860" fmla="*/ 2986628 w 9408955"/>
              <a:gd name="connsiteY860" fmla="*/ 1494566 h 4587875"/>
              <a:gd name="connsiteX861" fmla="*/ 3005193 w 9408955"/>
              <a:gd name="connsiteY861" fmla="*/ 1501762 h 4587875"/>
              <a:gd name="connsiteX862" fmla="*/ 4853094 w 9408955"/>
              <a:gd name="connsiteY862" fmla="*/ 1501892 h 4587875"/>
              <a:gd name="connsiteX863" fmla="*/ 4893578 w 9408955"/>
              <a:gd name="connsiteY863" fmla="*/ 1472973 h 4587875"/>
              <a:gd name="connsiteX864" fmla="*/ 4844756 w 9408955"/>
              <a:gd name="connsiteY864" fmla="*/ 1436465 h 4587875"/>
              <a:gd name="connsiteX865" fmla="*/ 4835817 w 9408955"/>
              <a:gd name="connsiteY865" fmla="*/ 1495386 h 4587875"/>
              <a:gd name="connsiteX866" fmla="*/ 4853094 w 9408955"/>
              <a:gd name="connsiteY866" fmla="*/ 1501892 h 4587875"/>
              <a:gd name="connsiteX867" fmla="*/ 2391616 w 9408955"/>
              <a:gd name="connsiteY867" fmla="*/ 1502022 h 4587875"/>
              <a:gd name="connsiteX868" fmla="*/ 2416421 w 9408955"/>
              <a:gd name="connsiteY868" fmla="*/ 1494714 h 4587875"/>
              <a:gd name="connsiteX869" fmla="*/ 2395210 w 9408955"/>
              <a:gd name="connsiteY869" fmla="*/ 1434209 h 4587875"/>
              <a:gd name="connsiteX870" fmla="*/ 2367167 w 9408955"/>
              <a:gd name="connsiteY870" fmla="*/ 1494487 h 4587875"/>
              <a:gd name="connsiteX871" fmla="*/ 2391616 w 9408955"/>
              <a:gd name="connsiteY871" fmla="*/ 1502022 h 4587875"/>
              <a:gd name="connsiteX872" fmla="*/ 2595295 w 9408955"/>
              <a:gd name="connsiteY872" fmla="*/ 1502043 h 4587875"/>
              <a:gd name="connsiteX873" fmla="*/ 2631310 w 9408955"/>
              <a:gd name="connsiteY873" fmla="*/ 1464250 h 4587875"/>
              <a:gd name="connsiteX874" fmla="*/ 2567961 w 9408955"/>
              <a:gd name="connsiteY874" fmla="*/ 1450903 h 4587875"/>
              <a:gd name="connsiteX875" fmla="*/ 2576527 w 9408955"/>
              <a:gd name="connsiteY875" fmla="*/ 1495242 h 4587875"/>
              <a:gd name="connsiteX876" fmla="*/ 2595295 w 9408955"/>
              <a:gd name="connsiteY876" fmla="*/ 1502043 h 4587875"/>
              <a:gd name="connsiteX877" fmla="*/ 8143383 w 9408955"/>
              <a:gd name="connsiteY877" fmla="*/ 1502203 h 4587875"/>
              <a:gd name="connsiteX878" fmla="*/ 8179755 w 9408955"/>
              <a:gd name="connsiteY878" fmla="*/ 1465022 h 4587875"/>
              <a:gd name="connsiteX879" fmla="*/ 8116516 w 9408955"/>
              <a:gd name="connsiteY879" fmla="*/ 1452030 h 4587875"/>
              <a:gd name="connsiteX880" fmla="*/ 8124477 w 9408955"/>
              <a:gd name="connsiteY880" fmla="*/ 1494881 h 4587875"/>
              <a:gd name="connsiteX881" fmla="*/ 8143383 w 9408955"/>
              <a:gd name="connsiteY881" fmla="*/ 1502203 h 4587875"/>
              <a:gd name="connsiteX882" fmla="*/ 3310973 w 9408955"/>
              <a:gd name="connsiteY882" fmla="*/ 1502385 h 4587875"/>
              <a:gd name="connsiteX883" fmla="*/ 3351455 w 9408955"/>
              <a:gd name="connsiteY883" fmla="*/ 1465467 h 4587875"/>
              <a:gd name="connsiteX884" fmla="*/ 3287383 w 9408955"/>
              <a:gd name="connsiteY884" fmla="*/ 1449889 h 4587875"/>
              <a:gd name="connsiteX885" fmla="*/ 3291273 w 9408955"/>
              <a:gd name="connsiteY885" fmla="*/ 1494561 h 4587875"/>
              <a:gd name="connsiteX886" fmla="*/ 3310973 w 9408955"/>
              <a:gd name="connsiteY886" fmla="*/ 1502385 h 4587875"/>
              <a:gd name="connsiteX887" fmla="*/ 5369960 w 9408955"/>
              <a:gd name="connsiteY887" fmla="*/ 1502491 h 4587875"/>
              <a:gd name="connsiteX888" fmla="*/ 5383281 w 9408955"/>
              <a:gd name="connsiteY888" fmla="*/ 1500575 h 4587875"/>
              <a:gd name="connsiteX889" fmla="*/ 5395073 w 9408955"/>
              <a:gd name="connsiteY889" fmla="*/ 1440404 h 4587875"/>
              <a:gd name="connsiteX890" fmla="*/ 5348129 w 9408955"/>
              <a:gd name="connsiteY890" fmla="*/ 1441090 h 4587875"/>
              <a:gd name="connsiteX891" fmla="*/ 5337016 w 9408955"/>
              <a:gd name="connsiteY891" fmla="*/ 1481128 h 4587875"/>
              <a:gd name="connsiteX892" fmla="*/ 5369960 w 9408955"/>
              <a:gd name="connsiteY892" fmla="*/ 1502491 h 4587875"/>
              <a:gd name="connsiteX893" fmla="*/ 4968752 w 9408955"/>
              <a:gd name="connsiteY893" fmla="*/ 1502492 h 4587875"/>
              <a:gd name="connsiteX894" fmla="*/ 4995478 w 9408955"/>
              <a:gd name="connsiteY894" fmla="*/ 1458440 h 4587875"/>
              <a:gd name="connsiteX895" fmla="*/ 4929936 w 9408955"/>
              <a:gd name="connsiteY895" fmla="*/ 1450396 h 4587875"/>
              <a:gd name="connsiteX896" fmla="*/ 4949440 w 9408955"/>
              <a:gd name="connsiteY896" fmla="*/ 1500958 h 4587875"/>
              <a:gd name="connsiteX897" fmla="*/ 4968752 w 9408955"/>
              <a:gd name="connsiteY897" fmla="*/ 1502492 h 4587875"/>
              <a:gd name="connsiteX898" fmla="*/ 4750662 w 9408955"/>
              <a:gd name="connsiteY898" fmla="*/ 1502770 h 4587875"/>
              <a:gd name="connsiteX899" fmla="*/ 4790252 w 9408955"/>
              <a:gd name="connsiteY899" fmla="*/ 1465137 h 4587875"/>
              <a:gd name="connsiteX900" fmla="*/ 4735529 w 9408955"/>
              <a:gd name="connsiteY900" fmla="*/ 1440809 h 4587875"/>
              <a:gd name="connsiteX901" fmla="*/ 4731459 w 9408955"/>
              <a:gd name="connsiteY901" fmla="*/ 1494467 h 4587875"/>
              <a:gd name="connsiteX902" fmla="*/ 4750662 w 9408955"/>
              <a:gd name="connsiteY902" fmla="*/ 1502770 h 4587875"/>
              <a:gd name="connsiteX903" fmla="*/ 7955275 w 9408955"/>
              <a:gd name="connsiteY903" fmla="*/ 1601391 h 4587875"/>
              <a:gd name="connsiteX904" fmla="*/ 7971783 w 9408955"/>
              <a:gd name="connsiteY904" fmla="*/ 1577201 h 4587875"/>
              <a:gd name="connsiteX905" fmla="*/ 7937798 w 9408955"/>
              <a:gd name="connsiteY905" fmla="*/ 1538171 h 4587875"/>
              <a:gd name="connsiteX906" fmla="*/ 7924569 w 9408955"/>
              <a:gd name="connsiteY906" fmla="*/ 1599968 h 4587875"/>
              <a:gd name="connsiteX907" fmla="*/ 7955275 w 9408955"/>
              <a:gd name="connsiteY907" fmla="*/ 1601391 h 4587875"/>
              <a:gd name="connsiteX908" fmla="*/ 8154433 w 9408955"/>
              <a:gd name="connsiteY908" fmla="*/ 1601438 h 4587875"/>
              <a:gd name="connsiteX909" fmla="*/ 8172454 w 9408955"/>
              <a:gd name="connsiteY909" fmla="*/ 1543885 h 4587875"/>
              <a:gd name="connsiteX910" fmla="*/ 8122497 w 9408955"/>
              <a:gd name="connsiteY910" fmla="*/ 1551942 h 4587875"/>
              <a:gd name="connsiteX911" fmla="*/ 8154433 w 9408955"/>
              <a:gd name="connsiteY911" fmla="*/ 1601438 h 4587875"/>
              <a:gd name="connsiteX912" fmla="*/ 5181346 w 9408955"/>
              <a:gd name="connsiteY912" fmla="*/ 1601940 h 4587875"/>
              <a:gd name="connsiteX913" fmla="*/ 5201279 w 9408955"/>
              <a:gd name="connsiteY913" fmla="*/ 1577329 h 4587875"/>
              <a:gd name="connsiteX914" fmla="*/ 5162340 w 9408955"/>
              <a:gd name="connsiteY914" fmla="*/ 1539001 h 4587875"/>
              <a:gd name="connsiteX915" fmla="*/ 5147505 w 9408955"/>
              <a:gd name="connsiteY915" fmla="*/ 1601056 h 4587875"/>
              <a:gd name="connsiteX916" fmla="*/ 5181346 w 9408955"/>
              <a:gd name="connsiteY916" fmla="*/ 1601940 h 4587875"/>
              <a:gd name="connsiteX917" fmla="*/ 4765409 w 9408955"/>
              <a:gd name="connsiteY917" fmla="*/ 1603056 h 4587875"/>
              <a:gd name="connsiteX918" fmla="*/ 4790442 w 9408955"/>
              <a:gd name="connsiteY918" fmla="*/ 1570194 h 4587875"/>
              <a:gd name="connsiteX919" fmla="*/ 4737069 w 9408955"/>
              <a:gd name="connsiteY919" fmla="*/ 1537388 h 4587875"/>
              <a:gd name="connsiteX920" fmla="*/ 4724980 w 9408955"/>
              <a:gd name="connsiteY920" fmla="*/ 1588776 h 4587875"/>
              <a:gd name="connsiteX921" fmla="*/ 4765409 w 9408955"/>
              <a:gd name="connsiteY921" fmla="*/ 1603056 h 4587875"/>
              <a:gd name="connsiteX922" fmla="*/ 7645004 w 9408955"/>
              <a:gd name="connsiteY922" fmla="*/ 1603147 h 4587875"/>
              <a:gd name="connsiteX923" fmla="*/ 7667888 w 9408955"/>
              <a:gd name="connsiteY923" fmla="*/ 1578535 h 4587875"/>
              <a:gd name="connsiteX924" fmla="*/ 7632093 w 9408955"/>
              <a:gd name="connsiteY924" fmla="*/ 1538371 h 4587875"/>
              <a:gd name="connsiteX925" fmla="*/ 7610662 w 9408955"/>
              <a:gd name="connsiteY925" fmla="*/ 1598155 h 4587875"/>
              <a:gd name="connsiteX926" fmla="*/ 7645004 w 9408955"/>
              <a:gd name="connsiteY926" fmla="*/ 1603147 h 4587875"/>
              <a:gd name="connsiteX927" fmla="*/ 3111541 w 9408955"/>
              <a:gd name="connsiteY927" fmla="*/ 1603252 h 4587875"/>
              <a:gd name="connsiteX928" fmla="*/ 3145581 w 9408955"/>
              <a:gd name="connsiteY928" fmla="*/ 1585542 h 4587875"/>
              <a:gd name="connsiteX929" fmla="*/ 3111570 w 9408955"/>
              <a:gd name="connsiteY929" fmla="*/ 1538316 h 4587875"/>
              <a:gd name="connsiteX930" fmla="*/ 3077329 w 9408955"/>
              <a:gd name="connsiteY930" fmla="*/ 1586226 h 4587875"/>
              <a:gd name="connsiteX931" fmla="*/ 3111541 w 9408955"/>
              <a:gd name="connsiteY931" fmla="*/ 1603252 h 4587875"/>
              <a:gd name="connsiteX932" fmla="*/ 5056160 w 9408955"/>
              <a:gd name="connsiteY932" fmla="*/ 1603319 h 4587875"/>
              <a:gd name="connsiteX933" fmla="*/ 5097574 w 9408955"/>
              <a:gd name="connsiteY933" fmla="*/ 1577240 h 4587875"/>
              <a:gd name="connsiteX934" fmla="*/ 5046161 w 9408955"/>
              <a:gd name="connsiteY934" fmla="*/ 1541568 h 4587875"/>
              <a:gd name="connsiteX935" fmla="*/ 5039622 w 9408955"/>
              <a:gd name="connsiteY935" fmla="*/ 1595763 h 4587875"/>
              <a:gd name="connsiteX936" fmla="*/ 5056160 w 9408955"/>
              <a:gd name="connsiteY936" fmla="*/ 1603319 h 4587875"/>
              <a:gd name="connsiteX937" fmla="*/ 5383138 w 9408955"/>
              <a:gd name="connsiteY937" fmla="*/ 1603586 h 4587875"/>
              <a:gd name="connsiteX938" fmla="*/ 5398963 w 9408955"/>
              <a:gd name="connsiteY938" fmla="*/ 1596438 h 4587875"/>
              <a:gd name="connsiteX939" fmla="*/ 5392055 w 9408955"/>
              <a:gd name="connsiteY939" fmla="*/ 1541977 h 4587875"/>
              <a:gd name="connsiteX940" fmla="*/ 5348070 w 9408955"/>
              <a:gd name="connsiteY940" fmla="*/ 1545867 h 4587875"/>
              <a:gd name="connsiteX941" fmla="*/ 5337477 w 9408955"/>
              <a:gd name="connsiteY941" fmla="*/ 1586370 h 4587875"/>
              <a:gd name="connsiteX942" fmla="*/ 5383138 w 9408955"/>
              <a:gd name="connsiteY942" fmla="*/ 1603586 h 4587875"/>
              <a:gd name="connsiteX943" fmla="*/ 7120797 w 9408955"/>
              <a:gd name="connsiteY943" fmla="*/ 1603723 h 4587875"/>
              <a:gd name="connsiteX944" fmla="*/ 7156278 w 9408955"/>
              <a:gd name="connsiteY944" fmla="*/ 1568897 h 4587875"/>
              <a:gd name="connsiteX945" fmla="*/ 7093373 w 9408955"/>
              <a:gd name="connsiteY945" fmla="*/ 1546093 h 4587875"/>
              <a:gd name="connsiteX946" fmla="*/ 7102522 w 9408955"/>
              <a:gd name="connsiteY946" fmla="*/ 1599910 h 4587875"/>
              <a:gd name="connsiteX947" fmla="*/ 7120797 w 9408955"/>
              <a:gd name="connsiteY947" fmla="*/ 1603723 h 4587875"/>
              <a:gd name="connsiteX948" fmla="*/ 2496289 w 9408955"/>
              <a:gd name="connsiteY948" fmla="*/ 1603853 h 4587875"/>
              <a:gd name="connsiteX949" fmla="*/ 2528810 w 9408955"/>
              <a:gd name="connsiteY949" fmla="*/ 1568100 h 4587875"/>
              <a:gd name="connsiteX950" fmla="*/ 2466557 w 9408955"/>
              <a:gd name="connsiteY950" fmla="*/ 1550266 h 4587875"/>
              <a:gd name="connsiteX951" fmla="*/ 2478245 w 9408955"/>
              <a:gd name="connsiteY951" fmla="*/ 1600109 h 4587875"/>
              <a:gd name="connsiteX952" fmla="*/ 2496289 w 9408955"/>
              <a:gd name="connsiteY952" fmla="*/ 1603853 h 4587875"/>
              <a:gd name="connsiteX953" fmla="*/ 3004271 w 9408955"/>
              <a:gd name="connsiteY953" fmla="*/ 1603864 h 4587875"/>
              <a:gd name="connsiteX954" fmla="*/ 3041246 w 9408955"/>
              <a:gd name="connsiteY954" fmla="*/ 1569038 h 4587875"/>
              <a:gd name="connsiteX955" fmla="*/ 2982564 w 9408955"/>
              <a:gd name="connsiteY955" fmla="*/ 1546770 h 4587875"/>
              <a:gd name="connsiteX956" fmla="*/ 2985748 w 9408955"/>
              <a:gd name="connsiteY956" fmla="*/ 1597380 h 4587875"/>
              <a:gd name="connsiteX957" fmla="*/ 3004271 w 9408955"/>
              <a:gd name="connsiteY957" fmla="*/ 1603864 h 4587875"/>
              <a:gd name="connsiteX958" fmla="*/ 2594895 w 9408955"/>
              <a:gd name="connsiteY958" fmla="*/ 1603865 h 4587875"/>
              <a:gd name="connsiteX959" fmla="*/ 2632372 w 9408955"/>
              <a:gd name="connsiteY959" fmla="*/ 1568789 h 4587875"/>
              <a:gd name="connsiteX960" fmla="*/ 2565746 w 9408955"/>
              <a:gd name="connsiteY960" fmla="*/ 1561058 h 4587875"/>
              <a:gd name="connsiteX961" fmla="*/ 2576470 w 9408955"/>
              <a:gd name="connsiteY961" fmla="*/ 1597666 h 4587875"/>
              <a:gd name="connsiteX962" fmla="*/ 2594895 w 9408955"/>
              <a:gd name="connsiteY962" fmla="*/ 1603865 h 4587875"/>
              <a:gd name="connsiteX963" fmla="*/ 2906995 w 9408955"/>
              <a:gd name="connsiteY963" fmla="*/ 1603913 h 4587875"/>
              <a:gd name="connsiteX964" fmla="*/ 2939680 w 9408955"/>
              <a:gd name="connsiteY964" fmla="*/ 1568449 h 4587875"/>
              <a:gd name="connsiteX965" fmla="*/ 2874789 w 9408955"/>
              <a:gd name="connsiteY965" fmla="*/ 1555749 h 4587875"/>
              <a:gd name="connsiteX966" fmla="*/ 2888808 w 9408955"/>
              <a:gd name="connsiteY966" fmla="*/ 1599973 h 4587875"/>
              <a:gd name="connsiteX967" fmla="*/ 2906995 w 9408955"/>
              <a:gd name="connsiteY967" fmla="*/ 1603913 h 4587875"/>
              <a:gd name="connsiteX968" fmla="*/ 4855044 w 9408955"/>
              <a:gd name="connsiteY968" fmla="*/ 1603948 h 4587875"/>
              <a:gd name="connsiteX969" fmla="*/ 4892983 w 9408955"/>
              <a:gd name="connsiteY969" fmla="*/ 1568773 h 4587875"/>
              <a:gd name="connsiteX970" fmla="*/ 4834412 w 9408955"/>
              <a:gd name="connsiteY970" fmla="*/ 1545453 h 4587875"/>
              <a:gd name="connsiteX971" fmla="*/ 4836222 w 9408955"/>
              <a:gd name="connsiteY971" fmla="*/ 1597582 h 4587875"/>
              <a:gd name="connsiteX972" fmla="*/ 4855044 w 9408955"/>
              <a:gd name="connsiteY972" fmla="*/ 1603948 h 4587875"/>
              <a:gd name="connsiteX973" fmla="*/ 2802418 w 9408955"/>
              <a:gd name="connsiteY973" fmla="*/ 1604039 h 4587875"/>
              <a:gd name="connsiteX974" fmla="*/ 2838493 w 9408955"/>
              <a:gd name="connsiteY974" fmla="*/ 1568891 h 4587875"/>
              <a:gd name="connsiteX975" fmla="*/ 2776269 w 9408955"/>
              <a:gd name="connsiteY975" fmla="*/ 1546419 h 4587875"/>
              <a:gd name="connsiteX976" fmla="*/ 2783795 w 9408955"/>
              <a:gd name="connsiteY976" fmla="*/ 1599847 h 4587875"/>
              <a:gd name="connsiteX977" fmla="*/ 2802418 w 9408955"/>
              <a:gd name="connsiteY977" fmla="*/ 1604039 h 4587875"/>
              <a:gd name="connsiteX978" fmla="*/ 5270226 w 9408955"/>
              <a:gd name="connsiteY978" fmla="*/ 1604216 h 4587875"/>
              <a:gd name="connsiteX979" fmla="*/ 5303620 w 9408955"/>
              <a:gd name="connsiteY979" fmla="*/ 1570606 h 4587875"/>
              <a:gd name="connsiteX980" fmla="*/ 5243791 w 9408955"/>
              <a:gd name="connsiteY980" fmla="*/ 1546500 h 4587875"/>
              <a:gd name="connsiteX981" fmla="*/ 5252338 w 9408955"/>
              <a:gd name="connsiteY981" fmla="*/ 1600396 h 4587875"/>
              <a:gd name="connsiteX982" fmla="*/ 5270226 w 9408955"/>
              <a:gd name="connsiteY982" fmla="*/ 1604216 h 4587875"/>
              <a:gd name="connsiteX983" fmla="*/ 2693602 w 9408955"/>
              <a:gd name="connsiteY983" fmla="*/ 1604353 h 4587875"/>
              <a:gd name="connsiteX984" fmla="*/ 2735619 w 9408955"/>
              <a:gd name="connsiteY984" fmla="*/ 1569901 h 4587875"/>
              <a:gd name="connsiteX985" fmla="*/ 2673569 w 9408955"/>
              <a:gd name="connsiteY985" fmla="*/ 1548987 h 4587875"/>
              <a:gd name="connsiteX986" fmla="*/ 2674693 w 9408955"/>
              <a:gd name="connsiteY986" fmla="*/ 1596101 h 4587875"/>
              <a:gd name="connsiteX987" fmla="*/ 2693602 w 9408955"/>
              <a:gd name="connsiteY987" fmla="*/ 1604353 h 4587875"/>
              <a:gd name="connsiteX988" fmla="*/ 7429916 w 9408955"/>
              <a:gd name="connsiteY988" fmla="*/ 1604427 h 4587875"/>
              <a:gd name="connsiteX989" fmla="*/ 7450835 w 9408955"/>
              <a:gd name="connsiteY989" fmla="*/ 1598058 h 4587875"/>
              <a:gd name="connsiteX990" fmla="*/ 7430371 w 9408955"/>
              <a:gd name="connsiteY990" fmla="*/ 1538383 h 4587875"/>
              <a:gd name="connsiteX991" fmla="*/ 7408316 w 9408955"/>
              <a:gd name="connsiteY991" fmla="*/ 1600812 h 4587875"/>
              <a:gd name="connsiteX992" fmla="*/ 7429916 w 9408955"/>
              <a:gd name="connsiteY992" fmla="*/ 1604427 h 4587875"/>
              <a:gd name="connsiteX993" fmla="*/ 8040195 w 9408955"/>
              <a:gd name="connsiteY993" fmla="*/ 1604618 h 4587875"/>
              <a:gd name="connsiteX994" fmla="*/ 8073281 w 9408955"/>
              <a:gd name="connsiteY994" fmla="*/ 1591923 h 4587875"/>
              <a:gd name="connsiteX995" fmla="*/ 8074202 w 9408955"/>
              <a:gd name="connsiteY995" fmla="*/ 1545527 h 4587875"/>
              <a:gd name="connsiteX996" fmla="*/ 8022601 w 9408955"/>
              <a:gd name="connsiteY996" fmla="*/ 1542757 h 4587875"/>
              <a:gd name="connsiteX997" fmla="*/ 8011774 w 9408955"/>
              <a:gd name="connsiteY997" fmla="*/ 1584767 h 4587875"/>
              <a:gd name="connsiteX998" fmla="*/ 8040195 w 9408955"/>
              <a:gd name="connsiteY998" fmla="*/ 1604618 h 4587875"/>
              <a:gd name="connsiteX999" fmla="*/ 4961516 w 9408955"/>
              <a:gd name="connsiteY999" fmla="*/ 1604708 h 4587875"/>
              <a:gd name="connsiteX1000" fmla="*/ 4982374 w 9408955"/>
              <a:gd name="connsiteY1000" fmla="*/ 1600102 h 4587875"/>
              <a:gd name="connsiteX1001" fmla="*/ 4993905 w 9408955"/>
              <a:gd name="connsiteY1001" fmla="*/ 1554045 h 4587875"/>
              <a:gd name="connsiteX1002" fmla="*/ 4930371 w 9408955"/>
              <a:gd name="connsiteY1002" fmla="*/ 1554275 h 4587875"/>
              <a:gd name="connsiteX1003" fmla="*/ 4940998 w 9408955"/>
              <a:gd name="connsiteY1003" fmla="*/ 1598951 h 4587875"/>
              <a:gd name="connsiteX1004" fmla="*/ 4961516 w 9408955"/>
              <a:gd name="connsiteY1004" fmla="*/ 1604708 h 4587875"/>
              <a:gd name="connsiteX1005" fmla="*/ 3213598 w 9408955"/>
              <a:gd name="connsiteY1005" fmla="*/ 1604874 h 4587875"/>
              <a:gd name="connsiteX1006" fmla="*/ 3249843 w 9408955"/>
              <a:gd name="connsiteY1006" fmla="*/ 1569922 h 4587875"/>
              <a:gd name="connsiteX1007" fmla="*/ 3186916 w 9408955"/>
              <a:gd name="connsiteY1007" fmla="*/ 1549001 h 4587875"/>
              <a:gd name="connsiteX1008" fmla="*/ 3194811 w 9408955"/>
              <a:gd name="connsiteY1008" fmla="*/ 1600166 h 4587875"/>
              <a:gd name="connsiteX1009" fmla="*/ 3213598 w 9408955"/>
              <a:gd name="connsiteY1009" fmla="*/ 1604874 h 4587875"/>
              <a:gd name="connsiteX1010" fmla="*/ 5473122 w 9408955"/>
              <a:gd name="connsiteY1010" fmla="*/ 1604921 h 4587875"/>
              <a:gd name="connsiteX1011" fmla="*/ 5510941 w 9408955"/>
              <a:gd name="connsiteY1011" fmla="*/ 1571761 h 4587875"/>
              <a:gd name="connsiteX1012" fmla="*/ 5447771 w 9408955"/>
              <a:gd name="connsiteY1012" fmla="*/ 1549238 h 4587875"/>
              <a:gd name="connsiteX1013" fmla="*/ 5454866 w 9408955"/>
              <a:gd name="connsiteY1013" fmla="*/ 1599800 h 4587875"/>
              <a:gd name="connsiteX1014" fmla="*/ 5473122 w 9408955"/>
              <a:gd name="connsiteY1014" fmla="*/ 1604921 h 4587875"/>
              <a:gd name="connsiteX1015" fmla="*/ 2392412 w 9408955"/>
              <a:gd name="connsiteY1015" fmla="*/ 1604991 h 4587875"/>
              <a:gd name="connsiteX1016" fmla="*/ 2424496 w 9408955"/>
              <a:gd name="connsiteY1016" fmla="*/ 1569237 h 4587875"/>
              <a:gd name="connsiteX1017" fmla="*/ 2366515 w 9408955"/>
              <a:gd name="connsiteY1017" fmla="*/ 1547861 h 4587875"/>
              <a:gd name="connsiteX1018" fmla="*/ 2374380 w 9408955"/>
              <a:gd name="connsiteY1018" fmla="*/ 1600620 h 4587875"/>
              <a:gd name="connsiteX1019" fmla="*/ 2392412 w 9408955"/>
              <a:gd name="connsiteY1019" fmla="*/ 1604991 h 4587875"/>
              <a:gd name="connsiteX1020" fmla="*/ 7636381 w 9408955"/>
              <a:gd name="connsiteY1020" fmla="*/ 1696949 h 4587875"/>
              <a:gd name="connsiteX1021" fmla="*/ 7649881 w 9408955"/>
              <a:gd name="connsiteY1021" fmla="*/ 1655571 h 4587875"/>
              <a:gd name="connsiteX1022" fmla="*/ 7618640 w 9408955"/>
              <a:gd name="connsiteY1022" fmla="*/ 1692982 h 4587875"/>
              <a:gd name="connsiteX1023" fmla="*/ 7636381 w 9408955"/>
              <a:gd name="connsiteY1023" fmla="*/ 1696949 h 4587875"/>
              <a:gd name="connsiteX1024" fmla="*/ 2374911 w 9408955"/>
              <a:gd name="connsiteY1024" fmla="*/ 1704306 h 4587875"/>
              <a:gd name="connsiteX1025" fmla="*/ 2410471 w 9408955"/>
              <a:gd name="connsiteY1025" fmla="*/ 1704306 h 4587875"/>
              <a:gd name="connsiteX1026" fmla="*/ 2390404 w 9408955"/>
              <a:gd name="connsiteY1026" fmla="*/ 1639868 h 4587875"/>
              <a:gd name="connsiteX1027" fmla="*/ 2374911 w 9408955"/>
              <a:gd name="connsiteY1027" fmla="*/ 1704306 h 4587875"/>
              <a:gd name="connsiteX1028" fmla="*/ 2817420 w 9408955"/>
              <a:gd name="connsiteY1028" fmla="*/ 1704486 h 4587875"/>
              <a:gd name="connsiteX1029" fmla="*/ 2837635 w 9408955"/>
              <a:gd name="connsiteY1029" fmla="*/ 1679887 h 4587875"/>
              <a:gd name="connsiteX1030" fmla="*/ 2780227 w 9408955"/>
              <a:gd name="connsiteY1030" fmla="*/ 1647540 h 4587875"/>
              <a:gd name="connsiteX1031" fmla="*/ 2784524 w 9408955"/>
              <a:gd name="connsiteY1031" fmla="*/ 1702959 h 4587875"/>
              <a:gd name="connsiteX1032" fmla="*/ 2817420 w 9408955"/>
              <a:gd name="connsiteY1032" fmla="*/ 1704486 h 4587875"/>
              <a:gd name="connsiteX1033" fmla="*/ 5051655 w 9408955"/>
              <a:gd name="connsiteY1033" fmla="*/ 1704910 h 4587875"/>
              <a:gd name="connsiteX1034" fmla="*/ 5096798 w 9408955"/>
              <a:gd name="connsiteY1034" fmla="*/ 1681589 h 4587875"/>
              <a:gd name="connsiteX1035" fmla="*/ 5050059 w 9408955"/>
              <a:gd name="connsiteY1035" fmla="*/ 1641578 h 4587875"/>
              <a:gd name="connsiteX1036" fmla="*/ 5051655 w 9408955"/>
              <a:gd name="connsiteY1036" fmla="*/ 1704910 h 4587875"/>
              <a:gd name="connsiteX1037" fmla="*/ 7441472 w 9408955"/>
              <a:gd name="connsiteY1037" fmla="*/ 1705072 h 4587875"/>
              <a:gd name="connsiteX1038" fmla="*/ 7460442 w 9408955"/>
              <a:gd name="connsiteY1038" fmla="*/ 1680980 h 4587875"/>
              <a:gd name="connsiteX1039" fmla="*/ 7422333 w 9408955"/>
              <a:gd name="connsiteY1039" fmla="*/ 1639467 h 4587875"/>
              <a:gd name="connsiteX1040" fmla="*/ 7409480 w 9408955"/>
              <a:gd name="connsiteY1040" fmla="*/ 1703332 h 4587875"/>
              <a:gd name="connsiteX1041" fmla="*/ 7441472 w 9408955"/>
              <a:gd name="connsiteY1041" fmla="*/ 1705072 h 4587875"/>
              <a:gd name="connsiteX1042" fmla="*/ 5283991 w 9408955"/>
              <a:gd name="connsiteY1042" fmla="*/ 1705330 h 4587875"/>
              <a:gd name="connsiteX1043" fmla="*/ 5302525 w 9408955"/>
              <a:gd name="connsiteY1043" fmla="*/ 1681794 h 4587875"/>
              <a:gd name="connsiteX1044" fmla="*/ 5260681 w 9408955"/>
              <a:gd name="connsiteY1044" fmla="*/ 1641204 h 4587875"/>
              <a:gd name="connsiteX1045" fmla="*/ 5252494 w 9408955"/>
              <a:gd name="connsiteY1045" fmla="*/ 1704343 h 4587875"/>
              <a:gd name="connsiteX1046" fmla="*/ 5283991 w 9408955"/>
              <a:gd name="connsiteY1046" fmla="*/ 1705330 h 4587875"/>
              <a:gd name="connsiteX1047" fmla="*/ 7542246 w 9408955"/>
              <a:gd name="connsiteY1047" fmla="*/ 1705599 h 4587875"/>
              <a:gd name="connsiteX1048" fmla="*/ 7562389 w 9408955"/>
              <a:gd name="connsiteY1048" fmla="*/ 1686152 h 4587875"/>
              <a:gd name="connsiteX1049" fmla="*/ 7526503 w 9408955"/>
              <a:gd name="connsiteY1049" fmla="*/ 1639888 h 4587875"/>
              <a:gd name="connsiteX1050" fmla="*/ 7513018 w 9408955"/>
              <a:gd name="connsiteY1050" fmla="*/ 1704295 h 4587875"/>
              <a:gd name="connsiteX1051" fmla="*/ 7542246 w 9408955"/>
              <a:gd name="connsiteY1051" fmla="*/ 1705599 h 4587875"/>
              <a:gd name="connsiteX1052" fmla="*/ 2505770 w 9408955"/>
              <a:gd name="connsiteY1052" fmla="*/ 1705757 h 4587875"/>
              <a:gd name="connsiteX1053" fmla="*/ 2526856 w 9408955"/>
              <a:gd name="connsiteY1053" fmla="*/ 1688262 h 4587875"/>
              <a:gd name="connsiteX1054" fmla="*/ 2493166 w 9408955"/>
              <a:gd name="connsiteY1054" fmla="*/ 1639873 h 4587875"/>
              <a:gd name="connsiteX1055" fmla="*/ 2477813 w 9408955"/>
              <a:gd name="connsiteY1055" fmla="*/ 1704090 h 4587875"/>
              <a:gd name="connsiteX1056" fmla="*/ 2505770 w 9408955"/>
              <a:gd name="connsiteY1056" fmla="*/ 1705757 h 4587875"/>
              <a:gd name="connsiteX1057" fmla="*/ 2688306 w 9408955"/>
              <a:gd name="connsiteY1057" fmla="*/ 1705788 h 4587875"/>
              <a:gd name="connsiteX1058" fmla="*/ 2735507 w 9408955"/>
              <a:gd name="connsiteY1058" fmla="*/ 1682115 h 4587875"/>
              <a:gd name="connsiteX1059" fmla="*/ 2680515 w 9408955"/>
              <a:gd name="connsiteY1059" fmla="*/ 1644424 h 4587875"/>
              <a:gd name="connsiteX1060" fmla="*/ 2688306 w 9408955"/>
              <a:gd name="connsiteY1060" fmla="*/ 1705788 h 4587875"/>
              <a:gd name="connsiteX1061" fmla="*/ 7336861 w 9408955"/>
              <a:gd name="connsiteY1061" fmla="*/ 1706501 h 4587875"/>
              <a:gd name="connsiteX1062" fmla="*/ 7357185 w 9408955"/>
              <a:gd name="connsiteY1062" fmla="*/ 1682161 h 4587875"/>
              <a:gd name="connsiteX1063" fmla="*/ 7316594 w 9408955"/>
              <a:gd name="connsiteY1063" fmla="*/ 1640188 h 4587875"/>
              <a:gd name="connsiteX1064" fmla="*/ 7304052 w 9408955"/>
              <a:gd name="connsiteY1064" fmla="*/ 1702803 h 4587875"/>
              <a:gd name="connsiteX1065" fmla="*/ 7336861 w 9408955"/>
              <a:gd name="connsiteY1065" fmla="*/ 1706501 h 4587875"/>
              <a:gd name="connsiteX1066" fmla="*/ 4764383 w 9408955"/>
              <a:gd name="connsiteY1066" fmla="*/ 1706972 h 4587875"/>
              <a:gd name="connsiteX1067" fmla="*/ 4790507 w 9408955"/>
              <a:gd name="connsiteY1067" fmla="*/ 1667135 h 4587875"/>
              <a:gd name="connsiteX1068" fmla="*/ 4733383 w 9408955"/>
              <a:gd name="connsiteY1068" fmla="*/ 1646385 h 4587875"/>
              <a:gd name="connsiteX1069" fmla="*/ 4746652 w 9408955"/>
              <a:gd name="connsiteY1069" fmla="*/ 1705929 h 4587875"/>
              <a:gd name="connsiteX1070" fmla="*/ 4764383 w 9408955"/>
              <a:gd name="connsiteY1070" fmla="*/ 1706972 h 4587875"/>
              <a:gd name="connsiteX1071" fmla="*/ 7120843 w 9408955"/>
              <a:gd name="connsiteY1071" fmla="*/ 1707315 h 4587875"/>
              <a:gd name="connsiteX1072" fmla="*/ 7155832 w 9408955"/>
              <a:gd name="connsiteY1072" fmla="*/ 1673234 h 4587875"/>
              <a:gd name="connsiteX1073" fmla="*/ 7097836 w 9408955"/>
              <a:gd name="connsiteY1073" fmla="*/ 1646331 h 4587875"/>
              <a:gd name="connsiteX1074" fmla="*/ 7103067 w 9408955"/>
              <a:gd name="connsiteY1074" fmla="*/ 1704012 h 4587875"/>
              <a:gd name="connsiteX1075" fmla="*/ 7120843 w 9408955"/>
              <a:gd name="connsiteY1075" fmla="*/ 1707315 h 4587875"/>
              <a:gd name="connsiteX1076" fmla="*/ 5575234 w 9408955"/>
              <a:gd name="connsiteY1076" fmla="*/ 1707387 h 4587875"/>
              <a:gd name="connsiteX1077" fmla="*/ 5612353 w 9408955"/>
              <a:gd name="connsiteY1077" fmla="*/ 1680845 h 4587875"/>
              <a:gd name="connsiteX1078" fmla="*/ 5565080 w 9408955"/>
              <a:gd name="connsiteY1078" fmla="*/ 1641050 h 4587875"/>
              <a:gd name="connsiteX1079" fmla="*/ 5559425 w 9408955"/>
              <a:gd name="connsiteY1079" fmla="*/ 1701993 h 4587875"/>
              <a:gd name="connsiteX1080" fmla="*/ 5575234 w 9408955"/>
              <a:gd name="connsiteY1080" fmla="*/ 1707387 h 4587875"/>
              <a:gd name="connsiteX1081" fmla="*/ 5380106 w 9408955"/>
              <a:gd name="connsiteY1081" fmla="*/ 1707453 h 4587875"/>
              <a:gd name="connsiteX1082" fmla="*/ 5393033 w 9408955"/>
              <a:gd name="connsiteY1082" fmla="*/ 1645811 h 4587875"/>
              <a:gd name="connsiteX1083" fmla="*/ 5344047 w 9408955"/>
              <a:gd name="connsiteY1083" fmla="*/ 1653544 h 4587875"/>
              <a:gd name="connsiteX1084" fmla="*/ 5338604 w 9408955"/>
              <a:gd name="connsiteY1084" fmla="*/ 1690166 h 4587875"/>
              <a:gd name="connsiteX1085" fmla="*/ 5380106 w 9408955"/>
              <a:gd name="connsiteY1085" fmla="*/ 1707453 h 4587875"/>
              <a:gd name="connsiteX1086" fmla="*/ 5480838 w 9408955"/>
              <a:gd name="connsiteY1086" fmla="*/ 1707482 h 4587875"/>
              <a:gd name="connsiteX1087" fmla="*/ 5509828 w 9408955"/>
              <a:gd name="connsiteY1087" fmla="*/ 1664924 h 4587875"/>
              <a:gd name="connsiteX1088" fmla="*/ 5447461 w 9408955"/>
              <a:gd name="connsiteY1088" fmla="*/ 1652418 h 4587875"/>
              <a:gd name="connsiteX1089" fmla="*/ 5461522 w 9408955"/>
              <a:gd name="connsiteY1089" fmla="*/ 1703805 h 4587875"/>
              <a:gd name="connsiteX1090" fmla="*/ 5480838 w 9408955"/>
              <a:gd name="connsiteY1090" fmla="*/ 1707482 h 4587875"/>
              <a:gd name="connsiteX1091" fmla="*/ 2907014 w 9408955"/>
              <a:gd name="connsiteY1091" fmla="*/ 1707590 h 4587875"/>
              <a:gd name="connsiteX1092" fmla="*/ 2939035 w 9408955"/>
              <a:gd name="connsiteY1092" fmla="*/ 1673345 h 4587875"/>
              <a:gd name="connsiteX1093" fmla="*/ 2876546 w 9408955"/>
              <a:gd name="connsiteY1093" fmla="*/ 1653790 h 4587875"/>
              <a:gd name="connsiteX1094" fmla="*/ 2889583 w 9408955"/>
              <a:gd name="connsiteY1094" fmla="*/ 1704268 h 4587875"/>
              <a:gd name="connsiteX1095" fmla="*/ 2907014 w 9408955"/>
              <a:gd name="connsiteY1095" fmla="*/ 1707590 h 4587875"/>
              <a:gd name="connsiteX1096" fmla="*/ 2598430 w 9408955"/>
              <a:gd name="connsiteY1096" fmla="*/ 1707728 h 4587875"/>
              <a:gd name="connsiteX1097" fmla="*/ 2613372 w 9408955"/>
              <a:gd name="connsiteY1097" fmla="*/ 1642530 h 4587875"/>
              <a:gd name="connsiteX1098" fmla="*/ 2563489 w 9408955"/>
              <a:gd name="connsiteY1098" fmla="*/ 1656918 h 4587875"/>
              <a:gd name="connsiteX1099" fmla="*/ 2598430 w 9408955"/>
              <a:gd name="connsiteY1099" fmla="*/ 1707728 h 4587875"/>
              <a:gd name="connsiteX1100" fmla="*/ 3012349 w 9408955"/>
              <a:gd name="connsiteY1100" fmla="*/ 1707771 h 4587875"/>
              <a:gd name="connsiteX1101" fmla="*/ 3042019 w 9408955"/>
              <a:gd name="connsiteY1101" fmla="*/ 1666470 h 4587875"/>
              <a:gd name="connsiteX1102" fmla="*/ 2992984 w 9408955"/>
              <a:gd name="connsiteY1102" fmla="*/ 1642786 h 4587875"/>
              <a:gd name="connsiteX1103" fmla="*/ 2993209 w 9408955"/>
              <a:gd name="connsiteY1103" fmla="*/ 1703915 h 4587875"/>
              <a:gd name="connsiteX1104" fmla="*/ 3012349 w 9408955"/>
              <a:gd name="connsiteY1104" fmla="*/ 1707771 h 4587875"/>
              <a:gd name="connsiteX1105" fmla="*/ 5175286 w 9408955"/>
              <a:gd name="connsiteY1105" fmla="*/ 1707893 h 4587875"/>
              <a:gd name="connsiteX1106" fmla="*/ 5198350 w 9408955"/>
              <a:gd name="connsiteY1106" fmla="*/ 1662045 h 4587875"/>
              <a:gd name="connsiteX1107" fmla="*/ 5134759 w 9408955"/>
              <a:gd name="connsiteY1107" fmla="*/ 1659993 h 4587875"/>
              <a:gd name="connsiteX1108" fmla="*/ 5155575 w 9408955"/>
              <a:gd name="connsiteY1108" fmla="*/ 1706504 h 4587875"/>
              <a:gd name="connsiteX1109" fmla="*/ 5175286 w 9408955"/>
              <a:gd name="connsiteY1109" fmla="*/ 1707893 h 4587875"/>
              <a:gd name="connsiteX1110" fmla="*/ 4961316 w 9408955"/>
              <a:gd name="connsiteY1110" fmla="*/ 1708509 h 4587875"/>
              <a:gd name="connsiteX1111" fmla="*/ 4995654 w 9408955"/>
              <a:gd name="connsiteY1111" fmla="*/ 1681547 h 4587875"/>
              <a:gd name="connsiteX1112" fmla="*/ 4945723 w 9408955"/>
              <a:gd name="connsiteY1112" fmla="*/ 1642602 h 4587875"/>
              <a:gd name="connsiteX1113" fmla="*/ 4946179 w 9408955"/>
              <a:gd name="connsiteY1113" fmla="*/ 1705282 h 4587875"/>
              <a:gd name="connsiteX1114" fmla="*/ 4961316 w 9408955"/>
              <a:gd name="connsiteY1114" fmla="*/ 1708509 h 4587875"/>
              <a:gd name="connsiteX1115" fmla="*/ 4860665 w 9408955"/>
              <a:gd name="connsiteY1115" fmla="*/ 1708671 h 4587875"/>
              <a:gd name="connsiteX1116" fmla="*/ 4894306 w 9408955"/>
              <a:gd name="connsiteY1116" fmla="*/ 1674368 h 4587875"/>
              <a:gd name="connsiteX1117" fmla="*/ 4832326 w 9408955"/>
              <a:gd name="connsiteY1117" fmla="*/ 1649520 h 4587875"/>
              <a:gd name="connsiteX1118" fmla="*/ 4843075 w 9408955"/>
              <a:gd name="connsiteY1118" fmla="*/ 1704917 h 4587875"/>
              <a:gd name="connsiteX1119" fmla="*/ 4860665 w 9408955"/>
              <a:gd name="connsiteY1119" fmla="*/ 1708671 h 4587875"/>
              <a:gd name="connsiteX1120" fmla="*/ 4946874 w 9408955"/>
              <a:gd name="connsiteY1120" fmla="*/ 1808119 h 4587875"/>
              <a:gd name="connsiteX1121" fmla="*/ 4994829 w 9408955"/>
              <a:gd name="connsiteY1121" fmla="*/ 1785543 h 4587875"/>
              <a:gd name="connsiteX1122" fmla="*/ 4946422 w 9408955"/>
              <a:gd name="connsiteY1122" fmla="*/ 1744952 h 4587875"/>
              <a:gd name="connsiteX1123" fmla="*/ 4946874 w 9408955"/>
              <a:gd name="connsiteY1123" fmla="*/ 1808119 h 4587875"/>
              <a:gd name="connsiteX1124" fmla="*/ 7535477 w 9408955"/>
              <a:gd name="connsiteY1124" fmla="*/ 1809722 h 4587875"/>
              <a:gd name="connsiteX1125" fmla="*/ 7561331 w 9408955"/>
              <a:gd name="connsiteY1125" fmla="*/ 1790473 h 4587875"/>
              <a:gd name="connsiteX1126" fmla="*/ 7518922 w 9408955"/>
              <a:gd name="connsiteY1126" fmla="*/ 1744436 h 4587875"/>
              <a:gd name="connsiteX1127" fmla="*/ 7501459 w 9408955"/>
              <a:gd name="connsiteY1127" fmla="*/ 1802947 h 4587875"/>
              <a:gd name="connsiteX1128" fmla="*/ 7535477 w 9408955"/>
              <a:gd name="connsiteY1128" fmla="*/ 1809722 h 4587875"/>
              <a:gd name="connsiteX1129" fmla="*/ 4244808 w 9408955"/>
              <a:gd name="connsiteY1129" fmla="*/ 1810280 h 4587875"/>
              <a:gd name="connsiteX1130" fmla="*/ 4275856 w 9408955"/>
              <a:gd name="connsiteY1130" fmla="*/ 1765449 h 4587875"/>
              <a:gd name="connsiteX1131" fmla="*/ 4222649 w 9408955"/>
              <a:gd name="connsiteY1131" fmla="*/ 1746522 h 4587875"/>
              <a:gd name="connsiteX1132" fmla="*/ 4224696 w 9408955"/>
              <a:gd name="connsiteY1132" fmla="*/ 1806724 h 4587875"/>
              <a:gd name="connsiteX1133" fmla="*/ 4244808 w 9408955"/>
              <a:gd name="connsiteY1133" fmla="*/ 1810280 h 4587875"/>
              <a:gd name="connsiteX1134" fmla="*/ 5172725 w 9408955"/>
              <a:gd name="connsiteY1134" fmla="*/ 1810591 h 4587875"/>
              <a:gd name="connsiteX1135" fmla="*/ 5195700 w 9408955"/>
              <a:gd name="connsiteY1135" fmla="*/ 1803871 h 4587875"/>
              <a:gd name="connsiteX1136" fmla="*/ 5197520 w 9408955"/>
              <a:gd name="connsiteY1136" fmla="*/ 1759799 h 4587875"/>
              <a:gd name="connsiteX1137" fmla="*/ 5138830 w 9408955"/>
              <a:gd name="connsiteY1137" fmla="*/ 1754954 h 4587875"/>
              <a:gd name="connsiteX1138" fmla="*/ 5149749 w 9408955"/>
              <a:gd name="connsiteY1138" fmla="*/ 1807793 h 4587875"/>
              <a:gd name="connsiteX1139" fmla="*/ 5172725 w 9408955"/>
              <a:gd name="connsiteY1139" fmla="*/ 1810591 h 4587875"/>
              <a:gd name="connsiteX1140" fmla="*/ 2401843 w 9408955"/>
              <a:gd name="connsiteY1140" fmla="*/ 1810713 h 4587875"/>
              <a:gd name="connsiteX1141" fmla="*/ 2422798 w 9408955"/>
              <a:gd name="connsiteY1141" fmla="*/ 1793624 h 4587875"/>
              <a:gd name="connsiteX1142" fmla="*/ 2416579 w 9408955"/>
              <a:gd name="connsiteY1142" fmla="*/ 1750061 h 4587875"/>
              <a:gd name="connsiteX1143" fmla="*/ 2373513 w 9408955"/>
              <a:gd name="connsiteY1143" fmla="*/ 1746585 h 4587875"/>
              <a:gd name="connsiteX1144" fmla="*/ 2374665 w 9408955"/>
              <a:gd name="connsiteY1144" fmla="*/ 1807990 h 4587875"/>
              <a:gd name="connsiteX1145" fmla="*/ 2401843 w 9408955"/>
              <a:gd name="connsiteY1145" fmla="*/ 1810713 h 4587875"/>
              <a:gd name="connsiteX1146" fmla="*/ 3010705 w 9408955"/>
              <a:gd name="connsiteY1146" fmla="*/ 1810847 h 4587875"/>
              <a:gd name="connsiteX1147" fmla="*/ 3036474 w 9408955"/>
              <a:gd name="connsiteY1147" fmla="*/ 1799220 h 4587875"/>
              <a:gd name="connsiteX1148" fmla="*/ 2999242 w 9408955"/>
              <a:gd name="connsiteY1148" fmla="*/ 1744046 h 4587875"/>
              <a:gd name="connsiteX1149" fmla="*/ 2981316 w 9408955"/>
              <a:gd name="connsiteY1149" fmla="*/ 1804692 h 4587875"/>
              <a:gd name="connsiteX1150" fmla="*/ 3010705 w 9408955"/>
              <a:gd name="connsiteY1150" fmla="*/ 1810847 h 4587875"/>
              <a:gd name="connsiteX1151" fmla="*/ 5584540 w 9408955"/>
              <a:gd name="connsiteY1151" fmla="*/ 1810868 h 4587875"/>
              <a:gd name="connsiteX1152" fmla="*/ 5612729 w 9408955"/>
              <a:gd name="connsiteY1152" fmla="*/ 1771172 h 4587875"/>
              <a:gd name="connsiteX1153" fmla="*/ 5543234 w 9408955"/>
              <a:gd name="connsiteY1153" fmla="*/ 1766611 h 4587875"/>
              <a:gd name="connsiteX1154" fmla="*/ 5566399 w 9408955"/>
              <a:gd name="connsiteY1154" fmla="*/ 1810163 h 4587875"/>
              <a:gd name="connsiteX1155" fmla="*/ 5584540 w 9408955"/>
              <a:gd name="connsiteY1155" fmla="*/ 1810868 h 4587875"/>
              <a:gd name="connsiteX1156" fmla="*/ 5481893 w 9408955"/>
              <a:gd name="connsiteY1156" fmla="*/ 1810933 h 4587875"/>
              <a:gd name="connsiteX1157" fmla="*/ 5508550 w 9408955"/>
              <a:gd name="connsiteY1157" fmla="*/ 1763510 h 4587875"/>
              <a:gd name="connsiteX1158" fmla="*/ 5461447 w 9408955"/>
              <a:gd name="connsiteY1158" fmla="*/ 1744469 h 4587875"/>
              <a:gd name="connsiteX1159" fmla="*/ 5461447 w 9408955"/>
              <a:gd name="connsiteY1159" fmla="*/ 1809392 h 4587875"/>
              <a:gd name="connsiteX1160" fmla="*/ 5481893 w 9408955"/>
              <a:gd name="connsiteY1160" fmla="*/ 1810933 h 4587875"/>
              <a:gd name="connsiteX1161" fmla="*/ 2802844 w 9408955"/>
              <a:gd name="connsiteY1161" fmla="*/ 1810986 h 4587875"/>
              <a:gd name="connsiteX1162" fmla="*/ 2838105 w 9408955"/>
              <a:gd name="connsiteY1162" fmla="*/ 1778210 h 4587875"/>
              <a:gd name="connsiteX1163" fmla="*/ 2775382 w 9408955"/>
              <a:gd name="connsiteY1163" fmla="*/ 1754969 h 4587875"/>
              <a:gd name="connsiteX1164" fmla="*/ 2785694 w 9408955"/>
              <a:gd name="connsiteY1164" fmla="*/ 1806414 h 4587875"/>
              <a:gd name="connsiteX1165" fmla="*/ 2802844 w 9408955"/>
              <a:gd name="connsiteY1165" fmla="*/ 1810986 h 4587875"/>
              <a:gd name="connsiteX1166" fmla="*/ 2706000 w 9408955"/>
              <a:gd name="connsiteY1166" fmla="*/ 1811041 h 4587875"/>
              <a:gd name="connsiteX1167" fmla="*/ 2735167 w 9408955"/>
              <a:gd name="connsiteY1167" fmla="*/ 1770647 h 4587875"/>
              <a:gd name="connsiteX1168" fmla="*/ 2670932 w 9408955"/>
              <a:gd name="connsiteY1168" fmla="*/ 1758433 h 4587875"/>
              <a:gd name="connsiteX1169" fmla="*/ 2687445 w 9408955"/>
              <a:gd name="connsiteY1169" fmla="*/ 1808871 h 4587875"/>
              <a:gd name="connsiteX1170" fmla="*/ 2706000 w 9408955"/>
              <a:gd name="connsiteY1170" fmla="*/ 1811041 h 4587875"/>
              <a:gd name="connsiteX1171" fmla="*/ 5272164 w 9408955"/>
              <a:gd name="connsiteY1171" fmla="*/ 1811059 h 4587875"/>
              <a:gd name="connsiteX1172" fmla="*/ 5302916 w 9408955"/>
              <a:gd name="connsiteY1172" fmla="*/ 1770025 h 4587875"/>
              <a:gd name="connsiteX1173" fmla="*/ 5240043 w 9408955"/>
              <a:gd name="connsiteY1173" fmla="*/ 1758398 h 4587875"/>
              <a:gd name="connsiteX1174" fmla="*/ 5253122 w 9408955"/>
              <a:gd name="connsiteY1174" fmla="*/ 1807184 h 4587875"/>
              <a:gd name="connsiteX1175" fmla="*/ 5272164 w 9408955"/>
              <a:gd name="connsiteY1175" fmla="*/ 1811059 h 4587875"/>
              <a:gd name="connsiteX1176" fmla="*/ 7123890 w 9408955"/>
              <a:gd name="connsiteY1176" fmla="*/ 1811349 h 4587875"/>
              <a:gd name="connsiteX1177" fmla="*/ 7153084 w 9408955"/>
              <a:gd name="connsiteY1177" fmla="*/ 1766215 h 4587875"/>
              <a:gd name="connsiteX1178" fmla="*/ 7102151 w 9408955"/>
              <a:gd name="connsiteY1178" fmla="*/ 1746784 h 4587875"/>
              <a:gd name="connsiteX1179" fmla="*/ 7103970 w 9408955"/>
              <a:gd name="connsiteY1179" fmla="*/ 1807820 h 4587875"/>
              <a:gd name="connsiteX1180" fmla="*/ 7123890 w 9408955"/>
              <a:gd name="connsiteY1180" fmla="*/ 1811349 h 4587875"/>
              <a:gd name="connsiteX1181" fmla="*/ 4348067 w 9408955"/>
              <a:gd name="connsiteY1181" fmla="*/ 1811394 h 4587875"/>
              <a:gd name="connsiteX1182" fmla="*/ 4378831 w 9408955"/>
              <a:gd name="connsiteY1182" fmla="*/ 1771021 h 4587875"/>
              <a:gd name="connsiteX1183" fmla="*/ 4333804 w 9408955"/>
              <a:gd name="connsiteY1183" fmla="*/ 1745537 h 4587875"/>
              <a:gd name="connsiteX1184" fmla="*/ 4329028 w 9408955"/>
              <a:gd name="connsiteY1184" fmla="*/ 1807782 h 4587875"/>
              <a:gd name="connsiteX1185" fmla="*/ 4348067 w 9408955"/>
              <a:gd name="connsiteY1185" fmla="*/ 1811394 h 4587875"/>
              <a:gd name="connsiteX1186" fmla="*/ 4862149 w 9408955"/>
              <a:gd name="connsiteY1186" fmla="*/ 1811477 h 4587875"/>
              <a:gd name="connsiteX1187" fmla="*/ 4893003 w 9408955"/>
              <a:gd name="connsiteY1187" fmla="*/ 1770904 h 4587875"/>
              <a:gd name="connsiteX1188" fmla="*/ 4824001 w 9408955"/>
              <a:gd name="connsiteY1188" fmla="*/ 1770216 h 4587875"/>
              <a:gd name="connsiteX1189" fmla="*/ 4843619 w 9408955"/>
              <a:gd name="connsiteY1189" fmla="*/ 1808029 h 4587875"/>
              <a:gd name="connsiteX1190" fmla="*/ 4862149 w 9408955"/>
              <a:gd name="connsiteY1190" fmla="*/ 1811477 h 4587875"/>
              <a:gd name="connsiteX1191" fmla="*/ 2498607 w 9408955"/>
              <a:gd name="connsiteY1191" fmla="*/ 1811531 h 4587875"/>
              <a:gd name="connsiteX1192" fmla="*/ 2529039 w 9408955"/>
              <a:gd name="connsiteY1192" fmla="*/ 1771397 h 4587875"/>
              <a:gd name="connsiteX1193" fmla="*/ 2463667 w 9408955"/>
              <a:gd name="connsiteY1193" fmla="*/ 1763647 h 4587875"/>
              <a:gd name="connsiteX1194" fmla="*/ 2480122 w 9408955"/>
              <a:gd name="connsiteY1194" fmla="*/ 1807869 h 4587875"/>
              <a:gd name="connsiteX1195" fmla="*/ 2498607 w 9408955"/>
              <a:gd name="connsiteY1195" fmla="*/ 1811531 h 4587875"/>
              <a:gd name="connsiteX1196" fmla="*/ 4656920 w 9408955"/>
              <a:gd name="connsiteY1196" fmla="*/ 1811643 h 4587875"/>
              <a:gd name="connsiteX1197" fmla="*/ 4686333 w 9408955"/>
              <a:gd name="connsiteY1197" fmla="*/ 1779416 h 4587875"/>
              <a:gd name="connsiteX1198" fmla="*/ 4623380 w 9408955"/>
              <a:gd name="connsiteY1198" fmla="*/ 1756958 h 4587875"/>
              <a:gd name="connsiteX1199" fmla="*/ 4640943 w 9408955"/>
              <a:gd name="connsiteY1199" fmla="*/ 1809666 h 4587875"/>
              <a:gd name="connsiteX1200" fmla="*/ 4656920 w 9408955"/>
              <a:gd name="connsiteY1200" fmla="*/ 1811643 h 4587875"/>
              <a:gd name="connsiteX1201" fmla="*/ 5069983 w 9408955"/>
              <a:gd name="connsiteY1201" fmla="*/ 1811693 h 4587875"/>
              <a:gd name="connsiteX1202" fmla="*/ 5098807 w 9408955"/>
              <a:gd name="connsiteY1202" fmla="*/ 1770752 h 4587875"/>
              <a:gd name="connsiteX1203" fmla="*/ 5029790 w 9408955"/>
              <a:gd name="connsiteY1203" fmla="*/ 1770752 h 4587875"/>
              <a:gd name="connsiteX1204" fmla="*/ 5051257 w 9408955"/>
              <a:gd name="connsiteY1204" fmla="*/ 1810264 h 4587875"/>
              <a:gd name="connsiteX1205" fmla="*/ 5069983 w 9408955"/>
              <a:gd name="connsiteY1205" fmla="*/ 1811693 h 4587875"/>
              <a:gd name="connsiteX1206" fmla="*/ 2906329 w 9408955"/>
              <a:gd name="connsiteY1206" fmla="*/ 1811839 h 4587875"/>
              <a:gd name="connsiteX1207" fmla="*/ 2939428 w 9408955"/>
              <a:gd name="connsiteY1207" fmla="*/ 1778104 h 4587875"/>
              <a:gd name="connsiteX1208" fmla="*/ 2901905 w 9408955"/>
              <a:gd name="connsiteY1208" fmla="*/ 1743372 h 4587875"/>
              <a:gd name="connsiteX1209" fmla="*/ 2889170 w 9408955"/>
              <a:gd name="connsiteY1209" fmla="*/ 1808005 h 4587875"/>
              <a:gd name="connsiteX1210" fmla="*/ 2906329 w 9408955"/>
              <a:gd name="connsiteY1210" fmla="*/ 1811839 h 4587875"/>
              <a:gd name="connsiteX1211" fmla="*/ 5684208 w 9408955"/>
              <a:gd name="connsiteY1211" fmla="*/ 1811929 h 4587875"/>
              <a:gd name="connsiteX1212" fmla="*/ 5715749 w 9408955"/>
              <a:gd name="connsiteY1212" fmla="*/ 1770706 h 4587875"/>
              <a:gd name="connsiteX1213" fmla="*/ 5650208 w 9408955"/>
              <a:gd name="connsiteY1213" fmla="*/ 1761132 h 4587875"/>
              <a:gd name="connsiteX1214" fmla="*/ 5664949 w 9408955"/>
              <a:gd name="connsiteY1214" fmla="*/ 1807178 h 4587875"/>
              <a:gd name="connsiteX1215" fmla="*/ 5684208 w 9408955"/>
              <a:gd name="connsiteY1215" fmla="*/ 1811929 h 4587875"/>
              <a:gd name="connsiteX1216" fmla="*/ 2601003 w 9408955"/>
              <a:gd name="connsiteY1216" fmla="*/ 1812047 h 4587875"/>
              <a:gd name="connsiteX1217" fmla="*/ 2633530 w 9408955"/>
              <a:gd name="connsiteY1217" fmla="*/ 1777837 h 4587875"/>
              <a:gd name="connsiteX1218" fmla="*/ 2572396 w 9408955"/>
              <a:gd name="connsiteY1218" fmla="*/ 1752351 h 4587875"/>
              <a:gd name="connsiteX1219" fmla="*/ 2583575 w 9408955"/>
              <a:gd name="connsiteY1219" fmla="*/ 1810041 h 4587875"/>
              <a:gd name="connsiteX1220" fmla="*/ 2601003 w 9408955"/>
              <a:gd name="connsiteY1220" fmla="*/ 1812047 h 4587875"/>
              <a:gd name="connsiteX1221" fmla="*/ 5374057 w 9408955"/>
              <a:gd name="connsiteY1221" fmla="*/ 1812147 h 4587875"/>
              <a:gd name="connsiteX1222" fmla="*/ 5406314 w 9408955"/>
              <a:gd name="connsiteY1222" fmla="*/ 1779637 h 4587875"/>
              <a:gd name="connsiteX1223" fmla="*/ 5342124 w 9408955"/>
              <a:gd name="connsiteY1223" fmla="*/ 1757641 h 4587875"/>
              <a:gd name="connsiteX1224" fmla="*/ 5357309 w 9408955"/>
              <a:gd name="connsiteY1224" fmla="*/ 1808735 h 4587875"/>
              <a:gd name="connsiteX1225" fmla="*/ 5374057 w 9408955"/>
              <a:gd name="connsiteY1225" fmla="*/ 1812147 h 4587875"/>
              <a:gd name="connsiteX1226" fmla="*/ 4743296 w 9408955"/>
              <a:gd name="connsiteY1226" fmla="*/ 1812474 h 4587875"/>
              <a:gd name="connsiteX1227" fmla="*/ 4790418 w 9408955"/>
              <a:gd name="connsiteY1227" fmla="*/ 1772110 h 4587875"/>
              <a:gd name="connsiteX1228" fmla="*/ 4721794 w 9408955"/>
              <a:gd name="connsiteY1228" fmla="*/ 1770532 h 4587875"/>
              <a:gd name="connsiteX1229" fmla="*/ 4743296 w 9408955"/>
              <a:gd name="connsiteY1229" fmla="*/ 1812474 h 4587875"/>
              <a:gd name="connsiteX1230" fmla="*/ 2289807 w 9408955"/>
              <a:gd name="connsiteY1230" fmla="*/ 1902040 h 4587875"/>
              <a:gd name="connsiteX1231" fmla="*/ 2309791 w 9408955"/>
              <a:gd name="connsiteY1231" fmla="*/ 1900260 h 4587875"/>
              <a:gd name="connsiteX1232" fmla="*/ 2299440 w 9408955"/>
              <a:gd name="connsiteY1232" fmla="*/ 1857102 h 4587875"/>
              <a:gd name="connsiteX1233" fmla="*/ 2272064 w 9408955"/>
              <a:gd name="connsiteY1233" fmla="*/ 1895515 h 4587875"/>
              <a:gd name="connsiteX1234" fmla="*/ 2289807 w 9408955"/>
              <a:gd name="connsiteY1234" fmla="*/ 1902040 h 4587875"/>
              <a:gd name="connsiteX1235" fmla="*/ 7738513 w 9408955"/>
              <a:gd name="connsiteY1235" fmla="*/ 1906456 h 4587875"/>
              <a:gd name="connsiteX1236" fmla="*/ 7762057 w 9408955"/>
              <a:gd name="connsiteY1236" fmla="*/ 1875744 h 4587875"/>
              <a:gd name="connsiteX1237" fmla="*/ 7714610 w 9408955"/>
              <a:gd name="connsiteY1237" fmla="*/ 1861457 h 4587875"/>
              <a:gd name="connsiteX1238" fmla="*/ 7723873 w 9408955"/>
              <a:gd name="connsiteY1238" fmla="*/ 1903866 h 4587875"/>
              <a:gd name="connsiteX1239" fmla="*/ 7738513 w 9408955"/>
              <a:gd name="connsiteY1239" fmla="*/ 1906456 h 4587875"/>
              <a:gd name="connsiteX1240" fmla="*/ 4131924 w 9408955"/>
              <a:gd name="connsiteY1240" fmla="*/ 1913328 h 4587875"/>
              <a:gd name="connsiteX1241" fmla="*/ 4153877 w 9408955"/>
              <a:gd name="connsiteY1241" fmla="*/ 1911472 h 4587875"/>
              <a:gd name="connsiteX1242" fmla="*/ 4174967 w 9408955"/>
              <a:gd name="connsiteY1242" fmla="*/ 1866691 h 4587875"/>
              <a:gd name="connsiteX1243" fmla="*/ 4109901 w 9408955"/>
              <a:gd name="connsiteY1243" fmla="*/ 1859608 h 4587875"/>
              <a:gd name="connsiteX1244" fmla="*/ 4131924 w 9408955"/>
              <a:gd name="connsiteY1244" fmla="*/ 1913328 h 4587875"/>
              <a:gd name="connsiteX1245" fmla="*/ 5671709 w 9408955"/>
              <a:gd name="connsiteY1245" fmla="*/ 1913579 h 4587875"/>
              <a:gd name="connsiteX1246" fmla="*/ 5714466 w 9408955"/>
              <a:gd name="connsiteY1246" fmla="*/ 1868437 h 4587875"/>
              <a:gd name="connsiteX1247" fmla="*/ 5653482 w 9408955"/>
              <a:gd name="connsiteY1247" fmla="*/ 1858177 h 4587875"/>
              <a:gd name="connsiteX1248" fmla="*/ 5671709 w 9408955"/>
              <a:gd name="connsiteY1248" fmla="*/ 1913579 h 4587875"/>
              <a:gd name="connsiteX1249" fmla="*/ 2594774 w 9408955"/>
              <a:gd name="connsiteY1249" fmla="*/ 1913976 h 4587875"/>
              <a:gd name="connsiteX1250" fmla="*/ 2630833 w 9408955"/>
              <a:gd name="connsiteY1250" fmla="*/ 1889651 h 4587875"/>
              <a:gd name="connsiteX1251" fmla="*/ 2604299 w 9408955"/>
              <a:gd name="connsiteY1251" fmla="*/ 1839912 h 4587875"/>
              <a:gd name="connsiteX1252" fmla="*/ 2564839 w 9408955"/>
              <a:gd name="connsiteY1252" fmla="*/ 1882775 h 4587875"/>
              <a:gd name="connsiteX1253" fmla="*/ 2594774 w 9408955"/>
              <a:gd name="connsiteY1253" fmla="*/ 1913976 h 4587875"/>
              <a:gd name="connsiteX1254" fmla="*/ 2490650 w 9408955"/>
              <a:gd name="connsiteY1254" fmla="*/ 1914009 h 4587875"/>
              <a:gd name="connsiteX1255" fmla="*/ 2507456 w 9408955"/>
              <a:gd name="connsiteY1255" fmla="*/ 1913419 h 4587875"/>
              <a:gd name="connsiteX1256" fmla="*/ 2524736 w 9408955"/>
              <a:gd name="connsiteY1256" fmla="*/ 1898558 h 4587875"/>
              <a:gd name="connsiteX1257" fmla="*/ 2499401 w 9408955"/>
              <a:gd name="connsiteY1257" fmla="*/ 1839912 h 4587875"/>
              <a:gd name="connsiteX1258" fmla="*/ 2461181 w 9408955"/>
              <a:gd name="connsiteY1258" fmla="*/ 1876565 h 4587875"/>
              <a:gd name="connsiteX1259" fmla="*/ 2490650 w 9408955"/>
              <a:gd name="connsiteY1259" fmla="*/ 1914009 h 4587875"/>
              <a:gd name="connsiteX1260" fmla="*/ 4249966 w 9408955"/>
              <a:gd name="connsiteY1260" fmla="*/ 1914115 h 4587875"/>
              <a:gd name="connsiteX1261" fmla="*/ 4276062 w 9408955"/>
              <a:gd name="connsiteY1261" fmla="*/ 1869245 h 4587875"/>
              <a:gd name="connsiteX1262" fmla="*/ 4213597 w 9408955"/>
              <a:gd name="connsiteY1262" fmla="*/ 1858417 h 4587875"/>
              <a:gd name="connsiteX1263" fmla="*/ 4231379 w 9408955"/>
              <a:gd name="connsiteY1263" fmla="*/ 1913938 h 4587875"/>
              <a:gd name="connsiteX1264" fmla="*/ 4249966 w 9408955"/>
              <a:gd name="connsiteY1264" fmla="*/ 1914115 h 4587875"/>
              <a:gd name="connsiteX1265" fmla="*/ 5060338 w 9408955"/>
              <a:gd name="connsiteY1265" fmla="*/ 1914298 h 4587875"/>
              <a:gd name="connsiteX1266" fmla="*/ 5091181 w 9408955"/>
              <a:gd name="connsiteY1266" fmla="*/ 1856922 h 4587875"/>
              <a:gd name="connsiteX1267" fmla="*/ 5031990 w 9408955"/>
              <a:gd name="connsiteY1267" fmla="*/ 1867580 h 4587875"/>
              <a:gd name="connsiteX1268" fmla="*/ 5060338 w 9408955"/>
              <a:gd name="connsiteY1268" fmla="*/ 1914298 h 4587875"/>
              <a:gd name="connsiteX1269" fmla="*/ 5252913 w 9408955"/>
              <a:gd name="connsiteY1269" fmla="*/ 1914303 h 4587875"/>
              <a:gd name="connsiteX1270" fmla="*/ 5298356 w 9408955"/>
              <a:gd name="connsiteY1270" fmla="*/ 1898698 h 4587875"/>
              <a:gd name="connsiteX1271" fmla="*/ 5260787 w 9408955"/>
              <a:gd name="connsiteY1271" fmla="*/ 1845326 h 4587875"/>
              <a:gd name="connsiteX1272" fmla="*/ 5252913 w 9408955"/>
              <a:gd name="connsiteY1272" fmla="*/ 1914303 h 4587875"/>
              <a:gd name="connsiteX1273" fmla="*/ 4559567 w 9408955"/>
              <a:gd name="connsiteY1273" fmla="*/ 1914358 h 4587875"/>
              <a:gd name="connsiteX1274" fmla="*/ 4580686 w 9408955"/>
              <a:gd name="connsiteY1274" fmla="*/ 1896459 h 4587875"/>
              <a:gd name="connsiteX1275" fmla="*/ 4545081 w 9408955"/>
              <a:gd name="connsiteY1275" fmla="*/ 1843655 h 4587875"/>
              <a:gd name="connsiteX1276" fmla="*/ 4531474 w 9408955"/>
              <a:gd name="connsiteY1276" fmla="*/ 1910294 h 4587875"/>
              <a:gd name="connsiteX1277" fmla="*/ 4559567 w 9408955"/>
              <a:gd name="connsiteY1277" fmla="*/ 1914358 h 4587875"/>
              <a:gd name="connsiteX1278" fmla="*/ 4863190 w 9408955"/>
              <a:gd name="connsiteY1278" fmla="*/ 1914372 h 4587875"/>
              <a:gd name="connsiteX1279" fmla="*/ 4893423 w 9408955"/>
              <a:gd name="connsiteY1279" fmla="*/ 1875760 h 4587875"/>
              <a:gd name="connsiteX1280" fmla="*/ 4839902 w 9408955"/>
              <a:gd name="connsiteY1280" fmla="*/ 1849814 h 4587875"/>
              <a:gd name="connsiteX1281" fmla="*/ 4845118 w 9408955"/>
              <a:gd name="connsiteY1281" fmla="*/ 1911858 h 4587875"/>
              <a:gd name="connsiteX1282" fmla="*/ 4863190 w 9408955"/>
              <a:gd name="connsiteY1282" fmla="*/ 1914372 h 4587875"/>
              <a:gd name="connsiteX1283" fmla="*/ 5374968 w 9408955"/>
              <a:gd name="connsiteY1283" fmla="*/ 1914447 h 4587875"/>
              <a:gd name="connsiteX1284" fmla="*/ 5406200 w 9408955"/>
              <a:gd name="connsiteY1284" fmla="*/ 1882965 h 4587875"/>
              <a:gd name="connsiteX1285" fmla="*/ 5364713 w 9408955"/>
              <a:gd name="connsiteY1285" fmla="*/ 1845279 h 4587875"/>
              <a:gd name="connsiteX1286" fmla="*/ 5358850 w 9408955"/>
              <a:gd name="connsiteY1286" fmla="*/ 1911678 h 4587875"/>
              <a:gd name="connsiteX1287" fmla="*/ 5374968 w 9408955"/>
              <a:gd name="connsiteY1287" fmla="*/ 1914447 h 4587875"/>
              <a:gd name="connsiteX1288" fmla="*/ 2710110 w 9408955"/>
              <a:gd name="connsiteY1288" fmla="*/ 1914646 h 4587875"/>
              <a:gd name="connsiteX1289" fmla="*/ 2731070 w 9408955"/>
              <a:gd name="connsiteY1289" fmla="*/ 1862721 h 4587875"/>
              <a:gd name="connsiteX1290" fmla="*/ 2667222 w 9408955"/>
              <a:gd name="connsiteY1290" fmla="*/ 1867736 h 4587875"/>
              <a:gd name="connsiteX1291" fmla="*/ 2688581 w 9408955"/>
              <a:gd name="connsiteY1291" fmla="*/ 1912638 h 4587875"/>
              <a:gd name="connsiteX1292" fmla="*/ 2710110 w 9408955"/>
              <a:gd name="connsiteY1292" fmla="*/ 1914646 h 4587875"/>
              <a:gd name="connsiteX1293" fmla="*/ 2811886 w 9408955"/>
              <a:gd name="connsiteY1293" fmla="*/ 1914733 h 4587875"/>
              <a:gd name="connsiteX1294" fmla="*/ 2837760 w 9408955"/>
              <a:gd name="connsiteY1294" fmla="*/ 1868776 h 4587875"/>
              <a:gd name="connsiteX1295" fmla="*/ 2775412 w 9408955"/>
              <a:gd name="connsiteY1295" fmla="*/ 1859563 h 4587875"/>
              <a:gd name="connsiteX1296" fmla="*/ 2792554 w 9408955"/>
              <a:gd name="connsiteY1296" fmla="*/ 1913686 h 4587875"/>
              <a:gd name="connsiteX1297" fmla="*/ 2811886 w 9408955"/>
              <a:gd name="connsiteY1297" fmla="*/ 1914733 h 4587875"/>
              <a:gd name="connsiteX1298" fmla="*/ 4967962 w 9408955"/>
              <a:gd name="connsiteY1298" fmla="*/ 1915022 h 4587875"/>
              <a:gd name="connsiteX1299" fmla="*/ 4994871 w 9408955"/>
              <a:gd name="connsiteY1299" fmla="*/ 1868451 h 4587875"/>
              <a:gd name="connsiteX1300" fmla="*/ 4934456 w 9408955"/>
              <a:gd name="connsiteY1300" fmla="*/ 1856738 h 4587875"/>
              <a:gd name="connsiteX1301" fmla="*/ 4948239 w 9408955"/>
              <a:gd name="connsiteY1301" fmla="*/ 1913006 h 4587875"/>
              <a:gd name="connsiteX1302" fmla="*/ 4967962 w 9408955"/>
              <a:gd name="connsiteY1302" fmla="*/ 1915022 h 4587875"/>
              <a:gd name="connsiteX1303" fmla="*/ 4452275 w 9408955"/>
              <a:gd name="connsiteY1303" fmla="*/ 1915395 h 4587875"/>
              <a:gd name="connsiteX1304" fmla="*/ 4481382 w 9408955"/>
              <a:gd name="connsiteY1304" fmla="*/ 1875467 h 4587875"/>
              <a:gd name="connsiteX1305" fmla="*/ 4428847 w 9408955"/>
              <a:gd name="connsiteY1305" fmla="*/ 1849112 h 4587875"/>
              <a:gd name="connsiteX1306" fmla="*/ 4434259 w 9408955"/>
              <a:gd name="connsiteY1306" fmla="*/ 1912821 h 4587875"/>
              <a:gd name="connsiteX1307" fmla="*/ 4452275 w 9408955"/>
              <a:gd name="connsiteY1307" fmla="*/ 1915395 h 4587875"/>
              <a:gd name="connsiteX1308" fmla="*/ 4760080 w 9408955"/>
              <a:gd name="connsiteY1308" fmla="*/ 1915518 h 4587875"/>
              <a:gd name="connsiteX1309" fmla="*/ 4788454 w 9408955"/>
              <a:gd name="connsiteY1309" fmla="*/ 1867647 h 4587875"/>
              <a:gd name="connsiteX1310" fmla="*/ 4746154 w 9408955"/>
              <a:gd name="connsiteY1310" fmla="*/ 1845197 h 4587875"/>
              <a:gd name="connsiteX1311" fmla="*/ 4739821 w 9408955"/>
              <a:gd name="connsiteY1311" fmla="*/ 1910715 h 4587875"/>
              <a:gd name="connsiteX1312" fmla="*/ 4760080 w 9408955"/>
              <a:gd name="connsiteY1312" fmla="*/ 1915518 h 4587875"/>
              <a:gd name="connsiteX1313" fmla="*/ 4348523 w 9408955"/>
              <a:gd name="connsiteY1313" fmla="*/ 1915582 h 4587875"/>
              <a:gd name="connsiteX1314" fmla="*/ 4378981 w 9408955"/>
              <a:gd name="connsiteY1314" fmla="*/ 1874752 h 4587875"/>
              <a:gd name="connsiteX1315" fmla="*/ 4324083 w 9408955"/>
              <a:gd name="connsiteY1315" fmla="*/ 1849425 h 4587875"/>
              <a:gd name="connsiteX1316" fmla="*/ 4330081 w 9408955"/>
              <a:gd name="connsiteY1316" fmla="*/ 1911822 h 4587875"/>
              <a:gd name="connsiteX1317" fmla="*/ 4348523 w 9408955"/>
              <a:gd name="connsiteY1317" fmla="*/ 1915582 h 4587875"/>
              <a:gd name="connsiteX1318" fmla="*/ 4650686 w 9408955"/>
              <a:gd name="connsiteY1318" fmla="*/ 1915629 h 4587875"/>
              <a:gd name="connsiteX1319" fmla="*/ 4679707 w 9408955"/>
              <a:gd name="connsiteY1319" fmla="*/ 1858699 h 4587875"/>
              <a:gd name="connsiteX1320" fmla="*/ 4621215 w 9408955"/>
              <a:gd name="connsiteY1320" fmla="*/ 1868073 h 4587875"/>
              <a:gd name="connsiteX1321" fmla="*/ 4650686 w 9408955"/>
              <a:gd name="connsiteY1321" fmla="*/ 1915629 h 4587875"/>
              <a:gd name="connsiteX1322" fmla="*/ 5166250 w 9408955"/>
              <a:gd name="connsiteY1322" fmla="*/ 1915639 h 4587875"/>
              <a:gd name="connsiteX1323" fmla="*/ 5200501 w 9408955"/>
              <a:gd name="connsiteY1323" fmla="*/ 1882906 h 4587875"/>
              <a:gd name="connsiteX1324" fmla="*/ 5162507 w 9408955"/>
              <a:gd name="connsiteY1324" fmla="*/ 1843842 h 4587875"/>
              <a:gd name="connsiteX1325" fmla="*/ 5149617 w 9408955"/>
              <a:gd name="connsiteY1325" fmla="*/ 1911106 h 4587875"/>
              <a:gd name="connsiteX1326" fmla="*/ 5166250 w 9408955"/>
              <a:gd name="connsiteY1326" fmla="*/ 1915639 h 4587875"/>
              <a:gd name="connsiteX1327" fmla="*/ 5578569 w 9408955"/>
              <a:gd name="connsiteY1327" fmla="*/ 1915709 h 4587875"/>
              <a:gd name="connsiteX1328" fmla="*/ 5612789 w 9408955"/>
              <a:gd name="connsiteY1328" fmla="*/ 1875620 h 4587875"/>
              <a:gd name="connsiteX1329" fmla="*/ 5553144 w 9408955"/>
              <a:gd name="connsiteY1329" fmla="*/ 1855387 h 4587875"/>
              <a:gd name="connsiteX1330" fmla="*/ 5559947 w 9408955"/>
              <a:gd name="connsiteY1330" fmla="*/ 1910175 h 4587875"/>
              <a:gd name="connsiteX1331" fmla="*/ 5578569 w 9408955"/>
              <a:gd name="connsiteY1331" fmla="*/ 1915709 h 4587875"/>
              <a:gd name="connsiteX1332" fmla="*/ 5476831 w 9408955"/>
              <a:gd name="connsiteY1332" fmla="*/ 1915803 h 4587875"/>
              <a:gd name="connsiteX1333" fmla="*/ 5508819 w 9408955"/>
              <a:gd name="connsiteY1333" fmla="*/ 1869261 h 4587875"/>
              <a:gd name="connsiteX1334" fmla="*/ 5453556 w 9408955"/>
              <a:gd name="connsiteY1334" fmla="*/ 1851854 h 4587875"/>
              <a:gd name="connsiteX1335" fmla="*/ 5456079 w 9408955"/>
              <a:gd name="connsiteY1335" fmla="*/ 1910489 h 4587875"/>
              <a:gd name="connsiteX1336" fmla="*/ 5476831 w 9408955"/>
              <a:gd name="connsiteY1336" fmla="*/ 1915803 h 4587875"/>
              <a:gd name="connsiteX1337" fmla="*/ 4558234 w 9408955"/>
              <a:gd name="connsiteY1337" fmla="*/ 2016833 h 4587875"/>
              <a:gd name="connsiteX1338" fmla="*/ 4576831 w 9408955"/>
              <a:gd name="connsiteY1338" fmla="*/ 1953500 h 4587875"/>
              <a:gd name="connsiteX1339" fmla="*/ 4527164 w 9408955"/>
              <a:gd name="connsiteY1339" fmla="*/ 1955536 h 4587875"/>
              <a:gd name="connsiteX1340" fmla="*/ 4558234 w 9408955"/>
              <a:gd name="connsiteY1340" fmla="*/ 2016833 h 4587875"/>
              <a:gd name="connsiteX1341" fmla="*/ 4253048 w 9408955"/>
              <a:gd name="connsiteY1341" fmla="*/ 2017063 h 4587875"/>
              <a:gd name="connsiteX1342" fmla="*/ 4273618 w 9408955"/>
              <a:gd name="connsiteY1342" fmla="*/ 1967047 h 4587875"/>
              <a:gd name="connsiteX1343" fmla="*/ 4210118 w 9408955"/>
              <a:gd name="connsiteY1343" fmla="*/ 1967503 h 4587875"/>
              <a:gd name="connsiteX1344" fmla="*/ 4233023 w 9408955"/>
              <a:gd name="connsiteY1344" fmla="*/ 2016977 h 4587875"/>
              <a:gd name="connsiteX1345" fmla="*/ 4253048 w 9408955"/>
              <a:gd name="connsiteY1345" fmla="*/ 2017063 h 4587875"/>
              <a:gd name="connsiteX1346" fmla="*/ 6511817 w 9408955"/>
              <a:gd name="connsiteY1346" fmla="*/ 2017184 h 4587875"/>
              <a:gd name="connsiteX1347" fmla="*/ 6536000 w 9408955"/>
              <a:gd name="connsiteY1347" fmla="*/ 1972899 h 4587875"/>
              <a:gd name="connsiteX1348" fmla="*/ 6476475 w 9408955"/>
              <a:gd name="connsiteY1348" fmla="*/ 1959028 h 4587875"/>
              <a:gd name="connsiteX1349" fmla="*/ 6493351 w 9408955"/>
              <a:gd name="connsiteY1349" fmla="*/ 2017010 h 4587875"/>
              <a:gd name="connsiteX1350" fmla="*/ 6511817 w 9408955"/>
              <a:gd name="connsiteY1350" fmla="*/ 2017184 h 4587875"/>
              <a:gd name="connsiteX1351" fmla="*/ 4145618 w 9408955"/>
              <a:gd name="connsiteY1351" fmla="*/ 2017599 h 4587875"/>
              <a:gd name="connsiteX1352" fmla="*/ 4173825 w 9408955"/>
              <a:gd name="connsiteY1352" fmla="*/ 1979839 h 4587875"/>
              <a:gd name="connsiteX1353" fmla="*/ 4116969 w 9408955"/>
              <a:gd name="connsiteY1353" fmla="*/ 1955573 h 4587875"/>
              <a:gd name="connsiteX1354" fmla="*/ 4128795 w 9408955"/>
              <a:gd name="connsiteY1354" fmla="*/ 2015898 h 4587875"/>
              <a:gd name="connsiteX1355" fmla="*/ 4145618 w 9408955"/>
              <a:gd name="connsiteY1355" fmla="*/ 2017599 h 4587875"/>
              <a:gd name="connsiteX1356" fmla="*/ 4964795 w 9408955"/>
              <a:gd name="connsiteY1356" fmla="*/ 2017863 h 4587875"/>
              <a:gd name="connsiteX1357" fmla="*/ 4997192 w 9408955"/>
              <a:gd name="connsiteY1357" fmla="*/ 1987268 h 4587875"/>
              <a:gd name="connsiteX1358" fmla="*/ 4942132 w 9408955"/>
              <a:gd name="connsiteY1358" fmla="*/ 1952302 h 4587875"/>
              <a:gd name="connsiteX1359" fmla="*/ 4949043 w 9408955"/>
              <a:gd name="connsiteY1359" fmla="*/ 2015606 h 4587875"/>
              <a:gd name="connsiteX1360" fmla="*/ 4964795 w 9408955"/>
              <a:gd name="connsiteY1360" fmla="*/ 2017863 h 4587875"/>
              <a:gd name="connsiteX1361" fmla="*/ 5573537 w 9408955"/>
              <a:gd name="connsiteY1361" fmla="*/ 2017927 h 4587875"/>
              <a:gd name="connsiteX1362" fmla="*/ 5611988 w 9408955"/>
              <a:gd name="connsiteY1362" fmla="*/ 1972157 h 4587875"/>
              <a:gd name="connsiteX1363" fmla="*/ 5564355 w 9408955"/>
              <a:gd name="connsiteY1363" fmla="*/ 1944687 h 4587875"/>
              <a:gd name="connsiteX1364" fmla="*/ 5553363 w 9408955"/>
              <a:gd name="connsiteY1364" fmla="*/ 2006551 h 4587875"/>
              <a:gd name="connsiteX1365" fmla="*/ 5573537 w 9408955"/>
              <a:gd name="connsiteY1365" fmla="*/ 2017927 h 4587875"/>
              <a:gd name="connsiteX1366" fmla="*/ 7226896 w 9408955"/>
              <a:gd name="connsiteY1366" fmla="*/ 2017951 h 4587875"/>
              <a:gd name="connsiteX1367" fmla="*/ 7256087 w 9408955"/>
              <a:gd name="connsiteY1367" fmla="*/ 1978679 h 4587875"/>
              <a:gd name="connsiteX1368" fmla="*/ 7208826 w 9408955"/>
              <a:gd name="connsiteY1368" fmla="*/ 1949499 h 4587875"/>
              <a:gd name="connsiteX1369" fmla="*/ 7209279 w 9408955"/>
              <a:gd name="connsiteY1369" fmla="*/ 2014927 h 4587875"/>
              <a:gd name="connsiteX1370" fmla="*/ 7226896 w 9408955"/>
              <a:gd name="connsiteY1370" fmla="*/ 2017951 h 4587875"/>
              <a:gd name="connsiteX1371" fmla="*/ 4863880 w 9408955"/>
              <a:gd name="connsiteY1371" fmla="*/ 2017967 h 4587875"/>
              <a:gd name="connsiteX1372" fmla="*/ 4892870 w 9408955"/>
              <a:gd name="connsiteY1372" fmla="*/ 1972184 h 4587875"/>
              <a:gd name="connsiteX1373" fmla="*/ 4837252 w 9408955"/>
              <a:gd name="connsiteY1373" fmla="*/ 1953303 h 4587875"/>
              <a:gd name="connsiteX1374" fmla="*/ 4844147 w 9408955"/>
              <a:gd name="connsiteY1374" fmla="*/ 2015010 h 4587875"/>
              <a:gd name="connsiteX1375" fmla="*/ 4863880 w 9408955"/>
              <a:gd name="connsiteY1375" fmla="*/ 2017967 h 4587875"/>
              <a:gd name="connsiteX1376" fmla="*/ 4654070 w 9408955"/>
              <a:gd name="connsiteY1376" fmla="*/ 2017984 h 4587875"/>
              <a:gd name="connsiteX1377" fmla="*/ 4685935 w 9408955"/>
              <a:gd name="connsiteY1377" fmla="*/ 1980640 h 4587875"/>
              <a:gd name="connsiteX1378" fmla="*/ 4641517 w 9408955"/>
              <a:gd name="connsiteY1378" fmla="*/ 1949425 h 4587875"/>
              <a:gd name="connsiteX1379" fmla="*/ 4636331 w 9408955"/>
              <a:gd name="connsiteY1379" fmla="*/ 2013891 h 4587875"/>
              <a:gd name="connsiteX1380" fmla="*/ 4654070 w 9408955"/>
              <a:gd name="connsiteY1380" fmla="*/ 2017984 h 4587875"/>
              <a:gd name="connsiteX1381" fmla="*/ 4456083 w 9408955"/>
              <a:gd name="connsiteY1381" fmla="*/ 2018000 h 4587875"/>
              <a:gd name="connsiteX1382" fmla="*/ 4478006 w 9408955"/>
              <a:gd name="connsiteY1382" fmla="*/ 1965482 h 4587875"/>
              <a:gd name="connsiteX1383" fmla="*/ 4416565 w 9408955"/>
              <a:gd name="connsiteY1383" fmla="*/ 1965252 h 4587875"/>
              <a:gd name="connsiteX1384" fmla="*/ 4434447 w 9408955"/>
              <a:gd name="connsiteY1384" fmla="*/ 2015906 h 4587875"/>
              <a:gd name="connsiteX1385" fmla="*/ 4456083 w 9408955"/>
              <a:gd name="connsiteY1385" fmla="*/ 2018000 h 4587875"/>
              <a:gd name="connsiteX1386" fmla="*/ 5379135 w 9408955"/>
              <a:gd name="connsiteY1386" fmla="*/ 2018068 h 4587875"/>
              <a:gd name="connsiteX1387" fmla="*/ 5405733 w 9408955"/>
              <a:gd name="connsiteY1387" fmla="*/ 1971533 h 4587875"/>
              <a:gd name="connsiteX1388" fmla="*/ 5359242 w 9408955"/>
              <a:gd name="connsiteY1388" fmla="*/ 1949762 h 4587875"/>
              <a:gd name="connsiteX1389" fmla="*/ 5359922 w 9408955"/>
              <a:gd name="connsiteY1389" fmla="*/ 2015992 h 4587875"/>
              <a:gd name="connsiteX1390" fmla="*/ 5379135 w 9408955"/>
              <a:gd name="connsiteY1390" fmla="*/ 2018068 h 4587875"/>
              <a:gd name="connsiteX1391" fmla="*/ 5483047 w 9408955"/>
              <a:gd name="connsiteY1391" fmla="*/ 2018139 h 4587875"/>
              <a:gd name="connsiteX1392" fmla="*/ 5507954 w 9408955"/>
              <a:gd name="connsiteY1392" fmla="*/ 1972138 h 4587875"/>
              <a:gd name="connsiteX1393" fmla="*/ 5451651 w 9408955"/>
              <a:gd name="connsiteY1393" fmla="*/ 1955469 h 4587875"/>
              <a:gd name="connsiteX1394" fmla="*/ 5463732 w 9408955"/>
              <a:gd name="connsiteY1394" fmla="*/ 2017282 h 4587875"/>
              <a:gd name="connsiteX1395" fmla="*/ 5483047 w 9408955"/>
              <a:gd name="connsiteY1395" fmla="*/ 2018139 h 4587875"/>
              <a:gd name="connsiteX1396" fmla="*/ 5276759 w 9408955"/>
              <a:gd name="connsiteY1396" fmla="*/ 2018225 h 4587875"/>
              <a:gd name="connsiteX1397" fmla="*/ 5300425 w 9408955"/>
              <a:gd name="connsiteY1397" fmla="*/ 1964767 h 4587875"/>
              <a:gd name="connsiteX1398" fmla="*/ 5242959 w 9408955"/>
              <a:gd name="connsiteY1398" fmla="*/ 1953715 h 4587875"/>
              <a:gd name="connsiteX1399" fmla="*/ 5255273 w 9408955"/>
              <a:gd name="connsiteY1399" fmla="*/ 2015192 h 4587875"/>
              <a:gd name="connsiteX1400" fmla="*/ 5276759 w 9408955"/>
              <a:gd name="connsiteY1400" fmla="*/ 2018225 h 4587875"/>
              <a:gd name="connsiteX1401" fmla="*/ 5071939 w 9408955"/>
              <a:gd name="connsiteY1401" fmla="*/ 2018337 h 4587875"/>
              <a:gd name="connsiteX1402" fmla="*/ 5096989 w 9408955"/>
              <a:gd name="connsiteY1402" fmla="*/ 1972501 h 4587875"/>
              <a:gd name="connsiteX1403" fmla="*/ 5041279 w 9408955"/>
              <a:gd name="connsiteY1403" fmla="*/ 1955419 h 4587875"/>
              <a:gd name="connsiteX1404" fmla="*/ 5053200 w 9408955"/>
              <a:gd name="connsiteY1404" fmla="*/ 2016591 h 4587875"/>
              <a:gd name="connsiteX1405" fmla="*/ 5071939 w 9408955"/>
              <a:gd name="connsiteY1405" fmla="*/ 2018337 h 4587875"/>
              <a:gd name="connsiteX1406" fmla="*/ 7635024 w 9408955"/>
              <a:gd name="connsiteY1406" fmla="*/ 2018350 h 4587875"/>
              <a:gd name="connsiteX1407" fmla="*/ 7668321 w 9408955"/>
              <a:gd name="connsiteY1407" fmla="*/ 1987096 h 4587875"/>
              <a:gd name="connsiteX1408" fmla="*/ 7613148 w 9408955"/>
              <a:gd name="connsiteY1408" fmla="*/ 1953759 h 4587875"/>
              <a:gd name="connsiteX1409" fmla="*/ 7619126 w 9408955"/>
              <a:gd name="connsiteY1409" fmla="*/ 2014991 h 4587875"/>
              <a:gd name="connsiteX1410" fmla="*/ 7635024 w 9408955"/>
              <a:gd name="connsiteY1410" fmla="*/ 2018350 h 4587875"/>
              <a:gd name="connsiteX1411" fmla="*/ 4349405 w 9408955"/>
              <a:gd name="connsiteY1411" fmla="*/ 2018391 h 4587875"/>
              <a:gd name="connsiteX1412" fmla="*/ 4376959 w 9408955"/>
              <a:gd name="connsiteY1412" fmla="*/ 1971336 h 4587875"/>
              <a:gd name="connsiteX1413" fmla="*/ 4323687 w 9408955"/>
              <a:gd name="connsiteY1413" fmla="*/ 1953106 h 4587875"/>
              <a:gd name="connsiteX1414" fmla="*/ 4329403 w 9408955"/>
              <a:gd name="connsiteY1414" fmla="*/ 2014720 h 4587875"/>
              <a:gd name="connsiteX1415" fmla="*/ 4349405 w 9408955"/>
              <a:gd name="connsiteY1415" fmla="*/ 2018391 h 4587875"/>
              <a:gd name="connsiteX1416" fmla="*/ 4044356 w 9408955"/>
              <a:gd name="connsiteY1416" fmla="*/ 2018424 h 4587875"/>
              <a:gd name="connsiteX1417" fmla="*/ 4070392 w 9408955"/>
              <a:gd name="connsiteY1417" fmla="*/ 1972414 h 4587875"/>
              <a:gd name="connsiteX1418" fmla="*/ 4006706 w 9408955"/>
              <a:gd name="connsiteY1418" fmla="*/ 1965507 h 4587875"/>
              <a:gd name="connsiteX1419" fmla="*/ 4025129 w 9408955"/>
              <a:gd name="connsiteY1419" fmla="*/ 2016392 h 4587875"/>
              <a:gd name="connsiteX1420" fmla="*/ 4044356 w 9408955"/>
              <a:gd name="connsiteY1420" fmla="*/ 2018424 h 4587875"/>
              <a:gd name="connsiteX1421" fmla="*/ 2194752 w 9408955"/>
              <a:gd name="connsiteY1421" fmla="*/ 2018573 h 4587875"/>
              <a:gd name="connsiteX1422" fmla="*/ 2220058 w 9408955"/>
              <a:gd name="connsiteY1422" fmla="*/ 1973291 h 4587875"/>
              <a:gd name="connsiteX1423" fmla="*/ 2168613 w 9408955"/>
              <a:gd name="connsiteY1423" fmla="*/ 1952952 h 4587875"/>
              <a:gd name="connsiteX1424" fmla="*/ 2175699 w 9408955"/>
              <a:gd name="connsiteY1424" fmla="*/ 2016713 h 4587875"/>
              <a:gd name="connsiteX1425" fmla="*/ 2194752 w 9408955"/>
              <a:gd name="connsiteY1425" fmla="*/ 2018573 h 4587875"/>
              <a:gd name="connsiteX1426" fmla="*/ 5170859 w 9408955"/>
              <a:gd name="connsiteY1426" fmla="*/ 2018788 h 4587875"/>
              <a:gd name="connsiteX1427" fmla="*/ 5199511 w 9408955"/>
              <a:gd name="connsiteY1427" fmla="*/ 1972923 h 4587875"/>
              <a:gd name="connsiteX1428" fmla="*/ 5143487 w 9408955"/>
              <a:gd name="connsiteY1428" fmla="*/ 1954599 h 4587875"/>
              <a:gd name="connsiteX1429" fmla="*/ 5150804 w 9408955"/>
              <a:gd name="connsiteY1429" fmla="*/ 2014837 h 4587875"/>
              <a:gd name="connsiteX1430" fmla="*/ 5170859 w 9408955"/>
              <a:gd name="connsiteY1430" fmla="*/ 2018788 h 4587875"/>
              <a:gd name="connsiteX1431" fmla="*/ 7122535 w 9408955"/>
              <a:gd name="connsiteY1431" fmla="*/ 2018834 h 4587875"/>
              <a:gd name="connsiteX1432" fmla="*/ 7154730 w 9408955"/>
              <a:gd name="connsiteY1432" fmla="*/ 1980857 h 4587875"/>
              <a:gd name="connsiteX1433" fmla="*/ 7094908 w 9408955"/>
              <a:gd name="connsiteY1433" fmla="*/ 1958238 h 4587875"/>
              <a:gd name="connsiteX1434" fmla="*/ 7104578 w 9408955"/>
              <a:gd name="connsiteY1434" fmla="*/ 2015585 h 4587875"/>
              <a:gd name="connsiteX1435" fmla="*/ 7122535 w 9408955"/>
              <a:gd name="connsiteY1435" fmla="*/ 2018834 h 4587875"/>
              <a:gd name="connsiteX1436" fmla="*/ 4754042 w 9408955"/>
              <a:gd name="connsiteY1436" fmla="*/ 2018973 h 4587875"/>
              <a:gd name="connsiteX1437" fmla="*/ 4790058 w 9408955"/>
              <a:gd name="connsiteY1437" fmla="*/ 1987827 h 4587875"/>
              <a:gd name="connsiteX1438" fmla="*/ 4739240 w 9408955"/>
              <a:gd name="connsiteY1438" fmla="*/ 1950951 h 4587875"/>
              <a:gd name="connsiteX1439" fmla="*/ 4738116 w 9408955"/>
              <a:gd name="connsiteY1439" fmla="*/ 2012792 h 4587875"/>
              <a:gd name="connsiteX1440" fmla="*/ 4754042 w 9408955"/>
              <a:gd name="connsiteY1440" fmla="*/ 2018973 h 4587875"/>
              <a:gd name="connsiteX1441" fmla="*/ 7648117 w 9408955"/>
              <a:gd name="connsiteY1441" fmla="*/ 2115811 h 4587875"/>
              <a:gd name="connsiteX1442" fmla="*/ 7667955 w 9408955"/>
              <a:gd name="connsiteY1442" fmla="*/ 2092615 h 4587875"/>
              <a:gd name="connsiteX1443" fmla="*/ 7610960 w 9408955"/>
              <a:gd name="connsiteY1443" fmla="*/ 2056140 h 4587875"/>
              <a:gd name="connsiteX1444" fmla="*/ 7616288 w 9408955"/>
              <a:gd name="connsiteY1444" fmla="*/ 2114728 h 4587875"/>
              <a:gd name="connsiteX1445" fmla="*/ 7648117 w 9408955"/>
              <a:gd name="connsiteY1445" fmla="*/ 2115811 h 4587875"/>
              <a:gd name="connsiteX1446" fmla="*/ 7028587 w 9408955"/>
              <a:gd name="connsiteY1446" fmla="*/ 2116376 h 4587875"/>
              <a:gd name="connsiteX1447" fmla="*/ 7049644 w 9408955"/>
              <a:gd name="connsiteY1447" fmla="*/ 2096247 h 4587875"/>
              <a:gd name="connsiteX1448" fmla="*/ 7003826 w 9408955"/>
              <a:gd name="connsiteY1448" fmla="*/ 2053186 h 4587875"/>
              <a:gd name="connsiteX1449" fmla="*/ 6998127 w 9408955"/>
              <a:gd name="connsiteY1449" fmla="*/ 2114638 h 4587875"/>
              <a:gd name="connsiteX1450" fmla="*/ 7028587 w 9408955"/>
              <a:gd name="connsiteY1450" fmla="*/ 2116376 h 4587875"/>
              <a:gd name="connsiteX1451" fmla="*/ 5386951 w 9408955"/>
              <a:gd name="connsiteY1451" fmla="*/ 2116409 h 4587875"/>
              <a:gd name="connsiteX1452" fmla="*/ 5372555 w 9408955"/>
              <a:gd name="connsiteY1452" fmla="*/ 2051022 h 4587875"/>
              <a:gd name="connsiteX1453" fmla="*/ 5338591 w 9408955"/>
              <a:gd name="connsiteY1453" fmla="*/ 2101077 h 4587875"/>
              <a:gd name="connsiteX1454" fmla="*/ 5386951 w 9408955"/>
              <a:gd name="connsiteY1454" fmla="*/ 2116409 h 4587875"/>
              <a:gd name="connsiteX1455" fmla="*/ 4768274 w 9408955"/>
              <a:gd name="connsiteY1455" fmla="*/ 2116541 h 4587875"/>
              <a:gd name="connsiteX1456" fmla="*/ 4789183 w 9408955"/>
              <a:gd name="connsiteY1456" fmla="*/ 2095957 h 4587875"/>
              <a:gd name="connsiteX1457" fmla="*/ 4745297 w 9408955"/>
              <a:gd name="connsiteY1457" fmla="*/ 2051130 h 4587875"/>
              <a:gd name="connsiteX1458" fmla="*/ 4737715 w 9408955"/>
              <a:gd name="connsiteY1458" fmla="*/ 2115168 h 4587875"/>
              <a:gd name="connsiteX1459" fmla="*/ 4768274 w 9408955"/>
              <a:gd name="connsiteY1459" fmla="*/ 2116541 h 4587875"/>
              <a:gd name="connsiteX1460" fmla="*/ 1889713 w 9408955"/>
              <a:gd name="connsiteY1460" fmla="*/ 2117256 h 4587875"/>
              <a:gd name="connsiteX1461" fmla="*/ 1910922 w 9408955"/>
              <a:gd name="connsiteY1461" fmla="*/ 2098605 h 4587875"/>
              <a:gd name="connsiteX1462" fmla="*/ 1873543 w 9408955"/>
              <a:gd name="connsiteY1462" fmla="*/ 2050613 h 4587875"/>
              <a:gd name="connsiteX1463" fmla="*/ 1860785 w 9408955"/>
              <a:gd name="connsiteY1463" fmla="*/ 2115436 h 4587875"/>
              <a:gd name="connsiteX1464" fmla="*/ 1889713 w 9408955"/>
              <a:gd name="connsiteY1464" fmla="*/ 2117256 h 4587875"/>
              <a:gd name="connsiteX1465" fmla="*/ 5075658 w 9408955"/>
              <a:gd name="connsiteY1465" fmla="*/ 2117280 h 4587875"/>
              <a:gd name="connsiteX1466" fmla="*/ 5096772 w 9408955"/>
              <a:gd name="connsiteY1466" fmla="*/ 2096094 h 4587875"/>
              <a:gd name="connsiteX1467" fmla="*/ 5057687 w 9408955"/>
              <a:gd name="connsiteY1467" fmla="*/ 2050452 h 4587875"/>
              <a:gd name="connsiteX1468" fmla="*/ 5045116 w 9408955"/>
              <a:gd name="connsiteY1468" fmla="*/ 2114213 h 4587875"/>
              <a:gd name="connsiteX1469" fmla="*/ 5075658 w 9408955"/>
              <a:gd name="connsiteY1469" fmla="*/ 2117280 h 4587875"/>
              <a:gd name="connsiteX1470" fmla="*/ 5795607 w 9408955"/>
              <a:gd name="connsiteY1470" fmla="*/ 2117292 h 4587875"/>
              <a:gd name="connsiteX1471" fmla="*/ 5817501 w 9408955"/>
              <a:gd name="connsiteY1471" fmla="*/ 2092413 h 4587875"/>
              <a:gd name="connsiteX1472" fmla="*/ 5774859 w 9408955"/>
              <a:gd name="connsiteY1472" fmla="*/ 2050909 h 4587875"/>
              <a:gd name="connsiteX1473" fmla="*/ 5761333 w 9408955"/>
              <a:gd name="connsiteY1473" fmla="*/ 2112592 h 4587875"/>
              <a:gd name="connsiteX1474" fmla="*/ 5795607 w 9408955"/>
              <a:gd name="connsiteY1474" fmla="*/ 2117292 h 4587875"/>
              <a:gd name="connsiteX1475" fmla="*/ 4956886 w 9408955"/>
              <a:gd name="connsiteY1475" fmla="*/ 2118330 h 4587875"/>
              <a:gd name="connsiteX1476" fmla="*/ 4996961 w 9408955"/>
              <a:gd name="connsiteY1476" fmla="*/ 2091965 h 4587875"/>
              <a:gd name="connsiteX1477" fmla="*/ 4953650 w 9408955"/>
              <a:gd name="connsiteY1477" fmla="*/ 2051258 h 4587875"/>
              <a:gd name="connsiteX1478" fmla="*/ 4940519 w 9408955"/>
              <a:gd name="connsiteY1478" fmla="*/ 2112545 h 4587875"/>
              <a:gd name="connsiteX1479" fmla="*/ 4956886 w 9408955"/>
              <a:gd name="connsiteY1479" fmla="*/ 2118330 h 4587875"/>
              <a:gd name="connsiteX1480" fmla="*/ 4856384 w 9408955"/>
              <a:gd name="connsiteY1480" fmla="*/ 2118611 h 4587875"/>
              <a:gd name="connsiteX1481" fmla="*/ 4893231 w 9408955"/>
              <a:gd name="connsiteY1481" fmla="*/ 2076950 h 4587875"/>
              <a:gd name="connsiteX1482" fmla="*/ 4829226 w 9408955"/>
              <a:gd name="connsiteY1482" fmla="*/ 2064765 h 4587875"/>
              <a:gd name="connsiteX1483" fmla="*/ 4835696 w 9408955"/>
              <a:gd name="connsiteY1483" fmla="*/ 2111697 h 4587875"/>
              <a:gd name="connsiteX1484" fmla="*/ 4856384 w 9408955"/>
              <a:gd name="connsiteY1484" fmla="*/ 2118611 h 4587875"/>
              <a:gd name="connsiteX1485" fmla="*/ 4241520 w 9408955"/>
              <a:gd name="connsiteY1485" fmla="*/ 2118944 h 4587875"/>
              <a:gd name="connsiteX1486" fmla="*/ 4277917 w 9408955"/>
              <a:gd name="connsiteY1486" fmla="*/ 2084847 h 4587875"/>
              <a:gd name="connsiteX1487" fmla="*/ 4230713 w 9408955"/>
              <a:gd name="connsiteY1487" fmla="*/ 2052594 h 4587875"/>
              <a:gd name="connsiteX1488" fmla="*/ 4223644 w 9408955"/>
              <a:gd name="connsiteY1488" fmla="*/ 2114394 h 4587875"/>
              <a:gd name="connsiteX1489" fmla="*/ 4241520 w 9408955"/>
              <a:gd name="connsiteY1489" fmla="*/ 2118944 h 4587875"/>
              <a:gd name="connsiteX1490" fmla="*/ 4348016 w 9408955"/>
              <a:gd name="connsiteY1490" fmla="*/ 2118953 h 4587875"/>
              <a:gd name="connsiteX1491" fmla="*/ 4378140 w 9408955"/>
              <a:gd name="connsiteY1491" fmla="*/ 2076865 h 4587875"/>
              <a:gd name="connsiteX1492" fmla="*/ 4316057 w 9408955"/>
              <a:gd name="connsiteY1492" fmla="*/ 2065239 h 4587875"/>
              <a:gd name="connsiteX1493" fmla="*/ 4328337 w 9408955"/>
              <a:gd name="connsiteY1493" fmla="*/ 2114932 h 4587875"/>
              <a:gd name="connsiteX1494" fmla="*/ 4348016 w 9408955"/>
              <a:gd name="connsiteY1494" fmla="*/ 2118953 h 4587875"/>
              <a:gd name="connsiteX1495" fmla="*/ 4444422 w 9408955"/>
              <a:gd name="connsiteY1495" fmla="*/ 2119008 h 4587875"/>
              <a:gd name="connsiteX1496" fmla="*/ 4482170 w 9408955"/>
              <a:gd name="connsiteY1496" fmla="*/ 2084048 h 4587875"/>
              <a:gd name="connsiteX1497" fmla="*/ 4426673 w 9408955"/>
              <a:gd name="connsiteY1497" fmla="*/ 2056903 h 4587875"/>
              <a:gd name="connsiteX1498" fmla="*/ 4425744 w 9408955"/>
              <a:gd name="connsiteY1498" fmla="*/ 2112324 h 4587875"/>
              <a:gd name="connsiteX1499" fmla="*/ 4444422 w 9408955"/>
              <a:gd name="connsiteY1499" fmla="*/ 2119008 h 4587875"/>
              <a:gd name="connsiteX1500" fmla="*/ 5576510 w 9408955"/>
              <a:gd name="connsiteY1500" fmla="*/ 2119050 h 4587875"/>
              <a:gd name="connsiteX1501" fmla="*/ 5612555 w 9408955"/>
              <a:gd name="connsiteY1501" fmla="*/ 2084951 h 4587875"/>
              <a:gd name="connsiteX1502" fmla="*/ 5553877 w 9408955"/>
              <a:gd name="connsiteY1502" fmla="*/ 2059390 h 4587875"/>
              <a:gd name="connsiteX1503" fmla="*/ 5558653 w 9408955"/>
              <a:gd name="connsiteY1503" fmla="*/ 2114357 h 4587875"/>
              <a:gd name="connsiteX1504" fmla="*/ 5576510 w 9408955"/>
              <a:gd name="connsiteY1504" fmla="*/ 2119050 h 4587875"/>
              <a:gd name="connsiteX1505" fmla="*/ 1979974 w 9408955"/>
              <a:gd name="connsiteY1505" fmla="*/ 2119155 h 4587875"/>
              <a:gd name="connsiteX1506" fmla="*/ 2016183 w 9408955"/>
              <a:gd name="connsiteY1506" fmla="*/ 2090822 h 4587875"/>
              <a:gd name="connsiteX1507" fmla="*/ 1964141 w 9408955"/>
              <a:gd name="connsiteY1507" fmla="*/ 2054148 h 4587875"/>
              <a:gd name="connsiteX1508" fmla="*/ 1963682 w 9408955"/>
              <a:gd name="connsiteY1508" fmla="*/ 2115118 h 4587875"/>
              <a:gd name="connsiteX1509" fmla="*/ 1979974 w 9408955"/>
              <a:gd name="connsiteY1509" fmla="*/ 2119155 h 4587875"/>
              <a:gd name="connsiteX1510" fmla="*/ 4034165 w 9408955"/>
              <a:gd name="connsiteY1510" fmla="*/ 2119218 h 4587875"/>
              <a:gd name="connsiteX1511" fmla="*/ 4071111 w 9408955"/>
              <a:gd name="connsiteY1511" fmla="*/ 2083603 h 4587875"/>
              <a:gd name="connsiteX1512" fmla="*/ 4006220 w 9408955"/>
              <a:gd name="connsiteY1512" fmla="*/ 2069138 h 4587875"/>
              <a:gd name="connsiteX1513" fmla="*/ 4015942 w 9408955"/>
              <a:gd name="connsiteY1513" fmla="*/ 2113223 h 4587875"/>
              <a:gd name="connsiteX1514" fmla="*/ 4034165 w 9408955"/>
              <a:gd name="connsiteY1514" fmla="*/ 2119218 h 4587875"/>
              <a:gd name="connsiteX1515" fmla="*/ 6501325 w 9408955"/>
              <a:gd name="connsiteY1515" fmla="*/ 2119269 h 4587875"/>
              <a:gd name="connsiteX1516" fmla="*/ 6536007 w 9408955"/>
              <a:gd name="connsiteY1516" fmla="*/ 2085681 h 4587875"/>
              <a:gd name="connsiteX1517" fmla="*/ 6474408 w 9408955"/>
              <a:gd name="connsiteY1517" fmla="*/ 2063403 h 4587875"/>
              <a:gd name="connsiteX1518" fmla="*/ 6483533 w 9408955"/>
              <a:gd name="connsiteY1518" fmla="*/ 2114389 h 4587875"/>
              <a:gd name="connsiteX1519" fmla="*/ 6501325 w 9408955"/>
              <a:gd name="connsiteY1519" fmla="*/ 2119269 h 4587875"/>
              <a:gd name="connsiteX1520" fmla="*/ 4138046 w 9408955"/>
              <a:gd name="connsiteY1520" fmla="*/ 2119281 h 4587875"/>
              <a:gd name="connsiteX1521" fmla="*/ 4173581 w 9408955"/>
              <a:gd name="connsiteY1521" fmla="*/ 2084614 h 4587875"/>
              <a:gd name="connsiteX1522" fmla="*/ 4120214 w 9408955"/>
              <a:gd name="connsiteY1522" fmla="*/ 2056266 h 4587875"/>
              <a:gd name="connsiteX1523" fmla="*/ 4119758 w 9408955"/>
              <a:gd name="connsiteY1523" fmla="*/ 2114550 h 4587875"/>
              <a:gd name="connsiteX1524" fmla="*/ 4138046 w 9408955"/>
              <a:gd name="connsiteY1524" fmla="*/ 2119281 h 4587875"/>
              <a:gd name="connsiteX1525" fmla="*/ 7118152 w 9408955"/>
              <a:gd name="connsiteY1525" fmla="*/ 2119284 h 4587875"/>
              <a:gd name="connsiteX1526" fmla="*/ 7154617 w 9408955"/>
              <a:gd name="connsiteY1526" fmla="*/ 2090822 h 4587875"/>
              <a:gd name="connsiteX1527" fmla="*/ 7102433 w 9408955"/>
              <a:gd name="connsiteY1527" fmla="*/ 2054607 h 4587875"/>
              <a:gd name="connsiteX1528" fmla="*/ 7101744 w 9408955"/>
              <a:gd name="connsiteY1528" fmla="*/ 2115348 h 4587875"/>
              <a:gd name="connsiteX1529" fmla="*/ 7118152 w 9408955"/>
              <a:gd name="connsiteY1529" fmla="*/ 2119284 h 4587875"/>
              <a:gd name="connsiteX1530" fmla="*/ 4548195 w 9408955"/>
              <a:gd name="connsiteY1530" fmla="*/ 2119287 h 4587875"/>
              <a:gd name="connsiteX1531" fmla="*/ 4584082 w 9408955"/>
              <a:gd name="connsiteY1531" fmla="*/ 2085049 h 4587875"/>
              <a:gd name="connsiteX1532" fmla="*/ 4542231 w 9408955"/>
              <a:gd name="connsiteY1532" fmla="*/ 2050660 h 4587875"/>
              <a:gd name="connsiteX1533" fmla="*/ 4530631 w 9408955"/>
              <a:gd name="connsiteY1533" fmla="*/ 2113248 h 4587875"/>
              <a:gd name="connsiteX1534" fmla="*/ 4548195 w 9408955"/>
              <a:gd name="connsiteY1534" fmla="*/ 2119287 h 4587875"/>
              <a:gd name="connsiteX1535" fmla="*/ 5270282 w 9408955"/>
              <a:gd name="connsiteY1535" fmla="*/ 2119372 h 4587875"/>
              <a:gd name="connsiteX1536" fmla="*/ 5303605 w 9408955"/>
              <a:gd name="connsiteY1536" fmla="*/ 2084835 h 4587875"/>
              <a:gd name="connsiteX1537" fmla="*/ 5260204 w 9408955"/>
              <a:gd name="connsiteY1537" fmla="*/ 2051997 h 4587875"/>
              <a:gd name="connsiteX1538" fmla="*/ 5252545 w 9408955"/>
              <a:gd name="connsiteY1538" fmla="*/ 2115392 h 4587875"/>
              <a:gd name="connsiteX1539" fmla="*/ 5270282 w 9408955"/>
              <a:gd name="connsiteY1539" fmla="*/ 2119372 h 4587875"/>
              <a:gd name="connsiteX1540" fmla="*/ 6405656 w 9408955"/>
              <a:gd name="connsiteY1540" fmla="*/ 2119409 h 4587875"/>
              <a:gd name="connsiteX1541" fmla="*/ 6434794 w 9408955"/>
              <a:gd name="connsiteY1541" fmla="*/ 2076724 h 4587875"/>
              <a:gd name="connsiteX1542" fmla="*/ 6372449 w 9408955"/>
              <a:gd name="connsiteY1542" fmla="*/ 2063695 h 4587875"/>
              <a:gd name="connsiteX1543" fmla="*/ 6386201 w 9408955"/>
              <a:gd name="connsiteY1543" fmla="*/ 2116494 h 4587875"/>
              <a:gd name="connsiteX1544" fmla="*/ 6405656 w 9408955"/>
              <a:gd name="connsiteY1544" fmla="*/ 2119409 h 4587875"/>
              <a:gd name="connsiteX1545" fmla="*/ 7227649 w 9408955"/>
              <a:gd name="connsiteY1545" fmla="*/ 2119479 h 4587875"/>
              <a:gd name="connsiteX1546" fmla="*/ 7242033 w 9408955"/>
              <a:gd name="connsiteY1546" fmla="*/ 2113927 h 4587875"/>
              <a:gd name="connsiteX1547" fmla="*/ 7214362 w 9408955"/>
              <a:gd name="connsiteY1547" fmla="*/ 2051444 h 4587875"/>
              <a:gd name="connsiteX1548" fmla="*/ 7188041 w 9408955"/>
              <a:gd name="connsiteY1548" fmla="*/ 2101292 h 4587875"/>
              <a:gd name="connsiteX1549" fmla="*/ 7227649 w 9408955"/>
              <a:gd name="connsiteY1549" fmla="*/ 2119479 h 4587875"/>
              <a:gd name="connsiteX1550" fmla="*/ 5681068 w 9408955"/>
              <a:gd name="connsiteY1550" fmla="*/ 2119519 h 4587875"/>
              <a:gd name="connsiteX1551" fmla="*/ 5715514 w 9408955"/>
              <a:gd name="connsiteY1551" fmla="*/ 2084729 h 4587875"/>
              <a:gd name="connsiteX1552" fmla="*/ 5658883 w 9408955"/>
              <a:gd name="connsiteY1552" fmla="*/ 2057670 h 4587875"/>
              <a:gd name="connsiteX1553" fmla="*/ 5663204 w 9408955"/>
              <a:gd name="connsiteY1553" fmla="*/ 2115653 h 4587875"/>
              <a:gd name="connsiteX1554" fmla="*/ 5681068 w 9408955"/>
              <a:gd name="connsiteY1554" fmla="*/ 2119519 h 4587875"/>
              <a:gd name="connsiteX1555" fmla="*/ 5167333 w 9408955"/>
              <a:gd name="connsiteY1555" fmla="*/ 2119528 h 4587875"/>
              <a:gd name="connsiteX1556" fmla="*/ 5200962 w 9408955"/>
              <a:gd name="connsiteY1556" fmla="*/ 2084396 h 4587875"/>
              <a:gd name="connsiteX1557" fmla="*/ 5139431 w 9408955"/>
              <a:gd name="connsiteY1557" fmla="*/ 2063197 h 4587875"/>
              <a:gd name="connsiteX1558" fmla="*/ 5149348 w 9408955"/>
              <a:gd name="connsiteY1558" fmla="*/ 2115625 h 4587875"/>
              <a:gd name="connsiteX1559" fmla="*/ 5167333 w 9408955"/>
              <a:gd name="connsiteY1559" fmla="*/ 2119528 h 4587875"/>
              <a:gd name="connsiteX1560" fmla="*/ 4652683 w 9408955"/>
              <a:gd name="connsiteY1560" fmla="*/ 2119843 h 4587875"/>
              <a:gd name="connsiteX1561" fmla="*/ 4686169 w 9408955"/>
              <a:gd name="connsiteY1561" fmla="*/ 2084851 h 4587875"/>
              <a:gd name="connsiteX1562" fmla="*/ 4641520 w 9408955"/>
              <a:gd name="connsiteY1562" fmla="*/ 2052415 h 4587875"/>
              <a:gd name="connsiteX1563" fmla="*/ 4634755 w 9408955"/>
              <a:gd name="connsiteY1563" fmla="*/ 2115897 h 4587875"/>
              <a:gd name="connsiteX1564" fmla="*/ 4652683 w 9408955"/>
              <a:gd name="connsiteY1564" fmla="*/ 2119843 h 4587875"/>
              <a:gd name="connsiteX1565" fmla="*/ 4770790 w 9408955"/>
              <a:gd name="connsiteY1565" fmla="*/ 2218534 h 4587875"/>
              <a:gd name="connsiteX1566" fmla="*/ 4790650 w 9408955"/>
              <a:gd name="connsiteY1566" fmla="*/ 2194737 h 4587875"/>
              <a:gd name="connsiteX1567" fmla="*/ 4752017 w 9408955"/>
              <a:gd name="connsiteY1567" fmla="*/ 2153796 h 4587875"/>
              <a:gd name="connsiteX1568" fmla="*/ 4738758 w 9408955"/>
              <a:gd name="connsiteY1568" fmla="*/ 2217254 h 4587875"/>
              <a:gd name="connsiteX1569" fmla="*/ 4770790 w 9408955"/>
              <a:gd name="connsiteY1569" fmla="*/ 2218534 h 4587875"/>
              <a:gd name="connsiteX1570" fmla="*/ 5177622 w 9408955"/>
              <a:gd name="connsiteY1570" fmla="*/ 2219892 h 4587875"/>
              <a:gd name="connsiteX1571" fmla="*/ 5198170 w 9408955"/>
              <a:gd name="connsiteY1571" fmla="*/ 2200955 h 4587875"/>
              <a:gd name="connsiteX1572" fmla="*/ 5162603 w 9408955"/>
              <a:gd name="connsiteY1572" fmla="*/ 2154237 h 4587875"/>
              <a:gd name="connsiteX1573" fmla="*/ 5148695 w 9408955"/>
              <a:gd name="connsiteY1573" fmla="*/ 2217738 h 4587875"/>
              <a:gd name="connsiteX1574" fmla="*/ 5177622 w 9408955"/>
              <a:gd name="connsiteY1574" fmla="*/ 2219892 h 4587875"/>
              <a:gd name="connsiteX1575" fmla="*/ 4248114 w 9408955"/>
              <a:gd name="connsiteY1575" fmla="*/ 2220433 h 4587875"/>
              <a:gd name="connsiteX1576" fmla="*/ 4275582 w 9408955"/>
              <a:gd name="connsiteY1576" fmla="*/ 2201430 h 4587875"/>
              <a:gd name="connsiteX1577" fmla="*/ 4224293 w 9408955"/>
              <a:gd name="connsiteY1577" fmla="*/ 2157539 h 4587875"/>
              <a:gd name="connsiteX1578" fmla="*/ 4213124 w 9408955"/>
              <a:gd name="connsiteY1578" fmla="*/ 2212860 h 4587875"/>
              <a:gd name="connsiteX1579" fmla="*/ 4248114 w 9408955"/>
              <a:gd name="connsiteY1579" fmla="*/ 2220433 h 4587875"/>
              <a:gd name="connsiteX1580" fmla="*/ 4458699 w 9408955"/>
              <a:gd name="connsiteY1580" fmla="*/ 2220758 h 4587875"/>
              <a:gd name="connsiteX1581" fmla="*/ 4477982 w 9408955"/>
              <a:gd name="connsiteY1581" fmla="*/ 2204343 h 4587875"/>
              <a:gd name="connsiteX1582" fmla="*/ 4447219 w 9408955"/>
              <a:gd name="connsiteY1582" fmla="*/ 2154066 h 4587875"/>
              <a:gd name="connsiteX1583" fmla="*/ 4432290 w 9408955"/>
              <a:gd name="connsiteY1583" fmla="*/ 2219955 h 4587875"/>
              <a:gd name="connsiteX1584" fmla="*/ 4458699 w 9408955"/>
              <a:gd name="connsiteY1584" fmla="*/ 2220758 h 4587875"/>
              <a:gd name="connsiteX1585" fmla="*/ 4140857 w 9408955"/>
              <a:gd name="connsiteY1585" fmla="*/ 2220982 h 4587875"/>
              <a:gd name="connsiteX1586" fmla="*/ 4174967 w 9408955"/>
              <a:gd name="connsiteY1586" fmla="*/ 2172539 h 4587875"/>
              <a:gd name="connsiteX1587" fmla="*/ 4110613 w 9408955"/>
              <a:gd name="connsiteY1587" fmla="*/ 2167605 h 4587875"/>
              <a:gd name="connsiteX1588" fmla="*/ 4140857 w 9408955"/>
              <a:gd name="connsiteY1588" fmla="*/ 2220982 h 4587875"/>
              <a:gd name="connsiteX1589" fmla="*/ 4341916 w 9408955"/>
              <a:gd name="connsiteY1589" fmla="*/ 2221035 h 4587875"/>
              <a:gd name="connsiteX1590" fmla="*/ 4367441 w 9408955"/>
              <a:gd name="connsiteY1590" fmla="*/ 2215207 h 4587875"/>
              <a:gd name="connsiteX1591" fmla="*/ 4364442 w 9408955"/>
              <a:gd name="connsiteY1591" fmla="*/ 2158113 h 4587875"/>
              <a:gd name="connsiteX1592" fmla="*/ 4314832 w 9408955"/>
              <a:gd name="connsiteY1592" fmla="*/ 2168804 h 4587875"/>
              <a:gd name="connsiteX1593" fmla="*/ 4315525 w 9408955"/>
              <a:gd name="connsiteY1593" fmla="*/ 2214752 h 4587875"/>
              <a:gd name="connsiteX1594" fmla="*/ 4341916 w 9408955"/>
              <a:gd name="connsiteY1594" fmla="*/ 2221035 h 4587875"/>
              <a:gd name="connsiteX1595" fmla="*/ 1675714 w 9408955"/>
              <a:gd name="connsiteY1595" fmla="*/ 2221184 h 4587875"/>
              <a:gd name="connsiteX1596" fmla="*/ 1693296 w 9408955"/>
              <a:gd name="connsiteY1596" fmla="*/ 2216549 h 4587875"/>
              <a:gd name="connsiteX1597" fmla="*/ 1672450 w 9408955"/>
              <a:gd name="connsiteY1597" fmla="*/ 2153609 h 4587875"/>
              <a:gd name="connsiteX1598" fmla="*/ 1657789 w 9408955"/>
              <a:gd name="connsiteY1598" fmla="*/ 2218609 h 4587875"/>
              <a:gd name="connsiteX1599" fmla="*/ 1675714 w 9408955"/>
              <a:gd name="connsiteY1599" fmla="*/ 2221184 h 4587875"/>
              <a:gd name="connsiteX1600" fmla="*/ 6920257 w 9408955"/>
              <a:gd name="connsiteY1600" fmla="*/ 2221413 h 4587875"/>
              <a:gd name="connsiteX1601" fmla="*/ 6948285 w 9408955"/>
              <a:gd name="connsiteY1601" fmla="*/ 2180641 h 4587875"/>
              <a:gd name="connsiteX1602" fmla="*/ 6882382 w 9408955"/>
              <a:gd name="connsiteY1602" fmla="*/ 2173365 h 4587875"/>
              <a:gd name="connsiteX1603" fmla="*/ 6901309 w 9408955"/>
              <a:gd name="connsiteY1603" fmla="*/ 2219982 h 4587875"/>
              <a:gd name="connsiteX1604" fmla="*/ 6920257 w 9408955"/>
              <a:gd name="connsiteY1604" fmla="*/ 2221413 h 4587875"/>
              <a:gd name="connsiteX1605" fmla="*/ 7016450 w 9408955"/>
              <a:gd name="connsiteY1605" fmla="*/ 2221476 h 4587875"/>
              <a:gd name="connsiteX1606" fmla="*/ 7052163 w 9408955"/>
              <a:gd name="connsiteY1606" fmla="*/ 2188022 h 4587875"/>
              <a:gd name="connsiteX1607" fmla="*/ 7011484 w 9408955"/>
              <a:gd name="connsiteY1607" fmla="*/ 2153581 h 4587875"/>
              <a:gd name="connsiteX1608" fmla="*/ 6998614 w 9408955"/>
              <a:gd name="connsiteY1608" fmla="*/ 2217446 h 4587875"/>
              <a:gd name="connsiteX1609" fmla="*/ 7016450 w 9408955"/>
              <a:gd name="connsiteY1609" fmla="*/ 2221476 h 4587875"/>
              <a:gd name="connsiteX1610" fmla="*/ 5680897 w 9408955"/>
              <a:gd name="connsiteY1610" fmla="*/ 2221516 h 4587875"/>
              <a:gd name="connsiteX1611" fmla="*/ 5716596 w 9408955"/>
              <a:gd name="connsiteY1611" fmla="*/ 2188271 h 4587875"/>
              <a:gd name="connsiteX1612" fmla="*/ 5652494 w 9408955"/>
              <a:gd name="connsiteY1612" fmla="*/ 2165018 h 4587875"/>
              <a:gd name="connsiteX1613" fmla="*/ 5663139 w 9408955"/>
              <a:gd name="connsiteY1613" fmla="*/ 2217680 h 4587875"/>
              <a:gd name="connsiteX1614" fmla="*/ 5680897 w 9408955"/>
              <a:gd name="connsiteY1614" fmla="*/ 2221516 h 4587875"/>
              <a:gd name="connsiteX1615" fmla="*/ 5379993 w 9408955"/>
              <a:gd name="connsiteY1615" fmla="*/ 2221540 h 4587875"/>
              <a:gd name="connsiteX1616" fmla="*/ 5399984 w 9408955"/>
              <a:gd name="connsiteY1616" fmla="*/ 2210352 h 4587875"/>
              <a:gd name="connsiteX1617" fmla="*/ 5379679 w 9408955"/>
              <a:gd name="connsiteY1617" fmla="*/ 2154954 h 4587875"/>
              <a:gd name="connsiteX1618" fmla="*/ 5337473 w 9408955"/>
              <a:gd name="connsiteY1618" fmla="*/ 2172580 h 4587875"/>
              <a:gd name="connsiteX1619" fmla="*/ 5356408 w 9408955"/>
              <a:gd name="connsiteY1619" fmla="*/ 2220196 h 4587875"/>
              <a:gd name="connsiteX1620" fmla="*/ 5379993 w 9408955"/>
              <a:gd name="connsiteY1620" fmla="*/ 2221540 h 4587875"/>
              <a:gd name="connsiteX1621" fmla="*/ 4033536 w 9408955"/>
              <a:gd name="connsiteY1621" fmla="*/ 2221597 h 4587875"/>
              <a:gd name="connsiteX1622" fmla="*/ 4071272 w 9408955"/>
              <a:gd name="connsiteY1622" fmla="*/ 2188924 h 4587875"/>
              <a:gd name="connsiteX1623" fmla="*/ 4015578 w 9408955"/>
              <a:gd name="connsiteY1623" fmla="*/ 2160277 h 4587875"/>
              <a:gd name="connsiteX1624" fmla="*/ 4015117 w 9408955"/>
              <a:gd name="connsiteY1624" fmla="*/ 2216669 h 4587875"/>
              <a:gd name="connsiteX1625" fmla="*/ 4033536 w 9408955"/>
              <a:gd name="connsiteY1625" fmla="*/ 2221597 h 4587875"/>
              <a:gd name="connsiteX1626" fmla="*/ 2392480 w 9408955"/>
              <a:gd name="connsiteY1626" fmla="*/ 2221632 h 4587875"/>
              <a:gd name="connsiteX1627" fmla="*/ 2425049 w 9408955"/>
              <a:gd name="connsiteY1627" fmla="*/ 2188913 h 4587875"/>
              <a:gd name="connsiteX1628" fmla="*/ 2368202 w 9408955"/>
              <a:gd name="connsiteY1628" fmla="*/ 2161764 h 4587875"/>
              <a:gd name="connsiteX1629" fmla="*/ 2375106 w 9408955"/>
              <a:gd name="connsiteY1629" fmla="*/ 2217632 h 4587875"/>
              <a:gd name="connsiteX1630" fmla="*/ 2392480 w 9408955"/>
              <a:gd name="connsiteY1630" fmla="*/ 2221632 h 4587875"/>
              <a:gd name="connsiteX1631" fmla="*/ 6709047 w 9408955"/>
              <a:gd name="connsiteY1631" fmla="*/ 2221674 h 4587875"/>
              <a:gd name="connsiteX1632" fmla="*/ 6740581 w 9408955"/>
              <a:gd name="connsiteY1632" fmla="*/ 2188704 h 4587875"/>
              <a:gd name="connsiteX1633" fmla="*/ 6705330 w 9408955"/>
              <a:gd name="connsiteY1633" fmla="*/ 2153604 h 4587875"/>
              <a:gd name="connsiteX1634" fmla="*/ 6692367 w 9408955"/>
              <a:gd name="connsiteY1634" fmla="*/ 2218068 h 4587875"/>
              <a:gd name="connsiteX1635" fmla="*/ 6709047 w 9408955"/>
              <a:gd name="connsiteY1635" fmla="*/ 2221674 h 4587875"/>
              <a:gd name="connsiteX1636" fmla="*/ 4862344 w 9408955"/>
              <a:gd name="connsiteY1636" fmla="*/ 2221718 h 4587875"/>
              <a:gd name="connsiteX1637" fmla="*/ 4893595 w 9408955"/>
              <a:gd name="connsiteY1637" fmla="*/ 2180602 h 4587875"/>
              <a:gd name="connsiteX1638" fmla="*/ 4829120 w 9408955"/>
              <a:gd name="connsiteY1638" fmla="*/ 2168258 h 4587875"/>
              <a:gd name="connsiteX1639" fmla="*/ 4843067 w 9408955"/>
              <a:gd name="connsiteY1639" fmla="*/ 2218779 h 4587875"/>
              <a:gd name="connsiteX1640" fmla="*/ 4862344 w 9408955"/>
              <a:gd name="connsiteY1640" fmla="*/ 2221718 h 4587875"/>
              <a:gd name="connsiteX1641" fmla="*/ 7221477 w 9408955"/>
              <a:gd name="connsiteY1641" fmla="*/ 2221819 h 4587875"/>
              <a:gd name="connsiteX1642" fmla="*/ 7242855 w 9408955"/>
              <a:gd name="connsiteY1642" fmla="*/ 2159907 h 4587875"/>
              <a:gd name="connsiteX1643" fmla="*/ 7187591 w 9408955"/>
              <a:gd name="connsiteY1643" fmla="*/ 2173060 h 4587875"/>
              <a:gd name="connsiteX1644" fmla="*/ 7221477 w 9408955"/>
              <a:gd name="connsiteY1644" fmla="*/ 2221819 h 4587875"/>
              <a:gd name="connsiteX1645" fmla="*/ 5885602 w 9408955"/>
              <a:gd name="connsiteY1645" fmla="*/ 2221860 h 4587875"/>
              <a:gd name="connsiteX1646" fmla="*/ 5919973 w 9408955"/>
              <a:gd name="connsiteY1646" fmla="*/ 2180943 h 4587875"/>
              <a:gd name="connsiteX1647" fmla="*/ 5854382 w 9408955"/>
              <a:gd name="connsiteY1647" fmla="*/ 2173291 h 4587875"/>
              <a:gd name="connsiteX1648" fmla="*/ 5865429 w 9408955"/>
              <a:gd name="connsiteY1648" fmla="*/ 2216723 h 4587875"/>
              <a:gd name="connsiteX1649" fmla="*/ 5885602 w 9408955"/>
              <a:gd name="connsiteY1649" fmla="*/ 2221860 h 4587875"/>
              <a:gd name="connsiteX1650" fmla="*/ 5578903 w 9408955"/>
              <a:gd name="connsiteY1650" fmla="*/ 2222273 h 4587875"/>
              <a:gd name="connsiteX1651" fmla="*/ 5612769 w 9408955"/>
              <a:gd name="connsiteY1651" fmla="*/ 2181452 h 4587875"/>
              <a:gd name="connsiteX1652" fmla="*/ 5544546 w 9408955"/>
              <a:gd name="connsiteY1652" fmla="*/ 2176916 h 4587875"/>
              <a:gd name="connsiteX1653" fmla="*/ 5559100 w 9408955"/>
              <a:gd name="connsiteY1653" fmla="*/ 2217738 h 4587875"/>
              <a:gd name="connsiteX1654" fmla="*/ 5578903 w 9408955"/>
              <a:gd name="connsiteY1654" fmla="*/ 2222273 h 4587875"/>
              <a:gd name="connsiteX1655" fmla="*/ 4548067 w 9408955"/>
              <a:gd name="connsiteY1655" fmla="*/ 2222280 h 4587875"/>
              <a:gd name="connsiteX1656" fmla="*/ 4583443 w 9408955"/>
              <a:gd name="connsiteY1656" fmla="*/ 2189284 h 4587875"/>
              <a:gd name="connsiteX1657" fmla="*/ 4522130 w 9408955"/>
              <a:gd name="connsiteY1657" fmla="*/ 2168594 h 4587875"/>
              <a:gd name="connsiteX1658" fmla="*/ 4530470 w 9408955"/>
              <a:gd name="connsiteY1658" fmla="*/ 2217023 h 4587875"/>
              <a:gd name="connsiteX1659" fmla="*/ 4548067 w 9408955"/>
              <a:gd name="connsiteY1659" fmla="*/ 2222280 h 4587875"/>
              <a:gd name="connsiteX1660" fmla="*/ 1779310 w 9408955"/>
              <a:gd name="connsiteY1660" fmla="*/ 2222307 h 4587875"/>
              <a:gd name="connsiteX1661" fmla="*/ 1810297 w 9408955"/>
              <a:gd name="connsiteY1661" fmla="*/ 2188622 h 4587875"/>
              <a:gd name="connsiteX1662" fmla="*/ 1747567 w 9408955"/>
              <a:gd name="connsiteY1662" fmla="*/ 2167822 h 4587875"/>
              <a:gd name="connsiteX1663" fmla="*/ 1762166 w 9408955"/>
              <a:gd name="connsiteY1663" fmla="*/ 2219707 h 4587875"/>
              <a:gd name="connsiteX1664" fmla="*/ 1779310 w 9408955"/>
              <a:gd name="connsiteY1664" fmla="*/ 2222307 h 4587875"/>
              <a:gd name="connsiteX1665" fmla="*/ 2085365 w 9408955"/>
              <a:gd name="connsiteY1665" fmla="*/ 2222459 h 4587875"/>
              <a:gd name="connsiteX1666" fmla="*/ 2118965 w 9408955"/>
              <a:gd name="connsiteY1666" fmla="*/ 2189180 h 4587875"/>
              <a:gd name="connsiteX1667" fmla="*/ 2056937 w 9408955"/>
              <a:gd name="connsiteY1667" fmla="*/ 2165012 h 4587875"/>
              <a:gd name="connsiteX1668" fmla="*/ 2067884 w 9408955"/>
              <a:gd name="connsiteY1668" fmla="*/ 2219502 h 4587875"/>
              <a:gd name="connsiteX1669" fmla="*/ 2085365 w 9408955"/>
              <a:gd name="connsiteY1669" fmla="*/ 2222459 h 4587875"/>
              <a:gd name="connsiteX1670" fmla="*/ 5479608 w 9408955"/>
              <a:gd name="connsiteY1670" fmla="*/ 2222469 h 4587875"/>
              <a:gd name="connsiteX1671" fmla="*/ 5510727 w 9408955"/>
              <a:gd name="connsiteY1671" fmla="*/ 2187600 h 4587875"/>
              <a:gd name="connsiteX1672" fmla="*/ 5443634 w 9408955"/>
              <a:gd name="connsiteY1672" fmla="*/ 2174308 h 4587875"/>
              <a:gd name="connsiteX1673" fmla="*/ 5462511 w 9408955"/>
              <a:gd name="connsiteY1673" fmla="*/ 2220371 h 4587875"/>
              <a:gd name="connsiteX1674" fmla="*/ 5479608 w 9408955"/>
              <a:gd name="connsiteY1674" fmla="*/ 2222469 h 4587875"/>
              <a:gd name="connsiteX1675" fmla="*/ 5799042 w 9408955"/>
              <a:gd name="connsiteY1675" fmla="*/ 2222500 h 4587875"/>
              <a:gd name="connsiteX1676" fmla="*/ 5815774 w 9408955"/>
              <a:gd name="connsiteY1676" fmla="*/ 2181133 h 4587875"/>
              <a:gd name="connsiteX1677" fmla="*/ 5754048 w 9408955"/>
              <a:gd name="connsiteY1677" fmla="*/ 2169667 h 4587875"/>
              <a:gd name="connsiteX1678" fmla="*/ 5766936 w 9408955"/>
              <a:gd name="connsiteY1678" fmla="*/ 2218229 h 4587875"/>
              <a:gd name="connsiteX1679" fmla="*/ 5799042 w 9408955"/>
              <a:gd name="connsiteY1679" fmla="*/ 2222500 h 4587875"/>
              <a:gd name="connsiteX1680" fmla="*/ 5072330 w 9408955"/>
              <a:gd name="connsiteY1680" fmla="*/ 2222534 h 4587875"/>
              <a:gd name="connsiteX1681" fmla="*/ 5096712 w 9408955"/>
              <a:gd name="connsiteY1681" fmla="*/ 2176867 h 4587875"/>
              <a:gd name="connsiteX1682" fmla="*/ 5031867 w 9408955"/>
              <a:gd name="connsiteY1682" fmla="*/ 2173879 h 4587875"/>
              <a:gd name="connsiteX1683" fmla="*/ 5052562 w 9408955"/>
              <a:gd name="connsiteY1683" fmla="*/ 2220993 h 4587875"/>
              <a:gd name="connsiteX1684" fmla="*/ 5072330 w 9408955"/>
              <a:gd name="connsiteY1684" fmla="*/ 2222534 h 4587875"/>
              <a:gd name="connsiteX1685" fmla="*/ 4652795 w 9408955"/>
              <a:gd name="connsiteY1685" fmla="*/ 2222565 h 4587875"/>
              <a:gd name="connsiteX1686" fmla="*/ 4686396 w 9408955"/>
              <a:gd name="connsiteY1686" fmla="*/ 2187950 h 4587875"/>
              <a:gd name="connsiteX1687" fmla="*/ 4624857 w 9408955"/>
              <a:gd name="connsiteY1687" fmla="*/ 2166475 h 4587875"/>
              <a:gd name="connsiteX1688" fmla="*/ 4635226 w 9408955"/>
              <a:gd name="connsiteY1688" fmla="*/ 2218199 h 4587875"/>
              <a:gd name="connsiteX1689" fmla="*/ 4652795 w 9408955"/>
              <a:gd name="connsiteY1689" fmla="*/ 2222565 h 4587875"/>
              <a:gd name="connsiteX1690" fmla="*/ 4963354 w 9408955"/>
              <a:gd name="connsiteY1690" fmla="*/ 2222571 h 4587875"/>
              <a:gd name="connsiteX1691" fmla="*/ 4997956 w 9408955"/>
              <a:gd name="connsiteY1691" fmla="*/ 2188870 h 4587875"/>
              <a:gd name="connsiteX1692" fmla="*/ 4930786 w 9408955"/>
              <a:gd name="connsiteY1692" fmla="*/ 2168191 h 4587875"/>
              <a:gd name="connsiteX1693" fmla="*/ 4945790 w 9408955"/>
              <a:gd name="connsiteY1693" fmla="*/ 2220349 h 4587875"/>
              <a:gd name="connsiteX1694" fmla="*/ 4963354 w 9408955"/>
              <a:gd name="connsiteY1694" fmla="*/ 2222571 h 4587875"/>
              <a:gd name="connsiteX1695" fmla="*/ 6501595 w 9408955"/>
              <a:gd name="connsiteY1695" fmla="*/ 2222637 h 4587875"/>
              <a:gd name="connsiteX1696" fmla="*/ 6535608 w 9408955"/>
              <a:gd name="connsiteY1696" fmla="*/ 2188412 h 4587875"/>
              <a:gd name="connsiteX1697" fmla="*/ 6473844 w 9408955"/>
              <a:gd name="connsiteY1697" fmla="*/ 2166706 h 4587875"/>
              <a:gd name="connsiteX1698" fmla="*/ 6484213 w 9408955"/>
              <a:gd name="connsiteY1698" fmla="*/ 2218199 h 4587875"/>
              <a:gd name="connsiteX1699" fmla="*/ 6501595 w 9408955"/>
              <a:gd name="connsiteY1699" fmla="*/ 2222637 h 4587875"/>
              <a:gd name="connsiteX1700" fmla="*/ 5272503 w 9408955"/>
              <a:gd name="connsiteY1700" fmla="*/ 2222648 h 4587875"/>
              <a:gd name="connsiteX1701" fmla="*/ 5302545 w 9408955"/>
              <a:gd name="connsiteY1701" fmla="*/ 2181342 h 4587875"/>
              <a:gd name="connsiteX1702" fmla="*/ 5243127 w 9408955"/>
              <a:gd name="connsiteY1702" fmla="*/ 2164985 h 4587875"/>
              <a:gd name="connsiteX1703" fmla="*/ 5253332 w 9408955"/>
              <a:gd name="connsiteY1703" fmla="*/ 2218894 h 4587875"/>
              <a:gd name="connsiteX1704" fmla="*/ 5272503 w 9408955"/>
              <a:gd name="connsiteY1704" fmla="*/ 2222648 h 4587875"/>
              <a:gd name="connsiteX1705" fmla="*/ 6403774 w 9408955"/>
              <a:gd name="connsiteY1705" fmla="*/ 2222702 h 4587875"/>
              <a:gd name="connsiteX1706" fmla="*/ 6436005 w 9408955"/>
              <a:gd name="connsiteY1706" fmla="*/ 2188876 h 4587875"/>
              <a:gd name="connsiteX1707" fmla="*/ 6375340 w 9408955"/>
              <a:gd name="connsiteY1707" fmla="*/ 2162766 h 4587875"/>
              <a:gd name="connsiteX1708" fmla="*/ 6386743 w 9408955"/>
              <a:gd name="connsiteY1708" fmla="*/ 2220532 h 4587875"/>
              <a:gd name="connsiteX1709" fmla="*/ 6403774 w 9408955"/>
              <a:gd name="connsiteY1709" fmla="*/ 2222702 h 4587875"/>
              <a:gd name="connsiteX1710" fmla="*/ 7133306 w 9408955"/>
              <a:gd name="connsiteY1710" fmla="*/ 2224087 h 4587875"/>
              <a:gd name="connsiteX1711" fmla="*/ 7154811 w 9408955"/>
              <a:gd name="connsiteY1711" fmla="*/ 2182575 h 4587875"/>
              <a:gd name="connsiteX1712" fmla="*/ 7088909 w 9408955"/>
              <a:gd name="connsiteY1712" fmla="*/ 2169802 h 4587875"/>
              <a:gd name="connsiteX1713" fmla="*/ 7090759 w 9408955"/>
              <a:gd name="connsiteY1713" fmla="*/ 2215192 h 4587875"/>
              <a:gd name="connsiteX1714" fmla="*/ 7133306 w 9408955"/>
              <a:gd name="connsiteY1714" fmla="*/ 2224087 h 4587875"/>
              <a:gd name="connsiteX1715" fmla="*/ 6619036 w 9408955"/>
              <a:gd name="connsiteY1715" fmla="*/ 2224087 h 4587875"/>
              <a:gd name="connsiteX1716" fmla="*/ 6635819 w 9408955"/>
              <a:gd name="connsiteY1716" fmla="*/ 2171385 h 4587875"/>
              <a:gd name="connsiteX1717" fmla="*/ 6571638 w 9408955"/>
              <a:gd name="connsiteY1717" fmla="*/ 2189415 h 4587875"/>
              <a:gd name="connsiteX1718" fmla="*/ 6619036 w 9408955"/>
              <a:gd name="connsiteY1718" fmla="*/ 2224087 h 4587875"/>
              <a:gd name="connsiteX1719" fmla="*/ 6589910 w 9408955"/>
              <a:gd name="connsiteY1719" fmla="*/ 2321435 h 4587875"/>
              <a:gd name="connsiteX1720" fmla="*/ 6639405 w 9408955"/>
              <a:gd name="connsiteY1720" fmla="*/ 2293929 h 4587875"/>
              <a:gd name="connsiteX1721" fmla="*/ 6581471 w 9408955"/>
              <a:gd name="connsiteY1721" fmla="*/ 2264342 h 4587875"/>
              <a:gd name="connsiteX1722" fmla="*/ 6589910 w 9408955"/>
              <a:gd name="connsiteY1722" fmla="*/ 2321435 h 4587875"/>
              <a:gd name="connsiteX1723" fmla="*/ 4949140 w 9408955"/>
              <a:gd name="connsiteY1723" fmla="*/ 2321774 h 4587875"/>
              <a:gd name="connsiteX1724" fmla="*/ 4996116 w 9408955"/>
              <a:gd name="connsiteY1724" fmla="*/ 2292738 h 4587875"/>
              <a:gd name="connsiteX1725" fmla="*/ 4930897 w 9408955"/>
              <a:gd name="connsiteY1725" fmla="*/ 2271246 h 4587875"/>
              <a:gd name="connsiteX1726" fmla="*/ 4949140 w 9408955"/>
              <a:gd name="connsiteY1726" fmla="*/ 2321774 h 4587875"/>
              <a:gd name="connsiteX1727" fmla="*/ 6388271 w 9408955"/>
              <a:gd name="connsiteY1727" fmla="*/ 2321924 h 4587875"/>
              <a:gd name="connsiteX1728" fmla="*/ 6435957 w 9408955"/>
              <a:gd name="connsiteY1728" fmla="*/ 2294501 h 4587875"/>
              <a:gd name="connsiteX1729" fmla="*/ 6370388 w 9408955"/>
              <a:gd name="connsiteY1729" fmla="*/ 2271457 h 4587875"/>
              <a:gd name="connsiteX1730" fmla="*/ 6388271 w 9408955"/>
              <a:gd name="connsiteY1730" fmla="*/ 2321924 h 4587875"/>
              <a:gd name="connsiteX1731" fmla="*/ 7030138 w 9408955"/>
              <a:gd name="connsiteY1731" fmla="*/ 2322086 h 4587875"/>
              <a:gd name="connsiteX1732" fmla="*/ 7050501 w 9408955"/>
              <a:gd name="connsiteY1732" fmla="*/ 2300490 h 4587875"/>
              <a:gd name="connsiteX1733" fmla="*/ 7003989 w 9408955"/>
              <a:gd name="connsiteY1733" fmla="*/ 2258971 h 4587875"/>
              <a:gd name="connsiteX1734" fmla="*/ 6999636 w 9408955"/>
              <a:gd name="connsiteY1734" fmla="*/ 2321020 h 4587875"/>
              <a:gd name="connsiteX1735" fmla="*/ 7030138 w 9408955"/>
              <a:gd name="connsiteY1735" fmla="*/ 2322086 h 4587875"/>
              <a:gd name="connsiteX1736" fmla="*/ 5569641 w 9408955"/>
              <a:gd name="connsiteY1736" fmla="*/ 2322796 h 4587875"/>
              <a:gd name="connsiteX1737" fmla="*/ 5607061 w 9408955"/>
              <a:gd name="connsiteY1737" fmla="*/ 2317976 h 4587875"/>
              <a:gd name="connsiteX1738" fmla="*/ 5606833 w 9408955"/>
              <a:gd name="connsiteY1738" fmla="*/ 2268764 h 4587875"/>
              <a:gd name="connsiteX1739" fmla="*/ 5543679 w 9408955"/>
              <a:gd name="connsiteY1739" fmla="*/ 2300060 h 4587875"/>
              <a:gd name="connsiteX1740" fmla="*/ 5569641 w 9408955"/>
              <a:gd name="connsiteY1740" fmla="*/ 2322796 h 4587875"/>
              <a:gd name="connsiteX1741" fmla="*/ 1683818 w 9408955"/>
              <a:gd name="connsiteY1741" fmla="*/ 2322826 h 4587875"/>
              <a:gd name="connsiteX1742" fmla="*/ 1703023 w 9408955"/>
              <a:gd name="connsiteY1742" fmla="*/ 2308108 h 4587875"/>
              <a:gd name="connsiteX1743" fmla="*/ 1693406 w 9408955"/>
              <a:gd name="connsiteY1743" fmla="*/ 2262930 h 4587875"/>
              <a:gd name="connsiteX1744" fmla="*/ 1640745 w 9408955"/>
              <a:gd name="connsiteY1744" fmla="*/ 2278218 h 4587875"/>
              <a:gd name="connsiteX1745" fmla="*/ 1659291 w 9408955"/>
              <a:gd name="connsiteY1745" fmla="*/ 2322483 h 4587875"/>
              <a:gd name="connsiteX1746" fmla="*/ 1683818 w 9408955"/>
              <a:gd name="connsiteY1746" fmla="*/ 2322826 h 4587875"/>
              <a:gd name="connsiteX1747" fmla="*/ 7633528 w 9408955"/>
              <a:gd name="connsiteY1747" fmla="*/ 2322927 h 4587875"/>
              <a:gd name="connsiteX1748" fmla="*/ 7659706 w 9408955"/>
              <a:gd name="connsiteY1748" fmla="*/ 2314690 h 4587875"/>
              <a:gd name="connsiteX1749" fmla="*/ 7630600 w 9408955"/>
              <a:gd name="connsiteY1749" fmla="*/ 2257711 h 4587875"/>
              <a:gd name="connsiteX1750" fmla="*/ 7605815 w 9408955"/>
              <a:gd name="connsiteY1750" fmla="*/ 2318122 h 4587875"/>
              <a:gd name="connsiteX1751" fmla="*/ 7633528 w 9408955"/>
              <a:gd name="connsiteY1751" fmla="*/ 2322927 h 4587875"/>
              <a:gd name="connsiteX1752" fmla="*/ 5784219 w 9408955"/>
              <a:gd name="connsiteY1752" fmla="*/ 2322937 h 4587875"/>
              <a:gd name="connsiteX1753" fmla="*/ 5809070 w 9408955"/>
              <a:gd name="connsiteY1753" fmla="*/ 2313441 h 4587875"/>
              <a:gd name="connsiteX1754" fmla="*/ 5773731 w 9408955"/>
              <a:gd name="connsiteY1754" fmla="*/ 2258559 h 4587875"/>
              <a:gd name="connsiteX1755" fmla="*/ 5756632 w 9408955"/>
              <a:gd name="connsiteY1755" fmla="*/ 2317976 h 4587875"/>
              <a:gd name="connsiteX1756" fmla="*/ 5784219 w 9408955"/>
              <a:gd name="connsiteY1756" fmla="*/ 2322937 h 4587875"/>
              <a:gd name="connsiteX1757" fmla="*/ 6718248 w 9408955"/>
              <a:gd name="connsiteY1757" fmla="*/ 2323021 h 4587875"/>
              <a:gd name="connsiteX1758" fmla="*/ 6738115 w 9408955"/>
              <a:gd name="connsiteY1758" fmla="*/ 2309472 h 4587875"/>
              <a:gd name="connsiteX1759" fmla="*/ 6728394 w 9408955"/>
              <a:gd name="connsiteY1759" fmla="*/ 2262823 h 4587875"/>
              <a:gd name="connsiteX1760" fmla="*/ 6685438 w 9408955"/>
              <a:gd name="connsiteY1760" fmla="*/ 2265077 h 4587875"/>
              <a:gd name="connsiteX1761" fmla="*/ 6693803 w 9408955"/>
              <a:gd name="connsiteY1761" fmla="*/ 2321191 h 4587875"/>
              <a:gd name="connsiteX1762" fmla="*/ 6718248 w 9408955"/>
              <a:gd name="connsiteY1762" fmla="*/ 2323021 h 4587875"/>
              <a:gd name="connsiteX1763" fmla="*/ 5166073 w 9408955"/>
              <a:gd name="connsiteY1763" fmla="*/ 2323396 h 4587875"/>
              <a:gd name="connsiteX1764" fmla="*/ 5194173 w 9408955"/>
              <a:gd name="connsiteY1764" fmla="*/ 2317817 h 4587875"/>
              <a:gd name="connsiteX1765" fmla="*/ 5167939 w 9408955"/>
              <a:gd name="connsiteY1765" fmla="*/ 2258081 h 4587875"/>
              <a:gd name="connsiteX1766" fmla="*/ 5139670 w 9408955"/>
              <a:gd name="connsiteY1766" fmla="*/ 2315112 h 4587875"/>
              <a:gd name="connsiteX1767" fmla="*/ 5166073 w 9408955"/>
              <a:gd name="connsiteY1767" fmla="*/ 2323396 h 4587875"/>
              <a:gd name="connsiteX1768" fmla="*/ 4146786 w 9408955"/>
              <a:gd name="connsiteY1768" fmla="*/ 2323725 h 4587875"/>
              <a:gd name="connsiteX1769" fmla="*/ 4174383 w 9408955"/>
              <a:gd name="connsiteY1769" fmla="*/ 2284382 h 4587875"/>
              <a:gd name="connsiteX1770" fmla="*/ 4105732 w 9408955"/>
              <a:gd name="connsiteY1770" fmla="*/ 2278453 h 4587875"/>
              <a:gd name="connsiteX1771" fmla="*/ 4128615 w 9408955"/>
              <a:gd name="connsiteY1771" fmla="*/ 2321320 h 4587875"/>
              <a:gd name="connsiteX1772" fmla="*/ 4146786 w 9408955"/>
              <a:gd name="connsiteY1772" fmla="*/ 2323725 h 4587875"/>
              <a:gd name="connsiteX1773" fmla="*/ 1774660 w 9408955"/>
              <a:gd name="connsiteY1773" fmla="*/ 2323841 h 4587875"/>
              <a:gd name="connsiteX1774" fmla="*/ 1810250 w 9408955"/>
              <a:gd name="connsiteY1774" fmla="*/ 2293257 h 4587875"/>
              <a:gd name="connsiteX1775" fmla="*/ 1746232 w 9408955"/>
              <a:gd name="connsiteY1775" fmla="*/ 2271032 h 4587875"/>
              <a:gd name="connsiteX1776" fmla="*/ 1757476 w 9408955"/>
              <a:gd name="connsiteY1776" fmla="*/ 2319564 h 4587875"/>
              <a:gd name="connsiteX1777" fmla="*/ 1774660 w 9408955"/>
              <a:gd name="connsiteY1777" fmla="*/ 2323841 h 4587875"/>
              <a:gd name="connsiteX1778" fmla="*/ 6921499 w 9408955"/>
              <a:gd name="connsiteY1778" fmla="*/ 2323893 h 4587875"/>
              <a:gd name="connsiteX1779" fmla="*/ 6940994 w 9408955"/>
              <a:gd name="connsiteY1779" fmla="*/ 2319127 h 4587875"/>
              <a:gd name="connsiteX1780" fmla="*/ 6944871 w 9408955"/>
              <a:gd name="connsiteY1780" fmla="*/ 2273234 h 4587875"/>
              <a:gd name="connsiteX1781" fmla="*/ 6879866 w 9408955"/>
              <a:gd name="connsiteY1781" fmla="*/ 2292472 h 4587875"/>
              <a:gd name="connsiteX1782" fmla="*/ 6921499 w 9408955"/>
              <a:gd name="connsiteY1782" fmla="*/ 2323893 h 4587875"/>
              <a:gd name="connsiteX1783" fmla="*/ 5272705 w 9408955"/>
              <a:gd name="connsiteY1783" fmla="*/ 2324048 h 4587875"/>
              <a:gd name="connsiteX1784" fmla="*/ 5302614 w 9408955"/>
              <a:gd name="connsiteY1784" fmla="*/ 2285846 h 4587875"/>
              <a:gd name="connsiteX1785" fmla="*/ 5246361 w 9408955"/>
              <a:gd name="connsiteY1785" fmla="*/ 2264579 h 4587875"/>
              <a:gd name="connsiteX1786" fmla="*/ 5254877 w 9408955"/>
              <a:gd name="connsiteY1786" fmla="*/ 2321061 h 4587875"/>
              <a:gd name="connsiteX1787" fmla="*/ 5272705 w 9408955"/>
              <a:gd name="connsiteY1787" fmla="*/ 2324048 h 4587875"/>
              <a:gd name="connsiteX1788" fmla="*/ 4347471 w 9408955"/>
              <a:gd name="connsiteY1788" fmla="*/ 2324072 h 4587875"/>
              <a:gd name="connsiteX1789" fmla="*/ 4378131 w 9408955"/>
              <a:gd name="connsiteY1789" fmla="*/ 2286354 h 4587875"/>
              <a:gd name="connsiteX1790" fmla="*/ 4321343 w 9408955"/>
              <a:gd name="connsiteY1790" fmla="*/ 2265548 h 4587875"/>
              <a:gd name="connsiteX1791" fmla="*/ 4329554 w 9408955"/>
              <a:gd name="connsiteY1791" fmla="*/ 2321408 h 4587875"/>
              <a:gd name="connsiteX1792" fmla="*/ 4347471 w 9408955"/>
              <a:gd name="connsiteY1792" fmla="*/ 2324072 h 4587875"/>
              <a:gd name="connsiteX1793" fmla="*/ 7228624 w 9408955"/>
              <a:gd name="connsiteY1793" fmla="*/ 2324140 h 4587875"/>
              <a:gd name="connsiteX1794" fmla="*/ 7253618 w 9408955"/>
              <a:gd name="connsiteY1794" fmla="*/ 2277879 h 4587875"/>
              <a:gd name="connsiteX1795" fmla="*/ 7200252 w 9408955"/>
              <a:gd name="connsiteY1795" fmla="*/ 2260444 h 4587875"/>
              <a:gd name="connsiteX1796" fmla="*/ 7188267 w 9408955"/>
              <a:gd name="connsiteY1796" fmla="*/ 2278109 h 4587875"/>
              <a:gd name="connsiteX1797" fmla="*/ 7208619 w 9408955"/>
              <a:gd name="connsiteY1797" fmla="*/ 2322384 h 4587875"/>
              <a:gd name="connsiteX1798" fmla="*/ 7228624 w 9408955"/>
              <a:gd name="connsiteY1798" fmla="*/ 2324140 h 4587875"/>
              <a:gd name="connsiteX1799" fmla="*/ 4242751 w 9408955"/>
              <a:gd name="connsiteY1799" fmla="*/ 2324192 h 4587875"/>
              <a:gd name="connsiteX1800" fmla="*/ 4277927 w 9408955"/>
              <a:gd name="connsiteY1800" fmla="*/ 2293272 h 4587875"/>
              <a:gd name="connsiteX1801" fmla="*/ 4230302 w 9408955"/>
              <a:gd name="connsiteY1801" fmla="*/ 2259058 h 4587875"/>
              <a:gd name="connsiteX1802" fmla="*/ 4225994 w 9408955"/>
              <a:gd name="connsiteY1802" fmla="*/ 2320870 h 4587875"/>
              <a:gd name="connsiteX1803" fmla="*/ 4242751 w 9408955"/>
              <a:gd name="connsiteY1803" fmla="*/ 2324192 h 4587875"/>
              <a:gd name="connsiteX1804" fmla="*/ 5064077 w 9408955"/>
              <a:gd name="connsiteY1804" fmla="*/ 2324199 h 4587875"/>
              <a:gd name="connsiteX1805" fmla="*/ 5097732 w 9408955"/>
              <a:gd name="connsiteY1805" fmla="*/ 2285262 h 4587875"/>
              <a:gd name="connsiteX1806" fmla="*/ 5033623 w 9408955"/>
              <a:gd name="connsiteY1806" fmla="*/ 2271738 h 4587875"/>
              <a:gd name="connsiteX1807" fmla="*/ 5045030 w 9408955"/>
              <a:gd name="connsiteY1807" fmla="*/ 2319643 h 4587875"/>
              <a:gd name="connsiteX1808" fmla="*/ 5064077 w 9408955"/>
              <a:gd name="connsiteY1808" fmla="*/ 2324199 h 4587875"/>
              <a:gd name="connsiteX1809" fmla="*/ 4654022 w 9408955"/>
              <a:gd name="connsiteY1809" fmla="*/ 2324293 h 4587875"/>
              <a:gd name="connsiteX1810" fmla="*/ 4687032 w 9408955"/>
              <a:gd name="connsiteY1810" fmla="*/ 2285626 h 4587875"/>
              <a:gd name="connsiteX1811" fmla="*/ 4620158 w 9408955"/>
              <a:gd name="connsiteY1811" fmla="*/ 2277397 h 4587875"/>
              <a:gd name="connsiteX1812" fmla="*/ 4635171 w 9408955"/>
              <a:gd name="connsiteY1812" fmla="*/ 2319682 h 4587875"/>
              <a:gd name="connsiteX1813" fmla="*/ 4654022 w 9408955"/>
              <a:gd name="connsiteY1813" fmla="*/ 2324293 h 4587875"/>
              <a:gd name="connsiteX1814" fmla="*/ 4555908 w 9408955"/>
              <a:gd name="connsiteY1814" fmla="*/ 2324312 h 4587875"/>
              <a:gd name="connsiteX1815" fmla="*/ 4583127 w 9408955"/>
              <a:gd name="connsiteY1815" fmla="*/ 2285873 h 4587875"/>
              <a:gd name="connsiteX1816" fmla="*/ 4524100 w 9408955"/>
              <a:gd name="connsiteY1816" fmla="*/ 2266543 h 4587875"/>
              <a:gd name="connsiteX1817" fmla="*/ 4538056 w 9408955"/>
              <a:gd name="connsiteY1817" fmla="*/ 2322258 h 4587875"/>
              <a:gd name="connsiteX1818" fmla="*/ 4555908 w 9408955"/>
              <a:gd name="connsiteY1818" fmla="*/ 2324312 h 4587875"/>
              <a:gd name="connsiteX1819" fmla="*/ 4758400 w 9408955"/>
              <a:gd name="connsiteY1819" fmla="*/ 2324340 h 4587875"/>
              <a:gd name="connsiteX1820" fmla="*/ 4790931 w 9408955"/>
              <a:gd name="connsiteY1820" fmla="*/ 2287257 h 4587875"/>
              <a:gd name="connsiteX1821" fmla="*/ 4731911 w 9408955"/>
              <a:gd name="connsiteY1821" fmla="*/ 2265545 h 4587875"/>
              <a:gd name="connsiteX1822" fmla="*/ 4740052 w 9408955"/>
              <a:gd name="connsiteY1822" fmla="*/ 2321181 h 4587875"/>
              <a:gd name="connsiteX1823" fmla="*/ 4758400 w 9408955"/>
              <a:gd name="connsiteY1823" fmla="*/ 2324340 h 4587875"/>
              <a:gd name="connsiteX1824" fmla="*/ 5475843 w 9408955"/>
              <a:gd name="connsiteY1824" fmla="*/ 2324363 h 4587875"/>
              <a:gd name="connsiteX1825" fmla="*/ 5510209 w 9408955"/>
              <a:gd name="connsiteY1825" fmla="*/ 2284607 h 4587875"/>
              <a:gd name="connsiteX1826" fmla="*/ 5444812 w 9408955"/>
              <a:gd name="connsiteY1826" fmla="*/ 2271383 h 4587875"/>
              <a:gd name="connsiteX1827" fmla="*/ 5456285 w 9408955"/>
              <a:gd name="connsiteY1827" fmla="*/ 2319946 h 4587875"/>
              <a:gd name="connsiteX1828" fmla="*/ 5475843 w 9408955"/>
              <a:gd name="connsiteY1828" fmla="*/ 2324363 h 4587875"/>
              <a:gd name="connsiteX1829" fmla="*/ 6301800 w 9408955"/>
              <a:gd name="connsiteY1829" fmla="*/ 2324390 h 4587875"/>
              <a:gd name="connsiteX1830" fmla="*/ 6331963 w 9408955"/>
              <a:gd name="connsiteY1830" fmla="*/ 2285370 h 4587875"/>
              <a:gd name="connsiteX1831" fmla="*/ 6266780 w 9408955"/>
              <a:gd name="connsiteY1831" fmla="*/ 2272037 h 4587875"/>
              <a:gd name="connsiteX1832" fmla="*/ 6283470 w 9408955"/>
              <a:gd name="connsiteY1832" fmla="*/ 2321922 h 4587875"/>
              <a:gd name="connsiteX1833" fmla="*/ 6301800 w 9408955"/>
              <a:gd name="connsiteY1833" fmla="*/ 2324390 h 4587875"/>
              <a:gd name="connsiteX1834" fmla="*/ 6504042 w 9408955"/>
              <a:gd name="connsiteY1834" fmla="*/ 2324484 h 4587875"/>
              <a:gd name="connsiteX1835" fmla="*/ 6536157 w 9408955"/>
              <a:gd name="connsiteY1835" fmla="*/ 2286203 h 4587875"/>
              <a:gd name="connsiteX1836" fmla="*/ 6469655 w 9408955"/>
              <a:gd name="connsiteY1836" fmla="*/ 2278451 h 4587875"/>
              <a:gd name="connsiteX1837" fmla="*/ 6485357 w 9408955"/>
              <a:gd name="connsiteY1837" fmla="*/ 2320402 h 4587875"/>
              <a:gd name="connsiteX1838" fmla="*/ 6504042 w 9408955"/>
              <a:gd name="connsiteY1838" fmla="*/ 2324484 h 4587875"/>
              <a:gd name="connsiteX1839" fmla="*/ 4041893 w 9408955"/>
              <a:gd name="connsiteY1839" fmla="*/ 2324525 h 4587875"/>
              <a:gd name="connsiteX1840" fmla="*/ 4071204 w 9408955"/>
              <a:gd name="connsiteY1840" fmla="*/ 2285004 h 4587875"/>
              <a:gd name="connsiteX1841" fmla="*/ 4006804 w 9408955"/>
              <a:gd name="connsiteY1841" fmla="*/ 2271798 h 4587875"/>
              <a:gd name="connsiteX1842" fmla="*/ 4023655 w 9408955"/>
              <a:gd name="connsiteY1842" fmla="*/ 2322770 h 4587875"/>
              <a:gd name="connsiteX1843" fmla="*/ 4041893 w 9408955"/>
              <a:gd name="connsiteY1843" fmla="*/ 2324525 h 4587875"/>
              <a:gd name="connsiteX1844" fmla="*/ 7427927 w 9408955"/>
              <a:gd name="connsiteY1844" fmla="*/ 2324657 h 4587875"/>
              <a:gd name="connsiteX1845" fmla="*/ 7461318 w 9408955"/>
              <a:gd name="connsiteY1845" fmla="*/ 2292810 h 4587875"/>
              <a:gd name="connsiteX1846" fmla="*/ 7416641 w 9408955"/>
              <a:gd name="connsiteY1846" fmla="*/ 2259513 h 4587875"/>
              <a:gd name="connsiteX1847" fmla="*/ 7411198 w 9408955"/>
              <a:gd name="connsiteY1847" fmla="*/ 2320406 h 4587875"/>
              <a:gd name="connsiteX1848" fmla="*/ 7427927 w 9408955"/>
              <a:gd name="connsiteY1848" fmla="*/ 2324657 h 4587875"/>
              <a:gd name="connsiteX1849" fmla="*/ 5890108 w 9408955"/>
              <a:gd name="connsiteY1849" fmla="*/ 2324710 h 4587875"/>
              <a:gd name="connsiteX1850" fmla="*/ 5920731 w 9408955"/>
              <a:gd name="connsiteY1850" fmla="*/ 2292478 h 4587875"/>
              <a:gd name="connsiteX1851" fmla="*/ 5871322 w 9408955"/>
              <a:gd name="connsiteY1851" fmla="*/ 2260225 h 4587875"/>
              <a:gd name="connsiteX1852" fmla="*/ 5873838 w 9408955"/>
              <a:gd name="connsiteY1852" fmla="*/ 2322673 h 4587875"/>
              <a:gd name="connsiteX1853" fmla="*/ 5890108 w 9408955"/>
              <a:gd name="connsiteY1853" fmla="*/ 2324710 h 4587875"/>
              <a:gd name="connsiteX1854" fmla="*/ 4447531 w 9408955"/>
              <a:gd name="connsiteY1854" fmla="*/ 2324715 h 4587875"/>
              <a:gd name="connsiteX1855" fmla="*/ 4461896 w 9408955"/>
              <a:gd name="connsiteY1855" fmla="*/ 2260710 h 4587875"/>
              <a:gd name="connsiteX1856" fmla="*/ 4412416 w 9408955"/>
              <a:gd name="connsiteY1856" fmla="*/ 2276539 h 4587875"/>
              <a:gd name="connsiteX1857" fmla="*/ 4447531 w 9408955"/>
              <a:gd name="connsiteY1857" fmla="*/ 2324715 h 4587875"/>
              <a:gd name="connsiteX1858" fmla="*/ 4863287 w 9408955"/>
              <a:gd name="connsiteY1858" fmla="*/ 2324973 h 4587875"/>
              <a:gd name="connsiteX1859" fmla="*/ 4893034 w 9408955"/>
              <a:gd name="connsiteY1859" fmla="*/ 2285923 h 4587875"/>
              <a:gd name="connsiteX1860" fmla="*/ 4828878 w 9408955"/>
              <a:gd name="connsiteY1860" fmla="*/ 2272788 h 4587875"/>
              <a:gd name="connsiteX1861" fmla="*/ 4845029 w 9408955"/>
              <a:gd name="connsiteY1861" fmla="*/ 2321412 h 4587875"/>
              <a:gd name="connsiteX1862" fmla="*/ 4863287 w 9408955"/>
              <a:gd name="connsiteY1862" fmla="*/ 2324973 h 4587875"/>
              <a:gd name="connsiteX1863" fmla="*/ 7122269 w 9408955"/>
              <a:gd name="connsiteY1863" fmla="*/ 2324984 h 4587875"/>
              <a:gd name="connsiteX1864" fmla="*/ 7154651 w 9408955"/>
              <a:gd name="connsiteY1864" fmla="*/ 2285202 h 4587875"/>
              <a:gd name="connsiteX1865" fmla="*/ 7087879 w 9408955"/>
              <a:gd name="connsiteY1865" fmla="*/ 2272923 h 4587875"/>
              <a:gd name="connsiteX1866" fmla="*/ 7103429 w 9408955"/>
              <a:gd name="connsiteY1866" fmla="*/ 2321577 h 4587875"/>
              <a:gd name="connsiteX1867" fmla="*/ 7122269 w 9408955"/>
              <a:gd name="connsiteY1867" fmla="*/ 2324984 h 4587875"/>
              <a:gd name="connsiteX1868" fmla="*/ 5682021 w 9408955"/>
              <a:gd name="connsiteY1868" fmla="*/ 2324987 h 4587875"/>
              <a:gd name="connsiteX1869" fmla="*/ 5716769 w 9408955"/>
              <a:gd name="connsiteY1869" fmla="*/ 2293308 h 4587875"/>
              <a:gd name="connsiteX1870" fmla="*/ 5649736 w 9408955"/>
              <a:gd name="connsiteY1870" fmla="*/ 2274058 h 4587875"/>
              <a:gd name="connsiteX1871" fmla="*/ 5664761 w 9408955"/>
              <a:gd name="connsiteY1871" fmla="*/ 2320808 h 4587875"/>
              <a:gd name="connsiteX1872" fmla="*/ 5682021 w 9408955"/>
              <a:gd name="connsiteY1872" fmla="*/ 2324987 h 4587875"/>
              <a:gd name="connsiteX1873" fmla="*/ 7535179 w 9408955"/>
              <a:gd name="connsiteY1873" fmla="*/ 2325069 h 4587875"/>
              <a:gd name="connsiteX1874" fmla="*/ 7564252 w 9408955"/>
              <a:gd name="connsiteY1874" fmla="*/ 2281288 h 4587875"/>
              <a:gd name="connsiteX1875" fmla="*/ 7498978 w 9408955"/>
              <a:gd name="connsiteY1875" fmla="*/ 2278984 h 4587875"/>
              <a:gd name="connsiteX1876" fmla="*/ 7515126 w 9408955"/>
              <a:gd name="connsiteY1876" fmla="*/ 2321386 h 4587875"/>
              <a:gd name="connsiteX1877" fmla="*/ 7535179 w 9408955"/>
              <a:gd name="connsiteY1877" fmla="*/ 2325069 h 4587875"/>
              <a:gd name="connsiteX1878" fmla="*/ 6816964 w 9408955"/>
              <a:gd name="connsiteY1878" fmla="*/ 2325085 h 4587875"/>
              <a:gd name="connsiteX1879" fmla="*/ 6845031 w 9408955"/>
              <a:gd name="connsiteY1879" fmla="*/ 2285434 h 4587875"/>
              <a:gd name="connsiteX1880" fmla="*/ 6781797 w 9408955"/>
              <a:gd name="connsiteY1880" fmla="*/ 2272459 h 4587875"/>
              <a:gd name="connsiteX1881" fmla="*/ 6798582 w 9408955"/>
              <a:gd name="connsiteY1881" fmla="*/ 2322041 h 4587875"/>
              <a:gd name="connsiteX1882" fmla="*/ 6816964 w 9408955"/>
              <a:gd name="connsiteY1882" fmla="*/ 2325085 h 4587875"/>
              <a:gd name="connsiteX1883" fmla="*/ 7323208 w 9408955"/>
              <a:gd name="connsiteY1883" fmla="*/ 2325119 h 4587875"/>
              <a:gd name="connsiteX1884" fmla="*/ 7358686 w 9408955"/>
              <a:gd name="connsiteY1884" fmla="*/ 2293564 h 4587875"/>
              <a:gd name="connsiteX1885" fmla="*/ 7294286 w 9408955"/>
              <a:gd name="connsiteY1885" fmla="*/ 2272139 h 4587875"/>
              <a:gd name="connsiteX1886" fmla="*/ 7305828 w 9408955"/>
              <a:gd name="connsiteY1886" fmla="*/ 2320749 h 4587875"/>
              <a:gd name="connsiteX1887" fmla="*/ 7323208 w 9408955"/>
              <a:gd name="connsiteY1887" fmla="*/ 2325119 h 4587875"/>
              <a:gd name="connsiteX1888" fmla="*/ 6283783 w 9408955"/>
              <a:gd name="connsiteY1888" fmla="*/ 2425683 h 4587875"/>
              <a:gd name="connsiteX1889" fmla="*/ 6332117 w 9408955"/>
              <a:gd name="connsiteY1889" fmla="*/ 2397711 h 4587875"/>
              <a:gd name="connsiteX1890" fmla="*/ 6278767 w 9408955"/>
              <a:gd name="connsiteY1890" fmla="*/ 2364054 h 4587875"/>
              <a:gd name="connsiteX1891" fmla="*/ 6283783 w 9408955"/>
              <a:gd name="connsiteY1891" fmla="*/ 2425683 h 4587875"/>
              <a:gd name="connsiteX1892" fmla="*/ 7129707 w 9408955"/>
              <a:gd name="connsiteY1892" fmla="*/ 2425856 h 4587875"/>
              <a:gd name="connsiteX1893" fmla="*/ 7153598 w 9408955"/>
              <a:gd name="connsiteY1893" fmla="*/ 2402627 h 4587875"/>
              <a:gd name="connsiteX1894" fmla="*/ 7105194 w 9408955"/>
              <a:gd name="connsiteY1894" fmla="*/ 2362268 h 4587875"/>
              <a:gd name="connsiteX1895" fmla="*/ 7096147 w 9408955"/>
              <a:gd name="connsiteY1895" fmla="*/ 2420868 h 4587875"/>
              <a:gd name="connsiteX1896" fmla="*/ 7129707 w 9408955"/>
              <a:gd name="connsiteY1896" fmla="*/ 2425856 h 4587875"/>
              <a:gd name="connsiteX1897" fmla="*/ 5691369 w 9408955"/>
              <a:gd name="connsiteY1897" fmla="*/ 2426028 h 4587875"/>
              <a:gd name="connsiteX1898" fmla="*/ 5715609 w 9408955"/>
              <a:gd name="connsiteY1898" fmla="*/ 2383115 h 4587875"/>
              <a:gd name="connsiteX1899" fmla="*/ 5646937 w 9408955"/>
              <a:gd name="connsiteY1899" fmla="*/ 2382889 h 4587875"/>
              <a:gd name="connsiteX1900" fmla="*/ 5672747 w 9408955"/>
              <a:gd name="connsiteY1900" fmla="*/ 2425969 h 4587875"/>
              <a:gd name="connsiteX1901" fmla="*/ 5691369 w 9408955"/>
              <a:gd name="connsiteY1901" fmla="*/ 2426028 h 4587875"/>
              <a:gd name="connsiteX1902" fmla="*/ 7539525 w 9408955"/>
              <a:gd name="connsiteY1902" fmla="*/ 2426093 h 4587875"/>
              <a:gd name="connsiteX1903" fmla="*/ 7563277 w 9408955"/>
              <a:gd name="connsiteY1903" fmla="*/ 2404402 h 4587875"/>
              <a:gd name="connsiteX1904" fmla="*/ 7527291 w 9408955"/>
              <a:gd name="connsiteY1904" fmla="*/ 2360121 h 4587875"/>
              <a:gd name="connsiteX1905" fmla="*/ 7505974 w 9408955"/>
              <a:gd name="connsiteY1905" fmla="*/ 2418788 h 4587875"/>
              <a:gd name="connsiteX1906" fmla="*/ 7539525 w 9408955"/>
              <a:gd name="connsiteY1906" fmla="*/ 2426093 h 4587875"/>
              <a:gd name="connsiteX1907" fmla="*/ 1579792 w 9408955"/>
              <a:gd name="connsiteY1907" fmla="*/ 2426186 h 4587875"/>
              <a:gd name="connsiteX1908" fmla="*/ 1602839 w 9408955"/>
              <a:gd name="connsiteY1908" fmla="*/ 2405277 h 4587875"/>
              <a:gd name="connsiteX1909" fmla="*/ 1569049 w 9408955"/>
              <a:gd name="connsiteY1909" fmla="*/ 2358825 h 4587875"/>
              <a:gd name="connsiteX1910" fmla="*/ 1547732 w 9408955"/>
              <a:gd name="connsiteY1910" fmla="*/ 2420151 h 4587875"/>
              <a:gd name="connsiteX1911" fmla="*/ 1579792 w 9408955"/>
              <a:gd name="connsiteY1911" fmla="*/ 2426186 h 4587875"/>
              <a:gd name="connsiteX1912" fmla="*/ 4538814 w 9408955"/>
              <a:gd name="connsiteY1912" fmla="*/ 2426187 h 4587875"/>
              <a:gd name="connsiteX1913" fmla="*/ 4584073 w 9408955"/>
              <a:gd name="connsiteY1913" fmla="*/ 2398451 h 4587875"/>
              <a:gd name="connsiteX1914" fmla="*/ 4539041 w 9408955"/>
              <a:gd name="connsiteY1914" fmla="*/ 2361921 h 4587875"/>
              <a:gd name="connsiteX1915" fmla="*/ 4538814 w 9408955"/>
              <a:gd name="connsiteY1915" fmla="*/ 2426187 h 4587875"/>
              <a:gd name="connsiteX1916" fmla="*/ 4453945 w 9408955"/>
              <a:gd name="connsiteY1916" fmla="*/ 2426343 h 4587875"/>
              <a:gd name="connsiteX1917" fmla="*/ 4477675 w 9408955"/>
              <a:gd name="connsiteY1917" fmla="*/ 2374857 h 4587875"/>
              <a:gd name="connsiteX1918" fmla="*/ 4428389 w 9408955"/>
              <a:gd name="connsiteY1918" fmla="*/ 2363873 h 4587875"/>
              <a:gd name="connsiteX1919" fmla="*/ 4411961 w 9408955"/>
              <a:gd name="connsiteY1919" fmla="*/ 2406664 h 4587875"/>
              <a:gd name="connsiteX1920" fmla="*/ 4453945 w 9408955"/>
              <a:gd name="connsiteY1920" fmla="*/ 2426343 h 4587875"/>
              <a:gd name="connsiteX1921" fmla="*/ 6903495 w 9408955"/>
              <a:gd name="connsiteY1921" fmla="*/ 2426469 h 4587875"/>
              <a:gd name="connsiteX1922" fmla="*/ 6948329 w 9408955"/>
              <a:gd name="connsiteY1922" fmla="*/ 2407508 h 4587875"/>
              <a:gd name="connsiteX1923" fmla="*/ 6948100 w 9408955"/>
              <a:gd name="connsiteY1923" fmla="*/ 2380454 h 4587875"/>
              <a:gd name="connsiteX1924" fmla="*/ 6896861 w 9408955"/>
              <a:gd name="connsiteY1924" fmla="*/ 2363111 h 4587875"/>
              <a:gd name="connsiteX1925" fmla="*/ 6903495 w 9408955"/>
              <a:gd name="connsiteY1925" fmla="*/ 2426469 h 4587875"/>
              <a:gd name="connsiteX1926" fmla="*/ 5896468 w 9408955"/>
              <a:gd name="connsiteY1926" fmla="*/ 2426500 h 4587875"/>
              <a:gd name="connsiteX1927" fmla="*/ 5918925 w 9408955"/>
              <a:gd name="connsiteY1927" fmla="*/ 2404441 h 4587875"/>
              <a:gd name="connsiteX1928" fmla="*/ 5879810 w 9408955"/>
              <a:gd name="connsiteY1928" fmla="*/ 2359577 h 4587875"/>
              <a:gd name="connsiteX1929" fmla="*/ 5863436 w 9408955"/>
              <a:gd name="connsiteY1929" fmla="*/ 2421467 h 4587875"/>
              <a:gd name="connsiteX1930" fmla="*/ 5896468 w 9408955"/>
              <a:gd name="connsiteY1930" fmla="*/ 2426500 h 4587875"/>
              <a:gd name="connsiteX1931" fmla="*/ 1660927 w 9408955"/>
              <a:gd name="connsiteY1931" fmla="*/ 2426505 h 4587875"/>
              <a:gd name="connsiteX1932" fmla="*/ 1705523 w 9408955"/>
              <a:gd name="connsiteY1932" fmla="*/ 2397976 h 4587875"/>
              <a:gd name="connsiteX1933" fmla="*/ 1666187 w 9408955"/>
              <a:gd name="connsiteY1933" fmla="*/ 2359554 h 4587875"/>
              <a:gd name="connsiteX1934" fmla="*/ 1660927 w 9408955"/>
              <a:gd name="connsiteY1934" fmla="*/ 2426505 h 4587875"/>
              <a:gd name="connsiteX1935" fmla="*/ 4233309 w 9408955"/>
              <a:gd name="connsiteY1935" fmla="*/ 2426509 h 4587875"/>
              <a:gd name="connsiteX1936" fmla="*/ 4276167 w 9408955"/>
              <a:gd name="connsiteY1936" fmla="*/ 2383509 h 4587875"/>
              <a:gd name="connsiteX1937" fmla="*/ 4208721 w 9408955"/>
              <a:gd name="connsiteY1937" fmla="*/ 2382819 h 4587875"/>
              <a:gd name="connsiteX1938" fmla="*/ 4233309 w 9408955"/>
              <a:gd name="connsiteY1938" fmla="*/ 2426509 h 4587875"/>
              <a:gd name="connsiteX1939" fmla="*/ 4972346 w 9408955"/>
              <a:gd name="connsiteY1939" fmla="*/ 2426514 h 4587875"/>
              <a:gd name="connsiteX1940" fmla="*/ 4995251 w 9408955"/>
              <a:gd name="connsiteY1940" fmla="*/ 2405370 h 4587875"/>
              <a:gd name="connsiteX1941" fmla="*/ 4954883 w 9408955"/>
              <a:gd name="connsiteY1941" fmla="*/ 2360594 h 4587875"/>
              <a:gd name="connsiteX1942" fmla="*/ 4940595 w 9408955"/>
              <a:gd name="connsiteY1942" fmla="*/ 2421199 h 4587875"/>
              <a:gd name="connsiteX1943" fmla="*/ 4972346 w 9408955"/>
              <a:gd name="connsiteY1943" fmla="*/ 2426514 h 4587875"/>
              <a:gd name="connsiteX1944" fmla="*/ 6203558 w 9408955"/>
              <a:gd name="connsiteY1944" fmla="*/ 2426651 h 4587875"/>
              <a:gd name="connsiteX1945" fmla="*/ 6227758 w 9408955"/>
              <a:gd name="connsiteY1945" fmla="*/ 2405351 h 4587875"/>
              <a:gd name="connsiteX1946" fmla="*/ 6192558 w 9408955"/>
              <a:gd name="connsiteY1946" fmla="*/ 2358815 h 4587875"/>
              <a:gd name="connsiteX1947" fmla="*/ 6171302 w 9408955"/>
              <a:gd name="connsiteY1947" fmla="*/ 2418353 h 4587875"/>
              <a:gd name="connsiteX1948" fmla="*/ 6203558 w 9408955"/>
              <a:gd name="connsiteY1948" fmla="*/ 2426651 h 4587875"/>
              <a:gd name="connsiteX1949" fmla="*/ 5278641 w 9408955"/>
              <a:gd name="connsiteY1949" fmla="*/ 2426660 h 4587875"/>
              <a:gd name="connsiteX1950" fmla="*/ 5302065 w 9408955"/>
              <a:gd name="connsiteY1950" fmla="*/ 2405445 h 4587875"/>
              <a:gd name="connsiteX1951" fmla="*/ 5260674 w 9408955"/>
              <a:gd name="connsiteY1951" fmla="*/ 2360032 h 4587875"/>
              <a:gd name="connsiteX1952" fmla="*/ 5245664 w 9408955"/>
              <a:gd name="connsiteY1952" fmla="*/ 2420353 h 4587875"/>
              <a:gd name="connsiteX1953" fmla="*/ 5278641 w 9408955"/>
              <a:gd name="connsiteY1953" fmla="*/ 2426660 h 4587875"/>
              <a:gd name="connsiteX1954" fmla="*/ 7007808 w 9408955"/>
              <a:gd name="connsiteY1954" fmla="*/ 2426734 h 4587875"/>
              <a:gd name="connsiteX1955" fmla="*/ 7050383 w 9408955"/>
              <a:gd name="connsiteY1955" fmla="*/ 2401935 h 4587875"/>
              <a:gd name="connsiteX1956" fmla="*/ 7005933 w 9408955"/>
              <a:gd name="connsiteY1956" fmla="*/ 2360998 h 4587875"/>
              <a:gd name="connsiteX1957" fmla="*/ 6991419 w 9408955"/>
              <a:gd name="connsiteY1957" fmla="*/ 2418805 h 4587875"/>
              <a:gd name="connsiteX1958" fmla="*/ 7007808 w 9408955"/>
              <a:gd name="connsiteY1958" fmla="*/ 2426734 h 4587875"/>
              <a:gd name="connsiteX1959" fmla="*/ 2297285 w 9408955"/>
              <a:gd name="connsiteY1959" fmla="*/ 2426760 h 4587875"/>
              <a:gd name="connsiteX1960" fmla="*/ 2319931 w 9408955"/>
              <a:gd name="connsiteY1960" fmla="*/ 2411016 h 4587875"/>
              <a:gd name="connsiteX1961" fmla="*/ 2285014 w 9408955"/>
              <a:gd name="connsiteY1961" fmla="*/ 2360367 h 4587875"/>
              <a:gd name="connsiteX1962" fmla="*/ 2268687 w 9408955"/>
              <a:gd name="connsiteY1962" fmla="*/ 2422322 h 4587875"/>
              <a:gd name="connsiteX1963" fmla="*/ 2297285 w 9408955"/>
              <a:gd name="connsiteY1963" fmla="*/ 2426760 h 4587875"/>
              <a:gd name="connsiteX1964" fmla="*/ 6805850 w 9408955"/>
              <a:gd name="connsiteY1964" fmla="*/ 2426858 h 4587875"/>
              <a:gd name="connsiteX1965" fmla="*/ 6845052 w 9408955"/>
              <a:gd name="connsiteY1965" fmla="*/ 2398095 h 4587875"/>
              <a:gd name="connsiteX1966" fmla="*/ 6798360 w 9408955"/>
              <a:gd name="connsiteY1966" fmla="*/ 2360947 h 4587875"/>
              <a:gd name="connsiteX1967" fmla="*/ 6788470 w 9408955"/>
              <a:gd name="connsiteY1967" fmla="*/ 2421255 h 4587875"/>
              <a:gd name="connsiteX1968" fmla="*/ 6805850 w 9408955"/>
              <a:gd name="connsiteY1968" fmla="*/ 2426858 h 4587875"/>
              <a:gd name="connsiteX1969" fmla="*/ 4134793 w 9408955"/>
              <a:gd name="connsiteY1969" fmla="*/ 2426858 h 4587875"/>
              <a:gd name="connsiteX1970" fmla="*/ 4163291 w 9408955"/>
              <a:gd name="connsiteY1970" fmla="*/ 2421724 h 4587875"/>
              <a:gd name="connsiteX1971" fmla="*/ 4176554 w 9408955"/>
              <a:gd name="connsiteY1971" fmla="*/ 2380880 h 4587875"/>
              <a:gd name="connsiteX1972" fmla="*/ 4133336 w 9408955"/>
              <a:gd name="connsiteY1972" fmla="*/ 2359540 h 4587875"/>
              <a:gd name="connsiteX1973" fmla="*/ 4110240 w 9408955"/>
              <a:gd name="connsiteY1973" fmla="*/ 2411857 h 4587875"/>
              <a:gd name="connsiteX1974" fmla="*/ 4134793 w 9408955"/>
              <a:gd name="connsiteY1974" fmla="*/ 2426858 h 4587875"/>
              <a:gd name="connsiteX1975" fmla="*/ 7434969 w 9408955"/>
              <a:gd name="connsiteY1975" fmla="*/ 2427162 h 4587875"/>
              <a:gd name="connsiteX1976" fmla="*/ 7460865 w 9408955"/>
              <a:gd name="connsiteY1976" fmla="*/ 2390783 h 4587875"/>
              <a:gd name="connsiteX1977" fmla="*/ 7403034 w 9408955"/>
              <a:gd name="connsiteY1977" fmla="*/ 2370141 h 4587875"/>
              <a:gd name="connsiteX1978" fmla="*/ 7418002 w 9408955"/>
              <a:gd name="connsiteY1978" fmla="*/ 2426009 h 4587875"/>
              <a:gd name="connsiteX1979" fmla="*/ 7434969 w 9408955"/>
              <a:gd name="connsiteY1979" fmla="*/ 2427162 h 4587875"/>
              <a:gd name="connsiteX1980" fmla="*/ 6613140 w 9408955"/>
              <a:gd name="connsiteY1980" fmla="*/ 2427195 h 4587875"/>
              <a:gd name="connsiteX1981" fmla="*/ 6637893 w 9408955"/>
              <a:gd name="connsiteY1981" fmla="*/ 2406259 h 4587875"/>
              <a:gd name="connsiteX1982" fmla="*/ 6602078 w 9408955"/>
              <a:gd name="connsiteY1982" fmla="*/ 2359554 h 4587875"/>
              <a:gd name="connsiteX1983" fmla="*/ 6580589 w 9408955"/>
              <a:gd name="connsiteY1983" fmla="*/ 2419833 h 4587875"/>
              <a:gd name="connsiteX1984" fmla="*/ 6613140 w 9408955"/>
              <a:gd name="connsiteY1984" fmla="*/ 2427195 h 4587875"/>
              <a:gd name="connsiteX1985" fmla="*/ 4852721 w 9408955"/>
              <a:gd name="connsiteY1985" fmla="*/ 2427217 h 4587875"/>
              <a:gd name="connsiteX1986" fmla="*/ 4893565 w 9408955"/>
              <a:gd name="connsiteY1986" fmla="*/ 2398259 h 4587875"/>
              <a:gd name="connsiteX1987" fmla="*/ 4844466 w 9408955"/>
              <a:gd name="connsiteY1987" fmla="*/ 2362654 h 4587875"/>
              <a:gd name="connsiteX1988" fmla="*/ 4835245 w 9408955"/>
              <a:gd name="connsiteY1988" fmla="*/ 2420484 h 4587875"/>
              <a:gd name="connsiteX1989" fmla="*/ 4852721 w 9408955"/>
              <a:gd name="connsiteY1989" fmla="*/ 2427217 h 4587875"/>
              <a:gd name="connsiteX1990" fmla="*/ 7218852 w 9408955"/>
              <a:gd name="connsiteY1990" fmla="*/ 2427235 h 4587875"/>
              <a:gd name="connsiteX1991" fmla="*/ 7255418 w 9408955"/>
              <a:gd name="connsiteY1991" fmla="*/ 2388925 h 4587875"/>
              <a:gd name="connsiteX1992" fmla="*/ 7192107 w 9408955"/>
              <a:gd name="connsiteY1992" fmla="*/ 2375407 h 4587875"/>
              <a:gd name="connsiteX1993" fmla="*/ 7199116 w 9408955"/>
              <a:gd name="connsiteY1993" fmla="*/ 2421003 h 4587875"/>
              <a:gd name="connsiteX1994" fmla="*/ 7218852 w 9408955"/>
              <a:gd name="connsiteY1994" fmla="*/ 2427235 h 4587875"/>
              <a:gd name="connsiteX1995" fmla="*/ 5585838 w 9408955"/>
              <a:gd name="connsiteY1995" fmla="*/ 2427278 h 4587875"/>
              <a:gd name="connsiteX1996" fmla="*/ 5613402 w 9408955"/>
              <a:gd name="connsiteY1996" fmla="*/ 2389863 h 4587875"/>
              <a:gd name="connsiteX1997" fmla="*/ 5546229 w 9408955"/>
              <a:gd name="connsiteY1997" fmla="*/ 2378007 h 4587875"/>
              <a:gd name="connsiteX1998" fmla="*/ 5568468 w 9408955"/>
              <a:gd name="connsiteY1998" fmla="*/ 2426341 h 4587875"/>
              <a:gd name="connsiteX1999" fmla="*/ 5585838 w 9408955"/>
              <a:gd name="connsiteY1999" fmla="*/ 2427278 h 4587875"/>
              <a:gd name="connsiteX2000" fmla="*/ 5486212 w 9408955"/>
              <a:gd name="connsiteY2000" fmla="*/ 2427312 h 4587875"/>
              <a:gd name="connsiteX2001" fmla="*/ 5508438 w 9408955"/>
              <a:gd name="connsiteY2001" fmla="*/ 2406036 h 4587875"/>
              <a:gd name="connsiteX2002" fmla="*/ 5467965 w 9408955"/>
              <a:gd name="connsiteY2002" fmla="*/ 2360034 h 4587875"/>
              <a:gd name="connsiteX2003" fmla="*/ 5454777 w 9408955"/>
              <a:gd name="connsiteY2003" fmla="*/ 2421677 h 4587875"/>
              <a:gd name="connsiteX2004" fmla="*/ 5486212 w 9408955"/>
              <a:gd name="connsiteY2004" fmla="*/ 2427312 h 4587875"/>
              <a:gd name="connsiteX2005" fmla="*/ 5176795 w 9408955"/>
              <a:gd name="connsiteY2005" fmla="*/ 2427405 h 4587875"/>
              <a:gd name="connsiteX2006" fmla="*/ 5200361 w 9408955"/>
              <a:gd name="connsiteY2006" fmla="*/ 2383933 h 4587875"/>
              <a:gd name="connsiteX2007" fmla="*/ 5150109 w 9408955"/>
              <a:gd name="connsiteY2007" fmla="*/ 2362542 h 4587875"/>
              <a:gd name="connsiteX2008" fmla="*/ 5158177 w 9408955"/>
              <a:gd name="connsiteY2008" fmla="*/ 2427175 h 4587875"/>
              <a:gd name="connsiteX2009" fmla="*/ 5176795 w 9408955"/>
              <a:gd name="connsiteY2009" fmla="*/ 2427405 h 4587875"/>
              <a:gd name="connsiteX2010" fmla="*/ 6712240 w 9408955"/>
              <a:gd name="connsiteY2010" fmla="*/ 2427441 h 4587875"/>
              <a:gd name="connsiteX2011" fmla="*/ 6741090 w 9408955"/>
              <a:gd name="connsiteY2011" fmla="*/ 2389445 h 4587875"/>
              <a:gd name="connsiteX2012" fmla="*/ 6682024 w 9408955"/>
              <a:gd name="connsiteY2012" fmla="*/ 2372390 h 4587875"/>
              <a:gd name="connsiteX2013" fmla="*/ 6693972 w 9408955"/>
              <a:gd name="connsiteY2013" fmla="*/ 2424453 h 4587875"/>
              <a:gd name="connsiteX2014" fmla="*/ 6712240 w 9408955"/>
              <a:gd name="connsiteY2014" fmla="*/ 2427441 h 4587875"/>
              <a:gd name="connsiteX2015" fmla="*/ 6502190 w 9408955"/>
              <a:gd name="connsiteY2015" fmla="*/ 2427555 h 4587875"/>
              <a:gd name="connsiteX2016" fmla="*/ 6536226 w 9408955"/>
              <a:gd name="connsiteY2016" fmla="*/ 2389499 h 4587875"/>
              <a:gd name="connsiteX2017" fmla="*/ 6476688 w 9408955"/>
              <a:gd name="connsiteY2017" fmla="*/ 2368927 h 4587875"/>
              <a:gd name="connsiteX2018" fmla="*/ 6483075 w 9408955"/>
              <a:gd name="connsiteY2018" fmla="*/ 2422412 h 4587875"/>
              <a:gd name="connsiteX2019" fmla="*/ 6502190 w 9408955"/>
              <a:gd name="connsiteY2019" fmla="*/ 2427555 h 4587875"/>
              <a:gd name="connsiteX2020" fmla="*/ 6397835 w 9408955"/>
              <a:gd name="connsiteY2020" fmla="*/ 2427558 h 4587875"/>
              <a:gd name="connsiteX2021" fmla="*/ 6434644 w 9408955"/>
              <a:gd name="connsiteY2021" fmla="*/ 2390617 h 4587875"/>
              <a:gd name="connsiteX2022" fmla="*/ 6382112 w 9408955"/>
              <a:gd name="connsiteY2022" fmla="*/ 2363268 h 4587875"/>
              <a:gd name="connsiteX2023" fmla="*/ 6378928 w 9408955"/>
              <a:gd name="connsiteY2023" fmla="*/ 2421873 h 4587875"/>
              <a:gd name="connsiteX2024" fmla="*/ 6397835 w 9408955"/>
              <a:gd name="connsiteY2024" fmla="*/ 2427558 h 4587875"/>
              <a:gd name="connsiteX2025" fmla="*/ 5367049 w 9408955"/>
              <a:gd name="connsiteY2025" fmla="*/ 2427596 h 4587875"/>
              <a:gd name="connsiteX2026" fmla="*/ 5405975 w 9408955"/>
              <a:gd name="connsiteY2026" fmla="*/ 2397492 h 4587875"/>
              <a:gd name="connsiteX2027" fmla="*/ 5365042 w 9408955"/>
              <a:gd name="connsiteY2027" fmla="*/ 2359551 h 4587875"/>
              <a:gd name="connsiteX2028" fmla="*/ 5350342 w 9408955"/>
              <a:gd name="connsiteY2028" fmla="*/ 2420256 h 4587875"/>
              <a:gd name="connsiteX2029" fmla="*/ 5367049 w 9408955"/>
              <a:gd name="connsiteY2029" fmla="*/ 2427596 h 4587875"/>
              <a:gd name="connsiteX2030" fmla="*/ 1773561 w 9408955"/>
              <a:gd name="connsiteY2030" fmla="*/ 2427658 h 4587875"/>
              <a:gd name="connsiteX2031" fmla="*/ 1809621 w 9408955"/>
              <a:gd name="connsiteY2031" fmla="*/ 2390441 h 4587875"/>
              <a:gd name="connsiteX2032" fmla="*/ 1745515 w 9408955"/>
              <a:gd name="connsiteY2032" fmla="*/ 2375964 h 4587875"/>
              <a:gd name="connsiteX2033" fmla="*/ 1754184 w 9408955"/>
              <a:gd name="connsiteY2033" fmla="*/ 2422109 h 4587875"/>
              <a:gd name="connsiteX2034" fmla="*/ 1773561 w 9408955"/>
              <a:gd name="connsiteY2034" fmla="*/ 2427658 h 4587875"/>
              <a:gd name="connsiteX2035" fmla="*/ 7324586 w 9408955"/>
              <a:gd name="connsiteY2035" fmla="*/ 2427877 h 4587875"/>
              <a:gd name="connsiteX2036" fmla="*/ 7354632 w 9408955"/>
              <a:gd name="connsiteY2036" fmla="*/ 2411510 h 4587875"/>
              <a:gd name="connsiteX2037" fmla="*/ 7350499 w 9408955"/>
              <a:gd name="connsiteY2037" fmla="*/ 2365658 h 4587875"/>
              <a:gd name="connsiteX2038" fmla="*/ 7301599 w 9408955"/>
              <a:gd name="connsiteY2038" fmla="*/ 2366114 h 4587875"/>
              <a:gd name="connsiteX2039" fmla="*/ 7294023 w 9408955"/>
              <a:gd name="connsiteY2039" fmla="*/ 2411738 h 4587875"/>
              <a:gd name="connsiteX2040" fmla="*/ 7324586 w 9408955"/>
              <a:gd name="connsiteY2040" fmla="*/ 2427877 h 4587875"/>
              <a:gd name="connsiteX2041" fmla="*/ 6085279 w 9408955"/>
              <a:gd name="connsiteY2041" fmla="*/ 2428020 h 4587875"/>
              <a:gd name="connsiteX2042" fmla="*/ 6125341 w 9408955"/>
              <a:gd name="connsiteY2042" fmla="*/ 2390604 h 4587875"/>
              <a:gd name="connsiteX2043" fmla="*/ 6061807 w 9408955"/>
              <a:gd name="connsiteY2043" fmla="*/ 2374219 h 4587875"/>
              <a:gd name="connsiteX2044" fmla="*/ 6066103 w 9408955"/>
              <a:gd name="connsiteY2044" fmla="*/ 2418988 h 4587875"/>
              <a:gd name="connsiteX2045" fmla="*/ 6085279 w 9408955"/>
              <a:gd name="connsiteY2045" fmla="*/ 2428020 h 4587875"/>
              <a:gd name="connsiteX2046" fmla="*/ 4652039 w 9408955"/>
              <a:gd name="connsiteY2046" fmla="*/ 2428286 h 4587875"/>
              <a:gd name="connsiteX2047" fmla="*/ 4686985 w 9408955"/>
              <a:gd name="connsiteY2047" fmla="*/ 2390653 h 4587875"/>
              <a:gd name="connsiteX2048" fmla="*/ 4626866 w 9408955"/>
              <a:gd name="connsiteY2048" fmla="*/ 2369508 h 4587875"/>
              <a:gd name="connsiteX2049" fmla="*/ 4633520 w 9408955"/>
              <a:gd name="connsiteY2049" fmla="*/ 2422712 h 4587875"/>
              <a:gd name="connsiteX2050" fmla="*/ 4652039 w 9408955"/>
              <a:gd name="connsiteY2050" fmla="*/ 2428286 h 4587875"/>
              <a:gd name="connsiteX2051" fmla="*/ 5988405 w 9408955"/>
              <a:gd name="connsiteY2051" fmla="*/ 2428288 h 4587875"/>
              <a:gd name="connsiteX2052" fmla="*/ 6023199 w 9408955"/>
              <a:gd name="connsiteY2052" fmla="*/ 2391105 h 4587875"/>
              <a:gd name="connsiteX2053" fmla="*/ 5959622 w 9408955"/>
              <a:gd name="connsiteY2053" fmla="*/ 2376250 h 4587875"/>
              <a:gd name="connsiteX2054" fmla="*/ 5969262 w 9408955"/>
              <a:gd name="connsiteY2054" fmla="*/ 2423329 h 4587875"/>
              <a:gd name="connsiteX2055" fmla="*/ 5988405 w 9408955"/>
              <a:gd name="connsiteY2055" fmla="*/ 2428288 h 4587875"/>
              <a:gd name="connsiteX2056" fmla="*/ 4758520 w 9408955"/>
              <a:gd name="connsiteY2056" fmla="*/ 2428335 h 4587875"/>
              <a:gd name="connsiteX2057" fmla="*/ 4790382 w 9408955"/>
              <a:gd name="connsiteY2057" fmla="*/ 2382837 h 4587875"/>
              <a:gd name="connsiteX2058" fmla="*/ 4728651 w 9408955"/>
              <a:gd name="connsiteY2058" fmla="*/ 2365323 h 4587875"/>
              <a:gd name="connsiteX2059" fmla="*/ 4737567 w 9408955"/>
              <a:gd name="connsiteY2059" fmla="*/ 2423165 h 4587875"/>
              <a:gd name="connsiteX2060" fmla="*/ 4758520 w 9408955"/>
              <a:gd name="connsiteY2060" fmla="*/ 2428335 h 4587875"/>
              <a:gd name="connsiteX2061" fmla="*/ 5069150 w 9408955"/>
              <a:gd name="connsiteY2061" fmla="*/ 2428427 h 4587875"/>
              <a:gd name="connsiteX2062" fmla="*/ 5097774 w 9408955"/>
              <a:gd name="connsiteY2062" fmla="*/ 2397796 h 4587875"/>
              <a:gd name="connsiteX2063" fmla="*/ 5051636 w 9408955"/>
              <a:gd name="connsiteY2063" fmla="*/ 2361493 h 4587875"/>
              <a:gd name="connsiteX2064" fmla="*/ 5054124 w 9408955"/>
              <a:gd name="connsiteY2064" fmla="*/ 2427163 h 4587875"/>
              <a:gd name="connsiteX2065" fmla="*/ 5069150 w 9408955"/>
              <a:gd name="connsiteY2065" fmla="*/ 2428427 h 4587875"/>
              <a:gd name="connsiteX2066" fmla="*/ 4348110 w 9408955"/>
              <a:gd name="connsiteY2066" fmla="*/ 2430462 h 4587875"/>
              <a:gd name="connsiteX2067" fmla="*/ 4370607 w 9408955"/>
              <a:gd name="connsiteY2067" fmla="*/ 2369456 h 4587875"/>
              <a:gd name="connsiteX2068" fmla="*/ 4310765 w 9408955"/>
              <a:gd name="connsiteY2068" fmla="*/ 2396898 h 4587875"/>
              <a:gd name="connsiteX2069" fmla="*/ 4348110 w 9408955"/>
              <a:gd name="connsiteY2069" fmla="*/ 2430462 h 4587875"/>
              <a:gd name="connsiteX2070" fmla="*/ 7542083 w 9408955"/>
              <a:gd name="connsiteY2070" fmla="*/ 2528954 h 4587875"/>
              <a:gd name="connsiteX2071" fmla="*/ 7562692 w 9408955"/>
              <a:gd name="connsiteY2071" fmla="*/ 2506689 h 4587875"/>
              <a:gd name="connsiteX2072" fmla="*/ 7519149 w 9408955"/>
              <a:gd name="connsiteY2072" fmla="*/ 2464633 h 4587875"/>
              <a:gd name="connsiteX2073" fmla="*/ 7510758 w 9408955"/>
              <a:gd name="connsiteY2073" fmla="*/ 2526255 h 4587875"/>
              <a:gd name="connsiteX2074" fmla="*/ 7542083 w 9408955"/>
              <a:gd name="connsiteY2074" fmla="*/ 2528954 h 4587875"/>
              <a:gd name="connsiteX2075" fmla="*/ 5379036 w 9408955"/>
              <a:gd name="connsiteY2075" fmla="*/ 2530234 h 4587875"/>
              <a:gd name="connsiteX2076" fmla="*/ 5377653 w 9408955"/>
              <a:gd name="connsiteY2076" fmla="*/ 2462913 h 4587875"/>
              <a:gd name="connsiteX2077" fmla="*/ 5337300 w 9408955"/>
              <a:gd name="connsiteY2077" fmla="*/ 2510674 h 4587875"/>
              <a:gd name="connsiteX2078" fmla="*/ 5379036 w 9408955"/>
              <a:gd name="connsiteY2078" fmla="*/ 2530234 h 4587875"/>
              <a:gd name="connsiteX2079" fmla="*/ 6710202 w 9408955"/>
              <a:gd name="connsiteY2079" fmla="*/ 2530608 h 4587875"/>
              <a:gd name="connsiteX2080" fmla="*/ 6733611 w 9408955"/>
              <a:gd name="connsiteY2080" fmla="*/ 2520912 h 4587875"/>
              <a:gd name="connsiteX2081" fmla="*/ 6707375 w 9408955"/>
              <a:gd name="connsiteY2081" fmla="*/ 2462682 h 4587875"/>
              <a:gd name="connsiteX2082" fmla="*/ 6686114 w 9408955"/>
              <a:gd name="connsiteY2082" fmla="*/ 2522732 h 4587875"/>
              <a:gd name="connsiteX2083" fmla="*/ 6710202 w 9408955"/>
              <a:gd name="connsiteY2083" fmla="*/ 2530608 h 4587875"/>
              <a:gd name="connsiteX2084" fmla="*/ 7319930 w 9408955"/>
              <a:gd name="connsiteY2084" fmla="*/ 2530708 h 4587875"/>
              <a:gd name="connsiteX2085" fmla="*/ 7358324 w 9408955"/>
              <a:gd name="connsiteY2085" fmla="*/ 2502065 h 4587875"/>
              <a:gd name="connsiteX2086" fmla="*/ 7313390 w 9408955"/>
              <a:gd name="connsiteY2086" fmla="*/ 2464117 h 4587875"/>
              <a:gd name="connsiteX2087" fmla="*/ 7303126 w 9408955"/>
              <a:gd name="connsiteY2087" fmla="*/ 2524696 h 4587875"/>
              <a:gd name="connsiteX2088" fmla="*/ 7319930 w 9408955"/>
              <a:gd name="connsiteY2088" fmla="*/ 2530708 h 4587875"/>
              <a:gd name="connsiteX2089" fmla="*/ 5575438 w 9408955"/>
              <a:gd name="connsiteY2089" fmla="*/ 2530900 h 4587875"/>
              <a:gd name="connsiteX2090" fmla="*/ 5612189 w 9408955"/>
              <a:gd name="connsiteY2090" fmla="*/ 2502065 h 4587875"/>
              <a:gd name="connsiteX2091" fmla="*/ 5560595 w 9408955"/>
              <a:gd name="connsiteY2091" fmla="*/ 2465717 h 4587875"/>
              <a:gd name="connsiteX2092" fmla="*/ 5559249 w 9408955"/>
              <a:gd name="connsiteY2092" fmla="*/ 2525839 h 4587875"/>
              <a:gd name="connsiteX2093" fmla="*/ 5575438 w 9408955"/>
              <a:gd name="connsiteY2093" fmla="*/ 2530900 h 4587875"/>
              <a:gd name="connsiteX2094" fmla="*/ 4444179 w 9408955"/>
              <a:gd name="connsiteY2094" fmla="*/ 2530962 h 4587875"/>
              <a:gd name="connsiteX2095" fmla="*/ 4481703 w 9408955"/>
              <a:gd name="connsiteY2095" fmla="*/ 2493842 h 4587875"/>
              <a:gd name="connsiteX2096" fmla="*/ 4419149 w 9408955"/>
              <a:gd name="connsiteY2096" fmla="*/ 2474972 h 4587875"/>
              <a:gd name="connsiteX2097" fmla="*/ 4424920 w 9408955"/>
              <a:gd name="connsiteY2097" fmla="*/ 2523853 h 4587875"/>
              <a:gd name="connsiteX2098" fmla="*/ 4444179 w 9408955"/>
              <a:gd name="connsiteY2098" fmla="*/ 2530962 h 4587875"/>
              <a:gd name="connsiteX2099" fmla="*/ 7425936 w 9408955"/>
              <a:gd name="connsiteY2099" fmla="*/ 2531015 h 4587875"/>
              <a:gd name="connsiteX2100" fmla="*/ 7460412 w 9408955"/>
              <a:gd name="connsiteY2100" fmla="*/ 2495663 h 4587875"/>
              <a:gd name="connsiteX2101" fmla="*/ 7397592 w 9408955"/>
              <a:gd name="connsiteY2101" fmla="*/ 2478783 h 4587875"/>
              <a:gd name="connsiteX2102" fmla="*/ 7407797 w 9408955"/>
              <a:gd name="connsiteY2102" fmla="*/ 2525821 h 4587875"/>
              <a:gd name="connsiteX2103" fmla="*/ 7425936 w 9408955"/>
              <a:gd name="connsiteY2103" fmla="*/ 2531015 h 4587875"/>
              <a:gd name="connsiteX2104" fmla="*/ 1665032 w 9408955"/>
              <a:gd name="connsiteY2104" fmla="*/ 2531062 h 4587875"/>
              <a:gd name="connsiteX2105" fmla="*/ 1703508 w 9408955"/>
              <a:gd name="connsiteY2105" fmla="*/ 2510729 h 4587875"/>
              <a:gd name="connsiteX2106" fmla="*/ 1695521 w 9408955"/>
              <a:gd name="connsiteY2106" fmla="*/ 2470920 h 4587875"/>
              <a:gd name="connsiteX2107" fmla="*/ 1647829 w 9408955"/>
              <a:gd name="connsiteY2107" fmla="*/ 2471148 h 4587875"/>
              <a:gd name="connsiteX2108" fmla="*/ 1650795 w 9408955"/>
              <a:gd name="connsiteY2108" fmla="*/ 2523998 h 4587875"/>
              <a:gd name="connsiteX2109" fmla="*/ 1665032 w 9408955"/>
              <a:gd name="connsiteY2109" fmla="*/ 2531062 h 4587875"/>
              <a:gd name="connsiteX2110" fmla="*/ 4551292 w 9408955"/>
              <a:gd name="connsiteY2110" fmla="*/ 2531119 h 4587875"/>
              <a:gd name="connsiteX2111" fmla="*/ 4572921 w 9408955"/>
              <a:gd name="connsiteY2111" fmla="*/ 2524324 h 4587875"/>
              <a:gd name="connsiteX2112" fmla="*/ 4549956 w 9408955"/>
              <a:gd name="connsiteY2112" fmla="*/ 2464042 h 4587875"/>
              <a:gd name="connsiteX2113" fmla="*/ 4529492 w 9408955"/>
              <a:gd name="connsiteY2113" fmla="*/ 2525461 h 4587875"/>
              <a:gd name="connsiteX2114" fmla="*/ 4551292 w 9408955"/>
              <a:gd name="connsiteY2114" fmla="*/ 2531119 h 4587875"/>
              <a:gd name="connsiteX2115" fmla="*/ 1366194 w 9408955"/>
              <a:gd name="connsiteY2115" fmla="*/ 2531147 h 4587875"/>
              <a:gd name="connsiteX2116" fmla="*/ 1400283 w 9408955"/>
              <a:gd name="connsiteY2116" fmla="*/ 2487980 h 4587875"/>
              <a:gd name="connsiteX2117" fmla="*/ 1333008 w 9408955"/>
              <a:gd name="connsiteY2117" fmla="*/ 2480063 h 4587875"/>
              <a:gd name="connsiteX2118" fmla="*/ 1346008 w 9408955"/>
              <a:gd name="connsiteY2118" fmla="*/ 2525305 h 4587875"/>
              <a:gd name="connsiteX2119" fmla="*/ 1366194 w 9408955"/>
              <a:gd name="connsiteY2119" fmla="*/ 2531147 h 4587875"/>
              <a:gd name="connsiteX2120" fmla="*/ 1771743 w 9408955"/>
              <a:gd name="connsiteY2120" fmla="*/ 2531158 h 4587875"/>
              <a:gd name="connsiteX2121" fmla="*/ 1809542 w 9408955"/>
              <a:gd name="connsiteY2121" fmla="*/ 2502807 h 4587875"/>
              <a:gd name="connsiteX2122" fmla="*/ 1762353 w 9408955"/>
              <a:gd name="connsiteY2122" fmla="*/ 2464706 h 4587875"/>
              <a:gd name="connsiteX2123" fmla="*/ 1754951 w 9408955"/>
              <a:gd name="connsiteY2123" fmla="*/ 2525712 h 4587875"/>
              <a:gd name="connsiteX2124" fmla="*/ 1771743 w 9408955"/>
              <a:gd name="connsiteY2124" fmla="*/ 2531158 h 4587875"/>
              <a:gd name="connsiteX2125" fmla="*/ 5679877 w 9408955"/>
              <a:gd name="connsiteY2125" fmla="*/ 2531236 h 4587875"/>
              <a:gd name="connsiteX2126" fmla="*/ 5715944 w 9408955"/>
              <a:gd name="connsiteY2126" fmla="*/ 2494877 h 4587875"/>
              <a:gd name="connsiteX2127" fmla="*/ 5650968 w 9408955"/>
              <a:gd name="connsiteY2127" fmla="*/ 2477054 h 4587875"/>
              <a:gd name="connsiteX2128" fmla="*/ 5661034 w 9408955"/>
              <a:gd name="connsiteY2128" fmla="*/ 2526689 h 4587875"/>
              <a:gd name="connsiteX2129" fmla="*/ 5679877 w 9408955"/>
              <a:gd name="connsiteY2129" fmla="*/ 2531236 h 4587875"/>
              <a:gd name="connsiteX2130" fmla="*/ 2080641 w 9408955"/>
              <a:gd name="connsiteY2130" fmla="*/ 2531277 h 4587875"/>
              <a:gd name="connsiteX2131" fmla="*/ 2119816 w 9408955"/>
              <a:gd name="connsiteY2131" fmla="*/ 2495090 h 4587875"/>
              <a:gd name="connsiteX2132" fmla="*/ 2051086 w 9408955"/>
              <a:gd name="connsiteY2132" fmla="*/ 2480502 h 4587875"/>
              <a:gd name="connsiteX2133" fmla="*/ 2061538 w 9408955"/>
              <a:gd name="connsiteY2133" fmla="*/ 2524492 h 4587875"/>
              <a:gd name="connsiteX2134" fmla="*/ 2080641 w 9408955"/>
              <a:gd name="connsiteY2134" fmla="*/ 2531277 h 4587875"/>
              <a:gd name="connsiteX2135" fmla="*/ 5065098 w 9408955"/>
              <a:gd name="connsiteY2135" fmla="*/ 2531331 h 4587875"/>
              <a:gd name="connsiteX2136" fmla="*/ 5096682 w 9408955"/>
              <a:gd name="connsiteY2136" fmla="*/ 2487016 h 4587875"/>
              <a:gd name="connsiteX2137" fmla="*/ 5031062 w 9408955"/>
              <a:gd name="connsiteY2137" fmla="*/ 2486334 h 4587875"/>
              <a:gd name="connsiteX2138" fmla="*/ 5044818 w 9408955"/>
              <a:gd name="connsiteY2138" fmla="*/ 2525895 h 4587875"/>
              <a:gd name="connsiteX2139" fmla="*/ 5065098 w 9408955"/>
              <a:gd name="connsiteY2139" fmla="*/ 2531331 h 4587875"/>
              <a:gd name="connsiteX2140" fmla="*/ 5472674 w 9408955"/>
              <a:gd name="connsiteY2140" fmla="*/ 2531336 h 4587875"/>
              <a:gd name="connsiteX2141" fmla="*/ 5509817 w 9408955"/>
              <a:gd name="connsiteY2141" fmla="*/ 2494496 h 4587875"/>
              <a:gd name="connsiteX2142" fmla="*/ 5461005 w 9408955"/>
              <a:gd name="connsiteY2142" fmla="*/ 2464549 h 4587875"/>
              <a:gd name="connsiteX2143" fmla="*/ 5454163 w 9408955"/>
              <a:gd name="connsiteY2143" fmla="*/ 2525585 h 4587875"/>
              <a:gd name="connsiteX2144" fmla="*/ 5472674 w 9408955"/>
              <a:gd name="connsiteY2144" fmla="*/ 2531336 h 4587875"/>
              <a:gd name="connsiteX2145" fmla="*/ 5788993 w 9408955"/>
              <a:gd name="connsiteY2145" fmla="*/ 2531466 h 4587875"/>
              <a:gd name="connsiteX2146" fmla="*/ 5813579 w 9408955"/>
              <a:gd name="connsiteY2146" fmla="*/ 2516758 h 4587875"/>
              <a:gd name="connsiteX2147" fmla="*/ 5790317 w 9408955"/>
              <a:gd name="connsiteY2147" fmla="*/ 2463397 h 4587875"/>
              <a:gd name="connsiteX2148" fmla="*/ 5761298 w 9408955"/>
              <a:gd name="connsiteY2148" fmla="*/ 2524283 h 4587875"/>
              <a:gd name="connsiteX2149" fmla="*/ 5788993 w 9408955"/>
              <a:gd name="connsiteY2149" fmla="*/ 2531466 h 4587875"/>
              <a:gd name="connsiteX2150" fmla="*/ 6190742 w 9408955"/>
              <a:gd name="connsiteY2150" fmla="*/ 2531548 h 4587875"/>
              <a:gd name="connsiteX2151" fmla="*/ 6228032 w 9408955"/>
              <a:gd name="connsiteY2151" fmla="*/ 2488366 h 4587875"/>
              <a:gd name="connsiteX2152" fmla="*/ 6162079 w 9408955"/>
              <a:gd name="connsiteY2152" fmla="*/ 2480310 h 4587875"/>
              <a:gd name="connsiteX2153" fmla="*/ 6170494 w 9408955"/>
              <a:gd name="connsiteY2153" fmla="*/ 2523815 h 4587875"/>
              <a:gd name="connsiteX2154" fmla="*/ 6190742 w 9408955"/>
              <a:gd name="connsiteY2154" fmla="*/ 2531548 h 4587875"/>
              <a:gd name="connsiteX2155" fmla="*/ 1467187 w 9408955"/>
              <a:gd name="connsiteY2155" fmla="*/ 2531564 h 4587875"/>
              <a:gd name="connsiteX2156" fmla="*/ 1500720 w 9408955"/>
              <a:gd name="connsiteY2156" fmla="*/ 2494899 h 4587875"/>
              <a:gd name="connsiteX2157" fmla="*/ 1457260 w 9408955"/>
              <a:gd name="connsiteY2157" fmla="*/ 2465127 h 4587875"/>
              <a:gd name="connsiteX2158" fmla="*/ 1448751 w 9408955"/>
              <a:gd name="connsiteY2158" fmla="*/ 2525799 h 4587875"/>
              <a:gd name="connsiteX2159" fmla="*/ 1467187 w 9408955"/>
              <a:gd name="connsiteY2159" fmla="*/ 2531564 h 4587875"/>
              <a:gd name="connsiteX2160" fmla="*/ 6499655 w 9408955"/>
              <a:gd name="connsiteY2160" fmla="*/ 2531589 h 4587875"/>
              <a:gd name="connsiteX2161" fmla="*/ 6535543 w 9408955"/>
              <a:gd name="connsiteY2161" fmla="*/ 2502974 h 4587875"/>
              <a:gd name="connsiteX2162" fmla="*/ 6490387 w 9408955"/>
              <a:gd name="connsiteY2162" fmla="*/ 2464791 h 4587875"/>
              <a:gd name="connsiteX2163" fmla="*/ 6483317 w 9408955"/>
              <a:gd name="connsiteY2163" fmla="*/ 2526752 h 4587875"/>
              <a:gd name="connsiteX2164" fmla="*/ 6499655 w 9408955"/>
              <a:gd name="connsiteY2164" fmla="*/ 2531589 h 4587875"/>
              <a:gd name="connsiteX2165" fmla="*/ 6296725 w 9408955"/>
              <a:gd name="connsiteY2165" fmla="*/ 2531609 h 4587875"/>
              <a:gd name="connsiteX2166" fmla="*/ 6331604 w 9408955"/>
              <a:gd name="connsiteY2166" fmla="*/ 2486493 h 4587875"/>
              <a:gd name="connsiteX2167" fmla="*/ 6265996 w 9408955"/>
              <a:gd name="connsiteY2167" fmla="*/ 2480552 h 4587875"/>
              <a:gd name="connsiteX2168" fmla="*/ 6275597 w 9408955"/>
              <a:gd name="connsiteY2168" fmla="*/ 2524654 h 4587875"/>
              <a:gd name="connsiteX2169" fmla="*/ 6296725 w 9408955"/>
              <a:gd name="connsiteY2169" fmla="*/ 2531609 h 4587875"/>
              <a:gd name="connsiteX2170" fmla="*/ 4239364 w 9408955"/>
              <a:gd name="connsiteY2170" fmla="*/ 2531651 h 4587875"/>
              <a:gd name="connsiteX2171" fmla="*/ 4277004 w 9408955"/>
              <a:gd name="connsiteY2171" fmla="*/ 2501673 h 4587875"/>
              <a:gd name="connsiteX2172" fmla="*/ 4224472 w 9408955"/>
              <a:gd name="connsiteY2172" fmla="*/ 2467202 h 4587875"/>
              <a:gd name="connsiteX2173" fmla="*/ 4222652 w 9408955"/>
              <a:gd name="connsiteY2173" fmla="*/ 2526393 h 4587875"/>
              <a:gd name="connsiteX2174" fmla="*/ 4239364 w 9408955"/>
              <a:gd name="connsiteY2174" fmla="*/ 2531651 h 4587875"/>
              <a:gd name="connsiteX2175" fmla="*/ 5987253 w 9408955"/>
              <a:gd name="connsiteY2175" fmla="*/ 2531667 h 4587875"/>
              <a:gd name="connsiteX2176" fmla="*/ 6021875 w 9408955"/>
              <a:gd name="connsiteY2176" fmla="*/ 2494966 h 4587875"/>
              <a:gd name="connsiteX2177" fmla="*/ 5962550 w 9408955"/>
              <a:gd name="connsiteY2177" fmla="*/ 2474169 h 4587875"/>
              <a:gd name="connsiteX2178" fmla="*/ 5968938 w 9408955"/>
              <a:gd name="connsiteY2178" fmla="*/ 2525818 h 4587875"/>
              <a:gd name="connsiteX2179" fmla="*/ 5987253 w 9408955"/>
              <a:gd name="connsiteY2179" fmla="*/ 2531667 h 4587875"/>
              <a:gd name="connsiteX2180" fmla="*/ 6806421 w 9408955"/>
              <a:gd name="connsiteY2180" fmla="*/ 2531675 h 4587875"/>
              <a:gd name="connsiteX2181" fmla="*/ 6844650 w 9408955"/>
              <a:gd name="connsiteY2181" fmla="*/ 2502899 h 4587875"/>
              <a:gd name="connsiteX2182" fmla="*/ 6799037 w 9408955"/>
              <a:gd name="connsiteY2182" fmla="*/ 2464184 h 4587875"/>
              <a:gd name="connsiteX2183" fmla="*/ 6789915 w 9408955"/>
              <a:gd name="connsiteY2183" fmla="*/ 2525252 h 4587875"/>
              <a:gd name="connsiteX2184" fmla="*/ 6806421 w 9408955"/>
              <a:gd name="connsiteY2184" fmla="*/ 2531675 h 4587875"/>
              <a:gd name="connsiteX2185" fmla="*/ 6398101 w 9408955"/>
              <a:gd name="connsiteY2185" fmla="*/ 2531711 h 4587875"/>
              <a:gd name="connsiteX2186" fmla="*/ 6434929 w 9408955"/>
              <a:gd name="connsiteY2186" fmla="*/ 2495083 h 4587875"/>
              <a:gd name="connsiteX2187" fmla="*/ 6374165 w 9408955"/>
              <a:gd name="connsiteY2187" fmla="*/ 2474237 h 4587875"/>
              <a:gd name="connsiteX2188" fmla="*/ 6379771 w 9408955"/>
              <a:gd name="connsiteY2188" fmla="*/ 2525551 h 4587875"/>
              <a:gd name="connsiteX2189" fmla="*/ 6398101 w 9408955"/>
              <a:gd name="connsiteY2189" fmla="*/ 2531711 h 4587875"/>
              <a:gd name="connsiteX2190" fmla="*/ 1877987 w 9408955"/>
              <a:gd name="connsiteY2190" fmla="*/ 2531738 h 4587875"/>
              <a:gd name="connsiteX2191" fmla="*/ 1913974 w 9408955"/>
              <a:gd name="connsiteY2191" fmla="*/ 2494846 h 4587875"/>
              <a:gd name="connsiteX2192" fmla="*/ 1851718 w 9408955"/>
              <a:gd name="connsiteY2192" fmla="*/ 2472621 h 4587875"/>
              <a:gd name="connsiteX2193" fmla="*/ 1859269 w 9408955"/>
              <a:gd name="connsiteY2193" fmla="*/ 2526236 h 4587875"/>
              <a:gd name="connsiteX2194" fmla="*/ 1877987 w 9408955"/>
              <a:gd name="connsiteY2194" fmla="*/ 2531738 h 4587875"/>
              <a:gd name="connsiteX2195" fmla="*/ 7216847 w 9408955"/>
              <a:gd name="connsiteY2195" fmla="*/ 2531776 h 4587875"/>
              <a:gd name="connsiteX2196" fmla="*/ 7255850 w 9408955"/>
              <a:gd name="connsiteY2196" fmla="*/ 2503418 h 4587875"/>
              <a:gd name="connsiteX2197" fmla="*/ 7213895 w 9408955"/>
              <a:gd name="connsiteY2197" fmla="*/ 2464779 h 4587875"/>
              <a:gd name="connsiteX2198" fmla="*/ 7200288 w 9408955"/>
              <a:gd name="connsiteY2198" fmla="*/ 2525139 h 4587875"/>
              <a:gd name="connsiteX2199" fmla="*/ 7216847 w 9408955"/>
              <a:gd name="connsiteY2199" fmla="*/ 2531776 h 4587875"/>
              <a:gd name="connsiteX2200" fmla="*/ 5881552 w 9408955"/>
              <a:gd name="connsiteY2200" fmla="*/ 2531786 h 4587875"/>
              <a:gd name="connsiteX2201" fmla="*/ 5919652 w 9408955"/>
              <a:gd name="connsiteY2201" fmla="*/ 2503391 h 4587875"/>
              <a:gd name="connsiteX2202" fmla="*/ 5873969 w 9408955"/>
              <a:gd name="connsiteY2202" fmla="*/ 2465417 h 4587875"/>
              <a:gd name="connsiteX2203" fmla="*/ 5865149 w 9408955"/>
              <a:gd name="connsiteY2203" fmla="*/ 2525675 h 4587875"/>
              <a:gd name="connsiteX2204" fmla="*/ 5881552 w 9408955"/>
              <a:gd name="connsiteY2204" fmla="*/ 2531786 h 4587875"/>
              <a:gd name="connsiteX2205" fmla="*/ 4757838 w 9408955"/>
              <a:gd name="connsiteY2205" fmla="*/ 2531786 h 4587875"/>
              <a:gd name="connsiteX2206" fmla="*/ 4790872 w 9408955"/>
              <a:gd name="connsiteY2206" fmla="*/ 2488273 h 4587875"/>
              <a:gd name="connsiteX2207" fmla="*/ 4730435 w 9408955"/>
              <a:gd name="connsiteY2207" fmla="*/ 2471504 h 4587875"/>
              <a:gd name="connsiteX2208" fmla="*/ 4737961 w 9408955"/>
              <a:gd name="connsiteY2208" fmla="*/ 2526865 h 4587875"/>
              <a:gd name="connsiteX2209" fmla="*/ 4757838 w 9408955"/>
              <a:gd name="connsiteY2209" fmla="*/ 2531786 h 4587875"/>
              <a:gd name="connsiteX2210" fmla="*/ 1983014 w 9408955"/>
              <a:gd name="connsiteY2210" fmla="*/ 2531792 h 4587875"/>
              <a:gd name="connsiteX2211" fmla="*/ 2016147 w 9408955"/>
              <a:gd name="connsiteY2211" fmla="*/ 2488515 h 4587875"/>
              <a:gd name="connsiteX2212" fmla="*/ 1948373 w 9408955"/>
              <a:gd name="connsiteY2212" fmla="*/ 2481395 h 4587875"/>
              <a:gd name="connsiteX2213" fmla="*/ 1962899 w 9408955"/>
              <a:gd name="connsiteY2213" fmla="*/ 2526639 h 4587875"/>
              <a:gd name="connsiteX2214" fmla="*/ 1983014 w 9408955"/>
              <a:gd name="connsiteY2214" fmla="*/ 2531792 h 4587875"/>
              <a:gd name="connsiteX2215" fmla="*/ 4338693 w 9408955"/>
              <a:gd name="connsiteY2215" fmla="*/ 2531842 h 4587875"/>
              <a:gd name="connsiteX2216" fmla="*/ 4378604 w 9408955"/>
              <a:gd name="connsiteY2216" fmla="*/ 2501737 h 4587875"/>
              <a:gd name="connsiteX2217" fmla="*/ 4335850 w 9408955"/>
              <a:gd name="connsiteY2217" fmla="*/ 2463508 h 4587875"/>
              <a:gd name="connsiteX2218" fmla="*/ 4321978 w 9408955"/>
              <a:gd name="connsiteY2218" fmla="*/ 2523979 h 4587875"/>
              <a:gd name="connsiteX2219" fmla="*/ 4338693 w 9408955"/>
              <a:gd name="connsiteY2219" fmla="*/ 2531842 h 4587875"/>
              <a:gd name="connsiteX2220" fmla="*/ 7120990 w 9408955"/>
              <a:gd name="connsiteY2220" fmla="*/ 2531936 h 4587875"/>
              <a:gd name="connsiteX2221" fmla="*/ 7153369 w 9408955"/>
              <a:gd name="connsiteY2221" fmla="*/ 2488698 h 4587875"/>
              <a:gd name="connsiteX2222" fmla="*/ 7090491 w 9408955"/>
              <a:gd name="connsiteY2222" fmla="*/ 2476232 h 4587875"/>
              <a:gd name="connsiteX2223" fmla="*/ 7101122 w 9408955"/>
              <a:gd name="connsiteY2223" fmla="*/ 2526786 h 4587875"/>
              <a:gd name="connsiteX2224" fmla="*/ 7120990 w 9408955"/>
              <a:gd name="connsiteY2224" fmla="*/ 2531936 h 4587875"/>
              <a:gd name="connsiteX2225" fmla="*/ 6912494 w 9408955"/>
              <a:gd name="connsiteY2225" fmla="*/ 2532010 h 4587875"/>
              <a:gd name="connsiteX2226" fmla="*/ 6947676 w 9408955"/>
              <a:gd name="connsiteY2226" fmla="*/ 2495072 h 4587875"/>
              <a:gd name="connsiteX2227" fmla="*/ 6900599 w 9408955"/>
              <a:gd name="connsiteY2227" fmla="*/ 2465202 h 4587875"/>
              <a:gd name="connsiteX2228" fmla="*/ 6894322 w 9408955"/>
              <a:gd name="connsiteY2228" fmla="*/ 2526994 h 4587875"/>
              <a:gd name="connsiteX2229" fmla="*/ 6912494 w 9408955"/>
              <a:gd name="connsiteY2229" fmla="*/ 2532010 h 4587875"/>
              <a:gd name="connsiteX2230" fmla="*/ 7016531 w 9408955"/>
              <a:gd name="connsiteY2230" fmla="*/ 2532047 h 4587875"/>
              <a:gd name="connsiteX2231" fmla="*/ 7052369 w 9408955"/>
              <a:gd name="connsiteY2231" fmla="*/ 2494724 h 4587875"/>
              <a:gd name="connsiteX2232" fmla="*/ 6999237 w 9408955"/>
              <a:gd name="connsiteY2232" fmla="*/ 2467292 h 4587875"/>
              <a:gd name="connsiteX2233" fmla="*/ 6997857 w 9408955"/>
              <a:gd name="connsiteY2233" fmla="*/ 2526957 h 4587875"/>
              <a:gd name="connsiteX2234" fmla="*/ 7016531 w 9408955"/>
              <a:gd name="connsiteY2234" fmla="*/ 2532047 h 4587875"/>
              <a:gd name="connsiteX2235" fmla="*/ 6091116 w 9408955"/>
              <a:gd name="connsiteY2235" fmla="*/ 2532076 h 4587875"/>
              <a:gd name="connsiteX2236" fmla="*/ 6125986 w 9408955"/>
              <a:gd name="connsiteY2236" fmla="*/ 2495655 h 4587875"/>
              <a:gd name="connsiteX2237" fmla="*/ 6074203 w 9408955"/>
              <a:gd name="connsiteY2237" fmla="*/ 2467231 h 4587875"/>
              <a:gd name="connsiteX2238" fmla="*/ 6072834 w 9408955"/>
              <a:gd name="connsiteY2238" fmla="*/ 2526807 h 4587875"/>
              <a:gd name="connsiteX2239" fmla="*/ 6091116 w 9408955"/>
              <a:gd name="connsiteY2239" fmla="*/ 2532076 h 4587875"/>
              <a:gd name="connsiteX2240" fmla="*/ 5270621 w 9408955"/>
              <a:gd name="connsiteY2240" fmla="*/ 2532094 h 4587875"/>
              <a:gd name="connsiteX2241" fmla="*/ 5303442 w 9408955"/>
              <a:gd name="connsiteY2241" fmla="*/ 2495066 h 4587875"/>
              <a:gd name="connsiteX2242" fmla="*/ 5244525 w 9408955"/>
              <a:gd name="connsiteY2242" fmla="*/ 2472378 h 4587875"/>
              <a:gd name="connsiteX2243" fmla="*/ 5252487 w 9408955"/>
              <a:gd name="connsiteY2243" fmla="*/ 2527150 h 4587875"/>
              <a:gd name="connsiteX2244" fmla="*/ 5270621 w 9408955"/>
              <a:gd name="connsiteY2244" fmla="*/ 2532094 h 4587875"/>
              <a:gd name="connsiteX2245" fmla="*/ 4652865 w 9408955"/>
              <a:gd name="connsiteY2245" fmla="*/ 2532169 h 4587875"/>
              <a:gd name="connsiteX2246" fmla="*/ 4687276 w 9408955"/>
              <a:gd name="connsiteY2246" fmla="*/ 2495432 h 4587875"/>
              <a:gd name="connsiteX2247" fmla="*/ 4626270 w 9408955"/>
              <a:gd name="connsiteY2247" fmla="*/ 2474060 h 4587875"/>
              <a:gd name="connsiteX2248" fmla="*/ 4634435 w 9408955"/>
              <a:gd name="connsiteY2248" fmla="*/ 2527036 h 4587875"/>
              <a:gd name="connsiteX2249" fmla="*/ 4652865 w 9408955"/>
              <a:gd name="connsiteY2249" fmla="*/ 2532169 h 4587875"/>
              <a:gd name="connsiteX2250" fmla="*/ 6604119 w 9408955"/>
              <a:gd name="connsiteY2250" fmla="*/ 2532260 h 4587875"/>
              <a:gd name="connsiteX2251" fmla="*/ 6639901 w 9408955"/>
              <a:gd name="connsiteY2251" fmla="*/ 2501043 h 4587875"/>
              <a:gd name="connsiteX2252" fmla="*/ 6595451 w 9408955"/>
              <a:gd name="connsiteY2252" fmla="*/ 2463700 h 4587875"/>
              <a:gd name="connsiteX2253" fmla="*/ 6587287 w 9408955"/>
              <a:gd name="connsiteY2253" fmla="*/ 2527322 h 4587875"/>
              <a:gd name="connsiteX2254" fmla="*/ 6604119 w 9408955"/>
              <a:gd name="connsiteY2254" fmla="*/ 2532260 h 4587875"/>
              <a:gd name="connsiteX2255" fmla="*/ 1568433 w 9408955"/>
              <a:gd name="connsiteY2255" fmla="*/ 2532332 h 4587875"/>
              <a:gd name="connsiteX2256" fmla="*/ 1603550 w 9408955"/>
              <a:gd name="connsiteY2256" fmla="*/ 2486201 h 4587875"/>
              <a:gd name="connsiteX2257" fmla="*/ 1541524 w 9408955"/>
              <a:gd name="connsiteY2257" fmla="*/ 2475327 h 4587875"/>
              <a:gd name="connsiteX2258" fmla="*/ 1547058 w 9408955"/>
              <a:gd name="connsiteY2258" fmla="*/ 2524372 h 4587875"/>
              <a:gd name="connsiteX2259" fmla="*/ 1568433 w 9408955"/>
              <a:gd name="connsiteY2259" fmla="*/ 2532332 h 4587875"/>
              <a:gd name="connsiteX2260" fmla="*/ 2184982 w 9408955"/>
              <a:gd name="connsiteY2260" fmla="*/ 2532499 h 4587875"/>
              <a:gd name="connsiteX2261" fmla="*/ 2221251 w 9408955"/>
              <a:gd name="connsiteY2261" fmla="*/ 2495059 h 4587875"/>
              <a:gd name="connsiteX2262" fmla="*/ 2159234 w 9408955"/>
              <a:gd name="connsiteY2262" fmla="*/ 2474438 h 4587875"/>
              <a:gd name="connsiteX2263" fmla="*/ 2166098 w 9408955"/>
              <a:gd name="connsiteY2263" fmla="*/ 2525762 h 4587875"/>
              <a:gd name="connsiteX2264" fmla="*/ 2184982 w 9408955"/>
              <a:gd name="connsiteY2264" fmla="*/ 2532499 h 4587875"/>
              <a:gd name="connsiteX2265" fmla="*/ 7631492 w 9408955"/>
              <a:gd name="connsiteY2265" fmla="*/ 2535237 h 4587875"/>
              <a:gd name="connsiteX2266" fmla="*/ 7667399 w 9408955"/>
              <a:gd name="connsiteY2266" fmla="*/ 2487521 h 4587875"/>
              <a:gd name="connsiteX2267" fmla="*/ 7598786 w 9408955"/>
              <a:gd name="connsiteY2267" fmla="*/ 2494666 h 4587875"/>
              <a:gd name="connsiteX2268" fmla="*/ 7631492 w 9408955"/>
              <a:gd name="connsiteY2268" fmla="*/ 2535237 h 4587875"/>
              <a:gd name="connsiteX2269" fmla="*/ 4960766 w 9408955"/>
              <a:gd name="connsiteY2269" fmla="*/ 2535237 h 4587875"/>
              <a:gd name="connsiteX2270" fmla="*/ 4995432 w 9408955"/>
              <a:gd name="connsiteY2270" fmla="*/ 2488673 h 4587875"/>
              <a:gd name="connsiteX2271" fmla="*/ 4926100 w 9408955"/>
              <a:gd name="connsiteY2271" fmla="*/ 2495358 h 4587875"/>
              <a:gd name="connsiteX2272" fmla="*/ 4960766 w 9408955"/>
              <a:gd name="connsiteY2272" fmla="*/ 2535237 h 4587875"/>
              <a:gd name="connsiteX2273" fmla="*/ 8037668 w 9408955"/>
              <a:gd name="connsiteY2273" fmla="*/ 2620055 h 4587875"/>
              <a:gd name="connsiteX2274" fmla="*/ 8049729 w 9408955"/>
              <a:gd name="connsiteY2274" fmla="*/ 2579007 h 4587875"/>
              <a:gd name="connsiteX2275" fmla="*/ 8037668 w 9408955"/>
              <a:gd name="connsiteY2275" fmla="*/ 2620055 h 4587875"/>
              <a:gd name="connsiteX2276" fmla="*/ 5384540 w 9408955"/>
              <a:gd name="connsiteY2276" fmla="*/ 2621981 h 4587875"/>
              <a:gd name="connsiteX2277" fmla="*/ 5396859 w 9408955"/>
              <a:gd name="connsiteY2277" fmla="*/ 2599785 h 4587875"/>
              <a:gd name="connsiteX2278" fmla="*/ 5348613 w 9408955"/>
              <a:gd name="connsiteY2278" fmla="*/ 2585808 h 4587875"/>
              <a:gd name="connsiteX2279" fmla="*/ 5357988 w 9408955"/>
              <a:gd name="connsiteY2279" fmla="*/ 2621322 h 4587875"/>
              <a:gd name="connsiteX2280" fmla="*/ 5384540 w 9408955"/>
              <a:gd name="connsiteY2280" fmla="*/ 2621981 h 4587875"/>
              <a:gd name="connsiteX2281" fmla="*/ 7440624 w 9408955"/>
              <a:gd name="connsiteY2281" fmla="*/ 2631921 h 4587875"/>
              <a:gd name="connsiteX2282" fmla="*/ 7459924 w 9408955"/>
              <a:gd name="connsiteY2282" fmla="*/ 2607762 h 4587875"/>
              <a:gd name="connsiteX2283" fmla="*/ 7422066 w 9408955"/>
              <a:gd name="connsiteY2283" fmla="*/ 2564236 h 4587875"/>
              <a:gd name="connsiteX2284" fmla="*/ 7408154 w 9408955"/>
              <a:gd name="connsiteY2284" fmla="*/ 2630540 h 4587875"/>
              <a:gd name="connsiteX2285" fmla="*/ 7440624 w 9408955"/>
              <a:gd name="connsiteY2285" fmla="*/ 2631921 h 4587875"/>
              <a:gd name="connsiteX2286" fmla="*/ 6103781 w 9408955"/>
              <a:gd name="connsiteY2286" fmla="*/ 2632624 h 4587875"/>
              <a:gd name="connsiteX2287" fmla="*/ 6124617 w 9408955"/>
              <a:gd name="connsiteY2287" fmla="*/ 2613279 h 4587875"/>
              <a:gd name="connsiteX2288" fmla="*/ 6081182 w 9408955"/>
              <a:gd name="connsiteY2288" fmla="*/ 2565045 h 4587875"/>
              <a:gd name="connsiteX2289" fmla="*/ 6074587 w 9408955"/>
              <a:gd name="connsiteY2289" fmla="*/ 2630196 h 4587875"/>
              <a:gd name="connsiteX2290" fmla="*/ 6103781 w 9408955"/>
              <a:gd name="connsiteY2290" fmla="*/ 2632624 h 4587875"/>
              <a:gd name="connsiteX2291" fmla="*/ 1476923 w 9408955"/>
              <a:gd name="connsiteY2291" fmla="*/ 2632686 h 4587875"/>
              <a:gd name="connsiteX2292" fmla="*/ 1500042 w 9408955"/>
              <a:gd name="connsiteY2292" fmla="*/ 2611051 h 4587875"/>
              <a:gd name="connsiteX2293" fmla="*/ 1471781 w 9408955"/>
              <a:gd name="connsiteY2293" fmla="*/ 2562935 h 4587875"/>
              <a:gd name="connsiteX2294" fmla="*/ 1444666 w 9408955"/>
              <a:gd name="connsiteY2294" fmla="*/ 2625418 h 4587875"/>
              <a:gd name="connsiteX2295" fmla="*/ 1476923 w 9408955"/>
              <a:gd name="connsiteY2295" fmla="*/ 2632686 h 4587875"/>
              <a:gd name="connsiteX2296" fmla="*/ 1887415 w 9408955"/>
              <a:gd name="connsiteY2296" fmla="*/ 2632710 h 4587875"/>
              <a:gd name="connsiteX2297" fmla="*/ 1908365 w 9408955"/>
              <a:gd name="connsiteY2297" fmla="*/ 2617389 h 4587875"/>
              <a:gd name="connsiteX2298" fmla="*/ 1873983 w 9408955"/>
              <a:gd name="connsiteY2298" fmla="*/ 2563794 h 4587875"/>
              <a:gd name="connsiteX2299" fmla="*/ 1860863 w 9408955"/>
              <a:gd name="connsiteY2299" fmla="*/ 2630053 h 4587875"/>
              <a:gd name="connsiteX2300" fmla="*/ 1887415 w 9408955"/>
              <a:gd name="connsiteY2300" fmla="*/ 2632710 h 4587875"/>
              <a:gd name="connsiteX2301" fmla="*/ 5484670 w 9408955"/>
              <a:gd name="connsiteY2301" fmla="*/ 2632886 h 4587875"/>
              <a:gd name="connsiteX2302" fmla="*/ 5506924 w 9408955"/>
              <a:gd name="connsiteY2302" fmla="*/ 2613345 h 4587875"/>
              <a:gd name="connsiteX2303" fmla="*/ 5467872 w 9408955"/>
              <a:gd name="connsiteY2303" fmla="*/ 2563690 h 4587875"/>
              <a:gd name="connsiteX2304" fmla="*/ 5455008 w 9408955"/>
              <a:gd name="connsiteY2304" fmla="*/ 2628978 h 4587875"/>
              <a:gd name="connsiteX2305" fmla="*/ 5484670 w 9408955"/>
              <a:gd name="connsiteY2305" fmla="*/ 2632886 h 4587875"/>
              <a:gd name="connsiteX2306" fmla="*/ 2300581 w 9408955"/>
              <a:gd name="connsiteY2306" fmla="*/ 2633166 h 4587875"/>
              <a:gd name="connsiteX2307" fmla="*/ 2321631 w 9408955"/>
              <a:gd name="connsiteY2307" fmla="*/ 2612054 h 4587875"/>
              <a:gd name="connsiteX2308" fmla="*/ 2276721 w 9408955"/>
              <a:gd name="connsiteY2308" fmla="*/ 2566449 h 4587875"/>
              <a:gd name="connsiteX2309" fmla="*/ 2270072 w 9408955"/>
              <a:gd name="connsiteY2309" fmla="*/ 2630387 h 4587875"/>
              <a:gd name="connsiteX2310" fmla="*/ 2300581 w 9408955"/>
              <a:gd name="connsiteY2310" fmla="*/ 2633166 h 4587875"/>
              <a:gd name="connsiteX2311" fmla="*/ 6000319 w 9408955"/>
              <a:gd name="connsiteY2311" fmla="*/ 2633388 h 4587875"/>
              <a:gd name="connsiteX2312" fmla="*/ 6020619 w 9408955"/>
              <a:gd name="connsiteY2312" fmla="*/ 2612024 h 4587875"/>
              <a:gd name="connsiteX2313" fmla="*/ 5984630 w 9408955"/>
              <a:gd name="connsiteY2313" fmla="*/ 2563619 h 4587875"/>
              <a:gd name="connsiteX2314" fmla="*/ 5970234 w 9408955"/>
              <a:gd name="connsiteY2314" fmla="*/ 2630836 h 4587875"/>
              <a:gd name="connsiteX2315" fmla="*/ 6000319 w 9408955"/>
              <a:gd name="connsiteY2315" fmla="*/ 2633388 h 4587875"/>
              <a:gd name="connsiteX2316" fmla="*/ 7952734 w 9408955"/>
              <a:gd name="connsiteY2316" fmla="*/ 2633492 h 4587875"/>
              <a:gd name="connsiteX2317" fmla="*/ 7972914 w 9408955"/>
              <a:gd name="connsiteY2317" fmla="*/ 2612899 h 4587875"/>
              <a:gd name="connsiteX2318" fmla="*/ 7929484 w 9408955"/>
              <a:gd name="connsiteY2318" fmla="*/ 2566026 h 4587875"/>
              <a:gd name="connsiteX2319" fmla="*/ 7923344 w 9408955"/>
              <a:gd name="connsiteY2319" fmla="*/ 2630132 h 4587875"/>
              <a:gd name="connsiteX2320" fmla="*/ 7952734 w 9408955"/>
              <a:gd name="connsiteY2320" fmla="*/ 2633492 h 4587875"/>
              <a:gd name="connsiteX2321" fmla="*/ 1771420 w 9408955"/>
              <a:gd name="connsiteY2321" fmla="*/ 2633648 h 4587875"/>
              <a:gd name="connsiteX2322" fmla="*/ 1808720 w 9408955"/>
              <a:gd name="connsiteY2322" fmla="*/ 2606714 h 4587875"/>
              <a:gd name="connsiteX2323" fmla="*/ 1768705 w 9408955"/>
              <a:gd name="connsiteY2323" fmla="*/ 2563619 h 4587875"/>
              <a:gd name="connsiteX2324" fmla="*/ 1755671 w 9408955"/>
              <a:gd name="connsiteY2324" fmla="*/ 2627463 h 4587875"/>
              <a:gd name="connsiteX2325" fmla="*/ 1771420 w 9408955"/>
              <a:gd name="connsiteY2325" fmla="*/ 2633648 h 4587875"/>
              <a:gd name="connsiteX2326" fmla="*/ 5892228 w 9408955"/>
              <a:gd name="connsiteY2326" fmla="*/ 2633662 h 4587875"/>
              <a:gd name="connsiteX2327" fmla="*/ 5914706 w 9408955"/>
              <a:gd name="connsiteY2327" fmla="*/ 2619675 h 4587875"/>
              <a:gd name="connsiteX2328" fmla="*/ 5886529 w 9408955"/>
              <a:gd name="connsiteY2328" fmla="*/ 2562697 h 4587875"/>
              <a:gd name="connsiteX2329" fmla="*/ 5865453 w 9408955"/>
              <a:gd name="connsiteY2329" fmla="*/ 2628599 h 4587875"/>
              <a:gd name="connsiteX2330" fmla="*/ 5892228 w 9408955"/>
              <a:gd name="connsiteY2330" fmla="*/ 2633662 h 4587875"/>
              <a:gd name="connsiteX2331" fmla="*/ 1257629 w 9408955"/>
              <a:gd name="connsiteY2331" fmla="*/ 2633779 h 4587875"/>
              <a:gd name="connsiteX2332" fmla="*/ 1296024 w 9408955"/>
              <a:gd name="connsiteY2332" fmla="*/ 2607221 h 4587875"/>
              <a:gd name="connsiteX2333" fmla="*/ 1254299 w 9408955"/>
              <a:gd name="connsiteY2333" fmla="*/ 2564926 h 4587875"/>
              <a:gd name="connsiteX2334" fmla="*/ 1241827 w 9408955"/>
              <a:gd name="connsiteY2334" fmla="*/ 2627803 h 4587875"/>
              <a:gd name="connsiteX2335" fmla="*/ 1257629 w 9408955"/>
              <a:gd name="connsiteY2335" fmla="*/ 2633779 h 4587875"/>
              <a:gd name="connsiteX2336" fmla="*/ 6605333 w 9408955"/>
              <a:gd name="connsiteY2336" fmla="*/ 2634042 h 4587875"/>
              <a:gd name="connsiteX2337" fmla="*/ 6638926 w 9408955"/>
              <a:gd name="connsiteY2337" fmla="*/ 2598737 h 4587875"/>
              <a:gd name="connsiteX2338" fmla="*/ 6581851 w 9408955"/>
              <a:gd name="connsiteY2338" fmla="*/ 2571069 h 4587875"/>
              <a:gd name="connsiteX2339" fmla="*/ 6586914 w 9408955"/>
              <a:gd name="connsiteY2339" fmla="*/ 2630261 h 4587875"/>
              <a:gd name="connsiteX2340" fmla="*/ 6605333 w 9408955"/>
              <a:gd name="connsiteY2340" fmla="*/ 2634042 h 4587875"/>
              <a:gd name="connsiteX2341" fmla="*/ 6715868 w 9408955"/>
              <a:gd name="connsiteY2341" fmla="*/ 2634149 h 4587875"/>
              <a:gd name="connsiteX2342" fmla="*/ 6736144 w 9408955"/>
              <a:gd name="connsiteY2342" fmla="*/ 2621113 h 4587875"/>
              <a:gd name="connsiteX2343" fmla="*/ 6714322 w 9408955"/>
              <a:gd name="connsiteY2343" fmla="*/ 2563999 h 4587875"/>
              <a:gd name="connsiteX2344" fmla="*/ 6691375 w 9408955"/>
              <a:gd name="connsiteY2344" fmla="*/ 2631750 h 4587875"/>
              <a:gd name="connsiteX2345" fmla="*/ 6715868 w 9408955"/>
              <a:gd name="connsiteY2345" fmla="*/ 2634149 h 4587875"/>
              <a:gd name="connsiteX2346" fmla="*/ 6911904 w 9408955"/>
              <a:gd name="connsiteY2346" fmla="*/ 2634155 h 4587875"/>
              <a:gd name="connsiteX2347" fmla="*/ 6947628 w 9408955"/>
              <a:gd name="connsiteY2347" fmla="*/ 2598961 h 4587875"/>
              <a:gd name="connsiteX2348" fmla="*/ 6899968 w 9408955"/>
              <a:gd name="connsiteY2348" fmla="*/ 2565912 h 4587875"/>
              <a:gd name="connsiteX2349" fmla="*/ 6894267 w 9408955"/>
              <a:gd name="connsiteY2349" fmla="*/ 2627908 h 4587875"/>
              <a:gd name="connsiteX2350" fmla="*/ 6911904 w 9408955"/>
              <a:gd name="connsiteY2350" fmla="*/ 2634155 h 4587875"/>
              <a:gd name="connsiteX2351" fmla="*/ 7014770 w 9408955"/>
              <a:gd name="connsiteY2351" fmla="*/ 2634168 h 4587875"/>
              <a:gd name="connsiteX2352" fmla="*/ 7051680 w 9408955"/>
              <a:gd name="connsiteY2352" fmla="*/ 2605905 h 4587875"/>
              <a:gd name="connsiteX2353" fmla="*/ 6998865 w 9408955"/>
              <a:gd name="connsiteY2353" fmla="*/ 2568619 h 4587875"/>
              <a:gd name="connsiteX2354" fmla="*/ 6998637 w 9408955"/>
              <a:gd name="connsiteY2354" fmla="*/ 2629550 h 4587875"/>
              <a:gd name="connsiteX2355" fmla="*/ 7014770 w 9408955"/>
              <a:gd name="connsiteY2355" fmla="*/ 2634168 h 4587875"/>
              <a:gd name="connsiteX2356" fmla="*/ 1681186 w 9408955"/>
              <a:gd name="connsiteY2356" fmla="*/ 2634191 h 4587875"/>
              <a:gd name="connsiteX2357" fmla="*/ 1703196 w 9408955"/>
              <a:gd name="connsiteY2357" fmla="*/ 2615236 h 4587875"/>
              <a:gd name="connsiteX2358" fmla="*/ 1672241 w 9408955"/>
              <a:gd name="connsiteY2358" fmla="*/ 2564996 h 4587875"/>
              <a:gd name="connsiteX2359" fmla="*/ 1652278 w 9408955"/>
              <a:gd name="connsiteY2359" fmla="*/ 2628542 h 4587875"/>
              <a:gd name="connsiteX2360" fmla="*/ 1681186 w 9408955"/>
              <a:gd name="connsiteY2360" fmla="*/ 2634191 h 4587875"/>
              <a:gd name="connsiteX2361" fmla="*/ 7223142 w 9408955"/>
              <a:gd name="connsiteY2361" fmla="*/ 2634221 h 4587875"/>
              <a:gd name="connsiteX2362" fmla="*/ 7255374 w 9408955"/>
              <a:gd name="connsiteY2362" fmla="*/ 2598628 h 4587875"/>
              <a:gd name="connsiteX2363" fmla="*/ 7212270 w 9408955"/>
              <a:gd name="connsiteY2363" fmla="*/ 2564474 h 4587875"/>
              <a:gd name="connsiteX2364" fmla="*/ 7205656 w 9408955"/>
              <a:gd name="connsiteY2364" fmla="*/ 2629842 h 4587875"/>
              <a:gd name="connsiteX2365" fmla="*/ 7223142 w 9408955"/>
              <a:gd name="connsiteY2365" fmla="*/ 2634221 h 4587875"/>
              <a:gd name="connsiteX2366" fmla="*/ 7123482 w 9408955"/>
              <a:gd name="connsiteY2366" fmla="*/ 2634225 h 4587875"/>
              <a:gd name="connsiteX2367" fmla="*/ 7152139 w 9408955"/>
              <a:gd name="connsiteY2367" fmla="*/ 2586663 h 4587875"/>
              <a:gd name="connsiteX2368" fmla="*/ 7092417 w 9408955"/>
              <a:gd name="connsiteY2368" fmla="*/ 2574952 h 4587875"/>
              <a:gd name="connsiteX2369" fmla="*/ 7102902 w 9408955"/>
              <a:gd name="connsiteY2369" fmla="*/ 2630289 h 4587875"/>
              <a:gd name="connsiteX2370" fmla="*/ 7123482 w 9408955"/>
              <a:gd name="connsiteY2370" fmla="*/ 2634225 h 4587875"/>
              <a:gd name="connsiteX2371" fmla="*/ 1364156 w 9408955"/>
              <a:gd name="connsiteY2371" fmla="*/ 2634267 h 4587875"/>
              <a:gd name="connsiteX2372" fmla="*/ 1399860 w 9408955"/>
              <a:gd name="connsiteY2372" fmla="*/ 2599429 h 4587875"/>
              <a:gd name="connsiteX2373" fmla="*/ 1341305 w 9408955"/>
              <a:gd name="connsiteY2373" fmla="*/ 2573447 h 4587875"/>
              <a:gd name="connsiteX2374" fmla="*/ 1346567 w 9408955"/>
              <a:gd name="connsiteY2374" fmla="*/ 2629513 h 4587875"/>
              <a:gd name="connsiteX2375" fmla="*/ 1364156 w 9408955"/>
              <a:gd name="connsiteY2375" fmla="*/ 2634267 h 4587875"/>
              <a:gd name="connsiteX2376" fmla="*/ 2186368 w 9408955"/>
              <a:gd name="connsiteY2376" fmla="*/ 2634320 h 4587875"/>
              <a:gd name="connsiteX2377" fmla="*/ 2220616 w 9408955"/>
              <a:gd name="connsiteY2377" fmla="*/ 2583012 h 4587875"/>
              <a:gd name="connsiteX2378" fmla="*/ 2172079 w 9408955"/>
              <a:gd name="connsiteY2378" fmla="*/ 2567049 h 4587875"/>
              <a:gd name="connsiteX2379" fmla="*/ 2186368 w 9408955"/>
              <a:gd name="connsiteY2379" fmla="*/ 2634320 h 4587875"/>
              <a:gd name="connsiteX2380" fmla="*/ 5679359 w 9408955"/>
              <a:gd name="connsiteY2380" fmla="*/ 2634332 h 4587875"/>
              <a:gd name="connsiteX2381" fmla="*/ 5716227 w 9408955"/>
              <a:gd name="connsiteY2381" fmla="*/ 2606135 h 4587875"/>
              <a:gd name="connsiteX2382" fmla="*/ 5658096 w 9408955"/>
              <a:gd name="connsiteY2382" fmla="*/ 2572262 h 4587875"/>
              <a:gd name="connsiteX2383" fmla="*/ 5663191 w 9408955"/>
              <a:gd name="connsiteY2383" fmla="*/ 2630233 h 4587875"/>
              <a:gd name="connsiteX2384" fmla="*/ 5679359 w 9408955"/>
              <a:gd name="connsiteY2384" fmla="*/ 2634332 h 4587875"/>
              <a:gd name="connsiteX2385" fmla="*/ 6502696 w 9408955"/>
              <a:gd name="connsiteY2385" fmla="*/ 2634448 h 4587875"/>
              <a:gd name="connsiteX2386" fmla="*/ 6536649 w 9408955"/>
              <a:gd name="connsiteY2386" fmla="*/ 2599535 h 4587875"/>
              <a:gd name="connsiteX2387" fmla="*/ 6484713 w 9408955"/>
              <a:gd name="connsiteY2387" fmla="*/ 2568614 h 4587875"/>
              <a:gd name="connsiteX2388" fmla="*/ 6484483 w 9408955"/>
              <a:gd name="connsiteY2388" fmla="*/ 2629546 h 4587875"/>
              <a:gd name="connsiteX2389" fmla="*/ 6502696 w 9408955"/>
              <a:gd name="connsiteY2389" fmla="*/ 2634448 h 4587875"/>
              <a:gd name="connsiteX2390" fmla="*/ 4347496 w 9408955"/>
              <a:gd name="connsiteY2390" fmla="*/ 2634448 h 4587875"/>
              <a:gd name="connsiteX2391" fmla="*/ 4377526 w 9408955"/>
              <a:gd name="connsiteY2391" fmla="*/ 2591574 h 4587875"/>
              <a:gd name="connsiteX2392" fmla="*/ 4314612 w 9408955"/>
              <a:gd name="connsiteY2392" fmla="*/ 2581797 h 4587875"/>
              <a:gd name="connsiteX2393" fmla="*/ 4327916 w 9408955"/>
              <a:gd name="connsiteY2393" fmla="*/ 2630679 h 4587875"/>
              <a:gd name="connsiteX2394" fmla="*/ 4347496 w 9408955"/>
              <a:gd name="connsiteY2394" fmla="*/ 2634448 h 4587875"/>
              <a:gd name="connsiteX2395" fmla="*/ 6819765 w 9408955"/>
              <a:gd name="connsiteY2395" fmla="*/ 2634464 h 4587875"/>
              <a:gd name="connsiteX2396" fmla="*/ 6842688 w 9408955"/>
              <a:gd name="connsiteY2396" fmla="*/ 2615510 h 4587875"/>
              <a:gd name="connsiteX2397" fmla="*/ 6803063 w 9408955"/>
              <a:gd name="connsiteY2397" fmla="*/ 2564195 h 4587875"/>
              <a:gd name="connsiteX2398" fmla="*/ 6789931 w 9408955"/>
              <a:gd name="connsiteY2398" fmla="*/ 2628455 h 4587875"/>
              <a:gd name="connsiteX2399" fmla="*/ 6819765 w 9408955"/>
              <a:gd name="connsiteY2399" fmla="*/ 2634464 h 4587875"/>
              <a:gd name="connsiteX2400" fmla="*/ 1570834 w 9408955"/>
              <a:gd name="connsiteY2400" fmla="*/ 2634468 h 4587875"/>
              <a:gd name="connsiteX2401" fmla="*/ 1605097 w 9408955"/>
              <a:gd name="connsiteY2401" fmla="*/ 2599684 h 4587875"/>
              <a:gd name="connsiteX2402" fmla="*/ 1553621 w 9408955"/>
              <a:gd name="connsiteY2402" fmla="*/ 2567440 h 4587875"/>
              <a:gd name="connsiteX2403" fmla="*/ 1553164 w 9408955"/>
              <a:gd name="connsiteY2403" fmla="*/ 2631466 h 4587875"/>
              <a:gd name="connsiteX2404" fmla="*/ 1570834 w 9408955"/>
              <a:gd name="connsiteY2404" fmla="*/ 2634468 h 4587875"/>
              <a:gd name="connsiteX2405" fmla="*/ 6193675 w 9408955"/>
              <a:gd name="connsiteY2405" fmla="*/ 2634652 h 4587875"/>
              <a:gd name="connsiteX2406" fmla="*/ 6226985 w 9408955"/>
              <a:gd name="connsiteY2406" fmla="*/ 2607238 h 4587875"/>
              <a:gd name="connsiteX2407" fmla="*/ 6177355 w 9408955"/>
              <a:gd name="connsiteY2407" fmla="*/ 2567835 h 4587875"/>
              <a:gd name="connsiteX2408" fmla="*/ 6178709 w 9408955"/>
              <a:gd name="connsiteY2408" fmla="*/ 2630604 h 4587875"/>
              <a:gd name="connsiteX2409" fmla="*/ 6193675 w 9408955"/>
              <a:gd name="connsiteY2409" fmla="*/ 2634652 h 4587875"/>
              <a:gd name="connsiteX2410" fmla="*/ 6292796 w 9408955"/>
              <a:gd name="connsiteY2410" fmla="*/ 2634684 h 4587875"/>
              <a:gd name="connsiteX2411" fmla="*/ 6332353 w 9408955"/>
              <a:gd name="connsiteY2411" fmla="*/ 2606878 h 4587875"/>
              <a:gd name="connsiteX2412" fmla="*/ 6276640 w 9408955"/>
              <a:gd name="connsiteY2412" fmla="*/ 2570569 h 4587875"/>
              <a:gd name="connsiteX2413" fmla="*/ 6276640 w 9408955"/>
              <a:gd name="connsiteY2413" fmla="*/ 2627924 h 4587875"/>
              <a:gd name="connsiteX2414" fmla="*/ 6292796 w 9408955"/>
              <a:gd name="connsiteY2414" fmla="*/ 2634684 h 4587875"/>
              <a:gd name="connsiteX2415" fmla="*/ 2080177 w 9408955"/>
              <a:gd name="connsiteY2415" fmla="*/ 2634714 h 4587875"/>
              <a:gd name="connsiteX2416" fmla="*/ 2119247 w 9408955"/>
              <a:gd name="connsiteY2416" fmla="*/ 2600010 h 4587875"/>
              <a:gd name="connsiteX2417" fmla="*/ 2059553 w 9408955"/>
              <a:gd name="connsiteY2417" fmla="*/ 2575217 h 4587875"/>
              <a:gd name="connsiteX2418" fmla="*/ 2062267 w 9408955"/>
              <a:gd name="connsiteY2418" fmla="*/ 2628017 h 4587875"/>
              <a:gd name="connsiteX2419" fmla="*/ 2080177 w 9408955"/>
              <a:gd name="connsiteY2419" fmla="*/ 2634714 h 4587875"/>
              <a:gd name="connsiteX2420" fmla="*/ 7323155 w 9408955"/>
              <a:gd name="connsiteY2420" fmla="*/ 2634792 h 4587875"/>
              <a:gd name="connsiteX2421" fmla="*/ 7358755 w 9408955"/>
              <a:gd name="connsiteY2421" fmla="*/ 2599871 h 4587875"/>
              <a:gd name="connsiteX2422" fmla="*/ 7310885 w 9408955"/>
              <a:gd name="connsiteY2422" fmla="*/ 2566760 h 4587875"/>
              <a:gd name="connsiteX2423" fmla="*/ 7304441 w 9408955"/>
              <a:gd name="connsiteY2423" fmla="*/ 2629807 h 4587875"/>
              <a:gd name="connsiteX2424" fmla="*/ 7323155 w 9408955"/>
              <a:gd name="connsiteY2424" fmla="*/ 2634792 h 4587875"/>
              <a:gd name="connsiteX2425" fmla="*/ 4650475 w 9408955"/>
              <a:gd name="connsiteY2425" fmla="*/ 2634814 h 4587875"/>
              <a:gd name="connsiteX2426" fmla="*/ 4686106 w 9408955"/>
              <a:gd name="connsiteY2426" fmla="*/ 2607337 h 4587875"/>
              <a:gd name="connsiteX2427" fmla="*/ 4640265 w 9408955"/>
              <a:gd name="connsiteY2427" fmla="*/ 2565202 h 4587875"/>
              <a:gd name="connsiteX2428" fmla="*/ 4634792 w 9408955"/>
              <a:gd name="connsiteY2428" fmla="*/ 2630025 h 4587875"/>
              <a:gd name="connsiteX2429" fmla="*/ 4650475 w 9408955"/>
              <a:gd name="connsiteY2429" fmla="*/ 2634814 h 4587875"/>
              <a:gd name="connsiteX2430" fmla="*/ 6397695 w 9408955"/>
              <a:gd name="connsiteY2430" fmla="*/ 2634842 h 4587875"/>
              <a:gd name="connsiteX2431" fmla="*/ 6435325 w 9408955"/>
              <a:gd name="connsiteY2431" fmla="*/ 2599303 h 4587875"/>
              <a:gd name="connsiteX2432" fmla="*/ 6385466 w 9408955"/>
              <a:gd name="connsiteY2432" fmla="*/ 2567083 h 4587875"/>
              <a:gd name="connsiteX2433" fmla="*/ 6379520 w 9408955"/>
              <a:gd name="connsiteY2433" fmla="*/ 2629008 h 4587875"/>
              <a:gd name="connsiteX2434" fmla="*/ 6397695 w 9408955"/>
              <a:gd name="connsiteY2434" fmla="*/ 2634842 h 4587875"/>
              <a:gd name="connsiteX2435" fmla="*/ 2392700 w 9408955"/>
              <a:gd name="connsiteY2435" fmla="*/ 2634906 h 4587875"/>
              <a:gd name="connsiteX2436" fmla="*/ 2425519 w 9408955"/>
              <a:gd name="connsiteY2436" fmla="*/ 2599082 h 4587875"/>
              <a:gd name="connsiteX2437" fmla="*/ 2381180 w 9408955"/>
              <a:gd name="connsiteY2437" fmla="*/ 2565543 h 4587875"/>
              <a:gd name="connsiteX2438" fmla="*/ 2374685 w 9408955"/>
              <a:gd name="connsiteY2438" fmla="*/ 2630782 h 4587875"/>
              <a:gd name="connsiteX2439" fmla="*/ 2392700 w 9408955"/>
              <a:gd name="connsiteY2439" fmla="*/ 2634906 h 4587875"/>
              <a:gd name="connsiteX2440" fmla="*/ 7528900 w 9408955"/>
              <a:gd name="connsiteY2440" fmla="*/ 2634963 h 4587875"/>
              <a:gd name="connsiteX2441" fmla="*/ 7564187 w 9408955"/>
              <a:gd name="connsiteY2441" fmla="*/ 2611935 h 4587875"/>
              <a:gd name="connsiteX2442" fmla="*/ 7534738 w 9408955"/>
              <a:gd name="connsiteY2442" fmla="*/ 2560637 h 4587875"/>
              <a:gd name="connsiteX2443" fmla="*/ 7496546 w 9408955"/>
              <a:gd name="connsiteY2443" fmla="*/ 2606692 h 4587875"/>
              <a:gd name="connsiteX2444" fmla="*/ 7528900 w 9408955"/>
              <a:gd name="connsiteY2444" fmla="*/ 2634963 h 4587875"/>
              <a:gd name="connsiteX2445" fmla="*/ 4444048 w 9408955"/>
              <a:gd name="connsiteY2445" fmla="*/ 2635165 h 4587875"/>
              <a:gd name="connsiteX2446" fmla="*/ 4472056 w 9408955"/>
              <a:gd name="connsiteY2446" fmla="*/ 2624728 h 4587875"/>
              <a:gd name="connsiteX2447" fmla="*/ 4476138 w 9408955"/>
              <a:gd name="connsiteY2447" fmla="*/ 2578877 h 4587875"/>
              <a:gd name="connsiteX2448" fmla="*/ 4429647 w 9408955"/>
              <a:gd name="connsiteY2448" fmla="*/ 2564733 h 4587875"/>
              <a:gd name="connsiteX2449" fmla="*/ 4418761 w 9408955"/>
              <a:gd name="connsiteY2449" fmla="*/ 2619938 h 4587875"/>
              <a:gd name="connsiteX2450" fmla="*/ 4444048 w 9408955"/>
              <a:gd name="connsiteY2450" fmla="*/ 2635165 h 4587875"/>
              <a:gd name="connsiteX2451" fmla="*/ 5784295 w 9408955"/>
              <a:gd name="connsiteY2451" fmla="*/ 2635228 h 4587875"/>
              <a:gd name="connsiteX2452" fmla="*/ 5816846 w 9408955"/>
              <a:gd name="connsiteY2452" fmla="*/ 2599209 h 4587875"/>
              <a:gd name="connsiteX2453" fmla="*/ 5761329 w 9408955"/>
              <a:gd name="connsiteY2453" fmla="*/ 2570903 h 4587875"/>
              <a:gd name="connsiteX2454" fmla="*/ 5766835 w 9408955"/>
              <a:gd name="connsiteY2454" fmla="*/ 2630277 h 4587875"/>
              <a:gd name="connsiteX2455" fmla="*/ 5784295 w 9408955"/>
              <a:gd name="connsiteY2455" fmla="*/ 2635228 h 4587875"/>
              <a:gd name="connsiteX2456" fmla="*/ 4548064 w 9408955"/>
              <a:gd name="connsiteY2456" fmla="*/ 2635327 h 4587875"/>
              <a:gd name="connsiteX2457" fmla="*/ 4583383 w 9408955"/>
              <a:gd name="connsiteY2457" fmla="*/ 2599525 h 4587875"/>
              <a:gd name="connsiteX2458" fmla="*/ 4536619 w 9408955"/>
              <a:gd name="connsiteY2458" fmla="*/ 2566616 h 4587875"/>
              <a:gd name="connsiteX2459" fmla="*/ 4529775 w 9408955"/>
              <a:gd name="connsiteY2459" fmla="*/ 2629920 h 4587875"/>
              <a:gd name="connsiteX2460" fmla="*/ 4548064 w 9408955"/>
              <a:gd name="connsiteY2460" fmla="*/ 2635327 h 4587875"/>
              <a:gd name="connsiteX2461" fmla="*/ 1982408 w 9408955"/>
              <a:gd name="connsiteY2461" fmla="*/ 2635350 h 4587875"/>
              <a:gd name="connsiteX2462" fmla="*/ 2017182 w 9408955"/>
              <a:gd name="connsiteY2462" fmla="*/ 2599174 h 4587875"/>
              <a:gd name="connsiteX2463" fmla="*/ 1970850 w 9408955"/>
              <a:gd name="connsiteY2463" fmla="*/ 2565318 h 4587875"/>
              <a:gd name="connsiteX2464" fmla="*/ 1964658 w 9408955"/>
              <a:gd name="connsiteY2464" fmla="*/ 2630726 h 4587875"/>
              <a:gd name="connsiteX2465" fmla="*/ 1982408 w 9408955"/>
              <a:gd name="connsiteY2465" fmla="*/ 2635350 h 4587875"/>
              <a:gd name="connsiteX2466" fmla="*/ 5580456 w 9408955"/>
              <a:gd name="connsiteY2466" fmla="*/ 2635546 h 4587875"/>
              <a:gd name="connsiteX2467" fmla="*/ 5611065 w 9408955"/>
              <a:gd name="connsiteY2467" fmla="*/ 2586790 h 4587875"/>
              <a:gd name="connsiteX2468" fmla="*/ 5547140 w 9408955"/>
              <a:gd name="connsiteY2468" fmla="*/ 2583126 h 4587875"/>
              <a:gd name="connsiteX2469" fmla="*/ 5559054 w 9408955"/>
              <a:gd name="connsiteY2469" fmla="*/ 2629614 h 4587875"/>
              <a:gd name="connsiteX2470" fmla="*/ 5580456 w 9408955"/>
              <a:gd name="connsiteY2470" fmla="*/ 2635546 h 4587875"/>
              <a:gd name="connsiteX2471" fmla="*/ 1687548 w 9408955"/>
              <a:gd name="connsiteY2471" fmla="*/ 2735012 h 4587875"/>
              <a:gd name="connsiteX2472" fmla="*/ 1705729 w 9408955"/>
              <a:gd name="connsiteY2472" fmla="*/ 2712269 h 4587875"/>
              <a:gd name="connsiteX2473" fmla="*/ 1672076 w 9408955"/>
              <a:gd name="connsiteY2473" fmla="*/ 2667464 h 4587875"/>
              <a:gd name="connsiteX2474" fmla="*/ 1657093 w 9408955"/>
              <a:gd name="connsiteY2474" fmla="*/ 2734558 h 4587875"/>
              <a:gd name="connsiteX2475" fmla="*/ 1687548 w 9408955"/>
              <a:gd name="connsiteY2475" fmla="*/ 2735012 h 4587875"/>
              <a:gd name="connsiteX2476" fmla="*/ 1991460 w 9408955"/>
              <a:gd name="connsiteY2476" fmla="*/ 2735794 h 4587875"/>
              <a:gd name="connsiteX2477" fmla="*/ 2012850 w 9408955"/>
              <a:gd name="connsiteY2477" fmla="*/ 2685597 h 4587875"/>
              <a:gd name="connsiteX2478" fmla="*/ 1958285 w 9408955"/>
              <a:gd name="connsiteY2478" fmla="*/ 2676072 h 4587875"/>
              <a:gd name="connsiteX2479" fmla="*/ 1971468 w 9408955"/>
              <a:gd name="connsiteY2479" fmla="*/ 2735716 h 4587875"/>
              <a:gd name="connsiteX2480" fmla="*/ 1991460 w 9408955"/>
              <a:gd name="connsiteY2480" fmla="*/ 2735794 h 4587875"/>
              <a:gd name="connsiteX2481" fmla="*/ 2075687 w 9408955"/>
              <a:gd name="connsiteY2481" fmla="*/ 2736027 h 4587875"/>
              <a:gd name="connsiteX2482" fmla="*/ 2113333 w 9408955"/>
              <a:gd name="connsiteY2482" fmla="*/ 2683384 h 4587875"/>
              <a:gd name="connsiteX2483" fmla="*/ 2054336 w 9408955"/>
              <a:gd name="connsiteY2483" fmla="*/ 2684059 h 4587875"/>
              <a:gd name="connsiteX2484" fmla="*/ 2075687 w 9408955"/>
              <a:gd name="connsiteY2484" fmla="*/ 2736027 h 4587875"/>
              <a:gd name="connsiteX2485" fmla="*/ 1374142 w 9408955"/>
              <a:gd name="connsiteY2485" fmla="*/ 2736052 h 4587875"/>
              <a:gd name="connsiteX2486" fmla="*/ 1401712 w 9408955"/>
              <a:gd name="connsiteY2486" fmla="*/ 2687495 h 4587875"/>
              <a:gd name="connsiteX2487" fmla="*/ 1340368 w 9408955"/>
              <a:gd name="connsiteY2487" fmla="*/ 2676272 h 4587875"/>
              <a:gd name="connsiteX2488" fmla="*/ 1374142 w 9408955"/>
              <a:gd name="connsiteY2488" fmla="*/ 2736052 h 4587875"/>
              <a:gd name="connsiteX2489" fmla="*/ 1268907 w 9408955"/>
              <a:gd name="connsiteY2489" fmla="*/ 2736236 h 4587875"/>
              <a:gd name="connsiteX2490" fmla="*/ 1295286 w 9408955"/>
              <a:gd name="connsiteY2490" fmla="*/ 2688469 h 4587875"/>
              <a:gd name="connsiteX2491" fmla="*/ 1237620 w 9408955"/>
              <a:gd name="connsiteY2491" fmla="*/ 2677299 h 4587875"/>
              <a:gd name="connsiteX2492" fmla="*/ 1248790 w 9408955"/>
              <a:gd name="connsiteY2492" fmla="*/ 2734748 h 4587875"/>
              <a:gd name="connsiteX2493" fmla="*/ 1268907 w 9408955"/>
              <a:gd name="connsiteY2493" fmla="*/ 2736236 h 4587875"/>
              <a:gd name="connsiteX2494" fmla="*/ 2296736 w 9408955"/>
              <a:gd name="connsiteY2494" fmla="*/ 2737535 h 4587875"/>
              <a:gd name="connsiteX2495" fmla="*/ 2321897 w 9408955"/>
              <a:gd name="connsiteY2495" fmla="*/ 2691410 h 4587875"/>
              <a:gd name="connsiteX2496" fmla="*/ 2264762 w 9408955"/>
              <a:gd name="connsiteY2496" fmla="*/ 2676933 h 4587875"/>
              <a:gd name="connsiteX2497" fmla="*/ 2276652 w 9408955"/>
              <a:gd name="connsiteY2497" fmla="*/ 2735294 h 4587875"/>
              <a:gd name="connsiteX2498" fmla="*/ 2296736 w 9408955"/>
              <a:gd name="connsiteY2498" fmla="*/ 2737535 h 4587875"/>
              <a:gd name="connsiteX2499" fmla="*/ 7741454 w 9408955"/>
              <a:gd name="connsiteY2499" fmla="*/ 2737575 h 4587875"/>
              <a:gd name="connsiteX2500" fmla="*/ 7768740 w 9408955"/>
              <a:gd name="connsiteY2500" fmla="*/ 2689602 h 4587875"/>
              <a:gd name="connsiteX2501" fmla="*/ 7714577 w 9408955"/>
              <a:gd name="connsiteY2501" fmla="*/ 2673540 h 4587875"/>
              <a:gd name="connsiteX2502" fmla="*/ 7720747 w 9408955"/>
              <a:gd name="connsiteY2502" fmla="*/ 2734393 h 4587875"/>
              <a:gd name="connsiteX2503" fmla="*/ 7741454 w 9408955"/>
              <a:gd name="connsiteY2503" fmla="*/ 2737575 h 4587875"/>
              <a:gd name="connsiteX2504" fmla="*/ 6609251 w 9408955"/>
              <a:gd name="connsiteY2504" fmla="*/ 2737642 h 4587875"/>
              <a:gd name="connsiteX2505" fmla="*/ 6638424 w 9408955"/>
              <a:gd name="connsiteY2505" fmla="*/ 2691864 h 4587875"/>
              <a:gd name="connsiteX2506" fmla="*/ 6581907 w 9408955"/>
              <a:gd name="connsiteY2506" fmla="*/ 2675802 h 4587875"/>
              <a:gd name="connsiteX2507" fmla="*/ 6589308 w 9408955"/>
              <a:gd name="connsiteY2507" fmla="*/ 2733489 h 4587875"/>
              <a:gd name="connsiteX2508" fmla="*/ 6609251 w 9408955"/>
              <a:gd name="connsiteY2508" fmla="*/ 2737642 h 4587875"/>
              <a:gd name="connsiteX2509" fmla="*/ 6917172 w 9408955"/>
              <a:gd name="connsiteY2509" fmla="*/ 2737704 h 4587875"/>
              <a:gd name="connsiteX2510" fmla="*/ 6948098 w 9408955"/>
              <a:gd name="connsiteY2510" fmla="*/ 2703739 h 4587875"/>
              <a:gd name="connsiteX2511" fmla="*/ 6894653 w 9408955"/>
              <a:gd name="connsiteY2511" fmla="*/ 2672896 h 4587875"/>
              <a:gd name="connsiteX2512" fmla="*/ 6900566 w 9408955"/>
              <a:gd name="connsiteY2512" fmla="*/ 2735262 h 4587875"/>
              <a:gd name="connsiteX2513" fmla="*/ 6917172 w 9408955"/>
              <a:gd name="connsiteY2513" fmla="*/ 2737704 h 4587875"/>
              <a:gd name="connsiteX2514" fmla="*/ 2193548 w 9408955"/>
              <a:gd name="connsiteY2514" fmla="*/ 2737753 h 4587875"/>
              <a:gd name="connsiteX2515" fmla="*/ 2218809 w 9408955"/>
              <a:gd name="connsiteY2515" fmla="*/ 2689241 h 4587875"/>
              <a:gd name="connsiteX2516" fmla="*/ 2166190 w 9408955"/>
              <a:gd name="connsiteY2516" fmla="*/ 2673039 h 4587875"/>
              <a:gd name="connsiteX2517" fmla="*/ 2172994 w 9408955"/>
              <a:gd name="connsiteY2517" fmla="*/ 2734923 h 4587875"/>
              <a:gd name="connsiteX2518" fmla="*/ 2193548 w 9408955"/>
              <a:gd name="connsiteY2518" fmla="*/ 2737753 h 4587875"/>
              <a:gd name="connsiteX2519" fmla="*/ 5985808 w 9408955"/>
              <a:gd name="connsiteY2519" fmla="*/ 2737851 h 4587875"/>
              <a:gd name="connsiteX2520" fmla="*/ 6021910 w 9408955"/>
              <a:gd name="connsiteY2520" fmla="*/ 2711055 h 4587875"/>
              <a:gd name="connsiteX2521" fmla="*/ 5983810 w 9408955"/>
              <a:gd name="connsiteY2521" fmla="*/ 2668086 h 4587875"/>
              <a:gd name="connsiteX2522" fmla="*/ 5970656 w 9408955"/>
              <a:gd name="connsiteY2522" fmla="*/ 2731977 h 4587875"/>
              <a:gd name="connsiteX2523" fmla="*/ 5985808 w 9408955"/>
              <a:gd name="connsiteY2523" fmla="*/ 2737851 h 4587875"/>
              <a:gd name="connsiteX2524" fmla="*/ 7121683 w 9408955"/>
              <a:gd name="connsiteY2524" fmla="*/ 2737852 h 4587875"/>
              <a:gd name="connsiteX2525" fmla="*/ 7155134 w 9408955"/>
              <a:gd name="connsiteY2525" fmla="*/ 2697822 h 4587875"/>
              <a:gd name="connsiteX2526" fmla="*/ 7096749 w 9408955"/>
              <a:gd name="connsiteY2526" fmla="*/ 2675943 h 4587875"/>
              <a:gd name="connsiteX2527" fmla="*/ 7102907 w 9408955"/>
              <a:gd name="connsiteY2527" fmla="*/ 2733604 h 4587875"/>
              <a:gd name="connsiteX2528" fmla="*/ 7121683 w 9408955"/>
              <a:gd name="connsiteY2528" fmla="*/ 2737852 h 4587875"/>
              <a:gd name="connsiteX2529" fmla="*/ 5577395 w 9408955"/>
              <a:gd name="connsiteY2529" fmla="*/ 2737857 h 4587875"/>
              <a:gd name="connsiteX2530" fmla="*/ 5613920 w 9408955"/>
              <a:gd name="connsiteY2530" fmla="*/ 2703291 h 4587875"/>
              <a:gd name="connsiteX2531" fmla="*/ 5565931 w 9408955"/>
              <a:gd name="connsiteY2531" fmla="*/ 2668241 h 4587875"/>
              <a:gd name="connsiteX2532" fmla="*/ 5560245 w 9408955"/>
              <a:gd name="connsiteY2532" fmla="*/ 2731926 h 4587875"/>
              <a:gd name="connsiteX2533" fmla="*/ 5577395 w 9408955"/>
              <a:gd name="connsiteY2533" fmla="*/ 2737857 h 4587875"/>
              <a:gd name="connsiteX2534" fmla="*/ 5892430 w 9408955"/>
              <a:gd name="connsiteY2534" fmla="*/ 2737864 h 4587875"/>
              <a:gd name="connsiteX2535" fmla="*/ 5918525 w 9408955"/>
              <a:gd name="connsiteY2535" fmla="*/ 2688539 h 4587875"/>
              <a:gd name="connsiteX2536" fmla="*/ 5856516 w 9408955"/>
              <a:gd name="connsiteY2536" fmla="*/ 2683055 h 4587875"/>
              <a:gd name="connsiteX2537" fmla="*/ 5871500 w 9408955"/>
              <a:gd name="connsiteY2537" fmla="*/ 2735383 h 4587875"/>
              <a:gd name="connsiteX2538" fmla="*/ 5892430 w 9408955"/>
              <a:gd name="connsiteY2538" fmla="*/ 2737864 h 4587875"/>
              <a:gd name="connsiteX2539" fmla="*/ 5060751 w 9408955"/>
              <a:gd name="connsiteY2539" fmla="*/ 2738050 h 4587875"/>
              <a:gd name="connsiteX2540" fmla="*/ 5097176 w 9408955"/>
              <a:gd name="connsiteY2540" fmla="*/ 2710901 h 4587875"/>
              <a:gd name="connsiteX2541" fmla="*/ 5059153 w 9408955"/>
              <a:gd name="connsiteY2541" fmla="*/ 2667467 h 4587875"/>
              <a:gd name="connsiteX2542" fmla="*/ 5045326 w 9408955"/>
              <a:gd name="connsiteY2542" fmla="*/ 2732276 h 4587875"/>
              <a:gd name="connsiteX2543" fmla="*/ 5060751 w 9408955"/>
              <a:gd name="connsiteY2543" fmla="*/ 2738050 h 4587875"/>
              <a:gd name="connsiteX2544" fmla="*/ 7322529 w 9408955"/>
              <a:gd name="connsiteY2544" fmla="*/ 2738084 h 4587875"/>
              <a:gd name="connsiteX2545" fmla="*/ 7358550 w 9408955"/>
              <a:gd name="connsiteY2545" fmla="*/ 2704082 h 4587875"/>
              <a:gd name="connsiteX2546" fmla="*/ 7318526 w 9408955"/>
              <a:gd name="connsiteY2546" fmla="*/ 2667892 h 4587875"/>
              <a:gd name="connsiteX2547" fmla="*/ 7305032 w 9408955"/>
              <a:gd name="connsiteY2547" fmla="*/ 2731903 h 4587875"/>
              <a:gd name="connsiteX2548" fmla="*/ 7322529 w 9408955"/>
              <a:gd name="connsiteY2548" fmla="*/ 2738084 h 4587875"/>
              <a:gd name="connsiteX2549" fmla="*/ 6297002 w 9408955"/>
              <a:gd name="connsiteY2549" fmla="*/ 2738091 h 4587875"/>
              <a:gd name="connsiteX2550" fmla="*/ 6331537 w 9408955"/>
              <a:gd name="connsiteY2550" fmla="*/ 2712293 h 4587875"/>
              <a:gd name="connsiteX2551" fmla="*/ 6279011 w 9408955"/>
              <a:gd name="connsiteY2551" fmla="*/ 2671675 h 4587875"/>
              <a:gd name="connsiteX2552" fmla="*/ 6282006 w 9408955"/>
              <a:gd name="connsiteY2552" fmla="*/ 2734407 h 4587875"/>
              <a:gd name="connsiteX2553" fmla="*/ 6297002 w 9408955"/>
              <a:gd name="connsiteY2553" fmla="*/ 2738091 h 4587875"/>
              <a:gd name="connsiteX2554" fmla="*/ 1578648 w 9408955"/>
              <a:gd name="connsiteY2554" fmla="*/ 2738092 h 4587875"/>
              <a:gd name="connsiteX2555" fmla="*/ 1603576 w 9408955"/>
              <a:gd name="connsiteY2555" fmla="*/ 2696482 h 4587875"/>
              <a:gd name="connsiteX2556" fmla="*/ 1553056 w 9408955"/>
              <a:gd name="connsiteY2556" fmla="*/ 2670842 h 4587875"/>
              <a:gd name="connsiteX2557" fmla="*/ 1561174 w 9408955"/>
              <a:gd name="connsiteY2557" fmla="*/ 2737136 h 4587875"/>
              <a:gd name="connsiteX2558" fmla="*/ 1578648 w 9408955"/>
              <a:gd name="connsiteY2558" fmla="*/ 2738092 h 4587875"/>
              <a:gd name="connsiteX2559" fmla="*/ 7012631 w 9408955"/>
              <a:gd name="connsiteY2559" fmla="*/ 2738123 h 4587875"/>
              <a:gd name="connsiteX2560" fmla="*/ 7049251 w 9408955"/>
              <a:gd name="connsiteY2560" fmla="*/ 2717277 h 4587875"/>
              <a:gd name="connsiteX2561" fmla="*/ 7001359 w 9408955"/>
              <a:gd name="connsiteY2561" fmla="*/ 2670441 h 4587875"/>
              <a:gd name="connsiteX2562" fmla="*/ 6998366 w 9408955"/>
              <a:gd name="connsiteY2562" fmla="*/ 2732965 h 4587875"/>
              <a:gd name="connsiteX2563" fmla="*/ 7012631 w 9408955"/>
              <a:gd name="connsiteY2563" fmla="*/ 2738123 h 4587875"/>
              <a:gd name="connsiteX2564" fmla="*/ 1773323 w 9408955"/>
              <a:gd name="connsiteY2564" fmla="*/ 2738133 h 4587875"/>
              <a:gd name="connsiteX2565" fmla="*/ 1809024 w 9408955"/>
              <a:gd name="connsiteY2565" fmla="*/ 2703866 h 4587875"/>
              <a:gd name="connsiteX2566" fmla="*/ 1762128 w 9408955"/>
              <a:gd name="connsiteY2566" fmla="*/ 2669187 h 4587875"/>
              <a:gd name="connsiteX2567" fmla="*/ 1756266 w 9408955"/>
              <a:gd name="connsiteY2567" fmla="*/ 2732115 h 4587875"/>
              <a:gd name="connsiteX2568" fmla="*/ 1773323 w 9408955"/>
              <a:gd name="connsiteY2568" fmla="*/ 2738133 h 4587875"/>
              <a:gd name="connsiteX2569" fmla="*/ 4343641 w 9408955"/>
              <a:gd name="connsiteY2569" fmla="*/ 2738148 h 4587875"/>
              <a:gd name="connsiteX2570" fmla="*/ 4378037 w 9408955"/>
              <a:gd name="connsiteY2570" fmla="*/ 2711735 h 4587875"/>
              <a:gd name="connsiteX2571" fmla="*/ 4331600 w 9408955"/>
              <a:gd name="connsiteY2571" fmla="*/ 2669564 h 4587875"/>
              <a:gd name="connsiteX2572" fmla="*/ 4328612 w 9408955"/>
              <a:gd name="connsiteY2572" fmla="*/ 2734074 h 4587875"/>
              <a:gd name="connsiteX2573" fmla="*/ 4343641 w 9408955"/>
              <a:gd name="connsiteY2573" fmla="*/ 2738148 h 4587875"/>
              <a:gd name="connsiteX2574" fmla="*/ 8151477 w 9408955"/>
              <a:gd name="connsiteY2574" fmla="*/ 2738227 h 4587875"/>
              <a:gd name="connsiteX2575" fmla="*/ 8180846 w 9408955"/>
              <a:gd name="connsiteY2575" fmla="*/ 2696040 h 4587875"/>
              <a:gd name="connsiteX2576" fmla="*/ 8122058 w 9408955"/>
              <a:gd name="connsiteY2576" fmla="*/ 2678271 h 4587875"/>
              <a:gd name="connsiteX2577" fmla="*/ 8132352 w 9408955"/>
              <a:gd name="connsiteY2577" fmla="*/ 2734809 h 4587875"/>
              <a:gd name="connsiteX2578" fmla="*/ 8151477 w 9408955"/>
              <a:gd name="connsiteY2578" fmla="*/ 2738227 h 4587875"/>
              <a:gd name="connsiteX2579" fmla="*/ 6502148 w 9408955"/>
              <a:gd name="connsiteY2579" fmla="*/ 2738267 h 4587875"/>
              <a:gd name="connsiteX2580" fmla="*/ 6536046 w 9408955"/>
              <a:gd name="connsiteY2580" fmla="*/ 2704189 h 4587875"/>
              <a:gd name="connsiteX2581" fmla="*/ 6487654 w 9408955"/>
              <a:gd name="connsiteY2581" fmla="*/ 2670118 h 4587875"/>
              <a:gd name="connsiteX2582" fmla="*/ 6485167 w 9408955"/>
              <a:gd name="connsiteY2582" fmla="*/ 2732619 h 4587875"/>
              <a:gd name="connsiteX2583" fmla="*/ 6502148 w 9408955"/>
              <a:gd name="connsiteY2583" fmla="*/ 2738267 h 4587875"/>
              <a:gd name="connsiteX2584" fmla="*/ 6711739 w 9408955"/>
              <a:gd name="connsiteY2584" fmla="*/ 2738277 h 4587875"/>
              <a:gd name="connsiteX2585" fmla="*/ 6741047 w 9408955"/>
              <a:gd name="connsiteY2585" fmla="*/ 2695849 h 4587875"/>
              <a:gd name="connsiteX2586" fmla="*/ 6690927 w 9408955"/>
              <a:gd name="connsiteY2586" fmla="*/ 2670478 h 4587875"/>
              <a:gd name="connsiteX2587" fmla="*/ 6692742 w 9408955"/>
              <a:gd name="connsiteY2587" fmla="*/ 2735162 h 4587875"/>
              <a:gd name="connsiteX2588" fmla="*/ 6711739 w 9408955"/>
              <a:gd name="connsiteY2588" fmla="*/ 2738277 h 4587875"/>
              <a:gd name="connsiteX2589" fmla="*/ 6404781 w 9408955"/>
              <a:gd name="connsiteY2589" fmla="*/ 2738317 h 4587875"/>
              <a:gd name="connsiteX2590" fmla="*/ 6434887 w 9408955"/>
              <a:gd name="connsiteY2590" fmla="*/ 2695579 h 4587875"/>
              <a:gd name="connsiteX2591" fmla="*/ 6375242 w 9408955"/>
              <a:gd name="connsiteY2591" fmla="*/ 2677579 h 4587875"/>
              <a:gd name="connsiteX2592" fmla="*/ 6385901 w 9408955"/>
              <a:gd name="connsiteY2592" fmla="*/ 2735501 h 4587875"/>
              <a:gd name="connsiteX2593" fmla="*/ 6404781 w 9408955"/>
              <a:gd name="connsiteY2593" fmla="*/ 2738317 h 4587875"/>
              <a:gd name="connsiteX2594" fmla="*/ 5170801 w 9408955"/>
              <a:gd name="connsiteY2594" fmla="*/ 2738321 h 4587875"/>
              <a:gd name="connsiteX2595" fmla="*/ 5199059 w 9408955"/>
              <a:gd name="connsiteY2595" fmla="*/ 2689525 h 4587875"/>
              <a:gd name="connsiteX2596" fmla="*/ 5134738 w 9408955"/>
              <a:gd name="connsiteY2596" fmla="*/ 2689525 h 4587875"/>
              <a:gd name="connsiteX2597" fmla="*/ 5149792 w 9408955"/>
              <a:gd name="connsiteY2597" fmla="*/ 2733959 h 4587875"/>
              <a:gd name="connsiteX2598" fmla="*/ 5170801 w 9408955"/>
              <a:gd name="connsiteY2598" fmla="*/ 2738321 h 4587875"/>
              <a:gd name="connsiteX2599" fmla="*/ 1880468 w 9408955"/>
              <a:gd name="connsiteY2599" fmla="*/ 2738325 h 4587875"/>
              <a:gd name="connsiteX2600" fmla="*/ 1911222 w 9408955"/>
              <a:gd name="connsiteY2600" fmla="*/ 2692113 h 4587875"/>
              <a:gd name="connsiteX2601" fmla="*/ 1854217 w 9408955"/>
              <a:gd name="connsiteY2601" fmla="*/ 2676845 h 4587875"/>
              <a:gd name="connsiteX2602" fmla="*/ 1860145 w 9408955"/>
              <a:gd name="connsiteY2602" fmla="*/ 2733134 h 4587875"/>
              <a:gd name="connsiteX2603" fmla="*/ 1880468 w 9408955"/>
              <a:gd name="connsiteY2603" fmla="*/ 2738325 h 4587875"/>
              <a:gd name="connsiteX2604" fmla="*/ 6095795 w 9408955"/>
              <a:gd name="connsiteY2604" fmla="*/ 2738411 h 4587875"/>
              <a:gd name="connsiteX2605" fmla="*/ 6124323 w 9408955"/>
              <a:gd name="connsiteY2605" fmla="*/ 2689067 h 4587875"/>
              <a:gd name="connsiteX2606" fmla="*/ 6063257 w 9408955"/>
              <a:gd name="connsiteY2606" fmla="*/ 2681737 h 4587875"/>
              <a:gd name="connsiteX2607" fmla="*/ 6074693 w 9408955"/>
              <a:gd name="connsiteY2607" fmla="*/ 2734417 h 4587875"/>
              <a:gd name="connsiteX2608" fmla="*/ 6095795 w 9408955"/>
              <a:gd name="connsiteY2608" fmla="*/ 2738411 h 4587875"/>
              <a:gd name="connsiteX2609" fmla="*/ 7426913 w 9408955"/>
              <a:gd name="connsiteY2609" fmla="*/ 2738441 h 4587875"/>
              <a:gd name="connsiteX2610" fmla="*/ 7461455 w 9408955"/>
              <a:gd name="connsiteY2610" fmla="*/ 2703966 h 4587875"/>
              <a:gd name="connsiteX2611" fmla="*/ 7402521 w 9408955"/>
              <a:gd name="connsiteY2611" fmla="*/ 2676751 h 4587875"/>
              <a:gd name="connsiteX2612" fmla="*/ 7409658 w 9408955"/>
              <a:gd name="connsiteY2612" fmla="*/ 2732994 h 4587875"/>
              <a:gd name="connsiteX2613" fmla="*/ 7426913 w 9408955"/>
              <a:gd name="connsiteY2613" fmla="*/ 2738441 h 4587875"/>
              <a:gd name="connsiteX2614" fmla="*/ 4239639 w 9408955"/>
              <a:gd name="connsiteY2614" fmla="*/ 2738495 h 4587875"/>
              <a:gd name="connsiteX2615" fmla="*/ 4276874 w 9408955"/>
              <a:gd name="connsiteY2615" fmla="*/ 2710957 h 4587875"/>
              <a:gd name="connsiteX2616" fmla="*/ 4223871 w 9408955"/>
              <a:gd name="connsiteY2616" fmla="*/ 2672339 h 4587875"/>
              <a:gd name="connsiteX2617" fmla="*/ 4223871 w 9408955"/>
              <a:gd name="connsiteY2617" fmla="*/ 2733122 h 4587875"/>
              <a:gd name="connsiteX2618" fmla="*/ 4239639 w 9408955"/>
              <a:gd name="connsiteY2618" fmla="*/ 2738495 h 4587875"/>
              <a:gd name="connsiteX2619" fmla="*/ 5679700 w 9408955"/>
              <a:gd name="connsiteY2619" fmla="*/ 2738563 h 4587875"/>
              <a:gd name="connsiteX2620" fmla="*/ 5714944 w 9408955"/>
              <a:gd name="connsiteY2620" fmla="*/ 2711185 h 4587875"/>
              <a:gd name="connsiteX2621" fmla="*/ 5662890 w 9408955"/>
              <a:gd name="connsiteY2621" fmla="*/ 2672339 h 4587875"/>
              <a:gd name="connsiteX2622" fmla="*/ 5664461 w 9408955"/>
              <a:gd name="connsiteY2622" fmla="*/ 2733350 h 4587875"/>
              <a:gd name="connsiteX2623" fmla="*/ 5679700 w 9408955"/>
              <a:gd name="connsiteY2623" fmla="*/ 2738563 h 4587875"/>
              <a:gd name="connsiteX2624" fmla="*/ 6817272 w 9408955"/>
              <a:gd name="connsiteY2624" fmla="*/ 2738738 h 4587875"/>
              <a:gd name="connsiteX2625" fmla="*/ 6843328 w 9408955"/>
              <a:gd name="connsiteY2625" fmla="*/ 2688492 h 4587875"/>
              <a:gd name="connsiteX2626" fmla="*/ 6790487 w 9408955"/>
              <a:gd name="connsiteY2626" fmla="*/ 2673874 h 4587875"/>
              <a:gd name="connsiteX2627" fmla="*/ 6796383 w 9408955"/>
              <a:gd name="connsiteY2627" fmla="*/ 2735592 h 4587875"/>
              <a:gd name="connsiteX2628" fmla="*/ 6817272 w 9408955"/>
              <a:gd name="connsiteY2628" fmla="*/ 2738738 h 4587875"/>
              <a:gd name="connsiteX2629" fmla="*/ 5272120 w 9408955"/>
              <a:gd name="connsiteY2629" fmla="*/ 2738755 h 4587875"/>
              <a:gd name="connsiteX2630" fmla="*/ 5302545 w 9408955"/>
              <a:gd name="connsiteY2630" fmla="*/ 2696670 h 4587875"/>
              <a:gd name="connsiteX2631" fmla="*/ 5246302 w 9408955"/>
              <a:gd name="connsiteY2631" fmla="*/ 2675017 h 4587875"/>
              <a:gd name="connsiteX2632" fmla="*/ 5253106 w 9408955"/>
              <a:gd name="connsiteY2632" fmla="*/ 2734507 h 4587875"/>
              <a:gd name="connsiteX2633" fmla="*/ 5272120 w 9408955"/>
              <a:gd name="connsiteY2633" fmla="*/ 2738755 h 4587875"/>
              <a:gd name="connsiteX2634" fmla="*/ 5481724 w 9408955"/>
              <a:gd name="connsiteY2634" fmla="*/ 2738777 h 4587875"/>
              <a:gd name="connsiteX2635" fmla="*/ 5507333 w 9408955"/>
              <a:gd name="connsiteY2635" fmla="*/ 2689601 h 4587875"/>
              <a:gd name="connsiteX2636" fmla="*/ 5450410 w 9408955"/>
              <a:gd name="connsiteY2636" fmla="*/ 2678350 h 4587875"/>
              <a:gd name="connsiteX2637" fmla="*/ 5461522 w 9408955"/>
              <a:gd name="connsiteY2637" fmla="*/ 2735753 h 4587875"/>
              <a:gd name="connsiteX2638" fmla="*/ 5481724 w 9408955"/>
              <a:gd name="connsiteY2638" fmla="*/ 2738777 h 4587875"/>
              <a:gd name="connsiteX2639" fmla="*/ 1470461 w 9408955"/>
              <a:gd name="connsiteY2639" fmla="*/ 2738809 h 4587875"/>
              <a:gd name="connsiteX2640" fmla="*/ 1499880 w 9408955"/>
              <a:gd name="connsiteY2640" fmla="*/ 2692337 h 4587875"/>
              <a:gd name="connsiteX2641" fmla="*/ 1439390 w 9408955"/>
              <a:gd name="connsiteY2641" fmla="*/ 2680941 h 4587875"/>
              <a:gd name="connsiteX2642" fmla="*/ 1450077 w 9408955"/>
              <a:gd name="connsiteY2642" fmla="*/ 2734272 h 4587875"/>
              <a:gd name="connsiteX2643" fmla="*/ 1470461 w 9408955"/>
              <a:gd name="connsiteY2643" fmla="*/ 2738809 h 4587875"/>
              <a:gd name="connsiteX2644" fmla="*/ 5375424 w 9408955"/>
              <a:gd name="connsiteY2644" fmla="*/ 2738919 h 4587875"/>
              <a:gd name="connsiteX2645" fmla="*/ 5405266 w 9408955"/>
              <a:gd name="connsiteY2645" fmla="*/ 2696316 h 4587875"/>
              <a:gd name="connsiteX2646" fmla="*/ 5346129 w 9408955"/>
              <a:gd name="connsiteY2646" fmla="*/ 2679180 h 4587875"/>
              <a:gd name="connsiteX2647" fmla="*/ 5356591 w 9408955"/>
              <a:gd name="connsiteY2647" fmla="*/ 2735385 h 4587875"/>
              <a:gd name="connsiteX2648" fmla="*/ 5375424 w 9408955"/>
              <a:gd name="connsiteY2648" fmla="*/ 2738919 h 4587875"/>
              <a:gd name="connsiteX2649" fmla="*/ 7226124 w 9408955"/>
              <a:gd name="connsiteY2649" fmla="*/ 2739021 h 4587875"/>
              <a:gd name="connsiteX2650" fmla="*/ 7255196 w 9408955"/>
              <a:gd name="connsiteY2650" fmla="*/ 2696490 h 4587875"/>
              <a:gd name="connsiteX2651" fmla="*/ 7192973 w 9408955"/>
              <a:gd name="connsiteY2651" fmla="*/ 2683801 h 4587875"/>
              <a:gd name="connsiteX2652" fmla="*/ 7207852 w 9408955"/>
              <a:gd name="connsiteY2652" fmla="*/ 2735708 h 4587875"/>
              <a:gd name="connsiteX2653" fmla="*/ 7226124 w 9408955"/>
              <a:gd name="connsiteY2653" fmla="*/ 2739021 h 4587875"/>
              <a:gd name="connsiteX2654" fmla="*/ 6197073 w 9408955"/>
              <a:gd name="connsiteY2654" fmla="*/ 2739022 h 4587875"/>
              <a:gd name="connsiteX2655" fmla="*/ 6228465 w 9408955"/>
              <a:gd name="connsiteY2655" fmla="*/ 2696919 h 4587875"/>
              <a:gd name="connsiteX2656" fmla="*/ 6177161 w 9408955"/>
              <a:gd name="connsiteY2656" fmla="*/ 2671066 h 4587875"/>
              <a:gd name="connsiteX2657" fmla="*/ 6178073 w 9408955"/>
              <a:gd name="connsiteY2657" fmla="*/ 2734777 h 4587875"/>
              <a:gd name="connsiteX2658" fmla="*/ 6197073 w 9408955"/>
              <a:gd name="connsiteY2658" fmla="*/ 2739022 h 4587875"/>
              <a:gd name="connsiteX2659" fmla="*/ 7534249 w 9408955"/>
              <a:gd name="connsiteY2659" fmla="*/ 2739075 h 4587875"/>
              <a:gd name="connsiteX2660" fmla="*/ 7563633 w 9408955"/>
              <a:gd name="connsiteY2660" fmla="*/ 2689280 h 4587875"/>
              <a:gd name="connsiteX2661" fmla="*/ 7506309 w 9408955"/>
              <a:gd name="connsiteY2661" fmla="*/ 2676912 h 4587875"/>
              <a:gd name="connsiteX2662" fmla="*/ 7512781 w 9408955"/>
              <a:gd name="connsiteY2662" fmla="*/ 2734402 h 4587875"/>
              <a:gd name="connsiteX2663" fmla="*/ 7534249 w 9408955"/>
              <a:gd name="connsiteY2663" fmla="*/ 2739075 h 4587875"/>
              <a:gd name="connsiteX2664" fmla="*/ 7132792 w 9408955"/>
              <a:gd name="connsiteY2664" fmla="*/ 2836012 h 4587875"/>
              <a:gd name="connsiteX2665" fmla="*/ 7152139 w 9408955"/>
              <a:gd name="connsiteY2665" fmla="*/ 2815771 h 4587875"/>
              <a:gd name="connsiteX2666" fmla="*/ 7104270 w 9408955"/>
              <a:gd name="connsiteY2666" fmla="*/ 2772682 h 4587875"/>
              <a:gd name="connsiteX2667" fmla="*/ 7104042 w 9408955"/>
              <a:gd name="connsiteY2667" fmla="*/ 2835501 h 4587875"/>
              <a:gd name="connsiteX2668" fmla="*/ 7132792 w 9408955"/>
              <a:gd name="connsiteY2668" fmla="*/ 2836012 h 4587875"/>
              <a:gd name="connsiteX2669" fmla="*/ 5283369 w 9408955"/>
              <a:gd name="connsiteY2669" fmla="*/ 2836033 h 4587875"/>
              <a:gd name="connsiteX2670" fmla="*/ 5302028 w 9408955"/>
              <a:gd name="connsiteY2670" fmla="*/ 2815852 h 4587875"/>
              <a:gd name="connsiteX2671" fmla="*/ 5268653 w 9408955"/>
              <a:gd name="connsiteY2671" fmla="*/ 2770630 h 4587875"/>
              <a:gd name="connsiteX2672" fmla="*/ 5254937 w 9408955"/>
              <a:gd name="connsiteY2672" fmla="*/ 2835524 h 4587875"/>
              <a:gd name="connsiteX2673" fmla="*/ 5283369 w 9408955"/>
              <a:gd name="connsiteY2673" fmla="*/ 2836033 h 4587875"/>
              <a:gd name="connsiteX2674" fmla="*/ 5977055 w 9408955"/>
              <a:gd name="connsiteY2674" fmla="*/ 2836323 h 4587875"/>
              <a:gd name="connsiteX2675" fmla="*/ 6015132 w 9408955"/>
              <a:gd name="connsiteY2675" fmla="*/ 2833460 h 4587875"/>
              <a:gd name="connsiteX2676" fmla="*/ 6008920 w 9408955"/>
              <a:gd name="connsiteY2676" fmla="*/ 2775856 h 4587875"/>
              <a:gd name="connsiteX2677" fmla="*/ 5956233 w 9408955"/>
              <a:gd name="connsiteY2677" fmla="*/ 2809420 h 4587875"/>
              <a:gd name="connsiteX2678" fmla="*/ 5977055 w 9408955"/>
              <a:gd name="connsiteY2678" fmla="*/ 2836323 h 4587875"/>
              <a:gd name="connsiteX2679" fmla="*/ 7029263 w 9408955"/>
              <a:gd name="connsiteY2679" fmla="*/ 2836846 h 4587875"/>
              <a:gd name="connsiteX2680" fmla="*/ 7049703 w 9408955"/>
              <a:gd name="connsiteY2680" fmla="*/ 2815063 h 4587875"/>
              <a:gd name="connsiteX2681" fmla="*/ 7004118 w 9408955"/>
              <a:gd name="connsiteY2681" fmla="*/ 2771726 h 4587875"/>
              <a:gd name="connsiteX2682" fmla="*/ 6999129 w 9408955"/>
              <a:gd name="connsiteY2682" fmla="*/ 2835809 h 4587875"/>
              <a:gd name="connsiteX2683" fmla="*/ 7029263 w 9408955"/>
              <a:gd name="connsiteY2683" fmla="*/ 2836846 h 4587875"/>
              <a:gd name="connsiteX2684" fmla="*/ 7209290 w 9408955"/>
              <a:gd name="connsiteY2684" fmla="*/ 2837171 h 4587875"/>
              <a:gd name="connsiteX2685" fmla="*/ 7256504 w 9408955"/>
              <a:gd name="connsiteY2685" fmla="*/ 2808740 h 4587875"/>
              <a:gd name="connsiteX2686" fmla="*/ 7209062 w 9408955"/>
              <a:gd name="connsiteY2686" fmla="*/ 2772450 h 4587875"/>
              <a:gd name="connsiteX2687" fmla="*/ 7209290 w 9408955"/>
              <a:gd name="connsiteY2687" fmla="*/ 2837171 h 4587875"/>
              <a:gd name="connsiteX2688" fmla="*/ 7436532 w 9408955"/>
              <a:gd name="connsiteY2688" fmla="*/ 2837418 h 4587875"/>
              <a:gd name="connsiteX2689" fmla="*/ 7455186 w 9408955"/>
              <a:gd name="connsiteY2689" fmla="*/ 2825976 h 4587875"/>
              <a:gd name="connsiteX2690" fmla="*/ 7454723 w 9408955"/>
              <a:gd name="connsiteY2690" fmla="*/ 2776083 h 4587875"/>
              <a:gd name="connsiteX2691" fmla="*/ 7393447 w 9408955"/>
              <a:gd name="connsiteY2691" fmla="*/ 2801029 h 4587875"/>
              <a:gd name="connsiteX2692" fmla="*/ 7436532 w 9408955"/>
              <a:gd name="connsiteY2692" fmla="*/ 2837418 h 4587875"/>
              <a:gd name="connsiteX2693" fmla="*/ 2384317 w 9408955"/>
              <a:gd name="connsiteY2693" fmla="*/ 2837582 h 4587875"/>
              <a:gd name="connsiteX2694" fmla="*/ 2403393 w 9408955"/>
              <a:gd name="connsiteY2694" fmla="*/ 2836197 h 4587875"/>
              <a:gd name="connsiteX2695" fmla="*/ 2396219 w 9408955"/>
              <a:gd name="connsiteY2695" fmla="*/ 2770399 h 4587875"/>
              <a:gd name="connsiteX2696" fmla="*/ 2366828 w 9408955"/>
              <a:gd name="connsiteY2696" fmla="*/ 2829640 h 4587875"/>
              <a:gd name="connsiteX2697" fmla="*/ 2384317 w 9408955"/>
              <a:gd name="connsiteY2697" fmla="*/ 2837582 h 4587875"/>
              <a:gd name="connsiteX2698" fmla="*/ 1785482 w 9408955"/>
              <a:gd name="connsiteY2698" fmla="*/ 2837705 h 4587875"/>
              <a:gd name="connsiteX2699" fmla="*/ 1806443 w 9408955"/>
              <a:gd name="connsiteY2699" fmla="*/ 2821413 h 4587875"/>
              <a:gd name="connsiteX2700" fmla="*/ 1802325 w 9408955"/>
              <a:gd name="connsiteY2700" fmla="*/ 2775062 h 4587875"/>
              <a:gd name="connsiteX2701" fmla="*/ 1753139 w 9408955"/>
              <a:gd name="connsiteY2701" fmla="*/ 2776668 h 4587875"/>
              <a:gd name="connsiteX2702" fmla="*/ 1758858 w 9408955"/>
              <a:gd name="connsiteY2702" fmla="*/ 2834722 h 4587875"/>
              <a:gd name="connsiteX2703" fmla="*/ 1785482 w 9408955"/>
              <a:gd name="connsiteY2703" fmla="*/ 2837705 h 4587875"/>
              <a:gd name="connsiteX2704" fmla="*/ 4443492 w 9408955"/>
              <a:gd name="connsiteY2704" fmla="*/ 2837835 h 4587875"/>
              <a:gd name="connsiteX2705" fmla="*/ 4465108 w 9408955"/>
              <a:gd name="connsiteY2705" fmla="*/ 2834745 h 4587875"/>
              <a:gd name="connsiteX2706" fmla="*/ 4460089 w 9408955"/>
              <a:gd name="connsiteY2706" fmla="*/ 2771818 h 4587875"/>
              <a:gd name="connsiteX2707" fmla="*/ 4422217 w 9408955"/>
              <a:gd name="connsiteY2707" fmla="*/ 2775250 h 4587875"/>
              <a:gd name="connsiteX2708" fmla="*/ 4421533 w 9408955"/>
              <a:gd name="connsiteY2708" fmla="*/ 2833372 h 4587875"/>
              <a:gd name="connsiteX2709" fmla="*/ 4443492 w 9408955"/>
              <a:gd name="connsiteY2709" fmla="*/ 2837835 h 4587875"/>
              <a:gd name="connsiteX2710" fmla="*/ 4352801 w 9408955"/>
              <a:gd name="connsiteY2710" fmla="*/ 2837984 h 4587875"/>
              <a:gd name="connsiteX2711" fmla="*/ 4376082 w 9408955"/>
              <a:gd name="connsiteY2711" fmla="*/ 2816284 h 4587875"/>
              <a:gd name="connsiteX2712" fmla="*/ 4342115 w 9408955"/>
              <a:gd name="connsiteY2712" fmla="*/ 2769749 h 4587875"/>
              <a:gd name="connsiteX2713" fmla="*/ 4320457 w 9408955"/>
              <a:gd name="connsiteY2713" fmla="*/ 2831112 h 4587875"/>
              <a:gd name="connsiteX2714" fmla="*/ 4352801 w 9408955"/>
              <a:gd name="connsiteY2714" fmla="*/ 2837984 h 4587875"/>
              <a:gd name="connsiteX2715" fmla="*/ 7827183 w 9408955"/>
              <a:gd name="connsiteY2715" fmla="*/ 2838132 h 4587875"/>
              <a:gd name="connsiteX2716" fmla="*/ 7873425 w 9408955"/>
              <a:gd name="connsiteY2716" fmla="*/ 2809857 h 4587875"/>
              <a:gd name="connsiteX2717" fmla="*/ 7822671 w 9408955"/>
              <a:gd name="connsiteY2717" fmla="*/ 2774224 h 4587875"/>
              <a:gd name="connsiteX2718" fmla="*/ 7827183 w 9408955"/>
              <a:gd name="connsiteY2718" fmla="*/ 2838132 h 4587875"/>
              <a:gd name="connsiteX2719" fmla="*/ 1375376 w 9408955"/>
              <a:gd name="connsiteY2719" fmla="*/ 2838181 h 4587875"/>
              <a:gd name="connsiteX2720" fmla="*/ 1395819 w 9408955"/>
              <a:gd name="connsiteY2720" fmla="*/ 2787064 h 4587875"/>
              <a:gd name="connsiteX2721" fmla="*/ 1331516 w 9408955"/>
              <a:gd name="connsiteY2721" fmla="*/ 2792579 h 4587875"/>
              <a:gd name="connsiteX2722" fmla="*/ 1354252 w 9408955"/>
              <a:gd name="connsiteY2722" fmla="*/ 2837154 h 4587875"/>
              <a:gd name="connsiteX2723" fmla="*/ 1375376 w 9408955"/>
              <a:gd name="connsiteY2723" fmla="*/ 2838181 h 4587875"/>
              <a:gd name="connsiteX2724" fmla="*/ 4966344 w 9408955"/>
              <a:gd name="connsiteY2724" fmla="*/ 2838415 h 4587875"/>
              <a:gd name="connsiteX2725" fmla="*/ 4995535 w 9408955"/>
              <a:gd name="connsiteY2725" fmla="*/ 2799881 h 4587875"/>
              <a:gd name="connsiteX2726" fmla="*/ 4930301 w 9408955"/>
              <a:gd name="connsiteY2726" fmla="*/ 2785291 h 4587875"/>
              <a:gd name="connsiteX2727" fmla="*/ 4948907 w 9408955"/>
              <a:gd name="connsiteY2727" fmla="*/ 2836128 h 4587875"/>
              <a:gd name="connsiteX2728" fmla="*/ 4966344 w 9408955"/>
              <a:gd name="connsiteY2728" fmla="*/ 2838415 h 4587875"/>
              <a:gd name="connsiteX2729" fmla="*/ 1573983 w 9408955"/>
              <a:gd name="connsiteY2729" fmla="*/ 2838421 h 4587875"/>
              <a:gd name="connsiteX2730" fmla="*/ 1604342 w 9408955"/>
              <a:gd name="connsiteY2730" fmla="*/ 2799896 h 4587875"/>
              <a:gd name="connsiteX2731" fmla="*/ 1545987 w 9408955"/>
              <a:gd name="connsiteY2731" fmla="*/ 2778125 h 4587875"/>
              <a:gd name="connsiteX2732" fmla="*/ 1555675 w 9408955"/>
              <a:gd name="connsiteY2732" fmla="*/ 2835955 h 4587875"/>
              <a:gd name="connsiteX2733" fmla="*/ 1573983 w 9408955"/>
              <a:gd name="connsiteY2733" fmla="*/ 2838421 h 4587875"/>
              <a:gd name="connsiteX2734" fmla="*/ 1984637 w 9408955"/>
              <a:gd name="connsiteY2734" fmla="*/ 2838629 h 4587875"/>
              <a:gd name="connsiteX2735" fmla="*/ 2016327 w 9408955"/>
              <a:gd name="connsiteY2735" fmla="*/ 2800592 h 4587875"/>
              <a:gd name="connsiteX2736" fmla="*/ 1957680 w 9408955"/>
              <a:gd name="connsiteY2736" fmla="*/ 2780063 h 4587875"/>
              <a:gd name="connsiteX2737" fmla="*/ 1966250 w 9408955"/>
              <a:gd name="connsiteY2737" fmla="*/ 2835784 h 4587875"/>
              <a:gd name="connsiteX2738" fmla="*/ 1984637 w 9408955"/>
              <a:gd name="connsiteY2738" fmla="*/ 2838629 h 4587875"/>
              <a:gd name="connsiteX2739" fmla="*/ 6300491 w 9408955"/>
              <a:gd name="connsiteY2739" fmla="*/ 2838632 h 4587875"/>
              <a:gd name="connsiteX2740" fmla="*/ 6332606 w 9408955"/>
              <a:gd name="connsiteY2740" fmla="*/ 2808569 h 4587875"/>
              <a:gd name="connsiteX2741" fmla="*/ 6275456 w 9408955"/>
              <a:gd name="connsiteY2741" fmla="*/ 2778639 h 4587875"/>
              <a:gd name="connsiteX2742" fmla="*/ 6284754 w 9408955"/>
              <a:gd name="connsiteY2742" fmla="*/ 2836023 h 4587875"/>
              <a:gd name="connsiteX2743" fmla="*/ 6300491 w 9408955"/>
              <a:gd name="connsiteY2743" fmla="*/ 2838632 h 4587875"/>
              <a:gd name="connsiteX2744" fmla="*/ 5367895 w 9408955"/>
              <a:gd name="connsiteY2744" fmla="*/ 2838638 h 4587875"/>
              <a:gd name="connsiteX2745" fmla="*/ 5389688 w 9408955"/>
              <a:gd name="connsiteY2745" fmla="*/ 2835157 h 4587875"/>
              <a:gd name="connsiteX2746" fmla="*/ 5378878 w 9408955"/>
              <a:gd name="connsiteY2746" fmla="*/ 2770717 h 4587875"/>
              <a:gd name="connsiteX2747" fmla="*/ 5337016 w 9408955"/>
              <a:gd name="connsiteY2747" fmla="*/ 2792121 h 4587875"/>
              <a:gd name="connsiteX2748" fmla="*/ 5345757 w 9408955"/>
              <a:gd name="connsiteY2748" fmla="*/ 2834006 h 4587875"/>
              <a:gd name="connsiteX2749" fmla="*/ 5367895 w 9408955"/>
              <a:gd name="connsiteY2749" fmla="*/ 2838638 h 4587875"/>
              <a:gd name="connsiteX2750" fmla="*/ 1669785 w 9408955"/>
              <a:gd name="connsiteY2750" fmla="*/ 2838649 h 4587875"/>
              <a:gd name="connsiteX2751" fmla="*/ 1694805 w 9408955"/>
              <a:gd name="connsiteY2751" fmla="*/ 2832471 h 4587875"/>
              <a:gd name="connsiteX2752" fmla="*/ 1695030 w 9408955"/>
              <a:gd name="connsiteY2752" fmla="*/ 2776866 h 4587875"/>
              <a:gd name="connsiteX2753" fmla="*/ 1648146 w 9408955"/>
              <a:gd name="connsiteY2753" fmla="*/ 2775264 h 4587875"/>
              <a:gd name="connsiteX2754" fmla="*/ 1646793 w 9408955"/>
              <a:gd name="connsiteY2754" fmla="*/ 2827666 h 4587875"/>
              <a:gd name="connsiteX2755" fmla="*/ 1669785 w 9408955"/>
              <a:gd name="connsiteY2755" fmla="*/ 2838649 h 4587875"/>
              <a:gd name="connsiteX2756" fmla="*/ 6509239 w 9408955"/>
              <a:gd name="connsiteY2756" fmla="*/ 2838656 h 4587875"/>
              <a:gd name="connsiteX2757" fmla="*/ 6536197 w 9408955"/>
              <a:gd name="connsiteY2757" fmla="*/ 2801573 h 4587875"/>
              <a:gd name="connsiteX2758" fmla="*/ 6490565 w 9408955"/>
              <a:gd name="connsiteY2758" fmla="*/ 2772527 h 4587875"/>
              <a:gd name="connsiteX2759" fmla="*/ 6492170 w 9408955"/>
              <a:gd name="connsiteY2759" fmla="*/ 2837938 h 4587875"/>
              <a:gd name="connsiteX2760" fmla="*/ 6509239 w 9408955"/>
              <a:gd name="connsiteY2760" fmla="*/ 2838656 h 4587875"/>
              <a:gd name="connsiteX2761" fmla="*/ 1267597 w 9408955"/>
              <a:gd name="connsiteY2761" fmla="*/ 2838712 h 4587875"/>
              <a:gd name="connsiteX2762" fmla="*/ 1297125 w 9408955"/>
              <a:gd name="connsiteY2762" fmla="*/ 2800712 h 4587875"/>
              <a:gd name="connsiteX2763" fmla="*/ 1235461 w 9408955"/>
              <a:gd name="connsiteY2763" fmla="*/ 2782262 h 4587875"/>
              <a:gd name="connsiteX2764" fmla="*/ 1249904 w 9408955"/>
              <a:gd name="connsiteY2764" fmla="*/ 2836712 h 4587875"/>
              <a:gd name="connsiteX2765" fmla="*/ 1267597 w 9408955"/>
              <a:gd name="connsiteY2765" fmla="*/ 2838712 h 4587875"/>
              <a:gd name="connsiteX2766" fmla="*/ 5073605 w 9408955"/>
              <a:gd name="connsiteY2766" fmla="*/ 2838727 h 4587875"/>
              <a:gd name="connsiteX2767" fmla="*/ 5096983 w 9408955"/>
              <a:gd name="connsiteY2767" fmla="*/ 2793965 h 4587875"/>
              <a:gd name="connsiteX2768" fmla="*/ 5031812 w 9408955"/>
              <a:gd name="connsiteY2768" fmla="*/ 2792816 h 4587875"/>
              <a:gd name="connsiteX2769" fmla="*/ 5054450 w 9408955"/>
              <a:gd name="connsiteY2769" fmla="*/ 2837402 h 4587875"/>
              <a:gd name="connsiteX2770" fmla="*/ 5073605 w 9408955"/>
              <a:gd name="connsiteY2770" fmla="*/ 2838727 h 4587875"/>
              <a:gd name="connsiteX2771" fmla="*/ 6920002 w 9408955"/>
              <a:gd name="connsiteY2771" fmla="*/ 2838733 h 4587875"/>
              <a:gd name="connsiteX2772" fmla="*/ 6947407 w 9408955"/>
              <a:gd name="connsiteY2772" fmla="*/ 2800896 h 4587875"/>
              <a:gd name="connsiteX2773" fmla="*/ 6891239 w 9408955"/>
              <a:gd name="connsiteY2773" fmla="*/ 2777121 h 4587875"/>
              <a:gd name="connsiteX2774" fmla="*/ 6902837 w 9408955"/>
              <a:gd name="connsiteY2774" fmla="*/ 2836786 h 4587875"/>
              <a:gd name="connsiteX2775" fmla="*/ 6920002 w 9408955"/>
              <a:gd name="connsiteY2775" fmla="*/ 2838733 h 4587875"/>
              <a:gd name="connsiteX2776" fmla="*/ 6195310 w 9408955"/>
              <a:gd name="connsiteY2776" fmla="*/ 2838745 h 4587875"/>
              <a:gd name="connsiteX2777" fmla="*/ 6229175 w 9408955"/>
              <a:gd name="connsiteY2777" fmla="*/ 2809330 h 4587875"/>
              <a:gd name="connsiteX2778" fmla="*/ 6170506 w 9408955"/>
              <a:gd name="connsiteY2778" fmla="*/ 2779773 h 4587875"/>
              <a:gd name="connsiteX2779" fmla="*/ 6179374 w 9408955"/>
              <a:gd name="connsiteY2779" fmla="*/ 2835704 h 4587875"/>
              <a:gd name="connsiteX2780" fmla="*/ 6195310 w 9408955"/>
              <a:gd name="connsiteY2780" fmla="*/ 2838745 h 4587875"/>
              <a:gd name="connsiteX2781" fmla="*/ 6712468 w 9408955"/>
              <a:gd name="connsiteY2781" fmla="*/ 2838768 h 4587875"/>
              <a:gd name="connsiteX2782" fmla="*/ 6740820 w 9408955"/>
              <a:gd name="connsiteY2782" fmla="*/ 2800529 h 4587875"/>
              <a:gd name="connsiteX2783" fmla="*/ 6685031 w 9408955"/>
              <a:gd name="connsiteY2783" fmla="*/ 2777485 h 4587875"/>
              <a:gd name="connsiteX2784" fmla="*/ 6694782 w 9408955"/>
              <a:gd name="connsiteY2784" fmla="*/ 2836478 h 4587875"/>
              <a:gd name="connsiteX2785" fmla="*/ 6712468 w 9408955"/>
              <a:gd name="connsiteY2785" fmla="*/ 2838768 h 4587875"/>
              <a:gd name="connsiteX2786" fmla="*/ 2190906 w 9408955"/>
              <a:gd name="connsiteY2786" fmla="*/ 2838783 h 4587875"/>
              <a:gd name="connsiteX2787" fmla="*/ 2220867 w 9408955"/>
              <a:gd name="connsiteY2787" fmla="*/ 2806505 h 4587875"/>
              <a:gd name="connsiteX2788" fmla="*/ 2174958 w 9408955"/>
              <a:gd name="connsiteY2788" fmla="*/ 2771192 h 4587875"/>
              <a:gd name="connsiteX2789" fmla="*/ 2174958 w 9408955"/>
              <a:gd name="connsiteY2789" fmla="*/ 2836773 h 4587875"/>
              <a:gd name="connsiteX2790" fmla="*/ 2190906 w 9408955"/>
              <a:gd name="connsiteY2790" fmla="*/ 2838783 h 4587875"/>
              <a:gd name="connsiteX2791" fmla="*/ 4243596 w 9408955"/>
              <a:gd name="connsiteY2791" fmla="*/ 2838838 h 4587875"/>
              <a:gd name="connsiteX2792" fmla="*/ 4277686 w 9408955"/>
              <a:gd name="connsiteY2792" fmla="*/ 2800203 h 4587875"/>
              <a:gd name="connsiteX2793" fmla="*/ 4222652 w 9408955"/>
              <a:gd name="connsiteY2793" fmla="*/ 2774832 h 4587875"/>
              <a:gd name="connsiteX2794" fmla="*/ 4224927 w 9408955"/>
              <a:gd name="connsiteY2794" fmla="*/ 2834717 h 4587875"/>
              <a:gd name="connsiteX2795" fmla="*/ 4243596 w 9408955"/>
              <a:gd name="connsiteY2795" fmla="*/ 2838838 h 4587875"/>
              <a:gd name="connsiteX2796" fmla="*/ 2293850 w 9408955"/>
              <a:gd name="connsiteY2796" fmla="*/ 2838862 h 4587875"/>
              <a:gd name="connsiteX2797" fmla="*/ 2324040 w 9408955"/>
              <a:gd name="connsiteY2797" fmla="*/ 2808645 h 4587875"/>
              <a:gd name="connsiteX2798" fmla="*/ 2270079 w 9408955"/>
              <a:gd name="connsiteY2798" fmla="*/ 2774991 h 4587875"/>
              <a:gd name="connsiteX2799" fmla="*/ 2278470 w 9408955"/>
              <a:gd name="connsiteY2799" fmla="*/ 2836841 h 4587875"/>
              <a:gd name="connsiteX2800" fmla="*/ 2293850 w 9408955"/>
              <a:gd name="connsiteY2800" fmla="*/ 2838862 h 4587875"/>
              <a:gd name="connsiteX2801" fmla="*/ 6086391 w 9408955"/>
              <a:gd name="connsiteY2801" fmla="*/ 2838874 h 4587875"/>
              <a:gd name="connsiteX2802" fmla="*/ 6126647 w 9408955"/>
              <a:gd name="connsiteY2802" fmla="*/ 2800968 h 4587875"/>
              <a:gd name="connsiteX2803" fmla="*/ 6066694 w 9408955"/>
              <a:gd name="connsiteY2803" fmla="*/ 2779331 h 4587875"/>
              <a:gd name="connsiteX2804" fmla="*/ 6066923 w 9408955"/>
              <a:gd name="connsiteY2804" fmla="*/ 2829972 h 4587875"/>
              <a:gd name="connsiteX2805" fmla="*/ 6086391 w 9408955"/>
              <a:gd name="connsiteY2805" fmla="*/ 2838874 h 4587875"/>
              <a:gd name="connsiteX2806" fmla="*/ 7322428 w 9408955"/>
              <a:gd name="connsiteY2806" fmla="*/ 2838916 h 4587875"/>
              <a:gd name="connsiteX2807" fmla="*/ 7355386 w 9408955"/>
              <a:gd name="connsiteY2807" fmla="*/ 2821833 h 4587875"/>
              <a:gd name="connsiteX2808" fmla="*/ 7352201 w 9408955"/>
              <a:gd name="connsiteY2808" fmla="*/ 2775284 h 4587875"/>
              <a:gd name="connsiteX2809" fmla="*/ 7308068 w 9408955"/>
              <a:gd name="connsiteY2809" fmla="*/ 2773679 h 4587875"/>
              <a:gd name="connsiteX2810" fmla="*/ 7293053 w 9408955"/>
              <a:gd name="connsiteY2810" fmla="*/ 2816101 h 4587875"/>
              <a:gd name="connsiteX2811" fmla="*/ 7322428 w 9408955"/>
              <a:gd name="connsiteY2811" fmla="*/ 2838916 h 4587875"/>
              <a:gd name="connsiteX2812" fmla="*/ 5174992 w 9408955"/>
              <a:gd name="connsiteY2812" fmla="*/ 2838923 h 4587875"/>
              <a:gd name="connsiteX2813" fmla="*/ 5200436 w 9408955"/>
              <a:gd name="connsiteY2813" fmla="*/ 2800068 h 4587875"/>
              <a:gd name="connsiteX2814" fmla="*/ 5141420 w 9408955"/>
              <a:gd name="connsiteY2814" fmla="*/ 2778637 h 4587875"/>
              <a:gd name="connsiteX2815" fmla="*/ 5157661 w 9408955"/>
              <a:gd name="connsiteY2815" fmla="*/ 2837630 h 4587875"/>
              <a:gd name="connsiteX2816" fmla="*/ 5174992 w 9408955"/>
              <a:gd name="connsiteY2816" fmla="*/ 2838923 h 4587875"/>
              <a:gd name="connsiteX2817" fmla="*/ 6818104 w 9408955"/>
              <a:gd name="connsiteY2817" fmla="*/ 2838928 h 4587875"/>
              <a:gd name="connsiteX2818" fmla="*/ 6843184 w 9408955"/>
              <a:gd name="connsiteY2818" fmla="*/ 2793605 h 4587875"/>
              <a:gd name="connsiteX2819" fmla="*/ 6781562 w 9408955"/>
              <a:gd name="connsiteY2819" fmla="*/ 2786694 h 4587875"/>
              <a:gd name="connsiteX2820" fmla="*/ 6798879 w 9408955"/>
              <a:gd name="connsiteY2820" fmla="*/ 2837607 h 4587875"/>
              <a:gd name="connsiteX2821" fmla="*/ 6818104 w 9408955"/>
              <a:gd name="connsiteY2821" fmla="*/ 2838928 h 4587875"/>
              <a:gd name="connsiteX2822" fmla="*/ 7741701 w 9408955"/>
              <a:gd name="connsiteY2822" fmla="*/ 2838944 h 4587875"/>
              <a:gd name="connsiteX2823" fmla="*/ 7772206 w 9408955"/>
              <a:gd name="connsiteY2823" fmla="*/ 2801604 h 4587875"/>
              <a:gd name="connsiteX2824" fmla="*/ 7718778 w 9408955"/>
              <a:gd name="connsiteY2824" fmla="*/ 2775141 h 4587875"/>
              <a:gd name="connsiteX2825" fmla="*/ 7724052 w 9408955"/>
              <a:gd name="connsiteY2825" fmla="*/ 2837114 h 4587875"/>
              <a:gd name="connsiteX2826" fmla="*/ 7741701 w 9408955"/>
              <a:gd name="connsiteY2826" fmla="*/ 2838944 h 4587875"/>
              <a:gd name="connsiteX2827" fmla="*/ 1161282 w 9408955"/>
              <a:gd name="connsiteY2827" fmla="*/ 2838993 h 4587875"/>
              <a:gd name="connsiteX2828" fmla="*/ 1193935 w 9408955"/>
              <a:gd name="connsiteY2828" fmla="*/ 2808678 h 4587875"/>
              <a:gd name="connsiteX2829" fmla="*/ 1150945 w 9408955"/>
              <a:gd name="connsiteY2829" fmla="*/ 2770026 h 4587875"/>
              <a:gd name="connsiteX2830" fmla="*/ 1145198 w 9408955"/>
              <a:gd name="connsiteY2830" fmla="*/ 2836517 h 4587875"/>
              <a:gd name="connsiteX2831" fmla="*/ 1161282 w 9408955"/>
              <a:gd name="connsiteY2831" fmla="*/ 2838993 h 4587875"/>
              <a:gd name="connsiteX2832" fmla="*/ 1470057 w 9408955"/>
              <a:gd name="connsiteY2832" fmla="*/ 2839126 h 4587875"/>
              <a:gd name="connsiteX2833" fmla="*/ 1501943 w 9408955"/>
              <a:gd name="connsiteY2833" fmla="*/ 2800784 h 4587875"/>
              <a:gd name="connsiteX2834" fmla="*/ 1447131 w 9408955"/>
              <a:gd name="connsiteY2834" fmla="*/ 2775935 h 4587875"/>
              <a:gd name="connsiteX2835" fmla="*/ 1451454 w 9408955"/>
              <a:gd name="connsiteY2835" fmla="*/ 2835208 h 4587875"/>
              <a:gd name="connsiteX2836" fmla="*/ 1470057 w 9408955"/>
              <a:gd name="connsiteY2836" fmla="*/ 2839126 h 4587875"/>
              <a:gd name="connsiteX2837" fmla="*/ 6404242 w 9408955"/>
              <a:gd name="connsiteY2837" fmla="*/ 2839158 h 4587875"/>
              <a:gd name="connsiteX2838" fmla="*/ 6435113 w 9408955"/>
              <a:gd name="connsiteY2838" fmla="*/ 2808487 h 4587875"/>
              <a:gd name="connsiteX2839" fmla="*/ 6383859 w 9408955"/>
              <a:gd name="connsiteY2839" fmla="*/ 2774702 h 4587875"/>
              <a:gd name="connsiteX2840" fmla="*/ 6388849 w 9408955"/>
              <a:gd name="connsiteY2840" fmla="*/ 2837445 h 4587875"/>
              <a:gd name="connsiteX2841" fmla="*/ 6404242 w 9408955"/>
              <a:gd name="connsiteY2841" fmla="*/ 2839158 h 4587875"/>
              <a:gd name="connsiteX2842" fmla="*/ 2499236 w 9408955"/>
              <a:gd name="connsiteY2842" fmla="*/ 2839205 h 4587875"/>
              <a:gd name="connsiteX2843" fmla="*/ 2528894 w 9408955"/>
              <a:gd name="connsiteY2843" fmla="*/ 2799649 h 4587875"/>
              <a:gd name="connsiteX2844" fmla="*/ 2465727 w 9408955"/>
              <a:gd name="connsiteY2844" fmla="*/ 2787568 h 4587875"/>
              <a:gd name="connsiteX2845" fmla="*/ 2480783 w 9408955"/>
              <a:gd name="connsiteY2845" fmla="*/ 2835893 h 4587875"/>
              <a:gd name="connsiteX2846" fmla="*/ 2499236 w 9408955"/>
              <a:gd name="connsiteY2846" fmla="*/ 2839205 h 4587875"/>
              <a:gd name="connsiteX2847" fmla="*/ 1880046 w 9408955"/>
              <a:gd name="connsiteY2847" fmla="*/ 2839273 h 4587875"/>
              <a:gd name="connsiteX2848" fmla="*/ 1913093 w 9408955"/>
              <a:gd name="connsiteY2848" fmla="*/ 2800991 h 4587875"/>
              <a:gd name="connsiteX2849" fmla="*/ 1853496 w 9408955"/>
              <a:gd name="connsiteY2849" fmla="*/ 2779572 h 4587875"/>
              <a:gd name="connsiteX2850" fmla="*/ 1861460 w 9408955"/>
              <a:gd name="connsiteY2850" fmla="*/ 2835307 h 4587875"/>
              <a:gd name="connsiteX2851" fmla="*/ 1880046 w 9408955"/>
              <a:gd name="connsiteY2851" fmla="*/ 2839273 h 4587875"/>
              <a:gd name="connsiteX2852" fmla="*/ 7637459 w 9408955"/>
              <a:gd name="connsiteY2852" fmla="*/ 2839365 h 4587875"/>
              <a:gd name="connsiteX2853" fmla="*/ 7667484 w 9408955"/>
              <a:gd name="connsiteY2853" fmla="*/ 2799125 h 4587875"/>
              <a:gd name="connsiteX2854" fmla="*/ 7605738 w 9408955"/>
              <a:gd name="connsiteY2854" fmla="*/ 2783151 h 4587875"/>
              <a:gd name="connsiteX2855" fmla="*/ 7619308 w 9408955"/>
              <a:gd name="connsiteY2855" fmla="*/ 2836630 h 4587875"/>
              <a:gd name="connsiteX2856" fmla="*/ 7637459 w 9408955"/>
              <a:gd name="connsiteY2856" fmla="*/ 2839365 h 4587875"/>
              <a:gd name="connsiteX2857" fmla="*/ 5891623 w 9408955"/>
              <a:gd name="connsiteY2857" fmla="*/ 2839481 h 4587875"/>
              <a:gd name="connsiteX2858" fmla="*/ 5920686 w 9408955"/>
              <a:gd name="connsiteY2858" fmla="*/ 2799839 h 4587875"/>
              <a:gd name="connsiteX2859" fmla="*/ 5859238 w 9408955"/>
              <a:gd name="connsiteY2859" fmla="*/ 2780954 h 4587875"/>
              <a:gd name="connsiteX2860" fmla="*/ 5873507 w 9408955"/>
              <a:gd name="connsiteY2860" fmla="*/ 2836919 h 4587875"/>
              <a:gd name="connsiteX2861" fmla="*/ 5891623 w 9408955"/>
              <a:gd name="connsiteY2861" fmla="*/ 2839481 h 4587875"/>
              <a:gd name="connsiteX2862" fmla="*/ 5577213 w 9408955"/>
              <a:gd name="connsiteY2862" fmla="*/ 2839506 h 4587875"/>
              <a:gd name="connsiteX2863" fmla="*/ 5612774 w 9408955"/>
              <a:gd name="connsiteY2863" fmla="*/ 2809099 h 4587875"/>
              <a:gd name="connsiteX2864" fmla="*/ 5552737 w 9408955"/>
              <a:gd name="connsiteY2864" fmla="*/ 2781361 h 4587875"/>
              <a:gd name="connsiteX2865" fmla="*/ 5560469 w 9408955"/>
              <a:gd name="connsiteY2865" fmla="*/ 2835474 h 4587875"/>
              <a:gd name="connsiteX2866" fmla="*/ 5577213 w 9408955"/>
              <a:gd name="connsiteY2866" fmla="*/ 2839506 h 4587875"/>
              <a:gd name="connsiteX2867" fmla="*/ 7533407 w 9408955"/>
              <a:gd name="connsiteY2867" fmla="*/ 2839517 h 4587875"/>
              <a:gd name="connsiteX2868" fmla="*/ 7562892 w 9408955"/>
              <a:gd name="connsiteY2868" fmla="*/ 2796025 h 4587875"/>
              <a:gd name="connsiteX2869" fmla="*/ 7509223 w 9408955"/>
              <a:gd name="connsiteY2869" fmla="*/ 2776265 h 4587875"/>
              <a:gd name="connsiteX2870" fmla="*/ 7513772 w 9408955"/>
              <a:gd name="connsiteY2870" fmla="*/ 2836235 h 4587875"/>
              <a:gd name="connsiteX2871" fmla="*/ 7533407 w 9408955"/>
              <a:gd name="connsiteY2871" fmla="*/ 2839517 h 4587875"/>
              <a:gd name="connsiteX2872" fmla="*/ 5683289 w 9408955"/>
              <a:gd name="connsiteY2872" fmla="*/ 2839525 h 4587875"/>
              <a:gd name="connsiteX2873" fmla="*/ 5715703 w 9408955"/>
              <a:gd name="connsiteY2873" fmla="*/ 2800530 h 4587875"/>
              <a:gd name="connsiteX2874" fmla="*/ 5652361 w 9408955"/>
              <a:gd name="connsiteY2874" fmla="*/ 2783717 h 4587875"/>
              <a:gd name="connsiteX2875" fmla="*/ 5664710 w 9408955"/>
              <a:gd name="connsiteY2875" fmla="*/ 2836228 h 4587875"/>
              <a:gd name="connsiteX2876" fmla="*/ 5683289 w 9408955"/>
              <a:gd name="connsiteY2876" fmla="*/ 2839525 h 4587875"/>
              <a:gd name="connsiteX2877" fmla="*/ 2087875 w 9408955"/>
              <a:gd name="connsiteY2877" fmla="*/ 2839553 h 4587875"/>
              <a:gd name="connsiteX2878" fmla="*/ 2119010 w 9408955"/>
              <a:gd name="connsiteY2878" fmla="*/ 2800746 h 4587875"/>
              <a:gd name="connsiteX2879" fmla="*/ 2056931 w 9408955"/>
              <a:gd name="connsiteY2879" fmla="*/ 2781994 h 4587875"/>
              <a:gd name="connsiteX2880" fmla="*/ 2069893 w 9408955"/>
              <a:gd name="connsiteY2880" fmla="*/ 2836630 h 4587875"/>
              <a:gd name="connsiteX2881" fmla="*/ 2087875 w 9408955"/>
              <a:gd name="connsiteY2881" fmla="*/ 2839553 h 4587875"/>
              <a:gd name="connsiteX2882" fmla="*/ 6605644 w 9408955"/>
              <a:gd name="connsiteY2882" fmla="*/ 2839814 h 4587875"/>
              <a:gd name="connsiteX2883" fmla="*/ 6638780 w 9408955"/>
              <a:gd name="connsiteY2883" fmla="*/ 2808479 h 4587875"/>
              <a:gd name="connsiteX2884" fmla="*/ 6594231 w 9408955"/>
              <a:gd name="connsiteY2884" fmla="*/ 2771726 h 4587875"/>
              <a:gd name="connsiteX2885" fmla="*/ 6589256 w 9408955"/>
              <a:gd name="connsiteY2885" fmla="*/ 2836217 h 4587875"/>
              <a:gd name="connsiteX2886" fmla="*/ 6605644 w 9408955"/>
              <a:gd name="connsiteY2886" fmla="*/ 2839814 h 4587875"/>
              <a:gd name="connsiteX2887" fmla="*/ 2403512 w 9408955"/>
              <a:gd name="connsiteY2887" fmla="*/ 2941132 h 4587875"/>
              <a:gd name="connsiteX2888" fmla="*/ 2424291 w 9408955"/>
              <a:gd name="connsiteY2888" fmla="*/ 2920452 h 4587875"/>
              <a:gd name="connsiteX2889" fmla="*/ 2414317 w 9408955"/>
              <a:gd name="connsiteY2889" fmla="*/ 2879837 h 4587875"/>
              <a:gd name="connsiteX2890" fmla="*/ 2363060 w 9408955"/>
              <a:gd name="connsiteY2890" fmla="*/ 2890392 h 4587875"/>
              <a:gd name="connsiteX2891" fmla="*/ 2373712 w 9408955"/>
              <a:gd name="connsiteY2891" fmla="*/ 2937891 h 4587875"/>
              <a:gd name="connsiteX2892" fmla="*/ 2403512 w 9408955"/>
              <a:gd name="connsiteY2892" fmla="*/ 2941132 h 4587875"/>
              <a:gd name="connsiteX2893" fmla="*/ 2594451 w 9408955"/>
              <a:gd name="connsiteY2893" fmla="*/ 2941325 h 4587875"/>
              <a:gd name="connsiteX2894" fmla="*/ 2631349 w 9408955"/>
              <a:gd name="connsiteY2894" fmla="*/ 2905351 h 4587875"/>
              <a:gd name="connsiteX2895" fmla="*/ 2566945 w 9408955"/>
              <a:gd name="connsiteY2895" fmla="*/ 2891971 h 4587875"/>
              <a:gd name="connsiteX2896" fmla="*/ 2575562 w 9408955"/>
              <a:gd name="connsiteY2896" fmla="*/ 2934607 h 4587875"/>
              <a:gd name="connsiteX2897" fmla="*/ 2594451 w 9408955"/>
              <a:gd name="connsiteY2897" fmla="*/ 2941325 h 4587875"/>
              <a:gd name="connsiteX2898" fmla="*/ 4455521 w 9408955"/>
              <a:gd name="connsiteY2898" fmla="*/ 2941394 h 4587875"/>
              <a:gd name="connsiteX2899" fmla="*/ 4461908 w 9408955"/>
              <a:gd name="connsiteY2899" fmla="*/ 2876104 h 4587875"/>
              <a:gd name="connsiteX2900" fmla="*/ 4420391 w 9408955"/>
              <a:gd name="connsiteY2900" fmla="*/ 2885886 h 4587875"/>
              <a:gd name="connsiteX2901" fmla="*/ 4413091 w 9408955"/>
              <a:gd name="connsiteY2901" fmla="*/ 2922512 h 4587875"/>
              <a:gd name="connsiteX2902" fmla="*/ 4455521 w 9408955"/>
              <a:gd name="connsiteY2902" fmla="*/ 2941394 h 4587875"/>
              <a:gd name="connsiteX2903" fmla="*/ 4957224 w 9408955"/>
              <a:gd name="connsiteY2903" fmla="*/ 2941500 h 4587875"/>
              <a:gd name="connsiteX2904" fmla="*/ 4997159 w 9408955"/>
              <a:gd name="connsiteY2904" fmla="*/ 2912877 h 4587875"/>
              <a:gd name="connsiteX2905" fmla="*/ 4929785 w 9408955"/>
              <a:gd name="connsiteY2905" fmla="*/ 2890312 h 4587875"/>
              <a:gd name="connsiteX2906" fmla="*/ 4940132 w 9408955"/>
              <a:gd name="connsiteY2906" fmla="*/ 2935443 h 4587875"/>
              <a:gd name="connsiteX2907" fmla="*/ 4957224 w 9408955"/>
              <a:gd name="connsiteY2907" fmla="*/ 2941500 h 4587875"/>
              <a:gd name="connsiteX2908" fmla="*/ 6292922 w 9408955"/>
              <a:gd name="connsiteY2908" fmla="*/ 2941506 h 4587875"/>
              <a:gd name="connsiteX2909" fmla="*/ 6332481 w 9408955"/>
              <a:gd name="connsiteY2909" fmla="*/ 2912057 h 4587875"/>
              <a:gd name="connsiteX2910" fmla="*/ 6273646 w 9408955"/>
              <a:gd name="connsiteY2910" fmla="*/ 2881588 h 4587875"/>
              <a:gd name="connsiteX2911" fmla="*/ 6275714 w 9408955"/>
              <a:gd name="connsiteY2911" fmla="*/ 2935477 h 4587875"/>
              <a:gd name="connsiteX2912" fmla="*/ 6292922 w 9408955"/>
              <a:gd name="connsiteY2912" fmla="*/ 2941506 h 4587875"/>
              <a:gd name="connsiteX2913" fmla="*/ 1668981 w 9408955"/>
              <a:gd name="connsiteY2913" fmla="*/ 2941584 h 4587875"/>
              <a:gd name="connsiteX2914" fmla="*/ 1705799 w 9408955"/>
              <a:gd name="connsiteY2914" fmla="*/ 2906480 h 4587875"/>
              <a:gd name="connsiteX2915" fmla="*/ 1647897 w 9408955"/>
              <a:gd name="connsiteY2915" fmla="*/ 2881403 h 4587875"/>
              <a:gd name="connsiteX2916" fmla="*/ 1650643 w 9408955"/>
              <a:gd name="connsiteY2916" fmla="*/ 2935204 h 4587875"/>
              <a:gd name="connsiteX2917" fmla="*/ 1668981 w 9408955"/>
              <a:gd name="connsiteY2917" fmla="*/ 2941584 h 4587875"/>
              <a:gd name="connsiteX2918" fmla="*/ 2184168 w 9408955"/>
              <a:gd name="connsiteY2918" fmla="*/ 2941668 h 4587875"/>
              <a:gd name="connsiteX2919" fmla="*/ 2219461 w 9408955"/>
              <a:gd name="connsiteY2919" fmla="*/ 2905149 h 4587875"/>
              <a:gd name="connsiteX2920" fmla="*/ 2155584 w 9408955"/>
              <a:gd name="connsiteY2920" fmla="*/ 2890784 h 4587875"/>
              <a:gd name="connsiteX2921" fmla="*/ 2165162 w 9408955"/>
              <a:gd name="connsiteY2921" fmla="*/ 2935675 h 4587875"/>
              <a:gd name="connsiteX2922" fmla="*/ 2184168 w 9408955"/>
              <a:gd name="connsiteY2922" fmla="*/ 2941668 h 4587875"/>
              <a:gd name="connsiteX2923" fmla="*/ 6912744 w 9408955"/>
              <a:gd name="connsiteY2923" fmla="*/ 2941727 h 4587875"/>
              <a:gd name="connsiteX2924" fmla="*/ 6947907 w 9408955"/>
              <a:gd name="connsiteY2924" fmla="*/ 2905025 h 4587875"/>
              <a:gd name="connsiteX2925" fmla="*/ 6900911 w 9408955"/>
              <a:gd name="connsiteY2925" fmla="*/ 2876076 h 4587875"/>
              <a:gd name="connsiteX2926" fmla="*/ 6894390 w 9408955"/>
              <a:gd name="connsiteY2926" fmla="*/ 2936461 h 4587875"/>
              <a:gd name="connsiteX2927" fmla="*/ 6912744 w 9408955"/>
              <a:gd name="connsiteY2927" fmla="*/ 2941727 h 4587875"/>
              <a:gd name="connsiteX2928" fmla="*/ 7943192 w 9408955"/>
              <a:gd name="connsiteY2928" fmla="*/ 2941757 h 4587875"/>
              <a:gd name="connsiteX2929" fmla="*/ 7974872 w 9408955"/>
              <a:gd name="connsiteY2929" fmla="*/ 2897951 h 4587875"/>
              <a:gd name="connsiteX2930" fmla="*/ 7908803 w 9408955"/>
              <a:gd name="connsiteY2930" fmla="*/ 2897724 h 4587875"/>
              <a:gd name="connsiteX2931" fmla="*/ 7922338 w 9408955"/>
              <a:gd name="connsiteY2931" fmla="*/ 2936833 h 4587875"/>
              <a:gd name="connsiteX2932" fmla="*/ 7943192 w 9408955"/>
              <a:gd name="connsiteY2932" fmla="*/ 2941757 h 4587875"/>
              <a:gd name="connsiteX2933" fmla="*/ 7112785 w 9408955"/>
              <a:gd name="connsiteY2933" fmla="*/ 2941836 h 4587875"/>
              <a:gd name="connsiteX2934" fmla="*/ 7154053 w 9408955"/>
              <a:gd name="connsiteY2934" fmla="*/ 2913516 h 4587875"/>
              <a:gd name="connsiteX2935" fmla="*/ 7109841 w 9408955"/>
              <a:gd name="connsiteY2935" fmla="*/ 2875642 h 4587875"/>
              <a:gd name="connsiteX2936" fmla="*/ 7096082 w 9408955"/>
              <a:gd name="connsiteY2936" fmla="*/ 2933926 h 4587875"/>
              <a:gd name="connsiteX2937" fmla="*/ 7112785 w 9408955"/>
              <a:gd name="connsiteY2937" fmla="*/ 2941836 h 4587875"/>
              <a:gd name="connsiteX2938" fmla="*/ 6191948 w 9408955"/>
              <a:gd name="connsiteY2938" fmla="*/ 2941848 h 4587875"/>
              <a:gd name="connsiteX2939" fmla="*/ 6228816 w 9408955"/>
              <a:gd name="connsiteY2939" fmla="*/ 2898333 h 4587875"/>
              <a:gd name="connsiteX2940" fmla="*/ 6174130 w 9408955"/>
              <a:gd name="connsiteY2940" fmla="*/ 2879136 h 4587875"/>
              <a:gd name="connsiteX2941" fmla="*/ 6171373 w 9408955"/>
              <a:gd name="connsiteY2941" fmla="*/ 2933528 h 4587875"/>
              <a:gd name="connsiteX2942" fmla="*/ 6191948 w 9408955"/>
              <a:gd name="connsiteY2942" fmla="*/ 2941848 h 4587875"/>
              <a:gd name="connsiteX2943" fmla="*/ 1779749 w 9408955"/>
              <a:gd name="connsiteY2943" fmla="*/ 2941901 h 4587875"/>
              <a:gd name="connsiteX2944" fmla="*/ 1801351 w 9408955"/>
              <a:gd name="connsiteY2944" fmla="*/ 2930568 h 4587875"/>
              <a:gd name="connsiteX2945" fmla="*/ 1776243 w 9408955"/>
              <a:gd name="connsiteY2945" fmla="*/ 2874947 h 4587875"/>
              <a:gd name="connsiteX2946" fmla="*/ 1755433 w 9408955"/>
              <a:gd name="connsiteY2946" fmla="*/ 2936446 h 4587875"/>
              <a:gd name="connsiteX2947" fmla="*/ 1779749 w 9408955"/>
              <a:gd name="connsiteY2947" fmla="*/ 2941901 h 4587875"/>
              <a:gd name="connsiteX2948" fmla="*/ 7525151 w 9408955"/>
              <a:gd name="connsiteY2948" fmla="*/ 2941977 h 4587875"/>
              <a:gd name="connsiteX2949" fmla="*/ 7563865 w 9408955"/>
              <a:gd name="connsiteY2949" fmla="*/ 2904217 h 4587875"/>
              <a:gd name="connsiteX2950" fmla="*/ 7501409 w 9408955"/>
              <a:gd name="connsiteY2950" fmla="*/ 2887888 h 4587875"/>
              <a:gd name="connsiteX2951" fmla="*/ 7505693 w 9408955"/>
              <a:gd name="connsiteY2951" fmla="*/ 2934379 h 4587875"/>
              <a:gd name="connsiteX2952" fmla="*/ 7525151 w 9408955"/>
              <a:gd name="connsiteY2952" fmla="*/ 2941977 h 4587875"/>
              <a:gd name="connsiteX2953" fmla="*/ 1268735 w 9408955"/>
              <a:gd name="connsiteY2953" fmla="*/ 2941979 h 4587875"/>
              <a:gd name="connsiteX2954" fmla="*/ 1292286 w 9408955"/>
              <a:gd name="connsiteY2954" fmla="*/ 2926779 h 4587875"/>
              <a:gd name="connsiteX2955" fmla="*/ 1261838 w 9408955"/>
              <a:gd name="connsiteY2955" fmla="*/ 2874990 h 4587875"/>
              <a:gd name="connsiteX2956" fmla="*/ 1240548 w 9408955"/>
              <a:gd name="connsiteY2956" fmla="*/ 2937502 h 4587875"/>
              <a:gd name="connsiteX2957" fmla="*/ 1268735 w 9408955"/>
              <a:gd name="connsiteY2957" fmla="*/ 2941979 h 4587875"/>
              <a:gd name="connsiteX2958" fmla="*/ 5576716 w 9408955"/>
              <a:gd name="connsiteY2958" fmla="*/ 2942033 h 4587875"/>
              <a:gd name="connsiteX2959" fmla="*/ 5613646 w 9408955"/>
              <a:gd name="connsiteY2959" fmla="*/ 2905494 h 4587875"/>
              <a:gd name="connsiteX2960" fmla="*/ 5554931 w 9408955"/>
              <a:gd name="connsiteY2960" fmla="*/ 2880522 h 4587875"/>
              <a:gd name="connsiteX2961" fmla="*/ 5557683 w 9408955"/>
              <a:gd name="connsiteY2961" fmla="*/ 2936764 h 4587875"/>
              <a:gd name="connsiteX2962" fmla="*/ 5576716 w 9408955"/>
              <a:gd name="connsiteY2962" fmla="*/ 2942033 h 4587875"/>
              <a:gd name="connsiteX2963" fmla="*/ 6086363 w 9408955"/>
              <a:gd name="connsiteY2963" fmla="*/ 2942036 h 4587875"/>
              <a:gd name="connsiteX2964" fmla="*/ 6126445 w 9408955"/>
              <a:gd name="connsiteY2964" fmla="*/ 2906378 h 4587875"/>
              <a:gd name="connsiteX2965" fmla="*/ 6065481 w 9408955"/>
              <a:gd name="connsiteY2965" fmla="*/ 2884211 h 4587875"/>
              <a:gd name="connsiteX2966" fmla="*/ 6067073 w 9408955"/>
              <a:gd name="connsiteY2966" fmla="*/ 2933975 h 4587875"/>
              <a:gd name="connsiteX2967" fmla="*/ 6086363 w 9408955"/>
              <a:gd name="connsiteY2967" fmla="*/ 2942036 h 4587875"/>
              <a:gd name="connsiteX2968" fmla="*/ 6396685 w 9408955"/>
              <a:gd name="connsiteY2968" fmla="*/ 2942047 h 4587875"/>
              <a:gd name="connsiteX2969" fmla="*/ 6435727 w 9408955"/>
              <a:gd name="connsiteY2969" fmla="*/ 2913612 h 4587875"/>
              <a:gd name="connsiteX2970" fmla="*/ 6383456 w 9408955"/>
              <a:gd name="connsiteY2970" fmla="*/ 2878328 h 4587875"/>
              <a:gd name="connsiteX2971" fmla="*/ 6379788 w 9408955"/>
              <a:gd name="connsiteY2971" fmla="*/ 2936456 h 4587875"/>
              <a:gd name="connsiteX2972" fmla="*/ 6396685 w 9408955"/>
              <a:gd name="connsiteY2972" fmla="*/ 2942047 h 4587875"/>
              <a:gd name="connsiteX2973" fmla="*/ 6808386 w 9408955"/>
              <a:gd name="connsiteY2973" fmla="*/ 2942127 h 4587875"/>
              <a:gd name="connsiteX2974" fmla="*/ 6844698 w 9408955"/>
              <a:gd name="connsiteY2974" fmla="*/ 2904875 h 4587875"/>
              <a:gd name="connsiteX2975" fmla="*/ 6787944 w 9408955"/>
              <a:gd name="connsiteY2975" fmla="*/ 2881394 h 4587875"/>
              <a:gd name="connsiteX2976" fmla="*/ 6789753 w 9408955"/>
              <a:gd name="connsiteY2976" fmla="*/ 2935423 h 4587875"/>
              <a:gd name="connsiteX2977" fmla="*/ 6808386 w 9408955"/>
              <a:gd name="connsiteY2977" fmla="*/ 2942127 h 4587875"/>
              <a:gd name="connsiteX2978" fmla="*/ 5473250 w 9408955"/>
              <a:gd name="connsiteY2978" fmla="*/ 2942140 h 4587875"/>
              <a:gd name="connsiteX2979" fmla="*/ 5510517 w 9408955"/>
              <a:gd name="connsiteY2979" fmla="*/ 2906380 h 4587875"/>
              <a:gd name="connsiteX2980" fmla="*/ 5445332 w 9408955"/>
              <a:gd name="connsiteY2980" fmla="*/ 2891078 h 4587875"/>
              <a:gd name="connsiteX2981" fmla="*/ 5454547 w 9408955"/>
              <a:gd name="connsiteY2981" fmla="*/ 2936760 h 4587875"/>
              <a:gd name="connsiteX2982" fmla="*/ 5473250 w 9408955"/>
              <a:gd name="connsiteY2982" fmla="*/ 2942140 h 4587875"/>
              <a:gd name="connsiteX2983" fmla="*/ 5990692 w 9408955"/>
              <a:gd name="connsiteY2983" fmla="*/ 2942163 h 4587875"/>
              <a:gd name="connsiteX2984" fmla="*/ 6012591 w 9408955"/>
              <a:gd name="connsiteY2984" fmla="*/ 2935598 h 4587875"/>
              <a:gd name="connsiteX2985" fmla="*/ 6003843 w 9408955"/>
              <a:gd name="connsiteY2985" fmla="*/ 2875703 h 4587875"/>
              <a:gd name="connsiteX2986" fmla="*/ 5962635 w 9408955"/>
              <a:gd name="connsiteY2986" fmla="*/ 2883996 h 4587875"/>
              <a:gd name="connsiteX2987" fmla="*/ 5968621 w 9408955"/>
              <a:gd name="connsiteY2987" fmla="*/ 2936980 h 4587875"/>
              <a:gd name="connsiteX2988" fmla="*/ 5990692 w 9408955"/>
              <a:gd name="connsiteY2988" fmla="*/ 2942163 h 4587875"/>
              <a:gd name="connsiteX2989" fmla="*/ 4855233 w 9408955"/>
              <a:gd name="connsiteY2989" fmla="*/ 2942167 h 4587875"/>
              <a:gd name="connsiteX2990" fmla="*/ 4894526 w 9408955"/>
              <a:gd name="connsiteY2990" fmla="*/ 2905336 h 4587875"/>
              <a:gd name="connsiteX2991" fmla="*/ 4830522 w 9408955"/>
              <a:gd name="connsiteY2991" fmla="*/ 2886188 h 4587875"/>
              <a:gd name="connsiteX2992" fmla="*/ 4835798 w 9408955"/>
              <a:gd name="connsiteY2992" fmla="*/ 2934969 h 4587875"/>
              <a:gd name="connsiteX2993" fmla="*/ 4855233 w 9408955"/>
              <a:gd name="connsiteY2993" fmla="*/ 2942167 h 4587875"/>
              <a:gd name="connsiteX2994" fmla="*/ 6504701 w 9408955"/>
              <a:gd name="connsiteY2994" fmla="*/ 2942176 h 4587875"/>
              <a:gd name="connsiteX2995" fmla="*/ 6526256 w 9408955"/>
              <a:gd name="connsiteY2995" fmla="*/ 2934834 h 4587875"/>
              <a:gd name="connsiteX2996" fmla="*/ 6504902 w 9408955"/>
              <a:gd name="connsiteY2996" fmla="*/ 2874962 h 4587875"/>
              <a:gd name="connsiteX2997" fmla="*/ 6481940 w 9408955"/>
              <a:gd name="connsiteY2997" fmla="*/ 2937782 h 4587875"/>
              <a:gd name="connsiteX2998" fmla="*/ 6504701 w 9408955"/>
              <a:gd name="connsiteY2998" fmla="*/ 2942176 h 4587875"/>
              <a:gd name="connsiteX2999" fmla="*/ 2697824 w 9408955"/>
              <a:gd name="connsiteY2999" fmla="*/ 2942188 h 4587875"/>
              <a:gd name="connsiteX3000" fmla="*/ 2735880 w 9408955"/>
              <a:gd name="connsiteY3000" fmla="*/ 2906823 h 4587875"/>
              <a:gd name="connsiteX3001" fmla="*/ 2673891 w 9408955"/>
              <a:gd name="connsiteY3001" fmla="*/ 2885223 h 4587875"/>
              <a:gd name="connsiteX3002" fmla="*/ 2679148 w 9408955"/>
              <a:gd name="connsiteY3002" fmla="*/ 2936837 h 4587875"/>
              <a:gd name="connsiteX3003" fmla="*/ 2697824 w 9408955"/>
              <a:gd name="connsiteY3003" fmla="*/ 2942188 h 4587875"/>
              <a:gd name="connsiteX3004" fmla="*/ 7638882 w 9408955"/>
              <a:gd name="connsiteY3004" fmla="*/ 2942267 h 4587875"/>
              <a:gd name="connsiteX3005" fmla="*/ 7660530 w 9408955"/>
              <a:gd name="connsiteY3005" fmla="*/ 2885102 h 4587875"/>
              <a:gd name="connsiteX3006" fmla="*/ 7613852 w 9408955"/>
              <a:gd name="connsiteY3006" fmla="*/ 2879362 h 4587875"/>
              <a:gd name="connsiteX3007" fmla="*/ 7597616 w 9408955"/>
              <a:gd name="connsiteY3007" fmla="*/ 2922293 h 4587875"/>
              <a:gd name="connsiteX3008" fmla="*/ 7638882 w 9408955"/>
              <a:gd name="connsiteY3008" fmla="*/ 2942267 h 4587875"/>
              <a:gd name="connsiteX3009" fmla="*/ 4651718 w 9408955"/>
              <a:gd name="connsiteY3009" fmla="*/ 2942279 h 4587875"/>
              <a:gd name="connsiteX3010" fmla="*/ 4686806 w 9408955"/>
              <a:gd name="connsiteY3010" fmla="*/ 2905214 h 4587875"/>
              <a:gd name="connsiteX3011" fmla="*/ 4631308 w 9408955"/>
              <a:gd name="connsiteY3011" fmla="*/ 2880068 h 4587875"/>
              <a:gd name="connsiteX3012" fmla="*/ 4632900 w 9408955"/>
              <a:gd name="connsiteY3012" fmla="*/ 2937218 h 4587875"/>
              <a:gd name="connsiteX3013" fmla="*/ 4651718 w 9408955"/>
              <a:gd name="connsiteY3013" fmla="*/ 2942279 h 4587875"/>
              <a:gd name="connsiteX3014" fmla="*/ 5779833 w 9408955"/>
              <a:gd name="connsiteY3014" fmla="*/ 2942333 h 4587875"/>
              <a:gd name="connsiteX3015" fmla="*/ 5816668 w 9408955"/>
              <a:gd name="connsiteY3015" fmla="*/ 2905214 h 4587875"/>
              <a:gd name="connsiteX3016" fmla="*/ 5755209 w 9408955"/>
              <a:gd name="connsiteY3016" fmla="*/ 2887160 h 4587875"/>
              <a:gd name="connsiteX3017" fmla="*/ 5760652 w 9408955"/>
              <a:gd name="connsiteY3017" fmla="*/ 2935152 h 4587875"/>
              <a:gd name="connsiteX3018" fmla="*/ 5779833 w 9408955"/>
              <a:gd name="connsiteY3018" fmla="*/ 2942333 h 4587875"/>
              <a:gd name="connsiteX3019" fmla="*/ 7322985 w 9408955"/>
              <a:gd name="connsiteY3019" fmla="*/ 2942409 h 4587875"/>
              <a:gd name="connsiteX3020" fmla="*/ 7358499 w 9408955"/>
              <a:gd name="connsiteY3020" fmla="*/ 2905351 h 4587875"/>
              <a:gd name="connsiteX3021" fmla="*/ 7294039 w 9408955"/>
              <a:gd name="connsiteY3021" fmla="*/ 2890383 h 4587875"/>
              <a:gd name="connsiteX3022" fmla="*/ 7304399 w 9408955"/>
              <a:gd name="connsiteY3022" fmla="*/ 2936194 h 4587875"/>
              <a:gd name="connsiteX3023" fmla="*/ 7322985 w 9408955"/>
              <a:gd name="connsiteY3023" fmla="*/ 2942409 h 4587875"/>
              <a:gd name="connsiteX3024" fmla="*/ 6702911 w 9408955"/>
              <a:gd name="connsiteY3024" fmla="*/ 2942438 h 4587875"/>
              <a:gd name="connsiteX3025" fmla="*/ 6741690 w 9408955"/>
              <a:gd name="connsiteY3025" fmla="*/ 2913437 h 4587875"/>
              <a:gd name="connsiteX3026" fmla="*/ 6700406 w 9408955"/>
              <a:gd name="connsiteY3026" fmla="*/ 2875484 h 4587875"/>
              <a:gd name="connsiteX3027" fmla="*/ 6686264 w 9408955"/>
              <a:gd name="connsiteY3027" fmla="*/ 2935158 h 4587875"/>
              <a:gd name="connsiteX3028" fmla="*/ 6702911 w 9408955"/>
              <a:gd name="connsiteY3028" fmla="*/ 2942438 h 4587875"/>
              <a:gd name="connsiteX3029" fmla="*/ 6609551 w 9408955"/>
              <a:gd name="connsiteY3029" fmla="*/ 2942464 h 4587875"/>
              <a:gd name="connsiteX3030" fmla="*/ 6634864 w 9408955"/>
              <a:gd name="connsiteY3030" fmla="*/ 2882143 h 4587875"/>
              <a:gd name="connsiteX3031" fmla="*/ 6580591 w 9408955"/>
              <a:gd name="connsiteY3031" fmla="*/ 2883519 h 4587875"/>
              <a:gd name="connsiteX3032" fmla="*/ 6609551 w 9408955"/>
              <a:gd name="connsiteY3032" fmla="*/ 2942464 h 4587875"/>
              <a:gd name="connsiteX3033" fmla="*/ 7430136 w 9408955"/>
              <a:gd name="connsiteY3033" fmla="*/ 2942468 h 4587875"/>
              <a:gd name="connsiteX3034" fmla="*/ 7450887 w 9408955"/>
              <a:gd name="connsiteY3034" fmla="*/ 2934857 h 4587875"/>
              <a:gd name="connsiteX3035" fmla="*/ 7429569 w 9408955"/>
              <a:gd name="connsiteY3035" fmla="*/ 2873738 h 4587875"/>
              <a:gd name="connsiteX3036" fmla="*/ 7408704 w 9408955"/>
              <a:gd name="connsiteY3036" fmla="*/ 2937404 h 4587875"/>
              <a:gd name="connsiteX3037" fmla="*/ 7430136 w 9408955"/>
              <a:gd name="connsiteY3037" fmla="*/ 2942468 h 4587875"/>
              <a:gd name="connsiteX3038" fmla="*/ 7732520 w 9408955"/>
              <a:gd name="connsiteY3038" fmla="*/ 2942479 h 4587875"/>
              <a:gd name="connsiteX3039" fmla="*/ 7770855 w 9408955"/>
              <a:gd name="connsiteY3039" fmla="*/ 2905330 h 4587875"/>
              <a:gd name="connsiteX3040" fmla="*/ 7703788 w 9408955"/>
              <a:gd name="connsiteY3040" fmla="*/ 2890130 h 4587875"/>
              <a:gd name="connsiteX3041" fmla="*/ 7713141 w 9408955"/>
              <a:gd name="connsiteY3041" fmla="*/ 2937113 h 4587875"/>
              <a:gd name="connsiteX3042" fmla="*/ 7732520 w 9408955"/>
              <a:gd name="connsiteY3042" fmla="*/ 2942479 h 4587875"/>
              <a:gd name="connsiteX3043" fmla="*/ 2078406 w 9408955"/>
              <a:gd name="connsiteY3043" fmla="*/ 2942523 h 4587875"/>
              <a:gd name="connsiteX3044" fmla="*/ 2118578 w 9408955"/>
              <a:gd name="connsiteY3044" fmla="*/ 2913029 h 4587875"/>
              <a:gd name="connsiteX3045" fmla="*/ 2059850 w 9408955"/>
              <a:gd name="connsiteY3045" fmla="*/ 2882018 h 4587875"/>
              <a:gd name="connsiteX3046" fmla="*/ 2061439 w 9408955"/>
              <a:gd name="connsiteY3046" fmla="*/ 2935541 h 4587875"/>
              <a:gd name="connsiteX3047" fmla="*/ 2078406 w 9408955"/>
              <a:gd name="connsiteY3047" fmla="*/ 2942523 h 4587875"/>
              <a:gd name="connsiteX3048" fmla="*/ 4546367 w 9408955"/>
              <a:gd name="connsiteY3048" fmla="*/ 2942524 h 4587875"/>
              <a:gd name="connsiteX3049" fmla="*/ 4583603 w 9408955"/>
              <a:gd name="connsiteY3049" fmla="*/ 2913848 h 4587875"/>
              <a:gd name="connsiteX3050" fmla="*/ 4545060 w 9408955"/>
              <a:gd name="connsiteY3050" fmla="*/ 2873483 h 4587875"/>
              <a:gd name="connsiteX3051" fmla="*/ 4529779 w 9408955"/>
              <a:gd name="connsiteY3051" fmla="*/ 2937047 h 4587875"/>
              <a:gd name="connsiteX3052" fmla="*/ 4546367 w 9408955"/>
              <a:gd name="connsiteY3052" fmla="*/ 2942524 h 4587875"/>
              <a:gd name="connsiteX3053" fmla="*/ 2490595 w 9408955"/>
              <a:gd name="connsiteY3053" fmla="*/ 2942546 h 4587875"/>
              <a:gd name="connsiteX3054" fmla="*/ 2528634 w 9408955"/>
              <a:gd name="connsiteY3054" fmla="*/ 2904230 h 4587875"/>
              <a:gd name="connsiteX3055" fmla="*/ 2474808 w 9408955"/>
              <a:gd name="connsiteY3055" fmla="*/ 2879753 h 4587875"/>
              <a:gd name="connsiteX3056" fmla="*/ 2471646 w 9408955"/>
              <a:gd name="connsiteY3056" fmla="*/ 2934479 h 4587875"/>
              <a:gd name="connsiteX3057" fmla="*/ 2490595 w 9408955"/>
              <a:gd name="connsiteY3057" fmla="*/ 2942546 h 4587875"/>
              <a:gd name="connsiteX3058" fmla="*/ 1878038 w 9408955"/>
              <a:gd name="connsiteY3058" fmla="*/ 2942556 h 4587875"/>
              <a:gd name="connsiteX3059" fmla="*/ 1913604 w 9408955"/>
              <a:gd name="connsiteY3059" fmla="*/ 2904978 h 4587875"/>
              <a:gd name="connsiteX3060" fmla="*/ 1853133 w 9408955"/>
              <a:gd name="connsiteY3060" fmla="*/ 2884529 h 4587875"/>
              <a:gd name="connsiteX3061" fmla="*/ 1858977 w 9408955"/>
              <a:gd name="connsiteY3061" fmla="*/ 2937835 h 4587875"/>
              <a:gd name="connsiteX3062" fmla="*/ 1878038 w 9408955"/>
              <a:gd name="connsiteY3062" fmla="*/ 2942556 h 4587875"/>
              <a:gd name="connsiteX3063" fmla="*/ 7838084 w 9408955"/>
              <a:gd name="connsiteY3063" fmla="*/ 2942588 h 4587875"/>
              <a:gd name="connsiteX3064" fmla="*/ 7873388 w 9408955"/>
              <a:gd name="connsiteY3064" fmla="*/ 2904049 h 4587875"/>
              <a:gd name="connsiteX3065" fmla="*/ 7811249 w 9408955"/>
              <a:gd name="connsiteY3065" fmla="*/ 2884294 h 4587875"/>
              <a:gd name="connsiteX3066" fmla="*/ 7819186 w 9408955"/>
              <a:gd name="connsiteY3066" fmla="*/ 2936899 h 4587875"/>
              <a:gd name="connsiteX3067" fmla="*/ 7838084 w 9408955"/>
              <a:gd name="connsiteY3067" fmla="*/ 2942588 h 4587875"/>
              <a:gd name="connsiteX3068" fmla="*/ 7222022 w 9408955"/>
              <a:gd name="connsiteY3068" fmla="*/ 2942676 h 4587875"/>
              <a:gd name="connsiteX3069" fmla="*/ 7244038 w 9408955"/>
              <a:gd name="connsiteY3069" fmla="*/ 2937423 h 4587875"/>
              <a:gd name="connsiteX3070" fmla="*/ 7221134 w 9408955"/>
              <a:gd name="connsiteY3070" fmla="*/ 2873692 h 4587875"/>
              <a:gd name="connsiteX3071" fmla="*/ 7200520 w 9408955"/>
              <a:gd name="connsiteY3071" fmla="*/ 2936499 h 4587875"/>
              <a:gd name="connsiteX3072" fmla="*/ 7222022 w 9408955"/>
              <a:gd name="connsiteY3072" fmla="*/ 2942676 h 4587875"/>
              <a:gd name="connsiteX3073" fmla="*/ 1155475 w 9408955"/>
              <a:gd name="connsiteY3073" fmla="*/ 2942691 h 4587875"/>
              <a:gd name="connsiteX3074" fmla="*/ 1193767 w 9408955"/>
              <a:gd name="connsiteY3074" fmla="*/ 2906020 h 4587875"/>
              <a:gd name="connsiteX3075" fmla="*/ 1130533 w 9408955"/>
              <a:gd name="connsiteY3075" fmla="*/ 2888240 h 4587875"/>
              <a:gd name="connsiteX3076" fmla="*/ 1136218 w 9408955"/>
              <a:gd name="connsiteY3076" fmla="*/ 2935881 h 4587875"/>
              <a:gd name="connsiteX3077" fmla="*/ 1155475 w 9408955"/>
              <a:gd name="connsiteY3077" fmla="*/ 2942691 h 4587875"/>
              <a:gd name="connsiteX3078" fmla="*/ 7017483 w 9408955"/>
              <a:gd name="connsiteY3078" fmla="*/ 2942706 h 4587875"/>
              <a:gd name="connsiteX3079" fmla="*/ 7051211 w 9408955"/>
              <a:gd name="connsiteY3079" fmla="*/ 2898141 h 4587875"/>
              <a:gd name="connsiteX3080" fmla="*/ 6984221 w 9408955"/>
              <a:gd name="connsiteY3080" fmla="*/ 2892614 h 4587875"/>
              <a:gd name="connsiteX3081" fmla="*/ 6997024 w 9408955"/>
              <a:gd name="connsiteY3081" fmla="*/ 2937524 h 4587875"/>
              <a:gd name="connsiteX3082" fmla="*/ 7017483 w 9408955"/>
              <a:gd name="connsiteY3082" fmla="*/ 2942706 h 4587875"/>
              <a:gd name="connsiteX3083" fmla="*/ 5883288 w 9408955"/>
              <a:gd name="connsiteY3083" fmla="*/ 2942723 h 4587875"/>
              <a:gd name="connsiteX3084" fmla="*/ 5920044 w 9408955"/>
              <a:gd name="connsiteY3084" fmla="*/ 2907505 h 4587875"/>
              <a:gd name="connsiteX3085" fmla="*/ 5855501 w 9408955"/>
              <a:gd name="connsiteY3085" fmla="*/ 2890824 h 4587875"/>
              <a:gd name="connsiteX3086" fmla="*/ 5865114 w 9408955"/>
              <a:gd name="connsiteY3086" fmla="*/ 2936297 h 4587875"/>
              <a:gd name="connsiteX3087" fmla="*/ 5883288 w 9408955"/>
              <a:gd name="connsiteY3087" fmla="*/ 2942723 h 4587875"/>
              <a:gd name="connsiteX3088" fmla="*/ 1461991 w 9408955"/>
              <a:gd name="connsiteY3088" fmla="*/ 2942839 h 4587875"/>
              <a:gd name="connsiteX3089" fmla="*/ 1501092 w 9408955"/>
              <a:gd name="connsiteY3089" fmla="*/ 2905779 h 4587875"/>
              <a:gd name="connsiteX3090" fmla="*/ 1446022 w 9408955"/>
              <a:gd name="connsiteY3090" fmla="*/ 2880474 h 4587875"/>
              <a:gd name="connsiteX3091" fmla="*/ 1442875 w 9408955"/>
              <a:gd name="connsiteY3091" fmla="*/ 2934504 h 4587875"/>
              <a:gd name="connsiteX3092" fmla="*/ 1461991 w 9408955"/>
              <a:gd name="connsiteY3092" fmla="*/ 2942839 h 4587875"/>
              <a:gd name="connsiteX3093" fmla="*/ 1364843 w 9408955"/>
              <a:gd name="connsiteY3093" fmla="*/ 2942887 h 4587875"/>
              <a:gd name="connsiteX3094" fmla="*/ 1398584 w 9408955"/>
              <a:gd name="connsiteY3094" fmla="*/ 2899665 h 4587875"/>
              <a:gd name="connsiteX3095" fmla="*/ 1333454 w 9408955"/>
              <a:gd name="connsiteY3095" fmla="*/ 2890017 h 4587875"/>
              <a:gd name="connsiteX3096" fmla="*/ 1344537 w 9408955"/>
              <a:gd name="connsiteY3096" fmla="*/ 2937338 h 4587875"/>
              <a:gd name="connsiteX3097" fmla="*/ 1364843 w 9408955"/>
              <a:gd name="connsiteY3097" fmla="*/ 2942887 h 4587875"/>
              <a:gd name="connsiteX3098" fmla="*/ 5168163 w 9408955"/>
              <a:gd name="connsiteY3098" fmla="*/ 2942958 h 4587875"/>
              <a:gd name="connsiteX3099" fmla="*/ 5199494 w 9408955"/>
              <a:gd name="connsiteY3099" fmla="*/ 2899312 h 4587875"/>
              <a:gd name="connsiteX3100" fmla="*/ 5136817 w 9408955"/>
              <a:gd name="connsiteY3100" fmla="*/ 2890444 h 4587875"/>
              <a:gd name="connsiteX3101" fmla="*/ 5148026 w 9408955"/>
              <a:gd name="connsiteY3101" fmla="*/ 2937966 h 4587875"/>
              <a:gd name="connsiteX3102" fmla="*/ 5168163 w 9408955"/>
              <a:gd name="connsiteY3102" fmla="*/ 2942958 h 4587875"/>
              <a:gd name="connsiteX3103" fmla="*/ 1565812 w 9408955"/>
              <a:gd name="connsiteY3103" fmla="*/ 2942963 h 4587875"/>
              <a:gd name="connsiteX3104" fmla="*/ 1604209 w 9408955"/>
              <a:gd name="connsiteY3104" fmla="*/ 2905551 h 4587875"/>
              <a:gd name="connsiteX3105" fmla="*/ 1549692 w 9408955"/>
              <a:gd name="connsiteY3105" fmla="*/ 2880702 h 4587875"/>
              <a:gd name="connsiteX3106" fmla="*/ 1546954 w 9408955"/>
              <a:gd name="connsiteY3106" fmla="*/ 2935188 h 4587875"/>
              <a:gd name="connsiteX3107" fmla="*/ 1565812 w 9408955"/>
              <a:gd name="connsiteY3107" fmla="*/ 2942963 h 4587875"/>
              <a:gd name="connsiteX3108" fmla="*/ 1976918 w 9408955"/>
              <a:gd name="connsiteY3108" fmla="*/ 2942971 h 4587875"/>
              <a:gd name="connsiteX3109" fmla="*/ 2016755 w 9408955"/>
              <a:gd name="connsiteY3109" fmla="*/ 2905659 h 4587875"/>
              <a:gd name="connsiteX3110" fmla="*/ 1956431 w 9408955"/>
              <a:gd name="connsiteY3110" fmla="*/ 2883948 h 4587875"/>
              <a:gd name="connsiteX3111" fmla="*/ 1957793 w 9408955"/>
              <a:gd name="connsiteY3111" fmla="*/ 2935140 h 4587875"/>
              <a:gd name="connsiteX3112" fmla="*/ 1976918 w 9408955"/>
              <a:gd name="connsiteY3112" fmla="*/ 2942971 h 4587875"/>
              <a:gd name="connsiteX3113" fmla="*/ 5064266 w 9408955"/>
              <a:gd name="connsiteY3113" fmla="*/ 2943013 h 4587875"/>
              <a:gd name="connsiteX3114" fmla="*/ 5096887 w 9408955"/>
              <a:gd name="connsiteY3114" fmla="*/ 2899435 h 4587875"/>
              <a:gd name="connsiteX3115" fmla="*/ 5034167 w 9408955"/>
              <a:gd name="connsiteY3115" fmla="*/ 2890476 h 4587875"/>
              <a:gd name="connsiteX3116" fmla="*/ 5043621 w 9408955"/>
              <a:gd name="connsiteY3116" fmla="*/ 2937568 h 4587875"/>
              <a:gd name="connsiteX3117" fmla="*/ 5064266 w 9408955"/>
              <a:gd name="connsiteY3117" fmla="*/ 2943013 h 4587875"/>
              <a:gd name="connsiteX3118" fmla="*/ 2687305 w 9408955"/>
              <a:gd name="connsiteY3118" fmla="*/ 3034348 h 4587875"/>
              <a:gd name="connsiteX3119" fmla="*/ 2726979 w 9408955"/>
              <a:gd name="connsiteY3119" fmla="*/ 3010350 h 4587875"/>
              <a:gd name="connsiteX3120" fmla="*/ 2689624 w 9408955"/>
              <a:gd name="connsiteY3120" fmla="*/ 2988409 h 4587875"/>
              <a:gd name="connsiteX3121" fmla="*/ 2687305 w 9408955"/>
              <a:gd name="connsiteY3121" fmla="*/ 3034348 h 4587875"/>
              <a:gd name="connsiteX3122" fmla="*/ 3013795 w 9408955"/>
              <a:gd name="connsiteY3122" fmla="*/ 3034860 h 4587875"/>
              <a:gd name="connsiteX3123" fmla="*/ 3030152 w 9408955"/>
              <a:gd name="connsiteY3123" fmla="*/ 3024133 h 4587875"/>
              <a:gd name="connsiteX3124" fmla="*/ 3000670 w 9408955"/>
              <a:gd name="connsiteY3124" fmla="*/ 2987482 h 4587875"/>
              <a:gd name="connsiteX3125" fmla="*/ 2993186 w 9408955"/>
              <a:gd name="connsiteY3125" fmla="*/ 3032783 h 4587875"/>
              <a:gd name="connsiteX3126" fmla="*/ 3013795 w 9408955"/>
              <a:gd name="connsiteY3126" fmla="*/ 3034860 h 4587875"/>
              <a:gd name="connsiteX3127" fmla="*/ 7852255 w 9408955"/>
              <a:gd name="connsiteY3127" fmla="*/ 3041492 h 4587875"/>
              <a:gd name="connsiteX3128" fmla="*/ 7873207 w 9408955"/>
              <a:gd name="connsiteY3128" fmla="*/ 3018107 h 4587875"/>
              <a:gd name="connsiteX3129" fmla="*/ 7825381 w 9408955"/>
              <a:gd name="connsiteY3129" fmla="*/ 2979881 h 4587875"/>
              <a:gd name="connsiteX3130" fmla="*/ 7819967 w 9408955"/>
              <a:gd name="connsiteY3130" fmla="*/ 3039244 h 4587875"/>
              <a:gd name="connsiteX3131" fmla="*/ 7852255 w 9408955"/>
              <a:gd name="connsiteY3131" fmla="*/ 3041492 h 4587875"/>
              <a:gd name="connsiteX3132" fmla="*/ 5797805 w 9408955"/>
              <a:gd name="connsiteY3132" fmla="*/ 3041924 h 4587875"/>
              <a:gd name="connsiteX3133" fmla="*/ 5817391 w 9408955"/>
              <a:gd name="connsiteY3133" fmla="*/ 3018935 h 4587875"/>
              <a:gd name="connsiteX3134" fmla="*/ 5767326 w 9408955"/>
              <a:gd name="connsiteY3134" fmla="*/ 2980048 h 4587875"/>
              <a:gd name="connsiteX3135" fmla="*/ 5766398 w 9408955"/>
              <a:gd name="connsiteY3135" fmla="*/ 3041581 h 4587875"/>
              <a:gd name="connsiteX3136" fmla="*/ 5797805 w 9408955"/>
              <a:gd name="connsiteY3136" fmla="*/ 3041924 h 4587875"/>
              <a:gd name="connsiteX3137" fmla="*/ 7441740 w 9408955"/>
              <a:gd name="connsiteY3137" fmla="*/ 3042178 h 4587875"/>
              <a:gd name="connsiteX3138" fmla="*/ 7461218 w 9408955"/>
              <a:gd name="connsiteY3138" fmla="*/ 3016693 h 4587875"/>
              <a:gd name="connsiteX3139" fmla="*/ 7422722 w 9408955"/>
              <a:gd name="connsiteY3139" fmla="*/ 2977353 h 4587875"/>
              <a:gd name="connsiteX3140" fmla="*/ 7408430 w 9408955"/>
              <a:gd name="connsiteY3140" fmla="*/ 3040066 h 4587875"/>
              <a:gd name="connsiteX3141" fmla="*/ 7441740 w 9408955"/>
              <a:gd name="connsiteY3141" fmla="*/ 3042178 h 4587875"/>
              <a:gd name="connsiteX3142" fmla="*/ 5689981 w 9408955"/>
              <a:gd name="connsiteY3142" fmla="*/ 3042472 h 4587875"/>
              <a:gd name="connsiteX3143" fmla="*/ 5711849 w 9408955"/>
              <a:gd name="connsiteY3143" fmla="*/ 3027589 h 4587875"/>
              <a:gd name="connsiteX3144" fmla="*/ 5697936 w 9408955"/>
              <a:gd name="connsiteY3144" fmla="*/ 2980417 h 4587875"/>
              <a:gd name="connsiteX3145" fmla="*/ 5647756 w 9408955"/>
              <a:gd name="connsiteY3145" fmla="*/ 2996292 h 4587875"/>
              <a:gd name="connsiteX3146" fmla="*/ 5662810 w 9408955"/>
              <a:gd name="connsiteY3146" fmla="*/ 3039835 h 4587875"/>
              <a:gd name="connsiteX3147" fmla="*/ 5689981 w 9408955"/>
              <a:gd name="connsiteY3147" fmla="*/ 3042472 h 4587875"/>
              <a:gd name="connsiteX3148" fmla="*/ 5179032 w 9408955"/>
              <a:gd name="connsiteY3148" fmla="*/ 3042515 h 4587875"/>
              <a:gd name="connsiteX3149" fmla="*/ 5199358 w 9408955"/>
              <a:gd name="connsiteY3149" fmla="*/ 3021906 h 4587875"/>
              <a:gd name="connsiteX3150" fmla="*/ 5162845 w 9408955"/>
              <a:gd name="connsiteY3150" fmla="*/ 2976879 h 4587875"/>
              <a:gd name="connsiteX3151" fmla="*/ 5149011 w 9408955"/>
              <a:gd name="connsiteY3151" fmla="*/ 3040610 h 4587875"/>
              <a:gd name="connsiteX3152" fmla="*/ 5179032 w 9408955"/>
              <a:gd name="connsiteY3152" fmla="*/ 3042515 h 4587875"/>
              <a:gd name="connsiteX3153" fmla="*/ 4456944 w 9408955"/>
              <a:gd name="connsiteY3153" fmla="*/ 3042719 h 4587875"/>
              <a:gd name="connsiteX3154" fmla="*/ 4471661 w 9408955"/>
              <a:gd name="connsiteY3154" fmla="*/ 3035072 h 4587875"/>
              <a:gd name="connsiteX3155" fmla="*/ 4446332 w 9408955"/>
              <a:gd name="connsiteY3155" fmla="*/ 2977015 h 4587875"/>
              <a:gd name="connsiteX3156" fmla="*/ 4413087 w 9408955"/>
              <a:gd name="connsiteY3156" fmla="*/ 3026454 h 4587875"/>
              <a:gd name="connsiteX3157" fmla="*/ 4456944 w 9408955"/>
              <a:gd name="connsiteY3157" fmla="*/ 3042719 h 4587875"/>
              <a:gd name="connsiteX3158" fmla="*/ 2277844 w 9408955"/>
              <a:gd name="connsiteY3158" fmla="*/ 3042752 h 4587875"/>
              <a:gd name="connsiteX3159" fmla="*/ 2322394 w 9408955"/>
              <a:gd name="connsiteY3159" fmla="*/ 3022675 h 4587875"/>
              <a:gd name="connsiteX3160" fmla="*/ 2284699 w 9408955"/>
              <a:gd name="connsiteY3160" fmla="*/ 2978187 h 4587875"/>
              <a:gd name="connsiteX3161" fmla="*/ 2277844 w 9408955"/>
              <a:gd name="connsiteY3161" fmla="*/ 3042752 h 4587875"/>
              <a:gd name="connsiteX3162" fmla="*/ 5381880 w 9408955"/>
              <a:gd name="connsiteY3162" fmla="*/ 3042763 h 4587875"/>
              <a:gd name="connsiteX3163" fmla="*/ 5397181 w 9408955"/>
              <a:gd name="connsiteY3163" fmla="*/ 3035568 h 4587875"/>
              <a:gd name="connsiteX3164" fmla="*/ 5364678 w 9408955"/>
              <a:gd name="connsiteY3164" fmla="*/ 2978119 h 4587875"/>
              <a:gd name="connsiteX3165" fmla="*/ 5337016 w 9408955"/>
              <a:gd name="connsiteY3165" fmla="*/ 3025842 h 4587875"/>
              <a:gd name="connsiteX3166" fmla="*/ 5381880 w 9408955"/>
              <a:gd name="connsiteY3166" fmla="*/ 3042763 h 4587875"/>
              <a:gd name="connsiteX3167" fmla="*/ 1369496 w 9408955"/>
              <a:gd name="connsiteY3167" fmla="*/ 3043057 h 4587875"/>
              <a:gd name="connsiteX3168" fmla="*/ 1401504 w 9408955"/>
              <a:gd name="connsiteY3168" fmla="*/ 3026823 h 4587875"/>
              <a:gd name="connsiteX3169" fmla="*/ 1367530 w 9408955"/>
              <a:gd name="connsiteY3169" fmla="*/ 2977670 h 4587875"/>
              <a:gd name="connsiteX3170" fmla="*/ 1336290 w 9408955"/>
              <a:gd name="connsiteY3170" fmla="*/ 3032234 h 4587875"/>
              <a:gd name="connsiteX3171" fmla="*/ 1369496 w 9408955"/>
              <a:gd name="connsiteY3171" fmla="*/ 3043057 h 4587875"/>
              <a:gd name="connsiteX3172" fmla="*/ 6904795 w 9408955"/>
              <a:gd name="connsiteY3172" fmla="*/ 3043123 h 4587875"/>
              <a:gd name="connsiteX3173" fmla="*/ 6949904 w 9408955"/>
              <a:gd name="connsiteY3173" fmla="*/ 3026541 h 4587875"/>
              <a:gd name="connsiteX3174" fmla="*/ 6915608 w 9408955"/>
              <a:gd name="connsiteY3174" fmla="*/ 2977045 h 4587875"/>
              <a:gd name="connsiteX3175" fmla="*/ 6889773 w 9408955"/>
              <a:gd name="connsiteY3175" fmla="*/ 3036120 h 4587875"/>
              <a:gd name="connsiteX3176" fmla="*/ 6904795 w 9408955"/>
              <a:gd name="connsiteY3176" fmla="*/ 3043123 h 4587875"/>
              <a:gd name="connsiteX3177" fmla="*/ 6605244 w 9408955"/>
              <a:gd name="connsiteY3177" fmla="*/ 3043451 h 4587875"/>
              <a:gd name="connsiteX3178" fmla="*/ 6623643 w 9408955"/>
              <a:gd name="connsiteY3178" fmla="*/ 3040018 h 4587875"/>
              <a:gd name="connsiteX3179" fmla="*/ 6637149 w 9408955"/>
              <a:gd name="connsiteY3179" fmla="*/ 2993785 h 4587875"/>
              <a:gd name="connsiteX3180" fmla="*/ 6573739 w 9408955"/>
              <a:gd name="connsiteY3180" fmla="*/ 2996761 h 4587875"/>
              <a:gd name="connsiteX3181" fmla="*/ 6587016 w 9408955"/>
              <a:gd name="connsiteY3181" fmla="*/ 3040018 h 4587875"/>
              <a:gd name="connsiteX3182" fmla="*/ 6605244 w 9408955"/>
              <a:gd name="connsiteY3182" fmla="*/ 3043451 h 4587875"/>
              <a:gd name="connsiteX3183" fmla="*/ 5584195 w 9408955"/>
              <a:gd name="connsiteY3183" fmla="*/ 3043558 h 4587875"/>
              <a:gd name="connsiteX3184" fmla="*/ 5604170 w 9408955"/>
              <a:gd name="connsiteY3184" fmla="*/ 3033126 h 4587875"/>
              <a:gd name="connsiteX3185" fmla="*/ 5605758 w 9408955"/>
              <a:gd name="connsiteY3185" fmla="*/ 2983647 h 4587875"/>
              <a:gd name="connsiteX3186" fmla="*/ 5542258 w 9408955"/>
              <a:gd name="connsiteY3186" fmla="*/ 3003028 h 4587875"/>
              <a:gd name="connsiteX3187" fmla="*/ 5584195 w 9408955"/>
              <a:gd name="connsiteY3187" fmla="*/ 3043558 h 4587875"/>
              <a:gd name="connsiteX3188" fmla="*/ 4860597 w 9408955"/>
              <a:gd name="connsiteY3188" fmla="*/ 3043567 h 4587875"/>
              <a:gd name="connsiteX3189" fmla="*/ 4893456 w 9408955"/>
              <a:gd name="connsiteY3189" fmla="*/ 3009780 h 4587875"/>
              <a:gd name="connsiteX3190" fmla="*/ 4830485 w 9408955"/>
              <a:gd name="connsiteY3190" fmla="*/ 2990883 h 4587875"/>
              <a:gd name="connsiteX3191" fmla="*/ 4843079 w 9408955"/>
              <a:gd name="connsiteY3191" fmla="*/ 3039251 h 4587875"/>
              <a:gd name="connsiteX3192" fmla="*/ 4860597 w 9408955"/>
              <a:gd name="connsiteY3192" fmla="*/ 3043567 h 4587875"/>
              <a:gd name="connsiteX3193" fmla="*/ 2905600 w 9408955"/>
              <a:gd name="connsiteY3193" fmla="*/ 3043610 h 4587875"/>
              <a:gd name="connsiteX3194" fmla="*/ 2939645 w 9408955"/>
              <a:gd name="connsiteY3194" fmla="*/ 3009669 h 4587875"/>
              <a:gd name="connsiteX3195" fmla="*/ 2876440 w 9408955"/>
              <a:gd name="connsiteY3195" fmla="*/ 2991623 h 4587875"/>
              <a:gd name="connsiteX3196" fmla="*/ 2888077 w 9408955"/>
              <a:gd name="connsiteY3196" fmla="*/ 3039896 h 4587875"/>
              <a:gd name="connsiteX3197" fmla="*/ 2905600 w 9408955"/>
              <a:gd name="connsiteY3197" fmla="*/ 3043610 h 4587875"/>
              <a:gd name="connsiteX3198" fmla="*/ 7537087 w 9408955"/>
              <a:gd name="connsiteY3198" fmla="*/ 3043637 h 4587875"/>
              <a:gd name="connsiteX3199" fmla="*/ 7558453 w 9408955"/>
              <a:gd name="connsiteY3199" fmla="*/ 3031538 h 4587875"/>
              <a:gd name="connsiteX3200" fmla="*/ 7526146 w 9408955"/>
              <a:gd name="connsiteY3200" fmla="*/ 2977306 h 4587875"/>
              <a:gd name="connsiteX3201" fmla="*/ 7511941 w 9408955"/>
              <a:gd name="connsiteY3201" fmla="*/ 3040463 h 4587875"/>
              <a:gd name="connsiteX3202" fmla="*/ 7537087 w 9408955"/>
              <a:gd name="connsiteY3202" fmla="*/ 3043637 h 4587875"/>
              <a:gd name="connsiteX3203" fmla="*/ 1676071 w 9408955"/>
              <a:gd name="connsiteY3203" fmla="*/ 3043641 h 4587875"/>
              <a:gd name="connsiteX3204" fmla="*/ 1698496 w 9408955"/>
              <a:gd name="connsiteY3204" fmla="*/ 3034767 h 4587875"/>
              <a:gd name="connsiteX3205" fmla="*/ 1673648 w 9408955"/>
              <a:gd name="connsiteY3205" fmla="*/ 2977661 h 4587875"/>
              <a:gd name="connsiteX3206" fmla="*/ 1652449 w 9408955"/>
              <a:gd name="connsiteY3206" fmla="*/ 3037902 h 4587875"/>
              <a:gd name="connsiteX3207" fmla="*/ 1676071 w 9408955"/>
              <a:gd name="connsiteY3207" fmla="*/ 3043641 h 4587875"/>
              <a:gd name="connsiteX3208" fmla="*/ 1984033 w 9408955"/>
              <a:gd name="connsiteY3208" fmla="*/ 3043672 h 4587875"/>
              <a:gd name="connsiteX3209" fmla="*/ 2015977 w 9408955"/>
              <a:gd name="connsiteY3209" fmla="*/ 3002911 h 4587875"/>
              <a:gd name="connsiteX3210" fmla="*/ 1948387 w 9408955"/>
              <a:gd name="connsiteY3210" fmla="*/ 2996369 h 4587875"/>
              <a:gd name="connsiteX3211" fmla="*/ 1964253 w 9408955"/>
              <a:gd name="connsiteY3211" fmla="*/ 3040130 h 4587875"/>
              <a:gd name="connsiteX3212" fmla="*/ 1984033 w 9408955"/>
              <a:gd name="connsiteY3212" fmla="*/ 3043672 h 4587875"/>
              <a:gd name="connsiteX3213" fmla="*/ 5473526 w 9408955"/>
              <a:gd name="connsiteY3213" fmla="*/ 3043704 h 4587875"/>
              <a:gd name="connsiteX3214" fmla="*/ 5510519 w 9408955"/>
              <a:gd name="connsiteY3214" fmla="*/ 3010139 h 4587875"/>
              <a:gd name="connsiteX3215" fmla="*/ 5444473 w 9408955"/>
              <a:gd name="connsiteY3215" fmla="*/ 2993725 h 4587875"/>
              <a:gd name="connsiteX3216" fmla="*/ 5455480 w 9408955"/>
              <a:gd name="connsiteY3216" fmla="*/ 3039320 h 4587875"/>
              <a:gd name="connsiteX3217" fmla="*/ 5473526 w 9408955"/>
              <a:gd name="connsiteY3217" fmla="*/ 3043704 h 4587875"/>
              <a:gd name="connsiteX3218" fmla="*/ 8044464 w 9408955"/>
              <a:gd name="connsiteY3218" fmla="*/ 3043740 h 4587875"/>
              <a:gd name="connsiteX3219" fmla="*/ 8077902 w 9408955"/>
              <a:gd name="connsiteY3219" fmla="*/ 3009450 h 4587875"/>
              <a:gd name="connsiteX3220" fmla="*/ 8018227 w 9408955"/>
              <a:gd name="connsiteY3220" fmla="*/ 2986570 h 4587875"/>
              <a:gd name="connsiteX3221" fmla="*/ 8026490 w 9408955"/>
              <a:gd name="connsiteY3221" fmla="*/ 3039958 h 4587875"/>
              <a:gd name="connsiteX3222" fmla="*/ 8044464 w 9408955"/>
              <a:gd name="connsiteY3222" fmla="*/ 3043740 h 4587875"/>
              <a:gd name="connsiteX3223" fmla="*/ 7120416 w 9408955"/>
              <a:gd name="connsiteY3223" fmla="*/ 3043759 h 4587875"/>
              <a:gd name="connsiteX3224" fmla="*/ 7155150 w 9408955"/>
              <a:gd name="connsiteY3224" fmla="*/ 3008997 h 4587875"/>
              <a:gd name="connsiteX3225" fmla="*/ 7092150 w 9408955"/>
              <a:gd name="connsiteY3225" fmla="*/ 2987119 h 4587875"/>
              <a:gd name="connsiteX3226" fmla="*/ 7102385 w 9408955"/>
              <a:gd name="connsiteY3226" fmla="*/ 3040122 h 4587875"/>
              <a:gd name="connsiteX3227" fmla="*/ 7120416 w 9408955"/>
              <a:gd name="connsiteY3227" fmla="*/ 3043759 h 4587875"/>
              <a:gd name="connsiteX3228" fmla="*/ 6709821 w 9408955"/>
              <a:gd name="connsiteY3228" fmla="*/ 3043814 h 4587875"/>
              <a:gd name="connsiteX3229" fmla="*/ 6741743 w 9408955"/>
              <a:gd name="connsiteY3229" fmla="*/ 3008765 h 4587875"/>
              <a:gd name="connsiteX3230" fmla="*/ 6684088 w 9408955"/>
              <a:gd name="connsiteY3230" fmla="*/ 2986086 h 4587875"/>
              <a:gd name="connsiteX3231" fmla="*/ 6692001 w 9408955"/>
              <a:gd name="connsiteY3231" fmla="*/ 3040288 h 4587875"/>
              <a:gd name="connsiteX3232" fmla="*/ 6709821 w 9408955"/>
              <a:gd name="connsiteY3232" fmla="*/ 3043814 h 4587875"/>
              <a:gd name="connsiteX3233" fmla="*/ 6808427 w 9408955"/>
              <a:gd name="connsiteY3233" fmla="*/ 3043818 h 4587875"/>
              <a:gd name="connsiteX3234" fmla="*/ 6846220 w 9408955"/>
              <a:gd name="connsiteY3234" fmla="*/ 3010347 h 4587875"/>
              <a:gd name="connsiteX3235" fmla="*/ 6779667 w 9408955"/>
              <a:gd name="connsiteY3235" fmla="*/ 2995005 h 4587875"/>
              <a:gd name="connsiteX3236" fmla="*/ 6790260 w 9408955"/>
              <a:gd name="connsiteY3236" fmla="*/ 3037646 h 4587875"/>
              <a:gd name="connsiteX3237" fmla="*/ 6808427 w 9408955"/>
              <a:gd name="connsiteY3237" fmla="*/ 3043818 h 4587875"/>
              <a:gd name="connsiteX3238" fmla="*/ 1152540 w 9408955"/>
              <a:gd name="connsiteY3238" fmla="*/ 3043828 h 4587875"/>
              <a:gd name="connsiteX3239" fmla="*/ 1192885 w 9408955"/>
              <a:gd name="connsiteY3239" fmla="*/ 3017837 h 4587875"/>
              <a:gd name="connsiteX3240" fmla="*/ 1149794 w 9408955"/>
              <a:gd name="connsiteY3240" fmla="*/ 2978149 h 4587875"/>
              <a:gd name="connsiteX3241" fmla="*/ 1136189 w 9408955"/>
              <a:gd name="connsiteY3241" fmla="*/ 3037794 h 4587875"/>
              <a:gd name="connsiteX3242" fmla="*/ 1152540 w 9408955"/>
              <a:gd name="connsiteY3242" fmla="*/ 3043828 h 4587875"/>
              <a:gd name="connsiteX3243" fmla="*/ 7732872 w 9408955"/>
              <a:gd name="connsiteY3243" fmla="*/ 3043877 h 4587875"/>
              <a:gd name="connsiteX3244" fmla="*/ 7772227 w 9408955"/>
              <a:gd name="connsiteY3244" fmla="*/ 3010015 h 4587875"/>
              <a:gd name="connsiteX3245" fmla="*/ 7703579 w 9408955"/>
              <a:gd name="connsiteY3245" fmla="*/ 2993871 h 4587875"/>
              <a:gd name="connsiteX3246" fmla="*/ 7714334 w 9408955"/>
              <a:gd name="connsiteY3246" fmla="*/ 3037755 h 4587875"/>
              <a:gd name="connsiteX3247" fmla="*/ 7732872 w 9408955"/>
              <a:gd name="connsiteY3247" fmla="*/ 3043877 h 4587875"/>
              <a:gd name="connsiteX3248" fmla="*/ 5269273 w 9408955"/>
              <a:gd name="connsiteY3248" fmla="*/ 3043883 h 4587875"/>
              <a:gd name="connsiteX3249" fmla="*/ 5303005 w 9408955"/>
              <a:gd name="connsiteY3249" fmla="*/ 3010242 h 4587875"/>
              <a:gd name="connsiteX3250" fmla="*/ 5244224 w 9408955"/>
              <a:gd name="connsiteY3250" fmla="*/ 2985683 h 4587875"/>
              <a:gd name="connsiteX3251" fmla="*/ 5251684 w 9408955"/>
              <a:gd name="connsiteY3251" fmla="*/ 3039804 h 4587875"/>
              <a:gd name="connsiteX3252" fmla="*/ 5269273 w 9408955"/>
              <a:gd name="connsiteY3252" fmla="*/ 3043883 h 4587875"/>
              <a:gd name="connsiteX3253" fmla="*/ 4548494 w 9408955"/>
              <a:gd name="connsiteY3253" fmla="*/ 3043925 h 4587875"/>
              <a:gd name="connsiteX3254" fmla="*/ 4584100 w 9408955"/>
              <a:gd name="connsiteY3254" fmla="*/ 3009673 h 4587875"/>
              <a:gd name="connsiteX3255" fmla="*/ 4520801 w 9408955"/>
              <a:gd name="connsiteY3255" fmla="*/ 2994251 h 4587875"/>
              <a:gd name="connsiteX3256" fmla="*/ 4530522 w 9408955"/>
              <a:gd name="connsiteY3256" fmla="*/ 3038248 h 4587875"/>
              <a:gd name="connsiteX3257" fmla="*/ 4548494 w 9408955"/>
              <a:gd name="connsiteY3257" fmla="*/ 3043925 h 4587875"/>
              <a:gd name="connsiteX3258" fmla="*/ 7016882 w 9408955"/>
              <a:gd name="connsiteY3258" fmla="*/ 3043946 h 4587875"/>
              <a:gd name="connsiteX3259" fmla="*/ 7052849 w 9408955"/>
              <a:gd name="connsiteY3259" fmla="*/ 3009224 h 4587875"/>
              <a:gd name="connsiteX3260" fmla="*/ 6982175 w 9408955"/>
              <a:gd name="connsiteY3260" fmla="*/ 2997596 h 4587875"/>
              <a:gd name="connsiteX3261" fmla="*/ 6998289 w 9408955"/>
              <a:gd name="connsiteY3261" fmla="*/ 3040231 h 4587875"/>
              <a:gd name="connsiteX3262" fmla="*/ 7016882 w 9408955"/>
              <a:gd name="connsiteY3262" fmla="*/ 3043946 h 4587875"/>
              <a:gd name="connsiteX3263" fmla="*/ 2184544 w 9408955"/>
              <a:gd name="connsiteY3263" fmla="*/ 3043947 h 4587875"/>
              <a:gd name="connsiteX3264" fmla="*/ 2220424 w 9408955"/>
              <a:gd name="connsiteY3264" fmla="*/ 3026387 h 4587875"/>
              <a:gd name="connsiteX3265" fmla="*/ 2186720 w 9408955"/>
              <a:gd name="connsiteY3265" fmla="*/ 2976803 h 4587875"/>
              <a:gd name="connsiteX3266" fmla="*/ 2171119 w 9408955"/>
              <a:gd name="connsiteY3266" fmla="*/ 3040944 h 4587875"/>
              <a:gd name="connsiteX3267" fmla="*/ 2184544 w 9408955"/>
              <a:gd name="connsiteY3267" fmla="*/ 3043947 h 4587875"/>
              <a:gd name="connsiteX3268" fmla="*/ 6397839 w 9408955"/>
              <a:gd name="connsiteY3268" fmla="*/ 3043975 h 4587875"/>
              <a:gd name="connsiteX3269" fmla="*/ 6435760 w 9408955"/>
              <a:gd name="connsiteY3269" fmla="*/ 3009663 h 4587875"/>
              <a:gd name="connsiteX3270" fmla="*/ 6386001 w 9408955"/>
              <a:gd name="connsiteY3270" fmla="*/ 2979790 h 4587875"/>
              <a:gd name="connsiteX3271" fmla="*/ 6379351 w 9408955"/>
              <a:gd name="connsiteY3271" fmla="*/ 3038168 h 4587875"/>
              <a:gd name="connsiteX3272" fmla="*/ 6397839 w 9408955"/>
              <a:gd name="connsiteY3272" fmla="*/ 3043975 h 4587875"/>
              <a:gd name="connsiteX3273" fmla="*/ 4752462 w 9408955"/>
              <a:gd name="connsiteY3273" fmla="*/ 3044011 h 4587875"/>
              <a:gd name="connsiteX3274" fmla="*/ 4789381 w 9408955"/>
              <a:gd name="connsiteY3274" fmla="*/ 3002804 h 4587875"/>
              <a:gd name="connsiteX3275" fmla="*/ 4727807 w 9408955"/>
              <a:gd name="connsiteY3275" fmla="*/ 2983421 h 4587875"/>
              <a:gd name="connsiteX3276" fmla="*/ 4732318 w 9408955"/>
              <a:gd name="connsiteY3276" fmla="*/ 3036554 h 4587875"/>
              <a:gd name="connsiteX3277" fmla="*/ 4752462 w 9408955"/>
              <a:gd name="connsiteY3277" fmla="*/ 3044011 h 4587875"/>
              <a:gd name="connsiteX3278" fmla="*/ 7323734 w 9408955"/>
              <a:gd name="connsiteY3278" fmla="*/ 3044016 h 4587875"/>
              <a:gd name="connsiteX3279" fmla="*/ 7359711 w 9408955"/>
              <a:gd name="connsiteY3279" fmla="*/ 3026880 h 4587875"/>
              <a:gd name="connsiteX3280" fmla="*/ 7325964 w 9408955"/>
              <a:gd name="connsiteY3280" fmla="*/ 2977644 h 4587875"/>
              <a:gd name="connsiteX3281" fmla="*/ 7310231 w 9408955"/>
              <a:gd name="connsiteY3281" fmla="*/ 3041044 h 4587875"/>
              <a:gd name="connsiteX3282" fmla="*/ 7323734 w 9408955"/>
              <a:gd name="connsiteY3282" fmla="*/ 3044016 h 4587875"/>
              <a:gd name="connsiteX3283" fmla="*/ 2495524 w 9408955"/>
              <a:gd name="connsiteY3283" fmla="*/ 3044101 h 4587875"/>
              <a:gd name="connsiteX3284" fmla="*/ 2528857 w 9408955"/>
              <a:gd name="connsiteY3284" fmla="*/ 3008999 h 4587875"/>
              <a:gd name="connsiteX3285" fmla="*/ 2465578 w 9408955"/>
              <a:gd name="connsiteY3285" fmla="*/ 2990433 h 4587875"/>
              <a:gd name="connsiteX3286" fmla="*/ 2477598 w 9408955"/>
              <a:gd name="connsiteY3286" fmla="*/ 3040630 h 4587875"/>
              <a:gd name="connsiteX3287" fmla="*/ 2495524 w 9408955"/>
              <a:gd name="connsiteY3287" fmla="*/ 3044101 h 4587875"/>
              <a:gd name="connsiteX3288" fmla="*/ 7633845 w 9408955"/>
              <a:gd name="connsiteY3288" fmla="*/ 3044193 h 4587875"/>
              <a:gd name="connsiteX3289" fmla="*/ 7668355 w 9408955"/>
              <a:gd name="connsiteY3289" fmla="*/ 3010014 h 4587875"/>
              <a:gd name="connsiteX3290" fmla="*/ 7613465 w 9408955"/>
              <a:gd name="connsiteY3290" fmla="*/ 2981501 h 4587875"/>
              <a:gd name="connsiteX3291" fmla="*/ 7616209 w 9408955"/>
              <a:gd name="connsiteY3291" fmla="*/ 3040827 h 4587875"/>
              <a:gd name="connsiteX3292" fmla="*/ 7633845 w 9408955"/>
              <a:gd name="connsiteY3292" fmla="*/ 3044193 h 4587875"/>
              <a:gd name="connsiteX3293" fmla="*/ 4347745 w 9408955"/>
              <a:gd name="connsiteY3293" fmla="*/ 3044249 h 4587875"/>
              <a:gd name="connsiteX3294" fmla="*/ 4377289 w 9408955"/>
              <a:gd name="connsiteY3294" fmla="*/ 3001117 h 4587875"/>
              <a:gd name="connsiteX3295" fmla="*/ 4313062 w 9408955"/>
              <a:gd name="connsiteY3295" fmla="*/ 2996969 h 4587875"/>
              <a:gd name="connsiteX3296" fmla="*/ 4328214 w 9408955"/>
              <a:gd name="connsiteY3296" fmla="*/ 3040523 h 4587875"/>
              <a:gd name="connsiteX3297" fmla="*/ 4347745 w 9408955"/>
              <a:gd name="connsiteY3297" fmla="*/ 3044249 h 4587875"/>
              <a:gd name="connsiteX3298" fmla="*/ 1878813 w 9408955"/>
              <a:gd name="connsiteY3298" fmla="*/ 3044250 h 4587875"/>
              <a:gd name="connsiteX3299" fmla="*/ 1913804 w 9408955"/>
              <a:gd name="connsiteY3299" fmla="*/ 3009346 h 4587875"/>
              <a:gd name="connsiteX3300" fmla="*/ 1851435 w 9408955"/>
              <a:gd name="connsiteY3300" fmla="*/ 2988202 h 4587875"/>
              <a:gd name="connsiteX3301" fmla="*/ 1860733 w 9408955"/>
              <a:gd name="connsiteY3301" fmla="*/ 3040832 h 4587875"/>
              <a:gd name="connsiteX3302" fmla="*/ 1878813 w 9408955"/>
              <a:gd name="connsiteY3302" fmla="*/ 3044250 h 4587875"/>
              <a:gd name="connsiteX3303" fmla="*/ 1770824 w 9408955"/>
              <a:gd name="connsiteY3303" fmla="*/ 3044258 h 4587875"/>
              <a:gd name="connsiteX3304" fmla="*/ 1811293 w 9408955"/>
              <a:gd name="connsiteY3304" fmla="*/ 3026786 h 4587875"/>
              <a:gd name="connsiteX3305" fmla="*/ 1800600 w 9408955"/>
              <a:gd name="connsiteY3305" fmla="*/ 2984913 h 4587875"/>
              <a:gd name="connsiteX3306" fmla="*/ 1744864 w 9408955"/>
              <a:gd name="connsiteY3306" fmla="*/ 2994346 h 4587875"/>
              <a:gd name="connsiteX3307" fmla="*/ 1756239 w 9408955"/>
              <a:gd name="connsiteY3307" fmla="*/ 3038980 h 4587875"/>
              <a:gd name="connsiteX3308" fmla="*/ 1770824 w 9408955"/>
              <a:gd name="connsiteY3308" fmla="*/ 3044258 h 4587875"/>
              <a:gd name="connsiteX3309" fmla="*/ 4657936 w 9408955"/>
              <a:gd name="connsiteY3309" fmla="*/ 3044281 h 4587875"/>
              <a:gd name="connsiteX3310" fmla="*/ 4687432 w 9408955"/>
              <a:gd name="connsiteY3310" fmla="*/ 3009335 h 4587875"/>
              <a:gd name="connsiteX3311" fmla="*/ 4624692 w 9408955"/>
              <a:gd name="connsiteY3311" fmla="*/ 2987726 h 4587875"/>
              <a:gd name="connsiteX3312" fmla="*/ 4640898 w 9408955"/>
              <a:gd name="connsiteY3312" fmla="*/ 3041979 h 4587875"/>
              <a:gd name="connsiteX3313" fmla="*/ 4657936 w 9408955"/>
              <a:gd name="connsiteY3313" fmla="*/ 3044281 h 4587875"/>
              <a:gd name="connsiteX3314" fmla="*/ 5882414 w 9408955"/>
              <a:gd name="connsiteY3314" fmla="*/ 3044322 h 4587875"/>
              <a:gd name="connsiteX3315" fmla="*/ 5919615 w 9408955"/>
              <a:gd name="connsiteY3315" fmla="*/ 3011370 h 4587875"/>
              <a:gd name="connsiteX3316" fmla="*/ 5857517 w 9408955"/>
              <a:gd name="connsiteY3316" fmla="*/ 2989882 h 4587875"/>
              <a:gd name="connsiteX3317" fmla="*/ 5864569 w 9408955"/>
              <a:gd name="connsiteY3317" fmla="*/ 3038739 h 4587875"/>
              <a:gd name="connsiteX3318" fmla="*/ 5882414 w 9408955"/>
              <a:gd name="connsiteY3318" fmla="*/ 3044322 h 4587875"/>
              <a:gd name="connsiteX3319" fmla="*/ 1470951 w 9408955"/>
              <a:gd name="connsiteY3319" fmla="*/ 3044328 h 4587875"/>
              <a:gd name="connsiteX3320" fmla="*/ 1491355 w 9408955"/>
              <a:gd name="connsiteY3320" fmla="*/ 3037383 h 4587875"/>
              <a:gd name="connsiteX3321" fmla="*/ 1494295 w 9408955"/>
              <a:gd name="connsiteY3321" fmla="*/ 2987377 h 4587875"/>
              <a:gd name="connsiteX3322" fmla="*/ 1433928 w 9408955"/>
              <a:gd name="connsiteY3322" fmla="*/ 3002656 h 4587875"/>
              <a:gd name="connsiteX3323" fmla="*/ 1449527 w 9408955"/>
              <a:gd name="connsiteY3323" fmla="*/ 3040856 h 4587875"/>
              <a:gd name="connsiteX3324" fmla="*/ 1470951 w 9408955"/>
              <a:gd name="connsiteY3324" fmla="*/ 3044328 h 4587875"/>
              <a:gd name="connsiteX3325" fmla="*/ 1567818 w 9408955"/>
              <a:gd name="connsiteY3325" fmla="*/ 3044377 h 4587875"/>
              <a:gd name="connsiteX3326" fmla="*/ 1603055 w 9408955"/>
              <a:gd name="connsiteY3326" fmla="*/ 3001293 h 4587875"/>
              <a:gd name="connsiteX3327" fmla="*/ 1541265 w 9408955"/>
              <a:gd name="connsiteY3327" fmla="*/ 2984145 h 4587875"/>
              <a:gd name="connsiteX3328" fmla="*/ 1546738 w 9408955"/>
              <a:gd name="connsiteY3328" fmla="*/ 3037646 h 4587875"/>
              <a:gd name="connsiteX3329" fmla="*/ 1567818 w 9408955"/>
              <a:gd name="connsiteY3329" fmla="*/ 3044377 h 4587875"/>
              <a:gd name="connsiteX3330" fmla="*/ 4964218 w 9408955"/>
              <a:gd name="connsiteY3330" fmla="*/ 3044395 h 4587875"/>
              <a:gd name="connsiteX3331" fmla="*/ 4997491 w 9408955"/>
              <a:gd name="connsiteY3331" fmla="*/ 3010255 h 4587875"/>
              <a:gd name="connsiteX3332" fmla="*/ 4929529 w 9408955"/>
              <a:gd name="connsiteY3332" fmla="*/ 2994024 h 4587875"/>
              <a:gd name="connsiteX3333" fmla="*/ 4946691 w 9408955"/>
              <a:gd name="connsiteY3333" fmla="*/ 3041344 h 4587875"/>
              <a:gd name="connsiteX3334" fmla="*/ 4964218 w 9408955"/>
              <a:gd name="connsiteY3334" fmla="*/ 3044395 h 4587875"/>
              <a:gd name="connsiteX3335" fmla="*/ 5061997 w 9408955"/>
              <a:gd name="connsiteY3335" fmla="*/ 3044401 h 4587875"/>
              <a:gd name="connsiteX3336" fmla="*/ 5098423 w 9408955"/>
              <a:gd name="connsiteY3336" fmla="*/ 3016833 h 4587875"/>
              <a:gd name="connsiteX3337" fmla="*/ 5051802 w 9408955"/>
              <a:gd name="connsiteY3337" fmla="*/ 2980218 h 4587875"/>
              <a:gd name="connsiteX3338" fmla="*/ 5045889 w 9408955"/>
              <a:gd name="connsiteY3338" fmla="*/ 3039803 h 4587875"/>
              <a:gd name="connsiteX3339" fmla="*/ 5061997 w 9408955"/>
              <a:gd name="connsiteY3339" fmla="*/ 3044401 h 4587875"/>
              <a:gd name="connsiteX3340" fmla="*/ 5989746 w 9408955"/>
              <a:gd name="connsiteY3340" fmla="*/ 3044502 h 4587875"/>
              <a:gd name="connsiteX3341" fmla="*/ 6021349 w 9408955"/>
              <a:gd name="connsiteY3341" fmla="*/ 3003703 h 4587875"/>
              <a:gd name="connsiteX3342" fmla="*/ 5959692 w 9408955"/>
              <a:gd name="connsiteY3342" fmla="*/ 2993849 h 4587875"/>
              <a:gd name="connsiteX3343" fmla="*/ 5970415 w 9408955"/>
              <a:gd name="connsiteY3343" fmla="*/ 3039912 h 4587875"/>
              <a:gd name="connsiteX3344" fmla="*/ 5989746 w 9408955"/>
              <a:gd name="connsiteY3344" fmla="*/ 3044502 h 4587875"/>
              <a:gd name="connsiteX3345" fmla="*/ 1260203 w 9408955"/>
              <a:gd name="connsiteY3345" fmla="*/ 3044527 h 4587875"/>
              <a:gd name="connsiteX3346" fmla="*/ 1297397 w 9408955"/>
              <a:gd name="connsiteY3346" fmla="*/ 3009992 h 4587875"/>
              <a:gd name="connsiteX3347" fmla="*/ 1247464 w 9408955"/>
              <a:gd name="connsiteY3347" fmla="*/ 2980100 h 4587875"/>
              <a:gd name="connsiteX3348" fmla="*/ 1241764 w 9408955"/>
              <a:gd name="connsiteY3348" fmla="*/ 3039195 h 4587875"/>
              <a:gd name="connsiteX3349" fmla="*/ 1260203 w 9408955"/>
              <a:gd name="connsiteY3349" fmla="*/ 3044527 h 4587875"/>
              <a:gd name="connsiteX3350" fmla="*/ 6296230 w 9408955"/>
              <a:gd name="connsiteY3350" fmla="*/ 3044582 h 4587875"/>
              <a:gd name="connsiteX3351" fmla="*/ 6331501 w 9408955"/>
              <a:gd name="connsiteY3351" fmla="*/ 3001988 h 4587875"/>
              <a:gd name="connsiteX3352" fmla="*/ 6264782 w 9408955"/>
              <a:gd name="connsiteY3352" fmla="*/ 2994901 h 4587875"/>
              <a:gd name="connsiteX3353" fmla="*/ 6275638 w 9408955"/>
              <a:gd name="connsiteY3353" fmla="*/ 3038335 h 4587875"/>
              <a:gd name="connsiteX3354" fmla="*/ 6296230 w 9408955"/>
              <a:gd name="connsiteY3354" fmla="*/ 3044582 h 4587875"/>
              <a:gd name="connsiteX3355" fmla="*/ 6501606 w 9408955"/>
              <a:gd name="connsiteY3355" fmla="*/ 3044623 h 4587875"/>
              <a:gd name="connsiteX3356" fmla="*/ 6536059 w 9408955"/>
              <a:gd name="connsiteY3356" fmla="*/ 3010697 h 4587875"/>
              <a:gd name="connsiteX3357" fmla="*/ 6471373 w 9408955"/>
              <a:gd name="connsiteY3357" fmla="*/ 2995690 h 4587875"/>
              <a:gd name="connsiteX3358" fmla="*/ 6483995 w 9408955"/>
              <a:gd name="connsiteY3358" fmla="*/ 3040029 h 4587875"/>
              <a:gd name="connsiteX3359" fmla="*/ 6501606 w 9408955"/>
              <a:gd name="connsiteY3359" fmla="*/ 3044623 h 4587875"/>
              <a:gd name="connsiteX3360" fmla="*/ 7218578 w 9408955"/>
              <a:gd name="connsiteY3360" fmla="*/ 3044626 h 4587875"/>
              <a:gd name="connsiteX3361" fmla="*/ 7256274 w 9408955"/>
              <a:gd name="connsiteY3361" fmla="*/ 3010013 h 4587875"/>
              <a:gd name="connsiteX3362" fmla="*/ 7190346 w 9408955"/>
              <a:gd name="connsiteY3362" fmla="*/ 2995844 h 4587875"/>
              <a:gd name="connsiteX3363" fmla="*/ 7200418 w 9408955"/>
              <a:gd name="connsiteY3363" fmla="*/ 3038123 h 4587875"/>
              <a:gd name="connsiteX3364" fmla="*/ 7218578 w 9408955"/>
              <a:gd name="connsiteY3364" fmla="*/ 3044626 h 4587875"/>
              <a:gd name="connsiteX3365" fmla="*/ 2392356 w 9408955"/>
              <a:gd name="connsiteY3365" fmla="*/ 3044626 h 4587875"/>
              <a:gd name="connsiteX3366" fmla="*/ 2424930 w 9408955"/>
              <a:gd name="connsiteY3366" fmla="*/ 3009334 h 4587875"/>
              <a:gd name="connsiteX3367" fmla="*/ 2361295 w 9408955"/>
              <a:gd name="connsiteY3367" fmla="*/ 2995392 h 4587875"/>
              <a:gd name="connsiteX3368" fmla="*/ 2374562 w 9408955"/>
              <a:gd name="connsiteY3368" fmla="*/ 3040191 h 4587875"/>
              <a:gd name="connsiteX3369" fmla="*/ 2392356 w 9408955"/>
              <a:gd name="connsiteY3369" fmla="*/ 3044626 h 4587875"/>
              <a:gd name="connsiteX3370" fmla="*/ 6195315 w 9408955"/>
              <a:gd name="connsiteY3370" fmla="*/ 3044654 h 4587875"/>
              <a:gd name="connsiteX3371" fmla="*/ 6228738 w 9408955"/>
              <a:gd name="connsiteY3371" fmla="*/ 3009238 h 4587875"/>
              <a:gd name="connsiteX3372" fmla="*/ 6163650 w 9408955"/>
              <a:gd name="connsiteY3372" fmla="*/ 2994874 h 4587875"/>
              <a:gd name="connsiteX3373" fmla="*/ 6177257 w 9408955"/>
              <a:gd name="connsiteY3373" fmla="*/ 3041443 h 4587875"/>
              <a:gd name="connsiteX3374" fmla="*/ 6195315 w 9408955"/>
              <a:gd name="connsiteY3374" fmla="*/ 3044654 h 4587875"/>
              <a:gd name="connsiteX3375" fmla="*/ 6091600 w 9408955"/>
              <a:gd name="connsiteY3375" fmla="*/ 3044701 h 4587875"/>
              <a:gd name="connsiteX3376" fmla="*/ 6125767 w 9408955"/>
              <a:gd name="connsiteY3376" fmla="*/ 3010020 h 4587875"/>
              <a:gd name="connsiteX3377" fmla="*/ 6060704 w 9408955"/>
              <a:gd name="connsiteY3377" fmla="*/ 2995163 h 4587875"/>
              <a:gd name="connsiteX3378" fmla="*/ 6073671 w 9408955"/>
              <a:gd name="connsiteY3378" fmla="*/ 3040191 h 4587875"/>
              <a:gd name="connsiteX3379" fmla="*/ 6091600 w 9408955"/>
              <a:gd name="connsiteY3379" fmla="*/ 3044701 h 4587875"/>
              <a:gd name="connsiteX3380" fmla="*/ 2594200 w 9408955"/>
              <a:gd name="connsiteY3380" fmla="*/ 3044822 h 4587875"/>
              <a:gd name="connsiteX3381" fmla="*/ 2631788 w 9408955"/>
              <a:gd name="connsiteY3381" fmla="*/ 3009727 h 4587875"/>
              <a:gd name="connsiteX3382" fmla="*/ 2589595 w 9408955"/>
              <a:gd name="connsiteY3382" fmla="*/ 2977756 h 4587875"/>
              <a:gd name="connsiteX3383" fmla="*/ 2575912 w 9408955"/>
              <a:gd name="connsiteY3383" fmla="*/ 3038479 h 4587875"/>
              <a:gd name="connsiteX3384" fmla="*/ 2594200 w 9408955"/>
              <a:gd name="connsiteY3384" fmla="*/ 3044822 h 4587875"/>
              <a:gd name="connsiteX3385" fmla="*/ 7942590 w 9408955"/>
              <a:gd name="connsiteY3385" fmla="*/ 3044879 h 4587875"/>
              <a:gd name="connsiteX3386" fmla="*/ 7975155 w 9408955"/>
              <a:gd name="connsiteY3386" fmla="*/ 3003301 h 4587875"/>
              <a:gd name="connsiteX3387" fmla="*/ 7909710 w 9408955"/>
              <a:gd name="connsiteY3387" fmla="*/ 2994524 h 4587875"/>
              <a:gd name="connsiteX3388" fmla="*/ 7922753 w 9408955"/>
              <a:gd name="connsiteY3388" fmla="*/ 3040952 h 4587875"/>
              <a:gd name="connsiteX3389" fmla="*/ 7942590 w 9408955"/>
              <a:gd name="connsiteY3389" fmla="*/ 3044879 h 4587875"/>
              <a:gd name="connsiteX3390" fmla="*/ 8553616 w 9408955"/>
              <a:gd name="connsiteY3390" fmla="*/ 3143685 h 4587875"/>
              <a:gd name="connsiteX3391" fmla="*/ 8586045 w 9408955"/>
              <a:gd name="connsiteY3391" fmla="*/ 3107920 h 4587875"/>
              <a:gd name="connsiteX3392" fmla="*/ 8533035 w 9408955"/>
              <a:gd name="connsiteY3392" fmla="*/ 3098314 h 4587875"/>
              <a:gd name="connsiteX3393" fmla="*/ 8536614 w 9408955"/>
              <a:gd name="connsiteY3393" fmla="*/ 3135137 h 4587875"/>
              <a:gd name="connsiteX3394" fmla="*/ 8553616 w 9408955"/>
              <a:gd name="connsiteY3394" fmla="*/ 3143685 h 4587875"/>
              <a:gd name="connsiteX3395" fmla="*/ 1248146 w 9408955"/>
              <a:gd name="connsiteY3395" fmla="*/ 3144858 h 4587875"/>
              <a:gd name="connsiteX3396" fmla="*/ 1296535 w 9408955"/>
              <a:gd name="connsiteY3396" fmla="*/ 3114776 h 4587875"/>
              <a:gd name="connsiteX3397" fmla="*/ 1237066 w 9408955"/>
              <a:gd name="connsiteY3397" fmla="*/ 3088766 h 4587875"/>
              <a:gd name="connsiteX3398" fmla="*/ 1248146 w 9408955"/>
              <a:gd name="connsiteY3398" fmla="*/ 3144858 h 4587875"/>
              <a:gd name="connsiteX3399" fmla="*/ 5767993 w 9408955"/>
              <a:gd name="connsiteY3399" fmla="*/ 3145291 h 4587875"/>
              <a:gd name="connsiteX3400" fmla="*/ 5816034 w 9408955"/>
              <a:gd name="connsiteY3400" fmla="*/ 3123066 h 4587875"/>
              <a:gd name="connsiteX3401" fmla="*/ 5773631 w 9408955"/>
              <a:gd name="connsiteY3401" fmla="*/ 3081564 h 4587875"/>
              <a:gd name="connsiteX3402" fmla="*/ 5767993 w 9408955"/>
              <a:gd name="connsiteY3402" fmla="*/ 3145291 h 4587875"/>
              <a:gd name="connsiteX3403" fmla="*/ 7337163 w 9408955"/>
              <a:gd name="connsiteY3403" fmla="*/ 3145525 h 4587875"/>
              <a:gd name="connsiteX3404" fmla="*/ 7357488 w 9408955"/>
              <a:gd name="connsiteY3404" fmla="*/ 3122298 h 4587875"/>
              <a:gd name="connsiteX3405" fmla="*/ 7318022 w 9408955"/>
              <a:gd name="connsiteY3405" fmla="*/ 3080222 h 4587875"/>
              <a:gd name="connsiteX3406" fmla="*/ 7305167 w 9408955"/>
              <a:gd name="connsiteY3406" fmla="*/ 3142312 h 4587875"/>
              <a:gd name="connsiteX3407" fmla="*/ 7337163 w 9408955"/>
              <a:gd name="connsiteY3407" fmla="*/ 3145525 h 4587875"/>
              <a:gd name="connsiteX3408" fmla="*/ 5897662 w 9408955"/>
              <a:gd name="connsiteY3408" fmla="*/ 3145543 h 4587875"/>
              <a:gd name="connsiteX3409" fmla="*/ 5917541 w 9408955"/>
              <a:gd name="connsiteY3409" fmla="*/ 3130218 h 4587875"/>
              <a:gd name="connsiteX3410" fmla="*/ 5901981 w 9408955"/>
              <a:gd name="connsiteY3410" fmla="*/ 3083344 h 4587875"/>
              <a:gd name="connsiteX3411" fmla="*/ 5856902 w 9408955"/>
              <a:gd name="connsiteY3411" fmla="*/ 3093936 h 4587875"/>
              <a:gd name="connsiteX3412" fmla="*/ 5871775 w 9408955"/>
              <a:gd name="connsiteY3412" fmla="*/ 3145317 h 4587875"/>
              <a:gd name="connsiteX3413" fmla="*/ 5897662 w 9408955"/>
              <a:gd name="connsiteY3413" fmla="*/ 3145543 h 4587875"/>
              <a:gd name="connsiteX3414" fmla="*/ 6719700 w 9408955"/>
              <a:gd name="connsiteY3414" fmla="*/ 3145812 h 4587875"/>
              <a:gd name="connsiteX3415" fmla="*/ 6740139 w 9408955"/>
              <a:gd name="connsiteY3415" fmla="*/ 3129252 h 4587875"/>
              <a:gd name="connsiteX3416" fmla="*/ 6727893 w 9408955"/>
              <a:gd name="connsiteY3416" fmla="*/ 3084035 h 4587875"/>
              <a:gd name="connsiteX3417" fmla="*/ 6680268 w 9408955"/>
              <a:gd name="connsiteY3417" fmla="*/ 3095339 h 4587875"/>
              <a:gd name="connsiteX3418" fmla="*/ 6692288 w 9408955"/>
              <a:gd name="connsiteY3418" fmla="*/ 3143721 h 4587875"/>
              <a:gd name="connsiteX3419" fmla="*/ 6719700 w 9408955"/>
              <a:gd name="connsiteY3419" fmla="*/ 3145812 h 4587875"/>
              <a:gd name="connsiteX3420" fmla="*/ 5280068 w 9408955"/>
              <a:gd name="connsiteY3420" fmla="*/ 3145966 h 4587875"/>
              <a:gd name="connsiteX3421" fmla="*/ 5300445 w 9408955"/>
              <a:gd name="connsiteY3421" fmla="*/ 3129005 h 4587875"/>
              <a:gd name="connsiteX3422" fmla="*/ 5265334 w 9408955"/>
              <a:gd name="connsiteY3422" fmla="*/ 3079349 h 4587875"/>
              <a:gd name="connsiteX3423" fmla="*/ 5252338 w 9408955"/>
              <a:gd name="connsiteY3423" fmla="*/ 3144565 h 4587875"/>
              <a:gd name="connsiteX3424" fmla="*/ 5280068 w 9408955"/>
              <a:gd name="connsiteY3424" fmla="*/ 3145966 h 4587875"/>
              <a:gd name="connsiteX3425" fmla="*/ 7542085 w 9408955"/>
              <a:gd name="connsiteY3425" fmla="*/ 3146141 h 4587875"/>
              <a:gd name="connsiteX3426" fmla="*/ 7562208 w 9408955"/>
              <a:gd name="connsiteY3426" fmla="*/ 3127148 h 4587875"/>
              <a:gd name="connsiteX3427" fmla="*/ 7525827 w 9408955"/>
              <a:gd name="connsiteY3427" fmla="*/ 3080203 h 4587875"/>
              <a:gd name="connsiteX3428" fmla="*/ 7513094 w 9408955"/>
              <a:gd name="connsiteY3428" fmla="*/ 3144384 h 4587875"/>
              <a:gd name="connsiteX3429" fmla="*/ 7542085 w 9408955"/>
              <a:gd name="connsiteY3429" fmla="*/ 3146141 h 4587875"/>
              <a:gd name="connsiteX3430" fmla="*/ 2405513 w 9408955"/>
              <a:gd name="connsiteY3430" fmla="*/ 3146206 h 4587875"/>
              <a:gd name="connsiteX3431" fmla="*/ 2424032 w 9408955"/>
              <a:gd name="connsiteY3431" fmla="*/ 3123173 h 4587875"/>
              <a:gd name="connsiteX3432" fmla="*/ 2387879 w 9408955"/>
              <a:gd name="connsiteY3432" fmla="*/ 3080264 h 4587875"/>
              <a:gd name="connsiteX3433" fmla="*/ 2373943 w 9408955"/>
              <a:gd name="connsiteY3433" fmla="*/ 3144284 h 4587875"/>
              <a:gd name="connsiteX3434" fmla="*/ 2405513 w 9408955"/>
              <a:gd name="connsiteY3434" fmla="*/ 3146206 h 4587875"/>
              <a:gd name="connsiteX3435" fmla="*/ 1581025 w 9408955"/>
              <a:gd name="connsiteY3435" fmla="*/ 3146338 h 4587875"/>
              <a:gd name="connsiteX3436" fmla="*/ 1601309 w 9408955"/>
              <a:gd name="connsiteY3436" fmla="*/ 3129482 h 4587875"/>
              <a:gd name="connsiteX3437" fmla="*/ 1568301 w 9408955"/>
              <a:gd name="connsiteY3437" fmla="*/ 3079143 h 4587875"/>
              <a:gd name="connsiteX3438" fmla="*/ 1553990 w 9408955"/>
              <a:gd name="connsiteY3438" fmla="*/ 3144491 h 4587875"/>
              <a:gd name="connsiteX3439" fmla="*/ 1581025 w 9408955"/>
              <a:gd name="connsiteY3439" fmla="*/ 3146338 h 4587875"/>
              <a:gd name="connsiteX3440" fmla="*/ 5996171 w 9408955"/>
              <a:gd name="connsiteY3440" fmla="*/ 3146555 h 4587875"/>
              <a:gd name="connsiteX3441" fmla="*/ 6017912 w 9408955"/>
              <a:gd name="connsiteY3441" fmla="*/ 3134042 h 4587875"/>
              <a:gd name="connsiteX3442" fmla="*/ 5982945 w 9408955"/>
              <a:gd name="connsiteY3442" fmla="*/ 3080605 h 4587875"/>
              <a:gd name="connsiteX3443" fmla="*/ 5970538 w 9408955"/>
              <a:gd name="connsiteY3443" fmla="*/ 3142835 h 4587875"/>
              <a:gd name="connsiteX3444" fmla="*/ 5996171 w 9408955"/>
              <a:gd name="connsiteY3444" fmla="*/ 3146555 h 4587875"/>
              <a:gd name="connsiteX3445" fmla="*/ 5172835 w 9408955"/>
              <a:gd name="connsiteY3445" fmla="*/ 3146599 h 4587875"/>
              <a:gd name="connsiteX3446" fmla="*/ 5196303 w 9408955"/>
              <a:gd name="connsiteY3446" fmla="*/ 3139617 h 4587875"/>
              <a:gd name="connsiteX3447" fmla="*/ 5197451 w 9408955"/>
              <a:gd name="connsiteY3447" fmla="*/ 3095530 h 4587875"/>
              <a:gd name="connsiteX3448" fmla="*/ 5142596 w 9408955"/>
              <a:gd name="connsiteY3448" fmla="*/ 3086758 h 4587875"/>
              <a:gd name="connsiteX3449" fmla="*/ 5149711 w 9408955"/>
              <a:gd name="connsiteY3449" fmla="*/ 3143541 h 4587875"/>
              <a:gd name="connsiteX3450" fmla="*/ 5172835 w 9408955"/>
              <a:gd name="connsiteY3450" fmla="*/ 3146599 h 4587875"/>
              <a:gd name="connsiteX3451" fmla="*/ 5074431 w 9408955"/>
              <a:gd name="connsiteY3451" fmla="*/ 3146667 h 4587875"/>
              <a:gd name="connsiteX3452" fmla="*/ 5095371 w 9408955"/>
              <a:gd name="connsiteY3452" fmla="*/ 3127987 h 4587875"/>
              <a:gd name="connsiteX3453" fmla="*/ 5058475 w 9408955"/>
              <a:gd name="connsiteY3453" fmla="*/ 3080678 h 4587875"/>
              <a:gd name="connsiteX3454" fmla="*/ 5044725 w 9408955"/>
              <a:gd name="connsiteY3454" fmla="*/ 3143681 h 4587875"/>
              <a:gd name="connsiteX3455" fmla="*/ 5074431 w 9408955"/>
              <a:gd name="connsiteY3455" fmla="*/ 3146667 h 4587875"/>
              <a:gd name="connsiteX3456" fmla="*/ 5372231 w 9408955"/>
              <a:gd name="connsiteY3456" fmla="*/ 3146668 h 4587875"/>
              <a:gd name="connsiteX3457" fmla="*/ 5393269 w 9408955"/>
              <a:gd name="connsiteY3457" fmla="*/ 3085158 h 4587875"/>
              <a:gd name="connsiteX3458" fmla="*/ 5338388 w 9408955"/>
              <a:gd name="connsiteY3458" fmla="*/ 3098048 h 4587875"/>
              <a:gd name="connsiteX3459" fmla="*/ 5372231 w 9408955"/>
              <a:gd name="connsiteY3459" fmla="*/ 3146668 h 4587875"/>
              <a:gd name="connsiteX3460" fmla="*/ 4965228 w 9408955"/>
              <a:gd name="connsiteY3460" fmla="*/ 3146752 h 4587875"/>
              <a:gd name="connsiteX3461" fmla="*/ 4995660 w 9408955"/>
              <a:gd name="connsiteY3461" fmla="*/ 3106479 h 4587875"/>
              <a:gd name="connsiteX3462" fmla="*/ 4931581 w 9408955"/>
              <a:gd name="connsiteY3462" fmla="*/ 3092570 h 4587875"/>
              <a:gd name="connsiteX3463" fmla="*/ 4946404 w 9408955"/>
              <a:gd name="connsiteY3463" fmla="*/ 3145013 h 4587875"/>
              <a:gd name="connsiteX3464" fmla="*/ 4965228 w 9408955"/>
              <a:gd name="connsiteY3464" fmla="*/ 3146752 h 4587875"/>
              <a:gd name="connsiteX3465" fmla="*/ 2194939 w 9408955"/>
              <a:gd name="connsiteY3465" fmla="*/ 3146788 h 4587875"/>
              <a:gd name="connsiteX3466" fmla="*/ 2214707 w 9408955"/>
              <a:gd name="connsiteY3466" fmla="*/ 3135139 h 4587875"/>
              <a:gd name="connsiteX3467" fmla="*/ 2220888 w 9408955"/>
              <a:gd name="connsiteY3467" fmla="*/ 3096580 h 4587875"/>
              <a:gd name="connsiteX3468" fmla="*/ 2171225 w 9408955"/>
              <a:gd name="connsiteY3468" fmla="*/ 3082350 h 4587875"/>
              <a:gd name="connsiteX3469" fmla="*/ 2171225 w 9408955"/>
              <a:gd name="connsiteY3469" fmla="*/ 3145009 h 4587875"/>
              <a:gd name="connsiteX3470" fmla="*/ 2194939 w 9408955"/>
              <a:gd name="connsiteY3470" fmla="*/ 3146788 h 4587875"/>
              <a:gd name="connsiteX3471" fmla="*/ 2086016 w 9408955"/>
              <a:gd name="connsiteY3471" fmla="*/ 3146935 h 4587875"/>
              <a:gd name="connsiteX3472" fmla="*/ 2119514 w 9408955"/>
              <a:gd name="connsiteY3472" fmla="*/ 3113555 h 4587875"/>
              <a:gd name="connsiteX3473" fmla="*/ 2062528 w 9408955"/>
              <a:gd name="connsiteY3473" fmla="*/ 3085737 h 4587875"/>
              <a:gd name="connsiteX3474" fmla="*/ 2068633 w 9408955"/>
              <a:gd name="connsiteY3474" fmla="*/ 3144794 h 4587875"/>
              <a:gd name="connsiteX3475" fmla="*/ 2086016 w 9408955"/>
              <a:gd name="connsiteY3475" fmla="*/ 3146935 h 4587875"/>
              <a:gd name="connsiteX3476" fmla="*/ 5577764 w 9408955"/>
              <a:gd name="connsiteY3476" fmla="*/ 3146974 h 4587875"/>
              <a:gd name="connsiteX3477" fmla="*/ 5613476 w 9408955"/>
              <a:gd name="connsiteY3477" fmla="*/ 3114221 h 4587875"/>
              <a:gd name="connsiteX3478" fmla="*/ 5549705 w 9408955"/>
              <a:gd name="connsiteY3478" fmla="*/ 3091996 h 4587875"/>
              <a:gd name="connsiteX3479" fmla="*/ 5560107 w 9408955"/>
              <a:gd name="connsiteY3479" fmla="*/ 3142342 h 4587875"/>
              <a:gd name="connsiteX3480" fmla="*/ 5577764 w 9408955"/>
              <a:gd name="connsiteY3480" fmla="*/ 3146974 h 4587875"/>
              <a:gd name="connsiteX3481" fmla="*/ 6403220 w 9408955"/>
              <a:gd name="connsiteY3481" fmla="*/ 3147065 h 4587875"/>
              <a:gd name="connsiteX3482" fmla="*/ 6435531 w 9408955"/>
              <a:gd name="connsiteY3482" fmla="*/ 3113994 h 4587875"/>
              <a:gd name="connsiteX3483" fmla="*/ 6379810 w 9408955"/>
              <a:gd name="connsiteY3483" fmla="*/ 3085192 h 4587875"/>
              <a:gd name="connsiteX3484" fmla="*/ 6386230 w 9408955"/>
              <a:gd name="connsiteY3484" fmla="*/ 3145290 h 4587875"/>
              <a:gd name="connsiteX3485" fmla="*/ 6403220 w 9408955"/>
              <a:gd name="connsiteY3485" fmla="*/ 3147065 h 4587875"/>
              <a:gd name="connsiteX3486" fmla="*/ 6299562 w 9408955"/>
              <a:gd name="connsiteY3486" fmla="*/ 3147103 h 4587875"/>
              <a:gd name="connsiteX3487" fmla="*/ 6331984 w 9408955"/>
              <a:gd name="connsiteY3487" fmla="*/ 3114649 h 4587875"/>
              <a:gd name="connsiteX3488" fmla="*/ 6268290 w 9408955"/>
              <a:gd name="connsiteY3488" fmla="*/ 3093895 h 4587875"/>
              <a:gd name="connsiteX3489" fmla="*/ 6282868 w 9408955"/>
              <a:gd name="connsiteY3489" fmla="*/ 3145104 h 4587875"/>
              <a:gd name="connsiteX3490" fmla="*/ 6299562 w 9408955"/>
              <a:gd name="connsiteY3490" fmla="*/ 3147103 h 4587875"/>
              <a:gd name="connsiteX3491" fmla="*/ 2296568 w 9408955"/>
              <a:gd name="connsiteY3491" fmla="*/ 3147105 h 4587875"/>
              <a:gd name="connsiteX3492" fmla="*/ 2324240 w 9408955"/>
              <a:gd name="connsiteY3492" fmla="*/ 3107713 h 4587875"/>
              <a:gd name="connsiteX3493" fmla="*/ 2271210 w 9408955"/>
              <a:gd name="connsiteY3493" fmla="*/ 3084160 h 4587875"/>
              <a:gd name="connsiteX3494" fmla="*/ 2278528 w 9408955"/>
              <a:gd name="connsiteY3494" fmla="*/ 3145901 h 4587875"/>
              <a:gd name="connsiteX3495" fmla="*/ 2296568 w 9408955"/>
              <a:gd name="connsiteY3495" fmla="*/ 3147105 h 4587875"/>
              <a:gd name="connsiteX3496" fmla="*/ 5682622 w 9408955"/>
              <a:gd name="connsiteY3496" fmla="*/ 3147199 h 4587875"/>
              <a:gd name="connsiteX3497" fmla="*/ 5715588 w 9408955"/>
              <a:gd name="connsiteY3497" fmla="*/ 3108249 h 4587875"/>
              <a:gd name="connsiteX3498" fmla="*/ 5648577 w 9408955"/>
              <a:gd name="connsiteY3498" fmla="*/ 3100149 h 4587875"/>
              <a:gd name="connsiteX3499" fmla="*/ 5663817 w 9408955"/>
              <a:gd name="connsiteY3499" fmla="*/ 3143574 h 4587875"/>
              <a:gd name="connsiteX3500" fmla="*/ 5682622 w 9408955"/>
              <a:gd name="connsiteY3500" fmla="*/ 3147199 h 4587875"/>
              <a:gd name="connsiteX3501" fmla="*/ 7634401 w 9408955"/>
              <a:gd name="connsiteY3501" fmla="*/ 3147267 h 4587875"/>
              <a:gd name="connsiteX3502" fmla="*/ 7667476 w 9408955"/>
              <a:gd name="connsiteY3502" fmla="*/ 3114432 h 4587875"/>
              <a:gd name="connsiteX3503" fmla="*/ 7607093 w 9408955"/>
              <a:gd name="connsiteY3503" fmla="*/ 3090068 h 4587875"/>
              <a:gd name="connsiteX3504" fmla="*/ 7617496 w 9408955"/>
              <a:gd name="connsiteY3504" fmla="*/ 3143759 h 4587875"/>
              <a:gd name="connsiteX3505" fmla="*/ 7634401 w 9408955"/>
              <a:gd name="connsiteY3505" fmla="*/ 3147267 h 4587875"/>
              <a:gd name="connsiteX3506" fmla="*/ 4862145 w 9408955"/>
              <a:gd name="connsiteY3506" fmla="*/ 3147352 h 4587875"/>
              <a:gd name="connsiteX3507" fmla="*/ 4892848 w 9408955"/>
              <a:gd name="connsiteY3507" fmla="*/ 3107221 h 4587875"/>
              <a:gd name="connsiteX3508" fmla="*/ 4828037 w 9408955"/>
              <a:gd name="connsiteY3508" fmla="*/ 3094362 h 4587875"/>
              <a:gd name="connsiteX3509" fmla="*/ 4842516 w 9408955"/>
              <a:gd name="connsiteY3509" fmla="*/ 3143993 h 4587875"/>
              <a:gd name="connsiteX3510" fmla="*/ 4862145 w 9408955"/>
              <a:gd name="connsiteY3510" fmla="*/ 3147352 h 4587875"/>
              <a:gd name="connsiteX3511" fmla="*/ 7119870 w 9408955"/>
              <a:gd name="connsiteY3511" fmla="*/ 3147713 h 4587875"/>
              <a:gd name="connsiteX3512" fmla="*/ 7155085 w 9408955"/>
              <a:gd name="connsiteY3512" fmla="*/ 3114487 h 4587875"/>
              <a:gd name="connsiteX3513" fmla="*/ 7092365 w 9408955"/>
              <a:gd name="connsiteY3513" fmla="*/ 3090653 h 4587875"/>
              <a:gd name="connsiteX3514" fmla="*/ 7102050 w 9408955"/>
              <a:gd name="connsiteY3514" fmla="*/ 3144508 h 4587875"/>
              <a:gd name="connsiteX3515" fmla="*/ 7119870 w 9408955"/>
              <a:gd name="connsiteY3515" fmla="*/ 3147713 h 4587875"/>
              <a:gd name="connsiteX3516" fmla="*/ 2706409 w 9408955"/>
              <a:gd name="connsiteY3516" fmla="*/ 3147728 h 4587875"/>
              <a:gd name="connsiteX3517" fmla="*/ 2735655 w 9408955"/>
              <a:gd name="connsiteY3517" fmla="*/ 3106039 h 4587875"/>
              <a:gd name="connsiteX3518" fmla="*/ 2670670 w 9408955"/>
              <a:gd name="connsiteY3518" fmla="*/ 3092637 h 4587875"/>
              <a:gd name="connsiteX3519" fmla="*/ 2687311 w 9408955"/>
              <a:gd name="connsiteY3519" fmla="*/ 3145551 h 4587875"/>
              <a:gd name="connsiteX3520" fmla="*/ 2706409 w 9408955"/>
              <a:gd name="connsiteY3520" fmla="*/ 3147728 h 4587875"/>
              <a:gd name="connsiteX3521" fmla="*/ 2597009 w 9408955"/>
              <a:gd name="connsiteY3521" fmla="*/ 3147728 h 4587875"/>
              <a:gd name="connsiteX3522" fmla="*/ 2612914 w 9408955"/>
              <a:gd name="connsiteY3522" fmla="*/ 3082536 h 4587875"/>
              <a:gd name="connsiteX3523" fmla="*/ 2562664 w 9408955"/>
              <a:gd name="connsiteY3523" fmla="*/ 3097404 h 4587875"/>
              <a:gd name="connsiteX3524" fmla="*/ 2597009 w 9408955"/>
              <a:gd name="connsiteY3524" fmla="*/ 3147728 h 4587875"/>
              <a:gd name="connsiteX3525" fmla="*/ 5480129 w 9408955"/>
              <a:gd name="connsiteY3525" fmla="*/ 3147772 h 4587875"/>
              <a:gd name="connsiteX3526" fmla="*/ 5509374 w 9408955"/>
              <a:gd name="connsiteY3526" fmla="*/ 3106307 h 4587875"/>
              <a:gd name="connsiteX3527" fmla="*/ 5445647 w 9408955"/>
              <a:gd name="connsiteY3527" fmla="*/ 3093666 h 4587875"/>
              <a:gd name="connsiteX3528" fmla="*/ 5461069 w 9408955"/>
              <a:gd name="connsiteY3528" fmla="*/ 3145607 h 4587875"/>
              <a:gd name="connsiteX3529" fmla="*/ 5480129 w 9408955"/>
              <a:gd name="connsiteY3529" fmla="*/ 3147772 h 4587875"/>
              <a:gd name="connsiteX3530" fmla="*/ 8046884 w 9408955"/>
              <a:gd name="connsiteY3530" fmla="*/ 3147859 h 4587875"/>
              <a:gd name="connsiteX3531" fmla="*/ 8076838 w 9408955"/>
              <a:gd name="connsiteY3531" fmla="*/ 3106472 h 4587875"/>
              <a:gd name="connsiteX3532" fmla="*/ 8014427 w 9408955"/>
              <a:gd name="connsiteY3532" fmla="*/ 3095301 h 4587875"/>
              <a:gd name="connsiteX3533" fmla="*/ 8027543 w 9408955"/>
              <a:gd name="connsiteY3533" fmla="*/ 3143859 h 4587875"/>
              <a:gd name="connsiteX3534" fmla="*/ 8046884 w 9408955"/>
              <a:gd name="connsiteY3534" fmla="*/ 3147859 h 4587875"/>
              <a:gd name="connsiteX3535" fmla="*/ 7839474 w 9408955"/>
              <a:gd name="connsiteY3535" fmla="*/ 3147865 h 4587875"/>
              <a:gd name="connsiteX3536" fmla="*/ 7874210 w 9408955"/>
              <a:gd name="connsiteY3536" fmla="*/ 3106624 h 4587875"/>
              <a:gd name="connsiteX3537" fmla="*/ 7805632 w 9408955"/>
              <a:gd name="connsiteY3537" fmla="*/ 3099943 h 4587875"/>
              <a:gd name="connsiteX3538" fmla="*/ 7819853 w 9408955"/>
              <a:gd name="connsiteY3538" fmla="*/ 3143714 h 4587875"/>
              <a:gd name="connsiteX3539" fmla="*/ 7839474 w 9408955"/>
              <a:gd name="connsiteY3539" fmla="*/ 3147865 h 4587875"/>
              <a:gd name="connsiteX3540" fmla="*/ 4758079 w 9408955"/>
              <a:gd name="connsiteY3540" fmla="*/ 3147885 h 4587875"/>
              <a:gd name="connsiteX3541" fmla="*/ 4790633 w 9408955"/>
              <a:gd name="connsiteY3541" fmla="*/ 3107488 h 4587875"/>
              <a:gd name="connsiteX3542" fmla="*/ 4723610 w 9408955"/>
              <a:gd name="connsiteY3542" fmla="*/ 3101318 h 4587875"/>
              <a:gd name="connsiteX3543" fmla="*/ 4738707 w 9408955"/>
              <a:gd name="connsiteY3543" fmla="*/ 3143597 h 4587875"/>
              <a:gd name="connsiteX3544" fmla="*/ 4758079 w 9408955"/>
              <a:gd name="connsiteY3544" fmla="*/ 3147885 h 4587875"/>
              <a:gd name="connsiteX3545" fmla="*/ 6608152 w 9408955"/>
              <a:gd name="connsiteY3545" fmla="*/ 3147923 h 4587875"/>
              <a:gd name="connsiteX3546" fmla="*/ 6638813 w 9408955"/>
              <a:gd name="connsiteY3546" fmla="*/ 3107059 h 4587875"/>
              <a:gd name="connsiteX3547" fmla="*/ 6576357 w 9408955"/>
              <a:gd name="connsiteY3547" fmla="*/ 3094554 h 4587875"/>
              <a:gd name="connsiteX3548" fmla="*/ 6588983 w 9408955"/>
              <a:gd name="connsiteY3548" fmla="*/ 3143894 h 4587875"/>
              <a:gd name="connsiteX3549" fmla="*/ 6608152 w 9408955"/>
              <a:gd name="connsiteY3549" fmla="*/ 3147923 h 4587875"/>
              <a:gd name="connsiteX3550" fmla="*/ 7740327 w 9408955"/>
              <a:gd name="connsiteY3550" fmla="*/ 3147937 h 4587875"/>
              <a:gd name="connsiteX3551" fmla="*/ 7770980 w 9408955"/>
              <a:gd name="connsiteY3551" fmla="*/ 3106537 h 4587875"/>
              <a:gd name="connsiteX3552" fmla="*/ 7701089 w 9408955"/>
              <a:gd name="connsiteY3552" fmla="*/ 3106537 h 4587875"/>
              <a:gd name="connsiteX3553" fmla="*/ 7720695 w 9408955"/>
              <a:gd name="connsiteY3553" fmla="*/ 3145607 h 4587875"/>
              <a:gd name="connsiteX3554" fmla="*/ 7740327 w 9408955"/>
              <a:gd name="connsiteY3554" fmla="*/ 3147937 h 4587875"/>
              <a:gd name="connsiteX3555" fmla="*/ 2495588 w 9408955"/>
              <a:gd name="connsiteY3555" fmla="*/ 3147994 h 4587875"/>
              <a:gd name="connsiteX3556" fmla="*/ 2529337 w 9408955"/>
              <a:gd name="connsiteY3556" fmla="*/ 3115048 h 4587875"/>
              <a:gd name="connsiteX3557" fmla="*/ 2466015 w 9408955"/>
              <a:gd name="connsiteY3557" fmla="*/ 3094706 h 4587875"/>
              <a:gd name="connsiteX3558" fmla="*/ 2478228 w 9408955"/>
              <a:gd name="connsiteY3558" fmla="*/ 3144762 h 4587875"/>
              <a:gd name="connsiteX3559" fmla="*/ 2495588 w 9408955"/>
              <a:gd name="connsiteY3559" fmla="*/ 3147994 h 4587875"/>
              <a:gd name="connsiteX3560" fmla="*/ 1365180 w 9408955"/>
              <a:gd name="connsiteY3560" fmla="*/ 3147994 h 4587875"/>
              <a:gd name="connsiteX3561" fmla="*/ 1399938 w 9408955"/>
              <a:gd name="connsiteY3561" fmla="*/ 3107514 h 4587875"/>
              <a:gd name="connsiteX3562" fmla="*/ 1336217 w 9408955"/>
              <a:gd name="connsiteY3562" fmla="*/ 3093871 h 4587875"/>
              <a:gd name="connsiteX3563" fmla="*/ 1345743 w 9408955"/>
              <a:gd name="connsiteY3563" fmla="*/ 3143667 h 4587875"/>
              <a:gd name="connsiteX3564" fmla="*/ 1365180 w 9408955"/>
              <a:gd name="connsiteY3564" fmla="*/ 3147994 h 4587875"/>
              <a:gd name="connsiteX3565" fmla="*/ 7238309 w 9408955"/>
              <a:gd name="connsiteY3565" fmla="*/ 3148012 h 4587875"/>
              <a:gd name="connsiteX3566" fmla="*/ 7243313 w 9408955"/>
              <a:gd name="connsiteY3566" fmla="*/ 3084855 h 4587875"/>
              <a:gd name="connsiteX3567" fmla="*/ 7188273 w 9408955"/>
              <a:gd name="connsiteY3567" fmla="*/ 3096526 h 4587875"/>
              <a:gd name="connsiteX3568" fmla="*/ 7201692 w 9408955"/>
              <a:gd name="connsiteY3568" fmla="*/ 3142063 h 4587875"/>
              <a:gd name="connsiteX3569" fmla="*/ 7238309 w 9408955"/>
              <a:gd name="connsiteY3569" fmla="*/ 3148012 h 4587875"/>
              <a:gd name="connsiteX3570" fmla="*/ 4533263 w 9408955"/>
              <a:gd name="connsiteY3570" fmla="*/ 3148012 h 4587875"/>
              <a:gd name="connsiteX3571" fmla="*/ 4583105 w 9408955"/>
              <a:gd name="connsiteY3571" fmla="*/ 3121858 h 4587875"/>
              <a:gd name="connsiteX3572" fmla="*/ 4530062 w 9408955"/>
              <a:gd name="connsiteY3572" fmla="*/ 3085698 h 4587875"/>
              <a:gd name="connsiteX3573" fmla="*/ 4533263 w 9408955"/>
              <a:gd name="connsiteY3573" fmla="*/ 3148012 h 4587875"/>
              <a:gd name="connsiteX3574" fmla="*/ 7017860 w 9408955"/>
              <a:gd name="connsiteY3574" fmla="*/ 3148066 h 4587875"/>
              <a:gd name="connsiteX3575" fmla="*/ 7051499 w 9408955"/>
              <a:gd name="connsiteY3575" fmla="*/ 3108099 h 4587875"/>
              <a:gd name="connsiteX3576" fmla="*/ 7005112 w 9408955"/>
              <a:gd name="connsiteY3576" fmla="*/ 3080506 h 4587875"/>
              <a:gd name="connsiteX3577" fmla="*/ 6998745 w 9408955"/>
              <a:gd name="connsiteY3577" fmla="*/ 3143740 h 4587875"/>
              <a:gd name="connsiteX3578" fmla="*/ 7017860 w 9408955"/>
              <a:gd name="connsiteY3578" fmla="*/ 3148066 h 4587875"/>
              <a:gd name="connsiteX3579" fmla="*/ 6912979 w 9408955"/>
              <a:gd name="connsiteY3579" fmla="*/ 3148091 h 4587875"/>
              <a:gd name="connsiteX3580" fmla="*/ 6948117 w 9408955"/>
              <a:gd name="connsiteY3580" fmla="*/ 3114385 h 4587875"/>
              <a:gd name="connsiteX3581" fmla="*/ 6884802 w 9408955"/>
              <a:gd name="connsiteY3581" fmla="*/ 3092680 h 4587875"/>
              <a:gd name="connsiteX3582" fmla="*/ 6895430 w 9408955"/>
              <a:gd name="connsiteY3582" fmla="*/ 3143249 h 4587875"/>
              <a:gd name="connsiteX3583" fmla="*/ 6912979 w 9408955"/>
              <a:gd name="connsiteY3583" fmla="*/ 3148091 h 4587875"/>
              <a:gd name="connsiteX3584" fmla="*/ 6501982 w 9408955"/>
              <a:gd name="connsiteY3584" fmla="*/ 3148097 h 4587875"/>
              <a:gd name="connsiteX3585" fmla="*/ 6535792 w 9408955"/>
              <a:gd name="connsiteY3585" fmla="*/ 3113572 h 4587875"/>
              <a:gd name="connsiteX3586" fmla="*/ 6473695 w 9408955"/>
              <a:gd name="connsiteY3586" fmla="*/ 3091923 h 4587875"/>
              <a:gd name="connsiteX3587" fmla="*/ 6484385 w 9408955"/>
              <a:gd name="connsiteY3587" fmla="*/ 3143743 h 4587875"/>
              <a:gd name="connsiteX3588" fmla="*/ 6501982 w 9408955"/>
              <a:gd name="connsiteY3588" fmla="*/ 3148097 h 4587875"/>
              <a:gd name="connsiteX3589" fmla="*/ 1163378 w 9408955"/>
              <a:gd name="connsiteY3589" fmla="*/ 3148112 h 4587875"/>
              <a:gd name="connsiteX3590" fmla="*/ 1194129 w 9408955"/>
              <a:gd name="connsiteY3590" fmla="*/ 3107029 h 4587875"/>
              <a:gd name="connsiteX3591" fmla="*/ 1129315 w 9408955"/>
              <a:gd name="connsiteY3591" fmla="*/ 3094456 h 4587875"/>
              <a:gd name="connsiteX3592" fmla="*/ 1143613 w 9408955"/>
              <a:gd name="connsiteY3592" fmla="*/ 3145891 h 4587875"/>
              <a:gd name="connsiteX3593" fmla="*/ 1163378 w 9408955"/>
              <a:gd name="connsiteY3593" fmla="*/ 3148112 h 4587875"/>
              <a:gd name="connsiteX3594" fmla="*/ 6812523 w 9408955"/>
              <a:gd name="connsiteY3594" fmla="*/ 3148121 h 4587875"/>
              <a:gd name="connsiteX3595" fmla="*/ 6845114 w 9408955"/>
              <a:gd name="connsiteY3595" fmla="*/ 3113585 h 4587875"/>
              <a:gd name="connsiteX3596" fmla="*/ 6785172 w 9408955"/>
              <a:gd name="connsiteY3596" fmla="*/ 3088099 h 4587875"/>
              <a:gd name="connsiteX3597" fmla="*/ 6795010 w 9408955"/>
              <a:gd name="connsiteY3597" fmla="*/ 3145558 h 4587875"/>
              <a:gd name="connsiteX3598" fmla="*/ 6812523 w 9408955"/>
              <a:gd name="connsiteY3598" fmla="*/ 3148121 h 4587875"/>
              <a:gd name="connsiteX3599" fmla="*/ 7942709 w 9408955"/>
              <a:gd name="connsiteY3599" fmla="*/ 3148182 h 4587875"/>
              <a:gd name="connsiteX3600" fmla="*/ 7974720 w 9408955"/>
              <a:gd name="connsiteY3600" fmla="*/ 3107569 h 4587875"/>
              <a:gd name="connsiteX3601" fmla="*/ 7916329 w 9408955"/>
              <a:gd name="connsiteY3601" fmla="*/ 3087169 h 4587875"/>
              <a:gd name="connsiteX3602" fmla="*/ 7923172 w 9408955"/>
              <a:gd name="connsiteY3602" fmla="*/ 3144014 h 4587875"/>
              <a:gd name="connsiteX3603" fmla="*/ 7942709 w 9408955"/>
              <a:gd name="connsiteY3603" fmla="*/ 3148182 h 4587875"/>
              <a:gd name="connsiteX3604" fmla="*/ 1466746 w 9408955"/>
              <a:gd name="connsiteY3604" fmla="*/ 3148211 h 4587875"/>
              <a:gd name="connsiteX3605" fmla="*/ 1501460 w 9408955"/>
              <a:gd name="connsiteY3605" fmla="*/ 3115021 h 4587875"/>
              <a:gd name="connsiteX3606" fmla="*/ 1438880 w 9408955"/>
              <a:gd name="connsiteY3606" fmla="*/ 3091374 h 4587875"/>
              <a:gd name="connsiteX3607" fmla="*/ 1449235 w 9408955"/>
              <a:gd name="connsiteY3607" fmla="*/ 3144125 h 4587875"/>
              <a:gd name="connsiteX3608" fmla="*/ 1466746 w 9408955"/>
              <a:gd name="connsiteY3608" fmla="*/ 3148211 h 4587875"/>
              <a:gd name="connsiteX3609" fmla="*/ 1690073 w 9408955"/>
              <a:gd name="connsiteY3609" fmla="*/ 3148235 h 4587875"/>
              <a:gd name="connsiteX3610" fmla="*/ 1698057 w 9408955"/>
              <a:gd name="connsiteY3610" fmla="*/ 3088877 h 4587875"/>
              <a:gd name="connsiteX3611" fmla="*/ 1640347 w 9408955"/>
              <a:gd name="connsiteY3611" fmla="*/ 3114803 h 4587875"/>
              <a:gd name="connsiteX3612" fmla="*/ 1690073 w 9408955"/>
              <a:gd name="connsiteY3612" fmla="*/ 3148235 h 4587875"/>
              <a:gd name="connsiteX3613" fmla="*/ 2803095 w 9408955"/>
              <a:gd name="connsiteY3613" fmla="*/ 3148261 h 4587875"/>
              <a:gd name="connsiteX3614" fmla="*/ 2839419 w 9408955"/>
              <a:gd name="connsiteY3614" fmla="*/ 3115362 h 4587875"/>
              <a:gd name="connsiteX3615" fmla="*/ 2785198 w 9408955"/>
              <a:gd name="connsiteY3615" fmla="*/ 3084808 h 4587875"/>
              <a:gd name="connsiteX3616" fmla="*/ 2785880 w 9408955"/>
              <a:gd name="connsiteY3616" fmla="*/ 3144092 h 4587875"/>
              <a:gd name="connsiteX3617" fmla="*/ 2803095 w 9408955"/>
              <a:gd name="connsiteY3617" fmla="*/ 3148261 h 4587875"/>
              <a:gd name="connsiteX3618" fmla="*/ 4652937 w 9408955"/>
              <a:gd name="connsiteY3618" fmla="*/ 3148435 h 4587875"/>
              <a:gd name="connsiteX3619" fmla="*/ 4687037 w 9408955"/>
              <a:gd name="connsiteY3619" fmla="*/ 3114493 h 4587875"/>
              <a:gd name="connsiteX3620" fmla="*/ 4624935 w 9408955"/>
              <a:gd name="connsiteY3620" fmla="*/ 3092383 h 4587875"/>
              <a:gd name="connsiteX3621" fmla="*/ 4635399 w 9408955"/>
              <a:gd name="connsiteY3621" fmla="*/ 3144203 h 4587875"/>
              <a:gd name="connsiteX3622" fmla="*/ 4652937 w 9408955"/>
              <a:gd name="connsiteY3622" fmla="*/ 3148435 h 4587875"/>
              <a:gd name="connsiteX3623" fmla="*/ 6093253 w 9408955"/>
              <a:gd name="connsiteY3623" fmla="*/ 3148503 h 4587875"/>
              <a:gd name="connsiteX3624" fmla="*/ 6125947 w 9408955"/>
              <a:gd name="connsiteY3624" fmla="*/ 3108608 h 4587875"/>
              <a:gd name="connsiteX3625" fmla="*/ 6059587 w 9408955"/>
              <a:gd name="connsiteY3625" fmla="*/ 3099649 h 4587875"/>
              <a:gd name="connsiteX3626" fmla="*/ 6073774 w 9408955"/>
              <a:gd name="connsiteY3626" fmla="*/ 3144443 h 4587875"/>
              <a:gd name="connsiteX3627" fmla="*/ 6093253 w 9408955"/>
              <a:gd name="connsiteY3627" fmla="*/ 3148503 h 4587875"/>
              <a:gd name="connsiteX3628" fmla="*/ 1983848 w 9408955"/>
              <a:gd name="connsiteY3628" fmla="*/ 3148539 h 4587875"/>
              <a:gd name="connsiteX3629" fmla="*/ 2016636 w 9408955"/>
              <a:gd name="connsiteY3629" fmla="*/ 3108975 h 4587875"/>
              <a:gd name="connsiteX3630" fmla="*/ 1957950 w 9408955"/>
              <a:gd name="connsiteY3630" fmla="*/ 3087316 h 4587875"/>
              <a:gd name="connsiteX3631" fmla="*/ 1964416 w 9408955"/>
              <a:gd name="connsiteY3631" fmla="*/ 3144542 h 4587875"/>
              <a:gd name="connsiteX3632" fmla="*/ 1983848 w 9408955"/>
              <a:gd name="connsiteY3632" fmla="*/ 3148539 h 4587875"/>
              <a:gd name="connsiteX3633" fmla="*/ 1760321 w 9408955"/>
              <a:gd name="connsiteY3633" fmla="*/ 3149136 h 4587875"/>
              <a:gd name="connsiteX3634" fmla="*/ 1809870 w 9408955"/>
              <a:gd name="connsiteY3634" fmla="*/ 3114831 h 4587875"/>
              <a:gd name="connsiteX3635" fmla="*/ 1744493 w 9408955"/>
              <a:gd name="connsiteY3635" fmla="*/ 3098606 h 4587875"/>
              <a:gd name="connsiteX3636" fmla="*/ 1760321 w 9408955"/>
              <a:gd name="connsiteY3636" fmla="*/ 3149136 h 4587875"/>
              <a:gd name="connsiteX3637" fmla="*/ 1864900 w 9408955"/>
              <a:gd name="connsiteY3637" fmla="*/ 3149370 h 4587875"/>
              <a:gd name="connsiteX3638" fmla="*/ 1914030 w 9408955"/>
              <a:gd name="connsiteY3638" fmla="*/ 3115433 h 4587875"/>
              <a:gd name="connsiteX3639" fmla="*/ 1850117 w 9408955"/>
              <a:gd name="connsiteY3639" fmla="*/ 3092731 h 4587875"/>
              <a:gd name="connsiteX3640" fmla="*/ 1864900 w 9408955"/>
              <a:gd name="connsiteY3640" fmla="*/ 3149370 h 4587875"/>
              <a:gd name="connsiteX3641" fmla="*/ 4359040 w 9408955"/>
              <a:gd name="connsiteY3641" fmla="*/ 3149371 h 4587875"/>
              <a:gd name="connsiteX3642" fmla="*/ 4373260 w 9408955"/>
              <a:gd name="connsiteY3642" fmla="*/ 3093495 h 4587875"/>
              <a:gd name="connsiteX3643" fmla="*/ 4309040 w 9408955"/>
              <a:gd name="connsiteY3643" fmla="*/ 3114933 h 4587875"/>
              <a:gd name="connsiteX3644" fmla="*/ 4359040 w 9408955"/>
              <a:gd name="connsiteY3644" fmla="*/ 3149371 h 4587875"/>
              <a:gd name="connsiteX3645" fmla="*/ 7412689 w 9408955"/>
              <a:gd name="connsiteY3645" fmla="*/ 3149599 h 4587875"/>
              <a:gd name="connsiteX3646" fmla="*/ 7452848 w 9408955"/>
              <a:gd name="connsiteY3646" fmla="*/ 3138647 h 4587875"/>
              <a:gd name="connsiteX3647" fmla="*/ 7444862 w 9408955"/>
              <a:gd name="connsiteY3647" fmla="*/ 3083429 h 4587875"/>
              <a:gd name="connsiteX3648" fmla="*/ 7395576 w 9408955"/>
              <a:gd name="connsiteY3648" fmla="*/ 3107387 h 4587875"/>
              <a:gd name="connsiteX3649" fmla="*/ 7412689 w 9408955"/>
              <a:gd name="connsiteY3649" fmla="*/ 3149599 h 4587875"/>
              <a:gd name="connsiteX3650" fmla="*/ 6208168 w 9408955"/>
              <a:gd name="connsiteY3650" fmla="*/ 3149599 h 4587875"/>
              <a:gd name="connsiteX3651" fmla="*/ 6224359 w 9408955"/>
              <a:gd name="connsiteY3651" fmla="*/ 3097447 h 4587875"/>
              <a:gd name="connsiteX3652" fmla="*/ 6158684 w 9408955"/>
              <a:gd name="connsiteY3652" fmla="*/ 3114368 h 4587875"/>
              <a:gd name="connsiteX3653" fmla="*/ 6208168 w 9408955"/>
              <a:gd name="connsiteY3653" fmla="*/ 3149599 h 4587875"/>
              <a:gd name="connsiteX3654" fmla="*/ 7545678 w 9408955"/>
              <a:gd name="connsiteY3654" fmla="*/ 3249051 h 4587875"/>
              <a:gd name="connsiteX3655" fmla="*/ 7564691 w 9408955"/>
              <a:gd name="connsiteY3655" fmla="*/ 3225177 h 4587875"/>
              <a:gd name="connsiteX3656" fmla="*/ 7519995 w 9408955"/>
              <a:gd name="connsiteY3656" fmla="*/ 3183786 h 4587875"/>
              <a:gd name="connsiteX3657" fmla="*/ 7514522 w 9408955"/>
              <a:gd name="connsiteY3657" fmla="*/ 3248994 h 4587875"/>
              <a:gd name="connsiteX3658" fmla="*/ 7545678 w 9408955"/>
              <a:gd name="connsiteY3658" fmla="*/ 3249051 h 4587875"/>
              <a:gd name="connsiteX3659" fmla="*/ 4348195 w 9408955"/>
              <a:gd name="connsiteY3659" fmla="*/ 3249259 h 4587875"/>
              <a:gd name="connsiteX3660" fmla="*/ 4377015 w 9408955"/>
              <a:gd name="connsiteY3660" fmla="*/ 3210246 h 4587875"/>
              <a:gd name="connsiteX3661" fmla="*/ 4316055 w 9408955"/>
              <a:gd name="connsiteY3661" fmla="*/ 3198876 h 4587875"/>
              <a:gd name="connsiteX3662" fmla="*/ 4330613 w 9408955"/>
              <a:gd name="connsiteY3662" fmla="*/ 3245493 h 4587875"/>
              <a:gd name="connsiteX3663" fmla="*/ 4348195 w 9408955"/>
              <a:gd name="connsiteY3663" fmla="*/ 3249259 h 4587875"/>
              <a:gd name="connsiteX3664" fmla="*/ 6510274 w 9408955"/>
              <a:gd name="connsiteY3664" fmla="*/ 3249772 h 4587875"/>
              <a:gd name="connsiteX3665" fmla="*/ 6529652 w 9408955"/>
              <a:gd name="connsiteY3665" fmla="*/ 3243780 h 4587875"/>
              <a:gd name="connsiteX3666" fmla="*/ 6529424 w 9408955"/>
              <a:gd name="connsiteY3666" fmla="*/ 3194827 h 4587875"/>
              <a:gd name="connsiteX3667" fmla="*/ 6468472 w 9408955"/>
              <a:gd name="connsiteY3667" fmla="*/ 3219191 h 4587875"/>
              <a:gd name="connsiteX3668" fmla="*/ 6510274 w 9408955"/>
              <a:gd name="connsiteY3668" fmla="*/ 3249772 h 4587875"/>
              <a:gd name="connsiteX3669" fmla="*/ 2695748 w 9408955"/>
              <a:gd name="connsiteY3669" fmla="*/ 3250534 h 4587875"/>
              <a:gd name="connsiteX3670" fmla="*/ 2731318 w 9408955"/>
              <a:gd name="connsiteY3670" fmla="*/ 3197835 h 4587875"/>
              <a:gd name="connsiteX3671" fmla="*/ 2665258 w 9408955"/>
              <a:gd name="connsiteY3671" fmla="*/ 3211179 h 4587875"/>
              <a:gd name="connsiteX3672" fmla="*/ 2695748 w 9408955"/>
              <a:gd name="connsiteY3672" fmla="*/ 3250534 h 4587875"/>
              <a:gd name="connsiteX3673" fmla="*/ 6709763 w 9408955"/>
              <a:gd name="connsiteY3673" fmla="*/ 3250548 h 4587875"/>
              <a:gd name="connsiteX3674" fmla="*/ 6734995 w 9408955"/>
              <a:gd name="connsiteY3674" fmla="*/ 3239407 h 4587875"/>
              <a:gd name="connsiteX3675" fmla="*/ 6698647 w 9408955"/>
              <a:gd name="connsiteY3675" fmla="*/ 3183617 h 4587875"/>
              <a:gd name="connsiteX3676" fmla="*/ 6681959 w 9408955"/>
              <a:gd name="connsiteY3676" fmla="*/ 3244169 h 4587875"/>
              <a:gd name="connsiteX3677" fmla="*/ 6709763 w 9408955"/>
              <a:gd name="connsiteY3677" fmla="*/ 3250548 h 4587875"/>
              <a:gd name="connsiteX3678" fmla="*/ 7123194 w 9408955"/>
              <a:gd name="connsiteY3678" fmla="*/ 3250606 h 4587875"/>
              <a:gd name="connsiteX3679" fmla="*/ 7153018 w 9408955"/>
              <a:gd name="connsiteY3679" fmla="*/ 3206499 h 4587875"/>
              <a:gd name="connsiteX3680" fmla="*/ 7092228 w 9408955"/>
              <a:gd name="connsiteY3680" fmla="*/ 3195024 h 4587875"/>
              <a:gd name="connsiteX3681" fmla="*/ 7103197 w 9408955"/>
              <a:gd name="connsiteY3681" fmla="*/ 3247674 h 4587875"/>
              <a:gd name="connsiteX3682" fmla="*/ 7123194 w 9408955"/>
              <a:gd name="connsiteY3682" fmla="*/ 3250606 h 4587875"/>
              <a:gd name="connsiteX3683" fmla="*/ 1986149 w 9408955"/>
              <a:gd name="connsiteY3683" fmla="*/ 3250669 h 4587875"/>
              <a:gd name="connsiteX3684" fmla="*/ 2012206 w 9408955"/>
              <a:gd name="connsiteY3684" fmla="*/ 3201162 h 4587875"/>
              <a:gd name="connsiteX3685" fmla="*/ 1945584 w 9408955"/>
              <a:gd name="connsiteY3685" fmla="*/ 3211317 h 4587875"/>
              <a:gd name="connsiteX3686" fmla="*/ 1964911 w 9408955"/>
              <a:gd name="connsiteY3686" fmla="*/ 3246748 h 4587875"/>
              <a:gd name="connsiteX3687" fmla="*/ 1986149 w 9408955"/>
              <a:gd name="connsiteY3687" fmla="*/ 3250669 h 4587875"/>
              <a:gd name="connsiteX3688" fmla="*/ 5683563 w 9408955"/>
              <a:gd name="connsiteY3688" fmla="*/ 3250702 h 4587875"/>
              <a:gd name="connsiteX3689" fmla="*/ 5716551 w 9408955"/>
              <a:gd name="connsiteY3689" fmla="*/ 3210909 h 4587875"/>
              <a:gd name="connsiteX3690" fmla="*/ 5649659 w 9408955"/>
              <a:gd name="connsiteY3690" fmla="*/ 3198109 h 4587875"/>
              <a:gd name="connsiteX3691" fmla="*/ 5664652 w 9408955"/>
              <a:gd name="connsiteY3691" fmla="*/ 3247937 h 4587875"/>
              <a:gd name="connsiteX3692" fmla="*/ 5683563 w 9408955"/>
              <a:gd name="connsiteY3692" fmla="*/ 3250702 h 4587875"/>
              <a:gd name="connsiteX3693" fmla="*/ 6805092 w 9408955"/>
              <a:gd name="connsiteY3693" fmla="*/ 3250716 h 4587875"/>
              <a:gd name="connsiteX3694" fmla="*/ 6845103 w 9408955"/>
              <a:gd name="connsiteY3694" fmla="*/ 3211257 h 4587875"/>
              <a:gd name="connsiteX3695" fmla="*/ 6795946 w 9408955"/>
              <a:gd name="connsiteY3695" fmla="*/ 3186167 h 4587875"/>
              <a:gd name="connsiteX3696" fmla="*/ 6805092 w 9408955"/>
              <a:gd name="connsiteY3696" fmla="*/ 3250716 h 4587875"/>
              <a:gd name="connsiteX3697" fmla="*/ 5175651 w 9408955"/>
              <a:gd name="connsiteY3697" fmla="*/ 3250799 h 4587875"/>
              <a:gd name="connsiteX3698" fmla="*/ 5198958 w 9408955"/>
              <a:gd name="connsiteY3698" fmla="*/ 3204182 h 4587875"/>
              <a:gd name="connsiteX3699" fmla="*/ 5135143 w 9408955"/>
              <a:gd name="connsiteY3699" fmla="*/ 3203726 h 4587875"/>
              <a:gd name="connsiteX3700" fmla="*/ 5156339 w 9408955"/>
              <a:gd name="connsiteY3700" fmla="*/ 3249553 h 4587875"/>
              <a:gd name="connsiteX3701" fmla="*/ 5175651 w 9408955"/>
              <a:gd name="connsiteY3701" fmla="*/ 3250799 h 4587875"/>
              <a:gd name="connsiteX3702" fmla="*/ 6394579 w 9408955"/>
              <a:gd name="connsiteY3702" fmla="*/ 3250931 h 4587875"/>
              <a:gd name="connsiteX3703" fmla="*/ 6432978 w 9408955"/>
              <a:gd name="connsiteY3703" fmla="*/ 3204045 h 4587875"/>
              <a:gd name="connsiteX3704" fmla="*/ 6367379 w 9408955"/>
              <a:gd name="connsiteY3704" fmla="*/ 3203816 h 4587875"/>
              <a:gd name="connsiteX3705" fmla="*/ 6394579 w 9408955"/>
              <a:gd name="connsiteY3705" fmla="*/ 3250931 h 4587875"/>
              <a:gd name="connsiteX3706" fmla="*/ 4955009 w 9408955"/>
              <a:gd name="connsiteY3706" fmla="*/ 3250963 h 4587875"/>
              <a:gd name="connsiteX3707" fmla="*/ 4996852 w 9408955"/>
              <a:gd name="connsiteY3707" fmla="*/ 3219127 h 4587875"/>
              <a:gd name="connsiteX3708" fmla="*/ 4935558 w 9408955"/>
              <a:gd name="connsiteY3708" fmla="*/ 3192749 h 4587875"/>
              <a:gd name="connsiteX3709" fmla="*/ 4955009 w 9408955"/>
              <a:gd name="connsiteY3709" fmla="*/ 3250963 h 4587875"/>
              <a:gd name="connsiteX3710" fmla="*/ 1887071 w 9408955"/>
              <a:gd name="connsiteY3710" fmla="*/ 3250996 h 4587875"/>
              <a:gd name="connsiteX3711" fmla="*/ 1911974 w 9408955"/>
              <a:gd name="connsiteY3711" fmla="*/ 3203811 h 4587875"/>
              <a:gd name="connsiteX3712" fmla="*/ 1846607 w 9408955"/>
              <a:gd name="connsiteY3712" fmla="*/ 3203582 h 4587875"/>
              <a:gd name="connsiteX3713" fmla="*/ 1866544 w 9408955"/>
              <a:gd name="connsiteY3713" fmla="*/ 3249753 h 4587875"/>
              <a:gd name="connsiteX3714" fmla="*/ 1887071 w 9408955"/>
              <a:gd name="connsiteY3714" fmla="*/ 3250996 h 4587875"/>
              <a:gd name="connsiteX3715" fmla="*/ 5364669 w 9408955"/>
              <a:gd name="connsiteY3715" fmla="*/ 3251083 h 4587875"/>
              <a:gd name="connsiteX3716" fmla="*/ 5393936 w 9408955"/>
              <a:gd name="connsiteY3716" fmla="*/ 3188291 h 4587875"/>
              <a:gd name="connsiteX3717" fmla="*/ 5337016 w 9408955"/>
              <a:gd name="connsiteY3717" fmla="*/ 3202041 h 4587875"/>
              <a:gd name="connsiteX3718" fmla="*/ 5364669 w 9408955"/>
              <a:gd name="connsiteY3718" fmla="*/ 3251083 h 4587875"/>
              <a:gd name="connsiteX3719" fmla="*/ 6196342 w 9408955"/>
              <a:gd name="connsiteY3719" fmla="*/ 3251141 h 4587875"/>
              <a:gd name="connsiteX3720" fmla="*/ 6228025 w 9408955"/>
              <a:gd name="connsiteY3720" fmla="*/ 3211249 h 4587875"/>
              <a:gd name="connsiteX3721" fmla="*/ 6176032 w 9408955"/>
              <a:gd name="connsiteY3721" fmla="*/ 3186393 h 4587875"/>
              <a:gd name="connsiteX3722" fmla="*/ 6177857 w 9408955"/>
              <a:gd name="connsiteY3722" fmla="*/ 3248875 h 4587875"/>
              <a:gd name="connsiteX3723" fmla="*/ 6196342 w 9408955"/>
              <a:gd name="connsiteY3723" fmla="*/ 3251141 h 4587875"/>
              <a:gd name="connsiteX3724" fmla="*/ 2809391 w 9408955"/>
              <a:gd name="connsiteY3724" fmla="*/ 3251151 h 4587875"/>
              <a:gd name="connsiteX3725" fmla="*/ 2837838 w 9408955"/>
              <a:gd name="connsiteY3725" fmla="*/ 3211719 h 4587875"/>
              <a:gd name="connsiteX3726" fmla="*/ 2771538 w 9408955"/>
              <a:gd name="connsiteY3726" fmla="*/ 3201004 h 4587875"/>
              <a:gd name="connsiteX3727" fmla="*/ 2791720 w 9408955"/>
              <a:gd name="connsiteY3727" fmla="*/ 3249334 h 4587875"/>
              <a:gd name="connsiteX3728" fmla="*/ 2809391 w 9408955"/>
              <a:gd name="connsiteY3728" fmla="*/ 3251151 h 4587875"/>
              <a:gd name="connsiteX3729" fmla="*/ 7742204 w 9408955"/>
              <a:gd name="connsiteY3729" fmla="*/ 3251207 h 4587875"/>
              <a:gd name="connsiteX3730" fmla="*/ 7769007 w 9408955"/>
              <a:gd name="connsiteY3730" fmla="*/ 3203791 h 4587875"/>
              <a:gd name="connsiteX3731" fmla="*/ 7708817 w 9408955"/>
              <a:gd name="connsiteY3731" fmla="*/ 3192589 h 4587875"/>
              <a:gd name="connsiteX3732" fmla="*/ 7722269 w 9408955"/>
              <a:gd name="connsiteY3732" fmla="*/ 3248825 h 4587875"/>
              <a:gd name="connsiteX3733" fmla="*/ 7742204 w 9408955"/>
              <a:gd name="connsiteY3733" fmla="*/ 3251207 h 4587875"/>
              <a:gd name="connsiteX3734" fmla="*/ 7014863 w 9408955"/>
              <a:gd name="connsiteY3734" fmla="*/ 3251229 h 4587875"/>
              <a:gd name="connsiteX3735" fmla="*/ 7050355 w 9408955"/>
              <a:gd name="connsiteY3735" fmla="*/ 3225540 h 4587875"/>
              <a:gd name="connsiteX3736" fmla="*/ 7004425 w 9408955"/>
              <a:gd name="connsiteY3736" fmla="*/ 3184157 h 4587875"/>
              <a:gd name="connsiteX3737" fmla="*/ 6999650 w 9408955"/>
              <a:gd name="connsiteY3737" fmla="*/ 3247261 h 4587875"/>
              <a:gd name="connsiteX3738" fmla="*/ 7014863 w 9408955"/>
              <a:gd name="connsiteY3738" fmla="*/ 3251229 h 4587875"/>
              <a:gd name="connsiteX3739" fmla="*/ 7433900 w 9408955"/>
              <a:gd name="connsiteY3739" fmla="*/ 3251231 h 4587875"/>
              <a:gd name="connsiteX3740" fmla="*/ 7460027 w 9408955"/>
              <a:gd name="connsiteY3740" fmla="*/ 3211012 h 4587875"/>
              <a:gd name="connsiteX3741" fmla="*/ 7398619 w 9408955"/>
              <a:gd name="connsiteY3741" fmla="*/ 3196116 h 4587875"/>
              <a:gd name="connsiteX3742" fmla="*/ 7416324 w 9408955"/>
              <a:gd name="connsiteY3742" fmla="*/ 3249741 h 4587875"/>
              <a:gd name="connsiteX3743" fmla="*/ 7433900 w 9408955"/>
              <a:gd name="connsiteY3743" fmla="*/ 3251231 h 4587875"/>
              <a:gd name="connsiteX3744" fmla="*/ 5788627 w 9408955"/>
              <a:gd name="connsiteY3744" fmla="*/ 3251311 h 4587875"/>
              <a:gd name="connsiteX3745" fmla="*/ 5815567 w 9408955"/>
              <a:gd name="connsiteY3745" fmla="*/ 3204630 h 4587875"/>
              <a:gd name="connsiteX3746" fmla="*/ 5756987 w 9408955"/>
              <a:gd name="connsiteY3746" fmla="*/ 3192775 h 4587875"/>
              <a:gd name="connsiteX3747" fmla="*/ 5768296 w 9408955"/>
              <a:gd name="connsiteY3747" fmla="*/ 3248177 h 4587875"/>
              <a:gd name="connsiteX3748" fmla="*/ 5788627 w 9408955"/>
              <a:gd name="connsiteY3748" fmla="*/ 3251311 h 4587875"/>
              <a:gd name="connsiteX3749" fmla="*/ 1059532 w 9408955"/>
              <a:gd name="connsiteY3749" fmla="*/ 3251322 h 4587875"/>
              <a:gd name="connsiteX3750" fmla="*/ 1090178 w 9408955"/>
              <a:gd name="connsiteY3750" fmla="*/ 3211314 h 4587875"/>
              <a:gd name="connsiteX3751" fmla="*/ 1029404 w 9408955"/>
              <a:gd name="connsiteY3751" fmla="*/ 3194393 h 4587875"/>
              <a:gd name="connsiteX3752" fmla="*/ 1040741 w 9408955"/>
              <a:gd name="connsiteY3752" fmla="*/ 3247638 h 4587875"/>
              <a:gd name="connsiteX3753" fmla="*/ 1059532 w 9408955"/>
              <a:gd name="connsiteY3753" fmla="*/ 3251322 h 4587875"/>
              <a:gd name="connsiteX3754" fmla="*/ 8047698 w 9408955"/>
              <a:gd name="connsiteY3754" fmla="*/ 3251350 h 4587875"/>
              <a:gd name="connsiteX3755" fmla="*/ 8078102 w 9408955"/>
              <a:gd name="connsiteY3755" fmla="*/ 3210878 h 4587875"/>
              <a:gd name="connsiteX3756" fmla="*/ 8033020 w 9408955"/>
              <a:gd name="connsiteY3756" fmla="*/ 3184941 h 4587875"/>
              <a:gd name="connsiteX3757" fmla="*/ 8028650 w 9408955"/>
              <a:gd name="connsiteY3757" fmla="*/ 3248094 h 4587875"/>
              <a:gd name="connsiteX3758" fmla="*/ 8047698 w 9408955"/>
              <a:gd name="connsiteY3758" fmla="*/ 3251350 h 4587875"/>
              <a:gd name="connsiteX3759" fmla="*/ 5062663 w 9408955"/>
              <a:gd name="connsiteY3759" fmla="*/ 3251490 h 4587875"/>
              <a:gd name="connsiteX3760" fmla="*/ 5097794 w 9408955"/>
              <a:gd name="connsiteY3760" fmla="*/ 3218769 h 4587875"/>
              <a:gd name="connsiteX3761" fmla="*/ 5051248 w 9408955"/>
              <a:gd name="connsiteY3761" fmla="*/ 3185204 h 4587875"/>
              <a:gd name="connsiteX3762" fmla="*/ 5045627 w 9408955"/>
              <a:gd name="connsiteY3762" fmla="*/ 3245529 h 4587875"/>
              <a:gd name="connsiteX3763" fmla="*/ 5062663 w 9408955"/>
              <a:gd name="connsiteY3763" fmla="*/ 3251490 h 4587875"/>
              <a:gd name="connsiteX3764" fmla="*/ 2397516 w 9408955"/>
              <a:gd name="connsiteY3764" fmla="*/ 3251515 h 4587875"/>
              <a:gd name="connsiteX3765" fmla="*/ 2424773 w 9408955"/>
              <a:gd name="connsiteY3765" fmla="*/ 3219138 h 4587875"/>
              <a:gd name="connsiteX3766" fmla="*/ 2381446 w 9408955"/>
              <a:gd name="connsiteY3766" fmla="*/ 3184176 h 4587875"/>
              <a:gd name="connsiteX3767" fmla="*/ 2382124 w 9408955"/>
              <a:gd name="connsiteY3767" fmla="*/ 3249959 h 4587875"/>
              <a:gd name="connsiteX3768" fmla="*/ 2397516 w 9408955"/>
              <a:gd name="connsiteY3768" fmla="*/ 3251515 h 4587875"/>
              <a:gd name="connsiteX3769" fmla="*/ 2088417 w 9408955"/>
              <a:gd name="connsiteY3769" fmla="*/ 3251553 h 4587875"/>
              <a:gd name="connsiteX3770" fmla="*/ 2119448 w 9408955"/>
              <a:gd name="connsiteY3770" fmla="*/ 3211473 h 4587875"/>
              <a:gd name="connsiteX3771" fmla="*/ 2067868 w 9408955"/>
              <a:gd name="connsiteY3771" fmla="*/ 3186391 h 4587875"/>
              <a:gd name="connsiteX3772" fmla="*/ 2069932 w 9408955"/>
              <a:gd name="connsiteY3772" fmla="*/ 3248411 h 4587875"/>
              <a:gd name="connsiteX3773" fmla="*/ 2088417 w 9408955"/>
              <a:gd name="connsiteY3773" fmla="*/ 3251553 h 4587875"/>
              <a:gd name="connsiteX3774" fmla="*/ 1163108 w 9408955"/>
              <a:gd name="connsiteY3774" fmla="*/ 3251564 h 4587875"/>
              <a:gd name="connsiteX3775" fmla="*/ 1193744 w 9408955"/>
              <a:gd name="connsiteY3775" fmla="*/ 3211870 h 4587875"/>
              <a:gd name="connsiteX3776" fmla="*/ 1141922 w 9408955"/>
              <a:gd name="connsiteY3776" fmla="*/ 3187216 h 4587875"/>
              <a:gd name="connsiteX3777" fmla="*/ 1144443 w 9408955"/>
              <a:gd name="connsiteY3777" fmla="*/ 3248284 h 4587875"/>
              <a:gd name="connsiteX3778" fmla="*/ 1163108 w 9408955"/>
              <a:gd name="connsiteY3778" fmla="*/ 3251564 h 4587875"/>
              <a:gd name="connsiteX3779" fmla="*/ 1372384 w 9408955"/>
              <a:gd name="connsiteY3779" fmla="*/ 3251565 h 4587875"/>
              <a:gd name="connsiteX3780" fmla="*/ 1400839 w 9408955"/>
              <a:gd name="connsiteY3780" fmla="*/ 3210023 h 4587875"/>
              <a:gd name="connsiteX3781" fmla="*/ 1336041 w 9408955"/>
              <a:gd name="connsiteY3781" fmla="*/ 3196827 h 4587875"/>
              <a:gd name="connsiteX3782" fmla="*/ 1354232 w 9408955"/>
              <a:gd name="connsiteY3782" fmla="*/ 3249149 h 4587875"/>
              <a:gd name="connsiteX3783" fmla="*/ 1372384 w 9408955"/>
              <a:gd name="connsiteY3783" fmla="*/ 3251565 h 4587875"/>
              <a:gd name="connsiteX3784" fmla="*/ 7226085 w 9408955"/>
              <a:gd name="connsiteY3784" fmla="*/ 3251567 h 4587875"/>
              <a:gd name="connsiteX3785" fmla="*/ 7255224 w 9408955"/>
              <a:gd name="connsiteY3785" fmla="*/ 3211511 h 4587875"/>
              <a:gd name="connsiteX3786" fmla="*/ 7190050 w 9408955"/>
              <a:gd name="connsiteY3786" fmla="*/ 3203574 h 4587875"/>
              <a:gd name="connsiteX3787" fmla="*/ 7207804 w 9408955"/>
              <a:gd name="connsiteY3787" fmla="*/ 3248478 h 4587875"/>
              <a:gd name="connsiteX3788" fmla="*/ 7226085 w 9408955"/>
              <a:gd name="connsiteY3788" fmla="*/ 3251567 h 4587875"/>
              <a:gd name="connsiteX3789" fmla="*/ 5990105 w 9408955"/>
              <a:gd name="connsiteY3789" fmla="*/ 3251585 h 4587875"/>
              <a:gd name="connsiteX3790" fmla="*/ 6022798 w 9408955"/>
              <a:gd name="connsiteY3790" fmla="*/ 3210768 h 4587875"/>
              <a:gd name="connsiteX3791" fmla="*/ 5960014 w 9408955"/>
              <a:gd name="connsiteY3791" fmla="*/ 3197940 h 4587875"/>
              <a:gd name="connsiteX3792" fmla="*/ 5970933 w 9408955"/>
              <a:gd name="connsiteY3792" fmla="*/ 3246276 h 4587875"/>
              <a:gd name="connsiteX3793" fmla="*/ 5990105 w 9408955"/>
              <a:gd name="connsiteY3793" fmla="*/ 3251585 h 4587875"/>
              <a:gd name="connsiteX3794" fmla="*/ 6289927 w 9408955"/>
              <a:gd name="connsiteY3794" fmla="*/ 3251603 h 4587875"/>
              <a:gd name="connsiteX3795" fmla="*/ 6330050 w 9408955"/>
              <a:gd name="connsiteY3795" fmla="*/ 3204031 h 4587875"/>
              <a:gd name="connsiteX3796" fmla="*/ 6265990 w 9408955"/>
              <a:gd name="connsiteY3796" fmla="*/ 3198542 h 4587875"/>
              <a:gd name="connsiteX3797" fmla="*/ 6289927 w 9408955"/>
              <a:gd name="connsiteY3797" fmla="*/ 3251603 h 4587875"/>
              <a:gd name="connsiteX3798" fmla="*/ 1775826 w 9408955"/>
              <a:gd name="connsiteY3798" fmla="*/ 3251611 h 4587875"/>
              <a:gd name="connsiteX3799" fmla="*/ 1808858 w 9408955"/>
              <a:gd name="connsiteY3799" fmla="*/ 3211448 h 4587875"/>
              <a:gd name="connsiteX3800" fmla="*/ 1746190 w 9408955"/>
              <a:gd name="connsiteY3800" fmla="*/ 3197944 h 4587875"/>
              <a:gd name="connsiteX3801" fmla="*/ 1756559 w 9408955"/>
              <a:gd name="connsiteY3801" fmla="*/ 3246108 h 4587875"/>
              <a:gd name="connsiteX3802" fmla="*/ 1775826 w 9408955"/>
              <a:gd name="connsiteY3802" fmla="*/ 3251611 h 4587875"/>
              <a:gd name="connsiteX3803" fmla="*/ 5879881 w 9408955"/>
              <a:gd name="connsiteY3803" fmla="*/ 3251612 h 4587875"/>
              <a:gd name="connsiteX3804" fmla="*/ 5917894 w 9408955"/>
              <a:gd name="connsiteY3804" fmla="*/ 3204864 h 4587875"/>
              <a:gd name="connsiteX3805" fmla="*/ 5860537 w 9408955"/>
              <a:gd name="connsiteY3805" fmla="*/ 3193690 h 4587875"/>
              <a:gd name="connsiteX3806" fmla="*/ 5879881 w 9408955"/>
              <a:gd name="connsiteY3806" fmla="*/ 3251612 h 4587875"/>
              <a:gd name="connsiteX3807" fmla="*/ 2601403 w 9408955"/>
              <a:gd name="connsiteY3807" fmla="*/ 3251648 h 4587875"/>
              <a:gd name="connsiteX3808" fmla="*/ 2631375 w 9408955"/>
              <a:gd name="connsiteY3808" fmla="*/ 3212055 h 4587875"/>
              <a:gd name="connsiteX3809" fmla="*/ 2589650 w 9408955"/>
              <a:gd name="connsiteY3809" fmla="*/ 3183855 h 4587875"/>
              <a:gd name="connsiteX3810" fmla="*/ 2583529 w 9408955"/>
              <a:gd name="connsiteY3810" fmla="*/ 3248898 h 4587875"/>
              <a:gd name="connsiteX3811" fmla="*/ 2601403 w 9408955"/>
              <a:gd name="connsiteY3811" fmla="*/ 3251648 h 4587875"/>
              <a:gd name="connsiteX3812" fmla="*/ 4859500 w 9408955"/>
              <a:gd name="connsiteY3812" fmla="*/ 3251650 h 4587875"/>
              <a:gd name="connsiteX3813" fmla="*/ 4892947 w 9408955"/>
              <a:gd name="connsiteY3813" fmla="*/ 3218769 h 4587875"/>
              <a:gd name="connsiteX3814" fmla="*/ 4841410 w 9408955"/>
              <a:gd name="connsiteY3814" fmla="*/ 3186565 h 4587875"/>
              <a:gd name="connsiteX3815" fmla="*/ 4842778 w 9408955"/>
              <a:gd name="connsiteY3815" fmla="*/ 3248251 h 4587875"/>
              <a:gd name="connsiteX3816" fmla="*/ 4859500 w 9408955"/>
              <a:gd name="connsiteY3816" fmla="*/ 3251650 h 4587875"/>
              <a:gd name="connsiteX3817" fmla="*/ 5584436 w 9408955"/>
              <a:gd name="connsiteY3817" fmla="*/ 3251666 h 4587875"/>
              <a:gd name="connsiteX3818" fmla="*/ 5612788 w 9408955"/>
              <a:gd name="connsiteY3818" fmla="*/ 3211323 h 4587875"/>
              <a:gd name="connsiteX3819" fmla="*/ 5546340 w 9408955"/>
              <a:gd name="connsiteY3819" fmla="*/ 3201159 h 4587875"/>
              <a:gd name="connsiteX3820" fmla="*/ 5566524 w 9408955"/>
              <a:gd name="connsiteY3820" fmla="*/ 3250360 h 4587875"/>
              <a:gd name="connsiteX3821" fmla="*/ 5584436 w 9408955"/>
              <a:gd name="connsiteY3821" fmla="*/ 3251666 h 4587875"/>
              <a:gd name="connsiteX3822" fmla="*/ 7636481 w 9408955"/>
              <a:gd name="connsiteY3822" fmla="*/ 3251679 h 4587875"/>
              <a:gd name="connsiteX3823" fmla="*/ 7667932 w 9408955"/>
              <a:gd name="connsiteY3823" fmla="*/ 3212503 h 4587875"/>
              <a:gd name="connsiteX3824" fmla="*/ 7600317 w 9408955"/>
              <a:gd name="connsiteY3824" fmla="*/ 3204733 h 4587875"/>
              <a:gd name="connsiteX3825" fmla="*/ 7618408 w 9408955"/>
              <a:gd name="connsiteY3825" fmla="*/ 3248383 h 4587875"/>
              <a:gd name="connsiteX3826" fmla="*/ 7636481 w 9408955"/>
              <a:gd name="connsiteY3826" fmla="*/ 3251679 h 4587875"/>
              <a:gd name="connsiteX3827" fmla="*/ 2499150 w 9408955"/>
              <a:gd name="connsiteY3827" fmla="*/ 3251681 h 4587875"/>
              <a:gd name="connsiteX3828" fmla="*/ 2529330 w 9408955"/>
              <a:gd name="connsiteY3828" fmla="*/ 3211259 h 4587875"/>
              <a:gd name="connsiteX3829" fmla="*/ 2465599 w 9408955"/>
              <a:gd name="connsiteY3829" fmla="*/ 3198722 h 4587875"/>
              <a:gd name="connsiteX3830" fmla="*/ 2480334 w 9408955"/>
              <a:gd name="connsiteY3830" fmla="*/ 3248415 h 4587875"/>
              <a:gd name="connsiteX3831" fmla="*/ 2499150 w 9408955"/>
              <a:gd name="connsiteY3831" fmla="*/ 3251681 h 4587875"/>
              <a:gd name="connsiteX3832" fmla="*/ 1469520 w 9408955"/>
              <a:gd name="connsiteY3832" fmla="*/ 3251756 h 4587875"/>
              <a:gd name="connsiteX3833" fmla="*/ 1499993 w 9408955"/>
              <a:gd name="connsiteY3833" fmla="*/ 3211353 h 4587875"/>
              <a:gd name="connsiteX3834" fmla="*/ 1439336 w 9408955"/>
              <a:gd name="connsiteY3834" fmla="*/ 3194211 h 4587875"/>
              <a:gd name="connsiteX3835" fmla="*/ 1450610 w 9408955"/>
              <a:gd name="connsiteY3835" fmla="*/ 3248153 h 4587875"/>
              <a:gd name="connsiteX3836" fmla="*/ 1469520 w 9408955"/>
              <a:gd name="connsiteY3836" fmla="*/ 3251756 h 4587875"/>
              <a:gd name="connsiteX3837" fmla="*/ 1255810 w 9408955"/>
              <a:gd name="connsiteY3837" fmla="*/ 3251757 h 4587875"/>
              <a:gd name="connsiteX3838" fmla="*/ 1292186 w 9408955"/>
              <a:gd name="connsiteY3838" fmla="*/ 3197542 h 4587875"/>
              <a:gd name="connsiteX3839" fmla="*/ 1226475 w 9408955"/>
              <a:gd name="connsiteY3839" fmla="*/ 3211211 h 4587875"/>
              <a:gd name="connsiteX3840" fmla="*/ 1255810 w 9408955"/>
              <a:gd name="connsiteY3840" fmla="*/ 3251757 h 4587875"/>
              <a:gd name="connsiteX3841" fmla="*/ 6907273 w 9408955"/>
              <a:gd name="connsiteY3841" fmla="*/ 3251768 h 4587875"/>
              <a:gd name="connsiteX3842" fmla="*/ 6949688 w 9408955"/>
              <a:gd name="connsiteY3842" fmla="*/ 3202053 h 4587875"/>
              <a:gd name="connsiteX3843" fmla="*/ 6893363 w 9408955"/>
              <a:gd name="connsiteY3843" fmla="*/ 3187023 h 4587875"/>
              <a:gd name="connsiteX3844" fmla="*/ 6907273 w 9408955"/>
              <a:gd name="connsiteY3844" fmla="*/ 3251768 h 4587875"/>
              <a:gd name="connsiteX3845" fmla="*/ 4759613 w 9408955"/>
              <a:gd name="connsiteY3845" fmla="*/ 3251795 h 4587875"/>
              <a:gd name="connsiteX3846" fmla="*/ 4791561 w 9408955"/>
              <a:gd name="connsiteY3846" fmla="*/ 3211004 h 4587875"/>
              <a:gd name="connsiteX3847" fmla="*/ 4725441 w 9408955"/>
              <a:gd name="connsiteY3847" fmla="*/ 3199090 h 4587875"/>
              <a:gd name="connsiteX3848" fmla="*/ 4740770 w 9408955"/>
              <a:gd name="connsiteY3848" fmla="*/ 3249039 h 4587875"/>
              <a:gd name="connsiteX3849" fmla="*/ 4759613 w 9408955"/>
              <a:gd name="connsiteY3849" fmla="*/ 3251795 h 4587875"/>
              <a:gd name="connsiteX3850" fmla="*/ 5271046 w 9408955"/>
              <a:gd name="connsiteY3850" fmla="*/ 3251836 h 4587875"/>
              <a:gd name="connsiteX3851" fmla="*/ 5303414 w 9408955"/>
              <a:gd name="connsiteY3851" fmla="*/ 3219575 h 4587875"/>
              <a:gd name="connsiteX3852" fmla="*/ 5242735 w 9408955"/>
              <a:gd name="connsiteY3852" fmla="*/ 3194565 h 4587875"/>
              <a:gd name="connsiteX3853" fmla="*/ 5254597 w 9408955"/>
              <a:gd name="connsiteY3853" fmla="*/ 3248451 h 4587875"/>
              <a:gd name="connsiteX3854" fmla="*/ 5271046 w 9408955"/>
              <a:gd name="connsiteY3854" fmla="*/ 3251836 h 4587875"/>
              <a:gd name="connsiteX3855" fmla="*/ 2186459 w 9408955"/>
              <a:gd name="connsiteY3855" fmla="*/ 3251892 h 4587875"/>
              <a:gd name="connsiteX3856" fmla="*/ 2220896 w 9408955"/>
              <a:gd name="connsiteY3856" fmla="*/ 3202367 h 4587875"/>
              <a:gd name="connsiteX3857" fmla="*/ 2171187 w 9408955"/>
              <a:gd name="connsiteY3857" fmla="*/ 3186763 h 4587875"/>
              <a:gd name="connsiteX3858" fmla="*/ 2186459 w 9408955"/>
              <a:gd name="connsiteY3858" fmla="*/ 3251892 h 4587875"/>
              <a:gd name="connsiteX3859" fmla="*/ 1675094 w 9408955"/>
              <a:gd name="connsiteY3859" fmla="*/ 3251900 h 4587875"/>
              <a:gd name="connsiteX3860" fmla="*/ 1706664 w 9408955"/>
              <a:gd name="connsiteY3860" fmla="*/ 3218804 h 4587875"/>
              <a:gd name="connsiteX3861" fmla="*/ 1646675 w 9408955"/>
              <a:gd name="connsiteY3861" fmla="*/ 3193366 h 4587875"/>
              <a:gd name="connsiteX3862" fmla="*/ 1658673 w 9408955"/>
              <a:gd name="connsiteY3862" fmla="*/ 3248825 h 4587875"/>
              <a:gd name="connsiteX3863" fmla="*/ 1675094 w 9408955"/>
              <a:gd name="connsiteY3863" fmla="*/ 3251900 h 4587875"/>
              <a:gd name="connsiteX3864" fmla="*/ 1571686 w 9408955"/>
              <a:gd name="connsiteY3864" fmla="*/ 3251919 h 4587875"/>
              <a:gd name="connsiteX3865" fmla="*/ 1604626 w 9408955"/>
              <a:gd name="connsiteY3865" fmla="*/ 3219357 h 4587875"/>
              <a:gd name="connsiteX3866" fmla="*/ 1559770 w 9408955"/>
              <a:gd name="connsiteY3866" fmla="*/ 3183485 h 4587875"/>
              <a:gd name="connsiteX3867" fmla="*/ 1554683 w 9408955"/>
              <a:gd name="connsiteY3867" fmla="*/ 3248330 h 4587875"/>
              <a:gd name="connsiteX3868" fmla="*/ 1571686 w 9408955"/>
              <a:gd name="connsiteY3868" fmla="*/ 3251919 h 4587875"/>
              <a:gd name="connsiteX3869" fmla="*/ 4659116 w 9408955"/>
              <a:gd name="connsiteY3869" fmla="*/ 3251975 h 4587875"/>
              <a:gd name="connsiteX3870" fmla="*/ 4686512 w 9408955"/>
              <a:gd name="connsiteY3870" fmla="*/ 3211706 h 4587875"/>
              <a:gd name="connsiteX3871" fmla="*/ 4627170 w 9408955"/>
              <a:gd name="connsiteY3871" fmla="*/ 3191643 h 4587875"/>
              <a:gd name="connsiteX3872" fmla="*/ 4640970 w 9408955"/>
              <a:gd name="connsiteY3872" fmla="*/ 3249781 h 4587875"/>
              <a:gd name="connsiteX3873" fmla="*/ 4659116 w 9408955"/>
              <a:gd name="connsiteY3873" fmla="*/ 3251975 h 4587875"/>
              <a:gd name="connsiteX3874" fmla="*/ 4245936 w 9408955"/>
              <a:gd name="connsiteY3874" fmla="*/ 3251983 h 4587875"/>
              <a:gd name="connsiteX3875" fmla="*/ 4276172 w 9408955"/>
              <a:gd name="connsiteY3875" fmla="*/ 3205236 h 4587875"/>
              <a:gd name="connsiteX3876" fmla="*/ 4217825 w 9408955"/>
              <a:gd name="connsiteY3876" fmla="*/ 3192275 h 4587875"/>
              <a:gd name="connsiteX3877" fmla="*/ 4224946 w 9408955"/>
              <a:gd name="connsiteY3877" fmla="*/ 3247755 h 4587875"/>
              <a:gd name="connsiteX3878" fmla="*/ 4245936 w 9408955"/>
              <a:gd name="connsiteY3878" fmla="*/ 3251983 h 4587875"/>
              <a:gd name="connsiteX3879" fmla="*/ 5472350 w 9408955"/>
              <a:gd name="connsiteY3879" fmla="*/ 3252035 h 4587875"/>
              <a:gd name="connsiteX3880" fmla="*/ 5509694 w 9408955"/>
              <a:gd name="connsiteY3880" fmla="*/ 3219866 h 4587875"/>
              <a:gd name="connsiteX3881" fmla="*/ 5448607 w 9408955"/>
              <a:gd name="connsiteY3881" fmla="*/ 3191704 h 4587875"/>
              <a:gd name="connsiteX3882" fmla="*/ 5455062 w 9408955"/>
              <a:gd name="connsiteY3882" fmla="*/ 3246643 h 4587875"/>
              <a:gd name="connsiteX3883" fmla="*/ 5472350 w 9408955"/>
              <a:gd name="connsiteY3883" fmla="*/ 3252035 h 4587875"/>
              <a:gd name="connsiteX3884" fmla="*/ 6095165 w 9408955"/>
              <a:gd name="connsiteY3884" fmla="*/ 3252041 h 4587875"/>
              <a:gd name="connsiteX3885" fmla="*/ 6102608 w 9408955"/>
              <a:gd name="connsiteY3885" fmla="*/ 3184687 h 4587875"/>
              <a:gd name="connsiteX3886" fmla="*/ 6054566 w 9408955"/>
              <a:gd name="connsiteY3886" fmla="*/ 3213289 h 4587875"/>
              <a:gd name="connsiteX3887" fmla="*/ 6095165 w 9408955"/>
              <a:gd name="connsiteY3887" fmla="*/ 3252041 h 4587875"/>
              <a:gd name="connsiteX3888" fmla="*/ 7842583 w 9408955"/>
              <a:gd name="connsiteY3888" fmla="*/ 3252201 h 4587875"/>
              <a:gd name="connsiteX3889" fmla="*/ 7875126 w 9408955"/>
              <a:gd name="connsiteY3889" fmla="*/ 3218279 h 4587875"/>
              <a:gd name="connsiteX3890" fmla="*/ 7808808 w 9408955"/>
              <a:gd name="connsiteY3890" fmla="*/ 3197735 h 4587875"/>
              <a:gd name="connsiteX3891" fmla="*/ 7825735 w 9408955"/>
              <a:gd name="connsiteY3891" fmla="*/ 3249904 h 4587875"/>
              <a:gd name="connsiteX3892" fmla="*/ 7842583 w 9408955"/>
              <a:gd name="connsiteY3892" fmla="*/ 3252201 h 4587875"/>
              <a:gd name="connsiteX3893" fmla="*/ 6610301 w 9408955"/>
              <a:gd name="connsiteY3893" fmla="*/ 3252311 h 4587875"/>
              <a:gd name="connsiteX3894" fmla="*/ 6638505 w 9408955"/>
              <a:gd name="connsiteY3894" fmla="*/ 3203783 h 4587875"/>
              <a:gd name="connsiteX3895" fmla="*/ 6578699 w 9408955"/>
              <a:gd name="connsiteY3895" fmla="*/ 3196013 h 4587875"/>
              <a:gd name="connsiteX3896" fmla="*/ 6589387 w 9408955"/>
              <a:gd name="connsiteY3896" fmla="*/ 3247661 h 4587875"/>
              <a:gd name="connsiteX3897" fmla="*/ 6610301 w 9408955"/>
              <a:gd name="connsiteY3897" fmla="*/ 3252311 h 4587875"/>
              <a:gd name="connsiteX3898" fmla="*/ 8558426 w 9408955"/>
              <a:gd name="connsiteY3898" fmla="*/ 3252386 h 4587875"/>
              <a:gd name="connsiteX3899" fmla="*/ 8593059 w 9408955"/>
              <a:gd name="connsiteY3899" fmla="*/ 3224204 h 4587875"/>
              <a:gd name="connsiteX3900" fmla="*/ 8540993 w 9408955"/>
              <a:gd name="connsiteY3900" fmla="*/ 3186512 h 4587875"/>
              <a:gd name="connsiteX3901" fmla="*/ 8542836 w 9408955"/>
              <a:gd name="connsiteY3901" fmla="*/ 3248795 h 4587875"/>
              <a:gd name="connsiteX3902" fmla="*/ 8558426 w 9408955"/>
              <a:gd name="connsiteY3902" fmla="*/ 3252386 h 4587875"/>
              <a:gd name="connsiteX3903" fmla="*/ 7325434 w 9408955"/>
              <a:gd name="connsiteY3903" fmla="*/ 3252503 h 4587875"/>
              <a:gd name="connsiteX3904" fmla="*/ 7359018 w 9408955"/>
              <a:gd name="connsiteY3904" fmla="*/ 3211475 h 4587875"/>
              <a:gd name="connsiteX3905" fmla="*/ 7296925 w 9408955"/>
              <a:gd name="connsiteY3905" fmla="*/ 3197572 h 4587875"/>
              <a:gd name="connsiteX3906" fmla="*/ 7306250 w 9408955"/>
              <a:gd name="connsiteY3906" fmla="*/ 3246576 h 4587875"/>
              <a:gd name="connsiteX3907" fmla="*/ 7325434 w 9408955"/>
              <a:gd name="connsiteY3907" fmla="*/ 3252503 h 4587875"/>
              <a:gd name="connsiteX3908" fmla="*/ 7941023 w 9408955"/>
              <a:gd name="connsiteY3908" fmla="*/ 3252562 h 4587875"/>
              <a:gd name="connsiteX3909" fmla="*/ 7975560 w 9408955"/>
              <a:gd name="connsiteY3909" fmla="*/ 3219593 h 4587875"/>
              <a:gd name="connsiteX3910" fmla="*/ 7912083 w 9408955"/>
              <a:gd name="connsiteY3910" fmla="*/ 3197428 h 4587875"/>
              <a:gd name="connsiteX3911" fmla="*/ 7923624 w 9408955"/>
              <a:gd name="connsiteY3911" fmla="*/ 3247928 h 4587875"/>
              <a:gd name="connsiteX3912" fmla="*/ 7941023 w 9408955"/>
              <a:gd name="connsiteY3912" fmla="*/ 3252562 h 4587875"/>
              <a:gd name="connsiteX3913" fmla="*/ 854592 w 9408955"/>
              <a:gd name="connsiteY3913" fmla="*/ 3346254 h 4587875"/>
              <a:gd name="connsiteX3914" fmla="*/ 878617 w 9408955"/>
              <a:gd name="connsiteY3914" fmla="*/ 3315684 h 4587875"/>
              <a:gd name="connsiteX3915" fmla="*/ 827094 w 9408955"/>
              <a:gd name="connsiteY3915" fmla="*/ 3308768 h 4587875"/>
              <a:gd name="connsiteX3916" fmla="*/ 840653 w 9408955"/>
              <a:gd name="connsiteY3916" fmla="*/ 3344039 h 4587875"/>
              <a:gd name="connsiteX3917" fmla="*/ 854592 w 9408955"/>
              <a:gd name="connsiteY3917" fmla="*/ 3346254 h 4587875"/>
              <a:gd name="connsiteX3918" fmla="*/ 1996346 w 9408955"/>
              <a:gd name="connsiteY3918" fmla="*/ 3350992 h 4587875"/>
              <a:gd name="connsiteX3919" fmla="*/ 2016036 w 9408955"/>
              <a:gd name="connsiteY3919" fmla="*/ 3329590 h 4587875"/>
              <a:gd name="connsiteX3920" fmla="*/ 1966198 w 9408955"/>
              <a:gd name="connsiteY3920" fmla="*/ 3287070 h 4587875"/>
              <a:gd name="connsiteX3921" fmla="*/ 1966883 w 9408955"/>
              <a:gd name="connsiteY3921" fmla="*/ 3350736 h 4587875"/>
              <a:gd name="connsiteX3922" fmla="*/ 1996346 w 9408955"/>
              <a:gd name="connsiteY3922" fmla="*/ 3350992 h 4587875"/>
              <a:gd name="connsiteX3923" fmla="*/ 5282976 w 9408955"/>
              <a:gd name="connsiteY3923" fmla="*/ 3351665 h 4587875"/>
              <a:gd name="connsiteX3924" fmla="*/ 5301936 w 9408955"/>
              <a:gd name="connsiteY3924" fmla="*/ 3331481 h 4587875"/>
              <a:gd name="connsiteX3925" fmla="*/ 5259521 w 9408955"/>
              <a:gd name="connsiteY3925" fmla="*/ 3284990 h 4587875"/>
              <a:gd name="connsiteX3926" fmla="*/ 5254680 w 9408955"/>
              <a:gd name="connsiteY3926" fmla="*/ 3351438 h 4587875"/>
              <a:gd name="connsiteX3927" fmla="*/ 5282976 w 9408955"/>
              <a:gd name="connsiteY3927" fmla="*/ 3351665 h 4587875"/>
              <a:gd name="connsiteX3928" fmla="*/ 7543778 w 9408955"/>
              <a:gd name="connsiteY3928" fmla="*/ 3352217 h 4587875"/>
              <a:gd name="connsiteX3929" fmla="*/ 7563260 w 9408955"/>
              <a:gd name="connsiteY3929" fmla="*/ 3331652 h 4587875"/>
              <a:gd name="connsiteX3930" fmla="*/ 7520398 w 9408955"/>
              <a:gd name="connsiteY3930" fmla="*/ 3284515 h 4587875"/>
              <a:gd name="connsiteX3931" fmla="*/ 7514668 w 9408955"/>
              <a:gd name="connsiteY3931" fmla="*/ 3351293 h 4587875"/>
              <a:gd name="connsiteX3932" fmla="*/ 7543778 w 9408955"/>
              <a:gd name="connsiteY3932" fmla="*/ 3352217 h 4587875"/>
              <a:gd name="connsiteX3933" fmla="*/ 4666506 w 9408955"/>
              <a:gd name="connsiteY3933" fmla="*/ 3352687 h 4587875"/>
              <a:gd name="connsiteX3934" fmla="*/ 4686120 w 9408955"/>
              <a:gd name="connsiteY3934" fmla="*/ 3330487 h 4587875"/>
              <a:gd name="connsiteX3935" fmla="*/ 4641320 w 9408955"/>
              <a:gd name="connsiteY3935" fmla="*/ 3285570 h 4587875"/>
              <a:gd name="connsiteX3936" fmla="*/ 4636317 w 9408955"/>
              <a:gd name="connsiteY3936" fmla="*/ 3350654 h 4587875"/>
              <a:gd name="connsiteX3937" fmla="*/ 4666506 w 9408955"/>
              <a:gd name="connsiteY3937" fmla="*/ 3352687 h 4587875"/>
              <a:gd name="connsiteX3938" fmla="*/ 2709727 w 9408955"/>
              <a:gd name="connsiteY3938" fmla="*/ 3352926 h 4587875"/>
              <a:gd name="connsiteX3939" fmla="*/ 2730488 w 9408955"/>
              <a:gd name="connsiteY3939" fmla="*/ 3302712 h 4587875"/>
              <a:gd name="connsiteX3940" fmla="*/ 2669644 w 9408955"/>
              <a:gd name="connsiteY3940" fmla="*/ 3301812 h 4587875"/>
              <a:gd name="connsiteX3941" fmla="*/ 2688468 w 9408955"/>
              <a:gd name="connsiteY3941" fmla="*/ 3351987 h 4587875"/>
              <a:gd name="connsiteX3942" fmla="*/ 2709727 w 9408955"/>
              <a:gd name="connsiteY3942" fmla="*/ 3352926 h 4587875"/>
              <a:gd name="connsiteX3943" fmla="*/ 6618384 w 9408955"/>
              <a:gd name="connsiteY3943" fmla="*/ 3353036 h 4587875"/>
              <a:gd name="connsiteX3944" fmla="*/ 6637179 w 9408955"/>
              <a:gd name="connsiteY3944" fmla="*/ 3331542 h 4587875"/>
              <a:gd name="connsiteX3945" fmla="*/ 6595677 w 9408955"/>
              <a:gd name="connsiteY3945" fmla="*/ 3284415 h 4587875"/>
              <a:gd name="connsiteX3946" fmla="*/ 6589554 w 9408955"/>
              <a:gd name="connsiteY3946" fmla="*/ 3351772 h 4587875"/>
              <a:gd name="connsiteX3947" fmla="*/ 6618384 w 9408955"/>
              <a:gd name="connsiteY3947" fmla="*/ 3353036 h 4587875"/>
              <a:gd name="connsiteX3948" fmla="*/ 7950951 w 9408955"/>
              <a:gd name="connsiteY3948" fmla="*/ 3353048 h 4587875"/>
              <a:gd name="connsiteX3949" fmla="*/ 7974873 w 9408955"/>
              <a:gd name="connsiteY3949" fmla="*/ 3308893 h 4587875"/>
              <a:gd name="connsiteX3950" fmla="*/ 7916253 w 9408955"/>
              <a:gd name="connsiteY3950" fmla="*/ 3294797 h 4587875"/>
              <a:gd name="connsiteX3951" fmla="*/ 7932115 w 9408955"/>
              <a:gd name="connsiteY3951" fmla="*/ 3351865 h 4587875"/>
              <a:gd name="connsiteX3952" fmla="*/ 7950951 w 9408955"/>
              <a:gd name="connsiteY3952" fmla="*/ 3353048 h 4587875"/>
              <a:gd name="connsiteX3953" fmla="*/ 1066495 w 9408955"/>
              <a:gd name="connsiteY3953" fmla="*/ 3353548 h 4587875"/>
              <a:gd name="connsiteX3954" fmla="*/ 1086333 w 9408955"/>
              <a:gd name="connsiteY3954" fmla="*/ 3338794 h 4587875"/>
              <a:gd name="connsiteX3955" fmla="*/ 1053906 w 9408955"/>
              <a:gd name="connsiteY3955" fmla="*/ 3284071 h 4587875"/>
              <a:gd name="connsiteX3956" fmla="*/ 1041208 w 9408955"/>
              <a:gd name="connsiteY3956" fmla="*/ 3351004 h 4587875"/>
              <a:gd name="connsiteX3957" fmla="*/ 1066495 w 9408955"/>
              <a:gd name="connsiteY3957" fmla="*/ 3353548 h 4587875"/>
              <a:gd name="connsiteX3958" fmla="*/ 5072859 w 9408955"/>
              <a:gd name="connsiteY3958" fmla="*/ 3353585 h 4587875"/>
              <a:gd name="connsiteX3959" fmla="*/ 5097587 w 9408955"/>
              <a:gd name="connsiteY3959" fmla="*/ 3309068 h 4587875"/>
              <a:gd name="connsiteX3960" fmla="*/ 5042362 w 9408955"/>
              <a:gd name="connsiteY3960" fmla="*/ 3291468 h 4587875"/>
              <a:gd name="connsiteX3961" fmla="*/ 5053684 w 9408955"/>
              <a:gd name="connsiteY3961" fmla="*/ 3352724 h 4587875"/>
              <a:gd name="connsiteX3962" fmla="*/ 5072859 w 9408955"/>
              <a:gd name="connsiteY3962" fmla="*/ 3353585 h 4587875"/>
              <a:gd name="connsiteX3963" fmla="*/ 5482968 w 9408955"/>
              <a:gd name="connsiteY3963" fmla="*/ 3353689 h 4587875"/>
              <a:gd name="connsiteX3964" fmla="*/ 5509468 w 9408955"/>
              <a:gd name="connsiteY3964" fmla="*/ 3308709 h 4587875"/>
              <a:gd name="connsiteX3965" fmla="*/ 5448418 w 9408955"/>
              <a:gd name="connsiteY3965" fmla="*/ 3295878 h 4587875"/>
              <a:gd name="connsiteX3966" fmla="*/ 5463623 w 9408955"/>
              <a:gd name="connsiteY3966" fmla="*/ 3353159 h 4587875"/>
              <a:gd name="connsiteX3967" fmla="*/ 5482968 w 9408955"/>
              <a:gd name="connsiteY3967" fmla="*/ 3353689 h 4587875"/>
              <a:gd name="connsiteX3968" fmla="*/ 7843160 w 9408955"/>
              <a:gd name="connsiteY3968" fmla="*/ 3353861 h 4587875"/>
              <a:gd name="connsiteX3969" fmla="*/ 7873632 w 9408955"/>
              <a:gd name="connsiteY3969" fmla="*/ 3323273 h 4587875"/>
              <a:gd name="connsiteX3970" fmla="*/ 7816632 w 9408955"/>
              <a:gd name="connsiteY3970" fmla="*/ 3291684 h 4587875"/>
              <a:gd name="connsiteX3971" fmla="*/ 7827716 w 9408955"/>
              <a:gd name="connsiteY3971" fmla="*/ 3352606 h 4587875"/>
              <a:gd name="connsiteX3972" fmla="*/ 7843160 w 9408955"/>
              <a:gd name="connsiteY3972" fmla="*/ 3353861 h 4587875"/>
              <a:gd name="connsiteX3973" fmla="*/ 8647582 w 9408955"/>
              <a:gd name="connsiteY3973" fmla="*/ 3353879 h 4587875"/>
              <a:gd name="connsiteX3974" fmla="*/ 8694491 w 9408955"/>
              <a:gd name="connsiteY3974" fmla="*/ 3324618 h 4587875"/>
              <a:gd name="connsiteX3975" fmla="*/ 8646432 w 9408955"/>
              <a:gd name="connsiteY3975" fmla="*/ 3286899 h 4587875"/>
              <a:gd name="connsiteX3976" fmla="*/ 8647582 w 9408955"/>
              <a:gd name="connsiteY3976" fmla="*/ 3353879 h 4587875"/>
              <a:gd name="connsiteX3977" fmla="*/ 7224216 w 9408955"/>
              <a:gd name="connsiteY3977" fmla="*/ 3353898 h 4587875"/>
              <a:gd name="connsiteX3978" fmla="*/ 7255413 w 9408955"/>
              <a:gd name="connsiteY3978" fmla="*/ 3323122 h 4587875"/>
              <a:gd name="connsiteX3979" fmla="*/ 7208375 w 9408955"/>
              <a:gd name="connsiteY3979" fmla="*/ 3285735 h 4587875"/>
              <a:gd name="connsiteX3980" fmla="*/ 7208602 w 9408955"/>
              <a:gd name="connsiteY3980" fmla="*/ 3350934 h 4587875"/>
              <a:gd name="connsiteX3981" fmla="*/ 7224216 w 9408955"/>
              <a:gd name="connsiteY3981" fmla="*/ 3353898 h 4587875"/>
              <a:gd name="connsiteX3982" fmla="*/ 2088501 w 9408955"/>
              <a:gd name="connsiteY3982" fmla="*/ 3353933 h 4587875"/>
              <a:gd name="connsiteX3983" fmla="*/ 2118869 w 9408955"/>
              <a:gd name="connsiteY3983" fmla="*/ 3315152 h 4587875"/>
              <a:gd name="connsiteX3984" fmla="*/ 2061142 w 9408955"/>
              <a:gd name="connsiteY3984" fmla="*/ 3293608 h 4587875"/>
              <a:gd name="connsiteX3985" fmla="*/ 2070838 w 9408955"/>
              <a:gd name="connsiteY3985" fmla="*/ 3351438 h 4587875"/>
              <a:gd name="connsiteX3986" fmla="*/ 2088501 w 9408955"/>
              <a:gd name="connsiteY3986" fmla="*/ 3353933 h 4587875"/>
              <a:gd name="connsiteX3987" fmla="*/ 1273096 w 9408955"/>
              <a:gd name="connsiteY3987" fmla="*/ 3353960 h 4587875"/>
              <a:gd name="connsiteX3988" fmla="*/ 1289240 w 9408955"/>
              <a:gd name="connsiteY3988" fmla="*/ 3296820 h 4587875"/>
              <a:gd name="connsiteX3989" fmla="*/ 1229140 w 9408955"/>
              <a:gd name="connsiteY3989" fmla="*/ 3308298 h 4587875"/>
              <a:gd name="connsiteX3990" fmla="*/ 1250300 w 9408955"/>
              <a:gd name="connsiteY3990" fmla="*/ 3351916 h 4587875"/>
              <a:gd name="connsiteX3991" fmla="*/ 1273096 w 9408955"/>
              <a:gd name="connsiteY3991" fmla="*/ 3353960 h 4587875"/>
              <a:gd name="connsiteX3992" fmla="*/ 7743181 w 9408955"/>
              <a:gd name="connsiteY3992" fmla="*/ 3354004 h 4587875"/>
              <a:gd name="connsiteX3993" fmla="*/ 7769747 w 9408955"/>
              <a:gd name="connsiteY3993" fmla="*/ 3307962 h 4587875"/>
              <a:gd name="connsiteX3994" fmla="*/ 7709422 w 9408955"/>
              <a:gd name="connsiteY3994" fmla="*/ 3295989 h 4587875"/>
              <a:gd name="connsiteX3995" fmla="*/ 7723709 w 9408955"/>
              <a:gd name="connsiteY3995" fmla="*/ 3352169 h 4587875"/>
              <a:gd name="connsiteX3996" fmla="*/ 7743181 w 9408955"/>
              <a:gd name="connsiteY3996" fmla="*/ 3354004 h 4587875"/>
              <a:gd name="connsiteX3997" fmla="*/ 1469716 w 9408955"/>
              <a:gd name="connsiteY3997" fmla="*/ 3354170 h 4587875"/>
              <a:gd name="connsiteX3998" fmla="*/ 1499777 w 9408955"/>
              <a:gd name="connsiteY3998" fmla="*/ 3315170 h 4587875"/>
              <a:gd name="connsiteX3999" fmla="*/ 1446560 w 9408955"/>
              <a:gd name="connsiteY3999" fmla="*/ 3291025 h 4587875"/>
              <a:gd name="connsiteX4000" fmla="*/ 1451294 w 9408955"/>
              <a:gd name="connsiteY4000" fmla="*/ 3349696 h 4587875"/>
              <a:gd name="connsiteX4001" fmla="*/ 1469716 w 9408955"/>
              <a:gd name="connsiteY4001" fmla="*/ 3354170 h 4587875"/>
              <a:gd name="connsiteX4002" fmla="*/ 6194856 w 9408955"/>
              <a:gd name="connsiteY4002" fmla="*/ 3354205 h 4587875"/>
              <a:gd name="connsiteX4003" fmla="*/ 6209667 w 9408955"/>
              <a:gd name="connsiteY4003" fmla="*/ 3349817 h 4587875"/>
              <a:gd name="connsiteX4004" fmla="*/ 6199150 w 9408955"/>
              <a:gd name="connsiteY4004" fmla="*/ 3283416 h 4587875"/>
              <a:gd name="connsiteX4005" fmla="*/ 6156852 w 9408955"/>
              <a:gd name="connsiteY4005" fmla="*/ 3331853 h 4587875"/>
              <a:gd name="connsiteX4006" fmla="*/ 6194856 w 9408955"/>
              <a:gd name="connsiteY4006" fmla="*/ 3354205 h 4587875"/>
              <a:gd name="connsiteX4007" fmla="*/ 1357175 w 9408955"/>
              <a:gd name="connsiteY4007" fmla="*/ 3354238 h 4587875"/>
              <a:gd name="connsiteX4008" fmla="*/ 1372877 w 9408955"/>
              <a:gd name="connsiteY4008" fmla="*/ 3353499 h 4587875"/>
              <a:gd name="connsiteX4009" fmla="*/ 1373105 w 9408955"/>
              <a:gd name="connsiteY4009" fmla="*/ 3285646 h 4587875"/>
              <a:gd name="connsiteX4010" fmla="*/ 1325578 w 9408955"/>
              <a:gd name="connsiteY4010" fmla="*/ 3323418 h 4587875"/>
              <a:gd name="connsiteX4011" fmla="*/ 1357175 w 9408955"/>
              <a:gd name="connsiteY4011" fmla="*/ 3354238 h 4587875"/>
              <a:gd name="connsiteX4012" fmla="*/ 7018873 w 9408955"/>
              <a:gd name="connsiteY4012" fmla="*/ 3354284 h 4587875"/>
              <a:gd name="connsiteX4013" fmla="*/ 7052423 w 9408955"/>
              <a:gd name="connsiteY4013" fmla="*/ 3315727 h 4587875"/>
              <a:gd name="connsiteX4014" fmla="*/ 6995500 w 9408955"/>
              <a:gd name="connsiteY4014" fmla="*/ 3291748 h 4587875"/>
              <a:gd name="connsiteX4015" fmla="*/ 7000489 w 9408955"/>
              <a:gd name="connsiteY4015" fmla="*/ 3350113 h 4587875"/>
              <a:gd name="connsiteX4016" fmla="*/ 7018873 w 9408955"/>
              <a:gd name="connsiteY4016" fmla="*/ 3354284 h 4587875"/>
              <a:gd name="connsiteX4017" fmla="*/ 1161048 w 9408955"/>
              <a:gd name="connsiteY4017" fmla="*/ 3354311 h 4587875"/>
              <a:gd name="connsiteX4018" fmla="*/ 1193756 w 9408955"/>
              <a:gd name="connsiteY4018" fmla="*/ 3323905 h 4587875"/>
              <a:gd name="connsiteX4019" fmla="*/ 1139857 w 9408955"/>
              <a:gd name="connsiteY4019" fmla="*/ 3290257 h 4587875"/>
              <a:gd name="connsiteX4020" fmla="*/ 1145130 w 9408955"/>
              <a:gd name="connsiteY4020" fmla="*/ 3351416 h 4587875"/>
              <a:gd name="connsiteX4021" fmla="*/ 1161048 w 9408955"/>
              <a:gd name="connsiteY4021" fmla="*/ 3354311 h 4587875"/>
              <a:gd name="connsiteX4022" fmla="*/ 6405675 w 9408955"/>
              <a:gd name="connsiteY4022" fmla="*/ 3354442 h 4587875"/>
              <a:gd name="connsiteX4023" fmla="*/ 6435349 w 9408955"/>
              <a:gd name="connsiteY4023" fmla="*/ 3315814 h 4587875"/>
              <a:gd name="connsiteX4024" fmla="*/ 6378129 w 9408955"/>
              <a:gd name="connsiteY4024" fmla="*/ 3290947 h 4587875"/>
              <a:gd name="connsiteX4025" fmla="*/ 6388307 w 9408955"/>
              <a:gd name="connsiteY4025" fmla="*/ 3352654 h 4587875"/>
              <a:gd name="connsiteX4026" fmla="*/ 6405675 w 9408955"/>
              <a:gd name="connsiteY4026" fmla="*/ 3354442 h 4587875"/>
              <a:gd name="connsiteX4027" fmla="*/ 6710128 w 9408955"/>
              <a:gd name="connsiteY4027" fmla="*/ 3354468 h 4587875"/>
              <a:gd name="connsiteX4028" fmla="*/ 6740858 w 9408955"/>
              <a:gd name="connsiteY4028" fmla="*/ 3323870 h 4587875"/>
              <a:gd name="connsiteX4029" fmla="*/ 6699715 w 9408955"/>
              <a:gd name="connsiteY4029" fmla="*/ 3285420 h 4587875"/>
              <a:gd name="connsiteX4030" fmla="*/ 6694545 w 9408955"/>
              <a:gd name="connsiteY4030" fmla="*/ 3351690 h 4587875"/>
              <a:gd name="connsiteX4031" fmla="*/ 6710128 w 9408955"/>
              <a:gd name="connsiteY4031" fmla="*/ 3354468 h 4587875"/>
              <a:gd name="connsiteX4032" fmla="*/ 6813650 w 9408955"/>
              <a:gd name="connsiteY4032" fmla="*/ 3354488 h 4587875"/>
              <a:gd name="connsiteX4033" fmla="*/ 6844235 w 9408955"/>
              <a:gd name="connsiteY4033" fmla="*/ 3322994 h 4587875"/>
              <a:gd name="connsiteX4034" fmla="*/ 6793207 w 9408955"/>
              <a:gd name="connsiteY4034" fmla="*/ 3288207 h 4587875"/>
              <a:gd name="connsiteX4035" fmla="*/ 6797743 w 9408955"/>
              <a:gd name="connsiteY4035" fmla="*/ 3352097 h 4587875"/>
              <a:gd name="connsiteX4036" fmla="*/ 6813650 w 9408955"/>
              <a:gd name="connsiteY4036" fmla="*/ 3354488 h 4587875"/>
              <a:gd name="connsiteX4037" fmla="*/ 5375114 w 9408955"/>
              <a:gd name="connsiteY4037" fmla="*/ 3354519 h 4587875"/>
              <a:gd name="connsiteX4038" fmla="*/ 5406611 w 9408955"/>
              <a:gd name="connsiteY4038" fmla="*/ 3324852 h 4587875"/>
              <a:gd name="connsiteX4039" fmla="*/ 5358484 w 9408955"/>
              <a:gd name="connsiteY4039" fmla="*/ 3285995 h 4587875"/>
              <a:gd name="connsiteX4040" fmla="*/ 5359625 w 9408955"/>
              <a:gd name="connsiteY4040" fmla="*/ 3351594 h 4587875"/>
              <a:gd name="connsiteX4041" fmla="*/ 5375114 w 9408955"/>
              <a:gd name="connsiteY4041" fmla="*/ 3354519 h 4587875"/>
              <a:gd name="connsiteX4042" fmla="*/ 8558892 w 9408955"/>
              <a:gd name="connsiteY4042" fmla="*/ 3354583 h 4587875"/>
              <a:gd name="connsiteX4043" fmla="*/ 8593264 w 9408955"/>
              <a:gd name="connsiteY4043" fmla="*/ 3328751 h 4587875"/>
              <a:gd name="connsiteX4044" fmla="*/ 8537974 w 9408955"/>
              <a:gd name="connsiteY4044" fmla="*/ 3290139 h 4587875"/>
              <a:gd name="connsiteX4045" fmla="*/ 8543964 w 9408955"/>
              <a:gd name="connsiteY4045" fmla="*/ 3351370 h 4587875"/>
              <a:gd name="connsiteX4046" fmla="*/ 8558892 w 9408955"/>
              <a:gd name="connsiteY4046" fmla="*/ 3354583 h 4587875"/>
              <a:gd name="connsiteX4047" fmla="*/ 1779651 w 9408955"/>
              <a:gd name="connsiteY4047" fmla="*/ 3354646 h 4587875"/>
              <a:gd name="connsiteX4048" fmla="*/ 1809664 w 9408955"/>
              <a:gd name="connsiteY4048" fmla="*/ 3323416 h 4587875"/>
              <a:gd name="connsiteX4049" fmla="*/ 1761596 w 9408955"/>
              <a:gd name="connsiteY4049" fmla="*/ 3285404 h 4587875"/>
              <a:gd name="connsiteX4050" fmla="*/ 1764126 w 9408955"/>
              <a:gd name="connsiteY4050" fmla="*/ 3352674 h 4587875"/>
              <a:gd name="connsiteX4051" fmla="*/ 1779651 w 9408955"/>
              <a:gd name="connsiteY4051" fmla="*/ 3354646 h 4587875"/>
              <a:gd name="connsiteX4052" fmla="*/ 1878736 w 9408955"/>
              <a:gd name="connsiteY4052" fmla="*/ 3354754 h 4587875"/>
              <a:gd name="connsiteX4053" fmla="*/ 1913547 w 9408955"/>
              <a:gd name="connsiteY4053" fmla="*/ 3323366 h 4587875"/>
              <a:gd name="connsiteX4054" fmla="*/ 1867544 w 9408955"/>
              <a:gd name="connsiteY4054" fmla="*/ 3285095 h 4587875"/>
              <a:gd name="connsiteX4055" fmla="*/ 1862254 w 9408955"/>
              <a:gd name="connsiteY4055" fmla="*/ 3350637 h 4587875"/>
              <a:gd name="connsiteX4056" fmla="*/ 1878736 w 9408955"/>
              <a:gd name="connsiteY4056" fmla="*/ 3354754 h 4587875"/>
              <a:gd name="connsiteX4057" fmla="*/ 1675221 w 9408955"/>
              <a:gd name="connsiteY4057" fmla="*/ 3354792 h 4587875"/>
              <a:gd name="connsiteX4058" fmla="*/ 1705857 w 9408955"/>
              <a:gd name="connsiteY4058" fmla="*/ 3323921 h 4587875"/>
              <a:gd name="connsiteX4059" fmla="*/ 1665379 w 9408955"/>
              <a:gd name="connsiteY4059" fmla="*/ 3283675 h 4587875"/>
              <a:gd name="connsiteX4060" fmla="*/ 1659466 w 9408955"/>
              <a:gd name="connsiteY4060" fmla="*/ 3352505 h 4587875"/>
              <a:gd name="connsiteX4061" fmla="*/ 1675221 w 9408955"/>
              <a:gd name="connsiteY4061" fmla="*/ 3354792 h 4587875"/>
              <a:gd name="connsiteX4062" fmla="*/ 5681714 w 9408955"/>
              <a:gd name="connsiteY4062" fmla="*/ 3354806 h 4587875"/>
              <a:gd name="connsiteX4063" fmla="*/ 5715778 w 9408955"/>
              <a:gd name="connsiteY4063" fmla="*/ 3323255 h 4587875"/>
              <a:gd name="connsiteX4064" fmla="*/ 5659843 w 9408955"/>
              <a:gd name="connsiteY4064" fmla="*/ 3291040 h 4587875"/>
              <a:gd name="connsiteX4065" fmla="*/ 5665481 w 9408955"/>
              <a:gd name="connsiteY4065" fmla="*/ 3350900 h 4587875"/>
              <a:gd name="connsiteX4066" fmla="*/ 5681714 w 9408955"/>
              <a:gd name="connsiteY4066" fmla="*/ 3354806 h 4587875"/>
              <a:gd name="connsiteX4067" fmla="*/ 5889254 w 9408955"/>
              <a:gd name="connsiteY4067" fmla="*/ 3354812 h 4587875"/>
              <a:gd name="connsiteX4068" fmla="*/ 5920475 w 9408955"/>
              <a:gd name="connsiteY4068" fmla="*/ 3324451 h 4587875"/>
              <a:gd name="connsiteX4069" fmla="*/ 5874145 w 9408955"/>
              <a:gd name="connsiteY4069" fmla="*/ 3286351 h 4587875"/>
              <a:gd name="connsiteX4070" fmla="*/ 5873457 w 9408955"/>
              <a:gd name="connsiteY4070" fmla="*/ 3352573 h 4587875"/>
              <a:gd name="connsiteX4071" fmla="*/ 5889254 w 9408955"/>
              <a:gd name="connsiteY4071" fmla="*/ 3354812 h 4587875"/>
              <a:gd name="connsiteX4072" fmla="*/ 7124560 w 9408955"/>
              <a:gd name="connsiteY4072" fmla="*/ 3354813 h 4587875"/>
              <a:gd name="connsiteX4073" fmla="*/ 7153399 w 9408955"/>
              <a:gd name="connsiteY4073" fmla="*/ 3309333 h 4587875"/>
              <a:gd name="connsiteX4074" fmla="*/ 7095191 w 9408955"/>
              <a:gd name="connsiteY4074" fmla="*/ 3293911 h 4587875"/>
              <a:gd name="connsiteX4075" fmla="*/ 7104892 w 9408955"/>
              <a:gd name="connsiteY4075" fmla="*/ 3351688 h 4587875"/>
              <a:gd name="connsiteX4076" fmla="*/ 7124560 w 9408955"/>
              <a:gd name="connsiteY4076" fmla="*/ 3354813 h 4587875"/>
              <a:gd name="connsiteX4077" fmla="*/ 7427333 w 9408955"/>
              <a:gd name="connsiteY4077" fmla="*/ 3354854 h 4587875"/>
              <a:gd name="connsiteX4078" fmla="*/ 7461446 w 9408955"/>
              <a:gd name="connsiteY4078" fmla="*/ 3323341 h 4587875"/>
              <a:gd name="connsiteX4079" fmla="*/ 7416251 w 9408955"/>
              <a:gd name="connsiteY4079" fmla="*/ 3285270 h 4587875"/>
              <a:gd name="connsiteX4080" fmla="*/ 7410486 w 9408955"/>
              <a:gd name="connsiteY4080" fmla="*/ 3350698 h 4587875"/>
              <a:gd name="connsiteX4081" fmla="*/ 7427333 w 9408955"/>
              <a:gd name="connsiteY4081" fmla="*/ 3354854 h 4587875"/>
              <a:gd name="connsiteX4082" fmla="*/ 2602755 w 9408955"/>
              <a:gd name="connsiteY4082" fmla="*/ 3354900 h 4587875"/>
              <a:gd name="connsiteX4083" fmla="*/ 2631607 w 9408955"/>
              <a:gd name="connsiteY4083" fmla="*/ 3316262 h 4587875"/>
              <a:gd name="connsiteX4084" fmla="*/ 2578613 w 9408955"/>
              <a:gd name="connsiteY4084" fmla="*/ 3289546 h 4587875"/>
              <a:gd name="connsiteX4085" fmla="*/ 2585208 w 9408955"/>
              <a:gd name="connsiteY4085" fmla="*/ 3353342 h 4587875"/>
              <a:gd name="connsiteX4086" fmla="*/ 2602755 w 9408955"/>
              <a:gd name="connsiteY4086" fmla="*/ 3354900 h 4587875"/>
              <a:gd name="connsiteX4087" fmla="*/ 7330831 w 9408955"/>
              <a:gd name="connsiteY4087" fmla="*/ 3354950 h 4587875"/>
              <a:gd name="connsiteX4088" fmla="*/ 7358130 w 9408955"/>
              <a:gd name="connsiteY4088" fmla="*/ 3315755 h 4587875"/>
              <a:gd name="connsiteX4089" fmla="*/ 7311186 w 9408955"/>
              <a:gd name="connsiteY4089" fmla="*/ 3285635 h 4587875"/>
              <a:gd name="connsiteX4090" fmla="*/ 7313453 w 9408955"/>
              <a:gd name="connsiteY4090" fmla="*/ 3353752 h 4587875"/>
              <a:gd name="connsiteX4091" fmla="*/ 7330831 w 9408955"/>
              <a:gd name="connsiteY4091" fmla="*/ 3354950 h 4587875"/>
              <a:gd name="connsiteX4092" fmla="*/ 2496256 w 9408955"/>
              <a:gd name="connsiteY4092" fmla="*/ 3355002 h 4587875"/>
              <a:gd name="connsiteX4093" fmla="*/ 2528669 w 9408955"/>
              <a:gd name="connsiteY4093" fmla="*/ 3323445 h 4587875"/>
              <a:gd name="connsiteX4094" fmla="*/ 2479139 w 9408955"/>
              <a:gd name="connsiteY4094" fmla="*/ 3287521 h 4587875"/>
              <a:gd name="connsiteX4095" fmla="*/ 2480044 w 9408955"/>
              <a:gd name="connsiteY4095" fmla="*/ 3351411 h 4587875"/>
              <a:gd name="connsiteX4096" fmla="*/ 2496256 w 9408955"/>
              <a:gd name="connsiteY4096" fmla="*/ 3355002 h 4587875"/>
              <a:gd name="connsiteX4097" fmla="*/ 953147 w 9408955"/>
              <a:gd name="connsiteY4097" fmla="*/ 3355026 h 4587875"/>
              <a:gd name="connsiteX4098" fmla="*/ 986127 w 9408955"/>
              <a:gd name="connsiteY4098" fmla="*/ 3324489 h 4587875"/>
              <a:gd name="connsiteX4099" fmla="*/ 948693 w 9408955"/>
              <a:gd name="connsiteY4099" fmla="*/ 3283672 h 4587875"/>
              <a:gd name="connsiteX4100" fmla="*/ 937192 w 9408955"/>
              <a:gd name="connsiteY4100" fmla="*/ 3350859 h 4587875"/>
              <a:gd name="connsiteX4101" fmla="*/ 953147 w 9408955"/>
              <a:gd name="connsiteY4101" fmla="*/ 3355026 h 4587875"/>
              <a:gd name="connsiteX4102" fmla="*/ 4860110 w 9408955"/>
              <a:gd name="connsiteY4102" fmla="*/ 3355057 h 4587875"/>
              <a:gd name="connsiteX4103" fmla="*/ 4892727 w 9408955"/>
              <a:gd name="connsiteY4103" fmla="*/ 3322875 h 4587875"/>
              <a:gd name="connsiteX4104" fmla="*/ 4834513 w 9408955"/>
              <a:gd name="connsiteY4104" fmla="*/ 3293346 h 4587875"/>
              <a:gd name="connsiteX4105" fmla="*/ 4844064 w 9408955"/>
              <a:gd name="connsiteY4105" fmla="*/ 3352173 h 4587875"/>
              <a:gd name="connsiteX4106" fmla="*/ 4860110 w 9408955"/>
              <a:gd name="connsiteY4106" fmla="*/ 3355057 h 4587875"/>
              <a:gd name="connsiteX4107" fmla="*/ 5988066 w 9408955"/>
              <a:gd name="connsiteY4107" fmla="*/ 3355086 h 4587875"/>
              <a:gd name="connsiteX4108" fmla="*/ 6021285 w 9408955"/>
              <a:gd name="connsiteY4108" fmla="*/ 3323797 h 4587875"/>
              <a:gd name="connsiteX4109" fmla="*/ 5978254 w 9408955"/>
              <a:gd name="connsiteY4109" fmla="*/ 3286182 h 4587875"/>
              <a:gd name="connsiteX4110" fmla="*/ 5971755 w 9408955"/>
              <a:gd name="connsiteY4110" fmla="*/ 3350926 h 4587875"/>
              <a:gd name="connsiteX4111" fmla="*/ 5988066 w 9408955"/>
              <a:gd name="connsiteY4111" fmla="*/ 3355086 h 4587875"/>
              <a:gd name="connsiteX4112" fmla="*/ 7637535 w 9408955"/>
              <a:gd name="connsiteY4112" fmla="*/ 3355135 h 4587875"/>
              <a:gd name="connsiteX4113" fmla="*/ 7668374 w 9408955"/>
              <a:gd name="connsiteY4113" fmla="*/ 3315575 h 4587875"/>
              <a:gd name="connsiteX4114" fmla="*/ 7613265 w 9408955"/>
              <a:gd name="connsiteY4114" fmla="*/ 3290376 h 4587875"/>
              <a:gd name="connsiteX4115" fmla="*/ 7619388 w 9408955"/>
              <a:gd name="connsiteY4115" fmla="*/ 3352458 h 4587875"/>
              <a:gd name="connsiteX4116" fmla="*/ 7637535 w 9408955"/>
              <a:gd name="connsiteY4116" fmla="*/ 3355135 h 4587875"/>
              <a:gd name="connsiteX4117" fmla="*/ 6502856 w 9408955"/>
              <a:gd name="connsiteY4117" fmla="*/ 3355177 h 4587875"/>
              <a:gd name="connsiteX4118" fmla="*/ 6536057 w 9408955"/>
              <a:gd name="connsiteY4118" fmla="*/ 3323879 h 4587875"/>
              <a:gd name="connsiteX4119" fmla="*/ 6491859 w 9408955"/>
              <a:gd name="connsiteY4119" fmla="*/ 3284970 h 4587875"/>
              <a:gd name="connsiteX4120" fmla="*/ 6486673 w 9408955"/>
              <a:gd name="connsiteY4120" fmla="*/ 3351207 h 4587875"/>
              <a:gd name="connsiteX4121" fmla="*/ 6502856 w 9408955"/>
              <a:gd name="connsiteY4121" fmla="*/ 3355177 h 4587875"/>
              <a:gd name="connsiteX4122" fmla="*/ 1573465 w 9408955"/>
              <a:gd name="connsiteY4122" fmla="*/ 3355222 h 4587875"/>
              <a:gd name="connsiteX4123" fmla="*/ 1604007 w 9408955"/>
              <a:gd name="connsiteY4123" fmla="*/ 3315157 h 4587875"/>
              <a:gd name="connsiteX4124" fmla="*/ 1560112 w 9408955"/>
              <a:gd name="connsiteY4124" fmla="*/ 3283733 h 4587875"/>
              <a:gd name="connsiteX4125" fmla="*/ 1555083 w 9408955"/>
              <a:gd name="connsiteY4125" fmla="*/ 3352359 h 4587875"/>
              <a:gd name="connsiteX4126" fmla="*/ 1573465 w 9408955"/>
              <a:gd name="connsiteY4126" fmla="*/ 3355222 h 4587875"/>
              <a:gd name="connsiteX4127" fmla="*/ 5785777 w 9408955"/>
              <a:gd name="connsiteY4127" fmla="*/ 3355238 h 4587875"/>
              <a:gd name="connsiteX4128" fmla="*/ 5817290 w 9408955"/>
              <a:gd name="connsiteY4128" fmla="*/ 3324208 h 4587875"/>
              <a:gd name="connsiteX4129" fmla="*/ 5763782 w 9408955"/>
              <a:gd name="connsiteY4129" fmla="*/ 3290455 h 4587875"/>
              <a:gd name="connsiteX4130" fmla="*/ 5769956 w 9408955"/>
              <a:gd name="connsiteY4130" fmla="*/ 3351992 h 4587875"/>
              <a:gd name="connsiteX4131" fmla="*/ 5785777 w 9408955"/>
              <a:gd name="connsiteY4131" fmla="*/ 3355238 h 4587875"/>
              <a:gd name="connsiteX4132" fmla="*/ 5166802 w 9408955"/>
              <a:gd name="connsiteY4132" fmla="*/ 3355248 h 4587875"/>
              <a:gd name="connsiteX4133" fmla="*/ 5200478 w 9408955"/>
              <a:gd name="connsiteY4133" fmla="*/ 3323274 h 4587875"/>
              <a:gd name="connsiteX4134" fmla="*/ 5155448 w 9408955"/>
              <a:gd name="connsiteY4134" fmla="*/ 3284224 h 4587875"/>
              <a:gd name="connsiteX4135" fmla="*/ 5150218 w 9408955"/>
              <a:gd name="connsiteY4135" fmla="*/ 3351695 h 4587875"/>
              <a:gd name="connsiteX4136" fmla="*/ 5166802 w 9408955"/>
              <a:gd name="connsiteY4136" fmla="*/ 3355248 h 4587875"/>
              <a:gd name="connsiteX4137" fmla="*/ 6910273 w 9408955"/>
              <a:gd name="connsiteY4137" fmla="*/ 3355288 h 4587875"/>
              <a:gd name="connsiteX4138" fmla="*/ 6927217 w 9408955"/>
              <a:gd name="connsiteY4138" fmla="*/ 3352194 h 4587875"/>
              <a:gd name="connsiteX4139" fmla="*/ 6921958 w 9408955"/>
              <a:gd name="connsiteY4139" fmla="*/ 3284411 h 4587875"/>
              <a:gd name="connsiteX4140" fmla="*/ 6873716 w 9408955"/>
              <a:gd name="connsiteY4140" fmla="*/ 3322783 h 4587875"/>
              <a:gd name="connsiteX4141" fmla="*/ 6910273 w 9408955"/>
              <a:gd name="connsiteY4141" fmla="*/ 3355288 h 4587875"/>
              <a:gd name="connsiteX4142" fmla="*/ 6095735 w 9408955"/>
              <a:gd name="connsiteY4142" fmla="*/ 3355290 h 4587875"/>
              <a:gd name="connsiteX4143" fmla="*/ 6123736 w 9408955"/>
              <a:gd name="connsiteY4143" fmla="*/ 3309796 h 4587875"/>
              <a:gd name="connsiteX4144" fmla="*/ 6064772 w 9408955"/>
              <a:gd name="connsiteY4144" fmla="*/ 3295473 h 4587875"/>
              <a:gd name="connsiteX4145" fmla="*/ 6075431 w 9408955"/>
              <a:gd name="connsiteY4145" fmla="*/ 3350718 h 4587875"/>
              <a:gd name="connsiteX4146" fmla="*/ 6095735 w 9408955"/>
              <a:gd name="connsiteY4146" fmla="*/ 3355290 h 4587875"/>
              <a:gd name="connsiteX4147" fmla="*/ 8045336 w 9408955"/>
              <a:gd name="connsiteY4147" fmla="*/ 3355307 h 4587875"/>
              <a:gd name="connsiteX4148" fmla="*/ 8077916 w 9408955"/>
              <a:gd name="connsiteY4148" fmla="*/ 3322848 h 4587875"/>
              <a:gd name="connsiteX4149" fmla="*/ 8034233 w 9408955"/>
              <a:gd name="connsiteY4149" fmla="*/ 3284300 h 4587875"/>
              <a:gd name="connsiteX4150" fmla="*/ 8028972 w 9408955"/>
              <a:gd name="connsiteY4150" fmla="*/ 3352107 h 4587875"/>
              <a:gd name="connsiteX4151" fmla="*/ 8045336 w 9408955"/>
              <a:gd name="connsiteY4151" fmla="*/ 3355307 h 4587875"/>
              <a:gd name="connsiteX4152" fmla="*/ 6300710 w 9408955"/>
              <a:gd name="connsiteY4152" fmla="*/ 3355312 h 4587875"/>
              <a:gd name="connsiteX4153" fmla="*/ 6332379 w 9408955"/>
              <a:gd name="connsiteY4153" fmla="*/ 3323872 h 4587875"/>
              <a:gd name="connsiteX4154" fmla="*/ 6278404 w 9408955"/>
              <a:gd name="connsiteY4154" fmla="*/ 3289565 h 4587875"/>
              <a:gd name="connsiteX4155" fmla="*/ 6284981 w 9408955"/>
              <a:gd name="connsiteY4155" fmla="*/ 3352654 h 4587875"/>
              <a:gd name="connsiteX4156" fmla="*/ 6300710 w 9408955"/>
              <a:gd name="connsiteY4156" fmla="*/ 3355312 h 4587875"/>
              <a:gd name="connsiteX4157" fmla="*/ 5576961 w 9408955"/>
              <a:gd name="connsiteY4157" fmla="*/ 3355525 h 4587875"/>
              <a:gd name="connsiteX4158" fmla="*/ 5613138 w 9408955"/>
              <a:gd name="connsiteY4158" fmla="*/ 3324052 h 4587875"/>
              <a:gd name="connsiteX4159" fmla="*/ 5560119 w 9408955"/>
              <a:gd name="connsiteY4159" fmla="*/ 3288773 h 4587875"/>
              <a:gd name="connsiteX4160" fmla="*/ 5559889 w 9408955"/>
              <a:gd name="connsiteY4160" fmla="*/ 3350854 h 4587875"/>
              <a:gd name="connsiteX4161" fmla="*/ 5576961 w 9408955"/>
              <a:gd name="connsiteY4161" fmla="*/ 3355525 h 4587875"/>
              <a:gd name="connsiteX4162" fmla="*/ 4662254 w 9408955"/>
              <a:gd name="connsiteY4162" fmla="*/ 3455888 h 4587875"/>
              <a:gd name="connsiteX4163" fmla="*/ 4683664 w 9408955"/>
              <a:gd name="connsiteY4163" fmla="*/ 3438688 h 4587875"/>
              <a:gd name="connsiteX4164" fmla="*/ 4655732 w 9408955"/>
              <a:gd name="connsiteY4164" fmla="*/ 3386605 h 4587875"/>
              <a:gd name="connsiteX4165" fmla="*/ 4633572 w 9408955"/>
              <a:gd name="connsiteY4165" fmla="*/ 3452107 h 4587875"/>
              <a:gd name="connsiteX4166" fmla="*/ 4662254 w 9408955"/>
              <a:gd name="connsiteY4166" fmla="*/ 3455888 h 4587875"/>
              <a:gd name="connsiteX4167" fmla="*/ 7008291 w 9408955"/>
              <a:gd name="connsiteY4167" fmla="*/ 3456141 h 4587875"/>
              <a:gd name="connsiteX4168" fmla="*/ 7048034 w 9408955"/>
              <a:gd name="connsiteY4168" fmla="*/ 3407227 h 4587875"/>
              <a:gd name="connsiteX4169" fmla="*/ 6994595 w 9408955"/>
              <a:gd name="connsiteY4169" fmla="*/ 3394199 h 4587875"/>
              <a:gd name="connsiteX4170" fmla="*/ 7008291 w 9408955"/>
              <a:gd name="connsiteY4170" fmla="*/ 3456141 h 4587875"/>
              <a:gd name="connsiteX4171" fmla="*/ 8447341 w 9408955"/>
              <a:gd name="connsiteY4171" fmla="*/ 3456214 h 4587875"/>
              <a:gd name="connsiteX4172" fmla="*/ 8488140 w 9408955"/>
              <a:gd name="connsiteY4172" fmla="*/ 3407681 h 4587875"/>
              <a:gd name="connsiteX4173" fmla="*/ 8430018 w 9408955"/>
              <a:gd name="connsiteY4173" fmla="*/ 3398610 h 4587875"/>
              <a:gd name="connsiteX4174" fmla="*/ 8447341 w 9408955"/>
              <a:gd name="connsiteY4174" fmla="*/ 3456214 h 4587875"/>
              <a:gd name="connsiteX4175" fmla="*/ 6598077 w 9408955"/>
              <a:gd name="connsiteY4175" fmla="*/ 3456234 h 4587875"/>
              <a:gd name="connsiteX4176" fmla="*/ 6639237 w 9408955"/>
              <a:gd name="connsiteY4176" fmla="*/ 3413711 h 4587875"/>
              <a:gd name="connsiteX4177" fmla="*/ 6583830 w 9408955"/>
              <a:gd name="connsiteY4177" fmla="*/ 3394032 h 4587875"/>
              <a:gd name="connsiteX4178" fmla="*/ 6598077 w 9408955"/>
              <a:gd name="connsiteY4178" fmla="*/ 3456234 h 4587875"/>
              <a:gd name="connsiteX4179" fmla="*/ 5688827 w 9408955"/>
              <a:gd name="connsiteY4179" fmla="*/ 3456370 h 4587875"/>
              <a:gd name="connsiteX4180" fmla="*/ 5715324 w 9408955"/>
              <a:gd name="connsiteY4180" fmla="*/ 3420706 h 4587875"/>
              <a:gd name="connsiteX4181" fmla="*/ 5655879 w 9408955"/>
              <a:gd name="connsiteY4181" fmla="*/ 3398203 h 4587875"/>
              <a:gd name="connsiteX4182" fmla="*/ 5673152 w 9408955"/>
              <a:gd name="connsiteY4182" fmla="*/ 3456261 h 4587875"/>
              <a:gd name="connsiteX4183" fmla="*/ 5688827 w 9408955"/>
              <a:gd name="connsiteY4183" fmla="*/ 3456370 h 4587875"/>
              <a:gd name="connsiteX4184" fmla="*/ 7952755 w 9408955"/>
              <a:gd name="connsiteY4184" fmla="*/ 3456390 h 4587875"/>
              <a:gd name="connsiteX4185" fmla="*/ 7973792 w 9408955"/>
              <a:gd name="connsiteY4185" fmla="*/ 3406994 h 4587875"/>
              <a:gd name="connsiteX4186" fmla="*/ 7911994 w 9408955"/>
              <a:gd name="connsiteY4186" fmla="*/ 3402195 h 4587875"/>
              <a:gd name="connsiteX4187" fmla="*/ 7933429 w 9408955"/>
              <a:gd name="connsiteY4187" fmla="*/ 3455901 h 4587875"/>
              <a:gd name="connsiteX4188" fmla="*/ 7952755 w 9408955"/>
              <a:gd name="connsiteY4188" fmla="*/ 3456390 h 4587875"/>
              <a:gd name="connsiteX4189" fmla="*/ 5157660 w 9408955"/>
              <a:gd name="connsiteY4189" fmla="*/ 3456714 h 4587875"/>
              <a:gd name="connsiteX4190" fmla="*/ 5197900 w 9408955"/>
              <a:gd name="connsiteY4190" fmla="*/ 3407986 h 4587875"/>
              <a:gd name="connsiteX4191" fmla="*/ 5137082 w 9408955"/>
              <a:gd name="connsiteY4191" fmla="*/ 3403474 h 4587875"/>
              <a:gd name="connsiteX4192" fmla="*/ 5157660 w 9408955"/>
              <a:gd name="connsiteY4192" fmla="*/ 3456714 h 4587875"/>
              <a:gd name="connsiteX4193" fmla="*/ 7331404 w 9408955"/>
              <a:gd name="connsiteY4193" fmla="*/ 3456917 h 4587875"/>
              <a:gd name="connsiteX4194" fmla="*/ 7353606 w 9408955"/>
              <a:gd name="connsiteY4194" fmla="*/ 3440158 h 4587875"/>
              <a:gd name="connsiteX4195" fmla="*/ 7325500 w 9408955"/>
              <a:gd name="connsiteY4195" fmla="*/ 3387079 h 4587875"/>
              <a:gd name="connsiteX4196" fmla="*/ 7302463 w 9408955"/>
              <a:gd name="connsiteY4196" fmla="*/ 3452055 h 4587875"/>
              <a:gd name="connsiteX4197" fmla="*/ 7331404 w 9408955"/>
              <a:gd name="connsiteY4197" fmla="*/ 3456917 h 4587875"/>
              <a:gd name="connsiteX4198" fmla="*/ 5893056 w 9408955"/>
              <a:gd name="connsiteY4198" fmla="*/ 3456927 h 4587875"/>
              <a:gd name="connsiteX4199" fmla="*/ 5917135 w 9408955"/>
              <a:gd name="connsiteY4199" fmla="*/ 3406211 h 4587875"/>
              <a:gd name="connsiteX4200" fmla="*/ 5869282 w 9408955"/>
              <a:gd name="connsiteY4200" fmla="*/ 3386588 h 4587875"/>
              <a:gd name="connsiteX4201" fmla="*/ 5871550 w 9408955"/>
              <a:gd name="connsiteY4201" fmla="*/ 3454703 h 4587875"/>
              <a:gd name="connsiteX4202" fmla="*/ 5893056 w 9408955"/>
              <a:gd name="connsiteY4202" fmla="*/ 3456927 h 4587875"/>
              <a:gd name="connsiteX4203" fmla="*/ 5485445 w 9408955"/>
              <a:gd name="connsiteY4203" fmla="*/ 3456931 h 4587875"/>
              <a:gd name="connsiteX4204" fmla="*/ 5502571 w 9408955"/>
              <a:gd name="connsiteY4204" fmla="*/ 3401740 h 4587875"/>
              <a:gd name="connsiteX4205" fmla="*/ 5440885 w 9408955"/>
              <a:gd name="connsiteY4205" fmla="*/ 3412706 h 4587875"/>
              <a:gd name="connsiteX4206" fmla="*/ 5463790 w 9408955"/>
              <a:gd name="connsiteY4206" fmla="*/ 3455882 h 4587875"/>
              <a:gd name="connsiteX4207" fmla="*/ 5485445 w 9408955"/>
              <a:gd name="connsiteY4207" fmla="*/ 3456931 h 4587875"/>
              <a:gd name="connsiteX4208" fmla="*/ 239990 w 9408955"/>
              <a:gd name="connsiteY4208" fmla="*/ 3456985 h 4587875"/>
              <a:gd name="connsiteX4209" fmla="*/ 263504 w 9408955"/>
              <a:gd name="connsiteY4209" fmla="*/ 3441587 h 4587875"/>
              <a:gd name="connsiteX4210" fmla="*/ 233231 w 9408955"/>
              <a:gd name="connsiteY4210" fmla="*/ 3386383 h 4587875"/>
              <a:gd name="connsiteX4211" fmla="*/ 211277 w 9408955"/>
              <a:gd name="connsiteY4211" fmla="*/ 3450484 h 4587875"/>
              <a:gd name="connsiteX4212" fmla="*/ 239990 w 9408955"/>
              <a:gd name="connsiteY4212" fmla="*/ 3456985 h 4587875"/>
              <a:gd name="connsiteX4213" fmla="*/ 1578950 w 9408955"/>
              <a:gd name="connsiteY4213" fmla="*/ 3456986 h 4587875"/>
              <a:gd name="connsiteX4214" fmla="*/ 1602317 w 9408955"/>
              <a:gd name="connsiteY4214" fmla="*/ 3436172 h 4587875"/>
              <a:gd name="connsiteX4215" fmla="*/ 1567449 w 9408955"/>
              <a:gd name="connsiteY4215" fmla="*/ 3387090 h 4587875"/>
              <a:gd name="connsiteX4216" fmla="*/ 1547653 w 9408955"/>
              <a:gd name="connsiteY4216" fmla="*/ 3449933 h 4587875"/>
              <a:gd name="connsiteX4217" fmla="*/ 1578950 w 9408955"/>
              <a:gd name="connsiteY4217" fmla="*/ 3456986 h 4587875"/>
              <a:gd name="connsiteX4218" fmla="*/ 5368952 w 9408955"/>
              <a:gd name="connsiteY4218" fmla="*/ 3457034 h 4587875"/>
              <a:gd name="connsiteX4219" fmla="*/ 5405519 w 9408955"/>
              <a:gd name="connsiteY4219" fmla="*/ 3419942 h 4587875"/>
              <a:gd name="connsiteX4220" fmla="*/ 5352609 w 9408955"/>
              <a:gd name="connsiteY4220" fmla="*/ 3393091 h 4587875"/>
              <a:gd name="connsiteX4221" fmla="*/ 5349895 w 9408955"/>
              <a:gd name="connsiteY4221" fmla="*/ 3450628 h 4587875"/>
              <a:gd name="connsiteX4222" fmla="*/ 5368952 w 9408955"/>
              <a:gd name="connsiteY4222" fmla="*/ 3457034 h 4587875"/>
              <a:gd name="connsiteX4223" fmla="*/ 8052145 w 9408955"/>
              <a:gd name="connsiteY4223" fmla="*/ 3457073 h 4587875"/>
              <a:gd name="connsiteX4224" fmla="*/ 8075630 w 9408955"/>
              <a:gd name="connsiteY4224" fmla="*/ 3436178 h 4587875"/>
              <a:gd name="connsiteX4225" fmla="*/ 8041428 w 9408955"/>
              <a:gd name="connsiteY4225" fmla="*/ 3388192 h 4587875"/>
              <a:gd name="connsiteX4226" fmla="*/ 8020450 w 9408955"/>
              <a:gd name="connsiteY4226" fmla="*/ 3449824 h 4587875"/>
              <a:gd name="connsiteX4227" fmla="*/ 8052145 w 9408955"/>
              <a:gd name="connsiteY4227" fmla="*/ 3457073 h 4587875"/>
              <a:gd name="connsiteX4228" fmla="*/ 6082872 w 9408955"/>
              <a:gd name="connsiteY4228" fmla="*/ 3457099 h 4587875"/>
              <a:gd name="connsiteX4229" fmla="*/ 6123802 w 9408955"/>
              <a:gd name="connsiteY4229" fmla="*/ 3407528 h 4587875"/>
              <a:gd name="connsiteX4230" fmla="*/ 6061257 w 9408955"/>
              <a:gd name="connsiteY4230" fmla="*/ 3405254 h 4587875"/>
              <a:gd name="connsiteX4231" fmla="*/ 6082872 w 9408955"/>
              <a:gd name="connsiteY4231" fmla="*/ 3457099 h 4587875"/>
              <a:gd name="connsiteX4232" fmla="*/ 6511532 w 9408955"/>
              <a:gd name="connsiteY4232" fmla="*/ 3457251 h 4587875"/>
              <a:gd name="connsiteX4233" fmla="*/ 6535525 w 9408955"/>
              <a:gd name="connsiteY4233" fmla="*/ 3413262 h 4587875"/>
              <a:gd name="connsiteX4234" fmla="*/ 6474689 w 9408955"/>
              <a:gd name="connsiteY4234" fmla="*/ 3398366 h 4587875"/>
              <a:gd name="connsiteX4235" fmla="*/ 6493214 w 9408955"/>
              <a:gd name="connsiteY4235" fmla="*/ 3457033 h 4587875"/>
              <a:gd name="connsiteX4236" fmla="*/ 6511532 w 9408955"/>
              <a:gd name="connsiteY4236" fmla="*/ 3457251 h 4587875"/>
              <a:gd name="connsiteX4237" fmla="*/ 6817881 w 9408955"/>
              <a:gd name="connsiteY4237" fmla="*/ 3457333 h 4587875"/>
              <a:gd name="connsiteX4238" fmla="*/ 6843846 w 9408955"/>
              <a:gd name="connsiteY4238" fmla="*/ 3412721 h 4587875"/>
              <a:gd name="connsiteX4239" fmla="*/ 6784023 w 9408955"/>
              <a:gd name="connsiteY4239" fmla="*/ 3400763 h 4587875"/>
              <a:gd name="connsiteX4240" fmla="*/ 6798866 w 9408955"/>
              <a:gd name="connsiteY4240" fmla="*/ 3455592 h 4587875"/>
              <a:gd name="connsiteX4241" fmla="*/ 6817881 w 9408955"/>
              <a:gd name="connsiteY4241" fmla="*/ 3457333 h 4587875"/>
              <a:gd name="connsiteX4242" fmla="*/ 8664911 w 9408955"/>
              <a:gd name="connsiteY4242" fmla="*/ 3457461 h 4587875"/>
              <a:gd name="connsiteX4243" fmla="*/ 8690681 w 9408955"/>
              <a:gd name="connsiteY4243" fmla="*/ 3405414 h 4587875"/>
              <a:gd name="connsiteX4244" fmla="*/ 8643617 w 9408955"/>
              <a:gd name="connsiteY4244" fmla="*/ 3386137 h 4587875"/>
              <a:gd name="connsiteX4245" fmla="*/ 8643162 w 9408955"/>
              <a:gd name="connsiteY4245" fmla="*/ 3452812 h 4587875"/>
              <a:gd name="connsiteX4246" fmla="*/ 8664911 w 9408955"/>
              <a:gd name="connsiteY4246" fmla="*/ 3457461 h 4587875"/>
              <a:gd name="connsiteX4247" fmla="*/ 6398266 w 9408955"/>
              <a:gd name="connsiteY4247" fmla="*/ 3457467 h 4587875"/>
              <a:gd name="connsiteX4248" fmla="*/ 6435285 w 9408955"/>
              <a:gd name="connsiteY4248" fmla="*/ 3419235 h 4587875"/>
              <a:gd name="connsiteX4249" fmla="*/ 6372225 w 9408955"/>
              <a:gd name="connsiteY4249" fmla="*/ 3399408 h 4587875"/>
              <a:gd name="connsiteX4250" fmla="*/ 6379563 w 9408955"/>
              <a:gd name="connsiteY4250" fmla="*/ 3450684 h 4587875"/>
              <a:gd name="connsiteX4251" fmla="*/ 6398266 w 9408955"/>
              <a:gd name="connsiteY4251" fmla="*/ 3457467 h 4587875"/>
              <a:gd name="connsiteX4252" fmla="*/ 2493959 w 9408955"/>
              <a:gd name="connsiteY4252" fmla="*/ 3457529 h 4587875"/>
              <a:gd name="connsiteX4253" fmla="*/ 2528862 w 9408955"/>
              <a:gd name="connsiteY4253" fmla="*/ 3411845 h 4587875"/>
              <a:gd name="connsiteX4254" fmla="*/ 2467682 w 9408955"/>
              <a:gd name="connsiteY4254" fmla="*/ 3401842 h 4587875"/>
              <a:gd name="connsiteX4255" fmla="*/ 2472907 w 9408955"/>
              <a:gd name="connsiteY4255" fmla="*/ 3449356 h 4587875"/>
              <a:gd name="connsiteX4256" fmla="*/ 2493959 w 9408955"/>
              <a:gd name="connsiteY4256" fmla="*/ 3457529 h 4587875"/>
              <a:gd name="connsiteX4257" fmla="*/ 849296 w 9408955"/>
              <a:gd name="connsiteY4257" fmla="*/ 3457652 h 4587875"/>
              <a:gd name="connsiteX4258" fmla="*/ 884754 w 9408955"/>
              <a:gd name="connsiteY4258" fmla="*/ 3420401 h 4587875"/>
              <a:gd name="connsiteX4259" fmla="*/ 837265 w 9408955"/>
              <a:gd name="connsiteY4259" fmla="*/ 3389489 h 4587875"/>
              <a:gd name="connsiteX4260" fmla="*/ 831385 w 9408955"/>
              <a:gd name="connsiteY4260" fmla="*/ 3451313 h 4587875"/>
              <a:gd name="connsiteX4261" fmla="*/ 849296 w 9408955"/>
              <a:gd name="connsiteY4261" fmla="*/ 3457652 h 4587875"/>
              <a:gd name="connsiteX4262" fmla="*/ 7433123 w 9408955"/>
              <a:gd name="connsiteY4262" fmla="*/ 3457653 h 4587875"/>
              <a:gd name="connsiteX4263" fmla="*/ 7455013 w 9408955"/>
              <a:gd name="connsiteY4263" fmla="*/ 3445382 h 4587875"/>
              <a:gd name="connsiteX4264" fmla="*/ 7422236 w 9408955"/>
              <a:gd name="connsiteY4264" fmla="*/ 3386896 h 4587875"/>
              <a:gd name="connsiteX4265" fmla="*/ 7407796 w 9408955"/>
              <a:gd name="connsiteY4265" fmla="*/ 3452722 h 4587875"/>
              <a:gd name="connsiteX4266" fmla="*/ 7433123 w 9408955"/>
              <a:gd name="connsiteY4266" fmla="*/ 3457653 h 4587875"/>
              <a:gd name="connsiteX4267" fmla="*/ 334586 w 9408955"/>
              <a:gd name="connsiteY4267" fmla="*/ 3457723 h 4587875"/>
              <a:gd name="connsiteX4268" fmla="*/ 370967 w 9408955"/>
              <a:gd name="connsiteY4268" fmla="*/ 3421282 h 4587875"/>
              <a:gd name="connsiteX4269" fmla="*/ 317799 w 9408955"/>
              <a:gd name="connsiteY4269" fmla="*/ 3392794 h 4587875"/>
              <a:gd name="connsiteX4270" fmla="*/ 316418 w 9408955"/>
              <a:gd name="connsiteY4270" fmla="*/ 3450910 h 4587875"/>
              <a:gd name="connsiteX4271" fmla="*/ 334586 w 9408955"/>
              <a:gd name="connsiteY4271" fmla="*/ 3457723 h 4587875"/>
              <a:gd name="connsiteX4272" fmla="*/ 5264183 w 9408955"/>
              <a:gd name="connsiteY4272" fmla="*/ 3457743 h 4587875"/>
              <a:gd name="connsiteX4273" fmla="*/ 5285015 w 9408955"/>
              <a:gd name="connsiteY4273" fmla="*/ 3453541 h 4587875"/>
              <a:gd name="connsiteX4274" fmla="*/ 5284106 w 9408955"/>
              <a:gd name="connsiteY4274" fmla="*/ 3386137 h 4587875"/>
              <a:gd name="connsiteX4275" fmla="*/ 5239080 w 9408955"/>
              <a:gd name="connsiteY4275" fmla="*/ 3406946 h 4587875"/>
              <a:gd name="connsiteX4276" fmla="*/ 5264183 w 9408955"/>
              <a:gd name="connsiteY4276" fmla="*/ 3457743 h 4587875"/>
              <a:gd name="connsiteX4277" fmla="*/ 1259392 w 9408955"/>
              <a:gd name="connsiteY4277" fmla="*/ 3457773 h 4587875"/>
              <a:gd name="connsiteX4278" fmla="*/ 1296969 w 9408955"/>
              <a:gd name="connsiteY4278" fmla="*/ 3419719 h 4587875"/>
              <a:gd name="connsiteX4279" fmla="*/ 1238022 w 9408955"/>
              <a:gd name="connsiteY4279" fmla="*/ 3396924 h 4587875"/>
              <a:gd name="connsiteX4280" fmla="*/ 1241003 w 9408955"/>
              <a:gd name="connsiteY4280" fmla="*/ 3450413 h 4587875"/>
              <a:gd name="connsiteX4281" fmla="*/ 1259392 w 9408955"/>
              <a:gd name="connsiteY4281" fmla="*/ 3457773 h 4587875"/>
              <a:gd name="connsiteX4282" fmla="*/ 6290653 w 9408955"/>
              <a:gd name="connsiteY4282" fmla="*/ 3457832 h 4587875"/>
              <a:gd name="connsiteX4283" fmla="*/ 6330498 w 9408955"/>
              <a:gd name="connsiteY4283" fmla="*/ 3435051 h 4587875"/>
              <a:gd name="connsiteX4284" fmla="*/ 6282401 w 9408955"/>
              <a:gd name="connsiteY4284" fmla="*/ 3389129 h 4587875"/>
              <a:gd name="connsiteX4285" fmla="*/ 6275335 w 9408955"/>
              <a:gd name="connsiteY4285" fmla="*/ 3451205 h 4587875"/>
              <a:gd name="connsiteX4286" fmla="*/ 6290653 w 9408955"/>
              <a:gd name="connsiteY4286" fmla="*/ 3457832 h 4587875"/>
              <a:gd name="connsiteX4287" fmla="*/ 5997852 w 9408955"/>
              <a:gd name="connsiteY4287" fmla="*/ 3457841 h 4587875"/>
              <a:gd name="connsiteX4288" fmla="*/ 6021704 w 9408955"/>
              <a:gd name="connsiteY4288" fmla="*/ 3413652 h 4587875"/>
              <a:gd name="connsiteX4289" fmla="*/ 5976700 w 9408955"/>
              <a:gd name="connsiteY4289" fmla="*/ 3388540 h 4587875"/>
              <a:gd name="connsiteX4290" fmla="*/ 5979640 w 9408955"/>
              <a:gd name="connsiteY4290" fmla="*/ 3456732 h 4587875"/>
              <a:gd name="connsiteX4291" fmla="*/ 5997852 w 9408955"/>
              <a:gd name="connsiteY4291" fmla="*/ 3457841 h 4587875"/>
              <a:gd name="connsiteX4292" fmla="*/ 2696801 w 9408955"/>
              <a:gd name="connsiteY4292" fmla="*/ 3457884 h 4587875"/>
              <a:gd name="connsiteX4293" fmla="*/ 2735040 w 9408955"/>
              <a:gd name="connsiteY4293" fmla="*/ 3428859 h 4587875"/>
              <a:gd name="connsiteX4294" fmla="*/ 2681743 w 9408955"/>
              <a:gd name="connsiteY4294" fmla="*/ 3392664 h 4587875"/>
              <a:gd name="connsiteX4295" fmla="*/ 2679927 w 9408955"/>
              <a:gd name="connsiteY4295" fmla="*/ 3452683 h 4587875"/>
              <a:gd name="connsiteX4296" fmla="*/ 2696801 w 9408955"/>
              <a:gd name="connsiteY4296" fmla="*/ 3457884 h 4587875"/>
              <a:gd name="connsiteX4297" fmla="*/ 1884543 w 9408955"/>
              <a:gd name="connsiteY4297" fmla="*/ 3457918 h 4587875"/>
              <a:gd name="connsiteX4298" fmla="*/ 1916113 w 9408955"/>
              <a:gd name="connsiteY4298" fmla="*/ 3426505 h 4587875"/>
              <a:gd name="connsiteX4299" fmla="*/ 1881764 w 9408955"/>
              <a:gd name="connsiteY4299" fmla="*/ 3387044 h 4587875"/>
              <a:gd name="connsiteX4300" fmla="*/ 1869036 w 9408955"/>
              <a:gd name="connsiteY4300" fmla="*/ 3456441 h 4587875"/>
              <a:gd name="connsiteX4301" fmla="*/ 1884543 w 9408955"/>
              <a:gd name="connsiteY4301" fmla="*/ 3457918 h 4587875"/>
              <a:gd name="connsiteX4302" fmla="*/ 8144464 w 9408955"/>
              <a:gd name="connsiteY4302" fmla="*/ 3457958 h 4587875"/>
              <a:gd name="connsiteX4303" fmla="*/ 8158004 w 9408955"/>
              <a:gd name="connsiteY4303" fmla="*/ 3455964 h 4587875"/>
              <a:gd name="connsiteX4304" fmla="*/ 8146211 w 9408955"/>
              <a:gd name="connsiteY4304" fmla="*/ 3386372 h 4587875"/>
              <a:gd name="connsiteX4305" fmla="*/ 8111966 w 9408955"/>
              <a:gd name="connsiteY4305" fmla="*/ 3436178 h 4587875"/>
              <a:gd name="connsiteX4306" fmla="*/ 8144464 w 9408955"/>
              <a:gd name="connsiteY4306" fmla="*/ 3457958 h 4587875"/>
              <a:gd name="connsiteX4307" fmla="*/ 7732923 w 9408955"/>
              <a:gd name="connsiteY4307" fmla="*/ 3457987 h 4587875"/>
              <a:gd name="connsiteX4308" fmla="*/ 7770427 w 9408955"/>
              <a:gd name="connsiteY4308" fmla="*/ 3420249 h 4587875"/>
              <a:gd name="connsiteX4309" fmla="*/ 7716225 w 9408955"/>
              <a:gd name="connsiteY4309" fmla="*/ 3392242 h 4587875"/>
              <a:gd name="connsiteX4310" fmla="*/ 7713958 w 9408955"/>
              <a:gd name="connsiteY4310" fmla="*/ 3451470 h 4587875"/>
              <a:gd name="connsiteX4311" fmla="*/ 7732923 w 9408955"/>
              <a:gd name="connsiteY4311" fmla="*/ 3457987 h 4587875"/>
              <a:gd name="connsiteX4312" fmla="*/ 5064118 w 9408955"/>
              <a:gd name="connsiteY4312" fmla="*/ 3458028 h 4587875"/>
              <a:gd name="connsiteX4313" fmla="*/ 5097383 w 9408955"/>
              <a:gd name="connsiteY4313" fmla="*/ 3413124 h 4587875"/>
              <a:gd name="connsiteX4314" fmla="*/ 5040601 w 9408955"/>
              <a:gd name="connsiteY4314" fmla="*/ 3394301 h 4587875"/>
              <a:gd name="connsiteX4315" fmla="*/ 5043819 w 9408955"/>
              <a:gd name="connsiteY4315" fmla="*/ 3450998 h 4587875"/>
              <a:gd name="connsiteX4316" fmla="*/ 5064118 w 9408955"/>
              <a:gd name="connsiteY4316" fmla="*/ 3458028 h 4587875"/>
              <a:gd name="connsiteX4317" fmla="*/ 6908534 w 9408955"/>
              <a:gd name="connsiteY4317" fmla="*/ 3458032 h 4587875"/>
              <a:gd name="connsiteX4318" fmla="*/ 6949916 w 9408955"/>
              <a:gd name="connsiteY4318" fmla="*/ 3436773 h 4587875"/>
              <a:gd name="connsiteX4319" fmla="*/ 6915119 w 9408955"/>
              <a:gd name="connsiteY4319" fmla="*/ 3386837 h 4587875"/>
              <a:gd name="connsiteX4320" fmla="*/ 6893227 w 9408955"/>
              <a:gd name="connsiteY4320" fmla="*/ 3451822 h 4587875"/>
              <a:gd name="connsiteX4321" fmla="*/ 6908534 w 9408955"/>
              <a:gd name="connsiteY4321" fmla="*/ 3458032 h 4587875"/>
              <a:gd name="connsiteX4322" fmla="*/ 7627203 w 9408955"/>
              <a:gd name="connsiteY4322" fmla="*/ 3458036 h 4587875"/>
              <a:gd name="connsiteX4323" fmla="*/ 7667189 w 9408955"/>
              <a:gd name="connsiteY4323" fmla="*/ 3428361 h 4587875"/>
              <a:gd name="connsiteX4324" fmla="*/ 7623532 w 9408955"/>
              <a:gd name="connsiteY4324" fmla="*/ 3388036 h 4587875"/>
              <a:gd name="connsiteX4325" fmla="*/ 7610732 w 9408955"/>
              <a:gd name="connsiteY4325" fmla="*/ 3449899 h 4587875"/>
              <a:gd name="connsiteX4326" fmla="*/ 7627203 w 9408955"/>
              <a:gd name="connsiteY4326" fmla="*/ 3458036 h 4587875"/>
              <a:gd name="connsiteX4327" fmla="*/ 1057352 w 9408955"/>
              <a:gd name="connsiteY4327" fmla="*/ 3458054 h 4587875"/>
              <a:gd name="connsiteX4328" fmla="*/ 1090421 w 9408955"/>
              <a:gd name="connsiteY4328" fmla="*/ 3420137 h 4587875"/>
              <a:gd name="connsiteX4329" fmla="*/ 1040759 w 9408955"/>
              <a:gd name="connsiteY4329" fmla="*/ 3391272 h 4587875"/>
              <a:gd name="connsiteX4330" fmla="*/ 1038945 w 9408955"/>
              <a:gd name="connsiteY4330" fmla="*/ 3453583 h 4587875"/>
              <a:gd name="connsiteX4331" fmla="*/ 1057352 w 9408955"/>
              <a:gd name="connsiteY4331" fmla="*/ 3458054 h 4587875"/>
              <a:gd name="connsiteX4332" fmla="*/ 6200414 w 9408955"/>
              <a:gd name="connsiteY4332" fmla="*/ 3458077 h 4587875"/>
              <a:gd name="connsiteX4333" fmla="*/ 6216181 w 9408955"/>
              <a:gd name="connsiteY4333" fmla="*/ 3451678 h 4587875"/>
              <a:gd name="connsiteX4334" fmla="*/ 6186166 w 9408955"/>
              <a:gd name="connsiteY4334" fmla="*/ 3388404 h 4587875"/>
              <a:gd name="connsiteX4335" fmla="*/ 6157754 w 9408955"/>
              <a:gd name="connsiteY4335" fmla="*/ 3436710 h 4587875"/>
              <a:gd name="connsiteX4336" fmla="*/ 6200414 w 9408955"/>
              <a:gd name="connsiteY4336" fmla="*/ 3458077 h 4587875"/>
              <a:gd name="connsiteX4337" fmla="*/ 1364955 w 9408955"/>
              <a:gd name="connsiteY4337" fmla="*/ 3458094 h 4587875"/>
              <a:gd name="connsiteX4338" fmla="*/ 1400836 w 9408955"/>
              <a:gd name="connsiteY4338" fmla="*/ 3419601 h 4587875"/>
              <a:gd name="connsiteX4339" fmla="*/ 1352823 w 9408955"/>
              <a:gd name="connsiteY4339" fmla="*/ 3389514 h 4587875"/>
              <a:gd name="connsiteX4340" fmla="*/ 1346648 w 9408955"/>
              <a:gd name="connsiteY4340" fmla="*/ 3451272 h 4587875"/>
              <a:gd name="connsiteX4341" fmla="*/ 1364955 w 9408955"/>
              <a:gd name="connsiteY4341" fmla="*/ 3458094 h 4587875"/>
              <a:gd name="connsiteX4342" fmla="*/ 5789528 w 9408955"/>
              <a:gd name="connsiteY4342" fmla="*/ 3458126 h 4587875"/>
              <a:gd name="connsiteX4343" fmla="*/ 5816691 w 9408955"/>
              <a:gd name="connsiteY4343" fmla="*/ 3412757 h 4587875"/>
              <a:gd name="connsiteX4344" fmla="*/ 5751300 w 9408955"/>
              <a:gd name="connsiteY4344" fmla="*/ 3407528 h 4587875"/>
              <a:gd name="connsiteX4345" fmla="*/ 5769619 w 9408955"/>
              <a:gd name="connsiteY4345" fmla="*/ 3455500 h 4587875"/>
              <a:gd name="connsiteX4346" fmla="*/ 5789528 w 9408955"/>
              <a:gd name="connsiteY4346" fmla="*/ 3458126 h 4587875"/>
              <a:gd name="connsiteX4347" fmla="*/ 1776792 w 9408955"/>
              <a:gd name="connsiteY4347" fmla="*/ 3458143 h 4587875"/>
              <a:gd name="connsiteX4348" fmla="*/ 1809685 w 9408955"/>
              <a:gd name="connsiteY4348" fmla="*/ 3413798 h 4587875"/>
              <a:gd name="connsiteX4349" fmla="*/ 1760898 w 9408955"/>
              <a:gd name="connsiteY4349" fmla="*/ 3386136 h 4587875"/>
              <a:gd name="connsiteX4350" fmla="*/ 1756567 w 9408955"/>
              <a:gd name="connsiteY4350" fmla="*/ 3452294 h 4587875"/>
              <a:gd name="connsiteX4351" fmla="*/ 1776792 w 9408955"/>
              <a:gd name="connsiteY4351" fmla="*/ 3458143 h 4587875"/>
              <a:gd name="connsiteX4352" fmla="*/ 1669902 w 9408955"/>
              <a:gd name="connsiteY4352" fmla="*/ 3458196 h 4587875"/>
              <a:gd name="connsiteX4353" fmla="*/ 1706114 w 9408955"/>
              <a:gd name="connsiteY4353" fmla="*/ 3421026 h 4587875"/>
              <a:gd name="connsiteX4354" fmla="*/ 1652759 w 9408955"/>
              <a:gd name="connsiteY4354" fmla="*/ 3392475 h 4587875"/>
              <a:gd name="connsiteX4355" fmla="*/ 1651402 w 9408955"/>
              <a:gd name="connsiteY4355" fmla="*/ 3451418 h 4587875"/>
              <a:gd name="connsiteX4356" fmla="*/ 1669902 w 9408955"/>
              <a:gd name="connsiteY4356" fmla="*/ 3458196 h 4587875"/>
              <a:gd name="connsiteX4357" fmla="*/ 5577598 w 9408955"/>
              <a:gd name="connsiteY4357" fmla="*/ 3458237 h 4587875"/>
              <a:gd name="connsiteX4358" fmla="*/ 5613907 w 9408955"/>
              <a:gd name="connsiteY4358" fmla="*/ 3420381 h 4587875"/>
              <a:gd name="connsiteX4359" fmla="*/ 5555288 w 9408955"/>
              <a:gd name="connsiteY4359" fmla="*/ 3394754 h 4587875"/>
              <a:gd name="connsiteX4360" fmla="*/ 5559622 w 9408955"/>
              <a:gd name="connsiteY4360" fmla="*/ 3451451 h 4587875"/>
              <a:gd name="connsiteX4361" fmla="*/ 5577598 w 9408955"/>
              <a:gd name="connsiteY4361" fmla="*/ 3458237 h 4587875"/>
              <a:gd name="connsiteX4362" fmla="*/ 4852497 w 9408955"/>
              <a:gd name="connsiteY4362" fmla="*/ 3458274 h 4587875"/>
              <a:gd name="connsiteX4363" fmla="*/ 4892499 w 9408955"/>
              <a:gd name="connsiteY4363" fmla="*/ 3429608 h 4587875"/>
              <a:gd name="connsiteX4364" fmla="*/ 4848841 w 9408955"/>
              <a:gd name="connsiteY4364" fmla="*/ 3388014 h 4587875"/>
              <a:gd name="connsiteX4365" fmla="*/ 4836335 w 9408955"/>
              <a:gd name="connsiteY4365" fmla="*/ 3450176 h 4587875"/>
              <a:gd name="connsiteX4366" fmla="*/ 4852497 w 9408955"/>
              <a:gd name="connsiteY4366" fmla="*/ 3458274 h 4587875"/>
              <a:gd name="connsiteX4367" fmla="*/ 6713150 w 9408955"/>
              <a:gd name="connsiteY4367" fmla="*/ 3458404 h 4587875"/>
              <a:gd name="connsiteX4368" fmla="*/ 6740093 w 9408955"/>
              <a:gd name="connsiteY4368" fmla="*/ 3412518 h 4587875"/>
              <a:gd name="connsiteX4369" fmla="*/ 6691282 w 9408955"/>
              <a:gd name="connsiteY4369" fmla="*/ 3389779 h 4587875"/>
              <a:gd name="connsiteX4370" fmla="*/ 6693791 w 9408955"/>
              <a:gd name="connsiteY4370" fmla="*/ 3454812 h 4587875"/>
              <a:gd name="connsiteX4371" fmla="*/ 6713150 w 9408955"/>
              <a:gd name="connsiteY4371" fmla="*/ 3458404 h 4587875"/>
              <a:gd name="connsiteX4372" fmla="*/ 7839741 w 9408955"/>
              <a:gd name="connsiteY4372" fmla="*/ 3458542 h 4587875"/>
              <a:gd name="connsiteX4373" fmla="*/ 7873753 w 9408955"/>
              <a:gd name="connsiteY4373" fmla="*/ 3412930 h 4587875"/>
              <a:gd name="connsiteX4374" fmla="*/ 7817060 w 9408955"/>
              <a:gd name="connsiteY4374" fmla="*/ 3396256 h 4587875"/>
              <a:gd name="connsiteX4375" fmla="*/ 7819117 w 9408955"/>
              <a:gd name="connsiteY4375" fmla="*/ 3452218 h 4587875"/>
              <a:gd name="connsiteX4376" fmla="*/ 7839741 w 9408955"/>
              <a:gd name="connsiteY4376" fmla="*/ 3458542 h 4587875"/>
              <a:gd name="connsiteX4377" fmla="*/ 956596 w 9408955"/>
              <a:gd name="connsiteY4377" fmla="*/ 3458587 h 4587875"/>
              <a:gd name="connsiteX4378" fmla="*/ 984436 w 9408955"/>
              <a:gd name="connsiteY4378" fmla="*/ 3408134 h 4587875"/>
              <a:gd name="connsiteX4379" fmla="*/ 924573 w 9408955"/>
              <a:gd name="connsiteY4379" fmla="*/ 3405640 h 4587875"/>
              <a:gd name="connsiteX4380" fmla="*/ 935335 w 9408955"/>
              <a:gd name="connsiteY4380" fmla="*/ 3452812 h 4587875"/>
              <a:gd name="connsiteX4381" fmla="*/ 956596 w 9408955"/>
              <a:gd name="connsiteY4381" fmla="*/ 3458587 h 4587875"/>
              <a:gd name="connsiteX4382" fmla="*/ 7223461 w 9408955"/>
              <a:gd name="connsiteY4382" fmla="*/ 3458828 h 4587875"/>
              <a:gd name="connsiteX4383" fmla="*/ 7237931 w 9408955"/>
              <a:gd name="connsiteY4383" fmla="*/ 3454222 h 4587875"/>
              <a:gd name="connsiteX4384" fmla="*/ 7237931 w 9408955"/>
              <a:gd name="connsiteY4384" fmla="*/ 3385929 h 4587875"/>
              <a:gd name="connsiteX4385" fmla="*/ 7196978 w 9408955"/>
              <a:gd name="connsiteY4385" fmla="*/ 3396046 h 4587875"/>
              <a:gd name="connsiteX4386" fmla="*/ 7186912 w 9408955"/>
              <a:gd name="connsiteY4386" fmla="*/ 3436517 h 4587875"/>
              <a:gd name="connsiteX4387" fmla="*/ 7223461 w 9408955"/>
              <a:gd name="connsiteY4387" fmla="*/ 3458828 h 4587875"/>
              <a:gd name="connsiteX4388" fmla="*/ 1150701 w 9408955"/>
              <a:gd name="connsiteY4388" fmla="*/ 3458902 h 4587875"/>
              <a:gd name="connsiteX4389" fmla="*/ 1190611 w 9408955"/>
              <a:gd name="connsiteY4389" fmla="*/ 3435811 h 4587875"/>
              <a:gd name="connsiteX4390" fmla="*/ 1173962 w 9408955"/>
              <a:gd name="connsiteY4390" fmla="*/ 3386165 h 4587875"/>
              <a:gd name="connsiteX4391" fmla="*/ 1129726 w 9408955"/>
              <a:gd name="connsiteY4391" fmla="*/ 3401867 h 4587875"/>
              <a:gd name="connsiteX4392" fmla="*/ 1150701 w 9408955"/>
              <a:gd name="connsiteY4392" fmla="*/ 3458902 h 4587875"/>
              <a:gd name="connsiteX4393" fmla="*/ 7533992 w 9408955"/>
              <a:gd name="connsiteY4393" fmla="*/ 3462337 h 4587875"/>
              <a:gd name="connsiteX4394" fmla="*/ 7564890 w 9408955"/>
              <a:gd name="connsiteY4394" fmla="*/ 3413874 h 4587875"/>
              <a:gd name="connsiteX4395" fmla="*/ 7498943 w 9408955"/>
              <a:gd name="connsiteY4395" fmla="*/ 3407473 h 4587875"/>
              <a:gd name="connsiteX4396" fmla="*/ 7533992 w 9408955"/>
              <a:gd name="connsiteY4396" fmla="*/ 3462337 h 4587875"/>
              <a:gd name="connsiteX4397" fmla="*/ 7122954 w 9408955"/>
              <a:gd name="connsiteY4397" fmla="*/ 3462337 h 4587875"/>
              <a:gd name="connsiteX4398" fmla="*/ 7154931 w 9408955"/>
              <a:gd name="connsiteY4398" fmla="*/ 3427326 h 4587875"/>
              <a:gd name="connsiteX4399" fmla="*/ 7132706 w 9408955"/>
              <a:gd name="connsiteY4399" fmla="*/ 3386595 h 4587875"/>
              <a:gd name="connsiteX4400" fmla="*/ 7084400 w 9408955"/>
              <a:gd name="connsiteY4400" fmla="*/ 3420919 h 4587875"/>
              <a:gd name="connsiteX4401" fmla="*/ 7122954 w 9408955"/>
              <a:gd name="connsiteY4401" fmla="*/ 3462337 h 4587875"/>
              <a:gd name="connsiteX4402" fmla="*/ 4753808 w 9408955"/>
              <a:gd name="connsiteY4402" fmla="*/ 3462337 h 4587875"/>
              <a:gd name="connsiteX4403" fmla="*/ 4787174 w 9408955"/>
              <a:gd name="connsiteY4403" fmla="*/ 3407952 h 4587875"/>
              <a:gd name="connsiteX4404" fmla="*/ 4721585 w 9408955"/>
              <a:gd name="connsiteY4404" fmla="*/ 3413022 h 4587875"/>
              <a:gd name="connsiteX4405" fmla="*/ 4753808 w 9408955"/>
              <a:gd name="connsiteY4405" fmla="*/ 3462337 h 4587875"/>
              <a:gd name="connsiteX4406" fmla="*/ 2389631 w 9408955"/>
              <a:gd name="connsiteY4406" fmla="*/ 3462337 h 4587875"/>
              <a:gd name="connsiteX4407" fmla="*/ 2424828 w 9408955"/>
              <a:gd name="connsiteY4407" fmla="*/ 3420727 h 4587875"/>
              <a:gd name="connsiteX4408" fmla="*/ 2360808 w 9408955"/>
              <a:gd name="connsiteY4408" fmla="*/ 3413224 h 4587875"/>
              <a:gd name="connsiteX4409" fmla="*/ 2389631 w 9408955"/>
              <a:gd name="connsiteY4409" fmla="*/ 3462337 h 4587875"/>
              <a:gd name="connsiteX4410" fmla="*/ 1465007 w 9408955"/>
              <a:gd name="connsiteY4410" fmla="*/ 3462337 h 4587875"/>
              <a:gd name="connsiteX4411" fmla="*/ 1500529 w 9408955"/>
              <a:gd name="connsiteY4411" fmla="*/ 3432973 h 4587875"/>
              <a:gd name="connsiteX4412" fmla="*/ 1463854 w 9408955"/>
              <a:gd name="connsiteY4412" fmla="*/ 3386633 h 4587875"/>
              <a:gd name="connsiteX4413" fmla="*/ 1433866 w 9408955"/>
              <a:gd name="connsiteY4413" fmla="*/ 3432514 h 4587875"/>
              <a:gd name="connsiteX4414" fmla="*/ 1465007 w 9408955"/>
              <a:gd name="connsiteY4414" fmla="*/ 3462337 h 4587875"/>
              <a:gd name="connsiteX4415" fmla="*/ 1361476 w 9408955"/>
              <a:gd name="connsiteY4415" fmla="*/ 3554609 h 4587875"/>
              <a:gd name="connsiteX4416" fmla="*/ 1393767 w 9408955"/>
              <a:gd name="connsiteY4416" fmla="*/ 3524349 h 4587875"/>
              <a:gd name="connsiteX4417" fmla="*/ 1344727 w 9408955"/>
              <a:gd name="connsiteY4417" fmla="*/ 3503059 h 4587875"/>
              <a:gd name="connsiteX4418" fmla="*/ 1345192 w 9408955"/>
              <a:gd name="connsiteY4418" fmla="*/ 3549301 h 4587875"/>
              <a:gd name="connsiteX4419" fmla="*/ 1361476 w 9408955"/>
              <a:gd name="connsiteY4419" fmla="*/ 3554609 h 4587875"/>
              <a:gd name="connsiteX4420" fmla="*/ 8877893 w 9408955"/>
              <a:gd name="connsiteY4420" fmla="*/ 3555971 h 4587875"/>
              <a:gd name="connsiteX4421" fmla="*/ 8897921 w 9408955"/>
              <a:gd name="connsiteY4421" fmla="*/ 3536807 h 4587875"/>
              <a:gd name="connsiteX4422" fmla="*/ 8862036 w 9408955"/>
              <a:gd name="connsiteY4422" fmla="*/ 3490038 h 4587875"/>
              <a:gd name="connsiteX4423" fmla="*/ 8848779 w 9408955"/>
              <a:gd name="connsiteY4423" fmla="*/ 3553918 h 4587875"/>
              <a:gd name="connsiteX4424" fmla="*/ 8877893 w 9408955"/>
              <a:gd name="connsiteY4424" fmla="*/ 3555971 h 4587875"/>
              <a:gd name="connsiteX4425" fmla="*/ 246128 w 9408955"/>
              <a:gd name="connsiteY4425" fmla="*/ 3556040 h 4587875"/>
              <a:gd name="connsiteX4426" fmla="*/ 265091 w 9408955"/>
              <a:gd name="connsiteY4426" fmla="*/ 3540364 h 4587875"/>
              <a:gd name="connsiteX4427" fmla="*/ 232568 w 9408955"/>
              <a:gd name="connsiteY4427" fmla="*/ 3490872 h 4587875"/>
              <a:gd name="connsiteX4428" fmla="*/ 219833 w 9408955"/>
              <a:gd name="connsiteY4428" fmla="*/ 3555592 h 4587875"/>
              <a:gd name="connsiteX4429" fmla="*/ 246128 w 9408955"/>
              <a:gd name="connsiteY4429" fmla="*/ 3556040 h 4587875"/>
              <a:gd name="connsiteX4430" fmla="*/ 8026952 w 9408955"/>
              <a:gd name="connsiteY4430" fmla="*/ 3556367 h 4587875"/>
              <a:gd name="connsiteX4431" fmla="*/ 8077320 w 9408955"/>
              <a:gd name="connsiteY4431" fmla="*/ 3532900 h 4587875"/>
              <a:gd name="connsiteX4432" fmla="*/ 8034147 w 9408955"/>
              <a:gd name="connsiteY4432" fmla="*/ 3491947 h 4587875"/>
              <a:gd name="connsiteX4433" fmla="*/ 8026952 w 9408955"/>
              <a:gd name="connsiteY4433" fmla="*/ 3556367 h 4587875"/>
              <a:gd name="connsiteX4434" fmla="*/ 4767762 w 9408955"/>
              <a:gd name="connsiteY4434" fmla="*/ 3556487 h 4587875"/>
              <a:gd name="connsiteX4435" fmla="*/ 4788168 w 9408955"/>
              <a:gd name="connsiteY4435" fmla="*/ 3537122 h 4587875"/>
              <a:gd name="connsiteX4436" fmla="*/ 4752472 w 9408955"/>
              <a:gd name="connsiteY4436" fmla="*/ 3489841 h 4587875"/>
              <a:gd name="connsiteX4437" fmla="*/ 4738148 w 9408955"/>
              <a:gd name="connsiteY4437" fmla="*/ 3555024 h 4587875"/>
              <a:gd name="connsiteX4438" fmla="*/ 4767762 w 9408955"/>
              <a:gd name="connsiteY4438" fmla="*/ 3556487 h 4587875"/>
              <a:gd name="connsiteX4439" fmla="*/ 5981323 w 9408955"/>
              <a:gd name="connsiteY4439" fmla="*/ 3556615 h 4587875"/>
              <a:gd name="connsiteX4440" fmla="*/ 6005449 w 9408955"/>
              <a:gd name="connsiteY4440" fmla="*/ 3555534 h 4587875"/>
              <a:gd name="connsiteX4441" fmla="*/ 6015488 w 9408955"/>
              <a:gd name="connsiteY4441" fmla="*/ 3500709 h 4587875"/>
              <a:gd name="connsiteX4442" fmla="*/ 5967577 w 9408955"/>
              <a:gd name="connsiteY4442" fmla="*/ 3491836 h 4587875"/>
              <a:gd name="connsiteX4443" fmla="*/ 5960961 w 9408955"/>
              <a:gd name="connsiteY4443" fmla="*/ 3545752 h 4587875"/>
              <a:gd name="connsiteX4444" fmla="*/ 5981323 w 9408955"/>
              <a:gd name="connsiteY4444" fmla="*/ 3556615 h 4587875"/>
              <a:gd name="connsiteX4445" fmla="*/ 7952167 w 9408955"/>
              <a:gd name="connsiteY4445" fmla="*/ 3556777 h 4587875"/>
              <a:gd name="connsiteX4446" fmla="*/ 7973173 w 9408955"/>
              <a:gd name="connsiteY4446" fmla="*/ 3537779 h 4587875"/>
              <a:gd name="connsiteX4447" fmla="*/ 7937341 w 9408955"/>
              <a:gd name="connsiteY4447" fmla="*/ 3490651 h 4587875"/>
              <a:gd name="connsiteX4448" fmla="*/ 7923507 w 9408955"/>
              <a:gd name="connsiteY4448" fmla="*/ 3553790 h 4587875"/>
              <a:gd name="connsiteX4449" fmla="*/ 7952167 w 9408955"/>
              <a:gd name="connsiteY4449" fmla="*/ 3556777 h 4587875"/>
              <a:gd name="connsiteX4450" fmla="*/ 5075030 w 9408955"/>
              <a:gd name="connsiteY4450" fmla="*/ 3557133 h 4587875"/>
              <a:gd name="connsiteX4451" fmla="*/ 5095816 w 9408955"/>
              <a:gd name="connsiteY4451" fmla="*/ 3537403 h 4587875"/>
              <a:gd name="connsiteX4452" fmla="*/ 5058115 w 9408955"/>
              <a:gd name="connsiteY4452" fmla="*/ 3491365 h 4587875"/>
              <a:gd name="connsiteX4453" fmla="*/ 5045324 w 9408955"/>
              <a:gd name="connsiteY4453" fmla="*/ 3554412 h 4587875"/>
              <a:gd name="connsiteX4454" fmla="*/ 5075030 w 9408955"/>
              <a:gd name="connsiteY4454" fmla="*/ 3557133 h 4587875"/>
              <a:gd name="connsiteX4455" fmla="*/ 7438711 w 9408955"/>
              <a:gd name="connsiteY4455" fmla="*/ 3557286 h 4587875"/>
              <a:gd name="connsiteX4456" fmla="*/ 7459656 w 9408955"/>
              <a:gd name="connsiteY4456" fmla="*/ 3537954 h 4587875"/>
              <a:gd name="connsiteX4457" fmla="*/ 7423080 w 9408955"/>
              <a:gd name="connsiteY4457" fmla="*/ 3490545 h 4587875"/>
              <a:gd name="connsiteX4458" fmla="*/ 7409364 w 9408955"/>
              <a:gd name="connsiteY4458" fmla="*/ 3554524 h 4587875"/>
              <a:gd name="connsiteX4459" fmla="*/ 7438711 w 9408955"/>
              <a:gd name="connsiteY4459" fmla="*/ 3557286 h 4587875"/>
              <a:gd name="connsiteX4460" fmla="*/ 760260 w 9408955"/>
              <a:gd name="connsiteY4460" fmla="*/ 3557328 h 4587875"/>
              <a:gd name="connsiteX4461" fmla="*/ 781917 w 9408955"/>
              <a:gd name="connsiteY4461" fmla="*/ 3533867 h 4587875"/>
              <a:gd name="connsiteX4462" fmla="*/ 747959 w 9408955"/>
              <a:gd name="connsiteY4462" fmla="*/ 3491129 h 4587875"/>
              <a:gd name="connsiteX4463" fmla="*/ 727168 w 9408955"/>
              <a:gd name="connsiteY4463" fmla="*/ 3553314 h 4587875"/>
              <a:gd name="connsiteX4464" fmla="*/ 760260 w 9408955"/>
              <a:gd name="connsiteY4464" fmla="*/ 3557328 h 4587875"/>
              <a:gd name="connsiteX4465" fmla="*/ 1476147 w 9408955"/>
              <a:gd name="connsiteY4465" fmla="*/ 3557435 h 4587875"/>
              <a:gd name="connsiteX4466" fmla="*/ 1496845 w 9408955"/>
              <a:gd name="connsiteY4466" fmla="*/ 3542338 h 4587875"/>
              <a:gd name="connsiteX4467" fmla="*/ 1463139 w 9408955"/>
              <a:gd name="connsiteY4467" fmla="*/ 3490704 h 4587875"/>
              <a:gd name="connsiteX4468" fmla="*/ 1449340 w 9408955"/>
              <a:gd name="connsiteY4468" fmla="*/ 3554621 h 4587875"/>
              <a:gd name="connsiteX4469" fmla="*/ 1476147 w 9408955"/>
              <a:gd name="connsiteY4469" fmla="*/ 3557435 h 4587875"/>
              <a:gd name="connsiteX4470" fmla="*/ 6308708 w 9408955"/>
              <a:gd name="connsiteY4470" fmla="*/ 3557516 h 4587875"/>
              <a:gd name="connsiteX4471" fmla="*/ 6330792 w 9408955"/>
              <a:gd name="connsiteY4471" fmla="*/ 3533262 h 4587875"/>
              <a:gd name="connsiteX4472" fmla="*/ 6281125 w 9408955"/>
              <a:gd name="connsiteY4472" fmla="*/ 3493856 h 4587875"/>
              <a:gd name="connsiteX4473" fmla="*/ 6275229 w 9408955"/>
              <a:gd name="connsiteY4473" fmla="*/ 3553772 h 4587875"/>
              <a:gd name="connsiteX4474" fmla="*/ 6308708 w 9408955"/>
              <a:gd name="connsiteY4474" fmla="*/ 3557516 h 4587875"/>
              <a:gd name="connsiteX4475" fmla="*/ 451075 w 9408955"/>
              <a:gd name="connsiteY4475" fmla="*/ 3557546 h 4587875"/>
              <a:gd name="connsiteX4476" fmla="*/ 472468 w 9408955"/>
              <a:gd name="connsiteY4476" fmla="*/ 3538185 h 4587875"/>
              <a:gd name="connsiteX4477" fmla="*/ 434462 w 9408955"/>
              <a:gd name="connsiteY4477" fmla="*/ 3490776 h 4587875"/>
              <a:gd name="connsiteX4478" fmla="*/ 420873 w 9408955"/>
              <a:gd name="connsiteY4478" fmla="*/ 3554986 h 4587875"/>
              <a:gd name="connsiteX4479" fmla="*/ 451075 w 9408955"/>
              <a:gd name="connsiteY4479" fmla="*/ 3557546 h 4587875"/>
              <a:gd name="connsiteX4480" fmla="*/ 7231794 w 9408955"/>
              <a:gd name="connsiteY4480" fmla="*/ 3557775 h 4587875"/>
              <a:gd name="connsiteX4481" fmla="*/ 7245691 w 9408955"/>
              <a:gd name="connsiteY4481" fmla="*/ 3549831 h 4587875"/>
              <a:gd name="connsiteX4482" fmla="*/ 7213389 w 9408955"/>
              <a:gd name="connsiteY4482" fmla="*/ 3491395 h 4587875"/>
              <a:gd name="connsiteX4483" fmla="*/ 7188041 w 9408955"/>
              <a:gd name="connsiteY4483" fmla="*/ 3542555 h 4587875"/>
              <a:gd name="connsiteX4484" fmla="*/ 7231794 w 9408955"/>
              <a:gd name="connsiteY4484" fmla="*/ 3557775 h 4587875"/>
              <a:gd name="connsiteX4485" fmla="*/ 954849 w 9408955"/>
              <a:gd name="connsiteY4485" fmla="*/ 3557881 h 4587875"/>
              <a:gd name="connsiteX4486" fmla="*/ 986275 w 9408955"/>
              <a:gd name="connsiteY4486" fmla="*/ 3517803 h 4587875"/>
              <a:gd name="connsiteX4487" fmla="*/ 925891 w 9408955"/>
              <a:gd name="connsiteY4487" fmla="*/ 3502649 h 4587875"/>
              <a:gd name="connsiteX4488" fmla="*/ 935269 w 9408955"/>
              <a:gd name="connsiteY4488" fmla="*/ 3553767 h 4587875"/>
              <a:gd name="connsiteX4489" fmla="*/ 954849 w 9408955"/>
              <a:gd name="connsiteY4489" fmla="*/ 3557881 h 4587875"/>
              <a:gd name="connsiteX4490" fmla="*/ 6710137 w 9408955"/>
              <a:gd name="connsiteY4490" fmla="*/ 3558155 h 4587875"/>
              <a:gd name="connsiteX4491" fmla="*/ 6741871 w 9408955"/>
              <a:gd name="connsiteY4491" fmla="*/ 3524250 h 4587875"/>
              <a:gd name="connsiteX4492" fmla="*/ 6699184 w 9408955"/>
              <a:gd name="connsiteY4492" fmla="*/ 3490986 h 4587875"/>
              <a:gd name="connsiteX4493" fmla="*/ 6692492 w 9408955"/>
              <a:gd name="connsiteY4493" fmla="*/ 3555678 h 4587875"/>
              <a:gd name="connsiteX4494" fmla="*/ 6710137 w 9408955"/>
              <a:gd name="connsiteY4494" fmla="*/ 3558155 h 4587875"/>
              <a:gd name="connsiteX4495" fmla="*/ 8549494 w 9408955"/>
              <a:gd name="connsiteY4495" fmla="*/ 3558175 h 4587875"/>
              <a:gd name="connsiteX4496" fmla="*/ 8582030 w 9408955"/>
              <a:gd name="connsiteY4496" fmla="*/ 3499898 h 4587875"/>
              <a:gd name="connsiteX4497" fmla="*/ 8521541 w 9408955"/>
              <a:gd name="connsiteY4497" fmla="*/ 3511097 h 4587875"/>
              <a:gd name="connsiteX4498" fmla="*/ 8549494 w 9408955"/>
              <a:gd name="connsiteY4498" fmla="*/ 3558175 h 4587875"/>
              <a:gd name="connsiteX4499" fmla="*/ 8163233 w 9408955"/>
              <a:gd name="connsiteY4499" fmla="*/ 3558275 h 4587875"/>
              <a:gd name="connsiteX4500" fmla="*/ 8175127 w 9408955"/>
              <a:gd name="connsiteY4500" fmla="*/ 3504074 h 4587875"/>
              <a:gd name="connsiteX4501" fmla="*/ 8113366 w 9408955"/>
              <a:gd name="connsiteY4501" fmla="*/ 3524540 h 4587875"/>
              <a:gd name="connsiteX4502" fmla="*/ 8163233 w 9408955"/>
              <a:gd name="connsiteY4502" fmla="*/ 3558275 h 4587875"/>
              <a:gd name="connsiteX4503" fmla="*/ 5175947 w 9408955"/>
              <a:gd name="connsiteY4503" fmla="*/ 3558312 h 4587875"/>
              <a:gd name="connsiteX4504" fmla="*/ 5197169 w 9408955"/>
              <a:gd name="connsiteY4504" fmla="*/ 3543016 h 4587875"/>
              <a:gd name="connsiteX4505" fmla="*/ 5162801 w 9408955"/>
              <a:gd name="connsiteY4505" fmla="*/ 3490930 h 4587875"/>
              <a:gd name="connsiteX4506" fmla="*/ 5149053 w 9408955"/>
              <a:gd name="connsiteY4506" fmla="*/ 3554843 h 4587875"/>
              <a:gd name="connsiteX4507" fmla="*/ 5175947 w 9408955"/>
              <a:gd name="connsiteY4507" fmla="*/ 3558312 h 4587875"/>
              <a:gd name="connsiteX4508" fmla="*/ 5577019 w 9408955"/>
              <a:gd name="connsiteY4508" fmla="*/ 3558366 h 4587875"/>
              <a:gd name="connsiteX4509" fmla="*/ 5613020 w 9408955"/>
              <a:gd name="connsiteY4509" fmla="*/ 3524473 h 4587875"/>
              <a:gd name="connsiteX4510" fmla="*/ 5565075 w 9408955"/>
              <a:gd name="connsiteY4510" fmla="*/ 3491867 h 4587875"/>
              <a:gd name="connsiteX4511" fmla="*/ 5559422 w 9408955"/>
              <a:gd name="connsiteY4511" fmla="*/ 3553203 h 4587875"/>
              <a:gd name="connsiteX4512" fmla="*/ 5577019 w 9408955"/>
              <a:gd name="connsiteY4512" fmla="*/ 3558366 h 4587875"/>
              <a:gd name="connsiteX4513" fmla="*/ 8244238 w 9408955"/>
              <a:gd name="connsiteY4513" fmla="*/ 3558381 h 4587875"/>
              <a:gd name="connsiteX4514" fmla="*/ 8284545 w 9408955"/>
              <a:gd name="connsiteY4514" fmla="*/ 3542327 h 4587875"/>
              <a:gd name="connsiteX4515" fmla="*/ 8250379 w 9408955"/>
              <a:gd name="connsiteY4515" fmla="*/ 3490474 h 4587875"/>
              <a:gd name="connsiteX4516" fmla="*/ 8230200 w 9408955"/>
              <a:gd name="connsiteY4516" fmla="*/ 3553243 h 4587875"/>
              <a:gd name="connsiteX4517" fmla="*/ 8244238 w 9408955"/>
              <a:gd name="connsiteY4517" fmla="*/ 3558381 h 4587875"/>
              <a:gd name="connsiteX4518" fmla="*/ 5368146 w 9408955"/>
              <a:gd name="connsiteY4518" fmla="*/ 3558409 h 4587875"/>
              <a:gd name="connsiteX4519" fmla="*/ 5400143 w 9408955"/>
              <a:gd name="connsiteY4519" fmla="*/ 3546021 h 4587875"/>
              <a:gd name="connsiteX4520" fmla="*/ 5362914 w 9408955"/>
              <a:gd name="connsiteY4520" fmla="*/ 3491592 h 4587875"/>
              <a:gd name="connsiteX4521" fmla="*/ 5337016 w 9408955"/>
              <a:gd name="connsiteY4521" fmla="*/ 3541032 h 4587875"/>
              <a:gd name="connsiteX4522" fmla="*/ 5368146 w 9408955"/>
              <a:gd name="connsiteY4522" fmla="*/ 3558409 h 4587875"/>
              <a:gd name="connsiteX4523" fmla="*/ 7738859 w 9408955"/>
              <a:gd name="connsiteY4523" fmla="*/ 3558486 h 4587875"/>
              <a:gd name="connsiteX4524" fmla="*/ 7770671 w 9408955"/>
              <a:gd name="connsiteY4524" fmla="*/ 3523560 h 4587875"/>
              <a:gd name="connsiteX4525" fmla="*/ 7727818 w 9408955"/>
              <a:gd name="connsiteY4525" fmla="*/ 3490719 h 4587875"/>
              <a:gd name="connsiteX4526" fmla="*/ 7721728 w 9408955"/>
              <a:gd name="connsiteY4526" fmla="*/ 3555717 h 4587875"/>
              <a:gd name="connsiteX4527" fmla="*/ 7738859 w 9408955"/>
              <a:gd name="connsiteY4527" fmla="*/ 3558486 h 4587875"/>
              <a:gd name="connsiteX4528" fmla="*/ 5493711 w 9408955"/>
              <a:gd name="connsiteY4528" fmla="*/ 3558508 h 4587875"/>
              <a:gd name="connsiteX4529" fmla="*/ 5509540 w 9408955"/>
              <a:gd name="connsiteY4529" fmla="*/ 3517702 h 4587875"/>
              <a:gd name="connsiteX4530" fmla="*/ 5455170 w 9408955"/>
              <a:gd name="connsiteY4530" fmla="*/ 3495158 h 4587875"/>
              <a:gd name="connsiteX4531" fmla="*/ 5445994 w 9408955"/>
              <a:gd name="connsiteY4531" fmla="*/ 3546334 h 4587875"/>
              <a:gd name="connsiteX4532" fmla="*/ 5493711 w 9408955"/>
              <a:gd name="connsiteY4532" fmla="*/ 3558508 h 4587875"/>
              <a:gd name="connsiteX4533" fmla="*/ 330354 w 9408955"/>
              <a:gd name="connsiteY4533" fmla="*/ 3558562 h 4587875"/>
              <a:gd name="connsiteX4534" fmla="*/ 369225 w 9408955"/>
              <a:gd name="connsiteY4534" fmla="*/ 3542393 h 4587875"/>
              <a:gd name="connsiteX4535" fmla="*/ 369225 w 9408955"/>
              <a:gd name="connsiteY4535" fmla="*/ 3507241 h 4587875"/>
              <a:gd name="connsiteX4536" fmla="*/ 328867 w 9408955"/>
              <a:gd name="connsiteY4536" fmla="*/ 3491139 h 4587875"/>
              <a:gd name="connsiteX4537" fmla="*/ 316691 w 9408955"/>
              <a:gd name="connsiteY4537" fmla="*/ 3553052 h 4587875"/>
              <a:gd name="connsiteX4538" fmla="*/ 330354 w 9408955"/>
              <a:gd name="connsiteY4538" fmla="*/ 3558562 h 4587875"/>
              <a:gd name="connsiteX4539" fmla="*/ 4652838 w 9408955"/>
              <a:gd name="connsiteY4539" fmla="*/ 3558564 h 4587875"/>
              <a:gd name="connsiteX4540" fmla="*/ 4687246 w 9408955"/>
              <a:gd name="connsiteY4540" fmla="*/ 3524821 h 4587875"/>
              <a:gd name="connsiteX4541" fmla="*/ 4648829 w 9408955"/>
              <a:gd name="connsiteY4541" fmla="*/ 3490446 h 4587875"/>
              <a:gd name="connsiteX4542" fmla="*/ 4635337 w 9408955"/>
              <a:gd name="connsiteY4542" fmla="*/ 3553543 h 4587875"/>
              <a:gd name="connsiteX4543" fmla="*/ 4652838 w 9408955"/>
              <a:gd name="connsiteY4543" fmla="*/ 3558564 h 4587875"/>
              <a:gd name="connsiteX4544" fmla="*/ 2497106 w 9408955"/>
              <a:gd name="connsiteY4544" fmla="*/ 3558619 h 4587875"/>
              <a:gd name="connsiteX4545" fmla="*/ 2528622 w 9408955"/>
              <a:gd name="connsiteY4545" fmla="*/ 3516499 h 4587875"/>
              <a:gd name="connsiteX4546" fmla="*/ 2463629 w 9408955"/>
              <a:gd name="connsiteY4546" fmla="*/ 3509432 h 4587875"/>
              <a:gd name="connsiteX4547" fmla="*/ 2477586 w 9408955"/>
              <a:gd name="connsiteY4547" fmla="*/ 3554794 h 4587875"/>
              <a:gd name="connsiteX4548" fmla="*/ 2497106 w 9408955"/>
              <a:gd name="connsiteY4548" fmla="*/ 3558619 h 4587875"/>
              <a:gd name="connsiteX4549" fmla="*/ 542851 w 9408955"/>
              <a:gd name="connsiteY4549" fmla="*/ 3558643 h 4587875"/>
              <a:gd name="connsiteX4550" fmla="*/ 577825 w 9408955"/>
              <a:gd name="connsiteY4550" fmla="*/ 3524367 h 4587875"/>
              <a:gd name="connsiteX4551" fmla="*/ 514898 w 9408955"/>
              <a:gd name="connsiteY4551" fmla="*/ 3502086 h 4587875"/>
              <a:gd name="connsiteX4552" fmla="*/ 525077 w 9408955"/>
              <a:gd name="connsiteY4552" fmla="*/ 3553925 h 4587875"/>
              <a:gd name="connsiteX4553" fmla="*/ 542851 w 9408955"/>
              <a:gd name="connsiteY4553" fmla="*/ 3558643 h 4587875"/>
              <a:gd name="connsiteX4554" fmla="*/ 2392213 w 9408955"/>
              <a:gd name="connsiteY4554" fmla="*/ 3558643 h 4587875"/>
              <a:gd name="connsiteX4555" fmla="*/ 2424419 w 9408955"/>
              <a:gd name="connsiteY4555" fmla="*/ 3525192 h 4587875"/>
              <a:gd name="connsiteX4556" fmla="*/ 2365047 w 9408955"/>
              <a:gd name="connsiteY4556" fmla="*/ 3502962 h 4587875"/>
              <a:gd name="connsiteX4557" fmla="*/ 2374897 w 9408955"/>
              <a:gd name="connsiteY4557" fmla="*/ 3554983 h 4587875"/>
              <a:gd name="connsiteX4558" fmla="*/ 2392213 w 9408955"/>
              <a:gd name="connsiteY4558" fmla="*/ 3558643 h 4587875"/>
              <a:gd name="connsiteX4559" fmla="*/ 1057733 w 9408955"/>
              <a:gd name="connsiteY4559" fmla="*/ 3558810 h 4587875"/>
              <a:gd name="connsiteX4560" fmla="*/ 1090228 w 9408955"/>
              <a:gd name="connsiteY4560" fmla="*/ 3524595 h 4587875"/>
              <a:gd name="connsiteX4561" fmla="*/ 1034834 w 9408955"/>
              <a:gd name="connsiteY4561" fmla="*/ 3497991 h 4587875"/>
              <a:gd name="connsiteX4562" fmla="*/ 1040257 w 9408955"/>
              <a:gd name="connsiteY4562" fmla="*/ 3555520 h 4587875"/>
              <a:gd name="connsiteX4563" fmla="*/ 1057733 w 9408955"/>
              <a:gd name="connsiteY4563" fmla="*/ 3558810 h 4587875"/>
              <a:gd name="connsiteX4564" fmla="*/ 1166159 w 9408955"/>
              <a:gd name="connsiteY4564" fmla="*/ 3558829 h 4587875"/>
              <a:gd name="connsiteX4565" fmla="*/ 1197026 w 9408955"/>
              <a:gd name="connsiteY4565" fmla="*/ 3525149 h 4587875"/>
              <a:gd name="connsiteX4566" fmla="*/ 1156870 w 9408955"/>
              <a:gd name="connsiteY4566" fmla="*/ 3490279 h 4587875"/>
              <a:gd name="connsiteX4567" fmla="*/ 1149879 w 9408955"/>
              <a:gd name="connsiteY4567" fmla="*/ 3557725 h 4587875"/>
              <a:gd name="connsiteX4568" fmla="*/ 1166159 w 9408955"/>
              <a:gd name="connsiteY4568" fmla="*/ 3558829 h 4587875"/>
              <a:gd name="connsiteX4569" fmla="*/ 5679647 w 9408955"/>
              <a:gd name="connsiteY4569" fmla="*/ 3558835 h 4587875"/>
              <a:gd name="connsiteX4570" fmla="*/ 5714885 w 9408955"/>
              <a:gd name="connsiteY4570" fmla="*/ 3530325 h 4587875"/>
              <a:gd name="connsiteX4571" fmla="*/ 5658499 w 9408955"/>
              <a:gd name="connsiteY4571" fmla="*/ 3496954 h 4587875"/>
              <a:gd name="connsiteX4572" fmla="*/ 5663686 w 9408955"/>
              <a:gd name="connsiteY4572" fmla="*/ 3554553 h 4587875"/>
              <a:gd name="connsiteX4573" fmla="*/ 5679647 w 9408955"/>
              <a:gd name="connsiteY4573" fmla="*/ 3558835 h 4587875"/>
              <a:gd name="connsiteX4574" fmla="*/ 6912078 w 9408955"/>
              <a:gd name="connsiteY4574" fmla="*/ 3558880 h 4587875"/>
              <a:gd name="connsiteX4575" fmla="*/ 6948073 w 9408955"/>
              <a:gd name="connsiteY4575" fmla="*/ 3525273 h 4587875"/>
              <a:gd name="connsiteX4576" fmla="*/ 6894546 w 9408955"/>
              <a:gd name="connsiteY4576" fmla="*/ 3495940 h 4587875"/>
              <a:gd name="connsiteX4577" fmla="*/ 6894318 w 9408955"/>
              <a:gd name="connsiteY4577" fmla="*/ 3553924 h 4587875"/>
              <a:gd name="connsiteX4578" fmla="*/ 6912078 w 9408955"/>
              <a:gd name="connsiteY4578" fmla="*/ 3558880 h 4587875"/>
              <a:gd name="connsiteX4579" fmla="*/ 1878395 w 9408955"/>
              <a:gd name="connsiteY4579" fmla="*/ 3558884 h 4587875"/>
              <a:gd name="connsiteX4580" fmla="*/ 1913844 w 9408955"/>
              <a:gd name="connsiteY4580" fmla="*/ 3525039 h 4587875"/>
              <a:gd name="connsiteX4581" fmla="*/ 1855153 w 9408955"/>
              <a:gd name="connsiteY4581" fmla="*/ 3498347 h 4587875"/>
              <a:gd name="connsiteX4582" fmla="*/ 1860612 w 9408955"/>
              <a:gd name="connsiteY4582" fmla="*/ 3554219 h 4587875"/>
              <a:gd name="connsiteX4583" fmla="*/ 1878395 w 9408955"/>
              <a:gd name="connsiteY4583" fmla="*/ 3558884 h 4587875"/>
              <a:gd name="connsiteX4584" fmla="*/ 8748031 w 9408955"/>
              <a:gd name="connsiteY4584" fmla="*/ 3558933 h 4587875"/>
              <a:gd name="connsiteX4585" fmla="*/ 8795740 w 9408955"/>
              <a:gd name="connsiteY4585" fmla="*/ 3524175 h 4587875"/>
              <a:gd name="connsiteX4586" fmla="*/ 8735368 w 9408955"/>
              <a:gd name="connsiteY4586" fmla="*/ 3504052 h 4587875"/>
              <a:gd name="connsiteX4587" fmla="*/ 8748031 w 9408955"/>
              <a:gd name="connsiteY4587" fmla="*/ 3558933 h 4587875"/>
              <a:gd name="connsiteX4588" fmla="*/ 5270730 w 9408955"/>
              <a:gd name="connsiteY4588" fmla="*/ 3558935 h 4587875"/>
              <a:gd name="connsiteX4589" fmla="*/ 5303422 w 9408955"/>
              <a:gd name="connsiteY4589" fmla="*/ 3525442 h 4587875"/>
              <a:gd name="connsiteX4590" fmla="*/ 5247983 w 9408955"/>
              <a:gd name="connsiteY4590" fmla="*/ 3496944 h 4587875"/>
              <a:gd name="connsiteX4591" fmla="*/ 5253459 w 9408955"/>
              <a:gd name="connsiteY4591" fmla="*/ 3555793 h 4587875"/>
              <a:gd name="connsiteX4592" fmla="*/ 5270730 w 9408955"/>
              <a:gd name="connsiteY4592" fmla="*/ 3558935 h 4587875"/>
              <a:gd name="connsiteX4593" fmla="*/ 6605535 w 9408955"/>
              <a:gd name="connsiteY4593" fmla="*/ 3558941 h 4587875"/>
              <a:gd name="connsiteX4594" fmla="*/ 6638767 w 9408955"/>
              <a:gd name="connsiteY4594" fmla="*/ 3525871 h 4587875"/>
              <a:gd name="connsiteX4595" fmla="*/ 6582750 w 9408955"/>
              <a:gd name="connsiteY4595" fmla="*/ 3498365 h 4587875"/>
              <a:gd name="connsiteX4596" fmla="*/ 6588193 w 9408955"/>
              <a:gd name="connsiteY4596" fmla="*/ 3555439 h 4587875"/>
              <a:gd name="connsiteX4597" fmla="*/ 6605535 w 9408955"/>
              <a:gd name="connsiteY4597" fmla="*/ 3558941 h 4587875"/>
              <a:gd name="connsiteX4598" fmla="*/ 1689997 w 9408955"/>
              <a:gd name="connsiteY4598" fmla="*/ 3558945 h 4587875"/>
              <a:gd name="connsiteX4599" fmla="*/ 1687523 w 9408955"/>
              <a:gd name="connsiteY4599" fmla="*/ 3492684 h 4587875"/>
              <a:gd name="connsiteX4600" fmla="*/ 1640973 w 9408955"/>
              <a:gd name="connsiteY4600" fmla="*/ 3533177 h 4587875"/>
              <a:gd name="connsiteX4601" fmla="*/ 1689997 w 9408955"/>
              <a:gd name="connsiteY4601" fmla="*/ 3558945 h 4587875"/>
              <a:gd name="connsiteX4602" fmla="*/ 6503213 w 9408955"/>
              <a:gd name="connsiteY4602" fmla="*/ 3558976 h 4587875"/>
              <a:gd name="connsiteX4603" fmla="*/ 6536650 w 9408955"/>
              <a:gd name="connsiteY4603" fmla="*/ 3519940 h 4587875"/>
              <a:gd name="connsiteX4604" fmla="*/ 6470779 w 9408955"/>
              <a:gd name="connsiteY4604" fmla="*/ 3510188 h 4587875"/>
              <a:gd name="connsiteX4605" fmla="*/ 6483861 w 9408955"/>
              <a:gd name="connsiteY4605" fmla="*/ 3554185 h 4587875"/>
              <a:gd name="connsiteX4606" fmla="*/ 6503213 w 9408955"/>
              <a:gd name="connsiteY4606" fmla="*/ 3558976 h 4587875"/>
              <a:gd name="connsiteX4607" fmla="*/ 7835340 w 9408955"/>
              <a:gd name="connsiteY4607" fmla="*/ 3558981 h 4587875"/>
              <a:gd name="connsiteX4608" fmla="*/ 7873138 w 9408955"/>
              <a:gd name="connsiteY4608" fmla="*/ 3531467 h 4587875"/>
              <a:gd name="connsiteX4609" fmla="*/ 7819017 w 9408955"/>
              <a:gd name="connsiteY4609" fmla="*/ 3496268 h 4587875"/>
              <a:gd name="connsiteX4610" fmla="*/ 7818789 w 9408955"/>
              <a:gd name="connsiteY4610" fmla="*/ 3554324 h 4587875"/>
              <a:gd name="connsiteX4611" fmla="*/ 7835340 w 9408955"/>
              <a:gd name="connsiteY4611" fmla="*/ 3558981 h 4587875"/>
              <a:gd name="connsiteX4612" fmla="*/ 856114 w 9408955"/>
              <a:gd name="connsiteY4612" fmla="*/ 3559080 h 4587875"/>
              <a:gd name="connsiteX4613" fmla="*/ 884010 w 9408955"/>
              <a:gd name="connsiteY4613" fmla="*/ 3517486 h 4587875"/>
              <a:gd name="connsiteX4614" fmla="*/ 818571 w 9408955"/>
              <a:gd name="connsiteY4614" fmla="*/ 3510040 h 4587875"/>
              <a:gd name="connsiteX4615" fmla="*/ 837105 w 9408955"/>
              <a:gd name="connsiteY4615" fmla="*/ 3556066 h 4587875"/>
              <a:gd name="connsiteX4616" fmla="*/ 856114 w 9408955"/>
              <a:gd name="connsiteY4616" fmla="*/ 3559080 h 4587875"/>
              <a:gd name="connsiteX4617" fmla="*/ 7119615 w 9408955"/>
              <a:gd name="connsiteY4617" fmla="*/ 3559121 h 4587875"/>
              <a:gd name="connsiteX4618" fmla="*/ 7154661 w 9408955"/>
              <a:gd name="connsiteY4618" fmla="*/ 3531279 h 4587875"/>
              <a:gd name="connsiteX4619" fmla="*/ 7102902 w 9408955"/>
              <a:gd name="connsiteY4619" fmla="*/ 3494313 h 4587875"/>
              <a:gd name="connsiteX4620" fmla="*/ 7103814 w 9408955"/>
              <a:gd name="connsiteY4620" fmla="*/ 3555319 h 4587875"/>
              <a:gd name="connsiteX4621" fmla="*/ 7119615 w 9408955"/>
              <a:gd name="connsiteY4621" fmla="*/ 3559121 h 4587875"/>
              <a:gd name="connsiteX4622" fmla="*/ 7649354 w 9408955"/>
              <a:gd name="connsiteY4622" fmla="*/ 3559174 h 4587875"/>
              <a:gd name="connsiteX4623" fmla="*/ 7672229 w 9408955"/>
              <a:gd name="connsiteY4623" fmla="*/ 3525156 h 4587875"/>
              <a:gd name="connsiteX4624" fmla="*/ 7639649 w 9408955"/>
              <a:gd name="connsiteY4624" fmla="*/ 3491138 h 4587875"/>
              <a:gd name="connsiteX4625" fmla="*/ 7600599 w 9408955"/>
              <a:gd name="connsiteY4625" fmla="*/ 3539217 h 4587875"/>
              <a:gd name="connsiteX4626" fmla="*/ 7649354 w 9408955"/>
              <a:gd name="connsiteY4626" fmla="*/ 3559174 h 4587875"/>
              <a:gd name="connsiteX4627" fmla="*/ 1775662 w 9408955"/>
              <a:gd name="connsiteY4627" fmla="*/ 3559206 h 4587875"/>
              <a:gd name="connsiteX4628" fmla="*/ 1808766 w 9408955"/>
              <a:gd name="connsiteY4628" fmla="*/ 3517397 h 4587875"/>
              <a:gd name="connsiteX4629" fmla="*/ 1744253 w 9408955"/>
              <a:gd name="connsiteY4629" fmla="*/ 3510195 h 4587875"/>
              <a:gd name="connsiteX4630" fmla="*/ 1755462 w 9408955"/>
              <a:gd name="connsiteY4630" fmla="*/ 3553632 h 4587875"/>
              <a:gd name="connsiteX4631" fmla="*/ 1775662 w 9408955"/>
              <a:gd name="connsiteY4631" fmla="*/ 3559206 h 4587875"/>
              <a:gd name="connsiteX4632" fmla="*/ 132742 w 9408955"/>
              <a:gd name="connsiteY4632" fmla="*/ 3559213 h 4587875"/>
              <a:gd name="connsiteX4633" fmla="*/ 165533 w 9408955"/>
              <a:gd name="connsiteY4633" fmla="*/ 3524930 h 4587875"/>
              <a:gd name="connsiteX4634" fmla="*/ 105475 w 9408955"/>
              <a:gd name="connsiteY4634" fmla="*/ 3501797 h 4587875"/>
              <a:gd name="connsiteX4635" fmla="*/ 115030 w 9408955"/>
              <a:gd name="connsiteY4635" fmla="*/ 3554866 h 4587875"/>
              <a:gd name="connsiteX4636" fmla="*/ 132742 w 9408955"/>
              <a:gd name="connsiteY4636" fmla="*/ 3559213 h 4587875"/>
              <a:gd name="connsiteX4637" fmla="*/ 8970389 w 9408955"/>
              <a:gd name="connsiteY4637" fmla="*/ 3559216 h 4587875"/>
              <a:gd name="connsiteX4638" fmla="*/ 9003241 w 9408955"/>
              <a:gd name="connsiteY4638" fmla="*/ 3525361 h 4587875"/>
              <a:gd name="connsiteX4639" fmla="*/ 8966378 w 9408955"/>
              <a:gd name="connsiteY4639" fmla="*/ 3490044 h 4587875"/>
              <a:gd name="connsiteX4640" fmla="*/ 8953261 w 9408955"/>
              <a:gd name="connsiteY4640" fmla="*/ 3556522 h 4587875"/>
              <a:gd name="connsiteX4641" fmla="*/ 8970389 w 9408955"/>
              <a:gd name="connsiteY4641" fmla="*/ 3559216 h 4587875"/>
              <a:gd name="connsiteX4642" fmla="*/ 8455042 w 9408955"/>
              <a:gd name="connsiteY4642" fmla="*/ 3559247 h 4587875"/>
              <a:gd name="connsiteX4643" fmla="*/ 8489800 w 9408955"/>
              <a:gd name="connsiteY4643" fmla="*/ 3525393 h 4587875"/>
              <a:gd name="connsiteX4644" fmla="*/ 8432361 w 9408955"/>
              <a:gd name="connsiteY4644" fmla="*/ 3498721 h 4587875"/>
              <a:gd name="connsiteX4645" fmla="*/ 8437336 w 9408955"/>
              <a:gd name="connsiteY4645" fmla="*/ 3554802 h 4587875"/>
              <a:gd name="connsiteX4646" fmla="*/ 8455042 w 9408955"/>
              <a:gd name="connsiteY4646" fmla="*/ 3559247 h 4587875"/>
              <a:gd name="connsiteX4647" fmla="*/ 8353649 w 9408955"/>
              <a:gd name="connsiteY4647" fmla="*/ 3559260 h 4587875"/>
              <a:gd name="connsiteX4648" fmla="*/ 8387036 w 9408955"/>
              <a:gd name="connsiteY4648" fmla="*/ 3518035 h 4587875"/>
              <a:gd name="connsiteX4649" fmla="*/ 8328365 w 9408955"/>
              <a:gd name="connsiteY4649" fmla="*/ 3498356 h 4587875"/>
              <a:gd name="connsiteX4650" fmla="*/ 8334277 w 9408955"/>
              <a:gd name="connsiteY4650" fmla="*/ 3554001 h 4587875"/>
              <a:gd name="connsiteX4651" fmla="*/ 8353649 w 9408955"/>
              <a:gd name="connsiteY4651" fmla="*/ 3559260 h 4587875"/>
              <a:gd name="connsiteX4652" fmla="*/ 7530874 w 9408955"/>
              <a:gd name="connsiteY4652" fmla="*/ 3559288 h 4587875"/>
              <a:gd name="connsiteX4653" fmla="*/ 7564740 w 9408955"/>
              <a:gd name="connsiteY4653" fmla="*/ 3525610 h 4587875"/>
              <a:gd name="connsiteX4654" fmla="*/ 7514088 w 9408955"/>
              <a:gd name="connsiteY4654" fmla="*/ 3494540 h 4587875"/>
              <a:gd name="connsiteX4655" fmla="*/ 7513636 w 9408955"/>
              <a:gd name="connsiteY4655" fmla="*/ 3555092 h 4587875"/>
              <a:gd name="connsiteX4656" fmla="*/ 7530874 w 9408955"/>
              <a:gd name="connsiteY4656" fmla="*/ 3559288 h 4587875"/>
              <a:gd name="connsiteX4657" fmla="*/ 4860646 w 9408955"/>
              <a:gd name="connsiteY4657" fmla="*/ 3559336 h 4587875"/>
              <a:gd name="connsiteX4658" fmla="*/ 4894323 w 9408955"/>
              <a:gd name="connsiteY4658" fmla="*/ 3525182 h 4587875"/>
              <a:gd name="connsiteX4659" fmla="*/ 4833828 w 9408955"/>
              <a:gd name="connsiteY4659" fmla="*/ 3500895 h 4587875"/>
              <a:gd name="connsiteX4660" fmla="*/ 4843380 w 9408955"/>
              <a:gd name="connsiteY4660" fmla="*/ 3555427 h 4587875"/>
              <a:gd name="connsiteX4661" fmla="*/ 4860646 w 9408955"/>
              <a:gd name="connsiteY4661" fmla="*/ 3559336 h 4587875"/>
              <a:gd name="connsiteX4662" fmla="*/ 5882972 w 9408955"/>
              <a:gd name="connsiteY4662" fmla="*/ 3559382 h 4587875"/>
              <a:gd name="connsiteX4663" fmla="*/ 5919638 w 9408955"/>
              <a:gd name="connsiteY4663" fmla="*/ 3525944 h 4587875"/>
              <a:gd name="connsiteX4664" fmla="*/ 5877802 w 9408955"/>
              <a:gd name="connsiteY4664" fmla="*/ 3490963 h 4587875"/>
              <a:gd name="connsiteX4665" fmla="*/ 5865365 w 9408955"/>
              <a:gd name="connsiteY4665" fmla="*/ 3552923 h 4587875"/>
              <a:gd name="connsiteX4666" fmla="*/ 5882972 w 9408955"/>
              <a:gd name="connsiteY4666" fmla="*/ 3559382 h 4587875"/>
              <a:gd name="connsiteX4667" fmla="*/ 6403878 w 9408955"/>
              <a:gd name="connsiteY4667" fmla="*/ 3559476 h 4587875"/>
              <a:gd name="connsiteX4668" fmla="*/ 6436242 w 9408955"/>
              <a:gd name="connsiteY4668" fmla="*/ 3525383 h 4587875"/>
              <a:gd name="connsiteX4669" fmla="*/ 6375798 w 9408955"/>
              <a:gd name="connsiteY4669" fmla="*/ 3499756 h 4587875"/>
              <a:gd name="connsiteX4670" fmla="*/ 6386975 w 9408955"/>
              <a:gd name="connsiteY4670" fmla="*/ 3556453 h 4587875"/>
              <a:gd name="connsiteX4671" fmla="*/ 6403878 w 9408955"/>
              <a:gd name="connsiteY4671" fmla="*/ 3559476 h 4587875"/>
              <a:gd name="connsiteX4672" fmla="*/ 6815337 w 9408955"/>
              <a:gd name="connsiteY4672" fmla="*/ 3559494 h 4587875"/>
              <a:gd name="connsiteX4673" fmla="*/ 6844008 w 9408955"/>
              <a:gd name="connsiteY4673" fmla="*/ 3517230 h 4587875"/>
              <a:gd name="connsiteX4674" fmla="*/ 6786177 w 9408955"/>
              <a:gd name="connsiteY4674" fmla="*/ 3499538 h 4587875"/>
              <a:gd name="connsiteX4675" fmla="*/ 6796156 w 9408955"/>
              <a:gd name="connsiteY4675" fmla="*/ 3556521 h 4587875"/>
              <a:gd name="connsiteX4676" fmla="*/ 6815337 w 9408955"/>
              <a:gd name="connsiteY4676" fmla="*/ 3559494 h 4587875"/>
              <a:gd name="connsiteX4677" fmla="*/ 6193625 w 9408955"/>
              <a:gd name="connsiteY4677" fmla="*/ 3559503 h 4587875"/>
              <a:gd name="connsiteX4678" fmla="*/ 6226698 w 9408955"/>
              <a:gd name="connsiteY4678" fmla="*/ 3512838 h 4587875"/>
              <a:gd name="connsiteX4679" fmla="*/ 6157754 w 9408955"/>
              <a:gd name="connsiteY4679" fmla="*/ 3511015 h 4587875"/>
              <a:gd name="connsiteX4680" fmla="*/ 6172495 w 9408955"/>
              <a:gd name="connsiteY4680" fmla="*/ 3552267 h 4587875"/>
              <a:gd name="connsiteX4681" fmla="*/ 6193625 w 9408955"/>
              <a:gd name="connsiteY4681" fmla="*/ 3559503 h 4587875"/>
              <a:gd name="connsiteX4682" fmla="*/ 648085 w 9408955"/>
              <a:gd name="connsiteY4682" fmla="*/ 3559512 h 4587875"/>
              <a:gd name="connsiteX4683" fmla="*/ 680773 w 9408955"/>
              <a:gd name="connsiteY4683" fmla="*/ 3518971 h 4587875"/>
              <a:gd name="connsiteX4684" fmla="*/ 623693 w 9408955"/>
              <a:gd name="connsiteY4684" fmla="*/ 3497658 h 4587875"/>
              <a:gd name="connsiteX4685" fmla="*/ 628966 w 9408955"/>
              <a:gd name="connsiteY4685" fmla="*/ 3556096 h 4587875"/>
              <a:gd name="connsiteX4686" fmla="*/ 648085 w 9408955"/>
              <a:gd name="connsiteY4686" fmla="*/ 3559512 h 4587875"/>
              <a:gd name="connsiteX4687" fmla="*/ 7309329 w 9408955"/>
              <a:gd name="connsiteY4687" fmla="*/ 3559603 h 4587875"/>
              <a:gd name="connsiteX4688" fmla="*/ 7358922 w 9408955"/>
              <a:gd name="connsiteY4688" fmla="*/ 3525067 h 4587875"/>
              <a:gd name="connsiteX4689" fmla="*/ 7293875 w 9408955"/>
              <a:gd name="connsiteY4689" fmla="*/ 3509074 h 4587875"/>
              <a:gd name="connsiteX4690" fmla="*/ 7309329 w 9408955"/>
              <a:gd name="connsiteY4690" fmla="*/ 3559603 h 4587875"/>
              <a:gd name="connsiteX4691" fmla="*/ 1264944 w 9408955"/>
              <a:gd name="connsiteY4691" fmla="*/ 3559650 h 4587875"/>
              <a:gd name="connsiteX4692" fmla="*/ 1297675 w 9408955"/>
              <a:gd name="connsiteY4692" fmla="*/ 3525193 h 4587875"/>
              <a:gd name="connsiteX4693" fmla="*/ 1241723 w 9408955"/>
              <a:gd name="connsiteY4693" fmla="*/ 3495779 h 4587875"/>
              <a:gd name="connsiteX4694" fmla="*/ 1247685 w 9408955"/>
              <a:gd name="connsiteY4694" fmla="*/ 3556227 h 4587875"/>
              <a:gd name="connsiteX4695" fmla="*/ 1264944 w 9408955"/>
              <a:gd name="connsiteY4695" fmla="*/ 3559650 h 4587875"/>
              <a:gd name="connsiteX4696" fmla="*/ 7017585 w 9408955"/>
              <a:gd name="connsiteY4696" fmla="*/ 3559693 h 4587875"/>
              <a:gd name="connsiteX4697" fmla="*/ 7052358 w 9408955"/>
              <a:gd name="connsiteY4697" fmla="*/ 3524470 h 4587875"/>
              <a:gd name="connsiteX4698" fmla="*/ 6997921 w 9408955"/>
              <a:gd name="connsiteY4698" fmla="*/ 3495595 h 4587875"/>
              <a:gd name="connsiteX4699" fmla="*/ 6999536 w 9408955"/>
              <a:gd name="connsiteY4699" fmla="*/ 3554491 h 4587875"/>
              <a:gd name="connsiteX4700" fmla="*/ 7017585 w 9408955"/>
              <a:gd name="connsiteY4700" fmla="*/ 3559693 h 4587875"/>
              <a:gd name="connsiteX4701" fmla="*/ 3214100 w 9408955"/>
              <a:gd name="connsiteY4701" fmla="*/ 3559739 h 4587875"/>
              <a:gd name="connsiteX4702" fmla="*/ 3247685 w 9408955"/>
              <a:gd name="connsiteY4702" fmla="*/ 3519158 h 4587875"/>
              <a:gd name="connsiteX4703" fmla="*/ 3190402 w 9408955"/>
              <a:gd name="connsiteY4703" fmla="*/ 3498891 h 4587875"/>
              <a:gd name="connsiteX4704" fmla="*/ 3195138 w 9408955"/>
              <a:gd name="connsiteY4704" fmla="*/ 3554396 h 4587875"/>
              <a:gd name="connsiteX4705" fmla="*/ 3214100 w 9408955"/>
              <a:gd name="connsiteY4705" fmla="*/ 3559739 h 4587875"/>
              <a:gd name="connsiteX4706" fmla="*/ 5798551 w 9408955"/>
              <a:gd name="connsiteY4706" fmla="*/ 3559836 h 4587875"/>
              <a:gd name="connsiteX4707" fmla="*/ 5788951 w 9408955"/>
              <a:gd name="connsiteY4707" fmla="*/ 3490383 h 4587875"/>
              <a:gd name="connsiteX4708" fmla="*/ 5753752 w 9408955"/>
              <a:gd name="connsiteY4708" fmla="*/ 3544788 h 4587875"/>
              <a:gd name="connsiteX4709" fmla="*/ 5798551 w 9408955"/>
              <a:gd name="connsiteY4709" fmla="*/ 3559836 h 4587875"/>
              <a:gd name="connsiteX4710" fmla="*/ 6093142 w 9408955"/>
              <a:gd name="connsiteY4710" fmla="*/ 3559962 h 4587875"/>
              <a:gd name="connsiteX4711" fmla="*/ 6125163 w 9408955"/>
              <a:gd name="connsiteY4711" fmla="*/ 3518771 h 4587875"/>
              <a:gd name="connsiteX4712" fmla="*/ 6064876 w 9408955"/>
              <a:gd name="connsiteY4712" fmla="*/ 3503270 h 4587875"/>
              <a:gd name="connsiteX4713" fmla="*/ 6074064 w 9408955"/>
              <a:gd name="connsiteY4713" fmla="*/ 3555470 h 4587875"/>
              <a:gd name="connsiteX4714" fmla="*/ 6093142 w 9408955"/>
              <a:gd name="connsiteY4714" fmla="*/ 3559962 h 4587875"/>
              <a:gd name="connsiteX4715" fmla="*/ 1573495 w 9408955"/>
              <a:gd name="connsiteY4715" fmla="*/ 3560039 h 4587875"/>
              <a:gd name="connsiteX4716" fmla="*/ 1604180 w 9408955"/>
              <a:gd name="connsiteY4716" fmla="*/ 3517626 h 4587875"/>
              <a:gd name="connsiteX4717" fmla="*/ 1547849 w 9408955"/>
              <a:gd name="connsiteY4717" fmla="*/ 3497792 h 4587875"/>
              <a:gd name="connsiteX4718" fmla="*/ 1553596 w 9408955"/>
              <a:gd name="connsiteY4718" fmla="*/ 3555925 h 4587875"/>
              <a:gd name="connsiteX4719" fmla="*/ 1573495 w 9408955"/>
              <a:gd name="connsiteY4719" fmla="*/ 3560039 h 4587875"/>
              <a:gd name="connsiteX4720" fmla="*/ 7030766 w 9408955"/>
              <a:gd name="connsiteY4720" fmla="*/ 3658893 h 4587875"/>
              <a:gd name="connsiteX4721" fmla="*/ 7051063 w 9408955"/>
              <a:gd name="connsiteY4721" fmla="*/ 3635111 h 4587875"/>
              <a:gd name="connsiteX4722" fmla="*/ 7004799 w 9408955"/>
              <a:gd name="connsiteY4722" fmla="*/ 3594865 h 4587875"/>
              <a:gd name="connsiteX4723" fmla="*/ 6998902 w 9408955"/>
              <a:gd name="connsiteY4723" fmla="*/ 3657978 h 4587875"/>
              <a:gd name="connsiteX4724" fmla="*/ 7030766 w 9408955"/>
              <a:gd name="connsiteY4724" fmla="*/ 3658893 h 4587875"/>
              <a:gd name="connsiteX4725" fmla="*/ 661617 w 9408955"/>
              <a:gd name="connsiteY4725" fmla="*/ 3659972 h 4587875"/>
              <a:gd name="connsiteX4726" fmla="*/ 681437 w 9408955"/>
              <a:gd name="connsiteY4726" fmla="*/ 3636845 h 4587875"/>
              <a:gd name="connsiteX4727" fmla="*/ 627894 w 9408955"/>
              <a:gd name="connsiteY4727" fmla="*/ 3597871 h 4587875"/>
              <a:gd name="connsiteX4728" fmla="*/ 630421 w 9408955"/>
              <a:gd name="connsiteY4728" fmla="*/ 3659542 h 4587875"/>
              <a:gd name="connsiteX4729" fmla="*/ 661617 w 9408955"/>
              <a:gd name="connsiteY4729" fmla="*/ 3659972 h 4587875"/>
              <a:gd name="connsiteX4730" fmla="*/ 1892756 w 9408955"/>
              <a:gd name="connsiteY4730" fmla="*/ 3660194 h 4587875"/>
              <a:gd name="connsiteX4731" fmla="*/ 1912749 w 9408955"/>
              <a:gd name="connsiteY4731" fmla="*/ 3636494 h 4587875"/>
              <a:gd name="connsiteX4732" fmla="*/ 1867513 w 9408955"/>
              <a:gd name="connsiteY4732" fmla="*/ 3595236 h 4587875"/>
              <a:gd name="connsiteX4733" fmla="*/ 1861405 w 9408955"/>
              <a:gd name="connsiteY4733" fmla="*/ 3658513 h 4587875"/>
              <a:gd name="connsiteX4734" fmla="*/ 1892756 w 9408955"/>
              <a:gd name="connsiteY4734" fmla="*/ 3660194 h 4587875"/>
              <a:gd name="connsiteX4735" fmla="*/ 7521845 w 9408955"/>
              <a:gd name="connsiteY4735" fmla="*/ 3660576 h 4587875"/>
              <a:gd name="connsiteX4736" fmla="*/ 7564519 w 9408955"/>
              <a:gd name="connsiteY4736" fmla="*/ 3629680 h 4587875"/>
              <a:gd name="connsiteX4737" fmla="*/ 7507083 w 9408955"/>
              <a:gd name="connsiteY4737" fmla="*/ 3602386 h 4587875"/>
              <a:gd name="connsiteX4738" fmla="*/ 7502334 w 9408955"/>
              <a:gd name="connsiteY4738" fmla="*/ 3654493 h 4587875"/>
              <a:gd name="connsiteX4739" fmla="*/ 7521845 w 9408955"/>
              <a:gd name="connsiteY4739" fmla="*/ 3660576 h 4587875"/>
              <a:gd name="connsiteX4740" fmla="*/ 1155378 w 9408955"/>
              <a:gd name="connsiteY4740" fmla="*/ 3660588 h 4587875"/>
              <a:gd name="connsiteX4741" fmla="*/ 1178485 w 9408955"/>
              <a:gd name="connsiteY4741" fmla="*/ 3657528 h 4587875"/>
              <a:gd name="connsiteX4742" fmla="*/ 1180543 w 9408955"/>
              <a:gd name="connsiteY4742" fmla="*/ 3598490 h 4587875"/>
              <a:gd name="connsiteX4743" fmla="*/ 1129992 w 9408955"/>
              <a:gd name="connsiteY4743" fmla="*/ 3609016 h 4587875"/>
              <a:gd name="connsiteX4744" fmla="*/ 1132280 w 9408955"/>
              <a:gd name="connsiteY4744" fmla="*/ 3655240 h 4587875"/>
              <a:gd name="connsiteX4745" fmla="*/ 1155378 w 9408955"/>
              <a:gd name="connsiteY4745" fmla="*/ 3660588 h 4587875"/>
              <a:gd name="connsiteX4746" fmla="*/ 2590431 w 9408955"/>
              <a:gd name="connsiteY4746" fmla="*/ 3660775 h 4587875"/>
              <a:gd name="connsiteX4747" fmla="*/ 2631820 w 9408955"/>
              <a:gd name="connsiteY4747" fmla="*/ 3621541 h 4587875"/>
              <a:gd name="connsiteX4748" fmla="*/ 2571684 w 9408955"/>
              <a:gd name="connsiteY4748" fmla="*/ 3604532 h 4587875"/>
              <a:gd name="connsiteX4749" fmla="*/ 2590431 w 9408955"/>
              <a:gd name="connsiteY4749" fmla="*/ 3660775 h 4587875"/>
              <a:gd name="connsiteX4750" fmla="*/ 3931764 w 9408955"/>
              <a:gd name="connsiteY4750" fmla="*/ 3661202 h 4587875"/>
              <a:gd name="connsiteX4751" fmla="*/ 3956651 w 9408955"/>
              <a:gd name="connsiteY4751" fmla="*/ 3654475 h 4587875"/>
              <a:gd name="connsiteX4752" fmla="*/ 3965837 w 9408955"/>
              <a:gd name="connsiteY4752" fmla="*/ 3614223 h 4587875"/>
              <a:gd name="connsiteX4753" fmla="*/ 3903375 w 9408955"/>
              <a:gd name="connsiteY4753" fmla="*/ 3608243 h 4587875"/>
              <a:gd name="connsiteX4754" fmla="*/ 3905671 w 9408955"/>
              <a:gd name="connsiteY4754" fmla="*/ 3655165 h 4587875"/>
              <a:gd name="connsiteX4755" fmla="*/ 3931764 w 9408955"/>
              <a:gd name="connsiteY4755" fmla="*/ 3661202 h 4587875"/>
              <a:gd name="connsiteX4756" fmla="*/ 859516 w 9408955"/>
              <a:gd name="connsiteY4756" fmla="*/ 3661218 h 4587875"/>
              <a:gd name="connsiteX4757" fmla="*/ 879043 w 9408955"/>
              <a:gd name="connsiteY4757" fmla="*/ 3655891 h 4587875"/>
              <a:gd name="connsiteX4758" fmla="*/ 878358 w 9408955"/>
              <a:gd name="connsiteY4758" fmla="*/ 3604308 h 4587875"/>
              <a:gd name="connsiteX4759" fmla="*/ 818128 w 9408955"/>
              <a:gd name="connsiteY4759" fmla="*/ 3629526 h 4587875"/>
              <a:gd name="connsiteX4760" fmla="*/ 859516 w 9408955"/>
              <a:gd name="connsiteY4760" fmla="*/ 3661218 h 4587875"/>
              <a:gd name="connsiteX4761" fmla="*/ 7636298 w 9408955"/>
              <a:gd name="connsiteY4761" fmla="*/ 3661508 h 4587875"/>
              <a:gd name="connsiteX4762" fmla="*/ 7667222 w 9408955"/>
              <a:gd name="connsiteY4762" fmla="*/ 3621932 h 4587875"/>
              <a:gd name="connsiteX4763" fmla="*/ 7609915 w 9408955"/>
              <a:gd name="connsiteY4763" fmla="*/ 3601910 h 4587875"/>
              <a:gd name="connsiteX4764" fmla="*/ 7617647 w 9408955"/>
              <a:gd name="connsiteY4764" fmla="*/ 3658377 h 4587875"/>
              <a:gd name="connsiteX4765" fmla="*/ 7636298 w 9408955"/>
              <a:gd name="connsiteY4765" fmla="*/ 3661508 h 4587875"/>
              <a:gd name="connsiteX4766" fmla="*/ 5786784 w 9408955"/>
              <a:gd name="connsiteY4766" fmla="*/ 3661538 h 4587875"/>
              <a:gd name="connsiteX4767" fmla="*/ 5816097 w 9408955"/>
              <a:gd name="connsiteY4767" fmla="*/ 3621184 h 4587875"/>
              <a:gd name="connsiteX4768" fmla="*/ 5750296 w 9408955"/>
              <a:gd name="connsiteY4768" fmla="*/ 3614590 h 4587875"/>
              <a:gd name="connsiteX4769" fmla="*/ 5767781 w 9408955"/>
              <a:gd name="connsiteY4769" fmla="*/ 3658476 h 4587875"/>
              <a:gd name="connsiteX4770" fmla="*/ 5786784 w 9408955"/>
              <a:gd name="connsiteY4770" fmla="*/ 3661538 h 4587875"/>
              <a:gd name="connsiteX4771" fmla="*/ 8972319 w 9408955"/>
              <a:gd name="connsiteY4771" fmla="*/ 3661586 h 4587875"/>
              <a:gd name="connsiteX4772" fmla="*/ 9002396 w 9408955"/>
              <a:gd name="connsiteY4772" fmla="*/ 3621454 h 4587875"/>
              <a:gd name="connsiteX4773" fmla="*/ 8951119 w 9408955"/>
              <a:gd name="connsiteY4773" fmla="*/ 3597031 h 4587875"/>
              <a:gd name="connsiteX4774" fmla="*/ 8953368 w 9408955"/>
              <a:gd name="connsiteY4774" fmla="*/ 3658088 h 4587875"/>
              <a:gd name="connsiteX4775" fmla="*/ 8972319 w 9408955"/>
              <a:gd name="connsiteY4775" fmla="*/ 3661586 h 4587875"/>
              <a:gd name="connsiteX4776" fmla="*/ 6507387 w 9408955"/>
              <a:gd name="connsiteY4776" fmla="*/ 3661590 h 4587875"/>
              <a:gd name="connsiteX4777" fmla="*/ 6528517 w 9408955"/>
              <a:gd name="connsiteY4777" fmla="*/ 3652350 h 4587875"/>
              <a:gd name="connsiteX4778" fmla="*/ 6529655 w 9408955"/>
              <a:gd name="connsiteY4778" fmla="*/ 3605495 h 4587875"/>
              <a:gd name="connsiteX4779" fmla="*/ 6470275 w 9408955"/>
              <a:gd name="connsiteY4779" fmla="*/ 3614139 h 4587875"/>
              <a:gd name="connsiteX4780" fmla="*/ 6484380 w 9408955"/>
              <a:gd name="connsiteY4780" fmla="*/ 3657354 h 4587875"/>
              <a:gd name="connsiteX4781" fmla="*/ 6507387 w 9408955"/>
              <a:gd name="connsiteY4781" fmla="*/ 3661590 h 4587875"/>
              <a:gd name="connsiteX4782" fmla="*/ 6194974 w 9408955"/>
              <a:gd name="connsiteY4782" fmla="*/ 3661600 h 4587875"/>
              <a:gd name="connsiteX4783" fmla="*/ 6228664 w 9408955"/>
              <a:gd name="connsiteY4783" fmla="*/ 3629932 h 4587875"/>
              <a:gd name="connsiteX4784" fmla="*/ 6171808 w 9408955"/>
              <a:gd name="connsiteY4784" fmla="*/ 3601810 h 4587875"/>
              <a:gd name="connsiteX4785" fmla="*/ 6178228 w 9408955"/>
              <a:gd name="connsiteY4785" fmla="*/ 3657826 h 4587875"/>
              <a:gd name="connsiteX4786" fmla="*/ 6194974 w 9408955"/>
              <a:gd name="connsiteY4786" fmla="*/ 3661600 h 4587875"/>
              <a:gd name="connsiteX4787" fmla="*/ 3105228 w 9408955"/>
              <a:gd name="connsiteY4787" fmla="*/ 3661651 h 4587875"/>
              <a:gd name="connsiteX4788" fmla="*/ 3144785 w 9408955"/>
              <a:gd name="connsiteY4788" fmla="*/ 3621735 h 4587875"/>
              <a:gd name="connsiteX4789" fmla="*/ 3089961 w 9408955"/>
              <a:gd name="connsiteY4789" fmla="*/ 3599155 h 4587875"/>
              <a:gd name="connsiteX4790" fmla="*/ 3105228 w 9408955"/>
              <a:gd name="connsiteY4790" fmla="*/ 3661651 h 4587875"/>
              <a:gd name="connsiteX4791" fmla="*/ 6808507 w 9408955"/>
              <a:gd name="connsiteY4791" fmla="*/ 3661673 h 4587875"/>
              <a:gd name="connsiteX4792" fmla="*/ 6845979 w 9408955"/>
              <a:gd name="connsiteY4792" fmla="*/ 3628249 h 4587875"/>
              <a:gd name="connsiteX4793" fmla="*/ 6781093 w 9408955"/>
              <a:gd name="connsiteY4793" fmla="*/ 3608139 h 4587875"/>
              <a:gd name="connsiteX4794" fmla="*/ 6790561 w 9408955"/>
              <a:gd name="connsiteY4794" fmla="*/ 3656131 h 4587875"/>
              <a:gd name="connsiteX4795" fmla="*/ 6808507 w 9408955"/>
              <a:gd name="connsiteY4795" fmla="*/ 3661673 h 4587875"/>
              <a:gd name="connsiteX4796" fmla="*/ 1266521 w 9408955"/>
              <a:gd name="connsiteY4796" fmla="*/ 3661691 h 4587875"/>
              <a:gd name="connsiteX4797" fmla="*/ 1296755 w 9408955"/>
              <a:gd name="connsiteY4797" fmla="*/ 3621482 h 4587875"/>
              <a:gd name="connsiteX4798" fmla="*/ 1236014 w 9408955"/>
              <a:gd name="connsiteY4798" fmla="*/ 3603710 h 4587875"/>
              <a:gd name="connsiteX4799" fmla="*/ 1247705 w 9408955"/>
              <a:gd name="connsiteY4799" fmla="*/ 3659277 h 4587875"/>
              <a:gd name="connsiteX4800" fmla="*/ 1266521 w 9408955"/>
              <a:gd name="connsiteY4800" fmla="*/ 3661691 h 4587875"/>
              <a:gd name="connsiteX4801" fmla="*/ 5265107 w 9408955"/>
              <a:gd name="connsiteY4801" fmla="*/ 3661706 h 4587875"/>
              <a:gd name="connsiteX4802" fmla="*/ 5287517 w 9408955"/>
              <a:gd name="connsiteY4802" fmla="*/ 3658868 h 4587875"/>
              <a:gd name="connsiteX4803" fmla="*/ 5301850 w 9408955"/>
              <a:gd name="connsiteY4803" fmla="*/ 3615061 h 4587875"/>
              <a:gd name="connsiteX4804" fmla="*/ 5238830 w 9408955"/>
              <a:gd name="connsiteY4804" fmla="*/ 3616896 h 4587875"/>
              <a:gd name="connsiteX4805" fmla="*/ 5242698 w 9408955"/>
              <a:gd name="connsiteY4805" fmla="*/ 3655428 h 4587875"/>
              <a:gd name="connsiteX4806" fmla="*/ 5265107 w 9408955"/>
              <a:gd name="connsiteY4806" fmla="*/ 3661706 h 4587875"/>
              <a:gd name="connsiteX4807" fmla="*/ 2186938 w 9408955"/>
              <a:gd name="connsiteY4807" fmla="*/ 3661708 h 4587875"/>
              <a:gd name="connsiteX4808" fmla="*/ 2220180 w 9408955"/>
              <a:gd name="connsiteY4808" fmla="*/ 3620992 h 4587875"/>
              <a:gd name="connsiteX4809" fmla="*/ 2153826 w 9408955"/>
              <a:gd name="connsiteY4809" fmla="*/ 3614206 h 4587875"/>
              <a:gd name="connsiteX4810" fmla="*/ 2167095 w 9408955"/>
              <a:gd name="connsiteY4810" fmla="*/ 3656505 h 4587875"/>
              <a:gd name="connsiteX4811" fmla="*/ 2186938 w 9408955"/>
              <a:gd name="connsiteY4811" fmla="*/ 3661708 h 4587875"/>
              <a:gd name="connsiteX4812" fmla="*/ 6608032 w 9408955"/>
              <a:gd name="connsiteY4812" fmla="*/ 3661788 h 4587875"/>
              <a:gd name="connsiteX4813" fmla="*/ 6633726 w 9408955"/>
              <a:gd name="connsiteY4813" fmla="*/ 3646419 h 4587875"/>
              <a:gd name="connsiteX4814" fmla="*/ 6594616 w 9408955"/>
              <a:gd name="connsiteY4814" fmla="*/ 3595398 h 4587875"/>
              <a:gd name="connsiteX4815" fmla="*/ 6576880 w 9408955"/>
              <a:gd name="connsiteY4815" fmla="*/ 3654922 h 4587875"/>
              <a:gd name="connsiteX4816" fmla="*/ 6608032 w 9408955"/>
              <a:gd name="connsiteY4816" fmla="*/ 3661788 h 4587875"/>
              <a:gd name="connsiteX4817" fmla="*/ 8455408 w 9408955"/>
              <a:gd name="connsiteY4817" fmla="*/ 3661840 h 4587875"/>
              <a:gd name="connsiteX4818" fmla="*/ 8490238 w 9408955"/>
              <a:gd name="connsiteY4818" fmla="*/ 3629792 h 4587875"/>
              <a:gd name="connsiteX4819" fmla="*/ 8436790 w 9408955"/>
              <a:gd name="connsiteY4819" fmla="*/ 3598522 h 4587875"/>
              <a:gd name="connsiteX4820" fmla="*/ 8438155 w 9408955"/>
              <a:gd name="connsiteY4820" fmla="*/ 3658363 h 4587875"/>
              <a:gd name="connsiteX4821" fmla="*/ 8455408 w 9408955"/>
              <a:gd name="connsiteY4821" fmla="*/ 3661840 h 4587875"/>
              <a:gd name="connsiteX4822" fmla="*/ 4867560 w 9408955"/>
              <a:gd name="connsiteY4822" fmla="*/ 3661846 h 4587875"/>
              <a:gd name="connsiteX4823" fmla="*/ 4893425 w 9408955"/>
              <a:gd name="connsiteY4823" fmla="*/ 3622299 h 4587875"/>
              <a:gd name="connsiteX4824" fmla="*/ 4832192 w 9408955"/>
              <a:gd name="connsiteY4824" fmla="*/ 3604923 h 4587875"/>
              <a:gd name="connsiteX4825" fmla="*/ 4850335 w 9408955"/>
              <a:gd name="connsiteY4825" fmla="*/ 3661624 h 4587875"/>
              <a:gd name="connsiteX4826" fmla="*/ 4867560 w 9408955"/>
              <a:gd name="connsiteY4826" fmla="*/ 3661846 h 4587875"/>
              <a:gd name="connsiteX4827" fmla="*/ 6290093 w 9408955"/>
              <a:gd name="connsiteY4827" fmla="*/ 3661872 h 4587875"/>
              <a:gd name="connsiteX4828" fmla="*/ 6330672 w 9408955"/>
              <a:gd name="connsiteY4828" fmla="*/ 3614450 h 4587875"/>
              <a:gd name="connsiteX4829" fmla="*/ 6261894 w 9408955"/>
              <a:gd name="connsiteY4829" fmla="*/ 3621974 h 4587875"/>
              <a:gd name="connsiteX4830" fmla="*/ 6290093 w 9408955"/>
              <a:gd name="connsiteY4830" fmla="*/ 3661872 h 4587875"/>
              <a:gd name="connsiteX4831" fmla="*/ 7231906 w 9408955"/>
              <a:gd name="connsiteY4831" fmla="*/ 3661895 h 4587875"/>
              <a:gd name="connsiteX4832" fmla="*/ 7255608 w 9408955"/>
              <a:gd name="connsiteY4832" fmla="*/ 3622402 h 4587875"/>
              <a:gd name="connsiteX4833" fmla="*/ 7189189 w 9408955"/>
              <a:gd name="connsiteY4833" fmla="*/ 3621943 h 4587875"/>
              <a:gd name="connsiteX4834" fmla="*/ 7214892 w 9408955"/>
              <a:gd name="connsiteY4834" fmla="*/ 3661834 h 4587875"/>
              <a:gd name="connsiteX4835" fmla="*/ 7231906 w 9408955"/>
              <a:gd name="connsiteY4835" fmla="*/ 3661895 h 4587875"/>
              <a:gd name="connsiteX4836" fmla="*/ 6405475 w 9408955"/>
              <a:gd name="connsiteY4836" fmla="*/ 3661927 h 4587875"/>
              <a:gd name="connsiteX4837" fmla="*/ 6435442 w 9408955"/>
              <a:gd name="connsiteY4837" fmla="*/ 3621249 h 4587875"/>
              <a:gd name="connsiteX4838" fmla="*/ 6374392 w 9408955"/>
              <a:gd name="connsiteY4838" fmla="*/ 3603141 h 4587875"/>
              <a:gd name="connsiteX4839" fmla="*/ 6386602 w 9408955"/>
              <a:gd name="connsiteY4839" fmla="*/ 3659527 h 4587875"/>
              <a:gd name="connsiteX4840" fmla="*/ 6405475 w 9408955"/>
              <a:gd name="connsiteY4840" fmla="*/ 3661927 h 4587875"/>
              <a:gd name="connsiteX4841" fmla="*/ 2498316 w 9408955"/>
              <a:gd name="connsiteY4841" fmla="*/ 3661938 h 4587875"/>
              <a:gd name="connsiteX4842" fmla="*/ 2529501 w 9408955"/>
              <a:gd name="connsiteY4842" fmla="*/ 3621381 h 4587875"/>
              <a:gd name="connsiteX4843" fmla="*/ 2465572 w 9408955"/>
              <a:gd name="connsiteY4843" fmla="*/ 3609497 h 4587875"/>
              <a:gd name="connsiteX4844" fmla="*/ 2479593 w 9408955"/>
              <a:gd name="connsiteY4844" fmla="*/ 3657946 h 4587875"/>
              <a:gd name="connsiteX4845" fmla="*/ 2498316 w 9408955"/>
              <a:gd name="connsiteY4845" fmla="*/ 3661938 h 4587875"/>
              <a:gd name="connsiteX4846" fmla="*/ 9075138 w 9408955"/>
              <a:gd name="connsiteY4846" fmla="*/ 3661943 h 4587875"/>
              <a:gd name="connsiteX4847" fmla="*/ 9106638 w 9408955"/>
              <a:gd name="connsiteY4847" fmla="*/ 3621738 h 4587875"/>
              <a:gd name="connsiteX4848" fmla="*/ 9045465 w 9408955"/>
              <a:gd name="connsiteY4848" fmla="*/ 3604638 h 4587875"/>
              <a:gd name="connsiteX4849" fmla="*/ 9056380 w 9408955"/>
              <a:gd name="connsiteY4849" fmla="*/ 3659584 h 4587875"/>
              <a:gd name="connsiteX4850" fmla="*/ 9075138 w 9408955"/>
              <a:gd name="connsiteY4850" fmla="*/ 3661943 h 4587875"/>
              <a:gd name="connsiteX4851" fmla="*/ 7434327 w 9408955"/>
              <a:gd name="connsiteY4851" fmla="*/ 3661953 h 4587875"/>
              <a:gd name="connsiteX4852" fmla="*/ 7460638 w 9408955"/>
              <a:gd name="connsiteY4852" fmla="*/ 3620800 h 4587875"/>
              <a:gd name="connsiteX4853" fmla="*/ 7396231 w 9408955"/>
              <a:gd name="connsiteY4853" fmla="*/ 3614154 h 4587875"/>
              <a:gd name="connsiteX4854" fmla="*/ 7415961 w 9408955"/>
              <a:gd name="connsiteY4854" fmla="*/ 3659987 h 4587875"/>
              <a:gd name="connsiteX4855" fmla="*/ 7434327 w 9408955"/>
              <a:gd name="connsiteY4855" fmla="*/ 3661953 h 4587875"/>
              <a:gd name="connsiteX4856" fmla="*/ 1059480 w 9408955"/>
              <a:gd name="connsiteY4856" fmla="*/ 3661975 h 4587875"/>
              <a:gd name="connsiteX4857" fmla="*/ 1090214 w 9408955"/>
              <a:gd name="connsiteY4857" fmla="*/ 3621824 h 4587875"/>
              <a:gd name="connsiteX4858" fmla="*/ 1038818 w 9408955"/>
              <a:gd name="connsiteY4858" fmla="*/ 3597364 h 4587875"/>
              <a:gd name="connsiteX4859" fmla="*/ 1040864 w 9408955"/>
              <a:gd name="connsiteY4859" fmla="*/ 3657942 h 4587875"/>
              <a:gd name="connsiteX4860" fmla="*/ 1059480 w 9408955"/>
              <a:gd name="connsiteY4860" fmla="*/ 3661975 h 4587875"/>
              <a:gd name="connsiteX4861" fmla="*/ 7944029 w 9408955"/>
              <a:gd name="connsiteY4861" fmla="*/ 3661995 h 4587875"/>
              <a:gd name="connsiteX4862" fmla="*/ 7973401 w 9408955"/>
              <a:gd name="connsiteY4862" fmla="*/ 3616699 h 4587875"/>
              <a:gd name="connsiteX4863" fmla="*/ 7908540 w 9408955"/>
              <a:gd name="connsiteY4863" fmla="*/ 3617151 h 4587875"/>
              <a:gd name="connsiteX4864" fmla="*/ 7923281 w 9408955"/>
              <a:gd name="connsiteY4864" fmla="*/ 3657415 h 4587875"/>
              <a:gd name="connsiteX4865" fmla="*/ 7944029 w 9408955"/>
              <a:gd name="connsiteY4865" fmla="*/ 3661995 h 4587875"/>
              <a:gd name="connsiteX4866" fmla="*/ 8139543 w 9408955"/>
              <a:gd name="connsiteY4866" fmla="*/ 3662011 h 4587875"/>
              <a:gd name="connsiteX4867" fmla="*/ 8180018 w 9408955"/>
              <a:gd name="connsiteY4867" fmla="*/ 3622268 h 4587875"/>
              <a:gd name="connsiteX4868" fmla="*/ 8114897 w 9408955"/>
              <a:gd name="connsiteY4868" fmla="*/ 3614643 h 4587875"/>
              <a:gd name="connsiteX4869" fmla="*/ 8139543 w 9408955"/>
              <a:gd name="connsiteY4869" fmla="*/ 3662011 h 4587875"/>
              <a:gd name="connsiteX4870" fmla="*/ 8769123 w 9408955"/>
              <a:gd name="connsiteY4870" fmla="*/ 3662047 h 4587875"/>
              <a:gd name="connsiteX4871" fmla="*/ 8795706 w 9408955"/>
              <a:gd name="connsiteY4871" fmla="*/ 3621387 h 4587875"/>
              <a:gd name="connsiteX4872" fmla="*/ 8731557 w 9408955"/>
              <a:gd name="connsiteY4872" fmla="*/ 3614758 h 4587875"/>
              <a:gd name="connsiteX4873" fmla="*/ 8750665 w 9408955"/>
              <a:gd name="connsiteY4873" fmla="*/ 3660015 h 4587875"/>
              <a:gd name="connsiteX4874" fmla="*/ 8769123 w 9408955"/>
              <a:gd name="connsiteY4874" fmla="*/ 3662047 h 4587875"/>
              <a:gd name="connsiteX4875" fmla="*/ 752281 w 9408955"/>
              <a:gd name="connsiteY4875" fmla="*/ 3662103 h 4587875"/>
              <a:gd name="connsiteX4876" fmla="*/ 782076 w 9408955"/>
              <a:gd name="connsiteY4876" fmla="*/ 3621738 h 4587875"/>
              <a:gd name="connsiteX4877" fmla="*/ 721573 w 9408955"/>
              <a:gd name="connsiteY4877" fmla="*/ 3603498 h 4587875"/>
              <a:gd name="connsiteX4878" fmla="*/ 733164 w 9408955"/>
              <a:gd name="connsiteY4878" fmla="*/ 3659584 h 4587875"/>
              <a:gd name="connsiteX4879" fmla="*/ 752281 w 9408955"/>
              <a:gd name="connsiteY4879" fmla="*/ 3662103 h 4587875"/>
              <a:gd name="connsiteX4880" fmla="*/ 5988213 w 9408955"/>
              <a:gd name="connsiteY4880" fmla="*/ 3662237 h 4587875"/>
              <a:gd name="connsiteX4881" fmla="*/ 6023653 w 9408955"/>
              <a:gd name="connsiteY4881" fmla="*/ 3627336 h 4587875"/>
              <a:gd name="connsiteX4882" fmla="*/ 5959435 w 9408955"/>
              <a:gd name="connsiteY4882" fmla="*/ 3607453 h 4587875"/>
              <a:gd name="connsiteX4883" fmla="*/ 5969830 w 9408955"/>
              <a:gd name="connsiteY4883" fmla="*/ 3657731 h 4587875"/>
              <a:gd name="connsiteX4884" fmla="*/ 5988213 w 9408955"/>
              <a:gd name="connsiteY4884" fmla="*/ 3662237 h 4587875"/>
              <a:gd name="connsiteX4885" fmla="*/ 446213 w 9408955"/>
              <a:gd name="connsiteY4885" fmla="*/ 3662238 h 4587875"/>
              <a:gd name="connsiteX4886" fmla="*/ 474153 w 9408955"/>
              <a:gd name="connsiteY4886" fmla="*/ 3621807 h 4587875"/>
              <a:gd name="connsiteX4887" fmla="*/ 414821 w 9408955"/>
              <a:gd name="connsiteY4887" fmla="*/ 3602502 h 4587875"/>
              <a:gd name="connsiteX4888" fmla="*/ 427700 w 9408955"/>
              <a:gd name="connsiteY4888" fmla="*/ 3660418 h 4587875"/>
              <a:gd name="connsiteX4889" fmla="*/ 446213 w 9408955"/>
              <a:gd name="connsiteY4889" fmla="*/ 3662238 h 4587875"/>
              <a:gd name="connsiteX4890" fmla="*/ 5576880 w 9408955"/>
              <a:gd name="connsiteY4890" fmla="*/ 3662253 h 4587875"/>
              <a:gd name="connsiteX4891" fmla="*/ 5613393 w 9408955"/>
              <a:gd name="connsiteY4891" fmla="*/ 3629586 h 4587875"/>
              <a:gd name="connsiteX4892" fmla="*/ 5558282 w 9408955"/>
              <a:gd name="connsiteY4892" fmla="*/ 3599503 h 4587875"/>
              <a:gd name="connsiteX4893" fmla="*/ 5559205 w 9408955"/>
              <a:gd name="connsiteY4893" fmla="*/ 3657633 h 4587875"/>
              <a:gd name="connsiteX4894" fmla="*/ 5576880 w 9408955"/>
              <a:gd name="connsiteY4894" fmla="*/ 3662253 h 4587875"/>
              <a:gd name="connsiteX4895" fmla="*/ 8659916 w 9408955"/>
              <a:gd name="connsiteY4895" fmla="*/ 3662286 h 4587875"/>
              <a:gd name="connsiteX4896" fmla="*/ 8694033 w 9408955"/>
              <a:gd name="connsiteY4896" fmla="*/ 3621000 h 4587875"/>
              <a:gd name="connsiteX4897" fmla="*/ 8638770 w 9408955"/>
              <a:gd name="connsiteY4897" fmla="*/ 3599738 h 4587875"/>
              <a:gd name="connsiteX4898" fmla="*/ 8639917 w 9408955"/>
              <a:gd name="connsiteY4898" fmla="*/ 3656285 h 4587875"/>
              <a:gd name="connsiteX4899" fmla="*/ 8659916 w 9408955"/>
              <a:gd name="connsiteY4899" fmla="*/ 3662286 h 4587875"/>
              <a:gd name="connsiteX4900" fmla="*/ 3220164 w 9408955"/>
              <a:gd name="connsiteY4900" fmla="*/ 3662321 h 4587875"/>
              <a:gd name="connsiteX4901" fmla="*/ 3248532 w 9408955"/>
              <a:gd name="connsiteY4901" fmla="*/ 3622137 h 4587875"/>
              <a:gd name="connsiteX4902" fmla="*/ 3189856 w 9408955"/>
              <a:gd name="connsiteY4902" fmla="*/ 3602319 h 4587875"/>
              <a:gd name="connsiteX4903" fmla="*/ 3201910 w 9408955"/>
              <a:gd name="connsiteY4903" fmla="*/ 3660391 h 4587875"/>
              <a:gd name="connsiteX4904" fmla="*/ 3220164 w 9408955"/>
              <a:gd name="connsiteY4904" fmla="*/ 3662321 h 4587875"/>
              <a:gd name="connsiteX4905" fmla="*/ 7330472 w 9408955"/>
              <a:gd name="connsiteY4905" fmla="*/ 3662370 h 4587875"/>
              <a:gd name="connsiteX4906" fmla="*/ 7358746 w 9408955"/>
              <a:gd name="connsiteY4906" fmla="*/ 3621608 h 4587875"/>
              <a:gd name="connsiteX4907" fmla="*/ 7291956 w 9408955"/>
              <a:gd name="connsiteY4907" fmla="*/ 3622066 h 4587875"/>
              <a:gd name="connsiteX4908" fmla="*/ 7311924 w 9408955"/>
              <a:gd name="connsiteY4908" fmla="*/ 3660927 h 4587875"/>
              <a:gd name="connsiteX4909" fmla="*/ 7330472 w 9408955"/>
              <a:gd name="connsiteY4909" fmla="*/ 3662370 h 4587875"/>
              <a:gd name="connsiteX4910" fmla="*/ 7735496 w 9408955"/>
              <a:gd name="connsiteY4910" fmla="*/ 3662374 h 4587875"/>
              <a:gd name="connsiteX4911" fmla="*/ 7771088 w 9408955"/>
              <a:gd name="connsiteY4911" fmla="*/ 3621354 h 4587875"/>
              <a:gd name="connsiteX4912" fmla="*/ 7721969 w 9408955"/>
              <a:gd name="connsiteY4912" fmla="*/ 3595980 h 4587875"/>
              <a:gd name="connsiteX4913" fmla="*/ 7715602 w 9408955"/>
              <a:gd name="connsiteY4913" fmla="*/ 3656330 h 4587875"/>
              <a:gd name="connsiteX4914" fmla="*/ 7735496 w 9408955"/>
              <a:gd name="connsiteY4914" fmla="*/ 3662374 h 4587875"/>
              <a:gd name="connsiteX4915" fmla="*/ 238182 w 9408955"/>
              <a:gd name="connsiteY4915" fmla="*/ 3662374 h 4587875"/>
              <a:gd name="connsiteX4916" fmla="*/ 267622 w 9408955"/>
              <a:gd name="connsiteY4916" fmla="*/ 3621555 h 4587875"/>
              <a:gd name="connsiteX4917" fmla="*/ 212733 w 9408955"/>
              <a:gd name="connsiteY4917" fmla="*/ 3599492 h 4587875"/>
              <a:gd name="connsiteX4918" fmla="*/ 219538 w 9408955"/>
              <a:gd name="connsiteY4918" fmla="*/ 3658787 h 4587875"/>
              <a:gd name="connsiteX4919" fmla="*/ 238182 w 9408955"/>
              <a:gd name="connsiteY4919" fmla="*/ 3662374 h 4587875"/>
              <a:gd name="connsiteX4920" fmla="*/ 5072143 w 9408955"/>
              <a:gd name="connsiteY4920" fmla="*/ 3662383 h 4587875"/>
              <a:gd name="connsiteX4921" fmla="*/ 5097026 w 9408955"/>
              <a:gd name="connsiteY4921" fmla="*/ 3617699 h 4587875"/>
              <a:gd name="connsiteX4922" fmla="*/ 5045494 w 9408955"/>
              <a:gd name="connsiteY4922" fmla="*/ 3598099 h 4587875"/>
              <a:gd name="connsiteX4923" fmla="*/ 5052790 w 9408955"/>
              <a:gd name="connsiteY4923" fmla="*/ 3660588 h 4587875"/>
              <a:gd name="connsiteX4924" fmla="*/ 5072143 w 9408955"/>
              <a:gd name="connsiteY4924" fmla="*/ 3662383 h 4587875"/>
              <a:gd name="connsiteX4925" fmla="*/ 7844895 w 9408955"/>
              <a:gd name="connsiteY4925" fmla="*/ 3662419 h 4587875"/>
              <a:gd name="connsiteX4926" fmla="*/ 7873509 w 9408955"/>
              <a:gd name="connsiteY4926" fmla="*/ 3621927 h 4587875"/>
              <a:gd name="connsiteX4927" fmla="*/ 7818664 w 9408955"/>
              <a:gd name="connsiteY4927" fmla="*/ 3599001 h 4587875"/>
              <a:gd name="connsiteX4928" fmla="*/ 7826499 w 9408955"/>
              <a:gd name="connsiteY4928" fmla="*/ 3660900 h 4587875"/>
              <a:gd name="connsiteX4929" fmla="*/ 7844895 w 9408955"/>
              <a:gd name="connsiteY4929" fmla="*/ 3662419 h 4587875"/>
              <a:gd name="connsiteX4930" fmla="*/ 960899 w 9408955"/>
              <a:gd name="connsiteY4930" fmla="*/ 3662442 h 4587875"/>
              <a:gd name="connsiteX4931" fmla="*/ 986807 w 9408955"/>
              <a:gd name="connsiteY4931" fmla="*/ 3622717 h 4587875"/>
              <a:gd name="connsiteX4932" fmla="*/ 925397 w 9408955"/>
              <a:gd name="connsiteY4932" fmla="*/ 3607241 h 4587875"/>
              <a:gd name="connsiteX4933" fmla="*/ 943138 w 9408955"/>
              <a:gd name="connsiteY4933" fmla="*/ 3660829 h 4587875"/>
              <a:gd name="connsiteX4934" fmla="*/ 960899 w 9408955"/>
              <a:gd name="connsiteY4934" fmla="*/ 3662442 h 4587875"/>
              <a:gd name="connsiteX4935" fmla="*/ 5890643 w 9408955"/>
              <a:gd name="connsiteY4935" fmla="*/ 3662477 h 4587875"/>
              <a:gd name="connsiteX4936" fmla="*/ 5919997 w 9408955"/>
              <a:gd name="connsiteY4936" fmla="*/ 3620324 h 4587875"/>
              <a:gd name="connsiteX4937" fmla="*/ 5854406 w 9408955"/>
              <a:gd name="connsiteY4937" fmla="*/ 3614137 h 4587875"/>
              <a:gd name="connsiteX4938" fmla="*/ 5871667 w 9408955"/>
              <a:gd name="connsiteY4938" fmla="*/ 3659970 h 4587875"/>
              <a:gd name="connsiteX4939" fmla="*/ 5890643 w 9408955"/>
              <a:gd name="connsiteY4939" fmla="*/ 3662477 h 4587875"/>
              <a:gd name="connsiteX4940" fmla="*/ 4960054 w 9408955"/>
              <a:gd name="connsiteY4940" fmla="*/ 3662493 h 4587875"/>
              <a:gd name="connsiteX4941" fmla="*/ 4998879 w 9408955"/>
              <a:gd name="connsiteY4941" fmla="*/ 3628224 h 4587875"/>
              <a:gd name="connsiteX4942" fmla="*/ 4946653 w 9408955"/>
              <a:gd name="connsiteY4942" fmla="*/ 3596449 h 4587875"/>
              <a:gd name="connsiteX4943" fmla="*/ 4941821 w 9408955"/>
              <a:gd name="connsiteY4943" fmla="*/ 3656799 h 4587875"/>
              <a:gd name="connsiteX4944" fmla="*/ 4960054 w 9408955"/>
              <a:gd name="connsiteY4944" fmla="*/ 3662493 h 4587875"/>
              <a:gd name="connsiteX4945" fmla="*/ 5371540 w 9408955"/>
              <a:gd name="connsiteY4945" fmla="*/ 3662512 h 4587875"/>
              <a:gd name="connsiteX4946" fmla="*/ 5406114 w 9408955"/>
              <a:gd name="connsiteY4946" fmla="*/ 3621305 h 4587875"/>
              <a:gd name="connsiteX4947" fmla="*/ 5349852 w 9408955"/>
              <a:gd name="connsiteY4947" fmla="*/ 3599471 h 4587875"/>
              <a:gd name="connsiteX4948" fmla="*/ 5351682 w 9408955"/>
              <a:gd name="connsiteY4948" fmla="*/ 3656468 h 4587875"/>
              <a:gd name="connsiteX4949" fmla="*/ 5371540 w 9408955"/>
              <a:gd name="connsiteY4949" fmla="*/ 3662512 h 4587875"/>
              <a:gd name="connsiteX4950" fmla="*/ 8357806 w 9408955"/>
              <a:gd name="connsiteY4950" fmla="*/ 3662548 h 4587875"/>
              <a:gd name="connsiteX4951" fmla="*/ 8386591 w 9408955"/>
              <a:gd name="connsiteY4951" fmla="*/ 3622137 h 4587875"/>
              <a:gd name="connsiteX4952" fmla="*/ 8318588 w 9408955"/>
              <a:gd name="connsiteY4952" fmla="*/ 3617989 h 4587875"/>
              <a:gd name="connsiteX4953" fmla="*/ 8339967 w 9408955"/>
              <a:gd name="connsiteY4953" fmla="*/ 3661312 h 4587875"/>
              <a:gd name="connsiteX4954" fmla="*/ 8357806 w 9408955"/>
              <a:gd name="connsiteY4954" fmla="*/ 3662548 h 4587875"/>
              <a:gd name="connsiteX4955" fmla="*/ 5478602 w 9408955"/>
              <a:gd name="connsiteY4955" fmla="*/ 3662549 h 4587875"/>
              <a:gd name="connsiteX4956" fmla="*/ 5509818 w 9408955"/>
              <a:gd name="connsiteY4956" fmla="*/ 3629271 h 4587875"/>
              <a:gd name="connsiteX4957" fmla="*/ 5460919 w 9408955"/>
              <a:gd name="connsiteY4957" fmla="*/ 3596710 h 4587875"/>
              <a:gd name="connsiteX4958" fmla="*/ 5462056 w 9408955"/>
              <a:gd name="connsiteY4958" fmla="*/ 3660457 h 4587875"/>
              <a:gd name="connsiteX4959" fmla="*/ 5478602 w 9408955"/>
              <a:gd name="connsiteY4959" fmla="*/ 3662549 h 4587875"/>
              <a:gd name="connsiteX4960" fmla="*/ 1573520 w 9408955"/>
              <a:gd name="connsiteY4960" fmla="*/ 3662551 h 4587875"/>
              <a:gd name="connsiteX4961" fmla="*/ 1603219 w 9408955"/>
              <a:gd name="connsiteY4961" fmla="*/ 3621602 h 4587875"/>
              <a:gd name="connsiteX4962" fmla="*/ 1538304 w 9408955"/>
              <a:gd name="connsiteY4962" fmla="*/ 3614517 h 4587875"/>
              <a:gd name="connsiteX4963" fmla="*/ 1554759 w 9408955"/>
              <a:gd name="connsiteY4963" fmla="*/ 3659087 h 4587875"/>
              <a:gd name="connsiteX4964" fmla="*/ 1573520 w 9408955"/>
              <a:gd name="connsiteY4964" fmla="*/ 3662551 h 4587875"/>
              <a:gd name="connsiteX4965" fmla="*/ 8252688 w 9408955"/>
              <a:gd name="connsiteY4965" fmla="*/ 3662581 h 4587875"/>
              <a:gd name="connsiteX4966" fmla="*/ 8283375 w 9408955"/>
              <a:gd name="connsiteY4966" fmla="*/ 3629271 h 4587875"/>
              <a:gd name="connsiteX4967" fmla="*/ 8236025 w 9408955"/>
              <a:gd name="connsiteY4967" fmla="*/ 3596710 h 4587875"/>
              <a:gd name="connsiteX4968" fmla="*/ 8236025 w 9408955"/>
              <a:gd name="connsiteY4968" fmla="*/ 3660228 h 4587875"/>
              <a:gd name="connsiteX4969" fmla="*/ 8252688 w 9408955"/>
              <a:gd name="connsiteY4969" fmla="*/ 3662581 h 4587875"/>
              <a:gd name="connsiteX4970" fmla="*/ 1780757 w 9408955"/>
              <a:gd name="connsiteY4970" fmla="*/ 3662613 h 4587875"/>
              <a:gd name="connsiteX4971" fmla="*/ 1809066 w 9408955"/>
              <a:gd name="connsiteY4971" fmla="*/ 3621449 h 4587875"/>
              <a:gd name="connsiteX4972" fmla="*/ 1743330 w 9408955"/>
              <a:gd name="connsiteY4972" fmla="*/ 3614770 h 4587875"/>
              <a:gd name="connsiteX4973" fmla="*/ 1762437 w 9408955"/>
              <a:gd name="connsiteY4973" fmla="*/ 3659911 h 4587875"/>
              <a:gd name="connsiteX4974" fmla="*/ 1780757 w 9408955"/>
              <a:gd name="connsiteY4974" fmla="*/ 3662613 h 4587875"/>
              <a:gd name="connsiteX4975" fmla="*/ 5681293 w 9408955"/>
              <a:gd name="connsiteY4975" fmla="*/ 3662660 h 4587875"/>
              <a:gd name="connsiteX4976" fmla="*/ 5716377 w 9408955"/>
              <a:gd name="connsiteY4976" fmla="*/ 3629879 h 4587875"/>
              <a:gd name="connsiteX4977" fmla="*/ 5652859 w 9408955"/>
              <a:gd name="connsiteY4977" fmla="*/ 3605075 h 4587875"/>
              <a:gd name="connsiteX4978" fmla="*/ 5664095 w 9408955"/>
              <a:gd name="connsiteY4978" fmla="*/ 3658587 h 4587875"/>
              <a:gd name="connsiteX4979" fmla="*/ 5681293 w 9408955"/>
              <a:gd name="connsiteY4979" fmla="*/ 3662660 h 4587875"/>
              <a:gd name="connsiteX4980" fmla="*/ 6712228 w 9408955"/>
              <a:gd name="connsiteY4980" fmla="*/ 3662673 h 4587875"/>
              <a:gd name="connsiteX4981" fmla="*/ 6740844 w 9408955"/>
              <a:gd name="connsiteY4981" fmla="*/ 3621881 h 4587875"/>
              <a:gd name="connsiteX4982" fmla="*/ 6677536 w 9408955"/>
              <a:gd name="connsiteY4982" fmla="*/ 3614241 h 4587875"/>
              <a:gd name="connsiteX4983" fmla="*/ 6693815 w 9408955"/>
              <a:gd name="connsiteY4983" fmla="*/ 3659385 h 4587875"/>
              <a:gd name="connsiteX4984" fmla="*/ 6712228 w 9408955"/>
              <a:gd name="connsiteY4984" fmla="*/ 3662673 h 4587875"/>
              <a:gd name="connsiteX4985" fmla="*/ 7124557 w 9408955"/>
              <a:gd name="connsiteY4985" fmla="*/ 3662696 h 4587875"/>
              <a:gd name="connsiteX4986" fmla="*/ 7153733 w 9408955"/>
              <a:gd name="connsiteY4986" fmla="*/ 3617622 h 4587875"/>
              <a:gd name="connsiteX4987" fmla="*/ 7088528 w 9408955"/>
              <a:gd name="connsiteY4987" fmla="*/ 3610327 h 4587875"/>
              <a:gd name="connsiteX4988" fmla="*/ 7104487 w 9408955"/>
              <a:gd name="connsiteY4988" fmla="*/ 3659341 h 4587875"/>
              <a:gd name="connsiteX4989" fmla="*/ 7124557 w 9408955"/>
              <a:gd name="connsiteY4989" fmla="*/ 3662696 h 4587875"/>
              <a:gd name="connsiteX4990" fmla="*/ 3318052 w 9408955"/>
              <a:gd name="connsiteY4990" fmla="*/ 3662728 h 4587875"/>
              <a:gd name="connsiteX4991" fmla="*/ 3352178 w 9408955"/>
              <a:gd name="connsiteY4991" fmla="*/ 3629161 h 4587875"/>
              <a:gd name="connsiteX4992" fmla="*/ 3306009 w 9408955"/>
              <a:gd name="connsiteY4992" fmla="*/ 3595227 h 4587875"/>
              <a:gd name="connsiteX4993" fmla="*/ 3300778 w 9408955"/>
              <a:gd name="connsiteY4993" fmla="*/ 3658446 h 4587875"/>
              <a:gd name="connsiteX4994" fmla="*/ 3318052 w 9408955"/>
              <a:gd name="connsiteY4994" fmla="*/ 3662728 h 4587875"/>
              <a:gd name="connsiteX4995" fmla="*/ 540510 w 9408955"/>
              <a:gd name="connsiteY4995" fmla="*/ 3662749 h 4587875"/>
              <a:gd name="connsiteX4996" fmla="*/ 581078 w 9408955"/>
              <a:gd name="connsiteY4996" fmla="*/ 3623946 h 4587875"/>
              <a:gd name="connsiteX4997" fmla="*/ 538548 w 9408955"/>
              <a:gd name="connsiteY4997" fmla="*/ 3595674 h 4587875"/>
              <a:gd name="connsiteX4998" fmla="*/ 521221 w 9408955"/>
              <a:gd name="connsiteY4998" fmla="*/ 3655611 h 4587875"/>
              <a:gd name="connsiteX4999" fmla="*/ 540510 w 9408955"/>
              <a:gd name="connsiteY4999" fmla="*/ 3662749 h 4587875"/>
              <a:gd name="connsiteX5000" fmla="*/ 6914411 w 9408955"/>
              <a:gd name="connsiteY5000" fmla="*/ 3662783 h 4587875"/>
              <a:gd name="connsiteX5001" fmla="*/ 6948639 w 9408955"/>
              <a:gd name="connsiteY5001" fmla="*/ 3622006 h 4587875"/>
              <a:gd name="connsiteX5002" fmla="*/ 6889465 w 9408955"/>
              <a:gd name="connsiteY5002" fmla="*/ 3603625 h 4587875"/>
              <a:gd name="connsiteX5003" fmla="*/ 6894782 w 9408955"/>
              <a:gd name="connsiteY5003" fmla="*/ 3657391 h 4587875"/>
              <a:gd name="connsiteX5004" fmla="*/ 6914411 w 9408955"/>
              <a:gd name="connsiteY5004" fmla="*/ 3662783 h 4587875"/>
              <a:gd name="connsiteX5005" fmla="*/ 8046366 w 9408955"/>
              <a:gd name="connsiteY5005" fmla="*/ 3662792 h 4587875"/>
              <a:gd name="connsiteX5006" fmla="*/ 8077269 w 9408955"/>
              <a:gd name="connsiteY5006" fmla="*/ 3622524 h 4587875"/>
              <a:gd name="connsiteX5007" fmla="*/ 8013996 w 9408955"/>
              <a:gd name="connsiteY5007" fmla="*/ 3609040 h 4587875"/>
              <a:gd name="connsiteX5008" fmla="*/ 8027603 w 9408955"/>
              <a:gd name="connsiteY5008" fmla="*/ 3659318 h 4587875"/>
              <a:gd name="connsiteX5009" fmla="*/ 8046366 w 9408955"/>
              <a:gd name="connsiteY5009" fmla="*/ 3662792 h 4587875"/>
              <a:gd name="connsiteX5010" fmla="*/ 2088459 w 9408955"/>
              <a:gd name="connsiteY5010" fmla="*/ 3662799 h 4587875"/>
              <a:gd name="connsiteX5011" fmla="*/ 2119501 w 9408955"/>
              <a:gd name="connsiteY5011" fmla="*/ 3622242 h 4587875"/>
              <a:gd name="connsiteX5012" fmla="*/ 2051364 w 9408955"/>
              <a:gd name="connsiteY5012" fmla="*/ 3613929 h 4587875"/>
              <a:gd name="connsiteX5013" fmla="*/ 2069659 w 9408955"/>
              <a:gd name="connsiteY5013" fmla="*/ 3659418 h 4587875"/>
              <a:gd name="connsiteX5014" fmla="*/ 2088459 w 9408955"/>
              <a:gd name="connsiteY5014" fmla="*/ 3662799 h 4587875"/>
              <a:gd name="connsiteX5015" fmla="*/ 4757834 w 9408955"/>
              <a:gd name="connsiteY5015" fmla="*/ 3662836 h 4587875"/>
              <a:gd name="connsiteX5016" fmla="*/ 4790650 w 9408955"/>
              <a:gd name="connsiteY5016" fmla="*/ 3622415 h 4587875"/>
              <a:gd name="connsiteX5017" fmla="*/ 4725483 w 9408955"/>
              <a:gd name="connsiteY5017" fmla="*/ 3611929 h 4587875"/>
              <a:gd name="connsiteX5018" fmla="*/ 4739021 w 9408955"/>
              <a:gd name="connsiteY5018" fmla="*/ 3658202 h 4587875"/>
              <a:gd name="connsiteX5019" fmla="*/ 4757834 w 9408955"/>
              <a:gd name="connsiteY5019" fmla="*/ 3662836 h 4587875"/>
              <a:gd name="connsiteX5020" fmla="*/ 1468867 w 9408955"/>
              <a:gd name="connsiteY5020" fmla="*/ 3662879 h 4587875"/>
              <a:gd name="connsiteX5021" fmla="*/ 1501266 w 9408955"/>
              <a:gd name="connsiteY5021" fmla="*/ 3623524 h 4587875"/>
              <a:gd name="connsiteX5022" fmla="*/ 1448381 w 9408955"/>
              <a:gd name="connsiteY5022" fmla="*/ 3598540 h 4587875"/>
              <a:gd name="connsiteX5023" fmla="*/ 1449989 w 9408955"/>
              <a:gd name="connsiteY5023" fmla="*/ 3659051 h 4587875"/>
              <a:gd name="connsiteX5024" fmla="*/ 1468867 w 9408955"/>
              <a:gd name="connsiteY5024" fmla="*/ 3662879 h 4587875"/>
              <a:gd name="connsiteX5025" fmla="*/ 1985248 w 9408955"/>
              <a:gd name="connsiteY5025" fmla="*/ 3662882 h 4587875"/>
              <a:gd name="connsiteX5026" fmla="*/ 2014619 w 9408955"/>
              <a:gd name="connsiteY5026" fmla="*/ 3617667 h 4587875"/>
              <a:gd name="connsiteX5027" fmla="*/ 1946050 w 9408955"/>
              <a:gd name="connsiteY5027" fmla="*/ 3622490 h 4587875"/>
              <a:gd name="connsiteX5028" fmla="*/ 1965221 w 9408955"/>
              <a:gd name="connsiteY5028" fmla="*/ 3659465 h 4587875"/>
              <a:gd name="connsiteX5029" fmla="*/ 1985248 w 9408955"/>
              <a:gd name="connsiteY5029" fmla="*/ 3662882 h 4587875"/>
              <a:gd name="connsiteX5030" fmla="*/ 6092558 w 9408955"/>
              <a:gd name="connsiteY5030" fmla="*/ 3662982 h 4587875"/>
              <a:gd name="connsiteX5031" fmla="*/ 6125063 w 9408955"/>
              <a:gd name="connsiteY5031" fmla="*/ 3623627 h 4587875"/>
              <a:gd name="connsiteX5032" fmla="*/ 6058892 w 9408955"/>
              <a:gd name="connsiteY5032" fmla="*/ 3615083 h 4587875"/>
              <a:gd name="connsiteX5033" fmla="*/ 6073495 w 9408955"/>
              <a:gd name="connsiteY5033" fmla="*/ 3659187 h 4587875"/>
              <a:gd name="connsiteX5034" fmla="*/ 6092558 w 9408955"/>
              <a:gd name="connsiteY5034" fmla="*/ 3662982 h 4587875"/>
              <a:gd name="connsiteX5035" fmla="*/ 1366660 w 9408955"/>
              <a:gd name="connsiteY5035" fmla="*/ 3662985 h 4587875"/>
              <a:gd name="connsiteX5036" fmla="*/ 1401119 w 9408955"/>
              <a:gd name="connsiteY5036" fmla="*/ 3612843 h 4587875"/>
              <a:gd name="connsiteX5037" fmla="*/ 1345064 w 9408955"/>
              <a:gd name="connsiteY5037" fmla="*/ 3599043 h 4587875"/>
              <a:gd name="connsiteX5038" fmla="*/ 1366660 w 9408955"/>
              <a:gd name="connsiteY5038" fmla="*/ 3662985 h 4587875"/>
              <a:gd name="connsiteX5039" fmla="*/ 8868232 w 9408955"/>
              <a:gd name="connsiteY5039" fmla="*/ 3662995 h 4587875"/>
              <a:gd name="connsiteX5040" fmla="*/ 8899838 w 9408955"/>
              <a:gd name="connsiteY5040" fmla="*/ 3622410 h 4587875"/>
              <a:gd name="connsiteX5041" fmla="*/ 8838109 w 9408955"/>
              <a:gd name="connsiteY5041" fmla="*/ 3606680 h 4587875"/>
              <a:gd name="connsiteX5042" fmla="*/ 8849189 w 9408955"/>
              <a:gd name="connsiteY5042" fmla="*/ 3658201 h 4587875"/>
              <a:gd name="connsiteX5043" fmla="*/ 8868232 w 9408955"/>
              <a:gd name="connsiteY5043" fmla="*/ 3662995 h 4587875"/>
              <a:gd name="connsiteX5044" fmla="*/ 8559073 w 9408955"/>
              <a:gd name="connsiteY5044" fmla="*/ 3663020 h 4587875"/>
              <a:gd name="connsiteX5045" fmla="*/ 8593165 w 9408955"/>
              <a:gd name="connsiteY5045" fmla="*/ 3629754 h 4587875"/>
              <a:gd name="connsiteX5046" fmla="*/ 8540263 w 9408955"/>
              <a:gd name="connsiteY5046" fmla="*/ 3597318 h 4587875"/>
              <a:gd name="connsiteX5047" fmla="*/ 8542103 w 9408955"/>
              <a:gd name="connsiteY5047" fmla="*/ 3659642 h 4587875"/>
              <a:gd name="connsiteX5048" fmla="*/ 8559073 w 9408955"/>
              <a:gd name="connsiteY5048" fmla="*/ 3663020 h 4587875"/>
              <a:gd name="connsiteX5049" fmla="*/ 342696 w 9408955"/>
              <a:gd name="connsiteY5049" fmla="*/ 3663049 h 4587875"/>
              <a:gd name="connsiteX5050" fmla="*/ 370282 w 9408955"/>
              <a:gd name="connsiteY5050" fmla="*/ 3621929 h 4587875"/>
              <a:gd name="connsiteX5051" fmla="*/ 304894 w 9408955"/>
              <a:gd name="connsiteY5051" fmla="*/ 3615283 h 4587875"/>
              <a:gd name="connsiteX5052" fmla="*/ 324166 w 9408955"/>
              <a:gd name="connsiteY5052" fmla="*/ 3660657 h 4587875"/>
              <a:gd name="connsiteX5053" fmla="*/ 342696 w 9408955"/>
              <a:gd name="connsiteY5053" fmla="*/ 3663049 h 4587875"/>
              <a:gd name="connsiteX5054" fmla="*/ 1669403 w 9408955"/>
              <a:gd name="connsiteY5054" fmla="*/ 3663053 h 4587875"/>
              <a:gd name="connsiteX5055" fmla="*/ 1706705 w 9408955"/>
              <a:gd name="connsiteY5055" fmla="*/ 3630620 h 4587875"/>
              <a:gd name="connsiteX5056" fmla="*/ 1664700 w 9408955"/>
              <a:gd name="connsiteY5056" fmla="*/ 3595085 h 4587875"/>
              <a:gd name="connsiteX5057" fmla="*/ 1651704 w 9408955"/>
              <a:gd name="connsiteY5057" fmla="*/ 3656985 h 4587875"/>
              <a:gd name="connsiteX5058" fmla="*/ 1669403 w 9408955"/>
              <a:gd name="connsiteY5058" fmla="*/ 3663053 h 4587875"/>
              <a:gd name="connsiteX5059" fmla="*/ 5169479 w 9408955"/>
              <a:gd name="connsiteY5059" fmla="*/ 3663365 h 4587875"/>
              <a:gd name="connsiteX5060" fmla="*/ 5198483 w 9408955"/>
              <a:gd name="connsiteY5060" fmla="*/ 3617530 h 4587875"/>
              <a:gd name="connsiteX5061" fmla="*/ 5142397 w 9408955"/>
              <a:gd name="connsiteY5061" fmla="*/ 3601944 h 4587875"/>
              <a:gd name="connsiteX5062" fmla="*/ 5149182 w 9408955"/>
              <a:gd name="connsiteY5062" fmla="*/ 3659017 h 4587875"/>
              <a:gd name="connsiteX5063" fmla="*/ 5169479 w 9408955"/>
              <a:gd name="connsiteY5063" fmla="*/ 3663365 h 4587875"/>
              <a:gd name="connsiteX5064" fmla="*/ 3002167 w 9408955"/>
              <a:gd name="connsiteY5064" fmla="*/ 3755022 h 4587875"/>
              <a:gd name="connsiteX5065" fmla="*/ 3032387 w 9408955"/>
              <a:gd name="connsiteY5065" fmla="*/ 3725234 h 4587875"/>
              <a:gd name="connsiteX5066" fmla="*/ 2992549 w 9408955"/>
              <a:gd name="connsiteY5066" fmla="*/ 3709259 h 4587875"/>
              <a:gd name="connsiteX5067" fmla="*/ 2988679 w 9408955"/>
              <a:gd name="connsiteY5067" fmla="*/ 3745143 h 4587875"/>
              <a:gd name="connsiteX5068" fmla="*/ 3002167 w 9408955"/>
              <a:gd name="connsiteY5068" fmla="*/ 3755022 h 4587875"/>
              <a:gd name="connsiteX5069" fmla="*/ 3099621 w 9408955"/>
              <a:gd name="connsiteY5069" fmla="*/ 3761693 h 4587875"/>
              <a:gd name="connsiteX5070" fmla="*/ 3137882 w 9408955"/>
              <a:gd name="connsiteY5070" fmla="*/ 3758928 h 4587875"/>
              <a:gd name="connsiteX5071" fmla="*/ 3137882 w 9408955"/>
              <a:gd name="connsiteY5071" fmla="*/ 3708303 h 4587875"/>
              <a:gd name="connsiteX5072" fmla="*/ 3078832 w 9408955"/>
              <a:gd name="connsiteY5072" fmla="*/ 3734527 h 4587875"/>
              <a:gd name="connsiteX5073" fmla="*/ 3099621 w 9408955"/>
              <a:gd name="connsiteY5073" fmla="*/ 3761693 h 4587875"/>
              <a:gd name="connsiteX5074" fmla="*/ 4949440 w 9408955"/>
              <a:gd name="connsiteY5074" fmla="*/ 3761903 h 4587875"/>
              <a:gd name="connsiteX5075" fmla="*/ 4997065 w 9408955"/>
              <a:gd name="connsiteY5075" fmla="*/ 3733935 h 4587875"/>
              <a:gd name="connsiteX5076" fmla="*/ 4930844 w 9408955"/>
              <a:gd name="connsiteY5076" fmla="*/ 3712333 h 4587875"/>
              <a:gd name="connsiteX5077" fmla="*/ 4949440 w 9408955"/>
              <a:gd name="connsiteY5077" fmla="*/ 3761903 h 4587875"/>
              <a:gd name="connsiteX5078" fmla="*/ 1563746 w 9408955"/>
              <a:gd name="connsiteY5078" fmla="*/ 3761968 h 4587875"/>
              <a:gd name="connsiteX5079" fmla="*/ 1601614 w 9408955"/>
              <a:gd name="connsiteY5079" fmla="*/ 3733695 h 4587875"/>
              <a:gd name="connsiteX5080" fmla="*/ 1560012 w 9408955"/>
              <a:gd name="connsiteY5080" fmla="*/ 3699125 h 4587875"/>
              <a:gd name="connsiteX5081" fmla="*/ 1547351 w 9408955"/>
              <a:gd name="connsiteY5081" fmla="*/ 3754619 h 4587875"/>
              <a:gd name="connsiteX5082" fmla="*/ 1563746 w 9408955"/>
              <a:gd name="connsiteY5082" fmla="*/ 3761968 h 4587875"/>
              <a:gd name="connsiteX5083" fmla="*/ 1474917 w 9408955"/>
              <a:gd name="connsiteY5083" fmla="*/ 3762395 h 4587875"/>
              <a:gd name="connsiteX5084" fmla="*/ 1499076 w 9408955"/>
              <a:gd name="connsiteY5084" fmla="*/ 3741123 h 4587875"/>
              <a:gd name="connsiteX5085" fmla="*/ 1463604 w 9408955"/>
              <a:gd name="connsiteY5085" fmla="*/ 3697324 h 4587875"/>
              <a:gd name="connsiteX5086" fmla="*/ 1442231 w 9408955"/>
              <a:gd name="connsiteY5086" fmla="*/ 3754582 h 4587875"/>
              <a:gd name="connsiteX5087" fmla="*/ 1474917 w 9408955"/>
              <a:gd name="connsiteY5087" fmla="*/ 3762395 h 4587875"/>
              <a:gd name="connsiteX5088" fmla="*/ 6292916 w 9408955"/>
              <a:gd name="connsiteY5088" fmla="*/ 3762487 h 4587875"/>
              <a:gd name="connsiteX5089" fmla="*/ 6329645 w 9408955"/>
              <a:gd name="connsiteY5089" fmla="*/ 3727587 h 4587875"/>
              <a:gd name="connsiteX5090" fmla="*/ 6268444 w 9408955"/>
              <a:gd name="connsiteY5090" fmla="*/ 3714087 h 4587875"/>
              <a:gd name="connsiteX5091" fmla="*/ 6275270 w 9408955"/>
              <a:gd name="connsiteY5091" fmla="*/ 3755037 h 4587875"/>
              <a:gd name="connsiteX5092" fmla="*/ 6292916 w 9408955"/>
              <a:gd name="connsiteY5092" fmla="*/ 3762487 h 4587875"/>
              <a:gd name="connsiteX5093" fmla="*/ 1989734 w 9408955"/>
              <a:gd name="connsiteY5093" fmla="*/ 3762788 h 4587875"/>
              <a:gd name="connsiteX5094" fmla="*/ 2013885 w 9408955"/>
              <a:gd name="connsiteY5094" fmla="*/ 3741588 h 4587875"/>
              <a:gd name="connsiteX5095" fmla="*/ 1970106 w 9408955"/>
              <a:gd name="connsiteY5095" fmla="*/ 3699074 h 4587875"/>
              <a:gd name="connsiteX5096" fmla="*/ 1956729 w 9408955"/>
              <a:gd name="connsiteY5096" fmla="*/ 3755835 h 4587875"/>
              <a:gd name="connsiteX5097" fmla="*/ 1989734 w 9408955"/>
              <a:gd name="connsiteY5097" fmla="*/ 3762788 h 4587875"/>
              <a:gd name="connsiteX5098" fmla="*/ 9266935 w 9408955"/>
              <a:gd name="connsiteY5098" fmla="*/ 3762793 h 4587875"/>
              <a:gd name="connsiteX5099" fmla="*/ 9312083 w 9408955"/>
              <a:gd name="connsiteY5099" fmla="*/ 3734275 h 4587875"/>
              <a:gd name="connsiteX5100" fmla="*/ 9264199 w 9408955"/>
              <a:gd name="connsiteY5100" fmla="*/ 3699598 h 4587875"/>
              <a:gd name="connsiteX5101" fmla="*/ 9266935 w 9408955"/>
              <a:gd name="connsiteY5101" fmla="*/ 3762793 h 4587875"/>
              <a:gd name="connsiteX5102" fmla="*/ 7216891 w 9408955"/>
              <a:gd name="connsiteY5102" fmla="*/ 3762800 h 4587875"/>
              <a:gd name="connsiteX5103" fmla="*/ 7255830 w 9408955"/>
              <a:gd name="connsiteY5103" fmla="*/ 3733227 h 4587875"/>
              <a:gd name="connsiteX5104" fmla="*/ 7213177 w 9408955"/>
              <a:gd name="connsiteY5104" fmla="*/ 3698177 h 4587875"/>
              <a:gd name="connsiteX5105" fmla="*/ 7199720 w 9408955"/>
              <a:gd name="connsiteY5105" fmla="*/ 3756970 h 4587875"/>
              <a:gd name="connsiteX5106" fmla="*/ 7216891 w 9408955"/>
              <a:gd name="connsiteY5106" fmla="*/ 3762800 h 4587875"/>
              <a:gd name="connsiteX5107" fmla="*/ 7845861 w 9408955"/>
              <a:gd name="connsiteY5107" fmla="*/ 3762860 h 4587875"/>
              <a:gd name="connsiteX5108" fmla="*/ 7874689 w 9408955"/>
              <a:gd name="connsiteY5108" fmla="*/ 3726089 h 4587875"/>
              <a:gd name="connsiteX5109" fmla="*/ 7808190 w 9408955"/>
              <a:gd name="connsiteY5109" fmla="*/ 3711121 h 4587875"/>
              <a:gd name="connsiteX5110" fmla="*/ 7828369 w 9408955"/>
              <a:gd name="connsiteY5110" fmla="*/ 3762148 h 4587875"/>
              <a:gd name="connsiteX5111" fmla="*/ 7845861 w 9408955"/>
              <a:gd name="connsiteY5111" fmla="*/ 3762860 h 4587875"/>
              <a:gd name="connsiteX5112" fmla="*/ 5897636 w 9408955"/>
              <a:gd name="connsiteY5112" fmla="*/ 3762971 h 4587875"/>
              <a:gd name="connsiteX5113" fmla="*/ 5919096 w 9408955"/>
              <a:gd name="connsiteY5113" fmla="*/ 3741108 h 4587875"/>
              <a:gd name="connsiteX5114" fmla="*/ 5878862 w 9408955"/>
              <a:gd name="connsiteY5114" fmla="*/ 3698302 h 4587875"/>
              <a:gd name="connsiteX5115" fmla="*/ 5865375 w 9408955"/>
              <a:gd name="connsiteY5115" fmla="*/ 3759289 h 4587875"/>
              <a:gd name="connsiteX5116" fmla="*/ 5897636 w 9408955"/>
              <a:gd name="connsiteY5116" fmla="*/ 3762971 h 4587875"/>
              <a:gd name="connsiteX5117" fmla="*/ 7526869 w 9408955"/>
              <a:gd name="connsiteY5117" fmla="*/ 3763042 h 4587875"/>
              <a:gd name="connsiteX5118" fmla="*/ 7549209 w 9408955"/>
              <a:gd name="connsiteY5118" fmla="*/ 3759689 h 4587875"/>
              <a:gd name="connsiteX5119" fmla="*/ 7535218 w 9408955"/>
              <a:gd name="connsiteY5119" fmla="*/ 3697925 h 4587875"/>
              <a:gd name="connsiteX5120" fmla="*/ 7505883 w 9408955"/>
              <a:gd name="connsiteY5120" fmla="*/ 3754730 h 4587875"/>
              <a:gd name="connsiteX5121" fmla="*/ 7526869 w 9408955"/>
              <a:gd name="connsiteY5121" fmla="*/ 3763042 h 4587875"/>
              <a:gd name="connsiteX5122" fmla="*/ 5279069 w 9408955"/>
              <a:gd name="connsiteY5122" fmla="*/ 3763050 h 4587875"/>
              <a:gd name="connsiteX5123" fmla="*/ 5302254 w 9408955"/>
              <a:gd name="connsiteY5123" fmla="*/ 3741347 h 4587875"/>
              <a:gd name="connsiteX5124" fmla="*/ 5267490 w 9408955"/>
              <a:gd name="connsiteY5124" fmla="*/ 3697544 h 4587875"/>
              <a:gd name="connsiteX5125" fmla="*/ 5245763 w 9408955"/>
              <a:gd name="connsiteY5125" fmla="*/ 3756862 h 4587875"/>
              <a:gd name="connsiteX5126" fmla="*/ 5279069 w 9408955"/>
              <a:gd name="connsiteY5126" fmla="*/ 3763050 h 4587875"/>
              <a:gd name="connsiteX5127" fmla="*/ 6707938 w 9408955"/>
              <a:gd name="connsiteY5127" fmla="*/ 3763091 h 4587875"/>
              <a:gd name="connsiteX5128" fmla="*/ 6731169 w 9408955"/>
              <a:gd name="connsiteY5128" fmla="*/ 3756959 h 4587875"/>
              <a:gd name="connsiteX5129" fmla="*/ 6738722 w 9408955"/>
              <a:gd name="connsiteY5129" fmla="*/ 3711516 h 4587875"/>
              <a:gd name="connsiteX5130" fmla="*/ 6683563 w 9408955"/>
              <a:gd name="connsiteY5130" fmla="*/ 3701568 h 4587875"/>
              <a:gd name="connsiteX5131" fmla="*/ 6685394 w 9408955"/>
              <a:gd name="connsiteY5131" fmla="*/ 3755828 h 4587875"/>
              <a:gd name="connsiteX5132" fmla="*/ 6707938 w 9408955"/>
              <a:gd name="connsiteY5132" fmla="*/ 3763091 h 4587875"/>
              <a:gd name="connsiteX5133" fmla="*/ 6497649 w 9408955"/>
              <a:gd name="connsiteY5133" fmla="*/ 3763139 h 4587875"/>
              <a:gd name="connsiteX5134" fmla="*/ 6520674 w 9408955"/>
              <a:gd name="connsiteY5134" fmla="*/ 3760958 h 4587875"/>
              <a:gd name="connsiteX5135" fmla="*/ 6505708 w 9408955"/>
              <a:gd name="connsiteY5135" fmla="*/ 3697365 h 4587875"/>
              <a:gd name="connsiteX5136" fmla="*/ 6476696 w 9408955"/>
              <a:gd name="connsiteY5136" fmla="*/ 3754989 h 4587875"/>
              <a:gd name="connsiteX5137" fmla="*/ 6497649 w 9408955"/>
              <a:gd name="connsiteY5137" fmla="*/ 3763139 h 4587875"/>
              <a:gd name="connsiteX5138" fmla="*/ 1765376 w 9408955"/>
              <a:gd name="connsiteY5138" fmla="*/ 3763217 h 4587875"/>
              <a:gd name="connsiteX5139" fmla="*/ 1810193 w 9408955"/>
              <a:gd name="connsiteY5139" fmla="*/ 3734068 h 4587875"/>
              <a:gd name="connsiteX5140" fmla="*/ 1769721 w 9408955"/>
              <a:gd name="connsiteY5140" fmla="*/ 3698033 h 4587875"/>
              <a:gd name="connsiteX5141" fmla="*/ 1765376 w 9408955"/>
              <a:gd name="connsiteY5141" fmla="*/ 3763217 h 4587875"/>
              <a:gd name="connsiteX5142" fmla="*/ 650348 w 9408955"/>
              <a:gd name="connsiteY5142" fmla="*/ 3763283 h 4587875"/>
              <a:gd name="connsiteX5143" fmla="*/ 680580 w 9408955"/>
              <a:gd name="connsiteY5143" fmla="*/ 3721828 h 4587875"/>
              <a:gd name="connsiteX5144" fmla="*/ 611970 w 9408955"/>
              <a:gd name="connsiteY5144" fmla="*/ 3718446 h 4587875"/>
              <a:gd name="connsiteX5145" fmla="*/ 630952 w 9408955"/>
              <a:gd name="connsiteY5145" fmla="*/ 3760848 h 4587875"/>
              <a:gd name="connsiteX5146" fmla="*/ 650348 w 9408955"/>
              <a:gd name="connsiteY5146" fmla="*/ 3763283 h 4587875"/>
              <a:gd name="connsiteX5147" fmla="*/ 6099916 w 9408955"/>
              <a:gd name="connsiteY5147" fmla="*/ 3763284 h 4587875"/>
              <a:gd name="connsiteX5148" fmla="*/ 6125950 w 9408955"/>
              <a:gd name="connsiteY5148" fmla="*/ 3725742 h 4587875"/>
              <a:gd name="connsiteX5149" fmla="*/ 6059651 w 9408955"/>
              <a:gd name="connsiteY5149" fmla="*/ 3718010 h 4587875"/>
              <a:gd name="connsiteX5150" fmla="*/ 6082821 w 9408955"/>
              <a:gd name="connsiteY5150" fmla="*/ 3762125 h 4587875"/>
              <a:gd name="connsiteX5151" fmla="*/ 6099916 w 9408955"/>
              <a:gd name="connsiteY5151" fmla="*/ 3763284 h 4587875"/>
              <a:gd name="connsiteX5152" fmla="*/ 535059 w 9408955"/>
              <a:gd name="connsiteY5152" fmla="*/ 3763309 h 4587875"/>
              <a:gd name="connsiteX5153" fmla="*/ 577396 w 9408955"/>
              <a:gd name="connsiteY5153" fmla="*/ 3733771 h 4587875"/>
              <a:gd name="connsiteX5154" fmla="*/ 510594 w 9408955"/>
              <a:gd name="connsiteY5154" fmla="*/ 3714142 h 4587875"/>
              <a:gd name="connsiteX5155" fmla="*/ 517000 w 9408955"/>
              <a:gd name="connsiteY5155" fmla="*/ 3755881 h 4587875"/>
              <a:gd name="connsiteX5156" fmla="*/ 535059 w 9408955"/>
              <a:gd name="connsiteY5156" fmla="*/ 3763309 h 4587875"/>
              <a:gd name="connsiteX5157" fmla="*/ 8567605 w 9408955"/>
              <a:gd name="connsiteY5157" fmla="*/ 3763316 h 4587875"/>
              <a:gd name="connsiteX5158" fmla="*/ 8590912 w 9408955"/>
              <a:gd name="connsiteY5158" fmla="*/ 3741649 h 4587875"/>
              <a:gd name="connsiteX5159" fmla="*/ 8548845 w 9408955"/>
              <a:gd name="connsiteY5159" fmla="*/ 3698144 h 4587875"/>
              <a:gd name="connsiteX5160" fmla="*/ 8534747 w 9408955"/>
              <a:gd name="connsiteY5160" fmla="*/ 3758080 h 4587875"/>
              <a:gd name="connsiteX5161" fmla="*/ 8567605 w 9408955"/>
              <a:gd name="connsiteY5161" fmla="*/ 3763316 h 4587875"/>
              <a:gd name="connsiteX5162" fmla="*/ 343990 w 9408955"/>
              <a:gd name="connsiteY5162" fmla="*/ 3763331 h 4587875"/>
              <a:gd name="connsiteX5163" fmla="*/ 371935 w 9408955"/>
              <a:gd name="connsiteY5163" fmla="*/ 3724813 h 4587875"/>
              <a:gd name="connsiteX5164" fmla="*/ 305772 w 9408955"/>
              <a:gd name="connsiteY5164" fmla="*/ 3718411 h 4587875"/>
              <a:gd name="connsiteX5165" fmla="*/ 325849 w 9408955"/>
              <a:gd name="connsiteY5165" fmla="*/ 3761624 h 4587875"/>
              <a:gd name="connsiteX5166" fmla="*/ 343990 w 9408955"/>
              <a:gd name="connsiteY5166" fmla="*/ 3763331 h 4587875"/>
              <a:gd name="connsiteX5167" fmla="*/ 1267363 w 9408955"/>
              <a:gd name="connsiteY5167" fmla="*/ 3763368 h 4587875"/>
              <a:gd name="connsiteX5168" fmla="*/ 1296588 w 9408955"/>
              <a:gd name="connsiteY5168" fmla="*/ 3726077 h 4587875"/>
              <a:gd name="connsiteX5169" fmla="*/ 1228144 w 9408955"/>
              <a:gd name="connsiteY5169" fmla="*/ 3719008 h 4587875"/>
              <a:gd name="connsiteX5170" fmla="*/ 1249749 w 9408955"/>
              <a:gd name="connsiteY5170" fmla="*/ 3761647 h 4587875"/>
              <a:gd name="connsiteX5171" fmla="*/ 1267363 w 9408955"/>
              <a:gd name="connsiteY5171" fmla="*/ 3763368 h 4587875"/>
              <a:gd name="connsiteX5172" fmla="*/ 2504649 w 9408955"/>
              <a:gd name="connsiteY5172" fmla="*/ 3763376 h 4587875"/>
              <a:gd name="connsiteX5173" fmla="*/ 2527795 w 9408955"/>
              <a:gd name="connsiteY5173" fmla="*/ 3742638 h 4587875"/>
              <a:gd name="connsiteX5174" fmla="*/ 2493312 w 9408955"/>
              <a:gd name="connsiteY5174" fmla="*/ 3697559 h 4587875"/>
              <a:gd name="connsiteX5175" fmla="*/ 2471994 w 9408955"/>
              <a:gd name="connsiteY5175" fmla="*/ 3756826 h 4587875"/>
              <a:gd name="connsiteX5176" fmla="*/ 2504649 w 9408955"/>
              <a:gd name="connsiteY5176" fmla="*/ 3763376 h 4587875"/>
              <a:gd name="connsiteX5177" fmla="*/ 7933803 w 9408955"/>
              <a:gd name="connsiteY5177" fmla="*/ 3763385 h 4587875"/>
              <a:gd name="connsiteX5178" fmla="*/ 7974827 w 9408955"/>
              <a:gd name="connsiteY5178" fmla="*/ 3733821 h 4587875"/>
              <a:gd name="connsiteX5179" fmla="*/ 7916123 w 9408955"/>
              <a:gd name="connsiteY5179" fmla="*/ 3705775 h 4587875"/>
              <a:gd name="connsiteX5180" fmla="*/ 7916347 w 9408955"/>
              <a:gd name="connsiteY5180" fmla="*/ 3755939 h 4587875"/>
              <a:gd name="connsiteX5181" fmla="*/ 7933803 w 9408955"/>
              <a:gd name="connsiteY5181" fmla="*/ 3763385 h 4587875"/>
              <a:gd name="connsiteX5182" fmla="*/ 8449009 w 9408955"/>
              <a:gd name="connsiteY5182" fmla="*/ 3763399 h 4587875"/>
              <a:gd name="connsiteX5183" fmla="*/ 8491072 w 9408955"/>
              <a:gd name="connsiteY5183" fmla="*/ 3733597 h 4587875"/>
              <a:gd name="connsiteX5184" fmla="*/ 8444062 w 9408955"/>
              <a:gd name="connsiteY5184" fmla="*/ 3698506 h 4587875"/>
              <a:gd name="connsiteX5185" fmla="*/ 8430926 w 9408955"/>
              <a:gd name="connsiteY5185" fmla="*/ 3755845 h 4587875"/>
              <a:gd name="connsiteX5186" fmla="*/ 8449009 w 9408955"/>
              <a:gd name="connsiteY5186" fmla="*/ 3763399 h 4587875"/>
              <a:gd name="connsiteX5187" fmla="*/ 7418310 w 9408955"/>
              <a:gd name="connsiteY5187" fmla="*/ 3763406 h 4587875"/>
              <a:gd name="connsiteX5188" fmla="*/ 7461528 w 9408955"/>
              <a:gd name="connsiteY5188" fmla="*/ 3733809 h 4587875"/>
              <a:gd name="connsiteX5189" fmla="*/ 7402388 w 9408955"/>
              <a:gd name="connsiteY5189" fmla="*/ 3706061 h 4587875"/>
              <a:gd name="connsiteX5190" fmla="*/ 7418310 w 9408955"/>
              <a:gd name="connsiteY5190" fmla="*/ 3763406 h 4587875"/>
              <a:gd name="connsiteX5191" fmla="*/ 5674294 w 9408955"/>
              <a:gd name="connsiteY5191" fmla="*/ 3763432 h 4587875"/>
              <a:gd name="connsiteX5192" fmla="*/ 5716363 w 9408955"/>
              <a:gd name="connsiteY5192" fmla="*/ 3733467 h 4587875"/>
              <a:gd name="connsiteX5193" fmla="*/ 5661867 w 9408955"/>
              <a:gd name="connsiteY5193" fmla="*/ 3701858 h 4587875"/>
              <a:gd name="connsiteX5194" fmla="*/ 5656348 w 9408955"/>
              <a:gd name="connsiteY5194" fmla="*/ 3756436 h 4587875"/>
              <a:gd name="connsiteX5195" fmla="*/ 5674294 w 9408955"/>
              <a:gd name="connsiteY5195" fmla="*/ 3763432 h 4587875"/>
              <a:gd name="connsiteX5196" fmla="*/ 1163736 w 9408955"/>
              <a:gd name="connsiteY5196" fmla="*/ 3763443 h 4587875"/>
              <a:gd name="connsiteX5197" fmla="*/ 1194448 w 9408955"/>
              <a:gd name="connsiteY5197" fmla="*/ 3725739 h 4587875"/>
              <a:gd name="connsiteX5198" fmla="*/ 1131993 w 9408955"/>
              <a:gd name="connsiteY5198" fmla="*/ 3707546 h 4587875"/>
              <a:gd name="connsiteX5199" fmla="*/ 1145175 w 9408955"/>
              <a:gd name="connsiteY5199" fmla="*/ 3761443 h 4587875"/>
              <a:gd name="connsiteX5200" fmla="*/ 1163736 w 9408955"/>
              <a:gd name="connsiteY5200" fmla="*/ 3763443 h 4587875"/>
              <a:gd name="connsiteX5201" fmla="*/ 7734049 w 9408955"/>
              <a:gd name="connsiteY5201" fmla="*/ 3763445 h 4587875"/>
              <a:gd name="connsiteX5202" fmla="*/ 7772152 w 9408955"/>
              <a:gd name="connsiteY5202" fmla="*/ 3726114 h 4587875"/>
              <a:gd name="connsiteX5203" fmla="*/ 7704069 w 9408955"/>
              <a:gd name="connsiteY5203" fmla="*/ 3712581 h 4587875"/>
              <a:gd name="connsiteX5204" fmla="*/ 7713960 w 9408955"/>
              <a:gd name="connsiteY5204" fmla="*/ 3758142 h 4587875"/>
              <a:gd name="connsiteX5205" fmla="*/ 7734049 w 9408955"/>
              <a:gd name="connsiteY5205" fmla="*/ 3763445 h 4587875"/>
              <a:gd name="connsiteX5206" fmla="*/ 449152 w 9408955"/>
              <a:gd name="connsiteY5206" fmla="*/ 3763481 h 4587875"/>
              <a:gd name="connsiteX5207" fmla="*/ 473918 w 9408955"/>
              <a:gd name="connsiteY5207" fmla="*/ 3719673 h 4587875"/>
              <a:gd name="connsiteX5208" fmla="*/ 418968 w 9408955"/>
              <a:gd name="connsiteY5208" fmla="*/ 3701728 h 4587875"/>
              <a:gd name="connsiteX5209" fmla="*/ 430234 w 9408955"/>
              <a:gd name="connsiteY5209" fmla="*/ 3762697 h 4587875"/>
              <a:gd name="connsiteX5210" fmla="*/ 449152 w 9408955"/>
              <a:gd name="connsiteY5210" fmla="*/ 3763481 h 4587875"/>
              <a:gd name="connsiteX5211" fmla="*/ 7024624 w 9408955"/>
              <a:gd name="connsiteY5211" fmla="*/ 3763481 h 4587875"/>
              <a:gd name="connsiteX5212" fmla="*/ 7052007 w 9408955"/>
              <a:gd name="connsiteY5212" fmla="*/ 3726185 h 4587875"/>
              <a:gd name="connsiteX5213" fmla="*/ 6982975 w 9408955"/>
              <a:gd name="connsiteY5213" fmla="*/ 3719555 h 4587875"/>
              <a:gd name="connsiteX5214" fmla="*/ 7007710 w 9408955"/>
              <a:gd name="connsiteY5214" fmla="*/ 3762081 h 4587875"/>
              <a:gd name="connsiteX5215" fmla="*/ 7024624 w 9408955"/>
              <a:gd name="connsiteY5215" fmla="*/ 3763481 h 4587875"/>
              <a:gd name="connsiteX5216" fmla="*/ 947452 w 9408955"/>
              <a:gd name="connsiteY5216" fmla="*/ 3763484 h 4587875"/>
              <a:gd name="connsiteX5217" fmla="*/ 986333 w 9408955"/>
              <a:gd name="connsiteY5217" fmla="*/ 3725665 h 4587875"/>
              <a:gd name="connsiteX5218" fmla="*/ 924284 w 9408955"/>
              <a:gd name="connsiteY5218" fmla="*/ 3711000 h 4587875"/>
              <a:gd name="connsiteX5219" fmla="*/ 927705 w 9408955"/>
              <a:gd name="connsiteY5219" fmla="*/ 3754995 h 4587875"/>
              <a:gd name="connsiteX5220" fmla="*/ 947452 w 9408955"/>
              <a:gd name="connsiteY5220" fmla="*/ 3763484 h 4587875"/>
              <a:gd name="connsiteX5221" fmla="*/ 5996121 w 9408955"/>
              <a:gd name="connsiteY5221" fmla="*/ 3763484 h 4587875"/>
              <a:gd name="connsiteX5222" fmla="*/ 6022591 w 9408955"/>
              <a:gd name="connsiteY5222" fmla="*/ 3727018 h 4587875"/>
              <a:gd name="connsiteX5223" fmla="*/ 5960224 w 9408955"/>
              <a:gd name="connsiteY5223" fmla="*/ 3713334 h 4587875"/>
              <a:gd name="connsiteX5224" fmla="*/ 5979048 w 9408955"/>
              <a:gd name="connsiteY5224" fmla="*/ 3762012 h 4587875"/>
              <a:gd name="connsiteX5225" fmla="*/ 5996121 w 9408955"/>
              <a:gd name="connsiteY5225" fmla="*/ 3763484 h 4587875"/>
              <a:gd name="connsiteX5226" fmla="*/ 8343890 w 9408955"/>
              <a:gd name="connsiteY5226" fmla="*/ 3763506 h 4587875"/>
              <a:gd name="connsiteX5227" fmla="*/ 8387695 w 9408955"/>
              <a:gd name="connsiteY5227" fmla="*/ 3734638 h 4587875"/>
              <a:gd name="connsiteX5228" fmla="*/ 8327087 w 9408955"/>
              <a:gd name="connsiteY5228" fmla="*/ 3706977 h 4587875"/>
              <a:gd name="connsiteX5229" fmla="*/ 8325943 w 9408955"/>
              <a:gd name="connsiteY5229" fmla="*/ 3755669 h 4587875"/>
              <a:gd name="connsiteX5230" fmla="*/ 8343890 w 9408955"/>
              <a:gd name="connsiteY5230" fmla="*/ 3763506 h 4587875"/>
              <a:gd name="connsiteX5231" fmla="*/ 3325284 w 9408955"/>
              <a:gd name="connsiteY5231" fmla="*/ 3763507 h 4587875"/>
              <a:gd name="connsiteX5232" fmla="*/ 3351652 w 9408955"/>
              <a:gd name="connsiteY5232" fmla="*/ 3726556 h 4587875"/>
              <a:gd name="connsiteX5233" fmla="*/ 3288152 w 9408955"/>
              <a:gd name="connsiteY5233" fmla="*/ 3711895 h 4587875"/>
              <a:gd name="connsiteX5234" fmla="*/ 3307939 w 9408955"/>
              <a:gd name="connsiteY5234" fmla="*/ 3762192 h 4587875"/>
              <a:gd name="connsiteX5235" fmla="*/ 3325284 w 9408955"/>
              <a:gd name="connsiteY5235" fmla="*/ 3763507 h 4587875"/>
              <a:gd name="connsiteX5236" fmla="*/ 5481444 w 9408955"/>
              <a:gd name="connsiteY5236" fmla="*/ 3763516 h 4587875"/>
              <a:gd name="connsiteX5237" fmla="*/ 5509631 w 9408955"/>
              <a:gd name="connsiteY5237" fmla="*/ 3725377 h 4587875"/>
              <a:gd name="connsiteX5238" fmla="*/ 5445597 w 9408955"/>
              <a:gd name="connsiteY5238" fmla="*/ 3712310 h 4587875"/>
              <a:gd name="connsiteX5239" fmla="*/ 5464086 w 9408955"/>
              <a:gd name="connsiteY5239" fmla="*/ 3762288 h 4587875"/>
              <a:gd name="connsiteX5240" fmla="*/ 5481444 w 9408955"/>
              <a:gd name="connsiteY5240" fmla="*/ 3763516 h 4587875"/>
              <a:gd name="connsiteX5241" fmla="*/ 8861139 w 9408955"/>
              <a:gd name="connsiteY5241" fmla="*/ 3763521 h 4587875"/>
              <a:gd name="connsiteX5242" fmla="*/ 8900481 w 9408955"/>
              <a:gd name="connsiteY5242" fmla="*/ 3725900 h 4587875"/>
              <a:gd name="connsiteX5243" fmla="*/ 8847031 w 9408955"/>
              <a:gd name="connsiteY5243" fmla="*/ 3702215 h 4587875"/>
              <a:gd name="connsiteX5244" fmla="*/ 8841344 w 9408955"/>
              <a:gd name="connsiteY5244" fmla="*/ 3754999 h 4587875"/>
              <a:gd name="connsiteX5245" fmla="*/ 8861139 w 9408955"/>
              <a:gd name="connsiteY5245" fmla="*/ 3763521 h 4587875"/>
              <a:gd name="connsiteX5246" fmla="*/ 9180757 w 9408955"/>
              <a:gd name="connsiteY5246" fmla="*/ 3763539 h 4587875"/>
              <a:gd name="connsiteX5247" fmla="*/ 9210263 w 9408955"/>
              <a:gd name="connsiteY5247" fmla="*/ 3725728 h 4587875"/>
              <a:gd name="connsiteX5248" fmla="*/ 9140931 w 9408955"/>
              <a:gd name="connsiteY5248" fmla="*/ 3718183 h 4587875"/>
              <a:gd name="connsiteX5249" fmla="*/ 9163053 w 9408955"/>
              <a:gd name="connsiteY5249" fmla="*/ 3762081 h 4587875"/>
              <a:gd name="connsiteX5250" fmla="*/ 9180757 w 9408955"/>
              <a:gd name="connsiteY5250" fmla="*/ 3763539 h 4587875"/>
              <a:gd name="connsiteX5251" fmla="*/ 9077002 w 9408955"/>
              <a:gd name="connsiteY5251" fmla="*/ 3763564 h 4587875"/>
              <a:gd name="connsiteX5252" fmla="*/ 9107519 w 9408955"/>
              <a:gd name="connsiteY5252" fmla="*/ 3726109 h 4587875"/>
              <a:gd name="connsiteX5253" fmla="*/ 9044177 w 9408955"/>
              <a:gd name="connsiteY5253" fmla="*/ 3707616 h 4587875"/>
              <a:gd name="connsiteX5254" fmla="*/ 9058812 w 9408955"/>
              <a:gd name="connsiteY5254" fmla="*/ 3761742 h 4587875"/>
              <a:gd name="connsiteX5255" fmla="*/ 9077002 w 9408955"/>
              <a:gd name="connsiteY5255" fmla="*/ 3763564 h 4587875"/>
              <a:gd name="connsiteX5256" fmla="*/ 2088277 w 9408955"/>
              <a:gd name="connsiteY5256" fmla="*/ 3763567 h 4587875"/>
              <a:gd name="connsiteX5257" fmla="*/ 2119303 w 9408955"/>
              <a:gd name="connsiteY5257" fmla="*/ 3726330 h 4587875"/>
              <a:gd name="connsiteX5258" fmla="*/ 2050665 w 9408955"/>
              <a:gd name="connsiteY5258" fmla="*/ 3718887 h 4587875"/>
              <a:gd name="connsiteX5259" fmla="*/ 2070050 w 9408955"/>
              <a:gd name="connsiteY5259" fmla="*/ 3761516 h 4587875"/>
              <a:gd name="connsiteX5260" fmla="*/ 2088277 w 9408955"/>
              <a:gd name="connsiteY5260" fmla="*/ 3763567 h 4587875"/>
              <a:gd name="connsiteX5261" fmla="*/ 5159122 w 9408955"/>
              <a:gd name="connsiteY5261" fmla="*/ 3763601 h 4587875"/>
              <a:gd name="connsiteX5262" fmla="*/ 5201366 w 9408955"/>
              <a:gd name="connsiteY5262" fmla="*/ 3733469 h 4587875"/>
              <a:gd name="connsiteX5263" fmla="*/ 5155151 w 9408955"/>
              <a:gd name="connsiteY5263" fmla="*/ 3699169 h 4587875"/>
              <a:gd name="connsiteX5264" fmla="*/ 5141652 w 9408955"/>
              <a:gd name="connsiteY5264" fmla="*/ 3754964 h 4587875"/>
              <a:gd name="connsiteX5265" fmla="*/ 5159122 w 9408955"/>
              <a:gd name="connsiteY5265" fmla="*/ 3763601 h 4587875"/>
              <a:gd name="connsiteX5266" fmla="*/ 7113573 w 9408955"/>
              <a:gd name="connsiteY5266" fmla="*/ 3763670 h 4587875"/>
              <a:gd name="connsiteX5267" fmla="*/ 7156019 w 9408955"/>
              <a:gd name="connsiteY5267" fmla="*/ 3733719 h 4587875"/>
              <a:gd name="connsiteX5268" fmla="*/ 7109122 w 9408955"/>
              <a:gd name="connsiteY5268" fmla="*/ 3698297 h 4587875"/>
              <a:gd name="connsiteX5269" fmla="*/ 7095559 w 9408955"/>
              <a:gd name="connsiteY5269" fmla="*/ 3756719 h 4587875"/>
              <a:gd name="connsiteX5270" fmla="*/ 7113573 w 9408955"/>
              <a:gd name="connsiteY5270" fmla="*/ 3763670 h 4587875"/>
              <a:gd name="connsiteX5271" fmla="*/ 1049699 w 9408955"/>
              <a:gd name="connsiteY5271" fmla="*/ 3763685 h 4587875"/>
              <a:gd name="connsiteX5272" fmla="*/ 1089784 w 9408955"/>
              <a:gd name="connsiteY5272" fmla="*/ 3734589 h 4587875"/>
              <a:gd name="connsiteX5273" fmla="*/ 1052593 w 9408955"/>
              <a:gd name="connsiteY5273" fmla="*/ 3698182 h 4587875"/>
              <a:gd name="connsiteX5274" fmla="*/ 1032412 w 9408955"/>
              <a:gd name="connsiteY5274" fmla="*/ 3756523 h 4587875"/>
              <a:gd name="connsiteX5275" fmla="*/ 1049699 w 9408955"/>
              <a:gd name="connsiteY5275" fmla="*/ 3763685 h 4587875"/>
              <a:gd name="connsiteX5276" fmla="*/ 3221425 w 9408955"/>
              <a:gd name="connsiteY5276" fmla="*/ 3763692 h 4587875"/>
              <a:gd name="connsiteX5277" fmla="*/ 3248926 w 9408955"/>
              <a:gd name="connsiteY5277" fmla="*/ 3726305 h 4587875"/>
              <a:gd name="connsiteX5278" fmla="*/ 3181974 w 9408955"/>
              <a:gd name="connsiteY5278" fmla="*/ 3718324 h 4587875"/>
              <a:gd name="connsiteX5279" fmla="*/ 3203831 w 9408955"/>
              <a:gd name="connsiteY5279" fmla="*/ 3762331 h 4587875"/>
              <a:gd name="connsiteX5280" fmla="*/ 3221425 w 9408955"/>
              <a:gd name="connsiteY5280" fmla="*/ 3763692 h 4587875"/>
              <a:gd name="connsiteX5281" fmla="*/ 8972648 w 9408955"/>
              <a:gd name="connsiteY5281" fmla="*/ 3763787 h 4587875"/>
              <a:gd name="connsiteX5282" fmla="*/ 9003009 w 9408955"/>
              <a:gd name="connsiteY5282" fmla="*/ 3725944 h 4587875"/>
              <a:gd name="connsiteX5283" fmla="*/ 8942003 w 9408955"/>
              <a:gd name="connsiteY5283" fmla="*/ 3709025 h 4587875"/>
              <a:gd name="connsiteX5284" fmla="*/ 8954703 w 9408955"/>
              <a:gd name="connsiteY5284" fmla="*/ 3760697 h 4587875"/>
              <a:gd name="connsiteX5285" fmla="*/ 8972648 w 9408955"/>
              <a:gd name="connsiteY5285" fmla="*/ 3763787 h 4587875"/>
              <a:gd name="connsiteX5286" fmla="*/ 1361448 w 9408955"/>
              <a:gd name="connsiteY5286" fmla="*/ 3763803 h 4587875"/>
              <a:gd name="connsiteX5287" fmla="*/ 1399126 w 9408955"/>
              <a:gd name="connsiteY5287" fmla="*/ 3734627 h 4587875"/>
              <a:gd name="connsiteX5288" fmla="*/ 1351991 w 9408955"/>
              <a:gd name="connsiteY5288" fmla="*/ 3699629 h 4587875"/>
              <a:gd name="connsiteX5289" fmla="*/ 1344095 w 9408955"/>
              <a:gd name="connsiteY5289" fmla="*/ 3758417 h 4587875"/>
              <a:gd name="connsiteX5290" fmla="*/ 1361448 w 9408955"/>
              <a:gd name="connsiteY5290" fmla="*/ 3763803 h 4587875"/>
              <a:gd name="connsiteX5291" fmla="*/ 5377202 w 9408955"/>
              <a:gd name="connsiteY5291" fmla="*/ 3763816 h 4587875"/>
              <a:gd name="connsiteX5292" fmla="*/ 5406584 w 9408955"/>
              <a:gd name="connsiteY5292" fmla="*/ 3725278 h 4587875"/>
              <a:gd name="connsiteX5293" fmla="*/ 5356585 w 9408955"/>
              <a:gd name="connsiteY5293" fmla="*/ 3700716 h 4587875"/>
              <a:gd name="connsiteX5294" fmla="*/ 5359108 w 9408955"/>
              <a:gd name="connsiteY5294" fmla="*/ 3761211 h 4587875"/>
              <a:gd name="connsiteX5295" fmla="*/ 5377202 w 9408955"/>
              <a:gd name="connsiteY5295" fmla="*/ 3763816 h 4587875"/>
              <a:gd name="connsiteX5296" fmla="*/ 5071408 w 9408955"/>
              <a:gd name="connsiteY5296" fmla="*/ 3763820 h 4587875"/>
              <a:gd name="connsiteX5297" fmla="*/ 5098883 w 9408955"/>
              <a:gd name="connsiteY5297" fmla="*/ 3727331 h 4587875"/>
              <a:gd name="connsiteX5298" fmla="*/ 5034969 w 9408955"/>
              <a:gd name="connsiteY5298" fmla="*/ 3710958 h 4587875"/>
              <a:gd name="connsiteX5299" fmla="*/ 5054530 w 9408955"/>
              <a:gd name="connsiteY5299" fmla="*/ 3762807 h 4587875"/>
              <a:gd name="connsiteX5300" fmla="*/ 5071408 w 9408955"/>
              <a:gd name="connsiteY5300" fmla="*/ 3763820 h 4587875"/>
              <a:gd name="connsiteX5301" fmla="*/ 2706495 w 9408955"/>
              <a:gd name="connsiteY5301" fmla="*/ 3763852 h 4587875"/>
              <a:gd name="connsiteX5302" fmla="*/ 2735747 w 9408955"/>
              <a:gd name="connsiteY5302" fmla="*/ 3728356 h 4587875"/>
              <a:gd name="connsiteX5303" fmla="*/ 2666863 w 9408955"/>
              <a:gd name="connsiteY5303" fmla="*/ 3719512 h 4587875"/>
              <a:gd name="connsiteX5304" fmla="*/ 2689446 w 9408955"/>
              <a:gd name="connsiteY5304" fmla="*/ 3762147 h 4587875"/>
              <a:gd name="connsiteX5305" fmla="*/ 2706495 w 9408955"/>
              <a:gd name="connsiteY5305" fmla="*/ 3763852 h 4587875"/>
              <a:gd name="connsiteX5306" fmla="*/ 857483 w 9408955"/>
              <a:gd name="connsiteY5306" fmla="*/ 3763870 h 4587875"/>
              <a:gd name="connsiteX5307" fmla="*/ 885150 w 9408955"/>
              <a:gd name="connsiteY5307" fmla="*/ 3726421 h 4587875"/>
              <a:gd name="connsiteX5308" fmla="*/ 817257 w 9408955"/>
              <a:gd name="connsiteY5308" fmla="*/ 3726194 h 4587875"/>
              <a:gd name="connsiteX5309" fmla="*/ 840120 w 9408955"/>
              <a:gd name="connsiteY5309" fmla="*/ 3763035 h 4587875"/>
              <a:gd name="connsiteX5310" fmla="*/ 857483 w 9408955"/>
              <a:gd name="connsiteY5310" fmla="*/ 3763870 h 4587875"/>
              <a:gd name="connsiteX5311" fmla="*/ 3421239 w 9408955"/>
              <a:gd name="connsiteY5311" fmla="*/ 3763895 h 4587875"/>
              <a:gd name="connsiteX5312" fmla="*/ 3446824 w 9408955"/>
              <a:gd name="connsiteY5312" fmla="*/ 3755202 h 4587875"/>
              <a:gd name="connsiteX5313" fmla="*/ 3433516 w 9408955"/>
              <a:gd name="connsiteY5313" fmla="*/ 3698740 h 4587875"/>
              <a:gd name="connsiteX5314" fmla="*/ 3382804 w 9408955"/>
              <a:gd name="connsiteY5314" fmla="*/ 3716414 h 4587875"/>
              <a:gd name="connsiteX5315" fmla="*/ 3395654 w 9408955"/>
              <a:gd name="connsiteY5315" fmla="*/ 3755890 h 4587875"/>
              <a:gd name="connsiteX5316" fmla="*/ 3421239 w 9408955"/>
              <a:gd name="connsiteY5316" fmla="*/ 3763895 h 4587875"/>
              <a:gd name="connsiteX5317" fmla="*/ 8256088 w 9408955"/>
              <a:gd name="connsiteY5317" fmla="*/ 3763933 h 4587875"/>
              <a:gd name="connsiteX5318" fmla="*/ 8283154 w 9408955"/>
              <a:gd name="connsiteY5318" fmla="*/ 3726414 h 4587875"/>
              <a:gd name="connsiteX5319" fmla="*/ 8235494 w 9408955"/>
              <a:gd name="connsiteY5319" fmla="*/ 3700484 h 4587875"/>
              <a:gd name="connsiteX5320" fmla="*/ 8238458 w 9408955"/>
              <a:gd name="connsiteY5320" fmla="*/ 3762579 h 4587875"/>
              <a:gd name="connsiteX5321" fmla="*/ 8256088 w 9408955"/>
              <a:gd name="connsiteY5321" fmla="*/ 3763933 h 4587875"/>
              <a:gd name="connsiteX5322" fmla="*/ 1875675 w 9408955"/>
              <a:gd name="connsiteY5322" fmla="*/ 3763980 h 4587875"/>
              <a:gd name="connsiteX5323" fmla="*/ 1911405 w 9408955"/>
              <a:gd name="connsiteY5323" fmla="*/ 3719788 h 4587875"/>
              <a:gd name="connsiteX5324" fmla="*/ 1846952 w 9408955"/>
              <a:gd name="connsiteY5324" fmla="*/ 3718210 h 4587875"/>
              <a:gd name="connsiteX5325" fmla="*/ 1875675 w 9408955"/>
              <a:gd name="connsiteY5325" fmla="*/ 3763980 h 4587875"/>
              <a:gd name="connsiteX5326" fmla="*/ 4862612 w 9408955"/>
              <a:gd name="connsiteY5326" fmla="*/ 3763983 h 4587875"/>
              <a:gd name="connsiteX5327" fmla="*/ 4892761 w 9408955"/>
              <a:gd name="connsiteY5327" fmla="*/ 3724928 h 4587875"/>
              <a:gd name="connsiteX5328" fmla="*/ 4824463 w 9408955"/>
              <a:gd name="connsiteY5328" fmla="*/ 3719228 h 4587875"/>
              <a:gd name="connsiteX5329" fmla="*/ 4844364 w 9408955"/>
              <a:gd name="connsiteY5329" fmla="*/ 3761411 h 4587875"/>
              <a:gd name="connsiteX5330" fmla="*/ 4862612 w 9408955"/>
              <a:gd name="connsiteY5330" fmla="*/ 3763983 h 4587875"/>
              <a:gd name="connsiteX5331" fmla="*/ 8665757 w 9408955"/>
              <a:gd name="connsiteY5331" fmla="*/ 3763991 h 4587875"/>
              <a:gd name="connsiteX5332" fmla="*/ 8695008 w 9408955"/>
              <a:gd name="connsiteY5332" fmla="*/ 3729037 h 4587875"/>
              <a:gd name="connsiteX5333" fmla="*/ 8634368 w 9408955"/>
              <a:gd name="connsiteY5333" fmla="*/ 3707145 h 4587875"/>
              <a:gd name="connsiteX5334" fmla="*/ 8648785 w 9408955"/>
              <a:gd name="connsiteY5334" fmla="*/ 3762331 h 4587875"/>
              <a:gd name="connsiteX5335" fmla="*/ 8665757 w 9408955"/>
              <a:gd name="connsiteY5335" fmla="*/ 3763991 h 4587875"/>
              <a:gd name="connsiteX5336" fmla="*/ 7330764 w 9408955"/>
              <a:gd name="connsiteY5336" fmla="*/ 3764001 h 4587875"/>
              <a:gd name="connsiteX5337" fmla="*/ 7358096 w 9408955"/>
              <a:gd name="connsiteY5337" fmla="*/ 3726649 h 4587875"/>
              <a:gd name="connsiteX5338" fmla="*/ 7294451 w 9408955"/>
              <a:gd name="connsiteY5338" fmla="*/ 3713232 h 4587875"/>
              <a:gd name="connsiteX5339" fmla="*/ 7313385 w 9408955"/>
              <a:gd name="connsiteY5339" fmla="*/ 3763035 h 4587875"/>
              <a:gd name="connsiteX5340" fmla="*/ 7330764 w 9408955"/>
              <a:gd name="connsiteY5340" fmla="*/ 3764001 h 4587875"/>
              <a:gd name="connsiteX5341" fmla="*/ 8038147 w 9408955"/>
              <a:gd name="connsiteY5341" fmla="*/ 3764079 h 4587875"/>
              <a:gd name="connsiteX5342" fmla="*/ 8078131 w 9408955"/>
              <a:gd name="connsiteY5342" fmla="*/ 3734301 h 4587875"/>
              <a:gd name="connsiteX5343" fmla="*/ 8033525 w 9408955"/>
              <a:gd name="connsiteY5343" fmla="*/ 3698780 h 4587875"/>
              <a:gd name="connsiteX5344" fmla="*/ 8020487 w 9408955"/>
              <a:gd name="connsiteY5344" fmla="*/ 3757368 h 4587875"/>
              <a:gd name="connsiteX5345" fmla="*/ 8038147 w 9408955"/>
              <a:gd name="connsiteY5345" fmla="*/ 3764079 h 4587875"/>
              <a:gd name="connsiteX5346" fmla="*/ 6598107 w 9408955"/>
              <a:gd name="connsiteY5346" fmla="*/ 3764138 h 4587875"/>
              <a:gd name="connsiteX5347" fmla="*/ 6638512 w 9408955"/>
              <a:gd name="connsiteY5347" fmla="*/ 3734717 h 4587875"/>
              <a:gd name="connsiteX5348" fmla="*/ 6602254 w 9408955"/>
              <a:gd name="connsiteY5348" fmla="*/ 3697782 h 4587875"/>
              <a:gd name="connsiteX5349" fmla="*/ 6580819 w 9408955"/>
              <a:gd name="connsiteY5349" fmla="*/ 3755593 h 4587875"/>
              <a:gd name="connsiteX5350" fmla="*/ 6598107 w 9408955"/>
              <a:gd name="connsiteY5350" fmla="*/ 3764138 h 4587875"/>
              <a:gd name="connsiteX5351" fmla="*/ 752847 w 9408955"/>
              <a:gd name="connsiteY5351" fmla="*/ 3764154 h 4587875"/>
              <a:gd name="connsiteX5352" fmla="*/ 781071 w 9408955"/>
              <a:gd name="connsiteY5352" fmla="*/ 3725989 h 4587875"/>
              <a:gd name="connsiteX5353" fmla="*/ 721203 w 9408955"/>
              <a:gd name="connsiteY5353" fmla="*/ 3708800 h 4587875"/>
              <a:gd name="connsiteX5354" fmla="*/ 734735 w 9408955"/>
              <a:gd name="connsiteY5354" fmla="*/ 3761723 h 4587875"/>
              <a:gd name="connsiteX5355" fmla="*/ 752847 w 9408955"/>
              <a:gd name="connsiteY5355" fmla="*/ 3764154 h 4587875"/>
              <a:gd name="connsiteX5356" fmla="*/ 6909749 w 9408955"/>
              <a:gd name="connsiteY5356" fmla="*/ 3764201 h 4587875"/>
              <a:gd name="connsiteX5357" fmla="*/ 6948139 w 9408955"/>
              <a:gd name="connsiteY5357" fmla="*/ 3734533 h 4587875"/>
              <a:gd name="connsiteX5358" fmla="*/ 6907986 w 9408955"/>
              <a:gd name="connsiteY5358" fmla="*/ 3697167 h 4587875"/>
              <a:gd name="connsiteX5359" fmla="*/ 6892957 w 9408955"/>
              <a:gd name="connsiteY5359" fmla="*/ 3758439 h 4587875"/>
              <a:gd name="connsiteX5360" fmla="*/ 6909749 w 9408955"/>
              <a:gd name="connsiteY5360" fmla="*/ 3764201 h 4587875"/>
              <a:gd name="connsiteX5361" fmla="*/ 5786990 w 9408955"/>
              <a:gd name="connsiteY5361" fmla="*/ 3764256 h 4587875"/>
              <a:gd name="connsiteX5362" fmla="*/ 5817993 w 9408955"/>
              <a:gd name="connsiteY5362" fmla="*/ 3727301 h 4587875"/>
              <a:gd name="connsiteX5363" fmla="*/ 5766376 w 9408955"/>
              <a:gd name="connsiteY5363" fmla="*/ 3700543 h 4587875"/>
              <a:gd name="connsiteX5364" fmla="*/ 5769129 w 9408955"/>
              <a:gd name="connsiteY5364" fmla="*/ 3761608 h 4587875"/>
              <a:gd name="connsiteX5365" fmla="*/ 5786990 w 9408955"/>
              <a:gd name="connsiteY5365" fmla="*/ 3764256 h 4587875"/>
              <a:gd name="connsiteX5366" fmla="*/ 8767762 w 9408955"/>
              <a:gd name="connsiteY5366" fmla="*/ 3764292 h 4587875"/>
              <a:gd name="connsiteX5367" fmla="*/ 8795264 w 9408955"/>
              <a:gd name="connsiteY5367" fmla="*/ 3740659 h 4587875"/>
              <a:gd name="connsiteX5368" fmla="*/ 8788666 w 9408955"/>
              <a:gd name="connsiteY5368" fmla="*/ 3701087 h 4587875"/>
              <a:gd name="connsiteX5369" fmla="*/ 8737928 w 9408955"/>
              <a:gd name="connsiteY5369" fmla="*/ 3705947 h 4587875"/>
              <a:gd name="connsiteX5370" fmla="*/ 8733605 w 9408955"/>
              <a:gd name="connsiteY5370" fmla="*/ 3749221 h 4587875"/>
              <a:gd name="connsiteX5371" fmla="*/ 8767762 w 9408955"/>
              <a:gd name="connsiteY5371" fmla="*/ 3764292 h 4587875"/>
              <a:gd name="connsiteX5372" fmla="*/ 6404208 w 9408955"/>
              <a:gd name="connsiteY5372" fmla="*/ 3764292 h 4587875"/>
              <a:gd name="connsiteX5373" fmla="*/ 6435287 w 9408955"/>
              <a:gd name="connsiteY5373" fmla="*/ 3734046 h 4587875"/>
              <a:gd name="connsiteX5374" fmla="*/ 6385996 w 9408955"/>
              <a:gd name="connsiteY5374" fmla="*/ 3700060 h 4587875"/>
              <a:gd name="connsiteX5375" fmla="*/ 6388288 w 9408955"/>
              <a:gd name="connsiteY5375" fmla="*/ 3761645 h 4587875"/>
              <a:gd name="connsiteX5376" fmla="*/ 6404208 w 9408955"/>
              <a:gd name="connsiteY5376" fmla="*/ 3764292 h 4587875"/>
              <a:gd name="connsiteX5377" fmla="*/ 6816249 w 9408955"/>
              <a:gd name="connsiteY5377" fmla="*/ 3764324 h 4587875"/>
              <a:gd name="connsiteX5378" fmla="*/ 6844734 w 9408955"/>
              <a:gd name="connsiteY5378" fmla="*/ 3726733 h 4587875"/>
              <a:gd name="connsiteX5379" fmla="*/ 6782009 w 9408955"/>
              <a:gd name="connsiteY5379" fmla="*/ 3712906 h 4587875"/>
              <a:gd name="connsiteX5380" fmla="*/ 6798871 w 9408955"/>
              <a:gd name="connsiteY5380" fmla="*/ 3761991 h 4587875"/>
              <a:gd name="connsiteX5381" fmla="*/ 6816249 w 9408955"/>
              <a:gd name="connsiteY5381" fmla="*/ 3764324 h 4587875"/>
              <a:gd name="connsiteX5382" fmla="*/ 1676796 w 9408955"/>
              <a:gd name="connsiteY5382" fmla="*/ 3764345 h 4587875"/>
              <a:gd name="connsiteX5383" fmla="*/ 1707002 w 9408955"/>
              <a:gd name="connsiteY5383" fmla="*/ 3732328 h 4587875"/>
              <a:gd name="connsiteX5384" fmla="*/ 1664781 w 9408955"/>
              <a:gd name="connsiteY5384" fmla="*/ 3698210 h 4587875"/>
              <a:gd name="connsiteX5385" fmla="*/ 1660397 w 9408955"/>
              <a:gd name="connsiteY5385" fmla="*/ 3762124 h 4587875"/>
              <a:gd name="connsiteX5386" fmla="*/ 1676796 w 9408955"/>
              <a:gd name="connsiteY5386" fmla="*/ 3764345 h 4587875"/>
              <a:gd name="connsiteX5387" fmla="*/ 6199186 w 9408955"/>
              <a:gd name="connsiteY5387" fmla="*/ 3764356 h 4587875"/>
              <a:gd name="connsiteX5388" fmla="*/ 6229354 w 9408955"/>
              <a:gd name="connsiteY5388" fmla="*/ 3722044 h 4587875"/>
              <a:gd name="connsiteX5389" fmla="*/ 6163943 w 9408955"/>
              <a:gd name="connsiteY5389" fmla="*/ 3713813 h 4587875"/>
              <a:gd name="connsiteX5390" fmla="*/ 6179724 w 9408955"/>
              <a:gd name="connsiteY5390" fmla="*/ 3761827 h 4587875"/>
              <a:gd name="connsiteX5391" fmla="*/ 6199186 w 9408955"/>
              <a:gd name="connsiteY5391" fmla="*/ 3764356 h 4587875"/>
              <a:gd name="connsiteX5392" fmla="*/ 2191922 w 9408955"/>
              <a:gd name="connsiteY5392" fmla="*/ 3764406 h 4587875"/>
              <a:gd name="connsiteX5393" fmla="*/ 2219976 w 9408955"/>
              <a:gd name="connsiteY5393" fmla="*/ 3726026 h 4587875"/>
              <a:gd name="connsiteX5394" fmla="*/ 2152492 w 9408955"/>
              <a:gd name="connsiteY5394" fmla="*/ 3726721 h 4587875"/>
              <a:gd name="connsiteX5395" fmla="*/ 2174526 w 9408955"/>
              <a:gd name="connsiteY5395" fmla="*/ 3762632 h 4587875"/>
              <a:gd name="connsiteX5396" fmla="*/ 2191922 w 9408955"/>
              <a:gd name="connsiteY5396" fmla="*/ 3764406 h 4587875"/>
              <a:gd name="connsiteX5397" fmla="*/ 8151060 w 9408955"/>
              <a:gd name="connsiteY5397" fmla="*/ 3764426 h 4587875"/>
              <a:gd name="connsiteX5398" fmla="*/ 8180191 w 9408955"/>
              <a:gd name="connsiteY5398" fmla="*/ 3726149 h 4587875"/>
              <a:gd name="connsiteX5399" fmla="*/ 8114257 w 9408955"/>
              <a:gd name="connsiteY5399" fmla="*/ 3718293 h 4587875"/>
              <a:gd name="connsiteX5400" fmla="*/ 8132965 w 9408955"/>
              <a:gd name="connsiteY5400" fmla="*/ 3761964 h 4587875"/>
              <a:gd name="connsiteX5401" fmla="*/ 8151060 w 9408955"/>
              <a:gd name="connsiteY5401" fmla="*/ 3764426 h 4587875"/>
              <a:gd name="connsiteX5402" fmla="*/ 2602480 w 9408955"/>
              <a:gd name="connsiteY5402" fmla="*/ 3764522 h 4587875"/>
              <a:gd name="connsiteX5403" fmla="*/ 2632099 w 9408955"/>
              <a:gd name="connsiteY5403" fmla="*/ 3726530 h 4587875"/>
              <a:gd name="connsiteX5404" fmla="*/ 2565912 w 9408955"/>
              <a:gd name="connsiteY5404" fmla="*/ 3719690 h 4587875"/>
              <a:gd name="connsiteX5405" fmla="*/ 2584560 w 9408955"/>
              <a:gd name="connsiteY5405" fmla="*/ 3762324 h 4587875"/>
              <a:gd name="connsiteX5406" fmla="*/ 2602480 w 9408955"/>
              <a:gd name="connsiteY5406" fmla="*/ 3764522 h 4587875"/>
              <a:gd name="connsiteX5407" fmla="*/ 238803 w 9408955"/>
              <a:gd name="connsiteY5407" fmla="*/ 3764576 h 4587875"/>
              <a:gd name="connsiteX5408" fmla="*/ 267487 w 9408955"/>
              <a:gd name="connsiteY5408" fmla="*/ 3726272 h 4587875"/>
              <a:gd name="connsiteX5409" fmla="*/ 202193 w 9408955"/>
              <a:gd name="connsiteY5409" fmla="*/ 3719359 h 4587875"/>
              <a:gd name="connsiteX5410" fmla="*/ 220485 w 9408955"/>
              <a:gd name="connsiteY5410" fmla="*/ 3762452 h 4587875"/>
              <a:gd name="connsiteX5411" fmla="*/ 238803 w 9408955"/>
              <a:gd name="connsiteY5411" fmla="*/ 3764576 h 4587875"/>
              <a:gd name="connsiteX5412" fmla="*/ 7637238 w 9408955"/>
              <a:gd name="connsiteY5412" fmla="*/ 3764629 h 4587875"/>
              <a:gd name="connsiteX5413" fmla="*/ 7667268 w 9408955"/>
              <a:gd name="connsiteY5413" fmla="*/ 3726612 h 4587875"/>
              <a:gd name="connsiteX5414" fmla="*/ 7601197 w 9408955"/>
              <a:gd name="connsiteY5414" fmla="*/ 3713739 h 4587875"/>
              <a:gd name="connsiteX5415" fmla="*/ 7619463 w 9408955"/>
              <a:gd name="connsiteY5415" fmla="*/ 3762474 h 4587875"/>
              <a:gd name="connsiteX5416" fmla="*/ 7637238 w 9408955"/>
              <a:gd name="connsiteY5416" fmla="*/ 3764629 h 4587875"/>
              <a:gd name="connsiteX5417" fmla="*/ 9393149 w 9408955"/>
              <a:gd name="connsiteY5417" fmla="*/ 3765550 h 4587875"/>
              <a:gd name="connsiteX5418" fmla="*/ 9408955 w 9408955"/>
              <a:gd name="connsiteY5418" fmla="*/ 3748381 h 4587875"/>
              <a:gd name="connsiteX5419" fmla="*/ 9408955 w 9408955"/>
              <a:gd name="connsiteY5419" fmla="*/ 3706718 h 4587875"/>
              <a:gd name="connsiteX5420" fmla="*/ 9345961 w 9408955"/>
              <a:gd name="connsiteY5420" fmla="*/ 3726634 h 4587875"/>
              <a:gd name="connsiteX5421" fmla="*/ 9393149 w 9408955"/>
              <a:gd name="connsiteY5421" fmla="*/ 3765550 h 4587875"/>
              <a:gd name="connsiteX5422" fmla="*/ 5995634 w 9408955"/>
              <a:gd name="connsiteY5422" fmla="*/ 3856168 h 4587875"/>
              <a:gd name="connsiteX5423" fmla="*/ 5997913 w 9408955"/>
              <a:gd name="connsiteY5423" fmla="*/ 3811787 h 4587875"/>
              <a:gd name="connsiteX5424" fmla="*/ 5976462 w 9408955"/>
              <a:gd name="connsiteY5424" fmla="*/ 3853483 h 4587875"/>
              <a:gd name="connsiteX5425" fmla="*/ 5995634 w 9408955"/>
              <a:gd name="connsiteY5425" fmla="*/ 3856168 h 4587875"/>
              <a:gd name="connsiteX5426" fmla="*/ 17142 w 9408955"/>
              <a:gd name="connsiteY5426" fmla="*/ 3862217 h 4587875"/>
              <a:gd name="connsiteX5427" fmla="*/ 60336 w 9408955"/>
              <a:gd name="connsiteY5427" fmla="*/ 3849179 h 4587875"/>
              <a:gd name="connsiteX5428" fmla="*/ 38851 w 9408955"/>
              <a:gd name="connsiteY5428" fmla="*/ 3804940 h 4587875"/>
              <a:gd name="connsiteX5429" fmla="*/ 0 w 9408955"/>
              <a:gd name="connsiteY5429" fmla="*/ 3821239 h 4587875"/>
              <a:gd name="connsiteX5430" fmla="*/ 0 w 9408955"/>
              <a:gd name="connsiteY5430" fmla="*/ 3839400 h 4587875"/>
              <a:gd name="connsiteX5431" fmla="*/ 17142 w 9408955"/>
              <a:gd name="connsiteY5431" fmla="*/ 3862217 h 4587875"/>
              <a:gd name="connsiteX5432" fmla="*/ 3225605 w 9408955"/>
              <a:gd name="connsiteY5432" fmla="*/ 3865635 h 4587875"/>
              <a:gd name="connsiteX5433" fmla="*/ 3247202 w 9408955"/>
              <a:gd name="connsiteY5433" fmla="*/ 3844787 h 4587875"/>
              <a:gd name="connsiteX5434" fmla="*/ 3207830 w 9408955"/>
              <a:gd name="connsiteY5434" fmla="*/ 3800849 h 4587875"/>
              <a:gd name="connsiteX5435" fmla="*/ 3193934 w 9408955"/>
              <a:gd name="connsiteY5435" fmla="*/ 3862273 h 4587875"/>
              <a:gd name="connsiteX5436" fmla="*/ 3225605 w 9408955"/>
              <a:gd name="connsiteY5436" fmla="*/ 3865635 h 4587875"/>
              <a:gd name="connsiteX5437" fmla="*/ 1683302 w 9408955"/>
              <a:gd name="connsiteY5437" fmla="*/ 3866310 h 4587875"/>
              <a:gd name="connsiteX5438" fmla="*/ 1705370 w 9408955"/>
              <a:gd name="connsiteY5438" fmla="*/ 3845754 h 4587875"/>
              <a:gd name="connsiteX5439" fmla="*/ 1672960 w 9408955"/>
              <a:gd name="connsiteY5439" fmla="*/ 3799579 h 4587875"/>
              <a:gd name="connsiteX5440" fmla="*/ 1651583 w 9408955"/>
              <a:gd name="connsiteY5440" fmla="*/ 3860766 h 4587875"/>
              <a:gd name="connsiteX5441" fmla="*/ 1683302 w 9408955"/>
              <a:gd name="connsiteY5441" fmla="*/ 3866310 h 4587875"/>
              <a:gd name="connsiteX5442" fmla="*/ 2504482 w 9408955"/>
              <a:gd name="connsiteY5442" fmla="*/ 3866312 h 4587875"/>
              <a:gd name="connsiteX5443" fmla="*/ 2527743 w 9408955"/>
              <a:gd name="connsiteY5443" fmla="*/ 3845927 h 4587875"/>
              <a:gd name="connsiteX5444" fmla="*/ 2508977 w 9408955"/>
              <a:gd name="connsiteY5444" fmla="*/ 3798887 h 4587875"/>
              <a:gd name="connsiteX5445" fmla="*/ 2470315 w 9408955"/>
              <a:gd name="connsiteY5445" fmla="*/ 3808071 h 4587875"/>
              <a:gd name="connsiteX5446" fmla="*/ 2472138 w 9408955"/>
              <a:gd name="connsiteY5446" fmla="*/ 3860488 h 4587875"/>
              <a:gd name="connsiteX5447" fmla="*/ 2504482 w 9408955"/>
              <a:gd name="connsiteY5447" fmla="*/ 3866312 h 4587875"/>
              <a:gd name="connsiteX5448" fmla="*/ 7538483 w 9408955"/>
              <a:gd name="connsiteY5448" fmla="*/ 3866659 h 4587875"/>
              <a:gd name="connsiteX5449" fmla="*/ 7562692 w 9408955"/>
              <a:gd name="connsiteY5449" fmla="*/ 3845234 h 4587875"/>
              <a:gd name="connsiteX5450" fmla="*/ 7527086 w 9408955"/>
              <a:gd name="connsiteY5450" fmla="*/ 3800460 h 4587875"/>
              <a:gd name="connsiteX5451" fmla="*/ 7505768 w 9408955"/>
              <a:gd name="connsiteY5451" fmla="*/ 3859932 h 4587875"/>
              <a:gd name="connsiteX5452" fmla="*/ 7538483 w 9408955"/>
              <a:gd name="connsiteY5452" fmla="*/ 3866659 h 4587875"/>
              <a:gd name="connsiteX5453" fmla="*/ 640666 w 9408955"/>
              <a:gd name="connsiteY5453" fmla="*/ 3866672 h 4587875"/>
              <a:gd name="connsiteX5454" fmla="*/ 674613 w 9408955"/>
              <a:gd name="connsiteY5454" fmla="*/ 3852508 h 4587875"/>
              <a:gd name="connsiteX5455" fmla="*/ 635980 w 9408955"/>
              <a:gd name="connsiteY5455" fmla="*/ 3800298 h 4587875"/>
              <a:gd name="connsiteX5456" fmla="*/ 608092 w 9408955"/>
              <a:gd name="connsiteY5456" fmla="*/ 3846808 h 4587875"/>
              <a:gd name="connsiteX5457" fmla="*/ 640666 w 9408955"/>
              <a:gd name="connsiteY5457" fmla="*/ 3866672 h 4587875"/>
              <a:gd name="connsiteX5458" fmla="*/ 3415580 w 9408955"/>
              <a:gd name="connsiteY5458" fmla="*/ 3866776 h 4587875"/>
              <a:gd name="connsiteX5459" fmla="*/ 3448870 w 9408955"/>
              <a:gd name="connsiteY5459" fmla="*/ 3853576 h 4587875"/>
              <a:gd name="connsiteX5460" fmla="*/ 3410465 w 9408955"/>
              <a:gd name="connsiteY5460" fmla="*/ 3800320 h 4587875"/>
              <a:gd name="connsiteX5461" fmla="*/ 3382804 w 9408955"/>
              <a:gd name="connsiteY5461" fmla="*/ 3847405 h 4587875"/>
              <a:gd name="connsiteX5462" fmla="*/ 3415580 w 9408955"/>
              <a:gd name="connsiteY5462" fmla="*/ 3866776 h 4587875"/>
              <a:gd name="connsiteX5463" fmla="*/ 5074424 w 9408955"/>
              <a:gd name="connsiteY5463" fmla="*/ 3866790 h 4587875"/>
              <a:gd name="connsiteX5464" fmla="*/ 5095742 w 9408955"/>
              <a:gd name="connsiteY5464" fmla="*/ 3845980 h 4587875"/>
              <a:gd name="connsiteX5465" fmla="*/ 5057517 w 9408955"/>
              <a:gd name="connsiteY5465" fmla="*/ 3800948 h 4587875"/>
              <a:gd name="connsiteX5466" fmla="*/ 5043945 w 9408955"/>
              <a:gd name="connsiteY5466" fmla="*/ 3863038 h 4587875"/>
              <a:gd name="connsiteX5467" fmla="*/ 5074424 w 9408955"/>
              <a:gd name="connsiteY5467" fmla="*/ 3866790 h 4587875"/>
              <a:gd name="connsiteX5468" fmla="*/ 1154203 w 9408955"/>
              <a:gd name="connsiteY5468" fmla="*/ 3866924 h 4587875"/>
              <a:gd name="connsiteX5469" fmla="*/ 1193468 w 9408955"/>
              <a:gd name="connsiteY5469" fmla="*/ 3837789 h 4587875"/>
              <a:gd name="connsiteX5470" fmla="*/ 1151517 w 9408955"/>
              <a:gd name="connsiteY5470" fmla="*/ 3800037 h 4587875"/>
              <a:gd name="connsiteX5471" fmla="*/ 1137313 w 9408955"/>
              <a:gd name="connsiteY5471" fmla="*/ 3860532 h 4587875"/>
              <a:gd name="connsiteX5472" fmla="*/ 1154203 w 9408955"/>
              <a:gd name="connsiteY5472" fmla="*/ 3866924 h 4587875"/>
              <a:gd name="connsiteX5473" fmla="*/ 1991077 w 9408955"/>
              <a:gd name="connsiteY5473" fmla="*/ 3866987 h 4587875"/>
              <a:gd name="connsiteX5474" fmla="*/ 2006971 w 9408955"/>
              <a:gd name="connsiteY5474" fmla="*/ 3859806 h 4587875"/>
              <a:gd name="connsiteX5475" fmla="*/ 2003312 w 9408955"/>
              <a:gd name="connsiteY5475" fmla="*/ 3806440 h 4587875"/>
              <a:gd name="connsiteX5476" fmla="*/ 1952741 w 9408955"/>
              <a:gd name="connsiteY5476" fmla="*/ 3805983 h 4587875"/>
              <a:gd name="connsiteX5477" fmla="*/ 1947026 w 9408955"/>
              <a:gd name="connsiteY5477" fmla="*/ 3845210 h 4587875"/>
              <a:gd name="connsiteX5478" fmla="*/ 1991077 w 9408955"/>
              <a:gd name="connsiteY5478" fmla="*/ 3866987 h 4587875"/>
              <a:gd name="connsiteX5479" fmla="*/ 6292127 w 9408955"/>
              <a:gd name="connsiteY5479" fmla="*/ 3866997 h 4587875"/>
              <a:gd name="connsiteX5480" fmla="*/ 6332116 w 9408955"/>
              <a:gd name="connsiteY5480" fmla="*/ 3838541 h 4587875"/>
              <a:gd name="connsiteX5481" fmla="*/ 6278071 w 9408955"/>
              <a:gd name="connsiteY5481" fmla="*/ 3804702 h 4587875"/>
              <a:gd name="connsiteX5482" fmla="*/ 6275106 w 9408955"/>
              <a:gd name="connsiteY5482" fmla="*/ 3860423 h 4587875"/>
              <a:gd name="connsiteX5483" fmla="*/ 6292127 w 9408955"/>
              <a:gd name="connsiteY5483" fmla="*/ 3866997 h 4587875"/>
              <a:gd name="connsiteX5484" fmla="*/ 6086267 w 9408955"/>
              <a:gd name="connsiteY5484" fmla="*/ 3867007 h 4587875"/>
              <a:gd name="connsiteX5485" fmla="*/ 6126445 w 9408955"/>
              <a:gd name="connsiteY5485" fmla="*/ 3830849 h 4587875"/>
              <a:gd name="connsiteX5486" fmla="*/ 6065253 w 9408955"/>
              <a:gd name="connsiteY5486" fmla="*/ 3808966 h 4587875"/>
              <a:gd name="connsiteX5487" fmla="*/ 6067073 w 9408955"/>
              <a:gd name="connsiteY5487" fmla="*/ 3858430 h 4587875"/>
              <a:gd name="connsiteX5488" fmla="*/ 6086267 w 9408955"/>
              <a:gd name="connsiteY5488" fmla="*/ 3867007 h 4587875"/>
              <a:gd name="connsiteX5489" fmla="*/ 7114401 w 9408955"/>
              <a:gd name="connsiteY5489" fmla="*/ 3867015 h 4587875"/>
              <a:gd name="connsiteX5490" fmla="*/ 7155369 w 9408955"/>
              <a:gd name="connsiteY5490" fmla="*/ 3836861 h 4587875"/>
              <a:gd name="connsiteX5491" fmla="*/ 7099423 w 9408955"/>
              <a:gd name="connsiteY5491" fmla="*/ 3805421 h 4587875"/>
              <a:gd name="connsiteX5492" fmla="*/ 7096694 w 9408955"/>
              <a:gd name="connsiteY5492" fmla="*/ 3860837 h 4587875"/>
              <a:gd name="connsiteX5493" fmla="*/ 7114401 w 9408955"/>
              <a:gd name="connsiteY5493" fmla="*/ 3867015 h 4587875"/>
              <a:gd name="connsiteX5494" fmla="*/ 442816 w 9408955"/>
              <a:gd name="connsiteY5494" fmla="*/ 3867056 h 4587875"/>
              <a:gd name="connsiteX5495" fmla="*/ 464718 w 9408955"/>
              <a:gd name="connsiteY5495" fmla="*/ 3859956 h 4587875"/>
              <a:gd name="connsiteX5496" fmla="*/ 466796 w 9408955"/>
              <a:gd name="connsiteY5496" fmla="*/ 3809012 h 4587875"/>
              <a:gd name="connsiteX5497" fmla="*/ 410235 w 9408955"/>
              <a:gd name="connsiteY5497" fmla="*/ 3815549 h 4587875"/>
              <a:gd name="connsiteX5498" fmla="*/ 420394 w 9408955"/>
              <a:gd name="connsiteY5498" fmla="*/ 3862661 h 4587875"/>
              <a:gd name="connsiteX5499" fmla="*/ 442816 w 9408955"/>
              <a:gd name="connsiteY5499" fmla="*/ 3867056 h 4587875"/>
              <a:gd name="connsiteX5500" fmla="*/ 9068491 w 9408955"/>
              <a:gd name="connsiteY5500" fmla="*/ 3867075 h 4587875"/>
              <a:gd name="connsiteX5501" fmla="*/ 9106400 w 9408955"/>
              <a:gd name="connsiteY5501" fmla="*/ 3830428 h 4587875"/>
              <a:gd name="connsiteX5502" fmla="*/ 9043226 w 9408955"/>
              <a:gd name="connsiteY5502" fmla="*/ 3811926 h 4587875"/>
              <a:gd name="connsiteX5503" fmla="*/ 9049612 w 9408955"/>
              <a:gd name="connsiteY5503" fmla="*/ 3859534 h 4587875"/>
              <a:gd name="connsiteX5504" fmla="*/ 9068491 w 9408955"/>
              <a:gd name="connsiteY5504" fmla="*/ 3867075 h 4587875"/>
              <a:gd name="connsiteX5505" fmla="*/ 7629460 w 9408955"/>
              <a:gd name="connsiteY5505" fmla="*/ 3867078 h 4587875"/>
              <a:gd name="connsiteX5506" fmla="*/ 7667680 w 9408955"/>
              <a:gd name="connsiteY5506" fmla="*/ 3829253 h 4587875"/>
              <a:gd name="connsiteX5507" fmla="*/ 7604453 w 9408955"/>
              <a:gd name="connsiteY5507" fmla="*/ 3811473 h 4587875"/>
              <a:gd name="connsiteX5508" fmla="*/ 7610139 w 9408955"/>
              <a:gd name="connsiteY5508" fmla="*/ 3859570 h 4587875"/>
              <a:gd name="connsiteX5509" fmla="*/ 7629460 w 9408955"/>
              <a:gd name="connsiteY5509" fmla="*/ 3867078 h 4587875"/>
              <a:gd name="connsiteX5510" fmla="*/ 537415 w 9408955"/>
              <a:gd name="connsiteY5510" fmla="*/ 3867097 h 4587875"/>
              <a:gd name="connsiteX5511" fmla="*/ 578100 w 9408955"/>
              <a:gd name="connsiteY5511" fmla="*/ 3830444 h 4587875"/>
              <a:gd name="connsiteX5512" fmla="*/ 510880 w 9408955"/>
              <a:gd name="connsiteY5512" fmla="*/ 3817648 h 4587875"/>
              <a:gd name="connsiteX5513" fmla="*/ 517761 w 9408955"/>
              <a:gd name="connsiteY5513" fmla="*/ 3858955 h 4587875"/>
              <a:gd name="connsiteX5514" fmla="*/ 537415 w 9408955"/>
              <a:gd name="connsiteY5514" fmla="*/ 3867097 h 4587875"/>
              <a:gd name="connsiteX5515" fmla="*/ 8259793 w 9408955"/>
              <a:gd name="connsiteY5515" fmla="*/ 3867142 h 4587875"/>
              <a:gd name="connsiteX5516" fmla="*/ 8282084 w 9408955"/>
              <a:gd name="connsiteY5516" fmla="*/ 3847498 h 4587875"/>
              <a:gd name="connsiteX5517" fmla="*/ 8273999 w 9408955"/>
              <a:gd name="connsiteY5517" fmla="*/ 3808494 h 4587875"/>
              <a:gd name="connsiteX5518" fmla="*/ 8217625 w 9408955"/>
              <a:gd name="connsiteY5518" fmla="*/ 3823092 h 4587875"/>
              <a:gd name="connsiteX5519" fmla="*/ 8229753 w 9408955"/>
              <a:gd name="connsiteY5519" fmla="*/ 3863008 h 4587875"/>
              <a:gd name="connsiteX5520" fmla="*/ 8259793 w 9408955"/>
              <a:gd name="connsiteY5520" fmla="*/ 3867142 h 4587875"/>
              <a:gd name="connsiteX5521" fmla="*/ 4958307 w 9408955"/>
              <a:gd name="connsiteY5521" fmla="*/ 3867163 h 4587875"/>
              <a:gd name="connsiteX5522" fmla="*/ 4997292 w 9408955"/>
              <a:gd name="connsiteY5522" fmla="*/ 3831886 h 4587875"/>
              <a:gd name="connsiteX5523" fmla="*/ 4929902 w 9408955"/>
              <a:gd name="connsiteY5523" fmla="*/ 3816277 h 4587875"/>
              <a:gd name="connsiteX5524" fmla="*/ 4939819 w 9408955"/>
              <a:gd name="connsiteY5524" fmla="*/ 3861293 h 4587875"/>
              <a:gd name="connsiteX5525" fmla="*/ 4958307 w 9408955"/>
              <a:gd name="connsiteY5525" fmla="*/ 3867163 h 4587875"/>
              <a:gd name="connsiteX5526" fmla="*/ 6605214 w 9408955"/>
              <a:gd name="connsiteY5526" fmla="*/ 3867177 h 4587875"/>
              <a:gd name="connsiteX5527" fmla="*/ 6638540 w 9408955"/>
              <a:gd name="connsiteY5527" fmla="*/ 3829603 h 4587875"/>
              <a:gd name="connsiteX5528" fmla="*/ 6589782 w 9408955"/>
              <a:gd name="connsiteY5528" fmla="*/ 3802315 h 4587875"/>
              <a:gd name="connsiteX5529" fmla="*/ 6586607 w 9408955"/>
              <a:gd name="connsiteY5529" fmla="*/ 3861894 h 4587875"/>
              <a:gd name="connsiteX5530" fmla="*/ 6605214 w 9408955"/>
              <a:gd name="connsiteY5530" fmla="*/ 3867177 h 4587875"/>
              <a:gd name="connsiteX5531" fmla="*/ 8654845 w 9408955"/>
              <a:gd name="connsiteY5531" fmla="*/ 3867179 h 4587875"/>
              <a:gd name="connsiteX5532" fmla="*/ 8694757 w 9408955"/>
              <a:gd name="connsiteY5532" fmla="*/ 3839130 h 4587875"/>
              <a:gd name="connsiteX5533" fmla="*/ 8660139 w 9408955"/>
              <a:gd name="connsiteY5533" fmla="*/ 3800234 h 4587875"/>
              <a:gd name="connsiteX5534" fmla="*/ 8638130 w 9408955"/>
              <a:gd name="connsiteY5534" fmla="*/ 3861066 h 4587875"/>
              <a:gd name="connsiteX5535" fmla="*/ 8654845 w 9408955"/>
              <a:gd name="connsiteY5535" fmla="*/ 3867179 h 4587875"/>
              <a:gd name="connsiteX5536" fmla="*/ 6702704 w 9408955"/>
              <a:gd name="connsiteY5536" fmla="*/ 3867189 h 4587875"/>
              <a:gd name="connsiteX5537" fmla="*/ 6741241 w 9408955"/>
              <a:gd name="connsiteY5537" fmla="*/ 3837680 h 4587875"/>
              <a:gd name="connsiteX5538" fmla="*/ 6706700 w 9408955"/>
              <a:gd name="connsiteY5538" fmla="*/ 3799590 h 4587875"/>
              <a:gd name="connsiteX5539" fmla="*/ 6685655 w 9408955"/>
              <a:gd name="connsiteY5539" fmla="*/ 3860945 h 4587875"/>
              <a:gd name="connsiteX5540" fmla="*/ 6702704 w 9408955"/>
              <a:gd name="connsiteY5540" fmla="*/ 3867189 h 4587875"/>
              <a:gd name="connsiteX5541" fmla="*/ 8972702 w 9408955"/>
              <a:gd name="connsiteY5541" fmla="*/ 3867238 h 4587875"/>
              <a:gd name="connsiteX5542" fmla="*/ 8998197 w 9408955"/>
              <a:gd name="connsiteY5542" fmla="*/ 3853898 h 4587875"/>
              <a:gd name="connsiteX5543" fmla="*/ 8953404 w 9408955"/>
              <a:gd name="connsiteY5543" fmla="*/ 3801683 h 4587875"/>
              <a:gd name="connsiteX5544" fmla="*/ 8944991 w 9408955"/>
              <a:gd name="connsiteY5544" fmla="*/ 3859371 h 4587875"/>
              <a:gd name="connsiteX5545" fmla="*/ 8972702 w 9408955"/>
              <a:gd name="connsiteY5545" fmla="*/ 3867238 h 4587875"/>
              <a:gd name="connsiteX5546" fmla="*/ 7322620 w 9408955"/>
              <a:gd name="connsiteY5546" fmla="*/ 3867301 h 4587875"/>
              <a:gd name="connsiteX5547" fmla="*/ 7347581 w 9408955"/>
              <a:gd name="connsiteY5547" fmla="*/ 3861055 h 4587875"/>
              <a:gd name="connsiteX5548" fmla="*/ 7325242 w 9408955"/>
              <a:gd name="connsiteY5548" fmla="*/ 3800234 h 4587875"/>
              <a:gd name="connsiteX5549" fmla="*/ 7299712 w 9408955"/>
              <a:gd name="connsiteY5549" fmla="*/ 3857437 h 4587875"/>
              <a:gd name="connsiteX5550" fmla="*/ 7322620 w 9408955"/>
              <a:gd name="connsiteY5550" fmla="*/ 3867301 h 4587875"/>
              <a:gd name="connsiteX5551" fmla="*/ 7949590 w 9408955"/>
              <a:gd name="connsiteY5551" fmla="*/ 3867403 h 4587875"/>
              <a:gd name="connsiteX5552" fmla="*/ 7973470 w 9408955"/>
              <a:gd name="connsiteY5552" fmla="*/ 3845431 h 4587875"/>
              <a:gd name="connsiteX5553" fmla="*/ 7936829 w 9408955"/>
              <a:gd name="connsiteY5553" fmla="*/ 3800107 h 4587875"/>
              <a:gd name="connsiteX5554" fmla="*/ 7915859 w 9408955"/>
              <a:gd name="connsiteY5554" fmla="*/ 3859696 h 4587875"/>
              <a:gd name="connsiteX5555" fmla="*/ 7949590 w 9408955"/>
              <a:gd name="connsiteY5555" fmla="*/ 3867403 h 4587875"/>
              <a:gd name="connsiteX5556" fmla="*/ 6913057 w 9408955"/>
              <a:gd name="connsiteY5556" fmla="*/ 3867405 h 4587875"/>
              <a:gd name="connsiteX5557" fmla="*/ 6948329 w 9408955"/>
              <a:gd name="connsiteY5557" fmla="*/ 3830985 h 4587875"/>
              <a:gd name="connsiteX5558" fmla="*/ 6891860 w 9408955"/>
              <a:gd name="connsiteY5558" fmla="*/ 3807009 h 4587875"/>
              <a:gd name="connsiteX5559" fmla="*/ 6894581 w 9408955"/>
              <a:gd name="connsiteY5559" fmla="*/ 3861973 h 4587875"/>
              <a:gd name="connsiteX5560" fmla="*/ 6913057 w 9408955"/>
              <a:gd name="connsiteY5560" fmla="*/ 3867405 h 4587875"/>
              <a:gd name="connsiteX5561" fmla="*/ 9172255 w 9408955"/>
              <a:gd name="connsiteY5561" fmla="*/ 3867454 h 4587875"/>
              <a:gd name="connsiteX5562" fmla="*/ 9209587 w 9408955"/>
              <a:gd name="connsiteY5562" fmla="*/ 3830080 h 4587875"/>
              <a:gd name="connsiteX5563" fmla="*/ 9152571 w 9408955"/>
              <a:gd name="connsiteY5563" fmla="*/ 3806105 h 4587875"/>
              <a:gd name="connsiteX5564" fmla="*/ 9153027 w 9408955"/>
              <a:gd name="connsiteY5564" fmla="*/ 3862199 h 4587875"/>
              <a:gd name="connsiteX5565" fmla="*/ 9172255 w 9408955"/>
              <a:gd name="connsiteY5565" fmla="*/ 3867454 h 4587875"/>
              <a:gd name="connsiteX5566" fmla="*/ 7837288 w 9408955"/>
              <a:gd name="connsiteY5566" fmla="*/ 3867456 h 4587875"/>
              <a:gd name="connsiteX5567" fmla="*/ 7872958 w 9408955"/>
              <a:gd name="connsiteY5567" fmla="*/ 3830972 h 4587875"/>
              <a:gd name="connsiteX5568" fmla="*/ 7813208 w 9408955"/>
              <a:gd name="connsiteY5568" fmla="*/ 3810281 h 4587875"/>
              <a:gd name="connsiteX5569" fmla="*/ 7818620 w 9408955"/>
              <a:gd name="connsiteY5569" fmla="*/ 3861895 h 4587875"/>
              <a:gd name="connsiteX5570" fmla="*/ 7837288 w 9408955"/>
              <a:gd name="connsiteY5570" fmla="*/ 3867456 h 4587875"/>
              <a:gd name="connsiteX5571" fmla="*/ 1363193 w 9408955"/>
              <a:gd name="connsiteY5571" fmla="*/ 3867468 h 4587875"/>
              <a:gd name="connsiteX5572" fmla="*/ 1401833 w 9408955"/>
              <a:gd name="connsiteY5572" fmla="*/ 3831875 h 4587875"/>
              <a:gd name="connsiteX5573" fmla="*/ 1352578 w 9408955"/>
              <a:gd name="connsiteY5573" fmla="*/ 3801174 h 4587875"/>
              <a:gd name="connsiteX5574" fmla="*/ 1344597 w 9408955"/>
              <a:gd name="connsiteY5574" fmla="*/ 3862348 h 4587875"/>
              <a:gd name="connsiteX5575" fmla="*/ 1363193 w 9408955"/>
              <a:gd name="connsiteY5575" fmla="*/ 3867468 h 4587875"/>
              <a:gd name="connsiteX5576" fmla="*/ 6501187 w 9408955"/>
              <a:gd name="connsiteY5576" fmla="*/ 3867505 h 4587875"/>
              <a:gd name="connsiteX5577" fmla="*/ 6535834 w 9408955"/>
              <a:gd name="connsiteY5577" fmla="*/ 3830740 h 4587875"/>
              <a:gd name="connsiteX5578" fmla="*/ 6472943 w 9408955"/>
              <a:gd name="connsiteY5578" fmla="*/ 3814970 h 4587875"/>
              <a:gd name="connsiteX5579" fmla="*/ 6482636 w 9408955"/>
              <a:gd name="connsiteY5579" fmla="*/ 3862277 h 4587875"/>
              <a:gd name="connsiteX5580" fmla="*/ 6501187 w 9408955"/>
              <a:gd name="connsiteY5580" fmla="*/ 3867505 h 4587875"/>
              <a:gd name="connsiteX5581" fmla="*/ 8351417 w 9408955"/>
              <a:gd name="connsiteY5581" fmla="*/ 3867529 h 4587875"/>
              <a:gd name="connsiteX5582" fmla="*/ 8387650 w 9408955"/>
              <a:gd name="connsiteY5582" fmla="*/ 3830761 h 4587875"/>
              <a:gd name="connsiteX5583" fmla="*/ 8334366 w 9408955"/>
              <a:gd name="connsiteY5583" fmla="*/ 3803619 h 4587875"/>
              <a:gd name="connsiteX5584" fmla="*/ 8332521 w 9408955"/>
              <a:gd name="connsiteY5584" fmla="*/ 3862426 h 4587875"/>
              <a:gd name="connsiteX5585" fmla="*/ 8351417 w 9408955"/>
              <a:gd name="connsiteY5585" fmla="*/ 3867529 h 4587875"/>
              <a:gd name="connsiteX5586" fmla="*/ 6807996 w 9408955"/>
              <a:gd name="connsiteY5586" fmla="*/ 3867532 h 4587875"/>
              <a:gd name="connsiteX5587" fmla="*/ 6844855 w 9408955"/>
              <a:gd name="connsiteY5587" fmla="*/ 3831085 h 4587875"/>
              <a:gd name="connsiteX5588" fmla="*/ 6779672 w 9408955"/>
              <a:gd name="connsiteY5588" fmla="*/ 3816041 h 4587875"/>
              <a:gd name="connsiteX5589" fmla="*/ 6788852 w 9408955"/>
              <a:gd name="connsiteY5589" fmla="*/ 3861630 h 4587875"/>
              <a:gd name="connsiteX5590" fmla="*/ 6807996 w 9408955"/>
              <a:gd name="connsiteY5590" fmla="*/ 3867532 h 4587875"/>
              <a:gd name="connsiteX5591" fmla="*/ 2187163 w 9408955"/>
              <a:gd name="connsiteY5591" fmla="*/ 3867541 h 4587875"/>
              <a:gd name="connsiteX5592" fmla="*/ 2220278 w 9408955"/>
              <a:gd name="connsiteY5592" fmla="*/ 3815774 h 4587875"/>
              <a:gd name="connsiteX5593" fmla="*/ 2163123 w 9408955"/>
              <a:gd name="connsiteY5593" fmla="*/ 3806341 h 4587875"/>
              <a:gd name="connsiteX5594" fmla="*/ 2187163 w 9408955"/>
              <a:gd name="connsiteY5594" fmla="*/ 3867541 h 4587875"/>
              <a:gd name="connsiteX5595" fmla="*/ 3727413 w 9408955"/>
              <a:gd name="connsiteY5595" fmla="*/ 3867543 h 4587875"/>
              <a:gd name="connsiteX5596" fmla="*/ 3761716 w 9408955"/>
              <a:gd name="connsiteY5596" fmla="*/ 3831091 h 4587875"/>
              <a:gd name="connsiteX5597" fmla="*/ 3697873 w 9408955"/>
              <a:gd name="connsiteY5597" fmla="*/ 3815896 h 4587875"/>
              <a:gd name="connsiteX5598" fmla="*/ 3708857 w 9408955"/>
              <a:gd name="connsiteY5598" fmla="*/ 3862388 h 4587875"/>
              <a:gd name="connsiteX5599" fmla="*/ 3727413 w 9408955"/>
              <a:gd name="connsiteY5599" fmla="*/ 3867543 h 4587875"/>
              <a:gd name="connsiteX5600" fmla="*/ 7425561 w 9408955"/>
              <a:gd name="connsiteY5600" fmla="*/ 3867549 h 4587875"/>
              <a:gd name="connsiteX5601" fmla="*/ 7460395 w 9408955"/>
              <a:gd name="connsiteY5601" fmla="*/ 3830169 h 4587875"/>
              <a:gd name="connsiteX5602" fmla="*/ 7401482 w 9408955"/>
              <a:gd name="connsiteY5602" fmla="*/ 3809423 h 4587875"/>
              <a:gd name="connsiteX5603" fmla="*/ 7406714 w 9408955"/>
              <a:gd name="connsiteY5603" fmla="*/ 3862313 h 4587875"/>
              <a:gd name="connsiteX5604" fmla="*/ 7425561 w 9408955"/>
              <a:gd name="connsiteY5604" fmla="*/ 3867549 h 4587875"/>
              <a:gd name="connsiteX5605" fmla="*/ 848682 w 9408955"/>
              <a:gd name="connsiteY5605" fmla="*/ 3867579 h 4587875"/>
              <a:gd name="connsiteX5606" fmla="*/ 884540 w 9408955"/>
              <a:gd name="connsiteY5606" fmla="*/ 3831218 h 4587875"/>
              <a:gd name="connsiteX5607" fmla="*/ 819763 w 9408955"/>
              <a:gd name="connsiteY5607" fmla="*/ 3815466 h 4587875"/>
              <a:gd name="connsiteX5608" fmla="*/ 829605 w 9408955"/>
              <a:gd name="connsiteY5608" fmla="*/ 3862048 h 4587875"/>
              <a:gd name="connsiteX5609" fmla="*/ 848682 w 9408955"/>
              <a:gd name="connsiteY5609" fmla="*/ 3867579 h 4587875"/>
              <a:gd name="connsiteX5610" fmla="*/ 8865672 w 9408955"/>
              <a:gd name="connsiteY5610" fmla="*/ 3867582 h 4587875"/>
              <a:gd name="connsiteX5611" fmla="*/ 8900936 w 9408955"/>
              <a:gd name="connsiteY5611" fmla="*/ 3831544 h 4587875"/>
              <a:gd name="connsiteX5612" fmla="*/ 8841154 w 9408955"/>
              <a:gd name="connsiteY5612" fmla="*/ 3810226 h 4587875"/>
              <a:gd name="connsiteX5613" fmla="*/ 8847315 w 9408955"/>
              <a:gd name="connsiteY5613" fmla="*/ 3862614 h 4587875"/>
              <a:gd name="connsiteX5614" fmla="*/ 8865672 w 9408955"/>
              <a:gd name="connsiteY5614" fmla="*/ 3867582 h 4587875"/>
              <a:gd name="connsiteX5615" fmla="*/ 952749 w 9408955"/>
              <a:gd name="connsiteY5615" fmla="*/ 3867638 h 4587875"/>
              <a:gd name="connsiteX5616" fmla="*/ 987661 w 9408955"/>
              <a:gd name="connsiteY5616" fmla="*/ 3831091 h 4587875"/>
              <a:gd name="connsiteX5617" fmla="*/ 927448 w 9408955"/>
              <a:gd name="connsiteY5617" fmla="*/ 3809773 h 4587875"/>
              <a:gd name="connsiteX5618" fmla="*/ 933702 w 9408955"/>
              <a:gd name="connsiteY5618" fmla="*/ 3862387 h 4587875"/>
              <a:gd name="connsiteX5619" fmla="*/ 952749 w 9408955"/>
              <a:gd name="connsiteY5619" fmla="*/ 3867638 h 4587875"/>
              <a:gd name="connsiteX5620" fmla="*/ 2594874 w 9408955"/>
              <a:gd name="connsiteY5620" fmla="*/ 3867642 h 4587875"/>
              <a:gd name="connsiteX5621" fmla="*/ 2631883 w 9408955"/>
              <a:gd name="connsiteY5621" fmla="*/ 3830396 h 4587875"/>
              <a:gd name="connsiteX5622" fmla="*/ 2567515 w 9408955"/>
              <a:gd name="connsiteY5622" fmla="*/ 3816949 h 4587875"/>
              <a:gd name="connsiteX5623" fmla="*/ 2575926 w 9408955"/>
              <a:gd name="connsiteY5623" fmla="*/ 3860939 h 4587875"/>
              <a:gd name="connsiteX5624" fmla="*/ 2594874 w 9408955"/>
              <a:gd name="connsiteY5624" fmla="*/ 3867642 h 4587875"/>
              <a:gd name="connsiteX5625" fmla="*/ 124764 w 9408955"/>
              <a:gd name="connsiteY5625" fmla="*/ 3867650 h 4587875"/>
              <a:gd name="connsiteX5626" fmla="*/ 165714 w 9408955"/>
              <a:gd name="connsiteY5626" fmla="*/ 3838846 h 4587875"/>
              <a:gd name="connsiteX5627" fmla="*/ 128825 w 9408955"/>
              <a:gd name="connsiteY5627" fmla="*/ 3799864 h 4587875"/>
              <a:gd name="connsiteX5628" fmla="*/ 107615 w 9408955"/>
              <a:gd name="connsiteY5628" fmla="*/ 3859606 h 4587875"/>
              <a:gd name="connsiteX5629" fmla="*/ 124764 w 9408955"/>
              <a:gd name="connsiteY5629" fmla="*/ 3867650 h 4587875"/>
              <a:gd name="connsiteX5630" fmla="*/ 3520690 w 9408955"/>
              <a:gd name="connsiteY5630" fmla="*/ 3867670 h 4587875"/>
              <a:gd name="connsiteX5631" fmla="*/ 3559008 w 9408955"/>
              <a:gd name="connsiteY5631" fmla="*/ 3830165 h 4587875"/>
              <a:gd name="connsiteX5632" fmla="*/ 3495094 w 9408955"/>
              <a:gd name="connsiteY5632" fmla="*/ 3810789 h 4587875"/>
              <a:gd name="connsiteX5633" fmla="*/ 3501690 w 9408955"/>
              <a:gd name="connsiteY5633" fmla="*/ 3860938 h 4587875"/>
              <a:gd name="connsiteX5634" fmla="*/ 3520690 w 9408955"/>
              <a:gd name="connsiteY5634" fmla="*/ 3867670 h 4587875"/>
              <a:gd name="connsiteX5635" fmla="*/ 746018 w 9408955"/>
              <a:gd name="connsiteY5635" fmla="*/ 3867677 h 4587875"/>
              <a:gd name="connsiteX5636" fmla="*/ 782091 w 9408955"/>
              <a:gd name="connsiteY5636" fmla="*/ 3830774 h 4587875"/>
              <a:gd name="connsiteX5637" fmla="*/ 717124 w 9408955"/>
              <a:gd name="connsiteY5637" fmla="*/ 3816820 h 4587875"/>
              <a:gd name="connsiteX5638" fmla="*/ 727427 w 9408955"/>
              <a:gd name="connsiteY5638" fmla="*/ 3861157 h 4587875"/>
              <a:gd name="connsiteX5639" fmla="*/ 746018 w 9408955"/>
              <a:gd name="connsiteY5639" fmla="*/ 3867677 h 4587875"/>
              <a:gd name="connsiteX5640" fmla="*/ 3316141 w 9408955"/>
              <a:gd name="connsiteY5640" fmla="*/ 3867687 h 4587875"/>
              <a:gd name="connsiteX5641" fmla="*/ 3351308 w 9408955"/>
              <a:gd name="connsiteY5641" fmla="*/ 3831529 h 4587875"/>
              <a:gd name="connsiteX5642" fmla="*/ 3290641 w 9408955"/>
              <a:gd name="connsiteY5642" fmla="*/ 3809071 h 4587875"/>
              <a:gd name="connsiteX5643" fmla="*/ 3298056 w 9408955"/>
              <a:gd name="connsiteY5643" fmla="*/ 3862696 h 4587875"/>
              <a:gd name="connsiteX5644" fmla="*/ 3316141 w 9408955"/>
              <a:gd name="connsiteY5644" fmla="*/ 3867687 h 4587875"/>
              <a:gd name="connsiteX5645" fmla="*/ 3625934 w 9408955"/>
              <a:gd name="connsiteY5645" fmla="*/ 3867725 h 4587875"/>
              <a:gd name="connsiteX5646" fmla="*/ 3647222 w 9408955"/>
              <a:gd name="connsiteY5646" fmla="*/ 3861282 h 4587875"/>
              <a:gd name="connsiteX5647" fmla="*/ 3645151 w 9408955"/>
              <a:gd name="connsiteY5647" fmla="*/ 3804760 h 4587875"/>
              <a:gd name="connsiteX5648" fmla="*/ 3593829 w 9408955"/>
              <a:gd name="connsiteY5648" fmla="*/ 3815613 h 4587875"/>
              <a:gd name="connsiteX5649" fmla="*/ 3603955 w 9408955"/>
              <a:gd name="connsiteY5649" fmla="*/ 3862638 h 4587875"/>
              <a:gd name="connsiteX5650" fmla="*/ 3625934 w 9408955"/>
              <a:gd name="connsiteY5650" fmla="*/ 3867725 h 4587875"/>
              <a:gd name="connsiteX5651" fmla="*/ 8037414 w 9408955"/>
              <a:gd name="connsiteY5651" fmla="*/ 3867891 h 4587875"/>
              <a:gd name="connsiteX5652" fmla="*/ 8076546 w 9408955"/>
              <a:gd name="connsiteY5652" fmla="*/ 3839395 h 4587875"/>
              <a:gd name="connsiteX5653" fmla="*/ 8041677 w 9408955"/>
              <a:gd name="connsiteY5653" fmla="*/ 3800515 h 4587875"/>
              <a:gd name="connsiteX5654" fmla="*/ 8020800 w 9408955"/>
              <a:gd name="connsiteY5654" fmla="*/ 3859979 h 4587875"/>
              <a:gd name="connsiteX5655" fmla="*/ 8037414 w 9408955"/>
              <a:gd name="connsiteY5655" fmla="*/ 3867891 h 4587875"/>
              <a:gd name="connsiteX5656" fmla="*/ 8764616 w 9408955"/>
              <a:gd name="connsiteY5656" fmla="*/ 3867923 h 4587875"/>
              <a:gd name="connsiteX5657" fmla="*/ 8785825 w 9408955"/>
              <a:gd name="connsiteY5657" fmla="*/ 3861402 h 4587875"/>
              <a:gd name="connsiteX5658" fmla="*/ 8792585 w 9408955"/>
              <a:gd name="connsiteY5658" fmla="*/ 3817704 h 4587875"/>
              <a:gd name="connsiteX5659" fmla="*/ 8734001 w 9408955"/>
              <a:gd name="connsiteY5659" fmla="*/ 3816102 h 4587875"/>
              <a:gd name="connsiteX5660" fmla="*/ 8743239 w 9408955"/>
              <a:gd name="connsiteY5660" fmla="*/ 3862775 h 4587875"/>
              <a:gd name="connsiteX5661" fmla="*/ 8764616 w 9408955"/>
              <a:gd name="connsiteY5661" fmla="*/ 3867923 h 4587875"/>
              <a:gd name="connsiteX5662" fmla="*/ 5165895 w 9408955"/>
              <a:gd name="connsiteY5662" fmla="*/ 3867935 h 4587875"/>
              <a:gd name="connsiteX5663" fmla="*/ 5201537 w 9408955"/>
              <a:gd name="connsiteY5663" fmla="*/ 3832342 h 4587875"/>
              <a:gd name="connsiteX5664" fmla="*/ 5139509 w 9408955"/>
              <a:gd name="connsiteY5664" fmla="*/ 3809723 h 4587875"/>
              <a:gd name="connsiteX5665" fmla="*/ 5146943 w 9408955"/>
              <a:gd name="connsiteY5665" fmla="*/ 3862877 h 4587875"/>
              <a:gd name="connsiteX5666" fmla="*/ 5165895 w 9408955"/>
              <a:gd name="connsiteY5666" fmla="*/ 3867935 h 4587875"/>
              <a:gd name="connsiteX5667" fmla="*/ 8553841 w 9408955"/>
              <a:gd name="connsiteY5667" fmla="*/ 3867975 h 4587875"/>
              <a:gd name="connsiteX5668" fmla="*/ 8592526 w 9408955"/>
              <a:gd name="connsiteY5668" fmla="*/ 3830941 h 4587875"/>
              <a:gd name="connsiteX5669" fmla="*/ 8537644 w 9408955"/>
              <a:gd name="connsiteY5669" fmla="*/ 3805339 h 4587875"/>
              <a:gd name="connsiteX5670" fmla="*/ 8534469 w 9408955"/>
              <a:gd name="connsiteY5670" fmla="*/ 3860888 h 4587875"/>
              <a:gd name="connsiteX5671" fmla="*/ 8553841 w 9408955"/>
              <a:gd name="connsiteY5671" fmla="*/ 3867975 h 4587875"/>
              <a:gd name="connsiteX5672" fmla="*/ 3108279 w 9408955"/>
              <a:gd name="connsiteY5672" fmla="*/ 3867997 h 4587875"/>
              <a:gd name="connsiteX5673" fmla="*/ 3144581 w 9408955"/>
              <a:gd name="connsiteY5673" fmla="*/ 3830621 h 4587875"/>
              <a:gd name="connsiteX5674" fmla="*/ 3081252 w 9408955"/>
              <a:gd name="connsiteY5674" fmla="*/ 3816415 h 4587875"/>
              <a:gd name="connsiteX5675" fmla="*/ 3088391 w 9408955"/>
              <a:gd name="connsiteY5675" fmla="*/ 3862469 h 4587875"/>
              <a:gd name="connsiteX5676" fmla="*/ 3108279 w 9408955"/>
              <a:gd name="connsiteY5676" fmla="*/ 3867997 h 4587875"/>
              <a:gd name="connsiteX5677" fmla="*/ 1876388 w 9408955"/>
              <a:gd name="connsiteY5677" fmla="*/ 3868014 h 4587875"/>
              <a:gd name="connsiteX5678" fmla="*/ 1913872 w 9408955"/>
              <a:gd name="connsiteY5678" fmla="*/ 3838801 h 4587875"/>
              <a:gd name="connsiteX5679" fmla="*/ 1874982 w 9408955"/>
              <a:gd name="connsiteY5679" fmla="*/ 3800474 h 4587875"/>
              <a:gd name="connsiteX5680" fmla="*/ 1859516 w 9408955"/>
              <a:gd name="connsiteY5680" fmla="*/ 3863067 h 4587875"/>
              <a:gd name="connsiteX5681" fmla="*/ 1876388 w 9408955"/>
              <a:gd name="connsiteY5681" fmla="*/ 3868014 h 4587875"/>
              <a:gd name="connsiteX5682" fmla="*/ 8144216 w 9408955"/>
              <a:gd name="connsiteY5682" fmla="*/ 3868036 h 4587875"/>
              <a:gd name="connsiteX5683" fmla="*/ 8180079 w 9408955"/>
              <a:gd name="connsiteY5683" fmla="*/ 3830532 h 4587875"/>
              <a:gd name="connsiteX5684" fmla="*/ 8117327 w 9408955"/>
              <a:gd name="connsiteY5684" fmla="*/ 3817412 h 4587875"/>
              <a:gd name="connsiteX5685" fmla="*/ 8125366 w 9408955"/>
              <a:gd name="connsiteY5685" fmla="*/ 3861522 h 4587875"/>
              <a:gd name="connsiteX5686" fmla="*/ 8144216 w 9408955"/>
              <a:gd name="connsiteY5686" fmla="*/ 3868036 h 4587875"/>
              <a:gd name="connsiteX5687" fmla="*/ 1259984 w 9408955"/>
              <a:gd name="connsiteY5687" fmla="*/ 3868104 h 4587875"/>
              <a:gd name="connsiteX5688" fmla="*/ 1296369 w 9408955"/>
              <a:gd name="connsiteY5688" fmla="*/ 3831304 h 4587875"/>
              <a:gd name="connsiteX5689" fmla="*/ 1234298 w 9408955"/>
              <a:gd name="connsiteY5689" fmla="*/ 3810789 h 4587875"/>
              <a:gd name="connsiteX5690" fmla="*/ 1241346 w 9408955"/>
              <a:gd name="connsiteY5690" fmla="*/ 3861850 h 4587875"/>
              <a:gd name="connsiteX5691" fmla="*/ 1259984 w 9408955"/>
              <a:gd name="connsiteY5691" fmla="*/ 3868104 h 4587875"/>
              <a:gd name="connsiteX5692" fmla="*/ 335083 w 9408955"/>
              <a:gd name="connsiteY5692" fmla="*/ 3868113 h 4587875"/>
              <a:gd name="connsiteX5693" fmla="*/ 370637 w 9408955"/>
              <a:gd name="connsiteY5693" fmla="*/ 3830833 h 4587875"/>
              <a:gd name="connsiteX5694" fmla="*/ 310709 w 9408955"/>
              <a:gd name="connsiteY5694" fmla="*/ 3811129 h 4587875"/>
              <a:gd name="connsiteX5695" fmla="*/ 316363 w 9408955"/>
              <a:gd name="connsiteY5695" fmla="*/ 3861765 h 4587875"/>
              <a:gd name="connsiteX5696" fmla="*/ 335083 w 9408955"/>
              <a:gd name="connsiteY5696" fmla="*/ 3868113 h 4587875"/>
              <a:gd name="connsiteX5697" fmla="*/ 5263355 w 9408955"/>
              <a:gd name="connsiteY5697" fmla="*/ 3868117 h 4587875"/>
              <a:gd name="connsiteX5698" fmla="*/ 5302773 w 9408955"/>
              <a:gd name="connsiteY5698" fmla="*/ 3839332 h 4587875"/>
              <a:gd name="connsiteX5699" fmla="*/ 5259910 w 9408955"/>
              <a:gd name="connsiteY5699" fmla="*/ 3800836 h 4587875"/>
              <a:gd name="connsiteX5700" fmla="*/ 5246757 w 9408955"/>
              <a:gd name="connsiteY5700" fmla="*/ 3860770 h 4587875"/>
              <a:gd name="connsiteX5701" fmla="*/ 5263355 w 9408955"/>
              <a:gd name="connsiteY5701" fmla="*/ 3868117 h 4587875"/>
              <a:gd name="connsiteX5702" fmla="*/ 8449098 w 9408955"/>
              <a:gd name="connsiteY5702" fmla="*/ 3868180 h 4587875"/>
              <a:gd name="connsiteX5703" fmla="*/ 8489792 w 9408955"/>
              <a:gd name="connsiteY5703" fmla="*/ 3831751 h 4587875"/>
              <a:gd name="connsiteX5704" fmla="*/ 8423117 w 9408955"/>
              <a:gd name="connsiteY5704" fmla="*/ 3818009 h 4587875"/>
              <a:gd name="connsiteX5705" fmla="*/ 8430374 w 9408955"/>
              <a:gd name="connsiteY5705" fmla="*/ 3859694 h 4587875"/>
              <a:gd name="connsiteX5706" fmla="*/ 8449098 w 9408955"/>
              <a:gd name="connsiteY5706" fmla="*/ 3868180 h 4587875"/>
              <a:gd name="connsiteX5707" fmla="*/ 7219683 w 9408955"/>
              <a:gd name="connsiteY5707" fmla="*/ 3868181 h 4587875"/>
              <a:gd name="connsiteX5708" fmla="*/ 7255867 w 9408955"/>
              <a:gd name="connsiteY5708" fmla="*/ 3831091 h 4587875"/>
              <a:gd name="connsiteX5709" fmla="*/ 7191880 w 9408955"/>
              <a:gd name="connsiteY5709" fmla="*/ 3817030 h 4587875"/>
              <a:gd name="connsiteX5710" fmla="*/ 7200698 w 9408955"/>
              <a:gd name="connsiteY5710" fmla="*/ 3861480 h 4587875"/>
              <a:gd name="connsiteX5711" fmla="*/ 7219683 w 9408955"/>
              <a:gd name="connsiteY5711" fmla="*/ 3868181 h 4587875"/>
              <a:gd name="connsiteX5712" fmla="*/ 1468729 w 9408955"/>
              <a:gd name="connsiteY5712" fmla="*/ 3868186 h 4587875"/>
              <a:gd name="connsiteX5713" fmla="*/ 1500628 w 9408955"/>
              <a:gd name="connsiteY5713" fmla="*/ 3824537 h 4587875"/>
              <a:gd name="connsiteX5714" fmla="*/ 1441408 w 9408955"/>
              <a:gd name="connsiteY5714" fmla="*/ 3808536 h 4587875"/>
              <a:gd name="connsiteX5715" fmla="*/ 1448721 w 9408955"/>
              <a:gd name="connsiteY5715" fmla="*/ 3862936 h 4587875"/>
              <a:gd name="connsiteX5716" fmla="*/ 1468729 w 9408955"/>
              <a:gd name="connsiteY5716" fmla="*/ 3868186 h 4587875"/>
              <a:gd name="connsiteX5717" fmla="*/ 230344 w 9408955"/>
              <a:gd name="connsiteY5717" fmla="*/ 3868213 h 4587875"/>
              <a:gd name="connsiteX5718" fmla="*/ 266756 w 9408955"/>
              <a:gd name="connsiteY5718" fmla="*/ 3831090 h 4587875"/>
              <a:gd name="connsiteX5719" fmla="*/ 209993 w 9408955"/>
              <a:gd name="connsiteY5719" fmla="*/ 3808638 h 4587875"/>
              <a:gd name="connsiteX5720" fmla="*/ 211125 w 9408955"/>
              <a:gd name="connsiteY5720" fmla="*/ 3861480 h 4587875"/>
              <a:gd name="connsiteX5721" fmla="*/ 230344 w 9408955"/>
              <a:gd name="connsiteY5721" fmla="*/ 3868213 h 4587875"/>
              <a:gd name="connsiteX5722" fmla="*/ 1054302 w 9408955"/>
              <a:gd name="connsiteY5722" fmla="*/ 3868221 h 4587875"/>
              <a:gd name="connsiteX5723" fmla="*/ 1090214 w 9408955"/>
              <a:gd name="connsiteY5723" fmla="*/ 3839425 h 4587875"/>
              <a:gd name="connsiteX5724" fmla="*/ 1053634 w 9408955"/>
              <a:gd name="connsiteY5724" fmla="*/ 3800083 h 4587875"/>
              <a:gd name="connsiteX5725" fmla="*/ 1037860 w 9408955"/>
              <a:gd name="connsiteY5725" fmla="*/ 3863353 h 4587875"/>
              <a:gd name="connsiteX5726" fmla="*/ 1054302 w 9408955"/>
              <a:gd name="connsiteY5726" fmla="*/ 3868221 h 4587875"/>
              <a:gd name="connsiteX5727" fmla="*/ 5369095 w 9408955"/>
              <a:gd name="connsiteY5727" fmla="*/ 3868229 h 4587875"/>
              <a:gd name="connsiteX5728" fmla="*/ 5405978 w 9408955"/>
              <a:gd name="connsiteY5728" fmla="*/ 3831410 h 4587875"/>
              <a:gd name="connsiteX5729" fmla="*/ 5341765 w 9408955"/>
              <a:gd name="connsiteY5729" fmla="*/ 3816712 h 4587875"/>
              <a:gd name="connsiteX5730" fmla="*/ 5350357 w 9408955"/>
              <a:gd name="connsiteY5730" fmla="*/ 3861497 h 4587875"/>
              <a:gd name="connsiteX5731" fmla="*/ 5369095 w 9408955"/>
              <a:gd name="connsiteY5731" fmla="*/ 3868229 h 4587875"/>
              <a:gd name="connsiteX5732" fmla="*/ 2081208 w 9408955"/>
              <a:gd name="connsiteY5732" fmla="*/ 3868277 h 4587875"/>
              <a:gd name="connsiteX5733" fmla="*/ 2119945 w 9408955"/>
              <a:gd name="connsiteY5733" fmla="*/ 3831062 h 4587875"/>
              <a:gd name="connsiteX5734" fmla="*/ 2055621 w 9408955"/>
              <a:gd name="connsiteY5734" fmla="*/ 3811816 h 4587875"/>
              <a:gd name="connsiteX5735" fmla="*/ 2061877 w 9408955"/>
              <a:gd name="connsiteY5735" fmla="*/ 3862223 h 4587875"/>
              <a:gd name="connsiteX5736" fmla="*/ 2081208 w 9408955"/>
              <a:gd name="connsiteY5736" fmla="*/ 3868277 h 4587875"/>
              <a:gd name="connsiteX5737" fmla="*/ 7011157 w 9408955"/>
              <a:gd name="connsiteY5737" fmla="*/ 3868389 h 4587875"/>
              <a:gd name="connsiteX5738" fmla="*/ 7052411 w 9408955"/>
              <a:gd name="connsiteY5738" fmla="*/ 3830826 h 4587875"/>
              <a:gd name="connsiteX5739" fmla="*/ 6986941 w 9408955"/>
              <a:gd name="connsiteY5739" fmla="*/ 3813416 h 4587875"/>
              <a:gd name="connsiteX5740" fmla="*/ 6991504 w 9408955"/>
              <a:gd name="connsiteY5740" fmla="*/ 3860378 h 4587875"/>
              <a:gd name="connsiteX5741" fmla="*/ 7011157 w 9408955"/>
              <a:gd name="connsiteY5741" fmla="*/ 3868389 h 4587875"/>
              <a:gd name="connsiteX5742" fmla="*/ 7733049 w 9408955"/>
              <a:gd name="connsiteY5742" fmla="*/ 3868473 h 4587875"/>
              <a:gd name="connsiteX5743" fmla="*/ 7771329 w 9408955"/>
              <a:gd name="connsiteY5743" fmla="*/ 3832559 h 4587875"/>
              <a:gd name="connsiteX5744" fmla="*/ 7703790 w 9408955"/>
              <a:gd name="connsiteY5744" fmla="*/ 3816023 h 4587875"/>
              <a:gd name="connsiteX5745" fmla="*/ 7714286 w 9408955"/>
              <a:gd name="connsiteY5745" fmla="*/ 3862185 h 4587875"/>
              <a:gd name="connsiteX5746" fmla="*/ 7733049 w 9408955"/>
              <a:gd name="connsiteY5746" fmla="*/ 3868473 h 4587875"/>
              <a:gd name="connsiteX5747" fmla="*/ 6823742 w 9408955"/>
              <a:gd name="connsiteY5747" fmla="*/ 3968998 h 4587875"/>
              <a:gd name="connsiteX5748" fmla="*/ 6844986 w 9408955"/>
              <a:gd name="connsiteY5748" fmla="*/ 3943987 h 4587875"/>
              <a:gd name="connsiteX5749" fmla="*/ 6796196 w 9408955"/>
              <a:gd name="connsiteY5749" fmla="*/ 3905342 h 4587875"/>
              <a:gd name="connsiteX5750" fmla="*/ 6789490 w 9408955"/>
              <a:gd name="connsiteY5750" fmla="*/ 3965711 h 4587875"/>
              <a:gd name="connsiteX5751" fmla="*/ 6823742 w 9408955"/>
              <a:gd name="connsiteY5751" fmla="*/ 3968998 h 4587875"/>
              <a:gd name="connsiteX5752" fmla="*/ 7543901 w 9408955"/>
              <a:gd name="connsiteY5752" fmla="*/ 3969107 h 4587875"/>
              <a:gd name="connsiteX5753" fmla="*/ 7563571 w 9408955"/>
              <a:gd name="connsiteY5753" fmla="*/ 3947737 h 4587875"/>
              <a:gd name="connsiteX5754" fmla="*/ 7520592 w 9408955"/>
              <a:gd name="connsiteY5754" fmla="*/ 3904771 h 4587875"/>
              <a:gd name="connsiteX5755" fmla="*/ 7513316 w 9408955"/>
              <a:gd name="connsiteY5755" fmla="*/ 3967411 h 4587875"/>
              <a:gd name="connsiteX5756" fmla="*/ 7543901 w 9408955"/>
              <a:gd name="connsiteY5756" fmla="*/ 3969107 h 4587875"/>
              <a:gd name="connsiteX5757" fmla="*/ 6716225 w 9408955"/>
              <a:gd name="connsiteY5757" fmla="*/ 3970676 h 4587875"/>
              <a:gd name="connsiteX5758" fmla="*/ 6739274 w 9408955"/>
              <a:gd name="connsiteY5758" fmla="*/ 3950900 h 4587875"/>
              <a:gd name="connsiteX5759" fmla="*/ 6722429 w 9408955"/>
              <a:gd name="connsiteY5759" fmla="*/ 3904204 h 4587875"/>
              <a:gd name="connsiteX5760" fmla="*/ 6680654 w 9408955"/>
              <a:gd name="connsiteY5760" fmla="*/ 3915123 h 4587875"/>
              <a:gd name="connsiteX5761" fmla="*/ 6686269 w 9408955"/>
              <a:gd name="connsiteY5761" fmla="*/ 3964142 h 4587875"/>
              <a:gd name="connsiteX5762" fmla="*/ 6716225 w 9408955"/>
              <a:gd name="connsiteY5762" fmla="*/ 3970676 h 4587875"/>
              <a:gd name="connsiteX5763" fmla="*/ 7625712 w 9408955"/>
              <a:gd name="connsiteY5763" fmla="*/ 3970808 h 4587875"/>
              <a:gd name="connsiteX5764" fmla="*/ 7657458 w 9408955"/>
              <a:gd name="connsiteY5764" fmla="*/ 3961926 h 4587875"/>
              <a:gd name="connsiteX5765" fmla="*/ 7631328 w 9408955"/>
              <a:gd name="connsiteY5765" fmla="*/ 3902830 h 4587875"/>
              <a:gd name="connsiteX5766" fmla="*/ 7597404 w 9408955"/>
              <a:gd name="connsiteY5766" fmla="*/ 3952269 h 4587875"/>
              <a:gd name="connsiteX5767" fmla="*/ 7625712 w 9408955"/>
              <a:gd name="connsiteY5767" fmla="*/ 3970808 h 4587875"/>
              <a:gd name="connsiteX5768" fmla="*/ 1362930 w 9408955"/>
              <a:gd name="connsiteY5768" fmla="*/ 3970809 h 4587875"/>
              <a:gd name="connsiteX5769" fmla="*/ 1400462 w 9408955"/>
              <a:gd name="connsiteY5769" fmla="*/ 3936660 h 4587875"/>
              <a:gd name="connsiteX5770" fmla="*/ 1340769 w 9408955"/>
              <a:gd name="connsiteY5770" fmla="*/ 3910512 h 4587875"/>
              <a:gd name="connsiteX5771" fmla="*/ 1344886 w 9408955"/>
              <a:gd name="connsiteY5771" fmla="*/ 3965537 h 4587875"/>
              <a:gd name="connsiteX5772" fmla="*/ 1362930 w 9408955"/>
              <a:gd name="connsiteY5772" fmla="*/ 3970809 h 4587875"/>
              <a:gd name="connsiteX5773" fmla="*/ 7218559 w 9408955"/>
              <a:gd name="connsiteY5773" fmla="*/ 3970842 h 4587875"/>
              <a:gd name="connsiteX5774" fmla="*/ 7255557 w 9408955"/>
              <a:gd name="connsiteY5774" fmla="*/ 3933919 h 4587875"/>
              <a:gd name="connsiteX5775" fmla="*/ 7189668 w 9408955"/>
              <a:gd name="connsiteY5775" fmla="*/ 3920825 h 4587875"/>
              <a:gd name="connsiteX5776" fmla="*/ 7199310 w 9408955"/>
              <a:gd name="connsiteY5776" fmla="*/ 3965160 h 4587875"/>
              <a:gd name="connsiteX5777" fmla="*/ 7218559 w 9408955"/>
              <a:gd name="connsiteY5777" fmla="*/ 3970842 h 4587875"/>
              <a:gd name="connsiteX5778" fmla="*/ 3413207 w 9408955"/>
              <a:gd name="connsiteY5778" fmla="*/ 3970848 h 4587875"/>
              <a:gd name="connsiteX5779" fmla="*/ 3454557 w 9408955"/>
              <a:gd name="connsiteY5779" fmla="*/ 3943250 h 4587875"/>
              <a:gd name="connsiteX5780" fmla="*/ 3410438 w 9408955"/>
              <a:gd name="connsiteY5780" fmla="*/ 3903683 h 4587875"/>
              <a:gd name="connsiteX5781" fmla="*/ 3396348 w 9408955"/>
              <a:gd name="connsiteY5781" fmla="*/ 3963489 h 4587875"/>
              <a:gd name="connsiteX5782" fmla="*/ 3413207 w 9408955"/>
              <a:gd name="connsiteY5782" fmla="*/ 3970848 h 4587875"/>
              <a:gd name="connsiteX5783" fmla="*/ 8044689 w 9408955"/>
              <a:gd name="connsiteY5783" fmla="*/ 3970863 h 4587875"/>
              <a:gd name="connsiteX5784" fmla="*/ 8078175 w 9408955"/>
              <a:gd name="connsiteY5784" fmla="*/ 3934612 h 4587875"/>
              <a:gd name="connsiteX5785" fmla="*/ 8015809 w 9408955"/>
              <a:gd name="connsiteY5785" fmla="*/ 3916100 h 4587875"/>
              <a:gd name="connsiteX5786" fmla="*/ 8026695 w 9408955"/>
              <a:gd name="connsiteY5786" fmla="*/ 3966150 h 4587875"/>
              <a:gd name="connsiteX5787" fmla="*/ 8044689 w 9408955"/>
              <a:gd name="connsiteY5787" fmla="*/ 3970863 h 4587875"/>
              <a:gd name="connsiteX5788" fmla="*/ 8248358 w 9408955"/>
              <a:gd name="connsiteY5788" fmla="*/ 3971054 h 4587875"/>
              <a:gd name="connsiteX5789" fmla="*/ 8283389 w 9408955"/>
              <a:gd name="connsiteY5789" fmla="*/ 3935876 h 4587875"/>
              <a:gd name="connsiteX5790" fmla="*/ 8230693 w 9408955"/>
              <a:gd name="connsiteY5790" fmla="*/ 3907905 h 4587875"/>
              <a:gd name="connsiteX5791" fmla="*/ 8230009 w 9408955"/>
              <a:gd name="connsiteY5791" fmla="*/ 3965651 h 4587875"/>
              <a:gd name="connsiteX5792" fmla="*/ 8248358 w 9408955"/>
              <a:gd name="connsiteY5792" fmla="*/ 3971054 h 4587875"/>
              <a:gd name="connsiteX5793" fmla="*/ 5165854 w 9408955"/>
              <a:gd name="connsiteY5793" fmla="*/ 3971095 h 4587875"/>
              <a:gd name="connsiteX5794" fmla="*/ 5200701 w 9408955"/>
              <a:gd name="connsiteY5794" fmla="*/ 3935069 h 4587875"/>
              <a:gd name="connsiteX5795" fmla="*/ 5139550 w 9408955"/>
              <a:gd name="connsiteY5795" fmla="*/ 3914044 h 4587875"/>
              <a:gd name="connsiteX5796" fmla="*/ 5147536 w 9408955"/>
              <a:gd name="connsiteY5796" fmla="*/ 3966379 h 4587875"/>
              <a:gd name="connsiteX5797" fmla="*/ 5165854 w 9408955"/>
              <a:gd name="connsiteY5797" fmla="*/ 3971095 h 4587875"/>
              <a:gd name="connsiteX5798" fmla="*/ 2184735 w 9408955"/>
              <a:gd name="connsiteY5798" fmla="*/ 3971114 h 4587875"/>
              <a:gd name="connsiteX5799" fmla="*/ 2219377 w 9408955"/>
              <a:gd name="connsiteY5799" fmla="*/ 3935650 h 4587875"/>
              <a:gd name="connsiteX5800" fmla="*/ 2172197 w 9408955"/>
              <a:gd name="connsiteY5800" fmla="*/ 3906100 h 4587875"/>
              <a:gd name="connsiteX5801" fmla="*/ 2166301 w 9408955"/>
              <a:gd name="connsiteY5801" fmla="*/ 3965877 h 4587875"/>
              <a:gd name="connsiteX5802" fmla="*/ 2184735 w 9408955"/>
              <a:gd name="connsiteY5802" fmla="*/ 3971114 h 4587875"/>
              <a:gd name="connsiteX5803" fmla="*/ 3834105 w 9408955"/>
              <a:gd name="connsiteY5803" fmla="*/ 3971139 h 4587875"/>
              <a:gd name="connsiteX5804" fmla="*/ 3863962 w 9408955"/>
              <a:gd name="connsiteY5804" fmla="*/ 3928212 h 4587875"/>
              <a:gd name="connsiteX5805" fmla="*/ 3804477 w 9408955"/>
              <a:gd name="connsiteY5805" fmla="*/ 3912645 h 4587875"/>
              <a:gd name="connsiteX5806" fmla="*/ 3814544 w 9408955"/>
              <a:gd name="connsiteY5806" fmla="*/ 3965890 h 4587875"/>
              <a:gd name="connsiteX5807" fmla="*/ 3834105 w 9408955"/>
              <a:gd name="connsiteY5807" fmla="*/ 3971139 h 4587875"/>
              <a:gd name="connsiteX5808" fmla="*/ 3526414 w 9408955"/>
              <a:gd name="connsiteY5808" fmla="*/ 3971269 h 4587875"/>
              <a:gd name="connsiteX5809" fmla="*/ 3557247 w 9408955"/>
              <a:gd name="connsiteY5809" fmla="*/ 3927417 h 4587875"/>
              <a:gd name="connsiteX5810" fmla="*/ 3495215 w 9408955"/>
              <a:gd name="connsiteY5810" fmla="*/ 3915336 h 4587875"/>
              <a:gd name="connsiteX5811" fmla="*/ 3506944 w 9408955"/>
              <a:gd name="connsiteY5811" fmla="*/ 3966625 h 4587875"/>
              <a:gd name="connsiteX5812" fmla="*/ 3526414 w 9408955"/>
              <a:gd name="connsiteY5812" fmla="*/ 3971269 h 4587875"/>
              <a:gd name="connsiteX5813" fmla="*/ 2488895 w 9408955"/>
              <a:gd name="connsiteY5813" fmla="*/ 3971360 h 4587875"/>
              <a:gd name="connsiteX5814" fmla="*/ 2528757 w 9408955"/>
              <a:gd name="connsiteY5814" fmla="*/ 3943341 h 4587875"/>
              <a:gd name="connsiteX5815" fmla="*/ 2486130 w 9408955"/>
              <a:gd name="connsiteY5815" fmla="*/ 3902889 h 4587875"/>
              <a:gd name="connsiteX5816" fmla="*/ 2472599 w 9408955"/>
              <a:gd name="connsiteY5816" fmla="*/ 3964144 h 4587875"/>
              <a:gd name="connsiteX5817" fmla="*/ 2488895 w 9408955"/>
              <a:gd name="connsiteY5817" fmla="*/ 3971360 h 4587875"/>
              <a:gd name="connsiteX5818" fmla="*/ 2395677 w 9408955"/>
              <a:gd name="connsiteY5818" fmla="*/ 3971417 h 4587875"/>
              <a:gd name="connsiteX5819" fmla="*/ 2416141 w 9408955"/>
              <a:gd name="connsiteY5819" fmla="*/ 3963589 h 4587875"/>
              <a:gd name="connsiteX5820" fmla="*/ 2408605 w 9408955"/>
              <a:gd name="connsiteY5820" fmla="*/ 3906267 h 4587875"/>
              <a:gd name="connsiteX5821" fmla="*/ 2361839 w 9408955"/>
              <a:gd name="connsiteY5821" fmla="*/ 3919849 h 4587875"/>
              <a:gd name="connsiteX5822" fmla="*/ 2374375 w 9408955"/>
              <a:gd name="connsiteY5822" fmla="*/ 3967503 h 4587875"/>
              <a:gd name="connsiteX5823" fmla="*/ 2395677 w 9408955"/>
              <a:gd name="connsiteY5823" fmla="*/ 3971417 h 4587875"/>
              <a:gd name="connsiteX5824" fmla="*/ 3108772 w 9408955"/>
              <a:gd name="connsiteY5824" fmla="*/ 3971427 h 4587875"/>
              <a:gd name="connsiteX5825" fmla="*/ 3120494 w 9408955"/>
              <a:gd name="connsiteY5825" fmla="*/ 3969844 h 4587875"/>
              <a:gd name="connsiteX5826" fmla="*/ 3126786 w 9408955"/>
              <a:gd name="connsiteY5826" fmla="*/ 3905295 h 4587875"/>
              <a:gd name="connsiteX5827" fmla="*/ 3080265 w 9408955"/>
              <a:gd name="connsiteY5827" fmla="*/ 3917155 h 4587875"/>
              <a:gd name="connsiteX5828" fmla="*/ 3080265 w 9408955"/>
              <a:gd name="connsiteY5828" fmla="*/ 3952053 h 4587875"/>
              <a:gd name="connsiteX5829" fmla="*/ 3108772 w 9408955"/>
              <a:gd name="connsiteY5829" fmla="*/ 3971427 h 4587875"/>
              <a:gd name="connsiteX5830" fmla="*/ 7322982 w 9408955"/>
              <a:gd name="connsiteY5830" fmla="*/ 3971469 h 4587875"/>
              <a:gd name="connsiteX5831" fmla="*/ 7357721 w 9408955"/>
              <a:gd name="connsiteY5831" fmla="*/ 3935627 h 4587875"/>
              <a:gd name="connsiteX5832" fmla="*/ 7306247 w 9408955"/>
              <a:gd name="connsiteY5832" fmla="*/ 3908271 h 4587875"/>
              <a:gd name="connsiteX5833" fmla="*/ 7305123 w 9408955"/>
              <a:gd name="connsiteY5833" fmla="*/ 3965492 h 4587875"/>
              <a:gd name="connsiteX5834" fmla="*/ 7322982 w 9408955"/>
              <a:gd name="connsiteY5834" fmla="*/ 3971469 h 4587875"/>
              <a:gd name="connsiteX5835" fmla="*/ 3727765 w 9408955"/>
              <a:gd name="connsiteY5835" fmla="*/ 3971522 h 4587875"/>
              <a:gd name="connsiteX5836" fmla="*/ 3761335 w 9408955"/>
              <a:gd name="connsiteY5836" fmla="*/ 3934945 h 4587875"/>
              <a:gd name="connsiteX5837" fmla="*/ 3700698 w 9408955"/>
              <a:gd name="connsiteY5837" fmla="*/ 3913633 h 4587875"/>
              <a:gd name="connsiteX5838" fmla="*/ 3709489 w 9408955"/>
              <a:gd name="connsiteY5838" fmla="*/ 3967257 h 4587875"/>
              <a:gd name="connsiteX5839" fmla="*/ 3727765 w 9408955"/>
              <a:gd name="connsiteY5839" fmla="*/ 3971522 h 4587875"/>
              <a:gd name="connsiteX5840" fmla="*/ 2286600 w 9408955"/>
              <a:gd name="connsiteY5840" fmla="*/ 3971605 h 4587875"/>
              <a:gd name="connsiteX5841" fmla="*/ 2323670 w 9408955"/>
              <a:gd name="connsiteY5841" fmla="*/ 3944388 h 4587875"/>
              <a:gd name="connsiteX5842" fmla="*/ 2283675 w 9408955"/>
              <a:gd name="connsiteY5842" fmla="*/ 3903680 h 4587875"/>
              <a:gd name="connsiteX5843" fmla="*/ 2270485 w 9408955"/>
              <a:gd name="connsiteY5843" fmla="*/ 3966676 h 4587875"/>
              <a:gd name="connsiteX5844" fmla="*/ 2286600 w 9408955"/>
              <a:gd name="connsiteY5844" fmla="*/ 3971605 h 4587875"/>
              <a:gd name="connsiteX5845" fmla="*/ 7017780 w 9408955"/>
              <a:gd name="connsiteY5845" fmla="*/ 3971624 h 4587875"/>
              <a:gd name="connsiteX5846" fmla="*/ 7050813 w 9408955"/>
              <a:gd name="connsiteY5846" fmla="*/ 3928522 h 4587875"/>
              <a:gd name="connsiteX5847" fmla="*/ 6989642 w 9408955"/>
              <a:gd name="connsiteY5847" fmla="*/ 3912689 h 4587875"/>
              <a:gd name="connsiteX5848" fmla="*/ 6997829 w 9408955"/>
              <a:gd name="connsiteY5848" fmla="*/ 3966524 h 4587875"/>
              <a:gd name="connsiteX5849" fmla="*/ 7017780 w 9408955"/>
              <a:gd name="connsiteY5849" fmla="*/ 3971624 h 4587875"/>
              <a:gd name="connsiteX5850" fmla="*/ 6504140 w 9408955"/>
              <a:gd name="connsiteY5850" fmla="*/ 3971637 h 4587875"/>
              <a:gd name="connsiteX5851" fmla="*/ 6536410 w 9408955"/>
              <a:gd name="connsiteY5851" fmla="*/ 3928697 h 4587875"/>
              <a:gd name="connsiteX5852" fmla="*/ 6470062 w 9408955"/>
              <a:gd name="connsiteY5852" fmla="*/ 3926877 h 4587875"/>
              <a:gd name="connsiteX5853" fmla="*/ 6484018 w 9408955"/>
              <a:gd name="connsiteY5853" fmla="*/ 3966212 h 4587875"/>
              <a:gd name="connsiteX5854" fmla="*/ 6504140 w 9408955"/>
              <a:gd name="connsiteY5854" fmla="*/ 3971637 h 4587875"/>
              <a:gd name="connsiteX5855" fmla="*/ 7427036 w 9408955"/>
              <a:gd name="connsiteY5855" fmla="*/ 3971665 h 4587875"/>
              <a:gd name="connsiteX5856" fmla="*/ 7461529 w 9408955"/>
              <a:gd name="connsiteY5856" fmla="*/ 3934821 h 4587875"/>
              <a:gd name="connsiteX5857" fmla="*/ 7400150 w 9408955"/>
              <a:gd name="connsiteY5857" fmla="*/ 3913353 h 4587875"/>
              <a:gd name="connsiteX5858" fmla="*/ 7408821 w 9408955"/>
              <a:gd name="connsiteY5858" fmla="*/ 3966215 h 4587875"/>
              <a:gd name="connsiteX5859" fmla="*/ 7427036 w 9408955"/>
              <a:gd name="connsiteY5859" fmla="*/ 3971665 h 4587875"/>
              <a:gd name="connsiteX5860" fmla="*/ 8144067 w 9408955"/>
              <a:gd name="connsiteY5860" fmla="*/ 3971739 h 4587875"/>
              <a:gd name="connsiteX5861" fmla="*/ 8180455 w 9408955"/>
              <a:gd name="connsiteY5861" fmla="*/ 3935175 h 4587875"/>
              <a:gd name="connsiteX5862" fmla="*/ 8115141 w 9408955"/>
              <a:gd name="connsiteY5862" fmla="*/ 3921888 h 4587875"/>
              <a:gd name="connsiteX5863" fmla="*/ 8125346 w 9408955"/>
              <a:gd name="connsiteY5863" fmla="*/ 3965414 h 4587875"/>
              <a:gd name="connsiteX5864" fmla="*/ 8144067 w 9408955"/>
              <a:gd name="connsiteY5864" fmla="*/ 3971739 h 4587875"/>
              <a:gd name="connsiteX5865" fmla="*/ 8351721 w 9408955"/>
              <a:gd name="connsiteY5865" fmla="*/ 3971794 h 4587875"/>
              <a:gd name="connsiteX5866" fmla="*/ 8387949 w 9408955"/>
              <a:gd name="connsiteY5866" fmla="*/ 3934821 h 4587875"/>
              <a:gd name="connsiteX5867" fmla="*/ 8324803 w 9408955"/>
              <a:gd name="connsiteY5867" fmla="*/ 3913122 h 4587875"/>
              <a:gd name="connsiteX5868" fmla="*/ 8333268 w 9408955"/>
              <a:gd name="connsiteY5868" fmla="*/ 3966677 h 4587875"/>
              <a:gd name="connsiteX5869" fmla="*/ 8351721 w 9408955"/>
              <a:gd name="connsiteY5869" fmla="*/ 3971794 h 4587875"/>
              <a:gd name="connsiteX5870" fmla="*/ 6195295 w 9408955"/>
              <a:gd name="connsiteY5870" fmla="*/ 3971804 h 4587875"/>
              <a:gd name="connsiteX5871" fmla="*/ 6229137 w 9408955"/>
              <a:gd name="connsiteY5871" fmla="*/ 3935297 h 4587875"/>
              <a:gd name="connsiteX5872" fmla="*/ 6162838 w 9408955"/>
              <a:gd name="connsiteY5872" fmla="*/ 3921682 h 4587875"/>
              <a:gd name="connsiteX5873" fmla="*/ 6177749 w 9408955"/>
              <a:gd name="connsiteY5873" fmla="*/ 3966912 h 4587875"/>
              <a:gd name="connsiteX5874" fmla="*/ 6195295 w 9408955"/>
              <a:gd name="connsiteY5874" fmla="*/ 3971804 h 4587875"/>
              <a:gd name="connsiteX5875" fmla="*/ 1466898 w 9408955"/>
              <a:gd name="connsiteY5875" fmla="*/ 3971817 h 4587875"/>
              <a:gd name="connsiteX5876" fmla="*/ 1499620 w 9408955"/>
              <a:gd name="connsiteY5876" fmla="*/ 3934927 h 4587875"/>
              <a:gd name="connsiteX5877" fmla="*/ 1445443 w 9408955"/>
              <a:gd name="connsiteY5877" fmla="*/ 3909363 h 4587875"/>
              <a:gd name="connsiteX5878" fmla="*/ 1448813 w 9408955"/>
              <a:gd name="connsiteY5878" fmla="*/ 3966249 h 4587875"/>
              <a:gd name="connsiteX5879" fmla="*/ 1466898 w 9408955"/>
              <a:gd name="connsiteY5879" fmla="*/ 3971817 h 4587875"/>
              <a:gd name="connsiteX5880" fmla="*/ 1873743 w 9408955"/>
              <a:gd name="connsiteY5880" fmla="*/ 3971827 h 4587875"/>
              <a:gd name="connsiteX5881" fmla="*/ 1916160 w 9408955"/>
              <a:gd name="connsiteY5881" fmla="*/ 3927627 h 4587875"/>
              <a:gd name="connsiteX5882" fmla="*/ 1866028 w 9408955"/>
              <a:gd name="connsiteY5882" fmla="*/ 3903560 h 4587875"/>
              <a:gd name="connsiteX5883" fmla="*/ 1873743 w 9408955"/>
              <a:gd name="connsiteY5883" fmla="*/ 3971827 h 4587875"/>
              <a:gd name="connsiteX5884" fmla="*/ 6607349 w 9408955"/>
              <a:gd name="connsiteY5884" fmla="*/ 3971852 h 4587875"/>
              <a:gd name="connsiteX5885" fmla="*/ 6639427 w 9408955"/>
              <a:gd name="connsiteY5885" fmla="*/ 3928824 h 4587875"/>
              <a:gd name="connsiteX5886" fmla="*/ 6584390 w 9408955"/>
              <a:gd name="connsiteY5886" fmla="*/ 3909528 h 4587875"/>
              <a:gd name="connsiteX5887" fmla="*/ 6587574 w 9408955"/>
              <a:gd name="connsiteY5887" fmla="*/ 3966957 h 4587875"/>
              <a:gd name="connsiteX5888" fmla="*/ 6607349 w 9408955"/>
              <a:gd name="connsiteY5888" fmla="*/ 3971852 h 4587875"/>
              <a:gd name="connsiteX5889" fmla="*/ 5881055 w 9408955"/>
              <a:gd name="connsiteY5889" fmla="*/ 3971858 h 4587875"/>
              <a:gd name="connsiteX5890" fmla="*/ 5919751 w 9408955"/>
              <a:gd name="connsiteY5890" fmla="*/ 3943240 h 4587875"/>
              <a:gd name="connsiteX5891" fmla="*/ 5878142 w 9408955"/>
              <a:gd name="connsiteY5891" fmla="*/ 3902909 h 4587875"/>
              <a:gd name="connsiteX5892" fmla="*/ 5864349 w 9408955"/>
              <a:gd name="connsiteY5892" fmla="*/ 3965723 h 4587875"/>
              <a:gd name="connsiteX5893" fmla="*/ 5881055 w 9408955"/>
              <a:gd name="connsiteY5893" fmla="*/ 3971858 h 4587875"/>
              <a:gd name="connsiteX5894" fmla="*/ 7121769 w 9408955"/>
              <a:gd name="connsiteY5894" fmla="*/ 3971874 h 4587875"/>
              <a:gd name="connsiteX5895" fmla="*/ 7153676 w 9408955"/>
              <a:gd name="connsiteY5895" fmla="*/ 3929241 h 4587875"/>
              <a:gd name="connsiteX5896" fmla="*/ 7086780 w 9408955"/>
              <a:gd name="connsiteY5896" fmla="*/ 3922859 h 4587875"/>
              <a:gd name="connsiteX5897" fmla="*/ 7101952 w 9408955"/>
              <a:gd name="connsiteY5897" fmla="*/ 3967080 h 4587875"/>
              <a:gd name="connsiteX5898" fmla="*/ 7121769 w 9408955"/>
              <a:gd name="connsiteY5898" fmla="*/ 3971874 h 4587875"/>
              <a:gd name="connsiteX5899" fmla="*/ 7940244 w 9408955"/>
              <a:gd name="connsiteY5899" fmla="*/ 3971930 h 4587875"/>
              <a:gd name="connsiteX5900" fmla="*/ 7975235 w 9408955"/>
              <a:gd name="connsiteY5900" fmla="*/ 3936320 h 4587875"/>
              <a:gd name="connsiteX5901" fmla="*/ 7910775 w 9408955"/>
              <a:gd name="connsiteY5901" fmla="*/ 3919681 h 4587875"/>
              <a:gd name="connsiteX5902" fmla="*/ 7922495 w 9408955"/>
              <a:gd name="connsiteY5902" fmla="*/ 3966634 h 4587875"/>
              <a:gd name="connsiteX5903" fmla="*/ 7940244 w 9408955"/>
              <a:gd name="connsiteY5903" fmla="*/ 3971930 h 4587875"/>
              <a:gd name="connsiteX5904" fmla="*/ 7735435 w 9408955"/>
              <a:gd name="connsiteY5904" fmla="*/ 3971954 h 4587875"/>
              <a:gd name="connsiteX5905" fmla="*/ 7769974 w 9408955"/>
              <a:gd name="connsiteY5905" fmla="*/ 3928127 h 4587875"/>
              <a:gd name="connsiteX5906" fmla="*/ 7704205 w 9408955"/>
              <a:gd name="connsiteY5906" fmla="*/ 3919630 h 4587875"/>
              <a:gd name="connsiteX5907" fmla="*/ 7715318 w 9408955"/>
              <a:gd name="connsiteY5907" fmla="*/ 3965333 h 4587875"/>
              <a:gd name="connsiteX5908" fmla="*/ 7735435 w 9408955"/>
              <a:gd name="connsiteY5908" fmla="*/ 3971954 h 4587875"/>
              <a:gd name="connsiteX5909" fmla="*/ 9173326 w 9408955"/>
              <a:gd name="connsiteY5909" fmla="*/ 3971975 h 4587875"/>
              <a:gd name="connsiteX5910" fmla="*/ 9210726 w 9408955"/>
              <a:gd name="connsiteY5910" fmla="*/ 3935716 h 4587875"/>
              <a:gd name="connsiteX5911" fmla="*/ 9151651 w 9408955"/>
              <a:gd name="connsiteY5911" fmla="*/ 3910785 h 4587875"/>
              <a:gd name="connsiteX5912" fmla="*/ 9155072 w 9408955"/>
              <a:gd name="connsiteY5912" fmla="*/ 3964570 h 4587875"/>
              <a:gd name="connsiteX5913" fmla="*/ 9173326 w 9408955"/>
              <a:gd name="connsiteY5913" fmla="*/ 3971975 h 4587875"/>
              <a:gd name="connsiteX5914" fmla="*/ 1572583 w 9408955"/>
              <a:gd name="connsiteY5914" fmla="*/ 3972021 h 4587875"/>
              <a:gd name="connsiteX5915" fmla="*/ 1603147 w 9408955"/>
              <a:gd name="connsiteY5915" fmla="*/ 3927216 h 4587875"/>
              <a:gd name="connsiteX5916" fmla="*/ 1538375 w 9408955"/>
              <a:gd name="connsiteY5916" fmla="*/ 3921473 h 4587875"/>
              <a:gd name="connsiteX5917" fmla="*/ 1552287 w 9408955"/>
              <a:gd name="connsiteY5917" fmla="*/ 3967876 h 4587875"/>
              <a:gd name="connsiteX5918" fmla="*/ 1572583 w 9408955"/>
              <a:gd name="connsiteY5918" fmla="*/ 3972021 h 4587875"/>
              <a:gd name="connsiteX5919" fmla="*/ 3316902 w 9408955"/>
              <a:gd name="connsiteY5919" fmla="*/ 3972040 h 4587875"/>
              <a:gd name="connsiteX5920" fmla="*/ 3351747 w 9408955"/>
              <a:gd name="connsiteY5920" fmla="*/ 3935181 h 4587875"/>
              <a:gd name="connsiteX5921" fmla="*/ 3286635 w 9408955"/>
              <a:gd name="connsiteY5921" fmla="*/ 3920375 h 4587875"/>
              <a:gd name="connsiteX5922" fmla="*/ 3299069 w 9408955"/>
              <a:gd name="connsiteY5922" fmla="*/ 3967338 h 4587875"/>
              <a:gd name="connsiteX5923" fmla="*/ 3316902 w 9408955"/>
              <a:gd name="connsiteY5923" fmla="*/ 3972040 h 4587875"/>
              <a:gd name="connsiteX5924" fmla="*/ 3623137 w 9408955"/>
              <a:gd name="connsiteY5924" fmla="*/ 3972063 h 4587875"/>
              <a:gd name="connsiteX5925" fmla="*/ 3659010 w 9408955"/>
              <a:gd name="connsiteY5925" fmla="*/ 3935977 h 4587875"/>
              <a:gd name="connsiteX5926" fmla="*/ 3593752 w 9408955"/>
              <a:gd name="connsiteY5926" fmla="*/ 3919982 h 4587875"/>
              <a:gd name="connsiteX5927" fmla="*/ 3604704 w 9408955"/>
              <a:gd name="connsiteY5927" fmla="*/ 3966597 h 4587875"/>
              <a:gd name="connsiteX5928" fmla="*/ 3623137 w 9408955"/>
              <a:gd name="connsiteY5928" fmla="*/ 3972063 h 4587875"/>
              <a:gd name="connsiteX5929" fmla="*/ 6296018 w 9408955"/>
              <a:gd name="connsiteY5929" fmla="*/ 3972120 h 4587875"/>
              <a:gd name="connsiteX5930" fmla="*/ 6332196 w 9408955"/>
              <a:gd name="connsiteY5930" fmla="*/ 3927486 h 4587875"/>
              <a:gd name="connsiteX5931" fmla="*/ 6267937 w 9408955"/>
              <a:gd name="connsiteY5931" fmla="*/ 3915147 h 4587875"/>
              <a:gd name="connsiteX5932" fmla="*/ 6275334 w 9408955"/>
              <a:gd name="connsiteY5932" fmla="*/ 3964275 h 4587875"/>
              <a:gd name="connsiteX5933" fmla="*/ 6296018 w 9408955"/>
              <a:gd name="connsiteY5933" fmla="*/ 3972120 h 4587875"/>
              <a:gd name="connsiteX5934" fmla="*/ 8560423 w 9408955"/>
              <a:gd name="connsiteY5934" fmla="*/ 3972131 h 4587875"/>
              <a:gd name="connsiteX5935" fmla="*/ 8593395 w 9408955"/>
              <a:gd name="connsiteY5935" fmla="*/ 3935625 h 4587875"/>
              <a:gd name="connsiteX5936" fmla="*/ 8529575 w 9408955"/>
              <a:gd name="connsiteY5936" fmla="*/ 3915462 h 4587875"/>
              <a:gd name="connsiteX5937" fmla="*/ 8542384 w 9408955"/>
              <a:gd name="connsiteY5937" fmla="*/ 3967244 h 4587875"/>
              <a:gd name="connsiteX5938" fmla="*/ 8560423 w 9408955"/>
              <a:gd name="connsiteY5938" fmla="*/ 3972131 h 4587875"/>
              <a:gd name="connsiteX5939" fmla="*/ 6400819 w 9408955"/>
              <a:gd name="connsiteY5939" fmla="*/ 3972180 h 4587875"/>
              <a:gd name="connsiteX5940" fmla="*/ 6434433 w 9408955"/>
              <a:gd name="connsiteY5940" fmla="*/ 3927983 h 4587875"/>
              <a:gd name="connsiteX5941" fmla="*/ 6369572 w 9408955"/>
              <a:gd name="connsiteY5941" fmla="*/ 3919925 h 4587875"/>
              <a:gd name="connsiteX5942" fmla="*/ 6380685 w 9408955"/>
              <a:gd name="connsiteY5942" fmla="*/ 3965974 h 4587875"/>
              <a:gd name="connsiteX5943" fmla="*/ 6400819 w 9408955"/>
              <a:gd name="connsiteY5943" fmla="*/ 3972180 h 4587875"/>
              <a:gd name="connsiteX5944" fmla="*/ 7837961 w 9408955"/>
              <a:gd name="connsiteY5944" fmla="*/ 3972311 h 4587875"/>
              <a:gd name="connsiteX5945" fmla="*/ 7875429 w 9408955"/>
              <a:gd name="connsiteY5945" fmla="*/ 3936624 h 4587875"/>
              <a:gd name="connsiteX5946" fmla="*/ 7819768 w 9408955"/>
              <a:gd name="connsiteY5946" fmla="*/ 3907068 h 4587875"/>
              <a:gd name="connsiteX5947" fmla="*/ 7820225 w 9408955"/>
              <a:gd name="connsiteY5947" fmla="*/ 3966181 h 4587875"/>
              <a:gd name="connsiteX5948" fmla="*/ 7837961 w 9408955"/>
              <a:gd name="connsiteY5948" fmla="*/ 3972311 h 4587875"/>
              <a:gd name="connsiteX5949" fmla="*/ 6912773 w 9408955"/>
              <a:gd name="connsiteY5949" fmla="*/ 3972313 h 4587875"/>
              <a:gd name="connsiteX5950" fmla="*/ 6948130 w 9408955"/>
              <a:gd name="connsiteY5950" fmla="*/ 3936200 h 4587875"/>
              <a:gd name="connsiteX5951" fmla="*/ 6880707 w 9408955"/>
              <a:gd name="connsiteY5951" fmla="*/ 3928431 h 4587875"/>
              <a:gd name="connsiteX5952" fmla="*/ 6895364 w 9408955"/>
              <a:gd name="connsiteY5952" fmla="*/ 3966130 h 4587875"/>
              <a:gd name="connsiteX5953" fmla="*/ 6912773 w 9408955"/>
              <a:gd name="connsiteY5953" fmla="*/ 3972313 h 4587875"/>
              <a:gd name="connsiteX5954" fmla="*/ 3215462 w 9408955"/>
              <a:gd name="connsiteY5954" fmla="*/ 3972576 h 4587875"/>
              <a:gd name="connsiteX5955" fmla="*/ 3241907 w 9408955"/>
              <a:gd name="connsiteY5955" fmla="*/ 3909703 h 4587875"/>
              <a:gd name="connsiteX5956" fmla="*/ 3190385 w 9408955"/>
              <a:gd name="connsiteY5956" fmla="*/ 3910391 h 4587875"/>
              <a:gd name="connsiteX5957" fmla="*/ 3215462 w 9408955"/>
              <a:gd name="connsiteY5957" fmla="*/ 3972576 h 4587875"/>
              <a:gd name="connsiteX5958" fmla="*/ 6400364 w 9408955"/>
              <a:gd name="connsiteY5958" fmla="*/ 4062334 h 4587875"/>
              <a:gd name="connsiteX5959" fmla="*/ 6420581 w 9408955"/>
              <a:gd name="connsiteY5959" fmla="*/ 4034826 h 4587875"/>
              <a:gd name="connsiteX5960" fmla="*/ 6379570 w 9408955"/>
              <a:gd name="connsiteY5960" fmla="*/ 4027312 h 4587875"/>
              <a:gd name="connsiteX5961" fmla="*/ 6388228 w 9408955"/>
              <a:gd name="connsiteY5961" fmla="*/ 4058736 h 4587875"/>
              <a:gd name="connsiteX5962" fmla="*/ 6400364 w 9408955"/>
              <a:gd name="connsiteY5962" fmla="*/ 4062334 h 4587875"/>
              <a:gd name="connsiteX5963" fmla="*/ 2406932 w 9408955"/>
              <a:gd name="connsiteY5963" fmla="*/ 4072486 h 4587875"/>
              <a:gd name="connsiteX5964" fmla="*/ 2425024 w 9408955"/>
              <a:gd name="connsiteY5964" fmla="*/ 4047848 h 4587875"/>
              <a:gd name="connsiteX5965" fmla="*/ 2388758 w 9408955"/>
              <a:gd name="connsiteY5965" fmla="*/ 4004400 h 4587875"/>
              <a:gd name="connsiteX5966" fmla="*/ 2375247 w 9408955"/>
              <a:gd name="connsiteY5966" fmla="*/ 4070714 h 4587875"/>
              <a:gd name="connsiteX5967" fmla="*/ 2406932 w 9408955"/>
              <a:gd name="connsiteY5967" fmla="*/ 4072486 h 4587875"/>
              <a:gd name="connsiteX5968" fmla="*/ 1993693 w 9408955"/>
              <a:gd name="connsiteY5968" fmla="*/ 4072494 h 4587875"/>
              <a:gd name="connsiteX5969" fmla="*/ 2013870 w 9408955"/>
              <a:gd name="connsiteY5969" fmla="*/ 4052516 h 4587875"/>
              <a:gd name="connsiteX5970" fmla="*/ 1970438 w 9408955"/>
              <a:gd name="connsiteY5970" fmla="*/ 4005549 h 4587875"/>
              <a:gd name="connsiteX5971" fmla="*/ 1964985 w 9408955"/>
              <a:gd name="connsiteY5971" fmla="*/ 4070071 h 4587875"/>
              <a:gd name="connsiteX5972" fmla="*/ 1993693 w 9408955"/>
              <a:gd name="connsiteY5972" fmla="*/ 4072494 h 4587875"/>
              <a:gd name="connsiteX5973" fmla="*/ 5894760 w 9408955"/>
              <a:gd name="connsiteY5973" fmla="*/ 4072788 h 4587875"/>
              <a:gd name="connsiteX5974" fmla="*/ 5917270 w 9408955"/>
              <a:gd name="connsiteY5974" fmla="*/ 4053794 h 4587875"/>
              <a:gd name="connsiteX5975" fmla="*/ 5886875 w 9408955"/>
              <a:gd name="connsiteY5975" fmla="*/ 4002994 h 4587875"/>
              <a:gd name="connsiteX5976" fmla="*/ 5865393 w 9408955"/>
              <a:gd name="connsiteY5976" fmla="*/ 4067628 h 4587875"/>
              <a:gd name="connsiteX5977" fmla="*/ 5894760 w 9408955"/>
              <a:gd name="connsiteY5977" fmla="*/ 4072788 h 4587875"/>
              <a:gd name="connsiteX5978" fmla="*/ 6616076 w 9408955"/>
              <a:gd name="connsiteY5978" fmla="*/ 4072811 h 4587875"/>
              <a:gd name="connsiteX5979" fmla="*/ 6635679 w 9408955"/>
              <a:gd name="connsiteY5979" fmla="*/ 4054663 h 4587875"/>
              <a:gd name="connsiteX5980" fmla="*/ 6601704 w 9408955"/>
              <a:gd name="connsiteY5980" fmla="*/ 4003058 h 4587875"/>
              <a:gd name="connsiteX5981" fmla="*/ 6588879 w 9408955"/>
              <a:gd name="connsiteY5981" fmla="*/ 4071177 h 4587875"/>
              <a:gd name="connsiteX5982" fmla="*/ 6616076 w 9408955"/>
              <a:gd name="connsiteY5982" fmla="*/ 4072811 h 4587875"/>
              <a:gd name="connsiteX5983" fmla="*/ 3224593 w 9408955"/>
              <a:gd name="connsiteY5983" fmla="*/ 4073043 h 4587875"/>
              <a:gd name="connsiteX5984" fmla="*/ 3246678 w 9408955"/>
              <a:gd name="connsiteY5984" fmla="*/ 4054264 h 4587875"/>
              <a:gd name="connsiteX5985" fmla="*/ 3209290 w 9408955"/>
              <a:gd name="connsiteY5985" fmla="*/ 4002813 h 4587875"/>
              <a:gd name="connsiteX5986" fmla="*/ 3195840 w 9408955"/>
              <a:gd name="connsiteY5986" fmla="*/ 4067984 h 4587875"/>
              <a:gd name="connsiteX5987" fmla="*/ 3224593 w 9408955"/>
              <a:gd name="connsiteY5987" fmla="*/ 4073043 h 4587875"/>
              <a:gd name="connsiteX5988" fmla="*/ 7439366 w 9408955"/>
              <a:gd name="connsiteY5988" fmla="*/ 4073232 h 4587875"/>
              <a:gd name="connsiteX5989" fmla="*/ 7459555 w 9408955"/>
              <a:gd name="connsiteY5989" fmla="*/ 4052963 h 4587875"/>
              <a:gd name="connsiteX5990" fmla="*/ 7423278 w 9408955"/>
              <a:gd name="connsiteY5990" fmla="*/ 4003929 h 4587875"/>
              <a:gd name="connsiteX5991" fmla="*/ 7409645 w 9408955"/>
              <a:gd name="connsiteY5991" fmla="*/ 4070752 h 4587875"/>
              <a:gd name="connsiteX5992" fmla="*/ 7439366 w 9408955"/>
              <a:gd name="connsiteY5992" fmla="*/ 4073232 h 4587875"/>
              <a:gd name="connsiteX5993" fmla="*/ 3735441 w 9408955"/>
              <a:gd name="connsiteY5993" fmla="*/ 4073341 h 4587875"/>
              <a:gd name="connsiteX5994" fmla="*/ 3756925 w 9408955"/>
              <a:gd name="connsiteY5994" fmla="*/ 4057703 h 4587875"/>
              <a:gd name="connsiteX5995" fmla="*/ 3723872 w 9408955"/>
              <a:gd name="connsiteY5995" fmla="*/ 4003042 h 4587875"/>
              <a:gd name="connsiteX5996" fmla="*/ 3708827 w 9408955"/>
              <a:gd name="connsiteY5996" fmla="*/ 4069596 h 4587875"/>
              <a:gd name="connsiteX5997" fmla="*/ 3735441 w 9408955"/>
              <a:gd name="connsiteY5997" fmla="*/ 4073341 h 4587875"/>
              <a:gd name="connsiteX5998" fmla="*/ 1782635 w 9408955"/>
              <a:gd name="connsiteY5998" fmla="*/ 4073524 h 4587875"/>
              <a:gd name="connsiteX5999" fmla="*/ 1804799 w 9408955"/>
              <a:gd name="connsiteY5999" fmla="*/ 4059464 h 4587875"/>
              <a:gd name="connsiteX6000" fmla="*/ 1768742 w 9408955"/>
              <a:gd name="connsiteY6000" fmla="*/ 4003675 h 4587875"/>
              <a:gd name="connsiteX6001" fmla="*/ 1756723 w 9408955"/>
              <a:gd name="connsiteY6001" fmla="*/ 4067855 h 4587875"/>
              <a:gd name="connsiteX6002" fmla="*/ 1782635 w 9408955"/>
              <a:gd name="connsiteY6002" fmla="*/ 4073524 h 4587875"/>
              <a:gd name="connsiteX6003" fmla="*/ 6291105 w 9408955"/>
              <a:gd name="connsiteY6003" fmla="*/ 4073619 h 4587875"/>
              <a:gd name="connsiteX6004" fmla="*/ 6330704 w 9408955"/>
              <a:gd name="connsiteY6004" fmla="*/ 4047757 h 4587875"/>
              <a:gd name="connsiteX6005" fmla="*/ 6280648 w 9408955"/>
              <a:gd name="connsiteY6005" fmla="*/ 4007265 h 4587875"/>
              <a:gd name="connsiteX6006" fmla="*/ 6274934 w 9408955"/>
              <a:gd name="connsiteY6006" fmla="*/ 4067437 h 4587875"/>
              <a:gd name="connsiteX6007" fmla="*/ 6291105 w 9408955"/>
              <a:gd name="connsiteY6007" fmla="*/ 4073619 h 4587875"/>
              <a:gd name="connsiteX6008" fmla="*/ 1568176 w 9408955"/>
              <a:gd name="connsiteY6008" fmla="*/ 4073931 h 4587875"/>
              <a:gd name="connsiteX6009" fmla="*/ 1602931 w 9408955"/>
              <a:gd name="connsiteY6009" fmla="*/ 4047359 h 4587875"/>
              <a:gd name="connsiteX6010" fmla="*/ 1559613 w 9408955"/>
              <a:gd name="connsiteY6010" fmla="*/ 4004382 h 4587875"/>
              <a:gd name="connsiteX6011" fmla="*/ 1552772 w 9408955"/>
              <a:gd name="connsiteY6011" fmla="*/ 4070552 h 4587875"/>
              <a:gd name="connsiteX6012" fmla="*/ 1568176 w 9408955"/>
              <a:gd name="connsiteY6012" fmla="*/ 4073931 h 4587875"/>
              <a:gd name="connsiteX6013" fmla="*/ 6819225 w 9408955"/>
              <a:gd name="connsiteY6013" fmla="*/ 4074045 h 4587875"/>
              <a:gd name="connsiteX6014" fmla="*/ 6841707 w 9408955"/>
              <a:gd name="connsiteY6014" fmla="*/ 4055640 h 4587875"/>
              <a:gd name="connsiteX6015" fmla="*/ 6802825 w 9408955"/>
              <a:gd name="connsiteY6015" fmla="*/ 4004882 h 4587875"/>
              <a:gd name="connsiteX6016" fmla="*/ 6790092 w 9408955"/>
              <a:gd name="connsiteY6016" fmla="*/ 4068443 h 4587875"/>
              <a:gd name="connsiteX6017" fmla="*/ 6819225 w 9408955"/>
              <a:gd name="connsiteY6017" fmla="*/ 4074045 h 4587875"/>
              <a:gd name="connsiteX6018" fmla="*/ 3117200 w 9408955"/>
              <a:gd name="connsiteY6018" fmla="*/ 4074237 h 4587875"/>
              <a:gd name="connsiteX6019" fmla="*/ 3139883 w 9408955"/>
              <a:gd name="connsiteY6019" fmla="*/ 4060720 h 4587875"/>
              <a:gd name="connsiteX6020" fmla="*/ 3111458 w 9408955"/>
              <a:gd name="connsiteY6020" fmla="*/ 4002771 h 4587875"/>
              <a:gd name="connsiteX6021" fmla="*/ 3090764 w 9408955"/>
              <a:gd name="connsiteY6021" fmla="*/ 4068248 h 4587875"/>
              <a:gd name="connsiteX6022" fmla="*/ 3117200 w 9408955"/>
              <a:gd name="connsiteY6022" fmla="*/ 4074237 h 4587875"/>
              <a:gd name="connsiteX6023" fmla="*/ 2087417 w 9408955"/>
              <a:gd name="connsiteY6023" fmla="*/ 4074254 h 4587875"/>
              <a:gd name="connsiteX6024" fmla="*/ 2118614 w 9408955"/>
              <a:gd name="connsiteY6024" fmla="*/ 4031893 h 4587875"/>
              <a:gd name="connsiteX6025" fmla="*/ 2058496 w 9408955"/>
              <a:gd name="connsiteY6025" fmla="*/ 4015524 h 4587875"/>
              <a:gd name="connsiteX6026" fmla="*/ 2068096 w 9408955"/>
              <a:gd name="connsiteY6026" fmla="*/ 4070542 h 4587875"/>
              <a:gd name="connsiteX6027" fmla="*/ 2087417 w 9408955"/>
              <a:gd name="connsiteY6027" fmla="*/ 4074254 h 4587875"/>
              <a:gd name="connsiteX6028" fmla="*/ 7120066 w 9408955"/>
              <a:gd name="connsiteY6028" fmla="*/ 4074330 h 4587875"/>
              <a:gd name="connsiteX6029" fmla="*/ 7154477 w 9408955"/>
              <a:gd name="connsiteY6029" fmla="*/ 4040067 h 4587875"/>
              <a:gd name="connsiteX6030" fmla="*/ 7096420 w 9408955"/>
              <a:gd name="connsiteY6030" fmla="*/ 4012241 h 4587875"/>
              <a:gd name="connsiteX6031" fmla="*/ 7102770 w 9408955"/>
              <a:gd name="connsiteY6031" fmla="*/ 4069928 h 4587875"/>
              <a:gd name="connsiteX6032" fmla="*/ 7120066 w 9408955"/>
              <a:gd name="connsiteY6032" fmla="*/ 4074330 h 4587875"/>
              <a:gd name="connsiteX6033" fmla="*/ 3011344 w 9408955"/>
              <a:gd name="connsiteY6033" fmla="*/ 4074437 h 4587875"/>
              <a:gd name="connsiteX6034" fmla="*/ 3042192 w 9408955"/>
              <a:gd name="connsiteY6034" fmla="*/ 4031939 h 4587875"/>
              <a:gd name="connsiteX6035" fmla="*/ 2992891 w 9408955"/>
              <a:gd name="connsiteY6035" fmla="*/ 4006506 h 4587875"/>
              <a:gd name="connsiteX6036" fmla="*/ 2992439 w 9408955"/>
              <a:gd name="connsiteY6036" fmla="*/ 4070889 h 4587875"/>
              <a:gd name="connsiteX6037" fmla="*/ 3011344 w 9408955"/>
              <a:gd name="connsiteY6037" fmla="*/ 4074437 h 4587875"/>
              <a:gd name="connsiteX6038" fmla="*/ 7530607 w 9408955"/>
              <a:gd name="connsiteY6038" fmla="*/ 4074498 h 4587875"/>
              <a:gd name="connsiteX6039" fmla="*/ 7563543 w 9408955"/>
              <a:gd name="connsiteY6039" fmla="*/ 4040212 h 4587875"/>
              <a:gd name="connsiteX6040" fmla="*/ 7519599 w 9408955"/>
              <a:gd name="connsiteY6040" fmla="*/ 4004724 h 4587875"/>
              <a:gd name="connsiteX6041" fmla="*/ 7512927 w 9408955"/>
              <a:gd name="connsiteY6041" fmla="*/ 4071092 h 4587875"/>
              <a:gd name="connsiteX6042" fmla="*/ 7530607 w 9408955"/>
              <a:gd name="connsiteY6042" fmla="*/ 4074498 h 4587875"/>
              <a:gd name="connsiteX6043" fmla="*/ 7322938 w 9408955"/>
              <a:gd name="connsiteY6043" fmla="*/ 4074545 h 4587875"/>
              <a:gd name="connsiteX6044" fmla="*/ 7358997 w 9408955"/>
              <a:gd name="connsiteY6044" fmla="*/ 4040093 h 4587875"/>
              <a:gd name="connsiteX6045" fmla="*/ 7318401 w 9408955"/>
              <a:gd name="connsiteY6045" fmla="*/ 4004548 h 4587875"/>
              <a:gd name="connsiteX6046" fmla="*/ 7305328 w 9408955"/>
              <a:gd name="connsiteY6046" fmla="*/ 4068214 h 4587875"/>
              <a:gd name="connsiteX6047" fmla="*/ 7322938 w 9408955"/>
              <a:gd name="connsiteY6047" fmla="*/ 4074545 h 4587875"/>
              <a:gd name="connsiteX6048" fmla="*/ 7020436 w 9408955"/>
              <a:gd name="connsiteY6048" fmla="*/ 4074572 h 4587875"/>
              <a:gd name="connsiteX6049" fmla="*/ 7050383 w 9408955"/>
              <a:gd name="connsiteY6049" fmla="*/ 4028019 h 4587875"/>
              <a:gd name="connsiteX6050" fmla="*/ 6998448 w 9408955"/>
              <a:gd name="connsiteY6050" fmla="*/ 4008920 h 4587875"/>
              <a:gd name="connsiteX6051" fmla="*/ 6999809 w 9408955"/>
              <a:gd name="connsiteY6051" fmla="*/ 4070537 h 4587875"/>
              <a:gd name="connsiteX6052" fmla="*/ 7020436 w 9408955"/>
              <a:gd name="connsiteY6052" fmla="*/ 4074572 h 4587875"/>
              <a:gd name="connsiteX6053" fmla="*/ 1264407 w 9408955"/>
              <a:gd name="connsiteY6053" fmla="*/ 4074604 h 4587875"/>
              <a:gd name="connsiteX6054" fmla="*/ 1297049 w 9408955"/>
              <a:gd name="connsiteY6054" fmla="*/ 4039982 h 4587875"/>
              <a:gd name="connsiteX6055" fmla="*/ 1247880 w 9408955"/>
              <a:gd name="connsiteY6055" fmla="*/ 4006357 h 4587875"/>
              <a:gd name="connsiteX6056" fmla="*/ 1247652 w 9408955"/>
              <a:gd name="connsiteY6056" fmla="*/ 4071074 h 4587875"/>
              <a:gd name="connsiteX6057" fmla="*/ 1264407 w 9408955"/>
              <a:gd name="connsiteY6057" fmla="*/ 4074604 h 4587875"/>
              <a:gd name="connsiteX6058" fmla="*/ 3623430 w 9408955"/>
              <a:gd name="connsiteY6058" fmla="*/ 4074687 h 4587875"/>
              <a:gd name="connsiteX6059" fmla="*/ 3658371 w 9408955"/>
              <a:gd name="connsiteY6059" fmla="*/ 4039733 h 4587875"/>
              <a:gd name="connsiteX6060" fmla="*/ 3611473 w 9408955"/>
              <a:gd name="connsiteY6060" fmla="*/ 4006396 h 4587875"/>
              <a:gd name="connsiteX6061" fmla="*/ 3605836 w 9408955"/>
              <a:gd name="connsiteY6061" fmla="*/ 4068762 h 4587875"/>
              <a:gd name="connsiteX6062" fmla="*/ 3623430 w 9408955"/>
              <a:gd name="connsiteY6062" fmla="*/ 4074687 h 4587875"/>
              <a:gd name="connsiteX6063" fmla="*/ 7737429 w 9408955"/>
              <a:gd name="connsiteY6063" fmla="*/ 4074698 h 4587875"/>
              <a:gd name="connsiteX6064" fmla="*/ 7771331 w 9408955"/>
              <a:gd name="connsiteY6064" fmla="*/ 4039751 h 4587875"/>
              <a:gd name="connsiteX6065" fmla="*/ 7720386 w 9408955"/>
              <a:gd name="connsiteY6065" fmla="*/ 4006357 h 4587875"/>
              <a:gd name="connsiteX6066" fmla="*/ 7720158 w 9408955"/>
              <a:gd name="connsiteY6066" fmla="*/ 4071074 h 4587875"/>
              <a:gd name="connsiteX6067" fmla="*/ 7737429 w 9408955"/>
              <a:gd name="connsiteY6067" fmla="*/ 4074698 h 4587875"/>
              <a:gd name="connsiteX6068" fmla="*/ 3525969 w 9408955"/>
              <a:gd name="connsiteY6068" fmla="*/ 4074739 h 4587875"/>
              <a:gd name="connsiteX6069" fmla="*/ 3557606 w 9408955"/>
              <a:gd name="connsiteY6069" fmla="*/ 4032715 h 4587875"/>
              <a:gd name="connsiteX6070" fmla="*/ 3501133 w 9408955"/>
              <a:gd name="connsiteY6070" fmla="*/ 4010100 h 4587875"/>
              <a:gd name="connsiteX6071" fmla="*/ 3506849 w 9408955"/>
              <a:gd name="connsiteY6071" fmla="*/ 4071483 h 4587875"/>
              <a:gd name="connsiteX6072" fmla="*/ 3525969 w 9408955"/>
              <a:gd name="connsiteY6072" fmla="*/ 4074739 h 4587875"/>
              <a:gd name="connsiteX6073" fmla="*/ 6912273 w 9408955"/>
              <a:gd name="connsiteY6073" fmla="*/ 4074799 h 4587875"/>
              <a:gd name="connsiteX6074" fmla="*/ 6948506 w 9408955"/>
              <a:gd name="connsiteY6074" fmla="*/ 4040319 h 4587875"/>
              <a:gd name="connsiteX6075" fmla="*/ 6894530 w 9408955"/>
              <a:gd name="connsiteY6075" fmla="*/ 4009242 h 4587875"/>
              <a:gd name="connsiteX6076" fmla="*/ 6894530 w 9408955"/>
              <a:gd name="connsiteY6076" fmla="*/ 4070711 h 4587875"/>
              <a:gd name="connsiteX6077" fmla="*/ 6912273 w 9408955"/>
              <a:gd name="connsiteY6077" fmla="*/ 4074799 h 4587875"/>
              <a:gd name="connsiteX6078" fmla="*/ 7223266 w 9408955"/>
              <a:gd name="connsiteY6078" fmla="*/ 4074861 h 4587875"/>
              <a:gd name="connsiteX6079" fmla="*/ 7255601 w 9408955"/>
              <a:gd name="connsiteY6079" fmla="*/ 4041108 h 4587875"/>
              <a:gd name="connsiteX6080" fmla="*/ 7206100 w 9408955"/>
              <a:gd name="connsiteY6080" fmla="*/ 4007827 h 4587875"/>
              <a:gd name="connsiteX6081" fmla="*/ 7206328 w 9408955"/>
              <a:gd name="connsiteY6081" fmla="*/ 4070969 h 4587875"/>
              <a:gd name="connsiteX6082" fmla="*/ 7223266 w 9408955"/>
              <a:gd name="connsiteY6082" fmla="*/ 4074861 h 4587875"/>
              <a:gd name="connsiteX6083" fmla="*/ 1364512 w 9408955"/>
              <a:gd name="connsiteY6083" fmla="*/ 4074871 h 4587875"/>
              <a:gd name="connsiteX6084" fmla="*/ 1400025 w 9408955"/>
              <a:gd name="connsiteY6084" fmla="*/ 4039982 h 4587875"/>
              <a:gd name="connsiteX6085" fmla="*/ 1345991 w 9408955"/>
              <a:gd name="connsiteY6085" fmla="*/ 4009056 h 4587875"/>
              <a:gd name="connsiteX6086" fmla="*/ 1346668 w 9408955"/>
              <a:gd name="connsiteY6086" fmla="*/ 4070679 h 4587875"/>
              <a:gd name="connsiteX6087" fmla="*/ 1364512 w 9408955"/>
              <a:gd name="connsiteY6087" fmla="*/ 4074871 h 4587875"/>
              <a:gd name="connsiteX6088" fmla="*/ 3422803 w 9408955"/>
              <a:gd name="connsiteY6088" fmla="*/ 4074978 h 4587875"/>
              <a:gd name="connsiteX6089" fmla="*/ 3454695 w 9408955"/>
              <a:gd name="connsiteY6089" fmla="*/ 4034131 h 4587875"/>
              <a:gd name="connsiteX6090" fmla="*/ 3402534 w 9408955"/>
              <a:gd name="connsiteY6090" fmla="*/ 4008992 h 4587875"/>
              <a:gd name="connsiteX6091" fmla="*/ 3403895 w 9408955"/>
              <a:gd name="connsiteY6091" fmla="*/ 4071382 h 4587875"/>
              <a:gd name="connsiteX6092" fmla="*/ 3422803 w 9408955"/>
              <a:gd name="connsiteY6092" fmla="*/ 4074978 h 4587875"/>
              <a:gd name="connsiteX6093" fmla="*/ 1158847 w 9408955"/>
              <a:gd name="connsiteY6093" fmla="*/ 4075008 h 4587875"/>
              <a:gd name="connsiteX6094" fmla="*/ 1192036 w 9408955"/>
              <a:gd name="connsiteY6094" fmla="*/ 4047997 h 4587875"/>
              <a:gd name="connsiteX6095" fmla="*/ 1149168 w 9408955"/>
              <a:gd name="connsiteY6095" fmla="*/ 4004676 h 4587875"/>
              <a:gd name="connsiteX6096" fmla="*/ 1143925 w 9408955"/>
              <a:gd name="connsiteY6096" fmla="*/ 4071377 h 4587875"/>
              <a:gd name="connsiteX6097" fmla="*/ 1158847 w 9408955"/>
              <a:gd name="connsiteY6097" fmla="*/ 4075008 h 4587875"/>
              <a:gd name="connsiteX6098" fmla="*/ 3315480 w 9408955"/>
              <a:gd name="connsiteY6098" fmla="*/ 4075055 h 4587875"/>
              <a:gd name="connsiteX6099" fmla="*/ 3351626 w 9408955"/>
              <a:gd name="connsiteY6099" fmla="*/ 4047024 h 4587875"/>
              <a:gd name="connsiteX6100" fmla="*/ 3313255 w 9408955"/>
              <a:gd name="connsiteY6100" fmla="*/ 4003692 h 4587875"/>
              <a:gd name="connsiteX6101" fmla="*/ 3299386 w 9408955"/>
              <a:gd name="connsiteY6101" fmla="*/ 4071427 h 4587875"/>
              <a:gd name="connsiteX6102" fmla="*/ 3315480 w 9408955"/>
              <a:gd name="connsiteY6102" fmla="*/ 4075055 h 4587875"/>
              <a:gd name="connsiteX6103" fmla="*/ 6709828 w 9408955"/>
              <a:gd name="connsiteY6103" fmla="*/ 4075060 h 4587875"/>
              <a:gd name="connsiteX6104" fmla="*/ 6741274 w 9408955"/>
              <a:gd name="connsiteY6104" fmla="*/ 4040759 h 4587875"/>
              <a:gd name="connsiteX6105" fmla="*/ 6699318 w 9408955"/>
              <a:gd name="connsiteY6105" fmla="*/ 4004411 h 4587875"/>
              <a:gd name="connsiteX6106" fmla="*/ 6692968 w 9408955"/>
              <a:gd name="connsiteY6106" fmla="*/ 4071163 h 4587875"/>
              <a:gd name="connsiteX6107" fmla="*/ 6709828 w 9408955"/>
              <a:gd name="connsiteY6107" fmla="*/ 4075060 h 4587875"/>
              <a:gd name="connsiteX6108" fmla="*/ 2189845 w 9408955"/>
              <a:gd name="connsiteY6108" fmla="*/ 4075101 h 4587875"/>
              <a:gd name="connsiteX6109" fmla="*/ 2220266 w 9408955"/>
              <a:gd name="connsiteY6109" fmla="*/ 4039971 h 4587875"/>
              <a:gd name="connsiteX6110" fmla="*/ 2166813 w 9408955"/>
              <a:gd name="connsiteY6110" fmla="*/ 4010340 h 4587875"/>
              <a:gd name="connsiteX6111" fmla="*/ 2172725 w 9408955"/>
              <a:gd name="connsiteY6111" fmla="*/ 4071654 h 4587875"/>
              <a:gd name="connsiteX6112" fmla="*/ 2189845 w 9408955"/>
              <a:gd name="connsiteY6112" fmla="*/ 4075101 h 4587875"/>
              <a:gd name="connsiteX6113" fmla="*/ 1352758 w 9408955"/>
              <a:gd name="connsiteY6113" fmla="*/ 4174950 h 4587875"/>
              <a:gd name="connsiteX6114" fmla="*/ 1399639 w 9408955"/>
              <a:gd name="connsiteY6114" fmla="*/ 4151775 h 4587875"/>
              <a:gd name="connsiteX6115" fmla="*/ 1348832 w 9408955"/>
              <a:gd name="connsiteY6115" fmla="*/ 4110600 h 4587875"/>
              <a:gd name="connsiteX6116" fmla="*/ 1352758 w 9408955"/>
              <a:gd name="connsiteY6116" fmla="*/ 4174950 h 4587875"/>
              <a:gd name="connsiteX6117" fmla="*/ 2920079 w 9408955"/>
              <a:gd name="connsiteY6117" fmla="*/ 4175431 h 4587875"/>
              <a:gd name="connsiteX6118" fmla="*/ 2938912 w 9408955"/>
              <a:gd name="connsiteY6118" fmla="*/ 4152882 h 4587875"/>
              <a:gd name="connsiteX6119" fmla="*/ 2897072 w 9408955"/>
              <a:gd name="connsiteY6119" fmla="*/ 4107841 h 4587875"/>
              <a:gd name="connsiteX6120" fmla="*/ 2889756 w 9408955"/>
              <a:gd name="connsiteY6120" fmla="*/ 4174145 h 4587875"/>
              <a:gd name="connsiteX6121" fmla="*/ 2920079 w 9408955"/>
              <a:gd name="connsiteY6121" fmla="*/ 4175431 h 4587875"/>
              <a:gd name="connsiteX6122" fmla="*/ 2277002 w 9408955"/>
              <a:gd name="connsiteY6122" fmla="*/ 4175706 h 4587875"/>
              <a:gd name="connsiteX6123" fmla="*/ 2322781 w 9408955"/>
              <a:gd name="connsiteY6123" fmla="*/ 4151797 h 4587875"/>
              <a:gd name="connsiteX6124" fmla="*/ 2279724 w 9408955"/>
              <a:gd name="connsiteY6124" fmla="*/ 4107659 h 4587875"/>
              <a:gd name="connsiteX6125" fmla="*/ 2277002 w 9408955"/>
              <a:gd name="connsiteY6125" fmla="*/ 4175706 h 4587875"/>
              <a:gd name="connsiteX6126" fmla="*/ 7026742 w 9408955"/>
              <a:gd name="connsiteY6126" fmla="*/ 4176236 h 4587875"/>
              <a:gd name="connsiteX6127" fmla="*/ 7048253 w 9408955"/>
              <a:gd name="connsiteY6127" fmla="*/ 4157701 h 4587875"/>
              <a:gd name="connsiteX6128" fmla="*/ 6997425 w 9408955"/>
              <a:gd name="connsiteY6128" fmla="*/ 4112007 h 4587875"/>
              <a:gd name="connsiteX6129" fmla="*/ 6998565 w 9408955"/>
              <a:gd name="connsiteY6129" fmla="*/ 4173694 h 4587875"/>
              <a:gd name="connsiteX6130" fmla="*/ 7026742 w 9408955"/>
              <a:gd name="connsiteY6130" fmla="*/ 4176236 h 4587875"/>
              <a:gd name="connsiteX6131" fmla="*/ 3223383 w 9408955"/>
              <a:gd name="connsiteY6131" fmla="*/ 4176333 h 4587875"/>
              <a:gd name="connsiteX6132" fmla="*/ 3244793 w 9408955"/>
              <a:gd name="connsiteY6132" fmla="*/ 4123871 h 4587875"/>
              <a:gd name="connsiteX6133" fmla="*/ 3182842 w 9408955"/>
              <a:gd name="connsiteY6133" fmla="*/ 4129314 h 4587875"/>
              <a:gd name="connsiteX6134" fmla="*/ 3201816 w 9408955"/>
              <a:gd name="connsiteY6134" fmla="*/ 4175578 h 4587875"/>
              <a:gd name="connsiteX6135" fmla="*/ 3223383 w 9408955"/>
              <a:gd name="connsiteY6135" fmla="*/ 4176333 h 4587875"/>
              <a:gd name="connsiteX6136" fmla="*/ 3018929 w 9408955"/>
              <a:gd name="connsiteY6136" fmla="*/ 4176688 h 4587875"/>
              <a:gd name="connsiteX6137" fmla="*/ 3038580 w 9408955"/>
              <a:gd name="connsiteY6137" fmla="*/ 4160837 h 4587875"/>
              <a:gd name="connsiteX6138" fmla="*/ 3001031 w 9408955"/>
              <a:gd name="connsiteY6138" fmla="*/ 4107409 h 4587875"/>
              <a:gd name="connsiteX6139" fmla="*/ 2993340 w 9408955"/>
              <a:gd name="connsiteY6139" fmla="*/ 4174825 h 4587875"/>
              <a:gd name="connsiteX6140" fmla="*/ 3018929 w 9408955"/>
              <a:gd name="connsiteY6140" fmla="*/ 4176688 h 4587875"/>
              <a:gd name="connsiteX6141" fmla="*/ 3524170 w 9408955"/>
              <a:gd name="connsiteY6141" fmla="*/ 4176896 h 4587875"/>
              <a:gd name="connsiteX6142" fmla="*/ 3558103 w 9408955"/>
              <a:gd name="connsiteY6142" fmla="*/ 4145132 h 4587875"/>
              <a:gd name="connsiteX6143" fmla="*/ 3499655 w 9408955"/>
              <a:gd name="connsiteY6143" fmla="*/ 4115717 h 4587875"/>
              <a:gd name="connsiteX6144" fmla="*/ 3507614 w 9408955"/>
              <a:gd name="connsiteY6144" fmla="*/ 4173199 h 4587875"/>
              <a:gd name="connsiteX6145" fmla="*/ 3524170 w 9408955"/>
              <a:gd name="connsiteY6145" fmla="*/ 4176896 h 4587875"/>
              <a:gd name="connsiteX6146" fmla="*/ 1779428 w 9408955"/>
              <a:gd name="connsiteY6146" fmla="*/ 4176964 h 4587875"/>
              <a:gd name="connsiteX6147" fmla="*/ 1810411 w 9408955"/>
              <a:gd name="connsiteY6147" fmla="*/ 4144038 h 4587875"/>
              <a:gd name="connsiteX6148" fmla="*/ 1765102 w 9408955"/>
              <a:gd name="connsiteY6148" fmla="*/ 4108623 h 4587875"/>
              <a:gd name="connsiteX6149" fmla="*/ 1762572 w 9408955"/>
              <a:gd name="connsiteY6149" fmla="*/ 4174942 h 4587875"/>
              <a:gd name="connsiteX6150" fmla="*/ 1779428 w 9408955"/>
              <a:gd name="connsiteY6150" fmla="*/ 4176964 h 4587875"/>
              <a:gd name="connsiteX6151" fmla="*/ 2086667 w 9408955"/>
              <a:gd name="connsiteY6151" fmla="*/ 4176967 h 4587875"/>
              <a:gd name="connsiteX6152" fmla="*/ 2119982 w 9408955"/>
              <a:gd name="connsiteY6152" fmla="*/ 4144303 h 4587875"/>
              <a:gd name="connsiteX6153" fmla="*/ 2065936 w 9408955"/>
              <a:gd name="connsiteY6153" fmla="*/ 4111022 h 4587875"/>
              <a:gd name="connsiteX6154" fmla="*/ 2070088 w 9408955"/>
              <a:gd name="connsiteY6154" fmla="*/ 4173480 h 4587875"/>
              <a:gd name="connsiteX6155" fmla="*/ 2086667 w 9408955"/>
              <a:gd name="connsiteY6155" fmla="*/ 4176967 h 4587875"/>
              <a:gd name="connsiteX6156" fmla="*/ 2194030 w 9408955"/>
              <a:gd name="connsiteY6156" fmla="*/ 4176998 h 4587875"/>
              <a:gd name="connsiteX6157" fmla="*/ 2219452 w 9408955"/>
              <a:gd name="connsiteY6157" fmla="*/ 4128406 h 4587875"/>
              <a:gd name="connsiteX6158" fmla="*/ 2154602 w 9408955"/>
              <a:gd name="connsiteY6158" fmla="*/ 4129091 h 4587875"/>
              <a:gd name="connsiteX6159" fmla="*/ 2173457 w 9408955"/>
              <a:gd name="connsiteY6159" fmla="*/ 4175027 h 4587875"/>
              <a:gd name="connsiteX6160" fmla="*/ 2194030 w 9408955"/>
              <a:gd name="connsiteY6160" fmla="*/ 4176998 h 4587875"/>
              <a:gd name="connsiteX6161" fmla="*/ 8148384 w 9408955"/>
              <a:gd name="connsiteY6161" fmla="*/ 4177135 h 4587875"/>
              <a:gd name="connsiteX6162" fmla="*/ 8179760 w 9408955"/>
              <a:gd name="connsiteY6162" fmla="*/ 4144269 h 4587875"/>
              <a:gd name="connsiteX6163" fmla="*/ 8133591 w 9408955"/>
              <a:gd name="connsiteY6163" fmla="*/ 4109076 h 4587875"/>
              <a:gd name="connsiteX6164" fmla="*/ 8131771 w 9408955"/>
              <a:gd name="connsiteY6164" fmla="*/ 4173822 h 4587875"/>
              <a:gd name="connsiteX6165" fmla="*/ 8148384 w 9408955"/>
              <a:gd name="connsiteY6165" fmla="*/ 4177135 h 4587875"/>
              <a:gd name="connsiteX6166" fmla="*/ 3105709 w 9408955"/>
              <a:gd name="connsiteY6166" fmla="*/ 4177306 h 4587875"/>
              <a:gd name="connsiteX6167" fmla="*/ 3126002 w 9408955"/>
              <a:gd name="connsiteY6167" fmla="*/ 4175986 h 4587875"/>
              <a:gd name="connsiteX6168" fmla="*/ 3129158 w 9408955"/>
              <a:gd name="connsiteY6168" fmla="*/ 4111048 h 4587875"/>
              <a:gd name="connsiteX6169" fmla="*/ 3086995 w 9408955"/>
              <a:gd name="connsiteY6169" fmla="*/ 4111507 h 4587875"/>
              <a:gd name="connsiteX6170" fmla="*/ 3088122 w 9408955"/>
              <a:gd name="connsiteY6170" fmla="*/ 4168643 h 4587875"/>
              <a:gd name="connsiteX6171" fmla="*/ 3105709 w 9408955"/>
              <a:gd name="connsiteY6171" fmla="*/ 4177306 h 4587875"/>
              <a:gd name="connsiteX6172" fmla="*/ 1571652 w 9408955"/>
              <a:gd name="connsiteY6172" fmla="*/ 4177477 h 4587875"/>
              <a:gd name="connsiteX6173" fmla="*/ 1605232 w 9408955"/>
              <a:gd name="connsiteY6173" fmla="*/ 4145118 h 4587875"/>
              <a:gd name="connsiteX6174" fmla="*/ 1552015 w 9408955"/>
              <a:gd name="connsiteY6174" fmla="*/ 4111757 h 4587875"/>
              <a:gd name="connsiteX6175" fmla="*/ 1554974 w 9408955"/>
              <a:gd name="connsiteY6175" fmla="*/ 4174139 h 4587875"/>
              <a:gd name="connsiteX6176" fmla="*/ 1571652 w 9408955"/>
              <a:gd name="connsiteY6176" fmla="*/ 4177477 h 4587875"/>
              <a:gd name="connsiteX6177" fmla="*/ 3832911 w 9408955"/>
              <a:gd name="connsiteY6177" fmla="*/ 4177556 h 4587875"/>
              <a:gd name="connsiteX6178" fmla="*/ 3863550 w 9408955"/>
              <a:gd name="connsiteY6178" fmla="*/ 4136528 h 4587875"/>
              <a:gd name="connsiteX6179" fmla="*/ 3802179 w 9408955"/>
              <a:gd name="connsiteY6179" fmla="*/ 4120956 h 4587875"/>
              <a:gd name="connsiteX6180" fmla="*/ 3814043 w 9408955"/>
              <a:gd name="connsiteY6180" fmla="*/ 4173169 h 4587875"/>
              <a:gd name="connsiteX6181" fmla="*/ 3832911 w 9408955"/>
              <a:gd name="connsiteY6181" fmla="*/ 4177556 h 4587875"/>
              <a:gd name="connsiteX6182" fmla="*/ 3939056 w 9408955"/>
              <a:gd name="connsiteY6182" fmla="*/ 4177782 h 4587875"/>
              <a:gd name="connsiteX6183" fmla="*/ 3966000 w 9408955"/>
              <a:gd name="connsiteY6183" fmla="*/ 4129456 h 4587875"/>
              <a:gd name="connsiteX6184" fmla="*/ 3909984 w 9408955"/>
              <a:gd name="connsiteY6184" fmla="*/ 4114754 h 4587875"/>
              <a:gd name="connsiteX6185" fmla="*/ 3918215 w 9408955"/>
              <a:gd name="connsiteY6185" fmla="*/ 4174710 h 4587875"/>
              <a:gd name="connsiteX6186" fmla="*/ 3939056 w 9408955"/>
              <a:gd name="connsiteY6186" fmla="*/ 4177782 h 4587875"/>
              <a:gd name="connsiteX6187" fmla="*/ 1672677 w 9408955"/>
              <a:gd name="connsiteY6187" fmla="*/ 4177811 h 4587875"/>
              <a:gd name="connsiteX6188" fmla="*/ 1707042 w 9408955"/>
              <a:gd name="connsiteY6188" fmla="*/ 4127526 h 4587875"/>
              <a:gd name="connsiteX6189" fmla="*/ 1659993 w 9408955"/>
              <a:gd name="connsiteY6189" fmla="*/ 4108842 h 4587875"/>
              <a:gd name="connsiteX6190" fmla="*/ 1672677 w 9408955"/>
              <a:gd name="connsiteY6190" fmla="*/ 4177811 h 4587875"/>
              <a:gd name="connsiteX6191" fmla="*/ 7322506 w 9408955"/>
              <a:gd name="connsiteY6191" fmla="*/ 4177918 h 4587875"/>
              <a:gd name="connsiteX6192" fmla="*/ 7358113 w 9408955"/>
              <a:gd name="connsiteY6192" fmla="*/ 4143959 h 4587875"/>
              <a:gd name="connsiteX6193" fmla="*/ 7312718 w 9408955"/>
              <a:gd name="connsiteY6193" fmla="*/ 4107885 h 4587875"/>
              <a:gd name="connsiteX6194" fmla="*/ 7304734 w 9408955"/>
              <a:gd name="connsiteY6194" fmla="*/ 4172910 h 4587875"/>
              <a:gd name="connsiteX6195" fmla="*/ 7322506 w 9408955"/>
              <a:gd name="connsiteY6195" fmla="*/ 4177918 h 4587875"/>
              <a:gd name="connsiteX6196" fmla="*/ 1879956 w 9408955"/>
              <a:gd name="connsiteY6196" fmla="*/ 4177959 h 4587875"/>
              <a:gd name="connsiteX6197" fmla="*/ 1912379 w 9408955"/>
              <a:gd name="connsiteY6197" fmla="*/ 4135758 h 4587875"/>
              <a:gd name="connsiteX6198" fmla="*/ 1858337 w 9408955"/>
              <a:gd name="connsiteY6198" fmla="*/ 4113251 h 4587875"/>
              <a:gd name="connsiteX6199" fmla="*/ 1861027 w 9408955"/>
              <a:gd name="connsiteY6199" fmla="*/ 4172816 h 4587875"/>
              <a:gd name="connsiteX6200" fmla="*/ 1879956 w 9408955"/>
              <a:gd name="connsiteY6200" fmla="*/ 4177959 h 4587875"/>
              <a:gd name="connsiteX6201" fmla="*/ 7118356 w 9408955"/>
              <a:gd name="connsiteY6201" fmla="*/ 4178160 h 4587875"/>
              <a:gd name="connsiteX6202" fmla="*/ 7153908 w 9408955"/>
              <a:gd name="connsiteY6202" fmla="*/ 4151801 h 4587875"/>
              <a:gd name="connsiteX6203" fmla="*/ 7104265 w 9408955"/>
              <a:gd name="connsiteY6203" fmla="*/ 4110222 h 4587875"/>
              <a:gd name="connsiteX6204" fmla="*/ 7103116 w 9408955"/>
              <a:gd name="connsiteY6204" fmla="*/ 4174083 h 4587875"/>
              <a:gd name="connsiteX6205" fmla="*/ 7118356 w 9408955"/>
              <a:gd name="connsiteY6205" fmla="*/ 4178160 h 4587875"/>
              <a:gd name="connsiteX6206" fmla="*/ 3624233 w 9408955"/>
              <a:gd name="connsiteY6206" fmla="*/ 4178195 h 4587875"/>
              <a:gd name="connsiteX6207" fmla="*/ 3659048 w 9408955"/>
              <a:gd name="connsiteY6207" fmla="*/ 4144308 h 4587875"/>
              <a:gd name="connsiteX6208" fmla="*/ 3615081 w 9408955"/>
              <a:gd name="connsiteY6208" fmla="*/ 4107908 h 4587875"/>
              <a:gd name="connsiteX6209" fmla="*/ 3606738 w 9408955"/>
              <a:gd name="connsiteY6209" fmla="*/ 4173566 h 4587875"/>
              <a:gd name="connsiteX6210" fmla="*/ 3624233 w 9408955"/>
              <a:gd name="connsiteY6210" fmla="*/ 4178195 h 4587875"/>
              <a:gd name="connsiteX6211" fmla="*/ 8364152 w 9408955"/>
              <a:gd name="connsiteY6211" fmla="*/ 4178300 h 4587875"/>
              <a:gd name="connsiteX6212" fmla="*/ 8387058 w 9408955"/>
              <a:gd name="connsiteY6212" fmla="*/ 4137267 h 4587875"/>
              <a:gd name="connsiteX6213" fmla="*/ 8348731 w 9408955"/>
              <a:gd name="connsiteY6213" fmla="*/ 4105275 h 4587875"/>
              <a:gd name="connsiteX6214" fmla="*/ 8316754 w 9408955"/>
              <a:gd name="connsiteY6214" fmla="*/ 4151640 h 4587875"/>
              <a:gd name="connsiteX6215" fmla="*/ 8338525 w 9408955"/>
              <a:gd name="connsiteY6215" fmla="*/ 4177836 h 4587875"/>
              <a:gd name="connsiteX6216" fmla="*/ 8364152 w 9408955"/>
              <a:gd name="connsiteY6216" fmla="*/ 4178300 h 4587875"/>
              <a:gd name="connsiteX6217" fmla="*/ 6824716 w 9408955"/>
              <a:gd name="connsiteY6217" fmla="*/ 4178300 h 4587875"/>
              <a:gd name="connsiteX6218" fmla="*/ 6837748 w 9408955"/>
              <a:gd name="connsiteY6218" fmla="*/ 4116970 h 4587875"/>
              <a:gd name="connsiteX6219" fmla="*/ 6776474 w 9408955"/>
              <a:gd name="connsiteY6219" fmla="*/ 4144101 h 4587875"/>
              <a:gd name="connsiteX6220" fmla="*/ 6824716 w 9408955"/>
              <a:gd name="connsiteY6220" fmla="*/ 4178300 h 4587875"/>
              <a:gd name="connsiteX6221" fmla="*/ 5975560 w 9408955"/>
              <a:gd name="connsiteY6221" fmla="*/ 4178300 h 4587875"/>
              <a:gd name="connsiteX6222" fmla="*/ 6021331 w 9408955"/>
              <a:gd name="connsiteY6222" fmla="*/ 4151083 h 4587875"/>
              <a:gd name="connsiteX6223" fmla="*/ 5973092 w 9408955"/>
              <a:gd name="connsiteY6223" fmla="*/ 4110820 h 4587875"/>
              <a:gd name="connsiteX6224" fmla="*/ 5975560 w 9408955"/>
              <a:gd name="connsiteY6224" fmla="*/ 4178300 h 4587875"/>
              <a:gd name="connsiteX6225" fmla="*/ 3740729 w 9408955"/>
              <a:gd name="connsiteY6225" fmla="*/ 4178300 h 4587875"/>
              <a:gd name="connsiteX6226" fmla="*/ 3726823 w 9408955"/>
              <a:gd name="connsiteY6226" fmla="*/ 4106228 h 4587875"/>
              <a:gd name="connsiteX6227" fmla="*/ 3714513 w 9408955"/>
              <a:gd name="connsiteY6227" fmla="*/ 4178069 h 4587875"/>
              <a:gd name="connsiteX6228" fmla="*/ 3740729 w 9408955"/>
              <a:gd name="connsiteY6228" fmla="*/ 4178300 h 4587875"/>
              <a:gd name="connsiteX6229" fmla="*/ 3316969 w 9408955"/>
              <a:gd name="connsiteY6229" fmla="*/ 4178383 h 4587875"/>
              <a:gd name="connsiteX6230" fmla="*/ 3351508 w 9408955"/>
              <a:gd name="connsiteY6230" fmla="*/ 4143729 h 4587875"/>
              <a:gd name="connsiteX6231" fmla="*/ 3302749 w 9408955"/>
              <a:gd name="connsiteY6231" fmla="*/ 4108590 h 4587875"/>
              <a:gd name="connsiteX6232" fmla="*/ 3300027 w 9408955"/>
              <a:gd name="connsiteY6232" fmla="*/ 4173356 h 4587875"/>
              <a:gd name="connsiteX6233" fmla="*/ 3316969 w 9408955"/>
              <a:gd name="connsiteY6233" fmla="*/ 4178383 h 4587875"/>
              <a:gd name="connsiteX6234" fmla="*/ 7221638 w 9408955"/>
              <a:gd name="connsiteY6234" fmla="*/ 4178591 h 4587875"/>
              <a:gd name="connsiteX6235" fmla="*/ 7255664 w 9408955"/>
              <a:gd name="connsiteY6235" fmla="*/ 4137294 h 4587875"/>
              <a:gd name="connsiteX6236" fmla="*/ 7197034 w 9408955"/>
              <a:gd name="connsiteY6236" fmla="*/ 4111698 h 4587875"/>
              <a:gd name="connsiteX6237" fmla="*/ 7202672 w 9408955"/>
              <a:gd name="connsiteY6237" fmla="*/ 4171574 h 4587875"/>
              <a:gd name="connsiteX6238" fmla="*/ 7221638 w 9408955"/>
              <a:gd name="connsiteY6238" fmla="*/ 4178591 h 4587875"/>
              <a:gd name="connsiteX6239" fmla="*/ 3432552 w 9408955"/>
              <a:gd name="connsiteY6239" fmla="*/ 4178977 h 4587875"/>
              <a:gd name="connsiteX6240" fmla="*/ 3452002 w 9408955"/>
              <a:gd name="connsiteY6240" fmla="*/ 4129404 h 4587875"/>
              <a:gd name="connsiteX6241" fmla="*/ 3385057 w 9408955"/>
              <a:gd name="connsiteY6241" fmla="*/ 4137136 h 4587875"/>
              <a:gd name="connsiteX6242" fmla="*/ 3432552 w 9408955"/>
              <a:gd name="connsiteY6242" fmla="*/ 4178977 h 4587875"/>
              <a:gd name="connsiteX6243" fmla="*/ 6898918 w 9408955"/>
              <a:gd name="connsiteY6243" fmla="*/ 4179202 h 4587875"/>
              <a:gd name="connsiteX6244" fmla="*/ 6948694 w 9408955"/>
              <a:gd name="connsiteY6244" fmla="*/ 4144525 h 4587875"/>
              <a:gd name="connsiteX6245" fmla="*/ 6910031 w 9408955"/>
              <a:gd name="connsiteY6245" fmla="*/ 4103687 h 4587875"/>
              <a:gd name="connsiteX6246" fmla="*/ 6877619 w 9408955"/>
              <a:gd name="connsiteY6246" fmla="*/ 4138137 h 4587875"/>
              <a:gd name="connsiteX6247" fmla="*/ 6898918 w 9408955"/>
              <a:gd name="connsiteY6247" fmla="*/ 4179202 h 4587875"/>
              <a:gd name="connsiteX6248" fmla="*/ 7208967 w 9408955"/>
              <a:gd name="connsiteY6248" fmla="*/ 4270148 h 4587875"/>
              <a:gd name="connsiteX6249" fmla="*/ 7249021 w 9408955"/>
              <a:gd name="connsiteY6249" fmla="*/ 4249738 h 4587875"/>
              <a:gd name="connsiteX6250" fmla="*/ 7200774 w 9408955"/>
              <a:gd name="connsiteY6250" fmla="*/ 4228646 h 4587875"/>
              <a:gd name="connsiteX6251" fmla="*/ 7208967 w 9408955"/>
              <a:gd name="connsiteY6251" fmla="*/ 4270148 h 4587875"/>
              <a:gd name="connsiteX6252" fmla="*/ 3739680 w 9408955"/>
              <a:gd name="connsiteY6252" fmla="*/ 4276910 h 4587875"/>
              <a:gd name="connsiteX6253" fmla="*/ 3760403 w 9408955"/>
              <a:gd name="connsiteY6253" fmla="*/ 4255502 h 4587875"/>
              <a:gd name="connsiteX6254" fmla="*/ 3722076 w 9408955"/>
              <a:gd name="connsiteY6254" fmla="*/ 4211339 h 4587875"/>
              <a:gd name="connsiteX6255" fmla="*/ 3708242 w 9408955"/>
              <a:gd name="connsiteY6255" fmla="*/ 4273436 h 4587875"/>
              <a:gd name="connsiteX6256" fmla="*/ 3739680 w 9408955"/>
              <a:gd name="connsiteY6256" fmla="*/ 4276910 h 4587875"/>
              <a:gd name="connsiteX6257" fmla="*/ 2300527 w 9408955"/>
              <a:gd name="connsiteY6257" fmla="*/ 4277247 h 4587875"/>
              <a:gd name="connsiteX6258" fmla="*/ 2321599 w 9408955"/>
              <a:gd name="connsiteY6258" fmla="*/ 4256008 h 4587875"/>
              <a:gd name="connsiteX6259" fmla="*/ 2283324 w 9408955"/>
              <a:gd name="connsiteY6259" fmla="*/ 4210973 h 4587875"/>
              <a:gd name="connsiteX6260" fmla="*/ 2269185 w 9408955"/>
              <a:gd name="connsiteY6260" fmla="*/ 4273750 h 4587875"/>
              <a:gd name="connsiteX6261" fmla="*/ 2300527 w 9408955"/>
              <a:gd name="connsiteY6261" fmla="*/ 4277247 h 4587875"/>
              <a:gd name="connsiteX6262" fmla="*/ 3224826 w 9408955"/>
              <a:gd name="connsiteY6262" fmla="*/ 4277349 h 4587875"/>
              <a:gd name="connsiteX6263" fmla="*/ 3246229 w 9408955"/>
              <a:gd name="connsiteY6263" fmla="*/ 4256314 h 4587875"/>
              <a:gd name="connsiteX6264" fmla="*/ 3207470 w 9408955"/>
              <a:gd name="connsiteY6264" fmla="*/ 4210957 h 4587875"/>
              <a:gd name="connsiteX6265" fmla="*/ 3193334 w 9408955"/>
              <a:gd name="connsiteY6265" fmla="*/ 4274230 h 4587875"/>
              <a:gd name="connsiteX6266" fmla="*/ 3224826 w 9408955"/>
              <a:gd name="connsiteY6266" fmla="*/ 4277349 h 4587875"/>
              <a:gd name="connsiteX6267" fmla="*/ 2697312 w 9408955"/>
              <a:gd name="connsiteY6267" fmla="*/ 4277786 h 4587875"/>
              <a:gd name="connsiteX6268" fmla="*/ 2735551 w 9408955"/>
              <a:gd name="connsiteY6268" fmla="*/ 4248863 h 4587875"/>
              <a:gd name="connsiteX6269" fmla="*/ 2684071 w 9408955"/>
              <a:gd name="connsiteY6269" fmla="*/ 4213749 h 4587875"/>
              <a:gd name="connsiteX6270" fmla="*/ 2680209 w 9408955"/>
              <a:gd name="connsiteY6270" fmla="*/ 4272805 h 4587875"/>
              <a:gd name="connsiteX6271" fmla="*/ 2697312 w 9408955"/>
              <a:gd name="connsiteY6271" fmla="*/ 4277786 h 4587875"/>
              <a:gd name="connsiteX6272" fmla="*/ 2899395 w 9408955"/>
              <a:gd name="connsiteY6272" fmla="*/ 4277830 h 4587875"/>
              <a:gd name="connsiteX6273" fmla="*/ 2939244 w 9408955"/>
              <a:gd name="connsiteY6273" fmla="*/ 4249511 h 4587875"/>
              <a:gd name="connsiteX6274" fmla="*/ 2903036 w 9408955"/>
              <a:gd name="connsiteY6274" fmla="*/ 4210730 h 4587875"/>
              <a:gd name="connsiteX6275" fmla="*/ 2882570 w 9408955"/>
              <a:gd name="connsiteY6275" fmla="*/ 4270375 h 4587875"/>
              <a:gd name="connsiteX6276" fmla="*/ 2899395 w 9408955"/>
              <a:gd name="connsiteY6276" fmla="*/ 4277830 h 4587875"/>
              <a:gd name="connsiteX6277" fmla="*/ 3417048 w 9408955"/>
              <a:gd name="connsiteY6277" fmla="*/ 4277876 h 4587875"/>
              <a:gd name="connsiteX6278" fmla="*/ 3445777 w 9408955"/>
              <a:gd name="connsiteY6278" fmla="*/ 4221332 h 4587875"/>
              <a:gd name="connsiteX6279" fmla="*/ 3382804 w 9408955"/>
              <a:gd name="connsiteY6279" fmla="*/ 4232641 h 4587875"/>
              <a:gd name="connsiteX6280" fmla="*/ 3417048 w 9408955"/>
              <a:gd name="connsiteY6280" fmla="*/ 4277876 h 4587875"/>
              <a:gd name="connsiteX6281" fmla="*/ 3632631 w 9408955"/>
              <a:gd name="connsiteY6281" fmla="*/ 4277940 h 4587875"/>
              <a:gd name="connsiteX6282" fmla="*/ 3655685 w 9408955"/>
              <a:gd name="connsiteY6282" fmla="*/ 4261964 h 4587875"/>
              <a:gd name="connsiteX6283" fmla="*/ 3625753 w 9408955"/>
              <a:gd name="connsiteY6283" fmla="*/ 4209876 h 4587875"/>
              <a:gd name="connsiteX6284" fmla="*/ 3604570 w 9408955"/>
              <a:gd name="connsiteY6284" fmla="*/ 4272749 h 4587875"/>
              <a:gd name="connsiteX6285" fmla="*/ 3632631 w 9408955"/>
              <a:gd name="connsiteY6285" fmla="*/ 4277940 h 4587875"/>
              <a:gd name="connsiteX6286" fmla="*/ 3823476 w 9408955"/>
              <a:gd name="connsiteY6286" fmla="*/ 4278103 h 4587875"/>
              <a:gd name="connsiteX6287" fmla="*/ 3864163 w 9408955"/>
              <a:gd name="connsiteY6287" fmla="*/ 4249866 h 4587875"/>
              <a:gd name="connsiteX6288" fmla="*/ 3815210 w 9408955"/>
              <a:gd name="connsiteY6288" fmla="*/ 4213709 h 4587875"/>
              <a:gd name="connsiteX6289" fmla="*/ 3806204 w 9408955"/>
              <a:gd name="connsiteY6289" fmla="*/ 4271014 h 4587875"/>
              <a:gd name="connsiteX6290" fmla="*/ 3823476 w 9408955"/>
              <a:gd name="connsiteY6290" fmla="*/ 4278103 h 4587875"/>
              <a:gd name="connsiteX6291" fmla="*/ 1872449 w 9408955"/>
              <a:gd name="connsiteY6291" fmla="*/ 4278188 h 4587875"/>
              <a:gd name="connsiteX6292" fmla="*/ 1913475 w 9408955"/>
              <a:gd name="connsiteY6292" fmla="*/ 4241800 h 4587875"/>
              <a:gd name="connsiteX6293" fmla="*/ 1853686 w 9408955"/>
              <a:gd name="connsiteY6293" fmla="*/ 4220482 h 4587875"/>
              <a:gd name="connsiteX6294" fmla="*/ 1853235 w 9408955"/>
              <a:gd name="connsiteY6294" fmla="*/ 4269694 h 4587875"/>
              <a:gd name="connsiteX6295" fmla="*/ 1872449 w 9408955"/>
              <a:gd name="connsiteY6295" fmla="*/ 4278188 h 4587875"/>
              <a:gd name="connsiteX6296" fmla="*/ 4853681 w 9408955"/>
              <a:gd name="connsiteY6296" fmla="*/ 4278265 h 4587875"/>
              <a:gd name="connsiteX6297" fmla="*/ 4893229 w 9408955"/>
              <a:gd name="connsiteY6297" fmla="*/ 4248797 h 4587875"/>
              <a:gd name="connsiteX6298" fmla="*/ 4839780 w 9408955"/>
              <a:gd name="connsiteY6298" fmla="*/ 4214791 h 4587875"/>
              <a:gd name="connsiteX6299" fmla="*/ 4836623 w 9408955"/>
              <a:gd name="connsiteY6299" fmla="*/ 4271774 h 4587875"/>
              <a:gd name="connsiteX6300" fmla="*/ 4853681 w 9408955"/>
              <a:gd name="connsiteY6300" fmla="*/ 4278265 h 4587875"/>
              <a:gd name="connsiteX6301" fmla="*/ 3004886 w 9408955"/>
              <a:gd name="connsiteY6301" fmla="*/ 4278291 h 4587875"/>
              <a:gd name="connsiteX6302" fmla="*/ 3042184 w 9408955"/>
              <a:gd name="connsiteY6302" fmla="*/ 4242580 h 4587875"/>
              <a:gd name="connsiteX6303" fmla="*/ 2984525 w 9408955"/>
              <a:gd name="connsiteY6303" fmla="*/ 4217667 h 4587875"/>
              <a:gd name="connsiteX6304" fmla="*/ 2985882 w 9408955"/>
              <a:gd name="connsiteY6304" fmla="*/ 4271608 h 4587875"/>
              <a:gd name="connsiteX6305" fmla="*/ 3004886 w 9408955"/>
              <a:gd name="connsiteY6305" fmla="*/ 4278291 h 4587875"/>
              <a:gd name="connsiteX6306" fmla="*/ 2078327 w 9408955"/>
              <a:gd name="connsiteY6306" fmla="*/ 4278348 h 4587875"/>
              <a:gd name="connsiteX6307" fmla="*/ 2118839 w 9408955"/>
              <a:gd name="connsiteY6307" fmla="*/ 4249367 h 4587875"/>
              <a:gd name="connsiteX6308" fmla="*/ 2070010 w 9408955"/>
              <a:gd name="connsiteY6308" fmla="*/ 4212946 h 4587875"/>
              <a:gd name="connsiteX6309" fmla="*/ 2061074 w 9408955"/>
              <a:gd name="connsiteY6309" fmla="*/ 4272188 h 4587875"/>
              <a:gd name="connsiteX6310" fmla="*/ 2078327 w 9408955"/>
              <a:gd name="connsiteY6310" fmla="*/ 4278348 h 4587875"/>
              <a:gd name="connsiteX6311" fmla="*/ 2184192 w 9408955"/>
              <a:gd name="connsiteY6311" fmla="*/ 4278576 h 4587875"/>
              <a:gd name="connsiteX6312" fmla="*/ 2219354 w 9408955"/>
              <a:gd name="connsiteY6312" fmla="*/ 4240975 h 4587875"/>
              <a:gd name="connsiteX6313" fmla="*/ 2155661 w 9408955"/>
              <a:gd name="connsiteY6313" fmla="*/ 4226503 h 4587875"/>
              <a:gd name="connsiteX6314" fmla="*/ 2164982 w 9408955"/>
              <a:gd name="connsiteY6314" fmla="*/ 4272676 h 4587875"/>
              <a:gd name="connsiteX6315" fmla="*/ 2184192 w 9408955"/>
              <a:gd name="connsiteY6315" fmla="*/ 4278576 h 4587875"/>
              <a:gd name="connsiteX6316" fmla="*/ 2594153 w 9408955"/>
              <a:gd name="connsiteY6316" fmla="*/ 4278577 h 4587875"/>
              <a:gd name="connsiteX6317" fmla="*/ 2632581 w 9408955"/>
              <a:gd name="connsiteY6317" fmla="*/ 4241774 h 4587875"/>
              <a:gd name="connsiteX6318" fmla="*/ 2574982 w 9408955"/>
              <a:gd name="connsiteY6318" fmla="*/ 4217711 h 4587875"/>
              <a:gd name="connsiteX6319" fmla="*/ 2574754 w 9408955"/>
              <a:gd name="connsiteY6319" fmla="*/ 4272483 h 4587875"/>
              <a:gd name="connsiteX6320" fmla="*/ 2594153 w 9408955"/>
              <a:gd name="connsiteY6320" fmla="*/ 4278577 h 4587875"/>
              <a:gd name="connsiteX6321" fmla="*/ 3518090 w 9408955"/>
              <a:gd name="connsiteY6321" fmla="*/ 4278677 h 4587875"/>
              <a:gd name="connsiteX6322" fmla="*/ 3558094 w 9408955"/>
              <a:gd name="connsiteY6322" fmla="*/ 4249817 h 4587875"/>
              <a:gd name="connsiteX6323" fmla="*/ 3508976 w 9408955"/>
              <a:gd name="connsiteY6323" fmla="*/ 4212001 h 4587875"/>
              <a:gd name="connsiteX6324" fmla="*/ 3501017 w 9408955"/>
              <a:gd name="connsiteY6324" fmla="*/ 4272415 h 4587875"/>
              <a:gd name="connsiteX6325" fmla="*/ 3518090 w 9408955"/>
              <a:gd name="connsiteY6325" fmla="*/ 4278677 h 4587875"/>
              <a:gd name="connsiteX6326" fmla="*/ 2799102 w 9408955"/>
              <a:gd name="connsiteY6326" fmla="*/ 4278694 h 4587875"/>
              <a:gd name="connsiteX6327" fmla="*/ 2841237 w 9408955"/>
              <a:gd name="connsiteY6327" fmla="*/ 4257901 h 4587875"/>
              <a:gd name="connsiteX6328" fmla="*/ 2799049 w 9408955"/>
              <a:gd name="connsiteY6328" fmla="*/ 4210957 h 4587875"/>
              <a:gd name="connsiteX6329" fmla="*/ 2783695 w 9408955"/>
              <a:gd name="connsiteY6329" fmla="*/ 4272642 h 4587875"/>
              <a:gd name="connsiteX6330" fmla="*/ 2799102 w 9408955"/>
              <a:gd name="connsiteY6330" fmla="*/ 4278694 h 4587875"/>
              <a:gd name="connsiteX6331" fmla="*/ 3108538 w 9408955"/>
              <a:gd name="connsiteY6331" fmla="*/ 4278698 h 4587875"/>
              <a:gd name="connsiteX6332" fmla="*/ 3144241 w 9408955"/>
              <a:gd name="connsiteY6332" fmla="*/ 4241193 h 4587875"/>
              <a:gd name="connsiteX6333" fmla="*/ 3085460 w 9408955"/>
              <a:gd name="connsiteY6333" fmla="*/ 4221797 h 4587875"/>
              <a:gd name="connsiteX6334" fmla="*/ 3089303 w 9408955"/>
              <a:gd name="connsiteY6334" fmla="*/ 4273059 h 4587875"/>
              <a:gd name="connsiteX6335" fmla="*/ 3108538 w 9408955"/>
              <a:gd name="connsiteY6335" fmla="*/ 4278698 h 4587875"/>
              <a:gd name="connsiteX6336" fmla="*/ 7113505 w 9408955"/>
              <a:gd name="connsiteY6336" fmla="*/ 4278752 h 4587875"/>
              <a:gd name="connsiteX6337" fmla="*/ 7155109 w 9408955"/>
              <a:gd name="connsiteY6337" fmla="*/ 4250773 h 4587875"/>
              <a:gd name="connsiteX6338" fmla="*/ 7105495 w 9408955"/>
              <a:gd name="connsiteY6338" fmla="*/ 4213936 h 4587875"/>
              <a:gd name="connsiteX6339" fmla="*/ 7096579 w 9408955"/>
              <a:gd name="connsiteY6339" fmla="*/ 4271010 h 4587875"/>
              <a:gd name="connsiteX6340" fmla="*/ 7113505 w 9408955"/>
              <a:gd name="connsiteY6340" fmla="*/ 4278752 h 4587875"/>
              <a:gd name="connsiteX6341" fmla="*/ 1257877 w 9408955"/>
              <a:gd name="connsiteY6341" fmla="*/ 4278798 h 4587875"/>
              <a:gd name="connsiteX6342" fmla="*/ 1296369 w 9408955"/>
              <a:gd name="connsiteY6342" fmla="*/ 4250191 h 4587875"/>
              <a:gd name="connsiteX6343" fmla="*/ 1249537 w 9408955"/>
              <a:gd name="connsiteY6343" fmla="*/ 4213225 h 4587875"/>
              <a:gd name="connsiteX6344" fmla="*/ 1241126 w 9408955"/>
              <a:gd name="connsiteY6344" fmla="*/ 4273096 h 4587875"/>
              <a:gd name="connsiteX6345" fmla="*/ 1257877 w 9408955"/>
              <a:gd name="connsiteY6345" fmla="*/ 4278798 h 4587875"/>
              <a:gd name="connsiteX6346" fmla="*/ 3928628 w 9408955"/>
              <a:gd name="connsiteY6346" fmla="*/ 4278890 h 4587875"/>
              <a:gd name="connsiteX6347" fmla="*/ 3968512 w 9408955"/>
              <a:gd name="connsiteY6347" fmla="*/ 4249651 h 4587875"/>
              <a:gd name="connsiteX6348" fmla="*/ 3925853 w 9408955"/>
              <a:gd name="connsiteY6348" fmla="*/ 4210992 h 4587875"/>
              <a:gd name="connsiteX6349" fmla="*/ 3911557 w 9408955"/>
              <a:gd name="connsiteY6349" fmla="*/ 4272982 h 4587875"/>
              <a:gd name="connsiteX6350" fmla="*/ 3928628 w 9408955"/>
              <a:gd name="connsiteY6350" fmla="*/ 4278890 h 4587875"/>
              <a:gd name="connsiteX6351" fmla="*/ 3310784 w 9408955"/>
              <a:gd name="connsiteY6351" fmla="*/ 4278928 h 4587875"/>
              <a:gd name="connsiteX6352" fmla="*/ 3351684 w 9408955"/>
              <a:gd name="connsiteY6352" fmla="*/ 4242455 h 4587875"/>
              <a:gd name="connsiteX6353" fmla="*/ 3291502 w 9408955"/>
              <a:gd name="connsiteY6353" fmla="*/ 4220917 h 4587875"/>
              <a:gd name="connsiteX6354" fmla="*/ 3291044 w 9408955"/>
              <a:gd name="connsiteY6354" fmla="*/ 4270866 h 4587875"/>
              <a:gd name="connsiteX6355" fmla="*/ 3310784 w 9408955"/>
              <a:gd name="connsiteY6355" fmla="*/ 4278928 h 4587875"/>
              <a:gd name="connsiteX6356" fmla="*/ 7012509 w 9408955"/>
              <a:gd name="connsiteY6356" fmla="*/ 4372256 h 4587875"/>
              <a:gd name="connsiteX6357" fmla="*/ 7042901 w 9408955"/>
              <a:gd name="connsiteY6357" fmla="*/ 4347338 h 4587875"/>
              <a:gd name="connsiteX6358" fmla="*/ 6997509 w 9408955"/>
              <a:gd name="connsiteY6358" fmla="*/ 4330474 h 4587875"/>
              <a:gd name="connsiteX6359" fmla="*/ 6998863 w 9408955"/>
              <a:gd name="connsiteY6359" fmla="*/ 4366282 h 4587875"/>
              <a:gd name="connsiteX6360" fmla="*/ 7012509 w 9408955"/>
              <a:gd name="connsiteY6360" fmla="*/ 4372256 h 4587875"/>
              <a:gd name="connsiteX6361" fmla="*/ 1675359 w 9408955"/>
              <a:gd name="connsiteY6361" fmla="*/ 4377392 h 4587875"/>
              <a:gd name="connsiteX6362" fmla="*/ 1702741 w 9408955"/>
              <a:gd name="connsiteY6362" fmla="*/ 4345072 h 4587875"/>
              <a:gd name="connsiteX6363" fmla="*/ 1664751 w 9408955"/>
              <a:gd name="connsiteY6363" fmla="*/ 4317602 h 4587875"/>
              <a:gd name="connsiteX6364" fmla="*/ 1659974 w 9408955"/>
              <a:gd name="connsiteY6364" fmla="*/ 4374603 h 4587875"/>
              <a:gd name="connsiteX6365" fmla="*/ 1675359 w 9408955"/>
              <a:gd name="connsiteY6365" fmla="*/ 4377392 h 4587875"/>
              <a:gd name="connsiteX6366" fmla="*/ 3845731 w 9408955"/>
              <a:gd name="connsiteY6366" fmla="*/ 4379289 h 4587875"/>
              <a:gd name="connsiteX6367" fmla="*/ 3864121 w 9408955"/>
              <a:gd name="connsiteY6367" fmla="*/ 4353832 h 4587875"/>
              <a:gd name="connsiteX6368" fmla="*/ 3820632 w 9408955"/>
              <a:gd name="connsiteY6368" fmla="*/ 4315051 h 4587875"/>
              <a:gd name="connsiteX6369" fmla="*/ 3812073 w 9408955"/>
              <a:gd name="connsiteY6369" fmla="*/ 4377871 h 4587875"/>
              <a:gd name="connsiteX6370" fmla="*/ 3845731 w 9408955"/>
              <a:gd name="connsiteY6370" fmla="*/ 4379289 h 4587875"/>
              <a:gd name="connsiteX6371" fmla="*/ 2199074 w 9408955"/>
              <a:gd name="connsiteY6371" fmla="*/ 4379515 h 4587875"/>
              <a:gd name="connsiteX6372" fmla="*/ 2220284 w 9408955"/>
              <a:gd name="connsiteY6372" fmla="*/ 4354513 h 4587875"/>
              <a:gd name="connsiteX6373" fmla="*/ 2179682 w 9408955"/>
              <a:gd name="connsiteY6373" fmla="*/ 4313918 h 4587875"/>
              <a:gd name="connsiteX6374" fmla="*/ 2164937 w 9408955"/>
              <a:gd name="connsiteY6374" fmla="*/ 4376284 h 4587875"/>
              <a:gd name="connsiteX6375" fmla="*/ 2199074 w 9408955"/>
              <a:gd name="connsiteY6375" fmla="*/ 4379515 h 4587875"/>
              <a:gd name="connsiteX6376" fmla="*/ 3003056 w 9408955"/>
              <a:gd name="connsiteY6376" fmla="*/ 4380698 h 4587875"/>
              <a:gd name="connsiteX6377" fmla="*/ 3042053 w 9408955"/>
              <a:gd name="connsiteY6377" fmla="*/ 4353474 h 4587875"/>
              <a:gd name="connsiteX6378" fmla="*/ 3000791 w 9408955"/>
              <a:gd name="connsiteY6378" fmla="*/ 4314124 h 4587875"/>
              <a:gd name="connsiteX6379" fmla="*/ 2986268 w 9408955"/>
              <a:gd name="connsiteY6379" fmla="*/ 4374959 h 4587875"/>
              <a:gd name="connsiteX6380" fmla="*/ 3003056 w 9408955"/>
              <a:gd name="connsiteY6380" fmla="*/ 4380698 h 4587875"/>
              <a:gd name="connsiteX6381" fmla="*/ 3626170 w 9408955"/>
              <a:gd name="connsiteY6381" fmla="*/ 4380983 h 4587875"/>
              <a:gd name="connsiteX6382" fmla="*/ 3647869 w 9408955"/>
              <a:gd name="connsiteY6382" fmla="*/ 4375580 h 4587875"/>
              <a:gd name="connsiteX6383" fmla="*/ 3626515 w 9408955"/>
              <a:gd name="connsiteY6383" fmla="*/ 4312796 h 4587875"/>
              <a:gd name="connsiteX6384" fmla="*/ 3604472 w 9408955"/>
              <a:gd name="connsiteY6384" fmla="*/ 4375808 h 4587875"/>
              <a:gd name="connsiteX6385" fmla="*/ 3626170 w 9408955"/>
              <a:gd name="connsiteY6385" fmla="*/ 4380983 h 4587875"/>
              <a:gd name="connsiteX6386" fmla="*/ 3321000 w 9408955"/>
              <a:gd name="connsiteY6386" fmla="*/ 4381052 h 4587875"/>
              <a:gd name="connsiteX6387" fmla="*/ 3342110 w 9408955"/>
              <a:gd name="connsiteY6387" fmla="*/ 4373816 h 4587875"/>
              <a:gd name="connsiteX6388" fmla="*/ 3320459 w 9408955"/>
              <a:gd name="connsiteY6388" fmla="*/ 4313444 h 4587875"/>
              <a:gd name="connsiteX6389" fmla="*/ 3299036 w 9408955"/>
              <a:gd name="connsiteY6389" fmla="*/ 4376756 h 4587875"/>
              <a:gd name="connsiteX6390" fmla="*/ 3321000 w 9408955"/>
              <a:gd name="connsiteY6390" fmla="*/ 4381052 h 4587875"/>
              <a:gd name="connsiteX6391" fmla="*/ 2899064 w 9408955"/>
              <a:gd name="connsiteY6391" fmla="*/ 4381458 h 4587875"/>
              <a:gd name="connsiteX6392" fmla="*/ 2939838 w 9408955"/>
              <a:gd name="connsiteY6392" fmla="*/ 4353436 h 4587875"/>
              <a:gd name="connsiteX6393" fmla="*/ 2896848 w 9408955"/>
              <a:gd name="connsiteY6393" fmla="*/ 4314454 h 4587875"/>
              <a:gd name="connsiteX6394" fmla="*/ 2882214 w 9408955"/>
              <a:gd name="connsiteY6394" fmla="*/ 4374303 h 4587875"/>
              <a:gd name="connsiteX6395" fmla="*/ 2899064 w 9408955"/>
              <a:gd name="connsiteY6395" fmla="*/ 4381458 h 4587875"/>
              <a:gd name="connsiteX6396" fmla="*/ 3115512 w 9408955"/>
              <a:gd name="connsiteY6396" fmla="*/ 4381593 h 4587875"/>
              <a:gd name="connsiteX6397" fmla="*/ 3137880 w 9408955"/>
              <a:gd name="connsiteY6397" fmla="*/ 4372196 h 4587875"/>
              <a:gd name="connsiteX6398" fmla="*/ 3104157 w 9408955"/>
              <a:gd name="connsiteY6398" fmla="*/ 4313858 h 4587875"/>
              <a:gd name="connsiteX6399" fmla="*/ 3078692 w 9408955"/>
              <a:gd name="connsiteY6399" fmla="*/ 4361359 h 4587875"/>
              <a:gd name="connsiteX6400" fmla="*/ 3090392 w 9408955"/>
              <a:gd name="connsiteY6400" fmla="*/ 4378883 h 4587875"/>
              <a:gd name="connsiteX6401" fmla="*/ 3115512 w 9408955"/>
              <a:gd name="connsiteY6401" fmla="*/ 4381593 h 4587875"/>
              <a:gd name="connsiteX6402" fmla="*/ 3726570 w 9408955"/>
              <a:gd name="connsiteY6402" fmla="*/ 4381735 h 4587875"/>
              <a:gd name="connsiteX6403" fmla="*/ 3761135 w 9408955"/>
              <a:gd name="connsiteY6403" fmla="*/ 4346916 h 4587875"/>
              <a:gd name="connsiteX6404" fmla="*/ 3701534 w 9408955"/>
              <a:gd name="connsiteY6404" fmla="*/ 4324407 h 4587875"/>
              <a:gd name="connsiteX6405" fmla="*/ 3709152 w 9408955"/>
              <a:gd name="connsiteY6405" fmla="*/ 4376246 h 4587875"/>
              <a:gd name="connsiteX6406" fmla="*/ 3726570 w 9408955"/>
              <a:gd name="connsiteY6406" fmla="*/ 4381735 h 4587875"/>
              <a:gd name="connsiteX6407" fmla="*/ 2598273 w 9408955"/>
              <a:gd name="connsiteY6407" fmla="*/ 4381878 h 4587875"/>
              <a:gd name="connsiteX6408" fmla="*/ 2611802 w 9408955"/>
              <a:gd name="connsiteY6408" fmla="*/ 4379132 h 4587875"/>
              <a:gd name="connsiteX6409" fmla="*/ 2597589 w 9408955"/>
              <a:gd name="connsiteY6409" fmla="*/ 4312604 h 4587875"/>
              <a:gd name="connsiteX6410" fmla="*/ 2562745 w 9408955"/>
              <a:gd name="connsiteY6410" fmla="*/ 4362844 h 4587875"/>
              <a:gd name="connsiteX6411" fmla="*/ 2598273 w 9408955"/>
              <a:gd name="connsiteY6411" fmla="*/ 4381878 h 4587875"/>
              <a:gd name="connsiteX6412" fmla="*/ 2079091 w 9408955"/>
              <a:gd name="connsiteY6412" fmla="*/ 4382036 h 4587875"/>
              <a:gd name="connsiteX6413" fmla="*/ 2119108 w 9408955"/>
              <a:gd name="connsiteY6413" fmla="*/ 4353563 h 4587875"/>
              <a:gd name="connsiteX6414" fmla="*/ 2069999 w 9408955"/>
              <a:gd name="connsiteY6414" fmla="*/ 4315642 h 4587875"/>
              <a:gd name="connsiteX6415" fmla="*/ 2062497 w 9408955"/>
              <a:gd name="connsiteY6415" fmla="*/ 4374477 h 4587875"/>
              <a:gd name="connsiteX6416" fmla="*/ 2079091 w 9408955"/>
              <a:gd name="connsiteY6416" fmla="*/ 4382036 h 4587875"/>
              <a:gd name="connsiteX6417" fmla="*/ 2392734 w 9408955"/>
              <a:gd name="connsiteY6417" fmla="*/ 4382063 h 4587875"/>
              <a:gd name="connsiteX6418" fmla="*/ 2425671 w 9408955"/>
              <a:gd name="connsiteY6418" fmla="*/ 4345447 h 4587875"/>
              <a:gd name="connsiteX6419" fmla="*/ 2362768 w 9408955"/>
              <a:gd name="connsiteY6419" fmla="*/ 4331232 h 4587875"/>
              <a:gd name="connsiteX6420" fmla="*/ 2374236 w 9408955"/>
              <a:gd name="connsiteY6420" fmla="*/ 4377261 h 4587875"/>
              <a:gd name="connsiteX6421" fmla="*/ 2392734 w 9408955"/>
              <a:gd name="connsiteY6421" fmla="*/ 4382063 h 4587875"/>
              <a:gd name="connsiteX6422" fmla="*/ 1976187 w 9408955"/>
              <a:gd name="connsiteY6422" fmla="*/ 4382164 h 4587875"/>
              <a:gd name="connsiteX6423" fmla="*/ 2016606 w 9408955"/>
              <a:gd name="connsiteY6423" fmla="*/ 4345281 h 4587875"/>
              <a:gd name="connsiteX6424" fmla="*/ 1959587 w 9408955"/>
              <a:gd name="connsiteY6424" fmla="*/ 4319099 h 4587875"/>
              <a:gd name="connsiteX6425" fmla="*/ 1957534 w 9408955"/>
              <a:gd name="connsiteY6425" fmla="*/ 4373760 h 4587875"/>
              <a:gd name="connsiteX6426" fmla="*/ 1976187 w 9408955"/>
              <a:gd name="connsiteY6426" fmla="*/ 4382164 h 4587875"/>
              <a:gd name="connsiteX6427" fmla="*/ 2803165 w 9408955"/>
              <a:gd name="connsiteY6427" fmla="*/ 4382197 h 4587875"/>
              <a:gd name="connsiteX6428" fmla="*/ 2838737 w 9408955"/>
              <a:gd name="connsiteY6428" fmla="*/ 4345650 h 4587875"/>
              <a:gd name="connsiteX6429" fmla="*/ 2785734 w 9408955"/>
              <a:gd name="connsiteY6429" fmla="*/ 4317381 h 4587875"/>
              <a:gd name="connsiteX6430" fmla="*/ 2785055 w 9408955"/>
              <a:gd name="connsiteY6430" fmla="*/ 4376426 h 4587875"/>
              <a:gd name="connsiteX6431" fmla="*/ 2803165 w 9408955"/>
              <a:gd name="connsiteY6431" fmla="*/ 4382197 h 4587875"/>
              <a:gd name="connsiteX6432" fmla="*/ 3521876 w 9408955"/>
              <a:gd name="connsiteY6432" fmla="*/ 4382217 h 4587875"/>
              <a:gd name="connsiteX6433" fmla="*/ 3556101 w 9408955"/>
              <a:gd name="connsiteY6433" fmla="*/ 4337600 h 4587875"/>
              <a:gd name="connsiteX6434" fmla="*/ 3494578 w 9408955"/>
              <a:gd name="connsiteY6434" fmla="*/ 4324771 h 4587875"/>
              <a:gd name="connsiteX6435" fmla="*/ 3501590 w 9408955"/>
              <a:gd name="connsiteY6435" fmla="*/ 4374940 h 4587875"/>
              <a:gd name="connsiteX6436" fmla="*/ 3521876 w 9408955"/>
              <a:gd name="connsiteY6436" fmla="*/ 4382217 h 4587875"/>
              <a:gd name="connsiteX6437" fmla="*/ 3423402 w 9408955"/>
              <a:gd name="connsiteY6437" fmla="*/ 4382233 h 4587875"/>
              <a:gd name="connsiteX6438" fmla="*/ 3437987 w 9408955"/>
              <a:gd name="connsiteY6438" fmla="*/ 4377644 h 4587875"/>
              <a:gd name="connsiteX6439" fmla="*/ 3425095 w 9408955"/>
              <a:gd name="connsiteY6439" fmla="*/ 4314143 h 4587875"/>
              <a:gd name="connsiteX6440" fmla="*/ 3383930 w 9408955"/>
              <a:gd name="connsiteY6440" fmla="*/ 4363129 h 4587875"/>
              <a:gd name="connsiteX6441" fmla="*/ 3423402 w 9408955"/>
              <a:gd name="connsiteY6441" fmla="*/ 4382233 h 4587875"/>
              <a:gd name="connsiteX6442" fmla="*/ 4855171 w 9408955"/>
              <a:gd name="connsiteY6442" fmla="*/ 4382327 h 4587875"/>
              <a:gd name="connsiteX6443" fmla="*/ 4893446 w 9408955"/>
              <a:gd name="connsiteY6443" fmla="*/ 4346229 h 4587875"/>
              <a:gd name="connsiteX6444" fmla="*/ 4834817 w 9408955"/>
              <a:gd name="connsiteY6444" fmla="*/ 4322811 h 4587875"/>
              <a:gd name="connsiteX6445" fmla="*/ 4836621 w 9408955"/>
              <a:gd name="connsiteY6445" fmla="*/ 4375559 h 4587875"/>
              <a:gd name="connsiteX6446" fmla="*/ 4855171 w 9408955"/>
              <a:gd name="connsiteY6446" fmla="*/ 4382327 h 4587875"/>
              <a:gd name="connsiteX6447" fmla="*/ 4758879 w 9408955"/>
              <a:gd name="connsiteY6447" fmla="*/ 4382385 h 4587875"/>
              <a:gd name="connsiteX6448" fmla="*/ 4788678 w 9408955"/>
              <a:gd name="connsiteY6448" fmla="*/ 4334083 h 4587875"/>
              <a:gd name="connsiteX6449" fmla="*/ 4727084 w 9408955"/>
              <a:gd name="connsiteY6449" fmla="*/ 4328141 h 4587875"/>
              <a:gd name="connsiteX6450" fmla="*/ 4737426 w 9408955"/>
              <a:gd name="connsiteY6450" fmla="*/ 4377047 h 4587875"/>
              <a:gd name="connsiteX6451" fmla="*/ 4758879 w 9408955"/>
              <a:gd name="connsiteY6451" fmla="*/ 4382385 h 4587875"/>
              <a:gd name="connsiteX6452" fmla="*/ 7113542 w 9408955"/>
              <a:gd name="connsiteY6452" fmla="*/ 4382525 h 4587875"/>
              <a:gd name="connsiteX6453" fmla="*/ 7155766 w 9408955"/>
              <a:gd name="connsiteY6453" fmla="*/ 4352265 h 4587875"/>
              <a:gd name="connsiteX6454" fmla="*/ 7097472 w 9408955"/>
              <a:gd name="connsiteY6454" fmla="*/ 4319896 h 4587875"/>
              <a:gd name="connsiteX6455" fmla="*/ 7096085 w 9408955"/>
              <a:gd name="connsiteY6455" fmla="*/ 4374832 h 4587875"/>
              <a:gd name="connsiteX6456" fmla="*/ 7113542 w 9408955"/>
              <a:gd name="connsiteY6456" fmla="*/ 4382525 h 4587875"/>
              <a:gd name="connsiteX6457" fmla="*/ 3214223 w 9408955"/>
              <a:gd name="connsiteY6457" fmla="*/ 4382617 h 4587875"/>
              <a:gd name="connsiteX6458" fmla="*/ 3249213 w 9408955"/>
              <a:gd name="connsiteY6458" fmla="*/ 4346428 h 4587875"/>
              <a:gd name="connsiteX6459" fmla="*/ 3197130 w 9408955"/>
              <a:gd name="connsiteY6459" fmla="*/ 4318396 h 4587875"/>
              <a:gd name="connsiteX6460" fmla="*/ 3196220 w 9408955"/>
              <a:gd name="connsiteY6460" fmla="*/ 4376528 h 4587875"/>
              <a:gd name="connsiteX6461" fmla="*/ 3214223 w 9408955"/>
              <a:gd name="connsiteY6461" fmla="*/ 4382617 h 4587875"/>
              <a:gd name="connsiteX6462" fmla="*/ 2700544 w 9408955"/>
              <a:gd name="connsiteY6462" fmla="*/ 4382633 h 4587875"/>
              <a:gd name="connsiteX6463" fmla="*/ 2735166 w 9408955"/>
              <a:gd name="connsiteY6463" fmla="*/ 4339405 h 4587875"/>
              <a:gd name="connsiteX6464" fmla="*/ 2668316 w 9408955"/>
              <a:gd name="connsiteY6464" fmla="*/ 4330992 h 4587875"/>
              <a:gd name="connsiteX6465" fmla="*/ 2680068 w 9408955"/>
              <a:gd name="connsiteY6465" fmla="*/ 4377148 h 4587875"/>
              <a:gd name="connsiteX6466" fmla="*/ 2700544 w 9408955"/>
              <a:gd name="connsiteY6466" fmla="*/ 4382633 h 4587875"/>
              <a:gd name="connsiteX6467" fmla="*/ 2290982 w 9408955"/>
              <a:gd name="connsiteY6467" fmla="*/ 4382767 h 4587875"/>
              <a:gd name="connsiteX6468" fmla="*/ 2323085 w 9408955"/>
              <a:gd name="connsiteY6468" fmla="*/ 4339492 h 4587875"/>
              <a:gd name="connsiteX6469" fmla="*/ 2259926 w 9408955"/>
              <a:gd name="connsiteY6469" fmla="*/ 4330374 h 4587875"/>
              <a:gd name="connsiteX6470" fmla="*/ 2270950 w 9408955"/>
              <a:gd name="connsiteY6470" fmla="*/ 4377332 h 4587875"/>
              <a:gd name="connsiteX6471" fmla="*/ 2290982 w 9408955"/>
              <a:gd name="connsiteY6471" fmla="*/ 4382767 h 4587875"/>
              <a:gd name="connsiteX6472" fmla="*/ 4959010 w 9408955"/>
              <a:gd name="connsiteY6472" fmla="*/ 4382783 h 4587875"/>
              <a:gd name="connsiteX6473" fmla="*/ 4996106 w 9408955"/>
              <a:gd name="connsiteY6473" fmla="*/ 4346221 h 4587875"/>
              <a:gd name="connsiteX6474" fmla="*/ 4929757 w 9408955"/>
              <a:gd name="connsiteY6474" fmla="*/ 4331598 h 4587875"/>
              <a:gd name="connsiteX6475" fmla="*/ 4940281 w 9408955"/>
              <a:gd name="connsiteY6475" fmla="*/ 4374780 h 4587875"/>
              <a:gd name="connsiteX6476" fmla="*/ 4959010 w 9408955"/>
              <a:gd name="connsiteY6476" fmla="*/ 4382783 h 4587875"/>
              <a:gd name="connsiteX6477" fmla="*/ 2188051 w 9408955"/>
              <a:gd name="connsiteY6477" fmla="*/ 4476131 h 4587875"/>
              <a:gd name="connsiteX6478" fmla="*/ 2211755 w 9408955"/>
              <a:gd name="connsiteY6478" fmla="*/ 4443102 h 4587875"/>
              <a:gd name="connsiteX6479" fmla="*/ 2163562 w 9408955"/>
              <a:gd name="connsiteY6479" fmla="*/ 4442638 h 4587875"/>
              <a:gd name="connsiteX6480" fmla="*/ 2173200 w 9408955"/>
              <a:gd name="connsiteY6480" fmla="*/ 4472374 h 4587875"/>
              <a:gd name="connsiteX6481" fmla="*/ 2188051 w 9408955"/>
              <a:gd name="connsiteY6481" fmla="*/ 4476131 h 4587875"/>
              <a:gd name="connsiteX6482" fmla="*/ 3404049 w 9408955"/>
              <a:gd name="connsiteY6482" fmla="*/ 4480656 h 4587875"/>
              <a:gd name="connsiteX6483" fmla="*/ 3454029 w 9408955"/>
              <a:gd name="connsiteY6483" fmla="*/ 4450894 h 4587875"/>
              <a:gd name="connsiteX6484" fmla="*/ 3405406 w 9408955"/>
              <a:gd name="connsiteY6484" fmla="*/ 4420906 h 4587875"/>
              <a:gd name="connsiteX6485" fmla="*/ 3404049 w 9408955"/>
              <a:gd name="connsiteY6485" fmla="*/ 4480656 h 4587875"/>
              <a:gd name="connsiteX6486" fmla="*/ 2510206 w 9408955"/>
              <a:gd name="connsiteY6486" fmla="*/ 4481504 h 4587875"/>
              <a:gd name="connsiteX6487" fmla="*/ 2529470 w 9408955"/>
              <a:gd name="connsiteY6487" fmla="*/ 4457943 h 4587875"/>
              <a:gd name="connsiteX6488" fmla="*/ 2485438 w 9408955"/>
              <a:gd name="connsiteY6488" fmla="*/ 4418359 h 4587875"/>
              <a:gd name="connsiteX6489" fmla="*/ 2477564 w 9408955"/>
              <a:gd name="connsiteY6489" fmla="*/ 4480728 h 4587875"/>
              <a:gd name="connsiteX6490" fmla="*/ 2510206 w 9408955"/>
              <a:gd name="connsiteY6490" fmla="*/ 4481504 h 4587875"/>
              <a:gd name="connsiteX6491" fmla="*/ 3845609 w 9408955"/>
              <a:gd name="connsiteY6491" fmla="*/ 4481615 h 4587875"/>
              <a:gd name="connsiteX6492" fmla="*/ 3864171 w 9408955"/>
              <a:gd name="connsiteY6492" fmla="*/ 4458385 h 4587875"/>
              <a:gd name="connsiteX6493" fmla="*/ 3828430 w 9408955"/>
              <a:gd name="connsiteY6493" fmla="*/ 4417394 h 4587875"/>
              <a:gd name="connsiteX6494" fmla="*/ 3813903 w 9408955"/>
              <a:gd name="connsiteY6494" fmla="*/ 4480492 h 4587875"/>
              <a:gd name="connsiteX6495" fmla="*/ 3845609 w 9408955"/>
              <a:gd name="connsiteY6495" fmla="*/ 4481615 h 4587875"/>
              <a:gd name="connsiteX6496" fmla="*/ 2406445 w 9408955"/>
              <a:gd name="connsiteY6496" fmla="*/ 4481824 h 4587875"/>
              <a:gd name="connsiteX6497" fmla="*/ 2424842 w 9408955"/>
              <a:gd name="connsiteY6497" fmla="*/ 4459060 h 4587875"/>
              <a:gd name="connsiteX6498" fmla="*/ 2388530 w 9408955"/>
              <a:gd name="connsiteY6498" fmla="*/ 4418465 h 4587875"/>
              <a:gd name="connsiteX6499" fmla="*/ 2374937 w 9408955"/>
              <a:gd name="connsiteY6499" fmla="*/ 4480605 h 4587875"/>
              <a:gd name="connsiteX6500" fmla="*/ 2406445 w 9408955"/>
              <a:gd name="connsiteY6500" fmla="*/ 4481824 h 4587875"/>
              <a:gd name="connsiteX6501" fmla="*/ 2688842 w 9408955"/>
              <a:gd name="connsiteY6501" fmla="*/ 4482554 h 4587875"/>
              <a:gd name="connsiteX6502" fmla="*/ 2736653 w 9408955"/>
              <a:gd name="connsiteY6502" fmla="*/ 4450829 h 4587875"/>
              <a:gd name="connsiteX6503" fmla="*/ 2666887 w 9408955"/>
              <a:gd name="connsiteY6503" fmla="*/ 4442783 h 4587875"/>
              <a:gd name="connsiteX6504" fmla="*/ 2688842 w 9408955"/>
              <a:gd name="connsiteY6504" fmla="*/ 4482554 h 4587875"/>
              <a:gd name="connsiteX6505" fmla="*/ 1974140 w 9408955"/>
              <a:gd name="connsiteY6505" fmla="*/ 4482908 h 4587875"/>
              <a:gd name="connsiteX6506" fmla="*/ 2016746 w 9408955"/>
              <a:gd name="connsiteY6506" fmla="*/ 4444149 h 4587875"/>
              <a:gd name="connsiteX6507" fmla="*/ 1951920 w 9408955"/>
              <a:gd name="connsiteY6507" fmla="*/ 4424527 h 4587875"/>
              <a:gd name="connsiteX6508" fmla="*/ 1953765 w 9408955"/>
              <a:gd name="connsiteY6508" fmla="*/ 4473020 h 4587875"/>
              <a:gd name="connsiteX6509" fmla="*/ 1974140 w 9408955"/>
              <a:gd name="connsiteY6509" fmla="*/ 4482908 h 4587875"/>
              <a:gd name="connsiteX6510" fmla="*/ 2808223 w 9408955"/>
              <a:gd name="connsiteY6510" fmla="*/ 4482983 h 4587875"/>
              <a:gd name="connsiteX6511" fmla="*/ 2836940 w 9408955"/>
              <a:gd name="connsiteY6511" fmla="*/ 4463811 h 4587875"/>
              <a:gd name="connsiteX6512" fmla="*/ 2831287 w 9408955"/>
              <a:gd name="connsiteY6512" fmla="*/ 4424666 h 4587875"/>
              <a:gd name="connsiteX6513" fmla="*/ 2773394 w 9408955"/>
              <a:gd name="connsiteY6513" fmla="*/ 4425124 h 4587875"/>
              <a:gd name="connsiteX6514" fmla="*/ 2774979 w 9408955"/>
              <a:gd name="connsiteY6514" fmla="*/ 4473655 h 4587875"/>
              <a:gd name="connsiteX6515" fmla="*/ 2808223 w 9408955"/>
              <a:gd name="connsiteY6515" fmla="*/ 4482983 h 4587875"/>
              <a:gd name="connsiteX6516" fmla="*/ 3128913 w 9408955"/>
              <a:gd name="connsiteY6516" fmla="*/ 4483100 h 4587875"/>
              <a:gd name="connsiteX6517" fmla="*/ 3142149 w 9408955"/>
              <a:gd name="connsiteY6517" fmla="*/ 4435475 h 4587875"/>
              <a:gd name="connsiteX6518" fmla="*/ 3087380 w 9408955"/>
              <a:gd name="connsiteY6518" fmla="*/ 4425723 h 4587875"/>
              <a:gd name="connsiteX6519" fmla="*/ 3078480 w 9408955"/>
              <a:gd name="connsiteY6519" fmla="*/ 4465410 h 4587875"/>
              <a:gd name="connsiteX6520" fmla="*/ 3096052 w 9408955"/>
              <a:gd name="connsiteY6520" fmla="*/ 4481966 h 4587875"/>
              <a:gd name="connsiteX6521" fmla="*/ 3128913 w 9408955"/>
              <a:gd name="connsiteY6521" fmla="*/ 4483100 h 4587875"/>
              <a:gd name="connsiteX6522" fmla="*/ 3016136 w 9408955"/>
              <a:gd name="connsiteY6522" fmla="*/ 4483222 h 4587875"/>
              <a:gd name="connsiteX6523" fmla="*/ 3037076 w 9408955"/>
              <a:gd name="connsiteY6523" fmla="*/ 4472126 h 4587875"/>
              <a:gd name="connsiteX6524" fmla="*/ 3007595 w 9408955"/>
              <a:gd name="connsiteY6524" fmla="*/ 4418042 h 4587875"/>
              <a:gd name="connsiteX6525" fmla="*/ 2991597 w 9408955"/>
              <a:gd name="connsiteY6525" fmla="*/ 4481483 h 4587875"/>
              <a:gd name="connsiteX6526" fmla="*/ 3016136 w 9408955"/>
              <a:gd name="connsiteY6526" fmla="*/ 4483222 h 4587875"/>
              <a:gd name="connsiteX6527" fmla="*/ 2913793 w 9408955"/>
              <a:gd name="connsiteY6527" fmla="*/ 4483443 h 4587875"/>
              <a:gd name="connsiteX6528" fmla="*/ 2938942 w 9408955"/>
              <a:gd name="connsiteY6528" fmla="*/ 4442640 h 4587875"/>
              <a:gd name="connsiteX6529" fmla="*/ 2873473 w 9408955"/>
              <a:gd name="connsiteY6529" fmla="*/ 4438343 h 4587875"/>
              <a:gd name="connsiteX6530" fmla="*/ 2895372 w 9408955"/>
              <a:gd name="connsiteY6530" fmla="*/ 4482443 h 4587875"/>
              <a:gd name="connsiteX6531" fmla="*/ 2913793 w 9408955"/>
              <a:gd name="connsiteY6531" fmla="*/ 4483443 h 4587875"/>
              <a:gd name="connsiteX6532" fmla="*/ 3623727 w 9408955"/>
              <a:gd name="connsiteY6532" fmla="*/ 4483494 h 4587875"/>
              <a:gd name="connsiteX6533" fmla="*/ 3641896 w 9408955"/>
              <a:gd name="connsiteY6533" fmla="*/ 4479634 h 4587875"/>
              <a:gd name="connsiteX6534" fmla="*/ 3659660 w 9408955"/>
              <a:gd name="connsiteY6534" fmla="*/ 4449779 h 4587875"/>
              <a:gd name="connsiteX6535" fmla="*/ 3594230 w 9408955"/>
              <a:gd name="connsiteY6535" fmla="*/ 4434193 h 4587875"/>
              <a:gd name="connsiteX6536" fmla="*/ 3605709 w 9408955"/>
              <a:gd name="connsiteY6536" fmla="*/ 4478889 h 4587875"/>
              <a:gd name="connsiteX6537" fmla="*/ 3623727 w 9408955"/>
              <a:gd name="connsiteY6537" fmla="*/ 4483494 h 4587875"/>
              <a:gd name="connsiteX6538" fmla="*/ 6912863 w 9408955"/>
              <a:gd name="connsiteY6538" fmla="*/ 4483537 h 4587875"/>
              <a:gd name="connsiteX6539" fmla="*/ 6948479 w 9408955"/>
              <a:gd name="connsiteY6539" fmla="*/ 4450776 h 4587875"/>
              <a:gd name="connsiteX6540" fmla="*/ 6879741 w 9408955"/>
              <a:gd name="connsiteY6540" fmla="*/ 4438561 h 4587875"/>
              <a:gd name="connsiteX6541" fmla="*/ 6894965 w 9408955"/>
              <a:gd name="connsiteY6541" fmla="*/ 4478823 h 4587875"/>
              <a:gd name="connsiteX6542" fmla="*/ 6912863 w 9408955"/>
              <a:gd name="connsiteY6542" fmla="*/ 4483537 h 4587875"/>
              <a:gd name="connsiteX6543" fmla="*/ 3530712 w 9408955"/>
              <a:gd name="connsiteY6543" fmla="*/ 4483584 h 4587875"/>
              <a:gd name="connsiteX6544" fmla="*/ 3562191 w 9408955"/>
              <a:gd name="connsiteY6544" fmla="*/ 4450674 h 4587875"/>
              <a:gd name="connsiteX6545" fmla="*/ 3507263 w 9408955"/>
              <a:gd name="connsiteY6545" fmla="*/ 4420567 h 4587875"/>
              <a:gd name="connsiteX6546" fmla="*/ 3513928 w 9408955"/>
              <a:gd name="connsiteY6546" fmla="*/ 4482835 h 4587875"/>
              <a:gd name="connsiteX6547" fmla="*/ 3530712 w 9408955"/>
              <a:gd name="connsiteY6547" fmla="*/ 4483584 h 4587875"/>
              <a:gd name="connsiteX6548" fmla="*/ 3199388 w 9408955"/>
              <a:gd name="connsiteY6548" fmla="*/ 4484014 h 4587875"/>
              <a:gd name="connsiteX6549" fmla="*/ 3249399 w 9408955"/>
              <a:gd name="connsiteY6549" fmla="*/ 4451053 h 4587875"/>
              <a:gd name="connsiteX6550" fmla="*/ 3181265 w 9408955"/>
              <a:gd name="connsiteY6550" fmla="*/ 4442757 h 4587875"/>
              <a:gd name="connsiteX6551" fmla="*/ 3199388 w 9408955"/>
              <a:gd name="connsiteY6551" fmla="*/ 4484014 h 4587875"/>
              <a:gd name="connsiteX6552" fmla="*/ 3317446 w 9408955"/>
              <a:gd name="connsiteY6552" fmla="*/ 4484418 h 4587875"/>
              <a:gd name="connsiteX6553" fmla="*/ 3352393 w 9408955"/>
              <a:gd name="connsiteY6553" fmla="*/ 4451138 h 4587875"/>
              <a:gd name="connsiteX6554" fmla="*/ 3286214 w 9408955"/>
              <a:gd name="connsiteY6554" fmla="*/ 4436775 h 4587875"/>
              <a:gd name="connsiteX6555" fmla="*/ 3299678 w 9408955"/>
              <a:gd name="connsiteY6555" fmla="*/ 4480777 h 4587875"/>
              <a:gd name="connsiteX6556" fmla="*/ 3317446 w 9408955"/>
              <a:gd name="connsiteY6556" fmla="*/ 4484418 h 4587875"/>
              <a:gd name="connsiteX6557" fmla="*/ 3727657 w 9408955"/>
              <a:gd name="connsiteY6557" fmla="*/ 4484487 h 4587875"/>
              <a:gd name="connsiteX6558" fmla="*/ 3761548 w 9408955"/>
              <a:gd name="connsiteY6558" fmla="*/ 4450369 h 4587875"/>
              <a:gd name="connsiteX6559" fmla="*/ 3696888 w 9408955"/>
              <a:gd name="connsiteY6559" fmla="*/ 4434888 h 4587875"/>
              <a:gd name="connsiteX6560" fmla="*/ 3709775 w 9408955"/>
              <a:gd name="connsiteY6560" fmla="*/ 4480870 h 4587875"/>
              <a:gd name="connsiteX6561" fmla="*/ 3727657 w 9408955"/>
              <a:gd name="connsiteY6561" fmla="*/ 4484487 h 4587875"/>
              <a:gd name="connsiteX6562" fmla="*/ 3949020 w 9408955"/>
              <a:gd name="connsiteY6562" fmla="*/ 4484687 h 4587875"/>
              <a:gd name="connsiteX6563" fmla="*/ 3966535 w 9408955"/>
              <a:gd name="connsiteY6563" fmla="*/ 4441918 h 4587875"/>
              <a:gd name="connsiteX6564" fmla="*/ 3899206 w 9408955"/>
              <a:gd name="connsiteY6564" fmla="*/ 4450609 h 4587875"/>
              <a:gd name="connsiteX6565" fmla="*/ 3949020 w 9408955"/>
              <a:gd name="connsiteY6565" fmla="*/ 4484687 h 4587875"/>
              <a:gd name="connsiteX6566" fmla="*/ 3409629 w 9408955"/>
              <a:gd name="connsiteY6566" fmla="*/ 4587874 h 4587875"/>
              <a:gd name="connsiteX6567" fmla="*/ 3435561 w 9408955"/>
              <a:gd name="connsiteY6567" fmla="*/ 4587874 h 4587875"/>
              <a:gd name="connsiteX6568" fmla="*/ 3452473 w 9408955"/>
              <a:gd name="connsiteY6568" fmla="*/ 4540565 h 4587875"/>
              <a:gd name="connsiteX6569" fmla="*/ 3385726 w 9408955"/>
              <a:gd name="connsiteY6569" fmla="*/ 4547389 h 4587875"/>
              <a:gd name="connsiteX6570" fmla="*/ 3409629 w 9408955"/>
              <a:gd name="connsiteY6570" fmla="*/ 4587874 h 4587875"/>
              <a:gd name="connsiteX6571" fmla="*/ 3302749 w 9408955"/>
              <a:gd name="connsiteY6571" fmla="*/ 4587874 h 4587875"/>
              <a:gd name="connsiteX6572" fmla="*/ 3330190 w 9408955"/>
              <a:gd name="connsiteY6572" fmla="*/ 4587874 h 4587875"/>
              <a:gd name="connsiteX6573" fmla="*/ 3319531 w 9408955"/>
              <a:gd name="connsiteY6573" fmla="*/ 4518789 h 4587875"/>
              <a:gd name="connsiteX6574" fmla="*/ 3302749 w 9408955"/>
              <a:gd name="connsiteY6574" fmla="*/ 4587874 h 4587875"/>
              <a:gd name="connsiteX6575" fmla="*/ 3093760 w 9408955"/>
              <a:gd name="connsiteY6575" fmla="*/ 4587874 h 4587875"/>
              <a:gd name="connsiteX6576" fmla="*/ 3122285 w 9408955"/>
              <a:gd name="connsiteY6576" fmla="*/ 4587874 h 4587875"/>
              <a:gd name="connsiteX6577" fmla="*/ 3144877 w 9408955"/>
              <a:gd name="connsiteY6577" fmla="*/ 4547830 h 4587875"/>
              <a:gd name="connsiteX6578" fmla="*/ 3080067 w 9408955"/>
              <a:gd name="connsiteY6578" fmla="*/ 4547139 h 4587875"/>
              <a:gd name="connsiteX6579" fmla="*/ 3093760 w 9408955"/>
              <a:gd name="connsiteY6579" fmla="*/ 4587874 h 4587875"/>
              <a:gd name="connsiteX6580" fmla="*/ 2894308 w 9408955"/>
              <a:gd name="connsiteY6580" fmla="*/ 4587874 h 4587875"/>
              <a:gd name="connsiteX6581" fmla="*/ 2916987 w 9408955"/>
              <a:gd name="connsiteY6581" fmla="*/ 4587874 h 4587875"/>
              <a:gd name="connsiteX6582" fmla="*/ 2902019 w 9408955"/>
              <a:gd name="connsiteY6582" fmla="*/ 4519987 h 4587875"/>
              <a:gd name="connsiteX6583" fmla="*/ 2894308 w 9408955"/>
              <a:gd name="connsiteY6583" fmla="*/ 4587874 h 4587875"/>
              <a:gd name="connsiteX6584" fmla="*/ 2689286 w 9408955"/>
              <a:gd name="connsiteY6584" fmla="*/ 4587874 h 4587875"/>
              <a:gd name="connsiteX6585" fmla="*/ 2714683 w 9408955"/>
              <a:gd name="connsiteY6585" fmla="*/ 4587874 h 4587875"/>
              <a:gd name="connsiteX6586" fmla="*/ 2702895 w 9408955"/>
              <a:gd name="connsiteY6586" fmla="*/ 4520585 h 4587875"/>
              <a:gd name="connsiteX6587" fmla="*/ 2689286 w 9408955"/>
              <a:gd name="connsiteY6587" fmla="*/ 4587874 h 4587875"/>
              <a:gd name="connsiteX6588" fmla="*/ 2583518 w 9408955"/>
              <a:gd name="connsiteY6588" fmla="*/ 4587874 h 4587875"/>
              <a:gd name="connsiteX6589" fmla="*/ 2608863 w 9408955"/>
              <a:gd name="connsiteY6589" fmla="*/ 4587874 h 4587875"/>
              <a:gd name="connsiteX6590" fmla="*/ 2597100 w 9408955"/>
              <a:gd name="connsiteY6590" fmla="*/ 4519199 h 4587875"/>
              <a:gd name="connsiteX6591" fmla="*/ 2583518 w 9408955"/>
              <a:gd name="connsiteY6591" fmla="*/ 4587874 h 4587875"/>
              <a:gd name="connsiteX6592" fmla="*/ 2483747 w 9408955"/>
              <a:gd name="connsiteY6592" fmla="*/ 4587874 h 4587875"/>
              <a:gd name="connsiteX6593" fmla="*/ 2508559 w 9408955"/>
              <a:gd name="connsiteY6593" fmla="*/ 4587874 h 4587875"/>
              <a:gd name="connsiteX6594" fmla="*/ 2492481 w 9408955"/>
              <a:gd name="connsiteY6594" fmla="*/ 4519019 h 4587875"/>
              <a:gd name="connsiteX6595" fmla="*/ 2483747 w 9408955"/>
              <a:gd name="connsiteY6595" fmla="*/ 4587874 h 4587875"/>
              <a:gd name="connsiteX6596" fmla="*/ 2377934 w 9408955"/>
              <a:gd name="connsiteY6596" fmla="*/ 4587874 h 4587875"/>
              <a:gd name="connsiteX6597" fmla="*/ 2406194 w 9408955"/>
              <a:gd name="connsiteY6597" fmla="*/ 4587874 h 4587875"/>
              <a:gd name="connsiteX6598" fmla="*/ 2425017 w 9408955"/>
              <a:gd name="connsiteY6598" fmla="*/ 4547711 h 4587875"/>
              <a:gd name="connsiteX6599" fmla="*/ 2359581 w 9408955"/>
              <a:gd name="connsiteY6599" fmla="*/ 4547019 h 4587875"/>
              <a:gd name="connsiteX6600" fmla="*/ 2377934 w 9408955"/>
              <a:gd name="connsiteY6600" fmla="*/ 4587874 h 4587875"/>
              <a:gd name="connsiteX6601" fmla="*/ 2275187 w 9408955"/>
              <a:gd name="connsiteY6601" fmla="*/ 4587874 h 4587875"/>
              <a:gd name="connsiteX6602" fmla="*/ 2301025 w 9408955"/>
              <a:gd name="connsiteY6602" fmla="*/ 4587874 h 4587875"/>
              <a:gd name="connsiteX6603" fmla="*/ 2290375 w 9408955"/>
              <a:gd name="connsiteY6603" fmla="*/ 4518980 h 4587875"/>
              <a:gd name="connsiteX6604" fmla="*/ 2275187 w 9408955"/>
              <a:gd name="connsiteY6604" fmla="*/ 4587874 h 4587875"/>
              <a:gd name="connsiteX6605" fmla="*/ 2172828 w 9408955"/>
              <a:gd name="connsiteY6605" fmla="*/ 4587874 h 4587875"/>
              <a:gd name="connsiteX6606" fmla="*/ 2199715 w 9408955"/>
              <a:gd name="connsiteY6606" fmla="*/ 4587874 h 4587875"/>
              <a:gd name="connsiteX6607" fmla="*/ 2218313 w 9408955"/>
              <a:gd name="connsiteY6607" fmla="*/ 4539650 h 4587875"/>
              <a:gd name="connsiteX6608" fmla="*/ 2153330 w 9408955"/>
              <a:gd name="connsiteY6608" fmla="*/ 4547264 h 4587875"/>
              <a:gd name="connsiteX6609" fmla="*/ 2172828 w 9408955"/>
              <a:gd name="connsiteY6609" fmla="*/ 4587874 h 4587875"/>
              <a:gd name="connsiteX6610" fmla="*/ 3507605 w 9408955"/>
              <a:gd name="connsiteY6610" fmla="*/ 4587875 h 4587875"/>
              <a:gd name="connsiteX6611" fmla="*/ 3531229 w 9408955"/>
              <a:gd name="connsiteY6611" fmla="*/ 4587875 h 4587875"/>
              <a:gd name="connsiteX6612" fmla="*/ 3558523 w 9408955"/>
              <a:gd name="connsiteY6612" fmla="*/ 4547956 h 4587875"/>
              <a:gd name="connsiteX6613" fmla="*/ 3491780 w 9408955"/>
              <a:gd name="connsiteY6613" fmla="*/ 4534112 h 4587875"/>
              <a:gd name="connsiteX6614" fmla="*/ 3507605 w 9408955"/>
              <a:gd name="connsiteY6614" fmla="*/ 4587875 h 4587875"/>
              <a:gd name="connsiteX6615" fmla="*/ 3612594 w 9408955"/>
              <a:gd name="connsiteY6615" fmla="*/ 4587875 h 4587875"/>
              <a:gd name="connsiteX6616" fmla="*/ 3636994 w 9408955"/>
              <a:gd name="connsiteY6616" fmla="*/ 4587875 h 4587875"/>
              <a:gd name="connsiteX6617" fmla="*/ 3627326 w 9408955"/>
              <a:gd name="connsiteY6617" fmla="*/ 4520192 h 4587875"/>
              <a:gd name="connsiteX6618" fmla="*/ 3612594 w 9408955"/>
              <a:gd name="connsiteY6618" fmla="*/ 4587875 h 4587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</a:cxnLst>
            <a:rect l="l" t="t" r="r" b="b"/>
            <a:pathLst>
              <a:path w="9408955" h="4587875">
                <a:moveTo>
                  <a:pt x="2603853" y="61825"/>
                </a:moveTo>
                <a:cubicBezTo>
                  <a:pt x="2616317" y="60017"/>
                  <a:pt x="2627738" y="52444"/>
                  <a:pt x="2631240" y="39559"/>
                </a:cubicBezTo>
                <a:cubicBezTo>
                  <a:pt x="2636897" y="25544"/>
                  <a:pt x="2627624" y="12433"/>
                  <a:pt x="2622197" y="0"/>
                </a:cubicBezTo>
                <a:lnTo>
                  <a:pt x="2571096" y="0"/>
                </a:lnTo>
                <a:cubicBezTo>
                  <a:pt x="2568386" y="16050"/>
                  <a:pt x="2560699" y="34360"/>
                  <a:pt x="2570192" y="49506"/>
                </a:cubicBezTo>
                <a:cubicBezTo>
                  <a:pt x="2577876" y="59678"/>
                  <a:pt x="2591389" y="63634"/>
                  <a:pt x="2603853" y="61825"/>
                </a:cubicBezTo>
                <a:close/>
                <a:moveTo>
                  <a:pt x="2600397" y="161113"/>
                </a:moveTo>
                <a:cubicBezTo>
                  <a:pt x="2616694" y="159189"/>
                  <a:pt x="2631237" y="146900"/>
                  <a:pt x="2629196" y="128360"/>
                </a:cubicBezTo>
                <a:cubicBezTo>
                  <a:pt x="2630103" y="102053"/>
                  <a:pt x="2594044" y="90487"/>
                  <a:pt x="2576354" y="107269"/>
                </a:cubicBezTo>
                <a:cubicBezTo>
                  <a:pt x="2563654" y="122464"/>
                  <a:pt x="2566149" y="149452"/>
                  <a:pt x="2584065" y="159430"/>
                </a:cubicBezTo>
                <a:cubicBezTo>
                  <a:pt x="2589338" y="161244"/>
                  <a:pt x="2594965" y="161755"/>
                  <a:pt x="2600397" y="161113"/>
                </a:cubicBezTo>
                <a:close/>
                <a:moveTo>
                  <a:pt x="2503793" y="161992"/>
                </a:moveTo>
                <a:cubicBezTo>
                  <a:pt x="2519729" y="157630"/>
                  <a:pt x="2531525" y="139409"/>
                  <a:pt x="2525627" y="121958"/>
                </a:cubicBezTo>
                <a:cubicBezTo>
                  <a:pt x="2520684" y="96180"/>
                  <a:pt x="2481363" y="92074"/>
                  <a:pt x="2469004" y="113974"/>
                </a:cubicBezTo>
                <a:cubicBezTo>
                  <a:pt x="2460466" y="130626"/>
                  <a:pt x="2465634" y="158684"/>
                  <a:pt x="2486980" y="161194"/>
                </a:cubicBezTo>
                <a:cubicBezTo>
                  <a:pt x="2492710" y="163361"/>
                  <a:pt x="2498481" y="163446"/>
                  <a:pt x="2503793" y="161992"/>
                </a:cubicBezTo>
                <a:close/>
                <a:moveTo>
                  <a:pt x="2594321" y="267954"/>
                </a:moveTo>
                <a:cubicBezTo>
                  <a:pt x="2613772" y="269381"/>
                  <a:pt x="2635334" y="255424"/>
                  <a:pt x="2631299" y="233600"/>
                </a:cubicBezTo>
                <a:cubicBezTo>
                  <a:pt x="2636007" y="207660"/>
                  <a:pt x="2603726" y="193674"/>
                  <a:pt x="2583327" y="203599"/>
                </a:cubicBezTo>
                <a:cubicBezTo>
                  <a:pt x="2560461" y="211720"/>
                  <a:pt x="2558891" y="247135"/>
                  <a:pt x="2576601" y="261120"/>
                </a:cubicBezTo>
                <a:cubicBezTo>
                  <a:pt x="2581589" y="265293"/>
                  <a:pt x="2587838" y="267478"/>
                  <a:pt x="2594321" y="267954"/>
                </a:cubicBezTo>
                <a:close/>
                <a:moveTo>
                  <a:pt x="2495126" y="268814"/>
                </a:moveTo>
                <a:cubicBezTo>
                  <a:pt x="2513018" y="268317"/>
                  <a:pt x="2530281" y="255155"/>
                  <a:pt x="2528769" y="234200"/>
                </a:cubicBezTo>
                <a:cubicBezTo>
                  <a:pt x="2531905" y="200718"/>
                  <a:pt x="2484192" y="187325"/>
                  <a:pt x="2466944" y="213418"/>
                </a:cubicBezTo>
                <a:cubicBezTo>
                  <a:pt x="2458880" y="229582"/>
                  <a:pt x="2459552" y="256136"/>
                  <a:pt x="2477696" y="264911"/>
                </a:cubicBezTo>
                <a:cubicBezTo>
                  <a:pt x="2483128" y="267739"/>
                  <a:pt x="2489162" y="268980"/>
                  <a:pt x="2495126" y="268814"/>
                </a:cubicBezTo>
                <a:close/>
                <a:moveTo>
                  <a:pt x="2498498" y="371196"/>
                </a:moveTo>
                <a:cubicBezTo>
                  <a:pt x="2517967" y="369054"/>
                  <a:pt x="2534660" y="350690"/>
                  <a:pt x="2528637" y="329653"/>
                </a:cubicBezTo>
                <a:cubicBezTo>
                  <a:pt x="2525883" y="297985"/>
                  <a:pt x="2472418" y="293687"/>
                  <a:pt x="2463010" y="323093"/>
                </a:cubicBezTo>
                <a:cubicBezTo>
                  <a:pt x="2458880" y="339153"/>
                  <a:pt x="2461404" y="360190"/>
                  <a:pt x="2478843" y="367428"/>
                </a:cubicBezTo>
                <a:cubicBezTo>
                  <a:pt x="2485211" y="370821"/>
                  <a:pt x="2492009" y="371910"/>
                  <a:pt x="2498498" y="371196"/>
                </a:cubicBezTo>
                <a:close/>
                <a:moveTo>
                  <a:pt x="2600790" y="371499"/>
                </a:moveTo>
                <a:cubicBezTo>
                  <a:pt x="2618118" y="370131"/>
                  <a:pt x="2634253" y="357479"/>
                  <a:pt x="2633220" y="338158"/>
                </a:cubicBezTo>
                <a:cubicBezTo>
                  <a:pt x="2638268" y="303507"/>
                  <a:pt x="2586180" y="290512"/>
                  <a:pt x="2569200" y="317641"/>
                </a:cubicBezTo>
                <a:cubicBezTo>
                  <a:pt x="2560480" y="334967"/>
                  <a:pt x="2563922" y="360499"/>
                  <a:pt x="2583656" y="368934"/>
                </a:cubicBezTo>
                <a:cubicBezTo>
                  <a:pt x="2589106" y="371157"/>
                  <a:pt x="2595014" y="371955"/>
                  <a:pt x="2600790" y="371499"/>
                </a:cubicBezTo>
                <a:close/>
                <a:moveTo>
                  <a:pt x="8870155" y="371814"/>
                </a:moveTo>
                <a:cubicBezTo>
                  <a:pt x="8890464" y="369100"/>
                  <a:pt x="8907620" y="346617"/>
                  <a:pt x="8899042" y="324909"/>
                </a:cubicBezTo>
                <a:cubicBezTo>
                  <a:pt x="8892637" y="295275"/>
                  <a:pt x="8844600" y="295505"/>
                  <a:pt x="8834764" y="322152"/>
                </a:cubicBezTo>
                <a:cubicBezTo>
                  <a:pt x="8831104" y="338232"/>
                  <a:pt x="8832476" y="359366"/>
                  <a:pt x="8849632" y="367176"/>
                </a:cubicBezTo>
                <a:cubicBezTo>
                  <a:pt x="8856266" y="371426"/>
                  <a:pt x="8863386" y="372718"/>
                  <a:pt x="8870155" y="371814"/>
                </a:cubicBezTo>
                <a:close/>
                <a:moveTo>
                  <a:pt x="2496285" y="463938"/>
                </a:moveTo>
                <a:cubicBezTo>
                  <a:pt x="2514062" y="462008"/>
                  <a:pt x="2527071" y="439229"/>
                  <a:pt x="2512569" y="422242"/>
                </a:cubicBezTo>
                <a:cubicBezTo>
                  <a:pt x="2489137" y="400049"/>
                  <a:pt x="2458880" y="434367"/>
                  <a:pt x="2477762" y="457933"/>
                </a:cubicBezTo>
                <a:cubicBezTo>
                  <a:pt x="2483905" y="462909"/>
                  <a:pt x="2490359" y="464582"/>
                  <a:pt x="2496285" y="463938"/>
                </a:cubicBezTo>
                <a:close/>
                <a:moveTo>
                  <a:pt x="2712852" y="472937"/>
                </a:moveTo>
                <a:cubicBezTo>
                  <a:pt x="2720761" y="470009"/>
                  <a:pt x="2727621" y="464267"/>
                  <a:pt x="2731250" y="456459"/>
                </a:cubicBezTo>
                <a:cubicBezTo>
                  <a:pt x="2749393" y="429358"/>
                  <a:pt x="2712200" y="388937"/>
                  <a:pt x="2684305" y="407770"/>
                </a:cubicBezTo>
                <a:cubicBezTo>
                  <a:pt x="2657318" y="420401"/>
                  <a:pt x="2660946" y="462660"/>
                  <a:pt x="2688161" y="472535"/>
                </a:cubicBezTo>
                <a:cubicBezTo>
                  <a:pt x="2695985" y="475980"/>
                  <a:pt x="2704943" y="475865"/>
                  <a:pt x="2712852" y="472937"/>
                </a:cubicBezTo>
                <a:close/>
                <a:moveTo>
                  <a:pt x="8983250" y="473120"/>
                </a:moveTo>
                <a:cubicBezTo>
                  <a:pt x="8992998" y="469490"/>
                  <a:pt x="9000922" y="461886"/>
                  <a:pt x="9002291" y="450594"/>
                </a:cubicBezTo>
                <a:cubicBezTo>
                  <a:pt x="9008904" y="425936"/>
                  <a:pt x="8986328" y="395287"/>
                  <a:pt x="8959876" y="404505"/>
                </a:cubicBezTo>
                <a:cubicBezTo>
                  <a:pt x="8930459" y="411879"/>
                  <a:pt x="8926354" y="458429"/>
                  <a:pt x="8953263" y="471795"/>
                </a:cubicBezTo>
                <a:cubicBezTo>
                  <a:pt x="8961929" y="476403"/>
                  <a:pt x="8973501" y="476749"/>
                  <a:pt x="8983250" y="473120"/>
                </a:cubicBezTo>
                <a:close/>
                <a:moveTo>
                  <a:pt x="2600110" y="475201"/>
                </a:moveTo>
                <a:cubicBezTo>
                  <a:pt x="2616326" y="474308"/>
                  <a:pt x="2631678" y="461169"/>
                  <a:pt x="2631678" y="443820"/>
                </a:cubicBezTo>
                <a:cubicBezTo>
                  <a:pt x="2636681" y="418646"/>
                  <a:pt x="2608252" y="395287"/>
                  <a:pt x="2584598" y="406853"/>
                </a:cubicBezTo>
                <a:cubicBezTo>
                  <a:pt x="2557988" y="416832"/>
                  <a:pt x="2557306" y="461736"/>
                  <a:pt x="2584144" y="471714"/>
                </a:cubicBezTo>
                <a:cubicBezTo>
                  <a:pt x="2589204" y="474436"/>
                  <a:pt x="2594705" y="475499"/>
                  <a:pt x="2600110" y="475201"/>
                </a:cubicBezTo>
                <a:close/>
                <a:moveTo>
                  <a:pt x="2710262" y="576847"/>
                </a:moveTo>
                <a:cubicBezTo>
                  <a:pt x="2730120" y="570496"/>
                  <a:pt x="2743892" y="545983"/>
                  <a:pt x="2732150" y="526305"/>
                </a:cubicBezTo>
                <a:cubicBezTo>
                  <a:pt x="2720867" y="501650"/>
                  <a:pt x="2681725" y="501876"/>
                  <a:pt x="2669522" y="525626"/>
                </a:cubicBezTo>
                <a:cubicBezTo>
                  <a:pt x="2657319" y="544173"/>
                  <a:pt x="2669292" y="568828"/>
                  <a:pt x="2689093" y="576292"/>
                </a:cubicBezTo>
                <a:cubicBezTo>
                  <a:pt x="2696346" y="579063"/>
                  <a:pt x="2703642" y="578964"/>
                  <a:pt x="2710262" y="576847"/>
                </a:cubicBezTo>
                <a:close/>
                <a:moveTo>
                  <a:pt x="9078201" y="577165"/>
                </a:moveTo>
                <a:cubicBezTo>
                  <a:pt x="9097882" y="573051"/>
                  <a:pt x="9114033" y="551736"/>
                  <a:pt x="9105569" y="531443"/>
                </a:cubicBezTo>
                <a:cubicBezTo>
                  <a:pt x="9098890" y="504841"/>
                  <a:pt x="9059276" y="498475"/>
                  <a:pt x="9043615" y="520530"/>
                </a:cubicBezTo>
                <a:cubicBezTo>
                  <a:pt x="9027954" y="538037"/>
                  <a:pt x="9036936" y="566458"/>
                  <a:pt x="9058125" y="574870"/>
                </a:cubicBezTo>
                <a:cubicBezTo>
                  <a:pt x="9064689" y="577996"/>
                  <a:pt x="9071641" y="578536"/>
                  <a:pt x="9078201" y="577165"/>
                </a:cubicBezTo>
                <a:close/>
                <a:moveTo>
                  <a:pt x="2600165" y="577696"/>
                </a:moveTo>
                <a:cubicBezTo>
                  <a:pt x="2609421" y="577811"/>
                  <a:pt x="2618085" y="575105"/>
                  <a:pt x="2624162" y="566011"/>
                </a:cubicBezTo>
                <a:cubicBezTo>
                  <a:pt x="2647794" y="539992"/>
                  <a:pt x="2617185" y="493712"/>
                  <a:pt x="2584776" y="509599"/>
                </a:cubicBezTo>
                <a:cubicBezTo>
                  <a:pt x="2558893" y="519270"/>
                  <a:pt x="2564295" y="551735"/>
                  <a:pt x="2572623" y="572458"/>
                </a:cubicBezTo>
                <a:cubicBezTo>
                  <a:pt x="2581063" y="574645"/>
                  <a:pt x="2590909" y="577581"/>
                  <a:pt x="2600165" y="577696"/>
                </a:cubicBezTo>
                <a:close/>
                <a:moveTo>
                  <a:pt x="2500365" y="577739"/>
                </a:moveTo>
                <a:cubicBezTo>
                  <a:pt x="2519787" y="573773"/>
                  <a:pt x="2534458" y="551325"/>
                  <a:pt x="2527824" y="530904"/>
                </a:cubicBezTo>
                <a:cubicBezTo>
                  <a:pt x="2523289" y="510426"/>
                  <a:pt x="2496754" y="501649"/>
                  <a:pt x="2479292" y="511551"/>
                </a:cubicBezTo>
                <a:cubicBezTo>
                  <a:pt x="2454119" y="522802"/>
                  <a:pt x="2454572" y="564434"/>
                  <a:pt x="2479972" y="574785"/>
                </a:cubicBezTo>
                <a:cubicBezTo>
                  <a:pt x="2486889" y="578330"/>
                  <a:pt x="2493891" y="579061"/>
                  <a:pt x="2500365" y="577739"/>
                </a:cubicBezTo>
                <a:close/>
                <a:moveTo>
                  <a:pt x="2714382" y="675777"/>
                </a:moveTo>
                <a:cubicBezTo>
                  <a:pt x="2725155" y="672073"/>
                  <a:pt x="2733831" y="663809"/>
                  <a:pt x="2735670" y="651156"/>
                </a:cubicBezTo>
                <a:cubicBezTo>
                  <a:pt x="2744633" y="618784"/>
                  <a:pt x="2699587" y="596899"/>
                  <a:pt x="2677064" y="618784"/>
                </a:cubicBezTo>
                <a:cubicBezTo>
                  <a:pt x="2658908" y="632007"/>
                  <a:pt x="2662126" y="662099"/>
                  <a:pt x="2680511" y="673042"/>
                </a:cubicBezTo>
                <a:cubicBezTo>
                  <a:pt x="2690739" y="678627"/>
                  <a:pt x="2703609" y="679482"/>
                  <a:pt x="2714382" y="675777"/>
                </a:cubicBezTo>
                <a:close/>
                <a:moveTo>
                  <a:pt x="2610898" y="676934"/>
                </a:moveTo>
                <a:cubicBezTo>
                  <a:pt x="2622546" y="673511"/>
                  <a:pt x="2631795" y="665341"/>
                  <a:pt x="2632258" y="651532"/>
                </a:cubicBezTo>
                <a:cubicBezTo>
                  <a:pt x="2638270" y="627137"/>
                  <a:pt x="2613297" y="606424"/>
                  <a:pt x="2589942" y="611027"/>
                </a:cubicBezTo>
                <a:cubicBezTo>
                  <a:pt x="2561501" y="614479"/>
                  <a:pt x="2555720" y="656825"/>
                  <a:pt x="2575144" y="673856"/>
                </a:cubicBezTo>
                <a:cubicBezTo>
                  <a:pt x="2585202" y="679034"/>
                  <a:pt x="2599250" y="680357"/>
                  <a:pt x="2610898" y="676934"/>
                </a:cubicBezTo>
                <a:close/>
                <a:moveTo>
                  <a:pt x="8361231" y="678230"/>
                </a:moveTo>
                <a:cubicBezTo>
                  <a:pt x="8376426" y="674600"/>
                  <a:pt x="8389224" y="662652"/>
                  <a:pt x="8387082" y="644358"/>
                </a:cubicBezTo>
                <a:cubicBezTo>
                  <a:pt x="8387533" y="618061"/>
                  <a:pt x="8359117" y="610286"/>
                  <a:pt x="8338143" y="609600"/>
                </a:cubicBezTo>
                <a:cubicBezTo>
                  <a:pt x="8323484" y="622177"/>
                  <a:pt x="8310404" y="642529"/>
                  <a:pt x="8321004" y="662194"/>
                </a:cubicBezTo>
                <a:cubicBezTo>
                  <a:pt x="8328446" y="677172"/>
                  <a:pt x="8346037" y="681860"/>
                  <a:pt x="8361231" y="678230"/>
                </a:cubicBezTo>
                <a:close/>
                <a:moveTo>
                  <a:pt x="8143895" y="678611"/>
                </a:moveTo>
                <a:cubicBezTo>
                  <a:pt x="8164020" y="679343"/>
                  <a:pt x="8185145" y="665728"/>
                  <a:pt x="8180842" y="642826"/>
                </a:cubicBezTo>
                <a:cubicBezTo>
                  <a:pt x="8182908" y="612968"/>
                  <a:pt x="8140686" y="600074"/>
                  <a:pt x="8121870" y="620885"/>
                </a:cubicBezTo>
                <a:cubicBezTo>
                  <a:pt x="8110168" y="635588"/>
                  <a:pt x="8108791" y="661148"/>
                  <a:pt x="8125083" y="672910"/>
                </a:cubicBezTo>
                <a:cubicBezTo>
                  <a:pt x="8130590" y="676529"/>
                  <a:pt x="8137187" y="678367"/>
                  <a:pt x="8143895" y="678611"/>
                </a:cubicBezTo>
                <a:close/>
                <a:moveTo>
                  <a:pt x="8243741" y="678864"/>
                </a:moveTo>
                <a:cubicBezTo>
                  <a:pt x="8258734" y="680291"/>
                  <a:pt x="8274250" y="671725"/>
                  <a:pt x="8285201" y="661342"/>
                </a:cubicBezTo>
                <a:cubicBezTo>
                  <a:pt x="8286592" y="639652"/>
                  <a:pt x="8279638" y="607117"/>
                  <a:pt x="8250897" y="610579"/>
                </a:cubicBezTo>
                <a:cubicBezTo>
                  <a:pt x="8217288" y="606425"/>
                  <a:pt x="8202454" y="656035"/>
                  <a:pt x="8229109" y="673802"/>
                </a:cubicBezTo>
                <a:cubicBezTo>
                  <a:pt x="8233803" y="676801"/>
                  <a:pt x="8238743" y="678388"/>
                  <a:pt x="8243741" y="678864"/>
                </a:cubicBezTo>
                <a:close/>
                <a:moveTo>
                  <a:pt x="2802603" y="679463"/>
                </a:moveTo>
                <a:cubicBezTo>
                  <a:pt x="2821721" y="679054"/>
                  <a:pt x="2840621" y="665261"/>
                  <a:pt x="2838084" y="643709"/>
                </a:cubicBezTo>
                <a:cubicBezTo>
                  <a:pt x="2839211" y="617272"/>
                  <a:pt x="2806063" y="603249"/>
                  <a:pt x="2785321" y="615203"/>
                </a:cubicBezTo>
                <a:cubicBezTo>
                  <a:pt x="2763222" y="626238"/>
                  <a:pt x="2762095" y="663479"/>
                  <a:pt x="2784194" y="675203"/>
                </a:cubicBezTo>
                <a:cubicBezTo>
                  <a:pt x="2789831" y="678249"/>
                  <a:pt x="2796230" y="679600"/>
                  <a:pt x="2802603" y="679463"/>
                </a:cubicBezTo>
                <a:close/>
                <a:moveTo>
                  <a:pt x="8044936" y="679733"/>
                </a:moveTo>
                <a:cubicBezTo>
                  <a:pt x="8063960" y="679259"/>
                  <a:pt x="8082235" y="665731"/>
                  <a:pt x="8078762" y="644190"/>
                </a:cubicBezTo>
                <a:cubicBezTo>
                  <a:pt x="8080151" y="613171"/>
                  <a:pt x="8038016" y="600074"/>
                  <a:pt x="8018106" y="620983"/>
                </a:cubicBezTo>
                <a:cubicBezTo>
                  <a:pt x="8005604" y="636838"/>
                  <a:pt x="8007225" y="665559"/>
                  <a:pt x="8026440" y="675669"/>
                </a:cubicBezTo>
                <a:cubicBezTo>
                  <a:pt x="8032170" y="678598"/>
                  <a:pt x="8038595" y="679891"/>
                  <a:pt x="8044936" y="679733"/>
                </a:cubicBezTo>
                <a:close/>
                <a:moveTo>
                  <a:pt x="2912341" y="781050"/>
                </a:moveTo>
                <a:cubicBezTo>
                  <a:pt x="2920056" y="779803"/>
                  <a:pt x="2927461" y="776628"/>
                  <a:pt x="2933566" y="771525"/>
                </a:cubicBezTo>
                <a:cubicBezTo>
                  <a:pt x="2941479" y="757691"/>
                  <a:pt x="2940349" y="740002"/>
                  <a:pt x="2934018" y="725714"/>
                </a:cubicBezTo>
                <a:cubicBezTo>
                  <a:pt x="2919774" y="711200"/>
                  <a:pt x="2893320" y="709612"/>
                  <a:pt x="2879076" y="724580"/>
                </a:cubicBezTo>
                <a:cubicBezTo>
                  <a:pt x="2866866" y="741362"/>
                  <a:pt x="2869579" y="769257"/>
                  <a:pt x="2889250" y="779009"/>
                </a:cubicBezTo>
                <a:cubicBezTo>
                  <a:pt x="2896599" y="781617"/>
                  <a:pt x="2904625" y="782298"/>
                  <a:pt x="2912341" y="781050"/>
                </a:cubicBezTo>
                <a:close/>
                <a:moveTo>
                  <a:pt x="5075431" y="781088"/>
                </a:moveTo>
                <a:cubicBezTo>
                  <a:pt x="5085530" y="778359"/>
                  <a:pt x="5094096" y="771706"/>
                  <a:pt x="5096874" y="760789"/>
                </a:cubicBezTo>
                <a:cubicBezTo>
                  <a:pt x="5106829" y="736906"/>
                  <a:pt x="5083447" y="709612"/>
                  <a:pt x="5057749" y="714844"/>
                </a:cubicBezTo>
                <a:cubicBezTo>
                  <a:pt x="5026727" y="716208"/>
                  <a:pt x="5017929" y="764428"/>
                  <a:pt x="5044784" y="777847"/>
                </a:cubicBezTo>
                <a:cubicBezTo>
                  <a:pt x="5053698" y="782624"/>
                  <a:pt x="5065331" y="783818"/>
                  <a:pt x="5075431" y="781088"/>
                </a:cubicBezTo>
                <a:close/>
                <a:moveTo>
                  <a:pt x="7538490" y="781252"/>
                </a:moveTo>
                <a:cubicBezTo>
                  <a:pt x="7555689" y="777308"/>
                  <a:pt x="7569028" y="759619"/>
                  <a:pt x="7564224" y="740909"/>
                </a:cubicBezTo>
                <a:cubicBezTo>
                  <a:pt x="7562852" y="707344"/>
                  <a:pt x="7505436" y="703262"/>
                  <a:pt x="7498345" y="735466"/>
                </a:cubicBezTo>
                <a:cubicBezTo>
                  <a:pt x="7491254" y="752928"/>
                  <a:pt x="7500404" y="776968"/>
                  <a:pt x="7520534" y="780143"/>
                </a:cubicBezTo>
                <a:cubicBezTo>
                  <a:pt x="7526596" y="782354"/>
                  <a:pt x="7532758" y="782566"/>
                  <a:pt x="7538490" y="781252"/>
                </a:cubicBezTo>
                <a:close/>
                <a:moveTo>
                  <a:pt x="5176257" y="781539"/>
                </a:moveTo>
                <a:cubicBezTo>
                  <a:pt x="5194300" y="776348"/>
                  <a:pt x="5207190" y="755327"/>
                  <a:pt x="5198710" y="736224"/>
                </a:cubicBezTo>
                <a:cubicBezTo>
                  <a:pt x="5191925" y="710299"/>
                  <a:pt x="5155967" y="708025"/>
                  <a:pt x="5139683" y="725763"/>
                </a:cubicBezTo>
                <a:cubicBezTo>
                  <a:pt x="5129054" y="743956"/>
                  <a:pt x="5131542" y="777613"/>
                  <a:pt x="5157097" y="780797"/>
                </a:cubicBezTo>
                <a:cubicBezTo>
                  <a:pt x="5163656" y="783241"/>
                  <a:pt x="5170242" y="783270"/>
                  <a:pt x="5176257" y="781539"/>
                </a:cubicBezTo>
                <a:close/>
                <a:moveTo>
                  <a:pt x="2599978" y="781872"/>
                </a:moveTo>
                <a:cubicBezTo>
                  <a:pt x="2617855" y="780725"/>
                  <a:pt x="2635446" y="767260"/>
                  <a:pt x="2631725" y="747362"/>
                </a:cubicBezTo>
                <a:cubicBezTo>
                  <a:pt x="2635559" y="724263"/>
                  <a:pt x="2609623" y="708024"/>
                  <a:pt x="2589326" y="714199"/>
                </a:cubicBezTo>
                <a:cubicBezTo>
                  <a:pt x="2559332" y="718316"/>
                  <a:pt x="2555723" y="768403"/>
                  <a:pt x="2582786" y="778695"/>
                </a:cubicBezTo>
                <a:cubicBezTo>
                  <a:pt x="2588029" y="781268"/>
                  <a:pt x="2594019" y="782255"/>
                  <a:pt x="2599978" y="781872"/>
                </a:cubicBezTo>
                <a:close/>
                <a:moveTo>
                  <a:pt x="8354052" y="781921"/>
                </a:moveTo>
                <a:cubicBezTo>
                  <a:pt x="8374434" y="780180"/>
                  <a:pt x="8392862" y="761671"/>
                  <a:pt x="8387820" y="739957"/>
                </a:cubicBezTo>
                <a:cubicBezTo>
                  <a:pt x="8384112" y="713512"/>
                  <a:pt x="8347026" y="704849"/>
                  <a:pt x="8328715" y="722175"/>
                </a:cubicBezTo>
                <a:cubicBezTo>
                  <a:pt x="8310404" y="736081"/>
                  <a:pt x="8314576" y="766629"/>
                  <a:pt x="8333814" y="777572"/>
                </a:cubicBezTo>
                <a:cubicBezTo>
                  <a:pt x="8340246" y="781220"/>
                  <a:pt x="8347258" y="782502"/>
                  <a:pt x="8354052" y="781921"/>
                </a:cubicBezTo>
                <a:close/>
                <a:moveTo>
                  <a:pt x="3011988" y="782070"/>
                </a:moveTo>
                <a:cubicBezTo>
                  <a:pt x="3030899" y="779477"/>
                  <a:pt x="3047662" y="760299"/>
                  <a:pt x="3042359" y="740228"/>
                </a:cubicBezTo>
                <a:cubicBezTo>
                  <a:pt x="3039622" y="714602"/>
                  <a:pt x="3005641" y="706437"/>
                  <a:pt x="2986939" y="720498"/>
                </a:cubicBezTo>
                <a:cubicBezTo>
                  <a:pt x="2968466" y="735012"/>
                  <a:pt x="2970291" y="769257"/>
                  <a:pt x="2993097" y="778555"/>
                </a:cubicBezTo>
                <a:cubicBezTo>
                  <a:pt x="2999141" y="781957"/>
                  <a:pt x="3005684" y="782935"/>
                  <a:pt x="3011988" y="782070"/>
                </a:cubicBezTo>
                <a:close/>
                <a:moveTo>
                  <a:pt x="7636110" y="782453"/>
                </a:moveTo>
                <a:cubicBezTo>
                  <a:pt x="7655149" y="779962"/>
                  <a:pt x="7672115" y="761343"/>
                  <a:pt x="7667012" y="740815"/>
                </a:cubicBezTo>
                <a:cubicBezTo>
                  <a:pt x="7664745" y="710957"/>
                  <a:pt x="7617800" y="704849"/>
                  <a:pt x="7603512" y="729053"/>
                </a:cubicBezTo>
                <a:cubicBezTo>
                  <a:pt x="7591266" y="745791"/>
                  <a:pt x="7597843" y="770899"/>
                  <a:pt x="7617120" y="779043"/>
                </a:cubicBezTo>
                <a:cubicBezTo>
                  <a:pt x="7623186" y="782323"/>
                  <a:pt x="7629763" y="783284"/>
                  <a:pt x="7636110" y="782453"/>
                </a:cubicBezTo>
                <a:close/>
                <a:moveTo>
                  <a:pt x="8251166" y="782653"/>
                </a:moveTo>
                <a:cubicBezTo>
                  <a:pt x="8262121" y="782596"/>
                  <a:pt x="8272990" y="778020"/>
                  <a:pt x="8279283" y="768640"/>
                </a:cubicBezTo>
                <a:cubicBezTo>
                  <a:pt x="8284318" y="756971"/>
                  <a:pt x="8282945" y="743702"/>
                  <a:pt x="8285004" y="731118"/>
                </a:cubicBezTo>
                <a:cubicBezTo>
                  <a:pt x="8272647" y="722424"/>
                  <a:pt x="8259375" y="709612"/>
                  <a:pt x="8242899" y="714417"/>
                </a:cubicBezTo>
                <a:cubicBezTo>
                  <a:pt x="8217499" y="716933"/>
                  <a:pt x="8208804" y="751023"/>
                  <a:pt x="8222534" y="769555"/>
                </a:cubicBezTo>
                <a:cubicBezTo>
                  <a:pt x="8229170" y="778249"/>
                  <a:pt x="8240211" y="782710"/>
                  <a:pt x="8251166" y="782653"/>
                </a:cubicBezTo>
                <a:close/>
                <a:moveTo>
                  <a:pt x="2698584" y="782769"/>
                </a:moveTo>
                <a:cubicBezTo>
                  <a:pt x="2717670" y="782844"/>
                  <a:pt x="2736627" y="767883"/>
                  <a:pt x="2735770" y="747024"/>
                </a:cubicBezTo>
                <a:cubicBezTo>
                  <a:pt x="2738286" y="719211"/>
                  <a:pt x="2701229" y="704849"/>
                  <a:pt x="2680414" y="719895"/>
                </a:cubicBezTo>
                <a:cubicBezTo>
                  <a:pt x="2659139" y="730610"/>
                  <a:pt x="2658910" y="766401"/>
                  <a:pt x="2680184" y="777344"/>
                </a:cubicBezTo>
                <a:cubicBezTo>
                  <a:pt x="2685846" y="781049"/>
                  <a:pt x="2692222" y="782744"/>
                  <a:pt x="2698584" y="782769"/>
                </a:cubicBezTo>
                <a:close/>
                <a:moveTo>
                  <a:pt x="8046699" y="782814"/>
                </a:moveTo>
                <a:cubicBezTo>
                  <a:pt x="8066099" y="780378"/>
                  <a:pt x="8082842" y="762097"/>
                  <a:pt x="8076432" y="740195"/>
                </a:cubicBezTo>
                <a:cubicBezTo>
                  <a:pt x="8075307" y="718810"/>
                  <a:pt x="8051239" y="709612"/>
                  <a:pt x="8033470" y="715591"/>
                </a:cubicBezTo>
                <a:cubicBezTo>
                  <a:pt x="8006253" y="721109"/>
                  <a:pt x="8002429" y="768018"/>
                  <a:pt x="8027172" y="779515"/>
                </a:cubicBezTo>
                <a:cubicBezTo>
                  <a:pt x="8033470" y="782677"/>
                  <a:pt x="8040232" y="783626"/>
                  <a:pt x="8046699" y="782814"/>
                </a:cubicBezTo>
                <a:close/>
                <a:moveTo>
                  <a:pt x="8150609" y="782926"/>
                </a:moveTo>
                <a:cubicBezTo>
                  <a:pt x="8169274" y="780567"/>
                  <a:pt x="8184831" y="760663"/>
                  <a:pt x="8179589" y="739984"/>
                </a:cubicBezTo>
                <a:cubicBezTo>
                  <a:pt x="8176884" y="714939"/>
                  <a:pt x="8144416" y="706437"/>
                  <a:pt x="8125701" y="719304"/>
                </a:cubicBezTo>
                <a:cubicBezTo>
                  <a:pt x="8108791" y="734699"/>
                  <a:pt x="8110144" y="768246"/>
                  <a:pt x="8131564" y="778815"/>
                </a:cubicBezTo>
                <a:cubicBezTo>
                  <a:pt x="8137821" y="782549"/>
                  <a:pt x="8144388" y="783712"/>
                  <a:pt x="8150609" y="782926"/>
                </a:cubicBezTo>
                <a:close/>
                <a:moveTo>
                  <a:pt x="4963470" y="783151"/>
                </a:moveTo>
                <a:cubicBezTo>
                  <a:pt x="4981052" y="781823"/>
                  <a:pt x="4997514" y="767832"/>
                  <a:pt x="4996832" y="748659"/>
                </a:cubicBezTo>
                <a:cubicBezTo>
                  <a:pt x="4998879" y="715264"/>
                  <a:pt x="4950430" y="701675"/>
                  <a:pt x="4931095" y="726779"/>
                </a:cubicBezTo>
                <a:cubicBezTo>
                  <a:pt x="4922679" y="745204"/>
                  <a:pt x="4924954" y="771920"/>
                  <a:pt x="4946108" y="779981"/>
                </a:cubicBezTo>
                <a:cubicBezTo>
                  <a:pt x="4951624" y="782629"/>
                  <a:pt x="4957609" y="783594"/>
                  <a:pt x="4963470" y="783151"/>
                </a:cubicBezTo>
                <a:close/>
                <a:moveTo>
                  <a:pt x="7738299" y="783182"/>
                </a:moveTo>
                <a:cubicBezTo>
                  <a:pt x="7755964" y="781928"/>
                  <a:pt x="7773372" y="768093"/>
                  <a:pt x="7772000" y="749070"/>
                </a:cubicBezTo>
                <a:cubicBezTo>
                  <a:pt x="7772457" y="726472"/>
                  <a:pt x="7749590" y="708025"/>
                  <a:pt x="7728095" y="714482"/>
                </a:cubicBezTo>
                <a:cubicBezTo>
                  <a:pt x="7696310" y="718402"/>
                  <a:pt x="7691279" y="769361"/>
                  <a:pt x="7721235" y="779968"/>
                </a:cubicBezTo>
                <a:cubicBezTo>
                  <a:pt x="7726494" y="782620"/>
                  <a:pt x="7732411" y="783600"/>
                  <a:pt x="7738299" y="783182"/>
                </a:cubicBezTo>
                <a:close/>
                <a:moveTo>
                  <a:pt x="2802218" y="783261"/>
                </a:moveTo>
                <a:cubicBezTo>
                  <a:pt x="2820646" y="783208"/>
                  <a:pt x="2838856" y="768855"/>
                  <a:pt x="2838515" y="748975"/>
                </a:cubicBezTo>
                <a:cubicBezTo>
                  <a:pt x="2839879" y="717670"/>
                  <a:pt x="2792576" y="701674"/>
                  <a:pt x="2774380" y="726581"/>
                </a:cubicBezTo>
                <a:cubicBezTo>
                  <a:pt x="2762098" y="741891"/>
                  <a:pt x="2766192" y="769769"/>
                  <a:pt x="2784388" y="778223"/>
                </a:cubicBezTo>
                <a:cubicBezTo>
                  <a:pt x="2789903" y="781708"/>
                  <a:pt x="2796073" y="783279"/>
                  <a:pt x="2802218" y="783261"/>
                </a:cubicBezTo>
                <a:close/>
                <a:moveTo>
                  <a:pt x="7747678" y="882225"/>
                </a:moveTo>
                <a:cubicBezTo>
                  <a:pt x="7755737" y="880269"/>
                  <a:pt x="7763121" y="876073"/>
                  <a:pt x="7768193" y="869043"/>
                </a:cubicBezTo>
                <a:cubicBezTo>
                  <a:pt x="7770673" y="855209"/>
                  <a:pt x="7773829" y="837746"/>
                  <a:pt x="7762331" y="826861"/>
                </a:cubicBezTo>
                <a:cubicBezTo>
                  <a:pt x="7743620" y="811212"/>
                  <a:pt x="7703941" y="816428"/>
                  <a:pt x="7701687" y="845004"/>
                </a:cubicBezTo>
                <a:cubicBezTo>
                  <a:pt x="7697629" y="860879"/>
                  <a:pt x="7707098" y="877888"/>
                  <a:pt x="7723104" y="881970"/>
                </a:cubicBezTo>
                <a:cubicBezTo>
                  <a:pt x="7730882" y="883898"/>
                  <a:pt x="7739618" y="884181"/>
                  <a:pt x="7747678" y="882225"/>
                </a:cubicBezTo>
                <a:close/>
                <a:moveTo>
                  <a:pt x="4947761" y="882383"/>
                </a:moveTo>
                <a:cubicBezTo>
                  <a:pt x="4965769" y="887412"/>
                  <a:pt x="4990616" y="881926"/>
                  <a:pt x="4994719" y="860666"/>
                </a:cubicBezTo>
                <a:cubicBezTo>
                  <a:pt x="5009991" y="823861"/>
                  <a:pt x="4948217" y="801687"/>
                  <a:pt x="4929981" y="832320"/>
                </a:cubicBezTo>
                <a:cubicBezTo>
                  <a:pt x="4921091" y="849922"/>
                  <a:pt x="4926106" y="877582"/>
                  <a:pt x="4947761" y="882383"/>
                </a:cubicBezTo>
                <a:close/>
                <a:moveTo>
                  <a:pt x="2919835" y="882747"/>
                </a:moveTo>
                <a:cubicBezTo>
                  <a:pt x="2929425" y="879620"/>
                  <a:pt x="2937142" y="872672"/>
                  <a:pt x="2938409" y="861207"/>
                </a:cubicBezTo>
                <a:cubicBezTo>
                  <a:pt x="2946242" y="838741"/>
                  <a:pt x="2927121" y="812800"/>
                  <a:pt x="2902931" y="817896"/>
                </a:cubicBezTo>
                <a:cubicBezTo>
                  <a:pt x="2868605" y="815348"/>
                  <a:pt x="2858929" y="870471"/>
                  <a:pt x="2890030" y="881357"/>
                </a:cubicBezTo>
                <a:cubicBezTo>
                  <a:pt x="2898785" y="885179"/>
                  <a:pt x="2910246" y="885874"/>
                  <a:pt x="2919835" y="882747"/>
                </a:cubicBezTo>
                <a:close/>
                <a:moveTo>
                  <a:pt x="5077392" y="882840"/>
                </a:moveTo>
                <a:cubicBezTo>
                  <a:pt x="5087592" y="879875"/>
                  <a:pt x="5095844" y="872802"/>
                  <a:pt x="5097219" y="860710"/>
                </a:cubicBezTo>
                <a:cubicBezTo>
                  <a:pt x="5105241" y="837212"/>
                  <a:pt x="5081632" y="812800"/>
                  <a:pt x="5057795" y="818960"/>
                </a:cubicBezTo>
                <a:cubicBezTo>
                  <a:pt x="5026393" y="819416"/>
                  <a:pt x="5019516" y="867783"/>
                  <a:pt x="5045876" y="880331"/>
                </a:cubicBezTo>
                <a:cubicBezTo>
                  <a:pt x="5055044" y="884665"/>
                  <a:pt x="5067192" y="885806"/>
                  <a:pt x="5077392" y="882840"/>
                </a:cubicBezTo>
                <a:close/>
                <a:moveTo>
                  <a:pt x="7536485" y="882916"/>
                </a:moveTo>
                <a:cubicBezTo>
                  <a:pt x="7544132" y="881890"/>
                  <a:pt x="7551464" y="878867"/>
                  <a:pt x="7557307" y="873734"/>
                </a:cubicBezTo>
                <a:cubicBezTo>
                  <a:pt x="7573804" y="850691"/>
                  <a:pt x="7558911" y="809625"/>
                  <a:pt x="7526375" y="817610"/>
                </a:cubicBezTo>
                <a:cubicBezTo>
                  <a:pt x="7492923" y="815329"/>
                  <a:pt x="7484904" y="868714"/>
                  <a:pt x="7513774" y="880122"/>
                </a:cubicBezTo>
                <a:cubicBezTo>
                  <a:pt x="7520876" y="882974"/>
                  <a:pt x="7528838" y="883943"/>
                  <a:pt x="7536485" y="882916"/>
                </a:cubicBezTo>
                <a:close/>
                <a:moveTo>
                  <a:pt x="3111212" y="883525"/>
                </a:moveTo>
                <a:cubicBezTo>
                  <a:pt x="3144420" y="889000"/>
                  <a:pt x="3155792" y="842231"/>
                  <a:pt x="3134412" y="822839"/>
                </a:cubicBezTo>
                <a:cubicBezTo>
                  <a:pt x="3114624" y="812800"/>
                  <a:pt x="3091879" y="818732"/>
                  <a:pt x="3078004" y="835386"/>
                </a:cubicBezTo>
                <a:cubicBezTo>
                  <a:pt x="3078232" y="856376"/>
                  <a:pt x="3082781" y="886947"/>
                  <a:pt x="3111212" y="883525"/>
                </a:cubicBezTo>
                <a:close/>
                <a:moveTo>
                  <a:pt x="7638343" y="883535"/>
                </a:moveTo>
                <a:cubicBezTo>
                  <a:pt x="7657000" y="881241"/>
                  <a:pt x="7673636" y="866228"/>
                  <a:pt x="7668333" y="845252"/>
                </a:cubicBezTo>
                <a:cubicBezTo>
                  <a:pt x="7667421" y="812097"/>
                  <a:pt x="7610399" y="808037"/>
                  <a:pt x="7601503" y="838260"/>
                </a:cubicBezTo>
                <a:cubicBezTo>
                  <a:pt x="7596029" y="854049"/>
                  <a:pt x="7601275" y="876603"/>
                  <a:pt x="7619750" y="881340"/>
                </a:cubicBezTo>
                <a:cubicBezTo>
                  <a:pt x="7625680" y="883652"/>
                  <a:pt x="7632124" y="884300"/>
                  <a:pt x="7638343" y="883535"/>
                </a:cubicBezTo>
                <a:close/>
                <a:moveTo>
                  <a:pt x="8155342" y="883600"/>
                </a:moveTo>
                <a:cubicBezTo>
                  <a:pt x="8162692" y="882573"/>
                  <a:pt x="8169524" y="879664"/>
                  <a:pt x="8174347" y="873502"/>
                </a:cubicBezTo>
                <a:cubicBezTo>
                  <a:pt x="8191342" y="853192"/>
                  <a:pt x="8176643" y="812800"/>
                  <a:pt x="8146557" y="818505"/>
                </a:cubicBezTo>
                <a:cubicBezTo>
                  <a:pt x="8110041" y="813028"/>
                  <a:pt x="8100854" y="871677"/>
                  <a:pt x="8133237" y="882402"/>
                </a:cubicBezTo>
                <a:cubicBezTo>
                  <a:pt x="8140127" y="883771"/>
                  <a:pt x="8147993" y="884627"/>
                  <a:pt x="8155342" y="883600"/>
                </a:cubicBezTo>
                <a:close/>
                <a:moveTo>
                  <a:pt x="8258580" y="883618"/>
                </a:moveTo>
                <a:cubicBezTo>
                  <a:pt x="8268104" y="881992"/>
                  <a:pt x="8276638" y="877029"/>
                  <a:pt x="8280934" y="867559"/>
                </a:cubicBezTo>
                <a:cubicBezTo>
                  <a:pt x="8283647" y="852954"/>
                  <a:pt x="8285004" y="833785"/>
                  <a:pt x="8271439" y="823972"/>
                </a:cubicBezTo>
                <a:cubicBezTo>
                  <a:pt x="8255839" y="814387"/>
                  <a:pt x="8232553" y="817354"/>
                  <a:pt x="8221022" y="831959"/>
                </a:cubicBezTo>
                <a:cubicBezTo>
                  <a:pt x="8211979" y="846792"/>
                  <a:pt x="8214240" y="870525"/>
                  <a:pt x="8230292" y="879653"/>
                </a:cubicBezTo>
                <a:cubicBezTo>
                  <a:pt x="8238544" y="883533"/>
                  <a:pt x="8249057" y="885244"/>
                  <a:pt x="8258580" y="883618"/>
                </a:cubicBezTo>
                <a:close/>
                <a:moveTo>
                  <a:pt x="7838810" y="883799"/>
                </a:moveTo>
                <a:cubicBezTo>
                  <a:pt x="7857388" y="883873"/>
                  <a:pt x="7876284" y="872211"/>
                  <a:pt x="7874762" y="851008"/>
                </a:cubicBezTo>
                <a:cubicBezTo>
                  <a:pt x="7877016" y="817084"/>
                  <a:pt x="7828546" y="808037"/>
                  <a:pt x="7809383" y="830428"/>
                </a:cubicBezTo>
                <a:cubicBezTo>
                  <a:pt x="7800816" y="846485"/>
                  <a:pt x="7802394" y="871816"/>
                  <a:pt x="7821106" y="879731"/>
                </a:cubicBezTo>
                <a:cubicBezTo>
                  <a:pt x="7826460" y="882445"/>
                  <a:pt x="7832618" y="883774"/>
                  <a:pt x="7838810" y="883799"/>
                </a:cubicBezTo>
                <a:close/>
                <a:moveTo>
                  <a:pt x="3016409" y="883826"/>
                </a:moveTo>
                <a:cubicBezTo>
                  <a:pt x="3023644" y="882754"/>
                  <a:pt x="3030427" y="879798"/>
                  <a:pt x="3035401" y="873770"/>
                </a:cubicBezTo>
                <a:cubicBezTo>
                  <a:pt x="3046254" y="860093"/>
                  <a:pt x="3043993" y="838997"/>
                  <a:pt x="3034045" y="825319"/>
                </a:cubicBezTo>
                <a:cubicBezTo>
                  <a:pt x="3017087" y="812800"/>
                  <a:pt x="2982494" y="813264"/>
                  <a:pt x="2976842" y="838533"/>
                </a:cubicBezTo>
                <a:cubicBezTo>
                  <a:pt x="2971641" y="854992"/>
                  <a:pt x="2977294" y="876552"/>
                  <a:pt x="2994703" y="882580"/>
                </a:cubicBezTo>
                <a:cubicBezTo>
                  <a:pt x="3001486" y="884086"/>
                  <a:pt x="3009174" y="884898"/>
                  <a:pt x="3016409" y="883826"/>
                </a:cubicBezTo>
                <a:close/>
                <a:moveTo>
                  <a:pt x="2594784" y="883830"/>
                </a:moveTo>
                <a:cubicBezTo>
                  <a:pt x="2613669" y="884442"/>
                  <a:pt x="2633828" y="873600"/>
                  <a:pt x="2632434" y="853012"/>
                </a:cubicBezTo>
                <a:cubicBezTo>
                  <a:pt x="2639865" y="816337"/>
                  <a:pt x="2575544" y="804862"/>
                  <a:pt x="2565328" y="837712"/>
                </a:cubicBezTo>
                <a:cubicBezTo>
                  <a:pt x="2562077" y="852112"/>
                  <a:pt x="2563005" y="870562"/>
                  <a:pt x="2577170" y="879337"/>
                </a:cubicBezTo>
                <a:cubicBezTo>
                  <a:pt x="2582337" y="882150"/>
                  <a:pt x="2588490" y="883626"/>
                  <a:pt x="2594784" y="883830"/>
                </a:cubicBezTo>
                <a:close/>
                <a:moveTo>
                  <a:pt x="8351869" y="884032"/>
                </a:moveTo>
                <a:cubicBezTo>
                  <a:pt x="8370075" y="884053"/>
                  <a:pt x="8388182" y="872785"/>
                  <a:pt x="8387665" y="852714"/>
                </a:cubicBezTo>
                <a:cubicBezTo>
                  <a:pt x="8392954" y="816655"/>
                  <a:pt x="8334318" y="804862"/>
                  <a:pt x="8320062" y="835025"/>
                </a:cubicBezTo>
                <a:cubicBezTo>
                  <a:pt x="8310404" y="851127"/>
                  <a:pt x="8317992" y="871991"/>
                  <a:pt x="8334318" y="880155"/>
                </a:cubicBezTo>
                <a:cubicBezTo>
                  <a:pt x="8339722" y="882763"/>
                  <a:pt x="8345801" y="884025"/>
                  <a:pt x="8351869" y="884032"/>
                </a:cubicBezTo>
                <a:close/>
                <a:moveTo>
                  <a:pt x="2803815" y="884091"/>
                </a:moveTo>
                <a:cubicBezTo>
                  <a:pt x="2821900" y="884069"/>
                  <a:pt x="2840176" y="872766"/>
                  <a:pt x="2838988" y="852309"/>
                </a:cubicBezTo>
                <a:cubicBezTo>
                  <a:pt x="2844642" y="815864"/>
                  <a:pt x="2786983" y="804862"/>
                  <a:pt x="2772509" y="834430"/>
                </a:cubicBezTo>
                <a:cubicBezTo>
                  <a:pt x="2763689" y="850017"/>
                  <a:pt x="2768438" y="874313"/>
                  <a:pt x="2786531" y="880273"/>
                </a:cubicBezTo>
                <a:cubicBezTo>
                  <a:pt x="2791789" y="882851"/>
                  <a:pt x="2797796" y="884098"/>
                  <a:pt x="2803815" y="884091"/>
                </a:cubicBezTo>
                <a:close/>
                <a:moveTo>
                  <a:pt x="8047916" y="884227"/>
                </a:moveTo>
                <a:cubicBezTo>
                  <a:pt x="8066727" y="882224"/>
                  <a:pt x="8083325" y="866448"/>
                  <a:pt x="8078363" y="845583"/>
                </a:cubicBezTo>
                <a:cubicBezTo>
                  <a:pt x="8077222" y="812787"/>
                  <a:pt x="8021783" y="808037"/>
                  <a:pt x="8012886" y="838119"/>
                </a:cubicBezTo>
                <a:cubicBezTo>
                  <a:pt x="8008779" y="853499"/>
                  <a:pt x="8011289" y="876117"/>
                  <a:pt x="8029084" y="881319"/>
                </a:cubicBezTo>
                <a:cubicBezTo>
                  <a:pt x="8035130" y="884033"/>
                  <a:pt x="8041646" y="884895"/>
                  <a:pt x="8047916" y="884227"/>
                </a:cubicBezTo>
                <a:close/>
                <a:moveTo>
                  <a:pt x="8456300" y="884327"/>
                </a:moveTo>
                <a:cubicBezTo>
                  <a:pt x="8474271" y="883836"/>
                  <a:pt x="8492750" y="872282"/>
                  <a:pt x="8490044" y="852157"/>
                </a:cubicBezTo>
                <a:cubicBezTo>
                  <a:pt x="8494554" y="816682"/>
                  <a:pt x="8439752" y="806449"/>
                  <a:pt x="8424416" y="833737"/>
                </a:cubicBezTo>
                <a:cubicBezTo>
                  <a:pt x="8413591" y="849655"/>
                  <a:pt x="8421710" y="874214"/>
                  <a:pt x="8439301" y="881036"/>
                </a:cubicBezTo>
                <a:cubicBezTo>
                  <a:pt x="8444375" y="883424"/>
                  <a:pt x="8450309" y="884490"/>
                  <a:pt x="8456300" y="884327"/>
                </a:cubicBezTo>
                <a:close/>
                <a:moveTo>
                  <a:pt x="7943729" y="884376"/>
                </a:moveTo>
                <a:cubicBezTo>
                  <a:pt x="7962573" y="882902"/>
                  <a:pt x="7980209" y="867974"/>
                  <a:pt x="7975461" y="846940"/>
                </a:cubicBezTo>
                <a:cubicBezTo>
                  <a:pt x="7973879" y="813692"/>
                  <a:pt x="7919841" y="808037"/>
                  <a:pt x="7909892" y="838571"/>
                </a:cubicBezTo>
                <a:cubicBezTo>
                  <a:pt x="7907179" y="853725"/>
                  <a:pt x="7907405" y="875664"/>
                  <a:pt x="7925267" y="881093"/>
                </a:cubicBezTo>
                <a:cubicBezTo>
                  <a:pt x="7931032" y="883863"/>
                  <a:pt x="7937448" y="884867"/>
                  <a:pt x="7943729" y="884376"/>
                </a:cubicBezTo>
                <a:close/>
                <a:moveTo>
                  <a:pt x="2701877" y="884687"/>
                </a:moveTo>
                <a:cubicBezTo>
                  <a:pt x="2722365" y="883898"/>
                  <a:pt x="2742468" y="867951"/>
                  <a:pt x="2735953" y="845096"/>
                </a:cubicBezTo>
                <a:cubicBezTo>
                  <a:pt x="2733438" y="817125"/>
                  <a:pt x="2694348" y="811212"/>
                  <a:pt x="2676060" y="827586"/>
                </a:cubicBezTo>
                <a:cubicBezTo>
                  <a:pt x="2658914" y="840548"/>
                  <a:pt x="2663029" y="871476"/>
                  <a:pt x="2682232" y="880118"/>
                </a:cubicBezTo>
                <a:cubicBezTo>
                  <a:pt x="2688176" y="883529"/>
                  <a:pt x="2695048" y="884950"/>
                  <a:pt x="2701877" y="884687"/>
                </a:cubicBezTo>
                <a:close/>
                <a:moveTo>
                  <a:pt x="5169214" y="885100"/>
                </a:moveTo>
                <a:cubicBezTo>
                  <a:pt x="5188650" y="883547"/>
                  <a:pt x="5206541" y="867302"/>
                  <a:pt x="5200878" y="845528"/>
                </a:cubicBezTo>
                <a:cubicBezTo>
                  <a:pt x="5199505" y="812381"/>
                  <a:pt x="5142755" y="808037"/>
                  <a:pt x="5134746" y="838898"/>
                </a:cubicBezTo>
                <a:cubicBezTo>
                  <a:pt x="5132229" y="853986"/>
                  <a:pt x="5132458" y="875703"/>
                  <a:pt x="5150078" y="881418"/>
                </a:cubicBezTo>
                <a:cubicBezTo>
                  <a:pt x="5156085" y="884504"/>
                  <a:pt x="5162735" y="885618"/>
                  <a:pt x="5169214" y="885100"/>
                </a:cubicBezTo>
                <a:close/>
                <a:moveTo>
                  <a:pt x="7955122" y="985251"/>
                </a:moveTo>
                <a:cubicBezTo>
                  <a:pt x="7964766" y="981840"/>
                  <a:pt x="7972470" y="974563"/>
                  <a:pt x="7973707" y="963079"/>
                </a:cubicBezTo>
                <a:cubicBezTo>
                  <a:pt x="7983379" y="936927"/>
                  <a:pt x="7954363" y="909637"/>
                  <a:pt x="7929395" y="921690"/>
                </a:cubicBezTo>
                <a:cubicBezTo>
                  <a:pt x="7901279" y="926920"/>
                  <a:pt x="7900829" y="973085"/>
                  <a:pt x="7924897" y="984228"/>
                </a:cubicBezTo>
                <a:cubicBezTo>
                  <a:pt x="7933894" y="988207"/>
                  <a:pt x="7945478" y="988662"/>
                  <a:pt x="7955122" y="985251"/>
                </a:cubicBezTo>
                <a:close/>
                <a:moveTo>
                  <a:pt x="5076700" y="986249"/>
                </a:moveTo>
                <a:cubicBezTo>
                  <a:pt x="5086364" y="982828"/>
                  <a:pt x="5094209" y="975416"/>
                  <a:pt x="5095915" y="964127"/>
                </a:cubicBezTo>
                <a:cubicBezTo>
                  <a:pt x="5106829" y="938584"/>
                  <a:pt x="5078633" y="912812"/>
                  <a:pt x="5053621" y="921251"/>
                </a:cubicBezTo>
                <a:cubicBezTo>
                  <a:pt x="5024288" y="926496"/>
                  <a:pt x="5021104" y="971881"/>
                  <a:pt x="5046572" y="984425"/>
                </a:cubicBezTo>
                <a:cubicBezTo>
                  <a:pt x="5055554" y="989100"/>
                  <a:pt x="5067036" y="989670"/>
                  <a:pt x="5076700" y="986249"/>
                </a:cubicBezTo>
                <a:close/>
                <a:moveTo>
                  <a:pt x="8362055" y="987047"/>
                </a:moveTo>
                <a:cubicBezTo>
                  <a:pt x="8384509" y="983823"/>
                  <a:pt x="8388404" y="959870"/>
                  <a:pt x="8389779" y="941215"/>
                </a:cubicBezTo>
                <a:cubicBezTo>
                  <a:pt x="8375344" y="922099"/>
                  <a:pt x="8346245" y="908050"/>
                  <a:pt x="8327228" y="929469"/>
                </a:cubicBezTo>
                <a:cubicBezTo>
                  <a:pt x="8300879" y="952961"/>
                  <a:pt x="8330436" y="996950"/>
                  <a:pt x="8362055" y="987047"/>
                </a:cubicBezTo>
                <a:close/>
                <a:moveTo>
                  <a:pt x="2593809" y="987185"/>
                </a:moveTo>
                <a:cubicBezTo>
                  <a:pt x="2601130" y="988313"/>
                  <a:pt x="2608366" y="988255"/>
                  <a:pt x="2615143" y="984322"/>
                </a:cubicBezTo>
                <a:cubicBezTo>
                  <a:pt x="2632371" y="978308"/>
                  <a:pt x="2633519" y="957026"/>
                  <a:pt x="2630992" y="941528"/>
                </a:cubicBezTo>
                <a:cubicBezTo>
                  <a:pt x="2624560" y="911224"/>
                  <a:pt x="2570810" y="911456"/>
                  <a:pt x="2564837" y="942222"/>
                </a:cubicBezTo>
                <a:cubicBezTo>
                  <a:pt x="2562081" y="956332"/>
                  <a:pt x="2567594" y="969980"/>
                  <a:pt x="2571958" y="982934"/>
                </a:cubicBezTo>
                <a:cubicBezTo>
                  <a:pt x="2579079" y="983744"/>
                  <a:pt x="2586487" y="986057"/>
                  <a:pt x="2593809" y="987185"/>
                </a:cubicBezTo>
                <a:close/>
                <a:moveTo>
                  <a:pt x="3013148" y="987465"/>
                </a:moveTo>
                <a:cubicBezTo>
                  <a:pt x="3031451" y="984904"/>
                  <a:pt x="3047877" y="968616"/>
                  <a:pt x="3043221" y="948728"/>
                </a:cubicBezTo>
                <a:cubicBezTo>
                  <a:pt x="3041841" y="921067"/>
                  <a:pt x="3005050" y="909637"/>
                  <a:pt x="2985505" y="926554"/>
                </a:cubicBezTo>
                <a:cubicBezTo>
                  <a:pt x="2966879" y="942098"/>
                  <a:pt x="2971478" y="976846"/>
                  <a:pt x="2994932" y="985075"/>
                </a:cubicBezTo>
                <a:cubicBezTo>
                  <a:pt x="3000738" y="987647"/>
                  <a:pt x="3007048" y="988319"/>
                  <a:pt x="3013148" y="987465"/>
                </a:cubicBezTo>
                <a:close/>
                <a:moveTo>
                  <a:pt x="8255404" y="987575"/>
                </a:moveTo>
                <a:cubicBezTo>
                  <a:pt x="8273010" y="984716"/>
                  <a:pt x="8288107" y="968252"/>
                  <a:pt x="8283132" y="948823"/>
                </a:cubicBezTo>
                <a:cubicBezTo>
                  <a:pt x="8285191" y="917873"/>
                  <a:pt x="8241272" y="911224"/>
                  <a:pt x="8222972" y="928877"/>
                </a:cubicBezTo>
                <a:cubicBezTo>
                  <a:pt x="8210391" y="946759"/>
                  <a:pt x="8213365" y="979773"/>
                  <a:pt x="8237612" y="985504"/>
                </a:cubicBezTo>
                <a:cubicBezTo>
                  <a:pt x="8243388" y="987969"/>
                  <a:pt x="8249535" y="988528"/>
                  <a:pt x="8255404" y="987575"/>
                </a:cubicBezTo>
                <a:close/>
                <a:moveTo>
                  <a:pt x="8463512" y="987807"/>
                </a:moveTo>
                <a:cubicBezTo>
                  <a:pt x="8480046" y="984362"/>
                  <a:pt x="8493471" y="967602"/>
                  <a:pt x="8490222" y="949287"/>
                </a:cubicBezTo>
                <a:cubicBezTo>
                  <a:pt x="8489082" y="918647"/>
                  <a:pt x="8443934" y="908049"/>
                  <a:pt x="8427061" y="932008"/>
                </a:cubicBezTo>
                <a:cubicBezTo>
                  <a:pt x="8410416" y="950439"/>
                  <a:pt x="8422729" y="982461"/>
                  <a:pt x="8446443" y="986378"/>
                </a:cubicBezTo>
                <a:cubicBezTo>
                  <a:pt x="8452143" y="988624"/>
                  <a:pt x="8458000" y="988955"/>
                  <a:pt x="8463512" y="987807"/>
                </a:cubicBezTo>
                <a:close/>
                <a:moveTo>
                  <a:pt x="3116441" y="987839"/>
                </a:moveTo>
                <a:cubicBezTo>
                  <a:pt x="3133780" y="984906"/>
                  <a:pt x="3148025" y="968664"/>
                  <a:pt x="3143773" y="949070"/>
                </a:cubicBezTo>
                <a:cubicBezTo>
                  <a:pt x="3145133" y="916987"/>
                  <a:pt x="3095240" y="908049"/>
                  <a:pt x="3082313" y="935091"/>
                </a:cubicBezTo>
                <a:cubicBezTo>
                  <a:pt x="3074829" y="952737"/>
                  <a:pt x="3077097" y="980008"/>
                  <a:pt x="3098642" y="985966"/>
                </a:cubicBezTo>
                <a:cubicBezTo>
                  <a:pt x="3104538" y="988315"/>
                  <a:pt x="3110662" y="988817"/>
                  <a:pt x="3116441" y="987839"/>
                </a:cubicBezTo>
                <a:close/>
                <a:moveTo>
                  <a:pt x="2811350" y="987853"/>
                </a:moveTo>
                <a:cubicBezTo>
                  <a:pt x="2828327" y="984647"/>
                  <a:pt x="2843167" y="968231"/>
                  <a:pt x="2838745" y="949764"/>
                </a:cubicBezTo>
                <a:cubicBezTo>
                  <a:pt x="2837611" y="920581"/>
                  <a:pt x="2797257" y="909637"/>
                  <a:pt x="2778887" y="930157"/>
                </a:cubicBezTo>
                <a:cubicBezTo>
                  <a:pt x="2758930" y="946800"/>
                  <a:pt x="2769362" y="981911"/>
                  <a:pt x="2794309" y="986243"/>
                </a:cubicBezTo>
                <a:cubicBezTo>
                  <a:pt x="2799808" y="988523"/>
                  <a:pt x="2805691" y="988922"/>
                  <a:pt x="2811350" y="987853"/>
                </a:cubicBezTo>
                <a:close/>
                <a:moveTo>
                  <a:pt x="4860936" y="987918"/>
                </a:moveTo>
                <a:cubicBezTo>
                  <a:pt x="4877505" y="987099"/>
                  <a:pt x="4894170" y="975916"/>
                  <a:pt x="4893661" y="957716"/>
                </a:cubicBezTo>
                <a:cubicBezTo>
                  <a:pt x="4897279" y="931636"/>
                  <a:pt x="4868105" y="911225"/>
                  <a:pt x="4845038" y="922111"/>
                </a:cubicBezTo>
                <a:cubicBezTo>
                  <a:pt x="4816316" y="930048"/>
                  <a:pt x="4816542" y="976993"/>
                  <a:pt x="4845038" y="985157"/>
                </a:cubicBezTo>
                <a:cubicBezTo>
                  <a:pt x="4849900" y="987312"/>
                  <a:pt x="4855412" y="988191"/>
                  <a:pt x="4860936" y="987918"/>
                </a:cubicBezTo>
                <a:close/>
                <a:moveTo>
                  <a:pt x="5169348" y="987927"/>
                </a:moveTo>
                <a:cubicBezTo>
                  <a:pt x="5188133" y="986823"/>
                  <a:pt x="5205453" y="970840"/>
                  <a:pt x="5201286" y="950101"/>
                </a:cubicBezTo>
                <a:cubicBezTo>
                  <a:pt x="5201517" y="918334"/>
                  <a:pt x="5153363" y="908050"/>
                  <a:pt x="5137157" y="933646"/>
                </a:cubicBezTo>
                <a:cubicBezTo>
                  <a:pt x="5129054" y="950558"/>
                  <a:pt x="5131369" y="975697"/>
                  <a:pt x="5150816" y="983695"/>
                </a:cubicBezTo>
                <a:cubicBezTo>
                  <a:pt x="5156662" y="987009"/>
                  <a:pt x="5163086" y="988294"/>
                  <a:pt x="5169348" y="987927"/>
                </a:cubicBezTo>
                <a:close/>
                <a:moveTo>
                  <a:pt x="2704854" y="988014"/>
                </a:moveTo>
                <a:cubicBezTo>
                  <a:pt x="2721311" y="986160"/>
                  <a:pt x="2737089" y="973833"/>
                  <a:pt x="2736230" y="956074"/>
                </a:cubicBezTo>
                <a:cubicBezTo>
                  <a:pt x="2738293" y="929177"/>
                  <a:pt x="2706649" y="909637"/>
                  <a:pt x="2683489" y="922741"/>
                </a:cubicBezTo>
                <a:cubicBezTo>
                  <a:pt x="2655743" y="933545"/>
                  <a:pt x="2659642" y="979752"/>
                  <a:pt x="2688763" y="986189"/>
                </a:cubicBezTo>
                <a:cubicBezTo>
                  <a:pt x="2693808" y="988086"/>
                  <a:pt x="2699369" y="988632"/>
                  <a:pt x="2704854" y="988014"/>
                </a:cubicBezTo>
                <a:close/>
                <a:moveTo>
                  <a:pt x="7533749" y="988310"/>
                </a:moveTo>
                <a:cubicBezTo>
                  <a:pt x="7552469" y="986477"/>
                  <a:pt x="7569252" y="970063"/>
                  <a:pt x="7565121" y="949428"/>
                </a:cubicBezTo>
                <a:cubicBezTo>
                  <a:pt x="7565350" y="913730"/>
                  <a:pt x="7504987" y="909637"/>
                  <a:pt x="7497872" y="942834"/>
                </a:cubicBezTo>
                <a:cubicBezTo>
                  <a:pt x="7494429" y="958069"/>
                  <a:pt x="7497642" y="979897"/>
                  <a:pt x="7515086" y="984899"/>
                </a:cubicBezTo>
                <a:cubicBezTo>
                  <a:pt x="7521053" y="987912"/>
                  <a:pt x="7527509" y="988921"/>
                  <a:pt x="7533749" y="988310"/>
                </a:cubicBezTo>
                <a:close/>
                <a:moveTo>
                  <a:pt x="7842676" y="988319"/>
                </a:moveTo>
                <a:cubicBezTo>
                  <a:pt x="7857946" y="986224"/>
                  <a:pt x="7871962" y="974231"/>
                  <a:pt x="7874019" y="958240"/>
                </a:cubicBezTo>
                <a:cubicBezTo>
                  <a:pt x="7880191" y="930958"/>
                  <a:pt x="7844529" y="909637"/>
                  <a:pt x="7821898" y="923622"/>
                </a:cubicBezTo>
                <a:cubicBezTo>
                  <a:pt x="7794466" y="934397"/>
                  <a:pt x="7798352" y="980707"/>
                  <a:pt x="7827384" y="986897"/>
                </a:cubicBezTo>
                <a:cubicBezTo>
                  <a:pt x="7832356" y="988617"/>
                  <a:pt x="7837586" y="989018"/>
                  <a:pt x="7842676" y="988319"/>
                </a:cubicBezTo>
                <a:close/>
                <a:moveTo>
                  <a:pt x="7637146" y="988345"/>
                </a:moveTo>
                <a:cubicBezTo>
                  <a:pt x="7654959" y="986481"/>
                  <a:pt x="7671206" y="970239"/>
                  <a:pt x="7668135" y="950766"/>
                </a:cubicBezTo>
                <a:cubicBezTo>
                  <a:pt x="7666998" y="925262"/>
                  <a:pt x="7634704" y="909637"/>
                  <a:pt x="7614236" y="924343"/>
                </a:cubicBezTo>
                <a:cubicBezTo>
                  <a:pt x="7591266" y="937440"/>
                  <a:pt x="7594223" y="976730"/>
                  <a:pt x="7619467" y="985002"/>
                </a:cubicBezTo>
                <a:cubicBezTo>
                  <a:pt x="7625096" y="987989"/>
                  <a:pt x="7631208" y="988966"/>
                  <a:pt x="7637146" y="988345"/>
                </a:cubicBezTo>
                <a:close/>
                <a:moveTo>
                  <a:pt x="7742996" y="988450"/>
                </a:moveTo>
                <a:cubicBezTo>
                  <a:pt x="7761788" y="984259"/>
                  <a:pt x="7777480" y="963081"/>
                  <a:pt x="7769381" y="943331"/>
                </a:cubicBezTo>
                <a:cubicBezTo>
                  <a:pt x="7762631" y="914458"/>
                  <a:pt x="7718538" y="911224"/>
                  <a:pt x="7705490" y="936171"/>
                </a:cubicBezTo>
                <a:cubicBezTo>
                  <a:pt x="7696041" y="954188"/>
                  <a:pt x="7703240" y="980751"/>
                  <a:pt x="7723937" y="986295"/>
                </a:cubicBezTo>
                <a:cubicBezTo>
                  <a:pt x="7730123" y="989355"/>
                  <a:pt x="7736732" y="989846"/>
                  <a:pt x="7742996" y="988450"/>
                </a:cubicBezTo>
                <a:close/>
                <a:moveTo>
                  <a:pt x="2909057" y="988625"/>
                </a:moveTo>
                <a:cubicBezTo>
                  <a:pt x="2927860" y="986622"/>
                  <a:pt x="2944689" y="970379"/>
                  <a:pt x="2940028" y="949637"/>
                </a:cubicBezTo>
                <a:cubicBezTo>
                  <a:pt x="2940489" y="916037"/>
                  <a:pt x="2887326" y="909637"/>
                  <a:pt x="2874438" y="937523"/>
                </a:cubicBezTo>
                <a:cubicBezTo>
                  <a:pt x="2868454" y="953979"/>
                  <a:pt x="2870986" y="979122"/>
                  <a:pt x="2890318" y="985522"/>
                </a:cubicBezTo>
                <a:cubicBezTo>
                  <a:pt x="2896302" y="988379"/>
                  <a:pt x="2902789" y="989293"/>
                  <a:pt x="2909057" y="988625"/>
                </a:cubicBezTo>
                <a:close/>
                <a:moveTo>
                  <a:pt x="5273152" y="988684"/>
                </a:moveTo>
                <a:cubicBezTo>
                  <a:pt x="5291752" y="986920"/>
                  <a:pt x="5308485" y="971031"/>
                  <a:pt x="5303851" y="950076"/>
                </a:cubicBezTo>
                <a:cubicBezTo>
                  <a:pt x="5304537" y="916363"/>
                  <a:pt x="5252593" y="908050"/>
                  <a:pt x="5240236" y="936683"/>
                </a:cubicBezTo>
                <a:cubicBezTo>
                  <a:pt x="5233829" y="953308"/>
                  <a:pt x="5235660" y="978478"/>
                  <a:pt x="5254653" y="985405"/>
                </a:cubicBezTo>
                <a:cubicBezTo>
                  <a:pt x="5260545" y="988291"/>
                  <a:pt x="5266952" y="989273"/>
                  <a:pt x="5273152" y="988684"/>
                </a:cubicBezTo>
                <a:close/>
                <a:moveTo>
                  <a:pt x="8151391" y="988765"/>
                </a:moveTo>
                <a:cubicBezTo>
                  <a:pt x="8169102" y="986493"/>
                  <a:pt x="8184949" y="970208"/>
                  <a:pt x="8180060" y="950322"/>
                </a:cubicBezTo>
                <a:cubicBezTo>
                  <a:pt x="8181634" y="919466"/>
                  <a:pt x="8137352" y="909637"/>
                  <a:pt x="8121168" y="931808"/>
                </a:cubicBezTo>
                <a:cubicBezTo>
                  <a:pt x="8110379" y="948722"/>
                  <a:pt x="8112177" y="978893"/>
                  <a:pt x="8133756" y="985979"/>
                </a:cubicBezTo>
                <a:cubicBezTo>
                  <a:pt x="8139375" y="988722"/>
                  <a:pt x="8145487" y="989522"/>
                  <a:pt x="8151391" y="988765"/>
                </a:cubicBezTo>
                <a:close/>
                <a:moveTo>
                  <a:pt x="8046825" y="988775"/>
                </a:moveTo>
                <a:cubicBezTo>
                  <a:pt x="8065877" y="986902"/>
                  <a:pt x="8083307" y="970964"/>
                  <a:pt x="8078290" y="949829"/>
                </a:cubicBezTo>
                <a:cubicBezTo>
                  <a:pt x="8078290" y="921418"/>
                  <a:pt x="8038846" y="909637"/>
                  <a:pt x="8020393" y="928116"/>
                </a:cubicBezTo>
                <a:cubicBezTo>
                  <a:pt x="8004016" y="943361"/>
                  <a:pt x="8006784" y="976623"/>
                  <a:pt x="8028005" y="985632"/>
                </a:cubicBezTo>
                <a:cubicBezTo>
                  <a:pt x="8033944" y="988461"/>
                  <a:pt x="8040475" y="989400"/>
                  <a:pt x="8046825" y="988775"/>
                </a:cubicBezTo>
                <a:close/>
                <a:moveTo>
                  <a:pt x="4960883" y="992187"/>
                </a:moveTo>
                <a:cubicBezTo>
                  <a:pt x="4979053" y="984641"/>
                  <a:pt x="5002054" y="974351"/>
                  <a:pt x="4996074" y="950112"/>
                </a:cubicBezTo>
                <a:cubicBezTo>
                  <a:pt x="4996074" y="909637"/>
                  <a:pt x="4925691" y="910323"/>
                  <a:pt x="4926151" y="950798"/>
                </a:cubicBezTo>
                <a:cubicBezTo>
                  <a:pt x="4921091" y="973894"/>
                  <a:pt x="4943632" y="984641"/>
                  <a:pt x="4960883" y="992187"/>
                </a:cubicBezTo>
                <a:close/>
                <a:moveTo>
                  <a:pt x="7642982" y="1089764"/>
                </a:moveTo>
                <a:cubicBezTo>
                  <a:pt x="7648355" y="1088378"/>
                  <a:pt x="7653472" y="1085427"/>
                  <a:pt x="7657958" y="1080524"/>
                </a:cubicBezTo>
                <a:cubicBezTo>
                  <a:pt x="7680166" y="1060226"/>
                  <a:pt x="7661996" y="1019402"/>
                  <a:pt x="7632386" y="1023051"/>
                </a:cubicBezTo>
                <a:cubicBezTo>
                  <a:pt x="7605243" y="1019174"/>
                  <a:pt x="7597616" y="1049279"/>
                  <a:pt x="7597840" y="1070489"/>
                </a:cubicBezTo>
                <a:cubicBezTo>
                  <a:pt x="7608440" y="1084002"/>
                  <a:pt x="7626862" y="1093922"/>
                  <a:pt x="7642982" y="1089764"/>
                </a:cubicBezTo>
                <a:close/>
                <a:moveTo>
                  <a:pt x="8052440" y="1090272"/>
                </a:moveTo>
                <a:cubicBezTo>
                  <a:pt x="8063550" y="1088061"/>
                  <a:pt x="8073250" y="1081087"/>
                  <a:pt x="8075731" y="1069067"/>
                </a:cubicBezTo>
                <a:cubicBezTo>
                  <a:pt x="8084979" y="1046842"/>
                  <a:pt x="8067159" y="1019174"/>
                  <a:pt x="8042346" y="1023483"/>
                </a:cubicBezTo>
                <a:cubicBezTo>
                  <a:pt x="8011894" y="1021669"/>
                  <a:pt x="8000841" y="1064078"/>
                  <a:pt x="8020691" y="1082901"/>
                </a:cubicBezTo>
                <a:cubicBezTo>
                  <a:pt x="8028812" y="1089932"/>
                  <a:pt x="8041331" y="1092483"/>
                  <a:pt x="8052440" y="1090272"/>
                </a:cubicBezTo>
                <a:close/>
                <a:moveTo>
                  <a:pt x="5263925" y="1090386"/>
                </a:moveTo>
                <a:cubicBezTo>
                  <a:pt x="5282541" y="1093107"/>
                  <a:pt x="5303243" y="1083072"/>
                  <a:pt x="5303414" y="1061811"/>
                </a:cubicBezTo>
                <a:cubicBezTo>
                  <a:pt x="5310029" y="1035050"/>
                  <a:pt x="5278321" y="1014412"/>
                  <a:pt x="5255053" y="1026205"/>
                </a:cubicBezTo>
                <a:cubicBezTo>
                  <a:pt x="5232241" y="1035277"/>
                  <a:pt x="5233154" y="1066800"/>
                  <a:pt x="5246841" y="1083356"/>
                </a:cubicBezTo>
                <a:cubicBezTo>
                  <a:pt x="5251745" y="1087154"/>
                  <a:pt x="5257719" y="1089479"/>
                  <a:pt x="5263925" y="1090386"/>
                </a:cubicBezTo>
                <a:close/>
                <a:moveTo>
                  <a:pt x="3018021" y="1090438"/>
                </a:moveTo>
                <a:cubicBezTo>
                  <a:pt x="3029058" y="1087937"/>
                  <a:pt x="3038535" y="1080866"/>
                  <a:pt x="3041540" y="1068679"/>
                </a:cubicBezTo>
                <a:cubicBezTo>
                  <a:pt x="3051017" y="1044075"/>
                  <a:pt x="3026978" y="1014412"/>
                  <a:pt x="3000165" y="1023840"/>
                </a:cubicBezTo>
                <a:cubicBezTo>
                  <a:pt x="2970809" y="1026829"/>
                  <a:pt x="2966879" y="1067069"/>
                  <a:pt x="2985140" y="1084775"/>
                </a:cubicBezTo>
                <a:cubicBezTo>
                  <a:pt x="2994386" y="1090869"/>
                  <a:pt x="3006984" y="1092938"/>
                  <a:pt x="3018021" y="1090438"/>
                </a:cubicBezTo>
                <a:close/>
                <a:moveTo>
                  <a:pt x="2592897" y="1090577"/>
                </a:moveTo>
                <a:cubicBezTo>
                  <a:pt x="2611255" y="1092852"/>
                  <a:pt x="2631467" y="1082562"/>
                  <a:pt x="2631467" y="1061811"/>
                </a:cubicBezTo>
                <a:cubicBezTo>
                  <a:pt x="2636698" y="1037998"/>
                  <a:pt x="2613501" y="1017587"/>
                  <a:pt x="2590303" y="1023937"/>
                </a:cubicBezTo>
                <a:cubicBezTo>
                  <a:pt x="2561193" y="1025978"/>
                  <a:pt x="2555735" y="1067707"/>
                  <a:pt x="2575975" y="1084036"/>
                </a:cubicBezTo>
                <a:cubicBezTo>
                  <a:pt x="2580865" y="1087664"/>
                  <a:pt x="2586778" y="1089819"/>
                  <a:pt x="2592897" y="1090577"/>
                </a:cubicBezTo>
                <a:close/>
                <a:moveTo>
                  <a:pt x="5578228" y="1090637"/>
                </a:moveTo>
                <a:cubicBezTo>
                  <a:pt x="5597693" y="1090500"/>
                  <a:pt x="5616870" y="1075054"/>
                  <a:pt x="5613469" y="1053675"/>
                </a:cubicBezTo>
                <a:cubicBezTo>
                  <a:pt x="5613922" y="1019333"/>
                  <a:pt x="5559266" y="1012824"/>
                  <a:pt x="5546340" y="1041779"/>
                </a:cubicBezTo>
                <a:cubicBezTo>
                  <a:pt x="5537041" y="1057042"/>
                  <a:pt x="5545659" y="1076121"/>
                  <a:pt x="5559493" y="1085323"/>
                </a:cubicBezTo>
                <a:cubicBezTo>
                  <a:pt x="5565220" y="1089027"/>
                  <a:pt x="5571740" y="1090682"/>
                  <a:pt x="5578228" y="1090637"/>
                </a:cubicBezTo>
                <a:close/>
                <a:moveTo>
                  <a:pt x="5680483" y="1090778"/>
                </a:moveTo>
                <a:cubicBezTo>
                  <a:pt x="5699504" y="1090523"/>
                  <a:pt x="5718749" y="1075254"/>
                  <a:pt x="5716183" y="1054896"/>
                </a:cubicBezTo>
                <a:cubicBezTo>
                  <a:pt x="5718464" y="1020059"/>
                  <a:pt x="5662126" y="1011237"/>
                  <a:pt x="5649353" y="1041097"/>
                </a:cubicBezTo>
                <a:cubicBezTo>
                  <a:pt x="5640229" y="1056705"/>
                  <a:pt x="5647072" y="1076838"/>
                  <a:pt x="5662354" y="1085660"/>
                </a:cubicBezTo>
                <a:cubicBezTo>
                  <a:pt x="5667828" y="1089279"/>
                  <a:pt x="5674143" y="1090863"/>
                  <a:pt x="5680483" y="1090778"/>
                </a:cubicBezTo>
                <a:close/>
                <a:moveTo>
                  <a:pt x="7941604" y="1090820"/>
                </a:moveTo>
                <a:cubicBezTo>
                  <a:pt x="7960132" y="1090798"/>
                  <a:pt x="7977777" y="1075777"/>
                  <a:pt x="7975256" y="1054680"/>
                </a:cubicBezTo>
                <a:cubicBezTo>
                  <a:pt x="7977049" y="1021826"/>
                  <a:pt x="7929323" y="1012824"/>
                  <a:pt x="7912742" y="1037128"/>
                </a:cubicBezTo>
                <a:cubicBezTo>
                  <a:pt x="7904004" y="1052655"/>
                  <a:pt x="7906693" y="1076509"/>
                  <a:pt x="7923497" y="1085510"/>
                </a:cubicBezTo>
                <a:cubicBezTo>
                  <a:pt x="7929155" y="1089167"/>
                  <a:pt x="7935429" y="1090827"/>
                  <a:pt x="7941604" y="1090820"/>
                </a:cubicBezTo>
                <a:close/>
                <a:moveTo>
                  <a:pt x="3316966" y="1090824"/>
                </a:moveTo>
                <a:cubicBezTo>
                  <a:pt x="3336617" y="1090749"/>
                  <a:pt x="3356073" y="1075576"/>
                  <a:pt x="3352077" y="1053864"/>
                </a:cubicBezTo>
                <a:cubicBezTo>
                  <a:pt x="3353467" y="1019899"/>
                  <a:pt x="3300660" y="1011237"/>
                  <a:pt x="3285605" y="1038591"/>
                </a:cubicBezTo>
                <a:cubicBezTo>
                  <a:pt x="3281204" y="1054775"/>
                  <a:pt x="3281436" y="1076203"/>
                  <a:pt x="3298112" y="1085549"/>
                </a:cubicBezTo>
                <a:cubicBezTo>
                  <a:pt x="3303844" y="1089196"/>
                  <a:pt x="3310416" y="1090848"/>
                  <a:pt x="3316966" y="1090824"/>
                </a:cubicBezTo>
                <a:close/>
                <a:moveTo>
                  <a:pt x="7524986" y="1090876"/>
                </a:moveTo>
                <a:cubicBezTo>
                  <a:pt x="7545709" y="1092821"/>
                  <a:pt x="7567798" y="1077905"/>
                  <a:pt x="7564067" y="1053628"/>
                </a:cubicBezTo>
                <a:cubicBezTo>
                  <a:pt x="7563841" y="1024451"/>
                  <a:pt x="7524043" y="1012825"/>
                  <a:pt x="7505048" y="1031517"/>
                </a:cubicBezTo>
                <a:cubicBezTo>
                  <a:pt x="7491254" y="1045650"/>
                  <a:pt x="7494646" y="1068445"/>
                  <a:pt x="7505726" y="1083033"/>
                </a:cubicBezTo>
                <a:cubicBezTo>
                  <a:pt x="7511323" y="1087706"/>
                  <a:pt x="7518078" y="1090228"/>
                  <a:pt x="7524986" y="1090876"/>
                </a:cubicBezTo>
                <a:close/>
                <a:moveTo>
                  <a:pt x="7839874" y="1090952"/>
                </a:moveTo>
                <a:cubicBezTo>
                  <a:pt x="7861192" y="1089741"/>
                  <a:pt x="7881998" y="1069084"/>
                  <a:pt x="7873130" y="1046627"/>
                </a:cubicBezTo>
                <a:cubicBezTo>
                  <a:pt x="7868127" y="1022171"/>
                  <a:pt x="7834701" y="1015999"/>
                  <a:pt x="7817193" y="1029713"/>
                </a:cubicBezTo>
                <a:cubicBezTo>
                  <a:pt x="7799229" y="1042513"/>
                  <a:pt x="7799911" y="1074284"/>
                  <a:pt x="7819466" y="1085027"/>
                </a:cubicBezTo>
                <a:cubicBezTo>
                  <a:pt x="7825605" y="1089598"/>
                  <a:pt x="7832768" y="1091355"/>
                  <a:pt x="7839874" y="1090952"/>
                </a:cubicBezTo>
                <a:close/>
                <a:moveTo>
                  <a:pt x="7733873" y="1090991"/>
                </a:moveTo>
                <a:cubicBezTo>
                  <a:pt x="7753796" y="1091900"/>
                  <a:pt x="7774331" y="1076126"/>
                  <a:pt x="7771073" y="1054135"/>
                </a:cubicBezTo>
                <a:cubicBezTo>
                  <a:pt x="7771987" y="1032031"/>
                  <a:pt x="7747752" y="1019175"/>
                  <a:pt x="7727861" y="1024588"/>
                </a:cubicBezTo>
                <a:cubicBezTo>
                  <a:pt x="7698367" y="1026167"/>
                  <a:pt x="7691279" y="1070149"/>
                  <a:pt x="7715057" y="1084133"/>
                </a:cubicBezTo>
                <a:cubicBezTo>
                  <a:pt x="7720659" y="1088531"/>
                  <a:pt x="7727232" y="1090688"/>
                  <a:pt x="7733873" y="1090991"/>
                </a:cubicBezTo>
                <a:close/>
                <a:moveTo>
                  <a:pt x="3109429" y="1091056"/>
                </a:moveTo>
                <a:cubicBezTo>
                  <a:pt x="3129152" y="1091872"/>
                  <a:pt x="3149485" y="1076054"/>
                  <a:pt x="3144852" y="1054002"/>
                </a:cubicBezTo>
                <a:cubicBezTo>
                  <a:pt x="3146225" y="1030027"/>
                  <a:pt x="3118313" y="1017587"/>
                  <a:pt x="3097950" y="1025503"/>
                </a:cubicBezTo>
                <a:cubicBezTo>
                  <a:pt x="3073241" y="1032967"/>
                  <a:pt x="3073699" y="1069608"/>
                  <a:pt x="3090858" y="1084310"/>
                </a:cubicBezTo>
                <a:cubicBezTo>
                  <a:pt x="3096349" y="1088664"/>
                  <a:pt x="3102855" y="1090784"/>
                  <a:pt x="3109429" y="1091056"/>
                </a:cubicBezTo>
                <a:close/>
                <a:moveTo>
                  <a:pt x="2914368" y="1091117"/>
                </a:moveTo>
                <a:cubicBezTo>
                  <a:pt x="2929875" y="1087141"/>
                  <a:pt x="2942052" y="1072004"/>
                  <a:pt x="2939007" y="1054436"/>
                </a:cubicBezTo>
                <a:cubicBezTo>
                  <a:pt x="2941262" y="1024418"/>
                  <a:pt x="2899320" y="1014412"/>
                  <a:pt x="2880829" y="1032832"/>
                </a:cubicBezTo>
                <a:cubicBezTo>
                  <a:pt x="2863691" y="1050798"/>
                  <a:pt x="2871358" y="1088093"/>
                  <a:pt x="2898192" y="1091050"/>
                </a:cubicBezTo>
                <a:cubicBezTo>
                  <a:pt x="2903661" y="1092528"/>
                  <a:pt x="2909200" y="1092443"/>
                  <a:pt x="2914368" y="1091117"/>
                </a:cubicBezTo>
                <a:close/>
                <a:moveTo>
                  <a:pt x="4854706" y="1091160"/>
                </a:moveTo>
                <a:cubicBezTo>
                  <a:pt x="4875133" y="1092247"/>
                  <a:pt x="4896199" y="1076772"/>
                  <a:pt x="4892958" y="1053751"/>
                </a:cubicBezTo>
                <a:cubicBezTo>
                  <a:pt x="4893640" y="1018964"/>
                  <a:pt x="4840420" y="1012825"/>
                  <a:pt x="4826319" y="1040564"/>
                </a:cubicBezTo>
                <a:cubicBezTo>
                  <a:pt x="4817904" y="1055115"/>
                  <a:pt x="4823363" y="1073759"/>
                  <a:pt x="4835417" y="1084218"/>
                </a:cubicBezTo>
                <a:cubicBezTo>
                  <a:pt x="4841160" y="1088595"/>
                  <a:pt x="4847897" y="1090798"/>
                  <a:pt x="4854706" y="1091160"/>
                </a:cubicBezTo>
                <a:close/>
                <a:moveTo>
                  <a:pt x="8353181" y="1091182"/>
                </a:moveTo>
                <a:cubicBezTo>
                  <a:pt x="8373634" y="1089586"/>
                  <a:pt x="8392556" y="1068804"/>
                  <a:pt x="8386603" y="1046864"/>
                </a:cubicBezTo>
                <a:cubicBezTo>
                  <a:pt x="8380253" y="1014869"/>
                  <a:pt x="8326505" y="1014412"/>
                  <a:pt x="8318795" y="1045950"/>
                </a:cubicBezTo>
                <a:cubicBezTo>
                  <a:pt x="8311991" y="1060576"/>
                  <a:pt x="8319248" y="1078402"/>
                  <a:pt x="8333082" y="1085715"/>
                </a:cubicBezTo>
                <a:cubicBezTo>
                  <a:pt x="8339375" y="1090115"/>
                  <a:pt x="8346363" y="1091714"/>
                  <a:pt x="8353181" y="1091182"/>
                </a:cubicBezTo>
                <a:close/>
                <a:moveTo>
                  <a:pt x="2698922" y="1091218"/>
                </a:moveTo>
                <a:cubicBezTo>
                  <a:pt x="2718327" y="1091505"/>
                  <a:pt x="2737729" y="1077345"/>
                  <a:pt x="2736023" y="1055914"/>
                </a:cubicBezTo>
                <a:cubicBezTo>
                  <a:pt x="2737161" y="1026885"/>
                  <a:pt x="2699179" y="1014412"/>
                  <a:pt x="2678483" y="1030741"/>
                </a:cubicBezTo>
                <a:cubicBezTo>
                  <a:pt x="2658924" y="1042987"/>
                  <a:pt x="2661880" y="1074057"/>
                  <a:pt x="2680301" y="1085850"/>
                </a:cubicBezTo>
                <a:cubicBezTo>
                  <a:pt x="2685988" y="1089422"/>
                  <a:pt x="2692456" y="1091123"/>
                  <a:pt x="2698922" y="1091218"/>
                </a:cubicBezTo>
                <a:close/>
                <a:moveTo>
                  <a:pt x="5166244" y="1091246"/>
                </a:moveTo>
                <a:cubicBezTo>
                  <a:pt x="5185571" y="1090862"/>
                  <a:pt x="5204218" y="1075858"/>
                  <a:pt x="5201110" y="1054315"/>
                </a:cubicBezTo>
                <a:cubicBezTo>
                  <a:pt x="5202031" y="1023083"/>
                  <a:pt x="5159442" y="1012824"/>
                  <a:pt x="5139644" y="1032886"/>
                </a:cubicBezTo>
                <a:cubicBezTo>
                  <a:pt x="5129054" y="1049072"/>
                  <a:pt x="5129975" y="1074832"/>
                  <a:pt x="5147471" y="1086459"/>
                </a:cubicBezTo>
                <a:cubicBezTo>
                  <a:pt x="5153284" y="1089878"/>
                  <a:pt x="5159802" y="1091374"/>
                  <a:pt x="5166244" y="1091246"/>
                </a:cubicBezTo>
                <a:close/>
                <a:moveTo>
                  <a:pt x="2800638" y="1091249"/>
                </a:moveTo>
                <a:cubicBezTo>
                  <a:pt x="2818336" y="1092248"/>
                  <a:pt x="2837370" y="1081420"/>
                  <a:pt x="2838913" y="1062342"/>
                </a:cubicBezTo>
                <a:cubicBezTo>
                  <a:pt x="2846229" y="1031862"/>
                  <a:pt x="2804160" y="1011237"/>
                  <a:pt x="2781772" y="1029571"/>
                </a:cubicBezTo>
                <a:cubicBezTo>
                  <a:pt x="2762110" y="1042404"/>
                  <a:pt x="2764396" y="1074488"/>
                  <a:pt x="2784059" y="1086175"/>
                </a:cubicBezTo>
                <a:cubicBezTo>
                  <a:pt x="2788974" y="1089269"/>
                  <a:pt x="2794733" y="1090916"/>
                  <a:pt x="2800638" y="1091249"/>
                </a:cubicBezTo>
                <a:close/>
                <a:moveTo>
                  <a:pt x="4958717" y="1091267"/>
                </a:moveTo>
                <a:cubicBezTo>
                  <a:pt x="4978971" y="1091659"/>
                  <a:pt x="4999449" y="1075541"/>
                  <a:pt x="4996396" y="1053317"/>
                </a:cubicBezTo>
                <a:cubicBezTo>
                  <a:pt x="4994813" y="1020516"/>
                  <a:pt x="4944390" y="1012825"/>
                  <a:pt x="4929919" y="1039970"/>
                </a:cubicBezTo>
                <a:cubicBezTo>
                  <a:pt x="4924492" y="1054448"/>
                  <a:pt x="4924266" y="1076164"/>
                  <a:pt x="4939416" y="1084986"/>
                </a:cubicBezTo>
                <a:cubicBezTo>
                  <a:pt x="4945238" y="1089171"/>
                  <a:pt x="4951965" y="1091136"/>
                  <a:pt x="4958717" y="1091267"/>
                </a:cubicBezTo>
                <a:close/>
                <a:moveTo>
                  <a:pt x="8143398" y="1091591"/>
                </a:moveTo>
                <a:cubicBezTo>
                  <a:pt x="8163449" y="1092840"/>
                  <a:pt x="8183790" y="1078070"/>
                  <a:pt x="8180186" y="1054644"/>
                </a:cubicBezTo>
                <a:cubicBezTo>
                  <a:pt x="8183390" y="1019735"/>
                  <a:pt x="8127316" y="1011237"/>
                  <a:pt x="8115643" y="1041094"/>
                </a:cubicBezTo>
                <a:cubicBezTo>
                  <a:pt x="8110379" y="1055333"/>
                  <a:pt x="8111523" y="1074854"/>
                  <a:pt x="8124340" y="1084730"/>
                </a:cubicBezTo>
                <a:cubicBezTo>
                  <a:pt x="8130062" y="1088979"/>
                  <a:pt x="8136714" y="1091175"/>
                  <a:pt x="8143398" y="1091591"/>
                </a:cubicBezTo>
                <a:close/>
                <a:moveTo>
                  <a:pt x="3211349" y="1091628"/>
                </a:moveTo>
                <a:cubicBezTo>
                  <a:pt x="3229200" y="1092665"/>
                  <a:pt x="3247941" y="1082190"/>
                  <a:pt x="3248110" y="1061840"/>
                </a:cubicBezTo>
                <a:cubicBezTo>
                  <a:pt x="3254216" y="1033338"/>
                  <a:pt x="3220974" y="1014412"/>
                  <a:pt x="3197681" y="1027409"/>
                </a:cubicBezTo>
                <a:cubicBezTo>
                  <a:pt x="3175067" y="1037898"/>
                  <a:pt x="3174841" y="1073240"/>
                  <a:pt x="3194515" y="1086693"/>
                </a:cubicBezTo>
                <a:cubicBezTo>
                  <a:pt x="3199547" y="1089657"/>
                  <a:pt x="3205398" y="1091282"/>
                  <a:pt x="3211349" y="1091628"/>
                </a:cubicBezTo>
                <a:close/>
                <a:moveTo>
                  <a:pt x="5063310" y="1091674"/>
                </a:moveTo>
                <a:cubicBezTo>
                  <a:pt x="5082454" y="1091834"/>
                  <a:pt x="5100999" y="1075975"/>
                  <a:pt x="5097795" y="1053976"/>
                </a:cubicBezTo>
                <a:cubicBezTo>
                  <a:pt x="5098020" y="1023053"/>
                  <a:pt x="5056211" y="1014412"/>
                  <a:pt x="5037330" y="1033967"/>
                </a:cubicBezTo>
                <a:cubicBezTo>
                  <a:pt x="5025866" y="1049656"/>
                  <a:pt x="5027215" y="1075349"/>
                  <a:pt x="5044748" y="1085809"/>
                </a:cubicBezTo>
                <a:cubicBezTo>
                  <a:pt x="5050480" y="1089788"/>
                  <a:pt x="5056928" y="1091621"/>
                  <a:pt x="5063310" y="1091674"/>
                </a:cubicBezTo>
                <a:close/>
                <a:moveTo>
                  <a:pt x="8253169" y="1091742"/>
                </a:moveTo>
                <a:cubicBezTo>
                  <a:pt x="8263800" y="1090710"/>
                  <a:pt x="8273892" y="1085375"/>
                  <a:pt x="8279108" y="1075622"/>
                </a:cubicBezTo>
                <a:cubicBezTo>
                  <a:pt x="8291354" y="1053594"/>
                  <a:pt x="8276840" y="1020322"/>
                  <a:pt x="8249399" y="1023534"/>
                </a:cubicBezTo>
                <a:cubicBezTo>
                  <a:pt x="8218329" y="1019174"/>
                  <a:pt x="8205629" y="1061166"/>
                  <a:pt x="8223999" y="1082047"/>
                </a:cubicBezTo>
                <a:cubicBezTo>
                  <a:pt x="8231369" y="1089505"/>
                  <a:pt x="8242538" y="1092775"/>
                  <a:pt x="8253169" y="1091742"/>
                </a:cubicBezTo>
                <a:close/>
                <a:moveTo>
                  <a:pt x="7841132" y="1194396"/>
                </a:moveTo>
                <a:cubicBezTo>
                  <a:pt x="7863487" y="1191802"/>
                  <a:pt x="7884089" y="1165735"/>
                  <a:pt x="7871970" y="1144134"/>
                </a:cubicBezTo>
                <a:cubicBezTo>
                  <a:pt x="7862968" y="1125084"/>
                  <a:pt x="7837114" y="1117600"/>
                  <a:pt x="7819340" y="1129166"/>
                </a:cubicBezTo>
                <a:cubicBezTo>
                  <a:pt x="7797641" y="1141413"/>
                  <a:pt x="7798103" y="1175657"/>
                  <a:pt x="7819340" y="1188131"/>
                </a:cubicBezTo>
                <a:cubicBezTo>
                  <a:pt x="7826034" y="1193517"/>
                  <a:pt x="7833681" y="1195260"/>
                  <a:pt x="7841132" y="1194396"/>
                </a:cubicBezTo>
                <a:close/>
                <a:moveTo>
                  <a:pt x="5057201" y="1194417"/>
                </a:moveTo>
                <a:cubicBezTo>
                  <a:pt x="5062373" y="1195775"/>
                  <a:pt x="5068051" y="1195718"/>
                  <a:pt x="5074176" y="1193712"/>
                </a:cubicBezTo>
                <a:cubicBezTo>
                  <a:pt x="5110004" y="1185227"/>
                  <a:pt x="5105150" y="1123085"/>
                  <a:pt x="5066780" y="1123773"/>
                </a:cubicBezTo>
                <a:cubicBezTo>
                  <a:pt x="5044127" y="1119187"/>
                  <a:pt x="5033725" y="1142118"/>
                  <a:pt x="5025866" y="1158398"/>
                </a:cubicBezTo>
                <a:cubicBezTo>
                  <a:pt x="5030720" y="1173533"/>
                  <a:pt x="5041685" y="1190344"/>
                  <a:pt x="5057201" y="1194417"/>
                </a:cubicBezTo>
                <a:close/>
                <a:moveTo>
                  <a:pt x="8141221" y="1194512"/>
                </a:moveTo>
                <a:cubicBezTo>
                  <a:pt x="8158813" y="1196611"/>
                  <a:pt x="8178630" y="1185289"/>
                  <a:pt x="8179490" y="1166460"/>
                </a:cubicBezTo>
                <a:cubicBezTo>
                  <a:pt x="8184992" y="1145653"/>
                  <a:pt x="8169173" y="1120775"/>
                  <a:pt x="8145789" y="1124168"/>
                </a:cubicBezTo>
                <a:cubicBezTo>
                  <a:pt x="8113005" y="1121680"/>
                  <a:pt x="8100854" y="1170079"/>
                  <a:pt x="8125155" y="1187720"/>
                </a:cubicBezTo>
                <a:cubicBezTo>
                  <a:pt x="8129740" y="1191621"/>
                  <a:pt x="8135357" y="1193812"/>
                  <a:pt x="8141221" y="1194512"/>
                </a:cubicBezTo>
                <a:close/>
                <a:moveTo>
                  <a:pt x="2591354" y="1194531"/>
                </a:moveTo>
                <a:cubicBezTo>
                  <a:pt x="2607221" y="1197194"/>
                  <a:pt x="2625440" y="1189087"/>
                  <a:pt x="2630252" y="1173216"/>
                </a:cubicBezTo>
                <a:cubicBezTo>
                  <a:pt x="2639877" y="1151365"/>
                  <a:pt x="2622689" y="1121694"/>
                  <a:pt x="2597711" y="1123764"/>
                </a:cubicBezTo>
                <a:cubicBezTo>
                  <a:pt x="2565169" y="1120774"/>
                  <a:pt x="2552563" y="1170226"/>
                  <a:pt x="2576856" y="1188167"/>
                </a:cubicBezTo>
                <a:cubicBezTo>
                  <a:pt x="2581038" y="1191559"/>
                  <a:pt x="2586065" y="1193644"/>
                  <a:pt x="2591354" y="1194531"/>
                </a:cubicBezTo>
                <a:close/>
                <a:moveTo>
                  <a:pt x="5278139" y="1194939"/>
                </a:moveTo>
                <a:cubicBezTo>
                  <a:pt x="5288941" y="1192692"/>
                  <a:pt x="5298371" y="1185721"/>
                  <a:pt x="5301114" y="1173854"/>
                </a:cubicBezTo>
                <a:cubicBezTo>
                  <a:pt x="5310029" y="1154727"/>
                  <a:pt x="5297913" y="1125691"/>
                  <a:pt x="5275282" y="1124539"/>
                </a:cubicBezTo>
                <a:cubicBezTo>
                  <a:pt x="5241221" y="1116012"/>
                  <a:pt x="5224304" y="1166249"/>
                  <a:pt x="5246936" y="1187680"/>
                </a:cubicBezTo>
                <a:cubicBezTo>
                  <a:pt x="5255165" y="1194709"/>
                  <a:pt x="5267338" y="1197186"/>
                  <a:pt x="5278139" y="1194939"/>
                </a:cubicBezTo>
                <a:close/>
                <a:moveTo>
                  <a:pt x="4759883" y="1195043"/>
                </a:moveTo>
                <a:cubicBezTo>
                  <a:pt x="4780669" y="1191718"/>
                  <a:pt x="4798666" y="1167676"/>
                  <a:pt x="4788578" y="1146704"/>
                </a:cubicBezTo>
                <a:cubicBezTo>
                  <a:pt x="4781054" y="1123060"/>
                  <a:pt x="4744119" y="1116012"/>
                  <a:pt x="4729756" y="1136928"/>
                </a:cubicBezTo>
                <a:cubicBezTo>
                  <a:pt x="4716304" y="1153524"/>
                  <a:pt x="4720636" y="1179669"/>
                  <a:pt x="4739103" y="1190582"/>
                </a:cubicBezTo>
                <a:cubicBezTo>
                  <a:pt x="4745715" y="1194958"/>
                  <a:pt x="4752954" y="1196152"/>
                  <a:pt x="4759883" y="1195043"/>
                </a:cubicBezTo>
                <a:close/>
                <a:moveTo>
                  <a:pt x="5366860" y="1195203"/>
                </a:moveTo>
                <a:cubicBezTo>
                  <a:pt x="5384706" y="1197886"/>
                  <a:pt x="5405372" y="1186119"/>
                  <a:pt x="5406582" y="1166981"/>
                </a:cubicBezTo>
                <a:cubicBezTo>
                  <a:pt x="5410041" y="1146521"/>
                  <a:pt x="5394361" y="1121234"/>
                  <a:pt x="5371764" y="1123763"/>
                </a:cubicBezTo>
                <a:cubicBezTo>
                  <a:pt x="5338329" y="1120774"/>
                  <a:pt x="5327491" y="1169050"/>
                  <a:pt x="5350780" y="1187441"/>
                </a:cubicBezTo>
                <a:cubicBezTo>
                  <a:pt x="5355277" y="1191809"/>
                  <a:pt x="5360912" y="1194309"/>
                  <a:pt x="5366860" y="1195203"/>
                </a:cubicBezTo>
                <a:close/>
                <a:moveTo>
                  <a:pt x="5167574" y="1195214"/>
                </a:moveTo>
                <a:cubicBezTo>
                  <a:pt x="5187452" y="1193522"/>
                  <a:pt x="5205245" y="1173775"/>
                  <a:pt x="5200455" y="1152358"/>
                </a:cubicBezTo>
                <a:cubicBezTo>
                  <a:pt x="5197946" y="1123574"/>
                  <a:pt x="5154603" y="1112837"/>
                  <a:pt x="5139091" y="1136824"/>
                </a:cubicBezTo>
                <a:cubicBezTo>
                  <a:pt x="5129054" y="1153044"/>
                  <a:pt x="5130195" y="1179315"/>
                  <a:pt x="5147760" y="1190281"/>
                </a:cubicBezTo>
                <a:cubicBezTo>
                  <a:pt x="5154090" y="1194336"/>
                  <a:pt x="5160948" y="1195778"/>
                  <a:pt x="5167574" y="1195214"/>
                </a:cubicBezTo>
                <a:close/>
                <a:moveTo>
                  <a:pt x="3317499" y="1195233"/>
                </a:moveTo>
                <a:cubicBezTo>
                  <a:pt x="3336026" y="1194632"/>
                  <a:pt x="3353713" y="1178568"/>
                  <a:pt x="3352164" y="1158637"/>
                </a:cubicBezTo>
                <a:cubicBezTo>
                  <a:pt x="3354000" y="1132522"/>
                  <a:pt x="3321867" y="1114424"/>
                  <a:pt x="3300293" y="1127711"/>
                </a:cubicBezTo>
                <a:cubicBezTo>
                  <a:pt x="3278947" y="1140998"/>
                  <a:pt x="3278029" y="1176735"/>
                  <a:pt x="3299374" y="1190251"/>
                </a:cubicBezTo>
                <a:cubicBezTo>
                  <a:pt x="3305055" y="1193916"/>
                  <a:pt x="3311324" y="1195434"/>
                  <a:pt x="3317499" y="1195233"/>
                </a:cubicBezTo>
                <a:close/>
                <a:moveTo>
                  <a:pt x="7734925" y="1195254"/>
                </a:moveTo>
                <a:cubicBezTo>
                  <a:pt x="7755729" y="1194665"/>
                  <a:pt x="7776438" y="1172258"/>
                  <a:pt x="7769974" y="1150492"/>
                </a:cubicBezTo>
                <a:cubicBezTo>
                  <a:pt x="7765665" y="1132212"/>
                  <a:pt x="7745935" y="1119187"/>
                  <a:pt x="7727565" y="1124443"/>
                </a:cubicBezTo>
                <a:cubicBezTo>
                  <a:pt x="7698536" y="1128784"/>
                  <a:pt x="7691279" y="1172200"/>
                  <a:pt x="7715092" y="1187739"/>
                </a:cubicBezTo>
                <a:cubicBezTo>
                  <a:pt x="7721045" y="1193223"/>
                  <a:pt x="7727990" y="1195451"/>
                  <a:pt x="7734925" y="1195254"/>
                </a:cubicBezTo>
                <a:close/>
                <a:moveTo>
                  <a:pt x="7941766" y="1195278"/>
                </a:moveTo>
                <a:cubicBezTo>
                  <a:pt x="7960761" y="1194741"/>
                  <a:pt x="7979181" y="1178668"/>
                  <a:pt x="7976111" y="1157695"/>
                </a:cubicBezTo>
                <a:cubicBezTo>
                  <a:pt x="7976111" y="1137753"/>
                  <a:pt x="7957691" y="1119187"/>
                  <a:pt x="7937453" y="1124001"/>
                </a:cubicBezTo>
                <a:cubicBezTo>
                  <a:pt x="7907663" y="1126751"/>
                  <a:pt x="7896066" y="1175802"/>
                  <a:pt x="7923354" y="1190243"/>
                </a:cubicBezTo>
                <a:cubicBezTo>
                  <a:pt x="7929039" y="1193910"/>
                  <a:pt x="7935435" y="1195457"/>
                  <a:pt x="7941766" y="1195278"/>
                </a:cubicBezTo>
                <a:close/>
                <a:moveTo>
                  <a:pt x="3002835" y="1195364"/>
                </a:moveTo>
                <a:cubicBezTo>
                  <a:pt x="3020141" y="1197468"/>
                  <a:pt x="3039029" y="1185272"/>
                  <a:pt x="3042234" y="1166891"/>
                </a:cubicBezTo>
                <a:cubicBezTo>
                  <a:pt x="3049429" y="1140322"/>
                  <a:pt x="3017499" y="1112837"/>
                  <a:pt x="2993440" y="1128183"/>
                </a:cubicBezTo>
                <a:cubicBezTo>
                  <a:pt x="2970954" y="1138261"/>
                  <a:pt x="2970054" y="1171930"/>
                  <a:pt x="2986694" y="1188192"/>
                </a:cubicBezTo>
                <a:cubicBezTo>
                  <a:pt x="2991472" y="1192372"/>
                  <a:pt x="2997065" y="1194663"/>
                  <a:pt x="3002835" y="1195364"/>
                </a:cubicBezTo>
                <a:close/>
                <a:moveTo>
                  <a:pt x="5684463" y="1195366"/>
                </a:moveTo>
                <a:cubicBezTo>
                  <a:pt x="5705629" y="1192118"/>
                  <a:pt x="5724084" y="1168484"/>
                  <a:pt x="5713708" y="1146774"/>
                </a:cubicBezTo>
                <a:cubicBezTo>
                  <a:pt x="5705090" y="1117599"/>
                  <a:pt x="5657465" y="1117599"/>
                  <a:pt x="5649074" y="1146774"/>
                </a:cubicBezTo>
                <a:cubicBezTo>
                  <a:pt x="5640229" y="1162729"/>
                  <a:pt x="5648394" y="1182559"/>
                  <a:pt x="5663362" y="1190993"/>
                </a:cubicBezTo>
                <a:cubicBezTo>
                  <a:pt x="5670052" y="1195266"/>
                  <a:pt x="5677408" y="1196449"/>
                  <a:pt x="5684463" y="1195366"/>
                </a:cubicBezTo>
                <a:close/>
                <a:moveTo>
                  <a:pt x="2804046" y="1195386"/>
                </a:moveTo>
                <a:cubicBezTo>
                  <a:pt x="2824495" y="1194328"/>
                  <a:pt x="2844172" y="1173562"/>
                  <a:pt x="2837998" y="1152026"/>
                </a:cubicBezTo>
                <a:cubicBezTo>
                  <a:pt x="2833654" y="1126730"/>
                  <a:pt x="2797553" y="1114424"/>
                  <a:pt x="2779947" y="1133795"/>
                </a:cubicBezTo>
                <a:cubicBezTo>
                  <a:pt x="2762114" y="1148152"/>
                  <a:pt x="2764172" y="1178006"/>
                  <a:pt x="2784292" y="1189172"/>
                </a:cubicBezTo>
                <a:cubicBezTo>
                  <a:pt x="2790350" y="1193901"/>
                  <a:pt x="2797252" y="1195738"/>
                  <a:pt x="2804046" y="1195386"/>
                </a:cubicBezTo>
                <a:close/>
                <a:moveTo>
                  <a:pt x="2905010" y="1195420"/>
                </a:moveTo>
                <a:cubicBezTo>
                  <a:pt x="2921465" y="1195880"/>
                  <a:pt x="2938275" y="1183834"/>
                  <a:pt x="2939827" y="1166515"/>
                </a:cubicBezTo>
                <a:cubicBezTo>
                  <a:pt x="2944654" y="1145709"/>
                  <a:pt x="2926953" y="1119187"/>
                  <a:pt x="2903735" y="1124446"/>
                </a:cubicBezTo>
                <a:cubicBezTo>
                  <a:pt x="2869712" y="1123989"/>
                  <a:pt x="2860516" y="1176118"/>
                  <a:pt x="2889252" y="1190522"/>
                </a:cubicBezTo>
                <a:cubicBezTo>
                  <a:pt x="2894080" y="1193723"/>
                  <a:pt x="2899525" y="1195266"/>
                  <a:pt x="2905010" y="1195420"/>
                </a:cubicBezTo>
                <a:close/>
                <a:moveTo>
                  <a:pt x="4960624" y="1195432"/>
                </a:moveTo>
                <a:cubicBezTo>
                  <a:pt x="4981522" y="1195090"/>
                  <a:pt x="5003000" y="1173213"/>
                  <a:pt x="4996312" y="1151335"/>
                </a:cubicBezTo>
                <a:cubicBezTo>
                  <a:pt x="4992197" y="1127407"/>
                  <a:pt x="4960417" y="1116012"/>
                  <a:pt x="4941440" y="1130825"/>
                </a:cubicBezTo>
                <a:cubicBezTo>
                  <a:pt x="4922234" y="1143359"/>
                  <a:pt x="4921091" y="1175264"/>
                  <a:pt x="4940983" y="1187798"/>
                </a:cubicBezTo>
                <a:cubicBezTo>
                  <a:pt x="4946756" y="1193267"/>
                  <a:pt x="4953658" y="1195546"/>
                  <a:pt x="4960624" y="1195432"/>
                </a:cubicBezTo>
                <a:close/>
                <a:moveTo>
                  <a:pt x="8044758" y="1195750"/>
                </a:moveTo>
                <a:cubicBezTo>
                  <a:pt x="8063371" y="1194866"/>
                  <a:pt x="8080886" y="1179050"/>
                  <a:pt x="8078132" y="1158759"/>
                </a:cubicBezTo>
                <a:cubicBezTo>
                  <a:pt x="8080656" y="1129657"/>
                  <a:pt x="8043245" y="1114424"/>
                  <a:pt x="8021441" y="1131021"/>
                </a:cubicBezTo>
                <a:cubicBezTo>
                  <a:pt x="8005604" y="1147391"/>
                  <a:pt x="8005604" y="1178539"/>
                  <a:pt x="8026490" y="1191271"/>
                </a:cubicBezTo>
                <a:cubicBezTo>
                  <a:pt x="8032228" y="1194681"/>
                  <a:pt x="8038554" y="1196045"/>
                  <a:pt x="8044758" y="1195750"/>
                </a:cubicBezTo>
                <a:close/>
                <a:moveTo>
                  <a:pt x="3216570" y="1195805"/>
                </a:moveTo>
                <a:cubicBezTo>
                  <a:pt x="3248320" y="1195116"/>
                  <a:pt x="3258979" y="1150081"/>
                  <a:pt x="3234713" y="1131699"/>
                </a:cubicBezTo>
                <a:cubicBezTo>
                  <a:pt x="3212715" y="1111249"/>
                  <a:pt x="3181419" y="1133537"/>
                  <a:pt x="3176429" y="1159042"/>
                </a:cubicBezTo>
                <a:cubicBezTo>
                  <a:pt x="3183913" y="1176045"/>
                  <a:pt x="3194119" y="1198562"/>
                  <a:pt x="3216570" y="1195805"/>
                </a:cubicBezTo>
                <a:close/>
                <a:moveTo>
                  <a:pt x="4861751" y="1196093"/>
                </a:moveTo>
                <a:cubicBezTo>
                  <a:pt x="4881486" y="1193732"/>
                  <a:pt x="4898726" y="1172305"/>
                  <a:pt x="4893541" y="1151523"/>
                </a:cubicBezTo>
                <a:cubicBezTo>
                  <a:pt x="4889393" y="1122668"/>
                  <a:pt x="4843996" y="1114424"/>
                  <a:pt x="4829478" y="1139844"/>
                </a:cubicBezTo>
                <a:cubicBezTo>
                  <a:pt x="4814729" y="1156332"/>
                  <a:pt x="4824177" y="1181523"/>
                  <a:pt x="4841922" y="1191370"/>
                </a:cubicBezTo>
                <a:cubicBezTo>
                  <a:pt x="4848317" y="1195549"/>
                  <a:pt x="4855172" y="1196880"/>
                  <a:pt x="4861751" y="1196093"/>
                </a:cubicBezTo>
                <a:close/>
                <a:moveTo>
                  <a:pt x="8250666" y="1198562"/>
                </a:moveTo>
                <a:cubicBezTo>
                  <a:pt x="8262112" y="1191494"/>
                  <a:pt x="8273558" y="1183971"/>
                  <a:pt x="8284317" y="1175991"/>
                </a:cubicBezTo>
                <a:cubicBezTo>
                  <a:pt x="8282028" y="1160488"/>
                  <a:pt x="8285004" y="1140652"/>
                  <a:pt x="8270124" y="1130393"/>
                </a:cubicBezTo>
                <a:cubicBezTo>
                  <a:pt x="8249293" y="1112837"/>
                  <a:pt x="8213124" y="1130393"/>
                  <a:pt x="8215642" y="1157752"/>
                </a:cubicBezTo>
                <a:cubicBezTo>
                  <a:pt x="8211979" y="1180323"/>
                  <a:pt x="8233497" y="1191039"/>
                  <a:pt x="8250666" y="1198562"/>
                </a:cubicBezTo>
                <a:close/>
                <a:moveTo>
                  <a:pt x="3112135" y="1198562"/>
                </a:moveTo>
                <a:cubicBezTo>
                  <a:pt x="3132726" y="1191226"/>
                  <a:pt x="3151029" y="1174261"/>
                  <a:pt x="3144394" y="1150418"/>
                </a:cubicBezTo>
                <a:cubicBezTo>
                  <a:pt x="3143022" y="1114424"/>
                  <a:pt x="3081478" y="1114654"/>
                  <a:pt x="3079876" y="1150189"/>
                </a:cubicBezTo>
                <a:cubicBezTo>
                  <a:pt x="3073241" y="1174261"/>
                  <a:pt x="3090858" y="1192143"/>
                  <a:pt x="3112135" y="1198562"/>
                </a:cubicBezTo>
                <a:close/>
                <a:moveTo>
                  <a:pt x="2701675" y="1198562"/>
                </a:moveTo>
                <a:cubicBezTo>
                  <a:pt x="2722820" y="1191932"/>
                  <a:pt x="2746240" y="1170211"/>
                  <a:pt x="2732598" y="1146205"/>
                </a:cubicBezTo>
                <a:cubicBezTo>
                  <a:pt x="2723048" y="1114424"/>
                  <a:pt x="2672116" y="1118311"/>
                  <a:pt x="2666886" y="1151006"/>
                </a:cubicBezTo>
                <a:cubicBezTo>
                  <a:pt x="2658927" y="1175241"/>
                  <a:pt x="2682347" y="1191017"/>
                  <a:pt x="2701675" y="1198562"/>
                </a:cubicBezTo>
                <a:close/>
                <a:moveTo>
                  <a:pt x="2812368" y="1296051"/>
                </a:moveTo>
                <a:cubicBezTo>
                  <a:pt x="2834877" y="1292413"/>
                  <a:pt x="2838288" y="1267405"/>
                  <a:pt x="2839879" y="1248990"/>
                </a:cubicBezTo>
                <a:cubicBezTo>
                  <a:pt x="2824646" y="1233531"/>
                  <a:pt x="2798298" y="1216025"/>
                  <a:pt x="2778971" y="1236259"/>
                </a:cubicBezTo>
                <a:cubicBezTo>
                  <a:pt x="2751005" y="1258539"/>
                  <a:pt x="2778744" y="1308100"/>
                  <a:pt x="2812368" y="1296051"/>
                </a:cubicBezTo>
                <a:close/>
                <a:moveTo>
                  <a:pt x="4768380" y="1296060"/>
                </a:moveTo>
                <a:cubicBezTo>
                  <a:pt x="4777921" y="1292851"/>
                  <a:pt x="4786001" y="1286032"/>
                  <a:pt x="4788751" y="1276061"/>
                </a:cubicBezTo>
                <a:cubicBezTo>
                  <a:pt x="4800441" y="1250160"/>
                  <a:pt x="4771790" y="1217612"/>
                  <a:pt x="4744514" y="1228614"/>
                </a:cubicBezTo>
                <a:cubicBezTo>
                  <a:pt x="4716550" y="1237095"/>
                  <a:pt x="4714716" y="1280645"/>
                  <a:pt x="4739242" y="1294398"/>
                </a:cubicBezTo>
                <a:cubicBezTo>
                  <a:pt x="4747837" y="1298868"/>
                  <a:pt x="4758839" y="1299269"/>
                  <a:pt x="4768380" y="1296060"/>
                </a:cubicBezTo>
                <a:close/>
                <a:moveTo>
                  <a:pt x="5178252" y="1297036"/>
                </a:moveTo>
                <a:cubicBezTo>
                  <a:pt x="5187451" y="1293892"/>
                  <a:pt x="5195304" y="1286860"/>
                  <a:pt x="5198333" y="1276799"/>
                </a:cubicBezTo>
                <a:cubicBezTo>
                  <a:pt x="5208429" y="1253017"/>
                  <a:pt x="5188460" y="1222375"/>
                  <a:pt x="5161985" y="1227406"/>
                </a:cubicBezTo>
                <a:cubicBezTo>
                  <a:pt x="5130125" y="1229464"/>
                  <a:pt x="5124291" y="1279085"/>
                  <a:pt x="5150094" y="1293949"/>
                </a:cubicBezTo>
                <a:cubicBezTo>
                  <a:pt x="5158507" y="1299437"/>
                  <a:pt x="5169053" y="1300180"/>
                  <a:pt x="5178252" y="1297036"/>
                </a:cubicBezTo>
                <a:close/>
                <a:moveTo>
                  <a:pt x="4967986" y="1297253"/>
                </a:moveTo>
                <a:cubicBezTo>
                  <a:pt x="4988838" y="1293118"/>
                  <a:pt x="5006193" y="1268922"/>
                  <a:pt x="4994796" y="1248682"/>
                </a:cubicBezTo>
                <a:cubicBezTo>
                  <a:pt x="4984895" y="1223962"/>
                  <a:pt x="4945983" y="1219199"/>
                  <a:pt x="4931938" y="1242105"/>
                </a:cubicBezTo>
                <a:cubicBezTo>
                  <a:pt x="4919504" y="1259794"/>
                  <a:pt x="4926412" y="1285648"/>
                  <a:pt x="4946904" y="1293812"/>
                </a:cubicBezTo>
                <a:cubicBezTo>
                  <a:pt x="4953696" y="1297781"/>
                  <a:pt x="4961035" y="1298631"/>
                  <a:pt x="4967986" y="1297253"/>
                </a:cubicBezTo>
                <a:close/>
                <a:moveTo>
                  <a:pt x="3310591" y="1297670"/>
                </a:moveTo>
                <a:cubicBezTo>
                  <a:pt x="3328335" y="1300601"/>
                  <a:pt x="3347797" y="1290199"/>
                  <a:pt x="3350850" y="1270588"/>
                </a:cubicBezTo>
                <a:cubicBezTo>
                  <a:pt x="3358991" y="1242168"/>
                  <a:pt x="3323713" y="1217612"/>
                  <a:pt x="3299290" y="1231482"/>
                </a:cubicBezTo>
                <a:cubicBezTo>
                  <a:pt x="3279616" y="1243305"/>
                  <a:pt x="3280295" y="1274226"/>
                  <a:pt x="3294089" y="1290142"/>
                </a:cubicBezTo>
                <a:cubicBezTo>
                  <a:pt x="3298951" y="1294234"/>
                  <a:pt x="3304676" y="1296693"/>
                  <a:pt x="3310591" y="1297670"/>
                </a:cubicBezTo>
                <a:close/>
                <a:moveTo>
                  <a:pt x="3012279" y="1297677"/>
                </a:moveTo>
                <a:cubicBezTo>
                  <a:pt x="3031933" y="1295055"/>
                  <a:pt x="3049053" y="1275360"/>
                  <a:pt x="3043158" y="1254897"/>
                </a:cubicBezTo>
                <a:cubicBezTo>
                  <a:pt x="3039229" y="1232387"/>
                  <a:pt x="3011722" y="1219200"/>
                  <a:pt x="2991381" y="1230569"/>
                </a:cubicBezTo>
                <a:cubicBezTo>
                  <a:pt x="2966879" y="1242846"/>
                  <a:pt x="2969653" y="1281498"/>
                  <a:pt x="2992537" y="1294004"/>
                </a:cubicBezTo>
                <a:cubicBezTo>
                  <a:pt x="2998894" y="1297528"/>
                  <a:pt x="3005727" y="1298551"/>
                  <a:pt x="3012279" y="1297677"/>
                </a:cubicBezTo>
                <a:close/>
                <a:moveTo>
                  <a:pt x="5272392" y="1297740"/>
                </a:moveTo>
                <a:cubicBezTo>
                  <a:pt x="5291507" y="1295124"/>
                  <a:pt x="5308096" y="1275488"/>
                  <a:pt x="5302296" y="1254818"/>
                </a:cubicBezTo>
                <a:cubicBezTo>
                  <a:pt x="5300250" y="1227488"/>
                  <a:pt x="5264315" y="1217612"/>
                  <a:pt x="5245892" y="1234607"/>
                </a:cubicBezTo>
                <a:cubicBezTo>
                  <a:pt x="5230654" y="1251373"/>
                  <a:pt x="5233611" y="1281918"/>
                  <a:pt x="5253170" y="1294091"/>
                </a:cubicBezTo>
                <a:cubicBezTo>
                  <a:pt x="5259368" y="1297593"/>
                  <a:pt x="5266020" y="1298612"/>
                  <a:pt x="5272392" y="1297740"/>
                </a:cubicBezTo>
                <a:close/>
                <a:moveTo>
                  <a:pt x="2497353" y="1297768"/>
                </a:moveTo>
                <a:cubicBezTo>
                  <a:pt x="2516375" y="1295234"/>
                  <a:pt x="2532374" y="1275807"/>
                  <a:pt x="2528942" y="1255617"/>
                </a:cubicBezTo>
                <a:cubicBezTo>
                  <a:pt x="2527799" y="1228923"/>
                  <a:pt x="2490284" y="1217612"/>
                  <a:pt x="2472213" y="1235710"/>
                </a:cubicBezTo>
                <a:cubicBezTo>
                  <a:pt x="2454141" y="1250867"/>
                  <a:pt x="2456886" y="1282990"/>
                  <a:pt x="2477931" y="1294075"/>
                </a:cubicBezTo>
                <a:cubicBezTo>
                  <a:pt x="2484336" y="1297581"/>
                  <a:pt x="2491013" y="1298613"/>
                  <a:pt x="2497353" y="1297768"/>
                </a:cubicBezTo>
                <a:close/>
                <a:moveTo>
                  <a:pt x="5066562" y="1297844"/>
                </a:moveTo>
                <a:cubicBezTo>
                  <a:pt x="5087857" y="1295312"/>
                  <a:pt x="5106509" y="1269670"/>
                  <a:pt x="5096022" y="1248130"/>
                </a:cubicBezTo>
                <a:cubicBezTo>
                  <a:pt x="5089834" y="1226705"/>
                  <a:pt x="5061411" y="1222374"/>
                  <a:pt x="5043991" y="1232175"/>
                </a:cubicBezTo>
                <a:cubicBezTo>
                  <a:pt x="5024508" y="1246307"/>
                  <a:pt x="5024279" y="1278673"/>
                  <a:pt x="5045367" y="1291665"/>
                </a:cubicBezTo>
                <a:cubicBezTo>
                  <a:pt x="5052071" y="1296964"/>
                  <a:pt x="5059463" y="1298688"/>
                  <a:pt x="5066562" y="1297844"/>
                </a:cubicBezTo>
                <a:close/>
                <a:moveTo>
                  <a:pt x="5375556" y="1297929"/>
                </a:moveTo>
                <a:cubicBezTo>
                  <a:pt x="5394266" y="1295083"/>
                  <a:pt x="5410042" y="1275450"/>
                  <a:pt x="5405279" y="1255173"/>
                </a:cubicBezTo>
                <a:cubicBezTo>
                  <a:pt x="5405052" y="1230656"/>
                  <a:pt x="5374663" y="1219200"/>
                  <a:pt x="5355840" y="1230886"/>
                </a:cubicBezTo>
                <a:cubicBezTo>
                  <a:pt x="5332254" y="1243029"/>
                  <a:pt x="5332935" y="1282438"/>
                  <a:pt x="5356520" y="1294582"/>
                </a:cubicBezTo>
                <a:cubicBezTo>
                  <a:pt x="5362757" y="1297961"/>
                  <a:pt x="5369319" y="1298878"/>
                  <a:pt x="5375556" y="1297929"/>
                </a:cubicBezTo>
                <a:close/>
                <a:moveTo>
                  <a:pt x="2601220" y="1297977"/>
                </a:moveTo>
                <a:cubicBezTo>
                  <a:pt x="2619782" y="1295030"/>
                  <a:pt x="2635344" y="1275339"/>
                  <a:pt x="2631261" y="1255129"/>
                </a:cubicBezTo>
                <a:cubicBezTo>
                  <a:pt x="2629675" y="1228873"/>
                  <a:pt x="2595203" y="1219200"/>
                  <a:pt x="2575473" y="1232558"/>
                </a:cubicBezTo>
                <a:cubicBezTo>
                  <a:pt x="2558918" y="1249832"/>
                  <a:pt x="2560959" y="1282305"/>
                  <a:pt x="2582277" y="1294742"/>
                </a:cubicBezTo>
                <a:cubicBezTo>
                  <a:pt x="2588513" y="1298082"/>
                  <a:pt x="2595032" y="1298960"/>
                  <a:pt x="2601220" y="1297977"/>
                </a:cubicBezTo>
                <a:close/>
                <a:moveTo>
                  <a:pt x="4860168" y="1298072"/>
                </a:moveTo>
                <a:cubicBezTo>
                  <a:pt x="4877464" y="1296921"/>
                  <a:pt x="4894218" y="1281959"/>
                  <a:pt x="4893877" y="1263544"/>
                </a:cubicBezTo>
                <a:cubicBezTo>
                  <a:pt x="4897279" y="1231943"/>
                  <a:pt x="4851922" y="1214437"/>
                  <a:pt x="4832645" y="1238991"/>
                </a:cubicBezTo>
                <a:cubicBezTo>
                  <a:pt x="4814729" y="1255359"/>
                  <a:pt x="4824481" y="1283550"/>
                  <a:pt x="4843304" y="1294236"/>
                </a:cubicBezTo>
                <a:cubicBezTo>
                  <a:pt x="4848577" y="1297305"/>
                  <a:pt x="4854403" y="1298456"/>
                  <a:pt x="4860168" y="1298072"/>
                </a:cubicBezTo>
                <a:close/>
                <a:moveTo>
                  <a:pt x="3111114" y="1298222"/>
                </a:moveTo>
                <a:cubicBezTo>
                  <a:pt x="3122146" y="1298250"/>
                  <a:pt x="3133178" y="1293276"/>
                  <a:pt x="3138523" y="1283214"/>
                </a:cubicBezTo>
                <a:cubicBezTo>
                  <a:pt x="3149441" y="1267387"/>
                  <a:pt x="3141480" y="1247717"/>
                  <a:pt x="3135566" y="1231437"/>
                </a:cubicBezTo>
                <a:cubicBezTo>
                  <a:pt x="3119644" y="1228724"/>
                  <a:pt x="3103494" y="1228950"/>
                  <a:pt x="3087799" y="1230759"/>
                </a:cubicBezTo>
                <a:cubicBezTo>
                  <a:pt x="3081430" y="1247038"/>
                  <a:pt x="3073241" y="1266935"/>
                  <a:pt x="3083705" y="1283214"/>
                </a:cubicBezTo>
                <a:cubicBezTo>
                  <a:pt x="3089050" y="1293163"/>
                  <a:pt x="3100082" y="1298194"/>
                  <a:pt x="3111114" y="1298222"/>
                </a:cubicBezTo>
                <a:close/>
                <a:moveTo>
                  <a:pt x="3216403" y="1298238"/>
                </a:moveTo>
                <a:cubicBezTo>
                  <a:pt x="3254529" y="1299397"/>
                  <a:pt x="3262154" y="1235656"/>
                  <a:pt x="3224953" y="1227775"/>
                </a:cubicBezTo>
                <a:cubicBezTo>
                  <a:pt x="3200229" y="1219199"/>
                  <a:pt x="3181744" y="1241914"/>
                  <a:pt x="3176429" y="1263470"/>
                </a:cubicBezTo>
                <a:cubicBezTo>
                  <a:pt x="3183592" y="1280159"/>
                  <a:pt x="3193759" y="1303337"/>
                  <a:pt x="3216403" y="1298238"/>
                </a:cubicBezTo>
                <a:close/>
                <a:moveTo>
                  <a:pt x="5471359" y="1298250"/>
                </a:moveTo>
                <a:cubicBezTo>
                  <a:pt x="5488488" y="1299830"/>
                  <a:pt x="5507247" y="1288617"/>
                  <a:pt x="5509123" y="1270260"/>
                </a:cubicBezTo>
                <a:cubicBezTo>
                  <a:pt x="5517991" y="1243243"/>
                  <a:pt x="5485020" y="1217612"/>
                  <a:pt x="5460917" y="1229158"/>
                </a:cubicBezTo>
                <a:cubicBezTo>
                  <a:pt x="5435450" y="1238394"/>
                  <a:pt x="5432266" y="1278110"/>
                  <a:pt x="5455460" y="1292196"/>
                </a:cubicBezTo>
                <a:cubicBezTo>
                  <a:pt x="5460121" y="1295775"/>
                  <a:pt x="5465650" y="1297723"/>
                  <a:pt x="5471359" y="1298250"/>
                </a:cubicBezTo>
                <a:close/>
                <a:moveTo>
                  <a:pt x="2906509" y="1298427"/>
                </a:moveTo>
                <a:cubicBezTo>
                  <a:pt x="2924001" y="1297361"/>
                  <a:pt x="2940700" y="1282866"/>
                  <a:pt x="2939009" y="1263767"/>
                </a:cubicBezTo>
                <a:cubicBezTo>
                  <a:pt x="2943067" y="1236938"/>
                  <a:pt x="2909472" y="1217612"/>
                  <a:pt x="2888052" y="1232391"/>
                </a:cubicBezTo>
                <a:cubicBezTo>
                  <a:pt x="2865279" y="1244669"/>
                  <a:pt x="2867759" y="1282411"/>
                  <a:pt x="2889405" y="1294689"/>
                </a:cubicBezTo>
                <a:cubicBezTo>
                  <a:pt x="2894760" y="1297645"/>
                  <a:pt x="2900679" y="1298782"/>
                  <a:pt x="2906509" y="1298427"/>
                </a:cubicBezTo>
                <a:close/>
                <a:moveTo>
                  <a:pt x="2700817" y="1298518"/>
                </a:moveTo>
                <a:cubicBezTo>
                  <a:pt x="2721435" y="1297621"/>
                  <a:pt x="2741187" y="1276901"/>
                  <a:pt x="2735544" y="1254754"/>
                </a:cubicBezTo>
                <a:cubicBezTo>
                  <a:pt x="2731668" y="1230301"/>
                  <a:pt x="2700429" y="1217612"/>
                  <a:pt x="2681048" y="1233300"/>
                </a:cubicBezTo>
                <a:cubicBezTo>
                  <a:pt x="2658929" y="1245065"/>
                  <a:pt x="2660983" y="1279208"/>
                  <a:pt x="2680820" y="1292127"/>
                </a:cubicBezTo>
                <a:cubicBezTo>
                  <a:pt x="2686977" y="1296914"/>
                  <a:pt x="2693945" y="1298818"/>
                  <a:pt x="2700817" y="1298518"/>
                </a:cubicBezTo>
                <a:close/>
                <a:moveTo>
                  <a:pt x="7943718" y="1298627"/>
                </a:moveTo>
                <a:cubicBezTo>
                  <a:pt x="7962924" y="1296768"/>
                  <a:pt x="7980096" y="1277154"/>
                  <a:pt x="7975008" y="1256129"/>
                </a:cubicBezTo>
                <a:cubicBezTo>
                  <a:pt x="7973651" y="1225817"/>
                  <a:pt x="7928426" y="1217612"/>
                  <a:pt x="7913727" y="1242226"/>
                </a:cubicBezTo>
                <a:cubicBezTo>
                  <a:pt x="7904004" y="1258636"/>
                  <a:pt x="7907170" y="1283706"/>
                  <a:pt x="7924582" y="1293962"/>
                </a:cubicBezTo>
                <a:cubicBezTo>
                  <a:pt x="7930687" y="1297893"/>
                  <a:pt x="7937316" y="1299246"/>
                  <a:pt x="7943718" y="1298627"/>
                </a:cubicBezTo>
                <a:close/>
                <a:moveTo>
                  <a:pt x="3300935" y="1396044"/>
                </a:moveTo>
                <a:cubicBezTo>
                  <a:pt x="3320892" y="1404937"/>
                  <a:pt x="3351962" y="1394447"/>
                  <a:pt x="3351735" y="1369135"/>
                </a:cubicBezTo>
                <a:cubicBezTo>
                  <a:pt x="3355817" y="1340630"/>
                  <a:pt x="3321799" y="1322387"/>
                  <a:pt x="3298440" y="1334929"/>
                </a:cubicBezTo>
                <a:cubicBezTo>
                  <a:pt x="3279617" y="1348612"/>
                  <a:pt x="3278029" y="1385554"/>
                  <a:pt x="3300935" y="1396044"/>
                </a:cubicBezTo>
                <a:close/>
                <a:moveTo>
                  <a:pt x="2584915" y="1396361"/>
                </a:moveTo>
                <a:cubicBezTo>
                  <a:pt x="2604818" y="1403350"/>
                  <a:pt x="2634442" y="1392302"/>
                  <a:pt x="2632408" y="1367951"/>
                </a:cubicBezTo>
                <a:cubicBezTo>
                  <a:pt x="2635122" y="1345404"/>
                  <a:pt x="2613636" y="1325562"/>
                  <a:pt x="2591475" y="1331199"/>
                </a:cubicBezTo>
                <a:cubicBezTo>
                  <a:pt x="2560038" y="1334356"/>
                  <a:pt x="2554159" y="1387567"/>
                  <a:pt x="2584915" y="1396361"/>
                </a:cubicBezTo>
                <a:close/>
                <a:moveTo>
                  <a:pt x="4844732" y="1397205"/>
                </a:moveTo>
                <a:cubicBezTo>
                  <a:pt x="4865029" y="1404937"/>
                  <a:pt x="4892769" y="1393339"/>
                  <a:pt x="4893220" y="1369006"/>
                </a:cubicBezTo>
                <a:cubicBezTo>
                  <a:pt x="4897279" y="1341490"/>
                  <a:pt x="4864804" y="1322387"/>
                  <a:pt x="4842026" y="1335577"/>
                </a:cubicBezTo>
                <a:cubicBezTo>
                  <a:pt x="4816316" y="1346493"/>
                  <a:pt x="4818346" y="1388791"/>
                  <a:pt x="4844732" y="1397205"/>
                </a:cubicBezTo>
                <a:close/>
                <a:moveTo>
                  <a:pt x="5484585" y="1398115"/>
                </a:moveTo>
                <a:cubicBezTo>
                  <a:pt x="5493869" y="1395887"/>
                  <a:pt x="5502210" y="1390391"/>
                  <a:pt x="5507010" y="1381366"/>
                </a:cubicBezTo>
                <a:cubicBezTo>
                  <a:pt x="5519579" y="1357067"/>
                  <a:pt x="5494669" y="1323975"/>
                  <a:pt x="5467930" y="1330223"/>
                </a:cubicBezTo>
                <a:cubicBezTo>
                  <a:pt x="5438449" y="1333463"/>
                  <a:pt x="5430679" y="1381829"/>
                  <a:pt x="5456504" y="1395251"/>
                </a:cubicBezTo>
                <a:cubicBezTo>
                  <a:pt x="5465074" y="1399301"/>
                  <a:pt x="5475301" y="1400342"/>
                  <a:pt x="5484585" y="1398115"/>
                </a:cubicBezTo>
                <a:close/>
                <a:moveTo>
                  <a:pt x="5273658" y="1398288"/>
                </a:moveTo>
                <a:cubicBezTo>
                  <a:pt x="5291858" y="1396150"/>
                  <a:pt x="5308272" y="1379904"/>
                  <a:pt x="5302999" y="1359554"/>
                </a:cubicBezTo>
                <a:cubicBezTo>
                  <a:pt x="5302545" y="1331052"/>
                  <a:pt x="5265579" y="1322387"/>
                  <a:pt x="5246529" y="1338576"/>
                </a:cubicBezTo>
                <a:cubicBezTo>
                  <a:pt x="5233375" y="1355222"/>
                  <a:pt x="5232241" y="1387600"/>
                  <a:pt x="5255600" y="1395352"/>
                </a:cubicBezTo>
                <a:cubicBezTo>
                  <a:pt x="5261327" y="1398145"/>
                  <a:pt x="5267592" y="1399001"/>
                  <a:pt x="5273658" y="1398288"/>
                </a:cubicBezTo>
                <a:close/>
                <a:moveTo>
                  <a:pt x="2496477" y="1398464"/>
                </a:moveTo>
                <a:cubicBezTo>
                  <a:pt x="2513277" y="1397320"/>
                  <a:pt x="2529269" y="1384981"/>
                  <a:pt x="2529614" y="1367174"/>
                </a:cubicBezTo>
                <a:cubicBezTo>
                  <a:pt x="2533523" y="1346370"/>
                  <a:pt x="2513751" y="1327149"/>
                  <a:pt x="2492602" y="1331220"/>
                </a:cubicBezTo>
                <a:cubicBezTo>
                  <a:pt x="2458118" y="1328958"/>
                  <a:pt x="2449383" y="1383907"/>
                  <a:pt x="2479959" y="1395666"/>
                </a:cubicBezTo>
                <a:cubicBezTo>
                  <a:pt x="2485187" y="1397984"/>
                  <a:pt x="2490876" y="1398846"/>
                  <a:pt x="2496477" y="1398464"/>
                </a:cubicBezTo>
                <a:close/>
                <a:moveTo>
                  <a:pt x="2392199" y="1398497"/>
                </a:moveTo>
                <a:cubicBezTo>
                  <a:pt x="2409097" y="1398413"/>
                  <a:pt x="2425926" y="1387294"/>
                  <a:pt x="2424235" y="1368185"/>
                </a:cubicBezTo>
                <a:cubicBezTo>
                  <a:pt x="2428745" y="1346991"/>
                  <a:pt x="2409801" y="1327149"/>
                  <a:pt x="2388145" y="1330982"/>
                </a:cubicBezTo>
                <a:cubicBezTo>
                  <a:pt x="2356580" y="1330531"/>
                  <a:pt x="2347782" y="1383743"/>
                  <a:pt x="2375973" y="1394791"/>
                </a:cubicBezTo>
                <a:cubicBezTo>
                  <a:pt x="2380932" y="1397327"/>
                  <a:pt x="2386569" y="1398525"/>
                  <a:pt x="2392199" y="1398497"/>
                </a:cubicBezTo>
                <a:close/>
                <a:moveTo>
                  <a:pt x="3417883" y="1398597"/>
                </a:moveTo>
                <a:cubicBezTo>
                  <a:pt x="3426675" y="1399668"/>
                  <a:pt x="3435270" y="1398799"/>
                  <a:pt x="3442733" y="1392662"/>
                </a:cubicBezTo>
                <a:cubicBezTo>
                  <a:pt x="3463766" y="1377376"/>
                  <a:pt x="3456755" y="1338928"/>
                  <a:pt x="3432329" y="1331748"/>
                </a:cubicBezTo>
                <a:cubicBezTo>
                  <a:pt x="3416724" y="1328737"/>
                  <a:pt x="3396369" y="1331285"/>
                  <a:pt x="3388906" y="1347729"/>
                </a:cubicBezTo>
                <a:cubicBezTo>
                  <a:pt x="3381216" y="1362089"/>
                  <a:pt x="3388454" y="1378302"/>
                  <a:pt x="3391846" y="1392893"/>
                </a:cubicBezTo>
                <a:cubicBezTo>
                  <a:pt x="3400101" y="1394515"/>
                  <a:pt x="3409091" y="1397526"/>
                  <a:pt x="3417883" y="1398597"/>
                </a:cubicBezTo>
                <a:close/>
                <a:moveTo>
                  <a:pt x="2701782" y="1398758"/>
                </a:moveTo>
                <a:cubicBezTo>
                  <a:pt x="2721470" y="1397797"/>
                  <a:pt x="2740010" y="1381383"/>
                  <a:pt x="2735587" y="1359326"/>
                </a:cubicBezTo>
                <a:cubicBezTo>
                  <a:pt x="2732866" y="1330602"/>
                  <a:pt x="2693631" y="1320799"/>
                  <a:pt x="2675034" y="1340633"/>
                </a:cubicBezTo>
                <a:cubicBezTo>
                  <a:pt x="2658934" y="1354995"/>
                  <a:pt x="2663696" y="1384403"/>
                  <a:pt x="2682519" y="1394206"/>
                </a:cubicBezTo>
                <a:cubicBezTo>
                  <a:pt x="2688530" y="1397683"/>
                  <a:pt x="2695219" y="1399079"/>
                  <a:pt x="2701782" y="1398758"/>
                </a:cubicBezTo>
                <a:close/>
                <a:moveTo>
                  <a:pt x="3114329" y="1398829"/>
                </a:moveTo>
                <a:cubicBezTo>
                  <a:pt x="3130547" y="1397660"/>
                  <a:pt x="3146540" y="1385780"/>
                  <a:pt x="3144653" y="1368109"/>
                </a:cubicBezTo>
                <a:cubicBezTo>
                  <a:pt x="3147854" y="1349123"/>
                  <a:pt x="3132076" y="1327621"/>
                  <a:pt x="3111496" y="1331281"/>
                </a:cubicBezTo>
                <a:cubicBezTo>
                  <a:pt x="3076052" y="1325562"/>
                  <a:pt x="3065304" y="1387553"/>
                  <a:pt x="3098690" y="1396245"/>
                </a:cubicBezTo>
                <a:cubicBezTo>
                  <a:pt x="3103492" y="1398418"/>
                  <a:pt x="3108923" y="1399218"/>
                  <a:pt x="3114329" y="1398829"/>
                </a:cubicBezTo>
                <a:close/>
                <a:moveTo>
                  <a:pt x="5377414" y="1398890"/>
                </a:moveTo>
                <a:cubicBezTo>
                  <a:pt x="5395752" y="1396627"/>
                  <a:pt x="5411620" y="1380977"/>
                  <a:pt x="5406830" y="1360504"/>
                </a:cubicBezTo>
                <a:cubicBezTo>
                  <a:pt x="5407742" y="1328470"/>
                  <a:pt x="5356644" y="1320800"/>
                  <a:pt x="5343185" y="1347420"/>
                </a:cubicBezTo>
                <a:cubicBezTo>
                  <a:pt x="5335429" y="1364114"/>
                  <a:pt x="5338851" y="1390057"/>
                  <a:pt x="5358925" y="1396374"/>
                </a:cubicBezTo>
                <a:cubicBezTo>
                  <a:pt x="5364913" y="1398912"/>
                  <a:pt x="5371301" y="1399645"/>
                  <a:pt x="5377414" y="1398890"/>
                </a:cubicBezTo>
                <a:close/>
                <a:moveTo>
                  <a:pt x="4966694" y="1398947"/>
                </a:moveTo>
                <a:cubicBezTo>
                  <a:pt x="4985019" y="1396149"/>
                  <a:pt x="5001725" y="1379942"/>
                  <a:pt x="4995973" y="1359876"/>
                </a:cubicBezTo>
                <a:cubicBezTo>
                  <a:pt x="4993492" y="1336781"/>
                  <a:pt x="4966874" y="1323975"/>
                  <a:pt x="4946798" y="1333579"/>
                </a:cubicBezTo>
                <a:cubicBezTo>
                  <a:pt x="4919955" y="1342498"/>
                  <a:pt x="4919504" y="1390747"/>
                  <a:pt x="4948603" y="1396921"/>
                </a:cubicBezTo>
                <a:cubicBezTo>
                  <a:pt x="4954299" y="1399322"/>
                  <a:pt x="4960586" y="1399880"/>
                  <a:pt x="4966694" y="1398947"/>
                </a:cubicBezTo>
                <a:close/>
                <a:moveTo>
                  <a:pt x="2804642" y="1399005"/>
                </a:moveTo>
                <a:cubicBezTo>
                  <a:pt x="2824075" y="1397623"/>
                  <a:pt x="2842997" y="1381124"/>
                  <a:pt x="2838064" y="1360033"/>
                </a:cubicBezTo>
                <a:cubicBezTo>
                  <a:pt x="2835570" y="1332365"/>
                  <a:pt x="2796819" y="1320799"/>
                  <a:pt x="2778222" y="1340530"/>
                </a:cubicBezTo>
                <a:cubicBezTo>
                  <a:pt x="2762121" y="1355724"/>
                  <a:pt x="2764389" y="1385887"/>
                  <a:pt x="2785933" y="1394959"/>
                </a:cubicBezTo>
                <a:cubicBezTo>
                  <a:pt x="2791659" y="1398247"/>
                  <a:pt x="2798194" y="1399466"/>
                  <a:pt x="2804642" y="1399005"/>
                </a:cubicBezTo>
                <a:close/>
                <a:moveTo>
                  <a:pt x="5169461" y="1399185"/>
                </a:moveTo>
                <a:cubicBezTo>
                  <a:pt x="5188671" y="1397667"/>
                  <a:pt x="5206445" y="1381209"/>
                  <a:pt x="5200492" y="1360006"/>
                </a:cubicBezTo>
                <a:cubicBezTo>
                  <a:pt x="5199811" y="1330823"/>
                  <a:pt x="5161711" y="1322387"/>
                  <a:pt x="5142435" y="1339259"/>
                </a:cubicBezTo>
                <a:cubicBezTo>
                  <a:pt x="5129054" y="1355218"/>
                  <a:pt x="5130642" y="1385541"/>
                  <a:pt x="5150599" y="1395345"/>
                </a:cubicBezTo>
                <a:cubicBezTo>
                  <a:pt x="5156495" y="1398537"/>
                  <a:pt x="5163058" y="1399691"/>
                  <a:pt x="5169461" y="1399185"/>
                </a:cubicBezTo>
                <a:close/>
                <a:moveTo>
                  <a:pt x="5064862" y="1399227"/>
                </a:moveTo>
                <a:cubicBezTo>
                  <a:pt x="5084053" y="1398534"/>
                  <a:pt x="5102137" y="1383101"/>
                  <a:pt x="5097584" y="1361272"/>
                </a:cubicBezTo>
                <a:cubicBezTo>
                  <a:pt x="5096910" y="1331486"/>
                  <a:pt x="5057116" y="1320799"/>
                  <a:pt x="5038456" y="1340581"/>
                </a:cubicBezTo>
                <a:cubicBezTo>
                  <a:pt x="5025866" y="1356043"/>
                  <a:pt x="5025866" y="1386057"/>
                  <a:pt x="5046100" y="1394697"/>
                </a:cubicBezTo>
                <a:cubicBezTo>
                  <a:pt x="5051945" y="1398051"/>
                  <a:pt x="5058465" y="1399458"/>
                  <a:pt x="5064862" y="1399227"/>
                </a:cubicBezTo>
                <a:close/>
                <a:moveTo>
                  <a:pt x="3214088" y="1399453"/>
                </a:moveTo>
                <a:cubicBezTo>
                  <a:pt x="3231569" y="1399605"/>
                  <a:pt x="3249463" y="1387860"/>
                  <a:pt x="3248785" y="1367923"/>
                </a:cubicBezTo>
                <a:cubicBezTo>
                  <a:pt x="3252629" y="1343422"/>
                  <a:pt x="3227526" y="1322387"/>
                  <a:pt x="3204911" y="1331402"/>
                </a:cubicBezTo>
                <a:cubicBezTo>
                  <a:pt x="3177546" y="1338336"/>
                  <a:pt x="3171666" y="1382486"/>
                  <a:pt x="3197448" y="1395199"/>
                </a:cubicBezTo>
                <a:cubicBezTo>
                  <a:pt x="3202480" y="1398030"/>
                  <a:pt x="3208261" y="1399403"/>
                  <a:pt x="3214088" y="1399453"/>
                </a:cubicBezTo>
                <a:close/>
                <a:moveTo>
                  <a:pt x="2909457" y="1399457"/>
                </a:moveTo>
                <a:cubicBezTo>
                  <a:pt x="2927560" y="1397879"/>
                  <a:pt x="2943514" y="1381848"/>
                  <a:pt x="2940092" y="1361723"/>
                </a:cubicBezTo>
                <a:cubicBezTo>
                  <a:pt x="2940320" y="1332388"/>
                  <a:pt x="2903137" y="1323974"/>
                  <a:pt x="2882606" y="1337846"/>
                </a:cubicBezTo>
                <a:cubicBezTo>
                  <a:pt x="2866866" y="1353536"/>
                  <a:pt x="2867779" y="1388101"/>
                  <a:pt x="2891275" y="1395833"/>
                </a:cubicBezTo>
                <a:cubicBezTo>
                  <a:pt x="2897149" y="1398903"/>
                  <a:pt x="2903422" y="1399983"/>
                  <a:pt x="2909457" y="1399457"/>
                </a:cubicBezTo>
                <a:close/>
                <a:moveTo>
                  <a:pt x="3014910" y="1399475"/>
                </a:moveTo>
                <a:cubicBezTo>
                  <a:pt x="3034439" y="1395672"/>
                  <a:pt x="3049917" y="1374672"/>
                  <a:pt x="3041857" y="1353930"/>
                </a:cubicBezTo>
                <a:cubicBezTo>
                  <a:pt x="3036597" y="1325359"/>
                  <a:pt x="2991321" y="1322387"/>
                  <a:pt x="2978972" y="1347073"/>
                </a:cubicBezTo>
                <a:cubicBezTo>
                  <a:pt x="2970054" y="1363758"/>
                  <a:pt x="2975314" y="1390043"/>
                  <a:pt x="2994751" y="1396900"/>
                </a:cubicBezTo>
                <a:cubicBezTo>
                  <a:pt x="3001439" y="1400100"/>
                  <a:pt x="3008400" y="1400743"/>
                  <a:pt x="3014910" y="1399475"/>
                </a:cubicBezTo>
                <a:close/>
                <a:moveTo>
                  <a:pt x="3409675" y="1500260"/>
                </a:moveTo>
                <a:cubicBezTo>
                  <a:pt x="3445273" y="1514475"/>
                  <a:pt x="3473292" y="1460774"/>
                  <a:pt x="3442287" y="1440016"/>
                </a:cubicBezTo>
                <a:cubicBezTo>
                  <a:pt x="3421618" y="1425575"/>
                  <a:pt x="3397043" y="1439113"/>
                  <a:pt x="3382804" y="1455810"/>
                </a:cubicBezTo>
                <a:cubicBezTo>
                  <a:pt x="3384871" y="1473410"/>
                  <a:pt x="3386709" y="1498004"/>
                  <a:pt x="3409675" y="1500260"/>
                </a:cubicBezTo>
                <a:close/>
                <a:moveTo>
                  <a:pt x="8260518" y="1500471"/>
                </a:moveTo>
                <a:cubicBezTo>
                  <a:pt x="8271177" y="1497976"/>
                  <a:pt x="8280329" y="1491229"/>
                  <a:pt x="8282944" y="1479550"/>
                </a:cubicBezTo>
                <a:cubicBezTo>
                  <a:pt x="8289766" y="1458458"/>
                  <a:pt x="8275441" y="1431924"/>
                  <a:pt x="8251338" y="1433965"/>
                </a:cubicBezTo>
                <a:cubicBezTo>
                  <a:pt x="8217912" y="1428749"/>
                  <a:pt x="8204041" y="1478189"/>
                  <a:pt x="8229054" y="1495878"/>
                </a:cubicBezTo>
                <a:cubicBezTo>
                  <a:pt x="8237695" y="1501208"/>
                  <a:pt x="8249860" y="1502965"/>
                  <a:pt x="8260518" y="1500471"/>
                </a:cubicBezTo>
                <a:close/>
                <a:moveTo>
                  <a:pt x="3225228" y="1500481"/>
                </a:moveTo>
                <a:cubicBezTo>
                  <a:pt x="3235551" y="1497894"/>
                  <a:pt x="3244247" y="1491071"/>
                  <a:pt x="3246379" y="1479243"/>
                </a:cubicBezTo>
                <a:cubicBezTo>
                  <a:pt x="3255804" y="1456043"/>
                  <a:pt x="3234036" y="1428749"/>
                  <a:pt x="3209576" y="1434208"/>
                </a:cubicBezTo>
                <a:cubicBezTo>
                  <a:pt x="3179056" y="1434208"/>
                  <a:pt x="3170079" y="1481518"/>
                  <a:pt x="3194316" y="1496302"/>
                </a:cubicBezTo>
                <a:cubicBezTo>
                  <a:pt x="3202956" y="1501419"/>
                  <a:pt x="3214906" y="1503069"/>
                  <a:pt x="3225228" y="1500481"/>
                </a:cubicBezTo>
                <a:close/>
                <a:moveTo>
                  <a:pt x="2488244" y="1500792"/>
                </a:moveTo>
                <a:cubicBezTo>
                  <a:pt x="2506697" y="1503719"/>
                  <a:pt x="2527550" y="1493032"/>
                  <a:pt x="2528062" y="1472167"/>
                </a:cubicBezTo>
                <a:cubicBezTo>
                  <a:pt x="2535112" y="1445026"/>
                  <a:pt x="2503043" y="1425574"/>
                  <a:pt x="2479846" y="1436431"/>
                </a:cubicBezTo>
                <a:cubicBezTo>
                  <a:pt x="2457332" y="1445478"/>
                  <a:pt x="2454147" y="1477595"/>
                  <a:pt x="2471431" y="1493201"/>
                </a:cubicBezTo>
                <a:cubicBezTo>
                  <a:pt x="2476208" y="1497329"/>
                  <a:pt x="2482091" y="1499817"/>
                  <a:pt x="2488244" y="1500792"/>
                </a:cubicBezTo>
                <a:close/>
                <a:moveTo>
                  <a:pt x="3118123" y="1500827"/>
                </a:moveTo>
                <a:cubicBezTo>
                  <a:pt x="3127803" y="1499662"/>
                  <a:pt x="3136531" y="1494942"/>
                  <a:pt x="3140672" y="1484934"/>
                </a:cubicBezTo>
                <a:cubicBezTo>
                  <a:pt x="3146267" y="1471058"/>
                  <a:pt x="3145820" y="1452861"/>
                  <a:pt x="3135748" y="1441261"/>
                </a:cubicBezTo>
                <a:cubicBezTo>
                  <a:pt x="3120305" y="1428750"/>
                  <a:pt x="3091433" y="1429660"/>
                  <a:pt x="3082481" y="1449677"/>
                </a:cubicBezTo>
                <a:cubicBezTo>
                  <a:pt x="3078004" y="1464689"/>
                  <a:pt x="3078004" y="1483796"/>
                  <a:pt x="3089866" y="1495397"/>
                </a:cubicBezTo>
                <a:cubicBezTo>
                  <a:pt x="3097812" y="1499605"/>
                  <a:pt x="3108443" y="1501993"/>
                  <a:pt x="3118123" y="1500827"/>
                </a:cubicBezTo>
                <a:close/>
                <a:moveTo>
                  <a:pt x="5071859" y="1500896"/>
                </a:moveTo>
                <a:cubicBezTo>
                  <a:pt x="5081632" y="1499621"/>
                  <a:pt x="5090294" y="1494858"/>
                  <a:pt x="5093828" y="1484766"/>
                </a:cubicBezTo>
                <a:cubicBezTo>
                  <a:pt x="5108416" y="1461407"/>
                  <a:pt x="5086305" y="1427162"/>
                  <a:pt x="5058495" y="1434193"/>
                </a:cubicBezTo>
                <a:cubicBezTo>
                  <a:pt x="5027722" y="1434873"/>
                  <a:pt x="5019516" y="1480911"/>
                  <a:pt x="5043223" y="1496106"/>
                </a:cubicBezTo>
                <a:cubicBezTo>
                  <a:pt x="5051201" y="1499961"/>
                  <a:pt x="5062086" y="1502172"/>
                  <a:pt x="5071859" y="1500896"/>
                </a:cubicBezTo>
                <a:close/>
                <a:moveTo>
                  <a:pt x="7227928" y="1501055"/>
                </a:moveTo>
                <a:cubicBezTo>
                  <a:pt x="7237765" y="1499889"/>
                  <a:pt x="7246780" y="1495169"/>
                  <a:pt x="7251769" y="1485388"/>
                </a:cubicBezTo>
                <a:cubicBezTo>
                  <a:pt x="7257892" y="1469011"/>
                  <a:pt x="7255851" y="1446492"/>
                  <a:pt x="7239069" y="1437394"/>
                </a:cubicBezTo>
                <a:cubicBezTo>
                  <a:pt x="7221379" y="1428750"/>
                  <a:pt x="7193484" y="1434664"/>
                  <a:pt x="7189175" y="1456273"/>
                </a:cubicBezTo>
                <a:cubicBezTo>
                  <a:pt x="7186454" y="1469921"/>
                  <a:pt x="7187361" y="1486071"/>
                  <a:pt x="7199154" y="1495397"/>
                </a:cubicBezTo>
                <a:cubicBezTo>
                  <a:pt x="7207432" y="1499832"/>
                  <a:pt x="7218091" y="1502221"/>
                  <a:pt x="7227928" y="1501055"/>
                </a:cubicBezTo>
                <a:close/>
                <a:moveTo>
                  <a:pt x="2899585" y="1501190"/>
                </a:moveTo>
                <a:cubicBezTo>
                  <a:pt x="2918497" y="1504326"/>
                  <a:pt x="2940256" y="1494291"/>
                  <a:pt x="2939244" y="1472519"/>
                </a:cubicBezTo>
                <a:cubicBezTo>
                  <a:pt x="2943067" y="1450975"/>
                  <a:pt x="2925300" y="1430337"/>
                  <a:pt x="2903260" y="1433966"/>
                </a:cubicBezTo>
                <a:cubicBezTo>
                  <a:pt x="2873124" y="1433059"/>
                  <a:pt x="2862104" y="1475241"/>
                  <a:pt x="2882570" y="1493610"/>
                </a:cubicBezTo>
                <a:cubicBezTo>
                  <a:pt x="2887293" y="1497636"/>
                  <a:pt x="2893281" y="1500145"/>
                  <a:pt x="2899585" y="1501190"/>
                </a:cubicBezTo>
                <a:close/>
                <a:moveTo>
                  <a:pt x="5277166" y="1501280"/>
                </a:moveTo>
                <a:cubicBezTo>
                  <a:pt x="5288368" y="1499037"/>
                  <a:pt x="5298173" y="1492020"/>
                  <a:pt x="5300453" y="1480056"/>
                </a:cubicBezTo>
                <a:cubicBezTo>
                  <a:pt x="5310029" y="1457739"/>
                  <a:pt x="5292016" y="1428750"/>
                  <a:pt x="5266934" y="1433352"/>
                </a:cubicBezTo>
                <a:cubicBezTo>
                  <a:pt x="5236152" y="1431741"/>
                  <a:pt x="5225891" y="1474995"/>
                  <a:pt x="5245501" y="1493861"/>
                </a:cubicBezTo>
                <a:cubicBezTo>
                  <a:pt x="5253367" y="1500993"/>
                  <a:pt x="5265965" y="1503524"/>
                  <a:pt x="5277166" y="1501280"/>
                </a:cubicBezTo>
                <a:close/>
                <a:moveTo>
                  <a:pt x="2798185" y="1501465"/>
                </a:moveTo>
                <a:cubicBezTo>
                  <a:pt x="2813788" y="1502758"/>
                  <a:pt x="2829136" y="1492159"/>
                  <a:pt x="2839879" y="1480551"/>
                </a:cubicBezTo>
                <a:cubicBezTo>
                  <a:pt x="2839197" y="1459913"/>
                  <a:pt x="2831012" y="1434565"/>
                  <a:pt x="2805773" y="1434789"/>
                </a:cubicBezTo>
                <a:cubicBezTo>
                  <a:pt x="2770791" y="1427162"/>
                  <a:pt x="2752600" y="1478980"/>
                  <a:pt x="2782614" y="1495804"/>
                </a:cubicBezTo>
                <a:cubicBezTo>
                  <a:pt x="2787729" y="1499281"/>
                  <a:pt x="2792974" y="1501034"/>
                  <a:pt x="2798185" y="1501465"/>
                </a:cubicBezTo>
                <a:close/>
                <a:moveTo>
                  <a:pt x="2696829" y="1501555"/>
                </a:moveTo>
                <a:cubicBezTo>
                  <a:pt x="2715145" y="1502955"/>
                  <a:pt x="2734467" y="1491504"/>
                  <a:pt x="2736373" y="1472165"/>
                </a:cubicBezTo>
                <a:cubicBezTo>
                  <a:pt x="2743074" y="1444118"/>
                  <a:pt x="2707490" y="1423987"/>
                  <a:pt x="2683921" y="1437785"/>
                </a:cubicBezTo>
                <a:cubicBezTo>
                  <a:pt x="2660353" y="1446380"/>
                  <a:pt x="2657349" y="1484379"/>
                  <a:pt x="2679531" y="1495689"/>
                </a:cubicBezTo>
                <a:cubicBezTo>
                  <a:pt x="2684731" y="1499195"/>
                  <a:pt x="2690723" y="1501089"/>
                  <a:pt x="2696829" y="1501555"/>
                </a:cubicBezTo>
                <a:close/>
                <a:moveTo>
                  <a:pt x="5176226" y="1501704"/>
                </a:moveTo>
                <a:cubicBezTo>
                  <a:pt x="5193347" y="1496473"/>
                  <a:pt x="5206111" y="1476828"/>
                  <a:pt x="5199157" y="1458458"/>
                </a:cubicBezTo>
                <a:cubicBezTo>
                  <a:pt x="5195990" y="1433739"/>
                  <a:pt x="5163649" y="1428749"/>
                  <a:pt x="5145782" y="1440542"/>
                </a:cubicBezTo>
                <a:cubicBezTo>
                  <a:pt x="5125879" y="1456417"/>
                  <a:pt x="5129724" y="1497919"/>
                  <a:pt x="5158221" y="1501548"/>
                </a:cubicBezTo>
                <a:cubicBezTo>
                  <a:pt x="5164327" y="1503589"/>
                  <a:pt x="5170519" y="1503447"/>
                  <a:pt x="5176226" y="1501704"/>
                </a:cubicBezTo>
                <a:close/>
                <a:moveTo>
                  <a:pt x="3005193" y="1501762"/>
                </a:moveTo>
                <a:cubicBezTo>
                  <a:pt x="3025195" y="1502822"/>
                  <a:pt x="3046552" y="1486706"/>
                  <a:pt x="3042684" y="1464483"/>
                </a:cubicBezTo>
                <a:cubicBezTo>
                  <a:pt x="3042236" y="1440960"/>
                  <a:pt x="3015329" y="1427162"/>
                  <a:pt x="2995373" y="1436436"/>
                </a:cubicBezTo>
                <a:cubicBezTo>
                  <a:pt x="2972278" y="1444126"/>
                  <a:pt x="2968466" y="1479638"/>
                  <a:pt x="2986628" y="1494566"/>
                </a:cubicBezTo>
                <a:cubicBezTo>
                  <a:pt x="2992010" y="1499146"/>
                  <a:pt x="2998526" y="1501408"/>
                  <a:pt x="3005193" y="1501762"/>
                </a:cubicBezTo>
                <a:close/>
                <a:moveTo>
                  <a:pt x="4853094" y="1501892"/>
                </a:moveTo>
                <a:cubicBezTo>
                  <a:pt x="4871875" y="1504210"/>
                  <a:pt x="4892718" y="1494115"/>
                  <a:pt x="4893578" y="1472973"/>
                </a:cubicBezTo>
                <a:cubicBezTo>
                  <a:pt x="4900454" y="1444783"/>
                  <a:pt x="4868823" y="1423987"/>
                  <a:pt x="4844756" y="1436465"/>
                </a:cubicBezTo>
                <a:cubicBezTo>
                  <a:pt x="4819772" y="1444321"/>
                  <a:pt x="4814729" y="1480598"/>
                  <a:pt x="4835817" y="1495386"/>
                </a:cubicBezTo>
                <a:cubicBezTo>
                  <a:pt x="4840802" y="1498968"/>
                  <a:pt x="4846833" y="1501120"/>
                  <a:pt x="4853094" y="1501892"/>
                </a:cubicBezTo>
                <a:close/>
                <a:moveTo>
                  <a:pt x="2391616" y="1502022"/>
                </a:moveTo>
                <a:cubicBezTo>
                  <a:pt x="2400401" y="1501936"/>
                  <a:pt x="2409237" y="1499377"/>
                  <a:pt x="2416421" y="1494714"/>
                </a:cubicBezTo>
                <a:cubicBezTo>
                  <a:pt x="2431924" y="1474470"/>
                  <a:pt x="2425995" y="1433527"/>
                  <a:pt x="2395210" y="1434209"/>
                </a:cubicBezTo>
                <a:cubicBezTo>
                  <a:pt x="2361924" y="1428750"/>
                  <a:pt x="2347786" y="1471968"/>
                  <a:pt x="2367167" y="1494487"/>
                </a:cubicBezTo>
                <a:cubicBezTo>
                  <a:pt x="2374121" y="1499718"/>
                  <a:pt x="2382840" y="1502107"/>
                  <a:pt x="2391616" y="1502022"/>
                </a:cubicBezTo>
                <a:close/>
                <a:moveTo>
                  <a:pt x="2595295" y="1502043"/>
                </a:moveTo>
                <a:cubicBezTo>
                  <a:pt x="2615416" y="1502806"/>
                  <a:pt x="2636552" y="1486645"/>
                  <a:pt x="2631310" y="1464250"/>
                </a:cubicBezTo>
                <a:cubicBezTo>
                  <a:pt x="2633339" y="1431448"/>
                  <a:pt x="2579908" y="1422399"/>
                  <a:pt x="2567961" y="1450903"/>
                </a:cubicBezTo>
                <a:cubicBezTo>
                  <a:pt x="2562551" y="1465155"/>
                  <a:pt x="2562099" y="1485967"/>
                  <a:pt x="2576527" y="1495242"/>
                </a:cubicBezTo>
                <a:cubicBezTo>
                  <a:pt x="2581995" y="1499653"/>
                  <a:pt x="2588588" y="1501788"/>
                  <a:pt x="2595295" y="1502043"/>
                </a:cubicBezTo>
                <a:close/>
                <a:moveTo>
                  <a:pt x="8143383" y="1502203"/>
                </a:moveTo>
                <a:cubicBezTo>
                  <a:pt x="8163632" y="1503656"/>
                  <a:pt x="8184873" y="1488442"/>
                  <a:pt x="8179755" y="1465022"/>
                </a:cubicBezTo>
                <a:cubicBezTo>
                  <a:pt x="8181574" y="1431972"/>
                  <a:pt x="8127890" y="1422399"/>
                  <a:pt x="8116516" y="1452030"/>
                </a:cubicBezTo>
                <a:cubicBezTo>
                  <a:pt x="8113558" y="1466162"/>
                  <a:pt x="8111966" y="1484852"/>
                  <a:pt x="8124477" y="1494881"/>
                </a:cubicBezTo>
                <a:cubicBezTo>
                  <a:pt x="8129994" y="1499382"/>
                  <a:pt x="8136633" y="1501719"/>
                  <a:pt x="8143383" y="1502203"/>
                </a:cubicBezTo>
                <a:close/>
                <a:moveTo>
                  <a:pt x="3310973" y="1502385"/>
                </a:moveTo>
                <a:cubicBezTo>
                  <a:pt x="3332448" y="1504511"/>
                  <a:pt x="3355917" y="1490208"/>
                  <a:pt x="3351455" y="1465467"/>
                </a:cubicBezTo>
                <a:cubicBezTo>
                  <a:pt x="3352828" y="1432708"/>
                  <a:pt x="3301799" y="1422399"/>
                  <a:pt x="3287383" y="1449889"/>
                </a:cubicBezTo>
                <a:cubicBezTo>
                  <a:pt x="3281204" y="1464092"/>
                  <a:pt x="3281891" y="1481961"/>
                  <a:pt x="3291273" y="1494561"/>
                </a:cubicBezTo>
                <a:cubicBezTo>
                  <a:pt x="3296879" y="1499142"/>
                  <a:pt x="3303815" y="1501677"/>
                  <a:pt x="3310973" y="1502385"/>
                </a:cubicBezTo>
                <a:close/>
                <a:moveTo>
                  <a:pt x="5369960" y="1502491"/>
                </a:moveTo>
                <a:cubicBezTo>
                  <a:pt x="5374238" y="1502978"/>
                  <a:pt x="5378688" y="1502463"/>
                  <a:pt x="5383281" y="1500575"/>
                </a:cubicBezTo>
                <a:cubicBezTo>
                  <a:pt x="5408681" y="1494169"/>
                  <a:pt x="5413216" y="1456419"/>
                  <a:pt x="5395073" y="1440404"/>
                </a:cubicBezTo>
                <a:cubicBezTo>
                  <a:pt x="5381013" y="1431481"/>
                  <a:pt x="5361282" y="1430337"/>
                  <a:pt x="5348129" y="1441090"/>
                </a:cubicBezTo>
                <a:cubicBezTo>
                  <a:pt x="5338150" y="1451843"/>
                  <a:pt x="5339964" y="1467859"/>
                  <a:pt x="5337016" y="1481128"/>
                </a:cubicBezTo>
                <a:cubicBezTo>
                  <a:pt x="5345861" y="1490566"/>
                  <a:pt x="5357129" y="1501033"/>
                  <a:pt x="5369960" y="1502491"/>
                </a:cubicBezTo>
                <a:close/>
                <a:moveTo>
                  <a:pt x="4968752" y="1502492"/>
                </a:moveTo>
                <a:cubicBezTo>
                  <a:pt x="4987866" y="1498344"/>
                  <a:pt x="5003982" y="1478780"/>
                  <a:pt x="4995478" y="1458440"/>
                </a:cubicBezTo>
                <a:cubicBezTo>
                  <a:pt x="4987767" y="1429942"/>
                  <a:pt x="4944224" y="1425575"/>
                  <a:pt x="4929936" y="1450396"/>
                </a:cubicBezTo>
                <a:cubicBezTo>
                  <a:pt x="4922679" y="1469012"/>
                  <a:pt x="4927669" y="1495902"/>
                  <a:pt x="4949440" y="1500958"/>
                </a:cubicBezTo>
                <a:cubicBezTo>
                  <a:pt x="4955677" y="1503544"/>
                  <a:pt x="4962381" y="1503874"/>
                  <a:pt x="4968752" y="1502492"/>
                </a:cubicBezTo>
                <a:close/>
                <a:moveTo>
                  <a:pt x="4750662" y="1502770"/>
                </a:moveTo>
                <a:cubicBezTo>
                  <a:pt x="4771554" y="1504741"/>
                  <a:pt x="4794322" y="1488840"/>
                  <a:pt x="4790252" y="1465137"/>
                </a:cubicBezTo>
                <a:cubicBezTo>
                  <a:pt x="4790026" y="1438535"/>
                  <a:pt x="4755202" y="1425575"/>
                  <a:pt x="4735529" y="1440809"/>
                </a:cubicBezTo>
                <a:cubicBezTo>
                  <a:pt x="4717891" y="1452632"/>
                  <a:pt x="4718570" y="1479234"/>
                  <a:pt x="4731459" y="1494467"/>
                </a:cubicBezTo>
                <a:cubicBezTo>
                  <a:pt x="4736942" y="1499469"/>
                  <a:pt x="4743698" y="1502112"/>
                  <a:pt x="4750662" y="1502770"/>
                </a:cubicBezTo>
                <a:close/>
                <a:moveTo>
                  <a:pt x="7955275" y="1601391"/>
                </a:moveTo>
                <a:cubicBezTo>
                  <a:pt x="7965054" y="1597528"/>
                  <a:pt x="7972467" y="1589397"/>
                  <a:pt x="7971783" y="1577201"/>
                </a:cubicBezTo>
                <a:cubicBezTo>
                  <a:pt x="7977029" y="1555595"/>
                  <a:pt x="7960150" y="1533525"/>
                  <a:pt x="7937798" y="1538171"/>
                </a:cubicBezTo>
                <a:cubicBezTo>
                  <a:pt x="7906549" y="1537939"/>
                  <a:pt x="7897654" y="1586261"/>
                  <a:pt x="7924569" y="1599968"/>
                </a:cubicBezTo>
                <a:cubicBezTo>
                  <a:pt x="7933350" y="1604846"/>
                  <a:pt x="7945496" y="1605253"/>
                  <a:pt x="7955275" y="1601391"/>
                </a:cubicBezTo>
                <a:close/>
                <a:moveTo>
                  <a:pt x="8154433" y="1601438"/>
                </a:moveTo>
                <a:cubicBezTo>
                  <a:pt x="8183404" y="1598905"/>
                  <a:pt x="8181807" y="1564143"/>
                  <a:pt x="8172454" y="1543885"/>
                </a:cubicBezTo>
                <a:cubicBezTo>
                  <a:pt x="8156030" y="1540201"/>
                  <a:pt x="8132990" y="1533525"/>
                  <a:pt x="8122497" y="1551942"/>
                </a:cubicBezTo>
                <a:cubicBezTo>
                  <a:pt x="8105616" y="1573812"/>
                  <a:pt x="8126603" y="1609725"/>
                  <a:pt x="8154433" y="1601438"/>
                </a:cubicBezTo>
                <a:close/>
                <a:moveTo>
                  <a:pt x="5181346" y="1601940"/>
                </a:moveTo>
                <a:cubicBezTo>
                  <a:pt x="5192124" y="1598090"/>
                  <a:pt x="5200584" y="1589991"/>
                  <a:pt x="5201279" y="1577329"/>
                </a:cubicBezTo>
                <a:cubicBezTo>
                  <a:pt x="5206842" y="1555199"/>
                  <a:pt x="5185286" y="1533525"/>
                  <a:pt x="5162340" y="1539001"/>
                </a:cubicBezTo>
                <a:cubicBezTo>
                  <a:pt x="5129658" y="1536263"/>
                  <a:pt x="5122704" y="1587139"/>
                  <a:pt x="5147505" y="1601056"/>
                </a:cubicBezTo>
                <a:cubicBezTo>
                  <a:pt x="5157472" y="1605390"/>
                  <a:pt x="5170568" y="1605790"/>
                  <a:pt x="5181346" y="1601940"/>
                </a:cubicBezTo>
                <a:close/>
                <a:moveTo>
                  <a:pt x="4765409" y="1603056"/>
                </a:moveTo>
                <a:cubicBezTo>
                  <a:pt x="4780121" y="1599443"/>
                  <a:pt x="4792266" y="1587973"/>
                  <a:pt x="4790442" y="1570194"/>
                </a:cubicBezTo>
                <a:cubicBezTo>
                  <a:pt x="4792267" y="1540141"/>
                  <a:pt x="4759194" y="1536700"/>
                  <a:pt x="4737069" y="1537388"/>
                </a:cubicBezTo>
                <a:cubicBezTo>
                  <a:pt x="4726349" y="1551841"/>
                  <a:pt x="4714716" y="1570882"/>
                  <a:pt x="4724980" y="1588776"/>
                </a:cubicBezTo>
                <a:cubicBezTo>
                  <a:pt x="4733420" y="1602425"/>
                  <a:pt x="4750697" y="1606669"/>
                  <a:pt x="4765409" y="1603056"/>
                </a:cubicBezTo>
                <a:close/>
                <a:moveTo>
                  <a:pt x="7645004" y="1603147"/>
                </a:moveTo>
                <a:cubicBezTo>
                  <a:pt x="7656546" y="1599886"/>
                  <a:pt x="7666178" y="1591692"/>
                  <a:pt x="7667888" y="1578535"/>
                </a:cubicBezTo>
                <a:cubicBezTo>
                  <a:pt x="7673816" y="1556837"/>
                  <a:pt x="7654437" y="1533755"/>
                  <a:pt x="7632093" y="1538371"/>
                </a:cubicBezTo>
                <a:cubicBezTo>
                  <a:pt x="7600403" y="1533524"/>
                  <a:pt x="7588091" y="1580843"/>
                  <a:pt x="7610662" y="1598155"/>
                </a:cubicBezTo>
                <a:cubicBezTo>
                  <a:pt x="7620010" y="1604734"/>
                  <a:pt x="7633461" y="1606407"/>
                  <a:pt x="7645004" y="1603147"/>
                </a:cubicBezTo>
                <a:close/>
                <a:moveTo>
                  <a:pt x="3111541" y="1603252"/>
                </a:moveTo>
                <a:cubicBezTo>
                  <a:pt x="3124353" y="1602995"/>
                  <a:pt x="3137136" y="1596949"/>
                  <a:pt x="3145581" y="1585542"/>
                </a:cubicBezTo>
                <a:cubicBezTo>
                  <a:pt x="3146266" y="1564096"/>
                  <a:pt x="3139646" y="1533525"/>
                  <a:pt x="3111570" y="1538316"/>
                </a:cubicBezTo>
                <a:cubicBezTo>
                  <a:pt x="3083036" y="1533753"/>
                  <a:pt x="3076416" y="1564781"/>
                  <a:pt x="3077329" y="1586226"/>
                </a:cubicBezTo>
                <a:cubicBezTo>
                  <a:pt x="3085889" y="1597976"/>
                  <a:pt x="3098730" y="1603508"/>
                  <a:pt x="3111541" y="1603252"/>
                </a:cubicBezTo>
                <a:close/>
                <a:moveTo>
                  <a:pt x="5056160" y="1603319"/>
                </a:moveTo>
                <a:cubicBezTo>
                  <a:pt x="5074404" y="1606782"/>
                  <a:pt x="5095376" y="1597992"/>
                  <a:pt x="5097574" y="1577240"/>
                </a:cubicBezTo>
                <a:cubicBezTo>
                  <a:pt x="5105241" y="1548199"/>
                  <a:pt x="5069387" y="1528762"/>
                  <a:pt x="5046161" y="1541568"/>
                </a:cubicBezTo>
                <a:cubicBezTo>
                  <a:pt x="5026768" y="1551400"/>
                  <a:pt x="5025866" y="1580899"/>
                  <a:pt x="5039622" y="1595763"/>
                </a:cubicBezTo>
                <a:cubicBezTo>
                  <a:pt x="5044301" y="1599650"/>
                  <a:pt x="5050079" y="1602165"/>
                  <a:pt x="5056160" y="1603319"/>
                </a:cubicBezTo>
                <a:close/>
                <a:moveTo>
                  <a:pt x="5383138" y="1603586"/>
                </a:moveTo>
                <a:cubicBezTo>
                  <a:pt x="5388644" y="1602474"/>
                  <a:pt x="5394012" y="1600157"/>
                  <a:pt x="5398963" y="1596438"/>
                </a:cubicBezTo>
                <a:cubicBezTo>
                  <a:pt x="5410478" y="1580878"/>
                  <a:pt x="5411629" y="1552045"/>
                  <a:pt x="5392055" y="1541977"/>
                </a:cubicBezTo>
                <a:cubicBezTo>
                  <a:pt x="5378468" y="1535112"/>
                  <a:pt x="5360275" y="1536943"/>
                  <a:pt x="5348070" y="1545867"/>
                </a:cubicBezTo>
                <a:cubicBezTo>
                  <a:pt x="5337016" y="1556164"/>
                  <a:pt x="5340240" y="1573098"/>
                  <a:pt x="5337477" y="1586370"/>
                </a:cubicBezTo>
                <a:cubicBezTo>
                  <a:pt x="5348876" y="1599413"/>
                  <a:pt x="5366623" y="1606922"/>
                  <a:pt x="5383138" y="1603586"/>
                </a:cubicBezTo>
                <a:close/>
                <a:moveTo>
                  <a:pt x="7120797" y="1603723"/>
                </a:moveTo>
                <a:cubicBezTo>
                  <a:pt x="7139508" y="1603017"/>
                  <a:pt x="7157479" y="1589420"/>
                  <a:pt x="7156278" y="1568897"/>
                </a:cubicBezTo>
                <a:cubicBezTo>
                  <a:pt x="7156735" y="1537884"/>
                  <a:pt x="7113960" y="1528762"/>
                  <a:pt x="7093373" y="1546093"/>
                </a:cubicBezTo>
                <a:cubicBezTo>
                  <a:pt x="7078504" y="1561828"/>
                  <a:pt x="7082850" y="1590333"/>
                  <a:pt x="7102522" y="1599910"/>
                </a:cubicBezTo>
                <a:cubicBezTo>
                  <a:pt x="7108241" y="1602761"/>
                  <a:pt x="7114560" y="1603958"/>
                  <a:pt x="7120797" y="1603723"/>
                </a:cubicBezTo>
                <a:close/>
                <a:moveTo>
                  <a:pt x="2496289" y="1603853"/>
                </a:moveTo>
                <a:cubicBezTo>
                  <a:pt x="2514777" y="1603124"/>
                  <a:pt x="2532351" y="1589534"/>
                  <a:pt x="2528810" y="1568100"/>
                </a:cubicBezTo>
                <a:cubicBezTo>
                  <a:pt x="2530834" y="1534948"/>
                  <a:pt x="2482960" y="1527174"/>
                  <a:pt x="2466557" y="1550266"/>
                </a:cubicBezTo>
                <a:cubicBezTo>
                  <a:pt x="2458916" y="1566271"/>
                  <a:pt x="2459591" y="1592564"/>
                  <a:pt x="2478245" y="1600109"/>
                </a:cubicBezTo>
                <a:cubicBezTo>
                  <a:pt x="2483862" y="1602910"/>
                  <a:pt x="2490125" y="1604096"/>
                  <a:pt x="2496289" y="1603853"/>
                </a:cubicBezTo>
                <a:close/>
                <a:moveTo>
                  <a:pt x="3004271" y="1603864"/>
                </a:moveTo>
                <a:cubicBezTo>
                  <a:pt x="3024401" y="1605351"/>
                  <a:pt x="3046193" y="1592319"/>
                  <a:pt x="3041246" y="1569038"/>
                </a:cubicBezTo>
                <a:cubicBezTo>
                  <a:pt x="3044885" y="1538448"/>
                  <a:pt x="3002125" y="1530350"/>
                  <a:pt x="2982564" y="1546770"/>
                </a:cubicBezTo>
                <a:cubicBezTo>
                  <a:pt x="2971419" y="1560941"/>
                  <a:pt x="2970054" y="1585683"/>
                  <a:pt x="2985748" y="1597380"/>
                </a:cubicBezTo>
                <a:cubicBezTo>
                  <a:pt x="2991037" y="1601260"/>
                  <a:pt x="2997562" y="1603369"/>
                  <a:pt x="3004271" y="1603864"/>
                </a:cubicBezTo>
                <a:close/>
                <a:moveTo>
                  <a:pt x="2594895" y="1603865"/>
                </a:moveTo>
                <a:cubicBezTo>
                  <a:pt x="2614960" y="1605027"/>
                  <a:pt x="2636821" y="1591640"/>
                  <a:pt x="2632372" y="1568789"/>
                </a:cubicBezTo>
                <a:cubicBezTo>
                  <a:pt x="2636707" y="1531726"/>
                  <a:pt x="2570537" y="1525587"/>
                  <a:pt x="2565746" y="1561058"/>
                </a:cubicBezTo>
                <a:cubicBezTo>
                  <a:pt x="2563693" y="1574019"/>
                  <a:pt x="2565290" y="1589253"/>
                  <a:pt x="2576470" y="1597666"/>
                </a:cubicBezTo>
                <a:cubicBezTo>
                  <a:pt x="2581718" y="1601474"/>
                  <a:pt x="2588207" y="1603478"/>
                  <a:pt x="2594895" y="1603865"/>
                </a:cubicBezTo>
                <a:close/>
                <a:moveTo>
                  <a:pt x="2906995" y="1603913"/>
                </a:moveTo>
                <a:cubicBezTo>
                  <a:pt x="2925648" y="1603445"/>
                  <a:pt x="2943411" y="1590221"/>
                  <a:pt x="2939680" y="1568449"/>
                </a:cubicBezTo>
                <a:cubicBezTo>
                  <a:pt x="2940584" y="1533751"/>
                  <a:pt x="2888355" y="1527174"/>
                  <a:pt x="2874789" y="1555749"/>
                </a:cubicBezTo>
                <a:cubicBezTo>
                  <a:pt x="2870041" y="1571171"/>
                  <a:pt x="2872528" y="1592262"/>
                  <a:pt x="2888808" y="1599973"/>
                </a:cubicBezTo>
                <a:cubicBezTo>
                  <a:pt x="2894460" y="1602808"/>
                  <a:pt x="2900777" y="1604069"/>
                  <a:pt x="2906995" y="1603913"/>
                </a:cubicBezTo>
                <a:close/>
                <a:moveTo>
                  <a:pt x="4855044" y="1603948"/>
                </a:moveTo>
                <a:cubicBezTo>
                  <a:pt x="4875132" y="1605341"/>
                  <a:pt x="4896205" y="1592266"/>
                  <a:pt x="4892983" y="1568773"/>
                </a:cubicBezTo>
                <a:cubicBezTo>
                  <a:pt x="4893887" y="1538593"/>
                  <a:pt x="4854087" y="1528762"/>
                  <a:pt x="4834412" y="1545453"/>
                </a:cubicBezTo>
                <a:cubicBezTo>
                  <a:pt x="4817904" y="1557570"/>
                  <a:pt x="4820166" y="1586150"/>
                  <a:pt x="4836222" y="1597582"/>
                </a:cubicBezTo>
                <a:cubicBezTo>
                  <a:pt x="4841762" y="1601411"/>
                  <a:pt x="4848348" y="1603483"/>
                  <a:pt x="4855044" y="1603948"/>
                </a:cubicBezTo>
                <a:close/>
                <a:moveTo>
                  <a:pt x="2802418" y="1604039"/>
                </a:moveTo>
                <a:cubicBezTo>
                  <a:pt x="2821987" y="1603931"/>
                  <a:pt x="2841914" y="1591248"/>
                  <a:pt x="2838493" y="1568891"/>
                </a:cubicBezTo>
                <a:cubicBezTo>
                  <a:pt x="2839861" y="1537246"/>
                  <a:pt x="2796339" y="1528762"/>
                  <a:pt x="2776269" y="1546419"/>
                </a:cubicBezTo>
                <a:cubicBezTo>
                  <a:pt x="2762129" y="1561782"/>
                  <a:pt x="2765322" y="1589528"/>
                  <a:pt x="2783795" y="1599847"/>
                </a:cubicBezTo>
                <a:cubicBezTo>
                  <a:pt x="2789383" y="1602713"/>
                  <a:pt x="2795883" y="1604075"/>
                  <a:pt x="2802418" y="1604039"/>
                </a:cubicBezTo>
                <a:close/>
                <a:moveTo>
                  <a:pt x="5270226" y="1604216"/>
                </a:moveTo>
                <a:cubicBezTo>
                  <a:pt x="5288504" y="1603822"/>
                  <a:pt x="5305873" y="1591243"/>
                  <a:pt x="5303620" y="1570606"/>
                </a:cubicBezTo>
                <a:cubicBezTo>
                  <a:pt x="5306854" y="1538996"/>
                  <a:pt x="5264119" y="1528762"/>
                  <a:pt x="5243791" y="1546500"/>
                </a:cubicBezTo>
                <a:cubicBezTo>
                  <a:pt x="5232703" y="1562646"/>
                  <a:pt x="5232241" y="1590845"/>
                  <a:pt x="5252338" y="1600396"/>
                </a:cubicBezTo>
                <a:cubicBezTo>
                  <a:pt x="5257940" y="1603125"/>
                  <a:pt x="5264134" y="1604348"/>
                  <a:pt x="5270226" y="1604216"/>
                </a:cubicBezTo>
                <a:close/>
                <a:moveTo>
                  <a:pt x="2693602" y="1604353"/>
                </a:moveTo>
                <a:cubicBezTo>
                  <a:pt x="2714375" y="1607219"/>
                  <a:pt x="2737643" y="1594377"/>
                  <a:pt x="2735619" y="1569901"/>
                </a:cubicBezTo>
                <a:cubicBezTo>
                  <a:pt x="2736519" y="1537496"/>
                  <a:pt x="2692678" y="1528762"/>
                  <a:pt x="2673569" y="1548987"/>
                </a:cubicBezTo>
                <a:cubicBezTo>
                  <a:pt x="2660529" y="1561168"/>
                  <a:pt x="2664126" y="1583461"/>
                  <a:pt x="2674693" y="1596101"/>
                </a:cubicBezTo>
                <a:cubicBezTo>
                  <a:pt x="2680032" y="1600698"/>
                  <a:pt x="2686680" y="1603398"/>
                  <a:pt x="2693602" y="1604353"/>
                </a:cubicBezTo>
                <a:close/>
                <a:moveTo>
                  <a:pt x="7429916" y="1604427"/>
                </a:moveTo>
                <a:cubicBezTo>
                  <a:pt x="7437306" y="1604198"/>
                  <a:pt x="7444582" y="1602304"/>
                  <a:pt x="7450835" y="1598058"/>
                </a:cubicBezTo>
                <a:cubicBezTo>
                  <a:pt x="7470617" y="1580156"/>
                  <a:pt x="7461295" y="1535170"/>
                  <a:pt x="7430371" y="1538383"/>
                </a:cubicBezTo>
                <a:cubicBezTo>
                  <a:pt x="7395355" y="1530350"/>
                  <a:pt x="7383304" y="1583139"/>
                  <a:pt x="7408316" y="1600812"/>
                </a:cubicBezTo>
                <a:cubicBezTo>
                  <a:pt x="7415023" y="1603222"/>
                  <a:pt x="7422527" y="1604657"/>
                  <a:pt x="7429916" y="1604427"/>
                </a:cubicBezTo>
                <a:close/>
                <a:moveTo>
                  <a:pt x="8040195" y="1604618"/>
                </a:moveTo>
                <a:cubicBezTo>
                  <a:pt x="8052606" y="1605830"/>
                  <a:pt x="8065794" y="1601617"/>
                  <a:pt x="8073281" y="1591923"/>
                </a:cubicBezTo>
                <a:cubicBezTo>
                  <a:pt x="8081804" y="1577612"/>
                  <a:pt x="8075584" y="1560992"/>
                  <a:pt x="8074202" y="1545527"/>
                </a:cubicBezTo>
                <a:cubicBezTo>
                  <a:pt x="8057846" y="1540449"/>
                  <a:pt x="8038726" y="1533524"/>
                  <a:pt x="8022601" y="1542757"/>
                </a:cubicBezTo>
                <a:cubicBezTo>
                  <a:pt x="8009009" y="1551528"/>
                  <a:pt x="8008779" y="1570687"/>
                  <a:pt x="8011774" y="1584767"/>
                </a:cubicBezTo>
                <a:cubicBezTo>
                  <a:pt x="8016151" y="1596770"/>
                  <a:pt x="8027784" y="1603406"/>
                  <a:pt x="8040195" y="1604618"/>
                </a:cubicBezTo>
                <a:close/>
                <a:moveTo>
                  <a:pt x="4961516" y="1604708"/>
                </a:moveTo>
                <a:cubicBezTo>
                  <a:pt x="4968751" y="1604881"/>
                  <a:pt x="4976043" y="1603326"/>
                  <a:pt x="4982374" y="1600102"/>
                </a:cubicBezTo>
                <a:cubicBezTo>
                  <a:pt x="4998879" y="1591351"/>
                  <a:pt x="4997523" y="1569704"/>
                  <a:pt x="4993905" y="1554045"/>
                </a:cubicBezTo>
                <a:cubicBezTo>
                  <a:pt x="4979435" y="1532628"/>
                  <a:pt x="4944163" y="1531937"/>
                  <a:pt x="4930371" y="1554275"/>
                </a:cubicBezTo>
                <a:cubicBezTo>
                  <a:pt x="4924266" y="1569474"/>
                  <a:pt x="4925171" y="1590660"/>
                  <a:pt x="4940998" y="1598951"/>
                </a:cubicBezTo>
                <a:cubicBezTo>
                  <a:pt x="4947102" y="1602635"/>
                  <a:pt x="4954281" y="1604535"/>
                  <a:pt x="4961516" y="1604708"/>
                </a:cubicBezTo>
                <a:close/>
                <a:moveTo>
                  <a:pt x="3213598" y="1604874"/>
                </a:moveTo>
                <a:cubicBezTo>
                  <a:pt x="3232994" y="1604927"/>
                  <a:pt x="3251933" y="1591581"/>
                  <a:pt x="3249843" y="1569922"/>
                </a:cubicBezTo>
                <a:cubicBezTo>
                  <a:pt x="3251700" y="1537858"/>
                  <a:pt x="3205956" y="1528762"/>
                  <a:pt x="3186916" y="1549001"/>
                </a:cubicBezTo>
                <a:cubicBezTo>
                  <a:pt x="3174841" y="1563782"/>
                  <a:pt x="3177395" y="1590160"/>
                  <a:pt x="3194811" y="1600166"/>
                </a:cubicBezTo>
                <a:cubicBezTo>
                  <a:pt x="3200616" y="1603349"/>
                  <a:pt x="3207132" y="1604856"/>
                  <a:pt x="3213598" y="1604874"/>
                </a:cubicBezTo>
                <a:close/>
                <a:moveTo>
                  <a:pt x="5473122" y="1604921"/>
                </a:moveTo>
                <a:cubicBezTo>
                  <a:pt x="5492101" y="1605503"/>
                  <a:pt x="5511112" y="1592963"/>
                  <a:pt x="5510941" y="1571761"/>
                </a:cubicBezTo>
                <a:cubicBezTo>
                  <a:pt x="5513229" y="1538896"/>
                  <a:pt x="5466997" y="1527175"/>
                  <a:pt x="5447771" y="1549238"/>
                </a:cubicBezTo>
                <a:cubicBezTo>
                  <a:pt x="5438616" y="1564637"/>
                  <a:pt x="5438616" y="1589228"/>
                  <a:pt x="5454866" y="1599800"/>
                </a:cubicBezTo>
                <a:cubicBezTo>
                  <a:pt x="5460474" y="1603075"/>
                  <a:pt x="5466796" y="1604727"/>
                  <a:pt x="5473122" y="1604921"/>
                </a:cubicBezTo>
                <a:close/>
                <a:moveTo>
                  <a:pt x="2392412" y="1604991"/>
                </a:moveTo>
                <a:cubicBezTo>
                  <a:pt x="2411012" y="1604713"/>
                  <a:pt x="2428880" y="1591069"/>
                  <a:pt x="2424496" y="1569237"/>
                </a:cubicBezTo>
                <a:cubicBezTo>
                  <a:pt x="2427418" y="1537855"/>
                  <a:pt x="2385165" y="1530350"/>
                  <a:pt x="2366515" y="1547861"/>
                </a:cubicBezTo>
                <a:cubicBezTo>
                  <a:pt x="2356854" y="1563552"/>
                  <a:pt x="2355722" y="1591296"/>
                  <a:pt x="2374380" y="1600620"/>
                </a:cubicBezTo>
                <a:cubicBezTo>
                  <a:pt x="2379940" y="1603690"/>
                  <a:pt x="2386217" y="1605083"/>
                  <a:pt x="2392412" y="1604991"/>
                </a:cubicBezTo>
                <a:close/>
                <a:moveTo>
                  <a:pt x="7636381" y="1696949"/>
                </a:moveTo>
                <a:cubicBezTo>
                  <a:pt x="7653644" y="1693355"/>
                  <a:pt x="7666642" y="1670203"/>
                  <a:pt x="7649881" y="1655571"/>
                </a:cubicBezTo>
                <a:cubicBezTo>
                  <a:pt x="7626621" y="1633537"/>
                  <a:pt x="7589679" y="1674391"/>
                  <a:pt x="7618640" y="1692982"/>
                </a:cubicBezTo>
                <a:cubicBezTo>
                  <a:pt x="7624398" y="1697171"/>
                  <a:pt x="7630626" y="1698147"/>
                  <a:pt x="7636381" y="1696949"/>
                </a:cubicBezTo>
                <a:close/>
                <a:moveTo>
                  <a:pt x="2374911" y="1704306"/>
                </a:moveTo>
                <a:cubicBezTo>
                  <a:pt x="2386306" y="1708150"/>
                  <a:pt x="2398851" y="1708150"/>
                  <a:pt x="2410471" y="1704306"/>
                </a:cubicBezTo>
                <a:cubicBezTo>
                  <a:pt x="2438281" y="1687801"/>
                  <a:pt x="2426427" y="1633537"/>
                  <a:pt x="2390404" y="1639868"/>
                </a:cubicBezTo>
                <a:cubicBezTo>
                  <a:pt x="2356218" y="1638285"/>
                  <a:pt x="2349381" y="1688932"/>
                  <a:pt x="2374911" y="1704306"/>
                </a:cubicBezTo>
                <a:close/>
                <a:moveTo>
                  <a:pt x="2817420" y="1704486"/>
                </a:moveTo>
                <a:cubicBezTo>
                  <a:pt x="2827796" y="1700584"/>
                  <a:pt x="2836052" y="1692328"/>
                  <a:pt x="2837635" y="1679887"/>
                </a:cubicBezTo>
                <a:cubicBezTo>
                  <a:pt x="2846229" y="1648898"/>
                  <a:pt x="2802619" y="1625599"/>
                  <a:pt x="2780227" y="1647540"/>
                </a:cubicBezTo>
                <a:cubicBezTo>
                  <a:pt x="2762133" y="1661339"/>
                  <a:pt x="2764394" y="1692780"/>
                  <a:pt x="2784524" y="1702959"/>
                </a:cubicBezTo>
                <a:cubicBezTo>
                  <a:pt x="2794590" y="1707936"/>
                  <a:pt x="2807044" y="1708388"/>
                  <a:pt x="2817420" y="1704486"/>
                </a:cubicBezTo>
                <a:close/>
                <a:moveTo>
                  <a:pt x="5051655" y="1704910"/>
                </a:moveTo>
                <a:cubicBezTo>
                  <a:pt x="5070123" y="1712912"/>
                  <a:pt x="5094290" y="1702852"/>
                  <a:pt x="5096798" y="1681589"/>
                </a:cubicBezTo>
                <a:cubicBezTo>
                  <a:pt x="5106829" y="1654381"/>
                  <a:pt x="5075138" y="1628774"/>
                  <a:pt x="5050059" y="1641578"/>
                </a:cubicBezTo>
                <a:cubicBezTo>
                  <a:pt x="5021104" y="1650037"/>
                  <a:pt x="5023156" y="1697594"/>
                  <a:pt x="5051655" y="1704910"/>
                </a:cubicBezTo>
                <a:close/>
                <a:moveTo>
                  <a:pt x="7441472" y="1705072"/>
                </a:moveTo>
                <a:cubicBezTo>
                  <a:pt x="7451761" y="1701394"/>
                  <a:pt x="7459879" y="1693410"/>
                  <a:pt x="7460442" y="1680980"/>
                </a:cubicBezTo>
                <a:cubicBezTo>
                  <a:pt x="7465854" y="1657943"/>
                  <a:pt x="7446687" y="1633537"/>
                  <a:pt x="7422333" y="1639467"/>
                </a:cubicBezTo>
                <a:cubicBezTo>
                  <a:pt x="7392116" y="1640608"/>
                  <a:pt x="7386479" y="1688507"/>
                  <a:pt x="7409480" y="1703332"/>
                </a:cubicBezTo>
                <a:cubicBezTo>
                  <a:pt x="7418725" y="1708122"/>
                  <a:pt x="7431184" y="1708749"/>
                  <a:pt x="7441472" y="1705072"/>
                </a:cubicBezTo>
                <a:close/>
                <a:moveTo>
                  <a:pt x="5283991" y="1705330"/>
                </a:moveTo>
                <a:cubicBezTo>
                  <a:pt x="5293997" y="1701637"/>
                  <a:pt x="5301843" y="1693858"/>
                  <a:pt x="5302525" y="1681794"/>
                </a:cubicBezTo>
                <a:cubicBezTo>
                  <a:pt x="5310029" y="1657665"/>
                  <a:pt x="5285014" y="1633537"/>
                  <a:pt x="5260681" y="1641204"/>
                </a:cubicBezTo>
                <a:cubicBezTo>
                  <a:pt x="5232255" y="1646616"/>
                  <a:pt x="5227479" y="1691490"/>
                  <a:pt x="5252494" y="1704343"/>
                </a:cubicBezTo>
                <a:cubicBezTo>
                  <a:pt x="5261818" y="1708628"/>
                  <a:pt x="5273985" y="1709022"/>
                  <a:pt x="5283991" y="1705330"/>
                </a:cubicBezTo>
                <a:close/>
                <a:moveTo>
                  <a:pt x="7542246" y="1705599"/>
                </a:moveTo>
                <a:cubicBezTo>
                  <a:pt x="7551761" y="1702764"/>
                  <a:pt x="7559761" y="1696471"/>
                  <a:pt x="7562389" y="1686152"/>
                </a:cubicBezTo>
                <a:cubicBezTo>
                  <a:pt x="7572217" y="1663020"/>
                  <a:pt x="7552332" y="1635125"/>
                  <a:pt x="7526503" y="1639888"/>
                </a:cubicBezTo>
                <a:cubicBezTo>
                  <a:pt x="7492218" y="1638980"/>
                  <a:pt x="7484904" y="1690007"/>
                  <a:pt x="7513018" y="1704295"/>
                </a:cubicBezTo>
                <a:cubicBezTo>
                  <a:pt x="7521703" y="1707810"/>
                  <a:pt x="7532732" y="1708434"/>
                  <a:pt x="7542246" y="1705599"/>
                </a:cubicBezTo>
                <a:close/>
                <a:moveTo>
                  <a:pt x="2505770" y="1705757"/>
                </a:moveTo>
                <a:cubicBezTo>
                  <a:pt x="2514995" y="1703185"/>
                  <a:pt x="2523073" y="1697419"/>
                  <a:pt x="2526856" y="1688262"/>
                </a:cubicBezTo>
                <a:cubicBezTo>
                  <a:pt x="2536709" y="1666781"/>
                  <a:pt x="2519292" y="1635125"/>
                  <a:pt x="2493166" y="1639873"/>
                </a:cubicBezTo>
                <a:cubicBezTo>
                  <a:pt x="2458562" y="1637386"/>
                  <a:pt x="2449398" y="1690523"/>
                  <a:pt x="2477813" y="1704090"/>
                </a:cubicBezTo>
                <a:cubicBezTo>
                  <a:pt x="2486174" y="1707707"/>
                  <a:pt x="2496545" y="1708329"/>
                  <a:pt x="2505770" y="1705757"/>
                </a:cubicBezTo>
                <a:close/>
                <a:moveTo>
                  <a:pt x="2688306" y="1705788"/>
                </a:moveTo>
                <a:cubicBezTo>
                  <a:pt x="2706865" y="1712912"/>
                  <a:pt x="2731840" y="1703489"/>
                  <a:pt x="2735507" y="1682115"/>
                </a:cubicBezTo>
                <a:cubicBezTo>
                  <a:pt x="2744671" y="1652238"/>
                  <a:pt x="2705033" y="1627187"/>
                  <a:pt x="2680515" y="1644424"/>
                </a:cubicBezTo>
                <a:cubicBezTo>
                  <a:pt x="2655771" y="1657064"/>
                  <a:pt x="2661269" y="1699582"/>
                  <a:pt x="2688306" y="1705788"/>
                </a:cubicBezTo>
                <a:close/>
                <a:moveTo>
                  <a:pt x="7336861" y="1706501"/>
                </a:moveTo>
                <a:cubicBezTo>
                  <a:pt x="7347493" y="1703090"/>
                  <a:pt x="7356044" y="1695005"/>
                  <a:pt x="7357185" y="1682161"/>
                </a:cubicBezTo>
                <a:cubicBezTo>
                  <a:pt x="7364254" y="1657849"/>
                  <a:pt x="7340994" y="1633537"/>
                  <a:pt x="7316594" y="1640188"/>
                </a:cubicBezTo>
                <a:cubicBezTo>
                  <a:pt x="7287177" y="1643399"/>
                  <a:pt x="7281704" y="1687436"/>
                  <a:pt x="7304052" y="1702803"/>
                </a:cubicBezTo>
                <a:cubicBezTo>
                  <a:pt x="7313515" y="1708651"/>
                  <a:pt x="7326228" y="1709913"/>
                  <a:pt x="7336861" y="1706501"/>
                </a:cubicBezTo>
                <a:close/>
                <a:moveTo>
                  <a:pt x="4764383" y="1706972"/>
                </a:moveTo>
                <a:cubicBezTo>
                  <a:pt x="4781314" y="1703082"/>
                  <a:pt x="4794386" y="1685743"/>
                  <a:pt x="4790507" y="1667135"/>
                </a:cubicBezTo>
                <a:cubicBezTo>
                  <a:pt x="4787358" y="1640746"/>
                  <a:pt x="4752949" y="1631950"/>
                  <a:pt x="4733383" y="1646385"/>
                </a:cubicBezTo>
                <a:cubicBezTo>
                  <a:pt x="4714716" y="1663076"/>
                  <a:pt x="4720114" y="1701193"/>
                  <a:pt x="4746652" y="1705929"/>
                </a:cubicBezTo>
                <a:cubicBezTo>
                  <a:pt x="4752668" y="1708072"/>
                  <a:pt x="4758740" y="1708269"/>
                  <a:pt x="4764383" y="1706972"/>
                </a:cubicBezTo>
                <a:close/>
                <a:moveTo>
                  <a:pt x="7120843" y="1707315"/>
                </a:moveTo>
                <a:cubicBezTo>
                  <a:pt x="7138775" y="1706278"/>
                  <a:pt x="7155491" y="1692898"/>
                  <a:pt x="7155832" y="1673234"/>
                </a:cubicBezTo>
                <a:cubicBezTo>
                  <a:pt x="7157879" y="1644279"/>
                  <a:pt x="7118533" y="1628775"/>
                  <a:pt x="7097836" y="1646331"/>
                </a:cubicBezTo>
                <a:cubicBezTo>
                  <a:pt x="7078504" y="1660010"/>
                  <a:pt x="7080778" y="1694665"/>
                  <a:pt x="7103067" y="1704012"/>
                </a:cubicBezTo>
                <a:cubicBezTo>
                  <a:pt x="7108753" y="1706634"/>
                  <a:pt x="7114865" y="1707660"/>
                  <a:pt x="7120843" y="1707315"/>
                </a:cubicBezTo>
                <a:close/>
                <a:moveTo>
                  <a:pt x="5575234" y="1707387"/>
                </a:moveTo>
                <a:cubicBezTo>
                  <a:pt x="5591996" y="1708900"/>
                  <a:pt x="5609808" y="1699094"/>
                  <a:pt x="5612353" y="1680845"/>
                </a:cubicBezTo>
                <a:cubicBezTo>
                  <a:pt x="5619591" y="1654239"/>
                  <a:pt x="5589735" y="1630362"/>
                  <a:pt x="5565080" y="1641050"/>
                </a:cubicBezTo>
                <a:cubicBezTo>
                  <a:pt x="5537938" y="1647417"/>
                  <a:pt x="5533866" y="1690168"/>
                  <a:pt x="5559425" y="1701993"/>
                </a:cubicBezTo>
                <a:cubicBezTo>
                  <a:pt x="5564175" y="1705120"/>
                  <a:pt x="5569646" y="1706882"/>
                  <a:pt x="5575234" y="1707387"/>
                </a:cubicBezTo>
                <a:close/>
                <a:moveTo>
                  <a:pt x="5380106" y="1707453"/>
                </a:moveTo>
                <a:cubicBezTo>
                  <a:pt x="5408908" y="1704723"/>
                  <a:pt x="5416392" y="1660368"/>
                  <a:pt x="5393033" y="1645811"/>
                </a:cubicBezTo>
                <a:cubicBezTo>
                  <a:pt x="5377838" y="1636712"/>
                  <a:pt x="5354933" y="1638304"/>
                  <a:pt x="5344047" y="1653544"/>
                </a:cubicBezTo>
                <a:cubicBezTo>
                  <a:pt x="5339511" y="1665145"/>
                  <a:pt x="5340192" y="1677883"/>
                  <a:pt x="5338604" y="1690166"/>
                </a:cubicBezTo>
                <a:cubicBezTo>
                  <a:pt x="5350624" y="1699264"/>
                  <a:pt x="5363324" y="1712912"/>
                  <a:pt x="5380106" y="1707453"/>
                </a:cubicBezTo>
                <a:close/>
                <a:moveTo>
                  <a:pt x="5480838" y="1707482"/>
                </a:moveTo>
                <a:cubicBezTo>
                  <a:pt x="5499878" y="1704999"/>
                  <a:pt x="5515951" y="1685729"/>
                  <a:pt x="5509828" y="1664924"/>
                </a:cubicBezTo>
                <a:cubicBezTo>
                  <a:pt x="5505519" y="1636047"/>
                  <a:pt x="5463337" y="1630362"/>
                  <a:pt x="5447461" y="1652418"/>
                </a:cubicBezTo>
                <a:cubicBezTo>
                  <a:pt x="5437029" y="1669471"/>
                  <a:pt x="5440658" y="1696984"/>
                  <a:pt x="5461522" y="1703805"/>
                </a:cubicBezTo>
                <a:cubicBezTo>
                  <a:pt x="5467816" y="1707273"/>
                  <a:pt x="5474492" y="1708310"/>
                  <a:pt x="5480838" y="1707482"/>
                </a:cubicBezTo>
                <a:close/>
                <a:moveTo>
                  <a:pt x="2907014" y="1707590"/>
                </a:moveTo>
                <a:cubicBezTo>
                  <a:pt x="2924958" y="1706727"/>
                  <a:pt x="2942238" y="1693809"/>
                  <a:pt x="2939035" y="1673345"/>
                </a:cubicBezTo>
                <a:cubicBezTo>
                  <a:pt x="2944654" y="1639238"/>
                  <a:pt x="2892506" y="1627187"/>
                  <a:pt x="2876546" y="1653790"/>
                </a:cubicBezTo>
                <a:cubicBezTo>
                  <a:pt x="2868454" y="1670616"/>
                  <a:pt x="2871601" y="1695173"/>
                  <a:pt x="2889583" y="1704268"/>
                </a:cubicBezTo>
                <a:cubicBezTo>
                  <a:pt x="2894978" y="1706826"/>
                  <a:pt x="2901033" y="1707878"/>
                  <a:pt x="2907014" y="1707590"/>
                </a:cubicBezTo>
                <a:close/>
                <a:moveTo>
                  <a:pt x="2598430" y="1707728"/>
                </a:moveTo>
                <a:cubicBezTo>
                  <a:pt x="2635212" y="1711325"/>
                  <a:pt x="2646246" y="1654445"/>
                  <a:pt x="2613372" y="1642530"/>
                </a:cubicBezTo>
                <a:cubicBezTo>
                  <a:pt x="2594751" y="1633537"/>
                  <a:pt x="2577280" y="1645902"/>
                  <a:pt x="2563489" y="1656918"/>
                </a:cubicBezTo>
                <a:cubicBezTo>
                  <a:pt x="2562108" y="1679176"/>
                  <a:pt x="2569234" y="1709976"/>
                  <a:pt x="2598430" y="1707728"/>
                </a:cubicBezTo>
                <a:close/>
                <a:moveTo>
                  <a:pt x="3012349" y="1707771"/>
                </a:moveTo>
                <a:cubicBezTo>
                  <a:pt x="3031602" y="1705678"/>
                  <a:pt x="3048767" y="1687279"/>
                  <a:pt x="3042019" y="1666470"/>
                </a:cubicBezTo>
                <a:cubicBezTo>
                  <a:pt x="3039995" y="1643688"/>
                  <a:pt x="3011428" y="1633537"/>
                  <a:pt x="2992984" y="1642786"/>
                </a:cubicBezTo>
                <a:cubicBezTo>
                  <a:pt x="2970491" y="1654741"/>
                  <a:pt x="2968466" y="1693539"/>
                  <a:pt x="2993209" y="1703915"/>
                </a:cubicBezTo>
                <a:cubicBezTo>
                  <a:pt x="2999282" y="1707355"/>
                  <a:pt x="3005932" y="1708469"/>
                  <a:pt x="3012349" y="1707771"/>
                </a:cubicBezTo>
                <a:close/>
                <a:moveTo>
                  <a:pt x="5175286" y="1707893"/>
                </a:moveTo>
                <a:cubicBezTo>
                  <a:pt x="5193847" y="1702998"/>
                  <a:pt x="5207100" y="1681367"/>
                  <a:pt x="5198350" y="1662045"/>
                </a:cubicBezTo>
                <a:cubicBezTo>
                  <a:pt x="5191030" y="1634002"/>
                  <a:pt x="5143451" y="1631950"/>
                  <a:pt x="5134759" y="1659993"/>
                </a:cubicBezTo>
                <a:cubicBezTo>
                  <a:pt x="5130641" y="1677549"/>
                  <a:pt x="5133386" y="1703768"/>
                  <a:pt x="5155575" y="1706504"/>
                </a:cubicBezTo>
                <a:cubicBezTo>
                  <a:pt x="5162323" y="1709297"/>
                  <a:pt x="5169099" y="1709524"/>
                  <a:pt x="5175286" y="1707893"/>
                </a:cubicBezTo>
                <a:close/>
                <a:moveTo>
                  <a:pt x="4961316" y="1708509"/>
                </a:moveTo>
                <a:cubicBezTo>
                  <a:pt x="4977058" y="1708206"/>
                  <a:pt x="4993089" y="1697793"/>
                  <a:pt x="4995654" y="1681547"/>
                </a:cubicBezTo>
                <a:cubicBezTo>
                  <a:pt x="5005229" y="1653893"/>
                  <a:pt x="4969435" y="1628775"/>
                  <a:pt x="4945723" y="1642602"/>
                </a:cubicBezTo>
                <a:cubicBezTo>
                  <a:pt x="4919732" y="1652511"/>
                  <a:pt x="4919504" y="1696295"/>
                  <a:pt x="4946179" y="1705282"/>
                </a:cubicBezTo>
                <a:cubicBezTo>
                  <a:pt x="4950853" y="1707587"/>
                  <a:pt x="4956068" y="1708609"/>
                  <a:pt x="4961316" y="1708509"/>
                </a:cubicBezTo>
                <a:close/>
                <a:moveTo>
                  <a:pt x="4860665" y="1708671"/>
                </a:moveTo>
                <a:cubicBezTo>
                  <a:pt x="4878825" y="1708008"/>
                  <a:pt x="4896536" y="1694715"/>
                  <a:pt x="4894306" y="1674368"/>
                </a:cubicBezTo>
                <a:cubicBezTo>
                  <a:pt x="4896822" y="1642680"/>
                  <a:pt x="4852681" y="1628774"/>
                  <a:pt x="4832326" y="1649520"/>
                </a:cubicBezTo>
                <a:cubicBezTo>
                  <a:pt x="4816316" y="1665933"/>
                  <a:pt x="4821348" y="1696254"/>
                  <a:pt x="4843075" y="1704917"/>
                </a:cubicBezTo>
                <a:cubicBezTo>
                  <a:pt x="4848507" y="1707709"/>
                  <a:pt x="4854611" y="1708892"/>
                  <a:pt x="4860665" y="1708671"/>
                </a:cubicBezTo>
                <a:close/>
                <a:moveTo>
                  <a:pt x="4946874" y="1808119"/>
                </a:moveTo>
                <a:cubicBezTo>
                  <a:pt x="4965423" y="1816100"/>
                  <a:pt x="4990305" y="1806523"/>
                  <a:pt x="4994829" y="1785543"/>
                </a:cubicBezTo>
                <a:cubicBezTo>
                  <a:pt x="5006817" y="1757722"/>
                  <a:pt x="4970625" y="1733550"/>
                  <a:pt x="4946422" y="1744952"/>
                </a:cubicBezTo>
                <a:cubicBezTo>
                  <a:pt x="4919504" y="1754302"/>
                  <a:pt x="4920635" y="1798541"/>
                  <a:pt x="4946874" y="1808119"/>
                </a:cubicBezTo>
                <a:close/>
                <a:moveTo>
                  <a:pt x="7535477" y="1809722"/>
                </a:moveTo>
                <a:cubicBezTo>
                  <a:pt x="7546930" y="1808673"/>
                  <a:pt x="7557022" y="1803287"/>
                  <a:pt x="7561331" y="1790473"/>
                </a:cubicBezTo>
                <a:cubicBezTo>
                  <a:pt x="7573804" y="1763713"/>
                  <a:pt x="7547043" y="1733550"/>
                  <a:pt x="7518922" y="1744436"/>
                </a:cubicBezTo>
                <a:cubicBezTo>
                  <a:pt x="7491254" y="1750559"/>
                  <a:pt x="7494883" y="1782309"/>
                  <a:pt x="7501459" y="1802947"/>
                </a:cubicBezTo>
                <a:cubicBezTo>
                  <a:pt x="7511211" y="1807482"/>
                  <a:pt x="7524025" y="1810771"/>
                  <a:pt x="7535477" y="1809722"/>
                </a:cubicBezTo>
                <a:close/>
                <a:moveTo>
                  <a:pt x="4244808" y="1810280"/>
                </a:moveTo>
                <a:cubicBezTo>
                  <a:pt x="4265453" y="1807394"/>
                  <a:pt x="4284724" y="1786998"/>
                  <a:pt x="4275856" y="1765449"/>
                </a:cubicBezTo>
                <a:cubicBezTo>
                  <a:pt x="4270171" y="1742417"/>
                  <a:pt x="4241522" y="1738312"/>
                  <a:pt x="4222649" y="1746522"/>
                </a:cubicBezTo>
                <a:cubicBezTo>
                  <a:pt x="4200366" y="1758836"/>
                  <a:pt x="4202413" y="1795550"/>
                  <a:pt x="4224696" y="1806724"/>
                </a:cubicBezTo>
                <a:cubicBezTo>
                  <a:pt x="4230892" y="1810258"/>
                  <a:pt x="4237926" y="1811242"/>
                  <a:pt x="4244808" y="1810280"/>
                </a:cubicBezTo>
                <a:close/>
                <a:moveTo>
                  <a:pt x="5172725" y="1810591"/>
                </a:moveTo>
                <a:cubicBezTo>
                  <a:pt x="5180516" y="1809120"/>
                  <a:pt x="5188307" y="1806063"/>
                  <a:pt x="5195700" y="1803871"/>
                </a:cubicBezTo>
                <a:cubicBezTo>
                  <a:pt x="5197520" y="1789565"/>
                  <a:pt x="5205254" y="1773644"/>
                  <a:pt x="5197520" y="1759799"/>
                </a:cubicBezTo>
                <a:cubicBezTo>
                  <a:pt x="5187738" y="1736725"/>
                  <a:pt x="5153389" y="1737648"/>
                  <a:pt x="5138830" y="1754954"/>
                </a:cubicBezTo>
                <a:cubicBezTo>
                  <a:pt x="5130869" y="1772029"/>
                  <a:pt x="5130641" y="1798333"/>
                  <a:pt x="5149749" y="1807793"/>
                </a:cubicBezTo>
                <a:cubicBezTo>
                  <a:pt x="5157142" y="1811947"/>
                  <a:pt x="5164934" y="1812062"/>
                  <a:pt x="5172725" y="1810591"/>
                </a:cubicBezTo>
                <a:close/>
                <a:moveTo>
                  <a:pt x="2401843" y="1810713"/>
                </a:moveTo>
                <a:cubicBezTo>
                  <a:pt x="2410879" y="1808395"/>
                  <a:pt x="2418884" y="1802776"/>
                  <a:pt x="2422798" y="1793624"/>
                </a:cubicBezTo>
                <a:cubicBezTo>
                  <a:pt x="2426712" y="1779257"/>
                  <a:pt x="2427173" y="1761878"/>
                  <a:pt x="2416579" y="1750061"/>
                </a:cubicBezTo>
                <a:cubicBezTo>
                  <a:pt x="2404144" y="1741487"/>
                  <a:pt x="2387326" y="1741719"/>
                  <a:pt x="2373513" y="1746585"/>
                </a:cubicBezTo>
                <a:cubicBezTo>
                  <a:pt x="2352557" y="1758866"/>
                  <a:pt x="2353941" y="1796172"/>
                  <a:pt x="2374665" y="1807990"/>
                </a:cubicBezTo>
                <a:cubicBezTo>
                  <a:pt x="2382724" y="1812045"/>
                  <a:pt x="2392796" y="1813030"/>
                  <a:pt x="2401843" y="1810713"/>
                </a:cubicBezTo>
                <a:close/>
                <a:moveTo>
                  <a:pt x="3010705" y="1810847"/>
                </a:moveTo>
                <a:cubicBezTo>
                  <a:pt x="3020674" y="1811132"/>
                  <a:pt x="3030039" y="1808453"/>
                  <a:pt x="3036474" y="1799220"/>
                </a:cubicBezTo>
                <a:cubicBezTo>
                  <a:pt x="3055779" y="1773913"/>
                  <a:pt x="3032797" y="1731962"/>
                  <a:pt x="2999242" y="1744046"/>
                </a:cubicBezTo>
                <a:cubicBezTo>
                  <a:pt x="2970054" y="1749973"/>
                  <a:pt x="2972582" y="1783488"/>
                  <a:pt x="2981316" y="1804692"/>
                </a:cubicBezTo>
                <a:cubicBezTo>
                  <a:pt x="2990164" y="1807313"/>
                  <a:pt x="3000736" y="1810562"/>
                  <a:pt x="3010705" y="1810847"/>
                </a:cubicBezTo>
                <a:close/>
                <a:moveTo>
                  <a:pt x="5584540" y="1810868"/>
                </a:moveTo>
                <a:cubicBezTo>
                  <a:pt x="5602193" y="1806999"/>
                  <a:pt x="5616685" y="1790496"/>
                  <a:pt x="5612729" y="1771172"/>
                </a:cubicBezTo>
                <a:cubicBezTo>
                  <a:pt x="5609059" y="1736285"/>
                  <a:pt x="5551491" y="1733549"/>
                  <a:pt x="5543234" y="1766611"/>
                </a:cubicBezTo>
                <a:cubicBezTo>
                  <a:pt x="5537041" y="1784397"/>
                  <a:pt x="5548738" y="1804690"/>
                  <a:pt x="5566399" y="1810163"/>
                </a:cubicBezTo>
                <a:cubicBezTo>
                  <a:pt x="5572419" y="1812044"/>
                  <a:pt x="5578655" y="1812158"/>
                  <a:pt x="5584540" y="1810868"/>
                </a:cubicBezTo>
                <a:close/>
                <a:moveTo>
                  <a:pt x="5481893" y="1810933"/>
                </a:moveTo>
                <a:cubicBezTo>
                  <a:pt x="5501571" y="1806094"/>
                  <a:pt x="5516822" y="1784157"/>
                  <a:pt x="5508550" y="1763510"/>
                </a:cubicBezTo>
                <a:cubicBezTo>
                  <a:pt x="5503036" y="1742864"/>
                  <a:pt x="5478680" y="1741487"/>
                  <a:pt x="5461447" y="1744469"/>
                </a:cubicBezTo>
                <a:cubicBezTo>
                  <a:pt x="5432266" y="1752269"/>
                  <a:pt x="5433415" y="1800445"/>
                  <a:pt x="5461447" y="1809392"/>
                </a:cubicBezTo>
                <a:cubicBezTo>
                  <a:pt x="5468283" y="1812259"/>
                  <a:pt x="5475334" y="1812546"/>
                  <a:pt x="5481893" y="1810933"/>
                </a:cubicBezTo>
                <a:close/>
                <a:moveTo>
                  <a:pt x="2802844" y="1810986"/>
                </a:moveTo>
                <a:cubicBezTo>
                  <a:pt x="2820493" y="1810786"/>
                  <a:pt x="2837937" y="1797163"/>
                  <a:pt x="2838105" y="1778210"/>
                </a:cubicBezTo>
                <a:cubicBezTo>
                  <a:pt x="2841467" y="1746395"/>
                  <a:pt x="2793765" y="1730375"/>
                  <a:pt x="2775382" y="1754969"/>
                </a:cubicBezTo>
                <a:cubicBezTo>
                  <a:pt x="2763725" y="1770538"/>
                  <a:pt x="2767088" y="1797840"/>
                  <a:pt x="2785694" y="1806414"/>
                </a:cubicBezTo>
                <a:cubicBezTo>
                  <a:pt x="2791018" y="1809629"/>
                  <a:pt x="2796945" y="1811053"/>
                  <a:pt x="2802844" y="1810986"/>
                </a:cubicBezTo>
                <a:close/>
                <a:moveTo>
                  <a:pt x="2706000" y="1811041"/>
                </a:moveTo>
                <a:cubicBezTo>
                  <a:pt x="2724311" y="1808009"/>
                  <a:pt x="2739917" y="1790664"/>
                  <a:pt x="2735167" y="1770647"/>
                </a:cubicBezTo>
                <a:cubicBezTo>
                  <a:pt x="2732000" y="1740113"/>
                  <a:pt x="2686313" y="1735137"/>
                  <a:pt x="2670932" y="1758433"/>
                </a:cubicBezTo>
                <a:cubicBezTo>
                  <a:pt x="2657362" y="1775623"/>
                  <a:pt x="2668898" y="1800955"/>
                  <a:pt x="2687445" y="1808871"/>
                </a:cubicBezTo>
                <a:cubicBezTo>
                  <a:pt x="2693495" y="1811472"/>
                  <a:pt x="2699897" y="1812052"/>
                  <a:pt x="2706000" y="1811041"/>
                </a:cubicBezTo>
                <a:close/>
                <a:moveTo>
                  <a:pt x="5272164" y="1811059"/>
                </a:moveTo>
                <a:cubicBezTo>
                  <a:pt x="5291256" y="1809050"/>
                  <a:pt x="5308251" y="1790884"/>
                  <a:pt x="5302916" y="1770025"/>
                </a:cubicBezTo>
                <a:cubicBezTo>
                  <a:pt x="5301080" y="1739704"/>
                  <a:pt x="5253352" y="1733549"/>
                  <a:pt x="5240043" y="1758398"/>
                </a:cubicBezTo>
                <a:cubicBezTo>
                  <a:pt x="5232241" y="1774584"/>
                  <a:pt x="5236142" y="1798293"/>
                  <a:pt x="5253122" y="1807184"/>
                </a:cubicBezTo>
                <a:cubicBezTo>
                  <a:pt x="5259203" y="1810603"/>
                  <a:pt x="5265800" y="1811729"/>
                  <a:pt x="5272164" y="1811059"/>
                </a:cubicBezTo>
                <a:close/>
                <a:moveTo>
                  <a:pt x="7123890" y="1811349"/>
                </a:moveTo>
                <a:cubicBezTo>
                  <a:pt x="7144173" y="1808134"/>
                  <a:pt x="7162634" y="1786789"/>
                  <a:pt x="7153084" y="1766215"/>
                </a:cubicBezTo>
                <a:cubicBezTo>
                  <a:pt x="7147172" y="1745183"/>
                  <a:pt x="7120569" y="1736725"/>
                  <a:pt x="7102151" y="1746784"/>
                </a:cubicBezTo>
                <a:cubicBezTo>
                  <a:pt x="7078504" y="1758214"/>
                  <a:pt x="7078959" y="1797761"/>
                  <a:pt x="7103970" y="1807820"/>
                </a:cubicBezTo>
                <a:cubicBezTo>
                  <a:pt x="7110166" y="1811477"/>
                  <a:pt x="7117129" y="1812420"/>
                  <a:pt x="7123890" y="1811349"/>
                </a:cubicBezTo>
                <a:close/>
                <a:moveTo>
                  <a:pt x="4348067" y="1811394"/>
                </a:moveTo>
                <a:cubicBezTo>
                  <a:pt x="4366892" y="1809290"/>
                  <a:pt x="4383095" y="1791488"/>
                  <a:pt x="4378831" y="1771021"/>
                </a:cubicBezTo>
                <a:cubicBezTo>
                  <a:pt x="4377921" y="1748920"/>
                  <a:pt x="4352679" y="1739899"/>
                  <a:pt x="4333804" y="1745537"/>
                </a:cubicBezTo>
                <a:cubicBezTo>
                  <a:pt x="4304695" y="1750499"/>
                  <a:pt x="4301966" y="1797633"/>
                  <a:pt x="4329028" y="1807782"/>
                </a:cubicBezTo>
                <a:cubicBezTo>
                  <a:pt x="4335225" y="1811052"/>
                  <a:pt x="4341792" y="1812095"/>
                  <a:pt x="4348067" y="1811394"/>
                </a:cubicBezTo>
                <a:close/>
                <a:moveTo>
                  <a:pt x="4862149" y="1811477"/>
                </a:moveTo>
                <a:cubicBezTo>
                  <a:pt x="4880742" y="1809232"/>
                  <a:pt x="4897400" y="1791357"/>
                  <a:pt x="4893003" y="1770904"/>
                </a:cubicBezTo>
                <a:cubicBezTo>
                  <a:pt x="4890297" y="1733549"/>
                  <a:pt x="4828286" y="1734237"/>
                  <a:pt x="4824001" y="1770216"/>
                </a:cubicBezTo>
                <a:cubicBezTo>
                  <a:pt x="4819491" y="1786029"/>
                  <a:pt x="4829864" y="1801612"/>
                  <a:pt x="4843619" y="1808029"/>
                </a:cubicBezTo>
                <a:cubicBezTo>
                  <a:pt x="4849539" y="1811237"/>
                  <a:pt x="4855951" y="1812225"/>
                  <a:pt x="4862149" y="1811477"/>
                </a:cubicBezTo>
                <a:close/>
                <a:moveTo>
                  <a:pt x="2498607" y="1811531"/>
                </a:moveTo>
                <a:cubicBezTo>
                  <a:pt x="2517120" y="1809564"/>
                  <a:pt x="2533604" y="1792084"/>
                  <a:pt x="2529039" y="1771397"/>
                </a:cubicBezTo>
                <a:cubicBezTo>
                  <a:pt x="2527687" y="1737889"/>
                  <a:pt x="2472907" y="1731962"/>
                  <a:pt x="2463667" y="1763647"/>
                </a:cubicBezTo>
                <a:cubicBezTo>
                  <a:pt x="2460511" y="1779603"/>
                  <a:pt x="2462540" y="1801486"/>
                  <a:pt x="2480122" y="1807869"/>
                </a:cubicBezTo>
                <a:cubicBezTo>
                  <a:pt x="2486037" y="1811117"/>
                  <a:pt x="2492436" y="1812186"/>
                  <a:pt x="2498607" y="1811531"/>
                </a:cubicBezTo>
                <a:close/>
                <a:moveTo>
                  <a:pt x="4656920" y="1811643"/>
                </a:moveTo>
                <a:cubicBezTo>
                  <a:pt x="4672819" y="1809795"/>
                  <a:pt x="4687017" y="1797119"/>
                  <a:pt x="4686333" y="1779416"/>
                </a:cubicBezTo>
                <a:cubicBezTo>
                  <a:pt x="4692491" y="1745270"/>
                  <a:pt x="4640715" y="1730374"/>
                  <a:pt x="4623380" y="1756958"/>
                </a:cubicBezTo>
                <a:cubicBezTo>
                  <a:pt x="4613116" y="1774833"/>
                  <a:pt x="4618362" y="1804854"/>
                  <a:pt x="4640943" y="1809666"/>
                </a:cubicBezTo>
                <a:cubicBezTo>
                  <a:pt x="4646132" y="1811671"/>
                  <a:pt x="4651621" y="1812259"/>
                  <a:pt x="4656920" y="1811643"/>
                </a:cubicBezTo>
                <a:close/>
                <a:moveTo>
                  <a:pt x="5069983" y="1811693"/>
                </a:moveTo>
                <a:cubicBezTo>
                  <a:pt x="5088030" y="1808184"/>
                  <a:pt x="5102442" y="1791027"/>
                  <a:pt x="5098807" y="1770752"/>
                </a:cubicBezTo>
                <a:cubicBezTo>
                  <a:pt x="5095575" y="1734243"/>
                  <a:pt x="5031406" y="1733550"/>
                  <a:pt x="5029790" y="1770752"/>
                </a:cubicBezTo>
                <a:cubicBezTo>
                  <a:pt x="5025866" y="1786926"/>
                  <a:pt x="5036023" y="1804487"/>
                  <a:pt x="5051257" y="1810264"/>
                </a:cubicBezTo>
                <a:cubicBezTo>
                  <a:pt x="5057547" y="1812516"/>
                  <a:pt x="5063967" y="1812863"/>
                  <a:pt x="5069983" y="1811693"/>
                </a:cubicBezTo>
                <a:close/>
                <a:moveTo>
                  <a:pt x="2906329" y="1811839"/>
                </a:moveTo>
                <a:cubicBezTo>
                  <a:pt x="2923950" y="1811268"/>
                  <a:pt x="2940963" y="1798114"/>
                  <a:pt x="2939428" y="1778104"/>
                </a:cubicBezTo>
                <a:cubicBezTo>
                  <a:pt x="2943066" y="1756023"/>
                  <a:pt x="2923282" y="1738312"/>
                  <a:pt x="2901905" y="1743372"/>
                </a:cubicBezTo>
                <a:cubicBezTo>
                  <a:pt x="2868248" y="1740382"/>
                  <a:pt x="2860516" y="1795814"/>
                  <a:pt x="2889170" y="1808005"/>
                </a:cubicBezTo>
                <a:cubicBezTo>
                  <a:pt x="2894514" y="1810822"/>
                  <a:pt x="2900455" y="1812030"/>
                  <a:pt x="2906329" y="1811839"/>
                </a:cubicBezTo>
                <a:close/>
                <a:moveTo>
                  <a:pt x="5684208" y="1811929"/>
                </a:moveTo>
                <a:cubicBezTo>
                  <a:pt x="5703587" y="1810497"/>
                  <a:pt x="5721022" y="1792076"/>
                  <a:pt x="5715749" y="1770706"/>
                </a:cubicBezTo>
                <a:cubicBezTo>
                  <a:pt x="5713481" y="1738793"/>
                  <a:pt x="5662908" y="1733550"/>
                  <a:pt x="5650208" y="1761132"/>
                </a:cubicBezTo>
                <a:cubicBezTo>
                  <a:pt x="5640229" y="1777088"/>
                  <a:pt x="5648394" y="1799427"/>
                  <a:pt x="5664949" y="1807178"/>
                </a:cubicBezTo>
                <a:cubicBezTo>
                  <a:pt x="5671072" y="1810996"/>
                  <a:pt x="5677748" y="1812406"/>
                  <a:pt x="5684208" y="1811929"/>
                </a:cubicBezTo>
                <a:close/>
                <a:moveTo>
                  <a:pt x="2601003" y="1812047"/>
                </a:moveTo>
                <a:cubicBezTo>
                  <a:pt x="2618518" y="1810418"/>
                  <a:pt x="2634559" y="1798167"/>
                  <a:pt x="2633530" y="1777837"/>
                </a:cubicBezTo>
                <a:cubicBezTo>
                  <a:pt x="2636726" y="1745400"/>
                  <a:pt x="2592926" y="1731962"/>
                  <a:pt x="2572396" y="1752351"/>
                </a:cubicBezTo>
                <a:cubicBezTo>
                  <a:pt x="2558938" y="1769496"/>
                  <a:pt x="2563957" y="1799847"/>
                  <a:pt x="2583575" y="1810041"/>
                </a:cubicBezTo>
                <a:cubicBezTo>
                  <a:pt x="2589162" y="1811953"/>
                  <a:pt x="2595164" y="1812590"/>
                  <a:pt x="2601003" y="1812047"/>
                </a:cubicBezTo>
                <a:close/>
                <a:moveTo>
                  <a:pt x="5374057" y="1812147"/>
                </a:moveTo>
                <a:cubicBezTo>
                  <a:pt x="5391216" y="1811299"/>
                  <a:pt x="5407695" y="1798368"/>
                  <a:pt x="5406314" y="1779637"/>
                </a:cubicBezTo>
                <a:cubicBezTo>
                  <a:pt x="5413216" y="1745039"/>
                  <a:pt x="5358229" y="1730375"/>
                  <a:pt x="5342124" y="1757641"/>
                </a:cubicBezTo>
                <a:cubicBezTo>
                  <a:pt x="5333841" y="1775283"/>
                  <a:pt x="5337522" y="1800487"/>
                  <a:pt x="5357309" y="1808735"/>
                </a:cubicBezTo>
                <a:cubicBezTo>
                  <a:pt x="5362543" y="1811370"/>
                  <a:pt x="5368338" y="1812430"/>
                  <a:pt x="5374057" y="1812147"/>
                </a:cubicBezTo>
                <a:close/>
                <a:moveTo>
                  <a:pt x="4743296" y="1812474"/>
                </a:moveTo>
                <a:cubicBezTo>
                  <a:pt x="4766628" y="1812925"/>
                  <a:pt x="4795679" y="1799621"/>
                  <a:pt x="4790418" y="1772110"/>
                </a:cubicBezTo>
                <a:cubicBezTo>
                  <a:pt x="4789503" y="1734903"/>
                  <a:pt x="4724082" y="1733550"/>
                  <a:pt x="4721794" y="1770532"/>
                </a:cubicBezTo>
                <a:cubicBezTo>
                  <a:pt x="4716304" y="1788346"/>
                  <a:pt x="4732316" y="1800748"/>
                  <a:pt x="4743296" y="1812474"/>
                </a:cubicBezTo>
                <a:close/>
                <a:moveTo>
                  <a:pt x="2289807" y="1902040"/>
                </a:moveTo>
                <a:cubicBezTo>
                  <a:pt x="2296506" y="1901842"/>
                  <a:pt x="2303580" y="1900260"/>
                  <a:pt x="2309791" y="1900260"/>
                </a:cubicBezTo>
                <a:cubicBezTo>
                  <a:pt x="2309791" y="1885799"/>
                  <a:pt x="2319223" y="1863429"/>
                  <a:pt x="2299440" y="1857102"/>
                </a:cubicBezTo>
                <a:cubicBezTo>
                  <a:pt x="2276435" y="1844674"/>
                  <a:pt x="2255727" y="1878568"/>
                  <a:pt x="2272064" y="1895515"/>
                </a:cubicBezTo>
                <a:cubicBezTo>
                  <a:pt x="2276781" y="1901051"/>
                  <a:pt x="2283107" y="1902237"/>
                  <a:pt x="2289807" y="1902040"/>
                </a:cubicBezTo>
                <a:close/>
                <a:moveTo>
                  <a:pt x="7738513" y="1906456"/>
                </a:moveTo>
                <a:cubicBezTo>
                  <a:pt x="7753160" y="1905085"/>
                  <a:pt x="7766123" y="1892583"/>
                  <a:pt x="7762057" y="1875744"/>
                </a:cubicBezTo>
                <a:cubicBezTo>
                  <a:pt x="7762508" y="1851478"/>
                  <a:pt x="7728844" y="1846262"/>
                  <a:pt x="7714610" y="1861457"/>
                </a:cubicBezTo>
                <a:cubicBezTo>
                  <a:pt x="7707832" y="1875064"/>
                  <a:pt x="7707154" y="1897742"/>
                  <a:pt x="7723873" y="1903866"/>
                </a:cubicBezTo>
                <a:cubicBezTo>
                  <a:pt x="7728561" y="1906134"/>
                  <a:pt x="7733631" y="1906913"/>
                  <a:pt x="7738513" y="1906456"/>
                </a:cubicBezTo>
                <a:close/>
                <a:moveTo>
                  <a:pt x="4131924" y="1913328"/>
                </a:moveTo>
                <a:cubicBezTo>
                  <a:pt x="4138914" y="1915313"/>
                  <a:pt x="4146529" y="1915013"/>
                  <a:pt x="4153877" y="1911472"/>
                </a:cubicBezTo>
                <a:cubicBezTo>
                  <a:pt x="4172499" y="1905074"/>
                  <a:pt x="4172724" y="1883141"/>
                  <a:pt x="4174967" y="1866691"/>
                </a:cubicBezTo>
                <a:cubicBezTo>
                  <a:pt x="4161730" y="1842930"/>
                  <a:pt x="4125831" y="1833562"/>
                  <a:pt x="4109901" y="1859608"/>
                </a:cubicBezTo>
                <a:cubicBezTo>
                  <a:pt x="4095597" y="1880856"/>
                  <a:pt x="4110952" y="1907373"/>
                  <a:pt x="4131924" y="1913328"/>
                </a:cubicBezTo>
                <a:close/>
                <a:moveTo>
                  <a:pt x="5671709" y="1913579"/>
                </a:moveTo>
                <a:cubicBezTo>
                  <a:pt x="5695338" y="1920875"/>
                  <a:pt x="5724367" y="1893288"/>
                  <a:pt x="5714466" y="1868437"/>
                </a:cubicBezTo>
                <a:cubicBezTo>
                  <a:pt x="5707940" y="1841762"/>
                  <a:pt x="5668109" y="1835150"/>
                  <a:pt x="5653482" y="1858177"/>
                </a:cubicBezTo>
                <a:cubicBezTo>
                  <a:pt x="5637054" y="1876417"/>
                  <a:pt x="5648981" y="1907652"/>
                  <a:pt x="5671709" y="1913579"/>
                </a:cubicBezTo>
                <a:close/>
                <a:moveTo>
                  <a:pt x="2594774" y="1913976"/>
                </a:moveTo>
                <a:cubicBezTo>
                  <a:pt x="2610932" y="1915437"/>
                  <a:pt x="2628111" y="1907644"/>
                  <a:pt x="2630833" y="1889651"/>
                </a:cubicBezTo>
                <a:cubicBezTo>
                  <a:pt x="2638317" y="1867188"/>
                  <a:pt x="2620402" y="1851373"/>
                  <a:pt x="2604299" y="1839912"/>
                </a:cubicBezTo>
                <a:cubicBezTo>
                  <a:pt x="2583208" y="1843809"/>
                  <a:pt x="2560530" y="1857791"/>
                  <a:pt x="2564839" y="1882775"/>
                </a:cubicBezTo>
                <a:cubicBezTo>
                  <a:pt x="2563479" y="1901799"/>
                  <a:pt x="2578615" y="1912515"/>
                  <a:pt x="2594774" y="1913976"/>
                </a:cubicBezTo>
                <a:close/>
                <a:moveTo>
                  <a:pt x="2490650" y="1914009"/>
                </a:moveTo>
                <a:cubicBezTo>
                  <a:pt x="2496307" y="1915137"/>
                  <a:pt x="2502119" y="1915019"/>
                  <a:pt x="2507456" y="1913419"/>
                </a:cubicBezTo>
                <a:cubicBezTo>
                  <a:pt x="2514570" y="1911286"/>
                  <a:pt x="2520835" y="1906518"/>
                  <a:pt x="2524736" y="1898558"/>
                </a:cubicBezTo>
                <a:cubicBezTo>
                  <a:pt x="2538305" y="1874962"/>
                  <a:pt x="2520891" y="1849992"/>
                  <a:pt x="2499401" y="1839912"/>
                </a:cubicBezTo>
                <a:cubicBezTo>
                  <a:pt x="2481761" y="1845410"/>
                  <a:pt x="2461181" y="1854115"/>
                  <a:pt x="2461181" y="1876565"/>
                </a:cubicBezTo>
                <a:cubicBezTo>
                  <a:pt x="2458127" y="1896023"/>
                  <a:pt x="2473678" y="1910625"/>
                  <a:pt x="2490650" y="1914009"/>
                </a:cubicBezTo>
                <a:close/>
                <a:moveTo>
                  <a:pt x="4249966" y="1914115"/>
                </a:moveTo>
                <a:cubicBezTo>
                  <a:pt x="4268282" y="1908683"/>
                  <a:pt x="4283585" y="1888251"/>
                  <a:pt x="4276062" y="1869245"/>
                </a:cubicBezTo>
                <a:cubicBezTo>
                  <a:pt x="4269906" y="1841369"/>
                  <a:pt x="4228643" y="1835149"/>
                  <a:pt x="4213597" y="1858417"/>
                </a:cubicBezTo>
                <a:cubicBezTo>
                  <a:pt x="4198779" y="1877308"/>
                  <a:pt x="4208810" y="1907257"/>
                  <a:pt x="4231379" y="1913938"/>
                </a:cubicBezTo>
                <a:cubicBezTo>
                  <a:pt x="4237421" y="1916069"/>
                  <a:pt x="4243861" y="1915925"/>
                  <a:pt x="4249966" y="1914115"/>
                </a:cubicBezTo>
                <a:close/>
                <a:moveTo>
                  <a:pt x="5060338" y="1914298"/>
                </a:moveTo>
                <a:cubicBezTo>
                  <a:pt x="5090501" y="1920875"/>
                  <a:pt x="5110004" y="1878693"/>
                  <a:pt x="5091181" y="1856922"/>
                </a:cubicBezTo>
                <a:cubicBezTo>
                  <a:pt x="5076440" y="1835150"/>
                  <a:pt x="5038340" y="1842407"/>
                  <a:pt x="5031990" y="1867580"/>
                </a:cubicBezTo>
                <a:cubicBezTo>
                  <a:pt x="5024279" y="1887311"/>
                  <a:pt x="5038567" y="1912484"/>
                  <a:pt x="5060338" y="1914298"/>
                </a:cubicBezTo>
                <a:close/>
                <a:moveTo>
                  <a:pt x="5252913" y="1914303"/>
                </a:moveTo>
                <a:cubicBezTo>
                  <a:pt x="5268661" y="1912268"/>
                  <a:pt x="5290033" y="1916112"/>
                  <a:pt x="5298356" y="1898698"/>
                </a:cubicBezTo>
                <a:cubicBezTo>
                  <a:pt x="5313204" y="1873821"/>
                  <a:pt x="5290707" y="1835149"/>
                  <a:pt x="5260787" y="1845326"/>
                </a:cubicBezTo>
                <a:cubicBezTo>
                  <a:pt x="5229066" y="1853468"/>
                  <a:pt x="5232666" y="1895984"/>
                  <a:pt x="5252913" y="1914303"/>
                </a:cubicBezTo>
                <a:close/>
                <a:moveTo>
                  <a:pt x="4559567" y="1914358"/>
                </a:moveTo>
                <a:cubicBezTo>
                  <a:pt x="4569007" y="1912312"/>
                  <a:pt x="4577285" y="1906605"/>
                  <a:pt x="4580686" y="1896459"/>
                </a:cubicBezTo>
                <a:cubicBezTo>
                  <a:pt x="4592479" y="1872939"/>
                  <a:pt x="4573202" y="1836737"/>
                  <a:pt x="4545081" y="1843655"/>
                </a:cubicBezTo>
                <a:cubicBezTo>
                  <a:pt x="4514465" y="1846652"/>
                  <a:pt x="4508341" y="1893692"/>
                  <a:pt x="4531474" y="1910294"/>
                </a:cubicBezTo>
                <a:cubicBezTo>
                  <a:pt x="4539525" y="1914791"/>
                  <a:pt x="4550127" y="1916405"/>
                  <a:pt x="4559567" y="1914358"/>
                </a:cubicBezTo>
                <a:close/>
                <a:moveTo>
                  <a:pt x="4863190" y="1914372"/>
                </a:moveTo>
                <a:cubicBezTo>
                  <a:pt x="4881305" y="1911844"/>
                  <a:pt x="4897506" y="1895388"/>
                  <a:pt x="4893423" y="1875760"/>
                </a:cubicBezTo>
                <a:cubicBezTo>
                  <a:pt x="4891609" y="1850717"/>
                  <a:pt x="4860766" y="1835149"/>
                  <a:pt x="4839902" y="1849814"/>
                </a:cubicBezTo>
                <a:cubicBezTo>
                  <a:pt x="4816316" y="1863802"/>
                  <a:pt x="4818811" y="1902382"/>
                  <a:pt x="4845118" y="1911858"/>
                </a:cubicBezTo>
                <a:cubicBezTo>
                  <a:pt x="4850901" y="1914509"/>
                  <a:pt x="4857152" y="1915214"/>
                  <a:pt x="4863190" y="1914372"/>
                </a:cubicBezTo>
                <a:close/>
                <a:moveTo>
                  <a:pt x="5374968" y="1914447"/>
                </a:moveTo>
                <a:cubicBezTo>
                  <a:pt x="5391530" y="1913290"/>
                  <a:pt x="5407552" y="1900967"/>
                  <a:pt x="5406200" y="1882965"/>
                </a:cubicBezTo>
                <a:cubicBezTo>
                  <a:pt x="5408454" y="1860982"/>
                  <a:pt x="5387485" y="1838325"/>
                  <a:pt x="5364713" y="1845279"/>
                </a:cubicBezTo>
                <a:cubicBezTo>
                  <a:pt x="5332921" y="1849541"/>
                  <a:pt x="5330666" y="1900686"/>
                  <a:pt x="5358850" y="1911678"/>
                </a:cubicBezTo>
                <a:cubicBezTo>
                  <a:pt x="5363867" y="1913977"/>
                  <a:pt x="5369447" y="1914832"/>
                  <a:pt x="5374968" y="1914447"/>
                </a:cubicBezTo>
                <a:close/>
                <a:moveTo>
                  <a:pt x="2710110" y="1914646"/>
                </a:moveTo>
                <a:cubicBezTo>
                  <a:pt x="2730467" y="1908749"/>
                  <a:pt x="2744849" y="1882209"/>
                  <a:pt x="2731070" y="1862721"/>
                </a:cubicBezTo>
                <a:cubicBezTo>
                  <a:pt x="2718898" y="1836737"/>
                  <a:pt x="2674571" y="1839700"/>
                  <a:pt x="2667222" y="1867736"/>
                </a:cubicBezTo>
                <a:cubicBezTo>
                  <a:pt x="2658954" y="1885970"/>
                  <a:pt x="2671816" y="1905344"/>
                  <a:pt x="2688581" y="1912638"/>
                </a:cubicBezTo>
                <a:cubicBezTo>
                  <a:pt x="2695873" y="1916285"/>
                  <a:pt x="2703324" y="1916612"/>
                  <a:pt x="2710110" y="1914646"/>
                </a:cubicBezTo>
                <a:close/>
                <a:moveTo>
                  <a:pt x="2811886" y="1914733"/>
                </a:moveTo>
                <a:cubicBezTo>
                  <a:pt x="2830603" y="1909713"/>
                  <a:pt x="2845303" y="1888467"/>
                  <a:pt x="2837760" y="1868776"/>
                </a:cubicBezTo>
                <a:cubicBezTo>
                  <a:pt x="2831360" y="1840908"/>
                  <a:pt x="2789583" y="1835150"/>
                  <a:pt x="2775412" y="1859563"/>
                </a:cubicBezTo>
                <a:cubicBezTo>
                  <a:pt x="2760555" y="1877527"/>
                  <a:pt x="2770611" y="1907698"/>
                  <a:pt x="2792554" y="1913686"/>
                </a:cubicBezTo>
                <a:cubicBezTo>
                  <a:pt x="2799011" y="1916277"/>
                  <a:pt x="2805647" y="1916407"/>
                  <a:pt x="2811886" y="1914733"/>
                </a:cubicBezTo>
                <a:close/>
                <a:moveTo>
                  <a:pt x="4967962" y="1915022"/>
                </a:moveTo>
                <a:cubicBezTo>
                  <a:pt x="4987463" y="1910350"/>
                  <a:pt x="5003830" y="1887915"/>
                  <a:pt x="4994871" y="1868451"/>
                </a:cubicBezTo>
                <a:cubicBezTo>
                  <a:pt x="4988209" y="1843187"/>
                  <a:pt x="4949847" y="1835149"/>
                  <a:pt x="4934456" y="1856738"/>
                </a:cubicBezTo>
                <a:cubicBezTo>
                  <a:pt x="4917916" y="1874192"/>
                  <a:pt x="4925727" y="1905427"/>
                  <a:pt x="4948239" y="1913006"/>
                </a:cubicBezTo>
                <a:cubicBezTo>
                  <a:pt x="4954613" y="1916164"/>
                  <a:pt x="4961462" y="1916580"/>
                  <a:pt x="4967962" y="1915022"/>
                </a:cubicBezTo>
                <a:close/>
                <a:moveTo>
                  <a:pt x="4452275" y="1915395"/>
                </a:moveTo>
                <a:cubicBezTo>
                  <a:pt x="4469968" y="1912592"/>
                  <a:pt x="4484934" y="1895060"/>
                  <a:pt x="4481382" y="1875467"/>
                </a:cubicBezTo>
                <a:cubicBezTo>
                  <a:pt x="4481833" y="1848654"/>
                  <a:pt x="4449140" y="1836737"/>
                  <a:pt x="4428847" y="1849112"/>
                </a:cubicBezTo>
                <a:cubicBezTo>
                  <a:pt x="4408329" y="1864008"/>
                  <a:pt x="4409006" y="1903196"/>
                  <a:pt x="4434259" y="1912821"/>
                </a:cubicBezTo>
                <a:cubicBezTo>
                  <a:pt x="4440178" y="1915628"/>
                  <a:pt x="4446378" y="1916330"/>
                  <a:pt x="4452275" y="1915395"/>
                </a:cubicBezTo>
                <a:close/>
                <a:moveTo>
                  <a:pt x="4760080" y="1915518"/>
                </a:moveTo>
                <a:cubicBezTo>
                  <a:pt x="4780226" y="1912447"/>
                  <a:pt x="4797445" y="1888436"/>
                  <a:pt x="4788454" y="1867647"/>
                </a:cubicBezTo>
                <a:cubicBezTo>
                  <a:pt x="4783703" y="1850007"/>
                  <a:pt x="4762893" y="1838324"/>
                  <a:pt x="4746154" y="1845197"/>
                </a:cubicBezTo>
                <a:cubicBezTo>
                  <a:pt x="4718558" y="1853215"/>
                  <a:pt x="4713129" y="1897886"/>
                  <a:pt x="4739821" y="1910715"/>
                </a:cubicBezTo>
                <a:cubicBezTo>
                  <a:pt x="4746324" y="1915239"/>
                  <a:pt x="4753364" y="1916542"/>
                  <a:pt x="4760080" y="1915518"/>
                </a:cubicBezTo>
                <a:close/>
                <a:moveTo>
                  <a:pt x="4348523" y="1915582"/>
                </a:moveTo>
                <a:cubicBezTo>
                  <a:pt x="4366915" y="1913304"/>
                  <a:pt x="4383133" y="1894611"/>
                  <a:pt x="4378981" y="1874752"/>
                </a:cubicBezTo>
                <a:cubicBezTo>
                  <a:pt x="4378981" y="1847583"/>
                  <a:pt x="4344612" y="1835149"/>
                  <a:pt x="4324083" y="1849425"/>
                </a:cubicBezTo>
                <a:cubicBezTo>
                  <a:pt x="4303554" y="1864391"/>
                  <a:pt x="4305630" y="1901691"/>
                  <a:pt x="4330081" y="1911822"/>
                </a:cubicBezTo>
                <a:cubicBezTo>
                  <a:pt x="4336020" y="1915276"/>
                  <a:pt x="4342392" y="1916341"/>
                  <a:pt x="4348523" y="1915582"/>
                </a:cubicBezTo>
                <a:close/>
                <a:moveTo>
                  <a:pt x="4650686" y="1915629"/>
                </a:moveTo>
                <a:cubicBezTo>
                  <a:pt x="4679932" y="1919287"/>
                  <a:pt x="4697254" y="1880876"/>
                  <a:pt x="4679707" y="1858699"/>
                </a:cubicBezTo>
                <a:cubicBezTo>
                  <a:pt x="4666884" y="1835149"/>
                  <a:pt x="4626164" y="1841551"/>
                  <a:pt x="4621215" y="1868073"/>
                </a:cubicBezTo>
                <a:cubicBezTo>
                  <a:pt x="4613116" y="1889107"/>
                  <a:pt x="4628639" y="1913800"/>
                  <a:pt x="4650686" y="1915629"/>
                </a:cubicBezTo>
                <a:close/>
                <a:moveTo>
                  <a:pt x="5166250" y="1915639"/>
                </a:moveTo>
                <a:cubicBezTo>
                  <a:pt x="5183328" y="1915324"/>
                  <a:pt x="5199992" y="1901455"/>
                  <a:pt x="5200501" y="1882906"/>
                </a:cubicBezTo>
                <a:cubicBezTo>
                  <a:pt x="5203667" y="1861409"/>
                  <a:pt x="5183992" y="1839912"/>
                  <a:pt x="5162507" y="1843842"/>
                </a:cubicBezTo>
                <a:cubicBezTo>
                  <a:pt x="5129941" y="1844535"/>
                  <a:pt x="5122704" y="1897006"/>
                  <a:pt x="5149617" y="1911106"/>
                </a:cubicBezTo>
                <a:cubicBezTo>
                  <a:pt x="5154818" y="1914342"/>
                  <a:pt x="5160557" y="1915743"/>
                  <a:pt x="5166250" y="1915639"/>
                </a:cubicBezTo>
                <a:close/>
                <a:moveTo>
                  <a:pt x="5578569" y="1915709"/>
                </a:moveTo>
                <a:cubicBezTo>
                  <a:pt x="5597566" y="1914622"/>
                  <a:pt x="5615510" y="1895568"/>
                  <a:pt x="5612789" y="1875620"/>
                </a:cubicBezTo>
                <a:cubicBezTo>
                  <a:pt x="5612562" y="1847202"/>
                  <a:pt x="5570379" y="1833562"/>
                  <a:pt x="5553144" y="1855387"/>
                </a:cubicBezTo>
                <a:cubicBezTo>
                  <a:pt x="5535454" y="1870391"/>
                  <a:pt x="5540444" y="1899490"/>
                  <a:pt x="5559947" y="1910175"/>
                </a:cubicBezTo>
                <a:cubicBezTo>
                  <a:pt x="5565787" y="1914437"/>
                  <a:pt x="5572236" y="1916071"/>
                  <a:pt x="5578569" y="1915709"/>
                </a:cubicBezTo>
                <a:close/>
                <a:moveTo>
                  <a:pt x="5476831" y="1915803"/>
                </a:moveTo>
                <a:cubicBezTo>
                  <a:pt x="5497554" y="1913495"/>
                  <a:pt x="5515698" y="1890734"/>
                  <a:pt x="5508819" y="1869261"/>
                </a:cubicBezTo>
                <a:cubicBezTo>
                  <a:pt x="5504233" y="1845212"/>
                  <a:pt x="5470984" y="1836737"/>
                  <a:pt x="5453556" y="1851854"/>
                </a:cubicBezTo>
                <a:cubicBezTo>
                  <a:pt x="5435441" y="1865825"/>
                  <a:pt x="5437276" y="1898120"/>
                  <a:pt x="5456079" y="1910489"/>
                </a:cubicBezTo>
                <a:cubicBezTo>
                  <a:pt x="5462729" y="1915069"/>
                  <a:pt x="5469923" y="1916573"/>
                  <a:pt x="5476831" y="1915803"/>
                </a:cubicBezTo>
                <a:close/>
                <a:moveTo>
                  <a:pt x="4558234" y="2016833"/>
                </a:moveTo>
                <a:cubicBezTo>
                  <a:pt x="4587716" y="2010952"/>
                  <a:pt x="4586809" y="1975440"/>
                  <a:pt x="4576831" y="1953500"/>
                </a:cubicBezTo>
                <a:cubicBezTo>
                  <a:pt x="4560729" y="1950107"/>
                  <a:pt x="4540545" y="1941512"/>
                  <a:pt x="4527164" y="1955536"/>
                </a:cubicBezTo>
                <a:cubicBezTo>
                  <a:pt x="4505166" y="1977928"/>
                  <a:pt x="4523763" y="2027237"/>
                  <a:pt x="4558234" y="2016833"/>
                </a:cubicBezTo>
                <a:close/>
                <a:moveTo>
                  <a:pt x="4253048" y="2017063"/>
                </a:moveTo>
                <a:cubicBezTo>
                  <a:pt x="4271960" y="2010394"/>
                  <a:pt x="4285354" y="1986028"/>
                  <a:pt x="4273618" y="1967047"/>
                </a:cubicBezTo>
                <a:cubicBezTo>
                  <a:pt x="4262279" y="1941512"/>
                  <a:pt x="4221004" y="1941512"/>
                  <a:pt x="4210118" y="1967503"/>
                </a:cubicBezTo>
                <a:cubicBezTo>
                  <a:pt x="4200366" y="1987111"/>
                  <a:pt x="4212613" y="2011050"/>
                  <a:pt x="4233023" y="2016977"/>
                </a:cubicBezTo>
                <a:cubicBezTo>
                  <a:pt x="4239827" y="2019542"/>
                  <a:pt x="4246744" y="2019286"/>
                  <a:pt x="4253048" y="2017063"/>
                </a:cubicBezTo>
                <a:close/>
                <a:moveTo>
                  <a:pt x="6511817" y="2017184"/>
                </a:moveTo>
                <a:cubicBezTo>
                  <a:pt x="6528858" y="2011695"/>
                  <a:pt x="6540447" y="1991146"/>
                  <a:pt x="6536000" y="1972899"/>
                </a:cubicBezTo>
                <a:cubicBezTo>
                  <a:pt x="6532579" y="1945386"/>
                  <a:pt x="6492211" y="1938337"/>
                  <a:pt x="6476475" y="1959028"/>
                </a:cubicBezTo>
                <a:cubicBezTo>
                  <a:pt x="6460966" y="1977901"/>
                  <a:pt x="6469633" y="2009734"/>
                  <a:pt x="6493351" y="2017010"/>
                </a:cubicBezTo>
                <a:cubicBezTo>
                  <a:pt x="6499851" y="2019170"/>
                  <a:pt x="6506137" y="2019014"/>
                  <a:pt x="6511817" y="2017184"/>
                </a:cubicBezTo>
                <a:close/>
                <a:moveTo>
                  <a:pt x="4145618" y="2017599"/>
                </a:moveTo>
                <a:cubicBezTo>
                  <a:pt x="4162056" y="2014197"/>
                  <a:pt x="4175872" y="1997018"/>
                  <a:pt x="4173825" y="1979839"/>
                </a:cubicBezTo>
                <a:cubicBezTo>
                  <a:pt x="4175872" y="1951491"/>
                  <a:pt x="4136528" y="1936750"/>
                  <a:pt x="4116969" y="1955573"/>
                </a:cubicBezTo>
                <a:cubicBezTo>
                  <a:pt x="4095591" y="1970768"/>
                  <a:pt x="4102869" y="2009775"/>
                  <a:pt x="4128795" y="2015898"/>
                </a:cubicBezTo>
                <a:cubicBezTo>
                  <a:pt x="4134367" y="2018336"/>
                  <a:pt x="4140138" y="2018733"/>
                  <a:pt x="4145618" y="2017599"/>
                </a:cubicBezTo>
                <a:close/>
                <a:moveTo>
                  <a:pt x="4964795" y="2017863"/>
                </a:moveTo>
                <a:cubicBezTo>
                  <a:pt x="4980777" y="2016278"/>
                  <a:pt x="4995982" y="2003894"/>
                  <a:pt x="4997192" y="1987268"/>
                </a:cubicBezTo>
                <a:cubicBezTo>
                  <a:pt x="5003642" y="1958930"/>
                  <a:pt x="4965400" y="1935162"/>
                  <a:pt x="4942132" y="1952302"/>
                </a:cubicBezTo>
                <a:cubicBezTo>
                  <a:pt x="4916329" y="1966014"/>
                  <a:pt x="4923241" y="2006236"/>
                  <a:pt x="4949043" y="2015606"/>
                </a:cubicBezTo>
                <a:cubicBezTo>
                  <a:pt x="4954054" y="2017720"/>
                  <a:pt x="4959467" y="2018392"/>
                  <a:pt x="4964795" y="2017863"/>
                </a:cubicBezTo>
                <a:close/>
                <a:moveTo>
                  <a:pt x="5573537" y="2017927"/>
                </a:moveTo>
                <a:cubicBezTo>
                  <a:pt x="5596015" y="2020070"/>
                  <a:pt x="5621263" y="1997087"/>
                  <a:pt x="5611988" y="1972157"/>
                </a:cubicBezTo>
                <a:cubicBezTo>
                  <a:pt x="5607866" y="1949304"/>
                  <a:pt x="5582904" y="1946303"/>
                  <a:pt x="5564355" y="1944687"/>
                </a:cubicBezTo>
                <a:cubicBezTo>
                  <a:pt x="5545577" y="1958999"/>
                  <a:pt x="5530691" y="1988315"/>
                  <a:pt x="5553363" y="2006551"/>
                </a:cubicBezTo>
                <a:cubicBezTo>
                  <a:pt x="5558859" y="2013707"/>
                  <a:pt x="5566044" y="2017213"/>
                  <a:pt x="5573537" y="2017927"/>
                </a:cubicBezTo>
                <a:close/>
                <a:moveTo>
                  <a:pt x="7226896" y="2017951"/>
                </a:moveTo>
                <a:cubicBezTo>
                  <a:pt x="7244131" y="2015311"/>
                  <a:pt x="7258631" y="1997316"/>
                  <a:pt x="7256087" y="1978679"/>
                </a:cubicBezTo>
                <a:cubicBezTo>
                  <a:pt x="7257896" y="1954514"/>
                  <a:pt x="7228952" y="1939924"/>
                  <a:pt x="7208826" y="1949499"/>
                </a:cubicBezTo>
                <a:cubicBezTo>
                  <a:pt x="7181691" y="1959074"/>
                  <a:pt x="7182369" y="2005580"/>
                  <a:pt x="7209279" y="2014927"/>
                </a:cubicBezTo>
                <a:cubicBezTo>
                  <a:pt x="7215102" y="2018004"/>
                  <a:pt x="7221151" y="2018831"/>
                  <a:pt x="7226896" y="2017951"/>
                </a:cubicBezTo>
                <a:close/>
                <a:moveTo>
                  <a:pt x="4863880" y="2017967"/>
                </a:moveTo>
                <a:cubicBezTo>
                  <a:pt x="4883045" y="2014233"/>
                  <a:pt x="4898558" y="1992561"/>
                  <a:pt x="4892870" y="1972184"/>
                </a:cubicBezTo>
                <a:cubicBezTo>
                  <a:pt x="4888273" y="1947777"/>
                  <a:pt x="4855638" y="1938337"/>
                  <a:pt x="4837252" y="1953303"/>
                </a:cubicBezTo>
                <a:cubicBezTo>
                  <a:pt x="4814729" y="1967579"/>
                  <a:pt x="4819785" y="2005570"/>
                  <a:pt x="4844147" y="2015010"/>
                </a:cubicBezTo>
                <a:cubicBezTo>
                  <a:pt x="4850697" y="2018464"/>
                  <a:pt x="4857491" y="2019212"/>
                  <a:pt x="4863880" y="2017967"/>
                </a:cubicBezTo>
                <a:close/>
                <a:moveTo>
                  <a:pt x="4654070" y="2017984"/>
                </a:moveTo>
                <a:cubicBezTo>
                  <a:pt x="4671984" y="2016606"/>
                  <a:pt x="4688472" y="2000150"/>
                  <a:pt x="4685935" y="1980640"/>
                </a:cubicBezTo>
                <a:cubicBezTo>
                  <a:pt x="4689092" y="1956889"/>
                  <a:pt x="4662486" y="1939924"/>
                  <a:pt x="4641517" y="1949425"/>
                </a:cubicBezTo>
                <a:cubicBezTo>
                  <a:pt x="4613333" y="1957115"/>
                  <a:pt x="4611529" y="2000998"/>
                  <a:pt x="4636331" y="2013891"/>
                </a:cubicBezTo>
                <a:cubicBezTo>
                  <a:pt x="4641968" y="2017228"/>
                  <a:pt x="4648098" y="2018444"/>
                  <a:pt x="4654070" y="2017984"/>
                </a:cubicBezTo>
                <a:close/>
                <a:moveTo>
                  <a:pt x="4456083" y="2018000"/>
                </a:moveTo>
                <a:cubicBezTo>
                  <a:pt x="4476287" y="2012280"/>
                  <a:pt x="4490042" y="1986031"/>
                  <a:pt x="4478006" y="1965482"/>
                </a:cubicBezTo>
                <a:cubicBezTo>
                  <a:pt x="4467689" y="1939924"/>
                  <a:pt x="4426881" y="1940615"/>
                  <a:pt x="4416565" y="1965252"/>
                </a:cubicBezTo>
                <a:cubicBezTo>
                  <a:pt x="4409916" y="1983672"/>
                  <a:pt x="4414501" y="2008538"/>
                  <a:pt x="4434447" y="2015906"/>
                </a:cubicBezTo>
                <a:cubicBezTo>
                  <a:pt x="4441898" y="2019533"/>
                  <a:pt x="4449349" y="2019907"/>
                  <a:pt x="4456083" y="2018000"/>
                </a:cubicBezTo>
                <a:close/>
                <a:moveTo>
                  <a:pt x="5379135" y="2018068"/>
                </a:moveTo>
                <a:cubicBezTo>
                  <a:pt x="5397441" y="2013385"/>
                  <a:pt x="5411346" y="1990783"/>
                  <a:pt x="5405733" y="1971533"/>
                </a:cubicBezTo>
                <a:cubicBezTo>
                  <a:pt x="5403239" y="1949762"/>
                  <a:pt x="5376705" y="1941512"/>
                  <a:pt x="5359242" y="1949762"/>
                </a:cubicBezTo>
                <a:cubicBezTo>
                  <a:pt x="5332254" y="1960533"/>
                  <a:pt x="5332935" y="2005908"/>
                  <a:pt x="5359922" y="2015992"/>
                </a:cubicBezTo>
                <a:cubicBezTo>
                  <a:pt x="5366442" y="2019200"/>
                  <a:pt x="5373033" y="2019630"/>
                  <a:pt x="5379135" y="2018068"/>
                </a:cubicBezTo>
                <a:close/>
                <a:moveTo>
                  <a:pt x="5483047" y="2018139"/>
                </a:moveTo>
                <a:cubicBezTo>
                  <a:pt x="5501799" y="2013028"/>
                  <a:pt x="5516673" y="1991932"/>
                  <a:pt x="5507954" y="1972138"/>
                </a:cubicBezTo>
                <a:cubicBezTo>
                  <a:pt x="5502483" y="1947135"/>
                  <a:pt x="5469658" y="1938337"/>
                  <a:pt x="5451651" y="1955469"/>
                </a:cubicBezTo>
                <a:cubicBezTo>
                  <a:pt x="5430679" y="1972369"/>
                  <a:pt x="5438430" y="2009179"/>
                  <a:pt x="5463732" y="2017282"/>
                </a:cubicBezTo>
                <a:cubicBezTo>
                  <a:pt x="5470114" y="2019771"/>
                  <a:pt x="5476796" y="2019843"/>
                  <a:pt x="5483047" y="2018139"/>
                </a:cubicBezTo>
                <a:close/>
                <a:moveTo>
                  <a:pt x="5276759" y="2018225"/>
                </a:moveTo>
                <a:cubicBezTo>
                  <a:pt x="5296962" y="2012774"/>
                  <a:pt x="5311200" y="1985144"/>
                  <a:pt x="5300425" y="1964767"/>
                </a:cubicBezTo>
                <a:cubicBezTo>
                  <a:pt x="5291075" y="1941512"/>
                  <a:pt x="5261430" y="1946578"/>
                  <a:pt x="5242959" y="1953715"/>
                </a:cubicBezTo>
                <a:cubicBezTo>
                  <a:pt x="5236802" y="1974208"/>
                  <a:pt x="5232241" y="2003449"/>
                  <a:pt x="5255273" y="2015192"/>
                </a:cubicBezTo>
                <a:cubicBezTo>
                  <a:pt x="5262627" y="2019394"/>
                  <a:pt x="5270024" y="2020042"/>
                  <a:pt x="5276759" y="2018225"/>
                </a:cubicBezTo>
                <a:close/>
                <a:moveTo>
                  <a:pt x="5071939" y="2018337"/>
                </a:moveTo>
                <a:cubicBezTo>
                  <a:pt x="5089767" y="2013446"/>
                  <a:pt x="5103179" y="1991025"/>
                  <a:pt x="5096989" y="1972501"/>
                </a:cubicBezTo>
                <a:cubicBezTo>
                  <a:pt x="5093321" y="1947340"/>
                  <a:pt x="5058473" y="1938337"/>
                  <a:pt x="5041279" y="1955419"/>
                </a:cubicBezTo>
                <a:cubicBezTo>
                  <a:pt x="5021104" y="1971578"/>
                  <a:pt x="5027065" y="2010358"/>
                  <a:pt x="5053200" y="2016591"/>
                </a:cubicBezTo>
                <a:cubicBezTo>
                  <a:pt x="5059562" y="2019649"/>
                  <a:pt x="5065996" y="2019967"/>
                  <a:pt x="5071939" y="2018337"/>
                </a:cubicBezTo>
                <a:close/>
                <a:moveTo>
                  <a:pt x="7635024" y="2018350"/>
                </a:moveTo>
                <a:cubicBezTo>
                  <a:pt x="7651554" y="2017372"/>
                  <a:pt x="7668149" y="2004276"/>
                  <a:pt x="7668321" y="1987096"/>
                </a:cubicBezTo>
                <a:cubicBezTo>
                  <a:pt x="7672229" y="1959428"/>
                  <a:pt x="7636597" y="1935162"/>
                  <a:pt x="7613148" y="1953759"/>
                </a:cubicBezTo>
                <a:cubicBezTo>
                  <a:pt x="7588091" y="1968046"/>
                  <a:pt x="7594988" y="2004105"/>
                  <a:pt x="7619126" y="2014991"/>
                </a:cubicBezTo>
                <a:cubicBezTo>
                  <a:pt x="7624011" y="2017656"/>
                  <a:pt x="7629514" y="2018676"/>
                  <a:pt x="7635024" y="2018350"/>
                </a:cubicBezTo>
                <a:close/>
                <a:moveTo>
                  <a:pt x="4349405" y="2018391"/>
                </a:moveTo>
                <a:cubicBezTo>
                  <a:pt x="4368685" y="2014778"/>
                  <a:pt x="4383818" y="1991759"/>
                  <a:pt x="4376959" y="1971336"/>
                </a:cubicBezTo>
                <a:cubicBezTo>
                  <a:pt x="4372615" y="1947798"/>
                  <a:pt x="4341063" y="1938337"/>
                  <a:pt x="4323687" y="1953106"/>
                </a:cubicBezTo>
                <a:cubicBezTo>
                  <a:pt x="4301966" y="1967413"/>
                  <a:pt x="4305853" y="2004567"/>
                  <a:pt x="4329403" y="2014720"/>
                </a:cubicBezTo>
                <a:cubicBezTo>
                  <a:pt x="4336090" y="2018643"/>
                  <a:pt x="4342978" y="2019595"/>
                  <a:pt x="4349405" y="2018391"/>
                </a:cubicBezTo>
                <a:close/>
                <a:moveTo>
                  <a:pt x="4044356" y="2018424"/>
                </a:moveTo>
                <a:cubicBezTo>
                  <a:pt x="4062886" y="2013902"/>
                  <a:pt x="4077386" y="1991928"/>
                  <a:pt x="4070392" y="1972414"/>
                </a:cubicBezTo>
                <a:cubicBezTo>
                  <a:pt x="4064478" y="1942712"/>
                  <a:pt x="4018988" y="1938337"/>
                  <a:pt x="4006706" y="1965507"/>
                </a:cubicBezTo>
                <a:cubicBezTo>
                  <a:pt x="4001929" y="1983927"/>
                  <a:pt x="4003749" y="2010175"/>
                  <a:pt x="4025129" y="2016392"/>
                </a:cubicBezTo>
                <a:cubicBezTo>
                  <a:pt x="4031555" y="2019500"/>
                  <a:pt x="4038179" y="2019932"/>
                  <a:pt x="4044356" y="2018424"/>
                </a:cubicBezTo>
                <a:close/>
                <a:moveTo>
                  <a:pt x="2194752" y="2018573"/>
                </a:moveTo>
                <a:cubicBezTo>
                  <a:pt x="2212898" y="2013956"/>
                  <a:pt x="2226574" y="1992145"/>
                  <a:pt x="2220058" y="1973291"/>
                </a:cubicBezTo>
                <a:cubicBezTo>
                  <a:pt x="2216398" y="1950438"/>
                  <a:pt x="2186673" y="1939925"/>
                  <a:pt x="2168613" y="1952952"/>
                </a:cubicBezTo>
                <a:cubicBezTo>
                  <a:pt x="2144606" y="1966435"/>
                  <a:pt x="2148717" y="2009400"/>
                  <a:pt x="2175699" y="2016713"/>
                </a:cubicBezTo>
                <a:cubicBezTo>
                  <a:pt x="2182157" y="2019741"/>
                  <a:pt x="2188704" y="2020112"/>
                  <a:pt x="2194752" y="2018573"/>
                </a:cubicBezTo>
                <a:close/>
                <a:moveTo>
                  <a:pt x="5170859" y="2018788"/>
                </a:moveTo>
                <a:cubicBezTo>
                  <a:pt x="5190379" y="2015739"/>
                  <a:pt x="5206200" y="1993880"/>
                  <a:pt x="5199511" y="1972923"/>
                </a:cubicBezTo>
                <a:cubicBezTo>
                  <a:pt x="5195395" y="1947728"/>
                  <a:pt x="5161780" y="1938337"/>
                  <a:pt x="5143487" y="1954599"/>
                </a:cubicBezTo>
                <a:cubicBezTo>
                  <a:pt x="5125879" y="1970861"/>
                  <a:pt x="5129538" y="2003156"/>
                  <a:pt x="5150804" y="2014837"/>
                </a:cubicBezTo>
                <a:cubicBezTo>
                  <a:pt x="5157436" y="2018731"/>
                  <a:pt x="5164353" y="2019805"/>
                  <a:pt x="5170859" y="2018788"/>
                </a:cubicBezTo>
                <a:close/>
                <a:moveTo>
                  <a:pt x="7122535" y="2018834"/>
                </a:moveTo>
                <a:cubicBezTo>
                  <a:pt x="7140604" y="2016970"/>
                  <a:pt x="7157092" y="2000905"/>
                  <a:pt x="7154730" y="1980857"/>
                </a:cubicBezTo>
                <a:cubicBezTo>
                  <a:pt x="7155180" y="1951384"/>
                  <a:pt x="7113349" y="1935162"/>
                  <a:pt x="7094908" y="1958238"/>
                </a:cubicBezTo>
                <a:cubicBezTo>
                  <a:pt x="7076916" y="1974460"/>
                  <a:pt x="7083213" y="2005989"/>
                  <a:pt x="7104578" y="2015585"/>
                </a:cubicBezTo>
                <a:cubicBezTo>
                  <a:pt x="7110313" y="2018498"/>
                  <a:pt x="7116512" y="2019455"/>
                  <a:pt x="7122535" y="2018834"/>
                </a:cubicBezTo>
                <a:close/>
                <a:moveTo>
                  <a:pt x="4754042" y="2018973"/>
                </a:moveTo>
                <a:cubicBezTo>
                  <a:pt x="4770790" y="2019735"/>
                  <a:pt x="4788203" y="2005520"/>
                  <a:pt x="4790058" y="1987827"/>
                </a:cubicBezTo>
                <a:cubicBezTo>
                  <a:pt x="4795679" y="1960800"/>
                  <a:pt x="4762400" y="1936750"/>
                  <a:pt x="4739240" y="1950951"/>
                </a:cubicBezTo>
                <a:cubicBezTo>
                  <a:pt x="4717653" y="1963548"/>
                  <a:pt x="4716304" y="1999737"/>
                  <a:pt x="4738116" y="2012792"/>
                </a:cubicBezTo>
                <a:cubicBezTo>
                  <a:pt x="4742950" y="2016800"/>
                  <a:pt x="4748459" y="2018719"/>
                  <a:pt x="4754042" y="2018973"/>
                </a:cubicBezTo>
                <a:close/>
                <a:moveTo>
                  <a:pt x="7648117" y="2115811"/>
                </a:moveTo>
                <a:cubicBezTo>
                  <a:pt x="7658340" y="2111993"/>
                  <a:pt x="7666565" y="2104128"/>
                  <a:pt x="7667955" y="2092615"/>
                </a:cubicBezTo>
                <a:cubicBezTo>
                  <a:pt x="7676991" y="2062067"/>
                  <a:pt x="7635287" y="2036762"/>
                  <a:pt x="7610960" y="2056140"/>
                </a:cubicBezTo>
                <a:cubicBezTo>
                  <a:pt x="7591266" y="2071414"/>
                  <a:pt x="7592424" y="2104470"/>
                  <a:pt x="7616288" y="2114728"/>
                </a:cubicBezTo>
                <a:cubicBezTo>
                  <a:pt x="7625671" y="2119402"/>
                  <a:pt x="7637893" y="2119630"/>
                  <a:pt x="7648117" y="2115811"/>
                </a:cubicBezTo>
                <a:close/>
                <a:moveTo>
                  <a:pt x="7028587" y="2116376"/>
                </a:moveTo>
                <a:cubicBezTo>
                  <a:pt x="7038417" y="2113460"/>
                  <a:pt x="7046680" y="2106900"/>
                  <a:pt x="7049644" y="2096247"/>
                </a:cubicBezTo>
                <a:cubicBezTo>
                  <a:pt x="7061041" y="2070231"/>
                  <a:pt x="7029812" y="2041524"/>
                  <a:pt x="7003826" y="2053186"/>
                </a:cubicBezTo>
                <a:cubicBezTo>
                  <a:pt x="6975788" y="2059242"/>
                  <a:pt x="6972141" y="2103424"/>
                  <a:pt x="6998127" y="2114638"/>
                </a:cubicBezTo>
                <a:cubicBezTo>
                  <a:pt x="7007359" y="2118562"/>
                  <a:pt x="7018756" y="2119291"/>
                  <a:pt x="7028587" y="2116376"/>
                </a:cubicBezTo>
                <a:close/>
                <a:moveTo>
                  <a:pt x="5386951" y="2116409"/>
                </a:moveTo>
                <a:cubicBezTo>
                  <a:pt x="5419566" y="2106037"/>
                  <a:pt x="5408320" y="2046287"/>
                  <a:pt x="5372555" y="2051022"/>
                </a:cubicBezTo>
                <a:cubicBezTo>
                  <a:pt x="5344889" y="2049444"/>
                  <a:pt x="5337016" y="2078981"/>
                  <a:pt x="5338591" y="2101077"/>
                </a:cubicBezTo>
                <a:cubicBezTo>
                  <a:pt x="5351187" y="2113703"/>
                  <a:pt x="5368507" y="2124075"/>
                  <a:pt x="5386951" y="2116409"/>
                </a:cubicBezTo>
                <a:close/>
                <a:moveTo>
                  <a:pt x="4768274" y="2116541"/>
                </a:moveTo>
                <a:cubicBezTo>
                  <a:pt x="4778097" y="2113567"/>
                  <a:pt x="4786311" y="2106935"/>
                  <a:pt x="4789183" y="2095957"/>
                </a:cubicBezTo>
                <a:cubicBezTo>
                  <a:pt x="4800442" y="2070799"/>
                  <a:pt x="4770572" y="2041524"/>
                  <a:pt x="4745297" y="2051130"/>
                </a:cubicBezTo>
                <a:cubicBezTo>
                  <a:pt x="4717265" y="2058220"/>
                  <a:pt x="4713129" y="2101217"/>
                  <a:pt x="4737715" y="2115168"/>
                </a:cubicBezTo>
                <a:cubicBezTo>
                  <a:pt x="4747021" y="2118828"/>
                  <a:pt x="4758452" y="2119514"/>
                  <a:pt x="4768274" y="2116541"/>
                </a:cubicBezTo>
                <a:close/>
                <a:moveTo>
                  <a:pt x="1889713" y="2117256"/>
                </a:moveTo>
                <a:cubicBezTo>
                  <a:pt x="1899227" y="2114697"/>
                  <a:pt x="1907450" y="2108726"/>
                  <a:pt x="1910922" y="2098605"/>
                </a:cubicBezTo>
                <a:cubicBezTo>
                  <a:pt x="1920774" y="2075405"/>
                  <a:pt x="1899056" y="2044699"/>
                  <a:pt x="1873543" y="2050613"/>
                </a:cubicBezTo>
                <a:cubicBezTo>
                  <a:pt x="1842878" y="2051978"/>
                  <a:pt x="1835044" y="2101562"/>
                  <a:pt x="1860785" y="2115436"/>
                </a:cubicBezTo>
                <a:cubicBezTo>
                  <a:pt x="1869401" y="2118962"/>
                  <a:pt x="1880200" y="2119815"/>
                  <a:pt x="1889713" y="2117256"/>
                </a:cubicBezTo>
                <a:close/>
                <a:moveTo>
                  <a:pt x="5075658" y="2117280"/>
                </a:moveTo>
                <a:cubicBezTo>
                  <a:pt x="5085573" y="2114327"/>
                  <a:pt x="5093915" y="2107332"/>
                  <a:pt x="5096772" y="2096094"/>
                </a:cubicBezTo>
                <a:cubicBezTo>
                  <a:pt x="5106829" y="2072011"/>
                  <a:pt x="5083515" y="2043112"/>
                  <a:pt x="5057687" y="2050452"/>
                </a:cubicBezTo>
                <a:cubicBezTo>
                  <a:pt x="5027059" y="2052974"/>
                  <a:pt x="5019516" y="2099993"/>
                  <a:pt x="5045116" y="2114213"/>
                </a:cubicBezTo>
                <a:cubicBezTo>
                  <a:pt x="5054258" y="2119144"/>
                  <a:pt x="5065744" y="2120233"/>
                  <a:pt x="5075658" y="2117280"/>
                </a:cubicBezTo>
                <a:close/>
                <a:moveTo>
                  <a:pt x="5795607" y="2117292"/>
                </a:moveTo>
                <a:cubicBezTo>
                  <a:pt x="5806898" y="2113910"/>
                  <a:pt x="5816126" y="2105598"/>
                  <a:pt x="5817501" y="2092413"/>
                </a:cubicBezTo>
                <a:cubicBezTo>
                  <a:pt x="5824379" y="2067648"/>
                  <a:pt x="5799390" y="2043112"/>
                  <a:pt x="5774859" y="2050909"/>
                </a:cubicBezTo>
                <a:cubicBezTo>
                  <a:pt x="5747348" y="2055953"/>
                  <a:pt x="5740241" y="2096311"/>
                  <a:pt x="5761333" y="2112592"/>
                </a:cubicBezTo>
                <a:cubicBezTo>
                  <a:pt x="5770962" y="2119127"/>
                  <a:pt x="5784316" y="2120675"/>
                  <a:pt x="5795607" y="2117292"/>
                </a:cubicBezTo>
                <a:close/>
                <a:moveTo>
                  <a:pt x="4956886" y="2118330"/>
                </a:moveTo>
                <a:cubicBezTo>
                  <a:pt x="4974586" y="2120164"/>
                  <a:pt x="4994197" y="2110453"/>
                  <a:pt x="4996961" y="2091965"/>
                </a:cubicBezTo>
                <a:cubicBezTo>
                  <a:pt x="5003642" y="2067993"/>
                  <a:pt x="4977610" y="2044699"/>
                  <a:pt x="4953650" y="2051258"/>
                </a:cubicBezTo>
                <a:cubicBezTo>
                  <a:pt x="4924392" y="2053971"/>
                  <a:pt x="4916329" y="2098298"/>
                  <a:pt x="4940519" y="2112545"/>
                </a:cubicBezTo>
                <a:cubicBezTo>
                  <a:pt x="4945299" y="2115824"/>
                  <a:pt x="4950987" y="2117718"/>
                  <a:pt x="4956886" y="2118330"/>
                </a:cubicBezTo>
                <a:close/>
                <a:moveTo>
                  <a:pt x="4856384" y="2118611"/>
                </a:moveTo>
                <a:cubicBezTo>
                  <a:pt x="4878414" y="2118875"/>
                  <a:pt x="4901030" y="2100641"/>
                  <a:pt x="4893231" y="2076950"/>
                </a:cubicBezTo>
                <a:cubicBezTo>
                  <a:pt x="4889534" y="2047392"/>
                  <a:pt x="4844477" y="2041525"/>
                  <a:pt x="4829226" y="2064765"/>
                </a:cubicBezTo>
                <a:cubicBezTo>
                  <a:pt x="4817904" y="2078755"/>
                  <a:pt x="4820908" y="2101544"/>
                  <a:pt x="4835696" y="2111697"/>
                </a:cubicBezTo>
                <a:cubicBezTo>
                  <a:pt x="4841762" y="2116379"/>
                  <a:pt x="4849040" y="2118523"/>
                  <a:pt x="4856384" y="2118611"/>
                </a:cubicBezTo>
                <a:close/>
                <a:moveTo>
                  <a:pt x="4241520" y="2118944"/>
                </a:moveTo>
                <a:cubicBezTo>
                  <a:pt x="4260258" y="2118679"/>
                  <a:pt x="4279285" y="2104808"/>
                  <a:pt x="4277917" y="2084847"/>
                </a:cubicBezTo>
                <a:cubicBezTo>
                  <a:pt x="4277917" y="2062067"/>
                  <a:pt x="4252149" y="2044700"/>
                  <a:pt x="4230713" y="2052594"/>
                </a:cubicBezTo>
                <a:cubicBezTo>
                  <a:pt x="4203120" y="2059135"/>
                  <a:pt x="4197191" y="2102440"/>
                  <a:pt x="4223644" y="2114394"/>
                </a:cubicBezTo>
                <a:cubicBezTo>
                  <a:pt x="4229060" y="2117608"/>
                  <a:pt x="4235274" y="2119032"/>
                  <a:pt x="4241520" y="2118944"/>
                </a:cubicBezTo>
                <a:close/>
                <a:moveTo>
                  <a:pt x="4348016" y="2118953"/>
                </a:moveTo>
                <a:cubicBezTo>
                  <a:pt x="4367779" y="2117041"/>
                  <a:pt x="4385304" y="2098748"/>
                  <a:pt x="4378140" y="2076865"/>
                </a:cubicBezTo>
                <a:cubicBezTo>
                  <a:pt x="4374274" y="2047687"/>
                  <a:pt x="4329702" y="2039937"/>
                  <a:pt x="4316057" y="2065239"/>
                </a:cubicBezTo>
                <a:cubicBezTo>
                  <a:pt x="4305141" y="2081424"/>
                  <a:pt x="4309462" y="2106954"/>
                  <a:pt x="4328337" y="2114932"/>
                </a:cubicBezTo>
                <a:cubicBezTo>
                  <a:pt x="4334591" y="2118408"/>
                  <a:pt x="4341428" y="2119591"/>
                  <a:pt x="4348016" y="2118953"/>
                </a:cubicBezTo>
                <a:close/>
                <a:moveTo>
                  <a:pt x="4444422" y="2119008"/>
                </a:moveTo>
                <a:cubicBezTo>
                  <a:pt x="4464319" y="2120269"/>
                  <a:pt x="4485130" y="2106103"/>
                  <a:pt x="4482170" y="2084048"/>
                </a:cubicBezTo>
                <a:cubicBezTo>
                  <a:pt x="4484956" y="2056450"/>
                  <a:pt x="4447339" y="2039937"/>
                  <a:pt x="4426673" y="2056903"/>
                </a:cubicBezTo>
                <a:cubicBezTo>
                  <a:pt x="4409026" y="2069344"/>
                  <a:pt x="4408329" y="2099882"/>
                  <a:pt x="4425744" y="2112324"/>
                </a:cubicBezTo>
                <a:cubicBezTo>
                  <a:pt x="4431259" y="2116452"/>
                  <a:pt x="4437790" y="2118587"/>
                  <a:pt x="4444422" y="2119008"/>
                </a:cubicBezTo>
                <a:close/>
                <a:moveTo>
                  <a:pt x="5576510" y="2119050"/>
                </a:moveTo>
                <a:cubicBezTo>
                  <a:pt x="5595241" y="2119008"/>
                  <a:pt x="5614261" y="2105478"/>
                  <a:pt x="5612555" y="2084951"/>
                </a:cubicBezTo>
                <a:cubicBezTo>
                  <a:pt x="5614374" y="2055771"/>
                  <a:pt x="5574346" y="2039937"/>
                  <a:pt x="5553877" y="2059390"/>
                </a:cubicBezTo>
                <a:cubicBezTo>
                  <a:pt x="5535454" y="2072736"/>
                  <a:pt x="5538411" y="2104404"/>
                  <a:pt x="5558653" y="2114357"/>
                </a:cubicBezTo>
                <a:cubicBezTo>
                  <a:pt x="5564054" y="2117580"/>
                  <a:pt x="5570266" y="2119065"/>
                  <a:pt x="5576510" y="2119050"/>
                </a:cubicBezTo>
                <a:close/>
                <a:moveTo>
                  <a:pt x="1979974" y="2119155"/>
                </a:moveTo>
                <a:cubicBezTo>
                  <a:pt x="1996881" y="2119445"/>
                  <a:pt x="2013947" y="2108872"/>
                  <a:pt x="2016183" y="2090822"/>
                </a:cubicBezTo>
                <a:cubicBezTo>
                  <a:pt x="2022372" y="2063317"/>
                  <a:pt x="1988215" y="2039937"/>
                  <a:pt x="1964141" y="2054148"/>
                </a:cubicBezTo>
                <a:cubicBezTo>
                  <a:pt x="1939612" y="2064692"/>
                  <a:pt x="1938234" y="2104804"/>
                  <a:pt x="1963682" y="2115118"/>
                </a:cubicBezTo>
                <a:cubicBezTo>
                  <a:pt x="1968724" y="2117754"/>
                  <a:pt x="1974341" y="2119058"/>
                  <a:pt x="1979974" y="2119155"/>
                </a:cubicBezTo>
                <a:close/>
                <a:moveTo>
                  <a:pt x="4034165" y="2119218"/>
                </a:moveTo>
                <a:cubicBezTo>
                  <a:pt x="4053602" y="2119810"/>
                  <a:pt x="4073994" y="2105130"/>
                  <a:pt x="4071111" y="2083603"/>
                </a:cubicBezTo>
                <a:cubicBezTo>
                  <a:pt x="4072919" y="2049161"/>
                  <a:pt x="4017299" y="2036762"/>
                  <a:pt x="4006220" y="2069138"/>
                </a:cubicBezTo>
                <a:cubicBezTo>
                  <a:pt x="4003507" y="2083833"/>
                  <a:pt x="4000341" y="2104728"/>
                  <a:pt x="4015942" y="2113223"/>
                </a:cubicBezTo>
                <a:cubicBezTo>
                  <a:pt x="4021312" y="2117127"/>
                  <a:pt x="4027685" y="2119021"/>
                  <a:pt x="4034165" y="2119218"/>
                </a:cubicBezTo>
                <a:close/>
                <a:moveTo>
                  <a:pt x="6501325" y="2119269"/>
                </a:moveTo>
                <a:cubicBezTo>
                  <a:pt x="6519880" y="2119571"/>
                  <a:pt x="6538402" y="2106695"/>
                  <a:pt x="6536007" y="2085681"/>
                </a:cubicBezTo>
                <a:cubicBezTo>
                  <a:pt x="6540341" y="2053068"/>
                  <a:pt x="6491518" y="2036762"/>
                  <a:pt x="6474408" y="2063403"/>
                </a:cubicBezTo>
                <a:cubicBezTo>
                  <a:pt x="6464141" y="2078331"/>
                  <a:pt x="6465054" y="2106580"/>
                  <a:pt x="6483533" y="2114389"/>
                </a:cubicBezTo>
                <a:cubicBezTo>
                  <a:pt x="6488952" y="2117604"/>
                  <a:pt x="6495140" y="2119169"/>
                  <a:pt x="6501325" y="2119269"/>
                </a:cubicBezTo>
                <a:close/>
                <a:moveTo>
                  <a:pt x="4138046" y="2119281"/>
                </a:moveTo>
                <a:cubicBezTo>
                  <a:pt x="4157331" y="2119398"/>
                  <a:pt x="4177002" y="2106216"/>
                  <a:pt x="4173581" y="2084614"/>
                </a:cubicBezTo>
                <a:cubicBezTo>
                  <a:pt x="4176318" y="2057400"/>
                  <a:pt x="4140968" y="2041525"/>
                  <a:pt x="4120214" y="2056266"/>
                </a:cubicBezTo>
                <a:cubicBezTo>
                  <a:pt x="4098776" y="2067832"/>
                  <a:pt x="4097179" y="2103211"/>
                  <a:pt x="4119758" y="2114550"/>
                </a:cubicBezTo>
                <a:cubicBezTo>
                  <a:pt x="4125231" y="2117725"/>
                  <a:pt x="4131617" y="2119242"/>
                  <a:pt x="4138046" y="2119281"/>
                </a:cubicBezTo>
                <a:close/>
                <a:moveTo>
                  <a:pt x="7118152" y="2119284"/>
                </a:moveTo>
                <a:cubicBezTo>
                  <a:pt x="7135221" y="2119531"/>
                  <a:pt x="7152549" y="2109044"/>
                  <a:pt x="7154617" y="2090822"/>
                </a:cubicBezTo>
                <a:cubicBezTo>
                  <a:pt x="7161054" y="2062629"/>
                  <a:pt x="7126341" y="2039937"/>
                  <a:pt x="7102433" y="2054607"/>
                </a:cubicBezTo>
                <a:cubicBezTo>
                  <a:pt x="7078065" y="2065150"/>
                  <a:pt x="7076916" y="2104345"/>
                  <a:pt x="7101744" y="2115348"/>
                </a:cubicBezTo>
                <a:cubicBezTo>
                  <a:pt x="7106802" y="2117926"/>
                  <a:pt x="7112462" y="2119201"/>
                  <a:pt x="7118152" y="2119284"/>
                </a:cubicBezTo>
                <a:close/>
                <a:moveTo>
                  <a:pt x="4548195" y="2119287"/>
                </a:moveTo>
                <a:cubicBezTo>
                  <a:pt x="4566682" y="2119996"/>
                  <a:pt x="4585618" y="2105682"/>
                  <a:pt x="4584082" y="2085049"/>
                </a:cubicBezTo>
                <a:cubicBezTo>
                  <a:pt x="4585674" y="2062581"/>
                  <a:pt x="4563612" y="2044699"/>
                  <a:pt x="4542231" y="2050660"/>
                </a:cubicBezTo>
                <a:cubicBezTo>
                  <a:pt x="4514710" y="2055933"/>
                  <a:pt x="4508341" y="2097887"/>
                  <a:pt x="4530631" y="2113248"/>
                </a:cubicBezTo>
                <a:cubicBezTo>
                  <a:pt x="4535920" y="2117145"/>
                  <a:pt x="4542032" y="2119051"/>
                  <a:pt x="4548195" y="2119287"/>
                </a:cubicBezTo>
                <a:close/>
                <a:moveTo>
                  <a:pt x="5270282" y="2119372"/>
                </a:moveTo>
                <a:cubicBezTo>
                  <a:pt x="5288505" y="2118699"/>
                  <a:pt x="5306042" y="2104845"/>
                  <a:pt x="5303605" y="2084835"/>
                </a:cubicBezTo>
                <a:cubicBezTo>
                  <a:pt x="5305926" y="2062487"/>
                  <a:pt x="5281324" y="2044700"/>
                  <a:pt x="5260204" y="2051997"/>
                </a:cubicBezTo>
                <a:cubicBezTo>
                  <a:pt x="5231425" y="2057698"/>
                  <a:pt x="5227479" y="2103078"/>
                  <a:pt x="5252545" y="2115392"/>
                </a:cubicBezTo>
                <a:cubicBezTo>
                  <a:pt x="5258057" y="2118357"/>
                  <a:pt x="5264208" y="2119597"/>
                  <a:pt x="5270282" y="2119372"/>
                </a:cubicBezTo>
                <a:close/>
                <a:moveTo>
                  <a:pt x="6405656" y="2119409"/>
                </a:moveTo>
                <a:cubicBezTo>
                  <a:pt x="6424910" y="2116494"/>
                  <a:pt x="6441327" y="2097638"/>
                  <a:pt x="6434794" y="2076724"/>
                </a:cubicBezTo>
                <a:cubicBezTo>
                  <a:pt x="6430210" y="2048610"/>
                  <a:pt x="6388264" y="2041524"/>
                  <a:pt x="6372449" y="2063695"/>
                </a:cubicBezTo>
                <a:cubicBezTo>
                  <a:pt x="6357779" y="2080381"/>
                  <a:pt x="6364426" y="2109866"/>
                  <a:pt x="6386201" y="2116494"/>
                </a:cubicBezTo>
                <a:cubicBezTo>
                  <a:pt x="6392505" y="2119580"/>
                  <a:pt x="6399238" y="2120380"/>
                  <a:pt x="6405656" y="2119409"/>
                </a:cubicBezTo>
                <a:close/>
                <a:moveTo>
                  <a:pt x="7227649" y="2119479"/>
                </a:moveTo>
                <a:cubicBezTo>
                  <a:pt x="7232472" y="2118980"/>
                  <a:pt x="7237309" y="2117258"/>
                  <a:pt x="7242033" y="2113927"/>
                </a:cubicBezTo>
                <a:cubicBezTo>
                  <a:pt x="7272179" y="2096009"/>
                  <a:pt x="7249682" y="2038350"/>
                  <a:pt x="7214362" y="2051444"/>
                </a:cubicBezTo>
                <a:cubicBezTo>
                  <a:pt x="7189391" y="2053511"/>
                  <a:pt x="7188491" y="2081766"/>
                  <a:pt x="7188041" y="2101292"/>
                </a:cubicBezTo>
                <a:cubicBezTo>
                  <a:pt x="7198840" y="2111457"/>
                  <a:pt x="7213181" y="2120976"/>
                  <a:pt x="7227649" y="2119479"/>
                </a:cubicBezTo>
                <a:close/>
                <a:moveTo>
                  <a:pt x="5681068" y="2119519"/>
                </a:moveTo>
                <a:cubicBezTo>
                  <a:pt x="5699395" y="2118794"/>
                  <a:pt x="5717050" y="2105023"/>
                  <a:pt x="5715514" y="2084729"/>
                </a:cubicBezTo>
                <a:cubicBezTo>
                  <a:pt x="5718016" y="2055851"/>
                  <a:pt x="5679807" y="2041525"/>
                  <a:pt x="5658883" y="2057670"/>
                </a:cubicBezTo>
                <a:cubicBezTo>
                  <a:pt x="5638641" y="2071085"/>
                  <a:pt x="5641370" y="2105421"/>
                  <a:pt x="5663204" y="2115653"/>
                </a:cubicBezTo>
                <a:cubicBezTo>
                  <a:pt x="5668776" y="2118553"/>
                  <a:pt x="5674960" y="2119761"/>
                  <a:pt x="5681068" y="2119519"/>
                </a:cubicBezTo>
                <a:close/>
                <a:moveTo>
                  <a:pt x="5167333" y="2119528"/>
                </a:moveTo>
                <a:cubicBezTo>
                  <a:pt x="5185579" y="2118845"/>
                  <a:pt x="5202652" y="2105082"/>
                  <a:pt x="5200962" y="2084396"/>
                </a:cubicBezTo>
                <a:cubicBezTo>
                  <a:pt x="5203666" y="2051799"/>
                  <a:pt x="5157688" y="2038350"/>
                  <a:pt x="5139431" y="2063197"/>
                </a:cubicBezTo>
                <a:cubicBezTo>
                  <a:pt x="5130641" y="2079609"/>
                  <a:pt x="5131317" y="2105595"/>
                  <a:pt x="5149348" y="2115625"/>
                </a:cubicBezTo>
                <a:cubicBezTo>
                  <a:pt x="5155039" y="2118531"/>
                  <a:pt x="5161251" y="2119756"/>
                  <a:pt x="5167333" y="2119528"/>
                </a:cubicBezTo>
                <a:close/>
                <a:moveTo>
                  <a:pt x="4652683" y="2119843"/>
                </a:moveTo>
                <a:cubicBezTo>
                  <a:pt x="4671328" y="2119387"/>
                  <a:pt x="4689721" y="2106224"/>
                  <a:pt x="4686169" y="2084851"/>
                </a:cubicBezTo>
                <a:cubicBezTo>
                  <a:pt x="4689551" y="2060292"/>
                  <a:pt x="4662717" y="2041525"/>
                  <a:pt x="4641520" y="2052415"/>
                </a:cubicBezTo>
                <a:cubicBezTo>
                  <a:pt x="4614686" y="2059597"/>
                  <a:pt x="4611529" y="2102691"/>
                  <a:pt x="4634755" y="2115897"/>
                </a:cubicBezTo>
                <a:cubicBezTo>
                  <a:pt x="4640224" y="2118736"/>
                  <a:pt x="4646467" y="2119995"/>
                  <a:pt x="4652683" y="2119843"/>
                </a:cubicBezTo>
                <a:close/>
                <a:moveTo>
                  <a:pt x="4770790" y="2218534"/>
                </a:moveTo>
                <a:cubicBezTo>
                  <a:pt x="4781049" y="2214582"/>
                  <a:pt x="4789279" y="2206450"/>
                  <a:pt x="4790650" y="2194737"/>
                </a:cubicBezTo>
                <a:cubicBezTo>
                  <a:pt x="4795679" y="2172447"/>
                  <a:pt x="4775105" y="2149474"/>
                  <a:pt x="4752017" y="2153796"/>
                </a:cubicBezTo>
                <a:cubicBezTo>
                  <a:pt x="4719327" y="2152658"/>
                  <a:pt x="4709954" y="2204517"/>
                  <a:pt x="4738758" y="2217254"/>
                </a:cubicBezTo>
                <a:cubicBezTo>
                  <a:pt x="4748245" y="2222258"/>
                  <a:pt x="4760532" y="2222486"/>
                  <a:pt x="4770790" y="2218534"/>
                </a:cubicBezTo>
                <a:close/>
                <a:moveTo>
                  <a:pt x="5177622" y="2219892"/>
                </a:moveTo>
                <a:cubicBezTo>
                  <a:pt x="5187055" y="2217227"/>
                  <a:pt x="5195092" y="2211047"/>
                  <a:pt x="5198170" y="2200955"/>
                </a:cubicBezTo>
                <a:cubicBezTo>
                  <a:pt x="5208429" y="2178503"/>
                  <a:pt x="5189050" y="2147887"/>
                  <a:pt x="5162603" y="2154237"/>
                </a:cubicBezTo>
                <a:cubicBezTo>
                  <a:pt x="5130000" y="2153330"/>
                  <a:pt x="5122704" y="2204130"/>
                  <a:pt x="5148695" y="2217738"/>
                </a:cubicBezTo>
                <a:cubicBezTo>
                  <a:pt x="5157359" y="2221706"/>
                  <a:pt x="5168189" y="2222557"/>
                  <a:pt x="5177622" y="2219892"/>
                </a:cubicBezTo>
                <a:close/>
                <a:moveTo>
                  <a:pt x="4248114" y="2220433"/>
                </a:moveTo>
                <a:cubicBezTo>
                  <a:pt x="4259853" y="2219604"/>
                  <a:pt x="4270339" y="2214346"/>
                  <a:pt x="4275582" y="2201430"/>
                </a:cubicBezTo>
                <a:cubicBezTo>
                  <a:pt x="4290854" y="2170798"/>
                  <a:pt x="4252103" y="2141537"/>
                  <a:pt x="4224293" y="2157539"/>
                </a:cubicBezTo>
                <a:cubicBezTo>
                  <a:pt x="4201954" y="2166912"/>
                  <a:pt x="4208109" y="2194572"/>
                  <a:pt x="4213124" y="2212860"/>
                </a:cubicBezTo>
                <a:cubicBezTo>
                  <a:pt x="4223382" y="2217661"/>
                  <a:pt x="4236375" y="2221261"/>
                  <a:pt x="4248114" y="2220433"/>
                </a:cubicBezTo>
                <a:close/>
                <a:moveTo>
                  <a:pt x="4458699" y="2220758"/>
                </a:moveTo>
                <a:cubicBezTo>
                  <a:pt x="4467294" y="2218692"/>
                  <a:pt x="4474702" y="2213756"/>
                  <a:pt x="4477982" y="2204343"/>
                </a:cubicBezTo>
                <a:cubicBezTo>
                  <a:pt x="4489292" y="2182533"/>
                  <a:pt x="4473911" y="2149474"/>
                  <a:pt x="4447219" y="2154066"/>
                </a:cubicBezTo>
                <a:cubicBezTo>
                  <a:pt x="4411706" y="2149933"/>
                  <a:pt x="4401979" y="2207328"/>
                  <a:pt x="4432290" y="2219955"/>
                </a:cubicBezTo>
                <a:cubicBezTo>
                  <a:pt x="4440320" y="2222021"/>
                  <a:pt x="4450103" y="2222824"/>
                  <a:pt x="4458699" y="2220758"/>
                </a:cubicBezTo>
                <a:close/>
                <a:moveTo>
                  <a:pt x="4140857" y="2220982"/>
                </a:moveTo>
                <a:cubicBezTo>
                  <a:pt x="4167690" y="2222328"/>
                  <a:pt x="4174512" y="2193397"/>
                  <a:pt x="4174967" y="2172539"/>
                </a:cubicBezTo>
                <a:cubicBezTo>
                  <a:pt x="4159049" y="2154373"/>
                  <a:pt x="4127213" y="2146299"/>
                  <a:pt x="4110613" y="2167605"/>
                </a:cubicBezTo>
                <a:cubicBezTo>
                  <a:pt x="4090829" y="2188238"/>
                  <a:pt x="4111750" y="2227262"/>
                  <a:pt x="4140857" y="2220982"/>
                </a:cubicBezTo>
                <a:close/>
                <a:moveTo>
                  <a:pt x="4341916" y="2221035"/>
                </a:moveTo>
                <a:cubicBezTo>
                  <a:pt x="4350886" y="2222144"/>
                  <a:pt x="4359712" y="2221234"/>
                  <a:pt x="4367441" y="2215207"/>
                </a:cubicBezTo>
                <a:cubicBezTo>
                  <a:pt x="4384516" y="2201104"/>
                  <a:pt x="4382209" y="2171079"/>
                  <a:pt x="4364442" y="2158113"/>
                </a:cubicBezTo>
                <a:cubicBezTo>
                  <a:pt x="4348290" y="2152427"/>
                  <a:pt x="4324062" y="2151062"/>
                  <a:pt x="4314832" y="2168804"/>
                </a:cubicBezTo>
                <a:cubicBezTo>
                  <a:pt x="4305141" y="2182907"/>
                  <a:pt x="4312294" y="2199739"/>
                  <a:pt x="4315525" y="2214752"/>
                </a:cubicBezTo>
                <a:cubicBezTo>
                  <a:pt x="4323831" y="2216799"/>
                  <a:pt x="4332946" y="2219926"/>
                  <a:pt x="4341916" y="2221035"/>
                </a:cubicBezTo>
                <a:close/>
                <a:moveTo>
                  <a:pt x="1675714" y="2221184"/>
                </a:moveTo>
                <a:cubicBezTo>
                  <a:pt x="1681842" y="2220955"/>
                  <a:pt x="1687913" y="2219525"/>
                  <a:pt x="1693296" y="2216549"/>
                </a:cubicBezTo>
                <a:cubicBezTo>
                  <a:pt x="1717578" y="2199384"/>
                  <a:pt x="1706812" y="2147887"/>
                  <a:pt x="1672450" y="2153609"/>
                </a:cubicBezTo>
                <a:cubicBezTo>
                  <a:pt x="1636256" y="2147887"/>
                  <a:pt x="1627093" y="2206708"/>
                  <a:pt x="1657789" y="2218609"/>
                </a:cubicBezTo>
                <a:cubicBezTo>
                  <a:pt x="1663401" y="2220440"/>
                  <a:pt x="1669586" y="2221413"/>
                  <a:pt x="1675714" y="2221184"/>
                </a:cubicBezTo>
                <a:close/>
                <a:moveTo>
                  <a:pt x="6920257" y="2221413"/>
                </a:moveTo>
                <a:cubicBezTo>
                  <a:pt x="6938836" y="2217992"/>
                  <a:pt x="6954271" y="2201107"/>
                  <a:pt x="6948285" y="2180641"/>
                </a:cubicBezTo>
                <a:cubicBezTo>
                  <a:pt x="6946461" y="2147896"/>
                  <a:pt x="6892871" y="2144712"/>
                  <a:pt x="6882382" y="2173365"/>
                </a:cubicBezTo>
                <a:cubicBezTo>
                  <a:pt x="6873716" y="2191102"/>
                  <a:pt x="6883522" y="2212932"/>
                  <a:pt x="6901309" y="2219982"/>
                </a:cubicBezTo>
                <a:cubicBezTo>
                  <a:pt x="6907523" y="2222199"/>
                  <a:pt x="6914065" y="2222554"/>
                  <a:pt x="6920257" y="2221413"/>
                </a:cubicBezTo>
                <a:close/>
                <a:moveTo>
                  <a:pt x="7016450" y="2221476"/>
                </a:moveTo>
                <a:cubicBezTo>
                  <a:pt x="7035141" y="2221166"/>
                  <a:pt x="7054059" y="2208379"/>
                  <a:pt x="7052163" y="2188022"/>
                </a:cubicBezTo>
                <a:cubicBezTo>
                  <a:pt x="7052163" y="2167038"/>
                  <a:pt x="7032858" y="2149475"/>
                  <a:pt x="7011484" y="2153581"/>
                </a:cubicBezTo>
                <a:cubicBezTo>
                  <a:pt x="6978389" y="2152668"/>
                  <a:pt x="6968966" y="2204901"/>
                  <a:pt x="6998614" y="2217446"/>
                </a:cubicBezTo>
                <a:cubicBezTo>
                  <a:pt x="7004015" y="2220297"/>
                  <a:pt x="7010220" y="2221580"/>
                  <a:pt x="7016450" y="2221476"/>
                </a:cubicBezTo>
                <a:close/>
                <a:moveTo>
                  <a:pt x="5680897" y="2221516"/>
                </a:moveTo>
                <a:cubicBezTo>
                  <a:pt x="5699500" y="2221014"/>
                  <a:pt x="5718332" y="2208105"/>
                  <a:pt x="5716596" y="2188271"/>
                </a:cubicBezTo>
                <a:cubicBezTo>
                  <a:pt x="5719604" y="2156355"/>
                  <a:pt x="5671702" y="2141537"/>
                  <a:pt x="5652494" y="2165018"/>
                </a:cubicBezTo>
                <a:cubicBezTo>
                  <a:pt x="5640229" y="2180520"/>
                  <a:pt x="5642775" y="2209473"/>
                  <a:pt x="5663139" y="2217680"/>
                </a:cubicBezTo>
                <a:cubicBezTo>
                  <a:pt x="5668520" y="2220472"/>
                  <a:pt x="5674695" y="2221683"/>
                  <a:pt x="5680897" y="2221516"/>
                </a:cubicBezTo>
                <a:close/>
                <a:moveTo>
                  <a:pt x="5379993" y="2221540"/>
                </a:moveTo>
                <a:cubicBezTo>
                  <a:pt x="5387835" y="2220424"/>
                  <a:pt x="5395079" y="2217220"/>
                  <a:pt x="5399984" y="2210352"/>
                </a:cubicBezTo>
                <a:cubicBezTo>
                  <a:pt x="5413216" y="2192039"/>
                  <a:pt x="5405916" y="2156098"/>
                  <a:pt x="5379679" y="2154954"/>
                </a:cubicBezTo>
                <a:cubicBezTo>
                  <a:pt x="5362568" y="2151062"/>
                  <a:pt x="5349108" y="2162050"/>
                  <a:pt x="5337473" y="2172580"/>
                </a:cubicBezTo>
                <a:cubicBezTo>
                  <a:pt x="5339526" y="2189520"/>
                  <a:pt x="5337016" y="2212641"/>
                  <a:pt x="5356408" y="2220196"/>
                </a:cubicBezTo>
                <a:cubicBezTo>
                  <a:pt x="5363709" y="2221684"/>
                  <a:pt x="5372150" y="2222656"/>
                  <a:pt x="5379993" y="2221540"/>
                </a:cubicBezTo>
                <a:close/>
                <a:moveTo>
                  <a:pt x="4033536" y="2221597"/>
                </a:moveTo>
                <a:cubicBezTo>
                  <a:pt x="4053105" y="2222379"/>
                  <a:pt x="4073516" y="2210917"/>
                  <a:pt x="4071272" y="2188924"/>
                </a:cubicBezTo>
                <a:cubicBezTo>
                  <a:pt x="4074954" y="2160277"/>
                  <a:pt x="4037211" y="2144712"/>
                  <a:pt x="4015578" y="2160277"/>
                </a:cubicBezTo>
                <a:cubicBezTo>
                  <a:pt x="3997396" y="2172909"/>
                  <a:pt x="3997166" y="2204037"/>
                  <a:pt x="4015117" y="2216669"/>
                </a:cubicBezTo>
                <a:cubicBezTo>
                  <a:pt x="4020583" y="2219715"/>
                  <a:pt x="4027013" y="2221336"/>
                  <a:pt x="4033536" y="2221597"/>
                </a:cubicBezTo>
                <a:close/>
                <a:moveTo>
                  <a:pt x="2392480" y="2221632"/>
                </a:moveTo>
                <a:cubicBezTo>
                  <a:pt x="2410463" y="2221390"/>
                  <a:pt x="2427983" y="2208937"/>
                  <a:pt x="2425049" y="2188913"/>
                </a:cubicBezTo>
                <a:cubicBezTo>
                  <a:pt x="2431953" y="2157725"/>
                  <a:pt x="2389138" y="2144712"/>
                  <a:pt x="2368202" y="2161764"/>
                </a:cubicBezTo>
                <a:cubicBezTo>
                  <a:pt x="2354166" y="2177245"/>
                  <a:pt x="2354853" y="2207535"/>
                  <a:pt x="2375106" y="2217632"/>
                </a:cubicBezTo>
                <a:cubicBezTo>
                  <a:pt x="2380455" y="2220436"/>
                  <a:pt x="2386494" y="2221712"/>
                  <a:pt x="2392480" y="2221632"/>
                </a:cubicBezTo>
                <a:close/>
                <a:moveTo>
                  <a:pt x="6709047" y="2221674"/>
                </a:moveTo>
                <a:cubicBezTo>
                  <a:pt x="6726339" y="2221007"/>
                  <a:pt x="6743310" y="2208146"/>
                  <a:pt x="6740581" y="2188704"/>
                </a:cubicBezTo>
                <a:cubicBezTo>
                  <a:pt x="6745129" y="2167369"/>
                  <a:pt x="6726026" y="2149475"/>
                  <a:pt x="6705330" y="2153604"/>
                </a:cubicBezTo>
                <a:cubicBezTo>
                  <a:pt x="6671216" y="2150393"/>
                  <a:pt x="6664166" y="2206139"/>
                  <a:pt x="6692367" y="2218068"/>
                </a:cubicBezTo>
                <a:cubicBezTo>
                  <a:pt x="6697484" y="2220763"/>
                  <a:pt x="6703283" y="2221896"/>
                  <a:pt x="6709047" y="2221674"/>
                </a:cubicBezTo>
                <a:close/>
                <a:moveTo>
                  <a:pt x="4862344" y="2221718"/>
                </a:moveTo>
                <a:cubicBezTo>
                  <a:pt x="4881635" y="2219264"/>
                  <a:pt x="4898739" y="2201862"/>
                  <a:pt x="4893595" y="2180602"/>
                </a:cubicBezTo>
                <a:cubicBezTo>
                  <a:pt x="4891309" y="2149513"/>
                  <a:pt x="4844667" y="2144712"/>
                  <a:pt x="4829120" y="2168258"/>
                </a:cubicBezTo>
                <a:cubicBezTo>
                  <a:pt x="4816316" y="2184260"/>
                  <a:pt x="4823633" y="2211463"/>
                  <a:pt x="4843067" y="2218779"/>
                </a:cubicBezTo>
                <a:cubicBezTo>
                  <a:pt x="4849240" y="2221693"/>
                  <a:pt x="4855913" y="2222536"/>
                  <a:pt x="4862344" y="2221718"/>
                </a:cubicBezTo>
                <a:close/>
                <a:moveTo>
                  <a:pt x="7221477" y="2221819"/>
                </a:moveTo>
                <a:cubicBezTo>
                  <a:pt x="7255364" y="2227262"/>
                  <a:pt x="7267417" y="2177823"/>
                  <a:pt x="7242855" y="2159907"/>
                </a:cubicBezTo>
                <a:cubicBezTo>
                  <a:pt x="7223979" y="2147887"/>
                  <a:pt x="7201237" y="2158092"/>
                  <a:pt x="7187591" y="2173060"/>
                </a:cubicBezTo>
                <a:cubicBezTo>
                  <a:pt x="7186454" y="2195059"/>
                  <a:pt x="7192822" y="2224541"/>
                  <a:pt x="7221477" y="2221819"/>
                </a:cubicBezTo>
                <a:close/>
                <a:moveTo>
                  <a:pt x="5885602" y="2221860"/>
                </a:moveTo>
                <a:cubicBezTo>
                  <a:pt x="5906250" y="2221069"/>
                  <a:pt x="5925669" y="2203727"/>
                  <a:pt x="5919973" y="2180943"/>
                </a:cubicBezTo>
                <a:cubicBezTo>
                  <a:pt x="5917901" y="2148988"/>
                  <a:pt x="5864508" y="2144712"/>
                  <a:pt x="5854382" y="2173291"/>
                </a:cubicBezTo>
                <a:cubicBezTo>
                  <a:pt x="5849779" y="2188144"/>
                  <a:pt x="5851390" y="2207271"/>
                  <a:pt x="5865429" y="2216723"/>
                </a:cubicBezTo>
                <a:cubicBezTo>
                  <a:pt x="5871700" y="2220548"/>
                  <a:pt x="5878719" y="2222124"/>
                  <a:pt x="5885602" y="2221860"/>
                </a:cubicBezTo>
                <a:close/>
                <a:moveTo>
                  <a:pt x="5578903" y="2222273"/>
                </a:moveTo>
                <a:cubicBezTo>
                  <a:pt x="5599082" y="2221040"/>
                  <a:pt x="5617886" y="2203733"/>
                  <a:pt x="5612769" y="2181452"/>
                </a:cubicBezTo>
                <a:cubicBezTo>
                  <a:pt x="5609813" y="2147660"/>
                  <a:pt x="5552733" y="2144712"/>
                  <a:pt x="5544546" y="2176916"/>
                </a:cubicBezTo>
                <a:cubicBezTo>
                  <a:pt x="5537041" y="2191657"/>
                  <a:pt x="5545455" y="2210254"/>
                  <a:pt x="5559100" y="2217738"/>
                </a:cubicBezTo>
                <a:cubicBezTo>
                  <a:pt x="5565297" y="2221310"/>
                  <a:pt x="5572176" y="2222684"/>
                  <a:pt x="5578903" y="2222273"/>
                </a:cubicBezTo>
                <a:close/>
                <a:moveTo>
                  <a:pt x="4548067" y="2222280"/>
                </a:moveTo>
                <a:cubicBezTo>
                  <a:pt x="4566453" y="2222920"/>
                  <a:pt x="4584965" y="2210258"/>
                  <a:pt x="4583443" y="2189284"/>
                </a:cubicBezTo>
                <a:cubicBezTo>
                  <a:pt x="4589304" y="2155179"/>
                  <a:pt x="4538135" y="2141537"/>
                  <a:pt x="4522130" y="2168594"/>
                </a:cubicBezTo>
                <a:cubicBezTo>
                  <a:pt x="4514691" y="2184055"/>
                  <a:pt x="4515818" y="2206336"/>
                  <a:pt x="4530470" y="2217023"/>
                </a:cubicBezTo>
                <a:cubicBezTo>
                  <a:pt x="4535824" y="2220376"/>
                  <a:pt x="4541939" y="2222067"/>
                  <a:pt x="4548067" y="2222280"/>
                </a:cubicBezTo>
                <a:close/>
                <a:moveTo>
                  <a:pt x="1779310" y="2222307"/>
                </a:moveTo>
                <a:cubicBezTo>
                  <a:pt x="1796311" y="2220850"/>
                  <a:pt x="1811324" y="2207822"/>
                  <a:pt x="1810297" y="2188622"/>
                </a:cubicBezTo>
                <a:cubicBezTo>
                  <a:pt x="1816000" y="2154108"/>
                  <a:pt x="1764219" y="2141537"/>
                  <a:pt x="1747567" y="2167822"/>
                </a:cubicBezTo>
                <a:cubicBezTo>
                  <a:pt x="1738214" y="2184736"/>
                  <a:pt x="1741864" y="2212393"/>
                  <a:pt x="1762166" y="2219707"/>
                </a:cubicBezTo>
                <a:cubicBezTo>
                  <a:pt x="1767754" y="2221993"/>
                  <a:pt x="1773642" y="2222793"/>
                  <a:pt x="1779310" y="2222307"/>
                </a:cubicBezTo>
                <a:close/>
                <a:moveTo>
                  <a:pt x="2085365" y="2222459"/>
                </a:moveTo>
                <a:cubicBezTo>
                  <a:pt x="2103228" y="2221497"/>
                  <a:pt x="2120334" y="2209186"/>
                  <a:pt x="2118965" y="2189180"/>
                </a:cubicBezTo>
                <a:cubicBezTo>
                  <a:pt x="2122387" y="2157033"/>
                  <a:pt x="2076323" y="2143125"/>
                  <a:pt x="2056937" y="2165012"/>
                </a:cubicBezTo>
                <a:cubicBezTo>
                  <a:pt x="2041427" y="2181200"/>
                  <a:pt x="2047585" y="2210611"/>
                  <a:pt x="2067884" y="2219502"/>
                </a:cubicBezTo>
                <a:cubicBezTo>
                  <a:pt x="2073358" y="2221839"/>
                  <a:pt x="2079404" y="2222780"/>
                  <a:pt x="2085365" y="2222459"/>
                </a:cubicBezTo>
                <a:close/>
                <a:moveTo>
                  <a:pt x="5479608" y="2222469"/>
                </a:moveTo>
                <a:cubicBezTo>
                  <a:pt x="5496697" y="2220514"/>
                  <a:pt x="5512092" y="2207022"/>
                  <a:pt x="5510727" y="2187600"/>
                </a:cubicBezTo>
                <a:cubicBezTo>
                  <a:pt x="5513229" y="2151621"/>
                  <a:pt x="5455233" y="2141537"/>
                  <a:pt x="5443634" y="2174308"/>
                </a:cubicBezTo>
                <a:cubicBezTo>
                  <a:pt x="5433854" y="2191725"/>
                  <a:pt x="5444544" y="2213954"/>
                  <a:pt x="5462511" y="2220371"/>
                </a:cubicBezTo>
                <a:cubicBezTo>
                  <a:pt x="5468026" y="2222491"/>
                  <a:pt x="5473911" y="2223121"/>
                  <a:pt x="5479608" y="2222469"/>
                </a:cubicBezTo>
                <a:close/>
                <a:moveTo>
                  <a:pt x="5799042" y="2222500"/>
                </a:moveTo>
                <a:cubicBezTo>
                  <a:pt x="5808538" y="2210809"/>
                  <a:pt x="5819617" y="2197770"/>
                  <a:pt x="5815774" y="2181133"/>
                </a:cubicBezTo>
                <a:cubicBezTo>
                  <a:pt x="5814643" y="2151457"/>
                  <a:pt x="5766710" y="2144712"/>
                  <a:pt x="5754048" y="2169667"/>
                </a:cubicBezTo>
                <a:cubicBezTo>
                  <a:pt x="5745004" y="2185630"/>
                  <a:pt x="5747944" y="2211259"/>
                  <a:pt x="5766936" y="2218229"/>
                </a:cubicBezTo>
                <a:cubicBezTo>
                  <a:pt x="5777563" y="2220252"/>
                  <a:pt x="5788189" y="2221601"/>
                  <a:pt x="5799042" y="2222500"/>
                </a:cubicBezTo>
                <a:close/>
                <a:moveTo>
                  <a:pt x="5072330" y="2222534"/>
                </a:moveTo>
                <a:cubicBezTo>
                  <a:pt x="5090934" y="2217977"/>
                  <a:pt x="5104300" y="2197034"/>
                  <a:pt x="5096712" y="2176867"/>
                </a:cubicBezTo>
                <a:cubicBezTo>
                  <a:pt x="5090733" y="2146990"/>
                  <a:pt x="5041065" y="2146300"/>
                  <a:pt x="5031867" y="2173879"/>
                </a:cubicBezTo>
                <a:cubicBezTo>
                  <a:pt x="5024279" y="2191806"/>
                  <a:pt x="5032097" y="2216397"/>
                  <a:pt x="5052562" y="2220993"/>
                </a:cubicBezTo>
                <a:cubicBezTo>
                  <a:pt x="5059346" y="2223751"/>
                  <a:pt x="5066129" y="2224053"/>
                  <a:pt x="5072330" y="2222534"/>
                </a:cubicBezTo>
                <a:close/>
                <a:moveTo>
                  <a:pt x="4652795" y="2222565"/>
                </a:moveTo>
                <a:cubicBezTo>
                  <a:pt x="4671096" y="2222326"/>
                  <a:pt x="4689270" y="2208905"/>
                  <a:pt x="4686396" y="2187950"/>
                </a:cubicBezTo>
                <a:cubicBezTo>
                  <a:pt x="4690904" y="2154237"/>
                  <a:pt x="4642214" y="2141537"/>
                  <a:pt x="4624857" y="2166475"/>
                </a:cubicBezTo>
                <a:cubicBezTo>
                  <a:pt x="4616291" y="2182870"/>
                  <a:pt x="4617193" y="2208963"/>
                  <a:pt x="4635226" y="2218199"/>
                </a:cubicBezTo>
                <a:cubicBezTo>
                  <a:pt x="4640580" y="2221258"/>
                  <a:pt x="4646694" y="2222644"/>
                  <a:pt x="4652795" y="2222565"/>
                </a:cubicBezTo>
                <a:close/>
                <a:moveTo>
                  <a:pt x="4963354" y="2222571"/>
                </a:moveTo>
                <a:cubicBezTo>
                  <a:pt x="4980990" y="2220837"/>
                  <a:pt x="4997263" y="2207826"/>
                  <a:pt x="4997956" y="2188870"/>
                </a:cubicBezTo>
                <a:cubicBezTo>
                  <a:pt x="4998879" y="2156013"/>
                  <a:pt x="4948559" y="2141537"/>
                  <a:pt x="4930786" y="2168191"/>
                </a:cubicBezTo>
                <a:cubicBezTo>
                  <a:pt x="4921091" y="2185194"/>
                  <a:pt x="4924784" y="2213455"/>
                  <a:pt x="4945790" y="2220349"/>
                </a:cubicBezTo>
                <a:cubicBezTo>
                  <a:pt x="4951445" y="2222474"/>
                  <a:pt x="4957475" y="2223149"/>
                  <a:pt x="4963354" y="2222571"/>
                </a:cubicBezTo>
                <a:close/>
                <a:moveTo>
                  <a:pt x="6501595" y="2222637"/>
                </a:moveTo>
                <a:cubicBezTo>
                  <a:pt x="6519843" y="2222528"/>
                  <a:pt x="6538313" y="2209367"/>
                  <a:pt x="6535608" y="2188412"/>
                </a:cubicBezTo>
                <a:cubicBezTo>
                  <a:pt x="6540342" y="2154006"/>
                  <a:pt x="6491652" y="2141537"/>
                  <a:pt x="6473844" y="2166706"/>
                </a:cubicBezTo>
                <a:cubicBezTo>
                  <a:pt x="6465729" y="2183101"/>
                  <a:pt x="6465729" y="2208732"/>
                  <a:pt x="6484213" y="2218199"/>
                </a:cubicBezTo>
                <a:cubicBezTo>
                  <a:pt x="6489454" y="2221258"/>
                  <a:pt x="6495512" y="2222673"/>
                  <a:pt x="6501595" y="2222637"/>
                </a:cubicBezTo>
                <a:close/>
                <a:moveTo>
                  <a:pt x="5272503" y="2222648"/>
                </a:moveTo>
                <a:cubicBezTo>
                  <a:pt x="5291574" y="2220737"/>
                  <a:pt x="5308158" y="2203113"/>
                  <a:pt x="5302545" y="2181342"/>
                </a:cubicBezTo>
                <a:cubicBezTo>
                  <a:pt x="5301185" y="2151854"/>
                  <a:pt x="5259682" y="2144712"/>
                  <a:pt x="5243127" y="2164985"/>
                </a:cubicBezTo>
                <a:cubicBezTo>
                  <a:pt x="5232241" y="2181342"/>
                  <a:pt x="5234282" y="2209679"/>
                  <a:pt x="5253332" y="2218894"/>
                </a:cubicBezTo>
                <a:cubicBezTo>
                  <a:pt x="5259512" y="2222176"/>
                  <a:pt x="5266146" y="2223285"/>
                  <a:pt x="5272503" y="2222648"/>
                </a:cubicBezTo>
                <a:close/>
                <a:moveTo>
                  <a:pt x="6403774" y="2222702"/>
                </a:moveTo>
                <a:cubicBezTo>
                  <a:pt x="6420996" y="2220979"/>
                  <a:pt x="6437032" y="2208112"/>
                  <a:pt x="6436005" y="2188876"/>
                </a:cubicBezTo>
                <a:cubicBezTo>
                  <a:pt x="6438742" y="2157682"/>
                  <a:pt x="6395866" y="2143125"/>
                  <a:pt x="6375340" y="2162766"/>
                </a:cubicBezTo>
                <a:cubicBezTo>
                  <a:pt x="6357779" y="2178940"/>
                  <a:pt x="6363481" y="2213138"/>
                  <a:pt x="6386743" y="2220532"/>
                </a:cubicBezTo>
                <a:cubicBezTo>
                  <a:pt x="6392160" y="2222611"/>
                  <a:pt x="6398033" y="2223276"/>
                  <a:pt x="6403774" y="2222702"/>
                </a:cubicBezTo>
                <a:close/>
                <a:moveTo>
                  <a:pt x="7133306" y="2224087"/>
                </a:moveTo>
                <a:cubicBezTo>
                  <a:pt x="7143712" y="2212455"/>
                  <a:pt x="7161054" y="2200366"/>
                  <a:pt x="7154811" y="2182575"/>
                </a:cubicBezTo>
                <a:cubicBezTo>
                  <a:pt x="7151111" y="2152467"/>
                  <a:pt x="7104171" y="2144712"/>
                  <a:pt x="7088909" y="2169802"/>
                </a:cubicBezTo>
                <a:cubicBezTo>
                  <a:pt x="7078504" y="2183715"/>
                  <a:pt x="7086597" y="2200822"/>
                  <a:pt x="7090759" y="2215192"/>
                </a:cubicBezTo>
                <a:cubicBezTo>
                  <a:pt x="7104865" y="2218613"/>
                  <a:pt x="7118970" y="2221350"/>
                  <a:pt x="7133306" y="2224087"/>
                </a:cubicBezTo>
                <a:close/>
                <a:moveTo>
                  <a:pt x="6619036" y="2224087"/>
                </a:moveTo>
                <a:cubicBezTo>
                  <a:pt x="6633777" y="2211374"/>
                  <a:pt x="6646704" y="2191264"/>
                  <a:pt x="6635819" y="2171385"/>
                </a:cubicBezTo>
                <a:cubicBezTo>
                  <a:pt x="6621531" y="2139949"/>
                  <a:pt x="6567329" y="2152893"/>
                  <a:pt x="6571638" y="2189415"/>
                </a:cubicBezTo>
                <a:cubicBezTo>
                  <a:pt x="6569597" y="2216922"/>
                  <a:pt x="6597492" y="2223856"/>
                  <a:pt x="6619036" y="2224087"/>
                </a:cubicBezTo>
                <a:close/>
                <a:moveTo>
                  <a:pt x="6589910" y="2321435"/>
                </a:moveTo>
                <a:cubicBezTo>
                  <a:pt x="6609982" y="2330450"/>
                  <a:pt x="6641002" y="2319817"/>
                  <a:pt x="6639405" y="2293929"/>
                </a:cubicBezTo>
                <a:cubicBezTo>
                  <a:pt x="6646704" y="2261337"/>
                  <a:pt x="6603139" y="2246312"/>
                  <a:pt x="6581471" y="2264342"/>
                </a:cubicBezTo>
                <a:cubicBezTo>
                  <a:pt x="6567329" y="2280522"/>
                  <a:pt x="6567785" y="2312883"/>
                  <a:pt x="6589910" y="2321435"/>
                </a:cubicBezTo>
                <a:close/>
                <a:moveTo>
                  <a:pt x="4949140" y="2321774"/>
                </a:moveTo>
                <a:cubicBezTo>
                  <a:pt x="4968751" y="2328862"/>
                  <a:pt x="4997940" y="2316973"/>
                  <a:pt x="4996116" y="2292738"/>
                </a:cubicBezTo>
                <a:cubicBezTo>
                  <a:pt x="5003641" y="2256613"/>
                  <a:pt x="4947772" y="2244724"/>
                  <a:pt x="4930897" y="2271246"/>
                </a:cubicBezTo>
                <a:cubicBezTo>
                  <a:pt x="4921091" y="2289079"/>
                  <a:pt x="4926792" y="2317430"/>
                  <a:pt x="4949140" y="2321774"/>
                </a:cubicBezTo>
                <a:close/>
                <a:moveTo>
                  <a:pt x="6388271" y="2321924"/>
                </a:moveTo>
                <a:cubicBezTo>
                  <a:pt x="6408216" y="2330450"/>
                  <a:pt x="6437103" y="2319389"/>
                  <a:pt x="6435957" y="2294501"/>
                </a:cubicBezTo>
                <a:cubicBezTo>
                  <a:pt x="6441917" y="2258321"/>
                  <a:pt x="6388958" y="2244725"/>
                  <a:pt x="6370388" y="2271457"/>
                </a:cubicBezTo>
                <a:cubicBezTo>
                  <a:pt x="6357779" y="2289201"/>
                  <a:pt x="6366033" y="2317545"/>
                  <a:pt x="6388271" y="2321924"/>
                </a:cubicBezTo>
                <a:close/>
                <a:moveTo>
                  <a:pt x="7030138" y="2322086"/>
                </a:moveTo>
                <a:cubicBezTo>
                  <a:pt x="7039847" y="2318770"/>
                  <a:pt x="7047866" y="2311678"/>
                  <a:pt x="7050501" y="2300490"/>
                </a:cubicBezTo>
                <a:cubicBezTo>
                  <a:pt x="7061041" y="2273041"/>
                  <a:pt x="7029422" y="2247899"/>
                  <a:pt x="7003989" y="2258971"/>
                </a:cubicBezTo>
                <a:cubicBezTo>
                  <a:pt x="6974432" y="2264276"/>
                  <a:pt x="6972141" y="2311793"/>
                  <a:pt x="6999636" y="2321020"/>
                </a:cubicBezTo>
                <a:cubicBezTo>
                  <a:pt x="7009030" y="2324941"/>
                  <a:pt x="7020429" y="2325402"/>
                  <a:pt x="7030138" y="2322086"/>
                </a:cubicBezTo>
                <a:close/>
                <a:moveTo>
                  <a:pt x="5569641" y="2322796"/>
                </a:moveTo>
                <a:cubicBezTo>
                  <a:pt x="5581925" y="2324666"/>
                  <a:pt x="5596117" y="2321945"/>
                  <a:pt x="5607061" y="2317976"/>
                </a:cubicBezTo>
                <a:cubicBezTo>
                  <a:pt x="5612076" y="2302328"/>
                  <a:pt x="5618004" y="2283505"/>
                  <a:pt x="5606833" y="2268764"/>
                </a:cubicBezTo>
                <a:cubicBezTo>
                  <a:pt x="5585857" y="2243137"/>
                  <a:pt x="5532279" y="2265362"/>
                  <a:pt x="5543679" y="2300060"/>
                </a:cubicBezTo>
                <a:cubicBezTo>
                  <a:pt x="5546985" y="2314461"/>
                  <a:pt x="5557358" y="2320925"/>
                  <a:pt x="5569641" y="2322796"/>
                </a:cubicBezTo>
                <a:close/>
                <a:moveTo>
                  <a:pt x="1683818" y="2322826"/>
                </a:moveTo>
                <a:cubicBezTo>
                  <a:pt x="1691861" y="2320544"/>
                  <a:pt x="1699015" y="2315752"/>
                  <a:pt x="1703023" y="2308108"/>
                </a:cubicBezTo>
                <a:cubicBezTo>
                  <a:pt x="1708059" y="2293049"/>
                  <a:pt x="1707372" y="2273198"/>
                  <a:pt x="1693406" y="2262930"/>
                </a:cubicBezTo>
                <a:cubicBezTo>
                  <a:pt x="1676234" y="2252662"/>
                  <a:pt x="1646699" y="2256769"/>
                  <a:pt x="1640745" y="2278218"/>
                </a:cubicBezTo>
                <a:cubicBezTo>
                  <a:pt x="1636624" y="2294646"/>
                  <a:pt x="1640745" y="2317007"/>
                  <a:pt x="1659291" y="2322483"/>
                </a:cubicBezTo>
                <a:cubicBezTo>
                  <a:pt x="1666847" y="2324879"/>
                  <a:pt x="1675776" y="2325107"/>
                  <a:pt x="1683818" y="2322826"/>
                </a:cubicBezTo>
                <a:close/>
                <a:moveTo>
                  <a:pt x="7633528" y="2322927"/>
                </a:moveTo>
                <a:cubicBezTo>
                  <a:pt x="7642822" y="2323042"/>
                  <a:pt x="7651861" y="2320982"/>
                  <a:pt x="7659706" y="2314690"/>
                </a:cubicBezTo>
                <a:cubicBezTo>
                  <a:pt x="7678579" y="2292264"/>
                  <a:pt x="7662662" y="2251075"/>
                  <a:pt x="7630600" y="2257711"/>
                </a:cubicBezTo>
                <a:cubicBezTo>
                  <a:pt x="7596947" y="2254736"/>
                  <a:pt x="7592854" y="2295697"/>
                  <a:pt x="7605815" y="2318122"/>
                </a:cubicBezTo>
                <a:cubicBezTo>
                  <a:pt x="7614683" y="2320525"/>
                  <a:pt x="7624233" y="2322813"/>
                  <a:pt x="7633528" y="2322927"/>
                </a:cubicBezTo>
                <a:close/>
                <a:moveTo>
                  <a:pt x="5784219" y="2322937"/>
                </a:moveTo>
                <a:cubicBezTo>
                  <a:pt x="5793510" y="2323249"/>
                  <a:pt x="5802344" y="2321151"/>
                  <a:pt x="5809070" y="2313441"/>
                </a:cubicBezTo>
                <a:cubicBezTo>
                  <a:pt x="5830729" y="2289628"/>
                  <a:pt x="5806562" y="2246312"/>
                  <a:pt x="5773731" y="2258559"/>
                </a:cubicBezTo>
                <a:cubicBezTo>
                  <a:pt x="5745004" y="2264228"/>
                  <a:pt x="5746372" y="2297112"/>
                  <a:pt x="5756632" y="2317976"/>
                </a:cubicBezTo>
                <a:cubicBezTo>
                  <a:pt x="5765182" y="2319904"/>
                  <a:pt x="5774928" y="2322625"/>
                  <a:pt x="5784219" y="2322937"/>
                </a:cubicBezTo>
                <a:close/>
                <a:moveTo>
                  <a:pt x="6718248" y="2323021"/>
                </a:moveTo>
                <a:cubicBezTo>
                  <a:pt x="6726302" y="2321134"/>
                  <a:pt x="6733594" y="2316683"/>
                  <a:pt x="6738115" y="2309472"/>
                </a:cubicBezTo>
                <a:cubicBezTo>
                  <a:pt x="6742411" y="2293697"/>
                  <a:pt x="6743541" y="2272964"/>
                  <a:pt x="6728394" y="2262823"/>
                </a:cubicBezTo>
                <a:cubicBezTo>
                  <a:pt x="6714603" y="2255837"/>
                  <a:pt x="6697872" y="2256964"/>
                  <a:pt x="6685438" y="2265077"/>
                </a:cubicBezTo>
                <a:cubicBezTo>
                  <a:pt x="6670516" y="2280626"/>
                  <a:pt x="6672325" y="2312852"/>
                  <a:pt x="6693803" y="2321191"/>
                </a:cubicBezTo>
                <a:cubicBezTo>
                  <a:pt x="6701377" y="2324233"/>
                  <a:pt x="6710194" y="2324909"/>
                  <a:pt x="6718248" y="2323021"/>
                </a:cubicBezTo>
                <a:close/>
                <a:moveTo>
                  <a:pt x="5166073" y="2323396"/>
                </a:moveTo>
                <a:cubicBezTo>
                  <a:pt x="5175515" y="2322945"/>
                  <a:pt x="5185240" y="2320183"/>
                  <a:pt x="5194173" y="2317817"/>
                </a:cubicBezTo>
                <a:cubicBezTo>
                  <a:pt x="5205254" y="2294599"/>
                  <a:pt x="5201183" y="2257180"/>
                  <a:pt x="5167939" y="2258081"/>
                </a:cubicBezTo>
                <a:cubicBezTo>
                  <a:pt x="5136504" y="2254249"/>
                  <a:pt x="5124291" y="2292795"/>
                  <a:pt x="5139670" y="2315112"/>
                </a:cubicBezTo>
                <a:cubicBezTo>
                  <a:pt x="5147472" y="2321987"/>
                  <a:pt x="5156631" y="2323847"/>
                  <a:pt x="5166073" y="2323396"/>
                </a:cubicBezTo>
                <a:close/>
                <a:moveTo>
                  <a:pt x="4146786" y="2323725"/>
                </a:moveTo>
                <a:cubicBezTo>
                  <a:pt x="4164631" y="2320936"/>
                  <a:pt x="4179584" y="2303877"/>
                  <a:pt x="4174383" y="2284382"/>
                </a:cubicBezTo>
                <a:cubicBezTo>
                  <a:pt x="4173227" y="2249951"/>
                  <a:pt x="4115671" y="2247899"/>
                  <a:pt x="4105732" y="2278453"/>
                </a:cubicBezTo>
                <a:cubicBezTo>
                  <a:pt x="4097179" y="2296011"/>
                  <a:pt x="4109892" y="2317216"/>
                  <a:pt x="4128615" y="2321320"/>
                </a:cubicBezTo>
                <a:cubicBezTo>
                  <a:pt x="4134567" y="2323999"/>
                  <a:pt x="4140837" y="2324655"/>
                  <a:pt x="4146786" y="2323725"/>
                </a:cubicBezTo>
                <a:close/>
                <a:moveTo>
                  <a:pt x="1774660" y="2323841"/>
                </a:moveTo>
                <a:cubicBezTo>
                  <a:pt x="1792783" y="2324299"/>
                  <a:pt x="1811455" y="2313498"/>
                  <a:pt x="1810250" y="2293257"/>
                </a:cubicBezTo>
                <a:cubicBezTo>
                  <a:pt x="1817593" y="2257652"/>
                  <a:pt x="1764588" y="2244725"/>
                  <a:pt x="1746232" y="2271032"/>
                </a:cubicBezTo>
                <a:cubicBezTo>
                  <a:pt x="1740037" y="2287134"/>
                  <a:pt x="1739807" y="2310720"/>
                  <a:pt x="1757476" y="2319564"/>
                </a:cubicBezTo>
                <a:cubicBezTo>
                  <a:pt x="1762638" y="2322286"/>
                  <a:pt x="1768618" y="2323689"/>
                  <a:pt x="1774660" y="2323841"/>
                </a:cubicBezTo>
                <a:close/>
                <a:moveTo>
                  <a:pt x="6921499" y="2323893"/>
                </a:moveTo>
                <a:cubicBezTo>
                  <a:pt x="6928392" y="2323256"/>
                  <a:pt x="6935178" y="2321561"/>
                  <a:pt x="6940994" y="2319127"/>
                </a:cubicBezTo>
                <a:cubicBezTo>
                  <a:pt x="6945328" y="2304756"/>
                  <a:pt x="6954679" y="2287604"/>
                  <a:pt x="6944871" y="2273234"/>
                </a:cubicBezTo>
                <a:cubicBezTo>
                  <a:pt x="6928449" y="2244724"/>
                  <a:pt x="6875304" y="2256313"/>
                  <a:pt x="6879866" y="2292472"/>
                </a:cubicBezTo>
                <a:cubicBezTo>
                  <a:pt x="6879182" y="2318200"/>
                  <a:pt x="6900822" y="2325805"/>
                  <a:pt x="6921499" y="2323893"/>
                </a:cubicBezTo>
                <a:close/>
                <a:moveTo>
                  <a:pt x="5272705" y="2324048"/>
                </a:moveTo>
                <a:cubicBezTo>
                  <a:pt x="5290680" y="2322118"/>
                  <a:pt x="5306985" y="2306426"/>
                  <a:pt x="5302614" y="2285846"/>
                </a:cubicBezTo>
                <a:cubicBezTo>
                  <a:pt x="5302838" y="2256805"/>
                  <a:pt x="5265187" y="2249487"/>
                  <a:pt x="5246361" y="2264579"/>
                </a:cubicBezTo>
                <a:cubicBezTo>
                  <a:pt x="5232241" y="2280358"/>
                  <a:pt x="5233138" y="2312600"/>
                  <a:pt x="5254877" y="2321061"/>
                </a:cubicBezTo>
                <a:cubicBezTo>
                  <a:pt x="5260536" y="2323805"/>
                  <a:pt x="5266713" y="2324691"/>
                  <a:pt x="5272705" y="2324048"/>
                </a:cubicBezTo>
                <a:close/>
                <a:moveTo>
                  <a:pt x="4347471" y="2324072"/>
                </a:moveTo>
                <a:cubicBezTo>
                  <a:pt x="4365773" y="2321804"/>
                  <a:pt x="4382921" y="2305860"/>
                  <a:pt x="4378131" y="2286354"/>
                </a:cubicBezTo>
                <a:cubicBezTo>
                  <a:pt x="4377219" y="2258763"/>
                  <a:pt x="4340501" y="2251074"/>
                  <a:pt x="4321343" y="2265548"/>
                </a:cubicBezTo>
                <a:cubicBezTo>
                  <a:pt x="4303554" y="2279796"/>
                  <a:pt x="4306747" y="2313945"/>
                  <a:pt x="4329554" y="2321408"/>
                </a:cubicBezTo>
                <a:cubicBezTo>
                  <a:pt x="4335141" y="2324065"/>
                  <a:pt x="4341370" y="2324828"/>
                  <a:pt x="4347471" y="2324072"/>
                </a:cubicBezTo>
                <a:close/>
                <a:moveTo>
                  <a:pt x="7228624" y="2324140"/>
                </a:moveTo>
                <a:cubicBezTo>
                  <a:pt x="7247894" y="2319818"/>
                  <a:pt x="7262776" y="2299042"/>
                  <a:pt x="7253618" y="2277879"/>
                </a:cubicBezTo>
                <a:cubicBezTo>
                  <a:pt x="7246608" y="2254250"/>
                  <a:pt x="7219247" y="2256544"/>
                  <a:pt x="7200252" y="2260444"/>
                </a:cubicBezTo>
                <a:cubicBezTo>
                  <a:pt x="7197312" y="2264803"/>
                  <a:pt x="7191207" y="2273750"/>
                  <a:pt x="7188267" y="2278109"/>
                </a:cubicBezTo>
                <a:cubicBezTo>
                  <a:pt x="7189172" y="2294626"/>
                  <a:pt x="7188041" y="2318025"/>
                  <a:pt x="7208619" y="2322384"/>
                </a:cubicBezTo>
                <a:cubicBezTo>
                  <a:pt x="7215290" y="2325194"/>
                  <a:pt x="7222201" y="2325581"/>
                  <a:pt x="7228624" y="2324140"/>
                </a:cubicBezTo>
                <a:close/>
                <a:moveTo>
                  <a:pt x="4242751" y="2324192"/>
                </a:moveTo>
                <a:cubicBezTo>
                  <a:pt x="4260281" y="2323764"/>
                  <a:pt x="4278098" y="2312431"/>
                  <a:pt x="4277927" y="2293272"/>
                </a:cubicBezTo>
                <a:cubicBezTo>
                  <a:pt x="4281329" y="2267498"/>
                  <a:pt x="4252527" y="2251075"/>
                  <a:pt x="4230302" y="2259058"/>
                </a:cubicBezTo>
                <a:cubicBezTo>
                  <a:pt x="4201501" y="2264076"/>
                  <a:pt x="4198779" y="2311519"/>
                  <a:pt x="4225994" y="2320870"/>
                </a:cubicBezTo>
                <a:cubicBezTo>
                  <a:pt x="4231097" y="2323265"/>
                  <a:pt x="4236908" y="2324334"/>
                  <a:pt x="4242751" y="2324192"/>
                </a:cubicBezTo>
                <a:close/>
                <a:moveTo>
                  <a:pt x="5064077" y="2324199"/>
                </a:moveTo>
                <a:cubicBezTo>
                  <a:pt x="5083316" y="2323210"/>
                  <a:pt x="5100983" y="2306750"/>
                  <a:pt x="5097732" y="2285262"/>
                </a:cubicBezTo>
                <a:cubicBezTo>
                  <a:pt x="5094766" y="2254318"/>
                  <a:pt x="5049365" y="2247900"/>
                  <a:pt x="5033623" y="2271738"/>
                </a:cubicBezTo>
                <a:cubicBezTo>
                  <a:pt x="5025866" y="2287095"/>
                  <a:pt x="5027463" y="2312079"/>
                  <a:pt x="5045030" y="2319643"/>
                </a:cubicBezTo>
                <a:cubicBezTo>
                  <a:pt x="5051076" y="2323139"/>
                  <a:pt x="5057664" y="2324528"/>
                  <a:pt x="5064077" y="2324199"/>
                </a:cubicBezTo>
                <a:close/>
                <a:moveTo>
                  <a:pt x="4654022" y="2324293"/>
                </a:moveTo>
                <a:cubicBezTo>
                  <a:pt x="4673214" y="2323425"/>
                  <a:pt x="4691127" y="2307225"/>
                  <a:pt x="4687032" y="2285626"/>
                </a:cubicBezTo>
                <a:cubicBezTo>
                  <a:pt x="4685440" y="2251341"/>
                  <a:pt x="4629939" y="2246312"/>
                  <a:pt x="4620158" y="2277397"/>
                </a:cubicBezTo>
                <a:cubicBezTo>
                  <a:pt x="4616291" y="2292254"/>
                  <a:pt x="4618566" y="2313740"/>
                  <a:pt x="4635171" y="2319682"/>
                </a:cubicBezTo>
                <a:cubicBezTo>
                  <a:pt x="4641085" y="2323168"/>
                  <a:pt x="4647624" y="2324582"/>
                  <a:pt x="4654022" y="2324293"/>
                </a:cubicBezTo>
                <a:close/>
                <a:moveTo>
                  <a:pt x="4555908" y="2324312"/>
                </a:moveTo>
                <a:cubicBezTo>
                  <a:pt x="4573346" y="2321477"/>
                  <a:pt x="4587760" y="2305146"/>
                  <a:pt x="4583127" y="2285873"/>
                </a:cubicBezTo>
                <a:cubicBezTo>
                  <a:pt x="4582669" y="2256764"/>
                  <a:pt x="4542631" y="2249487"/>
                  <a:pt x="4524100" y="2266543"/>
                </a:cubicBezTo>
                <a:cubicBezTo>
                  <a:pt x="4511516" y="2284054"/>
                  <a:pt x="4513804" y="2316573"/>
                  <a:pt x="4538056" y="2322258"/>
                </a:cubicBezTo>
                <a:cubicBezTo>
                  <a:pt x="4543947" y="2324703"/>
                  <a:pt x="4550096" y="2325257"/>
                  <a:pt x="4555908" y="2324312"/>
                </a:cubicBezTo>
                <a:close/>
                <a:moveTo>
                  <a:pt x="4758400" y="2324340"/>
                </a:moveTo>
                <a:cubicBezTo>
                  <a:pt x="4777066" y="2322793"/>
                  <a:pt x="4794492" y="2307951"/>
                  <a:pt x="4790931" y="2287257"/>
                </a:cubicBezTo>
                <a:cubicBezTo>
                  <a:pt x="4788895" y="2259438"/>
                  <a:pt x="4751810" y="2249487"/>
                  <a:pt x="4731911" y="2265545"/>
                </a:cubicBezTo>
                <a:cubicBezTo>
                  <a:pt x="4717891" y="2281150"/>
                  <a:pt x="4718344" y="2312587"/>
                  <a:pt x="4740052" y="2321181"/>
                </a:cubicBezTo>
                <a:cubicBezTo>
                  <a:pt x="4745818" y="2323895"/>
                  <a:pt x="4752178" y="2324856"/>
                  <a:pt x="4758400" y="2324340"/>
                </a:cubicBezTo>
                <a:close/>
                <a:moveTo>
                  <a:pt x="5475843" y="2324363"/>
                </a:moveTo>
                <a:cubicBezTo>
                  <a:pt x="5495882" y="2323294"/>
                  <a:pt x="5514855" y="2306836"/>
                  <a:pt x="5510209" y="2284607"/>
                </a:cubicBezTo>
                <a:cubicBezTo>
                  <a:pt x="5506767" y="2254056"/>
                  <a:pt x="5460874" y="2247900"/>
                  <a:pt x="5444812" y="2271383"/>
                </a:cubicBezTo>
                <a:cubicBezTo>
                  <a:pt x="5438616" y="2287343"/>
                  <a:pt x="5439305" y="2310826"/>
                  <a:pt x="5456285" y="2319946"/>
                </a:cubicBezTo>
                <a:cubicBezTo>
                  <a:pt x="5462366" y="2323365"/>
                  <a:pt x="5469164" y="2324719"/>
                  <a:pt x="5475843" y="2324363"/>
                </a:cubicBezTo>
                <a:close/>
                <a:moveTo>
                  <a:pt x="6301800" y="2324390"/>
                </a:moveTo>
                <a:cubicBezTo>
                  <a:pt x="6320291" y="2322051"/>
                  <a:pt x="6337038" y="2306233"/>
                  <a:pt x="6331963" y="2285370"/>
                </a:cubicBezTo>
                <a:cubicBezTo>
                  <a:pt x="6329933" y="2253186"/>
                  <a:pt x="6282343" y="2247899"/>
                  <a:pt x="6266780" y="2272037"/>
                </a:cubicBezTo>
                <a:cubicBezTo>
                  <a:pt x="6256179" y="2288819"/>
                  <a:pt x="6262720" y="2317095"/>
                  <a:pt x="6283470" y="2321922"/>
                </a:cubicBezTo>
                <a:cubicBezTo>
                  <a:pt x="6289278" y="2324451"/>
                  <a:pt x="6295636" y="2325169"/>
                  <a:pt x="6301800" y="2324390"/>
                </a:cubicBezTo>
                <a:close/>
                <a:moveTo>
                  <a:pt x="6504042" y="2324484"/>
                </a:moveTo>
                <a:cubicBezTo>
                  <a:pt x="6522995" y="2323137"/>
                  <a:pt x="6540486" y="2306722"/>
                  <a:pt x="6536157" y="2286203"/>
                </a:cubicBezTo>
                <a:cubicBezTo>
                  <a:pt x="6536849" y="2252004"/>
                  <a:pt x="6478198" y="2247900"/>
                  <a:pt x="6469655" y="2278451"/>
                </a:cubicBezTo>
                <a:cubicBezTo>
                  <a:pt x="6465729" y="2293271"/>
                  <a:pt x="6468269" y="2314930"/>
                  <a:pt x="6485357" y="2320402"/>
                </a:cubicBezTo>
                <a:cubicBezTo>
                  <a:pt x="6491245" y="2323707"/>
                  <a:pt x="6497725" y="2324933"/>
                  <a:pt x="6504042" y="2324484"/>
                </a:cubicBezTo>
                <a:close/>
                <a:moveTo>
                  <a:pt x="4041893" y="2324525"/>
                </a:moveTo>
                <a:cubicBezTo>
                  <a:pt x="4060168" y="2321452"/>
                  <a:pt x="4076398" y="2304987"/>
                  <a:pt x="4071204" y="2285004"/>
                </a:cubicBezTo>
                <a:cubicBezTo>
                  <a:pt x="4069127" y="2254421"/>
                  <a:pt x="4021115" y="2246312"/>
                  <a:pt x="4006804" y="2271798"/>
                </a:cubicBezTo>
                <a:cubicBezTo>
                  <a:pt x="4000341" y="2289406"/>
                  <a:pt x="4000803" y="2317904"/>
                  <a:pt x="4023655" y="2322770"/>
                </a:cubicBezTo>
                <a:cubicBezTo>
                  <a:pt x="4029483" y="2325086"/>
                  <a:pt x="4035802" y="2325550"/>
                  <a:pt x="4041893" y="2324525"/>
                </a:cubicBezTo>
                <a:close/>
                <a:moveTo>
                  <a:pt x="7427927" y="2324657"/>
                </a:moveTo>
                <a:cubicBezTo>
                  <a:pt x="7445372" y="2324625"/>
                  <a:pt x="7462849" y="2312309"/>
                  <a:pt x="7461318" y="2292810"/>
                </a:cubicBezTo>
                <a:cubicBezTo>
                  <a:pt x="7465854" y="2267951"/>
                  <a:pt x="7438413" y="2251074"/>
                  <a:pt x="7416641" y="2259513"/>
                </a:cubicBezTo>
                <a:cubicBezTo>
                  <a:pt x="7390787" y="2264758"/>
                  <a:pt x="7388066" y="2309687"/>
                  <a:pt x="7411198" y="2320406"/>
                </a:cubicBezTo>
                <a:cubicBezTo>
                  <a:pt x="7416301" y="2323314"/>
                  <a:pt x="7422112" y="2324668"/>
                  <a:pt x="7427927" y="2324657"/>
                </a:cubicBezTo>
                <a:close/>
                <a:moveTo>
                  <a:pt x="5890108" y="2324710"/>
                </a:moveTo>
                <a:cubicBezTo>
                  <a:pt x="5906620" y="2323102"/>
                  <a:pt x="5922104" y="2311007"/>
                  <a:pt x="5920731" y="2292478"/>
                </a:cubicBezTo>
                <a:cubicBezTo>
                  <a:pt x="5924391" y="2265715"/>
                  <a:pt x="5893510" y="2251075"/>
                  <a:pt x="5871322" y="2260225"/>
                </a:cubicBezTo>
                <a:cubicBezTo>
                  <a:pt x="5845016" y="2269604"/>
                  <a:pt x="5845245" y="2316268"/>
                  <a:pt x="5873838" y="2322673"/>
                </a:cubicBezTo>
                <a:cubicBezTo>
                  <a:pt x="5878985" y="2324617"/>
                  <a:pt x="5884604" y="2325246"/>
                  <a:pt x="5890108" y="2324710"/>
                </a:cubicBezTo>
                <a:close/>
                <a:moveTo>
                  <a:pt x="4447531" y="2324715"/>
                </a:moveTo>
                <a:cubicBezTo>
                  <a:pt x="4483785" y="2330450"/>
                  <a:pt x="4495642" y="2270116"/>
                  <a:pt x="4461896" y="2260710"/>
                </a:cubicBezTo>
                <a:cubicBezTo>
                  <a:pt x="4443199" y="2251075"/>
                  <a:pt x="4425185" y="2263693"/>
                  <a:pt x="4412416" y="2276539"/>
                </a:cubicBezTo>
                <a:cubicBezTo>
                  <a:pt x="4411504" y="2299021"/>
                  <a:pt x="4420169" y="2327238"/>
                  <a:pt x="4447531" y="2324715"/>
                </a:cubicBezTo>
                <a:close/>
                <a:moveTo>
                  <a:pt x="4863287" y="2324973"/>
                </a:moveTo>
                <a:cubicBezTo>
                  <a:pt x="4881467" y="2323298"/>
                  <a:pt x="4897408" y="2307009"/>
                  <a:pt x="4893034" y="2285923"/>
                </a:cubicBezTo>
                <a:cubicBezTo>
                  <a:pt x="4891912" y="2253200"/>
                  <a:pt x="4844132" y="2247900"/>
                  <a:pt x="4828878" y="2272788"/>
                </a:cubicBezTo>
                <a:cubicBezTo>
                  <a:pt x="4816316" y="2289841"/>
                  <a:pt x="4825962" y="2315190"/>
                  <a:pt x="4845029" y="2321412"/>
                </a:cubicBezTo>
                <a:cubicBezTo>
                  <a:pt x="4850918" y="2324465"/>
                  <a:pt x="4857227" y="2325531"/>
                  <a:pt x="4863287" y="2324973"/>
                </a:cubicBezTo>
                <a:close/>
                <a:moveTo>
                  <a:pt x="7122269" y="2324984"/>
                </a:moveTo>
                <a:cubicBezTo>
                  <a:pt x="7141488" y="2323127"/>
                  <a:pt x="7159453" y="2306575"/>
                  <a:pt x="7154651" y="2285202"/>
                </a:cubicBezTo>
                <a:cubicBezTo>
                  <a:pt x="7151450" y="2253461"/>
                  <a:pt x="7102972" y="2247900"/>
                  <a:pt x="7087879" y="2272923"/>
                </a:cubicBezTo>
                <a:cubicBezTo>
                  <a:pt x="7078504" y="2289836"/>
                  <a:pt x="7084449" y="2314858"/>
                  <a:pt x="7103429" y="2321577"/>
                </a:cubicBezTo>
                <a:cubicBezTo>
                  <a:pt x="7109317" y="2324589"/>
                  <a:pt x="7115863" y="2325603"/>
                  <a:pt x="7122269" y="2324984"/>
                </a:cubicBezTo>
                <a:close/>
                <a:moveTo>
                  <a:pt x="5682021" y="2324987"/>
                </a:moveTo>
                <a:cubicBezTo>
                  <a:pt x="5699910" y="2325062"/>
                  <a:pt x="5717636" y="2313245"/>
                  <a:pt x="5716769" y="2293308"/>
                </a:cubicBezTo>
                <a:cubicBezTo>
                  <a:pt x="5722779" y="2256870"/>
                  <a:pt x="5665454" y="2244724"/>
                  <a:pt x="5649736" y="2274058"/>
                </a:cubicBezTo>
                <a:cubicBezTo>
                  <a:pt x="5638641" y="2289641"/>
                  <a:pt x="5646269" y="2314850"/>
                  <a:pt x="5664761" y="2320808"/>
                </a:cubicBezTo>
                <a:cubicBezTo>
                  <a:pt x="5670078" y="2323615"/>
                  <a:pt x="5676059" y="2324961"/>
                  <a:pt x="5682021" y="2324987"/>
                </a:cubicBezTo>
                <a:close/>
                <a:moveTo>
                  <a:pt x="7535179" y="2325069"/>
                </a:moveTo>
                <a:cubicBezTo>
                  <a:pt x="7554913" y="2322595"/>
                  <a:pt x="7571416" y="2303238"/>
                  <a:pt x="7564252" y="2281288"/>
                </a:cubicBezTo>
                <a:cubicBezTo>
                  <a:pt x="7558793" y="2249718"/>
                  <a:pt x="7507393" y="2249487"/>
                  <a:pt x="7498978" y="2278984"/>
                </a:cubicBezTo>
                <a:cubicBezTo>
                  <a:pt x="7494429" y="2293963"/>
                  <a:pt x="7498523" y="2315855"/>
                  <a:pt x="7515126" y="2321386"/>
                </a:cubicBezTo>
                <a:cubicBezTo>
                  <a:pt x="7521665" y="2324842"/>
                  <a:pt x="7528602" y="2325894"/>
                  <a:pt x="7535179" y="2325069"/>
                </a:cubicBezTo>
                <a:close/>
                <a:moveTo>
                  <a:pt x="6816964" y="2325085"/>
                </a:moveTo>
                <a:cubicBezTo>
                  <a:pt x="6835244" y="2322881"/>
                  <a:pt x="6851067" y="2306112"/>
                  <a:pt x="6845031" y="2285434"/>
                </a:cubicBezTo>
                <a:cubicBezTo>
                  <a:pt x="6844571" y="2252997"/>
                  <a:pt x="6796513" y="2247900"/>
                  <a:pt x="6781797" y="2272459"/>
                </a:cubicBezTo>
                <a:cubicBezTo>
                  <a:pt x="6770529" y="2288909"/>
                  <a:pt x="6778117" y="2316944"/>
                  <a:pt x="6798582" y="2322041"/>
                </a:cubicBezTo>
                <a:cubicBezTo>
                  <a:pt x="6804503" y="2324937"/>
                  <a:pt x="6810870" y="2325820"/>
                  <a:pt x="6816964" y="2325085"/>
                </a:cubicBezTo>
                <a:close/>
                <a:moveTo>
                  <a:pt x="7323208" y="2325119"/>
                </a:moveTo>
                <a:cubicBezTo>
                  <a:pt x="7341461" y="2325486"/>
                  <a:pt x="7360071" y="2314125"/>
                  <a:pt x="7358686" y="2293564"/>
                </a:cubicBezTo>
                <a:cubicBezTo>
                  <a:pt x="7365842" y="2257395"/>
                  <a:pt x="7311598" y="2244724"/>
                  <a:pt x="7294286" y="2272139"/>
                </a:cubicBezTo>
                <a:cubicBezTo>
                  <a:pt x="7288054" y="2288265"/>
                  <a:pt x="7288516" y="2311994"/>
                  <a:pt x="7305828" y="2320749"/>
                </a:cubicBezTo>
                <a:cubicBezTo>
                  <a:pt x="7311079" y="2323571"/>
                  <a:pt x="7317124" y="2324996"/>
                  <a:pt x="7323208" y="2325119"/>
                </a:cubicBezTo>
                <a:close/>
                <a:moveTo>
                  <a:pt x="6283783" y="2425683"/>
                </a:moveTo>
                <a:cubicBezTo>
                  <a:pt x="6303846" y="2432050"/>
                  <a:pt x="6331661" y="2421817"/>
                  <a:pt x="6332117" y="2397711"/>
                </a:cubicBezTo>
                <a:cubicBezTo>
                  <a:pt x="6338729" y="2368830"/>
                  <a:pt x="6301567" y="2349500"/>
                  <a:pt x="6278767" y="2364054"/>
                </a:cubicBezTo>
                <a:cubicBezTo>
                  <a:pt x="6253004" y="2374970"/>
                  <a:pt x="6256652" y="2418633"/>
                  <a:pt x="6283783" y="2425683"/>
                </a:cubicBezTo>
                <a:close/>
                <a:moveTo>
                  <a:pt x="7129707" y="2425856"/>
                </a:moveTo>
                <a:cubicBezTo>
                  <a:pt x="7140932" y="2422806"/>
                  <a:pt x="7150545" y="2415054"/>
                  <a:pt x="7153598" y="2402627"/>
                </a:cubicBezTo>
                <a:cubicBezTo>
                  <a:pt x="7164229" y="2374809"/>
                  <a:pt x="7129849" y="2349499"/>
                  <a:pt x="7105194" y="2362268"/>
                </a:cubicBezTo>
                <a:cubicBezTo>
                  <a:pt x="7081444" y="2370705"/>
                  <a:pt x="7078504" y="2404907"/>
                  <a:pt x="7096147" y="2420868"/>
                </a:cubicBezTo>
                <a:cubicBezTo>
                  <a:pt x="7105647" y="2427253"/>
                  <a:pt x="7118482" y="2428906"/>
                  <a:pt x="7129707" y="2425856"/>
                </a:cubicBezTo>
                <a:close/>
                <a:moveTo>
                  <a:pt x="5691369" y="2426028"/>
                </a:moveTo>
                <a:cubicBezTo>
                  <a:pt x="5709042" y="2420922"/>
                  <a:pt x="5722177" y="2401891"/>
                  <a:pt x="5715609" y="2383115"/>
                </a:cubicBezTo>
                <a:cubicBezTo>
                  <a:pt x="5706853" y="2352666"/>
                  <a:pt x="5654081" y="2351087"/>
                  <a:pt x="5646937" y="2382889"/>
                </a:cubicBezTo>
                <a:cubicBezTo>
                  <a:pt x="5638641" y="2401384"/>
                  <a:pt x="5653620" y="2422811"/>
                  <a:pt x="5672747" y="2425969"/>
                </a:cubicBezTo>
                <a:cubicBezTo>
                  <a:pt x="5679084" y="2427886"/>
                  <a:pt x="5685479" y="2427731"/>
                  <a:pt x="5691369" y="2426028"/>
                </a:cubicBezTo>
                <a:close/>
                <a:moveTo>
                  <a:pt x="7539525" y="2426093"/>
                </a:moveTo>
                <a:cubicBezTo>
                  <a:pt x="7551186" y="2424014"/>
                  <a:pt x="7561214" y="2417102"/>
                  <a:pt x="7563277" y="2404402"/>
                </a:cubicBezTo>
                <a:cubicBezTo>
                  <a:pt x="7572216" y="2381924"/>
                  <a:pt x="7551816" y="2355850"/>
                  <a:pt x="7527291" y="2360121"/>
                </a:cubicBezTo>
                <a:cubicBezTo>
                  <a:pt x="7497264" y="2359896"/>
                  <a:pt x="7486491" y="2399907"/>
                  <a:pt x="7505974" y="2418788"/>
                </a:cubicBezTo>
                <a:cubicBezTo>
                  <a:pt x="7514570" y="2425419"/>
                  <a:pt x="7527864" y="2428173"/>
                  <a:pt x="7539525" y="2426093"/>
                </a:cubicBezTo>
                <a:close/>
                <a:moveTo>
                  <a:pt x="1579792" y="2426186"/>
                </a:moveTo>
                <a:cubicBezTo>
                  <a:pt x="1590706" y="2423984"/>
                  <a:pt x="1600117" y="2417291"/>
                  <a:pt x="1602839" y="2405277"/>
                </a:cubicBezTo>
                <a:cubicBezTo>
                  <a:pt x="1611230" y="2383310"/>
                  <a:pt x="1593087" y="2355850"/>
                  <a:pt x="1569049" y="2358825"/>
                </a:cubicBezTo>
                <a:cubicBezTo>
                  <a:pt x="1537979" y="2357452"/>
                  <a:pt x="1527095" y="2400929"/>
                  <a:pt x="1547732" y="2420151"/>
                </a:cubicBezTo>
                <a:cubicBezTo>
                  <a:pt x="1556462" y="2426101"/>
                  <a:pt x="1568878" y="2428389"/>
                  <a:pt x="1579792" y="2426186"/>
                </a:cubicBezTo>
                <a:close/>
                <a:moveTo>
                  <a:pt x="4538814" y="2426187"/>
                </a:moveTo>
                <a:cubicBezTo>
                  <a:pt x="4558600" y="2432050"/>
                  <a:pt x="4584756" y="2422128"/>
                  <a:pt x="4584073" y="2398451"/>
                </a:cubicBezTo>
                <a:cubicBezTo>
                  <a:pt x="4589304" y="2373646"/>
                  <a:pt x="4562012" y="2352675"/>
                  <a:pt x="4539041" y="2361921"/>
                </a:cubicBezTo>
                <a:cubicBezTo>
                  <a:pt x="4510839" y="2370038"/>
                  <a:pt x="4509929" y="2418520"/>
                  <a:pt x="4538814" y="2426187"/>
                </a:cubicBezTo>
                <a:close/>
                <a:moveTo>
                  <a:pt x="4453945" y="2426343"/>
                </a:moveTo>
                <a:cubicBezTo>
                  <a:pt x="4479044" y="2425886"/>
                  <a:pt x="4486117" y="2394078"/>
                  <a:pt x="4477675" y="2374857"/>
                </a:cubicBezTo>
                <a:cubicBezTo>
                  <a:pt x="4466951" y="2359296"/>
                  <a:pt x="4444590" y="2354262"/>
                  <a:pt x="4428389" y="2363873"/>
                </a:cubicBezTo>
                <a:cubicBezTo>
                  <a:pt x="4411504" y="2370967"/>
                  <a:pt x="4415155" y="2392019"/>
                  <a:pt x="4411961" y="2406664"/>
                </a:cubicBezTo>
                <a:cubicBezTo>
                  <a:pt x="4422685" y="2419021"/>
                  <a:pt x="4436147" y="2430462"/>
                  <a:pt x="4453945" y="2426343"/>
                </a:cubicBezTo>
                <a:close/>
                <a:moveTo>
                  <a:pt x="6903495" y="2426469"/>
                </a:moveTo>
                <a:cubicBezTo>
                  <a:pt x="6921337" y="2433637"/>
                  <a:pt x="6937578" y="2420919"/>
                  <a:pt x="6948329" y="2407508"/>
                </a:cubicBezTo>
                <a:cubicBezTo>
                  <a:pt x="6948329" y="2400802"/>
                  <a:pt x="6948100" y="2387159"/>
                  <a:pt x="6948100" y="2380454"/>
                </a:cubicBezTo>
                <a:cubicBezTo>
                  <a:pt x="6936663" y="2364730"/>
                  <a:pt x="6916076" y="2351087"/>
                  <a:pt x="6896861" y="2363111"/>
                </a:cubicBezTo>
                <a:cubicBezTo>
                  <a:pt x="6868954" y="2374210"/>
                  <a:pt x="6873529" y="2421613"/>
                  <a:pt x="6903495" y="2426469"/>
                </a:cubicBezTo>
                <a:close/>
                <a:moveTo>
                  <a:pt x="5896468" y="2426500"/>
                </a:moveTo>
                <a:cubicBezTo>
                  <a:pt x="5907497" y="2424112"/>
                  <a:pt x="5916764" y="2417210"/>
                  <a:pt x="5918925" y="2404441"/>
                </a:cubicBezTo>
                <a:cubicBezTo>
                  <a:pt x="5927566" y="2380284"/>
                  <a:pt x="5905280" y="2352675"/>
                  <a:pt x="5879810" y="2359577"/>
                </a:cubicBezTo>
                <a:cubicBezTo>
                  <a:pt x="5850247" y="2362108"/>
                  <a:pt x="5845016" y="2402831"/>
                  <a:pt x="5863436" y="2421467"/>
                </a:cubicBezTo>
                <a:cubicBezTo>
                  <a:pt x="5872647" y="2426758"/>
                  <a:pt x="5885438" y="2428887"/>
                  <a:pt x="5896468" y="2426500"/>
                </a:cubicBezTo>
                <a:close/>
                <a:moveTo>
                  <a:pt x="1660927" y="2426505"/>
                </a:moveTo>
                <a:cubicBezTo>
                  <a:pt x="1680138" y="2433637"/>
                  <a:pt x="1708039" y="2421443"/>
                  <a:pt x="1705523" y="2397976"/>
                </a:cubicBezTo>
                <a:cubicBezTo>
                  <a:pt x="1711241" y="2374509"/>
                  <a:pt x="1688828" y="2354262"/>
                  <a:pt x="1666187" y="2359554"/>
                </a:cubicBezTo>
                <a:cubicBezTo>
                  <a:pt x="1633254" y="2362085"/>
                  <a:pt x="1630281" y="2418912"/>
                  <a:pt x="1660927" y="2426505"/>
                </a:cubicBezTo>
                <a:close/>
                <a:moveTo>
                  <a:pt x="4233309" y="2426509"/>
                </a:moveTo>
                <a:cubicBezTo>
                  <a:pt x="4256994" y="2433637"/>
                  <a:pt x="4286092" y="2409263"/>
                  <a:pt x="4276167" y="2383509"/>
                </a:cubicBezTo>
                <a:cubicBezTo>
                  <a:pt x="4268949" y="2351087"/>
                  <a:pt x="4216842" y="2351317"/>
                  <a:pt x="4208721" y="2382819"/>
                </a:cubicBezTo>
                <a:cubicBezTo>
                  <a:pt x="4201954" y="2401675"/>
                  <a:pt x="4213684" y="2423290"/>
                  <a:pt x="4233309" y="2426509"/>
                </a:cubicBezTo>
                <a:close/>
                <a:moveTo>
                  <a:pt x="4972346" y="2426514"/>
                </a:moveTo>
                <a:cubicBezTo>
                  <a:pt x="4983005" y="2423857"/>
                  <a:pt x="4992189" y="2416790"/>
                  <a:pt x="4995251" y="2405370"/>
                </a:cubicBezTo>
                <a:cubicBezTo>
                  <a:pt x="5006817" y="2381173"/>
                  <a:pt x="4979376" y="2354262"/>
                  <a:pt x="4954883" y="2360594"/>
                </a:cubicBezTo>
                <a:cubicBezTo>
                  <a:pt x="4926535" y="2363534"/>
                  <a:pt x="4916329" y="2406500"/>
                  <a:pt x="4940595" y="2421199"/>
                </a:cubicBezTo>
                <a:cubicBezTo>
                  <a:pt x="4949554" y="2427418"/>
                  <a:pt x="4961687" y="2429171"/>
                  <a:pt x="4972346" y="2426514"/>
                </a:cubicBezTo>
                <a:close/>
                <a:moveTo>
                  <a:pt x="6203558" y="2426651"/>
                </a:moveTo>
                <a:cubicBezTo>
                  <a:pt x="6214787" y="2424512"/>
                  <a:pt x="6224672" y="2417441"/>
                  <a:pt x="6227758" y="2405351"/>
                </a:cubicBezTo>
                <a:cubicBezTo>
                  <a:pt x="6237129" y="2382539"/>
                  <a:pt x="6217244" y="2355849"/>
                  <a:pt x="6192558" y="2358815"/>
                </a:cubicBezTo>
                <a:cubicBezTo>
                  <a:pt x="6162387" y="2357446"/>
                  <a:pt x="6149816" y="2400560"/>
                  <a:pt x="6171302" y="2418353"/>
                </a:cubicBezTo>
                <a:cubicBezTo>
                  <a:pt x="6179759" y="2425995"/>
                  <a:pt x="6192330" y="2428790"/>
                  <a:pt x="6203558" y="2426651"/>
                </a:cubicBezTo>
                <a:close/>
                <a:moveTo>
                  <a:pt x="5278641" y="2426660"/>
                </a:moveTo>
                <a:cubicBezTo>
                  <a:pt x="5289841" y="2424596"/>
                  <a:pt x="5299450" y="2417945"/>
                  <a:pt x="5302065" y="2405445"/>
                </a:cubicBezTo>
                <a:cubicBezTo>
                  <a:pt x="5311617" y="2379986"/>
                  <a:pt x="5287055" y="2351087"/>
                  <a:pt x="5260674" y="2360032"/>
                </a:cubicBezTo>
                <a:cubicBezTo>
                  <a:pt x="5234520" y="2366225"/>
                  <a:pt x="5230654" y="2401546"/>
                  <a:pt x="5245664" y="2420353"/>
                </a:cubicBezTo>
                <a:cubicBezTo>
                  <a:pt x="5254647" y="2426201"/>
                  <a:pt x="5267440" y="2428724"/>
                  <a:pt x="5278641" y="2426660"/>
                </a:cubicBezTo>
                <a:close/>
                <a:moveTo>
                  <a:pt x="7007808" y="2426734"/>
                </a:moveTo>
                <a:cubicBezTo>
                  <a:pt x="7025763" y="2430361"/>
                  <a:pt x="7046301" y="2421335"/>
                  <a:pt x="7050383" y="2401935"/>
                </a:cubicBezTo>
                <a:cubicBezTo>
                  <a:pt x="7061042" y="2375843"/>
                  <a:pt x="7030199" y="2352675"/>
                  <a:pt x="7005933" y="2360998"/>
                </a:cubicBezTo>
                <a:cubicBezTo>
                  <a:pt x="6979399" y="2365046"/>
                  <a:pt x="6973729" y="2402385"/>
                  <a:pt x="6991419" y="2418805"/>
                </a:cubicBezTo>
                <a:cubicBezTo>
                  <a:pt x="6996125" y="2422910"/>
                  <a:pt x="7001822" y="2425525"/>
                  <a:pt x="7007808" y="2426734"/>
                </a:cubicBezTo>
                <a:close/>
                <a:moveTo>
                  <a:pt x="2297285" y="2426760"/>
                </a:moveTo>
                <a:cubicBezTo>
                  <a:pt x="2306893" y="2425431"/>
                  <a:pt x="2315508" y="2420739"/>
                  <a:pt x="2319931" y="2411016"/>
                </a:cubicBezTo>
                <a:cubicBezTo>
                  <a:pt x="2333532" y="2387727"/>
                  <a:pt x="2312448" y="2354262"/>
                  <a:pt x="2285014" y="2360367"/>
                </a:cubicBezTo>
                <a:cubicBezTo>
                  <a:pt x="2254170" y="2361724"/>
                  <a:pt x="2246230" y="2405137"/>
                  <a:pt x="2268687" y="2422322"/>
                </a:cubicBezTo>
                <a:cubicBezTo>
                  <a:pt x="2277079" y="2426053"/>
                  <a:pt x="2287677" y="2428088"/>
                  <a:pt x="2297285" y="2426760"/>
                </a:cubicBezTo>
                <a:close/>
                <a:moveTo>
                  <a:pt x="6805850" y="2426858"/>
                </a:moveTo>
                <a:cubicBezTo>
                  <a:pt x="6824481" y="2428750"/>
                  <a:pt x="6844534" y="2419420"/>
                  <a:pt x="6845052" y="2398095"/>
                </a:cubicBezTo>
                <a:cubicBezTo>
                  <a:pt x="6851492" y="2372183"/>
                  <a:pt x="6821591" y="2351087"/>
                  <a:pt x="6798360" y="2360947"/>
                </a:cubicBezTo>
                <a:cubicBezTo>
                  <a:pt x="6772369" y="2368056"/>
                  <a:pt x="6770529" y="2405203"/>
                  <a:pt x="6788470" y="2421255"/>
                </a:cubicBezTo>
                <a:cubicBezTo>
                  <a:pt x="6793587" y="2424350"/>
                  <a:pt x="6799640" y="2426228"/>
                  <a:pt x="6805850" y="2426858"/>
                </a:cubicBezTo>
                <a:close/>
                <a:moveTo>
                  <a:pt x="4134793" y="2426858"/>
                </a:moveTo>
                <a:cubicBezTo>
                  <a:pt x="4144540" y="2428551"/>
                  <a:pt x="4154945" y="2426887"/>
                  <a:pt x="4163291" y="2421724"/>
                </a:cubicBezTo>
                <a:cubicBezTo>
                  <a:pt x="4175868" y="2412087"/>
                  <a:pt x="4173124" y="2394648"/>
                  <a:pt x="4176554" y="2380880"/>
                </a:cubicBezTo>
                <a:cubicBezTo>
                  <a:pt x="4164663" y="2369866"/>
                  <a:pt x="4151858" y="2354262"/>
                  <a:pt x="4133336" y="2359540"/>
                </a:cubicBezTo>
                <a:cubicBezTo>
                  <a:pt x="4109325" y="2360917"/>
                  <a:pt x="4094004" y="2393271"/>
                  <a:pt x="4110240" y="2411857"/>
                </a:cubicBezTo>
                <a:cubicBezTo>
                  <a:pt x="4115957" y="2420118"/>
                  <a:pt x="4125046" y="2425166"/>
                  <a:pt x="4134793" y="2426858"/>
                </a:cubicBezTo>
                <a:close/>
                <a:moveTo>
                  <a:pt x="7434969" y="2427162"/>
                </a:moveTo>
                <a:cubicBezTo>
                  <a:pt x="7451382" y="2424059"/>
                  <a:pt x="7464607" y="2409125"/>
                  <a:pt x="7460865" y="2390783"/>
                </a:cubicBezTo>
                <a:cubicBezTo>
                  <a:pt x="7462679" y="2361391"/>
                  <a:pt x="7420950" y="2349499"/>
                  <a:pt x="7403034" y="2370141"/>
                </a:cubicBezTo>
                <a:cubicBezTo>
                  <a:pt x="7389654" y="2387193"/>
                  <a:pt x="7392602" y="2421746"/>
                  <a:pt x="7418002" y="2426009"/>
                </a:cubicBezTo>
                <a:cubicBezTo>
                  <a:pt x="7423672" y="2427916"/>
                  <a:pt x="7429497" y="2428196"/>
                  <a:pt x="7434969" y="2427162"/>
                </a:cubicBezTo>
                <a:close/>
                <a:moveTo>
                  <a:pt x="6613140" y="2427195"/>
                </a:moveTo>
                <a:cubicBezTo>
                  <a:pt x="6624376" y="2425067"/>
                  <a:pt x="6634312" y="2418222"/>
                  <a:pt x="6637893" y="2406259"/>
                </a:cubicBezTo>
                <a:cubicBezTo>
                  <a:pt x="6648291" y="2383711"/>
                  <a:pt x="6627726" y="2354262"/>
                  <a:pt x="6602078" y="2359554"/>
                </a:cubicBezTo>
                <a:cubicBezTo>
                  <a:pt x="6570885" y="2358634"/>
                  <a:pt x="6562566" y="2399816"/>
                  <a:pt x="6580589" y="2419833"/>
                </a:cubicBezTo>
                <a:cubicBezTo>
                  <a:pt x="6589370" y="2426735"/>
                  <a:pt x="6601905" y="2429323"/>
                  <a:pt x="6613140" y="2427195"/>
                </a:cubicBezTo>
                <a:close/>
                <a:moveTo>
                  <a:pt x="4852721" y="2427217"/>
                </a:moveTo>
                <a:cubicBezTo>
                  <a:pt x="4871911" y="2429683"/>
                  <a:pt x="4893565" y="2419520"/>
                  <a:pt x="4893565" y="2398259"/>
                </a:cubicBezTo>
                <a:cubicBezTo>
                  <a:pt x="4898867" y="2372179"/>
                  <a:pt x="4867517" y="2352675"/>
                  <a:pt x="4844466" y="2362654"/>
                </a:cubicBezTo>
                <a:cubicBezTo>
                  <a:pt x="4819340" y="2369004"/>
                  <a:pt x="4814729" y="2406197"/>
                  <a:pt x="4835245" y="2420484"/>
                </a:cubicBezTo>
                <a:cubicBezTo>
                  <a:pt x="4840201" y="2424169"/>
                  <a:pt x="4846324" y="2426395"/>
                  <a:pt x="4852721" y="2427217"/>
                </a:cubicBezTo>
                <a:close/>
                <a:moveTo>
                  <a:pt x="7218852" y="2427235"/>
                </a:moveTo>
                <a:cubicBezTo>
                  <a:pt x="7239689" y="2428062"/>
                  <a:pt x="7260845" y="2413327"/>
                  <a:pt x="7255418" y="2388925"/>
                </a:cubicBezTo>
                <a:cubicBezTo>
                  <a:pt x="7256097" y="2355931"/>
                  <a:pt x="7205221" y="2347912"/>
                  <a:pt x="7192107" y="2375407"/>
                </a:cubicBezTo>
                <a:cubicBezTo>
                  <a:pt x="7186454" y="2390300"/>
                  <a:pt x="7187585" y="2409317"/>
                  <a:pt x="7199116" y="2421003"/>
                </a:cubicBezTo>
                <a:cubicBezTo>
                  <a:pt x="7204995" y="2424955"/>
                  <a:pt x="7211906" y="2426960"/>
                  <a:pt x="7218852" y="2427235"/>
                </a:cubicBezTo>
                <a:close/>
                <a:moveTo>
                  <a:pt x="5585838" y="2427278"/>
                </a:moveTo>
                <a:cubicBezTo>
                  <a:pt x="5603086" y="2423976"/>
                  <a:pt x="5618045" y="2408843"/>
                  <a:pt x="5613402" y="2389863"/>
                </a:cubicBezTo>
                <a:cubicBezTo>
                  <a:pt x="5612256" y="2355892"/>
                  <a:pt x="5559297" y="2347912"/>
                  <a:pt x="5546229" y="2378007"/>
                </a:cubicBezTo>
                <a:cubicBezTo>
                  <a:pt x="5535454" y="2396702"/>
                  <a:pt x="5547605" y="2421782"/>
                  <a:pt x="5568468" y="2426341"/>
                </a:cubicBezTo>
                <a:cubicBezTo>
                  <a:pt x="5574085" y="2428165"/>
                  <a:pt x="5580088" y="2428379"/>
                  <a:pt x="5585838" y="2427278"/>
                </a:cubicBezTo>
                <a:close/>
                <a:moveTo>
                  <a:pt x="5486212" y="2427312"/>
                </a:moveTo>
                <a:cubicBezTo>
                  <a:pt x="5496841" y="2424897"/>
                  <a:pt x="5505936" y="2417996"/>
                  <a:pt x="5508438" y="2406036"/>
                </a:cubicBezTo>
                <a:cubicBezTo>
                  <a:pt x="5519579" y="2380505"/>
                  <a:pt x="5493886" y="2352674"/>
                  <a:pt x="5467965" y="2360034"/>
                </a:cubicBezTo>
                <a:cubicBezTo>
                  <a:pt x="5439770" y="2362564"/>
                  <a:pt x="5432266" y="2406726"/>
                  <a:pt x="5454777" y="2421677"/>
                </a:cubicBezTo>
                <a:cubicBezTo>
                  <a:pt x="5463417" y="2427657"/>
                  <a:pt x="5475582" y="2429727"/>
                  <a:pt x="5486212" y="2427312"/>
                </a:cubicBezTo>
                <a:close/>
                <a:moveTo>
                  <a:pt x="5176795" y="2427405"/>
                </a:moveTo>
                <a:cubicBezTo>
                  <a:pt x="5194181" y="2422359"/>
                  <a:pt x="5206412" y="2403081"/>
                  <a:pt x="5200361" y="2383933"/>
                </a:cubicBezTo>
                <a:cubicBezTo>
                  <a:pt x="5197826" y="2360932"/>
                  <a:pt x="5168320" y="2354262"/>
                  <a:pt x="5150109" y="2362542"/>
                </a:cubicBezTo>
                <a:cubicBezTo>
                  <a:pt x="5124291" y="2374963"/>
                  <a:pt x="5128441" y="2422575"/>
                  <a:pt x="5158177" y="2427175"/>
                </a:cubicBezTo>
                <a:cubicBezTo>
                  <a:pt x="5164631" y="2429187"/>
                  <a:pt x="5170999" y="2429087"/>
                  <a:pt x="5176795" y="2427405"/>
                </a:cubicBezTo>
                <a:close/>
                <a:moveTo>
                  <a:pt x="6712240" y="2427441"/>
                </a:moveTo>
                <a:cubicBezTo>
                  <a:pt x="6730480" y="2425631"/>
                  <a:pt x="6746501" y="2410315"/>
                  <a:pt x="6741090" y="2389445"/>
                </a:cubicBezTo>
                <a:cubicBezTo>
                  <a:pt x="6742443" y="2359150"/>
                  <a:pt x="6697579" y="2349500"/>
                  <a:pt x="6682024" y="2372390"/>
                </a:cubicBezTo>
                <a:cubicBezTo>
                  <a:pt x="6672104" y="2388548"/>
                  <a:pt x="6673457" y="2417272"/>
                  <a:pt x="6693972" y="2424453"/>
                </a:cubicBezTo>
                <a:cubicBezTo>
                  <a:pt x="6699834" y="2427146"/>
                  <a:pt x="6706160" y="2428044"/>
                  <a:pt x="6712240" y="2427441"/>
                </a:cubicBezTo>
                <a:close/>
                <a:moveTo>
                  <a:pt x="6502190" y="2427555"/>
                </a:moveTo>
                <a:cubicBezTo>
                  <a:pt x="6521812" y="2427341"/>
                  <a:pt x="6540504" y="2411955"/>
                  <a:pt x="6536226" y="2389499"/>
                </a:cubicBezTo>
                <a:cubicBezTo>
                  <a:pt x="6536911" y="2359328"/>
                  <a:pt x="6495165" y="2349499"/>
                  <a:pt x="6476688" y="2368927"/>
                </a:cubicBezTo>
                <a:cubicBezTo>
                  <a:pt x="6464141" y="2384241"/>
                  <a:pt x="6465966" y="2410984"/>
                  <a:pt x="6483075" y="2422412"/>
                </a:cubicBezTo>
                <a:cubicBezTo>
                  <a:pt x="6489006" y="2426012"/>
                  <a:pt x="6495650" y="2427626"/>
                  <a:pt x="6502190" y="2427555"/>
                </a:cubicBezTo>
                <a:close/>
                <a:moveTo>
                  <a:pt x="6397835" y="2427558"/>
                </a:moveTo>
                <a:cubicBezTo>
                  <a:pt x="6417972" y="2427978"/>
                  <a:pt x="6438908" y="2413370"/>
                  <a:pt x="6434644" y="2390617"/>
                </a:cubicBezTo>
                <a:cubicBezTo>
                  <a:pt x="6435099" y="2364417"/>
                  <a:pt x="6402579" y="2351087"/>
                  <a:pt x="6382112" y="2363268"/>
                </a:cubicBezTo>
                <a:cubicBezTo>
                  <a:pt x="6359826" y="2373150"/>
                  <a:pt x="6357779" y="2409463"/>
                  <a:pt x="6378928" y="2421873"/>
                </a:cubicBezTo>
                <a:cubicBezTo>
                  <a:pt x="6384500" y="2425608"/>
                  <a:pt x="6391123" y="2427418"/>
                  <a:pt x="6397835" y="2427558"/>
                </a:cubicBezTo>
                <a:close/>
                <a:moveTo>
                  <a:pt x="5367049" y="2427596"/>
                </a:moveTo>
                <a:cubicBezTo>
                  <a:pt x="5385494" y="2430043"/>
                  <a:pt x="5406484" y="2418359"/>
                  <a:pt x="5405975" y="2397492"/>
                </a:cubicBezTo>
                <a:cubicBezTo>
                  <a:pt x="5411629" y="2373118"/>
                  <a:pt x="5387205" y="2354262"/>
                  <a:pt x="5365042" y="2359551"/>
                </a:cubicBezTo>
                <a:cubicBezTo>
                  <a:pt x="5336999" y="2362310"/>
                  <a:pt x="5330666" y="2403930"/>
                  <a:pt x="5350342" y="2420256"/>
                </a:cubicBezTo>
                <a:cubicBezTo>
                  <a:pt x="5355034" y="2424395"/>
                  <a:pt x="5360900" y="2426781"/>
                  <a:pt x="5367049" y="2427596"/>
                </a:cubicBezTo>
                <a:close/>
                <a:moveTo>
                  <a:pt x="1773561" y="2427658"/>
                </a:moveTo>
                <a:cubicBezTo>
                  <a:pt x="1793923" y="2427976"/>
                  <a:pt x="1814412" y="2413344"/>
                  <a:pt x="1809621" y="2390441"/>
                </a:cubicBezTo>
                <a:cubicBezTo>
                  <a:pt x="1809621" y="2357416"/>
                  <a:pt x="1761028" y="2349499"/>
                  <a:pt x="1745515" y="2375964"/>
                </a:cubicBezTo>
                <a:cubicBezTo>
                  <a:pt x="1740724" y="2391120"/>
                  <a:pt x="1739812" y="2411930"/>
                  <a:pt x="1754184" y="2422109"/>
                </a:cubicBezTo>
                <a:cubicBezTo>
                  <a:pt x="1760001" y="2425785"/>
                  <a:pt x="1766774" y="2427552"/>
                  <a:pt x="1773561" y="2427658"/>
                </a:cubicBezTo>
                <a:close/>
                <a:moveTo>
                  <a:pt x="7324586" y="2427877"/>
                </a:moveTo>
                <a:cubicBezTo>
                  <a:pt x="7336897" y="2427934"/>
                  <a:pt x="7349122" y="2422573"/>
                  <a:pt x="7354632" y="2411510"/>
                </a:cubicBezTo>
                <a:cubicBezTo>
                  <a:pt x="7362667" y="2396682"/>
                  <a:pt x="7354861" y="2380258"/>
                  <a:pt x="7350499" y="2365658"/>
                </a:cubicBezTo>
                <a:cubicBezTo>
                  <a:pt x="7334658" y="2362236"/>
                  <a:pt x="7316522" y="2355849"/>
                  <a:pt x="7301599" y="2366114"/>
                </a:cubicBezTo>
                <a:cubicBezTo>
                  <a:pt x="7288054" y="2377292"/>
                  <a:pt x="7288743" y="2396910"/>
                  <a:pt x="7294023" y="2411738"/>
                </a:cubicBezTo>
                <a:cubicBezTo>
                  <a:pt x="7299878" y="2422345"/>
                  <a:pt x="7312275" y="2427820"/>
                  <a:pt x="7324586" y="2427877"/>
                </a:cubicBezTo>
                <a:close/>
                <a:moveTo>
                  <a:pt x="6085279" y="2428020"/>
                </a:moveTo>
                <a:cubicBezTo>
                  <a:pt x="6106264" y="2430670"/>
                  <a:pt x="6129411" y="2415180"/>
                  <a:pt x="6125341" y="2390604"/>
                </a:cubicBezTo>
                <a:cubicBezTo>
                  <a:pt x="6127150" y="2357143"/>
                  <a:pt x="6077182" y="2347912"/>
                  <a:pt x="6061807" y="2374219"/>
                </a:cubicBezTo>
                <a:cubicBezTo>
                  <a:pt x="6056833" y="2388527"/>
                  <a:pt x="6056154" y="2406526"/>
                  <a:pt x="6066103" y="2418988"/>
                </a:cubicBezTo>
                <a:cubicBezTo>
                  <a:pt x="6071529" y="2424237"/>
                  <a:pt x="6078284" y="2427136"/>
                  <a:pt x="6085279" y="2428020"/>
                </a:cubicBezTo>
                <a:close/>
                <a:moveTo>
                  <a:pt x="4652039" y="2428286"/>
                </a:moveTo>
                <a:cubicBezTo>
                  <a:pt x="4671497" y="2428083"/>
                  <a:pt x="4691116" y="2411798"/>
                  <a:pt x="4686985" y="2390653"/>
                </a:cubicBezTo>
                <a:cubicBezTo>
                  <a:pt x="4689050" y="2360641"/>
                  <a:pt x="4645223" y="2349500"/>
                  <a:pt x="4626866" y="2369508"/>
                </a:cubicBezTo>
                <a:cubicBezTo>
                  <a:pt x="4614704" y="2384969"/>
                  <a:pt x="4616081" y="2411344"/>
                  <a:pt x="4633520" y="2422712"/>
                </a:cubicBezTo>
                <a:cubicBezTo>
                  <a:pt x="4639085" y="2426634"/>
                  <a:pt x="4645553" y="2428353"/>
                  <a:pt x="4652039" y="2428286"/>
                </a:cubicBezTo>
                <a:close/>
                <a:moveTo>
                  <a:pt x="5988405" y="2428288"/>
                </a:moveTo>
                <a:cubicBezTo>
                  <a:pt x="6008266" y="2428299"/>
                  <a:pt x="6027674" y="2414073"/>
                  <a:pt x="6023199" y="2391105"/>
                </a:cubicBezTo>
                <a:cubicBezTo>
                  <a:pt x="6023887" y="2358425"/>
                  <a:pt x="5973852" y="2347912"/>
                  <a:pt x="5959622" y="2376250"/>
                </a:cubicBezTo>
                <a:cubicBezTo>
                  <a:pt x="5955032" y="2391334"/>
                  <a:pt x="5952966" y="2414416"/>
                  <a:pt x="5969262" y="2423329"/>
                </a:cubicBezTo>
                <a:cubicBezTo>
                  <a:pt x="5975115" y="2426699"/>
                  <a:pt x="5981785" y="2428285"/>
                  <a:pt x="5988405" y="2428288"/>
                </a:cubicBezTo>
                <a:close/>
                <a:moveTo>
                  <a:pt x="4758520" y="2428335"/>
                </a:moveTo>
                <a:cubicBezTo>
                  <a:pt x="4779493" y="2426650"/>
                  <a:pt x="4797927" y="2406170"/>
                  <a:pt x="4790382" y="2382837"/>
                </a:cubicBezTo>
                <a:cubicBezTo>
                  <a:pt x="4783295" y="2354262"/>
                  <a:pt x="4749914" y="2357027"/>
                  <a:pt x="4728651" y="2365323"/>
                </a:cubicBezTo>
                <a:cubicBezTo>
                  <a:pt x="4722706" y="2384681"/>
                  <a:pt x="4716304" y="2410721"/>
                  <a:pt x="4737567" y="2423165"/>
                </a:cubicBezTo>
                <a:cubicBezTo>
                  <a:pt x="4744255" y="2427370"/>
                  <a:pt x="4751528" y="2428897"/>
                  <a:pt x="4758520" y="2428335"/>
                </a:cubicBezTo>
                <a:close/>
                <a:moveTo>
                  <a:pt x="5069150" y="2428427"/>
                </a:moveTo>
                <a:cubicBezTo>
                  <a:pt x="5084035" y="2426281"/>
                  <a:pt x="5097265" y="2414445"/>
                  <a:pt x="5097774" y="2397796"/>
                </a:cubicBezTo>
                <a:cubicBezTo>
                  <a:pt x="5103654" y="2371898"/>
                  <a:pt x="5074253" y="2351087"/>
                  <a:pt x="5051636" y="2361493"/>
                </a:cubicBezTo>
                <a:cubicBezTo>
                  <a:pt x="5021104" y="2368661"/>
                  <a:pt x="5023592" y="2421844"/>
                  <a:pt x="5054124" y="2427163"/>
                </a:cubicBezTo>
                <a:cubicBezTo>
                  <a:pt x="5059043" y="2428781"/>
                  <a:pt x="5064189" y="2429142"/>
                  <a:pt x="5069150" y="2428427"/>
                </a:cubicBezTo>
                <a:close/>
                <a:moveTo>
                  <a:pt x="4348110" y="2430462"/>
                </a:moveTo>
                <a:cubicBezTo>
                  <a:pt x="4373082" y="2422978"/>
                  <a:pt x="4389279" y="2391455"/>
                  <a:pt x="4370607" y="2369456"/>
                </a:cubicBezTo>
                <a:cubicBezTo>
                  <a:pt x="4349460" y="2346324"/>
                  <a:pt x="4305141" y="2364240"/>
                  <a:pt x="4310765" y="2396898"/>
                </a:cubicBezTo>
                <a:cubicBezTo>
                  <a:pt x="4310765" y="2417762"/>
                  <a:pt x="4332587" y="2423885"/>
                  <a:pt x="4348110" y="2430462"/>
                </a:cubicBezTo>
                <a:close/>
                <a:moveTo>
                  <a:pt x="7542083" y="2528954"/>
                </a:moveTo>
                <a:cubicBezTo>
                  <a:pt x="7552146" y="2525580"/>
                  <a:pt x="7560424" y="2518046"/>
                  <a:pt x="7562692" y="2506689"/>
                </a:cubicBezTo>
                <a:cubicBezTo>
                  <a:pt x="7572217" y="2480826"/>
                  <a:pt x="7544776" y="2455862"/>
                  <a:pt x="7519149" y="2464633"/>
                </a:cubicBezTo>
                <a:cubicBezTo>
                  <a:pt x="7491481" y="2470480"/>
                  <a:pt x="7488079" y="2512536"/>
                  <a:pt x="7510758" y="2526255"/>
                </a:cubicBezTo>
                <a:cubicBezTo>
                  <a:pt x="7520170" y="2531540"/>
                  <a:pt x="7532019" y="2532327"/>
                  <a:pt x="7542083" y="2528954"/>
                </a:cubicBezTo>
                <a:close/>
                <a:moveTo>
                  <a:pt x="5379036" y="2530234"/>
                </a:moveTo>
                <a:cubicBezTo>
                  <a:pt x="5416391" y="2527277"/>
                  <a:pt x="5415930" y="2463595"/>
                  <a:pt x="5377653" y="2462913"/>
                </a:cubicBezTo>
                <a:cubicBezTo>
                  <a:pt x="5348368" y="2455862"/>
                  <a:pt x="5333841" y="2486338"/>
                  <a:pt x="5337300" y="2510674"/>
                </a:cubicBezTo>
                <a:cubicBezTo>
                  <a:pt x="5348829" y="2520454"/>
                  <a:pt x="5361742" y="2535237"/>
                  <a:pt x="5379036" y="2530234"/>
                </a:cubicBezTo>
                <a:close/>
                <a:moveTo>
                  <a:pt x="6710202" y="2530608"/>
                </a:moveTo>
                <a:cubicBezTo>
                  <a:pt x="6718797" y="2530352"/>
                  <a:pt x="6727278" y="2527167"/>
                  <a:pt x="6733611" y="2520912"/>
                </a:cubicBezTo>
                <a:cubicBezTo>
                  <a:pt x="6751479" y="2500441"/>
                  <a:pt x="6739039" y="2457450"/>
                  <a:pt x="6707375" y="2462682"/>
                </a:cubicBezTo>
                <a:cubicBezTo>
                  <a:pt x="6675257" y="2459497"/>
                  <a:pt x="6667341" y="2503398"/>
                  <a:pt x="6686114" y="2522732"/>
                </a:cubicBezTo>
                <a:cubicBezTo>
                  <a:pt x="6692899" y="2528191"/>
                  <a:pt x="6701607" y="2530864"/>
                  <a:pt x="6710202" y="2530608"/>
                </a:cubicBezTo>
                <a:close/>
                <a:moveTo>
                  <a:pt x="7319930" y="2530708"/>
                </a:moveTo>
                <a:cubicBezTo>
                  <a:pt x="7338052" y="2532540"/>
                  <a:pt x="7357810" y="2522124"/>
                  <a:pt x="7358324" y="2502065"/>
                </a:cubicBezTo>
                <a:cubicBezTo>
                  <a:pt x="7364254" y="2476690"/>
                  <a:pt x="7337568" y="2452687"/>
                  <a:pt x="7313390" y="2464117"/>
                </a:cubicBezTo>
                <a:cubicBezTo>
                  <a:pt x="7287160" y="2470747"/>
                  <a:pt x="7284879" y="2508694"/>
                  <a:pt x="7303126" y="2524696"/>
                </a:cubicBezTo>
                <a:cubicBezTo>
                  <a:pt x="7308030" y="2528125"/>
                  <a:pt x="7313889" y="2530097"/>
                  <a:pt x="7319930" y="2530708"/>
                </a:cubicBezTo>
                <a:close/>
                <a:moveTo>
                  <a:pt x="5575438" y="2530900"/>
                </a:moveTo>
                <a:cubicBezTo>
                  <a:pt x="5592420" y="2531768"/>
                  <a:pt x="5610001" y="2520581"/>
                  <a:pt x="5612189" y="2502065"/>
                </a:cubicBezTo>
                <a:cubicBezTo>
                  <a:pt x="5619591" y="2473261"/>
                  <a:pt x="5583924" y="2452687"/>
                  <a:pt x="5560595" y="2465717"/>
                </a:cubicBezTo>
                <a:cubicBezTo>
                  <a:pt x="5537041" y="2476462"/>
                  <a:pt x="5537266" y="2513266"/>
                  <a:pt x="5559249" y="2525839"/>
                </a:cubicBezTo>
                <a:cubicBezTo>
                  <a:pt x="5564184" y="2528982"/>
                  <a:pt x="5569778" y="2530611"/>
                  <a:pt x="5575438" y="2530900"/>
                </a:cubicBezTo>
                <a:close/>
                <a:moveTo>
                  <a:pt x="4444179" y="2530962"/>
                </a:moveTo>
                <a:cubicBezTo>
                  <a:pt x="4464737" y="2532209"/>
                  <a:pt x="4486204" y="2516862"/>
                  <a:pt x="4481703" y="2493842"/>
                </a:cubicBezTo>
                <a:cubicBezTo>
                  <a:pt x="4484473" y="2461785"/>
                  <a:pt x="4436461" y="2451099"/>
                  <a:pt x="4419149" y="2474972"/>
                </a:cubicBezTo>
                <a:cubicBezTo>
                  <a:pt x="4409916" y="2489750"/>
                  <a:pt x="4411070" y="2512258"/>
                  <a:pt x="4424920" y="2523853"/>
                </a:cubicBezTo>
                <a:cubicBezTo>
                  <a:pt x="4430575" y="2528287"/>
                  <a:pt x="4437327" y="2530546"/>
                  <a:pt x="4444179" y="2530962"/>
                </a:cubicBezTo>
                <a:close/>
                <a:moveTo>
                  <a:pt x="7425936" y="2531015"/>
                </a:moveTo>
                <a:cubicBezTo>
                  <a:pt x="7444763" y="2531068"/>
                  <a:pt x="7463303" y="2516594"/>
                  <a:pt x="7460412" y="2495663"/>
                </a:cubicBezTo>
                <a:cubicBezTo>
                  <a:pt x="7464267" y="2462128"/>
                  <a:pt x="7412333" y="2451100"/>
                  <a:pt x="7397592" y="2478783"/>
                </a:cubicBezTo>
                <a:cubicBezTo>
                  <a:pt x="7393963" y="2494537"/>
                  <a:pt x="7392829" y="2515243"/>
                  <a:pt x="7407797" y="2525821"/>
                </a:cubicBezTo>
                <a:cubicBezTo>
                  <a:pt x="7413353" y="2529366"/>
                  <a:pt x="7419661" y="2530998"/>
                  <a:pt x="7425936" y="2531015"/>
                </a:cubicBezTo>
                <a:close/>
                <a:moveTo>
                  <a:pt x="1665032" y="2531062"/>
                </a:moveTo>
                <a:cubicBezTo>
                  <a:pt x="1680617" y="2534451"/>
                  <a:pt x="1698545" y="2527030"/>
                  <a:pt x="1703508" y="2510729"/>
                </a:cubicBezTo>
                <a:cubicBezTo>
                  <a:pt x="1706247" y="2497459"/>
                  <a:pt x="1708072" y="2479842"/>
                  <a:pt x="1695521" y="2470920"/>
                </a:cubicBezTo>
                <a:cubicBezTo>
                  <a:pt x="1682058" y="2460624"/>
                  <a:pt x="1661520" y="2461997"/>
                  <a:pt x="1647829" y="2471148"/>
                </a:cubicBezTo>
                <a:cubicBezTo>
                  <a:pt x="1635050" y="2485333"/>
                  <a:pt x="1635734" y="2511644"/>
                  <a:pt x="1650795" y="2523998"/>
                </a:cubicBezTo>
                <a:cubicBezTo>
                  <a:pt x="1654902" y="2527602"/>
                  <a:pt x="1659838" y="2529933"/>
                  <a:pt x="1665032" y="2531062"/>
                </a:cubicBezTo>
                <a:close/>
                <a:moveTo>
                  <a:pt x="4551292" y="2531119"/>
                </a:moveTo>
                <a:cubicBezTo>
                  <a:pt x="4558824" y="2530863"/>
                  <a:pt x="4566327" y="2528532"/>
                  <a:pt x="4572921" y="2524324"/>
                </a:cubicBezTo>
                <a:cubicBezTo>
                  <a:pt x="4594067" y="2505215"/>
                  <a:pt x="4582926" y="2459265"/>
                  <a:pt x="4549956" y="2464042"/>
                </a:cubicBezTo>
                <a:cubicBezTo>
                  <a:pt x="4517214" y="2459037"/>
                  <a:pt x="4506754" y="2507945"/>
                  <a:pt x="4529492" y="2525461"/>
                </a:cubicBezTo>
                <a:cubicBezTo>
                  <a:pt x="4536200" y="2529555"/>
                  <a:pt x="4543760" y="2531375"/>
                  <a:pt x="4551292" y="2531119"/>
                </a:cubicBezTo>
                <a:close/>
                <a:moveTo>
                  <a:pt x="1366194" y="2531147"/>
                </a:moveTo>
                <a:cubicBezTo>
                  <a:pt x="1387113" y="2530055"/>
                  <a:pt x="1407297" y="2510035"/>
                  <a:pt x="1400283" y="2487980"/>
                </a:cubicBezTo>
                <a:cubicBezTo>
                  <a:pt x="1392530" y="2458347"/>
                  <a:pt x="1348289" y="2454275"/>
                  <a:pt x="1333008" y="2480063"/>
                </a:cubicBezTo>
                <a:cubicBezTo>
                  <a:pt x="1328674" y="2495671"/>
                  <a:pt x="1329587" y="2516935"/>
                  <a:pt x="1346008" y="2525305"/>
                </a:cubicBezTo>
                <a:cubicBezTo>
                  <a:pt x="1352166" y="2529772"/>
                  <a:pt x="1359221" y="2531511"/>
                  <a:pt x="1366194" y="2531147"/>
                </a:cubicBezTo>
                <a:close/>
                <a:moveTo>
                  <a:pt x="1771743" y="2531158"/>
                </a:moveTo>
                <a:cubicBezTo>
                  <a:pt x="1789678" y="2532615"/>
                  <a:pt x="1808848" y="2522367"/>
                  <a:pt x="1809542" y="2502807"/>
                </a:cubicBezTo>
                <a:cubicBezTo>
                  <a:pt x="1816018" y="2476726"/>
                  <a:pt x="1786872" y="2454274"/>
                  <a:pt x="1762353" y="2464706"/>
                </a:cubicBezTo>
                <a:cubicBezTo>
                  <a:pt x="1736677" y="2472644"/>
                  <a:pt x="1735059" y="2510971"/>
                  <a:pt x="1754951" y="2525712"/>
                </a:cubicBezTo>
                <a:cubicBezTo>
                  <a:pt x="1759924" y="2528887"/>
                  <a:pt x="1765766" y="2530673"/>
                  <a:pt x="1771743" y="2531158"/>
                </a:cubicBezTo>
                <a:close/>
                <a:moveTo>
                  <a:pt x="5679877" y="2531236"/>
                </a:moveTo>
                <a:cubicBezTo>
                  <a:pt x="5699428" y="2530665"/>
                  <a:pt x="5718689" y="2515690"/>
                  <a:pt x="5715944" y="2494877"/>
                </a:cubicBezTo>
                <a:cubicBezTo>
                  <a:pt x="5716630" y="2462389"/>
                  <a:pt x="5668584" y="2452687"/>
                  <a:pt x="5650968" y="2477054"/>
                </a:cubicBezTo>
                <a:cubicBezTo>
                  <a:pt x="5641816" y="2492847"/>
                  <a:pt x="5644104" y="2516536"/>
                  <a:pt x="5661034" y="2526689"/>
                </a:cubicBezTo>
                <a:cubicBezTo>
                  <a:pt x="5666811" y="2530017"/>
                  <a:pt x="5673360" y="2531427"/>
                  <a:pt x="5679877" y="2531236"/>
                </a:cubicBezTo>
                <a:close/>
                <a:moveTo>
                  <a:pt x="2080641" y="2531277"/>
                </a:moveTo>
                <a:cubicBezTo>
                  <a:pt x="2101133" y="2532356"/>
                  <a:pt x="2122950" y="2517313"/>
                  <a:pt x="2119816" y="2495090"/>
                </a:cubicBezTo>
                <a:cubicBezTo>
                  <a:pt x="2121439" y="2459760"/>
                  <a:pt x="2065941" y="2451099"/>
                  <a:pt x="2051086" y="2480502"/>
                </a:cubicBezTo>
                <a:cubicBezTo>
                  <a:pt x="2046209" y="2495545"/>
                  <a:pt x="2047138" y="2514919"/>
                  <a:pt x="2061538" y="2524492"/>
                </a:cubicBezTo>
                <a:cubicBezTo>
                  <a:pt x="2067105" y="2528766"/>
                  <a:pt x="2073801" y="2530917"/>
                  <a:pt x="2080641" y="2531277"/>
                </a:cubicBezTo>
                <a:close/>
                <a:moveTo>
                  <a:pt x="5065098" y="2531331"/>
                </a:moveTo>
                <a:cubicBezTo>
                  <a:pt x="5085647" y="2529860"/>
                  <a:pt x="5104292" y="2509525"/>
                  <a:pt x="5096682" y="2487016"/>
                </a:cubicBezTo>
                <a:cubicBezTo>
                  <a:pt x="5092172" y="2454275"/>
                  <a:pt x="5036925" y="2455185"/>
                  <a:pt x="5031062" y="2486334"/>
                </a:cubicBezTo>
                <a:cubicBezTo>
                  <a:pt x="5027454" y="2500658"/>
                  <a:pt x="5031964" y="2517710"/>
                  <a:pt x="5044818" y="2525895"/>
                </a:cubicBezTo>
                <a:cubicBezTo>
                  <a:pt x="5051188" y="2530215"/>
                  <a:pt x="5058249" y="2531821"/>
                  <a:pt x="5065098" y="2531331"/>
                </a:cubicBezTo>
                <a:close/>
                <a:moveTo>
                  <a:pt x="5472674" y="2531336"/>
                </a:moveTo>
                <a:cubicBezTo>
                  <a:pt x="5491855" y="2531272"/>
                  <a:pt x="5510843" y="2515070"/>
                  <a:pt x="5509817" y="2494496"/>
                </a:cubicBezTo>
                <a:cubicBezTo>
                  <a:pt x="5511641" y="2469807"/>
                  <a:pt x="5481305" y="2455862"/>
                  <a:pt x="5461005" y="2464549"/>
                </a:cubicBezTo>
                <a:cubicBezTo>
                  <a:pt x="5435231" y="2472093"/>
                  <a:pt x="5432266" y="2511869"/>
                  <a:pt x="5454163" y="2525585"/>
                </a:cubicBezTo>
                <a:cubicBezTo>
                  <a:pt x="5459865" y="2529586"/>
                  <a:pt x="5466280" y="2531357"/>
                  <a:pt x="5472674" y="2531336"/>
                </a:cubicBezTo>
                <a:close/>
                <a:moveTo>
                  <a:pt x="5788993" y="2531466"/>
                </a:moveTo>
                <a:cubicBezTo>
                  <a:pt x="5798724" y="2530098"/>
                  <a:pt x="5807936" y="2525081"/>
                  <a:pt x="5813579" y="2516758"/>
                </a:cubicBezTo>
                <a:cubicBezTo>
                  <a:pt x="5822791" y="2496690"/>
                  <a:pt x="5817033" y="2465221"/>
                  <a:pt x="5790317" y="2463397"/>
                </a:cubicBezTo>
                <a:cubicBezTo>
                  <a:pt x="5755310" y="2454275"/>
                  <a:pt x="5733891" y="2503760"/>
                  <a:pt x="5761298" y="2524283"/>
                </a:cubicBezTo>
                <a:cubicBezTo>
                  <a:pt x="5769014" y="2530554"/>
                  <a:pt x="5779263" y="2532834"/>
                  <a:pt x="5788993" y="2531466"/>
                </a:cubicBezTo>
                <a:close/>
                <a:moveTo>
                  <a:pt x="6190742" y="2531548"/>
                </a:moveTo>
                <a:cubicBezTo>
                  <a:pt x="6212383" y="2531915"/>
                  <a:pt x="6234855" y="2512018"/>
                  <a:pt x="6228032" y="2488366"/>
                </a:cubicBezTo>
                <a:cubicBezTo>
                  <a:pt x="6224621" y="2456831"/>
                  <a:pt x="6173678" y="2452687"/>
                  <a:pt x="6162079" y="2480310"/>
                </a:cubicBezTo>
                <a:cubicBezTo>
                  <a:pt x="6156166" y="2494581"/>
                  <a:pt x="6157758" y="2514147"/>
                  <a:pt x="6170494" y="2523815"/>
                </a:cubicBezTo>
                <a:cubicBezTo>
                  <a:pt x="6176407" y="2529052"/>
                  <a:pt x="6183528" y="2531426"/>
                  <a:pt x="6190742" y="2531548"/>
                </a:cubicBezTo>
                <a:close/>
                <a:moveTo>
                  <a:pt x="1467187" y="2531564"/>
                </a:moveTo>
                <a:cubicBezTo>
                  <a:pt x="1486320" y="2531649"/>
                  <a:pt x="1505031" y="2515875"/>
                  <a:pt x="1500720" y="2494899"/>
                </a:cubicBezTo>
                <a:cubicBezTo>
                  <a:pt x="1504628" y="2470991"/>
                  <a:pt x="1477497" y="2459037"/>
                  <a:pt x="1457260" y="2465127"/>
                </a:cubicBezTo>
                <a:cubicBezTo>
                  <a:pt x="1428518" y="2469187"/>
                  <a:pt x="1423920" y="2513394"/>
                  <a:pt x="1448751" y="2525799"/>
                </a:cubicBezTo>
                <a:cubicBezTo>
                  <a:pt x="1454386" y="2529746"/>
                  <a:pt x="1460809" y="2531536"/>
                  <a:pt x="1467187" y="2531564"/>
                </a:cubicBezTo>
                <a:close/>
                <a:moveTo>
                  <a:pt x="6499655" y="2531589"/>
                </a:moveTo>
                <a:cubicBezTo>
                  <a:pt x="6516942" y="2532596"/>
                  <a:pt x="6535030" y="2522350"/>
                  <a:pt x="6535543" y="2502974"/>
                </a:cubicBezTo>
                <a:cubicBezTo>
                  <a:pt x="6541929" y="2476909"/>
                  <a:pt x="6515018" y="2454274"/>
                  <a:pt x="6490387" y="2464791"/>
                </a:cubicBezTo>
                <a:cubicBezTo>
                  <a:pt x="6462563" y="2470050"/>
                  <a:pt x="6460966" y="2514634"/>
                  <a:pt x="6483317" y="2526752"/>
                </a:cubicBezTo>
                <a:cubicBezTo>
                  <a:pt x="6488220" y="2529667"/>
                  <a:pt x="6493893" y="2531253"/>
                  <a:pt x="6499655" y="2531589"/>
                </a:cubicBezTo>
                <a:close/>
                <a:moveTo>
                  <a:pt x="6296725" y="2531609"/>
                </a:moveTo>
                <a:cubicBezTo>
                  <a:pt x="6318831" y="2531095"/>
                  <a:pt x="6340519" y="2510144"/>
                  <a:pt x="6331604" y="2486493"/>
                </a:cubicBezTo>
                <a:cubicBezTo>
                  <a:pt x="6325660" y="2457016"/>
                  <a:pt x="6277883" y="2454274"/>
                  <a:pt x="6265996" y="2480552"/>
                </a:cubicBezTo>
                <a:cubicBezTo>
                  <a:pt x="6257766" y="2494948"/>
                  <a:pt x="6262567" y="2514599"/>
                  <a:pt x="6275597" y="2524654"/>
                </a:cubicBezTo>
                <a:cubicBezTo>
                  <a:pt x="6281941" y="2529681"/>
                  <a:pt x="6289356" y="2531780"/>
                  <a:pt x="6296725" y="2531609"/>
                </a:cubicBezTo>
                <a:close/>
                <a:moveTo>
                  <a:pt x="4239364" y="2531651"/>
                </a:moveTo>
                <a:cubicBezTo>
                  <a:pt x="4256707" y="2532247"/>
                  <a:pt x="4274275" y="2519703"/>
                  <a:pt x="4277004" y="2501673"/>
                </a:cubicBezTo>
                <a:cubicBezTo>
                  <a:pt x="4282916" y="2474686"/>
                  <a:pt x="4246758" y="2454275"/>
                  <a:pt x="4224472" y="2467202"/>
                </a:cubicBezTo>
                <a:cubicBezTo>
                  <a:pt x="4200821" y="2476727"/>
                  <a:pt x="4200366" y="2515280"/>
                  <a:pt x="4222652" y="2526393"/>
                </a:cubicBezTo>
                <a:cubicBezTo>
                  <a:pt x="4227826" y="2529795"/>
                  <a:pt x="4233582" y="2531453"/>
                  <a:pt x="4239364" y="2531651"/>
                </a:cubicBezTo>
                <a:close/>
                <a:moveTo>
                  <a:pt x="5987253" y="2531667"/>
                </a:moveTo>
                <a:cubicBezTo>
                  <a:pt x="6006559" y="2531903"/>
                  <a:pt x="6026153" y="2516391"/>
                  <a:pt x="6021875" y="2494966"/>
                </a:cubicBezTo>
                <a:cubicBezTo>
                  <a:pt x="6025069" y="2463428"/>
                  <a:pt x="5980347" y="2452687"/>
                  <a:pt x="5962550" y="2474169"/>
                </a:cubicBezTo>
                <a:cubicBezTo>
                  <a:pt x="5952966" y="2489710"/>
                  <a:pt x="5953651" y="2514163"/>
                  <a:pt x="5968938" y="2525818"/>
                </a:cubicBezTo>
                <a:cubicBezTo>
                  <a:pt x="5974415" y="2529760"/>
                  <a:pt x="5980818" y="2531589"/>
                  <a:pt x="5987253" y="2531667"/>
                </a:cubicBezTo>
                <a:close/>
                <a:moveTo>
                  <a:pt x="6806421" y="2531675"/>
                </a:moveTo>
                <a:cubicBezTo>
                  <a:pt x="6824167" y="2533620"/>
                  <a:pt x="6843453" y="2522602"/>
                  <a:pt x="6844650" y="2502899"/>
                </a:cubicBezTo>
                <a:cubicBezTo>
                  <a:pt x="6851492" y="2477089"/>
                  <a:pt x="6822528" y="2454275"/>
                  <a:pt x="6799037" y="2464184"/>
                </a:cubicBezTo>
                <a:cubicBezTo>
                  <a:pt x="6772810" y="2471328"/>
                  <a:pt x="6770529" y="2509351"/>
                  <a:pt x="6789915" y="2525252"/>
                </a:cubicBezTo>
                <a:cubicBezTo>
                  <a:pt x="6794761" y="2528939"/>
                  <a:pt x="6800506" y="2531027"/>
                  <a:pt x="6806421" y="2531675"/>
                </a:cubicBezTo>
                <a:close/>
                <a:moveTo>
                  <a:pt x="6398101" y="2531711"/>
                </a:moveTo>
                <a:cubicBezTo>
                  <a:pt x="6417566" y="2532323"/>
                  <a:pt x="6437788" y="2517247"/>
                  <a:pt x="6434929" y="2495083"/>
                </a:cubicBezTo>
                <a:cubicBezTo>
                  <a:pt x="6435826" y="2463699"/>
                  <a:pt x="6392327" y="2451099"/>
                  <a:pt x="6374165" y="2474237"/>
                </a:cubicBezTo>
                <a:cubicBezTo>
                  <a:pt x="6359366" y="2488211"/>
                  <a:pt x="6363851" y="2514784"/>
                  <a:pt x="6379771" y="2525551"/>
                </a:cubicBezTo>
                <a:cubicBezTo>
                  <a:pt x="6385208" y="2529560"/>
                  <a:pt x="6391612" y="2531507"/>
                  <a:pt x="6398101" y="2531711"/>
                </a:cubicBezTo>
                <a:close/>
                <a:moveTo>
                  <a:pt x="1877987" y="2531738"/>
                </a:moveTo>
                <a:cubicBezTo>
                  <a:pt x="1896933" y="2531620"/>
                  <a:pt x="1914660" y="2515811"/>
                  <a:pt x="1913974" y="2494846"/>
                </a:cubicBezTo>
                <a:cubicBezTo>
                  <a:pt x="1916036" y="2463227"/>
                  <a:pt x="1870948" y="2452687"/>
                  <a:pt x="1851718" y="2472621"/>
                </a:cubicBezTo>
                <a:cubicBezTo>
                  <a:pt x="1841416" y="2488660"/>
                  <a:pt x="1841416" y="2516154"/>
                  <a:pt x="1859269" y="2526236"/>
                </a:cubicBezTo>
                <a:cubicBezTo>
                  <a:pt x="1865218" y="2530074"/>
                  <a:pt x="1871673" y="2531778"/>
                  <a:pt x="1877987" y="2531738"/>
                </a:cubicBezTo>
                <a:close/>
                <a:moveTo>
                  <a:pt x="7216847" y="2531776"/>
                </a:moveTo>
                <a:cubicBezTo>
                  <a:pt x="7234759" y="2534027"/>
                  <a:pt x="7254490" y="2523481"/>
                  <a:pt x="7255850" y="2503418"/>
                </a:cubicBezTo>
                <a:cubicBezTo>
                  <a:pt x="7262654" y="2478954"/>
                  <a:pt x="7237027" y="2455862"/>
                  <a:pt x="7213895" y="2464779"/>
                </a:cubicBezTo>
                <a:cubicBezTo>
                  <a:pt x="7185093" y="2467751"/>
                  <a:pt x="7181691" y="2508448"/>
                  <a:pt x="7200288" y="2525139"/>
                </a:cubicBezTo>
                <a:cubicBezTo>
                  <a:pt x="7205107" y="2528854"/>
                  <a:pt x="7210876" y="2531026"/>
                  <a:pt x="7216847" y="2531776"/>
                </a:cubicBezTo>
                <a:close/>
                <a:moveTo>
                  <a:pt x="5881552" y="2531786"/>
                </a:moveTo>
                <a:cubicBezTo>
                  <a:pt x="5899086" y="2533449"/>
                  <a:pt x="5917956" y="2522321"/>
                  <a:pt x="5919652" y="2503391"/>
                </a:cubicBezTo>
                <a:cubicBezTo>
                  <a:pt x="5927567" y="2477469"/>
                  <a:pt x="5897489" y="2454275"/>
                  <a:pt x="5873969" y="2465417"/>
                </a:cubicBezTo>
                <a:cubicBezTo>
                  <a:pt x="5848866" y="2472693"/>
                  <a:pt x="5846604" y="2510440"/>
                  <a:pt x="5865149" y="2525675"/>
                </a:cubicBezTo>
                <a:cubicBezTo>
                  <a:pt x="5870011" y="2529256"/>
                  <a:pt x="5875707" y="2531231"/>
                  <a:pt x="5881552" y="2531786"/>
                </a:cubicBezTo>
                <a:close/>
                <a:moveTo>
                  <a:pt x="4757838" y="2531786"/>
                </a:moveTo>
                <a:cubicBezTo>
                  <a:pt x="4778086" y="2530009"/>
                  <a:pt x="4796859" y="2509981"/>
                  <a:pt x="4790872" y="2488273"/>
                </a:cubicBezTo>
                <a:cubicBezTo>
                  <a:pt x="4786995" y="2461396"/>
                  <a:pt x="4748452" y="2454275"/>
                  <a:pt x="4730435" y="2471504"/>
                </a:cubicBezTo>
                <a:cubicBezTo>
                  <a:pt x="4717891" y="2488273"/>
                  <a:pt x="4719944" y="2514920"/>
                  <a:pt x="4737961" y="2526865"/>
                </a:cubicBezTo>
                <a:cubicBezTo>
                  <a:pt x="4744176" y="2530943"/>
                  <a:pt x="4751089" y="2532378"/>
                  <a:pt x="4757838" y="2531786"/>
                </a:cubicBezTo>
                <a:close/>
                <a:moveTo>
                  <a:pt x="1983014" y="2531792"/>
                </a:moveTo>
                <a:cubicBezTo>
                  <a:pt x="2003397" y="2530285"/>
                  <a:pt x="2022025" y="2510563"/>
                  <a:pt x="2016147" y="2488515"/>
                </a:cubicBezTo>
                <a:cubicBezTo>
                  <a:pt x="2010844" y="2457051"/>
                  <a:pt x="1960132" y="2452687"/>
                  <a:pt x="1948373" y="2481395"/>
                </a:cubicBezTo>
                <a:cubicBezTo>
                  <a:pt x="1939852" y="2497931"/>
                  <a:pt x="1947222" y="2517682"/>
                  <a:pt x="1962899" y="2526639"/>
                </a:cubicBezTo>
                <a:cubicBezTo>
                  <a:pt x="1969234" y="2530773"/>
                  <a:pt x="1976221" y="2532295"/>
                  <a:pt x="1983014" y="2531792"/>
                </a:cubicBezTo>
                <a:close/>
                <a:moveTo>
                  <a:pt x="4338693" y="2531842"/>
                </a:moveTo>
                <a:cubicBezTo>
                  <a:pt x="4357113" y="2534578"/>
                  <a:pt x="4378092" y="2522589"/>
                  <a:pt x="4378604" y="2501737"/>
                </a:cubicBezTo>
                <a:cubicBezTo>
                  <a:pt x="4384516" y="2477178"/>
                  <a:pt x="4358364" y="2455862"/>
                  <a:pt x="4335850" y="2463508"/>
                </a:cubicBezTo>
                <a:cubicBezTo>
                  <a:pt x="4307879" y="2466983"/>
                  <a:pt x="4301966" y="2507297"/>
                  <a:pt x="4321978" y="2523979"/>
                </a:cubicBezTo>
                <a:cubicBezTo>
                  <a:pt x="4326697" y="2528381"/>
                  <a:pt x="4332553" y="2530929"/>
                  <a:pt x="4338693" y="2531842"/>
                </a:cubicBezTo>
                <a:close/>
                <a:moveTo>
                  <a:pt x="7120990" y="2531936"/>
                </a:moveTo>
                <a:cubicBezTo>
                  <a:pt x="7141325" y="2530508"/>
                  <a:pt x="7160324" y="2511031"/>
                  <a:pt x="7153369" y="2488698"/>
                </a:cubicBezTo>
                <a:cubicBezTo>
                  <a:pt x="7149524" y="2458920"/>
                  <a:pt x="7105419" y="2452687"/>
                  <a:pt x="7090491" y="2476232"/>
                </a:cubicBezTo>
                <a:cubicBezTo>
                  <a:pt x="7078504" y="2491929"/>
                  <a:pt x="7084158" y="2517552"/>
                  <a:pt x="7101122" y="2526786"/>
                </a:cubicBezTo>
                <a:cubicBezTo>
                  <a:pt x="7107285" y="2530883"/>
                  <a:pt x="7114212" y="2532412"/>
                  <a:pt x="7120990" y="2531936"/>
                </a:cubicBezTo>
                <a:close/>
                <a:moveTo>
                  <a:pt x="6912494" y="2532010"/>
                </a:moveTo>
                <a:cubicBezTo>
                  <a:pt x="6931157" y="2531497"/>
                  <a:pt x="6949189" y="2515593"/>
                  <a:pt x="6947676" y="2495072"/>
                </a:cubicBezTo>
                <a:cubicBezTo>
                  <a:pt x="6949917" y="2470218"/>
                  <a:pt x="6920551" y="2457449"/>
                  <a:pt x="6900599" y="2465202"/>
                </a:cubicBezTo>
                <a:cubicBezTo>
                  <a:pt x="6874819" y="2472498"/>
                  <a:pt x="6872129" y="2513541"/>
                  <a:pt x="6894322" y="2526994"/>
                </a:cubicBezTo>
                <a:cubicBezTo>
                  <a:pt x="6899983" y="2530642"/>
                  <a:pt x="6906274" y="2532181"/>
                  <a:pt x="6912494" y="2532010"/>
                </a:cubicBezTo>
                <a:close/>
                <a:moveTo>
                  <a:pt x="7016531" y="2532047"/>
                </a:moveTo>
                <a:cubicBezTo>
                  <a:pt x="7035981" y="2531629"/>
                  <a:pt x="7055302" y="2515812"/>
                  <a:pt x="7052369" y="2494724"/>
                </a:cubicBezTo>
                <a:cubicBezTo>
                  <a:pt x="7053979" y="2467978"/>
                  <a:pt x="7019938" y="2455862"/>
                  <a:pt x="6999237" y="2467292"/>
                </a:cubicBezTo>
                <a:cubicBezTo>
                  <a:pt x="6975316" y="2477351"/>
                  <a:pt x="6975776" y="2515298"/>
                  <a:pt x="6997857" y="2526957"/>
                </a:cubicBezTo>
                <a:cubicBezTo>
                  <a:pt x="7003550" y="2530614"/>
                  <a:pt x="7010048" y="2532186"/>
                  <a:pt x="7016531" y="2532047"/>
                </a:cubicBezTo>
                <a:close/>
                <a:moveTo>
                  <a:pt x="6091116" y="2532076"/>
                </a:moveTo>
                <a:cubicBezTo>
                  <a:pt x="6109989" y="2531895"/>
                  <a:pt x="6128381" y="2516461"/>
                  <a:pt x="6125986" y="2495655"/>
                </a:cubicBezTo>
                <a:cubicBezTo>
                  <a:pt x="6126898" y="2469960"/>
                  <a:pt x="6094962" y="2455862"/>
                  <a:pt x="6074203" y="2467231"/>
                </a:cubicBezTo>
                <a:cubicBezTo>
                  <a:pt x="6051391" y="2477464"/>
                  <a:pt x="6052532" y="2514983"/>
                  <a:pt x="6072834" y="2526807"/>
                </a:cubicBezTo>
                <a:cubicBezTo>
                  <a:pt x="6078480" y="2530502"/>
                  <a:pt x="6084825" y="2532136"/>
                  <a:pt x="6091116" y="2532076"/>
                </a:cubicBezTo>
                <a:close/>
                <a:moveTo>
                  <a:pt x="5270621" y="2532094"/>
                </a:moveTo>
                <a:cubicBezTo>
                  <a:pt x="5288983" y="2531547"/>
                  <a:pt x="5306001" y="2515691"/>
                  <a:pt x="5303442" y="2495066"/>
                </a:cubicBezTo>
                <a:cubicBezTo>
                  <a:pt x="5304579" y="2464816"/>
                  <a:pt x="5264316" y="2454274"/>
                  <a:pt x="5244525" y="2472378"/>
                </a:cubicBezTo>
                <a:cubicBezTo>
                  <a:pt x="5232241" y="2489108"/>
                  <a:pt x="5235426" y="2514774"/>
                  <a:pt x="5252487" y="2527150"/>
                </a:cubicBezTo>
                <a:cubicBezTo>
                  <a:pt x="5258231" y="2530759"/>
                  <a:pt x="5264501" y="2532277"/>
                  <a:pt x="5270621" y="2532094"/>
                </a:cubicBezTo>
                <a:close/>
                <a:moveTo>
                  <a:pt x="4652865" y="2532169"/>
                </a:moveTo>
                <a:cubicBezTo>
                  <a:pt x="4671798" y="2531881"/>
                  <a:pt x="4689997" y="2516406"/>
                  <a:pt x="4687276" y="2495432"/>
                </a:cubicBezTo>
                <a:cubicBezTo>
                  <a:pt x="4689090" y="2463828"/>
                  <a:pt x="4644867" y="2452687"/>
                  <a:pt x="4626270" y="2474060"/>
                </a:cubicBezTo>
                <a:cubicBezTo>
                  <a:pt x="4614704" y="2490202"/>
                  <a:pt x="4617199" y="2515895"/>
                  <a:pt x="4634435" y="2527036"/>
                </a:cubicBezTo>
                <a:cubicBezTo>
                  <a:pt x="4640161" y="2530673"/>
                  <a:pt x="4646554" y="2532265"/>
                  <a:pt x="4652865" y="2532169"/>
                </a:cubicBezTo>
                <a:close/>
                <a:moveTo>
                  <a:pt x="6604119" y="2532260"/>
                </a:moveTo>
                <a:cubicBezTo>
                  <a:pt x="6621659" y="2532811"/>
                  <a:pt x="6639391" y="2520752"/>
                  <a:pt x="6639901" y="2501043"/>
                </a:cubicBezTo>
                <a:cubicBezTo>
                  <a:pt x="6645117" y="2475917"/>
                  <a:pt x="6618130" y="2455862"/>
                  <a:pt x="6595451" y="2463700"/>
                </a:cubicBezTo>
                <a:cubicBezTo>
                  <a:pt x="6567783" y="2470154"/>
                  <a:pt x="6564154" y="2513030"/>
                  <a:pt x="6587287" y="2527322"/>
                </a:cubicBezTo>
                <a:cubicBezTo>
                  <a:pt x="6592446" y="2530491"/>
                  <a:pt x="6598272" y="2532076"/>
                  <a:pt x="6604119" y="2532260"/>
                </a:cubicBezTo>
                <a:close/>
                <a:moveTo>
                  <a:pt x="1568433" y="2532332"/>
                </a:moveTo>
                <a:cubicBezTo>
                  <a:pt x="1590839" y="2532440"/>
                  <a:pt x="1612888" y="2511012"/>
                  <a:pt x="1603550" y="2486201"/>
                </a:cubicBezTo>
                <a:cubicBezTo>
                  <a:pt x="1597785" y="2457977"/>
                  <a:pt x="1557434" y="2454275"/>
                  <a:pt x="1541524" y="2475327"/>
                </a:cubicBezTo>
                <a:cubicBezTo>
                  <a:pt x="1533454" y="2490596"/>
                  <a:pt x="1534146" y="2511880"/>
                  <a:pt x="1547058" y="2524372"/>
                </a:cubicBezTo>
                <a:cubicBezTo>
                  <a:pt x="1553456" y="2529867"/>
                  <a:pt x="1560965" y="2532296"/>
                  <a:pt x="1568433" y="2532332"/>
                </a:cubicBezTo>
                <a:close/>
                <a:moveTo>
                  <a:pt x="2184982" y="2532499"/>
                </a:moveTo>
                <a:cubicBezTo>
                  <a:pt x="2204730" y="2533294"/>
                  <a:pt x="2224509" y="2517399"/>
                  <a:pt x="2221251" y="2495059"/>
                </a:cubicBezTo>
                <a:cubicBezTo>
                  <a:pt x="2223084" y="2462524"/>
                  <a:pt x="2177999" y="2454275"/>
                  <a:pt x="2159234" y="2474438"/>
                </a:cubicBezTo>
                <a:cubicBezTo>
                  <a:pt x="2149395" y="2490018"/>
                  <a:pt x="2149624" y="2514535"/>
                  <a:pt x="2166098" y="2525762"/>
                </a:cubicBezTo>
                <a:cubicBezTo>
                  <a:pt x="2171820" y="2530115"/>
                  <a:pt x="2178398" y="2532234"/>
                  <a:pt x="2184982" y="2532499"/>
                </a:cubicBezTo>
                <a:close/>
                <a:moveTo>
                  <a:pt x="7631492" y="2535237"/>
                </a:moveTo>
                <a:cubicBezTo>
                  <a:pt x="7650932" y="2527861"/>
                  <a:pt x="7675404" y="2512647"/>
                  <a:pt x="7667399" y="2487521"/>
                </a:cubicBezTo>
                <a:cubicBezTo>
                  <a:pt x="7660767" y="2451099"/>
                  <a:pt x="7594898" y="2455709"/>
                  <a:pt x="7598786" y="2494666"/>
                </a:cubicBezTo>
                <a:cubicBezTo>
                  <a:pt x="7594441" y="2516796"/>
                  <a:pt x="7614110" y="2528552"/>
                  <a:pt x="7631492" y="2535237"/>
                </a:cubicBezTo>
                <a:close/>
                <a:moveTo>
                  <a:pt x="4960766" y="2535237"/>
                </a:moveTo>
                <a:cubicBezTo>
                  <a:pt x="4979695" y="2528552"/>
                  <a:pt x="5003642" y="2512416"/>
                  <a:pt x="4995432" y="2488673"/>
                </a:cubicBezTo>
                <a:cubicBezTo>
                  <a:pt x="4988590" y="2451099"/>
                  <a:pt x="4923820" y="2455940"/>
                  <a:pt x="4926100" y="2495358"/>
                </a:cubicBezTo>
                <a:cubicBezTo>
                  <a:pt x="4922679" y="2517948"/>
                  <a:pt x="4943661" y="2528322"/>
                  <a:pt x="4960766" y="2535237"/>
                </a:cubicBezTo>
                <a:close/>
                <a:moveTo>
                  <a:pt x="8037668" y="2620055"/>
                </a:moveTo>
                <a:cubicBezTo>
                  <a:pt x="8064293" y="2632075"/>
                  <a:pt x="8078629" y="2582182"/>
                  <a:pt x="8049729" y="2579007"/>
                </a:cubicBezTo>
                <a:cubicBezTo>
                  <a:pt x="8023332" y="2570162"/>
                  <a:pt x="8011954" y="2613025"/>
                  <a:pt x="8037668" y="2620055"/>
                </a:cubicBezTo>
                <a:close/>
                <a:moveTo>
                  <a:pt x="5384540" y="2621981"/>
                </a:moveTo>
                <a:cubicBezTo>
                  <a:pt x="5392514" y="2618114"/>
                  <a:pt x="5398116" y="2610439"/>
                  <a:pt x="5396859" y="2599785"/>
                </a:cubicBezTo>
                <a:cubicBezTo>
                  <a:pt x="5400517" y="2572519"/>
                  <a:pt x="5360960" y="2563812"/>
                  <a:pt x="5348613" y="2585808"/>
                </a:cubicBezTo>
                <a:cubicBezTo>
                  <a:pt x="5347241" y="2597493"/>
                  <a:pt x="5344954" y="2615823"/>
                  <a:pt x="5357988" y="2621322"/>
                </a:cubicBezTo>
                <a:cubicBezTo>
                  <a:pt x="5366219" y="2625905"/>
                  <a:pt x="5376566" y="2625847"/>
                  <a:pt x="5384540" y="2621981"/>
                </a:cubicBezTo>
                <a:close/>
                <a:moveTo>
                  <a:pt x="7440624" y="2631921"/>
                </a:moveTo>
                <a:cubicBezTo>
                  <a:pt x="7450973" y="2628116"/>
                  <a:pt x="7459126" y="2620053"/>
                  <a:pt x="7459924" y="2607762"/>
                </a:cubicBezTo>
                <a:cubicBezTo>
                  <a:pt x="7465854" y="2585435"/>
                  <a:pt x="7446468" y="2559049"/>
                  <a:pt x="7422066" y="2564236"/>
                </a:cubicBezTo>
                <a:cubicBezTo>
                  <a:pt x="7392873" y="2569198"/>
                  <a:pt x="7384891" y="2614528"/>
                  <a:pt x="7408154" y="2630540"/>
                </a:cubicBezTo>
                <a:cubicBezTo>
                  <a:pt x="7417733" y="2635276"/>
                  <a:pt x="7430276" y="2635727"/>
                  <a:pt x="7440624" y="2631921"/>
                </a:cubicBezTo>
                <a:close/>
                <a:moveTo>
                  <a:pt x="6103781" y="2632624"/>
                </a:moveTo>
                <a:cubicBezTo>
                  <a:pt x="6113417" y="2629967"/>
                  <a:pt x="6121661" y="2623680"/>
                  <a:pt x="6124617" y="2613279"/>
                </a:cubicBezTo>
                <a:cubicBezTo>
                  <a:pt x="6133941" y="2587905"/>
                  <a:pt x="6108926" y="2552700"/>
                  <a:pt x="6081182" y="2565045"/>
                </a:cubicBezTo>
                <a:cubicBezTo>
                  <a:pt x="6052756" y="2571903"/>
                  <a:pt x="6051391" y="2616708"/>
                  <a:pt x="6074587" y="2630196"/>
                </a:cubicBezTo>
                <a:cubicBezTo>
                  <a:pt x="6083115" y="2634310"/>
                  <a:pt x="6094144" y="2635282"/>
                  <a:pt x="6103781" y="2632624"/>
                </a:cubicBezTo>
                <a:close/>
                <a:moveTo>
                  <a:pt x="1476923" y="2632686"/>
                </a:moveTo>
                <a:cubicBezTo>
                  <a:pt x="1487980" y="2630263"/>
                  <a:pt x="1497515" y="2623023"/>
                  <a:pt x="1500042" y="2611051"/>
                </a:cubicBezTo>
                <a:cubicBezTo>
                  <a:pt x="1506475" y="2590756"/>
                  <a:pt x="1494988" y="2564759"/>
                  <a:pt x="1471781" y="2562935"/>
                </a:cubicBezTo>
                <a:cubicBezTo>
                  <a:pt x="1438925" y="2557462"/>
                  <a:pt x="1419166" y="2605350"/>
                  <a:pt x="1444666" y="2625418"/>
                </a:cubicBezTo>
                <a:cubicBezTo>
                  <a:pt x="1453285" y="2632715"/>
                  <a:pt x="1465864" y="2635109"/>
                  <a:pt x="1476923" y="2632686"/>
                </a:cubicBezTo>
                <a:close/>
                <a:moveTo>
                  <a:pt x="1887415" y="2632710"/>
                </a:moveTo>
                <a:cubicBezTo>
                  <a:pt x="1896150" y="2630844"/>
                  <a:pt x="1903951" y="2625982"/>
                  <a:pt x="1908365" y="2617389"/>
                </a:cubicBezTo>
                <a:cubicBezTo>
                  <a:pt x="1923985" y="2594549"/>
                  <a:pt x="1901802" y="2557462"/>
                  <a:pt x="1873983" y="2563794"/>
                </a:cubicBezTo>
                <a:cubicBezTo>
                  <a:pt x="1842765" y="2566508"/>
                  <a:pt x="1835074" y="2615354"/>
                  <a:pt x="1860863" y="2630053"/>
                </a:cubicBezTo>
                <a:cubicBezTo>
                  <a:pt x="1869006" y="2633445"/>
                  <a:pt x="1878675" y="2634576"/>
                  <a:pt x="1887415" y="2632710"/>
                </a:cubicBezTo>
                <a:close/>
                <a:moveTo>
                  <a:pt x="5484670" y="2632886"/>
                </a:moveTo>
                <a:cubicBezTo>
                  <a:pt x="5494404" y="2630127"/>
                  <a:pt x="5502904" y="2623460"/>
                  <a:pt x="5506924" y="2613345"/>
                </a:cubicBezTo>
                <a:cubicBezTo>
                  <a:pt x="5521166" y="2589437"/>
                  <a:pt x="5494060" y="2555874"/>
                  <a:pt x="5467872" y="2563690"/>
                </a:cubicBezTo>
                <a:cubicBezTo>
                  <a:pt x="5437550" y="2567828"/>
                  <a:pt x="5432266" y="2612886"/>
                  <a:pt x="5455008" y="2628978"/>
                </a:cubicBezTo>
                <a:cubicBezTo>
                  <a:pt x="5463967" y="2634495"/>
                  <a:pt x="5474936" y="2635644"/>
                  <a:pt x="5484670" y="2632886"/>
                </a:cubicBezTo>
                <a:close/>
                <a:moveTo>
                  <a:pt x="2300581" y="2633166"/>
                </a:moveTo>
                <a:cubicBezTo>
                  <a:pt x="2310519" y="2630158"/>
                  <a:pt x="2318881" y="2623168"/>
                  <a:pt x="2321631" y="2612054"/>
                </a:cubicBezTo>
                <a:cubicBezTo>
                  <a:pt x="2333547" y="2585928"/>
                  <a:pt x="2303530" y="2552699"/>
                  <a:pt x="2276721" y="2566449"/>
                </a:cubicBezTo>
                <a:cubicBezTo>
                  <a:pt x="2250815" y="2575387"/>
                  <a:pt x="2247834" y="2616179"/>
                  <a:pt x="2270072" y="2630387"/>
                </a:cubicBezTo>
                <a:cubicBezTo>
                  <a:pt x="2279127" y="2635200"/>
                  <a:pt x="2290640" y="2636173"/>
                  <a:pt x="2300581" y="2633166"/>
                </a:cubicBezTo>
                <a:close/>
                <a:moveTo>
                  <a:pt x="6000319" y="2633388"/>
                </a:moveTo>
                <a:cubicBezTo>
                  <a:pt x="6009991" y="2630377"/>
                  <a:pt x="6018032" y="2623380"/>
                  <a:pt x="6020619" y="2612024"/>
                </a:cubicBezTo>
                <a:cubicBezTo>
                  <a:pt x="6029166" y="2588625"/>
                  <a:pt x="6009822" y="2560637"/>
                  <a:pt x="5984630" y="2563619"/>
                </a:cubicBezTo>
                <a:cubicBezTo>
                  <a:pt x="5954714" y="2567749"/>
                  <a:pt x="5946616" y="2613860"/>
                  <a:pt x="5970234" y="2630836"/>
                </a:cubicBezTo>
                <a:cubicBezTo>
                  <a:pt x="5979344" y="2635424"/>
                  <a:pt x="5990647" y="2636399"/>
                  <a:pt x="6000319" y="2633388"/>
                </a:cubicBezTo>
                <a:close/>
                <a:moveTo>
                  <a:pt x="7952734" y="2633492"/>
                </a:moveTo>
                <a:cubicBezTo>
                  <a:pt x="7962341" y="2630706"/>
                  <a:pt x="7970413" y="2623928"/>
                  <a:pt x="7972914" y="2612899"/>
                </a:cubicBezTo>
                <a:cubicBezTo>
                  <a:pt x="7984966" y="2587165"/>
                  <a:pt x="7956315" y="2552699"/>
                  <a:pt x="7929484" y="2566026"/>
                </a:cubicBezTo>
                <a:cubicBezTo>
                  <a:pt x="7903107" y="2573838"/>
                  <a:pt x="7899241" y="2617265"/>
                  <a:pt x="7923344" y="2630132"/>
                </a:cubicBezTo>
                <a:cubicBezTo>
                  <a:pt x="7931985" y="2635072"/>
                  <a:pt x="7943126" y="2636278"/>
                  <a:pt x="7952734" y="2633492"/>
                </a:cubicBezTo>
                <a:close/>
                <a:moveTo>
                  <a:pt x="1771420" y="2633648"/>
                </a:moveTo>
                <a:cubicBezTo>
                  <a:pt x="1788356" y="2635572"/>
                  <a:pt x="1806834" y="2625183"/>
                  <a:pt x="1808720" y="2606714"/>
                </a:cubicBezTo>
                <a:cubicBezTo>
                  <a:pt x="1814437" y="2583912"/>
                  <a:pt x="1792942" y="2557462"/>
                  <a:pt x="1768705" y="2563619"/>
                </a:cubicBezTo>
                <a:cubicBezTo>
                  <a:pt x="1738293" y="2566355"/>
                  <a:pt x="1731890" y="2612186"/>
                  <a:pt x="1755671" y="2627463"/>
                </a:cubicBezTo>
                <a:cubicBezTo>
                  <a:pt x="1760302" y="2630997"/>
                  <a:pt x="1765775" y="2633007"/>
                  <a:pt x="1771420" y="2633648"/>
                </a:cubicBezTo>
                <a:close/>
                <a:moveTo>
                  <a:pt x="5892228" y="2633662"/>
                </a:moveTo>
                <a:cubicBezTo>
                  <a:pt x="5901419" y="2632546"/>
                  <a:pt x="5909895" y="2628256"/>
                  <a:pt x="5914706" y="2619675"/>
                </a:cubicBezTo>
                <a:cubicBezTo>
                  <a:pt x="5930742" y="2597936"/>
                  <a:pt x="5914477" y="2562468"/>
                  <a:pt x="5886529" y="2562697"/>
                </a:cubicBezTo>
                <a:cubicBezTo>
                  <a:pt x="5853312" y="2560637"/>
                  <a:pt x="5840254" y="2610064"/>
                  <a:pt x="5865453" y="2628599"/>
                </a:cubicBezTo>
                <a:cubicBezTo>
                  <a:pt x="5873128" y="2632718"/>
                  <a:pt x="5883036" y="2634778"/>
                  <a:pt x="5892228" y="2633662"/>
                </a:cubicBezTo>
                <a:close/>
                <a:moveTo>
                  <a:pt x="1257629" y="2633779"/>
                </a:moveTo>
                <a:cubicBezTo>
                  <a:pt x="1274637" y="2635550"/>
                  <a:pt x="1293302" y="2625202"/>
                  <a:pt x="1296024" y="2607221"/>
                </a:cubicBezTo>
                <a:cubicBezTo>
                  <a:pt x="1301693" y="2583925"/>
                  <a:pt x="1278562" y="2557462"/>
                  <a:pt x="1254299" y="2564926"/>
                </a:cubicBezTo>
                <a:cubicBezTo>
                  <a:pt x="1224589" y="2568997"/>
                  <a:pt x="1215974" y="2612423"/>
                  <a:pt x="1241827" y="2627803"/>
                </a:cubicBezTo>
                <a:cubicBezTo>
                  <a:pt x="1246475" y="2631253"/>
                  <a:pt x="1251961" y="2633189"/>
                  <a:pt x="1257629" y="2633779"/>
                </a:cubicBezTo>
                <a:close/>
                <a:moveTo>
                  <a:pt x="6605333" y="2634042"/>
                </a:moveTo>
                <a:cubicBezTo>
                  <a:pt x="6624169" y="2633308"/>
                  <a:pt x="6642033" y="2619658"/>
                  <a:pt x="6638926" y="2598737"/>
                </a:cubicBezTo>
                <a:cubicBezTo>
                  <a:pt x="6643529" y="2568348"/>
                  <a:pt x="6603254" y="2554287"/>
                  <a:pt x="6581851" y="2571069"/>
                </a:cubicBezTo>
                <a:cubicBezTo>
                  <a:pt x="6565741" y="2587398"/>
                  <a:pt x="6567352" y="2617561"/>
                  <a:pt x="6586914" y="2630261"/>
                </a:cubicBezTo>
                <a:cubicBezTo>
                  <a:pt x="6592668" y="2633096"/>
                  <a:pt x="6599054" y="2634286"/>
                  <a:pt x="6605333" y="2634042"/>
                </a:cubicBezTo>
                <a:close/>
                <a:moveTo>
                  <a:pt x="6715868" y="2634149"/>
                </a:moveTo>
                <a:cubicBezTo>
                  <a:pt x="6723996" y="2632848"/>
                  <a:pt x="6731420" y="2628975"/>
                  <a:pt x="6736144" y="2621113"/>
                </a:cubicBezTo>
                <a:cubicBezTo>
                  <a:pt x="6746717" y="2600765"/>
                  <a:pt x="6740868" y="2566542"/>
                  <a:pt x="6714322" y="2563999"/>
                </a:cubicBezTo>
                <a:cubicBezTo>
                  <a:pt x="6677652" y="2554287"/>
                  <a:pt x="6662579" y="2613714"/>
                  <a:pt x="6691375" y="2631750"/>
                </a:cubicBezTo>
                <a:cubicBezTo>
                  <a:pt x="6698911" y="2634178"/>
                  <a:pt x="6707742" y="2635450"/>
                  <a:pt x="6715868" y="2634149"/>
                </a:cubicBezTo>
                <a:close/>
                <a:moveTo>
                  <a:pt x="6911904" y="2634155"/>
                </a:moveTo>
                <a:cubicBezTo>
                  <a:pt x="6930225" y="2634476"/>
                  <a:pt x="6948483" y="2618449"/>
                  <a:pt x="6947628" y="2598961"/>
                </a:cubicBezTo>
                <a:cubicBezTo>
                  <a:pt x="6951504" y="2574345"/>
                  <a:pt x="6921175" y="2554287"/>
                  <a:pt x="6899968" y="2565912"/>
                </a:cubicBezTo>
                <a:cubicBezTo>
                  <a:pt x="6873971" y="2575257"/>
                  <a:pt x="6868954" y="2614688"/>
                  <a:pt x="6894267" y="2627908"/>
                </a:cubicBezTo>
                <a:cubicBezTo>
                  <a:pt x="6899683" y="2632125"/>
                  <a:pt x="6905797" y="2634048"/>
                  <a:pt x="6911904" y="2634155"/>
                </a:cubicBezTo>
                <a:close/>
                <a:moveTo>
                  <a:pt x="7014770" y="2634168"/>
                </a:moveTo>
                <a:cubicBezTo>
                  <a:pt x="7031446" y="2634595"/>
                  <a:pt x="7048251" y="2623127"/>
                  <a:pt x="7051680" y="2605905"/>
                </a:cubicBezTo>
                <a:cubicBezTo>
                  <a:pt x="7059454" y="2577940"/>
                  <a:pt x="7022415" y="2551112"/>
                  <a:pt x="6998865" y="2568619"/>
                </a:cubicBezTo>
                <a:cubicBezTo>
                  <a:pt x="6975774" y="2580441"/>
                  <a:pt x="6975316" y="2617955"/>
                  <a:pt x="6998637" y="2629550"/>
                </a:cubicBezTo>
                <a:cubicBezTo>
                  <a:pt x="7003667" y="2632563"/>
                  <a:pt x="7009211" y="2634026"/>
                  <a:pt x="7014770" y="2634168"/>
                </a:cubicBezTo>
                <a:close/>
                <a:moveTo>
                  <a:pt x="1681186" y="2634191"/>
                </a:moveTo>
                <a:cubicBezTo>
                  <a:pt x="1691308" y="2632098"/>
                  <a:pt x="1700280" y="2625904"/>
                  <a:pt x="1703196" y="2615236"/>
                </a:cubicBezTo>
                <a:cubicBezTo>
                  <a:pt x="1712841" y="2593442"/>
                  <a:pt x="1698934" y="2560637"/>
                  <a:pt x="1672241" y="2564996"/>
                </a:cubicBezTo>
                <a:cubicBezTo>
                  <a:pt x="1639268" y="2561325"/>
                  <a:pt x="1630295" y="2609960"/>
                  <a:pt x="1652278" y="2628542"/>
                </a:cubicBezTo>
                <a:cubicBezTo>
                  <a:pt x="1659792" y="2634277"/>
                  <a:pt x="1671064" y="2636284"/>
                  <a:pt x="1681186" y="2634191"/>
                </a:cubicBezTo>
                <a:close/>
                <a:moveTo>
                  <a:pt x="7223142" y="2634221"/>
                </a:moveTo>
                <a:cubicBezTo>
                  <a:pt x="7241134" y="2633362"/>
                  <a:pt x="7258453" y="2617967"/>
                  <a:pt x="7255374" y="2598628"/>
                </a:cubicBezTo>
                <a:cubicBezTo>
                  <a:pt x="7256970" y="2576236"/>
                  <a:pt x="7233708" y="2557462"/>
                  <a:pt x="7212270" y="2564474"/>
                </a:cubicBezTo>
                <a:cubicBezTo>
                  <a:pt x="7183533" y="2572164"/>
                  <a:pt x="7178516" y="2616949"/>
                  <a:pt x="7205656" y="2629842"/>
                </a:cubicBezTo>
                <a:cubicBezTo>
                  <a:pt x="7211073" y="2633178"/>
                  <a:pt x="7217145" y="2634507"/>
                  <a:pt x="7223142" y="2634221"/>
                </a:cubicBezTo>
                <a:close/>
                <a:moveTo>
                  <a:pt x="7123482" y="2634225"/>
                </a:moveTo>
                <a:cubicBezTo>
                  <a:pt x="7144189" y="2630834"/>
                  <a:pt x="7162397" y="2607844"/>
                  <a:pt x="7152139" y="2586663"/>
                </a:cubicBezTo>
                <a:cubicBezTo>
                  <a:pt x="7145073" y="2561405"/>
                  <a:pt x="7108601" y="2554287"/>
                  <a:pt x="7092417" y="2574952"/>
                </a:cubicBezTo>
                <a:cubicBezTo>
                  <a:pt x="7076916" y="2591714"/>
                  <a:pt x="7083071" y="2619957"/>
                  <a:pt x="7102902" y="2630289"/>
                </a:cubicBezTo>
                <a:cubicBezTo>
                  <a:pt x="7109399" y="2634307"/>
                  <a:pt x="7116579" y="2635355"/>
                  <a:pt x="7123482" y="2634225"/>
                </a:cubicBezTo>
                <a:close/>
                <a:moveTo>
                  <a:pt x="1364156" y="2634267"/>
                </a:moveTo>
                <a:cubicBezTo>
                  <a:pt x="1382748" y="2633871"/>
                  <a:pt x="1401917" y="2619086"/>
                  <a:pt x="1399860" y="2599429"/>
                </a:cubicBezTo>
                <a:cubicBezTo>
                  <a:pt x="1403290" y="2569801"/>
                  <a:pt x="1361204" y="2551112"/>
                  <a:pt x="1341305" y="2573447"/>
                </a:cubicBezTo>
                <a:cubicBezTo>
                  <a:pt x="1323919" y="2588489"/>
                  <a:pt x="1326665" y="2617889"/>
                  <a:pt x="1346567" y="2629513"/>
                </a:cubicBezTo>
                <a:cubicBezTo>
                  <a:pt x="1351826" y="2632931"/>
                  <a:pt x="1357960" y="2634398"/>
                  <a:pt x="1364156" y="2634267"/>
                </a:cubicBezTo>
                <a:close/>
                <a:moveTo>
                  <a:pt x="2186368" y="2634320"/>
                </a:moveTo>
                <a:cubicBezTo>
                  <a:pt x="2214946" y="2638425"/>
                  <a:pt x="2220842" y="2604447"/>
                  <a:pt x="2220616" y="2583012"/>
                </a:cubicBezTo>
                <a:cubicBezTo>
                  <a:pt x="2207462" y="2571838"/>
                  <a:pt x="2189997" y="2555875"/>
                  <a:pt x="2172079" y="2567049"/>
                </a:cubicBezTo>
                <a:cubicBezTo>
                  <a:pt x="2139879" y="2580503"/>
                  <a:pt x="2149630" y="2637285"/>
                  <a:pt x="2186368" y="2634320"/>
                </a:cubicBezTo>
                <a:close/>
                <a:moveTo>
                  <a:pt x="5679359" y="2634332"/>
                </a:moveTo>
                <a:cubicBezTo>
                  <a:pt x="5695817" y="2634268"/>
                  <a:pt x="5711885" y="2622504"/>
                  <a:pt x="5716227" y="2606135"/>
                </a:cubicBezTo>
                <a:cubicBezTo>
                  <a:pt x="5725954" y="2576127"/>
                  <a:pt x="5680098" y="2547937"/>
                  <a:pt x="5658096" y="2572262"/>
                </a:cubicBezTo>
                <a:cubicBezTo>
                  <a:pt x="5638641" y="2587266"/>
                  <a:pt x="5641652" y="2618639"/>
                  <a:pt x="5663191" y="2630233"/>
                </a:cubicBezTo>
                <a:cubicBezTo>
                  <a:pt x="5668344" y="2633075"/>
                  <a:pt x="5673873" y="2634354"/>
                  <a:pt x="5679359" y="2634332"/>
                </a:cubicBezTo>
                <a:close/>
                <a:moveTo>
                  <a:pt x="6502696" y="2634448"/>
                </a:moveTo>
                <a:cubicBezTo>
                  <a:pt x="6521285" y="2634320"/>
                  <a:pt x="6538900" y="2619997"/>
                  <a:pt x="6536649" y="2599535"/>
                </a:cubicBezTo>
                <a:cubicBezTo>
                  <a:pt x="6540342" y="2573161"/>
                  <a:pt x="6506180" y="2552699"/>
                  <a:pt x="6484713" y="2568614"/>
                </a:cubicBezTo>
                <a:cubicBezTo>
                  <a:pt x="6463247" y="2581573"/>
                  <a:pt x="6462554" y="2616814"/>
                  <a:pt x="6484483" y="2629546"/>
                </a:cubicBezTo>
                <a:cubicBezTo>
                  <a:pt x="6490196" y="2632956"/>
                  <a:pt x="6496500" y="2634491"/>
                  <a:pt x="6502696" y="2634448"/>
                </a:cubicBezTo>
                <a:close/>
                <a:moveTo>
                  <a:pt x="4347496" y="2634448"/>
                </a:moveTo>
                <a:cubicBezTo>
                  <a:pt x="4366702" y="2631986"/>
                  <a:pt x="4382769" y="2612547"/>
                  <a:pt x="4377526" y="2591574"/>
                </a:cubicBezTo>
                <a:cubicBezTo>
                  <a:pt x="4375722" y="2559744"/>
                  <a:pt x="4326112" y="2554287"/>
                  <a:pt x="4314612" y="2581797"/>
                </a:cubicBezTo>
                <a:cubicBezTo>
                  <a:pt x="4305141" y="2598849"/>
                  <a:pt x="4311906" y="2620448"/>
                  <a:pt x="4327916" y="2630679"/>
                </a:cubicBezTo>
                <a:cubicBezTo>
                  <a:pt x="4334343" y="2634203"/>
                  <a:pt x="4341094" y="2635269"/>
                  <a:pt x="4347496" y="2634448"/>
                </a:cubicBezTo>
                <a:close/>
                <a:moveTo>
                  <a:pt x="6819765" y="2634464"/>
                </a:moveTo>
                <a:cubicBezTo>
                  <a:pt x="6830247" y="2632500"/>
                  <a:pt x="6839577" y="2626374"/>
                  <a:pt x="6842688" y="2615510"/>
                </a:cubicBezTo>
                <a:cubicBezTo>
                  <a:pt x="6854667" y="2590546"/>
                  <a:pt x="6831169" y="2555874"/>
                  <a:pt x="6803063" y="2564195"/>
                </a:cubicBezTo>
                <a:cubicBezTo>
                  <a:pt x="6773805" y="2569281"/>
                  <a:pt x="6767354" y="2611581"/>
                  <a:pt x="6789931" y="2628455"/>
                </a:cubicBezTo>
                <a:cubicBezTo>
                  <a:pt x="6797649" y="2634233"/>
                  <a:pt x="6809283" y="2636429"/>
                  <a:pt x="6819765" y="2634464"/>
                </a:cubicBezTo>
                <a:close/>
                <a:moveTo>
                  <a:pt x="1570834" y="2634468"/>
                </a:moveTo>
                <a:cubicBezTo>
                  <a:pt x="1588883" y="2633107"/>
                  <a:pt x="1606127" y="2619375"/>
                  <a:pt x="1605097" y="2599684"/>
                </a:cubicBezTo>
                <a:cubicBezTo>
                  <a:pt x="1608072" y="2572737"/>
                  <a:pt x="1575813" y="2552700"/>
                  <a:pt x="1553621" y="2567440"/>
                </a:cubicBezTo>
                <a:cubicBezTo>
                  <a:pt x="1530516" y="2580337"/>
                  <a:pt x="1530285" y="2618108"/>
                  <a:pt x="1553164" y="2631466"/>
                </a:cubicBezTo>
                <a:cubicBezTo>
                  <a:pt x="1558713" y="2634000"/>
                  <a:pt x="1564818" y="2634921"/>
                  <a:pt x="1570834" y="2634468"/>
                </a:cubicBezTo>
                <a:close/>
                <a:moveTo>
                  <a:pt x="6193675" y="2634652"/>
                </a:moveTo>
                <a:cubicBezTo>
                  <a:pt x="6209093" y="2634728"/>
                  <a:pt x="6224448" y="2623560"/>
                  <a:pt x="6226985" y="2607238"/>
                </a:cubicBezTo>
                <a:cubicBezTo>
                  <a:pt x="6238716" y="2579060"/>
                  <a:pt x="6201268" y="2551112"/>
                  <a:pt x="6177355" y="2567835"/>
                </a:cubicBezTo>
                <a:cubicBezTo>
                  <a:pt x="6153217" y="2580435"/>
                  <a:pt x="6152991" y="2619608"/>
                  <a:pt x="6178709" y="2630604"/>
                </a:cubicBezTo>
                <a:cubicBezTo>
                  <a:pt x="6183390" y="2633353"/>
                  <a:pt x="6188536" y="2634627"/>
                  <a:pt x="6193675" y="2634652"/>
                </a:cubicBezTo>
                <a:close/>
                <a:moveTo>
                  <a:pt x="6292796" y="2634684"/>
                </a:moveTo>
                <a:cubicBezTo>
                  <a:pt x="6310267" y="2636928"/>
                  <a:pt x="6329625" y="2626131"/>
                  <a:pt x="6332353" y="2606878"/>
                </a:cubicBezTo>
                <a:cubicBezTo>
                  <a:pt x="6341904" y="2575889"/>
                  <a:pt x="6300063" y="2549524"/>
                  <a:pt x="6276640" y="2570569"/>
                </a:cubicBezTo>
                <a:cubicBezTo>
                  <a:pt x="6257766" y="2583752"/>
                  <a:pt x="6258221" y="2614510"/>
                  <a:pt x="6276640" y="2627924"/>
                </a:cubicBezTo>
                <a:cubicBezTo>
                  <a:pt x="6281359" y="2631739"/>
                  <a:pt x="6286973" y="2633936"/>
                  <a:pt x="6292796" y="2634684"/>
                </a:cubicBezTo>
                <a:close/>
                <a:moveTo>
                  <a:pt x="2080177" y="2634714"/>
                </a:moveTo>
                <a:cubicBezTo>
                  <a:pt x="2099485" y="2635865"/>
                  <a:pt x="2120433" y="2621359"/>
                  <a:pt x="2119247" y="2600010"/>
                </a:cubicBezTo>
                <a:cubicBezTo>
                  <a:pt x="2122412" y="2568559"/>
                  <a:pt x="2078552" y="2551112"/>
                  <a:pt x="2059553" y="2575217"/>
                </a:cubicBezTo>
                <a:cubicBezTo>
                  <a:pt x="2044627" y="2589450"/>
                  <a:pt x="2046210" y="2615620"/>
                  <a:pt x="2062267" y="2628017"/>
                </a:cubicBezTo>
                <a:cubicBezTo>
                  <a:pt x="2067464" y="2632206"/>
                  <a:pt x="2073730" y="2634330"/>
                  <a:pt x="2080177" y="2634714"/>
                </a:cubicBezTo>
                <a:close/>
                <a:moveTo>
                  <a:pt x="7323155" y="2634792"/>
                </a:moveTo>
                <a:cubicBezTo>
                  <a:pt x="7342271" y="2634952"/>
                  <a:pt x="7360481" y="2621302"/>
                  <a:pt x="7358755" y="2599871"/>
                </a:cubicBezTo>
                <a:cubicBezTo>
                  <a:pt x="7362667" y="2575151"/>
                  <a:pt x="7332749" y="2555874"/>
                  <a:pt x="7310885" y="2566760"/>
                </a:cubicBezTo>
                <a:cubicBezTo>
                  <a:pt x="7286720" y="2576965"/>
                  <a:pt x="7284879" y="2613932"/>
                  <a:pt x="7304441" y="2629807"/>
                </a:cubicBezTo>
                <a:cubicBezTo>
                  <a:pt x="7310310" y="2633152"/>
                  <a:pt x="7316783" y="2634739"/>
                  <a:pt x="7323155" y="2634792"/>
                </a:cubicBezTo>
                <a:close/>
                <a:moveTo>
                  <a:pt x="4650475" y="2634814"/>
                </a:moveTo>
                <a:cubicBezTo>
                  <a:pt x="4667163" y="2635812"/>
                  <a:pt x="4684909" y="2625742"/>
                  <a:pt x="4686106" y="2607337"/>
                </a:cubicBezTo>
                <a:cubicBezTo>
                  <a:pt x="4692492" y="2581639"/>
                  <a:pt x="4665809" y="2552700"/>
                  <a:pt x="4640265" y="2565202"/>
                </a:cubicBezTo>
                <a:cubicBezTo>
                  <a:pt x="4613354" y="2573305"/>
                  <a:pt x="4611529" y="2616365"/>
                  <a:pt x="4634792" y="2630025"/>
                </a:cubicBezTo>
                <a:cubicBezTo>
                  <a:pt x="4639467" y="2632918"/>
                  <a:pt x="4644912" y="2634481"/>
                  <a:pt x="4650475" y="2634814"/>
                </a:cubicBezTo>
                <a:close/>
                <a:moveTo>
                  <a:pt x="6397695" y="2634842"/>
                </a:moveTo>
                <a:cubicBezTo>
                  <a:pt x="6416799" y="2635078"/>
                  <a:pt x="6436354" y="2619697"/>
                  <a:pt x="6435325" y="2599303"/>
                </a:cubicBezTo>
                <a:cubicBezTo>
                  <a:pt x="6437154" y="2575767"/>
                  <a:pt x="6406507" y="2554287"/>
                  <a:pt x="6385466" y="2567083"/>
                </a:cubicBezTo>
                <a:cubicBezTo>
                  <a:pt x="6361680" y="2578052"/>
                  <a:pt x="6356191" y="2614384"/>
                  <a:pt x="6379520" y="2629008"/>
                </a:cubicBezTo>
                <a:cubicBezTo>
                  <a:pt x="6385009" y="2632950"/>
                  <a:pt x="6391327" y="2634764"/>
                  <a:pt x="6397695" y="2634842"/>
                </a:cubicBezTo>
                <a:close/>
                <a:moveTo>
                  <a:pt x="2392700" y="2634906"/>
                </a:moveTo>
                <a:cubicBezTo>
                  <a:pt x="2411285" y="2634142"/>
                  <a:pt x="2429171" y="2619584"/>
                  <a:pt x="2425519" y="2599082"/>
                </a:cubicBezTo>
                <a:cubicBezTo>
                  <a:pt x="2428066" y="2576570"/>
                  <a:pt x="2403236" y="2554287"/>
                  <a:pt x="2381180" y="2565543"/>
                </a:cubicBezTo>
                <a:cubicBezTo>
                  <a:pt x="2353331" y="2572664"/>
                  <a:pt x="2351018" y="2617459"/>
                  <a:pt x="2374685" y="2630782"/>
                </a:cubicBezTo>
                <a:cubicBezTo>
                  <a:pt x="2380253" y="2633883"/>
                  <a:pt x="2386514" y="2635161"/>
                  <a:pt x="2392700" y="2634906"/>
                </a:cubicBezTo>
                <a:close/>
                <a:moveTo>
                  <a:pt x="7528900" y="2634963"/>
                </a:moveTo>
                <a:cubicBezTo>
                  <a:pt x="7544631" y="2636330"/>
                  <a:pt x="7560851" y="2629149"/>
                  <a:pt x="7564187" y="2611935"/>
                </a:cubicBezTo>
                <a:cubicBezTo>
                  <a:pt x="7570629" y="2589592"/>
                  <a:pt x="7552913" y="2570669"/>
                  <a:pt x="7534738" y="2560637"/>
                </a:cubicBezTo>
                <a:cubicBezTo>
                  <a:pt x="7512881" y="2565653"/>
                  <a:pt x="7491254" y="2581840"/>
                  <a:pt x="7496546" y="2606692"/>
                </a:cubicBezTo>
                <a:cubicBezTo>
                  <a:pt x="7497926" y="2623677"/>
                  <a:pt x="7513169" y="2633595"/>
                  <a:pt x="7528900" y="2634963"/>
                </a:cubicBezTo>
                <a:close/>
                <a:moveTo>
                  <a:pt x="4444048" y="2635165"/>
                </a:moveTo>
                <a:cubicBezTo>
                  <a:pt x="4454424" y="2635906"/>
                  <a:pt x="4465253" y="2632370"/>
                  <a:pt x="4472056" y="2624728"/>
                </a:cubicBezTo>
                <a:cubicBezTo>
                  <a:pt x="4484529" y="2613551"/>
                  <a:pt x="4483622" y="2592792"/>
                  <a:pt x="4476138" y="2578877"/>
                </a:cubicBezTo>
                <a:cubicBezTo>
                  <a:pt x="4467067" y="2562224"/>
                  <a:pt x="4445295" y="2567471"/>
                  <a:pt x="4429647" y="2564733"/>
                </a:cubicBezTo>
                <a:cubicBezTo>
                  <a:pt x="4417174" y="2579789"/>
                  <a:pt x="4408329" y="2601460"/>
                  <a:pt x="4418761" y="2619938"/>
                </a:cubicBezTo>
                <a:cubicBezTo>
                  <a:pt x="4423751" y="2629405"/>
                  <a:pt x="4433673" y="2634423"/>
                  <a:pt x="4444048" y="2635165"/>
                </a:cubicBezTo>
                <a:close/>
                <a:moveTo>
                  <a:pt x="5784295" y="2635228"/>
                </a:moveTo>
                <a:cubicBezTo>
                  <a:pt x="5802178" y="2634678"/>
                  <a:pt x="5819254" y="2618885"/>
                  <a:pt x="5816846" y="2599209"/>
                </a:cubicBezTo>
                <a:cubicBezTo>
                  <a:pt x="5821204" y="2570443"/>
                  <a:pt x="5781517" y="2551112"/>
                  <a:pt x="5761329" y="2570903"/>
                </a:cubicBezTo>
                <a:cubicBezTo>
                  <a:pt x="5741829" y="2585632"/>
                  <a:pt x="5745500" y="2619231"/>
                  <a:pt x="5766835" y="2630277"/>
                </a:cubicBezTo>
                <a:cubicBezTo>
                  <a:pt x="5772283" y="2633901"/>
                  <a:pt x="5778334" y="2635412"/>
                  <a:pt x="5784295" y="2635228"/>
                </a:cubicBezTo>
                <a:close/>
                <a:moveTo>
                  <a:pt x="4548064" y="2635327"/>
                </a:moveTo>
                <a:cubicBezTo>
                  <a:pt x="4566702" y="2635348"/>
                  <a:pt x="4584410" y="2620265"/>
                  <a:pt x="4583383" y="2599525"/>
                </a:cubicBezTo>
                <a:cubicBezTo>
                  <a:pt x="4587717" y="2574844"/>
                  <a:pt x="4557378" y="2555875"/>
                  <a:pt x="4536619" y="2566616"/>
                </a:cubicBezTo>
                <a:cubicBezTo>
                  <a:pt x="4513123" y="2577586"/>
                  <a:pt x="4509929" y="2614151"/>
                  <a:pt x="4529775" y="2629920"/>
                </a:cubicBezTo>
                <a:cubicBezTo>
                  <a:pt x="4535535" y="2633634"/>
                  <a:pt x="4541851" y="2635319"/>
                  <a:pt x="4548064" y="2635327"/>
                </a:cubicBezTo>
                <a:close/>
                <a:moveTo>
                  <a:pt x="1982408" y="2635350"/>
                </a:moveTo>
                <a:cubicBezTo>
                  <a:pt x="2000456" y="2634497"/>
                  <a:pt x="2017525" y="2618520"/>
                  <a:pt x="2017182" y="2599174"/>
                </a:cubicBezTo>
                <a:cubicBezTo>
                  <a:pt x="2015805" y="2577755"/>
                  <a:pt x="1992413" y="2555875"/>
                  <a:pt x="1970850" y="2565318"/>
                </a:cubicBezTo>
                <a:cubicBezTo>
                  <a:pt x="1940351" y="2572227"/>
                  <a:pt x="1936683" y="2617829"/>
                  <a:pt x="1964658" y="2630726"/>
                </a:cubicBezTo>
                <a:cubicBezTo>
                  <a:pt x="1970275" y="2634238"/>
                  <a:pt x="1976397" y="2635635"/>
                  <a:pt x="1982408" y="2635350"/>
                </a:cubicBezTo>
                <a:close/>
                <a:moveTo>
                  <a:pt x="5580456" y="2635546"/>
                </a:moveTo>
                <a:cubicBezTo>
                  <a:pt x="5602000" y="2633335"/>
                  <a:pt x="5621032" y="2609289"/>
                  <a:pt x="5611065" y="2586790"/>
                </a:cubicBezTo>
                <a:cubicBezTo>
                  <a:pt x="5602358" y="2558851"/>
                  <a:pt x="5559283" y="2555874"/>
                  <a:pt x="5547140" y="2583126"/>
                </a:cubicBezTo>
                <a:cubicBezTo>
                  <a:pt x="5535454" y="2598469"/>
                  <a:pt x="5544161" y="2620225"/>
                  <a:pt x="5559054" y="2629614"/>
                </a:cubicBezTo>
                <a:cubicBezTo>
                  <a:pt x="5565813" y="2634594"/>
                  <a:pt x="5573274" y="2636283"/>
                  <a:pt x="5580456" y="2635546"/>
                </a:cubicBezTo>
                <a:close/>
                <a:moveTo>
                  <a:pt x="1687548" y="2735012"/>
                </a:moveTo>
                <a:cubicBezTo>
                  <a:pt x="1697086" y="2731146"/>
                  <a:pt x="1704577" y="2723413"/>
                  <a:pt x="1705729" y="2712269"/>
                </a:cubicBezTo>
                <a:cubicBezTo>
                  <a:pt x="1711262" y="2691572"/>
                  <a:pt x="1696510" y="2663825"/>
                  <a:pt x="1672076" y="2667464"/>
                </a:cubicBezTo>
                <a:cubicBezTo>
                  <a:pt x="1636117" y="2663825"/>
                  <a:pt x="1627128" y="2721139"/>
                  <a:pt x="1657093" y="2734558"/>
                </a:cubicBezTo>
                <a:cubicBezTo>
                  <a:pt x="1666429" y="2738879"/>
                  <a:pt x="1678012" y="2738879"/>
                  <a:pt x="1687548" y="2735012"/>
                </a:cubicBezTo>
                <a:close/>
                <a:moveTo>
                  <a:pt x="1991460" y="2735794"/>
                </a:moveTo>
                <a:cubicBezTo>
                  <a:pt x="2010291" y="2728884"/>
                  <a:pt x="2023590" y="2703796"/>
                  <a:pt x="2012850" y="2685597"/>
                </a:cubicBezTo>
                <a:cubicBezTo>
                  <a:pt x="2003983" y="2665413"/>
                  <a:pt x="1973511" y="2660650"/>
                  <a:pt x="1958285" y="2676072"/>
                </a:cubicBezTo>
                <a:cubicBezTo>
                  <a:pt x="1936690" y="2691493"/>
                  <a:pt x="1945551" y="2730500"/>
                  <a:pt x="1971468" y="2735716"/>
                </a:cubicBezTo>
                <a:cubicBezTo>
                  <a:pt x="1978286" y="2738381"/>
                  <a:pt x="1985184" y="2738097"/>
                  <a:pt x="1991460" y="2735794"/>
                </a:cubicBezTo>
                <a:close/>
                <a:moveTo>
                  <a:pt x="2075687" y="2736027"/>
                </a:moveTo>
                <a:cubicBezTo>
                  <a:pt x="2105294" y="2746375"/>
                  <a:pt x="2133534" y="2707231"/>
                  <a:pt x="2113333" y="2683384"/>
                </a:cubicBezTo>
                <a:cubicBezTo>
                  <a:pt x="2100928" y="2662237"/>
                  <a:pt x="2066269" y="2662687"/>
                  <a:pt x="2054336" y="2684059"/>
                </a:cubicBezTo>
                <a:cubicBezTo>
                  <a:pt x="2039872" y="2702731"/>
                  <a:pt x="2054107" y="2730627"/>
                  <a:pt x="2075687" y="2736027"/>
                </a:cubicBezTo>
                <a:close/>
                <a:moveTo>
                  <a:pt x="1374142" y="2736052"/>
                </a:moveTo>
                <a:cubicBezTo>
                  <a:pt x="1397576" y="2731929"/>
                  <a:pt x="1400793" y="2706735"/>
                  <a:pt x="1401712" y="2687495"/>
                </a:cubicBezTo>
                <a:cubicBezTo>
                  <a:pt x="1386547" y="2671233"/>
                  <a:pt x="1358978" y="2655887"/>
                  <a:pt x="1340368" y="2676272"/>
                </a:cubicBezTo>
                <a:cubicBezTo>
                  <a:pt x="1314402" y="2698718"/>
                  <a:pt x="1341057" y="2747962"/>
                  <a:pt x="1374142" y="2736052"/>
                </a:cubicBezTo>
                <a:close/>
                <a:moveTo>
                  <a:pt x="1268907" y="2736236"/>
                </a:moveTo>
                <a:cubicBezTo>
                  <a:pt x="1288662" y="2731214"/>
                  <a:pt x="1304860" y="2708816"/>
                  <a:pt x="1295286" y="2688469"/>
                </a:cubicBezTo>
                <a:cubicBezTo>
                  <a:pt x="1286854" y="2665444"/>
                  <a:pt x="1254032" y="2659061"/>
                  <a:pt x="1237620" y="2677299"/>
                </a:cubicBezTo>
                <a:cubicBezTo>
                  <a:pt x="1219157" y="2693941"/>
                  <a:pt x="1226449" y="2725629"/>
                  <a:pt x="1248790" y="2734748"/>
                </a:cubicBezTo>
                <a:cubicBezTo>
                  <a:pt x="1255342" y="2737654"/>
                  <a:pt x="1262322" y="2737911"/>
                  <a:pt x="1268907" y="2736236"/>
                </a:cubicBezTo>
                <a:close/>
                <a:moveTo>
                  <a:pt x="2296736" y="2737535"/>
                </a:moveTo>
                <a:cubicBezTo>
                  <a:pt x="2315985" y="2733230"/>
                  <a:pt x="2330639" y="2711429"/>
                  <a:pt x="2321897" y="2691410"/>
                </a:cubicBezTo>
                <a:cubicBezTo>
                  <a:pt x="2316642" y="2666527"/>
                  <a:pt x="2281450" y="2659062"/>
                  <a:pt x="2264762" y="2676933"/>
                </a:cubicBezTo>
                <a:cubicBezTo>
                  <a:pt x="2247841" y="2694124"/>
                  <a:pt x="2254701" y="2725567"/>
                  <a:pt x="2276652" y="2735294"/>
                </a:cubicBezTo>
                <a:cubicBezTo>
                  <a:pt x="2283392" y="2738461"/>
                  <a:pt x="2290320" y="2738970"/>
                  <a:pt x="2296736" y="2737535"/>
                </a:cubicBezTo>
                <a:close/>
                <a:moveTo>
                  <a:pt x="7741454" y="2737575"/>
                </a:moveTo>
                <a:cubicBezTo>
                  <a:pt x="7761798" y="2733418"/>
                  <a:pt x="7778509" y="2709792"/>
                  <a:pt x="7768740" y="2689602"/>
                </a:cubicBezTo>
                <a:cubicBezTo>
                  <a:pt x="7761426" y="2668563"/>
                  <a:pt x="7732174" y="2659062"/>
                  <a:pt x="7714577" y="2673540"/>
                </a:cubicBezTo>
                <a:cubicBezTo>
                  <a:pt x="7692866" y="2687792"/>
                  <a:pt x="7695380" y="2726023"/>
                  <a:pt x="7720747" y="2734393"/>
                </a:cubicBezTo>
                <a:cubicBezTo>
                  <a:pt x="7727489" y="2738183"/>
                  <a:pt x="7734673" y="2738960"/>
                  <a:pt x="7741454" y="2737575"/>
                </a:cubicBezTo>
                <a:close/>
                <a:moveTo>
                  <a:pt x="6609251" y="2737642"/>
                </a:moveTo>
                <a:cubicBezTo>
                  <a:pt x="6629005" y="2734662"/>
                  <a:pt x="6645825" y="2712563"/>
                  <a:pt x="6638424" y="2691864"/>
                </a:cubicBezTo>
                <a:cubicBezTo>
                  <a:pt x="6633266" y="2666754"/>
                  <a:pt x="6599176" y="2659062"/>
                  <a:pt x="6581907" y="2675802"/>
                </a:cubicBezTo>
                <a:cubicBezTo>
                  <a:pt x="6567329" y="2692316"/>
                  <a:pt x="6569123" y="2722404"/>
                  <a:pt x="6589308" y="2733489"/>
                </a:cubicBezTo>
                <a:cubicBezTo>
                  <a:pt x="6595756" y="2737504"/>
                  <a:pt x="6602667" y="2738635"/>
                  <a:pt x="6609251" y="2737642"/>
                </a:cubicBezTo>
                <a:close/>
                <a:moveTo>
                  <a:pt x="6917172" y="2737704"/>
                </a:moveTo>
                <a:cubicBezTo>
                  <a:pt x="6933941" y="2735758"/>
                  <a:pt x="6949462" y="2721598"/>
                  <a:pt x="6948098" y="2703739"/>
                </a:cubicBezTo>
                <a:cubicBezTo>
                  <a:pt x="6949917" y="2677205"/>
                  <a:pt x="6916713" y="2655887"/>
                  <a:pt x="6894653" y="2672896"/>
                </a:cubicBezTo>
                <a:cubicBezTo>
                  <a:pt x="6868954" y="2686957"/>
                  <a:pt x="6875095" y="2725057"/>
                  <a:pt x="6900566" y="2735262"/>
                </a:cubicBezTo>
                <a:cubicBezTo>
                  <a:pt x="6905854" y="2737643"/>
                  <a:pt x="6911582" y="2738352"/>
                  <a:pt x="6917172" y="2737704"/>
                </a:cubicBezTo>
                <a:close/>
                <a:moveTo>
                  <a:pt x="2193548" y="2737753"/>
                </a:moveTo>
                <a:cubicBezTo>
                  <a:pt x="2213068" y="2733291"/>
                  <a:pt x="2227482" y="2709494"/>
                  <a:pt x="2218809" y="2689241"/>
                </a:cubicBezTo>
                <a:cubicBezTo>
                  <a:pt x="2213367" y="2666963"/>
                  <a:pt x="2183652" y="2662237"/>
                  <a:pt x="2166190" y="2673039"/>
                </a:cubicBezTo>
                <a:cubicBezTo>
                  <a:pt x="2146235" y="2689016"/>
                  <a:pt x="2149637" y="2724121"/>
                  <a:pt x="2172994" y="2734923"/>
                </a:cubicBezTo>
                <a:cubicBezTo>
                  <a:pt x="2179968" y="2738580"/>
                  <a:pt x="2187041" y="2739241"/>
                  <a:pt x="2193548" y="2737753"/>
                </a:cubicBezTo>
                <a:close/>
                <a:moveTo>
                  <a:pt x="5985808" y="2737851"/>
                </a:moveTo>
                <a:cubicBezTo>
                  <a:pt x="6001924" y="2739106"/>
                  <a:pt x="6019189" y="2727422"/>
                  <a:pt x="6021910" y="2711055"/>
                </a:cubicBezTo>
                <a:cubicBezTo>
                  <a:pt x="6029167" y="2688333"/>
                  <a:pt x="6008076" y="2662237"/>
                  <a:pt x="5983810" y="2668086"/>
                </a:cubicBezTo>
                <a:cubicBezTo>
                  <a:pt x="5952513" y="2669661"/>
                  <a:pt x="5948204" y="2716229"/>
                  <a:pt x="5970656" y="2731977"/>
                </a:cubicBezTo>
                <a:cubicBezTo>
                  <a:pt x="5975192" y="2735577"/>
                  <a:pt x="5980437" y="2737433"/>
                  <a:pt x="5985808" y="2737851"/>
                </a:cubicBezTo>
                <a:close/>
                <a:moveTo>
                  <a:pt x="7121683" y="2737852"/>
                </a:moveTo>
                <a:cubicBezTo>
                  <a:pt x="7140723" y="2736111"/>
                  <a:pt x="7158384" y="2717992"/>
                  <a:pt x="7155134" y="2697822"/>
                </a:cubicBezTo>
                <a:cubicBezTo>
                  <a:pt x="7151713" y="2671841"/>
                  <a:pt x="7115907" y="2655887"/>
                  <a:pt x="7096749" y="2675943"/>
                </a:cubicBezTo>
                <a:cubicBezTo>
                  <a:pt x="7078504" y="2690985"/>
                  <a:pt x="7080329" y="2723804"/>
                  <a:pt x="7102907" y="2733604"/>
                </a:cubicBezTo>
                <a:cubicBezTo>
                  <a:pt x="7108837" y="2737193"/>
                  <a:pt x="7115337" y="2738433"/>
                  <a:pt x="7121683" y="2737852"/>
                </a:cubicBezTo>
                <a:close/>
                <a:moveTo>
                  <a:pt x="5577395" y="2737857"/>
                </a:moveTo>
                <a:cubicBezTo>
                  <a:pt x="5595582" y="2738126"/>
                  <a:pt x="5614602" y="2722706"/>
                  <a:pt x="5613920" y="2703291"/>
                </a:cubicBezTo>
                <a:cubicBezTo>
                  <a:pt x="5614829" y="2679466"/>
                  <a:pt x="5588902" y="2657474"/>
                  <a:pt x="5565931" y="2668241"/>
                </a:cubicBezTo>
                <a:cubicBezTo>
                  <a:pt x="5537956" y="2676259"/>
                  <a:pt x="5535454" y="2718181"/>
                  <a:pt x="5560245" y="2731926"/>
                </a:cubicBezTo>
                <a:cubicBezTo>
                  <a:pt x="5565362" y="2735935"/>
                  <a:pt x="5571332" y="2737768"/>
                  <a:pt x="5577395" y="2737857"/>
                </a:cubicBezTo>
                <a:close/>
                <a:moveTo>
                  <a:pt x="5892430" y="2737864"/>
                </a:moveTo>
                <a:cubicBezTo>
                  <a:pt x="5912474" y="2733055"/>
                  <a:pt x="5927688" y="2708933"/>
                  <a:pt x="5918525" y="2688539"/>
                </a:cubicBezTo>
                <a:cubicBezTo>
                  <a:pt x="5910687" y="2662490"/>
                  <a:pt x="5868964" y="2659062"/>
                  <a:pt x="5856516" y="2683055"/>
                </a:cubicBezTo>
                <a:cubicBezTo>
                  <a:pt x="5846604" y="2700879"/>
                  <a:pt x="5853059" y="2725557"/>
                  <a:pt x="5871500" y="2735383"/>
                </a:cubicBezTo>
                <a:cubicBezTo>
                  <a:pt x="5878531" y="2738925"/>
                  <a:pt x="5885749" y="2739467"/>
                  <a:pt x="5892430" y="2737864"/>
                </a:cubicBezTo>
                <a:close/>
                <a:moveTo>
                  <a:pt x="5060751" y="2738050"/>
                </a:moveTo>
                <a:cubicBezTo>
                  <a:pt x="5077170" y="2739297"/>
                  <a:pt x="5094756" y="2727785"/>
                  <a:pt x="5097176" y="2710901"/>
                </a:cubicBezTo>
                <a:cubicBezTo>
                  <a:pt x="5105241" y="2688161"/>
                  <a:pt x="5083580" y="2662237"/>
                  <a:pt x="5059153" y="2667467"/>
                </a:cubicBezTo>
                <a:cubicBezTo>
                  <a:pt x="5026890" y="2669287"/>
                  <a:pt x="5019516" y="2716358"/>
                  <a:pt x="5045326" y="2732276"/>
                </a:cubicBezTo>
                <a:cubicBezTo>
                  <a:pt x="5049935" y="2735801"/>
                  <a:pt x="5055278" y="2737634"/>
                  <a:pt x="5060751" y="2738050"/>
                </a:cubicBezTo>
                <a:close/>
                <a:moveTo>
                  <a:pt x="7322529" y="2738084"/>
                </a:moveTo>
                <a:cubicBezTo>
                  <a:pt x="7340968" y="2738773"/>
                  <a:pt x="7359922" y="2724099"/>
                  <a:pt x="7358550" y="2704082"/>
                </a:cubicBezTo>
                <a:cubicBezTo>
                  <a:pt x="7362667" y="2681689"/>
                  <a:pt x="7340482" y="2662237"/>
                  <a:pt x="7318526" y="2667892"/>
                </a:cubicBezTo>
                <a:cubicBezTo>
                  <a:pt x="7288108" y="2671511"/>
                  <a:pt x="7281704" y="2715844"/>
                  <a:pt x="7305032" y="2731903"/>
                </a:cubicBezTo>
                <a:cubicBezTo>
                  <a:pt x="7310292" y="2735918"/>
                  <a:pt x="7316382" y="2737854"/>
                  <a:pt x="7322529" y="2738084"/>
                </a:cubicBezTo>
                <a:close/>
                <a:moveTo>
                  <a:pt x="6297002" y="2738091"/>
                </a:moveTo>
                <a:cubicBezTo>
                  <a:pt x="6312272" y="2737933"/>
                  <a:pt x="6327218" y="2727017"/>
                  <a:pt x="6331537" y="2712293"/>
                </a:cubicBezTo>
                <a:cubicBezTo>
                  <a:pt x="6341904" y="2684311"/>
                  <a:pt x="6304353" y="2654299"/>
                  <a:pt x="6279011" y="2671675"/>
                </a:cubicBezTo>
                <a:cubicBezTo>
                  <a:pt x="6254591" y="2684537"/>
                  <a:pt x="6255513" y="2724027"/>
                  <a:pt x="6282006" y="2734407"/>
                </a:cubicBezTo>
                <a:cubicBezTo>
                  <a:pt x="6286787" y="2737002"/>
                  <a:pt x="6291912" y="2738144"/>
                  <a:pt x="6297002" y="2738091"/>
                </a:cubicBezTo>
                <a:close/>
                <a:moveTo>
                  <a:pt x="1578648" y="2738092"/>
                </a:moveTo>
                <a:cubicBezTo>
                  <a:pt x="1595330" y="2733642"/>
                  <a:pt x="1608143" y="2714672"/>
                  <a:pt x="1603576" y="2696482"/>
                </a:cubicBezTo>
                <a:cubicBezTo>
                  <a:pt x="1601321" y="2672228"/>
                  <a:pt x="1573129" y="2659062"/>
                  <a:pt x="1553056" y="2670842"/>
                </a:cubicBezTo>
                <a:cubicBezTo>
                  <a:pt x="1527119" y="2684240"/>
                  <a:pt x="1532080" y="2730668"/>
                  <a:pt x="1561174" y="2737136"/>
                </a:cubicBezTo>
                <a:cubicBezTo>
                  <a:pt x="1567096" y="2739445"/>
                  <a:pt x="1573086" y="2739575"/>
                  <a:pt x="1578648" y="2738092"/>
                </a:cubicBezTo>
                <a:close/>
                <a:moveTo>
                  <a:pt x="7012631" y="2738123"/>
                </a:moveTo>
                <a:cubicBezTo>
                  <a:pt x="7027492" y="2739743"/>
                  <a:pt x="7043034" y="2731259"/>
                  <a:pt x="7049251" y="2717277"/>
                </a:cubicBezTo>
                <a:cubicBezTo>
                  <a:pt x="7064217" y="2690449"/>
                  <a:pt x="7028528" y="2654299"/>
                  <a:pt x="7001359" y="2670441"/>
                </a:cubicBezTo>
                <a:cubicBezTo>
                  <a:pt x="6975571" y="2680445"/>
                  <a:pt x="6973729" y="2720460"/>
                  <a:pt x="6998366" y="2732965"/>
                </a:cubicBezTo>
                <a:cubicBezTo>
                  <a:pt x="7002798" y="2735920"/>
                  <a:pt x="7007677" y="2737583"/>
                  <a:pt x="7012631" y="2738123"/>
                </a:cubicBezTo>
                <a:close/>
                <a:moveTo>
                  <a:pt x="1773323" y="2738133"/>
                </a:moveTo>
                <a:cubicBezTo>
                  <a:pt x="1791565" y="2738661"/>
                  <a:pt x="1810884" y="2723847"/>
                  <a:pt x="1809024" y="2703866"/>
                </a:cubicBezTo>
                <a:cubicBezTo>
                  <a:pt x="1812857" y="2678374"/>
                  <a:pt x="1784448" y="2657474"/>
                  <a:pt x="1762128" y="2669187"/>
                </a:cubicBezTo>
                <a:cubicBezTo>
                  <a:pt x="1738004" y="2678833"/>
                  <a:pt x="1735072" y="2717876"/>
                  <a:pt x="1756266" y="2732115"/>
                </a:cubicBezTo>
                <a:cubicBezTo>
                  <a:pt x="1761282" y="2736077"/>
                  <a:pt x="1767243" y="2737957"/>
                  <a:pt x="1773323" y="2738133"/>
                </a:cubicBezTo>
                <a:close/>
                <a:moveTo>
                  <a:pt x="4343641" y="2738148"/>
                </a:moveTo>
                <a:cubicBezTo>
                  <a:pt x="4359503" y="2738447"/>
                  <a:pt x="4376141" y="2727976"/>
                  <a:pt x="4378037" y="2711735"/>
                </a:cubicBezTo>
                <a:cubicBezTo>
                  <a:pt x="4387692" y="2685293"/>
                  <a:pt x="4357347" y="2655887"/>
                  <a:pt x="4331600" y="2669564"/>
                </a:cubicBezTo>
                <a:cubicBezTo>
                  <a:pt x="4304244" y="2678910"/>
                  <a:pt x="4303554" y="2721308"/>
                  <a:pt x="4328612" y="2734074"/>
                </a:cubicBezTo>
                <a:cubicBezTo>
                  <a:pt x="4333152" y="2736752"/>
                  <a:pt x="4338353" y="2738048"/>
                  <a:pt x="4343641" y="2738148"/>
                </a:cubicBezTo>
                <a:close/>
                <a:moveTo>
                  <a:pt x="8151477" y="2738227"/>
                </a:moveTo>
                <a:cubicBezTo>
                  <a:pt x="8170338" y="2735717"/>
                  <a:pt x="8186336" y="2716982"/>
                  <a:pt x="8180846" y="2696040"/>
                </a:cubicBezTo>
                <a:cubicBezTo>
                  <a:pt x="8180846" y="2666502"/>
                  <a:pt x="8138299" y="2655887"/>
                  <a:pt x="8122058" y="2678271"/>
                </a:cubicBezTo>
                <a:cubicBezTo>
                  <a:pt x="8108791" y="2694656"/>
                  <a:pt x="8112451" y="2725347"/>
                  <a:pt x="8132352" y="2734809"/>
                </a:cubicBezTo>
                <a:cubicBezTo>
                  <a:pt x="8138585" y="2738097"/>
                  <a:pt x="8145190" y="2739063"/>
                  <a:pt x="8151477" y="2738227"/>
                </a:cubicBezTo>
                <a:close/>
                <a:moveTo>
                  <a:pt x="6502148" y="2738267"/>
                </a:moveTo>
                <a:cubicBezTo>
                  <a:pt x="6519934" y="2738457"/>
                  <a:pt x="6537911" y="2723481"/>
                  <a:pt x="6536046" y="2704189"/>
                </a:cubicBezTo>
                <a:cubicBezTo>
                  <a:pt x="6540342" y="2678918"/>
                  <a:pt x="6509815" y="2659062"/>
                  <a:pt x="6487654" y="2670118"/>
                </a:cubicBezTo>
                <a:cubicBezTo>
                  <a:pt x="6462554" y="2680046"/>
                  <a:pt x="6463685" y="2719307"/>
                  <a:pt x="6485167" y="2732619"/>
                </a:cubicBezTo>
                <a:cubicBezTo>
                  <a:pt x="6490312" y="2736455"/>
                  <a:pt x="6496219" y="2738203"/>
                  <a:pt x="6502148" y="2738267"/>
                </a:cubicBezTo>
                <a:close/>
                <a:moveTo>
                  <a:pt x="6711739" y="2738277"/>
                </a:moveTo>
                <a:cubicBezTo>
                  <a:pt x="6730502" y="2735448"/>
                  <a:pt x="6746490" y="2716420"/>
                  <a:pt x="6741047" y="2695849"/>
                </a:cubicBezTo>
                <a:cubicBezTo>
                  <a:pt x="6740367" y="2671163"/>
                  <a:pt x="6710658" y="2660649"/>
                  <a:pt x="6690927" y="2670478"/>
                </a:cubicBezTo>
                <a:cubicBezTo>
                  <a:pt x="6668929" y="2684649"/>
                  <a:pt x="6671424" y="2721677"/>
                  <a:pt x="6692742" y="2735162"/>
                </a:cubicBezTo>
                <a:cubicBezTo>
                  <a:pt x="6698922" y="2738362"/>
                  <a:pt x="6705484" y="2739219"/>
                  <a:pt x="6711739" y="2738277"/>
                </a:cubicBezTo>
                <a:close/>
                <a:moveTo>
                  <a:pt x="6404781" y="2738317"/>
                </a:moveTo>
                <a:cubicBezTo>
                  <a:pt x="6423618" y="2735169"/>
                  <a:pt x="6440160" y="2715828"/>
                  <a:pt x="6434887" y="2695579"/>
                </a:cubicBezTo>
                <a:cubicBezTo>
                  <a:pt x="6430578" y="2669041"/>
                  <a:pt x="6392704" y="2655887"/>
                  <a:pt x="6375242" y="2677579"/>
                </a:cubicBezTo>
                <a:cubicBezTo>
                  <a:pt x="6357779" y="2694425"/>
                  <a:pt x="6363676" y="2726501"/>
                  <a:pt x="6385901" y="2735501"/>
                </a:cubicBezTo>
                <a:cubicBezTo>
                  <a:pt x="6391967" y="2738616"/>
                  <a:pt x="6398502" y="2739366"/>
                  <a:pt x="6404781" y="2738317"/>
                </a:cubicBezTo>
                <a:close/>
                <a:moveTo>
                  <a:pt x="5170801" y="2738321"/>
                </a:moveTo>
                <a:cubicBezTo>
                  <a:pt x="5191447" y="2735004"/>
                  <a:pt x="5208468" y="2711169"/>
                  <a:pt x="5199059" y="2689525"/>
                </a:cubicBezTo>
                <a:cubicBezTo>
                  <a:pt x="5190848" y="2659978"/>
                  <a:pt x="5142493" y="2659062"/>
                  <a:pt x="5134738" y="2689525"/>
                </a:cubicBezTo>
                <a:cubicBezTo>
                  <a:pt x="5132457" y="2705100"/>
                  <a:pt x="5132229" y="2726859"/>
                  <a:pt x="5149792" y="2733959"/>
                </a:cubicBezTo>
                <a:cubicBezTo>
                  <a:pt x="5156635" y="2738253"/>
                  <a:pt x="5163919" y="2739427"/>
                  <a:pt x="5170801" y="2738321"/>
                </a:cubicBezTo>
                <a:close/>
                <a:moveTo>
                  <a:pt x="1880468" y="2738325"/>
                </a:moveTo>
                <a:cubicBezTo>
                  <a:pt x="1901046" y="2735997"/>
                  <a:pt x="1919608" y="2713478"/>
                  <a:pt x="1911222" y="2692113"/>
                </a:cubicBezTo>
                <a:cubicBezTo>
                  <a:pt x="1905974" y="2667729"/>
                  <a:pt x="1870178" y="2657474"/>
                  <a:pt x="1854217" y="2676845"/>
                </a:cubicBezTo>
                <a:cubicBezTo>
                  <a:pt x="1838257" y="2691886"/>
                  <a:pt x="1842132" y="2721283"/>
                  <a:pt x="1860145" y="2733134"/>
                </a:cubicBezTo>
                <a:cubicBezTo>
                  <a:pt x="1866531" y="2737635"/>
                  <a:pt x="1873613" y="2739102"/>
                  <a:pt x="1880468" y="2738325"/>
                </a:cubicBezTo>
                <a:close/>
                <a:moveTo>
                  <a:pt x="6095795" y="2738411"/>
                </a:moveTo>
                <a:cubicBezTo>
                  <a:pt x="6116303" y="2734718"/>
                  <a:pt x="6132728" y="2710539"/>
                  <a:pt x="6124323" y="2689067"/>
                </a:cubicBezTo>
                <a:cubicBezTo>
                  <a:pt x="6117690" y="2662269"/>
                  <a:pt x="6076522" y="2659062"/>
                  <a:pt x="6063257" y="2681737"/>
                </a:cubicBezTo>
                <a:cubicBezTo>
                  <a:pt x="6054566" y="2698915"/>
                  <a:pt x="6056625" y="2723881"/>
                  <a:pt x="6074693" y="2734417"/>
                </a:cubicBezTo>
                <a:cubicBezTo>
                  <a:pt x="6081668" y="2738597"/>
                  <a:pt x="6088958" y="2739642"/>
                  <a:pt x="6095795" y="2738411"/>
                </a:cubicBezTo>
                <a:close/>
                <a:moveTo>
                  <a:pt x="7426913" y="2738441"/>
                </a:moveTo>
                <a:cubicBezTo>
                  <a:pt x="7445096" y="2738494"/>
                  <a:pt x="7463700" y="2723526"/>
                  <a:pt x="7461455" y="2703966"/>
                </a:cubicBezTo>
                <a:cubicBezTo>
                  <a:pt x="7467441" y="2672216"/>
                  <a:pt x="7423471" y="2655887"/>
                  <a:pt x="7402521" y="2676751"/>
                </a:cubicBezTo>
                <a:cubicBezTo>
                  <a:pt x="7391241" y="2693534"/>
                  <a:pt x="7391932" y="2720748"/>
                  <a:pt x="7409658" y="2732994"/>
                </a:cubicBezTo>
                <a:cubicBezTo>
                  <a:pt x="7414838" y="2736736"/>
                  <a:pt x="7420852" y="2738423"/>
                  <a:pt x="7426913" y="2738441"/>
                </a:cubicBezTo>
                <a:close/>
                <a:moveTo>
                  <a:pt x="4239639" y="2738495"/>
                </a:moveTo>
                <a:cubicBezTo>
                  <a:pt x="4256393" y="2739534"/>
                  <a:pt x="4274281" y="2728266"/>
                  <a:pt x="4276874" y="2710957"/>
                </a:cubicBezTo>
                <a:cubicBezTo>
                  <a:pt x="4286091" y="2682622"/>
                  <a:pt x="4248529" y="2655887"/>
                  <a:pt x="4223871" y="2672339"/>
                </a:cubicBezTo>
                <a:cubicBezTo>
                  <a:pt x="4200827" y="2684679"/>
                  <a:pt x="4200366" y="2721011"/>
                  <a:pt x="4223871" y="2733122"/>
                </a:cubicBezTo>
                <a:cubicBezTo>
                  <a:pt x="4228595" y="2736435"/>
                  <a:pt x="4234054" y="2738149"/>
                  <a:pt x="4239639" y="2738495"/>
                </a:cubicBezTo>
                <a:close/>
                <a:moveTo>
                  <a:pt x="5679700" y="2738563"/>
                </a:moveTo>
                <a:cubicBezTo>
                  <a:pt x="5695676" y="2739463"/>
                  <a:pt x="5712251" y="2728152"/>
                  <a:pt x="5714944" y="2711185"/>
                </a:cubicBezTo>
                <a:cubicBezTo>
                  <a:pt x="5724367" y="2682394"/>
                  <a:pt x="5686898" y="2655887"/>
                  <a:pt x="5662890" y="2672339"/>
                </a:cubicBezTo>
                <a:cubicBezTo>
                  <a:pt x="5640229" y="2685136"/>
                  <a:pt x="5640678" y="2721925"/>
                  <a:pt x="5664461" y="2733350"/>
                </a:cubicBezTo>
                <a:cubicBezTo>
                  <a:pt x="5669117" y="2736606"/>
                  <a:pt x="5674375" y="2738263"/>
                  <a:pt x="5679700" y="2738563"/>
                </a:cubicBezTo>
                <a:close/>
                <a:moveTo>
                  <a:pt x="6817272" y="2738738"/>
                </a:moveTo>
                <a:cubicBezTo>
                  <a:pt x="6837120" y="2734258"/>
                  <a:pt x="6851832" y="2709547"/>
                  <a:pt x="6843328" y="2688492"/>
                </a:cubicBezTo>
                <a:cubicBezTo>
                  <a:pt x="6838792" y="2664825"/>
                  <a:pt x="6806815" y="2660649"/>
                  <a:pt x="6790487" y="2673874"/>
                </a:cubicBezTo>
                <a:cubicBezTo>
                  <a:pt x="6770529" y="2688724"/>
                  <a:pt x="6773704" y="2725383"/>
                  <a:pt x="6796383" y="2735592"/>
                </a:cubicBezTo>
                <a:cubicBezTo>
                  <a:pt x="6803470" y="2739478"/>
                  <a:pt x="6810656" y="2740232"/>
                  <a:pt x="6817272" y="2738738"/>
                </a:cubicBezTo>
                <a:close/>
                <a:moveTo>
                  <a:pt x="5272120" y="2738755"/>
                </a:moveTo>
                <a:cubicBezTo>
                  <a:pt x="5291192" y="2736587"/>
                  <a:pt x="5308158" y="2717013"/>
                  <a:pt x="5302545" y="2696670"/>
                </a:cubicBezTo>
                <a:cubicBezTo>
                  <a:pt x="5301865" y="2668407"/>
                  <a:pt x="5265579" y="2659062"/>
                  <a:pt x="5246302" y="2675017"/>
                </a:cubicBezTo>
                <a:cubicBezTo>
                  <a:pt x="5232241" y="2692340"/>
                  <a:pt x="5233375" y="2722199"/>
                  <a:pt x="5253106" y="2734507"/>
                </a:cubicBezTo>
                <a:cubicBezTo>
                  <a:pt x="5259172" y="2738268"/>
                  <a:pt x="5265763" y="2739478"/>
                  <a:pt x="5272120" y="2738755"/>
                </a:cubicBezTo>
                <a:close/>
                <a:moveTo>
                  <a:pt x="5481724" y="2738777"/>
                </a:moveTo>
                <a:cubicBezTo>
                  <a:pt x="5501550" y="2734203"/>
                  <a:pt x="5517709" y="2709577"/>
                  <a:pt x="5507333" y="2689601"/>
                </a:cubicBezTo>
                <a:cubicBezTo>
                  <a:pt x="5499396" y="2666639"/>
                  <a:pt x="5465831" y="2659062"/>
                  <a:pt x="5450410" y="2678350"/>
                </a:cubicBezTo>
                <a:cubicBezTo>
                  <a:pt x="5430679" y="2694193"/>
                  <a:pt x="5440204" y="2726798"/>
                  <a:pt x="5461522" y="2735753"/>
                </a:cubicBezTo>
                <a:cubicBezTo>
                  <a:pt x="5468099" y="2739599"/>
                  <a:pt x="5475115" y="2740302"/>
                  <a:pt x="5481724" y="2738777"/>
                </a:cubicBezTo>
                <a:close/>
                <a:moveTo>
                  <a:pt x="1470461" y="2738809"/>
                </a:moveTo>
                <a:cubicBezTo>
                  <a:pt x="1490501" y="2736010"/>
                  <a:pt x="1507214" y="2713532"/>
                  <a:pt x="1499880" y="2692337"/>
                </a:cubicBezTo>
                <a:cubicBezTo>
                  <a:pt x="1494650" y="2664988"/>
                  <a:pt x="1454625" y="2659062"/>
                  <a:pt x="1439390" y="2680941"/>
                </a:cubicBezTo>
                <a:cubicBezTo>
                  <a:pt x="1427110" y="2698034"/>
                  <a:pt x="1432567" y="2723104"/>
                  <a:pt x="1450077" y="2734272"/>
                </a:cubicBezTo>
                <a:cubicBezTo>
                  <a:pt x="1456730" y="2738488"/>
                  <a:pt x="1463779" y="2739742"/>
                  <a:pt x="1470461" y="2738809"/>
                </a:cubicBezTo>
                <a:close/>
                <a:moveTo>
                  <a:pt x="5375424" y="2738919"/>
                </a:moveTo>
                <a:cubicBezTo>
                  <a:pt x="5393751" y="2736027"/>
                  <a:pt x="5408848" y="2715850"/>
                  <a:pt x="5405266" y="2696316"/>
                </a:cubicBezTo>
                <a:cubicBezTo>
                  <a:pt x="5405721" y="2666843"/>
                  <a:pt x="5362050" y="2657475"/>
                  <a:pt x="5346129" y="2679180"/>
                </a:cubicBezTo>
                <a:cubicBezTo>
                  <a:pt x="5332254" y="2695402"/>
                  <a:pt x="5335893" y="2726474"/>
                  <a:pt x="5356591" y="2735385"/>
                </a:cubicBezTo>
                <a:cubicBezTo>
                  <a:pt x="5362846" y="2738926"/>
                  <a:pt x="5369314" y="2739883"/>
                  <a:pt x="5375424" y="2738919"/>
                </a:cubicBezTo>
                <a:close/>
                <a:moveTo>
                  <a:pt x="7226124" y="2739021"/>
                </a:moveTo>
                <a:cubicBezTo>
                  <a:pt x="7243867" y="2735939"/>
                  <a:pt x="7258408" y="2715695"/>
                  <a:pt x="7255196" y="2696490"/>
                </a:cubicBezTo>
                <a:cubicBezTo>
                  <a:pt x="7255872" y="2663962"/>
                  <a:pt x="7204922" y="2655887"/>
                  <a:pt x="7192973" y="2683801"/>
                </a:cubicBezTo>
                <a:cubicBezTo>
                  <a:pt x="7183279" y="2701565"/>
                  <a:pt x="7190042" y="2726019"/>
                  <a:pt x="7207852" y="2735708"/>
                </a:cubicBezTo>
                <a:cubicBezTo>
                  <a:pt x="7213939" y="2739169"/>
                  <a:pt x="7220209" y="2740048"/>
                  <a:pt x="7226124" y="2739021"/>
                </a:cubicBezTo>
                <a:close/>
                <a:moveTo>
                  <a:pt x="6197073" y="2739022"/>
                </a:moveTo>
                <a:cubicBezTo>
                  <a:pt x="6216579" y="2736998"/>
                  <a:pt x="6234963" y="2717868"/>
                  <a:pt x="6228465" y="2696919"/>
                </a:cubicBezTo>
                <a:cubicBezTo>
                  <a:pt x="6225728" y="2672681"/>
                  <a:pt x="6197682" y="2659062"/>
                  <a:pt x="6177161" y="2671066"/>
                </a:cubicBezTo>
                <a:cubicBezTo>
                  <a:pt x="6152991" y="2683531"/>
                  <a:pt x="6153219" y="2723235"/>
                  <a:pt x="6178073" y="2734777"/>
                </a:cubicBezTo>
                <a:cubicBezTo>
                  <a:pt x="6183945" y="2738470"/>
                  <a:pt x="6190571" y="2739696"/>
                  <a:pt x="6197073" y="2739022"/>
                </a:cubicBezTo>
                <a:close/>
                <a:moveTo>
                  <a:pt x="7534249" y="2739075"/>
                </a:moveTo>
                <a:cubicBezTo>
                  <a:pt x="7554965" y="2735618"/>
                  <a:pt x="7571261" y="2710581"/>
                  <a:pt x="7563633" y="2689280"/>
                </a:cubicBezTo>
                <a:cubicBezTo>
                  <a:pt x="7558086" y="2665231"/>
                  <a:pt x="7522258" y="2660650"/>
                  <a:pt x="7506309" y="2676912"/>
                </a:cubicBezTo>
                <a:cubicBezTo>
                  <a:pt x="7489666" y="2692029"/>
                  <a:pt x="7493133" y="2723408"/>
                  <a:pt x="7512781" y="2734402"/>
                </a:cubicBezTo>
                <a:cubicBezTo>
                  <a:pt x="7519947" y="2738982"/>
                  <a:pt x="7527343" y="2740228"/>
                  <a:pt x="7534249" y="2739075"/>
                </a:cubicBezTo>
                <a:close/>
                <a:moveTo>
                  <a:pt x="7132792" y="2836012"/>
                </a:moveTo>
                <a:cubicBezTo>
                  <a:pt x="7142052" y="2832610"/>
                  <a:pt x="7149746" y="2825750"/>
                  <a:pt x="7152139" y="2815771"/>
                </a:cubicBezTo>
                <a:cubicBezTo>
                  <a:pt x="7165816" y="2788330"/>
                  <a:pt x="7129344" y="2760662"/>
                  <a:pt x="7104270" y="2772682"/>
                </a:cubicBezTo>
                <a:cubicBezTo>
                  <a:pt x="7077372" y="2782207"/>
                  <a:pt x="7076916" y="2825750"/>
                  <a:pt x="7104042" y="2835501"/>
                </a:cubicBezTo>
                <a:cubicBezTo>
                  <a:pt x="7112704" y="2839357"/>
                  <a:pt x="7123532" y="2839413"/>
                  <a:pt x="7132792" y="2836012"/>
                </a:cubicBezTo>
                <a:close/>
                <a:moveTo>
                  <a:pt x="5283369" y="2836033"/>
                </a:moveTo>
                <a:cubicBezTo>
                  <a:pt x="5292427" y="2832641"/>
                  <a:pt x="5299856" y="2825801"/>
                  <a:pt x="5302028" y="2815852"/>
                </a:cubicBezTo>
                <a:cubicBezTo>
                  <a:pt x="5310029" y="2794824"/>
                  <a:pt x="5292884" y="2767012"/>
                  <a:pt x="5268653" y="2770630"/>
                </a:cubicBezTo>
                <a:cubicBezTo>
                  <a:pt x="5234820" y="2769273"/>
                  <a:pt x="5224304" y="2823993"/>
                  <a:pt x="5254937" y="2835524"/>
                </a:cubicBezTo>
                <a:cubicBezTo>
                  <a:pt x="5263624" y="2839368"/>
                  <a:pt x="5274311" y="2839425"/>
                  <a:pt x="5283369" y="2836033"/>
                </a:cubicBezTo>
                <a:close/>
                <a:moveTo>
                  <a:pt x="5977055" y="2836323"/>
                </a:moveTo>
                <a:cubicBezTo>
                  <a:pt x="5989134" y="2839413"/>
                  <a:pt x="6004088" y="2837542"/>
                  <a:pt x="6015132" y="2833460"/>
                </a:cubicBezTo>
                <a:cubicBezTo>
                  <a:pt x="6020884" y="2815090"/>
                  <a:pt x="6029166" y="2788783"/>
                  <a:pt x="6008920" y="2775856"/>
                </a:cubicBezTo>
                <a:cubicBezTo>
                  <a:pt x="5985222" y="2760661"/>
                  <a:pt x="5949791" y="2780392"/>
                  <a:pt x="5956233" y="2809420"/>
                </a:cubicBezTo>
                <a:cubicBezTo>
                  <a:pt x="5955773" y="2825182"/>
                  <a:pt x="5964976" y="2833233"/>
                  <a:pt x="5977055" y="2836323"/>
                </a:cubicBezTo>
                <a:close/>
                <a:moveTo>
                  <a:pt x="7029263" y="2836846"/>
                </a:moveTo>
                <a:cubicBezTo>
                  <a:pt x="7038760" y="2833216"/>
                  <a:pt x="7046641" y="2825782"/>
                  <a:pt x="7049703" y="2815063"/>
                </a:cubicBezTo>
                <a:cubicBezTo>
                  <a:pt x="7061042" y="2788784"/>
                  <a:pt x="7028838" y="2760661"/>
                  <a:pt x="7004118" y="2771726"/>
                </a:cubicBezTo>
                <a:cubicBezTo>
                  <a:pt x="6976224" y="2779794"/>
                  <a:pt x="6973729" y="2823361"/>
                  <a:pt x="6999129" y="2835809"/>
                </a:cubicBezTo>
                <a:cubicBezTo>
                  <a:pt x="7008654" y="2840304"/>
                  <a:pt x="7019767" y="2840477"/>
                  <a:pt x="7029263" y="2836846"/>
                </a:cubicBezTo>
                <a:close/>
                <a:moveTo>
                  <a:pt x="7209290" y="2837171"/>
                </a:moveTo>
                <a:cubicBezTo>
                  <a:pt x="7228677" y="2844799"/>
                  <a:pt x="7258557" y="2833473"/>
                  <a:pt x="7256504" y="2808740"/>
                </a:cubicBezTo>
                <a:cubicBezTo>
                  <a:pt x="7261066" y="2782851"/>
                  <a:pt x="7232099" y="2760661"/>
                  <a:pt x="7209062" y="2772450"/>
                </a:cubicBezTo>
                <a:cubicBezTo>
                  <a:pt x="7181691" y="2781233"/>
                  <a:pt x="7181691" y="2828619"/>
                  <a:pt x="7209290" y="2837171"/>
                </a:cubicBezTo>
                <a:close/>
                <a:moveTo>
                  <a:pt x="7436532" y="2837418"/>
                </a:moveTo>
                <a:cubicBezTo>
                  <a:pt x="7443855" y="2835954"/>
                  <a:pt x="7450561" y="2832269"/>
                  <a:pt x="7455186" y="2825976"/>
                </a:cubicBezTo>
                <a:cubicBezTo>
                  <a:pt x="7467441" y="2811235"/>
                  <a:pt x="7457729" y="2792185"/>
                  <a:pt x="7454723" y="2776083"/>
                </a:cubicBezTo>
                <a:cubicBezTo>
                  <a:pt x="7431369" y="2765424"/>
                  <a:pt x="7393909" y="2768826"/>
                  <a:pt x="7393447" y="2801029"/>
                </a:cubicBezTo>
                <a:cubicBezTo>
                  <a:pt x="7387030" y="2826203"/>
                  <a:pt x="7414561" y="2841808"/>
                  <a:pt x="7436532" y="2837418"/>
                </a:cubicBezTo>
                <a:close/>
                <a:moveTo>
                  <a:pt x="2384317" y="2837582"/>
                </a:moveTo>
                <a:cubicBezTo>
                  <a:pt x="2390588" y="2839024"/>
                  <a:pt x="2397152" y="2838911"/>
                  <a:pt x="2403393" y="2836197"/>
                </a:cubicBezTo>
                <a:cubicBezTo>
                  <a:pt x="2438337" y="2830092"/>
                  <a:pt x="2430932" y="2771303"/>
                  <a:pt x="2396219" y="2770399"/>
                </a:cubicBezTo>
                <a:cubicBezTo>
                  <a:pt x="2363359" y="2765424"/>
                  <a:pt x="2347848" y="2807255"/>
                  <a:pt x="2366828" y="2829640"/>
                </a:cubicBezTo>
                <a:cubicBezTo>
                  <a:pt x="2372031" y="2833145"/>
                  <a:pt x="2378046" y="2836141"/>
                  <a:pt x="2384317" y="2837582"/>
                </a:cubicBezTo>
                <a:close/>
                <a:moveTo>
                  <a:pt x="1785482" y="2837705"/>
                </a:moveTo>
                <a:cubicBezTo>
                  <a:pt x="1794433" y="2835468"/>
                  <a:pt x="1802440" y="2830018"/>
                  <a:pt x="1806443" y="2821413"/>
                </a:cubicBezTo>
                <a:cubicBezTo>
                  <a:pt x="1814451" y="2806498"/>
                  <a:pt x="1805986" y="2789977"/>
                  <a:pt x="1802325" y="2775062"/>
                </a:cubicBezTo>
                <a:cubicBezTo>
                  <a:pt x="1786083" y="2771849"/>
                  <a:pt x="1767781" y="2765424"/>
                  <a:pt x="1753139" y="2776668"/>
                </a:cubicBezTo>
                <a:cubicBezTo>
                  <a:pt x="1737582" y="2791353"/>
                  <a:pt x="1736667" y="2825543"/>
                  <a:pt x="1758858" y="2834722"/>
                </a:cubicBezTo>
                <a:cubicBezTo>
                  <a:pt x="1766636" y="2838967"/>
                  <a:pt x="1776531" y="2839942"/>
                  <a:pt x="1785482" y="2837705"/>
                </a:cubicBezTo>
                <a:close/>
                <a:moveTo>
                  <a:pt x="4443492" y="2837835"/>
                </a:moveTo>
                <a:cubicBezTo>
                  <a:pt x="4450906" y="2839036"/>
                  <a:pt x="4458264" y="2838979"/>
                  <a:pt x="4465108" y="2834745"/>
                </a:cubicBezTo>
                <a:cubicBezTo>
                  <a:pt x="4489291" y="2822846"/>
                  <a:pt x="4487238" y="2779140"/>
                  <a:pt x="4460089" y="2771818"/>
                </a:cubicBezTo>
                <a:cubicBezTo>
                  <a:pt x="4447541" y="2767012"/>
                  <a:pt x="4434537" y="2773419"/>
                  <a:pt x="4422217" y="2775250"/>
                </a:cubicBezTo>
                <a:cubicBezTo>
                  <a:pt x="4413091" y="2793785"/>
                  <a:pt x="4413548" y="2814380"/>
                  <a:pt x="4421533" y="2833372"/>
                </a:cubicBezTo>
                <a:cubicBezTo>
                  <a:pt x="4428605" y="2834173"/>
                  <a:pt x="4436077" y="2836633"/>
                  <a:pt x="4443492" y="2837835"/>
                </a:cubicBezTo>
                <a:close/>
                <a:moveTo>
                  <a:pt x="4352801" y="2837984"/>
                </a:moveTo>
                <a:cubicBezTo>
                  <a:pt x="4363772" y="2835617"/>
                  <a:pt x="4373233" y="2828489"/>
                  <a:pt x="4376082" y="2816284"/>
                </a:cubicBezTo>
                <a:cubicBezTo>
                  <a:pt x="4384517" y="2794157"/>
                  <a:pt x="4366508" y="2767011"/>
                  <a:pt x="4342115" y="2769749"/>
                </a:cubicBezTo>
                <a:cubicBezTo>
                  <a:pt x="4311566" y="2768836"/>
                  <a:pt x="4297204" y="2812863"/>
                  <a:pt x="4320457" y="2831112"/>
                </a:cubicBezTo>
                <a:cubicBezTo>
                  <a:pt x="4329348" y="2837956"/>
                  <a:pt x="4341830" y="2840351"/>
                  <a:pt x="4352801" y="2837984"/>
                </a:cubicBezTo>
                <a:close/>
                <a:moveTo>
                  <a:pt x="7827183" y="2838132"/>
                </a:moveTo>
                <a:cubicBezTo>
                  <a:pt x="7847033" y="2844799"/>
                  <a:pt x="7872071" y="2832845"/>
                  <a:pt x="7873425" y="2809857"/>
                </a:cubicBezTo>
                <a:cubicBezTo>
                  <a:pt x="7880192" y="2782730"/>
                  <a:pt x="7845003" y="2760661"/>
                  <a:pt x="7822671" y="2774224"/>
                </a:cubicBezTo>
                <a:cubicBezTo>
                  <a:pt x="7796054" y="2785259"/>
                  <a:pt x="7798310" y="2831926"/>
                  <a:pt x="7827183" y="2838132"/>
                </a:cubicBezTo>
                <a:close/>
                <a:moveTo>
                  <a:pt x="1375376" y="2838181"/>
                </a:moveTo>
                <a:cubicBezTo>
                  <a:pt x="1395430" y="2831870"/>
                  <a:pt x="1409770" y="2806365"/>
                  <a:pt x="1395819" y="2787064"/>
                </a:cubicBezTo>
                <a:cubicBezTo>
                  <a:pt x="1382040" y="2762249"/>
                  <a:pt x="1339784" y="2765006"/>
                  <a:pt x="1331516" y="2792579"/>
                </a:cubicBezTo>
                <a:cubicBezTo>
                  <a:pt x="1323936" y="2811190"/>
                  <a:pt x="1334502" y="2832789"/>
                  <a:pt x="1354252" y="2837154"/>
                </a:cubicBezTo>
                <a:cubicBezTo>
                  <a:pt x="1361371" y="2840256"/>
                  <a:pt x="1368692" y="2840285"/>
                  <a:pt x="1375376" y="2838181"/>
                </a:cubicBezTo>
                <a:close/>
                <a:moveTo>
                  <a:pt x="4966344" y="2838415"/>
                </a:moveTo>
                <a:cubicBezTo>
                  <a:pt x="4983766" y="2835701"/>
                  <a:pt x="4999234" y="2819201"/>
                  <a:pt x="4995535" y="2799881"/>
                </a:cubicBezTo>
                <a:cubicBezTo>
                  <a:pt x="4994190" y="2767737"/>
                  <a:pt x="4945769" y="2759074"/>
                  <a:pt x="4930301" y="2785291"/>
                </a:cubicBezTo>
                <a:cubicBezTo>
                  <a:pt x="4922679" y="2803756"/>
                  <a:pt x="4927611" y="2830429"/>
                  <a:pt x="4948907" y="2836128"/>
                </a:cubicBezTo>
                <a:cubicBezTo>
                  <a:pt x="4954512" y="2838693"/>
                  <a:pt x="4960536" y="2839320"/>
                  <a:pt x="4966344" y="2838415"/>
                </a:cubicBezTo>
                <a:close/>
                <a:moveTo>
                  <a:pt x="1573983" y="2838421"/>
                </a:moveTo>
                <a:cubicBezTo>
                  <a:pt x="1592535" y="2835912"/>
                  <a:pt x="1609532" y="2819626"/>
                  <a:pt x="1604342" y="2799896"/>
                </a:cubicBezTo>
                <a:cubicBezTo>
                  <a:pt x="1603650" y="2771548"/>
                  <a:pt x="1565593" y="2760662"/>
                  <a:pt x="1545987" y="2778125"/>
                </a:cubicBezTo>
                <a:cubicBezTo>
                  <a:pt x="1530302" y="2794226"/>
                  <a:pt x="1532376" y="2827564"/>
                  <a:pt x="1555675" y="2835955"/>
                </a:cubicBezTo>
                <a:cubicBezTo>
                  <a:pt x="1561441" y="2838563"/>
                  <a:pt x="1567798" y="2839257"/>
                  <a:pt x="1573983" y="2838421"/>
                </a:cubicBezTo>
                <a:close/>
                <a:moveTo>
                  <a:pt x="1984637" y="2838629"/>
                </a:moveTo>
                <a:cubicBezTo>
                  <a:pt x="2003386" y="2836672"/>
                  <a:pt x="2020895" y="2821233"/>
                  <a:pt x="2016327" y="2800592"/>
                </a:cubicBezTo>
                <a:cubicBezTo>
                  <a:pt x="2015200" y="2772619"/>
                  <a:pt x="1975948" y="2760662"/>
                  <a:pt x="1957680" y="2780063"/>
                </a:cubicBezTo>
                <a:cubicBezTo>
                  <a:pt x="1938282" y="2794050"/>
                  <a:pt x="1944822" y="2827663"/>
                  <a:pt x="1966250" y="2835784"/>
                </a:cubicBezTo>
                <a:cubicBezTo>
                  <a:pt x="1972002" y="2838435"/>
                  <a:pt x="1978386" y="2839281"/>
                  <a:pt x="1984637" y="2838629"/>
                </a:cubicBezTo>
                <a:close/>
                <a:moveTo>
                  <a:pt x="6300491" y="2838632"/>
                </a:moveTo>
                <a:cubicBezTo>
                  <a:pt x="6316490" y="2837471"/>
                  <a:pt x="6331756" y="2825615"/>
                  <a:pt x="6332606" y="2808569"/>
                </a:cubicBezTo>
                <a:cubicBezTo>
                  <a:pt x="6338729" y="2779089"/>
                  <a:pt x="6296547" y="2757486"/>
                  <a:pt x="6275456" y="2778639"/>
                </a:cubicBezTo>
                <a:cubicBezTo>
                  <a:pt x="6254591" y="2792816"/>
                  <a:pt x="6259581" y="2830172"/>
                  <a:pt x="6284754" y="2836023"/>
                </a:cubicBezTo>
                <a:cubicBezTo>
                  <a:pt x="6289743" y="2838217"/>
                  <a:pt x="6295158" y="2839019"/>
                  <a:pt x="6300491" y="2838632"/>
                </a:cubicBezTo>
                <a:close/>
                <a:moveTo>
                  <a:pt x="5367895" y="2838638"/>
                </a:moveTo>
                <a:cubicBezTo>
                  <a:pt x="5375370" y="2839587"/>
                  <a:pt x="5382788" y="2839185"/>
                  <a:pt x="5389688" y="2835157"/>
                </a:cubicBezTo>
                <a:cubicBezTo>
                  <a:pt x="5417979" y="2822499"/>
                  <a:pt x="5410159" y="2773019"/>
                  <a:pt x="5378878" y="2770717"/>
                </a:cubicBezTo>
                <a:cubicBezTo>
                  <a:pt x="5360937" y="2765424"/>
                  <a:pt x="5348747" y="2781994"/>
                  <a:pt x="5337016" y="2792121"/>
                </a:cubicBezTo>
                <a:cubicBezTo>
                  <a:pt x="5339776" y="2806159"/>
                  <a:pt x="5342536" y="2819968"/>
                  <a:pt x="5345757" y="2834006"/>
                </a:cubicBezTo>
                <a:cubicBezTo>
                  <a:pt x="5352887" y="2835387"/>
                  <a:pt x="5360420" y="2837689"/>
                  <a:pt x="5367895" y="2838638"/>
                </a:cubicBezTo>
                <a:close/>
                <a:moveTo>
                  <a:pt x="1669785" y="2838649"/>
                </a:moveTo>
                <a:cubicBezTo>
                  <a:pt x="1678519" y="2839279"/>
                  <a:pt x="1687591" y="2837047"/>
                  <a:pt x="1694805" y="2832471"/>
                </a:cubicBezTo>
                <a:cubicBezTo>
                  <a:pt x="1709456" y="2818284"/>
                  <a:pt x="1709682" y="2791053"/>
                  <a:pt x="1695030" y="2776866"/>
                </a:cubicBezTo>
                <a:cubicBezTo>
                  <a:pt x="1681280" y="2765424"/>
                  <a:pt x="1663474" y="2772747"/>
                  <a:pt x="1648146" y="2775264"/>
                </a:cubicBezTo>
                <a:cubicBezTo>
                  <a:pt x="1643187" y="2791968"/>
                  <a:pt x="1635072" y="2811876"/>
                  <a:pt x="1646793" y="2827666"/>
                </a:cubicBezTo>
                <a:cubicBezTo>
                  <a:pt x="1652654" y="2834530"/>
                  <a:pt x="1661050" y="2838020"/>
                  <a:pt x="1669785" y="2838649"/>
                </a:cubicBezTo>
                <a:close/>
                <a:moveTo>
                  <a:pt x="6509239" y="2838656"/>
                </a:moveTo>
                <a:cubicBezTo>
                  <a:pt x="6526093" y="2835236"/>
                  <a:pt x="6540496" y="2820270"/>
                  <a:pt x="6536197" y="2801573"/>
                </a:cubicBezTo>
                <a:cubicBezTo>
                  <a:pt x="6536655" y="2778474"/>
                  <a:pt x="6510973" y="2763836"/>
                  <a:pt x="6490565" y="2772527"/>
                </a:cubicBezTo>
                <a:cubicBezTo>
                  <a:pt x="6459379" y="2779160"/>
                  <a:pt x="6460755" y="2832678"/>
                  <a:pt x="6492170" y="2837938"/>
                </a:cubicBezTo>
                <a:cubicBezTo>
                  <a:pt x="6497731" y="2839653"/>
                  <a:pt x="6503621" y="2839796"/>
                  <a:pt x="6509239" y="2838656"/>
                </a:cubicBezTo>
                <a:close/>
                <a:moveTo>
                  <a:pt x="1267597" y="2838712"/>
                </a:moveTo>
                <a:cubicBezTo>
                  <a:pt x="1285177" y="2835854"/>
                  <a:pt x="1300565" y="2819612"/>
                  <a:pt x="1297125" y="2800712"/>
                </a:cubicBezTo>
                <a:cubicBezTo>
                  <a:pt x="1295750" y="2771237"/>
                  <a:pt x="1253801" y="2760662"/>
                  <a:pt x="1235461" y="2782262"/>
                </a:cubicBezTo>
                <a:cubicBezTo>
                  <a:pt x="1217581" y="2798012"/>
                  <a:pt x="1226290" y="2831537"/>
                  <a:pt x="1249904" y="2836712"/>
                </a:cubicBezTo>
                <a:cubicBezTo>
                  <a:pt x="1255635" y="2839131"/>
                  <a:pt x="1261738" y="2839665"/>
                  <a:pt x="1267597" y="2838712"/>
                </a:cubicBezTo>
                <a:close/>
                <a:moveTo>
                  <a:pt x="5073605" y="2838727"/>
                </a:moveTo>
                <a:cubicBezTo>
                  <a:pt x="5091881" y="2834084"/>
                  <a:pt x="5105558" y="2813443"/>
                  <a:pt x="5096983" y="2793965"/>
                </a:cubicBezTo>
                <a:cubicBezTo>
                  <a:pt x="5091266" y="2762249"/>
                  <a:pt x="5039586" y="2762709"/>
                  <a:pt x="5031812" y="2792816"/>
                </a:cubicBezTo>
                <a:cubicBezTo>
                  <a:pt x="5025866" y="2810972"/>
                  <a:pt x="5034327" y="2833725"/>
                  <a:pt x="5054450" y="2837402"/>
                </a:cubicBezTo>
                <a:cubicBezTo>
                  <a:pt x="5060910" y="2840045"/>
                  <a:pt x="5067513" y="2840275"/>
                  <a:pt x="5073605" y="2838727"/>
                </a:cubicBezTo>
                <a:close/>
                <a:moveTo>
                  <a:pt x="6920002" y="2838733"/>
                </a:moveTo>
                <a:cubicBezTo>
                  <a:pt x="6937004" y="2835829"/>
                  <a:pt x="6951671" y="2819584"/>
                  <a:pt x="6947407" y="2800896"/>
                </a:cubicBezTo>
                <a:cubicBezTo>
                  <a:pt x="6946725" y="2773921"/>
                  <a:pt x="6911023" y="2760662"/>
                  <a:pt x="6891239" y="2777121"/>
                </a:cubicBezTo>
                <a:cubicBezTo>
                  <a:pt x="6868954" y="2792666"/>
                  <a:pt x="6874867" y="2831757"/>
                  <a:pt x="6902837" y="2836786"/>
                </a:cubicBezTo>
                <a:cubicBezTo>
                  <a:pt x="6908408" y="2839186"/>
                  <a:pt x="6914335" y="2839701"/>
                  <a:pt x="6920002" y="2838733"/>
                </a:cubicBezTo>
                <a:close/>
                <a:moveTo>
                  <a:pt x="6195310" y="2838745"/>
                </a:moveTo>
                <a:cubicBezTo>
                  <a:pt x="6211779" y="2838149"/>
                  <a:pt x="6228152" y="2827065"/>
                  <a:pt x="6229175" y="2809330"/>
                </a:cubicBezTo>
                <a:cubicBezTo>
                  <a:pt x="6235542" y="2778863"/>
                  <a:pt x="6191427" y="2755899"/>
                  <a:pt x="6170506" y="2779773"/>
                </a:cubicBezTo>
                <a:cubicBezTo>
                  <a:pt x="6151404" y="2793642"/>
                  <a:pt x="6157771" y="2827747"/>
                  <a:pt x="6179374" y="2835704"/>
                </a:cubicBezTo>
                <a:cubicBezTo>
                  <a:pt x="6184320" y="2837978"/>
                  <a:pt x="6189821" y="2838944"/>
                  <a:pt x="6195310" y="2838745"/>
                </a:cubicBezTo>
                <a:close/>
                <a:moveTo>
                  <a:pt x="6712468" y="2838768"/>
                </a:moveTo>
                <a:cubicBezTo>
                  <a:pt x="6730019" y="2836262"/>
                  <a:pt x="6745242" y="2820405"/>
                  <a:pt x="6740820" y="2800529"/>
                </a:cubicBezTo>
                <a:cubicBezTo>
                  <a:pt x="6742634" y="2771954"/>
                  <a:pt x="6703627" y="2760662"/>
                  <a:pt x="6685031" y="2777485"/>
                </a:cubicBezTo>
                <a:cubicBezTo>
                  <a:pt x="6671423" y="2794537"/>
                  <a:pt x="6670516" y="2828643"/>
                  <a:pt x="6694782" y="2836478"/>
                </a:cubicBezTo>
                <a:cubicBezTo>
                  <a:pt x="6700509" y="2838955"/>
                  <a:pt x="6706618" y="2839603"/>
                  <a:pt x="6712468" y="2838768"/>
                </a:cubicBezTo>
                <a:close/>
                <a:moveTo>
                  <a:pt x="2190906" y="2838783"/>
                </a:moveTo>
                <a:cubicBezTo>
                  <a:pt x="2207001" y="2836988"/>
                  <a:pt x="2221887" y="2824391"/>
                  <a:pt x="2220867" y="2806505"/>
                </a:cubicBezTo>
                <a:cubicBezTo>
                  <a:pt x="2224034" y="2781511"/>
                  <a:pt x="2197345" y="2762249"/>
                  <a:pt x="2174958" y="2771192"/>
                </a:cubicBezTo>
                <a:cubicBezTo>
                  <a:pt x="2146239" y="2779906"/>
                  <a:pt x="2144654" y="2829436"/>
                  <a:pt x="2174958" y="2836773"/>
                </a:cubicBezTo>
                <a:cubicBezTo>
                  <a:pt x="2180044" y="2838780"/>
                  <a:pt x="2185543" y="2839382"/>
                  <a:pt x="2190906" y="2838783"/>
                </a:cubicBezTo>
                <a:close/>
                <a:moveTo>
                  <a:pt x="4243596" y="2838838"/>
                </a:moveTo>
                <a:cubicBezTo>
                  <a:pt x="4262890" y="2837531"/>
                  <a:pt x="4281609" y="2821117"/>
                  <a:pt x="4277686" y="2800203"/>
                </a:cubicBezTo>
                <a:cubicBezTo>
                  <a:pt x="4274502" y="2775518"/>
                  <a:pt x="4243347" y="2760661"/>
                  <a:pt x="4222652" y="2774832"/>
                </a:cubicBezTo>
                <a:cubicBezTo>
                  <a:pt x="4200366" y="2786489"/>
                  <a:pt x="4201958" y="2824660"/>
                  <a:pt x="4224927" y="2834717"/>
                </a:cubicBezTo>
                <a:cubicBezTo>
                  <a:pt x="4230669" y="2838031"/>
                  <a:pt x="4237164" y="2839274"/>
                  <a:pt x="4243596" y="2838838"/>
                </a:cubicBezTo>
                <a:close/>
                <a:moveTo>
                  <a:pt x="2293850" y="2838862"/>
                </a:moveTo>
                <a:cubicBezTo>
                  <a:pt x="2309075" y="2837167"/>
                  <a:pt x="2322679" y="2825016"/>
                  <a:pt x="2324040" y="2808645"/>
                </a:cubicBezTo>
                <a:cubicBezTo>
                  <a:pt x="2328800" y="2780676"/>
                  <a:pt x="2292755" y="2759074"/>
                  <a:pt x="2270079" y="2774991"/>
                </a:cubicBezTo>
                <a:cubicBezTo>
                  <a:pt x="2247850" y="2788862"/>
                  <a:pt x="2251933" y="2830246"/>
                  <a:pt x="2278470" y="2836841"/>
                </a:cubicBezTo>
                <a:cubicBezTo>
                  <a:pt x="2283517" y="2838830"/>
                  <a:pt x="2288773" y="2839427"/>
                  <a:pt x="2293850" y="2838862"/>
                </a:cubicBezTo>
                <a:close/>
                <a:moveTo>
                  <a:pt x="6086391" y="2838874"/>
                </a:moveTo>
                <a:cubicBezTo>
                  <a:pt x="6107340" y="2841193"/>
                  <a:pt x="6129736" y="2824965"/>
                  <a:pt x="6126647" y="2800968"/>
                </a:cubicBezTo>
                <a:cubicBezTo>
                  <a:pt x="6127105" y="2771044"/>
                  <a:pt x="6085458" y="2759074"/>
                  <a:pt x="6066694" y="2779331"/>
                </a:cubicBezTo>
                <a:cubicBezTo>
                  <a:pt x="6055939" y="2794293"/>
                  <a:pt x="6054566" y="2815470"/>
                  <a:pt x="6066923" y="2829972"/>
                </a:cubicBezTo>
                <a:cubicBezTo>
                  <a:pt x="6072587" y="2835266"/>
                  <a:pt x="6079409" y="2838100"/>
                  <a:pt x="6086391" y="2838874"/>
                </a:cubicBezTo>
                <a:close/>
                <a:moveTo>
                  <a:pt x="7322428" y="2838916"/>
                </a:moveTo>
                <a:cubicBezTo>
                  <a:pt x="7335879" y="2840235"/>
                  <a:pt x="7349926" y="2834904"/>
                  <a:pt x="7355386" y="2821833"/>
                </a:cubicBezTo>
                <a:cubicBezTo>
                  <a:pt x="7362666" y="2806699"/>
                  <a:pt x="7355614" y="2790189"/>
                  <a:pt x="7352201" y="2775284"/>
                </a:cubicBezTo>
                <a:cubicBezTo>
                  <a:pt x="7337642" y="2773221"/>
                  <a:pt x="7321945" y="2765424"/>
                  <a:pt x="7308068" y="2773679"/>
                </a:cubicBezTo>
                <a:cubicBezTo>
                  <a:pt x="7292371" y="2780788"/>
                  <a:pt x="7289641" y="2800966"/>
                  <a:pt x="7293053" y="2816101"/>
                </a:cubicBezTo>
                <a:cubicBezTo>
                  <a:pt x="7296125" y="2829630"/>
                  <a:pt x="7308978" y="2837598"/>
                  <a:pt x="7322428" y="2838916"/>
                </a:cubicBezTo>
                <a:close/>
                <a:moveTo>
                  <a:pt x="5174992" y="2838923"/>
                </a:moveTo>
                <a:cubicBezTo>
                  <a:pt x="5191773" y="2835369"/>
                  <a:pt x="5205240" y="2818561"/>
                  <a:pt x="5200436" y="2800068"/>
                </a:cubicBezTo>
                <a:cubicBezTo>
                  <a:pt x="5199064" y="2771032"/>
                  <a:pt x="5161549" y="2760662"/>
                  <a:pt x="5141420" y="2778637"/>
                </a:cubicBezTo>
                <a:cubicBezTo>
                  <a:pt x="5127466" y="2797303"/>
                  <a:pt x="5130440" y="2833943"/>
                  <a:pt x="5157661" y="2837630"/>
                </a:cubicBezTo>
                <a:cubicBezTo>
                  <a:pt x="5163437" y="2839820"/>
                  <a:pt x="5169398" y="2840108"/>
                  <a:pt x="5174992" y="2838923"/>
                </a:cubicBezTo>
                <a:close/>
                <a:moveTo>
                  <a:pt x="6818104" y="2838928"/>
                </a:moveTo>
                <a:cubicBezTo>
                  <a:pt x="6836521" y="2834382"/>
                  <a:pt x="6850605" y="2813993"/>
                  <a:pt x="6843184" y="2793605"/>
                </a:cubicBezTo>
                <a:cubicBezTo>
                  <a:pt x="6837561" y="2765038"/>
                  <a:pt x="6793032" y="2760661"/>
                  <a:pt x="6781562" y="2786694"/>
                </a:cubicBezTo>
                <a:cubicBezTo>
                  <a:pt x="6772116" y="2804663"/>
                  <a:pt x="6777739" y="2831848"/>
                  <a:pt x="6798879" y="2837607"/>
                </a:cubicBezTo>
                <a:cubicBezTo>
                  <a:pt x="6805345" y="2840199"/>
                  <a:pt x="6811965" y="2840444"/>
                  <a:pt x="6818104" y="2838928"/>
                </a:cubicBezTo>
                <a:close/>
                <a:moveTo>
                  <a:pt x="7741701" y="2838944"/>
                </a:moveTo>
                <a:cubicBezTo>
                  <a:pt x="7759221" y="2836039"/>
                  <a:pt x="7774614" y="2820094"/>
                  <a:pt x="7772206" y="2801604"/>
                </a:cubicBezTo>
                <a:cubicBezTo>
                  <a:pt x="7770371" y="2777177"/>
                  <a:pt x="7739415" y="2762249"/>
                  <a:pt x="7718778" y="2775141"/>
                </a:cubicBezTo>
                <a:cubicBezTo>
                  <a:pt x="7692866" y="2786224"/>
                  <a:pt x="7695388" y="2831233"/>
                  <a:pt x="7724052" y="2837114"/>
                </a:cubicBezTo>
                <a:cubicBezTo>
                  <a:pt x="7729785" y="2839432"/>
                  <a:pt x="7735861" y="2839913"/>
                  <a:pt x="7741701" y="2838944"/>
                </a:cubicBezTo>
                <a:close/>
                <a:moveTo>
                  <a:pt x="1161282" y="2838993"/>
                </a:moveTo>
                <a:cubicBezTo>
                  <a:pt x="1177727" y="2837882"/>
                  <a:pt x="1193590" y="2826451"/>
                  <a:pt x="1193935" y="2808678"/>
                </a:cubicBezTo>
                <a:cubicBezTo>
                  <a:pt x="1198533" y="2784520"/>
                  <a:pt x="1173473" y="2765424"/>
                  <a:pt x="1150945" y="2770026"/>
                </a:cubicBezTo>
                <a:cubicBezTo>
                  <a:pt x="1119683" y="2774167"/>
                  <a:pt x="1114397" y="2828694"/>
                  <a:pt x="1145198" y="2836517"/>
                </a:cubicBezTo>
                <a:cubicBezTo>
                  <a:pt x="1150255" y="2838587"/>
                  <a:pt x="1155800" y="2839364"/>
                  <a:pt x="1161282" y="2838993"/>
                </a:cubicBezTo>
                <a:close/>
                <a:moveTo>
                  <a:pt x="1470057" y="2839126"/>
                </a:moveTo>
                <a:cubicBezTo>
                  <a:pt x="1488682" y="2837758"/>
                  <a:pt x="1505354" y="2821643"/>
                  <a:pt x="1501943" y="2800784"/>
                </a:cubicBezTo>
                <a:cubicBezTo>
                  <a:pt x="1501261" y="2773655"/>
                  <a:pt x="1467373" y="2760661"/>
                  <a:pt x="1447131" y="2775935"/>
                </a:cubicBezTo>
                <a:cubicBezTo>
                  <a:pt x="1427119" y="2789386"/>
                  <a:pt x="1428710" y="2825177"/>
                  <a:pt x="1451454" y="2835208"/>
                </a:cubicBezTo>
                <a:cubicBezTo>
                  <a:pt x="1457423" y="2838399"/>
                  <a:pt x="1463848" y="2839582"/>
                  <a:pt x="1470057" y="2839126"/>
                </a:cubicBezTo>
                <a:close/>
                <a:moveTo>
                  <a:pt x="6404242" y="2839158"/>
                </a:moveTo>
                <a:cubicBezTo>
                  <a:pt x="6419763" y="2837272"/>
                  <a:pt x="6434263" y="2825206"/>
                  <a:pt x="6435113" y="2808487"/>
                </a:cubicBezTo>
                <a:cubicBezTo>
                  <a:pt x="6440329" y="2782057"/>
                  <a:pt x="6405858" y="2759074"/>
                  <a:pt x="6383859" y="2774702"/>
                </a:cubicBezTo>
                <a:cubicBezTo>
                  <a:pt x="6356191" y="2785504"/>
                  <a:pt x="6360500" y="2830780"/>
                  <a:pt x="6388849" y="2837445"/>
                </a:cubicBezTo>
                <a:cubicBezTo>
                  <a:pt x="6393781" y="2839283"/>
                  <a:pt x="6399068" y="2839786"/>
                  <a:pt x="6404242" y="2839158"/>
                </a:cubicBezTo>
                <a:close/>
                <a:moveTo>
                  <a:pt x="2499236" y="2839205"/>
                </a:moveTo>
                <a:cubicBezTo>
                  <a:pt x="2517597" y="2837175"/>
                  <a:pt x="2533613" y="2820335"/>
                  <a:pt x="2528894" y="2799649"/>
                </a:cubicBezTo>
                <a:cubicBezTo>
                  <a:pt x="2529343" y="2766596"/>
                  <a:pt x="2477641" y="2759074"/>
                  <a:pt x="2465727" y="2787568"/>
                </a:cubicBezTo>
                <a:cubicBezTo>
                  <a:pt x="2458984" y="2804208"/>
                  <a:pt x="2461457" y="2829510"/>
                  <a:pt x="2480783" y="2835893"/>
                </a:cubicBezTo>
                <a:cubicBezTo>
                  <a:pt x="2486739" y="2838913"/>
                  <a:pt x="2493118" y="2839882"/>
                  <a:pt x="2499236" y="2839205"/>
                </a:cubicBezTo>
                <a:close/>
                <a:moveTo>
                  <a:pt x="1880046" y="2839273"/>
                </a:moveTo>
                <a:cubicBezTo>
                  <a:pt x="1898930" y="2838042"/>
                  <a:pt x="1916508" y="2822237"/>
                  <a:pt x="1913093" y="2800991"/>
                </a:cubicBezTo>
                <a:cubicBezTo>
                  <a:pt x="1912637" y="2771281"/>
                  <a:pt x="1872149" y="2759074"/>
                  <a:pt x="1853496" y="2779572"/>
                </a:cubicBezTo>
                <a:cubicBezTo>
                  <a:pt x="1839852" y="2794772"/>
                  <a:pt x="1840307" y="2827476"/>
                  <a:pt x="1861460" y="2835307"/>
                </a:cubicBezTo>
                <a:cubicBezTo>
                  <a:pt x="1867317" y="2838474"/>
                  <a:pt x="1873758" y="2839683"/>
                  <a:pt x="1880046" y="2839273"/>
                </a:cubicBezTo>
                <a:close/>
                <a:moveTo>
                  <a:pt x="7637459" y="2839365"/>
                </a:moveTo>
                <a:cubicBezTo>
                  <a:pt x="7655737" y="2836760"/>
                  <a:pt x="7672234" y="2819440"/>
                  <a:pt x="7667484" y="2799125"/>
                </a:cubicBezTo>
                <a:cubicBezTo>
                  <a:pt x="7664091" y="2769492"/>
                  <a:pt x="7622475" y="2759074"/>
                  <a:pt x="7605738" y="2783151"/>
                </a:cubicBezTo>
                <a:cubicBezTo>
                  <a:pt x="7589679" y="2799820"/>
                  <a:pt x="7598726" y="2829222"/>
                  <a:pt x="7619308" y="2836630"/>
                </a:cubicBezTo>
                <a:cubicBezTo>
                  <a:pt x="7625076" y="2839466"/>
                  <a:pt x="7631366" y="2840233"/>
                  <a:pt x="7637459" y="2839365"/>
                </a:cubicBezTo>
                <a:close/>
                <a:moveTo>
                  <a:pt x="5891623" y="2839481"/>
                </a:moveTo>
                <a:cubicBezTo>
                  <a:pt x="5909466" y="2836761"/>
                  <a:pt x="5924656" y="2819531"/>
                  <a:pt x="5920686" y="2799839"/>
                </a:cubicBezTo>
                <a:cubicBezTo>
                  <a:pt x="5919075" y="2770359"/>
                  <a:pt x="5876959" y="2759074"/>
                  <a:pt x="5859238" y="2780954"/>
                </a:cubicBezTo>
                <a:cubicBezTo>
                  <a:pt x="5848191" y="2798457"/>
                  <a:pt x="5849572" y="2830931"/>
                  <a:pt x="5873507" y="2836919"/>
                </a:cubicBezTo>
                <a:cubicBezTo>
                  <a:pt x="5879433" y="2839683"/>
                  <a:pt x="5885676" y="2840388"/>
                  <a:pt x="5891623" y="2839481"/>
                </a:cubicBezTo>
                <a:close/>
                <a:moveTo>
                  <a:pt x="5577213" y="2839506"/>
                </a:moveTo>
                <a:cubicBezTo>
                  <a:pt x="5594567" y="2839538"/>
                  <a:pt x="5611921" y="2828027"/>
                  <a:pt x="5612774" y="2809099"/>
                </a:cubicBezTo>
                <a:cubicBezTo>
                  <a:pt x="5618004" y="2777723"/>
                  <a:pt x="5573204" y="2757487"/>
                  <a:pt x="5552737" y="2781361"/>
                </a:cubicBezTo>
                <a:cubicBezTo>
                  <a:pt x="5535454" y="2795230"/>
                  <a:pt x="5540002" y="2827288"/>
                  <a:pt x="5560469" y="2835474"/>
                </a:cubicBezTo>
                <a:cubicBezTo>
                  <a:pt x="5565643" y="2838202"/>
                  <a:pt x="5571428" y="2839495"/>
                  <a:pt x="5577213" y="2839506"/>
                </a:cubicBezTo>
                <a:close/>
                <a:moveTo>
                  <a:pt x="7533407" y="2839517"/>
                </a:moveTo>
                <a:cubicBezTo>
                  <a:pt x="7552957" y="2836652"/>
                  <a:pt x="7569885" y="2817049"/>
                  <a:pt x="7562892" y="2796025"/>
                </a:cubicBezTo>
                <a:cubicBezTo>
                  <a:pt x="7559481" y="2772129"/>
                  <a:pt x="7527189" y="2762249"/>
                  <a:pt x="7509223" y="2776265"/>
                </a:cubicBezTo>
                <a:cubicBezTo>
                  <a:pt x="7489666" y="2789822"/>
                  <a:pt x="7490803" y="2827504"/>
                  <a:pt x="7513772" y="2836235"/>
                </a:cubicBezTo>
                <a:cubicBezTo>
                  <a:pt x="7520082" y="2839567"/>
                  <a:pt x="7526890" y="2840472"/>
                  <a:pt x="7533407" y="2839517"/>
                </a:cubicBezTo>
                <a:close/>
                <a:moveTo>
                  <a:pt x="5683289" y="2839525"/>
                </a:moveTo>
                <a:cubicBezTo>
                  <a:pt x="5702197" y="2837668"/>
                  <a:pt x="5719819" y="2821431"/>
                  <a:pt x="5715703" y="2800530"/>
                </a:cubicBezTo>
                <a:cubicBezTo>
                  <a:pt x="5715017" y="2769438"/>
                  <a:pt x="5669054" y="2759074"/>
                  <a:pt x="5652361" y="2783717"/>
                </a:cubicBezTo>
                <a:cubicBezTo>
                  <a:pt x="5638641" y="2800530"/>
                  <a:pt x="5644815" y="2827476"/>
                  <a:pt x="5664710" y="2836228"/>
                </a:cubicBezTo>
                <a:cubicBezTo>
                  <a:pt x="5670541" y="2839165"/>
                  <a:pt x="5676987" y="2840144"/>
                  <a:pt x="5683289" y="2839525"/>
                </a:cubicBezTo>
                <a:close/>
                <a:moveTo>
                  <a:pt x="2087875" y="2839553"/>
                </a:moveTo>
                <a:cubicBezTo>
                  <a:pt x="2106047" y="2837296"/>
                  <a:pt x="2122764" y="2820714"/>
                  <a:pt x="2119010" y="2800746"/>
                </a:cubicBezTo>
                <a:cubicBezTo>
                  <a:pt x="2117417" y="2770187"/>
                  <a:pt x="2074902" y="2759074"/>
                  <a:pt x="2056931" y="2781994"/>
                </a:cubicBezTo>
                <a:cubicBezTo>
                  <a:pt x="2041467" y="2799125"/>
                  <a:pt x="2047607" y="2829685"/>
                  <a:pt x="2069893" y="2836630"/>
                </a:cubicBezTo>
                <a:cubicBezTo>
                  <a:pt x="2075583" y="2839466"/>
                  <a:pt x="2081817" y="2840305"/>
                  <a:pt x="2087875" y="2839553"/>
                </a:cubicBezTo>
                <a:close/>
                <a:moveTo>
                  <a:pt x="6605644" y="2839814"/>
                </a:moveTo>
                <a:cubicBezTo>
                  <a:pt x="6622668" y="2839510"/>
                  <a:pt x="6639629" y="2827895"/>
                  <a:pt x="6638780" y="2808479"/>
                </a:cubicBezTo>
                <a:cubicBezTo>
                  <a:pt x="6643529" y="2783284"/>
                  <a:pt x="6616619" y="2762249"/>
                  <a:pt x="6594231" y="2771726"/>
                </a:cubicBezTo>
                <a:cubicBezTo>
                  <a:pt x="6565737" y="2778661"/>
                  <a:pt x="6564154" y="2823966"/>
                  <a:pt x="6589256" y="2836217"/>
                </a:cubicBezTo>
                <a:cubicBezTo>
                  <a:pt x="6594287" y="2838759"/>
                  <a:pt x="6599969" y="2839915"/>
                  <a:pt x="6605644" y="2839814"/>
                </a:cubicBezTo>
                <a:close/>
                <a:moveTo>
                  <a:pt x="2403512" y="2941132"/>
                </a:moveTo>
                <a:cubicBezTo>
                  <a:pt x="2413288" y="2938235"/>
                  <a:pt x="2421572" y="2931351"/>
                  <a:pt x="2424291" y="2920452"/>
                </a:cubicBezTo>
                <a:cubicBezTo>
                  <a:pt x="2426108" y="2906684"/>
                  <a:pt x="2427239" y="2888786"/>
                  <a:pt x="2414317" y="2879837"/>
                </a:cubicBezTo>
                <a:cubicBezTo>
                  <a:pt x="2398448" y="2870199"/>
                  <a:pt x="2371901" y="2871805"/>
                  <a:pt x="2363060" y="2890392"/>
                </a:cubicBezTo>
                <a:cubicBezTo>
                  <a:pt x="2357391" y="2905995"/>
                  <a:pt x="2358530" y="2928024"/>
                  <a:pt x="2373712" y="2937891"/>
                </a:cubicBezTo>
                <a:cubicBezTo>
                  <a:pt x="2382441" y="2942939"/>
                  <a:pt x="2393715" y="2944029"/>
                  <a:pt x="2403512" y="2941132"/>
                </a:cubicBezTo>
                <a:close/>
                <a:moveTo>
                  <a:pt x="2594451" y="2941325"/>
                </a:moveTo>
                <a:cubicBezTo>
                  <a:pt x="2614851" y="2942601"/>
                  <a:pt x="2636624" y="2928313"/>
                  <a:pt x="2631349" y="2905351"/>
                </a:cubicBezTo>
                <a:cubicBezTo>
                  <a:pt x="2634299" y="2870426"/>
                  <a:pt x="2579191" y="2862262"/>
                  <a:pt x="2566945" y="2891971"/>
                </a:cubicBezTo>
                <a:cubicBezTo>
                  <a:pt x="2562183" y="2906259"/>
                  <a:pt x="2562410" y="2924855"/>
                  <a:pt x="2575562" y="2934607"/>
                </a:cubicBezTo>
                <a:cubicBezTo>
                  <a:pt x="2581005" y="2938746"/>
                  <a:pt x="2587652" y="2940900"/>
                  <a:pt x="2594451" y="2941325"/>
                </a:cubicBezTo>
                <a:close/>
                <a:moveTo>
                  <a:pt x="4455521" y="2941394"/>
                </a:moveTo>
                <a:cubicBezTo>
                  <a:pt x="4487686" y="2938892"/>
                  <a:pt x="4490879" y="2886341"/>
                  <a:pt x="4461908" y="2876104"/>
                </a:cubicBezTo>
                <a:cubicBezTo>
                  <a:pt x="4447765" y="2873374"/>
                  <a:pt x="4429744" y="2873374"/>
                  <a:pt x="4420391" y="2885886"/>
                </a:cubicBezTo>
                <a:cubicBezTo>
                  <a:pt x="4414004" y="2896806"/>
                  <a:pt x="4415372" y="2910228"/>
                  <a:pt x="4413091" y="2922512"/>
                </a:cubicBezTo>
                <a:cubicBezTo>
                  <a:pt x="4424497" y="2933660"/>
                  <a:pt x="4437728" y="2946399"/>
                  <a:pt x="4455521" y="2941394"/>
                </a:cubicBezTo>
                <a:close/>
                <a:moveTo>
                  <a:pt x="4957224" y="2941500"/>
                </a:moveTo>
                <a:cubicBezTo>
                  <a:pt x="4975386" y="2943178"/>
                  <a:pt x="4994744" y="2932195"/>
                  <a:pt x="4997159" y="2912877"/>
                </a:cubicBezTo>
                <a:cubicBezTo>
                  <a:pt x="5006816" y="2875725"/>
                  <a:pt x="4946341" y="2859086"/>
                  <a:pt x="4929785" y="2890312"/>
                </a:cubicBezTo>
                <a:cubicBezTo>
                  <a:pt x="4924266" y="2904900"/>
                  <a:pt x="4924726" y="2926781"/>
                  <a:pt x="4940132" y="2935443"/>
                </a:cubicBezTo>
                <a:cubicBezTo>
                  <a:pt x="4945249" y="2938975"/>
                  <a:pt x="4951170" y="2940941"/>
                  <a:pt x="4957224" y="2941500"/>
                </a:cubicBezTo>
                <a:close/>
                <a:moveTo>
                  <a:pt x="6292922" y="2941506"/>
                </a:moveTo>
                <a:cubicBezTo>
                  <a:pt x="6311151" y="2943136"/>
                  <a:pt x="6330413" y="2932009"/>
                  <a:pt x="6332481" y="2912057"/>
                </a:cubicBezTo>
                <a:cubicBezTo>
                  <a:pt x="6341904" y="2879314"/>
                  <a:pt x="6295939" y="2862261"/>
                  <a:pt x="6273646" y="2881588"/>
                </a:cubicBezTo>
                <a:cubicBezTo>
                  <a:pt x="6256179" y="2894321"/>
                  <a:pt x="6257788" y="2923880"/>
                  <a:pt x="6275714" y="2935477"/>
                </a:cubicBezTo>
                <a:cubicBezTo>
                  <a:pt x="6280885" y="2939001"/>
                  <a:pt x="6286846" y="2940962"/>
                  <a:pt x="6292922" y="2941506"/>
                </a:cubicBezTo>
                <a:close/>
                <a:moveTo>
                  <a:pt x="1668981" y="2941584"/>
                </a:moveTo>
                <a:cubicBezTo>
                  <a:pt x="1688462" y="2942642"/>
                  <a:pt x="1708717" y="2928536"/>
                  <a:pt x="1705799" y="2906480"/>
                </a:cubicBezTo>
                <a:cubicBezTo>
                  <a:pt x="1709690" y="2875476"/>
                  <a:pt x="1668037" y="2863849"/>
                  <a:pt x="1647897" y="2881403"/>
                </a:cubicBezTo>
                <a:cubicBezTo>
                  <a:pt x="1636225" y="2896677"/>
                  <a:pt x="1635081" y="2922210"/>
                  <a:pt x="1650643" y="2935204"/>
                </a:cubicBezTo>
                <a:cubicBezTo>
                  <a:pt x="1656079" y="2939194"/>
                  <a:pt x="1662487" y="2941231"/>
                  <a:pt x="1668981" y="2941584"/>
                </a:cubicBezTo>
                <a:close/>
                <a:moveTo>
                  <a:pt x="2184168" y="2941668"/>
                </a:moveTo>
                <a:cubicBezTo>
                  <a:pt x="2204402" y="2942310"/>
                  <a:pt x="2225278" y="2927707"/>
                  <a:pt x="2219461" y="2905149"/>
                </a:cubicBezTo>
                <a:cubicBezTo>
                  <a:pt x="2222654" y="2871705"/>
                  <a:pt x="2169274" y="2863849"/>
                  <a:pt x="2155584" y="2890784"/>
                </a:cubicBezTo>
                <a:cubicBezTo>
                  <a:pt x="2150107" y="2905373"/>
                  <a:pt x="2149424" y="2926921"/>
                  <a:pt x="2165162" y="2935675"/>
                </a:cubicBezTo>
                <a:cubicBezTo>
                  <a:pt x="2170754" y="2939546"/>
                  <a:pt x="2177426" y="2941454"/>
                  <a:pt x="2184168" y="2941668"/>
                </a:cubicBezTo>
                <a:close/>
                <a:moveTo>
                  <a:pt x="6912744" y="2941727"/>
                </a:moveTo>
                <a:cubicBezTo>
                  <a:pt x="6931801" y="2941578"/>
                  <a:pt x="6950605" y="2926227"/>
                  <a:pt x="6947907" y="2905025"/>
                </a:cubicBezTo>
                <a:cubicBezTo>
                  <a:pt x="6949705" y="2880373"/>
                  <a:pt x="6921148" y="2868612"/>
                  <a:pt x="6900911" y="2876076"/>
                </a:cubicBezTo>
                <a:cubicBezTo>
                  <a:pt x="6874828" y="2882408"/>
                  <a:pt x="6872129" y="2923796"/>
                  <a:pt x="6894390" y="2936461"/>
                </a:cubicBezTo>
                <a:cubicBezTo>
                  <a:pt x="6900012" y="2940136"/>
                  <a:pt x="6906392" y="2941776"/>
                  <a:pt x="6912744" y="2941727"/>
                </a:cubicBezTo>
                <a:close/>
                <a:moveTo>
                  <a:pt x="7943192" y="2941757"/>
                </a:moveTo>
                <a:cubicBezTo>
                  <a:pt x="7964076" y="2940201"/>
                  <a:pt x="7982443" y="2920802"/>
                  <a:pt x="7974872" y="2897951"/>
                </a:cubicBezTo>
                <a:cubicBezTo>
                  <a:pt x="7970284" y="2865436"/>
                  <a:pt x="7912932" y="2865436"/>
                  <a:pt x="7908803" y="2897724"/>
                </a:cubicBezTo>
                <a:cubicBezTo>
                  <a:pt x="7905591" y="2911594"/>
                  <a:pt x="7908114" y="2929557"/>
                  <a:pt x="7922338" y="2936833"/>
                </a:cubicBezTo>
                <a:cubicBezTo>
                  <a:pt x="7928991" y="2940812"/>
                  <a:pt x="7936231" y="2942275"/>
                  <a:pt x="7943192" y="2941757"/>
                </a:cubicBezTo>
                <a:close/>
                <a:moveTo>
                  <a:pt x="7112785" y="2941836"/>
                </a:moveTo>
                <a:cubicBezTo>
                  <a:pt x="7131299" y="2944897"/>
                  <a:pt x="7152700" y="2933926"/>
                  <a:pt x="7154053" y="2913516"/>
                </a:cubicBezTo>
                <a:cubicBezTo>
                  <a:pt x="7159467" y="2888796"/>
                  <a:pt x="7132173" y="2868612"/>
                  <a:pt x="7109841" y="2875642"/>
                </a:cubicBezTo>
                <a:cubicBezTo>
                  <a:pt x="7082773" y="2878591"/>
                  <a:pt x="7075329" y="2918505"/>
                  <a:pt x="7096082" y="2933926"/>
                </a:cubicBezTo>
                <a:cubicBezTo>
                  <a:pt x="7100762" y="2938235"/>
                  <a:pt x="7106613" y="2940815"/>
                  <a:pt x="7112785" y="2941836"/>
                </a:cubicBezTo>
                <a:close/>
                <a:moveTo>
                  <a:pt x="6191948" y="2941848"/>
                </a:moveTo>
                <a:cubicBezTo>
                  <a:pt x="6214125" y="2942383"/>
                  <a:pt x="6237432" y="2921644"/>
                  <a:pt x="6228816" y="2898333"/>
                </a:cubicBezTo>
                <a:cubicBezTo>
                  <a:pt x="6223991" y="2874337"/>
                  <a:pt x="6192971" y="2867024"/>
                  <a:pt x="6174130" y="2879136"/>
                </a:cubicBezTo>
                <a:cubicBezTo>
                  <a:pt x="6157127" y="2891249"/>
                  <a:pt x="6152991" y="2920730"/>
                  <a:pt x="6171373" y="2933528"/>
                </a:cubicBezTo>
                <a:cubicBezTo>
                  <a:pt x="6177289" y="2939127"/>
                  <a:pt x="6184556" y="2941669"/>
                  <a:pt x="6191948" y="2941848"/>
                </a:cubicBezTo>
                <a:close/>
                <a:moveTo>
                  <a:pt x="1779749" y="2941901"/>
                </a:moveTo>
                <a:cubicBezTo>
                  <a:pt x="1788175" y="2941138"/>
                  <a:pt x="1796148" y="2937577"/>
                  <a:pt x="1801351" y="2930568"/>
                </a:cubicBezTo>
                <a:cubicBezTo>
                  <a:pt x="1819220" y="2910445"/>
                  <a:pt x="1805875" y="2871330"/>
                  <a:pt x="1776243" y="2874947"/>
                </a:cubicBezTo>
                <a:cubicBezTo>
                  <a:pt x="1742540" y="2870199"/>
                  <a:pt x="1730325" y="2918811"/>
                  <a:pt x="1755433" y="2936446"/>
                </a:cubicBezTo>
                <a:cubicBezTo>
                  <a:pt x="1762445" y="2940629"/>
                  <a:pt x="1771323" y="2942664"/>
                  <a:pt x="1779749" y="2941901"/>
                </a:cubicBezTo>
                <a:close/>
                <a:moveTo>
                  <a:pt x="7525151" y="2941977"/>
                </a:moveTo>
                <a:cubicBezTo>
                  <a:pt x="7546236" y="2943678"/>
                  <a:pt x="7568938" y="2928540"/>
                  <a:pt x="7563865" y="2904217"/>
                </a:cubicBezTo>
                <a:cubicBezTo>
                  <a:pt x="7564316" y="2872467"/>
                  <a:pt x="7517192" y="2863849"/>
                  <a:pt x="7501409" y="2887888"/>
                </a:cubicBezTo>
                <a:cubicBezTo>
                  <a:pt x="7492841" y="2902403"/>
                  <a:pt x="7495998" y="2921226"/>
                  <a:pt x="7505693" y="2934379"/>
                </a:cubicBezTo>
                <a:cubicBezTo>
                  <a:pt x="7511274" y="2938972"/>
                  <a:pt x="7518122" y="2941410"/>
                  <a:pt x="7525151" y="2941977"/>
                </a:cubicBezTo>
                <a:close/>
                <a:moveTo>
                  <a:pt x="1268735" y="2941979"/>
                </a:moveTo>
                <a:cubicBezTo>
                  <a:pt x="1278264" y="2940353"/>
                  <a:pt x="1287022" y="2935448"/>
                  <a:pt x="1292286" y="2926779"/>
                </a:cubicBezTo>
                <a:cubicBezTo>
                  <a:pt x="1306483" y="2905333"/>
                  <a:pt x="1289769" y="2870199"/>
                  <a:pt x="1261838" y="2874990"/>
                </a:cubicBezTo>
                <a:cubicBezTo>
                  <a:pt x="1228869" y="2872481"/>
                  <a:pt x="1211242" y="2919934"/>
                  <a:pt x="1240548" y="2937502"/>
                </a:cubicBezTo>
                <a:cubicBezTo>
                  <a:pt x="1248904" y="2941950"/>
                  <a:pt x="1259205" y="2943604"/>
                  <a:pt x="1268735" y="2941979"/>
                </a:cubicBezTo>
                <a:close/>
                <a:moveTo>
                  <a:pt x="5576716" y="2942033"/>
                </a:moveTo>
                <a:cubicBezTo>
                  <a:pt x="5596703" y="2942065"/>
                  <a:pt x="5616915" y="2927259"/>
                  <a:pt x="5613646" y="2905494"/>
                </a:cubicBezTo>
                <a:cubicBezTo>
                  <a:pt x="5614564" y="2876923"/>
                  <a:pt x="5575803" y="2867024"/>
                  <a:pt x="5554931" y="2880522"/>
                </a:cubicBezTo>
                <a:cubicBezTo>
                  <a:pt x="5537041" y="2894020"/>
                  <a:pt x="5537500" y="2925516"/>
                  <a:pt x="5557683" y="2936764"/>
                </a:cubicBezTo>
                <a:cubicBezTo>
                  <a:pt x="5563417" y="2940364"/>
                  <a:pt x="5570054" y="2942023"/>
                  <a:pt x="5576716" y="2942033"/>
                </a:cubicBezTo>
                <a:close/>
                <a:moveTo>
                  <a:pt x="6086363" y="2942036"/>
                </a:moveTo>
                <a:cubicBezTo>
                  <a:pt x="6107209" y="2944337"/>
                  <a:pt x="6129687" y="2930129"/>
                  <a:pt x="6126445" y="2906378"/>
                </a:cubicBezTo>
                <a:cubicBezTo>
                  <a:pt x="6127355" y="2874937"/>
                  <a:pt x="6085499" y="2865436"/>
                  <a:pt x="6065481" y="2884211"/>
                </a:cubicBezTo>
                <a:cubicBezTo>
                  <a:pt x="6056154" y="2898914"/>
                  <a:pt x="6056382" y="2920176"/>
                  <a:pt x="6067073" y="2933975"/>
                </a:cubicBezTo>
                <a:cubicBezTo>
                  <a:pt x="6072646" y="2938668"/>
                  <a:pt x="6079414" y="2941269"/>
                  <a:pt x="6086363" y="2942036"/>
                </a:cubicBezTo>
                <a:close/>
                <a:moveTo>
                  <a:pt x="6396685" y="2942047"/>
                </a:moveTo>
                <a:cubicBezTo>
                  <a:pt x="6414793" y="2943510"/>
                  <a:pt x="6434352" y="2932950"/>
                  <a:pt x="6435727" y="2913612"/>
                </a:cubicBezTo>
                <a:cubicBezTo>
                  <a:pt x="6441917" y="2885792"/>
                  <a:pt x="6406841" y="2865436"/>
                  <a:pt x="6383456" y="2878328"/>
                </a:cubicBezTo>
                <a:cubicBezTo>
                  <a:pt x="6360530" y="2887828"/>
                  <a:pt x="6357779" y="2924695"/>
                  <a:pt x="6379788" y="2936456"/>
                </a:cubicBezTo>
                <a:cubicBezTo>
                  <a:pt x="6384775" y="2939735"/>
                  <a:pt x="6390649" y="2941559"/>
                  <a:pt x="6396685" y="2942047"/>
                </a:cubicBezTo>
                <a:close/>
                <a:moveTo>
                  <a:pt x="6808386" y="2942127"/>
                </a:moveTo>
                <a:cubicBezTo>
                  <a:pt x="6827867" y="2942918"/>
                  <a:pt x="6847412" y="2927102"/>
                  <a:pt x="6844698" y="2904875"/>
                </a:cubicBezTo>
                <a:cubicBezTo>
                  <a:pt x="6846055" y="2875467"/>
                  <a:pt x="6807842" y="2865436"/>
                  <a:pt x="6787944" y="2881394"/>
                </a:cubicBezTo>
                <a:cubicBezTo>
                  <a:pt x="6772116" y="2894844"/>
                  <a:pt x="6773699" y="2923113"/>
                  <a:pt x="6789753" y="2935423"/>
                </a:cubicBezTo>
                <a:cubicBezTo>
                  <a:pt x="6795406" y="2939755"/>
                  <a:pt x="6801893" y="2941863"/>
                  <a:pt x="6808386" y="2942127"/>
                </a:cubicBezTo>
                <a:close/>
                <a:moveTo>
                  <a:pt x="5473250" y="2942140"/>
                </a:moveTo>
                <a:cubicBezTo>
                  <a:pt x="5492437" y="2942372"/>
                  <a:pt x="5511023" y="2927984"/>
                  <a:pt x="5510517" y="2906380"/>
                </a:cubicBezTo>
                <a:cubicBezTo>
                  <a:pt x="5511641" y="2872400"/>
                  <a:pt x="5460167" y="2863849"/>
                  <a:pt x="5445332" y="2891078"/>
                </a:cubicBezTo>
                <a:cubicBezTo>
                  <a:pt x="5435441" y="2905705"/>
                  <a:pt x="5441735" y="2925958"/>
                  <a:pt x="5454547" y="2936760"/>
                </a:cubicBezTo>
                <a:cubicBezTo>
                  <a:pt x="5460391" y="2940360"/>
                  <a:pt x="5466854" y="2942062"/>
                  <a:pt x="5473250" y="2942140"/>
                </a:cubicBezTo>
                <a:close/>
                <a:moveTo>
                  <a:pt x="5990692" y="2942163"/>
                </a:moveTo>
                <a:cubicBezTo>
                  <a:pt x="5998318" y="2941817"/>
                  <a:pt x="6005915" y="2939514"/>
                  <a:pt x="6012591" y="2935598"/>
                </a:cubicBezTo>
                <a:cubicBezTo>
                  <a:pt x="6029166" y="2919472"/>
                  <a:pt x="6027094" y="2884457"/>
                  <a:pt x="6003843" y="2875703"/>
                </a:cubicBezTo>
                <a:cubicBezTo>
                  <a:pt x="5990030" y="2873169"/>
                  <a:pt x="5972304" y="2871787"/>
                  <a:pt x="5962635" y="2883996"/>
                </a:cubicBezTo>
                <a:cubicBezTo>
                  <a:pt x="5952966" y="2900122"/>
                  <a:pt x="5952966" y="2925001"/>
                  <a:pt x="5968621" y="2936980"/>
                </a:cubicBezTo>
                <a:cubicBezTo>
                  <a:pt x="5975412" y="2940896"/>
                  <a:pt x="5983066" y="2942508"/>
                  <a:pt x="5990692" y="2942163"/>
                </a:cubicBezTo>
                <a:close/>
                <a:moveTo>
                  <a:pt x="4855233" y="2942167"/>
                </a:moveTo>
                <a:cubicBezTo>
                  <a:pt x="4875686" y="2943546"/>
                  <a:pt x="4896591" y="2928416"/>
                  <a:pt x="4894526" y="2905336"/>
                </a:cubicBezTo>
                <a:cubicBezTo>
                  <a:pt x="4895673" y="2872967"/>
                  <a:pt x="4848415" y="2863849"/>
                  <a:pt x="4830522" y="2886188"/>
                </a:cubicBezTo>
                <a:cubicBezTo>
                  <a:pt x="4817904" y="2899865"/>
                  <a:pt x="4821575" y="2923800"/>
                  <a:pt x="4835798" y="2934969"/>
                </a:cubicBezTo>
                <a:cubicBezTo>
                  <a:pt x="4841648" y="2939414"/>
                  <a:pt x="4848416" y="2941708"/>
                  <a:pt x="4855233" y="2942167"/>
                </a:cubicBezTo>
                <a:close/>
                <a:moveTo>
                  <a:pt x="6504701" y="2942176"/>
                </a:moveTo>
                <a:cubicBezTo>
                  <a:pt x="6512421" y="2941977"/>
                  <a:pt x="6519941" y="2939823"/>
                  <a:pt x="6526256" y="2934834"/>
                </a:cubicBezTo>
                <a:cubicBezTo>
                  <a:pt x="6546691" y="2916464"/>
                  <a:pt x="6535670" y="2873375"/>
                  <a:pt x="6504902" y="2874962"/>
                </a:cubicBezTo>
                <a:cubicBezTo>
                  <a:pt x="6470000" y="2868612"/>
                  <a:pt x="6454616" y="2919866"/>
                  <a:pt x="6481940" y="2937782"/>
                </a:cubicBezTo>
                <a:cubicBezTo>
                  <a:pt x="6489058" y="2940617"/>
                  <a:pt x="6496980" y="2942374"/>
                  <a:pt x="6504701" y="2942176"/>
                </a:cubicBezTo>
                <a:close/>
                <a:moveTo>
                  <a:pt x="2697824" y="2942188"/>
                </a:moveTo>
                <a:cubicBezTo>
                  <a:pt x="2717396" y="2942422"/>
                  <a:pt x="2737252" y="2928140"/>
                  <a:pt x="2735880" y="2906823"/>
                </a:cubicBezTo>
                <a:cubicBezTo>
                  <a:pt x="2738395" y="2874991"/>
                  <a:pt x="2692646" y="2863849"/>
                  <a:pt x="2673891" y="2885223"/>
                </a:cubicBezTo>
                <a:cubicBezTo>
                  <a:pt x="2659019" y="2899093"/>
                  <a:pt x="2662451" y="2925923"/>
                  <a:pt x="2679148" y="2936837"/>
                </a:cubicBezTo>
                <a:cubicBezTo>
                  <a:pt x="2684809" y="2940418"/>
                  <a:pt x="2691302" y="2942110"/>
                  <a:pt x="2697824" y="2942188"/>
                </a:cubicBezTo>
                <a:close/>
                <a:moveTo>
                  <a:pt x="7638882" y="2942267"/>
                </a:moveTo>
                <a:cubicBezTo>
                  <a:pt x="7664589" y="2940201"/>
                  <a:pt x="7676991" y="2904157"/>
                  <a:pt x="7660530" y="2885102"/>
                </a:cubicBezTo>
                <a:cubicBezTo>
                  <a:pt x="7648804" y="2871786"/>
                  <a:pt x="7628284" y="2871786"/>
                  <a:pt x="7613852" y="2879362"/>
                </a:cubicBezTo>
                <a:cubicBezTo>
                  <a:pt x="7598292" y="2887627"/>
                  <a:pt x="7600547" y="2907371"/>
                  <a:pt x="7597616" y="2922293"/>
                </a:cubicBezTo>
                <a:cubicBezTo>
                  <a:pt x="7609116" y="2932395"/>
                  <a:pt x="7621970" y="2946399"/>
                  <a:pt x="7638882" y="2942267"/>
                </a:cubicBezTo>
                <a:close/>
                <a:moveTo>
                  <a:pt x="4651718" y="2942279"/>
                </a:moveTo>
                <a:cubicBezTo>
                  <a:pt x="4671410" y="2942204"/>
                  <a:pt x="4691071" y="2927502"/>
                  <a:pt x="4686806" y="2905214"/>
                </a:cubicBezTo>
                <a:cubicBezTo>
                  <a:pt x="4687488" y="2877096"/>
                  <a:pt x="4651551" y="2865437"/>
                  <a:pt x="4631308" y="2880068"/>
                </a:cubicBezTo>
                <a:cubicBezTo>
                  <a:pt x="4614704" y="2894012"/>
                  <a:pt x="4614704" y="2924873"/>
                  <a:pt x="4632900" y="2937218"/>
                </a:cubicBezTo>
                <a:cubicBezTo>
                  <a:pt x="4638587" y="2940704"/>
                  <a:pt x="4645154" y="2942304"/>
                  <a:pt x="4651718" y="2942279"/>
                </a:cubicBezTo>
                <a:close/>
                <a:moveTo>
                  <a:pt x="5779833" y="2942333"/>
                </a:moveTo>
                <a:cubicBezTo>
                  <a:pt x="5800212" y="2943779"/>
                  <a:pt x="5821260" y="2928867"/>
                  <a:pt x="5816668" y="2905214"/>
                </a:cubicBezTo>
                <a:cubicBezTo>
                  <a:pt x="5818709" y="2872762"/>
                  <a:pt x="5771538" y="2863849"/>
                  <a:pt x="5755209" y="2887160"/>
                </a:cubicBezTo>
                <a:cubicBezTo>
                  <a:pt x="5746818" y="2901786"/>
                  <a:pt x="5746591" y="2923954"/>
                  <a:pt x="5760652" y="2935152"/>
                </a:cubicBezTo>
                <a:cubicBezTo>
                  <a:pt x="5766322" y="2939551"/>
                  <a:pt x="5773040" y="2941851"/>
                  <a:pt x="5779833" y="2942333"/>
                </a:cubicBezTo>
                <a:close/>
                <a:moveTo>
                  <a:pt x="7322985" y="2942409"/>
                </a:moveTo>
                <a:cubicBezTo>
                  <a:pt x="7342657" y="2942813"/>
                  <a:pt x="7362815" y="2926952"/>
                  <a:pt x="7358499" y="2905351"/>
                </a:cubicBezTo>
                <a:cubicBezTo>
                  <a:pt x="7361491" y="2871560"/>
                  <a:pt x="7308543" y="2863849"/>
                  <a:pt x="7294039" y="2890383"/>
                </a:cubicBezTo>
                <a:cubicBezTo>
                  <a:pt x="7288054" y="2905578"/>
                  <a:pt x="7288975" y="2926669"/>
                  <a:pt x="7304399" y="2936194"/>
                </a:cubicBezTo>
                <a:cubicBezTo>
                  <a:pt x="7309924" y="2940333"/>
                  <a:pt x="7316427" y="2942274"/>
                  <a:pt x="7322985" y="2942409"/>
                </a:cubicBezTo>
                <a:close/>
                <a:moveTo>
                  <a:pt x="6702911" y="2942438"/>
                </a:moveTo>
                <a:cubicBezTo>
                  <a:pt x="6721418" y="2945118"/>
                  <a:pt x="6742716" y="2934357"/>
                  <a:pt x="6741690" y="2913437"/>
                </a:cubicBezTo>
                <a:cubicBezTo>
                  <a:pt x="6748304" y="2889202"/>
                  <a:pt x="6723671" y="2867024"/>
                  <a:pt x="6700406" y="2875484"/>
                </a:cubicBezTo>
                <a:cubicBezTo>
                  <a:pt x="6673035" y="2878913"/>
                  <a:pt x="6668929" y="2918239"/>
                  <a:pt x="6686264" y="2935158"/>
                </a:cubicBezTo>
                <a:cubicBezTo>
                  <a:pt x="6690883" y="2939159"/>
                  <a:pt x="6696742" y="2941545"/>
                  <a:pt x="6702911" y="2942438"/>
                </a:cubicBezTo>
                <a:close/>
                <a:moveTo>
                  <a:pt x="6609551" y="2942464"/>
                </a:moveTo>
                <a:cubicBezTo>
                  <a:pt x="6640793" y="2942005"/>
                  <a:pt x="6643529" y="2904850"/>
                  <a:pt x="6634864" y="2882143"/>
                </a:cubicBezTo>
                <a:cubicBezTo>
                  <a:pt x="6617761" y="2876180"/>
                  <a:pt x="6595413" y="2868611"/>
                  <a:pt x="6580591" y="2883519"/>
                </a:cubicBezTo>
                <a:cubicBezTo>
                  <a:pt x="6560979" y="2905767"/>
                  <a:pt x="6576258" y="2949574"/>
                  <a:pt x="6609551" y="2942464"/>
                </a:cubicBezTo>
                <a:close/>
                <a:moveTo>
                  <a:pt x="7430136" y="2942468"/>
                </a:moveTo>
                <a:cubicBezTo>
                  <a:pt x="7437563" y="2942092"/>
                  <a:pt x="7444877" y="2939603"/>
                  <a:pt x="7450887" y="2934857"/>
                </a:cubicBezTo>
                <a:cubicBezTo>
                  <a:pt x="7470617" y="2916105"/>
                  <a:pt x="7461772" y="2869571"/>
                  <a:pt x="7429569" y="2873738"/>
                </a:cubicBezTo>
                <a:cubicBezTo>
                  <a:pt x="7394870" y="2867024"/>
                  <a:pt x="7383304" y="2920272"/>
                  <a:pt x="7408704" y="2937404"/>
                </a:cubicBezTo>
                <a:cubicBezTo>
                  <a:pt x="7415168" y="2941108"/>
                  <a:pt x="7422708" y="2942844"/>
                  <a:pt x="7430136" y="2942468"/>
                </a:cubicBezTo>
                <a:close/>
                <a:moveTo>
                  <a:pt x="7732520" y="2942479"/>
                </a:moveTo>
                <a:cubicBezTo>
                  <a:pt x="7753062" y="2942857"/>
                  <a:pt x="7774276" y="2928822"/>
                  <a:pt x="7770855" y="2905330"/>
                </a:cubicBezTo>
                <a:cubicBezTo>
                  <a:pt x="7769486" y="2871475"/>
                  <a:pt x="7719300" y="2862262"/>
                  <a:pt x="7703788" y="2890130"/>
                </a:cubicBezTo>
                <a:cubicBezTo>
                  <a:pt x="7697629" y="2905561"/>
                  <a:pt x="7698541" y="2926519"/>
                  <a:pt x="7713141" y="2937113"/>
                </a:cubicBezTo>
                <a:cubicBezTo>
                  <a:pt x="7718901" y="2940625"/>
                  <a:pt x="7725673" y="2942353"/>
                  <a:pt x="7732520" y="2942479"/>
                </a:cubicBezTo>
                <a:close/>
                <a:moveTo>
                  <a:pt x="2078406" y="2942523"/>
                </a:moveTo>
                <a:cubicBezTo>
                  <a:pt x="2097012" y="2944902"/>
                  <a:pt x="2118068" y="2933876"/>
                  <a:pt x="2118578" y="2913029"/>
                </a:cubicBezTo>
                <a:cubicBezTo>
                  <a:pt x="2125608" y="2880869"/>
                  <a:pt x="2081855" y="2862262"/>
                  <a:pt x="2059850" y="2882018"/>
                </a:cubicBezTo>
                <a:cubicBezTo>
                  <a:pt x="2043062" y="2894882"/>
                  <a:pt x="2044877" y="2923367"/>
                  <a:pt x="2061439" y="2935541"/>
                </a:cubicBezTo>
                <a:cubicBezTo>
                  <a:pt x="2066250" y="2939447"/>
                  <a:pt x="2072194" y="2941729"/>
                  <a:pt x="2078406" y="2942523"/>
                </a:cubicBezTo>
                <a:close/>
                <a:moveTo>
                  <a:pt x="4546367" y="2942524"/>
                </a:moveTo>
                <a:cubicBezTo>
                  <a:pt x="4564103" y="2944122"/>
                  <a:pt x="4583089" y="2934205"/>
                  <a:pt x="4583603" y="2913848"/>
                </a:cubicBezTo>
                <a:cubicBezTo>
                  <a:pt x="4589304" y="2890418"/>
                  <a:pt x="4568322" y="2868611"/>
                  <a:pt x="4545060" y="2873483"/>
                </a:cubicBezTo>
                <a:cubicBezTo>
                  <a:pt x="4514271" y="2875107"/>
                  <a:pt x="4508341" y="2920112"/>
                  <a:pt x="4529779" y="2937047"/>
                </a:cubicBezTo>
                <a:cubicBezTo>
                  <a:pt x="4534683" y="2940179"/>
                  <a:pt x="4540456" y="2941991"/>
                  <a:pt x="4546367" y="2942524"/>
                </a:cubicBezTo>
                <a:close/>
                <a:moveTo>
                  <a:pt x="2490595" y="2942546"/>
                </a:moveTo>
                <a:cubicBezTo>
                  <a:pt x="2510908" y="2944191"/>
                  <a:pt x="2532366" y="2927782"/>
                  <a:pt x="2528634" y="2904230"/>
                </a:cubicBezTo>
                <a:cubicBezTo>
                  <a:pt x="2528181" y="2876752"/>
                  <a:pt x="2494933" y="2865437"/>
                  <a:pt x="2474808" y="2879753"/>
                </a:cubicBezTo>
                <a:cubicBezTo>
                  <a:pt x="2455821" y="2890837"/>
                  <a:pt x="2456949" y="2920163"/>
                  <a:pt x="2471646" y="2934479"/>
                </a:cubicBezTo>
                <a:cubicBezTo>
                  <a:pt x="2477183" y="2939443"/>
                  <a:pt x="2483823" y="2941998"/>
                  <a:pt x="2490595" y="2942546"/>
                </a:cubicBezTo>
                <a:close/>
                <a:moveTo>
                  <a:pt x="1878038" y="2942556"/>
                </a:moveTo>
                <a:cubicBezTo>
                  <a:pt x="1897670" y="2942244"/>
                  <a:pt x="1916641" y="2927553"/>
                  <a:pt x="1913604" y="2904978"/>
                </a:cubicBezTo>
                <a:cubicBezTo>
                  <a:pt x="1913154" y="2874419"/>
                  <a:pt x="1871790" y="2863849"/>
                  <a:pt x="1853133" y="2884529"/>
                </a:cubicBezTo>
                <a:cubicBezTo>
                  <a:pt x="1841445" y="2899923"/>
                  <a:pt x="1842569" y="2926347"/>
                  <a:pt x="1858977" y="2937835"/>
                </a:cubicBezTo>
                <a:cubicBezTo>
                  <a:pt x="1864880" y="2941167"/>
                  <a:pt x="1871497" y="2942661"/>
                  <a:pt x="1878038" y="2942556"/>
                </a:cubicBezTo>
                <a:close/>
                <a:moveTo>
                  <a:pt x="7838084" y="2942588"/>
                </a:moveTo>
                <a:cubicBezTo>
                  <a:pt x="7858080" y="2942469"/>
                  <a:pt x="7878491" y="2926102"/>
                  <a:pt x="7873388" y="2904049"/>
                </a:cubicBezTo>
                <a:cubicBezTo>
                  <a:pt x="7871801" y="2873727"/>
                  <a:pt x="7830072" y="2863849"/>
                  <a:pt x="7811249" y="2884294"/>
                </a:cubicBezTo>
                <a:cubicBezTo>
                  <a:pt x="7799229" y="2899915"/>
                  <a:pt x="7801043" y="2926791"/>
                  <a:pt x="7819186" y="2936899"/>
                </a:cubicBezTo>
                <a:cubicBezTo>
                  <a:pt x="7824799" y="2940861"/>
                  <a:pt x="7831418" y="2942627"/>
                  <a:pt x="7838084" y="2942588"/>
                </a:cubicBezTo>
                <a:close/>
                <a:moveTo>
                  <a:pt x="7222022" y="2942676"/>
                </a:moveTo>
                <a:cubicBezTo>
                  <a:pt x="7229609" y="2942849"/>
                  <a:pt x="7237281" y="2941118"/>
                  <a:pt x="7244038" y="2937423"/>
                </a:cubicBezTo>
                <a:cubicBezTo>
                  <a:pt x="7269004" y="2918719"/>
                  <a:pt x="7255261" y="2868612"/>
                  <a:pt x="7221134" y="2873692"/>
                </a:cubicBezTo>
                <a:cubicBezTo>
                  <a:pt x="7189068" y="2871845"/>
                  <a:pt x="7176929" y="2918258"/>
                  <a:pt x="7200520" y="2936499"/>
                </a:cubicBezTo>
                <a:cubicBezTo>
                  <a:pt x="7206933" y="2940425"/>
                  <a:pt x="7214435" y="2942503"/>
                  <a:pt x="7222022" y="2942676"/>
                </a:cubicBezTo>
                <a:close/>
                <a:moveTo>
                  <a:pt x="1155475" y="2942691"/>
                </a:moveTo>
                <a:cubicBezTo>
                  <a:pt x="1175981" y="2943930"/>
                  <a:pt x="1197349" y="2929270"/>
                  <a:pt x="1193767" y="2906020"/>
                </a:cubicBezTo>
                <a:cubicBezTo>
                  <a:pt x="1194676" y="2873879"/>
                  <a:pt x="1146680" y="2863849"/>
                  <a:pt x="1130533" y="2888240"/>
                </a:cubicBezTo>
                <a:cubicBezTo>
                  <a:pt x="1122344" y="2903056"/>
                  <a:pt x="1122572" y="2924256"/>
                  <a:pt x="1136218" y="2935881"/>
                </a:cubicBezTo>
                <a:cubicBezTo>
                  <a:pt x="1141904" y="2940098"/>
                  <a:pt x="1148642" y="2942278"/>
                  <a:pt x="1155475" y="2942691"/>
                </a:cubicBezTo>
                <a:close/>
                <a:moveTo>
                  <a:pt x="7017483" y="2942706"/>
                </a:moveTo>
                <a:cubicBezTo>
                  <a:pt x="7038564" y="2941065"/>
                  <a:pt x="7058584" y="2920769"/>
                  <a:pt x="7051211" y="2898141"/>
                </a:cubicBezTo>
                <a:cubicBezTo>
                  <a:pt x="7045723" y="2867280"/>
                  <a:pt x="6995652" y="2865437"/>
                  <a:pt x="6984221" y="2892614"/>
                </a:cubicBezTo>
                <a:cubicBezTo>
                  <a:pt x="6976904" y="2908275"/>
                  <a:pt x="6982163" y="2928312"/>
                  <a:pt x="6997024" y="2937524"/>
                </a:cubicBezTo>
                <a:cubicBezTo>
                  <a:pt x="7003312" y="2941727"/>
                  <a:pt x="7010456" y="2943253"/>
                  <a:pt x="7017483" y="2942706"/>
                </a:cubicBezTo>
                <a:close/>
                <a:moveTo>
                  <a:pt x="5883288" y="2942723"/>
                </a:moveTo>
                <a:cubicBezTo>
                  <a:pt x="5902492" y="2943580"/>
                  <a:pt x="5922275" y="2928756"/>
                  <a:pt x="5920044" y="2907505"/>
                </a:cubicBezTo>
                <a:cubicBezTo>
                  <a:pt x="5924392" y="2872315"/>
                  <a:pt x="5869462" y="2862261"/>
                  <a:pt x="5855501" y="2890824"/>
                </a:cubicBezTo>
                <a:cubicBezTo>
                  <a:pt x="5849779" y="2905906"/>
                  <a:pt x="5849779" y="2926700"/>
                  <a:pt x="5865114" y="2936297"/>
                </a:cubicBezTo>
                <a:cubicBezTo>
                  <a:pt x="5870549" y="2940410"/>
                  <a:pt x="5876886" y="2942438"/>
                  <a:pt x="5883288" y="2942723"/>
                </a:cubicBezTo>
                <a:close/>
                <a:moveTo>
                  <a:pt x="1461991" y="2942839"/>
                </a:moveTo>
                <a:cubicBezTo>
                  <a:pt x="1482423" y="2944976"/>
                  <a:pt x="1503957" y="2929545"/>
                  <a:pt x="1501092" y="2905779"/>
                </a:cubicBezTo>
                <a:cubicBezTo>
                  <a:pt x="1501990" y="2877511"/>
                  <a:pt x="1466476" y="2867024"/>
                  <a:pt x="1446022" y="2880474"/>
                </a:cubicBezTo>
                <a:cubicBezTo>
                  <a:pt x="1429837" y="2892785"/>
                  <a:pt x="1428715" y="2919913"/>
                  <a:pt x="1442875" y="2934504"/>
                </a:cubicBezTo>
                <a:cubicBezTo>
                  <a:pt x="1448493" y="2939462"/>
                  <a:pt x="1455180" y="2942126"/>
                  <a:pt x="1461991" y="2942839"/>
                </a:cubicBezTo>
                <a:close/>
                <a:moveTo>
                  <a:pt x="1364843" y="2942887"/>
                </a:moveTo>
                <a:cubicBezTo>
                  <a:pt x="1386076" y="2941789"/>
                  <a:pt x="1406897" y="2922407"/>
                  <a:pt x="1398584" y="2899665"/>
                </a:cubicBezTo>
                <a:cubicBezTo>
                  <a:pt x="1392704" y="2870031"/>
                  <a:pt x="1348156" y="2865437"/>
                  <a:pt x="1333454" y="2890017"/>
                </a:cubicBezTo>
                <a:cubicBezTo>
                  <a:pt x="1327121" y="2905637"/>
                  <a:pt x="1328478" y="2928150"/>
                  <a:pt x="1344537" y="2937338"/>
                </a:cubicBezTo>
                <a:cubicBezTo>
                  <a:pt x="1350644" y="2941588"/>
                  <a:pt x="1357767" y="2943253"/>
                  <a:pt x="1364843" y="2942887"/>
                </a:cubicBezTo>
                <a:close/>
                <a:moveTo>
                  <a:pt x="5168163" y="2942958"/>
                </a:moveTo>
                <a:cubicBezTo>
                  <a:pt x="5188643" y="2941263"/>
                  <a:pt x="5207386" y="2921310"/>
                  <a:pt x="5199494" y="2899312"/>
                </a:cubicBezTo>
                <a:cubicBezTo>
                  <a:pt x="5195605" y="2869980"/>
                  <a:pt x="5150771" y="2867024"/>
                  <a:pt x="5136817" y="2890444"/>
                </a:cubicBezTo>
                <a:cubicBezTo>
                  <a:pt x="5130641" y="2906360"/>
                  <a:pt x="5131327" y="2928643"/>
                  <a:pt x="5148026" y="2937966"/>
                </a:cubicBezTo>
                <a:cubicBezTo>
                  <a:pt x="5154316" y="2942059"/>
                  <a:pt x="5161336" y="2943522"/>
                  <a:pt x="5168163" y="2942958"/>
                </a:cubicBezTo>
                <a:close/>
                <a:moveTo>
                  <a:pt x="1565812" y="2942963"/>
                </a:moveTo>
                <a:cubicBezTo>
                  <a:pt x="1586246" y="2944534"/>
                  <a:pt x="1608315" y="2928633"/>
                  <a:pt x="1604209" y="2905551"/>
                </a:cubicBezTo>
                <a:cubicBezTo>
                  <a:pt x="1605349" y="2877739"/>
                  <a:pt x="1569765" y="2867024"/>
                  <a:pt x="1549692" y="2880702"/>
                </a:cubicBezTo>
                <a:cubicBezTo>
                  <a:pt x="1532127" y="2892329"/>
                  <a:pt x="1531899" y="2921281"/>
                  <a:pt x="1546954" y="2935188"/>
                </a:cubicBezTo>
                <a:cubicBezTo>
                  <a:pt x="1552372" y="2939975"/>
                  <a:pt x="1559002" y="2942440"/>
                  <a:pt x="1565812" y="2942963"/>
                </a:cubicBezTo>
                <a:close/>
                <a:moveTo>
                  <a:pt x="1976918" y="2942971"/>
                </a:moveTo>
                <a:cubicBezTo>
                  <a:pt x="1997281" y="2944610"/>
                  <a:pt x="2018626" y="2928798"/>
                  <a:pt x="2016755" y="2905659"/>
                </a:cubicBezTo>
                <a:cubicBezTo>
                  <a:pt x="2017208" y="2875264"/>
                  <a:pt x="1975933" y="2865437"/>
                  <a:pt x="1956431" y="2883948"/>
                </a:cubicBezTo>
                <a:cubicBezTo>
                  <a:pt x="1941469" y="2896518"/>
                  <a:pt x="1942149" y="2923256"/>
                  <a:pt x="1957793" y="2935140"/>
                </a:cubicBezTo>
                <a:cubicBezTo>
                  <a:pt x="1963462" y="2939939"/>
                  <a:pt x="1970133" y="2942425"/>
                  <a:pt x="1976918" y="2942971"/>
                </a:cubicBezTo>
                <a:close/>
                <a:moveTo>
                  <a:pt x="5064266" y="2943013"/>
                </a:moveTo>
                <a:cubicBezTo>
                  <a:pt x="5085516" y="2941861"/>
                  <a:pt x="5105534" y="2922521"/>
                  <a:pt x="5096887" y="2899435"/>
                </a:cubicBezTo>
                <a:cubicBezTo>
                  <a:pt x="5093198" y="2869802"/>
                  <a:pt x="5046850" y="2865437"/>
                  <a:pt x="5034167" y="2890476"/>
                </a:cubicBezTo>
                <a:cubicBezTo>
                  <a:pt x="5025866" y="2905408"/>
                  <a:pt x="5026097" y="2929298"/>
                  <a:pt x="5043621" y="2937568"/>
                </a:cubicBezTo>
                <a:cubicBezTo>
                  <a:pt x="5049962" y="2941760"/>
                  <a:pt x="5057183" y="2943397"/>
                  <a:pt x="5064266" y="2943013"/>
                </a:cubicBezTo>
                <a:close/>
                <a:moveTo>
                  <a:pt x="2687305" y="3034348"/>
                </a:moveTo>
                <a:cubicBezTo>
                  <a:pt x="2704474" y="3040062"/>
                  <a:pt x="2730460" y="3032748"/>
                  <a:pt x="2726979" y="3010350"/>
                </a:cubicBezTo>
                <a:cubicBezTo>
                  <a:pt x="2728372" y="2991152"/>
                  <a:pt x="2705634" y="2981324"/>
                  <a:pt x="2689624" y="2988409"/>
                </a:cubicBezTo>
                <a:cubicBezTo>
                  <a:pt x="2670136" y="2994809"/>
                  <a:pt x="2670600" y="3024749"/>
                  <a:pt x="2687305" y="3034348"/>
                </a:cubicBezTo>
                <a:close/>
                <a:moveTo>
                  <a:pt x="3013795" y="3034860"/>
                </a:moveTo>
                <a:cubicBezTo>
                  <a:pt x="3020570" y="3034149"/>
                  <a:pt x="3026637" y="3031303"/>
                  <a:pt x="3030152" y="3024133"/>
                </a:cubicBezTo>
                <a:cubicBezTo>
                  <a:pt x="3041491" y="3005694"/>
                  <a:pt x="3021534" y="2978149"/>
                  <a:pt x="3000670" y="2987482"/>
                </a:cubicBezTo>
                <a:cubicBezTo>
                  <a:pt x="2981620" y="2993173"/>
                  <a:pt x="2981166" y="3019808"/>
                  <a:pt x="2993186" y="3032783"/>
                </a:cubicBezTo>
                <a:cubicBezTo>
                  <a:pt x="2999536" y="3034149"/>
                  <a:pt x="3007020" y="3035572"/>
                  <a:pt x="3013795" y="3034860"/>
                </a:cubicBezTo>
                <a:close/>
                <a:moveTo>
                  <a:pt x="7852255" y="3041492"/>
                </a:moveTo>
                <a:cubicBezTo>
                  <a:pt x="7862660" y="3037894"/>
                  <a:pt x="7871176" y="3030024"/>
                  <a:pt x="7873207" y="3018107"/>
                </a:cubicBezTo>
                <a:cubicBezTo>
                  <a:pt x="7881779" y="2991349"/>
                  <a:pt x="7849068" y="2970212"/>
                  <a:pt x="7825381" y="2979881"/>
                </a:cubicBezTo>
                <a:cubicBezTo>
                  <a:pt x="7798536" y="2985278"/>
                  <a:pt x="7796054" y="3028001"/>
                  <a:pt x="7819967" y="3039244"/>
                </a:cubicBezTo>
                <a:cubicBezTo>
                  <a:pt x="7829554" y="3044415"/>
                  <a:pt x="7841849" y="3045090"/>
                  <a:pt x="7852255" y="3041492"/>
                </a:cubicBezTo>
                <a:close/>
                <a:moveTo>
                  <a:pt x="5797805" y="3041924"/>
                </a:moveTo>
                <a:cubicBezTo>
                  <a:pt x="5807772" y="3038150"/>
                  <a:pt x="5815769" y="3030487"/>
                  <a:pt x="5817391" y="3018935"/>
                </a:cubicBezTo>
                <a:cubicBezTo>
                  <a:pt x="5825967" y="2990799"/>
                  <a:pt x="5791663" y="2970212"/>
                  <a:pt x="5767326" y="2980048"/>
                </a:cubicBezTo>
                <a:cubicBezTo>
                  <a:pt x="5741829" y="2989656"/>
                  <a:pt x="5742293" y="3030601"/>
                  <a:pt x="5766398" y="3041581"/>
                </a:cubicBezTo>
                <a:cubicBezTo>
                  <a:pt x="5775901" y="3045584"/>
                  <a:pt x="5787839" y="3045698"/>
                  <a:pt x="5797805" y="3041924"/>
                </a:cubicBezTo>
                <a:close/>
                <a:moveTo>
                  <a:pt x="7441740" y="3042178"/>
                </a:moveTo>
                <a:cubicBezTo>
                  <a:pt x="7452459" y="3038157"/>
                  <a:pt x="7460872" y="3029537"/>
                  <a:pt x="7461218" y="3016693"/>
                </a:cubicBezTo>
                <a:cubicBezTo>
                  <a:pt x="7467442" y="2993783"/>
                  <a:pt x="7445774" y="2971799"/>
                  <a:pt x="7422722" y="2977353"/>
                </a:cubicBezTo>
                <a:cubicBezTo>
                  <a:pt x="7391372" y="2977353"/>
                  <a:pt x="7383304" y="3025950"/>
                  <a:pt x="7408430" y="3040066"/>
                </a:cubicBezTo>
                <a:cubicBezTo>
                  <a:pt x="7417997" y="3045620"/>
                  <a:pt x="7431021" y="3046199"/>
                  <a:pt x="7441740" y="3042178"/>
                </a:cubicBezTo>
                <a:close/>
                <a:moveTo>
                  <a:pt x="5689981" y="3042472"/>
                </a:moveTo>
                <a:cubicBezTo>
                  <a:pt x="5699019" y="3040686"/>
                  <a:pt x="5707173" y="3035980"/>
                  <a:pt x="5711849" y="3027589"/>
                </a:cubicBezTo>
                <a:cubicBezTo>
                  <a:pt x="5719604" y="3011714"/>
                  <a:pt x="5716183" y="2987221"/>
                  <a:pt x="5697936" y="2980417"/>
                </a:cubicBezTo>
                <a:cubicBezTo>
                  <a:pt x="5680601" y="2973387"/>
                  <a:pt x="5655055" y="2977016"/>
                  <a:pt x="5647756" y="2996292"/>
                </a:cubicBezTo>
                <a:cubicBezTo>
                  <a:pt x="5640229" y="3011941"/>
                  <a:pt x="5646844" y="3032805"/>
                  <a:pt x="5662810" y="3039835"/>
                </a:cubicBezTo>
                <a:cubicBezTo>
                  <a:pt x="5671021" y="3043124"/>
                  <a:pt x="5680943" y="3044258"/>
                  <a:pt x="5689981" y="3042472"/>
                </a:cubicBezTo>
                <a:close/>
                <a:moveTo>
                  <a:pt x="5179032" y="3042515"/>
                </a:moveTo>
                <a:cubicBezTo>
                  <a:pt x="5188756" y="3039744"/>
                  <a:pt x="5196863" y="3033221"/>
                  <a:pt x="5199358" y="3021906"/>
                </a:cubicBezTo>
                <a:cubicBezTo>
                  <a:pt x="5208429" y="2998354"/>
                  <a:pt x="5188019" y="2971799"/>
                  <a:pt x="5162845" y="2976879"/>
                </a:cubicBezTo>
                <a:cubicBezTo>
                  <a:pt x="5130869" y="2975955"/>
                  <a:pt x="5122704" y="3026755"/>
                  <a:pt x="5149011" y="3040610"/>
                </a:cubicBezTo>
                <a:cubicBezTo>
                  <a:pt x="5157969" y="3044305"/>
                  <a:pt x="5169309" y="3045286"/>
                  <a:pt x="5179032" y="3042515"/>
                </a:cubicBezTo>
                <a:close/>
                <a:moveTo>
                  <a:pt x="4456944" y="3042719"/>
                </a:moveTo>
                <a:cubicBezTo>
                  <a:pt x="4462135" y="3041550"/>
                  <a:pt x="4467138" y="3039098"/>
                  <a:pt x="4471661" y="3035072"/>
                </a:cubicBezTo>
                <a:cubicBezTo>
                  <a:pt x="4492467" y="3014888"/>
                  <a:pt x="4477315" y="2973386"/>
                  <a:pt x="4446332" y="2977015"/>
                </a:cubicBezTo>
                <a:cubicBezTo>
                  <a:pt x="4418289" y="2974974"/>
                  <a:pt x="4411504" y="3004456"/>
                  <a:pt x="4413087" y="3026454"/>
                </a:cubicBezTo>
                <a:cubicBezTo>
                  <a:pt x="4424112" y="3038190"/>
                  <a:pt x="4441371" y="3046227"/>
                  <a:pt x="4456944" y="3042719"/>
                </a:cubicBezTo>
                <a:close/>
                <a:moveTo>
                  <a:pt x="2277844" y="3042752"/>
                </a:moveTo>
                <a:cubicBezTo>
                  <a:pt x="2294980" y="3047999"/>
                  <a:pt x="2317598" y="3042067"/>
                  <a:pt x="2322394" y="3022675"/>
                </a:cubicBezTo>
                <a:cubicBezTo>
                  <a:pt x="2331990" y="2999405"/>
                  <a:pt x="2309828" y="2971799"/>
                  <a:pt x="2284699" y="2978187"/>
                </a:cubicBezTo>
                <a:cubicBezTo>
                  <a:pt x="2250180" y="2977731"/>
                  <a:pt x="2244693" y="3035908"/>
                  <a:pt x="2277844" y="3042752"/>
                </a:cubicBezTo>
                <a:close/>
                <a:moveTo>
                  <a:pt x="5381880" y="3042763"/>
                </a:moveTo>
                <a:cubicBezTo>
                  <a:pt x="5387211" y="3041759"/>
                  <a:pt x="5392398" y="3039469"/>
                  <a:pt x="5397181" y="3035568"/>
                </a:cubicBezTo>
                <a:cubicBezTo>
                  <a:pt x="5421154" y="3013629"/>
                  <a:pt x="5398333" y="2967036"/>
                  <a:pt x="5364678" y="2978119"/>
                </a:cubicBezTo>
                <a:cubicBezTo>
                  <a:pt x="5339552" y="2980154"/>
                  <a:pt x="5337938" y="3006843"/>
                  <a:pt x="5337016" y="3025842"/>
                </a:cubicBezTo>
                <a:cubicBezTo>
                  <a:pt x="5348600" y="3037208"/>
                  <a:pt x="5365888" y="3045774"/>
                  <a:pt x="5381880" y="3042763"/>
                </a:cubicBezTo>
                <a:close/>
                <a:moveTo>
                  <a:pt x="1369496" y="3043057"/>
                </a:moveTo>
                <a:cubicBezTo>
                  <a:pt x="1381381" y="3041479"/>
                  <a:pt x="1393066" y="3035391"/>
                  <a:pt x="1401504" y="3026823"/>
                </a:cubicBezTo>
                <a:cubicBezTo>
                  <a:pt x="1403327" y="3004501"/>
                  <a:pt x="1395347" y="2976092"/>
                  <a:pt x="1367530" y="2977670"/>
                </a:cubicBezTo>
                <a:cubicBezTo>
                  <a:pt x="1336974" y="2973386"/>
                  <a:pt x="1320782" y="3008785"/>
                  <a:pt x="1336290" y="3032234"/>
                </a:cubicBezTo>
                <a:cubicBezTo>
                  <a:pt x="1345526" y="3041704"/>
                  <a:pt x="1357610" y="3044635"/>
                  <a:pt x="1369496" y="3043057"/>
                </a:cubicBezTo>
                <a:close/>
                <a:moveTo>
                  <a:pt x="6904795" y="3043123"/>
                </a:moveTo>
                <a:cubicBezTo>
                  <a:pt x="6920667" y="3046128"/>
                  <a:pt x="6938244" y="3038002"/>
                  <a:pt x="6949904" y="3026541"/>
                </a:cubicBezTo>
                <a:cubicBezTo>
                  <a:pt x="6951504" y="3003960"/>
                  <a:pt x="6943731" y="2975449"/>
                  <a:pt x="6915608" y="2977045"/>
                </a:cubicBezTo>
                <a:cubicBezTo>
                  <a:pt x="6883371" y="2971799"/>
                  <a:pt x="6867366" y="3015592"/>
                  <a:pt x="6889773" y="3036120"/>
                </a:cubicBezTo>
                <a:cubicBezTo>
                  <a:pt x="6894403" y="3039884"/>
                  <a:pt x="6899504" y="3042122"/>
                  <a:pt x="6904795" y="3043123"/>
                </a:cubicBezTo>
                <a:close/>
                <a:moveTo>
                  <a:pt x="6605244" y="3043451"/>
                </a:moveTo>
                <a:cubicBezTo>
                  <a:pt x="6611453" y="3043394"/>
                  <a:pt x="6617691" y="3042192"/>
                  <a:pt x="6623643" y="3040018"/>
                </a:cubicBezTo>
                <a:cubicBezTo>
                  <a:pt x="6640354" y="3031321"/>
                  <a:pt x="6640125" y="3010035"/>
                  <a:pt x="6637149" y="2993785"/>
                </a:cubicBezTo>
                <a:cubicBezTo>
                  <a:pt x="6625017" y="2970211"/>
                  <a:pt x="6581751" y="2970211"/>
                  <a:pt x="6573739" y="2996761"/>
                </a:cubicBezTo>
                <a:cubicBezTo>
                  <a:pt x="6567329" y="3011637"/>
                  <a:pt x="6572137" y="3032236"/>
                  <a:pt x="6587016" y="3040018"/>
                </a:cubicBezTo>
                <a:cubicBezTo>
                  <a:pt x="6592854" y="3042421"/>
                  <a:pt x="6599035" y="3043508"/>
                  <a:pt x="6605244" y="3043451"/>
                </a:cubicBezTo>
                <a:close/>
                <a:moveTo>
                  <a:pt x="5584195" y="3043558"/>
                </a:moveTo>
                <a:cubicBezTo>
                  <a:pt x="5591768" y="3042546"/>
                  <a:pt x="5598898" y="3039226"/>
                  <a:pt x="5604170" y="3033126"/>
                </a:cubicBezTo>
                <a:cubicBezTo>
                  <a:pt x="5618004" y="3019445"/>
                  <a:pt x="5610294" y="2999380"/>
                  <a:pt x="5605758" y="2983647"/>
                </a:cubicBezTo>
                <a:cubicBezTo>
                  <a:pt x="5583760" y="2973842"/>
                  <a:pt x="5548154" y="2973386"/>
                  <a:pt x="5542258" y="3003028"/>
                </a:cubicBezTo>
                <a:cubicBezTo>
                  <a:pt x="5534774" y="3028851"/>
                  <a:pt x="5561478" y="3046593"/>
                  <a:pt x="5584195" y="3043558"/>
                </a:cubicBezTo>
                <a:close/>
                <a:moveTo>
                  <a:pt x="4860597" y="3043567"/>
                </a:moveTo>
                <a:cubicBezTo>
                  <a:pt x="4878697" y="3043441"/>
                  <a:pt x="4896324" y="3030533"/>
                  <a:pt x="4893456" y="3009780"/>
                </a:cubicBezTo>
                <a:cubicBezTo>
                  <a:pt x="4896605" y="2976485"/>
                  <a:pt x="4847802" y="2967036"/>
                  <a:pt x="4830485" y="2990883"/>
                </a:cubicBezTo>
                <a:cubicBezTo>
                  <a:pt x="4816316" y="3005731"/>
                  <a:pt x="4823963" y="3032727"/>
                  <a:pt x="4843079" y="3039251"/>
                </a:cubicBezTo>
                <a:cubicBezTo>
                  <a:pt x="4848477" y="3042232"/>
                  <a:pt x="4854563" y="3043610"/>
                  <a:pt x="4860597" y="3043567"/>
                </a:cubicBezTo>
                <a:close/>
                <a:moveTo>
                  <a:pt x="2905600" y="3043610"/>
                </a:moveTo>
                <a:cubicBezTo>
                  <a:pt x="2923815" y="3042828"/>
                  <a:pt x="2941869" y="3029294"/>
                  <a:pt x="2939645" y="3009669"/>
                </a:cubicBezTo>
                <a:cubicBezTo>
                  <a:pt x="2943067" y="2976510"/>
                  <a:pt x="2892641" y="2967036"/>
                  <a:pt x="2876440" y="2991623"/>
                </a:cubicBezTo>
                <a:cubicBezTo>
                  <a:pt x="2868454" y="3007413"/>
                  <a:pt x="2869595" y="3031775"/>
                  <a:pt x="2888077" y="3039896"/>
                </a:cubicBezTo>
                <a:cubicBezTo>
                  <a:pt x="2893440" y="3042715"/>
                  <a:pt x="2899529" y="3043871"/>
                  <a:pt x="2905600" y="3043610"/>
                </a:cubicBezTo>
                <a:close/>
                <a:moveTo>
                  <a:pt x="7537087" y="3043637"/>
                </a:moveTo>
                <a:cubicBezTo>
                  <a:pt x="7545565" y="3042579"/>
                  <a:pt x="7553412" y="3038975"/>
                  <a:pt x="7558453" y="3031538"/>
                </a:cubicBezTo>
                <a:cubicBezTo>
                  <a:pt x="7573804" y="3008427"/>
                  <a:pt x="7556849" y="2970212"/>
                  <a:pt x="7526146" y="2977306"/>
                </a:cubicBezTo>
                <a:cubicBezTo>
                  <a:pt x="7493611" y="2977992"/>
                  <a:pt x="7484904" y="3025818"/>
                  <a:pt x="7511941" y="3040463"/>
                </a:cubicBezTo>
                <a:cubicBezTo>
                  <a:pt x="7519502" y="3043208"/>
                  <a:pt x="7528609" y="3044696"/>
                  <a:pt x="7537087" y="3043637"/>
                </a:cubicBezTo>
                <a:close/>
                <a:moveTo>
                  <a:pt x="1676071" y="3043641"/>
                </a:moveTo>
                <a:cubicBezTo>
                  <a:pt x="1684363" y="3043165"/>
                  <a:pt x="1692455" y="3040254"/>
                  <a:pt x="1698496" y="3034767"/>
                </a:cubicBezTo>
                <a:cubicBezTo>
                  <a:pt x="1716049" y="3014612"/>
                  <a:pt x="1704651" y="2975198"/>
                  <a:pt x="1673648" y="2977661"/>
                </a:cubicBezTo>
                <a:cubicBezTo>
                  <a:pt x="1641279" y="2974974"/>
                  <a:pt x="1628741" y="3020211"/>
                  <a:pt x="1652449" y="3037902"/>
                </a:cubicBezTo>
                <a:cubicBezTo>
                  <a:pt x="1659287" y="3042157"/>
                  <a:pt x="1667779" y="3044117"/>
                  <a:pt x="1676071" y="3043641"/>
                </a:cubicBezTo>
                <a:close/>
                <a:moveTo>
                  <a:pt x="1984033" y="3043672"/>
                </a:moveTo>
                <a:cubicBezTo>
                  <a:pt x="2003992" y="3041695"/>
                  <a:pt x="2022009" y="3024396"/>
                  <a:pt x="2015977" y="3002911"/>
                </a:cubicBezTo>
                <a:cubicBezTo>
                  <a:pt x="2010457" y="2971782"/>
                  <a:pt x="1960346" y="2968624"/>
                  <a:pt x="1948387" y="2996369"/>
                </a:cubicBezTo>
                <a:cubicBezTo>
                  <a:pt x="1939893" y="3012385"/>
                  <a:pt x="1947009" y="3033363"/>
                  <a:pt x="1964253" y="3040130"/>
                </a:cubicBezTo>
                <a:cubicBezTo>
                  <a:pt x="1970514" y="3043288"/>
                  <a:pt x="1977379" y="3044331"/>
                  <a:pt x="1984033" y="3043672"/>
                </a:cubicBezTo>
                <a:close/>
                <a:moveTo>
                  <a:pt x="5473526" y="3043704"/>
                </a:moveTo>
                <a:cubicBezTo>
                  <a:pt x="5492238" y="3043737"/>
                  <a:pt x="5510856" y="3031170"/>
                  <a:pt x="5510519" y="3010139"/>
                </a:cubicBezTo>
                <a:cubicBezTo>
                  <a:pt x="5511642" y="2975488"/>
                  <a:pt x="5459075" y="2963861"/>
                  <a:pt x="5444473" y="2993725"/>
                </a:cubicBezTo>
                <a:cubicBezTo>
                  <a:pt x="5440204" y="3008999"/>
                  <a:pt x="5440654" y="3029745"/>
                  <a:pt x="5455480" y="3039320"/>
                </a:cubicBezTo>
                <a:cubicBezTo>
                  <a:pt x="5461040" y="3042283"/>
                  <a:pt x="5467288" y="3043694"/>
                  <a:pt x="5473526" y="3043704"/>
                </a:cubicBezTo>
                <a:close/>
                <a:moveTo>
                  <a:pt x="8044464" y="3043740"/>
                </a:moveTo>
                <a:cubicBezTo>
                  <a:pt x="8062969" y="3043099"/>
                  <a:pt x="8080828" y="3029808"/>
                  <a:pt x="8077902" y="3009450"/>
                </a:cubicBezTo>
                <a:cubicBezTo>
                  <a:pt x="8080427" y="2979167"/>
                  <a:pt x="8037966" y="2968624"/>
                  <a:pt x="8018227" y="2986570"/>
                </a:cubicBezTo>
                <a:cubicBezTo>
                  <a:pt x="8005604" y="3001824"/>
                  <a:pt x="8006063" y="3031434"/>
                  <a:pt x="8026490" y="3039958"/>
                </a:cubicBezTo>
                <a:cubicBezTo>
                  <a:pt x="8032056" y="3042762"/>
                  <a:pt x="8038296" y="3043954"/>
                  <a:pt x="8044464" y="3043740"/>
                </a:cubicBezTo>
                <a:close/>
                <a:moveTo>
                  <a:pt x="7120416" y="3043759"/>
                </a:moveTo>
                <a:cubicBezTo>
                  <a:pt x="7139030" y="3042956"/>
                  <a:pt x="7157197" y="3029465"/>
                  <a:pt x="7155150" y="3008997"/>
                </a:cubicBezTo>
                <a:cubicBezTo>
                  <a:pt x="7154467" y="2978548"/>
                  <a:pt x="7112392" y="2968624"/>
                  <a:pt x="7092150" y="2987119"/>
                </a:cubicBezTo>
                <a:cubicBezTo>
                  <a:pt x="7078504" y="3003133"/>
                  <a:pt x="7081461" y="3031777"/>
                  <a:pt x="7102385" y="3040122"/>
                </a:cubicBezTo>
                <a:cubicBezTo>
                  <a:pt x="7107957" y="3042885"/>
                  <a:pt x="7114211" y="3044027"/>
                  <a:pt x="7120416" y="3043759"/>
                </a:cubicBezTo>
                <a:close/>
                <a:moveTo>
                  <a:pt x="6709821" y="3043814"/>
                </a:moveTo>
                <a:cubicBezTo>
                  <a:pt x="6728092" y="3042910"/>
                  <a:pt x="6745474" y="3029346"/>
                  <a:pt x="6741743" y="3008765"/>
                </a:cubicBezTo>
                <a:cubicBezTo>
                  <a:pt x="6744004" y="2978602"/>
                  <a:pt x="6703306" y="2967036"/>
                  <a:pt x="6684088" y="2986086"/>
                </a:cubicBezTo>
                <a:cubicBezTo>
                  <a:pt x="6672104" y="3001961"/>
                  <a:pt x="6673235" y="3030310"/>
                  <a:pt x="6692001" y="3040288"/>
                </a:cubicBezTo>
                <a:cubicBezTo>
                  <a:pt x="6697541" y="3043010"/>
                  <a:pt x="6703730" y="3044115"/>
                  <a:pt x="6709821" y="3043814"/>
                </a:cubicBezTo>
                <a:close/>
                <a:moveTo>
                  <a:pt x="6808427" y="3043818"/>
                </a:moveTo>
                <a:cubicBezTo>
                  <a:pt x="6827826" y="3045035"/>
                  <a:pt x="6848292" y="3032005"/>
                  <a:pt x="6846220" y="3010347"/>
                </a:cubicBezTo>
                <a:cubicBezTo>
                  <a:pt x="6849904" y="2974474"/>
                  <a:pt x="6794405" y="2965449"/>
                  <a:pt x="6779667" y="2995005"/>
                </a:cubicBezTo>
                <a:cubicBezTo>
                  <a:pt x="6776443" y="3009670"/>
                  <a:pt x="6775291" y="3028621"/>
                  <a:pt x="6790260" y="3037646"/>
                </a:cubicBezTo>
                <a:cubicBezTo>
                  <a:pt x="6795614" y="3041425"/>
                  <a:pt x="6801961" y="3043413"/>
                  <a:pt x="6808427" y="3043818"/>
                </a:cubicBezTo>
                <a:close/>
                <a:moveTo>
                  <a:pt x="1152540" y="3043828"/>
                </a:moveTo>
                <a:cubicBezTo>
                  <a:pt x="1170261" y="3045944"/>
                  <a:pt x="1189993" y="3036546"/>
                  <a:pt x="1192885" y="3017837"/>
                </a:cubicBezTo>
                <a:cubicBezTo>
                  <a:pt x="1200143" y="2993117"/>
                  <a:pt x="1172926" y="2971799"/>
                  <a:pt x="1149794" y="2978149"/>
                </a:cubicBezTo>
                <a:cubicBezTo>
                  <a:pt x="1122130" y="2981551"/>
                  <a:pt x="1117594" y="3021465"/>
                  <a:pt x="1136189" y="3037794"/>
                </a:cubicBezTo>
                <a:cubicBezTo>
                  <a:pt x="1140950" y="3041139"/>
                  <a:pt x="1146633" y="3043123"/>
                  <a:pt x="1152540" y="3043828"/>
                </a:cubicBezTo>
                <a:close/>
                <a:moveTo>
                  <a:pt x="7732872" y="3043877"/>
                </a:moveTo>
                <a:cubicBezTo>
                  <a:pt x="7752619" y="3045060"/>
                  <a:pt x="7773429" y="3032014"/>
                  <a:pt x="7772227" y="3010015"/>
                </a:cubicBezTo>
                <a:cubicBezTo>
                  <a:pt x="7773143" y="2974544"/>
                  <a:pt x="7719597" y="2965449"/>
                  <a:pt x="7703579" y="2993871"/>
                </a:cubicBezTo>
                <a:cubicBezTo>
                  <a:pt x="7697629" y="3008651"/>
                  <a:pt x="7699002" y="3029115"/>
                  <a:pt x="7714334" y="3037755"/>
                </a:cubicBezTo>
                <a:cubicBezTo>
                  <a:pt x="7719826" y="3041507"/>
                  <a:pt x="7726290" y="3043482"/>
                  <a:pt x="7732872" y="3043877"/>
                </a:cubicBezTo>
                <a:close/>
                <a:moveTo>
                  <a:pt x="5269273" y="3043883"/>
                </a:moveTo>
                <a:cubicBezTo>
                  <a:pt x="5287321" y="3043670"/>
                  <a:pt x="5304701" y="3031049"/>
                  <a:pt x="5303005" y="3010242"/>
                </a:cubicBezTo>
                <a:cubicBezTo>
                  <a:pt x="5305040" y="2979088"/>
                  <a:pt x="5264571" y="2967036"/>
                  <a:pt x="5244224" y="2985683"/>
                </a:cubicBezTo>
                <a:cubicBezTo>
                  <a:pt x="5232693" y="3001374"/>
                  <a:pt x="5232241" y="3030481"/>
                  <a:pt x="5251684" y="3039804"/>
                </a:cubicBezTo>
                <a:cubicBezTo>
                  <a:pt x="5257167" y="3042647"/>
                  <a:pt x="5263257" y="3043954"/>
                  <a:pt x="5269273" y="3043883"/>
                </a:cubicBezTo>
                <a:close/>
                <a:moveTo>
                  <a:pt x="4548494" y="3043925"/>
                </a:moveTo>
                <a:cubicBezTo>
                  <a:pt x="4567357" y="3044626"/>
                  <a:pt x="4586474" y="3031104"/>
                  <a:pt x="4584100" y="3009673"/>
                </a:cubicBezTo>
                <a:cubicBezTo>
                  <a:pt x="4587717" y="2975201"/>
                  <a:pt x="4533913" y="2965449"/>
                  <a:pt x="4520801" y="2994251"/>
                </a:cubicBezTo>
                <a:cubicBezTo>
                  <a:pt x="4516279" y="3008765"/>
                  <a:pt x="4516279" y="3029176"/>
                  <a:pt x="4530522" y="3038248"/>
                </a:cubicBezTo>
                <a:cubicBezTo>
                  <a:pt x="4535948" y="3041876"/>
                  <a:pt x="4542207" y="3043691"/>
                  <a:pt x="4548494" y="3043925"/>
                </a:cubicBezTo>
                <a:close/>
                <a:moveTo>
                  <a:pt x="7016882" y="3043946"/>
                </a:moveTo>
                <a:cubicBezTo>
                  <a:pt x="7035929" y="3043337"/>
                  <a:pt x="7054231" y="3030256"/>
                  <a:pt x="7052849" y="3009224"/>
                </a:cubicBezTo>
                <a:cubicBezTo>
                  <a:pt x="7053080" y="2972289"/>
                  <a:pt x="6995066" y="2965449"/>
                  <a:pt x="6982175" y="2997596"/>
                </a:cubicBezTo>
                <a:cubicBezTo>
                  <a:pt x="6978491" y="3013099"/>
                  <a:pt x="6981714" y="3033391"/>
                  <a:pt x="6998289" y="3040231"/>
                </a:cubicBezTo>
                <a:cubicBezTo>
                  <a:pt x="7004102" y="3042966"/>
                  <a:pt x="7010534" y="3044149"/>
                  <a:pt x="7016882" y="3043946"/>
                </a:cubicBezTo>
                <a:close/>
                <a:moveTo>
                  <a:pt x="2184544" y="3043947"/>
                </a:moveTo>
                <a:cubicBezTo>
                  <a:pt x="2197775" y="3043787"/>
                  <a:pt x="2210247" y="3035087"/>
                  <a:pt x="2220424" y="3026387"/>
                </a:cubicBezTo>
                <a:cubicBezTo>
                  <a:pt x="2220876" y="3005007"/>
                  <a:pt x="2214996" y="2974074"/>
                  <a:pt x="2186720" y="2976803"/>
                </a:cubicBezTo>
                <a:cubicBezTo>
                  <a:pt x="2150990" y="2971799"/>
                  <a:pt x="2138325" y="3029572"/>
                  <a:pt x="2171119" y="3040944"/>
                </a:cubicBezTo>
                <a:cubicBezTo>
                  <a:pt x="2175639" y="3043105"/>
                  <a:pt x="2180134" y="3044000"/>
                  <a:pt x="2184544" y="3043947"/>
                </a:cubicBezTo>
                <a:close/>
                <a:moveTo>
                  <a:pt x="6397839" y="3043975"/>
                </a:moveTo>
                <a:cubicBezTo>
                  <a:pt x="6417444" y="3044852"/>
                  <a:pt x="6437824" y="3031555"/>
                  <a:pt x="6435760" y="3009663"/>
                </a:cubicBezTo>
                <a:cubicBezTo>
                  <a:pt x="6438741" y="2984351"/>
                  <a:pt x="6406868" y="2970212"/>
                  <a:pt x="6386001" y="2979790"/>
                </a:cubicBezTo>
                <a:cubicBezTo>
                  <a:pt x="6360548" y="2986175"/>
                  <a:pt x="6356191" y="3026310"/>
                  <a:pt x="6379351" y="3038168"/>
                </a:cubicBezTo>
                <a:cubicBezTo>
                  <a:pt x="6384855" y="3041816"/>
                  <a:pt x="6391304" y="3043683"/>
                  <a:pt x="6397839" y="3043975"/>
                </a:cubicBezTo>
                <a:close/>
                <a:moveTo>
                  <a:pt x="4752462" y="3044011"/>
                </a:moveTo>
                <a:cubicBezTo>
                  <a:pt x="4774030" y="3044834"/>
                  <a:pt x="4796486" y="3027090"/>
                  <a:pt x="4789381" y="3002804"/>
                </a:cubicBezTo>
                <a:cubicBezTo>
                  <a:pt x="4783968" y="2973387"/>
                  <a:pt x="4749460" y="2974299"/>
                  <a:pt x="4727807" y="2983421"/>
                </a:cubicBezTo>
                <a:cubicBezTo>
                  <a:pt x="4723747" y="3000524"/>
                  <a:pt x="4716304" y="3023328"/>
                  <a:pt x="4732318" y="3036554"/>
                </a:cubicBezTo>
                <a:cubicBezTo>
                  <a:pt x="4738182" y="3041400"/>
                  <a:pt x="4745273" y="3043737"/>
                  <a:pt x="4752462" y="3044011"/>
                </a:cubicBezTo>
                <a:close/>
                <a:moveTo>
                  <a:pt x="7323734" y="3044016"/>
                </a:moveTo>
                <a:cubicBezTo>
                  <a:pt x="7337009" y="3043868"/>
                  <a:pt x="7349450" y="3035311"/>
                  <a:pt x="7359711" y="3026880"/>
                </a:cubicBezTo>
                <a:cubicBezTo>
                  <a:pt x="7361079" y="3005073"/>
                  <a:pt x="7354239" y="2975621"/>
                  <a:pt x="7325964" y="2977644"/>
                </a:cubicBezTo>
                <a:cubicBezTo>
                  <a:pt x="7289482" y="2971799"/>
                  <a:pt x="7276941" y="3030028"/>
                  <a:pt x="7310231" y="3041044"/>
                </a:cubicBezTo>
                <a:cubicBezTo>
                  <a:pt x="7314791" y="3043180"/>
                  <a:pt x="7319309" y="3044065"/>
                  <a:pt x="7323734" y="3044016"/>
                </a:cubicBezTo>
                <a:close/>
                <a:moveTo>
                  <a:pt x="2495524" y="3044101"/>
                </a:moveTo>
                <a:cubicBezTo>
                  <a:pt x="2513843" y="3043295"/>
                  <a:pt x="2531237" y="3030144"/>
                  <a:pt x="2528857" y="3008999"/>
                </a:cubicBezTo>
                <a:cubicBezTo>
                  <a:pt x="2532032" y="2975534"/>
                  <a:pt x="2481903" y="2965449"/>
                  <a:pt x="2465578" y="2990433"/>
                </a:cubicBezTo>
                <a:cubicBezTo>
                  <a:pt x="2455828" y="3006707"/>
                  <a:pt x="2459913" y="3032150"/>
                  <a:pt x="2477598" y="3040630"/>
                </a:cubicBezTo>
                <a:cubicBezTo>
                  <a:pt x="2483205" y="3043266"/>
                  <a:pt x="2489419" y="3044369"/>
                  <a:pt x="2495524" y="3044101"/>
                </a:cubicBezTo>
                <a:close/>
                <a:moveTo>
                  <a:pt x="7633845" y="3044193"/>
                </a:moveTo>
                <a:cubicBezTo>
                  <a:pt x="7652103" y="3043342"/>
                  <a:pt x="7670070" y="3030364"/>
                  <a:pt x="7668355" y="3010014"/>
                </a:cubicBezTo>
                <a:cubicBezTo>
                  <a:pt x="7670185" y="2982421"/>
                  <a:pt x="7634963" y="2968624"/>
                  <a:pt x="7613465" y="2981501"/>
                </a:cubicBezTo>
                <a:cubicBezTo>
                  <a:pt x="7589679" y="2992078"/>
                  <a:pt x="7591737" y="3032319"/>
                  <a:pt x="7616209" y="3040827"/>
                </a:cubicBezTo>
                <a:cubicBezTo>
                  <a:pt x="7621641" y="3043413"/>
                  <a:pt x="7627759" y="3044477"/>
                  <a:pt x="7633845" y="3044193"/>
                </a:cubicBezTo>
                <a:close/>
                <a:moveTo>
                  <a:pt x="4347745" y="3044249"/>
                </a:moveTo>
                <a:cubicBezTo>
                  <a:pt x="4367452" y="3041862"/>
                  <a:pt x="4385092" y="3022721"/>
                  <a:pt x="4377289" y="3001117"/>
                </a:cubicBezTo>
                <a:cubicBezTo>
                  <a:pt x="4372540" y="2970237"/>
                  <a:pt x="4321882" y="2968624"/>
                  <a:pt x="4313062" y="2996969"/>
                </a:cubicBezTo>
                <a:cubicBezTo>
                  <a:pt x="4306729" y="3012639"/>
                  <a:pt x="4312609" y="3033609"/>
                  <a:pt x="4328214" y="3040523"/>
                </a:cubicBezTo>
                <a:cubicBezTo>
                  <a:pt x="4334377" y="3043979"/>
                  <a:pt x="4341175" y="3045045"/>
                  <a:pt x="4347745" y="3044249"/>
                </a:cubicBezTo>
                <a:close/>
                <a:moveTo>
                  <a:pt x="1878813" y="3044250"/>
                </a:moveTo>
                <a:cubicBezTo>
                  <a:pt x="1897430" y="3043475"/>
                  <a:pt x="1915507" y="3030547"/>
                  <a:pt x="1913804" y="3009346"/>
                </a:cubicBezTo>
                <a:cubicBezTo>
                  <a:pt x="1914712" y="2978090"/>
                  <a:pt x="1869351" y="2965449"/>
                  <a:pt x="1851435" y="2988202"/>
                </a:cubicBezTo>
                <a:cubicBezTo>
                  <a:pt x="1841454" y="3004290"/>
                  <a:pt x="1843044" y="3030720"/>
                  <a:pt x="1860733" y="3040832"/>
                </a:cubicBezTo>
                <a:cubicBezTo>
                  <a:pt x="1866345" y="3043417"/>
                  <a:pt x="1872611" y="3044509"/>
                  <a:pt x="1878813" y="3044250"/>
                </a:cubicBezTo>
                <a:close/>
                <a:moveTo>
                  <a:pt x="1770824" y="3044258"/>
                </a:moveTo>
                <a:cubicBezTo>
                  <a:pt x="1785657" y="3045940"/>
                  <a:pt x="1800714" y="3037657"/>
                  <a:pt x="1811293" y="3026786"/>
                </a:cubicBezTo>
                <a:cubicBezTo>
                  <a:pt x="1808790" y="3012982"/>
                  <a:pt x="1811293" y="2995727"/>
                  <a:pt x="1800600" y="2984913"/>
                </a:cubicBezTo>
                <a:cubicBezTo>
                  <a:pt x="1783539" y="2971799"/>
                  <a:pt x="1755784" y="2975250"/>
                  <a:pt x="1744864" y="2994346"/>
                </a:cubicBezTo>
                <a:cubicBezTo>
                  <a:pt x="1741679" y="3009761"/>
                  <a:pt x="1739859" y="3030698"/>
                  <a:pt x="1756239" y="3038980"/>
                </a:cubicBezTo>
                <a:cubicBezTo>
                  <a:pt x="1760959" y="3042029"/>
                  <a:pt x="1765879" y="3043697"/>
                  <a:pt x="1770824" y="3044258"/>
                </a:cubicBezTo>
                <a:close/>
                <a:moveTo>
                  <a:pt x="4657936" y="3044281"/>
                </a:moveTo>
                <a:cubicBezTo>
                  <a:pt x="4674930" y="3042266"/>
                  <a:pt x="4690036" y="3028128"/>
                  <a:pt x="4687432" y="3009335"/>
                </a:cubicBezTo>
                <a:cubicBezTo>
                  <a:pt x="4690441" y="2976232"/>
                  <a:pt x="4644370" y="2967036"/>
                  <a:pt x="4624692" y="2987726"/>
                </a:cubicBezTo>
                <a:cubicBezTo>
                  <a:pt x="4613116" y="3005427"/>
                  <a:pt x="4616589" y="3037611"/>
                  <a:pt x="4640898" y="3041979"/>
                </a:cubicBezTo>
                <a:cubicBezTo>
                  <a:pt x="4646396" y="3044277"/>
                  <a:pt x="4652271" y="3044953"/>
                  <a:pt x="4657936" y="3044281"/>
                </a:cubicBezTo>
                <a:close/>
                <a:moveTo>
                  <a:pt x="5882414" y="3044322"/>
                </a:moveTo>
                <a:cubicBezTo>
                  <a:pt x="5901531" y="3045171"/>
                  <a:pt x="5921832" y="3032405"/>
                  <a:pt x="5919615" y="3011370"/>
                </a:cubicBezTo>
                <a:cubicBezTo>
                  <a:pt x="5924391" y="2977894"/>
                  <a:pt x="5875714" y="2967037"/>
                  <a:pt x="5857517" y="2989882"/>
                </a:cubicBezTo>
                <a:cubicBezTo>
                  <a:pt x="5848191" y="3004810"/>
                  <a:pt x="5849329" y="3028108"/>
                  <a:pt x="5864569" y="3038739"/>
                </a:cubicBezTo>
                <a:cubicBezTo>
                  <a:pt x="5869800" y="3042244"/>
                  <a:pt x="5876041" y="3044040"/>
                  <a:pt x="5882414" y="3044322"/>
                </a:cubicBezTo>
                <a:close/>
                <a:moveTo>
                  <a:pt x="1470951" y="3044328"/>
                </a:moveTo>
                <a:cubicBezTo>
                  <a:pt x="1478243" y="3043981"/>
                  <a:pt x="1485365" y="3041898"/>
                  <a:pt x="1491355" y="3037383"/>
                </a:cubicBezTo>
                <a:cubicBezTo>
                  <a:pt x="1503336" y="3023955"/>
                  <a:pt x="1502884" y="3002425"/>
                  <a:pt x="1494295" y="2987377"/>
                </a:cubicBezTo>
                <a:cubicBezTo>
                  <a:pt x="1477112" y="2968624"/>
                  <a:pt x="1437773" y="2974875"/>
                  <a:pt x="1433928" y="3002656"/>
                </a:cubicBezTo>
                <a:cubicBezTo>
                  <a:pt x="1430313" y="3016779"/>
                  <a:pt x="1436190" y="3034142"/>
                  <a:pt x="1449527" y="3040856"/>
                </a:cubicBezTo>
                <a:cubicBezTo>
                  <a:pt x="1456198" y="3043287"/>
                  <a:pt x="1463660" y="3044676"/>
                  <a:pt x="1470951" y="3044328"/>
                </a:cubicBezTo>
                <a:close/>
                <a:moveTo>
                  <a:pt x="1567818" y="3044377"/>
                </a:moveTo>
                <a:cubicBezTo>
                  <a:pt x="1589888" y="3044548"/>
                  <a:pt x="1611605" y="3026329"/>
                  <a:pt x="1603055" y="3001293"/>
                </a:cubicBezTo>
                <a:cubicBezTo>
                  <a:pt x="1597583" y="2971799"/>
                  <a:pt x="1562014" y="2974771"/>
                  <a:pt x="1541265" y="2984145"/>
                </a:cubicBezTo>
                <a:cubicBezTo>
                  <a:pt x="1536478" y="3001522"/>
                  <a:pt x="1530321" y="3024157"/>
                  <a:pt x="1546738" y="3037646"/>
                </a:cubicBezTo>
                <a:cubicBezTo>
                  <a:pt x="1553066" y="3042219"/>
                  <a:pt x="1560461" y="3044320"/>
                  <a:pt x="1567818" y="3044377"/>
                </a:cubicBezTo>
                <a:close/>
                <a:moveTo>
                  <a:pt x="4964218" y="3044395"/>
                </a:moveTo>
                <a:cubicBezTo>
                  <a:pt x="4982260" y="3043302"/>
                  <a:pt x="4999723" y="3030314"/>
                  <a:pt x="4997491" y="3010255"/>
                </a:cubicBezTo>
                <a:cubicBezTo>
                  <a:pt x="4998864" y="2975965"/>
                  <a:pt x="4945319" y="2965449"/>
                  <a:pt x="4929529" y="2994024"/>
                </a:cubicBezTo>
                <a:cubicBezTo>
                  <a:pt x="4924266" y="3011398"/>
                  <a:pt x="4925868" y="3035401"/>
                  <a:pt x="4946691" y="3041344"/>
                </a:cubicBezTo>
                <a:cubicBezTo>
                  <a:pt x="4952126" y="3043802"/>
                  <a:pt x="4958204" y="3044759"/>
                  <a:pt x="4964218" y="3044395"/>
                </a:cubicBezTo>
                <a:close/>
                <a:moveTo>
                  <a:pt x="5061997" y="3044401"/>
                </a:moveTo>
                <a:cubicBezTo>
                  <a:pt x="5078808" y="3045190"/>
                  <a:pt x="5096036" y="3034913"/>
                  <a:pt x="5098423" y="3016833"/>
                </a:cubicBezTo>
                <a:cubicBezTo>
                  <a:pt x="5103654" y="2991589"/>
                  <a:pt x="5074999" y="2970211"/>
                  <a:pt x="5051802" y="2980218"/>
                </a:cubicBezTo>
                <a:cubicBezTo>
                  <a:pt x="5025420" y="2986131"/>
                  <a:pt x="5022691" y="3027977"/>
                  <a:pt x="5045889" y="3039803"/>
                </a:cubicBezTo>
                <a:cubicBezTo>
                  <a:pt x="5050835" y="3042646"/>
                  <a:pt x="5056393" y="3044138"/>
                  <a:pt x="5061997" y="3044401"/>
                </a:cubicBezTo>
                <a:close/>
                <a:moveTo>
                  <a:pt x="5989746" y="3044502"/>
                </a:moveTo>
                <a:cubicBezTo>
                  <a:pt x="6009327" y="3043277"/>
                  <a:pt x="6027213" y="3025875"/>
                  <a:pt x="6021349" y="3003703"/>
                </a:cubicBezTo>
                <a:cubicBezTo>
                  <a:pt x="6019338" y="2972994"/>
                  <a:pt x="5971532" y="2967036"/>
                  <a:pt x="5959692" y="2993849"/>
                </a:cubicBezTo>
                <a:cubicBezTo>
                  <a:pt x="5954554" y="3009203"/>
                  <a:pt x="5955448" y="3030516"/>
                  <a:pt x="5970415" y="3039912"/>
                </a:cubicBezTo>
                <a:cubicBezTo>
                  <a:pt x="5976503" y="3043521"/>
                  <a:pt x="5983218" y="3044910"/>
                  <a:pt x="5989746" y="3044502"/>
                </a:cubicBezTo>
                <a:close/>
                <a:moveTo>
                  <a:pt x="1260203" y="3044527"/>
                </a:moveTo>
                <a:cubicBezTo>
                  <a:pt x="1279912" y="3045174"/>
                  <a:pt x="1300647" y="3032240"/>
                  <a:pt x="1297397" y="3009992"/>
                </a:cubicBezTo>
                <a:cubicBezTo>
                  <a:pt x="1300590" y="2984239"/>
                  <a:pt x="1267757" y="2970212"/>
                  <a:pt x="1247464" y="2980100"/>
                </a:cubicBezTo>
                <a:cubicBezTo>
                  <a:pt x="1222379" y="2986538"/>
                  <a:pt x="1219189" y="3027928"/>
                  <a:pt x="1241764" y="3039195"/>
                </a:cubicBezTo>
                <a:cubicBezTo>
                  <a:pt x="1247179" y="3042587"/>
                  <a:pt x="1253634" y="3044312"/>
                  <a:pt x="1260203" y="3044527"/>
                </a:cubicBezTo>
                <a:close/>
                <a:moveTo>
                  <a:pt x="6296230" y="3044582"/>
                </a:moveTo>
                <a:cubicBezTo>
                  <a:pt x="6317846" y="3044336"/>
                  <a:pt x="6339303" y="3025991"/>
                  <a:pt x="6331501" y="3001988"/>
                </a:cubicBezTo>
                <a:cubicBezTo>
                  <a:pt x="6325394" y="2970669"/>
                  <a:pt x="6279483" y="2970212"/>
                  <a:pt x="6264782" y="2994901"/>
                </a:cubicBezTo>
                <a:cubicBezTo>
                  <a:pt x="6259354" y="3009760"/>
                  <a:pt x="6261164" y="3029191"/>
                  <a:pt x="6275638" y="3038335"/>
                </a:cubicBezTo>
                <a:cubicBezTo>
                  <a:pt x="6281801" y="3042735"/>
                  <a:pt x="6289024" y="3044664"/>
                  <a:pt x="6296230" y="3044582"/>
                </a:cubicBezTo>
                <a:close/>
                <a:moveTo>
                  <a:pt x="6501606" y="3044623"/>
                </a:moveTo>
                <a:cubicBezTo>
                  <a:pt x="6519873" y="3044505"/>
                  <a:pt x="6537918" y="3030991"/>
                  <a:pt x="6536059" y="3010697"/>
                </a:cubicBezTo>
                <a:cubicBezTo>
                  <a:pt x="6540341" y="2975454"/>
                  <a:pt x="6483995" y="2965449"/>
                  <a:pt x="6471373" y="2995690"/>
                </a:cubicBezTo>
                <a:cubicBezTo>
                  <a:pt x="6467316" y="3010925"/>
                  <a:pt x="6467992" y="3032298"/>
                  <a:pt x="6483995" y="3040029"/>
                </a:cubicBezTo>
                <a:cubicBezTo>
                  <a:pt x="6489404" y="3043212"/>
                  <a:pt x="6495518" y="3044662"/>
                  <a:pt x="6501606" y="3044623"/>
                </a:cubicBezTo>
                <a:close/>
                <a:moveTo>
                  <a:pt x="7218578" y="3044626"/>
                </a:moveTo>
                <a:cubicBezTo>
                  <a:pt x="7238032" y="3045750"/>
                  <a:pt x="7258678" y="3031610"/>
                  <a:pt x="7256274" y="3010013"/>
                </a:cubicBezTo>
                <a:cubicBezTo>
                  <a:pt x="7259021" y="2974819"/>
                  <a:pt x="7203394" y="2965449"/>
                  <a:pt x="7190346" y="2995844"/>
                </a:cubicBezTo>
                <a:cubicBezTo>
                  <a:pt x="7187599" y="3010013"/>
                  <a:pt x="7186454" y="3029210"/>
                  <a:pt x="7200418" y="3038123"/>
                </a:cubicBezTo>
                <a:cubicBezTo>
                  <a:pt x="7205740" y="3042180"/>
                  <a:pt x="7212093" y="3044251"/>
                  <a:pt x="7218578" y="3044626"/>
                </a:cubicBezTo>
                <a:close/>
                <a:moveTo>
                  <a:pt x="2392356" y="3044626"/>
                </a:moveTo>
                <a:cubicBezTo>
                  <a:pt x="2410890" y="3044305"/>
                  <a:pt x="2429050" y="3030420"/>
                  <a:pt x="2424930" y="3009334"/>
                </a:cubicBezTo>
                <a:cubicBezTo>
                  <a:pt x="2429965" y="2974363"/>
                  <a:pt x="2373419" y="2965449"/>
                  <a:pt x="2361295" y="2995392"/>
                </a:cubicBezTo>
                <a:cubicBezTo>
                  <a:pt x="2357399" y="3010706"/>
                  <a:pt x="2357861" y="3032648"/>
                  <a:pt x="2374562" y="3040191"/>
                </a:cubicBezTo>
                <a:cubicBezTo>
                  <a:pt x="2379996" y="3043334"/>
                  <a:pt x="2386201" y="3044734"/>
                  <a:pt x="2392356" y="3044626"/>
                </a:cubicBezTo>
                <a:close/>
                <a:moveTo>
                  <a:pt x="6195315" y="3044654"/>
                </a:moveTo>
                <a:cubicBezTo>
                  <a:pt x="6214110" y="3043861"/>
                  <a:pt x="6232650" y="3031307"/>
                  <a:pt x="6228738" y="3009238"/>
                </a:cubicBezTo>
                <a:cubicBezTo>
                  <a:pt x="6232594" y="2973558"/>
                  <a:pt x="6176350" y="2965449"/>
                  <a:pt x="6163650" y="2994874"/>
                </a:cubicBezTo>
                <a:cubicBezTo>
                  <a:pt x="6159341" y="3011324"/>
                  <a:pt x="6160248" y="3033102"/>
                  <a:pt x="6177257" y="3041443"/>
                </a:cubicBezTo>
                <a:cubicBezTo>
                  <a:pt x="6182757" y="3043876"/>
                  <a:pt x="6189050" y="3044918"/>
                  <a:pt x="6195315" y="3044654"/>
                </a:cubicBezTo>
                <a:close/>
                <a:moveTo>
                  <a:pt x="6091600" y="3044701"/>
                </a:moveTo>
                <a:cubicBezTo>
                  <a:pt x="6110027" y="3044519"/>
                  <a:pt x="6127814" y="3030934"/>
                  <a:pt x="6125767" y="3010020"/>
                </a:cubicBezTo>
                <a:cubicBezTo>
                  <a:pt x="6129179" y="2974363"/>
                  <a:pt x="6073899" y="2965449"/>
                  <a:pt x="6060704" y="2995163"/>
                </a:cubicBezTo>
                <a:cubicBezTo>
                  <a:pt x="6056382" y="3010477"/>
                  <a:pt x="6056154" y="3032877"/>
                  <a:pt x="6073671" y="3040191"/>
                </a:cubicBezTo>
                <a:cubicBezTo>
                  <a:pt x="6079245" y="3043334"/>
                  <a:pt x="6085458" y="3044762"/>
                  <a:pt x="6091600" y="3044701"/>
                </a:cubicBezTo>
                <a:close/>
                <a:moveTo>
                  <a:pt x="2594200" y="3044822"/>
                </a:moveTo>
                <a:cubicBezTo>
                  <a:pt x="2614041" y="3045867"/>
                  <a:pt x="2635550" y="3031808"/>
                  <a:pt x="2631788" y="3009727"/>
                </a:cubicBezTo>
                <a:cubicBezTo>
                  <a:pt x="2634980" y="2987187"/>
                  <a:pt x="2608754" y="2973386"/>
                  <a:pt x="2589595" y="2977756"/>
                </a:cubicBezTo>
                <a:cubicBezTo>
                  <a:pt x="2561773" y="2980976"/>
                  <a:pt x="2555844" y="3022608"/>
                  <a:pt x="2575912" y="3038479"/>
                </a:cubicBezTo>
                <a:cubicBezTo>
                  <a:pt x="2581157" y="3042446"/>
                  <a:pt x="2587585" y="3044473"/>
                  <a:pt x="2594200" y="3044822"/>
                </a:cubicBezTo>
                <a:close/>
                <a:moveTo>
                  <a:pt x="7942590" y="3044879"/>
                </a:moveTo>
                <a:cubicBezTo>
                  <a:pt x="7962455" y="3043103"/>
                  <a:pt x="7980132" y="3025476"/>
                  <a:pt x="7975155" y="3003301"/>
                </a:cubicBezTo>
                <a:cubicBezTo>
                  <a:pt x="7970350" y="2972349"/>
                  <a:pt x="7922067" y="2967036"/>
                  <a:pt x="7909710" y="2994524"/>
                </a:cubicBezTo>
                <a:cubicBezTo>
                  <a:pt x="7906277" y="3010924"/>
                  <a:pt x="7905591" y="3032174"/>
                  <a:pt x="7922753" y="3040952"/>
                </a:cubicBezTo>
                <a:cubicBezTo>
                  <a:pt x="7929103" y="3044301"/>
                  <a:pt x="7935968" y="3045471"/>
                  <a:pt x="7942590" y="3044879"/>
                </a:cubicBezTo>
                <a:close/>
                <a:moveTo>
                  <a:pt x="8553616" y="3143685"/>
                </a:moveTo>
                <a:cubicBezTo>
                  <a:pt x="8571912" y="3145657"/>
                  <a:pt x="8591246" y="3129362"/>
                  <a:pt x="8586045" y="3107920"/>
                </a:cubicBezTo>
                <a:cubicBezTo>
                  <a:pt x="8584927" y="3080475"/>
                  <a:pt x="8543772" y="3074986"/>
                  <a:pt x="8533035" y="3098314"/>
                </a:cubicBezTo>
                <a:cubicBezTo>
                  <a:pt x="8529457" y="3109979"/>
                  <a:pt x="8527891" y="3125531"/>
                  <a:pt x="8536614" y="3135137"/>
                </a:cubicBezTo>
                <a:cubicBezTo>
                  <a:pt x="8541535" y="3140340"/>
                  <a:pt x="8547518" y="3143027"/>
                  <a:pt x="8553616" y="3143685"/>
                </a:cubicBezTo>
                <a:close/>
                <a:moveTo>
                  <a:pt x="1248146" y="3144858"/>
                </a:moveTo>
                <a:cubicBezTo>
                  <a:pt x="1269401" y="3152774"/>
                  <a:pt x="1299024" y="3140787"/>
                  <a:pt x="1296535" y="3114776"/>
                </a:cubicBezTo>
                <a:cubicBezTo>
                  <a:pt x="1300155" y="3084016"/>
                  <a:pt x="1257643" y="3068636"/>
                  <a:pt x="1237066" y="3088766"/>
                </a:cubicBezTo>
                <a:cubicBezTo>
                  <a:pt x="1219200" y="3104825"/>
                  <a:pt x="1224850" y="3137168"/>
                  <a:pt x="1248146" y="3144858"/>
                </a:cubicBezTo>
                <a:close/>
                <a:moveTo>
                  <a:pt x="5767993" y="3145291"/>
                </a:moveTo>
                <a:cubicBezTo>
                  <a:pt x="5786713" y="3151187"/>
                  <a:pt x="5812425" y="3145971"/>
                  <a:pt x="5816034" y="3123066"/>
                </a:cubicBezTo>
                <a:cubicBezTo>
                  <a:pt x="5824379" y="3097666"/>
                  <a:pt x="5798667" y="3071812"/>
                  <a:pt x="5773631" y="3081564"/>
                </a:cubicBezTo>
                <a:cubicBezTo>
                  <a:pt x="5742957" y="3086100"/>
                  <a:pt x="5741829" y="3133951"/>
                  <a:pt x="5767993" y="3145291"/>
                </a:cubicBezTo>
                <a:close/>
                <a:moveTo>
                  <a:pt x="7337163" y="3145525"/>
                </a:moveTo>
                <a:cubicBezTo>
                  <a:pt x="7347509" y="3142312"/>
                  <a:pt x="7355910" y="3134693"/>
                  <a:pt x="7357488" y="3122298"/>
                </a:cubicBezTo>
                <a:cubicBezTo>
                  <a:pt x="7364254" y="3098417"/>
                  <a:pt x="7342378" y="3073399"/>
                  <a:pt x="7318022" y="3080222"/>
                </a:cubicBezTo>
                <a:cubicBezTo>
                  <a:pt x="7287576" y="3081814"/>
                  <a:pt x="7283291" y="3126846"/>
                  <a:pt x="7305167" y="3142312"/>
                </a:cubicBezTo>
                <a:cubicBezTo>
                  <a:pt x="7314526" y="3147543"/>
                  <a:pt x="7326817" y="3148737"/>
                  <a:pt x="7337163" y="3145525"/>
                </a:cubicBezTo>
                <a:close/>
                <a:moveTo>
                  <a:pt x="5897662" y="3145543"/>
                </a:moveTo>
                <a:cubicBezTo>
                  <a:pt x="5905985" y="3143289"/>
                  <a:pt x="5913308" y="3138444"/>
                  <a:pt x="5917541" y="3130218"/>
                </a:cubicBezTo>
                <a:cubicBezTo>
                  <a:pt x="5922804" y="3113542"/>
                  <a:pt x="5920287" y="3091006"/>
                  <a:pt x="5901981" y="3083344"/>
                </a:cubicBezTo>
                <a:cubicBezTo>
                  <a:pt x="5887107" y="3078612"/>
                  <a:pt x="5864911" y="3078161"/>
                  <a:pt x="5856902" y="3093936"/>
                </a:cubicBezTo>
                <a:cubicBezTo>
                  <a:pt x="5846604" y="3111289"/>
                  <a:pt x="5851638" y="3137430"/>
                  <a:pt x="5871775" y="3145317"/>
                </a:cubicBezTo>
                <a:cubicBezTo>
                  <a:pt x="5880013" y="3147458"/>
                  <a:pt x="5889338" y="3147796"/>
                  <a:pt x="5897662" y="3145543"/>
                </a:cubicBezTo>
                <a:close/>
                <a:moveTo>
                  <a:pt x="6719700" y="3145812"/>
                </a:moveTo>
                <a:cubicBezTo>
                  <a:pt x="6728687" y="3143834"/>
                  <a:pt x="6736511" y="3138747"/>
                  <a:pt x="6740139" y="3129252"/>
                </a:cubicBezTo>
                <a:cubicBezTo>
                  <a:pt x="6742861" y="3113652"/>
                  <a:pt x="6743541" y="3093530"/>
                  <a:pt x="6727893" y="3084035"/>
                </a:cubicBezTo>
                <a:cubicBezTo>
                  <a:pt x="6712018" y="3076574"/>
                  <a:pt x="6688659" y="3077705"/>
                  <a:pt x="6680268" y="3095339"/>
                </a:cubicBezTo>
                <a:cubicBezTo>
                  <a:pt x="6673918" y="3110939"/>
                  <a:pt x="6673691" y="3136260"/>
                  <a:pt x="6692288" y="3143721"/>
                </a:cubicBezTo>
                <a:cubicBezTo>
                  <a:pt x="6700565" y="3146660"/>
                  <a:pt x="6710714" y="3147790"/>
                  <a:pt x="6719700" y="3145812"/>
                </a:cubicBezTo>
                <a:close/>
                <a:moveTo>
                  <a:pt x="5280068" y="3145966"/>
                </a:moveTo>
                <a:cubicBezTo>
                  <a:pt x="5289216" y="3143878"/>
                  <a:pt x="5297139" y="3138730"/>
                  <a:pt x="5300445" y="3129005"/>
                </a:cubicBezTo>
                <a:cubicBezTo>
                  <a:pt x="5311616" y="3105664"/>
                  <a:pt x="5293149" y="3073399"/>
                  <a:pt x="5265334" y="3079349"/>
                </a:cubicBezTo>
                <a:cubicBezTo>
                  <a:pt x="5232959" y="3079578"/>
                  <a:pt x="5225891" y="3130378"/>
                  <a:pt x="5252338" y="3144565"/>
                </a:cubicBezTo>
                <a:cubicBezTo>
                  <a:pt x="5260546" y="3147082"/>
                  <a:pt x="5270920" y="3148054"/>
                  <a:pt x="5280068" y="3145966"/>
                </a:cubicBezTo>
                <a:close/>
                <a:moveTo>
                  <a:pt x="7542085" y="3146141"/>
                </a:moveTo>
                <a:cubicBezTo>
                  <a:pt x="7551578" y="3143590"/>
                  <a:pt x="7559593" y="3137580"/>
                  <a:pt x="7562208" y="3127148"/>
                </a:cubicBezTo>
                <a:cubicBezTo>
                  <a:pt x="7573804" y="3103562"/>
                  <a:pt x="7551521" y="3074987"/>
                  <a:pt x="7525827" y="3080203"/>
                </a:cubicBezTo>
                <a:cubicBezTo>
                  <a:pt x="7492858" y="3079750"/>
                  <a:pt x="7486491" y="3131003"/>
                  <a:pt x="7513094" y="3144384"/>
                </a:cubicBezTo>
                <a:cubicBezTo>
                  <a:pt x="7521620" y="3147785"/>
                  <a:pt x="7532592" y="3148692"/>
                  <a:pt x="7542085" y="3146141"/>
                </a:cubicBezTo>
                <a:close/>
                <a:moveTo>
                  <a:pt x="2405513" y="3146206"/>
                </a:moveTo>
                <a:cubicBezTo>
                  <a:pt x="2415688" y="3142965"/>
                  <a:pt x="2423689" y="3135564"/>
                  <a:pt x="2424032" y="3123173"/>
                </a:cubicBezTo>
                <a:cubicBezTo>
                  <a:pt x="2430431" y="3100686"/>
                  <a:pt x="2412594" y="3074986"/>
                  <a:pt x="2387879" y="3080264"/>
                </a:cubicBezTo>
                <a:cubicBezTo>
                  <a:pt x="2355888" y="3079346"/>
                  <a:pt x="2347883" y="3130975"/>
                  <a:pt x="2373943" y="3144284"/>
                </a:cubicBezTo>
                <a:cubicBezTo>
                  <a:pt x="2382973" y="3148529"/>
                  <a:pt x="2395328" y="3149447"/>
                  <a:pt x="2405513" y="3146206"/>
                </a:cubicBezTo>
                <a:close/>
                <a:moveTo>
                  <a:pt x="1581025" y="3146338"/>
                </a:moveTo>
                <a:cubicBezTo>
                  <a:pt x="1589883" y="3144029"/>
                  <a:pt x="1597615" y="3138602"/>
                  <a:pt x="1601309" y="3129482"/>
                </a:cubicBezTo>
                <a:cubicBezTo>
                  <a:pt x="1614465" y="3107314"/>
                  <a:pt x="1594153" y="3074987"/>
                  <a:pt x="1568301" y="3079143"/>
                </a:cubicBezTo>
                <a:cubicBezTo>
                  <a:pt x="1533445" y="3076834"/>
                  <a:pt x="1523983" y="3131329"/>
                  <a:pt x="1553990" y="3144491"/>
                </a:cubicBezTo>
                <a:cubicBezTo>
                  <a:pt x="1562184" y="3147839"/>
                  <a:pt x="1572164" y="3148647"/>
                  <a:pt x="1581025" y="3146338"/>
                </a:cubicBezTo>
                <a:close/>
                <a:moveTo>
                  <a:pt x="5996171" y="3146555"/>
                </a:moveTo>
                <a:cubicBezTo>
                  <a:pt x="6004884" y="3145541"/>
                  <a:pt x="6012949" y="3141820"/>
                  <a:pt x="6017912" y="3134042"/>
                </a:cubicBezTo>
                <a:cubicBezTo>
                  <a:pt x="6033929" y="3110818"/>
                  <a:pt x="6012724" y="3071811"/>
                  <a:pt x="5982945" y="3080605"/>
                </a:cubicBezTo>
                <a:cubicBezTo>
                  <a:pt x="5953167" y="3082183"/>
                  <a:pt x="5948204" y="3128405"/>
                  <a:pt x="5970538" y="3142835"/>
                </a:cubicBezTo>
                <a:cubicBezTo>
                  <a:pt x="5978095" y="3145879"/>
                  <a:pt x="5987457" y="3147570"/>
                  <a:pt x="5996171" y="3146555"/>
                </a:cubicBezTo>
                <a:close/>
                <a:moveTo>
                  <a:pt x="5172835" y="3146599"/>
                </a:moveTo>
                <a:cubicBezTo>
                  <a:pt x="5180811" y="3144984"/>
                  <a:pt x="5188844" y="3141694"/>
                  <a:pt x="5196303" y="3139617"/>
                </a:cubicBezTo>
                <a:cubicBezTo>
                  <a:pt x="5198828" y="3125075"/>
                  <a:pt x="5205254" y="3109379"/>
                  <a:pt x="5197451" y="3095530"/>
                </a:cubicBezTo>
                <a:cubicBezTo>
                  <a:pt x="5188499" y="3075217"/>
                  <a:pt x="5158662" y="3074986"/>
                  <a:pt x="5142596" y="3086758"/>
                </a:cubicBezTo>
                <a:cubicBezTo>
                  <a:pt x="5129054" y="3102223"/>
                  <a:pt x="5129743" y="3133154"/>
                  <a:pt x="5149711" y="3143541"/>
                </a:cubicBezTo>
                <a:cubicBezTo>
                  <a:pt x="5156941" y="3148158"/>
                  <a:pt x="5164859" y="3148215"/>
                  <a:pt x="5172835" y="3146599"/>
                </a:cubicBezTo>
                <a:close/>
                <a:moveTo>
                  <a:pt x="5074431" y="3146667"/>
                </a:moveTo>
                <a:cubicBezTo>
                  <a:pt x="5084313" y="3144477"/>
                  <a:pt x="5092735" y="3138677"/>
                  <a:pt x="5095371" y="3127987"/>
                </a:cubicBezTo>
                <a:cubicBezTo>
                  <a:pt x="5106829" y="3104787"/>
                  <a:pt x="5085058" y="3073399"/>
                  <a:pt x="5058475" y="3080678"/>
                </a:cubicBezTo>
                <a:cubicBezTo>
                  <a:pt x="5025933" y="3080905"/>
                  <a:pt x="5019516" y="3128897"/>
                  <a:pt x="5044725" y="3143681"/>
                </a:cubicBezTo>
                <a:cubicBezTo>
                  <a:pt x="5053204" y="3147434"/>
                  <a:pt x="5064548" y="3148856"/>
                  <a:pt x="5074431" y="3146667"/>
                </a:cubicBezTo>
                <a:close/>
                <a:moveTo>
                  <a:pt x="5372231" y="3146668"/>
                </a:moveTo>
                <a:cubicBezTo>
                  <a:pt x="5406532" y="3152774"/>
                  <a:pt x="5419566" y="3101893"/>
                  <a:pt x="5393269" y="3085158"/>
                </a:cubicBezTo>
                <a:cubicBezTo>
                  <a:pt x="5374061" y="3073399"/>
                  <a:pt x="5352108" y="3083349"/>
                  <a:pt x="5338388" y="3098048"/>
                </a:cubicBezTo>
                <a:cubicBezTo>
                  <a:pt x="5337016" y="3119305"/>
                  <a:pt x="5344334" y="3150513"/>
                  <a:pt x="5372231" y="3146668"/>
                </a:cubicBezTo>
                <a:close/>
                <a:moveTo>
                  <a:pt x="4965228" y="3146752"/>
                </a:moveTo>
                <a:cubicBezTo>
                  <a:pt x="4984287" y="3143588"/>
                  <a:pt x="5001646" y="3126829"/>
                  <a:pt x="4995660" y="3106479"/>
                </a:cubicBezTo>
                <a:cubicBezTo>
                  <a:pt x="4992011" y="3076837"/>
                  <a:pt x="4948228" y="3070224"/>
                  <a:pt x="4931581" y="3092570"/>
                </a:cubicBezTo>
                <a:cubicBezTo>
                  <a:pt x="4921091" y="3110127"/>
                  <a:pt x="4924968" y="3137945"/>
                  <a:pt x="4946404" y="3145013"/>
                </a:cubicBezTo>
                <a:cubicBezTo>
                  <a:pt x="4952333" y="3147350"/>
                  <a:pt x="4958875" y="3147807"/>
                  <a:pt x="4965228" y="3146752"/>
                </a:cubicBezTo>
                <a:close/>
                <a:moveTo>
                  <a:pt x="2194939" y="3146788"/>
                </a:moveTo>
                <a:cubicBezTo>
                  <a:pt x="2202806" y="3145697"/>
                  <a:pt x="2210016" y="3142369"/>
                  <a:pt x="2214707" y="3135139"/>
                </a:cubicBezTo>
                <a:cubicBezTo>
                  <a:pt x="2220888" y="3123205"/>
                  <a:pt x="2218826" y="3109204"/>
                  <a:pt x="2220888" y="3096580"/>
                </a:cubicBezTo>
                <a:cubicBezTo>
                  <a:pt x="2207385" y="3084646"/>
                  <a:pt x="2189759" y="3073399"/>
                  <a:pt x="2171225" y="3082350"/>
                </a:cubicBezTo>
                <a:cubicBezTo>
                  <a:pt x="2144681" y="3091072"/>
                  <a:pt x="2146284" y="3135139"/>
                  <a:pt x="2171225" y="3145009"/>
                </a:cubicBezTo>
                <a:cubicBezTo>
                  <a:pt x="2178547" y="3146730"/>
                  <a:pt x="2187072" y="3147878"/>
                  <a:pt x="2194939" y="3146788"/>
                </a:cubicBezTo>
                <a:close/>
                <a:moveTo>
                  <a:pt x="2086016" y="3146935"/>
                </a:moveTo>
                <a:cubicBezTo>
                  <a:pt x="2103396" y="3145364"/>
                  <a:pt x="2119343" y="3133051"/>
                  <a:pt x="2119514" y="3113555"/>
                </a:cubicBezTo>
                <a:cubicBezTo>
                  <a:pt x="2122453" y="3084825"/>
                  <a:pt x="2083578" y="3068636"/>
                  <a:pt x="2062528" y="3085737"/>
                </a:cubicBezTo>
                <a:cubicBezTo>
                  <a:pt x="2041495" y="3099418"/>
                  <a:pt x="2045792" y="3135445"/>
                  <a:pt x="2068633" y="3144794"/>
                </a:cubicBezTo>
                <a:cubicBezTo>
                  <a:pt x="2074236" y="3146789"/>
                  <a:pt x="2080206" y="3147458"/>
                  <a:pt x="2086016" y="3146935"/>
                </a:cubicBezTo>
                <a:close/>
                <a:moveTo>
                  <a:pt x="5577764" y="3146974"/>
                </a:moveTo>
                <a:cubicBezTo>
                  <a:pt x="5596346" y="3147346"/>
                  <a:pt x="5615342" y="3135312"/>
                  <a:pt x="5613476" y="3114221"/>
                </a:cubicBezTo>
                <a:cubicBezTo>
                  <a:pt x="5616416" y="3081337"/>
                  <a:pt x="5567796" y="3067049"/>
                  <a:pt x="5549705" y="3091996"/>
                </a:cubicBezTo>
                <a:cubicBezTo>
                  <a:pt x="5537041" y="3107644"/>
                  <a:pt x="5541790" y="3133271"/>
                  <a:pt x="5560107" y="3142342"/>
                </a:cubicBezTo>
                <a:cubicBezTo>
                  <a:pt x="5565422" y="3145347"/>
                  <a:pt x="5571570" y="3146850"/>
                  <a:pt x="5577764" y="3146974"/>
                </a:cubicBezTo>
                <a:close/>
                <a:moveTo>
                  <a:pt x="6403220" y="3147065"/>
                </a:moveTo>
                <a:cubicBezTo>
                  <a:pt x="6420182" y="3145163"/>
                  <a:pt x="6435531" y="3132703"/>
                  <a:pt x="6435531" y="3113994"/>
                </a:cubicBezTo>
                <a:cubicBezTo>
                  <a:pt x="6438741" y="3086099"/>
                  <a:pt x="6401364" y="3070224"/>
                  <a:pt x="6379810" y="3085192"/>
                </a:cubicBezTo>
                <a:cubicBezTo>
                  <a:pt x="6356191" y="3097892"/>
                  <a:pt x="6360319" y="3137806"/>
                  <a:pt x="6386230" y="3145290"/>
                </a:cubicBezTo>
                <a:cubicBezTo>
                  <a:pt x="6391734" y="3147161"/>
                  <a:pt x="6397567" y="3147700"/>
                  <a:pt x="6403220" y="3147065"/>
                </a:cubicBezTo>
                <a:close/>
                <a:moveTo>
                  <a:pt x="6299562" y="3147103"/>
                </a:moveTo>
                <a:cubicBezTo>
                  <a:pt x="6316299" y="3145485"/>
                  <a:pt x="6331647" y="3133430"/>
                  <a:pt x="6331984" y="3114649"/>
                </a:cubicBezTo>
                <a:cubicBezTo>
                  <a:pt x="6337142" y="3080810"/>
                  <a:pt x="6284886" y="3067049"/>
                  <a:pt x="6268290" y="3093895"/>
                </a:cubicBezTo>
                <a:cubicBezTo>
                  <a:pt x="6256179" y="3111265"/>
                  <a:pt x="6263356" y="3136757"/>
                  <a:pt x="6282868" y="3145104"/>
                </a:cubicBezTo>
                <a:cubicBezTo>
                  <a:pt x="6288250" y="3147021"/>
                  <a:pt x="6293983" y="3147642"/>
                  <a:pt x="6299562" y="3147103"/>
                </a:cubicBezTo>
                <a:close/>
                <a:moveTo>
                  <a:pt x="2296568" y="3147105"/>
                </a:moveTo>
                <a:cubicBezTo>
                  <a:pt x="2314213" y="3143557"/>
                  <a:pt x="2328868" y="3126922"/>
                  <a:pt x="2324240" y="3107713"/>
                </a:cubicBezTo>
                <a:cubicBezTo>
                  <a:pt x="2320812" y="3083703"/>
                  <a:pt x="2291102" y="3071812"/>
                  <a:pt x="2271210" y="3084160"/>
                </a:cubicBezTo>
                <a:cubicBezTo>
                  <a:pt x="2247879" y="3097652"/>
                  <a:pt x="2251539" y="3139270"/>
                  <a:pt x="2278528" y="3145901"/>
                </a:cubicBezTo>
                <a:cubicBezTo>
                  <a:pt x="2284472" y="3148016"/>
                  <a:pt x="2290684" y="3148288"/>
                  <a:pt x="2296568" y="3147105"/>
                </a:cubicBezTo>
                <a:close/>
                <a:moveTo>
                  <a:pt x="5682622" y="3147199"/>
                </a:moveTo>
                <a:cubicBezTo>
                  <a:pt x="5701805" y="3145543"/>
                  <a:pt x="5719791" y="3129174"/>
                  <a:pt x="5715588" y="3108249"/>
                </a:cubicBezTo>
                <a:cubicBezTo>
                  <a:pt x="5712002" y="3075624"/>
                  <a:pt x="5660231" y="3070224"/>
                  <a:pt x="5648577" y="3100149"/>
                </a:cubicBezTo>
                <a:cubicBezTo>
                  <a:pt x="5644991" y="3115674"/>
                  <a:pt x="5646336" y="3137274"/>
                  <a:pt x="5663817" y="3143574"/>
                </a:cubicBezTo>
                <a:cubicBezTo>
                  <a:pt x="5669700" y="3146668"/>
                  <a:pt x="5676228" y="3147751"/>
                  <a:pt x="5682622" y="3147199"/>
                </a:cubicBezTo>
                <a:close/>
                <a:moveTo>
                  <a:pt x="7634401" y="3147267"/>
                </a:moveTo>
                <a:cubicBezTo>
                  <a:pt x="7651914" y="3146537"/>
                  <a:pt x="7669172" y="3133720"/>
                  <a:pt x="7667476" y="3114432"/>
                </a:cubicBezTo>
                <a:cubicBezTo>
                  <a:pt x="7670642" y="3083301"/>
                  <a:pt x="7626768" y="3068637"/>
                  <a:pt x="7607093" y="3090068"/>
                </a:cubicBezTo>
                <a:cubicBezTo>
                  <a:pt x="7589679" y="3104957"/>
                  <a:pt x="7597368" y="3135412"/>
                  <a:pt x="7617496" y="3143759"/>
                </a:cubicBezTo>
                <a:cubicBezTo>
                  <a:pt x="7622697" y="3146410"/>
                  <a:pt x="7628563" y="3147510"/>
                  <a:pt x="7634401" y="3147267"/>
                </a:cubicBezTo>
                <a:close/>
                <a:moveTo>
                  <a:pt x="4862145" y="3147352"/>
                </a:moveTo>
                <a:cubicBezTo>
                  <a:pt x="4881946" y="3145459"/>
                  <a:pt x="4899743" y="3128878"/>
                  <a:pt x="4892848" y="3107221"/>
                </a:cubicBezTo>
                <a:cubicBezTo>
                  <a:pt x="4888941" y="3077217"/>
                  <a:pt x="4843666" y="3070224"/>
                  <a:pt x="4828037" y="3094362"/>
                </a:cubicBezTo>
                <a:cubicBezTo>
                  <a:pt x="4816316" y="3110831"/>
                  <a:pt x="4822751" y="3136999"/>
                  <a:pt x="4842516" y="3143993"/>
                </a:cubicBezTo>
                <a:cubicBezTo>
                  <a:pt x="4848722" y="3146982"/>
                  <a:pt x="4855545" y="3147983"/>
                  <a:pt x="4862145" y="3147352"/>
                </a:cubicBezTo>
                <a:close/>
                <a:moveTo>
                  <a:pt x="7119870" y="3147713"/>
                </a:moveTo>
                <a:cubicBezTo>
                  <a:pt x="7137964" y="3146885"/>
                  <a:pt x="7155085" y="3134424"/>
                  <a:pt x="7155085" y="3114487"/>
                </a:cubicBezTo>
                <a:cubicBezTo>
                  <a:pt x="7159466" y="3082174"/>
                  <a:pt x="7111273" y="3067049"/>
                  <a:pt x="7092365" y="3090653"/>
                </a:cubicBezTo>
                <a:cubicBezTo>
                  <a:pt x="7076916" y="3105779"/>
                  <a:pt x="7081989" y="3135800"/>
                  <a:pt x="7102050" y="3144508"/>
                </a:cubicBezTo>
                <a:cubicBezTo>
                  <a:pt x="7107699" y="3146971"/>
                  <a:pt x="7113839" y="3147988"/>
                  <a:pt x="7119870" y="3147713"/>
                </a:cubicBezTo>
                <a:close/>
                <a:moveTo>
                  <a:pt x="2706409" y="3147728"/>
                </a:moveTo>
                <a:cubicBezTo>
                  <a:pt x="2725264" y="3144685"/>
                  <a:pt x="2741297" y="3127182"/>
                  <a:pt x="2735655" y="3106039"/>
                </a:cubicBezTo>
                <a:cubicBezTo>
                  <a:pt x="2729954" y="3076232"/>
                  <a:pt x="2688229" y="3070224"/>
                  <a:pt x="2670670" y="3092637"/>
                </a:cubicBezTo>
                <a:cubicBezTo>
                  <a:pt x="2659042" y="3110429"/>
                  <a:pt x="2666336" y="3138850"/>
                  <a:pt x="2687311" y="3145551"/>
                </a:cubicBezTo>
                <a:cubicBezTo>
                  <a:pt x="2693529" y="3148151"/>
                  <a:pt x="2700125" y="3148743"/>
                  <a:pt x="2706409" y="3147728"/>
                </a:cubicBezTo>
                <a:close/>
                <a:moveTo>
                  <a:pt x="2597009" y="3147728"/>
                </a:moveTo>
                <a:cubicBezTo>
                  <a:pt x="2634352" y="3154362"/>
                  <a:pt x="2646341" y="3093973"/>
                  <a:pt x="2612914" y="3082536"/>
                </a:cubicBezTo>
                <a:cubicBezTo>
                  <a:pt x="2594010" y="3074987"/>
                  <a:pt x="2576264" y="3085509"/>
                  <a:pt x="2562664" y="3097404"/>
                </a:cubicBezTo>
                <a:cubicBezTo>
                  <a:pt x="2562204" y="3118678"/>
                  <a:pt x="2568196" y="3151388"/>
                  <a:pt x="2597009" y="3147728"/>
                </a:cubicBezTo>
                <a:close/>
                <a:moveTo>
                  <a:pt x="5480129" y="3147772"/>
                </a:moveTo>
                <a:cubicBezTo>
                  <a:pt x="5498871" y="3144745"/>
                  <a:pt x="5514647" y="3127336"/>
                  <a:pt x="5509374" y="3106307"/>
                </a:cubicBezTo>
                <a:cubicBezTo>
                  <a:pt x="5505519" y="3076200"/>
                  <a:pt x="5460842" y="3070224"/>
                  <a:pt x="5445647" y="3093666"/>
                </a:cubicBezTo>
                <a:cubicBezTo>
                  <a:pt x="5437029" y="3111823"/>
                  <a:pt x="5439751" y="3138253"/>
                  <a:pt x="5461069" y="3145607"/>
                </a:cubicBezTo>
                <a:cubicBezTo>
                  <a:pt x="5467305" y="3148192"/>
                  <a:pt x="5473882" y="3148781"/>
                  <a:pt x="5480129" y="3147772"/>
                </a:cubicBezTo>
                <a:close/>
                <a:moveTo>
                  <a:pt x="8046884" y="3147859"/>
                </a:moveTo>
                <a:cubicBezTo>
                  <a:pt x="8066154" y="3146053"/>
                  <a:pt x="8082944" y="3128186"/>
                  <a:pt x="8076838" y="3106472"/>
                </a:cubicBezTo>
                <a:cubicBezTo>
                  <a:pt x="8074577" y="3075923"/>
                  <a:pt x="8027543" y="3070224"/>
                  <a:pt x="8014427" y="3095301"/>
                </a:cubicBezTo>
                <a:cubicBezTo>
                  <a:pt x="8007191" y="3111487"/>
                  <a:pt x="8009226" y="3136336"/>
                  <a:pt x="8027543" y="3143859"/>
                </a:cubicBezTo>
                <a:cubicBezTo>
                  <a:pt x="8033761" y="3147278"/>
                  <a:pt x="8040460" y="3148461"/>
                  <a:pt x="8046884" y="3147859"/>
                </a:cubicBezTo>
                <a:close/>
                <a:moveTo>
                  <a:pt x="7839474" y="3147865"/>
                </a:moveTo>
                <a:cubicBezTo>
                  <a:pt x="7859890" y="3146234"/>
                  <a:pt x="7879887" y="3128567"/>
                  <a:pt x="7874210" y="3106624"/>
                </a:cubicBezTo>
                <a:cubicBezTo>
                  <a:pt x="7869623" y="3073449"/>
                  <a:pt x="7817788" y="3070224"/>
                  <a:pt x="7805632" y="3099943"/>
                </a:cubicBezTo>
                <a:cubicBezTo>
                  <a:pt x="7800816" y="3115148"/>
                  <a:pt x="7803339" y="3136803"/>
                  <a:pt x="7819853" y="3143714"/>
                </a:cubicBezTo>
                <a:cubicBezTo>
                  <a:pt x="7825816" y="3147170"/>
                  <a:pt x="7832668" y="3148408"/>
                  <a:pt x="7839474" y="3147865"/>
                </a:cubicBezTo>
                <a:close/>
                <a:moveTo>
                  <a:pt x="4758079" y="3147885"/>
                </a:moveTo>
                <a:cubicBezTo>
                  <a:pt x="4777680" y="3146439"/>
                  <a:pt x="4795608" y="3129084"/>
                  <a:pt x="4790633" y="3107488"/>
                </a:cubicBezTo>
                <a:cubicBezTo>
                  <a:pt x="4788574" y="3073665"/>
                  <a:pt x="4731159" y="3068637"/>
                  <a:pt x="4723610" y="3101318"/>
                </a:cubicBezTo>
                <a:cubicBezTo>
                  <a:pt x="4717891" y="3116629"/>
                  <a:pt x="4723839" y="3136055"/>
                  <a:pt x="4738707" y="3143597"/>
                </a:cubicBezTo>
                <a:cubicBezTo>
                  <a:pt x="4744826" y="3147082"/>
                  <a:pt x="4751546" y="3148367"/>
                  <a:pt x="4758079" y="3147885"/>
                </a:cubicBezTo>
                <a:close/>
                <a:moveTo>
                  <a:pt x="6608152" y="3147923"/>
                </a:moveTo>
                <a:cubicBezTo>
                  <a:pt x="6627440" y="3146197"/>
                  <a:pt x="6644731" y="3128546"/>
                  <a:pt x="6638813" y="3107059"/>
                </a:cubicBezTo>
                <a:cubicBezTo>
                  <a:pt x="6636558" y="3076591"/>
                  <a:pt x="6590336" y="3070224"/>
                  <a:pt x="6576357" y="3094554"/>
                </a:cubicBezTo>
                <a:cubicBezTo>
                  <a:pt x="6568916" y="3110470"/>
                  <a:pt x="6571171" y="3135936"/>
                  <a:pt x="6588983" y="3143894"/>
                </a:cubicBezTo>
                <a:cubicBezTo>
                  <a:pt x="6595071" y="3147305"/>
                  <a:pt x="6601722" y="3148499"/>
                  <a:pt x="6608152" y="3147923"/>
                </a:cubicBezTo>
                <a:close/>
                <a:moveTo>
                  <a:pt x="7740327" y="3147937"/>
                </a:moveTo>
                <a:cubicBezTo>
                  <a:pt x="7759821" y="3145190"/>
                  <a:pt x="7776689" y="3128255"/>
                  <a:pt x="7770980" y="3106537"/>
                </a:cubicBezTo>
                <a:cubicBezTo>
                  <a:pt x="7768212" y="3070224"/>
                  <a:pt x="7703165" y="3070224"/>
                  <a:pt x="7701089" y="3106537"/>
                </a:cubicBezTo>
                <a:cubicBezTo>
                  <a:pt x="7697629" y="3122854"/>
                  <a:pt x="7705241" y="3138942"/>
                  <a:pt x="7720695" y="3145607"/>
                </a:cubicBezTo>
                <a:cubicBezTo>
                  <a:pt x="7727038" y="3148192"/>
                  <a:pt x="7733828" y="3148853"/>
                  <a:pt x="7740327" y="3147937"/>
                </a:cubicBezTo>
                <a:close/>
                <a:moveTo>
                  <a:pt x="2495588" y="3147994"/>
                </a:moveTo>
                <a:cubicBezTo>
                  <a:pt x="2513265" y="3147362"/>
                  <a:pt x="2530015" y="3135448"/>
                  <a:pt x="2529337" y="3115048"/>
                </a:cubicBezTo>
                <a:cubicBezTo>
                  <a:pt x="2535218" y="3079620"/>
                  <a:pt x="2482294" y="3067049"/>
                  <a:pt x="2466015" y="3094706"/>
                </a:cubicBezTo>
                <a:cubicBezTo>
                  <a:pt x="2457425" y="3110477"/>
                  <a:pt x="2459913" y="3136762"/>
                  <a:pt x="2478228" y="3144762"/>
                </a:cubicBezTo>
                <a:cubicBezTo>
                  <a:pt x="2483705" y="3147162"/>
                  <a:pt x="2489704" y="3148205"/>
                  <a:pt x="2495588" y="3147994"/>
                </a:cubicBezTo>
                <a:close/>
                <a:moveTo>
                  <a:pt x="1365180" y="3147994"/>
                </a:moveTo>
                <a:cubicBezTo>
                  <a:pt x="1385311" y="3146651"/>
                  <a:pt x="1404869" y="3129513"/>
                  <a:pt x="1399938" y="3107514"/>
                </a:cubicBezTo>
                <a:cubicBezTo>
                  <a:pt x="1396763" y="3077500"/>
                  <a:pt x="1352092" y="3070224"/>
                  <a:pt x="1336217" y="3093871"/>
                </a:cubicBezTo>
                <a:cubicBezTo>
                  <a:pt x="1325557" y="3108878"/>
                  <a:pt x="1328051" y="3134572"/>
                  <a:pt x="1345743" y="3143667"/>
                </a:cubicBezTo>
                <a:cubicBezTo>
                  <a:pt x="1351696" y="3147135"/>
                  <a:pt x="1358469" y="3148442"/>
                  <a:pt x="1365180" y="3147994"/>
                </a:cubicBezTo>
                <a:close/>
                <a:moveTo>
                  <a:pt x="7238309" y="3148012"/>
                </a:moveTo>
                <a:cubicBezTo>
                  <a:pt x="7256732" y="3132909"/>
                  <a:pt x="7265829" y="3100416"/>
                  <a:pt x="7243313" y="3084855"/>
                </a:cubicBezTo>
                <a:cubicBezTo>
                  <a:pt x="7224208" y="3071812"/>
                  <a:pt x="7202829" y="3083025"/>
                  <a:pt x="7188273" y="3096526"/>
                </a:cubicBezTo>
                <a:cubicBezTo>
                  <a:pt x="7190775" y="3111857"/>
                  <a:pt x="7186454" y="3132223"/>
                  <a:pt x="7201692" y="3142063"/>
                </a:cubicBezTo>
                <a:cubicBezTo>
                  <a:pt x="7213064" y="3147326"/>
                  <a:pt x="7226028" y="3146181"/>
                  <a:pt x="7238309" y="3148012"/>
                </a:cubicBezTo>
                <a:close/>
                <a:moveTo>
                  <a:pt x="4533263" y="3148012"/>
                </a:moveTo>
                <a:cubicBezTo>
                  <a:pt x="4552697" y="3147557"/>
                  <a:pt x="4580362" y="3147102"/>
                  <a:pt x="4583105" y="3121858"/>
                </a:cubicBezTo>
                <a:cubicBezTo>
                  <a:pt x="4592479" y="3091838"/>
                  <a:pt x="4554526" y="3067049"/>
                  <a:pt x="4530062" y="3085698"/>
                </a:cubicBezTo>
                <a:cubicBezTo>
                  <a:pt x="4508341" y="3101163"/>
                  <a:pt x="4516344" y="3132320"/>
                  <a:pt x="4533263" y="3148012"/>
                </a:cubicBezTo>
                <a:close/>
                <a:moveTo>
                  <a:pt x="7017860" y="3148066"/>
                </a:moveTo>
                <a:cubicBezTo>
                  <a:pt x="7037515" y="3146773"/>
                  <a:pt x="7056274" y="3129829"/>
                  <a:pt x="7051499" y="3108099"/>
                </a:cubicBezTo>
                <a:cubicBezTo>
                  <a:pt x="7048998" y="3085565"/>
                  <a:pt x="7024895" y="3074987"/>
                  <a:pt x="7005112" y="3080506"/>
                </a:cubicBezTo>
                <a:cubicBezTo>
                  <a:pt x="6976689" y="3086024"/>
                  <a:pt x="6972141" y="3132013"/>
                  <a:pt x="6998745" y="3143740"/>
                </a:cubicBezTo>
                <a:cubicBezTo>
                  <a:pt x="7004657" y="3147189"/>
                  <a:pt x="7011308" y="3148497"/>
                  <a:pt x="7017860" y="3148066"/>
                </a:cubicBezTo>
                <a:close/>
                <a:moveTo>
                  <a:pt x="6912979" y="3148091"/>
                </a:moveTo>
                <a:cubicBezTo>
                  <a:pt x="6931624" y="3148416"/>
                  <a:pt x="6951001" y="3135687"/>
                  <a:pt x="6948117" y="3114385"/>
                </a:cubicBezTo>
                <a:cubicBezTo>
                  <a:pt x="6953092" y="3079980"/>
                  <a:pt x="6902213" y="3067049"/>
                  <a:pt x="6884802" y="3092680"/>
                </a:cubicBezTo>
                <a:cubicBezTo>
                  <a:pt x="6875304" y="3108382"/>
                  <a:pt x="6877113" y="3134705"/>
                  <a:pt x="6895430" y="3143249"/>
                </a:cubicBezTo>
                <a:cubicBezTo>
                  <a:pt x="6900631" y="3146424"/>
                  <a:pt x="6906764" y="3147983"/>
                  <a:pt x="6912979" y="3148091"/>
                </a:cubicBezTo>
                <a:close/>
                <a:moveTo>
                  <a:pt x="6501982" y="3148097"/>
                </a:moveTo>
                <a:cubicBezTo>
                  <a:pt x="6520225" y="3147859"/>
                  <a:pt x="6538180" y="3134473"/>
                  <a:pt x="6535792" y="3113572"/>
                </a:cubicBezTo>
                <a:cubicBezTo>
                  <a:pt x="6540341" y="3079716"/>
                  <a:pt x="6491209" y="3067049"/>
                  <a:pt x="6473695" y="3091923"/>
                </a:cubicBezTo>
                <a:cubicBezTo>
                  <a:pt x="6464141" y="3108044"/>
                  <a:pt x="6466416" y="3134530"/>
                  <a:pt x="6484385" y="3143743"/>
                </a:cubicBezTo>
                <a:cubicBezTo>
                  <a:pt x="6489788" y="3146794"/>
                  <a:pt x="6495901" y="3148176"/>
                  <a:pt x="6501982" y="3148097"/>
                </a:cubicBezTo>
                <a:close/>
                <a:moveTo>
                  <a:pt x="1163378" y="3148112"/>
                </a:moveTo>
                <a:cubicBezTo>
                  <a:pt x="1182971" y="3145348"/>
                  <a:pt x="1199839" y="3128631"/>
                  <a:pt x="1194129" y="3107029"/>
                </a:cubicBezTo>
                <a:cubicBezTo>
                  <a:pt x="1190671" y="3076854"/>
                  <a:pt x="1144305" y="3070224"/>
                  <a:pt x="1129315" y="3094456"/>
                </a:cubicBezTo>
                <a:cubicBezTo>
                  <a:pt x="1120781" y="3111829"/>
                  <a:pt x="1124932" y="3136747"/>
                  <a:pt x="1143613" y="3145891"/>
                </a:cubicBezTo>
                <a:cubicBezTo>
                  <a:pt x="1150013" y="3148405"/>
                  <a:pt x="1156846" y="3149034"/>
                  <a:pt x="1163378" y="3148112"/>
                </a:cubicBezTo>
                <a:close/>
                <a:moveTo>
                  <a:pt x="6812523" y="3148121"/>
                </a:moveTo>
                <a:cubicBezTo>
                  <a:pt x="6830272" y="3146774"/>
                  <a:pt x="6846830" y="3134089"/>
                  <a:pt x="6845114" y="3113585"/>
                </a:cubicBezTo>
                <a:cubicBezTo>
                  <a:pt x="6848317" y="3081843"/>
                  <a:pt x="6805305" y="3068637"/>
                  <a:pt x="6785172" y="3088099"/>
                </a:cubicBezTo>
                <a:cubicBezTo>
                  <a:pt x="6770529" y="3104781"/>
                  <a:pt x="6773275" y="3136754"/>
                  <a:pt x="6795010" y="3145558"/>
                </a:cubicBezTo>
                <a:cubicBezTo>
                  <a:pt x="6800558" y="3147759"/>
                  <a:pt x="6806606" y="3148570"/>
                  <a:pt x="6812523" y="3148121"/>
                </a:cubicBezTo>
                <a:close/>
                <a:moveTo>
                  <a:pt x="7942709" y="3148182"/>
                </a:moveTo>
                <a:cubicBezTo>
                  <a:pt x="7962361" y="3146764"/>
                  <a:pt x="7980023" y="3129745"/>
                  <a:pt x="7974720" y="3107569"/>
                </a:cubicBezTo>
                <a:cubicBezTo>
                  <a:pt x="7972439" y="3079147"/>
                  <a:pt x="7936173" y="3071812"/>
                  <a:pt x="7916329" y="3087169"/>
                </a:cubicBezTo>
                <a:cubicBezTo>
                  <a:pt x="7902416" y="3102526"/>
                  <a:pt x="7902644" y="3134387"/>
                  <a:pt x="7923172" y="3144014"/>
                </a:cubicBezTo>
                <a:cubicBezTo>
                  <a:pt x="7929388" y="3147394"/>
                  <a:pt x="7936159" y="3148655"/>
                  <a:pt x="7942709" y="3148182"/>
                </a:cubicBezTo>
                <a:close/>
                <a:moveTo>
                  <a:pt x="1466746" y="3148211"/>
                </a:moveTo>
                <a:cubicBezTo>
                  <a:pt x="1484596" y="3147763"/>
                  <a:pt x="1501633" y="3134462"/>
                  <a:pt x="1501460" y="3115021"/>
                </a:cubicBezTo>
                <a:cubicBezTo>
                  <a:pt x="1506521" y="3081597"/>
                  <a:pt x="1458436" y="3068636"/>
                  <a:pt x="1438880" y="3091374"/>
                </a:cubicBezTo>
                <a:cubicBezTo>
                  <a:pt x="1427149" y="3107290"/>
                  <a:pt x="1430139" y="3135030"/>
                  <a:pt x="1449235" y="3144125"/>
                </a:cubicBezTo>
                <a:cubicBezTo>
                  <a:pt x="1454756" y="3147081"/>
                  <a:pt x="1460796" y="3148360"/>
                  <a:pt x="1466746" y="3148211"/>
                </a:cubicBezTo>
                <a:close/>
                <a:moveTo>
                  <a:pt x="1690073" y="3148235"/>
                </a:moveTo>
                <a:cubicBezTo>
                  <a:pt x="1705812" y="3132997"/>
                  <a:pt x="1712884" y="3107071"/>
                  <a:pt x="1698057" y="3088877"/>
                </a:cubicBezTo>
                <a:cubicBezTo>
                  <a:pt x="1677756" y="3068636"/>
                  <a:pt x="1635101" y="3083419"/>
                  <a:pt x="1640347" y="3114803"/>
                </a:cubicBezTo>
                <a:cubicBezTo>
                  <a:pt x="1636926" y="3143686"/>
                  <a:pt x="1667947" y="3149599"/>
                  <a:pt x="1690073" y="3148235"/>
                </a:cubicBezTo>
                <a:close/>
                <a:moveTo>
                  <a:pt x="2803095" y="3148261"/>
                </a:moveTo>
                <a:cubicBezTo>
                  <a:pt x="2821125" y="3147940"/>
                  <a:pt x="2839931" y="3134858"/>
                  <a:pt x="2839419" y="3115362"/>
                </a:cubicBezTo>
                <a:cubicBezTo>
                  <a:pt x="2841466" y="3088228"/>
                  <a:pt x="2806896" y="3071811"/>
                  <a:pt x="2785198" y="3084808"/>
                </a:cubicBezTo>
                <a:cubicBezTo>
                  <a:pt x="2763365" y="3096893"/>
                  <a:pt x="2762227" y="3132919"/>
                  <a:pt x="2785880" y="3144092"/>
                </a:cubicBezTo>
                <a:cubicBezTo>
                  <a:pt x="2791055" y="3147056"/>
                  <a:pt x="2797040" y="3148368"/>
                  <a:pt x="2803095" y="3148261"/>
                </a:cubicBezTo>
                <a:close/>
                <a:moveTo>
                  <a:pt x="4652937" y="3148435"/>
                </a:moveTo>
                <a:cubicBezTo>
                  <a:pt x="4671341" y="3148262"/>
                  <a:pt x="4689938" y="3135394"/>
                  <a:pt x="4687037" y="3114493"/>
                </a:cubicBezTo>
                <a:cubicBezTo>
                  <a:pt x="4690904" y="3080637"/>
                  <a:pt x="4643361" y="3067049"/>
                  <a:pt x="4624935" y="3092383"/>
                </a:cubicBezTo>
                <a:cubicBezTo>
                  <a:pt x="4616291" y="3108966"/>
                  <a:pt x="4617201" y="3134761"/>
                  <a:pt x="4635399" y="3144203"/>
                </a:cubicBezTo>
                <a:cubicBezTo>
                  <a:pt x="4640688" y="3147140"/>
                  <a:pt x="4646802" y="3148493"/>
                  <a:pt x="4652937" y="3148435"/>
                </a:cubicBezTo>
                <a:close/>
                <a:moveTo>
                  <a:pt x="6093253" y="3148503"/>
                </a:moveTo>
                <a:cubicBezTo>
                  <a:pt x="6112904" y="3147157"/>
                  <a:pt x="6130752" y="3130660"/>
                  <a:pt x="6125947" y="3108608"/>
                </a:cubicBezTo>
                <a:cubicBezTo>
                  <a:pt x="6124574" y="3075069"/>
                  <a:pt x="6069655" y="3068637"/>
                  <a:pt x="6059587" y="3099649"/>
                </a:cubicBezTo>
                <a:cubicBezTo>
                  <a:pt x="6057298" y="3115269"/>
                  <a:pt x="6056154" y="3137552"/>
                  <a:pt x="6073774" y="3144443"/>
                </a:cubicBezTo>
                <a:cubicBezTo>
                  <a:pt x="6079953" y="3147717"/>
                  <a:pt x="6086703" y="3148951"/>
                  <a:pt x="6093253" y="3148503"/>
                </a:cubicBezTo>
                <a:close/>
                <a:moveTo>
                  <a:pt x="1983848" y="3148539"/>
                </a:moveTo>
                <a:cubicBezTo>
                  <a:pt x="2003684" y="3147149"/>
                  <a:pt x="2022182" y="3130691"/>
                  <a:pt x="2016636" y="3108975"/>
                </a:cubicBezTo>
                <a:cubicBezTo>
                  <a:pt x="2012941" y="3082528"/>
                  <a:pt x="1978278" y="3071812"/>
                  <a:pt x="1957950" y="3087316"/>
                </a:cubicBezTo>
                <a:cubicBezTo>
                  <a:pt x="1938306" y="3101451"/>
                  <a:pt x="1941084" y="3135422"/>
                  <a:pt x="1964416" y="3144542"/>
                </a:cubicBezTo>
                <a:cubicBezTo>
                  <a:pt x="1970478" y="3147790"/>
                  <a:pt x="1977237" y="3149002"/>
                  <a:pt x="1983848" y="3148539"/>
                </a:cubicBezTo>
                <a:close/>
                <a:moveTo>
                  <a:pt x="1760321" y="3149136"/>
                </a:moveTo>
                <a:cubicBezTo>
                  <a:pt x="1781884" y="3149599"/>
                  <a:pt x="1812623" y="3143341"/>
                  <a:pt x="1809870" y="3114831"/>
                </a:cubicBezTo>
                <a:cubicBezTo>
                  <a:pt x="1816063" y="3077514"/>
                  <a:pt x="1756421" y="3065461"/>
                  <a:pt x="1744493" y="3098606"/>
                </a:cubicBezTo>
                <a:cubicBezTo>
                  <a:pt x="1736694" y="3117845"/>
                  <a:pt x="1747016" y="3136156"/>
                  <a:pt x="1760321" y="3149136"/>
                </a:cubicBezTo>
                <a:close/>
                <a:moveTo>
                  <a:pt x="1864900" y="3149370"/>
                </a:moveTo>
                <a:cubicBezTo>
                  <a:pt x="1886507" y="3149599"/>
                  <a:pt x="1913802" y="3142032"/>
                  <a:pt x="1914030" y="3115433"/>
                </a:cubicBezTo>
                <a:cubicBezTo>
                  <a:pt x="1917673" y="3081495"/>
                  <a:pt x="1868994" y="3067049"/>
                  <a:pt x="1850117" y="3092731"/>
                </a:cubicBezTo>
                <a:cubicBezTo>
                  <a:pt x="1838290" y="3112910"/>
                  <a:pt x="1848073" y="3135841"/>
                  <a:pt x="1864900" y="3149370"/>
                </a:cubicBezTo>
                <a:close/>
                <a:moveTo>
                  <a:pt x="4359040" y="3149371"/>
                </a:moveTo>
                <a:cubicBezTo>
                  <a:pt x="4374178" y="3135687"/>
                  <a:pt x="4386104" y="3112653"/>
                  <a:pt x="4373260" y="3093495"/>
                </a:cubicBezTo>
                <a:cubicBezTo>
                  <a:pt x="4354453" y="3068636"/>
                  <a:pt x="4305141" y="3080267"/>
                  <a:pt x="4309040" y="3114933"/>
                </a:cubicBezTo>
                <a:cubicBezTo>
                  <a:pt x="4307435" y="3142757"/>
                  <a:pt x="4336793" y="3149599"/>
                  <a:pt x="4359040" y="3149371"/>
                </a:cubicBezTo>
                <a:close/>
                <a:moveTo>
                  <a:pt x="7412689" y="3149599"/>
                </a:moveTo>
                <a:cubicBezTo>
                  <a:pt x="7425923" y="3146861"/>
                  <a:pt x="7441896" y="3148458"/>
                  <a:pt x="7452848" y="3138647"/>
                </a:cubicBezTo>
                <a:cubicBezTo>
                  <a:pt x="7465854" y="3122446"/>
                  <a:pt x="7462203" y="3095065"/>
                  <a:pt x="7444862" y="3083429"/>
                </a:cubicBezTo>
                <a:cubicBezTo>
                  <a:pt x="7425695" y="3074986"/>
                  <a:pt x="7396033" y="3083429"/>
                  <a:pt x="7395576" y="3107387"/>
                </a:cubicBezTo>
                <a:cubicBezTo>
                  <a:pt x="7391241" y="3124728"/>
                  <a:pt x="7401052" y="3138419"/>
                  <a:pt x="7412689" y="3149599"/>
                </a:cubicBezTo>
                <a:close/>
                <a:moveTo>
                  <a:pt x="6208168" y="3149599"/>
                </a:moveTo>
                <a:cubicBezTo>
                  <a:pt x="6222535" y="3136851"/>
                  <a:pt x="6237129" y="3116686"/>
                  <a:pt x="6224359" y="3097447"/>
                </a:cubicBezTo>
                <a:cubicBezTo>
                  <a:pt x="6210221" y="3065461"/>
                  <a:pt x="6154579" y="3078905"/>
                  <a:pt x="6158684" y="3114368"/>
                </a:cubicBezTo>
                <a:cubicBezTo>
                  <a:pt x="6157544" y="3141950"/>
                  <a:pt x="6186505" y="3149599"/>
                  <a:pt x="6208168" y="3149599"/>
                </a:cubicBezTo>
                <a:close/>
                <a:moveTo>
                  <a:pt x="7545678" y="3249051"/>
                </a:moveTo>
                <a:cubicBezTo>
                  <a:pt x="7555512" y="3244947"/>
                  <a:pt x="7563322" y="3236854"/>
                  <a:pt x="7564691" y="3225177"/>
                </a:cubicBezTo>
                <a:cubicBezTo>
                  <a:pt x="7572216" y="3199047"/>
                  <a:pt x="7544851" y="3174999"/>
                  <a:pt x="7519995" y="3183786"/>
                </a:cubicBezTo>
                <a:cubicBezTo>
                  <a:pt x="7491034" y="3190954"/>
                  <a:pt x="7489666" y="3235813"/>
                  <a:pt x="7514522" y="3248994"/>
                </a:cubicBezTo>
                <a:cubicBezTo>
                  <a:pt x="7523986" y="3253271"/>
                  <a:pt x="7535844" y="3253156"/>
                  <a:pt x="7545678" y="3249051"/>
                </a:cubicBezTo>
                <a:close/>
                <a:moveTo>
                  <a:pt x="4348195" y="3249259"/>
                </a:moveTo>
                <a:cubicBezTo>
                  <a:pt x="4365799" y="3247127"/>
                  <a:pt x="4381451" y="3229007"/>
                  <a:pt x="4377015" y="3210246"/>
                </a:cubicBezTo>
                <a:cubicBezTo>
                  <a:pt x="4376788" y="3179547"/>
                  <a:pt x="4329248" y="3174999"/>
                  <a:pt x="4316055" y="3198876"/>
                </a:cubicBezTo>
                <a:cubicBezTo>
                  <a:pt x="4306729" y="3215022"/>
                  <a:pt x="4313326" y="3237762"/>
                  <a:pt x="4330613" y="3245493"/>
                </a:cubicBezTo>
                <a:cubicBezTo>
                  <a:pt x="4336243" y="3248904"/>
                  <a:pt x="4342327" y="3249970"/>
                  <a:pt x="4348195" y="3249259"/>
                </a:cubicBezTo>
                <a:close/>
                <a:moveTo>
                  <a:pt x="6510274" y="3249772"/>
                </a:moveTo>
                <a:cubicBezTo>
                  <a:pt x="6517157" y="3248898"/>
                  <a:pt x="6523909" y="3246826"/>
                  <a:pt x="6529652" y="3243780"/>
                </a:cubicBezTo>
                <a:cubicBezTo>
                  <a:pt x="6533063" y="3227989"/>
                  <a:pt x="6540341" y="3209265"/>
                  <a:pt x="6529424" y="3194827"/>
                </a:cubicBezTo>
                <a:cubicBezTo>
                  <a:pt x="6510775" y="3170237"/>
                  <a:pt x="6460966" y="3186029"/>
                  <a:pt x="6468472" y="3219191"/>
                </a:cubicBezTo>
                <a:cubicBezTo>
                  <a:pt x="6467789" y="3244231"/>
                  <a:pt x="6489623" y="3252395"/>
                  <a:pt x="6510274" y="3249772"/>
                </a:cubicBezTo>
                <a:close/>
                <a:moveTo>
                  <a:pt x="2695748" y="3250534"/>
                </a:moveTo>
                <a:cubicBezTo>
                  <a:pt x="2723697" y="3255962"/>
                  <a:pt x="2747950" y="3221357"/>
                  <a:pt x="2731318" y="3197835"/>
                </a:cubicBezTo>
                <a:cubicBezTo>
                  <a:pt x="2716540" y="3171824"/>
                  <a:pt x="2667106" y="3180193"/>
                  <a:pt x="2665258" y="3211179"/>
                </a:cubicBezTo>
                <a:cubicBezTo>
                  <a:pt x="2660639" y="3230630"/>
                  <a:pt x="2676573" y="3248046"/>
                  <a:pt x="2695748" y="3250534"/>
                </a:cubicBezTo>
                <a:close/>
                <a:moveTo>
                  <a:pt x="6709763" y="3250548"/>
                </a:moveTo>
                <a:cubicBezTo>
                  <a:pt x="6719164" y="3250576"/>
                  <a:pt x="6728137" y="3247684"/>
                  <a:pt x="6734995" y="3239407"/>
                </a:cubicBezTo>
                <a:cubicBezTo>
                  <a:pt x="6754654" y="3214687"/>
                  <a:pt x="6731794" y="3173412"/>
                  <a:pt x="6698647" y="3183617"/>
                </a:cubicBezTo>
                <a:cubicBezTo>
                  <a:pt x="6668929" y="3188380"/>
                  <a:pt x="6675101" y="3223532"/>
                  <a:pt x="6681959" y="3244169"/>
                </a:cubicBezTo>
                <a:cubicBezTo>
                  <a:pt x="6690532" y="3247571"/>
                  <a:pt x="6700362" y="3250519"/>
                  <a:pt x="6709763" y="3250548"/>
                </a:cubicBezTo>
                <a:close/>
                <a:moveTo>
                  <a:pt x="7123194" y="3250606"/>
                </a:moveTo>
                <a:cubicBezTo>
                  <a:pt x="7143677" y="3247294"/>
                  <a:pt x="7162617" y="3227087"/>
                  <a:pt x="7153018" y="3206499"/>
                </a:cubicBezTo>
                <a:cubicBezTo>
                  <a:pt x="7147305" y="3180399"/>
                  <a:pt x="7107997" y="3174999"/>
                  <a:pt x="7092228" y="3195024"/>
                </a:cubicBezTo>
                <a:cubicBezTo>
                  <a:pt x="7076916" y="3210099"/>
                  <a:pt x="7083772" y="3239349"/>
                  <a:pt x="7103197" y="3247674"/>
                </a:cubicBezTo>
                <a:cubicBezTo>
                  <a:pt x="7109368" y="3250937"/>
                  <a:pt x="7116366" y="3251710"/>
                  <a:pt x="7123194" y="3250606"/>
                </a:cubicBezTo>
                <a:close/>
                <a:moveTo>
                  <a:pt x="1986149" y="3250669"/>
                </a:moveTo>
                <a:cubicBezTo>
                  <a:pt x="2007174" y="3246607"/>
                  <a:pt x="2024654" y="3221472"/>
                  <a:pt x="2012206" y="3201162"/>
                </a:cubicBezTo>
                <a:cubicBezTo>
                  <a:pt x="2000158" y="3171824"/>
                  <a:pt x="1947855" y="3179497"/>
                  <a:pt x="1945584" y="3211317"/>
                </a:cubicBezTo>
                <a:cubicBezTo>
                  <a:pt x="1941499" y="3226212"/>
                  <a:pt x="1951947" y="3240429"/>
                  <a:pt x="1964911" y="3246748"/>
                </a:cubicBezTo>
                <a:cubicBezTo>
                  <a:pt x="1971731" y="3251036"/>
                  <a:pt x="1979128" y="3252023"/>
                  <a:pt x="1986149" y="3250669"/>
                </a:cubicBezTo>
                <a:close/>
                <a:moveTo>
                  <a:pt x="5683563" y="3250702"/>
                </a:moveTo>
                <a:cubicBezTo>
                  <a:pt x="5702928" y="3248237"/>
                  <a:pt x="5721222" y="3231309"/>
                  <a:pt x="5716551" y="3210909"/>
                </a:cubicBezTo>
                <a:cubicBezTo>
                  <a:pt x="5714245" y="3178910"/>
                  <a:pt x="5664652" y="3171824"/>
                  <a:pt x="5649659" y="3198109"/>
                </a:cubicBezTo>
                <a:cubicBezTo>
                  <a:pt x="5641816" y="3215023"/>
                  <a:pt x="5645738" y="3239937"/>
                  <a:pt x="5664652" y="3247937"/>
                </a:cubicBezTo>
                <a:cubicBezTo>
                  <a:pt x="5670534" y="3250737"/>
                  <a:pt x="5677108" y="3251523"/>
                  <a:pt x="5683563" y="3250702"/>
                </a:cubicBezTo>
                <a:close/>
                <a:moveTo>
                  <a:pt x="6805092" y="3250716"/>
                </a:moveTo>
                <a:cubicBezTo>
                  <a:pt x="6828184" y="3255962"/>
                  <a:pt x="6849904" y="3234522"/>
                  <a:pt x="6845103" y="3211257"/>
                </a:cubicBezTo>
                <a:cubicBezTo>
                  <a:pt x="6844646" y="3187992"/>
                  <a:pt x="6814923" y="3176587"/>
                  <a:pt x="6795946" y="3186167"/>
                </a:cubicBezTo>
                <a:cubicBezTo>
                  <a:pt x="6765766" y="3196431"/>
                  <a:pt x="6773311" y="3248435"/>
                  <a:pt x="6805092" y="3250716"/>
                </a:cubicBezTo>
                <a:close/>
                <a:moveTo>
                  <a:pt x="5175651" y="3250799"/>
                </a:moveTo>
                <a:cubicBezTo>
                  <a:pt x="5193631" y="3245648"/>
                  <a:pt x="5206061" y="3223504"/>
                  <a:pt x="5198958" y="3204182"/>
                </a:cubicBezTo>
                <a:cubicBezTo>
                  <a:pt x="5191742" y="3174999"/>
                  <a:pt x="5143261" y="3175227"/>
                  <a:pt x="5135143" y="3203726"/>
                </a:cubicBezTo>
                <a:cubicBezTo>
                  <a:pt x="5129054" y="3220826"/>
                  <a:pt x="5136496" y="3245905"/>
                  <a:pt x="5156339" y="3249553"/>
                </a:cubicBezTo>
                <a:cubicBezTo>
                  <a:pt x="5163048" y="3252345"/>
                  <a:pt x="5169658" y="3252516"/>
                  <a:pt x="5175651" y="3250799"/>
                </a:cubicBezTo>
                <a:close/>
                <a:moveTo>
                  <a:pt x="6394579" y="3250931"/>
                </a:moveTo>
                <a:cubicBezTo>
                  <a:pt x="6419264" y="3255962"/>
                  <a:pt x="6445092" y="3227831"/>
                  <a:pt x="6432978" y="3204045"/>
                </a:cubicBezTo>
                <a:cubicBezTo>
                  <a:pt x="6424293" y="3174999"/>
                  <a:pt x="6376065" y="3174999"/>
                  <a:pt x="6367379" y="3203816"/>
                </a:cubicBezTo>
                <a:cubicBezTo>
                  <a:pt x="6357779" y="3224172"/>
                  <a:pt x="6373779" y="3247271"/>
                  <a:pt x="6394579" y="3250931"/>
                </a:cubicBezTo>
                <a:close/>
                <a:moveTo>
                  <a:pt x="4955009" y="3250963"/>
                </a:moveTo>
                <a:cubicBezTo>
                  <a:pt x="4974913" y="3254374"/>
                  <a:pt x="4995495" y="3239821"/>
                  <a:pt x="4996852" y="3219127"/>
                </a:cubicBezTo>
                <a:cubicBezTo>
                  <a:pt x="5002054" y="3187973"/>
                  <a:pt x="4955462" y="3170236"/>
                  <a:pt x="4935558" y="3192749"/>
                </a:cubicBezTo>
                <a:cubicBezTo>
                  <a:pt x="4917916" y="3211623"/>
                  <a:pt x="4928094" y="3247780"/>
                  <a:pt x="4955009" y="3250963"/>
                </a:cubicBezTo>
                <a:close/>
                <a:moveTo>
                  <a:pt x="1887071" y="3250996"/>
                </a:moveTo>
                <a:cubicBezTo>
                  <a:pt x="1906580" y="3245939"/>
                  <a:pt x="1921024" y="3224039"/>
                  <a:pt x="1911974" y="3203811"/>
                </a:cubicBezTo>
                <a:cubicBezTo>
                  <a:pt x="1903620" y="3176154"/>
                  <a:pt x="1853328" y="3173411"/>
                  <a:pt x="1846607" y="3203582"/>
                </a:cubicBezTo>
                <a:cubicBezTo>
                  <a:pt x="1839889" y="3220953"/>
                  <a:pt x="1848004" y="3243810"/>
                  <a:pt x="1866544" y="3249753"/>
                </a:cubicBezTo>
                <a:cubicBezTo>
                  <a:pt x="1873497" y="3252496"/>
                  <a:pt x="1880560" y="3252681"/>
                  <a:pt x="1887071" y="3250996"/>
                </a:cubicBezTo>
                <a:close/>
                <a:moveTo>
                  <a:pt x="5364669" y="3251083"/>
                </a:moveTo>
                <a:cubicBezTo>
                  <a:pt x="5400849" y="3262312"/>
                  <a:pt x="5422741" y="3208458"/>
                  <a:pt x="5393936" y="3188291"/>
                </a:cubicBezTo>
                <a:cubicBezTo>
                  <a:pt x="5373887" y="3174999"/>
                  <a:pt x="5351304" y="3186687"/>
                  <a:pt x="5337016" y="3202041"/>
                </a:cubicBezTo>
                <a:cubicBezTo>
                  <a:pt x="5338629" y="3221062"/>
                  <a:pt x="5340473" y="3247875"/>
                  <a:pt x="5364669" y="3251083"/>
                </a:cubicBezTo>
                <a:close/>
                <a:moveTo>
                  <a:pt x="6196342" y="3251141"/>
                </a:moveTo>
                <a:cubicBezTo>
                  <a:pt x="6215113" y="3248362"/>
                  <a:pt x="6232472" y="3231601"/>
                  <a:pt x="6228025" y="3211249"/>
                </a:cubicBezTo>
                <a:cubicBezTo>
                  <a:pt x="6227797" y="3185937"/>
                  <a:pt x="6195416" y="3176587"/>
                  <a:pt x="6176032" y="3186393"/>
                </a:cubicBezTo>
                <a:cubicBezTo>
                  <a:pt x="6151404" y="3197795"/>
                  <a:pt x="6153001" y="3239070"/>
                  <a:pt x="6177857" y="3248875"/>
                </a:cubicBezTo>
                <a:cubicBezTo>
                  <a:pt x="6183672" y="3251441"/>
                  <a:pt x="6190085" y="3252068"/>
                  <a:pt x="6196342" y="3251141"/>
                </a:cubicBezTo>
                <a:close/>
                <a:moveTo>
                  <a:pt x="2809391" y="3251151"/>
                </a:moveTo>
                <a:cubicBezTo>
                  <a:pt x="2826910" y="3247881"/>
                  <a:pt x="2841750" y="3230698"/>
                  <a:pt x="2837838" y="3211719"/>
                </a:cubicBezTo>
                <a:cubicBezTo>
                  <a:pt x="2836024" y="3179119"/>
                  <a:pt x="2783784" y="3171824"/>
                  <a:pt x="2771538" y="3201004"/>
                </a:cubicBezTo>
                <a:cubicBezTo>
                  <a:pt x="2760651" y="3219014"/>
                  <a:pt x="2772444" y="3243407"/>
                  <a:pt x="2791720" y="3249334"/>
                </a:cubicBezTo>
                <a:cubicBezTo>
                  <a:pt x="2797558" y="3251785"/>
                  <a:pt x="2803551" y="3252241"/>
                  <a:pt x="2809391" y="3251151"/>
                </a:cubicBezTo>
                <a:close/>
                <a:moveTo>
                  <a:pt x="7742204" y="3251207"/>
                </a:moveTo>
                <a:cubicBezTo>
                  <a:pt x="7761655" y="3246653"/>
                  <a:pt x="7777386" y="3223679"/>
                  <a:pt x="7769007" y="3203791"/>
                </a:cubicBezTo>
                <a:cubicBezTo>
                  <a:pt x="7761256" y="3179330"/>
                  <a:pt x="7725689" y="3176587"/>
                  <a:pt x="7708817" y="3192589"/>
                </a:cubicBezTo>
                <a:cubicBezTo>
                  <a:pt x="7694454" y="3209963"/>
                  <a:pt x="7699242" y="3241281"/>
                  <a:pt x="7722269" y="3248825"/>
                </a:cubicBezTo>
                <a:cubicBezTo>
                  <a:pt x="7728824" y="3252196"/>
                  <a:pt x="7735720" y="3252725"/>
                  <a:pt x="7742204" y="3251207"/>
                </a:cubicBezTo>
                <a:close/>
                <a:moveTo>
                  <a:pt x="7014863" y="3251229"/>
                </a:moveTo>
                <a:cubicBezTo>
                  <a:pt x="7030658" y="3251605"/>
                  <a:pt x="7046774" y="3241659"/>
                  <a:pt x="7050355" y="3225540"/>
                </a:cubicBezTo>
                <a:cubicBezTo>
                  <a:pt x="7061042" y="3199018"/>
                  <a:pt x="7028982" y="3173411"/>
                  <a:pt x="7004425" y="3184157"/>
                </a:cubicBezTo>
                <a:cubicBezTo>
                  <a:pt x="6975094" y="3189873"/>
                  <a:pt x="6973729" y="3236286"/>
                  <a:pt x="6999650" y="3247261"/>
                </a:cubicBezTo>
                <a:cubicBezTo>
                  <a:pt x="7004368" y="3249833"/>
                  <a:pt x="7009598" y="3251104"/>
                  <a:pt x="7014863" y="3251229"/>
                </a:cubicBezTo>
                <a:close/>
                <a:moveTo>
                  <a:pt x="7433900" y="3251231"/>
                </a:moveTo>
                <a:cubicBezTo>
                  <a:pt x="7450866" y="3247621"/>
                  <a:pt x="7464397" y="3230090"/>
                  <a:pt x="7460027" y="3211012"/>
                </a:cubicBezTo>
                <a:cubicBezTo>
                  <a:pt x="7458458" y="3180762"/>
                  <a:pt x="7413859" y="3171824"/>
                  <a:pt x="7398619" y="3196116"/>
                </a:cubicBezTo>
                <a:cubicBezTo>
                  <a:pt x="7389654" y="3214679"/>
                  <a:pt x="7394360" y="3243783"/>
                  <a:pt x="7416324" y="3249741"/>
                </a:cubicBezTo>
                <a:cubicBezTo>
                  <a:pt x="7422207" y="3252090"/>
                  <a:pt x="7428244" y="3252434"/>
                  <a:pt x="7433900" y="3251231"/>
                </a:cubicBezTo>
                <a:close/>
                <a:moveTo>
                  <a:pt x="5788627" y="3251311"/>
                </a:moveTo>
                <a:cubicBezTo>
                  <a:pt x="5808485" y="3247678"/>
                  <a:pt x="5824557" y="3225833"/>
                  <a:pt x="5815567" y="3204630"/>
                </a:cubicBezTo>
                <a:cubicBezTo>
                  <a:pt x="5809686" y="3178411"/>
                  <a:pt x="5773724" y="3176587"/>
                  <a:pt x="5756987" y="3192775"/>
                </a:cubicBezTo>
                <a:cubicBezTo>
                  <a:pt x="5743416" y="3209190"/>
                  <a:pt x="5747940" y="3239513"/>
                  <a:pt x="5768296" y="3248177"/>
                </a:cubicBezTo>
                <a:cubicBezTo>
                  <a:pt x="5774968" y="3251710"/>
                  <a:pt x="5782008" y="3252523"/>
                  <a:pt x="5788627" y="3251311"/>
                </a:cubicBezTo>
                <a:close/>
                <a:moveTo>
                  <a:pt x="1059532" y="3251322"/>
                </a:moveTo>
                <a:cubicBezTo>
                  <a:pt x="1078106" y="3249345"/>
                  <a:pt x="1094090" y="3231789"/>
                  <a:pt x="1090178" y="3211314"/>
                </a:cubicBezTo>
                <a:cubicBezTo>
                  <a:pt x="1089952" y="3181533"/>
                  <a:pt x="1045958" y="3173411"/>
                  <a:pt x="1029404" y="3194393"/>
                </a:cubicBezTo>
                <a:cubicBezTo>
                  <a:pt x="1017611" y="3211089"/>
                  <a:pt x="1021919" y="3237711"/>
                  <a:pt x="1040741" y="3247638"/>
                </a:cubicBezTo>
                <a:cubicBezTo>
                  <a:pt x="1046866" y="3250910"/>
                  <a:pt x="1053342" y="3251981"/>
                  <a:pt x="1059532" y="3251322"/>
                </a:cubicBezTo>
                <a:close/>
                <a:moveTo>
                  <a:pt x="8047698" y="3251350"/>
                </a:moveTo>
                <a:cubicBezTo>
                  <a:pt x="8066371" y="3248897"/>
                  <a:pt x="8082070" y="3230839"/>
                  <a:pt x="8078102" y="3210878"/>
                </a:cubicBezTo>
                <a:cubicBezTo>
                  <a:pt x="8078102" y="3188549"/>
                  <a:pt x="8052111" y="3178174"/>
                  <a:pt x="8033020" y="3184941"/>
                </a:cubicBezTo>
                <a:cubicBezTo>
                  <a:pt x="8004039" y="3191030"/>
                  <a:pt x="8002429" y="3237493"/>
                  <a:pt x="8028650" y="3248094"/>
                </a:cubicBezTo>
                <a:cubicBezTo>
                  <a:pt x="8034918" y="3251251"/>
                  <a:pt x="8041473" y="3252167"/>
                  <a:pt x="8047698" y="3251350"/>
                </a:cubicBezTo>
                <a:close/>
                <a:moveTo>
                  <a:pt x="5062663" y="3251490"/>
                </a:moveTo>
                <a:cubicBezTo>
                  <a:pt x="5080382" y="3252319"/>
                  <a:pt x="5098131" y="3238669"/>
                  <a:pt x="5097794" y="3218769"/>
                </a:cubicBezTo>
                <a:cubicBezTo>
                  <a:pt x="5102066" y="3193596"/>
                  <a:pt x="5073060" y="3174999"/>
                  <a:pt x="5051248" y="3185204"/>
                </a:cubicBezTo>
                <a:cubicBezTo>
                  <a:pt x="5024940" y="3191554"/>
                  <a:pt x="5022691" y="3233737"/>
                  <a:pt x="5045627" y="3245529"/>
                </a:cubicBezTo>
                <a:cubicBezTo>
                  <a:pt x="5050855" y="3249328"/>
                  <a:pt x="5056757" y="3251213"/>
                  <a:pt x="5062663" y="3251490"/>
                </a:cubicBezTo>
                <a:close/>
                <a:moveTo>
                  <a:pt x="2397516" y="3251515"/>
                </a:moveTo>
                <a:cubicBezTo>
                  <a:pt x="2412780" y="3249197"/>
                  <a:pt x="2426303" y="3236043"/>
                  <a:pt x="2424773" y="3219138"/>
                </a:cubicBezTo>
                <a:cubicBezTo>
                  <a:pt x="2430439" y="3194067"/>
                  <a:pt x="2403228" y="3176586"/>
                  <a:pt x="2381446" y="3184176"/>
                </a:cubicBezTo>
                <a:cubicBezTo>
                  <a:pt x="2351058" y="3190387"/>
                  <a:pt x="2352869" y="3243979"/>
                  <a:pt x="2382124" y="3249959"/>
                </a:cubicBezTo>
                <a:cubicBezTo>
                  <a:pt x="2387108" y="3251856"/>
                  <a:pt x="2392384" y="3252288"/>
                  <a:pt x="2397516" y="3251515"/>
                </a:cubicBezTo>
                <a:close/>
                <a:moveTo>
                  <a:pt x="2088417" y="3251553"/>
                </a:moveTo>
                <a:cubicBezTo>
                  <a:pt x="2107066" y="3249095"/>
                  <a:pt x="2124091" y="3231310"/>
                  <a:pt x="2119448" y="3211473"/>
                </a:cubicBezTo>
                <a:cubicBezTo>
                  <a:pt x="2117842" y="3187759"/>
                  <a:pt x="2087823" y="3176586"/>
                  <a:pt x="2067868" y="3186391"/>
                </a:cubicBezTo>
                <a:cubicBezTo>
                  <a:pt x="2041504" y="3195739"/>
                  <a:pt x="2043569" y="3239747"/>
                  <a:pt x="2069932" y="3248411"/>
                </a:cubicBezTo>
                <a:cubicBezTo>
                  <a:pt x="2075783" y="3251489"/>
                  <a:pt x="2082197" y="3252373"/>
                  <a:pt x="2088417" y="3251553"/>
                </a:cubicBezTo>
                <a:close/>
                <a:moveTo>
                  <a:pt x="1163108" y="3251564"/>
                </a:moveTo>
                <a:cubicBezTo>
                  <a:pt x="1181834" y="3249274"/>
                  <a:pt x="1198561" y="3231717"/>
                  <a:pt x="1193744" y="3211870"/>
                </a:cubicBezTo>
                <a:cubicBezTo>
                  <a:pt x="1193057" y="3187669"/>
                  <a:pt x="1161181" y="3176586"/>
                  <a:pt x="1141922" y="3187216"/>
                </a:cubicBezTo>
                <a:cubicBezTo>
                  <a:pt x="1117617" y="3198525"/>
                  <a:pt x="1120370" y="3238559"/>
                  <a:pt x="1144443" y="3248284"/>
                </a:cubicBezTo>
                <a:cubicBezTo>
                  <a:pt x="1150405" y="3251394"/>
                  <a:pt x="1156867" y="3252327"/>
                  <a:pt x="1163108" y="3251564"/>
                </a:cubicBezTo>
                <a:close/>
                <a:moveTo>
                  <a:pt x="1372384" y="3251565"/>
                </a:moveTo>
                <a:cubicBezTo>
                  <a:pt x="1390181" y="3248266"/>
                  <a:pt x="1405104" y="3229470"/>
                  <a:pt x="1400839" y="3210023"/>
                </a:cubicBezTo>
                <a:cubicBezTo>
                  <a:pt x="1395836" y="3180853"/>
                  <a:pt x="1351959" y="3171824"/>
                  <a:pt x="1336041" y="3196827"/>
                </a:cubicBezTo>
                <a:cubicBezTo>
                  <a:pt x="1320805" y="3215117"/>
                  <a:pt x="1333993" y="3242435"/>
                  <a:pt x="1354232" y="3249149"/>
                </a:cubicBezTo>
                <a:cubicBezTo>
                  <a:pt x="1360200" y="3252042"/>
                  <a:pt x="1366451" y="3252665"/>
                  <a:pt x="1372384" y="3251565"/>
                </a:cubicBezTo>
                <a:close/>
                <a:moveTo>
                  <a:pt x="7226085" y="3251567"/>
                </a:moveTo>
                <a:cubicBezTo>
                  <a:pt x="7244141" y="3249059"/>
                  <a:pt x="7259606" y="3231242"/>
                  <a:pt x="7255224" y="3211511"/>
                </a:cubicBezTo>
                <a:cubicBezTo>
                  <a:pt x="7254774" y="3177040"/>
                  <a:pt x="7199938" y="3173411"/>
                  <a:pt x="7190050" y="3203574"/>
                </a:cubicBezTo>
                <a:cubicBezTo>
                  <a:pt x="7186454" y="3220129"/>
                  <a:pt x="7189376" y="3242354"/>
                  <a:pt x="7207804" y="3248478"/>
                </a:cubicBezTo>
                <a:cubicBezTo>
                  <a:pt x="7213759" y="3251539"/>
                  <a:pt x="7220066" y="3252404"/>
                  <a:pt x="7226085" y="3251567"/>
                </a:cubicBezTo>
                <a:close/>
                <a:moveTo>
                  <a:pt x="5990105" y="3251585"/>
                </a:moveTo>
                <a:cubicBezTo>
                  <a:pt x="6009576" y="3250672"/>
                  <a:pt x="6027575" y="3232588"/>
                  <a:pt x="6022798" y="3210768"/>
                </a:cubicBezTo>
                <a:cubicBezTo>
                  <a:pt x="6020751" y="3179842"/>
                  <a:pt x="5973890" y="3171824"/>
                  <a:pt x="5960014" y="3197940"/>
                </a:cubicBezTo>
                <a:cubicBezTo>
                  <a:pt x="5954554" y="3213746"/>
                  <a:pt x="5954782" y="3236884"/>
                  <a:pt x="5970933" y="3246276"/>
                </a:cubicBezTo>
                <a:cubicBezTo>
                  <a:pt x="5976961" y="3250285"/>
                  <a:pt x="5983615" y="3251889"/>
                  <a:pt x="5990105" y="3251585"/>
                </a:cubicBezTo>
                <a:close/>
                <a:moveTo>
                  <a:pt x="6289927" y="3251603"/>
                </a:moveTo>
                <a:cubicBezTo>
                  <a:pt x="6315232" y="3257549"/>
                  <a:pt x="6341904" y="3228960"/>
                  <a:pt x="6330050" y="3204031"/>
                </a:cubicBezTo>
                <a:cubicBezTo>
                  <a:pt x="6320475" y="3177958"/>
                  <a:pt x="6280580" y="3176586"/>
                  <a:pt x="6265990" y="3198542"/>
                </a:cubicBezTo>
                <a:cubicBezTo>
                  <a:pt x="6254591" y="3218669"/>
                  <a:pt x="6265534" y="3249087"/>
                  <a:pt x="6289927" y="3251603"/>
                </a:cubicBezTo>
                <a:close/>
                <a:moveTo>
                  <a:pt x="1775826" y="3251611"/>
                </a:moveTo>
                <a:cubicBezTo>
                  <a:pt x="1795587" y="3250946"/>
                  <a:pt x="1814269" y="3233223"/>
                  <a:pt x="1808858" y="3211448"/>
                </a:cubicBezTo>
                <a:cubicBezTo>
                  <a:pt x="1807957" y="3180389"/>
                  <a:pt x="1761294" y="3173412"/>
                  <a:pt x="1746190" y="3197944"/>
                </a:cubicBezTo>
                <a:cubicBezTo>
                  <a:pt x="1739878" y="3213248"/>
                  <a:pt x="1741005" y="3236430"/>
                  <a:pt x="1756559" y="3246108"/>
                </a:cubicBezTo>
                <a:cubicBezTo>
                  <a:pt x="1762534" y="3250159"/>
                  <a:pt x="1769240" y="3251833"/>
                  <a:pt x="1775826" y="3251611"/>
                </a:cubicBezTo>
                <a:close/>
                <a:moveTo>
                  <a:pt x="5879881" y="3251612"/>
                </a:moveTo>
                <a:cubicBezTo>
                  <a:pt x="5905973" y="3259137"/>
                  <a:pt x="5927566" y="3229036"/>
                  <a:pt x="5917894" y="3204864"/>
                </a:cubicBezTo>
                <a:cubicBezTo>
                  <a:pt x="5911146" y="3180464"/>
                  <a:pt x="5876732" y="3176587"/>
                  <a:pt x="5860537" y="3193690"/>
                </a:cubicBezTo>
                <a:cubicBezTo>
                  <a:pt x="5845016" y="3212389"/>
                  <a:pt x="5852889" y="3249560"/>
                  <a:pt x="5879881" y="3251612"/>
                </a:cubicBezTo>
                <a:close/>
                <a:moveTo>
                  <a:pt x="2601403" y="3251648"/>
                </a:moveTo>
                <a:cubicBezTo>
                  <a:pt x="2619048" y="3248813"/>
                  <a:pt x="2634271" y="3230818"/>
                  <a:pt x="2631375" y="3212055"/>
                </a:cubicBezTo>
                <a:cubicBezTo>
                  <a:pt x="2632512" y="3190677"/>
                  <a:pt x="2607570" y="3179761"/>
                  <a:pt x="2589650" y="3183855"/>
                </a:cubicBezTo>
                <a:cubicBezTo>
                  <a:pt x="2557679" y="3187039"/>
                  <a:pt x="2555865" y="3238209"/>
                  <a:pt x="2583529" y="3248898"/>
                </a:cubicBezTo>
                <a:cubicBezTo>
                  <a:pt x="2589367" y="3251855"/>
                  <a:pt x="2595519" y="3252594"/>
                  <a:pt x="2601403" y="3251648"/>
                </a:cubicBezTo>
                <a:close/>
                <a:moveTo>
                  <a:pt x="4859500" y="3251650"/>
                </a:moveTo>
                <a:cubicBezTo>
                  <a:pt x="4876613" y="3250576"/>
                  <a:pt x="4893118" y="3236969"/>
                  <a:pt x="4892947" y="3218769"/>
                </a:cubicBezTo>
                <a:cubicBezTo>
                  <a:pt x="4897279" y="3192008"/>
                  <a:pt x="4863073" y="3174999"/>
                  <a:pt x="4841410" y="3186565"/>
                </a:cubicBezTo>
                <a:cubicBezTo>
                  <a:pt x="4814729" y="3196544"/>
                  <a:pt x="4817010" y="3238726"/>
                  <a:pt x="4842778" y="3248251"/>
                </a:cubicBezTo>
                <a:cubicBezTo>
                  <a:pt x="4848023" y="3250973"/>
                  <a:pt x="4853795" y="3252007"/>
                  <a:pt x="4859500" y="3251650"/>
                </a:cubicBezTo>
                <a:close/>
                <a:moveTo>
                  <a:pt x="5584436" y="3251666"/>
                </a:moveTo>
                <a:cubicBezTo>
                  <a:pt x="5601988" y="3248093"/>
                  <a:pt x="5616700" y="3231072"/>
                  <a:pt x="5612788" y="3211323"/>
                </a:cubicBezTo>
                <a:cubicBezTo>
                  <a:pt x="5610747" y="3178754"/>
                  <a:pt x="5558133" y="3171824"/>
                  <a:pt x="5546340" y="3201159"/>
                </a:cubicBezTo>
                <a:cubicBezTo>
                  <a:pt x="5535454" y="3219407"/>
                  <a:pt x="5547247" y="3244585"/>
                  <a:pt x="5566524" y="3250360"/>
                </a:cubicBezTo>
                <a:cubicBezTo>
                  <a:pt x="5572420" y="3252554"/>
                  <a:pt x="5578586" y="3252857"/>
                  <a:pt x="5584436" y="3251666"/>
                </a:cubicBezTo>
                <a:close/>
                <a:moveTo>
                  <a:pt x="7636481" y="3251679"/>
                </a:moveTo>
                <a:cubicBezTo>
                  <a:pt x="7654661" y="3249483"/>
                  <a:pt x="7671155" y="3232214"/>
                  <a:pt x="7667932" y="3212503"/>
                </a:cubicBezTo>
                <a:cubicBezTo>
                  <a:pt x="7667706" y="3176852"/>
                  <a:pt x="7609136" y="3171824"/>
                  <a:pt x="7600317" y="3204733"/>
                </a:cubicBezTo>
                <a:cubicBezTo>
                  <a:pt x="7592854" y="3221416"/>
                  <a:pt x="7602352" y="3241527"/>
                  <a:pt x="7618408" y="3248383"/>
                </a:cubicBezTo>
                <a:cubicBezTo>
                  <a:pt x="7624175" y="3251468"/>
                  <a:pt x="7630422" y="3252411"/>
                  <a:pt x="7636481" y="3251679"/>
                </a:cubicBezTo>
                <a:close/>
                <a:moveTo>
                  <a:pt x="2499150" y="3251681"/>
                </a:moveTo>
                <a:cubicBezTo>
                  <a:pt x="2517764" y="3249426"/>
                  <a:pt x="2533753" y="3231946"/>
                  <a:pt x="2529330" y="3211259"/>
                </a:cubicBezTo>
                <a:cubicBezTo>
                  <a:pt x="2527289" y="3180030"/>
                  <a:pt x="2479424" y="3171824"/>
                  <a:pt x="2465599" y="3198722"/>
                </a:cubicBezTo>
                <a:cubicBezTo>
                  <a:pt x="2459022" y="3215362"/>
                  <a:pt x="2460611" y="3241348"/>
                  <a:pt x="2480334" y="3248415"/>
                </a:cubicBezTo>
                <a:cubicBezTo>
                  <a:pt x="2486459" y="3251492"/>
                  <a:pt x="2492952" y="3252432"/>
                  <a:pt x="2499150" y="3251681"/>
                </a:cubicBezTo>
                <a:close/>
                <a:moveTo>
                  <a:pt x="1469520" y="3251756"/>
                </a:moveTo>
                <a:cubicBezTo>
                  <a:pt x="1488368" y="3249924"/>
                  <a:pt x="1504897" y="3232953"/>
                  <a:pt x="1499993" y="3211353"/>
                </a:cubicBezTo>
                <a:cubicBezTo>
                  <a:pt x="1499317" y="3180954"/>
                  <a:pt x="1456473" y="3173411"/>
                  <a:pt x="1439336" y="3194211"/>
                </a:cubicBezTo>
                <a:cubicBezTo>
                  <a:pt x="1427161" y="3210896"/>
                  <a:pt x="1431893" y="3238324"/>
                  <a:pt x="1450610" y="3248153"/>
                </a:cubicBezTo>
                <a:cubicBezTo>
                  <a:pt x="1456698" y="3251296"/>
                  <a:pt x="1463237" y="3252367"/>
                  <a:pt x="1469520" y="3251756"/>
                </a:cubicBezTo>
                <a:close/>
                <a:moveTo>
                  <a:pt x="1255810" y="3251757"/>
                </a:moveTo>
                <a:cubicBezTo>
                  <a:pt x="1283547" y="3257549"/>
                  <a:pt x="1308103" y="3221869"/>
                  <a:pt x="1292186" y="3197542"/>
                </a:cubicBezTo>
                <a:cubicBezTo>
                  <a:pt x="1276726" y="3171824"/>
                  <a:pt x="1229662" y="3179470"/>
                  <a:pt x="1226475" y="3211211"/>
                </a:cubicBezTo>
                <a:cubicBezTo>
                  <a:pt x="1222384" y="3230210"/>
                  <a:pt x="1238076" y="3248282"/>
                  <a:pt x="1255810" y="3251757"/>
                </a:cubicBezTo>
                <a:close/>
                <a:moveTo>
                  <a:pt x="6907273" y="3251768"/>
                </a:moveTo>
                <a:cubicBezTo>
                  <a:pt x="6935778" y="3257549"/>
                  <a:pt x="6949916" y="3226102"/>
                  <a:pt x="6949688" y="3202053"/>
                </a:cubicBezTo>
                <a:cubicBezTo>
                  <a:pt x="6935550" y="3186561"/>
                  <a:pt x="6913202" y="3174999"/>
                  <a:pt x="6893363" y="3187023"/>
                </a:cubicBezTo>
                <a:cubicBezTo>
                  <a:pt x="6867366" y="3203209"/>
                  <a:pt x="6876488" y="3248300"/>
                  <a:pt x="6907273" y="3251768"/>
                </a:cubicBezTo>
                <a:close/>
                <a:moveTo>
                  <a:pt x="4759613" y="3251795"/>
                </a:moveTo>
                <a:cubicBezTo>
                  <a:pt x="4778306" y="3249024"/>
                  <a:pt x="4794650" y="3231110"/>
                  <a:pt x="4791561" y="3211004"/>
                </a:cubicBezTo>
                <a:cubicBezTo>
                  <a:pt x="4788816" y="3180073"/>
                  <a:pt x="4738711" y="3171824"/>
                  <a:pt x="4725441" y="3199090"/>
                </a:cubicBezTo>
                <a:cubicBezTo>
                  <a:pt x="4717891" y="3216274"/>
                  <a:pt x="4721094" y="3241707"/>
                  <a:pt x="4740770" y="3249039"/>
                </a:cubicBezTo>
                <a:cubicBezTo>
                  <a:pt x="4746890" y="3251960"/>
                  <a:pt x="4753382" y="3252719"/>
                  <a:pt x="4759613" y="3251795"/>
                </a:cubicBezTo>
                <a:close/>
                <a:moveTo>
                  <a:pt x="5271046" y="3251836"/>
                </a:moveTo>
                <a:cubicBezTo>
                  <a:pt x="5287674" y="3250867"/>
                  <a:pt x="5303243" y="3237651"/>
                  <a:pt x="5303414" y="3219575"/>
                </a:cubicBezTo>
                <a:cubicBezTo>
                  <a:pt x="5310029" y="3186607"/>
                  <a:pt x="5261896" y="3170237"/>
                  <a:pt x="5242735" y="3194565"/>
                </a:cubicBezTo>
                <a:cubicBezTo>
                  <a:pt x="5232241" y="3211845"/>
                  <a:pt x="5235435" y="3238674"/>
                  <a:pt x="5254597" y="3248451"/>
                </a:cubicBezTo>
                <a:cubicBezTo>
                  <a:pt x="5259843" y="3251122"/>
                  <a:pt x="5265504" y="3252160"/>
                  <a:pt x="5271046" y="3251836"/>
                </a:cubicBezTo>
                <a:close/>
                <a:moveTo>
                  <a:pt x="2186459" y="3251892"/>
                </a:moveTo>
                <a:cubicBezTo>
                  <a:pt x="2214055" y="3253022"/>
                  <a:pt x="2220896" y="3224076"/>
                  <a:pt x="2220896" y="3202367"/>
                </a:cubicBezTo>
                <a:cubicBezTo>
                  <a:pt x="2207898" y="3189703"/>
                  <a:pt x="2189881" y="3176587"/>
                  <a:pt x="2171187" y="3186763"/>
                </a:cubicBezTo>
                <a:cubicBezTo>
                  <a:pt x="2136754" y="3196940"/>
                  <a:pt x="2150661" y="3255962"/>
                  <a:pt x="2186459" y="3251892"/>
                </a:cubicBezTo>
                <a:close/>
                <a:moveTo>
                  <a:pt x="1675094" y="3251900"/>
                </a:moveTo>
                <a:cubicBezTo>
                  <a:pt x="1691911" y="3250601"/>
                  <a:pt x="1708048" y="3237022"/>
                  <a:pt x="1706664" y="3218804"/>
                </a:cubicBezTo>
                <a:cubicBezTo>
                  <a:pt x="1712893" y="3186491"/>
                  <a:pt x="1666286" y="3171824"/>
                  <a:pt x="1646675" y="3193366"/>
                </a:cubicBezTo>
                <a:cubicBezTo>
                  <a:pt x="1633524" y="3210095"/>
                  <a:pt x="1637907" y="3240116"/>
                  <a:pt x="1658673" y="3248825"/>
                </a:cubicBezTo>
                <a:cubicBezTo>
                  <a:pt x="1663806" y="3251403"/>
                  <a:pt x="1669488" y="3252334"/>
                  <a:pt x="1675094" y="3251900"/>
                </a:cubicBezTo>
                <a:close/>
                <a:moveTo>
                  <a:pt x="1571686" y="3251919"/>
                </a:moveTo>
                <a:cubicBezTo>
                  <a:pt x="1588845" y="3251218"/>
                  <a:pt x="1604799" y="3238327"/>
                  <a:pt x="1604626" y="3219357"/>
                </a:cubicBezTo>
                <a:cubicBezTo>
                  <a:pt x="1609712" y="3194983"/>
                  <a:pt x="1581736" y="3176587"/>
                  <a:pt x="1559770" y="3183485"/>
                </a:cubicBezTo>
                <a:cubicBezTo>
                  <a:pt x="1529710" y="3189004"/>
                  <a:pt x="1527166" y="3237982"/>
                  <a:pt x="1554683" y="3248330"/>
                </a:cubicBezTo>
                <a:cubicBezTo>
                  <a:pt x="1560117" y="3251031"/>
                  <a:pt x="1565970" y="3252152"/>
                  <a:pt x="1571686" y="3251919"/>
                </a:cubicBezTo>
                <a:close/>
                <a:moveTo>
                  <a:pt x="4659116" y="3251975"/>
                </a:moveTo>
                <a:cubicBezTo>
                  <a:pt x="4676722" y="3248683"/>
                  <a:pt x="4690997" y="3230515"/>
                  <a:pt x="4686512" y="3211706"/>
                </a:cubicBezTo>
                <a:cubicBezTo>
                  <a:pt x="4685822" y="3182751"/>
                  <a:pt x="4646491" y="3174999"/>
                  <a:pt x="4627170" y="3191643"/>
                </a:cubicBezTo>
                <a:cubicBezTo>
                  <a:pt x="4611529" y="3209198"/>
                  <a:pt x="4616589" y="3242941"/>
                  <a:pt x="4640970" y="3249781"/>
                </a:cubicBezTo>
                <a:cubicBezTo>
                  <a:pt x="4647008" y="3252516"/>
                  <a:pt x="4653247" y="3253072"/>
                  <a:pt x="4659116" y="3251975"/>
                </a:cubicBezTo>
                <a:close/>
                <a:moveTo>
                  <a:pt x="4245936" y="3251983"/>
                </a:moveTo>
                <a:cubicBezTo>
                  <a:pt x="4267128" y="3249063"/>
                  <a:pt x="4285993" y="3226893"/>
                  <a:pt x="4276172" y="3205236"/>
                </a:cubicBezTo>
                <a:cubicBezTo>
                  <a:pt x="4268362" y="3181816"/>
                  <a:pt x="4235053" y="3176586"/>
                  <a:pt x="4217825" y="3192275"/>
                </a:cubicBezTo>
                <a:cubicBezTo>
                  <a:pt x="4200366" y="3206373"/>
                  <a:pt x="4204042" y="3238660"/>
                  <a:pt x="4224946" y="3247755"/>
                </a:cubicBezTo>
                <a:cubicBezTo>
                  <a:pt x="4231550" y="3251791"/>
                  <a:pt x="4238872" y="3252957"/>
                  <a:pt x="4245936" y="3251983"/>
                </a:cubicBezTo>
                <a:close/>
                <a:moveTo>
                  <a:pt x="5472350" y="3252035"/>
                </a:moveTo>
                <a:cubicBezTo>
                  <a:pt x="5490244" y="3252544"/>
                  <a:pt x="5508138" y="3239256"/>
                  <a:pt x="5509694" y="3219866"/>
                </a:cubicBezTo>
                <a:cubicBezTo>
                  <a:pt x="5517992" y="3186856"/>
                  <a:pt x="5469354" y="3170236"/>
                  <a:pt x="5448607" y="3191704"/>
                </a:cubicBezTo>
                <a:cubicBezTo>
                  <a:pt x="5433854" y="3206247"/>
                  <a:pt x="5436620" y="3236025"/>
                  <a:pt x="5455062" y="3246643"/>
                </a:cubicBezTo>
                <a:cubicBezTo>
                  <a:pt x="5460421" y="3250163"/>
                  <a:pt x="5466386" y="3251866"/>
                  <a:pt x="5472350" y="3252035"/>
                </a:cubicBezTo>
                <a:close/>
                <a:moveTo>
                  <a:pt x="6095165" y="3252041"/>
                </a:moveTo>
                <a:cubicBezTo>
                  <a:pt x="6130350" y="3252502"/>
                  <a:pt x="6137116" y="3192299"/>
                  <a:pt x="6102608" y="3184687"/>
                </a:cubicBezTo>
                <a:cubicBezTo>
                  <a:pt x="6080279" y="3174999"/>
                  <a:pt x="6062460" y="3193914"/>
                  <a:pt x="6054566" y="3213289"/>
                </a:cubicBezTo>
                <a:cubicBezTo>
                  <a:pt x="6059528" y="3233126"/>
                  <a:pt x="6071031" y="3255962"/>
                  <a:pt x="6095165" y="3252041"/>
                </a:cubicBezTo>
                <a:close/>
                <a:moveTo>
                  <a:pt x="7842583" y="3252201"/>
                </a:moveTo>
                <a:cubicBezTo>
                  <a:pt x="7859430" y="3250178"/>
                  <a:pt x="7874778" y="3236111"/>
                  <a:pt x="7875126" y="3218279"/>
                </a:cubicBezTo>
                <a:cubicBezTo>
                  <a:pt x="7878604" y="3184808"/>
                  <a:pt x="7825039" y="3168649"/>
                  <a:pt x="7808808" y="3197735"/>
                </a:cubicBezTo>
                <a:cubicBezTo>
                  <a:pt x="7796054" y="3215740"/>
                  <a:pt x="7805097" y="3242517"/>
                  <a:pt x="7825735" y="3249904"/>
                </a:cubicBezTo>
                <a:cubicBezTo>
                  <a:pt x="7831184" y="3252212"/>
                  <a:pt x="7836967" y="3252876"/>
                  <a:pt x="7842583" y="3252201"/>
                </a:cubicBezTo>
                <a:close/>
                <a:moveTo>
                  <a:pt x="6610301" y="3252311"/>
                </a:moveTo>
                <a:cubicBezTo>
                  <a:pt x="6630959" y="3249118"/>
                  <a:pt x="6648227" y="3225036"/>
                  <a:pt x="6638505" y="3203783"/>
                </a:cubicBezTo>
                <a:cubicBezTo>
                  <a:pt x="6630546" y="3178872"/>
                  <a:pt x="6593480" y="3176587"/>
                  <a:pt x="6578699" y="3196013"/>
                </a:cubicBezTo>
                <a:cubicBezTo>
                  <a:pt x="6567329" y="3212010"/>
                  <a:pt x="6571195" y="3238749"/>
                  <a:pt x="6589387" y="3247661"/>
                </a:cubicBezTo>
                <a:cubicBezTo>
                  <a:pt x="6596152" y="3252118"/>
                  <a:pt x="6603415" y="3253375"/>
                  <a:pt x="6610301" y="3252311"/>
                </a:cubicBezTo>
                <a:close/>
                <a:moveTo>
                  <a:pt x="8558426" y="3252386"/>
                </a:moveTo>
                <a:cubicBezTo>
                  <a:pt x="8574441" y="3252041"/>
                  <a:pt x="8590294" y="3240579"/>
                  <a:pt x="8593059" y="3224204"/>
                </a:cubicBezTo>
                <a:cubicBezTo>
                  <a:pt x="8602504" y="3195705"/>
                  <a:pt x="8564492" y="3173412"/>
                  <a:pt x="8540993" y="3186512"/>
                </a:cubicBezTo>
                <a:cubicBezTo>
                  <a:pt x="8515191" y="3196854"/>
                  <a:pt x="8517956" y="3238683"/>
                  <a:pt x="8542836" y="3248795"/>
                </a:cubicBezTo>
                <a:cubicBezTo>
                  <a:pt x="8547732" y="3251380"/>
                  <a:pt x="8553088" y="3252501"/>
                  <a:pt x="8558426" y="3252386"/>
                </a:cubicBezTo>
                <a:close/>
                <a:moveTo>
                  <a:pt x="7325434" y="3252503"/>
                </a:moveTo>
                <a:cubicBezTo>
                  <a:pt x="7345201" y="3251904"/>
                  <a:pt x="7364136" y="3233357"/>
                  <a:pt x="7359018" y="3211475"/>
                </a:cubicBezTo>
                <a:cubicBezTo>
                  <a:pt x="7358791" y="3180249"/>
                  <a:pt x="7311936" y="3173411"/>
                  <a:pt x="7296925" y="3197572"/>
                </a:cubicBezTo>
                <a:cubicBezTo>
                  <a:pt x="7288054" y="3213299"/>
                  <a:pt x="7290101" y="3236320"/>
                  <a:pt x="7306250" y="3246576"/>
                </a:cubicBezTo>
                <a:cubicBezTo>
                  <a:pt x="7312164" y="3250907"/>
                  <a:pt x="7318845" y="3252702"/>
                  <a:pt x="7325434" y="3252503"/>
                </a:cubicBezTo>
                <a:close/>
                <a:moveTo>
                  <a:pt x="7941023" y="3252562"/>
                </a:moveTo>
                <a:cubicBezTo>
                  <a:pt x="7958897" y="3252498"/>
                  <a:pt x="7976252" y="3239130"/>
                  <a:pt x="7975560" y="3219593"/>
                </a:cubicBezTo>
                <a:cubicBezTo>
                  <a:pt x="7981792" y="3185774"/>
                  <a:pt x="7929395" y="3170236"/>
                  <a:pt x="7912083" y="3197428"/>
                </a:cubicBezTo>
                <a:cubicBezTo>
                  <a:pt x="7904004" y="3213195"/>
                  <a:pt x="7904466" y="3239930"/>
                  <a:pt x="7923624" y="3247928"/>
                </a:cubicBezTo>
                <a:cubicBezTo>
                  <a:pt x="7929048" y="3251127"/>
                  <a:pt x="7935064" y="3252584"/>
                  <a:pt x="7941023" y="3252562"/>
                </a:cubicBezTo>
                <a:close/>
                <a:moveTo>
                  <a:pt x="854592" y="3346254"/>
                </a:moveTo>
                <a:cubicBezTo>
                  <a:pt x="868702" y="3344428"/>
                  <a:pt x="881666" y="3331418"/>
                  <a:pt x="878617" y="3315684"/>
                </a:cubicBezTo>
                <a:cubicBezTo>
                  <a:pt x="878617" y="3288482"/>
                  <a:pt x="834099" y="3282949"/>
                  <a:pt x="827094" y="3308768"/>
                </a:cubicBezTo>
                <a:cubicBezTo>
                  <a:pt x="820766" y="3321217"/>
                  <a:pt x="826641" y="3340351"/>
                  <a:pt x="840653" y="3344039"/>
                </a:cubicBezTo>
                <a:cubicBezTo>
                  <a:pt x="845058" y="3346229"/>
                  <a:pt x="849889" y="3346863"/>
                  <a:pt x="854592" y="3346254"/>
                </a:cubicBezTo>
                <a:close/>
                <a:moveTo>
                  <a:pt x="1996346" y="3350992"/>
                </a:moveTo>
                <a:cubicBezTo>
                  <a:pt x="2005747" y="3347212"/>
                  <a:pt x="2013522" y="3339822"/>
                  <a:pt x="2016036" y="3329590"/>
                </a:cubicBezTo>
                <a:cubicBezTo>
                  <a:pt x="2025636" y="3302077"/>
                  <a:pt x="1992264" y="3271836"/>
                  <a:pt x="1966198" y="3287070"/>
                </a:cubicBezTo>
                <a:cubicBezTo>
                  <a:pt x="1939922" y="3298439"/>
                  <a:pt x="1940150" y="3339822"/>
                  <a:pt x="1966883" y="3350736"/>
                </a:cubicBezTo>
                <a:cubicBezTo>
                  <a:pt x="1975909" y="3354943"/>
                  <a:pt x="1986951" y="3354772"/>
                  <a:pt x="1996346" y="3350992"/>
                </a:cubicBezTo>
                <a:close/>
                <a:moveTo>
                  <a:pt x="5282976" y="3351665"/>
                </a:moveTo>
                <a:cubicBezTo>
                  <a:pt x="5291966" y="3348150"/>
                  <a:pt x="5299400" y="3341233"/>
                  <a:pt x="5301936" y="3331481"/>
                </a:cubicBezTo>
                <a:cubicBezTo>
                  <a:pt x="5311617" y="3306761"/>
                  <a:pt x="5286261" y="3275011"/>
                  <a:pt x="5259521" y="3284990"/>
                </a:cubicBezTo>
                <a:cubicBezTo>
                  <a:pt x="5230245" y="3292474"/>
                  <a:pt x="5227479" y="3340326"/>
                  <a:pt x="5254680" y="3351438"/>
                </a:cubicBezTo>
                <a:cubicBezTo>
                  <a:pt x="5263440" y="3355294"/>
                  <a:pt x="5273986" y="3355180"/>
                  <a:pt x="5282976" y="3351665"/>
                </a:cubicBezTo>
                <a:close/>
                <a:moveTo>
                  <a:pt x="7543778" y="3352217"/>
                </a:moveTo>
                <a:cubicBezTo>
                  <a:pt x="7553175" y="3348924"/>
                  <a:pt x="7560968" y="3342050"/>
                  <a:pt x="7563260" y="3331652"/>
                </a:cubicBezTo>
                <a:cubicBezTo>
                  <a:pt x="7573804" y="3306466"/>
                  <a:pt x="7547215" y="3273424"/>
                  <a:pt x="7520398" y="3284515"/>
                </a:cubicBezTo>
                <a:cubicBezTo>
                  <a:pt x="7490830" y="3291216"/>
                  <a:pt x="7488079" y="3338815"/>
                  <a:pt x="7514668" y="3351293"/>
                </a:cubicBezTo>
                <a:cubicBezTo>
                  <a:pt x="7523378" y="3355221"/>
                  <a:pt x="7534380" y="3355510"/>
                  <a:pt x="7543778" y="3352217"/>
                </a:cubicBezTo>
                <a:close/>
                <a:moveTo>
                  <a:pt x="4666506" y="3352687"/>
                </a:moveTo>
                <a:cubicBezTo>
                  <a:pt x="4676228" y="3349164"/>
                  <a:pt x="4684187" y="3341601"/>
                  <a:pt x="4686120" y="3330487"/>
                </a:cubicBezTo>
                <a:cubicBezTo>
                  <a:pt x="4694079" y="3305049"/>
                  <a:pt x="4667927" y="3273424"/>
                  <a:pt x="4641320" y="3285570"/>
                </a:cubicBezTo>
                <a:cubicBezTo>
                  <a:pt x="4613576" y="3293591"/>
                  <a:pt x="4611529" y="3338049"/>
                  <a:pt x="4636317" y="3350654"/>
                </a:cubicBezTo>
                <a:cubicBezTo>
                  <a:pt x="4645300" y="3355695"/>
                  <a:pt x="4656784" y="3356211"/>
                  <a:pt x="4666506" y="3352687"/>
                </a:cubicBezTo>
                <a:close/>
                <a:moveTo>
                  <a:pt x="2709727" y="3352926"/>
                </a:moveTo>
                <a:cubicBezTo>
                  <a:pt x="2730016" y="3346756"/>
                  <a:pt x="2744782" y="3321950"/>
                  <a:pt x="2730488" y="3302712"/>
                </a:cubicBezTo>
                <a:cubicBezTo>
                  <a:pt x="2719240" y="3278412"/>
                  <a:pt x="2681809" y="3278187"/>
                  <a:pt x="2669644" y="3301812"/>
                </a:cubicBezTo>
                <a:cubicBezTo>
                  <a:pt x="2657474" y="3320037"/>
                  <a:pt x="2668265" y="3345012"/>
                  <a:pt x="2688468" y="3351987"/>
                </a:cubicBezTo>
                <a:cubicBezTo>
                  <a:pt x="2695586" y="3354968"/>
                  <a:pt x="2702963" y="3354982"/>
                  <a:pt x="2709727" y="3352926"/>
                </a:cubicBezTo>
                <a:close/>
                <a:moveTo>
                  <a:pt x="6618384" y="3353036"/>
                </a:moveTo>
                <a:cubicBezTo>
                  <a:pt x="6627597" y="3349530"/>
                  <a:pt x="6635138" y="3342231"/>
                  <a:pt x="6637179" y="3331542"/>
                </a:cubicBezTo>
                <a:cubicBezTo>
                  <a:pt x="6648291" y="3306254"/>
                  <a:pt x="6621757" y="3276599"/>
                  <a:pt x="6595677" y="3284415"/>
                </a:cubicBezTo>
                <a:cubicBezTo>
                  <a:pt x="6567329" y="3292691"/>
                  <a:pt x="6562566" y="3338438"/>
                  <a:pt x="6589554" y="3351772"/>
                </a:cubicBezTo>
                <a:cubicBezTo>
                  <a:pt x="6598285" y="3356254"/>
                  <a:pt x="6609171" y="3356542"/>
                  <a:pt x="6618384" y="3353036"/>
                </a:cubicBezTo>
                <a:close/>
                <a:moveTo>
                  <a:pt x="7950951" y="3353048"/>
                </a:moveTo>
                <a:cubicBezTo>
                  <a:pt x="7968623" y="3348242"/>
                  <a:pt x="7981253" y="3327480"/>
                  <a:pt x="7974873" y="3308893"/>
                </a:cubicBezTo>
                <a:cubicBezTo>
                  <a:pt x="7970965" y="3282973"/>
                  <a:pt x="7931655" y="3273424"/>
                  <a:pt x="7916253" y="3294797"/>
                </a:cubicBezTo>
                <a:cubicBezTo>
                  <a:pt x="7899241" y="3312986"/>
                  <a:pt x="7907517" y="3345726"/>
                  <a:pt x="7932115" y="3351865"/>
                </a:cubicBezTo>
                <a:cubicBezTo>
                  <a:pt x="7938609" y="3354480"/>
                  <a:pt x="7945060" y="3354651"/>
                  <a:pt x="7950951" y="3353048"/>
                </a:cubicBezTo>
                <a:close/>
                <a:moveTo>
                  <a:pt x="1066495" y="3353548"/>
                </a:moveTo>
                <a:cubicBezTo>
                  <a:pt x="1074943" y="3351739"/>
                  <a:pt x="1082480" y="3347047"/>
                  <a:pt x="1086333" y="3338794"/>
                </a:cubicBezTo>
                <a:cubicBezTo>
                  <a:pt x="1098581" y="3316407"/>
                  <a:pt x="1082253" y="3279774"/>
                  <a:pt x="1053906" y="3284071"/>
                </a:cubicBezTo>
                <a:cubicBezTo>
                  <a:pt x="1019663" y="3284071"/>
                  <a:pt x="1011273" y="3337437"/>
                  <a:pt x="1041208" y="3351004"/>
                </a:cubicBezTo>
                <a:cubicBezTo>
                  <a:pt x="1048691" y="3354283"/>
                  <a:pt x="1058045" y="3355357"/>
                  <a:pt x="1066495" y="3353548"/>
                </a:cubicBezTo>
                <a:close/>
                <a:moveTo>
                  <a:pt x="5072859" y="3353585"/>
                </a:moveTo>
                <a:cubicBezTo>
                  <a:pt x="5091045" y="3348710"/>
                  <a:pt x="5104519" y="3328439"/>
                  <a:pt x="5097587" y="3309068"/>
                </a:cubicBezTo>
                <a:cubicBezTo>
                  <a:pt x="5094583" y="3284611"/>
                  <a:pt x="5059230" y="3275011"/>
                  <a:pt x="5042362" y="3291468"/>
                </a:cubicBezTo>
                <a:cubicBezTo>
                  <a:pt x="5021104" y="3307011"/>
                  <a:pt x="5026881" y="3346553"/>
                  <a:pt x="5053684" y="3352724"/>
                </a:cubicBezTo>
                <a:cubicBezTo>
                  <a:pt x="5060212" y="3355124"/>
                  <a:pt x="5066797" y="3355210"/>
                  <a:pt x="5072859" y="3353585"/>
                </a:cubicBezTo>
                <a:close/>
                <a:moveTo>
                  <a:pt x="5482968" y="3353689"/>
                </a:moveTo>
                <a:cubicBezTo>
                  <a:pt x="5501520" y="3348491"/>
                  <a:pt x="5515861" y="3327956"/>
                  <a:pt x="5509468" y="3308709"/>
                </a:cubicBezTo>
                <a:cubicBezTo>
                  <a:pt x="5503248" y="3282360"/>
                  <a:pt x="5464314" y="3273424"/>
                  <a:pt x="5448418" y="3295878"/>
                </a:cubicBezTo>
                <a:cubicBezTo>
                  <a:pt x="5430679" y="3314208"/>
                  <a:pt x="5440816" y="3344682"/>
                  <a:pt x="5463623" y="3353159"/>
                </a:cubicBezTo>
                <a:cubicBezTo>
                  <a:pt x="5470131" y="3355450"/>
                  <a:pt x="5476783" y="3355422"/>
                  <a:pt x="5482968" y="3353689"/>
                </a:cubicBezTo>
                <a:close/>
                <a:moveTo>
                  <a:pt x="7843160" y="3353861"/>
                </a:moveTo>
                <a:cubicBezTo>
                  <a:pt x="7858533" y="3351661"/>
                  <a:pt x="7872444" y="3339688"/>
                  <a:pt x="7873632" y="3323273"/>
                </a:cubicBezTo>
                <a:cubicBezTo>
                  <a:pt x="7880191" y="3293715"/>
                  <a:pt x="7838346" y="3270249"/>
                  <a:pt x="7816632" y="3291684"/>
                </a:cubicBezTo>
                <a:cubicBezTo>
                  <a:pt x="7794466" y="3307479"/>
                  <a:pt x="7801930" y="3344934"/>
                  <a:pt x="7827716" y="3352606"/>
                </a:cubicBezTo>
                <a:cubicBezTo>
                  <a:pt x="7832749" y="3354241"/>
                  <a:pt x="7838035" y="3354594"/>
                  <a:pt x="7843160" y="3353861"/>
                </a:cubicBezTo>
                <a:close/>
                <a:moveTo>
                  <a:pt x="8647582" y="3353879"/>
                </a:moveTo>
                <a:cubicBezTo>
                  <a:pt x="8668047" y="3360737"/>
                  <a:pt x="8694261" y="3347936"/>
                  <a:pt x="8694491" y="3324618"/>
                </a:cubicBezTo>
                <a:cubicBezTo>
                  <a:pt x="8700929" y="3298101"/>
                  <a:pt x="8670116" y="3275012"/>
                  <a:pt x="8646432" y="3286899"/>
                </a:cubicBezTo>
                <a:cubicBezTo>
                  <a:pt x="8619529" y="3298558"/>
                  <a:pt x="8618379" y="3344049"/>
                  <a:pt x="8647582" y="3353879"/>
                </a:cubicBezTo>
                <a:close/>
                <a:moveTo>
                  <a:pt x="7224216" y="3353898"/>
                </a:moveTo>
                <a:cubicBezTo>
                  <a:pt x="7240148" y="3352744"/>
                  <a:pt x="7255413" y="3340049"/>
                  <a:pt x="7255413" y="3323122"/>
                </a:cubicBezTo>
                <a:cubicBezTo>
                  <a:pt x="7261066" y="3297361"/>
                  <a:pt x="7231442" y="3273424"/>
                  <a:pt x="7208375" y="3285735"/>
                </a:cubicBezTo>
                <a:cubicBezTo>
                  <a:pt x="7182143" y="3296449"/>
                  <a:pt x="7181691" y="3341360"/>
                  <a:pt x="7208602" y="3350934"/>
                </a:cubicBezTo>
                <a:cubicBezTo>
                  <a:pt x="7213521" y="3353385"/>
                  <a:pt x="7218905" y="3354283"/>
                  <a:pt x="7224216" y="3353898"/>
                </a:cubicBezTo>
                <a:close/>
                <a:moveTo>
                  <a:pt x="2088501" y="3353933"/>
                </a:moveTo>
                <a:cubicBezTo>
                  <a:pt x="2106350" y="3351212"/>
                  <a:pt x="2122761" y="3334203"/>
                  <a:pt x="2118869" y="3315152"/>
                </a:cubicBezTo>
                <a:cubicBezTo>
                  <a:pt x="2117968" y="3288392"/>
                  <a:pt x="2078964" y="3271836"/>
                  <a:pt x="2061142" y="3293608"/>
                </a:cubicBezTo>
                <a:cubicBezTo>
                  <a:pt x="2041511" y="3309483"/>
                  <a:pt x="2047827" y="3342367"/>
                  <a:pt x="2070838" y="3351438"/>
                </a:cubicBezTo>
                <a:cubicBezTo>
                  <a:pt x="2076419" y="3354160"/>
                  <a:pt x="2082552" y="3354840"/>
                  <a:pt x="2088501" y="3353933"/>
                </a:cubicBezTo>
                <a:close/>
                <a:moveTo>
                  <a:pt x="1273096" y="3353960"/>
                </a:moveTo>
                <a:cubicBezTo>
                  <a:pt x="1294049" y="3346794"/>
                  <a:pt x="1306967" y="3315931"/>
                  <a:pt x="1289240" y="3296820"/>
                </a:cubicBezTo>
                <a:cubicBezTo>
                  <a:pt x="1273482" y="3275011"/>
                  <a:pt x="1235668" y="3281439"/>
                  <a:pt x="1229140" y="3308298"/>
                </a:cubicBezTo>
                <a:cubicBezTo>
                  <a:pt x="1220811" y="3325975"/>
                  <a:pt x="1233644" y="3346177"/>
                  <a:pt x="1250300" y="3351916"/>
                </a:cubicBezTo>
                <a:cubicBezTo>
                  <a:pt x="1258234" y="3356105"/>
                  <a:pt x="1266111" y="3356349"/>
                  <a:pt x="1273096" y="3353960"/>
                </a:cubicBezTo>
                <a:close/>
                <a:moveTo>
                  <a:pt x="7743181" y="3354004"/>
                </a:moveTo>
                <a:cubicBezTo>
                  <a:pt x="7762178" y="3349536"/>
                  <a:pt x="7777571" y="3328166"/>
                  <a:pt x="7769747" y="3307962"/>
                </a:cubicBezTo>
                <a:cubicBezTo>
                  <a:pt x="7763850" y="3282174"/>
                  <a:pt x="7724390" y="3273424"/>
                  <a:pt x="7709422" y="3295989"/>
                </a:cubicBezTo>
                <a:cubicBezTo>
                  <a:pt x="7691279" y="3313027"/>
                  <a:pt x="7701258" y="3345032"/>
                  <a:pt x="7723709" y="3352169"/>
                </a:cubicBezTo>
                <a:cubicBezTo>
                  <a:pt x="7730116" y="3355105"/>
                  <a:pt x="7736848" y="3355494"/>
                  <a:pt x="7743181" y="3354004"/>
                </a:cubicBezTo>
                <a:close/>
                <a:moveTo>
                  <a:pt x="1469716" y="3354170"/>
                </a:moveTo>
                <a:cubicBezTo>
                  <a:pt x="1488236" y="3352911"/>
                  <a:pt x="1504850" y="3335818"/>
                  <a:pt x="1499777" y="3315170"/>
                </a:cubicBezTo>
                <a:cubicBezTo>
                  <a:pt x="1502257" y="3288317"/>
                  <a:pt x="1465051" y="3273424"/>
                  <a:pt x="1446560" y="3291025"/>
                </a:cubicBezTo>
                <a:cubicBezTo>
                  <a:pt x="1427170" y="3304790"/>
                  <a:pt x="1429198" y="3339767"/>
                  <a:pt x="1451294" y="3349696"/>
                </a:cubicBezTo>
                <a:cubicBezTo>
                  <a:pt x="1457158" y="3353250"/>
                  <a:pt x="1463545" y="3354590"/>
                  <a:pt x="1469716" y="3354170"/>
                </a:cubicBezTo>
                <a:close/>
                <a:moveTo>
                  <a:pt x="6194856" y="3354205"/>
                </a:moveTo>
                <a:cubicBezTo>
                  <a:pt x="6199721" y="3354237"/>
                  <a:pt x="6204694" y="3352944"/>
                  <a:pt x="6209667" y="3349817"/>
                </a:cubicBezTo>
                <a:cubicBezTo>
                  <a:pt x="6240304" y="3337083"/>
                  <a:pt x="6232073" y="3286600"/>
                  <a:pt x="6199150" y="3283416"/>
                </a:cubicBezTo>
                <a:cubicBezTo>
                  <a:pt x="6170799" y="3278186"/>
                  <a:pt x="6156166" y="3308203"/>
                  <a:pt x="6156852" y="3331853"/>
                </a:cubicBezTo>
                <a:cubicBezTo>
                  <a:pt x="6166626" y="3342086"/>
                  <a:pt x="6180259" y="3354109"/>
                  <a:pt x="6194856" y="3354205"/>
                </a:cubicBezTo>
                <a:close/>
                <a:moveTo>
                  <a:pt x="1357175" y="3354238"/>
                </a:moveTo>
                <a:cubicBezTo>
                  <a:pt x="1361921" y="3355394"/>
                  <a:pt x="1367136" y="3355309"/>
                  <a:pt x="1372877" y="3353499"/>
                </a:cubicBezTo>
                <a:cubicBezTo>
                  <a:pt x="1407667" y="3347619"/>
                  <a:pt x="1408122" y="3291301"/>
                  <a:pt x="1373105" y="3285646"/>
                </a:cubicBezTo>
                <a:cubicBezTo>
                  <a:pt x="1347639" y="3276599"/>
                  <a:pt x="1332629" y="3303740"/>
                  <a:pt x="1325578" y="3323418"/>
                </a:cubicBezTo>
                <a:cubicBezTo>
                  <a:pt x="1332912" y="3336140"/>
                  <a:pt x="1342933" y="3350771"/>
                  <a:pt x="1357175" y="3354238"/>
                </a:cubicBezTo>
                <a:close/>
                <a:moveTo>
                  <a:pt x="7018873" y="3354284"/>
                </a:moveTo>
                <a:cubicBezTo>
                  <a:pt x="7037328" y="3352757"/>
                  <a:pt x="7054124" y="3335578"/>
                  <a:pt x="7052423" y="3315727"/>
                </a:cubicBezTo>
                <a:cubicBezTo>
                  <a:pt x="7050836" y="3289486"/>
                  <a:pt x="7015230" y="3273424"/>
                  <a:pt x="6995500" y="3291748"/>
                </a:cubicBezTo>
                <a:cubicBezTo>
                  <a:pt x="6975316" y="3304869"/>
                  <a:pt x="6977131" y="3341290"/>
                  <a:pt x="7000489" y="3350113"/>
                </a:cubicBezTo>
                <a:cubicBezTo>
                  <a:pt x="7006386" y="3353562"/>
                  <a:pt x="7012721" y="3354793"/>
                  <a:pt x="7018873" y="3354284"/>
                </a:cubicBezTo>
                <a:close/>
                <a:moveTo>
                  <a:pt x="1161048" y="3354311"/>
                </a:moveTo>
                <a:cubicBezTo>
                  <a:pt x="1177369" y="3353320"/>
                  <a:pt x="1193240" y="3341298"/>
                  <a:pt x="1193756" y="3323905"/>
                </a:cubicBezTo>
                <a:cubicBezTo>
                  <a:pt x="1200179" y="3296168"/>
                  <a:pt x="1162331" y="3270249"/>
                  <a:pt x="1139857" y="3290257"/>
                </a:cubicBezTo>
                <a:cubicBezTo>
                  <a:pt x="1119216" y="3304807"/>
                  <a:pt x="1120364" y="3341639"/>
                  <a:pt x="1145130" y="3351416"/>
                </a:cubicBezTo>
                <a:cubicBezTo>
                  <a:pt x="1150118" y="3353746"/>
                  <a:pt x="1155608" y="3354641"/>
                  <a:pt x="1161048" y="3354311"/>
                </a:cubicBezTo>
                <a:close/>
                <a:moveTo>
                  <a:pt x="6405675" y="3354442"/>
                </a:moveTo>
                <a:cubicBezTo>
                  <a:pt x="6422882" y="3351215"/>
                  <a:pt x="6437893" y="3334291"/>
                  <a:pt x="6435349" y="3315814"/>
                </a:cubicBezTo>
                <a:cubicBezTo>
                  <a:pt x="6434218" y="3288875"/>
                  <a:pt x="6398258" y="3271836"/>
                  <a:pt x="6378129" y="3290947"/>
                </a:cubicBezTo>
                <a:cubicBezTo>
                  <a:pt x="6356191" y="3306604"/>
                  <a:pt x="6362976" y="3344825"/>
                  <a:pt x="6388307" y="3352654"/>
                </a:cubicBezTo>
                <a:cubicBezTo>
                  <a:pt x="6393961" y="3355071"/>
                  <a:pt x="6399940" y="3355517"/>
                  <a:pt x="6405675" y="3354442"/>
                </a:cubicBezTo>
                <a:close/>
                <a:moveTo>
                  <a:pt x="6710128" y="3354468"/>
                </a:moveTo>
                <a:cubicBezTo>
                  <a:pt x="6726188" y="3353429"/>
                  <a:pt x="6741869" y="3341512"/>
                  <a:pt x="6740858" y="3323870"/>
                </a:cubicBezTo>
                <a:cubicBezTo>
                  <a:pt x="6745129" y="3301026"/>
                  <a:pt x="6722647" y="3276599"/>
                  <a:pt x="6699715" y="3285420"/>
                </a:cubicBezTo>
                <a:cubicBezTo>
                  <a:pt x="6670714" y="3292432"/>
                  <a:pt x="6667341" y="3340381"/>
                  <a:pt x="6694545" y="3351690"/>
                </a:cubicBezTo>
                <a:cubicBezTo>
                  <a:pt x="6699378" y="3353952"/>
                  <a:pt x="6704774" y="3354814"/>
                  <a:pt x="6710128" y="3354468"/>
                </a:cubicBezTo>
                <a:close/>
                <a:moveTo>
                  <a:pt x="6813650" y="3354488"/>
                </a:moveTo>
                <a:cubicBezTo>
                  <a:pt x="6829522" y="3353007"/>
                  <a:pt x="6843895" y="3340558"/>
                  <a:pt x="6844235" y="3322994"/>
                </a:cubicBezTo>
                <a:cubicBezTo>
                  <a:pt x="6849904" y="3296165"/>
                  <a:pt x="6816113" y="3271837"/>
                  <a:pt x="6793207" y="3288207"/>
                </a:cubicBezTo>
                <a:cubicBezTo>
                  <a:pt x="6768941" y="3301167"/>
                  <a:pt x="6771889" y="3343230"/>
                  <a:pt x="6797743" y="3352097"/>
                </a:cubicBezTo>
                <a:cubicBezTo>
                  <a:pt x="6802903" y="3354257"/>
                  <a:pt x="6808360" y="3354982"/>
                  <a:pt x="6813650" y="3354488"/>
                </a:cubicBezTo>
                <a:close/>
                <a:moveTo>
                  <a:pt x="5375114" y="3354519"/>
                </a:moveTo>
                <a:cubicBezTo>
                  <a:pt x="5391002" y="3353694"/>
                  <a:pt x="5406440" y="3342166"/>
                  <a:pt x="5406611" y="3324852"/>
                </a:cubicBezTo>
                <a:cubicBezTo>
                  <a:pt x="5411629" y="3299252"/>
                  <a:pt x="5382662" y="3273424"/>
                  <a:pt x="5358484" y="3285995"/>
                </a:cubicBezTo>
                <a:cubicBezTo>
                  <a:pt x="5332254" y="3296967"/>
                  <a:pt x="5332254" y="3341995"/>
                  <a:pt x="5359625" y="3351594"/>
                </a:cubicBezTo>
                <a:cubicBezTo>
                  <a:pt x="5364472" y="3353880"/>
                  <a:pt x="5369818" y="3354794"/>
                  <a:pt x="5375114" y="3354519"/>
                </a:cubicBezTo>
                <a:close/>
                <a:moveTo>
                  <a:pt x="8558892" y="3354583"/>
                </a:moveTo>
                <a:cubicBezTo>
                  <a:pt x="8574042" y="3354197"/>
                  <a:pt x="8588771" y="3343659"/>
                  <a:pt x="8593264" y="3328751"/>
                </a:cubicBezTo>
                <a:cubicBezTo>
                  <a:pt x="8604092" y="3299735"/>
                  <a:pt x="8561933" y="3268662"/>
                  <a:pt x="8537974" y="3290139"/>
                </a:cubicBezTo>
                <a:cubicBezTo>
                  <a:pt x="8516779" y="3304761"/>
                  <a:pt x="8517701" y="3342688"/>
                  <a:pt x="8543964" y="3351370"/>
                </a:cubicBezTo>
                <a:cubicBezTo>
                  <a:pt x="8548744" y="3353711"/>
                  <a:pt x="8553841" y="3354711"/>
                  <a:pt x="8558892" y="3354583"/>
                </a:cubicBezTo>
                <a:close/>
                <a:moveTo>
                  <a:pt x="1779651" y="3354646"/>
                </a:moveTo>
                <a:cubicBezTo>
                  <a:pt x="1795218" y="3352789"/>
                  <a:pt x="1809492" y="3340176"/>
                  <a:pt x="1809664" y="3323416"/>
                </a:cubicBezTo>
                <a:cubicBezTo>
                  <a:pt x="1814494" y="3297844"/>
                  <a:pt x="1785745" y="3273424"/>
                  <a:pt x="1761596" y="3285404"/>
                </a:cubicBezTo>
                <a:cubicBezTo>
                  <a:pt x="1733537" y="3296231"/>
                  <a:pt x="1734917" y="3343689"/>
                  <a:pt x="1764126" y="3352674"/>
                </a:cubicBezTo>
                <a:cubicBezTo>
                  <a:pt x="1769128" y="3354690"/>
                  <a:pt x="1774461" y="3355266"/>
                  <a:pt x="1779651" y="3354646"/>
                </a:cubicBezTo>
                <a:close/>
                <a:moveTo>
                  <a:pt x="1878736" y="3354754"/>
                </a:moveTo>
                <a:cubicBezTo>
                  <a:pt x="1895900" y="3354475"/>
                  <a:pt x="1913201" y="3341756"/>
                  <a:pt x="1913547" y="3323366"/>
                </a:cubicBezTo>
                <a:cubicBezTo>
                  <a:pt x="1917692" y="3298845"/>
                  <a:pt x="1891228" y="3275011"/>
                  <a:pt x="1867544" y="3285095"/>
                </a:cubicBezTo>
                <a:cubicBezTo>
                  <a:pt x="1839714" y="3293574"/>
                  <a:pt x="1836718" y="3337116"/>
                  <a:pt x="1862254" y="3350637"/>
                </a:cubicBezTo>
                <a:cubicBezTo>
                  <a:pt x="1867312" y="3353558"/>
                  <a:pt x="1873019" y="3354848"/>
                  <a:pt x="1878736" y="3354754"/>
                </a:cubicBezTo>
                <a:close/>
                <a:moveTo>
                  <a:pt x="1675221" y="3354792"/>
                </a:moveTo>
                <a:cubicBezTo>
                  <a:pt x="1691062" y="3353377"/>
                  <a:pt x="1705687" y="3341414"/>
                  <a:pt x="1705857" y="3323921"/>
                </a:cubicBezTo>
                <a:cubicBezTo>
                  <a:pt x="1711315" y="3300139"/>
                  <a:pt x="1688574" y="3278187"/>
                  <a:pt x="1665379" y="3283675"/>
                </a:cubicBezTo>
                <a:cubicBezTo>
                  <a:pt x="1634224" y="3289849"/>
                  <a:pt x="1630358" y="3341071"/>
                  <a:pt x="1659466" y="3352505"/>
                </a:cubicBezTo>
                <a:cubicBezTo>
                  <a:pt x="1664526" y="3354563"/>
                  <a:pt x="1669940" y="3355263"/>
                  <a:pt x="1675221" y="3354792"/>
                </a:cubicBezTo>
                <a:close/>
                <a:moveTo>
                  <a:pt x="5681714" y="3354806"/>
                </a:moveTo>
                <a:cubicBezTo>
                  <a:pt x="5698524" y="3354313"/>
                  <a:pt x="5715270" y="3341419"/>
                  <a:pt x="5715778" y="3323255"/>
                </a:cubicBezTo>
                <a:cubicBezTo>
                  <a:pt x="5721191" y="3294467"/>
                  <a:pt x="5681946" y="3270249"/>
                  <a:pt x="5659843" y="3291040"/>
                </a:cubicBezTo>
                <a:cubicBezTo>
                  <a:pt x="5638641" y="3305206"/>
                  <a:pt x="5642701" y="3340619"/>
                  <a:pt x="5665481" y="3350900"/>
                </a:cubicBezTo>
                <a:cubicBezTo>
                  <a:pt x="5670500" y="3353756"/>
                  <a:pt x="5676110" y="3354970"/>
                  <a:pt x="5681714" y="3354806"/>
                </a:cubicBezTo>
                <a:close/>
                <a:moveTo>
                  <a:pt x="5889254" y="3354812"/>
                </a:moveTo>
                <a:cubicBezTo>
                  <a:pt x="5905079" y="3353366"/>
                  <a:pt x="5919615" y="3341460"/>
                  <a:pt x="5920475" y="3324451"/>
                </a:cubicBezTo>
                <a:cubicBezTo>
                  <a:pt x="5925979" y="3299959"/>
                  <a:pt x="5897998" y="3275012"/>
                  <a:pt x="5874145" y="3286351"/>
                </a:cubicBezTo>
                <a:cubicBezTo>
                  <a:pt x="5845016" y="3294516"/>
                  <a:pt x="5845016" y="3343275"/>
                  <a:pt x="5873457" y="3352573"/>
                </a:cubicBezTo>
                <a:cubicBezTo>
                  <a:pt x="5878560" y="3354614"/>
                  <a:pt x="5883978" y="3355294"/>
                  <a:pt x="5889254" y="3354812"/>
                </a:cubicBezTo>
                <a:close/>
                <a:moveTo>
                  <a:pt x="7124560" y="3354813"/>
                </a:moveTo>
                <a:cubicBezTo>
                  <a:pt x="7144262" y="3351371"/>
                  <a:pt x="7161522" y="3330223"/>
                  <a:pt x="7153399" y="3309333"/>
                </a:cubicBezTo>
                <a:cubicBezTo>
                  <a:pt x="7147533" y="3284473"/>
                  <a:pt x="7111661" y="3273424"/>
                  <a:pt x="7095191" y="3293911"/>
                </a:cubicBezTo>
                <a:cubicBezTo>
                  <a:pt x="7076916" y="3310024"/>
                  <a:pt x="7083684" y="3342020"/>
                  <a:pt x="7104892" y="3351688"/>
                </a:cubicBezTo>
                <a:cubicBezTo>
                  <a:pt x="7111153" y="3355141"/>
                  <a:pt x="7117992" y="3355961"/>
                  <a:pt x="7124560" y="3354813"/>
                </a:cubicBezTo>
                <a:close/>
                <a:moveTo>
                  <a:pt x="7427333" y="3354854"/>
                </a:moveTo>
                <a:cubicBezTo>
                  <a:pt x="7444670" y="3354673"/>
                  <a:pt x="7461618" y="3342149"/>
                  <a:pt x="7461446" y="3323341"/>
                </a:cubicBezTo>
                <a:cubicBezTo>
                  <a:pt x="7467441" y="3298720"/>
                  <a:pt x="7440001" y="3275011"/>
                  <a:pt x="7416251" y="3285270"/>
                </a:cubicBezTo>
                <a:cubicBezTo>
                  <a:pt x="7388811" y="3294161"/>
                  <a:pt x="7384891" y="3337931"/>
                  <a:pt x="7410486" y="3350698"/>
                </a:cubicBezTo>
                <a:cubicBezTo>
                  <a:pt x="7415732" y="3353604"/>
                  <a:pt x="7421554" y="3354915"/>
                  <a:pt x="7427333" y="3354854"/>
                </a:cubicBezTo>
                <a:close/>
                <a:moveTo>
                  <a:pt x="2602755" y="3354900"/>
                </a:moveTo>
                <a:cubicBezTo>
                  <a:pt x="2619922" y="3351672"/>
                  <a:pt x="2634336" y="3335262"/>
                  <a:pt x="2631607" y="3316262"/>
                </a:cubicBezTo>
                <a:cubicBezTo>
                  <a:pt x="2633656" y="3290237"/>
                  <a:pt x="2597946" y="3273424"/>
                  <a:pt x="2578613" y="3289546"/>
                </a:cubicBezTo>
                <a:cubicBezTo>
                  <a:pt x="2557464" y="3304286"/>
                  <a:pt x="2559506" y="3344590"/>
                  <a:pt x="2585208" y="3353342"/>
                </a:cubicBezTo>
                <a:cubicBezTo>
                  <a:pt x="2591008" y="3355588"/>
                  <a:pt x="2597035" y="3355976"/>
                  <a:pt x="2602755" y="3354900"/>
                </a:cubicBezTo>
                <a:close/>
                <a:moveTo>
                  <a:pt x="7330831" y="3354950"/>
                </a:moveTo>
                <a:cubicBezTo>
                  <a:pt x="7347713" y="3351333"/>
                  <a:pt x="7361532" y="3334521"/>
                  <a:pt x="7358130" y="3315755"/>
                </a:cubicBezTo>
                <a:cubicBezTo>
                  <a:pt x="7359491" y="3291427"/>
                  <a:pt x="7331596" y="3276599"/>
                  <a:pt x="7311186" y="3285635"/>
                </a:cubicBezTo>
                <a:cubicBezTo>
                  <a:pt x="7283291" y="3296524"/>
                  <a:pt x="7285105" y="3344252"/>
                  <a:pt x="7313453" y="3353752"/>
                </a:cubicBezTo>
                <a:cubicBezTo>
                  <a:pt x="7319236" y="3355895"/>
                  <a:pt x="7325204" y="3356155"/>
                  <a:pt x="7330831" y="3354950"/>
                </a:cubicBezTo>
                <a:close/>
                <a:moveTo>
                  <a:pt x="2496256" y="3355002"/>
                </a:moveTo>
                <a:cubicBezTo>
                  <a:pt x="2512724" y="3354267"/>
                  <a:pt x="2528331" y="3341349"/>
                  <a:pt x="2528669" y="3323445"/>
                </a:cubicBezTo>
                <a:cubicBezTo>
                  <a:pt x="2532064" y="3298207"/>
                  <a:pt x="2502200" y="3273424"/>
                  <a:pt x="2479139" y="3287521"/>
                </a:cubicBezTo>
                <a:cubicBezTo>
                  <a:pt x="2454722" y="3299799"/>
                  <a:pt x="2454271" y="3341179"/>
                  <a:pt x="2480044" y="3351411"/>
                </a:cubicBezTo>
                <a:cubicBezTo>
                  <a:pt x="2485187" y="3354139"/>
                  <a:pt x="2490771" y="3355247"/>
                  <a:pt x="2496256" y="3355002"/>
                </a:cubicBezTo>
                <a:close/>
                <a:moveTo>
                  <a:pt x="953147" y="3355026"/>
                </a:moveTo>
                <a:cubicBezTo>
                  <a:pt x="969721" y="3354972"/>
                  <a:pt x="986296" y="3342890"/>
                  <a:pt x="986127" y="3324489"/>
                </a:cubicBezTo>
                <a:cubicBezTo>
                  <a:pt x="990637" y="3302246"/>
                  <a:pt x="971469" y="3279774"/>
                  <a:pt x="948693" y="3283672"/>
                </a:cubicBezTo>
                <a:cubicBezTo>
                  <a:pt x="917347" y="3285736"/>
                  <a:pt x="909681" y="3337330"/>
                  <a:pt x="937192" y="3350859"/>
                </a:cubicBezTo>
                <a:cubicBezTo>
                  <a:pt x="942097" y="3353725"/>
                  <a:pt x="947622" y="3355044"/>
                  <a:pt x="953147" y="3355026"/>
                </a:cubicBezTo>
                <a:close/>
                <a:moveTo>
                  <a:pt x="4860110" y="3355057"/>
                </a:moveTo>
                <a:cubicBezTo>
                  <a:pt x="4876227" y="3353543"/>
                  <a:pt x="4891192" y="3339831"/>
                  <a:pt x="4892727" y="3322875"/>
                </a:cubicBezTo>
                <a:cubicBezTo>
                  <a:pt x="4898867" y="3292423"/>
                  <a:pt x="4854524" y="3268661"/>
                  <a:pt x="4834513" y="3293346"/>
                </a:cubicBezTo>
                <a:cubicBezTo>
                  <a:pt x="4814729" y="3309033"/>
                  <a:pt x="4821551" y="3343176"/>
                  <a:pt x="4844064" y="3352173"/>
                </a:cubicBezTo>
                <a:cubicBezTo>
                  <a:pt x="4849237" y="3354711"/>
                  <a:pt x="4854737" y="3355562"/>
                  <a:pt x="4860110" y="3355057"/>
                </a:cubicBezTo>
                <a:close/>
                <a:moveTo>
                  <a:pt x="5988066" y="3355086"/>
                </a:moveTo>
                <a:cubicBezTo>
                  <a:pt x="6005064" y="3355043"/>
                  <a:pt x="6022125" y="3342947"/>
                  <a:pt x="6021285" y="3323797"/>
                </a:cubicBezTo>
                <a:cubicBezTo>
                  <a:pt x="6025991" y="3300088"/>
                  <a:pt x="6001114" y="3275011"/>
                  <a:pt x="5978254" y="3286182"/>
                </a:cubicBezTo>
                <a:cubicBezTo>
                  <a:pt x="5951584" y="3293933"/>
                  <a:pt x="5949791" y="3336791"/>
                  <a:pt x="5971755" y="3350926"/>
                </a:cubicBezTo>
                <a:cubicBezTo>
                  <a:pt x="5976741" y="3353775"/>
                  <a:pt x="5982400" y="3355100"/>
                  <a:pt x="5988066" y="3355086"/>
                </a:cubicBezTo>
                <a:close/>
                <a:moveTo>
                  <a:pt x="7637535" y="3355135"/>
                </a:moveTo>
                <a:cubicBezTo>
                  <a:pt x="7655532" y="3352386"/>
                  <a:pt x="7671265" y="3334818"/>
                  <a:pt x="7668374" y="3315575"/>
                </a:cubicBezTo>
                <a:cubicBezTo>
                  <a:pt x="7666333" y="3290147"/>
                  <a:pt x="7633675" y="3273424"/>
                  <a:pt x="7613265" y="3290376"/>
                </a:cubicBezTo>
                <a:cubicBezTo>
                  <a:pt x="7589679" y="3304121"/>
                  <a:pt x="7594668" y="3343295"/>
                  <a:pt x="7619388" y="3352458"/>
                </a:cubicBezTo>
                <a:cubicBezTo>
                  <a:pt x="7625284" y="3355321"/>
                  <a:pt x="7631535" y="3356052"/>
                  <a:pt x="7637535" y="3355135"/>
                </a:cubicBezTo>
                <a:close/>
                <a:moveTo>
                  <a:pt x="6502856" y="3355177"/>
                </a:moveTo>
                <a:cubicBezTo>
                  <a:pt x="6519694" y="3354971"/>
                  <a:pt x="6536564" y="3342812"/>
                  <a:pt x="6536057" y="3323879"/>
                </a:cubicBezTo>
                <a:cubicBezTo>
                  <a:pt x="6540341" y="3299329"/>
                  <a:pt x="6515311" y="3275011"/>
                  <a:pt x="6491859" y="3284970"/>
                </a:cubicBezTo>
                <a:cubicBezTo>
                  <a:pt x="6464349" y="3294002"/>
                  <a:pt x="6460966" y="3338006"/>
                  <a:pt x="6486673" y="3351207"/>
                </a:cubicBezTo>
                <a:cubicBezTo>
                  <a:pt x="6491634" y="3353986"/>
                  <a:pt x="6497243" y="3355246"/>
                  <a:pt x="6502856" y="3355177"/>
                </a:cubicBezTo>
                <a:close/>
                <a:moveTo>
                  <a:pt x="1573465" y="3355222"/>
                </a:moveTo>
                <a:cubicBezTo>
                  <a:pt x="1591876" y="3352720"/>
                  <a:pt x="1608294" y="3335433"/>
                  <a:pt x="1604007" y="3315157"/>
                </a:cubicBezTo>
                <a:cubicBezTo>
                  <a:pt x="1603550" y="3293206"/>
                  <a:pt x="1580459" y="3278187"/>
                  <a:pt x="1560112" y="3283733"/>
                </a:cubicBezTo>
                <a:cubicBezTo>
                  <a:pt x="1532220" y="3292975"/>
                  <a:pt x="1525591" y="3340575"/>
                  <a:pt x="1555083" y="3352359"/>
                </a:cubicBezTo>
                <a:cubicBezTo>
                  <a:pt x="1560969" y="3355247"/>
                  <a:pt x="1567328" y="3356056"/>
                  <a:pt x="1573465" y="3355222"/>
                </a:cubicBezTo>
                <a:close/>
                <a:moveTo>
                  <a:pt x="5785777" y="3355238"/>
                </a:moveTo>
                <a:cubicBezTo>
                  <a:pt x="5801684" y="3354259"/>
                  <a:pt x="5816433" y="3341429"/>
                  <a:pt x="5817290" y="3324208"/>
                </a:cubicBezTo>
                <a:cubicBezTo>
                  <a:pt x="5824379" y="3295736"/>
                  <a:pt x="5785963" y="3270249"/>
                  <a:pt x="5763782" y="3290455"/>
                </a:cubicBezTo>
                <a:cubicBezTo>
                  <a:pt x="5741829" y="3304462"/>
                  <a:pt x="5745259" y="3343266"/>
                  <a:pt x="5769956" y="3351992"/>
                </a:cubicBezTo>
                <a:cubicBezTo>
                  <a:pt x="5775044" y="3354575"/>
                  <a:pt x="5780474" y="3355565"/>
                  <a:pt x="5785777" y="3355238"/>
                </a:cubicBezTo>
                <a:close/>
                <a:moveTo>
                  <a:pt x="5166802" y="3355248"/>
                </a:moveTo>
                <a:cubicBezTo>
                  <a:pt x="5183720" y="3354598"/>
                  <a:pt x="5199967" y="3341990"/>
                  <a:pt x="5200478" y="3323274"/>
                </a:cubicBezTo>
                <a:cubicBezTo>
                  <a:pt x="5205254" y="3298088"/>
                  <a:pt x="5178646" y="3276599"/>
                  <a:pt x="5155448" y="3284224"/>
                </a:cubicBezTo>
                <a:cubicBezTo>
                  <a:pt x="5128157" y="3293698"/>
                  <a:pt x="5124291" y="3338524"/>
                  <a:pt x="5150218" y="3351695"/>
                </a:cubicBezTo>
                <a:cubicBezTo>
                  <a:pt x="5155448" y="3354352"/>
                  <a:pt x="5161163" y="3355464"/>
                  <a:pt x="5166802" y="3355248"/>
                </a:cubicBezTo>
                <a:close/>
                <a:moveTo>
                  <a:pt x="6910273" y="3355288"/>
                </a:moveTo>
                <a:cubicBezTo>
                  <a:pt x="6915643" y="3355971"/>
                  <a:pt x="6921330" y="3355123"/>
                  <a:pt x="6927217" y="3352194"/>
                </a:cubicBezTo>
                <a:cubicBezTo>
                  <a:pt x="6957854" y="3341624"/>
                  <a:pt x="6954196" y="3290156"/>
                  <a:pt x="6921958" y="3284411"/>
                </a:cubicBezTo>
                <a:cubicBezTo>
                  <a:pt x="6896123" y="3276599"/>
                  <a:pt x="6881490" y="3302793"/>
                  <a:pt x="6873716" y="3322783"/>
                </a:cubicBezTo>
                <a:cubicBezTo>
                  <a:pt x="6880918" y="3337431"/>
                  <a:pt x="6894165" y="3353242"/>
                  <a:pt x="6910273" y="3355288"/>
                </a:cubicBezTo>
                <a:close/>
                <a:moveTo>
                  <a:pt x="6095735" y="3355290"/>
                </a:moveTo>
                <a:cubicBezTo>
                  <a:pt x="6115784" y="3352850"/>
                  <a:pt x="6132581" y="3331451"/>
                  <a:pt x="6123736" y="3309796"/>
                </a:cubicBezTo>
                <a:cubicBezTo>
                  <a:pt x="6118067" y="3283197"/>
                  <a:pt x="6082007" y="3275012"/>
                  <a:pt x="6064772" y="3295473"/>
                </a:cubicBezTo>
                <a:cubicBezTo>
                  <a:pt x="6054566" y="3311842"/>
                  <a:pt x="6054793" y="3342534"/>
                  <a:pt x="6075431" y="3350718"/>
                </a:cubicBezTo>
                <a:cubicBezTo>
                  <a:pt x="6082007" y="3354810"/>
                  <a:pt x="6089052" y="3356103"/>
                  <a:pt x="6095735" y="3355290"/>
                </a:cubicBezTo>
                <a:close/>
                <a:moveTo>
                  <a:pt x="8045336" y="3355307"/>
                </a:moveTo>
                <a:cubicBezTo>
                  <a:pt x="8062049" y="3354284"/>
                  <a:pt x="8078088" y="3341309"/>
                  <a:pt x="8077916" y="3322848"/>
                </a:cubicBezTo>
                <a:cubicBezTo>
                  <a:pt x="8081804" y="3298929"/>
                  <a:pt x="8057332" y="3275011"/>
                  <a:pt x="8034233" y="3284300"/>
                </a:cubicBezTo>
                <a:cubicBezTo>
                  <a:pt x="8004500" y="3291498"/>
                  <a:pt x="8000841" y="3340960"/>
                  <a:pt x="8028972" y="3352107"/>
                </a:cubicBezTo>
                <a:cubicBezTo>
                  <a:pt x="8034118" y="3354661"/>
                  <a:pt x="8039764" y="3355648"/>
                  <a:pt x="8045336" y="3355307"/>
                </a:cubicBezTo>
                <a:close/>
                <a:moveTo>
                  <a:pt x="6300710" y="3355312"/>
                </a:moveTo>
                <a:cubicBezTo>
                  <a:pt x="6316306" y="3353704"/>
                  <a:pt x="6330338" y="3340278"/>
                  <a:pt x="6332379" y="3323872"/>
                </a:cubicBezTo>
                <a:cubicBezTo>
                  <a:pt x="6338729" y="3295091"/>
                  <a:pt x="6300856" y="3271836"/>
                  <a:pt x="6278404" y="3289565"/>
                </a:cubicBezTo>
                <a:cubicBezTo>
                  <a:pt x="6254591" y="3302920"/>
                  <a:pt x="6257539" y="3345746"/>
                  <a:pt x="6284981" y="3352654"/>
                </a:cubicBezTo>
                <a:cubicBezTo>
                  <a:pt x="6290140" y="3355071"/>
                  <a:pt x="6295512" y="3355848"/>
                  <a:pt x="6300710" y="3355312"/>
                </a:cubicBezTo>
                <a:close/>
                <a:moveTo>
                  <a:pt x="5576961" y="3355525"/>
                </a:moveTo>
                <a:cubicBezTo>
                  <a:pt x="5594207" y="3355407"/>
                  <a:pt x="5610545" y="3341920"/>
                  <a:pt x="5613138" y="3324052"/>
                </a:cubicBezTo>
                <a:cubicBezTo>
                  <a:pt x="5619592" y="3296562"/>
                  <a:pt x="5583171" y="3273424"/>
                  <a:pt x="5560119" y="3288773"/>
                </a:cubicBezTo>
                <a:cubicBezTo>
                  <a:pt x="5536376" y="3300227"/>
                  <a:pt x="5535454" y="3339858"/>
                  <a:pt x="5559889" y="3350854"/>
                </a:cubicBezTo>
                <a:cubicBezTo>
                  <a:pt x="5565363" y="3354119"/>
                  <a:pt x="5571213" y="3355565"/>
                  <a:pt x="5576961" y="3355525"/>
                </a:cubicBezTo>
                <a:close/>
                <a:moveTo>
                  <a:pt x="4662254" y="3455888"/>
                </a:moveTo>
                <a:cubicBezTo>
                  <a:pt x="4671891" y="3453869"/>
                  <a:pt x="4680317" y="3448354"/>
                  <a:pt x="4683664" y="3438688"/>
                </a:cubicBezTo>
                <a:cubicBezTo>
                  <a:pt x="4695667" y="3417991"/>
                  <a:pt x="4681817" y="3386378"/>
                  <a:pt x="4655732" y="3386605"/>
                </a:cubicBezTo>
                <a:cubicBezTo>
                  <a:pt x="4620645" y="3381374"/>
                  <a:pt x="4605179" y="3434821"/>
                  <a:pt x="4633572" y="3452107"/>
                </a:cubicBezTo>
                <a:cubicBezTo>
                  <a:pt x="4641767" y="3456428"/>
                  <a:pt x="4652616" y="3457906"/>
                  <a:pt x="4662254" y="3455888"/>
                </a:cubicBezTo>
                <a:close/>
                <a:moveTo>
                  <a:pt x="7008291" y="3456141"/>
                </a:moveTo>
                <a:cubicBezTo>
                  <a:pt x="7033664" y="3465512"/>
                  <a:pt x="7062629" y="3431455"/>
                  <a:pt x="7048034" y="3407227"/>
                </a:cubicBezTo>
                <a:cubicBezTo>
                  <a:pt x="7039726" y="3386428"/>
                  <a:pt x="7011210" y="3378199"/>
                  <a:pt x="6994595" y="3394199"/>
                </a:cubicBezTo>
                <a:cubicBezTo>
                  <a:pt x="6972141" y="3410427"/>
                  <a:pt x="6981123" y="3451341"/>
                  <a:pt x="7008291" y="3456141"/>
                </a:cubicBezTo>
                <a:close/>
                <a:moveTo>
                  <a:pt x="8447341" y="3456214"/>
                </a:moveTo>
                <a:cubicBezTo>
                  <a:pt x="8474236" y="3465512"/>
                  <a:pt x="8500904" y="3432628"/>
                  <a:pt x="8488140" y="3407681"/>
                </a:cubicBezTo>
                <a:cubicBezTo>
                  <a:pt x="8478795" y="3385230"/>
                  <a:pt x="8445289" y="3378199"/>
                  <a:pt x="8430018" y="3398610"/>
                </a:cubicBezTo>
                <a:cubicBezTo>
                  <a:pt x="8410416" y="3416073"/>
                  <a:pt x="8421129" y="3452132"/>
                  <a:pt x="8447341" y="3456214"/>
                </a:cubicBezTo>
                <a:close/>
                <a:moveTo>
                  <a:pt x="6598077" y="3456234"/>
                </a:moveTo>
                <a:cubicBezTo>
                  <a:pt x="6622276" y="3463924"/>
                  <a:pt x="6645117" y="3437008"/>
                  <a:pt x="6639237" y="3413711"/>
                </a:cubicBezTo>
                <a:cubicBezTo>
                  <a:pt x="6636071" y="3388830"/>
                  <a:pt x="6602148" y="3378199"/>
                  <a:pt x="6583830" y="3394032"/>
                </a:cubicBezTo>
                <a:cubicBezTo>
                  <a:pt x="6564154" y="3411449"/>
                  <a:pt x="6569582" y="3451936"/>
                  <a:pt x="6598077" y="3456234"/>
                </a:cubicBezTo>
                <a:close/>
                <a:moveTo>
                  <a:pt x="5688827" y="3456370"/>
                </a:moveTo>
                <a:cubicBezTo>
                  <a:pt x="5704221" y="3452393"/>
                  <a:pt x="5717343" y="3437246"/>
                  <a:pt x="5715324" y="3420706"/>
                </a:cubicBezTo>
                <a:cubicBezTo>
                  <a:pt x="5716222" y="3391902"/>
                  <a:pt x="5674274" y="3375024"/>
                  <a:pt x="5655879" y="3398203"/>
                </a:cubicBezTo>
                <a:cubicBezTo>
                  <a:pt x="5635466" y="3416205"/>
                  <a:pt x="5648028" y="3450635"/>
                  <a:pt x="5673152" y="3456261"/>
                </a:cubicBezTo>
                <a:cubicBezTo>
                  <a:pt x="5678312" y="3457780"/>
                  <a:pt x="5683695" y="3457696"/>
                  <a:pt x="5688827" y="3456370"/>
                </a:cubicBezTo>
                <a:close/>
                <a:moveTo>
                  <a:pt x="7952755" y="3456390"/>
                </a:moveTo>
                <a:cubicBezTo>
                  <a:pt x="7970543" y="3449887"/>
                  <a:pt x="7982172" y="3425163"/>
                  <a:pt x="7973792" y="3406994"/>
                </a:cubicBezTo>
                <a:cubicBezTo>
                  <a:pt x="7966267" y="3380713"/>
                  <a:pt x="7923624" y="3378199"/>
                  <a:pt x="7911994" y="3402195"/>
                </a:cubicBezTo>
                <a:cubicBezTo>
                  <a:pt x="7902416" y="3421621"/>
                  <a:pt x="7910169" y="3451330"/>
                  <a:pt x="7933429" y="3455901"/>
                </a:cubicBezTo>
                <a:cubicBezTo>
                  <a:pt x="7940213" y="3458700"/>
                  <a:pt x="7946826" y="3458558"/>
                  <a:pt x="7952755" y="3456390"/>
                </a:cubicBezTo>
                <a:close/>
                <a:moveTo>
                  <a:pt x="5157660" y="3456714"/>
                </a:moveTo>
                <a:cubicBezTo>
                  <a:pt x="5184639" y="3465512"/>
                  <a:pt x="5210017" y="3431899"/>
                  <a:pt x="5197900" y="3407986"/>
                </a:cubicBezTo>
                <a:cubicBezTo>
                  <a:pt x="5190126" y="3383397"/>
                  <a:pt x="5147828" y="3379787"/>
                  <a:pt x="5137082" y="3403474"/>
                </a:cubicBezTo>
                <a:cubicBezTo>
                  <a:pt x="5125879" y="3422650"/>
                  <a:pt x="5134339" y="3451751"/>
                  <a:pt x="5157660" y="3456714"/>
                </a:cubicBezTo>
                <a:close/>
                <a:moveTo>
                  <a:pt x="7331404" y="3456917"/>
                </a:moveTo>
                <a:cubicBezTo>
                  <a:pt x="7340993" y="3455487"/>
                  <a:pt x="7349459" y="3450454"/>
                  <a:pt x="7353606" y="3440158"/>
                </a:cubicBezTo>
                <a:cubicBezTo>
                  <a:pt x="7367429" y="3419110"/>
                  <a:pt x="7352685" y="3384563"/>
                  <a:pt x="7325500" y="3387079"/>
                </a:cubicBezTo>
                <a:cubicBezTo>
                  <a:pt x="7290483" y="3382961"/>
                  <a:pt x="7280116" y="3431922"/>
                  <a:pt x="7302463" y="3452055"/>
                </a:cubicBezTo>
                <a:cubicBezTo>
                  <a:pt x="7311102" y="3456173"/>
                  <a:pt x="7321815" y="3458347"/>
                  <a:pt x="7331404" y="3456917"/>
                </a:cubicBezTo>
                <a:close/>
                <a:moveTo>
                  <a:pt x="5893056" y="3456927"/>
                </a:moveTo>
                <a:cubicBezTo>
                  <a:pt x="5913520" y="3451757"/>
                  <a:pt x="5928531" y="3427017"/>
                  <a:pt x="5917135" y="3406211"/>
                </a:cubicBezTo>
                <a:cubicBezTo>
                  <a:pt x="5909651" y="3386137"/>
                  <a:pt x="5886518" y="3388167"/>
                  <a:pt x="5869282" y="3386588"/>
                </a:cubicBezTo>
                <a:cubicBezTo>
                  <a:pt x="5849325" y="3404406"/>
                  <a:pt x="5845016" y="3440494"/>
                  <a:pt x="5871550" y="3454703"/>
                </a:cubicBezTo>
                <a:cubicBezTo>
                  <a:pt x="5878808" y="3458199"/>
                  <a:pt x="5886235" y="3458650"/>
                  <a:pt x="5893056" y="3456927"/>
                </a:cubicBezTo>
                <a:close/>
                <a:moveTo>
                  <a:pt x="5485445" y="3456931"/>
                </a:moveTo>
                <a:cubicBezTo>
                  <a:pt x="5505632" y="3449457"/>
                  <a:pt x="5518899" y="3420073"/>
                  <a:pt x="5502571" y="3401740"/>
                </a:cubicBezTo>
                <a:cubicBezTo>
                  <a:pt x="5488510" y="3376611"/>
                  <a:pt x="5446101" y="3384835"/>
                  <a:pt x="5440885" y="3412706"/>
                </a:cubicBezTo>
                <a:cubicBezTo>
                  <a:pt x="5433854" y="3430981"/>
                  <a:pt x="5447235" y="3449257"/>
                  <a:pt x="5463790" y="3455882"/>
                </a:cubicBezTo>
                <a:cubicBezTo>
                  <a:pt x="5471217" y="3459480"/>
                  <a:pt x="5478716" y="3459423"/>
                  <a:pt x="5485445" y="3456931"/>
                </a:cubicBezTo>
                <a:close/>
                <a:moveTo>
                  <a:pt x="239990" y="3456985"/>
                </a:moveTo>
                <a:cubicBezTo>
                  <a:pt x="250043" y="3455845"/>
                  <a:pt x="259228" y="3451054"/>
                  <a:pt x="263504" y="3441587"/>
                </a:cubicBezTo>
                <a:cubicBezTo>
                  <a:pt x="276214" y="3419460"/>
                  <a:pt x="262579" y="3382961"/>
                  <a:pt x="233231" y="3386383"/>
                </a:cubicBezTo>
                <a:cubicBezTo>
                  <a:pt x="200185" y="3384786"/>
                  <a:pt x="190480" y="3430638"/>
                  <a:pt x="211277" y="3450484"/>
                </a:cubicBezTo>
                <a:cubicBezTo>
                  <a:pt x="219019" y="3455616"/>
                  <a:pt x="229938" y="3458126"/>
                  <a:pt x="239990" y="3456985"/>
                </a:cubicBezTo>
                <a:close/>
                <a:moveTo>
                  <a:pt x="1578950" y="3456986"/>
                </a:moveTo>
                <a:cubicBezTo>
                  <a:pt x="1589776" y="3454692"/>
                  <a:pt x="1599280" y="3447754"/>
                  <a:pt x="1602317" y="3436172"/>
                </a:cubicBezTo>
                <a:cubicBezTo>
                  <a:pt x="1611314" y="3413466"/>
                  <a:pt x="1592644" y="3382961"/>
                  <a:pt x="1567449" y="3387090"/>
                </a:cubicBezTo>
                <a:cubicBezTo>
                  <a:pt x="1536631" y="3386631"/>
                  <a:pt x="1527181" y="3430897"/>
                  <a:pt x="1547653" y="3449933"/>
                </a:cubicBezTo>
                <a:cubicBezTo>
                  <a:pt x="1555976" y="3456929"/>
                  <a:pt x="1568124" y="3459280"/>
                  <a:pt x="1578950" y="3456986"/>
                </a:cubicBezTo>
                <a:close/>
                <a:moveTo>
                  <a:pt x="5368952" y="3457034"/>
                </a:moveTo>
                <a:cubicBezTo>
                  <a:pt x="5388900" y="3457806"/>
                  <a:pt x="5408911" y="3442618"/>
                  <a:pt x="5405519" y="3419942"/>
                </a:cubicBezTo>
                <a:cubicBezTo>
                  <a:pt x="5408232" y="3392414"/>
                  <a:pt x="5372507" y="3378199"/>
                  <a:pt x="5352609" y="3393091"/>
                </a:cubicBezTo>
                <a:cubicBezTo>
                  <a:pt x="5334520" y="3406178"/>
                  <a:pt x="5333841" y="3435736"/>
                  <a:pt x="5349895" y="3450628"/>
                </a:cubicBezTo>
                <a:cubicBezTo>
                  <a:pt x="5355661" y="3454746"/>
                  <a:pt x="5362303" y="3456776"/>
                  <a:pt x="5368952" y="3457034"/>
                </a:cubicBezTo>
                <a:close/>
                <a:moveTo>
                  <a:pt x="8052145" y="3457073"/>
                </a:moveTo>
                <a:cubicBezTo>
                  <a:pt x="8063204" y="3454827"/>
                  <a:pt x="8072894" y="3447891"/>
                  <a:pt x="8075630" y="3436178"/>
                </a:cubicBezTo>
                <a:cubicBezTo>
                  <a:pt x="8084979" y="3413891"/>
                  <a:pt x="8067650" y="3382961"/>
                  <a:pt x="8041428" y="3388192"/>
                </a:cubicBezTo>
                <a:cubicBezTo>
                  <a:pt x="8010418" y="3387055"/>
                  <a:pt x="8000841" y="3431175"/>
                  <a:pt x="8020450" y="3449824"/>
                </a:cubicBezTo>
                <a:cubicBezTo>
                  <a:pt x="8028659" y="3456874"/>
                  <a:pt x="8041086" y="3459319"/>
                  <a:pt x="8052145" y="3457073"/>
                </a:cubicBezTo>
                <a:close/>
                <a:moveTo>
                  <a:pt x="6082872" y="3457099"/>
                </a:moveTo>
                <a:cubicBezTo>
                  <a:pt x="6110005" y="3465512"/>
                  <a:pt x="6135529" y="3432086"/>
                  <a:pt x="6123802" y="3407528"/>
                </a:cubicBezTo>
                <a:cubicBezTo>
                  <a:pt x="6116444" y="3380242"/>
                  <a:pt x="6071605" y="3379787"/>
                  <a:pt x="6061257" y="3405254"/>
                </a:cubicBezTo>
                <a:cubicBezTo>
                  <a:pt x="6052979" y="3424810"/>
                  <a:pt x="6060108" y="3451414"/>
                  <a:pt x="6082872" y="3457099"/>
                </a:cubicBezTo>
                <a:close/>
                <a:moveTo>
                  <a:pt x="6511532" y="3457251"/>
                </a:moveTo>
                <a:cubicBezTo>
                  <a:pt x="6528536" y="3451934"/>
                  <a:pt x="6540328" y="3431824"/>
                  <a:pt x="6535525" y="3413262"/>
                </a:cubicBezTo>
                <a:cubicBezTo>
                  <a:pt x="6532781" y="3384616"/>
                  <a:pt x="6491156" y="3378199"/>
                  <a:pt x="6474689" y="3398366"/>
                </a:cubicBezTo>
                <a:cubicBezTo>
                  <a:pt x="6460966" y="3418074"/>
                  <a:pt x="6469200" y="3450158"/>
                  <a:pt x="6493214" y="3457033"/>
                </a:cubicBezTo>
                <a:cubicBezTo>
                  <a:pt x="6499618" y="3459153"/>
                  <a:pt x="6505865" y="3459024"/>
                  <a:pt x="6511532" y="3457251"/>
                </a:cubicBezTo>
                <a:close/>
                <a:moveTo>
                  <a:pt x="6817881" y="3457333"/>
                </a:moveTo>
                <a:cubicBezTo>
                  <a:pt x="6835960" y="3452870"/>
                  <a:pt x="6849581" y="3431844"/>
                  <a:pt x="6843846" y="3412721"/>
                </a:cubicBezTo>
                <a:cubicBezTo>
                  <a:pt x="6840472" y="3384291"/>
                  <a:pt x="6798417" y="3378199"/>
                  <a:pt x="6784023" y="3400763"/>
                </a:cubicBezTo>
                <a:cubicBezTo>
                  <a:pt x="6770529" y="3418362"/>
                  <a:pt x="6777726" y="3448146"/>
                  <a:pt x="6798866" y="3455592"/>
                </a:cubicBezTo>
                <a:cubicBezTo>
                  <a:pt x="6805332" y="3458469"/>
                  <a:pt x="6811854" y="3458821"/>
                  <a:pt x="6817881" y="3457333"/>
                </a:cubicBezTo>
                <a:close/>
                <a:moveTo>
                  <a:pt x="8664911" y="3457461"/>
                </a:moveTo>
                <a:cubicBezTo>
                  <a:pt x="8686163" y="3453507"/>
                  <a:pt x="8703129" y="3426845"/>
                  <a:pt x="8690681" y="3405414"/>
                </a:cubicBezTo>
                <a:cubicBezTo>
                  <a:pt x="8682951" y="3386364"/>
                  <a:pt x="8660442" y="3387725"/>
                  <a:pt x="8643617" y="3386137"/>
                </a:cubicBezTo>
                <a:cubicBezTo>
                  <a:pt x="8623836" y="3403373"/>
                  <a:pt x="8618379" y="3437391"/>
                  <a:pt x="8643162" y="3452812"/>
                </a:cubicBezTo>
                <a:cubicBezTo>
                  <a:pt x="8650267" y="3457575"/>
                  <a:pt x="8657827" y="3458779"/>
                  <a:pt x="8664911" y="3457461"/>
                </a:cubicBezTo>
                <a:close/>
                <a:moveTo>
                  <a:pt x="6398266" y="3457467"/>
                </a:moveTo>
                <a:cubicBezTo>
                  <a:pt x="6418216" y="3457990"/>
                  <a:pt x="6439068" y="3441112"/>
                  <a:pt x="6435285" y="3419235"/>
                </a:cubicBezTo>
                <a:cubicBezTo>
                  <a:pt x="6434826" y="3389381"/>
                  <a:pt x="6389882" y="3375024"/>
                  <a:pt x="6372225" y="3399408"/>
                </a:cubicBezTo>
                <a:cubicBezTo>
                  <a:pt x="6357779" y="3414677"/>
                  <a:pt x="6363741" y="3439289"/>
                  <a:pt x="6379563" y="3450684"/>
                </a:cubicBezTo>
                <a:cubicBezTo>
                  <a:pt x="6385067" y="3455185"/>
                  <a:pt x="6391616" y="3457293"/>
                  <a:pt x="6398266" y="3457467"/>
                </a:cubicBezTo>
                <a:close/>
                <a:moveTo>
                  <a:pt x="2493959" y="3457529"/>
                </a:moveTo>
                <a:cubicBezTo>
                  <a:pt x="2515893" y="3457710"/>
                  <a:pt x="2537217" y="3436056"/>
                  <a:pt x="2528862" y="3411845"/>
                </a:cubicBezTo>
                <a:cubicBezTo>
                  <a:pt x="2524772" y="3383201"/>
                  <a:pt x="2481324" y="3378199"/>
                  <a:pt x="2467682" y="3401842"/>
                </a:cubicBezTo>
                <a:cubicBezTo>
                  <a:pt x="2457449" y="3415937"/>
                  <a:pt x="2460406" y="3437307"/>
                  <a:pt x="2472907" y="3449356"/>
                </a:cubicBezTo>
                <a:cubicBezTo>
                  <a:pt x="2479278" y="3454982"/>
                  <a:pt x="2486654" y="3457469"/>
                  <a:pt x="2493959" y="3457529"/>
                </a:cubicBezTo>
                <a:close/>
                <a:moveTo>
                  <a:pt x="849296" y="3457652"/>
                </a:moveTo>
                <a:cubicBezTo>
                  <a:pt x="868304" y="3457800"/>
                  <a:pt x="887977" y="3440878"/>
                  <a:pt x="884754" y="3420401"/>
                </a:cubicBezTo>
                <a:cubicBezTo>
                  <a:pt x="885433" y="3397161"/>
                  <a:pt x="858296" y="3379787"/>
                  <a:pt x="837265" y="3389489"/>
                </a:cubicBezTo>
                <a:cubicBezTo>
                  <a:pt x="812614" y="3399417"/>
                  <a:pt x="811257" y="3436421"/>
                  <a:pt x="831385" y="3451313"/>
                </a:cubicBezTo>
                <a:cubicBezTo>
                  <a:pt x="836699" y="3455657"/>
                  <a:pt x="842960" y="3457603"/>
                  <a:pt x="849296" y="3457652"/>
                </a:cubicBezTo>
                <a:close/>
                <a:moveTo>
                  <a:pt x="7433123" y="3457653"/>
                </a:moveTo>
                <a:cubicBezTo>
                  <a:pt x="7441891" y="3456793"/>
                  <a:pt x="7450085" y="3453066"/>
                  <a:pt x="7455013" y="3445382"/>
                </a:cubicBezTo>
                <a:cubicBezTo>
                  <a:pt x="7472204" y="3422676"/>
                  <a:pt x="7453867" y="3379786"/>
                  <a:pt x="7422236" y="3386896"/>
                </a:cubicBezTo>
                <a:cubicBezTo>
                  <a:pt x="7391063" y="3389878"/>
                  <a:pt x="7386479" y="3435749"/>
                  <a:pt x="7407796" y="3452722"/>
                </a:cubicBezTo>
                <a:cubicBezTo>
                  <a:pt x="7415016" y="3456506"/>
                  <a:pt x="7424356" y="3458513"/>
                  <a:pt x="7433123" y="3457653"/>
                </a:cubicBezTo>
                <a:close/>
                <a:moveTo>
                  <a:pt x="334586" y="3457723"/>
                </a:moveTo>
                <a:cubicBezTo>
                  <a:pt x="353833" y="3458460"/>
                  <a:pt x="373730" y="3442307"/>
                  <a:pt x="370967" y="3421282"/>
                </a:cubicBezTo>
                <a:cubicBezTo>
                  <a:pt x="373959" y="3394389"/>
                  <a:pt x="338744" y="3376612"/>
                  <a:pt x="317799" y="3392794"/>
                </a:cubicBezTo>
                <a:cubicBezTo>
                  <a:pt x="298004" y="3405101"/>
                  <a:pt x="296854" y="3437919"/>
                  <a:pt x="316418" y="3450910"/>
                </a:cubicBezTo>
                <a:cubicBezTo>
                  <a:pt x="321826" y="3455354"/>
                  <a:pt x="328171" y="3457477"/>
                  <a:pt x="334586" y="3457723"/>
                </a:cubicBezTo>
                <a:close/>
                <a:moveTo>
                  <a:pt x="5264183" y="3457743"/>
                </a:moveTo>
                <a:cubicBezTo>
                  <a:pt x="5270831" y="3459167"/>
                  <a:pt x="5278023" y="3458121"/>
                  <a:pt x="5285015" y="3453541"/>
                </a:cubicBezTo>
                <a:cubicBezTo>
                  <a:pt x="5310029" y="3438386"/>
                  <a:pt x="5306618" y="3402423"/>
                  <a:pt x="5284106" y="3386137"/>
                </a:cubicBezTo>
                <a:cubicBezTo>
                  <a:pt x="5267733" y="3388399"/>
                  <a:pt x="5243856" y="3386589"/>
                  <a:pt x="5239080" y="3406946"/>
                </a:cubicBezTo>
                <a:cubicBezTo>
                  <a:pt x="5229189" y="3426964"/>
                  <a:pt x="5244240" y="3453470"/>
                  <a:pt x="5264183" y="3457743"/>
                </a:cubicBezTo>
                <a:close/>
                <a:moveTo>
                  <a:pt x="1259392" y="3457773"/>
                </a:moveTo>
                <a:cubicBezTo>
                  <a:pt x="1278949" y="3458228"/>
                  <a:pt x="1299378" y="3439862"/>
                  <a:pt x="1296969" y="3419719"/>
                </a:cubicBezTo>
                <a:cubicBezTo>
                  <a:pt x="1297427" y="3391507"/>
                  <a:pt x="1257288" y="3376611"/>
                  <a:pt x="1238022" y="3396924"/>
                </a:cubicBezTo>
                <a:cubicBezTo>
                  <a:pt x="1220814" y="3410917"/>
                  <a:pt x="1222190" y="3438451"/>
                  <a:pt x="1241003" y="3450413"/>
                </a:cubicBezTo>
                <a:cubicBezTo>
                  <a:pt x="1246450" y="3455378"/>
                  <a:pt x="1252873" y="3457621"/>
                  <a:pt x="1259392" y="3457773"/>
                </a:cubicBezTo>
                <a:close/>
                <a:moveTo>
                  <a:pt x="6290653" y="3457832"/>
                </a:moveTo>
                <a:cubicBezTo>
                  <a:pt x="6306820" y="3460493"/>
                  <a:pt x="6324173" y="3451666"/>
                  <a:pt x="6330498" y="3435051"/>
                </a:cubicBezTo>
                <a:cubicBezTo>
                  <a:pt x="6343491" y="3407359"/>
                  <a:pt x="6309071" y="3373437"/>
                  <a:pt x="6282401" y="3389129"/>
                </a:cubicBezTo>
                <a:cubicBezTo>
                  <a:pt x="6258466" y="3399514"/>
                  <a:pt x="6254591" y="3435513"/>
                  <a:pt x="6275335" y="3451205"/>
                </a:cubicBezTo>
                <a:cubicBezTo>
                  <a:pt x="6280008" y="3454781"/>
                  <a:pt x="6285265" y="3456945"/>
                  <a:pt x="6290653" y="3457832"/>
                </a:cubicBezTo>
                <a:close/>
                <a:moveTo>
                  <a:pt x="5997852" y="3457841"/>
                </a:moveTo>
                <a:cubicBezTo>
                  <a:pt x="6014962" y="3452960"/>
                  <a:pt x="6027301" y="3432139"/>
                  <a:pt x="6021704" y="3413652"/>
                </a:cubicBezTo>
                <a:cubicBezTo>
                  <a:pt x="6019443" y="3393378"/>
                  <a:pt x="5994792" y="3379786"/>
                  <a:pt x="5976700" y="3388540"/>
                </a:cubicBezTo>
                <a:cubicBezTo>
                  <a:pt x="5948204" y="3398677"/>
                  <a:pt x="5950692" y="3449360"/>
                  <a:pt x="5979640" y="3456732"/>
                </a:cubicBezTo>
                <a:cubicBezTo>
                  <a:pt x="5985916" y="3459324"/>
                  <a:pt x="5992149" y="3459468"/>
                  <a:pt x="5997852" y="3457841"/>
                </a:cubicBezTo>
                <a:close/>
                <a:moveTo>
                  <a:pt x="2696801" y="3457884"/>
                </a:moveTo>
                <a:cubicBezTo>
                  <a:pt x="2714333" y="3458840"/>
                  <a:pt x="2732147" y="3447586"/>
                  <a:pt x="2735040" y="3428859"/>
                </a:cubicBezTo>
                <a:cubicBezTo>
                  <a:pt x="2743204" y="3399307"/>
                  <a:pt x="2705331" y="3375024"/>
                  <a:pt x="2681743" y="3392664"/>
                </a:cubicBezTo>
                <a:cubicBezTo>
                  <a:pt x="2660654" y="3405721"/>
                  <a:pt x="2660654" y="3438022"/>
                  <a:pt x="2679927" y="3452683"/>
                </a:cubicBezTo>
                <a:cubicBezTo>
                  <a:pt x="2685148" y="3455890"/>
                  <a:pt x="2690958" y="3457566"/>
                  <a:pt x="2696801" y="3457884"/>
                </a:cubicBezTo>
                <a:close/>
                <a:moveTo>
                  <a:pt x="1884543" y="3457918"/>
                </a:moveTo>
                <a:cubicBezTo>
                  <a:pt x="1898707" y="3454655"/>
                  <a:pt x="1908942" y="3438921"/>
                  <a:pt x="1916113" y="3426505"/>
                </a:cubicBezTo>
                <a:cubicBezTo>
                  <a:pt x="1910875" y="3409042"/>
                  <a:pt x="1904275" y="3387044"/>
                  <a:pt x="1881764" y="3387044"/>
                </a:cubicBezTo>
                <a:cubicBezTo>
                  <a:pt x="1841520" y="3379787"/>
                  <a:pt x="1830381" y="3448276"/>
                  <a:pt x="1869036" y="3456441"/>
                </a:cubicBezTo>
                <a:cubicBezTo>
                  <a:pt x="1874666" y="3458708"/>
                  <a:pt x="1879816" y="3459006"/>
                  <a:pt x="1884543" y="3457918"/>
                </a:cubicBezTo>
                <a:close/>
                <a:moveTo>
                  <a:pt x="8144464" y="3457958"/>
                </a:moveTo>
                <a:cubicBezTo>
                  <a:pt x="8148734" y="3458480"/>
                  <a:pt x="8153242" y="3457954"/>
                  <a:pt x="8158004" y="3455964"/>
                </a:cubicBezTo>
                <a:cubicBezTo>
                  <a:pt x="8192929" y="3446412"/>
                  <a:pt x="8184538" y="3382961"/>
                  <a:pt x="8146211" y="3386372"/>
                </a:cubicBezTo>
                <a:cubicBezTo>
                  <a:pt x="8118543" y="3384781"/>
                  <a:pt x="8111966" y="3414801"/>
                  <a:pt x="8111966" y="3436178"/>
                </a:cubicBezTo>
                <a:cubicBezTo>
                  <a:pt x="8120981" y="3445389"/>
                  <a:pt x="8131654" y="3456391"/>
                  <a:pt x="8144464" y="3457958"/>
                </a:cubicBezTo>
                <a:close/>
                <a:moveTo>
                  <a:pt x="7732923" y="3457987"/>
                </a:moveTo>
                <a:cubicBezTo>
                  <a:pt x="7752823" y="3458514"/>
                  <a:pt x="7772978" y="3442287"/>
                  <a:pt x="7770427" y="3420249"/>
                </a:cubicBezTo>
                <a:cubicBezTo>
                  <a:pt x="7770427" y="3394308"/>
                  <a:pt x="7736863" y="3375024"/>
                  <a:pt x="7716225" y="3392242"/>
                </a:cubicBezTo>
                <a:cubicBezTo>
                  <a:pt x="7695815" y="3404638"/>
                  <a:pt x="7694454" y="3437696"/>
                  <a:pt x="7713958" y="3451470"/>
                </a:cubicBezTo>
                <a:cubicBezTo>
                  <a:pt x="7719684" y="3455774"/>
                  <a:pt x="7726289" y="3457811"/>
                  <a:pt x="7732923" y="3457987"/>
                </a:cubicBezTo>
                <a:close/>
                <a:moveTo>
                  <a:pt x="5064118" y="3458028"/>
                </a:moveTo>
                <a:cubicBezTo>
                  <a:pt x="5085228" y="3457220"/>
                  <a:pt x="5105659" y="3435236"/>
                  <a:pt x="5097383" y="3413124"/>
                </a:cubicBezTo>
                <a:cubicBezTo>
                  <a:pt x="5093475" y="3388178"/>
                  <a:pt x="5059222" y="3378199"/>
                  <a:pt x="5040601" y="3394301"/>
                </a:cubicBezTo>
                <a:cubicBezTo>
                  <a:pt x="5024279" y="3408815"/>
                  <a:pt x="5025888" y="3438071"/>
                  <a:pt x="5043819" y="3450998"/>
                </a:cubicBezTo>
                <a:cubicBezTo>
                  <a:pt x="5049969" y="3456214"/>
                  <a:pt x="5057081" y="3458297"/>
                  <a:pt x="5064118" y="3458028"/>
                </a:cubicBezTo>
                <a:close/>
                <a:moveTo>
                  <a:pt x="6908534" y="3458032"/>
                </a:moveTo>
                <a:cubicBezTo>
                  <a:pt x="6923948" y="3459475"/>
                  <a:pt x="6939201" y="3448060"/>
                  <a:pt x="6949916" y="3436773"/>
                </a:cubicBezTo>
                <a:cubicBezTo>
                  <a:pt x="6949916" y="3415339"/>
                  <a:pt x="6941620" y="3386837"/>
                  <a:pt x="6915119" y="3386837"/>
                </a:cubicBezTo>
                <a:cubicBezTo>
                  <a:pt x="6879861" y="3382961"/>
                  <a:pt x="6864191" y="3433809"/>
                  <a:pt x="6893227" y="3451822"/>
                </a:cubicBezTo>
                <a:cubicBezTo>
                  <a:pt x="6898239" y="3455641"/>
                  <a:pt x="6903396" y="3457551"/>
                  <a:pt x="6908534" y="3458032"/>
                </a:cubicBezTo>
                <a:close/>
                <a:moveTo>
                  <a:pt x="7627203" y="3458036"/>
                </a:moveTo>
                <a:cubicBezTo>
                  <a:pt x="7644904" y="3460582"/>
                  <a:pt x="7664275" y="3447436"/>
                  <a:pt x="7667189" y="3428361"/>
                </a:cubicBezTo>
                <a:cubicBezTo>
                  <a:pt x="7673817" y="3403845"/>
                  <a:pt x="7647303" y="3379787"/>
                  <a:pt x="7623532" y="3388036"/>
                </a:cubicBezTo>
                <a:cubicBezTo>
                  <a:pt x="7596561" y="3394451"/>
                  <a:pt x="7586504" y="3433631"/>
                  <a:pt x="7610732" y="3449899"/>
                </a:cubicBezTo>
                <a:cubicBezTo>
                  <a:pt x="7615589" y="3454596"/>
                  <a:pt x="7621304" y="3457188"/>
                  <a:pt x="7627203" y="3458036"/>
                </a:cubicBezTo>
                <a:close/>
                <a:moveTo>
                  <a:pt x="1057352" y="3458054"/>
                </a:moveTo>
                <a:cubicBezTo>
                  <a:pt x="1076223" y="3457206"/>
                  <a:pt x="1094163" y="3441442"/>
                  <a:pt x="1090421" y="3420137"/>
                </a:cubicBezTo>
                <a:cubicBezTo>
                  <a:pt x="1093143" y="3394709"/>
                  <a:pt x="1060942" y="3376611"/>
                  <a:pt x="1040759" y="3391272"/>
                </a:cubicBezTo>
                <a:cubicBezTo>
                  <a:pt x="1017627" y="3402956"/>
                  <a:pt x="1017854" y="3439838"/>
                  <a:pt x="1038945" y="3453583"/>
                </a:cubicBezTo>
                <a:cubicBezTo>
                  <a:pt x="1044670" y="3456962"/>
                  <a:pt x="1051062" y="3458337"/>
                  <a:pt x="1057352" y="3458054"/>
                </a:cubicBezTo>
                <a:close/>
                <a:moveTo>
                  <a:pt x="6200414" y="3458077"/>
                </a:moveTo>
                <a:cubicBezTo>
                  <a:pt x="6205713" y="3457517"/>
                  <a:pt x="6211026" y="3455533"/>
                  <a:pt x="6216181" y="3451678"/>
                </a:cubicBezTo>
                <a:cubicBezTo>
                  <a:pt x="6246654" y="3431494"/>
                  <a:pt x="6221222" y="3376611"/>
                  <a:pt x="6186166" y="3388404"/>
                </a:cubicBezTo>
                <a:cubicBezTo>
                  <a:pt x="6162566" y="3392033"/>
                  <a:pt x="6159358" y="3417886"/>
                  <a:pt x="6157754" y="3436710"/>
                </a:cubicBezTo>
                <a:cubicBezTo>
                  <a:pt x="6168752" y="3448616"/>
                  <a:pt x="6184519" y="3459757"/>
                  <a:pt x="6200414" y="3458077"/>
                </a:cubicBezTo>
                <a:close/>
                <a:moveTo>
                  <a:pt x="1364955" y="3458094"/>
                </a:moveTo>
                <a:cubicBezTo>
                  <a:pt x="1384245" y="3458115"/>
                  <a:pt x="1403922" y="3439621"/>
                  <a:pt x="1400836" y="3419601"/>
                </a:cubicBezTo>
                <a:cubicBezTo>
                  <a:pt x="1399464" y="3397884"/>
                  <a:pt x="1373857" y="3379786"/>
                  <a:pt x="1352823" y="3389514"/>
                </a:cubicBezTo>
                <a:cubicBezTo>
                  <a:pt x="1326067" y="3396979"/>
                  <a:pt x="1322408" y="3438603"/>
                  <a:pt x="1346648" y="3451272"/>
                </a:cubicBezTo>
                <a:cubicBezTo>
                  <a:pt x="1352136" y="3456022"/>
                  <a:pt x="1358524" y="3458086"/>
                  <a:pt x="1364955" y="3458094"/>
                </a:cubicBezTo>
                <a:close/>
                <a:moveTo>
                  <a:pt x="5789528" y="3458126"/>
                </a:moveTo>
                <a:cubicBezTo>
                  <a:pt x="5808691" y="3454193"/>
                  <a:pt x="5823647" y="3432708"/>
                  <a:pt x="5816691" y="3412757"/>
                </a:cubicBezTo>
                <a:cubicBezTo>
                  <a:pt x="5812285" y="3381837"/>
                  <a:pt x="5760576" y="3378199"/>
                  <a:pt x="5751300" y="3407528"/>
                </a:cubicBezTo>
                <a:cubicBezTo>
                  <a:pt x="5743416" y="3425035"/>
                  <a:pt x="5751764" y="3447316"/>
                  <a:pt x="5769619" y="3455500"/>
                </a:cubicBezTo>
                <a:cubicBezTo>
                  <a:pt x="5776285" y="3458797"/>
                  <a:pt x="5783140" y="3459436"/>
                  <a:pt x="5789528" y="3458126"/>
                </a:cubicBezTo>
                <a:close/>
                <a:moveTo>
                  <a:pt x="1776792" y="3458143"/>
                </a:moveTo>
                <a:cubicBezTo>
                  <a:pt x="1797502" y="3456976"/>
                  <a:pt x="1816866" y="3436619"/>
                  <a:pt x="1809685" y="3413798"/>
                </a:cubicBezTo>
                <a:cubicBezTo>
                  <a:pt x="1806949" y="3388672"/>
                  <a:pt x="1780504" y="3386136"/>
                  <a:pt x="1760898" y="3386136"/>
                </a:cubicBezTo>
                <a:cubicBezTo>
                  <a:pt x="1742433" y="3402272"/>
                  <a:pt x="1733542" y="3435927"/>
                  <a:pt x="1756567" y="3452294"/>
                </a:cubicBezTo>
                <a:cubicBezTo>
                  <a:pt x="1762836" y="3456789"/>
                  <a:pt x="1769889" y="3458532"/>
                  <a:pt x="1776792" y="3458143"/>
                </a:cubicBezTo>
                <a:close/>
                <a:moveTo>
                  <a:pt x="1669902" y="3458196"/>
                </a:moveTo>
                <a:cubicBezTo>
                  <a:pt x="1689285" y="3459146"/>
                  <a:pt x="1708827" y="3443647"/>
                  <a:pt x="1706114" y="3421026"/>
                </a:cubicBezTo>
                <a:cubicBezTo>
                  <a:pt x="1708827" y="3392244"/>
                  <a:pt x="1673784" y="3378199"/>
                  <a:pt x="1652759" y="3392475"/>
                </a:cubicBezTo>
                <a:cubicBezTo>
                  <a:pt x="1635124" y="3406290"/>
                  <a:pt x="1636707" y="3435992"/>
                  <a:pt x="1651402" y="3451418"/>
                </a:cubicBezTo>
                <a:cubicBezTo>
                  <a:pt x="1656998" y="3455736"/>
                  <a:pt x="1663441" y="3457880"/>
                  <a:pt x="1669902" y="3458196"/>
                </a:cubicBezTo>
                <a:close/>
                <a:moveTo>
                  <a:pt x="5577598" y="3458237"/>
                </a:moveTo>
                <a:cubicBezTo>
                  <a:pt x="5596501" y="3458311"/>
                  <a:pt x="5615789" y="3440112"/>
                  <a:pt x="5613907" y="3420381"/>
                </a:cubicBezTo>
                <a:cubicBezTo>
                  <a:pt x="5613451" y="3393394"/>
                  <a:pt x="5575816" y="3375024"/>
                  <a:pt x="5555288" y="3394754"/>
                </a:cubicBezTo>
                <a:cubicBezTo>
                  <a:pt x="5537041" y="3409496"/>
                  <a:pt x="5540006" y="3439431"/>
                  <a:pt x="5559622" y="3451451"/>
                </a:cubicBezTo>
                <a:cubicBezTo>
                  <a:pt x="5565039" y="3456157"/>
                  <a:pt x="5571298" y="3458212"/>
                  <a:pt x="5577598" y="3458237"/>
                </a:cubicBezTo>
                <a:close/>
                <a:moveTo>
                  <a:pt x="4852497" y="3458274"/>
                </a:moveTo>
                <a:cubicBezTo>
                  <a:pt x="4869988" y="3460931"/>
                  <a:pt x="4889430" y="3448290"/>
                  <a:pt x="4892499" y="3429608"/>
                </a:cubicBezTo>
                <a:cubicBezTo>
                  <a:pt x="4898866" y="3405154"/>
                  <a:pt x="4872944" y="3379787"/>
                  <a:pt x="4848841" y="3388014"/>
                </a:cubicBezTo>
                <a:cubicBezTo>
                  <a:pt x="4820645" y="3392814"/>
                  <a:pt x="4813141" y="3434178"/>
                  <a:pt x="4836335" y="3450176"/>
                </a:cubicBezTo>
                <a:cubicBezTo>
                  <a:pt x="4841053" y="3454804"/>
                  <a:pt x="4846667" y="3457389"/>
                  <a:pt x="4852497" y="3458274"/>
                </a:cubicBezTo>
                <a:close/>
                <a:moveTo>
                  <a:pt x="6713150" y="3458404"/>
                </a:moveTo>
                <a:cubicBezTo>
                  <a:pt x="6731754" y="3454812"/>
                  <a:pt x="6746252" y="3432130"/>
                  <a:pt x="6740093" y="3412518"/>
                </a:cubicBezTo>
                <a:cubicBezTo>
                  <a:pt x="6738725" y="3388642"/>
                  <a:pt x="6709757" y="3384549"/>
                  <a:pt x="6691282" y="3389779"/>
                </a:cubicBezTo>
                <a:cubicBezTo>
                  <a:pt x="6668929" y="3403195"/>
                  <a:pt x="6669842" y="3443670"/>
                  <a:pt x="6693791" y="3454812"/>
                </a:cubicBezTo>
                <a:cubicBezTo>
                  <a:pt x="6700291" y="3458677"/>
                  <a:pt x="6706949" y="3459601"/>
                  <a:pt x="6713150" y="3458404"/>
                </a:cubicBezTo>
                <a:close/>
                <a:moveTo>
                  <a:pt x="7839741" y="3458542"/>
                </a:moveTo>
                <a:cubicBezTo>
                  <a:pt x="7861237" y="3457215"/>
                  <a:pt x="7882154" y="3435201"/>
                  <a:pt x="7873753" y="3412930"/>
                </a:cubicBezTo>
                <a:cubicBezTo>
                  <a:pt x="7866895" y="3390546"/>
                  <a:pt x="7834433" y="3376612"/>
                  <a:pt x="7817060" y="3396256"/>
                </a:cubicBezTo>
                <a:cubicBezTo>
                  <a:pt x="7799686" y="3409961"/>
                  <a:pt x="7799229" y="3440112"/>
                  <a:pt x="7819117" y="3452218"/>
                </a:cubicBezTo>
                <a:cubicBezTo>
                  <a:pt x="7825347" y="3457129"/>
                  <a:pt x="7832576" y="3458985"/>
                  <a:pt x="7839741" y="3458542"/>
                </a:cubicBezTo>
                <a:close/>
                <a:moveTo>
                  <a:pt x="956596" y="3458587"/>
                </a:moveTo>
                <a:cubicBezTo>
                  <a:pt x="977289" y="3455675"/>
                  <a:pt x="993852" y="3429736"/>
                  <a:pt x="984436" y="3408134"/>
                </a:cubicBezTo>
                <a:cubicBezTo>
                  <a:pt x="977710" y="3381374"/>
                  <a:pt x="933765" y="3379786"/>
                  <a:pt x="924573" y="3405640"/>
                </a:cubicBezTo>
                <a:cubicBezTo>
                  <a:pt x="917623" y="3420835"/>
                  <a:pt x="920538" y="3443513"/>
                  <a:pt x="935335" y="3452812"/>
                </a:cubicBezTo>
                <a:cubicBezTo>
                  <a:pt x="942341" y="3457971"/>
                  <a:pt x="949698" y="3459558"/>
                  <a:pt x="956596" y="3458587"/>
                </a:cubicBezTo>
                <a:close/>
                <a:moveTo>
                  <a:pt x="7223461" y="3458828"/>
                </a:moveTo>
                <a:cubicBezTo>
                  <a:pt x="7228165" y="3458807"/>
                  <a:pt x="7233012" y="3457441"/>
                  <a:pt x="7237931" y="3454222"/>
                </a:cubicBezTo>
                <a:cubicBezTo>
                  <a:pt x="7264242" y="3439736"/>
                  <a:pt x="7257150" y="3403405"/>
                  <a:pt x="7237931" y="3385929"/>
                </a:cubicBezTo>
                <a:cubicBezTo>
                  <a:pt x="7224204" y="3388688"/>
                  <a:pt x="7207274" y="3384549"/>
                  <a:pt x="7196978" y="3396046"/>
                </a:cubicBezTo>
                <a:cubicBezTo>
                  <a:pt x="7186454" y="3406854"/>
                  <a:pt x="7189199" y="3422950"/>
                  <a:pt x="7186912" y="3436517"/>
                </a:cubicBezTo>
                <a:cubicBezTo>
                  <a:pt x="7196521" y="3446864"/>
                  <a:pt x="7209347" y="3458893"/>
                  <a:pt x="7223461" y="3458828"/>
                </a:cubicBezTo>
                <a:close/>
                <a:moveTo>
                  <a:pt x="1150701" y="3458902"/>
                </a:moveTo>
                <a:cubicBezTo>
                  <a:pt x="1166892" y="3460749"/>
                  <a:pt x="1185593" y="3452667"/>
                  <a:pt x="1190611" y="3435811"/>
                </a:cubicBezTo>
                <a:cubicBezTo>
                  <a:pt x="1200189" y="3416876"/>
                  <a:pt x="1185365" y="3399558"/>
                  <a:pt x="1173962" y="3386165"/>
                </a:cubicBezTo>
                <a:cubicBezTo>
                  <a:pt x="1158910" y="3388936"/>
                  <a:pt x="1137478" y="3384549"/>
                  <a:pt x="1129726" y="3401867"/>
                </a:cubicBezTo>
                <a:cubicBezTo>
                  <a:pt x="1117640" y="3422418"/>
                  <a:pt x="1128130" y="3451513"/>
                  <a:pt x="1150701" y="3458902"/>
                </a:cubicBezTo>
                <a:close/>
                <a:moveTo>
                  <a:pt x="7533992" y="3462337"/>
                </a:moveTo>
                <a:cubicBezTo>
                  <a:pt x="7551055" y="3451822"/>
                  <a:pt x="7569041" y="3436277"/>
                  <a:pt x="7564890" y="3413874"/>
                </a:cubicBezTo>
                <a:cubicBezTo>
                  <a:pt x="7562585" y="3380956"/>
                  <a:pt x="7508627" y="3376612"/>
                  <a:pt x="7498943" y="3407473"/>
                </a:cubicBezTo>
                <a:cubicBezTo>
                  <a:pt x="7486491" y="3433534"/>
                  <a:pt x="7509088" y="3457308"/>
                  <a:pt x="7533992" y="3462337"/>
                </a:cubicBezTo>
                <a:close/>
                <a:moveTo>
                  <a:pt x="7122954" y="3462337"/>
                </a:moveTo>
                <a:cubicBezTo>
                  <a:pt x="7135427" y="3453184"/>
                  <a:pt x="7153570" y="3445175"/>
                  <a:pt x="7154931" y="3427326"/>
                </a:cubicBezTo>
                <a:cubicBezTo>
                  <a:pt x="7157879" y="3409935"/>
                  <a:pt x="7142684" y="3398265"/>
                  <a:pt x="7132706" y="3386595"/>
                </a:cubicBezTo>
                <a:cubicBezTo>
                  <a:pt x="7111161" y="3386137"/>
                  <a:pt x="7084627" y="3395061"/>
                  <a:pt x="7084400" y="3420919"/>
                </a:cubicBezTo>
                <a:cubicBezTo>
                  <a:pt x="7081679" y="3444717"/>
                  <a:pt x="7104584" y="3455472"/>
                  <a:pt x="7122954" y="3462337"/>
                </a:cubicBezTo>
                <a:close/>
                <a:moveTo>
                  <a:pt x="4753808" y="3462337"/>
                </a:moveTo>
                <a:cubicBezTo>
                  <a:pt x="4776662" y="3455654"/>
                  <a:pt x="4802029" y="3433762"/>
                  <a:pt x="4787174" y="3407952"/>
                </a:cubicBezTo>
                <a:cubicBezTo>
                  <a:pt x="4776890" y="3376612"/>
                  <a:pt x="4727298" y="3381451"/>
                  <a:pt x="4721585" y="3413022"/>
                </a:cubicBezTo>
                <a:cubicBezTo>
                  <a:pt x="4713129" y="3436988"/>
                  <a:pt x="4736897" y="3451737"/>
                  <a:pt x="4753808" y="3462337"/>
                </a:cubicBezTo>
                <a:close/>
                <a:moveTo>
                  <a:pt x="2389631" y="3462337"/>
                </a:moveTo>
                <a:cubicBezTo>
                  <a:pt x="2407695" y="3455516"/>
                  <a:pt x="2429108" y="3444147"/>
                  <a:pt x="2424828" y="3420727"/>
                </a:cubicBezTo>
                <a:cubicBezTo>
                  <a:pt x="2430462" y="3381845"/>
                  <a:pt x="2364409" y="3375024"/>
                  <a:pt x="2360808" y="3413224"/>
                </a:cubicBezTo>
                <a:cubicBezTo>
                  <a:pt x="2354265" y="3435961"/>
                  <a:pt x="2371840" y="3452560"/>
                  <a:pt x="2389631" y="3462337"/>
                </a:cubicBezTo>
                <a:close/>
                <a:moveTo>
                  <a:pt x="1465007" y="3462337"/>
                </a:moveTo>
                <a:cubicBezTo>
                  <a:pt x="1478386" y="3455225"/>
                  <a:pt x="1497300" y="3450637"/>
                  <a:pt x="1500529" y="3432973"/>
                </a:cubicBezTo>
                <a:cubicBezTo>
                  <a:pt x="1508139" y="3410262"/>
                  <a:pt x="1488768" y="3382962"/>
                  <a:pt x="1463854" y="3386633"/>
                </a:cubicBezTo>
                <a:cubicBezTo>
                  <a:pt x="1442406" y="3388927"/>
                  <a:pt x="1427182" y="3412097"/>
                  <a:pt x="1433866" y="3432514"/>
                </a:cubicBezTo>
                <a:cubicBezTo>
                  <a:pt x="1438019" y="3447655"/>
                  <a:pt x="1453474" y="3453849"/>
                  <a:pt x="1465007" y="3462337"/>
                </a:cubicBezTo>
                <a:close/>
                <a:moveTo>
                  <a:pt x="1361476" y="3554609"/>
                </a:moveTo>
                <a:cubicBezTo>
                  <a:pt x="1378645" y="3555596"/>
                  <a:pt x="1396208" y="3544093"/>
                  <a:pt x="1393767" y="3524349"/>
                </a:cubicBezTo>
                <a:cubicBezTo>
                  <a:pt x="1395627" y="3499397"/>
                  <a:pt x="1362856" y="3489324"/>
                  <a:pt x="1344727" y="3503059"/>
                </a:cubicBezTo>
                <a:cubicBezTo>
                  <a:pt x="1333102" y="3515650"/>
                  <a:pt x="1331941" y="3537168"/>
                  <a:pt x="1345192" y="3549301"/>
                </a:cubicBezTo>
                <a:cubicBezTo>
                  <a:pt x="1350073" y="3552563"/>
                  <a:pt x="1355753" y="3554280"/>
                  <a:pt x="1361476" y="3554609"/>
                </a:cubicBezTo>
                <a:close/>
                <a:moveTo>
                  <a:pt x="8877893" y="3555971"/>
                </a:moveTo>
                <a:cubicBezTo>
                  <a:pt x="8887464" y="3553519"/>
                  <a:pt x="8895521" y="3547530"/>
                  <a:pt x="8897921" y="3536807"/>
                </a:cubicBezTo>
                <a:cubicBezTo>
                  <a:pt x="8908892" y="3513536"/>
                  <a:pt x="8888092" y="3484562"/>
                  <a:pt x="8862036" y="3490038"/>
                </a:cubicBezTo>
                <a:cubicBezTo>
                  <a:pt x="8830036" y="3488669"/>
                  <a:pt x="8821579" y="3542054"/>
                  <a:pt x="8848779" y="3553918"/>
                </a:cubicBezTo>
                <a:cubicBezTo>
                  <a:pt x="8857236" y="3557340"/>
                  <a:pt x="8868321" y="3558424"/>
                  <a:pt x="8877893" y="3555971"/>
                </a:cubicBezTo>
                <a:close/>
                <a:moveTo>
                  <a:pt x="246128" y="3556040"/>
                </a:moveTo>
                <a:cubicBezTo>
                  <a:pt x="254742" y="3554024"/>
                  <a:pt x="262134" y="3549322"/>
                  <a:pt x="265091" y="3540364"/>
                </a:cubicBezTo>
                <a:cubicBezTo>
                  <a:pt x="274642" y="3518193"/>
                  <a:pt x="259860" y="3487737"/>
                  <a:pt x="232568" y="3490872"/>
                </a:cubicBezTo>
                <a:cubicBezTo>
                  <a:pt x="197090" y="3489305"/>
                  <a:pt x="190495" y="3542379"/>
                  <a:pt x="219833" y="3555592"/>
                </a:cubicBezTo>
                <a:cubicBezTo>
                  <a:pt x="227679" y="3557384"/>
                  <a:pt x="237514" y="3558055"/>
                  <a:pt x="246128" y="3556040"/>
                </a:cubicBezTo>
                <a:close/>
                <a:moveTo>
                  <a:pt x="8026952" y="3556367"/>
                </a:moveTo>
                <a:cubicBezTo>
                  <a:pt x="8046289" y="3562349"/>
                  <a:pt x="8074397" y="3557518"/>
                  <a:pt x="8077320" y="3532900"/>
                </a:cubicBezTo>
                <a:cubicBezTo>
                  <a:pt x="8083391" y="3507592"/>
                  <a:pt x="8058657" y="3482974"/>
                  <a:pt x="8034147" y="3491947"/>
                </a:cubicBezTo>
                <a:cubicBezTo>
                  <a:pt x="8005590" y="3497929"/>
                  <a:pt x="8004016" y="3542793"/>
                  <a:pt x="8026952" y="3556367"/>
                </a:cubicBezTo>
                <a:close/>
                <a:moveTo>
                  <a:pt x="4767762" y="3556487"/>
                </a:moveTo>
                <a:cubicBezTo>
                  <a:pt x="4777425" y="3554049"/>
                  <a:pt x="4785553" y="3548139"/>
                  <a:pt x="4788168" y="3537122"/>
                </a:cubicBezTo>
                <a:cubicBezTo>
                  <a:pt x="4798854" y="3514170"/>
                  <a:pt x="4777709" y="3484562"/>
                  <a:pt x="4752472" y="3489841"/>
                </a:cubicBezTo>
                <a:cubicBezTo>
                  <a:pt x="4719504" y="3489612"/>
                  <a:pt x="4709954" y="3540565"/>
                  <a:pt x="4738148" y="3555024"/>
                </a:cubicBezTo>
                <a:cubicBezTo>
                  <a:pt x="4746901" y="3557893"/>
                  <a:pt x="4758099" y="3558926"/>
                  <a:pt x="4767762" y="3556487"/>
                </a:cubicBezTo>
                <a:close/>
                <a:moveTo>
                  <a:pt x="5981323" y="3556615"/>
                </a:moveTo>
                <a:cubicBezTo>
                  <a:pt x="5989251" y="3557695"/>
                  <a:pt x="5997807" y="3556785"/>
                  <a:pt x="6005449" y="3555534"/>
                </a:cubicBezTo>
                <a:cubicBezTo>
                  <a:pt x="6023473" y="3544387"/>
                  <a:pt x="6027579" y="3517316"/>
                  <a:pt x="6015488" y="3500709"/>
                </a:cubicBezTo>
                <a:cubicBezTo>
                  <a:pt x="6003624" y="3486149"/>
                  <a:pt x="5983776" y="3491836"/>
                  <a:pt x="5967577" y="3491836"/>
                </a:cubicBezTo>
                <a:cubicBezTo>
                  <a:pt x="5959821" y="3508443"/>
                  <a:pt x="5951379" y="3527780"/>
                  <a:pt x="5960961" y="3545752"/>
                </a:cubicBezTo>
                <a:cubicBezTo>
                  <a:pt x="5966094" y="3552463"/>
                  <a:pt x="5973395" y="3555534"/>
                  <a:pt x="5981323" y="3556615"/>
                </a:cubicBezTo>
                <a:close/>
                <a:moveTo>
                  <a:pt x="7952167" y="3556777"/>
                </a:moveTo>
                <a:cubicBezTo>
                  <a:pt x="7961607" y="3553902"/>
                  <a:pt x="7969771" y="3547363"/>
                  <a:pt x="7973173" y="3537779"/>
                </a:cubicBezTo>
                <a:cubicBezTo>
                  <a:pt x="7981791" y="3515230"/>
                  <a:pt x="7963875" y="3484562"/>
                  <a:pt x="7937341" y="3490651"/>
                </a:cubicBezTo>
                <a:cubicBezTo>
                  <a:pt x="7904911" y="3489523"/>
                  <a:pt x="7896066" y="3540485"/>
                  <a:pt x="7923507" y="3553790"/>
                </a:cubicBezTo>
                <a:cubicBezTo>
                  <a:pt x="7932011" y="3558863"/>
                  <a:pt x="7942727" y="3559653"/>
                  <a:pt x="7952167" y="3556777"/>
                </a:cubicBezTo>
                <a:close/>
                <a:moveTo>
                  <a:pt x="5075030" y="3557133"/>
                </a:moveTo>
                <a:cubicBezTo>
                  <a:pt x="5084820" y="3554638"/>
                  <a:pt x="5093123" y="3548402"/>
                  <a:pt x="5095816" y="3537403"/>
                </a:cubicBezTo>
                <a:cubicBezTo>
                  <a:pt x="5105241" y="3513817"/>
                  <a:pt x="5083698" y="3484561"/>
                  <a:pt x="5058115" y="3491365"/>
                </a:cubicBezTo>
                <a:cubicBezTo>
                  <a:pt x="5027819" y="3493179"/>
                  <a:pt x="5019516" y="3540578"/>
                  <a:pt x="5045324" y="3554412"/>
                </a:cubicBezTo>
                <a:cubicBezTo>
                  <a:pt x="5053964" y="3558380"/>
                  <a:pt x="5065240" y="3559628"/>
                  <a:pt x="5075030" y="3557133"/>
                </a:cubicBezTo>
                <a:close/>
                <a:moveTo>
                  <a:pt x="7438711" y="3557286"/>
                </a:moveTo>
                <a:cubicBezTo>
                  <a:pt x="7448455" y="3554869"/>
                  <a:pt x="7456798" y="3548771"/>
                  <a:pt x="7459656" y="3537954"/>
                </a:cubicBezTo>
                <a:cubicBezTo>
                  <a:pt x="7469029" y="3514480"/>
                  <a:pt x="7449827" y="3484561"/>
                  <a:pt x="7423080" y="3490545"/>
                </a:cubicBezTo>
                <a:cubicBezTo>
                  <a:pt x="7392219" y="3491926"/>
                  <a:pt x="7383304" y="3539795"/>
                  <a:pt x="7409364" y="3554524"/>
                </a:cubicBezTo>
                <a:cubicBezTo>
                  <a:pt x="7417822" y="3558437"/>
                  <a:pt x="7428967" y="3559702"/>
                  <a:pt x="7438711" y="3557286"/>
                </a:cubicBezTo>
                <a:close/>
                <a:moveTo>
                  <a:pt x="760260" y="3557328"/>
                </a:moveTo>
                <a:cubicBezTo>
                  <a:pt x="771233" y="3553993"/>
                  <a:pt x="780300" y="3546078"/>
                  <a:pt x="781917" y="3533867"/>
                </a:cubicBezTo>
                <a:cubicBezTo>
                  <a:pt x="787462" y="3513063"/>
                  <a:pt x="771291" y="3488642"/>
                  <a:pt x="747959" y="3491129"/>
                </a:cubicBezTo>
                <a:cubicBezTo>
                  <a:pt x="714462" y="3487737"/>
                  <a:pt x="700139" y="3536128"/>
                  <a:pt x="727168" y="3553314"/>
                </a:cubicBezTo>
                <a:cubicBezTo>
                  <a:pt x="736408" y="3559420"/>
                  <a:pt x="749287" y="3560663"/>
                  <a:pt x="760260" y="3557328"/>
                </a:cubicBezTo>
                <a:close/>
                <a:moveTo>
                  <a:pt x="1476147" y="3557435"/>
                </a:moveTo>
                <a:cubicBezTo>
                  <a:pt x="1485083" y="3555985"/>
                  <a:pt x="1493000" y="3551550"/>
                  <a:pt x="1496845" y="3542338"/>
                </a:cubicBezTo>
                <a:cubicBezTo>
                  <a:pt x="1509737" y="3519364"/>
                  <a:pt x="1491417" y="3484562"/>
                  <a:pt x="1463139" y="3490704"/>
                </a:cubicBezTo>
                <a:cubicBezTo>
                  <a:pt x="1430566" y="3490249"/>
                  <a:pt x="1420845" y="3541200"/>
                  <a:pt x="1449340" y="3554621"/>
                </a:cubicBezTo>
                <a:cubicBezTo>
                  <a:pt x="1457257" y="3557350"/>
                  <a:pt x="1467211" y="3558885"/>
                  <a:pt x="1476147" y="3557435"/>
                </a:cubicBezTo>
                <a:close/>
                <a:moveTo>
                  <a:pt x="6308708" y="3557516"/>
                </a:moveTo>
                <a:cubicBezTo>
                  <a:pt x="6319736" y="3554117"/>
                  <a:pt x="6328864" y="3546052"/>
                  <a:pt x="6330792" y="3533262"/>
                </a:cubicBezTo>
                <a:cubicBezTo>
                  <a:pt x="6338729" y="3505378"/>
                  <a:pt x="6305618" y="3479799"/>
                  <a:pt x="6281125" y="3493856"/>
                </a:cubicBezTo>
                <a:cubicBezTo>
                  <a:pt x="6257313" y="3503304"/>
                  <a:pt x="6254591" y="3539484"/>
                  <a:pt x="6275229" y="3553772"/>
                </a:cubicBezTo>
                <a:cubicBezTo>
                  <a:pt x="6284754" y="3559648"/>
                  <a:pt x="6297681" y="3560915"/>
                  <a:pt x="6308708" y="3557516"/>
                </a:cubicBezTo>
                <a:close/>
                <a:moveTo>
                  <a:pt x="451075" y="3557546"/>
                </a:moveTo>
                <a:cubicBezTo>
                  <a:pt x="461008" y="3555158"/>
                  <a:pt x="469474" y="3549117"/>
                  <a:pt x="472468" y="3538185"/>
                </a:cubicBezTo>
                <a:cubicBezTo>
                  <a:pt x="484215" y="3514020"/>
                  <a:pt x="460720" y="3484562"/>
                  <a:pt x="434462" y="3490776"/>
                </a:cubicBezTo>
                <a:cubicBezTo>
                  <a:pt x="403596" y="3492157"/>
                  <a:pt x="395305" y="3540487"/>
                  <a:pt x="420873" y="3554986"/>
                </a:cubicBezTo>
                <a:cubicBezTo>
                  <a:pt x="429740" y="3558668"/>
                  <a:pt x="441142" y="3559934"/>
                  <a:pt x="451075" y="3557546"/>
                </a:cubicBezTo>
                <a:close/>
                <a:moveTo>
                  <a:pt x="7231794" y="3557775"/>
                </a:moveTo>
                <a:cubicBezTo>
                  <a:pt x="7236760" y="3556653"/>
                  <a:pt x="7241485" y="3554151"/>
                  <a:pt x="7245691" y="3549831"/>
                </a:cubicBezTo>
                <a:cubicBezTo>
                  <a:pt x="7270591" y="3527776"/>
                  <a:pt x="7246364" y="3479799"/>
                  <a:pt x="7213389" y="3491395"/>
                </a:cubicBezTo>
                <a:cubicBezTo>
                  <a:pt x="7188714" y="3495033"/>
                  <a:pt x="7189163" y="3523228"/>
                  <a:pt x="7188041" y="3542555"/>
                </a:cubicBezTo>
                <a:cubicBezTo>
                  <a:pt x="7199817" y="3552105"/>
                  <a:pt x="7216894" y="3561143"/>
                  <a:pt x="7231794" y="3557775"/>
                </a:cubicBezTo>
                <a:close/>
                <a:moveTo>
                  <a:pt x="954849" y="3557881"/>
                </a:moveTo>
                <a:cubicBezTo>
                  <a:pt x="974781" y="3556481"/>
                  <a:pt x="993136" y="3539687"/>
                  <a:pt x="986275" y="3517803"/>
                </a:cubicBezTo>
                <a:cubicBezTo>
                  <a:pt x="984903" y="3488399"/>
                  <a:pt x="942130" y="3481387"/>
                  <a:pt x="925891" y="3502649"/>
                </a:cubicBezTo>
                <a:cubicBezTo>
                  <a:pt x="917199" y="3518482"/>
                  <a:pt x="916055" y="3544946"/>
                  <a:pt x="935269" y="3553767"/>
                </a:cubicBezTo>
                <a:cubicBezTo>
                  <a:pt x="941386" y="3557103"/>
                  <a:pt x="948205" y="3558347"/>
                  <a:pt x="954849" y="3557881"/>
                </a:cubicBezTo>
                <a:close/>
                <a:moveTo>
                  <a:pt x="6710137" y="3558155"/>
                </a:moveTo>
                <a:cubicBezTo>
                  <a:pt x="6728242" y="3556983"/>
                  <a:pt x="6745505" y="3545068"/>
                  <a:pt x="6741871" y="3524250"/>
                </a:cubicBezTo>
                <a:cubicBezTo>
                  <a:pt x="6745563" y="3500850"/>
                  <a:pt x="6719950" y="3484562"/>
                  <a:pt x="6699184" y="3490986"/>
                </a:cubicBezTo>
                <a:cubicBezTo>
                  <a:pt x="6669879" y="3496950"/>
                  <a:pt x="6667341" y="3543061"/>
                  <a:pt x="6692492" y="3555678"/>
                </a:cubicBezTo>
                <a:cubicBezTo>
                  <a:pt x="6697972" y="3557743"/>
                  <a:pt x="6704101" y="3558546"/>
                  <a:pt x="6710137" y="3558155"/>
                </a:cubicBezTo>
                <a:close/>
                <a:moveTo>
                  <a:pt x="8549494" y="3558175"/>
                </a:moveTo>
                <a:cubicBezTo>
                  <a:pt x="8582488" y="3570287"/>
                  <a:pt x="8610441" y="3521152"/>
                  <a:pt x="8582030" y="3499898"/>
                </a:cubicBezTo>
                <a:cubicBezTo>
                  <a:pt x="8563012" y="3481387"/>
                  <a:pt x="8536434" y="3494185"/>
                  <a:pt x="8521541" y="3511097"/>
                </a:cubicBezTo>
                <a:cubicBezTo>
                  <a:pt x="8522228" y="3530065"/>
                  <a:pt x="8524290" y="3557261"/>
                  <a:pt x="8549494" y="3558175"/>
                </a:cubicBezTo>
                <a:close/>
                <a:moveTo>
                  <a:pt x="8163233" y="3558275"/>
                </a:moveTo>
                <a:cubicBezTo>
                  <a:pt x="8176500" y="3543656"/>
                  <a:pt x="8188166" y="3522741"/>
                  <a:pt x="8175127" y="3504074"/>
                </a:cubicBezTo>
                <a:cubicBezTo>
                  <a:pt x="8157971" y="3478211"/>
                  <a:pt x="8109935" y="3492605"/>
                  <a:pt x="8113366" y="3524540"/>
                </a:cubicBezTo>
                <a:cubicBezTo>
                  <a:pt x="8108791" y="3553777"/>
                  <a:pt x="8141502" y="3559174"/>
                  <a:pt x="8163233" y="3558275"/>
                </a:cubicBezTo>
                <a:close/>
                <a:moveTo>
                  <a:pt x="5175947" y="3558312"/>
                </a:moveTo>
                <a:cubicBezTo>
                  <a:pt x="5184854" y="3556606"/>
                  <a:pt x="5192816" y="3551773"/>
                  <a:pt x="5197169" y="3543016"/>
                </a:cubicBezTo>
                <a:cubicBezTo>
                  <a:pt x="5211604" y="3519816"/>
                  <a:pt x="5191670" y="3484561"/>
                  <a:pt x="5162801" y="3490930"/>
                </a:cubicBezTo>
                <a:cubicBezTo>
                  <a:pt x="5130265" y="3490475"/>
                  <a:pt x="5122704" y="3541196"/>
                  <a:pt x="5149053" y="3554843"/>
                </a:cubicBezTo>
                <a:cubicBezTo>
                  <a:pt x="5157187" y="3558596"/>
                  <a:pt x="5167040" y="3560018"/>
                  <a:pt x="5175947" y="3558312"/>
                </a:cubicBezTo>
                <a:close/>
                <a:moveTo>
                  <a:pt x="5577019" y="3558366"/>
                </a:moveTo>
                <a:cubicBezTo>
                  <a:pt x="5595507" y="3558547"/>
                  <a:pt x="5614377" y="3544653"/>
                  <a:pt x="5613020" y="3524473"/>
                </a:cubicBezTo>
                <a:cubicBezTo>
                  <a:pt x="5613246" y="3500303"/>
                  <a:pt x="5587012" y="3482974"/>
                  <a:pt x="5565075" y="3491867"/>
                </a:cubicBezTo>
                <a:cubicBezTo>
                  <a:pt x="5538389" y="3499619"/>
                  <a:pt x="5533866" y="3541346"/>
                  <a:pt x="5559422" y="3553203"/>
                </a:cubicBezTo>
                <a:cubicBezTo>
                  <a:pt x="5564736" y="3556680"/>
                  <a:pt x="5570857" y="3558305"/>
                  <a:pt x="5577019" y="3558366"/>
                </a:cubicBezTo>
                <a:close/>
                <a:moveTo>
                  <a:pt x="8244238" y="3558381"/>
                </a:moveTo>
                <a:cubicBezTo>
                  <a:pt x="8258577" y="3559810"/>
                  <a:pt x="8273367" y="3551196"/>
                  <a:pt x="8284545" y="3542327"/>
                </a:cubicBezTo>
                <a:cubicBezTo>
                  <a:pt x="8285004" y="3520267"/>
                  <a:pt x="8280647" y="3487290"/>
                  <a:pt x="8250379" y="3490474"/>
                </a:cubicBezTo>
                <a:cubicBezTo>
                  <a:pt x="8216212" y="3484561"/>
                  <a:pt x="8202454" y="3537551"/>
                  <a:pt x="8230200" y="3553243"/>
                </a:cubicBezTo>
                <a:cubicBezTo>
                  <a:pt x="8234729" y="3556313"/>
                  <a:pt x="8239458" y="3557905"/>
                  <a:pt x="8244238" y="3558381"/>
                </a:cubicBezTo>
                <a:close/>
                <a:moveTo>
                  <a:pt x="5368146" y="3558409"/>
                </a:moveTo>
                <a:cubicBezTo>
                  <a:pt x="5379968" y="3559968"/>
                  <a:pt x="5391934" y="3556567"/>
                  <a:pt x="5400143" y="3546021"/>
                </a:cubicBezTo>
                <a:cubicBezTo>
                  <a:pt x="5419566" y="3521301"/>
                  <a:pt x="5395287" y="3481387"/>
                  <a:pt x="5362914" y="3491592"/>
                </a:cubicBezTo>
                <a:cubicBezTo>
                  <a:pt x="5337941" y="3494541"/>
                  <a:pt x="5338635" y="3522435"/>
                  <a:pt x="5337016" y="3541032"/>
                </a:cubicBezTo>
                <a:cubicBezTo>
                  <a:pt x="5344647" y="3550330"/>
                  <a:pt x="5356324" y="3556850"/>
                  <a:pt x="5368146" y="3558409"/>
                </a:cubicBezTo>
                <a:close/>
                <a:moveTo>
                  <a:pt x="7738859" y="3558486"/>
                </a:moveTo>
                <a:cubicBezTo>
                  <a:pt x="7756377" y="3556915"/>
                  <a:pt x="7773039" y="3543060"/>
                  <a:pt x="7770671" y="3523560"/>
                </a:cubicBezTo>
                <a:cubicBezTo>
                  <a:pt x="7772250" y="3501666"/>
                  <a:pt x="7747891" y="3484561"/>
                  <a:pt x="7727818" y="3490719"/>
                </a:cubicBezTo>
                <a:cubicBezTo>
                  <a:pt x="7696692" y="3494596"/>
                  <a:pt x="7691279" y="3546595"/>
                  <a:pt x="7721728" y="3555717"/>
                </a:cubicBezTo>
                <a:cubicBezTo>
                  <a:pt x="7727085" y="3558169"/>
                  <a:pt x="7733019" y="3559010"/>
                  <a:pt x="7738859" y="3558486"/>
                </a:cubicBezTo>
                <a:close/>
                <a:moveTo>
                  <a:pt x="5493711" y="3558508"/>
                </a:moveTo>
                <a:cubicBezTo>
                  <a:pt x="5502428" y="3546785"/>
                  <a:pt x="5514816" y="3533709"/>
                  <a:pt x="5509540" y="3517702"/>
                </a:cubicBezTo>
                <a:cubicBezTo>
                  <a:pt x="5504264" y="3494933"/>
                  <a:pt x="5475358" y="3484562"/>
                  <a:pt x="5455170" y="3495158"/>
                </a:cubicBezTo>
                <a:cubicBezTo>
                  <a:pt x="5438653" y="3506205"/>
                  <a:pt x="5435441" y="3530327"/>
                  <a:pt x="5445994" y="3546334"/>
                </a:cubicBezTo>
                <a:cubicBezTo>
                  <a:pt x="5457235" y="3560762"/>
                  <a:pt x="5477652" y="3555802"/>
                  <a:pt x="5493711" y="3558508"/>
                </a:cubicBezTo>
                <a:close/>
                <a:moveTo>
                  <a:pt x="330354" y="3558562"/>
                </a:moveTo>
                <a:cubicBezTo>
                  <a:pt x="344452" y="3560507"/>
                  <a:pt x="359249" y="3552598"/>
                  <a:pt x="369225" y="3542393"/>
                </a:cubicBezTo>
                <a:cubicBezTo>
                  <a:pt x="369902" y="3530600"/>
                  <a:pt x="369902" y="3519034"/>
                  <a:pt x="369225" y="3507241"/>
                </a:cubicBezTo>
                <a:cubicBezTo>
                  <a:pt x="357952" y="3497716"/>
                  <a:pt x="344875" y="3486150"/>
                  <a:pt x="328867" y="3491139"/>
                </a:cubicBezTo>
                <a:cubicBezTo>
                  <a:pt x="300909" y="3495448"/>
                  <a:pt x="293693" y="3537857"/>
                  <a:pt x="316691" y="3553052"/>
                </a:cubicBezTo>
                <a:cubicBezTo>
                  <a:pt x="321031" y="3556170"/>
                  <a:pt x="325653" y="3557914"/>
                  <a:pt x="330354" y="3558562"/>
                </a:cubicBezTo>
                <a:close/>
                <a:moveTo>
                  <a:pt x="4652838" y="3558564"/>
                </a:moveTo>
                <a:cubicBezTo>
                  <a:pt x="4671253" y="3558702"/>
                  <a:pt x="4689990" y="3545005"/>
                  <a:pt x="4687246" y="3524821"/>
                </a:cubicBezTo>
                <a:cubicBezTo>
                  <a:pt x="4689761" y="3503789"/>
                  <a:pt x="4669409" y="3486149"/>
                  <a:pt x="4648829" y="3490446"/>
                </a:cubicBezTo>
                <a:cubicBezTo>
                  <a:pt x="4617272" y="3490446"/>
                  <a:pt x="4608354" y="3540200"/>
                  <a:pt x="4635337" y="3553543"/>
                </a:cubicBezTo>
                <a:cubicBezTo>
                  <a:pt x="4640597" y="3556935"/>
                  <a:pt x="4646700" y="3558518"/>
                  <a:pt x="4652838" y="3558564"/>
                </a:cubicBezTo>
                <a:close/>
                <a:moveTo>
                  <a:pt x="2497106" y="3558619"/>
                </a:moveTo>
                <a:cubicBezTo>
                  <a:pt x="2516559" y="3556376"/>
                  <a:pt x="2533601" y="3537527"/>
                  <a:pt x="2528622" y="3516499"/>
                </a:cubicBezTo>
                <a:cubicBezTo>
                  <a:pt x="2526330" y="3484586"/>
                  <a:pt x="2472779" y="3479799"/>
                  <a:pt x="2463629" y="3509432"/>
                </a:cubicBezTo>
                <a:cubicBezTo>
                  <a:pt x="2459051" y="3525161"/>
                  <a:pt x="2459968" y="3547044"/>
                  <a:pt x="2477586" y="3554794"/>
                </a:cubicBezTo>
                <a:cubicBezTo>
                  <a:pt x="2483870" y="3558270"/>
                  <a:pt x="2490626" y="3559367"/>
                  <a:pt x="2497106" y="3558619"/>
                </a:cubicBezTo>
                <a:close/>
                <a:moveTo>
                  <a:pt x="542851" y="3558643"/>
                </a:moveTo>
                <a:cubicBezTo>
                  <a:pt x="561471" y="3558472"/>
                  <a:pt x="580254" y="3544489"/>
                  <a:pt x="577825" y="3524367"/>
                </a:cubicBezTo>
                <a:cubicBezTo>
                  <a:pt x="581063" y="3492536"/>
                  <a:pt x="533637" y="3478212"/>
                  <a:pt x="514898" y="3502086"/>
                </a:cubicBezTo>
                <a:cubicBezTo>
                  <a:pt x="500092" y="3517546"/>
                  <a:pt x="503793" y="3545967"/>
                  <a:pt x="525077" y="3553925"/>
                </a:cubicBezTo>
                <a:cubicBezTo>
                  <a:pt x="530456" y="3557222"/>
                  <a:pt x="536644" y="3558699"/>
                  <a:pt x="542851" y="3558643"/>
                </a:cubicBezTo>
                <a:close/>
                <a:moveTo>
                  <a:pt x="2392213" y="3558643"/>
                </a:moveTo>
                <a:cubicBezTo>
                  <a:pt x="2409844" y="3558192"/>
                  <a:pt x="2426275" y="3545817"/>
                  <a:pt x="2424419" y="3525192"/>
                </a:cubicBezTo>
                <a:cubicBezTo>
                  <a:pt x="2430472" y="3491504"/>
                  <a:pt x="2382508" y="3478212"/>
                  <a:pt x="2365047" y="3502962"/>
                </a:cubicBezTo>
                <a:cubicBezTo>
                  <a:pt x="2357654" y="3519233"/>
                  <a:pt x="2355859" y="3546275"/>
                  <a:pt x="2374897" y="3554983"/>
                </a:cubicBezTo>
                <a:cubicBezTo>
                  <a:pt x="2380383" y="3557619"/>
                  <a:pt x="2386368" y="3558793"/>
                  <a:pt x="2392213" y="3558643"/>
                </a:cubicBezTo>
                <a:close/>
                <a:moveTo>
                  <a:pt x="1057733" y="3558810"/>
                </a:moveTo>
                <a:cubicBezTo>
                  <a:pt x="1075814" y="3558021"/>
                  <a:pt x="1093450" y="3545401"/>
                  <a:pt x="1090228" y="3524595"/>
                </a:cubicBezTo>
                <a:cubicBezTo>
                  <a:pt x="1095430" y="3495035"/>
                  <a:pt x="1054730" y="3479800"/>
                  <a:pt x="1034834" y="3497991"/>
                </a:cubicBezTo>
                <a:cubicBezTo>
                  <a:pt x="1017647" y="3512317"/>
                  <a:pt x="1019003" y="3545515"/>
                  <a:pt x="1040257" y="3555520"/>
                </a:cubicBezTo>
                <a:cubicBezTo>
                  <a:pt x="1045629" y="3558021"/>
                  <a:pt x="1051704" y="3559073"/>
                  <a:pt x="1057733" y="3558810"/>
                </a:cubicBezTo>
                <a:close/>
                <a:moveTo>
                  <a:pt x="1166159" y="3558829"/>
                </a:moveTo>
                <a:cubicBezTo>
                  <a:pt x="1181206" y="3555603"/>
                  <a:pt x="1192289" y="3540634"/>
                  <a:pt x="1197026" y="3525149"/>
                </a:cubicBezTo>
                <a:cubicBezTo>
                  <a:pt x="1190259" y="3507485"/>
                  <a:pt x="1179431" y="3486150"/>
                  <a:pt x="1156870" y="3490279"/>
                </a:cubicBezTo>
                <a:cubicBezTo>
                  <a:pt x="1120109" y="3488444"/>
                  <a:pt x="1112892" y="3553137"/>
                  <a:pt x="1149879" y="3557725"/>
                </a:cubicBezTo>
                <a:cubicBezTo>
                  <a:pt x="1155686" y="3559675"/>
                  <a:pt x="1161143" y="3559905"/>
                  <a:pt x="1166159" y="3558829"/>
                </a:cubicBezTo>
                <a:close/>
                <a:moveTo>
                  <a:pt x="5679647" y="3558835"/>
                </a:moveTo>
                <a:cubicBezTo>
                  <a:pt x="5696278" y="3559296"/>
                  <a:pt x="5713194" y="3548667"/>
                  <a:pt x="5714885" y="3530325"/>
                </a:cubicBezTo>
                <a:cubicBezTo>
                  <a:pt x="5722779" y="3500154"/>
                  <a:pt x="5680377" y="3478211"/>
                  <a:pt x="5658499" y="3496954"/>
                </a:cubicBezTo>
                <a:cubicBezTo>
                  <a:pt x="5640229" y="3511811"/>
                  <a:pt x="5640906" y="3544724"/>
                  <a:pt x="5663686" y="3554553"/>
                </a:cubicBezTo>
                <a:cubicBezTo>
                  <a:pt x="5668592" y="3557296"/>
                  <a:pt x="5674104" y="3558681"/>
                  <a:pt x="5679647" y="3558835"/>
                </a:cubicBezTo>
                <a:close/>
                <a:moveTo>
                  <a:pt x="6912078" y="3558880"/>
                </a:moveTo>
                <a:cubicBezTo>
                  <a:pt x="6930960" y="3559125"/>
                  <a:pt x="6950647" y="3545908"/>
                  <a:pt x="6948073" y="3525273"/>
                </a:cubicBezTo>
                <a:cubicBezTo>
                  <a:pt x="6951047" y="3498214"/>
                  <a:pt x="6915820" y="3481387"/>
                  <a:pt x="6894546" y="3495940"/>
                </a:cubicBezTo>
                <a:cubicBezTo>
                  <a:pt x="6872129" y="3506854"/>
                  <a:pt x="6872587" y="3542554"/>
                  <a:pt x="6894318" y="3553924"/>
                </a:cubicBezTo>
                <a:cubicBezTo>
                  <a:pt x="6899579" y="3557221"/>
                  <a:pt x="6905784" y="3558798"/>
                  <a:pt x="6912078" y="3558880"/>
                </a:cubicBezTo>
                <a:close/>
                <a:moveTo>
                  <a:pt x="1878395" y="3558884"/>
                </a:moveTo>
                <a:cubicBezTo>
                  <a:pt x="1896861" y="3558799"/>
                  <a:pt x="1915210" y="3545227"/>
                  <a:pt x="1913844" y="3525039"/>
                </a:cubicBezTo>
                <a:cubicBezTo>
                  <a:pt x="1916122" y="3495181"/>
                  <a:pt x="1876536" y="3479799"/>
                  <a:pt x="1855153" y="3498347"/>
                </a:cubicBezTo>
                <a:cubicBezTo>
                  <a:pt x="1841504" y="3513277"/>
                  <a:pt x="1839917" y="3544492"/>
                  <a:pt x="1860612" y="3554219"/>
                </a:cubicBezTo>
                <a:cubicBezTo>
                  <a:pt x="1866071" y="3557442"/>
                  <a:pt x="1872242" y="3558912"/>
                  <a:pt x="1878395" y="3558884"/>
                </a:cubicBezTo>
                <a:close/>
                <a:moveTo>
                  <a:pt x="8748031" y="3558933"/>
                </a:moveTo>
                <a:cubicBezTo>
                  <a:pt x="8769737" y="3560762"/>
                  <a:pt x="8800941" y="3553216"/>
                  <a:pt x="8795740" y="3524175"/>
                </a:cubicBezTo>
                <a:cubicBezTo>
                  <a:pt x="8800263" y="3491018"/>
                  <a:pt x="8751875" y="3478212"/>
                  <a:pt x="8735368" y="3504052"/>
                </a:cubicBezTo>
                <a:cubicBezTo>
                  <a:pt x="8724741" y="3523260"/>
                  <a:pt x="8733107" y="3545213"/>
                  <a:pt x="8748031" y="3558933"/>
                </a:cubicBezTo>
                <a:close/>
                <a:moveTo>
                  <a:pt x="5270730" y="3558935"/>
                </a:moveTo>
                <a:cubicBezTo>
                  <a:pt x="5288108" y="3558067"/>
                  <a:pt x="5304107" y="3545599"/>
                  <a:pt x="5303422" y="3525442"/>
                </a:cubicBezTo>
                <a:cubicBezTo>
                  <a:pt x="5308441" y="3494859"/>
                  <a:pt x="5269429" y="3479799"/>
                  <a:pt x="5247983" y="3496944"/>
                </a:cubicBezTo>
                <a:cubicBezTo>
                  <a:pt x="5232241" y="3512236"/>
                  <a:pt x="5232241" y="3545599"/>
                  <a:pt x="5253459" y="3555793"/>
                </a:cubicBezTo>
                <a:cubicBezTo>
                  <a:pt x="5258991" y="3558226"/>
                  <a:pt x="5264937" y="3559225"/>
                  <a:pt x="5270730" y="3558935"/>
                </a:cubicBezTo>
                <a:close/>
                <a:moveTo>
                  <a:pt x="6605535" y="3558941"/>
                </a:moveTo>
                <a:cubicBezTo>
                  <a:pt x="6623373" y="3558490"/>
                  <a:pt x="6640638" y="3546500"/>
                  <a:pt x="6638767" y="3525871"/>
                </a:cubicBezTo>
                <a:cubicBezTo>
                  <a:pt x="6643529" y="3495385"/>
                  <a:pt x="6603161" y="3479799"/>
                  <a:pt x="6582750" y="3498365"/>
                </a:cubicBezTo>
                <a:cubicBezTo>
                  <a:pt x="6565741" y="3513035"/>
                  <a:pt x="6567556" y="3545354"/>
                  <a:pt x="6588193" y="3555439"/>
                </a:cubicBezTo>
                <a:cubicBezTo>
                  <a:pt x="6593579" y="3557960"/>
                  <a:pt x="6599589" y="3559092"/>
                  <a:pt x="6605535" y="3558941"/>
                </a:cubicBezTo>
                <a:close/>
                <a:moveTo>
                  <a:pt x="1689997" y="3558945"/>
                </a:moveTo>
                <a:cubicBezTo>
                  <a:pt x="1706863" y="3541460"/>
                  <a:pt x="1714509" y="3503958"/>
                  <a:pt x="1687523" y="3492684"/>
                </a:cubicBezTo>
                <a:cubicBezTo>
                  <a:pt x="1662112" y="3479800"/>
                  <a:pt x="1633553" y="3505338"/>
                  <a:pt x="1640973" y="3533177"/>
                </a:cubicBezTo>
                <a:cubicBezTo>
                  <a:pt x="1642098" y="3559175"/>
                  <a:pt x="1671782" y="3557335"/>
                  <a:pt x="1689997" y="3558945"/>
                </a:cubicBezTo>
                <a:close/>
                <a:moveTo>
                  <a:pt x="6503213" y="3558976"/>
                </a:moveTo>
                <a:cubicBezTo>
                  <a:pt x="6522750" y="3558083"/>
                  <a:pt x="6540609" y="3541371"/>
                  <a:pt x="6536650" y="3519940"/>
                </a:cubicBezTo>
                <a:cubicBezTo>
                  <a:pt x="6536191" y="3486149"/>
                  <a:pt x="6481336" y="3479799"/>
                  <a:pt x="6470779" y="3510188"/>
                </a:cubicBezTo>
                <a:cubicBezTo>
                  <a:pt x="6465729" y="3525156"/>
                  <a:pt x="6466647" y="3547608"/>
                  <a:pt x="6483861" y="3554185"/>
                </a:cubicBezTo>
                <a:cubicBezTo>
                  <a:pt x="6490001" y="3557813"/>
                  <a:pt x="6496700" y="3559273"/>
                  <a:pt x="6503213" y="3558976"/>
                </a:cubicBezTo>
                <a:close/>
                <a:moveTo>
                  <a:pt x="7835340" y="3558981"/>
                </a:moveTo>
                <a:cubicBezTo>
                  <a:pt x="7852544" y="3559967"/>
                  <a:pt x="7870068" y="3550153"/>
                  <a:pt x="7873138" y="3531467"/>
                </a:cubicBezTo>
                <a:cubicBezTo>
                  <a:pt x="7881779" y="3502439"/>
                  <a:pt x="7841984" y="3478211"/>
                  <a:pt x="7819017" y="3496268"/>
                </a:cubicBezTo>
                <a:cubicBezTo>
                  <a:pt x="7797641" y="3507468"/>
                  <a:pt x="7798096" y="3542896"/>
                  <a:pt x="7818789" y="3554324"/>
                </a:cubicBezTo>
                <a:cubicBezTo>
                  <a:pt x="7823906" y="3557124"/>
                  <a:pt x="7829605" y="3558653"/>
                  <a:pt x="7835340" y="3558981"/>
                </a:cubicBezTo>
                <a:close/>
                <a:moveTo>
                  <a:pt x="856114" y="3559080"/>
                </a:moveTo>
                <a:cubicBezTo>
                  <a:pt x="874744" y="3556193"/>
                  <a:pt x="890187" y="3537283"/>
                  <a:pt x="884010" y="3517486"/>
                </a:cubicBezTo>
                <a:cubicBezTo>
                  <a:pt x="880808" y="3485674"/>
                  <a:pt x="829783" y="3481387"/>
                  <a:pt x="818571" y="3510040"/>
                </a:cubicBezTo>
                <a:cubicBezTo>
                  <a:pt x="814452" y="3527413"/>
                  <a:pt x="817426" y="3549748"/>
                  <a:pt x="837105" y="3556066"/>
                </a:cubicBezTo>
                <a:cubicBezTo>
                  <a:pt x="843339" y="3559224"/>
                  <a:pt x="849904" y="3560042"/>
                  <a:pt x="856114" y="3559080"/>
                </a:cubicBezTo>
                <a:close/>
                <a:moveTo>
                  <a:pt x="7119615" y="3559121"/>
                </a:moveTo>
                <a:cubicBezTo>
                  <a:pt x="7135978" y="3559217"/>
                  <a:pt x="7152438" y="3548628"/>
                  <a:pt x="7154661" y="3531279"/>
                </a:cubicBezTo>
                <a:cubicBezTo>
                  <a:pt x="7162642" y="3503838"/>
                  <a:pt x="7126387" y="3481386"/>
                  <a:pt x="7102902" y="3494313"/>
                </a:cubicBezTo>
                <a:cubicBezTo>
                  <a:pt x="7078504" y="3505426"/>
                  <a:pt x="7078732" y="3544887"/>
                  <a:pt x="7103814" y="3555319"/>
                </a:cubicBezTo>
                <a:cubicBezTo>
                  <a:pt x="7108716" y="3557870"/>
                  <a:pt x="7114160" y="3559089"/>
                  <a:pt x="7119615" y="3559121"/>
                </a:cubicBezTo>
                <a:close/>
                <a:moveTo>
                  <a:pt x="7649354" y="3559174"/>
                </a:moveTo>
                <a:cubicBezTo>
                  <a:pt x="7658134" y="3548515"/>
                  <a:pt x="7665297" y="3536949"/>
                  <a:pt x="7672229" y="3525156"/>
                </a:cubicBezTo>
                <a:cubicBezTo>
                  <a:pt x="7664604" y="3511322"/>
                  <a:pt x="7658596" y="3492499"/>
                  <a:pt x="7639649" y="3491138"/>
                </a:cubicBezTo>
                <a:cubicBezTo>
                  <a:pt x="7612845" y="3484561"/>
                  <a:pt x="7586504" y="3514951"/>
                  <a:pt x="7600599" y="3539217"/>
                </a:cubicBezTo>
                <a:cubicBezTo>
                  <a:pt x="7608455" y="3558721"/>
                  <a:pt x="7631793" y="3556906"/>
                  <a:pt x="7649354" y="3559174"/>
                </a:cubicBezTo>
                <a:close/>
                <a:moveTo>
                  <a:pt x="1775662" y="3559206"/>
                </a:moveTo>
                <a:cubicBezTo>
                  <a:pt x="1796283" y="3558373"/>
                  <a:pt x="1815457" y="3539847"/>
                  <a:pt x="1808766" y="3517397"/>
                </a:cubicBezTo>
                <a:cubicBezTo>
                  <a:pt x="1806020" y="3485888"/>
                  <a:pt x="1754547" y="3481387"/>
                  <a:pt x="1744253" y="3510195"/>
                </a:cubicBezTo>
                <a:cubicBezTo>
                  <a:pt x="1739906" y="3525049"/>
                  <a:pt x="1739906" y="3545080"/>
                  <a:pt x="1755462" y="3553632"/>
                </a:cubicBezTo>
                <a:cubicBezTo>
                  <a:pt x="1761753" y="3557796"/>
                  <a:pt x="1768788" y="3559484"/>
                  <a:pt x="1775662" y="3559206"/>
                </a:cubicBezTo>
                <a:close/>
                <a:moveTo>
                  <a:pt x="132742" y="3559213"/>
                </a:moveTo>
                <a:cubicBezTo>
                  <a:pt x="151030" y="3558948"/>
                  <a:pt x="168774" y="3545510"/>
                  <a:pt x="165533" y="3524930"/>
                </a:cubicBezTo>
                <a:cubicBezTo>
                  <a:pt x="169400" y="3493406"/>
                  <a:pt x="124357" y="3479799"/>
                  <a:pt x="105475" y="3501797"/>
                </a:cubicBezTo>
                <a:cubicBezTo>
                  <a:pt x="93646" y="3517673"/>
                  <a:pt x="94783" y="3546475"/>
                  <a:pt x="115030" y="3554866"/>
                </a:cubicBezTo>
                <a:cubicBezTo>
                  <a:pt x="120489" y="3557927"/>
                  <a:pt x="126645" y="3559302"/>
                  <a:pt x="132742" y="3559213"/>
                </a:cubicBezTo>
                <a:close/>
                <a:moveTo>
                  <a:pt x="8970389" y="3559216"/>
                </a:moveTo>
                <a:cubicBezTo>
                  <a:pt x="8988018" y="3557993"/>
                  <a:pt x="9005107" y="3545442"/>
                  <a:pt x="9003241" y="3525361"/>
                </a:cubicBezTo>
                <a:cubicBezTo>
                  <a:pt x="9005503" y="3504125"/>
                  <a:pt x="8986506" y="3487736"/>
                  <a:pt x="8966378" y="3490044"/>
                </a:cubicBezTo>
                <a:cubicBezTo>
                  <a:pt x="8932681" y="3488659"/>
                  <a:pt x="8924766" y="3543134"/>
                  <a:pt x="8953261" y="3556522"/>
                </a:cubicBezTo>
                <a:cubicBezTo>
                  <a:pt x="8958576" y="3558772"/>
                  <a:pt x="8964512" y="3559624"/>
                  <a:pt x="8970389" y="3559216"/>
                </a:cubicBezTo>
                <a:close/>
                <a:moveTo>
                  <a:pt x="8455042" y="3559247"/>
                </a:moveTo>
                <a:cubicBezTo>
                  <a:pt x="8473560" y="3559119"/>
                  <a:pt x="8492175" y="3545911"/>
                  <a:pt x="8489800" y="3525393"/>
                </a:cubicBezTo>
                <a:cubicBezTo>
                  <a:pt x="8492514" y="3495985"/>
                  <a:pt x="8452713" y="3479799"/>
                  <a:pt x="8432361" y="3498721"/>
                </a:cubicBezTo>
                <a:cubicBezTo>
                  <a:pt x="8413591" y="3512627"/>
                  <a:pt x="8415400" y="3544999"/>
                  <a:pt x="8437336" y="3554802"/>
                </a:cubicBezTo>
                <a:cubicBezTo>
                  <a:pt x="8442707" y="3557879"/>
                  <a:pt x="8448869" y="3559290"/>
                  <a:pt x="8455042" y="3559247"/>
                </a:cubicBezTo>
                <a:close/>
                <a:moveTo>
                  <a:pt x="8353649" y="3559260"/>
                </a:moveTo>
                <a:cubicBezTo>
                  <a:pt x="8373605" y="3558115"/>
                  <a:pt x="8392665" y="3539411"/>
                  <a:pt x="8387036" y="3518035"/>
                </a:cubicBezTo>
                <a:cubicBezTo>
                  <a:pt x="8382488" y="3491796"/>
                  <a:pt x="8348149" y="3482974"/>
                  <a:pt x="8328365" y="3498356"/>
                </a:cubicBezTo>
                <a:cubicBezTo>
                  <a:pt x="8311991" y="3513285"/>
                  <a:pt x="8312673" y="3543822"/>
                  <a:pt x="8334277" y="3554001"/>
                </a:cubicBezTo>
                <a:cubicBezTo>
                  <a:pt x="8340246" y="3558072"/>
                  <a:pt x="8346998" y="3559642"/>
                  <a:pt x="8353649" y="3559260"/>
                </a:cubicBezTo>
                <a:close/>
                <a:moveTo>
                  <a:pt x="7530874" y="3559288"/>
                </a:moveTo>
                <a:cubicBezTo>
                  <a:pt x="7548841" y="3558905"/>
                  <a:pt x="7566775" y="3545511"/>
                  <a:pt x="7564740" y="3525610"/>
                </a:cubicBezTo>
                <a:cubicBezTo>
                  <a:pt x="7567454" y="3498849"/>
                  <a:pt x="7536248" y="3482974"/>
                  <a:pt x="7514088" y="3494540"/>
                </a:cubicBezTo>
                <a:cubicBezTo>
                  <a:pt x="7492380" y="3506333"/>
                  <a:pt x="7489666" y="3544207"/>
                  <a:pt x="7513636" y="3555092"/>
                </a:cubicBezTo>
                <a:cubicBezTo>
                  <a:pt x="7518893" y="3558097"/>
                  <a:pt x="7524885" y="3559415"/>
                  <a:pt x="7530874" y="3559288"/>
                </a:cubicBezTo>
                <a:close/>
                <a:moveTo>
                  <a:pt x="4860646" y="3559336"/>
                </a:moveTo>
                <a:cubicBezTo>
                  <a:pt x="4878460" y="3558649"/>
                  <a:pt x="4895858" y="3544944"/>
                  <a:pt x="4894323" y="3525182"/>
                </a:cubicBezTo>
                <a:cubicBezTo>
                  <a:pt x="4897279" y="3494251"/>
                  <a:pt x="4852932" y="3478212"/>
                  <a:pt x="4833828" y="3500895"/>
                </a:cubicBezTo>
                <a:cubicBezTo>
                  <a:pt x="4816316" y="3516018"/>
                  <a:pt x="4821547" y="3547637"/>
                  <a:pt x="4843380" y="3555427"/>
                </a:cubicBezTo>
                <a:cubicBezTo>
                  <a:pt x="4848724" y="3558348"/>
                  <a:pt x="4854708" y="3559565"/>
                  <a:pt x="4860646" y="3559336"/>
                </a:cubicBezTo>
                <a:close/>
                <a:moveTo>
                  <a:pt x="5882972" y="3559382"/>
                </a:moveTo>
                <a:cubicBezTo>
                  <a:pt x="5901872" y="3560711"/>
                  <a:pt x="5922013" y="3547379"/>
                  <a:pt x="5919638" y="3525944"/>
                </a:cubicBezTo>
                <a:cubicBezTo>
                  <a:pt x="5922126" y="3503081"/>
                  <a:pt x="5899512" y="3484561"/>
                  <a:pt x="5877802" y="3490963"/>
                </a:cubicBezTo>
                <a:cubicBezTo>
                  <a:pt x="5850213" y="3495078"/>
                  <a:pt x="5843429" y="3537605"/>
                  <a:pt x="5865365" y="3552923"/>
                </a:cubicBezTo>
                <a:cubicBezTo>
                  <a:pt x="5870509" y="3556867"/>
                  <a:pt x="5876672" y="3558939"/>
                  <a:pt x="5882972" y="3559382"/>
                </a:cubicBezTo>
                <a:close/>
                <a:moveTo>
                  <a:pt x="6403878" y="3559476"/>
                </a:moveTo>
                <a:cubicBezTo>
                  <a:pt x="6420889" y="3557870"/>
                  <a:pt x="6436584" y="3543413"/>
                  <a:pt x="6436242" y="3525383"/>
                </a:cubicBezTo>
                <a:cubicBezTo>
                  <a:pt x="6437154" y="3496355"/>
                  <a:pt x="6396554" y="3479799"/>
                  <a:pt x="6375798" y="3499756"/>
                </a:cubicBezTo>
                <a:cubicBezTo>
                  <a:pt x="6357779" y="3516085"/>
                  <a:pt x="6363481" y="3548516"/>
                  <a:pt x="6386975" y="3556453"/>
                </a:cubicBezTo>
                <a:cubicBezTo>
                  <a:pt x="6392392" y="3559118"/>
                  <a:pt x="6398208" y="3560011"/>
                  <a:pt x="6403878" y="3559476"/>
                </a:cubicBezTo>
                <a:close/>
                <a:moveTo>
                  <a:pt x="6815337" y="3559494"/>
                </a:moveTo>
                <a:cubicBezTo>
                  <a:pt x="6834398" y="3556780"/>
                  <a:pt x="6850811" y="3538427"/>
                  <a:pt x="6844008" y="3517230"/>
                </a:cubicBezTo>
                <a:cubicBezTo>
                  <a:pt x="6841286" y="3489888"/>
                  <a:pt x="6803640" y="3481386"/>
                  <a:pt x="6786177" y="3499538"/>
                </a:cubicBezTo>
                <a:cubicBezTo>
                  <a:pt x="6770529" y="3515852"/>
                  <a:pt x="6774385" y="3547790"/>
                  <a:pt x="6796156" y="3556521"/>
                </a:cubicBezTo>
                <a:cubicBezTo>
                  <a:pt x="6802336" y="3559566"/>
                  <a:pt x="6808984" y="3560399"/>
                  <a:pt x="6815337" y="3559494"/>
                </a:cubicBezTo>
                <a:close/>
                <a:moveTo>
                  <a:pt x="6193625" y="3559503"/>
                </a:moveTo>
                <a:cubicBezTo>
                  <a:pt x="6215939" y="3558819"/>
                  <a:pt x="6238094" y="3536598"/>
                  <a:pt x="6226698" y="3512838"/>
                </a:cubicBezTo>
                <a:cubicBezTo>
                  <a:pt x="6215585" y="3481387"/>
                  <a:pt x="6174310" y="3487769"/>
                  <a:pt x="6157754" y="3511015"/>
                </a:cubicBezTo>
                <a:cubicBezTo>
                  <a:pt x="6160249" y="3525373"/>
                  <a:pt x="6158435" y="3543606"/>
                  <a:pt x="6172495" y="3552267"/>
                </a:cubicBezTo>
                <a:cubicBezTo>
                  <a:pt x="6178732" y="3557565"/>
                  <a:pt x="6186187" y="3559731"/>
                  <a:pt x="6193625" y="3559503"/>
                </a:cubicBezTo>
                <a:close/>
                <a:moveTo>
                  <a:pt x="648085" y="3559512"/>
                </a:moveTo>
                <a:cubicBezTo>
                  <a:pt x="667878" y="3557342"/>
                  <a:pt x="686962" y="3539768"/>
                  <a:pt x="680773" y="3518971"/>
                </a:cubicBezTo>
                <a:cubicBezTo>
                  <a:pt x="677106" y="3493304"/>
                  <a:pt x="643407" y="3481387"/>
                  <a:pt x="623693" y="3497658"/>
                </a:cubicBezTo>
                <a:cubicBezTo>
                  <a:pt x="603291" y="3510950"/>
                  <a:pt x="606271" y="3546700"/>
                  <a:pt x="628966" y="3556096"/>
                </a:cubicBezTo>
                <a:cubicBezTo>
                  <a:pt x="634811" y="3559247"/>
                  <a:pt x="641488" y="3560235"/>
                  <a:pt x="648085" y="3559512"/>
                </a:cubicBezTo>
                <a:close/>
                <a:moveTo>
                  <a:pt x="7309329" y="3559603"/>
                </a:moveTo>
                <a:cubicBezTo>
                  <a:pt x="7330781" y="3560762"/>
                  <a:pt x="7362613" y="3553577"/>
                  <a:pt x="7358922" y="3525067"/>
                </a:cubicBezTo>
                <a:cubicBezTo>
                  <a:pt x="7365842" y="3487750"/>
                  <a:pt x="7306100" y="3476624"/>
                  <a:pt x="7293875" y="3509074"/>
                </a:cubicBezTo>
                <a:cubicBezTo>
                  <a:pt x="7284879" y="3528080"/>
                  <a:pt x="7296182" y="3546391"/>
                  <a:pt x="7309329" y="3559603"/>
                </a:cubicBezTo>
                <a:close/>
                <a:moveTo>
                  <a:pt x="1264944" y="3559650"/>
                </a:moveTo>
                <a:cubicBezTo>
                  <a:pt x="1282626" y="3558586"/>
                  <a:pt x="1299568" y="3544821"/>
                  <a:pt x="1297675" y="3525193"/>
                </a:cubicBezTo>
                <a:cubicBezTo>
                  <a:pt x="1299969" y="3496706"/>
                  <a:pt x="1263508" y="3479799"/>
                  <a:pt x="1241723" y="3495779"/>
                </a:cubicBezTo>
                <a:cubicBezTo>
                  <a:pt x="1219246" y="3509212"/>
                  <a:pt x="1221767" y="3548353"/>
                  <a:pt x="1247685" y="3556227"/>
                </a:cubicBezTo>
                <a:cubicBezTo>
                  <a:pt x="1253074" y="3558948"/>
                  <a:pt x="1259051" y="3560005"/>
                  <a:pt x="1264944" y="3559650"/>
                </a:cubicBezTo>
                <a:close/>
                <a:moveTo>
                  <a:pt x="7017585" y="3559693"/>
                </a:moveTo>
                <a:cubicBezTo>
                  <a:pt x="7036442" y="3559747"/>
                  <a:pt x="7055299" y="3545267"/>
                  <a:pt x="7052358" y="3524470"/>
                </a:cubicBezTo>
                <a:cubicBezTo>
                  <a:pt x="7053972" y="3497199"/>
                  <a:pt x="7019603" y="3481386"/>
                  <a:pt x="6997921" y="3495595"/>
                </a:cubicBezTo>
                <a:cubicBezTo>
                  <a:pt x="6975316" y="3506824"/>
                  <a:pt x="6975316" y="3545095"/>
                  <a:pt x="6999536" y="3554491"/>
                </a:cubicBezTo>
                <a:cubicBezTo>
                  <a:pt x="7005014" y="3558043"/>
                  <a:pt x="7011300" y="3559676"/>
                  <a:pt x="7017585" y="3559693"/>
                </a:cubicBezTo>
                <a:close/>
                <a:moveTo>
                  <a:pt x="3214100" y="3559739"/>
                </a:moveTo>
                <a:cubicBezTo>
                  <a:pt x="3233985" y="3558973"/>
                  <a:pt x="3253775" y="3541268"/>
                  <a:pt x="3247685" y="3519158"/>
                </a:cubicBezTo>
                <a:cubicBezTo>
                  <a:pt x="3245881" y="3491060"/>
                  <a:pt x="3209121" y="3481387"/>
                  <a:pt x="3190402" y="3498891"/>
                </a:cubicBezTo>
                <a:cubicBezTo>
                  <a:pt x="3174841" y="3513631"/>
                  <a:pt x="3177548" y="3542650"/>
                  <a:pt x="3195138" y="3554396"/>
                </a:cubicBezTo>
                <a:cubicBezTo>
                  <a:pt x="3200833" y="3558368"/>
                  <a:pt x="3207472" y="3559995"/>
                  <a:pt x="3214100" y="3559739"/>
                </a:cubicBezTo>
                <a:close/>
                <a:moveTo>
                  <a:pt x="5798551" y="3559836"/>
                </a:moveTo>
                <a:cubicBezTo>
                  <a:pt x="5824379" y="3542936"/>
                  <a:pt x="5823694" y="3494318"/>
                  <a:pt x="5788951" y="3490383"/>
                </a:cubicBezTo>
                <a:cubicBezTo>
                  <a:pt x="5759237" y="3482974"/>
                  <a:pt x="5737066" y="3520711"/>
                  <a:pt x="5753752" y="3544788"/>
                </a:cubicBezTo>
                <a:cubicBezTo>
                  <a:pt x="5762894" y="3560762"/>
                  <a:pt x="5783237" y="3556826"/>
                  <a:pt x="5798551" y="3559836"/>
                </a:cubicBezTo>
                <a:close/>
                <a:moveTo>
                  <a:pt x="6093142" y="3559962"/>
                </a:moveTo>
                <a:cubicBezTo>
                  <a:pt x="6112263" y="3558348"/>
                  <a:pt x="6129366" y="3539970"/>
                  <a:pt x="6125163" y="3518771"/>
                </a:cubicBezTo>
                <a:cubicBezTo>
                  <a:pt x="6123146" y="3489593"/>
                  <a:pt x="6080564" y="3481387"/>
                  <a:pt x="6064876" y="3503270"/>
                </a:cubicBezTo>
                <a:cubicBezTo>
                  <a:pt x="6054566" y="3519227"/>
                  <a:pt x="6055239" y="3546353"/>
                  <a:pt x="6074064" y="3555470"/>
                </a:cubicBezTo>
                <a:cubicBezTo>
                  <a:pt x="6080171" y="3559174"/>
                  <a:pt x="6086769" y="3560499"/>
                  <a:pt x="6093142" y="3559962"/>
                </a:cubicBezTo>
                <a:close/>
                <a:moveTo>
                  <a:pt x="1573495" y="3560039"/>
                </a:moveTo>
                <a:cubicBezTo>
                  <a:pt x="1593359" y="3558019"/>
                  <a:pt x="1610733" y="3539169"/>
                  <a:pt x="1604180" y="3517626"/>
                </a:cubicBezTo>
                <a:cubicBezTo>
                  <a:pt x="1601422" y="3491637"/>
                  <a:pt x="1566472" y="3482974"/>
                  <a:pt x="1547849" y="3497792"/>
                </a:cubicBezTo>
                <a:cubicBezTo>
                  <a:pt x="1530374" y="3512838"/>
                  <a:pt x="1531753" y="3545666"/>
                  <a:pt x="1553596" y="3555925"/>
                </a:cubicBezTo>
                <a:cubicBezTo>
                  <a:pt x="1559977" y="3559515"/>
                  <a:pt x="1566875" y="3560712"/>
                  <a:pt x="1573495" y="3560039"/>
                </a:cubicBezTo>
                <a:close/>
                <a:moveTo>
                  <a:pt x="7030766" y="3658893"/>
                </a:moveTo>
                <a:cubicBezTo>
                  <a:pt x="7040858" y="3655005"/>
                  <a:pt x="7049022" y="3647002"/>
                  <a:pt x="7051063" y="3635111"/>
                </a:cubicBezTo>
                <a:cubicBezTo>
                  <a:pt x="7057867" y="3609272"/>
                  <a:pt x="7029292" y="3584575"/>
                  <a:pt x="7004799" y="3594865"/>
                </a:cubicBezTo>
                <a:cubicBezTo>
                  <a:pt x="6975770" y="3601268"/>
                  <a:pt x="6973729" y="3644944"/>
                  <a:pt x="6998902" y="3657978"/>
                </a:cubicBezTo>
                <a:cubicBezTo>
                  <a:pt x="7008654" y="3662552"/>
                  <a:pt x="7020674" y="3662780"/>
                  <a:pt x="7030766" y="3658893"/>
                </a:cubicBezTo>
                <a:close/>
                <a:moveTo>
                  <a:pt x="661617" y="3659972"/>
                </a:moveTo>
                <a:cubicBezTo>
                  <a:pt x="671499" y="3655930"/>
                  <a:pt x="679483" y="3647964"/>
                  <a:pt x="681437" y="3636845"/>
                </a:cubicBezTo>
                <a:cubicBezTo>
                  <a:pt x="690630" y="3607729"/>
                  <a:pt x="652482" y="3584574"/>
                  <a:pt x="627894" y="3597871"/>
                </a:cubicBezTo>
                <a:cubicBezTo>
                  <a:pt x="603306" y="3608876"/>
                  <a:pt x="605143" y="3650371"/>
                  <a:pt x="630421" y="3659542"/>
                </a:cubicBezTo>
                <a:cubicBezTo>
                  <a:pt x="639959" y="3664127"/>
                  <a:pt x="651735" y="3664012"/>
                  <a:pt x="661617" y="3659972"/>
                </a:cubicBezTo>
                <a:close/>
                <a:moveTo>
                  <a:pt x="1892756" y="3660194"/>
                </a:moveTo>
                <a:cubicBezTo>
                  <a:pt x="1902788" y="3656369"/>
                  <a:pt x="1910937" y="3648315"/>
                  <a:pt x="1912749" y="3636494"/>
                </a:cubicBezTo>
                <a:cubicBezTo>
                  <a:pt x="1920904" y="3610070"/>
                  <a:pt x="1892386" y="3584574"/>
                  <a:pt x="1867513" y="3595236"/>
                </a:cubicBezTo>
                <a:cubicBezTo>
                  <a:pt x="1840823" y="3601494"/>
                  <a:pt x="1836750" y="3647156"/>
                  <a:pt x="1861405" y="3658513"/>
                </a:cubicBezTo>
                <a:cubicBezTo>
                  <a:pt x="1870790" y="3663612"/>
                  <a:pt x="1882716" y="3664018"/>
                  <a:pt x="1892756" y="3660194"/>
                </a:cubicBezTo>
                <a:close/>
                <a:moveTo>
                  <a:pt x="7521845" y="3660576"/>
                </a:moveTo>
                <a:cubicBezTo>
                  <a:pt x="7542938" y="3663093"/>
                  <a:pt x="7565876" y="3654380"/>
                  <a:pt x="7564519" y="3629680"/>
                </a:cubicBezTo>
                <a:cubicBezTo>
                  <a:pt x="7569042" y="3599003"/>
                  <a:pt x="7528339" y="3582987"/>
                  <a:pt x="7507083" y="3602386"/>
                </a:cubicBezTo>
                <a:cubicBezTo>
                  <a:pt x="7491254" y="3615469"/>
                  <a:pt x="7498942" y="3637575"/>
                  <a:pt x="7502334" y="3654493"/>
                </a:cubicBezTo>
                <a:cubicBezTo>
                  <a:pt x="7507987" y="3657651"/>
                  <a:pt x="7514813" y="3659737"/>
                  <a:pt x="7521845" y="3660576"/>
                </a:cubicBezTo>
                <a:close/>
                <a:moveTo>
                  <a:pt x="1155378" y="3660588"/>
                </a:moveTo>
                <a:cubicBezTo>
                  <a:pt x="1163213" y="3661761"/>
                  <a:pt x="1171049" y="3661532"/>
                  <a:pt x="1178485" y="3657528"/>
                </a:cubicBezTo>
                <a:cubicBezTo>
                  <a:pt x="1199531" y="3645858"/>
                  <a:pt x="1200218" y="3611762"/>
                  <a:pt x="1180543" y="3598490"/>
                </a:cubicBezTo>
                <a:cubicBezTo>
                  <a:pt x="1164529" y="3589337"/>
                  <a:pt x="1139827" y="3591854"/>
                  <a:pt x="1129992" y="3609016"/>
                </a:cubicBezTo>
                <a:cubicBezTo>
                  <a:pt x="1120844" y="3623204"/>
                  <a:pt x="1129078" y="3640366"/>
                  <a:pt x="1132280" y="3655240"/>
                </a:cubicBezTo>
                <a:cubicBezTo>
                  <a:pt x="1139712" y="3656841"/>
                  <a:pt x="1147545" y="3659416"/>
                  <a:pt x="1155378" y="3660588"/>
                </a:cubicBezTo>
                <a:close/>
                <a:moveTo>
                  <a:pt x="2590431" y="3660775"/>
                </a:moveTo>
                <a:cubicBezTo>
                  <a:pt x="2613755" y="3667125"/>
                  <a:pt x="2638455" y="3645580"/>
                  <a:pt x="2631820" y="3621541"/>
                </a:cubicBezTo>
                <a:cubicBezTo>
                  <a:pt x="2630224" y="3592966"/>
                  <a:pt x="2588834" y="3584575"/>
                  <a:pt x="2571684" y="3604532"/>
                </a:cubicBezTo>
                <a:cubicBezTo>
                  <a:pt x="2555906" y="3622675"/>
                  <a:pt x="2563456" y="3658280"/>
                  <a:pt x="2590431" y="3660775"/>
                </a:cubicBezTo>
                <a:close/>
                <a:moveTo>
                  <a:pt x="3931764" y="3661202"/>
                </a:moveTo>
                <a:cubicBezTo>
                  <a:pt x="3940634" y="3662065"/>
                  <a:pt x="3949303" y="3660799"/>
                  <a:pt x="3956651" y="3654475"/>
                </a:cubicBezTo>
                <a:cubicBezTo>
                  <a:pt x="3968592" y="3645044"/>
                  <a:pt x="3967674" y="3628023"/>
                  <a:pt x="3965837" y="3614223"/>
                </a:cubicBezTo>
                <a:cubicBezTo>
                  <a:pt x="3958029" y="3588232"/>
                  <a:pt x="3916924" y="3586162"/>
                  <a:pt x="3903375" y="3608243"/>
                </a:cubicBezTo>
                <a:cubicBezTo>
                  <a:pt x="3895567" y="3623424"/>
                  <a:pt x="3901767" y="3640214"/>
                  <a:pt x="3905671" y="3655165"/>
                </a:cubicBezTo>
                <a:cubicBezTo>
                  <a:pt x="3913824" y="3657350"/>
                  <a:pt x="3922894" y="3660340"/>
                  <a:pt x="3931764" y="3661202"/>
                </a:cubicBezTo>
                <a:close/>
                <a:moveTo>
                  <a:pt x="859516" y="3661218"/>
                </a:moveTo>
                <a:cubicBezTo>
                  <a:pt x="866467" y="3660548"/>
                  <a:pt x="873282" y="3658700"/>
                  <a:pt x="879043" y="3655891"/>
                </a:cubicBezTo>
                <a:cubicBezTo>
                  <a:pt x="883376" y="3639385"/>
                  <a:pt x="890676" y="3619210"/>
                  <a:pt x="878358" y="3604308"/>
                </a:cubicBezTo>
                <a:cubicBezTo>
                  <a:pt x="858966" y="3582987"/>
                  <a:pt x="812881" y="3596743"/>
                  <a:pt x="818128" y="3629526"/>
                </a:cubicBezTo>
                <a:cubicBezTo>
                  <a:pt x="816588" y="3654630"/>
                  <a:pt x="838662" y="3663228"/>
                  <a:pt x="859516" y="3661218"/>
                </a:cubicBezTo>
                <a:close/>
                <a:moveTo>
                  <a:pt x="7636298" y="3661508"/>
                </a:moveTo>
                <a:cubicBezTo>
                  <a:pt x="7655112" y="3659262"/>
                  <a:pt x="7672168" y="3642179"/>
                  <a:pt x="7667222" y="3621932"/>
                </a:cubicBezTo>
                <a:cubicBezTo>
                  <a:pt x="7665630" y="3595386"/>
                  <a:pt x="7628562" y="3586162"/>
                  <a:pt x="7609915" y="3601910"/>
                </a:cubicBezTo>
                <a:cubicBezTo>
                  <a:pt x="7591267" y="3616083"/>
                  <a:pt x="7594906" y="3650277"/>
                  <a:pt x="7617647" y="3658377"/>
                </a:cubicBezTo>
                <a:cubicBezTo>
                  <a:pt x="7623560" y="3661358"/>
                  <a:pt x="7630026" y="3662257"/>
                  <a:pt x="7636298" y="3661508"/>
                </a:cubicBezTo>
                <a:close/>
                <a:moveTo>
                  <a:pt x="5786784" y="3661538"/>
                </a:moveTo>
                <a:cubicBezTo>
                  <a:pt x="5805743" y="3659215"/>
                  <a:pt x="5822309" y="3641990"/>
                  <a:pt x="5816097" y="3621184"/>
                </a:cubicBezTo>
                <a:cubicBezTo>
                  <a:pt x="5817017" y="3587304"/>
                  <a:pt x="5758579" y="3584575"/>
                  <a:pt x="5750296" y="3614590"/>
                </a:cubicBezTo>
                <a:cubicBezTo>
                  <a:pt x="5745004" y="3630962"/>
                  <a:pt x="5749376" y="3652564"/>
                  <a:pt x="5767781" y="3658476"/>
                </a:cubicBezTo>
                <a:cubicBezTo>
                  <a:pt x="5773878" y="3661432"/>
                  <a:pt x="5780464" y="3662313"/>
                  <a:pt x="5786784" y="3661538"/>
                </a:cubicBezTo>
                <a:close/>
                <a:moveTo>
                  <a:pt x="8972319" y="3661586"/>
                </a:moveTo>
                <a:cubicBezTo>
                  <a:pt x="8991390" y="3659785"/>
                  <a:pt x="9008468" y="3643163"/>
                  <a:pt x="9002396" y="3621454"/>
                </a:cubicBezTo>
                <a:cubicBezTo>
                  <a:pt x="9002171" y="3594996"/>
                  <a:pt x="8970685" y="3590925"/>
                  <a:pt x="8951119" y="3597031"/>
                </a:cubicBezTo>
                <a:cubicBezTo>
                  <a:pt x="8931103" y="3610147"/>
                  <a:pt x="8929529" y="3648591"/>
                  <a:pt x="8953368" y="3658088"/>
                </a:cubicBezTo>
                <a:cubicBezTo>
                  <a:pt x="8959384" y="3661141"/>
                  <a:pt x="8965962" y="3662187"/>
                  <a:pt x="8972319" y="3661586"/>
                </a:cubicBezTo>
                <a:close/>
                <a:moveTo>
                  <a:pt x="6507387" y="3661590"/>
                </a:moveTo>
                <a:cubicBezTo>
                  <a:pt x="6515208" y="3660936"/>
                  <a:pt x="6522716" y="3658036"/>
                  <a:pt x="6528517" y="3652350"/>
                </a:cubicBezTo>
                <a:cubicBezTo>
                  <a:pt x="6538755" y="3639385"/>
                  <a:pt x="6538755" y="3619142"/>
                  <a:pt x="6529655" y="3605495"/>
                </a:cubicBezTo>
                <a:cubicBezTo>
                  <a:pt x="6514639" y="3586162"/>
                  <a:pt x="6478920" y="3590711"/>
                  <a:pt x="6470275" y="3614139"/>
                </a:cubicBezTo>
                <a:cubicBezTo>
                  <a:pt x="6467317" y="3629150"/>
                  <a:pt x="6467545" y="3650758"/>
                  <a:pt x="6484380" y="3657354"/>
                </a:cubicBezTo>
                <a:cubicBezTo>
                  <a:pt x="6491433" y="3660652"/>
                  <a:pt x="6499567" y="3662244"/>
                  <a:pt x="6507387" y="3661590"/>
                </a:cubicBezTo>
                <a:close/>
                <a:moveTo>
                  <a:pt x="6194974" y="3661600"/>
                </a:moveTo>
                <a:cubicBezTo>
                  <a:pt x="6212459" y="3661186"/>
                  <a:pt x="6230040" y="3648812"/>
                  <a:pt x="6228664" y="3629932"/>
                </a:cubicBezTo>
                <a:cubicBezTo>
                  <a:pt x="6235542" y="3599089"/>
                  <a:pt x="6192671" y="3582987"/>
                  <a:pt x="6171808" y="3601810"/>
                </a:cubicBezTo>
                <a:cubicBezTo>
                  <a:pt x="6151404" y="3614964"/>
                  <a:pt x="6155760" y="3649435"/>
                  <a:pt x="6178228" y="3657826"/>
                </a:cubicBezTo>
                <a:cubicBezTo>
                  <a:pt x="6183329" y="3660547"/>
                  <a:pt x="6189146" y="3661738"/>
                  <a:pt x="6194974" y="3661600"/>
                </a:cubicBezTo>
                <a:close/>
                <a:moveTo>
                  <a:pt x="3105228" y="3661651"/>
                </a:moveTo>
                <a:cubicBezTo>
                  <a:pt x="3128823" y="3667125"/>
                  <a:pt x="3151030" y="3645000"/>
                  <a:pt x="3144785" y="3621735"/>
                </a:cubicBezTo>
                <a:cubicBezTo>
                  <a:pt x="3144785" y="3594593"/>
                  <a:pt x="3109623" y="3587750"/>
                  <a:pt x="3089961" y="3599155"/>
                </a:cubicBezTo>
                <a:cubicBezTo>
                  <a:pt x="3070067" y="3616946"/>
                  <a:pt x="3075388" y="3658002"/>
                  <a:pt x="3105228" y="3661651"/>
                </a:cubicBezTo>
                <a:close/>
                <a:moveTo>
                  <a:pt x="6808507" y="3661673"/>
                </a:moveTo>
                <a:cubicBezTo>
                  <a:pt x="6827621" y="3662358"/>
                  <a:pt x="6847711" y="3649161"/>
                  <a:pt x="6845979" y="3628249"/>
                </a:cubicBezTo>
                <a:cubicBezTo>
                  <a:pt x="6849904" y="3593512"/>
                  <a:pt x="6797950" y="3581400"/>
                  <a:pt x="6781093" y="3608139"/>
                </a:cubicBezTo>
                <a:cubicBezTo>
                  <a:pt x="6773704" y="3623451"/>
                  <a:pt x="6773935" y="3646761"/>
                  <a:pt x="6790561" y="3656131"/>
                </a:cubicBezTo>
                <a:cubicBezTo>
                  <a:pt x="6795872" y="3659673"/>
                  <a:pt x="6802135" y="3661444"/>
                  <a:pt x="6808507" y="3661673"/>
                </a:cubicBezTo>
                <a:close/>
                <a:moveTo>
                  <a:pt x="1266521" y="3661691"/>
                </a:moveTo>
                <a:cubicBezTo>
                  <a:pt x="1284980" y="3658728"/>
                  <a:pt x="1300540" y="3641054"/>
                  <a:pt x="1296755" y="3621482"/>
                </a:cubicBezTo>
                <a:cubicBezTo>
                  <a:pt x="1294693" y="3593811"/>
                  <a:pt x="1254352" y="3586162"/>
                  <a:pt x="1236014" y="3603710"/>
                </a:cubicBezTo>
                <a:cubicBezTo>
                  <a:pt x="1217675" y="3619007"/>
                  <a:pt x="1224089" y="3652527"/>
                  <a:pt x="1247705" y="3659277"/>
                </a:cubicBezTo>
                <a:cubicBezTo>
                  <a:pt x="1253894" y="3662032"/>
                  <a:pt x="1260368" y="3662679"/>
                  <a:pt x="1266521" y="3661691"/>
                </a:cubicBezTo>
                <a:close/>
                <a:moveTo>
                  <a:pt x="5265107" y="3661706"/>
                </a:moveTo>
                <a:cubicBezTo>
                  <a:pt x="5272729" y="3663111"/>
                  <a:pt x="5280350" y="3662997"/>
                  <a:pt x="5287517" y="3658868"/>
                </a:cubicBezTo>
                <a:cubicBezTo>
                  <a:pt x="5302988" y="3651070"/>
                  <a:pt x="5306855" y="3630428"/>
                  <a:pt x="5301850" y="3615061"/>
                </a:cubicBezTo>
                <a:cubicBezTo>
                  <a:pt x="5294797" y="3586162"/>
                  <a:pt x="5243380" y="3586850"/>
                  <a:pt x="5238830" y="3616896"/>
                </a:cubicBezTo>
                <a:cubicBezTo>
                  <a:pt x="5235417" y="3629740"/>
                  <a:pt x="5240877" y="3642584"/>
                  <a:pt x="5242698" y="3655428"/>
                </a:cubicBezTo>
                <a:cubicBezTo>
                  <a:pt x="5249864" y="3657377"/>
                  <a:pt x="5257486" y="3660301"/>
                  <a:pt x="5265107" y="3661706"/>
                </a:cubicBezTo>
                <a:close/>
                <a:moveTo>
                  <a:pt x="2186938" y="3661708"/>
                </a:moveTo>
                <a:cubicBezTo>
                  <a:pt x="2207354" y="3660987"/>
                  <a:pt x="2226701" y="3643725"/>
                  <a:pt x="2220180" y="3620992"/>
                </a:cubicBezTo>
                <a:cubicBezTo>
                  <a:pt x="2217664" y="3587741"/>
                  <a:pt x="2164806" y="3584574"/>
                  <a:pt x="2153826" y="3614206"/>
                </a:cubicBezTo>
                <a:cubicBezTo>
                  <a:pt x="2151084" y="3628909"/>
                  <a:pt x="2151084" y="3649041"/>
                  <a:pt x="2167095" y="3656505"/>
                </a:cubicBezTo>
                <a:cubicBezTo>
                  <a:pt x="2173218" y="3660351"/>
                  <a:pt x="2180134" y="3661948"/>
                  <a:pt x="2186938" y="3661708"/>
                </a:cubicBezTo>
                <a:close/>
                <a:moveTo>
                  <a:pt x="6608032" y="3661788"/>
                </a:moveTo>
                <a:cubicBezTo>
                  <a:pt x="6618435" y="3661529"/>
                  <a:pt x="6627928" y="3657565"/>
                  <a:pt x="6633726" y="3646419"/>
                </a:cubicBezTo>
                <a:cubicBezTo>
                  <a:pt x="6653054" y="3620679"/>
                  <a:pt x="6624403" y="3582987"/>
                  <a:pt x="6594616" y="3595398"/>
                </a:cubicBezTo>
                <a:cubicBezTo>
                  <a:pt x="6567329" y="3601143"/>
                  <a:pt x="6569603" y="3634238"/>
                  <a:pt x="6576880" y="3654922"/>
                </a:cubicBezTo>
                <a:cubicBezTo>
                  <a:pt x="6586316" y="3658600"/>
                  <a:pt x="6597629" y="3662047"/>
                  <a:pt x="6608032" y="3661788"/>
                </a:cubicBezTo>
                <a:close/>
                <a:moveTo>
                  <a:pt x="8455408" y="3661840"/>
                </a:moveTo>
                <a:cubicBezTo>
                  <a:pt x="8472967" y="3661218"/>
                  <a:pt x="8489726" y="3648858"/>
                  <a:pt x="8490238" y="3629792"/>
                </a:cubicBezTo>
                <a:cubicBezTo>
                  <a:pt x="8492967" y="3602572"/>
                  <a:pt x="8459534" y="3584574"/>
                  <a:pt x="8436790" y="3598522"/>
                </a:cubicBezTo>
                <a:cubicBezTo>
                  <a:pt x="8413592" y="3609771"/>
                  <a:pt x="8413592" y="3648915"/>
                  <a:pt x="8438155" y="3658363"/>
                </a:cubicBezTo>
                <a:cubicBezTo>
                  <a:pt x="8443613" y="3660950"/>
                  <a:pt x="8449555" y="3662047"/>
                  <a:pt x="8455408" y="3661840"/>
                </a:cubicBezTo>
                <a:close/>
                <a:moveTo>
                  <a:pt x="4867560" y="3661846"/>
                </a:moveTo>
                <a:cubicBezTo>
                  <a:pt x="4883900" y="3657409"/>
                  <a:pt x="4896316" y="3640304"/>
                  <a:pt x="4893425" y="3622299"/>
                </a:cubicBezTo>
                <a:cubicBezTo>
                  <a:pt x="4891837" y="3593262"/>
                  <a:pt x="4849655" y="3584574"/>
                  <a:pt x="4832192" y="3604923"/>
                </a:cubicBezTo>
                <a:cubicBezTo>
                  <a:pt x="4813142" y="3622070"/>
                  <a:pt x="4824708" y="3658880"/>
                  <a:pt x="4850335" y="3661624"/>
                </a:cubicBezTo>
                <a:cubicBezTo>
                  <a:pt x="4856232" y="3663396"/>
                  <a:pt x="4862114" y="3663325"/>
                  <a:pt x="4867560" y="3661846"/>
                </a:cubicBezTo>
                <a:close/>
                <a:moveTo>
                  <a:pt x="6290093" y="3661872"/>
                </a:moveTo>
                <a:cubicBezTo>
                  <a:pt x="6316916" y="3668712"/>
                  <a:pt x="6341905" y="3639757"/>
                  <a:pt x="6330672" y="3614450"/>
                </a:cubicBezTo>
                <a:cubicBezTo>
                  <a:pt x="6320126" y="3582987"/>
                  <a:pt x="6266479" y="3590055"/>
                  <a:pt x="6261894" y="3621974"/>
                </a:cubicBezTo>
                <a:cubicBezTo>
                  <a:pt x="6257767" y="3640441"/>
                  <a:pt x="6270835" y="3659820"/>
                  <a:pt x="6290093" y="3661872"/>
                </a:cubicBezTo>
                <a:close/>
                <a:moveTo>
                  <a:pt x="7231906" y="3661895"/>
                </a:moveTo>
                <a:cubicBezTo>
                  <a:pt x="7247931" y="3657306"/>
                  <a:pt x="7259702" y="3640112"/>
                  <a:pt x="7255608" y="3622402"/>
                </a:cubicBezTo>
                <a:cubicBezTo>
                  <a:pt x="7254926" y="3585262"/>
                  <a:pt x="7189416" y="3584574"/>
                  <a:pt x="7189189" y="3621943"/>
                </a:cubicBezTo>
                <a:cubicBezTo>
                  <a:pt x="7184867" y="3640284"/>
                  <a:pt x="7195785" y="3659542"/>
                  <a:pt x="7214892" y="3661834"/>
                </a:cubicBezTo>
                <a:cubicBezTo>
                  <a:pt x="7220749" y="3663553"/>
                  <a:pt x="7226564" y="3663424"/>
                  <a:pt x="7231906" y="3661895"/>
                </a:cubicBezTo>
                <a:close/>
                <a:moveTo>
                  <a:pt x="6405475" y="3661927"/>
                </a:moveTo>
                <a:cubicBezTo>
                  <a:pt x="6424470" y="3659068"/>
                  <a:pt x="6441489" y="3641706"/>
                  <a:pt x="6435442" y="3621249"/>
                </a:cubicBezTo>
                <a:cubicBezTo>
                  <a:pt x="6431756" y="3593514"/>
                  <a:pt x="6393283" y="3584575"/>
                  <a:pt x="6374392" y="3603141"/>
                </a:cubicBezTo>
                <a:cubicBezTo>
                  <a:pt x="6356192" y="3618728"/>
                  <a:pt x="6363795" y="3652650"/>
                  <a:pt x="6386602" y="3659527"/>
                </a:cubicBezTo>
                <a:cubicBezTo>
                  <a:pt x="6392592" y="3662220"/>
                  <a:pt x="6399143" y="3662879"/>
                  <a:pt x="6405475" y="3661927"/>
                </a:cubicBezTo>
                <a:close/>
                <a:moveTo>
                  <a:pt x="2498316" y="3661938"/>
                </a:moveTo>
                <a:cubicBezTo>
                  <a:pt x="2517381" y="3659989"/>
                  <a:pt x="2535020" y="3641777"/>
                  <a:pt x="2529501" y="3621381"/>
                </a:cubicBezTo>
                <a:cubicBezTo>
                  <a:pt x="2527430" y="3590300"/>
                  <a:pt x="2478669" y="3582987"/>
                  <a:pt x="2465572" y="3609497"/>
                </a:cubicBezTo>
                <a:cubicBezTo>
                  <a:pt x="2454304" y="3625951"/>
                  <a:pt x="2462352" y="3649033"/>
                  <a:pt x="2479593" y="3657946"/>
                </a:cubicBezTo>
                <a:cubicBezTo>
                  <a:pt x="2485454" y="3661431"/>
                  <a:pt x="2491965" y="3662588"/>
                  <a:pt x="2498316" y="3661938"/>
                </a:cubicBezTo>
                <a:close/>
                <a:moveTo>
                  <a:pt x="9075138" y="3661943"/>
                </a:moveTo>
                <a:cubicBezTo>
                  <a:pt x="9093633" y="3659057"/>
                  <a:pt x="9109538" y="3641744"/>
                  <a:pt x="9106638" y="3621738"/>
                </a:cubicBezTo>
                <a:cubicBezTo>
                  <a:pt x="9104819" y="3592327"/>
                  <a:pt x="9063203" y="3584575"/>
                  <a:pt x="9045465" y="3604638"/>
                </a:cubicBezTo>
                <a:cubicBezTo>
                  <a:pt x="9027954" y="3619458"/>
                  <a:pt x="9035004" y="3651832"/>
                  <a:pt x="9056380" y="3659584"/>
                </a:cubicBezTo>
                <a:cubicBezTo>
                  <a:pt x="9062520" y="3662263"/>
                  <a:pt x="9068973" y="3662904"/>
                  <a:pt x="9075138" y="3661943"/>
                </a:cubicBezTo>
                <a:close/>
                <a:moveTo>
                  <a:pt x="7434327" y="3661953"/>
                </a:moveTo>
                <a:cubicBezTo>
                  <a:pt x="7451964" y="3658612"/>
                  <a:pt x="7465741" y="3640737"/>
                  <a:pt x="7460638" y="3620800"/>
                </a:cubicBezTo>
                <a:cubicBezTo>
                  <a:pt x="7460185" y="3586883"/>
                  <a:pt x="7404622" y="3582987"/>
                  <a:pt x="7396231" y="3614154"/>
                </a:cubicBezTo>
                <a:cubicBezTo>
                  <a:pt x="7389654" y="3631112"/>
                  <a:pt x="7397138" y="3655175"/>
                  <a:pt x="7415961" y="3659987"/>
                </a:cubicBezTo>
                <a:cubicBezTo>
                  <a:pt x="7422141" y="3662565"/>
                  <a:pt x="7428449" y="3663067"/>
                  <a:pt x="7434327" y="3661953"/>
                </a:cubicBezTo>
                <a:close/>
                <a:moveTo>
                  <a:pt x="1059480" y="3661975"/>
                </a:moveTo>
                <a:cubicBezTo>
                  <a:pt x="1077980" y="3660100"/>
                  <a:pt x="1094136" y="3642055"/>
                  <a:pt x="1090214" y="3621824"/>
                </a:cubicBezTo>
                <a:cubicBezTo>
                  <a:pt x="1089532" y="3597135"/>
                  <a:pt x="1058376" y="3586162"/>
                  <a:pt x="1038818" y="3597364"/>
                </a:cubicBezTo>
                <a:cubicBezTo>
                  <a:pt x="1016076" y="3609251"/>
                  <a:pt x="1018123" y="3647427"/>
                  <a:pt x="1040864" y="3657942"/>
                </a:cubicBezTo>
                <a:cubicBezTo>
                  <a:pt x="1046892" y="3661428"/>
                  <a:pt x="1053316" y="3662600"/>
                  <a:pt x="1059480" y="3661975"/>
                </a:cubicBezTo>
                <a:close/>
                <a:moveTo>
                  <a:pt x="7944029" y="3661995"/>
                </a:moveTo>
                <a:cubicBezTo>
                  <a:pt x="7964599" y="3659747"/>
                  <a:pt x="7982075" y="3638923"/>
                  <a:pt x="7973401" y="3616699"/>
                </a:cubicBezTo>
                <a:cubicBezTo>
                  <a:pt x="7967051" y="3586162"/>
                  <a:pt x="7914210" y="3586162"/>
                  <a:pt x="7908540" y="3617151"/>
                </a:cubicBezTo>
                <a:cubicBezTo>
                  <a:pt x="7905592" y="3631628"/>
                  <a:pt x="7908087" y="3650629"/>
                  <a:pt x="7923281" y="3657415"/>
                </a:cubicBezTo>
                <a:cubicBezTo>
                  <a:pt x="7929971" y="3661430"/>
                  <a:pt x="7937172" y="3662745"/>
                  <a:pt x="7944029" y="3661995"/>
                </a:cubicBezTo>
                <a:close/>
                <a:moveTo>
                  <a:pt x="8139543" y="3662011"/>
                </a:moveTo>
                <a:cubicBezTo>
                  <a:pt x="8163059" y="3668712"/>
                  <a:pt x="8184992" y="3646299"/>
                  <a:pt x="8180018" y="3622268"/>
                </a:cubicBezTo>
                <a:cubicBezTo>
                  <a:pt x="8180244" y="3587377"/>
                  <a:pt x="8123037" y="3582987"/>
                  <a:pt x="8114897" y="3614643"/>
                </a:cubicBezTo>
                <a:cubicBezTo>
                  <a:pt x="8108792" y="3634052"/>
                  <a:pt x="8117384" y="3659701"/>
                  <a:pt x="8139543" y="3662011"/>
                </a:cubicBezTo>
                <a:close/>
                <a:moveTo>
                  <a:pt x="8769123" y="3662047"/>
                </a:moveTo>
                <a:cubicBezTo>
                  <a:pt x="8786877" y="3658843"/>
                  <a:pt x="8800824" y="3641272"/>
                  <a:pt x="8795706" y="3621387"/>
                </a:cubicBezTo>
                <a:cubicBezTo>
                  <a:pt x="8795933" y="3587558"/>
                  <a:pt x="8738836" y="3582987"/>
                  <a:pt x="8731557" y="3614758"/>
                </a:cubicBezTo>
                <a:cubicBezTo>
                  <a:pt x="8727917" y="3631672"/>
                  <a:pt x="8731329" y="3654986"/>
                  <a:pt x="8750665" y="3660015"/>
                </a:cubicBezTo>
                <a:cubicBezTo>
                  <a:pt x="8756864" y="3662586"/>
                  <a:pt x="8763205" y="3663114"/>
                  <a:pt x="8769123" y="3662047"/>
                </a:cubicBezTo>
                <a:close/>
                <a:moveTo>
                  <a:pt x="752281" y="3662103"/>
                </a:moveTo>
                <a:cubicBezTo>
                  <a:pt x="771471" y="3659484"/>
                  <a:pt x="788509" y="3642599"/>
                  <a:pt x="782076" y="3621738"/>
                </a:cubicBezTo>
                <a:cubicBezTo>
                  <a:pt x="779990" y="3593239"/>
                  <a:pt x="739887" y="3584575"/>
                  <a:pt x="721573" y="3603498"/>
                </a:cubicBezTo>
                <a:cubicBezTo>
                  <a:pt x="706505" y="3620370"/>
                  <a:pt x="710678" y="3651149"/>
                  <a:pt x="733164" y="3659584"/>
                </a:cubicBezTo>
                <a:cubicBezTo>
                  <a:pt x="739249" y="3662263"/>
                  <a:pt x="745885" y="3662976"/>
                  <a:pt x="752281" y="3662103"/>
                </a:cubicBezTo>
                <a:close/>
                <a:moveTo>
                  <a:pt x="5988213" y="3662237"/>
                </a:moveTo>
                <a:cubicBezTo>
                  <a:pt x="6007108" y="3662044"/>
                  <a:pt x="6025386" y="3648417"/>
                  <a:pt x="6023653" y="3627336"/>
                </a:cubicBezTo>
                <a:cubicBezTo>
                  <a:pt x="6027580" y="3592827"/>
                  <a:pt x="5976760" y="3581400"/>
                  <a:pt x="5959435" y="3607453"/>
                </a:cubicBezTo>
                <a:cubicBezTo>
                  <a:pt x="5952967" y="3624136"/>
                  <a:pt x="5954353" y="3646532"/>
                  <a:pt x="5969830" y="3657731"/>
                </a:cubicBezTo>
                <a:cubicBezTo>
                  <a:pt x="5975547" y="3660873"/>
                  <a:pt x="5981914" y="3662301"/>
                  <a:pt x="5988213" y="3662237"/>
                </a:cubicBezTo>
                <a:close/>
                <a:moveTo>
                  <a:pt x="446213" y="3662238"/>
                </a:moveTo>
                <a:cubicBezTo>
                  <a:pt x="464322" y="3658909"/>
                  <a:pt x="479328" y="3641457"/>
                  <a:pt x="474153" y="3621807"/>
                </a:cubicBezTo>
                <a:cubicBezTo>
                  <a:pt x="471624" y="3593998"/>
                  <a:pt x="433679" y="3584575"/>
                  <a:pt x="414821" y="3602502"/>
                </a:cubicBezTo>
                <a:cubicBezTo>
                  <a:pt x="398494" y="3619049"/>
                  <a:pt x="402633" y="3655361"/>
                  <a:pt x="427700" y="3660418"/>
                </a:cubicBezTo>
                <a:cubicBezTo>
                  <a:pt x="433794" y="3662888"/>
                  <a:pt x="440175" y="3663348"/>
                  <a:pt x="446213" y="3662238"/>
                </a:cubicBezTo>
                <a:close/>
                <a:moveTo>
                  <a:pt x="5576880" y="3662253"/>
                </a:moveTo>
                <a:cubicBezTo>
                  <a:pt x="5595147" y="3662242"/>
                  <a:pt x="5613219" y="3649095"/>
                  <a:pt x="5613393" y="3629586"/>
                </a:cubicBezTo>
                <a:cubicBezTo>
                  <a:pt x="5618004" y="3601087"/>
                  <a:pt x="5580188" y="3584575"/>
                  <a:pt x="5558282" y="3599503"/>
                </a:cubicBezTo>
                <a:cubicBezTo>
                  <a:pt x="5535454" y="3610813"/>
                  <a:pt x="5536377" y="3647229"/>
                  <a:pt x="5559205" y="3657633"/>
                </a:cubicBezTo>
                <a:cubicBezTo>
                  <a:pt x="5564681" y="3660800"/>
                  <a:pt x="5570792" y="3662256"/>
                  <a:pt x="5576880" y="3662253"/>
                </a:cubicBezTo>
                <a:close/>
                <a:moveTo>
                  <a:pt x="8659916" y="3662286"/>
                </a:moveTo>
                <a:cubicBezTo>
                  <a:pt x="8680575" y="3661883"/>
                  <a:pt x="8700396" y="3643731"/>
                  <a:pt x="8694033" y="3621000"/>
                </a:cubicBezTo>
                <a:cubicBezTo>
                  <a:pt x="8691510" y="3595214"/>
                  <a:pt x="8658490" y="3587750"/>
                  <a:pt x="8638770" y="3599738"/>
                </a:cubicBezTo>
                <a:cubicBezTo>
                  <a:pt x="8621801" y="3613083"/>
                  <a:pt x="8619967" y="3644523"/>
                  <a:pt x="8639917" y="3656285"/>
                </a:cubicBezTo>
                <a:cubicBezTo>
                  <a:pt x="8646051" y="3660582"/>
                  <a:pt x="8653030" y="3662420"/>
                  <a:pt x="8659916" y="3662286"/>
                </a:cubicBezTo>
                <a:close/>
                <a:moveTo>
                  <a:pt x="3220164" y="3662321"/>
                </a:moveTo>
                <a:cubicBezTo>
                  <a:pt x="3237999" y="3659167"/>
                  <a:pt x="3252796" y="3642013"/>
                  <a:pt x="3248532" y="3622137"/>
                </a:cubicBezTo>
                <a:cubicBezTo>
                  <a:pt x="3246485" y="3594023"/>
                  <a:pt x="3208505" y="3584575"/>
                  <a:pt x="3189856" y="3602319"/>
                </a:cubicBezTo>
                <a:cubicBezTo>
                  <a:pt x="3173254" y="3618681"/>
                  <a:pt x="3179167" y="3653247"/>
                  <a:pt x="3201910" y="3660391"/>
                </a:cubicBezTo>
                <a:cubicBezTo>
                  <a:pt x="3207937" y="3662868"/>
                  <a:pt x="3214219" y="3663372"/>
                  <a:pt x="3220164" y="3662321"/>
                </a:cubicBezTo>
                <a:close/>
                <a:moveTo>
                  <a:pt x="7330472" y="3662370"/>
                </a:moveTo>
                <a:cubicBezTo>
                  <a:pt x="7348417" y="3658684"/>
                  <a:pt x="7362877" y="3640982"/>
                  <a:pt x="7358746" y="3621608"/>
                </a:cubicBezTo>
                <a:cubicBezTo>
                  <a:pt x="7358516" y="3584575"/>
                  <a:pt x="7292185" y="3585718"/>
                  <a:pt x="7291956" y="3622066"/>
                </a:cubicBezTo>
                <a:cubicBezTo>
                  <a:pt x="7288054" y="3638067"/>
                  <a:pt x="7297694" y="3654069"/>
                  <a:pt x="7311924" y="3660927"/>
                </a:cubicBezTo>
                <a:cubicBezTo>
                  <a:pt x="7318121" y="3663271"/>
                  <a:pt x="7324490" y="3663599"/>
                  <a:pt x="7330472" y="3662370"/>
                </a:cubicBezTo>
                <a:close/>
                <a:moveTo>
                  <a:pt x="7735496" y="3662374"/>
                </a:moveTo>
                <a:cubicBezTo>
                  <a:pt x="7756250" y="3662074"/>
                  <a:pt x="7776716" y="3644157"/>
                  <a:pt x="7771088" y="3621354"/>
                </a:cubicBezTo>
                <a:cubicBezTo>
                  <a:pt x="7768814" y="3598494"/>
                  <a:pt x="7741298" y="3587750"/>
                  <a:pt x="7721969" y="3595980"/>
                </a:cubicBezTo>
                <a:cubicBezTo>
                  <a:pt x="7697183" y="3603752"/>
                  <a:pt x="7694454" y="3643071"/>
                  <a:pt x="7715602" y="3656330"/>
                </a:cubicBezTo>
                <a:cubicBezTo>
                  <a:pt x="7721628" y="3660616"/>
                  <a:pt x="7728578" y="3662474"/>
                  <a:pt x="7735496" y="3662374"/>
                </a:cubicBezTo>
                <a:close/>
                <a:moveTo>
                  <a:pt x="238182" y="3662374"/>
                </a:moveTo>
                <a:cubicBezTo>
                  <a:pt x="256735" y="3660209"/>
                  <a:pt x="272896" y="3642239"/>
                  <a:pt x="267622" y="3621555"/>
                </a:cubicBezTo>
                <a:cubicBezTo>
                  <a:pt x="267168" y="3593746"/>
                  <a:pt x="231786" y="3586162"/>
                  <a:pt x="212733" y="3599492"/>
                </a:cubicBezTo>
                <a:cubicBezTo>
                  <a:pt x="195268" y="3614431"/>
                  <a:pt x="197991" y="3649364"/>
                  <a:pt x="219538" y="3658787"/>
                </a:cubicBezTo>
                <a:cubicBezTo>
                  <a:pt x="225548" y="3662062"/>
                  <a:pt x="231998" y="3663096"/>
                  <a:pt x="238182" y="3662374"/>
                </a:cubicBezTo>
                <a:close/>
                <a:moveTo>
                  <a:pt x="5072143" y="3662383"/>
                </a:moveTo>
                <a:cubicBezTo>
                  <a:pt x="5090570" y="3658123"/>
                  <a:pt x="5104379" y="3637587"/>
                  <a:pt x="5097026" y="3617699"/>
                </a:cubicBezTo>
                <a:cubicBezTo>
                  <a:pt x="5092921" y="3593718"/>
                  <a:pt x="5063963" y="3589337"/>
                  <a:pt x="5045494" y="3598099"/>
                </a:cubicBezTo>
                <a:cubicBezTo>
                  <a:pt x="5022692" y="3611243"/>
                  <a:pt x="5025200" y="3655285"/>
                  <a:pt x="5052790" y="3660588"/>
                </a:cubicBezTo>
                <a:cubicBezTo>
                  <a:pt x="5059346" y="3663413"/>
                  <a:pt x="5066001" y="3663802"/>
                  <a:pt x="5072143" y="3662383"/>
                </a:cubicBezTo>
                <a:close/>
                <a:moveTo>
                  <a:pt x="7844895" y="3662419"/>
                </a:moveTo>
                <a:cubicBezTo>
                  <a:pt x="7863053" y="3658851"/>
                  <a:pt x="7878521" y="3641356"/>
                  <a:pt x="7873509" y="3621927"/>
                </a:cubicBezTo>
                <a:cubicBezTo>
                  <a:pt x="7870513" y="3597625"/>
                  <a:pt x="7838482" y="3586162"/>
                  <a:pt x="7818664" y="3599001"/>
                </a:cubicBezTo>
                <a:cubicBezTo>
                  <a:pt x="7794467" y="3612527"/>
                  <a:pt x="7800459" y="3652876"/>
                  <a:pt x="7826499" y="3660900"/>
                </a:cubicBezTo>
                <a:cubicBezTo>
                  <a:pt x="7832491" y="3663250"/>
                  <a:pt x="7838842" y="3663608"/>
                  <a:pt x="7844895" y="3662419"/>
                </a:cubicBezTo>
                <a:close/>
                <a:moveTo>
                  <a:pt x="960899" y="3662442"/>
                </a:moveTo>
                <a:cubicBezTo>
                  <a:pt x="977851" y="3659011"/>
                  <a:pt x="990900" y="3641773"/>
                  <a:pt x="986807" y="3622717"/>
                </a:cubicBezTo>
                <a:cubicBezTo>
                  <a:pt x="986124" y="3591765"/>
                  <a:pt x="940863" y="3582987"/>
                  <a:pt x="925397" y="3607241"/>
                </a:cubicBezTo>
                <a:cubicBezTo>
                  <a:pt x="916072" y="3625489"/>
                  <a:pt x="919484" y="3656671"/>
                  <a:pt x="943138" y="3660829"/>
                </a:cubicBezTo>
                <a:cubicBezTo>
                  <a:pt x="949165" y="3663197"/>
                  <a:pt x="955249" y="3663587"/>
                  <a:pt x="960899" y="3662442"/>
                </a:cubicBezTo>
                <a:close/>
                <a:moveTo>
                  <a:pt x="5890643" y="3662477"/>
                </a:moveTo>
                <a:cubicBezTo>
                  <a:pt x="5909165" y="3659125"/>
                  <a:pt x="5924484" y="3639918"/>
                  <a:pt x="5919997" y="3620324"/>
                </a:cubicBezTo>
                <a:cubicBezTo>
                  <a:pt x="5917005" y="3588241"/>
                  <a:pt x="5863842" y="3584574"/>
                  <a:pt x="5854406" y="3614137"/>
                </a:cubicBezTo>
                <a:cubicBezTo>
                  <a:pt x="5848192" y="3630866"/>
                  <a:pt x="5854176" y="3652866"/>
                  <a:pt x="5871667" y="3659970"/>
                </a:cubicBezTo>
                <a:cubicBezTo>
                  <a:pt x="5877938" y="3662949"/>
                  <a:pt x="5884468" y="3663593"/>
                  <a:pt x="5890643" y="3662477"/>
                </a:cubicBezTo>
                <a:close/>
                <a:moveTo>
                  <a:pt x="4960054" y="3662493"/>
                </a:moveTo>
                <a:cubicBezTo>
                  <a:pt x="4978820" y="3662900"/>
                  <a:pt x="4997326" y="3648455"/>
                  <a:pt x="4998879" y="3628224"/>
                </a:cubicBezTo>
                <a:cubicBezTo>
                  <a:pt x="4997269" y="3603536"/>
                  <a:pt x="4969430" y="3586162"/>
                  <a:pt x="4946653" y="3596449"/>
                </a:cubicBezTo>
                <a:cubicBezTo>
                  <a:pt x="4921115" y="3604679"/>
                  <a:pt x="4919504" y="3643998"/>
                  <a:pt x="4941821" y="3656799"/>
                </a:cubicBezTo>
                <a:cubicBezTo>
                  <a:pt x="4947515" y="3660571"/>
                  <a:pt x="4953799" y="3662357"/>
                  <a:pt x="4960054" y="3662493"/>
                </a:cubicBezTo>
                <a:close/>
                <a:moveTo>
                  <a:pt x="5371540" y="3662512"/>
                </a:moveTo>
                <a:cubicBezTo>
                  <a:pt x="5392263" y="3662285"/>
                  <a:pt x="5412632" y="3644574"/>
                  <a:pt x="5406114" y="3621305"/>
                </a:cubicBezTo>
                <a:cubicBezTo>
                  <a:pt x="5404971" y="3593726"/>
                  <a:pt x="5369292" y="3587750"/>
                  <a:pt x="5349852" y="3599471"/>
                </a:cubicBezTo>
                <a:cubicBezTo>
                  <a:pt x="5334757" y="3613720"/>
                  <a:pt x="5333842" y="3644057"/>
                  <a:pt x="5351682" y="3656468"/>
                </a:cubicBezTo>
                <a:cubicBezTo>
                  <a:pt x="5357685" y="3660719"/>
                  <a:pt x="5364632" y="3662587"/>
                  <a:pt x="5371540" y="3662512"/>
                </a:cubicBezTo>
                <a:close/>
                <a:moveTo>
                  <a:pt x="8357806" y="3662548"/>
                </a:moveTo>
                <a:cubicBezTo>
                  <a:pt x="8375333" y="3658735"/>
                  <a:pt x="8390173" y="3641149"/>
                  <a:pt x="8386591" y="3622137"/>
                </a:cubicBezTo>
                <a:cubicBezTo>
                  <a:pt x="8384771" y="3586880"/>
                  <a:pt x="8325866" y="3584575"/>
                  <a:pt x="8318588" y="3617989"/>
                </a:cubicBezTo>
                <a:cubicBezTo>
                  <a:pt x="8311992" y="3635733"/>
                  <a:pt x="8323136" y="3655090"/>
                  <a:pt x="8339967" y="3661312"/>
                </a:cubicBezTo>
                <a:cubicBezTo>
                  <a:pt x="8345823" y="3663559"/>
                  <a:pt x="8351964" y="3663819"/>
                  <a:pt x="8357806" y="3662548"/>
                </a:cubicBezTo>
                <a:close/>
                <a:moveTo>
                  <a:pt x="5478602" y="3662549"/>
                </a:moveTo>
                <a:cubicBezTo>
                  <a:pt x="5495404" y="3660743"/>
                  <a:pt x="5511182" y="3647845"/>
                  <a:pt x="5509818" y="3629271"/>
                </a:cubicBezTo>
                <a:cubicBezTo>
                  <a:pt x="5513229" y="3603131"/>
                  <a:pt x="5482753" y="3586162"/>
                  <a:pt x="5460919" y="3596710"/>
                </a:cubicBezTo>
                <a:cubicBezTo>
                  <a:pt x="5433854" y="3606341"/>
                  <a:pt x="5435219" y="3651284"/>
                  <a:pt x="5462056" y="3660457"/>
                </a:cubicBezTo>
                <a:cubicBezTo>
                  <a:pt x="5467287" y="3662521"/>
                  <a:pt x="5473002" y="3663151"/>
                  <a:pt x="5478602" y="3662549"/>
                </a:cubicBezTo>
                <a:close/>
                <a:moveTo>
                  <a:pt x="1573520" y="3662551"/>
                </a:moveTo>
                <a:cubicBezTo>
                  <a:pt x="1592105" y="3660344"/>
                  <a:pt x="1608122" y="3642516"/>
                  <a:pt x="1603219" y="3621602"/>
                </a:cubicBezTo>
                <a:cubicBezTo>
                  <a:pt x="1601416" y="3588231"/>
                  <a:pt x="1547996" y="3584574"/>
                  <a:pt x="1538304" y="3614517"/>
                </a:cubicBezTo>
                <a:cubicBezTo>
                  <a:pt x="1535150" y="3630516"/>
                  <a:pt x="1536727" y="3653144"/>
                  <a:pt x="1554759" y="3659087"/>
                </a:cubicBezTo>
                <a:cubicBezTo>
                  <a:pt x="1560844" y="3662287"/>
                  <a:pt x="1567325" y="3663287"/>
                  <a:pt x="1573520" y="3662551"/>
                </a:cubicBezTo>
                <a:close/>
                <a:moveTo>
                  <a:pt x="8252688" y="3662581"/>
                </a:moveTo>
                <a:cubicBezTo>
                  <a:pt x="8269865" y="3661087"/>
                  <a:pt x="8286464" y="3648533"/>
                  <a:pt x="8283375" y="3629271"/>
                </a:cubicBezTo>
                <a:cubicBezTo>
                  <a:pt x="8288179" y="3603360"/>
                  <a:pt x="8257527" y="3586162"/>
                  <a:pt x="8236025" y="3596710"/>
                </a:cubicBezTo>
                <a:cubicBezTo>
                  <a:pt x="8208804" y="3605424"/>
                  <a:pt x="8209033" y="3651514"/>
                  <a:pt x="8236025" y="3660228"/>
                </a:cubicBezTo>
                <a:cubicBezTo>
                  <a:pt x="8241172" y="3662348"/>
                  <a:pt x="8246962" y="3663080"/>
                  <a:pt x="8252688" y="3662581"/>
                </a:cubicBezTo>
                <a:close/>
                <a:moveTo>
                  <a:pt x="1780757" y="3662613"/>
                </a:moveTo>
                <a:cubicBezTo>
                  <a:pt x="1798574" y="3659580"/>
                  <a:pt x="1813160" y="3640968"/>
                  <a:pt x="1809066" y="3621449"/>
                </a:cubicBezTo>
                <a:cubicBezTo>
                  <a:pt x="1807246" y="3588054"/>
                  <a:pt x="1751973" y="3582987"/>
                  <a:pt x="1743330" y="3614770"/>
                </a:cubicBezTo>
                <a:cubicBezTo>
                  <a:pt x="1739918" y="3632043"/>
                  <a:pt x="1743558" y="3653922"/>
                  <a:pt x="1762437" y="3659911"/>
                </a:cubicBezTo>
                <a:cubicBezTo>
                  <a:pt x="1768521" y="3662905"/>
                  <a:pt x="1774819" y="3663624"/>
                  <a:pt x="1780757" y="3662613"/>
                </a:cubicBezTo>
                <a:close/>
                <a:moveTo>
                  <a:pt x="5681293" y="3662660"/>
                </a:moveTo>
                <a:cubicBezTo>
                  <a:pt x="5699050" y="3662262"/>
                  <a:pt x="5716549" y="3649171"/>
                  <a:pt x="5716377" y="3629879"/>
                </a:cubicBezTo>
                <a:cubicBezTo>
                  <a:pt x="5721192" y="3597956"/>
                  <a:pt x="5671433" y="3579812"/>
                  <a:pt x="5652859" y="3605075"/>
                </a:cubicBezTo>
                <a:cubicBezTo>
                  <a:pt x="5638642" y="3621381"/>
                  <a:pt x="5644146" y="3649400"/>
                  <a:pt x="5664095" y="3658587"/>
                </a:cubicBezTo>
                <a:cubicBezTo>
                  <a:pt x="5669427" y="3661515"/>
                  <a:pt x="5675374" y="3662793"/>
                  <a:pt x="5681293" y="3662660"/>
                </a:cubicBezTo>
                <a:close/>
                <a:moveTo>
                  <a:pt x="6712228" y="3662673"/>
                </a:moveTo>
                <a:cubicBezTo>
                  <a:pt x="6730542" y="3660340"/>
                  <a:pt x="6746440" y="3642543"/>
                  <a:pt x="6740844" y="3621881"/>
                </a:cubicBezTo>
                <a:cubicBezTo>
                  <a:pt x="6741974" y="3587386"/>
                  <a:pt x="6685223" y="3582987"/>
                  <a:pt x="6677536" y="3614241"/>
                </a:cubicBezTo>
                <a:cubicBezTo>
                  <a:pt x="6673692" y="3630678"/>
                  <a:pt x="6675727" y="3653366"/>
                  <a:pt x="6693815" y="3659385"/>
                </a:cubicBezTo>
                <a:cubicBezTo>
                  <a:pt x="6699750" y="3662511"/>
                  <a:pt x="6706124" y="3663451"/>
                  <a:pt x="6712228" y="3662673"/>
                </a:cubicBezTo>
                <a:close/>
                <a:moveTo>
                  <a:pt x="7124557" y="3662696"/>
                </a:moveTo>
                <a:cubicBezTo>
                  <a:pt x="7144799" y="3659469"/>
                  <a:pt x="7162796" y="3638481"/>
                  <a:pt x="7153733" y="3617622"/>
                </a:cubicBezTo>
                <a:cubicBezTo>
                  <a:pt x="7145526" y="3590494"/>
                  <a:pt x="7102891" y="3586162"/>
                  <a:pt x="7088528" y="3610327"/>
                </a:cubicBezTo>
                <a:cubicBezTo>
                  <a:pt x="7080092" y="3627425"/>
                  <a:pt x="7085108" y="3652502"/>
                  <a:pt x="7104487" y="3659341"/>
                </a:cubicBezTo>
                <a:cubicBezTo>
                  <a:pt x="7110814" y="3662874"/>
                  <a:pt x="7117810" y="3663772"/>
                  <a:pt x="7124557" y="3662696"/>
                </a:cubicBezTo>
                <a:close/>
                <a:moveTo>
                  <a:pt x="3318052" y="3662728"/>
                </a:moveTo>
                <a:cubicBezTo>
                  <a:pt x="3336272" y="3662586"/>
                  <a:pt x="3354908" y="3649730"/>
                  <a:pt x="3352178" y="3629161"/>
                </a:cubicBezTo>
                <a:cubicBezTo>
                  <a:pt x="3355817" y="3604291"/>
                  <a:pt x="3327615" y="3586162"/>
                  <a:pt x="3306009" y="3595227"/>
                </a:cubicBezTo>
                <a:cubicBezTo>
                  <a:pt x="3279171" y="3600805"/>
                  <a:pt x="3276442" y="3647754"/>
                  <a:pt x="3300778" y="3658446"/>
                </a:cubicBezTo>
                <a:cubicBezTo>
                  <a:pt x="3305952" y="3661409"/>
                  <a:pt x="3311979" y="3662775"/>
                  <a:pt x="3318052" y="3662728"/>
                </a:cubicBezTo>
                <a:close/>
                <a:moveTo>
                  <a:pt x="540510" y="3662749"/>
                </a:moveTo>
                <a:cubicBezTo>
                  <a:pt x="559982" y="3663046"/>
                  <a:pt x="578377" y="3644641"/>
                  <a:pt x="581078" y="3623946"/>
                </a:cubicBezTo>
                <a:cubicBezTo>
                  <a:pt x="572077" y="3608114"/>
                  <a:pt x="559250" y="3590924"/>
                  <a:pt x="538548" y="3595674"/>
                </a:cubicBezTo>
                <a:cubicBezTo>
                  <a:pt x="507944" y="3593864"/>
                  <a:pt x="495343" y="3640231"/>
                  <a:pt x="521221" y="3655611"/>
                </a:cubicBezTo>
                <a:cubicBezTo>
                  <a:pt x="527409" y="3660474"/>
                  <a:pt x="534019" y="3662650"/>
                  <a:pt x="540510" y="3662749"/>
                </a:cubicBezTo>
                <a:close/>
                <a:moveTo>
                  <a:pt x="6914411" y="3662783"/>
                </a:moveTo>
                <a:cubicBezTo>
                  <a:pt x="6934727" y="3661986"/>
                  <a:pt x="6954360" y="3644064"/>
                  <a:pt x="6948639" y="3622006"/>
                </a:cubicBezTo>
                <a:cubicBezTo>
                  <a:pt x="6948177" y="3593515"/>
                  <a:pt x="6907264" y="3586162"/>
                  <a:pt x="6889465" y="3603625"/>
                </a:cubicBezTo>
                <a:cubicBezTo>
                  <a:pt x="6872129" y="3617181"/>
                  <a:pt x="6875596" y="3647281"/>
                  <a:pt x="6894782" y="3657391"/>
                </a:cubicBezTo>
                <a:cubicBezTo>
                  <a:pt x="6900792" y="3661412"/>
                  <a:pt x="6907639" y="3663049"/>
                  <a:pt x="6914411" y="3662783"/>
                </a:cubicBezTo>
                <a:close/>
                <a:moveTo>
                  <a:pt x="8046366" y="3662792"/>
                </a:moveTo>
                <a:cubicBezTo>
                  <a:pt x="8065150" y="3660746"/>
                  <a:pt x="8081861" y="3643434"/>
                  <a:pt x="8077269" y="3622524"/>
                </a:cubicBezTo>
                <a:cubicBezTo>
                  <a:pt x="8075908" y="3591443"/>
                  <a:pt x="8028283" y="3582987"/>
                  <a:pt x="8013996" y="3609040"/>
                </a:cubicBezTo>
                <a:cubicBezTo>
                  <a:pt x="8007192" y="3625495"/>
                  <a:pt x="8008553" y="3651547"/>
                  <a:pt x="8027603" y="3659318"/>
                </a:cubicBezTo>
                <a:cubicBezTo>
                  <a:pt x="8033613" y="3662460"/>
                  <a:pt x="8040104" y="3663474"/>
                  <a:pt x="8046366" y="3662792"/>
                </a:cubicBezTo>
                <a:close/>
                <a:moveTo>
                  <a:pt x="2088459" y="3662799"/>
                </a:moveTo>
                <a:cubicBezTo>
                  <a:pt x="2107281" y="3660644"/>
                  <a:pt x="2124132" y="3643196"/>
                  <a:pt x="2119501" y="3622242"/>
                </a:cubicBezTo>
                <a:cubicBezTo>
                  <a:pt x="2117671" y="3588298"/>
                  <a:pt x="2062346" y="3582987"/>
                  <a:pt x="2051364" y="3613929"/>
                </a:cubicBezTo>
                <a:cubicBezTo>
                  <a:pt x="2043132" y="3631247"/>
                  <a:pt x="2052737" y="3652029"/>
                  <a:pt x="2069659" y="3659418"/>
                </a:cubicBezTo>
                <a:cubicBezTo>
                  <a:pt x="2075668" y="3662535"/>
                  <a:pt x="2082182" y="3663516"/>
                  <a:pt x="2088459" y="3662799"/>
                </a:cubicBezTo>
                <a:close/>
                <a:moveTo>
                  <a:pt x="4757834" y="3662836"/>
                </a:moveTo>
                <a:cubicBezTo>
                  <a:pt x="4776581" y="3661223"/>
                  <a:pt x="4793232" y="3642587"/>
                  <a:pt x="4790650" y="3622415"/>
                </a:cubicBezTo>
                <a:cubicBezTo>
                  <a:pt x="4789274" y="3590958"/>
                  <a:pt x="4737185" y="3584575"/>
                  <a:pt x="4725483" y="3611929"/>
                </a:cubicBezTo>
                <a:cubicBezTo>
                  <a:pt x="4716304" y="3627657"/>
                  <a:pt x="4721582" y="3650680"/>
                  <a:pt x="4739021" y="3658202"/>
                </a:cubicBezTo>
                <a:cubicBezTo>
                  <a:pt x="4745102" y="3662021"/>
                  <a:pt x="4751584" y="3663374"/>
                  <a:pt x="4757834" y="3662836"/>
                </a:cubicBezTo>
                <a:close/>
                <a:moveTo>
                  <a:pt x="1468867" y="3662879"/>
                </a:moveTo>
                <a:cubicBezTo>
                  <a:pt x="1488205" y="3661300"/>
                  <a:pt x="1506438" y="3644668"/>
                  <a:pt x="1501266" y="3623524"/>
                </a:cubicBezTo>
                <a:cubicBezTo>
                  <a:pt x="1500577" y="3597852"/>
                  <a:pt x="1468386" y="3586162"/>
                  <a:pt x="1448381" y="3598540"/>
                </a:cubicBezTo>
                <a:cubicBezTo>
                  <a:pt x="1425619" y="3610000"/>
                  <a:pt x="1426767" y="3648508"/>
                  <a:pt x="1449989" y="3659051"/>
                </a:cubicBezTo>
                <a:cubicBezTo>
                  <a:pt x="1455852" y="3662260"/>
                  <a:pt x="1462420" y="3663406"/>
                  <a:pt x="1468867" y="3662879"/>
                </a:cubicBezTo>
                <a:close/>
                <a:moveTo>
                  <a:pt x="1985248" y="3662882"/>
                </a:moveTo>
                <a:cubicBezTo>
                  <a:pt x="2005315" y="3659824"/>
                  <a:pt x="2022905" y="3639197"/>
                  <a:pt x="2014619" y="3617667"/>
                </a:cubicBezTo>
                <a:cubicBezTo>
                  <a:pt x="2006724" y="3582987"/>
                  <a:pt x="1950337" y="3588729"/>
                  <a:pt x="1946050" y="3622490"/>
                </a:cubicBezTo>
                <a:cubicBezTo>
                  <a:pt x="1943126" y="3637418"/>
                  <a:pt x="1951462" y="3653494"/>
                  <a:pt x="1965221" y="3659465"/>
                </a:cubicBezTo>
                <a:cubicBezTo>
                  <a:pt x="1971593" y="3662968"/>
                  <a:pt x="1978554" y="3663901"/>
                  <a:pt x="1985248" y="3662882"/>
                </a:cubicBezTo>
                <a:close/>
                <a:moveTo>
                  <a:pt x="6092558" y="3662982"/>
                </a:moveTo>
                <a:cubicBezTo>
                  <a:pt x="6111800" y="3661424"/>
                  <a:pt x="6129341" y="3644928"/>
                  <a:pt x="6125063" y="3623627"/>
                </a:cubicBezTo>
                <a:cubicBezTo>
                  <a:pt x="6125063" y="3588991"/>
                  <a:pt x="6067107" y="3582987"/>
                  <a:pt x="6058892" y="3615083"/>
                </a:cubicBezTo>
                <a:cubicBezTo>
                  <a:pt x="6056154" y="3631016"/>
                  <a:pt x="6056839" y="3651336"/>
                  <a:pt x="6073495" y="3659187"/>
                </a:cubicBezTo>
                <a:cubicBezTo>
                  <a:pt x="6079542" y="3662362"/>
                  <a:pt x="6086145" y="3663502"/>
                  <a:pt x="6092558" y="3662982"/>
                </a:cubicBezTo>
                <a:close/>
                <a:moveTo>
                  <a:pt x="1366660" y="3662985"/>
                </a:moveTo>
                <a:cubicBezTo>
                  <a:pt x="1393996" y="3663905"/>
                  <a:pt x="1401807" y="3634924"/>
                  <a:pt x="1401119" y="3612843"/>
                </a:cubicBezTo>
                <a:cubicBezTo>
                  <a:pt x="1385956" y="3599733"/>
                  <a:pt x="1364821" y="3586162"/>
                  <a:pt x="1345064" y="3599043"/>
                </a:cubicBezTo>
                <a:cubicBezTo>
                  <a:pt x="1314501" y="3615373"/>
                  <a:pt x="1332196" y="3667125"/>
                  <a:pt x="1366660" y="3662985"/>
                </a:cubicBezTo>
                <a:close/>
                <a:moveTo>
                  <a:pt x="8868232" y="3662995"/>
                </a:moveTo>
                <a:cubicBezTo>
                  <a:pt x="8887289" y="3661649"/>
                  <a:pt x="8904247" y="3643440"/>
                  <a:pt x="8899838" y="3622410"/>
                </a:cubicBezTo>
                <a:cubicBezTo>
                  <a:pt x="8898481" y="3592545"/>
                  <a:pt x="8854163" y="3586162"/>
                  <a:pt x="8838109" y="3606680"/>
                </a:cubicBezTo>
                <a:cubicBezTo>
                  <a:pt x="8830874" y="3623321"/>
                  <a:pt x="8829517" y="3649994"/>
                  <a:pt x="8849189" y="3658201"/>
                </a:cubicBezTo>
                <a:cubicBezTo>
                  <a:pt x="8855294" y="3662019"/>
                  <a:pt x="8861880" y="3663444"/>
                  <a:pt x="8868232" y="3662995"/>
                </a:cubicBezTo>
                <a:close/>
                <a:moveTo>
                  <a:pt x="8559073" y="3663020"/>
                </a:moveTo>
                <a:cubicBezTo>
                  <a:pt x="8576518" y="3662031"/>
                  <a:pt x="8593510" y="3648695"/>
                  <a:pt x="8593165" y="3629754"/>
                </a:cubicBezTo>
                <a:cubicBezTo>
                  <a:pt x="8596155" y="3602184"/>
                  <a:pt x="8562804" y="3584575"/>
                  <a:pt x="8540263" y="3597318"/>
                </a:cubicBezTo>
                <a:cubicBezTo>
                  <a:pt x="8515192" y="3608207"/>
                  <a:pt x="8517032" y="3649679"/>
                  <a:pt x="8542103" y="3659642"/>
                </a:cubicBezTo>
                <a:cubicBezTo>
                  <a:pt x="8547393" y="3662307"/>
                  <a:pt x="8553258" y="3663349"/>
                  <a:pt x="8559073" y="3663020"/>
                </a:cubicBezTo>
                <a:close/>
                <a:moveTo>
                  <a:pt x="342696" y="3663049"/>
                </a:moveTo>
                <a:cubicBezTo>
                  <a:pt x="360861" y="3659913"/>
                  <a:pt x="375961" y="3641694"/>
                  <a:pt x="370282" y="3621929"/>
                </a:cubicBezTo>
                <a:cubicBezTo>
                  <a:pt x="369594" y="3588470"/>
                  <a:pt x="313611" y="3584574"/>
                  <a:pt x="304894" y="3615283"/>
                </a:cubicBezTo>
                <a:cubicBezTo>
                  <a:pt x="298469" y="3632699"/>
                  <a:pt x="306040" y="3654012"/>
                  <a:pt x="324166" y="3660657"/>
                </a:cubicBezTo>
                <a:cubicBezTo>
                  <a:pt x="330245" y="3663465"/>
                  <a:pt x="336641" y="3664095"/>
                  <a:pt x="342696" y="3663049"/>
                </a:cubicBezTo>
                <a:close/>
                <a:moveTo>
                  <a:pt x="1669403" y="3663053"/>
                </a:moveTo>
                <a:cubicBezTo>
                  <a:pt x="1688168" y="3664235"/>
                  <a:pt x="1707749" y="3651426"/>
                  <a:pt x="1706705" y="3630620"/>
                </a:cubicBezTo>
                <a:cubicBezTo>
                  <a:pt x="1711346" y="3607236"/>
                  <a:pt x="1686979" y="3587749"/>
                  <a:pt x="1664700" y="3595085"/>
                </a:cubicBezTo>
                <a:cubicBezTo>
                  <a:pt x="1634996" y="3597837"/>
                  <a:pt x="1631978" y="3640708"/>
                  <a:pt x="1651704" y="3656985"/>
                </a:cubicBezTo>
                <a:cubicBezTo>
                  <a:pt x="1656984" y="3660711"/>
                  <a:pt x="1663148" y="3662659"/>
                  <a:pt x="1669403" y="3663053"/>
                </a:cubicBezTo>
                <a:close/>
                <a:moveTo>
                  <a:pt x="5169479" y="3663365"/>
                </a:moveTo>
                <a:cubicBezTo>
                  <a:pt x="5189706" y="3660721"/>
                  <a:pt x="5207134" y="3639190"/>
                  <a:pt x="5198483" y="3617530"/>
                </a:cubicBezTo>
                <a:cubicBezTo>
                  <a:pt x="5193734" y="3592317"/>
                  <a:pt x="5159811" y="3589337"/>
                  <a:pt x="5142397" y="3601944"/>
                </a:cubicBezTo>
                <a:cubicBezTo>
                  <a:pt x="5129054" y="3617759"/>
                  <a:pt x="5129054" y="3648702"/>
                  <a:pt x="5149182" y="3659017"/>
                </a:cubicBezTo>
                <a:cubicBezTo>
                  <a:pt x="5155684" y="3663028"/>
                  <a:pt x="5162737" y="3664246"/>
                  <a:pt x="5169479" y="3663365"/>
                </a:cubicBezTo>
                <a:close/>
                <a:moveTo>
                  <a:pt x="3002167" y="3755022"/>
                </a:moveTo>
                <a:cubicBezTo>
                  <a:pt x="3018387" y="3758701"/>
                  <a:pt x="3039216" y="3745027"/>
                  <a:pt x="3032387" y="3725234"/>
                </a:cubicBezTo>
                <a:cubicBezTo>
                  <a:pt x="3031021" y="3705787"/>
                  <a:pt x="3006891" y="3700462"/>
                  <a:pt x="2992549" y="3709259"/>
                </a:cubicBezTo>
                <a:cubicBezTo>
                  <a:pt x="2985492" y="3719677"/>
                  <a:pt x="2981167" y="3733800"/>
                  <a:pt x="2988679" y="3745143"/>
                </a:cubicBezTo>
                <a:cubicBezTo>
                  <a:pt x="2991866" y="3750642"/>
                  <a:pt x="2996761" y="3753796"/>
                  <a:pt x="3002167" y="3755022"/>
                </a:cubicBezTo>
                <a:close/>
                <a:moveTo>
                  <a:pt x="3099621" y="3761693"/>
                </a:moveTo>
                <a:cubicBezTo>
                  <a:pt x="3111760" y="3764857"/>
                  <a:pt x="3126811" y="3763032"/>
                  <a:pt x="3137882" y="3758928"/>
                </a:cubicBezTo>
                <a:cubicBezTo>
                  <a:pt x="3142265" y="3742965"/>
                  <a:pt x="3151030" y="3722897"/>
                  <a:pt x="3137882" y="3708303"/>
                </a:cubicBezTo>
                <a:cubicBezTo>
                  <a:pt x="3118276" y="3684587"/>
                  <a:pt x="3070067" y="3700778"/>
                  <a:pt x="3078832" y="3734527"/>
                </a:cubicBezTo>
                <a:cubicBezTo>
                  <a:pt x="3078256" y="3750376"/>
                  <a:pt x="3087483" y="3758528"/>
                  <a:pt x="3099621" y="3761693"/>
                </a:cubicBezTo>
                <a:close/>
                <a:moveTo>
                  <a:pt x="4949440" y="3761903"/>
                </a:moveTo>
                <a:cubicBezTo>
                  <a:pt x="4969624" y="3768725"/>
                  <a:pt x="4995251" y="3756901"/>
                  <a:pt x="4997065" y="3733935"/>
                </a:cubicBezTo>
                <a:cubicBezTo>
                  <a:pt x="5002054" y="3700054"/>
                  <a:pt x="4946945" y="3683000"/>
                  <a:pt x="4930844" y="3712333"/>
                </a:cubicBezTo>
                <a:cubicBezTo>
                  <a:pt x="4919504" y="3730069"/>
                  <a:pt x="4927895" y="3757355"/>
                  <a:pt x="4949440" y="3761903"/>
                </a:cubicBezTo>
                <a:close/>
                <a:moveTo>
                  <a:pt x="1563746" y="3761968"/>
                </a:moveTo>
                <a:cubicBezTo>
                  <a:pt x="1581902" y="3764953"/>
                  <a:pt x="1602631" y="3755017"/>
                  <a:pt x="1601614" y="3733695"/>
                </a:cubicBezTo>
                <a:cubicBezTo>
                  <a:pt x="1606587" y="3709814"/>
                  <a:pt x="1581943" y="3690937"/>
                  <a:pt x="1560012" y="3699125"/>
                </a:cubicBezTo>
                <a:cubicBezTo>
                  <a:pt x="1535594" y="3703901"/>
                  <a:pt x="1530392" y="3738926"/>
                  <a:pt x="1547351" y="3754619"/>
                </a:cubicBezTo>
                <a:cubicBezTo>
                  <a:pt x="1551929" y="3758542"/>
                  <a:pt x="1557695" y="3760973"/>
                  <a:pt x="1563746" y="3761968"/>
                </a:cubicBezTo>
                <a:close/>
                <a:moveTo>
                  <a:pt x="1474917" y="3762395"/>
                </a:moveTo>
                <a:cubicBezTo>
                  <a:pt x="1486573" y="3760342"/>
                  <a:pt x="1496803" y="3753441"/>
                  <a:pt x="1499076" y="3741123"/>
                </a:cubicBezTo>
                <a:cubicBezTo>
                  <a:pt x="1508170" y="3719223"/>
                  <a:pt x="1487937" y="3690937"/>
                  <a:pt x="1463604" y="3697324"/>
                </a:cubicBezTo>
                <a:cubicBezTo>
                  <a:pt x="1434722" y="3695728"/>
                  <a:pt x="1422453" y="3736561"/>
                  <a:pt x="1442231" y="3754582"/>
                </a:cubicBezTo>
                <a:cubicBezTo>
                  <a:pt x="1450187" y="3761653"/>
                  <a:pt x="1463263" y="3764447"/>
                  <a:pt x="1474917" y="3762395"/>
                </a:cubicBezTo>
                <a:close/>
                <a:moveTo>
                  <a:pt x="6292916" y="3762487"/>
                </a:moveTo>
                <a:cubicBezTo>
                  <a:pt x="6312070" y="3763953"/>
                  <a:pt x="6332887" y="3748680"/>
                  <a:pt x="6329645" y="3727587"/>
                </a:cubicBezTo>
                <a:cubicBezTo>
                  <a:pt x="6330555" y="3697212"/>
                  <a:pt x="6280503" y="3687762"/>
                  <a:pt x="6268444" y="3714087"/>
                </a:cubicBezTo>
                <a:cubicBezTo>
                  <a:pt x="6262984" y="3727362"/>
                  <a:pt x="6262529" y="3745362"/>
                  <a:pt x="6275270" y="3755037"/>
                </a:cubicBezTo>
                <a:cubicBezTo>
                  <a:pt x="6280332" y="3759650"/>
                  <a:pt x="6286532" y="3761998"/>
                  <a:pt x="6292916" y="3762487"/>
                </a:cubicBezTo>
                <a:close/>
                <a:moveTo>
                  <a:pt x="1989734" y="3762788"/>
                </a:moveTo>
                <a:cubicBezTo>
                  <a:pt x="2001016" y="3760697"/>
                  <a:pt x="2010819" y="3753913"/>
                  <a:pt x="2013885" y="3741588"/>
                </a:cubicBezTo>
                <a:cubicBezTo>
                  <a:pt x="2025676" y="3715356"/>
                  <a:pt x="1995512" y="3689350"/>
                  <a:pt x="1970106" y="3699074"/>
                </a:cubicBezTo>
                <a:cubicBezTo>
                  <a:pt x="1944264" y="3703370"/>
                  <a:pt x="1936788" y="3740457"/>
                  <a:pt x="1956729" y="3755835"/>
                </a:cubicBezTo>
                <a:cubicBezTo>
                  <a:pt x="1965689" y="3762280"/>
                  <a:pt x="1978444" y="3764880"/>
                  <a:pt x="1989734" y="3762788"/>
                </a:cubicBezTo>
                <a:close/>
                <a:moveTo>
                  <a:pt x="9266935" y="3762793"/>
                </a:moveTo>
                <a:cubicBezTo>
                  <a:pt x="9286773" y="3768725"/>
                  <a:pt x="9312539" y="3757546"/>
                  <a:pt x="9312083" y="3734275"/>
                </a:cubicBezTo>
                <a:cubicBezTo>
                  <a:pt x="9318467" y="3708267"/>
                  <a:pt x="9285405" y="3692525"/>
                  <a:pt x="9264199" y="3699598"/>
                </a:cubicBezTo>
                <a:cubicBezTo>
                  <a:pt x="9234329" y="3706898"/>
                  <a:pt x="9235697" y="3759143"/>
                  <a:pt x="9266935" y="3762793"/>
                </a:cubicBezTo>
                <a:close/>
                <a:moveTo>
                  <a:pt x="7216891" y="3762800"/>
                </a:moveTo>
                <a:cubicBezTo>
                  <a:pt x="7235644" y="3764517"/>
                  <a:pt x="7256514" y="3754087"/>
                  <a:pt x="7255830" y="3733227"/>
                </a:cubicBezTo>
                <a:cubicBezTo>
                  <a:pt x="7259479" y="3709484"/>
                  <a:pt x="7235073" y="3692524"/>
                  <a:pt x="7213177" y="3698177"/>
                </a:cubicBezTo>
                <a:cubicBezTo>
                  <a:pt x="7185122" y="3701343"/>
                  <a:pt x="7180104" y="3741368"/>
                  <a:pt x="7199720" y="3756970"/>
                </a:cubicBezTo>
                <a:cubicBezTo>
                  <a:pt x="7204624" y="3760305"/>
                  <a:pt x="7210640" y="3762228"/>
                  <a:pt x="7216891" y="3762800"/>
                </a:cubicBezTo>
                <a:close/>
                <a:moveTo>
                  <a:pt x="7845861" y="3762860"/>
                </a:moveTo>
                <a:cubicBezTo>
                  <a:pt x="7863338" y="3759597"/>
                  <a:pt x="7878816" y="3745139"/>
                  <a:pt x="7874689" y="3726089"/>
                </a:cubicBezTo>
                <a:cubicBezTo>
                  <a:pt x="7871478" y="3695246"/>
                  <a:pt x="7825617" y="3687762"/>
                  <a:pt x="7808190" y="3711121"/>
                </a:cubicBezTo>
                <a:cubicBezTo>
                  <a:pt x="7797642" y="3729491"/>
                  <a:pt x="7805209" y="3758292"/>
                  <a:pt x="7828369" y="3762148"/>
                </a:cubicBezTo>
                <a:cubicBezTo>
                  <a:pt x="7833987" y="3763792"/>
                  <a:pt x="7840035" y="3763948"/>
                  <a:pt x="7845861" y="3762860"/>
                </a:cubicBezTo>
                <a:close/>
                <a:moveTo>
                  <a:pt x="5897636" y="3762971"/>
                </a:moveTo>
                <a:cubicBezTo>
                  <a:pt x="5908295" y="3760324"/>
                  <a:pt x="5917153" y="3753421"/>
                  <a:pt x="5919096" y="3741108"/>
                </a:cubicBezTo>
                <a:cubicBezTo>
                  <a:pt x="5929154" y="3716023"/>
                  <a:pt x="5903551" y="3690937"/>
                  <a:pt x="5878862" y="3698302"/>
                </a:cubicBezTo>
                <a:cubicBezTo>
                  <a:pt x="5849830" y="3700373"/>
                  <a:pt x="5843429" y="3743640"/>
                  <a:pt x="5865375" y="3759289"/>
                </a:cubicBezTo>
                <a:cubicBezTo>
                  <a:pt x="5874519" y="3764007"/>
                  <a:pt x="5886978" y="3765618"/>
                  <a:pt x="5897636" y="3762971"/>
                </a:cubicBezTo>
                <a:close/>
                <a:moveTo>
                  <a:pt x="7526869" y="3763042"/>
                </a:moveTo>
                <a:cubicBezTo>
                  <a:pt x="7534428" y="3763803"/>
                  <a:pt x="7542213" y="3762619"/>
                  <a:pt x="7549209" y="3759689"/>
                </a:cubicBezTo>
                <a:cubicBezTo>
                  <a:pt x="7573805" y="3744812"/>
                  <a:pt x="7566810" y="3698150"/>
                  <a:pt x="7535218" y="3697925"/>
                </a:cubicBezTo>
                <a:cubicBezTo>
                  <a:pt x="7503626" y="3690937"/>
                  <a:pt x="7483317" y="3733315"/>
                  <a:pt x="7505883" y="3754730"/>
                </a:cubicBezTo>
                <a:cubicBezTo>
                  <a:pt x="7511976" y="3759576"/>
                  <a:pt x="7519309" y="3762281"/>
                  <a:pt x="7526869" y="3763042"/>
                </a:cubicBezTo>
                <a:close/>
                <a:moveTo>
                  <a:pt x="5279069" y="3763050"/>
                </a:moveTo>
                <a:cubicBezTo>
                  <a:pt x="5290361" y="3760854"/>
                  <a:pt x="5299967" y="3754010"/>
                  <a:pt x="5302254" y="3741347"/>
                </a:cubicBezTo>
                <a:cubicBezTo>
                  <a:pt x="5310030" y="3718989"/>
                  <a:pt x="5292648" y="3692525"/>
                  <a:pt x="5267490" y="3697544"/>
                </a:cubicBezTo>
                <a:cubicBezTo>
                  <a:pt x="5236157" y="3696404"/>
                  <a:pt x="5229067" y="3736785"/>
                  <a:pt x="5245763" y="3756862"/>
                </a:cubicBezTo>
                <a:cubicBezTo>
                  <a:pt x="5254797" y="3762793"/>
                  <a:pt x="5267776" y="3765246"/>
                  <a:pt x="5279069" y="3763050"/>
                </a:cubicBezTo>
                <a:close/>
                <a:moveTo>
                  <a:pt x="6707938" y="3763091"/>
                </a:moveTo>
                <a:cubicBezTo>
                  <a:pt x="6716120" y="3763176"/>
                  <a:pt x="6724417" y="3761028"/>
                  <a:pt x="6731169" y="3756959"/>
                </a:cubicBezTo>
                <a:cubicBezTo>
                  <a:pt x="6745130" y="3746785"/>
                  <a:pt x="6743528" y="3726212"/>
                  <a:pt x="6738722" y="3711516"/>
                </a:cubicBezTo>
                <a:cubicBezTo>
                  <a:pt x="6726591" y="3692525"/>
                  <a:pt x="6702102" y="3698629"/>
                  <a:pt x="6683563" y="3701568"/>
                </a:cubicBezTo>
                <a:cubicBezTo>
                  <a:pt x="6677383" y="3718751"/>
                  <a:pt x="6670517" y="3740907"/>
                  <a:pt x="6685394" y="3755828"/>
                </a:cubicBezTo>
                <a:cubicBezTo>
                  <a:pt x="6691688" y="3760689"/>
                  <a:pt x="6699756" y="3763006"/>
                  <a:pt x="6707938" y="3763091"/>
                </a:cubicBezTo>
                <a:close/>
                <a:moveTo>
                  <a:pt x="6497649" y="3763139"/>
                </a:moveTo>
                <a:cubicBezTo>
                  <a:pt x="6505305" y="3763713"/>
                  <a:pt x="6513306" y="3762565"/>
                  <a:pt x="6520674" y="3760958"/>
                </a:cubicBezTo>
                <a:cubicBezTo>
                  <a:pt x="6546692" y="3745347"/>
                  <a:pt x="6539785" y="3695988"/>
                  <a:pt x="6505708" y="3697365"/>
                </a:cubicBezTo>
                <a:cubicBezTo>
                  <a:pt x="6473243" y="3690937"/>
                  <a:pt x="6456204" y="3733180"/>
                  <a:pt x="6476696" y="3754989"/>
                </a:cubicBezTo>
                <a:cubicBezTo>
                  <a:pt x="6482683" y="3760270"/>
                  <a:pt x="6489993" y="3762565"/>
                  <a:pt x="6497649" y="3763139"/>
                </a:cubicBezTo>
                <a:close/>
                <a:moveTo>
                  <a:pt x="1765376" y="3763217"/>
                </a:moveTo>
                <a:cubicBezTo>
                  <a:pt x="1785270" y="3768725"/>
                  <a:pt x="1812250" y="3758626"/>
                  <a:pt x="1810193" y="3734068"/>
                </a:cubicBezTo>
                <a:cubicBezTo>
                  <a:pt x="1814536" y="3711116"/>
                  <a:pt x="1791672" y="3692525"/>
                  <a:pt x="1769721" y="3698033"/>
                </a:cubicBezTo>
                <a:cubicBezTo>
                  <a:pt x="1735424" y="3698722"/>
                  <a:pt x="1731994" y="3757938"/>
                  <a:pt x="1765376" y="3763217"/>
                </a:cubicBezTo>
                <a:close/>
                <a:moveTo>
                  <a:pt x="650348" y="3763283"/>
                </a:moveTo>
                <a:cubicBezTo>
                  <a:pt x="670073" y="3760313"/>
                  <a:pt x="688126" y="3742466"/>
                  <a:pt x="680580" y="3721828"/>
                </a:cubicBezTo>
                <a:cubicBezTo>
                  <a:pt x="673718" y="3690929"/>
                  <a:pt x="622032" y="3689350"/>
                  <a:pt x="611970" y="3718446"/>
                </a:cubicBezTo>
                <a:cubicBezTo>
                  <a:pt x="608083" y="3734459"/>
                  <a:pt x="612427" y="3756337"/>
                  <a:pt x="630952" y="3760848"/>
                </a:cubicBezTo>
                <a:cubicBezTo>
                  <a:pt x="637011" y="3763611"/>
                  <a:pt x="643774" y="3764273"/>
                  <a:pt x="650348" y="3763283"/>
                </a:cubicBezTo>
                <a:close/>
                <a:moveTo>
                  <a:pt x="6099916" y="3763284"/>
                </a:moveTo>
                <a:cubicBezTo>
                  <a:pt x="6116401" y="3759852"/>
                  <a:pt x="6129563" y="3743819"/>
                  <a:pt x="6125950" y="3725742"/>
                </a:cubicBezTo>
                <a:cubicBezTo>
                  <a:pt x="6126179" y="3691404"/>
                  <a:pt x="6068598" y="3686174"/>
                  <a:pt x="6059651" y="3718010"/>
                </a:cubicBezTo>
                <a:cubicBezTo>
                  <a:pt x="6051392" y="3735747"/>
                  <a:pt x="6062863" y="3758942"/>
                  <a:pt x="6082821" y="3762125"/>
                </a:cubicBezTo>
                <a:cubicBezTo>
                  <a:pt x="6088556" y="3764172"/>
                  <a:pt x="6094421" y="3764428"/>
                  <a:pt x="6099916" y="3763284"/>
                </a:cubicBezTo>
                <a:close/>
                <a:moveTo>
                  <a:pt x="535059" y="3763309"/>
                </a:moveTo>
                <a:cubicBezTo>
                  <a:pt x="554962" y="3766217"/>
                  <a:pt x="577568" y="3755768"/>
                  <a:pt x="577396" y="3733771"/>
                </a:cubicBezTo>
                <a:cubicBezTo>
                  <a:pt x="584259" y="3697447"/>
                  <a:pt x="526608" y="3684587"/>
                  <a:pt x="510594" y="3714142"/>
                </a:cubicBezTo>
                <a:cubicBezTo>
                  <a:pt x="504875" y="3727228"/>
                  <a:pt x="505102" y="3746180"/>
                  <a:pt x="517000" y="3755881"/>
                </a:cubicBezTo>
                <a:cubicBezTo>
                  <a:pt x="522090" y="3759886"/>
                  <a:pt x="528424" y="3762340"/>
                  <a:pt x="535059" y="3763309"/>
                </a:cubicBezTo>
                <a:close/>
                <a:moveTo>
                  <a:pt x="8567605" y="3763316"/>
                </a:moveTo>
                <a:cubicBezTo>
                  <a:pt x="8578576" y="3761030"/>
                  <a:pt x="8587956" y="3754261"/>
                  <a:pt x="8590912" y="3741649"/>
                </a:cubicBezTo>
                <a:cubicBezTo>
                  <a:pt x="8600917" y="3715963"/>
                  <a:pt x="8574313" y="3689350"/>
                  <a:pt x="8548845" y="3698144"/>
                </a:cubicBezTo>
                <a:cubicBezTo>
                  <a:pt x="8521104" y="3701615"/>
                  <a:pt x="8515192" y="3741418"/>
                  <a:pt x="8534747" y="3758080"/>
                </a:cubicBezTo>
                <a:cubicBezTo>
                  <a:pt x="8544070" y="3763402"/>
                  <a:pt x="8556633" y="3765601"/>
                  <a:pt x="8567605" y="3763316"/>
                </a:cubicBezTo>
                <a:close/>
                <a:moveTo>
                  <a:pt x="343990" y="3763331"/>
                </a:moveTo>
                <a:cubicBezTo>
                  <a:pt x="361711" y="3760523"/>
                  <a:pt x="376383" y="3745048"/>
                  <a:pt x="371935" y="3724813"/>
                </a:cubicBezTo>
                <a:cubicBezTo>
                  <a:pt x="371250" y="3690746"/>
                  <a:pt x="313073" y="3686174"/>
                  <a:pt x="305772" y="3718411"/>
                </a:cubicBezTo>
                <a:cubicBezTo>
                  <a:pt x="300067" y="3734873"/>
                  <a:pt x="306685" y="3758194"/>
                  <a:pt x="325849" y="3761624"/>
                </a:cubicBezTo>
                <a:cubicBezTo>
                  <a:pt x="331837" y="3763796"/>
                  <a:pt x="338083" y="3764267"/>
                  <a:pt x="343990" y="3763331"/>
                </a:cubicBezTo>
                <a:close/>
                <a:moveTo>
                  <a:pt x="1267363" y="3763368"/>
                </a:moveTo>
                <a:cubicBezTo>
                  <a:pt x="1284651" y="3760621"/>
                  <a:pt x="1299318" y="3745401"/>
                  <a:pt x="1296588" y="3726077"/>
                </a:cubicBezTo>
                <a:cubicBezTo>
                  <a:pt x="1296815" y="3690962"/>
                  <a:pt x="1236789" y="3686174"/>
                  <a:pt x="1228144" y="3719008"/>
                </a:cubicBezTo>
                <a:cubicBezTo>
                  <a:pt x="1219276" y="3736338"/>
                  <a:pt x="1232468" y="3756631"/>
                  <a:pt x="1249749" y="3761647"/>
                </a:cubicBezTo>
                <a:cubicBezTo>
                  <a:pt x="1255547" y="3763813"/>
                  <a:pt x="1261600" y="3764283"/>
                  <a:pt x="1267363" y="3763368"/>
                </a:cubicBezTo>
                <a:close/>
                <a:moveTo>
                  <a:pt x="2504649" y="3763376"/>
                </a:moveTo>
                <a:cubicBezTo>
                  <a:pt x="2515825" y="3761402"/>
                  <a:pt x="2525413" y="3754881"/>
                  <a:pt x="2527795" y="3742638"/>
                </a:cubicBezTo>
                <a:cubicBezTo>
                  <a:pt x="2536866" y="3719984"/>
                  <a:pt x="2518269" y="3692525"/>
                  <a:pt x="2493312" y="3697559"/>
                </a:cubicBezTo>
                <a:cubicBezTo>
                  <a:pt x="2462702" y="3696186"/>
                  <a:pt x="2451141" y="3737833"/>
                  <a:pt x="2471994" y="3756826"/>
                </a:cubicBezTo>
                <a:cubicBezTo>
                  <a:pt x="2480724" y="3762775"/>
                  <a:pt x="2493484" y="3765350"/>
                  <a:pt x="2504649" y="3763376"/>
                </a:cubicBezTo>
                <a:close/>
                <a:moveTo>
                  <a:pt x="7933803" y="3763385"/>
                </a:moveTo>
                <a:cubicBezTo>
                  <a:pt x="7952897" y="3766356"/>
                  <a:pt x="7974323" y="3756053"/>
                  <a:pt x="7974827" y="3733821"/>
                </a:cubicBezTo>
                <a:cubicBezTo>
                  <a:pt x="7980205" y="3701671"/>
                  <a:pt x="7938081" y="3687762"/>
                  <a:pt x="7916123" y="3705775"/>
                </a:cubicBezTo>
                <a:cubicBezTo>
                  <a:pt x="7905592" y="3719912"/>
                  <a:pt x="7906040" y="3741802"/>
                  <a:pt x="7916347" y="3755939"/>
                </a:cubicBezTo>
                <a:cubicBezTo>
                  <a:pt x="7921333" y="3759929"/>
                  <a:pt x="7927438" y="3762394"/>
                  <a:pt x="7933803" y="3763385"/>
                </a:cubicBezTo>
                <a:close/>
                <a:moveTo>
                  <a:pt x="8449009" y="3763399"/>
                </a:moveTo>
                <a:cubicBezTo>
                  <a:pt x="8468863" y="3766495"/>
                  <a:pt x="8491245" y="3756303"/>
                  <a:pt x="8491072" y="3733597"/>
                </a:cubicBezTo>
                <a:cubicBezTo>
                  <a:pt x="8496142" y="3707680"/>
                  <a:pt x="8466415" y="3690937"/>
                  <a:pt x="8444062" y="3698506"/>
                </a:cubicBezTo>
                <a:cubicBezTo>
                  <a:pt x="8417791" y="3702405"/>
                  <a:pt x="8410417" y="3740937"/>
                  <a:pt x="8430926" y="3755845"/>
                </a:cubicBezTo>
                <a:cubicBezTo>
                  <a:pt x="8436053" y="3759859"/>
                  <a:pt x="8442391" y="3762367"/>
                  <a:pt x="8449009" y="3763399"/>
                </a:cubicBezTo>
                <a:close/>
                <a:moveTo>
                  <a:pt x="7418310" y="3763406"/>
                </a:moveTo>
                <a:cubicBezTo>
                  <a:pt x="7437872" y="3768725"/>
                  <a:pt x="7463120" y="3757163"/>
                  <a:pt x="7461528" y="3733809"/>
                </a:cubicBezTo>
                <a:cubicBezTo>
                  <a:pt x="7467442" y="3700742"/>
                  <a:pt x="7423997" y="3686175"/>
                  <a:pt x="7402388" y="3706061"/>
                </a:cubicBezTo>
                <a:cubicBezTo>
                  <a:pt x="7391242" y="3724328"/>
                  <a:pt x="7393062" y="3759245"/>
                  <a:pt x="7418310" y="3763406"/>
                </a:cubicBezTo>
                <a:close/>
                <a:moveTo>
                  <a:pt x="5674294" y="3763432"/>
                </a:moveTo>
                <a:cubicBezTo>
                  <a:pt x="5693944" y="3765916"/>
                  <a:pt x="5716019" y="3755128"/>
                  <a:pt x="5716363" y="3733467"/>
                </a:cubicBezTo>
                <a:cubicBezTo>
                  <a:pt x="5721192" y="3705724"/>
                  <a:pt x="5683711" y="3689350"/>
                  <a:pt x="5661867" y="3701858"/>
                </a:cubicBezTo>
                <a:cubicBezTo>
                  <a:pt x="5641632" y="3711409"/>
                  <a:pt x="5638642" y="3742791"/>
                  <a:pt x="5656348" y="3756436"/>
                </a:cubicBezTo>
                <a:cubicBezTo>
                  <a:pt x="5661464" y="3760302"/>
                  <a:pt x="5667745" y="3762604"/>
                  <a:pt x="5674294" y="3763432"/>
                </a:cubicBezTo>
                <a:close/>
                <a:moveTo>
                  <a:pt x="1163736" y="3763443"/>
                </a:moveTo>
                <a:cubicBezTo>
                  <a:pt x="1182302" y="3761045"/>
                  <a:pt x="1198786" y="3746206"/>
                  <a:pt x="1194448" y="3725739"/>
                </a:cubicBezTo>
                <a:cubicBezTo>
                  <a:pt x="1191904" y="3696858"/>
                  <a:pt x="1150264" y="3687762"/>
                  <a:pt x="1131993" y="3707546"/>
                </a:cubicBezTo>
                <a:cubicBezTo>
                  <a:pt x="1119272" y="3724147"/>
                  <a:pt x="1123667" y="3754166"/>
                  <a:pt x="1145175" y="3761443"/>
                </a:cubicBezTo>
                <a:cubicBezTo>
                  <a:pt x="1151130" y="3763660"/>
                  <a:pt x="1157549" y="3764243"/>
                  <a:pt x="1163736" y="3763443"/>
                </a:cubicBezTo>
                <a:close/>
                <a:moveTo>
                  <a:pt x="7734049" y="3763445"/>
                </a:moveTo>
                <a:cubicBezTo>
                  <a:pt x="7755289" y="3763879"/>
                  <a:pt x="7776982" y="3750135"/>
                  <a:pt x="7772152" y="3726114"/>
                </a:cubicBezTo>
                <a:cubicBezTo>
                  <a:pt x="7768932" y="3693635"/>
                  <a:pt x="7721780" y="3689350"/>
                  <a:pt x="7704069" y="3712581"/>
                </a:cubicBezTo>
                <a:cubicBezTo>
                  <a:pt x="7697629" y="3727693"/>
                  <a:pt x="7698779" y="3748669"/>
                  <a:pt x="7713960" y="3758142"/>
                </a:cubicBezTo>
                <a:cubicBezTo>
                  <a:pt x="7719940" y="3761581"/>
                  <a:pt x="7726970" y="3763301"/>
                  <a:pt x="7734049" y="3763445"/>
                </a:cubicBezTo>
                <a:close/>
                <a:moveTo>
                  <a:pt x="449152" y="3763481"/>
                </a:moveTo>
                <a:cubicBezTo>
                  <a:pt x="467107" y="3758714"/>
                  <a:pt x="480471" y="3738999"/>
                  <a:pt x="473918" y="3719673"/>
                </a:cubicBezTo>
                <a:cubicBezTo>
                  <a:pt x="468630" y="3696206"/>
                  <a:pt x="437592" y="3692525"/>
                  <a:pt x="418968" y="3701728"/>
                </a:cubicBezTo>
                <a:cubicBezTo>
                  <a:pt x="398507" y="3717603"/>
                  <a:pt x="402644" y="3757405"/>
                  <a:pt x="430234" y="3762697"/>
                </a:cubicBezTo>
                <a:cubicBezTo>
                  <a:pt x="436672" y="3764997"/>
                  <a:pt x="443167" y="3765070"/>
                  <a:pt x="449152" y="3763481"/>
                </a:cubicBezTo>
                <a:close/>
                <a:moveTo>
                  <a:pt x="7024624" y="3763481"/>
                </a:moveTo>
                <a:cubicBezTo>
                  <a:pt x="7041214" y="3760437"/>
                  <a:pt x="7055211" y="3745048"/>
                  <a:pt x="7052007" y="3726185"/>
                </a:cubicBezTo>
                <a:cubicBezTo>
                  <a:pt x="7050658" y="3690290"/>
                  <a:pt x="6991745" y="3686174"/>
                  <a:pt x="6982975" y="3719555"/>
                </a:cubicBezTo>
                <a:cubicBezTo>
                  <a:pt x="6976904" y="3737846"/>
                  <a:pt x="6988597" y="3758880"/>
                  <a:pt x="7007710" y="3762081"/>
                </a:cubicBezTo>
                <a:cubicBezTo>
                  <a:pt x="7013275" y="3764138"/>
                  <a:pt x="7019093" y="3764496"/>
                  <a:pt x="7024624" y="3763481"/>
                </a:cubicBezTo>
                <a:close/>
                <a:moveTo>
                  <a:pt x="947452" y="3763484"/>
                </a:moveTo>
                <a:cubicBezTo>
                  <a:pt x="968881" y="3765726"/>
                  <a:pt x="991979" y="3750201"/>
                  <a:pt x="986333" y="3725665"/>
                </a:cubicBezTo>
                <a:cubicBezTo>
                  <a:pt x="985648" y="3694982"/>
                  <a:pt x="940023" y="3687762"/>
                  <a:pt x="924284" y="3711000"/>
                </a:cubicBezTo>
                <a:cubicBezTo>
                  <a:pt x="917669" y="3724988"/>
                  <a:pt x="918352" y="3742361"/>
                  <a:pt x="927705" y="3754995"/>
                </a:cubicBezTo>
                <a:cubicBezTo>
                  <a:pt x="933351" y="3760015"/>
                  <a:pt x="940308" y="3762737"/>
                  <a:pt x="947452" y="3763484"/>
                </a:cubicBezTo>
                <a:close/>
                <a:moveTo>
                  <a:pt x="5996121" y="3763484"/>
                </a:moveTo>
                <a:cubicBezTo>
                  <a:pt x="6012726" y="3760540"/>
                  <a:pt x="6026333" y="3745356"/>
                  <a:pt x="6022591" y="3727018"/>
                </a:cubicBezTo>
                <a:cubicBezTo>
                  <a:pt x="6024178" y="3695164"/>
                  <a:pt x="5974058" y="3687762"/>
                  <a:pt x="5960224" y="3713334"/>
                </a:cubicBezTo>
                <a:cubicBezTo>
                  <a:pt x="5952967" y="3730831"/>
                  <a:pt x="5956369" y="3758423"/>
                  <a:pt x="5979048" y="3762012"/>
                </a:cubicBezTo>
                <a:cubicBezTo>
                  <a:pt x="5984718" y="3764087"/>
                  <a:pt x="5990586" y="3764466"/>
                  <a:pt x="5996121" y="3763484"/>
                </a:cubicBezTo>
                <a:close/>
                <a:moveTo>
                  <a:pt x="8343890" y="3763506"/>
                </a:moveTo>
                <a:cubicBezTo>
                  <a:pt x="8363895" y="3766999"/>
                  <a:pt x="8387181" y="3757441"/>
                  <a:pt x="8387695" y="3734638"/>
                </a:cubicBezTo>
                <a:cubicBezTo>
                  <a:pt x="8392955" y="3702177"/>
                  <a:pt x="8348585" y="3686175"/>
                  <a:pt x="8327087" y="3706977"/>
                </a:cubicBezTo>
                <a:cubicBezTo>
                  <a:pt x="8311992" y="3718865"/>
                  <a:pt x="8314050" y="3742410"/>
                  <a:pt x="8325943" y="3755669"/>
                </a:cubicBezTo>
                <a:cubicBezTo>
                  <a:pt x="8330917" y="3759727"/>
                  <a:pt x="8337221" y="3762342"/>
                  <a:pt x="8343890" y="3763506"/>
                </a:cubicBezTo>
                <a:close/>
                <a:moveTo>
                  <a:pt x="3325284" y="3763507"/>
                </a:moveTo>
                <a:cubicBezTo>
                  <a:pt x="3342162" y="3760388"/>
                  <a:pt x="3355966" y="3744994"/>
                  <a:pt x="3351652" y="3726556"/>
                </a:cubicBezTo>
                <a:cubicBezTo>
                  <a:pt x="3351422" y="3696107"/>
                  <a:pt x="3303337" y="3687762"/>
                  <a:pt x="3288152" y="3711895"/>
                </a:cubicBezTo>
                <a:cubicBezTo>
                  <a:pt x="3278029" y="3729488"/>
                  <a:pt x="3283551" y="3760162"/>
                  <a:pt x="3307939" y="3762192"/>
                </a:cubicBezTo>
                <a:cubicBezTo>
                  <a:pt x="3313691" y="3764222"/>
                  <a:pt x="3319658" y="3764546"/>
                  <a:pt x="3325284" y="3763507"/>
                </a:cubicBezTo>
                <a:close/>
                <a:moveTo>
                  <a:pt x="5481444" y="3763516"/>
                </a:moveTo>
                <a:cubicBezTo>
                  <a:pt x="5498640" y="3760282"/>
                  <a:pt x="5513521" y="3744635"/>
                  <a:pt x="5509631" y="3725377"/>
                </a:cubicBezTo>
                <a:cubicBezTo>
                  <a:pt x="5506926" y="3694427"/>
                  <a:pt x="5459802" y="3686174"/>
                  <a:pt x="5445597" y="3712310"/>
                </a:cubicBezTo>
                <a:cubicBezTo>
                  <a:pt x="5437029" y="3729733"/>
                  <a:pt x="5441764" y="3758849"/>
                  <a:pt x="5464086" y="3762288"/>
                </a:cubicBezTo>
                <a:cubicBezTo>
                  <a:pt x="5469723" y="3764294"/>
                  <a:pt x="5475712" y="3764595"/>
                  <a:pt x="5481444" y="3763516"/>
                </a:cubicBezTo>
                <a:close/>
                <a:moveTo>
                  <a:pt x="8861139" y="3763521"/>
                </a:moveTo>
                <a:cubicBezTo>
                  <a:pt x="8882570" y="3765827"/>
                  <a:pt x="8905599" y="3750431"/>
                  <a:pt x="8900481" y="3725900"/>
                </a:cubicBezTo>
                <a:cubicBezTo>
                  <a:pt x="8899572" y="3699734"/>
                  <a:pt x="8867501" y="3690937"/>
                  <a:pt x="8847031" y="3702215"/>
                </a:cubicBezTo>
                <a:cubicBezTo>
                  <a:pt x="8830199" y="3713945"/>
                  <a:pt x="8829517" y="3739435"/>
                  <a:pt x="8841344" y="3754999"/>
                </a:cubicBezTo>
                <a:cubicBezTo>
                  <a:pt x="8847030" y="3760018"/>
                  <a:pt x="8853996" y="3762753"/>
                  <a:pt x="8861139" y="3763521"/>
                </a:cubicBezTo>
                <a:close/>
                <a:moveTo>
                  <a:pt x="9180757" y="3763539"/>
                </a:moveTo>
                <a:cubicBezTo>
                  <a:pt x="9198418" y="3760581"/>
                  <a:pt x="9214026" y="3745276"/>
                  <a:pt x="9210263" y="3725728"/>
                </a:cubicBezTo>
                <a:cubicBezTo>
                  <a:pt x="9209350" y="3690518"/>
                  <a:pt x="9149597" y="3686174"/>
                  <a:pt x="9140931" y="3718183"/>
                </a:cubicBezTo>
                <a:cubicBezTo>
                  <a:pt x="9134317" y="3735788"/>
                  <a:pt x="9143440" y="3758423"/>
                  <a:pt x="9163053" y="3762081"/>
                </a:cubicBezTo>
                <a:cubicBezTo>
                  <a:pt x="9168755" y="3764138"/>
                  <a:pt x="9174870" y="3764525"/>
                  <a:pt x="9180757" y="3763539"/>
                </a:cubicBezTo>
                <a:close/>
                <a:moveTo>
                  <a:pt x="9077002" y="3763564"/>
                </a:moveTo>
                <a:cubicBezTo>
                  <a:pt x="9095085" y="3761037"/>
                  <a:pt x="9110949" y="3746237"/>
                  <a:pt x="9107519" y="3726109"/>
                </a:cubicBezTo>
                <a:cubicBezTo>
                  <a:pt x="9105003" y="3696791"/>
                  <a:pt x="9063385" y="3689349"/>
                  <a:pt x="9044177" y="3707616"/>
                </a:cubicBezTo>
                <a:cubicBezTo>
                  <a:pt x="9029542" y="3724305"/>
                  <a:pt x="9035259" y="3756330"/>
                  <a:pt x="9058812" y="3761742"/>
                </a:cubicBezTo>
                <a:cubicBezTo>
                  <a:pt x="9064700" y="3763884"/>
                  <a:pt x="9070974" y="3764406"/>
                  <a:pt x="9077002" y="3763564"/>
                </a:cubicBezTo>
                <a:close/>
                <a:moveTo>
                  <a:pt x="2088277" y="3763567"/>
                </a:moveTo>
                <a:cubicBezTo>
                  <a:pt x="2106816" y="3761304"/>
                  <a:pt x="2124095" y="3746799"/>
                  <a:pt x="2119303" y="3726330"/>
                </a:cubicBezTo>
                <a:cubicBezTo>
                  <a:pt x="2119079" y="3691596"/>
                  <a:pt x="2060246" y="3687762"/>
                  <a:pt x="2050665" y="3718887"/>
                </a:cubicBezTo>
                <a:cubicBezTo>
                  <a:pt x="2044733" y="3734675"/>
                  <a:pt x="2052031" y="3757230"/>
                  <a:pt x="2070050" y="3761516"/>
                </a:cubicBezTo>
                <a:cubicBezTo>
                  <a:pt x="2075758" y="3763714"/>
                  <a:pt x="2082099" y="3764321"/>
                  <a:pt x="2088277" y="3763567"/>
                </a:cubicBezTo>
                <a:close/>
                <a:moveTo>
                  <a:pt x="5159122" y="3763601"/>
                </a:moveTo>
                <a:cubicBezTo>
                  <a:pt x="5178673" y="3767127"/>
                  <a:pt x="5201538" y="3755765"/>
                  <a:pt x="5201366" y="3733469"/>
                </a:cubicBezTo>
                <a:cubicBezTo>
                  <a:pt x="5205255" y="3708087"/>
                  <a:pt x="5177801" y="3690937"/>
                  <a:pt x="5155151" y="3699169"/>
                </a:cubicBezTo>
                <a:cubicBezTo>
                  <a:pt x="5130441" y="3703285"/>
                  <a:pt x="5127467" y="3739187"/>
                  <a:pt x="5141652" y="3754964"/>
                </a:cubicBezTo>
                <a:cubicBezTo>
                  <a:pt x="5146457" y="3759595"/>
                  <a:pt x="5152605" y="3762425"/>
                  <a:pt x="5159122" y="3763601"/>
                </a:cubicBezTo>
                <a:close/>
                <a:moveTo>
                  <a:pt x="7113573" y="3763670"/>
                </a:moveTo>
                <a:cubicBezTo>
                  <a:pt x="7133347" y="3766236"/>
                  <a:pt x="7155674" y="3755799"/>
                  <a:pt x="7156019" y="3733719"/>
                </a:cubicBezTo>
                <a:cubicBezTo>
                  <a:pt x="7159467" y="3707957"/>
                  <a:pt x="7131881" y="3690937"/>
                  <a:pt x="7109122" y="3698297"/>
                </a:cubicBezTo>
                <a:cubicBezTo>
                  <a:pt x="7082915" y="3702667"/>
                  <a:pt x="7075329" y="3740849"/>
                  <a:pt x="7095559" y="3756719"/>
                </a:cubicBezTo>
                <a:cubicBezTo>
                  <a:pt x="7100674" y="3760515"/>
                  <a:pt x="7106982" y="3762815"/>
                  <a:pt x="7113573" y="3763670"/>
                </a:cubicBezTo>
                <a:close/>
                <a:moveTo>
                  <a:pt x="1049699" y="3763685"/>
                </a:moveTo>
                <a:cubicBezTo>
                  <a:pt x="1068869" y="3766515"/>
                  <a:pt x="1090804" y="3756467"/>
                  <a:pt x="1089784" y="3734589"/>
                </a:cubicBezTo>
                <a:cubicBezTo>
                  <a:pt x="1093866" y="3713333"/>
                  <a:pt x="1073914" y="3694112"/>
                  <a:pt x="1052593" y="3698182"/>
                </a:cubicBezTo>
                <a:cubicBezTo>
                  <a:pt x="1022888" y="3697278"/>
                  <a:pt x="1012909" y="3738433"/>
                  <a:pt x="1032412" y="3756523"/>
                </a:cubicBezTo>
                <a:cubicBezTo>
                  <a:pt x="1037229" y="3760367"/>
                  <a:pt x="1043310" y="3762742"/>
                  <a:pt x="1049699" y="3763685"/>
                </a:cubicBezTo>
                <a:close/>
                <a:moveTo>
                  <a:pt x="3221425" y="3763692"/>
                </a:moveTo>
                <a:cubicBezTo>
                  <a:pt x="3238616" y="3760721"/>
                  <a:pt x="3252894" y="3745629"/>
                  <a:pt x="3248926" y="3726305"/>
                </a:cubicBezTo>
                <a:cubicBezTo>
                  <a:pt x="3248926" y="3691874"/>
                  <a:pt x="3189797" y="3686174"/>
                  <a:pt x="3181974" y="3718324"/>
                </a:cubicBezTo>
                <a:cubicBezTo>
                  <a:pt x="3174842" y="3735654"/>
                  <a:pt x="3184045" y="3759139"/>
                  <a:pt x="3203831" y="3762331"/>
                </a:cubicBezTo>
                <a:cubicBezTo>
                  <a:pt x="3209641" y="3764326"/>
                  <a:pt x="3215695" y="3764683"/>
                  <a:pt x="3221425" y="3763692"/>
                </a:cubicBezTo>
                <a:close/>
                <a:moveTo>
                  <a:pt x="8972648" y="3763787"/>
                </a:moveTo>
                <a:cubicBezTo>
                  <a:pt x="8990805" y="3761911"/>
                  <a:pt x="9007431" y="3746178"/>
                  <a:pt x="9003009" y="3725944"/>
                </a:cubicBezTo>
                <a:cubicBezTo>
                  <a:pt x="9003009" y="3695078"/>
                  <a:pt x="8958558" y="3687762"/>
                  <a:pt x="8942003" y="3709025"/>
                </a:cubicBezTo>
                <a:cubicBezTo>
                  <a:pt x="8931117" y="3725944"/>
                  <a:pt x="8934065" y="3752923"/>
                  <a:pt x="8954703" y="3760697"/>
                </a:cubicBezTo>
                <a:cubicBezTo>
                  <a:pt x="8960373" y="3763497"/>
                  <a:pt x="8966595" y="3764412"/>
                  <a:pt x="8972648" y="3763787"/>
                </a:cubicBezTo>
                <a:close/>
                <a:moveTo>
                  <a:pt x="1361448" y="3763803"/>
                </a:moveTo>
                <a:cubicBezTo>
                  <a:pt x="1380096" y="3765594"/>
                  <a:pt x="1400140" y="3756416"/>
                  <a:pt x="1399126" y="3734627"/>
                </a:cubicBezTo>
                <a:cubicBezTo>
                  <a:pt x="1404989" y="3708093"/>
                  <a:pt x="1374092" y="3690937"/>
                  <a:pt x="1351991" y="3699629"/>
                </a:cubicBezTo>
                <a:cubicBezTo>
                  <a:pt x="1326273" y="3705576"/>
                  <a:pt x="1320860" y="3745607"/>
                  <a:pt x="1344095" y="3758417"/>
                </a:cubicBezTo>
                <a:cubicBezTo>
                  <a:pt x="1349172" y="3761391"/>
                  <a:pt x="1355232" y="3763207"/>
                  <a:pt x="1361448" y="3763803"/>
                </a:cubicBezTo>
                <a:close/>
                <a:moveTo>
                  <a:pt x="5377202" y="3763816"/>
                </a:moveTo>
                <a:cubicBezTo>
                  <a:pt x="5395059" y="3761395"/>
                  <a:pt x="5410369" y="3745064"/>
                  <a:pt x="5406584" y="3725278"/>
                </a:cubicBezTo>
                <a:cubicBezTo>
                  <a:pt x="5408190" y="3700034"/>
                  <a:pt x="5375621" y="3690937"/>
                  <a:pt x="5356585" y="3700716"/>
                </a:cubicBezTo>
                <a:cubicBezTo>
                  <a:pt x="5330667" y="3709813"/>
                  <a:pt x="5333420" y="3753706"/>
                  <a:pt x="5359108" y="3761211"/>
                </a:cubicBezTo>
                <a:cubicBezTo>
                  <a:pt x="5365014" y="3763883"/>
                  <a:pt x="5371249" y="3764622"/>
                  <a:pt x="5377202" y="3763816"/>
                </a:cubicBezTo>
                <a:close/>
                <a:moveTo>
                  <a:pt x="5071408" y="3763820"/>
                </a:moveTo>
                <a:cubicBezTo>
                  <a:pt x="5087795" y="3760547"/>
                  <a:pt x="5101271" y="3745410"/>
                  <a:pt x="5098883" y="3727331"/>
                </a:cubicBezTo>
                <a:cubicBezTo>
                  <a:pt x="5097518" y="3696176"/>
                  <a:pt x="5051573" y="3687762"/>
                  <a:pt x="5034969" y="3710958"/>
                </a:cubicBezTo>
                <a:cubicBezTo>
                  <a:pt x="5024279" y="3729378"/>
                  <a:pt x="5031330" y="3758714"/>
                  <a:pt x="5054530" y="3762807"/>
                </a:cubicBezTo>
                <a:cubicBezTo>
                  <a:pt x="5060160" y="3764683"/>
                  <a:pt x="5065945" y="3764911"/>
                  <a:pt x="5071408" y="3763820"/>
                </a:cubicBezTo>
                <a:close/>
                <a:moveTo>
                  <a:pt x="2706495" y="3763852"/>
                </a:moveTo>
                <a:cubicBezTo>
                  <a:pt x="2723301" y="3761396"/>
                  <a:pt x="2737800" y="3747236"/>
                  <a:pt x="2735747" y="3728356"/>
                </a:cubicBezTo>
                <a:cubicBezTo>
                  <a:pt x="2736204" y="3692297"/>
                  <a:pt x="2676209" y="3686174"/>
                  <a:pt x="2666863" y="3719512"/>
                </a:cubicBezTo>
                <a:cubicBezTo>
                  <a:pt x="2659110" y="3737201"/>
                  <a:pt x="2670286" y="3758746"/>
                  <a:pt x="2689446" y="3762147"/>
                </a:cubicBezTo>
                <a:cubicBezTo>
                  <a:pt x="2695033" y="3764189"/>
                  <a:pt x="2700891" y="3764670"/>
                  <a:pt x="2706495" y="3763852"/>
                </a:cubicBezTo>
                <a:close/>
                <a:moveTo>
                  <a:pt x="857483" y="3763870"/>
                </a:moveTo>
                <a:cubicBezTo>
                  <a:pt x="874630" y="3760405"/>
                  <a:pt x="889305" y="3745012"/>
                  <a:pt x="885150" y="3726421"/>
                </a:cubicBezTo>
                <a:cubicBezTo>
                  <a:pt x="886073" y="3688671"/>
                  <a:pt x="815178" y="3687762"/>
                  <a:pt x="817257" y="3726194"/>
                </a:cubicBezTo>
                <a:cubicBezTo>
                  <a:pt x="814485" y="3742340"/>
                  <a:pt x="822336" y="3760306"/>
                  <a:pt x="840120" y="3763035"/>
                </a:cubicBezTo>
                <a:cubicBezTo>
                  <a:pt x="845777" y="3764854"/>
                  <a:pt x="851767" y="3765024"/>
                  <a:pt x="857483" y="3763870"/>
                </a:cubicBezTo>
                <a:close/>
                <a:moveTo>
                  <a:pt x="3421239" y="3763895"/>
                </a:moveTo>
                <a:cubicBezTo>
                  <a:pt x="3430361" y="3763694"/>
                  <a:pt x="3439482" y="3760710"/>
                  <a:pt x="3446824" y="3755202"/>
                </a:cubicBezTo>
                <a:cubicBezTo>
                  <a:pt x="3460592" y="3738218"/>
                  <a:pt x="3457609" y="3704249"/>
                  <a:pt x="3433516" y="3698740"/>
                </a:cubicBezTo>
                <a:cubicBezTo>
                  <a:pt x="3413782" y="3690937"/>
                  <a:pt x="3397260" y="3705167"/>
                  <a:pt x="3382804" y="3716414"/>
                </a:cubicBezTo>
                <a:cubicBezTo>
                  <a:pt x="3386476" y="3729496"/>
                  <a:pt x="3383722" y="3746480"/>
                  <a:pt x="3395654" y="3755890"/>
                </a:cubicBezTo>
                <a:cubicBezTo>
                  <a:pt x="3402997" y="3761513"/>
                  <a:pt x="3412118" y="3764095"/>
                  <a:pt x="3421239" y="3763895"/>
                </a:cubicBezTo>
                <a:close/>
                <a:moveTo>
                  <a:pt x="8256088" y="3763933"/>
                </a:moveTo>
                <a:cubicBezTo>
                  <a:pt x="8273448" y="3761086"/>
                  <a:pt x="8288114" y="3746372"/>
                  <a:pt x="8283154" y="3726414"/>
                </a:cubicBezTo>
                <a:cubicBezTo>
                  <a:pt x="8285434" y="3701622"/>
                  <a:pt x="8254421" y="3692524"/>
                  <a:pt x="8235494" y="3700484"/>
                </a:cubicBezTo>
                <a:cubicBezTo>
                  <a:pt x="8207217" y="3708900"/>
                  <a:pt x="8209953" y="3756437"/>
                  <a:pt x="8238458" y="3762579"/>
                </a:cubicBezTo>
                <a:cubicBezTo>
                  <a:pt x="8244216" y="3764512"/>
                  <a:pt x="8250302" y="3764882"/>
                  <a:pt x="8256088" y="3763933"/>
                </a:cubicBezTo>
                <a:close/>
                <a:moveTo>
                  <a:pt x="1875675" y="3763980"/>
                </a:moveTo>
                <a:cubicBezTo>
                  <a:pt x="1899186" y="3767137"/>
                  <a:pt x="1920918" y="3742110"/>
                  <a:pt x="1911405" y="3719788"/>
                </a:cubicBezTo>
                <a:cubicBezTo>
                  <a:pt x="1903480" y="3691829"/>
                  <a:pt x="1854866" y="3689349"/>
                  <a:pt x="1846952" y="3718210"/>
                </a:cubicBezTo>
                <a:cubicBezTo>
                  <a:pt x="1839942" y="3738728"/>
                  <a:pt x="1851698" y="3764882"/>
                  <a:pt x="1875675" y="3763980"/>
                </a:cubicBezTo>
                <a:close/>
                <a:moveTo>
                  <a:pt x="4862612" y="3763983"/>
                </a:moveTo>
                <a:cubicBezTo>
                  <a:pt x="4880931" y="3761610"/>
                  <a:pt x="4897341" y="3745450"/>
                  <a:pt x="4892761" y="3724928"/>
                </a:cubicBezTo>
                <a:cubicBezTo>
                  <a:pt x="4890273" y="3690498"/>
                  <a:pt x="4833735" y="3687762"/>
                  <a:pt x="4824463" y="3719228"/>
                </a:cubicBezTo>
                <a:cubicBezTo>
                  <a:pt x="4817904" y="3735873"/>
                  <a:pt x="4827629" y="3755483"/>
                  <a:pt x="4844364" y="3761411"/>
                </a:cubicBezTo>
                <a:cubicBezTo>
                  <a:pt x="4850188" y="3764033"/>
                  <a:pt x="4856506" y="3764774"/>
                  <a:pt x="4862612" y="3763983"/>
                </a:cubicBezTo>
                <a:close/>
                <a:moveTo>
                  <a:pt x="8665757" y="3763991"/>
                </a:moveTo>
                <a:cubicBezTo>
                  <a:pt x="8682523" y="3761575"/>
                  <a:pt x="8697068" y="3747679"/>
                  <a:pt x="8695008" y="3729037"/>
                </a:cubicBezTo>
                <a:cubicBezTo>
                  <a:pt x="8696610" y="3698024"/>
                  <a:pt x="8653590" y="3687762"/>
                  <a:pt x="8634368" y="3707145"/>
                </a:cubicBezTo>
                <a:cubicBezTo>
                  <a:pt x="8621554" y="3724476"/>
                  <a:pt x="8624529" y="3756858"/>
                  <a:pt x="8648785" y="3762331"/>
                </a:cubicBezTo>
                <a:cubicBezTo>
                  <a:pt x="8654334" y="3764326"/>
                  <a:pt x="8660169" y="3764796"/>
                  <a:pt x="8665757" y="3763991"/>
                </a:cubicBezTo>
                <a:close/>
                <a:moveTo>
                  <a:pt x="7330764" y="3764001"/>
                </a:moveTo>
                <a:cubicBezTo>
                  <a:pt x="7347959" y="3760761"/>
                  <a:pt x="7362715" y="3745752"/>
                  <a:pt x="7358096" y="3726649"/>
                </a:cubicBezTo>
                <a:cubicBezTo>
                  <a:pt x="7358324" y="3694357"/>
                  <a:pt x="7308594" y="3687762"/>
                  <a:pt x="7294451" y="3713232"/>
                </a:cubicBezTo>
                <a:cubicBezTo>
                  <a:pt x="7286467" y="3731197"/>
                  <a:pt x="7290573" y="3758942"/>
                  <a:pt x="7313385" y="3763035"/>
                </a:cubicBezTo>
                <a:cubicBezTo>
                  <a:pt x="7319031" y="3764854"/>
                  <a:pt x="7325033" y="3765081"/>
                  <a:pt x="7330764" y="3764001"/>
                </a:cubicBezTo>
                <a:close/>
                <a:moveTo>
                  <a:pt x="8038147" y="3764079"/>
                </a:moveTo>
                <a:cubicBezTo>
                  <a:pt x="8057329" y="3766609"/>
                  <a:pt x="8078474" y="3756618"/>
                  <a:pt x="8078131" y="3734301"/>
                </a:cubicBezTo>
                <a:cubicBezTo>
                  <a:pt x="8083392" y="3708467"/>
                  <a:pt x="8056171" y="3690937"/>
                  <a:pt x="8033525" y="3698780"/>
                </a:cubicBezTo>
                <a:cubicBezTo>
                  <a:pt x="8007677" y="3703854"/>
                  <a:pt x="8004017" y="3740530"/>
                  <a:pt x="8020487" y="3757368"/>
                </a:cubicBezTo>
                <a:cubicBezTo>
                  <a:pt x="8025576" y="3761001"/>
                  <a:pt x="8031753" y="3763236"/>
                  <a:pt x="8038147" y="3764079"/>
                </a:cubicBezTo>
                <a:close/>
                <a:moveTo>
                  <a:pt x="6598107" y="3764138"/>
                </a:moveTo>
                <a:cubicBezTo>
                  <a:pt x="6617348" y="3767880"/>
                  <a:pt x="6639539" y="3757428"/>
                  <a:pt x="6638512" y="3734717"/>
                </a:cubicBezTo>
                <a:cubicBezTo>
                  <a:pt x="6643529" y="3712694"/>
                  <a:pt x="6623462" y="3694112"/>
                  <a:pt x="6602254" y="3697782"/>
                </a:cubicBezTo>
                <a:cubicBezTo>
                  <a:pt x="6572837" y="3695718"/>
                  <a:pt x="6560979" y="3737699"/>
                  <a:pt x="6580819" y="3755593"/>
                </a:cubicBezTo>
                <a:cubicBezTo>
                  <a:pt x="6585607" y="3760066"/>
                  <a:pt x="6591693" y="3762891"/>
                  <a:pt x="6598107" y="3764138"/>
                </a:cubicBezTo>
                <a:close/>
                <a:moveTo>
                  <a:pt x="752847" y="3764154"/>
                </a:moveTo>
                <a:cubicBezTo>
                  <a:pt x="770705" y="3761736"/>
                  <a:pt x="785888" y="3745835"/>
                  <a:pt x="781071" y="3725989"/>
                </a:cubicBezTo>
                <a:cubicBezTo>
                  <a:pt x="780383" y="3696361"/>
                  <a:pt x="739324" y="3689350"/>
                  <a:pt x="721203" y="3708800"/>
                </a:cubicBezTo>
                <a:cubicBezTo>
                  <a:pt x="706518" y="3724179"/>
                  <a:pt x="711797" y="3756747"/>
                  <a:pt x="734735" y="3761723"/>
                </a:cubicBezTo>
                <a:cubicBezTo>
                  <a:pt x="740643" y="3764267"/>
                  <a:pt x="746894" y="3764960"/>
                  <a:pt x="752847" y="3764154"/>
                </a:cubicBezTo>
                <a:close/>
                <a:moveTo>
                  <a:pt x="6909749" y="3764201"/>
                </a:moveTo>
                <a:cubicBezTo>
                  <a:pt x="6927656" y="3765735"/>
                  <a:pt x="6946793" y="3754899"/>
                  <a:pt x="6948139" y="3734533"/>
                </a:cubicBezTo>
                <a:cubicBezTo>
                  <a:pt x="6951504" y="3711092"/>
                  <a:pt x="6929297" y="3692525"/>
                  <a:pt x="6907986" y="3697167"/>
                </a:cubicBezTo>
                <a:cubicBezTo>
                  <a:pt x="6878600" y="3697631"/>
                  <a:pt x="6868954" y="3743585"/>
                  <a:pt x="6892957" y="3758439"/>
                </a:cubicBezTo>
                <a:cubicBezTo>
                  <a:pt x="6897948" y="3761804"/>
                  <a:pt x="6903780" y="3763690"/>
                  <a:pt x="6909749" y="3764201"/>
                </a:cubicBezTo>
                <a:close/>
                <a:moveTo>
                  <a:pt x="5786990" y="3764256"/>
                </a:moveTo>
                <a:cubicBezTo>
                  <a:pt x="5804744" y="3762165"/>
                  <a:pt x="5820401" y="3746856"/>
                  <a:pt x="5817993" y="3727301"/>
                </a:cubicBezTo>
                <a:cubicBezTo>
                  <a:pt x="5816616" y="3701915"/>
                  <a:pt x="5787252" y="3690937"/>
                  <a:pt x="5766376" y="3700543"/>
                </a:cubicBezTo>
                <a:cubicBezTo>
                  <a:pt x="5741829" y="3711063"/>
                  <a:pt x="5743665" y="3753146"/>
                  <a:pt x="5769129" y="3761608"/>
                </a:cubicBezTo>
                <a:cubicBezTo>
                  <a:pt x="5774921" y="3764181"/>
                  <a:pt x="5781072" y="3764953"/>
                  <a:pt x="5786990" y="3764256"/>
                </a:cubicBezTo>
                <a:close/>
                <a:moveTo>
                  <a:pt x="8767762" y="3764292"/>
                </a:moveTo>
                <a:cubicBezTo>
                  <a:pt x="8780987" y="3762933"/>
                  <a:pt x="8793103" y="3755122"/>
                  <a:pt x="8795264" y="3740659"/>
                </a:cubicBezTo>
                <a:cubicBezTo>
                  <a:pt x="8797767" y="3727006"/>
                  <a:pt x="8792306" y="3713815"/>
                  <a:pt x="8788666" y="3701087"/>
                </a:cubicBezTo>
                <a:cubicBezTo>
                  <a:pt x="8771829" y="3699236"/>
                  <a:pt x="8752035" y="3692525"/>
                  <a:pt x="8737928" y="3705947"/>
                </a:cubicBezTo>
                <a:cubicBezTo>
                  <a:pt x="8727917" y="3717518"/>
                  <a:pt x="8729282" y="3735337"/>
                  <a:pt x="8733605" y="3749221"/>
                </a:cubicBezTo>
                <a:cubicBezTo>
                  <a:pt x="8740204" y="3760560"/>
                  <a:pt x="8754538" y="3765652"/>
                  <a:pt x="8767762" y="3764292"/>
                </a:cubicBezTo>
                <a:close/>
                <a:moveTo>
                  <a:pt x="6404208" y="3764292"/>
                </a:moveTo>
                <a:cubicBezTo>
                  <a:pt x="6420371" y="3763255"/>
                  <a:pt x="6435631" y="3751665"/>
                  <a:pt x="6435287" y="3734046"/>
                </a:cubicBezTo>
                <a:cubicBezTo>
                  <a:pt x="6440330" y="3707587"/>
                  <a:pt x="6408463" y="3690937"/>
                  <a:pt x="6385996" y="3700060"/>
                </a:cubicBezTo>
                <a:cubicBezTo>
                  <a:pt x="6356192" y="3707131"/>
                  <a:pt x="6357568" y="3757083"/>
                  <a:pt x="6388288" y="3761645"/>
                </a:cubicBezTo>
                <a:cubicBezTo>
                  <a:pt x="6393332" y="3763811"/>
                  <a:pt x="6398820" y="3764638"/>
                  <a:pt x="6404208" y="3764292"/>
                </a:cubicBezTo>
                <a:close/>
                <a:moveTo>
                  <a:pt x="6816249" y="3764324"/>
                </a:moveTo>
                <a:cubicBezTo>
                  <a:pt x="6833522" y="3761905"/>
                  <a:pt x="6848612" y="3746263"/>
                  <a:pt x="6844734" y="3726733"/>
                </a:cubicBezTo>
                <a:cubicBezTo>
                  <a:pt x="6845184" y="3693779"/>
                  <a:pt x="6795723" y="3686175"/>
                  <a:pt x="6782009" y="3712906"/>
                </a:cubicBezTo>
                <a:cubicBezTo>
                  <a:pt x="6772117" y="3730189"/>
                  <a:pt x="6778862" y="3756460"/>
                  <a:pt x="6798871" y="3761991"/>
                </a:cubicBezTo>
                <a:cubicBezTo>
                  <a:pt x="6804491" y="3764468"/>
                  <a:pt x="6810491" y="3765131"/>
                  <a:pt x="6816249" y="3764324"/>
                </a:cubicBezTo>
                <a:close/>
                <a:moveTo>
                  <a:pt x="1676796" y="3764345"/>
                </a:moveTo>
                <a:cubicBezTo>
                  <a:pt x="1693419" y="3762820"/>
                  <a:pt x="1708906" y="3750581"/>
                  <a:pt x="1707002" y="3732328"/>
                </a:cubicBezTo>
                <a:cubicBezTo>
                  <a:pt x="1709771" y="3709355"/>
                  <a:pt x="1686699" y="3692524"/>
                  <a:pt x="1664781" y="3698210"/>
                </a:cubicBezTo>
                <a:cubicBezTo>
                  <a:pt x="1633404" y="3701850"/>
                  <a:pt x="1630404" y="3754845"/>
                  <a:pt x="1660397" y="3762124"/>
                </a:cubicBezTo>
                <a:cubicBezTo>
                  <a:pt x="1665588" y="3764170"/>
                  <a:pt x="1671256" y="3764853"/>
                  <a:pt x="1676796" y="3764345"/>
                </a:cubicBezTo>
                <a:close/>
                <a:moveTo>
                  <a:pt x="6199186" y="3764356"/>
                </a:moveTo>
                <a:cubicBezTo>
                  <a:pt x="6218505" y="3761183"/>
                  <a:pt x="6235186" y="3742450"/>
                  <a:pt x="6229354" y="3722044"/>
                </a:cubicBezTo>
                <a:cubicBezTo>
                  <a:pt x="6222493" y="3693007"/>
                  <a:pt x="6178123" y="3689349"/>
                  <a:pt x="6163943" y="3713813"/>
                </a:cubicBezTo>
                <a:cubicBezTo>
                  <a:pt x="6156167" y="3730275"/>
                  <a:pt x="6160970" y="3755425"/>
                  <a:pt x="6179724" y="3761827"/>
                </a:cubicBezTo>
                <a:cubicBezTo>
                  <a:pt x="6186014" y="3764742"/>
                  <a:pt x="6192746" y="3765413"/>
                  <a:pt x="6199186" y="3764356"/>
                </a:cubicBezTo>
                <a:close/>
                <a:moveTo>
                  <a:pt x="2191922" y="3764406"/>
                </a:moveTo>
                <a:cubicBezTo>
                  <a:pt x="2209216" y="3761387"/>
                  <a:pt x="2224278" y="3745140"/>
                  <a:pt x="2219976" y="3726026"/>
                </a:cubicBezTo>
                <a:cubicBezTo>
                  <a:pt x="2221583" y="3686175"/>
                  <a:pt x="2151352" y="3688028"/>
                  <a:pt x="2152492" y="3726721"/>
                </a:cubicBezTo>
                <a:cubicBezTo>
                  <a:pt x="2149507" y="3742012"/>
                  <a:pt x="2159376" y="3758925"/>
                  <a:pt x="2174526" y="3762632"/>
                </a:cubicBezTo>
                <a:cubicBezTo>
                  <a:pt x="2180146" y="3764949"/>
                  <a:pt x="2186161" y="3765413"/>
                  <a:pt x="2191922" y="3764406"/>
                </a:cubicBezTo>
                <a:close/>
                <a:moveTo>
                  <a:pt x="8151060" y="3764426"/>
                </a:moveTo>
                <a:cubicBezTo>
                  <a:pt x="8169112" y="3762195"/>
                  <a:pt x="8184982" y="3746772"/>
                  <a:pt x="8180191" y="3726149"/>
                </a:cubicBezTo>
                <a:cubicBezTo>
                  <a:pt x="8180875" y="3690796"/>
                  <a:pt x="8122927" y="3686175"/>
                  <a:pt x="8114257" y="3718293"/>
                </a:cubicBezTo>
                <a:cubicBezTo>
                  <a:pt x="8110379" y="3734468"/>
                  <a:pt x="8113801" y="3758498"/>
                  <a:pt x="8132965" y="3761964"/>
                </a:cubicBezTo>
                <a:cubicBezTo>
                  <a:pt x="8138783" y="3764448"/>
                  <a:pt x="8145042" y="3765170"/>
                  <a:pt x="8151060" y="3764426"/>
                </a:cubicBezTo>
                <a:close/>
                <a:moveTo>
                  <a:pt x="2602480" y="3764522"/>
                </a:moveTo>
                <a:cubicBezTo>
                  <a:pt x="2620543" y="3762053"/>
                  <a:pt x="2636879" y="3746536"/>
                  <a:pt x="2632099" y="3726530"/>
                </a:cubicBezTo>
                <a:cubicBezTo>
                  <a:pt x="2631418" y="3692331"/>
                  <a:pt x="2572732" y="3686175"/>
                  <a:pt x="2565912" y="3719690"/>
                </a:cubicBezTo>
                <a:cubicBezTo>
                  <a:pt x="2562274" y="3735421"/>
                  <a:pt x="2565912" y="3758676"/>
                  <a:pt x="2584560" y="3762324"/>
                </a:cubicBezTo>
                <a:cubicBezTo>
                  <a:pt x="2590242" y="3764718"/>
                  <a:pt x="2596456" y="3765345"/>
                  <a:pt x="2602480" y="3764522"/>
                </a:cubicBezTo>
                <a:close/>
                <a:moveTo>
                  <a:pt x="238803" y="3764576"/>
                </a:moveTo>
                <a:cubicBezTo>
                  <a:pt x="257026" y="3762048"/>
                  <a:pt x="272873" y="3746493"/>
                  <a:pt x="267487" y="3726272"/>
                </a:cubicBezTo>
                <a:cubicBezTo>
                  <a:pt x="268415" y="3690784"/>
                  <a:pt x="208909" y="3686175"/>
                  <a:pt x="202193" y="3719359"/>
                </a:cubicBezTo>
                <a:cubicBezTo>
                  <a:pt x="196869" y="3735260"/>
                  <a:pt x="202657" y="3757613"/>
                  <a:pt x="220485" y="3762452"/>
                </a:cubicBezTo>
                <a:cubicBezTo>
                  <a:pt x="226389" y="3764814"/>
                  <a:pt x="232727" y="3765419"/>
                  <a:pt x="238803" y="3764576"/>
                </a:cubicBezTo>
                <a:close/>
                <a:moveTo>
                  <a:pt x="7637238" y="3764629"/>
                </a:moveTo>
                <a:cubicBezTo>
                  <a:pt x="7655049" y="3762173"/>
                  <a:pt x="7670989" y="3746785"/>
                  <a:pt x="7667268" y="3726612"/>
                </a:cubicBezTo>
                <a:cubicBezTo>
                  <a:pt x="7666141" y="3693509"/>
                  <a:pt x="7616080" y="3687762"/>
                  <a:pt x="7601197" y="3713739"/>
                </a:cubicBezTo>
                <a:cubicBezTo>
                  <a:pt x="7592854" y="3730980"/>
                  <a:pt x="7598717" y="3758337"/>
                  <a:pt x="7619463" y="3762474"/>
                </a:cubicBezTo>
                <a:cubicBezTo>
                  <a:pt x="7625157" y="3764831"/>
                  <a:pt x="7631301" y="3765448"/>
                  <a:pt x="7637238" y="3764629"/>
                </a:cubicBezTo>
                <a:close/>
                <a:moveTo>
                  <a:pt x="9393149" y="3765550"/>
                </a:moveTo>
                <a:cubicBezTo>
                  <a:pt x="9397043" y="3761200"/>
                  <a:pt x="9404832" y="3752502"/>
                  <a:pt x="9408955" y="3748381"/>
                </a:cubicBezTo>
                <a:lnTo>
                  <a:pt x="9408955" y="3706718"/>
                </a:lnTo>
                <a:cubicBezTo>
                  <a:pt x="9386735" y="3694127"/>
                  <a:pt x="9346877" y="3692525"/>
                  <a:pt x="9345961" y="3726634"/>
                </a:cubicBezTo>
                <a:cubicBezTo>
                  <a:pt x="9340692" y="3755248"/>
                  <a:pt x="9370700" y="3763719"/>
                  <a:pt x="9393149" y="3765550"/>
                </a:cubicBezTo>
                <a:close/>
                <a:moveTo>
                  <a:pt x="5995634" y="3856168"/>
                </a:moveTo>
                <a:cubicBezTo>
                  <a:pt x="6012504" y="3849408"/>
                  <a:pt x="6020163" y="3819389"/>
                  <a:pt x="5997913" y="3811787"/>
                </a:cubicBezTo>
                <a:cubicBezTo>
                  <a:pt x="5972126" y="3798887"/>
                  <a:pt x="5954554" y="3839200"/>
                  <a:pt x="5976462" y="3853483"/>
                </a:cubicBezTo>
                <a:cubicBezTo>
                  <a:pt x="5983365" y="3858090"/>
                  <a:pt x="5990011" y="3858421"/>
                  <a:pt x="5995634" y="3856168"/>
                </a:cubicBezTo>
                <a:close/>
                <a:moveTo>
                  <a:pt x="17142" y="3862217"/>
                </a:moveTo>
                <a:cubicBezTo>
                  <a:pt x="33139" y="3868737"/>
                  <a:pt x="46852" y="3855698"/>
                  <a:pt x="60336" y="3849179"/>
                </a:cubicBezTo>
                <a:cubicBezTo>
                  <a:pt x="54850" y="3834277"/>
                  <a:pt x="57134" y="3810762"/>
                  <a:pt x="38851" y="3804940"/>
                </a:cubicBezTo>
                <a:cubicBezTo>
                  <a:pt x="23083" y="3798887"/>
                  <a:pt x="10055" y="3810762"/>
                  <a:pt x="0" y="3821239"/>
                </a:cubicBezTo>
                <a:lnTo>
                  <a:pt x="0" y="3839400"/>
                </a:lnTo>
                <a:cubicBezTo>
                  <a:pt x="4802" y="3847549"/>
                  <a:pt x="7315" y="3858958"/>
                  <a:pt x="17142" y="3862217"/>
                </a:cubicBezTo>
                <a:close/>
                <a:moveTo>
                  <a:pt x="3225605" y="3865635"/>
                </a:moveTo>
                <a:cubicBezTo>
                  <a:pt x="3236201" y="3862889"/>
                  <a:pt x="3245118" y="3856107"/>
                  <a:pt x="3247202" y="3844787"/>
                </a:cubicBezTo>
                <a:cubicBezTo>
                  <a:pt x="3257392" y="3821249"/>
                  <a:pt x="3233538" y="3794124"/>
                  <a:pt x="3207830" y="3800849"/>
                </a:cubicBezTo>
                <a:cubicBezTo>
                  <a:pt x="3176796" y="3801522"/>
                  <a:pt x="3170079" y="3848149"/>
                  <a:pt x="3193934" y="3862273"/>
                </a:cubicBezTo>
                <a:cubicBezTo>
                  <a:pt x="3202735" y="3867092"/>
                  <a:pt x="3215010" y="3868381"/>
                  <a:pt x="3225605" y="3865635"/>
                </a:cubicBezTo>
                <a:close/>
                <a:moveTo>
                  <a:pt x="1683302" y="3866310"/>
                </a:moveTo>
                <a:cubicBezTo>
                  <a:pt x="1694048" y="3864121"/>
                  <a:pt x="1703186" y="3857581"/>
                  <a:pt x="1705370" y="3845754"/>
                </a:cubicBezTo>
                <a:cubicBezTo>
                  <a:pt x="1712955" y="3824372"/>
                  <a:pt x="1698243" y="3796167"/>
                  <a:pt x="1672960" y="3799579"/>
                </a:cubicBezTo>
                <a:cubicBezTo>
                  <a:pt x="1640549" y="3795712"/>
                  <a:pt x="1628825" y="3842797"/>
                  <a:pt x="1651583" y="3860766"/>
                </a:cubicBezTo>
                <a:cubicBezTo>
                  <a:pt x="1660201" y="3866339"/>
                  <a:pt x="1672557" y="3868500"/>
                  <a:pt x="1683302" y="3866310"/>
                </a:cubicBezTo>
                <a:close/>
                <a:moveTo>
                  <a:pt x="2504482" y="3866312"/>
                </a:moveTo>
                <a:cubicBezTo>
                  <a:pt x="2515496" y="3864184"/>
                  <a:pt x="2525001" y="3857688"/>
                  <a:pt x="2527743" y="3845927"/>
                </a:cubicBezTo>
                <a:cubicBezTo>
                  <a:pt x="2535296" y="3827559"/>
                  <a:pt x="2522260" y="3810759"/>
                  <a:pt x="2508977" y="3798887"/>
                </a:cubicBezTo>
                <a:cubicBezTo>
                  <a:pt x="2496159" y="3801799"/>
                  <a:pt x="2481288" y="3800007"/>
                  <a:pt x="2470315" y="3808071"/>
                </a:cubicBezTo>
                <a:cubicBezTo>
                  <a:pt x="2457500" y="3822407"/>
                  <a:pt x="2457730" y="3847496"/>
                  <a:pt x="2472138" y="3860488"/>
                </a:cubicBezTo>
                <a:cubicBezTo>
                  <a:pt x="2480945" y="3866200"/>
                  <a:pt x="2493472" y="3868440"/>
                  <a:pt x="2504482" y="3866312"/>
                </a:cubicBezTo>
                <a:close/>
                <a:moveTo>
                  <a:pt x="7538483" y="3866659"/>
                </a:moveTo>
                <a:cubicBezTo>
                  <a:pt x="7549708" y="3864285"/>
                  <a:pt x="7559517" y="3857219"/>
                  <a:pt x="7562692" y="3845234"/>
                </a:cubicBezTo>
                <a:cubicBezTo>
                  <a:pt x="7572217" y="3822395"/>
                  <a:pt x="7551806" y="3795712"/>
                  <a:pt x="7527086" y="3800460"/>
                </a:cubicBezTo>
                <a:cubicBezTo>
                  <a:pt x="7495790" y="3798878"/>
                  <a:pt x="7488079" y="3840259"/>
                  <a:pt x="7505768" y="3859932"/>
                </a:cubicBezTo>
                <a:cubicBezTo>
                  <a:pt x="7514613" y="3866716"/>
                  <a:pt x="7527257" y="3869034"/>
                  <a:pt x="7538483" y="3866659"/>
                </a:cubicBezTo>
                <a:close/>
                <a:moveTo>
                  <a:pt x="640666" y="3866672"/>
                </a:moveTo>
                <a:cubicBezTo>
                  <a:pt x="653297" y="3868467"/>
                  <a:pt x="666155" y="3864591"/>
                  <a:pt x="674613" y="3852508"/>
                </a:cubicBezTo>
                <a:cubicBezTo>
                  <a:pt x="695414" y="3827657"/>
                  <a:pt x="665242" y="3790950"/>
                  <a:pt x="635980" y="3800298"/>
                </a:cubicBezTo>
                <a:cubicBezTo>
                  <a:pt x="612663" y="3802806"/>
                  <a:pt x="610377" y="3828568"/>
                  <a:pt x="608092" y="3846808"/>
                </a:cubicBezTo>
                <a:cubicBezTo>
                  <a:pt x="615634" y="3857409"/>
                  <a:pt x="628037" y="3864876"/>
                  <a:pt x="640666" y="3866672"/>
                </a:cubicBezTo>
                <a:close/>
                <a:moveTo>
                  <a:pt x="3415580" y="3866776"/>
                </a:moveTo>
                <a:cubicBezTo>
                  <a:pt x="3428010" y="3869062"/>
                  <a:pt x="3440526" y="3865919"/>
                  <a:pt x="3448870" y="3853576"/>
                </a:cubicBezTo>
                <a:cubicBezTo>
                  <a:pt x="3468529" y="3828434"/>
                  <a:pt x="3440411" y="3790949"/>
                  <a:pt x="3410465" y="3800320"/>
                </a:cubicBezTo>
                <a:cubicBezTo>
                  <a:pt x="3386005" y="3801692"/>
                  <a:pt x="3383947" y="3828662"/>
                  <a:pt x="3382804" y="3847405"/>
                </a:cubicBezTo>
                <a:cubicBezTo>
                  <a:pt x="3390805" y="3856776"/>
                  <a:pt x="3403150" y="3864490"/>
                  <a:pt x="3415580" y="3866776"/>
                </a:cubicBezTo>
                <a:close/>
                <a:moveTo>
                  <a:pt x="5074424" y="3866790"/>
                </a:moveTo>
                <a:cubicBezTo>
                  <a:pt x="5084376" y="3864004"/>
                  <a:pt x="5092802" y="3857125"/>
                  <a:pt x="5095742" y="3845980"/>
                </a:cubicBezTo>
                <a:cubicBezTo>
                  <a:pt x="5105242" y="3822554"/>
                  <a:pt x="5082850" y="3794125"/>
                  <a:pt x="5057517" y="3800948"/>
                </a:cubicBezTo>
                <a:cubicBezTo>
                  <a:pt x="5026529" y="3800948"/>
                  <a:pt x="5019517" y="3849164"/>
                  <a:pt x="5043945" y="3863038"/>
                </a:cubicBezTo>
                <a:cubicBezTo>
                  <a:pt x="5052993" y="3868269"/>
                  <a:pt x="5064472" y="3869576"/>
                  <a:pt x="5074424" y="3866790"/>
                </a:cubicBezTo>
                <a:close/>
                <a:moveTo>
                  <a:pt x="1154203" y="3866924"/>
                </a:moveTo>
                <a:cubicBezTo>
                  <a:pt x="1172490" y="3868918"/>
                  <a:pt x="1192621" y="3858087"/>
                  <a:pt x="1193468" y="3837789"/>
                </a:cubicBezTo>
                <a:cubicBezTo>
                  <a:pt x="1198655" y="3813682"/>
                  <a:pt x="1173845" y="3794124"/>
                  <a:pt x="1151517" y="3800037"/>
                </a:cubicBezTo>
                <a:cubicBezTo>
                  <a:pt x="1122882" y="3802539"/>
                  <a:pt x="1117695" y="3844157"/>
                  <a:pt x="1137313" y="3860532"/>
                </a:cubicBezTo>
                <a:cubicBezTo>
                  <a:pt x="1142216" y="3864170"/>
                  <a:pt x="1148108" y="3866260"/>
                  <a:pt x="1154203" y="3866924"/>
                </a:cubicBezTo>
                <a:close/>
                <a:moveTo>
                  <a:pt x="1991077" y="3866987"/>
                </a:moveTo>
                <a:cubicBezTo>
                  <a:pt x="1996802" y="3865964"/>
                  <a:pt x="2002284" y="3863626"/>
                  <a:pt x="2006971" y="3859806"/>
                </a:cubicBezTo>
                <a:cubicBezTo>
                  <a:pt x="2020468" y="3844982"/>
                  <a:pt x="2020927" y="3818299"/>
                  <a:pt x="2003312" y="3806440"/>
                </a:cubicBezTo>
                <a:cubicBezTo>
                  <a:pt x="1988674" y="3794124"/>
                  <a:pt x="1968990" y="3803018"/>
                  <a:pt x="1952741" y="3805983"/>
                </a:cubicBezTo>
                <a:cubicBezTo>
                  <a:pt x="1949544" y="3818755"/>
                  <a:pt x="1943149" y="3831754"/>
                  <a:pt x="1947026" y="3845210"/>
                </a:cubicBezTo>
                <a:cubicBezTo>
                  <a:pt x="1954410" y="3861289"/>
                  <a:pt x="1973880" y="3870055"/>
                  <a:pt x="1991077" y="3866987"/>
                </a:cubicBezTo>
                <a:close/>
                <a:moveTo>
                  <a:pt x="6292127" y="3866997"/>
                </a:moveTo>
                <a:cubicBezTo>
                  <a:pt x="6310524" y="3869250"/>
                  <a:pt x="6330748" y="3858844"/>
                  <a:pt x="6332116" y="3838541"/>
                </a:cubicBezTo>
                <a:cubicBezTo>
                  <a:pt x="6338729" y="3809665"/>
                  <a:pt x="6301331" y="3789362"/>
                  <a:pt x="6278071" y="3804702"/>
                </a:cubicBezTo>
                <a:cubicBezTo>
                  <a:pt x="6257319" y="3815080"/>
                  <a:pt x="6256179" y="3847565"/>
                  <a:pt x="6275106" y="3860423"/>
                </a:cubicBezTo>
                <a:cubicBezTo>
                  <a:pt x="6280066" y="3864089"/>
                  <a:pt x="6285995" y="3866246"/>
                  <a:pt x="6292127" y="3866997"/>
                </a:cubicBezTo>
                <a:close/>
                <a:moveTo>
                  <a:pt x="6086267" y="3867007"/>
                </a:moveTo>
                <a:cubicBezTo>
                  <a:pt x="6107081" y="3869571"/>
                  <a:pt x="6129687" y="3854954"/>
                  <a:pt x="6126445" y="3830849"/>
                </a:cubicBezTo>
                <a:cubicBezTo>
                  <a:pt x="6127583" y="3799163"/>
                  <a:pt x="6085044" y="3789362"/>
                  <a:pt x="6065253" y="3808966"/>
                </a:cubicBezTo>
                <a:cubicBezTo>
                  <a:pt x="6056154" y="3823554"/>
                  <a:pt x="6056609" y="3844753"/>
                  <a:pt x="6067073" y="3858430"/>
                </a:cubicBezTo>
                <a:cubicBezTo>
                  <a:pt x="6072590" y="3863388"/>
                  <a:pt x="6079329" y="3866152"/>
                  <a:pt x="6086267" y="3867007"/>
                </a:cubicBezTo>
                <a:close/>
                <a:moveTo>
                  <a:pt x="7114401" y="3867015"/>
                </a:moveTo>
                <a:cubicBezTo>
                  <a:pt x="7133366" y="3868796"/>
                  <a:pt x="7153835" y="3857727"/>
                  <a:pt x="7155369" y="3836861"/>
                </a:cubicBezTo>
                <a:cubicBezTo>
                  <a:pt x="7161055" y="3807909"/>
                  <a:pt x="7121938" y="3789362"/>
                  <a:pt x="7099423" y="3805421"/>
                </a:cubicBezTo>
                <a:cubicBezTo>
                  <a:pt x="7080319" y="3817409"/>
                  <a:pt x="7080092" y="3846587"/>
                  <a:pt x="7096694" y="3860837"/>
                </a:cubicBezTo>
                <a:cubicBezTo>
                  <a:pt x="7101925" y="3864399"/>
                  <a:pt x="7108079" y="3866421"/>
                  <a:pt x="7114401" y="3867015"/>
                </a:cubicBezTo>
                <a:close/>
                <a:moveTo>
                  <a:pt x="442816" y="3867056"/>
                </a:moveTo>
                <a:cubicBezTo>
                  <a:pt x="450520" y="3866380"/>
                  <a:pt x="458138" y="3863788"/>
                  <a:pt x="464718" y="3859956"/>
                </a:cubicBezTo>
                <a:cubicBezTo>
                  <a:pt x="478106" y="3846882"/>
                  <a:pt x="479491" y="3822988"/>
                  <a:pt x="466796" y="3809012"/>
                </a:cubicBezTo>
                <a:cubicBezTo>
                  <a:pt x="450405" y="3795712"/>
                  <a:pt x="422010" y="3797064"/>
                  <a:pt x="410235" y="3815549"/>
                </a:cubicBezTo>
                <a:cubicBezTo>
                  <a:pt x="401693" y="3830200"/>
                  <a:pt x="404695" y="3853644"/>
                  <a:pt x="420394" y="3862661"/>
                </a:cubicBezTo>
                <a:cubicBezTo>
                  <a:pt x="427318" y="3866493"/>
                  <a:pt x="435110" y="3867732"/>
                  <a:pt x="442816" y="3867056"/>
                </a:cubicBezTo>
                <a:close/>
                <a:moveTo>
                  <a:pt x="9068491" y="3867075"/>
                </a:moveTo>
                <a:cubicBezTo>
                  <a:pt x="9088568" y="3868503"/>
                  <a:pt x="9109479" y="3852765"/>
                  <a:pt x="9106400" y="3830428"/>
                </a:cubicBezTo>
                <a:cubicBezTo>
                  <a:pt x="9105031" y="3799967"/>
                  <a:pt x="9061015" y="3789362"/>
                  <a:pt x="9043226" y="3811926"/>
                </a:cubicBezTo>
                <a:cubicBezTo>
                  <a:pt x="9029542" y="3825463"/>
                  <a:pt x="9034331" y="3849381"/>
                  <a:pt x="9049612" y="3859534"/>
                </a:cubicBezTo>
                <a:cubicBezTo>
                  <a:pt x="9055199" y="3864216"/>
                  <a:pt x="9061799" y="3866600"/>
                  <a:pt x="9068491" y="3867075"/>
                </a:cubicBezTo>
                <a:close/>
                <a:moveTo>
                  <a:pt x="7629460" y="3867078"/>
                </a:moveTo>
                <a:cubicBezTo>
                  <a:pt x="7649940" y="3868446"/>
                  <a:pt x="7671092" y="3852503"/>
                  <a:pt x="7667680" y="3829253"/>
                </a:cubicBezTo>
                <a:cubicBezTo>
                  <a:pt x="7667908" y="3797568"/>
                  <a:pt x="7621966" y="3789362"/>
                  <a:pt x="7604453" y="3811473"/>
                </a:cubicBezTo>
                <a:cubicBezTo>
                  <a:pt x="7592854" y="3825378"/>
                  <a:pt x="7596493" y="3848401"/>
                  <a:pt x="7610139" y="3859570"/>
                </a:cubicBezTo>
                <a:cubicBezTo>
                  <a:pt x="7615882" y="3864243"/>
                  <a:pt x="7622634" y="3866622"/>
                  <a:pt x="7629460" y="3867078"/>
                </a:cubicBezTo>
                <a:close/>
                <a:moveTo>
                  <a:pt x="537415" y="3867097"/>
                </a:moveTo>
                <a:cubicBezTo>
                  <a:pt x="558655" y="3869212"/>
                  <a:pt x="581543" y="3854185"/>
                  <a:pt x="578100" y="3830444"/>
                </a:cubicBezTo>
                <a:cubicBezTo>
                  <a:pt x="578330" y="3796995"/>
                  <a:pt x="524644" y="3789362"/>
                  <a:pt x="510880" y="3817648"/>
                </a:cubicBezTo>
                <a:cubicBezTo>
                  <a:pt x="503307" y="3831343"/>
                  <a:pt x="507895" y="3847955"/>
                  <a:pt x="517761" y="3858955"/>
                </a:cubicBezTo>
                <a:cubicBezTo>
                  <a:pt x="523438" y="3863782"/>
                  <a:pt x="530337" y="3866392"/>
                  <a:pt x="537415" y="3867097"/>
                </a:cubicBezTo>
                <a:close/>
                <a:moveTo>
                  <a:pt x="8259793" y="3867142"/>
                </a:moveTo>
                <a:cubicBezTo>
                  <a:pt x="8269900" y="3864605"/>
                  <a:pt x="8278715" y="3858104"/>
                  <a:pt x="8282084" y="3847498"/>
                </a:cubicBezTo>
                <a:cubicBezTo>
                  <a:pt x="8283207" y="3834497"/>
                  <a:pt x="8285004" y="3818074"/>
                  <a:pt x="8273999" y="3808494"/>
                </a:cubicBezTo>
                <a:cubicBezTo>
                  <a:pt x="8256705" y="3794125"/>
                  <a:pt x="8223015" y="3798459"/>
                  <a:pt x="8217625" y="3823092"/>
                </a:cubicBezTo>
                <a:cubicBezTo>
                  <a:pt x="8215154" y="3837006"/>
                  <a:pt x="8216951" y="3854797"/>
                  <a:pt x="8229753" y="3863008"/>
                </a:cubicBezTo>
                <a:cubicBezTo>
                  <a:pt x="8238288" y="3868254"/>
                  <a:pt x="8249686" y="3869679"/>
                  <a:pt x="8259793" y="3867142"/>
                </a:cubicBezTo>
                <a:close/>
                <a:moveTo>
                  <a:pt x="4958307" y="3867163"/>
                </a:moveTo>
                <a:cubicBezTo>
                  <a:pt x="4977641" y="3867683"/>
                  <a:pt x="4997292" y="3853093"/>
                  <a:pt x="4997292" y="3831886"/>
                </a:cubicBezTo>
                <a:cubicBezTo>
                  <a:pt x="4995489" y="3799085"/>
                  <a:pt x="4945228" y="3787775"/>
                  <a:pt x="4929902" y="3816277"/>
                </a:cubicBezTo>
                <a:cubicBezTo>
                  <a:pt x="4924718" y="3831207"/>
                  <a:pt x="4924267" y="3852470"/>
                  <a:pt x="4939819" y="3861293"/>
                </a:cubicBezTo>
                <a:cubicBezTo>
                  <a:pt x="4945453" y="3865138"/>
                  <a:pt x="4951863" y="3866990"/>
                  <a:pt x="4958307" y="3867163"/>
                </a:cubicBezTo>
                <a:close/>
                <a:moveTo>
                  <a:pt x="6605214" y="3867177"/>
                </a:moveTo>
                <a:cubicBezTo>
                  <a:pt x="6624551" y="3866996"/>
                  <a:pt x="6643473" y="3851434"/>
                  <a:pt x="6638540" y="3829603"/>
                </a:cubicBezTo>
                <a:cubicBezTo>
                  <a:pt x="6639221" y="3804589"/>
                  <a:pt x="6609965" y="3792537"/>
                  <a:pt x="6589782" y="3802315"/>
                </a:cubicBezTo>
                <a:cubicBezTo>
                  <a:pt x="6565742" y="3811183"/>
                  <a:pt x="6565969" y="3849614"/>
                  <a:pt x="6586607" y="3861894"/>
                </a:cubicBezTo>
                <a:cubicBezTo>
                  <a:pt x="6592276" y="3865589"/>
                  <a:pt x="6598768" y="3867238"/>
                  <a:pt x="6605214" y="3867177"/>
                </a:cubicBezTo>
                <a:close/>
                <a:moveTo>
                  <a:pt x="8654845" y="3867179"/>
                </a:moveTo>
                <a:cubicBezTo>
                  <a:pt x="8673049" y="3869023"/>
                  <a:pt x="8693382" y="3858466"/>
                  <a:pt x="8694757" y="3839130"/>
                </a:cubicBezTo>
                <a:cubicBezTo>
                  <a:pt x="8699342" y="3818552"/>
                  <a:pt x="8682377" y="3796616"/>
                  <a:pt x="8660139" y="3800234"/>
                </a:cubicBezTo>
                <a:cubicBezTo>
                  <a:pt x="8626896" y="3795712"/>
                  <a:pt x="8615204" y="3842975"/>
                  <a:pt x="8638130" y="3861066"/>
                </a:cubicBezTo>
                <a:cubicBezTo>
                  <a:pt x="8642945" y="3864571"/>
                  <a:pt x="8648776" y="3866564"/>
                  <a:pt x="8654845" y="3867179"/>
                </a:cubicBezTo>
                <a:close/>
                <a:moveTo>
                  <a:pt x="6702704" y="3867189"/>
                </a:moveTo>
                <a:cubicBezTo>
                  <a:pt x="6721211" y="3869157"/>
                  <a:pt x="6741584" y="3858550"/>
                  <a:pt x="6741241" y="3837680"/>
                </a:cubicBezTo>
                <a:cubicBezTo>
                  <a:pt x="6745129" y="3817609"/>
                  <a:pt x="6728431" y="3795712"/>
                  <a:pt x="6706700" y="3799590"/>
                </a:cubicBezTo>
                <a:cubicBezTo>
                  <a:pt x="6675590" y="3797993"/>
                  <a:pt x="6665754" y="3841786"/>
                  <a:pt x="6685655" y="3860945"/>
                </a:cubicBezTo>
                <a:cubicBezTo>
                  <a:pt x="6690573" y="3864481"/>
                  <a:pt x="6696535" y="3866533"/>
                  <a:pt x="6702704" y="3867189"/>
                </a:cubicBezTo>
                <a:close/>
                <a:moveTo>
                  <a:pt x="8972702" y="3867238"/>
                </a:moveTo>
                <a:cubicBezTo>
                  <a:pt x="8982508" y="3866269"/>
                  <a:pt x="8991944" y="3861765"/>
                  <a:pt x="8998197" y="3853898"/>
                </a:cubicBezTo>
                <a:cubicBezTo>
                  <a:pt x="9016842" y="3823573"/>
                  <a:pt x="8985919" y="3787774"/>
                  <a:pt x="8953404" y="3801683"/>
                </a:cubicBezTo>
                <a:cubicBezTo>
                  <a:pt x="8932712" y="3811944"/>
                  <a:pt x="8929529" y="3843410"/>
                  <a:pt x="8944991" y="3859371"/>
                </a:cubicBezTo>
                <a:cubicBezTo>
                  <a:pt x="8952722" y="3865641"/>
                  <a:pt x="8962897" y="3868207"/>
                  <a:pt x="8972702" y="3867238"/>
                </a:cubicBezTo>
                <a:close/>
                <a:moveTo>
                  <a:pt x="7322620" y="3867301"/>
                </a:moveTo>
                <a:cubicBezTo>
                  <a:pt x="7331453" y="3867668"/>
                  <a:pt x="7340628" y="3865351"/>
                  <a:pt x="7347581" y="3861055"/>
                </a:cubicBezTo>
                <a:cubicBezTo>
                  <a:pt x="7370604" y="3842740"/>
                  <a:pt x="7357611" y="3795712"/>
                  <a:pt x="7325242" y="3800234"/>
                </a:cubicBezTo>
                <a:cubicBezTo>
                  <a:pt x="7294241" y="3796390"/>
                  <a:pt x="7281704" y="3836862"/>
                  <a:pt x="7299712" y="3857437"/>
                </a:cubicBezTo>
                <a:cubicBezTo>
                  <a:pt x="7305296" y="3863881"/>
                  <a:pt x="7313787" y="3866933"/>
                  <a:pt x="7322620" y="3867301"/>
                </a:cubicBezTo>
                <a:close/>
                <a:moveTo>
                  <a:pt x="7949590" y="3867403"/>
                </a:moveTo>
                <a:cubicBezTo>
                  <a:pt x="7961256" y="3865332"/>
                  <a:pt x="7971281" y="3858315"/>
                  <a:pt x="7973470" y="3845431"/>
                </a:cubicBezTo>
                <a:cubicBezTo>
                  <a:pt x="7983379" y="3821964"/>
                  <a:pt x="7962409" y="3794125"/>
                  <a:pt x="7936829" y="3800107"/>
                </a:cubicBezTo>
                <a:cubicBezTo>
                  <a:pt x="7906872" y="3800337"/>
                  <a:pt x="7897654" y="3839909"/>
                  <a:pt x="7915859" y="3859696"/>
                </a:cubicBezTo>
                <a:cubicBezTo>
                  <a:pt x="7924616" y="3866597"/>
                  <a:pt x="7937924" y="3869474"/>
                  <a:pt x="7949590" y="3867403"/>
                </a:cubicBezTo>
                <a:close/>
                <a:moveTo>
                  <a:pt x="6913057" y="3867405"/>
                </a:moveTo>
                <a:cubicBezTo>
                  <a:pt x="6932723" y="3867542"/>
                  <a:pt x="6953092" y="3852699"/>
                  <a:pt x="6948329" y="3830985"/>
                </a:cubicBezTo>
                <a:cubicBezTo>
                  <a:pt x="6950144" y="3802712"/>
                  <a:pt x="6911590" y="3790950"/>
                  <a:pt x="6891860" y="3807009"/>
                </a:cubicBezTo>
                <a:cubicBezTo>
                  <a:pt x="6872129" y="3819450"/>
                  <a:pt x="6875985" y="3850437"/>
                  <a:pt x="6894581" y="3861973"/>
                </a:cubicBezTo>
                <a:cubicBezTo>
                  <a:pt x="6900024" y="3865648"/>
                  <a:pt x="6906502" y="3867359"/>
                  <a:pt x="6913057" y="3867405"/>
                </a:cubicBezTo>
                <a:close/>
                <a:moveTo>
                  <a:pt x="9172255" y="3867454"/>
                </a:moveTo>
                <a:cubicBezTo>
                  <a:pt x="9192396" y="3867401"/>
                  <a:pt x="9212666" y="3852303"/>
                  <a:pt x="9209587" y="3830080"/>
                </a:cubicBezTo>
                <a:cubicBezTo>
                  <a:pt x="9209131" y="3802937"/>
                  <a:pt x="9172640" y="3790950"/>
                  <a:pt x="9152571" y="3806105"/>
                </a:cubicBezTo>
                <a:cubicBezTo>
                  <a:pt x="9132729" y="3818545"/>
                  <a:pt x="9135694" y="3848854"/>
                  <a:pt x="9153027" y="3862199"/>
                </a:cubicBezTo>
                <a:cubicBezTo>
                  <a:pt x="9158842" y="3865818"/>
                  <a:pt x="9165542" y="3867472"/>
                  <a:pt x="9172255" y="3867454"/>
                </a:cubicBezTo>
                <a:close/>
                <a:moveTo>
                  <a:pt x="7837288" y="3867456"/>
                </a:moveTo>
                <a:cubicBezTo>
                  <a:pt x="7856724" y="3867765"/>
                  <a:pt x="7876002" y="3853141"/>
                  <a:pt x="7872958" y="3830972"/>
                </a:cubicBezTo>
                <a:cubicBezTo>
                  <a:pt x="7875439" y="3800276"/>
                  <a:pt x="7831021" y="3789362"/>
                  <a:pt x="7813208" y="3810281"/>
                </a:cubicBezTo>
                <a:cubicBezTo>
                  <a:pt x="7799229" y="3823468"/>
                  <a:pt x="7801258" y="3852346"/>
                  <a:pt x="7818620" y="3861895"/>
                </a:cubicBezTo>
                <a:cubicBezTo>
                  <a:pt x="7824313" y="3865590"/>
                  <a:pt x="7830809" y="3867352"/>
                  <a:pt x="7837288" y="3867456"/>
                </a:cubicBezTo>
                <a:close/>
                <a:moveTo>
                  <a:pt x="1363193" y="3867468"/>
                </a:moveTo>
                <a:cubicBezTo>
                  <a:pt x="1382421" y="3867308"/>
                  <a:pt x="1401489" y="3852342"/>
                  <a:pt x="1401833" y="3831875"/>
                </a:cubicBezTo>
                <a:cubicBezTo>
                  <a:pt x="1400235" y="3808225"/>
                  <a:pt x="1374013" y="3794125"/>
                  <a:pt x="1352578" y="3801174"/>
                </a:cubicBezTo>
                <a:cubicBezTo>
                  <a:pt x="1326350" y="3808225"/>
                  <a:pt x="1320876" y="3848931"/>
                  <a:pt x="1344597" y="3862348"/>
                </a:cubicBezTo>
                <a:cubicBezTo>
                  <a:pt x="1350355" y="3865930"/>
                  <a:pt x="1356783" y="3867522"/>
                  <a:pt x="1363193" y="3867468"/>
                </a:cubicBezTo>
                <a:close/>
                <a:moveTo>
                  <a:pt x="6501187" y="3867505"/>
                </a:moveTo>
                <a:cubicBezTo>
                  <a:pt x="6520407" y="3867462"/>
                  <a:pt x="6539215" y="3852507"/>
                  <a:pt x="6535834" y="3830740"/>
                </a:cubicBezTo>
                <a:cubicBezTo>
                  <a:pt x="6537637" y="3797373"/>
                  <a:pt x="6487144" y="3787775"/>
                  <a:pt x="6472943" y="3814970"/>
                </a:cubicBezTo>
                <a:cubicBezTo>
                  <a:pt x="6465729" y="3830054"/>
                  <a:pt x="6467758" y="3852450"/>
                  <a:pt x="6482636" y="3862277"/>
                </a:cubicBezTo>
                <a:cubicBezTo>
                  <a:pt x="6488328" y="3865877"/>
                  <a:pt x="6494780" y="3867519"/>
                  <a:pt x="6501187" y="3867505"/>
                </a:cubicBezTo>
                <a:close/>
                <a:moveTo>
                  <a:pt x="8351417" y="3867529"/>
                </a:moveTo>
                <a:cubicBezTo>
                  <a:pt x="8371345" y="3867359"/>
                  <a:pt x="8391629" y="3852304"/>
                  <a:pt x="8387650" y="3830761"/>
                </a:cubicBezTo>
                <a:cubicBezTo>
                  <a:pt x="8386496" y="3805882"/>
                  <a:pt x="8355587" y="3792537"/>
                  <a:pt x="8334366" y="3803619"/>
                </a:cubicBezTo>
                <a:cubicBezTo>
                  <a:pt x="8311992" y="3814250"/>
                  <a:pt x="8312223" y="3849986"/>
                  <a:pt x="8332521" y="3862426"/>
                </a:cubicBezTo>
                <a:cubicBezTo>
                  <a:pt x="8338172" y="3865988"/>
                  <a:pt x="8344775" y="3867585"/>
                  <a:pt x="8351417" y="3867529"/>
                </a:cubicBezTo>
                <a:close/>
                <a:moveTo>
                  <a:pt x="6807996" y="3867532"/>
                </a:moveTo>
                <a:cubicBezTo>
                  <a:pt x="6828157" y="3868269"/>
                  <a:pt x="6848642" y="3854165"/>
                  <a:pt x="6844855" y="3831085"/>
                </a:cubicBezTo>
                <a:cubicBezTo>
                  <a:pt x="6847150" y="3797121"/>
                  <a:pt x="6793443" y="3787775"/>
                  <a:pt x="6779672" y="3816041"/>
                </a:cubicBezTo>
                <a:cubicBezTo>
                  <a:pt x="6773704" y="3830629"/>
                  <a:pt x="6775081" y="3851601"/>
                  <a:pt x="6788852" y="3861630"/>
                </a:cubicBezTo>
                <a:cubicBezTo>
                  <a:pt x="6794590" y="3865392"/>
                  <a:pt x="6801275" y="3867286"/>
                  <a:pt x="6807996" y="3867532"/>
                </a:cubicBezTo>
                <a:close/>
                <a:moveTo>
                  <a:pt x="2187163" y="3867541"/>
                </a:moveTo>
                <a:cubicBezTo>
                  <a:pt x="2216196" y="3869841"/>
                  <a:pt x="2220964" y="3837861"/>
                  <a:pt x="2220278" y="3815774"/>
                </a:cubicBezTo>
                <a:cubicBezTo>
                  <a:pt x="2205539" y="3800820"/>
                  <a:pt x="2181489" y="3792537"/>
                  <a:pt x="2163123" y="3806341"/>
                </a:cubicBezTo>
                <a:cubicBezTo>
                  <a:pt x="2139993" y="3825897"/>
                  <a:pt x="2154280" y="3871912"/>
                  <a:pt x="2187163" y="3867541"/>
                </a:cubicBezTo>
                <a:close/>
                <a:moveTo>
                  <a:pt x="3727413" y="3867543"/>
                </a:moveTo>
                <a:cubicBezTo>
                  <a:pt x="3746699" y="3867448"/>
                  <a:pt x="3765664" y="3852522"/>
                  <a:pt x="3761716" y="3831091"/>
                </a:cubicBezTo>
                <a:cubicBezTo>
                  <a:pt x="3764233" y="3797980"/>
                  <a:pt x="3711374" y="3787775"/>
                  <a:pt x="3697873" y="3815896"/>
                </a:cubicBezTo>
                <a:cubicBezTo>
                  <a:pt x="3690779" y="3831091"/>
                  <a:pt x="3692381" y="3853996"/>
                  <a:pt x="3708857" y="3862388"/>
                </a:cubicBezTo>
                <a:cubicBezTo>
                  <a:pt x="3714520" y="3865959"/>
                  <a:pt x="3720985" y="3867575"/>
                  <a:pt x="3727413" y="3867543"/>
                </a:cubicBezTo>
                <a:close/>
                <a:moveTo>
                  <a:pt x="7425561" y="3867549"/>
                </a:moveTo>
                <a:cubicBezTo>
                  <a:pt x="7445169" y="3867528"/>
                  <a:pt x="7464489" y="3852567"/>
                  <a:pt x="7460395" y="3830169"/>
                </a:cubicBezTo>
                <a:cubicBezTo>
                  <a:pt x="7461532" y="3800304"/>
                  <a:pt x="7419679" y="3789362"/>
                  <a:pt x="7401482" y="3809423"/>
                </a:cubicBezTo>
                <a:cubicBezTo>
                  <a:pt x="7389654" y="3824469"/>
                  <a:pt x="7390336" y="3850686"/>
                  <a:pt x="7406714" y="3862313"/>
                </a:cubicBezTo>
                <a:cubicBezTo>
                  <a:pt x="7412457" y="3865903"/>
                  <a:pt x="7419025" y="3867556"/>
                  <a:pt x="7425561" y="3867549"/>
                </a:cubicBezTo>
                <a:close/>
                <a:moveTo>
                  <a:pt x="848682" y="3867579"/>
                </a:moveTo>
                <a:cubicBezTo>
                  <a:pt x="868488" y="3867927"/>
                  <a:pt x="887972" y="3853496"/>
                  <a:pt x="884540" y="3831218"/>
                </a:cubicBezTo>
                <a:cubicBezTo>
                  <a:pt x="886600" y="3797913"/>
                  <a:pt x="835327" y="3789362"/>
                  <a:pt x="819763" y="3815466"/>
                </a:cubicBezTo>
                <a:cubicBezTo>
                  <a:pt x="815183" y="3831218"/>
                  <a:pt x="814499" y="3851471"/>
                  <a:pt x="829605" y="3862048"/>
                </a:cubicBezTo>
                <a:cubicBezTo>
                  <a:pt x="835443" y="3865705"/>
                  <a:pt x="842081" y="3867463"/>
                  <a:pt x="848682" y="3867579"/>
                </a:cubicBezTo>
                <a:close/>
                <a:moveTo>
                  <a:pt x="8865672" y="3867582"/>
                </a:moveTo>
                <a:cubicBezTo>
                  <a:pt x="8884678" y="3867306"/>
                  <a:pt x="8903332" y="3852295"/>
                  <a:pt x="8900936" y="3831544"/>
                </a:cubicBezTo>
                <a:cubicBezTo>
                  <a:pt x="8902989" y="3800701"/>
                  <a:pt x="8859408" y="3789362"/>
                  <a:pt x="8841154" y="3810226"/>
                </a:cubicBezTo>
                <a:cubicBezTo>
                  <a:pt x="8829517" y="3825421"/>
                  <a:pt x="8830430" y="3851728"/>
                  <a:pt x="8847315" y="3862614"/>
                </a:cubicBezTo>
                <a:cubicBezTo>
                  <a:pt x="8852962" y="3866129"/>
                  <a:pt x="8859337" y="3867674"/>
                  <a:pt x="8865672" y="3867582"/>
                </a:cubicBezTo>
                <a:close/>
                <a:moveTo>
                  <a:pt x="952749" y="3867638"/>
                </a:moveTo>
                <a:cubicBezTo>
                  <a:pt x="972334" y="3867703"/>
                  <a:pt x="991135" y="3853032"/>
                  <a:pt x="987661" y="3831091"/>
                </a:cubicBezTo>
                <a:cubicBezTo>
                  <a:pt x="989283" y="3800475"/>
                  <a:pt x="946671" y="3789362"/>
                  <a:pt x="927448" y="3809773"/>
                </a:cubicBezTo>
                <a:cubicBezTo>
                  <a:pt x="916796" y="3825194"/>
                  <a:pt x="916100" y="3851275"/>
                  <a:pt x="933702" y="3862387"/>
                </a:cubicBezTo>
                <a:cubicBezTo>
                  <a:pt x="939607" y="3865959"/>
                  <a:pt x="946222" y="3867617"/>
                  <a:pt x="952749" y="3867638"/>
                </a:cubicBezTo>
                <a:close/>
                <a:moveTo>
                  <a:pt x="2594874" y="3867642"/>
                </a:moveTo>
                <a:cubicBezTo>
                  <a:pt x="2614950" y="3868433"/>
                  <a:pt x="2635640" y="3852620"/>
                  <a:pt x="2631883" y="3830396"/>
                </a:cubicBezTo>
                <a:cubicBezTo>
                  <a:pt x="2635528" y="3796891"/>
                  <a:pt x="2579338" y="3787774"/>
                  <a:pt x="2567515" y="3816949"/>
                </a:cubicBezTo>
                <a:cubicBezTo>
                  <a:pt x="2562279" y="3831309"/>
                  <a:pt x="2563190" y="3850455"/>
                  <a:pt x="2575926" y="3860939"/>
                </a:cubicBezTo>
                <a:cubicBezTo>
                  <a:pt x="2581548" y="3865270"/>
                  <a:pt x="2588179" y="3867378"/>
                  <a:pt x="2594874" y="3867642"/>
                </a:cubicBezTo>
                <a:close/>
                <a:moveTo>
                  <a:pt x="124764" y="3867650"/>
                </a:moveTo>
                <a:cubicBezTo>
                  <a:pt x="143795" y="3871023"/>
                  <a:pt x="165714" y="3860644"/>
                  <a:pt x="165714" y="3838846"/>
                </a:cubicBezTo>
                <a:cubicBezTo>
                  <a:pt x="171476" y="3816933"/>
                  <a:pt x="150726" y="3795712"/>
                  <a:pt x="128825" y="3799864"/>
                </a:cubicBezTo>
                <a:cubicBezTo>
                  <a:pt x="98393" y="3798249"/>
                  <a:pt x="87326" y="3841153"/>
                  <a:pt x="107615" y="3859606"/>
                </a:cubicBezTo>
                <a:cubicBezTo>
                  <a:pt x="112397" y="3863873"/>
                  <a:pt x="118421" y="3866526"/>
                  <a:pt x="124764" y="3867650"/>
                </a:cubicBezTo>
                <a:close/>
                <a:moveTo>
                  <a:pt x="3520690" y="3867670"/>
                </a:moveTo>
                <a:cubicBezTo>
                  <a:pt x="3540755" y="3868503"/>
                  <a:pt x="3561396" y="3852731"/>
                  <a:pt x="3559008" y="3830165"/>
                </a:cubicBezTo>
                <a:cubicBezTo>
                  <a:pt x="3557416" y="3799392"/>
                  <a:pt x="3513745" y="3789362"/>
                  <a:pt x="3495094" y="3810789"/>
                </a:cubicBezTo>
                <a:cubicBezTo>
                  <a:pt x="3484404" y="3825833"/>
                  <a:pt x="3484632" y="3850452"/>
                  <a:pt x="3501690" y="3860938"/>
                </a:cubicBezTo>
                <a:cubicBezTo>
                  <a:pt x="3507377" y="3865269"/>
                  <a:pt x="3514001" y="3867391"/>
                  <a:pt x="3520690" y="3867670"/>
                </a:cubicBezTo>
                <a:close/>
                <a:moveTo>
                  <a:pt x="746018" y="3867677"/>
                </a:moveTo>
                <a:cubicBezTo>
                  <a:pt x="765163" y="3868289"/>
                  <a:pt x="783770" y="3852379"/>
                  <a:pt x="782091" y="3830774"/>
                </a:cubicBezTo>
                <a:cubicBezTo>
                  <a:pt x="783434" y="3797014"/>
                  <a:pt x="731012" y="3789362"/>
                  <a:pt x="717124" y="3816820"/>
                </a:cubicBezTo>
                <a:cubicBezTo>
                  <a:pt x="711298" y="3831674"/>
                  <a:pt x="712867" y="3851930"/>
                  <a:pt x="727427" y="3861157"/>
                </a:cubicBezTo>
                <a:cubicBezTo>
                  <a:pt x="733196" y="3865433"/>
                  <a:pt x="739638" y="3867473"/>
                  <a:pt x="746018" y="3867677"/>
                </a:cubicBezTo>
                <a:close/>
                <a:moveTo>
                  <a:pt x="3316141" y="3867687"/>
                </a:moveTo>
                <a:cubicBezTo>
                  <a:pt x="3334878" y="3867493"/>
                  <a:pt x="3353331" y="3852669"/>
                  <a:pt x="3351308" y="3831529"/>
                </a:cubicBezTo>
                <a:cubicBezTo>
                  <a:pt x="3354229" y="3800132"/>
                  <a:pt x="3309515" y="3789362"/>
                  <a:pt x="3290641" y="3809071"/>
                </a:cubicBezTo>
                <a:cubicBezTo>
                  <a:pt x="3281654" y="3825800"/>
                  <a:pt x="3281204" y="3850779"/>
                  <a:pt x="3298056" y="3862696"/>
                </a:cubicBezTo>
                <a:cubicBezTo>
                  <a:pt x="3303618" y="3866191"/>
                  <a:pt x="3309895" y="3867751"/>
                  <a:pt x="3316141" y="3867687"/>
                </a:cubicBezTo>
                <a:close/>
                <a:moveTo>
                  <a:pt x="3625934" y="3867725"/>
                </a:moveTo>
                <a:cubicBezTo>
                  <a:pt x="3633529" y="3867725"/>
                  <a:pt x="3641008" y="3865803"/>
                  <a:pt x="3647222" y="3861282"/>
                </a:cubicBezTo>
                <a:cubicBezTo>
                  <a:pt x="3663332" y="3846812"/>
                  <a:pt x="3663792" y="3817195"/>
                  <a:pt x="3645151" y="3804760"/>
                </a:cubicBezTo>
                <a:cubicBezTo>
                  <a:pt x="3628581" y="3797300"/>
                  <a:pt x="3603955" y="3798656"/>
                  <a:pt x="3593829" y="3815613"/>
                </a:cubicBezTo>
                <a:cubicBezTo>
                  <a:pt x="3586004" y="3831438"/>
                  <a:pt x="3589687" y="3851786"/>
                  <a:pt x="3603955" y="3862638"/>
                </a:cubicBezTo>
                <a:cubicBezTo>
                  <a:pt x="3610630" y="3865803"/>
                  <a:pt x="3618339" y="3867725"/>
                  <a:pt x="3625934" y="3867725"/>
                </a:cubicBezTo>
                <a:close/>
                <a:moveTo>
                  <a:pt x="8037414" y="3867891"/>
                </a:moveTo>
                <a:cubicBezTo>
                  <a:pt x="8056201" y="3871257"/>
                  <a:pt x="8078439" y="3861180"/>
                  <a:pt x="8076546" y="3839395"/>
                </a:cubicBezTo>
                <a:cubicBezTo>
                  <a:pt x="8080217" y="3819269"/>
                  <a:pt x="8063929" y="3795712"/>
                  <a:pt x="8041677" y="3800515"/>
                </a:cubicBezTo>
                <a:cubicBezTo>
                  <a:pt x="8011395" y="3799142"/>
                  <a:pt x="8000842" y="3841454"/>
                  <a:pt x="8020800" y="3859979"/>
                </a:cubicBezTo>
                <a:cubicBezTo>
                  <a:pt x="8025274" y="3864153"/>
                  <a:pt x="8031152" y="3866769"/>
                  <a:pt x="8037414" y="3867891"/>
                </a:cubicBezTo>
                <a:close/>
                <a:moveTo>
                  <a:pt x="8764616" y="3867923"/>
                </a:moveTo>
                <a:cubicBezTo>
                  <a:pt x="8772080" y="3867866"/>
                  <a:pt x="8779516" y="3865864"/>
                  <a:pt x="8785825" y="3861402"/>
                </a:cubicBezTo>
                <a:cubicBezTo>
                  <a:pt x="8796640" y="3850191"/>
                  <a:pt x="8797767" y="3832117"/>
                  <a:pt x="8792585" y="3817704"/>
                </a:cubicBezTo>
                <a:cubicBezTo>
                  <a:pt x="8782670" y="3794367"/>
                  <a:pt x="8744816" y="3792537"/>
                  <a:pt x="8734001" y="3816102"/>
                </a:cubicBezTo>
                <a:cubicBezTo>
                  <a:pt x="8727917" y="3831431"/>
                  <a:pt x="8729044" y="3852479"/>
                  <a:pt x="8743239" y="3862775"/>
                </a:cubicBezTo>
                <a:cubicBezTo>
                  <a:pt x="8749660" y="3866092"/>
                  <a:pt x="8757152" y="3867980"/>
                  <a:pt x="8764616" y="3867923"/>
                </a:cubicBezTo>
                <a:close/>
                <a:moveTo>
                  <a:pt x="5165895" y="3867935"/>
                </a:moveTo>
                <a:cubicBezTo>
                  <a:pt x="5185420" y="3867967"/>
                  <a:pt x="5204325" y="3853717"/>
                  <a:pt x="5201537" y="3832342"/>
                </a:cubicBezTo>
                <a:cubicBezTo>
                  <a:pt x="5203396" y="3800902"/>
                  <a:pt x="5159952" y="3790950"/>
                  <a:pt x="5139509" y="3809723"/>
                </a:cubicBezTo>
                <a:cubicBezTo>
                  <a:pt x="5129054" y="3825783"/>
                  <a:pt x="5129984" y="3851342"/>
                  <a:pt x="5146943" y="3862877"/>
                </a:cubicBezTo>
                <a:cubicBezTo>
                  <a:pt x="5152809" y="3866327"/>
                  <a:pt x="5159386" y="3867924"/>
                  <a:pt x="5165895" y="3867935"/>
                </a:cubicBezTo>
                <a:close/>
                <a:moveTo>
                  <a:pt x="8553841" y="3867975"/>
                </a:moveTo>
                <a:cubicBezTo>
                  <a:pt x="8574581" y="3869389"/>
                  <a:pt x="8596438" y="3854602"/>
                  <a:pt x="8592526" y="3830941"/>
                </a:cubicBezTo>
                <a:cubicBezTo>
                  <a:pt x="8593887" y="3802824"/>
                  <a:pt x="8557828" y="3792537"/>
                  <a:pt x="8537644" y="3805339"/>
                </a:cubicBezTo>
                <a:cubicBezTo>
                  <a:pt x="8518367" y="3816083"/>
                  <a:pt x="8519047" y="3847172"/>
                  <a:pt x="8534469" y="3860888"/>
                </a:cubicBezTo>
                <a:cubicBezTo>
                  <a:pt x="8540139" y="3865232"/>
                  <a:pt x="8546928" y="3867503"/>
                  <a:pt x="8553841" y="3867975"/>
                </a:cubicBezTo>
                <a:close/>
                <a:moveTo>
                  <a:pt x="3108279" y="3867997"/>
                </a:moveTo>
                <a:cubicBezTo>
                  <a:pt x="3128994" y="3868555"/>
                  <a:pt x="3149417" y="3854679"/>
                  <a:pt x="3144581" y="3830621"/>
                </a:cubicBezTo>
                <a:cubicBezTo>
                  <a:pt x="3147114" y="3796482"/>
                  <a:pt x="3093918" y="3787775"/>
                  <a:pt x="3081252" y="3816415"/>
                </a:cubicBezTo>
                <a:cubicBezTo>
                  <a:pt x="3076416" y="3831537"/>
                  <a:pt x="3077107" y="3850097"/>
                  <a:pt x="3088391" y="3862469"/>
                </a:cubicBezTo>
                <a:cubicBezTo>
                  <a:pt x="3094436" y="3866021"/>
                  <a:pt x="3101374" y="3867810"/>
                  <a:pt x="3108279" y="3867997"/>
                </a:cubicBezTo>
                <a:close/>
                <a:moveTo>
                  <a:pt x="1876388" y="3868014"/>
                </a:moveTo>
                <a:cubicBezTo>
                  <a:pt x="1894249" y="3868992"/>
                  <a:pt x="1913016" y="3858361"/>
                  <a:pt x="1913872" y="3838801"/>
                </a:cubicBezTo>
                <a:cubicBezTo>
                  <a:pt x="1919337" y="3816349"/>
                  <a:pt x="1896579" y="3797299"/>
                  <a:pt x="1874982" y="3800474"/>
                </a:cubicBezTo>
                <a:cubicBezTo>
                  <a:pt x="1843598" y="3799794"/>
                  <a:pt x="1835184" y="3847872"/>
                  <a:pt x="1859516" y="3863067"/>
                </a:cubicBezTo>
                <a:cubicBezTo>
                  <a:pt x="1864576" y="3866072"/>
                  <a:pt x="1870434" y="3867688"/>
                  <a:pt x="1876388" y="3868014"/>
                </a:cubicBezTo>
                <a:close/>
                <a:moveTo>
                  <a:pt x="8144216" y="3868036"/>
                </a:moveTo>
                <a:cubicBezTo>
                  <a:pt x="8163958" y="3868832"/>
                  <a:pt x="8183764" y="3853436"/>
                  <a:pt x="8180079" y="3830532"/>
                </a:cubicBezTo>
                <a:cubicBezTo>
                  <a:pt x="8181642" y="3797053"/>
                  <a:pt x="8129386" y="3789362"/>
                  <a:pt x="8117327" y="3817412"/>
                </a:cubicBezTo>
                <a:cubicBezTo>
                  <a:pt x="8111967" y="3831889"/>
                  <a:pt x="8112637" y="3851569"/>
                  <a:pt x="8125366" y="3861522"/>
                </a:cubicBezTo>
                <a:cubicBezTo>
                  <a:pt x="8131061" y="3865707"/>
                  <a:pt x="8137635" y="3867772"/>
                  <a:pt x="8144216" y="3868036"/>
                </a:cubicBezTo>
                <a:close/>
                <a:moveTo>
                  <a:pt x="1259984" y="3868104"/>
                </a:moveTo>
                <a:cubicBezTo>
                  <a:pt x="1279530" y="3868660"/>
                  <a:pt x="1299271" y="3853187"/>
                  <a:pt x="1296369" y="3831304"/>
                </a:cubicBezTo>
                <a:cubicBezTo>
                  <a:pt x="1296598" y="3800759"/>
                  <a:pt x="1252715" y="3789362"/>
                  <a:pt x="1234298" y="3810789"/>
                </a:cubicBezTo>
                <a:cubicBezTo>
                  <a:pt x="1219285" y="3825150"/>
                  <a:pt x="1224285" y="3851592"/>
                  <a:pt x="1241346" y="3861850"/>
                </a:cubicBezTo>
                <a:cubicBezTo>
                  <a:pt x="1246973" y="3865953"/>
                  <a:pt x="1253468" y="3867919"/>
                  <a:pt x="1259984" y="3868104"/>
                </a:cubicBezTo>
                <a:close/>
                <a:moveTo>
                  <a:pt x="335083" y="3868113"/>
                </a:moveTo>
                <a:cubicBezTo>
                  <a:pt x="354821" y="3868768"/>
                  <a:pt x="374875" y="3853345"/>
                  <a:pt x="370637" y="3830833"/>
                </a:cubicBezTo>
                <a:cubicBezTo>
                  <a:pt x="371994" y="3799673"/>
                  <a:pt x="328349" y="3789362"/>
                  <a:pt x="310709" y="3811129"/>
                </a:cubicBezTo>
                <a:cubicBezTo>
                  <a:pt x="300306" y="3826021"/>
                  <a:pt x="300080" y="3851225"/>
                  <a:pt x="316363" y="3861765"/>
                </a:cubicBezTo>
                <a:cubicBezTo>
                  <a:pt x="321960" y="3865889"/>
                  <a:pt x="328504" y="3867894"/>
                  <a:pt x="335083" y="3868113"/>
                </a:cubicBezTo>
                <a:close/>
                <a:moveTo>
                  <a:pt x="5263355" y="3868117"/>
                </a:moveTo>
                <a:cubicBezTo>
                  <a:pt x="5281852" y="3870969"/>
                  <a:pt x="5303283" y="3860596"/>
                  <a:pt x="5302773" y="3839332"/>
                </a:cubicBezTo>
                <a:cubicBezTo>
                  <a:pt x="5308442" y="3814436"/>
                  <a:pt x="5282815" y="3792537"/>
                  <a:pt x="5259910" y="3800836"/>
                </a:cubicBezTo>
                <a:cubicBezTo>
                  <a:pt x="5234510" y="3805907"/>
                  <a:pt x="5229067" y="3844172"/>
                  <a:pt x="5246757" y="3860770"/>
                </a:cubicBezTo>
                <a:cubicBezTo>
                  <a:pt x="5251349" y="3864746"/>
                  <a:pt x="5257189" y="3867166"/>
                  <a:pt x="5263355" y="3868117"/>
                </a:cubicBezTo>
                <a:close/>
                <a:moveTo>
                  <a:pt x="8449098" y="3868180"/>
                </a:moveTo>
                <a:cubicBezTo>
                  <a:pt x="8469551" y="3870402"/>
                  <a:pt x="8492173" y="3854942"/>
                  <a:pt x="8489792" y="3831751"/>
                </a:cubicBezTo>
                <a:cubicBezTo>
                  <a:pt x="8492060" y="3796479"/>
                  <a:pt x="8435817" y="3787775"/>
                  <a:pt x="8423117" y="3818009"/>
                </a:cubicBezTo>
                <a:cubicBezTo>
                  <a:pt x="8415179" y="3831293"/>
                  <a:pt x="8419488" y="3849387"/>
                  <a:pt x="8430374" y="3859694"/>
                </a:cubicBezTo>
                <a:cubicBezTo>
                  <a:pt x="8435703" y="3864733"/>
                  <a:pt x="8442280" y="3867439"/>
                  <a:pt x="8449098" y="3868180"/>
                </a:cubicBezTo>
                <a:close/>
                <a:moveTo>
                  <a:pt x="7219683" y="3868181"/>
                </a:moveTo>
                <a:cubicBezTo>
                  <a:pt x="7239630" y="3869276"/>
                  <a:pt x="7259767" y="3854392"/>
                  <a:pt x="7255867" y="3831091"/>
                </a:cubicBezTo>
                <a:cubicBezTo>
                  <a:pt x="7256997" y="3797299"/>
                  <a:pt x="7205446" y="3789362"/>
                  <a:pt x="7191880" y="3817030"/>
                </a:cubicBezTo>
                <a:cubicBezTo>
                  <a:pt x="7187358" y="3831771"/>
                  <a:pt x="7186454" y="3851501"/>
                  <a:pt x="7200698" y="3861480"/>
                </a:cubicBezTo>
                <a:cubicBezTo>
                  <a:pt x="7206407" y="3865675"/>
                  <a:pt x="7213035" y="3867815"/>
                  <a:pt x="7219683" y="3868181"/>
                </a:cubicBezTo>
                <a:close/>
                <a:moveTo>
                  <a:pt x="1468729" y="3868186"/>
                </a:moveTo>
                <a:cubicBezTo>
                  <a:pt x="1489011" y="3866621"/>
                  <a:pt x="1507486" y="3846479"/>
                  <a:pt x="1500628" y="3824537"/>
                </a:cubicBezTo>
                <a:cubicBezTo>
                  <a:pt x="1497198" y="3797566"/>
                  <a:pt x="1459240" y="3792537"/>
                  <a:pt x="1441408" y="3808536"/>
                </a:cubicBezTo>
                <a:cubicBezTo>
                  <a:pt x="1427229" y="3823851"/>
                  <a:pt x="1429741" y="3852422"/>
                  <a:pt x="1448721" y="3862936"/>
                </a:cubicBezTo>
                <a:cubicBezTo>
                  <a:pt x="1455008" y="3867164"/>
                  <a:pt x="1461969" y="3868707"/>
                  <a:pt x="1468729" y="3868186"/>
                </a:cubicBezTo>
                <a:close/>
                <a:moveTo>
                  <a:pt x="230344" y="3868213"/>
                </a:moveTo>
                <a:cubicBezTo>
                  <a:pt x="250687" y="3869361"/>
                  <a:pt x="271505" y="3854563"/>
                  <a:pt x="266756" y="3831090"/>
                </a:cubicBezTo>
                <a:cubicBezTo>
                  <a:pt x="268339" y="3801834"/>
                  <a:pt x="228765" y="3790949"/>
                  <a:pt x="209993" y="3808638"/>
                </a:cubicBezTo>
                <a:cubicBezTo>
                  <a:pt x="196877" y="3823380"/>
                  <a:pt x="198008" y="3847419"/>
                  <a:pt x="211125" y="3861480"/>
                </a:cubicBezTo>
                <a:cubicBezTo>
                  <a:pt x="216835" y="3865675"/>
                  <a:pt x="223563" y="3867829"/>
                  <a:pt x="230344" y="3868213"/>
                </a:cubicBezTo>
                <a:close/>
                <a:moveTo>
                  <a:pt x="1054302" y="3868221"/>
                </a:moveTo>
                <a:cubicBezTo>
                  <a:pt x="1071743" y="3869235"/>
                  <a:pt x="1090042" y="3858924"/>
                  <a:pt x="1090214" y="3839425"/>
                </a:cubicBezTo>
                <a:cubicBezTo>
                  <a:pt x="1095472" y="3817569"/>
                  <a:pt x="1075584" y="3795712"/>
                  <a:pt x="1053634" y="3800083"/>
                </a:cubicBezTo>
                <a:cubicBezTo>
                  <a:pt x="1020714" y="3798243"/>
                  <a:pt x="1011340" y="3848398"/>
                  <a:pt x="1037860" y="3863353"/>
                </a:cubicBezTo>
                <a:cubicBezTo>
                  <a:pt x="1042777" y="3866286"/>
                  <a:pt x="1048492" y="3867883"/>
                  <a:pt x="1054302" y="3868221"/>
                </a:cubicBezTo>
                <a:close/>
                <a:moveTo>
                  <a:pt x="5369095" y="3868229"/>
                </a:moveTo>
                <a:cubicBezTo>
                  <a:pt x="5389147" y="3869391"/>
                  <a:pt x="5410217" y="3854664"/>
                  <a:pt x="5405978" y="3831410"/>
                </a:cubicBezTo>
                <a:cubicBezTo>
                  <a:pt x="5408465" y="3796731"/>
                  <a:pt x="5354653" y="3787774"/>
                  <a:pt x="5341765" y="3816712"/>
                </a:cubicBezTo>
                <a:cubicBezTo>
                  <a:pt x="5337017" y="3831640"/>
                  <a:pt x="5337243" y="3850932"/>
                  <a:pt x="5350357" y="3861497"/>
                </a:cubicBezTo>
                <a:cubicBezTo>
                  <a:pt x="5355840" y="3865688"/>
                  <a:pt x="5362411" y="3867841"/>
                  <a:pt x="5369095" y="3868229"/>
                </a:cubicBezTo>
                <a:close/>
                <a:moveTo>
                  <a:pt x="2081208" y="3868277"/>
                </a:moveTo>
                <a:cubicBezTo>
                  <a:pt x="2101714" y="3868696"/>
                  <a:pt x="2123071" y="3853230"/>
                  <a:pt x="2119945" y="3831062"/>
                </a:cubicBezTo>
                <a:cubicBezTo>
                  <a:pt x="2118791" y="3800589"/>
                  <a:pt x="2073908" y="3789362"/>
                  <a:pt x="2055621" y="3811816"/>
                </a:cubicBezTo>
                <a:cubicBezTo>
                  <a:pt x="2045435" y="3826709"/>
                  <a:pt x="2044743" y="3851684"/>
                  <a:pt x="2061877" y="3862223"/>
                </a:cubicBezTo>
                <a:cubicBezTo>
                  <a:pt x="2067597" y="3866233"/>
                  <a:pt x="2074357" y="3868138"/>
                  <a:pt x="2081208" y="3868277"/>
                </a:cubicBezTo>
                <a:close/>
                <a:moveTo>
                  <a:pt x="7011157" y="3868389"/>
                </a:moveTo>
                <a:cubicBezTo>
                  <a:pt x="7032094" y="3870171"/>
                  <a:pt x="7054122" y="3854365"/>
                  <a:pt x="7052411" y="3830826"/>
                </a:cubicBezTo>
                <a:cubicBezTo>
                  <a:pt x="7051726" y="3798984"/>
                  <a:pt x="7004050" y="3789362"/>
                  <a:pt x="6986941" y="3813416"/>
                </a:cubicBezTo>
                <a:cubicBezTo>
                  <a:pt x="6976904" y="3827390"/>
                  <a:pt x="6981010" y="3847778"/>
                  <a:pt x="6991504" y="3860378"/>
                </a:cubicBezTo>
                <a:cubicBezTo>
                  <a:pt x="6997321" y="3865246"/>
                  <a:pt x="7004178" y="3867794"/>
                  <a:pt x="7011157" y="3868389"/>
                </a:cubicBezTo>
                <a:close/>
                <a:moveTo>
                  <a:pt x="7733049" y="3868473"/>
                </a:moveTo>
                <a:cubicBezTo>
                  <a:pt x="7752547" y="3869291"/>
                  <a:pt x="7772014" y="3854606"/>
                  <a:pt x="7771329" y="3832559"/>
                </a:cubicBezTo>
                <a:cubicBezTo>
                  <a:pt x="7772014" y="3797190"/>
                  <a:pt x="7719534" y="3787774"/>
                  <a:pt x="7703790" y="3816023"/>
                </a:cubicBezTo>
                <a:cubicBezTo>
                  <a:pt x="7697629" y="3831180"/>
                  <a:pt x="7698314" y="3853228"/>
                  <a:pt x="7714286" y="3862185"/>
                </a:cubicBezTo>
                <a:cubicBezTo>
                  <a:pt x="7720047" y="3866205"/>
                  <a:pt x="7726550" y="3868199"/>
                  <a:pt x="7733049" y="3868473"/>
                </a:cubicBezTo>
                <a:close/>
                <a:moveTo>
                  <a:pt x="6823742" y="3968998"/>
                </a:moveTo>
                <a:cubicBezTo>
                  <a:pt x="6834870" y="3965539"/>
                  <a:pt x="6843830" y="3957364"/>
                  <a:pt x="6844986" y="3943987"/>
                </a:cubicBezTo>
                <a:cubicBezTo>
                  <a:pt x="6853079" y="3916546"/>
                  <a:pt x="6820938" y="3894137"/>
                  <a:pt x="6796196" y="3905342"/>
                </a:cubicBezTo>
                <a:cubicBezTo>
                  <a:pt x="6770529" y="3913574"/>
                  <a:pt x="6770992" y="3950390"/>
                  <a:pt x="6789490" y="3965711"/>
                </a:cubicBezTo>
                <a:cubicBezTo>
                  <a:pt x="6799318" y="3971199"/>
                  <a:pt x="6812614" y="3972456"/>
                  <a:pt x="6823742" y="3968998"/>
                </a:cubicBezTo>
                <a:close/>
                <a:moveTo>
                  <a:pt x="7543901" y="3969107"/>
                </a:moveTo>
                <a:cubicBezTo>
                  <a:pt x="7553736" y="3966111"/>
                  <a:pt x="7561752" y="3959270"/>
                  <a:pt x="7563571" y="3947737"/>
                </a:cubicBezTo>
                <a:cubicBezTo>
                  <a:pt x="7573804" y="3921957"/>
                  <a:pt x="7546516" y="3895725"/>
                  <a:pt x="7520592" y="3904771"/>
                </a:cubicBezTo>
                <a:cubicBezTo>
                  <a:pt x="7491258" y="3910198"/>
                  <a:pt x="7489666" y="3954069"/>
                  <a:pt x="7513316" y="3967411"/>
                </a:cubicBezTo>
                <a:cubicBezTo>
                  <a:pt x="7522412" y="3971256"/>
                  <a:pt x="7534066" y="3972104"/>
                  <a:pt x="7543901" y="3969107"/>
                </a:cubicBezTo>
                <a:close/>
                <a:moveTo>
                  <a:pt x="6716225" y="3970676"/>
                </a:moveTo>
                <a:cubicBezTo>
                  <a:pt x="6726696" y="3968614"/>
                  <a:pt x="6736017" y="3962167"/>
                  <a:pt x="6739274" y="3950900"/>
                </a:cubicBezTo>
                <a:cubicBezTo>
                  <a:pt x="6743541" y="3933941"/>
                  <a:pt x="6740397" y="3910941"/>
                  <a:pt x="6722429" y="3904204"/>
                </a:cubicBezTo>
                <a:cubicBezTo>
                  <a:pt x="6708279" y="3900487"/>
                  <a:pt x="6688739" y="3900487"/>
                  <a:pt x="6680654" y="3915123"/>
                </a:cubicBezTo>
                <a:cubicBezTo>
                  <a:pt x="6673691" y="3930688"/>
                  <a:pt x="6674814" y="3951132"/>
                  <a:pt x="6686269" y="3964142"/>
                </a:cubicBezTo>
                <a:cubicBezTo>
                  <a:pt x="6694130" y="3970414"/>
                  <a:pt x="6705753" y="3972738"/>
                  <a:pt x="6716225" y="3970676"/>
                </a:cubicBezTo>
                <a:close/>
                <a:moveTo>
                  <a:pt x="7625712" y="3970808"/>
                </a:moveTo>
                <a:cubicBezTo>
                  <a:pt x="7636599" y="3973136"/>
                  <a:pt x="7648060" y="3970894"/>
                  <a:pt x="7657458" y="3961926"/>
                </a:cubicBezTo>
                <a:cubicBezTo>
                  <a:pt x="7681754" y="3941921"/>
                  <a:pt x="7663417" y="3897312"/>
                  <a:pt x="7631328" y="3902830"/>
                </a:cubicBezTo>
                <a:cubicBezTo>
                  <a:pt x="7603135" y="3900531"/>
                  <a:pt x="7596029" y="3930424"/>
                  <a:pt x="7597404" y="3952269"/>
                </a:cubicBezTo>
                <a:cubicBezTo>
                  <a:pt x="7604510" y="3961581"/>
                  <a:pt x="7614824" y="3968479"/>
                  <a:pt x="7625712" y="3970808"/>
                </a:cubicBezTo>
                <a:close/>
                <a:moveTo>
                  <a:pt x="1362930" y="3970809"/>
                </a:moveTo>
                <a:cubicBezTo>
                  <a:pt x="1381807" y="3970937"/>
                  <a:pt x="1400976" y="3956612"/>
                  <a:pt x="1400462" y="3936660"/>
                </a:cubicBezTo>
                <a:cubicBezTo>
                  <a:pt x="1401833" y="3907329"/>
                  <a:pt x="1361811" y="3892549"/>
                  <a:pt x="1340769" y="3910512"/>
                </a:cubicBezTo>
                <a:cubicBezTo>
                  <a:pt x="1322467" y="3923472"/>
                  <a:pt x="1326126" y="3954851"/>
                  <a:pt x="1344886" y="3965537"/>
                </a:cubicBezTo>
                <a:cubicBezTo>
                  <a:pt x="1350377" y="3969118"/>
                  <a:pt x="1356636" y="3970767"/>
                  <a:pt x="1362930" y="3970809"/>
                </a:cubicBezTo>
                <a:close/>
                <a:moveTo>
                  <a:pt x="7218559" y="3970842"/>
                </a:moveTo>
                <a:cubicBezTo>
                  <a:pt x="7238898" y="3971391"/>
                  <a:pt x="7259690" y="3957178"/>
                  <a:pt x="7255557" y="3933919"/>
                </a:cubicBezTo>
                <a:cubicBezTo>
                  <a:pt x="7257623" y="3897854"/>
                  <a:pt x="7202524" y="3890962"/>
                  <a:pt x="7189668" y="3920825"/>
                </a:cubicBezTo>
                <a:cubicBezTo>
                  <a:pt x="7186454" y="3935986"/>
                  <a:pt x="7186454" y="3954593"/>
                  <a:pt x="7199310" y="3965160"/>
                </a:cubicBezTo>
                <a:cubicBezTo>
                  <a:pt x="7205049" y="3968835"/>
                  <a:pt x="7211779" y="3970659"/>
                  <a:pt x="7218559" y="3970842"/>
                </a:cubicBezTo>
                <a:close/>
                <a:moveTo>
                  <a:pt x="3413207" y="3970848"/>
                </a:moveTo>
                <a:cubicBezTo>
                  <a:pt x="3431342" y="3973480"/>
                  <a:pt x="3451265" y="3962522"/>
                  <a:pt x="3454557" y="3943250"/>
                </a:cubicBezTo>
                <a:cubicBezTo>
                  <a:pt x="3462179" y="3918009"/>
                  <a:pt x="3434692" y="3895724"/>
                  <a:pt x="3410438" y="3903683"/>
                </a:cubicBezTo>
                <a:cubicBezTo>
                  <a:pt x="3382027" y="3906867"/>
                  <a:pt x="3374866" y="3947799"/>
                  <a:pt x="3396348" y="3963489"/>
                </a:cubicBezTo>
                <a:cubicBezTo>
                  <a:pt x="3401315" y="3967582"/>
                  <a:pt x="3407161" y="3969970"/>
                  <a:pt x="3413207" y="3970848"/>
                </a:cubicBezTo>
                <a:close/>
                <a:moveTo>
                  <a:pt x="8044689" y="3970863"/>
                </a:moveTo>
                <a:cubicBezTo>
                  <a:pt x="8062995" y="3970349"/>
                  <a:pt x="8080216" y="3955180"/>
                  <a:pt x="8078175" y="3934612"/>
                </a:cubicBezTo>
                <a:cubicBezTo>
                  <a:pt x="8081804" y="3900560"/>
                  <a:pt x="8032364" y="3890962"/>
                  <a:pt x="8015809" y="3916100"/>
                </a:cubicBezTo>
                <a:cubicBezTo>
                  <a:pt x="8007191" y="3932326"/>
                  <a:pt x="8009686" y="3956551"/>
                  <a:pt x="8026695" y="3966150"/>
                </a:cubicBezTo>
                <a:cubicBezTo>
                  <a:pt x="8032365" y="3969578"/>
                  <a:pt x="8038587" y="3971035"/>
                  <a:pt x="8044689" y="3970863"/>
                </a:cubicBezTo>
                <a:close/>
                <a:moveTo>
                  <a:pt x="8248358" y="3971054"/>
                </a:moveTo>
                <a:cubicBezTo>
                  <a:pt x="8267605" y="3971445"/>
                  <a:pt x="8286982" y="3957530"/>
                  <a:pt x="8283389" y="3935876"/>
                </a:cubicBezTo>
                <a:cubicBezTo>
                  <a:pt x="8286354" y="3908807"/>
                  <a:pt x="8251224" y="3895724"/>
                  <a:pt x="8230693" y="3907905"/>
                </a:cubicBezTo>
                <a:cubicBezTo>
                  <a:pt x="8210391" y="3919183"/>
                  <a:pt x="8210847" y="3953470"/>
                  <a:pt x="8230009" y="3965651"/>
                </a:cubicBezTo>
                <a:cubicBezTo>
                  <a:pt x="8235541" y="3969203"/>
                  <a:pt x="8241942" y="3970924"/>
                  <a:pt x="8248358" y="3971054"/>
                </a:cubicBezTo>
                <a:close/>
                <a:moveTo>
                  <a:pt x="5165854" y="3971095"/>
                </a:moveTo>
                <a:cubicBezTo>
                  <a:pt x="5184529" y="3970720"/>
                  <a:pt x="5202241" y="3955980"/>
                  <a:pt x="5200701" y="3935069"/>
                </a:cubicBezTo>
                <a:cubicBezTo>
                  <a:pt x="5203667" y="3903302"/>
                  <a:pt x="5157804" y="3890962"/>
                  <a:pt x="5139550" y="3914044"/>
                </a:cubicBezTo>
                <a:cubicBezTo>
                  <a:pt x="5129511" y="3929356"/>
                  <a:pt x="5129054" y="3957009"/>
                  <a:pt x="5147536" y="3966379"/>
                </a:cubicBezTo>
                <a:cubicBezTo>
                  <a:pt x="5153298" y="3969749"/>
                  <a:pt x="5159629" y="3971220"/>
                  <a:pt x="5165854" y="3971095"/>
                </a:cubicBezTo>
                <a:close/>
                <a:moveTo>
                  <a:pt x="2184735" y="3971114"/>
                </a:moveTo>
                <a:cubicBezTo>
                  <a:pt x="2203937" y="3971347"/>
                  <a:pt x="2222955" y="3957304"/>
                  <a:pt x="2219377" y="3935650"/>
                </a:cubicBezTo>
                <a:cubicBezTo>
                  <a:pt x="2221644" y="3911514"/>
                  <a:pt x="2193064" y="3895724"/>
                  <a:pt x="2172197" y="3906100"/>
                </a:cubicBezTo>
                <a:cubicBezTo>
                  <a:pt x="2146347" y="3913093"/>
                  <a:pt x="2146347" y="3952116"/>
                  <a:pt x="2166301" y="3965877"/>
                </a:cubicBezTo>
                <a:cubicBezTo>
                  <a:pt x="2171912" y="3969373"/>
                  <a:pt x="2178333" y="3971036"/>
                  <a:pt x="2184735" y="3971114"/>
                </a:cubicBezTo>
                <a:close/>
                <a:moveTo>
                  <a:pt x="3834105" y="3971139"/>
                </a:moveTo>
                <a:cubicBezTo>
                  <a:pt x="3853710" y="3969458"/>
                  <a:pt x="3870997" y="3949026"/>
                  <a:pt x="3863962" y="3928212"/>
                </a:cubicBezTo>
                <a:cubicBezTo>
                  <a:pt x="3861216" y="3900462"/>
                  <a:pt x="3821865" y="3895724"/>
                  <a:pt x="3804477" y="3912645"/>
                </a:cubicBezTo>
                <a:cubicBezTo>
                  <a:pt x="3795783" y="3929115"/>
                  <a:pt x="3795554" y="3955963"/>
                  <a:pt x="3814544" y="3965890"/>
                </a:cubicBezTo>
                <a:cubicBezTo>
                  <a:pt x="3820778" y="3970177"/>
                  <a:pt x="3827571" y="3971699"/>
                  <a:pt x="3834105" y="3971139"/>
                </a:cubicBezTo>
                <a:close/>
                <a:moveTo>
                  <a:pt x="3526414" y="3971269"/>
                </a:moveTo>
                <a:cubicBezTo>
                  <a:pt x="3545954" y="3968961"/>
                  <a:pt x="3563337" y="3947933"/>
                  <a:pt x="3557247" y="3927417"/>
                </a:cubicBezTo>
                <a:cubicBezTo>
                  <a:pt x="3551156" y="3900519"/>
                  <a:pt x="3511230" y="3894137"/>
                  <a:pt x="3495215" y="3915336"/>
                </a:cubicBezTo>
                <a:cubicBezTo>
                  <a:pt x="3481229" y="3931064"/>
                  <a:pt x="3487771" y="3958646"/>
                  <a:pt x="3506944" y="3966625"/>
                </a:cubicBezTo>
                <a:cubicBezTo>
                  <a:pt x="3513148" y="3970728"/>
                  <a:pt x="3519901" y="3972038"/>
                  <a:pt x="3526414" y="3971269"/>
                </a:cubicBezTo>
                <a:close/>
                <a:moveTo>
                  <a:pt x="2488895" y="3971360"/>
                </a:moveTo>
                <a:cubicBezTo>
                  <a:pt x="2506808" y="3974112"/>
                  <a:pt x="2527235" y="3963797"/>
                  <a:pt x="2528757" y="3943341"/>
                </a:cubicBezTo>
                <a:cubicBezTo>
                  <a:pt x="2535297" y="3917914"/>
                  <a:pt x="2510038" y="3895724"/>
                  <a:pt x="2486130" y="3902889"/>
                </a:cubicBezTo>
                <a:cubicBezTo>
                  <a:pt x="2459526" y="3908206"/>
                  <a:pt x="2455917" y="3946345"/>
                  <a:pt x="2472599" y="3964144"/>
                </a:cubicBezTo>
                <a:cubicBezTo>
                  <a:pt x="2477225" y="3968073"/>
                  <a:pt x="2482911" y="3970443"/>
                  <a:pt x="2488895" y="3971360"/>
                </a:cubicBezTo>
                <a:close/>
                <a:moveTo>
                  <a:pt x="2395677" y="3971417"/>
                </a:moveTo>
                <a:cubicBezTo>
                  <a:pt x="2402962" y="3970496"/>
                  <a:pt x="2410088" y="3967618"/>
                  <a:pt x="2416141" y="3963589"/>
                </a:cubicBezTo>
                <a:cubicBezTo>
                  <a:pt x="2427775" y="3946784"/>
                  <a:pt x="2430508" y="3915936"/>
                  <a:pt x="2408605" y="3906267"/>
                </a:cubicBezTo>
                <a:cubicBezTo>
                  <a:pt x="2393057" y="3898900"/>
                  <a:pt x="2369583" y="3902814"/>
                  <a:pt x="2361839" y="3919849"/>
                </a:cubicBezTo>
                <a:cubicBezTo>
                  <a:pt x="2355888" y="3935964"/>
                  <a:pt x="2358873" y="3957604"/>
                  <a:pt x="2374375" y="3967503"/>
                </a:cubicBezTo>
                <a:cubicBezTo>
                  <a:pt x="2380986" y="3971301"/>
                  <a:pt x="2388389" y="3972337"/>
                  <a:pt x="2395677" y="3971417"/>
                </a:cubicBezTo>
                <a:close/>
                <a:moveTo>
                  <a:pt x="3108772" y="3971427"/>
                </a:moveTo>
                <a:cubicBezTo>
                  <a:pt x="3112487" y="3971954"/>
                  <a:pt x="3116392" y="3971555"/>
                  <a:pt x="3120494" y="3969844"/>
                </a:cubicBezTo>
                <a:cubicBezTo>
                  <a:pt x="3149260" y="3964142"/>
                  <a:pt x="3154204" y="3915787"/>
                  <a:pt x="3126786" y="3905295"/>
                </a:cubicBezTo>
                <a:cubicBezTo>
                  <a:pt x="3110156" y="3897312"/>
                  <a:pt x="3092851" y="3905979"/>
                  <a:pt x="3080265" y="3917155"/>
                </a:cubicBezTo>
                <a:cubicBezTo>
                  <a:pt x="3079591" y="3928788"/>
                  <a:pt x="3079591" y="3940421"/>
                  <a:pt x="3080265" y="3952053"/>
                </a:cubicBezTo>
                <a:cubicBezTo>
                  <a:pt x="3088188" y="3959922"/>
                  <a:pt x="3097627" y="3969844"/>
                  <a:pt x="3108772" y="3971427"/>
                </a:cubicBezTo>
                <a:close/>
                <a:moveTo>
                  <a:pt x="7322982" y="3971469"/>
                </a:moveTo>
                <a:cubicBezTo>
                  <a:pt x="7341452" y="3971832"/>
                  <a:pt x="7359575" y="3956487"/>
                  <a:pt x="7357721" y="3935627"/>
                </a:cubicBezTo>
                <a:cubicBezTo>
                  <a:pt x="7362666" y="3907359"/>
                  <a:pt x="7326027" y="3894137"/>
                  <a:pt x="7306247" y="3908271"/>
                </a:cubicBezTo>
                <a:cubicBezTo>
                  <a:pt x="7286916" y="3920126"/>
                  <a:pt x="7286466" y="3953182"/>
                  <a:pt x="7305123" y="3965492"/>
                </a:cubicBezTo>
                <a:cubicBezTo>
                  <a:pt x="7310630" y="3969482"/>
                  <a:pt x="7316825" y="3971348"/>
                  <a:pt x="7322982" y="3971469"/>
                </a:cubicBezTo>
                <a:close/>
                <a:moveTo>
                  <a:pt x="3727765" y="3971522"/>
                </a:moveTo>
                <a:cubicBezTo>
                  <a:pt x="3746499" y="3970867"/>
                  <a:pt x="3764378" y="3956258"/>
                  <a:pt x="3761335" y="3934945"/>
                </a:cubicBezTo>
                <a:cubicBezTo>
                  <a:pt x="3763589" y="3902403"/>
                  <a:pt x="3720083" y="3892549"/>
                  <a:pt x="3700698" y="3913633"/>
                </a:cubicBezTo>
                <a:cubicBezTo>
                  <a:pt x="3690779" y="3930133"/>
                  <a:pt x="3692357" y="3956029"/>
                  <a:pt x="3709489" y="3967257"/>
                </a:cubicBezTo>
                <a:cubicBezTo>
                  <a:pt x="3715181" y="3970408"/>
                  <a:pt x="3721520" y="3971741"/>
                  <a:pt x="3727765" y="3971522"/>
                </a:cubicBezTo>
                <a:close/>
                <a:moveTo>
                  <a:pt x="2286600" y="3971605"/>
                </a:moveTo>
                <a:cubicBezTo>
                  <a:pt x="2303688" y="3972831"/>
                  <a:pt x="2321794" y="3963151"/>
                  <a:pt x="2323670" y="3944388"/>
                </a:cubicBezTo>
                <a:cubicBezTo>
                  <a:pt x="2330486" y="3920964"/>
                  <a:pt x="2307081" y="3897312"/>
                  <a:pt x="2283675" y="3903680"/>
                </a:cubicBezTo>
                <a:cubicBezTo>
                  <a:pt x="2253427" y="3906182"/>
                  <a:pt x="2246372" y="3951439"/>
                  <a:pt x="2270485" y="3966676"/>
                </a:cubicBezTo>
                <a:cubicBezTo>
                  <a:pt x="2275323" y="3969576"/>
                  <a:pt x="2280909" y="3971196"/>
                  <a:pt x="2286600" y="3971605"/>
                </a:cubicBezTo>
                <a:close/>
                <a:moveTo>
                  <a:pt x="7017780" y="3971624"/>
                </a:moveTo>
                <a:cubicBezTo>
                  <a:pt x="7038192" y="3970045"/>
                  <a:pt x="7057294" y="3950238"/>
                  <a:pt x="7050813" y="3928522"/>
                </a:cubicBezTo>
                <a:cubicBezTo>
                  <a:pt x="7045810" y="3901605"/>
                  <a:pt x="7007834" y="3895724"/>
                  <a:pt x="6989642" y="3912689"/>
                </a:cubicBezTo>
                <a:cubicBezTo>
                  <a:pt x="6975316" y="3928522"/>
                  <a:pt x="6979409" y="3955441"/>
                  <a:pt x="6997829" y="3966524"/>
                </a:cubicBezTo>
                <a:cubicBezTo>
                  <a:pt x="7004026" y="3970653"/>
                  <a:pt x="7010975" y="3972151"/>
                  <a:pt x="7017780" y="3971624"/>
                </a:cubicBezTo>
                <a:close/>
                <a:moveTo>
                  <a:pt x="6504140" y="3971637"/>
                </a:moveTo>
                <a:cubicBezTo>
                  <a:pt x="6524485" y="3970432"/>
                  <a:pt x="6542931" y="3951035"/>
                  <a:pt x="6536410" y="3928697"/>
                </a:cubicBezTo>
                <a:cubicBezTo>
                  <a:pt x="6533894" y="3894137"/>
                  <a:pt x="6474637" y="3894137"/>
                  <a:pt x="6470062" y="3926877"/>
                </a:cubicBezTo>
                <a:cubicBezTo>
                  <a:pt x="6467316" y="3941202"/>
                  <a:pt x="6470519" y="3958254"/>
                  <a:pt x="6484018" y="3966212"/>
                </a:cubicBezTo>
                <a:cubicBezTo>
                  <a:pt x="6490367" y="3970418"/>
                  <a:pt x="6497359" y="3972038"/>
                  <a:pt x="6504140" y="3971637"/>
                </a:cubicBezTo>
                <a:close/>
                <a:moveTo>
                  <a:pt x="7427036" y="3971665"/>
                </a:moveTo>
                <a:cubicBezTo>
                  <a:pt x="7445657" y="3971524"/>
                  <a:pt x="7463411" y="3955769"/>
                  <a:pt x="7461529" y="3934821"/>
                </a:cubicBezTo>
                <a:cubicBezTo>
                  <a:pt x="7464267" y="3902965"/>
                  <a:pt x="7418176" y="3890962"/>
                  <a:pt x="7400150" y="3913353"/>
                </a:cubicBezTo>
                <a:cubicBezTo>
                  <a:pt x="7389654" y="3929743"/>
                  <a:pt x="7392392" y="3954904"/>
                  <a:pt x="7408821" y="3966215"/>
                </a:cubicBezTo>
                <a:cubicBezTo>
                  <a:pt x="7414525" y="3970024"/>
                  <a:pt x="7420829" y="3971711"/>
                  <a:pt x="7427036" y="3971665"/>
                </a:cubicBezTo>
                <a:close/>
                <a:moveTo>
                  <a:pt x="8144067" y="3971739"/>
                </a:moveTo>
                <a:cubicBezTo>
                  <a:pt x="8163786" y="3972630"/>
                  <a:pt x="8183857" y="3958026"/>
                  <a:pt x="8180455" y="3935175"/>
                </a:cubicBezTo>
                <a:cubicBezTo>
                  <a:pt x="8181589" y="3900583"/>
                  <a:pt x="8127841" y="3890962"/>
                  <a:pt x="8115141" y="3921888"/>
                </a:cubicBezTo>
                <a:cubicBezTo>
                  <a:pt x="8111966" y="3936550"/>
                  <a:pt x="8111966" y="3955563"/>
                  <a:pt x="8125346" y="3965414"/>
                </a:cubicBezTo>
                <a:cubicBezTo>
                  <a:pt x="8130959" y="3969423"/>
                  <a:pt x="8137493" y="3971442"/>
                  <a:pt x="8144067" y="3971739"/>
                </a:cubicBezTo>
                <a:close/>
                <a:moveTo>
                  <a:pt x="8351721" y="3971794"/>
                </a:moveTo>
                <a:cubicBezTo>
                  <a:pt x="8370618" y="3971350"/>
                  <a:pt x="8388807" y="3955423"/>
                  <a:pt x="8387949" y="3934821"/>
                </a:cubicBezTo>
                <a:cubicBezTo>
                  <a:pt x="8389779" y="3902735"/>
                  <a:pt x="8343564" y="3890962"/>
                  <a:pt x="8324803" y="3913122"/>
                </a:cubicBezTo>
                <a:cubicBezTo>
                  <a:pt x="8311991" y="3929050"/>
                  <a:pt x="8315194" y="3956058"/>
                  <a:pt x="8333268" y="3966677"/>
                </a:cubicBezTo>
                <a:cubicBezTo>
                  <a:pt x="8339045" y="3970370"/>
                  <a:pt x="8345423" y="3971942"/>
                  <a:pt x="8351721" y="3971794"/>
                </a:cubicBezTo>
                <a:close/>
                <a:moveTo>
                  <a:pt x="6195295" y="3971804"/>
                </a:moveTo>
                <a:cubicBezTo>
                  <a:pt x="6213738" y="3971123"/>
                  <a:pt x="6232406" y="3955027"/>
                  <a:pt x="6229137" y="3935297"/>
                </a:cubicBezTo>
                <a:cubicBezTo>
                  <a:pt x="6233954" y="3899067"/>
                  <a:pt x="6174079" y="3889375"/>
                  <a:pt x="6162838" y="3921682"/>
                </a:cubicBezTo>
                <a:cubicBezTo>
                  <a:pt x="6154579" y="3938297"/>
                  <a:pt x="6161232" y="3958835"/>
                  <a:pt x="6177749" y="3966912"/>
                </a:cubicBezTo>
                <a:cubicBezTo>
                  <a:pt x="6183026" y="3970546"/>
                  <a:pt x="6189148" y="3972032"/>
                  <a:pt x="6195295" y="3971804"/>
                </a:cubicBezTo>
                <a:close/>
                <a:moveTo>
                  <a:pt x="1466898" y="3971817"/>
                </a:moveTo>
                <a:cubicBezTo>
                  <a:pt x="1485585" y="3971892"/>
                  <a:pt x="1503665" y="3956518"/>
                  <a:pt x="1499620" y="3934927"/>
                </a:cubicBezTo>
                <a:cubicBezTo>
                  <a:pt x="1505015" y="3904987"/>
                  <a:pt x="1464549" y="3892550"/>
                  <a:pt x="1445443" y="3909363"/>
                </a:cubicBezTo>
                <a:cubicBezTo>
                  <a:pt x="1427230" y="3922721"/>
                  <a:pt x="1429477" y="3954964"/>
                  <a:pt x="1448813" y="3966249"/>
                </a:cubicBezTo>
                <a:cubicBezTo>
                  <a:pt x="1454374" y="3970049"/>
                  <a:pt x="1460670" y="3971791"/>
                  <a:pt x="1466898" y="3971817"/>
                </a:cubicBezTo>
                <a:close/>
                <a:moveTo>
                  <a:pt x="1873743" y="3971827"/>
                </a:moveTo>
                <a:cubicBezTo>
                  <a:pt x="1899593" y="3976687"/>
                  <a:pt x="1911617" y="3948455"/>
                  <a:pt x="1916160" y="3927627"/>
                </a:cubicBezTo>
                <a:cubicBezTo>
                  <a:pt x="1905261" y="3910503"/>
                  <a:pt x="1886898" y="3897312"/>
                  <a:pt x="1866028" y="3903560"/>
                </a:cubicBezTo>
                <a:cubicBezTo>
                  <a:pt x="1833600" y="3913048"/>
                  <a:pt x="1839956" y="3969745"/>
                  <a:pt x="1873743" y="3971827"/>
                </a:cubicBezTo>
                <a:close/>
                <a:moveTo>
                  <a:pt x="6607349" y="3971852"/>
                </a:moveTo>
                <a:cubicBezTo>
                  <a:pt x="6627189" y="3970173"/>
                  <a:pt x="6644885" y="3950532"/>
                  <a:pt x="6639427" y="3928824"/>
                </a:cubicBezTo>
                <a:cubicBezTo>
                  <a:pt x="6636243" y="3903555"/>
                  <a:pt x="6602357" y="3894137"/>
                  <a:pt x="6584390" y="3909528"/>
                </a:cubicBezTo>
                <a:cubicBezTo>
                  <a:pt x="6565741" y="3923311"/>
                  <a:pt x="6568470" y="3955241"/>
                  <a:pt x="6587574" y="3966957"/>
                </a:cubicBezTo>
                <a:cubicBezTo>
                  <a:pt x="6593885" y="3970977"/>
                  <a:pt x="6600736" y="3972413"/>
                  <a:pt x="6607349" y="3971852"/>
                </a:cubicBezTo>
                <a:close/>
                <a:moveTo>
                  <a:pt x="5881055" y="3971858"/>
                </a:moveTo>
                <a:cubicBezTo>
                  <a:pt x="5898932" y="3973662"/>
                  <a:pt x="5918199" y="3962884"/>
                  <a:pt x="5919751" y="3943240"/>
                </a:cubicBezTo>
                <a:cubicBezTo>
                  <a:pt x="5927567" y="3918439"/>
                  <a:pt x="5902050" y="3895724"/>
                  <a:pt x="5878142" y="3902909"/>
                </a:cubicBezTo>
                <a:cubicBezTo>
                  <a:pt x="5849176" y="3906850"/>
                  <a:pt x="5843429" y="3948803"/>
                  <a:pt x="5864349" y="3965723"/>
                </a:cubicBezTo>
                <a:cubicBezTo>
                  <a:pt x="5869291" y="3969257"/>
                  <a:pt x="5875096" y="3971257"/>
                  <a:pt x="5881055" y="3971858"/>
                </a:cubicBezTo>
                <a:close/>
                <a:moveTo>
                  <a:pt x="7121769" y="3971874"/>
                </a:moveTo>
                <a:cubicBezTo>
                  <a:pt x="7141909" y="3970101"/>
                  <a:pt x="7160401" y="3950440"/>
                  <a:pt x="7153676" y="3929241"/>
                </a:cubicBezTo>
                <a:cubicBezTo>
                  <a:pt x="7149079" y="3897784"/>
                  <a:pt x="7097814" y="3894137"/>
                  <a:pt x="7086780" y="3922859"/>
                </a:cubicBezTo>
                <a:cubicBezTo>
                  <a:pt x="7078504" y="3938587"/>
                  <a:pt x="7085860" y="3959558"/>
                  <a:pt x="7101952" y="3967080"/>
                </a:cubicBezTo>
                <a:cubicBezTo>
                  <a:pt x="7108159" y="3971069"/>
                  <a:pt x="7115056" y="3972466"/>
                  <a:pt x="7121769" y="3971874"/>
                </a:cubicBezTo>
                <a:close/>
                <a:moveTo>
                  <a:pt x="7940244" y="3971930"/>
                </a:moveTo>
                <a:cubicBezTo>
                  <a:pt x="7958501" y="3971791"/>
                  <a:pt x="7976250" y="3956491"/>
                  <a:pt x="7975235" y="3936320"/>
                </a:cubicBezTo>
                <a:cubicBezTo>
                  <a:pt x="7978616" y="3901447"/>
                  <a:pt x="7925425" y="3890962"/>
                  <a:pt x="7910775" y="3919681"/>
                </a:cubicBezTo>
                <a:cubicBezTo>
                  <a:pt x="7906718" y="3935864"/>
                  <a:pt x="7905591" y="3957745"/>
                  <a:pt x="7922495" y="3966634"/>
                </a:cubicBezTo>
                <a:cubicBezTo>
                  <a:pt x="7928017" y="3970338"/>
                  <a:pt x="7934159" y="3971976"/>
                  <a:pt x="7940244" y="3971930"/>
                </a:cubicBezTo>
                <a:close/>
                <a:moveTo>
                  <a:pt x="7735435" y="3971954"/>
                </a:moveTo>
                <a:cubicBezTo>
                  <a:pt x="7756579" y="3971361"/>
                  <a:pt x="7777628" y="3951036"/>
                  <a:pt x="7769974" y="3928127"/>
                </a:cubicBezTo>
                <a:cubicBezTo>
                  <a:pt x="7764531" y="3897582"/>
                  <a:pt x="7717813" y="3894137"/>
                  <a:pt x="7704205" y="3919630"/>
                </a:cubicBezTo>
                <a:cubicBezTo>
                  <a:pt x="7699216" y="3935477"/>
                  <a:pt x="7699443" y="3955917"/>
                  <a:pt x="7715318" y="3965333"/>
                </a:cubicBezTo>
                <a:cubicBezTo>
                  <a:pt x="7721328" y="3970156"/>
                  <a:pt x="7728386" y="3972151"/>
                  <a:pt x="7735435" y="3971954"/>
                </a:cubicBezTo>
                <a:close/>
                <a:moveTo>
                  <a:pt x="9173326" y="3971975"/>
                </a:moveTo>
                <a:cubicBezTo>
                  <a:pt x="9192721" y="3973327"/>
                  <a:pt x="9212950" y="3957702"/>
                  <a:pt x="9210726" y="3935716"/>
                </a:cubicBezTo>
                <a:cubicBezTo>
                  <a:pt x="9213691" y="3905476"/>
                  <a:pt x="9171266" y="3892549"/>
                  <a:pt x="9151651" y="3910785"/>
                </a:cubicBezTo>
                <a:cubicBezTo>
                  <a:pt x="9134316" y="3924174"/>
                  <a:pt x="9136597" y="3953490"/>
                  <a:pt x="9155072" y="3964570"/>
                </a:cubicBezTo>
                <a:cubicBezTo>
                  <a:pt x="9160489" y="3969187"/>
                  <a:pt x="9166862" y="3971524"/>
                  <a:pt x="9173326" y="3971975"/>
                </a:cubicBezTo>
                <a:close/>
                <a:moveTo>
                  <a:pt x="1572583" y="3972021"/>
                </a:moveTo>
                <a:cubicBezTo>
                  <a:pt x="1592842" y="3969555"/>
                  <a:pt x="1610503" y="3949096"/>
                  <a:pt x="1603147" y="3927216"/>
                </a:cubicBezTo>
                <a:cubicBezTo>
                  <a:pt x="1597445" y="3896664"/>
                  <a:pt x="1550007" y="3894137"/>
                  <a:pt x="1538375" y="3921473"/>
                </a:cubicBezTo>
                <a:cubicBezTo>
                  <a:pt x="1533584" y="3937553"/>
                  <a:pt x="1535640" y="3959836"/>
                  <a:pt x="1552287" y="3967876"/>
                </a:cubicBezTo>
                <a:cubicBezTo>
                  <a:pt x="1558788" y="3971666"/>
                  <a:pt x="1565830" y="3972843"/>
                  <a:pt x="1572583" y="3972021"/>
                </a:cubicBezTo>
                <a:close/>
                <a:moveTo>
                  <a:pt x="3316902" y="3972040"/>
                </a:moveTo>
                <a:cubicBezTo>
                  <a:pt x="3335130" y="3971270"/>
                  <a:pt x="3352595" y="3955308"/>
                  <a:pt x="3351747" y="3935181"/>
                </a:cubicBezTo>
                <a:cubicBezTo>
                  <a:pt x="3355816" y="3900017"/>
                  <a:pt x="3298165" y="3889375"/>
                  <a:pt x="3286635" y="3920375"/>
                </a:cubicBezTo>
                <a:cubicBezTo>
                  <a:pt x="3283243" y="3936338"/>
                  <a:pt x="3282791" y="3958084"/>
                  <a:pt x="3299069" y="3967338"/>
                </a:cubicBezTo>
                <a:cubicBezTo>
                  <a:pt x="3304665" y="3970866"/>
                  <a:pt x="3310826" y="3972297"/>
                  <a:pt x="3316902" y="3972040"/>
                </a:cubicBezTo>
                <a:close/>
                <a:moveTo>
                  <a:pt x="3623137" y="3972063"/>
                </a:moveTo>
                <a:cubicBezTo>
                  <a:pt x="3642282" y="3972181"/>
                  <a:pt x="3661235" y="3957228"/>
                  <a:pt x="3659010" y="3935977"/>
                </a:cubicBezTo>
                <a:cubicBezTo>
                  <a:pt x="3662204" y="3901016"/>
                  <a:pt x="3608355" y="3890962"/>
                  <a:pt x="3593752" y="3919982"/>
                </a:cubicBezTo>
                <a:cubicBezTo>
                  <a:pt x="3587591" y="3935292"/>
                  <a:pt x="3589417" y="3957229"/>
                  <a:pt x="3604704" y="3966597"/>
                </a:cubicBezTo>
                <a:cubicBezTo>
                  <a:pt x="3610352" y="3970310"/>
                  <a:pt x="3616755" y="3972024"/>
                  <a:pt x="3623137" y="3972063"/>
                </a:cubicBezTo>
                <a:close/>
                <a:moveTo>
                  <a:pt x="6296018" y="3972120"/>
                </a:moveTo>
                <a:cubicBezTo>
                  <a:pt x="6317764" y="3972088"/>
                  <a:pt x="6339477" y="3950622"/>
                  <a:pt x="6332196" y="3927486"/>
                </a:cubicBezTo>
                <a:cubicBezTo>
                  <a:pt x="6326417" y="3899380"/>
                  <a:pt x="6285273" y="3895724"/>
                  <a:pt x="6267937" y="3915147"/>
                </a:cubicBezTo>
                <a:cubicBezTo>
                  <a:pt x="6257766" y="3930457"/>
                  <a:pt x="6258922" y="3953536"/>
                  <a:pt x="6275334" y="3964275"/>
                </a:cubicBezTo>
                <a:cubicBezTo>
                  <a:pt x="6281517" y="3969759"/>
                  <a:pt x="6288769" y="3972130"/>
                  <a:pt x="6296018" y="3972120"/>
                </a:cubicBezTo>
                <a:close/>
                <a:moveTo>
                  <a:pt x="8560423" y="3972131"/>
                </a:moveTo>
                <a:cubicBezTo>
                  <a:pt x="8578941" y="3971626"/>
                  <a:pt x="8596655" y="3956075"/>
                  <a:pt x="8593395" y="3935625"/>
                </a:cubicBezTo>
                <a:cubicBezTo>
                  <a:pt x="8596369" y="3901944"/>
                  <a:pt x="8547646" y="3892550"/>
                  <a:pt x="8529575" y="3915462"/>
                </a:cubicBezTo>
                <a:cubicBezTo>
                  <a:pt x="8518366" y="3932417"/>
                  <a:pt x="8522941" y="3958537"/>
                  <a:pt x="8542384" y="3967244"/>
                </a:cubicBezTo>
                <a:cubicBezTo>
                  <a:pt x="8547988" y="3970795"/>
                  <a:pt x="8554251" y="3972299"/>
                  <a:pt x="8560423" y="3972131"/>
                </a:cubicBezTo>
                <a:close/>
                <a:moveTo>
                  <a:pt x="6400819" y="3972180"/>
                </a:moveTo>
                <a:cubicBezTo>
                  <a:pt x="6421846" y="3971242"/>
                  <a:pt x="6442427" y="3950778"/>
                  <a:pt x="6434433" y="3927983"/>
                </a:cubicBezTo>
                <a:cubicBezTo>
                  <a:pt x="6428310" y="3898511"/>
                  <a:pt x="6383179" y="3894137"/>
                  <a:pt x="6369572" y="3919925"/>
                </a:cubicBezTo>
                <a:cubicBezTo>
                  <a:pt x="6360954" y="3935582"/>
                  <a:pt x="6365944" y="3956304"/>
                  <a:pt x="6380685" y="3965974"/>
                </a:cubicBezTo>
                <a:cubicBezTo>
                  <a:pt x="6386751" y="3970637"/>
                  <a:pt x="6393810" y="3972494"/>
                  <a:pt x="6400819" y="3972180"/>
                </a:cubicBezTo>
                <a:close/>
                <a:moveTo>
                  <a:pt x="7837961" y="3972311"/>
                </a:moveTo>
                <a:cubicBezTo>
                  <a:pt x="7856353" y="3972429"/>
                  <a:pt x="7874745" y="3956021"/>
                  <a:pt x="7875429" y="3936624"/>
                </a:cubicBezTo>
                <a:cubicBezTo>
                  <a:pt x="7875201" y="3909839"/>
                  <a:pt x="7841440" y="3894137"/>
                  <a:pt x="7819768" y="3907068"/>
                </a:cubicBezTo>
                <a:cubicBezTo>
                  <a:pt x="7797641" y="3918382"/>
                  <a:pt x="7799010" y="3954635"/>
                  <a:pt x="7820225" y="3966181"/>
                </a:cubicBezTo>
                <a:cubicBezTo>
                  <a:pt x="7825700" y="3970395"/>
                  <a:pt x="7831830" y="3972271"/>
                  <a:pt x="7837961" y="3972311"/>
                </a:cubicBezTo>
                <a:close/>
                <a:moveTo>
                  <a:pt x="6912773" y="3972313"/>
                </a:moveTo>
                <a:cubicBezTo>
                  <a:pt x="6931091" y="3972484"/>
                  <a:pt x="6949821" y="3956077"/>
                  <a:pt x="6948130" y="3936200"/>
                </a:cubicBezTo>
                <a:cubicBezTo>
                  <a:pt x="6953091" y="3897359"/>
                  <a:pt x="6885668" y="3890962"/>
                  <a:pt x="6880707" y="3928431"/>
                </a:cubicBezTo>
                <a:cubicBezTo>
                  <a:pt x="6873716" y="3942826"/>
                  <a:pt x="6883187" y="3958133"/>
                  <a:pt x="6895364" y="3966130"/>
                </a:cubicBezTo>
                <a:cubicBezTo>
                  <a:pt x="6900607" y="3970357"/>
                  <a:pt x="6906667" y="3972255"/>
                  <a:pt x="6912773" y="3972313"/>
                </a:cubicBezTo>
                <a:close/>
                <a:moveTo>
                  <a:pt x="3215462" y="3972576"/>
                </a:moveTo>
                <a:cubicBezTo>
                  <a:pt x="3246922" y="3971428"/>
                  <a:pt x="3254217" y="3933567"/>
                  <a:pt x="3241907" y="3909703"/>
                </a:cubicBezTo>
                <a:cubicBezTo>
                  <a:pt x="3225493" y="3905802"/>
                  <a:pt x="3205203" y="3897312"/>
                  <a:pt x="3190385" y="3910391"/>
                </a:cubicBezTo>
                <a:cubicBezTo>
                  <a:pt x="3166904" y="3930584"/>
                  <a:pt x="3183546" y="3975100"/>
                  <a:pt x="3215462" y="3972576"/>
                </a:cubicBezTo>
                <a:close/>
                <a:moveTo>
                  <a:pt x="6400364" y="4062334"/>
                </a:moveTo>
                <a:cubicBezTo>
                  <a:pt x="6412550" y="4061298"/>
                  <a:pt x="6423486" y="4047806"/>
                  <a:pt x="6420581" y="4034826"/>
                </a:cubicBezTo>
                <a:cubicBezTo>
                  <a:pt x="6418530" y="4015470"/>
                  <a:pt x="6390051" y="4014787"/>
                  <a:pt x="6379570" y="4027312"/>
                </a:cubicBezTo>
                <a:cubicBezTo>
                  <a:pt x="6376836" y="4038014"/>
                  <a:pt x="6375241" y="4054182"/>
                  <a:pt x="6388228" y="4058736"/>
                </a:cubicBezTo>
                <a:cubicBezTo>
                  <a:pt x="6392101" y="4061639"/>
                  <a:pt x="6396302" y="4062678"/>
                  <a:pt x="6400364" y="4062334"/>
                </a:cubicBezTo>
                <a:close/>
                <a:moveTo>
                  <a:pt x="2406932" y="4072486"/>
                </a:moveTo>
                <a:cubicBezTo>
                  <a:pt x="2417001" y="4068485"/>
                  <a:pt x="2424792" y="4060081"/>
                  <a:pt x="2425024" y="4047848"/>
                </a:cubicBezTo>
                <a:cubicBezTo>
                  <a:pt x="2428920" y="4027038"/>
                  <a:pt x="2413096" y="3998912"/>
                  <a:pt x="2388758" y="4004400"/>
                </a:cubicBezTo>
                <a:cubicBezTo>
                  <a:pt x="2356679" y="4005315"/>
                  <a:pt x="2347952" y="4057680"/>
                  <a:pt x="2375247" y="4070714"/>
                </a:cubicBezTo>
                <a:cubicBezTo>
                  <a:pt x="2384513" y="4076088"/>
                  <a:pt x="2396878" y="4076488"/>
                  <a:pt x="2406932" y="4072486"/>
                </a:cubicBezTo>
                <a:close/>
                <a:moveTo>
                  <a:pt x="1993693" y="4072494"/>
                </a:moveTo>
                <a:cubicBezTo>
                  <a:pt x="2003074" y="4069387"/>
                  <a:pt x="2011028" y="4062547"/>
                  <a:pt x="2013870" y="4052516"/>
                </a:cubicBezTo>
                <a:cubicBezTo>
                  <a:pt x="2025693" y="4026981"/>
                  <a:pt x="1997500" y="3994150"/>
                  <a:pt x="1970438" y="4005549"/>
                </a:cubicBezTo>
                <a:cubicBezTo>
                  <a:pt x="1941576" y="4013301"/>
                  <a:pt x="1936804" y="4057760"/>
                  <a:pt x="1964985" y="4070071"/>
                </a:cubicBezTo>
                <a:cubicBezTo>
                  <a:pt x="1973509" y="4074973"/>
                  <a:pt x="1984311" y="4075600"/>
                  <a:pt x="1993693" y="4072494"/>
                </a:cubicBezTo>
                <a:close/>
                <a:moveTo>
                  <a:pt x="5894760" y="4072788"/>
                </a:moveTo>
                <a:cubicBezTo>
                  <a:pt x="5904644" y="4070293"/>
                  <a:pt x="5913385" y="4063773"/>
                  <a:pt x="5917270" y="4053794"/>
                </a:cubicBezTo>
                <a:cubicBezTo>
                  <a:pt x="5929154" y="4032476"/>
                  <a:pt x="5912700" y="4000727"/>
                  <a:pt x="5886875" y="4002994"/>
                </a:cubicBezTo>
                <a:cubicBezTo>
                  <a:pt x="5853281" y="4000500"/>
                  <a:pt x="5840254" y="4049259"/>
                  <a:pt x="5865393" y="4067628"/>
                </a:cubicBezTo>
                <a:cubicBezTo>
                  <a:pt x="5873849" y="4073752"/>
                  <a:pt x="5884876" y="4075283"/>
                  <a:pt x="5894760" y="4072788"/>
                </a:cubicBezTo>
                <a:close/>
                <a:moveTo>
                  <a:pt x="6616076" y="4072811"/>
                </a:moveTo>
                <a:cubicBezTo>
                  <a:pt x="6625048" y="4070202"/>
                  <a:pt x="6632754" y="4064296"/>
                  <a:pt x="6635679" y="4054663"/>
                </a:cubicBezTo>
                <a:cubicBezTo>
                  <a:pt x="6646704" y="4031498"/>
                  <a:pt x="6629604" y="3997324"/>
                  <a:pt x="6601704" y="4003058"/>
                </a:cubicBezTo>
                <a:cubicBezTo>
                  <a:pt x="6568629" y="4004434"/>
                  <a:pt x="6560979" y="4056039"/>
                  <a:pt x="6588879" y="4071177"/>
                </a:cubicBezTo>
                <a:cubicBezTo>
                  <a:pt x="6596867" y="4074732"/>
                  <a:pt x="6607104" y="4075420"/>
                  <a:pt x="6616076" y="4072811"/>
                </a:cubicBezTo>
                <a:close/>
                <a:moveTo>
                  <a:pt x="3224593" y="4073043"/>
                </a:moveTo>
                <a:cubicBezTo>
                  <a:pt x="3234310" y="4070614"/>
                  <a:pt x="3242916" y="4064211"/>
                  <a:pt x="3246678" y="4054264"/>
                </a:cubicBezTo>
                <a:cubicBezTo>
                  <a:pt x="3257392" y="4030711"/>
                  <a:pt x="3236191" y="3997325"/>
                  <a:pt x="3209290" y="4002813"/>
                </a:cubicBezTo>
                <a:cubicBezTo>
                  <a:pt x="3178514" y="4005785"/>
                  <a:pt x="3170079" y="4052663"/>
                  <a:pt x="3195840" y="4067984"/>
                </a:cubicBezTo>
                <a:cubicBezTo>
                  <a:pt x="3204047" y="4073930"/>
                  <a:pt x="3214876" y="4075473"/>
                  <a:pt x="3224593" y="4073043"/>
                </a:cubicBezTo>
                <a:close/>
                <a:moveTo>
                  <a:pt x="7439366" y="4073232"/>
                </a:moveTo>
                <a:cubicBezTo>
                  <a:pt x="7449042" y="4070296"/>
                  <a:pt x="7457129" y="4063568"/>
                  <a:pt x="7459555" y="4052963"/>
                </a:cubicBezTo>
                <a:cubicBezTo>
                  <a:pt x="7469029" y="4029929"/>
                  <a:pt x="7449851" y="3998912"/>
                  <a:pt x="7423278" y="4003929"/>
                </a:cubicBezTo>
                <a:cubicBezTo>
                  <a:pt x="7390005" y="4005982"/>
                  <a:pt x="7383304" y="4055244"/>
                  <a:pt x="7409645" y="4070752"/>
                </a:cubicBezTo>
                <a:cubicBezTo>
                  <a:pt x="7418426" y="4075314"/>
                  <a:pt x="7429690" y="4076168"/>
                  <a:pt x="7439366" y="4073232"/>
                </a:cubicBezTo>
                <a:close/>
                <a:moveTo>
                  <a:pt x="3735441" y="4073341"/>
                </a:moveTo>
                <a:cubicBezTo>
                  <a:pt x="3744331" y="4071426"/>
                  <a:pt x="3752366" y="4066280"/>
                  <a:pt x="3756925" y="4057703"/>
                </a:cubicBezTo>
                <a:cubicBezTo>
                  <a:pt x="3771741" y="4034604"/>
                  <a:pt x="3753049" y="3997324"/>
                  <a:pt x="3723872" y="4003042"/>
                </a:cubicBezTo>
                <a:cubicBezTo>
                  <a:pt x="3691275" y="4004871"/>
                  <a:pt x="3682841" y="4053815"/>
                  <a:pt x="3708827" y="4069596"/>
                </a:cubicBezTo>
                <a:cubicBezTo>
                  <a:pt x="3716806" y="4073941"/>
                  <a:pt x="3726550" y="4075256"/>
                  <a:pt x="3735441" y="4073341"/>
                </a:cubicBezTo>
                <a:close/>
                <a:moveTo>
                  <a:pt x="1782635" y="4073524"/>
                </a:moveTo>
                <a:cubicBezTo>
                  <a:pt x="1791703" y="4072107"/>
                  <a:pt x="1800151" y="4067401"/>
                  <a:pt x="1804799" y="4059464"/>
                </a:cubicBezTo>
                <a:cubicBezTo>
                  <a:pt x="1820901" y="4035651"/>
                  <a:pt x="1798677" y="3995737"/>
                  <a:pt x="1768742" y="4003675"/>
                </a:cubicBezTo>
                <a:cubicBezTo>
                  <a:pt x="1739034" y="4007983"/>
                  <a:pt x="1733593" y="4052433"/>
                  <a:pt x="1756723" y="4067855"/>
                </a:cubicBezTo>
                <a:cubicBezTo>
                  <a:pt x="1763866" y="4073071"/>
                  <a:pt x="1773562" y="4074942"/>
                  <a:pt x="1782635" y="4073524"/>
                </a:cubicBezTo>
                <a:close/>
                <a:moveTo>
                  <a:pt x="6291105" y="4073619"/>
                </a:moveTo>
                <a:cubicBezTo>
                  <a:pt x="6308290" y="4075623"/>
                  <a:pt x="6326761" y="4065571"/>
                  <a:pt x="6330704" y="4047757"/>
                </a:cubicBezTo>
                <a:cubicBezTo>
                  <a:pt x="6341904" y="4019933"/>
                  <a:pt x="6305105" y="3992562"/>
                  <a:pt x="6280648" y="4007265"/>
                </a:cubicBezTo>
                <a:cubicBezTo>
                  <a:pt x="6257563" y="4017671"/>
                  <a:pt x="6254591" y="4052960"/>
                  <a:pt x="6274934" y="4067437"/>
                </a:cubicBezTo>
                <a:cubicBezTo>
                  <a:pt x="6279791" y="4070943"/>
                  <a:pt x="6285377" y="4072950"/>
                  <a:pt x="6291105" y="4073619"/>
                </a:cubicBezTo>
                <a:close/>
                <a:moveTo>
                  <a:pt x="1568176" y="4073931"/>
                </a:moveTo>
                <a:cubicBezTo>
                  <a:pt x="1583994" y="4073835"/>
                  <a:pt x="1599682" y="4063730"/>
                  <a:pt x="1602931" y="4047359"/>
                </a:cubicBezTo>
                <a:cubicBezTo>
                  <a:pt x="1611368" y="4022118"/>
                  <a:pt x="1585376" y="3994150"/>
                  <a:pt x="1559613" y="4004382"/>
                </a:cubicBezTo>
                <a:cubicBezTo>
                  <a:pt x="1531798" y="4013250"/>
                  <a:pt x="1527237" y="4056227"/>
                  <a:pt x="1552772" y="4070552"/>
                </a:cubicBezTo>
                <a:cubicBezTo>
                  <a:pt x="1557617" y="4072883"/>
                  <a:pt x="1562903" y="4073963"/>
                  <a:pt x="1568176" y="4073931"/>
                </a:cubicBezTo>
                <a:close/>
                <a:moveTo>
                  <a:pt x="6819225" y="4074045"/>
                </a:moveTo>
                <a:cubicBezTo>
                  <a:pt x="6829144" y="4071987"/>
                  <a:pt x="6837955" y="4065928"/>
                  <a:pt x="6841707" y="4055640"/>
                </a:cubicBezTo>
                <a:cubicBezTo>
                  <a:pt x="6854667" y="4031404"/>
                  <a:pt x="6830338" y="3995737"/>
                  <a:pt x="6802825" y="4004882"/>
                </a:cubicBezTo>
                <a:cubicBezTo>
                  <a:pt x="6774403" y="4009455"/>
                  <a:pt x="6767354" y="4052896"/>
                  <a:pt x="6790092" y="4068443"/>
                </a:cubicBezTo>
                <a:cubicBezTo>
                  <a:pt x="6798278" y="4074159"/>
                  <a:pt x="6809306" y="4076102"/>
                  <a:pt x="6819225" y="4074045"/>
                </a:cubicBezTo>
                <a:close/>
                <a:moveTo>
                  <a:pt x="3117200" y="4074237"/>
                </a:moveTo>
                <a:cubicBezTo>
                  <a:pt x="3126353" y="4073097"/>
                  <a:pt x="3134880" y="4068705"/>
                  <a:pt x="3139883" y="4060720"/>
                </a:cubicBezTo>
                <a:cubicBezTo>
                  <a:pt x="3152617" y="4038134"/>
                  <a:pt x="3140565" y="4002315"/>
                  <a:pt x="3111458" y="4002771"/>
                </a:cubicBezTo>
                <a:cubicBezTo>
                  <a:pt x="3078030" y="4002087"/>
                  <a:pt x="3068479" y="4049541"/>
                  <a:pt x="3090764" y="4068248"/>
                </a:cubicBezTo>
                <a:cubicBezTo>
                  <a:pt x="3098269" y="4073267"/>
                  <a:pt x="3108047" y="4075378"/>
                  <a:pt x="3117200" y="4074237"/>
                </a:cubicBezTo>
                <a:close/>
                <a:moveTo>
                  <a:pt x="2087417" y="4074254"/>
                </a:moveTo>
                <a:cubicBezTo>
                  <a:pt x="2106737" y="4071707"/>
                  <a:pt x="2123927" y="4052183"/>
                  <a:pt x="2118614" y="4031893"/>
                </a:cubicBezTo>
                <a:cubicBezTo>
                  <a:pt x="2114501" y="4005066"/>
                  <a:pt x="2075419" y="3992562"/>
                  <a:pt x="2058496" y="4015524"/>
                </a:cubicBezTo>
                <a:cubicBezTo>
                  <a:pt x="2041569" y="4030983"/>
                  <a:pt x="2046369" y="4061675"/>
                  <a:pt x="2068096" y="4070542"/>
                </a:cubicBezTo>
                <a:cubicBezTo>
                  <a:pt x="2074271" y="4074065"/>
                  <a:pt x="2080973" y="4075103"/>
                  <a:pt x="2087417" y="4074254"/>
                </a:cubicBezTo>
                <a:close/>
                <a:moveTo>
                  <a:pt x="7120066" y="4074330"/>
                </a:moveTo>
                <a:cubicBezTo>
                  <a:pt x="7137723" y="4073661"/>
                  <a:pt x="7154647" y="4058900"/>
                  <a:pt x="7154477" y="4040067"/>
                </a:cubicBezTo>
                <a:cubicBezTo>
                  <a:pt x="7157879" y="4011109"/>
                  <a:pt x="7116831" y="3990975"/>
                  <a:pt x="7096420" y="4012241"/>
                </a:cubicBezTo>
                <a:cubicBezTo>
                  <a:pt x="7076916" y="4026719"/>
                  <a:pt x="7080998" y="4059748"/>
                  <a:pt x="7102770" y="4069928"/>
                </a:cubicBezTo>
                <a:cubicBezTo>
                  <a:pt x="7108213" y="4073209"/>
                  <a:pt x="7114180" y="4074552"/>
                  <a:pt x="7120066" y="4074330"/>
                </a:cubicBezTo>
                <a:close/>
                <a:moveTo>
                  <a:pt x="3011344" y="4074437"/>
                </a:moveTo>
                <a:cubicBezTo>
                  <a:pt x="3030404" y="4071806"/>
                  <a:pt x="3047620" y="4052387"/>
                  <a:pt x="3042192" y="4031939"/>
                </a:cubicBezTo>
                <a:cubicBezTo>
                  <a:pt x="3041062" y="4008339"/>
                  <a:pt x="3012340" y="3995737"/>
                  <a:pt x="2992891" y="4006506"/>
                </a:cubicBezTo>
                <a:cubicBezTo>
                  <a:pt x="2968919" y="4018191"/>
                  <a:pt x="2968466" y="4058517"/>
                  <a:pt x="2992439" y="4070889"/>
                </a:cubicBezTo>
                <a:cubicBezTo>
                  <a:pt x="2998432" y="4074326"/>
                  <a:pt x="3004990" y="4075315"/>
                  <a:pt x="3011344" y="4074437"/>
                </a:cubicBezTo>
                <a:close/>
                <a:moveTo>
                  <a:pt x="7530607" y="4074498"/>
                </a:moveTo>
                <a:cubicBezTo>
                  <a:pt x="7548833" y="4073699"/>
                  <a:pt x="7566476" y="4060780"/>
                  <a:pt x="7563543" y="4040212"/>
                </a:cubicBezTo>
                <a:cubicBezTo>
                  <a:pt x="7567454" y="4016707"/>
                  <a:pt x="7541686" y="3995737"/>
                  <a:pt x="7519599" y="4004724"/>
                </a:cubicBezTo>
                <a:cubicBezTo>
                  <a:pt x="7490840" y="4012329"/>
                  <a:pt x="7488079" y="4056805"/>
                  <a:pt x="7512927" y="4071092"/>
                </a:cubicBezTo>
                <a:cubicBezTo>
                  <a:pt x="7518391" y="4073684"/>
                  <a:pt x="7524531" y="4074765"/>
                  <a:pt x="7530607" y="4074498"/>
                </a:cubicBezTo>
                <a:close/>
                <a:moveTo>
                  <a:pt x="7322938" y="4074545"/>
                </a:moveTo>
                <a:cubicBezTo>
                  <a:pt x="7341666" y="4075272"/>
                  <a:pt x="7361233" y="4060340"/>
                  <a:pt x="7358997" y="4040093"/>
                </a:cubicBezTo>
                <a:cubicBezTo>
                  <a:pt x="7362667" y="4018272"/>
                  <a:pt x="7339502" y="4000499"/>
                  <a:pt x="7318401" y="4004548"/>
                </a:cubicBezTo>
                <a:cubicBezTo>
                  <a:pt x="7289502" y="4008823"/>
                  <a:pt x="7281704" y="4052467"/>
                  <a:pt x="7305328" y="4068214"/>
                </a:cubicBezTo>
                <a:cubicBezTo>
                  <a:pt x="7310546" y="4072320"/>
                  <a:pt x="7316695" y="4074303"/>
                  <a:pt x="7322938" y="4074545"/>
                </a:cubicBezTo>
                <a:close/>
                <a:moveTo>
                  <a:pt x="7020436" y="4074572"/>
                </a:moveTo>
                <a:cubicBezTo>
                  <a:pt x="7041198" y="4071588"/>
                  <a:pt x="7059567" y="4049676"/>
                  <a:pt x="7050383" y="4028019"/>
                </a:cubicBezTo>
                <a:cubicBezTo>
                  <a:pt x="7043806" y="4006874"/>
                  <a:pt x="7017272" y="3997325"/>
                  <a:pt x="6998448" y="4008920"/>
                </a:cubicBezTo>
                <a:cubicBezTo>
                  <a:pt x="6975316" y="4020516"/>
                  <a:pt x="6975770" y="4059623"/>
                  <a:pt x="6999809" y="4070537"/>
                </a:cubicBezTo>
                <a:cubicBezTo>
                  <a:pt x="7006329" y="4074459"/>
                  <a:pt x="7013516" y="4075567"/>
                  <a:pt x="7020436" y="4074572"/>
                </a:cubicBezTo>
                <a:close/>
                <a:moveTo>
                  <a:pt x="1264407" y="4074604"/>
                </a:moveTo>
                <a:cubicBezTo>
                  <a:pt x="1281399" y="4073103"/>
                  <a:pt x="1297394" y="4057773"/>
                  <a:pt x="1297049" y="4039982"/>
                </a:cubicBezTo>
                <a:cubicBezTo>
                  <a:pt x="1298652" y="4015799"/>
                  <a:pt x="1270064" y="3994150"/>
                  <a:pt x="1247880" y="4006357"/>
                </a:cubicBezTo>
                <a:cubicBezTo>
                  <a:pt x="1219289" y="4015799"/>
                  <a:pt x="1219289" y="4061170"/>
                  <a:pt x="1247652" y="4071074"/>
                </a:cubicBezTo>
                <a:cubicBezTo>
                  <a:pt x="1252968" y="4074068"/>
                  <a:pt x="1258743" y="4075104"/>
                  <a:pt x="1264407" y="4074604"/>
                </a:cubicBezTo>
                <a:close/>
                <a:moveTo>
                  <a:pt x="3623430" y="4074687"/>
                </a:moveTo>
                <a:cubicBezTo>
                  <a:pt x="3641672" y="4075027"/>
                  <a:pt x="3659724" y="4059803"/>
                  <a:pt x="3658371" y="4039733"/>
                </a:cubicBezTo>
                <a:cubicBezTo>
                  <a:pt x="3662204" y="4015013"/>
                  <a:pt x="3633344" y="3995737"/>
                  <a:pt x="3611473" y="4006396"/>
                </a:cubicBezTo>
                <a:cubicBezTo>
                  <a:pt x="3586896" y="4016148"/>
                  <a:pt x="3584416" y="4054475"/>
                  <a:pt x="3605836" y="4068762"/>
                </a:cubicBezTo>
                <a:cubicBezTo>
                  <a:pt x="3611248" y="4072730"/>
                  <a:pt x="3617349" y="4074573"/>
                  <a:pt x="3623430" y="4074687"/>
                </a:cubicBezTo>
                <a:close/>
                <a:moveTo>
                  <a:pt x="7737429" y="4074698"/>
                </a:moveTo>
                <a:cubicBezTo>
                  <a:pt x="7754871" y="4073348"/>
                  <a:pt x="7771161" y="4058234"/>
                  <a:pt x="7771331" y="4039751"/>
                </a:cubicBezTo>
                <a:cubicBezTo>
                  <a:pt x="7772241" y="4014417"/>
                  <a:pt x="7743129" y="3994150"/>
                  <a:pt x="7720386" y="4006357"/>
                </a:cubicBezTo>
                <a:cubicBezTo>
                  <a:pt x="7692866" y="4016030"/>
                  <a:pt x="7693093" y="4061170"/>
                  <a:pt x="7720158" y="4071074"/>
                </a:cubicBezTo>
                <a:cubicBezTo>
                  <a:pt x="7725673" y="4074068"/>
                  <a:pt x="7731615" y="4075147"/>
                  <a:pt x="7737429" y="4074698"/>
                </a:cubicBezTo>
                <a:close/>
                <a:moveTo>
                  <a:pt x="3525969" y="4074739"/>
                </a:moveTo>
                <a:cubicBezTo>
                  <a:pt x="3545131" y="4071959"/>
                  <a:pt x="3562236" y="4052791"/>
                  <a:pt x="3557606" y="4032715"/>
                </a:cubicBezTo>
                <a:cubicBezTo>
                  <a:pt x="3553491" y="4008023"/>
                  <a:pt x="3520338" y="3992562"/>
                  <a:pt x="3501133" y="4010100"/>
                </a:cubicBezTo>
                <a:cubicBezTo>
                  <a:pt x="3479641" y="4024408"/>
                  <a:pt x="3482842" y="4061791"/>
                  <a:pt x="3506849" y="4071483"/>
                </a:cubicBezTo>
                <a:cubicBezTo>
                  <a:pt x="3512965" y="4074772"/>
                  <a:pt x="3519581" y="4075666"/>
                  <a:pt x="3525969" y="4074739"/>
                </a:cubicBezTo>
                <a:close/>
                <a:moveTo>
                  <a:pt x="6912273" y="4074799"/>
                </a:moveTo>
                <a:cubicBezTo>
                  <a:pt x="6930773" y="4074038"/>
                  <a:pt x="6949370" y="4059685"/>
                  <a:pt x="6948506" y="4040319"/>
                </a:cubicBezTo>
                <a:cubicBezTo>
                  <a:pt x="6951504" y="4013813"/>
                  <a:pt x="6916905" y="3992562"/>
                  <a:pt x="6894530" y="4009242"/>
                </a:cubicBezTo>
                <a:cubicBezTo>
                  <a:pt x="6870541" y="4021353"/>
                  <a:pt x="6872387" y="4057457"/>
                  <a:pt x="6894530" y="4070711"/>
                </a:cubicBezTo>
                <a:cubicBezTo>
                  <a:pt x="6899951" y="4073796"/>
                  <a:pt x="6906107" y="4075052"/>
                  <a:pt x="6912273" y="4074799"/>
                </a:cubicBezTo>
                <a:close/>
                <a:moveTo>
                  <a:pt x="7223266" y="4074861"/>
                </a:moveTo>
                <a:cubicBezTo>
                  <a:pt x="7240331" y="4073932"/>
                  <a:pt x="7256114" y="4059571"/>
                  <a:pt x="7255601" y="4041108"/>
                </a:cubicBezTo>
                <a:cubicBezTo>
                  <a:pt x="7259479" y="4015121"/>
                  <a:pt x="7228455" y="3994150"/>
                  <a:pt x="7206100" y="4007827"/>
                </a:cubicBezTo>
                <a:cubicBezTo>
                  <a:pt x="7182147" y="4019452"/>
                  <a:pt x="7181691" y="4060255"/>
                  <a:pt x="7206328" y="4070969"/>
                </a:cubicBezTo>
                <a:cubicBezTo>
                  <a:pt x="7211746" y="4073989"/>
                  <a:pt x="7217577" y="4075171"/>
                  <a:pt x="7223266" y="4074861"/>
                </a:cubicBezTo>
                <a:close/>
                <a:moveTo>
                  <a:pt x="1364512" y="4074871"/>
                </a:moveTo>
                <a:cubicBezTo>
                  <a:pt x="1383025" y="4074259"/>
                  <a:pt x="1401384" y="4060084"/>
                  <a:pt x="1400025" y="4039982"/>
                </a:cubicBezTo>
                <a:cubicBezTo>
                  <a:pt x="1401833" y="4012950"/>
                  <a:pt x="1367695" y="3992562"/>
                  <a:pt x="1345991" y="4009056"/>
                </a:cubicBezTo>
                <a:cubicBezTo>
                  <a:pt x="1325185" y="4023259"/>
                  <a:pt x="1324053" y="4057621"/>
                  <a:pt x="1346668" y="4070679"/>
                </a:cubicBezTo>
                <a:cubicBezTo>
                  <a:pt x="1352153" y="4073772"/>
                  <a:pt x="1358341" y="4075075"/>
                  <a:pt x="1364512" y="4074871"/>
                </a:cubicBezTo>
                <a:close/>
                <a:moveTo>
                  <a:pt x="3422803" y="4074978"/>
                </a:moveTo>
                <a:cubicBezTo>
                  <a:pt x="3441853" y="4072739"/>
                  <a:pt x="3459117" y="4054527"/>
                  <a:pt x="3454695" y="4034131"/>
                </a:cubicBezTo>
                <a:cubicBezTo>
                  <a:pt x="3451293" y="4010820"/>
                  <a:pt x="3422718" y="3995737"/>
                  <a:pt x="3402534" y="4008992"/>
                </a:cubicBezTo>
                <a:cubicBezTo>
                  <a:pt x="3379175" y="4021561"/>
                  <a:pt x="3378041" y="4061098"/>
                  <a:pt x="3403895" y="4071382"/>
                </a:cubicBezTo>
                <a:cubicBezTo>
                  <a:pt x="3409905" y="4074695"/>
                  <a:pt x="3416453" y="4075724"/>
                  <a:pt x="3422803" y="4074978"/>
                </a:cubicBezTo>
                <a:close/>
                <a:moveTo>
                  <a:pt x="1158847" y="4075008"/>
                </a:moveTo>
                <a:cubicBezTo>
                  <a:pt x="1174206" y="4074901"/>
                  <a:pt x="1189471" y="4064156"/>
                  <a:pt x="1192036" y="4047997"/>
                </a:cubicBezTo>
                <a:cubicBezTo>
                  <a:pt x="1200245" y="4023701"/>
                  <a:pt x="1174020" y="3995737"/>
                  <a:pt x="1149168" y="4004676"/>
                </a:cubicBezTo>
                <a:cubicBezTo>
                  <a:pt x="1119758" y="4011782"/>
                  <a:pt x="1116111" y="4059229"/>
                  <a:pt x="1143925" y="4071377"/>
                </a:cubicBezTo>
                <a:cubicBezTo>
                  <a:pt x="1148598" y="4073898"/>
                  <a:pt x="1153727" y="4075044"/>
                  <a:pt x="1158847" y="4075008"/>
                </a:cubicBezTo>
                <a:close/>
                <a:moveTo>
                  <a:pt x="3315480" y="4075055"/>
                </a:moveTo>
                <a:cubicBezTo>
                  <a:pt x="3332079" y="4074948"/>
                  <a:pt x="3348679" y="4064129"/>
                  <a:pt x="3351626" y="4047024"/>
                </a:cubicBezTo>
                <a:cubicBezTo>
                  <a:pt x="3357404" y="4024673"/>
                  <a:pt x="3336832" y="4000499"/>
                  <a:pt x="3313255" y="4003692"/>
                </a:cubicBezTo>
                <a:cubicBezTo>
                  <a:pt x="3279507" y="4004604"/>
                  <a:pt x="3273266" y="4056147"/>
                  <a:pt x="3299386" y="4071427"/>
                </a:cubicBezTo>
                <a:cubicBezTo>
                  <a:pt x="3304414" y="4073935"/>
                  <a:pt x="3309947" y="4075090"/>
                  <a:pt x="3315480" y="4075055"/>
                </a:cubicBezTo>
                <a:close/>
                <a:moveTo>
                  <a:pt x="6709828" y="4075060"/>
                </a:moveTo>
                <a:cubicBezTo>
                  <a:pt x="6727199" y="4074234"/>
                  <a:pt x="6743995" y="4060133"/>
                  <a:pt x="6741274" y="4040759"/>
                </a:cubicBezTo>
                <a:cubicBezTo>
                  <a:pt x="6745129" y="4017899"/>
                  <a:pt x="6721090" y="3997325"/>
                  <a:pt x="6699318" y="4004411"/>
                </a:cubicBezTo>
                <a:cubicBezTo>
                  <a:pt x="6670289" y="4010355"/>
                  <a:pt x="6667341" y="4059275"/>
                  <a:pt x="6692968" y="4071163"/>
                </a:cubicBezTo>
                <a:cubicBezTo>
                  <a:pt x="6698184" y="4074134"/>
                  <a:pt x="6704038" y="4075334"/>
                  <a:pt x="6709828" y="4075060"/>
                </a:cubicBezTo>
                <a:close/>
                <a:moveTo>
                  <a:pt x="2189845" y="4075101"/>
                </a:moveTo>
                <a:cubicBezTo>
                  <a:pt x="2207219" y="4073776"/>
                  <a:pt x="2223336" y="4059117"/>
                  <a:pt x="2220266" y="4039971"/>
                </a:cubicBezTo>
                <a:cubicBezTo>
                  <a:pt x="2225731" y="4011708"/>
                  <a:pt x="2187737" y="3992562"/>
                  <a:pt x="2166813" y="4010340"/>
                </a:cubicBezTo>
                <a:cubicBezTo>
                  <a:pt x="2146347" y="4025384"/>
                  <a:pt x="2149301" y="4061169"/>
                  <a:pt x="2172725" y="4071654"/>
                </a:cubicBezTo>
                <a:cubicBezTo>
                  <a:pt x="2178127" y="4074502"/>
                  <a:pt x="2184052" y="4075543"/>
                  <a:pt x="2189845" y="4075101"/>
                </a:cubicBezTo>
                <a:close/>
                <a:moveTo>
                  <a:pt x="1352758" y="4174950"/>
                </a:moveTo>
                <a:cubicBezTo>
                  <a:pt x="1371463" y="4181475"/>
                  <a:pt x="1394556" y="4171125"/>
                  <a:pt x="1399639" y="4151775"/>
                </a:cubicBezTo>
                <a:cubicBezTo>
                  <a:pt x="1408184" y="4125000"/>
                  <a:pt x="1374927" y="4095750"/>
                  <a:pt x="1348832" y="4110600"/>
                </a:cubicBezTo>
                <a:cubicBezTo>
                  <a:pt x="1320880" y="4121625"/>
                  <a:pt x="1324344" y="4166175"/>
                  <a:pt x="1352758" y="4174950"/>
                </a:cubicBezTo>
                <a:close/>
                <a:moveTo>
                  <a:pt x="2920079" y="4175431"/>
                </a:moveTo>
                <a:cubicBezTo>
                  <a:pt x="2929710" y="4171859"/>
                  <a:pt x="2937426" y="4164314"/>
                  <a:pt x="2938912" y="4152882"/>
                </a:cubicBezTo>
                <a:cubicBezTo>
                  <a:pt x="2947829" y="4127732"/>
                  <a:pt x="2923137" y="4098924"/>
                  <a:pt x="2897072" y="4107841"/>
                </a:cubicBezTo>
                <a:cubicBezTo>
                  <a:pt x="2867578" y="4114471"/>
                  <a:pt x="2863691" y="4161113"/>
                  <a:pt x="2889756" y="4174145"/>
                </a:cubicBezTo>
                <a:cubicBezTo>
                  <a:pt x="2898901" y="4178603"/>
                  <a:pt x="2910447" y="4179003"/>
                  <a:pt x="2920079" y="4175431"/>
                </a:cubicBezTo>
                <a:close/>
                <a:moveTo>
                  <a:pt x="2277002" y="4175706"/>
                </a:moveTo>
                <a:cubicBezTo>
                  <a:pt x="2296040" y="4183062"/>
                  <a:pt x="2318022" y="4171798"/>
                  <a:pt x="2322781" y="4151797"/>
                </a:cubicBezTo>
                <a:cubicBezTo>
                  <a:pt x="2330484" y="4126740"/>
                  <a:pt x="2304877" y="4098924"/>
                  <a:pt x="2279724" y="4107659"/>
                </a:cubicBezTo>
                <a:cubicBezTo>
                  <a:pt x="2248189" y="4113636"/>
                  <a:pt x="2247960" y="4166050"/>
                  <a:pt x="2277002" y="4175706"/>
                </a:cubicBezTo>
                <a:close/>
                <a:moveTo>
                  <a:pt x="7026742" y="4176236"/>
                </a:moveTo>
                <a:cubicBezTo>
                  <a:pt x="7035945" y="4173409"/>
                  <a:pt x="7044037" y="4167069"/>
                  <a:pt x="7048253" y="4157701"/>
                </a:cubicBezTo>
                <a:cubicBezTo>
                  <a:pt x="7065804" y="4128685"/>
                  <a:pt x="7024321" y="4090987"/>
                  <a:pt x="6997425" y="4112007"/>
                </a:cubicBezTo>
                <a:cubicBezTo>
                  <a:pt x="6975316" y="4125258"/>
                  <a:pt x="6975772" y="4161357"/>
                  <a:pt x="6998565" y="4173694"/>
                </a:cubicBezTo>
                <a:cubicBezTo>
                  <a:pt x="7007226" y="4178378"/>
                  <a:pt x="7017540" y="4179064"/>
                  <a:pt x="7026742" y="4176236"/>
                </a:cubicBezTo>
                <a:close/>
                <a:moveTo>
                  <a:pt x="3223383" y="4176333"/>
                </a:moveTo>
                <a:cubicBezTo>
                  <a:pt x="3243379" y="4169625"/>
                  <a:pt x="3256623" y="4143432"/>
                  <a:pt x="3244793" y="4123871"/>
                </a:cubicBezTo>
                <a:cubicBezTo>
                  <a:pt x="3233134" y="4098925"/>
                  <a:pt x="3189243" y="4102100"/>
                  <a:pt x="3182842" y="4129314"/>
                </a:cubicBezTo>
                <a:cubicBezTo>
                  <a:pt x="3174841" y="4146777"/>
                  <a:pt x="3184442" y="4168548"/>
                  <a:pt x="3201816" y="4175578"/>
                </a:cubicBezTo>
                <a:cubicBezTo>
                  <a:pt x="3209303" y="4178640"/>
                  <a:pt x="3216718" y="4178569"/>
                  <a:pt x="3223383" y="4176333"/>
                </a:cubicBezTo>
                <a:close/>
                <a:moveTo>
                  <a:pt x="3018929" y="4176688"/>
                </a:moveTo>
                <a:cubicBezTo>
                  <a:pt x="3027327" y="4174481"/>
                  <a:pt x="3034735" y="4169321"/>
                  <a:pt x="3038580" y="4160837"/>
                </a:cubicBezTo>
                <a:cubicBezTo>
                  <a:pt x="3052604" y="4136301"/>
                  <a:pt x="3029532" y="4098925"/>
                  <a:pt x="3001031" y="4107409"/>
                </a:cubicBezTo>
                <a:cubicBezTo>
                  <a:pt x="2969589" y="4111766"/>
                  <a:pt x="2965291" y="4162672"/>
                  <a:pt x="2993340" y="4174825"/>
                </a:cubicBezTo>
                <a:cubicBezTo>
                  <a:pt x="3001144" y="4178150"/>
                  <a:pt x="3010531" y="4178895"/>
                  <a:pt x="3018929" y="4176688"/>
                </a:cubicBezTo>
                <a:close/>
                <a:moveTo>
                  <a:pt x="3524170" y="4176896"/>
                </a:moveTo>
                <a:cubicBezTo>
                  <a:pt x="3541046" y="4176033"/>
                  <a:pt x="3557250" y="4162477"/>
                  <a:pt x="3558103" y="4145132"/>
                </a:cubicBezTo>
                <a:cubicBezTo>
                  <a:pt x="3560604" y="4116840"/>
                  <a:pt x="3521260" y="4094162"/>
                  <a:pt x="3499655" y="4115717"/>
                </a:cubicBezTo>
                <a:cubicBezTo>
                  <a:pt x="3479641" y="4130537"/>
                  <a:pt x="3485099" y="4163768"/>
                  <a:pt x="3507614" y="4173199"/>
                </a:cubicBezTo>
                <a:cubicBezTo>
                  <a:pt x="3512845" y="4176061"/>
                  <a:pt x="3518545" y="4177184"/>
                  <a:pt x="3524170" y="4176896"/>
                </a:cubicBezTo>
                <a:close/>
                <a:moveTo>
                  <a:pt x="1779428" y="4176964"/>
                </a:moveTo>
                <a:cubicBezTo>
                  <a:pt x="1796224" y="4175124"/>
                  <a:pt x="1811273" y="4162309"/>
                  <a:pt x="1810411" y="4144038"/>
                </a:cubicBezTo>
                <a:cubicBezTo>
                  <a:pt x="1814549" y="4120353"/>
                  <a:pt x="1787412" y="4098924"/>
                  <a:pt x="1765102" y="4108623"/>
                </a:cubicBezTo>
                <a:cubicBezTo>
                  <a:pt x="1735203" y="4116519"/>
                  <a:pt x="1733596" y="4165016"/>
                  <a:pt x="1762572" y="4174942"/>
                </a:cubicBezTo>
                <a:cubicBezTo>
                  <a:pt x="1768033" y="4176971"/>
                  <a:pt x="1773828" y="4177578"/>
                  <a:pt x="1779428" y="4176964"/>
                </a:cubicBezTo>
                <a:close/>
                <a:moveTo>
                  <a:pt x="2086667" y="4176967"/>
                </a:moveTo>
                <a:cubicBezTo>
                  <a:pt x="2103629" y="4175888"/>
                  <a:pt x="2120149" y="4162083"/>
                  <a:pt x="2119982" y="4144303"/>
                </a:cubicBezTo>
                <a:cubicBezTo>
                  <a:pt x="2124116" y="4116721"/>
                  <a:pt x="2088719" y="4095750"/>
                  <a:pt x="2065936" y="4111022"/>
                </a:cubicBezTo>
                <a:cubicBezTo>
                  <a:pt x="2041569" y="4124244"/>
                  <a:pt x="2044330" y="4163451"/>
                  <a:pt x="2070088" y="4173480"/>
                </a:cubicBezTo>
                <a:cubicBezTo>
                  <a:pt x="2075271" y="4176273"/>
                  <a:pt x="2080995" y="4177327"/>
                  <a:pt x="2086667" y="4176967"/>
                </a:cubicBezTo>
                <a:close/>
                <a:moveTo>
                  <a:pt x="2194030" y="4176998"/>
                </a:moveTo>
                <a:cubicBezTo>
                  <a:pt x="2213503" y="4172113"/>
                  <a:pt x="2227729" y="4148974"/>
                  <a:pt x="2219452" y="4128406"/>
                </a:cubicBezTo>
                <a:cubicBezTo>
                  <a:pt x="2211403" y="4098925"/>
                  <a:pt x="2161499" y="4099153"/>
                  <a:pt x="2154602" y="4129091"/>
                </a:cubicBezTo>
                <a:cubicBezTo>
                  <a:pt x="2147935" y="4146460"/>
                  <a:pt x="2156440" y="4167028"/>
                  <a:pt x="2173457" y="4175027"/>
                </a:cubicBezTo>
                <a:cubicBezTo>
                  <a:pt x="2180468" y="4178226"/>
                  <a:pt x="2187538" y="4178626"/>
                  <a:pt x="2194030" y="4176998"/>
                </a:cubicBezTo>
                <a:close/>
                <a:moveTo>
                  <a:pt x="8148384" y="4177135"/>
                </a:moveTo>
                <a:cubicBezTo>
                  <a:pt x="8164920" y="4175951"/>
                  <a:pt x="8179760" y="4162203"/>
                  <a:pt x="8179760" y="4144269"/>
                </a:cubicBezTo>
                <a:cubicBezTo>
                  <a:pt x="8184991" y="4119003"/>
                  <a:pt x="8156107" y="4098925"/>
                  <a:pt x="8133591" y="4109076"/>
                </a:cubicBezTo>
                <a:cubicBezTo>
                  <a:pt x="8106071" y="4118325"/>
                  <a:pt x="8105616" y="4162767"/>
                  <a:pt x="8131771" y="4173822"/>
                </a:cubicBezTo>
                <a:cubicBezTo>
                  <a:pt x="8137173" y="4176528"/>
                  <a:pt x="8142873" y="4177529"/>
                  <a:pt x="8148384" y="4177135"/>
                </a:cubicBezTo>
                <a:close/>
                <a:moveTo>
                  <a:pt x="3105709" y="4177306"/>
                </a:moveTo>
                <a:cubicBezTo>
                  <a:pt x="3112417" y="4177994"/>
                  <a:pt x="3119576" y="4177019"/>
                  <a:pt x="3126002" y="4175986"/>
                </a:cubicBezTo>
                <a:cubicBezTo>
                  <a:pt x="3149225" y="4163824"/>
                  <a:pt x="3151029" y="4125045"/>
                  <a:pt x="3129158" y="4111048"/>
                </a:cubicBezTo>
                <a:cubicBezTo>
                  <a:pt x="3116081" y="4102099"/>
                  <a:pt x="3100749" y="4109212"/>
                  <a:pt x="3086995" y="4111507"/>
                </a:cubicBezTo>
                <a:cubicBezTo>
                  <a:pt x="3081133" y="4129405"/>
                  <a:pt x="3073241" y="4152810"/>
                  <a:pt x="3088122" y="4168643"/>
                </a:cubicBezTo>
                <a:cubicBezTo>
                  <a:pt x="3092745" y="4174265"/>
                  <a:pt x="3099001" y="4176617"/>
                  <a:pt x="3105709" y="4177306"/>
                </a:cubicBezTo>
                <a:close/>
                <a:moveTo>
                  <a:pt x="1571652" y="4177477"/>
                </a:moveTo>
                <a:cubicBezTo>
                  <a:pt x="1588601" y="4176524"/>
                  <a:pt x="1604719" y="4163456"/>
                  <a:pt x="1605232" y="4145118"/>
                </a:cubicBezTo>
                <a:cubicBezTo>
                  <a:pt x="1609780" y="4117698"/>
                  <a:pt x="1574303" y="4094162"/>
                  <a:pt x="1552015" y="4111757"/>
                </a:cubicBezTo>
                <a:cubicBezTo>
                  <a:pt x="1530411" y="4126381"/>
                  <a:pt x="1532913" y="4161114"/>
                  <a:pt x="1554974" y="4174139"/>
                </a:cubicBezTo>
                <a:cubicBezTo>
                  <a:pt x="1560261" y="4176767"/>
                  <a:pt x="1566003" y="4177795"/>
                  <a:pt x="1571652" y="4177477"/>
                </a:cubicBezTo>
                <a:close/>
                <a:moveTo>
                  <a:pt x="3832911" y="4177556"/>
                </a:moveTo>
                <a:cubicBezTo>
                  <a:pt x="3851787" y="4175859"/>
                  <a:pt x="3868512" y="4157482"/>
                  <a:pt x="3863550" y="4136528"/>
                </a:cubicBezTo>
                <a:cubicBezTo>
                  <a:pt x="3864463" y="4105154"/>
                  <a:pt x="3816096" y="4094162"/>
                  <a:pt x="3802179" y="4120956"/>
                </a:cubicBezTo>
                <a:cubicBezTo>
                  <a:pt x="3793966" y="4137902"/>
                  <a:pt x="3796476" y="4163322"/>
                  <a:pt x="3814043" y="4173169"/>
                </a:cubicBezTo>
                <a:cubicBezTo>
                  <a:pt x="3820089" y="4176833"/>
                  <a:pt x="3826619" y="4178121"/>
                  <a:pt x="3832911" y="4177556"/>
                </a:cubicBezTo>
                <a:close/>
                <a:moveTo>
                  <a:pt x="3939056" y="4177782"/>
                </a:moveTo>
                <a:cubicBezTo>
                  <a:pt x="3959226" y="4173691"/>
                  <a:pt x="3975088" y="4150475"/>
                  <a:pt x="3966000" y="4129456"/>
                </a:cubicBezTo>
                <a:cubicBezTo>
                  <a:pt x="3960741" y="4104877"/>
                  <a:pt x="3927131" y="4100512"/>
                  <a:pt x="3909984" y="4114754"/>
                </a:cubicBezTo>
                <a:cubicBezTo>
                  <a:pt x="3893979" y="4131753"/>
                  <a:pt x="3896494" y="4163684"/>
                  <a:pt x="3918215" y="4174710"/>
                </a:cubicBezTo>
                <a:cubicBezTo>
                  <a:pt x="3925131" y="4178386"/>
                  <a:pt x="3932333" y="4179146"/>
                  <a:pt x="3939056" y="4177782"/>
                </a:cubicBezTo>
                <a:close/>
                <a:moveTo>
                  <a:pt x="1672677" y="4177811"/>
                </a:moveTo>
                <a:cubicBezTo>
                  <a:pt x="1700585" y="4179887"/>
                  <a:pt x="1708196" y="4149670"/>
                  <a:pt x="1707042" y="4127526"/>
                </a:cubicBezTo>
                <a:cubicBezTo>
                  <a:pt x="1695281" y="4114840"/>
                  <a:pt x="1678905" y="4098924"/>
                  <a:pt x="1659993" y="4108842"/>
                </a:cubicBezTo>
                <a:cubicBezTo>
                  <a:pt x="1627242" y="4120837"/>
                  <a:pt x="1636006" y="4179426"/>
                  <a:pt x="1672677" y="4177811"/>
                </a:cubicBezTo>
                <a:close/>
                <a:moveTo>
                  <a:pt x="7322506" y="4177918"/>
                </a:moveTo>
                <a:cubicBezTo>
                  <a:pt x="7340919" y="4178166"/>
                  <a:pt x="7359140" y="4164811"/>
                  <a:pt x="7358113" y="4143959"/>
                </a:cubicBezTo>
                <a:cubicBezTo>
                  <a:pt x="7361079" y="4119374"/>
                  <a:pt x="7335530" y="4098924"/>
                  <a:pt x="7312718" y="4107885"/>
                </a:cubicBezTo>
                <a:cubicBezTo>
                  <a:pt x="7286713" y="4116616"/>
                  <a:pt x="7283291" y="4157516"/>
                  <a:pt x="7304734" y="4172910"/>
                </a:cubicBezTo>
                <a:cubicBezTo>
                  <a:pt x="7310209" y="4176242"/>
                  <a:pt x="7316368" y="4177836"/>
                  <a:pt x="7322506" y="4177918"/>
                </a:cubicBezTo>
                <a:close/>
                <a:moveTo>
                  <a:pt x="1879956" y="4177959"/>
                </a:moveTo>
                <a:cubicBezTo>
                  <a:pt x="1899340" y="4176425"/>
                  <a:pt x="1917599" y="4156731"/>
                  <a:pt x="1912379" y="4135758"/>
                </a:cubicBezTo>
                <a:cubicBezTo>
                  <a:pt x="1910134" y="4110750"/>
                  <a:pt x="1877396" y="4097337"/>
                  <a:pt x="1858337" y="4113251"/>
                </a:cubicBezTo>
                <a:cubicBezTo>
                  <a:pt x="1839956" y="4127801"/>
                  <a:pt x="1842420" y="4159402"/>
                  <a:pt x="1861027" y="4172816"/>
                </a:cubicBezTo>
                <a:cubicBezTo>
                  <a:pt x="1866918" y="4176965"/>
                  <a:pt x="1873500" y="4178471"/>
                  <a:pt x="1879956" y="4177959"/>
                </a:cubicBezTo>
                <a:close/>
                <a:moveTo>
                  <a:pt x="7118356" y="4178160"/>
                </a:moveTo>
                <a:cubicBezTo>
                  <a:pt x="7134344" y="4178548"/>
                  <a:pt x="7150978" y="4168340"/>
                  <a:pt x="7153908" y="4151801"/>
                </a:cubicBezTo>
                <a:cubicBezTo>
                  <a:pt x="7162641" y="4125383"/>
                  <a:pt x="7129316" y="4095750"/>
                  <a:pt x="7104265" y="4110222"/>
                </a:cubicBezTo>
                <a:cubicBezTo>
                  <a:pt x="7076916" y="4120789"/>
                  <a:pt x="7078065" y="4161449"/>
                  <a:pt x="7103116" y="4174083"/>
                </a:cubicBezTo>
                <a:cubicBezTo>
                  <a:pt x="7107770" y="4176724"/>
                  <a:pt x="7113027" y="4178031"/>
                  <a:pt x="7118356" y="4178160"/>
                </a:cubicBezTo>
                <a:close/>
                <a:moveTo>
                  <a:pt x="3624233" y="4178195"/>
                </a:moveTo>
                <a:cubicBezTo>
                  <a:pt x="3642306" y="4178173"/>
                  <a:pt x="3660062" y="4164869"/>
                  <a:pt x="3659048" y="4144308"/>
                </a:cubicBezTo>
                <a:cubicBezTo>
                  <a:pt x="3662204" y="4120118"/>
                  <a:pt x="3637402" y="4098924"/>
                  <a:pt x="3615081" y="4107908"/>
                </a:cubicBezTo>
                <a:cubicBezTo>
                  <a:pt x="3587122" y="4115281"/>
                  <a:pt x="3584416" y="4158131"/>
                  <a:pt x="3606738" y="4173566"/>
                </a:cubicBezTo>
                <a:cubicBezTo>
                  <a:pt x="3612150" y="4176734"/>
                  <a:pt x="3618209" y="4178203"/>
                  <a:pt x="3624233" y="4178195"/>
                </a:cubicBezTo>
                <a:close/>
                <a:moveTo>
                  <a:pt x="8364152" y="4178300"/>
                </a:moveTo>
                <a:cubicBezTo>
                  <a:pt x="8375265" y="4167404"/>
                  <a:pt x="8389779" y="4155117"/>
                  <a:pt x="8387058" y="4137267"/>
                </a:cubicBezTo>
                <a:cubicBezTo>
                  <a:pt x="8386150" y="4117562"/>
                  <a:pt x="8365966" y="4106202"/>
                  <a:pt x="8348731" y="4105275"/>
                </a:cubicBezTo>
                <a:cubicBezTo>
                  <a:pt x="8329227" y="4110143"/>
                  <a:pt x="8311991" y="4130312"/>
                  <a:pt x="8316754" y="4151640"/>
                </a:cubicBezTo>
                <a:cubicBezTo>
                  <a:pt x="8321970" y="4162072"/>
                  <a:pt x="8330588" y="4169722"/>
                  <a:pt x="8338525" y="4177836"/>
                </a:cubicBezTo>
                <a:cubicBezTo>
                  <a:pt x="8344875" y="4178068"/>
                  <a:pt x="8357802" y="4178300"/>
                  <a:pt x="8364152" y="4178300"/>
                </a:cubicBezTo>
                <a:close/>
                <a:moveTo>
                  <a:pt x="6824716" y="4178300"/>
                </a:moveTo>
                <a:cubicBezTo>
                  <a:pt x="6839349" y="4162340"/>
                  <a:pt x="6854667" y="4136806"/>
                  <a:pt x="6837748" y="4116970"/>
                </a:cubicBezTo>
                <a:cubicBezTo>
                  <a:pt x="6816714" y="4092575"/>
                  <a:pt x="6770529" y="4110814"/>
                  <a:pt x="6776474" y="4144101"/>
                </a:cubicBezTo>
                <a:cubicBezTo>
                  <a:pt x="6776702" y="4169180"/>
                  <a:pt x="6803681" y="4178300"/>
                  <a:pt x="6824716" y="4178300"/>
                </a:cubicBezTo>
                <a:close/>
                <a:moveTo>
                  <a:pt x="5975560" y="4178300"/>
                </a:moveTo>
                <a:cubicBezTo>
                  <a:pt x="5993958" y="4177400"/>
                  <a:pt x="6018863" y="4174251"/>
                  <a:pt x="6021331" y="4151083"/>
                </a:cubicBezTo>
                <a:cubicBezTo>
                  <a:pt x="6030754" y="4122966"/>
                  <a:pt x="5998894" y="4095750"/>
                  <a:pt x="5973092" y="4110820"/>
                </a:cubicBezTo>
                <a:cubicBezTo>
                  <a:pt x="5946616" y="4125441"/>
                  <a:pt x="5956264" y="4161880"/>
                  <a:pt x="5975560" y="4178300"/>
                </a:cubicBezTo>
                <a:close/>
                <a:moveTo>
                  <a:pt x="3740729" y="4178300"/>
                </a:moveTo>
                <a:cubicBezTo>
                  <a:pt x="3773329" y="4161899"/>
                  <a:pt x="3766718" y="4103687"/>
                  <a:pt x="3726823" y="4106228"/>
                </a:cubicBezTo>
                <a:cubicBezTo>
                  <a:pt x="3688524" y="4107845"/>
                  <a:pt x="3686016" y="4160282"/>
                  <a:pt x="3714513" y="4178069"/>
                </a:cubicBezTo>
                <a:cubicBezTo>
                  <a:pt x="3721124" y="4178069"/>
                  <a:pt x="3734118" y="4178300"/>
                  <a:pt x="3740729" y="4178300"/>
                </a:cubicBezTo>
                <a:close/>
                <a:moveTo>
                  <a:pt x="3316969" y="4178383"/>
                </a:moveTo>
                <a:cubicBezTo>
                  <a:pt x="3334542" y="4178007"/>
                  <a:pt x="3352018" y="4162677"/>
                  <a:pt x="3351508" y="4143729"/>
                </a:cubicBezTo>
                <a:cubicBezTo>
                  <a:pt x="3354229" y="4118925"/>
                  <a:pt x="3325201" y="4097337"/>
                  <a:pt x="3302749" y="4108590"/>
                </a:cubicBezTo>
                <a:cubicBezTo>
                  <a:pt x="3278710" y="4120074"/>
                  <a:pt x="3278029" y="4159347"/>
                  <a:pt x="3300027" y="4173356"/>
                </a:cubicBezTo>
                <a:cubicBezTo>
                  <a:pt x="3305243" y="4176973"/>
                  <a:pt x="3311112" y="4178509"/>
                  <a:pt x="3316969" y="4178383"/>
                </a:cubicBezTo>
                <a:close/>
                <a:moveTo>
                  <a:pt x="7221638" y="4178591"/>
                </a:moveTo>
                <a:cubicBezTo>
                  <a:pt x="7241415" y="4178645"/>
                  <a:pt x="7260907" y="4159576"/>
                  <a:pt x="7255664" y="4137294"/>
                </a:cubicBezTo>
                <a:cubicBezTo>
                  <a:pt x="7254311" y="4107127"/>
                  <a:pt x="7219133" y="4102100"/>
                  <a:pt x="7197034" y="4111698"/>
                </a:cubicBezTo>
                <a:cubicBezTo>
                  <a:pt x="7189142" y="4130895"/>
                  <a:pt x="7183279" y="4157405"/>
                  <a:pt x="7202672" y="4171574"/>
                </a:cubicBezTo>
                <a:cubicBezTo>
                  <a:pt x="7208422" y="4176431"/>
                  <a:pt x="7215046" y="4178573"/>
                  <a:pt x="7221638" y="4178591"/>
                </a:cubicBezTo>
                <a:close/>
                <a:moveTo>
                  <a:pt x="3432552" y="4178977"/>
                </a:moveTo>
                <a:cubicBezTo>
                  <a:pt x="3444765" y="4165788"/>
                  <a:pt x="3462179" y="4148960"/>
                  <a:pt x="3452002" y="4129404"/>
                </a:cubicBezTo>
                <a:cubicBezTo>
                  <a:pt x="3442277" y="4095749"/>
                  <a:pt x="3386188" y="4101206"/>
                  <a:pt x="3385057" y="4137136"/>
                </a:cubicBezTo>
                <a:cubicBezTo>
                  <a:pt x="3379629" y="4165333"/>
                  <a:pt x="3409031" y="4179887"/>
                  <a:pt x="3432552" y="4178977"/>
                </a:cubicBezTo>
                <a:close/>
                <a:moveTo>
                  <a:pt x="6898918" y="4179202"/>
                </a:moveTo>
                <a:cubicBezTo>
                  <a:pt x="6921144" y="4179887"/>
                  <a:pt x="6948925" y="4170761"/>
                  <a:pt x="6948694" y="4144525"/>
                </a:cubicBezTo>
                <a:cubicBezTo>
                  <a:pt x="6953092" y="4120341"/>
                  <a:pt x="6929247" y="4109162"/>
                  <a:pt x="6910031" y="4103687"/>
                </a:cubicBezTo>
                <a:cubicBezTo>
                  <a:pt x="6897066" y="4112812"/>
                  <a:pt x="6879471" y="4120569"/>
                  <a:pt x="6877619" y="4138137"/>
                </a:cubicBezTo>
                <a:cubicBezTo>
                  <a:pt x="6875304" y="4154791"/>
                  <a:pt x="6889889" y="4166883"/>
                  <a:pt x="6898918" y="4179202"/>
                </a:cubicBezTo>
                <a:close/>
                <a:moveTo>
                  <a:pt x="7208967" y="4270148"/>
                </a:moveTo>
                <a:cubicBezTo>
                  <a:pt x="7224898" y="4276725"/>
                  <a:pt x="7249477" y="4270375"/>
                  <a:pt x="7249021" y="4249738"/>
                </a:cubicBezTo>
                <a:cubicBezTo>
                  <a:pt x="7256304" y="4222977"/>
                  <a:pt x="7216250" y="4210050"/>
                  <a:pt x="7200774" y="4228646"/>
                </a:cubicBezTo>
                <a:cubicBezTo>
                  <a:pt x="7191216" y="4240893"/>
                  <a:pt x="7194402" y="4264025"/>
                  <a:pt x="7208967" y="4270148"/>
                </a:cubicBezTo>
                <a:close/>
                <a:moveTo>
                  <a:pt x="3739680" y="4276910"/>
                </a:moveTo>
                <a:cubicBezTo>
                  <a:pt x="3749971" y="4274164"/>
                  <a:pt x="3758475" y="4267271"/>
                  <a:pt x="3760403" y="4255502"/>
                </a:cubicBezTo>
                <a:cubicBezTo>
                  <a:pt x="3768567" y="4231963"/>
                  <a:pt x="3747703" y="4205287"/>
                  <a:pt x="3722076" y="4211339"/>
                </a:cubicBezTo>
                <a:cubicBezTo>
                  <a:pt x="3691913" y="4213133"/>
                  <a:pt x="3684429" y="4258416"/>
                  <a:pt x="3708242" y="4273436"/>
                </a:cubicBezTo>
                <a:cubicBezTo>
                  <a:pt x="3717313" y="4278255"/>
                  <a:pt x="3729390" y="4279656"/>
                  <a:pt x="3739680" y="4276910"/>
                </a:cubicBezTo>
                <a:close/>
                <a:moveTo>
                  <a:pt x="2300527" y="4277247"/>
                </a:moveTo>
                <a:cubicBezTo>
                  <a:pt x="2310837" y="4274602"/>
                  <a:pt x="2319436" y="4267836"/>
                  <a:pt x="2321599" y="4256008"/>
                </a:cubicBezTo>
                <a:cubicBezTo>
                  <a:pt x="2330484" y="4232581"/>
                  <a:pt x="2308615" y="4205287"/>
                  <a:pt x="2283324" y="4210973"/>
                </a:cubicBezTo>
                <a:cubicBezTo>
                  <a:pt x="2252769" y="4212110"/>
                  <a:pt x="2244784" y="4258510"/>
                  <a:pt x="2269185" y="4273750"/>
                </a:cubicBezTo>
                <a:cubicBezTo>
                  <a:pt x="2278198" y="4278412"/>
                  <a:pt x="2290218" y="4279891"/>
                  <a:pt x="2300527" y="4277247"/>
                </a:cubicBezTo>
                <a:close/>
                <a:moveTo>
                  <a:pt x="3224826" y="4277349"/>
                </a:moveTo>
                <a:cubicBezTo>
                  <a:pt x="3235285" y="4274684"/>
                  <a:pt x="3244063" y="4267994"/>
                  <a:pt x="3246229" y="4256314"/>
                </a:cubicBezTo>
                <a:cubicBezTo>
                  <a:pt x="3255804" y="4232275"/>
                  <a:pt x="3232321" y="4206875"/>
                  <a:pt x="3207470" y="4210957"/>
                </a:cubicBezTo>
                <a:cubicBezTo>
                  <a:pt x="3176919" y="4212544"/>
                  <a:pt x="3170079" y="4258809"/>
                  <a:pt x="3193334" y="4274230"/>
                </a:cubicBezTo>
                <a:cubicBezTo>
                  <a:pt x="3202226" y="4278653"/>
                  <a:pt x="3214367" y="4280013"/>
                  <a:pt x="3224826" y="4277349"/>
                </a:cubicBezTo>
                <a:close/>
                <a:moveTo>
                  <a:pt x="2697312" y="4277786"/>
                </a:moveTo>
                <a:cubicBezTo>
                  <a:pt x="2715222" y="4278919"/>
                  <a:pt x="2733681" y="4268701"/>
                  <a:pt x="2735551" y="4248863"/>
                </a:cubicBezTo>
                <a:cubicBezTo>
                  <a:pt x="2741672" y="4220361"/>
                  <a:pt x="2707427" y="4200524"/>
                  <a:pt x="2684071" y="4213749"/>
                </a:cubicBezTo>
                <a:cubicBezTo>
                  <a:pt x="2660936" y="4223554"/>
                  <a:pt x="2659122" y="4260036"/>
                  <a:pt x="2680209" y="4272805"/>
                </a:cubicBezTo>
                <a:cubicBezTo>
                  <a:pt x="2685433" y="4275769"/>
                  <a:pt x="2691339" y="4277408"/>
                  <a:pt x="2697312" y="4277786"/>
                </a:cubicBezTo>
                <a:close/>
                <a:moveTo>
                  <a:pt x="2899395" y="4277830"/>
                </a:moveTo>
                <a:cubicBezTo>
                  <a:pt x="2918118" y="4280892"/>
                  <a:pt x="2939750" y="4270942"/>
                  <a:pt x="2939244" y="4249511"/>
                </a:cubicBezTo>
                <a:cubicBezTo>
                  <a:pt x="2943067" y="4228193"/>
                  <a:pt x="2924851" y="4206875"/>
                  <a:pt x="2903036" y="4210730"/>
                </a:cubicBezTo>
                <a:cubicBezTo>
                  <a:pt x="2872899" y="4209596"/>
                  <a:pt x="2862104" y="4252232"/>
                  <a:pt x="2882570" y="4270375"/>
                </a:cubicBezTo>
                <a:cubicBezTo>
                  <a:pt x="2887236" y="4274343"/>
                  <a:pt x="2893154" y="4276810"/>
                  <a:pt x="2899395" y="4277830"/>
                </a:cubicBezTo>
                <a:close/>
                <a:moveTo>
                  <a:pt x="3417048" y="4277876"/>
                </a:moveTo>
                <a:cubicBezTo>
                  <a:pt x="3448534" y="4284662"/>
                  <a:pt x="3468529" y="4242141"/>
                  <a:pt x="3445777" y="4221332"/>
                </a:cubicBezTo>
                <a:cubicBezTo>
                  <a:pt x="3426931" y="4200524"/>
                  <a:pt x="3396824" y="4213868"/>
                  <a:pt x="3382804" y="4232641"/>
                </a:cubicBezTo>
                <a:cubicBezTo>
                  <a:pt x="3383724" y="4252771"/>
                  <a:pt x="3390618" y="4280591"/>
                  <a:pt x="3417048" y="4277876"/>
                </a:cubicBezTo>
                <a:close/>
                <a:moveTo>
                  <a:pt x="3632631" y="4277940"/>
                </a:moveTo>
                <a:cubicBezTo>
                  <a:pt x="3642273" y="4276191"/>
                  <a:pt x="3651080" y="4270913"/>
                  <a:pt x="3655685" y="4261964"/>
                </a:cubicBezTo>
                <a:cubicBezTo>
                  <a:pt x="3666967" y="4240624"/>
                  <a:pt x="3653152" y="4206664"/>
                  <a:pt x="3625753" y="4209876"/>
                </a:cubicBezTo>
                <a:cubicBezTo>
                  <a:pt x="3592136" y="4205287"/>
                  <a:pt x="3576479" y="4255769"/>
                  <a:pt x="3604570" y="4272749"/>
                </a:cubicBezTo>
                <a:cubicBezTo>
                  <a:pt x="3612513" y="4277912"/>
                  <a:pt x="3622990" y="4279690"/>
                  <a:pt x="3632631" y="4277940"/>
                </a:cubicBezTo>
                <a:close/>
                <a:moveTo>
                  <a:pt x="3823476" y="4278103"/>
                </a:moveTo>
                <a:cubicBezTo>
                  <a:pt x="3842558" y="4280906"/>
                  <a:pt x="3864336" y="4271014"/>
                  <a:pt x="3864163" y="4249866"/>
                </a:cubicBezTo>
                <a:cubicBezTo>
                  <a:pt x="3870166" y="4223487"/>
                  <a:pt x="3838532" y="4202112"/>
                  <a:pt x="3815210" y="4213709"/>
                </a:cubicBezTo>
                <a:cubicBezTo>
                  <a:pt x="3793966" y="4223942"/>
                  <a:pt x="3793966" y="4254187"/>
                  <a:pt x="3806204" y="4271014"/>
                </a:cubicBezTo>
                <a:cubicBezTo>
                  <a:pt x="3811053" y="4274823"/>
                  <a:pt x="3817115" y="4277168"/>
                  <a:pt x="3823476" y="4278103"/>
                </a:cubicBezTo>
                <a:close/>
                <a:moveTo>
                  <a:pt x="1872449" y="4278188"/>
                </a:moveTo>
                <a:cubicBezTo>
                  <a:pt x="1893451" y="4280665"/>
                  <a:pt x="1916683" y="4265953"/>
                  <a:pt x="1913475" y="4241800"/>
                </a:cubicBezTo>
                <a:cubicBezTo>
                  <a:pt x="1912800" y="4212091"/>
                  <a:pt x="1873018" y="4200525"/>
                  <a:pt x="1853686" y="4220482"/>
                </a:cubicBezTo>
                <a:cubicBezTo>
                  <a:pt x="1843127" y="4234543"/>
                  <a:pt x="1843127" y="4255180"/>
                  <a:pt x="1853235" y="4269694"/>
                </a:cubicBezTo>
                <a:cubicBezTo>
                  <a:pt x="1858687" y="4274627"/>
                  <a:pt x="1865446" y="4277363"/>
                  <a:pt x="1872449" y="4278188"/>
                </a:cubicBezTo>
                <a:close/>
                <a:moveTo>
                  <a:pt x="4853681" y="4278265"/>
                </a:moveTo>
                <a:cubicBezTo>
                  <a:pt x="4872256" y="4280463"/>
                  <a:pt x="4892891" y="4269994"/>
                  <a:pt x="4893229" y="4248797"/>
                </a:cubicBezTo>
                <a:cubicBezTo>
                  <a:pt x="4898867" y="4219386"/>
                  <a:pt x="4862783" y="4198937"/>
                  <a:pt x="4839780" y="4214791"/>
                </a:cubicBezTo>
                <a:cubicBezTo>
                  <a:pt x="4819257" y="4225820"/>
                  <a:pt x="4817904" y="4258218"/>
                  <a:pt x="4836623" y="4271774"/>
                </a:cubicBezTo>
                <a:cubicBezTo>
                  <a:pt x="4841528" y="4275393"/>
                  <a:pt x="4847490" y="4277533"/>
                  <a:pt x="4853681" y="4278265"/>
                </a:cubicBezTo>
                <a:close/>
                <a:moveTo>
                  <a:pt x="3004886" y="4278291"/>
                </a:moveTo>
                <a:cubicBezTo>
                  <a:pt x="3024887" y="4279694"/>
                  <a:pt x="3045237" y="4265894"/>
                  <a:pt x="3042184" y="4242580"/>
                </a:cubicBezTo>
                <a:cubicBezTo>
                  <a:pt x="3043541" y="4212410"/>
                  <a:pt x="3004876" y="4200524"/>
                  <a:pt x="2984525" y="4217667"/>
                </a:cubicBezTo>
                <a:cubicBezTo>
                  <a:pt x="2971637" y="4232295"/>
                  <a:pt x="2970054" y="4258580"/>
                  <a:pt x="2985882" y="4271608"/>
                </a:cubicBezTo>
                <a:cubicBezTo>
                  <a:pt x="2991592" y="4275666"/>
                  <a:pt x="2998220" y="4277823"/>
                  <a:pt x="3004886" y="4278291"/>
                </a:cubicBezTo>
                <a:close/>
                <a:moveTo>
                  <a:pt x="2078327" y="4278348"/>
                </a:moveTo>
                <a:cubicBezTo>
                  <a:pt x="2096898" y="4280228"/>
                  <a:pt x="2117292" y="4269595"/>
                  <a:pt x="2118839" y="4249367"/>
                </a:cubicBezTo>
                <a:cubicBezTo>
                  <a:pt x="2124116" y="4222858"/>
                  <a:pt x="2093156" y="4202112"/>
                  <a:pt x="2070010" y="4212946"/>
                </a:cubicBezTo>
                <a:cubicBezTo>
                  <a:pt x="2045929" y="4220092"/>
                  <a:pt x="2041569" y="4257666"/>
                  <a:pt x="2061074" y="4272188"/>
                </a:cubicBezTo>
                <a:cubicBezTo>
                  <a:pt x="2066105" y="4275704"/>
                  <a:pt x="2072116" y="4277721"/>
                  <a:pt x="2078327" y="4278348"/>
                </a:cubicBezTo>
                <a:close/>
                <a:moveTo>
                  <a:pt x="2184192" y="4278576"/>
                </a:moveTo>
                <a:cubicBezTo>
                  <a:pt x="2204551" y="4279223"/>
                  <a:pt x="2225329" y="4264750"/>
                  <a:pt x="2219354" y="4240975"/>
                </a:cubicBezTo>
                <a:cubicBezTo>
                  <a:pt x="2221175" y="4206977"/>
                  <a:pt x="2169774" y="4198937"/>
                  <a:pt x="2155661" y="4226503"/>
                </a:cubicBezTo>
                <a:cubicBezTo>
                  <a:pt x="2149522" y="4241894"/>
                  <a:pt x="2150200" y="4262568"/>
                  <a:pt x="2164982" y="4272676"/>
                </a:cubicBezTo>
                <a:cubicBezTo>
                  <a:pt x="2170679" y="4276466"/>
                  <a:pt x="2177410" y="4278361"/>
                  <a:pt x="2184192" y="4278576"/>
                </a:cubicBezTo>
                <a:close/>
                <a:moveTo>
                  <a:pt x="2594153" y="4278577"/>
                </a:moveTo>
                <a:cubicBezTo>
                  <a:pt x="2614683" y="4279458"/>
                  <a:pt x="2635819" y="4265321"/>
                  <a:pt x="2632581" y="4241774"/>
                </a:cubicBezTo>
                <a:cubicBezTo>
                  <a:pt x="2632359" y="4212899"/>
                  <a:pt x="2594937" y="4200524"/>
                  <a:pt x="2574982" y="4217711"/>
                </a:cubicBezTo>
                <a:cubicBezTo>
                  <a:pt x="2560699" y="4232149"/>
                  <a:pt x="2560921" y="4258045"/>
                  <a:pt x="2574754" y="4272483"/>
                </a:cubicBezTo>
                <a:cubicBezTo>
                  <a:pt x="2580542" y="4276321"/>
                  <a:pt x="2587314" y="4278284"/>
                  <a:pt x="2594153" y="4278577"/>
                </a:cubicBezTo>
                <a:close/>
                <a:moveTo>
                  <a:pt x="3518090" y="4278677"/>
                </a:moveTo>
                <a:cubicBezTo>
                  <a:pt x="3536605" y="4280860"/>
                  <a:pt x="3557071" y="4270916"/>
                  <a:pt x="3558094" y="4249817"/>
                </a:cubicBezTo>
                <a:cubicBezTo>
                  <a:pt x="3563779" y="4222608"/>
                  <a:pt x="3532171" y="4203700"/>
                  <a:pt x="3508976" y="4212001"/>
                </a:cubicBezTo>
                <a:cubicBezTo>
                  <a:pt x="3483734" y="4218919"/>
                  <a:pt x="3479641" y="4258349"/>
                  <a:pt x="3501017" y="4272415"/>
                </a:cubicBezTo>
                <a:cubicBezTo>
                  <a:pt x="3505963" y="4275873"/>
                  <a:pt x="3511918" y="4277948"/>
                  <a:pt x="3518090" y="4278677"/>
                </a:cubicBezTo>
                <a:close/>
                <a:moveTo>
                  <a:pt x="2799102" y="4278694"/>
                </a:moveTo>
                <a:cubicBezTo>
                  <a:pt x="2814419" y="4279928"/>
                  <a:pt x="2829891" y="4268277"/>
                  <a:pt x="2841237" y="4257901"/>
                </a:cubicBezTo>
                <a:cubicBezTo>
                  <a:pt x="2841466" y="4234315"/>
                  <a:pt x="2827255" y="4205287"/>
                  <a:pt x="2799049" y="4210957"/>
                </a:cubicBezTo>
                <a:cubicBezTo>
                  <a:pt x="2767880" y="4211410"/>
                  <a:pt x="2755959" y="4257901"/>
                  <a:pt x="2783695" y="4272642"/>
                </a:cubicBezTo>
                <a:cubicBezTo>
                  <a:pt x="2788736" y="4276441"/>
                  <a:pt x="2793923" y="4278284"/>
                  <a:pt x="2799102" y="4278694"/>
                </a:cubicBezTo>
                <a:close/>
                <a:moveTo>
                  <a:pt x="3108538" y="4278698"/>
                </a:moveTo>
                <a:cubicBezTo>
                  <a:pt x="3128514" y="4279120"/>
                  <a:pt x="3148141" y="4264573"/>
                  <a:pt x="3144241" y="4241193"/>
                </a:cubicBezTo>
                <a:cubicBezTo>
                  <a:pt x="3146276" y="4210021"/>
                  <a:pt x="3101964" y="4198937"/>
                  <a:pt x="3085460" y="4221797"/>
                </a:cubicBezTo>
                <a:cubicBezTo>
                  <a:pt x="3076416" y="4237268"/>
                  <a:pt x="3076416" y="4259897"/>
                  <a:pt x="3089303" y="4273059"/>
                </a:cubicBezTo>
                <a:cubicBezTo>
                  <a:pt x="3095181" y="4276753"/>
                  <a:pt x="3101879" y="4278557"/>
                  <a:pt x="3108538" y="4278698"/>
                </a:cubicBezTo>
                <a:close/>
                <a:moveTo>
                  <a:pt x="7113505" y="4278752"/>
                </a:moveTo>
                <a:cubicBezTo>
                  <a:pt x="7132131" y="4281768"/>
                  <a:pt x="7153395" y="4271067"/>
                  <a:pt x="7155109" y="4250773"/>
                </a:cubicBezTo>
                <a:cubicBezTo>
                  <a:pt x="7161054" y="4223714"/>
                  <a:pt x="7129502" y="4202112"/>
                  <a:pt x="7105495" y="4213936"/>
                </a:cubicBezTo>
                <a:cubicBezTo>
                  <a:pt x="7082632" y="4221667"/>
                  <a:pt x="7076916" y="4256685"/>
                  <a:pt x="7096579" y="4271010"/>
                </a:cubicBezTo>
                <a:cubicBezTo>
                  <a:pt x="7101380" y="4275217"/>
                  <a:pt x="7107296" y="4277747"/>
                  <a:pt x="7113505" y="4278752"/>
                </a:cubicBezTo>
                <a:close/>
                <a:moveTo>
                  <a:pt x="1257877" y="4278798"/>
                </a:moveTo>
                <a:cubicBezTo>
                  <a:pt x="1275952" y="4280424"/>
                  <a:pt x="1295687" y="4270092"/>
                  <a:pt x="1296369" y="4250191"/>
                </a:cubicBezTo>
                <a:cubicBezTo>
                  <a:pt x="1301827" y="4224338"/>
                  <a:pt x="1272953" y="4203700"/>
                  <a:pt x="1249537" y="4213225"/>
                </a:cubicBezTo>
                <a:cubicBezTo>
                  <a:pt x="1223613" y="4219575"/>
                  <a:pt x="1216117" y="4260396"/>
                  <a:pt x="1241126" y="4273096"/>
                </a:cubicBezTo>
                <a:cubicBezTo>
                  <a:pt x="1246014" y="4276385"/>
                  <a:pt x="1251854" y="4278256"/>
                  <a:pt x="1257877" y="4278798"/>
                </a:cubicBezTo>
                <a:close/>
                <a:moveTo>
                  <a:pt x="3928628" y="4278890"/>
                </a:moveTo>
                <a:cubicBezTo>
                  <a:pt x="3947370" y="4280788"/>
                  <a:pt x="3968512" y="4270752"/>
                  <a:pt x="3968512" y="4249651"/>
                </a:cubicBezTo>
                <a:cubicBezTo>
                  <a:pt x="3973354" y="4225403"/>
                  <a:pt x="3948681" y="4206875"/>
                  <a:pt x="3925853" y="4210992"/>
                </a:cubicBezTo>
                <a:cubicBezTo>
                  <a:pt x="3897030" y="4213509"/>
                  <a:pt x="3890804" y="4256742"/>
                  <a:pt x="3911557" y="4272982"/>
                </a:cubicBezTo>
                <a:cubicBezTo>
                  <a:pt x="3916400" y="4276300"/>
                  <a:pt x="3922380" y="4278258"/>
                  <a:pt x="3928628" y="4278890"/>
                </a:cubicBezTo>
                <a:close/>
                <a:moveTo>
                  <a:pt x="3310784" y="4278928"/>
                </a:moveTo>
                <a:cubicBezTo>
                  <a:pt x="3332333" y="4281334"/>
                  <a:pt x="3355974" y="4267372"/>
                  <a:pt x="3351684" y="4242455"/>
                </a:cubicBezTo>
                <a:cubicBezTo>
                  <a:pt x="3353285" y="4211752"/>
                  <a:pt x="3310266" y="4200525"/>
                  <a:pt x="3291502" y="4220917"/>
                </a:cubicBezTo>
                <a:cubicBezTo>
                  <a:pt x="3281204" y="4235123"/>
                  <a:pt x="3281204" y="4256202"/>
                  <a:pt x="3291044" y="4270866"/>
                </a:cubicBezTo>
                <a:cubicBezTo>
                  <a:pt x="3296650" y="4275505"/>
                  <a:pt x="3303601" y="4278126"/>
                  <a:pt x="3310784" y="4278928"/>
                </a:cubicBezTo>
                <a:close/>
                <a:moveTo>
                  <a:pt x="7012509" y="4372256"/>
                </a:moveTo>
                <a:cubicBezTo>
                  <a:pt x="7027276" y="4374151"/>
                  <a:pt x="7043410" y="4364318"/>
                  <a:pt x="7042901" y="4347338"/>
                </a:cubicBezTo>
                <a:cubicBezTo>
                  <a:pt x="7043127" y="4324236"/>
                  <a:pt x="7012414" y="4317999"/>
                  <a:pt x="6997509" y="4330474"/>
                </a:cubicBezTo>
                <a:cubicBezTo>
                  <a:pt x="6989604" y="4339715"/>
                  <a:pt x="6989604" y="4357965"/>
                  <a:pt x="6998863" y="4366282"/>
                </a:cubicBezTo>
                <a:cubicBezTo>
                  <a:pt x="7002815" y="4369689"/>
                  <a:pt x="7007586" y="4371624"/>
                  <a:pt x="7012509" y="4372256"/>
                </a:cubicBezTo>
                <a:close/>
                <a:moveTo>
                  <a:pt x="1675359" y="4377392"/>
                </a:moveTo>
                <a:cubicBezTo>
                  <a:pt x="1691011" y="4375761"/>
                  <a:pt x="1705642" y="4361897"/>
                  <a:pt x="1702741" y="4345072"/>
                </a:cubicBezTo>
                <a:cubicBezTo>
                  <a:pt x="1702969" y="4326300"/>
                  <a:pt x="1682041" y="4311650"/>
                  <a:pt x="1664751" y="4317602"/>
                </a:cubicBezTo>
                <a:cubicBezTo>
                  <a:pt x="1638590" y="4321722"/>
                  <a:pt x="1635178" y="4366132"/>
                  <a:pt x="1659974" y="4374603"/>
                </a:cubicBezTo>
                <a:cubicBezTo>
                  <a:pt x="1664808" y="4377121"/>
                  <a:pt x="1670140" y="4377936"/>
                  <a:pt x="1675359" y="4377392"/>
                </a:cubicBezTo>
                <a:close/>
                <a:moveTo>
                  <a:pt x="3845731" y="4379289"/>
                </a:moveTo>
                <a:cubicBezTo>
                  <a:pt x="3856314" y="4375263"/>
                  <a:pt x="3864352" y="4366759"/>
                  <a:pt x="3864121" y="4353832"/>
                </a:cubicBezTo>
                <a:cubicBezTo>
                  <a:pt x="3871754" y="4328659"/>
                  <a:pt x="3845152" y="4306887"/>
                  <a:pt x="3820632" y="4315051"/>
                </a:cubicBezTo>
                <a:cubicBezTo>
                  <a:pt x="3792411" y="4321175"/>
                  <a:pt x="3790791" y="4363130"/>
                  <a:pt x="3812073" y="4377871"/>
                </a:cubicBezTo>
                <a:cubicBezTo>
                  <a:pt x="3822020" y="4382860"/>
                  <a:pt x="3835147" y="4383314"/>
                  <a:pt x="3845731" y="4379289"/>
                </a:cubicBezTo>
                <a:close/>
                <a:moveTo>
                  <a:pt x="2199074" y="4379515"/>
                </a:moveTo>
                <a:cubicBezTo>
                  <a:pt x="2210135" y="4375887"/>
                  <a:pt x="2219037" y="4367552"/>
                  <a:pt x="2220284" y="4354513"/>
                </a:cubicBezTo>
                <a:cubicBezTo>
                  <a:pt x="2225731" y="4330700"/>
                  <a:pt x="2203268" y="4308475"/>
                  <a:pt x="2179682" y="4313918"/>
                </a:cubicBezTo>
                <a:cubicBezTo>
                  <a:pt x="2150883" y="4317773"/>
                  <a:pt x="2143172" y="4359728"/>
                  <a:pt x="2164937" y="4376284"/>
                </a:cubicBezTo>
                <a:cubicBezTo>
                  <a:pt x="2174806" y="4382067"/>
                  <a:pt x="2188015" y="4383144"/>
                  <a:pt x="2199074" y="4379515"/>
                </a:cubicBezTo>
                <a:close/>
                <a:moveTo>
                  <a:pt x="3003056" y="4380698"/>
                </a:moveTo>
                <a:cubicBezTo>
                  <a:pt x="3021047" y="4382564"/>
                  <a:pt x="3040497" y="4372980"/>
                  <a:pt x="3042053" y="4353474"/>
                </a:cubicBezTo>
                <a:cubicBezTo>
                  <a:pt x="3049429" y="4329502"/>
                  <a:pt x="3024764" y="4306887"/>
                  <a:pt x="3000791" y="4314124"/>
                </a:cubicBezTo>
                <a:cubicBezTo>
                  <a:pt x="2971746" y="4317064"/>
                  <a:pt x="2965291" y="4358676"/>
                  <a:pt x="2986268" y="4374959"/>
                </a:cubicBezTo>
                <a:cubicBezTo>
                  <a:pt x="2991224" y="4378181"/>
                  <a:pt x="2997059" y="4380076"/>
                  <a:pt x="3003056" y="4380698"/>
                </a:cubicBezTo>
                <a:close/>
                <a:moveTo>
                  <a:pt x="3626170" y="4380983"/>
                </a:moveTo>
                <a:cubicBezTo>
                  <a:pt x="3633690" y="4380869"/>
                  <a:pt x="3641210" y="4378992"/>
                  <a:pt x="3647869" y="4375580"/>
                </a:cubicBezTo>
                <a:cubicBezTo>
                  <a:pt x="3670141" y="4356472"/>
                  <a:pt x="3659120" y="4311658"/>
                  <a:pt x="3626515" y="4312796"/>
                </a:cubicBezTo>
                <a:cubicBezTo>
                  <a:pt x="3592302" y="4308474"/>
                  <a:pt x="3578066" y="4358064"/>
                  <a:pt x="3604472" y="4375808"/>
                </a:cubicBezTo>
                <a:cubicBezTo>
                  <a:pt x="3611131" y="4379447"/>
                  <a:pt x="3618650" y="4381096"/>
                  <a:pt x="3626170" y="4380983"/>
                </a:cubicBezTo>
                <a:close/>
                <a:moveTo>
                  <a:pt x="3321000" y="4381052"/>
                </a:moveTo>
                <a:cubicBezTo>
                  <a:pt x="3328550" y="4380713"/>
                  <a:pt x="3335957" y="4378452"/>
                  <a:pt x="3342110" y="4373816"/>
                </a:cubicBezTo>
                <a:cubicBezTo>
                  <a:pt x="3362166" y="4354823"/>
                  <a:pt x="3350999" y="4312540"/>
                  <a:pt x="3320459" y="4313444"/>
                </a:cubicBezTo>
                <a:cubicBezTo>
                  <a:pt x="3285133" y="4306887"/>
                  <a:pt x="3270091" y="4360928"/>
                  <a:pt x="3299036" y="4376756"/>
                </a:cubicBezTo>
                <a:cubicBezTo>
                  <a:pt x="3305759" y="4379808"/>
                  <a:pt x="3313451" y="4381391"/>
                  <a:pt x="3321000" y="4381052"/>
                </a:cubicBezTo>
                <a:close/>
                <a:moveTo>
                  <a:pt x="2899064" y="4381458"/>
                </a:moveTo>
                <a:cubicBezTo>
                  <a:pt x="2917929" y="4384435"/>
                  <a:pt x="2940010" y="4374933"/>
                  <a:pt x="2939838" y="4353436"/>
                </a:cubicBezTo>
                <a:cubicBezTo>
                  <a:pt x="2946241" y="4328212"/>
                  <a:pt x="2920630" y="4306887"/>
                  <a:pt x="2896848" y="4314454"/>
                </a:cubicBezTo>
                <a:cubicBezTo>
                  <a:pt x="2870323" y="4318811"/>
                  <a:pt x="2863691" y="4357563"/>
                  <a:pt x="2882214" y="4374303"/>
                </a:cubicBezTo>
                <a:cubicBezTo>
                  <a:pt x="2886844" y="4378086"/>
                  <a:pt x="2892775" y="4380465"/>
                  <a:pt x="2899064" y="4381458"/>
                </a:cubicBezTo>
                <a:close/>
                <a:moveTo>
                  <a:pt x="3115512" y="4381593"/>
                </a:moveTo>
                <a:cubicBezTo>
                  <a:pt x="3123943" y="4381419"/>
                  <a:pt x="3131915" y="4379229"/>
                  <a:pt x="3137880" y="4372196"/>
                </a:cubicBezTo>
                <a:cubicBezTo>
                  <a:pt x="3157379" y="4348215"/>
                  <a:pt x="3137880" y="4303712"/>
                  <a:pt x="3104157" y="4313858"/>
                </a:cubicBezTo>
                <a:cubicBezTo>
                  <a:pt x="3080069" y="4316394"/>
                  <a:pt x="3078004" y="4342220"/>
                  <a:pt x="3078692" y="4361359"/>
                </a:cubicBezTo>
                <a:cubicBezTo>
                  <a:pt x="3081675" y="4365740"/>
                  <a:pt x="3087410" y="4374502"/>
                  <a:pt x="3090392" y="4378883"/>
                </a:cubicBezTo>
                <a:cubicBezTo>
                  <a:pt x="3098192" y="4379921"/>
                  <a:pt x="3107082" y="4381765"/>
                  <a:pt x="3115512" y="4381593"/>
                </a:cubicBezTo>
                <a:close/>
                <a:moveTo>
                  <a:pt x="3726570" y="4381735"/>
                </a:moveTo>
                <a:cubicBezTo>
                  <a:pt x="3744834" y="4381958"/>
                  <a:pt x="3763320" y="4367379"/>
                  <a:pt x="3761135" y="4346916"/>
                </a:cubicBezTo>
                <a:cubicBezTo>
                  <a:pt x="3765392" y="4315085"/>
                  <a:pt x="3719907" y="4302125"/>
                  <a:pt x="3701534" y="4324407"/>
                </a:cubicBezTo>
                <a:cubicBezTo>
                  <a:pt x="3691676" y="4339868"/>
                  <a:pt x="3690779" y="4366697"/>
                  <a:pt x="3709152" y="4376246"/>
                </a:cubicBezTo>
                <a:cubicBezTo>
                  <a:pt x="3714418" y="4379941"/>
                  <a:pt x="3720482" y="4381660"/>
                  <a:pt x="3726570" y="4381735"/>
                </a:cubicBezTo>
                <a:close/>
                <a:moveTo>
                  <a:pt x="2598273" y="4381878"/>
                </a:moveTo>
                <a:cubicBezTo>
                  <a:pt x="2602689" y="4382100"/>
                  <a:pt x="2607215" y="4381311"/>
                  <a:pt x="2611802" y="4379132"/>
                </a:cubicBezTo>
                <a:cubicBezTo>
                  <a:pt x="2646423" y="4368580"/>
                  <a:pt x="2634730" y="4308475"/>
                  <a:pt x="2597589" y="4312604"/>
                </a:cubicBezTo>
                <a:cubicBezTo>
                  <a:pt x="2569158" y="4310769"/>
                  <a:pt x="2562286" y="4340362"/>
                  <a:pt x="2562745" y="4362844"/>
                </a:cubicBezTo>
                <a:cubicBezTo>
                  <a:pt x="2572717" y="4371447"/>
                  <a:pt x="2585005" y="4381212"/>
                  <a:pt x="2598273" y="4381878"/>
                </a:cubicBezTo>
                <a:close/>
                <a:moveTo>
                  <a:pt x="2079091" y="4382036"/>
                </a:moveTo>
                <a:cubicBezTo>
                  <a:pt x="2097267" y="4384892"/>
                  <a:pt x="2117912" y="4374075"/>
                  <a:pt x="2119108" y="4353563"/>
                </a:cubicBezTo>
                <a:cubicBezTo>
                  <a:pt x="2125702" y="4325984"/>
                  <a:pt x="2093860" y="4305300"/>
                  <a:pt x="2069999" y="4315642"/>
                </a:cubicBezTo>
                <a:cubicBezTo>
                  <a:pt x="2045661" y="4322767"/>
                  <a:pt x="2041569" y="4360918"/>
                  <a:pt x="2062497" y="4374477"/>
                </a:cubicBezTo>
                <a:cubicBezTo>
                  <a:pt x="2067207" y="4378614"/>
                  <a:pt x="2073016" y="4381085"/>
                  <a:pt x="2079091" y="4382036"/>
                </a:cubicBezTo>
                <a:close/>
                <a:moveTo>
                  <a:pt x="2392734" y="4382063"/>
                </a:moveTo>
                <a:cubicBezTo>
                  <a:pt x="2411937" y="4381661"/>
                  <a:pt x="2430492" y="4366600"/>
                  <a:pt x="2425671" y="4345447"/>
                </a:cubicBezTo>
                <a:cubicBezTo>
                  <a:pt x="2429798" y="4311376"/>
                  <a:pt x="2374697" y="4302125"/>
                  <a:pt x="2362768" y="4331232"/>
                </a:cubicBezTo>
                <a:cubicBezTo>
                  <a:pt x="2357716" y="4346349"/>
                  <a:pt x="2357487" y="4369139"/>
                  <a:pt x="2374236" y="4377261"/>
                </a:cubicBezTo>
                <a:cubicBezTo>
                  <a:pt x="2379916" y="4380702"/>
                  <a:pt x="2386363" y="4382197"/>
                  <a:pt x="2392734" y="4382063"/>
                </a:cubicBezTo>
                <a:close/>
                <a:moveTo>
                  <a:pt x="1976187" y="4382164"/>
                </a:moveTo>
                <a:cubicBezTo>
                  <a:pt x="1996463" y="4384080"/>
                  <a:pt x="2018656" y="4367846"/>
                  <a:pt x="2016606" y="4345281"/>
                </a:cubicBezTo>
                <a:cubicBezTo>
                  <a:pt x="2017520" y="4317032"/>
                  <a:pt x="1980330" y="4303712"/>
                  <a:pt x="1959587" y="4319099"/>
                </a:cubicBezTo>
                <a:cubicBezTo>
                  <a:pt x="1941576" y="4330812"/>
                  <a:pt x="1939982" y="4360898"/>
                  <a:pt x="1957534" y="4373760"/>
                </a:cubicBezTo>
                <a:cubicBezTo>
                  <a:pt x="1962890" y="4378870"/>
                  <a:pt x="1969426" y="4381525"/>
                  <a:pt x="1976187" y="4382164"/>
                </a:cubicBezTo>
                <a:close/>
                <a:moveTo>
                  <a:pt x="2803165" y="4382197"/>
                </a:moveTo>
                <a:cubicBezTo>
                  <a:pt x="2821850" y="4382068"/>
                  <a:pt x="2840784" y="4365654"/>
                  <a:pt x="2838737" y="4345650"/>
                </a:cubicBezTo>
                <a:cubicBezTo>
                  <a:pt x="2838282" y="4321029"/>
                  <a:pt x="2806214" y="4305299"/>
                  <a:pt x="2785734" y="4317381"/>
                </a:cubicBezTo>
                <a:cubicBezTo>
                  <a:pt x="2762766" y="4327868"/>
                  <a:pt x="2762309" y="4365027"/>
                  <a:pt x="2785055" y="4376426"/>
                </a:cubicBezTo>
                <a:cubicBezTo>
                  <a:pt x="2790571" y="4380472"/>
                  <a:pt x="2796864" y="4382239"/>
                  <a:pt x="2803165" y="4382197"/>
                </a:cubicBezTo>
                <a:close/>
                <a:moveTo>
                  <a:pt x="3521876" y="4382217"/>
                </a:moveTo>
                <a:cubicBezTo>
                  <a:pt x="3543463" y="4381841"/>
                  <a:pt x="3565431" y="4360622"/>
                  <a:pt x="3556101" y="4337600"/>
                </a:cubicBezTo>
                <a:cubicBezTo>
                  <a:pt x="3550220" y="4310339"/>
                  <a:pt x="3511090" y="4305299"/>
                  <a:pt x="3494578" y="4324771"/>
                </a:cubicBezTo>
                <a:cubicBezTo>
                  <a:pt x="3482816" y="4339662"/>
                  <a:pt x="3485304" y="4364173"/>
                  <a:pt x="3501590" y="4374940"/>
                </a:cubicBezTo>
                <a:cubicBezTo>
                  <a:pt x="3507527" y="4380152"/>
                  <a:pt x="3514680" y="4382342"/>
                  <a:pt x="3521876" y="4382217"/>
                </a:cubicBezTo>
                <a:close/>
                <a:moveTo>
                  <a:pt x="3423402" y="4382233"/>
                </a:moveTo>
                <a:cubicBezTo>
                  <a:pt x="3428275" y="4381996"/>
                  <a:pt x="3433181" y="4380592"/>
                  <a:pt x="3437987" y="4377644"/>
                </a:cubicBezTo>
                <a:cubicBezTo>
                  <a:pt x="3465354" y="4363583"/>
                  <a:pt x="3458343" y="4314370"/>
                  <a:pt x="3425095" y="4314143"/>
                </a:cubicBezTo>
                <a:cubicBezTo>
                  <a:pt x="3395918" y="4308474"/>
                  <a:pt x="3381216" y="4338183"/>
                  <a:pt x="3383930" y="4363129"/>
                </a:cubicBezTo>
                <a:cubicBezTo>
                  <a:pt x="3394448" y="4373165"/>
                  <a:pt x="3408782" y="4382945"/>
                  <a:pt x="3423402" y="4382233"/>
                </a:cubicBezTo>
                <a:close/>
                <a:moveTo>
                  <a:pt x="4855171" y="4382327"/>
                </a:moveTo>
                <a:cubicBezTo>
                  <a:pt x="4875096" y="4383404"/>
                  <a:pt x="4896321" y="4368398"/>
                  <a:pt x="4893446" y="4346229"/>
                </a:cubicBezTo>
                <a:cubicBezTo>
                  <a:pt x="4895475" y="4316217"/>
                  <a:pt x="4853984" y="4303712"/>
                  <a:pt x="4834817" y="4322811"/>
                </a:cubicBezTo>
                <a:cubicBezTo>
                  <a:pt x="4817904" y="4335770"/>
                  <a:pt x="4820385" y="4363282"/>
                  <a:pt x="4836621" y="4375559"/>
                </a:cubicBezTo>
                <a:cubicBezTo>
                  <a:pt x="4842033" y="4379822"/>
                  <a:pt x="4848530" y="4381968"/>
                  <a:pt x="4855171" y="4382327"/>
                </a:cubicBezTo>
                <a:close/>
                <a:moveTo>
                  <a:pt x="4758879" y="4382385"/>
                </a:moveTo>
                <a:cubicBezTo>
                  <a:pt x="4780576" y="4379846"/>
                  <a:pt x="4799882" y="4356193"/>
                  <a:pt x="4788678" y="4334083"/>
                </a:cubicBezTo>
                <a:cubicBezTo>
                  <a:pt x="4780404" y="4308258"/>
                  <a:pt x="4740874" y="4306887"/>
                  <a:pt x="4727084" y="4328141"/>
                </a:cubicBezTo>
                <a:cubicBezTo>
                  <a:pt x="4717891" y="4343681"/>
                  <a:pt x="4719730" y="4368363"/>
                  <a:pt x="4737426" y="4377047"/>
                </a:cubicBezTo>
                <a:cubicBezTo>
                  <a:pt x="4744149" y="4381732"/>
                  <a:pt x="4751647" y="4383232"/>
                  <a:pt x="4758879" y="4382385"/>
                </a:cubicBezTo>
                <a:close/>
                <a:moveTo>
                  <a:pt x="7113542" y="4382525"/>
                </a:moveTo>
                <a:cubicBezTo>
                  <a:pt x="7132431" y="4384876"/>
                  <a:pt x="7153337" y="4372097"/>
                  <a:pt x="7155766" y="4352265"/>
                </a:cubicBezTo>
                <a:cubicBezTo>
                  <a:pt x="7159467" y="4323543"/>
                  <a:pt x="7120373" y="4303712"/>
                  <a:pt x="7097472" y="4319896"/>
                </a:cubicBezTo>
                <a:cubicBezTo>
                  <a:pt x="7079429" y="4332205"/>
                  <a:pt x="7078504" y="4361611"/>
                  <a:pt x="7096085" y="4374832"/>
                </a:cubicBezTo>
                <a:cubicBezTo>
                  <a:pt x="7101174" y="4379277"/>
                  <a:pt x="7107246" y="4381741"/>
                  <a:pt x="7113542" y="4382525"/>
                </a:cubicBezTo>
                <a:close/>
                <a:moveTo>
                  <a:pt x="3214223" y="4382617"/>
                </a:moveTo>
                <a:cubicBezTo>
                  <a:pt x="3233307" y="4383091"/>
                  <a:pt x="3252965" y="4367797"/>
                  <a:pt x="3249213" y="4346428"/>
                </a:cubicBezTo>
                <a:cubicBezTo>
                  <a:pt x="3249895" y="4320234"/>
                  <a:pt x="3217827" y="4305299"/>
                  <a:pt x="3197130" y="4318396"/>
                </a:cubicBezTo>
                <a:cubicBezTo>
                  <a:pt x="3175978" y="4329655"/>
                  <a:pt x="3174841" y="4364580"/>
                  <a:pt x="3196220" y="4376528"/>
                </a:cubicBezTo>
                <a:cubicBezTo>
                  <a:pt x="3201565" y="4380549"/>
                  <a:pt x="3207862" y="4382459"/>
                  <a:pt x="3214223" y="4382617"/>
                </a:cubicBezTo>
                <a:close/>
                <a:moveTo>
                  <a:pt x="2700544" y="4382633"/>
                </a:moveTo>
                <a:cubicBezTo>
                  <a:pt x="2721812" y="4381396"/>
                  <a:pt x="2742426" y="4361744"/>
                  <a:pt x="2735166" y="4339405"/>
                </a:cubicBezTo>
                <a:cubicBezTo>
                  <a:pt x="2729863" y="4308938"/>
                  <a:pt x="2682373" y="4305300"/>
                  <a:pt x="2668316" y="4330992"/>
                </a:cubicBezTo>
                <a:cubicBezTo>
                  <a:pt x="2660711" y="4345999"/>
                  <a:pt x="2663933" y="4368735"/>
                  <a:pt x="2680068" y="4377148"/>
                </a:cubicBezTo>
                <a:cubicBezTo>
                  <a:pt x="2686296" y="4381410"/>
                  <a:pt x="2693458" y="4383045"/>
                  <a:pt x="2700544" y="4382633"/>
                </a:cubicBezTo>
                <a:close/>
                <a:moveTo>
                  <a:pt x="2290982" y="4382767"/>
                </a:moveTo>
                <a:cubicBezTo>
                  <a:pt x="2311287" y="4381549"/>
                  <a:pt x="2329825" y="4362059"/>
                  <a:pt x="2323085" y="4339492"/>
                </a:cubicBezTo>
                <a:cubicBezTo>
                  <a:pt x="2318590" y="4309403"/>
                  <a:pt x="2273646" y="4305300"/>
                  <a:pt x="2259926" y="4330374"/>
                </a:cubicBezTo>
                <a:cubicBezTo>
                  <a:pt x="2252726" y="4345647"/>
                  <a:pt x="2254753" y="4368669"/>
                  <a:pt x="2270950" y="4377332"/>
                </a:cubicBezTo>
                <a:cubicBezTo>
                  <a:pt x="2277244" y="4381549"/>
                  <a:pt x="2284211" y="4383173"/>
                  <a:pt x="2290982" y="4382767"/>
                </a:cubicBezTo>
                <a:close/>
                <a:moveTo>
                  <a:pt x="4959010" y="4382783"/>
                </a:moveTo>
                <a:cubicBezTo>
                  <a:pt x="4979161" y="4384604"/>
                  <a:pt x="5000567" y="4369011"/>
                  <a:pt x="4996106" y="4346221"/>
                </a:cubicBezTo>
                <a:cubicBezTo>
                  <a:pt x="4999766" y="4311492"/>
                  <a:pt x="4942798" y="4302125"/>
                  <a:pt x="4929757" y="4331598"/>
                </a:cubicBezTo>
                <a:cubicBezTo>
                  <a:pt x="4924266" y="4346221"/>
                  <a:pt x="4924724" y="4366554"/>
                  <a:pt x="4940281" y="4374780"/>
                </a:cubicBezTo>
                <a:cubicBezTo>
                  <a:pt x="4945715" y="4379635"/>
                  <a:pt x="4952293" y="4382176"/>
                  <a:pt x="4959010" y="4382783"/>
                </a:cubicBezTo>
                <a:close/>
                <a:moveTo>
                  <a:pt x="2188051" y="4476131"/>
                </a:moveTo>
                <a:cubicBezTo>
                  <a:pt x="2203265" y="4474857"/>
                  <a:pt x="2217468" y="4459829"/>
                  <a:pt x="2211755" y="4443102"/>
                </a:cubicBezTo>
                <a:cubicBezTo>
                  <a:pt x="2205926" y="4420800"/>
                  <a:pt x="2167378" y="4418012"/>
                  <a:pt x="2163562" y="4442638"/>
                </a:cubicBezTo>
                <a:cubicBezTo>
                  <a:pt x="2162219" y="4452395"/>
                  <a:pt x="2162219" y="4468425"/>
                  <a:pt x="2173200" y="4472374"/>
                </a:cubicBezTo>
                <a:cubicBezTo>
                  <a:pt x="2177796" y="4475452"/>
                  <a:pt x="2182977" y="4476556"/>
                  <a:pt x="2188051" y="4476131"/>
                </a:cubicBezTo>
                <a:close/>
                <a:moveTo>
                  <a:pt x="3404049" y="4480656"/>
                </a:moveTo>
                <a:cubicBezTo>
                  <a:pt x="3425307" y="4489450"/>
                  <a:pt x="3459004" y="4478627"/>
                  <a:pt x="3454029" y="4450894"/>
                </a:cubicBezTo>
                <a:cubicBezTo>
                  <a:pt x="3458100" y="4424739"/>
                  <a:pt x="3426212" y="4411662"/>
                  <a:pt x="3405406" y="4420906"/>
                </a:cubicBezTo>
                <a:cubicBezTo>
                  <a:pt x="3378946" y="4428572"/>
                  <a:pt x="3378041" y="4471638"/>
                  <a:pt x="3404049" y="4480656"/>
                </a:cubicBezTo>
                <a:close/>
                <a:moveTo>
                  <a:pt x="2510206" y="4481504"/>
                </a:moveTo>
                <a:cubicBezTo>
                  <a:pt x="2520548" y="4478081"/>
                  <a:pt x="2528658" y="4470601"/>
                  <a:pt x="2529470" y="4457943"/>
                </a:cubicBezTo>
                <a:cubicBezTo>
                  <a:pt x="2536883" y="4432167"/>
                  <a:pt x="2510004" y="4410074"/>
                  <a:pt x="2485438" y="4418359"/>
                </a:cubicBezTo>
                <a:cubicBezTo>
                  <a:pt x="2455791" y="4422732"/>
                  <a:pt x="2451162" y="4468990"/>
                  <a:pt x="2477564" y="4480728"/>
                </a:cubicBezTo>
                <a:cubicBezTo>
                  <a:pt x="2487294" y="4484295"/>
                  <a:pt x="2499861" y="4484927"/>
                  <a:pt x="2510206" y="4481504"/>
                </a:cubicBezTo>
                <a:close/>
                <a:moveTo>
                  <a:pt x="3845609" y="4481615"/>
                </a:moveTo>
                <a:cubicBezTo>
                  <a:pt x="3855697" y="4478305"/>
                  <a:pt x="3863595" y="4470936"/>
                  <a:pt x="3864171" y="4458385"/>
                </a:cubicBezTo>
                <a:cubicBezTo>
                  <a:pt x="3870166" y="4436508"/>
                  <a:pt x="3851489" y="4413249"/>
                  <a:pt x="3828430" y="4417394"/>
                </a:cubicBezTo>
                <a:cubicBezTo>
                  <a:pt x="3794764" y="4414170"/>
                  <a:pt x="3787616" y="4467367"/>
                  <a:pt x="3813903" y="4480492"/>
                </a:cubicBezTo>
                <a:cubicBezTo>
                  <a:pt x="3823242" y="4484177"/>
                  <a:pt x="3835521" y="4484926"/>
                  <a:pt x="3845609" y="4481615"/>
                </a:cubicBezTo>
                <a:close/>
                <a:moveTo>
                  <a:pt x="2406445" y="4481824"/>
                </a:moveTo>
                <a:cubicBezTo>
                  <a:pt x="2416512" y="4478620"/>
                  <a:pt x="2424386" y="4471420"/>
                  <a:pt x="2424842" y="4459060"/>
                </a:cubicBezTo>
                <a:cubicBezTo>
                  <a:pt x="2430508" y="4436608"/>
                  <a:pt x="2412364" y="4413249"/>
                  <a:pt x="2388530" y="4418465"/>
                </a:cubicBezTo>
                <a:cubicBezTo>
                  <a:pt x="2355888" y="4415743"/>
                  <a:pt x="2349539" y="4468132"/>
                  <a:pt x="2374937" y="4480605"/>
                </a:cubicBezTo>
                <a:cubicBezTo>
                  <a:pt x="2384114" y="4484233"/>
                  <a:pt x="2396377" y="4485027"/>
                  <a:pt x="2406445" y="4481824"/>
                </a:cubicBezTo>
                <a:close/>
                <a:moveTo>
                  <a:pt x="2688842" y="4482554"/>
                </a:moveTo>
                <a:cubicBezTo>
                  <a:pt x="2710578" y="4489450"/>
                  <a:pt x="2739171" y="4477036"/>
                  <a:pt x="2736653" y="4450829"/>
                </a:cubicBezTo>
                <a:cubicBezTo>
                  <a:pt x="2740085" y="4411518"/>
                  <a:pt x="2672603" y="4405312"/>
                  <a:pt x="2666887" y="4442783"/>
                </a:cubicBezTo>
                <a:cubicBezTo>
                  <a:pt x="2660711" y="4460025"/>
                  <a:pt x="2671916" y="4478186"/>
                  <a:pt x="2688842" y="4482554"/>
                </a:cubicBezTo>
                <a:close/>
                <a:moveTo>
                  <a:pt x="1974140" y="4482908"/>
                </a:moveTo>
                <a:cubicBezTo>
                  <a:pt x="1996751" y="4485974"/>
                  <a:pt x="2022265" y="4469693"/>
                  <a:pt x="2016746" y="4444149"/>
                </a:cubicBezTo>
                <a:cubicBezTo>
                  <a:pt x="2012842" y="4413250"/>
                  <a:pt x="1974219" y="4415505"/>
                  <a:pt x="1951920" y="4424527"/>
                </a:cubicBezTo>
                <a:cubicBezTo>
                  <a:pt x="1947553" y="4440316"/>
                  <a:pt x="1939982" y="4459712"/>
                  <a:pt x="1953765" y="4473020"/>
                </a:cubicBezTo>
                <a:cubicBezTo>
                  <a:pt x="1959398" y="4478715"/>
                  <a:pt x="1966604" y="4481886"/>
                  <a:pt x="1974140" y="4482908"/>
                </a:cubicBezTo>
                <a:close/>
                <a:moveTo>
                  <a:pt x="2808223" y="4482983"/>
                </a:moveTo>
                <a:cubicBezTo>
                  <a:pt x="2820038" y="4481323"/>
                  <a:pt x="2831061" y="4474914"/>
                  <a:pt x="2836940" y="4463811"/>
                </a:cubicBezTo>
                <a:cubicBezTo>
                  <a:pt x="2839879" y="4450534"/>
                  <a:pt x="2834679" y="4437257"/>
                  <a:pt x="2831287" y="4424666"/>
                </a:cubicBezTo>
                <a:cubicBezTo>
                  <a:pt x="2812520" y="4416425"/>
                  <a:pt x="2792163" y="4417112"/>
                  <a:pt x="2773394" y="4425124"/>
                </a:cubicBezTo>
                <a:cubicBezTo>
                  <a:pt x="2769325" y="4440919"/>
                  <a:pt x="2763898" y="4459233"/>
                  <a:pt x="2774979" y="4473655"/>
                </a:cubicBezTo>
                <a:cubicBezTo>
                  <a:pt x="2784021" y="4481552"/>
                  <a:pt x="2796628" y="4484642"/>
                  <a:pt x="2808223" y="4482983"/>
                </a:cubicBezTo>
                <a:close/>
                <a:moveTo>
                  <a:pt x="3128913" y="4483100"/>
                </a:moveTo>
                <a:cubicBezTo>
                  <a:pt x="3141693" y="4470627"/>
                  <a:pt x="3147854" y="4452711"/>
                  <a:pt x="3142149" y="4435475"/>
                </a:cubicBezTo>
                <a:cubicBezTo>
                  <a:pt x="3133706" y="4414384"/>
                  <a:pt x="3103583" y="4413250"/>
                  <a:pt x="3087380" y="4425723"/>
                </a:cubicBezTo>
                <a:cubicBezTo>
                  <a:pt x="3074829" y="4435021"/>
                  <a:pt x="3080763" y="4452257"/>
                  <a:pt x="3078480" y="4465410"/>
                </a:cubicBezTo>
                <a:cubicBezTo>
                  <a:pt x="3082816" y="4472441"/>
                  <a:pt x="3088750" y="4477884"/>
                  <a:pt x="3096052" y="4481966"/>
                </a:cubicBezTo>
                <a:cubicBezTo>
                  <a:pt x="3107006" y="4482646"/>
                  <a:pt x="3117960" y="4483100"/>
                  <a:pt x="3128913" y="4483100"/>
                </a:cubicBezTo>
                <a:close/>
                <a:moveTo>
                  <a:pt x="3016136" y="4483222"/>
                </a:moveTo>
                <a:cubicBezTo>
                  <a:pt x="3024335" y="4482281"/>
                  <a:pt x="3031934" y="4479201"/>
                  <a:pt x="3037076" y="4472126"/>
                </a:cubicBezTo>
                <a:cubicBezTo>
                  <a:pt x="3051016" y="4450219"/>
                  <a:pt x="3037533" y="4413250"/>
                  <a:pt x="3007595" y="4418042"/>
                </a:cubicBezTo>
                <a:cubicBezTo>
                  <a:pt x="2972400" y="4413478"/>
                  <a:pt x="2962116" y="4468019"/>
                  <a:pt x="2991597" y="4481483"/>
                </a:cubicBezTo>
                <a:cubicBezTo>
                  <a:pt x="2999139" y="4482966"/>
                  <a:pt x="3007938" y="4484164"/>
                  <a:pt x="3016136" y="4483222"/>
                </a:cubicBezTo>
                <a:close/>
                <a:moveTo>
                  <a:pt x="2913793" y="4483443"/>
                </a:moveTo>
                <a:cubicBezTo>
                  <a:pt x="2931286" y="4479446"/>
                  <a:pt x="2944417" y="4461806"/>
                  <a:pt x="2938942" y="4442640"/>
                </a:cubicBezTo>
                <a:cubicBezTo>
                  <a:pt x="2934836" y="4410753"/>
                  <a:pt x="2883282" y="4410074"/>
                  <a:pt x="2873473" y="4438343"/>
                </a:cubicBezTo>
                <a:cubicBezTo>
                  <a:pt x="2868454" y="4455531"/>
                  <a:pt x="2874385" y="4479956"/>
                  <a:pt x="2895372" y="4482443"/>
                </a:cubicBezTo>
                <a:cubicBezTo>
                  <a:pt x="2901645" y="4484591"/>
                  <a:pt x="2907961" y="4484775"/>
                  <a:pt x="2913793" y="4483443"/>
                </a:cubicBezTo>
                <a:close/>
                <a:moveTo>
                  <a:pt x="3623727" y="4483494"/>
                </a:moveTo>
                <a:cubicBezTo>
                  <a:pt x="3630023" y="4483573"/>
                  <a:pt x="3636343" y="4482240"/>
                  <a:pt x="3641896" y="4479634"/>
                </a:cubicBezTo>
                <a:cubicBezTo>
                  <a:pt x="3653002" y="4474419"/>
                  <a:pt x="3661037" y="4464105"/>
                  <a:pt x="3659660" y="4449779"/>
                </a:cubicBezTo>
                <a:cubicBezTo>
                  <a:pt x="3663792" y="4413564"/>
                  <a:pt x="3608234" y="4405312"/>
                  <a:pt x="3594230" y="4434193"/>
                </a:cubicBezTo>
                <a:cubicBezTo>
                  <a:pt x="3590327" y="4449550"/>
                  <a:pt x="3589179" y="4470408"/>
                  <a:pt x="3605709" y="4478889"/>
                </a:cubicBezTo>
                <a:cubicBezTo>
                  <a:pt x="3611161" y="4481926"/>
                  <a:pt x="3617432" y="4483416"/>
                  <a:pt x="3623727" y="4483494"/>
                </a:cubicBezTo>
                <a:close/>
                <a:moveTo>
                  <a:pt x="6912863" y="4483537"/>
                </a:moveTo>
                <a:cubicBezTo>
                  <a:pt x="6931741" y="4483940"/>
                  <a:pt x="6951074" y="4471811"/>
                  <a:pt x="6948479" y="4450776"/>
                </a:cubicBezTo>
                <a:cubicBezTo>
                  <a:pt x="6953092" y="4414133"/>
                  <a:pt x="6890352" y="4405312"/>
                  <a:pt x="6879741" y="4438561"/>
                </a:cubicBezTo>
                <a:cubicBezTo>
                  <a:pt x="6872129" y="4453264"/>
                  <a:pt x="6879280" y="4472263"/>
                  <a:pt x="6894965" y="4478823"/>
                </a:cubicBezTo>
                <a:cubicBezTo>
                  <a:pt x="6900328" y="4481876"/>
                  <a:pt x="6906570" y="4483403"/>
                  <a:pt x="6912863" y="4483537"/>
                </a:cubicBezTo>
                <a:close/>
                <a:moveTo>
                  <a:pt x="3530712" y="4483584"/>
                </a:moveTo>
                <a:cubicBezTo>
                  <a:pt x="3546118" y="4480440"/>
                  <a:pt x="3557193" y="4466583"/>
                  <a:pt x="3562191" y="4450674"/>
                </a:cubicBezTo>
                <a:cubicBezTo>
                  <a:pt x="3555296" y="4426954"/>
                  <a:pt x="3532084" y="4410075"/>
                  <a:pt x="3507263" y="4420567"/>
                </a:cubicBezTo>
                <a:cubicBezTo>
                  <a:pt x="3476466" y="4428778"/>
                  <a:pt x="3481293" y="4481923"/>
                  <a:pt x="3513928" y="4482835"/>
                </a:cubicBezTo>
                <a:cubicBezTo>
                  <a:pt x="3519961" y="4484489"/>
                  <a:pt x="3525577" y="4484631"/>
                  <a:pt x="3530712" y="4483584"/>
                </a:cubicBezTo>
                <a:close/>
                <a:moveTo>
                  <a:pt x="3199388" y="4484014"/>
                </a:moveTo>
                <a:cubicBezTo>
                  <a:pt x="3221411" y="4484687"/>
                  <a:pt x="3251463" y="4478857"/>
                  <a:pt x="3249399" y="4451053"/>
                </a:cubicBezTo>
                <a:cubicBezTo>
                  <a:pt x="3254216" y="4412039"/>
                  <a:pt x="3186312" y="4405312"/>
                  <a:pt x="3181265" y="4442757"/>
                </a:cubicBezTo>
                <a:cubicBezTo>
                  <a:pt x="3174841" y="4459574"/>
                  <a:pt x="3188835" y="4473027"/>
                  <a:pt x="3199388" y="4484014"/>
                </a:cubicBezTo>
                <a:close/>
                <a:moveTo>
                  <a:pt x="3317446" y="4484418"/>
                </a:moveTo>
                <a:cubicBezTo>
                  <a:pt x="3335963" y="4484097"/>
                  <a:pt x="3354447" y="4472170"/>
                  <a:pt x="3352393" y="4451138"/>
                </a:cubicBezTo>
                <a:cubicBezTo>
                  <a:pt x="3355816" y="4415800"/>
                  <a:pt x="3297624" y="4405312"/>
                  <a:pt x="3286214" y="4436775"/>
                </a:cubicBezTo>
                <a:cubicBezTo>
                  <a:pt x="3283704" y="4451822"/>
                  <a:pt x="3282791" y="4473710"/>
                  <a:pt x="3299678" y="4480777"/>
                </a:cubicBezTo>
                <a:cubicBezTo>
                  <a:pt x="3305098" y="4483342"/>
                  <a:pt x="3311274" y="4484525"/>
                  <a:pt x="3317446" y="4484418"/>
                </a:cubicBezTo>
                <a:close/>
                <a:moveTo>
                  <a:pt x="3727657" y="4484487"/>
                </a:moveTo>
                <a:cubicBezTo>
                  <a:pt x="3746202" y="4484162"/>
                  <a:pt x="3764430" y="4472204"/>
                  <a:pt x="3761548" y="4450369"/>
                </a:cubicBezTo>
                <a:cubicBezTo>
                  <a:pt x="3765165" y="4414554"/>
                  <a:pt x="3710001" y="4405312"/>
                  <a:pt x="3696888" y="4434888"/>
                </a:cubicBezTo>
                <a:cubicBezTo>
                  <a:pt x="3693045" y="4450369"/>
                  <a:pt x="3692366" y="4473707"/>
                  <a:pt x="3709775" y="4480870"/>
                </a:cubicBezTo>
                <a:cubicBezTo>
                  <a:pt x="3715257" y="4483412"/>
                  <a:pt x="3721475" y="4484596"/>
                  <a:pt x="3727657" y="4484487"/>
                </a:cubicBezTo>
                <a:close/>
                <a:moveTo>
                  <a:pt x="3949020" y="4484687"/>
                </a:moveTo>
                <a:cubicBezTo>
                  <a:pt x="3959711" y="4473023"/>
                  <a:pt x="3971766" y="4459300"/>
                  <a:pt x="3966535" y="4441918"/>
                </a:cubicBezTo>
                <a:cubicBezTo>
                  <a:pt x="3961985" y="4403724"/>
                  <a:pt x="3895566" y="4411729"/>
                  <a:pt x="3899206" y="4450609"/>
                </a:cubicBezTo>
                <a:cubicBezTo>
                  <a:pt x="3896704" y="4478740"/>
                  <a:pt x="3927866" y="4484458"/>
                  <a:pt x="3949020" y="4484687"/>
                </a:cubicBezTo>
                <a:close/>
                <a:moveTo>
                  <a:pt x="3409629" y="4587874"/>
                </a:moveTo>
                <a:lnTo>
                  <a:pt x="3435561" y="4587874"/>
                </a:lnTo>
                <a:cubicBezTo>
                  <a:pt x="3449993" y="4576957"/>
                  <a:pt x="3460591" y="4558761"/>
                  <a:pt x="3452473" y="4540565"/>
                </a:cubicBezTo>
                <a:cubicBezTo>
                  <a:pt x="3441875" y="4510087"/>
                  <a:pt x="3389109" y="4514635"/>
                  <a:pt x="3385726" y="4547389"/>
                </a:cubicBezTo>
                <a:cubicBezTo>
                  <a:pt x="3381216" y="4566039"/>
                  <a:pt x="3394972" y="4579459"/>
                  <a:pt x="3409629" y="4587874"/>
                </a:cubicBezTo>
                <a:close/>
                <a:moveTo>
                  <a:pt x="3302749" y="4587874"/>
                </a:moveTo>
                <a:lnTo>
                  <a:pt x="3330190" y="4587874"/>
                </a:lnTo>
                <a:cubicBezTo>
                  <a:pt x="3360579" y="4572445"/>
                  <a:pt x="3357177" y="4520170"/>
                  <a:pt x="3319531" y="4518789"/>
                </a:cubicBezTo>
                <a:cubicBezTo>
                  <a:pt x="3279844" y="4513262"/>
                  <a:pt x="3271679" y="4571063"/>
                  <a:pt x="3302749" y="4587874"/>
                </a:cubicBezTo>
                <a:close/>
                <a:moveTo>
                  <a:pt x="3093760" y="4587874"/>
                </a:moveTo>
                <a:lnTo>
                  <a:pt x="3122285" y="4587874"/>
                </a:lnTo>
                <a:cubicBezTo>
                  <a:pt x="3137803" y="4580740"/>
                  <a:pt x="3149441" y="4566011"/>
                  <a:pt x="3144877" y="4547830"/>
                </a:cubicBezTo>
                <a:cubicBezTo>
                  <a:pt x="3145790" y="4510777"/>
                  <a:pt x="3079839" y="4510087"/>
                  <a:pt x="3080067" y="4547139"/>
                </a:cubicBezTo>
                <a:cubicBezTo>
                  <a:pt x="3076416" y="4562559"/>
                  <a:pt x="3086229" y="4575447"/>
                  <a:pt x="3093760" y="4587874"/>
                </a:cubicBezTo>
                <a:close/>
                <a:moveTo>
                  <a:pt x="2894308" y="4587874"/>
                </a:moveTo>
                <a:lnTo>
                  <a:pt x="2916987" y="4587874"/>
                </a:lnTo>
                <a:cubicBezTo>
                  <a:pt x="2952592" y="4574944"/>
                  <a:pt x="2942840" y="4511674"/>
                  <a:pt x="2902019" y="4519987"/>
                </a:cubicBezTo>
                <a:cubicBezTo>
                  <a:pt x="2864372" y="4518833"/>
                  <a:pt x="2862104" y="4577022"/>
                  <a:pt x="2894308" y="4587874"/>
                </a:cubicBezTo>
                <a:close/>
                <a:moveTo>
                  <a:pt x="2689286" y="4587874"/>
                </a:moveTo>
                <a:lnTo>
                  <a:pt x="2714683" y="4587874"/>
                </a:lnTo>
                <a:cubicBezTo>
                  <a:pt x="2748022" y="4574829"/>
                  <a:pt x="2740315" y="4518297"/>
                  <a:pt x="2702895" y="4520585"/>
                </a:cubicBezTo>
                <a:cubicBezTo>
                  <a:pt x="2661846" y="4513262"/>
                  <a:pt x="2652774" y="4575286"/>
                  <a:pt x="2689286" y="4587874"/>
                </a:cubicBezTo>
                <a:close/>
                <a:moveTo>
                  <a:pt x="2583518" y="4587874"/>
                </a:moveTo>
                <a:lnTo>
                  <a:pt x="2608863" y="4587874"/>
                </a:lnTo>
                <a:cubicBezTo>
                  <a:pt x="2644835" y="4575971"/>
                  <a:pt x="2636919" y="4514849"/>
                  <a:pt x="2597100" y="4519199"/>
                </a:cubicBezTo>
                <a:cubicBezTo>
                  <a:pt x="2559322" y="4517139"/>
                  <a:pt x="2554345" y="4572079"/>
                  <a:pt x="2583518" y="4587874"/>
                </a:cubicBezTo>
                <a:close/>
                <a:moveTo>
                  <a:pt x="2483747" y="4587874"/>
                </a:moveTo>
                <a:lnTo>
                  <a:pt x="2508559" y="4587874"/>
                </a:lnTo>
                <a:cubicBezTo>
                  <a:pt x="2543229" y="4572906"/>
                  <a:pt x="2533365" y="4513262"/>
                  <a:pt x="2492481" y="4519019"/>
                </a:cubicBezTo>
                <a:cubicBezTo>
                  <a:pt x="2454826" y="4519479"/>
                  <a:pt x="2451162" y="4575209"/>
                  <a:pt x="2483747" y="4587874"/>
                </a:cubicBezTo>
                <a:close/>
                <a:moveTo>
                  <a:pt x="2377934" y="4587874"/>
                </a:moveTo>
                <a:lnTo>
                  <a:pt x="2406194" y="4587874"/>
                </a:lnTo>
                <a:cubicBezTo>
                  <a:pt x="2419050" y="4578411"/>
                  <a:pt x="2428920" y="4564561"/>
                  <a:pt x="2425017" y="4547711"/>
                </a:cubicBezTo>
                <a:cubicBezTo>
                  <a:pt x="2426166" y="4510318"/>
                  <a:pt x="2359807" y="4510087"/>
                  <a:pt x="2359581" y="4547019"/>
                </a:cubicBezTo>
                <a:cubicBezTo>
                  <a:pt x="2355888" y="4563869"/>
                  <a:pt x="2366003" y="4577718"/>
                  <a:pt x="2377934" y="4587874"/>
                </a:cubicBezTo>
                <a:close/>
                <a:moveTo>
                  <a:pt x="2275187" y="4587874"/>
                </a:moveTo>
                <a:lnTo>
                  <a:pt x="2301025" y="4587874"/>
                </a:lnTo>
                <a:cubicBezTo>
                  <a:pt x="2333663" y="4574928"/>
                  <a:pt x="2328898" y="4517130"/>
                  <a:pt x="2290375" y="4518980"/>
                </a:cubicBezTo>
                <a:cubicBezTo>
                  <a:pt x="2251591" y="4516436"/>
                  <a:pt x="2244784" y="4570766"/>
                  <a:pt x="2275187" y="4587874"/>
                </a:cubicBezTo>
                <a:close/>
                <a:moveTo>
                  <a:pt x="2172828" y="4587874"/>
                </a:moveTo>
                <a:lnTo>
                  <a:pt x="2199715" y="4587874"/>
                </a:lnTo>
                <a:cubicBezTo>
                  <a:pt x="2214953" y="4577492"/>
                  <a:pt x="2224139" y="4558340"/>
                  <a:pt x="2218313" y="4539650"/>
                </a:cubicBezTo>
                <a:cubicBezTo>
                  <a:pt x="2208901" y="4508499"/>
                  <a:pt x="2155123" y="4514037"/>
                  <a:pt x="2153330" y="4547264"/>
                </a:cubicBezTo>
                <a:cubicBezTo>
                  <a:pt x="2149522" y="4564570"/>
                  <a:pt x="2160047" y="4578414"/>
                  <a:pt x="2172828" y="4587874"/>
                </a:cubicBezTo>
                <a:close/>
                <a:moveTo>
                  <a:pt x="3507605" y="4587875"/>
                </a:moveTo>
                <a:lnTo>
                  <a:pt x="3531229" y="4587875"/>
                </a:lnTo>
                <a:cubicBezTo>
                  <a:pt x="3547743" y="4582106"/>
                  <a:pt x="3562192" y="4567108"/>
                  <a:pt x="3558523" y="4547956"/>
                </a:cubicBezTo>
                <a:cubicBezTo>
                  <a:pt x="3554165" y="4517499"/>
                  <a:pt x="3507835" y="4508500"/>
                  <a:pt x="3491780" y="4534112"/>
                </a:cubicBezTo>
                <a:cubicBezTo>
                  <a:pt x="3481229" y="4553494"/>
                  <a:pt x="3489486" y="4576799"/>
                  <a:pt x="3507605" y="4587875"/>
                </a:cubicBezTo>
                <a:close/>
                <a:moveTo>
                  <a:pt x="3612594" y="4587875"/>
                </a:moveTo>
                <a:lnTo>
                  <a:pt x="3636994" y="4587875"/>
                </a:lnTo>
                <a:cubicBezTo>
                  <a:pt x="3670141" y="4575401"/>
                  <a:pt x="3666458" y="4517420"/>
                  <a:pt x="3627326" y="4520192"/>
                </a:cubicBezTo>
                <a:cubicBezTo>
                  <a:pt x="3586353" y="4513262"/>
                  <a:pt x="3578066" y="4573553"/>
                  <a:pt x="3612594" y="458787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0"/>
                </a:schemeClr>
              </a:gs>
              <a:gs pos="84000">
                <a:schemeClr val="bg1">
                  <a:alpha val="15000"/>
                </a:schemeClr>
              </a:gs>
            </a:gsLst>
            <a:lin ang="5400000" scaled="0"/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id-ID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2E1BA47-A5E4-4970-820C-6981038A7BF0}"/>
              </a:ext>
            </a:extLst>
          </p:cNvPr>
          <p:cNvSpPr/>
          <p:nvPr/>
        </p:nvSpPr>
        <p:spPr>
          <a:xfrm>
            <a:off x="1257073" y="1225138"/>
            <a:ext cx="967785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Technological Developments Throughout The World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690DE261-EC55-4328-963B-8E04981A86EF}"/>
              </a:ext>
            </a:extLst>
          </p:cNvPr>
          <p:cNvGrpSpPr/>
          <p:nvPr/>
        </p:nvGrpSpPr>
        <p:grpSpPr>
          <a:xfrm>
            <a:off x="2061935" y="2124410"/>
            <a:ext cx="7547429" cy="2656114"/>
            <a:chOff x="2249714" y="2235200"/>
            <a:chExt cx="7547429" cy="2656114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35A01EC-1421-4CDD-AEE1-197D1172C590}"/>
                </a:ext>
              </a:extLst>
            </p:cNvPr>
            <p:cNvSpPr/>
            <p:nvPr/>
          </p:nvSpPr>
          <p:spPr>
            <a:xfrm>
              <a:off x="2249714" y="2235200"/>
              <a:ext cx="7547429" cy="2656114"/>
            </a:xfrm>
            <a:custGeom>
              <a:avLst/>
              <a:gdLst>
                <a:gd name="connsiteX0" fmla="*/ 972457 w 7547429"/>
                <a:gd name="connsiteY0" fmla="*/ 522514 h 2656114"/>
                <a:gd name="connsiteX1" fmla="*/ 3439886 w 7547429"/>
                <a:gd name="connsiteY1" fmla="*/ 1407886 h 2656114"/>
                <a:gd name="connsiteX2" fmla="*/ 5791200 w 7547429"/>
                <a:gd name="connsiteY2" fmla="*/ 508000 h 2656114"/>
                <a:gd name="connsiteX3" fmla="*/ 6458857 w 7547429"/>
                <a:gd name="connsiteY3" fmla="*/ 1335314 h 2656114"/>
                <a:gd name="connsiteX4" fmla="*/ 4688115 w 7547429"/>
                <a:gd name="connsiteY4" fmla="*/ 449943 h 2656114"/>
                <a:gd name="connsiteX5" fmla="*/ 4005943 w 7547429"/>
                <a:gd name="connsiteY5" fmla="*/ 1654629 h 2656114"/>
                <a:gd name="connsiteX6" fmla="*/ 1741715 w 7547429"/>
                <a:gd name="connsiteY6" fmla="*/ 2293257 h 2656114"/>
                <a:gd name="connsiteX7" fmla="*/ 0 w 7547429"/>
                <a:gd name="connsiteY7" fmla="*/ 130629 h 2656114"/>
                <a:gd name="connsiteX8" fmla="*/ 1770743 w 7547429"/>
                <a:gd name="connsiteY8" fmla="*/ 493486 h 2656114"/>
                <a:gd name="connsiteX9" fmla="*/ 957943 w 7547429"/>
                <a:gd name="connsiteY9" fmla="*/ 856343 h 2656114"/>
                <a:gd name="connsiteX10" fmla="*/ 1973943 w 7547429"/>
                <a:gd name="connsiteY10" fmla="*/ 2032000 h 2656114"/>
                <a:gd name="connsiteX11" fmla="*/ 4267200 w 7547429"/>
                <a:gd name="connsiteY11" fmla="*/ 2656114 h 2656114"/>
                <a:gd name="connsiteX12" fmla="*/ 6502400 w 7547429"/>
                <a:gd name="connsiteY12" fmla="*/ 493486 h 2656114"/>
                <a:gd name="connsiteX13" fmla="*/ 4049486 w 7547429"/>
                <a:gd name="connsiteY13" fmla="*/ 87086 h 2656114"/>
                <a:gd name="connsiteX14" fmla="*/ 4470400 w 7547429"/>
                <a:gd name="connsiteY14" fmla="*/ 1654629 h 2656114"/>
                <a:gd name="connsiteX15" fmla="*/ 7547429 w 7547429"/>
                <a:gd name="connsiteY15" fmla="*/ 0 h 265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547429" h="2656114">
                  <a:moveTo>
                    <a:pt x="972457" y="522514"/>
                  </a:moveTo>
                  <a:lnTo>
                    <a:pt x="3439886" y="1407886"/>
                  </a:lnTo>
                  <a:lnTo>
                    <a:pt x="5791200" y="508000"/>
                  </a:lnTo>
                  <a:lnTo>
                    <a:pt x="6458857" y="1335314"/>
                  </a:lnTo>
                  <a:lnTo>
                    <a:pt x="4688115" y="449943"/>
                  </a:lnTo>
                  <a:lnTo>
                    <a:pt x="4005943" y="1654629"/>
                  </a:lnTo>
                  <a:lnTo>
                    <a:pt x="1741715" y="2293257"/>
                  </a:lnTo>
                  <a:lnTo>
                    <a:pt x="0" y="130629"/>
                  </a:lnTo>
                  <a:lnTo>
                    <a:pt x="1770743" y="493486"/>
                  </a:lnTo>
                  <a:lnTo>
                    <a:pt x="957943" y="856343"/>
                  </a:lnTo>
                  <a:lnTo>
                    <a:pt x="1973943" y="2032000"/>
                  </a:lnTo>
                  <a:lnTo>
                    <a:pt x="4267200" y="2656114"/>
                  </a:lnTo>
                  <a:lnTo>
                    <a:pt x="6502400" y="493486"/>
                  </a:lnTo>
                  <a:lnTo>
                    <a:pt x="4049486" y="87086"/>
                  </a:lnTo>
                  <a:lnTo>
                    <a:pt x="4470400" y="1654629"/>
                  </a:lnTo>
                  <a:lnTo>
                    <a:pt x="7547429" y="0"/>
                  </a:lnTo>
                </a:path>
              </a:pathLst>
            </a:custGeom>
            <a:noFill/>
            <a:ln w="12700" cap="rnd">
              <a:gradFill>
                <a:gsLst>
                  <a:gs pos="50000">
                    <a:schemeClr val="accent1">
                      <a:alpha val="39000"/>
                    </a:schemeClr>
                  </a:gs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1"/>
              </a:gra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5F19340E-E7FE-4BCA-8C09-913F1B675E04}"/>
                </a:ext>
              </a:extLst>
            </p:cNvPr>
            <p:cNvGrpSpPr/>
            <p:nvPr/>
          </p:nvGrpSpPr>
          <p:grpSpPr>
            <a:xfrm>
              <a:off x="5638284" y="3583365"/>
              <a:ext cx="124341" cy="124341"/>
              <a:chOff x="5688290" y="3559386"/>
              <a:chExt cx="163092" cy="163092"/>
            </a:xfrm>
          </p:grpSpPr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D184C5B1-072C-411B-B5EE-34236211D45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CB911D1D-7BDB-4117-936D-FC10BF6B62D4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F1C024F5-9299-40DD-8E9F-02999A4AD7C2}"/>
                </a:ext>
              </a:extLst>
            </p:cNvPr>
            <p:cNvGrpSpPr/>
            <p:nvPr/>
          </p:nvGrpSpPr>
          <p:grpSpPr>
            <a:xfrm>
              <a:off x="6662222" y="3821593"/>
              <a:ext cx="124341" cy="124341"/>
              <a:chOff x="5688290" y="3559386"/>
              <a:chExt cx="163092" cy="163092"/>
            </a:xfrm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F9653859-B479-4581-824C-111BA0CEBAF5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962DFE57-D620-4420-84C6-E9270B80C3CE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C1E75E39-7FE3-4964-870C-6DC43CCF8203}"/>
                </a:ext>
              </a:extLst>
            </p:cNvPr>
            <p:cNvGrpSpPr/>
            <p:nvPr/>
          </p:nvGrpSpPr>
          <p:grpSpPr>
            <a:xfrm>
              <a:off x="3147497" y="3025953"/>
              <a:ext cx="124341" cy="124341"/>
              <a:chOff x="5688290" y="3559386"/>
              <a:chExt cx="163092" cy="163092"/>
            </a:xfrm>
          </p:grpSpPr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0A093787-BA5E-4717-BFA7-954C762FD857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B0AF8F7C-20BB-47BD-AD7F-721F96AB8074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CB60C0A7-87B1-4877-BCDB-DBCD95F0AE16}"/>
                </a:ext>
              </a:extLst>
            </p:cNvPr>
            <p:cNvGrpSpPr/>
            <p:nvPr/>
          </p:nvGrpSpPr>
          <p:grpSpPr>
            <a:xfrm>
              <a:off x="6900347" y="2656492"/>
              <a:ext cx="124341" cy="124341"/>
              <a:chOff x="5688290" y="3559386"/>
              <a:chExt cx="163092" cy="163092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21D70BB-C306-41D4-BEC8-0D1E7523E76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55C5BA27-29D9-4A10-AD70-D9EB5B37517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3A855329-DDF4-4AF8-8ED1-B032F6D431B3}"/>
                </a:ext>
              </a:extLst>
            </p:cNvPr>
            <p:cNvGrpSpPr/>
            <p:nvPr/>
          </p:nvGrpSpPr>
          <p:grpSpPr>
            <a:xfrm>
              <a:off x="8624372" y="3512416"/>
              <a:ext cx="124341" cy="124341"/>
              <a:chOff x="5688290" y="3559386"/>
              <a:chExt cx="163092" cy="163092"/>
            </a:xfrm>
          </p:grpSpPr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89A580ED-B048-4D64-B4A4-5FCE48935329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26371BC9-1611-4721-9148-A74FE43CBA4F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B5D652B-628D-4B6D-882E-9F65F19D9820}"/>
                </a:ext>
              </a:extLst>
            </p:cNvPr>
            <p:cNvGrpSpPr/>
            <p:nvPr/>
          </p:nvGrpSpPr>
          <p:grpSpPr>
            <a:xfrm>
              <a:off x="3964266" y="2696826"/>
              <a:ext cx="124341" cy="124341"/>
              <a:chOff x="5688290" y="3559386"/>
              <a:chExt cx="163092" cy="163092"/>
            </a:xfrm>
          </p:grpSpPr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791C67E3-B081-4635-B8C2-A8BE7063FC33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95BE7C63-0691-43BB-B7E4-6C1FF604EA8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C748142-E0A2-41FF-8AF8-34EC7AA8F5C7}"/>
              </a:ext>
            </a:extLst>
          </p:cNvPr>
          <p:cNvGrpSpPr/>
          <p:nvPr/>
        </p:nvGrpSpPr>
        <p:grpSpPr>
          <a:xfrm>
            <a:off x="991961" y="4971142"/>
            <a:ext cx="3181350" cy="957944"/>
            <a:chOff x="991961" y="4971142"/>
            <a:chExt cx="3181350" cy="957944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57510972-C3DB-48EC-9445-B419D3A76707}"/>
                </a:ext>
              </a:extLst>
            </p:cNvPr>
            <p:cNvSpPr/>
            <p:nvPr/>
          </p:nvSpPr>
          <p:spPr>
            <a:xfrm rot="5400000">
              <a:off x="2103664" y="38594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8276A87-D6B7-4F24-954F-7DEACF7C6FB3}"/>
                </a:ext>
              </a:extLst>
            </p:cNvPr>
            <p:cNvGrpSpPr/>
            <p:nvPr/>
          </p:nvGrpSpPr>
          <p:grpSpPr>
            <a:xfrm>
              <a:off x="1086757" y="5104691"/>
              <a:ext cx="1684090" cy="653144"/>
              <a:chOff x="2631139" y="1978763"/>
              <a:chExt cx="1684090" cy="653144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7949DBA-6E1E-4B6D-968B-0C34DD156AF6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011BFFD-FC69-4F62-9F66-5272B8C78954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55FE9DB-6AA3-45BF-82C0-88A537E48359}"/>
              </a:ext>
            </a:extLst>
          </p:cNvPr>
          <p:cNvGrpSpPr/>
          <p:nvPr/>
        </p:nvGrpSpPr>
        <p:grpSpPr>
          <a:xfrm>
            <a:off x="4505325" y="4971142"/>
            <a:ext cx="3181350" cy="957944"/>
            <a:chOff x="4505325" y="4971142"/>
            <a:chExt cx="3181350" cy="957944"/>
          </a:xfrm>
        </p:grpSpPr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A566C6FC-2879-4ED6-B2E2-6829757895F1}"/>
                </a:ext>
              </a:extLst>
            </p:cNvPr>
            <p:cNvSpPr/>
            <p:nvPr/>
          </p:nvSpPr>
          <p:spPr>
            <a:xfrm rot="5400000">
              <a:off x="5617028" y="38594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50FF8479-728C-41E3-A22E-030E6B51B690}"/>
                </a:ext>
              </a:extLst>
            </p:cNvPr>
            <p:cNvGrpSpPr/>
            <p:nvPr/>
          </p:nvGrpSpPr>
          <p:grpSpPr>
            <a:xfrm>
              <a:off x="4600121" y="5104691"/>
              <a:ext cx="1684090" cy="653144"/>
              <a:chOff x="2631139" y="1978763"/>
              <a:chExt cx="1684090" cy="653144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BC25718-A59D-4893-8D9A-8E0E2EE06C8F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47CFBF9-E541-4603-92AD-9EE9C1E3FA62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D9B2719-8C09-497F-8E9F-C591C1AEEC3F}"/>
              </a:ext>
            </a:extLst>
          </p:cNvPr>
          <p:cNvGrpSpPr/>
          <p:nvPr/>
        </p:nvGrpSpPr>
        <p:grpSpPr>
          <a:xfrm>
            <a:off x="8018689" y="4971142"/>
            <a:ext cx="3181350" cy="957944"/>
            <a:chOff x="8018689" y="4971142"/>
            <a:chExt cx="3181350" cy="957944"/>
          </a:xfrm>
        </p:grpSpPr>
        <p:sp>
          <p:nvSpPr>
            <p:cNvPr id="16" name="Rectangle: Rounded Corners 15">
              <a:extLst>
                <a:ext uri="{FF2B5EF4-FFF2-40B4-BE49-F238E27FC236}">
                  <a16:creationId xmlns:a16="http://schemas.microsoft.com/office/drawing/2014/main" id="{0E6E52F4-039F-4A67-B405-132E8FEC90ED}"/>
                </a:ext>
              </a:extLst>
            </p:cNvPr>
            <p:cNvSpPr/>
            <p:nvPr/>
          </p:nvSpPr>
          <p:spPr>
            <a:xfrm rot="5400000">
              <a:off x="9130392" y="3859439"/>
              <a:ext cx="957944" cy="3181350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2F704FB-F8AD-45FC-8DCA-109A3A3D38E1}"/>
                </a:ext>
              </a:extLst>
            </p:cNvPr>
            <p:cNvGrpSpPr/>
            <p:nvPr/>
          </p:nvGrpSpPr>
          <p:grpSpPr>
            <a:xfrm>
              <a:off x="8113485" y="5104691"/>
              <a:ext cx="1684090" cy="653144"/>
              <a:chOff x="2631139" y="1978763"/>
              <a:chExt cx="1684090" cy="653144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91AF5133-C0EF-4436-A849-3AF8DFBD9D78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1854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b="1" dirty="0">
                    <a:solidFill>
                      <a:schemeClr val="accent3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0B09CED-2A5F-4009-B0D4-4FB585F81C37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939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6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4225D27-7437-4D3D-B3A0-803560BE763A}"/>
              </a:ext>
            </a:extLst>
          </p:cNvPr>
          <p:cNvGrpSpPr/>
          <p:nvPr/>
        </p:nvGrpSpPr>
        <p:grpSpPr>
          <a:xfrm>
            <a:off x="991961" y="3707706"/>
            <a:ext cx="3034476" cy="1116874"/>
            <a:chOff x="7750527" y="1354754"/>
            <a:chExt cx="3034476" cy="1116874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4707CF42-2989-41FF-A5E5-F3C76381810A}"/>
                </a:ext>
              </a:extLst>
            </p:cNvPr>
            <p:cNvSpPr/>
            <p:nvPr/>
          </p:nvSpPr>
          <p:spPr>
            <a:xfrm>
              <a:off x="7750527" y="2171931"/>
              <a:ext cx="3034476" cy="2996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39B37A4-2059-4448-B58E-96189D92D74E}"/>
                </a:ext>
              </a:extLst>
            </p:cNvPr>
            <p:cNvSpPr/>
            <p:nvPr/>
          </p:nvSpPr>
          <p:spPr>
            <a:xfrm>
              <a:off x="7750527" y="1354754"/>
              <a:ext cx="3034476" cy="99719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8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200</a:t>
              </a:r>
              <a:r>
                <a:rPr lang="en-US" sz="24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2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1C9F8CE-145D-47BA-9A10-F839562E2734}"/>
              </a:ext>
            </a:extLst>
          </p:cNvPr>
          <p:cNvGrpSpPr/>
          <p:nvPr/>
        </p:nvGrpSpPr>
        <p:grpSpPr>
          <a:xfrm>
            <a:off x="4505325" y="3707706"/>
            <a:ext cx="3034476" cy="1116874"/>
            <a:chOff x="7750527" y="1354754"/>
            <a:chExt cx="3034476" cy="1116874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7A315710-7A27-4BD6-B06D-DBE0E312004B}"/>
                </a:ext>
              </a:extLst>
            </p:cNvPr>
            <p:cNvSpPr/>
            <p:nvPr/>
          </p:nvSpPr>
          <p:spPr>
            <a:xfrm>
              <a:off x="7750527" y="2171931"/>
              <a:ext cx="3034476" cy="2996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7B3BF120-5963-4067-9C2D-5A2DA488D1AC}"/>
                </a:ext>
              </a:extLst>
            </p:cNvPr>
            <p:cNvSpPr/>
            <p:nvPr/>
          </p:nvSpPr>
          <p:spPr>
            <a:xfrm>
              <a:off x="7750527" y="1354754"/>
              <a:ext cx="3034476" cy="99719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8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sz="24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2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0D3C717C-E8E4-4CC3-B5E2-C7F74D61175A}"/>
              </a:ext>
            </a:extLst>
          </p:cNvPr>
          <p:cNvGrpSpPr/>
          <p:nvPr/>
        </p:nvGrpSpPr>
        <p:grpSpPr>
          <a:xfrm>
            <a:off x="8018689" y="3707706"/>
            <a:ext cx="3034476" cy="1116874"/>
            <a:chOff x="7750527" y="1354754"/>
            <a:chExt cx="3034476" cy="1116874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8ECB09C0-8F18-44FC-A0A7-CF2A5EA750C5}"/>
                </a:ext>
              </a:extLst>
            </p:cNvPr>
            <p:cNvSpPr/>
            <p:nvPr/>
          </p:nvSpPr>
          <p:spPr>
            <a:xfrm>
              <a:off x="7750527" y="2171931"/>
              <a:ext cx="3034476" cy="2996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78B6F0E-01AC-4C53-98CF-CA50EFC861E7}"/>
                </a:ext>
              </a:extLst>
            </p:cNvPr>
            <p:cNvSpPr/>
            <p:nvPr/>
          </p:nvSpPr>
          <p:spPr>
            <a:xfrm>
              <a:off x="7750527" y="1354754"/>
              <a:ext cx="3034476" cy="99719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8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300</a:t>
              </a:r>
              <a:r>
                <a:rPr lang="en-US" sz="24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32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D58C2F78-778A-42A9-BD6A-A746CBDD6181}"/>
              </a:ext>
            </a:extLst>
          </p:cNvPr>
          <p:cNvSpPr/>
          <p:nvPr/>
        </p:nvSpPr>
        <p:spPr>
          <a:xfrm>
            <a:off x="271425" y="3072723"/>
            <a:ext cx="328903" cy="32890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6DCD35AE-BE70-4AB8-9EB3-587600237862}"/>
              </a:ext>
            </a:extLst>
          </p:cNvPr>
          <p:cNvSpPr/>
          <p:nvPr/>
        </p:nvSpPr>
        <p:spPr>
          <a:xfrm>
            <a:off x="3007507" y="6282114"/>
            <a:ext cx="1123370" cy="112337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D447A778-E030-41D5-9364-F847DC80BA71}"/>
              </a:ext>
            </a:extLst>
          </p:cNvPr>
          <p:cNvSpPr/>
          <p:nvPr/>
        </p:nvSpPr>
        <p:spPr>
          <a:xfrm>
            <a:off x="11883041" y="1170751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6DB51025-D253-4F45-B522-9418DDFAD792}"/>
              </a:ext>
            </a:extLst>
          </p:cNvPr>
          <p:cNvSpPr/>
          <p:nvPr/>
        </p:nvSpPr>
        <p:spPr>
          <a:xfrm>
            <a:off x="1920645" y="5212979"/>
            <a:ext cx="1925641" cy="474270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0414" h="474270">
                <a:moveTo>
                  <a:pt x="0" y="474270"/>
                </a:moveTo>
                <a:cubicBezTo>
                  <a:pt x="752025" y="87599"/>
                  <a:pt x="797672" y="39598"/>
                  <a:pt x="1318079" y="2555"/>
                </a:cubicBezTo>
                <a:cubicBezTo>
                  <a:pt x="1838486" y="-34488"/>
                  <a:pt x="2035931" y="346362"/>
                  <a:pt x="2770414" y="17582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2">
                    <a:alpha val="0"/>
                  </a:schemeClr>
                </a:gs>
                <a:gs pos="100000">
                  <a:schemeClr val="accent1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AD3650B1-6BEF-4B90-AB94-5B360FD1FBE2}"/>
              </a:ext>
            </a:extLst>
          </p:cNvPr>
          <p:cNvSpPr/>
          <p:nvPr/>
        </p:nvSpPr>
        <p:spPr>
          <a:xfrm>
            <a:off x="5434009" y="5157023"/>
            <a:ext cx="1944691" cy="53022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7641A73-A9DE-4A06-BDA9-8C8899D87EF6}"/>
              </a:ext>
            </a:extLst>
          </p:cNvPr>
          <p:cNvSpPr/>
          <p:nvPr/>
        </p:nvSpPr>
        <p:spPr>
          <a:xfrm>
            <a:off x="9018812" y="5182492"/>
            <a:ext cx="1916115" cy="370095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1318080 w 2770414"/>
              <a:gd name="connsiteY1" fmla="*/ 45810 h 298450"/>
              <a:gd name="connsiteX2" fmla="*/ 2770414 w 2770414"/>
              <a:gd name="connsiteY2" fmla="*/ 0 h 2984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708747"/>
              <a:gd name="connsiteY0" fmla="*/ 369888 h 369888"/>
              <a:gd name="connsiteX1" fmla="*/ 2708747 w 2708747"/>
              <a:gd name="connsiteY1" fmla="*/ 0 h 369888"/>
              <a:gd name="connsiteX0" fmla="*/ 0 w 2708747"/>
              <a:gd name="connsiteY0" fmla="*/ 369888 h 377270"/>
              <a:gd name="connsiteX1" fmla="*/ 2708747 w 2708747"/>
              <a:gd name="connsiteY1" fmla="*/ 0 h 377270"/>
              <a:gd name="connsiteX0" fmla="*/ 0 w 2756709"/>
              <a:gd name="connsiteY0" fmla="*/ 298451 h 307440"/>
              <a:gd name="connsiteX1" fmla="*/ 2756709 w 2756709"/>
              <a:gd name="connsiteY1" fmla="*/ 0 h 307440"/>
              <a:gd name="connsiteX0" fmla="*/ 0 w 2756709"/>
              <a:gd name="connsiteY0" fmla="*/ 314003 h 319785"/>
              <a:gd name="connsiteX1" fmla="*/ 2756709 w 2756709"/>
              <a:gd name="connsiteY1" fmla="*/ 15552 h 319785"/>
              <a:gd name="connsiteX0" fmla="*/ 0 w 2756709"/>
              <a:gd name="connsiteY0" fmla="*/ 311808 h 338585"/>
              <a:gd name="connsiteX1" fmla="*/ 2756709 w 2756709"/>
              <a:gd name="connsiteY1" fmla="*/ 13357 h 338585"/>
              <a:gd name="connsiteX0" fmla="*/ 0 w 2756709"/>
              <a:gd name="connsiteY0" fmla="*/ 347596 h 370095"/>
              <a:gd name="connsiteX1" fmla="*/ 2756709 w 2756709"/>
              <a:gd name="connsiteY1" fmla="*/ 49145 h 370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56709" h="370095">
                <a:moveTo>
                  <a:pt x="0" y="347596"/>
                </a:moveTo>
                <a:cubicBezTo>
                  <a:pt x="1807352" y="500526"/>
                  <a:pt x="1346761" y="-184747"/>
                  <a:pt x="2756709" y="49145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6">
                    <a:alpha val="0"/>
                  </a:schemeClr>
                </a:gs>
                <a:gs pos="100000">
                  <a:schemeClr val="accent5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8812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1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1" nodeType="withEffect" p14:presetBounceEnd="66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7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8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7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8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6.25E-7 4.07407E-6 L 6.25E-7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2.5E-6 4.81481E-6 L 2.5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0" grpId="0"/>
          <p:bldP spid="30" grpId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5" grpId="0" animBg="1"/>
          <p:bldP spid="11" grpId="0" animBg="1"/>
          <p:bldP spid="1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7" dur="1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ntr" presetSubtype="32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9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75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8" dur="7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7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2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4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6.25E-7 4.07407E-6 L 6.25E-7 0.02847 " pathEditMode="relative" rAng="0" ptsTypes="AA">
                                          <p:cBhvr>
                                            <p:cTn id="70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2" presetClass="entr" presetSubtype="4" decel="10000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50000" decel="50000" autoRev="1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76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2.5E-6 4.81481E-6 L 2.5E-6 0.02847 " pathEditMode="relative" rAng="0" ptsTypes="AA">
                                          <p:cBhvr>
                                            <p:cTn id="82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0" grpId="0"/>
          <p:bldP spid="30" grpId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5" grpId="0" animBg="1"/>
          <p:bldP spid="11" grpId="0" animBg="1"/>
          <p:bldP spid="17" grpId="0" animBg="1"/>
        </p:bldLst>
      </p:timing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DC4539C8-D767-4DDB-86AB-1DB9DC9F3B38}"/>
              </a:ext>
            </a:extLst>
          </p:cNvPr>
          <p:cNvGrpSpPr/>
          <p:nvPr/>
        </p:nvGrpSpPr>
        <p:grpSpPr>
          <a:xfrm>
            <a:off x="9145997" y="1901018"/>
            <a:ext cx="2181314" cy="1266898"/>
            <a:chOff x="1320964" y="3859654"/>
            <a:chExt cx="2440306" cy="1417320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44CB8423-3F24-4A7B-8140-72E43A33F4E8}"/>
                </a:ext>
              </a:extLst>
            </p:cNvPr>
            <p:cNvGrpSpPr/>
            <p:nvPr/>
          </p:nvGrpSpPr>
          <p:grpSpPr>
            <a:xfrm>
              <a:off x="1320964" y="3859654"/>
              <a:ext cx="2440306" cy="1417320"/>
              <a:chOff x="10317480" y="3977640"/>
              <a:chExt cx="2440306" cy="1417320"/>
            </a:xfrm>
          </p:grpSpPr>
          <p:sp>
            <p:nvSpPr>
              <p:cNvPr id="3" name="Rectangle: Rounded Corners 2">
                <a:extLst>
                  <a:ext uri="{FF2B5EF4-FFF2-40B4-BE49-F238E27FC236}">
                    <a16:creationId xmlns:a16="http://schemas.microsoft.com/office/drawing/2014/main" id="{966A8D4D-B9E4-445A-9436-44D0F387EFF0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BDD2A2C7-F6EC-4B38-9EF6-2875A1929593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5" name="Rectangle: Rounded Corners 4">
                  <a:extLst>
                    <a:ext uri="{FF2B5EF4-FFF2-40B4-BE49-F238E27FC236}">
                      <a16:creationId xmlns:a16="http://schemas.microsoft.com/office/drawing/2014/main" id="{1B889BAB-B751-405C-A3ED-5C55AA92D8CB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  <p:sp>
              <p:nvSpPr>
                <p:cNvPr id="6" name="Rectangle: Rounded Corners 5">
                  <a:extLst>
                    <a:ext uri="{FF2B5EF4-FFF2-40B4-BE49-F238E27FC236}">
                      <a16:creationId xmlns:a16="http://schemas.microsoft.com/office/drawing/2014/main" id="{16EE704F-3EF1-4B68-A5B3-A476F958DCAF}"/>
                    </a:ext>
                  </a:extLst>
                </p:cNvPr>
                <p:cNvSpPr/>
                <p:nvPr/>
              </p:nvSpPr>
              <p:spPr>
                <a:xfrm flipV="1">
                  <a:off x="10576560" y="4557515"/>
                  <a:ext cx="213360" cy="837443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2">
                        <a:alpha val="0"/>
                      </a:schemeClr>
                    </a:gs>
                    <a:gs pos="100000">
                      <a:schemeClr val="accent2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131F8C56-321B-4DEE-A3C4-29B21B334066}"/>
                </a:ext>
              </a:extLst>
            </p:cNvPr>
            <p:cNvGrpSpPr/>
            <p:nvPr/>
          </p:nvGrpSpPr>
          <p:grpSpPr>
            <a:xfrm>
              <a:off x="1682114" y="4090784"/>
              <a:ext cx="1884046" cy="985541"/>
              <a:chOff x="1682114" y="4217295"/>
              <a:chExt cx="1884046" cy="985541"/>
            </a:xfrm>
          </p:grpSpPr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DD26F384-7A26-474D-AB0B-683C6F48FDC7}"/>
                  </a:ext>
                </a:extLst>
              </p:cNvPr>
              <p:cNvSpPr/>
              <p:nvPr/>
            </p:nvSpPr>
            <p:spPr>
              <a:xfrm>
                <a:off x="1682114" y="4217295"/>
                <a:ext cx="1884046" cy="44072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9599064-B0F3-4361-860B-6B1298E8403D}"/>
                  </a:ext>
                </a:extLst>
              </p:cNvPr>
              <p:cNvSpPr/>
              <p:nvPr/>
            </p:nvSpPr>
            <p:spPr>
              <a:xfrm>
                <a:off x="1682114" y="4507261"/>
                <a:ext cx="1884046" cy="6955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50%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81EBA70-FA61-4719-BA7D-776A61C9A8D3}"/>
              </a:ext>
            </a:extLst>
          </p:cNvPr>
          <p:cNvGrpSpPr/>
          <p:nvPr/>
        </p:nvGrpSpPr>
        <p:grpSpPr>
          <a:xfrm>
            <a:off x="7859443" y="3486222"/>
            <a:ext cx="2181314" cy="1266898"/>
            <a:chOff x="1320964" y="3859654"/>
            <a:chExt cx="2440306" cy="1417320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1C76701C-AB92-4420-A04A-C73C628147D7}"/>
                </a:ext>
              </a:extLst>
            </p:cNvPr>
            <p:cNvGrpSpPr/>
            <p:nvPr/>
          </p:nvGrpSpPr>
          <p:grpSpPr>
            <a:xfrm>
              <a:off x="1320964" y="3859654"/>
              <a:ext cx="2440306" cy="1417320"/>
              <a:chOff x="10317480" y="3977640"/>
              <a:chExt cx="2440306" cy="1417320"/>
            </a:xfrm>
          </p:grpSpPr>
          <p:sp>
            <p:nvSpPr>
              <p:cNvPr id="23" name="Rectangle: Rounded Corners 22">
                <a:extLst>
                  <a:ext uri="{FF2B5EF4-FFF2-40B4-BE49-F238E27FC236}">
                    <a16:creationId xmlns:a16="http://schemas.microsoft.com/office/drawing/2014/main" id="{234D2EAB-6DD6-4087-9FDA-CFEFC5AE1CC3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D6267287-C6D7-4B33-AB6F-5B1A48443C91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25" name="Rectangle: Rounded Corners 24">
                  <a:extLst>
                    <a:ext uri="{FF2B5EF4-FFF2-40B4-BE49-F238E27FC236}">
                      <a16:creationId xmlns:a16="http://schemas.microsoft.com/office/drawing/2014/main" id="{B82441A3-FFB9-4328-ACD2-249B839F9738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  <p:sp>
              <p:nvSpPr>
                <p:cNvPr id="26" name="Rectangle: Rounded Corners 25">
                  <a:extLst>
                    <a:ext uri="{FF2B5EF4-FFF2-40B4-BE49-F238E27FC236}">
                      <a16:creationId xmlns:a16="http://schemas.microsoft.com/office/drawing/2014/main" id="{82B947BB-D04E-49E8-BA9E-75EEA0A00F6A}"/>
                    </a:ext>
                  </a:extLst>
                </p:cNvPr>
                <p:cNvSpPr/>
                <p:nvPr/>
              </p:nvSpPr>
              <p:spPr>
                <a:xfrm flipV="1">
                  <a:off x="10576560" y="4699382"/>
                  <a:ext cx="213360" cy="695576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3">
                        <a:alpha val="0"/>
                      </a:schemeClr>
                    </a:gs>
                    <a:gs pos="100000">
                      <a:schemeClr val="accent3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A38117F4-095D-4FA2-A24B-EAE0A4CE237F}"/>
                </a:ext>
              </a:extLst>
            </p:cNvPr>
            <p:cNvGrpSpPr/>
            <p:nvPr/>
          </p:nvGrpSpPr>
          <p:grpSpPr>
            <a:xfrm>
              <a:off x="1682114" y="4090784"/>
              <a:ext cx="1884046" cy="985541"/>
              <a:chOff x="1682114" y="4217295"/>
              <a:chExt cx="1884046" cy="985541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5F53AB2-28B3-449B-AA3A-32BF62BED6D5}"/>
                  </a:ext>
                </a:extLst>
              </p:cNvPr>
              <p:cNvSpPr/>
              <p:nvPr/>
            </p:nvSpPr>
            <p:spPr>
              <a:xfrm>
                <a:off x="1682114" y="4217295"/>
                <a:ext cx="1884046" cy="44072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b="1" dirty="0">
                    <a:solidFill>
                      <a:schemeClr val="accent3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262F3AC-0F40-47CD-8076-647C35477975}"/>
                  </a:ext>
                </a:extLst>
              </p:cNvPr>
              <p:cNvSpPr/>
              <p:nvPr/>
            </p:nvSpPr>
            <p:spPr>
              <a:xfrm>
                <a:off x="1682114" y="4507261"/>
                <a:ext cx="1884046" cy="6955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40%</a:t>
                </a:r>
              </a:p>
            </p:txBody>
          </p: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6D52688-A14A-468D-AC5E-1A8294BEEA97}"/>
              </a:ext>
            </a:extLst>
          </p:cNvPr>
          <p:cNvGrpSpPr/>
          <p:nvPr/>
        </p:nvGrpSpPr>
        <p:grpSpPr>
          <a:xfrm>
            <a:off x="6436109" y="5050373"/>
            <a:ext cx="2181314" cy="1266898"/>
            <a:chOff x="1320964" y="3859654"/>
            <a:chExt cx="2440306" cy="1417320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241845C-9B10-4373-A5E4-C71DE115E9F6}"/>
                </a:ext>
              </a:extLst>
            </p:cNvPr>
            <p:cNvGrpSpPr/>
            <p:nvPr/>
          </p:nvGrpSpPr>
          <p:grpSpPr>
            <a:xfrm>
              <a:off x="1320964" y="3859654"/>
              <a:ext cx="2440306" cy="1417320"/>
              <a:chOff x="10317480" y="3977640"/>
              <a:chExt cx="2440306" cy="1417320"/>
            </a:xfrm>
          </p:grpSpPr>
          <p:sp>
            <p:nvSpPr>
              <p:cNvPr id="32" name="Rectangle: Rounded Corners 31">
                <a:extLst>
                  <a:ext uri="{FF2B5EF4-FFF2-40B4-BE49-F238E27FC236}">
                    <a16:creationId xmlns:a16="http://schemas.microsoft.com/office/drawing/2014/main" id="{0F9E0F22-8430-4EDC-93E8-3B867118EBCC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21FE79F5-5157-4BE9-BC46-083442A8E21D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34" name="Rectangle: Rounded Corners 33">
                  <a:extLst>
                    <a:ext uri="{FF2B5EF4-FFF2-40B4-BE49-F238E27FC236}">
                      <a16:creationId xmlns:a16="http://schemas.microsoft.com/office/drawing/2014/main" id="{B6A2553D-06B9-4316-893F-E3A0B3ECE578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40F01C4A-3ECF-4D2E-A201-1ECDCE4CDBF4}"/>
                    </a:ext>
                  </a:extLst>
                </p:cNvPr>
                <p:cNvSpPr/>
                <p:nvPr/>
              </p:nvSpPr>
              <p:spPr>
                <a:xfrm flipV="1">
                  <a:off x="10576560" y="4987577"/>
                  <a:ext cx="213360" cy="407381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5">
                        <a:alpha val="0"/>
                      </a:schemeClr>
                    </a:gs>
                    <a:gs pos="100000">
                      <a:schemeClr val="accent5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E16AA06-7CD1-40BB-A2A5-9014A605F04A}"/>
                </a:ext>
              </a:extLst>
            </p:cNvPr>
            <p:cNvGrpSpPr/>
            <p:nvPr/>
          </p:nvGrpSpPr>
          <p:grpSpPr>
            <a:xfrm>
              <a:off x="1682114" y="4090784"/>
              <a:ext cx="1884046" cy="985541"/>
              <a:chOff x="1682114" y="4217295"/>
              <a:chExt cx="1884046" cy="985541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F9041BE-5776-42DF-AF83-231A25403E53}"/>
                  </a:ext>
                </a:extLst>
              </p:cNvPr>
              <p:cNvSpPr/>
              <p:nvPr/>
            </p:nvSpPr>
            <p:spPr>
              <a:xfrm>
                <a:off x="1682114" y="4217295"/>
                <a:ext cx="1884046" cy="44072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b="1" dirty="0">
                    <a:solidFill>
                      <a:schemeClr val="accent5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B899E38-1EBB-44FF-A15C-5FEB56D3F8F8}"/>
                  </a:ext>
                </a:extLst>
              </p:cNvPr>
              <p:cNvSpPr/>
              <p:nvPr/>
            </p:nvSpPr>
            <p:spPr>
              <a:xfrm>
                <a:off x="1682114" y="4507261"/>
                <a:ext cx="1884046" cy="6955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20%</a:t>
                </a:r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FA9B26B-7034-4212-B831-2AE100F2CF2D}"/>
              </a:ext>
            </a:extLst>
          </p:cNvPr>
          <p:cNvGrpSpPr/>
          <p:nvPr/>
        </p:nvGrpSpPr>
        <p:grpSpPr>
          <a:xfrm>
            <a:off x="2607249" y="2631079"/>
            <a:ext cx="3526676" cy="3556950"/>
            <a:chOff x="2347941" y="2003611"/>
            <a:chExt cx="3447279" cy="3385748"/>
          </a:xfrm>
        </p:grpSpPr>
        <p:sp>
          <p:nvSpPr>
            <p:cNvPr id="37" name="Line 85">
              <a:extLst>
                <a:ext uri="{FF2B5EF4-FFF2-40B4-BE49-F238E27FC236}">
                  <a16:creationId xmlns:a16="http://schemas.microsoft.com/office/drawing/2014/main" id="{5870D3A2-72E5-4135-95FA-7FD78F101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7136" y="5068067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38" name="Line 86">
              <a:extLst>
                <a:ext uri="{FF2B5EF4-FFF2-40B4-BE49-F238E27FC236}">
                  <a16:creationId xmlns:a16="http://schemas.microsoft.com/office/drawing/2014/main" id="{39A318A2-F355-4A9A-ABB5-7F14813B2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7136" y="5068067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39" name="Freeform 218">
              <a:extLst>
                <a:ext uri="{FF2B5EF4-FFF2-40B4-BE49-F238E27FC236}">
                  <a16:creationId xmlns:a16="http://schemas.microsoft.com/office/drawing/2014/main" id="{C0AC6A49-9505-4A55-8111-F00E3660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941" y="2187535"/>
              <a:ext cx="3212208" cy="3201824"/>
            </a:xfrm>
            <a:custGeom>
              <a:avLst/>
              <a:gdLst>
                <a:gd name="T0" fmla="*/ 515 w 515"/>
                <a:gd name="T1" fmla="*/ 246 h 520"/>
                <a:gd name="T2" fmla="*/ 501 w 515"/>
                <a:gd name="T3" fmla="*/ 237 h 520"/>
                <a:gd name="T4" fmla="*/ 499 w 515"/>
                <a:gd name="T5" fmla="*/ 235 h 520"/>
                <a:gd name="T6" fmla="*/ 490 w 515"/>
                <a:gd name="T7" fmla="*/ 223 h 520"/>
                <a:gd name="T8" fmla="*/ 489 w 515"/>
                <a:gd name="T9" fmla="*/ 222 h 520"/>
                <a:gd name="T10" fmla="*/ 486 w 515"/>
                <a:gd name="T11" fmla="*/ 221 h 520"/>
                <a:gd name="T12" fmla="*/ 480 w 515"/>
                <a:gd name="T13" fmla="*/ 218 h 520"/>
                <a:gd name="T14" fmla="*/ 462 w 515"/>
                <a:gd name="T15" fmla="*/ 212 h 520"/>
                <a:gd name="T16" fmla="*/ 379 w 515"/>
                <a:gd name="T17" fmla="*/ 190 h 520"/>
                <a:gd name="T18" fmla="*/ 367 w 515"/>
                <a:gd name="T19" fmla="*/ 169 h 520"/>
                <a:gd name="T20" fmla="*/ 365 w 515"/>
                <a:gd name="T21" fmla="*/ 164 h 520"/>
                <a:gd name="T22" fmla="*/ 363 w 515"/>
                <a:gd name="T23" fmla="*/ 138 h 520"/>
                <a:gd name="T24" fmla="*/ 355 w 515"/>
                <a:gd name="T25" fmla="*/ 109 h 520"/>
                <a:gd name="T26" fmla="*/ 356 w 515"/>
                <a:gd name="T27" fmla="*/ 101 h 520"/>
                <a:gd name="T28" fmla="*/ 350 w 515"/>
                <a:gd name="T29" fmla="*/ 83 h 520"/>
                <a:gd name="T30" fmla="*/ 338 w 515"/>
                <a:gd name="T31" fmla="*/ 58 h 520"/>
                <a:gd name="T32" fmla="*/ 335 w 515"/>
                <a:gd name="T33" fmla="*/ 46 h 520"/>
                <a:gd name="T34" fmla="*/ 334 w 515"/>
                <a:gd name="T35" fmla="*/ 40 h 520"/>
                <a:gd name="T36" fmla="*/ 330 w 515"/>
                <a:gd name="T37" fmla="*/ 33 h 520"/>
                <a:gd name="T38" fmla="*/ 325 w 515"/>
                <a:gd name="T39" fmla="*/ 26 h 520"/>
                <a:gd name="T40" fmla="*/ 318 w 515"/>
                <a:gd name="T41" fmla="*/ 21 h 520"/>
                <a:gd name="T42" fmla="*/ 311 w 515"/>
                <a:gd name="T43" fmla="*/ 14 h 520"/>
                <a:gd name="T44" fmla="*/ 306 w 515"/>
                <a:gd name="T45" fmla="*/ 8 h 520"/>
                <a:gd name="T46" fmla="*/ 303 w 515"/>
                <a:gd name="T47" fmla="*/ 4 h 520"/>
                <a:gd name="T48" fmla="*/ 258 w 515"/>
                <a:gd name="T49" fmla="*/ 0 h 520"/>
                <a:gd name="T50" fmla="*/ 0 w 515"/>
                <a:gd name="T51" fmla="*/ 260 h 520"/>
                <a:gd name="T52" fmla="*/ 258 w 515"/>
                <a:gd name="T53" fmla="*/ 520 h 520"/>
                <a:gd name="T54" fmla="*/ 515 w 515"/>
                <a:gd name="T55" fmla="*/ 260 h 520"/>
                <a:gd name="T56" fmla="*/ 515 w 515"/>
                <a:gd name="T57" fmla="*/ 246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15" h="520">
                  <a:moveTo>
                    <a:pt x="515" y="246"/>
                  </a:moveTo>
                  <a:cubicBezTo>
                    <a:pt x="509" y="245"/>
                    <a:pt x="504" y="243"/>
                    <a:pt x="501" y="237"/>
                  </a:cubicBezTo>
                  <a:cubicBezTo>
                    <a:pt x="501" y="236"/>
                    <a:pt x="500" y="236"/>
                    <a:pt x="499" y="235"/>
                  </a:cubicBezTo>
                  <a:cubicBezTo>
                    <a:pt x="495" y="232"/>
                    <a:pt x="492" y="227"/>
                    <a:pt x="490" y="223"/>
                  </a:cubicBezTo>
                  <a:cubicBezTo>
                    <a:pt x="489" y="222"/>
                    <a:pt x="489" y="222"/>
                    <a:pt x="489" y="222"/>
                  </a:cubicBezTo>
                  <a:cubicBezTo>
                    <a:pt x="487" y="221"/>
                    <a:pt x="488" y="222"/>
                    <a:pt x="486" y="221"/>
                  </a:cubicBezTo>
                  <a:cubicBezTo>
                    <a:pt x="480" y="218"/>
                    <a:pt x="481" y="218"/>
                    <a:pt x="480" y="218"/>
                  </a:cubicBezTo>
                  <a:cubicBezTo>
                    <a:pt x="473" y="219"/>
                    <a:pt x="466" y="217"/>
                    <a:pt x="462" y="212"/>
                  </a:cubicBezTo>
                  <a:cubicBezTo>
                    <a:pt x="434" y="206"/>
                    <a:pt x="406" y="199"/>
                    <a:pt x="379" y="190"/>
                  </a:cubicBezTo>
                  <a:cubicBezTo>
                    <a:pt x="368" y="187"/>
                    <a:pt x="365" y="177"/>
                    <a:pt x="367" y="169"/>
                  </a:cubicBezTo>
                  <a:cubicBezTo>
                    <a:pt x="366" y="168"/>
                    <a:pt x="365" y="166"/>
                    <a:pt x="365" y="164"/>
                  </a:cubicBezTo>
                  <a:cubicBezTo>
                    <a:pt x="364" y="154"/>
                    <a:pt x="367" y="147"/>
                    <a:pt x="363" y="138"/>
                  </a:cubicBezTo>
                  <a:cubicBezTo>
                    <a:pt x="359" y="128"/>
                    <a:pt x="356" y="120"/>
                    <a:pt x="355" y="109"/>
                  </a:cubicBezTo>
                  <a:cubicBezTo>
                    <a:pt x="355" y="106"/>
                    <a:pt x="355" y="104"/>
                    <a:pt x="356" y="101"/>
                  </a:cubicBezTo>
                  <a:cubicBezTo>
                    <a:pt x="354" y="95"/>
                    <a:pt x="352" y="89"/>
                    <a:pt x="350" y="83"/>
                  </a:cubicBezTo>
                  <a:cubicBezTo>
                    <a:pt x="339" y="81"/>
                    <a:pt x="334" y="68"/>
                    <a:pt x="338" y="58"/>
                  </a:cubicBezTo>
                  <a:cubicBezTo>
                    <a:pt x="336" y="54"/>
                    <a:pt x="335" y="50"/>
                    <a:pt x="335" y="46"/>
                  </a:cubicBezTo>
                  <a:cubicBezTo>
                    <a:pt x="335" y="44"/>
                    <a:pt x="334" y="42"/>
                    <a:pt x="334" y="40"/>
                  </a:cubicBezTo>
                  <a:cubicBezTo>
                    <a:pt x="332" y="37"/>
                    <a:pt x="331" y="35"/>
                    <a:pt x="330" y="33"/>
                  </a:cubicBezTo>
                  <a:cubicBezTo>
                    <a:pt x="328" y="31"/>
                    <a:pt x="326" y="28"/>
                    <a:pt x="325" y="26"/>
                  </a:cubicBezTo>
                  <a:cubicBezTo>
                    <a:pt x="323" y="24"/>
                    <a:pt x="320" y="22"/>
                    <a:pt x="318" y="21"/>
                  </a:cubicBezTo>
                  <a:cubicBezTo>
                    <a:pt x="315" y="19"/>
                    <a:pt x="312" y="17"/>
                    <a:pt x="311" y="14"/>
                  </a:cubicBezTo>
                  <a:cubicBezTo>
                    <a:pt x="309" y="12"/>
                    <a:pt x="307" y="10"/>
                    <a:pt x="306" y="8"/>
                  </a:cubicBezTo>
                  <a:cubicBezTo>
                    <a:pt x="305" y="7"/>
                    <a:pt x="304" y="6"/>
                    <a:pt x="303" y="4"/>
                  </a:cubicBezTo>
                  <a:cubicBezTo>
                    <a:pt x="288" y="2"/>
                    <a:pt x="273" y="0"/>
                    <a:pt x="258" y="0"/>
                  </a:cubicBezTo>
                  <a:cubicBezTo>
                    <a:pt x="115" y="0"/>
                    <a:pt x="0" y="117"/>
                    <a:pt x="0" y="260"/>
                  </a:cubicBezTo>
                  <a:cubicBezTo>
                    <a:pt x="0" y="403"/>
                    <a:pt x="115" y="520"/>
                    <a:pt x="258" y="520"/>
                  </a:cubicBezTo>
                  <a:cubicBezTo>
                    <a:pt x="400" y="520"/>
                    <a:pt x="515" y="403"/>
                    <a:pt x="515" y="260"/>
                  </a:cubicBezTo>
                  <a:cubicBezTo>
                    <a:pt x="515" y="255"/>
                    <a:pt x="515" y="250"/>
                    <a:pt x="515" y="2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75000"/>
                  </a:schemeClr>
                </a:gs>
                <a:gs pos="99000">
                  <a:srgbClr val="3D1E66">
                    <a:alpha val="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0" name="Freeform 219">
              <a:extLst>
                <a:ext uri="{FF2B5EF4-FFF2-40B4-BE49-F238E27FC236}">
                  <a16:creationId xmlns:a16="http://schemas.microsoft.com/office/drawing/2014/main" id="{8505224C-76CA-471E-AE6A-7FEA1C5D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553" y="2003611"/>
              <a:ext cx="2807727" cy="2442817"/>
            </a:xfrm>
            <a:custGeom>
              <a:avLst/>
              <a:gdLst>
                <a:gd name="T0" fmla="*/ 295 w 450"/>
                <a:gd name="T1" fmla="*/ 207 h 397"/>
                <a:gd name="T2" fmla="*/ 137 w 450"/>
                <a:gd name="T3" fmla="*/ 47 h 397"/>
                <a:gd name="T4" fmla="*/ 8 w 450"/>
                <a:gd name="T5" fmla="*/ 375 h 397"/>
                <a:gd name="T6" fmla="*/ 370 w 450"/>
                <a:gd name="T7" fmla="*/ 332 h 397"/>
                <a:gd name="T8" fmla="*/ 295 w 450"/>
                <a:gd name="T9" fmla="*/ 20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0" h="397">
                  <a:moveTo>
                    <a:pt x="295" y="207"/>
                  </a:moveTo>
                  <a:cubicBezTo>
                    <a:pt x="287" y="72"/>
                    <a:pt x="217" y="0"/>
                    <a:pt x="137" y="47"/>
                  </a:cubicBezTo>
                  <a:cubicBezTo>
                    <a:pt x="58" y="93"/>
                    <a:pt x="0" y="240"/>
                    <a:pt x="8" y="375"/>
                  </a:cubicBezTo>
                  <a:cubicBezTo>
                    <a:pt x="129" y="397"/>
                    <a:pt x="290" y="379"/>
                    <a:pt x="370" y="332"/>
                  </a:cubicBezTo>
                  <a:cubicBezTo>
                    <a:pt x="450" y="285"/>
                    <a:pt x="416" y="229"/>
                    <a:pt x="295" y="207"/>
                  </a:cubicBezTo>
                  <a:close/>
                </a:path>
              </a:pathLst>
            </a:custGeom>
            <a:gradFill>
              <a:gsLst>
                <a:gs pos="22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1" name="Freeform 232">
              <a:extLst>
                <a:ext uri="{FF2B5EF4-FFF2-40B4-BE49-F238E27FC236}">
                  <a16:creationId xmlns:a16="http://schemas.microsoft.com/office/drawing/2014/main" id="{7194B5A0-1680-416D-A590-D7F7C48F1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167" y="2384411"/>
              <a:ext cx="2208885" cy="1932493"/>
            </a:xfrm>
            <a:custGeom>
              <a:avLst/>
              <a:gdLst>
                <a:gd name="T0" fmla="*/ 240 w 354"/>
                <a:gd name="T1" fmla="*/ 159 h 314"/>
                <a:gd name="T2" fmla="*/ 108 w 354"/>
                <a:gd name="T3" fmla="*/ 37 h 314"/>
                <a:gd name="T4" fmla="*/ 6 w 354"/>
                <a:gd name="T5" fmla="*/ 296 h 314"/>
                <a:gd name="T6" fmla="*/ 291 w 354"/>
                <a:gd name="T7" fmla="*/ 261 h 314"/>
                <a:gd name="T8" fmla="*/ 240 w 354"/>
                <a:gd name="T9" fmla="*/ 15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314">
                  <a:moveTo>
                    <a:pt x="240" y="159"/>
                  </a:moveTo>
                  <a:cubicBezTo>
                    <a:pt x="234" y="53"/>
                    <a:pt x="171" y="0"/>
                    <a:pt x="108" y="37"/>
                  </a:cubicBezTo>
                  <a:cubicBezTo>
                    <a:pt x="46" y="73"/>
                    <a:pt x="0" y="190"/>
                    <a:pt x="6" y="296"/>
                  </a:cubicBezTo>
                  <a:cubicBezTo>
                    <a:pt x="101" y="314"/>
                    <a:pt x="228" y="298"/>
                    <a:pt x="291" y="261"/>
                  </a:cubicBezTo>
                  <a:cubicBezTo>
                    <a:pt x="354" y="224"/>
                    <a:pt x="335" y="176"/>
                    <a:pt x="240" y="15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2" name="Freeform 233">
              <a:extLst>
                <a:ext uri="{FF2B5EF4-FFF2-40B4-BE49-F238E27FC236}">
                  <a16:creationId xmlns:a16="http://schemas.microsoft.com/office/drawing/2014/main" id="{02A7A078-7EFE-45C1-A0EB-F9CBE7E4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720" y="2767801"/>
              <a:ext cx="1615297" cy="1416989"/>
            </a:xfrm>
            <a:custGeom>
              <a:avLst/>
              <a:gdLst>
                <a:gd name="T0" fmla="*/ 177 w 259"/>
                <a:gd name="T1" fmla="*/ 116 h 230"/>
                <a:gd name="T2" fmla="*/ 79 w 259"/>
                <a:gd name="T3" fmla="*/ 27 h 230"/>
                <a:gd name="T4" fmla="*/ 4 w 259"/>
                <a:gd name="T5" fmla="*/ 217 h 230"/>
                <a:gd name="T6" fmla="*/ 213 w 259"/>
                <a:gd name="T7" fmla="*/ 192 h 230"/>
                <a:gd name="T8" fmla="*/ 177 w 259"/>
                <a:gd name="T9" fmla="*/ 11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9" h="230">
                  <a:moveTo>
                    <a:pt x="177" y="116"/>
                  </a:moveTo>
                  <a:cubicBezTo>
                    <a:pt x="174" y="38"/>
                    <a:pt x="125" y="0"/>
                    <a:pt x="79" y="27"/>
                  </a:cubicBezTo>
                  <a:cubicBezTo>
                    <a:pt x="33" y="54"/>
                    <a:pt x="0" y="139"/>
                    <a:pt x="4" y="217"/>
                  </a:cubicBezTo>
                  <a:cubicBezTo>
                    <a:pt x="73" y="230"/>
                    <a:pt x="167" y="219"/>
                    <a:pt x="213" y="192"/>
                  </a:cubicBezTo>
                  <a:cubicBezTo>
                    <a:pt x="259" y="165"/>
                    <a:pt x="247" y="129"/>
                    <a:pt x="177" y="11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alpha val="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3" name="Freeform 234">
              <a:extLst>
                <a:ext uri="{FF2B5EF4-FFF2-40B4-BE49-F238E27FC236}">
                  <a16:creationId xmlns:a16="http://schemas.microsoft.com/office/drawing/2014/main" id="{5E366855-D789-4D1D-ABC7-017F1616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395" y="3143420"/>
              <a:ext cx="1024334" cy="891123"/>
            </a:xfrm>
            <a:custGeom>
              <a:avLst/>
              <a:gdLst>
                <a:gd name="T0" fmla="*/ 114 w 164"/>
                <a:gd name="T1" fmla="*/ 72 h 145"/>
                <a:gd name="T2" fmla="*/ 50 w 164"/>
                <a:gd name="T3" fmla="*/ 17 h 145"/>
                <a:gd name="T4" fmla="*/ 3 w 164"/>
                <a:gd name="T5" fmla="*/ 137 h 145"/>
                <a:gd name="T6" fmla="*/ 135 w 164"/>
                <a:gd name="T7" fmla="*/ 121 h 145"/>
                <a:gd name="T8" fmla="*/ 114 w 164"/>
                <a:gd name="T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4" h="145">
                  <a:moveTo>
                    <a:pt x="114" y="72"/>
                  </a:moveTo>
                  <a:cubicBezTo>
                    <a:pt x="111" y="23"/>
                    <a:pt x="79" y="0"/>
                    <a:pt x="50" y="17"/>
                  </a:cubicBezTo>
                  <a:cubicBezTo>
                    <a:pt x="21" y="34"/>
                    <a:pt x="0" y="88"/>
                    <a:pt x="3" y="137"/>
                  </a:cubicBezTo>
                  <a:cubicBezTo>
                    <a:pt x="47" y="145"/>
                    <a:pt x="105" y="138"/>
                    <a:pt x="135" y="121"/>
                  </a:cubicBezTo>
                  <a:cubicBezTo>
                    <a:pt x="164" y="104"/>
                    <a:pt x="158" y="80"/>
                    <a:pt x="114" y="7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5"/>
                </a:gs>
                <a:gs pos="100000">
                  <a:schemeClr val="accent5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4" name="Freeform 235">
              <a:extLst>
                <a:ext uri="{FF2B5EF4-FFF2-40B4-BE49-F238E27FC236}">
                  <a16:creationId xmlns:a16="http://schemas.microsoft.com/office/drawing/2014/main" id="{E0D8220B-F6A8-4C73-9B23-5D556136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397" y="3278125"/>
              <a:ext cx="2757823" cy="1168304"/>
            </a:xfrm>
            <a:custGeom>
              <a:avLst/>
              <a:gdLst>
                <a:gd name="T0" fmla="*/ 362 w 442"/>
                <a:gd name="T1" fmla="*/ 125 h 190"/>
                <a:gd name="T2" fmla="*/ 0 w 442"/>
                <a:gd name="T3" fmla="*/ 168 h 190"/>
                <a:gd name="T4" fmla="*/ 287 w 442"/>
                <a:gd name="T5" fmla="*/ 0 h 190"/>
                <a:gd name="T6" fmla="*/ 362 w 442"/>
                <a:gd name="T7" fmla="*/ 12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2" h="190">
                  <a:moveTo>
                    <a:pt x="362" y="125"/>
                  </a:moveTo>
                  <a:cubicBezTo>
                    <a:pt x="282" y="172"/>
                    <a:pt x="121" y="190"/>
                    <a:pt x="0" y="168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408" y="22"/>
                    <a:pt x="442" y="78"/>
                    <a:pt x="362" y="125"/>
                  </a:cubicBezTo>
                </a:path>
              </a:pathLst>
            </a:custGeom>
            <a:gradFill flip="none" rotWithShape="1">
              <a:gsLst>
                <a:gs pos="0">
                  <a:schemeClr val="accent1">
                    <a:lumMod val="75000"/>
                  </a:schemeClr>
                </a:gs>
                <a:gs pos="99000">
                  <a:srgbClr val="3D1E66">
                    <a:alpha val="0"/>
                  </a:srgbClr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5" name="Freeform 236">
              <a:extLst>
                <a:ext uri="{FF2B5EF4-FFF2-40B4-BE49-F238E27FC236}">
                  <a16:creationId xmlns:a16="http://schemas.microsoft.com/office/drawing/2014/main" id="{8E0417C4-5815-461F-B501-503ED05FF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999" y="3363608"/>
              <a:ext cx="2172114" cy="952000"/>
            </a:xfrm>
            <a:custGeom>
              <a:avLst/>
              <a:gdLst>
                <a:gd name="T0" fmla="*/ 285 w 348"/>
                <a:gd name="T1" fmla="*/ 102 h 154"/>
                <a:gd name="T2" fmla="*/ 0 w 348"/>
                <a:gd name="T3" fmla="*/ 136 h 154"/>
                <a:gd name="T4" fmla="*/ 234 w 348"/>
                <a:gd name="T5" fmla="*/ 0 h 154"/>
                <a:gd name="T6" fmla="*/ 285 w 348"/>
                <a:gd name="T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154">
                  <a:moveTo>
                    <a:pt x="285" y="102"/>
                  </a:moveTo>
                  <a:cubicBezTo>
                    <a:pt x="222" y="139"/>
                    <a:pt x="95" y="154"/>
                    <a:pt x="0" y="136"/>
                  </a:cubicBezTo>
                  <a:cubicBezTo>
                    <a:pt x="234" y="0"/>
                    <a:pt x="234" y="0"/>
                    <a:pt x="234" y="0"/>
                  </a:cubicBezTo>
                  <a:cubicBezTo>
                    <a:pt x="329" y="17"/>
                    <a:pt x="348" y="65"/>
                    <a:pt x="285" y="102"/>
                  </a:cubicBezTo>
                </a:path>
              </a:pathLst>
            </a:custGeom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alpha val="3000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6" name="Freeform 237">
              <a:extLst>
                <a:ext uri="{FF2B5EF4-FFF2-40B4-BE49-F238E27FC236}">
                  <a16:creationId xmlns:a16="http://schemas.microsoft.com/office/drawing/2014/main" id="{234FEF56-1A69-4917-81F7-EFB16B37D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732" y="3469820"/>
              <a:ext cx="1591659" cy="707200"/>
            </a:xfrm>
            <a:custGeom>
              <a:avLst/>
              <a:gdLst>
                <a:gd name="T0" fmla="*/ 209 w 255"/>
                <a:gd name="T1" fmla="*/ 77 h 115"/>
                <a:gd name="T2" fmla="*/ 0 w 255"/>
                <a:gd name="T3" fmla="*/ 102 h 115"/>
                <a:gd name="T4" fmla="*/ 173 w 255"/>
                <a:gd name="T5" fmla="*/ 0 h 115"/>
                <a:gd name="T6" fmla="*/ 209 w 255"/>
                <a:gd name="T7" fmla="*/ 7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115">
                  <a:moveTo>
                    <a:pt x="209" y="77"/>
                  </a:moveTo>
                  <a:cubicBezTo>
                    <a:pt x="163" y="104"/>
                    <a:pt x="69" y="115"/>
                    <a:pt x="0" y="102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243" y="13"/>
                    <a:pt x="255" y="50"/>
                    <a:pt x="209" y="77"/>
                  </a:cubicBezTo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alpha val="30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  <p:sp>
          <p:nvSpPr>
            <p:cNvPr id="47" name="Freeform 238">
              <a:extLst>
                <a:ext uri="{FF2B5EF4-FFF2-40B4-BE49-F238E27FC236}">
                  <a16:creationId xmlns:a16="http://schemas.microsoft.com/office/drawing/2014/main" id="{997BDCE8-9756-4456-B65F-2D51870B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842" y="3582505"/>
              <a:ext cx="1005949" cy="448153"/>
            </a:xfrm>
            <a:custGeom>
              <a:avLst/>
              <a:gdLst>
                <a:gd name="T0" fmla="*/ 132 w 161"/>
                <a:gd name="T1" fmla="*/ 49 h 73"/>
                <a:gd name="T2" fmla="*/ 0 w 161"/>
                <a:gd name="T3" fmla="*/ 65 h 73"/>
                <a:gd name="T4" fmla="*/ 111 w 161"/>
                <a:gd name="T5" fmla="*/ 0 h 73"/>
                <a:gd name="T6" fmla="*/ 132 w 161"/>
                <a:gd name="T7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73">
                  <a:moveTo>
                    <a:pt x="132" y="49"/>
                  </a:moveTo>
                  <a:cubicBezTo>
                    <a:pt x="102" y="66"/>
                    <a:pt x="44" y="73"/>
                    <a:pt x="0" y="65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5" y="8"/>
                    <a:pt x="161" y="32"/>
                    <a:pt x="132" y="49"/>
                  </a:cubicBezTo>
                </a:path>
              </a:pathLst>
            </a:custGeom>
            <a:gradFill flip="none" rotWithShape="1">
              <a:gsLst>
                <a:gs pos="0">
                  <a:schemeClr val="accent5"/>
                </a:gs>
                <a:gs pos="100000">
                  <a:schemeClr val="accent3">
                    <a:alpha val="30000"/>
                  </a:schemeClr>
                </a:gs>
              </a:gsLst>
              <a:lin ang="108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9868A6DD-3857-47FB-A8B1-8418CB5BD979}"/>
              </a:ext>
            </a:extLst>
          </p:cNvPr>
          <p:cNvGrpSpPr/>
          <p:nvPr/>
        </p:nvGrpSpPr>
        <p:grpSpPr>
          <a:xfrm>
            <a:off x="6463189" y="990115"/>
            <a:ext cx="2181314" cy="1266898"/>
            <a:chOff x="1320964" y="3859654"/>
            <a:chExt cx="2440306" cy="1417320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B93345BB-83BF-4C92-AD8C-97B6DED7C5C2}"/>
                </a:ext>
              </a:extLst>
            </p:cNvPr>
            <p:cNvGrpSpPr/>
            <p:nvPr/>
          </p:nvGrpSpPr>
          <p:grpSpPr>
            <a:xfrm>
              <a:off x="1320964" y="3859654"/>
              <a:ext cx="2440306" cy="1417320"/>
              <a:chOff x="10317480" y="3977640"/>
              <a:chExt cx="2440306" cy="1417320"/>
            </a:xfrm>
          </p:grpSpPr>
          <p:sp>
            <p:nvSpPr>
              <p:cNvPr id="53" name="Rectangle: Rounded Corners 52">
                <a:extLst>
                  <a:ext uri="{FF2B5EF4-FFF2-40B4-BE49-F238E27FC236}">
                    <a16:creationId xmlns:a16="http://schemas.microsoft.com/office/drawing/2014/main" id="{A4ED99AA-E2E6-46DA-8598-25D316038F53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1600"/>
              </a:p>
            </p:txBody>
          </p: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2EB271DB-2CBF-4F49-819A-76515078DF2C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55" name="Rectangle: Rounded Corners 54">
                  <a:extLst>
                    <a:ext uri="{FF2B5EF4-FFF2-40B4-BE49-F238E27FC236}">
                      <a16:creationId xmlns:a16="http://schemas.microsoft.com/office/drawing/2014/main" id="{FF73FC35-BEC9-4F2D-99E9-F0A5D6114C72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  <p:sp>
              <p:nvSpPr>
                <p:cNvPr id="56" name="Rectangle: Rounded Corners 55">
                  <a:extLst>
                    <a:ext uri="{FF2B5EF4-FFF2-40B4-BE49-F238E27FC236}">
                      <a16:creationId xmlns:a16="http://schemas.microsoft.com/office/drawing/2014/main" id="{9AF8D222-5AE9-470A-ABD0-98B65C12A53A}"/>
                    </a:ext>
                  </a:extLst>
                </p:cNvPr>
                <p:cNvSpPr/>
                <p:nvPr/>
              </p:nvSpPr>
              <p:spPr>
                <a:xfrm flipV="1">
                  <a:off x="10576560" y="4428049"/>
                  <a:ext cx="213360" cy="966910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1600"/>
                </a:p>
              </p:txBody>
            </p:sp>
          </p:grp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243FA853-7A74-4FC7-AF21-26F7CBEB086D}"/>
                </a:ext>
              </a:extLst>
            </p:cNvPr>
            <p:cNvGrpSpPr/>
            <p:nvPr/>
          </p:nvGrpSpPr>
          <p:grpSpPr>
            <a:xfrm>
              <a:off x="1682114" y="4090784"/>
              <a:ext cx="1884046" cy="985541"/>
              <a:chOff x="1682114" y="4217295"/>
              <a:chExt cx="1884046" cy="985541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5A0DD93-A34D-47B4-A8E3-7646EE486156}"/>
                  </a:ext>
                </a:extLst>
              </p:cNvPr>
              <p:cNvSpPr/>
              <p:nvPr/>
            </p:nvSpPr>
            <p:spPr>
              <a:xfrm>
                <a:off x="1682114" y="4217295"/>
                <a:ext cx="1884046" cy="44072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60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90A64C05-D618-4512-BEB9-A00D561FA762}"/>
                  </a:ext>
                </a:extLst>
              </p:cNvPr>
              <p:cNvSpPr/>
              <p:nvPr/>
            </p:nvSpPr>
            <p:spPr>
              <a:xfrm>
                <a:off x="1682114" y="4507261"/>
                <a:ext cx="1884046" cy="6955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70%</a:t>
                </a:r>
              </a:p>
            </p:txBody>
          </p: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7388690-99F5-480C-BCB2-1A6CA14F2128}"/>
              </a:ext>
            </a:extLst>
          </p:cNvPr>
          <p:cNvGrpSpPr/>
          <p:nvPr/>
        </p:nvGrpSpPr>
        <p:grpSpPr>
          <a:xfrm flipH="1" flipV="1">
            <a:off x="4214810" y="1718742"/>
            <a:ext cx="2097624" cy="1356123"/>
            <a:chOff x="11396150" y="3992053"/>
            <a:chExt cx="951834" cy="436872"/>
          </a:xfrm>
        </p:grpSpPr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7D2333A-472B-47F3-B69F-3710E1F009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396150" y="4428925"/>
              <a:ext cx="303648" cy="0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758F6A6A-3C66-49AF-9308-188C63008B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709368" y="3992053"/>
              <a:ext cx="638616" cy="428587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none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CE5639BA-9742-423B-99E3-7CFBA4A74C5A}"/>
              </a:ext>
            </a:extLst>
          </p:cNvPr>
          <p:cNvGrpSpPr/>
          <p:nvPr/>
        </p:nvGrpSpPr>
        <p:grpSpPr>
          <a:xfrm flipH="1" flipV="1">
            <a:off x="4731885" y="2567809"/>
            <a:ext cx="4096519" cy="921768"/>
            <a:chOff x="9635107" y="4001656"/>
            <a:chExt cx="2662776" cy="438008"/>
          </a:xfrm>
        </p:grpSpPr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A7D70AE1-05A3-4C95-ACE2-449D346C6E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35107" y="4439664"/>
              <a:ext cx="1991744" cy="0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247B531-31EB-4028-88B7-545A548031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59267" y="4001656"/>
              <a:ext cx="638616" cy="428587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none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F2F1ED6-5C55-416B-A9C4-D8D661DADA42}"/>
              </a:ext>
            </a:extLst>
          </p:cNvPr>
          <p:cNvGrpSpPr/>
          <p:nvPr/>
        </p:nvGrpSpPr>
        <p:grpSpPr>
          <a:xfrm flipH="1" flipV="1">
            <a:off x="4981647" y="4025702"/>
            <a:ext cx="2749550" cy="363713"/>
            <a:chOff x="8454610" y="4001656"/>
            <a:chExt cx="3843273" cy="438008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CB7D1F7C-A6E1-45E4-8B4B-5BFDDA19110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54610" y="4439664"/>
              <a:ext cx="3172240" cy="0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EDB08EB2-E7DA-4D95-AA14-98800B91271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59267" y="4001656"/>
              <a:ext cx="638616" cy="428587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none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8CD9876-7940-4A71-82CB-5C0DA7291F9A}"/>
              </a:ext>
            </a:extLst>
          </p:cNvPr>
          <p:cNvGrpSpPr/>
          <p:nvPr/>
        </p:nvGrpSpPr>
        <p:grpSpPr>
          <a:xfrm flipH="1">
            <a:off x="4214826" y="4573766"/>
            <a:ext cx="2041337" cy="1158845"/>
            <a:chOff x="10894505" y="4001656"/>
            <a:chExt cx="1403378" cy="438008"/>
          </a:xfrm>
        </p:grpSpPr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E5C9CF4-6660-4935-A144-8F436DFA46C0}"/>
                </a:ext>
              </a:extLst>
            </p:cNvPr>
            <p:cNvCxnSpPr>
              <a:cxnSpLocks/>
            </p:cNvCxnSpPr>
            <p:nvPr/>
          </p:nvCxnSpPr>
          <p:spPr>
            <a:xfrm>
              <a:off x="10894505" y="4439664"/>
              <a:ext cx="744959" cy="0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98F86ADC-2618-4462-839C-7D927C184CA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59267" y="4001656"/>
              <a:ext cx="638616" cy="428587"/>
            </a:xfrm>
            <a:prstGeom prst="line">
              <a:avLst/>
            </a:prstGeom>
            <a:ln w="22225" cap="rnd" cmpd="sng">
              <a:solidFill>
                <a:schemeClr val="bg1">
                  <a:alpha val="50000"/>
                </a:schemeClr>
              </a:solidFill>
              <a:prstDash val="sysDash"/>
              <a:round/>
              <a:headEnd type="none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Rectangle 75">
            <a:extLst>
              <a:ext uri="{FF2B5EF4-FFF2-40B4-BE49-F238E27FC236}">
                <a16:creationId xmlns:a16="http://schemas.microsoft.com/office/drawing/2014/main" id="{8346DC0F-86B3-4B60-809A-7F74A6B7A547}"/>
              </a:ext>
            </a:extLst>
          </p:cNvPr>
          <p:cNvSpPr/>
          <p:nvPr/>
        </p:nvSpPr>
        <p:spPr>
          <a:xfrm>
            <a:off x="864690" y="1433143"/>
            <a:ext cx="4277080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Statistic.</a:t>
            </a: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F720D468-6CB6-4121-9320-A2A111C2FE00}"/>
              </a:ext>
            </a:extLst>
          </p:cNvPr>
          <p:cNvGrpSpPr/>
          <p:nvPr/>
        </p:nvGrpSpPr>
        <p:grpSpPr>
          <a:xfrm>
            <a:off x="1" y="4753118"/>
            <a:ext cx="1678298" cy="2107703"/>
            <a:chOff x="-2861" y="5931257"/>
            <a:chExt cx="4014423" cy="5041543"/>
          </a:xfrm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08F09750-EC76-4A82-A979-9705C7B1ACC5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0308A60-2A74-4EC9-8166-81302E5BE9AA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2476937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1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entr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7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42" presetClass="entr" presetSubtype="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8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75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2" presetClass="entr" presetSubtype="8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5" dur="75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42" presetClass="entr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75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6" grpId="0"/>
          <p:bldP spid="7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75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2" presetClass="entr" presetSubtype="8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1" dur="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entr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75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7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42" presetClass="entr" presetSubtype="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75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8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75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2" presetClass="entr" presetSubtype="8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5" dur="75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42" presetClass="entr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75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7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6" grpId="0"/>
          <p:bldP spid="76" grpId="1"/>
        </p:bldLst>
      </p:timing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2">
                <a:lumMod val="75000"/>
              </a:schemeClr>
            </a:gs>
            <a:gs pos="75000">
              <a:srgbClr val="3D1E66"/>
            </a:gs>
          </a:gsLst>
          <a:path path="circle">
            <a:fillToRect l="100000" t="100000"/>
          </a:path>
          <a:tileRect r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>
            <a:extLst>
              <a:ext uri="{FF2B5EF4-FFF2-40B4-BE49-F238E27FC236}">
                <a16:creationId xmlns:a16="http://schemas.microsoft.com/office/drawing/2014/main" id="{AB48752F-11AE-40AC-9622-CDC07B081AB6}"/>
              </a:ext>
            </a:extLst>
          </p:cNvPr>
          <p:cNvGrpSpPr/>
          <p:nvPr/>
        </p:nvGrpSpPr>
        <p:grpSpPr>
          <a:xfrm>
            <a:off x="1752323" y="3646133"/>
            <a:ext cx="2471608" cy="2019340"/>
            <a:chOff x="1459771" y="2524468"/>
            <a:chExt cx="2471608" cy="201934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64899E40-BB41-485E-8E2F-078C4551D229}"/>
                </a:ext>
              </a:extLst>
            </p:cNvPr>
            <p:cNvGrpSpPr/>
            <p:nvPr/>
          </p:nvGrpSpPr>
          <p:grpSpPr>
            <a:xfrm>
              <a:off x="1459771" y="2524468"/>
              <a:ext cx="2471608" cy="2019340"/>
              <a:chOff x="1459771" y="2524468"/>
              <a:chExt cx="2471608" cy="2019340"/>
            </a:xfrm>
          </p:grpSpPr>
          <p:sp>
            <p:nvSpPr>
              <p:cNvPr id="36" name="Freeform 1183">
                <a:extLst>
                  <a:ext uri="{FF2B5EF4-FFF2-40B4-BE49-F238E27FC236}">
                    <a16:creationId xmlns:a16="http://schemas.microsoft.com/office/drawing/2014/main" id="{B64F1F32-FDDD-4FC3-8639-649E0D7FBDF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459771" y="2524468"/>
                <a:ext cx="2471608" cy="2019340"/>
              </a:xfrm>
              <a:custGeom>
                <a:avLst/>
                <a:gdLst>
                  <a:gd name="T0" fmla="*/ 21 w 3615"/>
                  <a:gd name="T1" fmla="*/ 614 h 2953"/>
                  <a:gd name="T2" fmla="*/ 811 w 3615"/>
                  <a:gd name="T3" fmla="*/ 8 h 2953"/>
                  <a:gd name="T4" fmla="*/ 837 w 3615"/>
                  <a:gd name="T5" fmla="*/ 21 h 2953"/>
                  <a:gd name="T6" fmla="*/ 837 w 3615"/>
                  <a:gd name="T7" fmla="*/ 193 h 2953"/>
                  <a:gd name="T8" fmla="*/ 2170 w 3615"/>
                  <a:gd name="T9" fmla="*/ 194 h 2953"/>
                  <a:gd name="T10" fmla="*/ 3615 w 3615"/>
                  <a:gd name="T11" fmla="*/ 1635 h 2953"/>
                  <a:gd name="T12" fmla="*/ 2393 w 3615"/>
                  <a:gd name="T13" fmla="*/ 2953 h 2953"/>
                  <a:gd name="T14" fmla="*/ 3214 w 3615"/>
                  <a:gd name="T15" fmla="*/ 2049 h 2953"/>
                  <a:gd name="T16" fmla="*/ 2266 w 3615"/>
                  <a:gd name="T17" fmla="*/ 1099 h 2953"/>
                  <a:gd name="T18" fmla="*/ 837 w 3615"/>
                  <a:gd name="T19" fmla="*/ 1099 h 2953"/>
                  <a:gd name="T20" fmla="*/ 837 w 3615"/>
                  <a:gd name="T21" fmla="*/ 1269 h 2953"/>
                  <a:gd name="T22" fmla="*/ 811 w 3615"/>
                  <a:gd name="T23" fmla="*/ 1282 h 2953"/>
                  <a:gd name="T24" fmla="*/ 21 w 3615"/>
                  <a:gd name="T25" fmla="*/ 676 h 2953"/>
                  <a:gd name="T26" fmla="*/ 21 w 3615"/>
                  <a:gd name="T27" fmla="*/ 614 h 2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15" h="2953">
                    <a:moveTo>
                      <a:pt x="21" y="614"/>
                    </a:moveTo>
                    <a:cubicBezTo>
                      <a:pt x="811" y="8"/>
                      <a:pt x="811" y="8"/>
                      <a:pt x="811" y="8"/>
                    </a:cubicBezTo>
                    <a:cubicBezTo>
                      <a:pt x="822" y="0"/>
                      <a:pt x="837" y="8"/>
                      <a:pt x="837" y="21"/>
                    </a:cubicBezTo>
                    <a:cubicBezTo>
                      <a:pt x="837" y="193"/>
                      <a:pt x="837" y="193"/>
                      <a:pt x="837" y="193"/>
                    </a:cubicBezTo>
                    <a:cubicBezTo>
                      <a:pt x="2170" y="194"/>
                      <a:pt x="2170" y="194"/>
                      <a:pt x="2170" y="194"/>
                    </a:cubicBezTo>
                    <a:cubicBezTo>
                      <a:pt x="3045" y="194"/>
                      <a:pt x="3615" y="907"/>
                      <a:pt x="3615" y="1635"/>
                    </a:cubicBezTo>
                    <a:cubicBezTo>
                      <a:pt x="3615" y="2268"/>
                      <a:pt x="3192" y="2953"/>
                      <a:pt x="2393" y="2953"/>
                    </a:cubicBezTo>
                    <a:cubicBezTo>
                      <a:pt x="2837" y="2951"/>
                      <a:pt x="3214" y="2559"/>
                      <a:pt x="3214" y="2049"/>
                    </a:cubicBezTo>
                    <a:cubicBezTo>
                      <a:pt x="3214" y="1538"/>
                      <a:pt x="2777" y="1099"/>
                      <a:pt x="2266" y="1099"/>
                    </a:cubicBezTo>
                    <a:cubicBezTo>
                      <a:pt x="837" y="1099"/>
                      <a:pt x="837" y="1099"/>
                      <a:pt x="837" y="1099"/>
                    </a:cubicBezTo>
                    <a:cubicBezTo>
                      <a:pt x="837" y="1269"/>
                      <a:pt x="837" y="1269"/>
                      <a:pt x="837" y="1269"/>
                    </a:cubicBezTo>
                    <a:cubicBezTo>
                      <a:pt x="837" y="1282"/>
                      <a:pt x="822" y="1290"/>
                      <a:pt x="811" y="1282"/>
                    </a:cubicBezTo>
                    <a:cubicBezTo>
                      <a:pt x="21" y="676"/>
                      <a:pt x="21" y="676"/>
                      <a:pt x="21" y="676"/>
                    </a:cubicBezTo>
                    <a:cubicBezTo>
                      <a:pt x="0" y="661"/>
                      <a:pt x="0" y="629"/>
                      <a:pt x="21" y="614"/>
                    </a:cubicBezTo>
                  </a:path>
                </a:pathLst>
              </a:custGeom>
              <a:gradFill>
                <a:gsLst>
                  <a:gs pos="100000">
                    <a:schemeClr val="accent1">
                      <a:lumMod val="75000"/>
                      <a:alpha val="0"/>
                    </a:schemeClr>
                  </a:gs>
                  <a:gs pos="0">
                    <a:schemeClr val="accent1"/>
                  </a:gs>
                </a:gsLst>
                <a:lin ang="1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7" name="Freeform 1184">
                <a:extLst>
                  <a:ext uri="{FF2B5EF4-FFF2-40B4-BE49-F238E27FC236}">
                    <a16:creationId xmlns:a16="http://schemas.microsoft.com/office/drawing/2014/main" id="{7B48F58C-3988-4CB5-A5BE-6BC0F57539D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603914" y="2964835"/>
                <a:ext cx="2323497" cy="1577651"/>
              </a:xfrm>
              <a:custGeom>
                <a:avLst/>
                <a:gdLst>
                  <a:gd name="T0" fmla="*/ 2191 w 3399"/>
                  <a:gd name="T1" fmla="*/ 0 h 2307"/>
                  <a:gd name="T2" fmla="*/ 3399 w 3399"/>
                  <a:gd name="T3" fmla="*/ 1214 h 2307"/>
                  <a:gd name="T4" fmla="*/ 2584 w 3399"/>
                  <a:gd name="T5" fmla="*/ 2293 h 2307"/>
                  <a:gd name="T6" fmla="*/ 2436 w 3399"/>
                  <a:gd name="T7" fmla="*/ 2307 h 2307"/>
                  <a:gd name="T8" fmla="*/ 2434 w 3399"/>
                  <a:gd name="T9" fmla="*/ 2306 h 2307"/>
                  <a:gd name="T10" fmla="*/ 3209 w 3399"/>
                  <a:gd name="T11" fmla="*/ 1404 h 2307"/>
                  <a:gd name="T12" fmla="*/ 2261 w 3399"/>
                  <a:gd name="T13" fmla="*/ 454 h 2307"/>
                  <a:gd name="T14" fmla="*/ 832 w 3399"/>
                  <a:gd name="T15" fmla="*/ 454 h 2307"/>
                  <a:gd name="T16" fmla="*/ 832 w 3399"/>
                  <a:gd name="T17" fmla="*/ 624 h 2307"/>
                  <a:gd name="T18" fmla="*/ 806 w 3399"/>
                  <a:gd name="T19" fmla="*/ 637 h 2307"/>
                  <a:gd name="T20" fmla="*/ 16 w 3399"/>
                  <a:gd name="T21" fmla="*/ 31 h 2307"/>
                  <a:gd name="T22" fmla="*/ 0 w 3399"/>
                  <a:gd name="T23" fmla="*/ 0 h 2307"/>
                  <a:gd name="T24" fmla="*/ 2191 w 3399"/>
                  <a:gd name="T25" fmla="*/ 0 h 2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99" h="2307">
                    <a:moveTo>
                      <a:pt x="2191" y="0"/>
                    </a:moveTo>
                    <a:cubicBezTo>
                      <a:pt x="2570" y="0"/>
                      <a:pt x="3399" y="319"/>
                      <a:pt x="3399" y="1214"/>
                    </a:cubicBezTo>
                    <a:cubicBezTo>
                      <a:pt x="3399" y="1975"/>
                      <a:pt x="2892" y="2233"/>
                      <a:pt x="2584" y="2293"/>
                    </a:cubicBezTo>
                    <a:cubicBezTo>
                      <a:pt x="2536" y="2300"/>
                      <a:pt x="2487" y="2305"/>
                      <a:pt x="2436" y="2307"/>
                    </a:cubicBezTo>
                    <a:cubicBezTo>
                      <a:pt x="2434" y="2306"/>
                      <a:pt x="2434" y="2306"/>
                      <a:pt x="2434" y="2306"/>
                    </a:cubicBezTo>
                    <a:cubicBezTo>
                      <a:pt x="2857" y="2279"/>
                      <a:pt x="3209" y="1896"/>
                      <a:pt x="3209" y="1404"/>
                    </a:cubicBezTo>
                    <a:cubicBezTo>
                      <a:pt x="3209" y="893"/>
                      <a:pt x="2772" y="454"/>
                      <a:pt x="2261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2" y="624"/>
                      <a:pt x="832" y="624"/>
                      <a:pt x="832" y="624"/>
                    </a:cubicBezTo>
                    <a:cubicBezTo>
                      <a:pt x="832" y="637"/>
                      <a:pt x="817" y="645"/>
                      <a:pt x="806" y="63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6" y="23"/>
                      <a:pt x="0" y="12"/>
                      <a:pt x="0" y="0"/>
                    </a:cubicBezTo>
                    <a:cubicBezTo>
                      <a:pt x="0" y="0"/>
                      <a:pt x="2015" y="0"/>
                      <a:pt x="2191" y="0"/>
                    </a:cubicBezTo>
                  </a:path>
                </a:pathLst>
              </a:custGeom>
              <a:gradFill>
                <a:gsLst>
                  <a:gs pos="100000">
                    <a:schemeClr val="accent1">
                      <a:lumMod val="75000"/>
                      <a:alpha val="0"/>
                    </a:schemeClr>
                  </a:gs>
                  <a:gs pos="0">
                    <a:schemeClr val="accent1"/>
                  </a:gs>
                </a:gsLst>
                <a:lin ang="21594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6F6793B6-ACE6-4702-9B0A-1B26A9C7D966}"/>
                </a:ext>
              </a:extLst>
            </p:cNvPr>
            <p:cNvSpPr txBox="1"/>
            <p:nvPr/>
          </p:nvSpPr>
          <p:spPr>
            <a:xfrm flipH="1">
              <a:off x="2095502" y="2825012"/>
              <a:ext cx="16128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First Step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58EAAFA-3969-406E-BFEE-86F054BA3855}"/>
              </a:ext>
            </a:extLst>
          </p:cNvPr>
          <p:cNvGrpSpPr/>
          <p:nvPr/>
        </p:nvGrpSpPr>
        <p:grpSpPr>
          <a:xfrm>
            <a:off x="4834882" y="2841001"/>
            <a:ext cx="2471608" cy="2019340"/>
            <a:chOff x="1459771" y="2524468"/>
            <a:chExt cx="2471608" cy="2019340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FBF2BA4E-AEB9-4D21-B10A-CA73EA6698AE}"/>
                </a:ext>
              </a:extLst>
            </p:cNvPr>
            <p:cNvGrpSpPr/>
            <p:nvPr/>
          </p:nvGrpSpPr>
          <p:grpSpPr>
            <a:xfrm>
              <a:off x="1459771" y="2524468"/>
              <a:ext cx="2471608" cy="2019340"/>
              <a:chOff x="1459771" y="2524468"/>
              <a:chExt cx="2471608" cy="2019340"/>
            </a:xfrm>
          </p:grpSpPr>
          <p:sp>
            <p:nvSpPr>
              <p:cNvPr id="44" name="Freeform 1183">
                <a:extLst>
                  <a:ext uri="{FF2B5EF4-FFF2-40B4-BE49-F238E27FC236}">
                    <a16:creationId xmlns:a16="http://schemas.microsoft.com/office/drawing/2014/main" id="{DB4C4896-E5A0-4185-A63F-4A1A3975713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459771" y="2524468"/>
                <a:ext cx="2471608" cy="2019340"/>
              </a:xfrm>
              <a:custGeom>
                <a:avLst/>
                <a:gdLst>
                  <a:gd name="T0" fmla="*/ 21 w 3615"/>
                  <a:gd name="T1" fmla="*/ 614 h 2953"/>
                  <a:gd name="T2" fmla="*/ 811 w 3615"/>
                  <a:gd name="T3" fmla="*/ 8 h 2953"/>
                  <a:gd name="T4" fmla="*/ 837 w 3615"/>
                  <a:gd name="T5" fmla="*/ 21 h 2953"/>
                  <a:gd name="T6" fmla="*/ 837 w 3615"/>
                  <a:gd name="T7" fmla="*/ 193 h 2953"/>
                  <a:gd name="T8" fmla="*/ 2170 w 3615"/>
                  <a:gd name="T9" fmla="*/ 194 h 2953"/>
                  <a:gd name="T10" fmla="*/ 3615 w 3615"/>
                  <a:gd name="T11" fmla="*/ 1635 h 2953"/>
                  <a:gd name="T12" fmla="*/ 2393 w 3615"/>
                  <a:gd name="T13" fmla="*/ 2953 h 2953"/>
                  <a:gd name="T14" fmla="*/ 3214 w 3615"/>
                  <a:gd name="T15" fmla="*/ 2049 h 2953"/>
                  <a:gd name="T16" fmla="*/ 2266 w 3615"/>
                  <a:gd name="T17" fmla="*/ 1099 h 2953"/>
                  <a:gd name="T18" fmla="*/ 837 w 3615"/>
                  <a:gd name="T19" fmla="*/ 1099 h 2953"/>
                  <a:gd name="T20" fmla="*/ 837 w 3615"/>
                  <a:gd name="T21" fmla="*/ 1269 h 2953"/>
                  <a:gd name="T22" fmla="*/ 811 w 3615"/>
                  <a:gd name="T23" fmla="*/ 1282 h 2953"/>
                  <a:gd name="T24" fmla="*/ 21 w 3615"/>
                  <a:gd name="T25" fmla="*/ 676 h 2953"/>
                  <a:gd name="T26" fmla="*/ 21 w 3615"/>
                  <a:gd name="T27" fmla="*/ 614 h 2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15" h="2953">
                    <a:moveTo>
                      <a:pt x="21" y="614"/>
                    </a:moveTo>
                    <a:cubicBezTo>
                      <a:pt x="811" y="8"/>
                      <a:pt x="811" y="8"/>
                      <a:pt x="811" y="8"/>
                    </a:cubicBezTo>
                    <a:cubicBezTo>
                      <a:pt x="822" y="0"/>
                      <a:pt x="837" y="8"/>
                      <a:pt x="837" y="21"/>
                    </a:cubicBezTo>
                    <a:cubicBezTo>
                      <a:pt x="837" y="193"/>
                      <a:pt x="837" y="193"/>
                      <a:pt x="837" y="193"/>
                    </a:cubicBezTo>
                    <a:cubicBezTo>
                      <a:pt x="2170" y="194"/>
                      <a:pt x="2170" y="194"/>
                      <a:pt x="2170" y="194"/>
                    </a:cubicBezTo>
                    <a:cubicBezTo>
                      <a:pt x="3045" y="194"/>
                      <a:pt x="3615" y="907"/>
                      <a:pt x="3615" y="1635"/>
                    </a:cubicBezTo>
                    <a:cubicBezTo>
                      <a:pt x="3615" y="2268"/>
                      <a:pt x="3192" y="2953"/>
                      <a:pt x="2393" y="2953"/>
                    </a:cubicBezTo>
                    <a:cubicBezTo>
                      <a:pt x="2837" y="2951"/>
                      <a:pt x="3214" y="2559"/>
                      <a:pt x="3214" y="2049"/>
                    </a:cubicBezTo>
                    <a:cubicBezTo>
                      <a:pt x="3214" y="1538"/>
                      <a:pt x="2777" y="1099"/>
                      <a:pt x="2266" y="1099"/>
                    </a:cubicBezTo>
                    <a:cubicBezTo>
                      <a:pt x="837" y="1099"/>
                      <a:pt x="837" y="1099"/>
                      <a:pt x="837" y="1099"/>
                    </a:cubicBezTo>
                    <a:cubicBezTo>
                      <a:pt x="837" y="1269"/>
                      <a:pt x="837" y="1269"/>
                      <a:pt x="837" y="1269"/>
                    </a:cubicBezTo>
                    <a:cubicBezTo>
                      <a:pt x="837" y="1282"/>
                      <a:pt x="822" y="1290"/>
                      <a:pt x="811" y="1282"/>
                    </a:cubicBezTo>
                    <a:cubicBezTo>
                      <a:pt x="21" y="676"/>
                      <a:pt x="21" y="676"/>
                      <a:pt x="21" y="676"/>
                    </a:cubicBezTo>
                    <a:cubicBezTo>
                      <a:pt x="0" y="661"/>
                      <a:pt x="0" y="629"/>
                      <a:pt x="21" y="614"/>
                    </a:cubicBezTo>
                  </a:path>
                </a:pathLst>
              </a:custGeom>
              <a:gradFill>
                <a:gsLst>
                  <a:gs pos="100000">
                    <a:schemeClr val="accent2">
                      <a:lumMod val="75000"/>
                      <a:alpha val="0"/>
                    </a:schemeClr>
                  </a:gs>
                  <a:gs pos="0">
                    <a:schemeClr val="accent2"/>
                  </a:gs>
                </a:gsLst>
                <a:lin ang="1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5" name="Freeform 1184">
                <a:extLst>
                  <a:ext uri="{FF2B5EF4-FFF2-40B4-BE49-F238E27FC236}">
                    <a16:creationId xmlns:a16="http://schemas.microsoft.com/office/drawing/2014/main" id="{3CA7BB38-AEB9-4C6A-8C95-BD64320AFD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603914" y="2964835"/>
                <a:ext cx="2323497" cy="1577651"/>
              </a:xfrm>
              <a:custGeom>
                <a:avLst/>
                <a:gdLst>
                  <a:gd name="T0" fmla="*/ 2191 w 3399"/>
                  <a:gd name="T1" fmla="*/ 0 h 2307"/>
                  <a:gd name="T2" fmla="*/ 3399 w 3399"/>
                  <a:gd name="T3" fmla="*/ 1214 h 2307"/>
                  <a:gd name="T4" fmla="*/ 2584 w 3399"/>
                  <a:gd name="T5" fmla="*/ 2293 h 2307"/>
                  <a:gd name="T6" fmla="*/ 2436 w 3399"/>
                  <a:gd name="T7" fmla="*/ 2307 h 2307"/>
                  <a:gd name="T8" fmla="*/ 2434 w 3399"/>
                  <a:gd name="T9" fmla="*/ 2306 h 2307"/>
                  <a:gd name="T10" fmla="*/ 3209 w 3399"/>
                  <a:gd name="T11" fmla="*/ 1404 h 2307"/>
                  <a:gd name="T12" fmla="*/ 2261 w 3399"/>
                  <a:gd name="T13" fmla="*/ 454 h 2307"/>
                  <a:gd name="T14" fmla="*/ 832 w 3399"/>
                  <a:gd name="T15" fmla="*/ 454 h 2307"/>
                  <a:gd name="T16" fmla="*/ 832 w 3399"/>
                  <a:gd name="T17" fmla="*/ 624 h 2307"/>
                  <a:gd name="T18" fmla="*/ 806 w 3399"/>
                  <a:gd name="T19" fmla="*/ 637 h 2307"/>
                  <a:gd name="T20" fmla="*/ 16 w 3399"/>
                  <a:gd name="T21" fmla="*/ 31 h 2307"/>
                  <a:gd name="T22" fmla="*/ 0 w 3399"/>
                  <a:gd name="T23" fmla="*/ 0 h 2307"/>
                  <a:gd name="T24" fmla="*/ 2191 w 3399"/>
                  <a:gd name="T25" fmla="*/ 0 h 2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99" h="2307">
                    <a:moveTo>
                      <a:pt x="2191" y="0"/>
                    </a:moveTo>
                    <a:cubicBezTo>
                      <a:pt x="2570" y="0"/>
                      <a:pt x="3399" y="319"/>
                      <a:pt x="3399" y="1214"/>
                    </a:cubicBezTo>
                    <a:cubicBezTo>
                      <a:pt x="3399" y="1975"/>
                      <a:pt x="2892" y="2233"/>
                      <a:pt x="2584" y="2293"/>
                    </a:cubicBezTo>
                    <a:cubicBezTo>
                      <a:pt x="2536" y="2300"/>
                      <a:pt x="2487" y="2305"/>
                      <a:pt x="2436" y="2307"/>
                    </a:cubicBezTo>
                    <a:cubicBezTo>
                      <a:pt x="2434" y="2306"/>
                      <a:pt x="2434" y="2306"/>
                      <a:pt x="2434" y="2306"/>
                    </a:cubicBezTo>
                    <a:cubicBezTo>
                      <a:pt x="2857" y="2279"/>
                      <a:pt x="3209" y="1896"/>
                      <a:pt x="3209" y="1404"/>
                    </a:cubicBezTo>
                    <a:cubicBezTo>
                      <a:pt x="3209" y="893"/>
                      <a:pt x="2772" y="454"/>
                      <a:pt x="2261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2" y="624"/>
                      <a:pt x="832" y="624"/>
                      <a:pt x="832" y="624"/>
                    </a:cubicBezTo>
                    <a:cubicBezTo>
                      <a:pt x="832" y="637"/>
                      <a:pt x="817" y="645"/>
                      <a:pt x="806" y="63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6" y="23"/>
                      <a:pt x="0" y="12"/>
                      <a:pt x="0" y="0"/>
                    </a:cubicBezTo>
                    <a:cubicBezTo>
                      <a:pt x="0" y="0"/>
                      <a:pt x="2015" y="0"/>
                      <a:pt x="2191" y="0"/>
                    </a:cubicBezTo>
                  </a:path>
                </a:pathLst>
              </a:custGeom>
              <a:gradFill>
                <a:gsLst>
                  <a:gs pos="100000">
                    <a:schemeClr val="accent2">
                      <a:lumMod val="75000"/>
                      <a:alpha val="0"/>
                    </a:schemeClr>
                  </a:gs>
                  <a:gs pos="0">
                    <a:schemeClr val="accent2"/>
                  </a:gs>
                </a:gsLst>
                <a:lin ang="21594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DE93F9D-4977-4497-B2AD-5AF4FD261E79}"/>
                </a:ext>
              </a:extLst>
            </p:cNvPr>
            <p:cNvSpPr txBox="1"/>
            <p:nvPr/>
          </p:nvSpPr>
          <p:spPr>
            <a:xfrm flipH="1">
              <a:off x="2095502" y="2825012"/>
              <a:ext cx="16128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Second Step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661081D-BD65-445C-B0A7-366343FA3D37}"/>
              </a:ext>
            </a:extLst>
          </p:cNvPr>
          <p:cNvGrpSpPr/>
          <p:nvPr/>
        </p:nvGrpSpPr>
        <p:grpSpPr>
          <a:xfrm>
            <a:off x="7917442" y="2035870"/>
            <a:ext cx="2471608" cy="2019340"/>
            <a:chOff x="1459771" y="2524468"/>
            <a:chExt cx="2471608" cy="2019340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5FC1E68D-0315-4569-9943-8302E4185FFD}"/>
                </a:ext>
              </a:extLst>
            </p:cNvPr>
            <p:cNvGrpSpPr/>
            <p:nvPr/>
          </p:nvGrpSpPr>
          <p:grpSpPr>
            <a:xfrm>
              <a:off x="1459771" y="2524468"/>
              <a:ext cx="2471608" cy="2019340"/>
              <a:chOff x="1459771" y="2524468"/>
              <a:chExt cx="2471608" cy="2019340"/>
            </a:xfrm>
          </p:grpSpPr>
          <p:sp>
            <p:nvSpPr>
              <p:cNvPr id="49" name="Freeform 1183">
                <a:extLst>
                  <a:ext uri="{FF2B5EF4-FFF2-40B4-BE49-F238E27FC236}">
                    <a16:creationId xmlns:a16="http://schemas.microsoft.com/office/drawing/2014/main" id="{C515CE0F-FF3C-45C1-9916-2BA2456B4AB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459771" y="2524468"/>
                <a:ext cx="2471608" cy="2019340"/>
              </a:xfrm>
              <a:custGeom>
                <a:avLst/>
                <a:gdLst>
                  <a:gd name="T0" fmla="*/ 21 w 3615"/>
                  <a:gd name="T1" fmla="*/ 614 h 2953"/>
                  <a:gd name="T2" fmla="*/ 811 w 3615"/>
                  <a:gd name="T3" fmla="*/ 8 h 2953"/>
                  <a:gd name="T4" fmla="*/ 837 w 3615"/>
                  <a:gd name="T5" fmla="*/ 21 h 2953"/>
                  <a:gd name="T6" fmla="*/ 837 w 3615"/>
                  <a:gd name="T7" fmla="*/ 193 h 2953"/>
                  <a:gd name="T8" fmla="*/ 2170 w 3615"/>
                  <a:gd name="T9" fmla="*/ 194 h 2953"/>
                  <a:gd name="T10" fmla="*/ 3615 w 3615"/>
                  <a:gd name="T11" fmla="*/ 1635 h 2953"/>
                  <a:gd name="T12" fmla="*/ 2393 w 3615"/>
                  <a:gd name="T13" fmla="*/ 2953 h 2953"/>
                  <a:gd name="T14" fmla="*/ 3214 w 3615"/>
                  <a:gd name="T15" fmla="*/ 2049 h 2953"/>
                  <a:gd name="T16" fmla="*/ 2266 w 3615"/>
                  <a:gd name="T17" fmla="*/ 1099 h 2953"/>
                  <a:gd name="T18" fmla="*/ 837 w 3615"/>
                  <a:gd name="T19" fmla="*/ 1099 h 2953"/>
                  <a:gd name="T20" fmla="*/ 837 w 3615"/>
                  <a:gd name="T21" fmla="*/ 1269 h 2953"/>
                  <a:gd name="T22" fmla="*/ 811 w 3615"/>
                  <a:gd name="T23" fmla="*/ 1282 h 2953"/>
                  <a:gd name="T24" fmla="*/ 21 w 3615"/>
                  <a:gd name="T25" fmla="*/ 676 h 2953"/>
                  <a:gd name="T26" fmla="*/ 21 w 3615"/>
                  <a:gd name="T27" fmla="*/ 614 h 2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15" h="2953">
                    <a:moveTo>
                      <a:pt x="21" y="614"/>
                    </a:moveTo>
                    <a:cubicBezTo>
                      <a:pt x="811" y="8"/>
                      <a:pt x="811" y="8"/>
                      <a:pt x="811" y="8"/>
                    </a:cubicBezTo>
                    <a:cubicBezTo>
                      <a:pt x="822" y="0"/>
                      <a:pt x="837" y="8"/>
                      <a:pt x="837" y="21"/>
                    </a:cubicBezTo>
                    <a:cubicBezTo>
                      <a:pt x="837" y="193"/>
                      <a:pt x="837" y="193"/>
                      <a:pt x="837" y="193"/>
                    </a:cubicBezTo>
                    <a:cubicBezTo>
                      <a:pt x="2170" y="194"/>
                      <a:pt x="2170" y="194"/>
                      <a:pt x="2170" y="194"/>
                    </a:cubicBezTo>
                    <a:cubicBezTo>
                      <a:pt x="3045" y="194"/>
                      <a:pt x="3615" y="907"/>
                      <a:pt x="3615" y="1635"/>
                    </a:cubicBezTo>
                    <a:cubicBezTo>
                      <a:pt x="3615" y="2268"/>
                      <a:pt x="3192" y="2953"/>
                      <a:pt x="2393" y="2953"/>
                    </a:cubicBezTo>
                    <a:cubicBezTo>
                      <a:pt x="2837" y="2951"/>
                      <a:pt x="3214" y="2559"/>
                      <a:pt x="3214" y="2049"/>
                    </a:cubicBezTo>
                    <a:cubicBezTo>
                      <a:pt x="3214" y="1538"/>
                      <a:pt x="2777" y="1099"/>
                      <a:pt x="2266" y="1099"/>
                    </a:cubicBezTo>
                    <a:cubicBezTo>
                      <a:pt x="837" y="1099"/>
                      <a:pt x="837" y="1099"/>
                      <a:pt x="837" y="1099"/>
                    </a:cubicBezTo>
                    <a:cubicBezTo>
                      <a:pt x="837" y="1269"/>
                      <a:pt x="837" y="1269"/>
                      <a:pt x="837" y="1269"/>
                    </a:cubicBezTo>
                    <a:cubicBezTo>
                      <a:pt x="837" y="1282"/>
                      <a:pt x="822" y="1290"/>
                      <a:pt x="811" y="1282"/>
                    </a:cubicBezTo>
                    <a:cubicBezTo>
                      <a:pt x="21" y="676"/>
                      <a:pt x="21" y="676"/>
                      <a:pt x="21" y="676"/>
                    </a:cubicBezTo>
                    <a:cubicBezTo>
                      <a:pt x="0" y="661"/>
                      <a:pt x="0" y="629"/>
                      <a:pt x="21" y="614"/>
                    </a:cubicBezTo>
                  </a:path>
                </a:pathLst>
              </a:custGeom>
              <a:gradFill>
                <a:gsLst>
                  <a:gs pos="100000">
                    <a:schemeClr val="accent3">
                      <a:lumMod val="75000"/>
                      <a:alpha val="0"/>
                    </a:schemeClr>
                  </a:gs>
                  <a:gs pos="0">
                    <a:schemeClr val="accent3"/>
                  </a:gs>
                </a:gsLst>
                <a:lin ang="1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0" name="Freeform 1184">
                <a:extLst>
                  <a:ext uri="{FF2B5EF4-FFF2-40B4-BE49-F238E27FC236}">
                    <a16:creationId xmlns:a16="http://schemas.microsoft.com/office/drawing/2014/main" id="{A74D3F6C-3BD9-4D20-9083-D4746CC093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603914" y="2964835"/>
                <a:ext cx="2323497" cy="1577651"/>
              </a:xfrm>
              <a:custGeom>
                <a:avLst/>
                <a:gdLst>
                  <a:gd name="T0" fmla="*/ 2191 w 3399"/>
                  <a:gd name="T1" fmla="*/ 0 h 2307"/>
                  <a:gd name="T2" fmla="*/ 3399 w 3399"/>
                  <a:gd name="T3" fmla="*/ 1214 h 2307"/>
                  <a:gd name="T4" fmla="*/ 2584 w 3399"/>
                  <a:gd name="T5" fmla="*/ 2293 h 2307"/>
                  <a:gd name="T6" fmla="*/ 2436 w 3399"/>
                  <a:gd name="T7" fmla="*/ 2307 h 2307"/>
                  <a:gd name="T8" fmla="*/ 2434 w 3399"/>
                  <a:gd name="T9" fmla="*/ 2306 h 2307"/>
                  <a:gd name="T10" fmla="*/ 3209 w 3399"/>
                  <a:gd name="T11" fmla="*/ 1404 h 2307"/>
                  <a:gd name="T12" fmla="*/ 2261 w 3399"/>
                  <a:gd name="T13" fmla="*/ 454 h 2307"/>
                  <a:gd name="T14" fmla="*/ 832 w 3399"/>
                  <a:gd name="T15" fmla="*/ 454 h 2307"/>
                  <a:gd name="T16" fmla="*/ 832 w 3399"/>
                  <a:gd name="T17" fmla="*/ 624 h 2307"/>
                  <a:gd name="T18" fmla="*/ 806 w 3399"/>
                  <a:gd name="T19" fmla="*/ 637 h 2307"/>
                  <a:gd name="T20" fmla="*/ 16 w 3399"/>
                  <a:gd name="T21" fmla="*/ 31 h 2307"/>
                  <a:gd name="T22" fmla="*/ 0 w 3399"/>
                  <a:gd name="T23" fmla="*/ 0 h 2307"/>
                  <a:gd name="T24" fmla="*/ 2191 w 3399"/>
                  <a:gd name="T25" fmla="*/ 0 h 2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99" h="2307">
                    <a:moveTo>
                      <a:pt x="2191" y="0"/>
                    </a:moveTo>
                    <a:cubicBezTo>
                      <a:pt x="2570" y="0"/>
                      <a:pt x="3399" y="319"/>
                      <a:pt x="3399" y="1214"/>
                    </a:cubicBezTo>
                    <a:cubicBezTo>
                      <a:pt x="3399" y="1975"/>
                      <a:pt x="2892" y="2233"/>
                      <a:pt x="2584" y="2293"/>
                    </a:cubicBezTo>
                    <a:cubicBezTo>
                      <a:pt x="2536" y="2300"/>
                      <a:pt x="2487" y="2305"/>
                      <a:pt x="2436" y="2307"/>
                    </a:cubicBezTo>
                    <a:cubicBezTo>
                      <a:pt x="2434" y="2306"/>
                      <a:pt x="2434" y="2306"/>
                      <a:pt x="2434" y="2306"/>
                    </a:cubicBezTo>
                    <a:cubicBezTo>
                      <a:pt x="2857" y="2279"/>
                      <a:pt x="3209" y="1896"/>
                      <a:pt x="3209" y="1404"/>
                    </a:cubicBezTo>
                    <a:cubicBezTo>
                      <a:pt x="3209" y="893"/>
                      <a:pt x="2772" y="454"/>
                      <a:pt x="2261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2" y="624"/>
                      <a:pt x="832" y="624"/>
                      <a:pt x="832" y="624"/>
                    </a:cubicBezTo>
                    <a:cubicBezTo>
                      <a:pt x="832" y="637"/>
                      <a:pt x="817" y="645"/>
                      <a:pt x="806" y="63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6" y="23"/>
                      <a:pt x="0" y="12"/>
                      <a:pt x="0" y="0"/>
                    </a:cubicBezTo>
                    <a:cubicBezTo>
                      <a:pt x="0" y="0"/>
                      <a:pt x="2015" y="0"/>
                      <a:pt x="2191" y="0"/>
                    </a:cubicBezTo>
                  </a:path>
                </a:pathLst>
              </a:custGeom>
              <a:gradFill>
                <a:gsLst>
                  <a:gs pos="100000">
                    <a:schemeClr val="accent3">
                      <a:lumMod val="75000"/>
                      <a:alpha val="0"/>
                    </a:schemeClr>
                  </a:gs>
                  <a:gs pos="0">
                    <a:schemeClr val="accent3"/>
                  </a:gs>
                </a:gsLst>
                <a:lin ang="21594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D949AAA-495F-41FC-9F09-E646EAC49C93}"/>
                </a:ext>
              </a:extLst>
            </p:cNvPr>
            <p:cNvSpPr txBox="1"/>
            <p:nvPr/>
          </p:nvSpPr>
          <p:spPr>
            <a:xfrm flipH="1">
              <a:off x="2095502" y="2825012"/>
              <a:ext cx="16128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Third Step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FD9D0CB8-1866-4B47-AD86-12143B8436B4}"/>
              </a:ext>
            </a:extLst>
          </p:cNvPr>
          <p:cNvGrpSpPr/>
          <p:nvPr/>
        </p:nvGrpSpPr>
        <p:grpSpPr>
          <a:xfrm>
            <a:off x="2362505" y="4846626"/>
            <a:ext cx="2752236" cy="1042016"/>
            <a:chOff x="2607078" y="4828066"/>
            <a:chExt cx="2397262" cy="1042016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803974B4-0458-4A29-AFE7-A97BA26A83E3}"/>
                </a:ext>
              </a:extLst>
            </p:cNvPr>
            <p:cNvSpPr/>
            <p:nvPr/>
          </p:nvSpPr>
          <p:spPr>
            <a:xfrm>
              <a:off x="3324340" y="4953677"/>
              <a:ext cx="1680000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F9704543-D832-44FB-A131-5F8FCFC6CEF0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1">
                          <a:alpha val="0"/>
                        </a:schemeClr>
                      </a:gs>
                      <a:gs pos="75000">
                        <a:schemeClr val="accent1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AB77DE9-1307-488E-B8C2-31439928F3E3}"/>
              </a:ext>
            </a:extLst>
          </p:cNvPr>
          <p:cNvGrpSpPr/>
          <p:nvPr/>
        </p:nvGrpSpPr>
        <p:grpSpPr>
          <a:xfrm>
            <a:off x="5379259" y="4032232"/>
            <a:ext cx="2803980" cy="1042016"/>
            <a:chOff x="2607078" y="4828066"/>
            <a:chExt cx="2442332" cy="104201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DA0CF5B9-62F8-43A7-A6C9-63BE80878DC6}"/>
                </a:ext>
              </a:extLst>
            </p:cNvPr>
            <p:cNvSpPr/>
            <p:nvPr/>
          </p:nvSpPr>
          <p:spPr>
            <a:xfrm>
              <a:off x="3324339" y="4953677"/>
              <a:ext cx="1725071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AC2C51F-47F7-49CE-96B8-6CDA3802EE92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2">
                          <a:alpha val="0"/>
                        </a:schemeClr>
                      </a:gs>
                      <a:gs pos="75000">
                        <a:schemeClr val="accent2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71FB7B2-DD89-4D4A-8C2B-5D978F49314C}"/>
              </a:ext>
            </a:extLst>
          </p:cNvPr>
          <p:cNvGrpSpPr/>
          <p:nvPr/>
        </p:nvGrpSpPr>
        <p:grpSpPr>
          <a:xfrm>
            <a:off x="8447758" y="3217837"/>
            <a:ext cx="2833035" cy="1042016"/>
            <a:chOff x="2607078" y="4828066"/>
            <a:chExt cx="2467640" cy="1042016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45F7CF3-067C-49B8-BCE3-CC600ADC01F3}"/>
                </a:ext>
              </a:extLst>
            </p:cNvPr>
            <p:cNvSpPr/>
            <p:nvPr/>
          </p:nvSpPr>
          <p:spPr>
            <a:xfrm>
              <a:off x="3324339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86002941-207F-45B1-9234-C5E0C70701CB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3">
                          <a:alpha val="0"/>
                        </a:schemeClr>
                      </a:gs>
                      <a:gs pos="75000">
                        <a:schemeClr val="accent3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DBB25937-EBCE-419D-BB1C-054060FFCF29}"/>
              </a:ext>
            </a:extLst>
          </p:cNvPr>
          <p:cNvSpPr/>
          <p:nvPr/>
        </p:nvSpPr>
        <p:spPr>
          <a:xfrm>
            <a:off x="1140461" y="1374151"/>
            <a:ext cx="5532461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Feature.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1A333D0F-65C6-448D-B07E-28EA74158BCE}"/>
              </a:ext>
            </a:extLst>
          </p:cNvPr>
          <p:cNvGrpSpPr/>
          <p:nvPr/>
        </p:nvGrpSpPr>
        <p:grpSpPr>
          <a:xfrm flipH="1">
            <a:off x="9666514" y="3689173"/>
            <a:ext cx="2525486" cy="3171649"/>
            <a:chOff x="-2861" y="5931257"/>
            <a:chExt cx="4014423" cy="5041543"/>
          </a:xfrm>
        </p:grpSpPr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9E36884-31FE-454F-814F-1EDE677B44FF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8494165D-0ECB-47C3-84EE-1D14F5AE395A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32" name="Oval 31">
            <a:extLst>
              <a:ext uri="{FF2B5EF4-FFF2-40B4-BE49-F238E27FC236}">
                <a16:creationId xmlns:a16="http://schemas.microsoft.com/office/drawing/2014/main" id="{C9B68E47-3C4C-4983-BEB3-2B0B06ACCF6A}"/>
              </a:ext>
            </a:extLst>
          </p:cNvPr>
          <p:cNvSpPr/>
          <p:nvPr/>
        </p:nvSpPr>
        <p:spPr>
          <a:xfrm>
            <a:off x="-301233" y="4082787"/>
            <a:ext cx="826802" cy="82680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0A459037-8FE4-4FA1-8190-F101FF532423}"/>
              </a:ext>
            </a:extLst>
          </p:cNvPr>
          <p:cNvSpPr/>
          <p:nvPr/>
        </p:nvSpPr>
        <p:spPr>
          <a:xfrm>
            <a:off x="10369460" y="1062151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27826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1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75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6" presetClass="entr" presetSubtype="32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9" dur="75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42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-4.58333E-6 4.44444E-6 L -4.58333E-6 0.0284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-3.75E-6 4.81481E-6 L -3.75E-6 0.02847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3" grpId="0"/>
          <p:bldP spid="63" grpId="1"/>
          <p:bldP spid="32" grpId="0" animBg="1"/>
          <p:bldP spid="32" grpId="1" animBg="1"/>
          <p:bldP spid="33" grpId="0" animBg="1"/>
          <p:bldP spid="3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42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75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75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ntr" presetSubtype="32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1" dur="7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75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6" presetClass="entr" presetSubtype="32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29" dur="75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42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75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3" dur="75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75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-4.58333E-6 4.44444E-6 L -4.58333E-6 0.0284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-3.75E-6 4.81481E-6 L -3.75E-6 0.02847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3" grpId="0"/>
          <p:bldP spid="63" grpId="1"/>
          <p:bldP spid="32" grpId="0" animBg="1"/>
          <p:bldP spid="32" grpId="1" animBg="1"/>
          <p:bldP spid="33" grpId="0" animBg="1"/>
          <p:bldP spid="33" grpId="1" animBg="1"/>
        </p:bldLst>
      </p:timing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A91D4FE1-DBA8-443A-9A0D-BDA3DD6C4BD6}"/>
              </a:ext>
            </a:extLst>
          </p:cNvPr>
          <p:cNvSpPr/>
          <p:nvPr/>
        </p:nvSpPr>
        <p:spPr>
          <a:xfrm>
            <a:off x="864689" y="1374151"/>
            <a:ext cx="5532461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Feature.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0B64D4F-DEE2-4301-BB1E-D32D76B01909}"/>
              </a:ext>
            </a:extLst>
          </p:cNvPr>
          <p:cNvGrpSpPr/>
          <p:nvPr/>
        </p:nvGrpSpPr>
        <p:grpSpPr>
          <a:xfrm>
            <a:off x="1812315" y="5147063"/>
            <a:ext cx="2752236" cy="921791"/>
            <a:chOff x="2244838" y="3034349"/>
            <a:chExt cx="2752236" cy="921791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B37CBD66-DACC-40B9-B00C-FBD04C5D6EAC}"/>
                </a:ext>
              </a:extLst>
            </p:cNvPr>
            <p:cNvSpPr/>
            <p:nvPr/>
          </p:nvSpPr>
          <p:spPr>
            <a:xfrm>
              <a:off x="3068308" y="3159960"/>
              <a:ext cx="192876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6776B1E7-E7ED-4BF5-8420-3BC611E4C1B7}"/>
                </a:ext>
              </a:extLst>
            </p:cNvPr>
            <p:cNvSpPr/>
            <p:nvPr/>
          </p:nvSpPr>
          <p:spPr>
            <a:xfrm>
              <a:off x="2244838" y="3034349"/>
              <a:ext cx="1646940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C453D4E-7900-4818-A571-8D1CBBF6682B}"/>
              </a:ext>
            </a:extLst>
          </p:cNvPr>
          <p:cNvGrpSpPr/>
          <p:nvPr/>
        </p:nvGrpSpPr>
        <p:grpSpPr>
          <a:xfrm>
            <a:off x="4661087" y="4791715"/>
            <a:ext cx="2752236" cy="921791"/>
            <a:chOff x="2244838" y="3034349"/>
            <a:chExt cx="2752236" cy="921791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BC372F0-E716-421E-A810-E9F3BA9008C9}"/>
                </a:ext>
              </a:extLst>
            </p:cNvPr>
            <p:cNvSpPr/>
            <p:nvPr/>
          </p:nvSpPr>
          <p:spPr>
            <a:xfrm>
              <a:off x="3068308" y="3159960"/>
              <a:ext cx="192876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5DB41423-A9B4-4C66-8715-E7F80CE45B9D}"/>
                </a:ext>
              </a:extLst>
            </p:cNvPr>
            <p:cNvSpPr/>
            <p:nvPr/>
          </p:nvSpPr>
          <p:spPr>
            <a:xfrm>
              <a:off x="2244838" y="3034349"/>
              <a:ext cx="1646940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7F3A64D-0B55-4691-B2D6-713ADC6D83BE}"/>
              </a:ext>
            </a:extLst>
          </p:cNvPr>
          <p:cNvGrpSpPr/>
          <p:nvPr/>
        </p:nvGrpSpPr>
        <p:grpSpPr>
          <a:xfrm>
            <a:off x="6195422" y="2256174"/>
            <a:ext cx="2752236" cy="921791"/>
            <a:chOff x="2244838" y="3034349"/>
            <a:chExt cx="2752236" cy="921791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04FAF126-2911-4181-8D3D-AC77FE5B732C}"/>
                </a:ext>
              </a:extLst>
            </p:cNvPr>
            <p:cNvSpPr/>
            <p:nvPr/>
          </p:nvSpPr>
          <p:spPr>
            <a:xfrm>
              <a:off x="3068308" y="3159960"/>
              <a:ext cx="192876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622230B-A9F6-4356-B294-A6C58A69A57D}"/>
                </a:ext>
              </a:extLst>
            </p:cNvPr>
            <p:cNvSpPr/>
            <p:nvPr/>
          </p:nvSpPr>
          <p:spPr>
            <a:xfrm>
              <a:off x="2244838" y="3034349"/>
              <a:ext cx="1646940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8FF8403-00C4-4610-B8D7-9A35105A586B}"/>
              </a:ext>
            </a:extLst>
          </p:cNvPr>
          <p:cNvGrpSpPr/>
          <p:nvPr/>
        </p:nvGrpSpPr>
        <p:grpSpPr>
          <a:xfrm>
            <a:off x="8172499" y="1374151"/>
            <a:ext cx="2752236" cy="921791"/>
            <a:chOff x="2244838" y="3034349"/>
            <a:chExt cx="2752236" cy="921791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A25E0EC6-5489-4E98-A389-DA500E9F0FCA}"/>
                </a:ext>
              </a:extLst>
            </p:cNvPr>
            <p:cNvSpPr/>
            <p:nvPr/>
          </p:nvSpPr>
          <p:spPr>
            <a:xfrm>
              <a:off x="3068308" y="3159960"/>
              <a:ext cx="1928766" cy="6363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B6314D0-707E-4325-86FE-002BB7405F50}"/>
                </a:ext>
              </a:extLst>
            </p:cNvPr>
            <p:cNvSpPr/>
            <p:nvPr/>
          </p:nvSpPr>
          <p:spPr>
            <a:xfrm>
              <a:off x="2244838" y="3034349"/>
              <a:ext cx="1646940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04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0A06A63-9E13-4121-8074-57240CE2D139}"/>
              </a:ext>
            </a:extLst>
          </p:cNvPr>
          <p:cNvGrpSpPr/>
          <p:nvPr/>
        </p:nvGrpSpPr>
        <p:grpSpPr>
          <a:xfrm>
            <a:off x="1802170" y="3549659"/>
            <a:ext cx="939683" cy="1863080"/>
            <a:chOff x="1802170" y="3549659"/>
            <a:chExt cx="939683" cy="1863080"/>
          </a:xfrm>
        </p:grpSpPr>
        <p:sp>
          <p:nvSpPr>
            <p:cNvPr id="10" name="Chevron 42">
              <a:extLst>
                <a:ext uri="{FF2B5EF4-FFF2-40B4-BE49-F238E27FC236}">
                  <a16:creationId xmlns:a16="http://schemas.microsoft.com/office/drawing/2014/main" id="{7919DB06-1225-4AC9-A959-B3182EDF6A9B}"/>
                </a:ext>
              </a:extLst>
            </p:cNvPr>
            <p:cNvSpPr/>
            <p:nvPr/>
          </p:nvSpPr>
          <p:spPr>
            <a:xfrm>
              <a:off x="1884638" y="3549659"/>
              <a:ext cx="857215" cy="1863080"/>
            </a:xfrm>
            <a:prstGeom prst="chevron">
              <a:avLst/>
            </a:prstGeom>
            <a:gradFill>
              <a:gsLst>
                <a:gs pos="100000">
                  <a:schemeClr val="accent1">
                    <a:lumMod val="75000"/>
                    <a:alpha val="0"/>
                  </a:schemeClr>
                </a:gs>
                <a:gs pos="0">
                  <a:schemeClr val="accent1"/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A999B6C-EFBE-424A-A413-DA0E849C9D28}"/>
                </a:ext>
              </a:extLst>
            </p:cNvPr>
            <p:cNvGrpSpPr/>
            <p:nvPr/>
          </p:nvGrpSpPr>
          <p:grpSpPr>
            <a:xfrm>
              <a:off x="1802170" y="4121199"/>
              <a:ext cx="719400" cy="720000"/>
              <a:chOff x="1802170" y="4121199"/>
              <a:chExt cx="719400" cy="720000"/>
            </a:xfrm>
          </p:grpSpPr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81EC003C-3F83-4F17-A984-EDD2CAA9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02170" y="4121199"/>
                <a:ext cx="719400" cy="720000"/>
              </a:xfrm>
              <a:prstGeom prst="ellipse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FB2D3B36-5E5C-4B54-9FC3-2514179015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51615" y="4170684"/>
                <a:ext cx="620510" cy="621030"/>
              </a:xfrm>
              <a:prstGeom prst="ellipse">
                <a:avLst/>
              </a:prstGeom>
              <a:gradFill>
                <a:gsLst>
                  <a:gs pos="100000">
                    <a:schemeClr val="accent1">
                      <a:lumMod val="75000"/>
                    </a:schemeClr>
                  </a:gs>
                  <a:gs pos="0">
                    <a:schemeClr val="accent1"/>
                  </a:gs>
                </a:gsLst>
                <a:lin ang="2700000" scaled="0"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 b="1" dirty="0">
                  <a:solidFill>
                    <a:schemeClr val="bg1"/>
                  </a:solidFill>
                  <a:latin typeface="Raleway" panose="020B05030301010600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89AAFE9F-9690-46EE-8580-4D34FE31A640}"/>
                  </a:ext>
                </a:extLst>
              </p:cNvPr>
              <p:cNvGrpSpPr/>
              <p:nvPr/>
            </p:nvGrpSpPr>
            <p:grpSpPr>
              <a:xfrm>
                <a:off x="2023812" y="4354791"/>
                <a:ext cx="276116" cy="252816"/>
                <a:chOff x="4456113" y="1058863"/>
                <a:chExt cx="376238" cy="344488"/>
              </a:xfrm>
              <a:solidFill>
                <a:schemeClr val="bg1"/>
              </a:solidFill>
            </p:grpSpPr>
            <p:sp>
              <p:nvSpPr>
                <p:cNvPr id="35" name="Freeform 160">
                  <a:extLst>
                    <a:ext uri="{FF2B5EF4-FFF2-40B4-BE49-F238E27FC236}">
                      <a16:creationId xmlns:a16="http://schemas.microsoft.com/office/drawing/2014/main" id="{0F95E593-2712-40F7-AD7C-84487069E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0413" y="1247776"/>
                  <a:ext cx="147638" cy="14288"/>
                </a:xfrm>
                <a:custGeom>
                  <a:avLst/>
                  <a:gdLst>
                    <a:gd name="T0" fmla="*/ 265 w 279"/>
                    <a:gd name="T1" fmla="*/ 0 h 28"/>
                    <a:gd name="T2" fmla="*/ 14 w 279"/>
                    <a:gd name="T3" fmla="*/ 0 h 28"/>
                    <a:gd name="T4" fmla="*/ 9 w 279"/>
                    <a:gd name="T5" fmla="*/ 2 h 28"/>
                    <a:gd name="T6" fmla="*/ 3 w 279"/>
                    <a:gd name="T7" fmla="*/ 5 h 28"/>
                    <a:gd name="T8" fmla="*/ 1 w 279"/>
                    <a:gd name="T9" fmla="*/ 9 h 28"/>
                    <a:gd name="T10" fmla="*/ 0 w 279"/>
                    <a:gd name="T11" fmla="*/ 14 h 28"/>
                    <a:gd name="T12" fmla="*/ 1 w 279"/>
                    <a:gd name="T13" fmla="*/ 20 h 28"/>
                    <a:gd name="T14" fmla="*/ 3 w 279"/>
                    <a:gd name="T15" fmla="*/ 24 h 28"/>
                    <a:gd name="T16" fmla="*/ 9 w 279"/>
                    <a:gd name="T17" fmla="*/ 27 h 28"/>
                    <a:gd name="T18" fmla="*/ 14 w 279"/>
                    <a:gd name="T19" fmla="*/ 28 h 28"/>
                    <a:gd name="T20" fmla="*/ 265 w 279"/>
                    <a:gd name="T21" fmla="*/ 28 h 28"/>
                    <a:gd name="T22" fmla="*/ 271 w 279"/>
                    <a:gd name="T23" fmla="*/ 27 h 28"/>
                    <a:gd name="T24" fmla="*/ 275 w 279"/>
                    <a:gd name="T25" fmla="*/ 24 h 28"/>
                    <a:gd name="T26" fmla="*/ 278 w 279"/>
                    <a:gd name="T27" fmla="*/ 20 h 28"/>
                    <a:gd name="T28" fmla="*/ 279 w 279"/>
                    <a:gd name="T29" fmla="*/ 14 h 28"/>
                    <a:gd name="T30" fmla="*/ 278 w 279"/>
                    <a:gd name="T31" fmla="*/ 9 h 28"/>
                    <a:gd name="T32" fmla="*/ 275 w 279"/>
                    <a:gd name="T33" fmla="*/ 5 h 28"/>
                    <a:gd name="T34" fmla="*/ 271 w 279"/>
                    <a:gd name="T35" fmla="*/ 2 h 28"/>
                    <a:gd name="T36" fmla="*/ 265 w 279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79" h="28">
                      <a:moveTo>
                        <a:pt x="265" y="0"/>
                      </a:moveTo>
                      <a:lnTo>
                        <a:pt x="14" y="0"/>
                      </a:lnTo>
                      <a:lnTo>
                        <a:pt x="9" y="2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20"/>
                      </a:lnTo>
                      <a:lnTo>
                        <a:pt x="3" y="24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265" y="28"/>
                      </a:lnTo>
                      <a:lnTo>
                        <a:pt x="271" y="27"/>
                      </a:lnTo>
                      <a:lnTo>
                        <a:pt x="275" y="24"/>
                      </a:lnTo>
                      <a:lnTo>
                        <a:pt x="278" y="20"/>
                      </a:lnTo>
                      <a:lnTo>
                        <a:pt x="279" y="14"/>
                      </a:lnTo>
                      <a:lnTo>
                        <a:pt x="278" y="9"/>
                      </a:lnTo>
                      <a:lnTo>
                        <a:pt x="275" y="5"/>
                      </a:lnTo>
                      <a:lnTo>
                        <a:pt x="271" y="2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" name="Freeform 161">
                  <a:extLst>
                    <a:ext uri="{FF2B5EF4-FFF2-40B4-BE49-F238E27FC236}">
                      <a16:creationId xmlns:a16="http://schemas.microsoft.com/office/drawing/2014/main" id="{C7588AF3-788E-42F8-9A62-1E6EA2452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0413" y="1282701"/>
                  <a:ext cx="117475" cy="14288"/>
                </a:xfrm>
                <a:custGeom>
                  <a:avLst/>
                  <a:gdLst>
                    <a:gd name="T0" fmla="*/ 208 w 222"/>
                    <a:gd name="T1" fmla="*/ 0 h 28"/>
                    <a:gd name="T2" fmla="*/ 14 w 222"/>
                    <a:gd name="T3" fmla="*/ 0 h 28"/>
                    <a:gd name="T4" fmla="*/ 9 w 222"/>
                    <a:gd name="T5" fmla="*/ 1 h 28"/>
                    <a:gd name="T6" fmla="*/ 3 w 222"/>
                    <a:gd name="T7" fmla="*/ 4 h 28"/>
                    <a:gd name="T8" fmla="*/ 1 w 222"/>
                    <a:gd name="T9" fmla="*/ 9 h 28"/>
                    <a:gd name="T10" fmla="*/ 0 w 222"/>
                    <a:gd name="T11" fmla="*/ 14 h 28"/>
                    <a:gd name="T12" fmla="*/ 1 w 222"/>
                    <a:gd name="T13" fmla="*/ 19 h 28"/>
                    <a:gd name="T14" fmla="*/ 3 w 222"/>
                    <a:gd name="T15" fmla="*/ 24 h 28"/>
                    <a:gd name="T16" fmla="*/ 9 w 222"/>
                    <a:gd name="T17" fmla="*/ 27 h 28"/>
                    <a:gd name="T18" fmla="*/ 14 w 222"/>
                    <a:gd name="T19" fmla="*/ 28 h 28"/>
                    <a:gd name="T20" fmla="*/ 208 w 222"/>
                    <a:gd name="T21" fmla="*/ 28 h 28"/>
                    <a:gd name="T22" fmla="*/ 214 w 222"/>
                    <a:gd name="T23" fmla="*/ 27 h 28"/>
                    <a:gd name="T24" fmla="*/ 218 w 222"/>
                    <a:gd name="T25" fmla="*/ 24 h 28"/>
                    <a:gd name="T26" fmla="*/ 221 w 222"/>
                    <a:gd name="T27" fmla="*/ 19 h 28"/>
                    <a:gd name="T28" fmla="*/ 222 w 222"/>
                    <a:gd name="T29" fmla="*/ 14 h 28"/>
                    <a:gd name="T30" fmla="*/ 221 w 222"/>
                    <a:gd name="T31" fmla="*/ 9 h 28"/>
                    <a:gd name="T32" fmla="*/ 218 w 222"/>
                    <a:gd name="T33" fmla="*/ 4 h 28"/>
                    <a:gd name="T34" fmla="*/ 214 w 222"/>
                    <a:gd name="T35" fmla="*/ 1 h 28"/>
                    <a:gd name="T36" fmla="*/ 208 w 222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2" h="28">
                      <a:moveTo>
                        <a:pt x="208" y="0"/>
                      </a:move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3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3" y="24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208" y="28"/>
                      </a:lnTo>
                      <a:lnTo>
                        <a:pt x="214" y="27"/>
                      </a:lnTo>
                      <a:lnTo>
                        <a:pt x="218" y="24"/>
                      </a:lnTo>
                      <a:lnTo>
                        <a:pt x="221" y="19"/>
                      </a:lnTo>
                      <a:lnTo>
                        <a:pt x="222" y="14"/>
                      </a:lnTo>
                      <a:lnTo>
                        <a:pt x="221" y="9"/>
                      </a:lnTo>
                      <a:lnTo>
                        <a:pt x="218" y="4"/>
                      </a:lnTo>
                      <a:lnTo>
                        <a:pt x="214" y="1"/>
                      </a:lnTo>
                      <a:lnTo>
                        <a:pt x="20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" name="Freeform 162">
                  <a:extLst>
                    <a:ext uri="{FF2B5EF4-FFF2-40B4-BE49-F238E27FC236}">
                      <a16:creationId xmlns:a16="http://schemas.microsoft.com/office/drawing/2014/main" id="{189310F7-643F-4BF8-8826-74E980477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03763" y="1282701"/>
                  <a:ext cx="14288" cy="14288"/>
                </a:xfrm>
                <a:custGeom>
                  <a:avLst/>
                  <a:gdLst>
                    <a:gd name="T0" fmla="*/ 14 w 28"/>
                    <a:gd name="T1" fmla="*/ 0 h 28"/>
                    <a:gd name="T2" fmla="*/ 14 w 28"/>
                    <a:gd name="T3" fmla="*/ 0 h 28"/>
                    <a:gd name="T4" fmla="*/ 9 w 28"/>
                    <a:gd name="T5" fmla="*/ 1 h 28"/>
                    <a:gd name="T6" fmla="*/ 5 w 28"/>
                    <a:gd name="T7" fmla="*/ 4 h 28"/>
                    <a:gd name="T8" fmla="*/ 1 w 28"/>
                    <a:gd name="T9" fmla="*/ 9 h 28"/>
                    <a:gd name="T10" fmla="*/ 0 w 28"/>
                    <a:gd name="T11" fmla="*/ 14 h 28"/>
                    <a:gd name="T12" fmla="*/ 1 w 28"/>
                    <a:gd name="T13" fmla="*/ 19 h 28"/>
                    <a:gd name="T14" fmla="*/ 5 w 28"/>
                    <a:gd name="T15" fmla="*/ 24 h 28"/>
                    <a:gd name="T16" fmla="*/ 9 w 28"/>
                    <a:gd name="T17" fmla="*/ 27 h 28"/>
                    <a:gd name="T18" fmla="*/ 14 w 28"/>
                    <a:gd name="T19" fmla="*/ 28 h 28"/>
                    <a:gd name="T20" fmla="*/ 14 w 28"/>
                    <a:gd name="T21" fmla="*/ 28 h 28"/>
                    <a:gd name="T22" fmla="*/ 20 w 28"/>
                    <a:gd name="T23" fmla="*/ 27 h 28"/>
                    <a:gd name="T24" fmla="*/ 24 w 28"/>
                    <a:gd name="T25" fmla="*/ 24 h 28"/>
                    <a:gd name="T26" fmla="*/ 27 w 28"/>
                    <a:gd name="T27" fmla="*/ 19 h 28"/>
                    <a:gd name="T28" fmla="*/ 28 w 28"/>
                    <a:gd name="T29" fmla="*/ 14 h 28"/>
                    <a:gd name="T30" fmla="*/ 27 w 28"/>
                    <a:gd name="T31" fmla="*/ 9 h 28"/>
                    <a:gd name="T32" fmla="*/ 24 w 28"/>
                    <a:gd name="T33" fmla="*/ 4 h 28"/>
                    <a:gd name="T34" fmla="*/ 20 w 28"/>
                    <a:gd name="T35" fmla="*/ 1 h 28"/>
                    <a:gd name="T36" fmla="*/ 14 w 28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28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5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5" y="24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14" y="28"/>
                      </a:lnTo>
                      <a:lnTo>
                        <a:pt x="20" y="27"/>
                      </a:lnTo>
                      <a:lnTo>
                        <a:pt x="24" y="24"/>
                      </a:lnTo>
                      <a:lnTo>
                        <a:pt x="27" y="19"/>
                      </a:lnTo>
                      <a:lnTo>
                        <a:pt x="28" y="14"/>
                      </a:lnTo>
                      <a:lnTo>
                        <a:pt x="27" y="9"/>
                      </a:lnTo>
                      <a:lnTo>
                        <a:pt x="24" y="4"/>
                      </a:lnTo>
                      <a:lnTo>
                        <a:pt x="20" y="1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8" name="Freeform 163">
                  <a:extLst>
                    <a:ext uri="{FF2B5EF4-FFF2-40B4-BE49-F238E27FC236}">
                      <a16:creationId xmlns:a16="http://schemas.microsoft.com/office/drawing/2014/main" id="{EBA80AE3-06DF-4C8D-8C13-A2DDA99B1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7088" y="1211263"/>
                  <a:ext cx="14288" cy="14288"/>
                </a:xfrm>
                <a:custGeom>
                  <a:avLst/>
                  <a:gdLst>
                    <a:gd name="T0" fmla="*/ 14 w 28"/>
                    <a:gd name="T1" fmla="*/ 0 h 28"/>
                    <a:gd name="T2" fmla="*/ 14 w 28"/>
                    <a:gd name="T3" fmla="*/ 0 h 28"/>
                    <a:gd name="T4" fmla="*/ 8 w 28"/>
                    <a:gd name="T5" fmla="*/ 1 h 28"/>
                    <a:gd name="T6" fmla="*/ 4 w 28"/>
                    <a:gd name="T7" fmla="*/ 4 h 28"/>
                    <a:gd name="T8" fmla="*/ 1 w 28"/>
                    <a:gd name="T9" fmla="*/ 8 h 28"/>
                    <a:gd name="T10" fmla="*/ 0 w 28"/>
                    <a:gd name="T11" fmla="*/ 14 h 28"/>
                    <a:gd name="T12" fmla="*/ 1 w 28"/>
                    <a:gd name="T13" fmla="*/ 19 h 28"/>
                    <a:gd name="T14" fmla="*/ 4 w 28"/>
                    <a:gd name="T15" fmla="*/ 23 h 28"/>
                    <a:gd name="T16" fmla="*/ 8 w 28"/>
                    <a:gd name="T17" fmla="*/ 27 h 28"/>
                    <a:gd name="T18" fmla="*/ 14 w 28"/>
                    <a:gd name="T19" fmla="*/ 28 h 28"/>
                    <a:gd name="T20" fmla="*/ 14 w 28"/>
                    <a:gd name="T21" fmla="*/ 28 h 28"/>
                    <a:gd name="T22" fmla="*/ 19 w 28"/>
                    <a:gd name="T23" fmla="*/ 27 h 28"/>
                    <a:gd name="T24" fmla="*/ 23 w 28"/>
                    <a:gd name="T25" fmla="*/ 23 h 28"/>
                    <a:gd name="T26" fmla="*/ 26 w 28"/>
                    <a:gd name="T27" fmla="*/ 19 h 28"/>
                    <a:gd name="T28" fmla="*/ 28 w 28"/>
                    <a:gd name="T29" fmla="*/ 14 h 28"/>
                    <a:gd name="T30" fmla="*/ 26 w 28"/>
                    <a:gd name="T31" fmla="*/ 8 h 28"/>
                    <a:gd name="T32" fmla="*/ 23 w 28"/>
                    <a:gd name="T33" fmla="*/ 4 h 28"/>
                    <a:gd name="T34" fmla="*/ 19 w 28"/>
                    <a:gd name="T35" fmla="*/ 1 h 28"/>
                    <a:gd name="T36" fmla="*/ 14 w 28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28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8" y="1"/>
                      </a:lnTo>
                      <a:lnTo>
                        <a:pt x="4" y="4"/>
                      </a:lnTo>
                      <a:lnTo>
                        <a:pt x="1" y="8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4" y="23"/>
                      </a:lnTo>
                      <a:lnTo>
                        <a:pt x="8" y="27"/>
                      </a:lnTo>
                      <a:lnTo>
                        <a:pt x="14" y="28"/>
                      </a:lnTo>
                      <a:lnTo>
                        <a:pt x="14" y="28"/>
                      </a:lnTo>
                      <a:lnTo>
                        <a:pt x="19" y="27"/>
                      </a:lnTo>
                      <a:lnTo>
                        <a:pt x="23" y="23"/>
                      </a:lnTo>
                      <a:lnTo>
                        <a:pt x="26" y="19"/>
                      </a:lnTo>
                      <a:lnTo>
                        <a:pt x="28" y="14"/>
                      </a:lnTo>
                      <a:lnTo>
                        <a:pt x="26" y="8"/>
                      </a:lnTo>
                      <a:lnTo>
                        <a:pt x="23" y="4"/>
                      </a:lnTo>
                      <a:lnTo>
                        <a:pt x="19" y="1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9" name="Freeform 164">
                  <a:extLst>
                    <a:ext uri="{FF2B5EF4-FFF2-40B4-BE49-F238E27FC236}">
                      <a16:creationId xmlns:a16="http://schemas.microsoft.com/office/drawing/2014/main" id="{5CF59936-95EA-461D-9CA1-061466789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9138" y="1211263"/>
                  <a:ext cx="231775" cy="122238"/>
                </a:xfrm>
                <a:custGeom>
                  <a:avLst/>
                  <a:gdLst>
                    <a:gd name="T0" fmla="*/ 264 w 439"/>
                    <a:gd name="T1" fmla="*/ 0 h 233"/>
                    <a:gd name="T2" fmla="*/ 254 w 439"/>
                    <a:gd name="T3" fmla="*/ 4 h 233"/>
                    <a:gd name="T4" fmla="*/ 250 w 439"/>
                    <a:gd name="T5" fmla="*/ 14 h 233"/>
                    <a:gd name="T6" fmla="*/ 254 w 439"/>
                    <a:gd name="T7" fmla="*/ 23 h 233"/>
                    <a:gd name="T8" fmla="*/ 264 w 439"/>
                    <a:gd name="T9" fmla="*/ 28 h 233"/>
                    <a:gd name="T10" fmla="*/ 396 w 439"/>
                    <a:gd name="T11" fmla="*/ 28 h 233"/>
                    <a:gd name="T12" fmla="*/ 402 w 439"/>
                    <a:gd name="T13" fmla="*/ 31 h 233"/>
                    <a:gd name="T14" fmla="*/ 407 w 439"/>
                    <a:gd name="T15" fmla="*/ 36 h 233"/>
                    <a:gd name="T16" fmla="*/ 411 w 439"/>
                    <a:gd name="T17" fmla="*/ 43 h 233"/>
                    <a:gd name="T18" fmla="*/ 411 w 439"/>
                    <a:gd name="T19" fmla="*/ 185 h 233"/>
                    <a:gd name="T20" fmla="*/ 410 w 439"/>
                    <a:gd name="T21" fmla="*/ 194 h 233"/>
                    <a:gd name="T22" fmla="*/ 405 w 439"/>
                    <a:gd name="T23" fmla="*/ 199 h 233"/>
                    <a:gd name="T24" fmla="*/ 399 w 439"/>
                    <a:gd name="T25" fmla="*/ 204 h 233"/>
                    <a:gd name="T26" fmla="*/ 391 w 439"/>
                    <a:gd name="T27" fmla="*/ 206 h 233"/>
                    <a:gd name="T28" fmla="*/ 44 w 439"/>
                    <a:gd name="T29" fmla="*/ 205 h 233"/>
                    <a:gd name="T30" fmla="*/ 36 w 439"/>
                    <a:gd name="T31" fmla="*/ 202 h 233"/>
                    <a:gd name="T32" fmla="*/ 31 w 439"/>
                    <a:gd name="T33" fmla="*/ 197 h 233"/>
                    <a:gd name="T34" fmla="*/ 29 w 439"/>
                    <a:gd name="T35" fmla="*/ 190 h 233"/>
                    <a:gd name="T36" fmla="*/ 28 w 439"/>
                    <a:gd name="T37" fmla="*/ 47 h 233"/>
                    <a:gd name="T38" fmla="*/ 30 w 439"/>
                    <a:gd name="T39" fmla="*/ 39 h 233"/>
                    <a:gd name="T40" fmla="*/ 33 w 439"/>
                    <a:gd name="T41" fmla="*/ 33 h 233"/>
                    <a:gd name="T42" fmla="*/ 39 w 439"/>
                    <a:gd name="T43" fmla="*/ 29 h 233"/>
                    <a:gd name="T44" fmla="*/ 47 w 439"/>
                    <a:gd name="T45" fmla="*/ 28 h 233"/>
                    <a:gd name="T46" fmla="*/ 176 w 439"/>
                    <a:gd name="T47" fmla="*/ 27 h 233"/>
                    <a:gd name="T48" fmla="*/ 183 w 439"/>
                    <a:gd name="T49" fmla="*/ 19 h 233"/>
                    <a:gd name="T50" fmla="*/ 183 w 439"/>
                    <a:gd name="T51" fmla="*/ 8 h 233"/>
                    <a:gd name="T52" fmla="*/ 176 w 439"/>
                    <a:gd name="T53" fmla="*/ 1 h 233"/>
                    <a:gd name="T54" fmla="*/ 47 w 439"/>
                    <a:gd name="T55" fmla="*/ 0 h 233"/>
                    <a:gd name="T56" fmla="*/ 29 w 439"/>
                    <a:gd name="T57" fmla="*/ 4 h 233"/>
                    <a:gd name="T58" fmla="*/ 14 w 439"/>
                    <a:gd name="T59" fmla="*/ 14 h 233"/>
                    <a:gd name="T60" fmla="*/ 4 w 439"/>
                    <a:gd name="T61" fmla="*/ 29 h 233"/>
                    <a:gd name="T62" fmla="*/ 0 w 439"/>
                    <a:gd name="T63" fmla="*/ 47 h 233"/>
                    <a:gd name="T64" fmla="*/ 1 w 439"/>
                    <a:gd name="T65" fmla="*/ 195 h 233"/>
                    <a:gd name="T66" fmla="*/ 8 w 439"/>
                    <a:gd name="T67" fmla="*/ 212 h 233"/>
                    <a:gd name="T68" fmla="*/ 21 w 439"/>
                    <a:gd name="T69" fmla="*/ 225 h 233"/>
                    <a:gd name="T70" fmla="*/ 37 w 439"/>
                    <a:gd name="T71" fmla="*/ 233 h 233"/>
                    <a:gd name="T72" fmla="*/ 391 w 439"/>
                    <a:gd name="T73" fmla="*/ 233 h 233"/>
                    <a:gd name="T74" fmla="*/ 410 w 439"/>
                    <a:gd name="T75" fmla="*/ 229 h 233"/>
                    <a:gd name="T76" fmla="*/ 425 w 439"/>
                    <a:gd name="T77" fmla="*/ 220 h 233"/>
                    <a:gd name="T78" fmla="*/ 435 w 439"/>
                    <a:gd name="T79" fmla="*/ 205 h 233"/>
                    <a:gd name="T80" fmla="*/ 439 w 439"/>
                    <a:gd name="T81" fmla="*/ 185 h 233"/>
                    <a:gd name="T82" fmla="*/ 438 w 439"/>
                    <a:gd name="T83" fmla="*/ 37 h 233"/>
                    <a:gd name="T84" fmla="*/ 431 w 439"/>
                    <a:gd name="T85" fmla="*/ 20 h 233"/>
                    <a:gd name="T86" fmla="*/ 418 w 439"/>
                    <a:gd name="T87" fmla="*/ 8 h 233"/>
                    <a:gd name="T88" fmla="*/ 401 w 439"/>
                    <a:gd name="T89" fmla="*/ 1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39" h="233">
                      <a:moveTo>
                        <a:pt x="391" y="0"/>
                      </a:moveTo>
                      <a:lnTo>
                        <a:pt x="264" y="0"/>
                      </a:lnTo>
                      <a:lnTo>
                        <a:pt x="258" y="1"/>
                      </a:lnTo>
                      <a:lnTo>
                        <a:pt x="254" y="4"/>
                      </a:lnTo>
                      <a:lnTo>
                        <a:pt x="251" y="8"/>
                      </a:lnTo>
                      <a:lnTo>
                        <a:pt x="250" y="14"/>
                      </a:lnTo>
                      <a:lnTo>
                        <a:pt x="251" y="19"/>
                      </a:lnTo>
                      <a:lnTo>
                        <a:pt x="254" y="23"/>
                      </a:lnTo>
                      <a:lnTo>
                        <a:pt x="258" y="27"/>
                      </a:lnTo>
                      <a:lnTo>
                        <a:pt x="264" y="28"/>
                      </a:lnTo>
                      <a:lnTo>
                        <a:pt x="391" y="28"/>
                      </a:lnTo>
                      <a:lnTo>
                        <a:pt x="396" y="28"/>
                      </a:lnTo>
                      <a:lnTo>
                        <a:pt x="399" y="29"/>
                      </a:lnTo>
                      <a:lnTo>
                        <a:pt x="402" y="31"/>
                      </a:lnTo>
                      <a:lnTo>
                        <a:pt x="405" y="33"/>
                      </a:lnTo>
                      <a:lnTo>
                        <a:pt x="407" y="36"/>
                      </a:lnTo>
                      <a:lnTo>
                        <a:pt x="410" y="39"/>
                      </a:lnTo>
                      <a:lnTo>
                        <a:pt x="411" y="43"/>
                      </a:lnTo>
                      <a:lnTo>
                        <a:pt x="411" y="47"/>
                      </a:lnTo>
                      <a:lnTo>
                        <a:pt x="411" y="185"/>
                      </a:lnTo>
                      <a:lnTo>
                        <a:pt x="411" y="190"/>
                      </a:lnTo>
                      <a:lnTo>
                        <a:pt x="410" y="194"/>
                      </a:lnTo>
                      <a:lnTo>
                        <a:pt x="407" y="197"/>
                      </a:lnTo>
                      <a:lnTo>
                        <a:pt x="405" y="199"/>
                      </a:lnTo>
                      <a:lnTo>
                        <a:pt x="402" y="202"/>
                      </a:lnTo>
                      <a:lnTo>
                        <a:pt x="399" y="204"/>
                      </a:lnTo>
                      <a:lnTo>
                        <a:pt x="396" y="205"/>
                      </a:lnTo>
                      <a:lnTo>
                        <a:pt x="391" y="206"/>
                      </a:lnTo>
                      <a:lnTo>
                        <a:pt x="47" y="206"/>
                      </a:lnTo>
                      <a:lnTo>
                        <a:pt x="44" y="205"/>
                      </a:lnTo>
                      <a:lnTo>
                        <a:pt x="39" y="204"/>
                      </a:lnTo>
                      <a:lnTo>
                        <a:pt x="36" y="202"/>
                      </a:lnTo>
                      <a:lnTo>
                        <a:pt x="33" y="199"/>
                      </a:lnTo>
                      <a:lnTo>
                        <a:pt x="31" y="197"/>
                      </a:lnTo>
                      <a:lnTo>
                        <a:pt x="30" y="194"/>
                      </a:lnTo>
                      <a:lnTo>
                        <a:pt x="29" y="190"/>
                      </a:lnTo>
                      <a:lnTo>
                        <a:pt x="28" y="185"/>
                      </a:lnTo>
                      <a:lnTo>
                        <a:pt x="28" y="47"/>
                      </a:lnTo>
                      <a:lnTo>
                        <a:pt x="29" y="43"/>
                      </a:lnTo>
                      <a:lnTo>
                        <a:pt x="30" y="39"/>
                      </a:lnTo>
                      <a:lnTo>
                        <a:pt x="31" y="36"/>
                      </a:lnTo>
                      <a:lnTo>
                        <a:pt x="33" y="33"/>
                      </a:lnTo>
                      <a:lnTo>
                        <a:pt x="36" y="31"/>
                      </a:lnTo>
                      <a:lnTo>
                        <a:pt x="39" y="29"/>
                      </a:lnTo>
                      <a:lnTo>
                        <a:pt x="44" y="28"/>
                      </a:lnTo>
                      <a:lnTo>
                        <a:pt x="47" y="28"/>
                      </a:lnTo>
                      <a:lnTo>
                        <a:pt x="170" y="28"/>
                      </a:lnTo>
                      <a:lnTo>
                        <a:pt x="176" y="27"/>
                      </a:lnTo>
                      <a:lnTo>
                        <a:pt x="180" y="23"/>
                      </a:lnTo>
                      <a:lnTo>
                        <a:pt x="183" y="19"/>
                      </a:lnTo>
                      <a:lnTo>
                        <a:pt x="184" y="14"/>
                      </a:lnTo>
                      <a:lnTo>
                        <a:pt x="183" y="8"/>
                      </a:lnTo>
                      <a:lnTo>
                        <a:pt x="180" y="4"/>
                      </a:lnTo>
                      <a:lnTo>
                        <a:pt x="176" y="1"/>
                      </a:lnTo>
                      <a:lnTo>
                        <a:pt x="170" y="0"/>
                      </a:lnTo>
                      <a:lnTo>
                        <a:pt x="47" y="0"/>
                      </a:lnTo>
                      <a:lnTo>
                        <a:pt x="37" y="1"/>
                      </a:lnTo>
                      <a:lnTo>
                        <a:pt x="29" y="4"/>
                      </a:lnTo>
                      <a:lnTo>
                        <a:pt x="21" y="8"/>
                      </a:lnTo>
                      <a:lnTo>
                        <a:pt x="14" y="14"/>
                      </a:lnTo>
                      <a:lnTo>
                        <a:pt x="8" y="20"/>
                      </a:lnTo>
                      <a:lnTo>
                        <a:pt x="4" y="29"/>
                      </a:lnTo>
                      <a:lnTo>
                        <a:pt x="1" y="37"/>
                      </a:lnTo>
                      <a:lnTo>
                        <a:pt x="0" y="47"/>
                      </a:lnTo>
                      <a:lnTo>
                        <a:pt x="0" y="185"/>
                      </a:lnTo>
                      <a:lnTo>
                        <a:pt x="1" y="195"/>
                      </a:lnTo>
                      <a:lnTo>
                        <a:pt x="4" y="205"/>
                      </a:lnTo>
                      <a:lnTo>
                        <a:pt x="8" y="212"/>
                      </a:lnTo>
                      <a:lnTo>
                        <a:pt x="14" y="220"/>
                      </a:lnTo>
                      <a:lnTo>
                        <a:pt x="21" y="225"/>
                      </a:lnTo>
                      <a:lnTo>
                        <a:pt x="29" y="229"/>
                      </a:lnTo>
                      <a:lnTo>
                        <a:pt x="37" y="233"/>
                      </a:lnTo>
                      <a:lnTo>
                        <a:pt x="47" y="233"/>
                      </a:lnTo>
                      <a:lnTo>
                        <a:pt x="391" y="233"/>
                      </a:lnTo>
                      <a:lnTo>
                        <a:pt x="401" y="233"/>
                      </a:lnTo>
                      <a:lnTo>
                        <a:pt x="410" y="229"/>
                      </a:lnTo>
                      <a:lnTo>
                        <a:pt x="418" y="225"/>
                      </a:lnTo>
                      <a:lnTo>
                        <a:pt x="425" y="220"/>
                      </a:lnTo>
                      <a:lnTo>
                        <a:pt x="431" y="212"/>
                      </a:lnTo>
                      <a:lnTo>
                        <a:pt x="435" y="205"/>
                      </a:lnTo>
                      <a:lnTo>
                        <a:pt x="438" y="195"/>
                      </a:lnTo>
                      <a:lnTo>
                        <a:pt x="439" y="185"/>
                      </a:lnTo>
                      <a:lnTo>
                        <a:pt x="439" y="47"/>
                      </a:lnTo>
                      <a:lnTo>
                        <a:pt x="438" y="37"/>
                      </a:lnTo>
                      <a:lnTo>
                        <a:pt x="435" y="29"/>
                      </a:lnTo>
                      <a:lnTo>
                        <a:pt x="431" y="20"/>
                      </a:lnTo>
                      <a:lnTo>
                        <a:pt x="425" y="14"/>
                      </a:lnTo>
                      <a:lnTo>
                        <a:pt x="418" y="8"/>
                      </a:lnTo>
                      <a:lnTo>
                        <a:pt x="410" y="4"/>
                      </a:lnTo>
                      <a:lnTo>
                        <a:pt x="401" y="1"/>
                      </a:lnTo>
                      <a:lnTo>
                        <a:pt x="39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0" name="Freeform 165">
                  <a:extLst>
                    <a:ext uri="{FF2B5EF4-FFF2-40B4-BE49-F238E27FC236}">
                      <a16:creationId xmlns:a16="http://schemas.microsoft.com/office/drawing/2014/main" id="{B932EA1C-72E9-4C0E-861A-E5AB9EEED92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456113" y="1058863"/>
                  <a:ext cx="376238" cy="344488"/>
                </a:xfrm>
                <a:custGeom>
                  <a:avLst/>
                  <a:gdLst>
                    <a:gd name="T0" fmla="*/ 606 w 711"/>
                    <a:gd name="T1" fmla="*/ 77 h 650"/>
                    <a:gd name="T2" fmla="*/ 569 w 711"/>
                    <a:gd name="T3" fmla="*/ 3 h 650"/>
                    <a:gd name="T4" fmla="*/ 554 w 711"/>
                    <a:gd name="T5" fmla="*/ 1 h 650"/>
                    <a:gd name="T6" fmla="*/ 381 w 711"/>
                    <a:gd name="T7" fmla="*/ 77 h 650"/>
                    <a:gd name="T8" fmla="*/ 214 w 711"/>
                    <a:gd name="T9" fmla="*/ 2 h 650"/>
                    <a:gd name="T10" fmla="*/ 206 w 711"/>
                    <a:gd name="T11" fmla="*/ 0 h 650"/>
                    <a:gd name="T12" fmla="*/ 47 w 711"/>
                    <a:gd name="T13" fmla="*/ 1 h 650"/>
                    <a:gd name="T14" fmla="*/ 31 w 711"/>
                    <a:gd name="T15" fmla="*/ 7 h 650"/>
                    <a:gd name="T16" fmla="*/ 17 w 711"/>
                    <a:gd name="T17" fmla="*/ 16 h 650"/>
                    <a:gd name="T18" fmla="*/ 7 w 711"/>
                    <a:gd name="T19" fmla="*/ 30 h 650"/>
                    <a:gd name="T20" fmla="*/ 2 w 711"/>
                    <a:gd name="T21" fmla="*/ 46 h 650"/>
                    <a:gd name="T22" fmla="*/ 0 w 711"/>
                    <a:gd name="T23" fmla="*/ 592 h 650"/>
                    <a:gd name="T24" fmla="*/ 3 w 711"/>
                    <a:gd name="T25" fmla="*/ 609 h 650"/>
                    <a:gd name="T26" fmla="*/ 10 w 711"/>
                    <a:gd name="T27" fmla="*/ 624 h 650"/>
                    <a:gd name="T28" fmla="*/ 21 w 711"/>
                    <a:gd name="T29" fmla="*/ 637 h 650"/>
                    <a:gd name="T30" fmla="*/ 36 w 711"/>
                    <a:gd name="T31" fmla="*/ 645 h 650"/>
                    <a:gd name="T32" fmla="*/ 52 w 711"/>
                    <a:gd name="T33" fmla="*/ 650 h 650"/>
                    <a:gd name="T34" fmla="*/ 658 w 711"/>
                    <a:gd name="T35" fmla="*/ 650 h 650"/>
                    <a:gd name="T36" fmla="*/ 675 w 711"/>
                    <a:gd name="T37" fmla="*/ 645 h 650"/>
                    <a:gd name="T38" fmla="*/ 689 w 711"/>
                    <a:gd name="T39" fmla="*/ 637 h 650"/>
                    <a:gd name="T40" fmla="*/ 701 w 711"/>
                    <a:gd name="T41" fmla="*/ 624 h 650"/>
                    <a:gd name="T42" fmla="*/ 709 w 711"/>
                    <a:gd name="T43" fmla="*/ 609 h 650"/>
                    <a:gd name="T44" fmla="*/ 711 w 711"/>
                    <a:gd name="T45" fmla="*/ 592 h 650"/>
                    <a:gd name="T46" fmla="*/ 710 w 711"/>
                    <a:gd name="T47" fmla="*/ 125 h 650"/>
                    <a:gd name="T48" fmla="*/ 703 w 711"/>
                    <a:gd name="T49" fmla="*/ 109 h 650"/>
                    <a:gd name="T50" fmla="*/ 694 w 711"/>
                    <a:gd name="T51" fmla="*/ 95 h 650"/>
                    <a:gd name="T52" fmla="*/ 681 w 711"/>
                    <a:gd name="T53" fmla="*/ 85 h 650"/>
                    <a:gd name="T54" fmla="*/ 665 w 711"/>
                    <a:gd name="T55" fmla="*/ 80 h 650"/>
                    <a:gd name="T56" fmla="*/ 553 w 711"/>
                    <a:gd name="T57" fmla="*/ 32 h 650"/>
                    <a:gd name="T58" fmla="*/ 553 w 711"/>
                    <a:gd name="T59" fmla="*/ 32 h 650"/>
                    <a:gd name="T60" fmla="*/ 31 w 711"/>
                    <a:gd name="T61" fmla="*/ 46 h 650"/>
                    <a:gd name="T62" fmla="*/ 41 w 711"/>
                    <a:gd name="T63" fmla="*/ 32 h 650"/>
                    <a:gd name="T64" fmla="*/ 59 w 711"/>
                    <a:gd name="T65" fmla="*/ 27 h 650"/>
                    <a:gd name="T66" fmla="*/ 266 w 711"/>
                    <a:gd name="T67" fmla="*/ 103 h 650"/>
                    <a:gd name="T68" fmla="*/ 273 w 711"/>
                    <a:gd name="T69" fmla="*/ 105 h 650"/>
                    <a:gd name="T70" fmla="*/ 59 w 711"/>
                    <a:gd name="T71" fmla="*/ 155 h 650"/>
                    <a:gd name="T72" fmla="*/ 35 w 711"/>
                    <a:gd name="T73" fmla="*/ 160 h 650"/>
                    <a:gd name="T74" fmla="*/ 683 w 711"/>
                    <a:gd name="T75" fmla="*/ 244 h 650"/>
                    <a:gd name="T76" fmla="*/ 681 w 711"/>
                    <a:gd name="T77" fmla="*/ 603 h 650"/>
                    <a:gd name="T78" fmla="*/ 670 w 711"/>
                    <a:gd name="T79" fmla="*/ 616 h 650"/>
                    <a:gd name="T80" fmla="*/ 653 w 711"/>
                    <a:gd name="T81" fmla="*/ 622 h 650"/>
                    <a:gd name="T82" fmla="*/ 47 w 711"/>
                    <a:gd name="T83" fmla="*/ 620 h 650"/>
                    <a:gd name="T84" fmla="*/ 33 w 711"/>
                    <a:gd name="T85" fmla="*/ 609 h 650"/>
                    <a:gd name="T86" fmla="*/ 27 w 711"/>
                    <a:gd name="T87" fmla="*/ 592 h 650"/>
                    <a:gd name="T88" fmla="*/ 31 w 711"/>
                    <a:gd name="T89" fmla="*/ 202 h 650"/>
                    <a:gd name="T90" fmla="*/ 41 w 711"/>
                    <a:gd name="T91" fmla="*/ 188 h 650"/>
                    <a:gd name="T92" fmla="*/ 59 w 711"/>
                    <a:gd name="T93" fmla="*/ 183 h 650"/>
                    <a:gd name="T94" fmla="*/ 219 w 711"/>
                    <a:gd name="T95" fmla="*/ 183 h 650"/>
                    <a:gd name="T96" fmla="*/ 653 w 711"/>
                    <a:gd name="T97" fmla="*/ 183 h 650"/>
                    <a:gd name="T98" fmla="*/ 670 w 711"/>
                    <a:gd name="T99" fmla="*/ 188 h 650"/>
                    <a:gd name="T100" fmla="*/ 681 w 711"/>
                    <a:gd name="T101" fmla="*/ 202 h 650"/>
                    <a:gd name="T102" fmla="*/ 683 w 711"/>
                    <a:gd name="T103" fmla="*/ 244 h 650"/>
                    <a:gd name="T104" fmla="*/ 669 w 711"/>
                    <a:gd name="T105" fmla="*/ 158 h 650"/>
                    <a:gd name="T106" fmla="*/ 640 w 711"/>
                    <a:gd name="T107" fmla="*/ 155 h 650"/>
                    <a:gd name="T108" fmla="*/ 658 w 711"/>
                    <a:gd name="T109" fmla="*/ 106 h 650"/>
                    <a:gd name="T110" fmla="*/ 674 w 711"/>
                    <a:gd name="T111" fmla="*/ 115 h 650"/>
                    <a:gd name="T112" fmla="*/ 683 w 711"/>
                    <a:gd name="T113" fmla="*/ 130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711" h="650">
                      <a:moveTo>
                        <a:pt x="653" y="77"/>
                      </a:moveTo>
                      <a:lnTo>
                        <a:pt x="607" y="77"/>
                      </a:lnTo>
                      <a:lnTo>
                        <a:pt x="606" y="77"/>
                      </a:lnTo>
                      <a:lnTo>
                        <a:pt x="605" y="79"/>
                      </a:lnTo>
                      <a:lnTo>
                        <a:pt x="572" y="8"/>
                      </a:lnTo>
                      <a:lnTo>
                        <a:pt x="569" y="3"/>
                      </a:lnTo>
                      <a:lnTo>
                        <a:pt x="565" y="1"/>
                      </a:lnTo>
                      <a:lnTo>
                        <a:pt x="560" y="0"/>
                      </a:lnTo>
                      <a:lnTo>
                        <a:pt x="554" y="1"/>
                      </a:lnTo>
                      <a:lnTo>
                        <a:pt x="385" y="79"/>
                      </a:lnTo>
                      <a:lnTo>
                        <a:pt x="384" y="79"/>
                      </a:lnTo>
                      <a:lnTo>
                        <a:pt x="381" y="77"/>
                      </a:lnTo>
                      <a:lnTo>
                        <a:pt x="280" y="77"/>
                      </a:lnTo>
                      <a:lnTo>
                        <a:pt x="216" y="4"/>
                      </a:lnTo>
                      <a:lnTo>
                        <a:pt x="214" y="2"/>
                      </a:lnTo>
                      <a:lnTo>
                        <a:pt x="212" y="1"/>
                      </a:lnTo>
                      <a:lnTo>
                        <a:pt x="209" y="0"/>
                      </a:lnTo>
                      <a:lnTo>
                        <a:pt x="206" y="0"/>
                      </a:lnTo>
                      <a:lnTo>
                        <a:pt x="59" y="0"/>
                      </a:lnTo>
                      <a:lnTo>
                        <a:pt x="52" y="0"/>
                      </a:lnTo>
                      <a:lnTo>
                        <a:pt x="47" y="1"/>
                      </a:lnTo>
                      <a:lnTo>
                        <a:pt x="41" y="2"/>
                      </a:lnTo>
                      <a:lnTo>
                        <a:pt x="36" y="4"/>
                      </a:lnTo>
                      <a:lnTo>
                        <a:pt x="31" y="7"/>
                      </a:lnTo>
                      <a:lnTo>
                        <a:pt x="25" y="10"/>
                      </a:lnTo>
                      <a:lnTo>
                        <a:pt x="21" y="13"/>
                      </a:lnTo>
                      <a:lnTo>
                        <a:pt x="17" y="16"/>
                      </a:lnTo>
                      <a:lnTo>
                        <a:pt x="13" y="21"/>
                      </a:lnTo>
                      <a:lnTo>
                        <a:pt x="10" y="26"/>
                      </a:lnTo>
                      <a:lnTo>
                        <a:pt x="7" y="30"/>
                      </a:lnTo>
                      <a:lnTo>
                        <a:pt x="5" y="36"/>
                      </a:lnTo>
                      <a:lnTo>
                        <a:pt x="3" y="41"/>
                      </a:lnTo>
                      <a:lnTo>
                        <a:pt x="2" y="46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592"/>
                      </a:lnTo>
                      <a:lnTo>
                        <a:pt x="1" y="597"/>
                      </a:lnTo>
                      <a:lnTo>
                        <a:pt x="2" y="603"/>
                      </a:lnTo>
                      <a:lnTo>
                        <a:pt x="3" y="609"/>
                      </a:lnTo>
                      <a:lnTo>
                        <a:pt x="5" y="614"/>
                      </a:lnTo>
                      <a:lnTo>
                        <a:pt x="7" y="620"/>
                      </a:lnTo>
                      <a:lnTo>
                        <a:pt x="10" y="624"/>
                      </a:lnTo>
                      <a:lnTo>
                        <a:pt x="13" y="628"/>
                      </a:lnTo>
                      <a:lnTo>
                        <a:pt x="17" y="632"/>
                      </a:lnTo>
                      <a:lnTo>
                        <a:pt x="21" y="637"/>
                      </a:lnTo>
                      <a:lnTo>
                        <a:pt x="25" y="640"/>
                      </a:lnTo>
                      <a:lnTo>
                        <a:pt x="31" y="643"/>
                      </a:lnTo>
                      <a:lnTo>
                        <a:pt x="36" y="645"/>
                      </a:lnTo>
                      <a:lnTo>
                        <a:pt x="41" y="647"/>
                      </a:lnTo>
                      <a:lnTo>
                        <a:pt x="47" y="649"/>
                      </a:lnTo>
                      <a:lnTo>
                        <a:pt x="52" y="650"/>
                      </a:lnTo>
                      <a:lnTo>
                        <a:pt x="59" y="650"/>
                      </a:lnTo>
                      <a:lnTo>
                        <a:pt x="653" y="650"/>
                      </a:lnTo>
                      <a:lnTo>
                        <a:pt x="658" y="650"/>
                      </a:lnTo>
                      <a:lnTo>
                        <a:pt x="665" y="649"/>
                      </a:lnTo>
                      <a:lnTo>
                        <a:pt x="670" y="647"/>
                      </a:lnTo>
                      <a:lnTo>
                        <a:pt x="675" y="645"/>
                      </a:lnTo>
                      <a:lnTo>
                        <a:pt x="681" y="643"/>
                      </a:lnTo>
                      <a:lnTo>
                        <a:pt x="685" y="640"/>
                      </a:lnTo>
                      <a:lnTo>
                        <a:pt x="689" y="637"/>
                      </a:lnTo>
                      <a:lnTo>
                        <a:pt x="694" y="632"/>
                      </a:lnTo>
                      <a:lnTo>
                        <a:pt x="698" y="628"/>
                      </a:lnTo>
                      <a:lnTo>
                        <a:pt x="701" y="624"/>
                      </a:lnTo>
                      <a:lnTo>
                        <a:pt x="703" y="620"/>
                      </a:lnTo>
                      <a:lnTo>
                        <a:pt x="707" y="614"/>
                      </a:lnTo>
                      <a:lnTo>
                        <a:pt x="709" y="609"/>
                      </a:lnTo>
                      <a:lnTo>
                        <a:pt x="710" y="603"/>
                      </a:lnTo>
                      <a:lnTo>
                        <a:pt x="711" y="597"/>
                      </a:lnTo>
                      <a:lnTo>
                        <a:pt x="711" y="592"/>
                      </a:lnTo>
                      <a:lnTo>
                        <a:pt x="711" y="136"/>
                      </a:lnTo>
                      <a:lnTo>
                        <a:pt x="711" y="130"/>
                      </a:lnTo>
                      <a:lnTo>
                        <a:pt x="710" y="125"/>
                      </a:lnTo>
                      <a:lnTo>
                        <a:pt x="709" y="119"/>
                      </a:lnTo>
                      <a:lnTo>
                        <a:pt x="707" y="114"/>
                      </a:lnTo>
                      <a:lnTo>
                        <a:pt x="703" y="109"/>
                      </a:lnTo>
                      <a:lnTo>
                        <a:pt x="701" y="103"/>
                      </a:lnTo>
                      <a:lnTo>
                        <a:pt x="698" y="99"/>
                      </a:lnTo>
                      <a:lnTo>
                        <a:pt x="694" y="95"/>
                      </a:lnTo>
                      <a:lnTo>
                        <a:pt x="689" y="91"/>
                      </a:lnTo>
                      <a:lnTo>
                        <a:pt x="685" y="88"/>
                      </a:lnTo>
                      <a:lnTo>
                        <a:pt x="681" y="85"/>
                      </a:lnTo>
                      <a:lnTo>
                        <a:pt x="675" y="83"/>
                      </a:lnTo>
                      <a:lnTo>
                        <a:pt x="670" y="81"/>
                      </a:lnTo>
                      <a:lnTo>
                        <a:pt x="665" y="80"/>
                      </a:lnTo>
                      <a:lnTo>
                        <a:pt x="658" y="79"/>
                      </a:lnTo>
                      <a:lnTo>
                        <a:pt x="653" y="77"/>
                      </a:lnTo>
                      <a:close/>
                      <a:moveTo>
                        <a:pt x="553" y="32"/>
                      </a:moveTo>
                      <a:lnTo>
                        <a:pt x="609" y="155"/>
                      </a:lnTo>
                      <a:lnTo>
                        <a:pt x="284" y="155"/>
                      </a:lnTo>
                      <a:lnTo>
                        <a:pt x="553" y="32"/>
                      </a:lnTo>
                      <a:close/>
                      <a:moveTo>
                        <a:pt x="27" y="58"/>
                      </a:moveTo>
                      <a:lnTo>
                        <a:pt x="29" y="52"/>
                      </a:lnTo>
                      <a:lnTo>
                        <a:pt x="31" y="46"/>
                      </a:lnTo>
                      <a:lnTo>
                        <a:pt x="33" y="41"/>
                      </a:lnTo>
                      <a:lnTo>
                        <a:pt x="37" y="37"/>
                      </a:lnTo>
                      <a:lnTo>
                        <a:pt x="41" y="32"/>
                      </a:lnTo>
                      <a:lnTo>
                        <a:pt x="47" y="30"/>
                      </a:lnTo>
                      <a:lnTo>
                        <a:pt x="52" y="28"/>
                      </a:lnTo>
                      <a:lnTo>
                        <a:pt x="59" y="27"/>
                      </a:lnTo>
                      <a:lnTo>
                        <a:pt x="200" y="27"/>
                      </a:lnTo>
                      <a:lnTo>
                        <a:pt x="263" y="101"/>
                      </a:lnTo>
                      <a:lnTo>
                        <a:pt x="266" y="103"/>
                      </a:lnTo>
                      <a:lnTo>
                        <a:pt x="268" y="104"/>
                      </a:lnTo>
                      <a:lnTo>
                        <a:pt x="271" y="105"/>
                      </a:lnTo>
                      <a:lnTo>
                        <a:pt x="273" y="105"/>
                      </a:lnTo>
                      <a:lnTo>
                        <a:pt x="326" y="105"/>
                      </a:lnTo>
                      <a:lnTo>
                        <a:pt x="217" y="155"/>
                      </a:lnTo>
                      <a:lnTo>
                        <a:pt x="59" y="155"/>
                      </a:lnTo>
                      <a:lnTo>
                        <a:pt x="50" y="156"/>
                      </a:lnTo>
                      <a:lnTo>
                        <a:pt x="42" y="158"/>
                      </a:lnTo>
                      <a:lnTo>
                        <a:pt x="35" y="160"/>
                      </a:lnTo>
                      <a:lnTo>
                        <a:pt x="27" y="164"/>
                      </a:lnTo>
                      <a:lnTo>
                        <a:pt x="27" y="58"/>
                      </a:lnTo>
                      <a:close/>
                      <a:moveTo>
                        <a:pt x="683" y="244"/>
                      </a:moveTo>
                      <a:lnTo>
                        <a:pt x="683" y="592"/>
                      </a:lnTo>
                      <a:lnTo>
                        <a:pt x="683" y="597"/>
                      </a:lnTo>
                      <a:lnTo>
                        <a:pt x="681" y="603"/>
                      </a:lnTo>
                      <a:lnTo>
                        <a:pt x="678" y="609"/>
                      </a:lnTo>
                      <a:lnTo>
                        <a:pt x="674" y="613"/>
                      </a:lnTo>
                      <a:lnTo>
                        <a:pt x="670" y="616"/>
                      </a:lnTo>
                      <a:lnTo>
                        <a:pt x="665" y="620"/>
                      </a:lnTo>
                      <a:lnTo>
                        <a:pt x="658" y="622"/>
                      </a:lnTo>
                      <a:lnTo>
                        <a:pt x="653" y="622"/>
                      </a:lnTo>
                      <a:lnTo>
                        <a:pt x="59" y="622"/>
                      </a:lnTo>
                      <a:lnTo>
                        <a:pt x="52" y="622"/>
                      </a:lnTo>
                      <a:lnTo>
                        <a:pt x="47" y="620"/>
                      </a:lnTo>
                      <a:lnTo>
                        <a:pt x="41" y="616"/>
                      </a:lnTo>
                      <a:lnTo>
                        <a:pt x="37" y="613"/>
                      </a:lnTo>
                      <a:lnTo>
                        <a:pt x="33" y="609"/>
                      </a:lnTo>
                      <a:lnTo>
                        <a:pt x="31" y="603"/>
                      </a:lnTo>
                      <a:lnTo>
                        <a:pt x="29" y="597"/>
                      </a:lnTo>
                      <a:lnTo>
                        <a:pt x="27" y="592"/>
                      </a:lnTo>
                      <a:lnTo>
                        <a:pt x="27" y="214"/>
                      </a:lnTo>
                      <a:lnTo>
                        <a:pt x="29" y="207"/>
                      </a:lnTo>
                      <a:lnTo>
                        <a:pt x="31" y="202"/>
                      </a:lnTo>
                      <a:lnTo>
                        <a:pt x="33" y="197"/>
                      </a:lnTo>
                      <a:lnTo>
                        <a:pt x="37" y="192"/>
                      </a:lnTo>
                      <a:lnTo>
                        <a:pt x="41" y="188"/>
                      </a:lnTo>
                      <a:lnTo>
                        <a:pt x="47" y="186"/>
                      </a:lnTo>
                      <a:lnTo>
                        <a:pt x="52" y="184"/>
                      </a:lnTo>
                      <a:lnTo>
                        <a:pt x="59" y="183"/>
                      </a:lnTo>
                      <a:lnTo>
                        <a:pt x="219" y="183"/>
                      </a:lnTo>
                      <a:lnTo>
                        <a:pt x="219" y="183"/>
                      </a:lnTo>
                      <a:lnTo>
                        <a:pt x="219" y="183"/>
                      </a:lnTo>
                      <a:lnTo>
                        <a:pt x="221" y="183"/>
                      </a:lnTo>
                      <a:lnTo>
                        <a:pt x="221" y="183"/>
                      </a:lnTo>
                      <a:lnTo>
                        <a:pt x="653" y="183"/>
                      </a:lnTo>
                      <a:lnTo>
                        <a:pt x="658" y="184"/>
                      </a:lnTo>
                      <a:lnTo>
                        <a:pt x="665" y="186"/>
                      </a:lnTo>
                      <a:lnTo>
                        <a:pt x="670" y="188"/>
                      </a:lnTo>
                      <a:lnTo>
                        <a:pt x="674" y="192"/>
                      </a:lnTo>
                      <a:lnTo>
                        <a:pt x="678" y="197"/>
                      </a:lnTo>
                      <a:lnTo>
                        <a:pt x="681" y="202"/>
                      </a:lnTo>
                      <a:lnTo>
                        <a:pt x="683" y="207"/>
                      </a:lnTo>
                      <a:lnTo>
                        <a:pt x="683" y="214"/>
                      </a:lnTo>
                      <a:lnTo>
                        <a:pt x="683" y="244"/>
                      </a:lnTo>
                      <a:close/>
                      <a:moveTo>
                        <a:pt x="683" y="164"/>
                      </a:moveTo>
                      <a:lnTo>
                        <a:pt x="677" y="160"/>
                      </a:lnTo>
                      <a:lnTo>
                        <a:pt x="669" y="158"/>
                      </a:lnTo>
                      <a:lnTo>
                        <a:pt x="660" y="156"/>
                      </a:lnTo>
                      <a:lnTo>
                        <a:pt x="653" y="155"/>
                      </a:lnTo>
                      <a:lnTo>
                        <a:pt x="640" y="155"/>
                      </a:lnTo>
                      <a:lnTo>
                        <a:pt x="618" y="105"/>
                      </a:lnTo>
                      <a:lnTo>
                        <a:pt x="653" y="105"/>
                      </a:lnTo>
                      <a:lnTo>
                        <a:pt x="658" y="106"/>
                      </a:lnTo>
                      <a:lnTo>
                        <a:pt x="665" y="109"/>
                      </a:lnTo>
                      <a:lnTo>
                        <a:pt x="670" y="111"/>
                      </a:lnTo>
                      <a:lnTo>
                        <a:pt x="674" y="115"/>
                      </a:lnTo>
                      <a:lnTo>
                        <a:pt x="678" y="119"/>
                      </a:lnTo>
                      <a:lnTo>
                        <a:pt x="681" y="125"/>
                      </a:lnTo>
                      <a:lnTo>
                        <a:pt x="683" y="130"/>
                      </a:lnTo>
                      <a:lnTo>
                        <a:pt x="683" y="136"/>
                      </a:lnTo>
                      <a:lnTo>
                        <a:pt x="683" y="16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F4F9437-4C32-4340-AC34-47D6D4C818C3}"/>
              </a:ext>
            </a:extLst>
          </p:cNvPr>
          <p:cNvGrpSpPr/>
          <p:nvPr/>
        </p:nvGrpSpPr>
        <p:grpSpPr>
          <a:xfrm>
            <a:off x="9499181" y="2214450"/>
            <a:ext cx="934281" cy="1863080"/>
            <a:chOff x="9499181" y="2214450"/>
            <a:chExt cx="934281" cy="1863080"/>
          </a:xfrm>
        </p:grpSpPr>
        <p:sp>
          <p:nvSpPr>
            <p:cNvPr id="19" name="Chevron 86">
              <a:extLst>
                <a:ext uri="{FF2B5EF4-FFF2-40B4-BE49-F238E27FC236}">
                  <a16:creationId xmlns:a16="http://schemas.microsoft.com/office/drawing/2014/main" id="{9D70ECEB-799D-4746-AC72-3AE6A8BC470A}"/>
                </a:ext>
              </a:extLst>
            </p:cNvPr>
            <p:cNvSpPr/>
            <p:nvPr/>
          </p:nvSpPr>
          <p:spPr>
            <a:xfrm rot="19800000">
              <a:off x="9576247" y="2214450"/>
              <a:ext cx="857215" cy="1863080"/>
            </a:xfrm>
            <a:prstGeom prst="chevron">
              <a:avLst/>
            </a:prstGeom>
            <a:gradFill>
              <a:gsLst>
                <a:gs pos="100000">
                  <a:schemeClr val="accent4">
                    <a:lumMod val="75000"/>
                    <a:alpha val="0"/>
                  </a:schemeClr>
                </a:gs>
                <a:gs pos="0">
                  <a:schemeClr val="accent4"/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rgbClr val="FFC000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9FF33F4-BDE3-4EC1-A992-194BFA99C75E}"/>
                </a:ext>
              </a:extLst>
            </p:cNvPr>
            <p:cNvGrpSpPr/>
            <p:nvPr/>
          </p:nvGrpSpPr>
          <p:grpSpPr>
            <a:xfrm>
              <a:off x="9499181" y="2901905"/>
              <a:ext cx="719382" cy="719982"/>
              <a:chOff x="9499181" y="2901905"/>
              <a:chExt cx="719382" cy="719982"/>
            </a:xfrm>
          </p:grpSpPr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DD2E17D4-A8E5-4151-B5AA-6C8A7B3C74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99181" y="2901905"/>
                <a:ext cx="719382" cy="719982"/>
              </a:xfrm>
              <a:prstGeom prst="ellipse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E280F26D-8FAA-4006-9602-30F8C7868F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48617" y="2951381"/>
                <a:ext cx="620510" cy="621030"/>
              </a:xfrm>
              <a:prstGeom prst="ellipse">
                <a:avLst/>
              </a:prstGeom>
              <a:gradFill>
                <a:gsLst>
                  <a:gs pos="100000">
                    <a:schemeClr val="accent4">
                      <a:lumMod val="75000"/>
                    </a:schemeClr>
                  </a:gs>
                  <a:gs pos="0">
                    <a:schemeClr val="accent4"/>
                  </a:gs>
                </a:gsLst>
                <a:lin ang="2700000" scaled="0"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847BC0BB-BD9F-429D-8F21-0237BEBFFE7E}"/>
                  </a:ext>
                </a:extLst>
              </p:cNvPr>
              <p:cNvGrpSpPr/>
              <p:nvPr/>
            </p:nvGrpSpPr>
            <p:grpSpPr>
              <a:xfrm>
                <a:off x="9737125" y="3123838"/>
                <a:ext cx="243494" cy="276116"/>
                <a:chOff x="10283826" y="1776413"/>
                <a:chExt cx="331788" cy="376238"/>
              </a:xfrm>
              <a:solidFill>
                <a:schemeClr val="bg1"/>
              </a:solidFill>
            </p:grpSpPr>
            <p:sp>
              <p:nvSpPr>
                <p:cNvPr id="42" name="Freeform 253">
                  <a:extLst>
                    <a:ext uri="{FF2B5EF4-FFF2-40B4-BE49-F238E27FC236}">
                      <a16:creationId xmlns:a16="http://schemas.microsoft.com/office/drawing/2014/main" id="{E38C6D7A-3144-4971-9F01-159192E5B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3826" y="1900238"/>
                  <a:ext cx="249238" cy="252413"/>
                </a:xfrm>
                <a:custGeom>
                  <a:avLst/>
                  <a:gdLst>
                    <a:gd name="T0" fmla="*/ 466 w 472"/>
                    <a:gd name="T1" fmla="*/ 405 h 477"/>
                    <a:gd name="T2" fmla="*/ 455 w 472"/>
                    <a:gd name="T3" fmla="*/ 403 h 477"/>
                    <a:gd name="T4" fmla="*/ 433 w 472"/>
                    <a:gd name="T5" fmla="*/ 415 h 477"/>
                    <a:gd name="T6" fmla="*/ 398 w 472"/>
                    <a:gd name="T7" fmla="*/ 432 h 477"/>
                    <a:gd name="T8" fmla="*/ 360 w 472"/>
                    <a:gd name="T9" fmla="*/ 442 h 477"/>
                    <a:gd name="T10" fmla="*/ 321 w 472"/>
                    <a:gd name="T11" fmla="*/ 449 h 477"/>
                    <a:gd name="T12" fmla="*/ 287 w 472"/>
                    <a:gd name="T13" fmla="*/ 449 h 477"/>
                    <a:gd name="T14" fmla="*/ 259 w 472"/>
                    <a:gd name="T15" fmla="*/ 445 h 477"/>
                    <a:gd name="T16" fmla="*/ 232 w 472"/>
                    <a:gd name="T17" fmla="*/ 440 h 477"/>
                    <a:gd name="T18" fmla="*/ 207 w 472"/>
                    <a:gd name="T19" fmla="*/ 433 h 477"/>
                    <a:gd name="T20" fmla="*/ 183 w 472"/>
                    <a:gd name="T21" fmla="*/ 422 h 477"/>
                    <a:gd name="T22" fmla="*/ 159 w 472"/>
                    <a:gd name="T23" fmla="*/ 409 h 477"/>
                    <a:gd name="T24" fmla="*/ 138 w 472"/>
                    <a:gd name="T25" fmla="*/ 394 h 477"/>
                    <a:gd name="T26" fmla="*/ 118 w 472"/>
                    <a:gd name="T27" fmla="*/ 378 h 477"/>
                    <a:gd name="T28" fmla="*/ 98 w 472"/>
                    <a:gd name="T29" fmla="*/ 359 h 477"/>
                    <a:gd name="T30" fmla="*/ 82 w 472"/>
                    <a:gd name="T31" fmla="*/ 339 h 477"/>
                    <a:gd name="T32" fmla="*/ 67 w 472"/>
                    <a:gd name="T33" fmla="*/ 317 h 477"/>
                    <a:gd name="T34" fmla="*/ 54 w 472"/>
                    <a:gd name="T35" fmla="*/ 294 h 477"/>
                    <a:gd name="T36" fmla="*/ 44 w 472"/>
                    <a:gd name="T37" fmla="*/ 269 h 477"/>
                    <a:gd name="T38" fmla="*/ 36 w 472"/>
                    <a:gd name="T39" fmla="*/ 244 h 477"/>
                    <a:gd name="T40" fmla="*/ 31 w 472"/>
                    <a:gd name="T41" fmla="*/ 217 h 477"/>
                    <a:gd name="T42" fmla="*/ 27 w 472"/>
                    <a:gd name="T43" fmla="*/ 189 h 477"/>
                    <a:gd name="T44" fmla="*/ 28 w 472"/>
                    <a:gd name="T45" fmla="*/ 155 h 477"/>
                    <a:gd name="T46" fmla="*/ 34 w 472"/>
                    <a:gd name="T47" fmla="*/ 114 h 477"/>
                    <a:gd name="T48" fmla="*/ 46 w 472"/>
                    <a:gd name="T49" fmla="*/ 76 h 477"/>
                    <a:gd name="T50" fmla="*/ 63 w 472"/>
                    <a:gd name="T51" fmla="*/ 39 h 477"/>
                    <a:gd name="T52" fmla="*/ 76 w 472"/>
                    <a:gd name="T53" fmla="*/ 17 h 477"/>
                    <a:gd name="T54" fmla="*/ 75 w 472"/>
                    <a:gd name="T55" fmla="*/ 6 h 477"/>
                    <a:gd name="T56" fmla="*/ 65 w 472"/>
                    <a:gd name="T57" fmla="*/ 0 h 477"/>
                    <a:gd name="T58" fmla="*/ 55 w 472"/>
                    <a:gd name="T59" fmla="*/ 2 h 477"/>
                    <a:gd name="T60" fmla="*/ 39 w 472"/>
                    <a:gd name="T61" fmla="*/ 26 h 477"/>
                    <a:gd name="T62" fmla="*/ 20 w 472"/>
                    <a:gd name="T63" fmla="*/ 65 h 477"/>
                    <a:gd name="T64" fmla="*/ 7 w 472"/>
                    <a:gd name="T65" fmla="*/ 108 h 477"/>
                    <a:gd name="T66" fmla="*/ 1 w 472"/>
                    <a:gd name="T67" fmla="*/ 152 h 477"/>
                    <a:gd name="T68" fmla="*/ 0 w 472"/>
                    <a:gd name="T69" fmla="*/ 190 h 477"/>
                    <a:gd name="T70" fmla="*/ 3 w 472"/>
                    <a:gd name="T71" fmla="*/ 220 h 477"/>
                    <a:gd name="T72" fmla="*/ 8 w 472"/>
                    <a:gd name="T73" fmla="*/ 249 h 477"/>
                    <a:gd name="T74" fmla="*/ 17 w 472"/>
                    <a:gd name="T75" fmla="*/ 277 h 477"/>
                    <a:gd name="T76" fmla="*/ 28 w 472"/>
                    <a:gd name="T77" fmla="*/ 304 h 477"/>
                    <a:gd name="T78" fmla="*/ 42 w 472"/>
                    <a:gd name="T79" fmla="*/ 330 h 477"/>
                    <a:gd name="T80" fmla="*/ 59 w 472"/>
                    <a:gd name="T81" fmla="*/ 354 h 477"/>
                    <a:gd name="T82" fmla="*/ 78 w 472"/>
                    <a:gd name="T83" fmla="*/ 378 h 477"/>
                    <a:gd name="T84" fmla="*/ 99 w 472"/>
                    <a:gd name="T85" fmla="*/ 398 h 477"/>
                    <a:gd name="T86" fmla="*/ 122 w 472"/>
                    <a:gd name="T87" fmla="*/ 418 h 477"/>
                    <a:gd name="T88" fmla="*/ 147 w 472"/>
                    <a:gd name="T89" fmla="*/ 434 h 477"/>
                    <a:gd name="T90" fmla="*/ 172 w 472"/>
                    <a:gd name="T91" fmla="*/ 448 h 477"/>
                    <a:gd name="T92" fmla="*/ 199 w 472"/>
                    <a:gd name="T93" fmla="*/ 459 h 477"/>
                    <a:gd name="T94" fmla="*/ 227 w 472"/>
                    <a:gd name="T95" fmla="*/ 468 h 477"/>
                    <a:gd name="T96" fmla="*/ 256 w 472"/>
                    <a:gd name="T97" fmla="*/ 473 h 477"/>
                    <a:gd name="T98" fmla="*/ 286 w 472"/>
                    <a:gd name="T99" fmla="*/ 477 h 477"/>
                    <a:gd name="T100" fmla="*/ 324 w 472"/>
                    <a:gd name="T101" fmla="*/ 476 h 477"/>
                    <a:gd name="T102" fmla="*/ 366 w 472"/>
                    <a:gd name="T103" fmla="*/ 470 h 477"/>
                    <a:gd name="T104" fmla="*/ 407 w 472"/>
                    <a:gd name="T105" fmla="*/ 457 h 477"/>
                    <a:gd name="T106" fmla="*/ 447 w 472"/>
                    <a:gd name="T107" fmla="*/ 439 h 477"/>
                    <a:gd name="T108" fmla="*/ 469 w 472"/>
                    <a:gd name="T109" fmla="*/ 424 h 477"/>
                    <a:gd name="T110" fmla="*/ 472 w 472"/>
                    <a:gd name="T111" fmla="*/ 414 h 4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72" h="477">
                      <a:moveTo>
                        <a:pt x="469" y="409"/>
                      </a:moveTo>
                      <a:lnTo>
                        <a:pt x="466" y="405"/>
                      </a:lnTo>
                      <a:lnTo>
                        <a:pt x="461" y="403"/>
                      </a:lnTo>
                      <a:lnTo>
                        <a:pt x="455" y="403"/>
                      </a:lnTo>
                      <a:lnTo>
                        <a:pt x="450" y="405"/>
                      </a:lnTo>
                      <a:lnTo>
                        <a:pt x="433" y="415"/>
                      </a:lnTo>
                      <a:lnTo>
                        <a:pt x="416" y="424"/>
                      </a:lnTo>
                      <a:lnTo>
                        <a:pt x="398" y="432"/>
                      </a:lnTo>
                      <a:lnTo>
                        <a:pt x="379" y="438"/>
                      </a:lnTo>
                      <a:lnTo>
                        <a:pt x="360" y="442"/>
                      </a:lnTo>
                      <a:lnTo>
                        <a:pt x="341" y="447"/>
                      </a:lnTo>
                      <a:lnTo>
                        <a:pt x="321" y="449"/>
                      </a:lnTo>
                      <a:lnTo>
                        <a:pt x="301" y="449"/>
                      </a:lnTo>
                      <a:lnTo>
                        <a:pt x="287" y="449"/>
                      </a:lnTo>
                      <a:lnTo>
                        <a:pt x="273" y="448"/>
                      </a:lnTo>
                      <a:lnTo>
                        <a:pt x="259" y="445"/>
                      </a:lnTo>
                      <a:lnTo>
                        <a:pt x="246" y="443"/>
                      </a:lnTo>
                      <a:lnTo>
                        <a:pt x="232" y="440"/>
                      </a:lnTo>
                      <a:lnTo>
                        <a:pt x="219" y="437"/>
                      </a:lnTo>
                      <a:lnTo>
                        <a:pt x="207" y="433"/>
                      </a:lnTo>
                      <a:lnTo>
                        <a:pt x="195" y="427"/>
                      </a:lnTo>
                      <a:lnTo>
                        <a:pt x="183" y="422"/>
                      </a:lnTo>
                      <a:lnTo>
                        <a:pt x="171" y="415"/>
                      </a:lnTo>
                      <a:lnTo>
                        <a:pt x="159" y="409"/>
                      </a:lnTo>
                      <a:lnTo>
                        <a:pt x="149" y="403"/>
                      </a:lnTo>
                      <a:lnTo>
                        <a:pt x="138" y="394"/>
                      </a:lnTo>
                      <a:lnTo>
                        <a:pt x="127" y="386"/>
                      </a:lnTo>
                      <a:lnTo>
                        <a:pt x="118" y="378"/>
                      </a:lnTo>
                      <a:lnTo>
                        <a:pt x="108" y="368"/>
                      </a:lnTo>
                      <a:lnTo>
                        <a:pt x="98" y="359"/>
                      </a:lnTo>
                      <a:lnTo>
                        <a:pt x="90" y="349"/>
                      </a:lnTo>
                      <a:lnTo>
                        <a:pt x="82" y="339"/>
                      </a:lnTo>
                      <a:lnTo>
                        <a:pt x="75" y="328"/>
                      </a:lnTo>
                      <a:lnTo>
                        <a:pt x="67" y="317"/>
                      </a:lnTo>
                      <a:lnTo>
                        <a:pt x="61" y="306"/>
                      </a:lnTo>
                      <a:lnTo>
                        <a:pt x="54" y="294"/>
                      </a:lnTo>
                      <a:lnTo>
                        <a:pt x="49" y="281"/>
                      </a:lnTo>
                      <a:lnTo>
                        <a:pt x="44" y="269"/>
                      </a:lnTo>
                      <a:lnTo>
                        <a:pt x="39" y="257"/>
                      </a:lnTo>
                      <a:lnTo>
                        <a:pt x="36" y="244"/>
                      </a:lnTo>
                      <a:lnTo>
                        <a:pt x="33" y="230"/>
                      </a:lnTo>
                      <a:lnTo>
                        <a:pt x="31" y="217"/>
                      </a:lnTo>
                      <a:lnTo>
                        <a:pt x="28" y="203"/>
                      </a:lnTo>
                      <a:lnTo>
                        <a:pt x="27" y="189"/>
                      </a:lnTo>
                      <a:lnTo>
                        <a:pt x="27" y="175"/>
                      </a:lnTo>
                      <a:lnTo>
                        <a:pt x="28" y="155"/>
                      </a:lnTo>
                      <a:lnTo>
                        <a:pt x="31" y="134"/>
                      </a:lnTo>
                      <a:lnTo>
                        <a:pt x="34" y="114"/>
                      </a:lnTo>
                      <a:lnTo>
                        <a:pt x="39" y="94"/>
                      </a:lnTo>
                      <a:lnTo>
                        <a:pt x="46" y="76"/>
                      </a:lnTo>
                      <a:lnTo>
                        <a:pt x="54" y="57"/>
                      </a:lnTo>
                      <a:lnTo>
                        <a:pt x="63" y="39"/>
                      </a:lnTo>
                      <a:lnTo>
                        <a:pt x="74" y="21"/>
                      </a:lnTo>
                      <a:lnTo>
                        <a:pt x="76" y="17"/>
                      </a:lnTo>
                      <a:lnTo>
                        <a:pt x="76" y="12"/>
                      </a:lnTo>
                      <a:lnTo>
                        <a:pt x="75" y="6"/>
                      </a:lnTo>
                      <a:lnTo>
                        <a:pt x="70" y="2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5" y="2"/>
                      </a:lnTo>
                      <a:lnTo>
                        <a:pt x="51" y="6"/>
                      </a:lnTo>
                      <a:lnTo>
                        <a:pt x="39" y="26"/>
                      </a:lnTo>
                      <a:lnTo>
                        <a:pt x="28" y="45"/>
                      </a:lnTo>
                      <a:lnTo>
                        <a:pt x="20" y="65"/>
                      </a:lnTo>
                      <a:lnTo>
                        <a:pt x="12" y="87"/>
                      </a:lnTo>
                      <a:lnTo>
                        <a:pt x="7" y="108"/>
                      </a:lnTo>
                      <a:lnTo>
                        <a:pt x="3" y="130"/>
                      </a:lnTo>
                      <a:lnTo>
                        <a:pt x="1" y="152"/>
                      </a:lnTo>
                      <a:lnTo>
                        <a:pt x="0" y="175"/>
                      </a:lnTo>
                      <a:lnTo>
                        <a:pt x="0" y="190"/>
                      </a:lnTo>
                      <a:lnTo>
                        <a:pt x="1" y="205"/>
                      </a:lnTo>
                      <a:lnTo>
                        <a:pt x="3" y="220"/>
                      </a:lnTo>
                      <a:lnTo>
                        <a:pt x="5" y="234"/>
                      </a:lnTo>
                      <a:lnTo>
                        <a:pt x="8" y="249"/>
                      </a:lnTo>
                      <a:lnTo>
                        <a:pt x="12" y="263"/>
                      </a:lnTo>
                      <a:lnTo>
                        <a:pt x="17" y="277"/>
                      </a:lnTo>
                      <a:lnTo>
                        <a:pt x="22" y="291"/>
                      </a:lnTo>
                      <a:lnTo>
                        <a:pt x="28" y="304"/>
                      </a:lnTo>
                      <a:lnTo>
                        <a:pt x="35" y="317"/>
                      </a:lnTo>
                      <a:lnTo>
                        <a:pt x="42" y="330"/>
                      </a:lnTo>
                      <a:lnTo>
                        <a:pt x="50" y="342"/>
                      </a:lnTo>
                      <a:lnTo>
                        <a:pt x="59" y="354"/>
                      </a:lnTo>
                      <a:lnTo>
                        <a:pt x="68" y="366"/>
                      </a:lnTo>
                      <a:lnTo>
                        <a:pt x="78" y="378"/>
                      </a:lnTo>
                      <a:lnTo>
                        <a:pt x="88" y="389"/>
                      </a:lnTo>
                      <a:lnTo>
                        <a:pt x="99" y="398"/>
                      </a:lnTo>
                      <a:lnTo>
                        <a:pt x="110" y="409"/>
                      </a:lnTo>
                      <a:lnTo>
                        <a:pt x="122" y="418"/>
                      </a:lnTo>
                      <a:lnTo>
                        <a:pt x="134" y="426"/>
                      </a:lnTo>
                      <a:lnTo>
                        <a:pt x="147" y="434"/>
                      </a:lnTo>
                      <a:lnTo>
                        <a:pt x="159" y="441"/>
                      </a:lnTo>
                      <a:lnTo>
                        <a:pt x="172" y="448"/>
                      </a:lnTo>
                      <a:lnTo>
                        <a:pt x="186" y="454"/>
                      </a:lnTo>
                      <a:lnTo>
                        <a:pt x="199" y="459"/>
                      </a:lnTo>
                      <a:lnTo>
                        <a:pt x="213" y="464"/>
                      </a:lnTo>
                      <a:lnTo>
                        <a:pt x="227" y="468"/>
                      </a:lnTo>
                      <a:lnTo>
                        <a:pt x="242" y="471"/>
                      </a:lnTo>
                      <a:lnTo>
                        <a:pt x="256" y="473"/>
                      </a:lnTo>
                      <a:lnTo>
                        <a:pt x="271" y="476"/>
                      </a:lnTo>
                      <a:lnTo>
                        <a:pt x="286" y="477"/>
                      </a:lnTo>
                      <a:lnTo>
                        <a:pt x="301" y="477"/>
                      </a:lnTo>
                      <a:lnTo>
                        <a:pt x="324" y="476"/>
                      </a:lnTo>
                      <a:lnTo>
                        <a:pt x="345" y="473"/>
                      </a:lnTo>
                      <a:lnTo>
                        <a:pt x="366" y="470"/>
                      </a:lnTo>
                      <a:lnTo>
                        <a:pt x="387" y="465"/>
                      </a:lnTo>
                      <a:lnTo>
                        <a:pt x="407" y="457"/>
                      </a:lnTo>
                      <a:lnTo>
                        <a:pt x="428" y="449"/>
                      </a:lnTo>
                      <a:lnTo>
                        <a:pt x="447" y="439"/>
                      </a:lnTo>
                      <a:lnTo>
                        <a:pt x="465" y="428"/>
                      </a:lnTo>
                      <a:lnTo>
                        <a:pt x="469" y="424"/>
                      </a:lnTo>
                      <a:lnTo>
                        <a:pt x="472" y="420"/>
                      </a:lnTo>
                      <a:lnTo>
                        <a:pt x="472" y="414"/>
                      </a:lnTo>
                      <a:lnTo>
                        <a:pt x="469" y="40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4" name="Freeform 254">
                  <a:extLst>
                    <a:ext uri="{FF2B5EF4-FFF2-40B4-BE49-F238E27FC236}">
                      <a16:creationId xmlns:a16="http://schemas.microsoft.com/office/drawing/2014/main" id="{F0B46118-B8B5-4967-AB45-EFEFA1D6F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44176" y="2092326"/>
                  <a:ext cx="15875" cy="14288"/>
                </a:xfrm>
                <a:custGeom>
                  <a:avLst/>
                  <a:gdLst>
                    <a:gd name="T0" fmla="*/ 25 w 29"/>
                    <a:gd name="T1" fmla="*/ 4 h 28"/>
                    <a:gd name="T2" fmla="*/ 19 w 29"/>
                    <a:gd name="T3" fmla="*/ 1 h 28"/>
                    <a:gd name="T4" fmla="*/ 14 w 29"/>
                    <a:gd name="T5" fmla="*/ 0 h 28"/>
                    <a:gd name="T6" fmla="*/ 10 w 29"/>
                    <a:gd name="T7" fmla="*/ 1 h 28"/>
                    <a:gd name="T8" fmla="*/ 4 w 29"/>
                    <a:gd name="T9" fmla="*/ 4 h 28"/>
                    <a:gd name="T10" fmla="*/ 4 w 29"/>
                    <a:gd name="T11" fmla="*/ 4 h 28"/>
                    <a:gd name="T12" fmla="*/ 1 w 29"/>
                    <a:gd name="T13" fmla="*/ 8 h 28"/>
                    <a:gd name="T14" fmla="*/ 0 w 29"/>
                    <a:gd name="T15" fmla="*/ 14 h 28"/>
                    <a:gd name="T16" fmla="*/ 1 w 29"/>
                    <a:gd name="T17" fmla="*/ 19 h 28"/>
                    <a:gd name="T18" fmla="*/ 4 w 29"/>
                    <a:gd name="T19" fmla="*/ 23 h 28"/>
                    <a:gd name="T20" fmla="*/ 9 w 29"/>
                    <a:gd name="T21" fmla="*/ 27 h 28"/>
                    <a:gd name="T22" fmla="*/ 14 w 29"/>
                    <a:gd name="T23" fmla="*/ 28 h 28"/>
                    <a:gd name="T24" fmla="*/ 19 w 29"/>
                    <a:gd name="T25" fmla="*/ 27 h 28"/>
                    <a:gd name="T26" fmla="*/ 24 w 29"/>
                    <a:gd name="T27" fmla="*/ 23 h 28"/>
                    <a:gd name="T28" fmla="*/ 25 w 29"/>
                    <a:gd name="T29" fmla="*/ 23 h 28"/>
                    <a:gd name="T30" fmla="*/ 28 w 29"/>
                    <a:gd name="T31" fmla="*/ 19 h 28"/>
                    <a:gd name="T32" fmla="*/ 29 w 29"/>
                    <a:gd name="T33" fmla="*/ 14 h 28"/>
                    <a:gd name="T34" fmla="*/ 28 w 29"/>
                    <a:gd name="T35" fmla="*/ 8 h 28"/>
                    <a:gd name="T36" fmla="*/ 25 w 29"/>
                    <a:gd name="T37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28">
                      <a:moveTo>
                        <a:pt x="25" y="4"/>
                      </a:moveTo>
                      <a:lnTo>
                        <a:pt x="19" y="1"/>
                      </a:lnTo>
                      <a:lnTo>
                        <a:pt x="14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4" y="4"/>
                      </a:lnTo>
                      <a:lnTo>
                        <a:pt x="1" y="8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4" y="23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19" y="27"/>
                      </a:lnTo>
                      <a:lnTo>
                        <a:pt x="24" y="23"/>
                      </a:lnTo>
                      <a:lnTo>
                        <a:pt x="25" y="23"/>
                      </a:lnTo>
                      <a:lnTo>
                        <a:pt x="28" y="19"/>
                      </a:lnTo>
                      <a:lnTo>
                        <a:pt x="29" y="14"/>
                      </a:lnTo>
                      <a:lnTo>
                        <a:pt x="28" y="8"/>
                      </a:lnTo>
                      <a:lnTo>
                        <a:pt x="25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8" name="Freeform 255">
                  <a:extLst>
                    <a:ext uri="{FF2B5EF4-FFF2-40B4-BE49-F238E27FC236}">
                      <a16:creationId xmlns:a16="http://schemas.microsoft.com/office/drawing/2014/main" id="{785A816D-14C1-46DF-A51F-7A5EE22F4E3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52089" y="1776413"/>
                  <a:ext cx="263525" cy="303213"/>
                </a:xfrm>
                <a:custGeom>
                  <a:avLst/>
                  <a:gdLst>
                    <a:gd name="T0" fmla="*/ 458 w 498"/>
                    <a:gd name="T1" fmla="*/ 230 h 574"/>
                    <a:gd name="T2" fmla="*/ 496 w 498"/>
                    <a:gd name="T3" fmla="*/ 190 h 574"/>
                    <a:gd name="T4" fmla="*/ 496 w 498"/>
                    <a:gd name="T5" fmla="*/ 158 h 574"/>
                    <a:gd name="T6" fmla="*/ 431 w 498"/>
                    <a:gd name="T7" fmla="*/ 89 h 574"/>
                    <a:gd name="T8" fmla="*/ 398 w 498"/>
                    <a:gd name="T9" fmla="*/ 83 h 574"/>
                    <a:gd name="T10" fmla="*/ 353 w 498"/>
                    <a:gd name="T11" fmla="*/ 118 h 574"/>
                    <a:gd name="T12" fmla="*/ 353 w 498"/>
                    <a:gd name="T13" fmla="*/ 137 h 574"/>
                    <a:gd name="T14" fmla="*/ 317 w 498"/>
                    <a:gd name="T15" fmla="*/ 144 h 574"/>
                    <a:gd name="T16" fmla="*/ 258 w 498"/>
                    <a:gd name="T17" fmla="*/ 119 h 574"/>
                    <a:gd name="T18" fmla="*/ 257 w 498"/>
                    <a:gd name="T19" fmla="*/ 88 h 574"/>
                    <a:gd name="T20" fmla="*/ 271 w 498"/>
                    <a:gd name="T21" fmla="*/ 74 h 574"/>
                    <a:gd name="T22" fmla="*/ 262 w 498"/>
                    <a:gd name="T23" fmla="*/ 1 h 574"/>
                    <a:gd name="T24" fmla="*/ 78 w 498"/>
                    <a:gd name="T25" fmla="*/ 3 h 574"/>
                    <a:gd name="T26" fmla="*/ 74 w 498"/>
                    <a:gd name="T27" fmla="*/ 80 h 574"/>
                    <a:gd name="T28" fmla="*/ 118 w 498"/>
                    <a:gd name="T29" fmla="*/ 88 h 574"/>
                    <a:gd name="T30" fmla="*/ 74 w 498"/>
                    <a:gd name="T31" fmla="*/ 123 h 574"/>
                    <a:gd name="T32" fmla="*/ 20 w 498"/>
                    <a:gd name="T33" fmla="*/ 149 h 574"/>
                    <a:gd name="T34" fmla="*/ 0 w 498"/>
                    <a:gd name="T35" fmla="*/ 171 h 574"/>
                    <a:gd name="T36" fmla="*/ 16 w 498"/>
                    <a:gd name="T37" fmla="*/ 182 h 574"/>
                    <a:gd name="T38" fmla="*/ 74 w 498"/>
                    <a:gd name="T39" fmla="*/ 152 h 574"/>
                    <a:gd name="T40" fmla="*/ 152 w 498"/>
                    <a:gd name="T41" fmla="*/ 135 h 574"/>
                    <a:gd name="T42" fmla="*/ 214 w 498"/>
                    <a:gd name="T43" fmla="*/ 138 h 574"/>
                    <a:gd name="T44" fmla="*/ 266 w 498"/>
                    <a:gd name="T45" fmla="*/ 151 h 574"/>
                    <a:gd name="T46" fmla="*/ 314 w 498"/>
                    <a:gd name="T47" fmla="*/ 175 h 574"/>
                    <a:gd name="T48" fmla="*/ 357 w 498"/>
                    <a:gd name="T49" fmla="*/ 206 h 574"/>
                    <a:gd name="T50" fmla="*/ 392 w 498"/>
                    <a:gd name="T51" fmla="*/ 245 h 574"/>
                    <a:gd name="T52" fmla="*/ 419 w 498"/>
                    <a:gd name="T53" fmla="*/ 290 h 574"/>
                    <a:gd name="T54" fmla="*/ 437 w 498"/>
                    <a:gd name="T55" fmla="*/ 340 h 574"/>
                    <a:gd name="T56" fmla="*/ 446 w 498"/>
                    <a:gd name="T57" fmla="*/ 395 h 574"/>
                    <a:gd name="T58" fmla="*/ 440 w 498"/>
                    <a:gd name="T59" fmla="*/ 466 h 574"/>
                    <a:gd name="T60" fmla="*/ 414 w 498"/>
                    <a:gd name="T61" fmla="*/ 537 h 574"/>
                    <a:gd name="T62" fmla="*/ 406 w 498"/>
                    <a:gd name="T63" fmla="*/ 569 h 574"/>
                    <a:gd name="T64" fmla="*/ 420 w 498"/>
                    <a:gd name="T65" fmla="*/ 574 h 574"/>
                    <a:gd name="T66" fmla="*/ 439 w 498"/>
                    <a:gd name="T67" fmla="*/ 550 h 574"/>
                    <a:gd name="T68" fmla="*/ 467 w 498"/>
                    <a:gd name="T69" fmla="*/ 471 h 574"/>
                    <a:gd name="T70" fmla="*/ 473 w 498"/>
                    <a:gd name="T71" fmla="*/ 385 h 574"/>
                    <a:gd name="T72" fmla="*/ 452 w 498"/>
                    <a:gd name="T73" fmla="*/ 297 h 574"/>
                    <a:gd name="T74" fmla="*/ 437 w 498"/>
                    <a:gd name="T75" fmla="*/ 221 h 574"/>
                    <a:gd name="T76" fmla="*/ 172 w 498"/>
                    <a:gd name="T77" fmla="*/ 107 h 574"/>
                    <a:gd name="T78" fmla="*/ 199 w 498"/>
                    <a:gd name="T79" fmla="*/ 88 h 574"/>
                    <a:gd name="T80" fmla="*/ 101 w 498"/>
                    <a:gd name="T81" fmla="*/ 27 h 574"/>
                    <a:gd name="T82" fmla="*/ 404 w 498"/>
                    <a:gd name="T83" fmla="*/ 215 h 574"/>
                    <a:gd name="T84" fmla="*/ 366 w 498"/>
                    <a:gd name="T85" fmla="*/ 178 h 574"/>
                    <a:gd name="T86" fmla="*/ 390 w 498"/>
                    <a:gd name="T87" fmla="*/ 134 h 574"/>
                    <a:gd name="T88" fmla="*/ 396 w 498"/>
                    <a:gd name="T89" fmla="*/ 114 h 574"/>
                    <a:gd name="T90" fmla="*/ 407 w 498"/>
                    <a:gd name="T91" fmla="*/ 110 h 574"/>
                    <a:gd name="T92" fmla="*/ 417 w 498"/>
                    <a:gd name="T93" fmla="*/ 115 h 574"/>
                    <a:gd name="T94" fmla="*/ 470 w 498"/>
                    <a:gd name="T95" fmla="*/ 172 h 574"/>
                    <a:gd name="T96" fmla="*/ 468 w 498"/>
                    <a:gd name="T97" fmla="*/ 182 h 574"/>
                    <a:gd name="T98" fmla="*/ 447 w 498"/>
                    <a:gd name="T99" fmla="*/ 191 h 5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498" h="574">
                      <a:moveTo>
                        <a:pt x="443" y="228"/>
                      </a:moveTo>
                      <a:lnTo>
                        <a:pt x="448" y="230"/>
                      </a:lnTo>
                      <a:lnTo>
                        <a:pt x="453" y="231"/>
                      </a:lnTo>
                      <a:lnTo>
                        <a:pt x="458" y="230"/>
                      </a:lnTo>
                      <a:lnTo>
                        <a:pt x="463" y="228"/>
                      </a:lnTo>
                      <a:lnTo>
                        <a:pt x="486" y="204"/>
                      </a:lnTo>
                      <a:lnTo>
                        <a:pt x="492" y="197"/>
                      </a:lnTo>
                      <a:lnTo>
                        <a:pt x="496" y="190"/>
                      </a:lnTo>
                      <a:lnTo>
                        <a:pt x="498" y="182"/>
                      </a:lnTo>
                      <a:lnTo>
                        <a:pt x="498" y="174"/>
                      </a:lnTo>
                      <a:lnTo>
                        <a:pt x="498" y="166"/>
                      </a:lnTo>
                      <a:lnTo>
                        <a:pt x="496" y="158"/>
                      </a:lnTo>
                      <a:lnTo>
                        <a:pt x="492" y="151"/>
                      </a:lnTo>
                      <a:lnTo>
                        <a:pt x="486" y="144"/>
                      </a:lnTo>
                      <a:lnTo>
                        <a:pt x="437" y="94"/>
                      </a:lnTo>
                      <a:lnTo>
                        <a:pt x="431" y="89"/>
                      </a:lnTo>
                      <a:lnTo>
                        <a:pt x="423" y="86"/>
                      </a:lnTo>
                      <a:lnTo>
                        <a:pt x="416" y="83"/>
                      </a:lnTo>
                      <a:lnTo>
                        <a:pt x="407" y="83"/>
                      </a:lnTo>
                      <a:lnTo>
                        <a:pt x="398" y="83"/>
                      </a:lnTo>
                      <a:lnTo>
                        <a:pt x="391" y="86"/>
                      </a:lnTo>
                      <a:lnTo>
                        <a:pt x="383" y="89"/>
                      </a:lnTo>
                      <a:lnTo>
                        <a:pt x="377" y="94"/>
                      </a:lnTo>
                      <a:lnTo>
                        <a:pt x="353" y="118"/>
                      </a:lnTo>
                      <a:lnTo>
                        <a:pt x="351" y="122"/>
                      </a:lnTo>
                      <a:lnTo>
                        <a:pt x="350" y="128"/>
                      </a:lnTo>
                      <a:lnTo>
                        <a:pt x="351" y="133"/>
                      </a:lnTo>
                      <a:lnTo>
                        <a:pt x="353" y="137"/>
                      </a:lnTo>
                      <a:lnTo>
                        <a:pt x="361" y="144"/>
                      </a:lnTo>
                      <a:lnTo>
                        <a:pt x="344" y="161"/>
                      </a:lnTo>
                      <a:lnTo>
                        <a:pt x="331" y="151"/>
                      </a:lnTo>
                      <a:lnTo>
                        <a:pt x="317" y="144"/>
                      </a:lnTo>
                      <a:lnTo>
                        <a:pt x="302" y="136"/>
                      </a:lnTo>
                      <a:lnTo>
                        <a:pt x="288" y="130"/>
                      </a:lnTo>
                      <a:lnTo>
                        <a:pt x="273" y="124"/>
                      </a:lnTo>
                      <a:lnTo>
                        <a:pt x="258" y="119"/>
                      </a:lnTo>
                      <a:lnTo>
                        <a:pt x="242" y="115"/>
                      </a:lnTo>
                      <a:lnTo>
                        <a:pt x="227" y="112"/>
                      </a:lnTo>
                      <a:lnTo>
                        <a:pt x="227" y="88"/>
                      </a:lnTo>
                      <a:lnTo>
                        <a:pt x="257" y="88"/>
                      </a:lnTo>
                      <a:lnTo>
                        <a:pt x="262" y="87"/>
                      </a:lnTo>
                      <a:lnTo>
                        <a:pt x="266" y="85"/>
                      </a:lnTo>
                      <a:lnTo>
                        <a:pt x="270" y="80"/>
                      </a:lnTo>
                      <a:lnTo>
                        <a:pt x="271" y="74"/>
                      </a:lnTo>
                      <a:lnTo>
                        <a:pt x="271" y="14"/>
                      </a:lnTo>
                      <a:lnTo>
                        <a:pt x="270" y="7"/>
                      </a:lnTo>
                      <a:lnTo>
                        <a:pt x="266" y="3"/>
                      </a:lnTo>
                      <a:lnTo>
                        <a:pt x="262" y="1"/>
                      </a:lnTo>
                      <a:lnTo>
                        <a:pt x="257" y="0"/>
                      </a:lnTo>
                      <a:lnTo>
                        <a:pt x="87" y="0"/>
                      </a:lnTo>
                      <a:lnTo>
                        <a:pt x="82" y="1"/>
                      </a:lnTo>
                      <a:lnTo>
                        <a:pt x="78" y="3"/>
                      </a:lnTo>
                      <a:lnTo>
                        <a:pt x="74" y="7"/>
                      </a:lnTo>
                      <a:lnTo>
                        <a:pt x="73" y="14"/>
                      </a:lnTo>
                      <a:lnTo>
                        <a:pt x="73" y="74"/>
                      </a:lnTo>
                      <a:lnTo>
                        <a:pt x="74" y="80"/>
                      </a:lnTo>
                      <a:lnTo>
                        <a:pt x="78" y="85"/>
                      </a:lnTo>
                      <a:lnTo>
                        <a:pt x="82" y="87"/>
                      </a:lnTo>
                      <a:lnTo>
                        <a:pt x="87" y="88"/>
                      </a:lnTo>
                      <a:lnTo>
                        <a:pt x="118" y="88"/>
                      </a:lnTo>
                      <a:lnTo>
                        <a:pt x="118" y="112"/>
                      </a:lnTo>
                      <a:lnTo>
                        <a:pt x="103" y="115"/>
                      </a:lnTo>
                      <a:lnTo>
                        <a:pt x="88" y="119"/>
                      </a:lnTo>
                      <a:lnTo>
                        <a:pt x="74" y="123"/>
                      </a:lnTo>
                      <a:lnTo>
                        <a:pt x="60" y="129"/>
                      </a:lnTo>
                      <a:lnTo>
                        <a:pt x="46" y="134"/>
                      </a:lnTo>
                      <a:lnTo>
                        <a:pt x="33" y="142"/>
                      </a:lnTo>
                      <a:lnTo>
                        <a:pt x="20" y="149"/>
                      </a:lnTo>
                      <a:lnTo>
                        <a:pt x="7" y="157"/>
                      </a:lnTo>
                      <a:lnTo>
                        <a:pt x="2" y="161"/>
                      </a:lnTo>
                      <a:lnTo>
                        <a:pt x="0" y="165"/>
                      </a:lnTo>
                      <a:lnTo>
                        <a:pt x="0" y="171"/>
                      </a:lnTo>
                      <a:lnTo>
                        <a:pt x="2" y="176"/>
                      </a:lnTo>
                      <a:lnTo>
                        <a:pt x="7" y="180"/>
                      </a:lnTo>
                      <a:lnTo>
                        <a:pt x="11" y="182"/>
                      </a:lnTo>
                      <a:lnTo>
                        <a:pt x="16" y="182"/>
                      </a:lnTo>
                      <a:lnTo>
                        <a:pt x="22" y="180"/>
                      </a:lnTo>
                      <a:lnTo>
                        <a:pt x="39" y="170"/>
                      </a:lnTo>
                      <a:lnTo>
                        <a:pt x="56" y="161"/>
                      </a:lnTo>
                      <a:lnTo>
                        <a:pt x="74" y="152"/>
                      </a:lnTo>
                      <a:lnTo>
                        <a:pt x="94" y="146"/>
                      </a:lnTo>
                      <a:lnTo>
                        <a:pt x="113" y="142"/>
                      </a:lnTo>
                      <a:lnTo>
                        <a:pt x="132" y="137"/>
                      </a:lnTo>
                      <a:lnTo>
                        <a:pt x="152" y="135"/>
                      </a:lnTo>
                      <a:lnTo>
                        <a:pt x="172" y="135"/>
                      </a:lnTo>
                      <a:lnTo>
                        <a:pt x="186" y="135"/>
                      </a:lnTo>
                      <a:lnTo>
                        <a:pt x="200" y="136"/>
                      </a:lnTo>
                      <a:lnTo>
                        <a:pt x="214" y="138"/>
                      </a:lnTo>
                      <a:lnTo>
                        <a:pt x="228" y="141"/>
                      </a:lnTo>
                      <a:lnTo>
                        <a:pt x="241" y="144"/>
                      </a:lnTo>
                      <a:lnTo>
                        <a:pt x="254" y="147"/>
                      </a:lnTo>
                      <a:lnTo>
                        <a:pt x="266" y="151"/>
                      </a:lnTo>
                      <a:lnTo>
                        <a:pt x="278" y="157"/>
                      </a:lnTo>
                      <a:lnTo>
                        <a:pt x="291" y="162"/>
                      </a:lnTo>
                      <a:lnTo>
                        <a:pt x="303" y="168"/>
                      </a:lnTo>
                      <a:lnTo>
                        <a:pt x="314" y="175"/>
                      </a:lnTo>
                      <a:lnTo>
                        <a:pt x="325" y="181"/>
                      </a:lnTo>
                      <a:lnTo>
                        <a:pt x="336" y="189"/>
                      </a:lnTo>
                      <a:lnTo>
                        <a:pt x="346" y="197"/>
                      </a:lnTo>
                      <a:lnTo>
                        <a:pt x="357" y="206"/>
                      </a:lnTo>
                      <a:lnTo>
                        <a:pt x="366" y="216"/>
                      </a:lnTo>
                      <a:lnTo>
                        <a:pt x="375" y="224"/>
                      </a:lnTo>
                      <a:lnTo>
                        <a:pt x="383" y="235"/>
                      </a:lnTo>
                      <a:lnTo>
                        <a:pt x="392" y="245"/>
                      </a:lnTo>
                      <a:lnTo>
                        <a:pt x="399" y="255"/>
                      </a:lnTo>
                      <a:lnTo>
                        <a:pt x="406" y="267"/>
                      </a:lnTo>
                      <a:lnTo>
                        <a:pt x="413" y="278"/>
                      </a:lnTo>
                      <a:lnTo>
                        <a:pt x="419" y="290"/>
                      </a:lnTo>
                      <a:lnTo>
                        <a:pt x="424" y="303"/>
                      </a:lnTo>
                      <a:lnTo>
                        <a:pt x="429" y="314"/>
                      </a:lnTo>
                      <a:lnTo>
                        <a:pt x="434" y="327"/>
                      </a:lnTo>
                      <a:lnTo>
                        <a:pt x="437" y="340"/>
                      </a:lnTo>
                      <a:lnTo>
                        <a:pt x="440" y="354"/>
                      </a:lnTo>
                      <a:lnTo>
                        <a:pt x="442" y="367"/>
                      </a:lnTo>
                      <a:lnTo>
                        <a:pt x="445" y="381"/>
                      </a:lnTo>
                      <a:lnTo>
                        <a:pt x="446" y="395"/>
                      </a:lnTo>
                      <a:lnTo>
                        <a:pt x="446" y="409"/>
                      </a:lnTo>
                      <a:lnTo>
                        <a:pt x="446" y="428"/>
                      </a:lnTo>
                      <a:lnTo>
                        <a:pt x="443" y="447"/>
                      </a:lnTo>
                      <a:lnTo>
                        <a:pt x="440" y="466"/>
                      </a:lnTo>
                      <a:lnTo>
                        <a:pt x="436" y="484"/>
                      </a:lnTo>
                      <a:lnTo>
                        <a:pt x="429" y="502"/>
                      </a:lnTo>
                      <a:lnTo>
                        <a:pt x="423" y="520"/>
                      </a:lnTo>
                      <a:lnTo>
                        <a:pt x="414" y="537"/>
                      </a:lnTo>
                      <a:lnTo>
                        <a:pt x="405" y="554"/>
                      </a:lnTo>
                      <a:lnTo>
                        <a:pt x="403" y="558"/>
                      </a:lnTo>
                      <a:lnTo>
                        <a:pt x="403" y="564"/>
                      </a:lnTo>
                      <a:lnTo>
                        <a:pt x="406" y="569"/>
                      </a:lnTo>
                      <a:lnTo>
                        <a:pt x="409" y="572"/>
                      </a:lnTo>
                      <a:lnTo>
                        <a:pt x="413" y="574"/>
                      </a:lnTo>
                      <a:lnTo>
                        <a:pt x="417" y="574"/>
                      </a:lnTo>
                      <a:lnTo>
                        <a:pt x="420" y="574"/>
                      </a:lnTo>
                      <a:lnTo>
                        <a:pt x="423" y="573"/>
                      </a:lnTo>
                      <a:lnTo>
                        <a:pt x="426" y="571"/>
                      </a:lnTo>
                      <a:lnTo>
                        <a:pt x="428" y="568"/>
                      </a:lnTo>
                      <a:lnTo>
                        <a:pt x="439" y="550"/>
                      </a:lnTo>
                      <a:lnTo>
                        <a:pt x="448" y="531"/>
                      </a:lnTo>
                      <a:lnTo>
                        <a:pt x="456" y="512"/>
                      </a:lnTo>
                      <a:lnTo>
                        <a:pt x="463" y="492"/>
                      </a:lnTo>
                      <a:lnTo>
                        <a:pt x="467" y="471"/>
                      </a:lnTo>
                      <a:lnTo>
                        <a:pt x="471" y="451"/>
                      </a:lnTo>
                      <a:lnTo>
                        <a:pt x="473" y="430"/>
                      </a:lnTo>
                      <a:lnTo>
                        <a:pt x="473" y="409"/>
                      </a:lnTo>
                      <a:lnTo>
                        <a:pt x="473" y="385"/>
                      </a:lnTo>
                      <a:lnTo>
                        <a:pt x="470" y="363"/>
                      </a:lnTo>
                      <a:lnTo>
                        <a:pt x="466" y="340"/>
                      </a:lnTo>
                      <a:lnTo>
                        <a:pt x="461" y="319"/>
                      </a:lnTo>
                      <a:lnTo>
                        <a:pt x="452" y="297"/>
                      </a:lnTo>
                      <a:lnTo>
                        <a:pt x="443" y="277"/>
                      </a:lnTo>
                      <a:lnTo>
                        <a:pt x="433" y="256"/>
                      </a:lnTo>
                      <a:lnTo>
                        <a:pt x="420" y="237"/>
                      </a:lnTo>
                      <a:lnTo>
                        <a:pt x="437" y="221"/>
                      </a:lnTo>
                      <a:lnTo>
                        <a:pt x="443" y="228"/>
                      </a:lnTo>
                      <a:close/>
                      <a:moveTo>
                        <a:pt x="199" y="108"/>
                      </a:moveTo>
                      <a:lnTo>
                        <a:pt x="186" y="107"/>
                      </a:lnTo>
                      <a:lnTo>
                        <a:pt x="172" y="107"/>
                      </a:lnTo>
                      <a:lnTo>
                        <a:pt x="159" y="107"/>
                      </a:lnTo>
                      <a:lnTo>
                        <a:pt x="146" y="108"/>
                      </a:lnTo>
                      <a:lnTo>
                        <a:pt x="146" y="88"/>
                      </a:lnTo>
                      <a:lnTo>
                        <a:pt x="199" y="88"/>
                      </a:lnTo>
                      <a:lnTo>
                        <a:pt x="199" y="108"/>
                      </a:lnTo>
                      <a:close/>
                      <a:moveTo>
                        <a:pt x="132" y="61"/>
                      </a:moveTo>
                      <a:lnTo>
                        <a:pt x="101" y="61"/>
                      </a:lnTo>
                      <a:lnTo>
                        <a:pt x="101" y="27"/>
                      </a:lnTo>
                      <a:lnTo>
                        <a:pt x="243" y="27"/>
                      </a:lnTo>
                      <a:lnTo>
                        <a:pt x="243" y="61"/>
                      </a:lnTo>
                      <a:lnTo>
                        <a:pt x="132" y="61"/>
                      </a:lnTo>
                      <a:close/>
                      <a:moveTo>
                        <a:pt x="404" y="215"/>
                      </a:moveTo>
                      <a:lnTo>
                        <a:pt x="394" y="205"/>
                      </a:lnTo>
                      <a:lnTo>
                        <a:pt x="386" y="195"/>
                      </a:lnTo>
                      <a:lnTo>
                        <a:pt x="376" y="187"/>
                      </a:lnTo>
                      <a:lnTo>
                        <a:pt x="366" y="178"/>
                      </a:lnTo>
                      <a:lnTo>
                        <a:pt x="380" y="163"/>
                      </a:lnTo>
                      <a:lnTo>
                        <a:pt x="418" y="201"/>
                      </a:lnTo>
                      <a:lnTo>
                        <a:pt x="404" y="215"/>
                      </a:lnTo>
                      <a:close/>
                      <a:moveTo>
                        <a:pt x="390" y="134"/>
                      </a:moveTo>
                      <a:lnTo>
                        <a:pt x="390" y="134"/>
                      </a:lnTo>
                      <a:lnTo>
                        <a:pt x="390" y="134"/>
                      </a:lnTo>
                      <a:lnTo>
                        <a:pt x="383" y="128"/>
                      </a:lnTo>
                      <a:lnTo>
                        <a:pt x="396" y="114"/>
                      </a:lnTo>
                      <a:lnTo>
                        <a:pt x="398" y="113"/>
                      </a:lnTo>
                      <a:lnTo>
                        <a:pt x="402" y="112"/>
                      </a:lnTo>
                      <a:lnTo>
                        <a:pt x="404" y="110"/>
                      </a:lnTo>
                      <a:lnTo>
                        <a:pt x="407" y="110"/>
                      </a:lnTo>
                      <a:lnTo>
                        <a:pt x="410" y="110"/>
                      </a:lnTo>
                      <a:lnTo>
                        <a:pt x="412" y="112"/>
                      </a:lnTo>
                      <a:lnTo>
                        <a:pt x="414" y="113"/>
                      </a:lnTo>
                      <a:lnTo>
                        <a:pt x="417" y="115"/>
                      </a:lnTo>
                      <a:lnTo>
                        <a:pt x="467" y="164"/>
                      </a:lnTo>
                      <a:lnTo>
                        <a:pt x="468" y="166"/>
                      </a:lnTo>
                      <a:lnTo>
                        <a:pt x="470" y="168"/>
                      </a:lnTo>
                      <a:lnTo>
                        <a:pt x="470" y="172"/>
                      </a:lnTo>
                      <a:lnTo>
                        <a:pt x="471" y="174"/>
                      </a:lnTo>
                      <a:lnTo>
                        <a:pt x="470" y="177"/>
                      </a:lnTo>
                      <a:lnTo>
                        <a:pt x="470" y="179"/>
                      </a:lnTo>
                      <a:lnTo>
                        <a:pt x="468" y="182"/>
                      </a:lnTo>
                      <a:lnTo>
                        <a:pt x="467" y="185"/>
                      </a:lnTo>
                      <a:lnTo>
                        <a:pt x="453" y="197"/>
                      </a:lnTo>
                      <a:lnTo>
                        <a:pt x="447" y="191"/>
                      </a:lnTo>
                      <a:lnTo>
                        <a:pt x="447" y="191"/>
                      </a:lnTo>
                      <a:lnTo>
                        <a:pt x="447" y="191"/>
                      </a:lnTo>
                      <a:lnTo>
                        <a:pt x="390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9" name="Freeform 256">
                  <a:extLst>
                    <a:ext uri="{FF2B5EF4-FFF2-40B4-BE49-F238E27FC236}">
                      <a16:creationId xmlns:a16="http://schemas.microsoft.com/office/drawing/2014/main" id="{F7E4C556-1467-4254-986F-1DC5E2B10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36226" y="1887538"/>
                  <a:ext cx="14288" cy="31750"/>
                </a:xfrm>
                <a:custGeom>
                  <a:avLst/>
                  <a:gdLst>
                    <a:gd name="T0" fmla="*/ 14 w 28"/>
                    <a:gd name="T1" fmla="*/ 0 h 58"/>
                    <a:gd name="T2" fmla="*/ 9 w 28"/>
                    <a:gd name="T3" fmla="*/ 2 h 58"/>
                    <a:gd name="T4" fmla="*/ 4 w 28"/>
                    <a:gd name="T5" fmla="*/ 4 h 58"/>
                    <a:gd name="T6" fmla="*/ 1 w 28"/>
                    <a:gd name="T7" fmla="*/ 8 h 58"/>
                    <a:gd name="T8" fmla="*/ 0 w 28"/>
                    <a:gd name="T9" fmla="*/ 13 h 58"/>
                    <a:gd name="T10" fmla="*/ 0 w 28"/>
                    <a:gd name="T11" fmla="*/ 44 h 58"/>
                    <a:gd name="T12" fmla="*/ 1 w 28"/>
                    <a:gd name="T13" fmla="*/ 50 h 58"/>
                    <a:gd name="T14" fmla="*/ 4 w 28"/>
                    <a:gd name="T15" fmla="*/ 54 h 58"/>
                    <a:gd name="T16" fmla="*/ 9 w 28"/>
                    <a:gd name="T17" fmla="*/ 57 h 58"/>
                    <a:gd name="T18" fmla="*/ 14 w 28"/>
                    <a:gd name="T19" fmla="*/ 58 h 58"/>
                    <a:gd name="T20" fmla="*/ 19 w 28"/>
                    <a:gd name="T21" fmla="*/ 57 h 58"/>
                    <a:gd name="T22" fmla="*/ 24 w 28"/>
                    <a:gd name="T23" fmla="*/ 54 h 58"/>
                    <a:gd name="T24" fmla="*/ 27 w 28"/>
                    <a:gd name="T25" fmla="*/ 50 h 58"/>
                    <a:gd name="T26" fmla="*/ 28 w 28"/>
                    <a:gd name="T27" fmla="*/ 44 h 58"/>
                    <a:gd name="T28" fmla="*/ 28 w 28"/>
                    <a:gd name="T29" fmla="*/ 13 h 58"/>
                    <a:gd name="T30" fmla="*/ 27 w 28"/>
                    <a:gd name="T31" fmla="*/ 8 h 58"/>
                    <a:gd name="T32" fmla="*/ 24 w 28"/>
                    <a:gd name="T33" fmla="*/ 4 h 58"/>
                    <a:gd name="T34" fmla="*/ 19 w 28"/>
                    <a:gd name="T35" fmla="*/ 2 h 58"/>
                    <a:gd name="T36" fmla="*/ 14 w 28"/>
                    <a:gd name="T37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58">
                      <a:moveTo>
                        <a:pt x="14" y="0"/>
                      </a:moveTo>
                      <a:lnTo>
                        <a:pt x="9" y="2"/>
                      </a:lnTo>
                      <a:lnTo>
                        <a:pt x="4" y="4"/>
                      </a:lnTo>
                      <a:lnTo>
                        <a:pt x="1" y="8"/>
                      </a:lnTo>
                      <a:lnTo>
                        <a:pt x="0" y="13"/>
                      </a:lnTo>
                      <a:lnTo>
                        <a:pt x="0" y="44"/>
                      </a:lnTo>
                      <a:lnTo>
                        <a:pt x="1" y="50"/>
                      </a:lnTo>
                      <a:lnTo>
                        <a:pt x="4" y="54"/>
                      </a:lnTo>
                      <a:lnTo>
                        <a:pt x="9" y="57"/>
                      </a:lnTo>
                      <a:lnTo>
                        <a:pt x="14" y="58"/>
                      </a:lnTo>
                      <a:lnTo>
                        <a:pt x="19" y="57"/>
                      </a:lnTo>
                      <a:lnTo>
                        <a:pt x="24" y="54"/>
                      </a:lnTo>
                      <a:lnTo>
                        <a:pt x="27" y="50"/>
                      </a:lnTo>
                      <a:lnTo>
                        <a:pt x="28" y="44"/>
                      </a:lnTo>
                      <a:lnTo>
                        <a:pt x="28" y="13"/>
                      </a:lnTo>
                      <a:lnTo>
                        <a:pt x="27" y="8"/>
                      </a:lnTo>
                      <a:lnTo>
                        <a:pt x="24" y="4"/>
                      </a:lnTo>
                      <a:lnTo>
                        <a:pt x="19" y="2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0" name="Freeform 257">
                  <a:extLst>
                    <a:ext uri="{FF2B5EF4-FFF2-40B4-BE49-F238E27FC236}">
                      <a16:creationId xmlns:a16="http://schemas.microsoft.com/office/drawing/2014/main" id="{0A64347A-E8AF-4126-ADAC-CEED4D48AB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04489" y="1916113"/>
                  <a:ext cx="14288" cy="14288"/>
                </a:xfrm>
                <a:custGeom>
                  <a:avLst/>
                  <a:gdLst>
                    <a:gd name="T0" fmla="*/ 23 w 28"/>
                    <a:gd name="T1" fmla="*/ 4 h 28"/>
                    <a:gd name="T2" fmla="*/ 19 w 28"/>
                    <a:gd name="T3" fmla="*/ 1 h 28"/>
                    <a:gd name="T4" fmla="*/ 14 w 28"/>
                    <a:gd name="T5" fmla="*/ 0 h 28"/>
                    <a:gd name="T6" fmla="*/ 8 w 28"/>
                    <a:gd name="T7" fmla="*/ 1 h 28"/>
                    <a:gd name="T8" fmla="*/ 4 w 28"/>
                    <a:gd name="T9" fmla="*/ 4 h 28"/>
                    <a:gd name="T10" fmla="*/ 1 w 28"/>
                    <a:gd name="T11" fmla="*/ 9 h 28"/>
                    <a:gd name="T12" fmla="*/ 0 w 28"/>
                    <a:gd name="T13" fmla="*/ 14 h 28"/>
                    <a:gd name="T14" fmla="*/ 1 w 28"/>
                    <a:gd name="T15" fmla="*/ 19 h 28"/>
                    <a:gd name="T16" fmla="*/ 4 w 28"/>
                    <a:gd name="T17" fmla="*/ 25 h 28"/>
                    <a:gd name="T18" fmla="*/ 8 w 28"/>
                    <a:gd name="T19" fmla="*/ 27 h 28"/>
                    <a:gd name="T20" fmla="*/ 14 w 28"/>
                    <a:gd name="T21" fmla="*/ 28 h 28"/>
                    <a:gd name="T22" fmla="*/ 19 w 28"/>
                    <a:gd name="T23" fmla="*/ 27 h 28"/>
                    <a:gd name="T24" fmla="*/ 23 w 28"/>
                    <a:gd name="T25" fmla="*/ 25 h 28"/>
                    <a:gd name="T26" fmla="*/ 27 w 28"/>
                    <a:gd name="T27" fmla="*/ 19 h 28"/>
                    <a:gd name="T28" fmla="*/ 28 w 28"/>
                    <a:gd name="T29" fmla="*/ 14 h 28"/>
                    <a:gd name="T30" fmla="*/ 27 w 28"/>
                    <a:gd name="T31" fmla="*/ 9 h 28"/>
                    <a:gd name="T32" fmla="*/ 23 w 28"/>
                    <a:gd name="T33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8">
                      <a:moveTo>
                        <a:pt x="23" y="4"/>
                      </a:moveTo>
                      <a:lnTo>
                        <a:pt x="19" y="1"/>
                      </a:lnTo>
                      <a:lnTo>
                        <a:pt x="14" y="0"/>
                      </a:lnTo>
                      <a:lnTo>
                        <a:pt x="8" y="1"/>
                      </a:lnTo>
                      <a:lnTo>
                        <a:pt x="4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4" y="25"/>
                      </a:lnTo>
                      <a:lnTo>
                        <a:pt x="8" y="27"/>
                      </a:lnTo>
                      <a:lnTo>
                        <a:pt x="14" y="28"/>
                      </a:lnTo>
                      <a:lnTo>
                        <a:pt x="19" y="27"/>
                      </a:lnTo>
                      <a:lnTo>
                        <a:pt x="23" y="25"/>
                      </a:lnTo>
                      <a:lnTo>
                        <a:pt x="27" y="19"/>
                      </a:lnTo>
                      <a:lnTo>
                        <a:pt x="28" y="14"/>
                      </a:lnTo>
                      <a:lnTo>
                        <a:pt x="27" y="9"/>
                      </a:lnTo>
                      <a:lnTo>
                        <a:pt x="23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1" name="Freeform 258">
                  <a:extLst>
                    <a:ext uri="{FF2B5EF4-FFF2-40B4-BE49-F238E27FC236}">
                      <a16:creationId xmlns:a16="http://schemas.microsoft.com/office/drawing/2014/main" id="{ED1FDA6F-A1FD-4F5C-9E56-4482641A4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15601" y="1984376"/>
                  <a:ext cx="31750" cy="15875"/>
                </a:xfrm>
                <a:custGeom>
                  <a:avLst/>
                  <a:gdLst>
                    <a:gd name="T0" fmla="*/ 45 w 59"/>
                    <a:gd name="T1" fmla="*/ 0 h 28"/>
                    <a:gd name="T2" fmla="*/ 14 w 59"/>
                    <a:gd name="T3" fmla="*/ 0 h 28"/>
                    <a:gd name="T4" fmla="*/ 9 w 59"/>
                    <a:gd name="T5" fmla="*/ 1 h 28"/>
                    <a:gd name="T6" fmla="*/ 5 w 59"/>
                    <a:gd name="T7" fmla="*/ 4 h 28"/>
                    <a:gd name="T8" fmla="*/ 1 w 59"/>
                    <a:gd name="T9" fmla="*/ 9 h 28"/>
                    <a:gd name="T10" fmla="*/ 0 w 59"/>
                    <a:gd name="T11" fmla="*/ 14 h 28"/>
                    <a:gd name="T12" fmla="*/ 1 w 59"/>
                    <a:gd name="T13" fmla="*/ 19 h 28"/>
                    <a:gd name="T14" fmla="*/ 5 w 59"/>
                    <a:gd name="T15" fmla="*/ 24 h 28"/>
                    <a:gd name="T16" fmla="*/ 9 w 59"/>
                    <a:gd name="T17" fmla="*/ 27 h 28"/>
                    <a:gd name="T18" fmla="*/ 14 w 59"/>
                    <a:gd name="T19" fmla="*/ 28 h 28"/>
                    <a:gd name="T20" fmla="*/ 45 w 59"/>
                    <a:gd name="T21" fmla="*/ 28 h 28"/>
                    <a:gd name="T22" fmla="*/ 51 w 59"/>
                    <a:gd name="T23" fmla="*/ 27 h 28"/>
                    <a:gd name="T24" fmla="*/ 55 w 59"/>
                    <a:gd name="T25" fmla="*/ 24 h 28"/>
                    <a:gd name="T26" fmla="*/ 58 w 59"/>
                    <a:gd name="T27" fmla="*/ 19 h 28"/>
                    <a:gd name="T28" fmla="*/ 59 w 59"/>
                    <a:gd name="T29" fmla="*/ 14 h 28"/>
                    <a:gd name="T30" fmla="*/ 58 w 59"/>
                    <a:gd name="T31" fmla="*/ 9 h 28"/>
                    <a:gd name="T32" fmla="*/ 55 w 59"/>
                    <a:gd name="T33" fmla="*/ 4 h 28"/>
                    <a:gd name="T34" fmla="*/ 51 w 59"/>
                    <a:gd name="T35" fmla="*/ 1 h 28"/>
                    <a:gd name="T36" fmla="*/ 45 w 59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9" h="28">
                      <a:moveTo>
                        <a:pt x="45" y="0"/>
                      </a:move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5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5" y="24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45" y="28"/>
                      </a:lnTo>
                      <a:lnTo>
                        <a:pt x="51" y="27"/>
                      </a:lnTo>
                      <a:lnTo>
                        <a:pt x="55" y="24"/>
                      </a:lnTo>
                      <a:lnTo>
                        <a:pt x="58" y="19"/>
                      </a:lnTo>
                      <a:lnTo>
                        <a:pt x="59" y="14"/>
                      </a:lnTo>
                      <a:lnTo>
                        <a:pt x="58" y="9"/>
                      </a:lnTo>
                      <a:lnTo>
                        <a:pt x="55" y="4"/>
                      </a:lnTo>
                      <a:lnTo>
                        <a:pt x="51" y="1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2" name="Freeform 259">
                  <a:extLst>
                    <a:ext uri="{FF2B5EF4-FFF2-40B4-BE49-F238E27FC236}">
                      <a16:creationId xmlns:a16="http://schemas.microsoft.com/office/drawing/2014/main" id="{488EF35F-70FE-4AD4-950C-9A581E12C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04489" y="2054226"/>
                  <a:ext cx="14288" cy="14288"/>
                </a:xfrm>
                <a:custGeom>
                  <a:avLst/>
                  <a:gdLst>
                    <a:gd name="T0" fmla="*/ 23 w 28"/>
                    <a:gd name="T1" fmla="*/ 3 h 27"/>
                    <a:gd name="T2" fmla="*/ 19 w 28"/>
                    <a:gd name="T3" fmla="*/ 1 h 27"/>
                    <a:gd name="T4" fmla="*/ 14 w 28"/>
                    <a:gd name="T5" fmla="*/ 0 h 27"/>
                    <a:gd name="T6" fmla="*/ 8 w 28"/>
                    <a:gd name="T7" fmla="*/ 1 h 27"/>
                    <a:gd name="T8" fmla="*/ 4 w 28"/>
                    <a:gd name="T9" fmla="*/ 3 h 27"/>
                    <a:gd name="T10" fmla="*/ 1 w 28"/>
                    <a:gd name="T11" fmla="*/ 8 h 27"/>
                    <a:gd name="T12" fmla="*/ 0 w 28"/>
                    <a:gd name="T13" fmla="*/ 13 h 27"/>
                    <a:gd name="T14" fmla="*/ 1 w 28"/>
                    <a:gd name="T15" fmla="*/ 18 h 27"/>
                    <a:gd name="T16" fmla="*/ 4 w 28"/>
                    <a:gd name="T17" fmla="*/ 24 h 27"/>
                    <a:gd name="T18" fmla="*/ 8 w 28"/>
                    <a:gd name="T19" fmla="*/ 26 h 27"/>
                    <a:gd name="T20" fmla="*/ 14 w 28"/>
                    <a:gd name="T21" fmla="*/ 27 h 27"/>
                    <a:gd name="T22" fmla="*/ 19 w 28"/>
                    <a:gd name="T23" fmla="*/ 26 h 27"/>
                    <a:gd name="T24" fmla="*/ 23 w 28"/>
                    <a:gd name="T25" fmla="*/ 24 h 27"/>
                    <a:gd name="T26" fmla="*/ 27 w 28"/>
                    <a:gd name="T27" fmla="*/ 18 h 27"/>
                    <a:gd name="T28" fmla="*/ 28 w 28"/>
                    <a:gd name="T29" fmla="*/ 13 h 27"/>
                    <a:gd name="T30" fmla="*/ 27 w 28"/>
                    <a:gd name="T31" fmla="*/ 8 h 27"/>
                    <a:gd name="T32" fmla="*/ 23 w 28"/>
                    <a:gd name="T33" fmla="*/ 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7">
                      <a:moveTo>
                        <a:pt x="23" y="3"/>
                      </a:moveTo>
                      <a:lnTo>
                        <a:pt x="19" y="1"/>
                      </a:lnTo>
                      <a:lnTo>
                        <a:pt x="14" y="0"/>
                      </a:lnTo>
                      <a:lnTo>
                        <a:pt x="8" y="1"/>
                      </a:lnTo>
                      <a:lnTo>
                        <a:pt x="4" y="3"/>
                      </a:lnTo>
                      <a:lnTo>
                        <a:pt x="1" y="8"/>
                      </a:lnTo>
                      <a:lnTo>
                        <a:pt x="0" y="13"/>
                      </a:lnTo>
                      <a:lnTo>
                        <a:pt x="1" y="18"/>
                      </a:lnTo>
                      <a:lnTo>
                        <a:pt x="4" y="24"/>
                      </a:lnTo>
                      <a:lnTo>
                        <a:pt x="8" y="26"/>
                      </a:lnTo>
                      <a:lnTo>
                        <a:pt x="14" y="27"/>
                      </a:lnTo>
                      <a:lnTo>
                        <a:pt x="19" y="26"/>
                      </a:lnTo>
                      <a:lnTo>
                        <a:pt x="23" y="24"/>
                      </a:lnTo>
                      <a:lnTo>
                        <a:pt x="27" y="18"/>
                      </a:lnTo>
                      <a:lnTo>
                        <a:pt x="28" y="13"/>
                      </a:lnTo>
                      <a:lnTo>
                        <a:pt x="27" y="8"/>
                      </a:lnTo>
                      <a:lnTo>
                        <a:pt x="23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3" name="Freeform 260">
                  <a:extLst>
                    <a:ext uri="{FF2B5EF4-FFF2-40B4-BE49-F238E27FC236}">
                      <a16:creationId xmlns:a16="http://schemas.microsoft.com/office/drawing/2014/main" id="{A0BFB1B4-CFA6-4B4E-9486-841DCDF550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36226" y="2065338"/>
                  <a:ext cx="14288" cy="30163"/>
                </a:xfrm>
                <a:custGeom>
                  <a:avLst/>
                  <a:gdLst>
                    <a:gd name="T0" fmla="*/ 14 w 28"/>
                    <a:gd name="T1" fmla="*/ 0 h 58"/>
                    <a:gd name="T2" fmla="*/ 9 w 28"/>
                    <a:gd name="T3" fmla="*/ 2 h 58"/>
                    <a:gd name="T4" fmla="*/ 4 w 28"/>
                    <a:gd name="T5" fmla="*/ 5 h 58"/>
                    <a:gd name="T6" fmla="*/ 1 w 28"/>
                    <a:gd name="T7" fmla="*/ 9 h 58"/>
                    <a:gd name="T8" fmla="*/ 0 w 28"/>
                    <a:gd name="T9" fmla="*/ 14 h 58"/>
                    <a:gd name="T10" fmla="*/ 0 w 28"/>
                    <a:gd name="T11" fmla="*/ 44 h 58"/>
                    <a:gd name="T12" fmla="*/ 1 w 28"/>
                    <a:gd name="T13" fmla="*/ 50 h 58"/>
                    <a:gd name="T14" fmla="*/ 4 w 28"/>
                    <a:gd name="T15" fmla="*/ 55 h 58"/>
                    <a:gd name="T16" fmla="*/ 9 w 28"/>
                    <a:gd name="T17" fmla="*/ 57 h 58"/>
                    <a:gd name="T18" fmla="*/ 14 w 28"/>
                    <a:gd name="T19" fmla="*/ 58 h 58"/>
                    <a:gd name="T20" fmla="*/ 19 w 28"/>
                    <a:gd name="T21" fmla="*/ 57 h 58"/>
                    <a:gd name="T22" fmla="*/ 24 w 28"/>
                    <a:gd name="T23" fmla="*/ 55 h 58"/>
                    <a:gd name="T24" fmla="*/ 27 w 28"/>
                    <a:gd name="T25" fmla="*/ 50 h 58"/>
                    <a:gd name="T26" fmla="*/ 28 w 28"/>
                    <a:gd name="T27" fmla="*/ 44 h 58"/>
                    <a:gd name="T28" fmla="*/ 28 w 28"/>
                    <a:gd name="T29" fmla="*/ 14 h 58"/>
                    <a:gd name="T30" fmla="*/ 27 w 28"/>
                    <a:gd name="T31" fmla="*/ 9 h 58"/>
                    <a:gd name="T32" fmla="*/ 24 w 28"/>
                    <a:gd name="T33" fmla="*/ 5 h 58"/>
                    <a:gd name="T34" fmla="*/ 19 w 28"/>
                    <a:gd name="T35" fmla="*/ 2 h 58"/>
                    <a:gd name="T36" fmla="*/ 14 w 28"/>
                    <a:gd name="T37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58">
                      <a:moveTo>
                        <a:pt x="14" y="0"/>
                      </a:moveTo>
                      <a:lnTo>
                        <a:pt x="9" y="2"/>
                      </a:lnTo>
                      <a:lnTo>
                        <a:pt x="4" y="5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0" y="44"/>
                      </a:lnTo>
                      <a:lnTo>
                        <a:pt x="1" y="50"/>
                      </a:lnTo>
                      <a:lnTo>
                        <a:pt x="4" y="55"/>
                      </a:lnTo>
                      <a:lnTo>
                        <a:pt x="9" y="57"/>
                      </a:lnTo>
                      <a:lnTo>
                        <a:pt x="14" y="58"/>
                      </a:lnTo>
                      <a:lnTo>
                        <a:pt x="19" y="57"/>
                      </a:lnTo>
                      <a:lnTo>
                        <a:pt x="24" y="55"/>
                      </a:lnTo>
                      <a:lnTo>
                        <a:pt x="27" y="50"/>
                      </a:lnTo>
                      <a:lnTo>
                        <a:pt x="28" y="44"/>
                      </a:lnTo>
                      <a:lnTo>
                        <a:pt x="28" y="14"/>
                      </a:lnTo>
                      <a:lnTo>
                        <a:pt x="27" y="9"/>
                      </a:lnTo>
                      <a:lnTo>
                        <a:pt x="24" y="5"/>
                      </a:lnTo>
                      <a:lnTo>
                        <a:pt x="19" y="2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4" name="Freeform 261">
                  <a:extLst>
                    <a:ext uri="{FF2B5EF4-FFF2-40B4-BE49-F238E27FC236}">
                      <a16:creationId xmlns:a16="http://schemas.microsoft.com/office/drawing/2014/main" id="{283AA170-6301-453A-B599-15E94413A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67964" y="2054226"/>
                  <a:ext cx="14288" cy="14288"/>
                </a:xfrm>
                <a:custGeom>
                  <a:avLst/>
                  <a:gdLst>
                    <a:gd name="T0" fmla="*/ 24 w 28"/>
                    <a:gd name="T1" fmla="*/ 3 h 27"/>
                    <a:gd name="T2" fmla="*/ 20 w 28"/>
                    <a:gd name="T3" fmla="*/ 1 h 27"/>
                    <a:gd name="T4" fmla="*/ 14 w 28"/>
                    <a:gd name="T5" fmla="*/ 0 h 27"/>
                    <a:gd name="T6" fmla="*/ 9 w 28"/>
                    <a:gd name="T7" fmla="*/ 1 h 27"/>
                    <a:gd name="T8" fmla="*/ 4 w 28"/>
                    <a:gd name="T9" fmla="*/ 3 h 27"/>
                    <a:gd name="T10" fmla="*/ 1 w 28"/>
                    <a:gd name="T11" fmla="*/ 8 h 27"/>
                    <a:gd name="T12" fmla="*/ 0 w 28"/>
                    <a:gd name="T13" fmla="*/ 13 h 27"/>
                    <a:gd name="T14" fmla="*/ 1 w 28"/>
                    <a:gd name="T15" fmla="*/ 18 h 27"/>
                    <a:gd name="T16" fmla="*/ 4 w 28"/>
                    <a:gd name="T17" fmla="*/ 24 h 27"/>
                    <a:gd name="T18" fmla="*/ 9 w 28"/>
                    <a:gd name="T19" fmla="*/ 26 h 27"/>
                    <a:gd name="T20" fmla="*/ 14 w 28"/>
                    <a:gd name="T21" fmla="*/ 27 h 27"/>
                    <a:gd name="T22" fmla="*/ 20 w 28"/>
                    <a:gd name="T23" fmla="*/ 26 h 27"/>
                    <a:gd name="T24" fmla="*/ 24 w 28"/>
                    <a:gd name="T25" fmla="*/ 24 h 27"/>
                    <a:gd name="T26" fmla="*/ 27 w 28"/>
                    <a:gd name="T27" fmla="*/ 18 h 27"/>
                    <a:gd name="T28" fmla="*/ 28 w 28"/>
                    <a:gd name="T29" fmla="*/ 13 h 27"/>
                    <a:gd name="T30" fmla="*/ 27 w 28"/>
                    <a:gd name="T31" fmla="*/ 8 h 27"/>
                    <a:gd name="T32" fmla="*/ 24 w 28"/>
                    <a:gd name="T33" fmla="*/ 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7">
                      <a:moveTo>
                        <a:pt x="24" y="3"/>
                      </a:moveTo>
                      <a:lnTo>
                        <a:pt x="20" y="1"/>
                      </a:ln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4" y="3"/>
                      </a:lnTo>
                      <a:lnTo>
                        <a:pt x="1" y="8"/>
                      </a:lnTo>
                      <a:lnTo>
                        <a:pt x="0" y="13"/>
                      </a:lnTo>
                      <a:lnTo>
                        <a:pt x="1" y="18"/>
                      </a:lnTo>
                      <a:lnTo>
                        <a:pt x="4" y="24"/>
                      </a:lnTo>
                      <a:lnTo>
                        <a:pt x="9" y="26"/>
                      </a:lnTo>
                      <a:lnTo>
                        <a:pt x="14" y="27"/>
                      </a:lnTo>
                      <a:lnTo>
                        <a:pt x="20" y="26"/>
                      </a:lnTo>
                      <a:lnTo>
                        <a:pt x="24" y="24"/>
                      </a:lnTo>
                      <a:lnTo>
                        <a:pt x="27" y="18"/>
                      </a:lnTo>
                      <a:lnTo>
                        <a:pt x="28" y="13"/>
                      </a:lnTo>
                      <a:lnTo>
                        <a:pt x="27" y="8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5" name="Freeform 262">
                  <a:extLst>
                    <a:ext uri="{FF2B5EF4-FFF2-40B4-BE49-F238E27FC236}">
                      <a16:creationId xmlns:a16="http://schemas.microsoft.com/office/drawing/2014/main" id="{2BA02D9D-3168-4F28-B140-5CD271DB79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39389" y="1984376"/>
                  <a:ext cx="30163" cy="15875"/>
                </a:xfrm>
                <a:custGeom>
                  <a:avLst/>
                  <a:gdLst>
                    <a:gd name="T0" fmla="*/ 44 w 58"/>
                    <a:gd name="T1" fmla="*/ 0 h 28"/>
                    <a:gd name="T2" fmla="*/ 14 w 58"/>
                    <a:gd name="T3" fmla="*/ 0 h 28"/>
                    <a:gd name="T4" fmla="*/ 8 w 58"/>
                    <a:gd name="T5" fmla="*/ 1 h 28"/>
                    <a:gd name="T6" fmla="*/ 4 w 58"/>
                    <a:gd name="T7" fmla="*/ 4 h 28"/>
                    <a:gd name="T8" fmla="*/ 1 w 58"/>
                    <a:gd name="T9" fmla="*/ 9 h 28"/>
                    <a:gd name="T10" fmla="*/ 0 w 58"/>
                    <a:gd name="T11" fmla="*/ 14 h 28"/>
                    <a:gd name="T12" fmla="*/ 1 w 58"/>
                    <a:gd name="T13" fmla="*/ 19 h 28"/>
                    <a:gd name="T14" fmla="*/ 4 w 58"/>
                    <a:gd name="T15" fmla="*/ 24 h 28"/>
                    <a:gd name="T16" fmla="*/ 8 w 58"/>
                    <a:gd name="T17" fmla="*/ 27 h 28"/>
                    <a:gd name="T18" fmla="*/ 14 w 58"/>
                    <a:gd name="T19" fmla="*/ 28 h 28"/>
                    <a:gd name="T20" fmla="*/ 44 w 58"/>
                    <a:gd name="T21" fmla="*/ 28 h 28"/>
                    <a:gd name="T22" fmla="*/ 49 w 58"/>
                    <a:gd name="T23" fmla="*/ 27 h 28"/>
                    <a:gd name="T24" fmla="*/ 53 w 58"/>
                    <a:gd name="T25" fmla="*/ 24 h 28"/>
                    <a:gd name="T26" fmla="*/ 57 w 58"/>
                    <a:gd name="T27" fmla="*/ 19 h 28"/>
                    <a:gd name="T28" fmla="*/ 58 w 58"/>
                    <a:gd name="T29" fmla="*/ 14 h 28"/>
                    <a:gd name="T30" fmla="*/ 57 w 58"/>
                    <a:gd name="T31" fmla="*/ 9 h 28"/>
                    <a:gd name="T32" fmla="*/ 53 w 58"/>
                    <a:gd name="T33" fmla="*/ 4 h 28"/>
                    <a:gd name="T34" fmla="*/ 49 w 58"/>
                    <a:gd name="T35" fmla="*/ 1 h 28"/>
                    <a:gd name="T36" fmla="*/ 44 w 58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28">
                      <a:moveTo>
                        <a:pt x="44" y="0"/>
                      </a:moveTo>
                      <a:lnTo>
                        <a:pt x="14" y="0"/>
                      </a:lnTo>
                      <a:lnTo>
                        <a:pt x="8" y="1"/>
                      </a:lnTo>
                      <a:lnTo>
                        <a:pt x="4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4" y="24"/>
                      </a:lnTo>
                      <a:lnTo>
                        <a:pt x="8" y="27"/>
                      </a:lnTo>
                      <a:lnTo>
                        <a:pt x="14" y="28"/>
                      </a:lnTo>
                      <a:lnTo>
                        <a:pt x="44" y="28"/>
                      </a:lnTo>
                      <a:lnTo>
                        <a:pt x="49" y="27"/>
                      </a:lnTo>
                      <a:lnTo>
                        <a:pt x="53" y="24"/>
                      </a:lnTo>
                      <a:lnTo>
                        <a:pt x="57" y="19"/>
                      </a:lnTo>
                      <a:lnTo>
                        <a:pt x="58" y="14"/>
                      </a:lnTo>
                      <a:lnTo>
                        <a:pt x="57" y="9"/>
                      </a:lnTo>
                      <a:lnTo>
                        <a:pt x="53" y="4"/>
                      </a:lnTo>
                      <a:lnTo>
                        <a:pt x="49" y="1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6" name="Freeform 263">
                  <a:extLst>
                    <a:ext uri="{FF2B5EF4-FFF2-40B4-BE49-F238E27FC236}">
                      <a16:creationId xmlns:a16="http://schemas.microsoft.com/office/drawing/2014/main" id="{912E27F3-F546-4B51-A614-61EE5F9FD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67964" y="1916113"/>
                  <a:ext cx="14288" cy="14288"/>
                </a:xfrm>
                <a:custGeom>
                  <a:avLst/>
                  <a:gdLst>
                    <a:gd name="T0" fmla="*/ 24 w 28"/>
                    <a:gd name="T1" fmla="*/ 4 h 28"/>
                    <a:gd name="T2" fmla="*/ 20 w 28"/>
                    <a:gd name="T3" fmla="*/ 1 h 28"/>
                    <a:gd name="T4" fmla="*/ 14 w 28"/>
                    <a:gd name="T5" fmla="*/ 0 h 28"/>
                    <a:gd name="T6" fmla="*/ 9 w 28"/>
                    <a:gd name="T7" fmla="*/ 1 h 28"/>
                    <a:gd name="T8" fmla="*/ 4 w 28"/>
                    <a:gd name="T9" fmla="*/ 4 h 28"/>
                    <a:gd name="T10" fmla="*/ 1 w 28"/>
                    <a:gd name="T11" fmla="*/ 9 h 28"/>
                    <a:gd name="T12" fmla="*/ 0 w 28"/>
                    <a:gd name="T13" fmla="*/ 14 h 28"/>
                    <a:gd name="T14" fmla="*/ 1 w 28"/>
                    <a:gd name="T15" fmla="*/ 19 h 28"/>
                    <a:gd name="T16" fmla="*/ 4 w 28"/>
                    <a:gd name="T17" fmla="*/ 25 h 28"/>
                    <a:gd name="T18" fmla="*/ 9 w 28"/>
                    <a:gd name="T19" fmla="*/ 27 h 28"/>
                    <a:gd name="T20" fmla="*/ 14 w 28"/>
                    <a:gd name="T21" fmla="*/ 28 h 28"/>
                    <a:gd name="T22" fmla="*/ 20 w 28"/>
                    <a:gd name="T23" fmla="*/ 27 h 28"/>
                    <a:gd name="T24" fmla="*/ 24 w 28"/>
                    <a:gd name="T25" fmla="*/ 25 h 28"/>
                    <a:gd name="T26" fmla="*/ 27 w 28"/>
                    <a:gd name="T27" fmla="*/ 19 h 28"/>
                    <a:gd name="T28" fmla="*/ 28 w 28"/>
                    <a:gd name="T29" fmla="*/ 14 h 28"/>
                    <a:gd name="T30" fmla="*/ 27 w 28"/>
                    <a:gd name="T31" fmla="*/ 9 h 28"/>
                    <a:gd name="T32" fmla="*/ 24 w 28"/>
                    <a:gd name="T33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8">
                      <a:moveTo>
                        <a:pt x="24" y="4"/>
                      </a:moveTo>
                      <a:lnTo>
                        <a:pt x="20" y="1"/>
                      </a:ln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4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4" y="25"/>
                      </a:lnTo>
                      <a:lnTo>
                        <a:pt x="9" y="27"/>
                      </a:lnTo>
                      <a:lnTo>
                        <a:pt x="14" y="28"/>
                      </a:lnTo>
                      <a:lnTo>
                        <a:pt x="20" y="27"/>
                      </a:lnTo>
                      <a:lnTo>
                        <a:pt x="24" y="25"/>
                      </a:lnTo>
                      <a:lnTo>
                        <a:pt x="27" y="19"/>
                      </a:lnTo>
                      <a:lnTo>
                        <a:pt x="28" y="14"/>
                      </a:lnTo>
                      <a:lnTo>
                        <a:pt x="27" y="9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7" name="Freeform 264">
                  <a:extLst>
                    <a:ext uri="{FF2B5EF4-FFF2-40B4-BE49-F238E27FC236}">
                      <a16:creationId xmlns:a16="http://schemas.microsoft.com/office/drawing/2014/main" id="{EFAFB579-8042-4AED-8F45-769227B3116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418764" y="1931988"/>
                  <a:ext cx="84138" cy="85725"/>
                </a:xfrm>
                <a:custGeom>
                  <a:avLst/>
                  <a:gdLst>
                    <a:gd name="T0" fmla="*/ 152 w 160"/>
                    <a:gd name="T1" fmla="*/ 1 h 160"/>
                    <a:gd name="T2" fmla="*/ 142 w 160"/>
                    <a:gd name="T3" fmla="*/ 0 h 160"/>
                    <a:gd name="T4" fmla="*/ 24 w 160"/>
                    <a:gd name="T5" fmla="*/ 72 h 160"/>
                    <a:gd name="T6" fmla="*/ 20 w 160"/>
                    <a:gd name="T7" fmla="*/ 74 h 160"/>
                    <a:gd name="T8" fmla="*/ 12 w 160"/>
                    <a:gd name="T9" fmla="*/ 82 h 160"/>
                    <a:gd name="T10" fmla="*/ 5 w 160"/>
                    <a:gd name="T11" fmla="*/ 91 h 160"/>
                    <a:gd name="T12" fmla="*/ 1 w 160"/>
                    <a:gd name="T13" fmla="*/ 101 h 160"/>
                    <a:gd name="T14" fmla="*/ 0 w 160"/>
                    <a:gd name="T15" fmla="*/ 113 h 160"/>
                    <a:gd name="T16" fmla="*/ 4 w 160"/>
                    <a:gd name="T17" fmla="*/ 131 h 160"/>
                    <a:gd name="T18" fmla="*/ 14 w 160"/>
                    <a:gd name="T19" fmla="*/ 146 h 160"/>
                    <a:gd name="T20" fmla="*/ 29 w 160"/>
                    <a:gd name="T21" fmla="*/ 156 h 160"/>
                    <a:gd name="T22" fmla="*/ 47 w 160"/>
                    <a:gd name="T23" fmla="*/ 160 h 160"/>
                    <a:gd name="T24" fmla="*/ 59 w 160"/>
                    <a:gd name="T25" fmla="*/ 159 h 160"/>
                    <a:gd name="T26" fmla="*/ 70 w 160"/>
                    <a:gd name="T27" fmla="*/ 155 h 160"/>
                    <a:gd name="T28" fmla="*/ 78 w 160"/>
                    <a:gd name="T29" fmla="*/ 148 h 160"/>
                    <a:gd name="T30" fmla="*/ 86 w 160"/>
                    <a:gd name="T31" fmla="*/ 141 h 160"/>
                    <a:gd name="T32" fmla="*/ 88 w 160"/>
                    <a:gd name="T33" fmla="*/ 137 h 160"/>
                    <a:gd name="T34" fmla="*/ 160 w 160"/>
                    <a:gd name="T35" fmla="*/ 17 h 160"/>
                    <a:gd name="T36" fmla="*/ 159 w 160"/>
                    <a:gd name="T37" fmla="*/ 8 h 160"/>
                    <a:gd name="T38" fmla="*/ 64 w 160"/>
                    <a:gd name="T39" fmla="*/ 122 h 160"/>
                    <a:gd name="T40" fmla="*/ 60 w 160"/>
                    <a:gd name="T41" fmla="*/ 127 h 160"/>
                    <a:gd name="T42" fmla="*/ 52 w 160"/>
                    <a:gd name="T43" fmla="*/ 132 h 160"/>
                    <a:gd name="T44" fmla="*/ 44 w 160"/>
                    <a:gd name="T45" fmla="*/ 132 h 160"/>
                    <a:gd name="T46" fmla="*/ 36 w 160"/>
                    <a:gd name="T47" fmla="*/ 129 h 160"/>
                    <a:gd name="T48" fmla="*/ 31 w 160"/>
                    <a:gd name="T49" fmla="*/ 124 h 160"/>
                    <a:gd name="T50" fmla="*/ 28 w 160"/>
                    <a:gd name="T51" fmla="*/ 117 h 160"/>
                    <a:gd name="T52" fmla="*/ 29 w 160"/>
                    <a:gd name="T53" fmla="*/ 108 h 160"/>
                    <a:gd name="T54" fmla="*/ 33 w 160"/>
                    <a:gd name="T55" fmla="*/ 100 h 160"/>
                    <a:gd name="T56" fmla="*/ 38 w 160"/>
                    <a:gd name="T57" fmla="*/ 96 h 160"/>
                    <a:gd name="T58" fmla="*/ 47 w 160"/>
                    <a:gd name="T59" fmla="*/ 94 h 160"/>
                    <a:gd name="T60" fmla="*/ 55 w 160"/>
                    <a:gd name="T61" fmla="*/ 95 h 160"/>
                    <a:gd name="T62" fmla="*/ 61 w 160"/>
                    <a:gd name="T63" fmla="*/ 99 h 160"/>
                    <a:gd name="T64" fmla="*/ 65 w 160"/>
                    <a:gd name="T65" fmla="*/ 105 h 160"/>
                    <a:gd name="T66" fmla="*/ 66 w 160"/>
                    <a:gd name="T67" fmla="*/ 113 h 160"/>
                    <a:gd name="T68" fmla="*/ 64 w 160"/>
                    <a:gd name="T69" fmla="*/ 122 h 160"/>
                    <a:gd name="T70" fmla="*/ 80 w 160"/>
                    <a:gd name="T71" fmla="*/ 80 h 160"/>
                    <a:gd name="T72" fmla="*/ 105 w 160"/>
                    <a:gd name="T73" fmla="*/ 55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60" h="160">
                      <a:moveTo>
                        <a:pt x="155" y="5"/>
                      </a:moveTo>
                      <a:lnTo>
                        <a:pt x="152" y="1"/>
                      </a:lnTo>
                      <a:lnTo>
                        <a:pt x="148" y="0"/>
                      </a:lnTo>
                      <a:lnTo>
                        <a:pt x="142" y="0"/>
                      </a:lnTo>
                      <a:lnTo>
                        <a:pt x="138" y="2"/>
                      </a:lnTo>
                      <a:lnTo>
                        <a:pt x="24" y="72"/>
                      </a:lnTo>
                      <a:lnTo>
                        <a:pt x="22" y="73"/>
                      </a:lnTo>
                      <a:lnTo>
                        <a:pt x="20" y="74"/>
                      </a:lnTo>
                      <a:lnTo>
                        <a:pt x="16" y="78"/>
                      </a:lnTo>
                      <a:lnTo>
                        <a:pt x="12" y="82"/>
                      </a:lnTo>
                      <a:lnTo>
                        <a:pt x="8" y="86"/>
                      </a:lnTo>
                      <a:lnTo>
                        <a:pt x="5" y="91"/>
                      </a:lnTo>
                      <a:lnTo>
                        <a:pt x="3" y="96"/>
                      </a:lnTo>
                      <a:lnTo>
                        <a:pt x="1" y="101"/>
                      </a:lnTo>
                      <a:lnTo>
                        <a:pt x="1" y="108"/>
                      </a:lnTo>
                      <a:lnTo>
                        <a:pt x="0" y="113"/>
                      </a:lnTo>
                      <a:lnTo>
                        <a:pt x="1" y="123"/>
                      </a:lnTo>
                      <a:lnTo>
                        <a:pt x="4" y="131"/>
                      </a:lnTo>
                      <a:lnTo>
                        <a:pt x="8" y="140"/>
                      </a:lnTo>
                      <a:lnTo>
                        <a:pt x="14" y="146"/>
                      </a:lnTo>
                      <a:lnTo>
                        <a:pt x="21" y="152"/>
                      </a:lnTo>
                      <a:lnTo>
                        <a:pt x="29" y="156"/>
                      </a:lnTo>
                      <a:lnTo>
                        <a:pt x="37" y="159"/>
                      </a:lnTo>
                      <a:lnTo>
                        <a:pt x="47" y="160"/>
                      </a:lnTo>
                      <a:lnTo>
                        <a:pt x="53" y="160"/>
                      </a:lnTo>
                      <a:lnTo>
                        <a:pt x="59" y="159"/>
                      </a:lnTo>
                      <a:lnTo>
                        <a:pt x="64" y="157"/>
                      </a:lnTo>
                      <a:lnTo>
                        <a:pt x="70" y="155"/>
                      </a:lnTo>
                      <a:lnTo>
                        <a:pt x="74" y="152"/>
                      </a:lnTo>
                      <a:lnTo>
                        <a:pt x="78" y="148"/>
                      </a:lnTo>
                      <a:lnTo>
                        <a:pt x="82" y="145"/>
                      </a:lnTo>
                      <a:lnTo>
                        <a:pt x="86" y="141"/>
                      </a:lnTo>
                      <a:lnTo>
                        <a:pt x="87" y="139"/>
                      </a:lnTo>
                      <a:lnTo>
                        <a:pt x="88" y="137"/>
                      </a:lnTo>
                      <a:lnTo>
                        <a:pt x="158" y="22"/>
                      </a:lnTo>
                      <a:lnTo>
                        <a:pt x="160" y="17"/>
                      </a:lnTo>
                      <a:lnTo>
                        <a:pt x="160" y="13"/>
                      </a:lnTo>
                      <a:lnTo>
                        <a:pt x="159" y="8"/>
                      </a:lnTo>
                      <a:lnTo>
                        <a:pt x="155" y="5"/>
                      </a:lnTo>
                      <a:close/>
                      <a:moveTo>
                        <a:pt x="64" y="122"/>
                      </a:moveTo>
                      <a:lnTo>
                        <a:pt x="63" y="124"/>
                      </a:lnTo>
                      <a:lnTo>
                        <a:pt x="60" y="127"/>
                      </a:lnTo>
                      <a:lnTo>
                        <a:pt x="57" y="130"/>
                      </a:lnTo>
                      <a:lnTo>
                        <a:pt x="52" y="132"/>
                      </a:lnTo>
                      <a:lnTo>
                        <a:pt x="47" y="132"/>
                      </a:lnTo>
                      <a:lnTo>
                        <a:pt x="44" y="132"/>
                      </a:lnTo>
                      <a:lnTo>
                        <a:pt x="39" y="131"/>
                      </a:lnTo>
                      <a:lnTo>
                        <a:pt x="36" y="129"/>
                      </a:lnTo>
                      <a:lnTo>
                        <a:pt x="33" y="127"/>
                      </a:lnTo>
                      <a:lnTo>
                        <a:pt x="31" y="124"/>
                      </a:lnTo>
                      <a:lnTo>
                        <a:pt x="29" y="120"/>
                      </a:lnTo>
                      <a:lnTo>
                        <a:pt x="28" y="117"/>
                      </a:lnTo>
                      <a:lnTo>
                        <a:pt x="28" y="113"/>
                      </a:lnTo>
                      <a:lnTo>
                        <a:pt x="29" y="108"/>
                      </a:lnTo>
                      <a:lnTo>
                        <a:pt x="30" y="103"/>
                      </a:lnTo>
                      <a:lnTo>
                        <a:pt x="33" y="100"/>
                      </a:lnTo>
                      <a:lnTo>
                        <a:pt x="36" y="97"/>
                      </a:lnTo>
                      <a:lnTo>
                        <a:pt x="38" y="96"/>
                      </a:lnTo>
                      <a:lnTo>
                        <a:pt x="43" y="94"/>
                      </a:lnTo>
                      <a:lnTo>
                        <a:pt x="47" y="94"/>
                      </a:lnTo>
                      <a:lnTo>
                        <a:pt x="51" y="94"/>
                      </a:lnTo>
                      <a:lnTo>
                        <a:pt x="55" y="95"/>
                      </a:lnTo>
                      <a:lnTo>
                        <a:pt x="58" y="97"/>
                      </a:lnTo>
                      <a:lnTo>
                        <a:pt x="61" y="99"/>
                      </a:lnTo>
                      <a:lnTo>
                        <a:pt x="63" y="102"/>
                      </a:lnTo>
                      <a:lnTo>
                        <a:pt x="65" y="105"/>
                      </a:lnTo>
                      <a:lnTo>
                        <a:pt x="66" y="109"/>
                      </a:lnTo>
                      <a:lnTo>
                        <a:pt x="66" y="113"/>
                      </a:lnTo>
                      <a:lnTo>
                        <a:pt x="66" y="117"/>
                      </a:lnTo>
                      <a:lnTo>
                        <a:pt x="64" y="122"/>
                      </a:lnTo>
                      <a:close/>
                      <a:moveTo>
                        <a:pt x="86" y="86"/>
                      </a:moveTo>
                      <a:lnTo>
                        <a:pt x="80" y="80"/>
                      </a:lnTo>
                      <a:lnTo>
                        <a:pt x="74" y="74"/>
                      </a:lnTo>
                      <a:lnTo>
                        <a:pt x="105" y="55"/>
                      </a:lnTo>
                      <a:lnTo>
                        <a:pt x="86" y="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" name="Freeform 265">
                  <a:extLst>
                    <a:ext uri="{FF2B5EF4-FFF2-40B4-BE49-F238E27FC236}">
                      <a16:creationId xmlns:a16="http://schemas.microsoft.com/office/drawing/2014/main" id="{59E5AFD3-D5B5-4C71-969C-EB580D7C986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15576" y="1865313"/>
                  <a:ext cx="254000" cy="254000"/>
                </a:xfrm>
                <a:custGeom>
                  <a:avLst/>
                  <a:gdLst>
                    <a:gd name="T0" fmla="*/ 204 w 480"/>
                    <a:gd name="T1" fmla="*/ 3 h 481"/>
                    <a:gd name="T2" fmla="*/ 157 w 480"/>
                    <a:gd name="T3" fmla="*/ 14 h 481"/>
                    <a:gd name="T4" fmla="*/ 116 w 480"/>
                    <a:gd name="T5" fmla="*/ 35 h 481"/>
                    <a:gd name="T6" fmla="*/ 79 w 480"/>
                    <a:gd name="T7" fmla="*/ 63 h 481"/>
                    <a:gd name="T8" fmla="*/ 48 w 480"/>
                    <a:gd name="T9" fmla="*/ 97 h 481"/>
                    <a:gd name="T10" fmla="*/ 23 w 480"/>
                    <a:gd name="T11" fmla="*/ 137 h 481"/>
                    <a:gd name="T12" fmla="*/ 7 w 480"/>
                    <a:gd name="T13" fmla="*/ 181 h 481"/>
                    <a:gd name="T14" fmla="*/ 0 w 480"/>
                    <a:gd name="T15" fmla="*/ 228 h 481"/>
                    <a:gd name="T16" fmla="*/ 3 w 480"/>
                    <a:gd name="T17" fmla="*/ 277 h 481"/>
                    <a:gd name="T18" fmla="*/ 15 w 480"/>
                    <a:gd name="T19" fmla="*/ 324 h 481"/>
                    <a:gd name="T20" fmla="*/ 35 w 480"/>
                    <a:gd name="T21" fmla="*/ 365 h 481"/>
                    <a:gd name="T22" fmla="*/ 62 w 480"/>
                    <a:gd name="T23" fmla="*/ 403 h 481"/>
                    <a:gd name="T24" fmla="*/ 96 w 480"/>
                    <a:gd name="T25" fmla="*/ 434 h 481"/>
                    <a:gd name="T26" fmla="*/ 136 w 480"/>
                    <a:gd name="T27" fmla="*/ 458 h 481"/>
                    <a:gd name="T28" fmla="*/ 180 w 480"/>
                    <a:gd name="T29" fmla="*/ 474 h 481"/>
                    <a:gd name="T30" fmla="*/ 228 w 480"/>
                    <a:gd name="T31" fmla="*/ 481 h 481"/>
                    <a:gd name="T32" fmla="*/ 276 w 480"/>
                    <a:gd name="T33" fmla="*/ 479 h 481"/>
                    <a:gd name="T34" fmla="*/ 323 w 480"/>
                    <a:gd name="T35" fmla="*/ 466 h 481"/>
                    <a:gd name="T36" fmla="*/ 364 w 480"/>
                    <a:gd name="T37" fmla="*/ 447 h 481"/>
                    <a:gd name="T38" fmla="*/ 402 w 480"/>
                    <a:gd name="T39" fmla="*/ 419 h 481"/>
                    <a:gd name="T40" fmla="*/ 433 w 480"/>
                    <a:gd name="T41" fmla="*/ 385 h 481"/>
                    <a:gd name="T42" fmla="*/ 457 w 480"/>
                    <a:gd name="T43" fmla="*/ 345 h 481"/>
                    <a:gd name="T44" fmla="*/ 473 w 480"/>
                    <a:gd name="T45" fmla="*/ 301 h 481"/>
                    <a:gd name="T46" fmla="*/ 480 w 480"/>
                    <a:gd name="T47" fmla="*/ 253 h 481"/>
                    <a:gd name="T48" fmla="*/ 478 w 480"/>
                    <a:gd name="T49" fmla="*/ 204 h 481"/>
                    <a:gd name="T50" fmla="*/ 466 w 480"/>
                    <a:gd name="T51" fmla="*/ 158 h 481"/>
                    <a:gd name="T52" fmla="*/ 446 w 480"/>
                    <a:gd name="T53" fmla="*/ 116 h 481"/>
                    <a:gd name="T54" fmla="*/ 418 w 480"/>
                    <a:gd name="T55" fmla="*/ 79 h 481"/>
                    <a:gd name="T56" fmla="*/ 384 w 480"/>
                    <a:gd name="T57" fmla="*/ 48 h 481"/>
                    <a:gd name="T58" fmla="*/ 344 w 480"/>
                    <a:gd name="T59" fmla="*/ 24 h 481"/>
                    <a:gd name="T60" fmla="*/ 300 w 480"/>
                    <a:gd name="T61" fmla="*/ 8 h 481"/>
                    <a:gd name="T62" fmla="*/ 253 w 480"/>
                    <a:gd name="T63" fmla="*/ 0 h 481"/>
                    <a:gd name="T64" fmla="*/ 219 w 480"/>
                    <a:gd name="T65" fmla="*/ 452 h 481"/>
                    <a:gd name="T66" fmla="*/ 157 w 480"/>
                    <a:gd name="T67" fmla="*/ 437 h 481"/>
                    <a:gd name="T68" fmla="*/ 90 w 480"/>
                    <a:gd name="T69" fmla="*/ 391 h 481"/>
                    <a:gd name="T70" fmla="*/ 45 w 480"/>
                    <a:gd name="T71" fmla="*/ 324 h 481"/>
                    <a:gd name="T72" fmla="*/ 29 w 480"/>
                    <a:gd name="T73" fmla="*/ 262 h 481"/>
                    <a:gd name="T74" fmla="*/ 29 w 480"/>
                    <a:gd name="T75" fmla="*/ 219 h 481"/>
                    <a:gd name="T76" fmla="*/ 45 w 480"/>
                    <a:gd name="T77" fmla="*/ 158 h 481"/>
                    <a:gd name="T78" fmla="*/ 90 w 480"/>
                    <a:gd name="T79" fmla="*/ 91 h 481"/>
                    <a:gd name="T80" fmla="*/ 157 w 480"/>
                    <a:gd name="T81" fmla="*/ 44 h 481"/>
                    <a:gd name="T82" fmla="*/ 219 w 480"/>
                    <a:gd name="T83" fmla="*/ 29 h 481"/>
                    <a:gd name="T84" fmla="*/ 261 w 480"/>
                    <a:gd name="T85" fmla="*/ 29 h 481"/>
                    <a:gd name="T86" fmla="*/ 323 w 480"/>
                    <a:gd name="T87" fmla="*/ 44 h 481"/>
                    <a:gd name="T88" fmla="*/ 390 w 480"/>
                    <a:gd name="T89" fmla="*/ 91 h 481"/>
                    <a:gd name="T90" fmla="*/ 436 w 480"/>
                    <a:gd name="T91" fmla="*/ 158 h 481"/>
                    <a:gd name="T92" fmla="*/ 451 w 480"/>
                    <a:gd name="T93" fmla="*/ 219 h 481"/>
                    <a:gd name="T94" fmla="*/ 451 w 480"/>
                    <a:gd name="T95" fmla="*/ 262 h 481"/>
                    <a:gd name="T96" fmla="*/ 436 w 480"/>
                    <a:gd name="T97" fmla="*/ 324 h 481"/>
                    <a:gd name="T98" fmla="*/ 390 w 480"/>
                    <a:gd name="T99" fmla="*/ 391 h 481"/>
                    <a:gd name="T100" fmla="*/ 323 w 480"/>
                    <a:gd name="T101" fmla="*/ 437 h 481"/>
                    <a:gd name="T102" fmla="*/ 261 w 480"/>
                    <a:gd name="T103" fmla="*/ 452 h 4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80" h="481">
                      <a:moveTo>
                        <a:pt x="240" y="0"/>
                      </a:moveTo>
                      <a:lnTo>
                        <a:pt x="228" y="0"/>
                      </a:lnTo>
                      <a:lnTo>
                        <a:pt x="215" y="2"/>
                      </a:lnTo>
                      <a:lnTo>
                        <a:pt x="204" y="3"/>
                      </a:lnTo>
                      <a:lnTo>
                        <a:pt x="192" y="5"/>
                      </a:lnTo>
                      <a:lnTo>
                        <a:pt x="180" y="8"/>
                      </a:lnTo>
                      <a:lnTo>
                        <a:pt x="169" y="11"/>
                      </a:lnTo>
                      <a:lnTo>
                        <a:pt x="157" y="14"/>
                      </a:lnTo>
                      <a:lnTo>
                        <a:pt x="147" y="19"/>
                      </a:lnTo>
                      <a:lnTo>
                        <a:pt x="136" y="24"/>
                      </a:lnTo>
                      <a:lnTo>
                        <a:pt x="125" y="29"/>
                      </a:lnTo>
                      <a:lnTo>
                        <a:pt x="116" y="35"/>
                      </a:lnTo>
                      <a:lnTo>
                        <a:pt x="106" y="41"/>
                      </a:lnTo>
                      <a:lnTo>
                        <a:pt x="96" y="48"/>
                      </a:lnTo>
                      <a:lnTo>
                        <a:pt x="88" y="55"/>
                      </a:lnTo>
                      <a:lnTo>
                        <a:pt x="79" y="63"/>
                      </a:lnTo>
                      <a:lnTo>
                        <a:pt x="70" y="71"/>
                      </a:lnTo>
                      <a:lnTo>
                        <a:pt x="62" y="79"/>
                      </a:lnTo>
                      <a:lnTo>
                        <a:pt x="54" y="87"/>
                      </a:lnTo>
                      <a:lnTo>
                        <a:pt x="48" y="97"/>
                      </a:lnTo>
                      <a:lnTo>
                        <a:pt x="40" y="107"/>
                      </a:lnTo>
                      <a:lnTo>
                        <a:pt x="35" y="116"/>
                      </a:lnTo>
                      <a:lnTo>
                        <a:pt x="29" y="126"/>
                      </a:lnTo>
                      <a:lnTo>
                        <a:pt x="23" y="137"/>
                      </a:lnTo>
                      <a:lnTo>
                        <a:pt x="19" y="148"/>
                      </a:lnTo>
                      <a:lnTo>
                        <a:pt x="15" y="158"/>
                      </a:lnTo>
                      <a:lnTo>
                        <a:pt x="10" y="169"/>
                      </a:lnTo>
                      <a:lnTo>
                        <a:pt x="7" y="181"/>
                      </a:lnTo>
                      <a:lnTo>
                        <a:pt x="5" y="193"/>
                      </a:lnTo>
                      <a:lnTo>
                        <a:pt x="3" y="204"/>
                      </a:lnTo>
                      <a:lnTo>
                        <a:pt x="1" y="216"/>
                      </a:lnTo>
                      <a:lnTo>
                        <a:pt x="0" y="228"/>
                      </a:lnTo>
                      <a:lnTo>
                        <a:pt x="0" y="241"/>
                      </a:lnTo>
                      <a:lnTo>
                        <a:pt x="0" y="253"/>
                      </a:lnTo>
                      <a:lnTo>
                        <a:pt x="1" y="266"/>
                      </a:lnTo>
                      <a:lnTo>
                        <a:pt x="3" y="277"/>
                      </a:lnTo>
                      <a:lnTo>
                        <a:pt x="5" y="289"/>
                      </a:lnTo>
                      <a:lnTo>
                        <a:pt x="7" y="301"/>
                      </a:lnTo>
                      <a:lnTo>
                        <a:pt x="10" y="313"/>
                      </a:lnTo>
                      <a:lnTo>
                        <a:pt x="15" y="324"/>
                      </a:lnTo>
                      <a:lnTo>
                        <a:pt x="19" y="334"/>
                      </a:lnTo>
                      <a:lnTo>
                        <a:pt x="23" y="345"/>
                      </a:lnTo>
                      <a:lnTo>
                        <a:pt x="29" y="356"/>
                      </a:lnTo>
                      <a:lnTo>
                        <a:pt x="35" y="365"/>
                      </a:lnTo>
                      <a:lnTo>
                        <a:pt x="40" y="375"/>
                      </a:lnTo>
                      <a:lnTo>
                        <a:pt x="48" y="385"/>
                      </a:lnTo>
                      <a:lnTo>
                        <a:pt x="54" y="393"/>
                      </a:lnTo>
                      <a:lnTo>
                        <a:pt x="62" y="403"/>
                      </a:lnTo>
                      <a:lnTo>
                        <a:pt x="70" y="411"/>
                      </a:lnTo>
                      <a:lnTo>
                        <a:pt x="79" y="419"/>
                      </a:lnTo>
                      <a:lnTo>
                        <a:pt x="88" y="427"/>
                      </a:lnTo>
                      <a:lnTo>
                        <a:pt x="96" y="434"/>
                      </a:lnTo>
                      <a:lnTo>
                        <a:pt x="106" y="441"/>
                      </a:lnTo>
                      <a:lnTo>
                        <a:pt x="116" y="447"/>
                      </a:lnTo>
                      <a:lnTo>
                        <a:pt x="125" y="452"/>
                      </a:lnTo>
                      <a:lnTo>
                        <a:pt x="136" y="458"/>
                      </a:lnTo>
                      <a:lnTo>
                        <a:pt x="147" y="462"/>
                      </a:lnTo>
                      <a:lnTo>
                        <a:pt x="157" y="466"/>
                      </a:lnTo>
                      <a:lnTo>
                        <a:pt x="169" y="471"/>
                      </a:lnTo>
                      <a:lnTo>
                        <a:pt x="180" y="474"/>
                      </a:lnTo>
                      <a:lnTo>
                        <a:pt x="192" y="477"/>
                      </a:lnTo>
                      <a:lnTo>
                        <a:pt x="204" y="479"/>
                      </a:lnTo>
                      <a:lnTo>
                        <a:pt x="215" y="480"/>
                      </a:lnTo>
                      <a:lnTo>
                        <a:pt x="228" y="481"/>
                      </a:lnTo>
                      <a:lnTo>
                        <a:pt x="240" y="481"/>
                      </a:lnTo>
                      <a:lnTo>
                        <a:pt x="253" y="481"/>
                      </a:lnTo>
                      <a:lnTo>
                        <a:pt x="265" y="480"/>
                      </a:lnTo>
                      <a:lnTo>
                        <a:pt x="276" y="479"/>
                      </a:lnTo>
                      <a:lnTo>
                        <a:pt x="288" y="477"/>
                      </a:lnTo>
                      <a:lnTo>
                        <a:pt x="300" y="474"/>
                      </a:lnTo>
                      <a:lnTo>
                        <a:pt x="312" y="471"/>
                      </a:lnTo>
                      <a:lnTo>
                        <a:pt x="323" y="466"/>
                      </a:lnTo>
                      <a:lnTo>
                        <a:pt x="333" y="462"/>
                      </a:lnTo>
                      <a:lnTo>
                        <a:pt x="344" y="458"/>
                      </a:lnTo>
                      <a:lnTo>
                        <a:pt x="355" y="452"/>
                      </a:lnTo>
                      <a:lnTo>
                        <a:pt x="364" y="447"/>
                      </a:lnTo>
                      <a:lnTo>
                        <a:pt x="374" y="441"/>
                      </a:lnTo>
                      <a:lnTo>
                        <a:pt x="384" y="434"/>
                      </a:lnTo>
                      <a:lnTo>
                        <a:pt x="393" y="427"/>
                      </a:lnTo>
                      <a:lnTo>
                        <a:pt x="402" y="419"/>
                      </a:lnTo>
                      <a:lnTo>
                        <a:pt x="411" y="411"/>
                      </a:lnTo>
                      <a:lnTo>
                        <a:pt x="418" y="403"/>
                      </a:lnTo>
                      <a:lnTo>
                        <a:pt x="426" y="393"/>
                      </a:lnTo>
                      <a:lnTo>
                        <a:pt x="433" y="385"/>
                      </a:lnTo>
                      <a:lnTo>
                        <a:pt x="440" y="375"/>
                      </a:lnTo>
                      <a:lnTo>
                        <a:pt x="446" y="365"/>
                      </a:lnTo>
                      <a:lnTo>
                        <a:pt x="451" y="356"/>
                      </a:lnTo>
                      <a:lnTo>
                        <a:pt x="457" y="345"/>
                      </a:lnTo>
                      <a:lnTo>
                        <a:pt x="462" y="334"/>
                      </a:lnTo>
                      <a:lnTo>
                        <a:pt x="466" y="324"/>
                      </a:lnTo>
                      <a:lnTo>
                        <a:pt x="470" y="313"/>
                      </a:lnTo>
                      <a:lnTo>
                        <a:pt x="473" y="301"/>
                      </a:lnTo>
                      <a:lnTo>
                        <a:pt x="476" y="289"/>
                      </a:lnTo>
                      <a:lnTo>
                        <a:pt x="478" y="277"/>
                      </a:lnTo>
                      <a:lnTo>
                        <a:pt x="479" y="266"/>
                      </a:lnTo>
                      <a:lnTo>
                        <a:pt x="480" y="253"/>
                      </a:lnTo>
                      <a:lnTo>
                        <a:pt x="480" y="241"/>
                      </a:lnTo>
                      <a:lnTo>
                        <a:pt x="480" y="228"/>
                      </a:lnTo>
                      <a:lnTo>
                        <a:pt x="479" y="216"/>
                      </a:lnTo>
                      <a:lnTo>
                        <a:pt x="478" y="204"/>
                      </a:lnTo>
                      <a:lnTo>
                        <a:pt x="476" y="193"/>
                      </a:lnTo>
                      <a:lnTo>
                        <a:pt x="473" y="181"/>
                      </a:lnTo>
                      <a:lnTo>
                        <a:pt x="470" y="169"/>
                      </a:lnTo>
                      <a:lnTo>
                        <a:pt x="466" y="158"/>
                      </a:lnTo>
                      <a:lnTo>
                        <a:pt x="462" y="148"/>
                      </a:lnTo>
                      <a:lnTo>
                        <a:pt x="457" y="137"/>
                      </a:lnTo>
                      <a:lnTo>
                        <a:pt x="451" y="126"/>
                      </a:lnTo>
                      <a:lnTo>
                        <a:pt x="446" y="116"/>
                      </a:lnTo>
                      <a:lnTo>
                        <a:pt x="440" y="107"/>
                      </a:lnTo>
                      <a:lnTo>
                        <a:pt x="433" y="97"/>
                      </a:lnTo>
                      <a:lnTo>
                        <a:pt x="426" y="87"/>
                      </a:lnTo>
                      <a:lnTo>
                        <a:pt x="418" y="79"/>
                      </a:lnTo>
                      <a:lnTo>
                        <a:pt x="411" y="71"/>
                      </a:lnTo>
                      <a:lnTo>
                        <a:pt x="402" y="63"/>
                      </a:lnTo>
                      <a:lnTo>
                        <a:pt x="393" y="55"/>
                      </a:lnTo>
                      <a:lnTo>
                        <a:pt x="384" y="48"/>
                      </a:lnTo>
                      <a:lnTo>
                        <a:pt x="374" y="41"/>
                      </a:lnTo>
                      <a:lnTo>
                        <a:pt x="364" y="35"/>
                      </a:lnTo>
                      <a:lnTo>
                        <a:pt x="355" y="29"/>
                      </a:lnTo>
                      <a:lnTo>
                        <a:pt x="344" y="24"/>
                      </a:lnTo>
                      <a:lnTo>
                        <a:pt x="333" y="19"/>
                      </a:lnTo>
                      <a:lnTo>
                        <a:pt x="323" y="14"/>
                      </a:lnTo>
                      <a:lnTo>
                        <a:pt x="312" y="11"/>
                      </a:lnTo>
                      <a:lnTo>
                        <a:pt x="300" y="8"/>
                      </a:lnTo>
                      <a:lnTo>
                        <a:pt x="288" y="5"/>
                      </a:lnTo>
                      <a:lnTo>
                        <a:pt x="276" y="3"/>
                      </a:lnTo>
                      <a:lnTo>
                        <a:pt x="265" y="2"/>
                      </a:lnTo>
                      <a:lnTo>
                        <a:pt x="253" y="0"/>
                      </a:lnTo>
                      <a:lnTo>
                        <a:pt x="240" y="0"/>
                      </a:lnTo>
                      <a:close/>
                      <a:moveTo>
                        <a:pt x="240" y="454"/>
                      </a:moveTo>
                      <a:lnTo>
                        <a:pt x="229" y="454"/>
                      </a:lnTo>
                      <a:lnTo>
                        <a:pt x="219" y="452"/>
                      </a:lnTo>
                      <a:lnTo>
                        <a:pt x="208" y="451"/>
                      </a:lnTo>
                      <a:lnTo>
                        <a:pt x="197" y="449"/>
                      </a:lnTo>
                      <a:lnTo>
                        <a:pt x="177" y="444"/>
                      </a:lnTo>
                      <a:lnTo>
                        <a:pt x="157" y="437"/>
                      </a:lnTo>
                      <a:lnTo>
                        <a:pt x="139" y="428"/>
                      </a:lnTo>
                      <a:lnTo>
                        <a:pt x="121" y="417"/>
                      </a:lnTo>
                      <a:lnTo>
                        <a:pt x="105" y="405"/>
                      </a:lnTo>
                      <a:lnTo>
                        <a:pt x="90" y="391"/>
                      </a:lnTo>
                      <a:lnTo>
                        <a:pt x="76" y="376"/>
                      </a:lnTo>
                      <a:lnTo>
                        <a:pt x="64" y="360"/>
                      </a:lnTo>
                      <a:lnTo>
                        <a:pt x="53" y="342"/>
                      </a:lnTo>
                      <a:lnTo>
                        <a:pt x="45" y="324"/>
                      </a:lnTo>
                      <a:lnTo>
                        <a:pt x="37" y="304"/>
                      </a:lnTo>
                      <a:lnTo>
                        <a:pt x="32" y="284"/>
                      </a:lnTo>
                      <a:lnTo>
                        <a:pt x="30" y="273"/>
                      </a:lnTo>
                      <a:lnTo>
                        <a:pt x="29" y="262"/>
                      </a:lnTo>
                      <a:lnTo>
                        <a:pt x="28" y="252"/>
                      </a:lnTo>
                      <a:lnTo>
                        <a:pt x="28" y="241"/>
                      </a:lnTo>
                      <a:lnTo>
                        <a:pt x="28" y="230"/>
                      </a:lnTo>
                      <a:lnTo>
                        <a:pt x="29" y="219"/>
                      </a:lnTo>
                      <a:lnTo>
                        <a:pt x="30" y="209"/>
                      </a:lnTo>
                      <a:lnTo>
                        <a:pt x="32" y="198"/>
                      </a:lnTo>
                      <a:lnTo>
                        <a:pt x="37" y="178"/>
                      </a:lnTo>
                      <a:lnTo>
                        <a:pt x="45" y="158"/>
                      </a:lnTo>
                      <a:lnTo>
                        <a:pt x="53" y="140"/>
                      </a:lnTo>
                      <a:lnTo>
                        <a:pt x="64" y="122"/>
                      </a:lnTo>
                      <a:lnTo>
                        <a:pt x="76" y="106"/>
                      </a:lnTo>
                      <a:lnTo>
                        <a:pt x="90" y="91"/>
                      </a:lnTo>
                      <a:lnTo>
                        <a:pt x="105" y="77"/>
                      </a:lnTo>
                      <a:lnTo>
                        <a:pt x="121" y="65"/>
                      </a:lnTo>
                      <a:lnTo>
                        <a:pt x="139" y="54"/>
                      </a:lnTo>
                      <a:lnTo>
                        <a:pt x="157" y="44"/>
                      </a:lnTo>
                      <a:lnTo>
                        <a:pt x="177" y="38"/>
                      </a:lnTo>
                      <a:lnTo>
                        <a:pt x="197" y="33"/>
                      </a:lnTo>
                      <a:lnTo>
                        <a:pt x="208" y="31"/>
                      </a:lnTo>
                      <a:lnTo>
                        <a:pt x="219" y="29"/>
                      </a:lnTo>
                      <a:lnTo>
                        <a:pt x="229" y="28"/>
                      </a:lnTo>
                      <a:lnTo>
                        <a:pt x="240" y="28"/>
                      </a:lnTo>
                      <a:lnTo>
                        <a:pt x="251" y="28"/>
                      </a:lnTo>
                      <a:lnTo>
                        <a:pt x="261" y="29"/>
                      </a:lnTo>
                      <a:lnTo>
                        <a:pt x="272" y="31"/>
                      </a:lnTo>
                      <a:lnTo>
                        <a:pt x="283" y="33"/>
                      </a:lnTo>
                      <a:lnTo>
                        <a:pt x="303" y="38"/>
                      </a:lnTo>
                      <a:lnTo>
                        <a:pt x="323" y="44"/>
                      </a:lnTo>
                      <a:lnTo>
                        <a:pt x="342" y="54"/>
                      </a:lnTo>
                      <a:lnTo>
                        <a:pt x="359" y="65"/>
                      </a:lnTo>
                      <a:lnTo>
                        <a:pt x="375" y="77"/>
                      </a:lnTo>
                      <a:lnTo>
                        <a:pt x="390" y="91"/>
                      </a:lnTo>
                      <a:lnTo>
                        <a:pt x="404" y="106"/>
                      </a:lnTo>
                      <a:lnTo>
                        <a:pt x="417" y="122"/>
                      </a:lnTo>
                      <a:lnTo>
                        <a:pt x="427" y="140"/>
                      </a:lnTo>
                      <a:lnTo>
                        <a:pt x="436" y="158"/>
                      </a:lnTo>
                      <a:lnTo>
                        <a:pt x="444" y="178"/>
                      </a:lnTo>
                      <a:lnTo>
                        <a:pt x="448" y="198"/>
                      </a:lnTo>
                      <a:lnTo>
                        <a:pt x="450" y="209"/>
                      </a:lnTo>
                      <a:lnTo>
                        <a:pt x="451" y="219"/>
                      </a:lnTo>
                      <a:lnTo>
                        <a:pt x="452" y="230"/>
                      </a:lnTo>
                      <a:lnTo>
                        <a:pt x="452" y="241"/>
                      </a:lnTo>
                      <a:lnTo>
                        <a:pt x="452" y="252"/>
                      </a:lnTo>
                      <a:lnTo>
                        <a:pt x="451" y="262"/>
                      </a:lnTo>
                      <a:lnTo>
                        <a:pt x="450" y="273"/>
                      </a:lnTo>
                      <a:lnTo>
                        <a:pt x="448" y="284"/>
                      </a:lnTo>
                      <a:lnTo>
                        <a:pt x="444" y="304"/>
                      </a:lnTo>
                      <a:lnTo>
                        <a:pt x="436" y="324"/>
                      </a:lnTo>
                      <a:lnTo>
                        <a:pt x="427" y="342"/>
                      </a:lnTo>
                      <a:lnTo>
                        <a:pt x="417" y="360"/>
                      </a:lnTo>
                      <a:lnTo>
                        <a:pt x="404" y="376"/>
                      </a:lnTo>
                      <a:lnTo>
                        <a:pt x="390" y="391"/>
                      </a:lnTo>
                      <a:lnTo>
                        <a:pt x="375" y="405"/>
                      </a:lnTo>
                      <a:lnTo>
                        <a:pt x="359" y="417"/>
                      </a:lnTo>
                      <a:lnTo>
                        <a:pt x="342" y="428"/>
                      </a:lnTo>
                      <a:lnTo>
                        <a:pt x="323" y="437"/>
                      </a:lnTo>
                      <a:lnTo>
                        <a:pt x="303" y="444"/>
                      </a:lnTo>
                      <a:lnTo>
                        <a:pt x="283" y="449"/>
                      </a:lnTo>
                      <a:lnTo>
                        <a:pt x="272" y="451"/>
                      </a:lnTo>
                      <a:lnTo>
                        <a:pt x="261" y="452"/>
                      </a:lnTo>
                      <a:lnTo>
                        <a:pt x="251" y="454"/>
                      </a:lnTo>
                      <a:lnTo>
                        <a:pt x="240" y="45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" name="Freeform 266">
                  <a:extLst>
                    <a:ext uri="{FF2B5EF4-FFF2-40B4-BE49-F238E27FC236}">
                      <a16:creationId xmlns:a16="http://schemas.microsoft.com/office/drawing/2014/main" id="{FD69A0B8-F61B-4760-9C29-FF8A81186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28276" y="1876426"/>
                  <a:ext cx="14288" cy="14288"/>
                </a:xfrm>
                <a:custGeom>
                  <a:avLst/>
                  <a:gdLst>
                    <a:gd name="T0" fmla="*/ 24 w 28"/>
                    <a:gd name="T1" fmla="*/ 3 h 27"/>
                    <a:gd name="T2" fmla="*/ 20 w 28"/>
                    <a:gd name="T3" fmla="*/ 1 h 27"/>
                    <a:gd name="T4" fmla="*/ 14 w 28"/>
                    <a:gd name="T5" fmla="*/ 0 h 27"/>
                    <a:gd name="T6" fmla="*/ 9 w 28"/>
                    <a:gd name="T7" fmla="*/ 1 h 27"/>
                    <a:gd name="T8" fmla="*/ 5 w 28"/>
                    <a:gd name="T9" fmla="*/ 3 h 27"/>
                    <a:gd name="T10" fmla="*/ 1 w 28"/>
                    <a:gd name="T11" fmla="*/ 9 h 27"/>
                    <a:gd name="T12" fmla="*/ 0 w 28"/>
                    <a:gd name="T13" fmla="*/ 14 h 27"/>
                    <a:gd name="T14" fmla="*/ 1 w 28"/>
                    <a:gd name="T15" fmla="*/ 18 h 27"/>
                    <a:gd name="T16" fmla="*/ 5 w 28"/>
                    <a:gd name="T17" fmla="*/ 24 h 27"/>
                    <a:gd name="T18" fmla="*/ 9 w 28"/>
                    <a:gd name="T19" fmla="*/ 26 h 27"/>
                    <a:gd name="T20" fmla="*/ 14 w 28"/>
                    <a:gd name="T21" fmla="*/ 27 h 27"/>
                    <a:gd name="T22" fmla="*/ 20 w 28"/>
                    <a:gd name="T23" fmla="*/ 26 h 27"/>
                    <a:gd name="T24" fmla="*/ 24 w 28"/>
                    <a:gd name="T25" fmla="*/ 24 h 27"/>
                    <a:gd name="T26" fmla="*/ 27 w 28"/>
                    <a:gd name="T27" fmla="*/ 18 h 27"/>
                    <a:gd name="T28" fmla="*/ 28 w 28"/>
                    <a:gd name="T29" fmla="*/ 14 h 27"/>
                    <a:gd name="T30" fmla="*/ 27 w 28"/>
                    <a:gd name="T31" fmla="*/ 9 h 27"/>
                    <a:gd name="T32" fmla="*/ 24 w 28"/>
                    <a:gd name="T33" fmla="*/ 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7">
                      <a:moveTo>
                        <a:pt x="24" y="3"/>
                      </a:moveTo>
                      <a:lnTo>
                        <a:pt x="20" y="1"/>
                      </a:ln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5" y="3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18"/>
                      </a:lnTo>
                      <a:lnTo>
                        <a:pt x="5" y="24"/>
                      </a:lnTo>
                      <a:lnTo>
                        <a:pt x="9" y="26"/>
                      </a:lnTo>
                      <a:lnTo>
                        <a:pt x="14" y="27"/>
                      </a:lnTo>
                      <a:lnTo>
                        <a:pt x="20" y="26"/>
                      </a:lnTo>
                      <a:lnTo>
                        <a:pt x="24" y="24"/>
                      </a:lnTo>
                      <a:lnTo>
                        <a:pt x="27" y="18"/>
                      </a:lnTo>
                      <a:lnTo>
                        <a:pt x="28" y="14"/>
                      </a:lnTo>
                      <a:lnTo>
                        <a:pt x="27" y="9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92A20C8-FCA4-4F22-A43F-BC8F595A9EF2}"/>
              </a:ext>
            </a:extLst>
          </p:cNvPr>
          <p:cNvGrpSpPr/>
          <p:nvPr/>
        </p:nvGrpSpPr>
        <p:grpSpPr>
          <a:xfrm>
            <a:off x="6934838" y="3104590"/>
            <a:ext cx="912592" cy="1863080"/>
            <a:chOff x="6934838" y="3104590"/>
            <a:chExt cx="912592" cy="1863080"/>
          </a:xfrm>
        </p:grpSpPr>
        <p:sp>
          <p:nvSpPr>
            <p:cNvPr id="16" name="Chevron 67">
              <a:extLst>
                <a:ext uri="{FF2B5EF4-FFF2-40B4-BE49-F238E27FC236}">
                  <a16:creationId xmlns:a16="http://schemas.microsoft.com/office/drawing/2014/main" id="{912A3F2A-2E90-490C-A4FE-02350EEDBAF0}"/>
                </a:ext>
              </a:extLst>
            </p:cNvPr>
            <p:cNvSpPr/>
            <p:nvPr/>
          </p:nvSpPr>
          <p:spPr>
            <a:xfrm rot="20400000">
              <a:off x="6990215" y="3104590"/>
              <a:ext cx="857215" cy="1863080"/>
            </a:xfrm>
            <a:prstGeom prst="chevron">
              <a:avLst/>
            </a:prstGeom>
            <a:gradFill>
              <a:gsLst>
                <a:gs pos="100000">
                  <a:schemeClr val="accent3">
                    <a:lumMod val="75000"/>
                    <a:alpha val="0"/>
                  </a:schemeClr>
                </a:gs>
                <a:gs pos="0">
                  <a:schemeClr val="accent3"/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7552911-C51A-4B55-96D5-BA2B1CEA0F25}"/>
                </a:ext>
              </a:extLst>
            </p:cNvPr>
            <p:cNvGrpSpPr/>
            <p:nvPr/>
          </p:nvGrpSpPr>
          <p:grpSpPr>
            <a:xfrm>
              <a:off x="6934838" y="3721519"/>
              <a:ext cx="719382" cy="719982"/>
              <a:chOff x="6934838" y="3721519"/>
              <a:chExt cx="719382" cy="719982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66144276-80F3-4A04-85BF-8E75FECCC4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934838" y="3721519"/>
                <a:ext cx="719382" cy="719982"/>
              </a:xfrm>
              <a:prstGeom prst="ellipse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F6D0D1E6-506F-4134-87C7-C619132AA4F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984274" y="3770995"/>
                <a:ext cx="620510" cy="621030"/>
              </a:xfrm>
              <a:prstGeom prst="ellipse">
                <a:avLst/>
              </a:prstGeom>
              <a:gradFill>
                <a:gsLst>
                  <a:gs pos="100000">
                    <a:schemeClr val="accent3">
                      <a:lumMod val="75000"/>
                    </a:schemeClr>
                  </a:gs>
                  <a:gs pos="0">
                    <a:schemeClr val="accent3"/>
                  </a:gs>
                </a:gsLst>
                <a:lin ang="2700000" scaled="0"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1C60966F-B0FD-47FD-9E71-5354061DA268}"/>
                  </a:ext>
                </a:extLst>
              </p:cNvPr>
              <p:cNvGrpSpPr/>
              <p:nvPr/>
            </p:nvGrpSpPr>
            <p:grpSpPr>
              <a:xfrm>
                <a:off x="7156471" y="3943452"/>
                <a:ext cx="276116" cy="276116"/>
                <a:chOff x="8326439" y="1042988"/>
                <a:chExt cx="376238" cy="376238"/>
              </a:xfrm>
              <a:solidFill>
                <a:schemeClr val="bg1"/>
              </a:solidFill>
            </p:grpSpPr>
            <p:sp>
              <p:nvSpPr>
                <p:cNvPr id="61" name="Freeform 315">
                  <a:extLst>
                    <a:ext uri="{FF2B5EF4-FFF2-40B4-BE49-F238E27FC236}">
                      <a16:creationId xmlns:a16="http://schemas.microsoft.com/office/drawing/2014/main" id="{3ABAF7E4-4239-4134-80FA-AFFE88D5F25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326439" y="1042988"/>
                  <a:ext cx="376238" cy="376238"/>
                </a:xfrm>
                <a:custGeom>
                  <a:avLst/>
                  <a:gdLst>
                    <a:gd name="T0" fmla="*/ 53 w 712"/>
                    <a:gd name="T1" fmla="*/ 0 h 712"/>
                    <a:gd name="T2" fmla="*/ 36 w 712"/>
                    <a:gd name="T3" fmla="*/ 4 h 712"/>
                    <a:gd name="T4" fmla="*/ 22 w 712"/>
                    <a:gd name="T5" fmla="*/ 13 h 712"/>
                    <a:gd name="T6" fmla="*/ 10 w 712"/>
                    <a:gd name="T7" fmla="*/ 26 h 712"/>
                    <a:gd name="T8" fmla="*/ 4 w 712"/>
                    <a:gd name="T9" fmla="*/ 41 h 712"/>
                    <a:gd name="T10" fmla="*/ 0 w 712"/>
                    <a:gd name="T11" fmla="*/ 58 h 712"/>
                    <a:gd name="T12" fmla="*/ 1 w 712"/>
                    <a:gd name="T13" fmla="*/ 528 h 712"/>
                    <a:gd name="T14" fmla="*/ 8 w 712"/>
                    <a:gd name="T15" fmla="*/ 544 h 712"/>
                    <a:gd name="T16" fmla="*/ 17 w 712"/>
                    <a:gd name="T17" fmla="*/ 558 h 712"/>
                    <a:gd name="T18" fmla="*/ 31 w 712"/>
                    <a:gd name="T19" fmla="*/ 568 h 712"/>
                    <a:gd name="T20" fmla="*/ 48 w 712"/>
                    <a:gd name="T21" fmla="*/ 573 h 712"/>
                    <a:gd name="T22" fmla="*/ 304 w 712"/>
                    <a:gd name="T23" fmla="*/ 575 h 712"/>
                    <a:gd name="T24" fmla="*/ 301 w 712"/>
                    <a:gd name="T25" fmla="*/ 627 h 712"/>
                    <a:gd name="T26" fmla="*/ 290 w 712"/>
                    <a:gd name="T27" fmla="*/ 653 h 712"/>
                    <a:gd name="T28" fmla="*/ 270 w 712"/>
                    <a:gd name="T29" fmla="*/ 672 h 712"/>
                    <a:gd name="T30" fmla="*/ 127 w 712"/>
                    <a:gd name="T31" fmla="*/ 685 h 712"/>
                    <a:gd name="T32" fmla="*/ 118 w 712"/>
                    <a:gd name="T33" fmla="*/ 698 h 712"/>
                    <a:gd name="T34" fmla="*/ 127 w 712"/>
                    <a:gd name="T35" fmla="*/ 710 h 712"/>
                    <a:gd name="T36" fmla="*/ 584 w 712"/>
                    <a:gd name="T37" fmla="*/ 710 h 712"/>
                    <a:gd name="T38" fmla="*/ 593 w 712"/>
                    <a:gd name="T39" fmla="*/ 698 h 712"/>
                    <a:gd name="T40" fmla="*/ 584 w 712"/>
                    <a:gd name="T41" fmla="*/ 685 h 712"/>
                    <a:gd name="T42" fmla="*/ 442 w 712"/>
                    <a:gd name="T43" fmla="*/ 672 h 712"/>
                    <a:gd name="T44" fmla="*/ 422 w 712"/>
                    <a:gd name="T45" fmla="*/ 653 h 712"/>
                    <a:gd name="T46" fmla="*/ 410 w 712"/>
                    <a:gd name="T47" fmla="*/ 627 h 712"/>
                    <a:gd name="T48" fmla="*/ 408 w 712"/>
                    <a:gd name="T49" fmla="*/ 575 h 712"/>
                    <a:gd name="T50" fmla="*/ 664 w 712"/>
                    <a:gd name="T51" fmla="*/ 573 h 712"/>
                    <a:gd name="T52" fmla="*/ 681 w 712"/>
                    <a:gd name="T53" fmla="*/ 568 h 712"/>
                    <a:gd name="T54" fmla="*/ 694 w 712"/>
                    <a:gd name="T55" fmla="*/ 558 h 712"/>
                    <a:gd name="T56" fmla="*/ 704 w 712"/>
                    <a:gd name="T57" fmla="*/ 544 h 712"/>
                    <a:gd name="T58" fmla="*/ 711 w 712"/>
                    <a:gd name="T59" fmla="*/ 528 h 712"/>
                    <a:gd name="T60" fmla="*/ 712 w 712"/>
                    <a:gd name="T61" fmla="*/ 58 h 712"/>
                    <a:gd name="T62" fmla="*/ 708 w 712"/>
                    <a:gd name="T63" fmla="*/ 41 h 712"/>
                    <a:gd name="T64" fmla="*/ 701 w 712"/>
                    <a:gd name="T65" fmla="*/ 26 h 712"/>
                    <a:gd name="T66" fmla="*/ 690 w 712"/>
                    <a:gd name="T67" fmla="*/ 13 h 712"/>
                    <a:gd name="T68" fmla="*/ 675 w 712"/>
                    <a:gd name="T69" fmla="*/ 4 h 712"/>
                    <a:gd name="T70" fmla="*/ 659 w 712"/>
                    <a:gd name="T71" fmla="*/ 0 h 712"/>
                    <a:gd name="T72" fmla="*/ 300 w 712"/>
                    <a:gd name="T73" fmla="*/ 684 h 712"/>
                    <a:gd name="T74" fmla="*/ 319 w 712"/>
                    <a:gd name="T75" fmla="*/ 659 h 712"/>
                    <a:gd name="T76" fmla="*/ 330 w 712"/>
                    <a:gd name="T77" fmla="*/ 629 h 712"/>
                    <a:gd name="T78" fmla="*/ 331 w 712"/>
                    <a:gd name="T79" fmla="*/ 575 h 712"/>
                    <a:gd name="T80" fmla="*/ 381 w 712"/>
                    <a:gd name="T81" fmla="*/ 619 h 712"/>
                    <a:gd name="T82" fmla="*/ 389 w 712"/>
                    <a:gd name="T83" fmla="*/ 650 h 712"/>
                    <a:gd name="T84" fmla="*/ 405 w 712"/>
                    <a:gd name="T85" fmla="*/ 675 h 712"/>
                    <a:gd name="T86" fmla="*/ 683 w 712"/>
                    <a:gd name="T87" fmla="*/ 523 h 712"/>
                    <a:gd name="T88" fmla="*/ 674 w 712"/>
                    <a:gd name="T89" fmla="*/ 538 h 712"/>
                    <a:gd name="T90" fmla="*/ 659 w 712"/>
                    <a:gd name="T91" fmla="*/ 546 h 712"/>
                    <a:gd name="T92" fmla="*/ 53 w 712"/>
                    <a:gd name="T93" fmla="*/ 546 h 712"/>
                    <a:gd name="T94" fmla="*/ 37 w 712"/>
                    <a:gd name="T95" fmla="*/ 538 h 712"/>
                    <a:gd name="T96" fmla="*/ 29 w 712"/>
                    <a:gd name="T97" fmla="*/ 523 h 712"/>
                    <a:gd name="T98" fmla="*/ 29 w 712"/>
                    <a:gd name="T99" fmla="*/ 53 h 712"/>
                    <a:gd name="T100" fmla="*/ 37 w 712"/>
                    <a:gd name="T101" fmla="*/ 37 h 712"/>
                    <a:gd name="T102" fmla="*/ 53 w 712"/>
                    <a:gd name="T103" fmla="*/ 28 h 712"/>
                    <a:gd name="T104" fmla="*/ 659 w 712"/>
                    <a:gd name="T105" fmla="*/ 28 h 712"/>
                    <a:gd name="T106" fmla="*/ 674 w 712"/>
                    <a:gd name="T107" fmla="*/ 37 h 712"/>
                    <a:gd name="T108" fmla="*/ 683 w 712"/>
                    <a:gd name="T109" fmla="*/ 53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12" h="712">
                      <a:moveTo>
                        <a:pt x="653" y="0"/>
                      </a:moveTo>
                      <a:lnTo>
                        <a:pt x="59" y="0"/>
                      </a:lnTo>
                      <a:lnTo>
                        <a:pt x="53" y="0"/>
                      </a:lnTo>
                      <a:lnTo>
                        <a:pt x="48" y="1"/>
                      </a:lnTo>
                      <a:lnTo>
                        <a:pt x="41" y="2"/>
                      </a:lnTo>
                      <a:lnTo>
                        <a:pt x="36" y="4"/>
                      </a:lnTo>
                      <a:lnTo>
                        <a:pt x="31" y="8"/>
                      </a:lnTo>
                      <a:lnTo>
                        <a:pt x="26" y="10"/>
                      </a:lnTo>
                      <a:lnTo>
                        <a:pt x="22" y="13"/>
                      </a:lnTo>
                      <a:lnTo>
                        <a:pt x="17" y="17"/>
                      </a:lnTo>
                      <a:lnTo>
                        <a:pt x="14" y="21"/>
                      </a:lnTo>
                      <a:lnTo>
                        <a:pt x="10" y="26"/>
                      </a:lnTo>
                      <a:lnTo>
                        <a:pt x="8" y="30"/>
                      </a:lnTo>
                      <a:lnTo>
                        <a:pt x="5" y="35"/>
                      </a:lnTo>
                      <a:lnTo>
                        <a:pt x="4" y="41"/>
                      </a:lnTo>
                      <a:lnTo>
                        <a:pt x="1" y="46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516"/>
                      </a:lnTo>
                      <a:lnTo>
                        <a:pt x="0" y="523"/>
                      </a:lnTo>
                      <a:lnTo>
                        <a:pt x="1" y="528"/>
                      </a:lnTo>
                      <a:lnTo>
                        <a:pt x="4" y="534"/>
                      </a:lnTo>
                      <a:lnTo>
                        <a:pt x="5" y="539"/>
                      </a:lnTo>
                      <a:lnTo>
                        <a:pt x="8" y="544"/>
                      </a:lnTo>
                      <a:lnTo>
                        <a:pt x="10" y="550"/>
                      </a:lnTo>
                      <a:lnTo>
                        <a:pt x="14" y="554"/>
                      </a:lnTo>
                      <a:lnTo>
                        <a:pt x="17" y="558"/>
                      </a:lnTo>
                      <a:lnTo>
                        <a:pt x="22" y="561"/>
                      </a:lnTo>
                      <a:lnTo>
                        <a:pt x="26" y="565"/>
                      </a:lnTo>
                      <a:lnTo>
                        <a:pt x="31" y="568"/>
                      </a:lnTo>
                      <a:lnTo>
                        <a:pt x="36" y="570"/>
                      </a:lnTo>
                      <a:lnTo>
                        <a:pt x="41" y="572"/>
                      </a:lnTo>
                      <a:lnTo>
                        <a:pt x="48" y="573"/>
                      </a:lnTo>
                      <a:lnTo>
                        <a:pt x="53" y="574"/>
                      </a:lnTo>
                      <a:lnTo>
                        <a:pt x="59" y="575"/>
                      </a:lnTo>
                      <a:lnTo>
                        <a:pt x="304" y="575"/>
                      </a:lnTo>
                      <a:lnTo>
                        <a:pt x="304" y="609"/>
                      </a:lnTo>
                      <a:lnTo>
                        <a:pt x="303" y="618"/>
                      </a:lnTo>
                      <a:lnTo>
                        <a:pt x="301" y="627"/>
                      </a:lnTo>
                      <a:lnTo>
                        <a:pt x="299" y="637"/>
                      </a:lnTo>
                      <a:lnTo>
                        <a:pt x="294" y="645"/>
                      </a:lnTo>
                      <a:lnTo>
                        <a:pt x="290" y="653"/>
                      </a:lnTo>
                      <a:lnTo>
                        <a:pt x="284" y="660"/>
                      </a:lnTo>
                      <a:lnTo>
                        <a:pt x="277" y="667"/>
                      </a:lnTo>
                      <a:lnTo>
                        <a:pt x="270" y="672"/>
                      </a:lnTo>
                      <a:lnTo>
                        <a:pt x="252" y="684"/>
                      </a:lnTo>
                      <a:lnTo>
                        <a:pt x="132" y="684"/>
                      </a:lnTo>
                      <a:lnTo>
                        <a:pt x="127" y="685"/>
                      </a:lnTo>
                      <a:lnTo>
                        <a:pt x="123" y="687"/>
                      </a:lnTo>
                      <a:lnTo>
                        <a:pt x="119" y="692"/>
                      </a:lnTo>
                      <a:lnTo>
                        <a:pt x="118" y="698"/>
                      </a:lnTo>
                      <a:lnTo>
                        <a:pt x="119" y="703"/>
                      </a:lnTo>
                      <a:lnTo>
                        <a:pt x="123" y="707"/>
                      </a:lnTo>
                      <a:lnTo>
                        <a:pt x="127" y="710"/>
                      </a:lnTo>
                      <a:lnTo>
                        <a:pt x="132" y="712"/>
                      </a:lnTo>
                      <a:lnTo>
                        <a:pt x="579" y="712"/>
                      </a:lnTo>
                      <a:lnTo>
                        <a:pt x="584" y="710"/>
                      </a:lnTo>
                      <a:lnTo>
                        <a:pt x="589" y="707"/>
                      </a:lnTo>
                      <a:lnTo>
                        <a:pt x="591" y="703"/>
                      </a:lnTo>
                      <a:lnTo>
                        <a:pt x="593" y="698"/>
                      </a:lnTo>
                      <a:lnTo>
                        <a:pt x="591" y="692"/>
                      </a:lnTo>
                      <a:lnTo>
                        <a:pt x="589" y="687"/>
                      </a:lnTo>
                      <a:lnTo>
                        <a:pt x="584" y="685"/>
                      </a:lnTo>
                      <a:lnTo>
                        <a:pt x="579" y="684"/>
                      </a:lnTo>
                      <a:lnTo>
                        <a:pt x="460" y="684"/>
                      </a:lnTo>
                      <a:lnTo>
                        <a:pt x="442" y="672"/>
                      </a:lnTo>
                      <a:lnTo>
                        <a:pt x="435" y="667"/>
                      </a:lnTo>
                      <a:lnTo>
                        <a:pt x="428" y="660"/>
                      </a:lnTo>
                      <a:lnTo>
                        <a:pt x="422" y="653"/>
                      </a:lnTo>
                      <a:lnTo>
                        <a:pt x="418" y="645"/>
                      </a:lnTo>
                      <a:lnTo>
                        <a:pt x="413" y="637"/>
                      </a:lnTo>
                      <a:lnTo>
                        <a:pt x="410" y="627"/>
                      </a:lnTo>
                      <a:lnTo>
                        <a:pt x="409" y="618"/>
                      </a:lnTo>
                      <a:lnTo>
                        <a:pt x="408" y="609"/>
                      </a:lnTo>
                      <a:lnTo>
                        <a:pt x="408" y="575"/>
                      </a:lnTo>
                      <a:lnTo>
                        <a:pt x="653" y="575"/>
                      </a:lnTo>
                      <a:lnTo>
                        <a:pt x="659" y="574"/>
                      </a:lnTo>
                      <a:lnTo>
                        <a:pt x="664" y="573"/>
                      </a:lnTo>
                      <a:lnTo>
                        <a:pt x="670" y="572"/>
                      </a:lnTo>
                      <a:lnTo>
                        <a:pt x="675" y="570"/>
                      </a:lnTo>
                      <a:lnTo>
                        <a:pt x="681" y="568"/>
                      </a:lnTo>
                      <a:lnTo>
                        <a:pt x="686" y="565"/>
                      </a:lnTo>
                      <a:lnTo>
                        <a:pt x="690" y="561"/>
                      </a:lnTo>
                      <a:lnTo>
                        <a:pt x="694" y="558"/>
                      </a:lnTo>
                      <a:lnTo>
                        <a:pt x="698" y="554"/>
                      </a:lnTo>
                      <a:lnTo>
                        <a:pt x="701" y="550"/>
                      </a:lnTo>
                      <a:lnTo>
                        <a:pt x="704" y="544"/>
                      </a:lnTo>
                      <a:lnTo>
                        <a:pt x="706" y="539"/>
                      </a:lnTo>
                      <a:lnTo>
                        <a:pt x="708" y="534"/>
                      </a:lnTo>
                      <a:lnTo>
                        <a:pt x="711" y="528"/>
                      </a:lnTo>
                      <a:lnTo>
                        <a:pt x="711" y="523"/>
                      </a:lnTo>
                      <a:lnTo>
                        <a:pt x="712" y="516"/>
                      </a:lnTo>
                      <a:lnTo>
                        <a:pt x="712" y="58"/>
                      </a:lnTo>
                      <a:lnTo>
                        <a:pt x="711" y="53"/>
                      </a:lnTo>
                      <a:lnTo>
                        <a:pt x="711" y="46"/>
                      </a:lnTo>
                      <a:lnTo>
                        <a:pt x="708" y="41"/>
                      </a:lnTo>
                      <a:lnTo>
                        <a:pt x="706" y="35"/>
                      </a:lnTo>
                      <a:lnTo>
                        <a:pt x="704" y="30"/>
                      </a:lnTo>
                      <a:lnTo>
                        <a:pt x="701" y="26"/>
                      </a:lnTo>
                      <a:lnTo>
                        <a:pt x="698" y="21"/>
                      </a:lnTo>
                      <a:lnTo>
                        <a:pt x="694" y="17"/>
                      </a:lnTo>
                      <a:lnTo>
                        <a:pt x="690" y="13"/>
                      </a:lnTo>
                      <a:lnTo>
                        <a:pt x="686" y="10"/>
                      </a:lnTo>
                      <a:lnTo>
                        <a:pt x="681" y="8"/>
                      </a:lnTo>
                      <a:lnTo>
                        <a:pt x="675" y="4"/>
                      </a:lnTo>
                      <a:lnTo>
                        <a:pt x="670" y="2"/>
                      </a:lnTo>
                      <a:lnTo>
                        <a:pt x="664" y="1"/>
                      </a:lnTo>
                      <a:lnTo>
                        <a:pt x="659" y="0"/>
                      </a:lnTo>
                      <a:lnTo>
                        <a:pt x="653" y="0"/>
                      </a:lnTo>
                      <a:close/>
                      <a:moveTo>
                        <a:pt x="412" y="684"/>
                      </a:moveTo>
                      <a:lnTo>
                        <a:pt x="300" y="684"/>
                      </a:lnTo>
                      <a:lnTo>
                        <a:pt x="307" y="675"/>
                      </a:lnTo>
                      <a:lnTo>
                        <a:pt x="313" y="668"/>
                      </a:lnTo>
                      <a:lnTo>
                        <a:pt x="319" y="659"/>
                      </a:lnTo>
                      <a:lnTo>
                        <a:pt x="323" y="650"/>
                      </a:lnTo>
                      <a:lnTo>
                        <a:pt x="326" y="640"/>
                      </a:lnTo>
                      <a:lnTo>
                        <a:pt x="330" y="629"/>
                      </a:lnTo>
                      <a:lnTo>
                        <a:pt x="331" y="619"/>
                      </a:lnTo>
                      <a:lnTo>
                        <a:pt x="331" y="609"/>
                      </a:lnTo>
                      <a:lnTo>
                        <a:pt x="331" y="575"/>
                      </a:lnTo>
                      <a:lnTo>
                        <a:pt x="380" y="575"/>
                      </a:lnTo>
                      <a:lnTo>
                        <a:pt x="380" y="609"/>
                      </a:lnTo>
                      <a:lnTo>
                        <a:pt x="381" y="619"/>
                      </a:lnTo>
                      <a:lnTo>
                        <a:pt x="382" y="629"/>
                      </a:lnTo>
                      <a:lnTo>
                        <a:pt x="385" y="640"/>
                      </a:lnTo>
                      <a:lnTo>
                        <a:pt x="389" y="650"/>
                      </a:lnTo>
                      <a:lnTo>
                        <a:pt x="393" y="659"/>
                      </a:lnTo>
                      <a:lnTo>
                        <a:pt x="398" y="668"/>
                      </a:lnTo>
                      <a:lnTo>
                        <a:pt x="405" y="675"/>
                      </a:lnTo>
                      <a:lnTo>
                        <a:pt x="412" y="684"/>
                      </a:lnTo>
                      <a:close/>
                      <a:moveTo>
                        <a:pt x="684" y="516"/>
                      </a:moveTo>
                      <a:lnTo>
                        <a:pt x="683" y="523"/>
                      </a:lnTo>
                      <a:lnTo>
                        <a:pt x="682" y="528"/>
                      </a:lnTo>
                      <a:lnTo>
                        <a:pt x="678" y="534"/>
                      </a:lnTo>
                      <a:lnTo>
                        <a:pt x="674" y="538"/>
                      </a:lnTo>
                      <a:lnTo>
                        <a:pt x="670" y="542"/>
                      </a:lnTo>
                      <a:lnTo>
                        <a:pt x="664" y="544"/>
                      </a:lnTo>
                      <a:lnTo>
                        <a:pt x="659" y="546"/>
                      </a:lnTo>
                      <a:lnTo>
                        <a:pt x="653" y="548"/>
                      </a:lnTo>
                      <a:lnTo>
                        <a:pt x="59" y="548"/>
                      </a:lnTo>
                      <a:lnTo>
                        <a:pt x="53" y="546"/>
                      </a:lnTo>
                      <a:lnTo>
                        <a:pt x="46" y="544"/>
                      </a:lnTo>
                      <a:lnTo>
                        <a:pt x="42" y="542"/>
                      </a:lnTo>
                      <a:lnTo>
                        <a:pt x="37" y="538"/>
                      </a:lnTo>
                      <a:lnTo>
                        <a:pt x="34" y="534"/>
                      </a:lnTo>
                      <a:lnTo>
                        <a:pt x="30" y="528"/>
                      </a:lnTo>
                      <a:lnTo>
                        <a:pt x="29" y="523"/>
                      </a:lnTo>
                      <a:lnTo>
                        <a:pt x="28" y="516"/>
                      </a:lnTo>
                      <a:lnTo>
                        <a:pt x="28" y="58"/>
                      </a:lnTo>
                      <a:lnTo>
                        <a:pt x="29" y="53"/>
                      </a:lnTo>
                      <a:lnTo>
                        <a:pt x="30" y="46"/>
                      </a:lnTo>
                      <a:lnTo>
                        <a:pt x="34" y="41"/>
                      </a:lnTo>
                      <a:lnTo>
                        <a:pt x="37" y="37"/>
                      </a:lnTo>
                      <a:lnTo>
                        <a:pt x="42" y="33"/>
                      </a:lnTo>
                      <a:lnTo>
                        <a:pt x="46" y="30"/>
                      </a:lnTo>
                      <a:lnTo>
                        <a:pt x="53" y="28"/>
                      </a:lnTo>
                      <a:lnTo>
                        <a:pt x="59" y="28"/>
                      </a:lnTo>
                      <a:lnTo>
                        <a:pt x="653" y="28"/>
                      </a:lnTo>
                      <a:lnTo>
                        <a:pt x="659" y="28"/>
                      </a:lnTo>
                      <a:lnTo>
                        <a:pt x="664" y="30"/>
                      </a:lnTo>
                      <a:lnTo>
                        <a:pt x="670" y="33"/>
                      </a:lnTo>
                      <a:lnTo>
                        <a:pt x="674" y="37"/>
                      </a:lnTo>
                      <a:lnTo>
                        <a:pt x="678" y="41"/>
                      </a:lnTo>
                      <a:lnTo>
                        <a:pt x="682" y="46"/>
                      </a:lnTo>
                      <a:lnTo>
                        <a:pt x="683" y="53"/>
                      </a:lnTo>
                      <a:lnTo>
                        <a:pt x="684" y="58"/>
                      </a:lnTo>
                      <a:lnTo>
                        <a:pt x="684" y="51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2" name="Freeform 316">
                  <a:extLst>
                    <a:ext uri="{FF2B5EF4-FFF2-40B4-BE49-F238E27FC236}">
                      <a16:creationId xmlns:a16="http://schemas.microsoft.com/office/drawing/2014/main" id="{7BBDC8D7-2124-49F0-AE76-9405AA3C1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58189" y="1074738"/>
                  <a:ext cx="312738" cy="239713"/>
                </a:xfrm>
                <a:custGeom>
                  <a:avLst/>
                  <a:gdLst>
                    <a:gd name="T0" fmla="*/ 344 w 589"/>
                    <a:gd name="T1" fmla="*/ 0 h 453"/>
                    <a:gd name="T2" fmla="*/ 334 w 589"/>
                    <a:gd name="T3" fmla="*/ 4 h 453"/>
                    <a:gd name="T4" fmla="*/ 330 w 589"/>
                    <a:gd name="T5" fmla="*/ 14 h 453"/>
                    <a:gd name="T6" fmla="*/ 334 w 589"/>
                    <a:gd name="T7" fmla="*/ 24 h 453"/>
                    <a:gd name="T8" fmla="*/ 344 w 589"/>
                    <a:gd name="T9" fmla="*/ 28 h 453"/>
                    <a:gd name="T10" fmla="*/ 528 w 589"/>
                    <a:gd name="T11" fmla="*/ 29 h 453"/>
                    <a:gd name="T12" fmla="*/ 543 w 589"/>
                    <a:gd name="T13" fmla="*/ 35 h 453"/>
                    <a:gd name="T14" fmla="*/ 554 w 589"/>
                    <a:gd name="T15" fmla="*/ 46 h 453"/>
                    <a:gd name="T16" fmla="*/ 561 w 589"/>
                    <a:gd name="T17" fmla="*/ 61 h 453"/>
                    <a:gd name="T18" fmla="*/ 562 w 589"/>
                    <a:gd name="T19" fmla="*/ 383 h 453"/>
                    <a:gd name="T20" fmla="*/ 558 w 589"/>
                    <a:gd name="T21" fmla="*/ 400 h 453"/>
                    <a:gd name="T22" fmla="*/ 549 w 589"/>
                    <a:gd name="T23" fmla="*/ 412 h 453"/>
                    <a:gd name="T24" fmla="*/ 536 w 589"/>
                    <a:gd name="T25" fmla="*/ 422 h 453"/>
                    <a:gd name="T26" fmla="*/ 520 w 589"/>
                    <a:gd name="T27" fmla="*/ 425 h 453"/>
                    <a:gd name="T28" fmla="*/ 62 w 589"/>
                    <a:gd name="T29" fmla="*/ 424 h 453"/>
                    <a:gd name="T30" fmla="*/ 47 w 589"/>
                    <a:gd name="T31" fmla="*/ 418 h 453"/>
                    <a:gd name="T32" fmla="*/ 36 w 589"/>
                    <a:gd name="T33" fmla="*/ 407 h 453"/>
                    <a:gd name="T34" fmla="*/ 29 w 589"/>
                    <a:gd name="T35" fmla="*/ 392 h 453"/>
                    <a:gd name="T36" fmla="*/ 28 w 589"/>
                    <a:gd name="T37" fmla="*/ 70 h 453"/>
                    <a:gd name="T38" fmla="*/ 32 w 589"/>
                    <a:gd name="T39" fmla="*/ 54 h 453"/>
                    <a:gd name="T40" fmla="*/ 40 w 589"/>
                    <a:gd name="T41" fmla="*/ 40 h 453"/>
                    <a:gd name="T42" fmla="*/ 54 w 589"/>
                    <a:gd name="T43" fmla="*/ 31 h 453"/>
                    <a:gd name="T44" fmla="*/ 70 w 589"/>
                    <a:gd name="T45" fmla="*/ 28 h 453"/>
                    <a:gd name="T46" fmla="*/ 250 w 589"/>
                    <a:gd name="T47" fmla="*/ 27 h 453"/>
                    <a:gd name="T48" fmla="*/ 258 w 589"/>
                    <a:gd name="T49" fmla="*/ 20 h 453"/>
                    <a:gd name="T50" fmla="*/ 258 w 589"/>
                    <a:gd name="T51" fmla="*/ 9 h 453"/>
                    <a:gd name="T52" fmla="*/ 250 w 589"/>
                    <a:gd name="T53" fmla="*/ 1 h 453"/>
                    <a:gd name="T54" fmla="*/ 70 w 589"/>
                    <a:gd name="T55" fmla="*/ 0 h 453"/>
                    <a:gd name="T56" fmla="*/ 56 w 589"/>
                    <a:gd name="T57" fmla="*/ 1 h 453"/>
                    <a:gd name="T58" fmla="*/ 43 w 589"/>
                    <a:gd name="T59" fmla="*/ 6 h 453"/>
                    <a:gd name="T60" fmla="*/ 32 w 589"/>
                    <a:gd name="T61" fmla="*/ 12 h 453"/>
                    <a:gd name="T62" fmla="*/ 21 w 589"/>
                    <a:gd name="T63" fmla="*/ 21 h 453"/>
                    <a:gd name="T64" fmla="*/ 12 w 589"/>
                    <a:gd name="T65" fmla="*/ 30 h 453"/>
                    <a:gd name="T66" fmla="*/ 6 w 589"/>
                    <a:gd name="T67" fmla="*/ 42 h 453"/>
                    <a:gd name="T68" fmla="*/ 2 w 589"/>
                    <a:gd name="T69" fmla="*/ 56 h 453"/>
                    <a:gd name="T70" fmla="*/ 0 w 589"/>
                    <a:gd name="T71" fmla="*/ 70 h 453"/>
                    <a:gd name="T72" fmla="*/ 0 w 589"/>
                    <a:gd name="T73" fmla="*/ 391 h 453"/>
                    <a:gd name="T74" fmla="*/ 4 w 589"/>
                    <a:gd name="T75" fmla="*/ 404 h 453"/>
                    <a:gd name="T76" fmla="*/ 9 w 589"/>
                    <a:gd name="T77" fmla="*/ 417 h 453"/>
                    <a:gd name="T78" fmla="*/ 17 w 589"/>
                    <a:gd name="T79" fmla="*/ 427 h 453"/>
                    <a:gd name="T80" fmla="*/ 26 w 589"/>
                    <a:gd name="T81" fmla="*/ 437 h 453"/>
                    <a:gd name="T82" fmla="*/ 37 w 589"/>
                    <a:gd name="T83" fmla="*/ 445 h 453"/>
                    <a:gd name="T84" fmla="*/ 50 w 589"/>
                    <a:gd name="T85" fmla="*/ 450 h 453"/>
                    <a:gd name="T86" fmla="*/ 63 w 589"/>
                    <a:gd name="T87" fmla="*/ 452 h 453"/>
                    <a:gd name="T88" fmla="*/ 520 w 589"/>
                    <a:gd name="T89" fmla="*/ 453 h 453"/>
                    <a:gd name="T90" fmla="*/ 534 w 589"/>
                    <a:gd name="T91" fmla="*/ 451 h 453"/>
                    <a:gd name="T92" fmla="*/ 547 w 589"/>
                    <a:gd name="T93" fmla="*/ 448 h 453"/>
                    <a:gd name="T94" fmla="*/ 558 w 589"/>
                    <a:gd name="T95" fmla="*/ 441 h 453"/>
                    <a:gd name="T96" fmla="*/ 569 w 589"/>
                    <a:gd name="T97" fmla="*/ 433 h 453"/>
                    <a:gd name="T98" fmla="*/ 578 w 589"/>
                    <a:gd name="T99" fmla="*/ 422 h 453"/>
                    <a:gd name="T100" fmla="*/ 584 w 589"/>
                    <a:gd name="T101" fmla="*/ 410 h 453"/>
                    <a:gd name="T102" fmla="*/ 587 w 589"/>
                    <a:gd name="T103" fmla="*/ 397 h 453"/>
                    <a:gd name="T104" fmla="*/ 589 w 589"/>
                    <a:gd name="T105" fmla="*/ 383 h 453"/>
                    <a:gd name="T106" fmla="*/ 588 w 589"/>
                    <a:gd name="T107" fmla="*/ 62 h 453"/>
                    <a:gd name="T108" fmla="*/ 586 w 589"/>
                    <a:gd name="T109" fmla="*/ 49 h 453"/>
                    <a:gd name="T110" fmla="*/ 581 w 589"/>
                    <a:gd name="T111" fmla="*/ 37 h 453"/>
                    <a:gd name="T112" fmla="*/ 573 w 589"/>
                    <a:gd name="T113" fmla="*/ 25 h 453"/>
                    <a:gd name="T114" fmla="*/ 564 w 589"/>
                    <a:gd name="T115" fmla="*/ 16 h 453"/>
                    <a:gd name="T116" fmla="*/ 553 w 589"/>
                    <a:gd name="T117" fmla="*/ 9 h 453"/>
                    <a:gd name="T118" fmla="*/ 540 w 589"/>
                    <a:gd name="T119" fmla="*/ 3 h 453"/>
                    <a:gd name="T120" fmla="*/ 527 w 589"/>
                    <a:gd name="T121" fmla="*/ 0 h 4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9" h="453">
                      <a:moveTo>
                        <a:pt x="520" y="0"/>
                      </a:moveTo>
                      <a:lnTo>
                        <a:pt x="344" y="0"/>
                      </a:lnTo>
                      <a:lnTo>
                        <a:pt x="338" y="1"/>
                      </a:lnTo>
                      <a:lnTo>
                        <a:pt x="334" y="4"/>
                      </a:lnTo>
                      <a:lnTo>
                        <a:pt x="331" y="9"/>
                      </a:lnTo>
                      <a:lnTo>
                        <a:pt x="330" y="14"/>
                      </a:lnTo>
                      <a:lnTo>
                        <a:pt x="331" y="20"/>
                      </a:lnTo>
                      <a:lnTo>
                        <a:pt x="334" y="24"/>
                      </a:lnTo>
                      <a:lnTo>
                        <a:pt x="338" y="27"/>
                      </a:lnTo>
                      <a:lnTo>
                        <a:pt x="344" y="28"/>
                      </a:lnTo>
                      <a:lnTo>
                        <a:pt x="520" y="28"/>
                      </a:lnTo>
                      <a:lnTo>
                        <a:pt x="528" y="29"/>
                      </a:lnTo>
                      <a:lnTo>
                        <a:pt x="536" y="31"/>
                      </a:lnTo>
                      <a:lnTo>
                        <a:pt x="543" y="35"/>
                      </a:lnTo>
                      <a:lnTo>
                        <a:pt x="549" y="40"/>
                      </a:lnTo>
                      <a:lnTo>
                        <a:pt x="554" y="46"/>
                      </a:lnTo>
                      <a:lnTo>
                        <a:pt x="558" y="54"/>
                      </a:lnTo>
                      <a:lnTo>
                        <a:pt x="561" y="61"/>
                      </a:lnTo>
                      <a:lnTo>
                        <a:pt x="562" y="70"/>
                      </a:lnTo>
                      <a:lnTo>
                        <a:pt x="562" y="383"/>
                      </a:lnTo>
                      <a:lnTo>
                        <a:pt x="561" y="392"/>
                      </a:lnTo>
                      <a:lnTo>
                        <a:pt x="558" y="400"/>
                      </a:lnTo>
                      <a:lnTo>
                        <a:pt x="554" y="407"/>
                      </a:lnTo>
                      <a:lnTo>
                        <a:pt x="549" y="412"/>
                      </a:lnTo>
                      <a:lnTo>
                        <a:pt x="543" y="418"/>
                      </a:lnTo>
                      <a:lnTo>
                        <a:pt x="536" y="422"/>
                      </a:lnTo>
                      <a:lnTo>
                        <a:pt x="528" y="424"/>
                      </a:lnTo>
                      <a:lnTo>
                        <a:pt x="520" y="425"/>
                      </a:lnTo>
                      <a:lnTo>
                        <a:pt x="70" y="425"/>
                      </a:lnTo>
                      <a:lnTo>
                        <a:pt x="62" y="424"/>
                      </a:lnTo>
                      <a:lnTo>
                        <a:pt x="54" y="422"/>
                      </a:lnTo>
                      <a:lnTo>
                        <a:pt x="47" y="418"/>
                      </a:lnTo>
                      <a:lnTo>
                        <a:pt x="40" y="412"/>
                      </a:lnTo>
                      <a:lnTo>
                        <a:pt x="36" y="407"/>
                      </a:lnTo>
                      <a:lnTo>
                        <a:pt x="32" y="400"/>
                      </a:lnTo>
                      <a:lnTo>
                        <a:pt x="29" y="392"/>
                      </a:lnTo>
                      <a:lnTo>
                        <a:pt x="28" y="383"/>
                      </a:lnTo>
                      <a:lnTo>
                        <a:pt x="28" y="70"/>
                      </a:lnTo>
                      <a:lnTo>
                        <a:pt x="29" y="61"/>
                      </a:lnTo>
                      <a:lnTo>
                        <a:pt x="32" y="54"/>
                      </a:lnTo>
                      <a:lnTo>
                        <a:pt x="36" y="46"/>
                      </a:lnTo>
                      <a:lnTo>
                        <a:pt x="40" y="40"/>
                      </a:lnTo>
                      <a:lnTo>
                        <a:pt x="47" y="35"/>
                      </a:lnTo>
                      <a:lnTo>
                        <a:pt x="54" y="31"/>
                      </a:lnTo>
                      <a:lnTo>
                        <a:pt x="62" y="29"/>
                      </a:lnTo>
                      <a:lnTo>
                        <a:pt x="70" y="28"/>
                      </a:lnTo>
                      <a:lnTo>
                        <a:pt x="245" y="28"/>
                      </a:lnTo>
                      <a:lnTo>
                        <a:pt x="250" y="27"/>
                      </a:lnTo>
                      <a:lnTo>
                        <a:pt x="255" y="24"/>
                      </a:lnTo>
                      <a:lnTo>
                        <a:pt x="258" y="20"/>
                      </a:lnTo>
                      <a:lnTo>
                        <a:pt x="259" y="14"/>
                      </a:lnTo>
                      <a:lnTo>
                        <a:pt x="258" y="9"/>
                      </a:lnTo>
                      <a:lnTo>
                        <a:pt x="255" y="4"/>
                      </a:lnTo>
                      <a:lnTo>
                        <a:pt x="250" y="1"/>
                      </a:lnTo>
                      <a:lnTo>
                        <a:pt x="245" y="0"/>
                      </a:lnTo>
                      <a:lnTo>
                        <a:pt x="70" y="0"/>
                      </a:lnTo>
                      <a:lnTo>
                        <a:pt x="63" y="0"/>
                      </a:lnTo>
                      <a:lnTo>
                        <a:pt x="56" y="1"/>
                      </a:lnTo>
                      <a:lnTo>
                        <a:pt x="50" y="3"/>
                      </a:lnTo>
                      <a:lnTo>
                        <a:pt x="43" y="6"/>
                      </a:lnTo>
                      <a:lnTo>
                        <a:pt x="37" y="9"/>
                      </a:lnTo>
                      <a:lnTo>
                        <a:pt x="32" y="12"/>
                      </a:lnTo>
                      <a:lnTo>
                        <a:pt x="26" y="16"/>
                      </a:lnTo>
                      <a:lnTo>
                        <a:pt x="21" y="21"/>
                      </a:lnTo>
                      <a:lnTo>
                        <a:pt x="17" y="25"/>
                      </a:lnTo>
                      <a:lnTo>
                        <a:pt x="12" y="30"/>
                      </a:lnTo>
                      <a:lnTo>
                        <a:pt x="9" y="37"/>
                      </a:lnTo>
                      <a:lnTo>
                        <a:pt x="6" y="42"/>
                      </a:lnTo>
                      <a:lnTo>
                        <a:pt x="4" y="49"/>
                      </a:lnTo>
                      <a:lnTo>
                        <a:pt x="2" y="56"/>
                      </a:lnTo>
                      <a:lnTo>
                        <a:pt x="0" y="62"/>
                      </a:lnTo>
                      <a:lnTo>
                        <a:pt x="0" y="70"/>
                      </a:lnTo>
                      <a:lnTo>
                        <a:pt x="0" y="383"/>
                      </a:lnTo>
                      <a:lnTo>
                        <a:pt x="0" y="391"/>
                      </a:lnTo>
                      <a:lnTo>
                        <a:pt x="2" y="397"/>
                      </a:lnTo>
                      <a:lnTo>
                        <a:pt x="4" y="404"/>
                      </a:lnTo>
                      <a:lnTo>
                        <a:pt x="6" y="410"/>
                      </a:lnTo>
                      <a:lnTo>
                        <a:pt x="9" y="417"/>
                      </a:lnTo>
                      <a:lnTo>
                        <a:pt x="12" y="422"/>
                      </a:lnTo>
                      <a:lnTo>
                        <a:pt x="17" y="427"/>
                      </a:lnTo>
                      <a:lnTo>
                        <a:pt x="21" y="433"/>
                      </a:lnTo>
                      <a:lnTo>
                        <a:pt x="26" y="437"/>
                      </a:lnTo>
                      <a:lnTo>
                        <a:pt x="32" y="441"/>
                      </a:lnTo>
                      <a:lnTo>
                        <a:pt x="37" y="445"/>
                      </a:lnTo>
                      <a:lnTo>
                        <a:pt x="43" y="448"/>
                      </a:lnTo>
                      <a:lnTo>
                        <a:pt x="50" y="450"/>
                      </a:lnTo>
                      <a:lnTo>
                        <a:pt x="56" y="451"/>
                      </a:lnTo>
                      <a:lnTo>
                        <a:pt x="63" y="452"/>
                      </a:lnTo>
                      <a:lnTo>
                        <a:pt x="70" y="453"/>
                      </a:lnTo>
                      <a:lnTo>
                        <a:pt x="520" y="453"/>
                      </a:lnTo>
                      <a:lnTo>
                        <a:pt x="527" y="452"/>
                      </a:lnTo>
                      <a:lnTo>
                        <a:pt x="534" y="451"/>
                      </a:lnTo>
                      <a:lnTo>
                        <a:pt x="540" y="450"/>
                      </a:lnTo>
                      <a:lnTo>
                        <a:pt x="547" y="448"/>
                      </a:lnTo>
                      <a:lnTo>
                        <a:pt x="553" y="445"/>
                      </a:lnTo>
                      <a:lnTo>
                        <a:pt x="558" y="441"/>
                      </a:lnTo>
                      <a:lnTo>
                        <a:pt x="564" y="437"/>
                      </a:lnTo>
                      <a:lnTo>
                        <a:pt x="569" y="433"/>
                      </a:lnTo>
                      <a:lnTo>
                        <a:pt x="573" y="427"/>
                      </a:lnTo>
                      <a:lnTo>
                        <a:pt x="578" y="422"/>
                      </a:lnTo>
                      <a:lnTo>
                        <a:pt x="581" y="417"/>
                      </a:lnTo>
                      <a:lnTo>
                        <a:pt x="584" y="410"/>
                      </a:lnTo>
                      <a:lnTo>
                        <a:pt x="586" y="404"/>
                      </a:lnTo>
                      <a:lnTo>
                        <a:pt x="587" y="397"/>
                      </a:lnTo>
                      <a:lnTo>
                        <a:pt x="588" y="391"/>
                      </a:lnTo>
                      <a:lnTo>
                        <a:pt x="589" y="383"/>
                      </a:lnTo>
                      <a:lnTo>
                        <a:pt x="589" y="70"/>
                      </a:lnTo>
                      <a:lnTo>
                        <a:pt x="588" y="62"/>
                      </a:lnTo>
                      <a:lnTo>
                        <a:pt x="587" y="56"/>
                      </a:lnTo>
                      <a:lnTo>
                        <a:pt x="586" y="49"/>
                      </a:lnTo>
                      <a:lnTo>
                        <a:pt x="584" y="42"/>
                      </a:lnTo>
                      <a:lnTo>
                        <a:pt x="581" y="37"/>
                      </a:lnTo>
                      <a:lnTo>
                        <a:pt x="578" y="30"/>
                      </a:lnTo>
                      <a:lnTo>
                        <a:pt x="573" y="25"/>
                      </a:lnTo>
                      <a:lnTo>
                        <a:pt x="569" y="21"/>
                      </a:lnTo>
                      <a:lnTo>
                        <a:pt x="564" y="16"/>
                      </a:lnTo>
                      <a:lnTo>
                        <a:pt x="558" y="12"/>
                      </a:lnTo>
                      <a:lnTo>
                        <a:pt x="553" y="9"/>
                      </a:lnTo>
                      <a:lnTo>
                        <a:pt x="547" y="6"/>
                      </a:lnTo>
                      <a:lnTo>
                        <a:pt x="540" y="3"/>
                      </a:lnTo>
                      <a:lnTo>
                        <a:pt x="534" y="1"/>
                      </a:lnTo>
                      <a:lnTo>
                        <a:pt x="527" y="0"/>
                      </a:lnTo>
                      <a:lnTo>
                        <a:pt x="52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3" name="Freeform 317">
                  <a:extLst>
                    <a:ext uri="{FF2B5EF4-FFF2-40B4-BE49-F238E27FC236}">
                      <a16:creationId xmlns:a16="http://schemas.microsoft.com/office/drawing/2014/main" id="{AB0F921F-3168-453C-A96F-62BBF3B226E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474076" y="1143001"/>
                  <a:ext cx="92075" cy="98425"/>
                </a:xfrm>
                <a:custGeom>
                  <a:avLst/>
                  <a:gdLst>
                    <a:gd name="T0" fmla="*/ 64 w 172"/>
                    <a:gd name="T1" fmla="*/ 5 h 186"/>
                    <a:gd name="T2" fmla="*/ 53 w 172"/>
                    <a:gd name="T3" fmla="*/ 1 h 186"/>
                    <a:gd name="T4" fmla="*/ 42 w 172"/>
                    <a:gd name="T5" fmla="*/ 0 h 186"/>
                    <a:gd name="T6" fmla="*/ 31 w 172"/>
                    <a:gd name="T7" fmla="*/ 1 h 186"/>
                    <a:gd name="T8" fmla="*/ 22 w 172"/>
                    <a:gd name="T9" fmla="*/ 5 h 186"/>
                    <a:gd name="T10" fmla="*/ 12 w 172"/>
                    <a:gd name="T11" fmla="*/ 13 h 186"/>
                    <a:gd name="T12" fmla="*/ 6 w 172"/>
                    <a:gd name="T13" fmla="*/ 21 h 186"/>
                    <a:gd name="T14" fmla="*/ 1 w 172"/>
                    <a:gd name="T15" fmla="*/ 31 h 186"/>
                    <a:gd name="T16" fmla="*/ 0 w 172"/>
                    <a:gd name="T17" fmla="*/ 42 h 186"/>
                    <a:gd name="T18" fmla="*/ 0 w 172"/>
                    <a:gd name="T19" fmla="*/ 149 h 186"/>
                    <a:gd name="T20" fmla="*/ 4 w 172"/>
                    <a:gd name="T21" fmla="*/ 160 h 186"/>
                    <a:gd name="T22" fmla="*/ 9 w 172"/>
                    <a:gd name="T23" fmla="*/ 169 h 186"/>
                    <a:gd name="T24" fmla="*/ 16 w 172"/>
                    <a:gd name="T25" fmla="*/ 177 h 186"/>
                    <a:gd name="T26" fmla="*/ 26 w 172"/>
                    <a:gd name="T27" fmla="*/ 182 h 186"/>
                    <a:gd name="T28" fmla="*/ 37 w 172"/>
                    <a:gd name="T29" fmla="*/ 186 h 186"/>
                    <a:gd name="T30" fmla="*/ 48 w 172"/>
                    <a:gd name="T31" fmla="*/ 186 h 186"/>
                    <a:gd name="T32" fmla="*/ 58 w 172"/>
                    <a:gd name="T33" fmla="*/ 182 h 186"/>
                    <a:gd name="T34" fmla="*/ 152 w 172"/>
                    <a:gd name="T35" fmla="*/ 130 h 186"/>
                    <a:gd name="T36" fmla="*/ 160 w 172"/>
                    <a:gd name="T37" fmla="*/ 122 h 186"/>
                    <a:gd name="T38" fmla="*/ 167 w 172"/>
                    <a:gd name="T39" fmla="*/ 114 h 186"/>
                    <a:gd name="T40" fmla="*/ 171 w 172"/>
                    <a:gd name="T41" fmla="*/ 104 h 186"/>
                    <a:gd name="T42" fmla="*/ 172 w 172"/>
                    <a:gd name="T43" fmla="*/ 93 h 186"/>
                    <a:gd name="T44" fmla="*/ 171 w 172"/>
                    <a:gd name="T45" fmla="*/ 81 h 186"/>
                    <a:gd name="T46" fmla="*/ 167 w 172"/>
                    <a:gd name="T47" fmla="*/ 72 h 186"/>
                    <a:gd name="T48" fmla="*/ 160 w 172"/>
                    <a:gd name="T49" fmla="*/ 63 h 186"/>
                    <a:gd name="T50" fmla="*/ 152 w 172"/>
                    <a:gd name="T51" fmla="*/ 57 h 186"/>
                    <a:gd name="T52" fmla="*/ 50 w 172"/>
                    <a:gd name="T53" fmla="*/ 157 h 186"/>
                    <a:gd name="T54" fmla="*/ 41 w 172"/>
                    <a:gd name="T55" fmla="*/ 158 h 186"/>
                    <a:gd name="T56" fmla="*/ 36 w 172"/>
                    <a:gd name="T57" fmla="*/ 157 h 186"/>
                    <a:gd name="T58" fmla="*/ 30 w 172"/>
                    <a:gd name="T59" fmla="*/ 152 h 186"/>
                    <a:gd name="T60" fmla="*/ 28 w 172"/>
                    <a:gd name="T61" fmla="*/ 144 h 186"/>
                    <a:gd name="T62" fmla="*/ 29 w 172"/>
                    <a:gd name="T63" fmla="*/ 37 h 186"/>
                    <a:gd name="T64" fmla="*/ 34 w 172"/>
                    <a:gd name="T65" fmla="*/ 31 h 186"/>
                    <a:gd name="T66" fmla="*/ 38 w 172"/>
                    <a:gd name="T67" fmla="*/ 29 h 186"/>
                    <a:gd name="T68" fmla="*/ 45 w 172"/>
                    <a:gd name="T69" fmla="*/ 28 h 186"/>
                    <a:gd name="T70" fmla="*/ 138 w 172"/>
                    <a:gd name="T71" fmla="*/ 80 h 186"/>
                    <a:gd name="T72" fmla="*/ 143 w 172"/>
                    <a:gd name="T73" fmla="*/ 87 h 186"/>
                    <a:gd name="T74" fmla="*/ 144 w 172"/>
                    <a:gd name="T75" fmla="*/ 93 h 186"/>
                    <a:gd name="T76" fmla="*/ 143 w 172"/>
                    <a:gd name="T77" fmla="*/ 99 h 186"/>
                    <a:gd name="T78" fmla="*/ 138 w 172"/>
                    <a:gd name="T79" fmla="*/ 10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72" h="186">
                      <a:moveTo>
                        <a:pt x="152" y="57"/>
                      </a:moveTo>
                      <a:lnTo>
                        <a:pt x="64" y="5"/>
                      </a:lnTo>
                      <a:lnTo>
                        <a:pt x="58" y="3"/>
                      </a:lnTo>
                      <a:lnTo>
                        <a:pt x="53" y="1"/>
                      </a:lnTo>
                      <a:lnTo>
                        <a:pt x="48" y="0"/>
                      </a:lnTo>
                      <a:lnTo>
                        <a:pt x="42" y="0"/>
                      </a:lnTo>
                      <a:lnTo>
                        <a:pt x="37" y="0"/>
                      </a:lnTo>
                      <a:lnTo>
                        <a:pt x="31" y="1"/>
                      </a:lnTo>
                      <a:lnTo>
                        <a:pt x="26" y="3"/>
                      </a:lnTo>
                      <a:lnTo>
                        <a:pt x="22" y="5"/>
                      </a:lnTo>
                      <a:lnTo>
                        <a:pt x="16" y="8"/>
                      </a:lnTo>
                      <a:lnTo>
                        <a:pt x="12" y="13"/>
                      </a:lnTo>
                      <a:lnTo>
                        <a:pt x="9" y="17"/>
                      </a:lnTo>
                      <a:lnTo>
                        <a:pt x="6" y="21"/>
                      </a:lnTo>
                      <a:lnTo>
                        <a:pt x="4" y="26"/>
                      </a:lnTo>
                      <a:lnTo>
                        <a:pt x="1" y="31"/>
                      </a:lnTo>
                      <a:lnTo>
                        <a:pt x="0" y="36"/>
                      </a:lnTo>
                      <a:lnTo>
                        <a:pt x="0" y="42"/>
                      </a:lnTo>
                      <a:lnTo>
                        <a:pt x="0" y="144"/>
                      </a:lnTo>
                      <a:lnTo>
                        <a:pt x="0" y="149"/>
                      </a:lnTo>
                      <a:lnTo>
                        <a:pt x="1" y="154"/>
                      </a:lnTo>
                      <a:lnTo>
                        <a:pt x="4" y="160"/>
                      </a:lnTo>
                      <a:lnTo>
                        <a:pt x="6" y="165"/>
                      </a:lnTo>
                      <a:lnTo>
                        <a:pt x="9" y="169"/>
                      </a:lnTo>
                      <a:lnTo>
                        <a:pt x="12" y="174"/>
                      </a:lnTo>
                      <a:lnTo>
                        <a:pt x="16" y="177"/>
                      </a:lnTo>
                      <a:lnTo>
                        <a:pt x="22" y="180"/>
                      </a:lnTo>
                      <a:lnTo>
                        <a:pt x="26" y="182"/>
                      </a:lnTo>
                      <a:lnTo>
                        <a:pt x="31" y="185"/>
                      </a:lnTo>
                      <a:lnTo>
                        <a:pt x="37" y="186"/>
                      </a:lnTo>
                      <a:lnTo>
                        <a:pt x="42" y="186"/>
                      </a:lnTo>
                      <a:lnTo>
                        <a:pt x="48" y="186"/>
                      </a:lnTo>
                      <a:lnTo>
                        <a:pt x="53" y="185"/>
                      </a:lnTo>
                      <a:lnTo>
                        <a:pt x="58" y="182"/>
                      </a:lnTo>
                      <a:lnTo>
                        <a:pt x="64" y="180"/>
                      </a:lnTo>
                      <a:lnTo>
                        <a:pt x="152" y="130"/>
                      </a:lnTo>
                      <a:lnTo>
                        <a:pt x="156" y="127"/>
                      </a:lnTo>
                      <a:lnTo>
                        <a:pt x="160" y="122"/>
                      </a:lnTo>
                      <a:lnTo>
                        <a:pt x="163" y="119"/>
                      </a:lnTo>
                      <a:lnTo>
                        <a:pt x="167" y="114"/>
                      </a:lnTo>
                      <a:lnTo>
                        <a:pt x="169" y="109"/>
                      </a:lnTo>
                      <a:lnTo>
                        <a:pt x="171" y="104"/>
                      </a:lnTo>
                      <a:lnTo>
                        <a:pt x="172" y="99"/>
                      </a:lnTo>
                      <a:lnTo>
                        <a:pt x="172" y="93"/>
                      </a:lnTo>
                      <a:lnTo>
                        <a:pt x="172" y="87"/>
                      </a:lnTo>
                      <a:lnTo>
                        <a:pt x="171" y="81"/>
                      </a:lnTo>
                      <a:lnTo>
                        <a:pt x="169" y="77"/>
                      </a:lnTo>
                      <a:lnTo>
                        <a:pt x="167" y="72"/>
                      </a:lnTo>
                      <a:lnTo>
                        <a:pt x="163" y="68"/>
                      </a:lnTo>
                      <a:lnTo>
                        <a:pt x="160" y="63"/>
                      </a:lnTo>
                      <a:lnTo>
                        <a:pt x="156" y="60"/>
                      </a:lnTo>
                      <a:lnTo>
                        <a:pt x="152" y="57"/>
                      </a:lnTo>
                      <a:close/>
                      <a:moveTo>
                        <a:pt x="138" y="105"/>
                      </a:moveTo>
                      <a:lnTo>
                        <a:pt x="50" y="157"/>
                      </a:lnTo>
                      <a:lnTo>
                        <a:pt x="45" y="158"/>
                      </a:lnTo>
                      <a:lnTo>
                        <a:pt x="41" y="158"/>
                      </a:lnTo>
                      <a:lnTo>
                        <a:pt x="38" y="158"/>
                      </a:lnTo>
                      <a:lnTo>
                        <a:pt x="36" y="157"/>
                      </a:lnTo>
                      <a:lnTo>
                        <a:pt x="34" y="154"/>
                      </a:lnTo>
                      <a:lnTo>
                        <a:pt x="30" y="152"/>
                      </a:lnTo>
                      <a:lnTo>
                        <a:pt x="29" y="149"/>
                      </a:lnTo>
                      <a:lnTo>
                        <a:pt x="28" y="144"/>
                      </a:lnTo>
                      <a:lnTo>
                        <a:pt x="28" y="42"/>
                      </a:lnTo>
                      <a:lnTo>
                        <a:pt x="29" y="37"/>
                      </a:lnTo>
                      <a:lnTo>
                        <a:pt x="30" y="33"/>
                      </a:lnTo>
                      <a:lnTo>
                        <a:pt x="34" y="31"/>
                      </a:lnTo>
                      <a:lnTo>
                        <a:pt x="36" y="30"/>
                      </a:lnTo>
                      <a:lnTo>
                        <a:pt x="38" y="29"/>
                      </a:lnTo>
                      <a:lnTo>
                        <a:pt x="42" y="28"/>
                      </a:lnTo>
                      <a:lnTo>
                        <a:pt x="45" y="28"/>
                      </a:lnTo>
                      <a:lnTo>
                        <a:pt x="50" y="30"/>
                      </a:lnTo>
                      <a:lnTo>
                        <a:pt x="138" y="80"/>
                      </a:lnTo>
                      <a:lnTo>
                        <a:pt x="141" y="84"/>
                      </a:lnTo>
                      <a:lnTo>
                        <a:pt x="143" y="87"/>
                      </a:lnTo>
                      <a:lnTo>
                        <a:pt x="144" y="90"/>
                      </a:lnTo>
                      <a:lnTo>
                        <a:pt x="144" y="93"/>
                      </a:lnTo>
                      <a:lnTo>
                        <a:pt x="144" y="95"/>
                      </a:lnTo>
                      <a:lnTo>
                        <a:pt x="143" y="99"/>
                      </a:lnTo>
                      <a:lnTo>
                        <a:pt x="141" y="102"/>
                      </a:lnTo>
                      <a:lnTo>
                        <a:pt x="138" y="10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4" name="Freeform 318">
                  <a:extLst>
                    <a:ext uri="{FF2B5EF4-FFF2-40B4-BE49-F238E27FC236}">
                      <a16:creationId xmlns:a16="http://schemas.microsoft.com/office/drawing/2014/main" id="{34645287-20C4-4BE6-8AF7-CE120C9B3B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394701" y="1246188"/>
                  <a:ext cx="239713" cy="44450"/>
                </a:xfrm>
                <a:custGeom>
                  <a:avLst/>
                  <a:gdLst>
                    <a:gd name="T0" fmla="*/ 438 w 452"/>
                    <a:gd name="T1" fmla="*/ 28 h 84"/>
                    <a:gd name="T2" fmla="*/ 81 w 452"/>
                    <a:gd name="T3" fmla="*/ 28 h 84"/>
                    <a:gd name="T4" fmla="*/ 78 w 452"/>
                    <a:gd name="T5" fmla="*/ 23 h 84"/>
                    <a:gd name="T6" fmla="*/ 74 w 452"/>
                    <a:gd name="T7" fmla="*/ 18 h 84"/>
                    <a:gd name="T8" fmla="*/ 70 w 452"/>
                    <a:gd name="T9" fmla="*/ 12 h 84"/>
                    <a:gd name="T10" fmla="*/ 66 w 452"/>
                    <a:gd name="T11" fmla="*/ 9 h 84"/>
                    <a:gd name="T12" fmla="*/ 60 w 452"/>
                    <a:gd name="T13" fmla="*/ 6 h 84"/>
                    <a:gd name="T14" fmla="*/ 54 w 452"/>
                    <a:gd name="T15" fmla="*/ 2 h 84"/>
                    <a:gd name="T16" fmla="*/ 48 w 452"/>
                    <a:gd name="T17" fmla="*/ 1 h 84"/>
                    <a:gd name="T18" fmla="*/ 41 w 452"/>
                    <a:gd name="T19" fmla="*/ 0 h 84"/>
                    <a:gd name="T20" fmla="*/ 33 w 452"/>
                    <a:gd name="T21" fmla="*/ 1 h 84"/>
                    <a:gd name="T22" fmla="*/ 25 w 452"/>
                    <a:gd name="T23" fmla="*/ 4 h 84"/>
                    <a:gd name="T24" fmla="*/ 18 w 452"/>
                    <a:gd name="T25" fmla="*/ 8 h 84"/>
                    <a:gd name="T26" fmla="*/ 12 w 452"/>
                    <a:gd name="T27" fmla="*/ 13 h 84"/>
                    <a:gd name="T28" fmla="*/ 7 w 452"/>
                    <a:gd name="T29" fmla="*/ 20 h 84"/>
                    <a:gd name="T30" fmla="*/ 3 w 452"/>
                    <a:gd name="T31" fmla="*/ 26 h 84"/>
                    <a:gd name="T32" fmla="*/ 0 w 452"/>
                    <a:gd name="T33" fmla="*/ 34 h 84"/>
                    <a:gd name="T34" fmla="*/ 0 w 452"/>
                    <a:gd name="T35" fmla="*/ 42 h 84"/>
                    <a:gd name="T36" fmla="*/ 0 w 452"/>
                    <a:gd name="T37" fmla="*/ 51 h 84"/>
                    <a:gd name="T38" fmla="*/ 3 w 452"/>
                    <a:gd name="T39" fmla="*/ 58 h 84"/>
                    <a:gd name="T40" fmla="*/ 7 w 452"/>
                    <a:gd name="T41" fmla="*/ 66 h 84"/>
                    <a:gd name="T42" fmla="*/ 12 w 452"/>
                    <a:gd name="T43" fmla="*/ 72 h 84"/>
                    <a:gd name="T44" fmla="*/ 18 w 452"/>
                    <a:gd name="T45" fmla="*/ 77 h 84"/>
                    <a:gd name="T46" fmla="*/ 25 w 452"/>
                    <a:gd name="T47" fmla="*/ 81 h 84"/>
                    <a:gd name="T48" fmla="*/ 33 w 452"/>
                    <a:gd name="T49" fmla="*/ 83 h 84"/>
                    <a:gd name="T50" fmla="*/ 41 w 452"/>
                    <a:gd name="T51" fmla="*/ 84 h 84"/>
                    <a:gd name="T52" fmla="*/ 48 w 452"/>
                    <a:gd name="T53" fmla="*/ 84 h 84"/>
                    <a:gd name="T54" fmla="*/ 54 w 452"/>
                    <a:gd name="T55" fmla="*/ 82 h 84"/>
                    <a:gd name="T56" fmla="*/ 60 w 452"/>
                    <a:gd name="T57" fmla="*/ 80 h 84"/>
                    <a:gd name="T58" fmla="*/ 66 w 452"/>
                    <a:gd name="T59" fmla="*/ 77 h 84"/>
                    <a:gd name="T60" fmla="*/ 70 w 452"/>
                    <a:gd name="T61" fmla="*/ 72 h 84"/>
                    <a:gd name="T62" fmla="*/ 74 w 452"/>
                    <a:gd name="T63" fmla="*/ 68 h 84"/>
                    <a:gd name="T64" fmla="*/ 78 w 452"/>
                    <a:gd name="T65" fmla="*/ 63 h 84"/>
                    <a:gd name="T66" fmla="*/ 81 w 452"/>
                    <a:gd name="T67" fmla="*/ 56 h 84"/>
                    <a:gd name="T68" fmla="*/ 438 w 452"/>
                    <a:gd name="T69" fmla="*/ 56 h 84"/>
                    <a:gd name="T70" fmla="*/ 443 w 452"/>
                    <a:gd name="T71" fmla="*/ 55 h 84"/>
                    <a:gd name="T72" fmla="*/ 447 w 452"/>
                    <a:gd name="T73" fmla="*/ 52 h 84"/>
                    <a:gd name="T74" fmla="*/ 451 w 452"/>
                    <a:gd name="T75" fmla="*/ 48 h 84"/>
                    <a:gd name="T76" fmla="*/ 452 w 452"/>
                    <a:gd name="T77" fmla="*/ 42 h 84"/>
                    <a:gd name="T78" fmla="*/ 451 w 452"/>
                    <a:gd name="T79" fmla="*/ 37 h 84"/>
                    <a:gd name="T80" fmla="*/ 447 w 452"/>
                    <a:gd name="T81" fmla="*/ 33 h 84"/>
                    <a:gd name="T82" fmla="*/ 443 w 452"/>
                    <a:gd name="T83" fmla="*/ 29 h 84"/>
                    <a:gd name="T84" fmla="*/ 438 w 452"/>
                    <a:gd name="T85" fmla="*/ 28 h 84"/>
                    <a:gd name="T86" fmla="*/ 41 w 452"/>
                    <a:gd name="T87" fmla="*/ 56 h 84"/>
                    <a:gd name="T88" fmla="*/ 35 w 452"/>
                    <a:gd name="T89" fmla="*/ 55 h 84"/>
                    <a:gd name="T90" fmla="*/ 31 w 452"/>
                    <a:gd name="T91" fmla="*/ 52 h 84"/>
                    <a:gd name="T92" fmla="*/ 28 w 452"/>
                    <a:gd name="T93" fmla="*/ 48 h 84"/>
                    <a:gd name="T94" fmla="*/ 27 w 452"/>
                    <a:gd name="T95" fmla="*/ 42 h 84"/>
                    <a:gd name="T96" fmla="*/ 28 w 452"/>
                    <a:gd name="T97" fmla="*/ 37 h 84"/>
                    <a:gd name="T98" fmla="*/ 31 w 452"/>
                    <a:gd name="T99" fmla="*/ 33 h 84"/>
                    <a:gd name="T100" fmla="*/ 35 w 452"/>
                    <a:gd name="T101" fmla="*/ 29 h 84"/>
                    <a:gd name="T102" fmla="*/ 41 w 452"/>
                    <a:gd name="T103" fmla="*/ 28 h 84"/>
                    <a:gd name="T104" fmla="*/ 46 w 452"/>
                    <a:gd name="T105" fmla="*/ 29 h 84"/>
                    <a:gd name="T106" fmla="*/ 52 w 452"/>
                    <a:gd name="T107" fmla="*/ 33 h 84"/>
                    <a:gd name="T108" fmla="*/ 54 w 452"/>
                    <a:gd name="T109" fmla="*/ 37 h 84"/>
                    <a:gd name="T110" fmla="*/ 55 w 452"/>
                    <a:gd name="T111" fmla="*/ 42 h 84"/>
                    <a:gd name="T112" fmla="*/ 54 w 452"/>
                    <a:gd name="T113" fmla="*/ 48 h 84"/>
                    <a:gd name="T114" fmla="*/ 52 w 452"/>
                    <a:gd name="T115" fmla="*/ 52 h 84"/>
                    <a:gd name="T116" fmla="*/ 46 w 452"/>
                    <a:gd name="T117" fmla="*/ 55 h 84"/>
                    <a:gd name="T118" fmla="*/ 41 w 452"/>
                    <a:gd name="T119" fmla="*/ 56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52" h="84">
                      <a:moveTo>
                        <a:pt x="438" y="28"/>
                      </a:moveTo>
                      <a:lnTo>
                        <a:pt x="81" y="28"/>
                      </a:lnTo>
                      <a:lnTo>
                        <a:pt x="78" y="23"/>
                      </a:lnTo>
                      <a:lnTo>
                        <a:pt x="74" y="18"/>
                      </a:lnTo>
                      <a:lnTo>
                        <a:pt x="70" y="12"/>
                      </a:lnTo>
                      <a:lnTo>
                        <a:pt x="66" y="9"/>
                      </a:lnTo>
                      <a:lnTo>
                        <a:pt x="60" y="6"/>
                      </a:lnTo>
                      <a:lnTo>
                        <a:pt x="54" y="2"/>
                      </a:lnTo>
                      <a:lnTo>
                        <a:pt x="48" y="1"/>
                      </a:lnTo>
                      <a:lnTo>
                        <a:pt x="41" y="0"/>
                      </a:lnTo>
                      <a:lnTo>
                        <a:pt x="33" y="1"/>
                      </a:lnTo>
                      <a:lnTo>
                        <a:pt x="25" y="4"/>
                      </a:lnTo>
                      <a:lnTo>
                        <a:pt x="18" y="8"/>
                      </a:lnTo>
                      <a:lnTo>
                        <a:pt x="12" y="13"/>
                      </a:lnTo>
                      <a:lnTo>
                        <a:pt x="7" y="20"/>
                      </a:lnTo>
                      <a:lnTo>
                        <a:pt x="3" y="26"/>
                      </a:lnTo>
                      <a:lnTo>
                        <a:pt x="0" y="34"/>
                      </a:lnTo>
                      <a:lnTo>
                        <a:pt x="0" y="42"/>
                      </a:lnTo>
                      <a:lnTo>
                        <a:pt x="0" y="51"/>
                      </a:lnTo>
                      <a:lnTo>
                        <a:pt x="3" y="58"/>
                      </a:lnTo>
                      <a:lnTo>
                        <a:pt x="7" y="66"/>
                      </a:lnTo>
                      <a:lnTo>
                        <a:pt x="12" y="72"/>
                      </a:lnTo>
                      <a:lnTo>
                        <a:pt x="18" y="77"/>
                      </a:lnTo>
                      <a:lnTo>
                        <a:pt x="25" y="81"/>
                      </a:lnTo>
                      <a:lnTo>
                        <a:pt x="33" y="83"/>
                      </a:lnTo>
                      <a:lnTo>
                        <a:pt x="41" y="84"/>
                      </a:lnTo>
                      <a:lnTo>
                        <a:pt x="48" y="84"/>
                      </a:lnTo>
                      <a:lnTo>
                        <a:pt x="54" y="82"/>
                      </a:lnTo>
                      <a:lnTo>
                        <a:pt x="60" y="80"/>
                      </a:lnTo>
                      <a:lnTo>
                        <a:pt x="66" y="77"/>
                      </a:lnTo>
                      <a:lnTo>
                        <a:pt x="70" y="72"/>
                      </a:lnTo>
                      <a:lnTo>
                        <a:pt x="74" y="68"/>
                      </a:lnTo>
                      <a:lnTo>
                        <a:pt x="78" y="63"/>
                      </a:lnTo>
                      <a:lnTo>
                        <a:pt x="81" y="56"/>
                      </a:lnTo>
                      <a:lnTo>
                        <a:pt x="438" y="56"/>
                      </a:lnTo>
                      <a:lnTo>
                        <a:pt x="443" y="55"/>
                      </a:lnTo>
                      <a:lnTo>
                        <a:pt x="447" y="52"/>
                      </a:lnTo>
                      <a:lnTo>
                        <a:pt x="451" y="48"/>
                      </a:lnTo>
                      <a:lnTo>
                        <a:pt x="452" y="42"/>
                      </a:lnTo>
                      <a:lnTo>
                        <a:pt x="451" y="37"/>
                      </a:lnTo>
                      <a:lnTo>
                        <a:pt x="447" y="33"/>
                      </a:lnTo>
                      <a:lnTo>
                        <a:pt x="443" y="29"/>
                      </a:lnTo>
                      <a:lnTo>
                        <a:pt x="438" y="28"/>
                      </a:lnTo>
                      <a:close/>
                      <a:moveTo>
                        <a:pt x="41" y="56"/>
                      </a:moveTo>
                      <a:lnTo>
                        <a:pt x="35" y="55"/>
                      </a:lnTo>
                      <a:lnTo>
                        <a:pt x="31" y="52"/>
                      </a:lnTo>
                      <a:lnTo>
                        <a:pt x="28" y="48"/>
                      </a:lnTo>
                      <a:lnTo>
                        <a:pt x="27" y="42"/>
                      </a:lnTo>
                      <a:lnTo>
                        <a:pt x="28" y="37"/>
                      </a:lnTo>
                      <a:lnTo>
                        <a:pt x="31" y="33"/>
                      </a:lnTo>
                      <a:lnTo>
                        <a:pt x="35" y="29"/>
                      </a:lnTo>
                      <a:lnTo>
                        <a:pt x="41" y="28"/>
                      </a:lnTo>
                      <a:lnTo>
                        <a:pt x="46" y="29"/>
                      </a:lnTo>
                      <a:lnTo>
                        <a:pt x="52" y="33"/>
                      </a:lnTo>
                      <a:lnTo>
                        <a:pt x="54" y="37"/>
                      </a:lnTo>
                      <a:lnTo>
                        <a:pt x="55" y="42"/>
                      </a:lnTo>
                      <a:lnTo>
                        <a:pt x="54" y="48"/>
                      </a:lnTo>
                      <a:lnTo>
                        <a:pt x="52" y="52"/>
                      </a:lnTo>
                      <a:lnTo>
                        <a:pt x="46" y="55"/>
                      </a:lnTo>
                      <a:lnTo>
                        <a:pt x="41" y="5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5" name="Freeform 319">
                  <a:extLst>
                    <a:ext uri="{FF2B5EF4-FFF2-40B4-BE49-F238E27FC236}">
                      <a16:creationId xmlns:a16="http://schemas.microsoft.com/office/drawing/2014/main" id="{259D09C1-0C96-4F19-A147-0CAF5B6E2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07414" y="1074738"/>
                  <a:ext cx="14288" cy="15875"/>
                </a:xfrm>
                <a:custGeom>
                  <a:avLst/>
                  <a:gdLst>
                    <a:gd name="T0" fmla="*/ 24 w 27"/>
                    <a:gd name="T1" fmla="*/ 4 h 28"/>
                    <a:gd name="T2" fmla="*/ 19 w 27"/>
                    <a:gd name="T3" fmla="*/ 1 h 28"/>
                    <a:gd name="T4" fmla="*/ 13 w 27"/>
                    <a:gd name="T5" fmla="*/ 0 h 28"/>
                    <a:gd name="T6" fmla="*/ 8 w 27"/>
                    <a:gd name="T7" fmla="*/ 1 h 28"/>
                    <a:gd name="T8" fmla="*/ 4 w 27"/>
                    <a:gd name="T9" fmla="*/ 4 h 28"/>
                    <a:gd name="T10" fmla="*/ 1 w 27"/>
                    <a:gd name="T11" fmla="*/ 9 h 28"/>
                    <a:gd name="T12" fmla="*/ 0 w 27"/>
                    <a:gd name="T13" fmla="*/ 14 h 28"/>
                    <a:gd name="T14" fmla="*/ 1 w 27"/>
                    <a:gd name="T15" fmla="*/ 20 h 28"/>
                    <a:gd name="T16" fmla="*/ 4 w 27"/>
                    <a:gd name="T17" fmla="*/ 24 h 28"/>
                    <a:gd name="T18" fmla="*/ 8 w 27"/>
                    <a:gd name="T19" fmla="*/ 27 h 28"/>
                    <a:gd name="T20" fmla="*/ 13 w 27"/>
                    <a:gd name="T21" fmla="*/ 28 h 28"/>
                    <a:gd name="T22" fmla="*/ 19 w 27"/>
                    <a:gd name="T23" fmla="*/ 27 h 28"/>
                    <a:gd name="T24" fmla="*/ 24 w 27"/>
                    <a:gd name="T25" fmla="*/ 24 h 28"/>
                    <a:gd name="T26" fmla="*/ 26 w 27"/>
                    <a:gd name="T27" fmla="*/ 20 h 28"/>
                    <a:gd name="T28" fmla="*/ 27 w 27"/>
                    <a:gd name="T29" fmla="*/ 14 h 28"/>
                    <a:gd name="T30" fmla="*/ 26 w 27"/>
                    <a:gd name="T31" fmla="*/ 9 h 28"/>
                    <a:gd name="T32" fmla="*/ 24 w 27"/>
                    <a:gd name="T33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7" h="28">
                      <a:moveTo>
                        <a:pt x="24" y="4"/>
                      </a:moveTo>
                      <a:lnTo>
                        <a:pt x="19" y="1"/>
                      </a:lnTo>
                      <a:lnTo>
                        <a:pt x="13" y="0"/>
                      </a:lnTo>
                      <a:lnTo>
                        <a:pt x="8" y="1"/>
                      </a:lnTo>
                      <a:lnTo>
                        <a:pt x="4" y="4"/>
                      </a:lnTo>
                      <a:lnTo>
                        <a:pt x="1" y="9"/>
                      </a:lnTo>
                      <a:lnTo>
                        <a:pt x="0" y="14"/>
                      </a:lnTo>
                      <a:lnTo>
                        <a:pt x="1" y="20"/>
                      </a:lnTo>
                      <a:lnTo>
                        <a:pt x="4" y="24"/>
                      </a:lnTo>
                      <a:lnTo>
                        <a:pt x="8" y="27"/>
                      </a:lnTo>
                      <a:lnTo>
                        <a:pt x="13" y="28"/>
                      </a:lnTo>
                      <a:lnTo>
                        <a:pt x="19" y="27"/>
                      </a:lnTo>
                      <a:lnTo>
                        <a:pt x="24" y="24"/>
                      </a:lnTo>
                      <a:lnTo>
                        <a:pt x="26" y="20"/>
                      </a:lnTo>
                      <a:lnTo>
                        <a:pt x="27" y="14"/>
                      </a:lnTo>
                      <a:lnTo>
                        <a:pt x="26" y="9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97FF69C-885E-4695-8541-C777CBBFDC5E}"/>
              </a:ext>
            </a:extLst>
          </p:cNvPr>
          <p:cNvGrpSpPr/>
          <p:nvPr/>
        </p:nvGrpSpPr>
        <p:grpSpPr>
          <a:xfrm>
            <a:off x="4374916" y="3504149"/>
            <a:ext cx="915928" cy="1863080"/>
            <a:chOff x="4374916" y="3504149"/>
            <a:chExt cx="915928" cy="1863080"/>
          </a:xfrm>
        </p:grpSpPr>
        <p:sp>
          <p:nvSpPr>
            <p:cNvPr id="13" name="Chevron 63">
              <a:extLst>
                <a:ext uri="{FF2B5EF4-FFF2-40B4-BE49-F238E27FC236}">
                  <a16:creationId xmlns:a16="http://schemas.microsoft.com/office/drawing/2014/main" id="{56FF27E0-6E49-4CF5-98CF-D5DFD4A944EF}"/>
                </a:ext>
              </a:extLst>
            </p:cNvPr>
            <p:cNvSpPr/>
            <p:nvPr/>
          </p:nvSpPr>
          <p:spPr>
            <a:xfrm rot="21000000">
              <a:off x="4433629" y="3504149"/>
              <a:ext cx="857215" cy="1863080"/>
            </a:xfrm>
            <a:prstGeom prst="chevron">
              <a:avLst/>
            </a:prstGeom>
            <a:gradFill>
              <a:gsLst>
                <a:gs pos="100000">
                  <a:schemeClr val="accent2">
                    <a:lumMod val="75000"/>
                    <a:alpha val="0"/>
                  </a:schemeClr>
                </a:gs>
                <a:gs pos="0">
                  <a:schemeClr val="accent2"/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EA1CD721-C772-4143-A66F-19FAF04A9FE6}"/>
                </a:ext>
              </a:extLst>
            </p:cNvPr>
            <p:cNvGrpSpPr/>
            <p:nvPr/>
          </p:nvGrpSpPr>
          <p:grpSpPr>
            <a:xfrm>
              <a:off x="4374916" y="4085224"/>
              <a:ext cx="719382" cy="719982"/>
              <a:chOff x="4374916" y="4085224"/>
              <a:chExt cx="719382" cy="719982"/>
            </a:xfrm>
          </p:grpSpPr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0E061F14-EED3-41C8-9C7D-0AAE44036F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374916" y="4085224"/>
                <a:ext cx="719382" cy="719982"/>
              </a:xfrm>
              <a:prstGeom prst="ellipse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71EA3E66-4841-4B8F-90E5-AB5A70DEA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24352" y="4134700"/>
                <a:ext cx="620510" cy="621030"/>
              </a:xfrm>
              <a:prstGeom prst="ellipse">
                <a:avLst/>
              </a:prstGeom>
              <a:gradFill>
                <a:gsLst>
                  <a:gs pos="100000">
                    <a:schemeClr val="accent2">
                      <a:lumMod val="75000"/>
                    </a:schemeClr>
                  </a:gs>
                  <a:gs pos="0">
                    <a:schemeClr val="accent2"/>
                  </a:gs>
                </a:gsLst>
                <a:lin ang="2700000" scaled="0"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FA613E07-83FD-485E-8BA9-19A77AC6DE2A}"/>
                  </a:ext>
                </a:extLst>
              </p:cNvPr>
              <p:cNvGrpSpPr/>
              <p:nvPr/>
            </p:nvGrpSpPr>
            <p:grpSpPr>
              <a:xfrm>
                <a:off x="4596549" y="4307157"/>
                <a:ext cx="276116" cy="276116"/>
                <a:chOff x="6391276" y="1042988"/>
                <a:chExt cx="376238" cy="376238"/>
              </a:xfrm>
              <a:solidFill>
                <a:schemeClr val="bg1"/>
              </a:solidFill>
            </p:grpSpPr>
            <p:sp>
              <p:nvSpPr>
                <p:cNvPr id="67" name="Freeform 422">
                  <a:extLst>
                    <a:ext uri="{FF2B5EF4-FFF2-40B4-BE49-F238E27FC236}">
                      <a16:creationId xmlns:a16="http://schemas.microsoft.com/office/drawing/2014/main" id="{2E9D473C-D6B7-40F0-9107-B9B64E2FB8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91276" y="1106488"/>
                  <a:ext cx="376238" cy="312738"/>
                </a:xfrm>
                <a:custGeom>
                  <a:avLst/>
                  <a:gdLst>
                    <a:gd name="T0" fmla="*/ 594 w 710"/>
                    <a:gd name="T1" fmla="*/ 7 h 592"/>
                    <a:gd name="T2" fmla="*/ 589 w 710"/>
                    <a:gd name="T3" fmla="*/ 2 h 592"/>
                    <a:gd name="T4" fmla="*/ 583 w 710"/>
                    <a:gd name="T5" fmla="*/ 0 h 592"/>
                    <a:gd name="T6" fmla="*/ 124 w 710"/>
                    <a:gd name="T7" fmla="*/ 1 h 592"/>
                    <a:gd name="T8" fmla="*/ 119 w 710"/>
                    <a:gd name="T9" fmla="*/ 4 h 592"/>
                    <a:gd name="T10" fmla="*/ 2 w 710"/>
                    <a:gd name="T11" fmla="*/ 179 h 592"/>
                    <a:gd name="T12" fmla="*/ 1 w 710"/>
                    <a:gd name="T13" fmla="*/ 183 h 592"/>
                    <a:gd name="T14" fmla="*/ 0 w 710"/>
                    <a:gd name="T15" fmla="*/ 190 h 592"/>
                    <a:gd name="T16" fmla="*/ 3 w 710"/>
                    <a:gd name="T17" fmla="*/ 198 h 592"/>
                    <a:gd name="T18" fmla="*/ 65 w 710"/>
                    <a:gd name="T19" fmla="*/ 266 h 592"/>
                    <a:gd name="T20" fmla="*/ 76 w 710"/>
                    <a:gd name="T21" fmla="*/ 267 h 592"/>
                    <a:gd name="T22" fmla="*/ 84 w 710"/>
                    <a:gd name="T23" fmla="*/ 260 h 592"/>
                    <a:gd name="T24" fmla="*/ 85 w 710"/>
                    <a:gd name="T25" fmla="*/ 249 h 592"/>
                    <a:gd name="T26" fmla="*/ 44 w 710"/>
                    <a:gd name="T27" fmla="*/ 202 h 592"/>
                    <a:gd name="T28" fmla="*/ 325 w 710"/>
                    <a:gd name="T29" fmla="*/ 523 h 592"/>
                    <a:gd name="T30" fmla="*/ 215 w 710"/>
                    <a:gd name="T31" fmla="*/ 398 h 592"/>
                    <a:gd name="T32" fmla="*/ 204 w 710"/>
                    <a:gd name="T33" fmla="*/ 397 h 592"/>
                    <a:gd name="T34" fmla="*/ 196 w 710"/>
                    <a:gd name="T35" fmla="*/ 405 h 592"/>
                    <a:gd name="T36" fmla="*/ 195 w 710"/>
                    <a:gd name="T37" fmla="*/ 415 h 592"/>
                    <a:gd name="T38" fmla="*/ 344 w 710"/>
                    <a:gd name="T39" fmla="*/ 587 h 592"/>
                    <a:gd name="T40" fmla="*/ 350 w 710"/>
                    <a:gd name="T41" fmla="*/ 591 h 592"/>
                    <a:gd name="T42" fmla="*/ 355 w 710"/>
                    <a:gd name="T43" fmla="*/ 592 h 592"/>
                    <a:gd name="T44" fmla="*/ 360 w 710"/>
                    <a:gd name="T45" fmla="*/ 591 h 592"/>
                    <a:gd name="T46" fmla="*/ 366 w 710"/>
                    <a:gd name="T47" fmla="*/ 587 h 592"/>
                    <a:gd name="T48" fmla="*/ 525 w 710"/>
                    <a:gd name="T49" fmla="*/ 404 h 592"/>
                    <a:gd name="T50" fmla="*/ 525 w 710"/>
                    <a:gd name="T51" fmla="*/ 393 h 592"/>
                    <a:gd name="T52" fmla="*/ 516 w 710"/>
                    <a:gd name="T53" fmla="*/ 387 h 592"/>
                    <a:gd name="T54" fmla="*/ 505 w 710"/>
                    <a:gd name="T55" fmla="*/ 387 h 592"/>
                    <a:gd name="T56" fmla="*/ 385 w 710"/>
                    <a:gd name="T57" fmla="*/ 523 h 592"/>
                    <a:gd name="T58" fmla="*/ 666 w 710"/>
                    <a:gd name="T59" fmla="*/ 202 h 592"/>
                    <a:gd name="T60" fmla="*/ 577 w 710"/>
                    <a:gd name="T61" fmla="*/ 305 h 592"/>
                    <a:gd name="T62" fmla="*/ 577 w 710"/>
                    <a:gd name="T63" fmla="*/ 316 h 592"/>
                    <a:gd name="T64" fmla="*/ 586 w 710"/>
                    <a:gd name="T65" fmla="*/ 323 h 592"/>
                    <a:gd name="T66" fmla="*/ 593 w 710"/>
                    <a:gd name="T67" fmla="*/ 323 h 592"/>
                    <a:gd name="T68" fmla="*/ 599 w 710"/>
                    <a:gd name="T69" fmla="*/ 321 h 592"/>
                    <a:gd name="T70" fmla="*/ 707 w 710"/>
                    <a:gd name="T71" fmla="*/ 198 h 592"/>
                    <a:gd name="T72" fmla="*/ 710 w 710"/>
                    <a:gd name="T73" fmla="*/ 189 h 592"/>
                    <a:gd name="T74" fmla="*/ 708 w 710"/>
                    <a:gd name="T75" fmla="*/ 181 h 592"/>
                    <a:gd name="T76" fmla="*/ 128 w 710"/>
                    <a:gd name="T77" fmla="*/ 40 h 592"/>
                    <a:gd name="T78" fmla="*/ 40 w 710"/>
                    <a:gd name="T79" fmla="*/ 174 h 592"/>
                    <a:gd name="T80" fmla="*/ 329 w 710"/>
                    <a:gd name="T81" fmla="*/ 28 h 592"/>
                    <a:gd name="T82" fmla="*/ 153 w 710"/>
                    <a:gd name="T83" fmla="*/ 28 h 592"/>
                    <a:gd name="T84" fmla="*/ 443 w 710"/>
                    <a:gd name="T85" fmla="*/ 174 h 592"/>
                    <a:gd name="T86" fmla="*/ 355 w 710"/>
                    <a:gd name="T87" fmla="*/ 40 h 592"/>
                    <a:gd name="T88" fmla="*/ 260 w 710"/>
                    <a:gd name="T89" fmla="*/ 202 h 592"/>
                    <a:gd name="T90" fmla="*/ 355 w 710"/>
                    <a:gd name="T91" fmla="*/ 527 h 592"/>
                    <a:gd name="T92" fmla="*/ 381 w 710"/>
                    <a:gd name="T93" fmla="*/ 28 h 592"/>
                    <a:gd name="T94" fmla="*/ 469 w 710"/>
                    <a:gd name="T95" fmla="*/ 162 h 592"/>
                    <a:gd name="T96" fmla="*/ 583 w 710"/>
                    <a:gd name="T97" fmla="*/ 40 h 592"/>
                    <a:gd name="T98" fmla="*/ 495 w 710"/>
                    <a:gd name="T99" fmla="*/ 174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710" h="592">
                      <a:moveTo>
                        <a:pt x="708" y="181"/>
                      </a:moveTo>
                      <a:lnTo>
                        <a:pt x="594" y="7"/>
                      </a:lnTo>
                      <a:lnTo>
                        <a:pt x="592" y="4"/>
                      </a:lnTo>
                      <a:lnTo>
                        <a:pt x="589" y="2"/>
                      </a:lnTo>
                      <a:lnTo>
                        <a:pt x="587" y="1"/>
                      </a:lnTo>
                      <a:lnTo>
                        <a:pt x="583" y="0"/>
                      </a:lnTo>
                      <a:lnTo>
                        <a:pt x="128" y="0"/>
                      </a:lnTo>
                      <a:lnTo>
                        <a:pt x="124" y="1"/>
                      </a:lnTo>
                      <a:lnTo>
                        <a:pt x="121" y="2"/>
                      </a:lnTo>
                      <a:lnTo>
                        <a:pt x="119" y="4"/>
                      </a:lnTo>
                      <a:lnTo>
                        <a:pt x="117" y="7"/>
                      </a:lnTo>
                      <a:lnTo>
                        <a:pt x="2" y="179"/>
                      </a:lnTo>
                      <a:lnTo>
                        <a:pt x="2" y="182"/>
                      </a:lnTo>
                      <a:lnTo>
                        <a:pt x="1" y="183"/>
                      </a:lnTo>
                      <a:lnTo>
                        <a:pt x="0" y="186"/>
                      </a:lnTo>
                      <a:lnTo>
                        <a:pt x="0" y="190"/>
                      </a:lnTo>
                      <a:lnTo>
                        <a:pt x="1" y="193"/>
                      </a:lnTo>
                      <a:lnTo>
                        <a:pt x="3" y="198"/>
                      </a:lnTo>
                      <a:lnTo>
                        <a:pt x="61" y="263"/>
                      </a:lnTo>
                      <a:lnTo>
                        <a:pt x="65" y="266"/>
                      </a:lnTo>
                      <a:lnTo>
                        <a:pt x="71" y="267"/>
                      </a:lnTo>
                      <a:lnTo>
                        <a:pt x="76" y="267"/>
                      </a:lnTo>
                      <a:lnTo>
                        <a:pt x="80" y="264"/>
                      </a:lnTo>
                      <a:lnTo>
                        <a:pt x="84" y="260"/>
                      </a:lnTo>
                      <a:lnTo>
                        <a:pt x="86" y="255"/>
                      </a:lnTo>
                      <a:lnTo>
                        <a:pt x="85" y="249"/>
                      </a:lnTo>
                      <a:lnTo>
                        <a:pt x="82" y="245"/>
                      </a:lnTo>
                      <a:lnTo>
                        <a:pt x="44" y="202"/>
                      </a:lnTo>
                      <a:lnTo>
                        <a:pt x="231" y="202"/>
                      </a:lnTo>
                      <a:lnTo>
                        <a:pt x="325" y="523"/>
                      </a:lnTo>
                      <a:lnTo>
                        <a:pt x="219" y="402"/>
                      </a:lnTo>
                      <a:lnTo>
                        <a:pt x="215" y="398"/>
                      </a:lnTo>
                      <a:lnTo>
                        <a:pt x="209" y="396"/>
                      </a:lnTo>
                      <a:lnTo>
                        <a:pt x="204" y="397"/>
                      </a:lnTo>
                      <a:lnTo>
                        <a:pt x="200" y="401"/>
                      </a:lnTo>
                      <a:lnTo>
                        <a:pt x="196" y="405"/>
                      </a:lnTo>
                      <a:lnTo>
                        <a:pt x="194" y="409"/>
                      </a:lnTo>
                      <a:lnTo>
                        <a:pt x="195" y="415"/>
                      </a:lnTo>
                      <a:lnTo>
                        <a:pt x="198" y="420"/>
                      </a:lnTo>
                      <a:lnTo>
                        <a:pt x="344" y="587"/>
                      </a:lnTo>
                      <a:lnTo>
                        <a:pt x="347" y="590"/>
                      </a:lnTo>
                      <a:lnTo>
                        <a:pt x="350" y="591"/>
                      </a:lnTo>
                      <a:lnTo>
                        <a:pt x="352" y="592"/>
                      </a:lnTo>
                      <a:lnTo>
                        <a:pt x="355" y="592"/>
                      </a:lnTo>
                      <a:lnTo>
                        <a:pt x="358" y="592"/>
                      </a:lnTo>
                      <a:lnTo>
                        <a:pt x="360" y="591"/>
                      </a:lnTo>
                      <a:lnTo>
                        <a:pt x="364" y="590"/>
                      </a:lnTo>
                      <a:lnTo>
                        <a:pt x="366" y="587"/>
                      </a:lnTo>
                      <a:lnTo>
                        <a:pt x="522" y="409"/>
                      </a:lnTo>
                      <a:lnTo>
                        <a:pt x="525" y="404"/>
                      </a:lnTo>
                      <a:lnTo>
                        <a:pt x="526" y="398"/>
                      </a:lnTo>
                      <a:lnTo>
                        <a:pt x="525" y="393"/>
                      </a:lnTo>
                      <a:lnTo>
                        <a:pt x="520" y="389"/>
                      </a:lnTo>
                      <a:lnTo>
                        <a:pt x="516" y="387"/>
                      </a:lnTo>
                      <a:lnTo>
                        <a:pt x="511" y="386"/>
                      </a:lnTo>
                      <a:lnTo>
                        <a:pt x="505" y="387"/>
                      </a:lnTo>
                      <a:lnTo>
                        <a:pt x="501" y="391"/>
                      </a:lnTo>
                      <a:lnTo>
                        <a:pt x="385" y="523"/>
                      </a:lnTo>
                      <a:lnTo>
                        <a:pt x="480" y="202"/>
                      </a:lnTo>
                      <a:lnTo>
                        <a:pt x="666" y="202"/>
                      </a:lnTo>
                      <a:lnTo>
                        <a:pt x="579" y="301"/>
                      </a:lnTo>
                      <a:lnTo>
                        <a:pt x="577" y="305"/>
                      </a:lnTo>
                      <a:lnTo>
                        <a:pt x="576" y="310"/>
                      </a:lnTo>
                      <a:lnTo>
                        <a:pt x="577" y="316"/>
                      </a:lnTo>
                      <a:lnTo>
                        <a:pt x="581" y="320"/>
                      </a:lnTo>
                      <a:lnTo>
                        <a:pt x="586" y="323"/>
                      </a:lnTo>
                      <a:lnTo>
                        <a:pt x="590" y="323"/>
                      </a:lnTo>
                      <a:lnTo>
                        <a:pt x="593" y="323"/>
                      </a:lnTo>
                      <a:lnTo>
                        <a:pt x="595" y="322"/>
                      </a:lnTo>
                      <a:lnTo>
                        <a:pt x="599" y="321"/>
                      </a:lnTo>
                      <a:lnTo>
                        <a:pt x="601" y="319"/>
                      </a:lnTo>
                      <a:lnTo>
                        <a:pt x="707" y="198"/>
                      </a:lnTo>
                      <a:lnTo>
                        <a:pt x="709" y="193"/>
                      </a:lnTo>
                      <a:lnTo>
                        <a:pt x="710" y="189"/>
                      </a:lnTo>
                      <a:lnTo>
                        <a:pt x="710" y="185"/>
                      </a:lnTo>
                      <a:lnTo>
                        <a:pt x="708" y="181"/>
                      </a:lnTo>
                      <a:close/>
                      <a:moveTo>
                        <a:pt x="40" y="174"/>
                      </a:moveTo>
                      <a:lnTo>
                        <a:pt x="128" y="40"/>
                      </a:lnTo>
                      <a:lnTo>
                        <a:pt x="217" y="174"/>
                      </a:lnTo>
                      <a:lnTo>
                        <a:pt x="40" y="174"/>
                      </a:lnTo>
                      <a:close/>
                      <a:moveTo>
                        <a:pt x="153" y="28"/>
                      </a:moveTo>
                      <a:lnTo>
                        <a:pt x="329" y="28"/>
                      </a:lnTo>
                      <a:lnTo>
                        <a:pt x="241" y="162"/>
                      </a:lnTo>
                      <a:lnTo>
                        <a:pt x="153" y="28"/>
                      </a:lnTo>
                      <a:close/>
                      <a:moveTo>
                        <a:pt x="355" y="40"/>
                      </a:moveTo>
                      <a:lnTo>
                        <a:pt x="443" y="174"/>
                      </a:lnTo>
                      <a:lnTo>
                        <a:pt x="267" y="174"/>
                      </a:lnTo>
                      <a:lnTo>
                        <a:pt x="355" y="40"/>
                      </a:lnTo>
                      <a:close/>
                      <a:moveTo>
                        <a:pt x="355" y="527"/>
                      </a:moveTo>
                      <a:lnTo>
                        <a:pt x="260" y="202"/>
                      </a:lnTo>
                      <a:lnTo>
                        <a:pt x="451" y="202"/>
                      </a:lnTo>
                      <a:lnTo>
                        <a:pt x="355" y="527"/>
                      </a:lnTo>
                      <a:close/>
                      <a:moveTo>
                        <a:pt x="469" y="162"/>
                      </a:moveTo>
                      <a:lnTo>
                        <a:pt x="381" y="28"/>
                      </a:lnTo>
                      <a:lnTo>
                        <a:pt x="557" y="28"/>
                      </a:lnTo>
                      <a:lnTo>
                        <a:pt x="469" y="162"/>
                      </a:lnTo>
                      <a:close/>
                      <a:moveTo>
                        <a:pt x="495" y="174"/>
                      </a:moveTo>
                      <a:lnTo>
                        <a:pt x="583" y="40"/>
                      </a:lnTo>
                      <a:lnTo>
                        <a:pt x="671" y="174"/>
                      </a:lnTo>
                      <a:lnTo>
                        <a:pt x="495" y="17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8" name="Freeform 423">
                  <a:extLst>
                    <a:ext uri="{FF2B5EF4-FFF2-40B4-BE49-F238E27FC236}">
                      <a16:creationId xmlns:a16="http://schemas.microsoft.com/office/drawing/2014/main" id="{C0B5D66C-7F03-417B-AE2B-17BA41CCE19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16676" y="1241426"/>
                  <a:ext cx="98425" cy="98425"/>
                </a:xfrm>
                <a:custGeom>
                  <a:avLst/>
                  <a:gdLst>
                    <a:gd name="T0" fmla="*/ 165 w 186"/>
                    <a:gd name="T1" fmla="*/ 78 h 184"/>
                    <a:gd name="T2" fmla="*/ 152 w 186"/>
                    <a:gd name="T3" fmla="*/ 75 h 184"/>
                    <a:gd name="T4" fmla="*/ 141 w 186"/>
                    <a:gd name="T5" fmla="*/ 71 h 184"/>
                    <a:gd name="T6" fmla="*/ 131 w 186"/>
                    <a:gd name="T7" fmla="*/ 63 h 184"/>
                    <a:gd name="T8" fmla="*/ 122 w 186"/>
                    <a:gd name="T9" fmla="*/ 55 h 184"/>
                    <a:gd name="T10" fmla="*/ 115 w 186"/>
                    <a:gd name="T11" fmla="*/ 44 h 184"/>
                    <a:gd name="T12" fmla="*/ 110 w 186"/>
                    <a:gd name="T13" fmla="*/ 33 h 184"/>
                    <a:gd name="T14" fmla="*/ 107 w 186"/>
                    <a:gd name="T15" fmla="*/ 20 h 184"/>
                    <a:gd name="T16" fmla="*/ 106 w 186"/>
                    <a:gd name="T17" fmla="*/ 8 h 184"/>
                    <a:gd name="T18" fmla="*/ 99 w 186"/>
                    <a:gd name="T19" fmla="*/ 1 h 184"/>
                    <a:gd name="T20" fmla="*/ 88 w 186"/>
                    <a:gd name="T21" fmla="*/ 1 h 184"/>
                    <a:gd name="T22" fmla="*/ 81 w 186"/>
                    <a:gd name="T23" fmla="*/ 8 h 184"/>
                    <a:gd name="T24" fmla="*/ 79 w 186"/>
                    <a:gd name="T25" fmla="*/ 20 h 184"/>
                    <a:gd name="T26" fmla="*/ 76 w 186"/>
                    <a:gd name="T27" fmla="*/ 33 h 184"/>
                    <a:gd name="T28" fmla="*/ 72 w 186"/>
                    <a:gd name="T29" fmla="*/ 44 h 184"/>
                    <a:gd name="T30" fmla="*/ 64 w 186"/>
                    <a:gd name="T31" fmla="*/ 55 h 184"/>
                    <a:gd name="T32" fmla="*/ 56 w 186"/>
                    <a:gd name="T33" fmla="*/ 63 h 184"/>
                    <a:gd name="T34" fmla="*/ 45 w 186"/>
                    <a:gd name="T35" fmla="*/ 71 h 184"/>
                    <a:gd name="T36" fmla="*/ 33 w 186"/>
                    <a:gd name="T37" fmla="*/ 75 h 184"/>
                    <a:gd name="T38" fmla="*/ 20 w 186"/>
                    <a:gd name="T39" fmla="*/ 78 h 184"/>
                    <a:gd name="T40" fmla="*/ 9 w 186"/>
                    <a:gd name="T41" fmla="*/ 79 h 184"/>
                    <a:gd name="T42" fmla="*/ 1 w 186"/>
                    <a:gd name="T43" fmla="*/ 87 h 184"/>
                    <a:gd name="T44" fmla="*/ 1 w 186"/>
                    <a:gd name="T45" fmla="*/ 97 h 184"/>
                    <a:gd name="T46" fmla="*/ 9 w 186"/>
                    <a:gd name="T47" fmla="*/ 105 h 184"/>
                    <a:gd name="T48" fmla="*/ 20 w 186"/>
                    <a:gd name="T49" fmla="*/ 106 h 184"/>
                    <a:gd name="T50" fmla="*/ 33 w 186"/>
                    <a:gd name="T51" fmla="*/ 109 h 184"/>
                    <a:gd name="T52" fmla="*/ 45 w 186"/>
                    <a:gd name="T53" fmla="*/ 114 h 184"/>
                    <a:gd name="T54" fmla="*/ 56 w 186"/>
                    <a:gd name="T55" fmla="*/ 121 h 184"/>
                    <a:gd name="T56" fmla="*/ 64 w 186"/>
                    <a:gd name="T57" fmla="*/ 130 h 184"/>
                    <a:gd name="T58" fmla="*/ 72 w 186"/>
                    <a:gd name="T59" fmla="*/ 140 h 184"/>
                    <a:gd name="T60" fmla="*/ 76 w 186"/>
                    <a:gd name="T61" fmla="*/ 152 h 184"/>
                    <a:gd name="T62" fmla="*/ 79 w 186"/>
                    <a:gd name="T63" fmla="*/ 164 h 184"/>
                    <a:gd name="T64" fmla="*/ 81 w 186"/>
                    <a:gd name="T65" fmla="*/ 177 h 184"/>
                    <a:gd name="T66" fmla="*/ 88 w 186"/>
                    <a:gd name="T67" fmla="*/ 183 h 184"/>
                    <a:gd name="T68" fmla="*/ 99 w 186"/>
                    <a:gd name="T69" fmla="*/ 183 h 184"/>
                    <a:gd name="T70" fmla="*/ 106 w 186"/>
                    <a:gd name="T71" fmla="*/ 177 h 184"/>
                    <a:gd name="T72" fmla="*/ 107 w 186"/>
                    <a:gd name="T73" fmla="*/ 164 h 184"/>
                    <a:gd name="T74" fmla="*/ 110 w 186"/>
                    <a:gd name="T75" fmla="*/ 152 h 184"/>
                    <a:gd name="T76" fmla="*/ 115 w 186"/>
                    <a:gd name="T77" fmla="*/ 140 h 184"/>
                    <a:gd name="T78" fmla="*/ 122 w 186"/>
                    <a:gd name="T79" fmla="*/ 130 h 184"/>
                    <a:gd name="T80" fmla="*/ 131 w 186"/>
                    <a:gd name="T81" fmla="*/ 121 h 184"/>
                    <a:gd name="T82" fmla="*/ 141 w 186"/>
                    <a:gd name="T83" fmla="*/ 114 h 184"/>
                    <a:gd name="T84" fmla="*/ 152 w 186"/>
                    <a:gd name="T85" fmla="*/ 109 h 184"/>
                    <a:gd name="T86" fmla="*/ 165 w 186"/>
                    <a:gd name="T87" fmla="*/ 106 h 184"/>
                    <a:gd name="T88" fmla="*/ 177 w 186"/>
                    <a:gd name="T89" fmla="*/ 105 h 184"/>
                    <a:gd name="T90" fmla="*/ 185 w 186"/>
                    <a:gd name="T91" fmla="*/ 97 h 184"/>
                    <a:gd name="T92" fmla="*/ 185 w 186"/>
                    <a:gd name="T93" fmla="*/ 87 h 184"/>
                    <a:gd name="T94" fmla="*/ 177 w 186"/>
                    <a:gd name="T95" fmla="*/ 79 h 184"/>
                    <a:gd name="T96" fmla="*/ 93 w 186"/>
                    <a:gd name="T97" fmla="*/ 122 h 184"/>
                    <a:gd name="T98" fmla="*/ 79 w 186"/>
                    <a:gd name="T99" fmla="*/ 105 h 184"/>
                    <a:gd name="T100" fmla="*/ 63 w 186"/>
                    <a:gd name="T101" fmla="*/ 92 h 184"/>
                    <a:gd name="T102" fmla="*/ 79 w 186"/>
                    <a:gd name="T103" fmla="*/ 79 h 184"/>
                    <a:gd name="T104" fmla="*/ 93 w 186"/>
                    <a:gd name="T105" fmla="*/ 62 h 184"/>
                    <a:gd name="T106" fmla="*/ 106 w 186"/>
                    <a:gd name="T107" fmla="*/ 79 h 184"/>
                    <a:gd name="T108" fmla="*/ 123 w 186"/>
                    <a:gd name="T109" fmla="*/ 92 h 184"/>
                    <a:gd name="T110" fmla="*/ 106 w 186"/>
                    <a:gd name="T111" fmla="*/ 105 h 184"/>
                    <a:gd name="T112" fmla="*/ 93 w 186"/>
                    <a:gd name="T113" fmla="*/ 122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86" h="184">
                      <a:moveTo>
                        <a:pt x="172" y="78"/>
                      </a:moveTo>
                      <a:lnTo>
                        <a:pt x="165" y="78"/>
                      </a:lnTo>
                      <a:lnTo>
                        <a:pt x="159" y="77"/>
                      </a:lnTo>
                      <a:lnTo>
                        <a:pt x="152" y="75"/>
                      </a:lnTo>
                      <a:lnTo>
                        <a:pt x="147" y="73"/>
                      </a:lnTo>
                      <a:lnTo>
                        <a:pt x="141" y="71"/>
                      </a:lnTo>
                      <a:lnTo>
                        <a:pt x="135" y="67"/>
                      </a:lnTo>
                      <a:lnTo>
                        <a:pt x="131" y="63"/>
                      </a:lnTo>
                      <a:lnTo>
                        <a:pt x="126" y="59"/>
                      </a:lnTo>
                      <a:lnTo>
                        <a:pt x="122" y="55"/>
                      </a:lnTo>
                      <a:lnTo>
                        <a:pt x="118" y="49"/>
                      </a:lnTo>
                      <a:lnTo>
                        <a:pt x="115" y="44"/>
                      </a:lnTo>
                      <a:lnTo>
                        <a:pt x="112" y="38"/>
                      </a:lnTo>
                      <a:lnTo>
                        <a:pt x="110" y="33"/>
                      </a:lnTo>
                      <a:lnTo>
                        <a:pt x="108" y="27"/>
                      </a:lnTo>
                      <a:lnTo>
                        <a:pt x="107" y="20"/>
                      </a:lnTo>
                      <a:lnTo>
                        <a:pt x="107" y="14"/>
                      </a:lnTo>
                      <a:lnTo>
                        <a:pt x="106" y="8"/>
                      </a:lnTo>
                      <a:lnTo>
                        <a:pt x="103" y="3"/>
                      </a:lnTo>
                      <a:lnTo>
                        <a:pt x="99" y="1"/>
                      </a:lnTo>
                      <a:lnTo>
                        <a:pt x="93" y="0"/>
                      </a:lnTo>
                      <a:lnTo>
                        <a:pt x="88" y="1"/>
                      </a:lnTo>
                      <a:lnTo>
                        <a:pt x="84" y="3"/>
                      </a:lnTo>
                      <a:lnTo>
                        <a:pt x="81" y="8"/>
                      </a:lnTo>
                      <a:lnTo>
                        <a:pt x="79" y="14"/>
                      </a:lnTo>
                      <a:lnTo>
                        <a:pt x="79" y="20"/>
                      </a:lnTo>
                      <a:lnTo>
                        <a:pt x="78" y="27"/>
                      </a:lnTo>
                      <a:lnTo>
                        <a:pt x="76" y="33"/>
                      </a:lnTo>
                      <a:lnTo>
                        <a:pt x="74" y="38"/>
                      </a:lnTo>
                      <a:lnTo>
                        <a:pt x="72" y="44"/>
                      </a:lnTo>
                      <a:lnTo>
                        <a:pt x="68" y="49"/>
                      </a:lnTo>
                      <a:lnTo>
                        <a:pt x="64" y="55"/>
                      </a:lnTo>
                      <a:lnTo>
                        <a:pt x="60" y="59"/>
                      </a:lnTo>
                      <a:lnTo>
                        <a:pt x="56" y="63"/>
                      </a:lnTo>
                      <a:lnTo>
                        <a:pt x="51" y="67"/>
                      </a:lnTo>
                      <a:lnTo>
                        <a:pt x="45" y="71"/>
                      </a:lnTo>
                      <a:lnTo>
                        <a:pt x="40" y="73"/>
                      </a:lnTo>
                      <a:lnTo>
                        <a:pt x="33" y="75"/>
                      </a:lnTo>
                      <a:lnTo>
                        <a:pt x="27" y="77"/>
                      </a:lnTo>
                      <a:lnTo>
                        <a:pt x="20" y="78"/>
                      </a:lnTo>
                      <a:lnTo>
                        <a:pt x="14" y="78"/>
                      </a:lnTo>
                      <a:lnTo>
                        <a:pt x="9" y="79"/>
                      </a:lnTo>
                      <a:lnTo>
                        <a:pt x="4" y="82"/>
                      </a:lnTo>
                      <a:lnTo>
                        <a:pt x="1" y="87"/>
                      </a:lnTo>
                      <a:lnTo>
                        <a:pt x="0" y="92"/>
                      </a:lnTo>
                      <a:lnTo>
                        <a:pt x="1" y="97"/>
                      </a:lnTo>
                      <a:lnTo>
                        <a:pt x="4" y="102"/>
                      </a:lnTo>
                      <a:lnTo>
                        <a:pt x="9" y="105"/>
                      </a:lnTo>
                      <a:lnTo>
                        <a:pt x="14" y="106"/>
                      </a:lnTo>
                      <a:lnTo>
                        <a:pt x="20" y="106"/>
                      </a:lnTo>
                      <a:lnTo>
                        <a:pt x="27" y="107"/>
                      </a:lnTo>
                      <a:lnTo>
                        <a:pt x="33" y="109"/>
                      </a:lnTo>
                      <a:lnTo>
                        <a:pt x="40" y="111"/>
                      </a:lnTo>
                      <a:lnTo>
                        <a:pt x="45" y="114"/>
                      </a:lnTo>
                      <a:lnTo>
                        <a:pt x="51" y="117"/>
                      </a:lnTo>
                      <a:lnTo>
                        <a:pt x="56" y="121"/>
                      </a:lnTo>
                      <a:lnTo>
                        <a:pt x="60" y="125"/>
                      </a:lnTo>
                      <a:lnTo>
                        <a:pt x="64" y="130"/>
                      </a:lnTo>
                      <a:lnTo>
                        <a:pt x="68" y="135"/>
                      </a:lnTo>
                      <a:lnTo>
                        <a:pt x="72" y="140"/>
                      </a:lnTo>
                      <a:lnTo>
                        <a:pt x="74" y="146"/>
                      </a:lnTo>
                      <a:lnTo>
                        <a:pt x="76" y="152"/>
                      </a:lnTo>
                      <a:lnTo>
                        <a:pt x="78" y="158"/>
                      </a:lnTo>
                      <a:lnTo>
                        <a:pt x="79" y="164"/>
                      </a:lnTo>
                      <a:lnTo>
                        <a:pt x="79" y="172"/>
                      </a:lnTo>
                      <a:lnTo>
                        <a:pt x="81" y="177"/>
                      </a:lnTo>
                      <a:lnTo>
                        <a:pt x="84" y="181"/>
                      </a:lnTo>
                      <a:lnTo>
                        <a:pt x="88" y="183"/>
                      </a:lnTo>
                      <a:lnTo>
                        <a:pt x="93" y="184"/>
                      </a:lnTo>
                      <a:lnTo>
                        <a:pt x="99" y="183"/>
                      </a:lnTo>
                      <a:lnTo>
                        <a:pt x="103" y="181"/>
                      </a:lnTo>
                      <a:lnTo>
                        <a:pt x="106" y="177"/>
                      </a:lnTo>
                      <a:lnTo>
                        <a:pt x="107" y="172"/>
                      </a:lnTo>
                      <a:lnTo>
                        <a:pt x="107" y="164"/>
                      </a:lnTo>
                      <a:lnTo>
                        <a:pt x="108" y="158"/>
                      </a:lnTo>
                      <a:lnTo>
                        <a:pt x="110" y="152"/>
                      </a:lnTo>
                      <a:lnTo>
                        <a:pt x="112" y="146"/>
                      </a:lnTo>
                      <a:lnTo>
                        <a:pt x="115" y="140"/>
                      </a:lnTo>
                      <a:lnTo>
                        <a:pt x="118" y="135"/>
                      </a:lnTo>
                      <a:lnTo>
                        <a:pt x="122" y="130"/>
                      </a:lnTo>
                      <a:lnTo>
                        <a:pt x="126" y="125"/>
                      </a:lnTo>
                      <a:lnTo>
                        <a:pt x="131" y="121"/>
                      </a:lnTo>
                      <a:lnTo>
                        <a:pt x="135" y="117"/>
                      </a:lnTo>
                      <a:lnTo>
                        <a:pt x="141" y="114"/>
                      </a:lnTo>
                      <a:lnTo>
                        <a:pt x="147" y="111"/>
                      </a:lnTo>
                      <a:lnTo>
                        <a:pt x="152" y="109"/>
                      </a:lnTo>
                      <a:lnTo>
                        <a:pt x="159" y="107"/>
                      </a:lnTo>
                      <a:lnTo>
                        <a:pt x="165" y="106"/>
                      </a:lnTo>
                      <a:lnTo>
                        <a:pt x="172" y="106"/>
                      </a:lnTo>
                      <a:lnTo>
                        <a:pt x="177" y="105"/>
                      </a:lnTo>
                      <a:lnTo>
                        <a:pt x="181" y="102"/>
                      </a:lnTo>
                      <a:lnTo>
                        <a:pt x="185" y="97"/>
                      </a:lnTo>
                      <a:lnTo>
                        <a:pt x="186" y="92"/>
                      </a:lnTo>
                      <a:lnTo>
                        <a:pt x="185" y="87"/>
                      </a:lnTo>
                      <a:lnTo>
                        <a:pt x="181" y="82"/>
                      </a:lnTo>
                      <a:lnTo>
                        <a:pt x="177" y="79"/>
                      </a:lnTo>
                      <a:lnTo>
                        <a:pt x="172" y="78"/>
                      </a:lnTo>
                      <a:close/>
                      <a:moveTo>
                        <a:pt x="93" y="122"/>
                      </a:moveTo>
                      <a:lnTo>
                        <a:pt x="87" y="114"/>
                      </a:lnTo>
                      <a:lnTo>
                        <a:pt x="79" y="105"/>
                      </a:lnTo>
                      <a:lnTo>
                        <a:pt x="72" y="99"/>
                      </a:lnTo>
                      <a:lnTo>
                        <a:pt x="63" y="92"/>
                      </a:lnTo>
                      <a:lnTo>
                        <a:pt x="72" y="86"/>
                      </a:lnTo>
                      <a:lnTo>
                        <a:pt x="79" y="79"/>
                      </a:lnTo>
                      <a:lnTo>
                        <a:pt x="87" y="71"/>
                      </a:lnTo>
                      <a:lnTo>
                        <a:pt x="93" y="62"/>
                      </a:lnTo>
                      <a:lnTo>
                        <a:pt x="100" y="71"/>
                      </a:lnTo>
                      <a:lnTo>
                        <a:pt x="106" y="79"/>
                      </a:lnTo>
                      <a:lnTo>
                        <a:pt x="115" y="86"/>
                      </a:lnTo>
                      <a:lnTo>
                        <a:pt x="123" y="92"/>
                      </a:lnTo>
                      <a:lnTo>
                        <a:pt x="115" y="99"/>
                      </a:lnTo>
                      <a:lnTo>
                        <a:pt x="106" y="105"/>
                      </a:lnTo>
                      <a:lnTo>
                        <a:pt x="100" y="114"/>
                      </a:lnTo>
                      <a:lnTo>
                        <a:pt x="93" y="12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9" name="Freeform 424">
                  <a:extLst>
                    <a:ext uri="{FF2B5EF4-FFF2-40B4-BE49-F238E27FC236}">
                      <a16:creationId xmlns:a16="http://schemas.microsoft.com/office/drawing/2014/main" id="{AF533209-FAF1-4577-B5B9-A8483645636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94488" y="1042988"/>
                  <a:ext cx="73025" cy="73025"/>
                </a:xfrm>
                <a:custGeom>
                  <a:avLst/>
                  <a:gdLst>
                    <a:gd name="T0" fmla="*/ 117 w 138"/>
                    <a:gd name="T1" fmla="*/ 55 h 138"/>
                    <a:gd name="T2" fmla="*/ 102 w 138"/>
                    <a:gd name="T3" fmla="*/ 48 h 138"/>
                    <a:gd name="T4" fmla="*/ 90 w 138"/>
                    <a:gd name="T5" fmla="*/ 38 h 138"/>
                    <a:gd name="T6" fmla="*/ 83 w 138"/>
                    <a:gd name="T7" fmla="*/ 23 h 138"/>
                    <a:gd name="T8" fmla="*/ 82 w 138"/>
                    <a:gd name="T9" fmla="*/ 9 h 138"/>
                    <a:gd name="T10" fmla="*/ 75 w 138"/>
                    <a:gd name="T11" fmla="*/ 1 h 138"/>
                    <a:gd name="T12" fmla="*/ 64 w 138"/>
                    <a:gd name="T13" fmla="*/ 1 h 138"/>
                    <a:gd name="T14" fmla="*/ 57 w 138"/>
                    <a:gd name="T15" fmla="*/ 9 h 138"/>
                    <a:gd name="T16" fmla="*/ 55 w 138"/>
                    <a:gd name="T17" fmla="*/ 23 h 138"/>
                    <a:gd name="T18" fmla="*/ 48 w 138"/>
                    <a:gd name="T19" fmla="*/ 38 h 138"/>
                    <a:gd name="T20" fmla="*/ 37 w 138"/>
                    <a:gd name="T21" fmla="*/ 48 h 138"/>
                    <a:gd name="T22" fmla="*/ 22 w 138"/>
                    <a:gd name="T23" fmla="*/ 55 h 138"/>
                    <a:gd name="T24" fmla="*/ 8 w 138"/>
                    <a:gd name="T25" fmla="*/ 57 h 138"/>
                    <a:gd name="T26" fmla="*/ 1 w 138"/>
                    <a:gd name="T27" fmla="*/ 64 h 138"/>
                    <a:gd name="T28" fmla="*/ 1 w 138"/>
                    <a:gd name="T29" fmla="*/ 75 h 138"/>
                    <a:gd name="T30" fmla="*/ 8 w 138"/>
                    <a:gd name="T31" fmla="*/ 83 h 138"/>
                    <a:gd name="T32" fmla="*/ 22 w 138"/>
                    <a:gd name="T33" fmla="*/ 84 h 138"/>
                    <a:gd name="T34" fmla="*/ 37 w 138"/>
                    <a:gd name="T35" fmla="*/ 90 h 138"/>
                    <a:gd name="T36" fmla="*/ 48 w 138"/>
                    <a:gd name="T37" fmla="*/ 102 h 138"/>
                    <a:gd name="T38" fmla="*/ 55 w 138"/>
                    <a:gd name="T39" fmla="*/ 117 h 138"/>
                    <a:gd name="T40" fmla="*/ 57 w 138"/>
                    <a:gd name="T41" fmla="*/ 131 h 138"/>
                    <a:gd name="T42" fmla="*/ 64 w 138"/>
                    <a:gd name="T43" fmla="*/ 137 h 138"/>
                    <a:gd name="T44" fmla="*/ 75 w 138"/>
                    <a:gd name="T45" fmla="*/ 137 h 138"/>
                    <a:gd name="T46" fmla="*/ 82 w 138"/>
                    <a:gd name="T47" fmla="*/ 131 h 138"/>
                    <a:gd name="T48" fmla="*/ 83 w 138"/>
                    <a:gd name="T49" fmla="*/ 117 h 138"/>
                    <a:gd name="T50" fmla="*/ 90 w 138"/>
                    <a:gd name="T51" fmla="*/ 102 h 138"/>
                    <a:gd name="T52" fmla="*/ 102 w 138"/>
                    <a:gd name="T53" fmla="*/ 90 h 138"/>
                    <a:gd name="T54" fmla="*/ 117 w 138"/>
                    <a:gd name="T55" fmla="*/ 84 h 138"/>
                    <a:gd name="T56" fmla="*/ 130 w 138"/>
                    <a:gd name="T57" fmla="*/ 83 h 138"/>
                    <a:gd name="T58" fmla="*/ 137 w 138"/>
                    <a:gd name="T59" fmla="*/ 75 h 138"/>
                    <a:gd name="T60" fmla="*/ 137 w 138"/>
                    <a:gd name="T61" fmla="*/ 64 h 138"/>
                    <a:gd name="T62" fmla="*/ 130 w 138"/>
                    <a:gd name="T63" fmla="*/ 57 h 138"/>
                    <a:gd name="T64" fmla="*/ 70 w 138"/>
                    <a:gd name="T65" fmla="*/ 84 h 138"/>
                    <a:gd name="T66" fmla="*/ 56 w 138"/>
                    <a:gd name="T67" fmla="*/ 70 h 138"/>
                    <a:gd name="T68" fmla="*/ 70 w 138"/>
                    <a:gd name="T69" fmla="*/ 56 h 138"/>
                    <a:gd name="T70" fmla="*/ 83 w 138"/>
                    <a:gd name="T71" fmla="*/ 70 h 138"/>
                    <a:gd name="T72" fmla="*/ 70 w 138"/>
                    <a:gd name="T73" fmla="*/ 84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38" h="138">
                      <a:moveTo>
                        <a:pt x="124" y="56"/>
                      </a:moveTo>
                      <a:lnTo>
                        <a:pt x="117" y="55"/>
                      </a:lnTo>
                      <a:lnTo>
                        <a:pt x="108" y="53"/>
                      </a:lnTo>
                      <a:lnTo>
                        <a:pt x="102" y="48"/>
                      </a:lnTo>
                      <a:lnTo>
                        <a:pt x="95" y="43"/>
                      </a:lnTo>
                      <a:lnTo>
                        <a:pt x="90" y="38"/>
                      </a:lnTo>
                      <a:lnTo>
                        <a:pt x="87" y="30"/>
                      </a:lnTo>
                      <a:lnTo>
                        <a:pt x="83" y="23"/>
                      </a:lnTo>
                      <a:lnTo>
                        <a:pt x="83" y="14"/>
                      </a:lnTo>
                      <a:lnTo>
                        <a:pt x="82" y="9"/>
                      </a:lnTo>
                      <a:lnTo>
                        <a:pt x="79" y="4"/>
                      </a:lnTo>
                      <a:lnTo>
                        <a:pt x="75" y="1"/>
                      </a:lnTo>
                      <a:lnTo>
                        <a:pt x="70" y="0"/>
                      </a:lnTo>
                      <a:lnTo>
                        <a:pt x="64" y="1"/>
                      </a:lnTo>
                      <a:lnTo>
                        <a:pt x="59" y="4"/>
                      </a:lnTo>
                      <a:lnTo>
                        <a:pt x="57" y="9"/>
                      </a:lnTo>
                      <a:lnTo>
                        <a:pt x="56" y="14"/>
                      </a:lnTo>
                      <a:lnTo>
                        <a:pt x="55" y="23"/>
                      </a:lnTo>
                      <a:lnTo>
                        <a:pt x="52" y="30"/>
                      </a:lnTo>
                      <a:lnTo>
                        <a:pt x="48" y="38"/>
                      </a:lnTo>
                      <a:lnTo>
                        <a:pt x="43" y="43"/>
                      </a:lnTo>
                      <a:lnTo>
                        <a:pt x="37" y="48"/>
                      </a:lnTo>
                      <a:lnTo>
                        <a:pt x="30" y="53"/>
                      </a:lnTo>
                      <a:lnTo>
                        <a:pt x="22" y="55"/>
                      </a:lnTo>
                      <a:lnTo>
                        <a:pt x="14" y="56"/>
                      </a:lnTo>
                      <a:lnTo>
                        <a:pt x="8" y="57"/>
                      </a:lnTo>
                      <a:lnTo>
                        <a:pt x="4" y="60"/>
                      </a:lnTo>
                      <a:lnTo>
                        <a:pt x="1" y="64"/>
                      </a:lnTo>
                      <a:lnTo>
                        <a:pt x="0" y="70"/>
                      </a:lnTo>
                      <a:lnTo>
                        <a:pt x="1" y="75"/>
                      </a:lnTo>
                      <a:lnTo>
                        <a:pt x="4" y="79"/>
                      </a:lnTo>
                      <a:lnTo>
                        <a:pt x="8" y="83"/>
                      </a:lnTo>
                      <a:lnTo>
                        <a:pt x="14" y="84"/>
                      </a:lnTo>
                      <a:lnTo>
                        <a:pt x="22" y="84"/>
                      </a:lnTo>
                      <a:lnTo>
                        <a:pt x="30" y="87"/>
                      </a:lnTo>
                      <a:lnTo>
                        <a:pt x="37" y="90"/>
                      </a:lnTo>
                      <a:lnTo>
                        <a:pt x="43" y="96"/>
                      </a:lnTo>
                      <a:lnTo>
                        <a:pt x="48" y="102"/>
                      </a:lnTo>
                      <a:lnTo>
                        <a:pt x="52" y="108"/>
                      </a:lnTo>
                      <a:lnTo>
                        <a:pt x="55" y="117"/>
                      </a:lnTo>
                      <a:lnTo>
                        <a:pt x="56" y="125"/>
                      </a:lnTo>
                      <a:lnTo>
                        <a:pt x="57" y="131"/>
                      </a:lnTo>
                      <a:lnTo>
                        <a:pt x="59" y="135"/>
                      </a:lnTo>
                      <a:lnTo>
                        <a:pt x="64" y="137"/>
                      </a:lnTo>
                      <a:lnTo>
                        <a:pt x="70" y="138"/>
                      </a:lnTo>
                      <a:lnTo>
                        <a:pt x="75" y="137"/>
                      </a:lnTo>
                      <a:lnTo>
                        <a:pt x="79" y="135"/>
                      </a:lnTo>
                      <a:lnTo>
                        <a:pt x="82" y="131"/>
                      </a:lnTo>
                      <a:lnTo>
                        <a:pt x="83" y="125"/>
                      </a:lnTo>
                      <a:lnTo>
                        <a:pt x="83" y="117"/>
                      </a:lnTo>
                      <a:lnTo>
                        <a:pt x="87" y="108"/>
                      </a:lnTo>
                      <a:lnTo>
                        <a:pt x="90" y="102"/>
                      </a:lnTo>
                      <a:lnTo>
                        <a:pt x="95" y="96"/>
                      </a:lnTo>
                      <a:lnTo>
                        <a:pt x="102" y="90"/>
                      </a:lnTo>
                      <a:lnTo>
                        <a:pt x="108" y="87"/>
                      </a:lnTo>
                      <a:lnTo>
                        <a:pt x="117" y="84"/>
                      </a:lnTo>
                      <a:lnTo>
                        <a:pt x="124" y="84"/>
                      </a:lnTo>
                      <a:lnTo>
                        <a:pt x="130" y="83"/>
                      </a:lnTo>
                      <a:lnTo>
                        <a:pt x="135" y="79"/>
                      </a:lnTo>
                      <a:lnTo>
                        <a:pt x="137" y="75"/>
                      </a:lnTo>
                      <a:lnTo>
                        <a:pt x="138" y="70"/>
                      </a:lnTo>
                      <a:lnTo>
                        <a:pt x="137" y="64"/>
                      </a:lnTo>
                      <a:lnTo>
                        <a:pt x="135" y="60"/>
                      </a:lnTo>
                      <a:lnTo>
                        <a:pt x="130" y="57"/>
                      </a:lnTo>
                      <a:lnTo>
                        <a:pt x="124" y="56"/>
                      </a:lnTo>
                      <a:close/>
                      <a:moveTo>
                        <a:pt x="70" y="84"/>
                      </a:moveTo>
                      <a:lnTo>
                        <a:pt x="63" y="76"/>
                      </a:lnTo>
                      <a:lnTo>
                        <a:pt x="56" y="70"/>
                      </a:lnTo>
                      <a:lnTo>
                        <a:pt x="63" y="63"/>
                      </a:lnTo>
                      <a:lnTo>
                        <a:pt x="70" y="56"/>
                      </a:lnTo>
                      <a:lnTo>
                        <a:pt x="76" y="63"/>
                      </a:lnTo>
                      <a:lnTo>
                        <a:pt x="83" y="70"/>
                      </a:lnTo>
                      <a:lnTo>
                        <a:pt x="76" y="76"/>
                      </a:lnTo>
                      <a:lnTo>
                        <a:pt x="70" y="8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70" name="Freeform 425">
                  <a:extLst>
                    <a:ext uri="{FF2B5EF4-FFF2-40B4-BE49-F238E27FC236}">
                      <a16:creationId xmlns:a16="http://schemas.microsoft.com/office/drawing/2014/main" id="{B4668510-58ED-4D44-979A-D4188F0D7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75438" y="1287463"/>
                  <a:ext cx="14288" cy="14288"/>
                </a:xfrm>
                <a:custGeom>
                  <a:avLst/>
                  <a:gdLst>
                    <a:gd name="T0" fmla="*/ 24 w 28"/>
                    <a:gd name="T1" fmla="*/ 4 h 28"/>
                    <a:gd name="T2" fmla="*/ 20 w 28"/>
                    <a:gd name="T3" fmla="*/ 1 h 28"/>
                    <a:gd name="T4" fmla="*/ 14 w 28"/>
                    <a:gd name="T5" fmla="*/ 0 h 28"/>
                    <a:gd name="T6" fmla="*/ 9 w 28"/>
                    <a:gd name="T7" fmla="*/ 1 h 28"/>
                    <a:gd name="T8" fmla="*/ 5 w 28"/>
                    <a:gd name="T9" fmla="*/ 4 h 28"/>
                    <a:gd name="T10" fmla="*/ 1 w 28"/>
                    <a:gd name="T11" fmla="*/ 8 h 28"/>
                    <a:gd name="T12" fmla="*/ 0 w 28"/>
                    <a:gd name="T13" fmla="*/ 14 h 28"/>
                    <a:gd name="T14" fmla="*/ 1 w 28"/>
                    <a:gd name="T15" fmla="*/ 19 h 28"/>
                    <a:gd name="T16" fmla="*/ 5 w 28"/>
                    <a:gd name="T17" fmla="*/ 23 h 28"/>
                    <a:gd name="T18" fmla="*/ 9 w 28"/>
                    <a:gd name="T19" fmla="*/ 26 h 28"/>
                    <a:gd name="T20" fmla="*/ 14 w 28"/>
                    <a:gd name="T21" fmla="*/ 28 h 28"/>
                    <a:gd name="T22" fmla="*/ 20 w 28"/>
                    <a:gd name="T23" fmla="*/ 26 h 28"/>
                    <a:gd name="T24" fmla="*/ 24 w 28"/>
                    <a:gd name="T25" fmla="*/ 23 h 28"/>
                    <a:gd name="T26" fmla="*/ 27 w 28"/>
                    <a:gd name="T27" fmla="*/ 19 h 28"/>
                    <a:gd name="T28" fmla="*/ 28 w 28"/>
                    <a:gd name="T29" fmla="*/ 14 h 28"/>
                    <a:gd name="T30" fmla="*/ 27 w 28"/>
                    <a:gd name="T31" fmla="*/ 8 h 28"/>
                    <a:gd name="T32" fmla="*/ 24 w 28"/>
                    <a:gd name="T33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8" h="28">
                      <a:moveTo>
                        <a:pt x="24" y="4"/>
                      </a:moveTo>
                      <a:lnTo>
                        <a:pt x="20" y="1"/>
                      </a:lnTo>
                      <a:lnTo>
                        <a:pt x="14" y="0"/>
                      </a:lnTo>
                      <a:lnTo>
                        <a:pt x="9" y="1"/>
                      </a:lnTo>
                      <a:lnTo>
                        <a:pt x="5" y="4"/>
                      </a:lnTo>
                      <a:lnTo>
                        <a:pt x="1" y="8"/>
                      </a:lnTo>
                      <a:lnTo>
                        <a:pt x="0" y="14"/>
                      </a:lnTo>
                      <a:lnTo>
                        <a:pt x="1" y="19"/>
                      </a:lnTo>
                      <a:lnTo>
                        <a:pt x="5" y="23"/>
                      </a:lnTo>
                      <a:lnTo>
                        <a:pt x="9" y="26"/>
                      </a:lnTo>
                      <a:lnTo>
                        <a:pt x="14" y="28"/>
                      </a:lnTo>
                      <a:lnTo>
                        <a:pt x="20" y="26"/>
                      </a:lnTo>
                      <a:lnTo>
                        <a:pt x="24" y="23"/>
                      </a:lnTo>
                      <a:lnTo>
                        <a:pt x="27" y="19"/>
                      </a:lnTo>
                      <a:lnTo>
                        <a:pt x="28" y="14"/>
                      </a:lnTo>
                      <a:lnTo>
                        <a:pt x="27" y="8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541D9A7-A6CE-40A2-9228-FA82EF27609E}"/>
              </a:ext>
            </a:extLst>
          </p:cNvPr>
          <p:cNvGrpSpPr/>
          <p:nvPr/>
        </p:nvGrpSpPr>
        <p:grpSpPr>
          <a:xfrm flipH="1">
            <a:off x="9666514" y="3689173"/>
            <a:ext cx="2525486" cy="3171649"/>
            <a:chOff x="-2861" y="5931257"/>
            <a:chExt cx="4014423" cy="5041543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EABA0BE-EAD5-4B1E-9839-C1383ED153F5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6C59E51-033C-470B-8C70-10BECB9A8170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76" name="Oval 75">
            <a:extLst>
              <a:ext uri="{FF2B5EF4-FFF2-40B4-BE49-F238E27FC236}">
                <a16:creationId xmlns:a16="http://schemas.microsoft.com/office/drawing/2014/main" id="{3DEDAFAC-9CBA-47C0-A96C-71A377B551E8}"/>
              </a:ext>
            </a:extLst>
          </p:cNvPr>
          <p:cNvSpPr/>
          <p:nvPr/>
        </p:nvSpPr>
        <p:spPr>
          <a:xfrm>
            <a:off x="-752273" y="4544763"/>
            <a:ext cx="1352524" cy="135252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8EB20052-94AF-48A4-AE49-E5CF25C26874}"/>
              </a:ext>
            </a:extLst>
          </p:cNvPr>
          <p:cNvSpPr/>
          <p:nvPr/>
        </p:nvSpPr>
        <p:spPr>
          <a:xfrm>
            <a:off x="555443" y="4173785"/>
            <a:ext cx="331901" cy="33190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7405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8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8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8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8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2" dur="75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5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" presetClass="entr" presetSubtype="32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1" dur="7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-8.67362E-19 -2.59259E-6 L -8.67362E-19 0.02847 " pathEditMode="relative" rAng="0" ptsTypes="AA">
                                          <p:cBhvr>
                                            <p:cTn id="47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-4.58333E-6 1.11111E-6 L -4.58333E-6 0.02847 " pathEditMode="relative" rAng="0" ptsTypes="AA">
                                          <p:cBhvr>
                                            <p:cTn id="53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/>
          <p:bldP spid="43" grpId="1"/>
          <p:bldP spid="76" grpId="0" animBg="1"/>
          <p:bldP spid="76" grpId="1" animBg="1"/>
          <p:bldP spid="77" grpId="0" animBg="1"/>
          <p:bldP spid="7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8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8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8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8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2" dur="75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5" dur="75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" presetClass="entr" presetSubtype="32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1" dur="75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decel="100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Motion origin="layout" path="M -8.67362E-19 -2.59259E-6 L -8.67362E-19 0.02847 " pathEditMode="relative" rAng="0" ptsTypes="AA">
                                          <p:cBhvr>
                                            <p:cTn id="47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-4.58333E-6 1.11111E-6 L -4.58333E-6 0.02847 " pathEditMode="relative" rAng="0" ptsTypes="AA">
                                          <p:cBhvr>
                                            <p:cTn id="53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/>
          <p:bldP spid="43" grpId="1"/>
          <p:bldP spid="76" grpId="0" animBg="1"/>
          <p:bldP spid="76" grpId="1" animBg="1"/>
          <p:bldP spid="77" grpId="0" animBg="1"/>
          <p:bldP spid="77" grpId="1" animBg="1"/>
        </p:bldLst>
      </p:timing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9CEC77EB-BA03-4309-9673-3EFA01333D23}"/>
              </a:ext>
            </a:extLst>
          </p:cNvPr>
          <p:cNvSpPr/>
          <p:nvPr/>
        </p:nvSpPr>
        <p:spPr>
          <a:xfrm flipH="1">
            <a:off x="6846661" y="5575612"/>
            <a:ext cx="1958126" cy="467311"/>
          </a:xfrm>
          <a:custGeom>
            <a:avLst/>
            <a:gdLst>
              <a:gd name="connsiteX0" fmla="*/ 2485 w 2314596"/>
              <a:gd name="connsiteY0" fmla="*/ 162288 h 545544"/>
              <a:gd name="connsiteX1" fmla="*/ 1116910 w 2314596"/>
              <a:gd name="connsiteY1" fmla="*/ 363 h 545544"/>
              <a:gd name="connsiteX2" fmla="*/ 2269435 w 2314596"/>
              <a:gd name="connsiteY2" fmla="*/ 200388 h 545544"/>
              <a:gd name="connsiteX3" fmla="*/ 2040835 w 2314596"/>
              <a:gd name="connsiteY3" fmla="*/ 371838 h 545544"/>
              <a:gd name="connsiteX4" fmla="*/ 1659835 w 2314596"/>
              <a:gd name="connsiteY4" fmla="*/ 343263 h 545544"/>
              <a:gd name="connsiteX5" fmla="*/ 1431235 w 2314596"/>
              <a:gd name="connsiteY5" fmla="*/ 543288 h 545544"/>
              <a:gd name="connsiteX6" fmla="*/ 2485 w 2314596"/>
              <a:gd name="connsiteY6" fmla="*/ 162288 h 545544"/>
              <a:gd name="connsiteX0" fmla="*/ 7443 w 2319554"/>
              <a:gd name="connsiteY0" fmla="*/ 163931 h 547187"/>
              <a:gd name="connsiteX1" fmla="*/ 1121868 w 2319554"/>
              <a:gd name="connsiteY1" fmla="*/ 2006 h 547187"/>
              <a:gd name="connsiteX2" fmla="*/ 2274393 w 2319554"/>
              <a:gd name="connsiteY2" fmla="*/ 202031 h 547187"/>
              <a:gd name="connsiteX3" fmla="*/ 2045793 w 2319554"/>
              <a:gd name="connsiteY3" fmla="*/ 373481 h 547187"/>
              <a:gd name="connsiteX4" fmla="*/ 1664793 w 2319554"/>
              <a:gd name="connsiteY4" fmla="*/ 344906 h 547187"/>
              <a:gd name="connsiteX5" fmla="*/ 1436193 w 2319554"/>
              <a:gd name="connsiteY5" fmla="*/ 544931 h 547187"/>
              <a:gd name="connsiteX6" fmla="*/ 7443 w 2319554"/>
              <a:gd name="connsiteY6" fmla="*/ 163931 h 547187"/>
              <a:gd name="connsiteX0" fmla="*/ 14975 w 2327086"/>
              <a:gd name="connsiteY0" fmla="*/ 163237 h 546493"/>
              <a:gd name="connsiteX1" fmla="*/ 1129400 w 2327086"/>
              <a:gd name="connsiteY1" fmla="*/ 1312 h 546493"/>
              <a:gd name="connsiteX2" fmla="*/ 2281925 w 2327086"/>
              <a:gd name="connsiteY2" fmla="*/ 201337 h 546493"/>
              <a:gd name="connsiteX3" fmla="*/ 2053325 w 2327086"/>
              <a:gd name="connsiteY3" fmla="*/ 372787 h 546493"/>
              <a:gd name="connsiteX4" fmla="*/ 1672325 w 2327086"/>
              <a:gd name="connsiteY4" fmla="*/ 344212 h 546493"/>
              <a:gd name="connsiteX5" fmla="*/ 1443725 w 2327086"/>
              <a:gd name="connsiteY5" fmla="*/ 544237 h 546493"/>
              <a:gd name="connsiteX6" fmla="*/ 14975 w 2327086"/>
              <a:gd name="connsiteY6" fmla="*/ 163237 h 546493"/>
              <a:gd name="connsiteX0" fmla="*/ 14975 w 2327086"/>
              <a:gd name="connsiteY0" fmla="*/ 162472 h 545728"/>
              <a:gd name="connsiteX1" fmla="*/ 1129400 w 2327086"/>
              <a:gd name="connsiteY1" fmla="*/ 547 h 545728"/>
              <a:gd name="connsiteX2" fmla="*/ 2281925 w 2327086"/>
              <a:gd name="connsiteY2" fmla="*/ 200572 h 545728"/>
              <a:gd name="connsiteX3" fmla="*/ 2053325 w 2327086"/>
              <a:gd name="connsiteY3" fmla="*/ 372022 h 545728"/>
              <a:gd name="connsiteX4" fmla="*/ 1672325 w 2327086"/>
              <a:gd name="connsiteY4" fmla="*/ 343447 h 545728"/>
              <a:gd name="connsiteX5" fmla="*/ 1443725 w 2327086"/>
              <a:gd name="connsiteY5" fmla="*/ 543472 h 545728"/>
              <a:gd name="connsiteX6" fmla="*/ 14975 w 2327086"/>
              <a:gd name="connsiteY6" fmla="*/ 162472 h 545728"/>
              <a:gd name="connsiteX0" fmla="*/ 20336 w 2332447"/>
              <a:gd name="connsiteY0" fmla="*/ 162472 h 545728"/>
              <a:gd name="connsiteX1" fmla="*/ 1134761 w 2332447"/>
              <a:gd name="connsiteY1" fmla="*/ 547 h 545728"/>
              <a:gd name="connsiteX2" fmla="*/ 2287286 w 2332447"/>
              <a:gd name="connsiteY2" fmla="*/ 200572 h 545728"/>
              <a:gd name="connsiteX3" fmla="*/ 2058686 w 2332447"/>
              <a:gd name="connsiteY3" fmla="*/ 372022 h 545728"/>
              <a:gd name="connsiteX4" fmla="*/ 1677686 w 2332447"/>
              <a:gd name="connsiteY4" fmla="*/ 343447 h 545728"/>
              <a:gd name="connsiteX5" fmla="*/ 1449086 w 2332447"/>
              <a:gd name="connsiteY5" fmla="*/ 543472 h 545728"/>
              <a:gd name="connsiteX6" fmla="*/ 20336 w 2332447"/>
              <a:gd name="connsiteY6" fmla="*/ 162472 h 545728"/>
              <a:gd name="connsiteX0" fmla="*/ 21162 w 2333273"/>
              <a:gd name="connsiteY0" fmla="*/ 162472 h 543472"/>
              <a:gd name="connsiteX1" fmla="*/ 1135587 w 2333273"/>
              <a:gd name="connsiteY1" fmla="*/ 547 h 543472"/>
              <a:gd name="connsiteX2" fmla="*/ 2288112 w 2333273"/>
              <a:gd name="connsiteY2" fmla="*/ 200572 h 543472"/>
              <a:gd name="connsiteX3" fmla="*/ 2059512 w 2333273"/>
              <a:gd name="connsiteY3" fmla="*/ 372022 h 543472"/>
              <a:gd name="connsiteX4" fmla="*/ 1678512 w 2333273"/>
              <a:gd name="connsiteY4" fmla="*/ 343447 h 543472"/>
              <a:gd name="connsiteX5" fmla="*/ 1449912 w 2333273"/>
              <a:gd name="connsiteY5" fmla="*/ 543472 h 543472"/>
              <a:gd name="connsiteX6" fmla="*/ 21162 w 2333273"/>
              <a:gd name="connsiteY6" fmla="*/ 162472 h 543472"/>
              <a:gd name="connsiteX0" fmla="*/ 20008 w 2332119"/>
              <a:gd name="connsiteY0" fmla="*/ 162472 h 544515"/>
              <a:gd name="connsiteX1" fmla="*/ 1134433 w 2332119"/>
              <a:gd name="connsiteY1" fmla="*/ 547 h 544515"/>
              <a:gd name="connsiteX2" fmla="*/ 2286958 w 2332119"/>
              <a:gd name="connsiteY2" fmla="*/ 200572 h 544515"/>
              <a:gd name="connsiteX3" fmla="*/ 2058358 w 2332119"/>
              <a:gd name="connsiteY3" fmla="*/ 372022 h 544515"/>
              <a:gd name="connsiteX4" fmla="*/ 1677358 w 2332119"/>
              <a:gd name="connsiteY4" fmla="*/ 343447 h 544515"/>
              <a:gd name="connsiteX5" fmla="*/ 1448758 w 2332119"/>
              <a:gd name="connsiteY5" fmla="*/ 543472 h 544515"/>
              <a:gd name="connsiteX6" fmla="*/ 20008 w 2332119"/>
              <a:gd name="connsiteY6" fmla="*/ 162472 h 544515"/>
              <a:gd name="connsiteX0" fmla="*/ 20329 w 2332821"/>
              <a:gd name="connsiteY0" fmla="*/ 162472 h 548800"/>
              <a:gd name="connsiteX1" fmla="*/ 1134754 w 2332821"/>
              <a:gd name="connsiteY1" fmla="*/ 547 h 548800"/>
              <a:gd name="connsiteX2" fmla="*/ 2287279 w 2332821"/>
              <a:gd name="connsiteY2" fmla="*/ 200572 h 548800"/>
              <a:gd name="connsiteX3" fmla="*/ 2058679 w 2332821"/>
              <a:gd name="connsiteY3" fmla="*/ 372022 h 548800"/>
              <a:gd name="connsiteX4" fmla="*/ 1655454 w 2332821"/>
              <a:gd name="connsiteY4" fmla="*/ 384722 h 548800"/>
              <a:gd name="connsiteX5" fmla="*/ 1449079 w 2332821"/>
              <a:gd name="connsiteY5" fmla="*/ 543472 h 548800"/>
              <a:gd name="connsiteX6" fmla="*/ 20329 w 2332821"/>
              <a:gd name="connsiteY6" fmla="*/ 162472 h 548800"/>
              <a:gd name="connsiteX0" fmla="*/ 19565 w 2332057"/>
              <a:gd name="connsiteY0" fmla="*/ 162472 h 543475"/>
              <a:gd name="connsiteX1" fmla="*/ 1133990 w 2332057"/>
              <a:gd name="connsiteY1" fmla="*/ 547 h 543475"/>
              <a:gd name="connsiteX2" fmla="*/ 2286515 w 2332057"/>
              <a:gd name="connsiteY2" fmla="*/ 200572 h 543475"/>
              <a:gd name="connsiteX3" fmla="*/ 2057915 w 2332057"/>
              <a:gd name="connsiteY3" fmla="*/ 372022 h 543475"/>
              <a:gd name="connsiteX4" fmla="*/ 1654690 w 2332057"/>
              <a:gd name="connsiteY4" fmla="*/ 384722 h 543475"/>
              <a:gd name="connsiteX5" fmla="*/ 1448315 w 2332057"/>
              <a:gd name="connsiteY5" fmla="*/ 543472 h 543475"/>
              <a:gd name="connsiteX6" fmla="*/ 19565 w 2332057"/>
              <a:gd name="connsiteY6" fmla="*/ 162472 h 543475"/>
              <a:gd name="connsiteX0" fmla="*/ 20843 w 2333335"/>
              <a:gd name="connsiteY0" fmla="*/ 162472 h 543813"/>
              <a:gd name="connsiteX1" fmla="*/ 1135268 w 2333335"/>
              <a:gd name="connsiteY1" fmla="*/ 547 h 543813"/>
              <a:gd name="connsiteX2" fmla="*/ 2287793 w 2333335"/>
              <a:gd name="connsiteY2" fmla="*/ 200572 h 543813"/>
              <a:gd name="connsiteX3" fmla="*/ 2059193 w 2333335"/>
              <a:gd name="connsiteY3" fmla="*/ 372022 h 543813"/>
              <a:gd name="connsiteX4" fmla="*/ 1655968 w 2333335"/>
              <a:gd name="connsiteY4" fmla="*/ 384722 h 543813"/>
              <a:gd name="connsiteX5" fmla="*/ 1449593 w 2333335"/>
              <a:gd name="connsiteY5" fmla="*/ 543472 h 543813"/>
              <a:gd name="connsiteX6" fmla="*/ 20843 w 2333335"/>
              <a:gd name="connsiteY6" fmla="*/ 162472 h 543813"/>
              <a:gd name="connsiteX0" fmla="*/ 20843 w 2327163"/>
              <a:gd name="connsiteY0" fmla="*/ 162472 h 543813"/>
              <a:gd name="connsiteX1" fmla="*/ 1135268 w 2327163"/>
              <a:gd name="connsiteY1" fmla="*/ 547 h 543813"/>
              <a:gd name="connsiteX2" fmla="*/ 2287793 w 2327163"/>
              <a:gd name="connsiteY2" fmla="*/ 200572 h 543813"/>
              <a:gd name="connsiteX3" fmla="*/ 2059193 w 2327163"/>
              <a:gd name="connsiteY3" fmla="*/ 372022 h 543813"/>
              <a:gd name="connsiteX4" fmla="*/ 1655968 w 2327163"/>
              <a:gd name="connsiteY4" fmla="*/ 384722 h 543813"/>
              <a:gd name="connsiteX5" fmla="*/ 1449593 w 2327163"/>
              <a:gd name="connsiteY5" fmla="*/ 543472 h 543813"/>
              <a:gd name="connsiteX6" fmla="*/ 20843 w 2327163"/>
              <a:gd name="connsiteY6" fmla="*/ 162472 h 543813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297526"/>
              <a:gd name="connsiteY0" fmla="*/ 162460 h 543801"/>
              <a:gd name="connsiteX1" fmla="*/ 1135268 w 2297526"/>
              <a:gd name="connsiteY1" fmla="*/ 535 h 543801"/>
              <a:gd name="connsiteX2" fmla="*/ 2259218 w 2297526"/>
              <a:gd name="connsiteY2" fmla="*/ 184685 h 543801"/>
              <a:gd name="connsiteX3" fmla="*/ 2059193 w 2297526"/>
              <a:gd name="connsiteY3" fmla="*/ 372010 h 543801"/>
              <a:gd name="connsiteX4" fmla="*/ 1655968 w 2297526"/>
              <a:gd name="connsiteY4" fmla="*/ 384710 h 543801"/>
              <a:gd name="connsiteX5" fmla="*/ 1449593 w 2297526"/>
              <a:gd name="connsiteY5" fmla="*/ 543460 h 543801"/>
              <a:gd name="connsiteX6" fmla="*/ 20843 w 2297526"/>
              <a:gd name="connsiteY6" fmla="*/ 162460 h 543801"/>
              <a:gd name="connsiteX0" fmla="*/ 20843 w 2268377"/>
              <a:gd name="connsiteY0" fmla="*/ 162460 h 543801"/>
              <a:gd name="connsiteX1" fmla="*/ 1135268 w 2268377"/>
              <a:gd name="connsiteY1" fmla="*/ 535 h 543801"/>
              <a:gd name="connsiteX2" fmla="*/ 2259218 w 2268377"/>
              <a:gd name="connsiteY2" fmla="*/ 184685 h 543801"/>
              <a:gd name="connsiteX3" fmla="*/ 1655968 w 2268377"/>
              <a:gd name="connsiteY3" fmla="*/ 384710 h 543801"/>
              <a:gd name="connsiteX4" fmla="*/ 1449593 w 2268377"/>
              <a:gd name="connsiteY4" fmla="*/ 543460 h 543801"/>
              <a:gd name="connsiteX5" fmla="*/ 20843 w 2268377"/>
              <a:gd name="connsiteY5" fmla="*/ 162460 h 543801"/>
              <a:gd name="connsiteX0" fmla="*/ 20843 w 2278632"/>
              <a:gd name="connsiteY0" fmla="*/ 162460 h 543801"/>
              <a:gd name="connsiteX1" fmla="*/ 1135268 w 2278632"/>
              <a:gd name="connsiteY1" fmla="*/ 535 h 543801"/>
              <a:gd name="connsiteX2" fmla="*/ 2259218 w 2278632"/>
              <a:gd name="connsiteY2" fmla="*/ 184685 h 543801"/>
              <a:gd name="connsiteX3" fmla="*/ 1655968 w 2278632"/>
              <a:gd name="connsiteY3" fmla="*/ 384710 h 543801"/>
              <a:gd name="connsiteX4" fmla="*/ 1449593 w 2278632"/>
              <a:gd name="connsiteY4" fmla="*/ 543460 h 543801"/>
              <a:gd name="connsiteX5" fmla="*/ 20843 w 2278632"/>
              <a:gd name="connsiteY5" fmla="*/ 162460 h 543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78632" h="543801">
                <a:moveTo>
                  <a:pt x="20843" y="162460"/>
                </a:moveTo>
                <a:cubicBezTo>
                  <a:pt x="222455" y="8472"/>
                  <a:pt x="762206" y="-3169"/>
                  <a:pt x="1135268" y="535"/>
                </a:cubicBezTo>
                <a:cubicBezTo>
                  <a:pt x="1508330" y="4239"/>
                  <a:pt x="2124810" y="69856"/>
                  <a:pt x="2259218" y="184685"/>
                </a:cubicBezTo>
                <a:cubicBezTo>
                  <a:pt x="2393626" y="299514"/>
                  <a:pt x="1790905" y="324914"/>
                  <a:pt x="1655968" y="384710"/>
                </a:cubicBezTo>
                <a:cubicBezTo>
                  <a:pt x="1521031" y="444506"/>
                  <a:pt x="1760214" y="532877"/>
                  <a:pt x="1449593" y="543460"/>
                </a:cubicBezTo>
                <a:cubicBezTo>
                  <a:pt x="1138972" y="554043"/>
                  <a:pt x="-180769" y="316448"/>
                  <a:pt x="20843" y="16246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52000">
                <a:schemeClr val="accent2">
                  <a:alpha val="44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1BB5349-33E6-4380-BF4D-8EB92787FBBF}"/>
              </a:ext>
            </a:extLst>
          </p:cNvPr>
          <p:cNvGrpSpPr/>
          <p:nvPr/>
        </p:nvGrpSpPr>
        <p:grpSpPr>
          <a:xfrm>
            <a:off x="7133096" y="3174983"/>
            <a:ext cx="1381257" cy="2691986"/>
            <a:chOff x="6736203" y="6779219"/>
            <a:chExt cx="1115985" cy="2174987"/>
          </a:xfrm>
        </p:grpSpPr>
        <p:sp>
          <p:nvSpPr>
            <p:cNvPr id="19" name="Freeform 123">
              <a:extLst>
                <a:ext uri="{FF2B5EF4-FFF2-40B4-BE49-F238E27FC236}">
                  <a16:creationId xmlns:a16="http://schemas.microsoft.com/office/drawing/2014/main" id="{66FDCDCE-71EE-45E6-8566-455B3CFC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7086" y="6859907"/>
              <a:ext cx="750989" cy="1282041"/>
            </a:xfrm>
            <a:custGeom>
              <a:avLst/>
              <a:gdLst>
                <a:gd name="T0" fmla="*/ 206 w 427"/>
                <a:gd name="T1" fmla="*/ 11 h 657"/>
                <a:gd name="T2" fmla="*/ 413 w 427"/>
                <a:gd name="T3" fmla="*/ 60 h 657"/>
                <a:gd name="T4" fmla="*/ 410 w 427"/>
                <a:gd name="T5" fmla="*/ 569 h 657"/>
                <a:gd name="T6" fmla="*/ 306 w 427"/>
                <a:gd name="T7" fmla="*/ 644 h 657"/>
                <a:gd name="T8" fmla="*/ 42 w 427"/>
                <a:gd name="T9" fmla="*/ 617 h 657"/>
                <a:gd name="T10" fmla="*/ 21 w 427"/>
                <a:gd name="T11" fmla="*/ 53 h 657"/>
                <a:gd name="T12" fmla="*/ 206 w 427"/>
                <a:gd name="T13" fmla="*/ 11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7" h="657">
                  <a:moveTo>
                    <a:pt x="206" y="11"/>
                  </a:moveTo>
                  <a:cubicBezTo>
                    <a:pt x="371" y="2"/>
                    <a:pt x="399" y="37"/>
                    <a:pt x="413" y="60"/>
                  </a:cubicBezTo>
                  <a:cubicBezTo>
                    <a:pt x="427" y="83"/>
                    <a:pt x="422" y="501"/>
                    <a:pt x="410" y="569"/>
                  </a:cubicBezTo>
                  <a:cubicBezTo>
                    <a:pt x="397" y="637"/>
                    <a:pt x="369" y="645"/>
                    <a:pt x="306" y="644"/>
                  </a:cubicBezTo>
                  <a:cubicBezTo>
                    <a:pt x="244" y="643"/>
                    <a:pt x="84" y="657"/>
                    <a:pt x="42" y="617"/>
                  </a:cubicBezTo>
                  <a:cubicBezTo>
                    <a:pt x="0" y="576"/>
                    <a:pt x="6" y="107"/>
                    <a:pt x="21" y="53"/>
                  </a:cubicBezTo>
                  <a:cubicBezTo>
                    <a:pt x="36" y="0"/>
                    <a:pt x="167" y="13"/>
                    <a:pt x="206" y="1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4">
              <a:extLst>
                <a:ext uri="{FF2B5EF4-FFF2-40B4-BE49-F238E27FC236}">
                  <a16:creationId xmlns:a16="http://schemas.microsoft.com/office/drawing/2014/main" id="{64A60376-5289-4461-BC7D-799FE9F5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466" y="6945975"/>
              <a:ext cx="710612" cy="1192388"/>
            </a:xfrm>
            <a:custGeom>
              <a:avLst/>
              <a:gdLst>
                <a:gd name="T0" fmla="*/ 384 w 404"/>
                <a:gd name="T1" fmla="*/ 374 h 611"/>
                <a:gd name="T2" fmla="*/ 402 w 404"/>
                <a:gd name="T3" fmla="*/ 366 h 611"/>
                <a:gd name="T4" fmla="*/ 392 w 404"/>
                <a:gd name="T5" fmla="*/ 278 h 611"/>
                <a:gd name="T6" fmla="*/ 395 w 404"/>
                <a:gd name="T7" fmla="*/ 229 h 611"/>
                <a:gd name="T8" fmla="*/ 356 w 404"/>
                <a:gd name="T9" fmla="*/ 209 h 611"/>
                <a:gd name="T10" fmla="*/ 375 w 404"/>
                <a:gd name="T11" fmla="*/ 75 h 611"/>
                <a:gd name="T12" fmla="*/ 343 w 404"/>
                <a:gd name="T13" fmla="*/ 10 h 611"/>
                <a:gd name="T14" fmla="*/ 243 w 404"/>
                <a:gd name="T15" fmla="*/ 25 h 611"/>
                <a:gd name="T16" fmla="*/ 155 w 404"/>
                <a:gd name="T17" fmla="*/ 18 h 611"/>
                <a:gd name="T18" fmla="*/ 83 w 404"/>
                <a:gd name="T19" fmla="*/ 2 h 611"/>
                <a:gd name="T20" fmla="*/ 35 w 404"/>
                <a:gd name="T21" fmla="*/ 206 h 611"/>
                <a:gd name="T22" fmla="*/ 18 w 404"/>
                <a:gd name="T23" fmla="*/ 348 h 611"/>
                <a:gd name="T24" fmla="*/ 46 w 404"/>
                <a:gd name="T25" fmla="*/ 583 h 611"/>
                <a:gd name="T26" fmla="*/ 295 w 404"/>
                <a:gd name="T27" fmla="*/ 600 h 611"/>
                <a:gd name="T28" fmla="*/ 370 w 404"/>
                <a:gd name="T29" fmla="*/ 586 h 611"/>
                <a:gd name="T30" fmla="*/ 384 w 404"/>
                <a:gd name="T31" fmla="*/ 374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4" h="611">
                  <a:moveTo>
                    <a:pt x="384" y="374"/>
                  </a:moveTo>
                  <a:cubicBezTo>
                    <a:pt x="387" y="369"/>
                    <a:pt x="396" y="366"/>
                    <a:pt x="402" y="366"/>
                  </a:cubicBezTo>
                  <a:cubicBezTo>
                    <a:pt x="394" y="337"/>
                    <a:pt x="383" y="309"/>
                    <a:pt x="392" y="278"/>
                  </a:cubicBezTo>
                  <a:cubicBezTo>
                    <a:pt x="398" y="261"/>
                    <a:pt x="404" y="241"/>
                    <a:pt x="395" y="229"/>
                  </a:cubicBezTo>
                  <a:cubicBezTo>
                    <a:pt x="387" y="215"/>
                    <a:pt x="356" y="220"/>
                    <a:pt x="356" y="209"/>
                  </a:cubicBezTo>
                  <a:cubicBezTo>
                    <a:pt x="357" y="163"/>
                    <a:pt x="383" y="124"/>
                    <a:pt x="375" y="75"/>
                  </a:cubicBezTo>
                  <a:cubicBezTo>
                    <a:pt x="370" y="50"/>
                    <a:pt x="368" y="18"/>
                    <a:pt x="343" y="10"/>
                  </a:cubicBezTo>
                  <a:cubicBezTo>
                    <a:pt x="309" y="0"/>
                    <a:pt x="280" y="34"/>
                    <a:pt x="243" y="25"/>
                  </a:cubicBezTo>
                  <a:cubicBezTo>
                    <a:pt x="212" y="16"/>
                    <a:pt x="183" y="27"/>
                    <a:pt x="155" y="18"/>
                  </a:cubicBezTo>
                  <a:cubicBezTo>
                    <a:pt x="130" y="12"/>
                    <a:pt x="107" y="4"/>
                    <a:pt x="83" y="2"/>
                  </a:cubicBezTo>
                  <a:cubicBezTo>
                    <a:pt x="0" y="32"/>
                    <a:pt x="58" y="149"/>
                    <a:pt x="35" y="206"/>
                  </a:cubicBezTo>
                  <a:cubicBezTo>
                    <a:pt x="20" y="245"/>
                    <a:pt x="5" y="302"/>
                    <a:pt x="18" y="348"/>
                  </a:cubicBezTo>
                  <a:cubicBezTo>
                    <a:pt x="42" y="425"/>
                    <a:pt x="27" y="505"/>
                    <a:pt x="46" y="583"/>
                  </a:cubicBezTo>
                  <a:cubicBezTo>
                    <a:pt x="103" y="611"/>
                    <a:pt x="239" y="599"/>
                    <a:pt x="295" y="600"/>
                  </a:cubicBezTo>
                  <a:cubicBezTo>
                    <a:pt x="329" y="601"/>
                    <a:pt x="353" y="598"/>
                    <a:pt x="370" y="586"/>
                  </a:cubicBezTo>
                  <a:cubicBezTo>
                    <a:pt x="382" y="518"/>
                    <a:pt x="372" y="446"/>
                    <a:pt x="384" y="374"/>
                  </a:cubicBezTo>
                  <a:close/>
                </a:path>
              </a:pathLst>
            </a:custGeom>
            <a:solidFill>
              <a:srgbClr val="8B8A8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25">
              <a:extLst>
                <a:ext uri="{FF2B5EF4-FFF2-40B4-BE49-F238E27FC236}">
                  <a16:creationId xmlns:a16="http://schemas.microsoft.com/office/drawing/2014/main" id="{DE61B672-E30F-46CE-99D3-43CB15EF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7509" y="7406791"/>
              <a:ext cx="258405" cy="505644"/>
            </a:xfrm>
            <a:custGeom>
              <a:avLst/>
              <a:gdLst>
                <a:gd name="T0" fmla="*/ 147 w 147"/>
                <a:gd name="T1" fmla="*/ 21 h 259"/>
                <a:gd name="T2" fmla="*/ 134 w 147"/>
                <a:gd name="T3" fmla="*/ 111 h 259"/>
                <a:gd name="T4" fmla="*/ 104 w 147"/>
                <a:gd name="T5" fmla="*/ 130 h 259"/>
                <a:gd name="T6" fmla="*/ 99 w 147"/>
                <a:gd name="T7" fmla="*/ 172 h 259"/>
                <a:gd name="T8" fmla="*/ 59 w 147"/>
                <a:gd name="T9" fmla="*/ 255 h 259"/>
                <a:gd name="T10" fmla="*/ 1 w 147"/>
                <a:gd name="T11" fmla="*/ 126 h 259"/>
                <a:gd name="T12" fmla="*/ 132 w 147"/>
                <a:gd name="T13" fmla="*/ 0 h 259"/>
                <a:gd name="T14" fmla="*/ 147 w 147"/>
                <a:gd name="T15" fmla="*/ 2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259">
                  <a:moveTo>
                    <a:pt x="147" y="21"/>
                  </a:move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20" y="129"/>
                    <a:pt x="104" y="130"/>
                  </a:cubicBezTo>
                  <a:cubicBezTo>
                    <a:pt x="104" y="130"/>
                    <a:pt x="104" y="163"/>
                    <a:pt x="99" y="172"/>
                  </a:cubicBezTo>
                  <a:cubicBezTo>
                    <a:pt x="94" y="181"/>
                    <a:pt x="64" y="259"/>
                    <a:pt x="59" y="255"/>
                  </a:cubicBezTo>
                  <a:cubicBezTo>
                    <a:pt x="0" y="206"/>
                    <a:pt x="1" y="126"/>
                    <a:pt x="1" y="126"/>
                  </a:cubicBezTo>
                  <a:cubicBezTo>
                    <a:pt x="1" y="126"/>
                    <a:pt x="50" y="29"/>
                    <a:pt x="132" y="0"/>
                  </a:cubicBezTo>
                  <a:lnTo>
                    <a:pt x="147" y="21"/>
                  </a:ln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26">
              <a:extLst>
                <a:ext uri="{FF2B5EF4-FFF2-40B4-BE49-F238E27FC236}">
                  <a16:creationId xmlns:a16="http://schemas.microsoft.com/office/drawing/2014/main" id="{4ADCD616-5593-49D9-953B-E98C612D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101" y="7448032"/>
              <a:ext cx="134048" cy="335304"/>
            </a:xfrm>
            <a:custGeom>
              <a:avLst/>
              <a:gdLst>
                <a:gd name="T0" fmla="*/ 0 w 76"/>
                <a:gd name="T1" fmla="*/ 104 h 172"/>
                <a:gd name="T2" fmla="*/ 52 w 76"/>
                <a:gd name="T3" fmla="*/ 12 h 172"/>
                <a:gd name="T4" fmla="*/ 76 w 76"/>
                <a:gd name="T5" fmla="*/ 0 h 172"/>
                <a:gd name="T6" fmla="*/ 73 w 76"/>
                <a:gd name="T7" fmla="*/ 90 h 172"/>
                <a:gd name="T8" fmla="*/ 43 w 76"/>
                <a:gd name="T9" fmla="*/ 109 h 172"/>
                <a:gd name="T10" fmla="*/ 38 w 76"/>
                <a:gd name="T11" fmla="*/ 151 h 172"/>
                <a:gd name="T12" fmla="*/ 29 w 76"/>
                <a:gd name="T13" fmla="*/ 172 h 172"/>
                <a:gd name="T14" fmla="*/ 0 w 76"/>
                <a:gd name="T15" fmla="*/ 10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72">
                  <a:moveTo>
                    <a:pt x="0" y="104"/>
                  </a:moveTo>
                  <a:cubicBezTo>
                    <a:pt x="53" y="99"/>
                    <a:pt x="47" y="48"/>
                    <a:pt x="52" y="12"/>
                  </a:cubicBezTo>
                  <a:cubicBezTo>
                    <a:pt x="55" y="7"/>
                    <a:pt x="70" y="2"/>
                    <a:pt x="76" y="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73" y="90"/>
                    <a:pt x="59" y="108"/>
                    <a:pt x="43" y="109"/>
                  </a:cubicBezTo>
                  <a:cubicBezTo>
                    <a:pt x="43" y="109"/>
                    <a:pt x="43" y="142"/>
                    <a:pt x="38" y="151"/>
                  </a:cubicBezTo>
                  <a:cubicBezTo>
                    <a:pt x="36" y="154"/>
                    <a:pt x="33" y="162"/>
                    <a:pt x="29" y="172"/>
                  </a:cubicBezTo>
                  <a:cubicBezTo>
                    <a:pt x="25" y="147"/>
                    <a:pt x="18" y="124"/>
                    <a:pt x="0" y="104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27">
              <a:extLst>
                <a:ext uri="{FF2B5EF4-FFF2-40B4-BE49-F238E27FC236}">
                  <a16:creationId xmlns:a16="http://schemas.microsoft.com/office/drawing/2014/main" id="{D4ADDE9E-04EE-408B-B12C-D1C15A6B2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3659" y="7424722"/>
              <a:ext cx="209954" cy="466197"/>
            </a:xfrm>
            <a:custGeom>
              <a:avLst/>
              <a:gdLst>
                <a:gd name="T0" fmla="*/ 1 w 120"/>
                <a:gd name="T1" fmla="*/ 117 h 239"/>
                <a:gd name="T2" fmla="*/ 119 w 120"/>
                <a:gd name="T3" fmla="*/ 0 h 239"/>
                <a:gd name="T4" fmla="*/ 120 w 120"/>
                <a:gd name="T5" fmla="*/ 6 h 239"/>
                <a:gd name="T6" fmla="*/ 20 w 120"/>
                <a:gd name="T7" fmla="*/ 121 h 239"/>
                <a:gd name="T8" fmla="*/ 61 w 120"/>
                <a:gd name="T9" fmla="*/ 232 h 239"/>
                <a:gd name="T10" fmla="*/ 56 w 120"/>
                <a:gd name="T11" fmla="*/ 239 h 239"/>
                <a:gd name="T12" fmla="*/ 1 w 120"/>
                <a:gd name="T13" fmla="*/ 117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239">
                  <a:moveTo>
                    <a:pt x="1" y="117"/>
                  </a:moveTo>
                  <a:cubicBezTo>
                    <a:pt x="1" y="117"/>
                    <a:pt x="42" y="27"/>
                    <a:pt x="119" y="0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73" y="31"/>
                    <a:pt x="25" y="73"/>
                    <a:pt x="20" y="121"/>
                  </a:cubicBezTo>
                  <a:cubicBezTo>
                    <a:pt x="13" y="159"/>
                    <a:pt x="36" y="197"/>
                    <a:pt x="61" y="232"/>
                  </a:cubicBezTo>
                  <a:cubicBezTo>
                    <a:pt x="58" y="237"/>
                    <a:pt x="56" y="239"/>
                    <a:pt x="56" y="239"/>
                  </a:cubicBezTo>
                  <a:cubicBezTo>
                    <a:pt x="0" y="192"/>
                    <a:pt x="1" y="117"/>
                    <a:pt x="1" y="117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28">
              <a:extLst>
                <a:ext uri="{FF2B5EF4-FFF2-40B4-BE49-F238E27FC236}">
                  <a16:creationId xmlns:a16="http://schemas.microsoft.com/office/drawing/2014/main" id="{ECC9DE13-90E4-4E2A-B011-658125128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6203" y="7591477"/>
              <a:ext cx="221259" cy="129101"/>
            </a:xfrm>
            <a:custGeom>
              <a:avLst/>
              <a:gdLst>
                <a:gd name="T0" fmla="*/ 120 w 126"/>
                <a:gd name="T1" fmla="*/ 51 h 66"/>
                <a:gd name="T2" fmla="*/ 100 w 126"/>
                <a:gd name="T3" fmla="*/ 21 h 66"/>
                <a:gd name="T4" fmla="*/ 16 w 126"/>
                <a:gd name="T5" fmla="*/ 12 h 66"/>
                <a:gd name="T6" fmla="*/ 17 w 126"/>
                <a:gd name="T7" fmla="*/ 50 h 66"/>
                <a:gd name="T8" fmla="*/ 68 w 126"/>
                <a:gd name="T9" fmla="*/ 45 h 66"/>
                <a:gd name="T10" fmla="*/ 120 w 126"/>
                <a:gd name="T11" fmla="*/ 5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66">
                  <a:moveTo>
                    <a:pt x="120" y="51"/>
                  </a:moveTo>
                  <a:cubicBezTo>
                    <a:pt x="126" y="43"/>
                    <a:pt x="118" y="31"/>
                    <a:pt x="100" y="21"/>
                  </a:cubicBezTo>
                  <a:cubicBezTo>
                    <a:pt x="82" y="11"/>
                    <a:pt x="32" y="0"/>
                    <a:pt x="16" y="12"/>
                  </a:cubicBezTo>
                  <a:cubicBezTo>
                    <a:pt x="0" y="24"/>
                    <a:pt x="0" y="50"/>
                    <a:pt x="17" y="50"/>
                  </a:cubicBezTo>
                  <a:cubicBezTo>
                    <a:pt x="33" y="50"/>
                    <a:pt x="45" y="38"/>
                    <a:pt x="68" y="45"/>
                  </a:cubicBezTo>
                  <a:cubicBezTo>
                    <a:pt x="83" y="50"/>
                    <a:pt x="110" y="66"/>
                    <a:pt x="120" y="51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29">
              <a:extLst>
                <a:ext uri="{FF2B5EF4-FFF2-40B4-BE49-F238E27FC236}">
                  <a16:creationId xmlns:a16="http://schemas.microsoft.com/office/drawing/2014/main" id="{9017823B-F3DF-4D42-9CEC-828D2FD7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893" y="7618373"/>
              <a:ext cx="37146" cy="59172"/>
            </a:xfrm>
            <a:custGeom>
              <a:avLst/>
              <a:gdLst>
                <a:gd name="T0" fmla="*/ 12 w 21"/>
                <a:gd name="T1" fmla="*/ 3 h 30"/>
                <a:gd name="T2" fmla="*/ 21 w 21"/>
                <a:gd name="T3" fmla="*/ 0 h 30"/>
                <a:gd name="T4" fmla="*/ 11 w 21"/>
                <a:gd name="T5" fmla="*/ 30 h 30"/>
                <a:gd name="T6" fmla="*/ 12 w 21"/>
                <a:gd name="T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12" y="3"/>
                  </a:moveTo>
                  <a:cubicBezTo>
                    <a:pt x="14" y="1"/>
                    <a:pt x="17" y="0"/>
                    <a:pt x="21" y="0"/>
                  </a:cubicBezTo>
                  <a:cubicBezTo>
                    <a:pt x="14" y="8"/>
                    <a:pt x="9" y="19"/>
                    <a:pt x="11" y="30"/>
                  </a:cubicBezTo>
                  <a:cubicBezTo>
                    <a:pt x="0" y="29"/>
                    <a:pt x="1" y="11"/>
                    <a:pt x="12" y="3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30">
              <a:extLst>
                <a:ext uri="{FF2B5EF4-FFF2-40B4-BE49-F238E27FC236}">
                  <a16:creationId xmlns:a16="http://schemas.microsoft.com/office/drawing/2014/main" id="{F8F4772E-16F7-4FBB-A180-B207AD06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4093" y="7406791"/>
              <a:ext cx="260020" cy="505644"/>
            </a:xfrm>
            <a:custGeom>
              <a:avLst/>
              <a:gdLst>
                <a:gd name="T0" fmla="*/ 0 w 148"/>
                <a:gd name="T1" fmla="*/ 21 h 259"/>
                <a:gd name="T2" fmla="*/ 13 w 148"/>
                <a:gd name="T3" fmla="*/ 111 h 259"/>
                <a:gd name="T4" fmla="*/ 44 w 148"/>
                <a:gd name="T5" fmla="*/ 130 h 259"/>
                <a:gd name="T6" fmla="*/ 54 w 148"/>
                <a:gd name="T7" fmla="*/ 192 h 259"/>
                <a:gd name="T8" fmla="*/ 88 w 148"/>
                <a:gd name="T9" fmla="*/ 255 h 259"/>
                <a:gd name="T10" fmla="*/ 146 w 148"/>
                <a:gd name="T11" fmla="*/ 126 h 259"/>
                <a:gd name="T12" fmla="*/ 16 w 148"/>
                <a:gd name="T13" fmla="*/ 0 h 259"/>
                <a:gd name="T14" fmla="*/ 0 w 148"/>
                <a:gd name="T15" fmla="*/ 2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259">
                  <a:moveTo>
                    <a:pt x="0" y="21"/>
                  </a:move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28" y="129"/>
                    <a:pt x="44" y="130"/>
                  </a:cubicBezTo>
                  <a:cubicBezTo>
                    <a:pt x="44" y="130"/>
                    <a:pt x="49" y="182"/>
                    <a:pt x="54" y="192"/>
                  </a:cubicBezTo>
                  <a:cubicBezTo>
                    <a:pt x="59" y="201"/>
                    <a:pt x="84" y="259"/>
                    <a:pt x="88" y="255"/>
                  </a:cubicBezTo>
                  <a:cubicBezTo>
                    <a:pt x="148" y="206"/>
                    <a:pt x="146" y="126"/>
                    <a:pt x="146" y="126"/>
                  </a:cubicBezTo>
                  <a:cubicBezTo>
                    <a:pt x="146" y="126"/>
                    <a:pt x="98" y="29"/>
                    <a:pt x="16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31">
              <a:extLst>
                <a:ext uri="{FF2B5EF4-FFF2-40B4-BE49-F238E27FC236}">
                  <a16:creationId xmlns:a16="http://schemas.microsoft.com/office/drawing/2014/main" id="{C9A1616D-5CEB-42B5-BE15-44273508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1858" y="7448032"/>
              <a:ext cx="132432" cy="344268"/>
            </a:xfrm>
            <a:custGeom>
              <a:avLst/>
              <a:gdLst>
                <a:gd name="T0" fmla="*/ 76 w 76"/>
                <a:gd name="T1" fmla="*/ 104 h 177"/>
                <a:gd name="T2" fmla="*/ 24 w 76"/>
                <a:gd name="T3" fmla="*/ 12 h 177"/>
                <a:gd name="T4" fmla="*/ 0 w 76"/>
                <a:gd name="T5" fmla="*/ 0 h 177"/>
                <a:gd name="T6" fmla="*/ 3 w 76"/>
                <a:gd name="T7" fmla="*/ 90 h 177"/>
                <a:gd name="T8" fmla="*/ 34 w 76"/>
                <a:gd name="T9" fmla="*/ 109 h 177"/>
                <a:gd name="T10" fmla="*/ 44 w 76"/>
                <a:gd name="T11" fmla="*/ 171 h 177"/>
                <a:gd name="T12" fmla="*/ 48 w 76"/>
                <a:gd name="T13" fmla="*/ 172 h 177"/>
                <a:gd name="T14" fmla="*/ 76 w 76"/>
                <a:gd name="T15" fmla="*/ 10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77">
                  <a:moveTo>
                    <a:pt x="76" y="104"/>
                  </a:moveTo>
                  <a:cubicBezTo>
                    <a:pt x="24" y="99"/>
                    <a:pt x="30" y="48"/>
                    <a:pt x="24" y="12"/>
                  </a:cubicBezTo>
                  <a:cubicBezTo>
                    <a:pt x="21" y="7"/>
                    <a:pt x="7" y="2"/>
                    <a:pt x="0" y="0"/>
                  </a:cubicBezTo>
                  <a:cubicBezTo>
                    <a:pt x="3" y="90"/>
                    <a:pt x="3" y="90"/>
                    <a:pt x="3" y="90"/>
                  </a:cubicBezTo>
                  <a:cubicBezTo>
                    <a:pt x="3" y="90"/>
                    <a:pt x="18" y="108"/>
                    <a:pt x="34" y="109"/>
                  </a:cubicBezTo>
                  <a:cubicBezTo>
                    <a:pt x="34" y="109"/>
                    <a:pt x="39" y="161"/>
                    <a:pt x="44" y="171"/>
                  </a:cubicBezTo>
                  <a:cubicBezTo>
                    <a:pt x="46" y="173"/>
                    <a:pt x="46" y="177"/>
                    <a:pt x="48" y="172"/>
                  </a:cubicBezTo>
                  <a:cubicBezTo>
                    <a:pt x="52" y="147"/>
                    <a:pt x="59" y="124"/>
                    <a:pt x="76" y="104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32">
              <a:extLst>
                <a:ext uri="{FF2B5EF4-FFF2-40B4-BE49-F238E27FC236}">
                  <a16:creationId xmlns:a16="http://schemas.microsoft.com/office/drawing/2014/main" id="{4C8C078E-372D-4F46-A0BC-64C47AFB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6394" y="7424722"/>
              <a:ext cx="211569" cy="466197"/>
            </a:xfrm>
            <a:custGeom>
              <a:avLst/>
              <a:gdLst>
                <a:gd name="T0" fmla="*/ 119 w 120"/>
                <a:gd name="T1" fmla="*/ 117 h 239"/>
                <a:gd name="T2" fmla="*/ 0 w 120"/>
                <a:gd name="T3" fmla="*/ 0 h 239"/>
                <a:gd name="T4" fmla="*/ 0 w 120"/>
                <a:gd name="T5" fmla="*/ 6 h 239"/>
                <a:gd name="T6" fmla="*/ 100 w 120"/>
                <a:gd name="T7" fmla="*/ 121 h 239"/>
                <a:gd name="T8" fmla="*/ 58 w 120"/>
                <a:gd name="T9" fmla="*/ 232 h 239"/>
                <a:gd name="T10" fmla="*/ 64 w 120"/>
                <a:gd name="T11" fmla="*/ 239 h 239"/>
                <a:gd name="T12" fmla="*/ 119 w 120"/>
                <a:gd name="T13" fmla="*/ 117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239">
                  <a:moveTo>
                    <a:pt x="119" y="117"/>
                  </a:moveTo>
                  <a:cubicBezTo>
                    <a:pt x="119" y="117"/>
                    <a:pt x="77" y="27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7" y="31"/>
                    <a:pt x="95" y="73"/>
                    <a:pt x="100" y="121"/>
                  </a:cubicBezTo>
                  <a:cubicBezTo>
                    <a:pt x="106" y="159"/>
                    <a:pt x="84" y="197"/>
                    <a:pt x="58" y="232"/>
                  </a:cubicBezTo>
                  <a:cubicBezTo>
                    <a:pt x="61" y="237"/>
                    <a:pt x="63" y="239"/>
                    <a:pt x="64" y="239"/>
                  </a:cubicBezTo>
                  <a:cubicBezTo>
                    <a:pt x="120" y="192"/>
                    <a:pt x="119" y="117"/>
                    <a:pt x="119" y="117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33">
              <a:extLst>
                <a:ext uri="{FF2B5EF4-FFF2-40B4-BE49-F238E27FC236}">
                  <a16:creationId xmlns:a16="http://schemas.microsoft.com/office/drawing/2014/main" id="{8BF6083C-F376-49B4-B0F8-2685F92D1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2544" y="7591477"/>
              <a:ext cx="219644" cy="129101"/>
            </a:xfrm>
            <a:custGeom>
              <a:avLst/>
              <a:gdLst>
                <a:gd name="T0" fmla="*/ 5 w 125"/>
                <a:gd name="T1" fmla="*/ 51 h 66"/>
                <a:gd name="T2" fmla="*/ 25 w 125"/>
                <a:gd name="T3" fmla="*/ 21 h 66"/>
                <a:gd name="T4" fmla="*/ 110 w 125"/>
                <a:gd name="T5" fmla="*/ 12 h 66"/>
                <a:gd name="T6" fmla="*/ 109 w 125"/>
                <a:gd name="T7" fmla="*/ 50 h 66"/>
                <a:gd name="T8" fmla="*/ 57 w 125"/>
                <a:gd name="T9" fmla="*/ 45 h 66"/>
                <a:gd name="T10" fmla="*/ 5 w 125"/>
                <a:gd name="T11" fmla="*/ 5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" h="66">
                  <a:moveTo>
                    <a:pt x="5" y="51"/>
                  </a:moveTo>
                  <a:cubicBezTo>
                    <a:pt x="0" y="43"/>
                    <a:pt x="7" y="31"/>
                    <a:pt x="25" y="21"/>
                  </a:cubicBezTo>
                  <a:cubicBezTo>
                    <a:pt x="43" y="11"/>
                    <a:pt x="94" y="0"/>
                    <a:pt x="110" y="12"/>
                  </a:cubicBezTo>
                  <a:cubicBezTo>
                    <a:pt x="125" y="24"/>
                    <a:pt x="125" y="50"/>
                    <a:pt x="109" y="50"/>
                  </a:cubicBezTo>
                  <a:cubicBezTo>
                    <a:pt x="93" y="50"/>
                    <a:pt x="81" y="38"/>
                    <a:pt x="57" y="45"/>
                  </a:cubicBezTo>
                  <a:cubicBezTo>
                    <a:pt x="43" y="50"/>
                    <a:pt x="16" y="66"/>
                    <a:pt x="5" y="51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34">
              <a:extLst>
                <a:ext uri="{FF2B5EF4-FFF2-40B4-BE49-F238E27FC236}">
                  <a16:creationId xmlns:a16="http://schemas.microsoft.com/office/drawing/2014/main" id="{5A534E49-64D9-435A-A2C9-09BC9D81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8582" y="7618373"/>
              <a:ext cx="35531" cy="59172"/>
            </a:xfrm>
            <a:custGeom>
              <a:avLst/>
              <a:gdLst>
                <a:gd name="T0" fmla="*/ 9 w 20"/>
                <a:gd name="T1" fmla="*/ 3 h 30"/>
                <a:gd name="T2" fmla="*/ 0 w 20"/>
                <a:gd name="T3" fmla="*/ 0 h 30"/>
                <a:gd name="T4" fmla="*/ 9 w 20"/>
                <a:gd name="T5" fmla="*/ 30 h 30"/>
                <a:gd name="T6" fmla="*/ 9 w 20"/>
                <a:gd name="T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30">
                  <a:moveTo>
                    <a:pt x="9" y="3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7" y="8"/>
                    <a:pt x="11" y="19"/>
                    <a:pt x="9" y="30"/>
                  </a:cubicBezTo>
                  <a:cubicBezTo>
                    <a:pt x="20" y="29"/>
                    <a:pt x="20" y="11"/>
                    <a:pt x="9" y="3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35">
              <a:extLst>
                <a:ext uri="{FF2B5EF4-FFF2-40B4-BE49-F238E27FC236}">
                  <a16:creationId xmlns:a16="http://schemas.microsoft.com/office/drawing/2014/main" id="{601C2FB0-1671-441E-88E8-808C2090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8767" y="6879631"/>
              <a:ext cx="637937" cy="82481"/>
            </a:xfrm>
            <a:custGeom>
              <a:avLst/>
              <a:gdLst>
                <a:gd name="T0" fmla="*/ 363 w 363"/>
                <a:gd name="T1" fmla="*/ 33 h 42"/>
                <a:gd name="T2" fmla="*/ 181 w 363"/>
                <a:gd name="T3" fmla="*/ 10 h 42"/>
                <a:gd name="T4" fmla="*/ 0 w 363"/>
                <a:gd name="T5" fmla="*/ 42 h 42"/>
                <a:gd name="T6" fmla="*/ 363 w 363"/>
                <a:gd name="T7" fmla="*/ 3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3" h="42">
                  <a:moveTo>
                    <a:pt x="363" y="33"/>
                  </a:moveTo>
                  <a:cubicBezTo>
                    <a:pt x="338" y="17"/>
                    <a:pt x="289" y="4"/>
                    <a:pt x="181" y="10"/>
                  </a:cubicBezTo>
                  <a:cubicBezTo>
                    <a:pt x="144" y="12"/>
                    <a:pt x="27" y="0"/>
                    <a:pt x="0" y="42"/>
                  </a:cubicBezTo>
                  <a:cubicBezTo>
                    <a:pt x="115" y="3"/>
                    <a:pt x="244" y="32"/>
                    <a:pt x="36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36">
              <a:extLst>
                <a:ext uri="{FF2B5EF4-FFF2-40B4-BE49-F238E27FC236}">
                  <a16:creationId xmlns:a16="http://schemas.microsoft.com/office/drawing/2014/main" id="{621BA013-3232-4B45-B7E3-49758A9F1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7086" y="7381688"/>
              <a:ext cx="146968" cy="294062"/>
            </a:xfrm>
            <a:custGeom>
              <a:avLst/>
              <a:gdLst>
                <a:gd name="T0" fmla="*/ 49 w 83"/>
                <a:gd name="T1" fmla="*/ 3 h 151"/>
                <a:gd name="T2" fmla="*/ 82 w 83"/>
                <a:gd name="T3" fmla="*/ 32 h 151"/>
                <a:gd name="T4" fmla="*/ 58 w 83"/>
                <a:gd name="T5" fmla="*/ 83 h 151"/>
                <a:gd name="T6" fmla="*/ 57 w 83"/>
                <a:gd name="T7" fmla="*/ 138 h 151"/>
                <a:gd name="T8" fmla="*/ 34 w 83"/>
                <a:gd name="T9" fmla="*/ 144 h 151"/>
                <a:gd name="T10" fmla="*/ 1 w 83"/>
                <a:gd name="T11" fmla="*/ 65 h 151"/>
                <a:gd name="T12" fmla="*/ 49 w 83"/>
                <a:gd name="T13" fmla="*/ 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151">
                  <a:moveTo>
                    <a:pt x="49" y="3"/>
                  </a:moveTo>
                  <a:cubicBezTo>
                    <a:pt x="63" y="3"/>
                    <a:pt x="80" y="21"/>
                    <a:pt x="82" y="32"/>
                  </a:cubicBezTo>
                  <a:cubicBezTo>
                    <a:pt x="83" y="44"/>
                    <a:pt x="59" y="55"/>
                    <a:pt x="58" y="83"/>
                  </a:cubicBezTo>
                  <a:cubicBezTo>
                    <a:pt x="57" y="111"/>
                    <a:pt x="53" y="132"/>
                    <a:pt x="57" y="138"/>
                  </a:cubicBezTo>
                  <a:cubicBezTo>
                    <a:pt x="61" y="144"/>
                    <a:pt x="43" y="151"/>
                    <a:pt x="34" y="144"/>
                  </a:cubicBezTo>
                  <a:cubicBezTo>
                    <a:pt x="26" y="138"/>
                    <a:pt x="2" y="114"/>
                    <a:pt x="1" y="65"/>
                  </a:cubicBezTo>
                  <a:cubicBezTo>
                    <a:pt x="0" y="43"/>
                    <a:pt x="10" y="0"/>
                    <a:pt x="49" y="3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37">
              <a:extLst>
                <a:ext uri="{FF2B5EF4-FFF2-40B4-BE49-F238E27FC236}">
                  <a16:creationId xmlns:a16="http://schemas.microsoft.com/office/drawing/2014/main" id="{123176F8-BFA9-40C3-BB30-7504CCEB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852" y="7431894"/>
              <a:ext cx="129202" cy="243857"/>
            </a:xfrm>
            <a:custGeom>
              <a:avLst/>
              <a:gdLst>
                <a:gd name="T0" fmla="*/ 25 w 73"/>
                <a:gd name="T1" fmla="*/ 94 h 125"/>
                <a:gd name="T2" fmla="*/ 0 w 73"/>
                <a:gd name="T3" fmla="*/ 85 h 125"/>
                <a:gd name="T4" fmla="*/ 24 w 73"/>
                <a:gd name="T5" fmla="*/ 118 h 125"/>
                <a:gd name="T6" fmla="*/ 47 w 73"/>
                <a:gd name="T7" fmla="*/ 112 h 125"/>
                <a:gd name="T8" fmla="*/ 48 w 73"/>
                <a:gd name="T9" fmla="*/ 57 h 125"/>
                <a:gd name="T10" fmla="*/ 72 w 73"/>
                <a:gd name="T11" fmla="*/ 6 h 125"/>
                <a:gd name="T12" fmla="*/ 70 w 73"/>
                <a:gd name="T13" fmla="*/ 0 h 125"/>
                <a:gd name="T14" fmla="*/ 25 w 73"/>
                <a:gd name="T15" fmla="*/ 9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25">
                  <a:moveTo>
                    <a:pt x="25" y="94"/>
                  </a:moveTo>
                  <a:cubicBezTo>
                    <a:pt x="21" y="98"/>
                    <a:pt x="8" y="93"/>
                    <a:pt x="0" y="85"/>
                  </a:cubicBezTo>
                  <a:cubicBezTo>
                    <a:pt x="8" y="104"/>
                    <a:pt x="19" y="114"/>
                    <a:pt x="24" y="118"/>
                  </a:cubicBezTo>
                  <a:cubicBezTo>
                    <a:pt x="33" y="125"/>
                    <a:pt x="51" y="118"/>
                    <a:pt x="47" y="112"/>
                  </a:cubicBezTo>
                  <a:cubicBezTo>
                    <a:pt x="43" y="106"/>
                    <a:pt x="47" y="85"/>
                    <a:pt x="48" y="57"/>
                  </a:cubicBezTo>
                  <a:cubicBezTo>
                    <a:pt x="49" y="29"/>
                    <a:pt x="73" y="18"/>
                    <a:pt x="72" y="6"/>
                  </a:cubicBezTo>
                  <a:cubicBezTo>
                    <a:pt x="72" y="4"/>
                    <a:pt x="71" y="2"/>
                    <a:pt x="70" y="0"/>
                  </a:cubicBezTo>
                  <a:cubicBezTo>
                    <a:pt x="40" y="17"/>
                    <a:pt x="33" y="16"/>
                    <a:pt x="25" y="94"/>
                  </a:cubicBezTo>
                  <a:close/>
                </a:path>
              </a:pathLst>
            </a:custGeom>
            <a:solidFill>
              <a:srgbClr val="5E626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38">
              <a:extLst>
                <a:ext uri="{FF2B5EF4-FFF2-40B4-BE49-F238E27FC236}">
                  <a16:creationId xmlns:a16="http://schemas.microsoft.com/office/drawing/2014/main" id="{CE39D862-417D-4D99-93AB-924829A7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1002" y="7392447"/>
              <a:ext cx="100132" cy="68136"/>
            </a:xfrm>
            <a:custGeom>
              <a:avLst/>
              <a:gdLst>
                <a:gd name="T0" fmla="*/ 0 w 57"/>
                <a:gd name="T1" fmla="*/ 15 h 35"/>
                <a:gd name="T2" fmla="*/ 30 w 57"/>
                <a:gd name="T3" fmla="*/ 1 h 35"/>
                <a:gd name="T4" fmla="*/ 56 w 57"/>
                <a:gd name="T5" fmla="*/ 25 h 35"/>
                <a:gd name="T6" fmla="*/ 48 w 57"/>
                <a:gd name="T7" fmla="*/ 35 h 35"/>
                <a:gd name="T8" fmla="*/ 0 w 57"/>
                <a:gd name="T9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35">
                  <a:moveTo>
                    <a:pt x="0" y="15"/>
                  </a:moveTo>
                  <a:cubicBezTo>
                    <a:pt x="6" y="6"/>
                    <a:pt x="16" y="0"/>
                    <a:pt x="30" y="1"/>
                  </a:cubicBezTo>
                  <a:cubicBezTo>
                    <a:pt x="41" y="1"/>
                    <a:pt x="55" y="15"/>
                    <a:pt x="56" y="25"/>
                  </a:cubicBezTo>
                  <a:cubicBezTo>
                    <a:pt x="57" y="28"/>
                    <a:pt x="53" y="31"/>
                    <a:pt x="48" y="35"/>
                  </a:cubicBezTo>
                  <a:cubicBezTo>
                    <a:pt x="43" y="15"/>
                    <a:pt x="23" y="5"/>
                    <a:pt x="0" y="15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39">
              <a:extLst>
                <a:ext uri="{FF2B5EF4-FFF2-40B4-BE49-F238E27FC236}">
                  <a16:creationId xmlns:a16="http://schemas.microsoft.com/office/drawing/2014/main" id="{C9BA312F-A2FD-4112-8657-0DFBD78E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717" y="7370930"/>
              <a:ext cx="143738" cy="288684"/>
            </a:xfrm>
            <a:custGeom>
              <a:avLst/>
              <a:gdLst>
                <a:gd name="T0" fmla="*/ 43 w 82"/>
                <a:gd name="T1" fmla="*/ 2 h 148"/>
                <a:gd name="T2" fmla="*/ 5 w 82"/>
                <a:gd name="T3" fmla="*/ 23 h 148"/>
                <a:gd name="T4" fmla="*/ 16 w 82"/>
                <a:gd name="T5" fmla="*/ 78 h 148"/>
                <a:gd name="T6" fmla="*/ 5 w 82"/>
                <a:gd name="T7" fmla="*/ 132 h 148"/>
                <a:gd name="T8" fmla="*/ 26 w 82"/>
                <a:gd name="T9" fmla="*/ 143 h 148"/>
                <a:gd name="T10" fmla="*/ 76 w 82"/>
                <a:gd name="T11" fmla="*/ 73 h 148"/>
                <a:gd name="T12" fmla="*/ 43 w 82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48">
                  <a:moveTo>
                    <a:pt x="43" y="2"/>
                  </a:moveTo>
                  <a:cubicBezTo>
                    <a:pt x="29" y="0"/>
                    <a:pt x="8" y="12"/>
                    <a:pt x="5" y="23"/>
                  </a:cubicBezTo>
                  <a:cubicBezTo>
                    <a:pt x="1" y="34"/>
                    <a:pt x="21" y="50"/>
                    <a:pt x="16" y="78"/>
                  </a:cubicBezTo>
                  <a:cubicBezTo>
                    <a:pt x="11" y="106"/>
                    <a:pt x="10" y="127"/>
                    <a:pt x="5" y="132"/>
                  </a:cubicBezTo>
                  <a:cubicBezTo>
                    <a:pt x="0" y="137"/>
                    <a:pt x="16" y="148"/>
                    <a:pt x="26" y="143"/>
                  </a:cubicBezTo>
                  <a:cubicBezTo>
                    <a:pt x="36" y="139"/>
                    <a:pt x="64" y="121"/>
                    <a:pt x="76" y="73"/>
                  </a:cubicBezTo>
                  <a:cubicBezTo>
                    <a:pt x="82" y="52"/>
                    <a:pt x="81" y="8"/>
                    <a:pt x="43" y="2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40">
              <a:extLst>
                <a:ext uri="{FF2B5EF4-FFF2-40B4-BE49-F238E27FC236}">
                  <a16:creationId xmlns:a16="http://schemas.microsoft.com/office/drawing/2014/main" id="{A78BB797-2685-4AFE-B4A6-2C153AB9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717" y="7406791"/>
              <a:ext cx="100132" cy="252823"/>
            </a:xfrm>
            <a:custGeom>
              <a:avLst/>
              <a:gdLst>
                <a:gd name="T0" fmla="*/ 30 w 57"/>
                <a:gd name="T1" fmla="*/ 101 h 130"/>
                <a:gd name="T2" fmla="*/ 57 w 57"/>
                <a:gd name="T3" fmla="*/ 98 h 130"/>
                <a:gd name="T4" fmla="*/ 26 w 57"/>
                <a:gd name="T5" fmla="*/ 125 h 130"/>
                <a:gd name="T6" fmla="*/ 5 w 57"/>
                <a:gd name="T7" fmla="*/ 114 h 130"/>
                <a:gd name="T8" fmla="*/ 16 w 57"/>
                <a:gd name="T9" fmla="*/ 60 h 130"/>
                <a:gd name="T10" fmla="*/ 5 w 57"/>
                <a:gd name="T11" fmla="*/ 5 h 130"/>
                <a:gd name="T12" fmla="*/ 8 w 57"/>
                <a:gd name="T13" fmla="*/ 0 h 130"/>
                <a:gd name="T14" fmla="*/ 30 w 57"/>
                <a:gd name="T15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130">
                  <a:moveTo>
                    <a:pt x="30" y="101"/>
                  </a:moveTo>
                  <a:cubicBezTo>
                    <a:pt x="33" y="106"/>
                    <a:pt x="48" y="104"/>
                    <a:pt x="57" y="98"/>
                  </a:cubicBezTo>
                  <a:cubicBezTo>
                    <a:pt x="45" y="115"/>
                    <a:pt x="32" y="122"/>
                    <a:pt x="26" y="125"/>
                  </a:cubicBezTo>
                  <a:cubicBezTo>
                    <a:pt x="16" y="130"/>
                    <a:pt x="0" y="119"/>
                    <a:pt x="5" y="114"/>
                  </a:cubicBezTo>
                  <a:cubicBezTo>
                    <a:pt x="10" y="109"/>
                    <a:pt x="11" y="88"/>
                    <a:pt x="16" y="60"/>
                  </a:cubicBezTo>
                  <a:cubicBezTo>
                    <a:pt x="21" y="32"/>
                    <a:pt x="1" y="16"/>
                    <a:pt x="5" y="5"/>
                  </a:cubicBezTo>
                  <a:cubicBezTo>
                    <a:pt x="5" y="4"/>
                    <a:pt x="6" y="2"/>
                    <a:pt x="8" y="0"/>
                  </a:cubicBezTo>
                  <a:cubicBezTo>
                    <a:pt x="33" y="23"/>
                    <a:pt x="40" y="24"/>
                    <a:pt x="30" y="101"/>
                  </a:cubicBezTo>
                  <a:close/>
                </a:path>
              </a:pathLst>
            </a:custGeom>
            <a:solidFill>
              <a:srgbClr val="5E626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41">
              <a:extLst>
                <a:ext uri="{FF2B5EF4-FFF2-40B4-BE49-F238E27FC236}">
                  <a16:creationId xmlns:a16="http://schemas.microsoft.com/office/drawing/2014/main" id="{DA891E24-3D6A-4E32-8A75-4D04E3F1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3097" y="7379896"/>
              <a:ext cx="100132" cy="59172"/>
            </a:xfrm>
            <a:custGeom>
              <a:avLst/>
              <a:gdLst>
                <a:gd name="T0" fmla="*/ 57 w 57"/>
                <a:gd name="T1" fmla="*/ 22 h 31"/>
                <a:gd name="T2" fmla="*/ 31 w 57"/>
                <a:gd name="T3" fmla="*/ 2 h 31"/>
                <a:gd name="T4" fmla="*/ 1 w 57"/>
                <a:gd name="T5" fmla="*/ 19 h 31"/>
                <a:gd name="T6" fmla="*/ 7 w 57"/>
                <a:gd name="T7" fmla="*/ 31 h 31"/>
                <a:gd name="T8" fmla="*/ 57 w 57"/>
                <a:gd name="T9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31">
                  <a:moveTo>
                    <a:pt x="57" y="22"/>
                  </a:moveTo>
                  <a:cubicBezTo>
                    <a:pt x="53" y="12"/>
                    <a:pt x="45" y="4"/>
                    <a:pt x="31" y="2"/>
                  </a:cubicBezTo>
                  <a:cubicBezTo>
                    <a:pt x="21" y="0"/>
                    <a:pt x="4" y="10"/>
                    <a:pt x="1" y="19"/>
                  </a:cubicBezTo>
                  <a:cubicBezTo>
                    <a:pt x="0" y="22"/>
                    <a:pt x="3" y="26"/>
                    <a:pt x="7" y="31"/>
                  </a:cubicBezTo>
                  <a:cubicBezTo>
                    <a:pt x="16" y="12"/>
                    <a:pt x="37" y="7"/>
                    <a:pt x="57" y="22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42">
              <a:extLst>
                <a:ext uri="{FF2B5EF4-FFF2-40B4-BE49-F238E27FC236}">
                  <a16:creationId xmlns:a16="http://schemas.microsoft.com/office/drawing/2014/main" id="{61908CC5-C24F-4950-B8BE-457AE28C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6862" y="7162935"/>
              <a:ext cx="192189" cy="150617"/>
            </a:xfrm>
            <a:custGeom>
              <a:avLst/>
              <a:gdLst>
                <a:gd name="T0" fmla="*/ 2 w 109"/>
                <a:gd name="T1" fmla="*/ 30 h 77"/>
                <a:gd name="T2" fmla="*/ 74 w 109"/>
                <a:gd name="T3" fmla="*/ 0 h 77"/>
                <a:gd name="T4" fmla="*/ 54 w 109"/>
                <a:gd name="T5" fmla="*/ 56 h 77"/>
                <a:gd name="T6" fmla="*/ 2 w 109"/>
                <a:gd name="T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77">
                  <a:moveTo>
                    <a:pt x="2" y="30"/>
                  </a:moveTo>
                  <a:cubicBezTo>
                    <a:pt x="29" y="33"/>
                    <a:pt x="52" y="22"/>
                    <a:pt x="74" y="0"/>
                  </a:cubicBezTo>
                  <a:cubicBezTo>
                    <a:pt x="74" y="0"/>
                    <a:pt x="109" y="34"/>
                    <a:pt x="54" y="56"/>
                  </a:cubicBezTo>
                  <a:cubicBezTo>
                    <a:pt x="0" y="77"/>
                    <a:pt x="2" y="30"/>
                    <a:pt x="2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43">
              <a:extLst>
                <a:ext uri="{FF2B5EF4-FFF2-40B4-BE49-F238E27FC236}">
                  <a16:creationId xmlns:a16="http://schemas.microsoft.com/office/drawing/2014/main" id="{D74AD9F6-8FE5-43ED-B6B2-281B73A9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7594" y="6972870"/>
              <a:ext cx="54911" cy="26897"/>
            </a:xfrm>
            <a:custGeom>
              <a:avLst/>
              <a:gdLst>
                <a:gd name="T0" fmla="*/ 21 w 31"/>
                <a:gd name="T1" fmla="*/ 6 h 13"/>
                <a:gd name="T2" fmla="*/ 31 w 31"/>
                <a:gd name="T3" fmla="*/ 6 h 13"/>
                <a:gd name="T4" fmla="*/ 30 w 31"/>
                <a:gd name="T5" fmla="*/ 11 h 13"/>
                <a:gd name="T6" fmla="*/ 10 w 31"/>
                <a:gd name="T7" fmla="*/ 13 h 13"/>
                <a:gd name="T8" fmla="*/ 0 w 31"/>
                <a:gd name="T9" fmla="*/ 1 h 13"/>
                <a:gd name="T10" fmla="*/ 21 w 31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3">
                  <a:moveTo>
                    <a:pt x="21" y="6"/>
                  </a:moveTo>
                  <a:cubicBezTo>
                    <a:pt x="24" y="8"/>
                    <a:pt x="28" y="8"/>
                    <a:pt x="31" y="6"/>
                  </a:cubicBezTo>
                  <a:cubicBezTo>
                    <a:pt x="31" y="8"/>
                    <a:pt x="30" y="10"/>
                    <a:pt x="30" y="11"/>
                  </a:cubicBezTo>
                  <a:cubicBezTo>
                    <a:pt x="30" y="11"/>
                    <a:pt x="22" y="10"/>
                    <a:pt x="10" y="13"/>
                  </a:cubicBezTo>
                  <a:cubicBezTo>
                    <a:pt x="10" y="13"/>
                    <a:pt x="2" y="7"/>
                    <a:pt x="0" y="1"/>
                  </a:cubicBezTo>
                  <a:cubicBezTo>
                    <a:pt x="7" y="0"/>
                    <a:pt x="14" y="2"/>
                    <a:pt x="21" y="6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44">
              <a:extLst>
                <a:ext uri="{FF2B5EF4-FFF2-40B4-BE49-F238E27FC236}">
                  <a16:creationId xmlns:a16="http://schemas.microsoft.com/office/drawing/2014/main" id="{37B19DA5-1B62-4E6D-B316-B9218338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9518" y="6926250"/>
              <a:ext cx="59757" cy="44827"/>
            </a:xfrm>
            <a:custGeom>
              <a:avLst/>
              <a:gdLst>
                <a:gd name="T0" fmla="*/ 16 w 34"/>
                <a:gd name="T1" fmla="*/ 2 h 23"/>
                <a:gd name="T2" fmla="*/ 34 w 34"/>
                <a:gd name="T3" fmla="*/ 23 h 23"/>
                <a:gd name="T4" fmla="*/ 0 w 34"/>
                <a:gd name="T5" fmla="*/ 0 h 23"/>
                <a:gd name="T6" fmla="*/ 16 w 34"/>
                <a:gd name="T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3">
                  <a:moveTo>
                    <a:pt x="16" y="2"/>
                  </a:moveTo>
                  <a:cubicBezTo>
                    <a:pt x="27" y="4"/>
                    <a:pt x="32" y="14"/>
                    <a:pt x="34" y="23"/>
                  </a:cubicBezTo>
                  <a:cubicBezTo>
                    <a:pt x="24" y="14"/>
                    <a:pt x="13" y="5"/>
                    <a:pt x="0" y="0"/>
                  </a:cubicBezTo>
                  <a:cubicBezTo>
                    <a:pt x="4" y="0"/>
                    <a:pt x="9" y="0"/>
                    <a:pt x="16" y="2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45">
              <a:extLst>
                <a:ext uri="{FF2B5EF4-FFF2-40B4-BE49-F238E27FC236}">
                  <a16:creationId xmlns:a16="http://schemas.microsoft.com/office/drawing/2014/main" id="{007CD435-BF7A-41BF-BC19-CADC8A4B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7838" y="6779219"/>
              <a:ext cx="586256" cy="623986"/>
            </a:xfrm>
            <a:custGeom>
              <a:avLst/>
              <a:gdLst>
                <a:gd name="T0" fmla="*/ 2 w 333"/>
                <a:gd name="T1" fmla="*/ 163 h 320"/>
                <a:gd name="T2" fmla="*/ 169 w 333"/>
                <a:gd name="T3" fmla="*/ 319 h 320"/>
                <a:gd name="T4" fmla="*/ 332 w 333"/>
                <a:gd name="T5" fmla="*/ 158 h 320"/>
                <a:gd name="T6" fmla="*/ 165 w 333"/>
                <a:gd name="T7" fmla="*/ 2 h 320"/>
                <a:gd name="T8" fmla="*/ 2 w 333"/>
                <a:gd name="T9" fmla="*/ 163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3" h="320">
                  <a:moveTo>
                    <a:pt x="2" y="163"/>
                  </a:moveTo>
                  <a:cubicBezTo>
                    <a:pt x="5" y="278"/>
                    <a:pt x="78" y="320"/>
                    <a:pt x="169" y="319"/>
                  </a:cubicBezTo>
                  <a:cubicBezTo>
                    <a:pt x="260" y="317"/>
                    <a:pt x="330" y="279"/>
                    <a:pt x="332" y="158"/>
                  </a:cubicBezTo>
                  <a:cubicBezTo>
                    <a:pt x="333" y="70"/>
                    <a:pt x="256" y="0"/>
                    <a:pt x="165" y="2"/>
                  </a:cubicBezTo>
                  <a:cubicBezTo>
                    <a:pt x="74" y="3"/>
                    <a:pt x="0" y="75"/>
                    <a:pt x="2" y="163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46">
              <a:extLst>
                <a:ext uri="{FF2B5EF4-FFF2-40B4-BE49-F238E27FC236}">
                  <a16:creationId xmlns:a16="http://schemas.microsoft.com/office/drawing/2014/main" id="{6AA1244C-F99D-411C-B639-D460FBEA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1444" y="6879631"/>
              <a:ext cx="41991" cy="30483"/>
            </a:xfrm>
            <a:custGeom>
              <a:avLst/>
              <a:gdLst>
                <a:gd name="T0" fmla="*/ 0 w 24"/>
                <a:gd name="T1" fmla="*/ 12 h 15"/>
                <a:gd name="T2" fmla="*/ 14 w 24"/>
                <a:gd name="T3" fmla="*/ 2 h 15"/>
                <a:gd name="T4" fmla="*/ 24 w 24"/>
                <a:gd name="T5" fmla="*/ 15 h 15"/>
                <a:gd name="T6" fmla="*/ 0 w 24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5">
                  <a:moveTo>
                    <a:pt x="0" y="12"/>
                  </a:moveTo>
                  <a:cubicBezTo>
                    <a:pt x="0" y="12"/>
                    <a:pt x="7" y="3"/>
                    <a:pt x="14" y="2"/>
                  </a:cubicBezTo>
                  <a:cubicBezTo>
                    <a:pt x="22" y="0"/>
                    <a:pt x="24" y="15"/>
                    <a:pt x="24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47">
              <a:extLst>
                <a:ext uri="{FF2B5EF4-FFF2-40B4-BE49-F238E27FC236}">
                  <a16:creationId xmlns:a16="http://schemas.microsoft.com/office/drawing/2014/main" id="{02E738FB-BBBA-4323-970E-DD1578D9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64" y="6883217"/>
              <a:ext cx="16150" cy="23310"/>
            </a:xfrm>
            <a:custGeom>
              <a:avLst/>
              <a:gdLst>
                <a:gd name="T0" fmla="*/ 9 w 9"/>
                <a:gd name="T1" fmla="*/ 0 h 12"/>
                <a:gd name="T2" fmla="*/ 7 w 9"/>
                <a:gd name="T3" fmla="*/ 0 h 12"/>
                <a:gd name="T4" fmla="*/ 0 w 9"/>
                <a:gd name="T5" fmla="*/ 11 h 12"/>
                <a:gd name="T6" fmla="*/ 8 w 9"/>
                <a:gd name="T7" fmla="*/ 12 h 12"/>
                <a:gd name="T8" fmla="*/ 9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4" y="3"/>
                    <a:pt x="1" y="6"/>
                    <a:pt x="0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8"/>
                    <a:pt x="9" y="4"/>
                    <a:pt x="9" y="0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48">
              <a:extLst>
                <a:ext uri="{FF2B5EF4-FFF2-40B4-BE49-F238E27FC236}">
                  <a16:creationId xmlns:a16="http://schemas.microsoft.com/office/drawing/2014/main" id="{418AD58F-770A-4964-8CA8-60BFB2BD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754" y="6897561"/>
              <a:ext cx="54911" cy="75309"/>
            </a:xfrm>
            <a:custGeom>
              <a:avLst/>
              <a:gdLst>
                <a:gd name="T0" fmla="*/ 29 w 31"/>
                <a:gd name="T1" fmla="*/ 6 h 39"/>
                <a:gd name="T2" fmla="*/ 24 w 31"/>
                <a:gd name="T3" fmla="*/ 37 h 39"/>
                <a:gd name="T4" fmla="*/ 2 w 31"/>
                <a:gd name="T5" fmla="*/ 33 h 39"/>
                <a:gd name="T6" fmla="*/ 6 w 31"/>
                <a:gd name="T7" fmla="*/ 2 h 39"/>
                <a:gd name="T8" fmla="*/ 29 w 31"/>
                <a:gd name="T9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9">
                  <a:moveTo>
                    <a:pt x="29" y="6"/>
                  </a:moveTo>
                  <a:cubicBezTo>
                    <a:pt x="31" y="12"/>
                    <a:pt x="29" y="36"/>
                    <a:pt x="24" y="37"/>
                  </a:cubicBezTo>
                  <a:cubicBezTo>
                    <a:pt x="19" y="39"/>
                    <a:pt x="5" y="38"/>
                    <a:pt x="2" y="33"/>
                  </a:cubicBezTo>
                  <a:cubicBezTo>
                    <a:pt x="0" y="28"/>
                    <a:pt x="0" y="3"/>
                    <a:pt x="6" y="2"/>
                  </a:cubicBezTo>
                  <a:cubicBezTo>
                    <a:pt x="12" y="0"/>
                    <a:pt x="28" y="2"/>
                    <a:pt x="29" y="6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49">
              <a:extLst>
                <a:ext uri="{FF2B5EF4-FFF2-40B4-BE49-F238E27FC236}">
                  <a16:creationId xmlns:a16="http://schemas.microsoft.com/office/drawing/2014/main" id="{A2D30361-FE57-4455-8382-839F0787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368" y="6899355"/>
              <a:ext cx="53296" cy="71723"/>
            </a:xfrm>
            <a:custGeom>
              <a:avLst/>
              <a:gdLst>
                <a:gd name="T0" fmla="*/ 28 w 30"/>
                <a:gd name="T1" fmla="*/ 6 h 37"/>
                <a:gd name="T2" fmla="*/ 23 w 30"/>
                <a:gd name="T3" fmla="*/ 36 h 37"/>
                <a:gd name="T4" fmla="*/ 2 w 30"/>
                <a:gd name="T5" fmla="*/ 32 h 37"/>
                <a:gd name="T6" fmla="*/ 5 w 30"/>
                <a:gd name="T7" fmla="*/ 1 h 37"/>
                <a:gd name="T8" fmla="*/ 28 w 30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7">
                  <a:moveTo>
                    <a:pt x="28" y="6"/>
                  </a:moveTo>
                  <a:cubicBezTo>
                    <a:pt x="30" y="12"/>
                    <a:pt x="27" y="34"/>
                    <a:pt x="23" y="36"/>
                  </a:cubicBezTo>
                  <a:cubicBezTo>
                    <a:pt x="18" y="37"/>
                    <a:pt x="4" y="36"/>
                    <a:pt x="2" y="32"/>
                  </a:cubicBezTo>
                  <a:cubicBezTo>
                    <a:pt x="0" y="27"/>
                    <a:pt x="0" y="3"/>
                    <a:pt x="5" y="1"/>
                  </a:cubicBezTo>
                  <a:cubicBezTo>
                    <a:pt x="11" y="0"/>
                    <a:pt x="26" y="2"/>
                    <a:pt x="28" y="6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50">
              <a:extLst>
                <a:ext uri="{FF2B5EF4-FFF2-40B4-BE49-F238E27FC236}">
                  <a16:creationId xmlns:a16="http://schemas.microsoft.com/office/drawing/2014/main" id="{65E41E96-3CF3-4BB1-A6E6-1CEF00E5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598" y="6910113"/>
              <a:ext cx="45221" cy="55586"/>
            </a:xfrm>
            <a:custGeom>
              <a:avLst/>
              <a:gdLst>
                <a:gd name="T0" fmla="*/ 23 w 25"/>
                <a:gd name="T1" fmla="*/ 3 h 29"/>
                <a:gd name="T2" fmla="*/ 19 w 25"/>
                <a:gd name="T3" fmla="*/ 28 h 29"/>
                <a:gd name="T4" fmla="*/ 2 w 25"/>
                <a:gd name="T5" fmla="*/ 25 h 29"/>
                <a:gd name="T6" fmla="*/ 4 w 25"/>
                <a:gd name="T7" fmla="*/ 1 h 29"/>
                <a:gd name="T8" fmla="*/ 23 w 25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9">
                  <a:moveTo>
                    <a:pt x="23" y="3"/>
                  </a:moveTo>
                  <a:cubicBezTo>
                    <a:pt x="25" y="8"/>
                    <a:pt x="23" y="26"/>
                    <a:pt x="19" y="28"/>
                  </a:cubicBezTo>
                  <a:cubicBezTo>
                    <a:pt x="15" y="29"/>
                    <a:pt x="4" y="28"/>
                    <a:pt x="2" y="25"/>
                  </a:cubicBezTo>
                  <a:cubicBezTo>
                    <a:pt x="0" y="21"/>
                    <a:pt x="0" y="2"/>
                    <a:pt x="4" y="1"/>
                  </a:cubicBezTo>
                  <a:cubicBezTo>
                    <a:pt x="9" y="0"/>
                    <a:pt x="22" y="0"/>
                    <a:pt x="23" y="3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51">
              <a:extLst>
                <a:ext uri="{FF2B5EF4-FFF2-40B4-BE49-F238E27FC236}">
                  <a16:creationId xmlns:a16="http://schemas.microsoft.com/office/drawing/2014/main" id="{2C769407-5861-4E32-A5C5-E307EB7F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288" y="6919078"/>
              <a:ext cx="27456" cy="35861"/>
            </a:xfrm>
            <a:custGeom>
              <a:avLst/>
              <a:gdLst>
                <a:gd name="T0" fmla="*/ 14 w 16"/>
                <a:gd name="T1" fmla="*/ 2 h 18"/>
                <a:gd name="T2" fmla="*/ 12 w 16"/>
                <a:gd name="T3" fmla="*/ 18 h 18"/>
                <a:gd name="T4" fmla="*/ 1 w 16"/>
                <a:gd name="T5" fmla="*/ 16 h 18"/>
                <a:gd name="T6" fmla="*/ 2 w 16"/>
                <a:gd name="T7" fmla="*/ 1 h 18"/>
                <a:gd name="T8" fmla="*/ 14 w 16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4" y="2"/>
                  </a:moveTo>
                  <a:cubicBezTo>
                    <a:pt x="16" y="5"/>
                    <a:pt x="14" y="17"/>
                    <a:pt x="12" y="18"/>
                  </a:cubicBezTo>
                  <a:cubicBezTo>
                    <a:pt x="10" y="18"/>
                    <a:pt x="2" y="18"/>
                    <a:pt x="1" y="16"/>
                  </a:cubicBezTo>
                  <a:cubicBezTo>
                    <a:pt x="0" y="13"/>
                    <a:pt x="0" y="1"/>
                    <a:pt x="2" y="1"/>
                  </a:cubicBezTo>
                  <a:cubicBezTo>
                    <a:pt x="5" y="0"/>
                    <a:pt x="14" y="0"/>
                    <a:pt x="14" y="2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52">
              <a:extLst>
                <a:ext uri="{FF2B5EF4-FFF2-40B4-BE49-F238E27FC236}">
                  <a16:creationId xmlns:a16="http://schemas.microsoft.com/office/drawing/2014/main" id="{066087E7-88F6-4FBA-80FC-A817D0DB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1444" y="6911906"/>
              <a:ext cx="11306" cy="14345"/>
            </a:xfrm>
            <a:custGeom>
              <a:avLst/>
              <a:gdLst>
                <a:gd name="T0" fmla="*/ 0 w 7"/>
                <a:gd name="T1" fmla="*/ 8 h 8"/>
                <a:gd name="T2" fmla="*/ 2 w 7"/>
                <a:gd name="T3" fmla="*/ 3 h 8"/>
                <a:gd name="T4" fmla="*/ 7 w 7"/>
                <a:gd name="T5" fmla="*/ 2 h 8"/>
                <a:gd name="T6" fmla="*/ 2 w 7"/>
                <a:gd name="T7" fmla="*/ 4 h 8"/>
                <a:gd name="T8" fmla="*/ 0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0" y="4"/>
                    <a:pt x="2" y="3"/>
                  </a:cubicBezTo>
                  <a:cubicBezTo>
                    <a:pt x="3" y="1"/>
                    <a:pt x="7" y="0"/>
                    <a:pt x="7" y="2"/>
                  </a:cubicBezTo>
                  <a:cubicBezTo>
                    <a:pt x="7" y="4"/>
                    <a:pt x="4" y="3"/>
                    <a:pt x="2" y="4"/>
                  </a:cubicBezTo>
                  <a:cubicBezTo>
                    <a:pt x="0" y="5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53">
              <a:extLst>
                <a:ext uri="{FF2B5EF4-FFF2-40B4-BE49-F238E27FC236}">
                  <a16:creationId xmlns:a16="http://schemas.microsoft.com/office/drawing/2014/main" id="{7E416D64-1E4D-421C-B8AB-14F6B663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5979" y="6913699"/>
              <a:ext cx="6460" cy="3586"/>
            </a:xfrm>
            <a:custGeom>
              <a:avLst/>
              <a:gdLst>
                <a:gd name="T0" fmla="*/ 0 w 3"/>
                <a:gd name="T1" fmla="*/ 1 h 2"/>
                <a:gd name="T2" fmla="*/ 1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54">
              <a:extLst>
                <a:ext uri="{FF2B5EF4-FFF2-40B4-BE49-F238E27FC236}">
                  <a16:creationId xmlns:a16="http://schemas.microsoft.com/office/drawing/2014/main" id="{19F835C4-F4B9-407B-A28A-D07B9E8E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3652" y="6886803"/>
              <a:ext cx="41991" cy="30483"/>
            </a:xfrm>
            <a:custGeom>
              <a:avLst/>
              <a:gdLst>
                <a:gd name="T0" fmla="*/ 24 w 24"/>
                <a:gd name="T1" fmla="*/ 10 h 16"/>
                <a:gd name="T2" fmla="*/ 9 w 24"/>
                <a:gd name="T3" fmla="*/ 0 h 16"/>
                <a:gd name="T4" fmla="*/ 0 w 24"/>
                <a:gd name="T5" fmla="*/ 16 h 16"/>
                <a:gd name="T6" fmla="*/ 24 w 24"/>
                <a:gd name="T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24" y="10"/>
                  </a:moveTo>
                  <a:cubicBezTo>
                    <a:pt x="24" y="10"/>
                    <a:pt x="17" y="1"/>
                    <a:pt x="9" y="0"/>
                  </a:cubicBezTo>
                  <a:cubicBezTo>
                    <a:pt x="1" y="0"/>
                    <a:pt x="0" y="16"/>
                    <a:pt x="0" y="16"/>
                  </a:cubicBezTo>
                  <a:lnTo>
                    <a:pt x="24" y="10"/>
                  </a:ln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55">
              <a:extLst>
                <a:ext uri="{FF2B5EF4-FFF2-40B4-BE49-F238E27FC236}">
                  <a16:creationId xmlns:a16="http://schemas.microsoft.com/office/drawing/2014/main" id="{6D7542FD-68AD-412E-BF39-632D34E4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956" y="6886803"/>
              <a:ext cx="17766" cy="26897"/>
            </a:xfrm>
            <a:custGeom>
              <a:avLst/>
              <a:gdLst>
                <a:gd name="T0" fmla="*/ 0 w 10"/>
                <a:gd name="T1" fmla="*/ 1 h 14"/>
                <a:gd name="T2" fmla="*/ 2 w 10"/>
                <a:gd name="T3" fmla="*/ 0 h 14"/>
                <a:gd name="T4" fmla="*/ 10 w 10"/>
                <a:gd name="T5" fmla="*/ 12 h 14"/>
                <a:gd name="T6" fmla="*/ 2 w 10"/>
                <a:gd name="T7" fmla="*/ 14 h 14"/>
                <a:gd name="T8" fmla="*/ 0 w 10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5" y="4"/>
                    <a:pt x="8" y="7"/>
                    <a:pt x="10" y="1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0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56">
              <a:extLst>
                <a:ext uri="{FF2B5EF4-FFF2-40B4-BE49-F238E27FC236}">
                  <a16:creationId xmlns:a16="http://schemas.microsoft.com/office/drawing/2014/main" id="{52A49EC7-039F-4350-95F5-ACFDEC7A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2036" y="6901147"/>
              <a:ext cx="58141" cy="86067"/>
            </a:xfrm>
            <a:custGeom>
              <a:avLst/>
              <a:gdLst>
                <a:gd name="T0" fmla="*/ 1 w 33"/>
                <a:gd name="T1" fmla="*/ 8 h 44"/>
                <a:gd name="T2" fmla="*/ 9 w 33"/>
                <a:gd name="T3" fmla="*/ 42 h 44"/>
                <a:gd name="T4" fmla="*/ 31 w 33"/>
                <a:gd name="T5" fmla="*/ 36 h 44"/>
                <a:gd name="T6" fmla="*/ 24 w 33"/>
                <a:gd name="T7" fmla="*/ 1 h 44"/>
                <a:gd name="T8" fmla="*/ 1 w 33"/>
                <a:gd name="T9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4">
                  <a:moveTo>
                    <a:pt x="1" y="8"/>
                  </a:moveTo>
                  <a:cubicBezTo>
                    <a:pt x="0" y="15"/>
                    <a:pt x="4" y="40"/>
                    <a:pt x="9" y="42"/>
                  </a:cubicBezTo>
                  <a:cubicBezTo>
                    <a:pt x="14" y="44"/>
                    <a:pt x="29" y="41"/>
                    <a:pt x="31" y="36"/>
                  </a:cubicBezTo>
                  <a:cubicBezTo>
                    <a:pt x="33" y="30"/>
                    <a:pt x="30" y="2"/>
                    <a:pt x="24" y="1"/>
                  </a:cubicBezTo>
                  <a:cubicBezTo>
                    <a:pt x="18" y="0"/>
                    <a:pt x="3" y="3"/>
                    <a:pt x="1" y="8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57">
              <a:extLst>
                <a:ext uri="{FF2B5EF4-FFF2-40B4-BE49-F238E27FC236}">
                  <a16:creationId xmlns:a16="http://schemas.microsoft.com/office/drawing/2014/main" id="{03295CBF-2432-48CA-B3F6-8032B1367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3652" y="6902941"/>
              <a:ext cx="54911" cy="82481"/>
            </a:xfrm>
            <a:custGeom>
              <a:avLst/>
              <a:gdLst>
                <a:gd name="T0" fmla="*/ 1 w 31"/>
                <a:gd name="T1" fmla="*/ 8 h 42"/>
                <a:gd name="T2" fmla="*/ 9 w 31"/>
                <a:gd name="T3" fmla="*/ 40 h 42"/>
                <a:gd name="T4" fmla="*/ 29 w 31"/>
                <a:gd name="T5" fmla="*/ 34 h 42"/>
                <a:gd name="T6" fmla="*/ 23 w 31"/>
                <a:gd name="T7" fmla="*/ 1 h 42"/>
                <a:gd name="T8" fmla="*/ 1 w 31"/>
                <a:gd name="T9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42">
                  <a:moveTo>
                    <a:pt x="1" y="8"/>
                  </a:moveTo>
                  <a:cubicBezTo>
                    <a:pt x="0" y="14"/>
                    <a:pt x="4" y="39"/>
                    <a:pt x="9" y="40"/>
                  </a:cubicBezTo>
                  <a:cubicBezTo>
                    <a:pt x="13" y="42"/>
                    <a:pt x="27" y="39"/>
                    <a:pt x="29" y="34"/>
                  </a:cubicBezTo>
                  <a:cubicBezTo>
                    <a:pt x="31" y="29"/>
                    <a:pt x="29" y="2"/>
                    <a:pt x="23" y="1"/>
                  </a:cubicBezTo>
                  <a:cubicBezTo>
                    <a:pt x="17" y="0"/>
                    <a:pt x="2" y="3"/>
                    <a:pt x="1" y="8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58">
              <a:extLst>
                <a:ext uri="{FF2B5EF4-FFF2-40B4-BE49-F238E27FC236}">
                  <a16:creationId xmlns:a16="http://schemas.microsoft.com/office/drawing/2014/main" id="{8FD87FBE-70EE-4643-BDA1-051BCB70D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6882" y="6913699"/>
              <a:ext cx="46836" cy="64550"/>
            </a:xfrm>
            <a:custGeom>
              <a:avLst/>
              <a:gdLst>
                <a:gd name="T0" fmla="*/ 2 w 26"/>
                <a:gd name="T1" fmla="*/ 5 h 33"/>
                <a:gd name="T2" fmla="*/ 8 w 26"/>
                <a:gd name="T3" fmla="*/ 32 h 33"/>
                <a:gd name="T4" fmla="*/ 25 w 26"/>
                <a:gd name="T5" fmla="*/ 27 h 33"/>
                <a:gd name="T6" fmla="*/ 20 w 26"/>
                <a:gd name="T7" fmla="*/ 1 h 33"/>
                <a:gd name="T8" fmla="*/ 2 w 26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3">
                  <a:moveTo>
                    <a:pt x="2" y="5"/>
                  </a:moveTo>
                  <a:cubicBezTo>
                    <a:pt x="0" y="11"/>
                    <a:pt x="4" y="31"/>
                    <a:pt x="8" y="32"/>
                  </a:cubicBezTo>
                  <a:cubicBezTo>
                    <a:pt x="12" y="33"/>
                    <a:pt x="23" y="31"/>
                    <a:pt x="25" y="27"/>
                  </a:cubicBezTo>
                  <a:cubicBezTo>
                    <a:pt x="26" y="23"/>
                    <a:pt x="25" y="2"/>
                    <a:pt x="20" y="1"/>
                  </a:cubicBezTo>
                  <a:cubicBezTo>
                    <a:pt x="16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59">
              <a:extLst>
                <a:ext uri="{FF2B5EF4-FFF2-40B4-BE49-F238E27FC236}">
                  <a16:creationId xmlns:a16="http://schemas.microsoft.com/office/drawing/2014/main" id="{880533AE-287B-44C0-80B1-6DF69CFD2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6572" y="6924458"/>
              <a:ext cx="27456" cy="41241"/>
            </a:xfrm>
            <a:custGeom>
              <a:avLst/>
              <a:gdLst>
                <a:gd name="T0" fmla="*/ 1 w 16"/>
                <a:gd name="T1" fmla="*/ 3 h 21"/>
                <a:gd name="T2" fmla="*/ 5 w 16"/>
                <a:gd name="T3" fmla="*/ 20 h 21"/>
                <a:gd name="T4" fmla="*/ 15 w 16"/>
                <a:gd name="T5" fmla="*/ 17 h 21"/>
                <a:gd name="T6" fmla="*/ 12 w 16"/>
                <a:gd name="T7" fmla="*/ 0 h 21"/>
                <a:gd name="T8" fmla="*/ 1 w 16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1">
                  <a:moveTo>
                    <a:pt x="1" y="3"/>
                  </a:moveTo>
                  <a:cubicBezTo>
                    <a:pt x="0" y="7"/>
                    <a:pt x="2" y="19"/>
                    <a:pt x="5" y="20"/>
                  </a:cubicBezTo>
                  <a:cubicBezTo>
                    <a:pt x="7" y="21"/>
                    <a:pt x="14" y="20"/>
                    <a:pt x="15" y="17"/>
                  </a:cubicBezTo>
                  <a:cubicBezTo>
                    <a:pt x="16" y="14"/>
                    <a:pt x="15" y="1"/>
                    <a:pt x="12" y="0"/>
                  </a:cubicBezTo>
                  <a:cubicBezTo>
                    <a:pt x="9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60">
              <a:extLst>
                <a:ext uri="{FF2B5EF4-FFF2-40B4-BE49-F238E27FC236}">
                  <a16:creationId xmlns:a16="http://schemas.microsoft.com/office/drawing/2014/main" id="{094B9497-80AB-446C-9F27-FDAA1A0AE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5952" y="6917285"/>
              <a:ext cx="12920" cy="16138"/>
            </a:xfrm>
            <a:custGeom>
              <a:avLst/>
              <a:gdLst>
                <a:gd name="T0" fmla="*/ 7 w 7"/>
                <a:gd name="T1" fmla="*/ 8 h 8"/>
                <a:gd name="T2" fmla="*/ 5 w 7"/>
                <a:gd name="T3" fmla="*/ 2 h 8"/>
                <a:gd name="T4" fmla="*/ 0 w 7"/>
                <a:gd name="T5" fmla="*/ 2 h 8"/>
                <a:gd name="T6" fmla="*/ 5 w 7"/>
                <a:gd name="T7" fmla="*/ 3 h 8"/>
                <a:gd name="T8" fmla="*/ 7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8"/>
                    <a:pt x="7" y="3"/>
                    <a:pt x="5" y="2"/>
                  </a:cubicBezTo>
                  <a:cubicBezTo>
                    <a:pt x="3" y="0"/>
                    <a:pt x="0" y="0"/>
                    <a:pt x="0" y="2"/>
                  </a:cubicBezTo>
                  <a:cubicBezTo>
                    <a:pt x="0" y="4"/>
                    <a:pt x="2" y="2"/>
                    <a:pt x="5" y="3"/>
                  </a:cubicBezTo>
                  <a:cubicBezTo>
                    <a:pt x="7" y="5"/>
                    <a:pt x="7" y="8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61">
              <a:extLst>
                <a:ext uri="{FF2B5EF4-FFF2-40B4-BE49-F238E27FC236}">
                  <a16:creationId xmlns:a16="http://schemas.microsoft.com/office/drawing/2014/main" id="{48591EF9-5C65-43E7-83FB-4152E940C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262" y="6919078"/>
              <a:ext cx="4846" cy="3586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62">
              <a:extLst>
                <a:ext uri="{FF2B5EF4-FFF2-40B4-BE49-F238E27FC236}">
                  <a16:creationId xmlns:a16="http://schemas.microsoft.com/office/drawing/2014/main" id="{5491E242-F7E8-405E-B14B-227126E08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988" y="7089420"/>
              <a:ext cx="568490" cy="313787"/>
            </a:xfrm>
            <a:custGeom>
              <a:avLst/>
              <a:gdLst>
                <a:gd name="T0" fmla="*/ 19 w 323"/>
                <a:gd name="T1" fmla="*/ 79 h 161"/>
                <a:gd name="T2" fmla="*/ 311 w 323"/>
                <a:gd name="T3" fmla="*/ 41 h 161"/>
                <a:gd name="T4" fmla="*/ 323 w 323"/>
                <a:gd name="T5" fmla="*/ 0 h 161"/>
                <a:gd name="T6" fmla="*/ 160 w 323"/>
                <a:gd name="T7" fmla="*/ 160 h 161"/>
                <a:gd name="T8" fmla="*/ 0 w 323"/>
                <a:gd name="T9" fmla="*/ 54 h 161"/>
                <a:gd name="T10" fmla="*/ 19 w 323"/>
                <a:gd name="T11" fmla="*/ 7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3" h="161">
                  <a:moveTo>
                    <a:pt x="19" y="79"/>
                  </a:moveTo>
                  <a:cubicBezTo>
                    <a:pt x="104" y="150"/>
                    <a:pt x="258" y="148"/>
                    <a:pt x="311" y="41"/>
                  </a:cubicBezTo>
                  <a:cubicBezTo>
                    <a:pt x="317" y="28"/>
                    <a:pt x="321" y="14"/>
                    <a:pt x="323" y="0"/>
                  </a:cubicBezTo>
                  <a:cubicBezTo>
                    <a:pt x="321" y="120"/>
                    <a:pt x="251" y="158"/>
                    <a:pt x="160" y="160"/>
                  </a:cubicBezTo>
                  <a:cubicBezTo>
                    <a:pt x="84" y="161"/>
                    <a:pt x="20" y="131"/>
                    <a:pt x="0" y="54"/>
                  </a:cubicBezTo>
                  <a:cubicBezTo>
                    <a:pt x="4" y="63"/>
                    <a:pt x="10" y="72"/>
                    <a:pt x="19" y="79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63">
              <a:extLst>
                <a:ext uri="{FF2B5EF4-FFF2-40B4-BE49-F238E27FC236}">
                  <a16:creationId xmlns:a16="http://schemas.microsoft.com/office/drawing/2014/main" id="{D7154948-81AF-4D14-8A5B-4F2A9DAB2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2815" y="6784599"/>
              <a:ext cx="392452" cy="129101"/>
            </a:xfrm>
            <a:custGeom>
              <a:avLst/>
              <a:gdLst>
                <a:gd name="T0" fmla="*/ 224 w 224"/>
                <a:gd name="T1" fmla="*/ 66 h 66"/>
                <a:gd name="T2" fmla="*/ 18 w 224"/>
                <a:gd name="T3" fmla="*/ 46 h 66"/>
                <a:gd name="T4" fmla="*/ 0 w 224"/>
                <a:gd name="T5" fmla="*/ 54 h 66"/>
                <a:gd name="T6" fmla="*/ 93 w 224"/>
                <a:gd name="T7" fmla="*/ 6 h 66"/>
                <a:gd name="T8" fmla="*/ 224 w 224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66">
                  <a:moveTo>
                    <a:pt x="224" y="66"/>
                  </a:moveTo>
                  <a:cubicBezTo>
                    <a:pt x="164" y="28"/>
                    <a:pt x="85" y="24"/>
                    <a:pt x="18" y="46"/>
                  </a:cubicBezTo>
                  <a:cubicBezTo>
                    <a:pt x="11" y="48"/>
                    <a:pt x="5" y="51"/>
                    <a:pt x="0" y="54"/>
                  </a:cubicBezTo>
                  <a:cubicBezTo>
                    <a:pt x="22" y="28"/>
                    <a:pt x="55" y="10"/>
                    <a:pt x="93" y="6"/>
                  </a:cubicBezTo>
                  <a:cubicBezTo>
                    <a:pt x="148" y="0"/>
                    <a:pt x="198" y="25"/>
                    <a:pt x="224" y="66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64">
              <a:extLst>
                <a:ext uri="{FF2B5EF4-FFF2-40B4-BE49-F238E27FC236}">
                  <a16:creationId xmlns:a16="http://schemas.microsoft.com/office/drawing/2014/main" id="{F0273D15-9FC7-4CE7-9D10-FB2DF3CF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368" y="6827632"/>
              <a:ext cx="499044" cy="532541"/>
            </a:xfrm>
            <a:custGeom>
              <a:avLst/>
              <a:gdLst>
                <a:gd name="T0" fmla="*/ 2 w 284"/>
                <a:gd name="T1" fmla="*/ 138 h 273"/>
                <a:gd name="T2" fmla="*/ 145 w 284"/>
                <a:gd name="T3" fmla="*/ 272 h 273"/>
                <a:gd name="T4" fmla="*/ 284 w 284"/>
                <a:gd name="T5" fmla="*/ 134 h 273"/>
                <a:gd name="T6" fmla="*/ 141 w 284"/>
                <a:gd name="T7" fmla="*/ 1 h 273"/>
                <a:gd name="T8" fmla="*/ 2 w 284"/>
                <a:gd name="T9" fmla="*/ 13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" h="273">
                  <a:moveTo>
                    <a:pt x="2" y="138"/>
                  </a:moveTo>
                  <a:cubicBezTo>
                    <a:pt x="5" y="237"/>
                    <a:pt x="67" y="273"/>
                    <a:pt x="145" y="272"/>
                  </a:cubicBezTo>
                  <a:cubicBezTo>
                    <a:pt x="222" y="270"/>
                    <a:pt x="282" y="238"/>
                    <a:pt x="284" y="134"/>
                  </a:cubicBezTo>
                  <a:cubicBezTo>
                    <a:pt x="284" y="59"/>
                    <a:pt x="219" y="0"/>
                    <a:pt x="141" y="1"/>
                  </a:cubicBezTo>
                  <a:cubicBezTo>
                    <a:pt x="63" y="2"/>
                    <a:pt x="0" y="63"/>
                    <a:pt x="2" y="138"/>
                  </a:cubicBezTo>
                  <a:close/>
                </a:path>
              </a:pathLst>
            </a:custGeom>
            <a:solidFill>
              <a:srgbClr val="6E6D6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65">
              <a:extLst>
                <a:ext uri="{FF2B5EF4-FFF2-40B4-BE49-F238E27FC236}">
                  <a16:creationId xmlns:a16="http://schemas.microsoft.com/office/drawing/2014/main" id="{AFE8C8F4-C6B6-4369-85A9-2DCC1C60D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058" y="6836597"/>
              <a:ext cx="479664" cy="512816"/>
            </a:xfrm>
            <a:custGeom>
              <a:avLst/>
              <a:gdLst>
                <a:gd name="T0" fmla="*/ 2 w 273"/>
                <a:gd name="T1" fmla="*/ 133 h 263"/>
                <a:gd name="T2" fmla="*/ 139 w 273"/>
                <a:gd name="T3" fmla="*/ 261 h 263"/>
                <a:gd name="T4" fmla="*/ 272 w 273"/>
                <a:gd name="T5" fmla="*/ 129 h 263"/>
                <a:gd name="T6" fmla="*/ 135 w 273"/>
                <a:gd name="T7" fmla="*/ 1 h 263"/>
                <a:gd name="T8" fmla="*/ 2 w 273"/>
                <a:gd name="T9" fmla="*/ 13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263">
                  <a:moveTo>
                    <a:pt x="2" y="133"/>
                  </a:moveTo>
                  <a:cubicBezTo>
                    <a:pt x="4" y="228"/>
                    <a:pt x="64" y="263"/>
                    <a:pt x="139" y="261"/>
                  </a:cubicBezTo>
                  <a:cubicBezTo>
                    <a:pt x="214" y="260"/>
                    <a:pt x="271" y="229"/>
                    <a:pt x="272" y="129"/>
                  </a:cubicBezTo>
                  <a:cubicBezTo>
                    <a:pt x="273" y="57"/>
                    <a:pt x="210" y="0"/>
                    <a:pt x="135" y="1"/>
                  </a:cubicBezTo>
                  <a:cubicBezTo>
                    <a:pt x="60" y="2"/>
                    <a:pt x="0" y="61"/>
                    <a:pt x="2" y="133"/>
                  </a:cubicBezTo>
                  <a:close/>
                </a:path>
              </a:pathLst>
            </a:custGeom>
            <a:solidFill>
              <a:srgbClr val="302F2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66">
              <a:extLst>
                <a:ext uri="{FF2B5EF4-FFF2-40B4-BE49-F238E27FC236}">
                  <a16:creationId xmlns:a16="http://schemas.microsoft.com/office/drawing/2014/main" id="{DDE1980C-CEC9-4C1F-B296-D62BC86E4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7904" y="6911906"/>
              <a:ext cx="474818" cy="435715"/>
            </a:xfrm>
            <a:custGeom>
              <a:avLst/>
              <a:gdLst>
                <a:gd name="T0" fmla="*/ 169 w 270"/>
                <a:gd name="T1" fmla="*/ 164 h 224"/>
                <a:gd name="T2" fmla="*/ 230 w 270"/>
                <a:gd name="T3" fmla="*/ 0 h 224"/>
                <a:gd name="T4" fmla="*/ 269 w 270"/>
                <a:gd name="T5" fmla="*/ 91 h 224"/>
                <a:gd name="T6" fmla="*/ 136 w 270"/>
                <a:gd name="T7" fmla="*/ 223 h 224"/>
                <a:gd name="T8" fmla="*/ 0 w 270"/>
                <a:gd name="T9" fmla="*/ 108 h 224"/>
                <a:gd name="T10" fmla="*/ 169 w 270"/>
                <a:gd name="T11" fmla="*/ 16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0" h="224">
                  <a:moveTo>
                    <a:pt x="169" y="164"/>
                  </a:moveTo>
                  <a:cubicBezTo>
                    <a:pt x="236" y="142"/>
                    <a:pt x="255" y="62"/>
                    <a:pt x="230" y="0"/>
                  </a:cubicBezTo>
                  <a:cubicBezTo>
                    <a:pt x="254" y="23"/>
                    <a:pt x="270" y="55"/>
                    <a:pt x="269" y="91"/>
                  </a:cubicBezTo>
                  <a:cubicBezTo>
                    <a:pt x="268" y="191"/>
                    <a:pt x="211" y="222"/>
                    <a:pt x="136" y="223"/>
                  </a:cubicBezTo>
                  <a:cubicBezTo>
                    <a:pt x="65" y="224"/>
                    <a:pt x="7" y="193"/>
                    <a:pt x="0" y="108"/>
                  </a:cubicBezTo>
                  <a:cubicBezTo>
                    <a:pt x="34" y="161"/>
                    <a:pt x="104" y="186"/>
                    <a:pt x="169" y="164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67">
              <a:extLst>
                <a:ext uri="{FF2B5EF4-FFF2-40B4-BE49-F238E27FC236}">
                  <a16:creationId xmlns:a16="http://schemas.microsoft.com/office/drawing/2014/main" id="{BB071EF6-C80C-48DD-B79A-F6CD77AA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35" y="7089420"/>
              <a:ext cx="432828" cy="252823"/>
            </a:xfrm>
            <a:custGeom>
              <a:avLst/>
              <a:gdLst>
                <a:gd name="T0" fmla="*/ 112 w 247"/>
                <a:gd name="T1" fmla="*/ 118 h 130"/>
                <a:gd name="T2" fmla="*/ 247 w 247"/>
                <a:gd name="T3" fmla="*/ 0 h 130"/>
                <a:gd name="T4" fmla="*/ 247 w 247"/>
                <a:gd name="T5" fmla="*/ 0 h 130"/>
                <a:gd name="T6" fmla="*/ 116 w 247"/>
                <a:gd name="T7" fmla="*/ 130 h 130"/>
                <a:gd name="T8" fmla="*/ 0 w 247"/>
                <a:gd name="T9" fmla="*/ 76 h 130"/>
                <a:gd name="T10" fmla="*/ 112 w 247"/>
                <a:gd name="T11" fmla="*/ 11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7" h="130">
                  <a:moveTo>
                    <a:pt x="112" y="118"/>
                  </a:moveTo>
                  <a:cubicBezTo>
                    <a:pt x="184" y="117"/>
                    <a:pt x="241" y="88"/>
                    <a:pt x="247" y="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246" y="98"/>
                    <a:pt x="189" y="129"/>
                    <a:pt x="116" y="130"/>
                  </a:cubicBezTo>
                  <a:cubicBezTo>
                    <a:pt x="66" y="130"/>
                    <a:pt x="24" y="115"/>
                    <a:pt x="0" y="76"/>
                  </a:cubicBezTo>
                  <a:cubicBezTo>
                    <a:pt x="26" y="106"/>
                    <a:pt x="66" y="118"/>
                    <a:pt x="112" y="118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68">
              <a:extLst>
                <a:ext uri="{FF2B5EF4-FFF2-40B4-BE49-F238E27FC236}">
                  <a16:creationId xmlns:a16="http://schemas.microsoft.com/office/drawing/2014/main" id="{931571C0-ADB4-4140-87F7-F3B76174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3500" y="6852735"/>
              <a:ext cx="368226" cy="294062"/>
            </a:xfrm>
            <a:custGeom>
              <a:avLst/>
              <a:gdLst>
                <a:gd name="T0" fmla="*/ 197 w 209"/>
                <a:gd name="T1" fmla="*/ 113 h 151"/>
                <a:gd name="T2" fmla="*/ 105 w 209"/>
                <a:gd name="T3" fmla="*/ 83 h 151"/>
                <a:gd name="T4" fmla="*/ 11 w 209"/>
                <a:gd name="T5" fmla="*/ 56 h 151"/>
                <a:gd name="T6" fmla="*/ 125 w 209"/>
                <a:gd name="T7" fmla="*/ 16 h 151"/>
                <a:gd name="T8" fmla="*/ 197 w 209"/>
                <a:gd name="T9" fmla="*/ 11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" h="151">
                  <a:moveTo>
                    <a:pt x="197" y="113"/>
                  </a:moveTo>
                  <a:cubicBezTo>
                    <a:pt x="185" y="151"/>
                    <a:pt x="156" y="99"/>
                    <a:pt x="105" y="83"/>
                  </a:cubicBezTo>
                  <a:cubicBezTo>
                    <a:pt x="53" y="67"/>
                    <a:pt x="0" y="94"/>
                    <a:pt x="11" y="56"/>
                  </a:cubicBezTo>
                  <a:cubicBezTo>
                    <a:pt x="23" y="18"/>
                    <a:pt x="74" y="0"/>
                    <a:pt x="125" y="16"/>
                  </a:cubicBezTo>
                  <a:cubicBezTo>
                    <a:pt x="176" y="32"/>
                    <a:pt x="209" y="75"/>
                    <a:pt x="197" y="113"/>
                  </a:cubicBezTo>
                  <a:close/>
                </a:path>
              </a:pathLst>
            </a:custGeom>
            <a:solidFill>
              <a:srgbClr val="4A4A4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69">
              <a:extLst>
                <a:ext uri="{FF2B5EF4-FFF2-40B4-BE49-F238E27FC236}">
                  <a16:creationId xmlns:a16="http://schemas.microsoft.com/office/drawing/2014/main" id="{3A3EFBA7-C747-462C-8F82-BDCF14BD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7303" y="6888596"/>
              <a:ext cx="137278" cy="157790"/>
            </a:xfrm>
            <a:custGeom>
              <a:avLst/>
              <a:gdLst>
                <a:gd name="T0" fmla="*/ 75 w 78"/>
                <a:gd name="T1" fmla="*/ 81 h 81"/>
                <a:gd name="T2" fmla="*/ 51 w 78"/>
                <a:gd name="T3" fmla="*/ 18 h 81"/>
                <a:gd name="T4" fmla="*/ 1 w 78"/>
                <a:gd name="T5" fmla="*/ 21 h 81"/>
                <a:gd name="T6" fmla="*/ 43 w 78"/>
                <a:gd name="T7" fmla="*/ 41 h 81"/>
                <a:gd name="T8" fmla="*/ 75 w 78"/>
                <a:gd name="T9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81">
                  <a:moveTo>
                    <a:pt x="75" y="81"/>
                  </a:moveTo>
                  <a:cubicBezTo>
                    <a:pt x="75" y="81"/>
                    <a:pt x="78" y="36"/>
                    <a:pt x="51" y="18"/>
                  </a:cubicBezTo>
                  <a:cubicBezTo>
                    <a:pt x="25" y="0"/>
                    <a:pt x="3" y="11"/>
                    <a:pt x="1" y="21"/>
                  </a:cubicBezTo>
                  <a:cubicBezTo>
                    <a:pt x="0" y="31"/>
                    <a:pt x="22" y="33"/>
                    <a:pt x="43" y="41"/>
                  </a:cubicBezTo>
                  <a:cubicBezTo>
                    <a:pt x="63" y="50"/>
                    <a:pt x="75" y="81"/>
                    <a:pt x="75" y="81"/>
                  </a:cubicBezTo>
                  <a:close/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70">
              <a:extLst>
                <a:ext uri="{FF2B5EF4-FFF2-40B4-BE49-F238E27FC236}">
                  <a16:creationId xmlns:a16="http://schemas.microsoft.com/office/drawing/2014/main" id="{CA60D1FB-2919-42BB-9726-FA0AD014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6552" y="6899355"/>
              <a:ext cx="41991" cy="39447"/>
            </a:xfrm>
            <a:custGeom>
              <a:avLst/>
              <a:gdLst>
                <a:gd name="T0" fmla="*/ 24 w 24"/>
                <a:gd name="T1" fmla="*/ 10 h 20"/>
                <a:gd name="T2" fmla="*/ 12 w 24"/>
                <a:gd name="T3" fmla="*/ 20 h 20"/>
                <a:gd name="T4" fmla="*/ 0 w 24"/>
                <a:gd name="T5" fmla="*/ 10 h 20"/>
                <a:gd name="T6" fmla="*/ 12 w 24"/>
                <a:gd name="T7" fmla="*/ 0 h 20"/>
                <a:gd name="T8" fmla="*/ 24 w 24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1"/>
                    <a:pt x="24" y="5"/>
                    <a:pt x="24" y="10"/>
                  </a:cubicBezTo>
                  <a:close/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71">
              <a:extLst>
                <a:ext uri="{FF2B5EF4-FFF2-40B4-BE49-F238E27FC236}">
                  <a16:creationId xmlns:a16="http://schemas.microsoft.com/office/drawing/2014/main" id="{0AC19384-9F44-490E-9148-9B98E4C7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77" y="7360172"/>
              <a:ext cx="612096" cy="885774"/>
            </a:xfrm>
            <a:custGeom>
              <a:avLst/>
              <a:gdLst>
                <a:gd name="T0" fmla="*/ 78 w 348"/>
                <a:gd name="T1" fmla="*/ 21 h 454"/>
                <a:gd name="T2" fmla="*/ 10 w 348"/>
                <a:gd name="T3" fmla="*/ 48 h 454"/>
                <a:gd name="T4" fmla="*/ 12 w 348"/>
                <a:gd name="T5" fmla="*/ 209 h 454"/>
                <a:gd name="T6" fmla="*/ 13 w 348"/>
                <a:gd name="T7" fmla="*/ 354 h 454"/>
                <a:gd name="T8" fmla="*/ 191 w 348"/>
                <a:gd name="T9" fmla="*/ 440 h 454"/>
                <a:gd name="T10" fmla="*/ 340 w 348"/>
                <a:gd name="T11" fmla="*/ 334 h 454"/>
                <a:gd name="T12" fmla="*/ 338 w 348"/>
                <a:gd name="T13" fmla="*/ 226 h 454"/>
                <a:gd name="T14" fmla="*/ 341 w 348"/>
                <a:gd name="T15" fmla="*/ 79 h 454"/>
                <a:gd name="T16" fmla="*/ 314 w 348"/>
                <a:gd name="T17" fmla="*/ 9 h 454"/>
                <a:gd name="T18" fmla="*/ 78 w 348"/>
                <a:gd name="T19" fmla="*/ 21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8" h="454">
                  <a:moveTo>
                    <a:pt x="78" y="21"/>
                  </a:moveTo>
                  <a:cubicBezTo>
                    <a:pt x="49" y="13"/>
                    <a:pt x="18" y="0"/>
                    <a:pt x="10" y="48"/>
                  </a:cubicBezTo>
                  <a:cubicBezTo>
                    <a:pt x="2" y="97"/>
                    <a:pt x="12" y="179"/>
                    <a:pt x="12" y="209"/>
                  </a:cubicBezTo>
                  <a:cubicBezTo>
                    <a:pt x="11" y="240"/>
                    <a:pt x="0" y="331"/>
                    <a:pt x="13" y="354"/>
                  </a:cubicBezTo>
                  <a:cubicBezTo>
                    <a:pt x="43" y="406"/>
                    <a:pt x="135" y="454"/>
                    <a:pt x="191" y="440"/>
                  </a:cubicBezTo>
                  <a:cubicBezTo>
                    <a:pt x="248" y="426"/>
                    <a:pt x="337" y="395"/>
                    <a:pt x="340" y="334"/>
                  </a:cubicBezTo>
                  <a:cubicBezTo>
                    <a:pt x="342" y="311"/>
                    <a:pt x="337" y="263"/>
                    <a:pt x="338" y="226"/>
                  </a:cubicBezTo>
                  <a:cubicBezTo>
                    <a:pt x="340" y="163"/>
                    <a:pt x="348" y="108"/>
                    <a:pt x="341" y="79"/>
                  </a:cubicBezTo>
                  <a:cubicBezTo>
                    <a:pt x="331" y="34"/>
                    <a:pt x="326" y="15"/>
                    <a:pt x="314" y="9"/>
                  </a:cubicBezTo>
                  <a:cubicBezTo>
                    <a:pt x="302" y="3"/>
                    <a:pt x="129" y="35"/>
                    <a:pt x="78" y="21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72">
              <a:extLst>
                <a:ext uri="{FF2B5EF4-FFF2-40B4-BE49-F238E27FC236}">
                  <a16:creationId xmlns:a16="http://schemas.microsoft.com/office/drawing/2014/main" id="{8CD81314-D88F-48BC-8CCF-5CA8297F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1068" y="7869402"/>
              <a:ext cx="589486" cy="376543"/>
            </a:xfrm>
            <a:custGeom>
              <a:avLst/>
              <a:gdLst>
                <a:gd name="T0" fmla="*/ 3 w 336"/>
                <a:gd name="T1" fmla="*/ 6 h 193"/>
                <a:gd name="T2" fmla="*/ 8 w 336"/>
                <a:gd name="T3" fmla="*/ 93 h 193"/>
                <a:gd name="T4" fmla="*/ 186 w 336"/>
                <a:gd name="T5" fmla="*/ 179 h 193"/>
                <a:gd name="T6" fmla="*/ 335 w 336"/>
                <a:gd name="T7" fmla="*/ 73 h 193"/>
                <a:gd name="T8" fmla="*/ 333 w 336"/>
                <a:gd name="T9" fmla="*/ 0 h 193"/>
                <a:gd name="T10" fmla="*/ 3 w 336"/>
                <a:gd name="T11" fmla="*/ 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6" h="193">
                  <a:moveTo>
                    <a:pt x="3" y="6"/>
                  </a:moveTo>
                  <a:cubicBezTo>
                    <a:pt x="1" y="41"/>
                    <a:pt x="0" y="79"/>
                    <a:pt x="8" y="93"/>
                  </a:cubicBezTo>
                  <a:cubicBezTo>
                    <a:pt x="38" y="145"/>
                    <a:pt x="130" y="193"/>
                    <a:pt x="186" y="179"/>
                  </a:cubicBezTo>
                  <a:cubicBezTo>
                    <a:pt x="243" y="165"/>
                    <a:pt x="332" y="134"/>
                    <a:pt x="335" y="73"/>
                  </a:cubicBezTo>
                  <a:cubicBezTo>
                    <a:pt x="336" y="57"/>
                    <a:pt x="334" y="28"/>
                    <a:pt x="333" y="0"/>
                  </a:cubicBezTo>
                  <a:cubicBezTo>
                    <a:pt x="228" y="25"/>
                    <a:pt x="113" y="12"/>
                    <a:pt x="3" y="6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73">
              <a:extLst>
                <a:ext uri="{FF2B5EF4-FFF2-40B4-BE49-F238E27FC236}">
                  <a16:creationId xmlns:a16="http://schemas.microsoft.com/office/drawing/2014/main" id="{D97B9671-5C47-4779-BF96-3D240639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298" y="7991330"/>
              <a:ext cx="584640" cy="254615"/>
            </a:xfrm>
            <a:custGeom>
              <a:avLst/>
              <a:gdLst>
                <a:gd name="T0" fmla="*/ 152 w 333"/>
                <a:gd name="T1" fmla="*/ 76 h 130"/>
                <a:gd name="T2" fmla="*/ 0 w 333"/>
                <a:gd name="T3" fmla="*/ 0 h 130"/>
                <a:gd name="T4" fmla="*/ 6 w 333"/>
                <a:gd name="T5" fmla="*/ 30 h 130"/>
                <a:gd name="T6" fmla="*/ 184 w 333"/>
                <a:gd name="T7" fmla="*/ 116 h 130"/>
                <a:gd name="T8" fmla="*/ 333 w 333"/>
                <a:gd name="T9" fmla="*/ 10 h 130"/>
                <a:gd name="T10" fmla="*/ 333 w 333"/>
                <a:gd name="T11" fmla="*/ 8 h 130"/>
                <a:gd name="T12" fmla="*/ 180 w 333"/>
                <a:gd name="T13" fmla="*/ 83 h 130"/>
                <a:gd name="T14" fmla="*/ 152 w 333"/>
                <a:gd name="T15" fmla="*/ 7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130">
                  <a:moveTo>
                    <a:pt x="152" y="76"/>
                  </a:moveTo>
                  <a:cubicBezTo>
                    <a:pt x="108" y="44"/>
                    <a:pt x="60" y="66"/>
                    <a:pt x="0" y="0"/>
                  </a:cubicBezTo>
                  <a:cubicBezTo>
                    <a:pt x="1" y="13"/>
                    <a:pt x="3" y="24"/>
                    <a:pt x="6" y="30"/>
                  </a:cubicBezTo>
                  <a:cubicBezTo>
                    <a:pt x="36" y="82"/>
                    <a:pt x="128" y="130"/>
                    <a:pt x="184" y="116"/>
                  </a:cubicBezTo>
                  <a:cubicBezTo>
                    <a:pt x="241" y="102"/>
                    <a:pt x="330" y="71"/>
                    <a:pt x="333" y="10"/>
                  </a:cubicBezTo>
                  <a:cubicBezTo>
                    <a:pt x="333" y="9"/>
                    <a:pt x="333" y="9"/>
                    <a:pt x="333" y="8"/>
                  </a:cubicBezTo>
                  <a:cubicBezTo>
                    <a:pt x="277" y="12"/>
                    <a:pt x="221" y="43"/>
                    <a:pt x="180" y="83"/>
                  </a:cubicBezTo>
                  <a:cubicBezTo>
                    <a:pt x="171" y="88"/>
                    <a:pt x="160" y="82"/>
                    <a:pt x="152" y="76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74">
              <a:extLst>
                <a:ext uri="{FF2B5EF4-FFF2-40B4-BE49-F238E27FC236}">
                  <a16:creationId xmlns:a16="http://schemas.microsoft.com/office/drawing/2014/main" id="{DE06881E-B1E9-4482-90ED-402774D42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13" y="7869402"/>
              <a:ext cx="581410" cy="86067"/>
            </a:xfrm>
            <a:custGeom>
              <a:avLst/>
              <a:gdLst>
                <a:gd name="T0" fmla="*/ 331 w 331"/>
                <a:gd name="T1" fmla="*/ 13 h 44"/>
                <a:gd name="T2" fmla="*/ 330 w 331"/>
                <a:gd name="T3" fmla="*/ 0 h 44"/>
                <a:gd name="T4" fmla="*/ 0 w 331"/>
                <a:gd name="T5" fmla="*/ 6 h 44"/>
                <a:gd name="T6" fmla="*/ 0 w 331"/>
                <a:gd name="T7" fmla="*/ 16 h 44"/>
                <a:gd name="T8" fmla="*/ 331 w 331"/>
                <a:gd name="T9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1" h="44">
                  <a:moveTo>
                    <a:pt x="331" y="13"/>
                  </a:moveTo>
                  <a:cubicBezTo>
                    <a:pt x="331" y="9"/>
                    <a:pt x="330" y="4"/>
                    <a:pt x="330" y="0"/>
                  </a:cubicBezTo>
                  <a:cubicBezTo>
                    <a:pt x="225" y="25"/>
                    <a:pt x="110" y="12"/>
                    <a:pt x="0" y="6"/>
                  </a:cubicBezTo>
                  <a:cubicBezTo>
                    <a:pt x="0" y="10"/>
                    <a:pt x="0" y="13"/>
                    <a:pt x="0" y="16"/>
                  </a:cubicBezTo>
                  <a:cubicBezTo>
                    <a:pt x="108" y="34"/>
                    <a:pt x="224" y="44"/>
                    <a:pt x="331" y="13"/>
                  </a:cubicBezTo>
                  <a:close/>
                </a:path>
              </a:pathLst>
            </a:custGeom>
            <a:solidFill>
              <a:srgbClr val="B2272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75">
              <a:extLst>
                <a:ext uri="{FF2B5EF4-FFF2-40B4-BE49-F238E27FC236}">
                  <a16:creationId xmlns:a16="http://schemas.microsoft.com/office/drawing/2014/main" id="{DB8BE37A-026C-46D7-9C16-5DB8F17F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5999" y="7408585"/>
              <a:ext cx="271325" cy="204409"/>
            </a:xfrm>
            <a:custGeom>
              <a:avLst/>
              <a:gdLst>
                <a:gd name="T0" fmla="*/ 125 w 154"/>
                <a:gd name="T1" fmla="*/ 4 h 105"/>
                <a:gd name="T2" fmla="*/ 0 w 154"/>
                <a:gd name="T3" fmla="*/ 15 h 105"/>
                <a:gd name="T4" fmla="*/ 16 w 154"/>
                <a:gd name="T5" fmla="*/ 27 h 105"/>
                <a:gd name="T6" fmla="*/ 129 w 154"/>
                <a:gd name="T7" fmla="*/ 56 h 105"/>
                <a:gd name="T8" fmla="*/ 154 w 154"/>
                <a:gd name="T9" fmla="*/ 105 h 105"/>
                <a:gd name="T10" fmla="*/ 150 w 154"/>
                <a:gd name="T11" fmla="*/ 67 h 105"/>
                <a:gd name="T12" fmla="*/ 125 w 154"/>
                <a:gd name="T13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105">
                  <a:moveTo>
                    <a:pt x="125" y="4"/>
                  </a:moveTo>
                  <a:cubicBezTo>
                    <a:pt x="118" y="0"/>
                    <a:pt x="57" y="10"/>
                    <a:pt x="0" y="15"/>
                  </a:cubicBezTo>
                  <a:cubicBezTo>
                    <a:pt x="3" y="22"/>
                    <a:pt x="10" y="27"/>
                    <a:pt x="16" y="27"/>
                  </a:cubicBezTo>
                  <a:cubicBezTo>
                    <a:pt x="56" y="30"/>
                    <a:pt x="102" y="15"/>
                    <a:pt x="129" y="56"/>
                  </a:cubicBezTo>
                  <a:cubicBezTo>
                    <a:pt x="140" y="70"/>
                    <a:pt x="149" y="87"/>
                    <a:pt x="154" y="105"/>
                  </a:cubicBezTo>
                  <a:cubicBezTo>
                    <a:pt x="153" y="90"/>
                    <a:pt x="152" y="76"/>
                    <a:pt x="150" y="67"/>
                  </a:cubicBezTo>
                  <a:cubicBezTo>
                    <a:pt x="140" y="26"/>
                    <a:pt x="136" y="9"/>
                    <a:pt x="125" y="4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76">
              <a:extLst>
                <a:ext uri="{FF2B5EF4-FFF2-40B4-BE49-F238E27FC236}">
                  <a16:creationId xmlns:a16="http://schemas.microsoft.com/office/drawing/2014/main" id="{175219C9-25D1-4967-AD75-3F062C15D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899" y="7322518"/>
              <a:ext cx="440903" cy="109377"/>
            </a:xfrm>
            <a:custGeom>
              <a:avLst/>
              <a:gdLst>
                <a:gd name="T0" fmla="*/ 12 w 251"/>
                <a:gd name="T1" fmla="*/ 7 h 56"/>
                <a:gd name="T2" fmla="*/ 8 w 251"/>
                <a:gd name="T3" fmla="*/ 30 h 56"/>
                <a:gd name="T4" fmla="*/ 70 w 251"/>
                <a:gd name="T5" fmla="*/ 53 h 56"/>
                <a:gd name="T6" fmla="*/ 196 w 251"/>
                <a:gd name="T7" fmla="*/ 49 h 56"/>
                <a:gd name="T8" fmla="*/ 245 w 251"/>
                <a:gd name="T9" fmla="*/ 24 h 56"/>
                <a:gd name="T10" fmla="*/ 246 w 251"/>
                <a:gd name="T11" fmla="*/ 4 h 56"/>
                <a:gd name="T12" fmla="*/ 137 w 251"/>
                <a:gd name="T13" fmla="*/ 24 h 56"/>
                <a:gd name="T14" fmla="*/ 12 w 251"/>
                <a:gd name="T15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1" h="56">
                  <a:moveTo>
                    <a:pt x="12" y="7"/>
                  </a:moveTo>
                  <a:cubicBezTo>
                    <a:pt x="0" y="13"/>
                    <a:pt x="3" y="24"/>
                    <a:pt x="8" y="30"/>
                  </a:cubicBezTo>
                  <a:cubicBezTo>
                    <a:pt x="13" y="36"/>
                    <a:pt x="35" y="49"/>
                    <a:pt x="70" y="53"/>
                  </a:cubicBezTo>
                  <a:cubicBezTo>
                    <a:pt x="105" y="56"/>
                    <a:pt x="177" y="53"/>
                    <a:pt x="196" y="49"/>
                  </a:cubicBezTo>
                  <a:cubicBezTo>
                    <a:pt x="224" y="42"/>
                    <a:pt x="239" y="33"/>
                    <a:pt x="245" y="24"/>
                  </a:cubicBezTo>
                  <a:cubicBezTo>
                    <a:pt x="249" y="19"/>
                    <a:pt x="251" y="8"/>
                    <a:pt x="246" y="4"/>
                  </a:cubicBezTo>
                  <a:cubicBezTo>
                    <a:pt x="241" y="0"/>
                    <a:pt x="199" y="24"/>
                    <a:pt x="137" y="24"/>
                  </a:cubicBezTo>
                  <a:cubicBezTo>
                    <a:pt x="37" y="23"/>
                    <a:pt x="16" y="6"/>
                    <a:pt x="12" y="7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77">
              <a:extLst>
                <a:ext uri="{FF2B5EF4-FFF2-40B4-BE49-F238E27FC236}">
                  <a16:creationId xmlns:a16="http://schemas.microsoft.com/office/drawing/2014/main" id="{CA294004-5DEC-4E71-A002-0B5FDB6D5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19" y="7365551"/>
              <a:ext cx="421523" cy="66344"/>
            </a:xfrm>
            <a:custGeom>
              <a:avLst/>
              <a:gdLst>
                <a:gd name="T0" fmla="*/ 191 w 240"/>
                <a:gd name="T1" fmla="*/ 22 h 34"/>
                <a:gd name="T2" fmla="*/ 60 w 240"/>
                <a:gd name="T3" fmla="*/ 26 h 34"/>
                <a:gd name="T4" fmla="*/ 0 w 240"/>
                <a:gd name="T5" fmla="*/ 7 h 34"/>
                <a:gd name="T6" fmla="*/ 1 w 240"/>
                <a:gd name="T7" fmla="*/ 8 h 34"/>
                <a:gd name="T8" fmla="*/ 63 w 240"/>
                <a:gd name="T9" fmla="*/ 31 h 34"/>
                <a:gd name="T10" fmla="*/ 189 w 240"/>
                <a:gd name="T11" fmla="*/ 27 h 34"/>
                <a:gd name="T12" fmla="*/ 238 w 240"/>
                <a:gd name="T13" fmla="*/ 2 h 34"/>
                <a:gd name="T14" fmla="*/ 240 w 240"/>
                <a:gd name="T15" fmla="*/ 0 h 34"/>
                <a:gd name="T16" fmla="*/ 191 w 240"/>
                <a:gd name="T17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34">
                  <a:moveTo>
                    <a:pt x="191" y="22"/>
                  </a:moveTo>
                  <a:cubicBezTo>
                    <a:pt x="170" y="27"/>
                    <a:pt x="97" y="29"/>
                    <a:pt x="60" y="26"/>
                  </a:cubicBezTo>
                  <a:cubicBezTo>
                    <a:pt x="31" y="23"/>
                    <a:pt x="10" y="14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6" y="14"/>
                    <a:pt x="28" y="27"/>
                    <a:pt x="63" y="31"/>
                  </a:cubicBezTo>
                  <a:cubicBezTo>
                    <a:pt x="98" y="34"/>
                    <a:pt x="170" y="31"/>
                    <a:pt x="189" y="27"/>
                  </a:cubicBezTo>
                  <a:cubicBezTo>
                    <a:pt x="217" y="20"/>
                    <a:pt x="232" y="11"/>
                    <a:pt x="238" y="2"/>
                  </a:cubicBezTo>
                  <a:cubicBezTo>
                    <a:pt x="239" y="2"/>
                    <a:pt x="239" y="1"/>
                    <a:pt x="240" y="0"/>
                  </a:cubicBezTo>
                  <a:cubicBezTo>
                    <a:pt x="232" y="8"/>
                    <a:pt x="217" y="16"/>
                    <a:pt x="191" y="22"/>
                  </a:cubicBezTo>
                  <a:close/>
                </a:path>
              </a:pathLst>
            </a:custGeom>
            <a:solidFill>
              <a:srgbClr val="53545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78">
              <a:extLst>
                <a:ext uri="{FF2B5EF4-FFF2-40B4-BE49-F238E27FC236}">
                  <a16:creationId xmlns:a16="http://schemas.microsoft.com/office/drawing/2014/main" id="{2884CF31-7743-4344-B2CA-FB9E0391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19" y="7331483"/>
              <a:ext cx="419907" cy="60964"/>
            </a:xfrm>
            <a:custGeom>
              <a:avLst/>
              <a:gdLst>
                <a:gd name="T0" fmla="*/ 191 w 239"/>
                <a:gd name="T1" fmla="*/ 21 h 32"/>
                <a:gd name="T2" fmla="*/ 60 w 239"/>
                <a:gd name="T3" fmla="*/ 24 h 32"/>
                <a:gd name="T4" fmla="*/ 0 w 239"/>
                <a:gd name="T5" fmla="*/ 7 h 32"/>
                <a:gd name="T6" fmla="*/ 0 w 239"/>
                <a:gd name="T7" fmla="*/ 7 h 32"/>
                <a:gd name="T8" fmla="*/ 63 w 239"/>
                <a:gd name="T9" fmla="*/ 28 h 32"/>
                <a:gd name="T10" fmla="*/ 189 w 239"/>
                <a:gd name="T11" fmla="*/ 25 h 32"/>
                <a:gd name="T12" fmla="*/ 238 w 239"/>
                <a:gd name="T13" fmla="*/ 2 h 32"/>
                <a:gd name="T14" fmla="*/ 239 w 239"/>
                <a:gd name="T15" fmla="*/ 0 h 32"/>
                <a:gd name="T16" fmla="*/ 191 w 239"/>
                <a:gd name="T1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9" h="32">
                  <a:moveTo>
                    <a:pt x="191" y="21"/>
                  </a:moveTo>
                  <a:cubicBezTo>
                    <a:pt x="170" y="25"/>
                    <a:pt x="96" y="27"/>
                    <a:pt x="60" y="24"/>
                  </a:cubicBezTo>
                  <a:cubicBezTo>
                    <a:pt x="30" y="21"/>
                    <a:pt x="10" y="1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2"/>
                    <a:pt x="28" y="25"/>
                    <a:pt x="63" y="28"/>
                  </a:cubicBezTo>
                  <a:cubicBezTo>
                    <a:pt x="98" y="32"/>
                    <a:pt x="169" y="29"/>
                    <a:pt x="189" y="25"/>
                  </a:cubicBezTo>
                  <a:cubicBezTo>
                    <a:pt x="217" y="18"/>
                    <a:pt x="231" y="10"/>
                    <a:pt x="238" y="2"/>
                  </a:cubicBezTo>
                  <a:cubicBezTo>
                    <a:pt x="238" y="1"/>
                    <a:pt x="239" y="1"/>
                    <a:pt x="239" y="0"/>
                  </a:cubicBezTo>
                  <a:cubicBezTo>
                    <a:pt x="232" y="7"/>
                    <a:pt x="217" y="15"/>
                    <a:pt x="191" y="21"/>
                  </a:cubicBezTo>
                  <a:close/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79">
              <a:extLst>
                <a:ext uri="{FF2B5EF4-FFF2-40B4-BE49-F238E27FC236}">
                  <a16:creationId xmlns:a16="http://schemas.microsoft.com/office/drawing/2014/main" id="{0BA8E736-8552-4210-B89F-136D8610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890" y="7476721"/>
              <a:ext cx="376302" cy="295856"/>
            </a:xfrm>
            <a:custGeom>
              <a:avLst/>
              <a:gdLst>
                <a:gd name="T0" fmla="*/ 114 w 214"/>
                <a:gd name="T1" fmla="*/ 4 h 152"/>
                <a:gd name="T2" fmla="*/ 17 w 214"/>
                <a:gd name="T3" fmla="*/ 15 h 152"/>
                <a:gd name="T4" fmla="*/ 10 w 214"/>
                <a:gd name="T5" fmla="*/ 87 h 152"/>
                <a:gd name="T6" fmla="*/ 55 w 214"/>
                <a:gd name="T7" fmla="*/ 151 h 152"/>
                <a:gd name="T8" fmla="*/ 176 w 214"/>
                <a:gd name="T9" fmla="*/ 147 h 152"/>
                <a:gd name="T10" fmla="*/ 212 w 214"/>
                <a:gd name="T11" fmla="*/ 80 h 152"/>
                <a:gd name="T12" fmla="*/ 187 w 214"/>
                <a:gd name="T13" fmla="*/ 3 h 152"/>
                <a:gd name="T14" fmla="*/ 114 w 214"/>
                <a:gd name="T15" fmla="*/ 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152">
                  <a:moveTo>
                    <a:pt x="114" y="4"/>
                  </a:moveTo>
                  <a:cubicBezTo>
                    <a:pt x="76" y="4"/>
                    <a:pt x="26" y="0"/>
                    <a:pt x="17" y="15"/>
                  </a:cubicBezTo>
                  <a:cubicBezTo>
                    <a:pt x="8" y="30"/>
                    <a:pt x="10" y="64"/>
                    <a:pt x="10" y="87"/>
                  </a:cubicBezTo>
                  <a:cubicBezTo>
                    <a:pt x="11" y="109"/>
                    <a:pt x="0" y="152"/>
                    <a:pt x="55" y="151"/>
                  </a:cubicBezTo>
                  <a:cubicBezTo>
                    <a:pt x="115" y="150"/>
                    <a:pt x="160" y="151"/>
                    <a:pt x="176" y="147"/>
                  </a:cubicBezTo>
                  <a:cubicBezTo>
                    <a:pt x="192" y="144"/>
                    <a:pt x="214" y="142"/>
                    <a:pt x="212" y="80"/>
                  </a:cubicBezTo>
                  <a:cubicBezTo>
                    <a:pt x="210" y="18"/>
                    <a:pt x="209" y="6"/>
                    <a:pt x="187" y="3"/>
                  </a:cubicBezTo>
                  <a:cubicBezTo>
                    <a:pt x="165" y="1"/>
                    <a:pt x="132" y="3"/>
                    <a:pt x="114" y="4"/>
                  </a:cubicBezTo>
                  <a:close/>
                </a:path>
              </a:pathLst>
            </a:custGeom>
            <a:solidFill>
              <a:srgbClr val="7B7B7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80">
              <a:extLst>
                <a:ext uri="{FF2B5EF4-FFF2-40B4-BE49-F238E27FC236}">
                  <a16:creationId xmlns:a16="http://schemas.microsoft.com/office/drawing/2014/main" id="{19955A73-4C52-4E01-8E59-26E287E6D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3810" y="7476721"/>
              <a:ext cx="363382" cy="286890"/>
            </a:xfrm>
            <a:custGeom>
              <a:avLst/>
              <a:gdLst>
                <a:gd name="T0" fmla="*/ 110 w 207"/>
                <a:gd name="T1" fmla="*/ 4 h 147"/>
                <a:gd name="T2" fmla="*/ 16 w 207"/>
                <a:gd name="T3" fmla="*/ 15 h 147"/>
                <a:gd name="T4" fmla="*/ 10 w 207"/>
                <a:gd name="T5" fmla="*/ 84 h 147"/>
                <a:gd name="T6" fmla="*/ 53 w 207"/>
                <a:gd name="T7" fmla="*/ 147 h 147"/>
                <a:gd name="T8" fmla="*/ 170 w 207"/>
                <a:gd name="T9" fmla="*/ 143 h 147"/>
                <a:gd name="T10" fmla="*/ 205 w 207"/>
                <a:gd name="T11" fmla="*/ 78 h 147"/>
                <a:gd name="T12" fmla="*/ 181 w 207"/>
                <a:gd name="T13" fmla="*/ 3 h 147"/>
                <a:gd name="T14" fmla="*/ 110 w 207"/>
                <a:gd name="T15" fmla="*/ 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7" h="147">
                  <a:moveTo>
                    <a:pt x="110" y="4"/>
                  </a:moveTo>
                  <a:cubicBezTo>
                    <a:pt x="73" y="4"/>
                    <a:pt x="24" y="0"/>
                    <a:pt x="16" y="15"/>
                  </a:cubicBezTo>
                  <a:cubicBezTo>
                    <a:pt x="8" y="30"/>
                    <a:pt x="10" y="62"/>
                    <a:pt x="10" y="84"/>
                  </a:cubicBezTo>
                  <a:cubicBezTo>
                    <a:pt x="10" y="106"/>
                    <a:pt x="0" y="147"/>
                    <a:pt x="53" y="147"/>
                  </a:cubicBezTo>
                  <a:cubicBezTo>
                    <a:pt x="111" y="146"/>
                    <a:pt x="154" y="146"/>
                    <a:pt x="170" y="143"/>
                  </a:cubicBezTo>
                  <a:cubicBezTo>
                    <a:pt x="186" y="139"/>
                    <a:pt x="207" y="138"/>
                    <a:pt x="205" y="78"/>
                  </a:cubicBezTo>
                  <a:cubicBezTo>
                    <a:pt x="203" y="18"/>
                    <a:pt x="202" y="6"/>
                    <a:pt x="181" y="3"/>
                  </a:cubicBezTo>
                  <a:cubicBezTo>
                    <a:pt x="160" y="1"/>
                    <a:pt x="128" y="3"/>
                    <a:pt x="110" y="4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81">
              <a:extLst>
                <a:ext uri="{FF2B5EF4-FFF2-40B4-BE49-F238E27FC236}">
                  <a16:creationId xmlns:a16="http://schemas.microsoft.com/office/drawing/2014/main" id="{29880D42-9D34-4E67-B0F1-094EB23A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4496" y="7494652"/>
              <a:ext cx="316546" cy="251029"/>
            </a:xfrm>
            <a:custGeom>
              <a:avLst/>
              <a:gdLst>
                <a:gd name="T0" fmla="*/ 96 w 180"/>
                <a:gd name="T1" fmla="*/ 3 h 129"/>
                <a:gd name="T2" fmla="*/ 14 w 180"/>
                <a:gd name="T3" fmla="*/ 13 h 129"/>
                <a:gd name="T4" fmla="*/ 8 w 180"/>
                <a:gd name="T5" fmla="*/ 74 h 129"/>
                <a:gd name="T6" fmla="*/ 46 w 180"/>
                <a:gd name="T7" fmla="*/ 128 h 129"/>
                <a:gd name="T8" fmla="*/ 148 w 180"/>
                <a:gd name="T9" fmla="*/ 125 h 129"/>
                <a:gd name="T10" fmla="*/ 178 w 180"/>
                <a:gd name="T11" fmla="*/ 68 h 129"/>
                <a:gd name="T12" fmla="*/ 157 w 180"/>
                <a:gd name="T13" fmla="*/ 3 h 129"/>
                <a:gd name="T14" fmla="*/ 96 w 180"/>
                <a:gd name="T15" fmla="*/ 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129">
                  <a:moveTo>
                    <a:pt x="96" y="3"/>
                  </a:moveTo>
                  <a:cubicBezTo>
                    <a:pt x="64" y="4"/>
                    <a:pt x="21" y="0"/>
                    <a:pt x="14" y="13"/>
                  </a:cubicBezTo>
                  <a:cubicBezTo>
                    <a:pt x="7" y="26"/>
                    <a:pt x="8" y="54"/>
                    <a:pt x="8" y="74"/>
                  </a:cubicBezTo>
                  <a:cubicBezTo>
                    <a:pt x="8" y="93"/>
                    <a:pt x="0" y="129"/>
                    <a:pt x="46" y="128"/>
                  </a:cubicBezTo>
                  <a:cubicBezTo>
                    <a:pt x="96" y="127"/>
                    <a:pt x="134" y="128"/>
                    <a:pt x="148" y="125"/>
                  </a:cubicBezTo>
                  <a:cubicBezTo>
                    <a:pt x="162" y="122"/>
                    <a:pt x="180" y="120"/>
                    <a:pt x="178" y="68"/>
                  </a:cubicBezTo>
                  <a:cubicBezTo>
                    <a:pt x="177" y="16"/>
                    <a:pt x="176" y="5"/>
                    <a:pt x="157" y="3"/>
                  </a:cubicBezTo>
                  <a:cubicBezTo>
                    <a:pt x="139" y="2"/>
                    <a:pt x="111" y="3"/>
                    <a:pt x="96" y="3"/>
                  </a:cubicBezTo>
                  <a:close/>
                </a:path>
              </a:pathLst>
            </a:custGeom>
            <a:solidFill>
              <a:srgbClr val="BBBCB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82">
              <a:extLst>
                <a:ext uri="{FF2B5EF4-FFF2-40B4-BE49-F238E27FC236}">
                  <a16:creationId xmlns:a16="http://schemas.microsoft.com/office/drawing/2014/main" id="{9AA980CD-F509-4BDC-9FE8-BFAE93D3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951" y="7498238"/>
              <a:ext cx="268095" cy="95033"/>
            </a:xfrm>
            <a:custGeom>
              <a:avLst/>
              <a:gdLst>
                <a:gd name="T0" fmla="*/ 137 w 153"/>
                <a:gd name="T1" fmla="*/ 6 h 49"/>
                <a:gd name="T2" fmla="*/ 81 w 153"/>
                <a:gd name="T3" fmla="*/ 6 h 49"/>
                <a:gd name="T4" fmla="*/ 6 w 153"/>
                <a:gd name="T5" fmla="*/ 14 h 49"/>
                <a:gd name="T6" fmla="*/ 0 w 153"/>
                <a:gd name="T7" fmla="*/ 49 h 49"/>
                <a:gd name="T8" fmla="*/ 30 w 153"/>
                <a:gd name="T9" fmla="*/ 23 h 49"/>
                <a:gd name="T10" fmla="*/ 153 w 153"/>
                <a:gd name="T11" fmla="*/ 22 h 49"/>
                <a:gd name="T12" fmla="*/ 137 w 153"/>
                <a:gd name="T13" fmla="*/ 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49">
                  <a:moveTo>
                    <a:pt x="137" y="6"/>
                  </a:moveTo>
                  <a:cubicBezTo>
                    <a:pt x="120" y="4"/>
                    <a:pt x="95" y="6"/>
                    <a:pt x="81" y="6"/>
                  </a:cubicBezTo>
                  <a:cubicBezTo>
                    <a:pt x="51" y="6"/>
                    <a:pt x="12" y="3"/>
                    <a:pt x="6" y="14"/>
                  </a:cubicBezTo>
                  <a:cubicBezTo>
                    <a:pt x="1" y="22"/>
                    <a:pt x="0" y="36"/>
                    <a:pt x="0" y="49"/>
                  </a:cubicBezTo>
                  <a:cubicBezTo>
                    <a:pt x="6" y="35"/>
                    <a:pt x="14" y="24"/>
                    <a:pt x="30" y="23"/>
                  </a:cubicBezTo>
                  <a:cubicBezTo>
                    <a:pt x="69" y="22"/>
                    <a:pt x="121" y="0"/>
                    <a:pt x="153" y="22"/>
                  </a:cubicBezTo>
                  <a:cubicBezTo>
                    <a:pt x="151" y="10"/>
                    <a:pt x="146" y="7"/>
                    <a:pt x="137" y="6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83">
              <a:extLst>
                <a:ext uri="{FF2B5EF4-FFF2-40B4-BE49-F238E27FC236}">
                  <a16:creationId xmlns:a16="http://schemas.microsoft.com/office/drawing/2014/main" id="{99B06F1E-76BC-4BE2-8859-4AB908EF7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9407" y="7525134"/>
              <a:ext cx="82367" cy="93239"/>
            </a:xfrm>
            <a:custGeom>
              <a:avLst/>
              <a:gdLst>
                <a:gd name="T0" fmla="*/ 47 w 47"/>
                <a:gd name="T1" fmla="*/ 24 h 48"/>
                <a:gd name="T2" fmla="*/ 23 w 47"/>
                <a:gd name="T3" fmla="*/ 48 h 48"/>
                <a:gd name="T4" fmla="*/ 0 w 47"/>
                <a:gd name="T5" fmla="*/ 24 h 48"/>
                <a:gd name="T6" fmla="*/ 24 w 47"/>
                <a:gd name="T7" fmla="*/ 0 h 48"/>
                <a:gd name="T8" fmla="*/ 47 w 47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8">
                  <a:moveTo>
                    <a:pt x="47" y="24"/>
                  </a:move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1"/>
                    <a:pt x="47" y="11"/>
                    <a:pt x="47" y="24"/>
                  </a:cubicBezTo>
                  <a:close/>
                </a:path>
              </a:pathLst>
            </a:custGeom>
            <a:solidFill>
              <a:srgbClr val="89171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84">
              <a:extLst>
                <a:ext uri="{FF2B5EF4-FFF2-40B4-BE49-F238E27FC236}">
                  <a16:creationId xmlns:a16="http://schemas.microsoft.com/office/drawing/2014/main" id="{495FC79C-BE97-4D09-A18A-E44944440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7481" y="7532306"/>
              <a:ext cx="72677" cy="77102"/>
            </a:xfrm>
            <a:custGeom>
              <a:avLst/>
              <a:gdLst>
                <a:gd name="T0" fmla="*/ 40 w 41"/>
                <a:gd name="T1" fmla="*/ 20 h 40"/>
                <a:gd name="T2" fmla="*/ 20 w 41"/>
                <a:gd name="T3" fmla="*/ 40 h 40"/>
                <a:gd name="T4" fmla="*/ 0 w 41"/>
                <a:gd name="T5" fmla="*/ 20 h 40"/>
                <a:gd name="T6" fmla="*/ 21 w 41"/>
                <a:gd name="T7" fmla="*/ 0 h 40"/>
                <a:gd name="T8" fmla="*/ 40 w 41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40" y="20"/>
                  </a:moveTo>
                  <a:cubicBezTo>
                    <a:pt x="40" y="32"/>
                    <a:pt x="31" y="40"/>
                    <a:pt x="20" y="40"/>
                  </a:cubicBezTo>
                  <a:cubicBezTo>
                    <a:pt x="9" y="40"/>
                    <a:pt x="0" y="31"/>
                    <a:pt x="0" y="20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2" y="0"/>
                    <a:pt x="41" y="9"/>
                    <a:pt x="40" y="20"/>
                  </a:cubicBezTo>
                  <a:close/>
                </a:path>
              </a:pathLst>
            </a:custGeom>
            <a:solidFill>
              <a:srgbClr val="B2272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85">
              <a:extLst>
                <a:ext uri="{FF2B5EF4-FFF2-40B4-BE49-F238E27FC236}">
                  <a16:creationId xmlns:a16="http://schemas.microsoft.com/office/drawing/2014/main" id="{65A0FAC1-5E52-4EAD-BF6B-7E13011C0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0711" y="7648856"/>
              <a:ext cx="64601" cy="69930"/>
            </a:xfrm>
            <a:custGeom>
              <a:avLst/>
              <a:gdLst>
                <a:gd name="T0" fmla="*/ 37 w 37"/>
                <a:gd name="T1" fmla="*/ 18 h 36"/>
                <a:gd name="T2" fmla="*/ 18 w 37"/>
                <a:gd name="T3" fmla="*/ 36 h 36"/>
                <a:gd name="T4" fmla="*/ 1 w 37"/>
                <a:gd name="T5" fmla="*/ 17 h 36"/>
                <a:gd name="T6" fmla="*/ 19 w 37"/>
                <a:gd name="T7" fmla="*/ 0 h 36"/>
                <a:gd name="T8" fmla="*/ 37 w 37"/>
                <a:gd name="T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7"/>
                    <a:pt x="1" y="17"/>
                  </a:cubicBezTo>
                  <a:cubicBezTo>
                    <a:pt x="1" y="7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89171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86">
              <a:extLst>
                <a:ext uri="{FF2B5EF4-FFF2-40B4-BE49-F238E27FC236}">
                  <a16:creationId xmlns:a16="http://schemas.microsoft.com/office/drawing/2014/main" id="{33E039AA-1B5B-43B2-A487-6F041312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2017" y="7652442"/>
              <a:ext cx="53296" cy="59172"/>
            </a:xfrm>
            <a:custGeom>
              <a:avLst/>
              <a:gdLst>
                <a:gd name="T0" fmla="*/ 29 w 30"/>
                <a:gd name="T1" fmla="*/ 16 h 30"/>
                <a:gd name="T2" fmla="*/ 14 w 30"/>
                <a:gd name="T3" fmla="*/ 30 h 30"/>
                <a:gd name="T4" fmla="*/ 0 w 30"/>
                <a:gd name="T5" fmla="*/ 15 h 30"/>
                <a:gd name="T6" fmla="*/ 15 w 30"/>
                <a:gd name="T7" fmla="*/ 1 h 30"/>
                <a:gd name="T8" fmla="*/ 29 w 30"/>
                <a:gd name="T9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29" y="16"/>
                  </a:moveTo>
                  <a:cubicBezTo>
                    <a:pt x="29" y="24"/>
                    <a:pt x="23" y="30"/>
                    <a:pt x="14" y="30"/>
                  </a:cubicBezTo>
                  <a:cubicBezTo>
                    <a:pt x="6" y="30"/>
                    <a:pt x="0" y="23"/>
                    <a:pt x="0" y="15"/>
                  </a:cubicBezTo>
                  <a:cubicBezTo>
                    <a:pt x="0" y="7"/>
                    <a:pt x="7" y="0"/>
                    <a:pt x="15" y="1"/>
                  </a:cubicBezTo>
                  <a:cubicBezTo>
                    <a:pt x="23" y="1"/>
                    <a:pt x="30" y="7"/>
                    <a:pt x="29" y="16"/>
                  </a:cubicBezTo>
                  <a:close/>
                </a:path>
              </a:pathLst>
            </a:custGeom>
            <a:solidFill>
              <a:srgbClr val="B2272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87">
              <a:extLst>
                <a:ext uri="{FF2B5EF4-FFF2-40B4-BE49-F238E27FC236}">
                  <a16:creationId xmlns:a16="http://schemas.microsoft.com/office/drawing/2014/main" id="{E065B2DF-6832-45D2-ABB1-CC99DDD1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04" y="7543064"/>
              <a:ext cx="93672" cy="39447"/>
            </a:xfrm>
            <a:custGeom>
              <a:avLst/>
              <a:gdLst>
                <a:gd name="T0" fmla="*/ 54 w 54"/>
                <a:gd name="T1" fmla="*/ 10 h 20"/>
                <a:gd name="T2" fmla="*/ 44 w 54"/>
                <a:gd name="T3" fmla="*/ 20 h 20"/>
                <a:gd name="T4" fmla="*/ 10 w 54"/>
                <a:gd name="T5" fmla="*/ 20 h 20"/>
                <a:gd name="T6" fmla="*/ 0 w 54"/>
                <a:gd name="T7" fmla="*/ 10 h 20"/>
                <a:gd name="T8" fmla="*/ 0 w 54"/>
                <a:gd name="T9" fmla="*/ 10 h 20"/>
                <a:gd name="T10" fmla="*/ 10 w 54"/>
                <a:gd name="T11" fmla="*/ 1 h 20"/>
                <a:gd name="T12" fmla="*/ 44 w 54"/>
                <a:gd name="T13" fmla="*/ 0 h 20"/>
                <a:gd name="T14" fmla="*/ 54 w 54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0">
                  <a:moveTo>
                    <a:pt x="54" y="10"/>
                  </a:moveTo>
                  <a:cubicBezTo>
                    <a:pt x="54" y="16"/>
                    <a:pt x="49" y="20"/>
                    <a:pt x="44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1"/>
                    <a:pt x="10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9" y="0"/>
                    <a:pt x="53" y="5"/>
                    <a:pt x="54" y="10"/>
                  </a:cubicBezTo>
                  <a:close/>
                </a:path>
              </a:pathLst>
            </a:custGeom>
            <a:solidFill>
              <a:srgbClr val="B2272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88">
              <a:extLst>
                <a:ext uri="{FF2B5EF4-FFF2-40B4-BE49-F238E27FC236}">
                  <a16:creationId xmlns:a16="http://schemas.microsoft.com/office/drawing/2014/main" id="{4F255FC2-FEE3-4B2A-A650-5740FA10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04" y="7614787"/>
              <a:ext cx="93672" cy="39447"/>
            </a:xfrm>
            <a:custGeom>
              <a:avLst/>
              <a:gdLst>
                <a:gd name="T0" fmla="*/ 54 w 54"/>
                <a:gd name="T1" fmla="*/ 10 h 20"/>
                <a:gd name="T2" fmla="*/ 44 w 54"/>
                <a:gd name="T3" fmla="*/ 20 h 20"/>
                <a:gd name="T4" fmla="*/ 10 w 54"/>
                <a:gd name="T5" fmla="*/ 20 h 20"/>
                <a:gd name="T6" fmla="*/ 0 w 54"/>
                <a:gd name="T7" fmla="*/ 10 h 20"/>
                <a:gd name="T8" fmla="*/ 0 w 54"/>
                <a:gd name="T9" fmla="*/ 10 h 20"/>
                <a:gd name="T10" fmla="*/ 10 w 54"/>
                <a:gd name="T11" fmla="*/ 1 h 20"/>
                <a:gd name="T12" fmla="*/ 44 w 54"/>
                <a:gd name="T13" fmla="*/ 0 h 20"/>
                <a:gd name="T14" fmla="*/ 54 w 54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0">
                  <a:moveTo>
                    <a:pt x="54" y="10"/>
                  </a:moveTo>
                  <a:cubicBezTo>
                    <a:pt x="54" y="15"/>
                    <a:pt x="49" y="20"/>
                    <a:pt x="44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1"/>
                    <a:pt x="10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9" y="0"/>
                    <a:pt x="54" y="5"/>
                    <a:pt x="54" y="10"/>
                  </a:cubicBezTo>
                  <a:close/>
                </a:path>
              </a:pathLst>
            </a:custGeom>
            <a:solidFill>
              <a:srgbClr val="6D6E6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89">
              <a:extLst>
                <a:ext uri="{FF2B5EF4-FFF2-40B4-BE49-F238E27FC236}">
                  <a16:creationId xmlns:a16="http://schemas.microsoft.com/office/drawing/2014/main" id="{498AC841-0109-49CA-B8CD-7CACAD72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830" y="8803589"/>
              <a:ext cx="276170" cy="138066"/>
            </a:xfrm>
            <a:custGeom>
              <a:avLst/>
              <a:gdLst>
                <a:gd name="T0" fmla="*/ 3 w 157"/>
                <a:gd name="T1" fmla="*/ 0 h 71"/>
                <a:gd name="T2" fmla="*/ 4 w 157"/>
                <a:gd name="T3" fmla="*/ 34 h 71"/>
                <a:gd name="T4" fmla="*/ 84 w 157"/>
                <a:gd name="T5" fmla="*/ 71 h 71"/>
                <a:gd name="T6" fmla="*/ 155 w 157"/>
                <a:gd name="T7" fmla="*/ 40 h 71"/>
                <a:gd name="T8" fmla="*/ 147 w 157"/>
                <a:gd name="T9" fmla="*/ 1 h 71"/>
                <a:gd name="T10" fmla="*/ 3 w 157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7" h="71">
                  <a:moveTo>
                    <a:pt x="3" y="0"/>
                  </a:moveTo>
                  <a:cubicBezTo>
                    <a:pt x="3" y="0"/>
                    <a:pt x="0" y="17"/>
                    <a:pt x="4" y="34"/>
                  </a:cubicBezTo>
                  <a:cubicBezTo>
                    <a:pt x="7" y="51"/>
                    <a:pt x="39" y="71"/>
                    <a:pt x="84" y="71"/>
                  </a:cubicBezTo>
                  <a:cubicBezTo>
                    <a:pt x="130" y="71"/>
                    <a:pt x="152" y="59"/>
                    <a:pt x="155" y="40"/>
                  </a:cubicBezTo>
                  <a:cubicBezTo>
                    <a:pt x="157" y="21"/>
                    <a:pt x="147" y="1"/>
                    <a:pt x="147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90">
              <a:extLst>
                <a:ext uri="{FF2B5EF4-FFF2-40B4-BE49-F238E27FC236}">
                  <a16:creationId xmlns:a16="http://schemas.microsoft.com/office/drawing/2014/main" id="{47EFA0D9-548C-4C7E-B012-FE9060D6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0843" y="8041536"/>
              <a:ext cx="345616" cy="876809"/>
            </a:xfrm>
            <a:custGeom>
              <a:avLst/>
              <a:gdLst>
                <a:gd name="T0" fmla="*/ 141 w 197"/>
                <a:gd name="T1" fmla="*/ 0 h 449"/>
                <a:gd name="T2" fmla="*/ 151 w 197"/>
                <a:gd name="T3" fmla="*/ 201 h 449"/>
                <a:gd name="T4" fmla="*/ 162 w 197"/>
                <a:gd name="T5" fmla="*/ 345 h 449"/>
                <a:gd name="T6" fmla="*/ 187 w 197"/>
                <a:gd name="T7" fmla="*/ 414 h 449"/>
                <a:gd name="T8" fmla="*/ 45 w 197"/>
                <a:gd name="T9" fmla="*/ 413 h 449"/>
                <a:gd name="T10" fmla="*/ 44 w 197"/>
                <a:gd name="T11" fmla="*/ 342 h 449"/>
                <a:gd name="T12" fmla="*/ 0 w 197"/>
                <a:gd name="T13" fmla="*/ 72 h 449"/>
                <a:gd name="T14" fmla="*/ 141 w 197"/>
                <a:gd name="T1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7" h="449">
                  <a:moveTo>
                    <a:pt x="141" y="0"/>
                  </a:moveTo>
                  <a:cubicBezTo>
                    <a:pt x="141" y="0"/>
                    <a:pt x="149" y="70"/>
                    <a:pt x="151" y="201"/>
                  </a:cubicBezTo>
                  <a:cubicBezTo>
                    <a:pt x="152" y="332"/>
                    <a:pt x="162" y="345"/>
                    <a:pt x="162" y="345"/>
                  </a:cubicBezTo>
                  <a:cubicBezTo>
                    <a:pt x="162" y="345"/>
                    <a:pt x="197" y="380"/>
                    <a:pt x="187" y="414"/>
                  </a:cubicBezTo>
                  <a:cubicBezTo>
                    <a:pt x="178" y="448"/>
                    <a:pt x="66" y="449"/>
                    <a:pt x="45" y="413"/>
                  </a:cubicBezTo>
                  <a:cubicBezTo>
                    <a:pt x="24" y="377"/>
                    <a:pt x="43" y="350"/>
                    <a:pt x="44" y="342"/>
                  </a:cubicBezTo>
                  <a:cubicBezTo>
                    <a:pt x="46" y="335"/>
                    <a:pt x="35" y="188"/>
                    <a:pt x="0" y="72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91">
              <a:extLst>
                <a:ext uri="{FF2B5EF4-FFF2-40B4-BE49-F238E27FC236}">
                  <a16:creationId xmlns:a16="http://schemas.microsoft.com/office/drawing/2014/main" id="{A0FBE2DB-C320-46C0-ACF9-50EDA20F6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0843" y="8091742"/>
              <a:ext cx="163118" cy="803293"/>
            </a:xfrm>
            <a:custGeom>
              <a:avLst/>
              <a:gdLst>
                <a:gd name="T0" fmla="*/ 87 w 93"/>
                <a:gd name="T1" fmla="*/ 329 h 412"/>
                <a:gd name="T2" fmla="*/ 63 w 93"/>
                <a:gd name="T3" fmla="*/ 310 h 412"/>
                <a:gd name="T4" fmla="*/ 75 w 93"/>
                <a:gd name="T5" fmla="*/ 190 h 412"/>
                <a:gd name="T6" fmla="*/ 51 w 93"/>
                <a:gd name="T7" fmla="*/ 59 h 412"/>
                <a:gd name="T8" fmla="*/ 93 w 93"/>
                <a:gd name="T9" fmla="*/ 1 h 412"/>
                <a:gd name="T10" fmla="*/ 93 w 93"/>
                <a:gd name="T11" fmla="*/ 0 h 412"/>
                <a:gd name="T12" fmla="*/ 0 w 93"/>
                <a:gd name="T13" fmla="*/ 47 h 412"/>
                <a:gd name="T14" fmla="*/ 44 w 93"/>
                <a:gd name="T15" fmla="*/ 317 h 412"/>
                <a:gd name="T16" fmla="*/ 45 w 93"/>
                <a:gd name="T17" fmla="*/ 388 h 412"/>
                <a:gd name="T18" fmla="*/ 87 w 93"/>
                <a:gd name="T19" fmla="*/ 412 h 412"/>
                <a:gd name="T20" fmla="*/ 60 w 93"/>
                <a:gd name="T21" fmla="*/ 349 h 412"/>
                <a:gd name="T22" fmla="*/ 87 w 93"/>
                <a:gd name="T23" fmla="*/ 32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412">
                  <a:moveTo>
                    <a:pt x="87" y="329"/>
                  </a:moveTo>
                  <a:cubicBezTo>
                    <a:pt x="79" y="321"/>
                    <a:pt x="65" y="318"/>
                    <a:pt x="63" y="310"/>
                  </a:cubicBezTo>
                  <a:cubicBezTo>
                    <a:pt x="48" y="270"/>
                    <a:pt x="48" y="221"/>
                    <a:pt x="75" y="190"/>
                  </a:cubicBezTo>
                  <a:cubicBezTo>
                    <a:pt x="34" y="173"/>
                    <a:pt x="43" y="102"/>
                    <a:pt x="51" y="59"/>
                  </a:cubicBezTo>
                  <a:cubicBezTo>
                    <a:pt x="55" y="34"/>
                    <a:pt x="83" y="25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35" y="163"/>
                    <a:pt x="46" y="310"/>
                    <a:pt x="44" y="317"/>
                  </a:cubicBezTo>
                  <a:cubicBezTo>
                    <a:pt x="43" y="325"/>
                    <a:pt x="24" y="352"/>
                    <a:pt x="45" y="388"/>
                  </a:cubicBezTo>
                  <a:cubicBezTo>
                    <a:pt x="52" y="400"/>
                    <a:pt x="68" y="408"/>
                    <a:pt x="87" y="412"/>
                  </a:cubicBezTo>
                  <a:cubicBezTo>
                    <a:pt x="71" y="396"/>
                    <a:pt x="60" y="373"/>
                    <a:pt x="60" y="349"/>
                  </a:cubicBezTo>
                  <a:cubicBezTo>
                    <a:pt x="60" y="329"/>
                    <a:pt x="77" y="335"/>
                    <a:pt x="87" y="329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92">
              <a:extLst>
                <a:ext uri="{FF2B5EF4-FFF2-40B4-BE49-F238E27FC236}">
                  <a16:creationId xmlns:a16="http://schemas.microsoft.com/office/drawing/2014/main" id="{BD0800E5-2270-4A2E-B403-8196F073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426" y="8048708"/>
              <a:ext cx="116282" cy="652675"/>
            </a:xfrm>
            <a:custGeom>
              <a:avLst/>
              <a:gdLst>
                <a:gd name="T0" fmla="*/ 32 w 66"/>
                <a:gd name="T1" fmla="*/ 289 h 335"/>
                <a:gd name="T2" fmla="*/ 66 w 66"/>
                <a:gd name="T3" fmla="*/ 335 h 335"/>
                <a:gd name="T4" fmla="*/ 58 w 66"/>
                <a:gd name="T5" fmla="*/ 201 h 335"/>
                <a:gd name="T6" fmla="*/ 48 w 66"/>
                <a:gd name="T7" fmla="*/ 0 h 335"/>
                <a:gd name="T8" fmla="*/ 1 w 66"/>
                <a:gd name="T9" fmla="*/ 24 h 335"/>
                <a:gd name="T10" fmla="*/ 1 w 66"/>
                <a:gd name="T11" fmla="*/ 25 h 335"/>
                <a:gd name="T12" fmla="*/ 0 w 66"/>
                <a:gd name="T13" fmla="*/ 26 h 335"/>
                <a:gd name="T14" fmla="*/ 32 w 66"/>
                <a:gd name="T15" fmla="*/ 289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335">
                  <a:moveTo>
                    <a:pt x="32" y="289"/>
                  </a:moveTo>
                  <a:cubicBezTo>
                    <a:pt x="39" y="308"/>
                    <a:pt x="49" y="328"/>
                    <a:pt x="66" y="335"/>
                  </a:cubicBezTo>
                  <a:cubicBezTo>
                    <a:pt x="63" y="319"/>
                    <a:pt x="59" y="284"/>
                    <a:pt x="58" y="201"/>
                  </a:cubicBezTo>
                  <a:cubicBezTo>
                    <a:pt x="56" y="70"/>
                    <a:pt x="48" y="0"/>
                    <a:pt x="48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5"/>
                    <a:pt x="1" y="25"/>
                  </a:cubicBezTo>
                  <a:cubicBezTo>
                    <a:pt x="1" y="25"/>
                    <a:pt x="1" y="25"/>
                    <a:pt x="0" y="26"/>
                  </a:cubicBezTo>
                  <a:cubicBezTo>
                    <a:pt x="47" y="98"/>
                    <a:pt x="9" y="206"/>
                    <a:pt x="32" y="289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93">
              <a:extLst>
                <a:ext uri="{FF2B5EF4-FFF2-40B4-BE49-F238E27FC236}">
                  <a16:creationId xmlns:a16="http://schemas.microsoft.com/office/drawing/2014/main" id="{F63FFC87-A99F-4A30-BBDF-CAB1A567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9116" y="8758761"/>
              <a:ext cx="150198" cy="82481"/>
            </a:xfrm>
            <a:custGeom>
              <a:avLst/>
              <a:gdLst>
                <a:gd name="T0" fmla="*/ 0 w 86"/>
                <a:gd name="T1" fmla="*/ 13 h 43"/>
                <a:gd name="T2" fmla="*/ 50 w 86"/>
                <a:gd name="T3" fmla="*/ 41 h 43"/>
                <a:gd name="T4" fmla="*/ 81 w 86"/>
                <a:gd name="T5" fmla="*/ 23 h 43"/>
                <a:gd name="T6" fmla="*/ 81 w 86"/>
                <a:gd name="T7" fmla="*/ 0 h 43"/>
                <a:gd name="T8" fmla="*/ 0 w 86"/>
                <a:gd name="T9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43">
                  <a:moveTo>
                    <a:pt x="0" y="13"/>
                  </a:moveTo>
                  <a:cubicBezTo>
                    <a:pt x="14" y="28"/>
                    <a:pt x="31" y="36"/>
                    <a:pt x="50" y="41"/>
                  </a:cubicBezTo>
                  <a:cubicBezTo>
                    <a:pt x="65" y="43"/>
                    <a:pt x="77" y="36"/>
                    <a:pt x="81" y="23"/>
                  </a:cubicBezTo>
                  <a:cubicBezTo>
                    <a:pt x="86" y="16"/>
                    <a:pt x="85" y="8"/>
                    <a:pt x="81" y="0"/>
                  </a:cubicBezTo>
                  <a:cubicBezTo>
                    <a:pt x="62" y="21"/>
                    <a:pt x="26" y="25"/>
                    <a:pt x="0" y="13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94">
              <a:extLst>
                <a:ext uri="{FF2B5EF4-FFF2-40B4-BE49-F238E27FC236}">
                  <a16:creationId xmlns:a16="http://schemas.microsoft.com/office/drawing/2014/main" id="{7A87EB69-698A-4450-9D15-150184AC8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9387" y="8814347"/>
              <a:ext cx="276170" cy="139859"/>
            </a:xfrm>
            <a:custGeom>
              <a:avLst/>
              <a:gdLst>
                <a:gd name="T0" fmla="*/ 154 w 157"/>
                <a:gd name="T1" fmla="*/ 0 h 72"/>
                <a:gd name="T2" fmla="*/ 153 w 157"/>
                <a:gd name="T3" fmla="*/ 35 h 72"/>
                <a:gd name="T4" fmla="*/ 72 w 157"/>
                <a:gd name="T5" fmla="*/ 72 h 72"/>
                <a:gd name="T6" fmla="*/ 2 w 157"/>
                <a:gd name="T7" fmla="*/ 41 h 72"/>
                <a:gd name="T8" fmla="*/ 10 w 157"/>
                <a:gd name="T9" fmla="*/ 2 h 72"/>
                <a:gd name="T10" fmla="*/ 154 w 157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7" h="72">
                  <a:moveTo>
                    <a:pt x="154" y="0"/>
                  </a:moveTo>
                  <a:cubicBezTo>
                    <a:pt x="154" y="0"/>
                    <a:pt x="157" y="18"/>
                    <a:pt x="153" y="35"/>
                  </a:cubicBezTo>
                  <a:cubicBezTo>
                    <a:pt x="149" y="52"/>
                    <a:pt x="118" y="72"/>
                    <a:pt x="72" y="72"/>
                  </a:cubicBezTo>
                  <a:cubicBezTo>
                    <a:pt x="27" y="72"/>
                    <a:pt x="4" y="60"/>
                    <a:pt x="2" y="41"/>
                  </a:cubicBezTo>
                  <a:cubicBezTo>
                    <a:pt x="0" y="22"/>
                    <a:pt x="10" y="2"/>
                    <a:pt x="10" y="2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95">
              <a:extLst>
                <a:ext uri="{FF2B5EF4-FFF2-40B4-BE49-F238E27FC236}">
                  <a16:creationId xmlns:a16="http://schemas.microsoft.com/office/drawing/2014/main" id="{22E5739D-787C-422A-B934-43C39106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927" y="8722900"/>
              <a:ext cx="300395" cy="207995"/>
            </a:xfrm>
            <a:custGeom>
              <a:avLst/>
              <a:gdLst>
                <a:gd name="T0" fmla="*/ 36 w 171"/>
                <a:gd name="T1" fmla="*/ 0 h 107"/>
                <a:gd name="T2" fmla="*/ 35 w 171"/>
                <a:gd name="T3" fmla="*/ 3 h 107"/>
                <a:gd name="T4" fmla="*/ 9 w 171"/>
                <a:gd name="T5" fmla="*/ 72 h 107"/>
                <a:gd name="T6" fmla="*/ 151 w 171"/>
                <a:gd name="T7" fmla="*/ 71 h 107"/>
                <a:gd name="T8" fmla="*/ 153 w 171"/>
                <a:gd name="T9" fmla="*/ 2 h 107"/>
                <a:gd name="T10" fmla="*/ 36 w 171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107">
                  <a:moveTo>
                    <a:pt x="36" y="0"/>
                  </a:moveTo>
                  <a:cubicBezTo>
                    <a:pt x="35" y="2"/>
                    <a:pt x="35" y="3"/>
                    <a:pt x="35" y="3"/>
                  </a:cubicBezTo>
                  <a:cubicBezTo>
                    <a:pt x="35" y="3"/>
                    <a:pt x="0" y="38"/>
                    <a:pt x="9" y="72"/>
                  </a:cubicBezTo>
                  <a:cubicBezTo>
                    <a:pt x="19" y="106"/>
                    <a:pt x="131" y="107"/>
                    <a:pt x="151" y="71"/>
                  </a:cubicBezTo>
                  <a:cubicBezTo>
                    <a:pt x="171" y="38"/>
                    <a:pt x="157" y="12"/>
                    <a:pt x="153" y="2"/>
                  </a:cubicBezTo>
                  <a:cubicBezTo>
                    <a:pt x="119" y="21"/>
                    <a:pt x="74" y="15"/>
                    <a:pt x="36" y="0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96">
              <a:extLst>
                <a:ext uri="{FF2B5EF4-FFF2-40B4-BE49-F238E27FC236}">
                  <a16:creationId xmlns:a16="http://schemas.microsoft.com/office/drawing/2014/main" id="{1106BDB2-DCE3-4440-904D-D8D8AEEA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5115" y="8726486"/>
              <a:ext cx="108207" cy="181100"/>
            </a:xfrm>
            <a:custGeom>
              <a:avLst/>
              <a:gdLst>
                <a:gd name="T0" fmla="*/ 26 w 61"/>
                <a:gd name="T1" fmla="*/ 30 h 93"/>
                <a:gd name="T2" fmla="*/ 0 w 61"/>
                <a:gd name="T3" fmla="*/ 93 h 93"/>
                <a:gd name="T4" fmla="*/ 41 w 61"/>
                <a:gd name="T5" fmla="*/ 69 h 93"/>
                <a:gd name="T6" fmla="*/ 43 w 61"/>
                <a:gd name="T7" fmla="*/ 0 h 93"/>
                <a:gd name="T8" fmla="*/ 3 w 61"/>
                <a:gd name="T9" fmla="*/ 12 h 93"/>
                <a:gd name="T10" fmla="*/ 26 w 61"/>
                <a:gd name="T11" fmla="*/ 3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93">
                  <a:moveTo>
                    <a:pt x="26" y="30"/>
                  </a:moveTo>
                  <a:cubicBezTo>
                    <a:pt x="26" y="54"/>
                    <a:pt x="15" y="77"/>
                    <a:pt x="0" y="93"/>
                  </a:cubicBezTo>
                  <a:cubicBezTo>
                    <a:pt x="19" y="88"/>
                    <a:pt x="35" y="81"/>
                    <a:pt x="41" y="69"/>
                  </a:cubicBezTo>
                  <a:cubicBezTo>
                    <a:pt x="61" y="36"/>
                    <a:pt x="47" y="10"/>
                    <a:pt x="43" y="0"/>
                  </a:cubicBezTo>
                  <a:cubicBezTo>
                    <a:pt x="31" y="7"/>
                    <a:pt x="17" y="11"/>
                    <a:pt x="3" y="12"/>
                  </a:cubicBezTo>
                  <a:cubicBezTo>
                    <a:pt x="12" y="15"/>
                    <a:pt x="26" y="12"/>
                    <a:pt x="26" y="30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97">
              <a:extLst>
                <a:ext uri="{FF2B5EF4-FFF2-40B4-BE49-F238E27FC236}">
                  <a16:creationId xmlns:a16="http://schemas.microsoft.com/office/drawing/2014/main" id="{75ACA1D1-8DAD-40B9-8964-B236BB81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6843" y="8771313"/>
              <a:ext cx="153428" cy="84275"/>
            </a:xfrm>
            <a:custGeom>
              <a:avLst/>
              <a:gdLst>
                <a:gd name="T0" fmla="*/ 87 w 87"/>
                <a:gd name="T1" fmla="*/ 13 h 43"/>
                <a:gd name="T2" fmla="*/ 36 w 87"/>
                <a:gd name="T3" fmla="*/ 41 h 43"/>
                <a:gd name="T4" fmla="*/ 5 w 87"/>
                <a:gd name="T5" fmla="*/ 23 h 43"/>
                <a:gd name="T6" fmla="*/ 5 w 87"/>
                <a:gd name="T7" fmla="*/ 0 h 43"/>
                <a:gd name="T8" fmla="*/ 87 w 87"/>
                <a:gd name="T9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43">
                  <a:moveTo>
                    <a:pt x="87" y="13"/>
                  </a:moveTo>
                  <a:cubicBezTo>
                    <a:pt x="72" y="28"/>
                    <a:pt x="56" y="35"/>
                    <a:pt x="36" y="41"/>
                  </a:cubicBezTo>
                  <a:cubicBezTo>
                    <a:pt x="22" y="43"/>
                    <a:pt x="10" y="35"/>
                    <a:pt x="5" y="23"/>
                  </a:cubicBezTo>
                  <a:cubicBezTo>
                    <a:pt x="0" y="16"/>
                    <a:pt x="2" y="8"/>
                    <a:pt x="5" y="0"/>
                  </a:cubicBezTo>
                  <a:cubicBezTo>
                    <a:pt x="25" y="21"/>
                    <a:pt x="60" y="25"/>
                    <a:pt x="87" y="13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98">
              <a:extLst>
                <a:ext uri="{FF2B5EF4-FFF2-40B4-BE49-F238E27FC236}">
                  <a16:creationId xmlns:a16="http://schemas.microsoft.com/office/drawing/2014/main" id="{0D8F3EEB-EDC4-4BEC-87E8-2750816E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1153" y="8011054"/>
              <a:ext cx="297165" cy="222340"/>
            </a:xfrm>
            <a:custGeom>
              <a:avLst/>
              <a:gdLst>
                <a:gd name="T0" fmla="*/ 159 w 169"/>
                <a:gd name="T1" fmla="*/ 0 h 114"/>
                <a:gd name="T2" fmla="*/ 76 w 169"/>
                <a:gd name="T3" fmla="*/ 52 h 114"/>
                <a:gd name="T4" fmla="*/ 5 w 169"/>
                <a:gd name="T5" fmla="*/ 83 h 114"/>
                <a:gd name="T6" fmla="*/ 58 w 169"/>
                <a:gd name="T7" fmla="*/ 99 h 114"/>
                <a:gd name="T8" fmla="*/ 146 w 169"/>
                <a:gd name="T9" fmla="*/ 55 h 114"/>
                <a:gd name="T10" fmla="*/ 159 w 169"/>
                <a:gd name="T1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114">
                  <a:moveTo>
                    <a:pt x="159" y="0"/>
                  </a:moveTo>
                  <a:cubicBezTo>
                    <a:pt x="159" y="0"/>
                    <a:pt x="108" y="37"/>
                    <a:pt x="76" y="52"/>
                  </a:cubicBezTo>
                  <a:cubicBezTo>
                    <a:pt x="43" y="68"/>
                    <a:pt x="10" y="74"/>
                    <a:pt x="5" y="83"/>
                  </a:cubicBezTo>
                  <a:cubicBezTo>
                    <a:pt x="0" y="93"/>
                    <a:pt x="5" y="114"/>
                    <a:pt x="58" y="99"/>
                  </a:cubicBezTo>
                  <a:cubicBezTo>
                    <a:pt x="111" y="84"/>
                    <a:pt x="132" y="71"/>
                    <a:pt x="146" y="55"/>
                  </a:cubicBezTo>
                  <a:cubicBezTo>
                    <a:pt x="157" y="42"/>
                    <a:pt x="169" y="23"/>
                    <a:pt x="159" y="0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99">
              <a:extLst>
                <a:ext uri="{FF2B5EF4-FFF2-40B4-BE49-F238E27FC236}">
                  <a16:creationId xmlns:a16="http://schemas.microsoft.com/office/drawing/2014/main" id="{F8EE06CE-AA50-420D-86B2-C31AA070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3652" y="8025399"/>
              <a:ext cx="100132" cy="75309"/>
            </a:xfrm>
            <a:custGeom>
              <a:avLst/>
              <a:gdLst>
                <a:gd name="T0" fmla="*/ 52 w 57"/>
                <a:gd name="T1" fmla="*/ 0 h 39"/>
                <a:gd name="T2" fmla="*/ 0 w 57"/>
                <a:gd name="T3" fmla="*/ 36 h 39"/>
                <a:gd name="T4" fmla="*/ 30 w 57"/>
                <a:gd name="T5" fmla="*/ 24 h 39"/>
                <a:gd name="T6" fmla="*/ 44 w 57"/>
                <a:gd name="T7" fmla="*/ 27 h 39"/>
                <a:gd name="T8" fmla="*/ 47 w 57"/>
                <a:gd name="T9" fmla="*/ 39 h 39"/>
                <a:gd name="T10" fmla="*/ 52 w 57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9">
                  <a:moveTo>
                    <a:pt x="52" y="0"/>
                  </a:moveTo>
                  <a:cubicBezTo>
                    <a:pt x="52" y="0"/>
                    <a:pt x="23" y="24"/>
                    <a:pt x="0" y="36"/>
                  </a:cubicBezTo>
                  <a:cubicBezTo>
                    <a:pt x="10" y="32"/>
                    <a:pt x="20" y="27"/>
                    <a:pt x="30" y="24"/>
                  </a:cubicBezTo>
                  <a:cubicBezTo>
                    <a:pt x="35" y="23"/>
                    <a:pt x="40" y="23"/>
                    <a:pt x="44" y="27"/>
                  </a:cubicBezTo>
                  <a:cubicBezTo>
                    <a:pt x="47" y="30"/>
                    <a:pt x="48" y="35"/>
                    <a:pt x="47" y="39"/>
                  </a:cubicBezTo>
                  <a:cubicBezTo>
                    <a:pt x="54" y="29"/>
                    <a:pt x="57" y="14"/>
                    <a:pt x="52" y="0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00">
              <a:extLst>
                <a:ext uri="{FF2B5EF4-FFF2-40B4-BE49-F238E27FC236}">
                  <a16:creationId xmlns:a16="http://schemas.microsoft.com/office/drawing/2014/main" id="{B22D125B-0A22-449E-9458-79045A4C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7370" y="8670902"/>
              <a:ext cx="263250" cy="111170"/>
            </a:xfrm>
            <a:custGeom>
              <a:avLst/>
              <a:gdLst>
                <a:gd name="T0" fmla="*/ 64 w 149"/>
                <a:gd name="T1" fmla="*/ 21 h 57"/>
                <a:gd name="T2" fmla="*/ 124 w 149"/>
                <a:gd name="T3" fmla="*/ 0 h 57"/>
                <a:gd name="T4" fmla="*/ 134 w 149"/>
                <a:gd name="T5" fmla="*/ 35 h 57"/>
                <a:gd name="T6" fmla="*/ 25 w 149"/>
                <a:gd name="T7" fmla="*/ 41 h 57"/>
                <a:gd name="T8" fmla="*/ 11 w 149"/>
                <a:gd name="T9" fmla="*/ 2 h 57"/>
                <a:gd name="T10" fmla="*/ 64 w 149"/>
                <a:gd name="T11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57">
                  <a:moveTo>
                    <a:pt x="64" y="21"/>
                  </a:moveTo>
                  <a:cubicBezTo>
                    <a:pt x="91" y="23"/>
                    <a:pt x="120" y="9"/>
                    <a:pt x="124" y="0"/>
                  </a:cubicBezTo>
                  <a:cubicBezTo>
                    <a:pt x="124" y="0"/>
                    <a:pt x="149" y="18"/>
                    <a:pt x="134" y="35"/>
                  </a:cubicBezTo>
                  <a:cubicBezTo>
                    <a:pt x="119" y="51"/>
                    <a:pt x="50" y="57"/>
                    <a:pt x="25" y="41"/>
                  </a:cubicBezTo>
                  <a:cubicBezTo>
                    <a:pt x="0" y="25"/>
                    <a:pt x="6" y="6"/>
                    <a:pt x="11" y="2"/>
                  </a:cubicBezTo>
                  <a:cubicBezTo>
                    <a:pt x="11" y="2"/>
                    <a:pt x="32" y="19"/>
                    <a:pt x="64" y="21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01">
              <a:extLst>
                <a:ext uri="{FF2B5EF4-FFF2-40B4-BE49-F238E27FC236}">
                  <a16:creationId xmlns:a16="http://schemas.microsoft.com/office/drawing/2014/main" id="{117A08DF-028E-4A9B-95B4-D607A148D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4093" y="8681660"/>
              <a:ext cx="43606" cy="51999"/>
            </a:xfrm>
            <a:custGeom>
              <a:avLst/>
              <a:gdLst>
                <a:gd name="T0" fmla="*/ 7 w 25"/>
                <a:gd name="T1" fmla="*/ 0 h 26"/>
                <a:gd name="T2" fmla="*/ 0 w 25"/>
                <a:gd name="T3" fmla="*/ 7 h 26"/>
                <a:gd name="T4" fmla="*/ 12 w 25"/>
                <a:gd name="T5" fmla="*/ 26 h 26"/>
                <a:gd name="T6" fmla="*/ 15 w 25"/>
                <a:gd name="T7" fmla="*/ 23 h 26"/>
                <a:gd name="T8" fmla="*/ 7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7" y="0"/>
                  </a:moveTo>
                  <a:cubicBezTo>
                    <a:pt x="7" y="2"/>
                    <a:pt x="4" y="4"/>
                    <a:pt x="0" y="7"/>
                  </a:cubicBezTo>
                  <a:cubicBezTo>
                    <a:pt x="7" y="10"/>
                    <a:pt x="12" y="18"/>
                    <a:pt x="12" y="26"/>
                  </a:cubicBezTo>
                  <a:cubicBezTo>
                    <a:pt x="13" y="25"/>
                    <a:pt x="14" y="24"/>
                    <a:pt x="15" y="23"/>
                  </a:cubicBezTo>
                  <a:cubicBezTo>
                    <a:pt x="25" y="12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02">
              <a:extLst>
                <a:ext uri="{FF2B5EF4-FFF2-40B4-BE49-F238E27FC236}">
                  <a16:creationId xmlns:a16="http://schemas.microsoft.com/office/drawing/2014/main" id="{8AEDB194-65D3-485E-903A-12D5EDE5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9914" y="8349943"/>
              <a:ext cx="253560" cy="161376"/>
            </a:xfrm>
            <a:custGeom>
              <a:avLst/>
              <a:gdLst>
                <a:gd name="T0" fmla="*/ 11 w 144"/>
                <a:gd name="T1" fmla="*/ 35 h 82"/>
                <a:gd name="T2" fmla="*/ 95 w 144"/>
                <a:gd name="T3" fmla="*/ 24 h 82"/>
                <a:gd name="T4" fmla="*/ 141 w 144"/>
                <a:gd name="T5" fmla="*/ 26 h 82"/>
                <a:gd name="T6" fmla="*/ 121 w 144"/>
                <a:gd name="T7" fmla="*/ 64 h 82"/>
                <a:gd name="T8" fmla="*/ 26 w 144"/>
                <a:gd name="T9" fmla="*/ 69 h 82"/>
                <a:gd name="T10" fmla="*/ 11 w 144"/>
                <a:gd name="T11" fmla="*/ 3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82">
                  <a:moveTo>
                    <a:pt x="11" y="35"/>
                  </a:moveTo>
                  <a:cubicBezTo>
                    <a:pt x="24" y="42"/>
                    <a:pt x="60" y="39"/>
                    <a:pt x="95" y="24"/>
                  </a:cubicBezTo>
                  <a:cubicBezTo>
                    <a:pt x="130" y="9"/>
                    <a:pt x="137" y="0"/>
                    <a:pt x="141" y="26"/>
                  </a:cubicBezTo>
                  <a:cubicBezTo>
                    <a:pt x="144" y="42"/>
                    <a:pt x="139" y="59"/>
                    <a:pt x="121" y="64"/>
                  </a:cubicBezTo>
                  <a:cubicBezTo>
                    <a:pt x="104" y="69"/>
                    <a:pt x="53" y="82"/>
                    <a:pt x="26" y="69"/>
                  </a:cubicBezTo>
                  <a:cubicBezTo>
                    <a:pt x="0" y="57"/>
                    <a:pt x="11" y="35"/>
                    <a:pt x="11" y="35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03">
              <a:extLst>
                <a:ext uri="{FF2B5EF4-FFF2-40B4-BE49-F238E27FC236}">
                  <a16:creationId xmlns:a16="http://schemas.microsoft.com/office/drawing/2014/main" id="{6D85F0BB-9E62-45A5-9A45-8F777502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3097" y="8375046"/>
              <a:ext cx="35531" cy="86067"/>
            </a:xfrm>
            <a:custGeom>
              <a:avLst/>
              <a:gdLst>
                <a:gd name="T0" fmla="*/ 18 w 20"/>
                <a:gd name="T1" fmla="*/ 15 h 44"/>
                <a:gd name="T2" fmla="*/ 0 w 20"/>
                <a:gd name="T3" fmla="*/ 5 h 44"/>
                <a:gd name="T4" fmla="*/ 6 w 20"/>
                <a:gd name="T5" fmla="*/ 44 h 44"/>
                <a:gd name="T6" fmla="*/ 18 w 20"/>
                <a:gd name="T7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4">
                  <a:moveTo>
                    <a:pt x="18" y="15"/>
                  </a:moveTo>
                  <a:cubicBezTo>
                    <a:pt x="16" y="0"/>
                    <a:pt x="12" y="0"/>
                    <a:pt x="0" y="5"/>
                  </a:cubicBezTo>
                  <a:cubicBezTo>
                    <a:pt x="8" y="16"/>
                    <a:pt x="9" y="31"/>
                    <a:pt x="6" y="44"/>
                  </a:cubicBezTo>
                  <a:cubicBezTo>
                    <a:pt x="17" y="39"/>
                    <a:pt x="20" y="27"/>
                    <a:pt x="18" y="15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04">
              <a:extLst>
                <a:ext uri="{FF2B5EF4-FFF2-40B4-BE49-F238E27FC236}">
                  <a16:creationId xmlns:a16="http://schemas.microsoft.com/office/drawing/2014/main" id="{D2B4236F-AD7D-4FC7-8C7C-CC4BFC8D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77" y="8091742"/>
              <a:ext cx="331081" cy="677778"/>
            </a:xfrm>
            <a:custGeom>
              <a:avLst/>
              <a:gdLst>
                <a:gd name="T0" fmla="*/ 188 w 188"/>
                <a:gd name="T1" fmla="*/ 44 h 348"/>
                <a:gd name="T2" fmla="*/ 24 w 188"/>
                <a:gd name="T3" fmla="*/ 0 h 348"/>
                <a:gd name="T4" fmla="*/ 0 w 188"/>
                <a:gd name="T5" fmla="*/ 325 h 348"/>
                <a:gd name="T6" fmla="*/ 128 w 188"/>
                <a:gd name="T7" fmla="*/ 323 h 348"/>
                <a:gd name="T8" fmla="*/ 188 w 188"/>
                <a:gd name="T9" fmla="*/ 4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348">
                  <a:moveTo>
                    <a:pt x="188" y="44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8" y="167"/>
                    <a:pt x="0" y="325"/>
                  </a:cubicBezTo>
                  <a:cubicBezTo>
                    <a:pt x="39" y="348"/>
                    <a:pt x="91" y="348"/>
                    <a:pt x="128" y="323"/>
                  </a:cubicBezTo>
                  <a:cubicBezTo>
                    <a:pt x="123" y="270"/>
                    <a:pt x="168" y="113"/>
                    <a:pt x="188" y="44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206">
              <a:extLst>
                <a:ext uri="{FF2B5EF4-FFF2-40B4-BE49-F238E27FC236}">
                  <a16:creationId xmlns:a16="http://schemas.microsoft.com/office/drawing/2014/main" id="{C070BE1F-913A-46AA-AE0E-C761E99D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7838" y="8095328"/>
              <a:ext cx="113052" cy="663434"/>
            </a:xfrm>
            <a:custGeom>
              <a:avLst/>
              <a:gdLst>
                <a:gd name="T0" fmla="*/ 32 w 64"/>
                <a:gd name="T1" fmla="*/ 271 h 340"/>
                <a:gd name="T2" fmla="*/ 61 w 64"/>
                <a:gd name="T3" fmla="*/ 15 h 340"/>
                <a:gd name="T4" fmla="*/ 64 w 64"/>
                <a:gd name="T5" fmla="*/ 10 h 340"/>
                <a:gd name="T6" fmla="*/ 27 w 64"/>
                <a:gd name="T7" fmla="*/ 0 h 340"/>
                <a:gd name="T8" fmla="*/ 3 w 64"/>
                <a:gd name="T9" fmla="*/ 328 h 340"/>
                <a:gd name="T10" fmla="*/ 0 w 64"/>
                <a:gd name="T11" fmla="*/ 340 h 340"/>
                <a:gd name="T12" fmla="*/ 32 w 64"/>
                <a:gd name="T13" fmla="*/ 27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340">
                  <a:moveTo>
                    <a:pt x="32" y="271"/>
                  </a:moveTo>
                  <a:cubicBezTo>
                    <a:pt x="40" y="185"/>
                    <a:pt x="37" y="100"/>
                    <a:pt x="61" y="15"/>
                  </a:cubicBezTo>
                  <a:cubicBezTo>
                    <a:pt x="62" y="13"/>
                    <a:pt x="63" y="11"/>
                    <a:pt x="64" y="1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2" y="170"/>
                    <a:pt x="3" y="328"/>
                  </a:cubicBezTo>
                  <a:cubicBezTo>
                    <a:pt x="2" y="332"/>
                    <a:pt x="1" y="336"/>
                    <a:pt x="0" y="340"/>
                  </a:cubicBezTo>
                  <a:cubicBezTo>
                    <a:pt x="19" y="323"/>
                    <a:pt x="30" y="301"/>
                    <a:pt x="32" y="271"/>
                  </a:cubicBezTo>
                  <a:close/>
                </a:path>
              </a:pathLst>
            </a:custGeom>
            <a:solidFill>
              <a:srgbClr val="D8D9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07">
              <a:extLst>
                <a:ext uri="{FF2B5EF4-FFF2-40B4-BE49-F238E27FC236}">
                  <a16:creationId xmlns:a16="http://schemas.microsoft.com/office/drawing/2014/main" id="{969D80E9-02AB-4940-A357-DA585C4A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031" y="8136569"/>
              <a:ext cx="153428" cy="598883"/>
            </a:xfrm>
            <a:custGeom>
              <a:avLst/>
              <a:gdLst>
                <a:gd name="T0" fmla="*/ 87 w 87"/>
                <a:gd name="T1" fmla="*/ 21 h 307"/>
                <a:gd name="T2" fmla="*/ 10 w 87"/>
                <a:gd name="T3" fmla="*/ 0 h 307"/>
                <a:gd name="T4" fmla="*/ 19 w 87"/>
                <a:gd name="T5" fmla="*/ 191 h 307"/>
                <a:gd name="T6" fmla="*/ 0 w 87"/>
                <a:gd name="T7" fmla="*/ 302 h 307"/>
                <a:gd name="T8" fmla="*/ 15 w 87"/>
                <a:gd name="T9" fmla="*/ 307 h 307"/>
                <a:gd name="T10" fmla="*/ 27 w 87"/>
                <a:gd name="T11" fmla="*/ 300 h 307"/>
                <a:gd name="T12" fmla="*/ 87 w 87"/>
                <a:gd name="T13" fmla="*/ 2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307">
                  <a:moveTo>
                    <a:pt x="87" y="21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8" y="48"/>
                    <a:pt x="36" y="132"/>
                    <a:pt x="19" y="191"/>
                  </a:cubicBezTo>
                  <a:cubicBezTo>
                    <a:pt x="11" y="222"/>
                    <a:pt x="13" y="268"/>
                    <a:pt x="0" y="302"/>
                  </a:cubicBezTo>
                  <a:cubicBezTo>
                    <a:pt x="6" y="303"/>
                    <a:pt x="11" y="304"/>
                    <a:pt x="15" y="307"/>
                  </a:cubicBezTo>
                  <a:cubicBezTo>
                    <a:pt x="19" y="305"/>
                    <a:pt x="23" y="302"/>
                    <a:pt x="27" y="300"/>
                  </a:cubicBezTo>
                  <a:cubicBezTo>
                    <a:pt x="22" y="247"/>
                    <a:pt x="67" y="90"/>
                    <a:pt x="87" y="21"/>
                  </a:cubicBezTo>
                  <a:close/>
                </a:path>
              </a:pathLst>
            </a:custGeom>
            <a:solidFill>
              <a:srgbClr val="BCBCB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208">
              <a:extLst>
                <a:ext uri="{FF2B5EF4-FFF2-40B4-BE49-F238E27FC236}">
                  <a16:creationId xmlns:a16="http://schemas.microsoft.com/office/drawing/2014/main" id="{79AAEA0A-ECA7-4FB9-88BD-9813183D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13" y="8059467"/>
              <a:ext cx="324621" cy="172134"/>
            </a:xfrm>
            <a:custGeom>
              <a:avLst/>
              <a:gdLst>
                <a:gd name="T0" fmla="*/ 8 w 185"/>
                <a:gd name="T1" fmla="*/ 0 h 88"/>
                <a:gd name="T2" fmla="*/ 100 w 185"/>
                <a:gd name="T3" fmla="*/ 38 h 88"/>
                <a:gd name="T4" fmla="*/ 179 w 185"/>
                <a:gd name="T5" fmla="*/ 57 h 88"/>
                <a:gd name="T6" fmla="*/ 126 w 185"/>
                <a:gd name="T7" fmla="*/ 82 h 88"/>
                <a:gd name="T8" fmla="*/ 29 w 185"/>
                <a:gd name="T9" fmla="*/ 52 h 88"/>
                <a:gd name="T10" fmla="*/ 8 w 185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5" h="88">
                  <a:moveTo>
                    <a:pt x="8" y="0"/>
                  </a:moveTo>
                  <a:cubicBezTo>
                    <a:pt x="8" y="0"/>
                    <a:pt x="65" y="28"/>
                    <a:pt x="100" y="38"/>
                  </a:cubicBezTo>
                  <a:cubicBezTo>
                    <a:pt x="136" y="48"/>
                    <a:pt x="172" y="49"/>
                    <a:pt x="179" y="57"/>
                  </a:cubicBezTo>
                  <a:cubicBezTo>
                    <a:pt x="185" y="66"/>
                    <a:pt x="183" y="88"/>
                    <a:pt x="126" y="82"/>
                  </a:cubicBezTo>
                  <a:cubicBezTo>
                    <a:pt x="69" y="75"/>
                    <a:pt x="46" y="66"/>
                    <a:pt x="29" y="52"/>
                  </a:cubicBezTo>
                  <a:cubicBezTo>
                    <a:pt x="15" y="41"/>
                    <a:pt x="0" y="24"/>
                    <a:pt x="8" y="0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09">
              <a:extLst>
                <a:ext uri="{FF2B5EF4-FFF2-40B4-BE49-F238E27FC236}">
                  <a16:creationId xmlns:a16="http://schemas.microsoft.com/office/drawing/2014/main" id="{00426C0A-AB35-4F91-B4E6-23AF232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833" y="8072019"/>
              <a:ext cx="109822" cy="73516"/>
            </a:xfrm>
            <a:custGeom>
              <a:avLst/>
              <a:gdLst>
                <a:gd name="T0" fmla="*/ 4 w 62"/>
                <a:gd name="T1" fmla="*/ 0 h 38"/>
                <a:gd name="T2" fmla="*/ 62 w 62"/>
                <a:gd name="T3" fmla="*/ 28 h 38"/>
                <a:gd name="T4" fmla="*/ 30 w 62"/>
                <a:gd name="T5" fmla="*/ 20 h 38"/>
                <a:gd name="T6" fmla="*/ 15 w 62"/>
                <a:gd name="T7" fmla="*/ 25 h 38"/>
                <a:gd name="T8" fmla="*/ 14 w 62"/>
                <a:gd name="T9" fmla="*/ 38 h 38"/>
                <a:gd name="T10" fmla="*/ 4 w 62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38">
                  <a:moveTo>
                    <a:pt x="4" y="0"/>
                  </a:moveTo>
                  <a:cubicBezTo>
                    <a:pt x="4" y="0"/>
                    <a:pt x="36" y="19"/>
                    <a:pt x="62" y="28"/>
                  </a:cubicBezTo>
                  <a:cubicBezTo>
                    <a:pt x="51" y="25"/>
                    <a:pt x="41" y="22"/>
                    <a:pt x="30" y="20"/>
                  </a:cubicBezTo>
                  <a:cubicBezTo>
                    <a:pt x="24" y="21"/>
                    <a:pt x="19" y="21"/>
                    <a:pt x="15" y="25"/>
                  </a:cubicBezTo>
                  <a:cubicBezTo>
                    <a:pt x="13" y="30"/>
                    <a:pt x="13" y="34"/>
                    <a:pt x="14" y="38"/>
                  </a:cubicBezTo>
                  <a:cubicBezTo>
                    <a:pt x="6" y="29"/>
                    <a:pt x="0" y="15"/>
                    <a:pt x="4" y="0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10">
              <a:extLst>
                <a:ext uri="{FF2B5EF4-FFF2-40B4-BE49-F238E27FC236}">
                  <a16:creationId xmlns:a16="http://schemas.microsoft.com/office/drawing/2014/main" id="{BED859AF-056F-4506-BC1A-A320C525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1002" y="8681660"/>
              <a:ext cx="285861" cy="112964"/>
            </a:xfrm>
            <a:custGeom>
              <a:avLst/>
              <a:gdLst>
                <a:gd name="T0" fmla="*/ 93 w 163"/>
                <a:gd name="T1" fmla="*/ 22 h 58"/>
                <a:gd name="T2" fmla="*/ 27 w 163"/>
                <a:gd name="T3" fmla="*/ 0 h 58"/>
                <a:gd name="T4" fmla="*/ 16 w 163"/>
                <a:gd name="T5" fmla="*/ 35 h 58"/>
                <a:gd name="T6" fmla="*/ 135 w 163"/>
                <a:gd name="T7" fmla="*/ 42 h 58"/>
                <a:gd name="T8" fmla="*/ 151 w 163"/>
                <a:gd name="T9" fmla="*/ 4 h 58"/>
                <a:gd name="T10" fmla="*/ 93 w 163"/>
                <a:gd name="T11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" h="58">
                  <a:moveTo>
                    <a:pt x="93" y="22"/>
                  </a:moveTo>
                  <a:cubicBezTo>
                    <a:pt x="63" y="24"/>
                    <a:pt x="30" y="9"/>
                    <a:pt x="27" y="0"/>
                  </a:cubicBezTo>
                  <a:cubicBezTo>
                    <a:pt x="27" y="0"/>
                    <a:pt x="0" y="18"/>
                    <a:pt x="16" y="35"/>
                  </a:cubicBezTo>
                  <a:cubicBezTo>
                    <a:pt x="32" y="52"/>
                    <a:pt x="107" y="58"/>
                    <a:pt x="135" y="42"/>
                  </a:cubicBezTo>
                  <a:cubicBezTo>
                    <a:pt x="163" y="27"/>
                    <a:pt x="156" y="8"/>
                    <a:pt x="151" y="4"/>
                  </a:cubicBezTo>
                  <a:cubicBezTo>
                    <a:pt x="151" y="4"/>
                    <a:pt x="127" y="21"/>
                    <a:pt x="93" y="22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11">
              <a:extLst>
                <a:ext uri="{FF2B5EF4-FFF2-40B4-BE49-F238E27FC236}">
                  <a16:creationId xmlns:a16="http://schemas.microsoft.com/office/drawing/2014/main" id="{17C376A7-F6F8-4BD3-B941-812D1D08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153" y="8694211"/>
              <a:ext cx="46836" cy="50206"/>
            </a:xfrm>
            <a:custGeom>
              <a:avLst/>
              <a:gdLst>
                <a:gd name="T0" fmla="*/ 19 w 27"/>
                <a:gd name="T1" fmla="*/ 0 h 26"/>
                <a:gd name="T2" fmla="*/ 27 w 27"/>
                <a:gd name="T3" fmla="*/ 7 h 26"/>
                <a:gd name="T4" fmla="*/ 14 w 27"/>
                <a:gd name="T5" fmla="*/ 26 h 26"/>
                <a:gd name="T6" fmla="*/ 11 w 27"/>
                <a:gd name="T7" fmla="*/ 24 h 26"/>
                <a:gd name="T8" fmla="*/ 19 w 2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cubicBezTo>
                    <a:pt x="20" y="2"/>
                    <a:pt x="23" y="5"/>
                    <a:pt x="27" y="7"/>
                  </a:cubicBezTo>
                  <a:cubicBezTo>
                    <a:pt x="19" y="10"/>
                    <a:pt x="14" y="18"/>
                    <a:pt x="14" y="26"/>
                  </a:cubicBezTo>
                  <a:cubicBezTo>
                    <a:pt x="13" y="25"/>
                    <a:pt x="11" y="24"/>
                    <a:pt x="11" y="24"/>
                  </a:cubicBezTo>
                  <a:cubicBezTo>
                    <a:pt x="0" y="12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12">
              <a:extLst>
                <a:ext uri="{FF2B5EF4-FFF2-40B4-BE49-F238E27FC236}">
                  <a16:creationId xmlns:a16="http://schemas.microsoft.com/office/drawing/2014/main" id="{64B27F75-005A-4271-ADD1-FAA01EE8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528" y="8351737"/>
              <a:ext cx="269710" cy="166756"/>
            </a:xfrm>
            <a:custGeom>
              <a:avLst/>
              <a:gdLst>
                <a:gd name="T0" fmla="*/ 142 w 154"/>
                <a:gd name="T1" fmla="*/ 40 h 85"/>
                <a:gd name="T2" fmla="*/ 53 w 154"/>
                <a:gd name="T3" fmla="*/ 25 h 85"/>
                <a:gd name="T4" fmla="*/ 3 w 154"/>
                <a:gd name="T5" fmla="*/ 25 h 85"/>
                <a:gd name="T6" fmla="*/ 23 w 154"/>
                <a:gd name="T7" fmla="*/ 65 h 85"/>
                <a:gd name="T8" fmla="*/ 125 w 154"/>
                <a:gd name="T9" fmla="*/ 74 h 85"/>
                <a:gd name="T10" fmla="*/ 142 w 154"/>
                <a:gd name="T11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85">
                  <a:moveTo>
                    <a:pt x="142" y="40"/>
                  </a:moveTo>
                  <a:cubicBezTo>
                    <a:pt x="128" y="47"/>
                    <a:pt x="90" y="42"/>
                    <a:pt x="53" y="25"/>
                  </a:cubicBezTo>
                  <a:cubicBezTo>
                    <a:pt x="15" y="9"/>
                    <a:pt x="7" y="0"/>
                    <a:pt x="3" y="25"/>
                  </a:cubicBezTo>
                  <a:cubicBezTo>
                    <a:pt x="0" y="42"/>
                    <a:pt x="5" y="59"/>
                    <a:pt x="23" y="65"/>
                  </a:cubicBezTo>
                  <a:cubicBezTo>
                    <a:pt x="42" y="71"/>
                    <a:pt x="96" y="85"/>
                    <a:pt x="125" y="74"/>
                  </a:cubicBezTo>
                  <a:cubicBezTo>
                    <a:pt x="154" y="62"/>
                    <a:pt x="142" y="40"/>
                    <a:pt x="142" y="40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13">
              <a:extLst>
                <a:ext uri="{FF2B5EF4-FFF2-40B4-BE49-F238E27FC236}">
                  <a16:creationId xmlns:a16="http://schemas.microsoft.com/office/drawing/2014/main" id="{C74E7600-E4E5-456E-9E53-75D4323B3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2373" y="8375046"/>
              <a:ext cx="38761" cy="87861"/>
            </a:xfrm>
            <a:custGeom>
              <a:avLst/>
              <a:gdLst>
                <a:gd name="T0" fmla="*/ 2 w 22"/>
                <a:gd name="T1" fmla="*/ 16 h 45"/>
                <a:gd name="T2" fmla="*/ 22 w 22"/>
                <a:gd name="T3" fmla="*/ 6 h 45"/>
                <a:gd name="T4" fmla="*/ 15 w 22"/>
                <a:gd name="T5" fmla="*/ 45 h 45"/>
                <a:gd name="T6" fmla="*/ 2 w 22"/>
                <a:gd name="T7" fmla="*/ 1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5">
                  <a:moveTo>
                    <a:pt x="2" y="16"/>
                  </a:moveTo>
                  <a:cubicBezTo>
                    <a:pt x="5" y="1"/>
                    <a:pt x="9" y="0"/>
                    <a:pt x="22" y="6"/>
                  </a:cubicBezTo>
                  <a:cubicBezTo>
                    <a:pt x="13" y="17"/>
                    <a:pt x="11" y="32"/>
                    <a:pt x="15" y="45"/>
                  </a:cubicBezTo>
                  <a:cubicBezTo>
                    <a:pt x="3" y="40"/>
                    <a:pt x="0" y="27"/>
                    <a:pt x="2" y="16"/>
                  </a:cubicBezTo>
                  <a:close/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14">
              <a:extLst>
                <a:ext uri="{FF2B5EF4-FFF2-40B4-BE49-F238E27FC236}">
                  <a16:creationId xmlns:a16="http://schemas.microsoft.com/office/drawing/2014/main" id="{87DC690E-07D8-4457-AC1A-3E1552E0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472" y="7926780"/>
              <a:ext cx="121128" cy="77102"/>
            </a:xfrm>
            <a:custGeom>
              <a:avLst/>
              <a:gdLst>
                <a:gd name="T0" fmla="*/ 7 w 69"/>
                <a:gd name="T1" fmla="*/ 17 h 39"/>
                <a:gd name="T2" fmla="*/ 62 w 69"/>
                <a:gd name="T3" fmla="*/ 34 h 39"/>
                <a:gd name="T4" fmla="*/ 61 w 69"/>
                <a:gd name="T5" fmla="*/ 14 h 39"/>
                <a:gd name="T6" fmla="*/ 23 w 69"/>
                <a:gd name="T7" fmla="*/ 4 h 39"/>
                <a:gd name="T8" fmla="*/ 7 w 69"/>
                <a:gd name="T9" fmla="*/ 1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39">
                  <a:moveTo>
                    <a:pt x="7" y="17"/>
                  </a:moveTo>
                  <a:cubicBezTo>
                    <a:pt x="14" y="26"/>
                    <a:pt x="54" y="39"/>
                    <a:pt x="62" y="34"/>
                  </a:cubicBezTo>
                  <a:cubicBezTo>
                    <a:pt x="69" y="29"/>
                    <a:pt x="66" y="15"/>
                    <a:pt x="61" y="14"/>
                  </a:cubicBezTo>
                  <a:cubicBezTo>
                    <a:pt x="55" y="13"/>
                    <a:pt x="27" y="9"/>
                    <a:pt x="23" y="4"/>
                  </a:cubicBezTo>
                  <a:cubicBezTo>
                    <a:pt x="19" y="0"/>
                    <a:pt x="0" y="8"/>
                    <a:pt x="7" y="17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15">
              <a:extLst>
                <a:ext uri="{FF2B5EF4-FFF2-40B4-BE49-F238E27FC236}">
                  <a16:creationId xmlns:a16="http://schemas.microsoft.com/office/drawing/2014/main" id="{10CE698E-691E-4437-BEAE-F0DFC8E522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1932" y="7928573"/>
              <a:ext cx="113052" cy="73516"/>
            </a:xfrm>
            <a:custGeom>
              <a:avLst/>
              <a:gdLst>
                <a:gd name="T0" fmla="*/ 3 w 65"/>
                <a:gd name="T1" fmla="*/ 16 h 37"/>
                <a:gd name="T2" fmla="*/ 50 w 65"/>
                <a:gd name="T3" fmla="*/ 35 h 37"/>
                <a:gd name="T4" fmla="*/ 59 w 65"/>
                <a:gd name="T5" fmla="*/ 34 h 37"/>
                <a:gd name="T6" fmla="*/ 64 w 65"/>
                <a:gd name="T7" fmla="*/ 20 h 37"/>
                <a:gd name="T8" fmla="*/ 58 w 65"/>
                <a:gd name="T9" fmla="*/ 12 h 37"/>
                <a:gd name="T10" fmla="*/ 55 w 65"/>
                <a:gd name="T11" fmla="*/ 12 h 37"/>
                <a:gd name="T12" fmla="*/ 21 w 65"/>
                <a:gd name="T13" fmla="*/ 3 h 37"/>
                <a:gd name="T14" fmla="*/ 6 w 65"/>
                <a:gd name="T15" fmla="*/ 4 h 37"/>
                <a:gd name="T16" fmla="*/ 3 w 65"/>
                <a:gd name="T17" fmla="*/ 16 h 37"/>
                <a:gd name="T18" fmla="*/ 58 w 65"/>
                <a:gd name="T19" fmla="*/ 32 h 37"/>
                <a:gd name="T20" fmla="*/ 5 w 65"/>
                <a:gd name="T21" fmla="*/ 15 h 37"/>
                <a:gd name="T22" fmla="*/ 5 w 65"/>
                <a:gd name="T23" fmla="*/ 15 h 37"/>
                <a:gd name="T24" fmla="*/ 8 w 65"/>
                <a:gd name="T25" fmla="*/ 6 h 37"/>
                <a:gd name="T26" fmla="*/ 19 w 65"/>
                <a:gd name="T27" fmla="*/ 4 h 37"/>
                <a:gd name="T28" fmla="*/ 54 w 65"/>
                <a:gd name="T29" fmla="*/ 14 h 37"/>
                <a:gd name="T30" fmla="*/ 57 w 65"/>
                <a:gd name="T31" fmla="*/ 14 h 37"/>
                <a:gd name="T32" fmla="*/ 62 w 65"/>
                <a:gd name="T33" fmla="*/ 20 h 37"/>
                <a:gd name="T34" fmla="*/ 58 w 65"/>
                <a:gd name="T35" fmla="*/ 32 h 37"/>
                <a:gd name="T36" fmla="*/ 3 w 65"/>
                <a:gd name="T37" fmla="*/ 16 h 37"/>
                <a:gd name="T38" fmla="*/ 3 w 65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" h="37">
                  <a:moveTo>
                    <a:pt x="3" y="16"/>
                  </a:moveTo>
                  <a:cubicBezTo>
                    <a:pt x="9" y="23"/>
                    <a:pt x="35" y="33"/>
                    <a:pt x="50" y="35"/>
                  </a:cubicBezTo>
                  <a:cubicBezTo>
                    <a:pt x="54" y="35"/>
                    <a:pt x="57" y="35"/>
                    <a:pt x="59" y="34"/>
                  </a:cubicBezTo>
                  <a:cubicBezTo>
                    <a:pt x="64" y="30"/>
                    <a:pt x="65" y="24"/>
                    <a:pt x="64" y="20"/>
                  </a:cubicBezTo>
                  <a:cubicBezTo>
                    <a:pt x="63" y="16"/>
                    <a:pt x="61" y="13"/>
                    <a:pt x="58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6" y="11"/>
                    <a:pt x="24" y="7"/>
                    <a:pt x="21" y="3"/>
                  </a:cubicBezTo>
                  <a:cubicBezTo>
                    <a:pt x="18" y="0"/>
                    <a:pt x="11" y="1"/>
                    <a:pt x="6" y="4"/>
                  </a:cubicBezTo>
                  <a:cubicBezTo>
                    <a:pt x="1" y="8"/>
                    <a:pt x="0" y="13"/>
                    <a:pt x="3" y="16"/>
                  </a:cubicBezTo>
                  <a:close/>
                  <a:moveTo>
                    <a:pt x="58" y="32"/>
                  </a:moveTo>
                  <a:cubicBezTo>
                    <a:pt x="51" y="37"/>
                    <a:pt x="12" y="24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" y="11"/>
                    <a:pt x="6" y="7"/>
                    <a:pt x="8" y="6"/>
                  </a:cubicBezTo>
                  <a:cubicBezTo>
                    <a:pt x="12" y="3"/>
                    <a:pt x="18" y="2"/>
                    <a:pt x="19" y="4"/>
                  </a:cubicBezTo>
                  <a:cubicBezTo>
                    <a:pt x="23" y="8"/>
                    <a:pt x="39" y="11"/>
                    <a:pt x="54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9" y="15"/>
                    <a:pt x="61" y="17"/>
                    <a:pt x="62" y="20"/>
                  </a:cubicBezTo>
                  <a:cubicBezTo>
                    <a:pt x="63" y="24"/>
                    <a:pt x="62" y="29"/>
                    <a:pt x="58" y="32"/>
                  </a:cubicBezTo>
                  <a:close/>
                  <a:moveTo>
                    <a:pt x="3" y="16"/>
                  </a:moveTo>
                  <a:cubicBezTo>
                    <a:pt x="3" y="16"/>
                    <a:pt x="3" y="16"/>
                    <a:pt x="3" y="16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16">
              <a:extLst>
                <a:ext uri="{FF2B5EF4-FFF2-40B4-BE49-F238E27FC236}">
                  <a16:creationId xmlns:a16="http://schemas.microsoft.com/office/drawing/2014/main" id="{290D9D78-5221-4AB3-B772-D1D9B6DA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927" y="7916021"/>
              <a:ext cx="114668" cy="55586"/>
            </a:xfrm>
            <a:custGeom>
              <a:avLst/>
              <a:gdLst>
                <a:gd name="T0" fmla="*/ 8 w 66"/>
                <a:gd name="T1" fmla="*/ 19 h 29"/>
                <a:gd name="T2" fmla="*/ 53 w 66"/>
                <a:gd name="T3" fmla="*/ 24 h 29"/>
                <a:gd name="T4" fmla="*/ 51 w 66"/>
                <a:gd name="T5" fmla="*/ 11 h 29"/>
                <a:gd name="T6" fmla="*/ 20 w 66"/>
                <a:gd name="T7" fmla="*/ 4 h 29"/>
                <a:gd name="T8" fmla="*/ 8 w 66"/>
                <a:gd name="T9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29">
                  <a:moveTo>
                    <a:pt x="8" y="19"/>
                  </a:moveTo>
                  <a:cubicBezTo>
                    <a:pt x="18" y="25"/>
                    <a:pt x="46" y="29"/>
                    <a:pt x="53" y="24"/>
                  </a:cubicBezTo>
                  <a:cubicBezTo>
                    <a:pt x="60" y="19"/>
                    <a:pt x="66" y="13"/>
                    <a:pt x="51" y="11"/>
                  </a:cubicBezTo>
                  <a:cubicBezTo>
                    <a:pt x="36" y="9"/>
                    <a:pt x="27" y="8"/>
                    <a:pt x="20" y="4"/>
                  </a:cubicBezTo>
                  <a:cubicBezTo>
                    <a:pt x="13" y="0"/>
                    <a:pt x="0" y="13"/>
                    <a:pt x="8" y="19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17">
              <a:extLst>
                <a:ext uri="{FF2B5EF4-FFF2-40B4-BE49-F238E27FC236}">
                  <a16:creationId xmlns:a16="http://schemas.microsoft.com/office/drawing/2014/main" id="{E5E970E1-8EE6-4236-8D5F-A774FF81AD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7772" y="7917815"/>
              <a:ext cx="103362" cy="51999"/>
            </a:xfrm>
            <a:custGeom>
              <a:avLst/>
              <a:gdLst>
                <a:gd name="T0" fmla="*/ 4 w 59"/>
                <a:gd name="T1" fmla="*/ 18 h 27"/>
                <a:gd name="T2" fmla="*/ 29 w 59"/>
                <a:gd name="T3" fmla="*/ 26 h 27"/>
                <a:gd name="T4" fmla="*/ 50 w 59"/>
                <a:gd name="T5" fmla="*/ 23 h 27"/>
                <a:gd name="T6" fmla="*/ 58 w 59"/>
                <a:gd name="T7" fmla="*/ 14 h 27"/>
                <a:gd name="T8" fmla="*/ 48 w 59"/>
                <a:gd name="T9" fmla="*/ 9 h 27"/>
                <a:gd name="T10" fmla="*/ 18 w 59"/>
                <a:gd name="T11" fmla="*/ 2 h 27"/>
                <a:gd name="T12" fmla="*/ 4 w 59"/>
                <a:gd name="T13" fmla="*/ 7 h 27"/>
                <a:gd name="T14" fmla="*/ 4 w 59"/>
                <a:gd name="T15" fmla="*/ 18 h 27"/>
                <a:gd name="T16" fmla="*/ 49 w 59"/>
                <a:gd name="T17" fmla="*/ 22 h 27"/>
                <a:gd name="T18" fmla="*/ 5 w 59"/>
                <a:gd name="T19" fmla="*/ 17 h 27"/>
                <a:gd name="T20" fmla="*/ 5 w 59"/>
                <a:gd name="T21" fmla="*/ 17 h 27"/>
                <a:gd name="T22" fmla="*/ 5 w 59"/>
                <a:gd name="T23" fmla="*/ 8 h 27"/>
                <a:gd name="T24" fmla="*/ 17 w 59"/>
                <a:gd name="T25" fmla="*/ 4 h 27"/>
                <a:gd name="T26" fmla="*/ 48 w 59"/>
                <a:gd name="T27" fmla="*/ 11 h 27"/>
                <a:gd name="T28" fmla="*/ 56 w 59"/>
                <a:gd name="T29" fmla="*/ 14 h 27"/>
                <a:gd name="T30" fmla="*/ 49 w 59"/>
                <a:gd name="T31" fmla="*/ 22 h 27"/>
                <a:gd name="T32" fmla="*/ 4 w 59"/>
                <a:gd name="T33" fmla="*/ 18 h 27"/>
                <a:gd name="T34" fmla="*/ 4 w 59"/>
                <a:gd name="T35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27">
                  <a:moveTo>
                    <a:pt x="4" y="18"/>
                  </a:moveTo>
                  <a:cubicBezTo>
                    <a:pt x="10" y="22"/>
                    <a:pt x="20" y="25"/>
                    <a:pt x="29" y="26"/>
                  </a:cubicBezTo>
                  <a:cubicBezTo>
                    <a:pt x="38" y="26"/>
                    <a:pt x="47" y="26"/>
                    <a:pt x="50" y="23"/>
                  </a:cubicBezTo>
                  <a:cubicBezTo>
                    <a:pt x="55" y="20"/>
                    <a:pt x="59" y="17"/>
                    <a:pt x="58" y="14"/>
                  </a:cubicBezTo>
                  <a:cubicBezTo>
                    <a:pt x="57" y="11"/>
                    <a:pt x="54" y="10"/>
                    <a:pt x="48" y="9"/>
                  </a:cubicBezTo>
                  <a:cubicBezTo>
                    <a:pt x="34" y="7"/>
                    <a:pt x="25" y="6"/>
                    <a:pt x="18" y="2"/>
                  </a:cubicBezTo>
                  <a:cubicBezTo>
                    <a:pt x="13" y="0"/>
                    <a:pt x="7" y="3"/>
                    <a:pt x="4" y="7"/>
                  </a:cubicBezTo>
                  <a:cubicBezTo>
                    <a:pt x="0" y="12"/>
                    <a:pt x="1" y="16"/>
                    <a:pt x="4" y="18"/>
                  </a:cubicBezTo>
                  <a:close/>
                  <a:moveTo>
                    <a:pt x="49" y="22"/>
                  </a:moveTo>
                  <a:cubicBezTo>
                    <a:pt x="42" y="27"/>
                    <a:pt x="15" y="23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2" y="15"/>
                    <a:pt x="3" y="11"/>
                    <a:pt x="5" y="8"/>
                  </a:cubicBezTo>
                  <a:cubicBezTo>
                    <a:pt x="8" y="5"/>
                    <a:pt x="13" y="2"/>
                    <a:pt x="17" y="4"/>
                  </a:cubicBezTo>
                  <a:cubicBezTo>
                    <a:pt x="24" y="7"/>
                    <a:pt x="34" y="9"/>
                    <a:pt x="48" y="11"/>
                  </a:cubicBezTo>
                  <a:cubicBezTo>
                    <a:pt x="54" y="12"/>
                    <a:pt x="56" y="13"/>
                    <a:pt x="56" y="14"/>
                  </a:cubicBezTo>
                  <a:cubicBezTo>
                    <a:pt x="57" y="17"/>
                    <a:pt x="51" y="21"/>
                    <a:pt x="49" y="22"/>
                  </a:cubicBezTo>
                  <a:close/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18">
              <a:extLst>
                <a:ext uri="{FF2B5EF4-FFF2-40B4-BE49-F238E27FC236}">
                  <a16:creationId xmlns:a16="http://schemas.microsoft.com/office/drawing/2014/main" id="{BC5E3241-2EA9-490D-86BE-D442E0D45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3613" y="7899884"/>
              <a:ext cx="96902" cy="43034"/>
            </a:xfrm>
            <a:custGeom>
              <a:avLst/>
              <a:gdLst>
                <a:gd name="T0" fmla="*/ 5 w 55"/>
                <a:gd name="T1" fmla="*/ 5 h 22"/>
                <a:gd name="T2" fmla="*/ 14 w 55"/>
                <a:gd name="T3" fmla="*/ 19 h 22"/>
                <a:gd name="T4" fmla="*/ 51 w 55"/>
                <a:gd name="T5" fmla="*/ 17 h 22"/>
                <a:gd name="T6" fmla="*/ 29 w 55"/>
                <a:gd name="T7" fmla="*/ 3 h 22"/>
                <a:gd name="T8" fmla="*/ 5 w 55"/>
                <a:gd name="T9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">
                  <a:moveTo>
                    <a:pt x="5" y="5"/>
                  </a:moveTo>
                  <a:cubicBezTo>
                    <a:pt x="0" y="9"/>
                    <a:pt x="2" y="16"/>
                    <a:pt x="14" y="19"/>
                  </a:cubicBezTo>
                  <a:cubicBezTo>
                    <a:pt x="27" y="22"/>
                    <a:pt x="47" y="21"/>
                    <a:pt x="51" y="17"/>
                  </a:cubicBezTo>
                  <a:cubicBezTo>
                    <a:pt x="55" y="12"/>
                    <a:pt x="45" y="7"/>
                    <a:pt x="29" y="3"/>
                  </a:cubicBezTo>
                  <a:cubicBezTo>
                    <a:pt x="14" y="0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19">
              <a:extLst>
                <a:ext uri="{FF2B5EF4-FFF2-40B4-BE49-F238E27FC236}">
                  <a16:creationId xmlns:a16="http://schemas.microsoft.com/office/drawing/2014/main" id="{E8C13701-E272-4C3C-A86B-A937972028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227" y="7898091"/>
              <a:ext cx="92057" cy="46620"/>
            </a:xfrm>
            <a:custGeom>
              <a:avLst/>
              <a:gdLst>
                <a:gd name="T0" fmla="*/ 0 w 52"/>
                <a:gd name="T1" fmla="*/ 12 h 24"/>
                <a:gd name="T2" fmla="*/ 13 w 52"/>
                <a:gd name="T3" fmla="*/ 21 h 24"/>
                <a:gd name="T4" fmla="*/ 51 w 52"/>
                <a:gd name="T5" fmla="*/ 18 h 24"/>
                <a:gd name="T6" fmla="*/ 51 w 52"/>
                <a:gd name="T7" fmla="*/ 14 h 24"/>
                <a:gd name="T8" fmla="*/ 29 w 52"/>
                <a:gd name="T9" fmla="*/ 3 h 24"/>
                <a:gd name="T10" fmla="*/ 4 w 52"/>
                <a:gd name="T11" fmla="*/ 5 h 24"/>
                <a:gd name="T12" fmla="*/ 4 w 52"/>
                <a:gd name="T13" fmla="*/ 5 h 24"/>
                <a:gd name="T14" fmla="*/ 0 w 52"/>
                <a:gd name="T15" fmla="*/ 12 h 24"/>
                <a:gd name="T16" fmla="*/ 49 w 52"/>
                <a:gd name="T17" fmla="*/ 17 h 24"/>
                <a:gd name="T18" fmla="*/ 14 w 52"/>
                <a:gd name="T19" fmla="*/ 19 h 24"/>
                <a:gd name="T20" fmla="*/ 2 w 52"/>
                <a:gd name="T21" fmla="*/ 12 h 24"/>
                <a:gd name="T22" fmla="*/ 5 w 52"/>
                <a:gd name="T23" fmla="*/ 7 h 24"/>
                <a:gd name="T24" fmla="*/ 22 w 52"/>
                <a:gd name="T25" fmla="*/ 4 h 24"/>
                <a:gd name="T26" fmla="*/ 28 w 52"/>
                <a:gd name="T27" fmla="*/ 5 h 24"/>
                <a:gd name="T28" fmla="*/ 49 w 52"/>
                <a:gd name="T29" fmla="*/ 15 h 24"/>
                <a:gd name="T30" fmla="*/ 49 w 52"/>
                <a:gd name="T31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" h="24">
                  <a:moveTo>
                    <a:pt x="0" y="12"/>
                  </a:moveTo>
                  <a:cubicBezTo>
                    <a:pt x="1" y="16"/>
                    <a:pt x="6" y="19"/>
                    <a:pt x="13" y="21"/>
                  </a:cubicBezTo>
                  <a:cubicBezTo>
                    <a:pt x="26" y="24"/>
                    <a:pt x="46" y="23"/>
                    <a:pt x="51" y="18"/>
                  </a:cubicBezTo>
                  <a:cubicBezTo>
                    <a:pt x="52" y="17"/>
                    <a:pt x="52" y="15"/>
                    <a:pt x="51" y="14"/>
                  </a:cubicBezTo>
                  <a:cubicBezTo>
                    <a:pt x="50" y="10"/>
                    <a:pt x="41" y="6"/>
                    <a:pt x="29" y="3"/>
                  </a:cubicBezTo>
                  <a:cubicBezTo>
                    <a:pt x="13" y="0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7"/>
                    <a:pt x="0" y="10"/>
                    <a:pt x="0" y="12"/>
                  </a:cubicBezTo>
                  <a:close/>
                  <a:moveTo>
                    <a:pt x="49" y="17"/>
                  </a:moveTo>
                  <a:cubicBezTo>
                    <a:pt x="46" y="21"/>
                    <a:pt x="26" y="22"/>
                    <a:pt x="14" y="19"/>
                  </a:cubicBezTo>
                  <a:cubicBezTo>
                    <a:pt x="7" y="18"/>
                    <a:pt x="3" y="15"/>
                    <a:pt x="2" y="12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5" y="6"/>
                    <a:pt x="11" y="3"/>
                    <a:pt x="22" y="4"/>
                  </a:cubicBezTo>
                  <a:cubicBezTo>
                    <a:pt x="24" y="4"/>
                    <a:pt x="26" y="5"/>
                    <a:pt x="28" y="5"/>
                  </a:cubicBezTo>
                  <a:cubicBezTo>
                    <a:pt x="40" y="8"/>
                    <a:pt x="48" y="11"/>
                    <a:pt x="49" y="15"/>
                  </a:cubicBezTo>
                  <a:cubicBezTo>
                    <a:pt x="50" y="15"/>
                    <a:pt x="50" y="16"/>
                    <a:pt x="49" y="17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20">
              <a:extLst>
                <a:ext uri="{FF2B5EF4-FFF2-40B4-BE49-F238E27FC236}">
                  <a16:creationId xmlns:a16="http://schemas.microsoft.com/office/drawing/2014/main" id="{AB280EDD-3EDE-49B5-855C-09AE188FC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077" y="7826368"/>
              <a:ext cx="125972" cy="96825"/>
            </a:xfrm>
            <a:custGeom>
              <a:avLst/>
              <a:gdLst>
                <a:gd name="T0" fmla="*/ 10 w 71"/>
                <a:gd name="T1" fmla="*/ 34 h 50"/>
                <a:gd name="T2" fmla="*/ 55 w 71"/>
                <a:gd name="T3" fmla="*/ 50 h 50"/>
                <a:gd name="T4" fmla="*/ 61 w 71"/>
                <a:gd name="T5" fmla="*/ 31 h 50"/>
                <a:gd name="T6" fmla="*/ 19 w 71"/>
                <a:gd name="T7" fmla="*/ 7 h 50"/>
                <a:gd name="T8" fmla="*/ 10 w 71"/>
                <a:gd name="T9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50">
                  <a:moveTo>
                    <a:pt x="10" y="34"/>
                  </a:moveTo>
                  <a:cubicBezTo>
                    <a:pt x="15" y="38"/>
                    <a:pt x="43" y="50"/>
                    <a:pt x="55" y="50"/>
                  </a:cubicBezTo>
                  <a:cubicBezTo>
                    <a:pt x="67" y="50"/>
                    <a:pt x="71" y="36"/>
                    <a:pt x="61" y="31"/>
                  </a:cubicBezTo>
                  <a:cubicBezTo>
                    <a:pt x="50" y="26"/>
                    <a:pt x="22" y="13"/>
                    <a:pt x="19" y="7"/>
                  </a:cubicBezTo>
                  <a:cubicBezTo>
                    <a:pt x="16" y="0"/>
                    <a:pt x="0" y="29"/>
                    <a:pt x="10" y="34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21">
              <a:extLst>
                <a:ext uri="{FF2B5EF4-FFF2-40B4-BE49-F238E27FC236}">
                  <a16:creationId xmlns:a16="http://schemas.microsoft.com/office/drawing/2014/main" id="{B4C363D7-0A79-4B0F-8117-4F516388A3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153" y="7835334"/>
              <a:ext cx="114668" cy="89653"/>
            </a:xfrm>
            <a:custGeom>
              <a:avLst/>
              <a:gdLst>
                <a:gd name="T0" fmla="*/ 5 w 65"/>
                <a:gd name="T1" fmla="*/ 30 h 46"/>
                <a:gd name="T2" fmla="*/ 49 w 65"/>
                <a:gd name="T3" fmla="*/ 46 h 46"/>
                <a:gd name="T4" fmla="*/ 51 w 65"/>
                <a:gd name="T5" fmla="*/ 46 h 46"/>
                <a:gd name="T6" fmla="*/ 63 w 65"/>
                <a:gd name="T7" fmla="*/ 38 h 46"/>
                <a:gd name="T8" fmla="*/ 57 w 65"/>
                <a:gd name="T9" fmla="*/ 25 h 46"/>
                <a:gd name="T10" fmla="*/ 51 w 65"/>
                <a:gd name="T11" fmla="*/ 22 h 46"/>
                <a:gd name="T12" fmla="*/ 16 w 65"/>
                <a:gd name="T13" fmla="*/ 1 h 46"/>
                <a:gd name="T14" fmla="*/ 14 w 65"/>
                <a:gd name="T15" fmla="*/ 0 h 46"/>
                <a:gd name="T16" fmla="*/ 3 w 65"/>
                <a:gd name="T17" fmla="*/ 15 h 46"/>
                <a:gd name="T18" fmla="*/ 5 w 65"/>
                <a:gd name="T19" fmla="*/ 30 h 46"/>
                <a:gd name="T20" fmla="*/ 61 w 65"/>
                <a:gd name="T21" fmla="*/ 37 h 46"/>
                <a:gd name="T22" fmla="*/ 51 w 65"/>
                <a:gd name="T23" fmla="*/ 44 h 46"/>
                <a:gd name="T24" fmla="*/ 6 w 65"/>
                <a:gd name="T25" fmla="*/ 28 h 46"/>
                <a:gd name="T26" fmla="*/ 6 w 65"/>
                <a:gd name="T27" fmla="*/ 28 h 46"/>
                <a:gd name="T28" fmla="*/ 5 w 65"/>
                <a:gd name="T29" fmla="*/ 16 h 46"/>
                <a:gd name="T30" fmla="*/ 14 w 65"/>
                <a:gd name="T31" fmla="*/ 2 h 46"/>
                <a:gd name="T32" fmla="*/ 14 w 65"/>
                <a:gd name="T33" fmla="*/ 2 h 46"/>
                <a:gd name="T34" fmla="*/ 51 w 65"/>
                <a:gd name="T35" fmla="*/ 24 h 46"/>
                <a:gd name="T36" fmla="*/ 56 w 65"/>
                <a:gd name="T37" fmla="*/ 27 h 46"/>
                <a:gd name="T38" fmla="*/ 61 w 65"/>
                <a:gd name="T39" fmla="*/ 37 h 46"/>
                <a:gd name="T40" fmla="*/ 5 w 65"/>
                <a:gd name="T41" fmla="*/ 30 h 46"/>
                <a:gd name="T42" fmla="*/ 5 w 65"/>
                <a:gd name="T43" fmla="*/ 3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46">
                  <a:moveTo>
                    <a:pt x="5" y="30"/>
                  </a:moveTo>
                  <a:cubicBezTo>
                    <a:pt x="10" y="33"/>
                    <a:pt x="36" y="44"/>
                    <a:pt x="49" y="46"/>
                  </a:cubicBezTo>
                  <a:cubicBezTo>
                    <a:pt x="50" y="46"/>
                    <a:pt x="50" y="46"/>
                    <a:pt x="51" y="46"/>
                  </a:cubicBezTo>
                  <a:cubicBezTo>
                    <a:pt x="57" y="46"/>
                    <a:pt x="62" y="43"/>
                    <a:pt x="63" y="38"/>
                  </a:cubicBezTo>
                  <a:cubicBezTo>
                    <a:pt x="65" y="33"/>
                    <a:pt x="62" y="28"/>
                    <a:pt x="57" y="25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39" y="17"/>
                    <a:pt x="19" y="7"/>
                    <a:pt x="16" y="1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0" y="0"/>
                    <a:pt x="5" y="8"/>
                    <a:pt x="3" y="15"/>
                  </a:cubicBezTo>
                  <a:cubicBezTo>
                    <a:pt x="1" y="20"/>
                    <a:pt x="0" y="27"/>
                    <a:pt x="5" y="30"/>
                  </a:cubicBezTo>
                  <a:close/>
                  <a:moveTo>
                    <a:pt x="61" y="37"/>
                  </a:moveTo>
                  <a:cubicBezTo>
                    <a:pt x="60" y="40"/>
                    <a:pt x="57" y="44"/>
                    <a:pt x="51" y="44"/>
                  </a:cubicBezTo>
                  <a:cubicBezTo>
                    <a:pt x="39" y="44"/>
                    <a:pt x="11" y="32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27"/>
                    <a:pt x="3" y="22"/>
                    <a:pt x="5" y="16"/>
                  </a:cubicBezTo>
                  <a:cubicBezTo>
                    <a:pt x="7" y="8"/>
                    <a:pt x="12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7" y="8"/>
                    <a:pt x="37" y="18"/>
                    <a:pt x="51" y="24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62" y="29"/>
                    <a:pt x="62" y="34"/>
                    <a:pt x="61" y="37"/>
                  </a:cubicBezTo>
                  <a:close/>
                  <a:moveTo>
                    <a:pt x="5" y="30"/>
                  </a:moveTo>
                  <a:cubicBezTo>
                    <a:pt x="5" y="30"/>
                    <a:pt x="5" y="30"/>
                    <a:pt x="5" y="30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22">
              <a:extLst>
                <a:ext uri="{FF2B5EF4-FFF2-40B4-BE49-F238E27FC236}">
                  <a16:creationId xmlns:a16="http://schemas.microsoft.com/office/drawing/2014/main" id="{82B14D9E-FF40-4670-B387-1D1F3E75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481" y="7754646"/>
              <a:ext cx="138892" cy="236684"/>
            </a:xfrm>
            <a:custGeom>
              <a:avLst/>
              <a:gdLst>
                <a:gd name="T0" fmla="*/ 0 w 79"/>
                <a:gd name="T1" fmla="*/ 77 h 122"/>
                <a:gd name="T2" fmla="*/ 41 w 79"/>
                <a:gd name="T3" fmla="*/ 117 h 122"/>
                <a:gd name="T4" fmla="*/ 74 w 79"/>
                <a:gd name="T5" fmla="*/ 72 h 122"/>
                <a:gd name="T6" fmla="*/ 73 w 79"/>
                <a:gd name="T7" fmla="*/ 20 h 122"/>
                <a:gd name="T8" fmla="*/ 31 w 79"/>
                <a:gd name="T9" fmla="*/ 2 h 122"/>
                <a:gd name="T10" fmla="*/ 0 w 79"/>
                <a:gd name="T11" fmla="*/ 7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122">
                  <a:moveTo>
                    <a:pt x="0" y="77"/>
                  </a:moveTo>
                  <a:cubicBezTo>
                    <a:pt x="4" y="90"/>
                    <a:pt x="32" y="122"/>
                    <a:pt x="41" y="117"/>
                  </a:cubicBezTo>
                  <a:cubicBezTo>
                    <a:pt x="50" y="111"/>
                    <a:pt x="70" y="89"/>
                    <a:pt x="74" y="72"/>
                  </a:cubicBezTo>
                  <a:cubicBezTo>
                    <a:pt x="78" y="56"/>
                    <a:pt x="79" y="24"/>
                    <a:pt x="73" y="20"/>
                  </a:cubicBezTo>
                  <a:cubicBezTo>
                    <a:pt x="67" y="16"/>
                    <a:pt x="45" y="0"/>
                    <a:pt x="31" y="2"/>
                  </a:cubicBezTo>
                  <a:cubicBezTo>
                    <a:pt x="18" y="4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23">
              <a:extLst>
                <a:ext uri="{FF2B5EF4-FFF2-40B4-BE49-F238E27FC236}">
                  <a16:creationId xmlns:a16="http://schemas.microsoft.com/office/drawing/2014/main" id="{BFEE9216-53AE-4D6A-9DCE-8C002811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711" y="7754646"/>
              <a:ext cx="130818" cy="138066"/>
            </a:xfrm>
            <a:custGeom>
              <a:avLst/>
              <a:gdLst>
                <a:gd name="T0" fmla="*/ 29 w 74"/>
                <a:gd name="T1" fmla="*/ 2 h 71"/>
                <a:gd name="T2" fmla="*/ 0 w 74"/>
                <a:gd name="T3" fmla="*/ 71 h 71"/>
                <a:gd name="T4" fmla="*/ 39 w 74"/>
                <a:gd name="T5" fmla="*/ 28 h 71"/>
                <a:gd name="T6" fmla="*/ 74 w 74"/>
                <a:gd name="T7" fmla="*/ 30 h 71"/>
                <a:gd name="T8" fmla="*/ 71 w 74"/>
                <a:gd name="T9" fmla="*/ 20 h 71"/>
                <a:gd name="T10" fmla="*/ 29 w 74"/>
                <a:gd name="T11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1">
                  <a:moveTo>
                    <a:pt x="29" y="2"/>
                  </a:moveTo>
                  <a:cubicBezTo>
                    <a:pt x="18" y="4"/>
                    <a:pt x="4" y="54"/>
                    <a:pt x="0" y="71"/>
                  </a:cubicBezTo>
                  <a:cubicBezTo>
                    <a:pt x="21" y="57"/>
                    <a:pt x="29" y="46"/>
                    <a:pt x="39" y="28"/>
                  </a:cubicBezTo>
                  <a:cubicBezTo>
                    <a:pt x="45" y="16"/>
                    <a:pt x="59" y="23"/>
                    <a:pt x="74" y="30"/>
                  </a:cubicBezTo>
                  <a:cubicBezTo>
                    <a:pt x="73" y="25"/>
                    <a:pt x="73" y="21"/>
                    <a:pt x="71" y="20"/>
                  </a:cubicBezTo>
                  <a:cubicBezTo>
                    <a:pt x="65" y="16"/>
                    <a:pt x="43" y="0"/>
                    <a:pt x="29" y="2"/>
                  </a:cubicBezTo>
                  <a:close/>
                </a:path>
              </a:pathLst>
            </a:custGeom>
            <a:solidFill>
              <a:srgbClr val="84888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24">
              <a:extLst>
                <a:ext uri="{FF2B5EF4-FFF2-40B4-BE49-F238E27FC236}">
                  <a16:creationId xmlns:a16="http://schemas.microsoft.com/office/drawing/2014/main" id="{3C6AD979-C8BC-4B38-B559-4181E113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091" y="7815610"/>
              <a:ext cx="106592" cy="161376"/>
            </a:xfrm>
            <a:custGeom>
              <a:avLst/>
              <a:gdLst>
                <a:gd name="T0" fmla="*/ 0 w 60"/>
                <a:gd name="T1" fmla="*/ 59 h 82"/>
                <a:gd name="T2" fmla="*/ 26 w 60"/>
                <a:gd name="T3" fmla="*/ 78 h 82"/>
                <a:gd name="T4" fmla="*/ 56 w 60"/>
                <a:gd name="T5" fmla="*/ 38 h 82"/>
                <a:gd name="T6" fmla="*/ 60 w 60"/>
                <a:gd name="T7" fmla="*/ 17 h 82"/>
                <a:gd name="T8" fmla="*/ 29 w 60"/>
                <a:gd name="T9" fmla="*/ 0 h 82"/>
                <a:gd name="T10" fmla="*/ 0 w 60"/>
                <a:gd name="T11" fmla="*/ 5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82">
                  <a:moveTo>
                    <a:pt x="0" y="59"/>
                  </a:moveTo>
                  <a:cubicBezTo>
                    <a:pt x="9" y="70"/>
                    <a:pt x="21" y="82"/>
                    <a:pt x="26" y="78"/>
                  </a:cubicBezTo>
                  <a:cubicBezTo>
                    <a:pt x="34" y="74"/>
                    <a:pt x="53" y="53"/>
                    <a:pt x="56" y="38"/>
                  </a:cubicBezTo>
                  <a:cubicBezTo>
                    <a:pt x="58" y="33"/>
                    <a:pt x="59" y="26"/>
                    <a:pt x="60" y="17"/>
                  </a:cubicBezTo>
                  <a:cubicBezTo>
                    <a:pt x="48" y="14"/>
                    <a:pt x="38" y="7"/>
                    <a:pt x="29" y="0"/>
                  </a:cubicBezTo>
                  <a:cubicBezTo>
                    <a:pt x="24" y="21"/>
                    <a:pt x="20" y="46"/>
                    <a:pt x="0" y="59"/>
                  </a:cubicBezTo>
                  <a:close/>
                </a:path>
              </a:pathLst>
            </a:custGeom>
            <a:solidFill>
              <a:srgbClr val="AAADA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25">
              <a:extLst>
                <a:ext uri="{FF2B5EF4-FFF2-40B4-BE49-F238E27FC236}">
                  <a16:creationId xmlns:a16="http://schemas.microsoft.com/office/drawing/2014/main" id="{D04923F4-2A9E-4764-96FE-DAD61A32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490" y="7747473"/>
              <a:ext cx="111437" cy="195445"/>
            </a:xfrm>
            <a:custGeom>
              <a:avLst/>
              <a:gdLst>
                <a:gd name="T0" fmla="*/ 19 w 63"/>
                <a:gd name="T1" fmla="*/ 35 h 100"/>
                <a:gd name="T2" fmla="*/ 4 w 63"/>
                <a:gd name="T3" fmla="*/ 83 h 100"/>
                <a:gd name="T4" fmla="*/ 39 w 63"/>
                <a:gd name="T5" fmla="*/ 84 h 100"/>
                <a:gd name="T6" fmla="*/ 62 w 63"/>
                <a:gd name="T7" fmla="*/ 21 h 100"/>
                <a:gd name="T8" fmla="*/ 51 w 63"/>
                <a:gd name="T9" fmla="*/ 2 h 100"/>
                <a:gd name="T10" fmla="*/ 19 w 63"/>
                <a:gd name="T11" fmla="*/ 3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00">
                  <a:moveTo>
                    <a:pt x="19" y="35"/>
                  </a:moveTo>
                  <a:cubicBezTo>
                    <a:pt x="11" y="48"/>
                    <a:pt x="0" y="76"/>
                    <a:pt x="4" y="83"/>
                  </a:cubicBezTo>
                  <a:cubicBezTo>
                    <a:pt x="10" y="91"/>
                    <a:pt x="33" y="100"/>
                    <a:pt x="39" y="84"/>
                  </a:cubicBezTo>
                  <a:cubicBezTo>
                    <a:pt x="46" y="68"/>
                    <a:pt x="60" y="32"/>
                    <a:pt x="62" y="21"/>
                  </a:cubicBezTo>
                  <a:cubicBezTo>
                    <a:pt x="63" y="10"/>
                    <a:pt x="62" y="0"/>
                    <a:pt x="51" y="2"/>
                  </a:cubicBezTo>
                  <a:cubicBezTo>
                    <a:pt x="40" y="4"/>
                    <a:pt x="26" y="24"/>
                    <a:pt x="19" y="35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26">
              <a:extLst>
                <a:ext uri="{FF2B5EF4-FFF2-40B4-BE49-F238E27FC236}">
                  <a16:creationId xmlns:a16="http://schemas.microsoft.com/office/drawing/2014/main" id="{7E57DE2E-399A-47F3-A1AB-71E9510D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251" y="7747473"/>
              <a:ext cx="72677" cy="62758"/>
            </a:xfrm>
            <a:custGeom>
              <a:avLst/>
              <a:gdLst>
                <a:gd name="T0" fmla="*/ 29 w 41"/>
                <a:gd name="T1" fmla="*/ 2 h 32"/>
                <a:gd name="T2" fmla="*/ 0 w 41"/>
                <a:gd name="T3" fmla="*/ 30 h 32"/>
                <a:gd name="T4" fmla="*/ 25 w 41"/>
                <a:gd name="T5" fmla="*/ 21 h 32"/>
                <a:gd name="T6" fmla="*/ 37 w 41"/>
                <a:gd name="T7" fmla="*/ 32 h 32"/>
                <a:gd name="T8" fmla="*/ 40 w 41"/>
                <a:gd name="T9" fmla="*/ 21 h 32"/>
                <a:gd name="T10" fmla="*/ 29 w 41"/>
                <a:gd name="T11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2">
                  <a:moveTo>
                    <a:pt x="29" y="2"/>
                  </a:moveTo>
                  <a:cubicBezTo>
                    <a:pt x="19" y="3"/>
                    <a:pt x="7" y="19"/>
                    <a:pt x="0" y="30"/>
                  </a:cubicBezTo>
                  <a:cubicBezTo>
                    <a:pt x="6" y="23"/>
                    <a:pt x="13" y="18"/>
                    <a:pt x="25" y="21"/>
                  </a:cubicBezTo>
                  <a:cubicBezTo>
                    <a:pt x="30" y="21"/>
                    <a:pt x="34" y="26"/>
                    <a:pt x="37" y="32"/>
                  </a:cubicBezTo>
                  <a:cubicBezTo>
                    <a:pt x="39" y="27"/>
                    <a:pt x="40" y="24"/>
                    <a:pt x="40" y="21"/>
                  </a:cubicBezTo>
                  <a:cubicBezTo>
                    <a:pt x="41" y="10"/>
                    <a:pt x="40" y="0"/>
                    <a:pt x="29" y="2"/>
                  </a:cubicBezTo>
                  <a:close/>
                </a:path>
              </a:pathLst>
            </a:custGeom>
            <a:solidFill>
              <a:srgbClr val="6B6F7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27">
              <a:extLst>
                <a:ext uri="{FF2B5EF4-FFF2-40B4-BE49-F238E27FC236}">
                  <a16:creationId xmlns:a16="http://schemas.microsoft.com/office/drawing/2014/main" id="{21C0A012-21E7-46C6-B640-C4BA82C1C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3407" y="7948297"/>
              <a:ext cx="124358" cy="77102"/>
            </a:xfrm>
            <a:custGeom>
              <a:avLst/>
              <a:gdLst>
                <a:gd name="T0" fmla="*/ 62 w 70"/>
                <a:gd name="T1" fmla="*/ 17 h 39"/>
                <a:gd name="T2" fmla="*/ 8 w 70"/>
                <a:gd name="T3" fmla="*/ 34 h 39"/>
                <a:gd name="T4" fmla="*/ 9 w 70"/>
                <a:gd name="T5" fmla="*/ 15 h 39"/>
                <a:gd name="T6" fmla="*/ 46 w 70"/>
                <a:gd name="T7" fmla="*/ 5 h 39"/>
                <a:gd name="T8" fmla="*/ 62 w 70"/>
                <a:gd name="T9" fmla="*/ 1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9">
                  <a:moveTo>
                    <a:pt x="62" y="17"/>
                  </a:moveTo>
                  <a:cubicBezTo>
                    <a:pt x="55" y="26"/>
                    <a:pt x="16" y="39"/>
                    <a:pt x="8" y="34"/>
                  </a:cubicBezTo>
                  <a:cubicBezTo>
                    <a:pt x="0" y="29"/>
                    <a:pt x="3" y="16"/>
                    <a:pt x="9" y="15"/>
                  </a:cubicBezTo>
                  <a:cubicBezTo>
                    <a:pt x="15" y="14"/>
                    <a:pt x="42" y="10"/>
                    <a:pt x="46" y="5"/>
                  </a:cubicBezTo>
                  <a:cubicBezTo>
                    <a:pt x="50" y="0"/>
                    <a:pt x="70" y="9"/>
                    <a:pt x="62" y="17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28">
              <a:extLst>
                <a:ext uri="{FF2B5EF4-FFF2-40B4-BE49-F238E27FC236}">
                  <a16:creationId xmlns:a16="http://schemas.microsoft.com/office/drawing/2014/main" id="{2ED66E4F-C0D2-408E-B78E-739BFEE66D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5023" y="7950090"/>
              <a:ext cx="114668" cy="73516"/>
            </a:xfrm>
            <a:custGeom>
              <a:avLst/>
              <a:gdLst>
                <a:gd name="T0" fmla="*/ 59 w 65"/>
                <a:gd name="T1" fmla="*/ 5 h 37"/>
                <a:gd name="T2" fmla="*/ 44 w 65"/>
                <a:gd name="T3" fmla="*/ 3 h 37"/>
                <a:gd name="T4" fmla="*/ 11 w 65"/>
                <a:gd name="T5" fmla="*/ 13 h 37"/>
                <a:gd name="T6" fmla="*/ 8 w 65"/>
                <a:gd name="T7" fmla="*/ 13 h 37"/>
                <a:gd name="T8" fmla="*/ 1 w 65"/>
                <a:gd name="T9" fmla="*/ 20 h 37"/>
                <a:gd name="T10" fmla="*/ 6 w 65"/>
                <a:gd name="T11" fmla="*/ 34 h 37"/>
                <a:gd name="T12" fmla="*/ 16 w 65"/>
                <a:gd name="T13" fmla="*/ 35 h 37"/>
                <a:gd name="T14" fmla="*/ 62 w 65"/>
                <a:gd name="T15" fmla="*/ 17 h 37"/>
                <a:gd name="T16" fmla="*/ 59 w 65"/>
                <a:gd name="T17" fmla="*/ 5 h 37"/>
                <a:gd name="T18" fmla="*/ 3 w 65"/>
                <a:gd name="T19" fmla="*/ 21 h 37"/>
                <a:gd name="T20" fmla="*/ 8 w 65"/>
                <a:gd name="T21" fmla="*/ 15 h 37"/>
                <a:gd name="T22" fmla="*/ 11 w 65"/>
                <a:gd name="T23" fmla="*/ 14 h 37"/>
                <a:gd name="T24" fmla="*/ 46 w 65"/>
                <a:gd name="T25" fmla="*/ 4 h 37"/>
                <a:gd name="T26" fmla="*/ 58 w 65"/>
                <a:gd name="T27" fmla="*/ 6 h 37"/>
                <a:gd name="T28" fmla="*/ 60 w 65"/>
                <a:gd name="T29" fmla="*/ 16 h 37"/>
                <a:gd name="T30" fmla="*/ 60 w 65"/>
                <a:gd name="T31" fmla="*/ 16 h 37"/>
                <a:gd name="T32" fmla="*/ 7 w 65"/>
                <a:gd name="T33" fmla="*/ 33 h 37"/>
                <a:gd name="T34" fmla="*/ 3 w 65"/>
                <a:gd name="T35" fmla="*/ 21 h 37"/>
                <a:gd name="T36" fmla="*/ 62 w 65"/>
                <a:gd name="T37" fmla="*/ 17 h 37"/>
                <a:gd name="T38" fmla="*/ 62 w 65"/>
                <a:gd name="T39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" h="37">
                  <a:moveTo>
                    <a:pt x="59" y="5"/>
                  </a:moveTo>
                  <a:cubicBezTo>
                    <a:pt x="54" y="2"/>
                    <a:pt x="47" y="0"/>
                    <a:pt x="44" y="3"/>
                  </a:cubicBezTo>
                  <a:cubicBezTo>
                    <a:pt x="41" y="7"/>
                    <a:pt x="19" y="11"/>
                    <a:pt x="11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5" y="14"/>
                    <a:pt x="2" y="16"/>
                    <a:pt x="1" y="20"/>
                  </a:cubicBezTo>
                  <a:cubicBezTo>
                    <a:pt x="0" y="25"/>
                    <a:pt x="1" y="31"/>
                    <a:pt x="6" y="34"/>
                  </a:cubicBezTo>
                  <a:cubicBezTo>
                    <a:pt x="8" y="35"/>
                    <a:pt x="12" y="36"/>
                    <a:pt x="16" y="35"/>
                  </a:cubicBezTo>
                  <a:cubicBezTo>
                    <a:pt x="31" y="34"/>
                    <a:pt x="56" y="24"/>
                    <a:pt x="62" y="17"/>
                  </a:cubicBezTo>
                  <a:cubicBezTo>
                    <a:pt x="65" y="13"/>
                    <a:pt x="64" y="9"/>
                    <a:pt x="59" y="5"/>
                  </a:cubicBezTo>
                  <a:close/>
                  <a:moveTo>
                    <a:pt x="3" y="21"/>
                  </a:moveTo>
                  <a:cubicBezTo>
                    <a:pt x="4" y="18"/>
                    <a:pt x="6" y="15"/>
                    <a:pt x="8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26" y="12"/>
                    <a:pt x="42" y="8"/>
                    <a:pt x="46" y="4"/>
                  </a:cubicBezTo>
                  <a:cubicBezTo>
                    <a:pt x="48" y="3"/>
                    <a:pt x="53" y="4"/>
                    <a:pt x="58" y="6"/>
                  </a:cubicBezTo>
                  <a:cubicBezTo>
                    <a:pt x="60" y="8"/>
                    <a:pt x="64" y="12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3" y="25"/>
                    <a:pt x="14" y="37"/>
                    <a:pt x="7" y="33"/>
                  </a:cubicBezTo>
                  <a:cubicBezTo>
                    <a:pt x="3" y="30"/>
                    <a:pt x="2" y="25"/>
                    <a:pt x="3" y="21"/>
                  </a:cubicBezTo>
                  <a:close/>
                  <a:moveTo>
                    <a:pt x="62" y="17"/>
                  </a:moveTo>
                  <a:cubicBezTo>
                    <a:pt x="62" y="17"/>
                    <a:pt x="62" y="17"/>
                    <a:pt x="62" y="17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29">
              <a:extLst>
                <a:ext uri="{FF2B5EF4-FFF2-40B4-BE49-F238E27FC236}">
                  <a16:creationId xmlns:a16="http://schemas.microsoft.com/office/drawing/2014/main" id="{C0BA3C75-FCA3-40FF-B52B-D4A4BB36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412" y="7939332"/>
              <a:ext cx="116282" cy="53792"/>
            </a:xfrm>
            <a:custGeom>
              <a:avLst/>
              <a:gdLst>
                <a:gd name="T0" fmla="*/ 59 w 66"/>
                <a:gd name="T1" fmla="*/ 18 h 28"/>
                <a:gd name="T2" fmla="*/ 14 w 66"/>
                <a:gd name="T3" fmla="*/ 23 h 28"/>
                <a:gd name="T4" fmla="*/ 15 w 66"/>
                <a:gd name="T5" fmla="*/ 11 h 28"/>
                <a:gd name="T6" fmla="*/ 46 w 66"/>
                <a:gd name="T7" fmla="*/ 4 h 28"/>
                <a:gd name="T8" fmla="*/ 59 w 66"/>
                <a:gd name="T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28">
                  <a:moveTo>
                    <a:pt x="59" y="18"/>
                  </a:moveTo>
                  <a:cubicBezTo>
                    <a:pt x="49" y="25"/>
                    <a:pt x="21" y="28"/>
                    <a:pt x="14" y="23"/>
                  </a:cubicBezTo>
                  <a:cubicBezTo>
                    <a:pt x="6" y="18"/>
                    <a:pt x="0" y="13"/>
                    <a:pt x="15" y="11"/>
                  </a:cubicBezTo>
                  <a:cubicBezTo>
                    <a:pt x="30" y="9"/>
                    <a:pt x="39" y="7"/>
                    <a:pt x="46" y="4"/>
                  </a:cubicBezTo>
                  <a:cubicBezTo>
                    <a:pt x="54" y="0"/>
                    <a:pt x="66" y="13"/>
                    <a:pt x="59" y="18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30">
              <a:extLst>
                <a:ext uri="{FF2B5EF4-FFF2-40B4-BE49-F238E27FC236}">
                  <a16:creationId xmlns:a16="http://schemas.microsoft.com/office/drawing/2014/main" id="{3C377BF2-386A-46F6-A100-AA6E4B5A04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487" y="7941124"/>
              <a:ext cx="103362" cy="50206"/>
            </a:xfrm>
            <a:custGeom>
              <a:avLst/>
              <a:gdLst>
                <a:gd name="T0" fmla="*/ 56 w 59"/>
                <a:gd name="T1" fmla="*/ 7 h 26"/>
                <a:gd name="T2" fmla="*/ 42 w 59"/>
                <a:gd name="T3" fmla="*/ 2 h 26"/>
                <a:gd name="T4" fmla="*/ 11 w 59"/>
                <a:gd name="T5" fmla="*/ 9 h 26"/>
                <a:gd name="T6" fmla="*/ 1 w 59"/>
                <a:gd name="T7" fmla="*/ 13 h 26"/>
                <a:gd name="T8" fmla="*/ 9 w 59"/>
                <a:gd name="T9" fmla="*/ 23 h 26"/>
                <a:gd name="T10" fmla="*/ 30 w 59"/>
                <a:gd name="T11" fmla="*/ 25 h 26"/>
                <a:gd name="T12" fmla="*/ 55 w 59"/>
                <a:gd name="T13" fmla="*/ 18 h 26"/>
                <a:gd name="T14" fmla="*/ 56 w 59"/>
                <a:gd name="T15" fmla="*/ 7 h 26"/>
                <a:gd name="T16" fmla="*/ 3 w 59"/>
                <a:gd name="T17" fmla="*/ 14 h 26"/>
                <a:gd name="T18" fmla="*/ 11 w 59"/>
                <a:gd name="T19" fmla="*/ 10 h 26"/>
                <a:gd name="T20" fmla="*/ 43 w 59"/>
                <a:gd name="T21" fmla="*/ 3 h 26"/>
                <a:gd name="T22" fmla="*/ 54 w 59"/>
                <a:gd name="T23" fmla="*/ 8 h 26"/>
                <a:gd name="T24" fmla="*/ 54 w 59"/>
                <a:gd name="T25" fmla="*/ 16 h 26"/>
                <a:gd name="T26" fmla="*/ 54 w 59"/>
                <a:gd name="T27" fmla="*/ 16 h 26"/>
                <a:gd name="T28" fmla="*/ 10 w 59"/>
                <a:gd name="T29" fmla="*/ 22 h 26"/>
                <a:gd name="T30" fmla="*/ 3 w 59"/>
                <a:gd name="T31" fmla="*/ 14 h 26"/>
                <a:gd name="T32" fmla="*/ 55 w 59"/>
                <a:gd name="T33" fmla="*/ 18 h 26"/>
                <a:gd name="T34" fmla="*/ 55 w 59"/>
                <a:gd name="T35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26">
                  <a:moveTo>
                    <a:pt x="56" y="7"/>
                  </a:moveTo>
                  <a:cubicBezTo>
                    <a:pt x="52" y="3"/>
                    <a:pt x="46" y="0"/>
                    <a:pt x="42" y="2"/>
                  </a:cubicBezTo>
                  <a:cubicBezTo>
                    <a:pt x="34" y="5"/>
                    <a:pt x="25" y="7"/>
                    <a:pt x="11" y="9"/>
                  </a:cubicBezTo>
                  <a:cubicBezTo>
                    <a:pt x="5" y="10"/>
                    <a:pt x="2" y="11"/>
                    <a:pt x="1" y="13"/>
                  </a:cubicBezTo>
                  <a:cubicBezTo>
                    <a:pt x="0" y="16"/>
                    <a:pt x="5" y="20"/>
                    <a:pt x="9" y="23"/>
                  </a:cubicBezTo>
                  <a:cubicBezTo>
                    <a:pt x="13" y="25"/>
                    <a:pt x="21" y="26"/>
                    <a:pt x="30" y="25"/>
                  </a:cubicBezTo>
                  <a:cubicBezTo>
                    <a:pt x="40" y="24"/>
                    <a:pt x="50" y="22"/>
                    <a:pt x="55" y="18"/>
                  </a:cubicBezTo>
                  <a:cubicBezTo>
                    <a:pt x="59" y="15"/>
                    <a:pt x="59" y="11"/>
                    <a:pt x="56" y="7"/>
                  </a:cubicBezTo>
                  <a:close/>
                  <a:moveTo>
                    <a:pt x="3" y="14"/>
                  </a:moveTo>
                  <a:cubicBezTo>
                    <a:pt x="3" y="13"/>
                    <a:pt x="5" y="11"/>
                    <a:pt x="11" y="10"/>
                  </a:cubicBezTo>
                  <a:cubicBezTo>
                    <a:pt x="26" y="8"/>
                    <a:pt x="35" y="7"/>
                    <a:pt x="43" y="3"/>
                  </a:cubicBezTo>
                  <a:cubicBezTo>
                    <a:pt x="46" y="2"/>
                    <a:pt x="51" y="4"/>
                    <a:pt x="54" y="8"/>
                  </a:cubicBezTo>
                  <a:cubicBezTo>
                    <a:pt x="56" y="11"/>
                    <a:pt x="57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44" y="23"/>
                    <a:pt x="17" y="26"/>
                    <a:pt x="10" y="22"/>
                  </a:cubicBezTo>
                  <a:cubicBezTo>
                    <a:pt x="8" y="20"/>
                    <a:pt x="2" y="16"/>
                    <a:pt x="3" y="14"/>
                  </a:cubicBezTo>
                  <a:close/>
                  <a:moveTo>
                    <a:pt x="55" y="18"/>
                  </a:moveTo>
                  <a:cubicBezTo>
                    <a:pt x="55" y="18"/>
                    <a:pt x="55" y="18"/>
                    <a:pt x="55" y="18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31">
              <a:extLst>
                <a:ext uri="{FF2B5EF4-FFF2-40B4-BE49-F238E27FC236}">
                  <a16:creationId xmlns:a16="http://schemas.microsoft.com/office/drawing/2014/main" id="{3CE9891F-71FC-4650-A8BE-B7F01A18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2722" y="7923194"/>
              <a:ext cx="96902" cy="43034"/>
            </a:xfrm>
            <a:custGeom>
              <a:avLst/>
              <a:gdLst>
                <a:gd name="T0" fmla="*/ 49 w 55"/>
                <a:gd name="T1" fmla="*/ 4 h 22"/>
                <a:gd name="T2" fmla="*/ 40 w 55"/>
                <a:gd name="T3" fmla="*/ 19 h 22"/>
                <a:gd name="T4" fmla="*/ 4 w 55"/>
                <a:gd name="T5" fmla="*/ 16 h 22"/>
                <a:gd name="T6" fmla="*/ 25 w 55"/>
                <a:gd name="T7" fmla="*/ 3 h 22"/>
                <a:gd name="T8" fmla="*/ 49 w 55"/>
                <a:gd name="T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">
                  <a:moveTo>
                    <a:pt x="49" y="4"/>
                  </a:moveTo>
                  <a:cubicBezTo>
                    <a:pt x="55" y="8"/>
                    <a:pt x="53" y="16"/>
                    <a:pt x="40" y="19"/>
                  </a:cubicBezTo>
                  <a:cubicBezTo>
                    <a:pt x="28" y="22"/>
                    <a:pt x="7" y="21"/>
                    <a:pt x="4" y="16"/>
                  </a:cubicBezTo>
                  <a:cubicBezTo>
                    <a:pt x="0" y="12"/>
                    <a:pt x="9" y="6"/>
                    <a:pt x="25" y="3"/>
                  </a:cubicBezTo>
                  <a:cubicBezTo>
                    <a:pt x="41" y="0"/>
                    <a:pt x="49" y="4"/>
                    <a:pt x="49" y="4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32">
              <a:extLst>
                <a:ext uri="{FF2B5EF4-FFF2-40B4-BE49-F238E27FC236}">
                  <a16:creationId xmlns:a16="http://schemas.microsoft.com/office/drawing/2014/main" id="{2B02CCC8-055A-4845-8C62-3018F6DC6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24337" y="7921401"/>
              <a:ext cx="92057" cy="46620"/>
            </a:xfrm>
            <a:custGeom>
              <a:avLst/>
              <a:gdLst>
                <a:gd name="T0" fmla="*/ 49 w 53"/>
                <a:gd name="T1" fmla="*/ 5 h 24"/>
                <a:gd name="T2" fmla="*/ 49 w 53"/>
                <a:gd name="T3" fmla="*/ 5 h 24"/>
                <a:gd name="T4" fmla="*/ 24 w 53"/>
                <a:gd name="T5" fmla="*/ 3 h 24"/>
                <a:gd name="T6" fmla="*/ 1 w 53"/>
                <a:gd name="T7" fmla="*/ 13 h 24"/>
                <a:gd name="T8" fmla="*/ 2 w 53"/>
                <a:gd name="T9" fmla="*/ 18 h 24"/>
                <a:gd name="T10" fmla="*/ 39 w 53"/>
                <a:gd name="T11" fmla="*/ 21 h 24"/>
                <a:gd name="T12" fmla="*/ 52 w 53"/>
                <a:gd name="T13" fmla="*/ 12 h 24"/>
                <a:gd name="T14" fmla="*/ 49 w 53"/>
                <a:gd name="T15" fmla="*/ 5 h 24"/>
                <a:gd name="T16" fmla="*/ 3 w 53"/>
                <a:gd name="T17" fmla="*/ 14 h 24"/>
                <a:gd name="T18" fmla="*/ 24 w 53"/>
                <a:gd name="T19" fmla="*/ 5 h 24"/>
                <a:gd name="T20" fmla="*/ 30 w 53"/>
                <a:gd name="T21" fmla="*/ 4 h 24"/>
                <a:gd name="T22" fmla="*/ 48 w 53"/>
                <a:gd name="T23" fmla="*/ 6 h 24"/>
                <a:gd name="T24" fmla="*/ 50 w 53"/>
                <a:gd name="T25" fmla="*/ 11 h 24"/>
                <a:gd name="T26" fmla="*/ 39 w 53"/>
                <a:gd name="T27" fmla="*/ 19 h 24"/>
                <a:gd name="T28" fmla="*/ 3 w 53"/>
                <a:gd name="T29" fmla="*/ 17 h 24"/>
                <a:gd name="T30" fmla="*/ 3 w 53"/>
                <a:gd name="T3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24">
                  <a:moveTo>
                    <a:pt x="49" y="5"/>
                  </a:moveTo>
                  <a:cubicBezTo>
                    <a:pt x="49" y="5"/>
                    <a:pt x="49" y="5"/>
                    <a:pt x="49" y="5"/>
                  </a:cubicBezTo>
                  <a:cubicBezTo>
                    <a:pt x="48" y="4"/>
                    <a:pt x="40" y="0"/>
                    <a:pt x="24" y="3"/>
                  </a:cubicBezTo>
                  <a:cubicBezTo>
                    <a:pt x="11" y="6"/>
                    <a:pt x="3" y="9"/>
                    <a:pt x="1" y="13"/>
                  </a:cubicBezTo>
                  <a:cubicBezTo>
                    <a:pt x="0" y="15"/>
                    <a:pt x="1" y="16"/>
                    <a:pt x="2" y="18"/>
                  </a:cubicBezTo>
                  <a:cubicBezTo>
                    <a:pt x="6" y="23"/>
                    <a:pt x="26" y="24"/>
                    <a:pt x="39" y="21"/>
                  </a:cubicBezTo>
                  <a:cubicBezTo>
                    <a:pt x="46" y="19"/>
                    <a:pt x="51" y="16"/>
                    <a:pt x="52" y="12"/>
                  </a:cubicBezTo>
                  <a:cubicBezTo>
                    <a:pt x="53" y="9"/>
                    <a:pt x="51" y="7"/>
                    <a:pt x="49" y="5"/>
                  </a:cubicBezTo>
                  <a:close/>
                  <a:moveTo>
                    <a:pt x="3" y="14"/>
                  </a:moveTo>
                  <a:cubicBezTo>
                    <a:pt x="4" y="11"/>
                    <a:pt x="13" y="7"/>
                    <a:pt x="24" y="5"/>
                  </a:cubicBezTo>
                  <a:cubicBezTo>
                    <a:pt x="26" y="4"/>
                    <a:pt x="28" y="4"/>
                    <a:pt x="30" y="4"/>
                  </a:cubicBezTo>
                  <a:cubicBezTo>
                    <a:pt x="41" y="3"/>
                    <a:pt x="47" y="6"/>
                    <a:pt x="48" y="6"/>
                  </a:cubicBezTo>
                  <a:cubicBezTo>
                    <a:pt x="50" y="7"/>
                    <a:pt x="50" y="9"/>
                    <a:pt x="50" y="11"/>
                  </a:cubicBezTo>
                  <a:cubicBezTo>
                    <a:pt x="49" y="15"/>
                    <a:pt x="45" y="17"/>
                    <a:pt x="39" y="19"/>
                  </a:cubicBezTo>
                  <a:cubicBezTo>
                    <a:pt x="26" y="22"/>
                    <a:pt x="7" y="21"/>
                    <a:pt x="3" y="17"/>
                  </a:cubicBezTo>
                  <a:cubicBezTo>
                    <a:pt x="3" y="16"/>
                    <a:pt x="3" y="15"/>
                    <a:pt x="3" y="14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33">
              <a:extLst>
                <a:ext uri="{FF2B5EF4-FFF2-40B4-BE49-F238E27FC236}">
                  <a16:creationId xmlns:a16="http://schemas.microsoft.com/office/drawing/2014/main" id="{6C7C7C76-149B-45A1-BA92-F6F4A04E8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6572" y="7849679"/>
              <a:ext cx="124358" cy="95033"/>
            </a:xfrm>
            <a:custGeom>
              <a:avLst/>
              <a:gdLst>
                <a:gd name="T0" fmla="*/ 62 w 71"/>
                <a:gd name="T1" fmla="*/ 34 h 49"/>
                <a:gd name="T2" fmla="*/ 16 w 71"/>
                <a:gd name="T3" fmla="*/ 49 h 49"/>
                <a:gd name="T4" fmla="*/ 11 w 71"/>
                <a:gd name="T5" fmla="*/ 30 h 49"/>
                <a:gd name="T6" fmla="*/ 52 w 71"/>
                <a:gd name="T7" fmla="*/ 6 h 49"/>
                <a:gd name="T8" fmla="*/ 62 w 71"/>
                <a:gd name="T9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9">
                  <a:moveTo>
                    <a:pt x="62" y="34"/>
                  </a:moveTo>
                  <a:cubicBezTo>
                    <a:pt x="56" y="37"/>
                    <a:pt x="28" y="49"/>
                    <a:pt x="16" y="49"/>
                  </a:cubicBezTo>
                  <a:cubicBezTo>
                    <a:pt x="4" y="49"/>
                    <a:pt x="0" y="36"/>
                    <a:pt x="11" y="30"/>
                  </a:cubicBezTo>
                  <a:cubicBezTo>
                    <a:pt x="21" y="25"/>
                    <a:pt x="49" y="13"/>
                    <a:pt x="52" y="6"/>
                  </a:cubicBezTo>
                  <a:cubicBezTo>
                    <a:pt x="56" y="0"/>
                    <a:pt x="71" y="28"/>
                    <a:pt x="62" y="34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658AE056-D835-496B-B9D6-B1A5BF3AC1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9802" y="7856851"/>
              <a:ext cx="114668" cy="89653"/>
            </a:xfrm>
            <a:custGeom>
              <a:avLst/>
              <a:gdLst>
                <a:gd name="T0" fmla="*/ 63 w 65"/>
                <a:gd name="T1" fmla="*/ 16 h 46"/>
                <a:gd name="T2" fmla="*/ 52 w 65"/>
                <a:gd name="T3" fmla="*/ 1 h 46"/>
                <a:gd name="T4" fmla="*/ 49 w 65"/>
                <a:gd name="T5" fmla="*/ 2 h 46"/>
                <a:gd name="T6" fmla="*/ 14 w 65"/>
                <a:gd name="T7" fmla="*/ 23 h 46"/>
                <a:gd name="T8" fmla="*/ 8 w 65"/>
                <a:gd name="T9" fmla="*/ 26 h 46"/>
                <a:gd name="T10" fmla="*/ 2 w 65"/>
                <a:gd name="T11" fmla="*/ 38 h 46"/>
                <a:gd name="T12" fmla="*/ 14 w 65"/>
                <a:gd name="T13" fmla="*/ 46 h 46"/>
                <a:gd name="T14" fmla="*/ 16 w 65"/>
                <a:gd name="T15" fmla="*/ 46 h 46"/>
                <a:gd name="T16" fmla="*/ 60 w 65"/>
                <a:gd name="T17" fmla="*/ 31 h 46"/>
                <a:gd name="T18" fmla="*/ 63 w 65"/>
                <a:gd name="T19" fmla="*/ 16 h 46"/>
                <a:gd name="T20" fmla="*/ 9 w 65"/>
                <a:gd name="T21" fmla="*/ 27 h 46"/>
                <a:gd name="T22" fmla="*/ 15 w 65"/>
                <a:gd name="T23" fmla="*/ 25 h 46"/>
                <a:gd name="T24" fmla="*/ 51 w 65"/>
                <a:gd name="T25" fmla="*/ 3 h 46"/>
                <a:gd name="T26" fmla="*/ 52 w 65"/>
                <a:gd name="T27" fmla="*/ 2 h 46"/>
                <a:gd name="T28" fmla="*/ 61 w 65"/>
                <a:gd name="T29" fmla="*/ 16 h 46"/>
                <a:gd name="T30" fmla="*/ 59 w 65"/>
                <a:gd name="T31" fmla="*/ 29 h 46"/>
                <a:gd name="T32" fmla="*/ 59 w 65"/>
                <a:gd name="T33" fmla="*/ 29 h 46"/>
                <a:gd name="T34" fmla="*/ 14 w 65"/>
                <a:gd name="T35" fmla="*/ 44 h 46"/>
                <a:gd name="T36" fmla="*/ 4 w 65"/>
                <a:gd name="T37" fmla="*/ 38 h 46"/>
                <a:gd name="T38" fmla="*/ 9 w 65"/>
                <a:gd name="T39" fmla="*/ 27 h 46"/>
                <a:gd name="T40" fmla="*/ 60 w 65"/>
                <a:gd name="T41" fmla="*/ 31 h 46"/>
                <a:gd name="T42" fmla="*/ 60 w 65"/>
                <a:gd name="T43" fmla="*/ 3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46">
                  <a:moveTo>
                    <a:pt x="63" y="16"/>
                  </a:moveTo>
                  <a:cubicBezTo>
                    <a:pt x="60" y="9"/>
                    <a:pt x="55" y="1"/>
                    <a:pt x="52" y="1"/>
                  </a:cubicBezTo>
                  <a:cubicBezTo>
                    <a:pt x="51" y="0"/>
                    <a:pt x="50" y="1"/>
                    <a:pt x="49" y="2"/>
                  </a:cubicBezTo>
                  <a:cubicBezTo>
                    <a:pt x="47" y="7"/>
                    <a:pt x="26" y="17"/>
                    <a:pt x="14" y="2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8"/>
                    <a:pt x="0" y="33"/>
                    <a:pt x="2" y="38"/>
                  </a:cubicBezTo>
                  <a:cubicBezTo>
                    <a:pt x="3" y="43"/>
                    <a:pt x="8" y="46"/>
                    <a:pt x="14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30" y="45"/>
                    <a:pt x="55" y="34"/>
                    <a:pt x="60" y="31"/>
                  </a:cubicBezTo>
                  <a:cubicBezTo>
                    <a:pt x="65" y="28"/>
                    <a:pt x="64" y="20"/>
                    <a:pt x="63" y="16"/>
                  </a:cubicBezTo>
                  <a:close/>
                  <a:moveTo>
                    <a:pt x="9" y="27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28" y="18"/>
                    <a:pt x="48" y="9"/>
                    <a:pt x="51" y="3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4" y="2"/>
                    <a:pt x="58" y="9"/>
                    <a:pt x="61" y="16"/>
                  </a:cubicBezTo>
                  <a:cubicBezTo>
                    <a:pt x="63" y="23"/>
                    <a:pt x="62" y="27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4" y="32"/>
                    <a:pt x="26" y="44"/>
                    <a:pt x="14" y="44"/>
                  </a:cubicBezTo>
                  <a:cubicBezTo>
                    <a:pt x="8" y="44"/>
                    <a:pt x="5" y="41"/>
                    <a:pt x="4" y="38"/>
                  </a:cubicBezTo>
                  <a:cubicBezTo>
                    <a:pt x="3" y="35"/>
                    <a:pt x="4" y="30"/>
                    <a:pt x="9" y="27"/>
                  </a:cubicBezTo>
                  <a:close/>
                  <a:moveTo>
                    <a:pt x="60" y="31"/>
                  </a:moveTo>
                  <a:cubicBezTo>
                    <a:pt x="60" y="31"/>
                    <a:pt x="60" y="31"/>
                    <a:pt x="60" y="31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F7C9654A-DD0A-4305-A5DF-F0ED79C8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9248" y="7774370"/>
              <a:ext cx="138892" cy="240271"/>
            </a:xfrm>
            <a:custGeom>
              <a:avLst/>
              <a:gdLst>
                <a:gd name="T0" fmla="*/ 79 w 79"/>
                <a:gd name="T1" fmla="*/ 78 h 123"/>
                <a:gd name="T2" fmla="*/ 39 w 79"/>
                <a:gd name="T3" fmla="*/ 117 h 123"/>
                <a:gd name="T4" fmla="*/ 5 w 79"/>
                <a:gd name="T5" fmla="*/ 73 h 123"/>
                <a:gd name="T6" fmla="*/ 6 w 79"/>
                <a:gd name="T7" fmla="*/ 20 h 123"/>
                <a:gd name="T8" fmla="*/ 48 w 79"/>
                <a:gd name="T9" fmla="*/ 3 h 123"/>
                <a:gd name="T10" fmla="*/ 79 w 79"/>
                <a:gd name="T11" fmla="*/ 78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123">
                  <a:moveTo>
                    <a:pt x="79" y="78"/>
                  </a:moveTo>
                  <a:cubicBezTo>
                    <a:pt x="75" y="91"/>
                    <a:pt x="47" y="123"/>
                    <a:pt x="39" y="117"/>
                  </a:cubicBezTo>
                  <a:cubicBezTo>
                    <a:pt x="30" y="112"/>
                    <a:pt x="9" y="89"/>
                    <a:pt x="5" y="73"/>
                  </a:cubicBezTo>
                  <a:cubicBezTo>
                    <a:pt x="1" y="56"/>
                    <a:pt x="0" y="24"/>
                    <a:pt x="6" y="20"/>
                  </a:cubicBezTo>
                  <a:cubicBezTo>
                    <a:pt x="13" y="17"/>
                    <a:pt x="35" y="0"/>
                    <a:pt x="48" y="3"/>
                  </a:cubicBezTo>
                  <a:cubicBezTo>
                    <a:pt x="61" y="5"/>
                    <a:pt x="79" y="78"/>
                    <a:pt x="79" y="78"/>
                  </a:cubicBezTo>
                  <a:close/>
                </a:path>
              </a:pathLst>
            </a:custGeom>
            <a:solidFill>
              <a:srgbClr val="91959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7FF2BE73-9490-4FA9-842C-BF4C365D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5708" y="7774370"/>
              <a:ext cx="129202" cy="141653"/>
            </a:xfrm>
            <a:custGeom>
              <a:avLst/>
              <a:gdLst>
                <a:gd name="T0" fmla="*/ 44 w 74"/>
                <a:gd name="T1" fmla="*/ 3 h 72"/>
                <a:gd name="T2" fmla="*/ 74 w 74"/>
                <a:gd name="T3" fmla="*/ 72 h 72"/>
                <a:gd name="T4" fmla="*/ 34 w 74"/>
                <a:gd name="T5" fmla="*/ 28 h 72"/>
                <a:gd name="T6" fmla="*/ 0 w 74"/>
                <a:gd name="T7" fmla="*/ 30 h 72"/>
                <a:gd name="T8" fmla="*/ 2 w 74"/>
                <a:gd name="T9" fmla="*/ 20 h 72"/>
                <a:gd name="T10" fmla="*/ 44 w 74"/>
                <a:gd name="T11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2">
                  <a:moveTo>
                    <a:pt x="44" y="3"/>
                  </a:moveTo>
                  <a:cubicBezTo>
                    <a:pt x="55" y="5"/>
                    <a:pt x="69" y="54"/>
                    <a:pt x="74" y="72"/>
                  </a:cubicBezTo>
                  <a:cubicBezTo>
                    <a:pt x="53" y="58"/>
                    <a:pt x="44" y="47"/>
                    <a:pt x="34" y="28"/>
                  </a:cubicBezTo>
                  <a:cubicBezTo>
                    <a:pt x="29" y="17"/>
                    <a:pt x="14" y="23"/>
                    <a:pt x="0" y="30"/>
                  </a:cubicBezTo>
                  <a:cubicBezTo>
                    <a:pt x="0" y="25"/>
                    <a:pt x="1" y="21"/>
                    <a:pt x="2" y="20"/>
                  </a:cubicBezTo>
                  <a:cubicBezTo>
                    <a:pt x="9" y="17"/>
                    <a:pt x="31" y="0"/>
                    <a:pt x="44" y="3"/>
                  </a:cubicBezTo>
                  <a:close/>
                </a:path>
              </a:pathLst>
            </a:custGeom>
            <a:solidFill>
              <a:srgbClr val="84888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80F08130-CD8A-4DC5-88C0-C6D92EA3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938" y="7838920"/>
              <a:ext cx="106592" cy="157790"/>
            </a:xfrm>
            <a:custGeom>
              <a:avLst/>
              <a:gdLst>
                <a:gd name="T0" fmla="*/ 61 w 61"/>
                <a:gd name="T1" fmla="*/ 58 h 81"/>
                <a:gd name="T2" fmla="*/ 34 w 61"/>
                <a:gd name="T3" fmla="*/ 78 h 81"/>
                <a:gd name="T4" fmla="*/ 4 w 61"/>
                <a:gd name="T5" fmla="*/ 38 h 81"/>
                <a:gd name="T6" fmla="*/ 0 w 61"/>
                <a:gd name="T7" fmla="*/ 17 h 81"/>
                <a:gd name="T8" fmla="*/ 32 w 61"/>
                <a:gd name="T9" fmla="*/ 0 h 81"/>
                <a:gd name="T10" fmla="*/ 61 w 61"/>
                <a:gd name="T11" fmla="*/ 5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81">
                  <a:moveTo>
                    <a:pt x="61" y="58"/>
                  </a:moveTo>
                  <a:cubicBezTo>
                    <a:pt x="52" y="70"/>
                    <a:pt x="39" y="81"/>
                    <a:pt x="34" y="78"/>
                  </a:cubicBezTo>
                  <a:cubicBezTo>
                    <a:pt x="26" y="73"/>
                    <a:pt x="8" y="53"/>
                    <a:pt x="4" y="38"/>
                  </a:cubicBezTo>
                  <a:cubicBezTo>
                    <a:pt x="3" y="33"/>
                    <a:pt x="1" y="25"/>
                    <a:pt x="0" y="17"/>
                  </a:cubicBezTo>
                  <a:cubicBezTo>
                    <a:pt x="12" y="13"/>
                    <a:pt x="22" y="7"/>
                    <a:pt x="32" y="0"/>
                  </a:cubicBezTo>
                  <a:cubicBezTo>
                    <a:pt x="37" y="21"/>
                    <a:pt x="40" y="45"/>
                    <a:pt x="61" y="58"/>
                  </a:cubicBezTo>
                  <a:close/>
                </a:path>
              </a:pathLst>
            </a:custGeom>
            <a:solidFill>
              <a:srgbClr val="AAADA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B3ADA9F8-37AB-42A7-AAEE-F056B86E0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694" y="7768990"/>
              <a:ext cx="111437" cy="197237"/>
            </a:xfrm>
            <a:custGeom>
              <a:avLst/>
              <a:gdLst>
                <a:gd name="T0" fmla="*/ 44 w 63"/>
                <a:gd name="T1" fmla="*/ 35 h 101"/>
                <a:gd name="T2" fmla="*/ 59 w 63"/>
                <a:gd name="T3" fmla="*/ 83 h 101"/>
                <a:gd name="T4" fmla="*/ 24 w 63"/>
                <a:gd name="T5" fmla="*/ 85 h 101"/>
                <a:gd name="T6" fmla="*/ 1 w 63"/>
                <a:gd name="T7" fmla="*/ 22 h 101"/>
                <a:gd name="T8" fmla="*/ 13 w 63"/>
                <a:gd name="T9" fmla="*/ 2 h 101"/>
                <a:gd name="T10" fmla="*/ 44 w 63"/>
                <a:gd name="T11" fmla="*/ 3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01">
                  <a:moveTo>
                    <a:pt x="44" y="35"/>
                  </a:moveTo>
                  <a:cubicBezTo>
                    <a:pt x="52" y="48"/>
                    <a:pt x="63" y="77"/>
                    <a:pt x="59" y="83"/>
                  </a:cubicBezTo>
                  <a:cubicBezTo>
                    <a:pt x="53" y="91"/>
                    <a:pt x="31" y="101"/>
                    <a:pt x="24" y="85"/>
                  </a:cubicBezTo>
                  <a:cubicBezTo>
                    <a:pt x="18" y="69"/>
                    <a:pt x="3" y="33"/>
                    <a:pt x="1" y="22"/>
                  </a:cubicBezTo>
                  <a:cubicBezTo>
                    <a:pt x="0" y="11"/>
                    <a:pt x="1" y="0"/>
                    <a:pt x="13" y="2"/>
                  </a:cubicBezTo>
                  <a:cubicBezTo>
                    <a:pt x="24" y="4"/>
                    <a:pt x="37" y="24"/>
                    <a:pt x="44" y="35"/>
                  </a:cubicBezTo>
                  <a:close/>
                </a:path>
              </a:pathLst>
            </a:custGeom>
            <a:solidFill>
              <a:srgbClr val="787C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E9D8F49F-52B2-4249-98B8-9F348D7A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694" y="7768990"/>
              <a:ext cx="72677" cy="64550"/>
            </a:xfrm>
            <a:custGeom>
              <a:avLst/>
              <a:gdLst>
                <a:gd name="T0" fmla="*/ 13 w 41"/>
                <a:gd name="T1" fmla="*/ 2 h 33"/>
                <a:gd name="T2" fmla="*/ 41 w 41"/>
                <a:gd name="T3" fmla="*/ 31 h 33"/>
                <a:gd name="T4" fmla="*/ 16 w 41"/>
                <a:gd name="T5" fmla="*/ 21 h 33"/>
                <a:gd name="T6" fmla="*/ 4 w 41"/>
                <a:gd name="T7" fmla="*/ 33 h 33"/>
                <a:gd name="T8" fmla="*/ 1 w 41"/>
                <a:gd name="T9" fmla="*/ 22 h 33"/>
                <a:gd name="T10" fmla="*/ 13 w 41"/>
                <a:gd name="T1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3">
                  <a:moveTo>
                    <a:pt x="13" y="2"/>
                  </a:moveTo>
                  <a:cubicBezTo>
                    <a:pt x="22" y="4"/>
                    <a:pt x="34" y="20"/>
                    <a:pt x="41" y="31"/>
                  </a:cubicBezTo>
                  <a:cubicBezTo>
                    <a:pt x="35" y="24"/>
                    <a:pt x="28" y="19"/>
                    <a:pt x="16" y="21"/>
                  </a:cubicBezTo>
                  <a:cubicBezTo>
                    <a:pt x="11" y="22"/>
                    <a:pt x="7" y="27"/>
                    <a:pt x="4" y="33"/>
                  </a:cubicBezTo>
                  <a:cubicBezTo>
                    <a:pt x="3" y="28"/>
                    <a:pt x="2" y="24"/>
                    <a:pt x="1" y="22"/>
                  </a:cubicBezTo>
                  <a:cubicBezTo>
                    <a:pt x="0" y="11"/>
                    <a:pt x="1" y="0"/>
                    <a:pt x="13" y="2"/>
                  </a:cubicBezTo>
                  <a:close/>
                </a:path>
              </a:pathLst>
            </a:custGeom>
            <a:solidFill>
              <a:srgbClr val="6B6F7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E0F8D782-5A9F-40B3-82BA-425AA0E9A609}"/>
              </a:ext>
            </a:extLst>
          </p:cNvPr>
          <p:cNvGrpSpPr/>
          <p:nvPr/>
        </p:nvGrpSpPr>
        <p:grpSpPr>
          <a:xfrm>
            <a:off x="1080406" y="3215497"/>
            <a:ext cx="5207145" cy="1813448"/>
            <a:chOff x="6096000" y="1710264"/>
            <a:chExt cx="5532461" cy="1813448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5172E0B3-FB0E-4517-B025-683FB3D9F159}"/>
                </a:ext>
              </a:extLst>
            </p:cNvPr>
            <p:cNvSpPr/>
            <p:nvPr/>
          </p:nvSpPr>
          <p:spPr>
            <a:xfrm>
              <a:off x="6096000" y="2077162"/>
              <a:ext cx="5532461" cy="14465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44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 Design Feature.</a:t>
              </a:r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B940D4B8-F14A-480C-944C-2010495F8FE1}"/>
                </a:ext>
              </a:extLst>
            </p:cNvPr>
            <p:cNvSpPr/>
            <p:nvPr/>
          </p:nvSpPr>
          <p:spPr>
            <a:xfrm>
              <a:off x="6096000" y="1710264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sp>
        <p:nvSpPr>
          <p:cNvPr id="179" name="Oval 178">
            <a:extLst>
              <a:ext uri="{FF2B5EF4-FFF2-40B4-BE49-F238E27FC236}">
                <a16:creationId xmlns:a16="http://schemas.microsoft.com/office/drawing/2014/main" id="{CCDDD76C-C66F-461D-A1D2-F8CBF4AB8E43}"/>
              </a:ext>
            </a:extLst>
          </p:cNvPr>
          <p:cNvSpPr/>
          <p:nvPr/>
        </p:nvSpPr>
        <p:spPr>
          <a:xfrm>
            <a:off x="6197503" y="4046042"/>
            <a:ext cx="335838" cy="33583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80" name="Oval 179">
            <a:extLst>
              <a:ext uri="{FF2B5EF4-FFF2-40B4-BE49-F238E27FC236}">
                <a16:creationId xmlns:a16="http://schemas.microsoft.com/office/drawing/2014/main" id="{A3470C4A-E3C2-417F-8C57-8A75DAD024C4}"/>
              </a:ext>
            </a:extLst>
          </p:cNvPr>
          <p:cNvSpPr/>
          <p:nvPr/>
        </p:nvSpPr>
        <p:spPr>
          <a:xfrm>
            <a:off x="10042365" y="5842698"/>
            <a:ext cx="1598487" cy="159848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826E2A53-9825-4F3B-BF32-7176BCB9AF3B}"/>
              </a:ext>
            </a:extLst>
          </p:cNvPr>
          <p:cNvGrpSpPr/>
          <p:nvPr/>
        </p:nvGrpSpPr>
        <p:grpSpPr>
          <a:xfrm>
            <a:off x="1080406" y="1059096"/>
            <a:ext cx="2440306" cy="1036405"/>
            <a:chOff x="1092317" y="984800"/>
            <a:chExt cx="2440306" cy="1036405"/>
          </a:xfrm>
        </p:grpSpPr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EB13AA5-E7EB-4905-8F17-06FB84177D97}"/>
                </a:ext>
              </a:extLst>
            </p:cNvPr>
            <p:cNvGrpSpPr/>
            <p:nvPr/>
          </p:nvGrpSpPr>
          <p:grpSpPr>
            <a:xfrm>
              <a:off x="2046829" y="984800"/>
              <a:ext cx="531282" cy="531282"/>
              <a:chOff x="4456113" y="5438776"/>
              <a:chExt cx="376238" cy="376238"/>
            </a:xfrm>
            <a:solidFill>
              <a:schemeClr val="bg1"/>
            </a:solidFill>
          </p:grpSpPr>
          <p:sp>
            <p:nvSpPr>
              <p:cNvPr id="142" name="Freeform 123">
                <a:extLst>
                  <a:ext uri="{FF2B5EF4-FFF2-40B4-BE49-F238E27FC236}">
                    <a16:creationId xmlns:a16="http://schemas.microsoft.com/office/drawing/2014/main" id="{E7539787-D3D8-48EA-B238-9B8AB9BEDF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6113" y="5438776"/>
                <a:ext cx="376238" cy="376238"/>
              </a:xfrm>
              <a:custGeom>
                <a:avLst/>
                <a:gdLst>
                  <a:gd name="T0" fmla="*/ 696 w 711"/>
                  <a:gd name="T1" fmla="*/ 15 h 711"/>
                  <a:gd name="T2" fmla="*/ 631 w 711"/>
                  <a:gd name="T3" fmla="*/ 2 h 711"/>
                  <a:gd name="T4" fmla="*/ 519 w 711"/>
                  <a:gd name="T5" fmla="*/ 5 h 711"/>
                  <a:gd name="T6" fmla="*/ 409 w 711"/>
                  <a:gd name="T7" fmla="*/ 37 h 711"/>
                  <a:gd name="T8" fmla="*/ 312 w 711"/>
                  <a:gd name="T9" fmla="*/ 94 h 711"/>
                  <a:gd name="T10" fmla="*/ 133 w 711"/>
                  <a:gd name="T11" fmla="*/ 141 h 711"/>
                  <a:gd name="T12" fmla="*/ 1 w 711"/>
                  <a:gd name="T13" fmla="*/ 269 h 711"/>
                  <a:gd name="T14" fmla="*/ 61 w 711"/>
                  <a:gd name="T15" fmla="*/ 340 h 711"/>
                  <a:gd name="T16" fmla="*/ 45 w 711"/>
                  <a:gd name="T17" fmla="*/ 367 h 711"/>
                  <a:gd name="T18" fmla="*/ 56 w 711"/>
                  <a:gd name="T19" fmla="*/ 492 h 711"/>
                  <a:gd name="T20" fmla="*/ 78 w 711"/>
                  <a:gd name="T21" fmla="*/ 521 h 711"/>
                  <a:gd name="T22" fmla="*/ 40 w 711"/>
                  <a:gd name="T23" fmla="*/ 575 h 711"/>
                  <a:gd name="T24" fmla="*/ 16 w 711"/>
                  <a:gd name="T25" fmla="*/ 636 h 711"/>
                  <a:gd name="T26" fmla="*/ 1 w 711"/>
                  <a:gd name="T27" fmla="*/ 702 h 711"/>
                  <a:gd name="T28" fmla="*/ 16 w 711"/>
                  <a:gd name="T29" fmla="*/ 711 h 711"/>
                  <a:gd name="T30" fmla="*/ 107 w 711"/>
                  <a:gd name="T31" fmla="*/ 685 h 711"/>
                  <a:gd name="T32" fmla="*/ 164 w 711"/>
                  <a:gd name="T33" fmla="*/ 653 h 711"/>
                  <a:gd name="T34" fmla="*/ 212 w 711"/>
                  <a:gd name="T35" fmla="*/ 653 h 711"/>
                  <a:gd name="T36" fmla="*/ 290 w 711"/>
                  <a:gd name="T37" fmla="*/ 615 h 711"/>
                  <a:gd name="T38" fmla="*/ 354 w 711"/>
                  <a:gd name="T39" fmla="*/ 666 h 711"/>
                  <a:gd name="T40" fmla="*/ 432 w 711"/>
                  <a:gd name="T41" fmla="*/ 710 h 711"/>
                  <a:gd name="T42" fmla="*/ 565 w 711"/>
                  <a:gd name="T43" fmla="*/ 589 h 711"/>
                  <a:gd name="T44" fmla="*/ 579 w 711"/>
                  <a:gd name="T45" fmla="*/ 443 h 711"/>
                  <a:gd name="T46" fmla="*/ 649 w 711"/>
                  <a:gd name="T47" fmla="*/ 352 h 711"/>
                  <a:gd name="T48" fmla="*/ 694 w 711"/>
                  <a:gd name="T49" fmla="*/ 248 h 711"/>
                  <a:gd name="T50" fmla="*/ 711 w 711"/>
                  <a:gd name="T51" fmla="*/ 137 h 711"/>
                  <a:gd name="T52" fmla="*/ 700 w 711"/>
                  <a:gd name="T53" fmla="*/ 24 h 711"/>
                  <a:gd name="T54" fmla="*/ 106 w 711"/>
                  <a:gd name="T55" fmla="*/ 294 h 711"/>
                  <a:gd name="T56" fmla="*/ 106 w 711"/>
                  <a:gd name="T57" fmla="*/ 294 h 711"/>
                  <a:gd name="T58" fmla="*/ 34 w 711"/>
                  <a:gd name="T59" fmla="*/ 678 h 711"/>
                  <a:gd name="T60" fmla="*/ 57 w 711"/>
                  <a:gd name="T61" fmla="*/ 601 h 711"/>
                  <a:gd name="T62" fmla="*/ 89 w 711"/>
                  <a:gd name="T63" fmla="*/ 552 h 711"/>
                  <a:gd name="T64" fmla="*/ 147 w 711"/>
                  <a:gd name="T65" fmla="*/ 632 h 711"/>
                  <a:gd name="T66" fmla="*/ 96 w 711"/>
                  <a:gd name="T67" fmla="*/ 659 h 711"/>
                  <a:gd name="T68" fmla="*/ 201 w 711"/>
                  <a:gd name="T69" fmla="*/ 605 h 711"/>
                  <a:gd name="T70" fmla="*/ 198 w 711"/>
                  <a:gd name="T71" fmla="*/ 603 h 711"/>
                  <a:gd name="T72" fmla="*/ 107 w 711"/>
                  <a:gd name="T73" fmla="*/ 510 h 711"/>
                  <a:gd name="T74" fmla="*/ 270 w 711"/>
                  <a:gd name="T75" fmla="*/ 595 h 711"/>
                  <a:gd name="T76" fmla="*/ 391 w 711"/>
                  <a:gd name="T77" fmla="*/ 630 h 711"/>
                  <a:gd name="T78" fmla="*/ 361 w 711"/>
                  <a:gd name="T79" fmla="*/ 621 h 711"/>
                  <a:gd name="T80" fmla="*/ 361 w 711"/>
                  <a:gd name="T81" fmla="*/ 621 h 711"/>
                  <a:gd name="T82" fmla="*/ 123 w 711"/>
                  <a:gd name="T83" fmla="*/ 408 h 711"/>
                  <a:gd name="T84" fmla="*/ 301 w 711"/>
                  <a:gd name="T85" fmla="*/ 510 h 711"/>
                  <a:gd name="T86" fmla="*/ 320 w 711"/>
                  <a:gd name="T87" fmla="*/ 510 h 711"/>
                  <a:gd name="T88" fmla="*/ 320 w 711"/>
                  <a:gd name="T89" fmla="*/ 490 h 711"/>
                  <a:gd name="T90" fmla="*/ 328 w 711"/>
                  <a:gd name="T91" fmla="*/ 116 h 711"/>
                  <a:gd name="T92" fmla="*/ 418 w 711"/>
                  <a:gd name="T93" fmla="*/ 63 h 711"/>
                  <a:gd name="T94" fmla="*/ 517 w 711"/>
                  <a:gd name="T95" fmla="*/ 34 h 711"/>
                  <a:gd name="T96" fmla="*/ 622 w 711"/>
                  <a:gd name="T97" fmla="*/ 29 h 711"/>
                  <a:gd name="T98" fmla="*/ 682 w 711"/>
                  <a:gd name="T99" fmla="*/ 89 h 711"/>
                  <a:gd name="T100" fmla="*/ 678 w 711"/>
                  <a:gd name="T101" fmla="*/ 194 h 711"/>
                  <a:gd name="T102" fmla="*/ 649 w 711"/>
                  <a:gd name="T103" fmla="*/ 293 h 711"/>
                  <a:gd name="T104" fmla="*/ 595 w 711"/>
                  <a:gd name="T105" fmla="*/ 38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11" h="711">
                    <a:moveTo>
                      <a:pt x="700" y="24"/>
                    </a:moveTo>
                    <a:lnTo>
                      <a:pt x="698" y="20"/>
                    </a:lnTo>
                    <a:lnTo>
                      <a:pt x="696" y="15"/>
                    </a:lnTo>
                    <a:lnTo>
                      <a:pt x="696" y="15"/>
                    </a:lnTo>
                    <a:lnTo>
                      <a:pt x="692" y="12"/>
                    </a:lnTo>
                    <a:lnTo>
                      <a:pt x="687" y="11"/>
                    </a:lnTo>
                    <a:lnTo>
                      <a:pt x="659" y="6"/>
                    </a:lnTo>
                    <a:lnTo>
                      <a:pt x="631" y="2"/>
                    </a:lnTo>
                    <a:lnTo>
                      <a:pt x="602" y="0"/>
                    </a:lnTo>
                    <a:lnTo>
                      <a:pt x="575" y="0"/>
                    </a:lnTo>
                    <a:lnTo>
                      <a:pt x="547" y="1"/>
                    </a:lnTo>
                    <a:lnTo>
                      <a:pt x="519" y="5"/>
                    </a:lnTo>
                    <a:lnTo>
                      <a:pt x="491" y="10"/>
                    </a:lnTo>
                    <a:lnTo>
                      <a:pt x="463" y="17"/>
                    </a:lnTo>
                    <a:lnTo>
                      <a:pt x="436" y="26"/>
                    </a:lnTo>
                    <a:lnTo>
                      <a:pt x="409" y="37"/>
                    </a:lnTo>
                    <a:lnTo>
                      <a:pt x="384" y="49"/>
                    </a:lnTo>
                    <a:lnTo>
                      <a:pt x="359" y="63"/>
                    </a:lnTo>
                    <a:lnTo>
                      <a:pt x="334" y="78"/>
                    </a:lnTo>
                    <a:lnTo>
                      <a:pt x="312" y="94"/>
                    </a:lnTo>
                    <a:lnTo>
                      <a:pt x="289" y="112"/>
                    </a:lnTo>
                    <a:lnTo>
                      <a:pt x="269" y="132"/>
                    </a:lnTo>
                    <a:lnTo>
                      <a:pt x="259" y="141"/>
                    </a:lnTo>
                    <a:lnTo>
                      <a:pt x="133" y="141"/>
                    </a:lnTo>
                    <a:lnTo>
                      <a:pt x="127" y="142"/>
                    </a:lnTo>
                    <a:lnTo>
                      <a:pt x="123" y="145"/>
                    </a:lnTo>
                    <a:lnTo>
                      <a:pt x="4" y="264"/>
                    </a:lnTo>
                    <a:lnTo>
                      <a:pt x="1" y="269"/>
                    </a:lnTo>
                    <a:lnTo>
                      <a:pt x="0" y="274"/>
                    </a:lnTo>
                    <a:lnTo>
                      <a:pt x="1" y="279"/>
                    </a:lnTo>
                    <a:lnTo>
                      <a:pt x="4" y="284"/>
                    </a:lnTo>
                    <a:lnTo>
                      <a:pt x="61" y="340"/>
                    </a:lnTo>
                    <a:lnTo>
                      <a:pt x="48" y="352"/>
                    </a:lnTo>
                    <a:lnTo>
                      <a:pt x="45" y="357"/>
                    </a:lnTo>
                    <a:lnTo>
                      <a:pt x="44" y="362"/>
                    </a:lnTo>
                    <a:lnTo>
                      <a:pt x="45" y="367"/>
                    </a:lnTo>
                    <a:lnTo>
                      <a:pt x="48" y="372"/>
                    </a:lnTo>
                    <a:lnTo>
                      <a:pt x="96" y="420"/>
                    </a:lnTo>
                    <a:lnTo>
                      <a:pt x="59" y="488"/>
                    </a:lnTo>
                    <a:lnTo>
                      <a:pt x="56" y="492"/>
                    </a:lnTo>
                    <a:lnTo>
                      <a:pt x="56" y="496"/>
                    </a:lnTo>
                    <a:lnTo>
                      <a:pt x="57" y="501"/>
                    </a:lnTo>
                    <a:lnTo>
                      <a:pt x="61" y="504"/>
                    </a:lnTo>
                    <a:lnTo>
                      <a:pt x="78" y="521"/>
                    </a:lnTo>
                    <a:lnTo>
                      <a:pt x="67" y="534"/>
                    </a:lnTo>
                    <a:lnTo>
                      <a:pt x="57" y="547"/>
                    </a:lnTo>
                    <a:lnTo>
                      <a:pt x="49" y="561"/>
                    </a:lnTo>
                    <a:lnTo>
                      <a:pt x="40" y="575"/>
                    </a:lnTo>
                    <a:lnTo>
                      <a:pt x="33" y="590"/>
                    </a:lnTo>
                    <a:lnTo>
                      <a:pt x="26" y="605"/>
                    </a:lnTo>
                    <a:lnTo>
                      <a:pt x="21" y="620"/>
                    </a:lnTo>
                    <a:lnTo>
                      <a:pt x="16" y="636"/>
                    </a:lnTo>
                    <a:lnTo>
                      <a:pt x="1" y="694"/>
                    </a:lnTo>
                    <a:lnTo>
                      <a:pt x="1" y="695"/>
                    </a:lnTo>
                    <a:lnTo>
                      <a:pt x="1" y="697"/>
                    </a:lnTo>
                    <a:lnTo>
                      <a:pt x="1" y="702"/>
                    </a:lnTo>
                    <a:lnTo>
                      <a:pt x="4" y="707"/>
                    </a:lnTo>
                    <a:lnTo>
                      <a:pt x="9" y="710"/>
                    </a:lnTo>
                    <a:lnTo>
                      <a:pt x="13" y="711"/>
                    </a:lnTo>
                    <a:lnTo>
                      <a:pt x="16" y="711"/>
                    </a:lnTo>
                    <a:lnTo>
                      <a:pt x="18" y="711"/>
                    </a:lnTo>
                    <a:lnTo>
                      <a:pt x="76" y="695"/>
                    </a:lnTo>
                    <a:lnTo>
                      <a:pt x="91" y="691"/>
                    </a:lnTo>
                    <a:lnTo>
                      <a:pt x="107" y="685"/>
                    </a:lnTo>
                    <a:lnTo>
                      <a:pt x="122" y="678"/>
                    </a:lnTo>
                    <a:lnTo>
                      <a:pt x="136" y="671"/>
                    </a:lnTo>
                    <a:lnTo>
                      <a:pt x="150" y="663"/>
                    </a:lnTo>
                    <a:lnTo>
                      <a:pt x="164" y="653"/>
                    </a:lnTo>
                    <a:lnTo>
                      <a:pt x="177" y="643"/>
                    </a:lnTo>
                    <a:lnTo>
                      <a:pt x="189" y="633"/>
                    </a:lnTo>
                    <a:lnTo>
                      <a:pt x="207" y="651"/>
                    </a:lnTo>
                    <a:lnTo>
                      <a:pt x="212" y="653"/>
                    </a:lnTo>
                    <a:lnTo>
                      <a:pt x="217" y="654"/>
                    </a:lnTo>
                    <a:lnTo>
                      <a:pt x="221" y="654"/>
                    </a:lnTo>
                    <a:lnTo>
                      <a:pt x="224" y="653"/>
                    </a:lnTo>
                    <a:lnTo>
                      <a:pt x="290" y="615"/>
                    </a:lnTo>
                    <a:lnTo>
                      <a:pt x="339" y="664"/>
                    </a:lnTo>
                    <a:lnTo>
                      <a:pt x="343" y="666"/>
                    </a:lnTo>
                    <a:lnTo>
                      <a:pt x="348" y="667"/>
                    </a:lnTo>
                    <a:lnTo>
                      <a:pt x="354" y="666"/>
                    </a:lnTo>
                    <a:lnTo>
                      <a:pt x="359" y="664"/>
                    </a:lnTo>
                    <a:lnTo>
                      <a:pt x="371" y="651"/>
                    </a:lnTo>
                    <a:lnTo>
                      <a:pt x="428" y="707"/>
                    </a:lnTo>
                    <a:lnTo>
                      <a:pt x="432" y="710"/>
                    </a:lnTo>
                    <a:lnTo>
                      <a:pt x="437" y="711"/>
                    </a:lnTo>
                    <a:lnTo>
                      <a:pt x="443" y="710"/>
                    </a:lnTo>
                    <a:lnTo>
                      <a:pt x="447" y="707"/>
                    </a:lnTo>
                    <a:lnTo>
                      <a:pt x="565" y="589"/>
                    </a:lnTo>
                    <a:lnTo>
                      <a:pt x="568" y="583"/>
                    </a:lnTo>
                    <a:lnTo>
                      <a:pt x="569" y="578"/>
                    </a:lnTo>
                    <a:lnTo>
                      <a:pt x="569" y="452"/>
                    </a:lnTo>
                    <a:lnTo>
                      <a:pt x="579" y="443"/>
                    </a:lnTo>
                    <a:lnTo>
                      <a:pt x="598" y="422"/>
                    </a:lnTo>
                    <a:lnTo>
                      <a:pt x="616" y="400"/>
                    </a:lnTo>
                    <a:lnTo>
                      <a:pt x="634" y="377"/>
                    </a:lnTo>
                    <a:lnTo>
                      <a:pt x="649" y="352"/>
                    </a:lnTo>
                    <a:lnTo>
                      <a:pt x="663" y="328"/>
                    </a:lnTo>
                    <a:lnTo>
                      <a:pt x="674" y="302"/>
                    </a:lnTo>
                    <a:lnTo>
                      <a:pt x="685" y="275"/>
                    </a:lnTo>
                    <a:lnTo>
                      <a:pt x="694" y="248"/>
                    </a:lnTo>
                    <a:lnTo>
                      <a:pt x="700" y="220"/>
                    </a:lnTo>
                    <a:lnTo>
                      <a:pt x="705" y="192"/>
                    </a:lnTo>
                    <a:lnTo>
                      <a:pt x="709" y="165"/>
                    </a:lnTo>
                    <a:lnTo>
                      <a:pt x="711" y="137"/>
                    </a:lnTo>
                    <a:lnTo>
                      <a:pt x="711" y="108"/>
                    </a:lnTo>
                    <a:lnTo>
                      <a:pt x="709" y="80"/>
                    </a:lnTo>
                    <a:lnTo>
                      <a:pt x="705" y="52"/>
                    </a:lnTo>
                    <a:lnTo>
                      <a:pt x="700" y="24"/>
                    </a:lnTo>
                    <a:close/>
                    <a:moveTo>
                      <a:pt x="34" y="274"/>
                    </a:moveTo>
                    <a:lnTo>
                      <a:pt x="138" y="169"/>
                    </a:lnTo>
                    <a:lnTo>
                      <a:pt x="231" y="169"/>
                    </a:lnTo>
                    <a:lnTo>
                      <a:pt x="106" y="294"/>
                    </a:lnTo>
                    <a:lnTo>
                      <a:pt x="106" y="294"/>
                    </a:lnTo>
                    <a:lnTo>
                      <a:pt x="106" y="294"/>
                    </a:lnTo>
                    <a:lnTo>
                      <a:pt x="106" y="294"/>
                    </a:lnTo>
                    <a:lnTo>
                      <a:pt x="106" y="294"/>
                    </a:lnTo>
                    <a:lnTo>
                      <a:pt x="80" y="320"/>
                    </a:lnTo>
                    <a:lnTo>
                      <a:pt x="34" y="274"/>
                    </a:lnTo>
                    <a:close/>
                    <a:moveTo>
                      <a:pt x="68" y="668"/>
                    </a:moveTo>
                    <a:lnTo>
                      <a:pt x="34" y="678"/>
                    </a:lnTo>
                    <a:lnTo>
                      <a:pt x="42" y="643"/>
                    </a:lnTo>
                    <a:lnTo>
                      <a:pt x="47" y="629"/>
                    </a:lnTo>
                    <a:lnTo>
                      <a:pt x="52" y="615"/>
                    </a:lnTo>
                    <a:lnTo>
                      <a:pt x="57" y="601"/>
                    </a:lnTo>
                    <a:lnTo>
                      <a:pt x="64" y="589"/>
                    </a:lnTo>
                    <a:lnTo>
                      <a:pt x="71" y="576"/>
                    </a:lnTo>
                    <a:lnTo>
                      <a:pt x="80" y="564"/>
                    </a:lnTo>
                    <a:lnTo>
                      <a:pt x="89" y="552"/>
                    </a:lnTo>
                    <a:lnTo>
                      <a:pt x="98" y="541"/>
                    </a:lnTo>
                    <a:lnTo>
                      <a:pt x="170" y="613"/>
                    </a:lnTo>
                    <a:lnTo>
                      <a:pt x="158" y="623"/>
                    </a:lnTo>
                    <a:lnTo>
                      <a:pt x="147" y="632"/>
                    </a:lnTo>
                    <a:lnTo>
                      <a:pt x="135" y="639"/>
                    </a:lnTo>
                    <a:lnTo>
                      <a:pt x="122" y="647"/>
                    </a:lnTo>
                    <a:lnTo>
                      <a:pt x="109" y="653"/>
                    </a:lnTo>
                    <a:lnTo>
                      <a:pt x="96" y="659"/>
                    </a:lnTo>
                    <a:lnTo>
                      <a:pt x="82" y="664"/>
                    </a:lnTo>
                    <a:lnTo>
                      <a:pt x="68" y="668"/>
                    </a:lnTo>
                    <a:close/>
                    <a:moveTo>
                      <a:pt x="219" y="623"/>
                    </a:moveTo>
                    <a:lnTo>
                      <a:pt x="201" y="605"/>
                    </a:lnTo>
                    <a:lnTo>
                      <a:pt x="200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8" y="603"/>
                    </a:lnTo>
                    <a:lnTo>
                      <a:pt x="108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7" y="510"/>
                    </a:lnTo>
                    <a:lnTo>
                      <a:pt x="106" y="510"/>
                    </a:lnTo>
                    <a:lnTo>
                      <a:pt x="88" y="492"/>
                    </a:lnTo>
                    <a:lnTo>
                      <a:pt x="116" y="440"/>
                    </a:lnTo>
                    <a:lnTo>
                      <a:pt x="270" y="595"/>
                    </a:lnTo>
                    <a:lnTo>
                      <a:pt x="219" y="623"/>
                    </a:lnTo>
                    <a:close/>
                    <a:moveTo>
                      <a:pt x="541" y="573"/>
                    </a:moveTo>
                    <a:lnTo>
                      <a:pt x="437" y="678"/>
                    </a:lnTo>
                    <a:lnTo>
                      <a:pt x="391" y="630"/>
                    </a:lnTo>
                    <a:lnTo>
                      <a:pt x="541" y="480"/>
                    </a:lnTo>
                    <a:lnTo>
                      <a:pt x="541" y="573"/>
                    </a:lnTo>
                    <a:close/>
                    <a:moveTo>
                      <a:pt x="560" y="423"/>
                    </a:moveTo>
                    <a:lnTo>
                      <a:pt x="361" y="621"/>
                    </a:lnTo>
                    <a:lnTo>
                      <a:pt x="361" y="621"/>
                    </a:lnTo>
                    <a:lnTo>
                      <a:pt x="361" y="621"/>
                    </a:lnTo>
                    <a:lnTo>
                      <a:pt x="361" y="621"/>
                    </a:lnTo>
                    <a:lnTo>
                      <a:pt x="361" y="621"/>
                    </a:lnTo>
                    <a:lnTo>
                      <a:pt x="348" y="634"/>
                    </a:lnTo>
                    <a:lnTo>
                      <a:pt x="303" y="588"/>
                    </a:lnTo>
                    <a:lnTo>
                      <a:pt x="123" y="408"/>
                    </a:lnTo>
                    <a:lnTo>
                      <a:pt x="123" y="408"/>
                    </a:lnTo>
                    <a:lnTo>
                      <a:pt x="123" y="408"/>
                    </a:lnTo>
                    <a:lnTo>
                      <a:pt x="78" y="362"/>
                    </a:lnTo>
                    <a:lnTo>
                      <a:pt x="115" y="325"/>
                    </a:lnTo>
                    <a:lnTo>
                      <a:pt x="301" y="510"/>
                    </a:lnTo>
                    <a:lnTo>
                      <a:pt x="305" y="512"/>
                    </a:lnTo>
                    <a:lnTo>
                      <a:pt x="311" y="513"/>
                    </a:lnTo>
                    <a:lnTo>
                      <a:pt x="316" y="512"/>
                    </a:lnTo>
                    <a:lnTo>
                      <a:pt x="320" y="510"/>
                    </a:lnTo>
                    <a:lnTo>
                      <a:pt x="324" y="505"/>
                    </a:lnTo>
                    <a:lnTo>
                      <a:pt x="325" y="500"/>
                    </a:lnTo>
                    <a:lnTo>
                      <a:pt x="324" y="495"/>
                    </a:lnTo>
                    <a:lnTo>
                      <a:pt x="320" y="490"/>
                    </a:lnTo>
                    <a:lnTo>
                      <a:pt x="135" y="305"/>
                    </a:lnTo>
                    <a:lnTo>
                      <a:pt x="288" y="152"/>
                    </a:lnTo>
                    <a:lnTo>
                      <a:pt x="307" y="133"/>
                    </a:lnTo>
                    <a:lnTo>
                      <a:pt x="328" y="116"/>
                    </a:lnTo>
                    <a:lnTo>
                      <a:pt x="349" y="100"/>
                    </a:lnTo>
                    <a:lnTo>
                      <a:pt x="372" y="86"/>
                    </a:lnTo>
                    <a:lnTo>
                      <a:pt x="394" y="73"/>
                    </a:lnTo>
                    <a:lnTo>
                      <a:pt x="418" y="63"/>
                    </a:lnTo>
                    <a:lnTo>
                      <a:pt x="442" y="53"/>
                    </a:lnTo>
                    <a:lnTo>
                      <a:pt x="466" y="44"/>
                    </a:lnTo>
                    <a:lnTo>
                      <a:pt x="492" y="38"/>
                    </a:lnTo>
                    <a:lnTo>
                      <a:pt x="517" y="34"/>
                    </a:lnTo>
                    <a:lnTo>
                      <a:pt x="542" y="29"/>
                    </a:lnTo>
                    <a:lnTo>
                      <a:pt x="569" y="28"/>
                    </a:lnTo>
                    <a:lnTo>
                      <a:pt x="595" y="27"/>
                    </a:lnTo>
                    <a:lnTo>
                      <a:pt x="622" y="29"/>
                    </a:lnTo>
                    <a:lnTo>
                      <a:pt x="648" y="31"/>
                    </a:lnTo>
                    <a:lnTo>
                      <a:pt x="674" y="37"/>
                    </a:lnTo>
                    <a:lnTo>
                      <a:pt x="679" y="63"/>
                    </a:lnTo>
                    <a:lnTo>
                      <a:pt x="682" y="89"/>
                    </a:lnTo>
                    <a:lnTo>
                      <a:pt x="683" y="116"/>
                    </a:lnTo>
                    <a:lnTo>
                      <a:pt x="683" y="142"/>
                    </a:lnTo>
                    <a:lnTo>
                      <a:pt x="681" y="168"/>
                    </a:lnTo>
                    <a:lnTo>
                      <a:pt x="678" y="194"/>
                    </a:lnTo>
                    <a:lnTo>
                      <a:pt x="672" y="219"/>
                    </a:lnTo>
                    <a:lnTo>
                      <a:pt x="666" y="244"/>
                    </a:lnTo>
                    <a:lnTo>
                      <a:pt x="658" y="269"/>
                    </a:lnTo>
                    <a:lnTo>
                      <a:pt x="649" y="293"/>
                    </a:lnTo>
                    <a:lnTo>
                      <a:pt x="637" y="317"/>
                    </a:lnTo>
                    <a:lnTo>
                      <a:pt x="624" y="340"/>
                    </a:lnTo>
                    <a:lnTo>
                      <a:pt x="610" y="361"/>
                    </a:lnTo>
                    <a:lnTo>
                      <a:pt x="595" y="382"/>
                    </a:lnTo>
                    <a:lnTo>
                      <a:pt x="578" y="403"/>
                    </a:lnTo>
                    <a:lnTo>
                      <a:pt x="560" y="42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3" name="Freeform 124">
                <a:extLst>
                  <a:ext uri="{FF2B5EF4-FFF2-40B4-BE49-F238E27FC236}">
                    <a16:creationId xmlns:a16="http://schemas.microsoft.com/office/drawing/2014/main" id="{35A094CD-106A-4B8F-8AD2-313DC5659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813" y="5588001"/>
                <a:ext cx="15875" cy="15875"/>
              </a:xfrm>
              <a:custGeom>
                <a:avLst/>
                <a:gdLst>
                  <a:gd name="T0" fmla="*/ 14 w 28"/>
                  <a:gd name="T1" fmla="*/ 0 h 28"/>
                  <a:gd name="T2" fmla="*/ 8 w 28"/>
                  <a:gd name="T3" fmla="*/ 1 h 28"/>
                  <a:gd name="T4" fmla="*/ 4 w 28"/>
                  <a:gd name="T5" fmla="*/ 3 h 28"/>
                  <a:gd name="T6" fmla="*/ 1 w 28"/>
                  <a:gd name="T7" fmla="*/ 8 h 28"/>
                  <a:gd name="T8" fmla="*/ 0 w 28"/>
                  <a:gd name="T9" fmla="*/ 14 h 28"/>
                  <a:gd name="T10" fmla="*/ 0 w 28"/>
                  <a:gd name="T11" fmla="*/ 14 h 28"/>
                  <a:gd name="T12" fmla="*/ 1 w 28"/>
                  <a:gd name="T13" fmla="*/ 19 h 28"/>
                  <a:gd name="T14" fmla="*/ 3 w 28"/>
                  <a:gd name="T15" fmla="*/ 24 h 28"/>
                  <a:gd name="T16" fmla="*/ 8 w 28"/>
                  <a:gd name="T17" fmla="*/ 26 h 28"/>
                  <a:gd name="T18" fmla="*/ 14 w 28"/>
                  <a:gd name="T19" fmla="*/ 28 h 28"/>
                  <a:gd name="T20" fmla="*/ 14 w 28"/>
                  <a:gd name="T21" fmla="*/ 28 h 28"/>
                  <a:gd name="T22" fmla="*/ 14 w 28"/>
                  <a:gd name="T23" fmla="*/ 28 h 28"/>
                  <a:gd name="T24" fmla="*/ 19 w 28"/>
                  <a:gd name="T25" fmla="*/ 26 h 28"/>
                  <a:gd name="T26" fmla="*/ 23 w 28"/>
                  <a:gd name="T27" fmla="*/ 24 h 28"/>
                  <a:gd name="T28" fmla="*/ 27 w 28"/>
                  <a:gd name="T29" fmla="*/ 20 h 28"/>
                  <a:gd name="T30" fmla="*/ 28 w 28"/>
                  <a:gd name="T31" fmla="*/ 15 h 28"/>
                  <a:gd name="T32" fmla="*/ 28 w 28"/>
                  <a:gd name="T33" fmla="*/ 14 h 28"/>
                  <a:gd name="T34" fmla="*/ 27 w 28"/>
                  <a:gd name="T35" fmla="*/ 8 h 28"/>
                  <a:gd name="T36" fmla="*/ 23 w 28"/>
                  <a:gd name="T37" fmla="*/ 3 h 28"/>
                  <a:gd name="T38" fmla="*/ 19 w 28"/>
                  <a:gd name="T39" fmla="*/ 1 h 28"/>
                  <a:gd name="T40" fmla="*/ 14 w 28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8">
                    <a:moveTo>
                      <a:pt x="14" y="0"/>
                    </a:moveTo>
                    <a:lnTo>
                      <a:pt x="8" y="1"/>
                    </a:lnTo>
                    <a:lnTo>
                      <a:pt x="4" y="3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9" y="26"/>
                    </a:lnTo>
                    <a:lnTo>
                      <a:pt x="23" y="24"/>
                    </a:lnTo>
                    <a:lnTo>
                      <a:pt x="27" y="20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4" name="Freeform 125">
                <a:extLst>
                  <a:ext uri="{FF2B5EF4-FFF2-40B4-BE49-F238E27FC236}">
                    <a16:creationId xmlns:a16="http://schemas.microsoft.com/office/drawing/2014/main" id="{A41FFDED-EA36-4E59-B989-B12DC52B3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863" y="5534026"/>
                <a:ext cx="115888" cy="123825"/>
              </a:xfrm>
              <a:custGeom>
                <a:avLst/>
                <a:gdLst>
                  <a:gd name="T0" fmla="*/ 207 w 219"/>
                  <a:gd name="T1" fmla="*/ 154 h 233"/>
                  <a:gd name="T2" fmla="*/ 197 w 219"/>
                  <a:gd name="T3" fmla="*/ 156 h 233"/>
                  <a:gd name="T4" fmla="*/ 186 w 219"/>
                  <a:gd name="T5" fmla="*/ 170 h 233"/>
                  <a:gd name="T6" fmla="*/ 170 w 219"/>
                  <a:gd name="T7" fmla="*/ 186 h 233"/>
                  <a:gd name="T8" fmla="*/ 151 w 219"/>
                  <a:gd name="T9" fmla="*/ 198 h 233"/>
                  <a:gd name="T10" fmla="*/ 129 w 219"/>
                  <a:gd name="T11" fmla="*/ 205 h 233"/>
                  <a:gd name="T12" fmla="*/ 107 w 219"/>
                  <a:gd name="T13" fmla="*/ 205 h 233"/>
                  <a:gd name="T14" fmla="*/ 90 w 219"/>
                  <a:gd name="T15" fmla="*/ 201 h 233"/>
                  <a:gd name="T16" fmla="*/ 74 w 219"/>
                  <a:gd name="T17" fmla="*/ 194 h 233"/>
                  <a:gd name="T18" fmla="*/ 60 w 219"/>
                  <a:gd name="T19" fmla="*/ 184 h 233"/>
                  <a:gd name="T20" fmla="*/ 48 w 219"/>
                  <a:gd name="T21" fmla="*/ 172 h 233"/>
                  <a:gd name="T22" fmla="*/ 38 w 219"/>
                  <a:gd name="T23" fmla="*/ 158 h 233"/>
                  <a:gd name="T24" fmla="*/ 32 w 219"/>
                  <a:gd name="T25" fmla="*/ 142 h 233"/>
                  <a:gd name="T26" fmla="*/ 29 w 219"/>
                  <a:gd name="T27" fmla="*/ 125 h 233"/>
                  <a:gd name="T28" fmla="*/ 29 w 219"/>
                  <a:gd name="T29" fmla="*/ 107 h 233"/>
                  <a:gd name="T30" fmla="*/ 32 w 219"/>
                  <a:gd name="T31" fmla="*/ 90 h 233"/>
                  <a:gd name="T32" fmla="*/ 38 w 219"/>
                  <a:gd name="T33" fmla="*/ 74 h 233"/>
                  <a:gd name="T34" fmla="*/ 48 w 219"/>
                  <a:gd name="T35" fmla="*/ 60 h 233"/>
                  <a:gd name="T36" fmla="*/ 60 w 219"/>
                  <a:gd name="T37" fmla="*/ 48 h 233"/>
                  <a:gd name="T38" fmla="*/ 74 w 219"/>
                  <a:gd name="T39" fmla="*/ 38 h 233"/>
                  <a:gd name="T40" fmla="*/ 90 w 219"/>
                  <a:gd name="T41" fmla="*/ 31 h 233"/>
                  <a:gd name="T42" fmla="*/ 107 w 219"/>
                  <a:gd name="T43" fmla="*/ 27 h 233"/>
                  <a:gd name="T44" fmla="*/ 126 w 219"/>
                  <a:gd name="T45" fmla="*/ 27 h 233"/>
                  <a:gd name="T46" fmla="*/ 146 w 219"/>
                  <a:gd name="T47" fmla="*/ 32 h 233"/>
                  <a:gd name="T48" fmla="*/ 163 w 219"/>
                  <a:gd name="T49" fmla="*/ 40 h 233"/>
                  <a:gd name="T50" fmla="*/ 178 w 219"/>
                  <a:gd name="T51" fmla="*/ 52 h 233"/>
                  <a:gd name="T52" fmla="*/ 189 w 219"/>
                  <a:gd name="T53" fmla="*/ 63 h 233"/>
                  <a:gd name="T54" fmla="*/ 199 w 219"/>
                  <a:gd name="T55" fmla="*/ 63 h 233"/>
                  <a:gd name="T56" fmla="*/ 208 w 219"/>
                  <a:gd name="T57" fmla="*/ 56 h 233"/>
                  <a:gd name="T58" fmla="*/ 209 w 219"/>
                  <a:gd name="T59" fmla="*/ 46 h 233"/>
                  <a:gd name="T60" fmla="*/ 197 w 219"/>
                  <a:gd name="T61" fmla="*/ 32 h 233"/>
                  <a:gd name="T62" fmla="*/ 177 w 219"/>
                  <a:gd name="T63" fmla="*/ 17 h 233"/>
                  <a:gd name="T64" fmla="*/ 154 w 219"/>
                  <a:gd name="T65" fmla="*/ 6 h 233"/>
                  <a:gd name="T66" fmla="*/ 130 w 219"/>
                  <a:gd name="T67" fmla="*/ 1 h 233"/>
                  <a:gd name="T68" fmla="*/ 105 w 219"/>
                  <a:gd name="T69" fmla="*/ 0 h 233"/>
                  <a:gd name="T70" fmla="*/ 82 w 219"/>
                  <a:gd name="T71" fmla="*/ 5 h 233"/>
                  <a:gd name="T72" fmla="*/ 61 w 219"/>
                  <a:gd name="T73" fmla="*/ 14 h 233"/>
                  <a:gd name="T74" fmla="*/ 43 w 219"/>
                  <a:gd name="T75" fmla="*/ 26 h 233"/>
                  <a:gd name="T76" fmla="*/ 27 w 219"/>
                  <a:gd name="T77" fmla="*/ 41 h 233"/>
                  <a:gd name="T78" fmla="*/ 14 w 219"/>
                  <a:gd name="T79" fmla="*/ 61 h 233"/>
                  <a:gd name="T80" fmla="*/ 5 w 219"/>
                  <a:gd name="T81" fmla="*/ 81 h 233"/>
                  <a:gd name="T82" fmla="*/ 1 w 219"/>
                  <a:gd name="T83" fmla="*/ 104 h 233"/>
                  <a:gd name="T84" fmla="*/ 1 w 219"/>
                  <a:gd name="T85" fmla="*/ 128 h 233"/>
                  <a:gd name="T86" fmla="*/ 5 w 219"/>
                  <a:gd name="T87" fmla="*/ 151 h 233"/>
                  <a:gd name="T88" fmla="*/ 14 w 219"/>
                  <a:gd name="T89" fmla="*/ 171 h 233"/>
                  <a:gd name="T90" fmla="*/ 27 w 219"/>
                  <a:gd name="T91" fmla="*/ 191 h 233"/>
                  <a:gd name="T92" fmla="*/ 43 w 219"/>
                  <a:gd name="T93" fmla="*/ 206 h 233"/>
                  <a:gd name="T94" fmla="*/ 61 w 219"/>
                  <a:gd name="T95" fmla="*/ 219 h 233"/>
                  <a:gd name="T96" fmla="*/ 82 w 219"/>
                  <a:gd name="T97" fmla="*/ 227 h 233"/>
                  <a:gd name="T98" fmla="*/ 105 w 219"/>
                  <a:gd name="T99" fmla="*/ 233 h 233"/>
                  <a:gd name="T100" fmla="*/ 132 w 219"/>
                  <a:gd name="T101" fmla="*/ 231 h 233"/>
                  <a:gd name="T102" fmla="*/ 161 w 219"/>
                  <a:gd name="T103" fmla="*/ 224 h 233"/>
                  <a:gd name="T104" fmla="*/ 188 w 219"/>
                  <a:gd name="T105" fmla="*/ 209 h 233"/>
                  <a:gd name="T106" fmla="*/ 209 w 219"/>
                  <a:gd name="T107" fmla="*/ 187 h 233"/>
                  <a:gd name="T108" fmla="*/ 219 w 219"/>
                  <a:gd name="T109" fmla="*/ 169 h 233"/>
                  <a:gd name="T110" fmla="*/ 217 w 219"/>
                  <a:gd name="T111" fmla="*/ 16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9" h="233">
                    <a:moveTo>
                      <a:pt x="212" y="156"/>
                    </a:moveTo>
                    <a:lnTo>
                      <a:pt x="207" y="154"/>
                    </a:lnTo>
                    <a:lnTo>
                      <a:pt x="201" y="154"/>
                    </a:lnTo>
                    <a:lnTo>
                      <a:pt x="197" y="156"/>
                    </a:lnTo>
                    <a:lnTo>
                      <a:pt x="193" y="161"/>
                    </a:lnTo>
                    <a:lnTo>
                      <a:pt x="186" y="170"/>
                    </a:lnTo>
                    <a:lnTo>
                      <a:pt x="179" y="179"/>
                    </a:lnTo>
                    <a:lnTo>
                      <a:pt x="170" y="186"/>
                    </a:lnTo>
                    <a:lnTo>
                      <a:pt x="161" y="193"/>
                    </a:lnTo>
                    <a:lnTo>
                      <a:pt x="151" y="198"/>
                    </a:lnTo>
                    <a:lnTo>
                      <a:pt x="139" y="202"/>
                    </a:lnTo>
                    <a:lnTo>
                      <a:pt x="129" y="205"/>
                    </a:lnTo>
                    <a:lnTo>
                      <a:pt x="117" y="205"/>
                    </a:lnTo>
                    <a:lnTo>
                      <a:pt x="107" y="205"/>
                    </a:lnTo>
                    <a:lnTo>
                      <a:pt x="99" y="204"/>
                    </a:lnTo>
                    <a:lnTo>
                      <a:pt x="90" y="201"/>
                    </a:lnTo>
                    <a:lnTo>
                      <a:pt x="82" y="198"/>
                    </a:lnTo>
                    <a:lnTo>
                      <a:pt x="74" y="194"/>
                    </a:lnTo>
                    <a:lnTo>
                      <a:pt x="67" y="190"/>
                    </a:lnTo>
                    <a:lnTo>
                      <a:pt x="60" y="184"/>
                    </a:lnTo>
                    <a:lnTo>
                      <a:pt x="53" y="179"/>
                    </a:lnTo>
                    <a:lnTo>
                      <a:pt x="48" y="172"/>
                    </a:lnTo>
                    <a:lnTo>
                      <a:pt x="43" y="166"/>
                    </a:lnTo>
                    <a:lnTo>
                      <a:pt x="38" y="158"/>
                    </a:lnTo>
                    <a:lnTo>
                      <a:pt x="35" y="151"/>
                    </a:lnTo>
                    <a:lnTo>
                      <a:pt x="32" y="142"/>
                    </a:lnTo>
                    <a:lnTo>
                      <a:pt x="30" y="134"/>
                    </a:lnTo>
                    <a:lnTo>
                      <a:pt x="29" y="125"/>
                    </a:lnTo>
                    <a:lnTo>
                      <a:pt x="28" y="117"/>
                    </a:lnTo>
                    <a:lnTo>
                      <a:pt x="29" y="107"/>
                    </a:lnTo>
                    <a:lnTo>
                      <a:pt x="30" y="98"/>
                    </a:lnTo>
                    <a:lnTo>
                      <a:pt x="32" y="90"/>
                    </a:lnTo>
                    <a:lnTo>
                      <a:pt x="35" y="81"/>
                    </a:lnTo>
                    <a:lnTo>
                      <a:pt x="38" y="74"/>
                    </a:lnTo>
                    <a:lnTo>
                      <a:pt x="43" y="66"/>
                    </a:lnTo>
                    <a:lnTo>
                      <a:pt x="48" y="60"/>
                    </a:lnTo>
                    <a:lnTo>
                      <a:pt x="53" y="53"/>
                    </a:lnTo>
                    <a:lnTo>
                      <a:pt x="60" y="48"/>
                    </a:lnTo>
                    <a:lnTo>
                      <a:pt x="67" y="43"/>
                    </a:lnTo>
                    <a:lnTo>
                      <a:pt x="74" y="38"/>
                    </a:lnTo>
                    <a:lnTo>
                      <a:pt x="82" y="34"/>
                    </a:lnTo>
                    <a:lnTo>
                      <a:pt x="90" y="31"/>
                    </a:lnTo>
                    <a:lnTo>
                      <a:pt x="99" y="29"/>
                    </a:lnTo>
                    <a:lnTo>
                      <a:pt x="107" y="27"/>
                    </a:lnTo>
                    <a:lnTo>
                      <a:pt x="117" y="27"/>
                    </a:lnTo>
                    <a:lnTo>
                      <a:pt x="126" y="27"/>
                    </a:lnTo>
                    <a:lnTo>
                      <a:pt x="136" y="30"/>
                    </a:lnTo>
                    <a:lnTo>
                      <a:pt x="146" y="32"/>
                    </a:lnTo>
                    <a:lnTo>
                      <a:pt x="154" y="35"/>
                    </a:lnTo>
                    <a:lnTo>
                      <a:pt x="163" y="40"/>
                    </a:lnTo>
                    <a:lnTo>
                      <a:pt x="170" y="46"/>
                    </a:lnTo>
                    <a:lnTo>
                      <a:pt x="178" y="52"/>
                    </a:lnTo>
                    <a:lnTo>
                      <a:pt x="184" y="59"/>
                    </a:lnTo>
                    <a:lnTo>
                      <a:pt x="189" y="63"/>
                    </a:lnTo>
                    <a:lnTo>
                      <a:pt x="194" y="64"/>
                    </a:lnTo>
                    <a:lnTo>
                      <a:pt x="199" y="63"/>
                    </a:lnTo>
                    <a:lnTo>
                      <a:pt x="205" y="61"/>
                    </a:lnTo>
                    <a:lnTo>
                      <a:pt x="208" y="56"/>
                    </a:lnTo>
                    <a:lnTo>
                      <a:pt x="209" y="51"/>
                    </a:lnTo>
                    <a:lnTo>
                      <a:pt x="209" y="46"/>
                    </a:lnTo>
                    <a:lnTo>
                      <a:pt x="206" y="41"/>
                    </a:lnTo>
                    <a:lnTo>
                      <a:pt x="197" y="32"/>
                    </a:lnTo>
                    <a:lnTo>
                      <a:pt x="188" y="23"/>
                    </a:lnTo>
                    <a:lnTo>
                      <a:pt x="177" y="17"/>
                    </a:lnTo>
                    <a:lnTo>
                      <a:pt x="166" y="10"/>
                    </a:lnTo>
                    <a:lnTo>
                      <a:pt x="154" y="6"/>
                    </a:lnTo>
                    <a:lnTo>
                      <a:pt x="142" y="2"/>
                    </a:lnTo>
                    <a:lnTo>
                      <a:pt x="130" y="1"/>
                    </a:lnTo>
                    <a:lnTo>
                      <a:pt x="117" y="0"/>
                    </a:lnTo>
                    <a:lnTo>
                      <a:pt x="105" y="0"/>
                    </a:lnTo>
                    <a:lnTo>
                      <a:pt x="93" y="2"/>
                    </a:lnTo>
                    <a:lnTo>
                      <a:pt x="82" y="5"/>
                    </a:lnTo>
                    <a:lnTo>
                      <a:pt x="72" y="8"/>
                    </a:lnTo>
                    <a:lnTo>
                      <a:pt x="61" y="14"/>
                    </a:lnTo>
                    <a:lnTo>
                      <a:pt x="51" y="19"/>
                    </a:lnTo>
                    <a:lnTo>
                      <a:pt x="43" y="26"/>
                    </a:lnTo>
                    <a:lnTo>
                      <a:pt x="34" y="34"/>
                    </a:lnTo>
                    <a:lnTo>
                      <a:pt x="27" y="41"/>
                    </a:lnTo>
                    <a:lnTo>
                      <a:pt x="20" y="51"/>
                    </a:lnTo>
                    <a:lnTo>
                      <a:pt x="14" y="61"/>
                    </a:lnTo>
                    <a:lnTo>
                      <a:pt x="9" y="70"/>
                    </a:lnTo>
                    <a:lnTo>
                      <a:pt x="5" y="81"/>
                    </a:lnTo>
                    <a:lnTo>
                      <a:pt x="2" y="93"/>
                    </a:lnTo>
                    <a:lnTo>
                      <a:pt x="1" y="104"/>
                    </a:lnTo>
                    <a:lnTo>
                      <a:pt x="0" y="117"/>
                    </a:lnTo>
                    <a:lnTo>
                      <a:pt x="1" y="128"/>
                    </a:lnTo>
                    <a:lnTo>
                      <a:pt x="2" y="139"/>
                    </a:lnTo>
                    <a:lnTo>
                      <a:pt x="5" y="151"/>
                    </a:lnTo>
                    <a:lnTo>
                      <a:pt x="9" y="162"/>
                    </a:lnTo>
                    <a:lnTo>
                      <a:pt x="14" y="171"/>
                    </a:lnTo>
                    <a:lnTo>
                      <a:pt x="20" y="181"/>
                    </a:lnTo>
                    <a:lnTo>
                      <a:pt x="27" y="191"/>
                    </a:lnTo>
                    <a:lnTo>
                      <a:pt x="34" y="198"/>
                    </a:lnTo>
                    <a:lnTo>
                      <a:pt x="43" y="206"/>
                    </a:lnTo>
                    <a:lnTo>
                      <a:pt x="51" y="213"/>
                    </a:lnTo>
                    <a:lnTo>
                      <a:pt x="61" y="219"/>
                    </a:lnTo>
                    <a:lnTo>
                      <a:pt x="72" y="224"/>
                    </a:lnTo>
                    <a:lnTo>
                      <a:pt x="82" y="227"/>
                    </a:lnTo>
                    <a:lnTo>
                      <a:pt x="93" y="230"/>
                    </a:lnTo>
                    <a:lnTo>
                      <a:pt x="105" y="233"/>
                    </a:lnTo>
                    <a:lnTo>
                      <a:pt x="117" y="233"/>
                    </a:lnTo>
                    <a:lnTo>
                      <a:pt x="132" y="231"/>
                    </a:lnTo>
                    <a:lnTo>
                      <a:pt x="147" y="228"/>
                    </a:lnTo>
                    <a:lnTo>
                      <a:pt x="161" y="224"/>
                    </a:lnTo>
                    <a:lnTo>
                      <a:pt x="175" y="218"/>
                    </a:lnTo>
                    <a:lnTo>
                      <a:pt x="188" y="209"/>
                    </a:lnTo>
                    <a:lnTo>
                      <a:pt x="198" y="199"/>
                    </a:lnTo>
                    <a:lnTo>
                      <a:pt x="209" y="187"/>
                    </a:lnTo>
                    <a:lnTo>
                      <a:pt x="218" y="175"/>
                    </a:lnTo>
                    <a:lnTo>
                      <a:pt x="219" y="169"/>
                    </a:lnTo>
                    <a:lnTo>
                      <a:pt x="219" y="164"/>
                    </a:lnTo>
                    <a:lnTo>
                      <a:pt x="217" y="160"/>
                    </a:lnTo>
                    <a:lnTo>
                      <a:pt x="212" y="15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5" name="Freeform 126">
                <a:extLst>
                  <a:ext uri="{FF2B5EF4-FFF2-40B4-BE49-F238E27FC236}">
                    <a16:creationId xmlns:a16="http://schemas.microsoft.com/office/drawing/2014/main" id="{E2F8FB58-09D2-4814-A126-7ECF7FE88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5713413"/>
                <a:ext cx="14288" cy="14288"/>
              </a:xfrm>
              <a:custGeom>
                <a:avLst/>
                <a:gdLst>
                  <a:gd name="T0" fmla="*/ 24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8 w 28"/>
                  <a:gd name="T7" fmla="*/ 1 h 28"/>
                  <a:gd name="T8" fmla="*/ 4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3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4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4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4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4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90095290-C9D7-4714-A87B-C2C6C320E5C3}"/>
                </a:ext>
              </a:extLst>
            </p:cNvPr>
            <p:cNvSpPr/>
            <p:nvPr/>
          </p:nvSpPr>
          <p:spPr>
            <a:xfrm>
              <a:off x="1092317" y="1627251"/>
              <a:ext cx="2440306" cy="3939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5F1667D1-732B-4CAC-B8EB-45C4D26A6509}"/>
              </a:ext>
            </a:extLst>
          </p:cNvPr>
          <p:cNvGrpSpPr/>
          <p:nvPr/>
        </p:nvGrpSpPr>
        <p:grpSpPr>
          <a:xfrm>
            <a:off x="3610700" y="1060544"/>
            <a:ext cx="2440306" cy="1034957"/>
            <a:chOff x="3688089" y="986248"/>
            <a:chExt cx="2440306" cy="1034957"/>
          </a:xfrm>
        </p:grpSpPr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6921C560-0504-4ADD-97F0-06B26A06C7D8}"/>
                </a:ext>
              </a:extLst>
            </p:cNvPr>
            <p:cNvGrpSpPr/>
            <p:nvPr/>
          </p:nvGrpSpPr>
          <p:grpSpPr>
            <a:xfrm>
              <a:off x="4642601" y="986248"/>
              <a:ext cx="531282" cy="529040"/>
              <a:chOff x="4456113" y="3241676"/>
              <a:chExt cx="376238" cy="374650"/>
            </a:xfrm>
            <a:solidFill>
              <a:schemeClr val="bg1"/>
            </a:solidFill>
          </p:grpSpPr>
          <p:sp>
            <p:nvSpPr>
              <p:cNvPr id="147" name="Freeform 137">
                <a:extLst>
                  <a:ext uri="{FF2B5EF4-FFF2-40B4-BE49-F238E27FC236}">
                    <a16:creationId xmlns:a16="http://schemas.microsoft.com/office/drawing/2014/main" id="{45A9120D-D0B1-4186-B5B6-0B1CB80F7B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6113" y="3241676"/>
                <a:ext cx="376238" cy="374650"/>
              </a:xfrm>
              <a:custGeom>
                <a:avLst/>
                <a:gdLst>
                  <a:gd name="T0" fmla="*/ 620 w 711"/>
                  <a:gd name="T1" fmla="*/ 222 h 710"/>
                  <a:gd name="T2" fmla="*/ 640 w 711"/>
                  <a:gd name="T3" fmla="*/ 138 h 710"/>
                  <a:gd name="T4" fmla="*/ 564 w 711"/>
                  <a:gd name="T5" fmla="*/ 69 h 710"/>
                  <a:gd name="T6" fmla="*/ 448 w 711"/>
                  <a:gd name="T7" fmla="*/ 74 h 710"/>
                  <a:gd name="T8" fmla="*/ 403 w 711"/>
                  <a:gd name="T9" fmla="*/ 1 h 710"/>
                  <a:gd name="T10" fmla="*/ 301 w 711"/>
                  <a:gd name="T11" fmla="*/ 6 h 710"/>
                  <a:gd name="T12" fmla="*/ 222 w 711"/>
                  <a:gd name="T13" fmla="*/ 91 h 710"/>
                  <a:gd name="T14" fmla="*/ 138 w 711"/>
                  <a:gd name="T15" fmla="*/ 71 h 710"/>
                  <a:gd name="T16" fmla="*/ 70 w 711"/>
                  <a:gd name="T17" fmla="*/ 147 h 710"/>
                  <a:gd name="T18" fmla="*/ 75 w 711"/>
                  <a:gd name="T19" fmla="*/ 263 h 710"/>
                  <a:gd name="T20" fmla="*/ 1 w 711"/>
                  <a:gd name="T21" fmla="*/ 308 h 710"/>
                  <a:gd name="T22" fmla="*/ 6 w 711"/>
                  <a:gd name="T23" fmla="*/ 410 h 710"/>
                  <a:gd name="T24" fmla="*/ 92 w 711"/>
                  <a:gd name="T25" fmla="*/ 488 h 710"/>
                  <a:gd name="T26" fmla="*/ 71 w 711"/>
                  <a:gd name="T27" fmla="*/ 573 h 710"/>
                  <a:gd name="T28" fmla="*/ 148 w 711"/>
                  <a:gd name="T29" fmla="*/ 641 h 710"/>
                  <a:gd name="T30" fmla="*/ 263 w 711"/>
                  <a:gd name="T31" fmla="*/ 636 h 710"/>
                  <a:gd name="T32" fmla="*/ 309 w 711"/>
                  <a:gd name="T33" fmla="*/ 710 h 710"/>
                  <a:gd name="T34" fmla="*/ 409 w 711"/>
                  <a:gd name="T35" fmla="*/ 704 h 710"/>
                  <a:gd name="T36" fmla="*/ 489 w 711"/>
                  <a:gd name="T37" fmla="*/ 619 h 710"/>
                  <a:gd name="T38" fmla="*/ 572 w 711"/>
                  <a:gd name="T39" fmla="*/ 639 h 710"/>
                  <a:gd name="T40" fmla="*/ 641 w 711"/>
                  <a:gd name="T41" fmla="*/ 563 h 710"/>
                  <a:gd name="T42" fmla="*/ 637 w 711"/>
                  <a:gd name="T43" fmla="*/ 447 h 710"/>
                  <a:gd name="T44" fmla="*/ 710 w 711"/>
                  <a:gd name="T45" fmla="*/ 402 h 710"/>
                  <a:gd name="T46" fmla="*/ 704 w 711"/>
                  <a:gd name="T47" fmla="*/ 300 h 710"/>
                  <a:gd name="T48" fmla="*/ 621 w 711"/>
                  <a:gd name="T49" fmla="*/ 404 h 710"/>
                  <a:gd name="T50" fmla="*/ 608 w 711"/>
                  <a:gd name="T51" fmla="*/ 446 h 710"/>
                  <a:gd name="T52" fmla="*/ 581 w 711"/>
                  <a:gd name="T53" fmla="*/ 501 h 710"/>
                  <a:gd name="T54" fmla="*/ 610 w 711"/>
                  <a:gd name="T55" fmla="*/ 564 h 710"/>
                  <a:gd name="T56" fmla="*/ 505 w 711"/>
                  <a:gd name="T57" fmla="*/ 578 h 710"/>
                  <a:gd name="T58" fmla="*/ 458 w 711"/>
                  <a:gd name="T59" fmla="*/ 603 h 710"/>
                  <a:gd name="T60" fmla="*/ 408 w 711"/>
                  <a:gd name="T61" fmla="*/ 618 h 710"/>
                  <a:gd name="T62" fmla="*/ 324 w 711"/>
                  <a:gd name="T63" fmla="*/ 682 h 710"/>
                  <a:gd name="T64" fmla="*/ 299 w 711"/>
                  <a:gd name="T65" fmla="*/ 617 h 710"/>
                  <a:gd name="T66" fmla="*/ 242 w 711"/>
                  <a:gd name="T67" fmla="*/ 598 h 710"/>
                  <a:gd name="T68" fmla="*/ 202 w 711"/>
                  <a:gd name="T69" fmla="*/ 578 h 710"/>
                  <a:gd name="T70" fmla="*/ 130 w 711"/>
                  <a:gd name="T71" fmla="*/ 515 h 710"/>
                  <a:gd name="T72" fmla="*/ 124 w 711"/>
                  <a:gd name="T73" fmla="*/ 490 h 710"/>
                  <a:gd name="T74" fmla="*/ 99 w 711"/>
                  <a:gd name="T75" fmla="*/ 434 h 710"/>
                  <a:gd name="T76" fmla="*/ 86 w 711"/>
                  <a:gd name="T77" fmla="*/ 402 h 710"/>
                  <a:gd name="T78" fmla="*/ 86 w 711"/>
                  <a:gd name="T79" fmla="*/ 308 h 710"/>
                  <a:gd name="T80" fmla="*/ 99 w 711"/>
                  <a:gd name="T81" fmla="*/ 276 h 710"/>
                  <a:gd name="T82" fmla="*/ 124 w 711"/>
                  <a:gd name="T83" fmla="*/ 220 h 710"/>
                  <a:gd name="T84" fmla="*/ 130 w 711"/>
                  <a:gd name="T85" fmla="*/ 195 h 710"/>
                  <a:gd name="T86" fmla="*/ 202 w 711"/>
                  <a:gd name="T87" fmla="*/ 132 h 710"/>
                  <a:gd name="T88" fmla="*/ 242 w 711"/>
                  <a:gd name="T89" fmla="*/ 112 h 710"/>
                  <a:gd name="T90" fmla="*/ 299 w 711"/>
                  <a:gd name="T91" fmla="*/ 93 h 710"/>
                  <a:gd name="T92" fmla="*/ 324 w 711"/>
                  <a:gd name="T93" fmla="*/ 28 h 710"/>
                  <a:gd name="T94" fmla="*/ 408 w 711"/>
                  <a:gd name="T95" fmla="*/ 92 h 710"/>
                  <a:gd name="T96" fmla="*/ 458 w 711"/>
                  <a:gd name="T97" fmla="*/ 107 h 710"/>
                  <a:gd name="T98" fmla="*/ 505 w 711"/>
                  <a:gd name="T99" fmla="*/ 132 h 710"/>
                  <a:gd name="T100" fmla="*/ 610 w 711"/>
                  <a:gd name="T101" fmla="*/ 146 h 710"/>
                  <a:gd name="T102" fmla="*/ 581 w 711"/>
                  <a:gd name="T103" fmla="*/ 210 h 710"/>
                  <a:gd name="T104" fmla="*/ 608 w 711"/>
                  <a:gd name="T105" fmla="*/ 264 h 710"/>
                  <a:gd name="T106" fmla="*/ 621 w 711"/>
                  <a:gd name="T107" fmla="*/ 306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11" h="710">
                    <a:moveTo>
                      <a:pt x="700" y="299"/>
                    </a:moveTo>
                    <a:lnTo>
                      <a:pt x="642" y="284"/>
                    </a:lnTo>
                    <a:lnTo>
                      <a:pt x="637" y="263"/>
                    </a:lnTo>
                    <a:lnTo>
                      <a:pt x="628" y="242"/>
                    </a:lnTo>
                    <a:lnTo>
                      <a:pt x="620" y="222"/>
                    </a:lnTo>
                    <a:lnTo>
                      <a:pt x="609" y="201"/>
                    </a:lnTo>
                    <a:lnTo>
                      <a:pt x="639" y="151"/>
                    </a:lnTo>
                    <a:lnTo>
                      <a:pt x="641" y="147"/>
                    </a:lnTo>
                    <a:lnTo>
                      <a:pt x="641" y="142"/>
                    </a:lnTo>
                    <a:lnTo>
                      <a:pt x="640" y="138"/>
                    </a:lnTo>
                    <a:lnTo>
                      <a:pt x="637" y="134"/>
                    </a:lnTo>
                    <a:lnTo>
                      <a:pt x="577" y="74"/>
                    </a:lnTo>
                    <a:lnTo>
                      <a:pt x="572" y="71"/>
                    </a:lnTo>
                    <a:lnTo>
                      <a:pt x="568" y="69"/>
                    </a:lnTo>
                    <a:lnTo>
                      <a:pt x="564" y="69"/>
                    </a:lnTo>
                    <a:lnTo>
                      <a:pt x="560" y="72"/>
                    </a:lnTo>
                    <a:lnTo>
                      <a:pt x="508" y="102"/>
                    </a:lnTo>
                    <a:lnTo>
                      <a:pt x="489" y="91"/>
                    </a:lnTo>
                    <a:lnTo>
                      <a:pt x="468" y="81"/>
                    </a:lnTo>
                    <a:lnTo>
                      <a:pt x="448" y="74"/>
                    </a:lnTo>
                    <a:lnTo>
                      <a:pt x="427" y="67"/>
                    </a:lnTo>
                    <a:lnTo>
                      <a:pt x="412" y="10"/>
                    </a:lnTo>
                    <a:lnTo>
                      <a:pt x="409" y="6"/>
                    </a:lnTo>
                    <a:lnTo>
                      <a:pt x="407" y="3"/>
                    </a:lnTo>
                    <a:lnTo>
                      <a:pt x="403" y="1"/>
                    </a:lnTo>
                    <a:lnTo>
                      <a:pt x="399" y="0"/>
                    </a:lnTo>
                    <a:lnTo>
                      <a:pt x="313" y="0"/>
                    </a:lnTo>
                    <a:lnTo>
                      <a:pt x="309" y="1"/>
                    </a:lnTo>
                    <a:lnTo>
                      <a:pt x="304" y="3"/>
                    </a:lnTo>
                    <a:lnTo>
                      <a:pt x="301" y="6"/>
                    </a:lnTo>
                    <a:lnTo>
                      <a:pt x="299" y="10"/>
                    </a:lnTo>
                    <a:lnTo>
                      <a:pt x="285" y="67"/>
                    </a:lnTo>
                    <a:lnTo>
                      <a:pt x="263" y="74"/>
                    </a:lnTo>
                    <a:lnTo>
                      <a:pt x="242" y="81"/>
                    </a:lnTo>
                    <a:lnTo>
                      <a:pt x="222" y="91"/>
                    </a:lnTo>
                    <a:lnTo>
                      <a:pt x="202" y="102"/>
                    </a:lnTo>
                    <a:lnTo>
                      <a:pt x="152" y="72"/>
                    </a:lnTo>
                    <a:lnTo>
                      <a:pt x="148" y="69"/>
                    </a:lnTo>
                    <a:lnTo>
                      <a:pt x="142" y="69"/>
                    </a:lnTo>
                    <a:lnTo>
                      <a:pt x="138" y="71"/>
                    </a:lnTo>
                    <a:lnTo>
                      <a:pt x="135" y="74"/>
                    </a:lnTo>
                    <a:lnTo>
                      <a:pt x="74" y="134"/>
                    </a:lnTo>
                    <a:lnTo>
                      <a:pt x="71" y="138"/>
                    </a:lnTo>
                    <a:lnTo>
                      <a:pt x="70" y="142"/>
                    </a:lnTo>
                    <a:lnTo>
                      <a:pt x="70" y="147"/>
                    </a:lnTo>
                    <a:lnTo>
                      <a:pt x="71" y="151"/>
                    </a:lnTo>
                    <a:lnTo>
                      <a:pt x="103" y="201"/>
                    </a:lnTo>
                    <a:lnTo>
                      <a:pt x="92" y="222"/>
                    </a:lnTo>
                    <a:lnTo>
                      <a:pt x="82" y="242"/>
                    </a:lnTo>
                    <a:lnTo>
                      <a:pt x="75" y="263"/>
                    </a:lnTo>
                    <a:lnTo>
                      <a:pt x="68" y="284"/>
                    </a:lnTo>
                    <a:lnTo>
                      <a:pt x="10" y="299"/>
                    </a:lnTo>
                    <a:lnTo>
                      <a:pt x="6" y="300"/>
                    </a:lnTo>
                    <a:lnTo>
                      <a:pt x="3" y="303"/>
                    </a:lnTo>
                    <a:lnTo>
                      <a:pt x="1" y="308"/>
                    </a:lnTo>
                    <a:lnTo>
                      <a:pt x="0" y="312"/>
                    </a:lnTo>
                    <a:lnTo>
                      <a:pt x="0" y="398"/>
                    </a:lnTo>
                    <a:lnTo>
                      <a:pt x="1" y="402"/>
                    </a:lnTo>
                    <a:lnTo>
                      <a:pt x="3" y="407"/>
                    </a:lnTo>
                    <a:lnTo>
                      <a:pt x="6" y="410"/>
                    </a:lnTo>
                    <a:lnTo>
                      <a:pt x="10" y="412"/>
                    </a:lnTo>
                    <a:lnTo>
                      <a:pt x="68" y="426"/>
                    </a:lnTo>
                    <a:lnTo>
                      <a:pt x="75" y="447"/>
                    </a:lnTo>
                    <a:lnTo>
                      <a:pt x="82" y="469"/>
                    </a:lnTo>
                    <a:lnTo>
                      <a:pt x="92" y="488"/>
                    </a:lnTo>
                    <a:lnTo>
                      <a:pt x="103" y="509"/>
                    </a:lnTo>
                    <a:lnTo>
                      <a:pt x="71" y="559"/>
                    </a:lnTo>
                    <a:lnTo>
                      <a:pt x="70" y="563"/>
                    </a:lnTo>
                    <a:lnTo>
                      <a:pt x="70" y="568"/>
                    </a:lnTo>
                    <a:lnTo>
                      <a:pt x="71" y="573"/>
                    </a:lnTo>
                    <a:lnTo>
                      <a:pt x="74" y="576"/>
                    </a:lnTo>
                    <a:lnTo>
                      <a:pt x="135" y="637"/>
                    </a:lnTo>
                    <a:lnTo>
                      <a:pt x="138" y="639"/>
                    </a:lnTo>
                    <a:lnTo>
                      <a:pt x="142" y="641"/>
                    </a:lnTo>
                    <a:lnTo>
                      <a:pt x="148" y="641"/>
                    </a:lnTo>
                    <a:lnTo>
                      <a:pt x="152" y="638"/>
                    </a:lnTo>
                    <a:lnTo>
                      <a:pt x="202" y="608"/>
                    </a:lnTo>
                    <a:lnTo>
                      <a:pt x="222" y="619"/>
                    </a:lnTo>
                    <a:lnTo>
                      <a:pt x="242" y="629"/>
                    </a:lnTo>
                    <a:lnTo>
                      <a:pt x="263" y="636"/>
                    </a:lnTo>
                    <a:lnTo>
                      <a:pt x="285" y="643"/>
                    </a:lnTo>
                    <a:lnTo>
                      <a:pt x="299" y="700"/>
                    </a:lnTo>
                    <a:lnTo>
                      <a:pt x="301" y="704"/>
                    </a:lnTo>
                    <a:lnTo>
                      <a:pt x="304" y="708"/>
                    </a:lnTo>
                    <a:lnTo>
                      <a:pt x="309" y="710"/>
                    </a:lnTo>
                    <a:lnTo>
                      <a:pt x="313" y="710"/>
                    </a:lnTo>
                    <a:lnTo>
                      <a:pt x="399" y="710"/>
                    </a:lnTo>
                    <a:lnTo>
                      <a:pt x="403" y="710"/>
                    </a:lnTo>
                    <a:lnTo>
                      <a:pt x="407" y="708"/>
                    </a:lnTo>
                    <a:lnTo>
                      <a:pt x="409" y="704"/>
                    </a:lnTo>
                    <a:lnTo>
                      <a:pt x="412" y="700"/>
                    </a:lnTo>
                    <a:lnTo>
                      <a:pt x="427" y="643"/>
                    </a:lnTo>
                    <a:lnTo>
                      <a:pt x="448" y="636"/>
                    </a:lnTo>
                    <a:lnTo>
                      <a:pt x="468" y="629"/>
                    </a:lnTo>
                    <a:lnTo>
                      <a:pt x="489" y="619"/>
                    </a:lnTo>
                    <a:lnTo>
                      <a:pt x="508" y="608"/>
                    </a:lnTo>
                    <a:lnTo>
                      <a:pt x="560" y="638"/>
                    </a:lnTo>
                    <a:lnTo>
                      <a:pt x="564" y="641"/>
                    </a:lnTo>
                    <a:lnTo>
                      <a:pt x="568" y="641"/>
                    </a:lnTo>
                    <a:lnTo>
                      <a:pt x="572" y="639"/>
                    </a:lnTo>
                    <a:lnTo>
                      <a:pt x="577" y="637"/>
                    </a:lnTo>
                    <a:lnTo>
                      <a:pt x="637" y="576"/>
                    </a:lnTo>
                    <a:lnTo>
                      <a:pt x="640" y="573"/>
                    </a:lnTo>
                    <a:lnTo>
                      <a:pt x="641" y="568"/>
                    </a:lnTo>
                    <a:lnTo>
                      <a:pt x="641" y="563"/>
                    </a:lnTo>
                    <a:lnTo>
                      <a:pt x="639" y="559"/>
                    </a:lnTo>
                    <a:lnTo>
                      <a:pt x="609" y="509"/>
                    </a:lnTo>
                    <a:lnTo>
                      <a:pt x="620" y="488"/>
                    </a:lnTo>
                    <a:lnTo>
                      <a:pt x="628" y="469"/>
                    </a:lnTo>
                    <a:lnTo>
                      <a:pt x="637" y="447"/>
                    </a:lnTo>
                    <a:lnTo>
                      <a:pt x="642" y="426"/>
                    </a:lnTo>
                    <a:lnTo>
                      <a:pt x="700" y="412"/>
                    </a:lnTo>
                    <a:lnTo>
                      <a:pt x="704" y="410"/>
                    </a:lnTo>
                    <a:lnTo>
                      <a:pt x="708" y="407"/>
                    </a:lnTo>
                    <a:lnTo>
                      <a:pt x="710" y="402"/>
                    </a:lnTo>
                    <a:lnTo>
                      <a:pt x="711" y="398"/>
                    </a:lnTo>
                    <a:lnTo>
                      <a:pt x="711" y="312"/>
                    </a:lnTo>
                    <a:lnTo>
                      <a:pt x="710" y="308"/>
                    </a:lnTo>
                    <a:lnTo>
                      <a:pt x="708" y="303"/>
                    </a:lnTo>
                    <a:lnTo>
                      <a:pt x="704" y="300"/>
                    </a:lnTo>
                    <a:lnTo>
                      <a:pt x="700" y="299"/>
                    </a:lnTo>
                    <a:close/>
                    <a:moveTo>
                      <a:pt x="683" y="387"/>
                    </a:moveTo>
                    <a:lnTo>
                      <a:pt x="627" y="401"/>
                    </a:lnTo>
                    <a:lnTo>
                      <a:pt x="624" y="402"/>
                    </a:lnTo>
                    <a:lnTo>
                      <a:pt x="621" y="404"/>
                    </a:lnTo>
                    <a:lnTo>
                      <a:pt x="619" y="408"/>
                    </a:lnTo>
                    <a:lnTo>
                      <a:pt x="618" y="412"/>
                    </a:lnTo>
                    <a:lnTo>
                      <a:pt x="614" y="424"/>
                    </a:lnTo>
                    <a:lnTo>
                      <a:pt x="611" y="434"/>
                    </a:lnTo>
                    <a:lnTo>
                      <a:pt x="608" y="446"/>
                    </a:lnTo>
                    <a:lnTo>
                      <a:pt x="604" y="458"/>
                    </a:lnTo>
                    <a:lnTo>
                      <a:pt x="598" y="469"/>
                    </a:lnTo>
                    <a:lnTo>
                      <a:pt x="593" y="480"/>
                    </a:lnTo>
                    <a:lnTo>
                      <a:pt x="587" y="490"/>
                    </a:lnTo>
                    <a:lnTo>
                      <a:pt x="581" y="501"/>
                    </a:lnTo>
                    <a:lnTo>
                      <a:pt x="579" y="504"/>
                    </a:lnTo>
                    <a:lnTo>
                      <a:pt x="578" y="507"/>
                    </a:lnTo>
                    <a:lnTo>
                      <a:pt x="579" y="512"/>
                    </a:lnTo>
                    <a:lnTo>
                      <a:pt x="580" y="515"/>
                    </a:lnTo>
                    <a:lnTo>
                      <a:pt x="610" y="564"/>
                    </a:lnTo>
                    <a:lnTo>
                      <a:pt x="565" y="609"/>
                    </a:lnTo>
                    <a:lnTo>
                      <a:pt x="516" y="580"/>
                    </a:lnTo>
                    <a:lnTo>
                      <a:pt x="512" y="578"/>
                    </a:lnTo>
                    <a:lnTo>
                      <a:pt x="508" y="578"/>
                    </a:lnTo>
                    <a:lnTo>
                      <a:pt x="505" y="578"/>
                    </a:lnTo>
                    <a:lnTo>
                      <a:pt x="501" y="580"/>
                    </a:lnTo>
                    <a:lnTo>
                      <a:pt x="491" y="587"/>
                    </a:lnTo>
                    <a:lnTo>
                      <a:pt x="480" y="592"/>
                    </a:lnTo>
                    <a:lnTo>
                      <a:pt x="469" y="598"/>
                    </a:lnTo>
                    <a:lnTo>
                      <a:pt x="458" y="603"/>
                    </a:lnTo>
                    <a:lnTo>
                      <a:pt x="447" y="607"/>
                    </a:lnTo>
                    <a:lnTo>
                      <a:pt x="435" y="612"/>
                    </a:lnTo>
                    <a:lnTo>
                      <a:pt x="423" y="615"/>
                    </a:lnTo>
                    <a:lnTo>
                      <a:pt x="412" y="617"/>
                    </a:lnTo>
                    <a:lnTo>
                      <a:pt x="408" y="618"/>
                    </a:lnTo>
                    <a:lnTo>
                      <a:pt x="405" y="621"/>
                    </a:lnTo>
                    <a:lnTo>
                      <a:pt x="403" y="623"/>
                    </a:lnTo>
                    <a:lnTo>
                      <a:pt x="401" y="628"/>
                    </a:lnTo>
                    <a:lnTo>
                      <a:pt x="388" y="682"/>
                    </a:lnTo>
                    <a:lnTo>
                      <a:pt x="324" y="682"/>
                    </a:lnTo>
                    <a:lnTo>
                      <a:pt x="310" y="628"/>
                    </a:lnTo>
                    <a:lnTo>
                      <a:pt x="309" y="623"/>
                    </a:lnTo>
                    <a:lnTo>
                      <a:pt x="306" y="621"/>
                    </a:lnTo>
                    <a:lnTo>
                      <a:pt x="303" y="618"/>
                    </a:lnTo>
                    <a:lnTo>
                      <a:pt x="299" y="617"/>
                    </a:lnTo>
                    <a:lnTo>
                      <a:pt x="287" y="615"/>
                    </a:lnTo>
                    <a:lnTo>
                      <a:pt x="275" y="612"/>
                    </a:lnTo>
                    <a:lnTo>
                      <a:pt x="265" y="607"/>
                    </a:lnTo>
                    <a:lnTo>
                      <a:pt x="253" y="603"/>
                    </a:lnTo>
                    <a:lnTo>
                      <a:pt x="242" y="598"/>
                    </a:lnTo>
                    <a:lnTo>
                      <a:pt x="231" y="592"/>
                    </a:lnTo>
                    <a:lnTo>
                      <a:pt x="221" y="587"/>
                    </a:lnTo>
                    <a:lnTo>
                      <a:pt x="210" y="580"/>
                    </a:lnTo>
                    <a:lnTo>
                      <a:pt x="207" y="578"/>
                    </a:lnTo>
                    <a:lnTo>
                      <a:pt x="202" y="578"/>
                    </a:lnTo>
                    <a:lnTo>
                      <a:pt x="199" y="578"/>
                    </a:lnTo>
                    <a:lnTo>
                      <a:pt x="196" y="580"/>
                    </a:lnTo>
                    <a:lnTo>
                      <a:pt x="147" y="609"/>
                    </a:lnTo>
                    <a:lnTo>
                      <a:pt x="101" y="564"/>
                    </a:lnTo>
                    <a:lnTo>
                      <a:pt x="130" y="515"/>
                    </a:lnTo>
                    <a:lnTo>
                      <a:pt x="133" y="512"/>
                    </a:lnTo>
                    <a:lnTo>
                      <a:pt x="133" y="507"/>
                    </a:lnTo>
                    <a:lnTo>
                      <a:pt x="132" y="504"/>
                    </a:lnTo>
                    <a:lnTo>
                      <a:pt x="130" y="501"/>
                    </a:lnTo>
                    <a:lnTo>
                      <a:pt x="124" y="490"/>
                    </a:lnTo>
                    <a:lnTo>
                      <a:pt x="119" y="480"/>
                    </a:lnTo>
                    <a:lnTo>
                      <a:pt x="112" y="469"/>
                    </a:lnTo>
                    <a:lnTo>
                      <a:pt x="108" y="458"/>
                    </a:lnTo>
                    <a:lnTo>
                      <a:pt x="104" y="446"/>
                    </a:lnTo>
                    <a:lnTo>
                      <a:pt x="99" y="434"/>
                    </a:lnTo>
                    <a:lnTo>
                      <a:pt x="96" y="424"/>
                    </a:lnTo>
                    <a:lnTo>
                      <a:pt x="94" y="412"/>
                    </a:lnTo>
                    <a:lnTo>
                      <a:pt x="92" y="408"/>
                    </a:lnTo>
                    <a:lnTo>
                      <a:pt x="90" y="404"/>
                    </a:lnTo>
                    <a:lnTo>
                      <a:pt x="86" y="402"/>
                    </a:lnTo>
                    <a:lnTo>
                      <a:pt x="83" y="401"/>
                    </a:lnTo>
                    <a:lnTo>
                      <a:pt x="27" y="387"/>
                    </a:lnTo>
                    <a:lnTo>
                      <a:pt x="27" y="323"/>
                    </a:lnTo>
                    <a:lnTo>
                      <a:pt x="83" y="309"/>
                    </a:lnTo>
                    <a:lnTo>
                      <a:pt x="86" y="308"/>
                    </a:lnTo>
                    <a:lnTo>
                      <a:pt x="90" y="306"/>
                    </a:lnTo>
                    <a:lnTo>
                      <a:pt x="92" y="302"/>
                    </a:lnTo>
                    <a:lnTo>
                      <a:pt x="94" y="299"/>
                    </a:lnTo>
                    <a:lnTo>
                      <a:pt x="96" y="287"/>
                    </a:lnTo>
                    <a:lnTo>
                      <a:pt x="99" y="276"/>
                    </a:lnTo>
                    <a:lnTo>
                      <a:pt x="104" y="264"/>
                    </a:lnTo>
                    <a:lnTo>
                      <a:pt x="108" y="252"/>
                    </a:lnTo>
                    <a:lnTo>
                      <a:pt x="112" y="241"/>
                    </a:lnTo>
                    <a:lnTo>
                      <a:pt x="119" y="230"/>
                    </a:lnTo>
                    <a:lnTo>
                      <a:pt x="124" y="220"/>
                    </a:lnTo>
                    <a:lnTo>
                      <a:pt x="130" y="210"/>
                    </a:lnTo>
                    <a:lnTo>
                      <a:pt x="132" y="206"/>
                    </a:lnTo>
                    <a:lnTo>
                      <a:pt x="133" y="203"/>
                    </a:lnTo>
                    <a:lnTo>
                      <a:pt x="133" y="198"/>
                    </a:lnTo>
                    <a:lnTo>
                      <a:pt x="130" y="195"/>
                    </a:lnTo>
                    <a:lnTo>
                      <a:pt x="101" y="146"/>
                    </a:lnTo>
                    <a:lnTo>
                      <a:pt x="147" y="101"/>
                    </a:lnTo>
                    <a:lnTo>
                      <a:pt x="196" y="130"/>
                    </a:lnTo>
                    <a:lnTo>
                      <a:pt x="199" y="132"/>
                    </a:lnTo>
                    <a:lnTo>
                      <a:pt x="202" y="132"/>
                    </a:lnTo>
                    <a:lnTo>
                      <a:pt x="207" y="132"/>
                    </a:lnTo>
                    <a:lnTo>
                      <a:pt x="210" y="130"/>
                    </a:lnTo>
                    <a:lnTo>
                      <a:pt x="221" y="123"/>
                    </a:lnTo>
                    <a:lnTo>
                      <a:pt x="231" y="118"/>
                    </a:lnTo>
                    <a:lnTo>
                      <a:pt x="242" y="112"/>
                    </a:lnTo>
                    <a:lnTo>
                      <a:pt x="253" y="107"/>
                    </a:lnTo>
                    <a:lnTo>
                      <a:pt x="265" y="103"/>
                    </a:lnTo>
                    <a:lnTo>
                      <a:pt x="275" y="99"/>
                    </a:lnTo>
                    <a:lnTo>
                      <a:pt x="287" y="95"/>
                    </a:lnTo>
                    <a:lnTo>
                      <a:pt x="299" y="93"/>
                    </a:lnTo>
                    <a:lnTo>
                      <a:pt x="303" y="92"/>
                    </a:lnTo>
                    <a:lnTo>
                      <a:pt x="306" y="90"/>
                    </a:lnTo>
                    <a:lnTo>
                      <a:pt x="309" y="87"/>
                    </a:lnTo>
                    <a:lnTo>
                      <a:pt x="310" y="82"/>
                    </a:lnTo>
                    <a:lnTo>
                      <a:pt x="324" y="28"/>
                    </a:lnTo>
                    <a:lnTo>
                      <a:pt x="388" y="28"/>
                    </a:lnTo>
                    <a:lnTo>
                      <a:pt x="401" y="82"/>
                    </a:lnTo>
                    <a:lnTo>
                      <a:pt x="403" y="87"/>
                    </a:lnTo>
                    <a:lnTo>
                      <a:pt x="405" y="90"/>
                    </a:lnTo>
                    <a:lnTo>
                      <a:pt x="408" y="92"/>
                    </a:lnTo>
                    <a:lnTo>
                      <a:pt x="412" y="93"/>
                    </a:lnTo>
                    <a:lnTo>
                      <a:pt x="423" y="95"/>
                    </a:lnTo>
                    <a:lnTo>
                      <a:pt x="435" y="99"/>
                    </a:lnTo>
                    <a:lnTo>
                      <a:pt x="447" y="103"/>
                    </a:lnTo>
                    <a:lnTo>
                      <a:pt x="458" y="107"/>
                    </a:lnTo>
                    <a:lnTo>
                      <a:pt x="469" y="112"/>
                    </a:lnTo>
                    <a:lnTo>
                      <a:pt x="480" y="118"/>
                    </a:lnTo>
                    <a:lnTo>
                      <a:pt x="491" y="123"/>
                    </a:lnTo>
                    <a:lnTo>
                      <a:pt x="501" y="130"/>
                    </a:lnTo>
                    <a:lnTo>
                      <a:pt x="505" y="132"/>
                    </a:lnTo>
                    <a:lnTo>
                      <a:pt x="508" y="132"/>
                    </a:lnTo>
                    <a:lnTo>
                      <a:pt x="512" y="132"/>
                    </a:lnTo>
                    <a:lnTo>
                      <a:pt x="516" y="130"/>
                    </a:lnTo>
                    <a:lnTo>
                      <a:pt x="565" y="101"/>
                    </a:lnTo>
                    <a:lnTo>
                      <a:pt x="610" y="146"/>
                    </a:lnTo>
                    <a:lnTo>
                      <a:pt x="580" y="195"/>
                    </a:lnTo>
                    <a:lnTo>
                      <a:pt x="579" y="198"/>
                    </a:lnTo>
                    <a:lnTo>
                      <a:pt x="578" y="203"/>
                    </a:lnTo>
                    <a:lnTo>
                      <a:pt x="579" y="206"/>
                    </a:lnTo>
                    <a:lnTo>
                      <a:pt x="581" y="210"/>
                    </a:lnTo>
                    <a:lnTo>
                      <a:pt x="587" y="220"/>
                    </a:lnTo>
                    <a:lnTo>
                      <a:pt x="593" y="230"/>
                    </a:lnTo>
                    <a:lnTo>
                      <a:pt x="598" y="241"/>
                    </a:lnTo>
                    <a:lnTo>
                      <a:pt x="604" y="252"/>
                    </a:lnTo>
                    <a:lnTo>
                      <a:pt x="608" y="264"/>
                    </a:lnTo>
                    <a:lnTo>
                      <a:pt x="611" y="276"/>
                    </a:lnTo>
                    <a:lnTo>
                      <a:pt x="614" y="287"/>
                    </a:lnTo>
                    <a:lnTo>
                      <a:pt x="618" y="299"/>
                    </a:lnTo>
                    <a:lnTo>
                      <a:pt x="619" y="302"/>
                    </a:lnTo>
                    <a:lnTo>
                      <a:pt x="621" y="306"/>
                    </a:lnTo>
                    <a:lnTo>
                      <a:pt x="624" y="308"/>
                    </a:lnTo>
                    <a:lnTo>
                      <a:pt x="627" y="309"/>
                    </a:lnTo>
                    <a:lnTo>
                      <a:pt x="683" y="323"/>
                    </a:lnTo>
                    <a:lnTo>
                      <a:pt x="683" y="3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8" name="Freeform 138">
                <a:extLst>
                  <a:ext uri="{FF2B5EF4-FFF2-40B4-BE49-F238E27FC236}">
                    <a16:creationId xmlns:a16="http://schemas.microsoft.com/office/drawing/2014/main" id="{5128F37C-5997-4224-8D35-C192B050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488" y="3319463"/>
                <a:ext cx="219075" cy="219075"/>
              </a:xfrm>
              <a:custGeom>
                <a:avLst/>
                <a:gdLst>
                  <a:gd name="T0" fmla="*/ 183 w 416"/>
                  <a:gd name="T1" fmla="*/ 1 h 416"/>
                  <a:gd name="T2" fmla="*/ 149 w 416"/>
                  <a:gd name="T3" fmla="*/ 8 h 416"/>
                  <a:gd name="T4" fmla="*/ 115 w 416"/>
                  <a:gd name="T5" fmla="*/ 21 h 416"/>
                  <a:gd name="T6" fmla="*/ 108 w 416"/>
                  <a:gd name="T7" fmla="*/ 34 h 416"/>
                  <a:gd name="T8" fmla="*/ 117 w 416"/>
                  <a:gd name="T9" fmla="*/ 47 h 416"/>
                  <a:gd name="T10" fmla="*/ 137 w 416"/>
                  <a:gd name="T11" fmla="*/ 42 h 416"/>
                  <a:gd name="T12" fmla="*/ 166 w 416"/>
                  <a:gd name="T13" fmla="*/ 32 h 416"/>
                  <a:gd name="T14" fmla="*/ 197 w 416"/>
                  <a:gd name="T15" fmla="*/ 28 h 416"/>
                  <a:gd name="T16" fmla="*/ 244 w 416"/>
                  <a:gd name="T17" fmla="*/ 31 h 416"/>
                  <a:gd name="T18" fmla="*/ 294 w 416"/>
                  <a:gd name="T19" fmla="*/ 49 h 416"/>
                  <a:gd name="T20" fmla="*/ 335 w 416"/>
                  <a:gd name="T21" fmla="*/ 80 h 416"/>
                  <a:gd name="T22" fmla="*/ 367 w 416"/>
                  <a:gd name="T23" fmla="*/ 122 h 416"/>
                  <a:gd name="T24" fmla="*/ 385 w 416"/>
                  <a:gd name="T25" fmla="*/ 171 h 416"/>
                  <a:gd name="T26" fmla="*/ 387 w 416"/>
                  <a:gd name="T27" fmla="*/ 226 h 416"/>
                  <a:gd name="T28" fmla="*/ 374 w 416"/>
                  <a:gd name="T29" fmla="*/ 278 h 416"/>
                  <a:gd name="T30" fmla="*/ 347 w 416"/>
                  <a:gd name="T31" fmla="*/ 323 h 416"/>
                  <a:gd name="T32" fmla="*/ 309 w 416"/>
                  <a:gd name="T33" fmla="*/ 358 h 416"/>
                  <a:gd name="T34" fmla="*/ 261 w 416"/>
                  <a:gd name="T35" fmla="*/ 381 h 416"/>
                  <a:gd name="T36" fmla="*/ 208 w 416"/>
                  <a:gd name="T37" fmla="*/ 388 h 416"/>
                  <a:gd name="T38" fmla="*/ 154 w 416"/>
                  <a:gd name="T39" fmla="*/ 381 h 416"/>
                  <a:gd name="T40" fmla="*/ 107 w 416"/>
                  <a:gd name="T41" fmla="*/ 358 h 416"/>
                  <a:gd name="T42" fmla="*/ 68 w 416"/>
                  <a:gd name="T43" fmla="*/ 323 h 416"/>
                  <a:gd name="T44" fmla="*/ 41 w 416"/>
                  <a:gd name="T45" fmla="*/ 278 h 416"/>
                  <a:gd name="T46" fmla="*/ 27 w 416"/>
                  <a:gd name="T47" fmla="*/ 226 h 416"/>
                  <a:gd name="T48" fmla="*/ 29 w 416"/>
                  <a:gd name="T49" fmla="*/ 184 h 416"/>
                  <a:gd name="T50" fmla="*/ 37 w 416"/>
                  <a:gd name="T51" fmla="*/ 149 h 416"/>
                  <a:gd name="T52" fmla="*/ 52 w 416"/>
                  <a:gd name="T53" fmla="*/ 117 h 416"/>
                  <a:gd name="T54" fmla="*/ 51 w 416"/>
                  <a:gd name="T55" fmla="*/ 101 h 416"/>
                  <a:gd name="T56" fmla="*/ 37 w 416"/>
                  <a:gd name="T57" fmla="*/ 95 h 416"/>
                  <a:gd name="T58" fmla="*/ 21 w 416"/>
                  <a:gd name="T59" fmla="*/ 115 h 416"/>
                  <a:gd name="T60" fmla="*/ 7 w 416"/>
                  <a:gd name="T61" fmla="*/ 153 h 416"/>
                  <a:gd name="T62" fmla="*/ 0 w 416"/>
                  <a:gd name="T63" fmla="*/ 194 h 416"/>
                  <a:gd name="T64" fmla="*/ 4 w 416"/>
                  <a:gd name="T65" fmla="*/ 250 h 416"/>
                  <a:gd name="T66" fmla="*/ 24 w 416"/>
                  <a:gd name="T67" fmla="*/ 307 h 416"/>
                  <a:gd name="T68" fmla="*/ 61 w 416"/>
                  <a:gd name="T69" fmla="*/ 355 h 416"/>
                  <a:gd name="T70" fmla="*/ 108 w 416"/>
                  <a:gd name="T71" fmla="*/ 392 h 416"/>
                  <a:gd name="T72" fmla="*/ 166 w 416"/>
                  <a:gd name="T73" fmla="*/ 412 h 416"/>
                  <a:gd name="T74" fmla="*/ 229 w 416"/>
                  <a:gd name="T75" fmla="*/ 415 h 416"/>
                  <a:gd name="T76" fmla="*/ 288 w 416"/>
                  <a:gd name="T77" fmla="*/ 400 h 416"/>
                  <a:gd name="T78" fmla="*/ 340 w 416"/>
                  <a:gd name="T79" fmla="*/ 369 h 416"/>
                  <a:gd name="T80" fmla="*/ 380 w 416"/>
                  <a:gd name="T81" fmla="*/ 324 h 416"/>
                  <a:gd name="T82" fmla="*/ 406 w 416"/>
                  <a:gd name="T83" fmla="*/ 270 h 416"/>
                  <a:gd name="T84" fmla="*/ 416 w 416"/>
                  <a:gd name="T85" fmla="*/ 208 h 416"/>
                  <a:gd name="T86" fmla="*/ 406 w 416"/>
                  <a:gd name="T87" fmla="*/ 146 h 416"/>
                  <a:gd name="T88" fmla="*/ 380 w 416"/>
                  <a:gd name="T89" fmla="*/ 92 h 416"/>
                  <a:gd name="T90" fmla="*/ 340 w 416"/>
                  <a:gd name="T91" fmla="*/ 47 h 416"/>
                  <a:gd name="T92" fmla="*/ 288 w 416"/>
                  <a:gd name="T93" fmla="*/ 16 h 416"/>
                  <a:gd name="T94" fmla="*/ 229 w 416"/>
                  <a:gd name="T95" fmla="*/ 1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6" h="416">
                    <a:moveTo>
                      <a:pt x="208" y="0"/>
                    </a:moveTo>
                    <a:lnTo>
                      <a:pt x="195" y="0"/>
                    </a:lnTo>
                    <a:lnTo>
                      <a:pt x="183" y="1"/>
                    </a:lnTo>
                    <a:lnTo>
                      <a:pt x="171" y="3"/>
                    </a:lnTo>
                    <a:lnTo>
                      <a:pt x="161" y="5"/>
                    </a:lnTo>
                    <a:lnTo>
                      <a:pt x="149" y="8"/>
                    </a:lnTo>
                    <a:lnTo>
                      <a:pt x="137" y="12"/>
                    </a:lnTo>
                    <a:lnTo>
                      <a:pt x="126" y="16"/>
                    </a:lnTo>
                    <a:lnTo>
                      <a:pt x="115" y="21"/>
                    </a:lnTo>
                    <a:lnTo>
                      <a:pt x="111" y="24"/>
                    </a:lnTo>
                    <a:lnTo>
                      <a:pt x="108" y="29"/>
                    </a:lnTo>
                    <a:lnTo>
                      <a:pt x="108" y="34"/>
                    </a:lnTo>
                    <a:lnTo>
                      <a:pt x="109" y="39"/>
                    </a:lnTo>
                    <a:lnTo>
                      <a:pt x="112" y="44"/>
                    </a:lnTo>
                    <a:lnTo>
                      <a:pt x="117" y="47"/>
                    </a:lnTo>
                    <a:lnTo>
                      <a:pt x="122" y="48"/>
                    </a:lnTo>
                    <a:lnTo>
                      <a:pt x="127" y="46"/>
                    </a:lnTo>
                    <a:lnTo>
                      <a:pt x="137" y="42"/>
                    </a:lnTo>
                    <a:lnTo>
                      <a:pt x="147" y="38"/>
                    </a:lnTo>
                    <a:lnTo>
                      <a:pt x="156" y="35"/>
                    </a:lnTo>
                    <a:lnTo>
                      <a:pt x="166" y="32"/>
                    </a:lnTo>
                    <a:lnTo>
                      <a:pt x="177" y="30"/>
                    </a:lnTo>
                    <a:lnTo>
                      <a:pt x="186" y="29"/>
                    </a:lnTo>
                    <a:lnTo>
                      <a:pt x="197" y="28"/>
                    </a:lnTo>
                    <a:lnTo>
                      <a:pt x="208" y="28"/>
                    </a:lnTo>
                    <a:lnTo>
                      <a:pt x="226" y="29"/>
                    </a:lnTo>
                    <a:lnTo>
                      <a:pt x="244" y="31"/>
                    </a:lnTo>
                    <a:lnTo>
                      <a:pt x="261" y="35"/>
                    </a:lnTo>
                    <a:lnTo>
                      <a:pt x="277" y="42"/>
                    </a:lnTo>
                    <a:lnTo>
                      <a:pt x="294" y="49"/>
                    </a:lnTo>
                    <a:lnTo>
                      <a:pt x="309" y="59"/>
                    </a:lnTo>
                    <a:lnTo>
                      <a:pt x="323" y="68"/>
                    </a:lnTo>
                    <a:lnTo>
                      <a:pt x="335" y="80"/>
                    </a:lnTo>
                    <a:lnTo>
                      <a:pt x="347" y="93"/>
                    </a:lnTo>
                    <a:lnTo>
                      <a:pt x="357" y="107"/>
                    </a:lnTo>
                    <a:lnTo>
                      <a:pt x="367" y="122"/>
                    </a:lnTo>
                    <a:lnTo>
                      <a:pt x="374" y="138"/>
                    </a:lnTo>
                    <a:lnTo>
                      <a:pt x="379" y="154"/>
                    </a:lnTo>
                    <a:lnTo>
                      <a:pt x="385" y="171"/>
                    </a:lnTo>
                    <a:lnTo>
                      <a:pt x="387" y="190"/>
                    </a:lnTo>
                    <a:lnTo>
                      <a:pt x="388" y="208"/>
                    </a:lnTo>
                    <a:lnTo>
                      <a:pt x="387" y="226"/>
                    </a:lnTo>
                    <a:lnTo>
                      <a:pt x="385" y="245"/>
                    </a:lnTo>
                    <a:lnTo>
                      <a:pt x="379" y="262"/>
                    </a:lnTo>
                    <a:lnTo>
                      <a:pt x="374" y="278"/>
                    </a:lnTo>
                    <a:lnTo>
                      <a:pt x="367" y="294"/>
                    </a:lnTo>
                    <a:lnTo>
                      <a:pt x="357" y="309"/>
                    </a:lnTo>
                    <a:lnTo>
                      <a:pt x="347" y="323"/>
                    </a:lnTo>
                    <a:lnTo>
                      <a:pt x="335" y="336"/>
                    </a:lnTo>
                    <a:lnTo>
                      <a:pt x="323" y="348"/>
                    </a:lnTo>
                    <a:lnTo>
                      <a:pt x="309" y="358"/>
                    </a:lnTo>
                    <a:lnTo>
                      <a:pt x="294" y="367"/>
                    </a:lnTo>
                    <a:lnTo>
                      <a:pt x="277" y="374"/>
                    </a:lnTo>
                    <a:lnTo>
                      <a:pt x="261" y="381"/>
                    </a:lnTo>
                    <a:lnTo>
                      <a:pt x="244" y="385"/>
                    </a:lnTo>
                    <a:lnTo>
                      <a:pt x="226" y="387"/>
                    </a:lnTo>
                    <a:lnTo>
                      <a:pt x="208" y="388"/>
                    </a:lnTo>
                    <a:lnTo>
                      <a:pt x="189" y="387"/>
                    </a:lnTo>
                    <a:lnTo>
                      <a:pt x="171" y="385"/>
                    </a:lnTo>
                    <a:lnTo>
                      <a:pt x="154" y="381"/>
                    </a:lnTo>
                    <a:lnTo>
                      <a:pt x="137" y="374"/>
                    </a:lnTo>
                    <a:lnTo>
                      <a:pt x="122" y="367"/>
                    </a:lnTo>
                    <a:lnTo>
                      <a:pt x="107" y="358"/>
                    </a:lnTo>
                    <a:lnTo>
                      <a:pt x="93" y="348"/>
                    </a:lnTo>
                    <a:lnTo>
                      <a:pt x="80" y="336"/>
                    </a:lnTo>
                    <a:lnTo>
                      <a:pt x="68" y="323"/>
                    </a:lnTo>
                    <a:lnTo>
                      <a:pt x="58" y="309"/>
                    </a:lnTo>
                    <a:lnTo>
                      <a:pt x="49" y="294"/>
                    </a:lnTo>
                    <a:lnTo>
                      <a:pt x="41" y="278"/>
                    </a:lnTo>
                    <a:lnTo>
                      <a:pt x="35" y="262"/>
                    </a:lnTo>
                    <a:lnTo>
                      <a:pt x="31" y="245"/>
                    </a:lnTo>
                    <a:lnTo>
                      <a:pt x="27" y="226"/>
                    </a:lnTo>
                    <a:lnTo>
                      <a:pt x="27" y="208"/>
                    </a:lnTo>
                    <a:lnTo>
                      <a:pt x="27" y="196"/>
                    </a:lnTo>
                    <a:lnTo>
                      <a:pt x="29" y="184"/>
                    </a:lnTo>
                    <a:lnTo>
                      <a:pt x="31" y="173"/>
                    </a:lnTo>
                    <a:lnTo>
                      <a:pt x="33" y="161"/>
                    </a:lnTo>
                    <a:lnTo>
                      <a:pt x="37" y="149"/>
                    </a:lnTo>
                    <a:lnTo>
                      <a:pt x="41" y="138"/>
                    </a:lnTo>
                    <a:lnTo>
                      <a:pt x="46" y="126"/>
                    </a:lnTo>
                    <a:lnTo>
                      <a:pt x="52" y="117"/>
                    </a:lnTo>
                    <a:lnTo>
                      <a:pt x="54" y="111"/>
                    </a:lnTo>
                    <a:lnTo>
                      <a:pt x="53" y="106"/>
                    </a:lnTo>
                    <a:lnTo>
                      <a:pt x="51" y="101"/>
                    </a:lnTo>
                    <a:lnTo>
                      <a:pt x="47" y="97"/>
                    </a:lnTo>
                    <a:lnTo>
                      <a:pt x="41" y="95"/>
                    </a:lnTo>
                    <a:lnTo>
                      <a:pt x="37" y="95"/>
                    </a:lnTo>
                    <a:lnTo>
                      <a:pt x="32" y="98"/>
                    </a:lnTo>
                    <a:lnTo>
                      <a:pt x="29" y="102"/>
                    </a:lnTo>
                    <a:lnTo>
                      <a:pt x="21" y="115"/>
                    </a:lnTo>
                    <a:lnTo>
                      <a:pt x="16" y="126"/>
                    </a:lnTo>
                    <a:lnTo>
                      <a:pt x="10" y="139"/>
                    </a:lnTo>
                    <a:lnTo>
                      <a:pt x="7" y="153"/>
                    </a:lnTo>
                    <a:lnTo>
                      <a:pt x="4" y="166"/>
                    </a:lnTo>
                    <a:lnTo>
                      <a:pt x="1" y="180"/>
                    </a:lnTo>
                    <a:lnTo>
                      <a:pt x="0" y="194"/>
                    </a:lnTo>
                    <a:lnTo>
                      <a:pt x="0" y="208"/>
                    </a:lnTo>
                    <a:lnTo>
                      <a:pt x="1" y="229"/>
                    </a:lnTo>
                    <a:lnTo>
                      <a:pt x="4" y="250"/>
                    </a:lnTo>
                    <a:lnTo>
                      <a:pt x="8" y="270"/>
                    </a:lnTo>
                    <a:lnTo>
                      <a:pt x="16" y="290"/>
                    </a:lnTo>
                    <a:lnTo>
                      <a:pt x="24" y="307"/>
                    </a:lnTo>
                    <a:lnTo>
                      <a:pt x="35" y="324"/>
                    </a:lnTo>
                    <a:lnTo>
                      <a:pt x="47" y="340"/>
                    </a:lnTo>
                    <a:lnTo>
                      <a:pt x="61" y="355"/>
                    </a:lnTo>
                    <a:lnTo>
                      <a:pt x="75" y="369"/>
                    </a:lnTo>
                    <a:lnTo>
                      <a:pt x="91" y="381"/>
                    </a:lnTo>
                    <a:lnTo>
                      <a:pt x="108" y="392"/>
                    </a:lnTo>
                    <a:lnTo>
                      <a:pt x="126" y="400"/>
                    </a:lnTo>
                    <a:lnTo>
                      <a:pt x="146" y="407"/>
                    </a:lnTo>
                    <a:lnTo>
                      <a:pt x="166" y="412"/>
                    </a:lnTo>
                    <a:lnTo>
                      <a:pt x="186" y="415"/>
                    </a:lnTo>
                    <a:lnTo>
                      <a:pt x="208" y="416"/>
                    </a:lnTo>
                    <a:lnTo>
                      <a:pt x="229" y="415"/>
                    </a:lnTo>
                    <a:lnTo>
                      <a:pt x="250" y="412"/>
                    </a:lnTo>
                    <a:lnTo>
                      <a:pt x="269" y="407"/>
                    </a:lnTo>
                    <a:lnTo>
                      <a:pt x="288" y="400"/>
                    </a:lnTo>
                    <a:lnTo>
                      <a:pt x="306" y="392"/>
                    </a:lnTo>
                    <a:lnTo>
                      <a:pt x="324" y="381"/>
                    </a:lnTo>
                    <a:lnTo>
                      <a:pt x="340" y="369"/>
                    </a:lnTo>
                    <a:lnTo>
                      <a:pt x="355" y="355"/>
                    </a:lnTo>
                    <a:lnTo>
                      <a:pt x="368" y="340"/>
                    </a:lnTo>
                    <a:lnTo>
                      <a:pt x="380" y="324"/>
                    </a:lnTo>
                    <a:lnTo>
                      <a:pt x="390" y="307"/>
                    </a:lnTo>
                    <a:lnTo>
                      <a:pt x="400" y="290"/>
                    </a:lnTo>
                    <a:lnTo>
                      <a:pt x="406" y="270"/>
                    </a:lnTo>
                    <a:lnTo>
                      <a:pt x="412" y="250"/>
                    </a:lnTo>
                    <a:lnTo>
                      <a:pt x="415" y="229"/>
                    </a:lnTo>
                    <a:lnTo>
                      <a:pt x="416" y="208"/>
                    </a:lnTo>
                    <a:lnTo>
                      <a:pt x="415" y="187"/>
                    </a:lnTo>
                    <a:lnTo>
                      <a:pt x="412" y="166"/>
                    </a:lnTo>
                    <a:lnTo>
                      <a:pt x="406" y="146"/>
                    </a:lnTo>
                    <a:lnTo>
                      <a:pt x="400" y="127"/>
                    </a:lnTo>
                    <a:lnTo>
                      <a:pt x="390" y="109"/>
                    </a:lnTo>
                    <a:lnTo>
                      <a:pt x="380" y="92"/>
                    </a:lnTo>
                    <a:lnTo>
                      <a:pt x="368" y="76"/>
                    </a:lnTo>
                    <a:lnTo>
                      <a:pt x="355" y="61"/>
                    </a:lnTo>
                    <a:lnTo>
                      <a:pt x="340" y="47"/>
                    </a:lnTo>
                    <a:lnTo>
                      <a:pt x="324" y="35"/>
                    </a:lnTo>
                    <a:lnTo>
                      <a:pt x="306" y="24"/>
                    </a:lnTo>
                    <a:lnTo>
                      <a:pt x="288" y="16"/>
                    </a:lnTo>
                    <a:lnTo>
                      <a:pt x="269" y="9"/>
                    </a:lnTo>
                    <a:lnTo>
                      <a:pt x="250" y="4"/>
                    </a:lnTo>
                    <a:lnTo>
                      <a:pt x="229" y="1"/>
                    </a:lnTo>
                    <a:lnTo>
                      <a:pt x="20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9" name="Freeform 139">
                <a:extLst>
                  <a:ext uri="{FF2B5EF4-FFF2-40B4-BE49-F238E27FC236}">
                    <a16:creationId xmlns:a16="http://schemas.microsoft.com/office/drawing/2014/main" id="{67465507-5843-4EBE-8AE5-51585CEB53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2638" y="3376613"/>
                <a:ext cx="104775" cy="104775"/>
              </a:xfrm>
              <a:custGeom>
                <a:avLst/>
                <a:gdLst>
                  <a:gd name="T0" fmla="*/ 79 w 200"/>
                  <a:gd name="T1" fmla="*/ 2 h 200"/>
                  <a:gd name="T2" fmla="*/ 51 w 200"/>
                  <a:gd name="T3" fmla="*/ 12 h 200"/>
                  <a:gd name="T4" fmla="*/ 29 w 200"/>
                  <a:gd name="T5" fmla="*/ 29 h 200"/>
                  <a:gd name="T6" fmla="*/ 12 w 200"/>
                  <a:gd name="T7" fmla="*/ 53 h 200"/>
                  <a:gd name="T8" fmla="*/ 1 w 200"/>
                  <a:gd name="T9" fmla="*/ 80 h 200"/>
                  <a:gd name="T10" fmla="*/ 0 w 200"/>
                  <a:gd name="T11" fmla="*/ 111 h 200"/>
                  <a:gd name="T12" fmla="*/ 7 w 200"/>
                  <a:gd name="T13" fmla="*/ 139 h 200"/>
                  <a:gd name="T14" fmla="*/ 22 w 200"/>
                  <a:gd name="T15" fmla="*/ 163 h 200"/>
                  <a:gd name="T16" fmla="*/ 44 w 200"/>
                  <a:gd name="T17" fmla="*/ 183 h 200"/>
                  <a:gd name="T18" fmla="*/ 70 w 200"/>
                  <a:gd name="T19" fmla="*/ 196 h 200"/>
                  <a:gd name="T20" fmla="*/ 100 w 200"/>
                  <a:gd name="T21" fmla="*/ 200 h 200"/>
                  <a:gd name="T22" fmla="*/ 129 w 200"/>
                  <a:gd name="T23" fmla="*/ 196 h 200"/>
                  <a:gd name="T24" fmla="*/ 156 w 200"/>
                  <a:gd name="T25" fmla="*/ 183 h 200"/>
                  <a:gd name="T26" fmla="*/ 177 w 200"/>
                  <a:gd name="T27" fmla="*/ 163 h 200"/>
                  <a:gd name="T28" fmla="*/ 192 w 200"/>
                  <a:gd name="T29" fmla="*/ 139 h 200"/>
                  <a:gd name="T30" fmla="*/ 198 w 200"/>
                  <a:gd name="T31" fmla="*/ 111 h 200"/>
                  <a:gd name="T32" fmla="*/ 197 w 200"/>
                  <a:gd name="T33" fmla="*/ 80 h 200"/>
                  <a:gd name="T34" fmla="*/ 188 w 200"/>
                  <a:gd name="T35" fmla="*/ 53 h 200"/>
                  <a:gd name="T36" fmla="*/ 171 w 200"/>
                  <a:gd name="T37" fmla="*/ 29 h 200"/>
                  <a:gd name="T38" fmla="*/ 147 w 200"/>
                  <a:gd name="T39" fmla="*/ 12 h 200"/>
                  <a:gd name="T40" fmla="*/ 120 w 200"/>
                  <a:gd name="T41" fmla="*/ 2 h 200"/>
                  <a:gd name="T42" fmla="*/ 100 w 200"/>
                  <a:gd name="T43" fmla="*/ 172 h 200"/>
                  <a:gd name="T44" fmla="*/ 78 w 200"/>
                  <a:gd name="T45" fmla="*/ 169 h 200"/>
                  <a:gd name="T46" fmla="*/ 59 w 200"/>
                  <a:gd name="T47" fmla="*/ 160 h 200"/>
                  <a:gd name="T48" fmla="*/ 44 w 200"/>
                  <a:gd name="T49" fmla="*/ 146 h 200"/>
                  <a:gd name="T50" fmla="*/ 33 w 200"/>
                  <a:gd name="T51" fmla="*/ 128 h 200"/>
                  <a:gd name="T52" fmla="*/ 28 w 200"/>
                  <a:gd name="T53" fmla="*/ 108 h 200"/>
                  <a:gd name="T54" fmla="*/ 29 w 200"/>
                  <a:gd name="T55" fmla="*/ 86 h 200"/>
                  <a:gd name="T56" fmla="*/ 36 w 200"/>
                  <a:gd name="T57" fmla="*/ 66 h 200"/>
                  <a:gd name="T58" fmla="*/ 48 w 200"/>
                  <a:gd name="T59" fmla="*/ 48 h 200"/>
                  <a:gd name="T60" fmla="*/ 65 w 200"/>
                  <a:gd name="T61" fmla="*/ 37 h 200"/>
                  <a:gd name="T62" fmla="*/ 85 w 200"/>
                  <a:gd name="T63" fmla="*/ 29 h 200"/>
                  <a:gd name="T64" fmla="*/ 107 w 200"/>
                  <a:gd name="T65" fmla="*/ 28 h 200"/>
                  <a:gd name="T66" fmla="*/ 128 w 200"/>
                  <a:gd name="T67" fmla="*/ 33 h 200"/>
                  <a:gd name="T68" fmla="*/ 146 w 200"/>
                  <a:gd name="T69" fmla="*/ 44 h 200"/>
                  <a:gd name="T70" fmla="*/ 160 w 200"/>
                  <a:gd name="T71" fmla="*/ 59 h 200"/>
                  <a:gd name="T72" fmla="*/ 168 w 200"/>
                  <a:gd name="T73" fmla="*/ 79 h 200"/>
                  <a:gd name="T74" fmla="*/ 172 w 200"/>
                  <a:gd name="T75" fmla="*/ 100 h 200"/>
                  <a:gd name="T76" fmla="*/ 168 w 200"/>
                  <a:gd name="T77" fmla="*/ 121 h 200"/>
                  <a:gd name="T78" fmla="*/ 160 w 200"/>
                  <a:gd name="T79" fmla="*/ 141 h 200"/>
                  <a:gd name="T80" fmla="*/ 146 w 200"/>
                  <a:gd name="T81" fmla="*/ 156 h 200"/>
                  <a:gd name="T82" fmla="*/ 128 w 200"/>
                  <a:gd name="T83" fmla="*/ 167 h 200"/>
                  <a:gd name="T84" fmla="*/ 107 w 200"/>
                  <a:gd name="T85" fmla="*/ 17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0" h="200">
                    <a:moveTo>
                      <a:pt x="100" y="0"/>
                    </a:moveTo>
                    <a:lnTo>
                      <a:pt x="89" y="0"/>
                    </a:lnTo>
                    <a:lnTo>
                      <a:pt x="79" y="2"/>
                    </a:lnTo>
                    <a:lnTo>
                      <a:pt x="70" y="4"/>
                    </a:lnTo>
                    <a:lnTo>
                      <a:pt x="61" y="8"/>
                    </a:lnTo>
                    <a:lnTo>
                      <a:pt x="51" y="12"/>
                    </a:lnTo>
                    <a:lnTo>
                      <a:pt x="44" y="17"/>
                    </a:lnTo>
                    <a:lnTo>
                      <a:pt x="36" y="23"/>
                    </a:lnTo>
                    <a:lnTo>
                      <a:pt x="29" y="29"/>
                    </a:lnTo>
                    <a:lnTo>
                      <a:pt x="22" y="37"/>
                    </a:lnTo>
                    <a:lnTo>
                      <a:pt x="17" y="44"/>
                    </a:lnTo>
                    <a:lnTo>
                      <a:pt x="12" y="53"/>
                    </a:lnTo>
                    <a:lnTo>
                      <a:pt x="7" y="61"/>
                    </a:lnTo>
                    <a:lnTo>
                      <a:pt x="4" y="70"/>
                    </a:lnTo>
                    <a:lnTo>
                      <a:pt x="1" y="80"/>
                    </a:lnTo>
                    <a:lnTo>
                      <a:pt x="0" y="90"/>
                    </a:lnTo>
                    <a:lnTo>
                      <a:pt x="0" y="100"/>
                    </a:lnTo>
                    <a:lnTo>
                      <a:pt x="0" y="111"/>
                    </a:lnTo>
                    <a:lnTo>
                      <a:pt x="1" y="120"/>
                    </a:lnTo>
                    <a:lnTo>
                      <a:pt x="4" y="130"/>
                    </a:lnTo>
                    <a:lnTo>
                      <a:pt x="7" y="139"/>
                    </a:lnTo>
                    <a:lnTo>
                      <a:pt x="12" y="147"/>
                    </a:lnTo>
                    <a:lnTo>
                      <a:pt x="17" y="156"/>
                    </a:lnTo>
                    <a:lnTo>
                      <a:pt x="22" y="163"/>
                    </a:lnTo>
                    <a:lnTo>
                      <a:pt x="29" y="171"/>
                    </a:lnTo>
                    <a:lnTo>
                      <a:pt x="36" y="177"/>
                    </a:lnTo>
                    <a:lnTo>
                      <a:pt x="44" y="183"/>
                    </a:lnTo>
                    <a:lnTo>
                      <a:pt x="51" y="188"/>
                    </a:lnTo>
                    <a:lnTo>
                      <a:pt x="61" y="192"/>
                    </a:lnTo>
                    <a:lnTo>
                      <a:pt x="70" y="196"/>
                    </a:lnTo>
                    <a:lnTo>
                      <a:pt x="79" y="198"/>
                    </a:lnTo>
                    <a:lnTo>
                      <a:pt x="89" y="200"/>
                    </a:lnTo>
                    <a:lnTo>
                      <a:pt x="100" y="200"/>
                    </a:lnTo>
                    <a:lnTo>
                      <a:pt x="109" y="200"/>
                    </a:lnTo>
                    <a:lnTo>
                      <a:pt x="120" y="198"/>
                    </a:lnTo>
                    <a:lnTo>
                      <a:pt x="129" y="196"/>
                    </a:lnTo>
                    <a:lnTo>
                      <a:pt x="138" y="192"/>
                    </a:lnTo>
                    <a:lnTo>
                      <a:pt x="147" y="188"/>
                    </a:lnTo>
                    <a:lnTo>
                      <a:pt x="156" y="183"/>
                    </a:lnTo>
                    <a:lnTo>
                      <a:pt x="163" y="177"/>
                    </a:lnTo>
                    <a:lnTo>
                      <a:pt x="171" y="171"/>
                    </a:lnTo>
                    <a:lnTo>
                      <a:pt x="177" y="163"/>
                    </a:lnTo>
                    <a:lnTo>
                      <a:pt x="182" y="156"/>
                    </a:lnTo>
                    <a:lnTo>
                      <a:pt x="188" y="147"/>
                    </a:lnTo>
                    <a:lnTo>
                      <a:pt x="192" y="139"/>
                    </a:lnTo>
                    <a:lnTo>
                      <a:pt x="195" y="130"/>
                    </a:lnTo>
                    <a:lnTo>
                      <a:pt x="197" y="120"/>
                    </a:lnTo>
                    <a:lnTo>
                      <a:pt x="198" y="111"/>
                    </a:lnTo>
                    <a:lnTo>
                      <a:pt x="200" y="100"/>
                    </a:lnTo>
                    <a:lnTo>
                      <a:pt x="198" y="90"/>
                    </a:lnTo>
                    <a:lnTo>
                      <a:pt x="197" y="80"/>
                    </a:lnTo>
                    <a:lnTo>
                      <a:pt x="195" y="70"/>
                    </a:lnTo>
                    <a:lnTo>
                      <a:pt x="192" y="61"/>
                    </a:lnTo>
                    <a:lnTo>
                      <a:pt x="188" y="53"/>
                    </a:lnTo>
                    <a:lnTo>
                      <a:pt x="182" y="44"/>
                    </a:lnTo>
                    <a:lnTo>
                      <a:pt x="177" y="37"/>
                    </a:lnTo>
                    <a:lnTo>
                      <a:pt x="171" y="29"/>
                    </a:lnTo>
                    <a:lnTo>
                      <a:pt x="163" y="23"/>
                    </a:lnTo>
                    <a:lnTo>
                      <a:pt x="156" y="17"/>
                    </a:lnTo>
                    <a:lnTo>
                      <a:pt x="147" y="12"/>
                    </a:lnTo>
                    <a:lnTo>
                      <a:pt x="138" y="8"/>
                    </a:lnTo>
                    <a:lnTo>
                      <a:pt x="129" y="4"/>
                    </a:lnTo>
                    <a:lnTo>
                      <a:pt x="120" y="2"/>
                    </a:lnTo>
                    <a:lnTo>
                      <a:pt x="109" y="0"/>
                    </a:lnTo>
                    <a:lnTo>
                      <a:pt x="100" y="0"/>
                    </a:lnTo>
                    <a:close/>
                    <a:moveTo>
                      <a:pt x="100" y="172"/>
                    </a:moveTo>
                    <a:lnTo>
                      <a:pt x="92" y="172"/>
                    </a:lnTo>
                    <a:lnTo>
                      <a:pt x="85" y="171"/>
                    </a:lnTo>
                    <a:lnTo>
                      <a:pt x="78" y="169"/>
                    </a:lnTo>
                    <a:lnTo>
                      <a:pt x="72" y="167"/>
                    </a:lnTo>
                    <a:lnTo>
                      <a:pt x="65" y="163"/>
                    </a:lnTo>
                    <a:lnTo>
                      <a:pt x="59" y="160"/>
                    </a:lnTo>
                    <a:lnTo>
                      <a:pt x="54" y="156"/>
                    </a:lnTo>
                    <a:lnTo>
                      <a:pt x="48" y="152"/>
                    </a:lnTo>
                    <a:lnTo>
                      <a:pt x="44" y="146"/>
                    </a:lnTo>
                    <a:lnTo>
                      <a:pt x="40" y="141"/>
                    </a:lnTo>
                    <a:lnTo>
                      <a:pt x="36" y="134"/>
                    </a:lnTo>
                    <a:lnTo>
                      <a:pt x="33" y="128"/>
                    </a:lnTo>
                    <a:lnTo>
                      <a:pt x="30" y="121"/>
                    </a:lnTo>
                    <a:lnTo>
                      <a:pt x="29" y="115"/>
                    </a:lnTo>
                    <a:lnTo>
                      <a:pt x="28" y="108"/>
                    </a:lnTo>
                    <a:lnTo>
                      <a:pt x="27" y="100"/>
                    </a:lnTo>
                    <a:lnTo>
                      <a:pt x="28" y="92"/>
                    </a:lnTo>
                    <a:lnTo>
                      <a:pt x="29" y="86"/>
                    </a:lnTo>
                    <a:lnTo>
                      <a:pt x="30" y="79"/>
                    </a:lnTo>
                    <a:lnTo>
                      <a:pt x="33" y="72"/>
                    </a:lnTo>
                    <a:lnTo>
                      <a:pt x="36" y="66"/>
                    </a:lnTo>
                    <a:lnTo>
                      <a:pt x="40" y="59"/>
                    </a:lnTo>
                    <a:lnTo>
                      <a:pt x="44" y="54"/>
                    </a:lnTo>
                    <a:lnTo>
                      <a:pt x="48" y="48"/>
                    </a:lnTo>
                    <a:lnTo>
                      <a:pt x="54" y="44"/>
                    </a:lnTo>
                    <a:lnTo>
                      <a:pt x="59" y="40"/>
                    </a:lnTo>
                    <a:lnTo>
                      <a:pt x="65" y="37"/>
                    </a:lnTo>
                    <a:lnTo>
                      <a:pt x="72" y="33"/>
                    </a:lnTo>
                    <a:lnTo>
                      <a:pt x="78" y="31"/>
                    </a:lnTo>
                    <a:lnTo>
                      <a:pt x="85" y="29"/>
                    </a:lnTo>
                    <a:lnTo>
                      <a:pt x="92" y="28"/>
                    </a:lnTo>
                    <a:lnTo>
                      <a:pt x="100" y="28"/>
                    </a:lnTo>
                    <a:lnTo>
                      <a:pt x="107" y="28"/>
                    </a:lnTo>
                    <a:lnTo>
                      <a:pt x="114" y="29"/>
                    </a:lnTo>
                    <a:lnTo>
                      <a:pt x="121" y="31"/>
                    </a:lnTo>
                    <a:lnTo>
                      <a:pt x="128" y="33"/>
                    </a:lnTo>
                    <a:lnTo>
                      <a:pt x="134" y="37"/>
                    </a:lnTo>
                    <a:lnTo>
                      <a:pt x="139" y="40"/>
                    </a:lnTo>
                    <a:lnTo>
                      <a:pt x="146" y="44"/>
                    </a:lnTo>
                    <a:lnTo>
                      <a:pt x="150" y="48"/>
                    </a:lnTo>
                    <a:lnTo>
                      <a:pt x="156" y="54"/>
                    </a:lnTo>
                    <a:lnTo>
                      <a:pt x="160" y="59"/>
                    </a:lnTo>
                    <a:lnTo>
                      <a:pt x="163" y="66"/>
                    </a:lnTo>
                    <a:lnTo>
                      <a:pt x="166" y="72"/>
                    </a:lnTo>
                    <a:lnTo>
                      <a:pt x="168" y="79"/>
                    </a:lnTo>
                    <a:lnTo>
                      <a:pt x="171" y="86"/>
                    </a:lnTo>
                    <a:lnTo>
                      <a:pt x="172" y="92"/>
                    </a:lnTo>
                    <a:lnTo>
                      <a:pt x="172" y="100"/>
                    </a:lnTo>
                    <a:lnTo>
                      <a:pt x="172" y="108"/>
                    </a:lnTo>
                    <a:lnTo>
                      <a:pt x="171" y="115"/>
                    </a:lnTo>
                    <a:lnTo>
                      <a:pt x="168" y="121"/>
                    </a:lnTo>
                    <a:lnTo>
                      <a:pt x="166" y="128"/>
                    </a:lnTo>
                    <a:lnTo>
                      <a:pt x="163" y="134"/>
                    </a:lnTo>
                    <a:lnTo>
                      <a:pt x="160" y="141"/>
                    </a:lnTo>
                    <a:lnTo>
                      <a:pt x="156" y="146"/>
                    </a:lnTo>
                    <a:lnTo>
                      <a:pt x="150" y="152"/>
                    </a:lnTo>
                    <a:lnTo>
                      <a:pt x="146" y="156"/>
                    </a:lnTo>
                    <a:lnTo>
                      <a:pt x="139" y="160"/>
                    </a:lnTo>
                    <a:lnTo>
                      <a:pt x="134" y="163"/>
                    </a:lnTo>
                    <a:lnTo>
                      <a:pt x="128" y="167"/>
                    </a:lnTo>
                    <a:lnTo>
                      <a:pt x="121" y="169"/>
                    </a:lnTo>
                    <a:lnTo>
                      <a:pt x="114" y="171"/>
                    </a:lnTo>
                    <a:lnTo>
                      <a:pt x="107" y="172"/>
                    </a:lnTo>
                    <a:lnTo>
                      <a:pt x="100" y="17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0" name="Freeform 140">
                <a:extLst>
                  <a:ext uri="{FF2B5EF4-FFF2-40B4-BE49-F238E27FC236}">
                    <a16:creationId xmlns:a16="http://schemas.microsoft.com/office/drawing/2014/main" id="{D684EF9E-0CCE-4A8A-9E2D-23ABB7B8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238" y="3346451"/>
                <a:ext cx="14288" cy="14288"/>
              </a:xfrm>
              <a:custGeom>
                <a:avLst/>
                <a:gdLst>
                  <a:gd name="T0" fmla="*/ 23 w 28"/>
                  <a:gd name="T1" fmla="*/ 4 h 27"/>
                  <a:gd name="T2" fmla="*/ 19 w 28"/>
                  <a:gd name="T3" fmla="*/ 1 h 27"/>
                  <a:gd name="T4" fmla="*/ 14 w 28"/>
                  <a:gd name="T5" fmla="*/ 0 h 27"/>
                  <a:gd name="T6" fmla="*/ 8 w 28"/>
                  <a:gd name="T7" fmla="*/ 1 h 27"/>
                  <a:gd name="T8" fmla="*/ 4 w 28"/>
                  <a:gd name="T9" fmla="*/ 4 h 27"/>
                  <a:gd name="T10" fmla="*/ 1 w 28"/>
                  <a:gd name="T11" fmla="*/ 9 h 27"/>
                  <a:gd name="T12" fmla="*/ 0 w 28"/>
                  <a:gd name="T13" fmla="*/ 13 h 27"/>
                  <a:gd name="T14" fmla="*/ 1 w 28"/>
                  <a:gd name="T15" fmla="*/ 19 h 27"/>
                  <a:gd name="T16" fmla="*/ 4 w 28"/>
                  <a:gd name="T17" fmla="*/ 24 h 27"/>
                  <a:gd name="T18" fmla="*/ 8 w 28"/>
                  <a:gd name="T19" fmla="*/ 26 h 27"/>
                  <a:gd name="T20" fmla="*/ 14 w 28"/>
                  <a:gd name="T21" fmla="*/ 27 h 27"/>
                  <a:gd name="T22" fmla="*/ 19 w 28"/>
                  <a:gd name="T23" fmla="*/ 26 h 27"/>
                  <a:gd name="T24" fmla="*/ 23 w 28"/>
                  <a:gd name="T25" fmla="*/ 24 h 27"/>
                  <a:gd name="T26" fmla="*/ 27 w 28"/>
                  <a:gd name="T27" fmla="*/ 19 h 27"/>
                  <a:gd name="T28" fmla="*/ 28 w 28"/>
                  <a:gd name="T29" fmla="*/ 13 h 27"/>
                  <a:gd name="T30" fmla="*/ 27 w 28"/>
                  <a:gd name="T31" fmla="*/ 9 h 27"/>
                  <a:gd name="T32" fmla="*/ 23 w 28"/>
                  <a:gd name="T3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7">
                    <a:moveTo>
                      <a:pt x="23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3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7"/>
                    </a:lnTo>
                    <a:lnTo>
                      <a:pt x="19" y="26"/>
                    </a:lnTo>
                    <a:lnTo>
                      <a:pt x="23" y="24"/>
                    </a:lnTo>
                    <a:lnTo>
                      <a:pt x="27" y="19"/>
                    </a:lnTo>
                    <a:lnTo>
                      <a:pt x="28" y="13"/>
                    </a:lnTo>
                    <a:lnTo>
                      <a:pt x="27" y="9"/>
                    </a:lnTo>
                    <a:lnTo>
                      <a:pt x="23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AEE7CFA6-22C0-450D-8375-983C317CE84D}"/>
                </a:ext>
              </a:extLst>
            </p:cNvPr>
            <p:cNvSpPr/>
            <p:nvPr/>
          </p:nvSpPr>
          <p:spPr>
            <a:xfrm>
              <a:off x="3688089" y="1627251"/>
              <a:ext cx="2440306" cy="3939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BCDF67B0-CB4D-4A3F-BB44-41753CE49271}"/>
              </a:ext>
            </a:extLst>
          </p:cNvPr>
          <p:cNvGrpSpPr/>
          <p:nvPr/>
        </p:nvGrpSpPr>
        <p:grpSpPr>
          <a:xfrm>
            <a:off x="6140994" y="1060544"/>
            <a:ext cx="2440306" cy="1034957"/>
            <a:chOff x="6153979" y="986248"/>
            <a:chExt cx="2440306" cy="1034957"/>
          </a:xfrm>
        </p:grpSpPr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EFFAE0DE-116B-4D76-8371-398ACB404EC6}"/>
                </a:ext>
              </a:extLst>
            </p:cNvPr>
            <p:cNvGrpSpPr/>
            <p:nvPr/>
          </p:nvGrpSpPr>
          <p:grpSpPr>
            <a:xfrm>
              <a:off x="7108491" y="986248"/>
              <a:ext cx="531282" cy="529040"/>
              <a:chOff x="5424488" y="3241676"/>
              <a:chExt cx="376238" cy="374650"/>
            </a:xfrm>
          </p:grpSpPr>
          <p:sp>
            <p:nvSpPr>
              <p:cNvPr id="158" name="Freeform 444">
                <a:extLst>
                  <a:ext uri="{FF2B5EF4-FFF2-40B4-BE49-F238E27FC236}">
                    <a16:creationId xmlns:a16="http://schemas.microsoft.com/office/drawing/2014/main" id="{516CF690-BF14-4AB2-A98B-6C4F31BA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3726" y="3535363"/>
                <a:ext cx="14288" cy="14288"/>
              </a:xfrm>
              <a:custGeom>
                <a:avLst/>
                <a:gdLst>
                  <a:gd name="T0" fmla="*/ 23 w 28"/>
                  <a:gd name="T1" fmla="*/ 4 h 28"/>
                  <a:gd name="T2" fmla="*/ 19 w 28"/>
                  <a:gd name="T3" fmla="*/ 1 h 28"/>
                  <a:gd name="T4" fmla="*/ 14 w 28"/>
                  <a:gd name="T5" fmla="*/ 0 h 28"/>
                  <a:gd name="T6" fmla="*/ 8 w 28"/>
                  <a:gd name="T7" fmla="*/ 1 h 28"/>
                  <a:gd name="T8" fmla="*/ 4 w 28"/>
                  <a:gd name="T9" fmla="*/ 4 h 28"/>
                  <a:gd name="T10" fmla="*/ 1 w 28"/>
                  <a:gd name="T11" fmla="*/ 8 h 28"/>
                  <a:gd name="T12" fmla="*/ 0 w 28"/>
                  <a:gd name="T13" fmla="*/ 14 h 28"/>
                  <a:gd name="T14" fmla="*/ 1 w 28"/>
                  <a:gd name="T15" fmla="*/ 19 h 28"/>
                  <a:gd name="T16" fmla="*/ 4 w 28"/>
                  <a:gd name="T17" fmla="*/ 23 h 28"/>
                  <a:gd name="T18" fmla="*/ 8 w 28"/>
                  <a:gd name="T19" fmla="*/ 27 h 28"/>
                  <a:gd name="T20" fmla="*/ 14 w 28"/>
                  <a:gd name="T21" fmla="*/ 28 h 28"/>
                  <a:gd name="T22" fmla="*/ 19 w 28"/>
                  <a:gd name="T23" fmla="*/ 27 h 28"/>
                  <a:gd name="T24" fmla="*/ 23 w 28"/>
                  <a:gd name="T25" fmla="*/ 23 h 28"/>
                  <a:gd name="T26" fmla="*/ 27 w 28"/>
                  <a:gd name="T27" fmla="*/ 19 h 28"/>
                  <a:gd name="T28" fmla="*/ 28 w 28"/>
                  <a:gd name="T29" fmla="*/ 14 h 28"/>
                  <a:gd name="T30" fmla="*/ 27 w 28"/>
                  <a:gd name="T31" fmla="*/ 8 h 28"/>
                  <a:gd name="T32" fmla="*/ 23 w 28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23" y="4"/>
                    </a:moveTo>
                    <a:lnTo>
                      <a:pt x="19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9" name="Freeform 445">
                <a:extLst>
                  <a:ext uri="{FF2B5EF4-FFF2-40B4-BE49-F238E27FC236}">
                    <a16:creationId xmlns:a16="http://schemas.microsoft.com/office/drawing/2014/main" id="{88A32516-529F-4EBE-8D97-C1C94F08FA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95926" y="3241676"/>
                <a:ext cx="304800" cy="307975"/>
              </a:xfrm>
              <a:custGeom>
                <a:avLst/>
                <a:gdLst>
                  <a:gd name="T0" fmla="*/ 572 w 576"/>
                  <a:gd name="T1" fmla="*/ 281 h 583"/>
                  <a:gd name="T2" fmla="*/ 565 w 576"/>
                  <a:gd name="T3" fmla="*/ 278 h 583"/>
                  <a:gd name="T4" fmla="*/ 505 w 576"/>
                  <a:gd name="T5" fmla="*/ 278 h 583"/>
                  <a:gd name="T6" fmla="*/ 504 w 576"/>
                  <a:gd name="T7" fmla="*/ 8 h 583"/>
                  <a:gd name="T8" fmla="*/ 498 w 576"/>
                  <a:gd name="T9" fmla="*/ 1 h 583"/>
                  <a:gd name="T10" fmla="*/ 236 w 576"/>
                  <a:gd name="T11" fmla="*/ 0 h 583"/>
                  <a:gd name="T12" fmla="*/ 226 w 576"/>
                  <a:gd name="T13" fmla="*/ 4 h 583"/>
                  <a:gd name="T14" fmla="*/ 222 w 576"/>
                  <a:gd name="T15" fmla="*/ 14 h 583"/>
                  <a:gd name="T16" fmla="*/ 79 w 576"/>
                  <a:gd name="T17" fmla="*/ 120 h 583"/>
                  <a:gd name="T18" fmla="*/ 70 w 576"/>
                  <a:gd name="T19" fmla="*/ 124 h 583"/>
                  <a:gd name="T20" fmla="*/ 65 w 576"/>
                  <a:gd name="T21" fmla="*/ 134 h 583"/>
                  <a:gd name="T22" fmla="*/ 14 w 576"/>
                  <a:gd name="T23" fmla="*/ 278 h 583"/>
                  <a:gd name="T24" fmla="*/ 7 w 576"/>
                  <a:gd name="T25" fmla="*/ 279 h 583"/>
                  <a:gd name="T26" fmla="*/ 3 w 576"/>
                  <a:gd name="T27" fmla="*/ 283 h 583"/>
                  <a:gd name="T28" fmla="*/ 0 w 576"/>
                  <a:gd name="T29" fmla="*/ 288 h 583"/>
                  <a:gd name="T30" fmla="*/ 1 w 576"/>
                  <a:gd name="T31" fmla="*/ 295 h 583"/>
                  <a:gd name="T32" fmla="*/ 85 w 576"/>
                  <a:gd name="T33" fmla="*/ 577 h 583"/>
                  <a:gd name="T34" fmla="*/ 91 w 576"/>
                  <a:gd name="T35" fmla="*/ 583 h 583"/>
                  <a:gd name="T36" fmla="*/ 289 w 576"/>
                  <a:gd name="T37" fmla="*/ 583 h 583"/>
                  <a:gd name="T38" fmla="*/ 298 w 576"/>
                  <a:gd name="T39" fmla="*/ 578 h 583"/>
                  <a:gd name="T40" fmla="*/ 302 w 576"/>
                  <a:gd name="T41" fmla="*/ 569 h 583"/>
                  <a:gd name="T42" fmla="*/ 298 w 576"/>
                  <a:gd name="T43" fmla="*/ 559 h 583"/>
                  <a:gd name="T44" fmla="*/ 289 w 576"/>
                  <a:gd name="T45" fmla="*/ 555 h 583"/>
                  <a:gd name="T46" fmla="*/ 32 w 576"/>
                  <a:gd name="T47" fmla="*/ 305 h 583"/>
                  <a:gd name="T48" fmla="*/ 470 w 576"/>
                  <a:gd name="T49" fmla="*/ 555 h 583"/>
                  <a:gd name="T50" fmla="*/ 414 w 576"/>
                  <a:gd name="T51" fmla="*/ 556 h 583"/>
                  <a:gd name="T52" fmla="*/ 407 w 576"/>
                  <a:gd name="T53" fmla="*/ 563 h 583"/>
                  <a:gd name="T54" fmla="*/ 407 w 576"/>
                  <a:gd name="T55" fmla="*/ 574 h 583"/>
                  <a:gd name="T56" fmla="*/ 414 w 576"/>
                  <a:gd name="T57" fmla="*/ 582 h 583"/>
                  <a:gd name="T58" fmla="*/ 481 w 576"/>
                  <a:gd name="T59" fmla="*/ 583 h 583"/>
                  <a:gd name="T60" fmla="*/ 489 w 576"/>
                  <a:gd name="T61" fmla="*/ 580 h 583"/>
                  <a:gd name="T62" fmla="*/ 493 w 576"/>
                  <a:gd name="T63" fmla="*/ 573 h 583"/>
                  <a:gd name="T64" fmla="*/ 576 w 576"/>
                  <a:gd name="T65" fmla="*/ 292 h 583"/>
                  <a:gd name="T66" fmla="*/ 575 w 576"/>
                  <a:gd name="T67" fmla="*/ 285 h 583"/>
                  <a:gd name="T68" fmla="*/ 315 w 576"/>
                  <a:gd name="T69" fmla="*/ 278 h 583"/>
                  <a:gd name="T70" fmla="*/ 93 w 576"/>
                  <a:gd name="T71" fmla="*/ 148 h 583"/>
                  <a:gd name="T72" fmla="*/ 315 w 576"/>
                  <a:gd name="T73" fmla="*/ 278 h 583"/>
                  <a:gd name="T74" fmla="*/ 343 w 576"/>
                  <a:gd name="T75" fmla="*/ 278 h 583"/>
                  <a:gd name="T76" fmla="*/ 342 w 576"/>
                  <a:gd name="T77" fmla="*/ 128 h 583"/>
                  <a:gd name="T78" fmla="*/ 335 w 576"/>
                  <a:gd name="T79" fmla="*/ 121 h 583"/>
                  <a:gd name="T80" fmla="*/ 250 w 576"/>
                  <a:gd name="T81" fmla="*/ 120 h 583"/>
                  <a:gd name="T82" fmla="*/ 478 w 576"/>
                  <a:gd name="T83" fmla="*/ 28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6" h="583">
                    <a:moveTo>
                      <a:pt x="574" y="283"/>
                    </a:moveTo>
                    <a:lnTo>
                      <a:pt x="572" y="281"/>
                    </a:lnTo>
                    <a:lnTo>
                      <a:pt x="569" y="279"/>
                    </a:lnTo>
                    <a:lnTo>
                      <a:pt x="565" y="278"/>
                    </a:lnTo>
                    <a:lnTo>
                      <a:pt x="562" y="278"/>
                    </a:lnTo>
                    <a:lnTo>
                      <a:pt x="505" y="278"/>
                    </a:lnTo>
                    <a:lnTo>
                      <a:pt x="505" y="14"/>
                    </a:lnTo>
                    <a:lnTo>
                      <a:pt x="504" y="8"/>
                    </a:lnTo>
                    <a:lnTo>
                      <a:pt x="502" y="4"/>
                    </a:lnTo>
                    <a:lnTo>
                      <a:pt x="498" y="1"/>
                    </a:lnTo>
                    <a:lnTo>
                      <a:pt x="492" y="0"/>
                    </a:lnTo>
                    <a:lnTo>
                      <a:pt x="236" y="0"/>
                    </a:lnTo>
                    <a:lnTo>
                      <a:pt x="231" y="1"/>
                    </a:lnTo>
                    <a:lnTo>
                      <a:pt x="226" y="4"/>
                    </a:lnTo>
                    <a:lnTo>
                      <a:pt x="224" y="8"/>
                    </a:lnTo>
                    <a:lnTo>
                      <a:pt x="222" y="14"/>
                    </a:lnTo>
                    <a:lnTo>
                      <a:pt x="222" y="120"/>
                    </a:lnTo>
                    <a:lnTo>
                      <a:pt x="79" y="120"/>
                    </a:lnTo>
                    <a:lnTo>
                      <a:pt x="74" y="121"/>
                    </a:lnTo>
                    <a:lnTo>
                      <a:pt x="70" y="124"/>
                    </a:lnTo>
                    <a:lnTo>
                      <a:pt x="66" y="128"/>
                    </a:lnTo>
                    <a:lnTo>
                      <a:pt x="65" y="134"/>
                    </a:lnTo>
                    <a:lnTo>
                      <a:pt x="65" y="278"/>
                    </a:lnTo>
                    <a:lnTo>
                      <a:pt x="14" y="278"/>
                    </a:lnTo>
                    <a:lnTo>
                      <a:pt x="11" y="278"/>
                    </a:lnTo>
                    <a:lnTo>
                      <a:pt x="7" y="279"/>
                    </a:lnTo>
                    <a:lnTo>
                      <a:pt x="5" y="281"/>
                    </a:lnTo>
                    <a:lnTo>
                      <a:pt x="3" y="283"/>
                    </a:lnTo>
                    <a:lnTo>
                      <a:pt x="1" y="285"/>
                    </a:lnTo>
                    <a:lnTo>
                      <a:pt x="0" y="288"/>
                    </a:lnTo>
                    <a:lnTo>
                      <a:pt x="0" y="292"/>
                    </a:lnTo>
                    <a:lnTo>
                      <a:pt x="1" y="295"/>
                    </a:lnTo>
                    <a:lnTo>
                      <a:pt x="83" y="573"/>
                    </a:lnTo>
                    <a:lnTo>
                      <a:pt x="85" y="577"/>
                    </a:lnTo>
                    <a:lnTo>
                      <a:pt x="88" y="580"/>
                    </a:lnTo>
                    <a:lnTo>
                      <a:pt x="91" y="583"/>
                    </a:lnTo>
                    <a:lnTo>
                      <a:pt x="95" y="583"/>
                    </a:lnTo>
                    <a:lnTo>
                      <a:pt x="289" y="583"/>
                    </a:lnTo>
                    <a:lnTo>
                      <a:pt x="294" y="582"/>
                    </a:lnTo>
                    <a:lnTo>
                      <a:pt x="298" y="578"/>
                    </a:lnTo>
                    <a:lnTo>
                      <a:pt x="301" y="574"/>
                    </a:lnTo>
                    <a:lnTo>
                      <a:pt x="302" y="569"/>
                    </a:lnTo>
                    <a:lnTo>
                      <a:pt x="301" y="563"/>
                    </a:lnTo>
                    <a:lnTo>
                      <a:pt x="298" y="559"/>
                    </a:lnTo>
                    <a:lnTo>
                      <a:pt x="294" y="556"/>
                    </a:lnTo>
                    <a:lnTo>
                      <a:pt x="289" y="555"/>
                    </a:lnTo>
                    <a:lnTo>
                      <a:pt x="106" y="555"/>
                    </a:lnTo>
                    <a:lnTo>
                      <a:pt x="32" y="305"/>
                    </a:lnTo>
                    <a:lnTo>
                      <a:pt x="544" y="305"/>
                    </a:lnTo>
                    <a:lnTo>
                      <a:pt x="470" y="555"/>
                    </a:lnTo>
                    <a:lnTo>
                      <a:pt x="419" y="555"/>
                    </a:lnTo>
                    <a:lnTo>
                      <a:pt x="414" y="556"/>
                    </a:lnTo>
                    <a:lnTo>
                      <a:pt x="410" y="559"/>
                    </a:lnTo>
                    <a:lnTo>
                      <a:pt x="407" y="563"/>
                    </a:lnTo>
                    <a:lnTo>
                      <a:pt x="405" y="569"/>
                    </a:lnTo>
                    <a:lnTo>
                      <a:pt x="407" y="574"/>
                    </a:lnTo>
                    <a:lnTo>
                      <a:pt x="410" y="578"/>
                    </a:lnTo>
                    <a:lnTo>
                      <a:pt x="414" y="582"/>
                    </a:lnTo>
                    <a:lnTo>
                      <a:pt x="419" y="583"/>
                    </a:lnTo>
                    <a:lnTo>
                      <a:pt x="481" y="583"/>
                    </a:lnTo>
                    <a:lnTo>
                      <a:pt x="485" y="583"/>
                    </a:lnTo>
                    <a:lnTo>
                      <a:pt x="489" y="580"/>
                    </a:lnTo>
                    <a:lnTo>
                      <a:pt x="491" y="577"/>
                    </a:lnTo>
                    <a:lnTo>
                      <a:pt x="493" y="573"/>
                    </a:lnTo>
                    <a:lnTo>
                      <a:pt x="576" y="295"/>
                    </a:lnTo>
                    <a:lnTo>
                      <a:pt x="576" y="292"/>
                    </a:lnTo>
                    <a:lnTo>
                      <a:pt x="576" y="288"/>
                    </a:lnTo>
                    <a:lnTo>
                      <a:pt x="575" y="285"/>
                    </a:lnTo>
                    <a:lnTo>
                      <a:pt x="574" y="283"/>
                    </a:lnTo>
                    <a:close/>
                    <a:moveTo>
                      <a:pt x="315" y="278"/>
                    </a:moveTo>
                    <a:lnTo>
                      <a:pt x="93" y="278"/>
                    </a:lnTo>
                    <a:lnTo>
                      <a:pt x="93" y="148"/>
                    </a:lnTo>
                    <a:lnTo>
                      <a:pt x="315" y="148"/>
                    </a:lnTo>
                    <a:lnTo>
                      <a:pt x="315" y="278"/>
                    </a:lnTo>
                    <a:close/>
                    <a:moveTo>
                      <a:pt x="478" y="278"/>
                    </a:moveTo>
                    <a:lnTo>
                      <a:pt x="343" y="278"/>
                    </a:lnTo>
                    <a:lnTo>
                      <a:pt x="343" y="134"/>
                    </a:lnTo>
                    <a:lnTo>
                      <a:pt x="342" y="128"/>
                    </a:lnTo>
                    <a:lnTo>
                      <a:pt x="339" y="124"/>
                    </a:lnTo>
                    <a:lnTo>
                      <a:pt x="335" y="121"/>
                    </a:lnTo>
                    <a:lnTo>
                      <a:pt x="329" y="120"/>
                    </a:lnTo>
                    <a:lnTo>
                      <a:pt x="250" y="120"/>
                    </a:lnTo>
                    <a:lnTo>
                      <a:pt x="250" y="28"/>
                    </a:lnTo>
                    <a:lnTo>
                      <a:pt x="478" y="28"/>
                    </a:lnTo>
                    <a:lnTo>
                      <a:pt x="478" y="27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0" name="Freeform 446">
                <a:extLst>
                  <a:ext uri="{FF2B5EF4-FFF2-40B4-BE49-F238E27FC236}">
                    <a16:creationId xmlns:a16="http://schemas.microsoft.com/office/drawing/2014/main" id="{26809BEB-C0FF-459A-BB61-C8DD7E336D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4488" y="3351213"/>
                <a:ext cx="341313" cy="265113"/>
              </a:xfrm>
              <a:custGeom>
                <a:avLst/>
                <a:gdLst>
                  <a:gd name="T0" fmla="*/ 87 w 644"/>
                  <a:gd name="T1" fmla="*/ 10 h 502"/>
                  <a:gd name="T2" fmla="*/ 77 w 644"/>
                  <a:gd name="T3" fmla="*/ 0 h 502"/>
                  <a:gd name="T4" fmla="*/ 8 w 644"/>
                  <a:gd name="T5" fmla="*/ 1 h 502"/>
                  <a:gd name="T6" fmla="*/ 0 w 644"/>
                  <a:gd name="T7" fmla="*/ 14 h 502"/>
                  <a:gd name="T8" fmla="*/ 8 w 644"/>
                  <a:gd name="T9" fmla="*/ 27 h 502"/>
                  <a:gd name="T10" fmla="*/ 178 w 644"/>
                  <a:gd name="T11" fmla="*/ 418 h 502"/>
                  <a:gd name="T12" fmla="*/ 186 w 644"/>
                  <a:gd name="T13" fmla="*/ 427 h 502"/>
                  <a:gd name="T14" fmla="*/ 257 w 644"/>
                  <a:gd name="T15" fmla="*/ 433 h 502"/>
                  <a:gd name="T16" fmla="*/ 254 w 644"/>
                  <a:gd name="T17" fmla="*/ 451 h 502"/>
                  <a:gd name="T18" fmla="*/ 263 w 644"/>
                  <a:gd name="T19" fmla="*/ 480 h 502"/>
                  <a:gd name="T20" fmla="*/ 285 w 644"/>
                  <a:gd name="T21" fmla="*/ 498 h 502"/>
                  <a:gd name="T22" fmla="*/ 316 w 644"/>
                  <a:gd name="T23" fmla="*/ 501 h 502"/>
                  <a:gd name="T24" fmla="*/ 342 w 644"/>
                  <a:gd name="T25" fmla="*/ 487 h 502"/>
                  <a:gd name="T26" fmla="*/ 356 w 644"/>
                  <a:gd name="T27" fmla="*/ 462 h 502"/>
                  <a:gd name="T28" fmla="*/ 356 w 644"/>
                  <a:gd name="T29" fmla="*/ 439 h 502"/>
                  <a:gd name="T30" fmla="*/ 464 w 644"/>
                  <a:gd name="T31" fmla="*/ 427 h 502"/>
                  <a:gd name="T32" fmla="*/ 459 w 644"/>
                  <a:gd name="T33" fmla="*/ 445 h 502"/>
                  <a:gd name="T34" fmla="*/ 463 w 644"/>
                  <a:gd name="T35" fmla="*/ 471 h 502"/>
                  <a:gd name="T36" fmla="*/ 482 w 644"/>
                  <a:gd name="T37" fmla="*/ 494 h 502"/>
                  <a:gd name="T38" fmla="*/ 510 w 644"/>
                  <a:gd name="T39" fmla="*/ 502 h 502"/>
                  <a:gd name="T40" fmla="*/ 539 w 644"/>
                  <a:gd name="T41" fmla="*/ 494 h 502"/>
                  <a:gd name="T42" fmla="*/ 558 w 644"/>
                  <a:gd name="T43" fmla="*/ 471 h 502"/>
                  <a:gd name="T44" fmla="*/ 561 w 644"/>
                  <a:gd name="T45" fmla="*/ 445 h 502"/>
                  <a:gd name="T46" fmla="*/ 556 w 644"/>
                  <a:gd name="T47" fmla="*/ 427 h 502"/>
                  <a:gd name="T48" fmla="*/ 639 w 644"/>
                  <a:gd name="T49" fmla="*/ 424 h 502"/>
                  <a:gd name="T50" fmla="*/ 642 w 644"/>
                  <a:gd name="T51" fmla="*/ 408 h 502"/>
                  <a:gd name="T52" fmla="*/ 630 w 644"/>
                  <a:gd name="T53" fmla="*/ 399 h 502"/>
                  <a:gd name="T54" fmla="*/ 296 w 644"/>
                  <a:gd name="T55" fmla="*/ 473 h 502"/>
                  <a:gd name="T56" fmla="*/ 286 w 644"/>
                  <a:gd name="T57" fmla="*/ 465 h 502"/>
                  <a:gd name="T58" fmla="*/ 282 w 644"/>
                  <a:gd name="T59" fmla="*/ 451 h 502"/>
                  <a:gd name="T60" fmla="*/ 286 w 644"/>
                  <a:gd name="T61" fmla="*/ 438 h 502"/>
                  <a:gd name="T62" fmla="*/ 296 w 644"/>
                  <a:gd name="T63" fmla="*/ 429 h 502"/>
                  <a:gd name="T64" fmla="*/ 310 w 644"/>
                  <a:gd name="T65" fmla="*/ 428 h 502"/>
                  <a:gd name="T66" fmla="*/ 323 w 644"/>
                  <a:gd name="T67" fmla="*/ 435 h 502"/>
                  <a:gd name="T68" fmla="*/ 329 w 644"/>
                  <a:gd name="T69" fmla="*/ 447 h 502"/>
                  <a:gd name="T70" fmla="*/ 327 w 644"/>
                  <a:gd name="T71" fmla="*/ 460 h 502"/>
                  <a:gd name="T72" fmla="*/ 318 w 644"/>
                  <a:gd name="T73" fmla="*/ 471 h 502"/>
                  <a:gd name="T74" fmla="*/ 306 w 644"/>
                  <a:gd name="T75" fmla="*/ 474 h 502"/>
                  <a:gd name="T76" fmla="*/ 501 w 644"/>
                  <a:gd name="T77" fmla="*/ 473 h 502"/>
                  <a:gd name="T78" fmla="*/ 491 w 644"/>
                  <a:gd name="T79" fmla="*/ 465 h 502"/>
                  <a:gd name="T80" fmla="*/ 487 w 644"/>
                  <a:gd name="T81" fmla="*/ 451 h 502"/>
                  <a:gd name="T82" fmla="*/ 491 w 644"/>
                  <a:gd name="T83" fmla="*/ 438 h 502"/>
                  <a:gd name="T84" fmla="*/ 501 w 644"/>
                  <a:gd name="T85" fmla="*/ 429 h 502"/>
                  <a:gd name="T86" fmla="*/ 515 w 644"/>
                  <a:gd name="T87" fmla="*/ 428 h 502"/>
                  <a:gd name="T88" fmla="*/ 527 w 644"/>
                  <a:gd name="T89" fmla="*/ 435 h 502"/>
                  <a:gd name="T90" fmla="*/ 534 w 644"/>
                  <a:gd name="T91" fmla="*/ 447 h 502"/>
                  <a:gd name="T92" fmla="*/ 532 w 644"/>
                  <a:gd name="T93" fmla="*/ 460 h 502"/>
                  <a:gd name="T94" fmla="*/ 523 w 644"/>
                  <a:gd name="T95" fmla="*/ 471 h 502"/>
                  <a:gd name="T96" fmla="*/ 510 w 644"/>
                  <a:gd name="T97" fmla="*/ 474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4" h="502">
                    <a:moveTo>
                      <a:pt x="630" y="399"/>
                    </a:moveTo>
                    <a:lnTo>
                      <a:pt x="201" y="399"/>
                    </a:lnTo>
                    <a:lnTo>
                      <a:pt x="87" y="10"/>
                    </a:lnTo>
                    <a:lnTo>
                      <a:pt x="85" y="5"/>
                    </a:lnTo>
                    <a:lnTo>
                      <a:pt x="81" y="2"/>
                    </a:lnTo>
                    <a:lnTo>
                      <a:pt x="77" y="0"/>
                    </a:lnTo>
                    <a:lnTo>
                      <a:pt x="73" y="0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3" y="3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63" y="28"/>
                    </a:lnTo>
                    <a:lnTo>
                      <a:pt x="178" y="418"/>
                    </a:lnTo>
                    <a:lnTo>
                      <a:pt x="180" y="422"/>
                    </a:lnTo>
                    <a:lnTo>
                      <a:pt x="183" y="425"/>
                    </a:lnTo>
                    <a:lnTo>
                      <a:pt x="186" y="427"/>
                    </a:lnTo>
                    <a:lnTo>
                      <a:pt x="191" y="427"/>
                    </a:lnTo>
                    <a:lnTo>
                      <a:pt x="260" y="427"/>
                    </a:lnTo>
                    <a:lnTo>
                      <a:pt x="257" y="433"/>
                    </a:lnTo>
                    <a:lnTo>
                      <a:pt x="256" y="439"/>
                    </a:lnTo>
                    <a:lnTo>
                      <a:pt x="255" y="445"/>
                    </a:lnTo>
                    <a:lnTo>
                      <a:pt x="254" y="451"/>
                    </a:lnTo>
                    <a:lnTo>
                      <a:pt x="255" y="462"/>
                    </a:lnTo>
                    <a:lnTo>
                      <a:pt x="258" y="471"/>
                    </a:lnTo>
                    <a:lnTo>
                      <a:pt x="263" y="480"/>
                    </a:lnTo>
                    <a:lnTo>
                      <a:pt x="269" y="487"/>
                    </a:lnTo>
                    <a:lnTo>
                      <a:pt x="277" y="494"/>
                    </a:lnTo>
                    <a:lnTo>
                      <a:pt x="285" y="498"/>
                    </a:lnTo>
                    <a:lnTo>
                      <a:pt x="295" y="501"/>
                    </a:lnTo>
                    <a:lnTo>
                      <a:pt x="306" y="502"/>
                    </a:lnTo>
                    <a:lnTo>
                      <a:pt x="316" y="501"/>
                    </a:lnTo>
                    <a:lnTo>
                      <a:pt x="326" y="498"/>
                    </a:lnTo>
                    <a:lnTo>
                      <a:pt x="335" y="494"/>
                    </a:lnTo>
                    <a:lnTo>
                      <a:pt x="342" y="487"/>
                    </a:lnTo>
                    <a:lnTo>
                      <a:pt x="348" y="480"/>
                    </a:lnTo>
                    <a:lnTo>
                      <a:pt x="353" y="471"/>
                    </a:lnTo>
                    <a:lnTo>
                      <a:pt x="356" y="462"/>
                    </a:lnTo>
                    <a:lnTo>
                      <a:pt x="357" y="451"/>
                    </a:lnTo>
                    <a:lnTo>
                      <a:pt x="357" y="445"/>
                    </a:lnTo>
                    <a:lnTo>
                      <a:pt x="356" y="439"/>
                    </a:lnTo>
                    <a:lnTo>
                      <a:pt x="354" y="433"/>
                    </a:lnTo>
                    <a:lnTo>
                      <a:pt x="352" y="427"/>
                    </a:lnTo>
                    <a:lnTo>
                      <a:pt x="464" y="427"/>
                    </a:lnTo>
                    <a:lnTo>
                      <a:pt x="462" y="433"/>
                    </a:lnTo>
                    <a:lnTo>
                      <a:pt x="460" y="439"/>
                    </a:lnTo>
                    <a:lnTo>
                      <a:pt x="459" y="445"/>
                    </a:lnTo>
                    <a:lnTo>
                      <a:pt x="459" y="451"/>
                    </a:lnTo>
                    <a:lnTo>
                      <a:pt x="460" y="462"/>
                    </a:lnTo>
                    <a:lnTo>
                      <a:pt x="463" y="471"/>
                    </a:lnTo>
                    <a:lnTo>
                      <a:pt x="468" y="480"/>
                    </a:lnTo>
                    <a:lnTo>
                      <a:pt x="474" y="487"/>
                    </a:lnTo>
                    <a:lnTo>
                      <a:pt x="482" y="494"/>
                    </a:lnTo>
                    <a:lnTo>
                      <a:pt x="490" y="498"/>
                    </a:lnTo>
                    <a:lnTo>
                      <a:pt x="500" y="501"/>
                    </a:lnTo>
                    <a:lnTo>
                      <a:pt x="510" y="502"/>
                    </a:lnTo>
                    <a:lnTo>
                      <a:pt x="521" y="501"/>
                    </a:lnTo>
                    <a:lnTo>
                      <a:pt x="531" y="498"/>
                    </a:lnTo>
                    <a:lnTo>
                      <a:pt x="539" y="494"/>
                    </a:lnTo>
                    <a:lnTo>
                      <a:pt x="547" y="487"/>
                    </a:lnTo>
                    <a:lnTo>
                      <a:pt x="553" y="480"/>
                    </a:lnTo>
                    <a:lnTo>
                      <a:pt x="558" y="471"/>
                    </a:lnTo>
                    <a:lnTo>
                      <a:pt x="561" y="462"/>
                    </a:lnTo>
                    <a:lnTo>
                      <a:pt x="562" y="451"/>
                    </a:lnTo>
                    <a:lnTo>
                      <a:pt x="561" y="445"/>
                    </a:lnTo>
                    <a:lnTo>
                      <a:pt x="560" y="439"/>
                    </a:lnTo>
                    <a:lnTo>
                      <a:pt x="559" y="433"/>
                    </a:lnTo>
                    <a:lnTo>
                      <a:pt x="556" y="427"/>
                    </a:lnTo>
                    <a:lnTo>
                      <a:pt x="630" y="427"/>
                    </a:lnTo>
                    <a:lnTo>
                      <a:pt x="635" y="426"/>
                    </a:lnTo>
                    <a:lnTo>
                      <a:pt x="639" y="424"/>
                    </a:lnTo>
                    <a:lnTo>
                      <a:pt x="642" y="419"/>
                    </a:lnTo>
                    <a:lnTo>
                      <a:pt x="644" y="413"/>
                    </a:lnTo>
                    <a:lnTo>
                      <a:pt x="642" y="408"/>
                    </a:lnTo>
                    <a:lnTo>
                      <a:pt x="639" y="404"/>
                    </a:lnTo>
                    <a:lnTo>
                      <a:pt x="635" y="401"/>
                    </a:lnTo>
                    <a:lnTo>
                      <a:pt x="630" y="399"/>
                    </a:lnTo>
                    <a:close/>
                    <a:moveTo>
                      <a:pt x="306" y="474"/>
                    </a:moveTo>
                    <a:lnTo>
                      <a:pt x="301" y="474"/>
                    </a:lnTo>
                    <a:lnTo>
                      <a:pt x="296" y="473"/>
                    </a:lnTo>
                    <a:lnTo>
                      <a:pt x="293" y="471"/>
                    </a:lnTo>
                    <a:lnTo>
                      <a:pt x="288" y="468"/>
                    </a:lnTo>
                    <a:lnTo>
                      <a:pt x="286" y="465"/>
                    </a:lnTo>
                    <a:lnTo>
                      <a:pt x="284" y="460"/>
                    </a:lnTo>
                    <a:lnTo>
                      <a:pt x="282" y="456"/>
                    </a:lnTo>
                    <a:lnTo>
                      <a:pt x="282" y="451"/>
                    </a:lnTo>
                    <a:lnTo>
                      <a:pt x="282" y="447"/>
                    </a:lnTo>
                    <a:lnTo>
                      <a:pt x="284" y="442"/>
                    </a:lnTo>
                    <a:lnTo>
                      <a:pt x="286" y="438"/>
                    </a:lnTo>
                    <a:lnTo>
                      <a:pt x="288" y="435"/>
                    </a:lnTo>
                    <a:lnTo>
                      <a:pt x="293" y="431"/>
                    </a:lnTo>
                    <a:lnTo>
                      <a:pt x="296" y="429"/>
                    </a:lnTo>
                    <a:lnTo>
                      <a:pt x="301" y="428"/>
                    </a:lnTo>
                    <a:lnTo>
                      <a:pt x="306" y="427"/>
                    </a:lnTo>
                    <a:lnTo>
                      <a:pt x="310" y="428"/>
                    </a:lnTo>
                    <a:lnTo>
                      <a:pt x="315" y="429"/>
                    </a:lnTo>
                    <a:lnTo>
                      <a:pt x="318" y="431"/>
                    </a:lnTo>
                    <a:lnTo>
                      <a:pt x="323" y="435"/>
                    </a:lnTo>
                    <a:lnTo>
                      <a:pt x="325" y="438"/>
                    </a:lnTo>
                    <a:lnTo>
                      <a:pt x="327" y="442"/>
                    </a:lnTo>
                    <a:lnTo>
                      <a:pt x="329" y="447"/>
                    </a:lnTo>
                    <a:lnTo>
                      <a:pt x="329" y="451"/>
                    </a:lnTo>
                    <a:lnTo>
                      <a:pt x="329" y="456"/>
                    </a:lnTo>
                    <a:lnTo>
                      <a:pt x="327" y="460"/>
                    </a:lnTo>
                    <a:lnTo>
                      <a:pt x="325" y="465"/>
                    </a:lnTo>
                    <a:lnTo>
                      <a:pt x="323" y="468"/>
                    </a:lnTo>
                    <a:lnTo>
                      <a:pt x="318" y="471"/>
                    </a:lnTo>
                    <a:lnTo>
                      <a:pt x="315" y="473"/>
                    </a:lnTo>
                    <a:lnTo>
                      <a:pt x="310" y="474"/>
                    </a:lnTo>
                    <a:lnTo>
                      <a:pt x="306" y="474"/>
                    </a:lnTo>
                    <a:close/>
                    <a:moveTo>
                      <a:pt x="510" y="474"/>
                    </a:moveTo>
                    <a:lnTo>
                      <a:pt x="506" y="474"/>
                    </a:lnTo>
                    <a:lnTo>
                      <a:pt x="501" y="473"/>
                    </a:lnTo>
                    <a:lnTo>
                      <a:pt x="498" y="471"/>
                    </a:lnTo>
                    <a:lnTo>
                      <a:pt x="493" y="468"/>
                    </a:lnTo>
                    <a:lnTo>
                      <a:pt x="491" y="465"/>
                    </a:lnTo>
                    <a:lnTo>
                      <a:pt x="489" y="460"/>
                    </a:lnTo>
                    <a:lnTo>
                      <a:pt x="487" y="456"/>
                    </a:lnTo>
                    <a:lnTo>
                      <a:pt x="487" y="451"/>
                    </a:lnTo>
                    <a:lnTo>
                      <a:pt x="487" y="447"/>
                    </a:lnTo>
                    <a:lnTo>
                      <a:pt x="489" y="442"/>
                    </a:lnTo>
                    <a:lnTo>
                      <a:pt x="491" y="438"/>
                    </a:lnTo>
                    <a:lnTo>
                      <a:pt x="493" y="435"/>
                    </a:lnTo>
                    <a:lnTo>
                      <a:pt x="498" y="431"/>
                    </a:lnTo>
                    <a:lnTo>
                      <a:pt x="501" y="429"/>
                    </a:lnTo>
                    <a:lnTo>
                      <a:pt x="506" y="428"/>
                    </a:lnTo>
                    <a:lnTo>
                      <a:pt x="510" y="427"/>
                    </a:lnTo>
                    <a:lnTo>
                      <a:pt x="515" y="428"/>
                    </a:lnTo>
                    <a:lnTo>
                      <a:pt x="520" y="429"/>
                    </a:lnTo>
                    <a:lnTo>
                      <a:pt x="523" y="431"/>
                    </a:lnTo>
                    <a:lnTo>
                      <a:pt x="527" y="435"/>
                    </a:lnTo>
                    <a:lnTo>
                      <a:pt x="530" y="438"/>
                    </a:lnTo>
                    <a:lnTo>
                      <a:pt x="532" y="442"/>
                    </a:lnTo>
                    <a:lnTo>
                      <a:pt x="534" y="447"/>
                    </a:lnTo>
                    <a:lnTo>
                      <a:pt x="534" y="451"/>
                    </a:lnTo>
                    <a:lnTo>
                      <a:pt x="534" y="456"/>
                    </a:lnTo>
                    <a:lnTo>
                      <a:pt x="532" y="460"/>
                    </a:lnTo>
                    <a:lnTo>
                      <a:pt x="530" y="465"/>
                    </a:lnTo>
                    <a:lnTo>
                      <a:pt x="527" y="468"/>
                    </a:lnTo>
                    <a:lnTo>
                      <a:pt x="523" y="471"/>
                    </a:lnTo>
                    <a:lnTo>
                      <a:pt x="520" y="473"/>
                    </a:lnTo>
                    <a:lnTo>
                      <a:pt x="515" y="474"/>
                    </a:lnTo>
                    <a:lnTo>
                      <a:pt x="510" y="47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1" name="Freeform 447">
                <a:extLst>
                  <a:ext uri="{FF2B5EF4-FFF2-40B4-BE49-F238E27FC236}">
                    <a16:creationId xmlns:a16="http://schemas.microsoft.com/office/drawing/2014/main" id="{21B62F01-DF9D-4834-9694-752BEFE01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938" y="3424238"/>
                <a:ext cx="14288" cy="14288"/>
              </a:xfrm>
              <a:custGeom>
                <a:avLst/>
                <a:gdLst>
                  <a:gd name="T0" fmla="*/ 23 w 27"/>
                  <a:gd name="T1" fmla="*/ 5 h 28"/>
                  <a:gd name="T2" fmla="*/ 18 w 27"/>
                  <a:gd name="T3" fmla="*/ 1 h 28"/>
                  <a:gd name="T4" fmla="*/ 13 w 27"/>
                  <a:gd name="T5" fmla="*/ 0 h 28"/>
                  <a:gd name="T6" fmla="*/ 8 w 27"/>
                  <a:gd name="T7" fmla="*/ 1 h 28"/>
                  <a:gd name="T8" fmla="*/ 3 w 27"/>
                  <a:gd name="T9" fmla="*/ 5 h 28"/>
                  <a:gd name="T10" fmla="*/ 1 w 27"/>
                  <a:gd name="T11" fmla="*/ 9 h 28"/>
                  <a:gd name="T12" fmla="*/ 0 w 27"/>
                  <a:gd name="T13" fmla="*/ 14 h 28"/>
                  <a:gd name="T14" fmla="*/ 1 w 27"/>
                  <a:gd name="T15" fmla="*/ 20 h 28"/>
                  <a:gd name="T16" fmla="*/ 3 w 27"/>
                  <a:gd name="T17" fmla="*/ 24 h 28"/>
                  <a:gd name="T18" fmla="*/ 8 w 27"/>
                  <a:gd name="T19" fmla="*/ 27 h 28"/>
                  <a:gd name="T20" fmla="*/ 13 w 27"/>
                  <a:gd name="T21" fmla="*/ 28 h 28"/>
                  <a:gd name="T22" fmla="*/ 18 w 27"/>
                  <a:gd name="T23" fmla="*/ 27 h 28"/>
                  <a:gd name="T24" fmla="*/ 23 w 27"/>
                  <a:gd name="T25" fmla="*/ 24 h 28"/>
                  <a:gd name="T26" fmla="*/ 26 w 27"/>
                  <a:gd name="T27" fmla="*/ 20 h 28"/>
                  <a:gd name="T28" fmla="*/ 27 w 27"/>
                  <a:gd name="T29" fmla="*/ 14 h 28"/>
                  <a:gd name="T30" fmla="*/ 26 w 27"/>
                  <a:gd name="T31" fmla="*/ 9 h 28"/>
                  <a:gd name="T32" fmla="*/ 23 w 27"/>
                  <a:gd name="T33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8">
                    <a:moveTo>
                      <a:pt x="23" y="5"/>
                    </a:moveTo>
                    <a:lnTo>
                      <a:pt x="18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3" y="28"/>
                    </a:lnTo>
                    <a:lnTo>
                      <a:pt x="18" y="27"/>
                    </a:lnTo>
                    <a:lnTo>
                      <a:pt x="23" y="24"/>
                    </a:lnTo>
                    <a:lnTo>
                      <a:pt x="26" y="20"/>
                    </a:lnTo>
                    <a:lnTo>
                      <a:pt x="27" y="14"/>
                    </a:lnTo>
                    <a:lnTo>
                      <a:pt x="26" y="9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2" name="Freeform 448">
                <a:extLst>
                  <a:ext uri="{FF2B5EF4-FFF2-40B4-BE49-F238E27FC236}">
                    <a16:creationId xmlns:a16="http://schemas.microsoft.com/office/drawing/2014/main" id="{3E8663BC-18CC-430E-B5F1-E420DEF0E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1801" y="3424238"/>
                <a:ext cx="68263" cy="14288"/>
              </a:xfrm>
              <a:custGeom>
                <a:avLst/>
                <a:gdLst>
                  <a:gd name="T0" fmla="*/ 115 w 129"/>
                  <a:gd name="T1" fmla="*/ 0 h 28"/>
                  <a:gd name="T2" fmla="*/ 14 w 129"/>
                  <a:gd name="T3" fmla="*/ 0 h 28"/>
                  <a:gd name="T4" fmla="*/ 9 w 129"/>
                  <a:gd name="T5" fmla="*/ 1 h 28"/>
                  <a:gd name="T6" fmla="*/ 4 w 129"/>
                  <a:gd name="T7" fmla="*/ 5 h 28"/>
                  <a:gd name="T8" fmla="*/ 1 w 129"/>
                  <a:gd name="T9" fmla="*/ 9 h 28"/>
                  <a:gd name="T10" fmla="*/ 0 w 129"/>
                  <a:gd name="T11" fmla="*/ 14 h 28"/>
                  <a:gd name="T12" fmla="*/ 1 w 129"/>
                  <a:gd name="T13" fmla="*/ 20 h 28"/>
                  <a:gd name="T14" fmla="*/ 4 w 129"/>
                  <a:gd name="T15" fmla="*/ 24 h 28"/>
                  <a:gd name="T16" fmla="*/ 9 w 129"/>
                  <a:gd name="T17" fmla="*/ 27 h 28"/>
                  <a:gd name="T18" fmla="*/ 14 w 129"/>
                  <a:gd name="T19" fmla="*/ 28 h 28"/>
                  <a:gd name="T20" fmla="*/ 115 w 129"/>
                  <a:gd name="T21" fmla="*/ 28 h 28"/>
                  <a:gd name="T22" fmla="*/ 120 w 129"/>
                  <a:gd name="T23" fmla="*/ 27 h 28"/>
                  <a:gd name="T24" fmla="*/ 124 w 129"/>
                  <a:gd name="T25" fmla="*/ 24 h 28"/>
                  <a:gd name="T26" fmla="*/ 128 w 129"/>
                  <a:gd name="T27" fmla="*/ 20 h 28"/>
                  <a:gd name="T28" fmla="*/ 129 w 129"/>
                  <a:gd name="T29" fmla="*/ 14 h 28"/>
                  <a:gd name="T30" fmla="*/ 128 w 129"/>
                  <a:gd name="T31" fmla="*/ 9 h 28"/>
                  <a:gd name="T32" fmla="*/ 124 w 129"/>
                  <a:gd name="T33" fmla="*/ 5 h 28"/>
                  <a:gd name="T34" fmla="*/ 120 w 129"/>
                  <a:gd name="T35" fmla="*/ 1 h 28"/>
                  <a:gd name="T36" fmla="*/ 115 w 129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9" h="28">
                    <a:moveTo>
                      <a:pt x="115" y="0"/>
                    </a:moveTo>
                    <a:lnTo>
                      <a:pt x="14" y="0"/>
                    </a:lnTo>
                    <a:lnTo>
                      <a:pt x="9" y="1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15" y="28"/>
                    </a:lnTo>
                    <a:lnTo>
                      <a:pt x="120" y="27"/>
                    </a:lnTo>
                    <a:lnTo>
                      <a:pt x="124" y="24"/>
                    </a:lnTo>
                    <a:lnTo>
                      <a:pt x="128" y="20"/>
                    </a:lnTo>
                    <a:lnTo>
                      <a:pt x="129" y="14"/>
                    </a:lnTo>
                    <a:lnTo>
                      <a:pt x="128" y="9"/>
                    </a:lnTo>
                    <a:lnTo>
                      <a:pt x="124" y="5"/>
                    </a:lnTo>
                    <a:lnTo>
                      <a:pt x="120" y="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7DE6A37C-DDC5-4AEA-8BCF-E51985E837DF}"/>
                </a:ext>
              </a:extLst>
            </p:cNvPr>
            <p:cNvSpPr/>
            <p:nvPr/>
          </p:nvSpPr>
          <p:spPr>
            <a:xfrm>
              <a:off x="6153979" y="1627251"/>
              <a:ext cx="2440306" cy="3939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AF43C317-62F8-4B04-B091-E7AB247DCDD5}"/>
              </a:ext>
            </a:extLst>
          </p:cNvPr>
          <p:cNvGrpSpPr/>
          <p:nvPr/>
        </p:nvGrpSpPr>
        <p:grpSpPr>
          <a:xfrm>
            <a:off x="8671288" y="1060544"/>
            <a:ext cx="2440306" cy="1034957"/>
            <a:chOff x="8683199" y="986248"/>
            <a:chExt cx="2440306" cy="1034957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0D00544-DE84-4B03-A270-3E4C08EF0731}"/>
                </a:ext>
              </a:extLst>
            </p:cNvPr>
            <p:cNvGrpSpPr/>
            <p:nvPr/>
          </p:nvGrpSpPr>
          <p:grpSpPr>
            <a:xfrm>
              <a:off x="9713929" y="986248"/>
              <a:ext cx="378847" cy="529040"/>
              <a:chOff x="10315576" y="3241676"/>
              <a:chExt cx="268288" cy="374650"/>
            </a:xfrm>
            <a:solidFill>
              <a:schemeClr val="bg1"/>
            </a:solidFill>
          </p:grpSpPr>
          <p:sp>
            <p:nvSpPr>
              <p:cNvPr id="152" name="Freeform 242">
                <a:extLst>
                  <a:ext uri="{FF2B5EF4-FFF2-40B4-BE49-F238E27FC236}">
                    <a16:creationId xmlns:a16="http://schemas.microsoft.com/office/drawing/2014/main" id="{BBE3798B-DF20-46C9-9291-0BBCEF2A4F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12414" y="3425826"/>
                <a:ext cx="74613" cy="114300"/>
              </a:xfrm>
              <a:custGeom>
                <a:avLst/>
                <a:gdLst>
                  <a:gd name="T0" fmla="*/ 113 w 140"/>
                  <a:gd name="T1" fmla="*/ 15 h 215"/>
                  <a:gd name="T2" fmla="*/ 101 w 140"/>
                  <a:gd name="T3" fmla="*/ 7 h 215"/>
                  <a:gd name="T4" fmla="*/ 88 w 140"/>
                  <a:gd name="T5" fmla="*/ 2 h 215"/>
                  <a:gd name="T6" fmla="*/ 75 w 140"/>
                  <a:gd name="T7" fmla="*/ 0 h 215"/>
                  <a:gd name="T8" fmla="*/ 61 w 140"/>
                  <a:gd name="T9" fmla="*/ 1 h 215"/>
                  <a:gd name="T10" fmla="*/ 48 w 140"/>
                  <a:gd name="T11" fmla="*/ 3 h 215"/>
                  <a:gd name="T12" fmla="*/ 37 w 140"/>
                  <a:gd name="T13" fmla="*/ 8 h 215"/>
                  <a:gd name="T14" fmla="*/ 26 w 140"/>
                  <a:gd name="T15" fmla="*/ 16 h 215"/>
                  <a:gd name="T16" fmla="*/ 17 w 140"/>
                  <a:gd name="T17" fmla="*/ 24 h 215"/>
                  <a:gd name="T18" fmla="*/ 10 w 140"/>
                  <a:gd name="T19" fmla="*/ 35 h 215"/>
                  <a:gd name="T20" fmla="*/ 4 w 140"/>
                  <a:gd name="T21" fmla="*/ 47 h 215"/>
                  <a:gd name="T22" fmla="*/ 1 w 140"/>
                  <a:gd name="T23" fmla="*/ 59 h 215"/>
                  <a:gd name="T24" fmla="*/ 0 w 140"/>
                  <a:gd name="T25" fmla="*/ 74 h 215"/>
                  <a:gd name="T26" fmla="*/ 3 w 140"/>
                  <a:gd name="T27" fmla="*/ 90 h 215"/>
                  <a:gd name="T28" fmla="*/ 10 w 140"/>
                  <a:gd name="T29" fmla="*/ 104 h 215"/>
                  <a:gd name="T30" fmla="*/ 19 w 140"/>
                  <a:gd name="T31" fmla="*/ 117 h 215"/>
                  <a:gd name="T32" fmla="*/ 25 w 140"/>
                  <a:gd name="T33" fmla="*/ 171 h 215"/>
                  <a:gd name="T34" fmla="*/ 28 w 140"/>
                  <a:gd name="T35" fmla="*/ 189 h 215"/>
                  <a:gd name="T36" fmla="*/ 38 w 140"/>
                  <a:gd name="T37" fmla="*/ 203 h 215"/>
                  <a:gd name="T38" fmla="*/ 53 w 140"/>
                  <a:gd name="T39" fmla="*/ 212 h 215"/>
                  <a:gd name="T40" fmla="*/ 70 w 140"/>
                  <a:gd name="T41" fmla="*/ 215 h 215"/>
                  <a:gd name="T42" fmla="*/ 87 w 140"/>
                  <a:gd name="T43" fmla="*/ 212 h 215"/>
                  <a:gd name="T44" fmla="*/ 101 w 140"/>
                  <a:gd name="T45" fmla="*/ 203 h 215"/>
                  <a:gd name="T46" fmla="*/ 111 w 140"/>
                  <a:gd name="T47" fmla="*/ 189 h 215"/>
                  <a:gd name="T48" fmla="*/ 115 w 140"/>
                  <a:gd name="T49" fmla="*/ 171 h 215"/>
                  <a:gd name="T50" fmla="*/ 120 w 140"/>
                  <a:gd name="T51" fmla="*/ 117 h 215"/>
                  <a:gd name="T52" fmla="*/ 129 w 140"/>
                  <a:gd name="T53" fmla="*/ 105 h 215"/>
                  <a:gd name="T54" fmla="*/ 135 w 140"/>
                  <a:gd name="T55" fmla="*/ 92 h 215"/>
                  <a:gd name="T56" fmla="*/ 139 w 140"/>
                  <a:gd name="T57" fmla="*/ 77 h 215"/>
                  <a:gd name="T58" fmla="*/ 139 w 140"/>
                  <a:gd name="T59" fmla="*/ 62 h 215"/>
                  <a:gd name="T60" fmla="*/ 136 w 140"/>
                  <a:gd name="T61" fmla="*/ 49 h 215"/>
                  <a:gd name="T62" fmla="*/ 131 w 140"/>
                  <a:gd name="T63" fmla="*/ 36 h 215"/>
                  <a:gd name="T64" fmla="*/ 122 w 140"/>
                  <a:gd name="T65" fmla="*/ 24 h 215"/>
                  <a:gd name="T66" fmla="*/ 96 w 140"/>
                  <a:gd name="T67" fmla="*/ 102 h 215"/>
                  <a:gd name="T68" fmla="*/ 89 w 140"/>
                  <a:gd name="T69" fmla="*/ 110 h 215"/>
                  <a:gd name="T70" fmla="*/ 87 w 140"/>
                  <a:gd name="T71" fmla="*/ 121 h 215"/>
                  <a:gd name="T72" fmla="*/ 86 w 140"/>
                  <a:gd name="T73" fmla="*/ 175 h 215"/>
                  <a:gd name="T74" fmla="*/ 84 w 140"/>
                  <a:gd name="T75" fmla="*/ 181 h 215"/>
                  <a:gd name="T76" fmla="*/ 80 w 140"/>
                  <a:gd name="T77" fmla="*/ 185 h 215"/>
                  <a:gd name="T78" fmla="*/ 73 w 140"/>
                  <a:gd name="T79" fmla="*/ 188 h 215"/>
                  <a:gd name="T80" fmla="*/ 67 w 140"/>
                  <a:gd name="T81" fmla="*/ 188 h 215"/>
                  <a:gd name="T82" fmla="*/ 60 w 140"/>
                  <a:gd name="T83" fmla="*/ 185 h 215"/>
                  <a:gd name="T84" fmla="*/ 56 w 140"/>
                  <a:gd name="T85" fmla="*/ 181 h 215"/>
                  <a:gd name="T86" fmla="*/ 53 w 140"/>
                  <a:gd name="T87" fmla="*/ 175 h 215"/>
                  <a:gd name="T88" fmla="*/ 53 w 140"/>
                  <a:gd name="T89" fmla="*/ 121 h 215"/>
                  <a:gd name="T90" fmla="*/ 51 w 140"/>
                  <a:gd name="T91" fmla="*/ 110 h 215"/>
                  <a:gd name="T92" fmla="*/ 44 w 140"/>
                  <a:gd name="T93" fmla="*/ 102 h 215"/>
                  <a:gd name="T94" fmla="*/ 40 w 140"/>
                  <a:gd name="T95" fmla="*/ 98 h 215"/>
                  <a:gd name="T96" fmla="*/ 34 w 140"/>
                  <a:gd name="T97" fmla="*/ 91 h 215"/>
                  <a:gd name="T98" fmla="*/ 30 w 140"/>
                  <a:gd name="T99" fmla="*/ 81 h 215"/>
                  <a:gd name="T100" fmla="*/ 28 w 140"/>
                  <a:gd name="T101" fmla="*/ 73 h 215"/>
                  <a:gd name="T102" fmla="*/ 29 w 140"/>
                  <a:gd name="T103" fmla="*/ 60 h 215"/>
                  <a:gd name="T104" fmla="*/ 36 w 140"/>
                  <a:gd name="T105" fmla="*/ 45 h 215"/>
                  <a:gd name="T106" fmla="*/ 46 w 140"/>
                  <a:gd name="T107" fmla="*/ 35 h 215"/>
                  <a:gd name="T108" fmla="*/ 60 w 140"/>
                  <a:gd name="T109" fmla="*/ 29 h 215"/>
                  <a:gd name="T110" fmla="*/ 69 w 140"/>
                  <a:gd name="T111" fmla="*/ 28 h 215"/>
                  <a:gd name="T112" fmla="*/ 77 w 140"/>
                  <a:gd name="T113" fmla="*/ 29 h 215"/>
                  <a:gd name="T114" fmla="*/ 92 w 140"/>
                  <a:gd name="T115" fmla="*/ 34 h 215"/>
                  <a:gd name="T116" fmla="*/ 104 w 140"/>
                  <a:gd name="T117" fmla="*/ 46 h 215"/>
                  <a:gd name="T118" fmla="*/ 111 w 140"/>
                  <a:gd name="T119" fmla="*/ 61 h 215"/>
                  <a:gd name="T120" fmla="*/ 111 w 140"/>
                  <a:gd name="T121" fmla="*/ 78 h 215"/>
                  <a:gd name="T122" fmla="*/ 102 w 140"/>
                  <a:gd name="T123" fmla="*/ 9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5">
                    <a:moveTo>
                      <a:pt x="118" y="19"/>
                    </a:moveTo>
                    <a:lnTo>
                      <a:pt x="113" y="15"/>
                    </a:lnTo>
                    <a:lnTo>
                      <a:pt x="107" y="10"/>
                    </a:lnTo>
                    <a:lnTo>
                      <a:pt x="101" y="7"/>
                    </a:lnTo>
                    <a:lnTo>
                      <a:pt x="95" y="4"/>
                    </a:lnTo>
                    <a:lnTo>
                      <a:pt x="88" y="2"/>
                    </a:lnTo>
                    <a:lnTo>
                      <a:pt x="82" y="1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8" y="3"/>
                    </a:lnTo>
                    <a:lnTo>
                      <a:pt x="42" y="5"/>
                    </a:lnTo>
                    <a:lnTo>
                      <a:pt x="37" y="8"/>
                    </a:lnTo>
                    <a:lnTo>
                      <a:pt x="31" y="11"/>
                    </a:lnTo>
                    <a:lnTo>
                      <a:pt x="26" y="16"/>
                    </a:lnTo>
                    <a:lnTo>
                      <a:pt x="22" y="20"/>
                    </a:lnTo>
                    <a:lnTo>
                      <a:pt x="17" y="24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7" y="40"/>
                    </a:lnTo>
                    <a:lnTo>
                      <a:pt x="4" y="47"/>
                    </a:lnTo>
                    <a:lnTo>
                      <a:pt x="2" y="52"/>
                    </a:lnTo>
                    <a:lnTo>
                      <a:pt x="1" y="59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1" y="82"/>
                    </a:lnTo>
                    <a:lnTo>
                      <a:pt x="3" y="90"/>
                    </a:lnTo>
                    <a:lnTo>
                      <a:pt x="7" y="97"/>
                    </a:lnTo>
                    <a:lnTo>
                      <a:pt x="10" y="104"/>
                    </a:lnTo>
                    <a:lnTo>
                      <a:pt x="14" y="110"/>
                    </a:lnTo>
                    <a:lnTo>
                      <a:pt x="19" y="117"/>
                    </a:lnTo>
                    <a:lnTo>
                      <a:pt x="25" y="122"/>
                    </a:lnTo>
                    <a:lnTo>
                      <a:pt x="25" y="171"/>
                    </a:lnTo>
                    <a:lnTo>
                      <a:pt x="26" y="180"/>
                    </a:lnTo>
                    <a:lnTo>
                      <a:pt x="28" y="189"/>
                    </a:lnTo>
                    <a:lnTo>
                      <a:pt x="32" y="196"/>
                    </a:lnTo>
                    <a:lnTo>
                      <a:pt x="38" y="203"/>
                    </a:lnTo>
                    <a:lnTo>
                      <a:pt x="45" y="208"/>
                    </a:lnTo>
                    <a:lnTo>
                      <a:pt x="53" y="212"/>
                    </a:lnTo>
                    <a:lnTo>
                      <a:pt x="61" y="215"/>
                    </a:lnTo>
                    <a:lnTo>
                      <a:pt x="70" y="215"/>
                    </a:lnTo>
                    <a:lnTo>
                      <a:pt x="78" y="215"/>
                    </a:lnTo>
                    <a:lnTo>
                      <a:pt x="87" y="212"/>
                    </a:lnTo>
                    <a:lnTo>
                      <a:pt x="95" y="208"/>
                    </a:lnTo>
                    <a:lnTo>
                      <a:pt x="101" y="203"/>
                    </a:lnTo>
                    <a:lnTo>
                      <a:pt x="106" y="196"/>
                    </a:lnTo>
                    <a:lnTo>
                      <a:pt x="111" y="189"/>
                    </a:lnTo>
                    <a:lnTo>
                      <a:pt x="114" y="180"/>
                    </a:lnTo>
                    <a:lnTo>
                      <a:pt x="115" y="171"/>
                    </a:lnTo>
                    <a:lnTo>
                      <a:pt x="115" y="122"/>
                    </a:lnTo>
                    <a:lnTo>
                      <a:pt x="120" y="117"/>
                    </a:lnTo>
                    <a:lnTo>
                      <a:pt x="125" y="111"/>
                    </a:lnTo>
                    <a:lnTo>
                      <a:pt x="129" y="105"/>
                    </a:lnTo>
                    <a:lnTo>
                      <a:pt x="133" y="98"/>
                    </a:lnTo>
                    <a:lnTo>
                      <a:pt x="135" y="92"/>
                    </a:lnTo>
                    <a:lnTo>
                      <a:pt x="137" y="84"/>
                    </a:lnTo>
                    <a:lnTo>
                      <a:pt x="139" y="77"/>
                    </a:lnTo>
                    <a:lnTo>
                      <a:pt x="140" y="69"/>
                    </a:lnTo>
                    <a:lnTo>
                      <a:pt x="139" y="62"/>
                    </a:lnTo>
                    <a:lnTo>
                      <a:pt x="137" y="55"/>
                    </a:lnTo>
                    <a:lnTo>
                      <a:pt x="136" y="49"/>
                    </a:lnTo>
                    <a:lnTo>
                      <a:pt x="134" y="43"/>
                    </a:lnTo>
                    <a:lnTo>
                      <a:pt x="131" y="36"/>
                    </a:lnTo>
                    <a:lnTo>
                      <a:pt x="127" y="30"/>
                    </a:lnTo>
                    <a:lnTo>
                      <a:pt x="122" y="24"/>
                    </a:lnTo>
                    <a:lnTo>
                      <a:pt x="118" y="19"/>
                    </a:lnTo>
                    <a:close/>
                    <a:moveTo>
                      <a:pt x="96" y="102"/>
                    </a:moveTo>
                    <a:lnTo>
                      <a:pt x="92" y="106"/>
                    </a:lnTo>
                    <a:lnTo>
                      <a:pt x="89" y="110"/>
                    </a:lnTo>
                    <a:lnTo>
                      <a:pt x="87" y="116"/>
                    </a:lnTo>
                    <a:lnTo>
                      <a:pt x="87" y="121"/>
                    </a:lnTo>
                    <a:lnTo>
                      <a:pt x="87" y="171"/>
                    </a:lnTo>
                    <a:lnTo>
                      <a:pt x="86" y="175"/>
                    </a:lnTo>
                    <a:lnTo>
                      <a:pt x="85" y="178"/>
                    </a:lnTo>
                    <a:lnTo>
                      <a:pt x="84" y="181"/>
                    </a:lnTo>
                    <a:lnTo>
                      <a:pt x="82" y="183"/>
                    </a:lnTo>
                    <a:lnTo>
                      <a:pt x="80" y="185"/>
                    </a:lnTo>
                    <a:lnTo>
                      <a:pt x="76" y="186"/>
                    </a:lnTo>
                    <a:lnTo>
                      <a:pt x="73" y="188"/>
                    </a:lnTo>
                    <a:lnTo>
                      <a:pt x="70" y="189"/>
                    </a:lnTo>
                    <a:lnTo>
                      <a:pt x="67" y="188"/>
                    </a:lnTo>
                    <a:lnTo>
                      <a:pt x="63" y="186"/>
                    </a:lnTo>
                    <a:lnTo>
                      <a:pt x="60" y="185"/>
                    </a:lnTo>
                    <a:lnTo>
                      <a:pt x="58" y="183"/>
                    </a:lnTo>
                    <a:lnTo>
                      <a:pt x="56" y="181"/>
                    </a:lnTo>
                    <a:lnTo>
                      <a:pt x="54" y="178"/>
                    </a:lnTo>
                    <a:lnTo>
                      <a:pt x="53" y="175"/>
                    </a:lnTo>
                    <a:lnTo>
                      <a:pt x="53" y="171"/>
                    </a:lnTo>
                    <a:lnTo>
                      <a:pt x="53" y="121"/>
                    </a:lnTo>
                    <a:lnTo>
                      <a:pt x="53" y="116"/>
                    </a:lnTo>
                    <a:lnTo>
                      <a:pt x="51" y="110"/>
                    </a:lnTo>
                    <a:lnTo>
                      <a:pt x="47" y="106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0" y="98"/>
                    </a:lnTo>
                    <a:lnTo>
                      <a:pt x="37" y="94"/>
                    </a:lnTo>
                    <a:lnTo>
                      <a:pt x="34" y="91"/>
                    </a:lnTo>
                    <a:lnTo>
                      <a:pt x="31" y="87"/>
                    </a:lnTo>
                    <a:lnTo>
                      <a:pt x="30" y="81"/>
                    </a:lnTo>
                    <a:lnTo>
                      <a:pt x="29" y="77"/>
                    </a:lnTo>
                    <a:lnTo>
                      <a:pt x="28" y="73"/>
                    </a:lnTo>
                    <a:lnTo>
                      <a:pt x="28" y="67"/>
                    </a:lnTo>
                    <a:lnTo>
                      <a:pt x="29" y="60"/>
                    </a:lnTo>
                    <a:lnTo>
                      <a:pt x="32" y="52"/>
                    </a:lnTo>
                    <a:lnTo>
                      <a:pt x="36" y="45"/>
                    </a:lnTo>
                    <a:lnTo>
                      <a:pt x="41" y="39"/>
                    </a:lnTo>
                    <a:lnTo>
                      <a:pt x="46" y="35"/>
                    </a:lnTo>
                    <a:lnTo>
                      <a:pt x="54" y="31"/>
                    </a:lnTo>
                    <a:lnTo>
                      <a:pt x="60" y="29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7" y="29"/>
                    </a:lnTo>
                    <a:lnTo>
                      <a:pt x="86" y="31"/>
                    </a:lnTo>
                    <a:lnTo>
                      <a:pt x="92" y="34"/>
                    </a:lnTo>
                    <a:lnTo>
                      <a:pt x="99" y="39"/>
                    </a:lnTo>
                    <a:lnTo>
                      <a:pt x="104" y="46"/>
                    </a:lnTo>
                    <a:lnTo>
                      <a:pt x="109" y="53"/>
                    </a:lnTo>
                    <a:lnTo>
                      <a:pt x="111" y="61"/>
                    </a:lnTo>
                    <a:lnTo>
                      <a:pt x="112" y="69"/>
                    </a:lnTo>
                    <a:lnTo>
                      <a:pt x="111" y="78"/>
                    </a:lnTo>
                    <a:lnTo>
                      <a:pt x="107" y="87"/>
                    </a:lnTo>
                    <a:lnTo>
                      <a:pt x="102" y="95"/>
                    </a:lnTo>
                    <a:lnTo>
                      <a:pt x="96" y="10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3" name="Freeform 243">
                <a:extLst>
                  <a:ext uri="{FF2B5EF4-FFF2-40B4-BE49-F238E27FC236}">
                    <a16:creationId xmlns:a16="http://schemas.microsoft.com/office/drawing/2014/main" id="{CEED8EE7-B93A-4E3A-91B0-F71376689B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8751" y="3241676"/>
                <a:ext cx="265113" cy="374650"/>
              </a:xfrm>
              <a:custGeom>
                <a:avLst/>
                <a:gdLst>
                  <a:gd name="T0" fmla="*/ 414 w 500"/>
                  <a:gd name="T1" fmla="*/ 110 h 710"/>
                  <a:gd name="T2" fmla="*/ 349 w 500"/>
                  <a:gd name="T3" fmla="*/ 31 h 710"/>
                  <a:gd name="T4" fmla="*/ 248 w 500"/>
                  <a:gd name="T5" fmla="*/ 0 h 710"/>
                  <a:gd name="T6" fmla="*/ 147 w 500"/>
                  <a:gd name="T7" fmla="*/ 31 h 710"/>
                  <a:gd name="T8" fmla="*/ 82 w 500"/>
                  <a:gd name="T9" fmla="*/ 110 h 710"/>
                  <a:gd name="T10" fmla="*/ 55 w 500"/>
                  <a:gd name="T11" fmla="*/ 294 h 710"/>
                  <a:gd name="T12" fmla="*/ 4 w 500"/>
                  <a:gd name="T13" fmla="*/ 389 h 710"/>
                  <a:gd name="T14" fmla="*/ 16 w 500"/>
                  <a:gd name="T15" fmla="*/ 424 h 710"/>
                  <a:gd name="T16" fmla="*/ 46 w 500"/>
                  <a:gd name="T17" fmla="*/ 357 h 710"/>
                  <a:gd name="T18" fmla="*/ 121 w 500"/>
                  <a:gd name="T19" fmla="*/ 272 h 710"/>
                  <a:gd name="T20" fmla="*/ 227 w 500"/>
                  <a:gd name="T21" fmla="*/ 234 h 710"/>
                  <a:gd name="T22" fmla="*/ 304 w 500"/>
                  <a:gd name="T23" fmla="*/ 240 h 710"/>
                  <a:gd name="T24" fmla="*/ 391 w 500"/>
                  <a:gd name="T25" fmla="*/ 284 h 710"/>
                  <a:gd name="T26" fmla="*/ 459 w 500"/>
                  <a:gd name="T27" fmla="*/ 381 h 710"/>
                  <a:gd name="T28" fmla="*/ 472 w 500"/>
                  <a:gd name="T29" fmla="*/ 446 h 710"/>
                  <a:gd name="T30" fmla="*/ 466 w 500"/>
                  <a:gd name="T31" fmla="*/ 514 h 710"/>
                  <a:gd name="T32" fmla="*/ 422 w 500"/>
                  <a:gd name="T33" fmla="*/ 601 h 710"/>
                  <a:gd name="T34" fmla="*/ 325 w 500"/>
                  <a:gd name="T35" fmla="*/ 670 h 710"/>
                  <a:gd name="T36" fmla="*/ 260 w 500"/>
                  <a:gd name="T37" fmla="*/ 682 h 710"/>
                  <a:gd name="T38" fmla="*/ 153 w 500"/>
                  <a:gd name="T39" fmla="*/ 662 h 710"/>
                  <a:gd name="T40" fmla="*/ 67 w 500"/>
                  <a:gd name="T41" fmla="*/ 591 h 710"/>
                  <a:gd name="T42" fmla="*/ 26 w 500"/>
                  <a:gd name="T43" fmla="*/ 498 h 710"/>
                  <a:gd name="T44" fmla="*/ 0 w 500"/>
                  <a:gd name="T45" fmla="*/ 503 h 710"/>
                  <a:gd name="T46" fmla="*/ 43 w 500"/>
                  <a:gd name="T47" fmla="*/ 606 h 710"/>
                  <a:gd name="T48" fmla="*/ 143 w 500"/>
                  <a:gd name="T49" fmla="*/ 688 h 710"/>
                  <a:gd name="T50" fmla="*/ 261 w 500"/>
                  <a:gd name="T51" fmla="*/ 710 h 710"/>
                  <a:gd name="T52" fmla="*/ 335 w 500"/>
                  <a:gd name="T53" fmla="*/ 695 h 710"/>
                  <a:gd name="T54" fmla="*/ 399 w 500"/>
                  <a:gd name="T55" fmla="*/ 660 h 710"/>
                  <a:gd name="T56" fmla="*/ 451 w 500"/>
                  <a:gd name="T57" fmla="*/ 609 h 710"/>
                  <a:gd name="T58" fmla="*/ 485 w 500"/>
                  <a:gd name="T59" fmla="*/ 545 h 710"/>
                  <a:gd name="T60" fmla="*/ 500 w 500"/>
                  <a:gd name="T61" fmla="*/ 471 h 710"/>
                  <a:gd name="T62" fmla="*/ 492 w 500"/>
                  <a:gd name="T63" fmla="*/ 396 h 710"/>
                  <a:gd name="T64" fmla="*/ 465 w 500"/>
                  <a:gd name="T65" fmla="*/ 328 h 710"/>
                  <a:gd name="T66" fmla="*/ 334 w 500"/>
                  <a:gd name="T67" fmla="*/ 220 h 710"/>
                  <a:gd name="T68" fmla="*/ 204 w 500"/>
                  <a:gd name="T69" fmla="*/ 209 h 710"/>
                  <a:gd name="T70" fmla="*/ 165 w 500"/>
                  <a:gd name="T71" fmla="*/ 154 h 710"/>
                  <a:gd name="T72" fmla="*/ 193 w 500"/>
                  <a:gd name="T73" fmla="*/ 113 h 710"/>
                  <a:gd name="T74" fmla="*/ 239 w 500"/>
                  <a:gd name="T75" fmla="*/ 94 h 710"/>
                  <a:gd name="T76" fmla="*/ 289 w 500"/>
                  <a:gd name="T77" fmla="*/ 104 h 710"/>
                  <a:gd name="T78" fmla="*/ 323 w 500"/>
                  <a:gd name="T79" fmla="*/ 139 h 710"/>
                  <a:gd name="T80" fmla="*/ 334 w 500"/>
                  <a:gd name="T81" fmla="*/ 220 h 710"/>
                  <a:gd name="T82" fmla="*/ 362 w 500"/>
                  <a:gd name="T83" fmla="*/ 180 h 710"/>
                  <a:gd name="T84" fmla="*/ 342 w 500"/>
                  <a:gd name="T85" fmla="*/ 117 h 710"/>
                  <a:gd name="T86" fmla="*/ 292 w 500"/>
                  <a:gd name="T87" fmla="*/ 75 h 710"/>
                  <a:gd name="T88" fmla="*/ 225 w 500"/>
                  <a:gd name="T89" fmla="*/ 68 h 710"/>
                  <a:gd name="T90" fmla="*/ 167 w 500"/>
                  <a:gd name="T91" fmla="*/ 99 h 710"/>
                  <a:gd name="T92" fmla="*/ 136 w 500"/>
                  <a:gd name="T93" fmla="*/ 157 h 710"/>
                  <a:gd name="T94" fmla="*/ 104 w 500"/>
                  <a:gd name="T95" fmla="*/ 250 h 710"/>
                  <a:gd name="T96" fmla="*/ 107 w 500"/>
                  <a:gd name="T97" fmla="*/ 121 h 710"/>
                  <a:gd name="T98" fmla="*/ 162 w 500"/>
                  <a:gd name="T99" fmla="*/ 53 h 710"/>
                  <a:gd name="T100" fmla="*/ 248 w 500"/>
                  <a:gd name="T101" fmla="*/ 28 h 710"/>
                  <a:gd name="T102" fmla="*/ 333 w 500"/>
                  <a:gd name="T103" fmla="*/ 53 h 710"/>
                  <a:gd name="T104" fmla="*/ 388 w 500"/>
                  <a:gd name="T105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00" h="710">
                    <a:moveTo>
                      <a:pt x="428" y="281"/>
                    </a:moveTo>
                    <a:lnTo>
                      <a:pt x="428" y="180"/>
                    </a:lnTo>
                    <a:lnTo>
                      <a:pt x="427" y="162"/>
                    </a:lnTo>
                    <a:lnTo>
                      <a:pt x="425" y="144"/>
                    </a:lnTo>
                    <a:lnTo>
                      <a:pt x="421" y="126"/>
                    </a:lnTo>
                    <a:lnTo>
                      <a:pt x="414" y="110"/>
                    </a:lnTo>
                    <a:lnTo>
                      <a:pt x="407" y="94"/>
                    </a:lnTo>
                    <a:lnTo>
                      <a:pt x="397" y="79"/>
                    </a:lnTo>
                    <a:lnTo>
                      <a:pt x="387" y="65"/>
                    </a:lnTo>
                    <a:lnTo>
                      <a:pt x="376" y="52"/>
                    </a:lnTo>
                    <a:lnTo>
                      <a:pt x="363" y="40"/>
                    </a:lnTo>
                    <a:lnTo>
                      <a:pt x="349" y="31"/>
                    </a:lnTo>
                    <a:lnTo>
                      <a:pt x="334" y="21"/>
                    </a:lnTo>
                    <a:lnTo>
                      <a:pt x="318" y="14"/>
                    </a:lnTo>
                    <a:lnTo>
                      <a:pt x="302" y="7"/>
                    </a:lnTo>
                    <a:lnTo>
                      <a:pt x="284" y="3"/>
                    </a:lnTo>
                    <a:lnTo>
                      <a:pt x="266" y="1"/>
                    </a:lnTo>
                    <a:lnTo>
                      <a:pt x="248" y="0"/>
                    </a:lnTo>
                    <a:lnTo>
                      <a:pt x="230" y="1"/>
                    </a:lnTo>
                    <a:lnTo>
                      <a:pt x="211" y="3"/>
                    </a:lnTo>
                    <a:lnTo>
                      <a:pt x="194" y="7"/>
                    </a:lnTo>
                    <a:lnTo>
                      <a:pt x="177" y="14"/>
                    </a:lnTo>
                    <a:lnTo>
                      <a:pt x="162" y="21"/>
                    </a:lnTo>
                    <a:lnTo>
                      <a:pt x="147" y="31"/>
                    </a:lnTo>
                    <a:lnTo>
                      <a:pt x="133" y="40"/>
                    </a:lnTo>
                    <a:lnTo>
                      <a:pt x="120" y="52"/>
                    </a:lnTo>
                    <a:lnTo>
                      <a:pt x="108" y="65"/>
                    </a:lnTo>
                    <a:lnTo>
                      <a:pt x="98" y="79"/>
                    </a:lnTo>
                    <a:lnTo>
                      <a:pt x="89" y="94"/>
                    </a:lnTo>
                    <a:lnTo>
                      <a:pt x="82" y="110"/>
                    </a:lnTo>
                    <a:lnTo>
                      <a:pt x="75" y="126"/>
                    </a:lnTo>
                    <a:lnTo>
                      <a:pt x="71" y="144"/>
                    </a:lnTo>
                    <a:lnTo>
                      <a:pt x="69" y="162"/>
                    </a:lnTo>
                    <a:lnTo>
                      <a:pt x="68" y="180"/>
                    </a:lnTo>
                    <a:lnTo>
                      <a:pt x="68" y="281"/>
                    </a:lnTo>
                    <a:lnTo>
                      <a:pt x="55" y="294"/>
                    </a:lnTo>
                    <a:lnTo>
                      <a:pt x="44" y="309"/>
                    </a:lnTo>
                    <a:lnTo>
                      <a:pt x="33" y="324"/>
                    </a:lnTo>
                    <a:lnTo>
                      <a:pt x="25" y="339"/>
                    </a:lnTo>
                    <a:lnTo>
                      <a:pt x="17" y="355"/>
                    </a:lnTo>
                    <a:lnTo>
                      <a:pt x="10" y="372"/>
                    </a:lnTo>
                    <a:lnTo>
                      <a:pt x="4" y="389"/>
                    </a:lnTo>
                    <a:lnTo>
                      <a:pt x="0" y="407"/>
                    </a:lnTo>
                    <a:lnTo>
                      <a:pt x="0" y="412"/>
                    </a:lnTo>
                    <a:lnTo>
                      <a:pt x="2" y="417"/>
                    </a:lnTo>
                    <a:lnTo>
                      <a:pt x="6" y="422"/>
                    </a:lnTo>
                    <a:lnTo>
                      <a:pt x="11" y="424"/>
                    </a:lnTo>
                    <a:lnTo>
                      <a:pt x="16" y="424"/>
                    </a:lnTo>
                    <a:lnTo>
                      <a:pt x="22" y="422"/>
                    </a:lnTo>
                    <a:lnTo>
                      <a:pt x="26" y="417"/>
                    </a:lnTo>
                    <a:lnTo>
                      <a:pt x="28" y="412"/>
                    </a:lnTo>
                    <a:lnTo>
                      <a:pt x="32" y="394"/>
                    </a:lnTo>
                    <a:lnTo>
                      <a:pt x="39" y="374"/>
                    </a:lnTo>
                    <a:lnTo>
                      <a:pt x="46" y="357"/>
                    </a:lnTo>
                    <a:lnTo>
                      <a:pt x="56" y="340"/>
                    </a:lnTo>
                    <a:lnTo>
                      <a:pt x="67" y="325"/>
                    </a:lnTo>
                    <a:lnTo>
                      <a:pt x="78" y="310"/>
                    </a:lnTo>
                    <a:lnTo>
                      <a:pt x="91" y="296"/>
                    </a:lnTo>
                    <a:lnTo>
                      <a:pt x="105" y="283"/>
                    </a:lnTo>
                    <a:lnTo>
                      <a:pt x="121" y="272"/>
                    </a:lnTo>
                    <a:lnTo>
                      <a:pt x="137" y="263"/>
                    </a:lnTo>
                    <a:lnTo>
                      <a:pt x="153" y="253"/>
                    </a:lnTo>
                    <a:lnTo>
                      <a:pt x="172" y="247"/>
                    </a:lnTo>
                    <a:lnTo>
                      <a:pt x="190" y="240"/>
                    </a:lnTo>
                    <a:lnTo>
                      <a:pt x="208" y="236"/>
                    </a:lnTo>
                    <a:lnTo>
                      <a:pt x="227" y="234"/>
                    </a:lnTo>
                    <a:lnTo>
                      <a:pt x="248" y="233"/>
                    </a:lnTo>
                    <a:lnTo>
                      <a:pt x="260" y="233"/>
                    </a:lnTo>
                    <a:lnTo>
                      <a:pt x="270" y="234"/>
                    </a:lnTo>
                    <a:lnTo>
                      <a:pt x="282" y="236"/>
                    </a:lnTo>
                    <a:lnTo>
                      <a:pt x="293" y="237"/>
                    </a:lnTo>
                    <a:lnTo>
                      <a:pt x="304" y="240"/>
                    </a:lnTo>
                    <a:lnTo>
                      <a:pt x="314" y="243"/>
                    </a:lnTo>
                    <a:lnTo>
                      <a:pt x="325" y="247"/>
                    </a:lnTo>
                    <a:lnTo>
                      <a:pt x="335" y="251"/>
                    </a:lnTo>
                    <a:lnTo>
                      <a:pt x="355" y="259"/>
                    </a:lnTo>
                    <a:lnTo>
                      <a:pt x="373" y="271"/>
                    </a:lnTo>
                    <a:lnTo>
                      <a:pt x="391" y="284"/>
                    </a:lnTo>
                    <a:lnTo>
                      <a:pt x="407" y="299"/>
                    </a:lnTo>
                    <a:lnTo>
                      <a:pt x="422" y="314"/>
                    </a:lnTo>
                    <a:lnTo>
                      <a:pt x="435" y="332"/>
                    </a:lnTo>
                    <a:lnTo>
                      <a:pt x="445" y="351"/>
                    </a:lnTo>
                    <a:lnTo>
                      <a:pt x="455" y="370"/>
                    </a:lnTo>
                    <a:lnTo>
                      <a:pt x="459" y="381"/>
                    </a:lnTo>
                    <a:lnTo>
                      <a:pt x="462" y="390"/>
                    </a:lnTo>
                    <a:lnTo>
                      <a:pt x="466" y="401"/>
                    </a:lnTo>
                    <a:lnTo>
                      <a:pt x="468" y="413"/>
                    </a:lnTo>
                    <a:lnTo>
                      <a:pt x="470" y="424"/>
                    </a:lnTo>
                    <a:lnTo>
                      <a:pt x="471" y="434"/>
                    </a:lnTo>
                    <a:lnTo>
                      <a:pt x="472" y="446"/>
                    </a:lnTo>
                    <a:lnTo>
                      <a:pt x="473" y="458"/>
                    </a:lnTo>
                    <a:lnTo>
                      <a:pt x="472" y="470"/>
                    </a:lnTo>
                    <a:lnTo>
                      <a:pt x="471" y="481"/>
                    </a:lnTo>
                    <a:lnTo>
                      <a:pt x="470" y="492"/>
                    </a:lnTo>
                    <a:lnTo>
                      <a:pt x="468" y="503"/>
                    </a:lnTo>
                    <a:lnTo>
                      <a:pt x="466" y="514"/>
                    </a:lnTo>
                    <a:lnTo>
                      <a:pt x="462" y="525"/>
                    </a:lnTo>
                    <a:lnTo>
                      <a:pt x="459" y="535"/>
                    </a:lnTo>
                    <a:lnTo>
                      <a:pt x="455" y="545"/>
                    </a:lnTo>
                    <a:lnTo>
                      <a:pt x="445" y="565"/>
                    </a:lnTo>
                    <a:lnTo>
                      <a:pt x="435" y="584"/>
                    </a:lnTo>
                    <a:lnTo>
                      <a:pt x="422" y="601"/>
                    </a:lnTo>
                    <a:lnTo>
                      <a:pt x="407" y="617"/>
                    </a:lnTo>
                    <a:lnTo>
                      <a:pt x="391" y="631"/>
                    </a:lnTo>
                    <a:lnTo>
                      <a:pt x="373" y="645"/>
                    </a:lnTo>
                    <a:lnTo>
                      <a:pt x="355" y="656"/>
                    </a:lnTo>
                    <a:lnTo>
                      <a:pt x="335" y="665"/>
                    </a:lnTo>
                    <a:lnTo>
                      <a:pt x="325" y="670"/>
                    </a:lnTo>
                    <a:lnTo>
                      <a:pt x="314" y="673"/>
                    </a:lnTo>
                    <a:lnTo>
                      <a:pt x="304" y="676"/>
                    </a:lnTo>
                    <a:lnTo>
                      <a:pt x="293" y="678"/>
                    </a:lnTo>
                    <a:lnTo>
                      <a:pt x="282" y="680"/>
                    </a:lnTo>
                    <a:lnTo>
                      <a:pt x="270" y="681"/>
                    </a:lnTo>
                    <a:lnTo>
                      <a:pt x="260" y="682"/>
                    </a:lnTo>
                    <a:lnTo>
                      <a:pt x="248" y="682"/>
                    </a:lnTo>
                    <a:lnTo>
                      <a:pt x="227" y="682"/>
                    </a:lnTo>
                    <a:lnTo>
                      <a:pt x="208" y="679"/>
                    </a:lnTo>
                    <a:lnTo>
                      <a:pt x="190" y="675"/>
                    </a:lnTo>
                    <a:lnTo>
                      <a:pt x="172" y="670"/>
                    </a:lnTo>
                    <a:lnTo>
                      <a:pt x="153" y="662"/>
                    </a:lnTo>
                    <a:lnTo>
                      <a:pt x="137" y="653"/>
                    </a:lnTo>
                    <a:lnTo>
                      <a:pt x="121" y="644"/>
                    </a:lnTo>
                    <a:lnTo>
                      <a:pt x="105" y="632"/>
                    </a:lnTo>
                    <a:lnTo>
                      <a:pt x="91" y="619"/>
                    </a:lnTo>
                    <a:lnTo>
                      <a:pt x="78" y="606"/>
                    </a:lnTo>
                    <a:lnTo>
                      <a:pt x="67" y="591"/>
                    </a:lnTo>
                    <a:lnTo>
                      <a:pt x="56" y="575"/>
                    </a:lnTo>
                    <a:lnTo>
                      <a:pt x="46" y="558"/>
                    </a:lnTo>
                    <a:lnTo>
                      <a:pt x="39" y="541"/>
                    </a:lnTo>
                    <a:lnTo>
                      <a:pt x="32" y="522"/>
                    </a:lnTo>
                    <a:lnTo>
                      <a:pt x="28" y="503"/>
                    </a:lnTo>
                    <a:lnTo>
                      <a:pt x="26" y="498"/>
                    </a:lnTo>
                    <a:lnTo>
                      <a:pt x="22" y="495"/>
                    </a:lnTo>
                    <a:lnTo>
                      <a:pt x="16" y="492"/>
                    </a:lnTo>
                    <a:lnTo>
                      <a:pt x="11" y="492"/>
                    </a:lnTo>
                    <a:lnTo>
                      <a:pt x="6" y="495"/>
                    </a:lnTo>
                    <a:lnTo>
                      <a:pt x="2" y="498"/>
                    </a:lnTo>
                    <a:lnTo>
                      <a:pt x="0" y="503"/>
                    </a:lnTo>
                    <a:lnTo>
                      <a:pt x="0" y="509"/>
                    </a:lnTo>
                    <a:lnTo>
                      <a:pt x="5" y="530"/>
                    </a:lnTo>
                    <a:lnTo>
                      <a:pt x="13" y="549"/>
                    </a:lnTo>
                    <a:lnTo>
                      <a:pt x="22" y="570"/>
                    </a:lnTo>
                    <a:lnTo>
                      <a:pt x="31" y="588"/>
                    </a:lnTo>
                    <a:lnTo>
                      <a:pt x="43" y="606"/>
                    </a:lnTo>
                    <a:lnTo>
                      <a:pt x="56" y="622"/>
                    </a:lnTo>
                    <a:lnTo>
                      <a:pt x="71" y="638"/>
                    </a:lnTo>
                    <a:lnTo>
                      <a:pt x="87" y="652"/>
                    </a:lnTo>
                    <a:lnTo>
                      <a:pt x="104" y="666"/>
                    </a:lnTo>
                    <a:lnTo>
                      <a:pt x="123" y="678"/>
                    </a:lnTo>
                    <a:lnTo>
                      <a:pt x="143" y="688"/>
                    </a:lnTo>
                    <a:lnTo>
                      <a:pt x="162" y="695"/>
                    </a:lnTo>
                    <a:lnTo>
                      <a:pt x="184" y="702"/>
                    </a:lnTo>
                    <a:lnTo>
                      <a:pt x="204" y="707"/>
                    </a:lnTo>
                    <a:lnTo>
                      <a:pt x="226" y="709"/>
                    </a:lnTo>
                    <a:lnTo>
                      <a:pt x="248" y="710"/>
                    </a:lnTo>
                    <a:lnTo>
                      <a:pt x="261" y="710"/>
                    </a:lnTo>
                    <a:lnTo>
                      <a:pt x="274" y="709"/>
                    </a:lnTo>
                    <a:lnTo>
                      <a:pt x="287" y="708"/>
                    </a:lnTo>
                    <a:lnTo>
                      <a:pt x="298" y="705"/>
                    </a:lnTo>
                    <a:lnTo>
                      <a:pt x="311" y="703"/>
                    </a:lnTo>
                    <a:lnTo>
                      <a:pt x="323" y="700"/>
                    </a:lnTo>
                    <a:lnTo>
                      <a:pt x="335" y="695"/>
                    </a:lnTo>
                    <a:lnTo>
                      <a:pt x="346" y="691"/>
                    </a:lnTo>
                    <a:lnTo>
                      <a:pt x="357" y="686"/>
                    </a:lnTo>
                    <a:lnTo>
                      <a:pt x="368" y="680"/>
                    </a:lnTo>
                    <a:lnTo>
                      <a:pt x="379" y="674"/>
                    </a:lnTo>
                    <a:lnTo>
                      <a:pt x="388" y="667"/>
                    </a:lnTo>
                    <a:lnTo>
                      <a:pt x="399" y="660"/>
                    </a:lnTo>
                    <a:lnTo>
                      <a:pt x="409" y="652"/>
                    </a:lnTo>
                    <a:lnTo>
                      <a:pt x="417" y="645"/>
                    </a:lnTo>
                    <a:lnTo>
                      <a:pt x="426" y="636"/>
                    </a:lnTo>
                    <a:lnTo>
                      <a:pt x="435" y="628"/>
                    </a:lnTo>
                    <a:lnTo>
                      <a:pt x="443" y="618"/>
                    </a:lnTo>
                    <a:lnTo>
                      <a:pt x="451" y="609"/>
                    </a:lnTo>
                    <a:lnTo>
                      <a:pt x="457" y="599"/>
                    </a:lnTo>
                    <a:lnTo>
                      <a:pt x="464" y="589"/>
                    </a:lnTo>
                    <a:lnTo>
                      <a:pt x="470" y="578"/>
                    </a:lnTo>
                    <a:lnTo>
                      <a:pt x="475" y="568"/>
                    </a:lnTo>
                    <a:lnTo>
                      <a:pt x="481" y="556"/>
                    </a:lnTo>
                    <a:lnTo>
                      <a:pt x="485" y="545"/>
                    </a:lnTo>
                    <a:lnTo>
                      <a:pt x="489" y="533"/>
                    </a:lnTo>
                    <a:lnTo>
                      <a:pt x="492" y="521"/>
                    </a:lnTo>
                    <a:lnTo>
                      <a:pt x="496" y="509"/>
                    </a:lnTo>
                    <a:lnTo>
                      <a:pt x="498" y="497"/>
                    </a:lnTo>
                    <a:lnTo>
                      <a:pt x="499" y="484"/>
                    </a:lnTo>
                    <a:lnTo>
                      <a:pt x="500" y="471"/>
                    </a:lnTo>
                    <a:lnTo>
                      <a:pt x="500" y="458"/>
                    </a:lnTo>
                    <a:lnTo>
                      <a:pt x="500" y="445"/>
                    </a:lnTo>
                    <a:lnTo>
                      <a:pt x="499" y="432"/>
                    </a:lnTo>
                    <a:lnTo>
                      <a:pt x="498" y="419"/>
                    </a:lnTo>
                    <a:lnTo>
                      <a:pt x="496" y="408"/>
                    </a:lnTo>
                    <a:lnTo>
                      <a:pt x="492" y="396"/>
                    </a:lnTo>
                    <a:lnTo>
                      <a:pt x="489" y="384"/>
                    </a:lnTo>
                    <a:lnTo>
                      <a:pt x="485" y="372"/>
                    </a:lnTo>
                    <a:lnTo>
                      <a:pt x="481" y="360"/>
                    </a:lnTo>
                    <a:lnTo>
                      <a:pt x="476" y="350"/>
                    </a:lnTo>
                    <a:lnTo>
                      <a:pt x="471" y="339"/>
                    </a:lnTo>
                    <a:lnTo>
                      <a:pt x="465" y="328"/>
                    </a:lnTo>
                    <a:lnTo>
                      <a:pt x="458" y="318"/>
                    </a:lnTo>
                    <a:lnTo>
                      <a:pt x="452" y="309"/>
                    </a:lnTo>
                    <a:lnTo>
                      <a:pt x="444" y="299"/>
                    </a:lnTo>
                    <a:lnTo>
                      <a:pt x="437" y="290"/>
                    </a:lnTo>
                    <a:lnTo>
                      <a:pt x="428" y="281"/>
                    </a:lnTo>
                    <a:close/>
                    <a:moveTo>
                      <a:pt x="334" y="220"/>
                    </a:moveTo>
                    <a:lnTo>
                      <a:pt x="313" y="213"/>
                    </a:lnTo>
                    <a:lnTo>
                      <a:pt x="292" y="209"/>
                    </a:lnTo>
                    <a:lnTo>
                      <a:pt x="270" y="206"/>
                    </a:lnTo>
                    <a:lnTo>
                      <a:pt x="248" y="205"/>
                    </a:lnTo>
                    <a:lnTo>
                      <a:pt x="225" y="206"/>
                    </a:lnTo>
                    <a:lnTo>
                      <a:pt x="204" y="209"/>
                    </a:lnTo>
                    <a:lnTo>
                      <a:pt x="182" y="213"/>
                    </a:lnTo>
                    <a:lnTo>
                      <a:pt x="162" y="220"/>
                    </a:lnTo>
                    <a:lnTo>
                      <a:pt x="162" y="180"/>
                    </a:lnTo>
                    <a:lnTo>
                      <a:pt x="162" y="171"/>
                    </a:lnTo>
                    <a:lnTo>
                      <a:pt x="163" y="163"/>
                    </a:lnTo>
                    <a:lnTo>
                      <a:pt x="165" y="154"/>
                    </a:lnTo>
                    <a:lnTo>
                      <a:pt x="168" y="147"/>
                    </a:lnTo>
                    <a:lnTo>
                      <a:pt x="172" y="139"/>
                    </a:lnTo>
                    <a:lnTo>
                      <a:pt x="176" y="132"/>
                    </a:lnTo>
                    <a:lnTo>
                      <a:pt x="181" y="125"/>
                    </a:lnTo>
                    <a:lnTo>
                      <a:pt x="187" y="119"/>
                    </a:lnTo>
                    <a:lnTo>
                      <a:pt x="193" y="113"/>
                    </a:lnTo>
                    <a:lnTo>
                      <a:pt x="200" y="108"/>
                    </a:lnTo>
                    <a:lnTo>
                      <a:pt x="207" y="104"/>
                    </a:lnTo>
                    <a:lnTo>
                      <a:pt x="215" y="101"/>
                    </a:lnTo>
                    <a:lnTo>
                      <a:pt x="222" y="97"/>
                    </a:lnTo>
                    <a:lnTo>
                      <a:pt x="231" y="95"/>
                    </a:lnTo>
                    <a:lnTo>
                      <a:pt x="239" y="94"/>
                    </a:lnTo>
                    <a:lnTo>
                      <a:pt x="248" y="94"/>
                    </a:lnTo>
                    <a:lnTo>
                      <a:pt x="256" y="94"/>
                    </a:lnTo>
                    <a:lnTo>
                      <a:pt x="265" y="95"/>
                    </a:lnTo>
                    <a:lnTo>
                      <a:pt x="274" y="97"/>
                    </a:lnTo>
                    <a:lnTo>
                      <a:pt x="281" y="101"/>
                    </a:lnTo>
                    <a:lnTo>
                      <a:pt x="289" y="104"/>
                    </a:lnTo>
                    <a:lnTo>
                      <a:pt x="296" y="108"/>
                    </a:lnTo>
                    <a:lnTo>
                      <a:pt x="303" y="113"/>
                    </a:lnTo>
                    <a:lnTo>
                      <a:pt x="309" y="119"/>
                    </a:lnTo>
                    <a:lnTo>
                      <a:pt x="314" y="125"/>
                    </a:lnTo>
                    <a:lnTo>
                      <a:pt x="319" y="132"/>
                    </a:lnTo>
                    <a:lnTo>
                      <a:pt x="323" y="139"/>
                    </a:lnTo>
                    <a:lnTo>
                      <a:pt x="327" y="147"/>
                    </a:lnTo>
                    <a:lnTo>
                      <a:pt x="330" y="154"/>
                    </a:lnTo>
                    <a:lnTo>
                      <a:pt x="332" y="163"/>
                    </a:lnTo>
                    <a:lnTo>
                      <a:pt x="334" y="171"/>
                    </a:lnTo>
                    <a:lnTo>
                      <a:pt x="334" y="180"/>
                    </a:lnTo>
                    <a:lnTo>
                      <a:pt x="334" y="220"/>
                    </a:lnTo>
                    <a:close/>
                    <a:moveTo>
                      <a:pt x="400" y="256"/>
                    </a:moveTo>
                    <a:lnTo>
                      <a:pt x="392" y="250"/>
                    </a:lnTo>
                    <a:lnTo>
                      <a:pt x="382" y="243"/>
                    </a:lnTo>
                    <a:lnTo>
                      <a:pt x="371" y="238"/>
                    </a:lnTo>
                    <a:lnTo>
                      <a:pt x="362" y="233"/>
                    </a:lnTo>
                    <a:lnTo>
                      <a:pt x="362" y="180"/>
                    </a:lnTo>
                    <a:lnTo>
                      <a:pt x="361" y="168"/>
                    </a:lnTo>
                    <a:lnTo>
                      <a:pt x="359" y="157"/>
                    </a:lnTo>
                    <a:lnTo>
                      <a:pt x="356" y="146"/>
                    </a:lnTo>
                    <a:lnTo>
                      <a:pt x="353" y="136"/>
                    </a:lnTo>
                    <a:lnTo>
                      <a:pt x="348" y="125"/>
                    </a:lnTo>
                    <a:lnTo>
                      <a:pt x="342" y="117"/>
                    </a:lnTo>
                    <a:lnTo>
                      <a:pt x="336" y="108"/>
                    </a:lnTo>
                    <a:lnTo>
                      <a:pt x="328" y="99"/>
                    </a:lnTo>
                    <a:lnTo>
                      <a:pt x="320" y="92"/>
                    </a:lnTo>
                    <a:lnTo>
                      <a:pt x="311" y="86"/>
                    </a:lnTo>
                    <a:lnTo>
                      <a:pt x="302" y="80"/>
                    </a:lnTo>
                    <a:lnTo>
                      <a:pt x="292" y="75"/>
                    </a:lnTo>
                    <a:lnTo>
                      <a:pt x="281" y="72"/>
                    </a:lnTo>
                    <a:lnTo>
                      <a:pt x="270" y="68"/>
                    </a:lnTo>
                    <a:lnTo>
                      <a:pt x="260" y="66"/>
                    </a:lnTo>
                    <a:lnTo>
                      <a:pt x="248" y="66"/>
                    </a:lnTo>
                    <a:lnTo>
                      <a:pt x="236" y="66"/>
                    </a:lnTo>
                    <a:lnTo>
                      <a:pt x="225" y="68"/>
                    </a:lnTo>
                    <a:lnTo>
                      <a:pt x="214" y="72"/>
                    </a:lnTo>
                    <a:lnTo>
                      <a:pt x="204" y="75"/>
                    </a:lnTo>
                    <a:lnTo>
                      <a:pt x="193" y="80"/>
                    </a:lnTo>
                    <a:lnTo>
                      <a:pt x="185" y="86"/>
                    </a:lnTo>
                    <a:lnTo>
                      <a:pt x="175" y="92"/>
                    </a:lnTo>
                    <a:lnTo>
                      <a:pt x="167" y="99"/>
                    </a:lnTo>
                    <a:lnTo>
                      <a:pt x="160" y="108"/>
                    </a:lnTo>
                    <a:lnTo>
                      <a:pt x="153" y="117"/>
                    </a:lnTo>
                    <a:lnTo>
                      <a:pt x="148" y="125"/>
                    </a:lnTo>
                    <a:lnTo>
                      <a:pt x="143" y="136"/>
                    </a:lnTo>
                    <a:lnTo>
                      <a:pt x="140" y="146"/>
                    </a:lnTo>
                    <a:lnTo>
                      <a:pt x="136" y="157"/>
                    </a:lnTo>
                    <a:lnTo>
                      <a:pt x="134" y="168"/>
                    </a:lnTo>
                    <a:lnTo>
                      <a:pt x="134" y="180"/>
                    </a:lnTo>
                    <a:lnTo>
                      <a:pt x="134" y="233"/>
                    </a:lnTo>
                    <a:lnTo>
                      <a:pt x="123" y="238"/>
                    </a:lnTo>
                    <a:lnTo>
                      <a:pt x="114" y="243"/>
                    </a:lnTo>
                    <a:lnTo>
                      <a:pt x="104" y="250"/>
                    </a:lnTo>
                    <a:lnTo>
                      <a:pt x="96" y="256"/>
                    </a:lnTo>
                    <a:lnTo>
                      <a:pt x="96" y="180"/>
                    </a:lnTo>
                    <a:lnTo>
                      <a:pt x="96" y="164"/>
                    </a:lnTo>
                    <a:lnTo>
                      <a:pt x="98" y="149"/>
                    </a:lnTo>
                    <a:lnTo>
                      <a:pt x="102" y="135"/>
                    </a:lnTo>
                    <a:lnTo>
                      <a:pt x="107" y="121"/>
                    </a:lnTo>
                    <a:lnTo>
                      <a:pt x="114" y="107"/>
                    </a:lnTo>
                    <a:lnTo>
                      <a:pt x="121" y="94"/>
                    </a:lnTo>
                    <a:lnTo>
                      <a:pt x="130" y="82"/>
                    </a:lnTo>
                    <a:lnTo>
                      <a:pt x="140" y="72"/>
                    </a:lnTo>
                    <a:lnTo>
                      <a:pt x="150" y="62"/>
                    </a:lnTo>
                    <a:lnTo>
                      <a:pt x="162" y="53"/>
                    </a:lnTo>
                    <a:lnTo>
                      <a:pt x="175" y="46"/>
                    </a:lnTo>
                    <a:lnTo>
                      <a:pt x="189" y="39"/>
                    </a:lnTo>
                    <a:lnTo>
                      <a:pt x="203" y="34"/>
                    </a:lnTo>
                    <a:lnTo>
                      <a:pt x="217" y="31"/>
                    </a:lnTo>
                    <a:lnTo>
                      <a:pt x="232" y="28"/>
                    </a:lnTo>
                    <a:lnTo>
                      <a:pt x="248" y="28"/>
                    </a:lnTo>
                    <a:lnTo>
                      <a:pt x="263" y="28"/>
                    </a:lnTo>
                    <a:lnTo>
                      <a:pt x="279" y="31"/>
                    </a:lnTo>
                    <a:lnTo>
                      <a:pt x="293" y="34"/>
                    </a:lnTo>
                    <a:lnTo>
                      <a:pt x="307" y="39"/>
                    </a:lnTo>
                    <a:lnTo>
                      <a:pt x="321" y="46"/>
                    </a:lnTo>
                    <a:lnTo>
                      <a:pt x="333" y="53"/>
                    </a:lnTo>
                    <a:lnTo>
                      <a:pt x="344" y="62"/>
                    </a:lnTo>
                    <a:lnTo>
                      <a:pt x="355" y="72"/>
                    </a:lnTo>
                    <a:lnTo>
                      <a:pt x="366" y="82"/>
                    </a:lnTo>
                    <a:lnTo>
                      <a:pt x="374" y="94"/>
                    </a:lnTo>
                    <a:lnTo>
                      <a:pt x="382" y="107"/>
                    </a:lnTo>
                    <a:lnTo>
                      <a:pt x="388" y="121"/>
                    </a:lnTo>
                    <a:lnTo>
                      <a:pt x="394" y="135"/>
                    </a:lnTo>
                    <a:lnTo>
                      <a:pt x="397" y="149"/>
                    </a:lnTo>
                    <a:lnTo>
                      <a:pt x="400" y="164"/>
                    </a:lnTo>
                    <a:lnTo>
                      <a:pt x="400" y="180"/>
                    </a:lnTo>
                    <a:lnTo>
                      <a:pt x="400" y="25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4" name="Freeform 244">
                <a:extLst>
                  <a:ext uri="{FF2B5EF4-FFF2-40B4-BE49-F238E27FC236}">
                    <a16:creationId xmlns:a16="http://schemas.microsoft.com/office/drawing/2014/main" id="{B2D3A92F-2A63-46FA-99C0-97C2A0FE9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6239" y="3476626"/>
                <a:ext cx="14288" cy="14288"/>
              </a:xfrm>
              <a:custGeom>
                <a:avLst/>
                <a:gdLst>
                  <a:gd name="T0" fmla="*/ 24 w 27"/>
                  <a:gd name="T1" fmla="*/ 4 h 28"/>
                  <a:gd name="T2" fmla="*/ 18 w 27"/>
                  <a:gd name="T3" fmla="*/ 1 h 28"/>
                  <a:gd name="T4" fmla="*/ 14 w 27"/>
                  <a:gd name="T5" fmla="*/ 0 h 28"/>
                  <a:gd name="T6" fmla="*/ 9 w 27"/>
                  <a:gd name="T7" fmla="*/ 1 h 28"/>
                  <a:gd name="T8" fmla="*/ 3 w 27"/>
                  <a:gd name="T9" fmla="*/ 4 h 28"/>
                  <a:gd name="T10" fmla="*/ 1 w 27"/>
                  <a:gd name="T11" fmla="*/ 9 h 28"/>
                  <a:gd name="T12" fmla="*/ 0 w 27"/>
                  <a:gd name="T13" fmla="*/ 14 h 28"/>
                  <a:gd name="T14" fmla="*/ 1 w 27"/>
                  <a:gd name="T15" fmla="*/ 19 h 28"/>
                  <a:gd name="T16" fmla="*/ 3 w 27"/>
                  <a:gd name="T17" fmla="*/ 24 h 28"/>
                  <a:gd name="T18" fmla="*/ 9 w 27"/>
                  <a:gd name="T19" fmla="*/ 27 h 28"/>
                  <a:gd name="T20" fmla="*/ 14 w 27"/>
                  <a:gd name="T21" fmla="*/ 28 h 28"/>
                  <a:gd name="T22" fmla="*/ 18 w 27"/>
                  <a:gd name="T23" fmla="*/ 27 h 28"/>
                  <a:gd name="T24" fmla="*/ 24 w 27"/>
                  <a:gd name="T25" fmla="*/ 24 h 28"/>
                  <a:gd name="T26" fmla="*/ 26 w 27"/>
                  <a:gd name="T27" fmla="*/ 19 h 28"/>
                  <a:gd name="T28" fmla="*/ 27 w 27"/>
                  <a:gd name="T29" fmla="*/ 14 h 28"/>
                  <a:gd name="T30" fmla="*/ 26 w 27"/>
                  <a:gd name="T31" fmla="*/ 9 h 28"/>
                  <a:gd name="T32" fmla="*/ 24 w 27"/>
                  <a:gd name="T33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8">
                    <a:moveTo>
                      <a:pt x="24" y="4"/>
                    </a:moveTo>
                    <a:lnTo>
                      <a:pt x="18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8" y="27"/>
                    </a:lnTo>
                    <a:lnTo>
                      <a:pt x="24" y="24"/>
                    </a:lnTo>
                    <a:lnTo>
                      <a:pt x="26" y="19"/>
                    </a:lnTo>
                    <a:lnTo>
                      <a:pt x="27" y="14"/>
                    </a:lnTo>
                    <a:lnTo>
                      <a:pt x="26" y="9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5" name="Freeform 245">
                <a:extLst>
                  <a:ext uri="{FF2B5EF4-FFF2-40B4-BE49-F238E27FC236}">
                    <a16:creationId xmlns:a16="http://schemas.microsoft.com/office/drawing/2014/main" id="{A0163072-E093-4752-8D86-33201C2F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2576" y="3381376"/>
                <a:ext cx="106363" cy="87313"/>
              </a:xfrm>
              <a:custGeom>
                <a:avLst/>
                <a:gdLst>
                  <a:gd name="T0" fmla="*/ 201 w 201"/>
                  <a:gd name="T1" fmla="*/ 148 h 165"/>
                  <a:gd name="T2" fmla="*/ 196 w 201"/>
                  <a:gd name="T3" fmla="*/ 132 h 165"/>
                  <a:gd name="T4" fmla="*/ 191 w 201"/>
                  <a:gd name="T5" fmla="*/ 118 h 165"/>
                  <a:gd name="T6" fmla="*/ 183 w 201"/>
                  <a:gd name="T7" fmla="*/ 103 h 165"/>
                  <a:gd name="T8" fmla="*/ 176 w 201"/>
                  <a:gd name="T9" fmla="*/ 89 h 165"/>
                  <a:gd name="T10" fmla="*/ 166 w 201"/>
                  <a:gd name="T11" fmla="*/ 76 h 165"/>
                  <a:gd name="T12" fmla="*/ 157 w 201"/>
                  <a:gd name="T13" fmla="*/ 64 h 165"/>
                  <a:gd name="T14" fmla="*/ 146 w 201"/>
                  <a:gd name="T15" fmla="*/ 52 h 165"/>
                  <a:gd name="T16" fmla="*/ 134 w 201"/>
                  <a:gd name="T17" fmla="*/ 42 h 165"/>
                  <a:gd name="T18" fmla="*/ 120 w 201"/>
                  <a:gd name="T19" fmla="*/ 32 h 165"/>
                  <a:gd name="T20" fmla="*/ 106 w 201"/>
                  <a:gd name="T21" fmla="*/ 25 h 165"/>
                  <a:gd name="T22" fmla="*/ 92 w 201"/>
                  <a:gd name="T23" fmla="*/ 17 h 165"/>
                  <a:gd name="T24" fmla="*/ 77 w 201"/>
                  <a:gd name="T25" fmla="*/ 11 h 165"/>
                  <a:gd name="T26" fmla="*/ 62 w 201"/>
                  <a:gd name="T27" fmla="*/ 6 h 165"/>
                  <a:gd name="T28" fmla="*/ 46 w 201"/>
                  <a:gd name="T29" fmla="*/ 3 h 165"/>
                  <a:gd name="T30" fmla="*/ 30 w 201"/>
                  <a:gd name="T31" fmla="*/ 1 h 165"/>
                  <a:gd name="T32" fmla="*/ 14 w 201"/>
                  <a:gd name="T33" fmla="*/ 0 h 165"/>
                  <a:gd name="T34" fmla="*/ 9 w 201"/>
                  <a:gd name="T35" fmla="*/ 1 h 165"/>
                  <a:gd name="T36" fmla="*/ 4 w 201"/>
                  <a:gd name="T37" fmla="*/ 4 h 165"/>
                  <a:gd name="T38" fmla="*/ 1 w 201"/>
                  <a:gd name="T39" fmla="*/ 8 h 165"/>
                  <a:gd name="T40" fmla="*/ 0 w 201"/>
                  <a:gd name="T41" fmla="*/ 14 h 165"/>
                  <a:gd name="T42" fmla="*/ 1 w 201"/>
                  <a:gd name="T43" fmla="*/ 19 h 165"/>
                  <a:gd name="T44" fmla="*/ 4 w 201"/>
                  <a:gd name="T45" fmla="*/ 24 h 165"/>
                  <a:gd name="T46" fmla="*/ 9 w 201"/>
                  <a:gd name="T47" fmla="*/ 27 h 165"/>
                  <a:gd name="T48" fmla="*/ 14 w 201"/>
                  <a:gd name="T49" fmla="*/ 28 h 165"/>
                  <a:gd name="T50" fmla="*/ 28 w 201"/>
                  <a:gd name="T51" fmla="*/ 29 h 165"/>
                  <a:gd name="T52" fmla="*/ 42 w 201"/>
                  <a:gd name="T53" fmla="*/ 30 h 165"/>
                  <a:gd name="T54" fmla="*/ 56 w 201"/>
                  <a:gd name="T55" fmla="*/ 33 h 165"/>
                  <a:gd name="T56" fmla="*/ 69 w 201"/>
                  <a:gd name="T57" fmla="*/ 37 h 165"/>
                  <a:gd name="T58" fmla="*/ 81 w 201"/>
                  <a:gd name="T59" fmla="*/ 42 h 165"/>
                  <a:gd name="T60" fmla="*/ 93 w 201"/>
                  <a:gd name="T61" fmla="*/ 48 h 165"/>
                  <a:gd name="T62" fmla="*/ 105 w 201"/>
                  <a:gd name="T63" fmla="*/ 56 h 165"/>
                  <a:gd name="T64" fmla="*/ 116 w 201"/>
                  <a:gd name="T65" fmla="*/ 63 h 165"/>
                  <a:gd name="T66" fmla="*/ 125 w 201"/>
                  <a:gd name="T67" fmla="*/ 72 h 165"/>
                  <a:gd name="T68" fmla="*/ 135 w 201"/>
                  <a:gd name="T69" fmla="*/ 81 h 165"/>
                  <a:gd name="T70" fmla="*/ 144 w 201"/>
                  <a:gd name="T71" fmla="*/ 92 h 165"/>
                  <a:gd name="T72" fmla="*/ 151 w 201"/>
                  <a:gd name="T73" fmla="*/ 103 h 165"/>
                  <a:gd name="T74" fmla="*/ 159 w 201"/>
                  <a:gd name="T75" fmla="*/ 115 h 165"/>
                  <a:gd name="T76" fmla="*/ 164 w 201"/>
                  <a:gd name="T77" fmla="*/ 128 h 165"/>
                  <a:gd name="T78" fmla="*/ 169 w 201"/>
                  <a:gd name="T79" fmla="*/ 141 h 165"/>
                  <a:gd name="T80" fmla="*/ 174 w 201"/>
                  <a:gd name="T81" fmla="*/ 154 h 165"/>
                  <a:gd name="T82" fmla="*/ 175 w 201"/>
                  <a:gd name="T83" fmla="*/ 159 h 165"/>
                  <a:gd name="T84" fmla="*/ 178 w 201"/>
                  <a:gd name="T85" fmla="*/ 162 h 165"/>
                  <a:gd name="T86" fmla="*/ 182 w 201"/>
                  <a:gd name="T87" fmla="*/ 164 h 165"/>
                  <a:gd name="T88" fmla="*/ 187 w 201"/>
                  <a:gd name="T89" fmla="*/ 165 h 165"/>
                  <a:gd name="T90" fmla="*/ 189 w 201"/>
                  <a:gd name="T91" fmla="*/ 164 h 165"/>
                  <a:gd name="T92" fmla="*/ 190 w 201"/>
                  <a:gd name="T93" fmla="*/ 164 h 165"/>
                  <a:gd name="T94" fmla="*/ 195 w 201"/>
                  <a:gd name="T95" fmla="*/ 162 h 165"/>
                  <a:gd name="T96" fmla="*/ 198 w 201"/>
                  <a:gd name="T97" fmla="*/ 158 h 165"/>
                  <a:gd name="T98" fmla="*/ 201 w 201"/>
                  <a:gd name="T99" fmla="*/ 153 h 165"/>
                  <a:gd name="T100" fmla="*/ 201 w 201"/>
                  <a:gd name="T101" fmla="*/ 14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" h="165">
                    <a:moveTo>
                      <a:pt x="201" y="148"/>
                    </a:moveTo>
                    <a:lnTo>
                      <a:pt x="196" y="132"/>
                    </a:lnTo>
                    <a:lnTo>
                      <a:pt x="191" y="118"/>
                    </a:lnTo>
                    <a:lnTo>
                      <a:pt x="183" y="103"/>
                    </a:lnTo>
                    <a:lnTo>
                      <a:pt x="176" y="89"/>
                    </a:lnTo>
                    <a:lnTo>
                      <a:pt x="166" y="76"/>
                    </a:lnTo>
                    <a:lnTo>
                      <a:pt x="157" y="64"/>
                    </a:lnTo>
                    <a:lnTo>
                      <a:pt x="146" y="52"/>
                    </a:lnTo>
                    <a:lnTo>
                      <a:pt x="134" y="42"/>
                    </a:lnTo>
                    <a:lnTo>
                      <a:pt x="120" y="32"/>
                    </a:lnTo>
                    <a:lnTo>
                      <a:pt x="106" y="25"/>
                    </a:lnTo>
                    <a:lnTo>
                      <a:pt x="92" y="17"/>
                    </a:lnTo>
                    <a:lnTo>
                      <a:pt x="77" y="11"/>
                    </a:lnTo>
                    <a:lnTo>
                      <a:pt x="62" y="6"/>
                    </a:lnTo>
                    <a:lnTo>
                      <a:pt x="46" y="3"/>
                    </a:lnTo>
                    <a:lnTo>
                      <a:pt x="30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28" y="29"/>
                    </a:lnTo>
                    <a:lnTo>
                      <a:pt x="42" y="30"/>
                    </a:lnTo>
                    <a:lnTo>
                      <a:pt x="56" y="33"/>
                    </a:lnTo>
                    <a:lnTo>
                      <a:pt x="69" y="37"/>
                    </a:lnTo>
                    <a:lnTo>
                      <a:pt x="81" y="42"/>
                    </a:lnTo>
                    <a:lnTo>
                      <a:pt x="93" y="48"/>
                    </a:lnTo>
                    <a:lnTo>
                      <a:pt x="105" y="56"/>
                    </a:lnTo>
                    <a:lnTo>
                      <a:pt x="116" y="63"/>
                    </a:lnTo>
                    <a:lnTo>
                      <a:pt x="125" y="72"/>
                    </a:lnTo>
                    <a:lnTo>
                      <a:pt x="135" y="81"/>
                    </a:lnTo>
                    <a:lnTo>
                      <a:pt x="144" y="92"/>
                    </a:lnTo>
                    <a:lnTo>
                      <a:pt x="151" y="103"/>
                    </a:lnTo>
                    <a:lnTo>
                      <a:pt x="159" y="115"/>
                    </a:lnTo>
                    <a:lnTo>
                      <a:pt x="164" y="128"/>
                    </a:lnTo>
                    <a:lnTo>
                      <a:pt x="169" y="141"/>
                    </a:lnTo>
                    <a:lnTo>
                      <a:pt x="174" y="154"/>
                    </a:lnTo>
                    <a:lnTo>
                      <a:pt x="175" y="159"/>
                    </a:lnTo>
                    <a:lnTo>
                      <a:pt x="178" y="162"/>
                    </a:lnTo>
                    <a:lnTo>
                      <a:pt x="182" y="164"/>
                    </a:lnTo>
                    <a:lnTo>
                      <a:pt x="187" y="165"/>
                    </a:lnTo>
                    <a:lnTo>
                      <a:pt x="189" y="164"/>
                    </a:lnTo>
                    <a:lnTo>
                      <a:pt x="190" y="164"/>
                    </a:lnTo>
                    <a:lnTo>
                      <a:pt x="195" y="162"/>
                    </a:lnTo>
                    <a:lnTo>
                      <a:pt x="198" y="158"/>
                    </a:lnTo>
                    <a:lnTo>
                      <a:pt x="201" y="153"/>
                    </a:lnTo>
                    <a:lnTo>
                      <a:pt x="201" y="14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6" name="Freeform 246">
                <a:extLst>
                  <a:ext uri="{FF2B5EF4-FFF2-40B4-BE49-F238E27FC236}">
                    <a16:creationId xmlns:a16="http://schemas.microsoft.com/office/drawing/2014/main" id="{2E0680DF-D9A8-425E-8E20-FE157442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5576" y="3476626"/>
                <a:ext cx="15875" cy="14288"/>
              </a:xfrm>
              <a:custGeom>
                <a:avLst/>
                <a:gdLst>
                  <a:gd name="T0" fmla="*/ 15 w 29"/>
                  <a:gd name="T1" fmla="*/ 0 h 28"/>
                  <a:gd name="T2" fmla="*/ 14 w 29"/>
                  <a:gd name="T3" fmla="*/ 0 h 28"/>
                  <a:gd name="T4" fmla="*/ 8 w 29"/>
                  <a:gd name="T5" fmla="*/ 1 h 28"/>
                  <a:gd name="T6" fmla="*/ 4 w 29"/>
                  <a:gd name="T7" fmla="*/ 4 h 28"/>
                  <a:gd name="T8" fmla="*/ 1 w 29"/>
                  <a:gd name="T9" fmla="*/ 9 h 28"/>
                  <a:gd name="T10" fmla="*/ 0 w 29"/>
                  <a:gd name="T11" fmla="*/ 14 h 28"/>
                  <a:gd name="T12" fmla="*/ 1 w 29"/>
                  <a:gd name="T13" fmla="*/ 19 h 28"/>
                  <a:gd name="T14" fmla="*/ 4 w 29"/>
                  <a:gd name="T15" fmla="*/ 24 h 28"/>
                  <a:gd name="T16" fmla="*/ 8 w 29"/>
                  <a:gd name="T17" fmla="*/ 27 h 28"/>
                  <a:gd name="T18" fmla="*/ 14 w 29"/>
                  <a:gd name="T19" fmla="*/ 28 h 28"/>
                  <a:gd name="T20" fmla="*/ 15 w 29"/>
                  <a:gd name="T21" fmla="*/ 28 h 28"/>
                  <a:gd name="T22" fmla="*/ 20 w 29"/>
                  <a:gd name="T23" fmla="*/ 27 h 28"/>
                  <a:gd name="T24" fmla="*/ 24 w 29"/>
                  <a:gd name="T25" fmla="*/ 24 h 28"/>
                  <a:gd name="T26" fmla="*/ 28 w 29"/>
                  <a:gd name="T27" fmla="*/ 19 h 28"/>
                  <a:gd name="T28" fmla="*/ 29 w 29"/>
                  <a:gd name="T29" fmla="*/ 14 h 28"/>
                  <a:gd name="T30" fmla="*/ 28 w 29"/>
                  <a:gd name="T31" fmla="*/ 9 h 28"/>
                  <a:gd name="T32" fmla="*/ 24 w 29"/>
                  <a:gd name="T33" fmla="*/ 4 h 28"/>
                  <a:gd name="T34" fmla="*/ 20 w 29"/>
                  <a:gd name="T35" fmla="*/ 1 h 28"/>
                  <a:gd name="T36" fmla="*/ 15 w 29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8">
                    <a:moveTo>
                      <a:pt x="15" y="0"/>
                    </a:moveTo>
                    <a:lnTo>
                      <a:pt x="14" y="0"/>
                    </a:lnTo>
                    <a:lnTo>
                      <a:pt x="8" y="1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1" y="19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4" y="28"/>
                    </a:lnTo>
                    <a:lnTo>
                      <a:pt x="15" y="28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8" y="19"/>
                    </a:lnTo>
                    <a:lnTo>
                      <a:pt x="29" y="14"/>
                    </a:lnTo>
                    <a:lnTo>
                      <a:pt x="28" y="9"/>
                    </a:lnTo>
                    <a:lnTo>
                      <a:pt x="24" y="4"/>
                    </a:lnTo>
                    <a:lnTo>
                      <a:pt x="2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FD4A4E54-EA4B-4CCD-AC90-C36BC709C697}"/>
                </a:ext>
              </a:extLst>
            </p:cNvPr>
            <p:cNvSpPr/>
            <p:nvPr/>
          </p:nvSpPr>
          <p:spPr>
            <a:xfrm>
              <a:off x="8683199" y="1627251"/>
              <a:ext cx="2440306" cy="3939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150+ Content </a:t>
              </a:r>
            </a:p>
          </p:txBody>
        </p:sp>
      </p:grpSp>
      <p:sp>
        <p:nvSpPr>
          <p:cNvPr id="163" name="Rectangle 162">
            <a:extLst>
              <a:ext uri="{FF2B5EF4-FFF2-40B4-BE49-F238E27FC236}">
                <a16:creationId xmlns:a16="http://schemas.microsoft.com/office/drawing/2014/main" id="{84DB4FCE-9020-49CD-B48A-90181BB5DD06}"/>
              </a:ext>
            </a:extLst>
          </p:cNvPr>
          <p:cNvSpPr/>
          <p:nvPr/>
        </p:nvSpPr>
        <p:spPr>
          <a:xfrm>
            <a:off x="1963321" y="5028482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D1388DCB-5852-479E-A8BD-68087972A9AD}"/>
              </a:ext>
            </a:extLst>
          </p:cNvPr>
          <p:cNvCxnSpPr/>
          <p:nvPr/>
        </p:nvCxnSpPr>
        <p:spPr>
          <a:xfrm>
            <a:off x="1202438" y="5184713"/>
            <a:ext cx="653143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7539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6" dur="500"/>
                                            <p:tgtEl>
                                              <p:spTgt spid="1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2" presetClass="entr" presetSubtype="1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#ppt_h*1.12500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wipe(down)">
                                          <p:cBhvr>
                                            <p:cTn id="20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nodeType="withEffect" p14:presetBounceEnd="66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33333E-6 7.40741E-7 L 3.33333E-6 -0.02199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1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750"/>
                                            <p:tgtEl>
                                              <p:spTgt spid="1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6" presetClass="entr" presetSubtype="32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9" dur="75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4.58333E-6 1.11111E-6 L -4.58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8.67362E-19 -2.59259E-6 L -8.67362E-19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5" grpId="0" animBg="1"/>
          <p:bldP spid="179" grpId="0" animBg="1"/>
          <p:bldP spid="179" grpId="1" animBg="1"/>
          <p:bldP spid="180" grpId="0" animBg="1"/>
          <p:bldP spid="180" grpId="1" animBg="1"/>
          <p:bldP spid="163" grpId="0"/>
          <p:bldP spid="163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6" dur="500"/>
                                            <p:tgtEl>
                                              <p:spTgt spid="1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2" presetClass="entr" presetSubtype="1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#ppt_h*1.12500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wipe(down)">
                                          <p:cBhvr>
                                            <p:cTn id="20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5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33333E-6 7.40741E-7 L 3.33333E-6 -0.02199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1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750"/>
                                            <p:tgtEl>
                                              <p:spTgt spid="1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6" presetClass="entr" presetSubtype="32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9" dur="75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4.58333E-6 1.11111E-6 L -4.58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8.67362E-19 -2.59259E-6 L -8.67362E-19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5" grpId="0" animBg="1"/>
          <p:bldP spid="179" grpId="0" animBg="1"/>
          <p:bldP spid="179" grpId="1" animBg="1"/>
          <p:bldP spid="180" grpId="0" animBg="1"/>
          <p:bldP spid="180" grpId="1" animBg="1"/>
          <p:bldP spid="163" grpId="0"/>
          <p:bldP spid="163" grpId="1"/>
        </p:bldLst>
      </p:timing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val 17">
            <a:extLst>
              <a:ext uri="{FF2B5EF4-FFF2-40B4-BE49-F238E27FC236}">
                <a16:creationId xmlns:a16="http://schemas.microsoft.com/office/drawing/2014/main" id="{24BB456D-BC89-49E6-93AD-00EFBE8A9D2E}"/>
              </a:ext>
            </a:extLst>
          </p:cNvPr>
          <p:cNvSpPr/>
          <p:nvPr/>
        </p:nvSpPr>
        <p:spPr>
          <a:xfrm>
            <a:off x="6611529" y="-60672"/>
            <a:ext cx="4968240" cy="496824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2E5F6EEF-7E6B-4255-A35E-F3E27C606F2E}"/>
              </a:ext>
            </a:extLst>
          </p:cNvPr>
          <p:cNvSpPr/>
          <p:nvPr/>
        </p:nvSpPr>
        <p:spPr>
          <a:xfrm>
            <a:off x="7359833" y="687632"/>
            <a:ext cx="3471631" cy="3471631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488802C0-1EF8-47AF-AF61-F728AC653904}"/>
              </a:ext>
            </a:extLst>
          </p:cNvPr>
          <p:cNvSpPr/>
          <p:nvPr/>
        </p:nvSpPr>
        <p:spPr>
          <a:xfrm>
            <a:off x="4491242" y="3162038"/>
            <a:ext cx="3919031" cy="3695962"/>
          </a:xfrm>
          <a:custGeom>
            <a:avLst/>
            <a:gdLst>
              <a:gd name="connsiteX0" fmla="*/ 2781300 w 5588000"/>
              <a:gd name="connsiteY0" fmla="*/ 4724400 h 4762500"/>
              <a:gd name="connsiteX1" fmla="*/ 4775200 w 5588000"/>
              <a:gd name="connsiteY1" fmla="*/ 2717800 h 4762500"/>
              <a:gd name="connsiteX2" fmla="*/ 0 w 5588000"/>
              <a:gd name="connsiteY2" fmla="*/ 3530600 h 4762500"/>
              <a:gd name="connsiteX3" fmla="*/ 4762500 w 5588000"/>
              <a:gd name="connsiteY3" fmla="*/ 0 h 4762500"/>
              <a:gd name="connsiteX4" fmla="*/ 5080000 w 5588000"/>
              <a:gd name="connsiteY4" fmla="*/ 266700 h 4762500"/>
              <a:gd name="connsiteX5" fmla="*/ 889000 w 5588000"/>
              <a:gd name="connsiteY5" fmla="*/ 3162300 h 4762500"/>
              <a:gd name="connsiteX6" fmla="*/ 5308600 w 5588000"/>
              <a:gd name="connsiteY6" fmla="*/ 2400300 h 4762500"/>
              <a:gd name="connsiteX7" fmla="*/ 5588000 w 5588000"/>
              <a:gd name="connsiteY7" fmla="*/ 2362200 h 4762500"/>
              <a:gd name="connsiteX8" fmla="*/ 3136900 w 5588000"/>
              <a:gd name="connsiteY8" fmla="*/ 4762500 h 4762500"/>
              <a:gd name="connsiteX9" fmla="*/ 2781300 w 5588000"/>
              <a:gd name="connsiteY9" fmla="*/ 4724400 h 4762500"/>
              <a:gd name="connsiteX0" fmla="*/ 2214168 w 5588000"/>
              <a:gd name="connsiteY0" fmla="*/ 5261684 h 5261684"/>
              <a:gd name="connsiteX1" fmla="*/ 4775200 w 5588000"/>
              <a:gd name="connsiteY1" fmla="*/ 2717800 h 5261684"/>
              <a:gd name="connsiteX2" fmla="*/ 0 w 5588000"/>
              <a:gd name="connsiteY2" fmla="*/ 3530600 h 5261684"/>
              <a:gd name="connsiteX3" fmla="*/ 4762500 w 5588000"/>
              <a:gd name="connsiteY3" fmla="*/ 0 h 5261684"/>
              <a:gd name="connsiteX4" fmla="*/ 5080000 w 5588000"/>
              <a:gd name="connsiteY4" fmla="*/ 266700 h 5261684"/>
              <a:gd name="connsiteX5" fmla="*/ 889000 w 5588000"/>
              <a:gd name="connsiteY5" fmla="*/ 3162300 h 5261684"/>
              <a:gd name="connsiteX6" fmla="*/ 5308600 w 5588000"/>
              <a:gd name="connsiteY6" fmla="*/ 2400300 h 5261684"/>
              <a:gd name="connsiteX7" fmla="*/ 5588000 w 5588000"/>
              <a:gd name="connsiteY7" fmla="*/ 2362200 h 5261684"/>
              <a:gd name="connsiteX8" fmla="*/ 3136900 w 5588000"/>
              <a:gd name="connsiteY8" fmla="*/ 4762500 h 5261684"/>
              <a:gd name="connsiteX9" fmla="*/ 2214168 w 5588000"/>
              <a:gd name="connsiteY9" fmla="*/ 5261684 h 5261684"/>
              <a:gd name="connsiteX0" fmla="*/ 2214168 w 5588000"/>
              <a:gd name="connsiteY0" fmla="*/ 5261684 h 5269934"/>
              <a:gd name="connsiteX1" fmla="*/ 4775200 w 5588000"/>
              <a:gd name="connsiteY1" fmla="*/ 2717800 h 5269934"/>
              <a:gd name="connsiteX2" fmla="*/ 0 w 5588000"/>
              <a:gd name="connsiteY2" fmla="*/ 3530600 h 5269934"/>
              <a:gd name="connsiteX3" fmla="*/ 4762500 w 5588000"/>
              <a:gd name="connsiteY3" fmla="*/ 0 h 5269934"/>
              <a:gd name="connsiteX4" fmla="*/ 5080000 w 5588000"/>
              <a:gd name="connsiteY4" fmla="*/ 266700 h 5269934"/>
              <a:gd name="connsiteX5" fmla="*/ 889000 w 5588000"/>
              <a:gd name="connsiteY5" fmla="*/ 3162300 h 5269934"/>
              <a:gd name="connsiteX6" fmla="*/ 5308600 w 5588000"/>
              <a:gd name="connsiteY6" fmla="*/ 2400300 h 5269934"/>
              <a:gd name="connsiteX7" fmla="*/ 5588000 w 5588000"/>
              <a:gd name="connsiteY7" fmla="*/ 2362200 h 5269934"/>
              <a:gd name="connsiteX8" fmla="*/ 2599617 w 5588000"/>
              <a:gd name="connsiteY8" fmla="*/ 5269934 h 5269934"/>
              <a:gd name="connsiteX9" fmla="*/ 2214168 w 5588000"/>
              <a:gd name="connsiteY9" fmla="*/ 5261684 h 526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588000" h="5269934">
                <a:moveTo>
                  <a:pt x="2214168" y="5261684"/>
                </a:moveTo>
                <a:lnTo>
                  <a:pt x="4775200" y="2717800"/>
                </a:lnTo>
                <a:lnTo>
                  <a:pt x="0" y="3530600"/>
                </a:lnTo>
                <a:lnTo>
                  <a:pt x="4762500" y="0"/>
                </a:lnTo>
                <a:lnTo>
                  <a:pt x="5080000" y="266700"/>
                </a:lnTo>
                <a:lnTo>
                  <a:pt x="889000" y="3162300"/>
                </a:lnTo>
                <a:lnTo>
                  <a:pt x="5308600" y="2400300"/>
                </a:lnTo>
                <a:lnTo>
                  <a:pt x="5588000" y="2362200"/>
                </a:lnTo>
                <a:lnTo>
                  <a:pt x="2599617" y="5269934"/>
                </a:lnTo>
                <a:lnTo>
                  <a:pt x="2214168" y="5261684"/>
                </a:lnTo>
                <a:close/>
              </a:path>
            </a:pathLst>
          </a:custGeom>
          <a:gradFill flip="none" rotWithShape="1">
            <a:gsLst>
              <a:gs pos="89000">
                <a:schemeClr val="accent1"/>
              </a:gs>
              <a:gs pos="50000">
                <a:schemeClr val="accent2"/>
              </a:gs>
              <a:gs pos="0">
                <a:srgbClr val="3D1E66">
                  <a:alpha val="0"/>
                </a:srgb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3CF89A3-F3AF-4B69-B014-77A3C4B5D2BE}"/>
              </a:ext>
            </a:extLst>
          </p:cNvPr>
          <p:cNvGrpSpPr/>
          <p:nvPr/>
        </p:nvGrpSpPr>
        <p:grpSpPr>
          <a:xfrm rot="383121">
            <a:off x="7739728" y="1898520"/>
            <a:ext cx="1703241" cy="1640656"/>
            <a:chOff x="9109075" y="2949575"/>
            <a:chExt cx="3082925" cy="468313"/>
          </a:xfrm>
          <a:effectLst>
            <a:outerShdw blurRad="1270000" dist="2146300" dir="18900000" sx="70000" sy="70000" algn="bl" rotWithShape="0">
              <a:schemeClr val="tx1">
                <a:lumMod val="85000"/>
                <a:lumOff val="15000"/>
                <a:alpha val="40000"/>
              </a:schemeClr>
            </a:outerShdw>
          </a:effectLst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C8151D8B-2826-46D6-8653-43364CF33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09075" y="3273425"/>
              <a:ext cx="950913" cy="144463"/>
            </a:xfrm>
            <a:custGeom>
              <a:avLst/>
              <a:gdLst>
                <a:gd name="T0" fmla="*/ 965 w 1797"/>
                <a:gd name="T1" fmla="*/ 1 h 1273"/>
                <a:gd name="T2" fmla="*/ 835 w 1797"/>
                <a:gd name="T3" fmla="*/ 20 h 1273"/>
                <a:gd name="T4" fmla="*/ 707 w 1797"/>
                <a:gd name="T5" fmla="*/ 54 h 1273"/>
                <a:gd name="T6" fmla="*/ 556 w 1797"/>
                <a:gd name="T7" fmla="*/ 114 h 1273"/>
                <a:gd name="T8" fmla="*/ 396 w 1797"/>
                <a:gd name="T9" fmla="*/ 204 h 1273"/>
                <a:gd name="T10" fmla="*/ 239 w 1797"/>
                <a:gd name="T11" fmla="*/ 336 h 1273"/>
                <a:gd name="T12" fmla="*/ 98 w 1797"/>
                <a:gd name="T13" fmla="*/ 512 h 1273"/>
                <a:gd name="T14" fmla="*/ 17 w 1797"/>
                <a:gd name="T15" fmla="*/ 674 h 1273"/>
                <a:gd name="T16" fmla="*/ 164 w 1797"/>
                <a:gd name="T17" fmla="*/ 597 h 1273"/>
                <a:gd name="T18" fmla="*/ 292 w 1797"/>
                <a:gd name="T19" fmla="*/ 541 h 1273"/>
                <a:gd name="T20" fmla="*/ 281 w 1797"/>
                <a:gd name="T21" fmla="*/ 574 h 1273"/>
                <a:gd name="T22" fmla="*/ 167 w 1797"/>
                <a:gd name="T23" fmla="*/ 731 h 1273"/>
                <a:gd name="T24" fmla="*/ 88 w 1797"/>
                <a:gd name="T25" fmla="*/ 869 h 1273"/>
                <a:gd name="T26" fmla="*/ 36 w 1797"/>
                <a:gd name="T27" fmla="*/ 991 h 1273"/>
                <a:gd name="T28" fmla="*/ 4 w 1797"/>
                <a:gd name="T29" fmla="*/ 1116 h 1273"/>
                <a:gd name="T30" fmla="*/ 4 w 1797"/>
                <a:gd name="T31" fmla="*/ 1239 h 1273"/>
                <a:gd name="T32" fmla="*/ 135 w 1797"/>
                <a:gd name="T33" fmla="*/ 1273 h 1273"/>
                <a:gd name="T34" fmla="*/ 308 w 1797"/>
                <a:gd name="T35" fmla="*/ 1259 h 1273"/>
                <a:gd name="T36" fmla="*/ 484 w 1797"/>
                <a:gd name="T37" fmla="*/ 1228 h 1273"/>
                <a:gd name="T38" fmla="*/ 649 w 1797"/>
                <a:gd name="T39" fmla="*/ 1186 h 1273"/>
                <a:gd name="T40" fmla="*/ 891 w 1797"/>
                <a:gd name="T41" fmla="*/ 1108 h 1273"/>
                <a:gd name="T42" fmla="*/ 1039 w 1797"/>
                <a:gd name="T43" fmla="*/ 1051 h 1273"/>
                <a:gd name="T44" fmla="*/ 1003 w 1797"/>
                <a:gd name="T45" fmla="*/ 1100 h 1273"/>
                <a:gd name="T46" fmla="*/ 884 w 1797"/>
                <a:gd name="T47" fmla="*/ 1215 h 1273"/>
                <a:gd name="T48" fmla="*/ 916 w 1797"/>
                <a:gd name="T49" fmla="*/ 1240 h 1273"/>
                <a:gd name="T50" fmla="*/ 1202 w 1797"/>
                <a:gd name="T51" fmla="*/ 1149 h 1273"/>
                <a:gd name="T52" fmla="*/ 1418 w 1797"/>
                <a:gd name="T53" fmla="*/ 1044 h 1273"/>
                <a:gd name="T54" fmla="*/ 1575 w 1797"/>
                <a:gd name="T55" fmla="*/ 931 h 1273"/>
                <a:gd name="T56" fmla="*/ 1680 w 1797"/>
                <a:gd name="T57" fmla="*/ 821 h 1273"/>
                <a:gd name="T58" fmla="*/ 1746 w 1797"/>
                <a:gd name="T59" fmla="*/ 721 h 1273"/>
                <a:gd name="T60" fmla="*/ 1787 w 1797"/>
                <a:gd name="T61" fmla="*/ 628 h 1273"/>
                <a:gd name="T62" fmla="*/ 1068 w 1797"/>
                <a:gd name="T63" fmla="*/ 888 h 1273"/>
                <a:gd name="T64" fmla="*/ 1146 w 1797"/>
                <a:gd name="T65" fmla="*/ 820 h 1273"/>
                <a:gd name="T66" fmla="*/ 1189 w 1797"/>
                <a:gd name="T67" fmla="*/ 759 h 1273"/>
                <a:gd name="T68" fmla="*/ 1024 w 1797"/>
                <a:gd name="T69" fmla="*/ 819 h 1273"/>
                <a:gd name="T70" fmla="*/ 815 w 1797"/>
                <a:gd name="T71" fmla="*/ 874 h 1273"/>
                <a:gd name="T72" fmla="*/ 674 w 1797"/>
                <a:gd name="T73" fmla="*/ 894 h 1273"/>
                <a:gd name="T74" fmla="*/ 564 w 1797"/>
                <a:gd name="T75" fmla="*/ 897 h 1273"/>
                <a:gd name="T76" fmla="*/ 531 w 1797"/>
                <a:gd name="T77" fmla="*/ 836 h 1273"/>
                <a:gd name="T78" fmla="*/ 543 w 1797"/>
                <a:gd name="T79" fmla="*/ 756 h 1273"/>
                <a:gd name="T80" fmla="*/ 570 w 1797"/>
                <a:gd name="T81" fmla="*/ 675 h 1273"/>
                <a:gd name="T82" fmla="*/ 639 w 1797"/>
                <a:gd name="T83" fmla="*/ 547 h 1273"/>
                <a:gd name="T84" fmla="*/ 726 w 1797"/>
                <a:gd name="T85" fmla="*/ 430 h 1273"/>
                <a:gd name="T86" fmla="*/ 636 w 1797"/>
                <a:gd name="T87" fmla="*/ 461 h 1273"/>
                <a:gd name="T88" fmla="*/ 554 w 1797"/>
                <a:gd name="T89" fmla="*/ 474 h 1273"/>
                <a:gd name="T90" fmla="*/ 638 w 1797"/>
                <a:gd name="T91" fmla="*/ 344 h 1273"/>
                <a:gd name="T92" fmla="*/ 734 w 1797"/>
                <a:gd name="T93" fmla="*/ 245 h 1273"/>
                <a:gd name="T94" fmla="*/ 838 w 1797"/>
                <a:gd name="T95" fmla="*/ 174 h 1273"/>
                <a:gd name="T96" fmla="*/ 940 w 1797"/>
                <a:gd name="T97" fmla="*/ 126 h 1273"/>
                <a:gd name="T98" fmla="*/ 1051 w 1797"/>
                <a:gd name="T99" fmla="*/ 92 h 1273"/>
                <a:gd name="T100" fmla="*/ 1552 w 1797"/>
                <a:gd name="T101" fmla="*/ 179 h 1273"/>
                <a:gd name="T102" fmla="*/ 1667 w 1797"/>
                <a:gd name="T103" fmla="*/ 527 h 1273"/>
                <a:gd name="T104" fmla="*/ 1617 w 1797"/>
                <a:gd name="T105" fmla="*/ 604 h 1273"/>
                <a:gd name="T106" fmla="*/ 1548 w 1797"/>
                <a:gd name="T107" fmla="*/ 675 h 1273"/>
                <a:gd name="T108" fmla="*/ 1447 w 1797"/>
                <a:gd name="T109" fmla="*/ 749 h 1273"/>
                <a:gd name="T110" fmla="*/ 1307 w 1797"/>
                <a:gd name="T111" fmla="*/ 817 h 1273"/>
                <a:gd name="T112" fmla="*/ 1122 w 1797"/>
                <a:gd name="T113" fmla="*/ 876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97" h="1273">
                  <a:moveTo>
                    <a:pt x="1797" y="582"/>
                  </a:moveTo>
                  <a:lnTo>
                    <a:pt x="1578" y="161"/>
                  </a:lnTo>
                  <a:lnTo>
                    <a:pt x="973" y="0"/>
                  </a:lnTo>
                  <a:lnTo>
                    <a:pt x="965" y="1"/>
                  </a:lnTo>
                  <a:lnTo>
                    <a:pt x="943" y="3"/>
                  </a:lnTo>
                  <a:lnTo>
                    <a:pt x="908" y="7"/>
                  </a:lnTo>
                  <a:lnTo>
                    <a:pt x="861" y="15"/>
                  </a:lnTo>
                  <a:lnTo>
                    <a:pt x="835" y="20"/>
                  </a:lnTo>
                  <a:lnTo>
                    <a:pt x="805" y="26"/>
                  </a:lnTo>
                  <a:lnTo>
                    <a:pt x="774" y="35"/>
                  </a:lnTo>
                  <a:lnTo>
                    <a:pt x="741" y="44"/>
                  </a:lnTo>
                  <a:lnTo>
                    <a:pt x="707" y="54"/>
                  </a:lnTo>
                  <a:lnTo>
                    <a:pt x="671" y="66"/>
                  </a:lnTo>
                  <a:lnTo>
                    <a:pt x="633" y="80"/>
                  </a:lnTo>
                  <a:lnTo>
                    <a:pt x="594" y="96"/>
                  </a:lnTo>
                  <a:lnTo>
                    <a:pt x="556" y="114"/>
                  </a:lnTo>
                  <a:lnTo>
                    <a:pt x="517" y="133"/>
                  </a:lnTo>
                  <a:lnTo>
                    <a:pt x="476" y="155"/>
                  </a:lnTo>
                  <a:lnTo>
                    <a:pt x="436" y="179"/>
                  </a:lnTo>
                  <a:lnTo>
                    <a:pt x="396" y="204"/>
                  </a:lnTo>
                  <a:lnTo>
                    <a:pt x="355" y="234"/>
                  </a:lnTo>
                  <a:lnTo>
                    <a:pt x="315" y="264"/>
                  </a:lnTo>
                  <a:lnTo>
                    <a:pt x="276" y="299"/>
                  </a:lnTo>
                  <a:lnTo>
                    <a:pt x="239" y="336"/>
                  </a:lnTo>
                  <a:lnTo>
                    <a:pt x="201" y="375"/>
                  </a:lnTo>
                  <a:lnTo>
                    <a:pt x="165" y="417"/>
                  </a:lnTo>
                  <a:lnTo>
                    <a:pt x="131" y="463"/>
                  </a:lnTo>
                  <a:lnTo>
                    <a:pt x="98" y="512"/>
                  </a:lnTo>
                  <a:lnTo>
                    <a:pt x="66" y="563"/>
                  </a:lnTo>
                  <a:lnTo>
                    <a:pt x="37" y="619"/>
                  </a:lnTo>
                  <a:lnTo>
                    <a:pt x="10" y="678"/>
                  </a:lnTo>
                  <a:lnTo>
                    <a:pt x="17" y="674"/>
                  </a:lnTo>
                  <a:lnTo>
                    <a:pt x="40" y="661"/>
                  </a:lnTo>
                  <a:lnTo>
                    <a:pt x="73" y="644"/>
                  </a:lnTo>
                  <a:lnTo>
                    <a:pt x="115" y="621"/>
                  </a:lnTo>
                  <a:lnTo>
                    <a:pt x="164" y="597"/>
                  </a:lnTo>
                  <a:lnTo>
                    <a:pt x="214" y="573"/>
                  </a:lnTo>
                  <a:lnTo>
                    <a:pt x="240" y="561"/>
                  </a:lnTo>
                  <a:lnTo>
                    <a:pt x="266" y="550"/>
                  </a:lnTo>
                  <a:lnTo>
                    <a:pt x="292" y="541"/>
                  </a:lnTo>
                  <a:lnTo>
                    <a:pt x="317" y="532"/>
                  </a:lnTo>
                  <a:lnTo>
                    <a:pt x="312" y="537"/>
                  </a:lnTo>
                  <a:lnTo>
                    <a:pt x="299" y="551"/>
                  </a:lnTo>
                  <a:lnTo>
                    <a:pt x="281" y="574"/>
                  </a:lnTo>
                  <a:lnTo>
                    <a:pt x="258" y="603"/>
                  </a:lnTo>
                  <a:lnTo>
                    <a:pt x="229" y="640"/>
                  </a:lnTo>
                  <a:lnTo>
                    <a:pt x="198" y="682"/>
                  </a:lnTo>
                  <a:lnTo>
                    <a:pt x="167" y="731"/>
                  </a:lnTo>
                  <a:lnTo>
                    <a:pt x="134" y="783"/>
                  </a:lnTo>
                  <a:lnTo>
                    <a:pt x="118" y="811"/>
                  </a:lnTo>
                  <a:lnTo>
                    <a:pt x="102" y="839"/>
                  </a:lnTo>
                  <a:lnTo>
                    <a:pt x="88" y="869"/>
                  </a:lnTo>
                  <a:lnTo>
                    <a:pt x="73" y="898"/>
                  </a:lnTo>
                  <a:lnTo>
                    <a:pt x="59" y="929"/>
                  </a:lnTo>
                  <a:lnTo>
                    <a:pt x="47" y="959"/>
                  </a:lnTo>
                  <a:lnTo>
                    <a:pt x="36" y="991"/>
                  </a:lnTo>
                  <a:lnTo>
                    <a:pt x="26" y="1022"/>
                  </a:lnTo>
                  <a:lnTo>
                    <a:pt x="17" y="1053"/>
                  </a:lnTo>
                  <a:lnTo>
                    <a:pt x="10" y="1084"/>
                  </a:lnTo>
                  <a:lnTo>
                    <a:pt x="4" y="1116"/>
                  </a:lnTo>
                  <a:lnTo>
                    <a:pt x="1" y="1147"/>
                  </a:lnTo>
                  <a:lnTo>
                    <a:pt x="0" y="1178"/>
                  </a:lnTo>
                  <a:lnTo>
                    <a:pt x="1" y="1208"/>
                  </a:lnTo>
                  <a:lnTo>
                    <a:pt x="4" y="1239"/>
                  </a:lnTo>
                  <a:lnTo>
                    <a:pt x="10" y="1268"/>
                  </a:lnTo>
                  <a:lnTo>
                    <a:pt x="50" y="1271"/>
                  </a:lnTo>
                  <a:lnTo>
                    <a:pt x="92" y="1273"/>
                  </a:lnTo>
                  <a:lnTo>
                    <a:pt x="135" y="1273"/>
                  </a:lnTo>
                  <a:lnTo>
                    <a:pt x="177" y="1271"/>
                  </a:lnTo>
                  <a:lnTo>
                    <a:pt x="220" y="1268"/>
                  </a:lnTo>
                  <a:lnTo>
                    <a:pt x="265" y="1264"/>
                  </a:lnTo>
                  <a:lnTo>
                    <a:pt x="308" y="1259"/>
                  </a:lnTo>
                  <a:lnTo>
                    <a:pt x="353" y="1253"/>
                  </a:lnTo>
                  <a:lnTo>
                    <a:pt x="396" y="1246"/>
                  </a:lnTo>
                  <a:lnTo>
                    <a:pt x="440" y="1237"/>
                  </a:lnTo>
                  <a:lnTo>
                    <a:pt x="484" y="1228"/>
                  </a:lnTo>
                  <a:lnTo>
                    <a:pt x="525" y="1218"/>
                  </a:lnTo>
                  <a:lnTo>
                    <a:pt x="567" y="1208"/>
                  </a:lnTo>
                  <a:lnTo>
                    <a:pt x="609" y="1197"/>
                  </a:lnTo>
                  <a:lnTo>
                    <a:pt x="649" y="1186"/>
                  </a:lnTo>
                  <a:lnTo>
                    <a:pt x="688" y="1175"/>
                  </a:lnTo>
                  <a:lnTo>
                    <a:pt x="763" y="1152"/>
                  </a:lnTo>
                  <a:lnTo>
                    <a:pt x="831" y="1129"/>
                  </a:lnTo>
                  <a:lnTo>
                    <a:pt x="891" y="1108"/>
                  </a:lnTo>
                  <a:lnTo>
                    <a:pt x="944" y="1088"/>
                  </a:lnTo>
                  <a:lnTo>
                    <a:pt x="986" y="1072"/>
                  </a:lnTo>
                  <a:lnTo>
                    <a:pt x="1019" y="1059"/>
                  </a:lnTo>
                  <a:lnTo>
                    <a:pt x="1039" y="1051"/>
                  </a:lnTo>
                  <a:lnTo>
                    <a:pt x="1045" y="1048"/>
                  </a:lnTo>
                  <a:lnTo>
                    <a:pt x="1034" y="1065"/>
                  </a:lnTo>
                  <a:lnTo>
                    <a:pt x="1019" y="1082"/>
                  </a:lnTo>
                  <a:lnTo>
                    <a:pt x="1003" y="1100"/>
                  </a:lnTo>
                  <a:lnTo>
                    <a:pt x="986" y="1118"/>
                  </a:lnTo>
                  <a:lnTo>
                    <a:pt x="952" y="1153"/>
                  </a:lnTo>
                  <a:lnTo>
                    <a:pt x="916" y="1187"/>
                  </a:lnTo>
                  <a:lnTo>
                    <a:pt x="884" y="1215"/>
                  </a:lnTo>
                  <a:lnTo>
                    <a:pt x="857" y="1239"/>
                  </a:lnTo>
                  <a:lnTo>
                    <a:pt x="838" y="1254"/>
                  </a:lnTo>
                  <a:lnTo>
                    <a:pt x="832" y="1259"/>
                  </a:lnTo>
                  <a:lnTo>
                    <a:pt x="916" y="1240"/>
                  </a:lnTo>
                  <a:lnTo>
                    <a:pt x="993" y="1219"/>
                  </a:lnTo>
                  <a:lnTo>
                    <a:pt x="1068" y="1197"/>
                  </a:lnTo>
                  <a:lnTo>
                    <a:pt x="1137" y="1174"/>
                  </a:lnTo>
                  <a:lnTo>
                    <a:pt x="1202" y="1149"/>
                  </a:lnTo>
                  <a:lnTo>
                    <a:pt x="1261" y="1124"/>
                  </a:lnTo>
                  <a:lnTo>
                    <a:pt x="1317" y="1097"/>
                  </a:lnTo>
                  <a:lnTo>
                    <a:pt x="1371" y="1071"/>
                  </a:lnTo>
                  <a:lnTo>
                    <a:pt x="1418" y="1044"/>
                  </a:lnTo>
                  <a:lnTo>
                    <a:pt x="1463" y="1015"/>
                  </a:lnTo>
                  <a:lnTo>
                    <a:pt x="1503" y="988"/>
                  </a:lnTo>
                  <a:lnTo>
                    <a:pt x="1541" y="959"/>
                  </a:lnTo>
                  <a:lnTo>
                    <a:pt x="1575" y="931"/>
                  </a:lnTo>
                  <a:lnTo>
                    <a:pt x="1605" y="902"/>
                  </a:lnTo>
                  <a:lnTo>
                    <a:pt x="1634" y="875"/>
                  </a:lnTo>
                  <a:lnTo>
                    <a:pt x="1659" y="847"/>
                  </a:lnTo>
                  <a:lnTo>
                    <a:pt x="1680" y="821"/>
                  </a:lnTo>
                  <a:lnTo>
                    <a:pt x="1700" y="794"/>
                  </a:lnTo>
                  <a:lnTo>
                    <a:pt x="1718" y="769"/>
                  </a:lnTo>
                  <a:lnTo>
                    <a:pt x="1734" y="744"/>
                  </a:lnTo>
                  <a:lnTo>
                    <a:pt x="1746" y="721"/>
                  </a:lnTo>
                  <a:lnTo>
                    <a:pt x="1758" y="700"/>
                  </a:lnTo>
                  <a:lnTo>
                    <a:pt x="1767" y="679"/>
                  </a:lnTo>
                  <a:lnTo>
                    <a:pt x="1775" y="660"/>
                  </a:lnTo>
                  <a:lnTo>
                    <a:pt x="1787" y="628"/>
                  </a:lnTo>
                  <a:lnTo>
                    <a:pt x="1793" y="603"/>
                  </a:lnTo>
                  <a:lnTo>
                    <a:pt x="1795" y="587"/>
                  </a:lnTo>
                  <a:lnTo>
                    <a:pt x="1797" y="582"/>
                  </a:lnTo>
                  <a:close/>
                  <a:moveTo>
                    <a:pt x="1068" y="888"/>
                  </a:moveTo>
                  <a:lnTo>
                    <a:pt x="1068" y="888"/>
                  </a:lnTo>
                  <a:lnTo>
                    <a:pt x="1084" y="875"/>
                  </a:lnTo>
                  <a:lnTo>
                    <a:pt x="1123" y="841"/>
                  </a:lnTo>
                  <a:lnTo>
                    <a:pt x="1146" y="820"/>
                  </a:lnTo>
                  <a:lnTo>
                    <a:pt x="1169" y="797"/>
                  </a:lnTo>
                  <a:lnTo>
                    <a:pt x="1191" y="774"/>
                  </a:lnTo>
                  <a:lnTo>
                    <a:pt x="1206" y="752"/>
                  </a:lnTo>
                  <a:lnTo>
                    <a:pt x="1189" y="759"/>
                  </a:lnTo>
                  <a:lnTo>
                    <a:pt x="1142" y="778"/>
                  </a:lnTo>
                  <a:lnTo>
                    <a:pt x="1107" y="790"/>
                  </a:lnTo>
                  <a:lnTo>
                    <a:pt x="1067" y="803"/>
                  </a:lnTo>
                  <a:lnTo>
                    <a:pt x="1024" y="819"/>
                  </a:lnTo>
                  <a:lnTo>
                    <a:pt x="975" y="833"/>
                  </a:lnTo>
                  <a:lnTo>
                    <a:pt x="924" y="847"/>
                  </a:lnTo>
                  <a:lnTo>
                    <a:pt x="870" y="861"/>
                  </a:lnTo>
                  <a:lnTo>
                    <a:pt x="815" y="874"/>
                  </a:lnTo>
                  <a:lnTo>
                    <a:pt x="759" y="884"/>
                  </a:lnTo>
                  <a:lnTo>
                    <a:pt x="730" y="888"/>
                  </a:lnTo>
                  <a:lnTo>
                    <a:pt x="701" y="892"/>
                  </a:lnTo>
                  <a:lnTo>
                    <a:pt x="674" y="894"/>
                  </a:lnTo>
                  <a:lnTo>
                    <a:pt x="646" y="896"/>
                  </a:lnTo>
                  <a:lnTo>
                    <a:pt x="618" y="897"/>
                  </a:lnTo>
                  <a:lnTo>
                    <a:pt x="592" y="897"/>
                  </a:lnTo>
                  <a:lnTo>
                    <a:pt x="564" y="897"/>
                  </a:lnTo>
                  <a:lnTo>
                    <a:pt x="538" y="895"/>
                  </a:lnTo>
                  <a:lnTo>
                    <a:pt x="535" y="876"/>
                  </a:lnTo>
                  <a:lnTo>
                    <a:pt x="533" y="856"/>
                  </a:lnTo>
                  <a:lnTo>
                    <a:pt x="531" y="836"/>
                  </a:lnTo>
                  <a:lnTo>
                    <a:pt x="533" y="817"/>
                  </a:lnTo>
                  <a:lnTo>
                    <a:pt x="534" y="796"/>
                  </a:lnTo>
                  <a:lnTo>
                    <a:pt x="538" y="776"/>
                  </a:lnTo>
                  <a:lnTo>
                    <a:pt x="543" y="756"/>
                  </a:lnTo>
                  <a:lnTo>
                    <a:pt x="548" y="735"/>
                  </a:lnTo>
                  <a:lnTo>
                    <a:pt x="554" y="715"/>
                  </a:lnTo>
                  <a:lnTo>
                    <a:pt x="561" y="695"/>
                  </a:lnTo>
                  <a:lnTo>
                    <a:pt x="570" y="675"/>
                  </a:lnTo>
                  <a:lnTo>
                    <a:pt x="579" y="655"/>
                  </a:lnTo>
                  <a:lnTo>
                    <a:pt x="597" y="617"/>
                  </a:lnTo>
                  <a:lnTo>
                    <a:pt x="618" y="581"/>
                  </a:lnTo>
                  <a:lnTo>
                    <a:pt x="639" y="547"/>
                  </a:lnTo>
                  <a:lnTo>
                    <a:pt x="659" y="516"/>
                  </a:lnTo>
                  <a:lnTo>
                    <a:pt x="679" y="488"/>
                  </a:lnTo>
                  <a:lnTo>
                    <a:pt x="698" y="465"/>
                  </a:lnTo>
                  <a:lnTo>
                    <a:pt x="726" y="430"/>
                  </a:lnTo>
                  <a:lnTo>
                    <a:pt x="736" y="418"/>
                  </a:lnTo>
                  <a:lnTo>
                    <a:pt x="704" y="430"/>
                  </a:lnTo>
                  <a:lnTo>
                    <a:pt x="669" y="444"/>
                  </a:lnTo>
                  <a:lnTo>
                    <a:pt x="636" y="461"/>
                  </a:lnTo>
                  <a:lnTo>
                    <a:pt x="606" y="476"/>
                  </a:lnTo>
                  <a:lnTo>
                    <a:pt x="556" y="501"/>
                  </a:lnTo>
                  <a:lnTo>
                    <a:pt x="537" y="513"/>
                  </a:lnTo>
                  <a:lnTo>
                    <a:pt x="554" y="474"/>
                  </a:lnTo>
                  <a:lnTo>
                    <a:pt x="573" y="438"/>
                  </a:lnTo>
                  <a:lnTo>
                    <a:pt x="593" y="405"/>
                  </a:lnTo>
                  <a:lnTo>
                    <a:pt x="615" y="373"/>
                  </a:lnTo>
                  <a:lnTo>
                    <a:pt x="638" y="344"/>
                  </a:lnTo>
                  <a:lnTo>
                    <a:pt x="661" y="316"/>
                  </a:lnTo>
                  <a:lnTo>
                    <a:pt x="685" y="291"/>
                  </a:lnTo>
                  <a:lnTo>
                    <a:pt x="710" y="267"/>
                  </a:lnTo>
                  <a:lnTo>
                    <a:pt x="734" y="245"/>
                  </a:lnTo>
                  <a:lnTo>
                    <a:pt x="760" y="225"/>
                  </a:lnTo>
                  <a:lnTo>
                    <a:pt x="786" y="206"/>
                  </a:lnTo>
                  <a:lnTo>
                    <a:pt x="812" y="190"/>
                  </a:lnTo>
                  <a:lnTo>
                    <a:pt x="838" y="174"/>
                  </a:lnTo>
                  <a:lnTo>
                    <a:pt x="864" y="161"/>
                  </a:lnTo>
                  <a:lnTo>
                    <a:pt x="890" y="147"/>
                  </a:lnTo>
                  <a:lnTo>
                    <a:pt x="916" y="136"/>
                  </a:lnTo>
                  <a:lnTo>
                    <a:pt x="940" y="126"/>
                  </a:lnTo>
                  <a:lnTo>
                    <a:pt x="965" y="117"/>
                  </a:lnTo>
                  <a:lnTo>
                    <a:pt x="988" y="110"/>
                  </a:lnTo>
                  <a:lnTo>
                    <a:pt x="1009" y="103"/>
                  </a:lnTo>
                  <a:lnTo>
                    <a:pt x="1051" y="92"/>
                  </a:lnTo>
                  <a:lnTo>
                    <a:pt x="1087" y="84"/>
                  </a:lnTo>
                  <a:lnTo>
                    <a:pt x="1140" y="76"/>
                  </a:lnTo>
                  <a:lnTo>
                    <a:pt x="1160" y="74"/>
                  </a:lnTo>
                  <a:lnTo>
                    <a:pt x="1552" y="179"/>
                  </a:lnTo>
                  <a:lnTo>
                    <a:pt x="1692" y="451"/>
                  </a:lnTo>
                  <a:lnTo>
                    <a:pt x="1689" y="464"/>
                  </a:lnTo>
                  <a:lnTo>
                    <a:pt x="1677" y="501"/>
                  </a:lnTo>
                  <a:lnTo>
                    <a:pt x="1667" y="527"/>
                  </a:lnTo>
                  <a:lnTo>
                    <a:pt x="1651" y="555"/>
                  </a:lnTo>
                  <a:lnTo>
                    <a:pt x="1641" y="572"/>
                  </a:lnTo>
                  <a:lnTo>
                    <a:pt x="1630" y="588"/>
                  </a:lnTo>
                  <a:lnTo>
                    <a:pt x="1617" y="604"/>
                  </a:lnTo>
                  <a:lnTo>
                    <a:pt x="1602" y="621"/>
                  </a:lnTo>
                  <a:lnTo>
                    <a:pt x="1587" y="640"/>
                  </a:lnTo>
                  <a:lnTo>
                    <a:pt x="1568" y="657"/>
                  </a:lnTo>
                  <a:lnTo>
                    <a:pt x="1548" y="675"/>
                  </a:lnTo>
                  <a:lnTo>
                    <a:pt x="1526" y="694"/>
                  </a:lnTo>
                  <a:lnTo>
                    <a:pt x="1502" y="712"/>
                  </a:lnTo>
                  <a:lnTo>
                    <a:pt x="1476" y="730"/>
                  </a:lnTo>
                  <a:lnTo>
                    <a:pt x="1447" y="749"/>
                  </a:lnTo>
                  <a:lnTo>
                    <a:pt x="1417" y="766"/>
                  </a:lnTo>
                  <a:lnTo>
                    <a:pt x="1382" y="783"/>
                  </a:lnTo>
                  <a:lnTo>
                    <a:pt x="1346" y="800"/>
                  </a:lnTo>
                  <a:lnTo>
                    <a:pt x="1307" y="817"/>
                  </a:lnTo>
                  <a:lnTo>
                    <a:pt x="1266" y="833"/>
                  </a:lnTo>
                  <a:lnTo>
                    <a:pt x="1221" y="848"/>
                  </a:lnTo>
                  <a:lnTo>
                    <a:pt x="1173" y="862"/>
                  </a:lnTo>
                  <a:lnTo>
                    <a:pt x="1122" y="876"/>
                  </a:lnTo>
                  <a:lnTo>
                    <a:pt x="1068" y="888"/>
                  </a:lnTo>
                  <a:close/>
                </a:path>
              </a:pathLst>
            </a:custGeom>
            <a:solidFill>
              <a:srgbClr val="FFD6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886C9B6A-CF54-4A37-A984-339E9524A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0063" y="3281363"/>
              <a:ext cx="614363" cy="93663"/>
            </a:xfrm>
            <a:custGeom>
              <a:avLst/>
              <a:gdLst>
                <a:gd name="T0" fmla="*/ 629 w 1161"/>
                <a:gd name="T1" fmla="*/ 0 h 823"/>
                <a:gd name="T2" fmla="*/ 556 w 1161"/>
                <a:gd name="T3" fmla="*/ 10 h 823"/>
                <a:gd name="T4" fmla="*/ 478 w 1161"/>
                <a:gd name="T5" fmla="*/ 29 h 823"/>
                <a:gd name="T6" fmla="*/ 434 w 1161"/>
                <a:gd name="T7" fmla="*/ 43 h 823"/>
                <a:gd name="T8" fmla="*/ 385 w 1161"/>
                <a:gd name="T9" fmla="*/ 62 h 823"/>
                <a:gd name="T10" fmla="*/ 333 w 1161"/>
                <a:gd name="T11" fmla="*/ 87 h 823"/>
                <a:gd name="T12" fmla="*/ 281 w 1161"/>
                <a:gd name="T13" fmla="*/ 116 h 823"/>
                <a:gd name="T14" fmla="*/ 229 w 1161"/>
                <a:gd name="T15" fmla="*/ 151 h 823"/>
                <a:gd name="T16" fmla="*/ 179 w 1161"/>
                <a:gd name="T17" fmla="*/ 193 h 823"/>
                <a:gd name="T18" fmla="*/ 130 w 1161"/>
                <a:gd name="T19" fmla="*/ 242 h 823"/>
                <a:gd name="T20" fmla="*/ 84 w 1161"/>
                <a:gd name="T21" fmla="*/ 299 h 823"/>
                <a:gd name="T22" fmla="*/ 42 w 1161"/>
                <a:gd name="T23" fmla="*/ 364 h 823"/>
                <a:gd name="T24" fmla="*/ 6 w 1161"/>
                <a:gd name="T25" fmla="*/ 439 h 823"/>
                <a:gd name="T26" fmla="*/ 75 w 1161"/>
                <a:gd name="T27" fmla="*/ 402 h 823"/>
                <a:gd name="T28" fmla="*/ 138 w 1161"/>
                <a:gd name="T29" fmla="*/ 370 h 823"/>
                <a:gd name="T30" fmla="*/ 205 w 1161"/>
                <a:gd name="T31" fmla="*/ 344 h 823"/>
                <a:gd name="T32" fmla="*/ 167 w 1161"/>
                <a:gd name="T33" fmla="*/ 391 h 823"/>
                <a:gd name="T34" fmla="*/ 128 w 1161"/>
                <a:gd name="T35" fmla="*/ 442 h 823"/>
                <a:gd name="T36" fmla="*/ 87 w 1161"/>
                <a:gd name="T37" fmla="*/ 507 h 823"/>
                <a:gd name="T38" fmla="*/ 48 w 1161"/>
                <a:gd name="T39" fmla="*/ 581 h 823"/>
                <a:gd name="T40" fmla="*/ 30 w 1161"/>
                <a:gd name="T41" fmla="*/ 621 h 823"/>
                <a:gd name="T42" fmla="*/ 17 w 1161"/>
                <a:gd name="T43" fmla="*/ 661 h 823"/>
                <a:gd name="T44" fmla="*/ 7 w 1161"/>
                <a:gd name="T45" fmla="*/ 702 h 823"/>
                <a:gd name="T46" fmla="*/ 2 w 1161"/>
                <a:gd name="T47" fmla="*/ 743 h 823"/>
                <a:gd name="T48" fmla="*/ 2 w 1161"/>
                <a:gd name="T49" fmla="*/ 782 h 823"/>
                <a:gd name="T50" fmla="*/ 7 w 1161"/>
                <a:gd name="T51" fmla="*/ 821 h 823"/>
                <a:gd name="T52" fmla="*/ 61 w 1161"/>
                <a:gd name="T53" fmla="*/ 823 h 823"/>
                <a:gd name="T54" fmla="*/ 115 w 1161"/>
                <a:gd name="T55" fmla="*/ 822 h 823"/>
                <a:gd name="T56" fmla="*/ 170 w 1161"/>
                <a:gd name="T57" fmla="*/ 818 h 823"/>
                <a:gd name="T58" fmla="*/ 228 w 1161"/>
                <a:gd name="T59" fmla="*/ 810 h 823"/>
                <a:gd name="T60" fmla="*/ 339 w 1161"/>
                <a:gd name="T61" fmla="*/ 787 h 823"/>
                <a:gd name="T62" fmla="*/ 444 w 1161"/>
                <a:gd name="T63" fmla="*/ 759 h 823"/>
                <a:gd name="T64" fmla="*/ 536 w 1161"/>
                <a:gd name="T65" fmla="*/ 729 h 823"/>
                <a:gd name="T66" fmla="*/ 611 w 1161"/>
                <a:gd name="T67" fmla="*/ 704 h 823"/>
                <a:gd name="T68" fmla="*/ 675 w 1161"/>
                <a:gd name="T69" fmla="*/ 678 h 823"/>
                <a:gd name="T70" fmla="*/ 638 w 1161"/>
                <a:gd name="T71" fmla="*/ 723 h 823"/>
                <a:gd name="T72" fmla="*/ 592 w 1161"/>
                <a:gd name="T73" fmla="*/ 767 h 823"/>
                <a:gd name="T74" fmla="*/ 537 w 1161"/>
                <a:gd name="T75" fmla="*/ 814 h 823"/>
                <a:gd name="T76" fmla="*/ 642 w 1161"/>
                <a:gd name="T77" fmla="*/ 788 h 823"/>
                <a:gd name="T78" fmla="*/ 735 w 1161"/>
                <a:gd name="T79" fmla="*/ 759 h 823"/>
                <a:gd name="T80" fmla="*/ 815 w 1161"/>
                <a:gd name="T81" fmla="*/ 726 h 823"/>
                <a:gd name="T82" fmla="*/ 886 w 1161"/>
                <a:gd name="T83" fmla="*/ 692 h 823"/>
                <a:gd name="T84" fmla="*/ 945 w 1161"/>
                <a:gd name="T85" fmla="*/ 656 h 823"/>
                <a:gd name="T86" fmla="*/ 995 w 1161"/>
                <a:gd name="T87" fmla="*/ 620 h 823"/>
                <a:gd name="T88" fmla="*/ 1037 w 1161"/>
                <a:gd name="T89" fmla="*/ 583 h 823"/>
                <a:gd name="T90" fmla="*/ 1071 w 1161"/>
                <a:gd name="T91" fmla="*/ 547 h 823"/>
                <a:gd name="T92" fmla="*/ 1099 w 1161"/>
                <a:gd name="T93" fmla="*/ 514 h 823"/>
                <a:gd name="T94" fmla="*/ 1120 w 1161"/>
                <a:gd name="T95" fmla="*/ 481 h 823"/>
                <a:gd name="T96" fmla="*/ 1146 w 1161"/>
                <a:gd name="T97" fmla="*/ 427 h 823"/>
                <a:gd name="T98" fmla="*/ 1161 w 1161"/>
                <a:gd name="T99" fmla="*/ 377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1" h="823">
                  <a:moveTo>
                    <a:pt x="1021" y="105"/>
                  </a:moveTo>
                  <a:lnTo>
                    <a:pt x="629" y="0"/>
                  </a:lnTo>
                  <a:lnTo>
                    <a:pt x="609" y="2"/>
                  </a:lnTo>
                  <a:lnTo>
                    <a:pt x="556" y="10"/>
                  </a:lnTo>
                  <a:lnTo>
                    <a:pt x="520" y="18"/>
                  </a:lnTo>
                  <a:lnTo>
                    <a:pt x="478" y="29"/>
                  </a:lnTo>
                  <a:lnTo>
                    <a:pt x="457" y="36"/>
                  </a:lnTo>
                  <a:lnTo>
                    <a:pt x="434" y="43"/>
                  </a:lnTo>
                  <a:lnTo>
                    <a:pt x="409" y="52"/>
                  </a:lnTo>
                  <a:lnTo>
                    <a:pt x="385" y="62"/>
                  </a:lnTo>
                  <a:lnTo>
                    <a:pt x="359" y="73"/>
                  </a:lnTo>
                  <a:lnTo>
                    <a:pt x="333" y="87"/>
                  </a:lnTo>
                  <a:lnTo>
                    <a:pt x="307" y="100"/>
                  </a:lnTo>
                  <a:lnTo>
                    <a:pt x="281" y="116"/>
                  </a:lnTo>
                  <a:lnTo>
                    <a:pt x="255" y="132"/>
                  </a:lnTo>
                  <a:lnTo>
                    <a:pt x="229" y="151"/>
                  </a:lnTo>
                  <a:lnTo>
                    <a:pt x="203" y="171"/>
                  </a:lnTo>
                  <a:lnTo>
                    <a:pt x="179" y="193"/>
                  </a:lnTo>
                  <a:lnTo>
                    <a:pt x="154" y="217"/>
                  </a:lnTo>
                  <a:lnTo>
                    <a:pt x="130" y="242"/>
                  </a:lnTo>
                  <a:lnTo>
                    <a:pt x="107" y="270"/>
                  </a:lnTo>
                  <a:lnTo>
                    <a:pt x="84" y="299"/>
                  </a:lnTo>
                  <a:lnTo>
                    <a:pt x="62" y="331"/>
                  </a:lnTo>
                  <a:lnTo>
                    <a:pt x="42" y="364"/>
                  </a:lnTo>
                  <a:lnTo>
                    <a:pt x="23" y="400"/>
                  </a:lnTo>
                  <a:lnTo>
                    <a:pt x="6" y="439"/>
                  </a:lnTo>
                  <a:lnTo>
                    <a:pt x="25" y="427"/>
                  </a:lnTo>
                  <a:lnTo>
                    <a:pt x="75" y="402"/>
                  </a:lnTo>
                  <a:lnTo>
                    <a:pt x="105" y="387"/>
                  </a:lnTo>
                  <a:lnTo>
                    <a:pt x="138" y="370"/>
                  </a:lnTo>
                  <a:lnTo>
                    <a:pt x="173" y="356"/>
                  </a:lnTo>
                  <a:lnTo>
                    <a:pt x="205" y="344"/>
                  </a:lnTo>
                  <a:lnTo>
                    <a:pt x="195" y="356"/>
                  </a:lnTo>
                  <a:lnTo>
                    <a:pt x="167" y="391"/>
                  </a:lnTo>
                  <a:lnTo>
                    <a:pt x="148" y="414"/>
                  </a:lnTo>
                  <a:lnTo>
                    <a:pt x="128" y="442"/>
                  </a:lnTo>
                  <a:lnTo>
                    <a:pt x="108" y="473"/>
                  </a:lnTo>
                  <a:lnTo>
                    <a:pt x="87" y="507"/>
                  </a:lnTo>
                  <a:lnTo>
                    <a:pt x="66" y="543"/>
                  </a:lnTo>
                  <a:lnTo>
                    <a:pt x="48" y="581"/>
                  </a:lnTo>
                  <a:lnTo>
                    <a:pt x="39" y="601"/>
                  </a:lnTo>
                  <a:lnTo>
                    <a:pt x="30" y="621"/>
                  </a:lnTo>
                  <a:lnTo>
                    <a:pt x="23" y="641"/>
                  </a:lnTo>
                  <a:lnTo>
                    <a:pt x="17" y="661"/>
                  </a:lnTo>
                  <a:lnTo>
                    <a:pt x="12" y="682"/>
                  </a:lnTo>
                  <a:lnTo>
                    <a:pt x="7" y="702"/>
                  </a:lnTo>
                  <a:lnTo>
                    <a:pt x="3" y="722"/>
                  </a:lnTo>
                  <a:lnTo>
                    <a:pt x="2" y="743"/>
                  </a:lnTo>
                  <a:lnTo>
                    <a:pt x="0" y="762"/>
                  </a:lnTo>
                  <a:lnTo>
                    <a:pt x="2" y="782"/>
                  </a:lnTo>
                  <a:lnTo>
                    <a:pt x="4" y="802"/>
                  </a:lnTo>
                  <a:lnTo>
                    <a:pt x="7" y="821"/>
                  </a:lnTo>
                  <a:lnTo>
                    <a:pt x="33" y="823"/>
                  </a:lnTo>
                  <a:lnTo>
                    <a:pt x="61" y="823"/>
                  </a:lnTo>
                  <a:lnTo>
                    <a:pt x="87" y="823"/>
                  </a:lnTo>
                  <a:lnTo>
                    <a:pt x="115" y="822"/>
                  </a:lnTo>
                  <a:lnTo>
                    <a:pt x="143" y="820"/>
                  </a:lnTo>
                  <a:lnTo>
                    <a:pt x="170" y="818"/>
                  </a:lnTo>
                  <a:lnTo>
                    <a:pt x="199" y="814"/>
                  </a:lnTo>
                  <a:lnTo>
                    <a:pt x="228" y="810"/>
                  </a:lnTo>
                  <a:lnTo>
                    <a:pt x="284" y="800"/>
                  </a:lnTo>
                  <a:lnTo>
                    <a:pt x="339" y="787"/>
                  </a:lnTo>
                  <a:lnTo>
                    <a:pt x="393" y="773"/>
                  </a:lnTo>
                  <a:lnTo>
                    <a:pt x="444" y="759"/>
                  </a:lnTo>
                  <a:lnTo>
                    <a:pt x="493" y="745"/>
                  </a:lnTo>
                  <a:lnTo>
                    <a:pt x="536" y="729"/>
                  </a:lnTo>
                  <a:lnTo>
                    <a:pt x="576" y="716"/>
                  </a:lnTo>
                  <a:lnTo>
                    <a:pt x="611" y="704"/>
                  </a:lnTo>
                  <a:lnTo>
                    <a:pt x="658" y="685"/>
                  </a:lnTo>
                  <a:lnTo>
                    <a:pt x="675" y="678"/>
                  </a:lnTo>
                  <a:lnTo>
                    <a:pt x="660" y="700"/>
                  </a:lnTo>
                  <a:lnTo>
                    <a:pt x="638" y="723"/>
                  </a:lnTo>
                  <a:lnTo>
                    <a:pt x="615" y="746"/>
                  </a:lnTo>
                  <a:lnTo>
                    <a:pt x="592" y="767"/>
                  </a:lnTo>
                  <a:lnTo>
                    <a:pt x="553" y="801"/>
                  </a:lnTo>
                  <a:lnTo>
                    <a:pt x="537" y="814"/>
                  </a:lnTo>
                  <a:lnTo>
                    <a:pt x="591" y="802"/>
                  </a:lnTo>
                  <a:lnTo>
                    <a:pt x="642" y="788"/>
                  </a:lnTo>
                  <a:lnTo>
                    <a:pt x="690" y="774"/>
                  </a:lnTo>
                  <a:lnTo>
                    <a:pt x="735" y="759"/>
                  </a:lnTo>
                  <a:lnTo>
                    <a:pt x="776" y="743"/>
                  </a:lnTo>
                  <a:lnTo>
                    <a:pt x="815" y="726"/>
                  </a:lnTo>
                  <a:lnTo>
                    <a:pt x="851" y="709"/>
                  </a:lnTo>
                  <a:lnTo>
                    <a:pt x="886" y="692"/>
                  </a:lnTo>
                  <a:lnTo>
                    <a:pt x="916" y="675"/>
                  </a:lnTo>
                  <a:lnTo>
                    <a:pt x="945" y="656"/>
                  </a:lnTo>
                  <a:lnTo>
                    <a:pt x="971" y="638"/>
                  </a:lnTo>
                  <a:lnTo>
                    <a:pt x="995" y="620"/>
                  </a:lnTo>
                  <a:lnTo>
                    <a:pt x="1017" y="601"/>
                  </a:lnTo>
                  <a:lnTo>
                    <a:pt x="1037" y="583"/>
                  </a:lnTo>
                  <a:lnTo>
                    <a:pt x="1056" y="566"/>
                  </a:lnTo>
                  <a:lnTo>
                    <a:pt x="1071" y="547"/>
                  </a:lnTo>
                  <a:lnTo>
                    <a:pt x="1086" y="530"/>
                  </a:lnTo>
                  <a:lnTo>
                    <a:pt x="1099" y="514"/>
                  </a:lnTo>
                  <a:lnTo>
                    <a:pt x="1110" y="498"/>
                  </a:lnTo>
                  <a:lnTo>
                    <a:pt x="1120" y="481"/>
                  </a:lnTo>
                  <a:lnTo>
                    <a:pt x="1136" y="453"/>
                  </a:lnTo>
                  <a:lnTo>
                    <a:pt x="1146" y="427"/>
                  </a:lnTo>
                  <a:lnTo>
                    <a:pt x="1158" y="390"/>
                  </a:lnTo>
                  <a:lnTo>
                    <a:pt x="1161" y="377"/>
                  </a:lnTo>
                  <a:lnTo>
                    <a:pt x="1021" y="105"/>
                  </a:lnTo>
                  <a:close/>
                </a:path>
              </a:pathLst>
            </a:custGeom>
            <a:solidFill>
              <a:srgbClr val="FF5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4B69ACC0-E52E-4313-875D-D46CC614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9825" y="3222625"/>
              <a:ext cx="809625" cy="163513"/>
            </a:xfrm>
            <a:custGeom>
              <a:avLst/>
              <a:gdLst>
                <a:gd name="T0" fmla="*/ 1528 w 1528"/>
                <a:gd name="T1" fmla="*/ 359 h 1439"/>
                <a:gd name="T2" fmla="*/ 1231 w 1528"/>
                <a:gd name="T3" fmla="*/ 1183 h 1439"/>
                <a:gd name="T4" fmla="*/ 0 w 1528"/>
                <a:gd name="T5" fmla="*/ 1439 h 1439"/>
                <a:gd name="T6" fmla="*/ 8 w 1528"/>
                <a:gd name="T7" fmla="*/ 1433 h 1439"/>
                <a:gd name="T8" fmla="*/ 34 w 1528"/>
                <a:gd name="T9" fmla="*/ 1418 h 1439"/>
                <a:gd name="T10" fmla="*/ 75 w 1528"/>
                <a:gd name="T11" fmla="*/ 1393 h 1439"/>
                <a:gd name="T12" fmla="*/ 124 w 1528"/>
                <a:gd name="T13" fmla="*/ 1358 h 1439"/>
                <a:gd name="T14" fmla="*/ 152 w 1528"/>
                <a:gd name="T15" fmla="*/ 1339 h 1439"/>
                <a:gd name="T16" fmla="*/ 180 w 1528"/>
                <a:gd name="T17" fmla="*/ 1317 h 1439"/>
                <a:gd name="T18" fmla="*/ 210 w 1528"/>
                <a:gd name="T19" fmla="*/ 1292 h 1439"/>
                <a:gd name="T20" fmla="*/ 240 w 1528"/>
                <a:gd name="T21" fmla="*/ 1267 h 1439"/>
                <a:gd name="T22" fmla="*/ 269 w 1528"/>
                <a:gd name="T23" fmla="*/ 1240 h 1439"/>
                <a:gd name="T24" fmla="*/ 299 w 1528"/>
                <a:gd name="T25" fmla="*/ 1211 h 1439"/>
                <a:gd name="T26" fmla="*/ 327 w 1528"/>
                <a:gd name="T27" fmla="*/ 1181 h 1439"/>
                <a:gd name="T28" fmla="*/ 354 w 1528"/>
                <a:gd name="T29" fmla="*/ 1150 h 1439"/>
                <a:gd name="T30" fmla="*/ 380 w 1528"/>
                <a:gd name="T31" fmla="*/ 1116 h 1439"/>
                <a:gd name="T32" fmla="*/ 403 w 1528"/>
                <a:gd name="T33" fmla="*/ 1083 h 1439"/>
                <a:gd name="T34" fmla="*/ 423 w 1528"/>
                <a:gd name="T35" fmla="*/ 1048 h 1439"/>
                <a:gd name="T36" fmla="*/ 440 w 1528"/>
                <a:gd name="T37" fmla="*/ 1011 h 1439"/>
                <a:gd name="T38" fmla="*/ 453 w 1528"/>
                <a:gd name="T39" fmla="*/ 975 h 1439"/>
                <a:gd name="T40" fmla="*/ 463 w 1528"/>
                <a:gd name="T41" fmla="*/ 937 h 1439"/>
                <a:gd name="T42" fmla="*/ 469 w 1528"/>
                <a:gd name="T43" fmla="*/ 898 h 1439"/>
                <a:gd name="T44" fmla="*/ 471 w 1528"/>
                <a:gd name="T45" fmla="*/ 860 h 1439"/>
                <a:gd name="T46" fmla="*/ 466 w 1528"/>
                <a:gd name="T47" fmla="*/ 820 h 1439"/>
                <a:gd name="T48" fmla="*/ 456 w 1528"/>
                <a:gd name="T49" fmla="*/ 781 h 1439"/>
                <a:gd name="T50" fmla="*/ 439 w 1528"/>
                <a:gd name="T51" fmla="*/ 740 h 1439"/>
                <a:gd name="T52" fmla="*/ 417 w 1528"/>
                <a:gd name="T53" fmla="*/ 700 h 1439"/>
                <a:gd name="T54" fmla="*/ 387 w 1528"/>
                <a:gd name="T55" fmla="*/ 659 h 1439"/>
                <a:gd name="T56" fmla="*/ 351 w 1528"/>
                <a:gd name="T57" fmla="*/ 619 h 1439"/>
                <a:gd name="T58" fmla="*/ 306 w 1528"/>
                <a:gd name="T59" fmla="*/ 578 h 1439"/>
                <a:gd name="T60" fmla="*/ 253 w 1528"/>
                <a:gd name="T61" fmla="*/ 537 h 1439"/>
                <a:gd name="T62" fmla="*/ 1015 w 1528"/>
                <a:gd name="T63" fmla="*/ 0 h 1439"/>
                <a:gd name="T64" fmla="*/ 1528 w 1528"/>
                <a:gd name="T65" fmla="*/ 359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8" h="1439">
                  <a:moveTo>
                    <a:pt x="1528" y="359"/>
                  </a:moveTo>
                  <a:lnTo>
                    <a:pt x="1231" y="1183"/>
                  </a:lnTo>
                  <a:lnTo>
                    <a:pt x="0" y="1439"/>
                  </a:lnTo>
                  <a:lnTo>
                    <a:pt x="8" y="1433"/>
                  </a:lnTo>
                  <a:lnTo>
                    <a:pt x="34" y="1418"/>
                  </a:lnTo>
                  <a:lnTo>
                    <a:pt x="75" y="1393"/>
                  </a:lnTo>
                  <a:lnTo>
                    <a:pt x="124" y="1358"/>
                  </a:lnTo>
                  <a:lnTo>
                    <a:pt x="152" y="1339"/>
                  </a:lnTo>
                  <a:lnTo>
                    <a:pt x="180" y="1317"/>
                  </a:lnTo>
                  <a:lnTo>
                    <a:pt x="210" y="1292"/>
                  </a:lnTo>
                  <a:lnTo>
                    <a:pt x="240" y="1267"/>
                  </a:lnTo>
                  <a:lnTo>
                    <a:pt x="269" y="1240"/>
                  </a:lnTo>
                  <a:lnTo>
                    <a:pt x="299" y="1211"/>
                  </a:lnTo>
                  <a:lnTo>
                    <a:pt x="327" y="1181"/>
                  </a:lnTo>
                  <a:lnTo>
                    <a:pt x="354" y="1150"/>
                  </a:lnTo>
                  <a:lnTo>
                    <a:pt x="380" y="1116"/>
                  </a:lnTo>
                  <a:lnTo>
                    <a:pt x="403" y="1083"/>
                  </a:lnTo>
                  <a:lnTo>
                    <a:pt x="423" y="1048"/>
                  </a:lnTo>
                  <a:lnTo>
                    <a:pt x="440" y="1011"/>
                  </a:lnTo>
                  <a:lnTo>
                    <a:pt x="453" y="975"/>
                  </a:lnTo>
                  <a:lnTo>
                    <a:pt x="463" y="937"/>
                  </a:lnTo>
                  <a:lnTo>
                    <a:pt x="469" y="898"/>
                  </a:lnTo>
                  <a:lnTo>
                    <a:pt x="471" y="860"/>
                  </a:lnTo>
                  <a:lnTo>
                    <a:pt x="466" y="820"/>
                  </a:lnTo>
                  <a:lnTo>
                    <a:pt x="456" y="781"/>
                  </a:lnTo>
                  <a:lnTo>
                    <a:pt x="439" y="740"/>
                  </a:lnTo>
                  <a:lnTo>
                    <a:pt x="417" y="700"/>
                  </a:lnTo>
                  <a:lnTo>
                    <a:pt x="387" y="659"/>
                  </a:lnTo>
                  <a:lnTo>
                    <a:pt x="351" y="619"/>
                  </a:lnTo>
                  <a:lnTo>
                    <a:pt x="306" y="578"/>
                  </a:lnTo>
                  <a:lnTo>
                    <a:pt x="253" y="537"/>
                  </a:lnTo>
                  <a:lnTo>
                    <a:pt x="1015" y="0"/>
                  </a:lnTo>
                  <a:lnTo>
                    <a:pt x="1528" y="35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BA8C4A54-E89A-4D9B-B600-E5443AD7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52775"/>
              <a:ext cx="1077913" cy="122238"/>
            </a:xfrm>
            <a:custGeom>
              <a:avLst/>
              <a:gdLst>
                <a:gd name="T0" fmla="*/ 1530 w 2038"/>
                <a:gd name="T1" fmla="*/ 0 h 1079"/>
                <a:gd name="T2" fmla="*/ 363 w 2038"/>
                <a:gd name="T3" fmla="*/ 210 h 1079"/>
                <a:gd name="T4" fmla="*/ 0 w 2038"/>
                <a:gd name="T5" fmla="*/ 1079 h 1079"/>
                <a:gd name="T6" fmla="*/ 9 w 2038"/>
                <a:gd name="T7" fmla="*/ 1073 h 1079"/>
                <a:gd name="T8" fmla="*/ 31 w 2038"/>
                <a:gd name="T9" fmla="*/ 1055 h 1079"/>
                <a:gd name="T10" fmla="*/ 67 w 2038"/>
                <a:gd name="T11" fmla="*/ 1026 h 1079"/>
                <a:gd name="T12" fmla="*/ 116 w 2038"/>
                <a:gd name="T13" fmla="*/ 992 h 1079"/>
                <a:gd name="T14" fmla="*/ 143 w 2038"/>
                <a:gd name="T15" fmla="*/ 971 h 1079"/>
                <a:gd name="T16" fmla="*/ 175 w 2038"/>
                <a:gd name="T17" fmla="*/ 952 h 1079"/>
                <a:gd name="T18" fmla="*/ 208 w 2038"/>
                <a:gd name="T19" fmla="*/ 931 h 1079"/>
                <a:gd name="T20" fmla="*/ 245 w 2038"/>
                <a:gd name="T21" fmla="*/ 909 h 1079"/>
                <a:gd name="T22" fmla="*/ 283 w 2038"/>
                <a:gd name="T23" fmla="*/ 889 h 1079"/>
                <a:gd name="T24" fmla="*/ 324 w 2038"/>
                <a:gd name="T25" fmla="*/ 868 h 1079"/>
                <a:gd name="T26" fmla="*/ 366 w 2038"/>
                <a:gd name="T27" fmla="*/ 848 h 1079"/>
                <a:gd name="T28" fmla="*/ 411 w 2038"/>
                <a:gd name="T29" fmla="*/ 829 h 1079"/>
                <a:gd name="T30" fmla="*/ 458 w 2038"/>
                <a:gd name="T31" fmla="*/ 811 h 1079"/>
                <a:gd name="T32" fmla="*/ 506 w 2038"/>
                <a:gd name="T33" fmla="*/ 795 h 1079"/>
                <a:gd name="T34" fmla="*/ 555 w 2038"/>
                <a:gd name="T35" fmla="*/ 780 h 1079"/>
                <a:gd name="T36" fmla="*/ 607 w 2038"/>
                <a:gd name="T37" fmla="*/ 768 h 1079"/>
                <a:gd name="T38" fmla="*/ 658 w 2038"/>
                <a:gd name="T39" fmla="*/ 759 h 1079"/>
                <a:gd name="T40" fmla="*/ 712 w 2038"/>
                <a:gd name="T41" fmla="*/ 752 h 1079"/>
                <a:gd name="T42" fmla="*/ 766 w 2038"/>
                <a:gd name="T43" fmla="*/ 748 h 1079"/>
                <a:gd name="T44" fmla="*/ 821 w 2038"/>
                <a:gd name="T45" fmla="*/ 747 h 1079"/>
                <a:gd name="T46" fmla="*/ 877 w 2038"/>
                <a:gd name="T47" fmla="*/ 750 h 1079"/>
                <a:gd name="T48" fmla="*/ 934 w 2038"/>
                <a:gd name="T49" fmla="*/ 757 h 1079"/>
                <a:gd name="T50" fmla="*/ 991 w 2038"/>
                <a:gd name="T51" fmla="*/ 769 h 1079"/>
                <a:gd name="T52" fmla="*/ 1047 w 2038"/>
                <a:gd name="T53" fmla="*/ 784 h 1079"/>
                <a:gd name="T54" fmla="*/ 1105 w 2038"/>
                <a:gd name="T55" fmla="*/ 806 h 1079"/>
                <a:gd name="T56" fmla="*/ 1162 w 2038"/>
                <a:gd name="T57" fmla="*/ 831 h 1079"/>
                <a:gd name="T58" fmla="*/ 1220 w 2038"/>
                <a:gd name="T59" fmla="*/ 863 h 1079"/>
                <a:gd name="T60" fmla="*/ 1276 w 2038"/>
                <a:gd name="T61" fmla="*/ 900 h 1079"/>
                <a:gd name="T62" fmla="*/ 2038 w 2038"/>
                <a:gd name="T63" fmla="*/ 362 h 1079"/>
                <a:gd name="T64" fmla="*/ 1530 w 2038"/>
                <a:gd name="T65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38" h="1079">
                  <a:moveTo>
                    <a:pt x="1530" y="0"/>
                  </a:moveTo>
                  <a:lnTo>
                    <a:pt x="363" y="210"/>
                  </a:lnTo>
                  <a:lnTo>
                    <a:pt x="0" y="1079"/>
                  </a:lnTo>
                  <a:lnTo>
                    <a:pt x="9" y="1073"/>
                  </a:lnTo>
                  <a:lnTo>
                    <a:pt x="31" y="1055"/>
                  </a:lnTo>
                  <a:lnTo>
                    <a:pt x="67" y="1026"/>
                  </a:lnTo>
                  <a:lnTo>
                    <a:pt x="116" y="992"/>
                  </a:lnTo>
                  <a:lnTo>
                    <a:pt x="143" y="971"/>
                  </a:lnTo>
                  <a:lnTo>
                    <a:pt x="175" y="952"/>
                  </a:lnTo>
                  <a:lnTo>
                    <a:pt x="208" y="931"/>
                  </a:lnTo>
                  <a:lnTo>
                    <a:pt x="245" y="909"/>
                  </a:lnTo>
                  <a:lnTo>
                    <a:pt x="283" y="889"/>
                  </a:lnTo>
                  <a:lnTo>
                    <a:pt x="324" y="868"/>
                  </a:lnTo>
                  <a:lnTo>
                    <a:pt x="366" y="848"/>
                  </a:lnTo>
                  <a:lnTo>
                    <a:pt x="411" y="829"/>
                  </a:lnTo>
                  <a:lnTo>
                    <a:pt x="458" y="811"/>
                  </a:lnTo>
                  <a:lnTo>
                    <a:pt x="506" y="795"/>
                  </a:lnTo>
                  <a:lnTo>
                    <a:pt x="555" y="780"/>
                  </a:lnTo>
                  <a:lnTo>
                    <a:pt x="607" y="768"/>
                  </a:lnTo>
                  <a:lnTo>
                    <a:pt x="658" y="759"/>
                  </a:lnTo>
                  <a:lnTo>
                    <a:pt x="712" y="752"/>
                  </a:lnTo>
                  <a:lnTo>
                    <a:pt x="766" y="748"/>
                  </a:lnTo>
                  <a:lnTo>
                    <a:pt x="821" y="747"/>
                  </a:lnTo>
                  <a:lnTo>
                    <a:pt x="877" y="750"/>
                  </a:lnTo>
                  <a:lnTo>
                    <a:pt x="934" y="757"/>
                  </a:lnTo>
                  <a:lnTo>
                    <a:pt x="991" y="769"/>
                  </a:lnTo>
                  <a:lnTo>
                    <a:pt x="1047" y="784"/>
                  </a:lnTo>
                  <a:lnTo>
                    <a:pt x="1105" y="806"/>
                  </a:lnTo>
                  <a:lnTo>
                    <a:pt x="1162" y="831"/>
                  </a:lnTo>
                  <a:lnTo>
                    <a:pt x="1220" y="863"/>
                  </a:lnTo>
                  <a:lnTo>
                    <a:pt x="1276" y="900"/>
                  </a:lnTo>
                  <a:lnTo>
                    <a:pt x="2038" y="362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B25ED201-F25D-4036-BA85-4828BB0D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0975" y="3022600"/>
              <a:ext cx="1370013" cy="207963"/>
            </a:xfrm>
            <a:custGeom>
              <a:avLst/>
              <a:gdLst>
                <a:gd name="T0" fmla="*/ 603 w 2589"/>
                <a:gd name="T1" fmla="*/ 1479 h 1831"/>
                <a:gd name="T2" fmla="*/ 685 w 2589"/>
                <a:gd name="T3" fmla="*/ 1533 h 1831"/>
                <a:gd name="T4" fmla="*/ 775 w 2589"/>
                <a:gd name="T5" fmla="*/ 1584 h 1831"/>
                <a:gd name="T6" fmla="*/ 868 w 2589"/>
                <a:gd name="T7" fmla="*/ 1634 h 1831"/>
                <a:gd name="T8" fmla="*/ 969 w 2589"/>
                <a:gd name="T9" fmla="*/ 1683 h 1831"/>
                <a:gd name="T10" fmla="*/ 1075 w 2589"/>
                <a:gd name="T11" fmla="*/ 1729 h 1831"/>
                <a:gd name="T12" fmla="*/ 1189 w 2589"/>
                <a:gd name="T13" fmla="*/ 1773 h 1831"/>
                <a:gd name="T14" fmla="*/ 1309 w 2589"/>
                <a:gd name="T15" fmla="*/ 1812 h 1831"/>
                <a:gd name="T16" fmla="*/ 1423 w 2589"/>
                <a:gd name="T17" fmla="*/ 1790 h 1831"/>
                <a:gd name="T18" fmla="*/ 1522 w 2589"/>
                <a:gd name="T19" fmla="*/ 1706 h 1831"/>
                <a:gd name="T20" fmla="*/ 1618 w 2589"/>
                <a:gd name="T21" fmla="*/ 1622 h 1831"/>
                <a:gd name="T22" fmla="*/ 1711 w 2589"/>
                <a:gd name="T23" fmla="*/ 1538 h 1831"/>
                <a:gd name="T24" fmla="*/ 1842 w 2589"/>
                <a:gd name="T25" fmla="*/ 1409 h 1831"/>
                <a:gd name="T26" fmla="*/ 2006 w 2589"/>
                <a:gd name="T27" fmla="*/ 1240 h 1831"/>
                <a:gd name="T28" fmla="*/ 2158 w 2589"/>
                <a:gd name="T29" fmla="*/ 1070 h 1831"/>
                <a:gd name="T30" fmla="*/ 2297 w 2589"/>
                <a:gd name="T31" fmla="*/ 904 h 1831"/>
                <a:gd name="T32" fmla="*/ 2422 w 2589"/>
                <a:gd name="T33" fmla="*/ 741 h 1831"/>
                <a:gd name="T34" fmla="*/ 2536 w 2589"/>
                <a:gd name="T35" fmla="*/ 585 h 1831"/>
                <a:gd name="T36" fmla="*/ 2556 w 2589"/>
                <a:gd name="T37" fmla="*/ 500 h 1831"/>
                <a:gd name="T38" fmla="*/ 2491 w 2589"/>
                <a:gd name="T39" fmla="*/ 480 h 1831"/>
                <a:gd name="T40" fmla="*/ 2431 w 2589"/>
                <a:gd name="T41" fmla="*/ 458 h 1831"/>
                <a:gd name="T42" fmla="*/ 2374 w 2589"/>
                <a:gd name="T43" fmla="*/ 435 h 1831"/>
                <a:gd name="T44" fmla="*/ 2321 w 2589"/>
                <a:gd name="T45" fmla="*/ 411 h 1831"/>
                <a:gd name="T46" fmla="*/ 2271 w 2589"/>
                <a:gd name="T47" fmla="*/ 384 h 1831"/>
                <a:gd name="T48" fmla="*/ 2203 w 2589"/>
                <a:gd name="T49" fmla="*/ 344 h 1831"/>
                <a:gd name="T50" fmla="*/ 2137 w 2589"/>
                <a:gd name="T51" fmla="*/ 298 h 1831"/>
                <a:gd name="T52" fmla="*/ 2092 w 2589"/>
                <a:gd name="T53" fmla="*/ 262 h 1831"/>
                <a:gd name="T54" fmla="*/ 2050 w 2589"/>
                <a:gd name="T55" fmla="*/ 227 h 1831"/>
                <a:gd name="T56" fmla="*/ 2014 w 2589"/>
                <a:gd name="T57" fmla="*/ 191 h 1831"/>
                <a:gd name="T58" fmla="*/ 1967 w 2589"/>
                <a:gd name="T59" fmla="*/ 138 h 1831"/>
                <a:gd name="T60" fmla="*/ 1916 w 2589"/>
                <a:gd name="T61" fmla="*/ 73 h 1831"/>
                <a:gd name="T62" fmla="*/ 1891 w 2589"/>
                <a:gd name="T63" fmla="*/ 31 h 1831"/>
                <a:gd name="T64" fmla="*/ 1878 w 2589"/>
                <a:gd name="T65" fmla="*/ 10 h 1831"/>
                <a:gd name="T66" fmla="*/ 1765 w 2589"/>
                <a:gd name="T67" fmla="*/ 37 h 1831"/>
                <a:gd name="T68" fmla="*/ 1543 w 2589"/>
                <a:gd name="T69" fmla="*/ 118 h 1831"/>
                <a:gd name="T70" fmla="*/ 1313 w 2589"/>
                <a:gd name="T71" fmla="*/ 206 h 1831"/>
                <a:gd name="T72" fmla="*/ 1078 w 2589"/>
                <a:gd name="T73" fmla="*/ 304 h 1831"/>
                <a:gd name="T74" fmla="*/ 838 w 2589"/>
                <a:gd name="T75" fmla="*/ 411 h 1831"/>
                <a:gd name="T76" fmla="*/ 597 w 2589"/>
                <a:gd name="T77" fmla="*/ 527 h 1831"/>
                <a:gd name="T78" fmla="*/ 416 w 2589"/>
                <a:gd name="T79" fmla="*/ 620 h 1831"/>
                <a:gd name="T80" fmla="*/ 296 w 2589"/>
                <a:gd name="T81" fmla="*/ 685 h 1831"/>
                <a:gd name="T82" fmla="*/ 177 w 2589"/>
                <a:gd name="T83" fmla="*/ 753 h 1831"/>
                <a:gd name="T84" fmla="*/ 59 w 2589"/>
                <a:gd name="T85" fmla="*/ 823 h 1831"/>
                <a:gd name="T86" fmla="*/ 14 w 2589"/>
                <a:gd name="T87" fmla="*/ 884 h 1831"/>
                <a:gd name="T88" fmla="*/ 50 w 2589"/>
                <a:gd name="T89" fmla="*/ 937 h 1831"/>
                <a:gd name="T90" fmla="*/ 89 w 2589"/>
                <a:gd name="T91" fmla="*/ 992 h 1831"/>
                <a:gd name="T92" fmla="*/ 131 w 2589"/>
                <a:gd name="T93" fmla="*/ 1047 h 1831"/>
                <a:gd name="T94" fmla="*/ 180 w 2589"/>
                <a:gd name="T95" fmla="*/ 1105 h 1831"/>
                <a:gd name="T96" fmla="*/ 235 w 2589"/>
                <a:gd name="T97" fmla="*/ 1166 h 1831"/>
                <a:gd name="T98" fmla="*/ 295 w 2589"/>
                <a:gd name="T99" fmla="*/ 1228 h 1831"/>
                <a:gd name="T100" fmla="*/ 363 w 2589"/>
                <a:gd name="T101" fmla="*/ 1291 h 1831"/>
                <a:gd name="T102" fmla="*/ 438 w 2589"/>
                <a:gd name="T103" fmla="*/ 1356 h 1831"/>
                <a:gd name="T104" fmla="*/ 520 w 2589"/>
                <a:gd name="T105" fmla="*/ 1420 h 1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89" h="1831">
                  <a:moveTo>
                    <a:pt x="564" y="1452"/>
                  </a:moveTo>
                  <a:lnTo>
                    <a:pt x="603" y="1479"/>
                  </a:lnTo>
                  <a:lnTo>
                    <a:pt x="643" y="1506"/>
                  </a:lnTo>
                  <a:lnTo>
                    <a:pt x="685" y="1533"/>
                  </a:lnTo>
                  <a:lnTo>
                    <a:pt x="730" y="1558"/>
                  </a:lnTo>
                  <a:lnTo>
                    <a:pt x="775" y="1584"/>
                  </a:lnTo>
                  <a:lnTo>
                    <a:pt x="821" y="1610"/>
                  </a:lnTo>
                  <a:lnTo>
                    <a:pt x="868" y="1634"/>
                  </a:lnTo>
                  <a:lnTo>
                    <a:pt x="919" y="1659"/>
                  </a:lnTo>
                  <a:lnTo>
                    <a:pt x="969" y="1683"/>
                  </a:lnTo>
                  <a:lnTo>
                    <a:pt x="1022" y="1706"/>
                  </a:lnTo>
                  <a:lnTo>
                    <a:pt x="1075" y="1729"/>
                  </a:lnTo>
                  <a:lnTo>
                    <a:pt x="1132" y="1751"/>
                  </a:lnTo>
                  <a:lnTo>
                    <a:pt x="1189" y="1773"/>
                  </a:lnTo>
                  <a:lnTo>
                    <a:pt x="1248" y="1793"/>
                  </a:lnTo>
                  <a:lnTo>
                    <a:pt x="1309" y="1812"/>
                  </a:lnTo>
                  <a:lnTo>
                    <a:pt x="1372" y="1831"/>
                  </a:lnTo>
                  <a:lnTo>
                    <a:pt x="1423" y="1790"/>
                  </a:lnTo>
                  <a:lnTo>
                    <a:pt x="1473" y="1748"/>
                  </a:lnTo>
                  <a:lnTo>
                    <a:pt x="1522" y="1706"/>
                  </a:lnTo>
                  <a:lnTo>
                    <a:pt x="1571" y="1664"/>
                  </a:lnTo>
                  <a:lnTo>
                    <a:pt x="1618" y="1622"/>
                  </a:lnTo>
                  <a:lnTo>
                    <a:pt x="1664" y="1579"/>
                  </a:lnTo>
                  <a:lnTo>
                    <a:pt x="1711" y="1538"/>
                  </a:lnTo>
                  <a:lnTo>
                    <a:pt x="1755" y="1495"/>
                  </a:lnTo>
                  <a:lnTo>
                    <a:pt x="1842" y="1409"/>
                  </a:lnTo>
                  <a:lnTo>
                    <a:pt x="1927" y="1324"/>
                  </a:lnTo>
                  <a:lnTo>
                    <a:pt x="2006" y="1240"/>
                  </a:lnTo>
                  <a:lnTo>
                    <a:pt x="2083" y="1154"/>
                  </a:lnTo>
                  <a:lnTo>
                    <a:pt x="2158" y="1070"/>
                  </a:lnTo>
                  <a:lnTo>
                    <a:pt x="2229" y="986"/>
                  </a:lnTo>
                  <a:lnTo>
                    <a:pt x="2297" y="904"/>
                  </a:lnTo>
                  <a:lnTo>
                    <a:pt x="2361" y="822"/>
                  </a:lnTo>
                  <a:lnTo>
                    <a:pt x="2422" y="741"/>
                  </a:lnTo>
                  <a:lnTo>
                    <a:pt x="2481" y="663"/>
                  </a:lnTo>
                  <a:lnTo>
                    <a:pt x="2536" y="585"/>
                  </a:lnTo>
                  <a:lnTo>
                    <a:pt x="2589" y="509"/>
                  </a:lnTo>
                  <a:lnTo>
                    <a:pt x="2556" y="500"/>
                  </a:lnTo>
                  <a:lnTo>
                    <a:pt x="2523" y="490"/>
                  </a:lnTo>
                  <a:lnTo>
                    <a:pt x="2491" y="480"/>
                  </a:lnTo>
                  <a:lnTo>
                    <a:pt x="2461" y="470"/>
                  </a:lnTo>
                  <a:lnTo>
                    <a:pt x="2431" y="458"/>
                  </a:lnTo>
                  <a:lnTo>
                    <a:pt x="2402" y="447"/>
                  </a:lnTo>
                  <a:lnTo>
                    <a:pt x="2374" y="435"/>
                  </a:lnTo>
                  <a:lnTo>
                    <a:pt x="2347" y="423"/>
                  </a:lnTo>
                  <a:lnTo>
                    <a:pt x="2321" y="411"/>
                  </a:lnTo>
                  <a:lnTo>
                    <a:pt x="2295" y="397"/>
                  </a:lnTo>
                  <a:lnTo>
                    <a:pt x="2271" y="384"/>
                  </a:lnTo>
                  <a:lnTo>
                    <a:pt x="2248" y="371"/>
                  </a:lnTo>
                  <a:lnTo>
                    <a:pt x="2203" y="344"/>
                  </a:lnTo>
                  <a:lnTo>
                    <a:pt x="2161" y="315"/>
                  </a:lnTo>
                  <a:lnTo>
                    <a:pt x="2137" y="298"/>
                  </a:lnTo>
                  <a:lnTo>
                    <a:pt x="2114" y="280"/>
                  </a:lnTo>
                  <a:lnTo>
                    <a:pt x="2092" y="262"/>
                  </a:lnTo>
                  <a:lnTo>
                    <a:pt x="2071" y="244"/>
                  </a:lnTo>
                  <a:lnTo>
                    <a:pt x="2050" y="227"/>
                  </a:lnTo>
                  <a:lnTo>
                    <a:pt x="2032" y="208"/>
                  </a:lnTo>
                  <a:lnTo>
                    <a:pt x="2014" y="191"/>
                  </a:lnTo>
                  <a:lnTo>
                    <a:pt x="1999" y="173"/>
                  </a:lnTo>
                  <a:lnTo>
                    <a:pt x="1967" y="138"/>
                  </a:lnTo>
                  <a:lnTo>
                    <a:pt x="1941" y="105"/>
                  </a:lnTo>
                  <a:lnTo>
                    <a:pt x="1916" y="73"/>
                  </a:lnTo>
                  <a:lnTo>
                    <a:pt x="1896" y="42"/>
                  </a:lnTo>
                  <a:lnTo>
                    <a:pt x="1891" y="31"/>
                  </a:lnTo>
                  <a:lnTo>
                    <a:pt x="1883" y="20"/>
                  </a:lnTo>
                  <a:lnTo>
                    <a:pt x="1878" y="10"/>
                  </a:lnTo>
                  <a:lnTo>
                    <a:pt x="1872" y="0"/>
                  </a:lnTo>
                  <a:lnTo>
                    <a:pt x="1765" y="37"/>
                  </a:lnTo>
                  <a:lnTo>
                    <a:pt x="1656" y="76"/>
                  </a:lnTo>
                  <a:lnTo>
                    <a:pt x="1543" y="118"/>
                  </a:lnTo>
                  <a:lnTo>
                    <a:pt x="1430" y="160"/>
                  </a:lnTo>
                  <a:lnTo>
                    <a:pt x="1313" y="206"/>
                  </a:lnTo>
                  <a:lnTo>
                    <a:pt x="1196" y="254"/>
                  </a:lnTo>
                  <a:lnTo>
                    <a:pt x="1078" y="304"/>
                  </a:lnTo>
                  <a:lnTo>
                    <a:pt x="959" y="357"/>
                  </a:lnTo>
                  <a:lnTo>
                    <a:pt x="838" y="411"/>
                  </a:lnTo>
                  <a:lnTo>
                    <a:pt x="718" y="468"/>
                  </a:lnTo>
                  <a:lnTo>
                    <a:pt x="597" y="527"/>
                  </a:lnTo>
                  <a:lnTo>
                    <a:pt x="476" y="589"/>
                  </a:lnTo>
                  <a:lnTo>
                    <a:pt x="416" y="620"/>
                  </a:lnTo>
                  <a:lnTo>
                    <a:pt x="355" y="653"/>
                  </a:lnTo>
                  <a:lnTo>
                    <a:pt x="296" y="685"/>
                  </a:lnTo>
                  <a:lnTo>
                    <a:pt x="236" y="719"/>
                  </a:lnTo>
                  <a:lnTo>
                    <a:pt x="177" y="753"/>
                  </a:lnTo>
                  <a:lnTo>
                    <a:pt x="118" y="788"/>
                  </a:lnTo>
                  <a:lnTo>
                    <a:pt x="59" y="823"/>
                  </a:lnTo>
                  <a:lnTo>
                    <a:pt x="0" y="859"/>
                  </a:lnTo>
                  <a:lnTo>
                    <a:pt x="14" y="884"/>
                  </a:lnTo>
                  <a:lnTo>
                    <a:pt x="31" y="909"/>
                  </a:lnTo>
                  <a:lnTo>
                    <a:pt x="50" y="937"/>
                  </a:lnTo>
                  <a:lnTo>
                    <a:pt x="70" y="966"/>
                  </a:lnTo>
                  <a:lnTo>
                    <a:pt x="89" y="992"/>
                  </a:lnTo>
                  <a:lnTo>
                    <a:pt x="109" y="1019"/>
                  </a:lnTo>
                  <a:lnTo>
                    <a:pt x="131" y="1047"/>
                  </a:lnTo>
                  <a:lnTo>
                    <a:pt x="154" y="1076"/>
                  </a:lnTo>
                  <a:lnTo>
                    <a:pt x="180" y="1105"/>
                  </a:lnTo>
                  <a:lnTo>
                    <a:pt x="206" y="1136"/>
                  </a:lnTo>
                  <a:lnTo>
                    <a:pt x="235" y="1166"/>
                  </a:lnTo>
                  <a:lnTo>
                    <a:pt x="263" y="1197"/>
                  </a:lnTo>
                  <a:lnTo>
                    <a:pt x="295" y="1228"/>
                  </a:lnTo>
                  <a:lnTo>
                    <a:pt x="328" y="1260"/>
                  </a:lnTo>
                  <a:lnTo>
                    <a:pt x="363" y="1291"/>
                  </a:lnTo>
                  <a:lnTo>
                    <a:pt x="400" y="1324"/>
                  </a:lnTo>
                  <a:lnTo>
                    <a:pt x="438" y="1356"/>
                  </a:lnTo>
                  <a:lnTo>
                    <a:pt x="478" y="1388"/>
                  </a:lnTo>
                  <a:lnTo>
                    <a:pt x="520" y="1420"/>
                  </a:lnTo>
                  <a:lnTo>
                    <a:pt x="564" y="145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99000">
                  <a:schemeClr val="accent2"/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D3B25AC-B053-4CCD-83F6-ADA50715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3963" y="2984500"/>
              <a:ext cx="577850" cy="87313"/>
            </a:xfrm>
            <a:custGeom>
              <a:avLst/>
              <a:gdLst>
                <a:gd name="T0" fmla="*/ 268 w 1093"/>
                <a:gd name="T1" fmla="*/ 594 h 773"/>
                <a:gd name="T2" fmla="*/ 307 w 1093"/>
                <a:gd name="T3" fmla="*/ 621 h 773"/>
                <a:gd name="T4" fmla="*/ 347 w 1093"/>
                <a:gd name="T5" fmla="*/ 646 h 773"/>
                <a:gd name="T6" fmla="*/ 370 w 1093"/>
                <a:gd name="T7" fmla="*/ 658 h 773"/>
                <a:gd name="T8" fmla="*/ 392 w 1093"/>
                <a:gd name="T9" fmla="*/ 670 h 773"/>
                <a:gd name="T10" fmla="*/ 416 w 1093"/>
                <a:gd name="T11" fmla="*/ 682 h 773"/>
                <a:gd name="T12" fmla="*/ 441 w 1093"/>
                <a:gd name="T13" fmla="*/ 694 h 773"/>
                <a:gd name="T14" fmla="*/ 465 w 1093"/>
                <a:gd name="T15" fmla="*/ 705 h 773"/>
                <a:gd name="T16" fmla="*/ 491 w 1093"/>
                <a:gd name="T17" fmla="*/ 715 h 773"/>
                <a:gd name="T18" fmla="*/ 517 w 1093"/>
                <a:gd name="T19" fmla="*/ 726 h 773"/>
                <a:gd name="T20" fmla="*/ 546 w 1093"/>
                <a:gd name="T21" fmla="*/ 737 h 773"/>
                <a:gd name="T22" fmla="*/ 573 w 1093"/>
                <a:gd name="T23" fmla="*/ 746 h 773"/>
                <a:gd name="T24" fmla="*/ 604 w 1093"/>
                <a:gd name="T25" fmla="*/ 756 h 773"/>
                <a:gd name="T26" fmla="*/ 634 w 1093"/>
                <a:gd name="T27" fmla="*/ 764 h 773"/>
                <a:gd name="T28" fmla="*/ 665 w 1093"/>
                <a:gd name="T29" fmla="*/ 773 h 773"/>
                <a:gd name="T30" fmla="*/ 719 w 1093"/>
                <a:gd name="T31" fmla="*/ 691 h 773"/>
                <a:gd name="T32" fmla="*/ 769 w 1093"/>
                <a:gd name="T33" fmla="*/ 610 h 773"/>
                <a:gd name="T34" fmla="*/ 815 w 1093"/>
                <a:gd name="T35" fmla="*/ 535 h 773"/>
                <a:gd name="T36" fmla="*/ 857 w 1093"/>
                <a:gd name="T37" fmla="*/ 463 h 773"/>
                <a:gd name="T38" fmla="*/ 896 w 1093"/>
                <a:gd name="T39" fmla="*/ 395 h 773"/>
                <a:gd name="T40" fmla="*/ 930 w 1093"/>
                <a:gd name="T41" fmla="*/ 331 h 773"/>
                <a:gd name="T42" fmla="*/ 962 w 1093"/>
                <a:gd name="T43" fmla="*/ 272 h 773"/>
                <a:gd name="T44" fmla="*/ 989 w 1093"/>
                <a:gd name="T45" fmla="*/ 218 h 773"/>
                <a:gd name="T46" fmla="*/ 1014 w 1093"/>
                <a:gd name="T47" fmla="*/ 169 h 773"/>
                <a:gd name="T48" fmla="*/ 1036 w 1093"/>
                <a:gd name="T49" fmla="*/ 126 h 773"/>
                <a:gd name="T50" fmla="*/ 1053 w 1093"/>
                <a:gd name="T51" fmla="*/ 89 h 773"/>
                <a:gd name="T52" fmla="*/ 1067 w 1093"/>
                <a:gd name="T53" fmla="*/ 57 h 773"/>
                <a:gd name="T54" fmla="*/ 1079 w 1093"/>
                <a:gd name="T55" fmla="*/ 33 h 773"/>
                <a:gd name="T56" fmla="*/ 1086 w 1093"/>
                <a:gd name="T57" fmla="*/ 14 h 773"/>
                <a:gd name="T58" fmla="*/ 1090 w 1093"/>
                <a:gd name="T59" fmla="*/ 3 h 773"/>
                <a:gd name="T60" fmla="*/ 1093 w 1093"/>
                <a:gd name="T61" fmla="*/ 0 h 773"/>
                <a:gd name="T62" fmla="*/ 1087 w 1093"/>
                <a:gd name="T63" fmla="*/ 1 h 773"/>
                <a:gd name="T64" fmla="*/ 1072 w 1093"/>
                <a:gd name="T65" fmla="*/ 4 h 773"/>
                <a:gd name="T66" fmla="*/ 1046 w 1093"/>
                <a:gd name="T67" fmla="*/ 9 h 773"/>
                <a:gd name="T68" fmla="*/ 1011 w 1093"/>
                <a:gd name="T69" fmla="*/ 17 h 773"/>
                <a:gd name="T70" fmla="*/ 966 w 1093"/>
                <a:gd name="T71" fmla="*/ 28 h 773"/>
                <a:gd name="T72" fmla="*/ 915 w 1093"/>
                <a:gd name="T73" fmla="*/ 40 h 773"/>
                <a:gd name="T74" fmla="*/ 853 w 1093"/>
                <a:gd name="T75" fmla="*/ 54 h 773"/>
                <a:gd name="T76" fmla="*/ 785 w 1093"/>
                <a:gd name="T77" fmla="*/ 71 h 773"/>
                <a:gd name="T78" fmla="*/ 709 w 1093"/>
                <a:gd name="T79" fmla="*/ 92 h 773"/>
                <a:gd name="T80" fmla="*/ 625 w 1093"/>
                <a:gd name="T81" fmla="*/ 113 h 773"/>
                <a:gd name="T82" fmla="*/ 534 w 1093"/>
                <a:gd name="T83" fmla="*/ 138 h 773"/>
                <a:gd name="T84" fmla="*/ 439 w 1093"/>
                <a:gd name="T85" fmla="*/ 165 h 773"/>
                <a:gd name="T86" fmla="*/ 337 w 1093"/>
                <a:gd name="T87" fmla="*/ 195 h 773"/>
                <a:gd name="T88" fmla="*/ 229 w 1093"/>
                <a:gd name="T89" fmla="*/ 228 h 773"/>
                <a:gd name="T90" fmla="*/ 117 w 1093"/>
                <a:gd name="T91" fmla="*/ 263 h 773"/>
                <a:gd name="T92" fmla="*/ 0 w 1093"/>
                <a:gd name="T93" fmla="*/ 301 h 773"/>
                <a:gd name="T94" fmla="*/ 6 w 1093"/>
                <a:gd name="T95" fmla="*/ 311 h 773"/>
                <a:gd name="T96" fmla="*/ 12 w 1093"/>
                <a:gd name="T97" fmla="*/ 322 h 773"/>
                <a:gd name="T98" fmla="*/ 19 w 1093"/>
                <a:gd name="T99" fmla="*/ 333 h 773"/>
                <a:gd name="T100" fmla="*/ 26 w 1093"/>
                <a:gd name="T101" fmla="*/ 345 h 773"/>
                <a:gd name="T102" fmla="*/ 45 w 1093"/>
                <a:gd name="T103" fmla="*/ 372 h 773"/>
                <a:gd name="T104" fmla="*/ 66 w 1093"/>
                <a:gd name="T105" fmla="*/ 402 h 773"/>
                <a:gd name="T106" fmla="*/ 91 w 1093"/>
                <a:gd name="T107" fmla="*/ 432 h 773"/>
                <a:gd name="T108" fmla="*/ 118 w 1093"/>
                <a:gd name="T109" fmla="*/ 465 h 773"/>
                <a:gd name="T110" fmla="*/ 150 w 1093"/>
                <a:gd name="T111" fmla="*/ 498 h 773"/>
                <a:gd name="T112" fmla="*/ 186 w 1093"/>
                <a:gd name="T113" fmla="*/ 530 h 773"/>
                <a:gd name="T114" fmla="*/ 205 w 1093"/>
                <a:gd name="T115" fmla="*/ 546 h 773"/>
                <a:gd name="T116" fmla="*/ 225 w 1093"/>
                <a:gd name="T117" fmla="*/ 563 h 773"/>
                <a:gd name="T118" fmla="*/ 245 w 1093"/>
                <a:gd name="T119" fmla="*/ 579 h 773"/>
                <a:gd name="T120" fmla="*/ 268 w 1093"/>
                <a:gd name="T121" fmla="*/ 59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3" h="773">
                  <a:moveTo>
                    <a:pt x="268" y="594"/>
                  </a:moveTo>
                  <a:lnTo>
                    <a:pt x="307" y="621"/>
                  </a:lnTo>
                  <a:lnTo>
                    <a:pt x="347" y="646"/>
                  </a:lnTo>
                  <a:lnTo>
                    <a:pt x="370" y="658"/>
                  </a:lnTo>
                  <a:lnTo>
                    <a:pt x="392" y="670"/>
                  </a:lnTo>
                  <a:lnTo>
                    <a:pt x="416" y="682"/>
                  </a:lnTo>
                  <a:lnTo>
                    <a:pt x="441" y="694"/>
                  </a:lnTo>
                  <a:lnTo>
                    <a:pt x="465" y="705"/>
                  </a:lnTo>
                  <a:lnTo>
                    <a:pt x="491" y="715"/>
                  </a:lnTo>
                  <a:lnTo>
                    <a:pt x="517" y="726"/>
                  </a:lnTo>
                  <a:lnTo>
                    <a:pt x="546" y="737"/>
                  </a:lnTo>
                  <a:lnTo>
                    <a:pt x="573" y="746"/>
                  </a:lnTo>
                  <a:lnTo>
                    <a:pt x="604" y="756"/>
                  </a:lnTo>
                  <a:lnTo>
                    <a:pt x="634" y="764"/>
                  </a:lnTo>
                  <a:lnTo>
                    <a:pt x="665" y="773"/>
                  </a:lnTo>
                  <a:lnTo>
                    <a:pt x="719" y="691"/>
                  </a:lnTo>
                  <a:lnTo>
                    <a:pt x="769" y="610"/>
                  </a:lnTo>
                  <a:lnTo>
                    <a:pt x="815" y="535"/>
                  </a:lnTo>
                  <a:lnTo>
                    <a:pt x="857" y="463"/>
                  </a:lnTo>
                  <a:lnTo>
                    <a:pt x="896" y="395"/>
                  </a:lnTo>
                  <a:lnTo>
                    <a:pt x="930" y="331"/>
                  </a:lnTo>
                  <a:lnTo>
                    <a:pt x="962" y="272"/>
                  </a:lnTo>
                  <a:lnTo>
                    <a:pt x="989" y="218"/>
                  </a:lnTo>
                  <a:lnTo>
                    <a:pt x="1014" y="169"/>
                  </a:lnTo>
                  <a:lnTo>
                    <a:pt x="1036" y="126"/>
                  </a:lnTo>
                  <a:lnTo>
                    <a:pt x="1053" y="89"/>
                  </a:lnTo>
                  <a:lnTo>
                    <a:pt x="1067" y="57"/>
                  </a:lnTo>
                  <a:lnTo>
                    <a:pt x="1079" y="33"/>
                  </a:lnTo>
                  <a:lnTo>
                    <a:pt x="1086" y="14"/>
                  </a:lnTo>
                  <a:lnTo>
                    <a:pt x="1090" y="3"/>
                  </a:lnTo>
                  <a:lnTo>
                    <a:pt x="1093" y="0"/>
                  </a:lnTo>
                  <a:lnTo>
                    <a:pt x="1087" y="1"/>
                  </a:lnTo>
                  <a:lnTo>
                    <a:pt x="1072" y="4"/>
                  </a:lnTo>
                  <a:lnTo>
                    <a:pt x="1046" y="9"/>
                  </a:lnTo>
                  <a:lnTo>
                    <a:pt x="1011" y="17"/>
                  </a:lnTo>
                  <a:lnTo>
                    <a:pt x="966" y="28"/>
                  </a:lnTo>
                  <a:lnTo>
                    <a:pt x="915" y="40"/>
                  </a:lnTo>
                  <a:lnTo>
                    <a:pt x="853" y="54"/>
                  </a:lnTo>
                  <a:lnTo>
                    <a:pt x="785" y="71"/>
                  </a:lnTo>
                  <a:lnTo>
                    <a:pt x="709" y="92"/>
                  </a:lnTo>
                  <a:lnTo>
                    <a:pt x="625" y="113"/>
                  </a:lnTo>
                  <a:lnTo>
                    <a:pt x="534" y="138"/>
                  </a:lnTo>
                  <a:lnTo>
                    <a:pt x="439" y="165"/>
                  </a:lnTo>
                  <a:lnTo>
                    <a:pt x="337" y="195"/>
                  </a:lnTo>
                  <a:lnTo>
                    <a:pt x="229" y="228"/>
                  </a:lnTo>
                  <a:lnTo>
                    <a:pt x="117" y="263"/>
                  </a:lnTo>
                  <a:lnTo>
                    <a:pt x="0" y="301"/>
                  </a:lnTo>
                  <a:lnTo>
                    <a:pt x="6" y="311"/>
                  </a:lnTo>
                  <a:lnTo>
                    <a:pt x="12" y="322"/>
                  </a:lnTo>
                  <a:lnTo>
                    <a:pt x="19" y="333"/>
                  </a:lnTo>
                  <a:lnTo>
                    <a:pt x="26" y="345"/>
                  </a:lnTo>
                  <a:lnTo>
                    <a:pt x="45" y="372"/>
                  </a:lnTo>
                  <a:lnTo>
                    <a:pt x="66" y="402"/>
                  </a:lnTo>
                  <a:lnTo>
                    <a:pt x="91" y="432"/>
                  </a:lnTo>
                  <a:lnTo>
                    <a:pt x="118" y="465"/>
                  </a:lnTo>
                  <a:lnTo>
                    <a:pt x="150" y="498"/>
                  </a:lnTo>
                  <a:lnTo>
                    <a:pt x="186" y="530"/>
                  </a:lnTo>
                  <a:lnTo>
                    <a:pt x="205" y="546"/>
                  </a:lnTo>
                  <a:lnTo>
                    <a:pt x="225" y="563"/>
                  </a:lnTo>
                  <a:lnTo>
                    <a:pt x="245" y="579"/>
                  </a:lnTo>
                  <a:lnTo>
                    <a:pt x="268" y="594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99000">
                  <a:schemeClr val="accent2"/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D410904B-B6FE-4294-BCFD-1DAC2C459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5325" y="3125788"/>
              <a:ext cx="1439863" cy="217488"/>
            </a:xfrm>
            <a:custGeom>
              <a:avLst/>
              <a:gdLst>
                <a:gd name="T0" fmla="*/ 1866 w 2720"/>
                <a:gd name="T1" fmla="*/ 561 h 1923"/>
                <a:gd name="T2" fmla="*/ 1781 w 2720"/>
                <a:gd name="T3" fmla="*/ 493 h 1923"/>
                <a:gd name="T4" fmla="*/ 1702 w 2720"/>
                <a:gd name="T5" fmla="*/ 427 h 1923"/>
                <a:gd name="T6" fmla="*/ 1632 w 2720"/>
                <a:gd name="T7" fmla="*/ 361 h 1923"/>
                <a:gd name="T8" fmla="*/ 1568 w 2720"/>
                <a:gd name="T9" fmla="*/ 296 h 1923"/>
                <a:gd name="T10" fmla="*/ 1512 w 2720"/>
                <a:gd name="T11" fmla="*/ 233 h 1923"/>
                <a:gd name="T12" fmla="*/ 1462 w 2720"/>
                <a:gd name="T13" fmla="*/ 172 h 1923"/>
                <a:gd name="T14" fmla="*/ 1417 w 2720"/>
                <a:gd name="T15" fmla="*/ 115 h 1923"/>
                <a:gd name="T16" fmla="*/ 1381 w 2720"/>
                <a:gd name="T17" fmla="*/ 64 h 1923"/>
                <a:gd name="T18" fmla="*/ 1352 w 2720"/>
                <a:gd name="T19" fmla="*/ 20 h 1923"/>
                <a:gd name="T20" fmla="*/ 1289 w 2720"/>
                <a:gd name="T21" fmla="*/ 33 h 1923"/>
                <a:gd name="T22" fmla="*/ 1190 w 2720"/>
                <a:gd name="T23" fmla="*/ 100 h 1923"/>
                <a:gd name="T24" fmla="*/ 1092 w 2720"/>
                <a:gd name="T25" fmla="*/ 168 h 1923"/>
                <a:gd name="T26" fmla="*/ 995 w 2720"/>
                <a:gd name="T27" fmla="*/ 239 h 1923"/>
                <a:gd name="T28" fmla="*/ 900 w 2720"/>
                <a:gd name="T29" fmla="*/ 311 h 1923"/>
                <a:gd name="T30" fmla="*/ 807 w 2720"/>
                <a:gd name="T31" fmla="*/ 386 h 1923"/>
                <a:gd name="T32" fmla="*/ 717 w 2720"/>
                <a:gd name="T33" fmla="*/ 463 h 1923"/>
                <a:gd name="T34" fmla="*/ 628 w 2720"/>
                <a:gd name="T35" fmla="*/ 541 h 1923"/>
                <a:gd name="T36" fmla="*/ 543 w 2720"/>
                <a:gd name="T37" fmla="*/ 622 h 1923"/>
                <a:gd name="T38" fmla="*/ 460 w 2720"/>
                <a:gd name="T39" fmla="*/ 704 h 1923"/>
                <a:gd name="T40" fmla="*/ 380 w 2720"/>
                <a:gd name="T41" fmla="*/ 788 h 1923"/>
                <a:gd name="T42" fmla="*/ 304 w 2720"/>
                <a:gd name="T43" fmla="*/ 876 h 1923"/>
                <a:gd name="T44" fmla="*/ 231 w 2720"/>
                <a:gd name="T45" fmla="*/ 964 h 1923"/>
                <a:gd name="T46" fmla="*/ 160 w 2720"/>
                <a:gd name="T47" fmla="*/ 1055 h 1923"/>
                <a:gd name="T48" fmla="*/ 94 w 2720"/>
                <a:gd name="T49" fmla="*/ 1148 h 1923"/>
                <a:gd name="T50" fmla="*/ 30 w 2720"/>
                <a:gd name="T51" fmla="*/ 1243 h 1923"/>
                <a:gd name="T52" fmla="*/ 6 w 2720"/>
                <a:gd name="T53" fmla="*/ 1301 h 1923"/>
                <a:gd name="T54" fmla="*/ 32 w 2720"/>
                <a:gd name="T55" fmla="*/ 1344 h 1923"/>
                <a:gd name="T56" fmla="*/ 64 w 2720"/>
                <a:gd name="T57" fmla="*/ 1387 h 1923"/>
                <a:gd name="T58" fmla="*/ 105 w 2720"/>
                <a:gd name="T59" fmla="*/ 1441 h 1923"/>
                <a:gd name="T60" fmla="*/ 159 w 2720"/>
                <a:gd name="T61" fmla="*/ 1501 h 1923"/>
                <a:gd name="T62" fmla="*/ 223 w 2720"/>
                <a:gd name="T63" fmla="*/ 1565 h 1923"/>
                <a:gd name="T64" fmla="*/ 301 w 2720"/>
                <a:gd name="T65" fmla="*/ 1630 h 1923"/>
                <a:gd name="T66" fmla="*/ 390 w 2720"/>
                <a:gd name="T67" fmla="*/ 1693 h 1923"/>
                <a:gd name="T68" fmla="*/ 484 w 2720"/>
                <a:gd name="T69" fmla="*/ 1749 h 1923"/>
                <a:gd name="T70" fmla="*/ 578 w 2720"/>
                <a:gd name="T71" fmla="*/ 1797 h 1923"/>
                <a:gd name="T72" fmla="*/ 667 w 2720"/>
                <a:gd name="T73" fmla="*/ 1839 h 1923"/>
                <a:gd name="T74" fmla="*/ 784 w 2720"/>
                <a:gd name="T75" fmla="*/ 1885 h 1923"/>
                <a:gd name="T76" fmla="*/ 880 w 2720"/>
                <a:gd name="T77" fmla="*/ 1918 h 1923"/>
                <a:gd name="T78" fmla="*/ 964 w 2720"/>
                <a:gd name="T79" fmla="*/ 1902 h 1923"/>
                <a:gd name="T80" fmla="*/ 1097 w 2720"/>
                <a:gd name="T81" fmla="*/ 1857 h 1923"/>
                <a:gd name="T82" fmla="*/ 1229 w 2720"/>
                <a:gd name="T83" fmla="*/ 1811 h 1923"/>
                <a:gd name="T84" fmla="*/ 1358 w 2720"/>
                <a:gd name="T85" fmla="*/ 1762 h 1923"/>
                <a:gd name="T86" fmla="*/ 1483 w 2720"/>
                <a:gd name="T87" fmla="*/ 1710 h 1923"/>
                <a:gd name="T88" fmla="*/ 1606 w 2720"/>
                <a:gd name="T89" fmla="*/ 1655 h 1923"/>
                <a:gd name="T90" fmla="*/ 1725 w 2720"/>
                <a:gd name="T91" fmla="*/ 1599 h 1923"/>
                <a:gd name="T92" fmla="*/ 1842 w 2720"/>
                <a:gd name="T93" fmla="*/ 1541 h 1923"/>
                <a:gd name="T94" fmla="*/ 1956 w 2720"/>
                <a:gd name="T95" fmla="*/ 1480 h 1923"/>
                <a:gd name="T96" fmla="*/ 2067 w 2720"/>
                <a:gd name="T97" fmla="*/ 1418 h 1923"/>
                <a:gd name="T98" fmla="*/ 2175 w 2720"/>
                <a:gd name="T99" fmla="*/ 1355 h 1923"/>
                <a:gd name="T100" fmla="*/ 2281 w 2720"/>
                <a:gd name="T101" fmla="*/ 1289 h 1923"/>
                <a:gd name="T102" fmla="*/ 2383 w 2720"/>
                <a:gd name="T103" fmla="*/ 1223 h 1923"/>
                <a:gd name="T104" fmla="*/ 2483 w 2720"/>
                <a:gd name="T105" fmla="*/ 1155 h 1923"/>
                <a:gd name="T106" fmla="*/ 2581 w 2720"/>
                <a:gd name="T107" fmla="*/ 1085 h 1923"/>
                <a:gd name="T108" fmla="*/ 2674 w 2720"/>
                <a:gd name="T109" fmla="*/ 1015 h 1923"/>
                <a:gd name="T110" fmla="*/ 2658 w 2720"/>
                <a:gd name="T111" fmla="*/ 960 h 1923"/>
                <a:gd name="T112" fmla="*/ 2539 w 2720"/>
                <a:gd name="T113" fmla="*/ 919 h 1923"/>
                <a:gd name="T114" fmla="*/ 2425 w 2720"/>
                <a:gd name="T115" fmla="*/ 875 h 1923"/>
                <a:gd name="T116" fmla="*/ 2319 w 2720"/>
                <a:gd name="T117" fmla="*/ 827 h 1923"/>
                <a:gd name="T118" fmla="*/ 2218 w 2720"/>
                <a:gd name="T119" fmla="*/ 778 h 1923"/>
                <a:gd name="T120" fmla="*/ 2124 w 2720"/>
                <a:gd name="T121" fmla="*/ 727 h 1923"/>
                <a:gd name="T122" fmla="*/ 2035 w 2720"/>
                <a:gd name="T123" fmla="*/ 674 h 1923"/>
                <a:gd name="T124" fmla="*/ 1951 w 2720"/>
                <a:gd name="T125" fmla="*/ 621 h 1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20" h="1923">
                  <a:moveTo>
                    <a:pt x="1913" y="594"/>
                  </a:moveTo>
                  <a:lnTo>
                    <a:pt x="1866" y="561"/>
                  </a:lnTo>
                  <a:lnTo>
                    <a:pt x="1823" y="527"/>
                  </a:lnTo>
                  <a:lnTo>
                    <a:pt x="1781" y="493"/>
                  </a:lnTo>
                  <a:lnTo>
                    <a:pt x="1741" y="460"/>
                  </a:lnTo>
                  <a:lnTo>
                    <a:pt x="1702" y="427"/>
                  </a:lnTo>
                  <a:lnTo>
                    <a:pt x="1666" y="394"/>
                  </a:lnTo>
                  <a:lnTo>
                    <a:pt x="1632" y="361"/>
                  </a:lnTo>
                  <a:lnTo>
                    <a:pt x="1599" y="328"/>
                  </a:lnTo>
                  <a:lnTo>
                    <a:pt x="1568" y="296"/>
                  </a:lnTo>
                  <a:lnTo>
                    <a:pt x="1540" y="265"/>
                  </a:lnTo>
                  <a:lnTo>
                    <a:pt x="1512" y="233"/>
                  </a:lnTo>
                  <a:lnTo>
                    <a:pt x="1486" y="203"/>
                  </a:lnTo>
                  <a:lnTo>
                    <a:pt x="1462" y="172"/>
                  </a:lnTo>
                  <a:lnTo>
                    <a:pt x="1439" y="144"/>
                  </a:lnTo>
                  <a:lnTo>
                    <a:pt x="1417" y="115"/>
                  </a:lnTo>
                  <a:lnTo>
                    <a:pt x="1397" y="88"/>
                  </a:lnTo>
                  <a:lnTo>
                    <a:pt x="1381" y="64"/>
                  </a:lnTo>
                  <a:lnTo>
                    <a:pt x="1367" y="43"/>
                  </a:lnTo>
                  <a:lnTo>
                    <a:pt x="1352" y="20"/>
                  </a:lnTo>
                  <a:lnTo>
                    <a:pt x="1339" y="0"/>
                  </a:lnTo>
                  <a:lnTo>
                    <a:pt x="1289" y="33"/>
                  </a:lnTo>
                  <a:lnTo>
                    <a:pt x="1239" y="66"/>
                  </a:lnTo>
                  <a:lnTo>
                    <a:pt x="1190" y="100"/>
                  </a:lnTo>
                  <a:lnTo>
                    <a:pt x="1141" y="133"/>
                  </a:lnTo>
                  <a:lnTo>
                    <a:pt x="1092" y="168"/>
                  </a:lnTo>
                  <a:lnTo>
                    <a:pt x="1043" y="204"/>
                  </a:lnTo>
                  <a:lnTo>
                    <a:pt x="995" y="239"/>
                  </a:lnTo>
                  <a:lnTo>
                    <a:pt x="946" y="275"/>
                  </a:lnTo>
                  <a:lnTo>
                    <a:pt x="900" y="311"/>
                  </a:lnTo>
                  <a:lnTo>
                    <a:pt x="853" y="349"/>
                  </a:lnTo>
                  <a:lnTo>
                    <a:pt x="807" y="386"/>
                  </a:lnTo>
                  <a:lnTo>
                    <a:pt x="762" y="424"/>
                  </a:lnTo>
                  <a:lnTo>
                    <a:pt x="717" y="463"/>
                  </a:lnTo>
                  <a:lnTo>
                    <a:pt x="673" y="502"/>
                  </a:lnTo>
                  <a:lnTo>
                    <a:pt x="628" y="541"/>
                  </a:lnTo>
                  <a:lnTo>
                    <a:pt x="585" y="581"/>
                  </a:lnTo>
                  <a:lnTo>
                    <a:pt x="543" y="622"/>
                  </a:lnTo>
                  <a:lnTo>
                    <a:pt x="501" y="662"/>
                  </a:lnTo>
                  <a:lnTo>
                    <a:pt x="460" y="704"/>
                  </a:lnTo>
                  <a:lnTo>
                    <a:pt x="419" y="747"/>
                  </a:lnTo>
                  <a:lnTo>
                    <a:pt x="380" y="788"/>
                  </a:lnTo>
                  <a:lnTo>
                    <a:pt x="341" y="832"/>
                  </a:lnTo>
                  <a:lnTo>
                    <a:pt x="304" y="876"/>
                  </a:lnTo>
                  <a:lnTo>
                    <a:pt x="267" y="920"/>
                  </a:lnTo>
                  <a:lnTo>
                    <a:pt x="231" y="964"/>
                  </a:lnTo>
                  <a:lnTo>
                    <a:pt x="195" y="1009"/>
                  </a:lnTo>
                  <a:lnTo>
                    <a:pt x="160" y="1055"/>
                  </a:lnTo>
                  <a:lnTo>
                    <a:pt x="125" y="1102"/>
                  </a:lnTo>
                  <a:lnTo>
                    <a:pt x="94" y="1148"/>
                  </a:lnTo>
                  <a:lnTo>
                    <a:pt x="62" y="1195"/>
                  </a:lnTo>
                  <a:lnTo>
                    <a:pt x="30" y="1243"/>
                  </a:lnTo>
                  <a:lnTo>
                    <a:pt x="0" y="1292"/>
                  </a:lnTo>
                  <a:lnTo>
                    <a:pt x="6" y="1301"/>
                  </a:lnTo>
                  <a:lnTo>
                    <a:pt x="20" y="1325"/>
                  </a:lnTo>
                  <a:lnTo>
                    <a:pt x="32" y="1344"/>
                  </a:lnTo>
                  <a:lnTo>
                    <a:pt x="46" y="1364"/>
                  </a:lnTo>
                  <a:lnTo>
                    <a:pt x="64" y="1387"/>
                  </a:lnTo>
                  <a:lnTo>
                    <a:pt x="82" y="1414"/>
                  </a:lnTo>
                  <a:lnTo>
                    <a:pt x="105" y="1441"/>
                  </a:lnTo>
                  <a:lnTo>
                    <a:pt x="130" y="1471"/>
                  </a:lnTo>
                  <a:lnTo>
                    <a:pt x="159" y="1501"/>
                  </a:lnTo>
                  <a:lnTo>
                    <a:pt x="189" y="1533"/>
                  </a:lnTo>
                  <a:lnTo>
                    <a:pt x="223" y="1565"/>
                  </a:lnTo>
                  <a:lnTo>
                    <a:pt x="261" y="1598"/>
                  </a:lnTo>
                  <a:lnTo>
                    <a:pt x="301" y="1630"/>
                  </a:lnTo>
                  <a:lnTo>
                    <a:pt x="344" y="1662"/>
                  </a:lnTo>
                  <a:lnTo>
                    <a:pt x="390" y="1693"/>
                  </a:lnTo>
                  <a:lnTo>
                    <a:pt x="437" y="1722"/>
                  </a:lnTo>
                  <a:lnTo>
                    <a:pt x="484" y="1749"/>
                  </a:lnTo>
                  <a:lnTo>
                    <a:pt x="532" y="1774"/>
                  </a:lnTo>
                  <a:lnTo>
                    <a:pt x="578" y="1797"/>
                  </a:lnTo>
                  <a:lnTo>
                    <a:pt x="624" y="1819"/>
                  </a:lnTo>
                  <a:lnTo>
                    <a:pt x="667" y="1839"/>
                  </a:lnTo>
                  <a:lnTo>
                    <a:pt x="709" y="1856"/>
                  </a:lnTo>
                  <a:lnTo>
                    <a:pt x="784" y="1885"/>
                  </a:lnTo>
                  <a:lnTo>
                    <a:pt x="843" y="1906"/>
                  </a:lnTo>
                  <a:lnTo>
                    <a:pt x="880" y="1918"/>
                  </a:lnTo>
                  <a:lnTo>
                    <a:pt x="894" y="1923"/>
                  </a:lnTo>
                  <a:lnTo>
                    <a:pt x="964" y="1902"/>
                  </a:lnTo>
                  <a:lnTo>
                    <a:pt x="1031" y="1880"/>
                  </a:lnTo>
                  <a:lnTo>
                    <a:pt x="1097" y="1857"/>
                  </a:lnTo>
                  <a:lnTo>
                    <a:pt x="1164" y="1835"/>
                  </a:lnTo>
                  <a:lnTo>
                    <a:pt x="1229" y="1811"/>
                  </a:lnTo>
                  <a:lnTo>
                    <a:pt x="1293" y="1786"/>
                  </a:lnTo>
                  <a:lnTo>
                    <a:pt x="1358" y="1762"/>
                  </a:lnTo>
                  <a:lnTo>
                    <a:pt x="1420" y="1735"/>
                  </a:lnTo>
                  <a:lnTo>
                    <a:pt x="1483" y="1710"/>
                  </a:lnTo>
                  <a:lnTo>
                    <a:pt x="1545" y="1682"/>
                  </a:lnTo>
                  <a:lnTo>
                    <a:pt x="1606" y="1655"/>
                  </a:lnTo>
                  <a:lnTo>
                    <a:pt x="1666" y="1627"/>
                  </a:lnTo>
                  <a:lnTo>
                    <a:pt x="1725" y="1599"/>
                  </a:lnTo>
                  <a:lnTo>
                    <a:pt x="1784" y="1570"/>
                  </a:lnTo>
                  <a:lnTo>
                    <a:pt x="1842" y="1541"/>
                  </a:lnTo>
                  <a:lnTo>
                    <a:pt x="1900" y="1510"/>
                  </a:lnTo>
                  <a:lnTo>
                    <a:pt x="1956" y="1480"/>
                  </a:lnTo>
                  <a:lnTo>
                    <a:pt x="2012" y="1449"/>
                  </a:lnTo>
                  <a:lnTo>
                    <a:pt x="2067" y="1418"/>
                  </a:lnTo>
                  <a:lnTo>
                    <a:pt x="2121" y="1386"/>
                  </a:lnTo>
                  <a:lnTo>
                    <a:pt x="2175" y="1355"/>
                  </a:lnTo>
                  <a:lnTo>
                    <a:pt x="2228" y="1322"/>
                  </a:lnTo>
                  <a:lnTo>
                    <a:pt x="2281" y="1289"/>
                  </a:lnTo>
                  <a:lnTo>
                    <a:pt x="2332" y="1256"/>
                  </a:lnTo>
                  <a:lnTo>
                    <a:pt x="2383" y="1223"/>
                  </a:lnTo>
                  <a:lnTo>
                    <a:pt x="2434" y="1188"/>
                  </a:lnTo>
                  <a:lnTo>
                    <a:pt x="2483" y="1155"/>
                  </a:lnTo>
                  <a:lnTo>
                    <a:pt x="2532" y="1120"/>
                  </a:lnTo>
                  <a:lnTo>
                    <a:pt x="2581" y="1085"/>
                  </a:lnTo>
                  <a:lnTo>
                    <a:pt x="2628" y="1050"/>
                  </a:lnTo>
                  <a:lnTo>
                    <a:pt x="2674" y="1015"/>
                  </a:lnTo>
                  <a:lnTo>
                    <a:pt x="2720" y="980"/>
                  </a:lnTo>
                  <a:lnTo>
                    <a:pt x="2658" y="960"/>
                  </a:lnTo>
                  <a:lnTo>
                    <a:pt x="2598" y="940"/>
                  </a:lnTo>
                  <a:lnTo>
                    <a:pt x="2539" y="919"/>
                  </a:lnTo>
                  <a:lnTo>
                    <a:pt x="2481" y="897"/>
                  </a:lnTo>
                  <a:lnTo>
                    <a:pt x="2425" y="875"/>
                  </a:lnTo>
                  <a:lnTo>
                    <a:pt x="2372" y="851"/>
                  </a:lnTo>
                  <a:lnTo>
                    <a:pt x="2319" y="827"/>
                  </a:lnTo>
                  <a:lnTo>
                    <a:pt x="2268" y="804"/>
                  </a:lnTo>
                  <a:lnTo>
                    <a:pt x="2218" y="778"/>
                  </a:lnTo>
                  <a:lnTo>
                    <a:pt x="2170" y="753"/>
                  </a:lnTo>
                  <a:lnTo>
                    <a:pt x="2124" y="727"/>
                  </a:lnTo>
                  <a:lnTo>
                    <a:pt x="2078" y="701"/>
                  </a:lnTo>
                  <a:lnTo>
                    <a:pt x="2035" y="674"/>
                  </a:lnTo>
                  <a:lnTo>
                    <a:pt x="1993" y="648"/>
                  </a:lnTo>
                  <a:lnTo>
                    <a:pt x="1951" y="621"/>
                  </a:lnTo>
                  <a:lnTo>
                    <a:pt x="1913" y="594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99000">
                  <a:schemeClr val="accent2"/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5C270FC4-AFBA-452B-A27F-150618D9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575" y="3019425"/>
              <a:ext cx="403225" cy="60325"/>
            </a:xfrm>
            <a:custGeom>
              <a:avLst/>
              <a:gdLst>
                <a:gd name="T0" fmla="*/ 331 w 764"/>
                <a:gd name="T1" fmla="*/ 377 h 542"/>
                <a:gd name="T2" fmla="*/ 399 w 764"/>
                <a:gd name="T3" fmla="*/ 417 h 542"/>
                <a:gd name="T4" fmla="*/ 449 w 764"/>
                <a:gd name="T5" fmla="*/ 444 h 542"/>
                <a:gd name="T6" fmla="*/ 502 w 764"/>
                <a:gd name="T7" fmla="*/ 468 h 542"/>
                <a:gd name="T8" fmla="*/ 559 w 764"/>
                <a:gd name="T9" fmla="*/ 491 h 542"/>
                <a:gd name="T10" fmla="*/ 619 w 764"/>
                <a:gd name="T11" fmla="*/ 513 h 542"/>
                <a:gd name="T12" fmla="*/ 684 w 764"/>
                <a:gd name="T13" fmla="*/ 533 h 542"/>
                <a:gd name="T14" fmla="*/ 728 w 764"/>
                <a:gd name="T15" fmla="*/ 525 h 542"/>
                <a:gd name="T16" fmla="*/ 753 w 764"/>
                <a:gd name="T17" fmla="*/ 489 h 542"/>
                <a:gd name="T18" fmla="*/ 733 w 764"/>
                <a:gd name="T19" fmla="*/ 463 h 542"/>
                <a:gd name="T20" fmla="*/ 672 w 764"/>
                <a:gd name="T21" fmla="*/ 445 h 542"/>
                <a:gd name="T22" fmla="*/ 616 w 764"/>
                <a:gd name="T23" fmla="*/ 425 h 542"/>
                <a:gd name="T24" fmla="*/ 564 w 764"/>
                <a:gd name="T25" fmla="*/ 404 h 542"/>
                <a:gd name="T26" fmla="*/ 515 w 764"/>
                <a:gd name="T27" fmla="*/ 381 h 542"/>
                <a:gd name="T28" fmla="*/ 469 w 764"/>
                <a:gd name="T29" fmla="*/ 357 h 542"/>
                <a:gd name="T30" fmla="*/ 406 w 764"/>
                <a:gd name="T31" fmla="*/ 320 h 542"/>
                <a:gd name="T32" fmla="*/ 344 w 764"/>
                <a:gd name="T33" fmla="*/ 278 h 542"/>
                <a:gd name="T34" fmla="*/ 304 w 764"/>
                <a:gd name="T35" fmla="*/ 245 h 542"/>
                <a:gd name="T36" fmla="*/ 249 w 764"/>
                <a:gd name="T37" fmla="*/ 197 h 542"/>
                <a:gd name="T38" fmla="*/ 190 w 764"/>
                <a:gd name="T39" fmla="*/ 131 h 542"/>
                <a:gd name="T40" fmla="*/ 144 w 764"/>
                <a:gd name="T41" fmla="*/ 71 h 542"/>
                <a:gd name="T42" fmla="*/ 118 w 764"/>
                <a:gd name="T43" fmla="*/ 32 h 542"/>
                <a:gd name="T44" fmla="*/ 105 w 764"/>
                <a:gd name="T45" fmla="*/ 10 h 542"/>
                <a:gd name="T46" fmla="*/ 75 w 764"/>
                <a:gd name="T47" fmla="*/ 8 h 542"/>
                <a:gd name="T48" fmla="*/ 24 w 764"/>
                <a:gd name="T49" fmla="*/ 25 h 542"/>
                <a:gd name="T50" fmla="*/ 6 w 764"/>
                <a:gd name="T51" fmla="*/ 43 h 542"/>
                <a:gd name="T52" fmla="*/ 19 w 764"/>
                <a:gd name="T53" fmla="*/ 64 h 542"/>
                <a:gd name="T54" fmla="*/ 44 w 764"/>
                <a:gd name="T55" fmla="*/ 106 h 542"/>
                <a:gd name="T56" fmla="*/ 95 w 764"/>
                <a:gd name="T57" fmla="*/ 171 h 542"/>
                <a:gd name="T58" fmla="*/ 142 w 764"/>
                <a:gd name="T59" fmla="*/ 224 h 542"/>
                <a:gd name="T60" fmla="*/ 178 w 764"/>
                <a:gd name="T61" fmla="*/ 260 h 542"/>
                <a:gd name="T62" fmla="*/ 220 w 764"/>
                <a:gd name="T63" fmla="*/ 295 h 542"/>
                <a:gd name="T64" fmla="*/ 265 w 764"/>
                <a:gd name="T65" fmla="*/ 331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4" h="542">
                  <a:moveTo>
                    <a:pt x="289" y="348"/>
                  </a:moveTo>
                  <a:lnTo>
                    <a:pt x="331" y="377"/>
                  </a:lnTo>
                  <a:lnTo>
                    <a:pt x="376" y="404"/>
                  </a:lnTo>
                  <a:lnTo>
                    <a:pt x="399" y="417"/>
                  </a:lnTo>
                  <a:lnTo>
                    <a:pt x="423" y="430"/>
                  </a:lnTo>
                  <a:lnTo>
                    <a:pt x="449" y="444"/>
                  </a:lnTo>
                  <a:lnTo>
                    <a:pt x="475" y="456"/>
                  </a:lnTo>
                  <a:lnTo>
                    <a:pt x="502" y="468"/>
                  </a:lnTo>
                  <a:lnTo>
                    <a:pt x="530" y="480"/>
                  </a:lnTo>
                  <a:lnTo>
                    <a:pt x="559" y="491"/>
                  </a:lnTo>
                  <a:lnTo>
                    <a:pt x="589" y="503"/>
                  </a:lnTo>
                  <a:lnTo>
                    <a:pt x="619" y="513"/>
                  </a:lnTo>
                  <a:lnTo>
                    <a:pt x="651" y="523"/>
                  </a:lnTo>
                  <a:lnTo>
                    <a:pt x="684" y="533"/>
                  </a:lnTo>
                  <a:lnTo>
                    <a:pt x="717" y="542"/>
                  </a:lnTo>
                  <a:lnTo>
                    <a:pt x="728" y="525"/>
                  </a:lnTo>
                  <a:lnTo>
                    <a:pt x="740" y="507"/>
                  </a:lnTo>
                  <a:lnTo>
                    <a:pt x="753" y="489"/>
                  </a:lnTo>
                  <a:lnTo>
                    <a:pt x="764" y="472"/>
                  </a:lnTo>
                  <a:lnTo>
                    <a:pt x="733" y="463"/>
                  </a:lnTo>
                  <a:lnTo>
                    <a:pt x="703" y="455"/>
                  </a:lnTo>
                  <a:lnTo>
                    <a:pt x="672" y="445"/>
                  </a:lnTo>
                  <a:lnTo>
                    <a:pt x="645" y="436"/>
                  </a:lnTo>
                  <a:lnTo>
                    <a:pt x="616" y="425"/>
                  </a:lnTo>
                  <a:lnTo>
                    <a:pt x="590" y="414"/>
                  </a:lnTo>
                  <a:lnTo>
                    <a:pt x="564" y="404"/>
                  </a:lnTo>
                  <a:lnTo>
                    <a:pt x="540" y="393"/>
                  </a:lnTo>
                  <a:lnTo>
                    <a:pt x="515" y="381"/>
                  </a:lnTo>
                  <a:lnTo>
                    <a:pt x="491" y="369"/>
                  </a:lnTo>
                  <a:lnTo>
                    <a:pt x="469" y="357"/>
                  </a:lnTo>
                  <a:lnTo>
                    <a:pt x="446" y="345"/>
                  </a:lnTo>
                  <a:lnTo>
                    <a:pt x="406" y="320"/>
                  </a:lnTo>
                  <a:lnTo>
                    <a:pt x="367" y="293"/>
                  </a:lnTo>
                  <a:lnTo>
                    <a:pt x="344" y="278"/>
                  </a:lnTo>
                  <a:lnTo>
                    <a:pt x="324" y="262"/>
                  </a:lnTo>
                  <a:lnTo>
                    <a:pt x="304" y="245"/>
                  </a:lnTo>
                  <a:lnTo>
                    <a:pt x="285" y="229"/>
                  </a:lnTo>
                  <a:lnTo>
                    <a:pt x="249" y="197"/>
                  </a:lnTo>
                  <a:lnTo>
                    <a:pt x="217" y="164"/>
                  </a:lnTo>
                  <a:lnTo>
                    <a:pt x="190" y="131"/>
                  </a:lnTo>
                  <a:lnTo>
                    <a:pt x="165" y="101"/>
                  </a:lnTo>
                  <a:lnTo>
                    <a:pt x="144" y="71"/>
                  </a:lnTo>
                  <a:lnTo>
                    <a:pt x="125" y="44"/>
                  </a:lnTo>
                  <a:lnTo>
                    <a:pt x="118" y="32"/>
                  </a:lnTo>
                  <a:lnTo>
                    <a:pt x="111" y="21"/>
                  </a:lnTo>
                  <a:lnTo>
                    <a:pt x="105" y="10"/>
                  </a:lnTo>
                  <a:lnTo>
                    <a:pt x="99" y="0"/>
                  </a:lnTo>
                  <a:lnTo>
                    <a:pt x="75" y="8"/>
                  </a:lnTo>
                  <a:lnTo>
                    <a:pt x="50" y="17"/>
                  </a:lnTo>
                  <a:lnTo>
                    <a:pt x="24" y="25"/>
                  </a:lnTo>
                  <a:lnTo>
                    <a:pt x="0" y="33"/>
                  </a:lnTo>
                  <a:lnTo>
                    <a:pt x="6" y="43"/>
                  </a:lnTo>
                  <a:lnTo>
                    <a:pt x="11" y="53"/>
                  </a:lnTo>
                  <a:lnTo>
                    <a:pt x="19" y="64"/>
                  </a:lnTo>
                  <a:lnTo>
                    <a:pt x="24" y="75"/>
                  </a:lnTo>
                  <a:lnTo>
                    <a:pt x="44" y="106"/>
                  </a:lnTo>
                  <a:lnTo>
                    <a:pt x="69" y="138"/>
                  </a:lnTo>
                  <a:lnTo>
                    <a:pt x="95" y="171"/>
                  </a:lnTo>
                  <a:lnTo>
                    <a:pt x="127" y="206"/>
                  </a:lnTo>
                  <a:lnTo>
                    <a:pt x="142" y="224"/>
                  </a:lnTo>
                  <a:lnTo>
                    <a:pt x="160" y="241"/>
                  </a:lnTo>
                  <a:lnTo>
                    <a:pt x="178" y="260"/>
                  </a:lnTo>
                  <a:lnTo>
                    <a:pt x="199" y="277"/>
                  </a:lnTo>
                  <a:lnTo>
                    <a:pt x="220" y="295"/>
                  </a:lnTo>
                  <a:lnTo>
                    <a:pt x="242" y="313"/>
                  </a:lnTo>
                  <a:lnTo>
                    <a:pt x="265" y="331"/>
                  </a:lnTo>
                  <a:lnTo>
                    <a:pt x="289" y="348"/>
                  </a:lnTo>
                  <a:close/>
                </a:path>
              </a:pathLst>
            </a:custGeom>
            <a:solidFill>
              <a:srgbClr val="D1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46578438-AB05-4543-A34D-B70789C2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4938" y="3119438"/>
              <a:ext cx="771525" cy="117475"/>
            </a:xfrm>
            <a:custGeom>
              <a:avLst/>
              <a:gdLst>
                <a:gd name="T0" fmla="*/ 612 w 1459"/>
                <a:gd name="T1" fmla="*/ 675 h 1034"/>
                <a:gd name="T2" fmla="*/ 696 w 1459"/>
                <a:gd name="T3" fmla="*/ 728 h 1034"/>
                <a:gd name="T4" fmla="*/ 785 w 1459"/>
                <a:gd name="T5" fmla="*/ 781 h 1034"/>
                <a:gd name="T6" fmla="*/ 879 w 1459"/>
                <a:gd name="T7" fmla="*/ 832 h 1034"/>
                <a:gd name="T8" fmla="*/ 980 w 1459"/>
                <a:gd name="T9" fmla="*/ 881 h 1034"/>
                <a:gd name="T10" fmla="*/ 1086 w 1459"/>
                <a:gd name="T11" fmla="*/ 929 h 1034"/>
                <a:gd name="T12" fmla="*/ 1200 w 1459"/>
                <a:gd name="T13" fmla="*/ 973 h 1034"/>
                <a:gd name="T14" fmla="*/ 1319 w 1459"/>
                <a:gd name="T15" fmla="*/ 1014 h 1034"/>
                <a:gd name="T16" fmla="*/ 1402 w 1459"/>
                <a:gd name="T17" fmla="*/ 1018 h 1034"/>
                <a:gd name="T18" fmla="*/ 1440 w 1459"/>
                <a:gd name="T19" fmla="*/ 988 h 1034"/>
                <a:gd name="T20" fmla="*/ 1396 w 1459"/>
                <a:gd name="T21" fmla="*/ 953 h 1034"/>
                <a:gd name="T22" fmla="*/ 1276 w 1459"/>
                <a:gd name="T23" fmla="*/ 914 h 1034"/>
                <a:gd name="T24" fmla="*/ 1162 w 1459"/>
                <a:gd name="T25" fmla="*/ 870 h 1034"/>
                <a:gd name="T26" fmla="*/ 1056 w 1459"/>
                <a:gd name="T27" fmla="*/ 824 h 1034"/>
                <a:gd name="T28" fmla="*/ 955 w 1459"/>
                <a:gd name="T29" fmla="*/ 775 h 1034"/>
                <a:gd name="T30" fmla="*/ 862 w 1459"/>
                <a:gd name="T31" fmla="*/ 725 h 1034"/>
                <a:gd name="T32" fmla="*/ 772 w 1459"/>
                <a:gd name="T33" fmla="*/ 674 h 1034"/>
                <a:gd name="T34" fmla="*/ 690 w 1459"/>
                <a:gd name="T35" fmla="*/ 620 h 1034"/>
                <a:gd name="T36" fmla="*/ 607 w 1459"/>
                <a:gd name="T37" fmla="*/ 561 h 1034"/>
                <a:gd name="T38" fmla="*/ 525 w 1459"/>
                <a:gd name="T39" fmla="*/ 497 h 1034"/>
                <a:gd name="T40" fmla="*/ 450 w 1459"/>
                <a:gd name="T41" fmla="*/ 432 h 1034"/>
                <a:gd name="T42" fmla="*/ 382 w 1459"/>
                <a:gd name="T43" fmla="*/ 369 h 1034"/>
                <a:gd name="T44" fmla="*/ 322 w 1459"/>
                <a:gd name="T45" fmla="*/ 307 h 1034"/>
                <a:gd name="T46" fmla="*/ 267 w 1459"/>
                <a:gd name="T47" fmla="*/ 246 h 1034"/>
                <a:gd name="T48" fmla="*/ 218 w 1459"/>
                <a:gd name="T49" fmla="*/ 188 h 1034"/>
                <a:gd name="T50" fmla="*/ 176 w 1459"/>
                <a:gd name="T51" fmla="*/ 133 h 1034"/>
                <a:gd name="T52" fmla="*/ 137 w 1459"/>
                <a:gd name="T53" fmla="*/ 78 h 1034"/>
                <a:gd name="T54" fmla="*/ 101 w 1459"/>
                <a:gd name="T55" fmla="*/ 25 h 1034"/>
                <a:gd name="T56" fmla="*/ 65 w 1459"/>
                <a:gd name="T57" fmla="*/ 13 h 1034"/>
                <a:gd name="T58" fmla="*/ 22 w 1459"/>
                <a:gd name="T59" fmla="*/ 41 h 1034"/>
                <a:gd name="T60" fmla="*/ 13 w 1459"/>
                <a:gd name="T61" fmla="*/ 74 h 1034"/>
                <a:gd name="T62" fmla="*/ 42 w 1459"/>
                <a:gd name="T63" fmla="*/ 118 h 1034"/>
                <a:gd name="T64" fmla="*/ 78 w 1459"/>
                <a:gd name="T65" fmla="*/ 169 h 1034"/>
                <a:gd name="T66" fmla="*/ 123 w 1459"/>
                <a:gd name="T67" fmla="*/ 226 h 1034"/>
                <a:gd name="T68" fmla="*/ 173 w 1459"/>
                <a:gd name="T69" fmla="*/ 287 h 1034"/>
                <a:gd name="T70" fmla="*/ 229 w 1459"/>
                <a:gd name="T71" fmla="*/ 350 h 1034"/>
                <a:gd name="T72" fmla="*/ 293 w 1459"/>
                <a:gd name="T73" fmla="*/ 415 h 1034"/>
                <a:gd name="T74" fmla="*/ 363 w 1459"/>
                <a:gd name="T75" fmla="*/ 481 h 1034"/>
                <a:gd name="T76" fmla="*/ 442 w 1459"/>
                <a:gd name="T77" fmla="*/ 547 h 1034"/>
                <a:gd name="T78" fmla="*/ 527 w 1459"/>
                <a:gd name="T79" fmla="*/ 615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59" h="1034">
                  <a:moveTo>
                    <a:pt x="574" y="648"/>
                  </a:moveTo>
                  <a:lnTo>
                    <a:pt x="612" y="675"/>
                  </a:lnTo>
                  <a:lnTo>
                    <a:pt x="654" y="702"/>
                  </a:lnTo>
                  <a:lnTo>
                    <a:pt x="696" y="728"/>
                  </a:lnTo>
                  <a:lnTo>
                    <a:pt x="739" y="755"/>
                  </a:lnTo>
                  <a:lnTo>
                    <a:pt x="785" y="781"/>
                  </a:lnTo>
                  <a:lnTo>
                    <a:pt x="831" y="807"/>
                  </a:lnTo>
                  <a:lnTo>
                    <a:pt x="879" y="832"/>
                  </a:lnTo>
                  <a:lnTo>
                    <a:pt x="929" y="858"/>
                  </a:lnTo>
                  <a:lnTo>
                    <a:pt x="980" y="881"/>
                  </a:lnTo>
                  <a:lnTo>
                    <a:pt x="1033" y="905"/>
                  </a:lnTo>
                  <a:lnTo>
                    <a:pt x="1086" y="929"/>
                  </a:lnTo>
                  <a:lnTo>
                    <a:pt x="1142" y="951"/>
                  </a:lnTo>
                  <a:lnTo>
                    <a:pt x="1200" y="973"/>
                  </a:lnTo>
                  <a:lnTo>
                    <a:pt x="1259" y="994"/>
                  </a:lnTo>
                  <a:lnTo>
                    <a:pt x="1319" y="1014"/>
                  </a:lnTo>
                  <a:lnTo>
                    <a:pt x="1381" y="1034"/>
                  </a:lnTo>
                  <a:lnTo>
                    <a:pt x="1402" y="1018"/>
                  </a:lnTo>
                  <a:lnTo>
                    <a:pt x="1420" y="1003"/>
                  </a:lnTo>
                  <a:lnTo>
                    <a:pt x="1440" y="988"/>
                  </a:lnTo>
                  <a:lnTo>
                    <a:pt x="1459" y="972"/>
                  </a:lnTo>
                  <a:lnTo>
                    <a:pt x="1396" y="953"/>
                  </a:lnTo>
                  <a:lnTo>
                    <a:pt x="1335" y="934"/>
                  </a:lnTo>
                  <a:lnTo>
                    <a:pt x="1276" y="914"/>
                  </a:lnTo>
                  <a:lnTo>
                    <a:pt x="1219" y="892"/>
                  </a:lnTo>
                  <a:lnTo>
                    <a:pt x="1162" y="870"/>
                  </a:lnTo>
                  <a:lnTo>
                    <a:pt x="1109" y="847"/>
                  </a:lnTo>
                  <a:lnTo>
                    <a:pt x="1056" y="824"/>
                  </a:lnTo>
                  <a:lnTo>
                    <a:pt x="1006" y="800"/>
                  </a:lnTo>
                  <a:lnTo>
                    <a:pt x="955" y="775"/>
                  </a:lnTo>
                  <a:lnTo>
                    <a:pt x="908" y="751"/>
                  </a:lnTo>
                  <a:lnTo>
                    <a:pt x="862" y="725"/>
                  </a:lnTo>
                  <a:lnTo>
                    <a:pt x="817" y="699"/>
                  </a:lnTo>
                  <a:lnTo>
                    <a:pt x="772" y="674"/>
                  </a:lnTo>
                  <a:lnTo>
                    <a:pt x="730" y="647"/>
                  </a:lnTo>
                  <a:lnTo>
                    <a:pt x="690" y="620"/>
                  </a:lnTo>
                  <a:lnTo>
                    <a:pt x="651" y="593"/>
                  </a:lnTo>
                  <a:lnTo>
                    <a:pt x="607" y="561"/>
                  </a:lnTo>
                  <a:lnTo>
                    <a:pt x="565" y="529"/>
                  </a:lnTo>
                  <a:lnTo>
                    <a:pt x="525" y="497"/>
                  </a:lnTo>
                  <a:lnTo>
                    <a:pt x="487" y="465"/>
                  </a:lnTo>
                  <a:lnTo>
                    <a:pt x="450" y="432"/>
                  </a:lnTo>
                  <a:lnTo>
                    <a:pt x="415" y="401"/>
                  </a:lnTo>
                  <a:lnTo>
                    <a:pt x="382" y="369"/>
                  </a:lnTo>
                  <a:lnTo>
                    <a:pt x="350" y="338"/>
                  </a:lnTo>
                  <a:lnTo>
                    <a:pt x="322" y="307"/>
                  </a:lnTo>
                  <a:lnTo>
                    <a:pt x="293" y="277"/>
                  </a:lnTo>
                  <a:lnTo>
                    <a:pt x="267" y="246"/>
                  </a:lnTo>
                  <a:lnTo>
                    <a:pt x="241" y="217"/>
                  </a:lnTo>
                  <a:lnTo>
                    <a:pt x="218" y="188"/>
                  </a:lnTo>
                  <a:lnTo>
                    <a:pt x="196" y="160"/>
                  </a:lnTo>
                  <a:lnTo>
                    <a:pt x="176" y="133"/>
                  </a:lnTo>
                  <a:lnTo>
                    <a:pt x="157" y="107"/>
                  </a:lnTo>
                  <a:lnTo>
                    <a:pt x="137" y="78"/>
                  </a:lnTo>
                  <a:lnTo>
                    <a:pt x="118" y="50"/>
                  </a:lnTo>
                  <a:lnTo>
                    <a:pt x="101" y="25"/>
                  </a:lnTo>
                  <a:lnTo>
                    <a:pt x="87" y="0"/>
                  </a:lnTo>
                  <a:lnTo>
                    <a:pt x="65" y="13"/>
                  </a:lnTo>
                  <a:lnTo>
                    <a:pt x="44" y="27"/>
                  </a:lnTo>
                  <a:lnTo>
                    <a:pt x="22" y="41"/>
                  </a:lnTo>
                  <a:lnTo>
                    <a:pt x="0" y="54"/>
                  </a:lnTo>
                  <a:lnTo>
                    <a:pt x="13" y="74"/>
                  </a:lnTo>
                  <a:lnTo>
                    <a:pt x="28" y="97"/>
                  </a:lnTo>
                  <a:lnTo>
                    <a:pt x="42" y="118"/>
                  </a:lnTo>
                  <a:lnTo>
                    <a:pt x="58" y="142"/>
                  </a:lnTo>
                  <a:lnTo>
                    <a:pt x="78" y="169"/>
                  </a:lnTo>
                  <a:lnTo>
                    <a:pt x="100" y="198"/>
                  </a:lnTo>
                  <a:lnTo>
                    <a:pt x="123" y="226"/>
                  </a:lnTo>
                  <a:lnTo>
                    <a:pt x="147" y="257"/>
                  </a:lnTo>
                  <a:lnTo>
                    <a:pt x="173" y="287"/>
                  </a:lnTo>
                  <a:lnTo>
                    <a:pt x="201" y="319"/>
                  </a:lnTo>
                  <a:lnTo>
                    <a:pt x="229" y="350"/>
                  </a:lnTo>
                  <a:lnTo>
                    <a:pt x="260" y="382"/>
                  </a:lnTo>
                  <a:lnTo>
                    <a:pt x="293" y="415"/>
                  </a:lnTo>
                  <a:lnTo>
                    <a:pt x="327" y="448"/>
                  </a:lnTo>
                  <a:lnTo>
                    <a:pt x="363" y="481"/>
                  </a:lnTo>
                  <a:lnTo>
                    <a:pt x="402" y="514"/>
                  </a:lnTo>
                  <a:lnTo>
                    <a:pt x="442" y="547"/>
                  </a:lnTo>
                  <a:lnTo>
                    <a:pt x="484" y="581"/>
                  </a:lnTo>
                  <a:lnTo>
                    <a:pt x="527" y="615"/>
                  </a:lnTo>
                  <a:lnTo>
                    <a:pt x="574" y="648"/>
                  </a:lnTo>
                  <a:close/>
                </a:path>
              </a:pathLst>
            </a:custGeom>
            <a:solidFill>
              <a:srgbClr val="D1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CA91C0C6-DBF4-429A-BCFB-CB0DE7602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3113" y="3197225"/>
              <a:ext cx="884238" cy="133350"/>
            </a:xfrm>
            <a:custGeom>
              <a:avLst/>
              <a:gdLst>
                <a:gd name="T0" fmla="*/ 1397 w 1669"/>
                <a:gd name="T1" fmla="*/ 0 h 1169"/>
                <a:gd name="T2" fmla="*/ 1669 w 1669"/>
                <a:gd name="T3" fmla="*/ 192 h 1169"/>
                <a:gd name="T4" fmla="*/ 0 w 1669"/>
                <a:gd name="T5" fmla="*/ 1169 h 1169"/>
                <a:gd name="T6" fmla="*/ 1397 w 1669"/>
                <a:gd name="T7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9" h="1169">
                  <a:moveTo>
                    <a:pt x="1397" y="0"/>
                  </a:moveTo>
                  <a:lnTo>
                    <a:pt x="1669" y="192"/>
                  </a:lnTo>
                  <a:lnTo>
                    <a:pt x="0" y="116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E2BBD5E0-E59E-4D0A-8DF9-9A65783E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0525" y="2949575"/>
              <a:ext cx="371475" cy="55563"/>
            </a:xfrm>
            <a:custGeom>
              <a:avLst/>
              <a:gdLst>
                <a:gd name="T0" fmla="*/ 701 w 701"/>
                <a:gd name="T1" fmla="*/ 0 h 495"/>
                <a:gd name="T2" fmla="*/ 40 w 701"/>
                <a:gd name="T3" fmla="*/ 357 h 495"/>
                <a:gd name="T4" fmla="*/ 0 w 701"/>
                <a:gd name="T5" fmla="*/ 495 h 495"/>
                <a:gd name="T6" fmla="*/ 196 w 701"/>
                <a:gd name="T7" fmla="*/ 467 h 495"/>
                <a:gd name="T8" fmla="*/ 701 w 701"/>
                <a:gd name="T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1" h="495">
                  <a:moveTo>
                    <a:pt x="701" y="0"/>
                  </a:moveTo>
                  <a:lnTo>
                    <a:pt x="40" y="357"/>
                  </a:lnTo>
                  <a:lnTo>
                    <a:pt x="0" y="495"/>
                  </a:lnTo>
                  <a:lnTo>
                    <a:pt x="196" y="46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0E9A60E3-AA9E-4923-B749-7C1A26BB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3588" y="3076575"/>
              <a:ext cx="427038" cy="65088"/>
            </a:xfrm>
            <a:custGeom>
              <a:avLst/>
              <a:gdLst>
                <a:gd name="T0" fmla="*/ 657 w 807"/>
                <a:gd name="T1" fmla="*/ 505 h 569"/>
                <a:gd name="T2" fmla="*/ 608 w 807"/>
                <a:gd name="T3" fmla="*/ 530 h 569"/>
                <a:gd name="T4" fmla="*/ 555 w 807"/>
                <a:gd name="T5" fmla="*/ 549 h 569"/>
                <a:gd name="T6" fmla="*/ 499 w 807"/>
                <a:gd name="T7" fmla="*/ 561 h 569"/>
                <a:gd name="T8" fmla="*/ 442 w 807"/>
                <a:gd name="T9" fmla="*/ 568 h 569"/>
                <a:gd name="T10" fmla="*/ 383 w 807"/>
                <a:gd name="T11" fmla="*/ 569 h 569"/>
                <a:gd name="T12" fmla="*/ 326 w 807"/>
                <a:gd name="T13" fmla="*/ 564 h 569"/>
                <a:gd name="T14" fmla="*/ 270 w 807"/>
                <a:gd name="T15" fmla="*/ 553 h 569"/>
                <a:gd name="T16" fmla="*/ 216 w 807"/>
                <a:gd name="T17" fmla="*/ 537 h 569"/>
                <a:gd name="T18" fmla="*/ 165 w 807"/>
                <a:gd name="T19" fmla="*/ 515 h 569"/>
                <a:gd name="T20" fmla="*/ 118 w 807"/>
                <a:gd name="T21" fmla="*/ 486 h 569"/>
                <a:gd name="T22" fmla="*/ 78 w 807"/>
                <a:gd name="T23" fmla="*/ 453 h 569"/>
                <a:gd name="T24" fmla="*/ 46 w 807"/>
                <a:gd name="T25" fmla="*/ 417 h 569"/>
                <a:gd name="T26" fmla="*/ 23 w 807"/>
                <a:gd name="T27" fmla="*/ 379 h 569"/>
                <a:gd name="T28" fmla="*/ 8 w 807"/>
                <a:gd name="T29" fmla="*/ 340 h 569"/>
                <a:gd name="T30" fmla="*/ 0 w 807"/>
                <a:gd name="T31" fmla="*/ 299 h 569"/>
                <a:gd name="T32" fmla="*/ 2 w 807"/>
                <a:gd name="T33" fmla="*/ 257 h 569"/>
                <a:gd name="T34" fmla="*/ 12 w 807"/>
                <a:gd name="T35" fmla="*/ 218 h 569"/>
                <a:gd name="T36" fmla="*/ 29 w 807"/>
                <a:gd name="T37" fmla="*/ 178 h 569"/>
                <a:gd name="T38" fmla="*/ 57 w 807"/>
                <a:gd name="T39" fmla="*/ 140 h 569"/>
                <a:gd name="T40" fmla="*/ 91 w 807"/>
                <a:gd name="T41" fmla="*/ 106 h 569"/>
                <a:gd name="T42" fmla="*/ 133 w 807"/>
                <a:gd name="T43" fmla="*/ 73 h 569"/>
                <a:gd name="T44" fmla="*/ 182 w 807"/>
                <a:gd name="T45" fmla="*/ 47 h 569"/>
                <a:gd name="T46" fmla="*/ 234 w 807"/>
                <a:gd name="T47" fmla="*/ 26 h 569"/>
                <a:gd name="T48" fmla="*/ 288 w 807"/>
                <a:gd name="T49" fmla="*/ 12 h 569"/>
                <a:gd name="T50" fmla="*/ 346 w 807"/>
                <a:gd name="T51" fmla="*/ 3 h 569"/>
                <a:gd name="T52" fmla="*/ 404 w 807"/>
                <a:gd name="T53" fmla="*/ 0 h 569"/>
                <a:gd name="T54" fmla="*/ 461 w 807"/>
                <a:gd name="T55" fmla="*/ 3 h 569"/>
                <a:gd name="T56" fmla="*/ 517 w 807"/>
                <a:gd name="T57" fmla="*/ 12 h 569"/>
                <a:gd name="T58" fmla="*/ 574 w 807"/>
                <a:gd name="T59" fmla="*/ 26 h 569"/>
                <a:gd name="T60" fmla="*/ 625 w 807"/>
                <a:gd name="T61" fmla="*/ 47 h 569"/>
                <a:gd name="T62" fmla="*/ 673 w 807"/>
                <a:gd name="T63" fmla="*/ 73 h 569"/>
                <a:gd name="T64" fmla="*/ 716 w 807"/>
                <a:gd name="T65" fmla="*/ 106 h 569"/>
                <a:gd name="T66" fmla="*/ 751 w 807"/>
                <a:gd name="T67" fmla="*/ 140 h 569"/>
                <a:gd name="T68" fmla="*/ 777 w 807"/>
                <a:gd name="T69" fmla="*/ 178 h 569"/>
                <a:gd name="T70" fmla="*/ 795 w 807"/>
                <a:gd name="T71" fmla="*/ 218 h 569"/>
                <a:gd name="T72" fmla="*/ 804 w 807"/>
                <a:gd name="T73" fmla="*/ 257 h 569"/>
                <a:gd name="T74" fmla="*/ 805 w 807"/>
                <a:gd name="T75" fmla="*/ 299 h 569"/>
                <a:gd name="T76" fmla="*/ 800 w 807"/>
                <a:gd name="T77" fmla="*/ 340 h 569"/>
                <a:gd name="T78" fmla="*/ 784 w 807"/>
                <a:gd name="T79" fmla="*/ 379 h 569"/>
                <a:gd name="T80" fmla="*/ 761 w 807"/>
                <a:gd name="T81" fmla="*/ 417 h 569"/>
                <a:gd name="T82" fmla="*/ 729 w 807"/>
                <a:gd name="T83" fmla="*/ 453 h 569"/>
                <a:gd name="T84" fmla="*/ 689 w 807"/>
                <a:gd name="T85" fmla="*/ 486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07" h="569">
                  <a:moveTo>
                    <a:pt x="689" y="486"/>
                  </a:moveTo>
                  <a:lnTo>
                    <a:pt x="673" y="496"/>
                  </a:lnTo>
                  <a:lnTo>
                    <a:pt x="657" y="505"/>
                  </a:lnTo>
                  <a:lnTo>
                    <a:pt x="641" y="515"/>
                  </a:lnTo>
                  <a:lnTo>
                    <a:pt x="625" y="523"/>
                  </a:lnTo>
                  <a:lnTo>
                    <a:pt x="608" y="530"/>
                  </a:lnTo>
                  <a:lnTo>
                    <a:pt x="591" y="537"/>
                  </a:lnTo>
                  <a:lnTo>
                    <a:pt x="574" y="543"/>
                  </a:lnTo>
                  <a:lnTo>
                    <a:pt x="555" y="549"/>
                  </a:lnTo>
                  <a:lnTo>
                    <a:pt x="536" y="553"/>
                  </a:lnTo>
                  <a:lnTo>
                    <a:pt x="517" y="558"/>
                  </a:lnTo>
                  <a:lnTo>
                    <a:pt x="499" y="561"/>
                  </a:lnTo>
                  <a:lnTo>
                    <a:pt x="480" y="564"/>
                  </a:lnTo>
                  <a:lnTo>
                    <a:pt x="461" y="566"/>
                  </a:lnTo>
                  <a:lnTo>
                    <a:pt x="442" y="568"/>
                  </a:lnTo>
                  <a:lnTo>
                    <a:pt x="422" y="569"/>
                  </a:lnTo>
                  <a:lnTo>
                    <a:pt x="404" y="569"/>
                  </a:lnTo>
                  <a:lnTo>
                    <a:pt x="383" y="569"/>
                  </a:lnTo>
                  <a:lnTo>
                    <a:pt x="365" y="568"/>
                  </a:lnTo>
                  <a:lnTo>
                    <a:pt x="346" y="566"/>
                  </a:lnTo>
                  <a:lnTo>
                    <a:pt x="326" y="564"/>
                  </a:lnTo>
                  <a:lnTo>
                    <a:pt x="307" y="561"/>
                  </a:lnTo>
                  <a:lnTo>
                    <a:pt x="288" y="558"/>
                  </a:lnTo>
                  <a:lnTo>
                    <a:pt x="270" y="553"/>
                  </a:lnTo>
                  <a:lnTo>
                    <a:pt x="251" y="549"/>
                  </a:lnTo>
                  <a:lnTo>
                    <a:pt x="234" y="543"/>
                  </a:lnTo>
                  <a:lnTo>
                    <a:pt x="216" y="537"/>
                  </a:lnTo>
                  <a:lnTo>
                    <a:pt x="199" y="530"/>
                  </a:lnTo>
                  <a:lnTo>
                    <a:pt x="182" y="523"/>
                  </a:lnTo>
                  <a:lnTo>
                    <a:pt x="165" y="515"/>
                  </a:lnTo>
                  <a:lnTo>
                    <a:pt x="149" y="505"/>
                  </a:lnTo>
                  <a:lnTo>
                    <a:pt x="133" y="496"/>
                  </a:lnTo>
                  <a:lnTo>
                    <a:pt x="118" y="486"/>
                  </a:lnTo>
                  <a:lnTo>
                    <a:pt x="104" y="476"/>
                  </a:lnTo>
                  <a:lnTo>
                    <a:pt x="91" y="465"/>
                  </a:lnTo>
                  <a:lnTo>
                    <a:pt x="78" y="453"/>
                  </a:lnTo>
                  <a:lnTo>
                    <a:pt x="67" y="441"/>
                  </a:lnTo>
                  <a:lnTo>
                    <a:pt x="57" y="429"/>
                  </a:lnTo>
                  <a:lnTo>
                    <a:pt x="46" y="417"/>
                  </a:lnTo>
                  <a:lnTo>
                    <a:pt x="38" y="405"/>
                  </a:lnTo>
                  <a:lnTo>
                    <a:pt x="29" y="392"/>
                  </a:lnTo>
                  <a:lnTo>
                    <a:pt x="23" y="379"/>
                  </a:lnTo>
                  <a:lnTo>
                    <a:pt x="16" y="366"/>
                  </a:lnTo>
                  <a:lnTo>
                    <a:pt x="12" y="353"/>
                  </a:lnTo>
                  <a:lnTo>
                    <a:pt x="8" y="340"/>
                  </a:lnTo>
                  <a:lnTo>
                    <a:pt x="5" y="325"/>
                  </a:lnTo>
                  <a:lnTo>
                    <a:pt x="2" y="312"/>
                  </a:lnTo>
                  <a:lnTo>
                    <a:pt x="0" y="299"/>
                  </a:lnTo>
                  <a:lnTo>
                    <a:pt x="0" y="285"/>
                  </a:lnTo>
                  <a:lnTo>
                    <a:pt x="0" y="271"/>
                  </a:lnTo>
                  <a:lnTo>
                    <a:pt x="2" y="257"/>
                  </a:lnTo>
                  <a:lnTo>
                    <a:pt x="5" y="244"/>
                  </a:lnTo>
                  <a:lnTo>
                    <a:pt x="8" y="231"/>
                  </a:lnTo>
                  <a:lnTo>
                    <a:pt x="12" y="218"/>
                  </a:lnTo>
                  <a:lnTo>
                    <a:pt x="16" y="204"/>
                  </a:lnTo>
                  <a:lnTo>
                    <a:pt x="23" y="191"/>
                  </a:lnTo>
                  <a:lnTo>
                    <a:pt x="29" y="178"/>
                  </a:lnTo>
                  <a:lnTo>
                    <a:pt x="38" y="165"/>
                  </a:lnTo>
                  <a:lnTo>
                    <a:pt x="46" y="152"/>
                  </a:lnTo>
                  <a:lnTo>
                    <a:pt x="57" y="140"/>
                  </a:lnTo>
                  <a:lnTo>
                    <a:pt x="67" y="128"/>
                  </a:lnTo>
                  <a:lnTo>
                    <a:pt x="78" y="117"/>
                  </a:lnTo>
                  <a:lnTo>
                    <a:pt x="91" y="106"/>
                  </a:lnTo>
                  <a:lnTo>
                    <a:pt x="104" y="94"/>
                  </a:lnTo>
                  <a:lnTo>
                    <a:pt x="118" y="83"/>
                  </a:lnTo>
                  <a:lnTo>
                    <a:pt x="133" y="73"/>
                  </a:lnTo>
                  <a:lnTo>
                    <a:pt x="149" y="64"/>
                  </a:lnTo>
                  <a:lnTo>
                    <a:pt x="165" y="55"/>
                  </a:lnTo>
                  <a:lnTo>
                    <a:pt x="182" y="47"/>
                  </a:lnTo>
                  <a:lnTo>
                    <a:pt x="199" y="40"/>
                  </a:lnTo>
                  <a:lnTo>
                    <a:pt x="216" y="32"/>
                  </a:lnTo>
                  <a:lnTo>
                    <a:pt x="234" y="26"/>
                  </a:lnTo>
                  <a:lnTo>
                    <a:pt x="251" y="21"/>
                  </a:lnTo>
                  <a:lnTo>
                    <a:pt x="270" y="16"/>
                  </a:lnTo>
                  <a:lnTo>
                    <a:pt x="288" y="12"/>
                  </a:lnTo>
                  <a:lnTo>
                    <a:pt x="307" y="8"/>
                  </a:lnTo>
                  <a:lnTo>
                    <a:pt x="326" y="5"/>
                  </a:lnTo>
                  <a:lnTo>
                    <a:pt x="346" y="3"/>
                  </a:lnTo>
                  <a:lnTo>
                    <a:pt x="365" y="2"/>
                  </a:lnTo>
                  <a:lnTo>
                    <a:pt x="383" y="1"/>
                  </a:lnTo>
                  <a:lnTo>
                    <a:pt x="404" y="0"/>
                  </a:lnTo>
                  <a:lnTo>
                    <a:pt x="422" y="1"/>
                  </a:lnTo>
                  <a:lnTo>
                    <a:pt x="442" y="2"/>
                  </a:lnTo>
                  <a:lnTo>
                    <a:pt x="461" y="3"/>
                  </a:lnTo>
                  <a:lnTo>
                    <a:pt x="480" y="5"/>
                  </a:lnTo>
                  <a:lnTo>
                    <a:pt x="499" y="8"/>
                  </a:lnTo>
                  <a:lnTo>
                    <a:pt x="517" y="12"/>
                  </a:lnTo>
                  <a:lnTo>
                    <a:pt x="536" y="16"/>
                  </a:lnTo>
                  <a:lnTo>
                    <a:pt x="555" y="21"/>
                  </a:lnTo>
                  <a:lnTo>
                    <a:pt x="574" y="26"/>
                  </a:lnTo>
                  <a:lnTo>
                    <a:pt x="591" y="32"/>
                  </a:lnTo>
                  <a:lnTo>
                    <a:pt x="608" y="40"/>
                  </a:lnTo>
                  <a:lnTo>
                    <a:pt x="625" y="47"/>
                  </a:lnTo>
                  <a:lnTo>
                    <a:pt x="641" y="55"/>
                  </a:lnTo>
                  <a:lnTo>
                    <a:pt x="657" y="64"/>
                  </a:lnTo>
                  <a:lnTo>
                    <a:pt x="673" y="73"/>
                  </a:lnTo>
                  <a:lnTo>
                    <a:pt x="689" y="83"/>
                  </a:lnTo>
                  <a:lnTo>
                    <a:pt x="703" y="94"/>
                  </a:lnTo>
                  <a:lnTo>
                    <a:pt x="716" y="106"/>
                  </a:lnTo>
                  <a:lnTo>
                    <a:pt x="729" y="117"/>
                  </a:lnTo>
                  <a:lnTo>
                    <a:pt x="741" y="128"/>
                  </a:lnTo>
                  <a:lnTo>
                    <a:pt x="751" y="140"/>
                  </a:lnTo>
                  <a:lnTo>
                    <a:pt x="761" y="152"/>
                  </a:lnTo>
                  <a:lnTo>
                    <a:pt x="769" y="165"/>
                  </a:lnTo>
                  <a:lnTo>
                    <a:pt x="777" y="178"/>
                  </a:lnTo>
                  <a:lnTo>
                    <a:pt x="784" y="191"/>
                  </a:lnTo>
                  <a:lnTo>
                    <a:pt x="790" y="204"/>
                  </a:lnTo>
                  <a:lnTo>
                    <a:pt x="795" y="218"/>
                  </a:lnTo>
                  <a:lnTo>
                    <a:pt x="800" y="231"/>
                  </a:lnTo>
                  <a:lnTo>
                    <a:pt x="802" y="244"/>
                  </a:lnTo>
                  <a:lnTo>
                    <a:pt x="804" y="257"/>
                  </a:lnTo>
                  <a:lnTo>
                    <a:pt x="805" y="271"/>
                  </a:lnTo>
                  <a:lnTo>
                    <a:pt x="807" y="285"/>
                  </a:lnTo>
                  <a:lnTo>
                    <a:pt x="805" y="299"/>
                  </a:lnTo>
                  <a:lnTo>
                    <a:pt x="804" y="312"/>
                  </a:lnTo>
                  <a:lnTo>
                    <a:pt x="802" y="325"/>
                  </a:lnTo>
                  <a:lnTo>
                    <a:pt x="800" y="340"/>
                  </a:lnTo>
                  <a:lnTo>
                    <a:pt x="795" y="353"/>
                  </a:lnTo>
                  <a:lnTo>
                    <a:pt x="790" y="366"/>
                  </a:lnTo>
                  <a:lnTo>
                    <a:pt x="784" y="379"/>
                  </a:lnTo>
                  <a:lnTo>
                    <a:pt x="777" y="392"/>
                  </a:lnTo>
                  <a:lnTo>
                    <a:pt x="769" y="405"/>
                  </a:lnTo>
                  <a:lnTo>
                    <a:pt x="761" y="417"/>
                  </a:lnTo>
                  <a:lnTo>
                    <a:pt x="751" y="429"/>
                  </a:lnTo>
                  <a:lnTo>
                    <a:pt x="741" y="441"/>
                  </a:lnTo>
                  <a:lnTo>
                    <a:pt x="729" y="453"/>
                  </a:lnTo>
                  <a:lnTo>
                    <a:pt x="716" y="465"/>
                  </a:lnTo>
                  <a:lnTo>
                    <a:pt x="703" y="476"/>
                  </a:lnTo>
                  <a:lnTo>
                    <a:pt x="689" y="486"/>
                  </a:lnTo>
                  <a:close/>
                </a:path>
              </a:pathLst>
            </a:custGeom>
            <a:solidFill>
              <a:srgbClr val="D1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22540831-D296-4FF9-8B0F-9904CB953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898188" y="3073400"/>
              <a:ext cx="474663" cy="71438"/>
            </a:xfrm>
            <a:custGeom>
              <a:avLst/>
              <a:gdLst>
                <a:gd name="T0" fmla="*/ 362 w 897"/>
                <a:gd name="T1" fmla="*/ 628 h 634"/>
                <a:gd name="T2" fmla="*/ 258 w 897"/>
                <a:gd name="T3" fmla="*/ 603 h 634"/>
                <a:gd name="T4" fmla="*/ 164 w 897"/>
                <a:gd name="T5" fmla="*/ 562 h 634"/>
                <a:gd name="T6" fmla="*/ 88 w 897"/>
                <a:gd name="T7" fmla="*/ 506 h 634"/>
                <a:gd name="T8" fmla="*/ 35 w 897"/>
                <a:gd name="T9" fmla="*/ 439 h 634"/>
                <a:gd name="T10" fmla="*/ 5 w 897"/>
                <a:gd name="T11" fmla="*/ 363 h 634"/>
                <a:gd name="T12" fmla="*/ 3 w 897"/>
                <a:gd name="T13" fmla="*/ 285 h 634"/>
                <a:gd name="T14" fmla="*/ 26 w 897"/>
                <a:gd name="T15" fmla="*/ 210 h 634"/>
                <a:gd name="T16" fmla="*/ 75 w 897"/>
                <a:gd name="T17" fmla="*/ 141 h 634"/>
                <a:gd name="T18" fmla="*/ 149 w 897"/>
                <a:gd name="T19" fmla="*/ 82 h 634"/>
                <a:gd name="T20" fmla="*/ 238 w 897"/>
                <a:gd name="T21" fmla="*/ 37 h 634"/>
                <a:gd name="T22" fmla="*/ 340 w 897"/>
                <a:gd name="T23" fmla="*/ 9 h 634"/>
                <a:gd name="T24" fmla="*/ 450 w 897"/>
                <a:gd name="T25" fmla="*/ 0 h 634"/>
                <a:gd name="T26" fmla="*/ 559 w 897"/>
                <a:gd name="T27" fmla="*/ 9 h 634"/>
                <a:gd name="T28" fmla="*/ 660 w 897"/>
                <a:gd name="T29" fmla="*/ 37 h 634"/>
                <a:gd name="T30" fmla="*/ 751 w 897"/>
                <a:gd name="T31" fmla="*/ 82 h 634"/>
                <a:gd name="T32" fmla="*/ 823 w 897"/>
                <a:gd name="T33" fmla="*/ 141 h 634"/>
                <a:gd name="T34" fmla="*/ 872 w 897"/>
                <a:gd name="T35" fmla="*/ 210 h 634"/>
                <a:gd name="T36" fmla="*/ 896 w 897"/>
                <a:gd name="T37" fmla="*/ 285 h 634"/>
                <a:gd name="T38" fmla="*/ 893 w 897"/>
                <a:gd name="T39" fmla="*/ 363 h 634"/>
                <a:gd name="T40" fmla="*/ 864 w 897"/>
                <a:gd name="T41" fmla="*/ 439 h 634"/>
                <a:gd name="T42" fmla="*/ 810 w 897"/>
                <a:gd name="T43" fmla="*/ 506 h 634"/>
                <a:gd name="T44" fmla="*/ 733 w 897"/>
                <a:gd name="T45" fmla="*/ 562 h 634"/>
                <a:gd name="T46" fmla="*/ 641 w 897"/>
                <a:gd name="T47" fmla="*/ 603 h 634"/>
                <a:gd name="T48" fmla="*/ 537 w 897"/>
                <a:gd name="T49" fmla="*/ 628 h 634"/>
                <a:gd name="T50" fmla="*/ 450 w 897"/>
                <a:gd name="T51" fmla="*/ 64 h 634"/>
                <a:gd name="T52" fmla="*/ 379 w 897"/>
                <a:gd name="T53" fmla="*/ 70 h 634"/>
                <a:gd name="T54" fmla="*/ 297 w 897"/>
                <a:gd name="T55" fmla="*/ 89 h 634"/>
                <a:gd name="T56" fmla="*/ 224 w 897"/>
                <a:gd name="T57" fmla="*/ 121 h 634"/>
                <a:gd name="T58" fmla="*/ 162 w 897"/>
                <a:gd name="T59" fmla="*/ 167 h 634"/>
                <a:gd name="T60" fmla="*/ 118 w 897"/>
                <a:gd name="T61" fmla="*/ 220 h 634"/>
                <a:gd name="T62" fmla="*/ 95 w 897"/>
                <a:gd name="T63" fmla="*/ 279 h 634"/>
                <a:gd name="T64" fmla="*/ 94 w 897"/>
                <a:gd name="T65" fmla="*/ 342 h 634"/>
                <a:gd name="T66" fmla="*/ 113 w 897"/>
                <a:gd name="T67" fmla="*/ 402 h 634"/>
                <a:gd name="T68" fmla="*/ 152 w 897"/>
                <a:gd name="T69" fmla="*/ 457 h 634"/>
                <a:gd name="T70" fmla="*/ 209 w 897"/>
                <a:gd name="T71" fmla="*/ 504 h 634"/>
                <a:gd name="T72" fmla="*/ 281 w 897"/>
                <a:gd name="T73" fmla="*/ 539 h 634"/>
                <a:gd name="T74" fmla="*/ 362 w 897"/>
                <a:gd name="T75" fmla="*/ 562 h 634"/>
                <a:gd name="T76" fmla="*/ 450 w 897"/>
                <a:gd name="T77" fmla="*/ 569 h 634"/>
                <a:gd name="T78" fmla="*/ 536 w 897"/>
                <a:gd name="T79" fmla="*/ 562 h 634"/>
                <a:gd name="T80" fmla="*/ 618 w 897"/>
                <a:gd name="T81" fmla="*/ 539 h 634"/>
                <a:gd name="T82" fmla="*/ 689 w 897"/>
                <a:gd name="T83" fmla="*/ 504 h 634"/>
                <a:gd name="T84" fmla="*/ 746 w 897"/>
                <a:gd name="T85" fmla="*/ 457 h 634"/>
                <a:gd name="T86" fmla="*/ 785 w 897"/>
                <a:gd name="T87" fmla="*/ 402 h 634"/>
                <a:gd name="T88" fmla="*/ 805 w 897"/>
                <a:gd name="T89" fmla="*/ 342 h 634"/>
                <a:gd name="T90" fmla="*/ 802 w 897"/>
                <a:gd name="T91" fmla="*/ 279 h 634"/>
                <a:gd name="T92" fmla="*/ 779 w 897"/>
                <a:gd name="T93" fmla="*/ 220 h 634"/>
                <a:gd name="T94" fmla="*/ 736 w 897"/>
                <a:gd name="T95" fmla="*/ 167 h 634"/>
                <a:gd name="T96" fmla="*/ 676 w 897"/>
                <a:gd name="T97" fmla="*/ 121 h 634"/>
                <a:gd name="T98" fmla="*/ 602 w 897"/>
                <a:gd name="T99" fmla="*/ 89 h 634"/>
                <a:gd name="T100" fmla="*/ 520 w 897"/>
                <a:gd name="T101" fmla="*/ 7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7" h="634">
                  <a:moveTo>
                    <a:pt x="450" y="634"/>
                  </a:moveTo>
                  <a:lnTo>
                    <a:pt x="427" y="634"/>
                  </a:lnTo>
                  <a:lnTo>
                    <a:pt x="405" y="632"/>
                  </a:lnTo>
                  <a:lnTo>
                    <a:pt x="383" y="631"/>
                  </a:lnTo>
                  <a:lnTo>
                    <a:pt x="362" y="628"/>
                  </a:lnTo>
                  <a:lnTo>
                    <a:pt x="340" y="625"/>
                  </a:lnTo>
                  <a:lnTo>
                    <a:pt x="319" y="621"/>
                  </a:lnTo>
                  <a:lnTo>
                    <a:pt x="298" y="616"/>
                  </a:lnTo>
                  <a:lnTo>
                    <a:pt x="277" y="610"/>
                  </a:lnTo>
                  <a:lnTo>
                    <a:pt x="258" y="603"/>
                  </a:lnTo>
                  <a:lnTo>
                    <a:pt x="238" y="596"/>
                  </a:lnTo>
                  <a:lnTo>
                    <a:pt x="219" y="589"/>
                  </a:lnTo>
                  <a:lnTo>
                    <a:pt x="200" y="581"/>
                  </a:lnTo>
                  <a:lnTo>
                    <a:pt x="182" y="572"/>
                  </a:lnTo>
                  <a:lnTo>
                    <a:pt x="164" y="562"/>
                  </a:lnTo>
                  <a:lnTo>
                    <a:pt x="149" y="552"/>
                  </a:lnTo>
                  <a:lnTo>
                    <a:pt x="131" y="541"/>
                  </a:lnTo>
                  <a:lnTo>
                    <a:pt x="117" y="529"/>
                  </a:lnTo>
                  <a:lnTo>
                    <a:pt x="103" y="518"/>
                  </a:lnTo>
                  <a:lnTo>
                    <a:pt x="88" y="506"/>
                  </a:lnTo>
                  <a:lnTo>
                    <a:pt x="75" y="493"/>
                  </a:lnTo>
                  <a:lnTo>
                    <a:pt x="64" y="479"/>
                  </a:lnTo>
                  <a:lnTo>
                    <a:pt x="54" y="466"/>
                  </a:lnTo>
                  <a:lnTo>
                    <a:pt x="44" y="452"/>
                  </a:lnTo>
                  <a:lnTo>
                    <a:pt x="35" y="439"/>
                  </a:lnTo>
                  <a:lnTo>
                    <a:pt x="26" y="423"/>
                  </a:lnTo>
                  <a:lnTo>
                    <a:pt x="19" y="409"/>
                  </a:lnTo>
                  <a:lnTo>
                    <a:pt x="13" y="394"/>
                  </a:lnTo>
                  <a:lnTo>
                    <a:pt x="9" y="380"/>
                  </a:lnTo>
                  <a:lnTo>
                    <a:pt x="5" y="363"/>
                  </a:lnTo>
                  <a:lnTo>
                    <a:pt x="3" y="348"/>
                  </a:lnTo>
                  <a:lnTo>
                    <a:pt x="0" y="333"/>
                  </a:lnTo>
                  <a:lnTo>
                    <a:pt x="0" y="317"/>
                  </a:lnTo>
                  <a:lnTo>
                    <a:pt x="0" y="301"/>
                  </a:lnTo>
                  <a:lnTo>
                    <a:pt x="3" y="285"/>
                  </a:lnTo>
                  <a:lnTo>
                    <a:pt x="5" y="270"/>
                  </a:lnTo>
                  <a:lnTo>
                    <a:pt x="9" y="255"/>
                  </a:lnTo>
                  <a:lnTo>
                    <a:pt x="13" y="239"/>
                  </a:lnTo>
                  <a:lnTo>
                    <a:pt x="19" y="224"/>
                  </a:lnTo>
                  <a:lnTo>
                    <a:pt x="26" y="210"/>
                  </a:lnTo>
                  <a:lnTo>
                    <a:pt x="35" y="196"/>
                  </a:lnTo>
                  <a:lnTo>
                    <a:pt x="44" y="181"/>
                  </a:lnTo>
                  <a:lnTo>
                    <a:pt x="54" y="167"/>
                  </a:lnTo>
                  <a:lnTo>
                    <a:pt x="64" y="154"/>
                  </a:lnTo>
                  <a:lnTo>
                    <a:pt x="75" y="141"/>
                  </a:lnTo>
                  <a:lnTo>
                    <a:pt x="88" y="128"/>
                  </a:lnTo>
                  <a:lnTo>
                    <a:pt x="103" y="116"/>
                  </a:lnTo>
                  <a:lnTo>
                    <a:pt x="117" y="104"/>
                  </a:lnTo>
                  <a:lnTo>
                    <a:pt x="131" y="93"/>
                  </a:lnTo>
                  <a:lnTo>
                    <a:pt x="149" y="82"/>
                  </a:lnTo>
                  <a:lnTo>
                    <a:pt x="164" y="72"/>
                  </a:lnTo>
                  <a:lnTo>
                    <a:pt x="182" y="62"/>
                  </a:lnTo>
                  <a:lnTo>
                    <a:pt x="200" y="53"/>
                  </a:lnTo>
                  <a:lnTo>
                    <a:pt x="219" y="45"/>
                  </a:lnTo>
                  <a:lnTo>
                    <a:pt x="238" y="37"/>
                  </a:lnTo>
                  <a:lnTo>
                    <a:pt x="258" y="30"/>
                  </a:lnTo>
                  <a:lnTo>
                    <a:pt x="277" y="24"/>
                  </a:lnTo>
                  <a:lnTo>
                    <a:pt x="298" y="19"/>
                  </a:lnTo>
                  <a:lnTo>
                    <a:pt x="319" y="14"/>
                  </a:lnTo>
                  <a:lnTo>
                    <a:pt x="340" y="9"/>
                  </a:lnTo>
                  <a:lnTo>
                    <a:pt x="362" y="6"/>
                  </a:lnTo>
                  <a:lnTo>
                    <a:pt x="383" y="3"/>
                  </a:lnTo>
                  <a:lnTo>
                    <a:pt x="405" y="1"/>
                  </a:lnTo>
                  <a:lnTo>
                    <a:pt x="427" y="0"/>
                  </a:lnTo>
                  <a:lnTo>
                    <a:pt x="450" y="0"/>
                  </a:lnTo>
                  <a:lnTo>
                    <a:pt x="471" y="0"/>
                  </a:lnTo>
                  <a:lnTo>
                    <a:pt x="494" y="1"/>
                  </a:lnTo>
                  <a:lnTo>
                    <a:pt x="516" y="3"/>
                  </a:lnTo>
                  <a:lnTo>
                    <a:pt x="537" y="6"/>
                  </a:lnTo>
                  <a:lnTo>
                    <a:pt x="559" y="9"/>
                  </a:lnTo>
                  <a:lnTo>
                    <a:pt x="581" y="14"/>
                  </a:lnTo>
                  <a:lnTo>
                    <a:pt x="601" y="19"/>
                  </a:lnTo>
                  <a:lnTo>
                    <a:pt x="621" y="24"/>
                  </a:lnTo>
                  <a:lnTo>
                    <a:pt x="641" y="30"/>
                  </a:lnTo>
                  <a:lnTo>
                    <a:pt x="660" y="37"/>
                  </a:lnTo>
                  <a:lnTo>
                    <a:pt x="680" y="45"/>
                  </a:lnTo>
                  <a:lnTo>
                    <a:pt x="699" y="53"/>
                  </a:lnTo>
                  <a:lnTo>
                    <a:pt x="716" y="62"/>
                  </a:lnTo>
                  <a:lnTo>
                    <a:pt x="733" y="72"/>
                  </a:lnTo>
                  <a:lnTo>
                    <a:pt x="751" y="82"/>
                  </a:lnTo>
                  <a:lnTo>
                    <a:pt x="766" y="93"/>
                  </a:lnTo>
                  <a:lnTo>
                    <a:pt x="782" y="104"/>
                  </a:lnTo>
                  <a:lnTo>
                    <a:pt x="797" y="116"/>
                  </a:lnTo>
                  <a:lnTo>
                    <a:pt x="810" y="128"/>
                  </a:lnTo>
                  <a:lnTo>
                    <a:pt x="823" y="141"/>
                  </a:lnTo>
                  <a:lnTo>
                    <a:pt x="834" y="154"/>
                  </a:lnTo>
                  <a:lnTo>
                    <a:pt x="846" y="167"/>
                  </a:lnTo>
                  <a:lnTo>
                    <a:pt x="856" y="181"/>
                  </a:lnTo>
                  <a:lnTo>
                    <a:pt x="864" y="196"/>
                  </a:lnTo>
                  <a:lnTo>
                    <a:pt x="872" y="210"/>
                  </a:lnTo>
                  <a:lnTo>
                    <a:pt x="879" y="224"/>
                  </a:lnTo>
                  <a:lnTo>
                    <a:pt x="884" y="239"/>
                  </a:lnTo>
                  <a:lnTo>
                    <a:pt x="889" y="255"/>
                  </a:lnTo>
                  <a:lnTo>
                    <a:pt x="893" y="270"/>
                  </a:lnTo>
                  <a:lnTo>
                    <a:pt x="896" y="285"/>
                  </a:lnTo>
                  <a:lnTo>
                    <a:pt x="897" y="301"/>
                  </a:lnTo>
                  <a:lnTo>
                    <a:pt x="897" y="317"/>
                  </a:lnTo>
                  <a:lnTo>
                    <a:pt x="897" y="333"/>
                  </a:lnTo>
                  <a:lnTo>
                    <a:pt x="896" y="348"/>
                  </a:lnTo>
                  <a:lnTo>
                    <a:pt x="893" y="363"/>
                  </a:lnTo>
                  <a:lnTo>
                    <a:pt x="889" y="380"/>
                  </a:lnTo>
                  <a:lnTo>
                    <a:pt x="884" y="394"/>
                  </a:lnTo>
                  <a:lnTo>
                    <a:pt x="879" y="409"/>
                  </a:lnTo>
                  <a:lnTo>
                    <a:pt x="872" y="423"/>
                  </a:lnTo>
                  <a:lnTo>
                    <a:pt x="864" y="439"/>
                  </a:lnTo>
                  <a:lnTo>
                    <a:pt x="856" y="452"/>
                  </a:lnTo>
                  <a:lnTo>
                    <a:pt x="846" y="466"/>
                  </a:lnTo>
                  <a:lnTo>
                    <a:pt x="834" y="479"/>
                  </a:lnTo>
                  <a:lnTo>
                    <a:pt x="823" y="493"/>
                  </a:lnTo>
                  <a:lnTo>
                    <a:pt x="810" y="506"/>
                  </a:lnTo>
                  <a:lnTo>
                    <a:pt x="797" y="518"/>
                  </a:lnTo>
                  <a:lnTo>
                    <a:pt x="782" y="529"/>
                  </a:lnTo>
                  <a:lnTo>
                    <a:pt x="766" y="541"/>
                  </a:lnTo>
                  <a:lnTo>
                    <a:pt x="751" y="552"/>
                  </a:lnTo>
                  <a:lnTo>
                    <a:pt x="733" y="562"/>
                  </a:lnTo>
                  <a:lnTo>
                    <a:pt x="716" y="572"/>
                  </a:lnTo>
                  <a:lnTo>
                    <a:pt x="699" y="581"/>
                  </a:lnTo>
                  <a:lnTo>
                    <a:pt x="680" y="589"/>
                  </a:lnTo>
                  <a:lnTo>
                    <a:pt x="660" y="596"/>
                  </a:lnTo>
                  <a:lnTo>
                    <a:pt x="641" y="603"/>
                  </a:lnTo>
                  <a:lnTo>
                    <a:pt x="621" y="610"/>
                  </a:lnTo>
                  <a:lnTo>
                    <a:pt x="601" y="616"/>
                  </a:lnTo>
                  <a:lnTo>
                    <a:pt x="581" y="621"/>
                  </a:lnTo>
                  <a:lnTo>
                    <a:pt x="559" y="625"/>
                  </a:lnTo>
                  <a:lnTo>
                    <a:pt x="537" y="628"/>
                  </a:lnTo>
                  <a:lnTo>
                    <a:pt x="516" y="631"/>
                  </a:lnTo>
                  <a:lnTo>
                    <a:pt x="494" y="632"/>
                  </a:lnTo>
                  <a:lnTo>
                    <a:pt x="471" y="634"/>
                  </a:lnTo>
                  <a:lnTo>
                    <a:pt x="450" y="634"/>
                  </a:lnTo>
                  <a:close/>
                  <a:moveTo>
                    <a:pt x="450" y="64"/>
                  </a:moveTo>
                  <a:lnTo>
                    <a:pt x="450" y="64"/>
                  </a:lnTo>
                  <a:lnTo>
                    <a:pt x="431" y="64"/>
                  </a:lnTo>
                  <a:lnTo>
                    <a:pt x="414" y="65"/>
                  </a:lnTo>
                  <a:lnTo>
                    <a:pt x="396" y="67"/>
                  </a:lnTo>
                  <a:lnTo>
                    <a:pt x="379" y="70"/>
                  </a:lnTo>
                  <a:lnTo>
                    <a:pt x="362" y="73"/>
                  </a:lnTo>
                  <a:lnTo>
                    <a:pt x="346" y="76"/>
                  </a:lnTo>
                  <a:lnTo>
                    <a:pt x="329" y="80"/>
                  </a:lnTo>
                  <a:lnTo>
                    <a:pt x="313" y="84"/>
                  </a:lnTo>
                  <a:lnTo>
                    <a:pt x="297" y="89"/>
                  </a:lnTo>
                  <a:lnTo>
                    <a:pt x="281" y="94"/>
                  </a:lnTo>
                  <a:lnTo>
                    <a:pt x="265" y="100"/>
                  </a:lnTo>
                  <a:lnTo>
                    <a:pt x="251" y="107"/>
                  </a:lnTo>
                  <a:lnTo>
                    <a:pt x="236" y="114"/>
                  </a:lnTo>
                  <a:lnTo>
                    <a:pt x="224" y="121"/>
                  </a:lnTo>
                  <a:lnTo>
                    <a:pt x="209" y="130"/>
                  </a:lnTo>
                  <a:lnTo>
                    <a:pt x="196" y="139"/>
                  </a:lnTo>
                  <a:lnTo>
                    <a:pt x="185" y="148"/>
                  </a:lnTo>
                  <a:lnTo>
                    <a:pt x="173" y="157"/>
                  </a:lnTo>
                  <a:lnTo>
                    <a:pt x="162" y="167"/>
                  </a:lnTo>
                  <a:lnTo>
                    <a:pt x="152" y="177"/>
                  </a:lnTo>
                  <a:lnTo>
                    <a:pt x="143" y="187"/>
                  </a:lnTo>
                  <a:lnTo>
                    <a:pt x="134" y="198"/>
                  </a:lnTo>
                  <a:lnTo>
                    <a:pt x="126" y="209"/>
                  </a:lnTo>
                  <a:lnTo>
                    <a:pt x="118" y="220"/>
                  </a:lnTo>
                  <a:lnTo>
                    <a:pt x="113" y="231"/>
                  </a:lnTo>
                  <a:lnTo>
                    <a:pt x="107" y="243"/>
                  </a:lnTo>
                  <a:lnTo>
                    <a:pt x="103" y="256"/>
                  </a:lnTo>
                  <a:lnTo>
                    <a:pt x="100" y="267"/>
                  </a:lnTo>
                  <a:lnTo>
                    <a:pt x="95" y="279"/>
                  </a:lnTo>
                  <a:lnTo>
                    <a:pt x="94" y="292"/>
                  </a:lnTo>
                  <a:lnTo>
                    <a:pt x="92" y="304"/>
                  </a:lnTo>
                  <a:lnTo>
                    <a:pt x="92" y="317"/>
                  </a:lnTo>
                  <a:lnTo>
                    <a:pt x="92" y="330"/>
                  </a:lnTo>
                  <a:lnTo>
                    <a:pt x="94" y="342"/>
                  </a:lnTo>
                  <a:lnTo>
                    <a:pt x="95" y="354"/>
                  </a:lnTo>
                  <a:lnTo>
                    <a:pt x="100" y="366"/>
                  </a:lnTo>
                  <a:lnTo>
                    <a:pt x="103" y="379"/>
                  </a:lnTo>
                  <a:lnTo>
                    <a:pt x="107" y="390"/>
                  </a:lnTo>
                  <a:lnTo>
                    <a:pt x="113" y="402"/>
                  </a:lnTo>
                  <a:lnTo>
                    <a:pt x="118" y="413"/>
                  </a:lnTo>
                  <a:lnTo>
                    <a:pt x="126" y="424"/>
                  </a:lnTo>
                  <a:lnTo>
                    <a:pt x="134" y="436"/>
                  </a:lnTo>
                  <a:lnTo>
                    <a:pt x="143" y="447"/>
                  </a:lnTo>
                  <a:lnTo>
                    <a:pt x="152" y="457"/>
                  </a:lnTo>
                  <a:lnTo>
                    <a:pt x="162" y="467"/>
                  </a:lnTo>
                  <a:lnTo>
                    <a:pt x="173" y="476"/>
                  </a:lnTo>
                  <a:lnTo>
                    <a:pt x="185" y="487"/>
                  </a:lnTo>
                  <a:lnTo>
                    <a:pt x="196" y="496"/>
                  </a:lnTo>
                  <a:lnTo>
                    <a:pt x="209" y="504"/>
                  </a:lnTo>
                  <a:lnTo>
                    <a:pt x="224" y="512"/>
                  </a:lnTo>
                  <a:lnTo>
                    <a:pt x="236" y="520"/>
                  </a:lnTo>
                  <a:lnTo>
                    <a:pt x="251" y="527"/>
                  </a:lnTo>
                  <a:lnTo>
                    <a:pt x="265" y="533"/>
                  </a:lnTo>
                  <a:lnTo>
                    <a:pt x="281" y="539"/>
                  </a:lnTo>
                  <a:lnTo>
                    <a:pt x="297" y="545"/>
                  </a:lnTo>
                  <a:lnTo>
                    <a:pt x="313" y="551"/>
                  </a:lnTo>
                  <a:lnTo>
                    <a:pt x="329" y="555"/>
                  </a:lnTo>
                  <a:lnTo>
                    <a:pt x="346" y="559"/>
                  </a:lnTo>
                  <a:lnTo>
                    <a:pt x="362" y="562"/>
                  </a:lnTo>
                  <a:lnTo>
                    <a:pt x="379" y="565"/>
                  </a:lnTo>
                  <a:lnTo>
                    <a:pt x="396" y="567"/>
                  </a:lnTo>
                  <a:lnTo>
                    <a:pt x="414" y="568"/>
                  </a:lnTo>
                  <a:lnTo>
                    <a:pt x="431" y="569"/>
                  </a:lnTo>
                  <a:lnTo>
                    <a:pt x="450" y="569"/>
                  </a:lnTo>
                  <a:lnTo>
                    <a:pt x="467" y="569"/>
                  </a:lnTo>
                  <a:lnTo>
                    <a:pt x="484" y="568"/>
                  </a:lnTo>
                  <a:lnTo>
                    <a:pt x="503" y="567"/>
                  </a:lnTo>
                  <a:lnTo>
                    <a:pt x="520" y="565"/>
                  </a:lnTo>
                  <a:lnTo>
                    <a:pt x="536" y="562"/>
                  </a:lnTo>
                  <a:lnTo>
                    <a:pt x="553" y="559"/>
                  </a:lnTo>
                  <a:lnTo>
                    <a:pt x="569" y="555"/>
                  </a:lnTo>
                  <a:lnTo>
                    <a:pt x="586" y="551"/>
                  </a:lnTo>
                  <a:lnTo>
                    <a:pt x="602" y="545"/>
                  </a:lnTo>
                  <a:lnTo>
                    <a:pt x="618" y="539"/>
                  </a:lnTo>
                  <a:lnTo>
                    <a:pt x="632" y="533"/>
                  </a:lnTo>
                  <a:lnTo>
                    <a:pt x="647" y="527"/>
                  </a:lnTo>
                  <a:lnTo>
                    <a:pt x="661" y="520"/>
                  </a:lnTo>
                  <a:lnTo>
                    <a:pt x="676" y="512"/>
                  </a:lnTo>
                  <a:lnTo>
                    <a:pt x="689" y="504"/>
                  </a:lnTo>
                  <a:lnTo>
                    <a:pt x="702" y="496"/>
                  </a:lnTo>
                  <a:lnTo>
                    <a:pt x="715" y="487"/>
                  </a:lnTo>
                  <a:lnTo>
                    <a:pt x="726" y="476"/>
                  </a:lnTo>
                  <a:lnTo>
                    <a:pt x="736" y="467"/>
                  </a:lnTo>
                  <a:lnTo>
                    <a:pt x="746" y="457"/>
                  </a:lnTo>
                  <a:lnTo>
                    <a:pt x="756" y="447"/>
                  </a:lnTo>
                  <a:lnTo>
                    <a:pt x="765" y="436"/>
                  </a:lnTo>
                  <a:lnTo>
                    <a:pt x="772" y="424"/>
                  </a:lnTo>
                  <a:lnTo>
                    <a:pt x="779" y="413"/>
                  </a:lnTo>
                  <a:lnTo>
                    <a:pt x="785" y="402"/>
                  </a:lnTo>
                  <a:lnTo>
                    <a:pt x="791" y="390"/>
                  </a:lnTo>
                  <a:lnTo>
                    <a:pt x="795" y="379"/>
                  </a:lnTo>
                  <a:lnTo>
                    <a:pt x="800" y="366"/>
                  </a:lnTo>
                  <a:lnTo>
                    <a:pt x="802" y="354"/>
                  </a:lnTo>
                  <a:lnTo>
                    <a:pt x="805" y="342"/>
                  </a:lnTo>
                  <a:lnTo>
                    <a:pt x="807" y="330"/>
                  </a:lnTo>
                  <a:lnTo>
                    <a:pt x="807" y="317"/>
                  </a:lnTo>
                  <a:lnTo>
                    <a:pt x="807" y="304"/>
                  </a:lnTo>
                  <a:lnTo>
                    <a:pt x="805" y="292"/>
                  </a:lnTo>
                  <a:lnTo>
                    <a:pt x="802" y="279"/>
                  </a:lnTo>
                  <a:lnTo>
                    <a:pt x="800" y="267"/>
                  </a:lnTo>
                  <a:lnTo>
                    <a:pt x="795" y="256"/>
                  </a:lnTo>
                  <a:lnTo>
                    <a:pt x="791" y="243"/>
                  </a:lnTo>
                  <a:lnTo>
                    <a:pt x="785" y="231"/>
                  </a:lnTo>
                  <a:lnTo>
                    <a:pt x="779" y="220"/>
                  </a:lnTo>
                  <a:lnTo>
                    <a:pt x="772" y="209"/>
                  </a:lnTo>
                  <a:lnTo>
                    <a:pt x="765" y="198"/>
                  </a:lnTo>
                  <a:lnTo>
                    <a:pt x="756" y="187"/>
                  </a:lnTo>
                  <a:lnTo>
                    <a:pt x="746" y="177"/>
                  </a:lnTo>
                  <a:lnTo>
                    <a:pt x="736" y="167"/>
                  </a:lnTo>
                  <a:lnTo>
                    <a:pt x="726" y="157"/>
                  </a:lnTo>
                  <a:lnTo>
                    <a:pt x="715" y="148"/>
                  </a:lnTo>
                  <a:lnTo>
                    <a:pt x="702" y="139"/>
                  </a:lnTo>
                  <a:lnTo>
                    <a:pt x="689" y="130"/>
                  </a:lnTo>
                  <a:lnTo>
                    <a:pt x="676" y="121"/>
                  </a:lnTo>
                  <a:lnTo>
                    <a:pt x="661" y="114"/>
                  </a:lnTo>
                  <a:lnTo>
                    <a:pt x="647" y="107"/>
                  </a:lnTo>
                  <a:lnTo>
                    <a:pt x="632" y="100"/>
                  </a:lnTo>
                  <a:lnTo>
                    <a:pt x="618" y="94"/>
                  </a:lnTo>
                  <a:lnTo>
                    <a:pt x="602" y="89"/>
                  </a:lnTo>
                  <a:lnTo>
                    <a:pt x="586" y="84"/>
                  </a:lnTo>
                  <a:lnTo>
                    <a:pt x="569" y="80"/>
                  </a:lnTo>
                  <a:lnTo>
                    <a:pt x="553" y="76"/>
                  </a:lnTo>
                  <a:lnTo>
                    <a:pt x="536" y="73"/>
                  </a:lnTo>
                  <a:lnTo>
                    <a:pt x="520" y="70"/>
                  </a:lnTo>
                  <a:lnTo>
                    <a:pt x="503" y="67"/>
                  </a:lnTo>
                  <a:lnTo>
                    <a:pt x="484" y="65"/>
                  </a:lnTo>
                  <a:lnTo>
                    <a:pt x="467" y="64"/>
                  </a:lnTo>
                  <a:lnTo>
                    <a:pt x="450" y="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3200" dirty="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2941001-1500-4E1F-9DA3-FC4C8A576E3E}"/>
              </a:ext>
            </a:extLst>
          </p:cNvPr>
          <p:cNvGrpSpPr/>
          <p:nvPr/>
        </p:nvGrpSpPr>
        <p:grpSpPr>
          <a:xfrm>
            <a:off x="2191063" y="4207415"/>
            <a:ext cx="2803980" cy="1042016"/>
            <a:chOff x="2607078" y="4828066"/>
            <a:chExt cx="2442332" cy="104201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F029532-E966-4B8E-8D1C-71CD3F609CF2}"/>
                </a:ext>
              </a:extLst>
            </p:cNvPr>
            <p:cNvSpPr/>
            <p:nvPr/>
          </p:nvSpPr>
          <p:spPr>
            <a:xfrm>
              <a:off x="3324339" y="4953677"/>
              <a:ext cx="1725071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0D8020C6-C00D-4193-BE74-176190DF1835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2">
                          <a:alpha val="0"/>
                        </a:schemeClr>
                      </a:gs>
                      <a:gs pos="75000">
                        <a:schemeClr val="accent2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23FF2B3-7525-41AB-A722-2BEFE366A3F2}"/>
              </a:ext>
            </a:extLst>
          </p:cNvPr>
          <p:cNvGrpSpPr/>
          <p:nvPr/>
        </p:nvGrpSpPr>
        <p:grpSpPr>
          <a:xfrm>
            <a:off x="3598123" y="3237934"/>
            <a:ext cx="2833035" cy="1042016"/>
            <a:chOff x="2607078" y="4828066"/>
            <a:chExt cx="2467640" cy="1042016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5E31AD6D-AA7E-4033-8D07-14634F7C72A2}"/>
                </a:ext>
              </a:extLst>
            </p:cNvPr>
            <p:cNvSpPr/>
            <p:nvPr/>
          </p:nvSpPr>
          <p:spPr>
            <a:xfrm>
              <a:off x="3324339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7F777546-34E2-4BD8-93A8-500A049EE658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3">
                          <a:alpha val="0"/>
                        </a:schemeClr>
                      </a:gs>
                      <a:gs pos="75000">
                        <a:schemeClr val="accent3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A5F5F06-A379-46AC-896F-8560645730A6}"/>
              </a:ext>
            </a:extLst>
          </p:cNvPr>
          <p:cNvGrpSpPr/>
          <p:nvPr/>
        </p:nvGrpSpPr>
        <p:grpSpPr>
          <a:xfrm>
            <a:off x="7661522" y="5596920"/>
            <a:ext cx="2752236" cy="1042016"/>
            <a:chOff x="2607078" y="4828066"/>
            <a:chExt cx="2397262" cy="1042016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4CA95020-5AE9-47EC-B4D6-1F102F6C3683}"/>
                </a:ext>
              </a:extLst>
            </p:cNvPr>
            <p:cNvSpPr/>
            <p:nvPr/>
          </p:nvSpPr>
          <p:spPr>
            <a:xfrm>
              <a:off x="3324340" y="4953677"/>
              <a:ext cx="1680000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5E93347-31B6-4375-BB23-B90081AE4DBC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1">
                          <a:alpha val="0"/>
                        </a:schemeClr>
                      </a:gs>
                      <a:gs pos="75000">
                        <a:schemeClr val="accent1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65E914E-8142-428E-A350-03A5AA912D8D}"/>
              </a:ext>
            </a:extLst>
          </p:cNvPr>
          <p:cNvGrpSpPr/>
          <p:nvPr/>
        </p:nvGrpSpPr>
        <p:grpSpPr>
          <a:xfrm>
            <a:off x="5034239" y="2268454"/>
            <a:ext cx="2833035" cy="1042016"/>
            <a:chOff x="2607078" y="4828066"/>
            <a:chExt cx="2467640" cy="1042016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642CADC-10E0-490D-B546-09A14AB495DD}"/>
                </a:ext>
              </a:extLst>
            </p:cNvPr>
            <p:cNvSpPr/>
            <p:nvPr/>
          </p:nvSpPr>
          <p:spPr>
            <a:xfrm>
              <a:off x="3324339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C72FC10-8C63-4874-8D5D-99EDE21EFD6E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4">
                          <a:alpha val="0"/>
                        </a:schemeClr>
                      </a:gs>
                      <a:gs pos="75000">
                        <a:schemeClr val="accent4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04</a:t>
              </a:r>
            </a:p>
          </p:txBody>
        </p: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25D663DC-F703-46BD-9BE1-A46CA050C2C8}"/>
              </a:ext>
            </a:extLst>
          </p:cNvPr>
          <p:cNvSpPr/>
          <p:nvPr/>
        </p:nvSpPr>
        <p:spPr>
          <a:xfrm>
            <a:off x="864689" y="1374151"/>
            <a:ext cx="5532461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Process.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15EA4033-A7B0-4BD1-B50B-C9FBDB560B73}"/>
              </a:ext>
            </a:extLst>
          </p:cNvPr>
          <p:cNvSpPr/>
          <p:nvPr/>
        </p:nvSpPr>
        <p:spPr>
          <a:xfrm>
            <a:off x="873390" y="5995335"/>
            <a:ext cx="1545960" cy="154595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FD12E048-FA6C-467E-B993-E761F9F4A8DD}"/>
              </a:ext>
            </a:extLst>
          </p:cNvPr>
          <p:cNvSpPr/>
          <p:nvPr/>
        </p:nvSpPr>
        <p:spPr>
          <a:xfrm>
            <a:off x="2529383" y="5618618"/>
            <a:ext cx="376719" cy="37671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4535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2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18" presetClass="entr" presetSubtype="12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repeatCount="indefinite" decel="4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15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10" presetClass="exit" presetSubtype="0" repeatCount="indefinite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3" dur="1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7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7 -2.96296E-6 L -2.08333E-7 0.02848 " pathEditMode="relative" rAng="0" ptsTypes="AA">
                                          <p:cBhvr>
                                            <p:cTn id="5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2.5E-6 1.85185E-6 L 2.5E-6 0.02847 " pathEditMode="relative" rAng="0" ptsTypes="AA">
                                          <p:cBhvr>
                                            <p:cTn id="5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8" grpId="0" animBg="1"/>
          <p:bldP spid="18" grpId="1" animBg="1"/>
          <p:bldP spid="18" grpId="2" animBg="1"/>
          <p:bldP spid="19" grpId="0" animBg="1"/>
          <p:bldP spid="19" grpId="1" animBg="1"/>
          <p:bldP spid="2" grpId="0" animBg="1"/>
          <p:bldP spid="35" grpId="0"/>
          <p:bldP spid="35" grpId="1"/>
          <p:bldP spid="39" grpId="0" animBg="1"/>
          <p:bldP spid="39" grpId="1" animBg="1"/>
          <p:bldP spid="38" grpId="0" animBg="1"/>
          <p:bldP spid="3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2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18" presetClass="entr" presetSubtype="12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repeatCount="indefinite" decel="4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15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10" presetClass="exit" presetSubtype="0" repeatCount="indefinite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3" dur="1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6" presetClass="entr" presetSubtype="32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7" dur="75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ntr" presetSubtype="32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0" dur="75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3" dur="75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46" dur="75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7 -2.96296E-6 L -2.08333E-7 0.02848 " pathEditMode="relative" rAng="0" ptsTypes="AA">
                                          <p:cBhvr>
                                            <p:cTn id="5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75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2.5E-6 1.85185E-6 L 2.5E-6 0.02847 " pathEditMode="relative" rAng="0" ptsTypes="AA">
                                          <p:cBhvr>
                                            <p:cTn id="5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8" grpId="0" animBg="1"/>
          <p:bldP spid="18" grpId="1" animBg="1"/>
          <p:bldP spid="18" grpId="2" animBg="1"/>
          <p:bldP spid="19" grpId="0" animBg="1"/>
          <p:bldP spid="19" grpId="1" animBg="1"/>
          <p:bldP spid="2" grpId="0" animBg="1"/>
          <p:bldP spid="35" grpId="0"/>
          <p:bldP spid="35" grpId="1"/>
          <p:bldP spid="39" grpId="0" animBg="1"/>
          <p:bldP spid="39" grpId="1" animBg="1"/>
          <p:bldP spid="38" grpId="0" animBg="1"/>
          <p:bldP spid="38" grpId="1" animBg="1"/>
        </p:bldLst>
      </p:timing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EB8D0086-EC34-4490-861A-EDB402DAA13B}"/>
              </a:ext>
            </a:extLst>
          </p:cNvPr>
          <p:cNvSpPr>
            <a:spLocks noChangeAspect="1"/>
          </p:cNvSpPr>
          <p:nvPr/>
        </p:nvSpPr>
        <p:spPr bwMode="auto">
          <a:xfrm rot="10800000" flipH="1">
            <a:off x="1" y="4372217"/>
            <a:ext cx="12191999" cy="2485781"/>
          </a:xfrm>
          <a:custGeom>
            <a:avLst/>
            <a:gdLst>
              <a:gd name="connsiteX0" fmla="*/ 10605183 w 12191999"/>
              <a:gd name="connsiteY0" fmla="*/ 2772334 h 2772354"/>
              <a:gd name="connsiteX1" fmla="*/ 12108202 w 12191999"/>
              <a:gd name="connsiteY1" fmla="*/ 1058940 h 2772354"/>
              <a:gd name="connsiteX2" fmla="*/ 12191999 w 12191999"/>
              <a:gd name="connsiteY2" fmla="*/ 945018 h 2772354"/>
              <a:gd name="connsiteX3" fmla="*/ 12191999 w 12191999"/>
              <a:gd name="connsiteY3" fmla="*/ 0 h 2772354"/>
              <a:gd name="connsiteX4" fmla="*/ 0 w 12191999"/>
              <a:gd name="connsiteY4" fmla="*/ 0 h 2772354"/>
              <a:gd name="connsiteX5" fmla="*/ 0 w 12191999"/>
              <a:gd name="connsiteY5" fmla="*/ 359728 h 2772354"/>
              <a:gd name="connsiteX6" fmla="*/ 124039 w 12191999"/>
              <a:gd name="connsiteY6" fmla="*/ 458887 h 2772354"/>
              <a:gd name="connsiteX7" fmla="*/ 2343375 w 12191999"/>
              <a:gd name="connsiteY7" fmla="*/ 2727010 h 2772354"/>
              <a:gd name="connsiteX8" fmla="*/ 4516405 w 12191999"/>
              <a:gd name="connsiteY8" fmla="*/ 1505823 h 2772354"/>
              <a:gd name="connsiteX9" fmla="*/ 6268354 w 12191999"/>
              <a:gd name="connsiteY9" fmla="*/ 2103619 h 2772354"/>
              <a:gd name="connsiteX10" fmla="*/ 8380297 w 12191999"/>
              <a:gd name="connsiteY10" fmla="*/ 936138 h 2772354"/>
              <a:gd name="connsiteX11" fmla="*/ 10605183 w 12191999"/>
              <a:gd name="connsiteY11" fmla="*/ 2772334 h 2772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1999" h="2772354">
                <a:moveTo>
                  <a:pt x="10605183" y="2772334"/>
                </a:moveTo>
                <a:cubicBezTo>
                  <a:pt x="11089757" y="2777631"/>
                  <a:pt x="11622737" y="1747529"/>
                  <a:pt x="12108202" y="1058940"/>
                </a:cubicBezTo>
                <a:lnTo>
                  <a:pt x="12191999" y="945018"/>
                </a:lnTo>
                <a:lnTo>
                  <a:pt x="12191999" y="0"/>
                </a:lnTo>
                <a:lnTo>
                  <a:pt x="0" y="0"/>
                </a:lnTo>
                <a:lnTo>
                  <a:pt x="0" y="359728"/>
                </a:lnTo>
                <a:lnTo>
                  <a:pt x="124039" y="458887"/>
                </a:lnTo>
                <a:cubicBezTo>
                  <a:pt x="1048248" y="1256925"/>
                  <a:pt x="1654621" y="2523117"/>
                  <a:pt x="2343375" y="2727010"/>
                </a:cubicBezTo>
                <a:cubicBezTo>
                  <a:pt x="3191071" y="2977955"/>
                  <a:pt x="3617931" y="1508845"/>
                  <a:pt x="4516405" y="1505823"/>
                </a:cubicBezTo>
                <a:cubicBezTo>
                  <a:pt x="5174766" y="1518136"/>
                  <a:pt x="5627203" y="2245257"/>
                  <a:pt x="6268354" y="2103619"/>
                </a:cubicBezTo>
                <a:cubicBezTo>
                  <a:pt x="6909503" y="1961981"/>
                  <a:pt x="7644481" y="736182"/>
                  <a:pt x="8380297" y="936138"/>
                </a:cubicBezTo>
                <a:cubicBezTo>
                  <a:pt x="9116974" y="1136094"/>
                  <a:pt x="9924444" y="2774751"/>
                  <a:pt x="10605183" y="2772334"/>
                </a:cubicBezTo>
                <a:close/>
              </a:path>
            </a:pathLst>
          </a:custGeom>
          <a:gradFill>
            <a:gsLst>
              <a:gs pos="100000">
                <a:schemeClr val="accent2"/>
              </a:gs>
              <a:gs pos="14000">
                <a:schemeClr val="accent2">
                  <a:alpha val="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s-SV" dirty="0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671E641-971F-4D0E-8B80-8CEE37B61347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0" y="4662116"/>
            <a:ext cx="12191999" cy="2195884"/>
          </a:xfrm>
          <a:custGeom>
            <a:avLst/>
            <a:gdLst>
              <a:gd name="connsiteX0" fmla="*/ 8485459 w 12191999"/>
              <a:gd name="connsiteY0" fmla="*/ 2654698 h 2654710"/>
              <a:gd name="connsiteX1" fmla="*/ 7260554 w 12191999"/>
              <a:gd name="connsiteY1" fmla="*/ 1686368 h 2654710"/>
              <a:gd name="connsiteX2" fmla="*/ 4902261 w 12191999"/>
              <a:gd name="connsiteY2" fmla="*/ 1979530 h 2654710"/>
              <a:gd name="connsiteX3" fmla="*/ 2765485 w 12191999"/>
              <a:gd name="connsiteY3" fmla="*/ 499659 h 2654710"/>
              <a:gd name="connsiteX4" fmla="*/ 1134720 w 12191999"/>
              <a:gd name="connsiteY4" fmla="*/ 1537703 h 2654710"/>
              <a:gd name="connsiteX5" fmla="*/ 71094 w 12191999"/>
              <a:gd name="connsiteY5" fmla="*/ 780448 h 2654710"/>
              <a:gd name="connsiteX6" fmla="*/ 0 w 12191999"/>
              <a:gd name="connsiteY6" fmla="*/ 722867 h 2654710"/>
              <a:gd name="connsiteX7" fmla="*/ 0 w 12191999"/>
              <a:gd name="connsiteY7" fmla="*/ 0 h 2654710"/>
              <a:gd name="connsiteX8" fmla="*/ 12191999 w 12191999"/>
              <a:gd name="connsiteY8" fmla="*/ 0 h 2654710"/>
              <a:gd name="connsiteX9" fmla="*/ 12191999 w 12191999"/>
              <a:gd name="connsiteY9" fmla="*/ 790315 h 2654710"/>
              <a:gd name="connsiteX10" fmla="*/ 12091794 w 12191999"/>
              <a:gd name="connsiteY10" fmla="*/ 1008560 h 2654710"/>
              <a:gd name="connsiteX11" fmla="*/ 11546936 w 12191999"/>
              <a:gd name="connsiteY11" fmla="*/ 1897828 h 2654710"/>
              <a:gd name="connsiteX12" fmla="*/ 10411764 w 12191999"/>
              <a:gd name="connsiteY12" fmla="*/ 871091 h 2654710"/>
              <a:gd name="connsiteX13" fmla="*/ 8580094 w 12191999"/>
              <a:gd name="connsiteY13" fmla="*/ 2641823 h 2654710"/>
              <a:gd name="connsiteX14" fmla="*/ 8485459 w 12191999"/>
              <a:gd name="connsiteY14" fmla="*/ 2654698 h 2654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1999" h="2654710">
                <a:moveTo>
                  <a:pt x="8485459" y="2654698"/>
                </a:moveTo>
                <a:cubicBezTo>
                  <a:pt x="8030536" y="2658484"/>
                  <a:pt x="7835216" y="1789851"/>
                  <a:pt x="7260554" y="1686368"/>
                </a:cubicBezTo>
                <a:cubicBezTo>
                  <a:pt x="6647582" y="1575985"/>
                  <a:pt x="5651439" y="2177315"/>
                  <a:pt x="4902261" y="1979530"/>
                </a:cubicBezTo>
                <a:cubicBezTo>
                  <a:pt x="4153082" y="1781745"/>
                  <a:pt x="3393695" y="573315"/>
                  <a:pt x="2765485" y="499659"/>
                </a:cubicBezTo>
                <a:cubicBezTo>
                  <a:pt x="2137273" y="426002"/>
                  <a:pt x="1692362" y="1542940"/>
                  <a:pt x="1134720" y="1537703"/>
                </a:cubicBezTo>
                <a:cubicBezTo>
                  <a:pt x="775300" y="1534327"/>
                  <a:pt x="440189" y="1094922"/>
                  <a:pt x="71094" y="780448"/>
                </a:cubicBezTo>
                <a:lnTo>
                  <a:pt x="0" y="722867"/>
                </a:lnTo>
                <a:lnTo>
                  <a:pt x="0" y="0"/>
                </a:lnTo>
                <a:lnTo>
                  <a:pt x="12191999" y="0"/>
                </a:lnTo>
                <a:lnTo>
                  <a:pt x="12191999" y="790315"/>
                </a:lnTo>
                <a:lnTo>
                  <a:pt x="12091794" y="1008560"/>
                </a:lnTo>
                <a:cubicBezTo>
                  <a:pt x="11906783" y="1426839"/>
                  <a:pt x="11742914" y="1825237"/>
                  <a:pt x="11546936" y="1897828"/>
                </a:cubicBezTo>
                <a:cubicBezTo>
                  <a:pt x="11154980" y="2043010"/>
                  <a:pt x="10766315" y="869825"/>
                  <a:pt x="10411764" y="871091"/>
                </a:cubicBezTo>
                <a:cubicBezTo>
                  <a:pt x="10024511" y="878112"/>
                  <a:pt x="9105296" y="2505944"/>
                  <a:pt x="8580094" y="2641823"/>
                </a:cubicBezTo>
                <a:cubicBezTo>
                  <a:pt x="8547269" y="2650316"/>
                  <a:pt x="8515787" y="2654445"/>
                  <a:pt x="8485459" y="2654698"/>
                </a:cubicBezTo>
                <a:close/>
              </a:path>
            </a:pathLst>
          </a:custGeom>
          <a:gradFill>
            <a:gsLst>
              <a:gs pos="99000">
                <a:schemeClr val="accent1"/>
              </a:gs>
              <a:gs pos="0">
                <a:schemeClr val="accent1">
                  <a:alpha val="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s-SV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B76A83A3-D51D-45B2-8871-42290F23338C}"/>
              </a:ext>
            </a:extLst>
          </p:cNvPr>
          <p:cNvSpPr/>
          <p:nvPr/>
        </p:nvSpPr>
        <p:spPr>
          <a:xfrm>
            <a:off x="2525486" y="1180544"/>
            <a:ext cx="714102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Chart</a:t>
            </a: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99522AB0-0AFD-44DD-A131-D92752CD1355}"/>
              </a:ext>
            </a:extLst>
          </p:cNvPr>
          <p:cNvCxnSpPr>
            <a:cxnSpLocks/>
          </p:cNvCxnSpPr>
          <p:nvPr/>
        </p:nvCxnSpPr>
        <p:spPr>
          <a:xfrm>
            <a:off x="1305910" y="5000674"/>
            <a:ext cx="0" cy="1011506"/>
          </a:xfrm>
          <a:prstGeom prst="line">
            <a:avLst/>
          </a:prstGeom>
          <a:ln w="22225" cap="rnd" cmpd="sng">
            <a:solidFill>
              <a:schemeClr val="bg1">
                <a:alpha val="50000"/>
              </a:schemeClr>
            </a:solidFill>
            <a:prstDash val="sysDash"/>
            <a:round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148139B7-234E-4ED2-849D-75B294BB92F3}"/>
              </a:ext>
            </a:extLst>
          </p:cNvPr>
          <p:cNvGrpSpPr/>
          <p:nvPr/>
        </p:nvGrpSpPr>
        <p:grpSpPr>
          <a:xfrm>
            <a:off x="1083291" y="4778055"/>
            <a:ext cx="445238" cy="445238"/>
            <a:chOff x="1083291" y="4778055"/>
            <a:chExt cx="445238" cy="445238"/>
          </a:xfrm>
        </p:grpSpPr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E8AF4B24-11F8-4403-B966-DCDD867FD1E7}"/>
                </a:ext>
              </a:extLst>
            </p:cNvPr>
            <p:cNvSpPr/>
            <p:nvPr/>
          </p:nvSpPr>
          <p:spPr>
            <a:xfrm>
              <a:off x="1083291" y="4778055"/>
              <a:ext cx="445238" cy="445238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7CBEB07B-25D7-45ED-9830-78A9FA1A5AFB}"/>
                </a:ext>
              </a:extLst>
            </p:cNvPr>
            <p:cNvSpPr/>
            <p:nvPr/>
          </p:nvSpPr>
          <p:spPr>
            <a:xfrm>
              <a:off x="1191610" y="4886374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466714DA-A2CF-4B77-BD98-4A4261F0830A}"/>
              </a:ext>
            </a:extLst>
          </p:cNvPr>
          <p:cNvGrpSpPr/>
          <p:nvPr/>
        </p:nvGrpSpPr>
        <p:grpSpPr>
          <a:xfrm>
            <a:off x="1618829" y="4619539"/>
            <a:ext cx="1385621" cy="762269"/>
            <a:chOff x="7920845" y="4136011"/>
            <a:chExt cx="1876118" cy="1032106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51557B5-D868-48A1-9DE0-62D6CAF46171}"/>
                </a:ext>
              </a:extLst>
            </p:cNvPr>
            <p:cNvSpPr txBox="1"/>
            <p:nvPr/>
          </p:nvSpPr>
          <p:spPr>
            <a:xfrm>
              <a:off x="7920845" y="4136011"/>
              <a:ext cx="1714825" cy="8751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3</a:t>
              </a:r>
              <a:r>
                <a:rPr lang="id-ID" sz="3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7%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C3B3E7D-CD07-4C0B-9251-0F1DC8432D6A}"/>
                </a:ext>
              </a:extLst>
            </p:cNvPr>
            <p:cNvSpPr txBox="1"/>
            <p:nvPr/>
          </p:nvSpPr>
          <p:spPr>
            <a:xfrm>
              <a:off x="7920846" y="4813899"/>
              <a:ext cx="1876117" cy="354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1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OCTOBER, 2023</a:t>
              </a:r>
            </a:p>
          </p:txBody>
        </p:sp>
      </p:grp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D32917AA-6DA5-42A2-9A12-5AF4E5D53762}"/>
              </a:ext>
            </a:extLst>
          </p:cNvPr>
          <p:cNvCxnSpPr>
            <a:cxnSpLocks/>
          </p:cNvCxnSpPr>
          <p:nvPr/>
        </p:nvCxnSpPr>
        <p:spPr>
          <a:xfrm>
            <a:off x="4338028" y="4261973"/>
            <a:ext cx="0" cy="1213582"/>
          </a:xfrm>
          <a:prstGeom prst="line">
            <a:avLst/>
          </a:prstGeom>
          <a:ln w="22225" cap="rnd" cmpd="sng">
            <a:solidFill>
              <a:schemeClr val="bg1">
                <a:alpha val="50000"/>
              </a:schemeClr>
            </a:solidFill>
            <a:prstDash val="sysDash"/>
            <a:round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610A17CB-2754-4E9C-AC15-8DADB39AF889}"/>
              </a:ext>
            </a:extLst>
          </p:cNvPr>
          <p:cNvGrpSpPr/>
          <p:nvPr/>
        </p:nvGrpSpPr>
        <p:grpSpPr>
          <a:xfrm>
            <a:off x="4115409" y="4039354"/>
            <a:ext cx="445238" cy="445238"/>
            <a:chOff x="4115409" y="4039354"/>
            <a:chExt cx="445238" cy="445238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4821F37C-0A69-4C08-8C95-63AB09FA297F}"/>
                </a:ext>
              </a:extLst>
            </p:cNvPr>
            <p:cNvSpPr/>
            <p:nvPr/>
          </p:nvSpPr>
          <p:spPr>
            <a:xfrm>
              <a:off x="4115409" y="4039354"/>
              <a:ext cx="445238" cy="445238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DB2EF95F-3628-46B9-9699-14413B649018}"/>
                </a:ext>
              </a:extLst>
            </p:cNvPr>
            <p:cNvSpPr/>
            <p:nvPr/>
          </p:nvSpPr>
          <p:spPr>
            <a:xfrm>
              <a:off x="4223728" y="4147673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5926296-4DC0-4835-A0A8-15CBF4380F88}"/>
              </a:ext>
            </a:extLst>
          </p:cNvPr>
          <p:cNvGrpSpPr/>
          <p:nvPr/>
        </p:nvGrpSpPr>
        <p:grpSpPr>
          <a:xfrm>
            <a:off x="4660250" y="3902409"/>
            <a:ext cx="1385621" cy="762269"/>
            <a:chOff x="7920845" y="4136011"/>
            <a:chExt cx="1876118" cy="1032106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500FC2E-40CC-43BF-9AF3-2E0046E8FDC6}"/>
                </a:ext>
              </a:extLst>
            </p:cNvPr>
            <p:cNvSpPr txBox="1"/>
            <p:nvPr/>
          </p:nvSpPr>
          <p:spPr>
            <a:xfrm>
              <a:off x="7920845" y="4136011"/>
              <a:ext cx="1714825" cy="8751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3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77%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F5DC03B-7479-4F2A-91D2-217B667EDE54}"/>
                </a:ext>
              </a:extLst>
            </p:cNvPr>
            <p:cNvSpPr txBox="1"/>
            <p:nvPr/>
          </p:nvSpPr>
          <p:spPr>
            <a:xfrm>
              <a:off x="7920846" y="4813899"/>
              <a:ext cx="1876117" cy="354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1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OCTOBER, 2023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FFA9E539-2563-42EB-9BE2-B345A39EFFD9}"/>
              </a:ext>
            </a:extLst>
          </p:cNvPr>
          <p:cNvGrpSpPr/>
          <p:nvPr/>
        </p:nvGrpSpPr>
        <p:grpSpPr>
          <a:xfrm>
            <a:off x="1642173" y="2170126"/>
            <a:ext cx="2613418" cy="1427570"/>
            <a:chOff x="2474776" y="3811234"/>
            <a:chExt cx="2357574" cy="1287816"/>
          </a:xfrm>
        </p:grpSpPr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B7430083-D044-47AA-BE21-ED87067E44AB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137" name="Rectangle: Rounded Corners 136">
                <a:extLst>
                  <a:ext uri="{FF2B5EF4-FFF2-40B4-BE49-F238E27FC236}">
                    <a16:creationId xmlns:a16="http://schemas.microsoft.com/office/drawing/2014/main" id="{9512C61D-6A93-44AF-AC4B-2913F4E7C26F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55636D29-37F9-4A23-B260-796B576673C6}"/>
                  </a:ext>
                </a:extLst>
              </p:cNvPr>
              <p:cNvGrpSpPr/>
              <p:nvPr/>
            </p:nvGrpSpPr>
            <p:grpSpPr>
              <a:xfrm>
                <a:off x="10317489" y="3977640"/>
                <a:ext cx="129542" cy="1417320"/>
                <a:chOff x="10576560" y="3977640"/>
                <a:chExt cx="213363" cy="1417320"/>
              </a:xfrm>
            </p:grpSpPr>
            <p:sp>
              <p:nvSpPr>
                <p:cNvPr id="139" name="Rectangle: Rounded Corners 138">
                  <a:extLst>
                    <a:ext uri="{FF2B5EF4-FFF2-40B4-BE49-F238E27FC236}">
                      <a16:creationId xmlns:a16="http://schemas.microsoft.com/office/drawing/2014/main" id="{AB83B2C3-4013-40B9-8650-53F3FB7778B6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140" name="Rectangle: Rounded Corners 139">
                  <a:extLst>
                    <a:ext uri="{FF2B5EF4-FFF2-40B4-BE49-F238E27FC236}">
                      <a16:creationId xmlns:a16="http://schemas.microsoft.com/office/drawing/2014/main" id="{9E3CAD1B-6357-4983-BE66-3D63AA9FAADB}"/>
                    </a:ext>
                  </a:extLst>
                </p:cNvPr>
                <p:cNvSpPr/>
                <p:nvPr/>
              </p:nvSpPr>
              <p:spPr>
                <a:xfrm flipV="1">
                  <a:off x="10576563" y="4932151"/>
                  <a:ext cx="213360" cy="462808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77172DE2-595C-46D2-ACFF-42EB6BB8D494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2164520F-F5DD-498D-8BEC-C18B62BF95A8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BEEF9613-B0BA-41FF-A58C-9D90B566DDED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Finance</a:t>
                  </a:r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0C1955B0-6030-4877-AFF4-E1BEB319085A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4AFCDD5F-298F-460F-95D0-EF67A5D2B72D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Rectangle 133">
                <a:extLst>
                  <a:ext uri="{FF2B5EF4-FFF2-40B4-BE49-F238E27FC236}">
                    <a16:creationId xmlns:a16="http://schemas.microsoft.com/office/drawing/2014/main" id="{FAD0D690-6AAE-456F-8476-5568ACAC6044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245347B-771C-4215-AC0A-8A4324EF1D57}"/>
              </a:ext>
            </a:extLst>
          </p:cNvPr>
          <p:cNvGrpSpPr/>
          <p:nvPr/>
        </p:nvGrpSpPr>
        <p:grpSpPr>
          <a:xfrm>
            <a:off x="4789292" y="2170126"/>
            <a:ext cx="2613418" cy="1427570"/>
            <a:chOff x="2474776" y="3811234"/>
            <a:chExt cx="2357574" cy="1287816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C8DADBAE-DE2C-41CF-AFD8-D553BA1CF075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149" name="Rectangle: Rounded Corners 148">
                <a:extLst>
                  <a:ext uri="{FF2B5EF4-FFF2-40B4-BE49-F238E27FC236}">
                    <a16:creationId xmlns:a16="http://schemas.microsoft.com/office/drawing/2014/main" id="{AEEB9709-9AD2-4AA6-9B3E-14E1D10023D8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1689DBFE-7847-4984-853C-C05AE0F54263}"/>
                  </a:ext>
                </a:extLst>
              </p:cNvPr>
              <p:cNvGrpSpPr/>
              <p:nvPr/>
            </p:nvGrpSpPr>
            <p:grpSpPr>
              <a:xfrm>
                <a:off x="10317518" y="3977640"/>
                <a:ext cx="129542" cy="1417320"/>
                <a:chOff x="10576560" y="3977640"/>
                <a:chExt cx="213362" cy="1417320"/>
              </a:xfrm>
            </p:grpSpPr>
            <p:sp>
              <p:nvSpPr>
                <p:cNvPr id="151" name="Rectangle: Rounded Corners 150">
                  <a:extLst>
                    <a:ext uri="{FF2B5EF4-FFF2-40B4-BE49-F238E27FC236}">
                      <a16:creationId xmlns:a16="http://schemas.microsoft.com/office/drawing/2014/main" id="{7BC09674-074A-4DCB-86B6-F2CFD28DD485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152" name="Rectangle: Rounded Corners 151">
                  <a:extLst>
                    <a:ext uri="{FF2B5EF4-FFF2-40B4-BE49-F238E27FC236}">
                      <a16:creationId xmlns:a16="http://schemas.microsoft.com/office/drawing/2014/main" id="{C2F3DBD1-C6E6-4560-8FC7-A23D05C2C1E9}"/>
                    </a:ext>
                  </a:extLst>
                </p:cNvPr>
                <p:cNvSpPr/>
                <p:nvPr/>
              </p:nvSpPr>
              <p:spPr>
                <a:xfrm flipV="1">
                  <a:off x="10576561" y="4421560"/>
                  <a:ext cx="213361" cy="973399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07D71C7F-A4D3-4582-80BC-73E831B6C000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11D44A28-E592-4A4E-B48D-DA269AE811B6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E6CADB30-E968-4136-A2C0-4CB4B5D9659C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Income</a:t>
                  </a:r>
                </a:p>
              </p:txBody>
            </p:sp>
            <p:sp>
              <p:nvSpPr>
                <p:cNvPr id="148" name="Rectangle 147">
                  <a:extLst>
                    <a:ext uri="{FF2B5EF4-FFF2-40B4-BE49-F238E27FC236}">
                      <a16:creationId xmlns:a16="http://schemas.microsoft.com/office/drawing/2014/main" id="{2E099437-AFFC-42CC-A804-ACFCB589033A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1674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541D474D-7BC4-4FA9-807F-944C1E39793C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815726D8-1DDA-4480-936F-4E9554A400A5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8F0DF9E9-C659-4EE0-864B-46E3A423E03F}"/>
              </a:ext>
            </a:extLst>
          </p:cNvPr>
          <p:cNvGrpSpPr/>
          <p:nvPr/>
        </p:nvGrpSpPr>
        <p:grpSpPr>
          <a:xfrm>
            <a:off x="7936410" y="2170126"/>
            <a:ext cx="2613418" cy="1427570"/>
            <a:chOff x="2474776" y="3811234"/>
            <a:chExt cx="2357574" cy="1287816"/>
          </a:xfrm>
        </p:grpSpPr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13F650F1-4CC1-43E7-849F-97DAA8ECE9FE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161" name="Rectangle: Rounded Corners 160">
                <a:extLst>
                  <a:ext uri="{FF2B5EF4-FFF2-40B4-BE49-F238E27FC236}">
                    <a16:creationId xmlns:a16="http://schemas.microsoft.com/office/drawing/2014/main" id="{DD733DDB-39AE-43B8-86F3-9098EB9E66C6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6468E5EF-7F17-433D-BA8A-9C9BED1C2EED}"/>
                  </a:ext>
                </a:extLst>
              </p:cNvPr>
              <p:cNvGrpSpPr/>
              <p:nvPr/>
            </p:nvGrpSpPr>
            <p:grpSpPr>
              <a:xfrm>
                <a:off x="10317499" y="3977640"/>
                <a:ext cx="129541" cy="1417320"/>
                <a:chOff x="10576560" y="3977640"/>
                <a:chExt cx="213361" cy="1417320"/>
              </a:xfrm>
            </p:grpSpPr>
            <p:sp>
              <p:nvSpPr>
                <p:cNvPr id="163" name="Rectangle: Rounded Corners 162">
                  <a:extLst>
                    <a:ext uri="{FF2B5EF4-FFF2-40B4-BE49-F238E27FC236}">
                      <a16:creationId xmlns:a16="http://schemas.microsoft.com/office/drawing/2014/main" id="{7449A35D-1634-4BEE-89D1-CD1ACB122B21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164" name="Rectangle: Rounded Corners 163">
                  <a:extLst>
                    <a:ext uri="{FF2B5EF4-FFF2-40B4-BE49-F238E27FC236}">
                      <a16:creationId xmlns:a16="http://schemas.microsoft.com/office/drawing/2014/main" id="{1356964E-CD0E-4C53-B522-94F31F30D9FB}"/>
                    </a:ext>
                  </a:extLst>
                </p:cNvPr>
                <p:cNvSpPr/>
                <p:nvPr/>
              </p:nvSpPr>
              <p:spPr>
                <a:xfrm flipV="1">
                  <a:off x="10576561" y="4564421"/>
                  <a:ext cx="213360" cy="830538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2">
                        <a:alpha val="0"/>
                      </a:schemeClr>
                    </a:gs>
                    <a:gs pos="100000">
                      <a:schemeClr val="accent2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9F3E2ED0-4F0B-4EDD-9295-29C78ED17BCB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13447A25-5D11-4D64-A124-788F0649DF00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159" name="Rectangle 158">
                  <a:extLst>
                    <a:ext uri="{FF2B5EF4-FFF2-40B4-BE49-F238E27FC236}">
                      <a16:creationId xmlns:a16="http://schemas.microsoft.com/office/drawing/2014/main" id="{19539688-504C-435E-AFA7-442A64A91C38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2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Spending</a:t>
                  </a:r>
                </a:p>
              </p:txBody>
            </p:sp>
            <p:sp>
              <p:nvSpPr>
                <p:cNvPr id="160" name="Rectangle 159">
                  <a:extLst>
                    <a:ext uri="{FF2B5EF4-FFF2-40B4-BE49-F238E27FC236}">
                      <a16:creationId xmlns:a16="http://schemas.microsoft.com/office/drawing/2014/main" id="{8B323EB8-EB6D-4EEA-AD1E-601F2BA846D7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1304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157" name="Straight Connector 156">
                <a:extLst>
                  <a:ext uri="{FF2B5EF4-FFF2-40B4-BE49-F238E27FC236}">
                    <a16:creationId xmlns:a16="http://schemas.microsoft.com/office/drawing/2014/main" id="{053EE332-3EF6-4042-8A74-DC3BB037DFD3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Rectangle 157">
                <a:extLst>
                  <a:ext uri="{FF2B5EF4-FFF2-40B4-BE49-F238E27FC236}">
                    <a16:creationId xmlns:a16="http://schemas.microsoft.com/office/drawing/2014/main" id="{1A7BDA32-3C82-4783-80A1-EF6771964DF0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89988E61-269E-473E-AD5E-CF59C983D1CC}"/>
              </a:ext>
            </a:extLst>
          </p:cNvPr>
          <p:cNvCxnSpPr>
            <a:cxnSpLocks/>
          </p:cNvCxnSpPr>
          <p:nvPr/>
        </p:nvCxnSpPr>
        <p:spPr>
          <a:xfrm>
            <a:off x="9083968" y="4506163"/>
            <a:ext cx="0" cy="1213582"/>
          </a:xfrm>
          <a:prstGeom prst="line">
            <a:avLst/>
          </a:prstGeom>
          <a:ln w="22225" cap="rnd" cmpd="sng">
            <a:solidFill>
              <a:schemeClr val="bg1">
                <a:alpha val="50000"/>
              </a:schemeClr>
            </a:solidFill>
            <a:prstDash val="sysDash"/>
            <a:round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96D143F7-1127-4411-AB5D-CF3BF3FFA976}"/>
              </a:ext>
            </a:extLst>
          </p:cNvPr>
          <p:cNvGrpSpPr/>
          <p:nvPr/>
        </p:nvGrpSpPr>
        <p:grpSpPr>
          <a:xfrm>
            <a:off x="8861349" y="4283544"/>
            <a:ext cx="445238" cy="445238"/>
            <a:chOff x="8861349" y="4283544"/>
            <a:chExt cx="445238" cy="445238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F98E9D-3F79-477F-94BD-B824EBF2545D}"/>
                </a:ext>
              </a:extLst>
            </p:cNvPr>
            <p:cNvSpPr/>
            <p:nvPr/>
          </p:nvSpPr>
          <p:spPr>
            <a:xfrm>
              <a:off x="8861349" y="4283544"/>
              <a:ext cx="445238" cy="445238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5C59805C-19EF-444A-BDAD-58513E8E3C53}"/>
                </a:ext>
              </a:extLst>
            </p:cNvPr>
            <p:cNvSpPr/>
            <p:nvPr/>
          </p:nvSpPr>
          <p:spPr>
            <a:xfrm>
              <a:off x="8969668" y="4391863"/>
              <a:ext cx="228600" cy="228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3CCAFB3-E601-4A45-B0E0-EA5ACA7986E7}"/>
              </a:ext>
            </a:extLst>
          </p:cNvPr>
          <p:cNvGrpSpPr/>
          <p:nvPr/>
        </p:nvGrpSpPr>
        <p:grpSpPr>
          <a:xfrm>
            <a:off x="9379014" y="4217944"/>
            <a:ext cx="1385621" cy="762269"/>
            <a:chOff x="7920845" y="4136011"/>
            <a:chExt cx="1876118" cy="1032106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F3F1499-CC2F-4EF6-AD46-A035FD6E4176}"/>
                </a:ext>
              </a:extLst>
            </p:cNvPr>
            <p:cNvSpPr txBox="1"/>
            <p:nvPr/>
          </p:nvSpPr>
          <p:spPr>
            <a:xfrm>
              <a:off x="7920845" y="4136011"/>
              <a:ext cx="1714825" cy="8751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6</a:t>
              </a:r>
              <a:r>
                <a:rPr lang="id-ID" sz="3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7%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B464CBE1-98C3-4ED1-9922-39042A57DEEA}"/>
                </a:ext>
              </a:extLst>
            </p:cNvPr>
            <p:cNvSpPr txBox="1"/>
            <p:nvPr/>
          </p:nvSpPr>
          <p:spPr>
            <a:xfrm>
              <a:off x="7920846" y="4813899"/>
              <a:ext cx="1876117" cy="354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1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OCTOBER, 2023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5903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4" dur="75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75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8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2" dur="75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7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7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0" dur="75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7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5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50" dur="75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55" dur="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75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2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2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1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2" grpId="0" animBg="1"/>
          <p:bldP spid="80" grpId="0" animBg="1"/>
          <p:bldP spid="73" grpId="0"/>
          <p:bldP spid="73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4" dur="75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75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8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2" dur="75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7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7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7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0" dur="75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42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7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4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5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50" dur="75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55" dur="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indefinite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75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2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2" decel="10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1000" fill="hold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1000"/>
                                            <p:tgtEl>
                                              <p:spTgt spid="1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1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2" grpId="0" animBg="1"/>
          <p:bldP spid="80" grpId="0" animBg="1"/>
          <p:bldP spid="73" grpId="0"/>
          <p:bldP spid="73" grpId="1"/>
        </p:bldLst>
      </p:timing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Oval 97">
            <a:extLst>
              <a:ext uri="{FF2B5EF4-FFF2-40B4-BE49-F238E27FC236}">
                <a16:creationId xmlns:a16="http://schemas.microsoft.com/office/drawing/2014/main" id="{638EA107-2C46-40A3-9957-8780B0F49CEC}"/>
              </a:ext>
            </a:extLst>
          </p:cNvPr>
          <p:cNvSpPr/>
          <p:nvPr/>
        </p:nvSpPr>
        <p:spPr>
          <a:xfrm>
            <a:off x="3932275" y="607068"/>
            <a:ext cx="4327450" cy="432745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99" name="Oval 98">
            <a:extLst>
              <a:ext uri="{FF2B5EF4-FFF2-40B4-BE49-F238E27FC236}">
                <a16:creationId xmlns:a16="http://schemas.microsoft.com/office/drawing/2014/main" id="{907FDFDB-D53F-4E79-BCF2-BD30B83100DC}"/>
              </a:ext>
            </a:extLst>
          </p:cNvPr>
          <p:cNvSpPr/>
          <p:nvPr/>
        </p:nvSpPr>
        <p:spPr>
          <a:xfrm>
            <a:off x="4584066" y="1258859"/>
            <a:ext cx="3023870" cy="302387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40000"/>
                </a:schemeClr>
              </a:gs>
              <a:gs pos="99000">
                <a:schemeClr val="accent2"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E7668F9-DC17-42E6-A41D-E98E0BD9FCF1}"/>
              </a:ext>
            </a:extLst>
          </p:cNvPr>
          <p:cNvGrpSpPr/>
          <p:nvPr/>
        </p:nvGrpSpPr>
        <p:grpSpPr>
          <a:xfrm>
            <a:off x="4492876" y="2626218"/>
            <a:ext cx="3206249" cy="3263940"/>
            <a:chOff x="4492876" y="2626218"/>
            <a:chExt cx="3206249" cy="3263940"/>
          </a:xfrm>
        </p:grpSpPr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108A51A2-B42C-427F-83DE-D1C560984DC6}"/>
                </a:ext>
              </a:extLst>
            </p:cNvPr>
            <p:cNvSpPr/>
            <p:nvPr/>
          </p:nvSpPr>
          <p:spPr>
            <a:xfrm>
              <a:off x="5824561" y="5810638"/>
              <a:ext cx="542878" cy="79520"/>
            </a:xfrm>
            <a:prstGeom prst="ellipse">
              <a:avLst/>
            </a:prstGeom>
            <a:solidFill>
              <a:srgbClr val="5739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" name="Freeform 40">
              <a:extLst>
                <a:ext uri="{FF2B5EF4-FFF2-40B4-BE49-F238E27FC236}">
                  <a16:creationId xmlns:a16="http://schemas.microsoft.com/office/drawing/2014/main" id="{5BC65668-7708-4AB5-BA0B-520280233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028" y="5344715"/>
              <a:ext cx="487752" cy="420805"/>
            </a:xfrm>
            <a:custGeom>
              <a:avLst/>
              <a:gdLst>
                <a:gd name="T0" fmla="*/ 153 w 314"/>
                <a:gd name="T1" fmla="*/ 269 h 270"/>
                <a:gd name="T2" fmla="*/ 0 w 314"/>
                <a:gd name="T3" fmla="*/ 0 h 270"/>
                <a:gd name="T4" fmla="*/ 14 w 314"/>
                <a:gd name="T5" fmla="*/ 12 h 270"/>
                <a:gd name="T6" fmla="*/ 227 w 314"/>
                <a:gd name="T7" fmla="*/ 31 h 270"/>
                <a:gd name="T8" fmla="*/ 314 w 314"/>
                <a:gd name="T9" fmla="*/ 1 h 270"/>
                <a:gd name="T10" fmla="*/ 160 w 314"/>
                <a:gd name="T11" fmla="*/ 269 h 270"/>
                <a:gd name="T12" fmla="*/ 158 w 314"/>
                <a:gd name="T13" fmla="*/ 270 h 270"/>
                <a:gd name="T14" fmla="*/ 153 w 314"/>
                <a:gd name="T15" fmla="*/ 270 h 270"/>
                <a:gd name="T16" fmla="*/ 153 w 314"/>
                <a:gd name="T17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4" h="270">
                  <a:moveTo>
                    <a:pt x="153" y="269"/>
                  </a:moveTo>
                  <a:cubicBezTo>
                    <a:pt x="102" y="180"/>
                    <a:pt x="51" y="90"/>
                    <a:pt x="0" y="0"/>
                  </a:cubicBezTo>
                  <a:cubicBezTo>
                    <a:pt x="2" y="4"/>
                    <a:pt x="7" y="8"/>
                    <a:pt x="14" y="12"/>
                  </a:cubicBezTo>
                  <a:cubicBezTo>
                    <a:pt x="53" y="32"/>
                    <a:pt x="148" y="40"/>
                    <a:pt x="227" y="31"/>
                  </a:cubicBezTo>
                  <a:cubicBezTo>
                    <a:pt x="275" y="25"/>
                    <a:pt x="307" y="13"/>
                    <a:pt x="314" y="1"/>
                  </a:cubicBezTo>
                  <a:cubicBezTo>
                    <a:pt x="262" y="90"/>
                    <a:pt x="211" y="180"/>
                    <a:pt x="160" y="269"/>
                  </a:cubicBezTo>
                  <a:cubicBezTo>
                    <a:pt x="159" y="270"/>
                    <a:pt x="159" y="270"/>
                    <a:pt x="158" y="270"/>
                  </a:cubicBezTo>
                  <a:cubicBezTo>
                    <a:pt x="156" y="270"/>
                    <a:pt x="154" y="270"/>
                    <a:pt x="153" y="270"/>
                  </a:cubicBezTo>
                  <a:lnTo>
                    <a:pt x="153" y="269"/>
                  </a:lnTo>
                  <a:close/>
                </a:path>
              </a:pathLst>
            </a:custGeom>
            <a:gradFill>
              <a:gsLst>
                <a:gs pos="100000">
                  <a:schemeClr val="accent5">
                    <a:lumMod val="75000"/>
                    <a:alpha val="0"/>
                  </a:schemeClr>
                </a:gs>
                <a:gs pos="0">
                  <a:schemeClr val="accent5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4" name="Freeform 41">
              <a:extLst>
                <a:ext uri="{FF2B5EF4-FFF2-40B4-BE49-F238E27FC236}">
                  <a16:creationId xmlns:a16="http://schemas.microsoft.com/office/drawing/2014/main" id="{160E3AEB-1A27-499A-B6B1-5B816C047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49532" y="5279817"/>
              <a:ext cx="486744" cy="130647"/>
            </a:xfrm>
            <a:custGeom>
              <a:avLst/>
              <a:gdLst>
                <a:gd name="T0" fmla="*/ 163 w 323"/>
                <a:gd name="T1" fmla="*/ 87 h 87"/>
                <a:gd name="T2" fmla="*/ 19 w 323"/>
                <a:gd name="T3" fmla="*/ 64 h 87"/>
                <a:gd name="T4" fmla="*/ 1 w 323"/>
                <a:gd name="T5" fmla="*/ 40 h 87"/>
                <a:gd name="T6" fmla="*/ 92 w 323"/>
                <a:gd name="T7" fmla="*/ 4 h 87"/>
                <a:gd name="T8" fmla="*/ 161 w 323"/>
                <a:gd name="T9" fmla="*/ 0 h 87"/>
                <a:gd name="T10" fmla="*/ 304 w 323"/>
                <a:gd name="T11" fmla="*/ 23 h 87"/>
                <a:gd name="T12" fmla="*/ 322 w 323"/>
                <a:gd name="T13" fmla="*/ 46 h 87"/>
                <a:gd name="T14" fmla="*/ 231 w 323"/>
                <a:gd name="T15" fmla="*/ 83 h 87"/>
                <a:gd name="T16" fmla="*/ 163 w 323"/>
                <a:gd name="T17" fmla="*/ 87 h 87"/>
                <a:gd name="T18" fmla="*/ 161 w 323"/>
                <a:gd name="T19" fmla="*/ 27 h 87"/>
                <a:gd name="T20" fmla="*/ 128 w 323"/>
                <a:gd name="T21" fmla="*/ 29 h 87"/>
                <a:gd name="T22" fmla="*/ 88 w 323"/>
                <a:gd name="T23" fmla="*/ 43 h 87"/>
                <a:gd name="T24" fmla="*/ 94 w 323"/>
                <a:gd name="T25" fmla="*/ 49 h 87"/>
                <a:gd name="T26" fmla="*/ 162 w 323"/>
                <a:gd name="T27" fmla="*/ 60 h 87"/>
                <a:gd name="T28" fmla="*/ 195 w 323"/>
                <a:gd name="T29" fmla="*/ 58 h 87"/>
                <a:gd name="T30" fmla="*/ 235 w 323"/>
                <a:gd name="T31" fmla="*/ 44 h 87"/>
                <a:gd name="T32" fmla="*/ 229 w 323"/>
                <a:gd name="T33" fmla="*/ 38 h 87"/>
                <a:gd name="T34" fmla="*/ 161 w 323"/>
                <a:gd name="T35" fmla="*/ 2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3" h="87">
                  <a:moveTo>
                    <a:pt x="163" y="87"/>
                  </a:moveTo>
                  <a:cubicBezTo>
                    <a:pt x="101" y="87"/>
                    <a:pt x="46" y="78"/>
                    <a:pt x="19" y="64"/>
                  </a:cubicBezTo>
                  <a:cubicBezTo>
                    <a:pt x="2" y="55"/>
                    <a:pt x="0" y="46"/>
                    <a:pt x="1" y="40"/>
                  </a:cubicBezTo>
                  <a:cubicBezTo>
                    <a:pt x="5" y="24"/>
                    <a:pt x="39" y="11"/>
                    <a:pt x="92" y="4"/>
                  </a:cubicBezTo>
                  <a:cubicBezTo>
                    <a:pt x="114" y="1"/>
                    <a:pt x="137" y="0"/>
                    <a:pt x="161" y="0"/>
                  </a:cubicBezTo>
                  <a:cubicBezTo>
                    <a:pt x="222" y="0"/>
                    <a:pt x="277" y="9"/>
                    <a:pt x="304" y="23"/>
                  </a:cubicBezTo>
                  <a:cubicBezTo>
                    <a:pt x="321" y="32"/>
                    <a:pt x="323" y="41"/>
                    <a:pt x="322" y="46"/>
                  </a:cubicBezTo>
                  <a:cubicBezTo>
                    <a:pt x="318" y="63"/>
                    <a:pt x="284" y="76"/>
                    <a:pt x="231" y="83"/>
                  </a:cubicBezTo>
                  <a:cubicBezTo>
                    <a:pt x="209" y="85"/>
                    <a:pt x="186" y="87"/>
                    <a:pt x="163" y="87"/>
                  </a:cubicBezTo>
                  <a:close/>
                  <a:moveTo>
                    <a:pt x="161" y="27"/>
                  </a:moveTo>
                  <a:cubicBezTo>
                    <a:pt x="149" y="27"/>
                    <a:pt x="138" y="28"/>
                    <a:pt x="128" y="29"/>
                  </a:cubicBezTo>
                  <a:cubicBezTo>
                    <a:pt x="100" y="32"/>
                    <a:pt x="89" y="39"/>
                    <a:pt x="88" y="43"/>
                  </a:cubicBezTo>
                  <a:cubicBezTo>
                    <a:pt x="87" y="45"/>
                    <a:pt x="90" y="47"/>
                    <a:pt x="94" y="49"/>
                  </a:cubicBezTo>
                  <a:cubicBezTo>
                    <a:pt x="106" y="55"/>
                    <a:pt x="133" y="60"/>
                    <a:pt x="162" y="60"/>
                  </a:cubicBezTo>
                  <a:cubicBezTo>
                    <a:pt x="174" y="60"/>
                    <a:pt x="185" y="59"/>
                    <a:pt x="195" y="58"/>
                  </a:cubicBezTo>
                  <a:cubicBezTo>
                    <a:pt x="223" y="54"/>
                    <a:pt x="235" y="48"/>
                    <a:pt x="235" y="44"/>
                  </a:cubicBezTo>
                  <a:cubicBezTo>
                    <a:pt x="236" y="42"/>
                    <a:pt x="234" y="40"/>
                    <a:pt x="229" y="38"/>
                  </a:cubicBezTo>
                  <a:cubicBezTo>
                    <a:pt x="217" y="31"/>
                    <a:pt x="190" y="27"/>
                    <a:pt x="161" y="27"/>
                  </a:cubicBezTo>
                  <a:close/>
                </a:path>
              </a:pathLst>
            </a:custGeom>
            <a:gradFill>
              <a:gsLst>
                <a:gs pos="99000">
                  <a:schemeClr val="accent5">
                    <a:lumMod val="75000"/>
                  </a:schemeClr>
                </a:gs>
                <a:gs pos="0">
                  <a:schemeClr val="accent5"/>
                </a:gs>
              </a:gsLst>
              <a:lin ang="1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  <p:sp>
          <p:nvSpPr>
            <p:cNvPr id="5" name="Freeform 42">
              <a:extLst>
                <a:ext uri="{FF2B5EF4-FFF2-40B4-BE49-F238E27FC236}">
                  <a16:creationId xmlns:a16="http://schemas.microsoft.com/office/drawing/2014/main" id="{835837B2-A915-48CE-9D00-D1005CE30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807" y="4754153"/>
              <a:ext cx="1157214" cy="505684"/>
            </a:xfrm>
            <a:custGeom>
              <a:avLst/>
              <a:gdLst>
                <a:gd name="T0" fmla="*/ 153 w 744"/>
                <a:gd name="T1" fmla="*/ 269 h 325"/>
                <a:gd name="T2" fmla="*/ 0 w 744"/>
                <a:gd name="T3" fmla="*/ 0 h 325"/>
                <a:gd name="T4" fmla="*/ 35 w 744"/>
                <a:gd name="T5" fmla="*/ 28 h 325"/>
                <a:gd name="T6" fmla="*/ 537 w 744"/>
                <a:gd name="T7" fmla="*/ 72 h 325"/>
                <a:gd name="T8" fmla="*/ 744 w 744"/>
                <a:gd name="T9" fmla="*/ 1 h 325"/>
                <a:gd name="T10" fmla="*/ 589 w 744"/>
                <a:gd name="T11" fmla="*/ 270 h 325"/>
                <a:gd name="T12" fmla="*/ 468 w 744"/>
                <a:gd name="T13" fmla="*/ 311 h 325"/>
                <a:gd name="T14" fmla="*/ 174 w 744"/>
                <a:gd name="T15" fmla="*/ 286 h 325"/>
                <a:gd name="T16" fmla="*/ 153 w 744"/>
                <a:gd name="T17" fmla="*/ 269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4" h="325">
                  <a:moveTo>
                    <a:pt x="153" y="26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10"/>
                    <a:pt x="17" y="19"/>
                    <a:pt x="35" y="28"/>
                  </a:cubicBezTo>
                  <a:cubicBezTo>
                    <a:pt x="126" y="75"/>
                    <a:pt x="351" y="95"/>
                    <a:pt x="537" y="72"/>
                  </a:cubicBezTo>
                  <a:cubicBezTo>
                    <a:pt x="653" y="58"/>
                    <a:pt x="727" y="31"/>
                    <a:pt x="744" y="1"/>
                  </a:cubicBezTo>
                  <a:cubicBezTo>
                    <a:pt x="589" y="270"/>
                    <a:pt x="589" y="270"/>
                    <a:pt x="589" y="270"/>
                  </a:cubicBezTo>
                  <a:cubicBezTo>
                    <a:pt x="579" y="287"/>
                    <a:pt x="536" y="303"/>
                    <a:pt x="468" y="311"/>
                  </a:cubicBezTo>
                  <a:cubicBezTo>
                    <a:pt x="359" y="325"/>
                    <a:pt x="227" y="313"/>
                    <a:pt x="174" y="286"/>
                  </a:cubicBezTo>
                  <a:cubicBezTo>
                    <a:pt x="163" y="280"/>
                    <a:pt x="156" y="275"/>
                    <a:pt x="153" y="269"/>
                  </a:cubicBezTo>
                  <a:close/>
                </a:path>
              </a:pathLst>
            </a:custGeom>
            <a:gradFill>
              <a:gsLst>
                <a:gs pos="100000">
                  <a:schemeClr val="accent4">
                    <a:lumMod val="75000"/>
                    <a:alpha val="0"/>
                  </a:schemeClr>
                </a:gs>
                <a:gs pos="15000">
                  <a:schemeClr val="accent4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81" name="Freeform 46">
              <a:extLst>
                <a:ext uri="{FF2B5EF4-FFF2-40B4-BE49-F238E27FC236}">
                  <a16:creationId xmlns:a16="http://schemas.microsoft.com/office/drawing/2014/main" id="{2DE5FB53-16E0-497F-9D6E-DBE4FB2618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13807" y="4589992"/>
              <a:ext cx="1157214" cy="299063"/>
            </a:xfrm>
            <a:custGeom>
              <a:avLst/>
              <a:gdLst>
                <a:gd name="T0" fmla="*/ 608 w 1207"/>
                <a:gd name="T1" fmla="*/ 312 h 312"/>
                <a:gd name="T2" fmla="*/ 68 w 1207"/>
                <a:gd name="T3" fmla="*/ 227 h 312"/>
                <a:gd name="T4" fmla="*/ 5 w 1207"/>
                <a:gd name="T5" fmla="*/ 146 h 312"/>
                <a:gd name="T6" fmla="*/ 342 w 1207"/>
                <a:gd name="T7" fmla="*/ 15 h 312"/>
                <a:gd name="T8" fmla="*/ 600 w 1207"/>
                <a:gd name="T9" fmla="*/ 0 h 312"/>
                <a:gd name="T10" fmla="*/ 1139 w 1207"/>
                <a:gd name="T11" fmla="*/ 86 h 312"/>
                <a:gd name="T12" fmla="*/ 1203 w 1207"/>
                <a:gd name="T13" fmla="*/ 166 h 312"/>
                <a:gd name="T14" fmla="*/ 866 w 1207"/>
                <a:gd name="T15" fmla="*/ 297 h 312"/>
                <a:gd name="T16" fmla="*/ 608 w 1207"/>
                <a:gd name="T17" fmla="*/ 312 h 312"/>
                <a:gd name="T18" fmla="*/ 603 w 1207"/>
                <a:gd name="T19" fmla="*/ 124 h 312"/>
                <a:gd name="T20" fmla="*/ 536 w 1207"/>
                <a:gd name="T21" fmla="*/ 128 h 312"/>
                <a:gd name="T22" fmla="*/ 456 w 1207"/>
                <a:gd name="T23" fmla="*/ 155 h 312"/>
                <a:gd name="T24" fmla="*/ 468 w 1207"/>
                <a:gd name="T25" fmla="*/ 167 h 312"/>
                <a:gd name="T26" fmla="*/ 605 w 1207"/>
                <a:gd name="T27" fmla="*/ 188 h 312"/>
                <a:gd name="T28" fmla="*/ 671 w 1207"/>
                <a:gd name="T29" fmla="*/ 185 h 312"/>
                <a:gd name="T30" fmla="*/ 752 w 1207"/>
                <a:gd name="T31" fmla="*/ 157 h 312"/>
                <a:gd name="T32" fmla="*/ 740 w 1207"/>
                <a:gd name="T33" fmla="*/ 145 h 312"/>
                <a:gd name="T34" fmla="*/ 603 w 1207"/>
                <a:gd name="T35" fmla="*/ 12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07" h="312">
                  <a:moveTo>
                    <a:pt x="608" y="312"/>
                  </a:moveTo>
                  <a:cubicBezTo>
                    <a:pt x="377" y="312"/>
                    <a:pt x="170" y="280"/>
                    <a:pt x="68" y="227"/>
                  </a:cubicBezTo>
                  <a:cubicBezTo>
                    <a:pt x="8" y="196"/>
                    <a:pt x="0" y="166"/>
                    <a:pt x="5" y="146"/>
                  </a:cubicBezTo>
                  <a:cubicBezTo>
                    <a:pt x="17" y="88"/>
                    <a:pt x="143" y="40"/>
                    <a:pt x="342" y="15"/>
                  </a:cubicBezTo>
                  <a:cubicBezTo>
                    <a:pt x="423" y="5"/>
                    <a:pt x="510" y="0"/>
                    <a:pt x="600" y="0"/>
                  </a:cubicBezTo>
                  <a:cubicBezTo>
                    <a:pt x="830" y="0"/>
                    <a:pt x="1037" y="33"/>
                    <a:pt x="1139" y="86"/>
                  </a:cubicBezTo>
                  <a:cubicBezTo>
                    <a:pt x="1200" y="116"/>
                    <a:pt x="1207" y="147"/>
                    <a:pt x="1203" y="166"/>
                  </a:cubicBezTo>
                  <a:cubicBezTo>
                    <a:pt x="1191" y="224"/>
                    <a:pt x="1064" y="273"/>
                    <a:pt x="866" y="297"/>
                  </a:cubicBezTo>
                  <a:cubicBezTo>
                    <a:pt x="784" y="307"/>
                    <a:pt x="698" y="312"/>
                    <a:pt x="608" y="312"/>
                  </a:cubicBezTo>
                  <a:moveTo>
                    <a:pt x="603" y="124"/>
                  </a:moveTo>
                  <a:cubicBezTo>
                    <a:pt x="579" y="124"/>
                    <a:pt x="557" y="125"/>
                    <a:pt x="536" y="128"/>
                  </a:cubicBezTo>
                  <a:cubicBezTo>
                    <a:pt x="480" y="135"/>
                    <a:pt x="457" y="148"/>
                    <a:pt x="456" y="155"/>
                  </a:cubicBezTo>
                  <a:cubicBezTo>
                    <a:pt x="455" y="159"/>
                    <a:pt x="460" y="163"/>
                    <a:pt x="468" y="167"/>
                  </a:cubicBezTo>
                  <a:cubicBezTo>
                    <a:pt x="493" y="180"/>
                    <a:pt x="547" y="188"/>
                    <a:pt x="605" y="188"/>
                  </a:cubicBezTo>
                  <a:cubicBezTo>
                    <a:pt x="628" y="188"/>
                    <a:pt x="650" y="187"/>
                    <a:pt x="671" y="185"/>
                  </a:cubicBezTo>
                  <a:cubicBezTo>
                    <a:pt x="727" y="178"/>
                    <a:pt x="750" y="165"/>
                    <a:pt x="752" y="157"/>
                  </a:cubicBezTo>
                  <a:cubicBezTo>
                    <a:pt x="752" y="154"/>
                    <a:pt x="748" y="150"/>
                    <a:pt x="740" y="145"/>
                  </a:cubicBezTo>
                  <a:cubicBezTo>
                    <a:pt x="715" y="132"/>
                    <a:pt x="661" y="124"/>
                    <a:pt x="603" y="124"/>
                  </a:cubicBezTo>
                </a:path>
              </a:pathLst>
            </a:custGeom>
            <a:gradFill>
              <a:gsLst>
                <a:gs pos="99000">
                  <a:schemeClr val="accent4">
                    <a:lumMod val="75000"/>
                  </a:schemeClr>
                </a:gs>
                <a:gs pos="0">
                  <a:schemeClr val="accent4"/>
                </a:gs>
              </a:gsLst>
              <a:lin ang="1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  <p:sp>
          <p:nvSpPr>
            <p:cNvPr id="7" name="Freeform 45">
              <a:extLst>
                <a:ext uri="{FF2B5EF4-FFF2-40B4-BE49-F238E27FC236}">
                  <a16:creationId xmlns:a16="http://schemas.microsoft.com/office/drawing/2014/main" id="{6C53EC33-E35D-43DE-82C9-1D482BDB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271" y="4247274"/>
              <a:ext cx="1825482" cy="590562"/>
            </a:xfrm>
            <a:custGeom>
              <a:avLst/>
              <a:gdLst>
                <a:gd name="T0" fmla="*/ 153 w 1173"/>
                <a:gd name="T1" fmla="*/ 269 h 380"/>
                <a:gd name="T2" fmla="*/ 0 w 1173"/>
                <a:gd name="T3" fmla="*/ 0 h 380"/>
                <a:gd name="T4" fmla="*/ 55 w 1173"/>
                <a:gd name="T5" fmla="*/ 45 h 380"/>
                <a:gd name="T6" fmla="*/ 848 w 1173"/>
                <a:gd name="T7" fmla="*/ 114 h 380"/>
                <a:gd name="T8" fmla="*/ 1173 w 1173"/>
                <a:gd name="T9" fmla="*/ 2 h 380"/>
                <a:gd name="T10" fmla="*/ 1019 w 1173"/>
                <a:gd name="T11" fmla="*/ 271 h 380"/>
                <a:gd name="T12" fmla="*/ 779 w 1173"/>
                <a:gd name="T13" fmla="*/ 353 h 380"/>
                <a:gd name="T14" fmla="*/ 194 w 1173"/>
                <a:gd name="T15" fmla="*/ 302 h 380"/>
                <a:gd name="T16" fmla="*/ 153 w 1173"/>
                <a:gd name="T17" fmla="*/ 269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3" h="380">
                  <a:moveTo>
                    <a:pt x="153" y="269"/>
                  </a:moveTo>
                  <a:cubicBezTo>
                    <a:pt x="102" y="180"/>
                    <a:pt x="51" y="90"/>
                    <a:pt x="0" y="0"/>
                  </a:cubicBezTo>
                  <a:cubicBezTo>
                    <a:pt x="9" y="16"/>
                    <a:pt x="27" y="31"/>
                    <a:pt x="55" y="45"/>
                  </a:cubicBezTo>
                  <a:cubicBezTo>
                    <a:pt x="199" y="119"/>
                    <a:pt x="554" y="150"/>
                    <a:pt x="848" y="114"/>
                  </a:cubicBezTo>
                  <a:cubicBezTo>
                    <a:pt x="1030" y="92"/>
                    <a:pt x="1146" y="49"/>
                    <a:pt x="1173" y="2"/>
                  </a:cubicBezTo>
                  <a:cubicBezTo>
                    <a:pt x="1019" y="271"/>
                    <a:pt x="1019" y="271"/>
                    <a:pt x="1019" y="271"/>
                  </a:cubicBezTo>
                  <a:cubicBezTo>
                    <a:pt x="999" y="305"/>
                    <a:pt x="913" y="337"/>
                    <a:pt x="779" y="353"/>
                  </a:cubicBezTo>
                  <a:cubicBezTo>
                    <a:pt x="562" y="380"/>
                    <a:pt x="300" y="357"/>
                    <a:pt x="194" y="302"/>
                  </a:cubicBezTo>
                  <a:cubicBezTo>
                    <a:pt x="173" y="292"/>
                    <a:pt x="160" y="281"/>
                    <a:pt x="153" y="269"/>
                  </a:cubicBezTo>
                </a:path>
              </a:pathLst>
            </a:custGeom>
            <a:gradFill>
              <a:gsLst>
                <a:gs pos="100000">
                  <a:schemeClr val="accent3">
                    <a:lumMod val="75000"/>
                    <a:alpha val="0"/>
                  </a:schemeClr>
                </a:gs>
                <a:gs pos="15000">
                  <a:schemeClr val="accent3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8" name="Freeform 46">
              <a:extLst>
                <a:ext uri="{FF2B5EF4-FFF2-40B4-BE49-F238E27FC236}">
                  <a16:creationId xmlns:a16="http://schemas.microsoft.com/office/drawing/2014/main" id="{086B9BFD-524D-4318-B50F-D089E97559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5985" y="3977845"/>
              <a:ext cx="1852103" cy="478647"/>
            </a:xfrm>
            <a:custGeom>
              <a:avLst/>
              <a:gdLst>
                <a:gd name="T0" fmla="*/ 608 w 1207"/>
                <a:gd name="T1" fmla="*/ 312 h 312"/>
                <a:gd name="T2" fmla="*/ 68 w 1207"/>
                <a:gd name="T3" fmla="*/ 227 h 312"/>
                <a:gd name="T4" fmla="*/ 5 w 1207"/>
                <a:gd name="T5" fmla="*/ 146 h 312"/>
                <a:gd name="T6" fmla="*/ 342 w 1207"/>
                <a:gd name="T7" fmla="*/ 15 h 312"/>
                <a:gd name="T8" fmla="*/ 600 w 1207"/>
                <a:gd name="T9" fmla="*/ 0 h 312"/>
                <a:gd name="T10" fmla="*/ 1139 w 1207"/>
                <a:gd name="T11" fmla="*/ 86 h 312"/>
                <a:gd name="T12" fmla="*/ 1203 w 1207"/>
                <a:gd name="T13" fmla="*/ 166 h 312"/>
                <a:gd name="T14" fmla="*/ 866 w 1207"/>
                <a:gd name="T15" fmla="*/ 297 h 312"/>
                <a:gd name="T16" fmla="*/ 608 w 1207"/>
                <a:gd name="T17" fmla="*/ 312 h 312"/>
                <a:gd name="T18" fmla="*/ 603 w 1207"/>
                <a:gd name="T19" fmla="*/ 124 h 312"/>
                <a:gd name="T20" fmla="*/ 536 w 1207"/>
                <a:gd name="T21" fmla="*/ 128 h 312"/>
                <a:gd name="T22" fmla="*/ 456 w 1207"/>
                <a:gd name="T23" fmla="*/ 155 h 312"/>
                <a:gd name="T24" fmla="*/ 468 w 1207"/>
                <a:gd name="T25" fmla="*/ 167 h 312"/>
                <a:gd name="T26" fmla="*/ 605 w 1207"/>
                <a:gd name="T27" fmla="*/ 188 h 312"/>
                <a:gd name="T28" fmla="*/ 671 w 1207"/>
                <a:gd name="T29" fmla="*/ 185 h 312"/>
                <a:gd name="T30" fmla="*/ 752 w 1207"/>
                <a:gd name="T31" fmla="*/ 157 h 312"/>
                <a:gd name="T32" fmla="*/ 740 w 1207"/>
                <a:gd name="T33" fmla="*/ 145 h 312"/>
                <a:gd name="T34" fmla="*/ 603 w 1207"/>
                <a:gd name="T35" fmla="*/ 12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07" h="312">
                  <a:moveTo>
                    <a:pt x="608" y="312"/>
                  </a:moveTo>
                  <a:cubicBezTo>
                    <a:pt x="377" y="312"/>
                    <a:pt x="170" y="280"/>
                    <a:pt x="68" y="227"/>
                  </a:cubicBezTo>
                  <a:cubicBezTo>
                    <a:pt x="8" y="196"/>
                    <a:pt x="0" y="166"/>
                    <a:pt x="5" y="146"/>
                  </a:cubicBezTo>
                  <a:cubicBezTo>
                    <a:pt x="17" y="88"/>
                    <a:pt x="143" y="40"/>
                    <a:pt x="342" y="15"/>
                  </a:cubicBezTo>
                  <a:cubicBezTo>
                    <a:pt x="423" y="5"/>
                    <a:pt x="510" y="0"/>
                    <a:pt x="600" y="0"/>
                  </a:cubicBezTo>
                  <a:cubicBezTo>
                    <a:pt x="830" y="0"/>
                    <a:pt x="1037" y="33"/>
                    <a:pt x="1139" y="86"/>
                  </a:cubicBezTo>
                  <a:cubicBezTo>
                    <a:pt x="1200" y="116"/>
                    <a:pt x="1207" y="147"/>
                    <a:pt x="1203" y="166"/>
                  </a:cubicBezTo>
                  <a:cubicBezTo>
                    <a:pt x="1191" y="224"/>
                    <a:pt x="1064" y="273"/>
                    <a:pt x="866" y="297"/>
                  </a:cubicBezTo>
                  <a:cubicBezTo>
                    <a:pt x="784" y="307"/>
                    <a:pt x="698" y="312"/>
                    <a:pt x="608" y="312"/>
                  </a:cubicBezTo>
                  <a:moveTo>
                    <a:pt x="603" y="124"/>
                  </a:moveTo>
                  <a:cubicBezTo>
                    <a:pt x="579" y="124"/>
                    <a:pt x="557" y="125"/>
                    <a:pt x="536" y="128"/>
                  </a:cubicBezTo>
                  <a:cubicBezTo>
                    <a:pt x="480" y="135"/>
                    <a:pt x="457" y="148"/>
                    <a:pt x="456" y="155"/>
                  </a:cubicBezTo>
                  <a:cubicBezTo>
                    <a:pt x="455" y="159"/>
                    <a:pt x="460" y="163"/>
                    <a:pt x="468" y="167"/>
                  </a:cubicBezTo>
                  <a:cubicBezTo>
                    <a:pt x="493" y="180"/>
                    <a:pt x="547" y="188"/>
                    <a:pt x="605" y="188"/>
                  </a:cubicBezTo>
                  <a:cubicBezTo>
                    <a:pt x="628" y="188"/>
                    <a:pt x="650" y="187"/>
                    <a:pt x="671" y="185"/>
                  </a:cubicBezTo>
                  <a:cubicBezTo>
                    <a:pt x="727" y="178"/>
                    <a:pt x="750" y="165"/>
                    <a:pt x="752" y="157"/>
                  </a:cubicBezTo>
                  <a:cubicBezTo>
                    <a:pt x="752" y="154"/>
                    <a:pt x="748" y="150"/>
                    <a:pt x="740" y="145"/>
                  </a:cubicBezTo>
                  <a:cubicBezTo>
                    <a:pt x="715" y="132"/>
                    <a:pt x="661" y="124"/>
                    <a:pt x="603" y="124"/>
                  </a:cubicBezTo>
                </a:path>
              </a:pathLst>
            </a:custGeom>
            <a:gradFill>
              <a:gsLst>
                <a:gs pos="99000">
                  <a:schemeClr val="accent3">
                    <a:lumMod val="75000"/>
                  </a:schemeClr>
                </a:gs>
                <a:gs pos="0">
                  <a:schemeClr val="accent3"/>
                </a:gs>
              </a:gsLst>
              <a:lin ang="1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  <p:sp>
          <p:nvSpPr>
            <p:cNvPr id="82" name="Freeform 46">
              <a:extLst>
                <a:ext uri="{FF2B5EF4-FFF2-40B4-BE49-F238E27FC236}">
                  <a16:creationId xmlns:a16="http://schemas.microsoft.com/office/drawing/2014/main" id="{FD08B962-CAE0-4561-A2C3-63946D33F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2392" y="3302328"/>
              <a:ext cx="2521242" cy="651574"/>
            </a:xfrm>
            <a:custGeom>
              <a:avLst/>
              <a:gdLst>
                <a:gd name="T0" fmla="*/ 608 w 1207"/>
                <a:gd name="T1" fmla="*/ 312 h 312"/>
                <a:gd name="T2" fmla="*/ 68 w 1207"/>
                <a:gd name="T3" fmla="*/ 227 h 312"/>
                <a:gd name="T4" fmla="*/ 5 w 1207"/>
                <a:gd name="T5" fmla="*/ 146 h 312"/>
                <a:gd name="T6" fmla="*/ 342 w 1207"/>
                <a:gd name="T7" fmla="*/ 15 h 312"/>
                <a:gd name="T8" fmla="*/ 600 w 1207"/>
                <a:gd name="T9" fmla="*/ 0 h 312"/>
                <a:gd name="T10" fmla="*/ 1139 w 1207"/>
                <a:gd name="T11" fmla="*/ 86 h 312"/>
                <a:gd name="T12" fmla="*/ 1203 w 1207"/>
                <a:gd name="T13" fmla="*/ 166 h 312"/>
                <a:gd name="T14" fmla="*/ 866 w 1207"/>
                <a:gd name="T15" fmla="*/ 297 h 312"/>
                <a:gd name="T16" fmla="*/ 608 w 1207"/>
                <a:gd name="T17" fmla="*/ 312 h 312"/>
                <a:gd name="T18" fmla="*/ 603 w 1207"/>
                <a:gd name="T19" fmla="*/ 124 h 312"/>
                <a:gd name="T20" fmla="*/ 536 w 1207"/>
                <a:gd name="T21" fmla="*/ 128 h 312"/>
                <a:gd name="T22" fmla="*/ 456 w 1207"/>
                <a:gd name="T23" fmla="*/ 155 h 312"/>
                <a:gd name="T24" fmla="*/ 468 w 1207"/>
                <a:gd name="T25" fmla="*/ 167 h 312"/>
                <a:gd name="T26" fmla="*/ 605 w 1207"/>
                <a:gd name="T27" fmla="*/ 188 h 312"/>
                <a:gd name="T28" fmla="*/ 671 w 1207"/>
                <a:gd name="T29" fmla="*/ 185 h 312"/>
                <a:gd name="T30" fmla="*/ 752 w 1207"/>
                <a:gd name="T31" fmla="*/ 157 h 312"/>
                <a:gd name="T32" fmla="*/ 740 w 1207"/>
                <a:gd name="T33" fmla="*/ 145 h 312"/>
                <a:gd name="T34" fmla="*/ 603 w 1207"/>
                <a:gd name="T35" fmla="*/ 12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07" h="312">
                  <a:moveTo>
                    <a:pt x="608" y="312"/>
                  </a:moveTo>
                  <a:cubicBezTo>
                    <a:pt x="377" y="312"/>
                    <a:pt x="170" y="280"/>
                    <a:pt x="68" y="227"/>
                  </a:cubicBezTo>
                  <a:cubicBezTo>
                    <a:pt x="8" y="196"/>
                    <a:pt x="0" y="166"/>
                    <a:pt x="5" y="146"/>
                  </a:cubicBezTo>
                  <a:cubicBezTo>
                    <a:pt x="17" y="88"/>
                    <a:pt x="143" y="40"/>
                    <a:pt x="342" y="15"/>
                  </a:cubicBezTo>
                  <a:cubicBezTo>
                    <a:pt x="423" y="5"/>
                    <a:pt x="510" y="0"/>
                    <a:pt x="600" y="0"/>
                  </a:cubicBezTo>
                  <a:cubicBezTo>
                    <a:pt x="830" y="0"/>
                    <a:pt x="1037" y="33"/>
                    <a:pt x="1139" y="86"/>
                  </a:cubicBezTo>
                  <a:cubicBezTo>
                    <a:pt x="1200" y="116"/>
                    <a:pt x="1207" y="147"/>
                    <a:pt x="1203" y="166"/>
                  </a:cubicBezTo>
                  <a:cubicBezTo>
                    <a:pt x="1191" y="224"/>
                    <a:pt x="1064" y="273"/>
                    <a:pt x="866" y="297"/>
                  </a:cubicBezTo>
                  <a:cubicBezTo>
                    <a:pt x="784" y="307"/>
                    <a:pt x="698" y="312"/>
                    <a:pt x="608" y="312"/>
                  </a:cubicBezTo>
                  <a:moveTo>
                    <a:pt x="603" y="124"/>
                  </a:moveTo>
                  <a:cubicBezTo>
                    <a:pt x="579" y="124"/>
                    <a:pt x="557" y="125"/>
                    <a:pt x="536" y="128"/>
                  </a:cubicBezTo>
                  <a:cubicBezTo>
                    <a:pt x="480" y="135"/>
                    <a:pt x="457" y="148"/>
                    <a:pt x="456" y="155"/>
                  </a:cubicBezTo>
                  <a:cubicBezTo>
                    <a:pt x="455" y="159"/>
                    <a:pt x="460" y="163"/>
                    <a:pt x="468" y="167"/>
                  </a:cubicBezTo>
                  <a:cubicBezTo>
                    <a:pt x="493" y="180"/>
                    <a:pt x="547" y="188"/>
                    <a:pt x="605" y="188"/>
                  </a:cubicBezTo>
                  <a:cubicBezTo>
                    <a:pt x="628" y="188"/>
                    <a:pt x="650" y="187"/>
                    <a:pt x="671" y="185"/>
                  </a:cubicBezTo>
                  <a:cubicBezTo>
                    <a:pt x="727" y="178"/>
                    <a:pt x="750" y="165"/>
                    <a:pt x="752" y="157"/>
                  </a:cubicBezTo>
                  <a:cubicBezTo>
                    <a:pt x="752" y="154"/>
                    <a:pt x="748" y="150"/>
                    <a:pt x="740" y="145"/>
                  </a:cubicBezTo>
                  <a:cubicBezTo>
                    <a:pt x="715" y="132"/>
                    <a:pt x="661" y="124"/>
                    <a:pt x="603" y="124"/>
                  </a:cubicBezTo>
                </a:path>
              </a:pathLst>
            </a:custGeom>
            <a:gradFill>
              <a:gsLst>
                <a:gs pos="99000">
                  <a:schemeClr val="accent2">
                    <a:lumMod val="75000"/>
                  </a:schemeClr>
                </a:gs>
                <a:gs pos="0">
                  <a:schemeClr val="accent2"/>
                </a:gs>
              </a:gsLst>
              <a:lin ang="1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  <p:sp>
          <p:nvSpPr>
            <p:cNvPr id="9" name="Freeform 49">
              <a:extLst>
                <a:ext uri="{FF2B5EF4-FFF2-40B4-BE49-F238E27FC236}">
                  <a16:creationId xmlns:a16="http://schemas.microsoft.com/office/drawing/2014/main" id="{59D5DACD-D4D2-42BF-9065-248B2A42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712" y="3673449"/>
              <a:ext cx="2479403" cy="635989"/>
            </a:xfrm>
            <a:custGeom>
              <a:avLst/>
              <a:gdLst>
                <a:gd name="T0" fmla="*/ 1591 w 1594"/>
                <a:gd name="T1" fmla="*/ 9 h 409"/>
                <a:gd name="T2" fmla="*/ 1493 w 1594"/>
                <a:gd name="T3" fmla="*/ 73 h 409"/>
                <a:gd name="T4" fmla="*/ 1399 w 1594"/>
                <a:gd name="T5" fmla="*/ 104 h 409"/>
                <a:gd name="T6" fmla="*/ 1284 w 1594"/>
                <a:gd name="T7" fmla="*/ 132 h 409"/>
                <a:gd name="T8" fmla="*/ 1284 w 1594"/>
                <a:gd name="T9" fmla="*/ 132 h 409"/>
                <a:gd name="T10" fmla="*/ 1187 w 1594"/>
                <a:gd name="T11" fmla="*/ 148 h 409"/>
                <a:gd name="T12" fmla="*/ 687 w 1594"/>
                <a:gd name="T13" fmla="*/ 170 h 409"/>
                <a:gd name="T14" fmla="*/ 684 w 1594"/>
                <a:gd name="T15" fmla="*/ 170 h 409"/>
                <a:gd name="T16" fmla="*/ 635 w 1594"/>
                <a:gd name="T17" fmla="*/ 168 h 409"/>
                <a:gd name="T18" fmla="*/ 454 w 1594"/>
                <a:gd name="T19" fmla="*/ 152 h 409"/>
                <a:gd name="T20" fmla="*/ 380 w 1594"/>
                <a:gd name="T21" fmla="*/ 142 h 409"/>
                <a:gd name="T22" fmla="*/ 334 w 1594"/>
                <a:gd name="T23" fmla="*/ 135 h 409"/>
                <a:gd name="T24" fmla="*/ 313 w 1594"/>
                <a:gd name="T25" fmla="*/ 131 h 409"/>
                <a:gd name="T26" fmla="*/ 312 w 1594"/>
                <a:gd name="T27" fmla="*/ 131 h 409"/>
                <a:gd name="T28" fmla="*/ 311 w 1594"/>
                <a:gd name="T29" fmla="*/ 130 h 409"/>
                <a:gd name="T30" fmla="*/ 295 w 1594"/>
                <a:gd name="T31" fmla="*/ 127 h 409"/>
                <a:gd name="T32" fmla="*/ 150 w 1594"/>
                <a:gd name="T33" fmla="*/ 88 h 409"/>
                <a:gd name="T34" fmla="*/ 91 w 1594"/>
                <a:gd name="T35" fmla="*/ 66 h 409"/>
                <a:gd name="T36" fmla="*/ 37 w 1594"/>
                <a:gd name="T37" fmla="*/ 34 h 409"/>
                <a:gd name="T38" fmla="*/ 0 w 1594"/>
                <a:gd name="T39" fmla="*/ 0 h 409"/>
                <a:gd name="T40" fmla="*/ 55 w 1594"/>
                <a:gd name="T41" fmla="*/ 100 h 409"/>
                <a:gd name="T42" fmla="*/ 133 w 1594"/>
                <a:gd name="T43" fmla="*/ 239 h 409"/>
                <a:gd name="T44" fmla="*/ 218 w 1594"/>
                <a:gd name="T45" fmla="*/ 317 h 409"/>
                <a:gd name="T46" fmla="*/ 470 w 1594"/>
                <a:gd name="T47" fmla="*/ 385 h 409"/>
                <a:gd name="T48" fmla="*/ 615 w 1594"/>
                <a:gd name="T49" fmla="*/ 399 h 409"/>
                <a:gd name="T50" fmla="*/ 926 w 1594"/>
                <a:gd name="T51" fmla="*/ 403 h 409"/>
                <a:gd name="T52" fmla="*/ 1081 w 1594"/>
                <a:gd name="T53" fmla="*/ 390 h 409"/>
                <a:gd name="T54" fmla="*/ 1154 w 1594"/>
                <a:gd name="T55" fmla="*/ 381 h 409"/>
                <a:gd name="T56" fmla="*/ 1229 w 1594"/>
                <a:gd name="T57" fmla="*/ 364 h 409"/>
                <a:gd name="T58" fmla="*/ 1292 w 1594"/>
                <a:gd name="T59" fmla="*/ 350 h 409"/>
                <a:gd name="T60" fmla="*/ 1418 w 1594"/>
                <a:gd name="T61" fmla="*/ 290 h 409"/>
                <a:gd name="T62" fmla="*/ 1486 w 1594"/>
                <a:gd name="T63" fmla="*/ 196 h 409"/>
                <a:gd name="T64" fmla="*/ 1544 w 1594"/>
                <a:gd name="T65" fmla="*/ 95 h 409"/>
                <a:gd name="T66" fmla="*/ 1592 w 1594"/>
                <a:gd name="T67" fmla="*/ 9 h 409"/>
                <a:gd name="T68" fmla="*/ 1594 w 1594"/>
                <a:gd name="T69" fmla="*/ 5 h 409"/>
                <a:gd name="T70" fmla="*/ 1591 w 1594"/>
                <a:gd name="T71" fmla="*/ 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94" h="409">
                  <a:moveTo>
                    <a:pt x="1591" y="9"/>
                  </a:moveTo>
                  <a:cubicBezTo>
                    <a:pt x="1566" y="37"/>
                    <a:pt x="1529" y="57"/>
                    <a:pt x="1493" y="73"/>
                  </a:cubicBezTo>
                  <a:cubicBezTo>
                    <a:pt x="1463" y="86"/>
                    <a:pt x="1431" y="95"/>
                    <a:pt x="1399" y="104"/>
                  </a:cubicBezTo>
                  <a:cubicBezTo>
                    <a:pt x="1383" y="109"/>
                    <a:pt x="1290" y="131"/>
                    <a:pt x="1284" y="132"/>
                  </a:cubicBezTo>
                  <a:cubicBezTo>
                    <a:pt x="1284" y="132"/>
                    <a:pt x="1284" y="132"/>
                    <a:pt x="1284" y="132"/>
                  </a:cubicBezTo>
                  <a:cubicBezTo>
                    <a:pt x="1252" y="138"/>
                    <a:pt x="1219" y="145"/>
                    <a:pt x="1187" y="148"/>
                  </a:cubicBezTo>
                  <a:cubicBezTo>
                    <a:pt x="1022" y="171"/>
                    <a:pt x="854" y="177"/>
                    <a:pt x="687" y="170"/>
                  </a:cubicBezTo>
                  <a:cubicBezTo>
                    <a:pt x="684" y="170"/>
                    <a:pt x="684" y="170"/>
                    <a:pt x="684" y="170"/>
                  </a:cubicBezTo>
                  <a:cubicBezTo>
                    <a:pt x="668" y="170"/>
                    <a:pt x="651" y="169"/>
                    <a:pt x="635" y="168"/>
                  </a:cubicBezTo>
                  <a:cubicBezTo>
                    <a:pt x="574" y="163"/>
                    <a:pt x="514" y="160"/>
                    <a:pt x="454" y="152"/>
                  </a:cubicBezTo>
                  <a:cubicBezTo>
                    <a:pt x="429" y="150"/>
                    <a:pt x="404" y="146"/>
                    <a:pt x="380" y="142"/>
                  </a:cubicBezTo>
                  <a:cubicBezTo>
                    <a:pt x="365" y="140"/>
                    <a:pt x="349" y="138"/>
                    <a:pt x="334" y="135"/>
                  </a:cubicBezTo>
                  <a:cubicBezTo>
                    <a:pt x="327" y="133"/>
                    <a:pt x="320" y="132"/>
                    <a:pt x="313" y="131"/>
                  </a:cubicBezTo>
                  <a:cubicBezTo>
                    <a:pt x="313" y="131"/>
                    <a:pt x="312" y="131"/>
                    <a:pt x="312" y="131"/>
                  </a:cubicBezTo>
                  <a:cubicBezTo>
                    <a:pt x="311" y="130"/>
                    <a:pt x="311" y="130"/>
                    <a:pt x="311" y="130"/>
                  </a:cubicBezTo>
                  <a:cubicBezTo>
                    <a:pt x="306" y="129"/>
                    <a:pt x="300" y="128"/>
                    <a:pt x="295" y="127"/>
                  </a:cubicBezTo>
                  <a:cubicBezTo>
                    <a:pt x="246" y="117"/>
                    <a:pt x="196" y="106"/>
                    <a:pt x="150" y="88"/>
                  </a:cubicBezTo>
                  <a:cubicBezTo>
                    <a:pt x="130" y="81"/>
                    <a:pt x="110" y="75"/>
                    <a:pt x="91" y="66"/>
                  </a:cubicBezTo>
                  <a:cubicBezTo>
                    <a:pt x="72" y="57"/>
                    <a:pt x="54" y="46"/>
                    <a:pt x="37" y="34"/>
                  </a:cubicBezTo>
                  <a:cubicBezTo>
                    <a:pt x="24" y="24"/>
                    <a:pt x="9" y="13"/>
                    <a:pt x="0" y="0"/>
                  </a:cubicBezTo>
                  <a:cubicBezTo>
                    <a:pt x="22" y="32"/>
                    <a:pt x="37" y="67"/>
                    <a:pt x="55" y="100"/>
                  </a:cubicBezTo>
                  <a:cubicBezTo>
                    <a:pt x="80" y="147"/>
                    <a:pt x="107" y="193"/>
                    <a:pt x="133" y="239"/>
                  </a:cubicBezTo>
                  <a:cubicBezTo>
                    <a:pt x="151" y="272"/>
                    <a:pt x="181" y="300"/>
                    <a:pt x="218" y="317"/>
                  </a:cubicBezTo>
                  <a:cubicBezTo>
                    <a:pt x="297" y="355"/>
                    <a:pt x="382" y="374"/>
                    <a:pt x="470" y="385"/>
                  </a:cubicBezTo>
                  <a:cubicBezTo>
                    <a:pt x="518" y="392"/>
                    <a:pt x="567" y="395"/>
                    <a:pt x="615" y="399"/>
                  </a:cubicBezTo>
                  <a:cubicBezTo>
                    <a:pt x="719" y="407"/>
                    <a:pt x="823" y="409"/>
                    <a:pt x="926" y="403"/>
                  </a:cubicBezTo>
                  <a:cubicBezTo>
                    <a:pt x="978" y="401"/>
                    <a:pt x="1030" y="396"/>
                    <a:pt x="1081" y="390"/>
                  </a:cubicBezTo>
                  <a:cubicBezTo>
                    <a:pt x="1106" y="387"/>
                    <a:pt x="1130" y="384"/>
                    <a:pt x="1154" y="381"/>
                  </a:cubicBezTo>
                  <a:cubicBezTo>
                    <a:pt x="1179" y="377"/>
                    <a:pt x="1205" y="369"/>
                    <a:pt x="1229" y="364"/>
                  </a:cubicBezTo>
                  <a:cubicBezTo>
                    <a:pt x="1250" y="360"/>
                    <a:pt x="1272" y="356"/>
                    <a:pt x="1292" y="350"/>
                  </a:cubicBezTo>
                  <a:cubicBezTo>
                    <a:pt x="1338" y="338"/>
                    <a:pt x="1384" y="320"/>
                    <a:pt x="1418" y="290"/>
                  </a:cubicBezTo>
                  <a:cubicBezTo>
                    <a:pt x="1449" y="264"/>
                    <a:pt x="1468" y="230"/>
                    <a:pt x="1486" y="196"/>
                  </a:cubicBezTo>
                  <a:cubicBezTo>
                    <a:pt x="1504" y="162"/>
                    <a:pt x="1524" y="129"/>
                    <a:pt x="1544" y="95"/>
                  </a:cubicBezTo>
                  <a:cubicBezTo>
                    <a:pt x="1560" y="67"/>
                    <a:pt x="1577" y="38"/>
                    <a:pt x="1592" y="9"/>
                  </a:cubicBezTo>
                  <a:cubicBezTo>
                    <a:pt x="1593" y="8"/>
                    <a:pt x="1593" y="6"/>
                    <a:pt x="1594" y="5"/>
                  </a:cubicBezTo>
                  <a:cubicBezTo>
                    <a:pt x="1593" y="6"/>
                    <a:pt x="1592" y="7"/>
                    <a:pt x="1591" y="9"/>
                  </a:cubicBezTo>
                </a:path>
              </a:pathLst>
            </a:custGeom>
            <a:gradFill>
              <a:gsLst>
                <a:gs pos="100000">
                  <a:schemeClr val="accent2">
                    <a:lumMod val="75000"/>
                    <a:alpha val="0"/>
                  </a:schemeClr>
                </a:gs>
                <a:gs pos="15000">
                  <a:schemeClr val="accent2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11" name="Freeform 53">
              <a:extLst>
                <a:ext uri="{FF2B5EF4-FFF2-40B4-BE49-F238E27FC236}">
                  <a16:creationId xmlns:a16="http://schemas.microsoft.com/office/drawing/2014/main" id="{C871BE57-FC14-4A41-9643-846AC48C9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651" y="2827057"/>
              <a:ext cx="1398699" cy="413633"/>
            </a:xfrm>
            <a:custGeom>
              <a:avLst/>
              <a:gdLst>
                <a:gd name="T0" fmla="*/ 899 w 899"/>
                <a:gd name="T1" fmla="*/ 133 h 266"/>
                <a:gd name="T2" fmla="*/ 896 w 899"/>
                <a:gd name="T3" fmla="*/ 142 h 266"/>
                <a:gd name="T4" fmla="*/ 889 w 899"/>
                <a:gd name="T5" fmla="*/ 153 h 266"/>
                <a:gd name="T6" fmla="*/ 878 w 899"/>
                <a:gd name="T7" fmla="*/ 164 h 266"/>
                <a:gd name="T8" fmla="*/ 862 w 899"/>
                <a:gd name="T9" fmla="*/ 175 h 266"/>
                <a:gd name="T10" fmla="*/ 846 w 899"/>
                <a:gd name="T11" fmla="*/ 246 h 266"/>
                <a:gd name="T12" fmla="*/ 825 w 899"/>
                <a:gd name="T13" fmla="*/ 255 h 266"/>
                <a:gd name="T14" fmla="*/ 797 w 899"/>
                <a:gd name="T15" fmla="*/ 265 h 266"/>
                <a:gd name="T16" fmla="*/ 784 w 899"/>
                <a:gd name="T17" fmla="*/ 265 h 266"/>
                <a:gd name="T18" fmla="*/ 745 w 899"/>
                <a:gd name="T19" fmla="*/ 261 h 266"/>
                <a:gd name="T20" fmla="*/ 730 w 899"/>
                <a:gd name="T21" fmla="*/ 260 h 266"/>
                <a:gd name="T22" fmla="*/ 700 w 899"/>
                <a:gd name="T23" fmla="*/ 258 h 266"/>
                <a:gd name="T24" fmla="*/ 675 w 899"/>
                <a:gd name="T25" fmla="*/ 256 h 266"/>
                <a:gd name="T26" fmla="*/ 664 w 899"/>
                <a:gd name="T27" fmla="*/ 255 h 266"/>
                <a:gd name="T28" fmla="*/ 636 w 899"/>
                <a:gd name="T29" fmla="*/ 253 h 266"/>
                <a:gd name="T30" fmla="*/ 613 w 899"/>
                <a:gd name="T31" fmla="*/ 252 h 266"/>
                <a:gd name="T32" fmla="*/ 591 w 899"/>
                <a:gd name="T33" fmla="*/ 251 h 266"/>
                <a:gd name="T34" fmla="*/ 563 w 899"/>
                <a:gd name="T35" fmla="*/ 250 h 266"/>
                <a:gd name="T36" fmla="*/ 538 w 899"/>
                <a:gd name="T37" fmla="*/ 249 h 266"/>
                <a:gd name="T38" fmla="*/ 509 w 899"/>
                <a:gd name="T39" fmla="*/ 248 h 266"/>
                <a:gd name="T40" fmla="*/ 479 w 899"/>
                <a:gd name="T41" fmla="*/ 248 h 266"/>
                <a:gd name="T42" fmla="*/ 448 w 899"/>
                <a:gd name="T43" fmla="*/ 248 h 266"/>
                <a:gd name="T44" fmla="*/ 420 w 899"/>
                <a:gd name="T45" fmla="*/ 248 h 266"/>
                <a:gd name="T46" fmla="*/ 391 w 899"/>
                <a:gd name="T47" fmla="*/ 248 h 266"/>
                <a:gd name="T48" fmla="*/ 365 w 899"/>
                <a:gd name="T49" fmla="*/ 249 h 266"/>
                <a:gd name="T50" fmla="*/ 340 w 899"/>
                <a:gd name="T51" fmla="*/ 249 h 266"/>
                <a:gd name="T52" fmla="*/ 311 w 899"/>
                <a:gd name="T53" fmla="*/ 250 h 266"/>
                <a:gd name="T54" fmla="*/ 279 w 899"/>
                <a:gd name="T55" fmla="*/ 252 h 266"/>
                <a:gd name="T56" fmla="*/ 251 w 899"/>
                <a:gd name="T57" fmla="*/ 253 h 266"/>
                <a:gd name="T58" fmla="*/ 211 w 899"/>
                <a:gd name="T59" fmla="*/ 256 h 266"/>
                <a:gd name="T60" fmla="*/ 183 w 899"/>
                <a:gd name="T61" fmla="*/ 258 h 266"/>
                <a:gd name="T62" fmla="*/ 152 w 899"/>
                <a:gd name="T63" fmla="*/ 260 h 266"/>
                <a:gd name="T64" fmla="*/ 112 w 899"/>
                <a:gd name="T65" fmla="*/ 264 h 266"/>
                <a:gd name="T66" fmla="*/ 39 w 899"/>
                <a:gd name="T67" fmla="*/ 175 h 266"/>
                <a:gd name="T68" fmla="*/ 26 w 899"/>
                <a:gd name="T69" fmla="*/ 167 h 266"/>
                <a:gd name="T70" fmla="*/ 17 w 899"/>
                <a:gd name="T71" fmla="*/ 160 h 266"/>
                <a:gd name="T72" fmla="*/ 8 w 899"/>
                <a:gd name="T73" fmla="*/ 150 h 266"/>
                <a:gd name="T74" fmla="*/ 3 w 899"/>
                <a:gd name="T75" fmla="*/ 142 h 266"/>
                <a:gd name="T76" fmla="*/ 0 w 899"/>
                <a:gd name="T77" fmla="*/ 132 h 266"/>
                <a:gd name="T78" fmla="*/ 0 w 899"/>
                <a:gd name="T79" fmla="*/ 129 h 266"/>
                <a:gd name="T80" fmla="*/ 1 w 899"/>
                <a:gd name="T81" fmla="*/ 121 h 266"/>
                <a:gd name="T82" fmla="*/ 6 w 899"/>
                <a:gd name="T83" fmla="*/ 110 h 266"/>
                <a:gd name="T84" fmla="*/ 13 w 899"/>
                <a:gd name="T85" fmla="*/ 101 h 266"/>
                <a:gd name="T86" fmla="*/ 25 w 899"/>
                <a:gd name="T87" fmla="*/ 91 h 266"/>
                <a:gd name="T88" fmla="*/ 43 w 899"/>
                <a:gd name="T89" fmla="*/ 80 h 266"/>
                <a:gd name="T90" fmla="*/ 59 w 899"/>
                <a:gd name="T91" fmla="*/ 73 h 266"/>
                <a:gd name="T92" fmla="*/ 83 w 899"/>
                <a:gd name="T93" fmla="*/ 63 h 266"/>
                <a:gd name="T94" fmla="*/ 111 w 899"/>
                <a:gd name="T95" fmla="*/ 54 h 266"/>
                <a:gd name="T96" fmla="*/ 135 w 899"/>
                <a:gd name="T97" fmla="*/ 48 h 266"/>
                <a:gd name="T98" fmla="*/ 171 w 899"/>
                <a:gd name="T99" fmla="*/ 40 h 266"/>
                <a:gd name="T100" fmla="*/ 206 w 899"/>
                <a:gd name="T101" fmla="*/ 34 h 266"/>
                <a:gd name="T102" fmla="*/ 238 w 899"/>
                <a:gd name="T103" fmla="*/ 29 h 266"/>
                <a:gd name="T104" fmla="*/ 863 w 899"/>
                <a:gd name="T105" fmla="*/ 86 h 266"/>
                <a:gd name="T106" fmla="*/ 874 w 899"/>
                <a:gd name="T107" fmla="*/ 93 h 266"/>
                <a:gd name="T108" fmla="*/ 885 w 899"/>
                <a:gd name="T109" fmla="*/ 102 h 266"/>
                <a:gd name="T110" fmla="*/ 892 w 899"/>
                <a:gd name="T111" fmla="*/ 110 h 266"/>
                <a:gd name="T112" fmla="*/ 896 w 899"/>
                <a:gd name="T113" fmla="*/ 118 h 266"/>
                <a:gd name="T114" fmla="*/ 899 w 899"/>
                <a:gd name="T115" fmla="*/ 127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99" h="266">
                  <a:moveTo>
                    <a:pt x="899" y="129"/>
                  </a:moveTo>
                  <a:cubicBezTo>
                    <a:pt x="899" y="130"/>
                    <a:pt x="899" y="130"/>
                    <a:pt x="899" y="130"/>
                  </a:cubicBezTo>
                  <a:cubicBezTo>
                    <a:pt x="899" y="130"/>
                    <a:pt x="899" y="130"/>
                    <a:pt x="899" y="130"/>
                  </a:cubicBezTo>
                  <a:cubicBezTo>
                    <a:pt x="899" y="131"/>
                    <a:pt x="899" y="131"/>
                    <a:pt x="899" y="131"/>
                  </a:cubicBezTo>
                  <a:cubicBezTo>
                    <a:pt x="899" y="132"/>
                    <a:pt x="899" y="133"/>
                    <a:pt x="899" y="133"/>
                  </a:cubicBezTo>
                  <a:cubicBezTo>
                    <a:pt x="899" y="134"/>
                    <a:pt x="899" y="134"/>
                    <a:pt x="899" y="134"/>
                  </a:cubicBezTo>
                  <a:cubicBezTo>
                    <a:pt x="898" y="135"/>
                    <a:pt x="898" y="136"/>
                    <a:pt x="898" y="137"/>
                  </a:cubicBezTo>
                  <a:cubicBezTo>
                    <a:pt x="898" y="138"/>
                    <a:pt x="898" y="138"/>
                    <a:pt x="898" y="138"/>
                  </a:cubicBezTo>
                  <a:cubicBezTo>
                    <a:pt x="897" y="139"/>
                    <a:pt x="897" y="140"/>
                    <a:pt x="897" y="141"/>
                  </a:cubicBezTo>
                  <a:cubicBezTo>
                    <a:pt x="896" y="142"/>
                    <a:pt x="896" y="142"/>
                    <a:pt x="896" y="142"/>
                  </a:cubicBezTo>
                  <a:cubicBezTo>
                    <a:pt x="896" y="143"/>
                    <a:pt x="895" y="144"/>
                    <a:pt x="895" y="145"/>
                  </a:cubicBezTo>
                  <a:cubicBezTo>
                    <a:pt x="894" y="147"/>
                    <a:pt x="893" y="148"/>
                    <a:pt x="893" y="149"/>
                  </a:cubicBezTo>
                  <a:cubicBezTo>
                    <a:pt x="892" y="150"/>
                    <a:pt x="892" y="150"/>
                    <a:pt x="892" y="150"/>
                  </a:cubicBezTo>
                  <a:cubicBezTo>
                    <a:pt x="891" y="151"/>
                    <a:pt x="890" y="152"/>
                    <a:pt x="890" y="153"/>
                  </a:cubicBezTo>
                  <a:cubicBezTo>
                    <a:pt x="889" y="153"/>
                    <a:pt x="889" y="153"/>
                    <a:pt x="889" y="153"/>
                  </a:cubicBezTo>
                  <a:cubicBezTo>
                    <a:pt x="888" y="154"/>
                    <a:pt x="887" y="155"/>
                    <a:pt x="886" y="156"/>
                  </a:cubicBezTo>
                  <a:cubicBezTo>
                    <a:pt x="885" y="157"/>
                    <a:pt x="885" y="157"/>
                    <a:pt x="885" y="157"/>
                  </a:cubicBezTo>
                  <a:cubicBezTo>
                    <a:pt x="884" y="158"/>
                    <a:pt x="884" y="159"/>
                    <a:pt x="883" y="160"/>
                  </a:cubicBezTo>
                  <a:cubicBezTo>
                    <a:pt x="882" y="161"/>
                    <a:pt x="882" y="161"/>
                    <a:pt x="882" y="161"/>
                  </a:cubicBezTo>
                  <a:cubicBezTo>
                    <a:pt x="880" y="162"/>
                    <a:pt x="879" y="163"/>
                    <a:pt x="878" y="164"/>
                  </a:cubicBezTo>
                  <a:cubicBezTo>
                    <a:pt x="877" y="165"/>
                    <a:pt x="877" y="165"/>
                    <a:pt x="877" y="165"/>
                  </a:cubicBezTo>
                  <a:cubicBezTo>
                    <a:pt x="876" y="166"/>
                    <a:pt x="875" y="167"/>
                    <a:pt x="873" y="167"/>
                  </a:cubicBezTo>
                  <a:cubicBezTo>
                    <a:pt x="873" y="168"/>
                    <a:pt x="872" y="168"/>
                    <a:pt x="872" y="168"/>
                  </a:cubicBezTo>
                  <a:cubicBezTo>
                    <a:pt x="870" y="169"/>
                    <a:pt x="869" y="170"/>
                    <a:pt x="867" y="172"/>
                  </a:cubicBezTo>
                  <a:cubicBezTo>
                    <a:pt x="865" y="173"/>
                    <a:pt x="864" y="174"/>
                    <a:pt x="862" y="175"/>
                  </a:cubicBezTo>
                  <a:cubicBezTo>
                    <a:pt x="861" y="175"/>
                    <a:pt x="861" y="175"/>
                    <a:pt x="860" y="176"/>
                  </a:cubicBezTo>
                  <a:cubicBezTo>
                    <a:pt x="859" y="176"/>
                    <a:pt x="857" y="177"/>
                    <a:pt x="856" y="178"/>
                  </a:cubicBezTo>
                  <a:cubicBezTo>
                    <a:pt x="854" y="243"/>
                    <a:pt x="854" y="243"/>
                    <a:pt x="854" y="243"/>
                  </a:cubicBezTo>
                  <a:cubicBezTo>
                    <a:pt x="852" y="244"/>
                    <a:pt x="850" y="245"/>
                    <a:pt x="848" y="246"/>
                  </a:cubicBezTo>
                  <a:cubicBezTo>
                    <a:pt x="847" y="246"/>
                    <a:pt x="847" y="246"/>
                    <a:pt x="846" y="246"/>
                  </a:cubicBezTo>
                  <a:cubicBezTo>
                    <a:pt x="844" y="247"/>
                    <a:pt x="843" y="248"/>
                    <a:pt x="841" y="249"/>
                  </a:cubicBezTo>
                  <a:cubicBezTo>
                    <a:pt x="840" y="249"/>
                    <a:pt x="840" y="249"/>
                    <a:pt x="839" y="250"/>
                  </a:cubicBezTo>
                  <a:cubicBezTo>
                    <a:pt x="837" y="251"/>
                    <a:pt x="835" y="251"/>
                    <a:pt x="832" y="252"/>
                  </a:cubicBezTo>
                  <a:cubicBezTo>
                    <a:pt x="832" y="253"/>
                    <a:pt x="831" y="253"/>
                    <a:pt x="831" y="253"/>
                  </a:cubicBezTo>
                  <a:cubicBezTo>
                    <a:pt x="829" y="254"/>
                    <a:pt x="827" y="255"/>
                    <a:pt x="825" y="255"/>
                  </a:cubicBezTo>
                  <a:cubicBezTo>
                    <a:pt x="824" y="256"/>
                    <a:pt x="823" y="256"/>
                    <a:pt x="823" y="256"/>
                  </a:cubicBezTo>
                  <a:cubicBezTo>
                    <a:pt x="820" y="257"/>
                    <a:pt x="818" y="258"/>
                    <a:pt x="815" y="259"/>
                  </a:cubicBezTo>
                  <a:cubicBezTo>
                    <a:pt x="812" y="260"/>
                    <a:pt x="809" y="261"/>
                    <a:pt x="807" y="262"/>
                  </a:cubicBezTo>
                  <a:cubicBezTo>
                    <a:pt x="806" y="262"/>
                    <a:pt x="805" y="262"/>
                    <a:pt x="804" y="263"/>
                  </a:cubicBezTo>
                  <a:cubicBezTo>
                    <a:pt x="802" y="263"/>
                    <a:pt x="800" y="264"/>
                    <a:pt x="797" y="265"/>
                  </a:cubicBezTo>
                  <a:cubicBezTo>
                    <a:pt x="797" y="265"/>
                    <a:pt x="796" y="265"/>
                    <a:pt x="796" y="265"/>
                  </a:cubicBezTo>
                  <a:cubicBezTo>
                    <a:pt x="795" y="266"/>
                    <a:pt x="794" y="266"/>
                    <a:pt x="793" y="266"/>
                  </a:cubicBezTo>
                  <a:cubicBezTo>
                    <a:pt x="792" y="266"/>
                    <a:pt x="792" y="266"/>
                    <a:pt x="792" y="266"/>
                  </a:cubicBezTo>
                  <a:cubicBezTo>
                    <a:pt x="790" y="266"/>
                    <a:pt x="787" y="266"/>
                    <a:pt x="785" y="265"/>
                  </a:cubicBezTo>
                  <a:cubicBezTo>
                    <a:pt x="785" y="265"/>
                    <a:pt x="784" y="265"/>
                    <a:pt x="784" y="265"/>
                  </a:cubicBezTo>
                  <a:cubicBezTo>
                    <a:pt x="782" y="265"/>
                    <a:pt x="781" y="265"/>
                    <a:pt x="779" y="265"/>
                  </a:cubicBezTo>
                  <a:cubicBezTo>
                    <a:pt x="772" y="264"/>
                    <a:pt x="765" y="263"/>
                    <a:pt x="757" y="263"/>
                  </a:cubicBezTo>
                  <a:cubicBezTo>
                    <a:pt x="755" y="262"/>
                    <a:pt x="753" y="262"/>
                    <a:pt x="750" y="262"/>
                  </a:cubicBezTo>
                  <a:cubicBezTo>
                    <a:pt x="749" y="262"/>
                    <a:pt x="748" y="262"/>
                    <a:pt x="747" y="262"/>
                  </a:cubicBezTo>
                  <a:cubicBezTo>
                    <a:pt x="746" y="261"/>
                    <a:pt x="746" y="261"/>
                    <a:pt x="745" y="261"/>
                  </a:cubicBezTo>
                  <a:cubicBezTo>
                    <a:pt x="742" y="261"/>
                    <a:pt x="740" y="261"/>
                    <a:pt x="737" y="261"/>
                  </a:cubicBezTo>
                  <a:cubicBezTo>
                    <a:pt x="736" y="261"/>
                    <a:pt x="735" y="260"/>
                    <a:pt x="734" y="260"/>
                  </a:cubicBezTo>
                  <a:cubicBezTo>
                    <a:pt x="733" y="260"/>
                    <a:pt x="732" y="260"/>
                    <a:pt x="731" y="260"/>
                  </a:cubicBezTo>
                  <a:cubicBezTo>
                    <a:pt x="730" y="260"/>
                    <a:pt x="730" y="260"/>
                    <a:pt x="730" y="260"/>
                  </a:cubicBezTo>
                  <a:cubicBezTo>
                    <a:pt x="730" y="260"/>
                    <a:pt x="730" y="260"/>
                    <a:pt x="730" y="260"/>
                  </a:cubicBezTo>
                  <a:cubicBezTo>
                    <a:pt x="728" y="260"/>
                    <a:pt x="726" y="260"/>
                    <a:pt x="724" y="259"/>
                  </a:cubicBezTo>
                  <a:cubicBezTo>
                    <a:pt x="723" y="259"/>
                    <a:pt x="723" y="259"/>
                    <a:pt x="723" y="259"/>
                  </a:cubicBezTo>
                  <a:cubicBezTo>
                    <a:pt x="722" y="259"/>
                    <a:pt x="720" y="259"/>
                    <a:pt x="718" y="259"/>
                  </a:cubicBezTo>
                  <a:cubicBezTo>
                    <a:pt x="716" y="259"/>
                    <a:pt x="714" y="259"/>
                    <a:pt x="712" y="259"/>
                  </a:cubicBezTo>
                  <a:cubicBezTo>
                    <a:pt x="708" y="258"/>
                    <a:pt x="704" y="258"/>
                    <a:pt x="700" y="258"/>
                  </a:cubicBezTo>
                  <a:cubicBezTo>
                    <a:pt x="698" y="257"/>
                    <a:pt x="696" y="257"/>
                    <a:pt x="694" y="257"/>
                  </a:cubicBezTo>
                  <a:cubicBezTo>
                    <a:pt x="693" y="257"/>
                    <a:pt x="692" y="257"/>
                    <a:pt x="692" y="257"/>
                  </a:cubicBezTo>
                  <a:cubicBezTo>
                    <a:pt x="689" y="257"/>
                    <a:pt x="686" y="256"/>
                    <a:pt x="682" y="256"/>
                  </a:cubicBezTo>
                  <a:cubicBezTo>
                    <a:pt x="682" y="256"/>
                    <a:pt x="682" y="256"/>
                    <a:pt x="682" y="256"/>
                  </a:cubicBezTo>
                  <a:cubicBezTo>
                    <a:pt x="680" y="256"/>
                    <a:pt x="677" y="256"/>
                    <a:pt x="675" y="256"/>
                  </a:cubicBezTo>
                  <a:cubicBezTo>
                    <a:pt x="674" y="256"/>
                    <a:pt x="673" y="256"/>
                    <a:pt x="673" y="256"/>
                  </a:cubicBezTo>
                  <a:cubicBezTo>
                    <a:pt x="672" y="255"/>
                    <a:pt x="671" y="255"/>
                    <a:pt x="670" y="255"/>
                  </a:cubicBezTo>
                  <a:cubicBezTo>
                    <a:pt x="670" y="255"/>
                    <a:pt x="669" y="255"/>
                    <a:pt x="668" y="255"/>
                  </a:cubicBezTo>
                  <a:cubicBezTo>
                    <a:pt x="667" y="255"/>
                    <a:pt x="666" y="255"/>
                    <a:pt x="665" y="255"/>
                  </a:cubicBezTo>
                  <a:cubicBezTo>
                    <a:pt x="664" y="255"/>
                    <a:pt x="664" y="255"/>
                    <a:pt x="664" y="255"/>
                  </a:cubicBezTo>
                  <a:cubicBezTo>
                    <a:pt x="661" y="255"/>
                    <a:pt x="658" y="255"/>
                    <a:pt x="655" y="254"/>
                  </a:cubicBezTo>
                  <a:cubicBezTo>
                    <a:pt x="654" y="254"/>
                    <a:pt x="654" y="254"/>
                    <a:pt x="653" y="254"/>
                  </a:cubicBezTo>
                  <a:cubicBezTo>
                    <a:pt x="651" y="254"/>
                    <a:pt x="648" y="254"/>
                    <a:pt x="645" y="254"/>
                  </a:cubicBezTo>
                  <a:cubicBezTo>
                    <a:pt x="642" y="254"/>
                    <a:pt x="639" y="253"/>
                    <a:pt x="637" y="253"/>
                  </a:cubicBezTo>
                  <a:cubicBezTo>
                    <a:pt x="636" y="253"/>
                    <a:pt x="636" y="253"/>
                    <a:pt x="636" y="253"/>
                  </a:cubicBezTo>
                  <a:cubicBezTo>
                    <a:pt x="635" y="253"/>
                    <a:pt x="634" y="253"/>
                    <a:pt x="633" y="253"/>
                  </a:cubicBezTo>
                  <a:cubicBezTo>
                    <a:pt x="631" y="253"/>
                    <a:pt x="629" y="253"/>
                    <a:pt x="627" y="253"/>
                  </a:cubicBezTo>
                  <a:cubicBezTo>
                    <a:pt x="626" y="253"/>
                    <a:pt x="626" y="253"/>
                    <a:pt x="625" y="253"/>
                  </a:cubicBezTo>
                  <a:cubicBezTo>
                    <a:pt x="623" y="252"/>
                    <a:pt x="620" y="252"/>
                    <a:pt x="617" y="252"/>
                  </a:cubicBezTo>
                  <a:cubicBezTo>
                    <a:pt x="616" y="252"/>
                    <a:pt x="615" y="252"/>
                    <a:pt x="613" y="252"/>
                  </a:cubicBezTo>
                  <a:cubicBezTo>
                    <a:pt x="611" y="252"/>
                    <a:pt x="609" y="252"/>
                    <a:pt x="607" y="252"/>
                  </a:cubicBezTo>
                  <a:cubicBezTo>
                    <a:pt x="606" y="252"/>
                    <a:pt x="606" y="252"/>
                    <a:pt x="606" y="252"/>
                  </a:cubicBezTo>
                  <a:cubicBezTo>
                    <a:pt x="604" y="252"/>
                    <a:pt x="602" y="251"/>
                    <a:pt x="601" y="251"/>
                  </a:cubicBezTo>
                  <a:cubicBezTo>
                    <a:pt x="600" y="251"/>
                    <a:pt x="599" y="251"/>
                    <a:pt x="599" y="251"/>
                  </a:cubicBezTo>
                  <a:cubicBezTo>
                    <a:pt x="596" y="251"/>
                    <a:pt x="594" y="251"/>
                    <a:pt x="591" y="251"/>
                  </a:cubicBezTo>
                  <a:cubicBezTo>
                    <a:pt x="590" y="251"/>
                    <a:pt x="588" y="251"/>
                    <a:pt x="587" y="251"/>
                  </a:cubicBezTo>
                  <a:cubicBezTo>
                    <a:pt x="584" y="251"/>
                    <a:pt x="580" y="250"/>
                    <a:pt x="577" y="250"/>
                  </a:cubicBezTo>
                  <a:cubicBezTo>
                    <a:pt x="576" y="250"/>
                    <a:pt x="575" y="250"/>
                    <a:pt x="574" y="250"/>
                  </a:cubicBezTo>
                  <a:cubicBezTo>
                    <a:pt x="572" y="250"/>
                    <a:pt x="570" y="250"/>
                    <a:pt x="568" y="250"/>
                  </a:cubicBezTo>
                  <a:cubicBezTo>
                    <a:pt x="567" y="250"/>
                    <a:pt x="565" y="250"/>
                    <a:pt x="563" y="250"/>
                  </a:cubicBezTo>
                  <a:cubicBezTo>
                    <a:pt x="562" y="250"/>
                    <a:pt x="561" y="250"/>
                    <a:pt x="560" y="250"/>
                  </a:cubicBezTo>
                  <a:cubicBezTo>
                    <a:pt x="559" y="250"/>
                    <a:pt x="559" y="250"/>
                    <a:pt x="558" y="250"/>
                  </a:cubicBezTo>
                  <a:cubicBezTo>
                    <a:pt x="556" y="250"/>
                    <a:pt x="554" y="250"/>
                    <a:pt x="553" y="249"/>
                  </a:cubicBezTo>
                  <a:cubicBezTo>
                    <a:pt x="551" y="249"/>
                    <a:pt x="550" y="249"/>
                    <a:pt x="549" y="249"/>
                  </a:cubicBezTo>
                  <a:cubicBezTo>
                    <a:pt x="545" y="249"/>
                    <a:pt x="542" y="249"/>
                    <a:pt x="538" y="249"/>
                  </a:cubicBezTo>
                  <a:cubicBezTo>
                    <a:pt x="535" y="249"/>
                    <a:pt x="532" y="249"/>
                    <a:pt x="529" y="249"/>
                  </a:cubicBezTo>
                  <a:cubicBezTo>
                    <a:pt x="527" y="249"/>
                    <a:pt x="525" y="249"/>
                    <a:pt x="524" y="249"/>
                  </a:cubicBezTo>
                  <a:cubicBezTo>
                    <a:pt x="522" y="249"/>
                    <a:pt x="521" y="249"/>
                    <a:pt x="519" y="249"/>
                  </a:cubicBezTo>
                  <a:cubicBezTo>
                    <a:pt x="518" y="249"/>
                    <a:pt x="518" y="249"/>
                    <a:pt x="518" y="249"/>
                  </a:cubicBezTo>
                  <a:cubicBezTo>
                    <a:pt x="515" y="248"/>
                    <a:pt x="512" y="248"/>
                    <a:pt x="509" y="248"/>
                  </a:cubicBezTo>
                  <a:cubicBezTo>
                    <a:pt x="507" y="248"/>
                    <a:pt x="505" y="248"/>
                    <a:pt x="504" y="248"/>
                  </a:cubicBezTo>
                  <a:cubicBezTo>
                    <a:pt x="502" y="248"/>
                    <a:pt x="501" y="248"/>
                    <a:pt x="499" y="248"/>
                  </a:cubicBezTo>
                  <a:cubicBezTo>
                    <a:pt x="496" y="248"/>
                    <a:pt x="492" y="248"/>
                    <a:pt x="489" y="248"/>
                  </a:cubicBezTo>
                  <a:cubicBezTo>
                    <a:pt x="486" y="248"/>
                    <a:pt x="484" y="248"/>
                    <a:pt x="483" y="248"/>
                  </a:cubicBezTo>
                  <a:cubicBezTo>
                    <a:pt x="482" y="248"/>
                    <a:pt x="480" y="248"/>
                    <a:pt x="479" y="248"/>
                  </a:cubicBezTo>
                  <a:cubicBezTo>
                    <a:pt x="479" y="248"/>
                    <a:pt x="479" y="248"/>
                    <a:pt x="479" y="248"/>
                  </a:cubicBezTo>
                  <a:cubicBezTo>
                    <a:pt x="475" y="248"/>
                    <a:pt x="472" y="248"/>
                    <a:pt x="469" y="248"/>
                  </a:cubicBezTo>
                  <a:cubicBezTo>
                    <a:pt x="466" y="248"/>
                    <a:pt x="464" y="248"/>
                    <a:pt x="462" y="248"/>
                  </a:cubicBezTo>
                  <a:cubicBezTo>
                    <a:pt x="460" y="248"/>
                    <a:pt x="460" y="248"/>
                    <a:pt x="460" y="248"/>
                  </a:cubicBezTo>
                  <a:cubicBezTo>
                    <a:pt x="456" y="248"/>
                    <a:pt x="452" y="248"/>
                    <a:pt x="448" y="248"/>
                  </a:cubicBezTo>
                  <a:cubicBezTo>
                    <a:pt x="445" y="248"/>
                    <a:pt x="442" y="248"/>
                    <a:pt x="439" y="248"/>
                  </a:cubicBezTo>
                  <a:cubicBezTo>
                    <a:pt x="436" y="248"/>
                    <a:pt x="432" y="248"/>
                    <a:pt x="428" y="248"/>
                  </a:cubicBezTo>
                  <a:cubicBezTo>
                    <a:pt x="426" y="248"/>
                    <a:pt x="426" y="248"/>
                    <a:pt x="426" y="248"/>
                  </a:cubicBezTo>
                  <a:cubicBezTo>
                    <a:pt x="425" y="248"/>
                    <a:pt x="424" y="248"/>
                    <a:pt x="423" y="248"/>
                  </a:cubicBezTo>
                  <a:cubicBezTo>
                    <a:pt x="420" y="248"/>
                    <a:pt x="420" y="248"/>
                    <a:pt x="420" y="248"/>
                  </a:cubicBezTo>
                  <a:cubicBezTo>
                    <a:pt x="419" y="248"/>
                    <a:pt x="418" y="248"/>
                    <a:pt x="418" y="248"/>
                  </a:cubicBezTo>
                  <a:cubicBezTo>
                    <a:pt x="416" y="248"/>
                    <a:pt x="414" y="248"/>
                    <a:pt x="412" y="248"/>
                  </a:cubicBezTo>
                  <a:cubicBezTo>
                    <a:pt x="408" y="248"/>
                    <a:pt x="404" y="248"/>
                    <a:pt x="400" y="248"/>
                  </a:cubicBezTo>
                  <a:cubicBezTo>
                    <a:pt x="398" y="248"/>
                    <a:pt x="395" y="248"/>
                    <a:pt x="392" y="248"/>
                  </a:cubicBezTo>
                  <a:cubicBezTo>
                    <a:pt x="391" y="248"/>
                    <a:pt x="391" y="248"/>
                    <a:pt x="391" y="248"/>
                  </a:cubicBezTo>
                  <a:cubicBezTo>
                    <a:pt x="388" y="248"/>
                    <a:pt x="384" y="248"/>
                    <a:pt x="380" y="248"/>
                  </a:cubicBezTo>
                  <a:cubicBezTo>
                    <a:pt x="378" y="248"/>
                    <a:pt x="375" y="248"/>
                    <a:pt x="372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69" y="248"/>
                    <a:pt x="367" y="249"/>
                    <a:pt x="365" y="249"/>
                  </a:cubicBezTo>
                  <a:cubicBezTo>
                    <a:pt x="364" y="249"/>
                    <a:pt x="362" y="249"/>
                    <a:pt x="360" y="249"/>
                  </a:cubicBezTo>
                  <a:cubicBezTo>
                    <a:pt x="359" y="249"/>
                    <a:pt x="357" y="249"/>
                    <a:pt x="355" y="249"/>
                  </a:cubicBezTo>
                  <a:cubicBezTo>
                    <a:pt x="354" y="249"/>
                    <a:pt x="354" y="249"/>
                    <a:pt x="354" y="249"/>
                  </a:cubicBezTo>
                  <a:cubicBezTo>
                    <a:pt x="353" y="249"/>
                    <a:pt x="352" y="249"/>
                    <a:pt x="351" y="249"/>
                  </a:cubicBezTo>
                  <a:cubicBezTo>
                    <a:pt x="347" y="249"/>
                    <a:pt x="344" y="249"/>
                    <a:pt x="340" y="249"/>
                  </a:cubicBezTo>
                  <a:cubicBezTo>
                    <a:pt x="340" y="249"/>
                    <a:pt x="340" y="249"/>
                    <a:pt x="340" y="249"/>
                  </a:cubicBezTo>
                  <a:cubicBezTo>
                    <a:pt x="337" y="249"/>
                    <a:pt x="334" y="249"/>
                    <a:pt x="331" y="249"/>
                  </a:cubicBezTo>
                  <a:cubicBezTo>
                    <a:pt x="328" y="250"/>
                    <a:pt x="325" y="250"/>
                    <a:pt x="322" y="250"/>
                  </a:cubicBezTo>
                  <a:cubicBezTo>
                    <a:pt x="321" y="250"/>
                    <a:pt x="320" y="250"/>
                    <a:pt x="319" y="250"/>
                  </a:cubicBezTo>
                  <a:cubicBezTo>
                    <a:pt x="316" y="250"/>
                    <a:pt x="314" y="250"/>
                    <a:pt x="311" y="250"/>
                  </a:cubicBezTo>
                  <a:cubicBezTo>
                    <a:pt x="311" y="250"/>
                    <a:pt x="311" y="250"/>
                    <a:pt x="311" y="250"/>
                  </a:cubicBezTo>
                  <a:cubicBezTo>
                    <a:pt x="307" y="250"/>
                    <a:pt x="303" y="251"/>
                    <a:pt x="300" y="251"/>
                  </a:cubicBezTo>
                  <a:cubicBezTo>
                    <a:pt x="299" y="251"/>
                    <a:pt x="299" y="251"/>
                    <a:pt x="299" y="251"/>
                  </a:cubicBezTo>
                  <a:cubicBezTo>
                    <a:pt x="296" y="251"/>
                    <a:pt x="293" y="251"/>
                    <a:pt x="291" y="251"/>
                  </a:cubicBezTo>
                  <a:cubicBezTo>
                    <a:pt x="287" y="251"/>
                    <a:pt x="283" y="251"/>
                    <a:pt x="279" y="252"/>
                  </a:cubicBezTo>
                  <a:cubicBezTo>
                    <a:pt x="279" y="252"/>
                    <a:pt x="279" y="252"/>
                    <a:pt x="279" y="252"/>
                  </a:cubicBezTo>
                  <a:cubicBezTo>
                    <a:pt x="277" y="252"/>
                    <a:pt x="276" y="252"/>
                    <a:pt x="275" y="252"/>
                  </a:cubicBezTo>
                  <a:cubicBezTo>
                    <a:pt x="274" y="252"/>
                    <a:pt x="272" y="252"/>
                    <a:pt x="271" y="252"/>
                  </a:cubicBezTo>
                  <a:cubicBezTo>
                    <a:pt x="266" y="252"/>
                    <a:pt x="261" y="252"/>
                    <a:pt x="256" y="253"/>
                  </a:cubicBezTo>
                  <a:cubicBezTo>
                    <a:pt x="255" y="253"/>
                    <a:pt x="253" y="253"/>
                    <a:pt x="251" y="253"/>
                  </a:cubicBezTo>
                  <a:cubicBezTo>
                    <a:pt x="244" y="253"/>
                    <a:pt x="238" y="254"/>
                    <a:pt x="231" y="254"/>
                  </a:cubicBezTo>
                  <a:cubicBezTo>
                    <a:pt x="230" y="254"/>
                    <a:pt x="229" y="254"/>
                    <a:pt x="228" y="255"/>
                  </a:cubicBezTo>
                  <a:cubicBezTo>
                    <a:pt x="227" y="255"/>
                    <a:pt x="226" y="255"/>
                    <a:pt x="225" y="255"/>
                  </a:cubicBezTo>
                  <a:cubicBezTo>
                    <a:pt x="223" y="255"/>
                    <a:pt x="221" y="255"/>
                    <a:pt x="219" y="255"/>
                  </a:cubicBezTo>
                  <a:cubicBezTo>
                    <a:pt x="217" y="255"/>
                    <a:pt x="214" y="255"/>
                    <a:pt x="211" y="256"/>
                  </a:cubicBezTo>
                  <a:cubicBezTo>
                    <a:pt x="209" y="256"/>
                    <a:pt x="208" y="256"/>
                    <a:pt x="206" y="256"/>
                  </a:cubicBezTo>
                  <a:cubicBezTo>
                    <a:pt x="206" y="256"/>
                    <a:pt x="205" y="256"/>
                    <a:pt x="205" y="256"/>
                  </a:cubicBezTo>
                  <a:cubicBezTo>
                    <a:pt x="200" y="256"/>
                    <a:pt x="196" y="257"/>
                    <a:pt x="192" y="257"/>
                  </a:cubicBezTo>
                  <a:cubicBezTo>
                    <a:pt x="190" y="257"/>
                    <a:pt x="189" y="257"/>
                    <a:pt x="187" y="257"/>
                  </a:cubicBezTo>
                  <a:cubicBezTo>
                    <a:pt x="186" y="257"/>
                    <a:pt x="185" y="258"/>
                    <a:pt x="183" y="258"/>
                  </a:cubicBezTo>
                  <a:cubicBezTo>
                    <a:pt x="182" y="258"/>
                    <a:pt x="181" y="258"/>
                    <a:pt x="180" y="258"/>
                  </a:cubicBezTo>
                  <a:cubicBezTo>
                    <a:pt x="177" y="258"/>
                    <a:pt x="174" y="258"/>
                    <a:pt x="172" y="259"/>
                  </a:cubicBezTo>
                  <a:cubicBezTo>
                    <a:pt x="163" y="259"/>
                    <a:pt x="163" y="259"/>
                    <a:pt x="163" y="259"/>
                  </a:cubicBezTo>
                  <a:cubicBezTo>
                    <a:pt x="162" y="259"/>
                    <a:pt x="160" y="260"/>
                    <a:pt x="159" y="260"/>
                  </a:cubicBezTo>
                  <a:cubicBezTo>
                    <a:pt x="156" y="260"/>
                    <a:pt x="154" y="260"/>
                    <a:pt x="152" y="260"/>
                  </a:cubicBezTo>
                  <a:cubicBezTo>
                    <a:pt x="150" y="260"/>
                    <a:pt x="149" y="261"/>
                    <a:pt x="147" y="261"/>
                  </a:cubicBezTo>
                  <a:cubicBezTo>
                    <a:pt x="146" y="261"/>
                    <a:pt x="145" y="261"/>
                    <a:pt x="144" y="261"/>
                  </a:cubicBezTo>
                  <a:cubicBezTo>
                    <a:pt x="140" y="261"/>
                    <a:pt x="136" y="262"/>
                    <a:pt x="132" y="262"/>
                  </a:cubicBezTo>
                  <a:cubicBezTo>
                    <a:pt x="129" y="262"/>
                    <a:pt x="127" y="263"/>
                    <a:pt x="124" y="263"/>
                  </a:cubicBezTo>
                  <a:cubicBezTo>
                    <a:pt x="120" y="263"/>
                    <a:pt x="116" y="264"/>
                    <a:pt x="112" y="264"/>
                  </a:cubicBezTo>
                  <a:cubicBezTo>
                    <a:pt x="110" y="264"/>
                    <a:pt x="107" y="265"/>
                    <a:pt x="104" y="265"/>
                  </a:cubicBezTo>
                  <a:cubicBezTo>
                    <a:pt x="104" y="265"/>
                    <a:pt x="104" y="265"/>
                    <a:pt x="104" y="265"/>
                  </a:cubicBezTo>
                  <a:cubicBezTo>
                    <a:pt x="81" y="258"/>
                    <a:pt x="61" y="251"/>
                    <a:pt x="45" y="242"/>
                  </a:cubicBezTo>
                  <a:cubicBezTo>
                    <a:pt x="43" y="241"/>
                    <a:pt x="42" y="176"/>
                    <a:pt x="40" y="175"/>
                  </a:cubicBezTo>
                  <a:cubicBezTo>
                    <a:pt x="40" y="175"/>
                    <a:pt x="39" y="175"/>
                    <a:pt x="39" y="175"/>
                  </a:cubicBezTo>
                  <a:cubicBezTo>
                    <a:pt x="37" y="174"/>
                    <a:pt x="36" y="173"/>
                    <a:pt x="35" y="173"/>
                  </a:cubicBezTo>
                  <a:cubicBezTo>
                    <a:pt x="35" y="172"/>
                    <a:pt x="34" y="172"/>
                    <a:pt x="33" y="171"/>
                  </a:cubicBezTo>
                  <a:cubicBezTo>
                    <a:pt x="32" y="171"/>
                    <a:pt x="32" y="170"/>
                    <a:pt x="31" y="170"/>
                  </a:cubicBezTo>
                  <a:cubicBezTo>
                    <a:pt x="30" y="169"/>
                    <a:pt x="29" y="169"/>
                    <a:pt x="29" y="169"/>
                  </a:cubicBezTo>
                  <a:cubicBezTo>
                    <a:pt x="28" y="168"/>
                    <a:pt x="27" y="167"/>
                    <a:pt x="26" y="167"/>
                  </a:cubicBezTo>
                  <a:cubicBezTo>
                    <a:pt x="26" y="166"/>
                    <a:pt x="25" y="166"/>
                    <a:pt x="25" y="166"/>
                  </a:cubicBezTo>
                  <a:cubicBezTo>
                    <a:pt x="24" y="165"/>
                    <a:pt x="23" y="164"/>
                    <a:pt x="22" y="164"/>
                  </a:cubicBezTo>
                  <a:cubicBezTo>
                    <a:pt x="22" y="163"/>
                    <a:pt x="21" y="163"/>
                    <a:pt x="21" y="163"/>
                  </a:cubicBezTo>
                  <a:cubicBezTo>
                    <a:pt x="20" y="162"/>
                    <a:pt x="19" y="161"/>
                    <a:pt x="18" y="161"/>
                  </a:cubicBezTo>
                  <a:cubicBezTo>
                    <a:pt x="18" y="160"/>
                    <a:pt x="17" y="160"/>
                    <a:pt x="17" y="160"/>
                  </a:cubicBezTo>
                  <a:cubicBezTo>
                    <a:pt x="16" y="159"/>
                    <a:pt x="15" y="158"/>
                    <a:pt x="14" y="157"/>
                  </a:cubicBezTo>
                  <a:cubicBezTo>
                    <a:pt x="13" y="156"/>
                    <a:pt x="12" y="155"/>
                    <a:pt x="11" y="154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0" y="152"/>
                    <a:pt x="9" y="152"/>
                    <a:pt x="9" y="151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7" y="149"/>
                    <a:pt x="7" y="149"/>
                    <a:pt x="6" y="148"/>
                  </a:cubicBezTo>
                  <a:cubicBezTo>
                    <a:pt x="6" y="148"/>
                    <a:pt x="6" y="147"/>
                    <a:pt x="5" y="147"/>
                  </a:cubicBezTo>
                  <a:cubicBezTo>
                    <a:pt x="5" y="146"/>
                    <a:pt x="5" y="145"/>
                    <a:pt x="4" y="145"/>
                  </a:cubicBezTo>
                  <a:cubicBezTo>
                    <a:pt x="4" y="145"/>
                    <a:pt x="4" y="144"/>
                    <a:pt x="4" y="144"/>
                  </a:cubicBezTo>
                  <a:cubicBezTo>
                    <a:pt x="3" y="143"/>
                    <a:pt x="3" y="142"/>
                    <a:pt x="3" y="142"/>
                  </a:cubicBezTo>
                  <a:cubicBezTo>
                    <a:pt x="3" y="141"/>
                    <a:pt x="2" y="141"/>
                    <a:pt x="2" y="141"/>
                  </a:cubicBezTo>
                  <a:cubicBezTo>
                    <a:pt x="2" y="140"/>
                    <a:pt x="2" y="139"/>
                    <a:pt x="1" y="139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37"/>
                    <a:pt x="0" y="136"/>
                    <a:pt x="0" y="135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0"/>
                    <a:pt x="0" y="129"/>
                    <a:pt x="0" y="129"/>
                  </a:cubicBezTo>
                  <a:cubicBezTo>
                    <a:pt x="0" y="129"/>
                    <a:pt x="0" y="129"/>
                    <a:pt x="0" y="13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7"/>
                    <a:pt x="0" y="126"/>
                    <a:pt x="0" y="125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3"/>
                    <a:pt x="0" y="122"/>
                    <a:pt x="1" y="121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1" y="119"/>
                    <a:pt x="1" y="118"/>
                    <a:pt x="2" y="117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3" y="115"/>
                    <a:pt x="3" y="114"/>
                    <a:pt x="4" y="113"/>
                  </a:cubicBezTo>
                  <a:cubicBezTo>
                    <a:pt x="5" y="112"/>
                    <a:pt x="5" y="111"/>
                    <a:pt x="6" y="110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8"/>
                    <a:pt x="8" y="107"/>
                    <a:pt x="9" y="106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0" y="104"/>
                    <a:pt x="11" y="103"/>
                    <a:pt x="12" y="102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4" y="100"/>
                    <a:pt x="15" y="99"/>
                    <a:pt x="16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8" y="96"/>
                    <a:pt x="19" y="95"/>
                    <a:pt x="21" y="94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3" y="93"/>
                    <a:pt x="24" y="92"/>
                    <a:pt x="25" y="91"/>
                  </a:cubicBezTo>
                  <a:cubicBezTo>
                    <a:pt x="26" y="91"/>
                    <a:pt x="26" y="90"/>
                    <a:pt x="27" y="90"/>
                  </a:cubicBezTo>
                  <a:cubicBezTo>
                    <a:pt x="28" y="89"/>
                    <a:pt x="30" y="88"/>
                    <a:pt x="31" y="87"/>
                  </a:cubicBezTo>
                  <a:cubicBezTo>
                    <a:pt x="33" y="86"/>
                    <a:pt x="35" y="85"/>
                    <a:pt x="37" y="84"/>
                  </a:cubicBezTo>
                  <a:cubicBezTo>
                    <a:pt x="37" y="83"/>
                    <a:pt x="38" y="83"/>
                    <a:pt x="38" y="83"/>
                  </a:cubicBezTo>
                  <a:cubicBezTo>
                    <a:pt x="40" y="82"/>
                    <a:pt x="41" y="81"/>
                    <a:pt x="43" y="80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6" y="79"/>
                    <a:pt x="48" y="78"/>
                    <a:pt x="50" y="77"/>
                  </a:cubicBezTo>
                  <a:cubicBezTo>
                    <a:pt x="51" y="76"/>
                    <a:pt x="51" y="76"/>
                    <a:pt x="52" y="76"/>
                  </a:cubicBezTo>
                  <a:cubicBezTo>
                    <a:pt x="53" y="75"/>
                    <a:pt x="55" y="74"/>
                    <a:pt x="57" y="73"/>
                  </a:cubicBezTo>
                  <a:cubicBezTo>
                    <a:pt x="57" y="73"/>
                    <a:pt x="58" y="73"/>
                    <a:pt x="59" y="73"/>
                  </a:cubicBezTo>
                  <a:cubicBezTo>
                    <a:pt x="61" y="72"/>
                    <a:pt x="63" y="71"/>
                    <a:pt x="65" y="70"/>
                  </a:cubicBezTo>
                  <a:cubicBezTo>
                    <a:pt x="66" y="70"/>
                    <a:pt x="66" y="69"/>
                    <a:pt x="67" y="69"/>
                  </a:cubicBezTo>
                  <a:cubicBezTo>
                    <a:pt x="69" y="68"/>
                    <a:pt x="71" y="68"/>
                    <a:pt x="73" y="67"/>
                  </a:cubicBezTo>
                  <a:cubicBezTo>
                    <a:pt x="74" y="66"/>
                    <a:pt x="74" y="66"/>
                    <a:pt x="75" y="66"/>
                  </a:cubicBezTo>
                  <a:cubicBezTo>
                    <a:pt x="78" y="65"/>
                    <a:pt x="80" y="64"/>
                    <a:pt x="83" y="63"/>
                  </a:cubicBezTo>
                  <a:cubicBezTo>
                    <a:pt x="86" y="62"/>
                    <a:pt x="88" y="61"/>
                    <a:pt x="91" y="60"/>
                  </a:cubicBezTo>
                  <a:cubicBezTo>
                    <a:pt x="92" y="60"/>
                    <a:pt x="93" y="60"/>
                    <a:pt x="93" y="60"/>
                  </a:cubicBezTo>
                  <a:cubicBezTo>
                    <a:pt x="96" y="59"/>
                    <a:pt x="98" y="58"/>
                    <a:pt x="101" y="57"/>
                  </a:cubicBezTo>
                  <a:cubicBezTo>
                    <a:pt x="101" y="57"/>
                    <a:pt x="102" y="57"/>
                    <a:pt x="102" y="57"/>
                  </a:cubicBezTo>
                  <a:cubicBezTo>
                    <a:pt x="105" y="56"/>
                    <a:pt x="108" y="55"/>
                    <a:pt x="111" y="54"/>
                  </a:cubicBezTo>
                  <a:cubicBezTo>
                    <a:pt x="112" y="54"/>
                    <a:pt x="113" y="54"/>
                    <a:pt x="113" y="54"/>
                  </a:cubicBezTo>
                  <a:cubicBezTo>
                    <a:pt x="116" y="53"/>
                    <a:pt x="118" y="52"/>
                    <a:pt x="121" y="51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6" y="50"/>
                    <a:pt x="130" y="49"/>
                    <a:pt x="133" y="48"/>
                  </a:cubicBezTo>
                  <a:cubicBezTo>
                    <a:pt x="134" y="48"/>
                    <a:pt x="134" y="48"/>
                    <a:pt x="135" y="48"/>
                  </a:cubicBezTo>
                  <a:cubicBezTo>
                    <a:pt x="138" y="47"/>
                    <a:pt x="140" y="47"/>
                    <a:pt x="143" y="46"/>
                  </a:cubicBezTo>
                  <a:cubicBezTo>
                    <a:pt x="144" y="46"/>
                    <a:pt x="145" y="45"/>
                    <a:pt x="146" y="45"/>
                  </a:cubicBezTo>
                  <a:cubicBezTo>
                    <a:pt x="150" y="44"/>
                    <a:pt x="153" y="44"/>
                    <a:pt x="157" y="43"/>
                  </a:cubicBezTo>
                  <a:cubicBezTo>
                    <a:pt x="160" y="42"/>
                    <a:pt x="164" y="41"/>
                    <a:pt x="168" y="41"/>
                  </a:cubicBezTo>
                  <a:cubicBezTo>
                    <a:pt x="169" y="40"/>
                    <a:pt x="170" y="40"/>
                    <a:pt x="171" y="40"/>
                  </a:cubicBezTo>
                  <a:cubicBezTo>
                    <a:pt x="174" y="39"/>
                    <a:pt x="177" y="39"/>
                    <a:pt x="180" y="38"/>
                  </a:cubicBezTo>
                  <a:cubicBezTo>
                    <a:pt x="181" y="38"/>
                    <a:pt x="182" y="38"/>
                    <a:pt x="182" y="38"/>
                  </a:cubicBezTo>
                  <a:cubicBezTo>
                    <a:pt x="186" y="37"/>
                    <a:pt x="190" y="36"/>
                    <a:pt x="194" y="36"/>
                  </a:cubicBezTo>
                  <a:cubicBezTo>
                    <a:pt x="195" y="36"/>
                    <a:pt x="196" y="35"/>
                    <a:pt x="197" y="35"/>
                  </a:cubicBezTo>
                  <a:cubicBezTo>
                    <a:pt x="200" y="35"/>
                    <a:pt x="203" y="34"/>
                    <a:pt x="206" y="34"/>
                  </a:cubicBezTo>
                  <a:cubicBezTo>
                    <a:pt x="207" y="34"/>
                    <a:pt x="208" y="33"/>
                    <a:pt x="209" y="33"/>
                  </a:cubicBezTo>
                  <a:cubicBezTo>
                    <a:pt x="213" y="33"/>
                    <a:pt x="218" y="32"/>
                    <a:pt x="222" y="31"/>
                  </a:cubicBezTo>
                  <a:cubicBezTo>
                    <a:pt x="222" y="31"/>
                    <a:pt x="223" y="31"/>
                    <a:pt x="224" y="31"/>
                  </a:cubicBezTo>
                  <a:cubicBezTo>
                    <a:pt x="228" y="31"/>
                    <a:pt x="231" y="30"/>
                    <a:pt x="235" y="30"/>
                  </a:cubicBezTo>
                  <a:cubicBezTo>
                    <a:pt x="236" y="29"/>
                    <a:pt x="237" y="29"/>
                    <a:pt x="238" y="29"/>
                  </a:cubicBezTo>
                  <a:cubicBezTo>
                    <a:pt x="243" y="29"/>
                    <a:pt x="247" y="28"/>
                    <a:pt x="251" y="27"/>
                  </a:cubicBezTo>
                  <a:cubicBezTo>
                    <a:pt x="474" y="0"/>
                    <a:pt x="744" y="24"/>
                    <a:pt x="853" y="80"/>
                  </a:cubicBezTo>
                  <a:cubicBezTo>
                    <a:pt x="855" y="81"/>
                    <a:pt x="857" y="82"/>
                    <a:pt x="858" y="83"/>
                  </a:cubicBezTo>
                  <a:cubicBezTo>
                    <a:pt x="859" y="83"/>
                    <a:pt x="859" y="84"/>
                    <a:pt x="860" y="84"/>
                  </a:cubicBezTo>
                  <a:cubicBezTo>
                    <a:pt x="861" y="84"/>
                    <a:pt x="862" y="85"/>
                    <a:pt x="863" y="86"/>
                  </a:cubicBezTo>
                  <a:cubicBezTo>
                    <a:pt x="864" y="86"/>
                    <a:pt x="865" y="87"/>
                    <a:pt x="865" y="87"/>
                  </a:cubicBezTo>
                  <a:cubicBezTo>
                    <a:pt x="866" y="87"/>
                    <a:pt x="867" y="88"/>
                    <a:pt x="868" y="89"/>
                  </a:cubicBezTo>
                  <a:cubicBezTo>
                    <a:pt x="869" y="89"/>
                    <a:pt x="869" y="89"/>
                    <a:pt x="870" y="90"/>
                  </a:cubicBezTo>
                  <a:cubicBezTo>
                    <a:pt x="871" y="90"/>
                    <a:pt x="872" y="91"/>
                    <a:pt x="872" y="92"/>
                  </a:cubicBezTo>
                  <a:cubicBezTo>
                    <a:pt x="873" y="92"/>
                    <a:pt x="873" y="92"/>
                    <a:pt x="874" y="93"/>
                  </a:cubicBezTo>
                  <a:cubicBezTo>
                    <a:pt x="875" y="93"/>
                    <a:pt x="876" y="94"/>
                    <a:pt x="876" y="95"/>
                  </a:cubicBezTo>
                  <a:cubicBezTo>
                    <a:pt x="877" y="95"/>
                    <a:pt x="877" y="95"/>
                    <a:pt x="878" y="96"/>
                  </a:cubicBezTo>
                  <a:cubicBezTo>
                    <a:pt x="879" y="96"/>
                    <a:pt x="880" y="97"/>
                    <a:pt x="880" y="98"/>
                  </a:cubicBezTo>
                  <a:cubicBezTo>
                    <a:pt x="881" y="99"/>
                    <a:pt x="881" y="99"/>
                    <a:pt x="881" y="99"/>
                  </a:cubicBezTo>
                  <a:cubicBezTo>
                    <a:pt x="883" y="100"/>
                    <a:pt x="884" y="101"/>
                    <a:pt x="885" y="102"/>
                  </a:cubicBezTo>
                  <a:cubicBezTo>
                    <a:pt x="886" y="103"/>
                    <a:pt x="887" y="104"/>
                    <a:pt x="888" y="105"/>
                  </a:cubicBezTo>
                  <a:cubicBezTo>
                    <a:pt x="888" y="106"/>
                    <a:pt x="888" y="106"/>
                    <a:pt x="888" y="106"/>
                  </a:cubicBezTo>
                  <a:cubicBezTo>
                    <a:pt x="889" y="106"/>
                    <a:pt x="890" y="107"/>
                    <a:pt x="890" y="107"/>
                  </a:cubicBezTo>
                  <a:cubicBezTo>
                    <a:pt x="890" y="108"/>
                    <a:pt x="891" y="108"/>
                    <a:pt x="891" y="109"/>
                  </a:cubicBezTo>
                  <a:cubicBezTo>
                    <a:pt x="891" y="109"/>
                    <a:pt x="892" y="110"/>
                    <a:pt x="892" y="110"/>
                  </a:cubicBezTo>
                  <a:cubicBezTo>
                    <a:pt x="893" y="111"/>
                    <a:pt x="893" y="111"/>
                    <a:pt x="893" y="112"/>
                  </a:cubicBezTo>
                  <a:cubicBezTo>
                    <a:pt x="893" y="112"/>
                    <a:pt x="894" y="113"/>
                    <a:pt x="894" y="113"/>
                  </a:cubicBezTo>
                  <a:cubicBezTo>
                    <a:pt x="894" y="114"/>
                    <a:pt x="895" y="114"/>
                    <a:pt x="895" y="115"/>
                  </a:cubicBezTo>
                  <a:cubicBezTo>
                    <a:pt x="895" y="115"/>
                    <a:pt x="896" y="116"/>
                    <a:pt x="896" y="116"/>
                  </a:cubicBezTo>
                  <a:cubicBezTo>
                    <a:pt x="896" y="117"/>
                    <a:pt x="896" y="117"/>
                    <a:pt x="896" y="118"/>
                  </a:cubicBezTo>
                  <a:cubicBezTo>
                    <a:pt x="897" y="118"/>
                    <a:pt x="897" y="119"/>
                    <a:pt x="897" y="120"/>
                  </a:cubicBezTo>
                  <a:cubicBezTo>
                    <a:pt x="897" y="121"/>
                    <a:pt x="897" y="121"/>
                    <a:pt x="897" y="121"/>
                  </a:cubicBezTo>
                  <a:cubicBezTo>
                    <a:pt x="898" y="122"/>
                    <a:pt x="898" y="123"/>
                    <a:pt x="898" y="124"/>
                  </a:cubicBezTo>
                  <a:cubicBezTo>
                    <a:pt x="899" y="125"/>
                    <a:pt x="899" y="126"/>
                    <a:pt x="899" y="127"/>
                  </a:cubicBezTo>
                  <a:cubicBezTo>
                    <a:pt x="899" y="127"/>
                    <a:pt x="899" y="127"/>
                    <a:pt x="899" y="127"/>
                  </a:cubicBezTo>
                  <a:cubicBezTo>
                    <a:pt x="899" y="128"/>
                    <a:pt x="899" y="129"/>
                    <a:pt x="899" y="129"/>
                  </a:cubicBezTo>
                </a:path>
              </a:pathLst>
            </a:custGeom>
            <a:gradFill flip="none" rotWithShape="1">
              <a:gsLst>
                <a:gs pos="100000">
                  <a:schemeClr val="accent1">
                    <a:lumMod val="75000"/>
                    <a:alpha val="0"/>
                  </a:schemeClr>
                </a:gs>
                <a:gs pos="0">
                  <a:schemeClr val="accent1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  <p:sp>
          <p:nvSpPr>
            <p:cNvPr id="13" name="Freeform 55">
              <a:extLst>
                <a:ext uri="{FF2B5EF4-FFF2-40B4-BE49-F238E27FC236}">
                  <a16:creationId xmlns:a16="http://schemas.microsoft.com/office/drawing/2014/main" id="{4256C88E-CAB6-40EE-9702-B343D5B70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395" y="3081692"/>
              <a:ext cx="3160821" cy="713695"/>
            </a:xfrm>
            <a:custGeom>
              <a:avLst/>
              <a:gdLst>
                <a:gd name="T0" fmla="*/ 2025 w 2032"/>
                <a:gd name="T1" fmla="*/ 14 h 459"/>
                <a:gd name="T2" fmla="*/ 2014 w 2032"/>
                <a:gd name="T3" fmla="*/ 27 h 459"/>
                <a:gd name="T4" fmla="*/ 2001 w 2032"/>
                <a:gd name="T5" fmla="*/ 39 h 459"/>
                <a:gd name="T6" fmla="*/ 1986 w 2032"/>
                <a:gd name="T7" fmla="*/ 51 h 459"/>
                <a:gd name="T8" fmla="*/ 1970 w 2032"/>
                <a:gd name="T9" fmla="*/ 62 h 459"/>
                <a:gd name="T10" fmla="*/ 1951 w 2032"/>
                <a:gd name="T11" fmla="*/ 73 h 459"/>
                <a:gd name="T12" fmla="*/ 1928 w 2032"/>
                <a:gd name="T13" fmla="*/ 85 h 459"/>
                <a:gd name="T14" fmla="*/ 1922 w 2032"/>
                <a:gd name="T15" fmla="*/ 88 h 459"/>
                <a:gd name="T16" fmla="*/ 1902 w 2032"/>
                <a:gd name="T17" fmla="*/ 97 h 459"/>
                <a:gd name="T18" fmla="*/ 1874 w 2032"/>
                <a:gd name="T19" fmla="*/ 109 h 459"/>
                <a:gd name="T20" fmla="*/ 1847 w 2032"/>
                <a:gd name="T21" fmla="*/ 119 h 459"/>
                <a:gd name="T22" fmla="*/ 1818 w 2032"/>
                <a:gd name="T23" fmla="*/ 128 h 459"/>
                <a:gd name="T24" fmla="*/ 1799 w 2032"/>
                <a:gd name="T25" fmla="*/ 134 h 459"/>
                <a:gd name="T26" fmla="*/ 1771 w 2032"/>
                <a:gd name="T27" fmla="*/ 142 h 459"/>
                <a:gd name="T28" fmla="*/ 1736 w 2032"/>
                <a:gd name="T29" fmla="*/ 151 h 459"/>
                <a:gd name="T30" fmla="*/ 1700 w 2032"/>
                <a:gd name="T31" fmla="*/ 160 h 459"/>
                <a:gd name="T32" fmla="*/ 1663 w 2032"/>
                <a:gd name="T33" fmla="*/ 168 h 459"/>
                <a:gd name="T34" fmla="*/ 1623 w 2032"/>
                <a:gd name="T35" fmla="*/ 176 h 459"/>
                <a:gd name="T36" fmla="*/ 1579 w 2032"/>
                <a:gd name="T37" fmla="*/ 183 h 459"/>
                <a:gd name="T38" fmla="*/ 1535 w 2032"/>
                <a:gd name="T39" fmla="*/ 190 h 459"/>
                <a:gd name="T40" fmla="*/ 1511 w 2032"/>
                <a:gd name="T41" fmla="*/ 193 h 459"/>
                <a:gd name="T42" fmla="*/ 518 w 2032"/>
                <a:gd name="T43" fmla="*/ 191 h 459"/>
                <a:gd name="T44" fmla="*/ 110 w 2032"/>
                <a:gd name="T45" fmla="*/ 85 h 459"/>
                <a:gd name="T46" fmla="*/ 82 w 2032"/>
                <a:gd name="T47" fmla="*/ 70 h 459"/>
                <a:gd name="T48" fmla="*/ 62 w 2032"/>
                <a:gd name="T49" fmla="*/ 59 h 459"/>
                <a:gd name="T50" fmla="*/ 43 w 2032"/>
                <a:gd name="T51" fmla="*/ 46 h 459"/>
                <a:gd name="T52" fmla="*/ 29 w 2032"/>
                <a:gd name="T53" fmla="*/ 34 h 459"/>
                <a:gd name="T54" fmla="*/ 16 w 2032"/>
                <a:gd name="T55" fmla="*/ 21 h 459"/>
                <a:gd name="T56" fmla="*/ 6 w 2032"/>
                <a:gd name="T57" fmla="*/ 9 h 459"/>
                <a:gd name="T58" fmla="*/ 152 w 2032"/>
                <a:gd name="T59" fmla="*/ 267 h 459"/>
                <a:gd name="T60" fmla="*/ 156 w 2032"/>
                <a:gd name="T61" fmla="*/ 273 h 459"/>
                <a:gd name="T62" fmla="*/ 161 w 2032"/>
                <a:gd name="T63" fmla="*/ 281 h 459"/>
                <a:gd name="T64" fmla="*/ 168 w 2032"/>
                <a:gd name="T65" fmla="*/ 289 h 459"/>
                <a:gd name="T66" fmla="*/ 177 w 2032"/>
                <a:gd name="T67" fmla="*/ 297 h 459"/>
                <a:gd name="T68" fmla="*/ 188 w 2032"/>
                <a:gd name="T69" fmla="*/ 306 h 459"/>
                <a:gd name="T70" fmla="*/ 198 w 2032"/>
                <a:gd name="T71" fmla="*/ 314 h 459"/>
                <a:gd name="T72" fmla="*/ 210 w 2032"/>
                <a:gd name="T73" fmla="*/ 322 h 459"/>
                <a:gd name="T74" fmla="*/ 218 w 2032"/>
                <a:gd name="T75" fmla="*/ 326 h 459"/>
                <a:gd name="T76" fmla="*/ 234 w 2032"/>
                <a:gd name="T77" fmla="*/ 335 h 459"/>
                <a:gd name="T78" fmla="*/ 953 w 2032"/>
                <a:gd name="T79" fmla="*/ 458 h 459"/>
                <a:gd name="T80" fmla="*/ 1094 w 2032"/>
                <a:gd name="T81" fmla="*/ 458 h 459"/>
                <a:gd name="T82" fmla="*/ 1429 w 2032"/>
                <a:gd name="T83" fmla="*/ 433 h 459"/>
                <a:gd name="T84" fmla="*/ 1474 w 2032"/>
                <a:gd name="T85" fmla="*/ 426 h 459"/>
                <a:gd name="T86" fmla="*/ 1522 w 2032"/>
                <a:gd name="T87" fmla="*/ 418 h 459"/>
                <a:gd name="T88" fmla="*/ 1563 w 2032"/>
                <a:gd name="T89" fmla="*/ 411 h 459"/>
                <a:gd name="T90" fmla="*/ 1606 w 2032"/>
                <a:gd name="T91" fmla="*/ 401 h 459"/>
                <a:gd name="T92" fmla="*/ 1642 w 2032"/>
                <a:gd name="T93" fmla="*/ 393 h 459"/>
                <a:gd name="T94" fmla="*/ 1679 w 2032"/>
                <a:gd name="T95" fmla="*/ 382 h 459"/>
                <a:gd name="T96" fmla="*/ 1706 w 2032"/>
                <a:gd name="T97" fmla="*/ 374 h 459"/>
                <a:gd name="T98" fmla="*/ 1739 w 2032"/>
                <a:gd name="T99" fmla="*/ 363 h 459"/>
                <a:gd name="T100" fmla="*/ 1764 w 2032"/>
                <a:gd name="T101" fmla="*/ 352 h 459"/>
                <a:gd name="T102" fmla="*/ 1792 w 2032"/>
                <a:gd name="T103" fmla="*/ 340 h 459"/>
                <a:gd name="T104" fmla="*/ 1812 w 2032"/>
                <a:gd name="T105" fmla="*/ 329 h 459"/>
                <a:gd name="T106" fmla="*/ 1822 w 2032"/>
                <a:gd name="T107" fmla="*/ 323 h 459"/>
                <a:gd name="T108" fmla="*/ 1841 w 2032"/>
                <a:gd name="T109" fmla="*/ 311 h 459"/>
                <a:gd name="T110" fmla="*/ 1856 w 2032"/>
                <a:gd name="T111" fmla="*/ 299 h 459"/>
                <a:gd name="T112" fmla="*/ 1868 w 2032"/>
                <a:gd name="T113" fmla="*/ 285 h 459"/>
                <a:gd name="T114" fmla="*/ 1877 w 2032"/>
                <a:gd name="T115" fmla="*/ 273 h 459"/>
                <a:gd name="T116" fmla="*/ 2032 w 2032"/>
                <a:gd name="T117" fmla="*/ 3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32" h="459">
                  <a:moveTo>
                    <a:pt x="2029" y="8"/>
                  </a:moveTo>
                  <a:cubicBezTo>
                    <a:pt x="2029" y="9"/>
                    <a:pt x="2029" y="9"/>
                    <a:pt x="2029" y="9"/>
                  </a:cubicBezTo>
                  <a:cubicBezTo>
                    <a:pt x="2028" y="11"/>
                    <a:pt x="2026" y="12"/>
                    <a:pt x="2025" y="14"/>
                  </a:cubicBezTo>
                  <a:cubicBezTo>
                    <a:pt x="2025" y="14"/>
                    <a:pt x="2025" y="14"/>
                    <a:pt x="2025" y="14"/>
                  </a:cubicBezTo>
                  <a:cubicBezTo>
                    <a:pt x="2023" y="16"/>
                    <a:pt x="2022" y="18"/>
                    <a:pt x="2021" y="20"/>
                  </a:cubicBezTo>
                  <a:cubicBezTo>
                    <a:pt x="2020" y="20"/>
                    <a:pt x="2020" y="21"/>
                    <a:pt x="2020" y="21"/>
                  </a:cubicBezTo>
                  <a:cubicBezTo>
                    <a:pt x="2018" y="23"/>
                    <a:pt x="2016" y="24"/>
                    <a:pt x="2015" y="26"/>
                  </a:cubicBezTo>
                  <a:cubicBezTo>
                    <a:pt x="2014" y="27"/>
                    <a:pt x="2014" y="27"/>
                    <a:pt x="2014" y="27"/>
                  </a:cubicBezTo>
                  <a:cubicBezTo>
                    <a:pt x="2013" y="28"/>
                    <a:pt x="2011" y="30"/>
                    <a:pt x="2009" y="32"/>
                  </a:cubicBezTo>
                  <a:cubicBezTo>
                    <a:pt x="2009" y="32"/>
                    <a:pt x="2009" y="32"/>
                    <a:pt x="2008" y="33"/>
                  </a:cubicBezTo>
                  <a:cubicBezTo>
                    <a:pt x="2006" y="34"/>
                    <a:pt x="2005" y="36"/>
                    <a:pt x="2003" y="38"/>
                  </a:cubicBezTo>
                  <a:cubicBezTo>
                    <a:pt x="2002" y="38"/>
                    <a:pt x="2002" y="39"/>
                    <a:pt x="2001" y="39"/>
                  </a:cubicBezTo>
                  <a:cubicBezTo>
                    <a:pt x="1999" y="41"/>
                    <a:pt x="1997" y="42"/>
                    <a:pt x="1995" y="44"/>
                  </a:cubicBezTo>
                  <a:cubicBezTo>
                    <a:pt x="1995" y="44"/>
                    <a:pt x="1995" y="44"/>
                    <a:pt x="1995" y="44"/>
                  </a:cubicBezTo>
                  <a:cubicBezTo>
                    <a:pt x="1993" y="46"/>
                    <a:pt x="1990" y="48"/>
                    <a:pt x="1988" y="50"/>
                  </a:cubicBezTo>
                  <a:cubicBezTo>
                    <a:pt x="1988" y="50"/>
                    <a:pt x="1987" y="50"/>
                    <a:pt x="1986" y="51"/>
                  </a:cubicBezTo>
                  <a:cubicBezTo>
                    <a:pt x="1984" y="52"/>
                    <a:pt x="1982" y="54"/>
                    <a:pt x="1979" y="56"/>
                  </a:cubicBezTo>
                  <a:cubicBezTo>
                    <a:pt x="1978" y="56"/>
                    <a:pt x="1978" y="56"/>
                    <a:pt x="1978" y="56"/>
                  </a:cubicBezTo>
                  <a:cubicBezTo>
                    <a:pt x="1976" y="58"/>
                    <a:pt x="1974" y="60"/>
                    <a:pt x="1971" y="61"/>
                  </a:cubicBezTo>
                  <a:cubicBezTo>
                    <a:pt x="1971" y="61"/>
                    <a:pt x="1970" y="62"/>
                    <a:pt x="1970" y="62"/>
                  </a:cubicBezTo>
                  <a:cubicBezTo>
                    <a:pt x="1967" y="64"/>
                    <a:pt x="1964" y="65"/>
                    <a:pt x="1962" y="67"/>
                  </a:cubicBezTo>
                  <a:cubicBezTo>
                    <a:pt x="1961" y="67"/>
                    <a:pt x="1960" y="68"/>
                    <a:pt x="1960" y="68"/>
                  </a:cubicBezTo>
                  <a:cubicBezTo>
                    <a:pt x="1957" y="70"/>
                    <a:pt x="1954" y="71"/>
                    <a:pt x="1951" y="73"/>
                  </a:cubicBezTo>
                  <a:cubicBezTo>
                    <a:pt x="1951" y="73"/>
                    <a:pt x="1951" y="73"/>
                    <a:pt x="1951" y="73"/>
                  </a:cubicBezTo>
                  <a:cubicBezTo>
                    <a:pt x="1948" y="75"/>
                    <a:pt x="1945" y="76"/>
                    <a:pt x="1942" y="78"/>
                  </a:cubicBezTo>
                  <a:cubicBezTo>
                    <a:pt x="1941" y="78"/>
                    <a:pt x="1940" y="79"/>
                    <a:pt x="1940" y="79"/>
                  </a:cubicBezTo>
                  <a:cubicBezTo>
                    <a:pt x="1936" y="81"/>
                    <a:pt x="1933" y="82"/>
                    <a:pt x="1930" y="84"/>
                  </a:cubicBezTo>
                  <a:cubicBezTo>
                    <a:pt x="1930" y="84"/>
                    <a:pt x="1929" y="84"/>
                    <a:pt x="1928" y="85"/>
                  </a:cubicBezTo>
                  <a:cubicBezTo>
                    <a:pt x="1927" y="85"/>
                    <a:pt x="1926" y="86"/>
                    <a:pt x="1925" y="86"/>
                  </a:cubicBezTo>
                  <a:cubicBezTo>
                    <a:pt x="1925" y="87"/>
                    <a:pt x="1924" y="87"/>
                    <a:pt x="1924" y="87"/>
                  </a:cubicBezTo>
                  <a:cubicBezTo>
                    <a:pt x="1923" y="87"/>
                    <a:pt x="1923" y="87"/>
                    <a:pt x="1923" y="87"/>
                  </a:cubicBezTo>
                  <a:cubicBezTo>
                    <a:pt x="1923" y="88"/>
                    <a:pt x="1922" y="88"/>
                    <a:pt x="1922" y="88"/>
                  </a:cubicBezTo>
                  <a:cubicBezTo>
                    <a:pt x="1921" y="88"/>
                    <a:pt x="1920" y="89"/>
                    <a:pt x="1919" y="89"/>
                  </a:cubicBezTo>
                  <a:cubicBezTo>
                    <a:pt x="1917" y="90"/>
                    <a:pt x="1916" y="91"/>
                    <a:pt x="1914" y="92"/>
                  </a:cubicBezTo>
                  <a:cubicBezTo>
                    <a:pt x="1913" y="92"/>
                    <a:pt x="1913" y="92"/>
                    <a:pt x="1912" y="93"/>
                  </a:cubicBezTo>
                  <a:cubicBezTo>
                    <a:pt x="1909" y="94"/>
                    <a:pt x="1905" y="96"/>
                    <a:pt x="1902" y="97"/>
                  </a:cubicBezTo>
                  <a:cubicBezTo>
                    <a:pt x="1901" y="98"/>
                    <a:pt x="1900" y="98"/>
                    <a:pt x="1899" y="98"/>
                  </a:cubicBezTo>
                  <a:cubicBezTo>
                    <a:pt x="1896" y="100"/>
                    <a:pt x="1892" y="101"/>
                    <a:pt x="1888" y="103"/>
                  </a:cubicBezTo>
                  <a:cubicBezTo>
                    <a:pt x="1884" y="105"/>
                    <a:pt x="1881" y="106"/>
                    <a:pt x="1877" y="108"/>
                  </a:cubicBezTo>
                  <a:cubicBezTo>
                    <a:pt x="1876" y="108"/>
                    <a:pt x="1875" y="108"/>
                    <a:pt x="1874" y="109"/>
                  </a:cubicBezTo>
                  <a:cubicBezTo>
                    <a:pt x="1870" y="110"/>
                    <a:pt x="1866" y="112"/>
                    <a:pt x="1862" y="113"/>
                  </a:cubicBezTo>
                  <a:cubicBezTo>
                    <a:pt x="1862" y="113"/>
                    <a:pt x="1861" y="114"/>
                    <a:pt x="1860" y="114"/>
                  </a:cubicBezTo>
                  <a:cubicBezTo>
                    <a:pt x="1857" y="115"/>
                    <a:pt x="1853" y="117"/>
                    <a:pt x="1849" y="118"/>
                  </a:cubicBezTo>
                  <a:cubicBezTo>
                    <a:pt x="1848" y="118"/>
                    <a:pt x="1848" y="118"/>
                    <a:pt x="1847" y="119"/>
                  </a:cubicBezTo>
                  <a:cubicBezTo>
                    <a:pt x="1843" y="120"/>
                    <a:pt x="1839" y="122"/>
                    <a:pt x="1834" y="123"/>
                  </a:cubicBezTo>
                  <a:cubicBezTo>
                    <a:pt x="1834" y="123"/>
                    <a:pt x="1833" y="124"/>
                    <a:pt x="1832" y="124"/>
                  </a:cubicBezTo>
                  <a:cubicBezTo>
                    <a:pt x="1827" y="125"/>
                    <a:pt x="1823" y="127"/>
                    <a:pt x="1818" y="128"/>
                  </a:cubicBezTo>
                  <a:cubicBezTo>
                    <a:pt x="1818" y="128"/>
                    <a:pt x="1818" y="128"/>
                    <a:pt x="1818" y="128"/>
                  </a:cubicBezTo>
                  <a:cubicBezTo>
                    <a:pt x="1813" y="130"/>
                    <a:pt x="1809" y="131"/>
                    <a:pt x="1804" y="133"/>
                  </a:cubicBezTo>
                  <a:cubicBezTo>
                    <a:pt x="1803" y="133"/>
                    <a:pt x="1803" y="133"/>
                    <a:pt x="1803" y="133"/>
                  </a:cubicBezTo>
                  <a:cubicBezTo>
                    <a:pt x="1803" y="133"/>
                    <a:pt x="1802" y="133"/>
                    <a:pt x="1801" y="133"/>
                  </a:cubicBezTo>
                  <a:cubicBezTo>
                    <a:pt x="1801" y="134"/>
                    <a:pt x="1800" y="134"/>
                    <a:pt x="1799" y="134"/>
                  </a:cubicBezTo>
                  <a:cubicBezTo>
                    <a:pt x="1795" y="135"/>
                    <a:pt x="1791" y="136"/>
                    <a:pt x="1787" y="138"/>
                  </a:cubicBezTo>
                  <a:cubicBezTo>
                    <a:pt x="1787" y="138"/>
                    <a:pt x="1786" y="138"/>
                    <a:pt x="1785" y="138"/>
                  </a:cubicBezTo>
                  <a:cubicBezTo>
                    <a:pt x="1785" y="138"/>
                    <a:pt x="1785" y="138"/>
                    <a:pt x="1785" y="138"/>
                  </a:cubicBezTo>
                  <a:cubicBezTo>
                    <a:pt x="1780" y="140"/>
                    <a:pt x="1776" y="141"/>
                    <a:pt x="1771" y="142"/>
                  </a:cubicBezTo>
                  <a:cubicBezTo>
                    <a:pt x="1771" y="142"/>
                    <a:pt x="1770" y="142"/>
                    <a:pt x="1770" y="143"/>
                  </a:cubicBezTo>
                  <a:cubicBezTo>
                    <a:pt x="1765" y="144"/>
                    <a:pt x="1760" y="145"/>
                    <a:pt x="1755" y="147"/>
                  </a:cubicBezTo>
                  <a:cubicBezTo>
                    <a:pt x="1754" y="147"/>
                    <a:pt x="1752" y="147"/>
                    <a:pt x="1751" y="147"/>
                  </a:cubicBezTo>
                  <a:cubicBezTo>
                    <a:pt x="1746" y="149"/>
                    <a:pt x="1741" y="150"/>
                    <a:pt x="1736" y="151"/>
                  </a:cubicBezTo>
                  <a:cubicBezTo>
                    <a:pt x="1735" y="152"/>
                    <a:pt x="1735" y="152"/>
                    <a:pt x="1734" y="152"/>
                  </a:cubicBezTo>
                  <a:cubicBezTo>
                    <a:pt x="1729" y="153"/>
                    <a:pt x="1724" y="154"/>
                    <a:pt x="1719" y="155"/>
                  </a:cubicBezTo>
                  <a:cubicBezTo>
                    <a:pt x="1718" y="156"/>
                    <a:pt x="1717" y="156"/>
                    <a:pt x="1716" y="156"/>
                  </a:cubicBezTo>
                  <a:cubicBezTo>
                    <a:pt x="1711" y="157"/>
                    <a:pt x="1706" y="159"/>
                    <a:pt x="1700" y="160"/>
                  </a:cubicBezTo>
                  <a:cubicBezTo>
                    <a:pt x="1699" y="160"/>
                    <a:pt x="1698" y="160"/>
                    <a:pt x="1697" y="161"/>
                  </a:cubicBezTo>
                  <a:cubicBezTo>
                    <a:pt x="1692" y="162"/>
                    <a:pt x="1687" y="163"/>
                    <a:pt x="1681" y="164"/>
                  </a:cubicBezTo>
                  <a:cubicBezTo>
                    <a:pt x="1681" y="164"/>
                    <a:pt x="1680" y="164"/>
                    <a:pt x="1680" y="164"/>
                  </a:cubicBezTo>
                  <a:cubicBezTo>
                    <a:pt x="1674" y="166"/>
                    <a:pt x="1668" y="167"/>
                    <a:pt x="1663" y="168"/>
                  </a:cubicBezTo>
                  <a:cubicBezTo>
                    <a:pt x="1661" y="168"/>
                    <a:pt x="1660" y="168"/>
                    <a:pt x="1659" y="169"/>
                  </a:cubicBezTo>
                  <a:cubicBezTo>
                    <a:pt x="1653" y="170"/>
                    <a:pt x="1647" y="171"/>
                    <a:pt x="1641" y="172"/>
                  </a:cubicBezTo>
                  <a:cubicBezTo>
                    <a:pt x="1641" y="172"/>
                    <a:pt x="1640" y="172"/>
                    <a:pt x="1639" y="173"/>
                  </a:cubicBezTo>
                  <a:cubicBezTo>
                    <a:pt x="1634" y="174"/>
                    <a:pt x="1628" y="175"/>
                    <a:pt x="1623" y="176"/>
                  </a:cubicBezTo>
                  <a:cubicBezTo>
                    <a:pt x="1622" y="176"/>
                    <a:pt x="1620" y="176"/>
                    <a:pt x="1619" y="176"/>
                  </a:cubicBezTo>
                  <a:cubicBezTo>
                    <a:pt x="1613" y="177"/>
                    <a:pt x="1607" y="178"/>
                    <a:pt x="1601" y="179"/>
                  </a:cubicBezTo>
                  <a:cubicBezTo>
                    <a:pt x="1600" y="180"/>
                    <a:pt x="1599" y="180"/>
                    <a:pt x="1597" y="180"/>
                  </a:cubicBezTo>
                  <a:cubicBezTo>
                    <a:pt x="1591" y="181"/>
                    <a:pt x="1585" y="182"/>
                    <a:pt x="1579" y="183"/>
                  </a:cubicBezTo>
                  <a:cubicBezTo>
                    <a:pt x="1578" y="183"/>
                    <a:pt x="1578" y="183"/>
                    <a:pt x="1578" y="183"/>
                  </a:cubicBezTo>
                  <a:cubicBezTo>
                    <a:pt x="1572" y="184"/>
                    <a:pt x="1565" y="185"/>
                    <a:pt x="1559" y="186"/>
                  </a:cubicBezTo>
                  <a:cubicBezTo>
                    <a:pt x="1558" y="187"/>
                    <a:pt x="1556" y="187"/>
                    <a:pt x="1555" y="187"/>
                  </a:cubicBezTo>
                  <a:cubicBezTo>
                    <a:pt x="1548" y="188"/>
                    <a:pt x="1542" y="189"/>
                    <a:pt x="1535" y="190"/>
                  </a:cubicBezTo>
                  <a:cubicBezTo>
                    <a:pt x="1534" y="190"/>
                    <a:pt x="1533" y="190"/>
                    <a:pt x="1532" y="190"/>
                  </a:cubicBezTo>
                  <a:cubicBezTo>
                    <a:pt x="1531" y="191"/>
                    <a:pt x="1530" y="191"/>
                    <a:pt x="1529" y="191"/>
                  </a:cubicBezTo>
                  <a:cubicBezTo>
                    <a:pt x="1524" y="192"/>
                    <a:pt x="1519" y="192"/>
                    <a:pt x="1514" y="193"/>
                  </a:cubicBezTo>
                  <a:cubicBezTo>
                    <a:pt x="1513" y="193"/>
                    <a:pt x="1512" y="193"/>
                    <a:pt x="1511" y="193"/>
                  </a:cubicBezTo>
                  <a:cubicBezTo>
                    <a:pt x="1504" y="194"/>
                    <a:pt x="1497" y="195"/>
                    <a:pt x="1491" y="196"/>
                  </a:cubicBezTo>
                  <a:cubicBezTo>
                    <a:pt x="1489" y="196"/>
                    <a:pt x="1488" y="197"/>
                    <a:pt x="1486" y="197"/>
                  </a:cubicBezTo>
                  <a:cubicBezTo>
                    <a:pt x="1479" y="198"/>
                    <a:pt x="1472" y="199"/>
                    <a:pt x="1465" y="199"/>
                  </a:cubicBezTo>
                  <a:cubicBezTo>
                    <a:pt x="1153" y="237"/>
                    <a:pt x="800" y="232"/>
                    <a:pt x="518" y="191"/>
                  </a:cubicBezTo>
                  <a:cubicBezTo>
                    <a:pt x="513" y="191"/>
                    <a:pt x="507" y="190"/>
                    <a:pt x="502" y="189"/>
                  </a:cubicBezTo>
                  <a:cubicBezTo>
                    <a:pt x="407" y="175"/>
                    <a:pt x="321" y="157"/>
                    <a:pt x="247" y="136"/>
                  </a:cubicBezTo>
                  <a:cubicBezTo>
                    <a:pt x="246" y="136"/>
                    <a:pt x="246" y="136"/>
                    <a:pt x="246" y="136"/>
                  </a:cubicBezTo>
                  <a:cubicBezTo>
                    <a:pt x="194" y="120"/>
                    <a:pt x="148" y="103"/>
                    <a:pt x="110" y="85"/>
                  </a:cubicBezTo>
                  <a:cubicBezTo>
                    <a:pt x="108" y="84"/>
                    <a:pt x="107" y="83"/>
                    <a:pt x="105" y="82"/>
                  </a:cubicBezTo>
                  <a:cubicBezTo>
                    <a:pt x="102" y="81"/>
                    <a:pt x="98" y="79"/>
                    <a:pt x="95" y="77"/>
                  </a:cubicBezTo>
                  <a:cubicBezTo>
                    <a:pt x="91" y="75"/>
                    <a:pt x="88" y="74"/>
                    <a:pt x="85" y="72"/>
                  </a:cubicBezTo>
                  <a:cubicBezTo>
                    <a:pt x="84" y="71"/>
                    <a:pt x="83" y="71"/>
                    <a:pt x="82" y="70"/>
                  </a:cubicBezTo>
                  <a:cubicBezTo>
                    <a:pt x="79" y="69"/>
                    <a:pt x="77" y="67"/>
                    <a:pt x="75" y="66"/>
                  </a:cubicBezTo>
                  <a:cubicBezTo>
                    <a:pt x="74" y="66"/>
                    <a:pt x="73" y="65"/>
                    <a:pt x="71" y="64"/>
                  </a:cubicBezTo>
                  <a:cubicBezTo>
                    <a:pt x="69" y="63"/>
                    <a:pt x="67" y="62"/>
                    <a:pt x="65" y="60"/>
                  </a:cubicBezTo>
                  <a:cubicBezTo>
                    <a:pt x="64" y="60"/>
                    <a:pt x="63" y="59"/>
                    <a:pt x="62" y="59"/>
                  </a:cubicBezTo>
                  <a:cubicBezTo>
                    <a:pt x="59" y="57"/>
                    <a:pt x="57" y="55"/>
                    <a:pt x="54" y="53"/>
                  </a:cubicBezTo>
                  <a:cubicBezTo>
                    <a:pt x="53" y="53"/>
                    <a:pt x="53" y="52"/>
                    <a:pt x="52" y="52"/>
                  </a:cubicBezTo>
                  <a:cubicBezTo>
                    <a:pt x="50" y="51"/>
                    <a:pt x="48" y="49"/>
                    <a:pt x="46" y="48"/>
                  </a:cubicBezTo>
                  <a:cubicBezTo>
                    <a:pt x="45" y="47"/>
                    <a:pt x="44" y="46"/>
                    <a:pt x="43" y="46"/>
                  </a:cubicBezTo>
                  <a:cubicBezTo>
                    <a:pt x="42" y="44"/>
                    <a:pt x="40" y="43"/>
                    <a:pt x="38" y="42"/>
                  </a:cubicBezTo>
                  <a:cubicBezTo>
                    <a:pt x="37" y="41"/>
                    <a:pt x="37" y="41"/>
                    <a:pt x="36" y="40"/>
                  </a:cubicBezTo>
                  <a:cubicBezTo>
                    <a:pt x="34" y="38"/>
                    <a:pt x="32" y="37"/>
                    <a:pt x="30" y="35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7" y="32"/>
                    <a:pt x="25" y="31"/>
                    <a:pt x="23" y="29"/>
                  </a:cubicBezTo>
                  <a:cubicBezTo>
                    <a:pt x="23" y="28"/>
                    <a:pt x="22" y="28"/>
                    <a:pt x="21" y="27"/>
                  </a:cubicBezTo>
                  <a:cubicBezTo>
                    <a:pt x="20" y="26"/>
                    <a:pt x="19" y="24"/>
                    <a:pt x="18" y="23"/>
                  </a:cubicBezTo>
                  <a:cubicBezTo>
                    <a:pt x="17" y="22"/>
                    <a:pt x="16" y="22"/>
                    <a:pt x="16" y="21"/>
                  </a:cubicBezTo>
                  <a:cubicBezTo>
                    <a:pt x="14" y="20"/>
                    <a:pt x="13" y="18"/>
                    <a:pt x="12" y="17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9" y="13"/>
                    <a:pt x="8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7"/>
                    <a:pt x="3" y="5"/>
                    <a:pt x="2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51" y="89"/>
                    <a:pt x="101" y="178"/>
                    <a:pt x="152" y="267"/>
                  </a:cubicBezTo>
                  <a:cubicBezTo>
                    <a:pt x="153" y="268"/>
                    <a:pt x="153" y="268"/>
                    <a:pt x="153" y="268"/>
                  </a:cubicBezTo>
                  <a:cubicBezTo>
                    <a:pt x="153" y="269"/>
                    <a:pt x="153" y="269"/>
                    <a:pt x="153" y="269"/>
                  </a:cubicBezTo>
                  <a:cubicBezTo>
                    <a:pt x="153" y="269"/>
                    <a:pt x="154" y="270"/>
                    <a:pt x="154" y="270"/>
                  </a:cubicBezTo>
                  <a:cubicBezTo>
                    <a:pt x="154" y="271"/>
                    <a:pt x="155" y="272"/>
                    <a:pt x="156" y="273"/>
                  </a:cubicBezTo>
                  <a:cubicBezTo>
                    <a:pt x="156" y="273"/>
                    <a:pt x="156" y="274"/>
                    <a:pt x="157" y="274"/>
                  </a:cubicBezTo>
                  <a:cubicBezTo>
                    <a:pt x="157" y="275"/>
                    <a:pt x="158" y="276"/>
                    <a:pt x="158" y="277"/>
                  </a:cubicBezTo>
                  <a:cubicBezTo>
                    <a:pt x="159" y="277"/>
                    <a:pt x="159" y="278"/>
                    <a:pt x="159" y="278"/>
                  </a:cubicBezTo>
                  <a:cubicBezTo>
                    <a:pt x="160" y="279"/>
                    <a:pt x="161" y="280"/>
                    <a:pt x="161" y="281"/>
                  </a:cubicBezTo>
                  <a:cubicBezTo>
                    <a:pt x="162" y="281"/>
                    <a:pt x="162" y="282"/>
                    <a:pt x="163" y="282"/>
                  </a:cubicBezTo>
                  <a:cubicBezTo>
                    <a:pt x="163" y="283"/>
                    <a:pt x="164" y="284"/>
                    <a:pt x="165" y="285"/>
                  </a:cubicBezTo>
                  <a:cubicBezTo>
                    <a:pt x="165" y="285"/>
                    <a:pt x="165" y="286"/>
                    <a:pt x="166" y="286"/>
                  </a:cubicBezTo>
                  <a:cubicBezTo>
                    <a:pt x="167" y="287"/>
                    <a:pt x="167" y="288"/>
                    <a:pt x="168" y="289"/>
                  </a:cubicBezTo>
                  <a:cubicBezTo>
                    <a:pt x="169" y="289"/>
                    <a:pt x="169" y="290"/>
                    <a:pt x="170" y="290"/>
                  </a:cubicBezTo>
                  <a:cubicBezTo>
                    <a:pt x="171" y="291"/>
                    <a:pt x="171" y="292"/>
                    <a:pt x="172" y="293"/>
                  </a:cubicBezTo>
                  <a:cubicBezTo>
                    <a:pt x="173" y="293"/>
                    <a:pt x="173" y="294"/>
                    <a:pt x="174" y="294"/>
                  </a:cubicBezTo>
                  <a:cubicBezTo>
                    <a:pt x="175" y="295"/>
                    <a:pt x="176" y="296"/>
                    <a:pt x="177" y="297"/>
                  </a:cubicBezTo>
                  <a:cubicBezTo>
                    <a:pt x="177" y="297"/>
                    <a:pt x="178" y="298"/>
                    <a:pt x="178" y="298"/>
                  </a:cubicBezTo>
                  <a:cubicBezTo>
                    <a:pt x="179" y="299"/>
                    <a:pt x="181" y="301"/>
                    <a:pt x="183" y="302"/>
                  </a:cubicBezTo>
                  <a:cubicBezTo>
                    <a:pt x="183" y="303"/>
                    <a:pt x="183" y="303"/>
                    <a:pt x="183" y="303"/>
                  </a:cubicBezTo>
                  <a:cubicBezTo>
                    <a:pt x="185" y="304"/>
                    <a:pt x="186" y="305"/>
                    <a:pt x="188" y="306"/>
                  </a:cubicBezTo>
                  <a:cubicBezTo>
                    <a:pt x="188" y="306"/>
                    <a:pt x="189" y="307"/>
                    <a:pt x="189" y="307"/>
                  </a:cubicBezTo>
                  <a:cubicBezTo>
                    <a:pt x="190" y="308"/>
                    <a:pt x="192" y="309"/>
                    <a:pt x="193" y="310"/>
                  </a:cubicBezTo>
                  <a:cubicBezTo>
                    <a:pt x="193" y="310"/>
                    <a:pt x="194" y="311"/>
                    <a:pt x="195" y="311"/>
                  </a:cubicBezTo>
                  <a:cubicBezTo>
                    <a:pt x="196" y="312"/>
                    <a:pt x="197" y="313"/>
                    <a:pt x="198" y="314"/>
                  </a:cubicBezTo>
                  <a:cubicBezTo>
                    <a:pt x="199" y="314"/>
                    <a:pt x="200" y="315"/>
                    <a:pt x="201" y="315"/>
                  </a:cubicBezTo>
                  <a:cubicBezTo>
                    <a:pt x="202" y="316"/>
                    <a:pt x="203" y="317"/>
                    <a:pt x="204" y="318"/>
                  </a:cubicBezTo>
                  <a:cubicBezTo>
                    <a:pt x="205" y="318"/>
                    <a:pt x="206" y="319"/>
                    <a:pt x="207" y="319"/>
                  </a:cubicBezTo>
                  <a:cubicBezTo>
                    <a:pt x="208" y="320"/>
                    <a:pt x="209" y="321"/>
                    <a:pt x="210" y="322"/>
                  </a:cubicBezTo>
                  <a:cubicBezTo>
                    <a:pt x="211" y="322"/>
                    <a:pt x="211" y="322"/>
                    <a:pt x="212" y="322"/>
                  </a:cubicBezTo>
                  <a:cubicBezTo>
                    <a:pt x="212" y="323"/>
                    <a:pt x="213" y="323"/>
                    <a:pt x="213" y="323"/>
                  </a:cubicBezTo>
                  <a:cubicBezTo>
                    <a:pt x="214" y="324"/>
                    <a:pt x="216" y="325"/>
                    <a:pt x="217" y="325"/>
                  </a:cubicBezTo>
                  <a:cubicBezTo>
                    <a:pt x="218" y="326"/>
                    <a:pt x="218" y="326"/>
                    <a:pt x="218" y="326"/>
                  </a:cubicBezTo>
                  <a:cubicBezTo>
                    <a:pt x="218" y="326"/>
                    <a:pt x="219" y="327"/>
                    <a:pt x="220" y="327"/>
                  </a:cubicBezTo>
                  <a:cubicBezTo>
                    <a:pt x="221" y="328"/>
                    <a:pt x="223" y="329"/>
                    <a:pt x="224" y="330"/>
                  </a:cubicBezTo>
                  <a:cubicBezTo>
                    <a:pt x="225" y="330"/>
                    <a:pt x="226" y="330"/>
                    <a:pt x="226" y="331"/>
                  </a:cubicBezTo>
                  <a:cubicBezTo>
                    <a:pt x="229" y="332"/>
                    <a:pt x="231" y="333"/>
                    <a:pt x="234" y="335"/>
                  </a:cubicBezTo>
                  <a:cubicBezTo>
                    <a:pt x="326" y="382"/>
                    <a:pt x="478" y="418"/>
                    <a:pt x="655" y="438"/>
                  </a:cubicBezTo>
                  <a:cubicBezTo>
                    <a:pt x="744" y="448"/>
                    <a:pt x="839" y="455"/>
                    <a:pt x="937" y="457"/>
                  </a:cubicBezTo>
                  <a:cubicBezTo>
                    <a:pt x="938" y="457"/>
                    <a:pt x="940" y="457"/>
                    <a:pt x="941" y="457"/>
                  </a:cubicBezTo>
                  <a:cubicBezTo>
                    <a:pt x="945" y="458"/>
                    <a:pt x="949" y="458"/>
                    <a:pt x="953" y="458"/>
                  </a:cubicBezTo>
                  <a:cubicBezTo>
                    <a:pt x="994" y="458"/>
                    <a:pt x="1036" y="459"/>
                    <a:pt x="1077" y="458"/>
                  </a:cubicBezTo>
                  <a:cubicBezTo>
                    <a:pt x="1081" y="458"/>
                    <a:pt x="1086" y="458"/>
                    <a:pt x="1090" y="458"/>
                  </a:cubicBezTo>
                  <a:cubicBezTo>
                    <a:pt x="1091" y="458"/>
                    <a:pt x="1092" y="458"/>
                    <a:pt x="1093" y="458"/>
                  </a:cubicBezTo>
                  <a:cubicBezTo>
                    <a:pt x="1094" y="458"/>
                    <a:pt x="1094" y="458"/>
                    <a:pt x="1094" y="458"/>
                  </a:cubicBezTo>
                  <a:cubicBezTo>
                    <a:pt x="1189" y="456"/>
                    <a:pt x="1284" y="450"/>
                    <a:pt x="1375" y="439"/>
                  </a:cubicBezTo>
                  <a:cubicBezTo>
                    <a:pt x="1383" y="438"/>
                    <a:pt x="1391" y="438"/>
                    <a:pt x="1399" y="437"/>
                  </a:cubicBezTo>
                  <a:cubicBezTo>
                    <a:pt x="1407" y="436"/>
                    <a:pt x="1414" y="435"/>
                    <a:pt x="1422" y="434"/>
                  </a:cubicBezTo>
                  <a:cubicBezTo>
                    <a:pt x="1424" y="433"/>
                    <a:pt x="1427" y="433"/>
                    <a:pt x="1429" y="433"/>
                  </a:cubicBezTo>
                  <a:cubicBezTo>
                    <a:pt x="1434" y="432"/>
                    <a:pt x="1439" y="431"/>
                    <a:pt x="1445" y="431"/>
                  </a:cubicBezTo>
                  <a:cubicBezTo>
                    <a:pt x="1447" y="430"/>
                    <a:pt x="1450" y="430"/>
                    <a:pt x="1452" y="429"/>
                  </a:cubicBezTo>
                  <a:cubicBezTo>
                    <a:pt x="1457" y="429"/>
                    <a:pt x="1462" y="428"/>
                    <a:pt x="1467" y="427"/>
                  </a:cubicBezTo>
                  <a:cubicBezTo>
                    <a:pt x="1470" y="427"/>
                    <a:pt x="1472" y="427"/>
                    <a:pt x="1474" y="426"/>
                  </a:cubicBezTo>
                  <a:cubicBezTo>
                    <a:pt x="1481" y="425"/>
                    <a:pt x="1487" y="424"/>
                    <a:pt x="1494" y="423"/>
                  </a:cubicBezTo>
                  <a:cubicBezTo>
                    <a:pt x="1494" y="423"/>
                    <a:pt x="1495" y="423"/>
                    <a:pt x="1495" y="423"/>
                  </a:cubicBezTo>
                  <a:cubicBezTo>
                    <a:pt x="1502" y="422"/>
                    <a:pt x="1509" y="421"/>
                    <a:pt x="1516" y="419"/>
                  </a:cubicBezTo>
                  <a:cubicBezTo>
                    <a:pt x="1518" y="419"/>
                    <a:pt x="1520" y="419"/>
                    <a:pt x="1522" y="418"/>
                  </a:cubicBezTo>
                  <a:cubicBezTo>
                    <a:pt x="1527" y="417"/>
                    <a:pt x="1532" y="417"/>
                    <a:pt x="1536" y="416"/>
                  </a:cubicBezTo>
                  <a:cubicBezTo>
                    <a:pt x="1539" y="415"/>
                    <a:pt x="1541" y="415"/>
                    <a:pt x="1543" y="414"/>
                  </a:cubicBezTo>
                  <a:cubicBezTo>
                    <a:pt x="1548" y="414"/>
                    <a:pt x="1552" y="413"/>
                    <a:pt x="1557" y="412"/>
                  </a:cubicBezTo>
                  <a:cubicBezTo>
                    <a:pt x="1559" y="411"/>
                    <a:pt x="1561" y="411"/>
                    <a:pt x="1563" y="411"/>
                  </a:cubicBezTo>
                  <a:cubicBezTo>
                    <a:pt x="1569" y="409"/>
                    <a:pt x="1574" y="408"/>
                    <a:pt x="1579" y="407"/>
                  </a:cubicBezTo>
                  <a:cubicBezTo>
                    <a:pt x="1580" y="407"/>
                    <a:pt x="1581" y="407"/>
                    <a:pt x="1582" y="407"/>
                  </a:cubicBezTo>
                  <a:cubicBezTo>
                    <a:pt x="1588" y="405"/>
                    <a:pt x="1594" y="404"/>
                    <a:pt x="1600" y="403"/>
                  </a:cubicBezTo>
                  <a:cubicBezTo>
                    <a:pt x="1602" y="402"/>
                    <a:pt x="1604" y="402"/>
                    <a:pt x="1606" y="401"/>
                  </a:cubicBezTo>
                  <a:cubicBezTo>
                    <a:pt x="1610" y="400"/>
                    <a:pt x="1614" y="399"/>
                    <a:pt x="1618" y="398"/>
                  </a:cubicBezTo>
                  <a:cubicBezTo>
                    <a:pt x="1621" y="398"/>
                    <a:pt x="1623" y="397"/>
                    <a:pt x="1625" y="397"/>
                  </a:cubicBezTo>
                  <a:cubicBezTo>
                    <a:pt x="1629" y="396"/>
                    <a:pt x="1632" y="395"/>
                    <a:pt x="1636" y="394"/>
                  </a:cubicBezTo>
                  <a:cubicBezTo>
                    <a:pt x="1638" y="394"/>
                    <a:pt x="1640" y="393"/>
                    <a:pt x="1642" y="393"/>
                  </a:cubicBezTo>
                  <a:cubicBezTo>
                    <a:pt x="1647" y="391"/>
                    <a:pt x="1651" y="390"/>
                    <a:pt x="1656" y="389"/>
                  </a:cubicBezTo>
                  <a:cubicBezTo>
                    <a:pt x="1657" y="389"/>
                    <a:pt x="1658" y="388"/>
                    <a:pt x="1659" y="388"/>
                  </a:cubicBezTo>
                  <a:cubicBezTo>
                    <a:pt x="1664" y="387"/>
                    <a:pt x="1669" y="385"/>
                    <a:pt x="1675" y="384"/>
                  </a:cubicBezTo>
                  <a:cubicBezTo>
                    <a:pt x="1676" y="383"/>
                    <a:pt x="1678" y="383"/>
                    <a:pt x="1679" y="382"/>
                  </a:cubicBezTo>
                  <a:cubicBezTo>
                    <a:pt x="1681" y="382"/>
                    <a:pt x="1682" y="382"/>
                    <a:pt x="1683" y="381"/>
                  </a:cubicBezTo>
                  <a:cubicBezTo>
                    <a:pt x="1686" y="380"/>
                    <a:pt x="1688" y="380"/>
                    <a:pt x="1690" y="379"/>
                  </a:cubicBezTo>
                  <a:cubicBezTo>
                    <a:pt x="1692" y="378"/>
                    <a:pt x="1694" y="378"/>
                    <a:pt x="1696" y="377"/>
                  </a:cubicBezTo>
                  <a:cubicBezTo>
                    <a:pt x="1699" y="376"/>
                    <a:pt x="1702" y="375"/>
                    <a:pt x="1706" y="374"/>
                  </a:cubicBezTo>
                  <a:cubicBezTo>
                    <a:pt x="1707" y="374"/>
                    <a:pt x="1709" y="373"/>
                    <a:pt x="1711" y="372"/>
                  </a:cubicBezTo>
                  <a:cubicBezTo>
                    <a:pt x="1714" y="371"/>
                    <a:pt x="1718" y="370"/>
                    <a:pt x="1722" y="369"/>
                  </a:cubicBezTo>
                  <a:cubicBezTo>
                    <a:pt x="1723" y="368"/>
                    <a:pt x="1724" y="368"/>
                    <a:pt x="1725" y="368"/>
                  </a:cubicBezTo>
                  <a:cubicBezTo>
                    <a:pt x="1730" y="366"/>
                    <a:pt x="1734" y="364"/>
                    <a:pt x="1739" y="363"/>
                  </a:cubicBezTo>
                  <a:cubicBezTo>
                    <a:pt x="1740" y="362"/>
                    <a:pt x="1741" y="362"/>
                    <a:pt x="1742" y="361"/>
                  </a:cubicBezTo>
                  <a:cubicBezTo>
                    <a:pt x="1745" y="360"/>
                    <a:pt x="1748" y="359"/>
                    <a:pt x="1752" y="358"/>
                  </a:cubicBezTo>
                  <a:cubicBezTo>
                    <a:pt x="1753" y="357"/>
                    <a:pt x="1755" y="356"/>
                    <a:pt x="1756" y="356"/>
                  </a:cubicBezTo>
                  <a:cubicBezTo>
                    <a:pt x="1759" y="355"/>
                    <a:pt x="1762" y="354"/>
                    <a:pt x="1764" y="352"/>
                  </a:cubicBezTo>
                  <a:cubicBezTo>
                    <a:pt x="1766" y="352"/>
                    <a:pt x="1767" y="351"/>
                    <a:pt x="1769" y="351"/>
                  </a:cubicBezTo>
                  <a:cubicBezTo>
                    <a:pt x="1772" y="349"/>
                    <a:pt x="1775" y="348"/>
                    <a:pt x="1778" y="347"/>
                  </a:cubicBezTo>
                  <a:cubicBezTo>
                    <a:pt x="1779" y="346"/>
                    <a:pt x="1780" y="346"/>
                    <a:pt x="1780" y="345"/>
                  </a:cubicBezTo>
                  <a:cubicBezTo>
                    <a:pt x="1784" y="344"/>
                    <a:pt x="1788" y="342"/>
                    <a:pt x="1792" y="340"/>
                  </a:cubicBezTo>
                  <a:cubicBezTo>
                    <a:pt x="1792" y="340"/>
                    <a:pt x="1793" y="339"/>
                    <a:pt x="1794" y="339"/>
                  </a:cubicBezTo>
                  <a:cubicBezTo>
                    <a:pt x="1797" y="338"/>
                    <a:pt x="1799" y="336"/>
                    <a:pt x="1802" y="335"/>
                  </a:cubicBezTo>
                  <a:cubicBezTo>
                    <a:pt x="1803" y="334"/>
                    <a:pt x="1804" y="334"/>
                    <a:pt x="1806" y="333"/>
                  </a:cubicBezTo>
                  <a:cubicBezTo>
                    <a:pt x="1808" y="332"/>
                    <a:pt x="1810" y="330"/>
                    <a:pt x="1812" y="329"/>
                  </a:cubicBezTo>
                  <a:cubicBezTo>
                    <a:pt x="1813" y="329"/>
                    <a:pt x="1813" y="329"/>
                    <a:pt x="1813" y="329"/>
                  </a:cubicBezTo>
                  <a:cubicBezTo>
                    <a:pt x="1814" y="328"/>
                    <a:pt x="1815" y="328"/>
                    <a:pt x="1816" y="327"/>
                  </a:cubicBezTo>
                  <a:cubicBezTo>
                    <a:pt x="1817" y="327"/>
                    <a:pt x="1818" y="326"/>
                    <a:pt x="1820" y="325"/>
                  </a:cubicBezTo>
                  <a:cubicBezTo>
                    <a:pt x="1820" y="324"/>
                    <a:pt x="1821" y="324"/>
                    <a:pt x="1822" y="323"/>
                  </a:cubicBezTo>
                  <a:cubicBezTo>
                    <a:pt x="1823" y="323"/>
                    <a:pt x="1824" y="322"/>
                    <a:pt x="1825" y="322"/>
                  </a:cubicBezTo>
                  <a:cubicBezTo>
                    <a:pt x="1828" y="320"/>
                    <a:pt x="1830" y="318"/>
                    <a:pt x="1833" y="316"/>
                  </a:cubicBezTo>
                  <a:cubicBezTo>
                    <a:pt x="1834" y="316"/>
                    <a:pt x="1834" y="315"/>
                    <a:pt x="1835" y="315"/>
                  </a:cubicBezTo>
                  <a:cubicBezTo>
                    <a:pt x="1837" y="314"/>
                    <a:pt x="1839" y="312"/>
                    <a:pt x="1841" y="311"/>
                  </a:cubicBezTo>
                  <a:cubicBezTo>
                    <a:pt x="1842" y="310"/>
                    <a:pt x="1843" y="309"/>
                    <a:pt x="1844" y="309"/>
                  </a:cubicBezTo>
                  <a:cubicBezTo>
                    <a:pt x="1845" y="307"/>
                    <a:pt x="1847" y="306"/>
                    <a:pt x="1849" y="305"/>
                  </a:cubicBezTo>
                  <a:cubicBezTo>
                    <a:pt x="1849" y="304"/>
                    <a:pt x="1850" y="303"/>
                    <a:pt x="1851" y="303"/>
                  </a:cubicBezTo>
                  <a:cubicBezTo>
                    <a:pt x="1853" y="301"/>
                    <a:pt x="1854" y="300"/>
                    <a:pt x="1856" y="299"/>
                  </a:cubicBezTo>
                  <a:cubicBezTo>
                    <a:pt x="1856" y="298"/>
                    <a:pt x="1857" y="298"/>
                    <a:pt x="1857" y="297"/>
                  </a:cubicBezTo>
                  <a:cubicBezTo>
                    <a:pt x="1860" y="295"/>
                    <a:pt x="1861" y="293"/>
                    <a:pt x="1863" y="291"/>
                  </a:cubicBezTo>
                  <a:cubicBezTo>
                    <a:pt x="1864" y="290"/>
                    <a:pt x="1864" y="290"/>
                    <a:pt x="1864" y="290"/>
                  </a:cubicBezTo>
                  <a:cubicBezTo>
                    <a:pt x="1866" y="289"/>
                    <a:pt x="1867" y="287"/>
                    <a:pt x="1868" y="285"/>
                  </a:cubicBezTo>
                  <a:cubicBezTo>
                    <a:pt x="1869" y="285"/>
                    <a:pt x="1869" y="284"/>
                    <a:pt x="1870" y="283"/>
                  </a:cubicBezTo>
                  <a:cubicBezTo>
                    <a:pt x="1871" y="282"/>
                    <a:pt x="1872" y="281"/>
                    <a:pt x="1873" y="279"/>
                  </a:cubicBezTo>
                  <a:cubicBezTo>
                    <a:pt x="1874" y="279"/>
                    <a:pt x="1874" y="278"/>
                    <a:pt x="1875" y="277"/>
                  </a:cubicBezTo>
                  <a:cubicBezTo>
                    <a:pt x="1875" y="276"/>
                    <a:pt x="1876" y="274"/>
                    <a:pt x="1877" y="273"/>
                  </a:cubicBezTo>
                  <a:cubicBezTo>
                    <a:pt x="1878" y="272"/>
                    <a:pt x="1878" y="272"/>
                    <a:pt x="1878" y="272"/>
                  </a:cubicBezTo>
                  <a:cubicBezTo>
                    <a:pt x="1878" y="272"/>
                    <a:pt x="1878" y="272"/>
                    <a:pt x="1878" y="271"/>
                  </a:cubicBezTo>
                  <a:cubicBezTo>
                    <a:pt x="1879" y="271"/>
                    <a:pt x="1879" y="270"/>
                    <a:pt x="1879" y="270"/>
                  </a:cubicBezTo>
                  <a:cubicBezTo>
                    <a:pt x="1930" y="181"/>
                    <a:pt x="1981" y="92"/>
                    <a:pt x="2032" y="3"/>
                  </a:cubicBezTo>
                  <a:cubicBezTo>
                    <a:pt x="2031" y="5"/>
                    <a:pt x="2030" y="6"/>
                    <a:pt x="2029" y="8"/>
                  </a:cubicBezTo>
                  <a:close/>
                </a:path>
              </a:pathLst>
            </a:custGeom>
            <a:gradFill>
              <a:gsLst>
                <a:gs pos="100000">
                  <a:schemeClr val="accent1">
                    <a:lumMod val="75000"/>
                    <a:alpha val="0"/>
                  </a:schemeClr>
                </a:gs>
                <a:gs pos="15000">
                  <a:schemeClr val="accent1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14" name="Freeform 56">
              <a:extLst>
                <a:ext uri="{FF2B5EF4-FFF2-40B4-BE49-F238E27FC236}">
                  <a16:creationId xmlns:a16="http://schemas.microsoft.com/office/drawing/2014/main" id="{2F72D258-5F26-4C9C-9D06-D5AA2C20A6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2876" y="2626218"/>
              <a:ext cx="3206249" cy="816506"/>
            </a:xfrm>
            <a:custGeom>
              <a:avLst/>
              <a:gdLst>
                <a:gd name="T0" fmla="*/ 117 w 2061"/>
                <a:gd name="T1" fmla="*/ 382 h 525"/>
                <a:gd name="T2" fmla="*/ 74 w 2061"/>
                <a:gd name="T3" fmla="*/ 358 h 525"/>
                <a:gd name="T4" fmla="*/ 34 w 2061"/>
                <a:gd name="T5" fmla="*/ 328 h 525"/>
                <a:gd name="T6" fmla="*/ 12 w 2061"/>
                <a:gd name="T7" fmla="*/ 301 h 525"/>
                <a:gd name="T8" fmla="*/ 2 w 2061"/>
                <a:gd name="T9" fmla="*/ 276 h 525"/>
                <a:gd name="T10" fmla="*/ 1 w 2061"/>
                <a:gd name="T11" fmla="*/ 248 h 525"/>
                <a:gd name="T12" fmla="*/ 7 w 2061"/>
                <a:gd name="T13" fmla="*/ 229 h 525"/>
                <a:gd name="T14" fmla="*/ 28 w 2061"/>
                <a:gd name="T15" fmla="*/ 199 h 525"/>
                <a:gd name="T16" fmla="*/ 59 w 2061"/>
                <a:gd name="T17" fmla="*/ 173 h 525"/>
                <a:gd name="T18" fmla="*/ 96 w 2061"/>
                <a:gd name="T19" fmla="*/ 150 h 525"/>
                <a:gd name="T20" fmla="*/ 138 w 2061"/>
                <a:gd name="T21" fmla="*/ 129 h 525"/>
                <a:gd name="T22" fmla="*/ 192 w 2061"/>
                <a:gd name="T23" fmla="*/ 108 h 525"/>
                <a:gd name="T24" fmla="*/ 242 w 2061"/>
                <a:gd name="T25" fmla="*/ 92 h 525"/>
                <a:gd name="T26" fmla="*/ 302 w 2061"/>
                <a:gd name="T27" fmla="*/ 75 h 525"/>
                <a:gd name="T28" fmla="*/ 405 w 2061"/>
                <a:gd name="T29" fmla="*/ 53 h 525"/>
                <a:gd name="T30" fmla="*/ 513 w 2061"/>
                <a:gd name="T31" fmla="*/ 35 h 525"/>
                <a:gd name="T32" fmla="*/ 1954 w 2061"/>
                <a:gd name="T33" fmla="*/ 147 h 525"/>
                <a:gd name="T34" fmla="*/ 2003 w 2061"/>
                <a:gd name="T35" fmla="*/ 176 h 525"/>
                <a:gd name="T36" fmla="*/ 2032 w 2061"/>
                <a:gd name="T37" fmla="*/ 202 h 525"/>
                <a:gd name="T38" fmla="*/ 2051 w 2061"/>
                <a:gd name="T39" fmla="*/ 228 h 525"/>
                <a:gd name="T40" fmla="*/ 2060 w 2061"/>
                <a:gd name="T41" fmla="*/ 254 h 525"/>
                <a:gd name="T42" fmla="*/ 2058 w 2061"/>
                <a:gd name="T43" fmla="*/ 281 h 525"/>
                <a:gd name="T44" fmla="*/ 2046 w 2061"/>
                <a:gd name="T45" fmla="*/ 307 h 525"/>
                <a:gd name="T46" fmla="*/ 2025 w 2061"/>
                <a:gd name="T47" fmla="*/ 332 h 525"/>
                <a:gd name="T48" fmla="*/ 1995 w 2061"/>
                <a:gd name="T49" fmla="*/ 356 h 525"/>
                <a:gd name="T50" fmla="*/ 1946 w 2061"/>
                <a:gd name="T51" fmla="*/ 384 h 525"/>
                <a:gd name="T52" fmla="*/ 1910 w 2061"/>
                <a:gd name="T53" fmla="*/ 400 h 525"/>
                <a:gd name="T54" fmla="*/ 1867 w 2061"/>
                <a:gd name="T55" fmla="*/ 416 h 525"/>
                <a:gd name="T56" fmla="*/ 1807 w 2061"/>
                <a:gd name="T57" fmla="*/ 435 h 525"/>
                <a:gd name="T58" fmla="*/ 1766 w 2061"/>
                <a:gd name="T59" fmla="*/ 447 h 525"/>
                <a:gd name="T60" fmla="*/ 1677 w 2061"/>
                <a:gd name="T61" fmla="*/ 468 h 525"/>
                <a:gd name="T62" fmla="*/ 1594 w 2061"/>
                <a:gd name="T63" fmla="*/ 483 h 525"/>
                <a:gd name="T64" fmla="*/ 1525 w 2061"/>
                <a:gd name="T65" fmla="*/ 493 h 525"/>
                <a:gd name="T66" fmla="*/ 1241 w 2061"/>
                <a:gd name="T67" fmla="*/ 358 h 525"/>
                <a:gd name="T68" fmla="*/ 1297 w 2061"/>
                <a:gd name="T69" fmla="*/ 350 h 525"/>
                <a:gd name="T70" fmla="*/ 1344 w 2061"/>
                <a:gd name="T71" fmla="*/ 340 h 525"/>
                <a:gd name="T72" fmla="*/ 1378 w 2061"/>
                <a:gd name="T73" fmla="*/ 330 h 525"/>
                <a:gd name="T74" fmla="*/ 1411 w 2061"/>
                <a:gd name="T75" fmla="*/ 319 h 525"/>
                <a:gd name="T76" fmla="*/ 1441 w 2061"/>
                <a:gd name="T77" fmla="*/ 304 h 525"/>
                <a:gd name="T78" fmla="*/ 1461 w 2061"/>
                <a:gd name="T79" fmla="*/ 290 h 525"/>
                <a:gd name="T80" fmla="*/ 1474 w 2061"/>
                <a:gd name="T81" fmla="*/ 273 h 525"/>
                <a:gd name="T82" fmla="*/ 1476 w 2061"/>
                <a:gd name="T83" fmla="*/ 260 h 525"/>
                <a:gd name="T84" fmla="*/ 1472 w 2061"/>
                <a:gd name="T85" fmla="*/ 248 h 525"/>
                <a:gd name="T86" fmla="*/ 1460 w 2061"/>
                <a:gd name="T87" fmla="*/ 234 h 525"/>
                <a:gd name="T88" fmla="*/ 1442 w 2061"/>
                <a:gd name="T89" fmla="*/ 221 h 525"/>
                <a:gd name="T90" fmla="*/ 806 w 2061"/>
                <a:gd name="T91" fmla="*/ 167 h 525"/>
                <a:gd name="T92" fmla="*/ 739 w 2061"/>
                <a:gd name="T93" fmla="*/ 179 h 525"/>
                <a:gd name="T94" fmla="*/ 703 w 2061"/>
                <a:gd name="T95" fmla="*/ 187 h 525"/>
                <a:gd name="T96" fmla="*/ 665 w 2061"/>
                <a:gd name="T97" fmla="*/ 199 h 525"/>
                <a:gd name="T98" fmla="*/ 634 w 2061"/>
                <a:gd name="T99" fmla="*/ 211 h 525"/>
                <a:gd name="T100" fmla="*/ 610 w 2061"/>
                <a:gd name="T101" fmla="*/ 225 h 525"/>
                <a:gd name="T102" fmla="*/ 593 w 2061"/>
                <a:gd name="T103" fmla="*/ 240 h 525"/>
                <a:gd name="T104" fmla="*/ 585 w 2061"/>
                <a:gd name="T105" fmla="*/ 257 h 525"/>
                <a:gd name="T106" fmla="*/ 586 w 2061"/>
                <a:gd name="T107" fmla="*/ 270 h 525"/>
                <a:gd name="T108" fmla="*/ 594 w 2061"/>
                <a:gd name="T109" fmla="*/ 283 h 525"/>
                <a:gd name="T110" fmla="*/ 606 w 2061"/>
                <a:gd name="T111" fmla="*/ 294 h 525"/>
                <a:gd name="T112" fmla="*/ 628 w 2061"/>
                <a:gd name="T113" fmla="*/ 308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61" h="525">
                  <a:moveTo>
                    <a:pt x="1037" y="525"/>
                  </a:moveTo>
                  <a:cubicBezTo>
                    <a:pt x="861" y="525"/>
                    <a:pt x="686" y="513"/>
                    <a:pt x="531" y="491"/>
                  </a:cubicBezTo>
                  <a:cubicBezTo>
                    <a:pt x="528" y="491"/>
                    <a:pt x="528" y="491"/>
                    <a:pt x="528" y="491"/>
                  </a:cubicBezTo>
                  <a:cubicBezTo>
                    <a:pt x="524" y="490"/>
                    <a:pt x="520" y="490"/>
                    <a:pt x="516" y="489"/>
                  </a:cubicBezTo>
                  <a:cubicBezTo>
                    <a:pt x="419" y="475"/>
                    <a:pt x="333" y="457"/>
                    <a:pt x="260" y="436"/>
                  </a:cubicBezTo>
                  <a:cubicBezTo>
                    <a:pt x="260" y="435"/>
                    <a:pt x="259" y="435"/>
                    <a:pt x="259" y="435"/>
                  </a:cubicBezTo>
                  <a:cubicBezTo>
                    <a:pt x="206" y="420"/>
                    <a:pt x="160" y="403"/>
                    <a:pt x="122" y="384"/>
                  </a:cubicBezTo>
                  <a:cubicBezTo>
                    <a:pt x="120" y="383"/>
                    <a:pt x="120" y="383"/>
                    <a:pt x="120" y="383"/>
                  </a:cubicBezTo>
                  <a:cubicBezTo>
                    <a:pt x="119" y="383"/>
                    <a:pt x="118" y="382"/>
                    <a:pt x="117" y="382"/>
                  </a:cubicBezTo>
                  <a:cubicBezTo>
                    <a:pt x="114" y="380"/>
                    <a:pt x="110" y="379"/>
                    <a:pt x="107" y="377"/>
                  </a:cubicBezTo>
                  <a:cubicBezTo>
                    <a:pt x="103" y="375"/>
                    <a:pt x="100" y="373"/>
                    <a:pt x="97" y="371"/>
                  </a:cubicBezTo>
                  <a:cubicBezTo>
                    <a:pt x="95" y="371"/>
                    <a:pt x="94" y="370"/>
                    <a:pt x="93" y="369"/>
                  </a:cubicBezTo>
                  <a:cubicBezTo>
                    <a:pt x="92" y="368"/>
                    <a:pt x="90" y="367"/>
                    <a:pt x="88" y="366"/>
                  </a:cubicBezTo>
                  <a:cubicBezTo>
                    <a:pt x="87" y="366"/>
                    <a:pt x="87" y="366"/>
                    <a:pt x="87" y="366"/>
                  </a:cubicBezTo>
                  <a:cubicBezTo>
                    <a:pt x="85" y="365"/>
                    <a:pt x="84" y="364"/>
                    <a:pt x="83" y="364"/>
                  </a:cubicBezTo>
                  <a:cubicBezTo>
                    <a:pt x="76" y="360"/>
                    <a:pt x="76" y="360"/>
                    <a:pt x="76" y="360"/>
                  </a:cubicBezTo>
                  <a:cubicBezTo>
                    <a:pt x="76" y="359"/>
                    <a:pt x="75" y="359"/>
                    <a:pt x="75" y="359"/>
                  </a:cubicBezTo>
                  <a:cubicBezTo>
                    <a:pt x="74" y="358"/>
                    <a:pt x="74" y="358"/>
                    <a:pt x="74" y="358"/>
                  </a:cubicBezTo>
                  <a:cubicBezTo>
                    <a:pt x="71" y="356"/>
                    <a:pt x="68" y="354"/>
                    <a:pt x="66" y="352"/>
                  </a:cubicBezTo>
                  <a:cubicBezTo>
                    <a:pt x="65" y="352"/>
                    <a:pt x="64" y="352"/>
                    <a:pt x="64" y="351"/>
                  </a:cubicBezTo>
                  <a:cubicBezTo>
                    <a:pt x="62" y="350"/>
                    <a:pt x="59" y="348"/>
                    <a:pt x="57" y="347"/>
                  </a:cubicBezTo>
                  <a:cubicBezTo>
                    <a:pt x="55" y="345"/>
                    <a:pt x="55" y="345"/>
                    <a:pt x="55" y="345"/>
                  </a:cubicBezTo>
                  <a:cubicBezTo>
                    <a:pt x="53" y="344"/>
                    <a:pt x="51" y="342"/>
                    <a:pt x="50" y="341"/>
                  </a:cubicBezTo>
                  <a:cubicBezTo>
                    <a:pt x="47" y="339"/>
                    <a:pt x="47" y="339"/>
                    <a:pt x="47" y="339"/>
                  </a:cubicBezTo>
                  <a:cubicBezTo>
                    <a:pt x="45" y="337"/>
                    <a:pt x="43" y="336"/>
                    <a:pt x="41" y="334"/>
                  </a:cubicBezTo>
                  <a:cubicBezTo>
                    <a:pt x="41" y="333"/>
                    <a:pt x="41" y="333"/>
                    <a:pt x="41" y="333"/>
                  </a:cubicBezTo>
                  <a:cubicBezTo>
                    <a:pt x="38" y="331"/>
                    <a:pt x="36" y="329"/>
                    <a:pt x="34" y="328"/>
                  </a:cubicBezTo>
                  <a:cubicBezTo>
                    <a:pt x="33" y="326"/>
                    <a:pt x="33" y="326"/>
                    <a:pt x="33" y="326"/>
                  </a:cubicBezTo>
                  <a:cubicBezTo>
                    <a:pt x="31" y="325"/>
                    <a:pt x="30" y="323"/>
                    <a:pt x="29" y="322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5" y="318"/>
                    <a:pt x="24" y="317"/>
                    <a:pt x="23" y="315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0" y="312"/>
                    <a:pt x="19" y="310"/>
                    <a:pt x="17" y="308"/>
                  </a:cubicBezTo>
                  <a:cubicBezTo>
                    <a:pt x="16" y="307"/>
                    <a:pt x="16" y="307"/>
                    <a:pt x="16" y="307"/>
                  </a:cubicBezTo>
                  <a:cubicBezTo>
                    <a:pt x="15" y="305"/>
                    <a:pt x="14" y="304"/>
                    <a:pt x="13" y="302"/>
                  </a:cubicBezTo>
                  <a:cubicBezTo>
                    <a:pt x="13" y="302"/>
                    <a:pt x="13" y="301"/>
                    <a:pt x="12" y="301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0" y="298"/>
                    <a:pt x="10" y="296"/>
                    <a:pt x="10" y="296"/>
                  </a:cubicBezTo>
                  <a:cubicBezTo>
                    <a:pt x="9" y="295"/>
                    <a:pt x="9" y="295"/>
                    <a:pt x="9" y="294"/>
                  </a:cubicBezTo>
                  <a:cubicBezTo>
                    <a:pt x="8" y="293"/>
                    <a:pt x="7" y="291"/>
                    <a:pt x="6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5" y="286"/>
                    <a:pt x="4" y="284"/>
                    <a:pt x="4" y="282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79"/>
                    <a:pt x="2" y="278"/>
                    <a:pt x="2" y="276"/>
                  </a:cubicBezTo>
                  <a:cubicBezTo>
                    <a:pt x="1" y="274"/>
                    <a:pt x="1" y="274"/>
                    <a:pt x="1" y="274"/>
                  </a:cubicBezTo>
                  <a:cubicBezTo>
                    <a:pt x="1" y="273"/>
                    <a:pt x="1" y="271"/>
                    <a:pt x="1" y="270"/>
                  </a:cubicBezTo>
                  <a:cubicBezTo>
                    <a:pt x="1" y="268"/>
                    <a:pt x="1" y="268"/>
                    <a:pt x="1" y="268"/>
                  </a:cubicBezTo>
                  <a:cubicBezTo>
                    <a:pt x="0" y="266"/>
                    <a:pt x="0" y="265"/>
                    <a:pt x="0" y="263"/>
                  </a:cubicBezTo>
                  <a:cubicBezTo>
                    <a:pt x="0" y="263"/>
                    <a:pt x="0" y="262"/>
                    <a:pt x="0" y="262"/>
                  </a:cubicBezTo>
                  <a:cubicBezTo>
                    <a:pt x="0" y="260"/>
                    <a:pt x="0" y="258"/>
                    <a:pt x="0" y="256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0" y="253"/>
                    <a:pt x="1" y="251"/>
                    <a:pt x="1" y="250"/>
                  </a:cubicBezTo>
                  <a:cubicBezTo>
                    <a:pt x="1" y="248"/>
                    <a:pt x="1" y="248"/>
                    <a:pt x="1" y="248"/>
                  </a:cubicBezTo>
                  <a:cubicBezTo>
                    <a:pt x="1" y="246"/>
                    <a:pt x="2" y="245"/>
                    <a:pt x="2" y="244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2" y="243"/>
                    <a:pt x="2" y="242"/>
                    <a:pt x="3" y="242"/>
                  </a:cubicBezTo>
                  <a:cubicBezTo>
                    <a:pt x="3" y="240"/>
                    <a:pt x="3" y="239"/>
                    <a:pt x="4" y="238"/>
                  </a:cubicBezTo>
                  <a:cubicBezTo>
                    <a:pt x="4" y="237"/>
                    <a:pt x="4" y="237"/>
                    <a:pt x="4" y="237"/>
                  </a:cubicBezTo>
                  <a:cubicBezTo>
                    <a:pt x="4" y="237"/>
                    <a:pt x="4" y="236"/>
                    <a:pt x="4" y="236"/>
                  </a:cubicBezTo>
                  <a:cubicBezTo>
                    <a:pt x="5" y="236"/>
                    <a:pt x="5" y="236"/>
                    <a:pt x="5" y="236"/>
                  </a:cubicBezTo>
                  <a:cubicBezTo>
                    <a:pt x="5" y="234"/>
                    <a:pt x="6" y="232"/>
                    <a:pt x="7" y="230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8" y="227"/>
                    <a:pt x="9" y="226"/>
                    <a:pt x="10" y="224"/>
                  </a:cubicBezTo>
                  <a:cubicBezTo>
                    <a:pt x="10" y="223"/>
                    <a:pt x="11" y="223"/>
                    <a:pt x="11" y="222"/>
                  </a:cubicBezTo>
                  <a:cubicBezTo>
                    <a:pt x="12" y="221"/>
                    <a:pt x="13" y="219"/>
                    <a:pt x="13" y="218"/>
                  </a:cubicBezTo>
                  <a:cubicBezTo>
                    <a:pt x="14" y="218"/>
                    <a:pt x="15" y="216"/>
                    <a:pt x="15" y="216"/>
                  </a:cubicBezTo>
                  <a:cubicBezTo>
                    <a:pt x="16" y="215"/>
                    <a:pt x="17" y="213"/>
                    <a:pt x="18" y="212"/>
                  </a:cubicBezTo>
                  <a:cubicBezTo>
                    <a:pt x="18" y="211"/>
                    <a:pt x="18" y="211"/>
                    <a:pt x="19" y="210"/>
                  </a:cubicBezTo>
                  <a:cubicBezTo>
                    <a:pt x="20" y="208"/>
                    <a:pt x="22" y="206"/>
                    <a:pt x="23" y="205"/>
                  </a:cubicBezTo>
                  <a:cubicBezTo>
                    <a:pt x="24" y="204"/>
                    <a:pt x="24" y="204"/>
                    <a:pt x="24" y="204"/>
                  </a:cubicBezTo>
                  <a:cubicBezTo>
                    <a:pt x="25" y="202"/>
                    <a:pt x="27" y="200"/>
                    <a:pt x="28" y="199"/>
                  </a:cubicBezTo>
                  <a:cubicBezTo>
                    <a:pt x="29" y="198"/>
                    <a:pt x="29" y="198"/>
                    <a:pt x="29" y="198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1" y="196"/>
                    <a:pt x="33" y="194"/>
                    <a:pt x="34" y="193"/>
                  </a:cubicBezTo>
                  <a:cubicBezTo>
                    <a:pt x="35" y="192"/>
                    <a:pt x="36" y="192"/>
                    <a:pt x="36" y="191"/>
                  </a:cubicBezTo>
                  <a:cubicBezTo>
                    <a:pt x="38" y="190"/>
                    <a:pt x="39" y="188"/>
                    <a:pt x="41" y="187"/>
                  </a:cubicBezTo>
                  <a:cubicBezTo>
                    <a:pt x="41" y="187"/>
                    <a:pt x="42" y="186"/>
                    <a:pt x="42" y="186"/>
                  </a:cubicBezTo>
                  <a:cubicBezTo>
                    <a:pt x="47" y="182"/>
                    <a:pt x="51" y="178"/>
                    <a:pt x="56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7" y="174"/>
                    <a:pt x="58" y="173"/>
                    <a:pt x="59" y="173"/>
                  </a:cubicBezTo>
                  <a:cubicBezTo>
                    <a:pt x="60" y="172"/>
                    <a:pt x="62" y="170"/>
                    <a:pt x="64" y="169"/>
                  </a:cubicBezTo>
                  <a:cubicBezTo>
                    <a:pt x="65" y="169"/>
                    <a:pt x="65" y="168"/>
                    <a:pt x="66" y="168"/>
                  </a:cubicBezTo>
                  <a:cubicBezTo>
                    <a:pt x="67" y="167"/>
                    <a:pt x="67" y="167"/>
                    <a:pt x="67" y="167"/>
                  </a:cubicBezTo>
                  <a:cubicBezTo>
                    <a:pt x="69" y="166"/>
                    <a:pt x="70" y="165"/>
                    <a:pt x="72" y="163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78" y="160"/>
                    <a:pt x="80" y="159"/>
                    <a:pt x="83" y="157"/>
                  </a:cubicBezTo>
                  <a:cubicBezTo>
                    <a:pt x="84" y="156"/>
                    <a:pt x="84" y="156"/>
                    <a:pt x="84" y="156"/>
                  </a:cubicBezTo>
                  <a:cubicBezTo>
                    <a:pt x="87" y="155"/>
                    <a:pt x="90" y="153"/>
                    <a:pt x="93" y="151"/>
                  </a:cubicBezTo>
                  <a:cubicBezTo>
                    <a:pt x="94" y="151"/>
                    <a:pt x="95" y="150"/>
                    <a:pt x="96" y="150"/>
                  </a:cubicBezTo>
                  <a:cubicBezTo>
                    <a:pt x="98" y="148"/>
                    <a:pt x="100" y="147"/>
                    <a:pt x="103" y="146"/>
                  </a:cubicBezTo>
                  <a:cubicBezTo>
                    <a:pt x="103" y="146"/>
                    <a:pt x="105" y="145"/>
                    <a:pt x="106" y="144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9" y="142"/>
                    <a:pt x="111" y="142"/>
                    <a:pt x="113" y="141"/>
                  </a:cubicBezTo>
                  <a:cubicBezTo>
                    <a:pt x="114" y="140"/>
                    <a:pt x="115" y="139"/>
                    <a:pt x="116" y="139"/>
                  </a:cubicBezTo>
                  <a:cubicBezTo>
                    <a:pt x="119" y="138"/>
                    <a:pt x="122" y="136"/>
                    <a:pt x="125" y="135"/>
                  </a:cubicBezTo>
                  <a:cubicBezTo>
                    <a:pt x="126" y="134"/>
                    <a:pt x="126" y="134"/>
                    <a:pt x="127" y="134"/>
                  </a:cubicBezTo>
                  <a:cubicBezTo>
                    <a:pt x="130" y="133"/>
                    <a:pt x="133" y="131"/>
                    <a:pt x="136" y="130"/>
                  </a:cubicBezTo>
                  <a:cubicBezTo>
                    <a:pt x="138" y="129"/>
                    <a:pt x="138" y="129"/>
                    <a:pt x="138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40" y="128"/>
                    <a:pt x="140" y="128"/>
                    <a:pt x="141" y="128"/>
                  </a:cubicBezTo>
                  <a:cubicBezTo>
                    <a:pt x="144" y="126"/>
                    <a:pt x="147" y="125"/>
                    <a:pt x="150" y="124"/>
                  </a:cubicBezTo>
                  <a:cubicBezTo>
                    <a:pt x="151" y="123"/>
                    <a:pt x="152" y="123"/>
                    <a:pt x="154" y="122"/>
                  </a:cubicBezTo>
                  <a:cubicBezTo>
                    <a:pt x="157" y="121"/>
                    <a:pt x="159" y="120"/>
                    <a:pt x="162" y="119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69" y="116"/>
                    <a:pt x="173" y="115"/>
                    <a:pt x="176" y="114"/>
                  </a:cubicBezTo>
                  <a:cubicBezTo>
                    <a:pt x="177" y="113"/>
                    <a:pt x="178" y="113"/>
                    <a:pt x="179" y="113"/>
                  </a:cubicBezTo>
                  <a:cubicBezTo>
                    <a:pt x="183" y="111"/>
                    <a:pt x="187" y="109"/>
                    <a:pt x="192" y="108"/>
                  </a:cubicBezTo>
                  <a:cubicBezTo>
                    <a:pt x="193" y="107"/>
                    <a:pt x="194" y="107"/>
                    <a:pt x="195" y="107"/>
                  </a:cubicBezTo>
                  <a:cubicBezTo>
                    <a:pt x="198" y="106"/>
                    <a:pt x="198" y="106"/>
                    <a:pt x="198" y="106"/>
                  </a:cubicBezTo>
                  <a:cubicBezTo>
                    <a:pt x="201" y="105"/>
                    <a:pt x="203" y="104"/>
                    <a:pt x="205" y="103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13" y="101"/>
                    <a:pt x="216" y="100"/>
                    <a:pt x="219" y="99"/>
                  </a:cubicBezTo>
                  <a:cubicBezTo>
                    <a:pt x="221" y="98"/>
                    <a:pt x="222" y="98"/>
                    <a:pt x="224" y="97"/>
                  </a:cubicBezTo>
                  <a:cubicBezTo>
                    <a:pt x="228" y="96"/>
                    <a:pt x="231" y="95"/>
                    <a:pt x="235" y="94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46" y="91"/>
                    <a:pt x="249" y="89"/>
                    <a:pt x="253" y="88"/>
                  </a:cubicBezTo>
                  <a:cubicBezTo>
                    <a:pt x="257" y="87"/>
                    <a:pt x="257" y="87"/>
                    <a:pt x="257" y="87"/>
                  </a:cubicBezTo>
                  <a:cubicBezTo>
                    <a:pt x="260" y="86"/>
                    <a:pt x="262" y="86"/>
                    <a:pt x="264" y="85"/>
                  </a:cubicBezTo>
                  <a:cubicBezTo>
                    <a:pt x="269" y="84"/>
                    <a:pt x="269" y="84"/>
                    <a:pt x="269" y="84"/>
                  </a:cubicBezTo>
                  <a:cubicBezTo>
                    <a:pt x="269" y="84"/>
                    <a:pt x="273" y="83"/>
                    <a:pt x="274" y="82"/>
                  </a:cubicBezTo>
                  <a:cubicBezTo>
                    <a:pt x="277" y="82"/>
                    <a:pt x="279" y="81"/>
                    <a:pt x="281" y="81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91" y="78"/>
                    <a:pt x="291" y="78"/>
                    <a:pt x="291" y="78"/>
                  </a:cubicBezTo>
                  <a:cubicBezTo>
                    <a:pt x="294" y="77"/>
                    <a:pt x="298" y="76"/>
                    <a:pt x="302" y="75"/>
                  </a:cubicBezTo>
                  <a:cubicBezTo>
                    <a:pt x="307" y="74"/>
                    <a:pt x="307" y="74"/>
                    <a:pt x="307" y="74"/>
                  </a:cubicBezTo>
                  <a:cubicBezTo>
                    <a:pt x="312" y="73"/>
                    <a:pt x="318" y="71"/>
                    <a:pt x="323" y="70"/>
                  </a:cubicBezTo>
                  <a:cubicBezTo>
                    <a:pt x="327" y="69"/>
                    <a:pt x="327" y="69"/>
                    <a:pt x="327" y="69"/>
                  </a:cubicBezTo>
                  <a:cubicBezTo>
                    <a:pt x="332" y="68"/>
                    <a:pt x="336" y="67"/>
                    <a:pt x="340" y="66"/>
                  </a:cubicBezTo>
                  <a:cubicBezTo>
                    <a:pt x="358" y="62"/>
                    <a:pt x="358" y="62"/>
                    <a:pt x="358" y="62"/>
                  </a:cubicBezTo>
                  <a:cubicBezTo>
                    <a:pt x="360" y="62"/>
                    <a:pt x="362" y="61"/>
                    <a:pt x="363" y="61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8" y="56"/>
                    <a:pt x="395" y="55"/>
                    <a:pt x="401" y="53"/>
                  </a:cubicBezTo>
                  <a:cubicBezTo>
                    <a:pt x="402" y="53"/>
                    <a:pt x="403" y="53"/>
                    <a:pt x="405" y="53"/>
                  </a:cubicBezTo>
                  <a:cubicBezTo>
                    <a:pt x="410" y="52"/>
                    <a:pt x="414" y="51"/>
                    <a:pt x="419" y="50"/>
                  </a:cubicBezTo>
                  <a:cubicBezTo>
                    <a:pt x="426" y="49"/>
                    <a:pt x="426" y="49"/>
                    <a:pt x="426" y="49"/>
                  </a:cubicBezTo>
                  <a:cubicBezTo>
                    <a:pt x="439" y="46"/>
                    <a:pt x="439" y="46"/>
                    <a:pt x="439" y="46"/>
                  </a:cubicBezTo>
                  <a:cubicBezTo>
                    <a:pt x="441" y="46"/>
                    <a:pt x="444" y="46"/>
                    <a:pt x="446" y="45"/>
                  </a:cubicBezTo>
                  <a:cubicBezTo>
                    <a:pt x="450" y="44"/>
                    <a:pt x="455" y="44"/>
                    <a:pt x="459" y="43"/>
                  </a:cubicBezTo>
                  <a:cubicBezTo>
                    <a:pt x="466" y="42"/>
                    <a:pt x="466" y="42"/>
                    <a:pt x="466" y="42"/>
                  </a:cubicBezTo>
                  <a:cubicBezTo>
                    <a:pt x="472" y="41"/>
                    <a:pt x="479" y="40"/>
                    <a:pt x="486" y="39"/>
                  </a:cubicBezTo>
                  <a:cubicBezTo>
                    <a:pt x="489" y="38"/>
                    <a:pt x="489" y="38"/>
                    <a:pt x="489" y="38"/>
                  </a:cubicBezTo>
                  <a:cubicBezTo>
                    <a:pt x="513" y="35"/>
                    <a:pt x="513" y="35"/>
                    <a:pt x="513" y="35"/>
                  </a:cubicBezTo>
                  <a:cubicBezTo>
                    <a:pt x="535" y="31"/>
                    <a:pt x="535" y="31"/>
                    <a:pt x="535" y="31"/>
                  </a:cubicBezTo>
                  <a:cubicBezTo>
                    <a:pt x="538" y="31"/>
                    <a:pt x="549" y="30"/>
                    <a:pt x="549" y="30"/>
                  </a:cubicBezTo>
                  <a:cubicBezTo>
                    <a:pt x="551" y="29"/>
                    <a:pt x="553" y="29"/>
                    <a:pt x="555" y="29"/>
                  </a:cubicBezTo>
                  <a:cubicBezTo>
                    <a:pt x="557" y="29"/>
                    <a:pt x="557" y="29"/>
                    <a:pt x="557" y="29"/>
                  </a:cubicBezTo>
                  <a:cubicBezTo>
                    <a:pt x="563" y="28"/>
                    <a:pt x="569" y="27"/>
                    <a:pt x="576" y="26"/>
                  </a:cubicBezTo>
                  <a:cubicBezTo>
                    <a:pt x="578" y="26"/>
                    <a:pt x="578" y="26"/>
                    <a:pt x="578" y="26"/>
                  </a:cubicBezTo>
                  <a:cubicBezTo>
                    <a:pt x="718" y="9"/>
                    <a:pt x="868" y="0"/>
                    <a:pt x="1023" y="0"/>
                  </a:cubicBezTo>
                  <a:cubicBezTo>
                    <a:pt x="1214" y="0"/>
                    <a:pt x="1401" y="14"/>
                    <a:pt x="1564" y="39"/>
                  </a:cubicBezTo>
                  <a:cubicBezTo>
                    <a:pt x="1732" y="64"/>
                    <a:pt x="1867" y="102"/>
                    <a:pt x="1954" y="147"/>
                  </a:cubicBezTo>
                  <a:cubicBezTo>
                    <a:pt x="1957" y="148"/>
                    <a:pt x="1961" y="150"/>
                    <a:pt x="1964" y="152"/>
                  </a:cubicBezTo>
                  <a:cubicBezTo>
                    <a:pt x="1968" y="154"/>
                    <a:pt x="1968" y="154"/>
                    <a:pt x="1968" y="154"/>
                  </a:cubicBezTo>
                  <a:cubicBezTo>
                    <a:pt x="1970" y="155"/>
                    <a:pt x="1972" y="157"/>
                    <a:pt x="1974" y="158"/>
                  </a:cubicBezTo>
                  <a:cubicBezTo>
                    <a:pt x="1975" y="158"/>
                    <a:pt x="1976" y="159"/>
                    <a:pt x="1977" y="159"/>
                  </a:cubicBezTo>
                  <a:cubicBezTo>
                    <a:pt x="1980" y="161"/>
                    <a:pt x="1983" y="163"/>
                    <a:pt x="1985" y="165"/>
                  </a:cubicBezTo>
                  <a:cubicBezTo>
                    <a:pt x="1986" y="165"/>
                    <a:pt x="1986" y="165"/>
                    <a:pt x="1986" y="165"/>
                  </a:cubicBezTo>
                  <a:cubicBezTo>
                    <a:pt x="1989" y="167"/>
                    <a:pt x="1992" y="169"/>
                    <a:pt x="1995" y="171"/>
                  </a:cubicBezTo>
                  <a:cubicBezTo>
                    <a:pt x="1995" y="171"/>
                    <a:pt x="1996" y="172"/>
                    <a:pt x="1997" y="172"/>
                  </a:cubicBezTo>
                  <a:cubicBezTo>
                    <a:pt x="1999" y="174"/>
                    <a:pt x="2001" y="175"/>
                    <a:pt x="2003" y="176"/>
                  </a:cubicBezTo>
                  <a:cubicBezTo>
                    <a:pt x="2005" y="178"/>
                    <a:pt x="2005" y="178"/>
                    <a:pt x="2005" y="178"/>
                  </a:cubicBezTo>
                  <a:cubicBezTo>
                    <a:pt x="2007" y="180"/>
                    <a:pt x="2009" y="181"/>
                    <a:pt x="2012" y="183"/>
                  </a:cubicBezTo>
                  <a:cubicBezTo>
                    <a:pt x="2012" y="183"/>
                    <a:pt x="2012" y="183"/>
                    <a:pt x="2012" y="184"/>
                  </a:cubicBezTo>
                  <a:cubicBezTo>
                    <a:pt x="2015" y="186"/>
                    <a:pt x="2017" y="188"/>
                    <a:pt x="2019" y="189"/>
                  </a:cubicBezTo>
                  <a:cubicBezTo>
                    <a:pt x="2020" y="190"/>
                    <a:pt x="2020" y="190"/>
                    <a:pt x="2021" y="191"/>
                  </a:cubicBezTo>
                  <a:cubicBezTo>
                    <a:pt x="2021" y="191"/>
                    <a:pt x="2021" y="191"/>
                    <a:pt x="2021" y="191"/>
                  </a:cubicBezTo>
                  <a:cubicBezTo>
                    <a:pt x="2023" y="192"/>
                    <a:pt x="2024" y="194"/>
                    <a:pt x="2026" y="195"/>
                  </a:cubicBezTo>
                  <a:cubicBezTo>
                    <a:pt x="2028" y="197"/>
                    <a:pt x="2028" y="197"/>
                    <a:pt x="2028" y="197"/>
                  </a:cubicBezTo>
                  <a:cubicBezTo>
                    <a:pt x="2029" y="199"/>
                    <a:pt x="2031" y="200"/>
                    <a:pt x="2032" y="202"/>
                  </a:cubicBezTo>
                  <a:cubicBezTo>
                    <a:pt x="2033" y="203"/>
                    <a:pt x="2033" y="203"/>
                    <a:pt x="2033" y="203"/>
                  </a:cubicBezTo>
                  <a:cubicBezTo>
                    <a:pt x="2035" y="205"/>
                    <a:pt x="2037" y="207"/>
                    <a:pt x="2038" y="209"/>
                  </a:cubicBezTo>
                  <a:cubicBezTo>
                    <a:pt x="2039" y="210"/>
                    <a:pt x="2039" y="210"/>
                    <a:pt x="2039" y="210"/>
                  </a:cubicBezTo>
                  <a:cubicBezTo>
                    <a:pt x="2041" y="212"/>
                    <a:pt x="2042" y="213"/>
                    <a:pt x="2043" y="214"/>
                  </a:cubicBezTo>
                  <a:cubicBezTo>
                    <a:pt x="2043" y="215"/>
                    <a:pt x="2043" y="215"/>
                    <a:pt x="2044" y="216"/>
                  </a:cubicBezTo>
                  <a:cubicBezTo>
                    <a:pt x="2044" y="216"/>
                    <a:pt x="2044" y="216"/>
                    <a:pt x="2044" y="216"/>
                  </a:cubicBezTo>
                  <a:cubicBezTo>
                    <a:pt x="2045" y="218"/>
                    <a:pt x="2046" y="219"/>
                    <a:pt x="2047" y="221"/>
                  </a:cubicBezTo>
                  <a:cubicBezTo>
                    <a:pt x="2048" y="221"/>
                    <a:pt x="2048" y="222"/>
                    <a:pt x="2048" y="222"/>
                  </a:cubicBezTo>
                  <a:cubicBezTo>
                    <a:pt x="2049" y="224"/>
                    <a:pt x="2050" y="226"/>
                    <a:pt x="2051" y="228"/>
                  </a:cubicBezTo>
                  <a:cubicBezTo>
                    <a:pt x="2052" y="230"/>
                    <a:pt x="2052" y="230"/>
                    <a:pt x="2052" y="230"/>
                  </a:cubicBezTo>
                  <a:cubicBezTo>
                    <a:pt x="2053" y="231"/>
                    <a:pt x="2054" y="232"/>
                    <a:pt x="2054" y="234"/>
                  </a:cubicBezTo>
                  <a:cubicBezTo>
                    <a:pt x="2055" y="235"/>
                    <a:pt x="2055" y="235"/>
                    <a:pt x="2055" y="236"/>
                  </a:cubicBezTo>
                  <a:cubicBezTo>
                    <a:pt x="2056" y="237"/>
                    <a:pt x="2056" y="239"/>
                    <a:pt x="2057" y="240"/>
                  </a:cubicBezTo>
                  <a:cubicBezTo>
                    <a:pt x="2057" y="241"/>
                    <a:pt x="2057" y="241"/>
                    <a:pt x="2057" y="241"/>
                  </a:cubicBezTo>
                  <a:cubicBezTo>
                    <a:pt x="2057" y="242"/>
                    <a:pt x="2057" y="242"/>
                    <a:pt x="2057" y="242"/>
                  </a:cubicBezTo>
                  <a:cubicBezTo>
                    <a:pt x="2058" y="244"/>
                    <a:pt x="2058" y="246"/>
                    <a:pt x="2059" y="248"/>
                  </a:cubicBezTo>
                  <a:cubicBezTo>
                    <a:pt x="2059" y="248"/>
                    <a:pt x="2059" y="249"/>
                    <a:pt x="2059" y="249"/>
                  </a:cubicBezTo>
                  <a:cubicBezTo>
                    <a:pt x="2059" y="251"/>
                    <a:pt x="2060" y="252"/>
                    <a:pt x="2060" y="254"/>
                  </a:cubicBezTo>
                  <a:cubicBezTo>
                    <a:pt x="2060" y="256"/>
                    <a:pt x="2060" y="256"/>
                    <a:pt x="2060" y="256"/>
                  </a:cubicBezTo>
                  <a:cubicBezTo>
                    <a:pt x="2060" y="257"/>
                    <a:pt x="2060" y="259"/>
                    <a:pt x="2060" y="260"/>
                  </a:cubicBezTo>
                  <a:cubicBezTo>
                    <a:pt x="2060" y="261"/>
                    <a:pt x="2061" y="261"/>
                    <a:pt x="2061" y="262"/>
                  </a:cubicBezTo>
                  <a:cubicBezTo>
                    <a:pt x="2061" y="264"/>
                    <a:pt x="2061" y="266"/>
                    <a:pt x="2060" y="267"/>
                  </a:cubicBezTo>
                  <a:cubicBezTo>
                    <a:pt x="2060" y="269"/>
                    <a:pt x="2060" y="269"/>
                    <a:pt x="2060" y="269"/>
                  </a:cubicBezTo>
                  <a:cubicBezTo>
                    <a:pt x="2060" y="270"/>
                    <a:pt x="2060" y="272"/>
                    <a:pt x="2060" y="273"/>
                  </a:cubicBezTo>
                  <a:cubicBezTo>
                    <a:pt x="2060" y="274"/>
                    <a:pt x="2059" y="275"/>
                    <a:pt x="2059" y="275"/>
                  </a:cubicBezTo>
                  <a:cubicBezTo>
                    <a:pt x="2059" y="277"/>
                    <a:pt x="2059" y="278"/>
                    <a:pt x="2058" y="280"/>
                  </a:cubicBezTo>
                  <a:cubicBezTo>
                    <a:pt x="2058" y="280"/>
                    <a:pt x="2058" y="281"/>
                    <a:pt x="2058" y="281"/>
                  </a:cubicBezTo>
                  <a:cubicBezTo>
                    <a:pt x="2058" y="283"/>
                    <a:pt x="2057" y="285"/>
                    <a:pt x="2056" y="287"/>
                  </a:cubicBezTo>
                  <a:cubicBezTo>
                    <a:pt x="2056" y="287"/>
                    <a:pt x="2056" y="288"/>
                    <a:pt x="2056" y="288"/>
                  </a:cubicBezTo>
                  <a:cubicBezTo>
                    <a:pt x="2055" y="290"/>
                    <a:pt x="2055" y="291"/>
                    <a:pt x="2054" y="293"/>
                  </a:cubicBezTo>
                  <a:cubicBezTo>
                    <a:pt x="2053" y="295"/>
                    <a:pt x="2053" y="295"/>
                    <a:pt x="2053" y="295"/>
                  </a:cubicBezTo>
                  <a:cubicBezTo>
                    <a:pt x="2052" y="296"/>
                    <a:pt x="2052" y="298"/>
                    <a:pt x="2051" y="299"/>
                  </a:cubicBezTo>
                  <a:cubicBezTo>
                    <a:pt x="2051" y="300"/>
                    <a:pt x="2050" y="300"/>
                    <a:pt x="2050" y="300"/>
                  </a:cubicBezTo>
                  <a:cubicBezTo>
                    <a:pt x="2050" y="301"/>
                    <a:pt x="2050" y="301"/>
                    <a:pt x="2050" y="301"/>
                  </a:cubicBezTo>
                  <a:cubicBezTo>
                    <a:pt x="2049" y="303"/>
                    <a:pt x="2048" y="304"/>
                    <a:pt x="2047" y="306"/>
                  </a:cubicBezTo>
                  <a:cubicBezTo>
                    <a:pt x="2046" y="307"/>
                    <a:pt x="2046" y="307"/>
                    <a:pt x="2046" y="307"/>
                  </a:cubicBezTo>
                  <a:cubicBezTo>
                    <a:pt x="2045" y="309"/>
                    <a:pt x="2044" y="311"/>
                    <a:pt x="2042" y="312"/>
                  </a:cubicBezTo>
                  <a:cubicBezTo>
                    <a:pt x="2042" y="313"/>
                    <a:pt x="2042" y="313"/>
                    <a:pt x="2042" y="313"/>
                  </a:cubicBezTo>
                  <a:cubicBezTo>
                    <a:pt x="2041" y="315"/>
                    <a:pt x="2039" y="317"/>
                    <a:pt x="2038" y="318"/>
                  </a:cubicBezTo>
                  <a:cubicBezTo>
                    <a:pt x="2037" y="319"/>
                    <a:pt x="2037" y="319"/>
                    <a:pt x="2037" y="319"/>
                  </a:cubicBezTo>
                  <a:cubicBezTo>
                    <a:pt x="2035" y="321"/>
                    <a:pt x="2034" y="323"/>
                    <a:pt x="2032" y="325"/>
                  </a:cubicBezTo>
                  <a:cubicBezTo>
                    <a:pt x="2032" y="325"/>
                    <a:pt x="2032" y="325"/>
                    <a:pt x="2032" y="325"/>
                  </a:cubicBezTo>
                  <a:cubicBezTo>
                    <a:pt x="2031" y="326"/>
                    <a:pt x="2031" y="326"/>
                    <a:pt x="2031" y="326"/>
                  </a:cubicBezTo>
                  <a:cubicBezTo>
                    <a:pt x="2029" y="327"/>
                    <a:pt x="2028" y="329"/>
                    <a:pt x="2026" y="331"/>
                  </a:cubicBezTo>
                  <a:cubicBezTo>
                    <a:pt x="2026" y="331"/>
                    <a:pt x="2025" y="331"/>
                    <a:pt x="2025" y="332"/>
                  </a:cubicBezTo>
                  <a:cubicBezTo>
                    <a:pt x="2023" y="333"/>
                    <a:pt x="2021" y="335"/>
                    <a:pt x="2019" y="337"/>
                  </a:cubicBezTo>
                  <a:cubicBezTo>
                    <a:pt x="2018" y="338"/>
                    <a:pt x="2018" y="338"/>
                    <a:pt x="2018" y="338"/>
                  </a:cubicBezTo>
                  <a:cubicBezTo>
                    <a:pt x="2016" y="340"/>
                    <a:pt x="2014" y="341"/>
                    <a:pt x="2012" y="343"/>
                  </a:cubicBezTo>
                  <a:cubicBezTo>
                    <a:pt x="2009" y="341"/>
                    <a:pt x="2009" y="341"/>
                    <a:pt x="2009" y="341"/>
                  </a:cubicBezTo>
                  <a:cubicBezTo>
                    <a:pt x="2012" y="343"/>
                    <a:pt x="2012" y="343"/>
                    <a:pt x="2012" y="343"/>
                  </a:cubicBezTo>
                  <a:cubicBezTo>
                    <a:pt x="2009" y="345"/>
                    <a:pt x="2007" y="347"/>
                    <a:pt x="2004" y="349"/>
                  </a:cubicBezTo>
                  <a:cubicBezTo>
                    <a:pt x="2003" y="350"/>
                    <a:pt x="2003" y="350"/>
                    <a:pt x="2003" y="350"/>
                  </a:cubicBezTo>
                  <a:cubicBezTo>
                    <a:pt x="2001" y="352"/>
                    <a:pt x="1998" y="353"/>
                    <a:pt x="1996" y="355"/>
                  </a:cubicBezTo>
                  <a:cubicBezTo>
                    <a:pt x="1995" y="356"/>
                    <a:pt x="1995" y="356"/>
                    <a:pt x="1995" y="356"/>
                  </a:cubicBezTo>
                  <a:cubicBezTo>
                    <a:pt x="1992" y="357"/>
                    <a:pt x="1990" y="359"/>
                    <a:pt x="1987" y="360"/>
                  </a:cubicBezTo>
                  <a:cubicBezTo>
                    <a:pt x="1986" y="361"/>
                    <a:pt x="1986" y="361"/>
                    <a:pt x="1986" y="361"/>
                  </a:cubicBezTo>
                  <a:cubicBezTo>
                    <a:pt x="1984" y="363"/>
                    <a:pt x="1981" y="364"/>
                    <a:pt x="1979" y="366"/>
                  </a:cubicBezTo>
                  <a:cubicBezTo>
                    <a:pt x="1976" y="367"/>
                    <a:pt x="1976" y="367"/>
                    <a:pt x="1976" y="367"/>
                  </a:cubicBezTo>
                  <a:cubicBezTo>
                    <a:pt x="1973" y="369"/>
                    <a:pt x="1970" y="371"/>
                    <a:pt x="1967" y="372"/>
                  </a:cubicBezTo>
                  <a:cubicBezTo>
                    <a:pt x="1964" y="374"/>
                    <a:pt x="1961" y="376"/>
                    <a:pt x="1958" y="378"/>
                  </a:cubicBezTo>
                  <a:cubicBezTo>
                    <a:pt x="1956" y="379"/>
                    <a:pt x="1956" y="379"/>
                    <a:pt x="1956" y="379"/>
                  </a:cubicBezTo>
                  <a:cubicBezTo>
                    <a:pt x="1953" y="380"/>
                    <a:pt x="1953" y="380"/>
                    <a:pt x="1953" y="380"/>
                  </a:cubicBezTo>
                  <a:cubicBezTo>
                    <a:pt x="1951" y="381"/>
                    <a:pt x="1948" y="382"/>
                    <a:pt x="1946" y="384"/>
                  </a:cubicBezTo>
                  <a:cubicBezTo>
                    <a:pt x="1945" y="384"/>
                    <a:pt x="1945" y="384"/>
                    <a:pt x="1944" y="384"/>
                  </a:cubicBezTo>
                  <a:cubicBezTo>
                    <a:pt x="1943" y="385"/>
                    <a:pt x="1942" y="385"/>
                    <a:pt x="1941" y="386"/>
                  </a:cubicBezTo>
                  <a:cubicBezTo>
                    <a:pt x="1940" y="386"/>
                    <a:pt x="1940" y="386"/>
                    <a:pt x="1939" y="387"/>
                  </a:cubicBezTo>
                  <a:cubicBezTo>
                    <a:pt x="1937" y="388"/>
                    <a:pt x="1937" y="388"/>
                    <a:pt x="1937" y="388"/>
                  </a:cubicBezTo>
                  <a:cubicBezTo>
                    <a:pt x="1936" y="388"/>
                    <a:pt x="1936" y="388"/>
                    <a:pt x="1935" y="389"/>
                  </a:cubicBezTo>
                  <a:cubicBezTo>
                    <a:pt x="1933" y="389"/>
                    <a:pt x="1933" y="389"/>
                    <a:pt x="1933" y="389"/>
                  </a:cubicBezTo>
                  <a:cubicBezTo>
                    <a:pt x="1930" y="391"/>
                    <a:pt x="1926" y="393"/>
                    <a:pt x="1923" y="394"/>
                  </a:cubicBezTo>
                  <a:cubicBezTo>
                    <a:pt x="1920" y="395"/>
                    <a:pt x="1920" y="395"/>
                    <a:pt x="1920" y="395"/>
                  </a:cubicBezTo>
                  <a:cubicBezTo>
                    <a:pt x="1917" y="397"/>
                    <a:pt x="1913" y="398"/>
                    <a:pt x="1910" y="400"/>
                  </a:cubicBezTo>
                  <a:cubicBezTo>
                    <a:pt x="1909" y="400"/>
                    <a:pt x="1909" y="400"/>
                    <a:pt x="1909" y="400"/>
                  </a:cubicBezTo>
                  <a:cubicBezTo>
                    <a:pt x="1908" y="400"/>
                    <a:pt x="1908" y="400"/>
                    <a:pt x="1908" y="400"/>
                  </a:cubicBezTo>
                  <a:cubicBezTo>
                    <a:pt x="1905" y="402"/>
                    <a:pt x="1902" y="403"/>
                    <a:pt x="1899" y="404"/>
                  </a:cubicBezTo>
                  <a:cubicBezTo>
                    <a:pt x="1895" y="406"/>
                    <a:pt x="1895" y="406"/>
                    <a:pt x="1895" y="406"/>
                  </a:cubicBezTo>
                  <a:cubicBezTo>
                    <a:pt x="1891" y="407"/>
                    <a:pt x="1887" y="409"/>
                    <a:pt x="1883" y="410"/>
                  </a:cubicBezTo>
                  <a:cubicBezTo>
                    <a:pt x="1882" y="411"/>
                    <a:pt x="1882" y="411"/>
                    <a:pt x="1881" y="411"/>
                  </a:cubicBezTo>
                  <a:cubicBezTo>
                    <a:pt x="1877" y="412"/>
                    <a:pt x="1873" y="414"/>
                    <a:pt x="1869" y="415"/>
                  </a:cubicBezTo>
                  <a:cubicBezTo>
                    <a:pt x="1869" y="415"/>
                    <a:pt x="1869" y="415"/>
                    <a:pt x="1869" y="415"/>
                  </a:cubicBezTo>
                  <a:cubicBezTo>
                    <a:pt x="1869" y="416"/>
                    <a:pt x="1868" y="416"/>
                    <a:pt x="1867" y="416"/>
                  </a:cubicBezTo>
                  <a:cubicBezTo>
                    <a:pt x="1863" y="417"/>
                    <a:pt x="1859" y="419"/>
                    <a:pt x="1855" y="420"/>
                  </a:cubicBezTo>
                  <a:cubicBezTo>
                    <a:pt x="1854" y="420"/>
                    <a:pt x="1854" y="420"/>
                    <a:pt x="1854" y="420"/>
                  </a:cubicBezTo>
                  <a:cubicBezTo>
                    <a:pt x="1853" y="421"/>
                    <a:pt x="1853" y="421"/>
                    <a:pt x="1852" y="421"/>
                  </a:cubicBezTo>
                  <a:cubicBezTo>
                    <a:pt x="1847" y="423"/>
                    <a:pt x="1843" y="424"/>
                    <a:pt x="1838" y="426"/>
                  </a:cubicBezTo>
                  <a:cubicBezTo>
                    <a:pt x="1838" y="426"/>
                    <a:pt x="1838" y="426"/>
                    <a:pt x="1837" y="426"/>
                  </a:cubicBezTo>
                  <a:cubicBezTo>
                    <a:pt x="1835" y="427"/>
                    <a:pt x="1832" y="428"/>
                    <a:pt x="1829" y="429"/>
                  </a:cubicBezTo>
                  <a:cubicBezTo>
                    <a:pt x="1824" y="430"/>
                    <a:pt x="1824" y="430"/>
                    <a:pt x="1824" y="430"/>
                  </a:cubicBezTo>
                  <a:cubicBezTo>
                    <a:pt x="1824" y="430"/>
                    <a:pt x="1816" y="432"/>
                    <a:pt x="1815" y="433"/>
                  </a:cubicBezTo>
                  <a:cubicBezTo>
                    <a:pt x="1807" y="435"/>
                    <a:pt x="1807" y="435"/>
                    <a:pt x="1807" y="435"/>
                  </a:cubicBezTo>
                  <a:cubicBezTo>
                    <a:pt x="1806" y="435"/>
                    <a:pt x="1806" y="436"/>
                    <a:pt x="1805" y="436"/>
                  </a:cubicBezTo>
                  <a:cubicBezTo>
                    <a:pt x="1801" y="437"/>
                    <a:pt x="1801" y="437"/>
                    <a:pt x="1801" y="437"/>
                  </a:cubicBezTo>
                  <a:cubicBezTo>
                    <a:pt x="1802" y="437"/>
                    <a:pt x="1802" y="437"/>
                    <a:pt x="1802" y="437"/>
                  </a:cubicBezTo>
                  <a:cubicBezTo>
                    <a:pt x="1801" y="438"/>
                    <a:pt x="1801" y="438"/>
                    <a:pt x="1801" y="438"/>
                  </a:cubicBezTo>
                  <a:cubicBezTo>
                    <a:pt x="1795" y="440"/>
                    <a:pt x="1795" y="440"/>
                    <a:pt x="1795" y="440"/>
                  </a:cubicBezTo>
                  <a:cubicBezTo>
                    <a:pt x="1792" y="440"/>
                    <a:pt x="1789" y="441"/>
                    <a:pt x="1786" y="442"/>
                  </a:cubicBezTo>
                  <a:cubicBezTo>
                    <a:pt x="1785" y="442"/>
                    <a:pt x="1785" y="442"/>
                    <a:pt x="1785" y="442"/>
                  </a:cubicBezTo>
                  <a:cubicBezTo>
                    <a:pt x="1780" y="444"/>
                    <a:pt x="1775" y="445"/>
                    <a:pt x="1770" y="446"/>
                  </a:cubicBezTo>
                  <a:cubicBezTo>
                    <a:pt x="1770" y="446"/>
                    <a:pt x="1767" y="447"/>
                    <a:pt x="1766" y="447"/>
                  </a:cubicBezTo>
                  <a:cubicBezTo>
                    <a:pt x="1761" y="449"/>
                    <a:pt x="1756" y="450"/>
                    <a:pt x="1751" y="451"/>
                  </a:cubicBezTo>
                  <a:cubicBezTo>
                    <a:pt x="1750" y="451"/>
                    <a:pt x="1750" y="451"/>
                    <a:pt x="1749" y="452"/>
                  </a:cubicBezTo>
                  <a:cubicBezTo>
                    <a:pt x="1744" y="453"/>
                    <a:pt x="1739" y="454"/>
                    <a:pt x="1734" y="455"/>
                  </a:cubicBezTo>
                  <a:cubicBezTo>
                    <a:pt x="1733" y="455"/>
                    <a:pt x="1732" y="456"/>
                    <a:pt x="1731" y="456"/>
                  </a:cubicBezTo>
                  <a:cubicBezTo>
                    <a:pt x="1726" y="457"/>
                    <a:pt x="1721" y="458"/>
                    <a:pt x="1715" y="460"/>
                  </a:cubicBezTo>
                  <a:cubicBezTo>
                    <a:pt x="1712" y="460"/>
                    <a:pt x="1712" y="460"/>
                    <a:pt x="1712" y="460"/>
                  </a:cubicBezTo>
                  <a:cubicBezTo>
                    <a:pt x="1707" y="462"/>
                    <a:pt x="1701" y="463"/>
                    <a:pt x="1696" y="464"/>
                  </a:cubicBezTo>
                  <a:cubicBezTo>
                    <a:pt x="1696" y="464"/>
                    <a:pt x="1695" y="464"/>
                    <a:pt x="1695" y="464"/>
                  </a:cubicBezTo>
                  <a:cubicBezTo>
                    <a:pt x="1689" y="465"/>
                    <a:pt x="1683" y="467"/>
                    <a:pt x="1677" y="468"/>
                  </a:cubicBezTo>
                  <a:cubicBezTo>
                    <a:pt x="1674" y="469"/>
                    <a:pt x="1674" y="469"/>
                    <a:pt x="1674" y="469"/>
                  </a:cubicBezTo>
                  <a:cubicBezTo>
                    <a:pt x="1668" y="470"/>
                    <a:pt x="1662" y="471"/>
                    <a:pt x="1656" y="472"/>
                  </a:cubicBezTo>
                  <a:cubicBezTo>
                    <a:pt x="1654" y="472"/>
                    <a:pt x="1654" y="472"/>
                    <a:pt x="1654" y="472"/>
                  </a:cubicBezTo>
                  <a:cubicBezTo>
                    <a:pt x="1648" y="473"/>
                    <a:pt x="1643" y="474"/>
                    <a:pt x="1637" y="476"/>
                  </a:cubicBezTo>
                  <a:cubicBezTo>
                    <a:pt x="1634" y="476"/>
                    <a:pt x="1634" y="476"/>
                    <a:pt x="1634" y="476"/>
                  </a:cubicBezTo>
                  <a:cubicBezTo>
                    <a:pt x="1628" y="477"/>
                    <a:pt x="1622" y="478"/>
                    <a:pt x="1616" y="479"/>
                  </a:cubicBezTo>
                  <a:cubicBezTo>
                    <a:pt x="1615" y="480"/>
                    <a:pt x="1613" y="480"/>
                    <a:pt x="1612" y="480"/>
                  </a:cubicBezTo>
                  <a:cubicBezTo>
                    <a:pt x="1605" y="481"/>
                    <a:pt x="1605" y="481"/>
                    <a:pt x="1605" y="481"/>
                  </a:cubicBezTo>
                  <a:cubicBezTo>
                    <a:pt x="1601" y="482"/>
                    <a:pt x="1598" y="482"/>
                    <a:pt x="1594" y="483"/>
                  </a:cubicBezTo>
                  <a:cubicBezTo>
                    <a:pt x="1593" y="483"/>
                    <a:pt x="1593" y="483"/>
                    <a:pt x="1593" y="483"/>
                  </a:cubicBezTo>
                  <a:cubicBezTo>
                    <a:pt x="1587" y="484"/>
                    <a:pt x="1580" y="485"/>
                    <a:pt x="1574" y="486"/>
                  </a:cubicBezTo>
                  <a:cubicBezTo>
                    <a:pt x="1569" y="487"/>
                    <a:pt x="1569" y="487"/>
                    <a:pt x="1569" y="487"/>
                  </a:cubicBezTo>
                  <a:cubicBezTo>
                    <a:pt x="1563" y="488"/>
                    <a:pt x="1557" y="489"/>
                    <a:pt x="1550" y="490"/>
                  </a:cubicBezTo>
                  <a:cubicBezTo>
                    <a:pt x="1544" y="491"/>
                    <a:pt x="1544" y="491"/>
                    <a:pt x="1544" y="491"/>
                  </a:cubicBezTo>
                  <a:cubicBezTo>
                    <a:pt x="1530" y="493"/>
                    <a:pt x="1530" y="493"/>
                    <a:pt x="1530" y="493"/>
                  </a:cubicBezTo>
                  <a:cubicBezTo>
                    <a:pt x="1528" y="493"/>
                    <a:pt x="1528" y="493"/>
                    <a:pt x="1528" y="493"/>
                  </a:cubicBezTo>
                  <a:cubicBezTo>
                    <a:pt x="1528" y="493"/>
                    <a:pt x="1527" y="493"/>
                    <a:pt x="1526" y="493"/>
                  </a:cubicBezTo>
                  <a:cubicBezTo>
                    <a:pt x="1525" y="493"/>
                    <a:pt x="1525" y="493"/>
                    <a:pt x="1525" y="493"/>
                  </a:cubicBezTo>
                  <a:cubicBezTo>
                    <a:pt x="1520" y="494"/>
                    <a:pt x="1515" y="495"/>
                    <a:pt x="1510" y="495"/>
                  </a:cubicBezTo>
                  <a:cubicBezTo>
                    <a:pt x="1505" y="496"/>
                    <a:pt x="1505" y="496"/>
                    <a:pt x="1505" y="496"/>
                  </a:cubicBezTo>
                  <a:cubicBezTo>
                    <a:pt x="1504" y="496"/>
                    <a:pt x="1502" y="496"/>
                    <a:pt x="1501" y="497"/>
                  </a:cubicBezTo>
                  <a:cubicBezTo>
                    <a:pt x="1494" y="498"/>
                    <a:pt x="1487" y="498"/>
                    <a:pt x="1480" y="499"/>
                  </a:cubicBezTo>
                  <a:cubicBezTo>
                    <a:pt x="1340" y="516"/>
                    <a:pt x="1192" y="525"/>
                    <a:pt x="1037" y="525"/>
                  </a:cubicBezTo>
                  <a:close/>
                  <a:moveTo>
                    <a:pt x="689" y="331"/>
                  </a:moveTo>
                  <a:cubicBezTo>
                    <a:pt x="775" y="357"/>
                    <a:pt x="900" y="371"/>
                    <a:pt x="1033" y="371"/>
                  </a:cubicBezTo>
                  <a:cubicBezTo>
                    <a:pt x="1101" y="371"/>
                    <a:pt x="1166" y="367"/>
                    <a:pt x="1228" y="360"/>
                  </a:cubicBezTo>
                  <a:cubicBezTo>
                    <a:pt x="1232" y="359"/>
                    <a:pt x="1236" y="359"/>
                    <a:pt x="1241" y="358"/>
                  </a:cubicBezTo>
                  <a:cubicBezTo>
                    <a:pt x="1244" y="358"/>
                    <a:pt x="1244" y="358"/>
                    <a:pt x="1244" y="358"/>
                  </a:cubicBezTo>
                  <a:cubicBezTo>
                    <a:pt x="1248" y="357"/>
                    <a:pt x="1251" y="357"/>
                    <a:pt x="1255" y="356"/>
                  </a:cubicBezTo>
                  <a:cubicBezTo>
                    <a:pt x="1257" y="356"/>
                    <a:pt x="1257" y="356"/>
                    <a:pt x="1257" y="356"/>
                  </a:cubicBezTo>
                  <a:cubicBezTo>
                    <a:pt x="1261" y="355"/>
                    <a:pt x="1265" y="355"/>
                    <a:pt x="1269" y="354"/>
                  </a:cubicBezTo>
                  <a:cubicBezTo>
                    <a:pt x="1273" y="354"/>
                    <a:pt x="1273" y="354"/>
                    <a:pt x="1273" y="354"/>
                  </a:cubicBezTo>
                  <a:cubicBezTo>
                    <a:pt x="1276" y="353"/>
                    <a:pt x="1279" y="353"/>
                    <a:pt x="1282" y="352"/>
                  </a:cubicBezTo>
                  <a:cubicBezTo>
                    <a:pt x="1285" y="352"/>
                    <a:pt x="1285" y="352"/>
                    <a:pt x="1285" y="352"/>
                  </a:cubicBezTo>
                  <a:cubicBezTo>
                    <a:pt x="1289" y="351"/>
                    <a:pt x="1289" y="351"/>
                    <a:pt x="1289" y="351"/>
                  </a:cubicBezTo>
                  <a:cubicBezTo>
                    <a:pt x="1292" y="350"/>
                    <a:pt x="1294" y="350"/>
                    <a:pt x="1297" y="350"/>
                  </a:cubicBezTo>
                  <a:cubicBezTo>
                    <a:pt x="1297" y="349"/>
                    <a:pt x="1298" y="349"/>
                    <a:pt x="1299" y="349"/>
                  </a:cubicBezTo>
                  <a:cubicBezTo>
                    <a:pt x="1302" y="349"/>
                    <a:pt x="1305" y="348"/>
                    <a:pt x="1308" y="347"/>
                  </a:cubicBezTo>
                  <a:cubicBezTo>
                    <a:pt x="1309" y="347"/>
                    <a:pt x="1310" y="347"/>
                    <a:pt x="1311" y="347"/>
                  </a:cubicBezTo>
                  <a:cubicBezTo>
                    <a:pt x="1315" y="346"/>
                    <a:pt x="1318" y="345"/>
                    <a:pt x="1322" y="345"/>
                  </a:cubicBezTo>
                  <a:cubicBezTo>
                    <a:pt x="1322" y="345"/>
                    <a:pt x="1322" y="345"/>
                    <a:pt x="1322" y="345"/>
                  </a:cubicBezTo>
                  <a:cubicBezTo>
                    <a:pt x="1326" y="344"/>
                    <a:pt x="1329" y="343"/>
                    <a:pt x="1332" y="342"/>
                  </a:cubicBezTo>
                  <a:cubicBezTo>
                    <a:pt x="1333" y="342"/>
                    <a:pt x="1333" y="342"/>
                    <a:pt x="1333" y="342"/>
                  </a:cubicBezTo>
                  <a:cubicBezTo>
                    <a:pt x="1334" y="342"/>
                    <a:pt x="1334" y="342"/>
                    <a:pt x="1335" y="342"/>
                  </a:cubicBezTo>
                  <a:cubicBezTo>
                    <a:pt x="1338" y="341"/>
                    <a:pt x="1341" y="340"/>
                    <a:pt x="1344" y="340"/>
                  </a:cubicBezTo>
                  <a:cubicBezTo>
                    <a:pt x="1344" y="339"/>
                    <a:pt x="1345" y="339"/>
                    <a:pt x="1345" y="339"/>
                  </a:cubicBezTo>
                  <a:cubicBezTo>
                    <a:pt x="1349" y="338"/>
                    <a:pt x="1352" y="337"/>
                    <a:pt x="1355" y="337"/>
                  </a:cubicBezTo>
                  <a:cubicBezTo>
                    <a:pt x="1359" y="336"/>
                    <a:pt x="1359" y="336"/>
                    <a:pt x="1359" y="336"/>
                  </a:cubicBezTo>
                  <a:cubicBezTo>
                    <a:pt x="1361" y="335"/>
                    <a:pt x="1363" y="335"/>
                    <a:pt x="1365" y="334"/>
                  </a:cubicBezTo>
                  <a:cubicBezTo>
                    <a:pt x="1367" y="333"/>
                    <a:pt x="1367" y="333"/>
                    <a:pt x="1367" y="333"/>
                  </a:cubicBezTo>
                  <a:cubicBezTo>
                    <a:pt x="1368" y="333"/>
                    <a:pt x="1373" y="332"/>
                    <a:pt x="1373" y="332"/>
                  </a:cubicBezTo>
                  <a:cubicBezTo>
                    <a:pt x="1373" y="332"/>
                    <a:pt x="1373" y="332"/>
                    <a:pt x="1373" y="332"/>
                  </a:cubicBezTo>
                  <a:cubicBezTo>
                    <a:pt x="1374" y="331"/>
                    <a:pt x="1375" y="331"/>
                    <a:pt x="1376" y="331"/>
                  </a:cubicBezTo>
                  <a:cubicBezTo>
                    <a:pt x="1377" y="331"/>
                    <a:pt x="1377" y="330"/>
                    <a:pt x="1378" y="330"/>
                  </a:cubicBezTo>
                  <a:cubicBezTo>
                    <a:pt x="1380" y="330"/>
                    <a:pt x="1383" y="329"/>
                    <a:pt x="1385" y="328"/>
                  </a:cubicBezTo>
                  <a:cubicBezTo>
                    <a:pt x="1386" y="328"/>
                    <a:pt x="1386" y="328"/>
                    <a:pt x="1387" y="327"/>
                  </a:cubicBezTo>
                  <a:cubicBezTo>
                    <a:pt x="1390" y="326"/>
                    <a:pt x="1392" y="326"/>
                    <a:pt x="1394" y="325"/>
                  </a:cubicBezTo>
                  <a:cubicBezTo>
                    <a:pt x="1395" y="324"/>
                    <a:pt x="1395" y="324"/>
                    <a:pt x="1395" y="324"/>
                  </a:cubicBezTo>
                  <a:cubicBezTo>
                    <a:pt x="1396" y="324"/>
                    <a:pt x="1396" y="324"/>
                    <a:pt x="1396" y="324"/>
                  </a:cubicBezTo>
                  <a:cubicBezTo>
                    <a:pt x="1396" y="324"/>
                    <a:pt x="1396" y="324"/>
                    <a:pt x="1396" y="324"/>
                  </a:cubicBezTo>
                  <a:cubicBezTo>
                    <a:pt x="1399" y="323"/>
                    <a:pt x="1401" y="322"/>
                    <a:pt x="1403" y="322"/>
                  </a:cubicBezTo>
                  <a:cubicBezTo>
                    <a:pt x="1405" y="321"/>
                    <a:pt x="1405" y="321"/>
                    <a:pt x="1405" y="321"/>
                  </a:cubicBezTo>
                  <a:cubicBezTo>
                    <a:pt x="1407" y="320"/>
                    <a:pt x="1409" y="319"/>
                    <a:pt x="1411" y="319"/>
                  </a:cubicBezTo>
                  <a:cubicBezTo>
                    <a:pt x="1413" y="318"/>
                    <a:pt x="1413" y="318"/>
                    <a:pt x="1413" y="318"/>
                  </a:cubicBezTo>
                  <a:cubicBezTo>
                    <a:pt x="1415" y="317"/>
                    <a:pt x="1417" y="316"/>
                    <a:pt x="1419" y="315"/>
                  </a:cubicBezTo>
                  <a:cubicBezTo>
                    <a:pt x="1420" y="315"/>
                    <a:pt x="1420" y="315"/>
                    <a:pt x="1421" y="314"/>
                  </a:cubicBezTo>
                  <a:cubicBezTo>
                    <a:pt x="1423" y="314"/>
                    <a:pt x="1424" y="313"/>
                    <a:pt x="1426" y="312"/>
                  </a:cubicBezTo>
                  <a:cubicBezTo>
                    <a:pt x="1427" y="312"/>
                    <a:pt x="1427" y="311"/>
                    <a:pt x="1428" y="311"/>
                  </a:cubicBezTo>
                  <a:cubicBezTo>
                    <a:pt x="1430" y="310"/>
                    <a:pt x="1432" y="309"/>
                    <a:pt x="1434" y="308"/>
                  </a:cubicBezTo>
                  <a:cubicBezTo>
                    <a:pt x="1435" y="308"/>
                    <a:pt x="1435" y="308"/>
                    <a:pt x="1435" y="308"/>
                  </a:cubicBezTo>
                  <a:cubicBezTo>
                    <a:pt x="1436" y="307"/>
                    <a:pt x="1437" y="306"/>
                    <a:pt x="1439" y="305"/>
                  </a:cubicBezTo>
                  <a:cubicBezTo>
                    <a:pt x="1441" y="304"/>
                    <a:pt x="1441" y="304"/>
                    <a:pt x="1441" y="304"/>
                  </a:cubicBezTo>
                  <a:cubicBezTo>
                    <a:pt x="1442" y="303"/>
                    <a:pt x="1444" y="302"/>
                    <a:pt x="1446" y="301"/>
                  </a:cubicBezTo>
                  <a:cubicBezTo>
                    <a:pt x="1446" y="301"/>
                    <a:pt x="1446" y="301"/>
                    <a:pt x="1446" y="301"/>
                  </a:cubicBezTo>
                  <a:cubicBezTo>
                    <a:pt x="1447" y="301"/>
                    <a:pt x="1447" y="301"/>
                    <a:pt x="1447" y="301"/>
                  </a:cubicBezTo>
                  <a:cubicBezTo>
                    <a:pt x="1448" y="300"/>
                    <a:pt x="1449" y="299"/>
                    <a:pt x="1451" y="298"/>
                  </a:cubicBezTo>
                  <a:cubicBezTo>
                    <a:pt x="1451" y="298"/>
                    <a:pt x="1451" y="297"/>
                    <a:pt x="1452" y="297"/>
                  </a:cubicBezTo>
                  <a:cubicBezTo>
                    <a:pt x="1453" y="296"/>
                    <a:pt x="1454" y="295"/>
                    <a:pt x="1455" y="295"/>
                  </a:cubicBezTo>
                  <a:cubicBezTo>
                    <a:pt x="1456" y="294"/>
                    <a:pt x="1456" y="294"/>
                    <a:pt x="1456" y="294"/>
                  </a:cubicBezTo>
                  <a:cubicBezTo>
                    <a:pt x="1458" y="293"/>
                    <a:pt x="1459" y="292"/>
                    <a:pt x="1460" y="291"/>
                  </a:cubicBezTo>
                  <a:cubicBezTo>
                    <a:pt x="1461" y="290"/>
                    <a:pt x="1461" y="290"/>
                    <a:pt x="1461" y="290"/>
                  </a:cubicBezTo>
                  <a:cubicBezTo>
                    <a:pt x="1462" y="289"/>
                    <a:pt x="1463" y="288"/>
                    <a:pt x="1464" y="287"/>
                  </a:cubicBezTo>
                  <a:cubicBezTo>
                    <a:pt x="1464" y="287"/>
                    <a:pt x="1464" y="287"/>
                    <a:pt x="1465" y="287"/>
                  </a:cubicBezTo>
                  <a:cubicBezTo>
                    <a:pt x="1465" y="286"/>
                    <a:pt x="1466" y="285"/>
                    <a:pt x="1467" y="284"/>
                  </a:cubicBezTo>
                  <a:cubicBezTo>
                    <a:pt x="1467" y="283"/>
                    <a:pt x="1467" y="283"/>
                    <a:pt x="1467" y="283"/>
                  </a:cubicBezTo>
                  <a:cubicBezTo>
                    <a:pt x="1468" y="282"/>
                    <a:pt x="1469" y="281"/>
                    <a:pt x="1470" y="280"/>
                  </a:cubicBezTo>
                  <a:cubicBezTo>
                    <a:pt x="1470" y="280"/>
                    <a:pt x="1470" y="280"/>
                    <a:pt x="1470" y="279"/>
                  </a:cubicBezTo>
                  <a:cubicBezTo>
                    <a:pt x="1471" y="279"/>
                    <a:pt x="1471" y="278"/>
                    <a:pt x="1472" y="277"/>
                  </a:cubicBezTo>
                  <a:cubicBezTo>
                    <a:pt x="1472" y="276"/>
                    <a:pt x="1472" y="276"/>
                    <a:pt x="1472" y="276"/>
                  </a:cubicBezTo>
                  <a:cubicBezTo>
                    <a:pt x="1473" y="275"/>
                    <a:pt x="1473" y="274"/>
                    <a:pt x="1474" y="273"/>
                  </a:cubicBezTo>
                  <a:cubicBezTo>
                    <a:pt x="1474" y="272"/>
                    <a:pt x="1474" y="272"/>
                    <a:pt x="1474" y="272"/>
                  </a:cubicBezTo>
                  <a:cubicBezTo>
                    <a:pt x="1474" y="271"/>
                    <a:pt x="1475" y="271"/>
                    <a:pt x="1475" y="270"/>
                  </a:cubicBezTo>
                  <a:cubicBezTo>
                    <a:pt x="1475" y="269"/>
                    <a:pt x="1475" y="269"/>
                    <a:pt x="1475" y="269"/>
                  </a:cubicBezTo>
                  <a:cubicBezTo>
                    <a:pt x="1475" y="268"/>
                    <a:pt x="1476" y="267"/>
                    <a:pt x="1476" y="266"/>
                  </a:cubicBezTo>
                  <a:cubicBezTo>
                    <a:pt x="1476" y="265"/>
                    <a:pt x="1476" y="265"/>
                    <a:pt x="1476" y="265"/>
                  </a:cubicBezTo>
                  <a:cubicBezTo>
                    <a:pt x="1476" y="265"/>
                    <a:pt x="1476" y="264"/>
                    <a:pt x="1476" y="264"/>
                  </a:cubicBezTo>
                  <a:cubicBezTo>
                    <a:pt x="1476" y="262"/>
                    <a:pt x="1476" y="262"/>
                    <a:pt x="1476" y="262"/>
                  </a:cubicBezTo>
                  <a:cubicBezTo>
                    <a:pt x="1476" y="262"/>
                    <a:pt x="1476" y="261"/>
                    <a:pt x="1476" y="261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80" y="259"/>
                    <a:pt x="1480" y="259"/>
                    <a:pt x="1480" y="259"/>
                  </a:cubicBezTo>
                  <a:cubicBezTo>
                    <a:pt x="1476" y="259"/>
                    <a:pt x="1476" y="259"/>
                    <a:pt x="1476" y="259"/>
                  </a:cubicBezTo>
                  <a:cubicBezTo>
                    <a:pt x="1476" y="259"/>
                    <a:pt x="1476" y="258"/>
                    <a:pt x="1476" y="257"/>
                  </a:cubicBezTo>
                  <a:cubicBezTo>
                    <a:pt x="1475" y="256"/>
                    <a:pt x="1475" y="255"/>
                    <a:pt x="1475" y="254"/>
                  </a:cubicBezTo>
                  <a:cubicBezTo>
                    <a:pt x="1474" y="253"/>
                    <a:pt x="1474" y="253"/>
                    <a:pt x="1474" y="253"/>
                  </a:cubicBezTo>
                  <a:cubicBezTo>
                    <a:pt x="1474" y="253"/>
                    <a:pt x="1474" y="252"/>
                    <a:pt x="1474" y="251"/>
                  </a:cubicBezTo>
                  <a:cubicBezTo>
                    <a:pt x="1473" y="250"/>
                    <a:pt x="1473" y="250"/>
                    <a:pt x="1473" y="250"/>
                  </a:cubicBezTo>
                  <a:cubicBezTo>
                    <a:pt x="1473" y="250"/>
                    <a:pt x="1473" y="249"/>
                    <a:pt x="1472" y="249"/>
                  </a:cubicBezTo>
                  <a:cubicBezTo>
                    <a:pt x="1472" y="248"/>
                    <a:pt x="1472" y="248"/>
                    <a:pt x="1472" y="248"/>
                  </a:cubicBezTo>
                  <a:cubicBezTo>
                    <a:pt x="1471" y="247"/>
                    <a:pt x="1471" y="246"/>
                    <a:pt x="1471" y="246"/>
                  </a:cubicBezTo>
                  <a:cubicBezTo>
                    <a:pt x="1470" y="245"/>
                    <a:pt x="1470" y="245"/>
                    <a:pt x="1470" y="245"/>
                  </a:cubicBezTo>
                  <a:cubicBezTo>
                    <a:pt x="1470" y="244"/>
                    <a:pt x="1469" y="244"/>
                    <a:pt x="1469" y="243"/>
                  </a:cubicBezTo>
                  <a:cubicBezTo>
                    <a:pt x="1468" y="242"/>
                    <a:pt x="1468" y="242"/>
                    <a:pt x="1468" y="242"/>
                  </a:cubicBezTo>
                  <a:cubicBezTo>
                    <a:pt x="1467" y="241"/>
                    <a:pt x="1467" y="241"/>
                    <a:pt x="1466" y="240"/>
                  </a:cubicBezTo>
                  <a:cubicBezTo>
                    <a:pt x="1466" y="240"/>
                    <a:pt x="1466" y="240"/>
                    <a:pt x="1466" y="239"/>
                  </a:cubicBezTo>
                  <a:cubicBezTo>
                    <a:pt x="1465" y="238"/>
                    <a:pt x="1464" y="238"/>
                    <a:pt x="1463" y="237"/>
                  </a:cubicBezTo>
                  <a:cubicBezTo>
                    <a:pt x="1463" y="236"/>
                    <a:pt x="1463" y="236"/>
                    <a:pt x="1463" y="236"/>
                  </a:cubicBezTo>
                  <a:cubicBezTo>
                    <a:pt x="1462" y="235"/>
                    <a:pt x="1461" y="235"/>
                    <a:pt x="1460" y="234"/>
                  </a:cubicBezTo>
                  <a:cubicBezTo>
                    <a:pt x="1459" y="233"/>
                    <a:pt x="1459" y="233"/>
                    <a:pt x="1459" y="233"/>
                  </a:cubicBezTo>
                  <a:cubicBezTo>
                    <a:pt x="1456" y="231"/>
                    <a:pt x="1456" y="231"/>
                    <a:pt x="1456" y="231"/>
                  </a:cubicBezTo>
                  <a:cubicBezTo>
                    <a:pt x="1455" y="230"/>
                    <a:pt x="1455" y="230"/>
                    <a:pt x="1455" y="230"/>
                  </a:cubicBezTo>
                  <a:cubicBezTo>
                    <a:pt x="1454" y="229"/>
                    <a:pt x="1453" y="229"/>
                    <a:pt x="1453" y="228"/>
                  </a:cubicBezTo>
                  <a:cubicBezTo>
                    <a:pt x="1452" y="228"/>
                    <a:pt x="1452" y="227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7" y="224"/>
                    <a:pt x="1447" y="224"/>
                    <a:pt x="1447" y="224"/>
                  </a:cubicBezTo>
                  <a:cubicBezTo>
                    <a:pt x="1446" y="223"/>
                    <a:pt x="1445" y="223"/>
                    <a:pt x="1444" y="222"/>
                  </a:cubicBezTo>
                  <a:cubicBezTo>
                    <a:pt x="1443" y="222"/>
                    <a:pt x="1443" y="222"/>
                    <a:pt x="1442" y="221"/>
                  </a:cubicBezTo>
                  <a:cubicBezTo>
                    <a:pt x="1442" y="221"/>
                    <a:pt x="1441" y="220"/>
                    <a:pt x="1440" y="220"/>
                  </a:cubicBezTo>
                  <a:cubicBezTo>
                    <a:pt x="1439" y="219"/>
                    <a:pt x="1439" y="219"/>
                    <a:pt x="1439" y="219"/>
                  </a:cubicBezTo>
                  <a:cubicBezTo>
                    <a:pt x="1438" y="219"/>
                    <a:pt x="1438" y="219"/>
                    <a:pt x="1437" y="218"/>
                  </a:cubicBezTo>
                  <a:cubicBezTo>
                    <a:pt x="1436" y="217"/>
                    <a:pt x="1434" y="216"/>
                    <a:pt x="1432" y="216"/>
                  </a:cubicBezTo>
                  <a:cubicBezTo>
                    <a:pt x="1357" y="177"/>
                    <a:pt x="1198" y="152"/>
                    <a:pt x="1027" y="152"/>
                  </a:cubicBezTo>
                  <a:cubicBezTo>
                    <a:pt x="960" y="152"/>
                    <a:pt x="894" y="156"/>
                    <a:pt x="833" y="163"/>
                  </a:cubicBezTo>
                  <a:cubicBezTo>
                    <a:pt x="830" y="164"/>
                    <a:pt x="827" y="164"/>
                    <a:pt x="824" y="165"/>
                  </a:cubicBezTo>
                  <a:cubicBezTo>
                    <a:pt x="824" y="165"/>
                    <a:pt x="817" y="165"/>
                    <a:pt x="816" y="165"/>
                  </a:cubicBezTo>
                  <a:cubicBezTo>
                    <a:pt x="813" y="166"/>
                    <a:pt x="809" y="166"/>
                    <a:pt x="806" y="167"/>
                  </a:cubicBezTo>
                  <a:cubicBezTo>
                    <a:pt x="803" y="167"/>
                    <a:pt x="803" y="167"/>
                    <a:pt x="803" y="167"/>
                  </a:cubicBezTo>
                  <a:cubicBezTo>
                    <a:pt x="799" y="168"/>
                    <a:pt x="795" y="168"/>
                    <a:pt x="791" y="169"/>
                  </a:cubicBezTo>
                  <a:cubicBezTo>
                    <a:pt x="790" y="169"/>
                    <a:pt x="789" y="169"/>
                    <a:pt x="788" y="170"/>
                  </a:cubicBezTo>
                  <a:cubicBezTo>
                    <a:pt x="785" y="170"/>
                    <a:pt x="782" y="171"/>
                    <a:pt x="778" y="171"/>
                  </a:cubicBezTo>
                  <a:cubicBezTo>
                    <a:pt x="777" y="171"/>
                    <a:pt x="776" y="172"/>
                    <a:pt x="776" y="172"/>
                  </a:cubicBezTo>
                  <a:cubicBezTo>
                    <a:pt x="772" y="172"/>
                    <a:pt x="768" y="173"/>
                    <a:pt x="764" y="174"/>
                  </a:cubicBezTo>
                  <a:cubicBezTo>
                    <a:pt x="752" y="176"/>
                    <a:pt x="752" y="176"/>
                    <a:pt x="752" y="176"/>
                  </a:cubicBezTo>
                  <a:cubicBezTo>
                    <a:pt x="750" y="177"/>
                    <a:pt x="750" y="177"/>
                    <a:pt x="750" y="177"/>
                  </a:cubicBezTo>
                  <a:cubicBezTo>
                    <a:pt x="746" y="177"/>
                    <a:pt x="742" y="178"/>
                    <a:pt x="739" y="179"/>
                  </a:cubicBezTo>
                  <a:cubicBezTo>
                    <a:pt x="738" y="179"/>
                    <a:pt x="738" y="179"/>
                    <a:pt x="738" y="179"/>
                  </a:cubicBezTo>
                  <a:cubicBezTo>
                    <a:pt x="738" y="179"/>
                    <a:pt x="730" y="181"/>
                    <a:pt x="728" y="181"/>
                  </a:cubicBezTo>
                  <a:cubicBezTo>
                    <a:pt x="725" y="182"/>
                    <a:pt x="725" y="182"/>
                    <a:pt x="725" y="182"/>
                  </a:cubicBezTo>
                  <a:cubicBezTo>
                    <a:pt x="723" y="182"/>
                    <a:pt x="723" y="182"/>
                    <a:pt x="723" y="182"/>
                  </a:cubicBezTo>
                  <a:cubicBezTo>
                    <a:pt x="721" y="183"/>
                    <a:pt x="719" y="183"/>
                    <a:pt x="717" y="184"/>
                  </a:cubicBezTo>
                  <a:cubicBezTo>
                    <a:pt x="716" y="184"/>
                    <a:pt x="716" y="184"/>
                    <a:pt x="716" y="184"/>
                  </a:cubicBezTo>
                  <a:cubicBezTo>
                    <a:pt x="716" y="184"/>
                    <a:pt x="716" y="184"/>
                    <a:pt x="715" y="184"/>
                  </a:cubicBezTo>
                  <a:cubicBezTo>
                    <a:pt x="712" y="185"/>
                    <a:pt x="708" y="186"/>
                    <a:pt x="705" y="187"/>
                  </a:cubicBezTo>
                  <a:cubicBezTo>
                    <a:pt x="703" y="187"/>
                    <a:pt x="703" y="187"/>
                    <a:pt x="703" y="187"/>
                  </a:cubicBezTo>
                  <a:cubicBezTo>
                    <a:pt x="701" y="188"/>
                    <a:pt x="698" y="189"/>
                    <a:pt x="696" y="189"/>
                  </a:cubicBezTo>
                  <a:cubicBezTo>
                    <a:pt x="695" y="190"/>
                    <a:pt x="694" y="190"/>
                    <a:pt x="693" y="190"/>
                  </a:cubicBezTo>
                  <a:cubicBezTo>
                    <a:pt x="690" y="191"/>
                    <a:pt x="687" y="192"/>
                    <a:pt x="684" y="193"/>
                  </a:cubicBezTo>
                  <a:cubicBezTo>
                    <a:pt x="684" y="193"/>
                    <a:pt x="683" y="193"/>
                    <a:pt x="683" y="193"/>
                  </a:cubicBezTo>
                  <a:cubicBezTo>
                    <a:pt x="680" y="194"/>
                    <a:pt x="678" y="195"/>
                    <a:pt x="676" y="195"/>
                  </a:cubicBezTo>
                  <a:cubicBezTo>
                    <a:pt x="675" y="195"/>
                    <a:pt x="675" y="196"/>
                    <a:pt x="674" y="196"/>
                  </a:cubicBezTo>
                  <a:cubicBezTo>
                    <a:pt x="673" y="196"/>
                    <a:pt x="673" y="196"/>
                    <a:pt x="673" y="196"/>
                  </a:cubicBezTo>
                  <a:cubicBezTo>
                    <a:pt x="671" y="197"/>
                    <a:pt x="668" y="198"/>
                    <a:pt x="665" y="199"/>
                  </a:cubicBezTo>
                  <a:cubicBezTo>
                    <a:pt x="665" y="199"/>
                    <a:pt x="665" y="199"/>
                    <a:pt x="665" y="199"/>
                  </a:cubicBezTo>
                  <a:cubicBezTo>
                    <a:pt x="663" y="200"/>
                    <a:pt x="661" y="200"/>
                    <a:pt x="660" y="201"/>
                  </a:cubicBezTo>
                  <a:cubicBezTo>
                    <a:pt x="657" y="202"/>
                    <a:pt x="657" y="202"/>
                    <a:pt x="657" y="202"/>
                  </a:cubicBezTo>
                  <a:cubicBezTo>
                    <a:pt x="656" y="202"/>
                    <a:pt x="656" y="202"/>
                    <a:pt x="656" y="202"/>
                  </a:cubicBezTo>
                  <a:cubicBezTo>
                    <a:pt x="653" y="203"/>
                    <a:pt x="651" y="204"/>
                    <a:pt x="649" y="205"/>
                  </a:cubicBezTo>
                  <a:cubicBezTo>
                    <a:pt x="649" y="205"/>
                    <a:pt x="649" y="205"/>
                    <a:pt x="648" y="205"/>
                  </a:cubicBezTo>
                  <a:cubicBezTo>
                    <a:pt x="646" y="206"/>
                    <a:pt x="643" y="207"/>
                    <a:pt x="641" y="208"/>
                  </a:cubicBezTo>
                  <a:cubicBezTo>
                    <a:pt x="640" y="209"/>
                    <a:pt x="640" y="209"/>
                    <a:pt x="640" y="209"/>
                  </a:cubicBezTo>
                  <a:cubicBezTo>
                    <a:pt x="640" y="209"/>
                    <a:pt x="640" y="209"/>
                    <a:pt x="640" y="209"/>
                  </a:cubicBezTo>
                  <a:cubicBezTo>
                    <a:pt x="638" y="210"/>
                    <a:pt x="636" y="211"/>
                    <a:pt x="634" y="211"/>
                  </a:cubicBezTo>
                  <a:cubicBezTo>
                    <a:pt x="634" y="212"/>
                    <a:pt x="633" y="212"/>
                    <a:pt x="633" y="212"/>
                  </a:cubicBezTo>
                  <a:cubicBezTo>
                    <a:pt x="631" y="213"/>
                    <a:pt x="629" y="214"/>
                    <a:pt x="627" y="215"/>
                  </a:cubicBezTo>
                  <a:cubicBezTo>
                    <a:pt x="627" y="215"/>
                    <a:pt x="626" y="215"/>
                    <a:pt x="626" y="216"/>
                  </a:cubicBezTo>
                  <a:cubicBezTo>
                    <a:pt x="624" y="217"/>
                    <a:pt x="623" y="217"/>
                    <a:pt x="621" y="218"/>
                  </a:cubicBezTo>
                  <a:cubicBezTo>
                    <a:pt x="621" y="219"/>
                    <a:pt x="620" y="219"/>
                    <a:pt x="620" y="219"/>
                  </a:cubicBezTo>
                  <a:cubicBezTo>
                    <a:pt x="618" y="220"/>
                    <a:pt x="617" y="221"/>
                    <a:pt x="615" y="222"/>
                  </a:cubicBezTo>
                  <a:cubicBezTo>
                    <a:pt x="614" y="223"/>
                    <a:pt x="614" y="223"/>
                    <a:pt x="614" y="223"/>
                  </a:cubicBezTo>
                  <a:cubicBezTo>
                    <a:pt x="614" y="223"/>
                    <a:pt x="614" y="223"/>
                    <a:pt x="614" y="223"/>
                  </a:cubicBezTo>
                  <a:cubicBezTo>
                    <a:pt x="612" y="224"/>
                    <a:pt x="611" y="224"/>
                    <a:pt x="610" y="225"/>
                  </a:cubicBezTo>
                  <a:cubicBezTo>
                    <a:pt x="609" y="226"/>
                    <a:pt x="609" y="226"/>
                    <a:pt x="609" y="226"/>
                  </a:cubicBezTo>
                  <a:cubicBezTo>
                    <a:pt x="607" y="227"/>
                    <a:pt x="606" y="228"/>
                    <a:pt x="605" y="229"/>
                  </a:cubicBezTo>
                  <a:cubicBezTo>
                    <a:pt x="604" y="229"/>
                    <a:pt x="604" y="229"/>
                    <a:pt x="604" y="229"/>
                  </a:cubicBezTo>
                  <a:cubicBezTo>
                    <a:pt x="603" y="230"/>
                    <a:pt x="602" y="231"/>
                    <a:pt x="601" y="233"/>
                  </a:cubicBezTo>
                  <a:cubicBezTo>
                    <a:pt x="600" y="233"/>
                    <a:pt x="600" y="233"/>
                    <a:pt x="600" y="233"/>
                  </a:cubicBezTo>
                  <a:cubicBezTo>
                    <a:pt x="599" y="234"/>
                    <a:pt x="598" y="235"/>
                    <a:pt x="597" y="236"/>
                  </a:cubicBezTo>
                  <a:cubicBezTo>
                    <a:pt x="597" y="236"/>
                    <a:pt x="596" y="236"/>
                    <a:pt x="596" y="237"/>
                  </a:cubicBezTo>
                  <a:cubicBezTo>
                    <a:pt x="595" y="238"/>
                    <a:pt x="594" y="239"/>
                    <a:pt x="593" y="240"/>
                  </a:cubicBezTo>
                  <a:cubicBezTo>
                    <a:pt x="593" y="240"/>
                    <a:pt x="593" y="240"/>
                    <a:pt x="593" y="240"/>
                  </a:cubicBezTo>
                  <a:cubicBezTo>
                    <a:pt x="592" y="241"/>
                    <a:pt x="592" y="242"/>
                    <a:pt x="591" y="243"/>
                  </a:cubicBezTo>
                  <a:cubicBezTo>
                    <a:pt x="590" y="244"/>
                    <a:pt x="590" y="244"/>
                    <a:pt x="590" y="244"/>
                  </a:cubicBezTo>
                  <a:cubicBezTo>
                    <a:pt x="590" y="245"/>
                    <a:pt x="589" y="246"/>
                    <a:pt x="588" y="247"/>
                  </a:cubicBezTo>
                  <a:cubicBezTo>
                    <a:pt x="588" y="247"/>
                    <a:pt x="588" y="247"/>
                    <a:pt x="588" y="247"/>
                  </a:cubicBezTo>
                  <a:cubicBezTo>
                    <a:pt x="588" y="248"/>
                    <a:pt x="587" y="249"/>
                    <a:pt x="587" y="250"/>
                  </a:cubicBezTo>
                  <a:cubicBezTo>
                    <a:pt x="587" y="251"/>
                    <a:pt x="587" y="251"/>
                    <a:pt x="587" y="251"/>
                  </a:cubicBezTo>
                  <a:cubicBezTo>
                    <a:pt x="586" y="252"/>
                    <a:pt x="586" y="253"/>
                    <a:pt x="586" y="254"/>
                  </a:cubicBezTo>
                  <a:cubicBezTo>
                    <a:pt x="585" y="254"/>
                    <a:pt x="585" y="254"/>
                    <a:pt x="585" y="254"/>
                  </a:cubicBezTo>
                  <a:cubicBezTo>
                    <a:pt x="585" y="255"/>
                    <a:pt x="585" y="256"/>
                    <a:pt x="585" y="257"/>
                  </a:cubicBezTo>
                  <a:cubicBezTo>
                    <a:pt x="585" y="258"/>
                    <a:pt x="585" y="258"/>
                    <a:pt x="585" y="258"/>
                  </a:cubicBezTo>
                  <a:cubicBezTo>
                    <a:pt x="585" y="259"/>
                    <a:pt x="584" y="260"/>
                    <a:pt x="584" y="260"/>
                  </a:cubicBezTo>
                  <a:cubicBezTo>
                    <a:pt x="584" y="261"/>
                    <a:pt x="584" y="261"/>
                    <a:pt x="584" y="261"/>
                  </a:cubicBezTo>
                  <a:cubicBezTo>
                    <a:pt x="584" y="263"/>
                    <a:pt x="584" y="263"/>
                    <a:pt x="584" y="263"/>
                  </a:cubicBezTo>
                  <a:cubicBezTo>
                    <a:pt x="585" y="264"/>
                    <a:pt x="585" y="264"/>
                    <a:pt x="585" y="264"/>
                  </a:cubicBezTo>
                  <a:cubicBezTo>
                    <a:pt x="585" y="265"/>
                    <a:pt x="585" y="266"/>
                    <a:pt x="585" y="266"/>
                  </a:cubicBezTo>
                  <a:cubicBezTo>
                    <a:pt x="585" y="267"/>
                    <a:pt x="585" y="267"/>
                    <a:pt x="585" y="267"/>
                  </a:cubicBezTo>
                  <a:cubicBezTo>
                    <a:pt x="585" y="268"/>
                    <a:pt x="585" y="268"/>
                    <a:pt x="586" y="269"/>
                  </a:cubicBezTo>
                  <a:cubicBezTo>
                    <a:pt x="586" y="270"/>
                    <a:pt x="586" y="270"/>
                    <a:pt x="586" y="270"/>
                  </a:cubicBezTo>
                  <a:cubicBezTo>
                    <a:pt x="586" y="271"/>
                    <a:pt x="587" y="271"/>
                    <a:pt x="587" y="272"/>
                  </a:cubicBezTo>
                  <a:cubicBezTo>
                    <a:pt x="587" y="273"/>
                    <a:pt x="587" y="273"/>
                    <a:pt x="587" y="273"/>
                  </a:cubicBezTo>
                  <a:cubicBezTo>
                    <a:pt x="587" y="273"/>
                    <a:pt x="588" y="274"/>
                    <a:pt x="588" y="275"/>
                  </a:cubicBezTo>
                  <a:cubicBezTo>
                    <a:pt x="588" y="275"/>
                    <a:pt x="589" y="275"/>
                    <a:pt x="589" y="276"/>
                  </a:cubicBezTo>
                  <a:cubicBezTo>
                    <a:pt x="589" y="276"/>
                    <a:pt x="589" y="277"/>
                    <a:pt x="590" y="277"/>
                  </a:cubicBezTo>
                  <a:cubicBezTo>
                    <a:pt x="590" y="278"/>
                    <a:pt x="590" y="278"/>
                    <a:pt x="590" y="278"/>
                  </a:cubicBezTo>
                  <a:cubicBezTo>
                    <a:pt x="591" y="279"/>
                    <a:pt x="591" y="280"/>
                    <a:pt x="592" y="280"/>
                  </a:cubicBezTo>
                  <a:cubicBezTo>
                    <a:pt x="593" y="281"/>
                    <a:pt x="593" y="281"/>
                    <a:pt x="593" y="281"/>
                  </a:cubicBezTo>
                  <a:cubicBezTo>
                    <a:pt x="593" y="282"/>
                    <a:pt x="594" y="283"/>
                    <a:pt x="594" y="283"/>
                  </a:cubicBezTo>
                  <a:cubicBezTo>
                    <a:pt x="595" y="284"/>
                    <a:pt x="595" y="284"/>
                    <a:pt x="595" y="284"/>
                  </a:cubicBezTo>
                  <a:cubicBezTo>
                    <a:pt x="595" y="284"/>
                    <a:pt x="595" y="284"/>
                    <a:pt x="595" y="284"/>
                  </a:cubicBezTo>
                  <a:cubicBezTo>
                    <a:pt x="596" y="285"/>
                    <a:pt x="596" y="286"/>
                    <a:pt x="597" y="286"/>
                  </a:cubicBezTo>
                  <a:cubicBezTo>
                    <a:pt x="598" y="287"/>
                    <a:pt x="598" y="287"/>
                    <a:pt x="598" y="287"/>
                  </a:cubicBezTo>
                  <a:cubicBezTo>
                    <a:pt x="599" y="288"/>
                    <a:pt x="600" y="289"/>
                    <a:pt x="601" y="290"/>
                  </a:cubicBezTo>
                  <a:cubicBezTo>
                    <a:pt x="601" y="290"/>
                    <a:pt x="602" y="290"/>
                    <a:pt x="602" y="291"/>
                  </a:cubicBezTo>
                  <a:cubicBezTo>
                    <a:pt x="604" y="293"/>
                    <a:pt x="604" y="293"/>
                    <a:pt x="604" y="293"/>
                  </a:cubicBezTo>
                  <a:cubicBezTo>
                    <a:pt x="605" y="293"/>
                    <a:pt x="605" y="293"/>
                    <a:pt x="605" y="293"/>
                  </a:cubicBezTo>
                  <a:cubicBezTo>
                    <a:pt x="605" y="293"/>
                    <a:pt x="605" y="293"/>
                    <a:pt x="606" y="294"/>
                  </a:cubicBezTo>
                  <a:cubicBezTo>
                    <a:pt x="606" y="294"/>
                    <a:pt x="607" y="295"/>
                    <a:pt x="608" y="295"/>
                  </a:cubicBezTo>
                  <a:cubicBezTo>
                    <a:pt x="609" y="296"/>
                    <a:pt x="609" y="296"/>
                    <a:pt x="609" y="296"/>
                  </a:cubicBezTo>
                  <a:cubicBezTo>
                    <a:pt x="610" y="297"/>
                    <a:pt x="611" y="298"/>
                    <a:pt x="612" y="298"/>
                  </a:cubicBezTo>
                  <a:cubicBezTo>
                    <a:pt x="613" y="299"/>
                    <a:pt x="613" y="299"/>
                    <a:pt x="614" y="299"/>
                  </a:cubicBezTo>
                  <a:cubicBezTo>
                    <a:pt x="615" y="300"/>
                    <a:pt x="616" y="301"/>
                    <a:pt x="617" y="301"/>
                  </a:cubicBezTo>
                  <a:cubicBezTo>
                    <a:pt x="617" y="301"/>
                    <a:pt x="618" y="302"/>
                    <a:pt x="618" y="302"/>
                  </a:cubicBezTo>
                  <a:cubicBezTo>
                    <a:pt x="622" y="304"/>
                    <a:pt x="622" y="304"/>
                    <a:pt x="622" y="304"/>
                  </a:cubicBezTo>
                  <a:cubicBezTo>
                    <a:pt x="622" y="304"/>
                    <a:pt x="623" y="305"/>
                    <a:pt x="623" y="305"/>
                  </a:cubicBezTo>
                  <a:cubicBezTo>
                    <a:pt x="625" y="306"/>
                    <a:pt x="627" y="307"/>
                    <a:pt x="628" y="308"/>
                  </a:cubicBezTo>
                  <a:cubicBezTo>
                    <a:pt x="644" y="316"/>
                    <a:pt x="664" y="324"/>
                    <a:pt x="687" y="330"/>
                  </a:cubicBezTo>
                  <a:cubicBezTo>
                    <a:pt x="687" y="331"/>
                    <a:pt x="687" y="331"/>
                    <a:pt x="687" y="331"/>
                  </a:cubicBezTo>
                  <a:cubicBezTo>
                    <a:pt x="688" y="331"/>
                    <a:pt x="688" y="331"/>
                    <a:pt x="688" y="331"/>
                  </a:cubicBezTo>
                  <a:lnTo>
                    <a:pt x="689" y="331"/>
                  </a:lnTo>
                  <a:close/>
                </a:path>
              </a:pathLst>
            </a:custGeom>
            <a:gradFill>
              <a:gsLst>
                <a:gs pos="99000">
                  <a:schemeClr val="accent1">
                    <a:lumMod val="75000"/>
                  </a:schemeClr>
                </a:gs>
                <a:gs pos="0">
                  <a:schemeClr val="accent1"/>
                </a:gs>
              </a:gsLst>
              <a:lin ang="1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2800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E02E4ED-5422-4E1C-BFA6-F3F9DFC359EA}"/>
              </a:ext>
            </a:extLst>
          </p:cNvPr>
          <p:cNvGrpSpPr/>
          <p:nvPr/>
        </p:nvGrpSpPr>
        <p:grpSpPr>
          <a:xfrm>
            <a:off x="5550653" y="1315460"/>
            <a:ext cx="1654131" cy="1785687"/>
            <a:chOff x="2899778" y="1223020"/>
            <a:chExt cx="1654131" cy="1785687"/>
          </a:xfrm>
        </p:grpSpPr>
        <p:sp>
          <p:nvSpPr>
            <p:cNvPr id="15" name="Freeform 155">
              <a:extLst>
                <a:ext uri="{FF2B5EF4-FFF2-40B4-BE49-F238E27FC236}">
                  <a16:creationId xmlns:a16="http://schemas.microsoft.com/office/drawing/2014/main" id="{FEC4F7FA-8752-4B2C-A2F8-F7DBF3B958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00223" y="2183680"/>
              <a:ext cx="434439" cy="773696"/>
            </a:xfrm>
            <a:custGeom>
              <a:avLst/>
              <a:gdLst>
                <a:gd name="T0" fmla="*/ 211 w 540"/>
                <a:gd name="T1" fmla="*/ 61 h 962"/>
                <a:gd name="T2" fmla="*/ 170 w 540"/>
                <a:gd name="T3" fmla="*/ 176 h 962"/>
                <a:gd name="T4" fmla="*/ 166 w 540"/>
                <a:gd name="T5" fmla="*/ 813 h 962"/>
                <a:gd name="T6" fmla="*/ 31 w 540"/>
                <a:gd name="T7" fmla="*/ 934 h 962"/>
                <a:gd name="T8" fmla="*/ 464 w 540"/>
                <a:gd name="T9" fmla="*/ 943 h 962"/>
                <a:gd name="T10" fmla="*/ 470 w 540"/>
                <a:gd name="T11" fmla="*/ 652 h 962"/>
                <a:gd name="T12" fmla="*/ 476 w 540"/>
                <a:gd name="T13" fmla="*/ 416 h 962"/>
                <a:gd name="T14" fmla="*/ 484 w 540"/>
                <a:gd name="T15" fmla="*/ 286 h 962"/>
                <a:gd name="T16" fmla="*/ 520 w 540"/>
                <a:gd name="T17" fmla="*/ 129 h 962"/>
                <a:gd name="T18" fmla="*/ 514 w 540"/>
                <a:gd name="T19" fmla="*/ 0 h 962"/>
                <a:gd name="T20" fmla="*/ 292 w 540"/>
                <a:gd name="T21" fmla="*/ 29 h 962"/>
                <a:gd name="T22" fmla="*/ 211 w 540"/>
                <a:gd name="T23" fmla="*/ 61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0" h="962">
                  <a:moveTo>
                    <a:pt x="211" y="61"/>
                  </a:moveTo>
                  <a:cubicBezTo>
                    <a:pt x="212" y="78"/>
                    <a:pt x="170" y="103"/>
                    <a:pt x="170" y="176"/>
                  </a:cubicBezTo>
                  <a:cubicBezTo>
                    <a:pt x="170" y="202"/>
                    <a:pt x="177" y="813"/>
                    <a:pt x="166" y="813"/>
                  </a:cubicBezTo>
                  <a:cubicBezTo>
                    <a:pt x="131" y="813"/>
                    <a:pt x="0" y="870"/>
                    <a:pt x="31" y="934"/>
                  </a:cubicBezTo>
                  <a:cubicBezTo>
                    <a:pt x="42" y="954"/>
                    <a:pt x="458" y="962"/>
                    <a:pt x="464" y="943"/>
                  </a:cubicBezTo>
                  <a:cubicBezTo>
                    <a:pt x="476" y="907"/>
                    <a:pt x="470" y="721"/>
                    <a:pt x="470" y="652"/>
                  </a:cubicBezTo>
                  <a:cubicBezTo>
                    <a:pt x="470" y="562"/>
                    <a:pt x="468" y="505"/>
                    <a:pt x="476" y="416"/>
                  </a:cubicBezTo>
                  <a:cubicBezTo>
                    <a:pt x="479" y="375"/>
                    <a:pt x="462" y="315"/>
                    <a:pt x="484" y="286"/>
                  </a:cubicBezTo>
                  <a:cubicBezTo>
                    <a:pt x="510" y="251"/>
                    <a:pt x="520" y="173"/>
                    <a:pt x="520" y="129"/>
                  </a:cubicBezTo>
                  <a:cubicBezTo>
                    <a:pt x="503" y="129"/>
                    <a:pt x="540" y="0"/>
                    <a:pt x="514" y="0"/>
                  </a:cubicBezTo>
                  <a:cubicBezTo>
                    <a:pt x="415" y="0"/>
                    <a:pt x="385" y="14"/>
                    <a:pt x="292" y="29"/>
                  </a:cubicBezTo>
                  <a:cubicBezTo>
                    <a:pt x="262" y="33"/>
                    <a:pt x="210" y="22"/>
                    <a:pt x="211" y="61"/>
                  </a:cubicBez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6">
              <a:extLst>
                <a:ext uri="{FF2B5EF4-FFF2-40B4-BE49-F238E27FC236}">
                  <a16:creationId xmlns:a16="http://schemas.microsoft.com/office/drawing/2014/main" id="{514E8534-A413-414B-930C-ED5C7726EF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43735" y="2702423"/>
              <a:ext cx="392287" cy="255632"/>
            </a:xfrm>
            <a:custGeom>
              <a:avLst/>
              <a:gdLst>
                <a:gd name="T0" fmla="*/ 173 w 488"/>
                <a:gd name="T1" fmla="*/ 9 h 318"/>
                <a:gd name="T2" fmla="*/ 167 w 488"/>
                <a:gd name="T3" fmla="*/ 169 h 318"/>
                <a:gd name="T4" fmla="*/ 32 w 488"/>
                <a:gd name="T5" fmla="*/ 290 h 318"/>
                <a:gd name="T6" fmla="*/ 465 w 488"/>
                <a:gd name="T7" fmla="*/ 300 h 318"/>
                <a:gd name="T8" fmla="*/ 485 w 488"/>
                <a:gd name="T9" fmla="*/ 77 h 318"/>
                <a:gd name="T10" fmla="*/ 488 w 488"/>
                <a:gd name="T11" fmla="*/ 10 h 318"/>
                <a:gd name="T12" fmla="*/ 487 w 488"/>
                <a:gd name="T13" fmla="*/ 0 h 318"/>
                <a:gd name="T14" fmla="*/ 173 w 488"/>
                <a:gd name="T15" fmla="*/ 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8" h="318">
                  <a:moveTo>
                    <a:pt x="173" y="9"/>
                  </a:moveTo>
                  <a:cubicBezTo>
                    <a:pt x="173" y="115"/>
                    <a:pt x="171" y="169"/>
                    <a:pt x="167" y="169"/>
                  </a:cubicBezTo>
                  <a:cubicBezTo>
                    <a:pt x="132" y="169"/>
                    <a:pt x="0" y="226"/>
                    <a:pt x="32" y="290"/>
                  </a:cubicBezTo>
                  <a:cubicBezTo>
                    <a:pt x="42" y="311"/>
                    <a:pt x="459" y="318"/>
                    <a:pt x="465" y="300"/>
                  </a:cubicBezTo>
                  <a:cubicBezTo>
                    <a:pt x="475" y="270"/>
                    <a:pt x="487" y="161"/>
                    <a:pt x="485" y="77"/>
                  </a:cubicBezTo>
                  <a:cubicBezTo>
                    <a:pt x="485" y="57"/>
                    <a:pt x="488" y="23"/>
                    <a:pt x="488" y="10"/>
                  </a:cubicBezTo>
                  <a:cubicBezTo>
                    <a:pt x="488" y="6"/>
                    <a:pt x="488" y="3"/>
                    <a:pt x="487" y="0"/>
                  </a:cubicBezTo>
                  <a:cubicBezTo>
                    <a:pt x="397" y="42"/>
                    <a:pt x="281" y="42"/>
                    <a:pt x="173" y="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57">
              <a:extLst>
                <a:ext uri="{FF2B5EF4-FFF2-40B4-BE49-F238E27FC236}">
                  <a16:creationId xmlns:a16="http://schemas.microsoft.com/office/drawing/2014/main" id="{253648A8-153B-4914-9B8E-901CF9F886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30419" y="1847823"/>
              <a:ext cx="443277" cy="383448"/>
            </a:xfrm>
            <a:custGeom>
              <a:avLst/>
              <a:gdLst>
                <a:gd name="T0" fmla="*/ 430 w 551"/>
                <a:gd name="T1" fmla="*/ 70 h 477"/>
                <a:gd name="T2" fmla="*/ 443 w 551"/>
                <a:gd name="T3" fmla="*/ 321 h 477"/>
                <a:gd name="T4" fmla="*/ 229 w 551"/>
                <a:gd name="T5" fmla="*/ 447 h 477"/>
                <a:gd name="T6" fmla="*/ 16 w 551"/>
                <a:gd name="T7" fmla="*/ 366 h 477"/>
                <a:gd name="T8" fmla="*/ 130 w 551"/>
                <a:gd name="T9" fmla="*/ 245 h 477"/>
                <a:gd name="T10" fmla="*/ 213 w 551"/>
                <a:gd name="T11" fmla="*/ 214 h 477"/>
                <a:gd name="T12" fmla="*/ 262 w 551"/>
                <a:gd name="T13" fmla="*/ 129 h 477"/>
                <a:gd name="T14" fmla="*/ 401 w 551"/>
                <a:gd name="T15" fmla="*/ 52 h 477"/>
                <a:gd name="T16" fmla="*/ 430 w 551"/>
                <a:gd name="T17" fmla="*/ 7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1" h="477">
                  <a:moveTo>
                    <a:pt x="430" y="70"/>
                  </a:moveTo>
                  <a:cubicBezTo>
                    <a:pt x="439" y="166"/>
                    <a:pt x="551" y="231"/>
                    <a:pt x="443" y="321"/>
                  </a:cubicBezTo>
                  <a:cubicBezTo>
                    <a:pt x="400" y="357"/>
                    <a:pt x="406" y="397"/>
                    <a:pt x="229" y="447"/>
                  </a:cubicBezTo>
                  <a:cubicBezTo>
                    <a:pt x="138" y="473"/>
                    <a:pt x="34" y="477"/>
                    <a:pt x="16" y="366"/>
                  </a:cubicBezTo>
                  <a:cubicBezTo>
                    <a:pt x="1" y="281"/>
                    <a:pt x="0" y="273"/>
                    <a:pt x="130" y="245"/>
                  </a:cubicBezTo>
                  <a:cubicBezTo>
                    <a:pt x="154" y="247"/>
                    <a:pt x="191" y="181"/>
                    <a:pt x="213" y="214"/>
                  </a:cubicBezTo>
                  <a:cubicBezTo>
                    <a:pt x="235" y="246"/>
                    <a:pt x="210" y="187"/>
                    <a:pt x="262" y="129"/>
                  </a:cubicBezTo>
                  <a:cubicBezTo>
                    <a:pt x="263" y="128"/>
                    <a:pt x="247" y="0"/>
                    <a:pt x="401" y="52"/>
                  </a:cubicBezTo>
                  <a:cubicBezTo>
                    <a:pt x="403" y="52"/>
                    <a:pt x="430" y="69"/>
                    <a:pt x="430" y="70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58">
              <a:extLst>
                <a:ext uri="{FF2B5EF4-FFF2-40B4-BE49-F238E27FC236}">
                  <a16:creationId xmlns:a16="http://schemas.microsoft.com/office/drawing/2014/main" id="{160C1477-E0F6-469A-B705-F25D6E851C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01970" y="2001474"/>
              <a:ext cx="135974" cy="212800"/>
            </a:xfrm>
            <a:custGeom>
              <a:avLst/>
              <a:gdLst>
                <a:gd name="T0" fmla="*/ 169 w 169"/>
                <a:gd name="T1" fmla="*/ 56 h 265"/>
                <a:gd name="T2" fmla="*/ 15 w 169"/>
                <a:gd name="T3" fmla="*/ 173 h 265"/>
                <a:gd name="T4" fmla="*/ 106 w 169"/>
                <a:gd name="T5" fmla="*/ 255 h 265"/>
                <a:gd name="T6" fmla="*/ 157 w 169"/>
                <a:gd name="T7" fmla="*/ 247 h 265"/>
                <a:gd name="T8" fmla="*/ 167 w 169"/>
                <a:gd name="T9" fmla="*/ 60 h 265"/>
                <a:gd name="T10" fmla="*/ 169 w 169"/>
                <a:gd name="T11" fmla="*/ 56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265">
                  <a:moveTo>
                    <a:pt x="169" y="56"/>
                  </a:moveTo>
                  <a:cubicBezTo>
                    <a:pt x="90" y="0"/>
                    <a:pt x="0" y="86"/>
                    <a:pt x="15" y="173"/>
                  </a:cubicBezTo>
                  <a:cubicBezTo>
                    <a:pt x="25" y="231"/>
                    <a:pt x="39" y="236"/>
                    <a:pt x="106" y="255"/>
                  </a:cubicBezTo>
                  <a:cubicBezTo>
                    <a:pt x="109" y="256"/>
                    <a:pt x="167" y="265"/>
                    <a:pt x="157" y="247"/>
                  </a:cubicBezTo>
                  <a:cubicBezTo>
                    <a:pt x="123" y="186"/>
                    <a:pt x="135" y="120"/>
                    <a:pt x="167" y="60"/>
                  </a:cubicBezTo>
                  <a:cubicBezTo>
                    <a:pt x="168" y="58"/>
                    <a:pt x="169" y="57"/>
                    <a:pt x="169" y="5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59">
              <a:extLst>
                <a:ext uri="{FF2B5EF4-FFF2-40B4-BE49-F238E27FC236}">
                  <a16:creationId xmlns:a16="http://schemas.microsoft.com/office/drawing/2014/main" id="{3ECE2D79-D0EC-43D0-83C3-F24A884891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33655" y="2236031"/>
              <a:ext cx="459254" cy="772676"/>
            </a:xfrm>
            <a:custGeom>
              <a:avLst/>
              <a:gdLst>
                <a:gd name="T0" fmla="*/ 242 w 571"/>
                <a:gd name="T1" fmla="*/ 60 h 961"/>
                <a:gd name="T2" fmla="*/ 16 w 571"/>
                <a:gd name="T3" fmla="*/ 137 h 961"/>
                <a:gd name="T4" fmla="*/ 203 w 571"/>
                <a:gd name="T5" fmla="*/ 335 h 961"/>
                <a:gd name="T6" fmla="*/ 196 w 571"/>
                <a:gd name="T7" fmla="*/ 813 h 961"/>
                <a:gd name="T8" fmla="*/ 62 w 571"/>
                <a:gd name="T9" fmla="*/ 934 h 961"/>
                <a:gd name="T10" fmla="*/ 495 w 571"/>
                <a:gd name="T11" fmla="*/ 943 h 961"/>
                <a:gd name="T12" fmla="*/ 515 w 571"/>
                <a:gd name="T13" fmla="*/ 721 h 961"/>
                <a:gd name="T14" fmla="*/ 517 w 571"/>
                <a:gd name="T15" fmla="*/ 655 h 961"/>
                <a:gd name="T16" fmla="*/ 500 w 571"/>
                <a:gd name="T17" fmla="*/ 581 h 961"/>
                <a:gd name="T18" fmla="*/ 515 w 571"/>
                <a:gd name="T19" fmla="*/ 538 h 961"/>
                <a:gd name="T20" fmla="*/ 501 w 571"/>
                <a:gd name="T21" fmla="*/ 500 h 961"/>
                <a:gd name="T22" fmla="*/ 506 w 571"/>
                <a:gd name="T23" fmla="*/ 415 h 961"/>
                <a:gd name="T24" fmla="*/ 514 w 571"/>
                <a:gd name="T25" fmla="*/ 285 h 961"/>
                <a:gd name="T26" fmla="*/ 551 w 571"/>
                <a:gd name="T27" fmla="*/ 128 h 961"/>
                <a:gd name="T28" fmla="*/ 544 w 571"/>
                <a:gd name="T29" fmla="*/ 0 h 961"/>
                <a:gd name="T30" fmla="*/ 323 w 571"/>
                <a:gd name="T31" fmla="*/ 28 h 961"/>
                <a:gd name="T32" fmla="*/ 242 w 571"/>
                <a:gd name="T33" fmla="*/ 6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1" h="961">
                  <a:moveTo>
                    <a:pt x="242" y="60"/>
                  </a:moveTo>
                  <a:cubicBezTo>
                    <a:pt x="243" y="77"/>
                    <a:pt x="0" y="66"/>
                    <a:pt x="16" y="137"/>
                  </a:cubicBezTo>
                  <a:cubicBezTo>
                    <a:pt x="51" y="289"/>
                    <a:pt x="203" y="300"/>
                    <a:pt x="203" y="335"/>
                  </a:cubicBezTo>
                  <a:cubicBezTo>
                    <a:pt x="203" y="518"/>
                    <a:pt x="204" y="813"/>
                    <a:pt x="196" y="813"/>
                  </a:cubicBezTo>
                  <a:cubicBezTo>
                    <a:pt x="161" y="813"/>
                    <a:pt x="30" y="870"/>
                    <a:pt x="62" y="934"/>
                  </a:cubicBezTo>
                  <a:cubicBezTo>
                    <a:pt x="72" y="954"/>
                    <a:pt x="488" y="961"/>
                    <a:pt x="495" y="943"/>
                  </a:cubicBezTo>
                  <a:cubicBezTo>
                    <a:pt x="504" y="913"/>
                    <a:pt x="516" y="805"/>
                    <a:pt x="515" y="721"/>
                  </a:cubicBezTo>
                  <a:cubicBezTo>
                    <a:pt x="515" y="702"/>
                    <a:pt x="517" y="668"/>
                    <a:pt x="517" y="655"/>
                  </a:cubicBezTo>
                  <a:cubicBezTo>
                    <a:pt x="517" y="629"/>
                    <a:pt x="500" y="603"/>
                    <a:pt x="500" y="581"/>
                  </a:cubicBezTo>
                  <a:cubicBezTo>
                    <a:pt x="500" y="566"/>
                    <a:pt x="515" y="553"/>
                    <a:pt x="515" y="538"/>
                  </a:cubicBezTo>
                  <a:cubicBezTo>
                    <a:pt x="515" y="526"/>
                    <a:pt x="501" y="513"/>
                    <a:pt x="501" y="500"/>
                  </a:cubicBezTo>
                  <a:cubicBezTo>
                    <a:pt x="502" y="474"/>
                    <a:pt x="504" y="447"/>
                    <a:pt x="506" y="415"/>
                  </a:cubicBezTo>
                  <a:cubicBezTo>
                    <a:pt x="510" y="374"/>
                    <a:pt x="492" y="314"/>
                    <a:pt x="514" y="285"/>
                  </a:cubicBezTo>
                  <a:cubicBezTo>
                    <a:pt x="541" y="250"/>
                    <a:pt x="551" y="172"/>
                    <a:pt x="551" y="128"/>
                  </a:cubicBezTo>
                  <a:cubicBezTo>
                    <a:pt x="534" y="128"/>
                    <a:pt x="571" y="0"/>
                    <a:pt x="544" y="0"/>
                  </a:cubicBezTo>
                  <a:cubicBezTo>
                    <a:pt x="446" y="0"/>
                    <a:pt x="416" y="13"/>
                    <a:pt x="323" y="28"/>
                  </a:cubicBezTo>
                  <a:cubicBezTo>
                    <a:pt x="293" y="33"/>
                    <a:pt x="241" y="22"/>
                    <a:pt x="242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61">
              <a:extLst>
                <a:ext uri="{FF2B5EF4-FFF2-40B4-BE49-F238E27FC236}">
                  <a16:creationId xmlns:a16="http://schemas.microsoft.com/office/drawing/2014/main" id="{4A30A8A8-9ACC-43E3-BFA9-251901944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4618" y="2274784"/>
              <a:ext cx="550017" cy="124417"/>
            </a:xfrm>
            <a:custGeom>
              <a:avLst/>
              <a:gdLst>
                <a:gd name="T0" fmla="*/ 102 w 684"/>
                <a:gd name="T1" fmla="*/ 33 h 155"/>
                <a:gd name="T2" fmla="*/ 78 w 684"/>
                <a:gd name="T3" fmla="*/ 76 h 155"/>
                <a:gd name="T4" fmla="*/ 616 w 684"/>
                <a:gd name="T5" fmla="*/ 100 h 155"/>
                <a:gd name="T6" fmla="*/ 599 w 684"/>
                <a:gd name="T7" fmla="*/ 3 h 155"/>
                <a:gd name="T8" fmla="*/ 102 w 684"/>
                <a:gd name="T9" fmla="*/ 3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4" h="155">
                  <a:moveTo>
                    <a:pt x="102" y="33"/>
                  </a:moveTo>
                  <a:cubicBezTo>
                    <a:pt x="67" y="19"/>
                    <a:pt x="0" y="44"/>
                    <a:pt x="78" y="76"/>
                  </a:cubicBezTo>
                  <a:cubicBezTo>
                    <a:pt x="235" y="142"/>
                    <a:pt x="479" y="155"/>
                    <a:pt x="616" y="100"/>
                  </a:cubicBezTo>
                  <a:cubicBezTo>
                    <a:pt x="684" y="72"/>
                    <a:pt x="638" y="0"/>
                    <a:pt x="599" y="3"/>
                  </a:cubicBezTo>
                  <a:cubicBezTo>
                    <a:pt x="419" y="16"/>
                    <a:pt x="280" y="49"/>
                    <a:pt x="102" y="33"/>
                  </a:cubicBezTo>
                  <a:close/>
                </a:path>
              </a:pathLst>
            </a:cu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62">
              <a:extLst>
                <a:ext uri="{FF2B5EF4-FFF2-40B4-BE49-F238E27FC236}">
                  <a16:creationId xmlns:a16="http://schemas.microsoft.com/office/drawing/2014/main" id="{EF8DA11B-51B5-4794-A706-E3AC298581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42833" y="1857341"/>
              <a:ext cx="518403" cy="512284"/>
            </a:xfrm>
            <a:custGeom>
              <a:avLst/>
              <a:gdLst>
                <a:gd name="T0" fmla="*/ 470 w 645"/>
                <a:gd name="T1" fmla="*/ 0 h 637"/>
                <a:gd name="T2" fmla="*/ 115 w 645"/>
                <a:gd name="T3" fmla="*/ 40 h 637"/>
                <a:gd name="T4" fmla="*/ 52 w 645"/>
                <a:gd name="T5" fmla="*/ 469 h 637"/>
                <a:gd name="T6" fmla="*/ 107 w 645"/>
                <a:gd name="T7" fmla="*/ 582 h 637"/>
                <a:gd name="T8" fmla="*/ 479 w 645"/>
                <a:gd name="T9" fmla="*/ 629 h 637"/>
                <a:gd name="T10" fmla="*/ 638 w 645"/>
                <a:gd name="T11" fmla="*/ 451 h 637"/>
                <a:gd name="T12" fmla="*/ 475 w 645"/>
                <a:gd name="T13" fmla="*/ 9 h 637"/>
                <a:gd name="T14" fmla="*/ 470 w 645"/>
                <a:gd name="T1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5" h="637">
                  <a:moveTo>
                    <a:pt x="470" y="0"/>
                  </a:moveTo>
                  <a:cubicBezTo>
                    <a:pt x="115" y="40"/>
                    <a:pt x="115" y="40"/>
                    <a:pt x="115" y="40"/>
                  </a:cubicBezTo>
                  <a:cubicBezTo>
                    <a:pt x="0" y="156"/>
                    <a:pt x="158" y="335"/>
                    <a:pt x="52" y="469"/>
                  </a:cubicBezTo>
                  <a:cubicBezTo>
                    <a:pt x="32" y="494"/>
                    <a:pt x="45" y="563"/>
                    <a:pt x="107" y="582"/>
                  </a:cubicBezTo>
                  <a:cubicBezTo>
                    <a:pt x="246" y="625"/>
                    <a:pt x="333" y="637"/>
                    <a:pt x="479" y="629"/>
                  </a:cubicBezTo>
                  <a:cubicBezTo>
                    <a:pt x="601" y="623"/>
                    <a:pt x="631" y="589"/>
                    <a:pt x="638" y="451"/>
                  </a:cubicBezTo>
                  <a:cubicBezTo>
                    <a:pt x="645" y="298"/>
                    <a:pt x="578" y="116"/>
                    <a:pt x="475" y="9"/>
                  </a:cubicBezTo>
                  <a:cubicBezTo>
                    <a:pt x="475" y="9"/>
                    <a:pt x="470" y="1"/>
                    <a:pt x="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3">
              <a:extLst>
                <a:ext uri="{FF2B5EF4-FFF2-40B4-BE49-F238E27FC236}">
                  <a16:creationId xmlns:a16="http://schemas.microsoft.com/office/drawing/2014/main" id="{0DA9794B-19E1-44B3-8316-B503B4B6A0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9778" y="1818929"/>
              <a:ext cx="462314" cy="411663"/>
            </a:xfrm>
            <a:custGeom>
              <a:avLst/>
              <a:gdLst>
                <a:gd name="T0" fmla="*/ 103 w 575"/>
                <a:gd name="T1" fmla="*/ 49 h 512"/>
                <a:gd name="T2" fmla="*/ 352 w 575"/>
                <a:gd name="T3" fmla="*/ 82 h 512"/>
                <a:gd name="T4" fmla="*/ 551 w 575"/>
                <a:gd name="T5" fmla="*/ 322 h 512"/>
                <a:gd name="T6" fmla="*/ 318 w 575"/>
                <a:gd name="T7" fmla="*/ 511 h 512"/>
                <a:gd name="T8" fmla="*/ 202 w 575"/>
                <a:gd name="T9" fmla="*/ 331 h 512"/>
                <a:gd name="T10" fmla="*/ 228 w 575"/>
                <a:gd name="T11" fmla="*/ 321 h 512"/>
                <a:gd name="T12" fmla="*/ 284 w 575"/>
                <a:gd name="T13" fmla="*/ 269 h 512"/>
                <a:gd name="T14" fmla="*/ 130 w 575"/>
                <a:gd name="T15" fmla="*/ 225 h 512"/>
                <a:gd name="T16" fmla="*/ 80 w 575"/>
                <a:gd name="T17" fmla="*/ 74 h 512"/>
                <a:gd name="T18" fmla="*/ 103 w 575"/>
                <a:gd name="T19" fmla="*/ 4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5" h="512">
                  <a:moveTo>
                    <a:pt x="103" y="49"/>
                  </a:moveTo>
                  <a:cubicBezTo>
                    <a:pt x="199" y="57"/>
                    <a:pt x="238" y="0"/>
                    <a:pt x="352" y="82"/>
                  </a:cubicBezTo>
                  <a:cubicBezTo>
                    <a:pt x="383" y="104"/>
                    <a:pt x="575" y="49"/>
                    <a:pt x="551" y="322"/>
                  </a:cubicBezTo>
                  <a:cubicBezTo>
                    <a:pt x="543" y="416"/>
                    <a:pt x="430" y="512"/>
                    <a:pt x="318" y="511"/>
                  </a:cubicBezTo>
                  <a:cubicBezTo>
                    <a:pt x="231" y="509"/>
                    <a:pt x="206" y="464"/>
                    <a:pt x="202" y="331"/>
                  </a:cubicBezTo>
                  <a:cubicBezTo>
                    <a:pt x="248" y="326"/>
                    <a:pt x="163" y="315"/>
                    <a:pt x="228" y="321"/>
                  </a:cubicBezTo>
                  <a:cubicBezTo>
                    <a:pt x="271" y="325"/>
                    <a:pt x="223" y="295"/>
                    <a:pt x="284" y="269"/>
                  </a:cubicBezTo>
                  <a:cubicBezTo>
                    <a:pt x="318" y="254"/>
                    <a:pt x="178" y="287"/>
                    <a:pt x="130" y="225"/>
                  </a:cubicBezTo>
                  <a:cubicBezTo>
                    <a:pt x="129" y="224"/>
                    <a:pt x="0" y="215"/>
                    <a:pt x="80" y="74"/>
                  </a:cubicBezTo>
                  <a:cubicBezTo>
                    <a:pt x="80" y="72"/>
                    <a:pt x="102" y="49"/>
                    <a:pt x="103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64">
              <a:extLst>
                <a:ext uri="{FF2B5EF4-FFF2-40B4-BE49-F238E27FC236}">
                  <a16:creationId xmlns:a16="http://schemas.microsoft.com/office/drawing/2014/main" id="{702D0DEB-CB1C-4DBA-A83D-63E81B8CCD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94163" y="2013372"/>
              <a:ext cx="428660" cy="390927"/>
            </a:xfrm>
            <a:custGeom>
              <a:avLst/>
              <a:gdLst>
                <a:gd name="T0" fmla="*/ 500 w 533"/>
                <a:gd name="T1" fmla="*/ 342 h 486"/>
                <a:gd name="T2" fmla="*/ 515 w 533"/>
                <a:gd name="T3" fmla="*/ 186 h 486"/>
                <a:gd name="T4" fmla="*/ 521 w 533"/>
                <a:gd name="T5" fmla="*/ 161 h 486"/>
                <a:gd name="T6" fmla="*/ 494 w 533"/>
                <a:gd name="T7" fmla="*/ 157 h 486"/>
                <a:gd name="T8" fmla="*/ 476 w 533"/>
                <a:gd name="T9" fmla="*/ 155 h 486"/>
                <a:gd name="T10" fmla="*/ 474 w 533"/>
                <a:gd name="T11" fmla="*/ 154 h 486"/>
                <a:gd name="T12" fmla="*/ 471 w 533"/>
                <a:gd name="T13" fmla="*/ 154 h 486"/>
                <a:gd name="T14" fmla="*/ 450 w 533"/>
                <a:gd name="T15" fmla="*/ 149 h 486"/>
                <a:gd name="T16" fmla="*/ 382 w 533"/>
                <a:gd name="T17" fmla="*/ 301 h 486"/>
                <a:gd name="T18" fmla="*/ 128 w 533"/>
                <a:gd name="T19" fmla="*/ 177 h 486"/>
                <a:gd name="T20" fmla="*/ 84 w 533"/>
                <a:gd name="T21" fmla="*/ 39 h 486"/>
                <a:gd name="T22" fmla="*/ 84 w 533"/>
                <a:gd name="T23" fmla="*/ 188 h 486"/>
                <a:gd name="T24" fmla="*/ 0 w 533"/>
                <a:gd name="T25" fmla="*/ 332 h 486"/>
                <a:gd name="T26" fmla="*/ 59 w 533"/>
                <a:gd name="T27" fmla="*/ 388 h 486"/>
                <a:gd name="T28" fmla="*/ 431 w 533"/>
                <a:gd name="T29" fmla="*/ 435 h 486"/>
                <a:gd name="T30" fmla="*/ 533 w 533"/>
                <a:gd name="T31" fmla="*/ 412 h 486"/>
                <a:gd name="T32" fmla="*/ 500 w 533"/>
                <a:gd name="T33" fmla="*/ 342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3" h="486">
                  <a:moveTo>
                    <a:pt x="500" y="342"/>
                  </a:moveTo>
                  <a:cubicBezTo>
                    <a:pt x="483" y="287"/>
                    <a:pt x="520" y="237"/>
                    <a:pt x="515" y="186"/>
                  </a:cubicBezTo>
                  <a:cubicBezTo>
                    <a:pt x="514" y="177"/>
                    <a:pt x="517" y="168"/>
                    <a:pt x="521" y="161"/>
                  </a:cubicBezTo>
                  <a:cubicBezTo>
                    <a:pt x="512" y="160"/>
                    <a:pt x="503" y="159"/>
                    <a:pt x="494" y="157"/>
                  </a:cubicBezTo>
                  <a:cubicBezTo>
                    <a:pt x="488" y="156"/>
                    <a:pt x="482" y="155"/>
                    <a:pt x="476" y="155"/>
                  </a:cubicBezTo>
                  <a:cubicBezTo>
                    <a:pt x="475" y="154"/>
                    <a:pt x="474" y="154"/>
                    <a:pt x="474" y="154"/>
                  </a:cubicBezTo>
                  <a:cubicBezTo>
                    <a:pt x="473" y="154"/>
                    <a:pt x="472" y="154"/>
                    <a:pt x="471" y="154"/>
                  </a:cubicBezTo>
                  <a:cubicBezTo>
                    <a:pt x="464" y="153"/>
                    <a:pt x="457" y="151"/>
                    <a:pt x="450" y="149"/>
                  </a:cubicBezTo>
                  <a:cubicBezTo>
                    <a:pt x="427" y="183"/>
                    <a:pt x="398" y="230"/>
                    <a:pt x="382" y="301"/>
                  </a:cubicBezTo>
                  <a:cubicBezTo>
                    <a:pt x="368" y="364"/>
                    <a:pt x="143" y="486"/>
                    <a:pt x="128" y="177"/>
                  </a:cubicBezTo>
                  <a:cubicBezTo>
                    <a:pt x="127" y="152"/>
                    <a:pt x="72" y="0"/>
                    <a:pt x="84" y="39"/>
                  </a:cubicBezTo>
                  <a:cubicBezTo>
                    <a:pt x="92" y="65"/>
                    <a:pt x="82" y="184"/>
                    <a:pt x="84" y="188"/>
                  </a:cubicBezTo>
                  <a:cubicBezTo>
                    <a:pt x="83" y="190"/>
                    <a:pt x="96" y="395"/>
                    <a:pt x="0" y="332"/>
                  </a:cubicBezTo>
                  <a:cubicBezTo>
                    <a:pt x="8" y="355"/>
                    <a:pt x="27" y="378"/>
                    <a:pt x="59" y="388"/>
                  </a:cubicBezTo>
                  <a:cubicBezTo>
                    <a:pt x="198" y="431"/>
                    <a:pt x="285" y="443"/>
                    <a:pt x="431" y="435"/>
                  </a:cubicBezTo>
                  <a:cubicBezTo>
                    <a:pt x="477" y="433"/>
                    <a:pt x="510" y="426"/>
                    <a:pt x="533" y="412"/>
                  </a:cubicBezTo>
                  <a:cubicBezTo>
                    <a:pt x="518" y="390"/>
                    <a:pt x="507" y="363"/>
                    <a:pt x="500" y="342"/>
                  </a:cubicBezTo>
                  <a:close/>
                </a:path>
              </a:pathLst>
            </a:custGeom>
            <a:solidFill>
              <a:srgbClr val="E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65">
              <a:extLst>
                <a:ext uri="{FF2B5EF4-FFF2-40B4-BE49-F238E27FC236}">
                  <a16:creationId xmlns:a16="http://schemas.microsoft.com/office/drawing/2014/main" id="{D973D706-00C1-464E-A3C7-779221799DF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9778" y="1839665"/>
              <a:ext cx="344356" cy="390927"/>
            </a:xfrm>
            <a:custGeom>
              <a:avLst/>
              <a:gdLst>
                <a:gd name="T0" fmla="*/ 34 w 428"/>
                <a:gd name="T1" fmla="*/ 18 h 486"/>
                <a:gd name="T2" fmla="*/ 0 w 428"/>
                <a:gd name="T3" fmla="*/ 80 h 486"/>
                <a:gd name="T4" fmla="*/ 120 w 428"/>
                <a:gd name="T5" fmla="*/ 102 h 486"/>
                <a:gd name="T6" fmla="*/ 162 w 428"/>
                <a:gd name="T7" fmla="*/ 147 h 486"/>
                <a:gd name="T8" fmla="*/ 229 w 428"/>
                <a:gd name="T9" fmla="*/ 149 h 486"/>
                <a:gd name="T10" fmla="*/ 249 w 428"/>
                <a:gd name="T11" fmla="*/ 159 h 486"/>
                <a:gd name="T12" fmla="*/ 280 w 428"/>
                <a:gd name="T13" fmla="*/ 154 h 486"/>
                <a:gd name="T14" fmla="*/ 357 w 428"/>
                <a:gd name="T15" fmla="*/ 206 h 486"/>
                <a:gd name="T16" fmla="*/ 238 w 428"/>
                <a:gd name="T17" fmla="*/ 416 h 486"/>
                <a:gd name="T18" fmla="*/ 117 w 428"/>
                <a:gd name="T19" fmla="*/ 305 h 486"/>
                <a:gd name="T20" fmla="*/ 131 w 428"/>
                <a:gd name="T21" fmla="*/ 285 h 486"/>
                <a:gd name="T22" fmla="*/ 178 w 428"/>
                <a:gd name="T23" fmla="*/ 225 h 486"/>
                <a:gd name="T24" fmla="*/ 116 w 428"/>
                <a:gd name="T25" fmla="*/ 239 h 486"/>
                <a:gd name="T26" fmla="*/ 137 w 428"/>
                <a:gd name="T27" fmla="*/ 243 h 486"/>
                <a:gd name="T28" fmla="*/ 81 w 428"/>
                <a:gd name="T29" fmla="*/ 295 h 486"/>
                <a:gd name="T30" fmla="*/ 62 w 428"/>
                <a:gd name="T31" fmla="*/ 293 h 486"/>
                <a:gd name="T32" fmla="*/ 63 w 428"/>
                <a:gd name="T33" fmla="*/ 296 h 486"/>
                <a:gd name="T34" fmla="*/ 65 w 428"/>
                <a:gd name="T35" fmla="*/ 303 h 486"/>
                <a:gd name="T36" fmla="*/ 102 w 428"/>
                <a:gd name="T37" fmla="*/ 411 h 486"/>
                <a:gd name="T38" fmla="*/ 157 w 428"/>
                <a:gd name="T39" fmla="*/ 484 h 486"/>
                <a:gd name="T40" fmla="*/ 171 w 428"/>
                <a:gd name="T41" fmla="*/ 485 h 486"/>
                <a:gd name="T42" fmla="*/ 404 w 428"/>
                <a:gd name="T43" fmla="*/ 296 h 486"/>
                <a:gd name="T44" fmla="*/ 205 w 428"/>
                <a:gd name="T45" fmla="*/ 56 h 486"/>
                <a:gd name="T46" fmla="*/ 34 w 428"/>
                <a:gd name="T47" fmla="*/ 1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8" h="486">
                  <a:moveTo>
                    <a:pt x="34" y="18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30" y="42"/>
                    <a:pt x="183" y="7"/>
                    <a:pt x="120" y="102"/>
                  </a:cubicBezTo>
                  <a:cubicBezTo>
                    <a:pt x="100" y="132"/>
                    <a:pt x="147" y="130"/>
                    <a:pt x="162" y="147"/>
                  </a:cubicBezTo>
                  <a:cubicBezTo>
                    <a:pt x="162" y="147"/>
                    <a:pt x="227" y="87"/>
                    <a:pt x="229" y="149"/>
                  </a:cubicBezTo>
                  <a:cubicBezTo>
                    <a:pt x="230" y="166"/>
                    <a:pt x="215" y="150"/>
                    <a:pt x="249" y="159"/>
                  </a:cubicBezTo>
                  <a:cubicBezTo>
                    <a:pt x="259" y="162"/>
                    <a:pt x="242" y="176"/>
                    <a:pt x="280" y="154"/>
                  </a:cubicBezTo>
                  <a:cubicBezTo>
                    <a:pt x="309" y="137"/>
                    <a:pt x="346" y="186"/>
                    <a:pt x="357" y="206"/>
                  </a:cubicBezTo>
                  <a:cubicBezTo>
                    <a:pt x="413" y="313"/>
                    <a:pt x="354" y="397"/>
                    <a:pt x="238" y="416"/>
                  </a:cubicBezTo>
                  <a:cubicBezTo>
                    <a:pt x="182" y="425"/>
                    <a:pt x="104" y="364"/>
                    <a:pt x="117" y="305"/>
                  </a:cubicBezTo>
                  <a:cubicBezTo>
                    <a:pt x="119" y="292"/>
                    <a:pt x="162" y="317"/>
                    <a:pt x="131" y="285"/>
                  </a:cubicBezTo>
                  <a:cubicBezTo>
                    <a:pt x="101" y="253"/>
                    <a:pt x="216" y="256"/>
                    <a:pt x="178" y="225"/>
                  </a:cubicBezTo>
                  <a:cubicBezTo>
                    <a:pt x="169" y="217"/>
                    <a:pt x="143" y="226"/>
                    <a:pt x="116" y="239"/>
                  </a:cubicBezTo>
                  <a:cubicBezTo>
                    <a:pt x="138" y="238"/>
                    <a:pt x="150" y="237"/>
                    <a:pt x="137" y="243"/>
                  </a:cubicBezTo>
                  <a:cubicBezTo>
                    <a:pt x="76" y="269"/>
                    <a:pt x="124" y="299"/>
                    <a:pt x="81" y="295"/>
                  </a:cubicBezTo>
                  <a:cubicBezTo>
                    <a:pt x="72" y="294"/>
                    <a:pt x="66" y="293"/>
                    <a:pt x="62" y="293"/>
                  </a:cubicBezTo>
                  <a:cubicBezTo>
                    <a:pt x="63" y="296"/>
                    <a:pt x="63" y="296"/>
                    <a:pt x="63" y="296"/>
                  </a:cubicBezTo>
                  <a:cubicBezTo>
                    <a:pt x="68" y="298"/>
                    <a:pt x="73" y="301"/>
                    <a:pt x="65" y="303"/>
                  </a:cubicBezTo>
                  <a:cubicBezTo>
                    <a:pt x="102" y="411"/>
                    <a:pt x="102" y="411"/>
                    <a:pt x="102" y="411"/>
                  </a:cubicBezTo>
                  <a:cubicBezTo>
                    <a:pt x="157" y="484"/>
                    <a:pt x="157" y="484"/>
                    <a:pt x="157" y="484"/>
                  </a:cubicBezTo>
                  <a:cubicBezTo>
                    <a:pt x="162" y="484"/>
                    <a:pt x="166" y="485"/>
                    <a:pt x="171" y="485"/>
                  </a:cubicBezTo>
                  <a:cubicBezTo>
                    <a:pt x="283" y="486"/>
                    <a:pt x="396" y="390"/>
                    <a:pt x="404" y="296"/>
                  </a:cubicBezTo>
                  <a:cubicBezTo>
                    <a:pt x="428" y="23"/>
                    <a:pt x="236" y="78"/>
                    <a:pt x="205" y="56"/>
                  </a:cubicBezTo>
                  <a:cubicBezTo>
                    <a:pt x="127" y="0"/>
                    <a:pt x="84" y="9"/>
                    <a:pt x="34" y="18"/>
                  </a:cubicBezTo>
                  <a:close/>
                </a:path>
              </a:pathLst>
            </a:custGeom>
            <a:solidFill>
              <a:srgbClr val="E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66">
              <a:extLst>
                <a:ext uri="{FF2B5EF4-FFF2-40B4-BE49-F238E27FC236}">
                  <a16:creationId xmlns:a16="http://schemas.microsoft.com/office/drawing/2014/main" id="{10482F5A-B6CB-4001-8839-5ABE4500A0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74106" y="1828447"/>
              <a:ext cx="179147" cy="533021"/>
            </a:xfrm>
            <a:custGeom>
              <a:avLst/>
              <a:gdLst>
                <a:gd name="T0" fmla="*/ 201 w 223"/>
                <a:gd name="T1" fmla="*/ 30 h 663"/>
                <a:gd name="T2" fmla="*/ 132 w 223"/>
                <a:gd name="T3" fmla="*/ 389 h 663"/>
                <a:gd name="T4" fmla="*/ 202 w 223"/>
                <a:gd name="T5" fmla="*/ 566 h 663"/>
                <a:gd name="T6" fmla="*/ 204 w 223"/>
                <a:gd name="T7" fmla="*/ 645 h 663"/>
                <a:gd name="T8" fmla="*/ 144 w 223"/>
                <a:gd name="T9" fmla="*/ 663 h 663"/>
                <a:gd name="T10" fmla="*/ 78 w 223"/>
                <a:gd name="T11" fmla="*/ 42 h 663"/>
                <a:gd name="T12" fmla="*/ 201 w 223"/>
                <a:gd name="T13" fmla="*/ 3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3" h="663">
                  <a:moveTo>
                    <a:pt x="201" y="30"/>
                  </a:moveTo>
                  <a:cubicBezTo>
                    <a:pt x="118" y="62"/>
                    <a:pt x="129" y="312"/>
                    <a:pt x="132" y="389"/>
                  </a:cubicBezTo>
                  <a:cubicBezTo>
                    <a:pt x="134" y="433"/>
                    <a:pt x="163" y="551"/>
                    <a:pt x="202" y="566"/>
                  </a:cubicBezTo>
                  <a:cubicBezTo>
                    <a:pt x="213" y="600"/>
                    <a:pt x="223" y="591"/>
                    <a:pt x="204" y="645"/>
                  </a:cubicBezTo>
                  <a:cubicBezTo>
                    <a:pt x="201" y="654"/>
                    <a:pt x="148" y="656"/>
                    <a:pt x="144" y="663"/>
                  </a:cubicBezTo>
                  <a:cubicBezTo>
                    <a:pt x="8" y="609"/>
                    <a:pt x="0" y="161"/>
                    <a:pt x="78" y="42"/>
                  </a:cubicBezTo>
                  <a:cubicBezTo>
                    <a:pt x="108" y="39"/>
                    <a:pt x="191" y="0"/>
                    <a:pt x="201" y="30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167">
              <a:extLst>
                <a:ext uri="{FF2B5EF4-FFF2-40B4-BE49-F238E27FC236}">
                  <a16:creationId xmlns:a16="http://schemas.microsoft.com/office/drawing/2014/main" id="{DB07D723-48DE-4440-B99A-2F79773DFE9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74107" y="1828447"/>
              <a:ext cx="140734" cy="533021"/>
            </a:xfrm>
            <a:custGeom>
              <a:avLst/>
              <a:gdLst>
                <a:gd name="T0" fmla="*/ 9 w 175"/>
                <a:gd name="T1" fmla="*/ 87 h 663"/>
                <a:gd name="T2" fmla="*/ 43 w 175"/>
                <a:gd name="T3" fmla="*/ 167 h 663"/>
                <a:gd name="T4" fmla="*/ 24 w 175"/>
                <a:gd name="T5" fmla="*/ 291 h 663"/>
                <a:gd name="T6" fmla="*/ 33 w 175"/>
                <a:gd name="T7" fmla="*/ 409 h 663"/>
                <a:gd name="T8" fmla="*/ 88 w 175"/>
                <a:gd name="T9" fmla="*/ 573 h 663"/>
                <a:gd name="T10" fmla="*/ 66 w 175"/>
                <a:gd name="T11" fmla="*/ 643 h 663"/>
                <a:gd name="T12" fmla="*/ 96 w 175"/>
                <a:gd name="T13" fmla="*/ 663 h 663"/>
                <a:gd name="T14" fmla="*/ 156 w 175"/>
                <a:gd name="T15" fmla="*/ 645 h 663"/>
                <a:gd name="T16" fmla="*/ 154 w 175"/>
                <a:gd name="T17" fmla="*/ 566 h 663"/>
                <a:gd name="T18" fmla="*/ 84 w 175"/>
                <a:gd name="T19" fmla="*/ 389 h 663"/>
                <a:gd name="T20" fmla="*/ 153 w 175"/>
                <a:gd name="T21" fmla="*/ 30 h 663"/>
                <a:gd name="T22" fmla="*/ 30 w 175"/>
                <a:gd name="T23" fmla="*/ 42 h 663"/>
                <a:gd name="T24" fmla="*/ 9 w 175"/>
                <a:gd name="T25" fmla="*/ 87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663">
                  <a:moveTo>
                    <a:pt x="9" y="87"/>
                  </a:moveTo>
                  <a:cubicBezTo>
                    <a:pt x="33" y="79"/>
                    <a:pt x="68" y="102"/>
                    <a:pt x="43" y="167"/>
                  </a:cubicBezTo>
                  <a:cubicBezTo>
                    <a:pt x="37" y="183"/>
                    <a:pt x="22" y="271"/>
                    <a:pt x="24" y="291"/>
                  </a:cubicBezTo>
                  <a:cubicBezTo>
                    <a:pt x="29" y="338"/>
                    <a:pt x="0" y="313"/>
                    <a:pt x="33" y="409"/>
                  </a:cubicBezTo>
                  <a:cubicBezTo>
                    <a:pt x="43" y="437"/>
                    <a:pt x="93" y="551"/>
                    <a:pt x="88" y="573"/>
                  </a:cubicBezTo>
                  <a:cubicBezTo>
                    <a:pt x="80" y="604"/>
                    <a:pt x="87" y="625"/>
                    <a:pt x="66" y="643"/>
                  </a:cubicBezTo>
                  <a:cubicBezTo>
                    <a:pt x="75" y="652"/>
                    <a:pt x="85" y="659"/>
                    <a:pt x="96" y="663"/>
                  </a:cubicBezTo>
                  <a:cubicBezTo>
                    <a:pt x="100" y="656"/>
                    <a:pt x="153" y="654"/>
                    <a:pt x="156" y="645"/>
                  </a:cubicBezTo>
                  <a:cubicBezTo>
                    <a:pt x="175" y="591"/>
                    <a:pt x="165" y="600"/>
                    <a:pt x="154" y="566"/>
                  </a:cubicBezTo>
                  <a:cubicBezTo>
                    <a:pt x="115" y="551"/>
                    <a:pt x="86" y="433"/>
                    <a:pt x="84" y="389"/>
                  </a:cubicBezTo>
                  <a:cubicBezTo>
                    <a:pt x="81" y="312"/>
                    <a:pt x="70" y="62"/>
                    <a:pt x="153" y="30"/>
                  </a:cubicBezTo>
                  <a:cubicBezTo>
                    <a:pt x="143" y="0"/>
                    <a:pt x="60" y="39"/>
                    <a:pt x="30" y="42"/>
                  </a:cubicBezTo>
                  <a:cubicBezTo>
                    <a:pt x="22" y="54"/>
                    <a:pt x="15" y="69"/>
                    <a:pt x="9" y="87"/>
                  </a:cubicBezTo>
                  <a:close/>
                </a:path>
              </a:pathLst>
            </a:cu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168">
              <a:extLst>
                <a:ext uri="{FF2B5EF4-FFF2-40B4-BE49-F238E27FC236}">
                  <a16:creationId xmlns:a16="http://schemas.microsoft.com/office/drawing/2014/main" id="{00B21CA1-8D38-4B09-85A1-0BAF07029C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86848" y="1869579"/>
              <a:ext cx="127136" cy="490188"/>
            </a:xfrm>
            <a:custGeom>
              <a:avLst/>
              <a:gdLst>
                <a:gd name="T0" fmla="*/ 158 w 158"/>
                <a:gd name="T1" fmla="*/ 25 h 610"/>
                <a:gd name="T2" fmla="*/ 90 w 158"/>
                <a:gd name="T3" fmla="*/ 374 h 610"/>
                <a:gd name="T4" fmla="*/ 140 w 158"/>
                <a:gd name="T5" fmla="*/ 603 h 610"/>
                <a:gd name="T6" fmla="*/ 70 w 158"/>
                <a:gd name="T7" fmla="*/ 584 h 610"/>
                <a:gd name="T8" fmla="*/ 71 w 158"/>
                <a:gd name="T9" fmla="*/ 87 h 610"/>
                <a:gd name="T10" fmla="*/ 158 w 158"/>
                <a:gd name="T11" fmla="*/ 2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10">
                  <a:moveTo>
                    <a:pt x="158" y="25"/>
                  </a:moveTo>
                  <a:cubicBezTo>
                    <a:pt x="114" y="92"/>
                    <a:pt x="89" y="308"/>
                    <a:pt x="90" y="374"/>
                  </a:cubicBezTo>
                  <a:cubicBezTo>
                    <a:pt x="93" y="501"/>
                    <a:pt x="98" y="503"/>
                    <a:pt x="140" y="603"/>
                  </a:cubicBezTo>
                  <a:cubicBezTo>
                    <a:pt x="143" y="610"/>
                    <a:pt x="73" y="578"/>
                    <a:pt x="70" y="584"/>
                  </a:cubicBezTo>
                  <a:cubicBezTo>
                    <a:pt x="0" y="545"/>
                    <a:pt x="12" y="189"/>
                    <a:pt x="71" y="87"/>
                  </a:cubicBezTo>
                  <a:cubicBezTo>
                    <a:pt x="94" y="85"/>
                    <a:pt x="150" y="0"/>
                    <a:pt x="158" y="25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69">
              <a:extLst>
                <a:ext uri="{FF2B5EF4-FFF2-40B4-BE49-F238E27FC236}">
                  <a16:creationId xmlns:a16="http://schemas.microsoft.com/office/drawing/2014/main" id="{B3AF1ACB-0CD9-4D59-92C3-9525E225061D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219998" y="2079320"/>
              <a:ext cx="142094" cy="127136"/>
            </a:xfrm>
            <a:custGeom>
              <a:avLst/>
              <a:gdLst>
                <a:gd name="T0" fmla="*/ 19 w 177"/>
                <a:gd name="T1" fmla="*/ 32 h 158"/>
                <a:gd name="T2" fmla="*/ 39 w 177"/>
                <a:gd name="T3" fmla="*/ 147 h 158"/>
                <a:gd name="T4" fmla="*/ 172 w 177"/>
                <a:gd name="T5" fmla="*/ 127 h 158"/>
                <a:gd name="T6" fmla="*/ 163 w 177"/>
                <a:gd name="T7" fmla="*/ 25 h 158"/>
                <a:gd name="T8" fmla="*/ 19 w 177"/>
                <a:gd name="T9" fmla="*/ 32 h 158"/>
                <a:gd name="T10" fmla="*/ 46 w 177"/>
                <a:gd name="T11" fmla="*/ 76 h 158"/>
                <a:gd name="T12" fmla="*/ 45 w 177"/>
                <a:gd name="T13" fmla="*/ 50 h 158"/>
                <a:gd name="T14" fmla="*/ 141 w 177"/>
                <a:gd name="T15" fmla="*/ 61 h 158"/>
                <a:gd name="T16" fmla="*/ 148 w 177"/>
                <a:gd name="T17" fmla="*/ 106 h 158"/>
                <a:gd name="T18" fmla="*/ 110 w 177"/>
                <a:gd name="T19" fmla="*/ 123 h 158"/>
                <a:gd name="T20" fmla="*/ 56 w 177"/>
                <a:gd name="T21" fmla="*/ 124 h 158"/>
                <a:gd name="T22" fmla="*/ 53 w 177"/>
                <a:gd name="T23" fmla="*/ 90 h 158"/>
                <a:gd name="T24" fmla="*/ 65 w 177"/>
                <a:gd name="T25" fmla="*/ 83 h 158"/>
                <a:gd name="T26" fmla="*/ 46 w 177"/>
                <a:gd name="T27" fmla="*/ 7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7" h="158">
                  <a:moveTo>
                    <a:pt x="19" y="32"/>
                  </a:moveTo>
                  <a:cubicBezTo>
                    <a:pt x="16" y="63"/>
                    <a:pt x="0" y="138"/>
                    <a:pt x="39" y="147"/>
                  </a:cubicBezTo>
                  <a:cubicBezTo>
                    <a:pt x="59" y="152"/>
                    <a:pt x="167" y="158"/>
                    <a:pt x="172" y="127"/>
                  </a:cubicBezTo>
                  <a:cubicBezTo>
                    <a:pt x="177" y="97"/>
                    <a:pt x="170" y="56"/>
                    <a:pt x="163" y="25"/>
                  </a:cubicBezTo>
                  <a:cubicBezTo>
                    <a:pt x="158" y="0"/>
                    <a:pt x="21" y="6"/>
                    <a:pt x="19" y="32"/>
                  </a:cubicBezTo>
                  <a:close/>
                  <a:moveTo>
                    <a:pt x="46" y="76"/>
                  </a:moveTo>
                  <a:cubicBezTo>
                    <a:pt x="46" y="67"/>
                    <a:pt x="44" y="59"/>
                    <a:pt x="45" y="50"/>
                  </a:cubicBezTo>
                  <a:cubicBezTo>
                    <a:pt x="46" y="37"/>
                    <a:pt x="130" y="22"/>
                    <a:pt x="141" y="61"/>
                  </a:cubicBezTo>
                  <a:cubicBezTo>
                    <a:pt x="146" y="79"/>
                    <a:pt x="146" y="88"/>
                    <a:pt x="148" y="106"/>
                  </a:cubicBezTo>
                  <a:cubicBezTo>
                    <a:pt x="149" y="125"/>
                    <a:pt x="124" y="120"/>
                    <a:pt x="110" y="123"/>
                  </a:cubicBezTo>
                  <a:cubicBezTo>
                    <a:pt x="102" y="125"/>
                    <a:pt x="65" y="126"/>
                    <a:pt x="56" y="124"/>
                  </a:cubicBezTo>
                  <a:cubicBezTo>
                    <a:pt x="47" y="122"/>
                    <a:pt x="43" y="92"/>
                    <a:pt x="53" y="90"/>
                  </a:cubicBezTo>
                  <a:cubicBezTo>
                    <a:pt x="54" y="90"/>
                    <a:pt x="74" y="87"/>
                    <a:pt x="65" y="83"/>
                  </a:cubicBezTo>
                  <a:cubicBezTo>
                    <a:pt x="57" y="79"/>
                    <a:pt x="48" y="86"/>
                    <a:pt x="46" y="76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70">
              <a:extLst>
                <a:ext uri="{FF2B5EF4-FFF2-40B4-BE49-F238E27FC236}">
                  <a16:creationId xmlns:a16="http://schemas.microsoft.com/office/drawing/2014/main" id="{57605ABC-0FFB-41FB-9935-B9922352E5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5977" y="2065723"/>
              <a:ext cx="182546" cy="189685"/>
            </a:xfrm>
            <a:custGeom>
              <a:avLst/>
              <a:gdLst>
                <a:gd name="T0" fmla="*/ 142 w 227"/>
                <a:gd name="T1" fmla="*/ 18 h 236"/>
                <a:gd name="T2" fmla="*/ 50 w 227"/>
                <a:gd name="T3" fmla="*/ 188 h 236"/>
                <a:gd name="T4" fmla="*/ 166 w 227"/>
                <a:gd name="T5" fmla="*/ 225 h 236"/>
                <a:gd name="T6" fmla="*/ 210 w 227"/>
                <a:gd name="T7" fmla="*/ 197 h 236"/>
                <a:gd name="T8" fmla="*/ 142 w 227"/>
                <a:gd name="T9" fmla="*/ 22 h 236"/>
                <a:gd name="T10" fmla="*/ 142 w 227"/>
                <a:gd name="T11" fmla="*/ 1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7" h="236">
                  <a:moveTo>
                    <a:pt x="142" y="18"/>
                  </a:moveTo>
                  <a:cubicBezTo>
                    <a:pt x="47" y="0"/>
                    <a:pt x="0" y="115"/>
                    <a:pt x="50" y="188"/>
                  </a:cubicBezTo>
                  <a:cubicBezTo>
                    <a:pt x="83" y="236"/>
                    <a:pt x="98" y="236"/>
                    <a:pt x="166" y="225"/>
                  </a:cubicBezTo>
                  <a:cubicBezTo>
                    <a:pt x="170" y="225"/>
                    <a:pt x="227" y="209"/>
                    <a:pt x="210" y="197"/>
                  </a:cubicBezTo>
                  <a:cubicBezTo>
                    <a:pt x="154" y="155"/>
                    <a:pt x="138" y="90"/>
                    <a:pt x="142" y="22"/>
                  </a:cubicBezTo>
                  <a:cubicBezTo>
                    <a:pt x="143" y="20"/>
                    <a:pt x="143" y="18"/>
                    <a:pt x="142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71">
              <a:extLst>
                <a:ext uri="{FF2B5EF4-FFF2-40B4-BE49-F238E27FC236}">
                  <a16:creationId xmlns:a16="http://schemas.microsoft.com/office/drawing/2014/main" id="{8E30AE82-B171-4A1F-BC69-954C3AD9F5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18298" y="2096997"/>
              <a:ext cx="117278" cy="80565"/>
            </a:xfrm>
            <a:custGeom>
              <a:avLst/>
              <a:gdLst>
                <a:gd name="T0" fmla="*/ 117 w 146"/>
                <a:gd name="T1" fmla="*/ 6 h 100"/>
                <a:gd name="T2" fmla="*/ 4 w 146"/>
                <a:gd name="T3" fmla="*/ 61 h 100"/>
                <a:gd name="T4" fmla="*/ 45 w 146"/>
                <a:gd name="T5" fmla="*/ 90 h 100"/>
                <a:gd name="T6" fmla="*/ 106 w 146"/>
                <a:gd name="T7" fmla="*/ 79 h 100"/>
                <a:gd name="T8" fmla="*/ 117 w 146"/>
                <a:gd name="T9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00">
                  <a:moveTo>
                    <a:pt x="117" y="6"/>
                  </a:moveTo>
                  <a:cubicBezTo>
                    <a:pt x="93" y="0"/>
                    <a:pt x="7" y="24"/>
                    <a:pt x="4" y="61"/>
                  </a:cubicBezTo>
                  <a:cubicBezTo>
                    <a:pt x="0" y="100"/>
                    <a:pt x="19" y="90"/>
                    <a:pt x="45" y="90"/>
                  </a:cubicBezTo>
                  <a:cubicBezTo>
                    <a:pt x="45" y="90"/>
                    <a:pt x="105" y="79"/>
                    <a:pt x="106" y="79"/>
                  </a:cubicBezTo>
                  <a:cubicBezTo>
                    <a:pt x="128" y="72"/>
                    <a:pt x="146" y="14"/>
                    <a:pt x="117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2">
              <a:extLst>
                <a:ext uri="{FF2B5EF4-FFF2-40B4-BE49-F238E27FC236}">
                  <a16:creationId xmlns:a16="http://schemas.microsoft.com/office/drawing/2014/main" id="{DC5BA22F-8B83-495C-805E-D95045353B2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87528" y="1883857"/>
              <a:ext cx="89403" cy="475911"/>
            </a:xfrm>
            <a:custGeom>
              <a:avLst/>
              <a:gdLst>
                <a:gd name="T0" fmla="*/ 108 w 111"/>
                <a:gd name="T1" fmla="*/ 1 h 592"/>
                <a:gd name="T2" fmla="*/ 84 w 111"/>
                <a:gd name="T3" fmla="*/ 0 h 592"/>
                <a:gd name="T4" fmla="*/ 44 w 111"/>
                <a:gd name="T5" fmla="*/ 3 h 592"/>
                <a:gd name="T6" fmla="*/ 12 w 111"/>
                <a:gd name="T7" fmla="*/ 98 h 592"/>
                <a:gd name="T8" fmla="*/ 4 w 111"/>
                <a:gd name="T9" fmla="*/ 338 h 592"/>
                <a:gd name="T10" fmla="*/ 24 w 111"/>
                <a:gd name="T11" fmla="*/ 531 h 592"/>
                <a:gd name="T12" fmla="*/ 16 w 111"/>
                <a:gd name="T13" fmla="*/ 560 h 592"/>
                <a:gd name="T14" fmla="*/ 24 w 111"/>
                <a:gd name="T15" fmla="*/ 566 h 592"/>
                <a:gd name="T16" fmla="*/ 94 w 111"/>
                <a:gd name="T17" fmla="*/ 585 h 592"/>
                <a:gd name="T18" fmla="*/ 44 w 111"/>
                <a:gd name="T19" fmla="*/ 356 h 592"/>
                <a:gd name="T20" fmla="*/ 108 w 111"/>
                <a:gd name="T21" fmla="*/ 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592">
                  <a:moveTo>
                    <a:pt x="108" y="1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68" y="6"/>
                    <a:pt x="57" y="1"/>
                    <a:pt x="44" y="3"/>
                  </a:cubicBezTo>
                  <a:cubicBezTo>
                    <a:pt x="39" y="11"/>
                    <a:pt x="16" y="87"/>
                    <a:pt x="12" y="98"/>
                  </a:cubicBezTo>
                  <a:cubicBezTo>
                    <a:pt x="28" y="156"/>
                    <a:pt x="0" y="268"/>
                    <a:pt x="4" y="338"/>
                  </a:cubicBezTo>
                  <a:cubicBezTo>
                    <a:pt x="4" y="348"/>
                    <a:pt x="13" y="459"/>
                    <a:pt x="24" y="531"/>
                  </a:cubicBezTo>
                  <a:cubicBezTo>
                    <a:pt x="27" y="546"/>
                    <a:pt x="22" y="555"/>
                    <a:pt x="16" y="560"/>
                  </a:cubicBezTo>
                  <a:cubicBezTo>
                    <a:pt x="19" y="562"/>
                    <a:pt x="21" y="565"/>
                    <a:pt x="24" y="566"/>
                  </a:cubicBezTo>
                  <a:cubicBezTo>
                    <a:pt x="27" y="560"/>
                    <a:pt x="97" y="592"/>
                    <a:pt x="94" y="585"/>
                  </a:cubicBezTo>
                  <a:cubicBezTo>
                    <a:pt x="52" y="485"/>
                    <a:pt x="48" y="483"/>
                    <a:pt x="44" y="356"/>
                  </a:cubicBezTo>
                  <a:cubicBezTo>
                    <a:pt x="36" y="71"/>
                    <a:pt x="111" y="2"/>
                    <a:pt x="108" y="1"/>
                  </a:cubicBezTo>
                  <a:close/>
                </a:path>
              </a:pathLst>
            </a:cu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73">
              <a:extLst>
                <a:ext uri="{FF2B5EF4-FFF2-40B4-BE49-F238E27FC236}">
                  <a16:creationId xmlns:a16="http://schemas.microsoft.com/office/drawing/2014/main" id="{BB6F6143-999D-4E63-AC3D-D278FF742E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12520" y="2154786"/>
              <a:ext cx="104701" cy="101301"/>
            </a:xfrm>
            <a:custGeom>
              <a:avLst/>
              <a:gdLst>
                <a:gd name="T0" fmla="*/ 100 w 130"/>
                <a:gd name="T1" fmla="*/ 1 h 126"/>
                <a:gd name="T2" fmla="*/ 8 w 130"/>
                <a:gd name="T3" fmla="*/ 88 h 126"/>
                <a:gd name="T4" fmla="*/ 57 w 130"/>
                <a:gd name="T5" fmla="*/ 103 h 126"/>
                <a:gd name="T6" fmla="*/ 111 w 130"/>
                <a:gd name="T7" fmla="*/ 73 h 126"/>
                <a:gd name="T8" fmla="*/ 100 w 130"/>
                <a:gd name="T9" fmla="*/ 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6">
                  <a:moveTo>
                    <a:pt x="100" y="1"/>
                  </a:moveTo>
                  <a:cubicBezTo>
                    <a:pt x="75" y="2"/>
                    <a:pt x="0" y="52"/>
                    <a:pt x="8" y="88"/>
                  </a:cubicBezTo>
                  <a:cubicBezTo>
                    <a:pt x="17" y="126"/>
                    <a:pt x="32" y="111"/>
                    <a:pt x="57" y="103"/>
                  </a:cubicBezTo>
                  <a:cubicBezTo>
                    <a:pt x="57" y="103"/>
                    <a:pt x="110" y="74"/>
                    <a:pt x="111" y="73"/>
                  </a:cubicBezTo>
                  <a:cubicBezTo>
                    <a:pt x="130" y="60"/>
                    <a:pt x="129" y="0"/>
                    <a:pt x="10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174">
              <a:extLst>
                <a:ext uri="{FF2B5EF4-FFF2-40B4-BE49-F238E27FC236}">
                  <a16:creationId xmlns:a16="http://schemas.microsoft.com/office/drawing/2014/main" id="{08E1C734-D3E3-477C-9279-3590C263F9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23456" y="2080000"/>
              <a:ext cx="110140" cy="190025"/>
            </a:xfrm>
            <a:custGeom>
              <a:avLst/>
              <a:gdLst>
                <a:gd name="T0" fmla="*/ 73 w 137"/>
                <a:gd name="T1" fmla="*/ 71 h 236"/>
                <a:gd name="T2" fmla="*/ 57 w 137"/>
                <a:gd name="T3" fmla="*/ 0 h 236"/>
                <a:gd name="T4" fmla="*/ 48 w 137"/>
                <a:gd name="T5" fmla="*/ 196 h 236"/>
                <a:gd name="T6" fmla="*/ 137 w 137"/>
                <a:gd name="T7" fmla="*/ 179 h 236"/>
                <a:gd name="T8" fmla="*/ 73 w 137"/>
                <a:gd name="T9" fmla="*/ 7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236">
                  <a:moveTo>
                    <a:pt x="73" y="71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0" y="38"/>
                    <a:pt x="50" y="146"/>
                    <a:pt x="48" y="196"/>
                  </a:cubicBezTo>
                  <a:cubicBezTo>
                    <a:pt x="45" y="236"/>
                    <a:pt x="116" y="202"/>
                    <a:pt x="137" y="179"/>
                  </a:cubicBezTo>
                  <a:lnTo>
                    <a:pt x="73" y="71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175">
              <a:extLst>
                <a:ext uri="{FF2B5EF4-FFF2-40B4-BE49-F238E27FC236}">
                  <a16:creationId xmlns:a16="http://schemas.microsoft.com/office/drawing/2014/main" id="{270DA22A-26DA-4337-8F78-D8FCB0883C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20666" y="1961022"/>
              <a:ext cx="70027" cy="125436"/>
            </a:xfrm>
            <a:custGeom>
              <a:avLst/>
              <a:gdLst>
                <a:gd name="T0" fmla="*/ 77 w 87"/>
                <a:gd name="T1" fmla="*/ 129 h 156"/>
                <a:gd name="T2" fmla="*/ 38 w 87"/>
                <a:gd name="T3" fmla="*/ 9 h 156"/>
                <a:gd name="T4" fmla="*/ 4 w 87"/>
                <a:gd name="T5" fmla="*/ 45 h 156"/>
                <a:gd name="T6" fmla="*/ 7 w 87"/>
                <a:gd name="T7" fmla="*/ 108 h 156"/>
                <a:gd name="T8" fmla="*/ 77 w 87"/>
                <a:gd name="T9" fmla="*/ 12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156">
                  <a:moveTo>
                    <a:pt x="77" y="129"/>
                  </a:moveTo>
                  <a:cubicBezTo>
                    <a:pt x="87" y="106"/>
                    <a:pt x="74" y="17"/>
                    <a:pt x="38" y="9"/>
                  </a:cubicBezTo>
                  <a:cubicBezTo>
                    <a:pt x="0" y="0"/>
                    <a:pt x="7" y="20"/>
                    <a:pt x="4" y="45"/>
                  </a:cubicBezTo>
                  <a:cubicBezTo>
                    <a:pt x="4" y="46"/>
                    <a:pt x="6" y="107"/>
                    <a:pt x="7" y="108"/>
                  </a:cubicBezTo>
                  <a:cubicBezTo>
                    <a:pt x="10" y="130"/>
                    <a:pt x="65" y="156"/>
                    <a:pt x="77" y="12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176">
              <a:extLst>
                <a:ext uri="{FF2B5EF4-FFF2-40B4-BE49-F238E27FC236}">
                  <a16:creationId xmlns:a16="http://schemas.microsoft.com/office/drawing/2014/main" id="{FABACF83-07FB-4587-8163-0CEEB1A4A9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89392" y="2039887"/>
              <a:ext cx="50651" cy="185605"/>
            </a:xfrm>
            <a:custGeom>
              <a:avLst/>
              <a:gdLst>
                <a:gd name="T0" fmla="*/ 50 w 63"/>
                <a:gd name="T1" fmla="*/ 0 h 231"/>
                <a:gd name="T2" fmla="*/ 1 w 63"/>
                <a:gd name="T3" fmla="*/ 104 h 231"/>
                <a:gd name="T4" fmla="*/ 27 w 63"/>
                <a:gd name="T5" fmla="*/ 209 h 231"/>
                <a:gd name="T6" fmla="*/ 55 w 63"/>
                <a:gd name="T7" fmla="*/ 222 h 231"/>
                <a:gd name="T8" fmla="*/ 32 w 63"/>
                <a:gd name="T9" fmla="*/ 125 h 231"/>
                <a:gd name="T10" fmla="*/ 45 w 63"/>
                <a:gd name="T11" fmla="*/ 46 h 231"/>
                <a:gd name="T12" fmla="*/ 62 w 63"/>
                <a:gd name="T13" fmla="*/ 8 h 231"/>
                <a:gd name="T14" fmla="*/ 50 w 63"/>
                <a:gd name="T15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231">
                  <a:moveTo>
                    <a:pt x="50" y="0"/>
                  </a:moveTo>
                  <a:cubicBezTo>
                    <a:pt x="25" y="25"/>
                    <a:pt x="0" y="68"/>
                    <a:pt x="1" y="104"/>
                  </a:cubicBezTo>
                  <a:cubicBezTo>
                    <a:pt x="4" y="152"/>
                    <a:pt x="6" y="167"/>
                    <a:pt x="27" y="209"/>
                  </a:cubicBezTo>
                  <a:cubicBezTo>
                    <a:pt x="30" y="216"/>
                    <a:pt x="47" y="231"/>
                    <a:pt x="55" y="222"/>
                  </a:cubicBezTo>
                  <a:cubicBezTo>
                    <a:pt x="60" y="217"/>
                    <a:pt x="33" y="148"/>
                    <a:pt x="32" y="125"/>
                  </a:cubicBezTo>
                  <a:cubicBezTo>
                    <a:pt x="31" y="99"/>
                    <a:pt x="37" y="71"/>
                    <a:pt x="45" y="46"/>
                  </a:cubicBezTo>
                  <a:cubicBezTo>
                    <a:pt x="48" y="35"/>
                    <a:pt x="62" y="10"/>
                    <a:pt x="62" y="8"/>
                  </a:cubicBezTo>
                  <a:cubicBezTo>
                    <a:pt x="63" y="3"/>
                    <a:pt x="51" y="0"/>
                    <a:pt x="50" y="0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177">
              <a:extLst>
                <a:ext uri="{FF2B5EF4-FFF2-40B4-BE49-F238E27FC236}">
                  <a16:creationId xmlns:a16="http://schemas.microsoft.com/office/drawing/2014/main" id="{F52D884A-1D35-4BE6-A1D5-AF2ED4F1AB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87083" y="2065723"/>
              <a:ext cx="108780" cy="176767"/>
            </a:xfrm>
            <a:custGeom>
              <a:avLst/>
              <a:gdLst>
                <a:gd name="T0" fmla="*/ 11 w 135"/>
                <a:gd name="T1" fmla="*/ 5 h 220"/>
                <a:gd name="T2" fmla="*/ 21 w 135"/>
                <a:gd name="T3" fmla="*/ 127 h 220"/>
                <a:gd name="T4" fmla="*/ 100 w 135"/>
                <a:gd name="T5" fmla="*/ 210 h 220"/>
                <a:gd name="T6" fmla="*/ 133 w 135"/>
                <a:gd name="T7" fmla="*/ 207 h 220"/>
                <a:gd name="T8" fmla="*/ 60 w 135"/>
                <a:gd name="T9" fmla="*/ 130 h 220"/>
                <a:gd name="T10" fmla="*/ 30 w 135"/>
                <a:gd name="T11" fmla="*/ 50 h 220"/>
                <a:gd name="T12" fmla="*/ 25 w 135"/>
                <a:gd name="T13" fmla="*/ 5 h 220"/>
                <a:gd name="T14" fmla="*/ 11 w 135"/>
                <a:gd name="T15" fmla="*/ 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220">
                  <a:moveTo>
                    <a:pt x="11" y="5"/>
                  </a:moveTo>
                  <a:cubicBezTo>
                    <a:pt x="1" y="41"/>
                    <a:pt x="0" y="94"/>
                    <a:pt x="21" y="127"/>
                  </a:cubicBezTo>
                  <a:cubicBezTo>
                    <a:pt x="48" y="170"/>
                    <a:pt x="58" y="182"/>
                    <a:pt x="100" y="210"/>
                  </a:cubicBezTo>
                  <a:cubicBezTo>
                    <a:pt x="107" y="215"/>
                    <a:pt x="130" y="220"/>
                    <a:pt x="133" y="207"/>
                  </a:cubicBezTo>
                  <a:cubicBezTo>
                    <a:pt x="135" y="200"/>
                    <a:pt x="73" y="151"/>
                    <a:pt x="60" y="130"/>
                  </a:cubicBezTo>
                  <a:cubicBezTo>
                    <a:pt x="45" y="107"/>
                    <a:pt x="35" y="77"/>
                    <a:pt x="30" y="50"/>
                  </a:cubicBezTo>
                  <a:cubicBezTo>
                    <a:pt x="27" y="38"/>
                    <a:pt x="26" y="7"/>
                    <a:pt x="25" y="5"/>
                  </a:cubicBezTo>
                  <a:cubicBezTo>
                    <a:pt x="24" y="0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178">
              <a:extLst>
                <a:ext uri="{FF2B5EF4-FFF2-40B4-BE49-F238E27FC236}">
                  <a16:creationId xmlns:a16="http://schemas.microsoft.com/office/drawing/2014/main" id="{BEE9048D-7973-49C9-83D1-B42D6727ED95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219998" y="1913771"/>
              <a:ext cx="142094" cy="126796"/>
            </a:xfrm>
            <a:custGeom>
              <a:avLst/>
              <a:gdLst>
                <a:gd name="T0" fmla="*/ 19 w 177"/>
                <a:gd name="T1" fmla="*/ 32 h 158"/>
                <a:gd name="T2" fmla="*/ 39 w 177"/>
                <a:gd name="T3" fmla="*/ 147 h 158"/>
                <a:gd name="T4" fmla="*/ 172 w 177"/>
                <a:gd name="T5" fmla="*/ 127 h 158"/>
                <a:gd name="T6" fmla="*/ 163 w 177"/>
                <a:gd name="T7" fmla="*/ 24 h 158"/>
                <a:gd name="T8" fmla="*/ 19 w 177"/>
                <a:gd name="T9" fmla="*/ 32 h 158"/>
                <a:gd name="T10" fmla="*/ 46 w 177"/>
                <a:gd name="T11" fmla="*/ 76 h 158"/>
                <a:gd name="T12" fmla="*/ 45 w 177"/>
                <a:gd name="T13" fmla="*/ 50 h 158"/>
                <a:gd name="T14" fmla="*/ 141 w 177"/>
                <a:gd name="T15" fmla="*/ 60 h 158"/>
                <a:gd name="T16" fmla="*/ 148 w 177"/>
                <a:gd name="T17" fmla="*/ 106 h 158"/>
                <a:gd name="T18" fmla="*/ 110 w 177"/>
                <a:gd name="T19" fmla="*/ 123 h 158"/>
                <a:gd name="T20" fmla="*/ 56 w 177"/>
                <a:gd name="T21" fmla="*/ 123 h 158"/>
                <a:gd name="T22" fmla="*/ 53 w 177"/>
                <a:gd name="T23" fmla="*/ 90 h 158"/>
                <a:gd name="T24" fmla="*/ 65 w 177"/>
                <a:gd name="T25" fmla="*/ 82 h 158"/>
                <a:gd name="T26" fmla="*/ 46 w 177"/>
                <a:gd name="T27" fmla="*/ 7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7" h="158">
                  <a:moveTo>
                    <a:pt x="19" y="32"/>
                  </a:moveTo>
                  <a:cubicBezTo>
                    <a:pt x="16" y="62"/>
                    <a:pt x="0" y="137"/>
                    <a:pt x="39" y="147"/>
                  </a:cubicBezTo>
                  <a:cubicBezTo>
                    <a:pt x="59" y="152"/>
                    <a:pt x="167" y="158"/>
                    <a:pt x="172" y="127"/>
                  </a:cubicBezTo>
                  <a:cubicBezTo>
                    <a:pt x="177" y="97"/>
                    <a:pt x="170" y="55"/>
                    <a:pt x="163" y="24"/>
                  </a:cubicBezTo>
                  <a:cubicBezTo>
                    <a:pt x="158" y="0"/>
                    <a:pt x="21" y="5"/>
                    <a:pt x="19" y="32"/>
                  </a:cubicBezTo>
                  <a:close/>
                  <a:moveTo>
                    <a:pt x="46" y="76"/>
                  </a:moveTo>
                  <a:cubicBezTo>
                    <a:pt x="46" y="67"/>
                    <a:pt x="44" y="58"/>
                    <a:pt x="45" y="50"/>
                  </a:cubicBezTo>
                  <a:cubicBezTo>
                    <a:pt x="46" y="36"/>
                    <a:pt x="130" y="22"/>
                    <a:pt x="141" y="60"/>
                  </a:cubicBezTo>
                  <a:cubicBezTo>
                    <a:pt x="146" y="79"/>
                    <a:pt x="146" y="87"/>
                    <a:pt x="148" y="106"/>
                  </a:cubicBezTo>
                  <a:cubicBezTo>
                    <a:pt x="149" y="124"/>
                    <a:pt x="124" y="120"/>
                    <a:pt x="110" y="123"/>
                  </a:cubicBezTo>
                  <a:cubicBezTo>
                    <a:pt x="102" y="125"/>
                    <a:pt x="65" y="125"/>
                    <a:pt x="56" y="123"/>
                  </a:cubicBezTo>
                  <a:cubicBezTo>
                    <a:pt x="47" y="121"/>
                    <a:pt x="43" y="92"/>
                    <a:pt x="53" y="90"/>
                  </a:cubicBezTo>
                  <a:cubicBezTo>
                    <a:pt x="54" y="89"/>
                    <a:pt x="74" y="87"/>
                    <a:pt x="65" y="82"/>
                  </a:cubicBezTo>
                  <a:cubicBezTo>
                    <a:pt x="57" y="79"/>
                    <a:pt x="48" y="85"/>
                    <a:pt x="46" y="76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179">
              <a:extLst>
                <a:ext uri="{FF2B5EF4-FFF2-40B4-BE49-F238E27FC236}">
                  <a16:creationId xmlns:a16="http://schemas.microsoft.com/office/drawing/2014/main" id="{8CC532FE-8CFA-4E97-B753-C8EC172011A6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509284" y="1962721"/>
              <a:ext cx="91103" cy="90083"/>
            </a:xfrm>
            <a:custGeom>
              <a:avLst/>
              <a:gdLst>
                <a:gd name="T0" fmla="*/ 86 w 113"/>
                <a:gd name="T1" fmla="*/ 97 h 112"/>
                <a:gd name="T2" fmla="*/ 92 w 113"/>
                <a:gd name="T3" fmla="*/ 27 h 112"/>
                <a:gd name="T4" fmla="*/ 11 w 113"/>
                <a:gd name="T5" fmla="*/ 17 h 112"/>
                <a:gd name="T6" fmla="*/ 0 w 113"/>
                <a:gd name="T7" fmla="*/ 79 h 112"/>
                <a:gd name="T8" fmla="*/ 86 w 113"/>
                <a:gd name="T9" fmla="*/ 97 h 112"/>
                <a:gd name="T10" fmla="*/ 76 w 113"/>
                <a:gd name="T11" fmla="*/ 67 h 112"/>
                <a:gd name="T12" fmla="*/ 73 w 113"/>
                <a:gd name="T13" fmla="*/ 82 h 112"/>
                <a:gd name="T14" fmla="*/ 19 w 113"/>
                <a:gd name="T15" fmla="*/ 61 h 112"/>
                <a:gd name="T16" fmla="*/ 22 w 113"/>
                <a:gd name="T17" fmla="*/ 34 h 112"/>
                <a:gd name="T18" fmla="*/ 47 w 113"/>
                <a:gd name="T19" fmla="*/ 29 h 112"/>
                <a:gd name="T20" fmla="*/ 78 w 113"/>
                <a:gd name="T21" fmla="*/ 38 h 112"/>
                <a:gd name="T22" fmla="*/ 75 w 113"/>
                <a:gd name="T23" fmla="*/ 58 h 112"/>
                <a:gd name="T24" fmla="*/ 67 w 113"/>
                <a:gd name="T25" fmla="*/ 60 h 112"/>
                <a:gd name="T26" fmla="*/ 76 w 113"/>
                <a:gd name="T27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3" h="112">
                  <a:moveTo>
                    <a:pt x="86" y="97"/>
                  </a:moveTo>
                  <a:cubicBezTo>
                    <a:pt x="93" y="80"/>
                    <a:pt x="113" y="38"/>
                    <a:pt x="92" y="27"/>
                  </a:cubicBezTo>
                  <a:cubicBezTo>
                    <a:pt x="81" y="20"/>
                    <a:pt x="19" y="0"/>
                    <a:pt x="11" y="17"/>
                  </a:cubicBezTo>
                  <a:cubicBezTo>
                    <a:pt x="3" y="34"/>
                    <a:pt x="1" y="60"/>
                    <a:pt x="0" y="79"/>
                  </a:cubicBezTo>
                  <a:cubicBezTo>
                    <a:pt x="0" y="94"/>
                    <a:pt x="80" y="112"/>
                    <a:pt x="86" y="97"/>
                  </a:cubicBezTo>
                  <a:close/>
                  <a:moveTo>
                    <a:pt x="76" y="67"/>
                  </a:moveTo>
                  <a:cubicBezTo>
                    <a:pt x="75" y="72"/>
                    <a:pt x="75" y="78"/>
                    <a:pt x="73" y="82"/>
                  </a:cubicBezTo>
                  <a:cubicBezTo>
                    <a:pt x="71" y="90"/>
                    <a:pt x="19" y="86"/>
                    <a:pt x="19" y="61"/>
                  </a:cubicBezTo>
                  <a:cubicBezTo>
                    <a:pt x="19" y="49"/>
                    <a:pt x="20" y="45"/>
                    <a:pt x="22" y="34"/>
                  </a:cubicBezTo>
                  <a:cubicBezTo>
                    <a:pt x="24" y="23"/>
                    <a:pt x="38" y="29"/>
                    <a:pt x="47" y="29"/>
                  </a:cubicBezTo>
                  <a:cubicBezTo>
                    <a:pt x="52" y="30"/>
                    <a:pt x="73" y="35"/>
                    <a:pt x="78" y="38"/>
                  </a:cubicBezTo>
                  <a:cubicBezTo>
                    <a:pt x="83" y="40"/>
                    <a:pt x="81" y="58"/>
                    <a:pt x="75" y="58"/>
                  </a:cubicBezTo>
                  <a:cubicBezTo>
                    <a:pt x="74" y="58"/>
                    <a:pt x="62" y="56"/>
                    <a:pt x="67" y="60"/>
                  </a:cubicBezTo>
                  <a:cubicBezTo>
                    <a:pt x="71" y="64"/>
                    <a:pt x="77" y="61"/>
                    <a:pt x="76" y="67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180">
              <a:extLst>
                <a:ext uri="{FF2B5EF4-FFF2-40B4-BE49-F238E27FC236}">
                  <a16:creationId xmlns:a16="http://schemas.microsoft.com/office/drawing/2014/main" id="{3CED28F8-131A-4294-9466-E75FF4CE9600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527981" y="2096317"/>
              <a:ext cx="86684" cy="77845"/>
            </a:xfrm>
            <a:custGeom>
              <a:avLst/>
              <a:gdLst>
                <a:gd name="T0" fmla="*/ 93 w 108"/>
                <a:gd name="T1" fmla="*/ 81 h 97"/>
                <a:gd name="T2" fmla="*/ 85 w 108"/>
                <a:gd name="T3" fmla="*/ 11 h 97"/>
                <a:gd name="T4" fmla="*/ 4 w 108"/>
                <a:gd name="T5" fmla="*/ 18 h 97"/>
                <a:gd name="T6" fmla="*/ 6 w 108"/>
                <a:gd name="T7" fmla="*/ 81 h 97"/>
                <a:gd name="T8" fmla="*/ 93 w 108"/>
                <a:gd name="T9" fmla="*/ 81 h 97"/>
                <a:gd name="T10" fmla="*/ 78 w 108"/>
                <a:gd name="T11" fmla="*/ 54 h 97"/>
                <a:gd name="T12" fmla="*/ 78 w 108"/>
                <a:gd name="T13" fmla="*/ 69 h 97"/>
                <a:gd name="T14" fmla="*/ 20 w 108"/>
                <a:gd name="T15" fmla="*/ 60 h 97"/>
                <a:gd name="T16" fmla="*/ 18 w 108"/>
                <a:gd name="T17" fmla="*/ 32 h 97"/>
                <a:gd name="T18" fmla="*/ 41 w 108"/>
                <a:gd name="T19" fmla="*/ 23 h 97"/>
                <a:gd name="T20" fmla="*/ 74 w 108"/>
                <a:gd name="T21" fmla="*/ 24 h 97"/>
                <a:gd name="T22" fmla="*/ 75 w 108"/>
                <a:gd name="T23" fmla="*/ 45 h 97"/>
                <a:gd name="T24" fmla="*/ 67 w 108"/>
                <a:gd name="T25" fmla="*/ 49 h 97"/>
                <a:gd name="T26" fmla="*/ 78 w 108"/>
                <a:gd name="T27" fmla="*/ 5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" h="97">
                  <a:moveTo>
                    <a:pt x="93" y="81"/>
                  </a:moveTo>
                  <a:cubicBezTo>
                    <a:pt x="96" y="63"/>
                    <a:pt x="108" y="18"/>
                    <a:pt x="85" y="11"/>
                  </a:cubicBezTo>
                  <a:cubicBezTo>
                    <a:pt x="73" y="7"/>
                    <a:pt x="8" y="0"/>
                    <a:pt x="4" y="18"/>
                  </a:cubicBezTo>
                  <a:cubicBezTo>
                    <a:pt x="0" y="36"/>
                    <a:pt x="3" y="62"/>
                    <a:pt x="6" y="81"/>
                  </a:cubicBezTo>
                  <a:cubicBezTo>
                    <a:pt x="8" y="96"/>
                    <a:pt x="91" y="97"/>
                    <a:pt x="93" y="81"/>
                  </a:cubicBezTo>
                  <a:close/>
                  <a:moveTo>
                    <a:pt x="78" y="54"/>
                  </a:moveTo>
                  <a:cubicBezTo>
                    <a:pt x="78" y="59"/>
                    <a:pt x="79" y="64"/>
                    <a:pt x="78" y="69"/>
                  </a:cubicBezTo>
                  <a:cubicBezTo>
                    <a:pt x="77" y="77"/>
                    <a:pt x="26" y="83"/>
                    <a:pt x="20" y="60"/>
                  </a:cubicBezTo>
                  <a:cubicBezTo>
                    <a:pt x="18" y="48"/>
                    <a:pt x="18" y="43"/>
                    <a:pt x="18" y="32"/>
                  </a:cubicBezTo>
                  <a:cubicBezTo>
                    <a:pt x="17" y="21"/>
                    <a:pt x="32" y="24"/>
                    <a:pt x="41" y="23"/>
                  </a:cubicBezTo>
                  <a:cubicBezTo>
                    <a:pt x="46" y="22"/>
                    <a:pt x="68" y="23"/>
                    <a:pt x="74" y="24"/>
                  </a:cubicBezTo>
                  <a:cubicBezTo>
                    <a:pt x="79" y="26"/>
                    <a:pt x="81" y="44"/>
                    <a:pt x="75" y="45"/>
                  </a:cubicBezTo>
                  <a:cubicBezTo>
                    <a:pt x="74" y="45"/>
                    <a:pt x="62" y="46"/>
                    <a:pt x="67" y="49"/>
                  </a:cubicBezTo>
                  <a:cubicBezTo>
                    <a:pt x="72" y="51"/>
                    <a:pt x="77" y="48"/>
                    <a:pt x="78" y="54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181">
              <a:extLst>
                <a:ext uri="{FF2B5EF4-FFF2-40B4-BE49-F238E27FC236}">
                  <a16:creationId xmlns:a16="http://schemas.microsoft.com/office/drawing/2014/main" id="{EE1F18BC-53EB-4E4D-8EF4-27542C514C8C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523901" y="2250648"/>
              <a:ext cx="67648" cy="61189"/>
            </a:xfrm>
            <a:custGeom>
              <a:avLst/>
              <a:gdLst>
                <a:gd name="T0" fmla="*/ 78 w 84"/>
                <a:gd name="T1" fmla="*/ 56 h 76"/>
                <a:gd name="T2" fmla="*/ 65 w 84"/>
                <a:gd name="T3" fmla="*/ 2 h 76"/>
                <a:gd name="T4" fmla="*/ 1 w 84"/>
                <a:gd name="T5" fmla="*/ 16 h 76"/>
                <a:gd name="T6" fmla="*/ 9 w 84"/>
                <a:gd name="T7" fmla="*/ 65 h 76"/>
                <a:gd name="T8" fmla="*/ 78 w 84"/>
                <a:gd name="T9" fmla="*/ 56 h 76"/>
                <a:gd name="T10" fmla="*/ 63 w 84"/>
                <a:gd name="T11" fmla="*/ 36 h 76"/>
                <a:gd name="T12" fmla="*/ 65 w 84"/>
                <a:gd name="T13" fmla="*/ 49 h 76"/>
                <a:gd name="T14" fmla="*/ 18 w 84"/>
                <a:gd name="T15" fmla="*/ 47 h 76"/>
                <a:gd name="T16" fmla="*/ 14 w 84"/>
                <a:gd name="T17" fmla="*/ 25 h 76"/>
                <a:gd name="T18" fmla="*/ 31 w 84"/>
                <a:gd name="T19" fmla="*/ 16 h 76"/>
                <a:gd name="T20" fmla="*/ 57 w 84"/>
                <a:gd name="T21" fmla="*/ 14 h 76"/>
                <a:gd name="T22" fmla="*/ 60 w 84"/>
                <a:gd name="T23" fmla="*/ 30 h 76"/>
                <a:gd name="T24" fmla="*/ 54 w 84"/>
                <a:gd name="T25" fmla="*/ 34 h 76"/>
                <a:gd name="T26" fmla="*/ 63 w 84"/>
                <a:gd name="T27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76">
                  <a:moveTo>
                    <a:pt x="78" y="56"/>
                  </a:moveTo>
                  <a:cubicBezTo>
                    <a:pt x="79" y="42"/>
                    <a:pt x="84" y="5"/>
                    <a:pt x="65" y="2"/>
                  </a:cubicBezTo>
                  <a:cubicBezTo>
                    <a:pt x="55" y="0"/>
                    <a:pt x="2" y="1"/>
                    <a:pt x="1" y="16"/>
                  </a:cubicBezTo>
                  <a:cubicBezTo>
                    <a:pt x="0" y="30"/>
                    <a:pt x="4" y="50"/>
                    <a:pt x="9" y="65"/>
                  </a:cubicBezTo>
                  <a:cubicBezTo>
                    <a:pt x="12" y="76"/>
                    <a:pt x="78" y="69"/>
                    <a:pt x="78" y="56"/>
                  </a:cubicBezTo>
                  <a:close/>
                  <a:moveTo>
                    <a:pt x="63" y="36"/>
                  </a:moveTo>
                  <a:cubicBezTo>
                    <a:pt x="64" y="40"/>
                    <a:pt x="65" y="45"/>
                    <a:pt x="65" y="49"/>
                  </a:cubicBezTo>
                  <a:cubicBezTo>
                    <a:pt x="65" y="55"/>
                    <a:pt x="25" y="65"/>
                    <a:pt x="18" y="47"/>
                  </a:cubicBezTo>
                  <a:cubicBezTo>
                    <a:pt x="15" y="38"/>
                    <a:pt x="15" y="34"/>
                    <a:pt x="14" y="25"/>
                  </a:cubicBezTo>
                  <a:cubicBezTo>
                    <a:pt x="12" y="16"/>
                    <a:pt x="24" y="18"/>
                    <a:pt x="31" y="16"/>
                  </a:cubicBezTo>
                  <a:cubicBezTo>
                    <a:pt x="35" y="15"/>
                    <a:pt x="52" y="13"/>
                    <a:pt x="57" y="14"/>
                  </a:cubicBezTo>
                  <a:cubicBezTo>
                    <a:pt x="62" y="14"/>
                    <a:pt x="65" y="28"/>
                    <a:pt x="60" y="30"/>
                  </a:cubicBezTo>
                  <a:cubicBezTo>
                    <a:pt x="59" y="30"/>
                    <a:pt x="50" y="32"/>
                    <a:pt x="54" y="34"/>
                  </a:cubicBezTo>
                  <a:cubicBezTo>
                    <a:pt x="58" y="35"/>
                    <a:pt x="62" y="32"/>
                    <a:pt x="63" y="36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182">
              <a:extLst>
                <a:ext uri="{FF2B5EF4-FFF2-40B4-BE49-F238E27FC236}">
                  <a16:creationId xmlns:a16="http://schemas.microsoft.com/office/drawing/2014/main" id="{CD7FCF6C-FFE7-4438-8B81-BAB510F3E0F7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3205381" y="2242490"/>
              <a:ext cx="95862" cy="92463"/>
            </a:xfrm>
            <a:custGeom>
              <a:avLst/>
              <a:gdLst>
                <a:gd name="T0" fmla="*/ 116 w 119"/>
                <a:gd name="T1" fmla="*/ 73 h 115"/>
                <a:gd name="T2" fmla="*/ 86 w 119"/>
                <a:gd name="T3" fmla="*/ 0 h 115"/>
                <a:gd name="T4" fmla="*/ 1 w 119"/>
                <a:gd name="T5" fmla="*/ 34 h 115"/>
                <a:gd name="T6" fmla="*/ 23 w 119"/>
                <a:gd name="T7" fmla="*/ 100 h 115"/>
                <a:gd name="T8" fmla="*/ 116 w 119"/>
                <a:gd name="T9" fmla="*/ 73 h 115"/>
                <a:gd name="T10" fmla="*/ 91 w 119"/>
                <a:gd name="T11" fmla="*/ 48 h 115"/>
                <a:gd name="T12" fmla="*/ 96 w 119"/>
                <a:gd name="T13" fmla="*/ 65 h 115"/>
                <a:gd name="T14" fmla="*/ 32 w 119"/>
                <a:gd name="T15" fmla="*/ 73 h 115"/>
                <a:gd name="T16" fmla="*/ 20 w 119"/>
                <a:gd name="T17" fmla="*/ 44 h 115"/>
                <a:gd name="T18" fmla="*/ 42 w 119"/>
                <a:gd name="T19" fmla="*/ 27 h 115"/>
                <a:gd name="T20" fmla="*/ 78 w 119"/>
                <a:gd name="T21" fmla="*/ 19 h 115"/>
                <a:gd name="T22" fmla="*/ 85 w 119"/>
                <a:gd name="T23" fmla="*/ 40 h 115"/>
                <a:gd name="T24" fmla="*/ 78 w 119"/>
                <a:gd name="T25" fmla="*/ 47 h 115"/>
                <a:gd name="T26" fmla="*/ 91 w 119"/>
                <a:gd name="T2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" h="115">
                  <a:moveTo>
                    <a:pt x="116" y="73"/>
                  </a:moveTo>
                  <a:cubicBezTo>
                    <a:pt x="114" y="52"/>
                    <a:pt x="112" y="1"/>
                    <a:pt x="86" y="0"/>
                  </a:cubicBezTo>
                  <a:cubicBezTo>
                    <a:pt x="71" y="0"/>
                    <a:pt x="0" y="13"/>
                    <a:pt x="1" y="34"/>
                  </a:cubicBezTo>
                  <a:cubicBezTo>
                    <a:pt x="2" y="55"/>
                    <a:pt x="13" y="81"/>
                    <a:pt x="23" y="100"/>
                  </a:cubicBezTo>
                  <a:cubicBezTo>
                    <a:pt x="30" y="115"/>
                    <a:pt x="119" y="90"/>
                    <a:pt x="116" y="73"/>
                  </a:cubicBezTo>
                  <a:close/>
                  <a:moveTo>
                    <a:pt x="91" y="48"/>
                  </a:moveTo>
                  <a:cubicBezTo>
                    <a:pt x="93" y="54"/>
                    <a:pt x="96" y="59"/>
                    <a:pt x="96" y="65"/>
                  </a:cubicBezTo>
                  <a:cubicBezTo>
                    <a:pt x="98" y="74"/>
                    <a:pt x="45" y="97"/>
                    <a:pt x="32" y="73"/>
                  </a:cubicBezTo>
                  <a:cubicBezTo>
                    <a:pt x="26" y="62"/>
                    <a:pt x="24" y="56"/>
                    <a:pt x="20" y="44"/>
                  </a:cubicBezTo>
                  <a:cubicBezTo>
                    <a:pt x="17" y="33"/>
                    <a:pt x="34" y="32"/>
                    <a:pt x="42" y="27"/>
                  </a:cubicBezTo>
                  <a:cubicBezTo>
                    <a:pt x="47" y="25"/>
                    <a:pt x="71" y="19"/>
                    <a:pt x="78" y="19"/>
                  </a:cubicBezTo>
                  <a:cubicBezTo>
                    <a:pt x="84" y="19"/>
                    <a:pt x="91" y="37"/>
                    <a:pt x="85" y="40"/>
                  </a:cubicBezTo>
                  <a:cubicBezTo>
                    <a:pt x="84" y="41"/>
                    <a:pt x="72" y="45"/>
                    <a:pt x="78" y="47"/>
                  </a:cubicBezTo>
                  <a:cubicBezTo>
                    <a:pt x="84" y="48"/>
                    <a:pt x="89" y="42"/>
                    <a:pt x="91" y="48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183">
              <a:extLst>
                <a:ext uri="{FF2B5EF4-FFF2-40B4-BE49-F238E27FC236}">
                  <a16:creationId xmlns:a16="http://schemas.microsoft.com/office/drawing/2014/main" id="{70CA189E-439E-4570-8C13-A3C5A7E4D8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78866" y="2177562"/>
              <a:ext cx="97222" cy="129176"/>
            </a:xfrm>
            <a:custGeom>
              <a:avLst/>
              <a:gdLst>
                <a:gd name="T0" fmla="*/ 69 w 121"/>
                <a:gd name="T1" fmla="*/ 13 h 161"/>
                <a:gd name="T2" fmla="*/ 22 w 121"/>
                <a:gd name="T3" fmla="*/ 130 h 161"/>
                <a:gd name="T4" fmla="*/ 72 w 121"/>
                <a:gd name="T5" fmla="*/ 124 h 161"/>
                <a:gd name="T6" fmla="*/ 110 w 121"/>
                <a:gd name="T7" fmla="*/ 74 h 161"/>
                <a:gd name="T8" fmla="*/ 69 w 121"/>
                <a:gd name="T9" fmla="*/ 1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61">
                  <a:moveTo>
                    <a:pt x="69" y="13"/>
                  </a:moveTo>
                  <a:cubicBezTo>
                    <a:pt x="47" y="25"/>
                    <a:pt x="0" y="101"/>
                    <a:pt x="22" y="130"/>
                  </a:cubicBezTo>
                  <a:cubicBezTo>
                    <a:pt x="46" y="161"/>
                    <a:pt x="53" y="141"/>
                    <a:pt x="72" y="124"/>
                  </a:cubicBezTo>
                  <a:cubicBezTo>
                    <a:pt x="73" y="124"/>
                    <a:pt x="109" y="75"/>
                    <a:pt x="110" y="74"/>
                  </a:cubicBezTo>
                  <a:cubicBezTo>
                    <a:pt x="121" y="55"/>
                    <a:pt x="96" y="0"/>
                    <a:pt x="69" y="1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184">
              <a:extLst>
                <a:ext uri="{FF2B5EF4-FFF2-40B4-BE49-F238E27FC236}">
                  <a16:creationId xmlns:a16="http://schemas.microsoft.com/office/drawing/2014/main" id="{4A09D583-C21C-4A7F-84B9-1F4C5418FB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50030" y="1878418"/>
              <a:ext cx="111159" cy="84304"/>
            </a:xfrm>
            <a:custGeom>
              <a:avLst/>
              <a:gdLst>
                <a:gd name="T0" fmla="*/ 59 w 138"/>
                <a:gd name="T1" fmla="*/ 6 h 105"/>
                <a:gd name="T2" fmla="*/ 16 w 138"/>
                <a:gd name="T3" fmla="*/ 49 h 105"/>
                <a:gd name="T4" fmla="*/ 4 w 138"/>
                <a:gd name="T5" fmla="*/ 80 h 105"/>
                <a:gd name="T6" fmla="*/ 64 w 138"/>
                <a:gd name="T7" fmla="*/ 105 h 105"/>
                <a:gd name="T8" fmla="*/ 125 w 138"/>
                <a:gd name="T9" fmla="*/ 40 h 105"/>
                <a:gd name="T10" fmla="*/ 115 w 138"/>
                <a:gd name="T11" fmla="*/ 26 h 105"/>
                <a:gd name="T12" fmla="*/ 59 w 138"/>
                <a:gd name="T13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05">
                  <a:moveTo>
                    <a:pt x="59" y="6"/>
                  </a:moveTo>
                  <a:cubicBezTo>
                    <a:pt x="37" y="23"/>
                    <a:pt x="32" y="23"/>
                    <a:pt x="16" y="49"/>
                  </a:cubicBezTo>
                  <a:cubicBezTo>
                    <a:pt x="14" y="54"/>
                    <a:pt x="0" y="79"/>
                    <a:pt x="4" y="80"/>
                  </a:cubicBezTo>
                  <a:cubicBezTo>
                    <a:pt x="27" y="87"/>
                    <a:pt x="44" y="93"/>
                    <a:pt x="64" y="105"/>
                  </a:cubicBezTo>
                  <a:cubicBezTo>
                    <a:pt x="70" y="102"/>
                    <a:pt x="112" y="40"/>
                    <a:pt x="125" y="40"/>
                  </a:cubicBezTo>
                  <a:cubicBezTo>
                    <a:pt x="138" y="40"/>
                    <a:pt x="118" y="29"/>
                    <a:pt x="115" y="26"/>
                  </a:cubicBezTo>
                  <a:cubicBezTo>
                    <a:pt x="106" y="19"/>
                    <a:pt x="67" y="0"/>
                    <a:pt x="59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85">
              <a:extLst>
                <a:ext uri="{FF2B5EF4-FFF2-40B4-BE49-F238E27FC236}">
                  <a16:creationId xmlns:a16="http://schemas.microsoft.com/office/drawing/2014/main" id="{C7059D3F-B7D6-4D9F-A7F3-E8E817D10B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13997" y="1936206"/>
              <a:ext cx="53030" cy="40112"/>
            </a:xfrm>
            <a:custGeom>
              <a:avLst/>
              <a:gdLst>
                <a:gd name="T0" fmla="*/ 28 w 66"/>
                <a:gd name="T1" fmla="*/ 3 h 50"/>
                <a:gd name="T2" fmla="*/ 8 w 66"/>
                <a:gd name="T3" fmla="*/ 24 h 50"/>
                <a:gd name="T4" fmla="*/ 2 w 66"/>
                <a:gd name="T5" fmla="*/ 39 h 50"/>
                <a:gd name="T6" fmla="*/ 31 w 66"/>
                <a:gd name="T7" fmla="*/ 50 h 50"/>
                <a:gd name="T8" fmla="*/ 60 w 66"/>
                <a:gd name="T9" fmla="*/ 19 h 50"/>
                <a:gd name="T10" fmla="*/ 55 w 66"/>
                <a:gd name="T11" fmla="*/ 13 h 50"/>
                <a:gd name="T12" fmla="*/ 28 w 66"/>
                <a:gd name="T13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50">
                  <a:moveTo>
                    <a:pt x="28" y="3"/>
                  </a:moveTo>
                  <a:cubicBezTo>
                    <a:pt x="18" y="11"/>
                    <a:pt x="15" y="11"/>
                    <a:pt x="8" y="24"/>
                  </a:cubicBezTo>
                  <a:cubicBezTo>
                    <a:pt x="6" y="26"/>
                    <a:pt x="0" y="38"/>
                    <a:pt x="2" y="39"/>
                  </a:cubicBezTo>
                  <a:cubicBezTo>
                    <a:pt x="13" y="42"/>
                    <a:pt x="21" y="44"/>
                    <a:pt x="31" y="50"/>
                  </a:cubicBezTo>
                  <a:cubicBezTo>
                    <a:pt x="33" y="49"/>
                    <a:pt x="53" y="19"/>
                    <a:pt x="60" y="19"/>
                  </a:cubicBezTo>
                  <a:cubicBezTo>
                    <a:pt x="66" y="19"/>
                    <a:pt x="56" y="14"/>
                    <a:pt x="55" y="13"/>
                  </a:cubicBezTo>
                  <a:cubicBezTo>
                    <a:pt x="50" y="9"/>
                    <a:pt x="32" y="0"/>
                    <a:pt x="28" y="3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87">
              <a:extLst>
                <a:ext uri="{FF2B5EF4-FFF2-40B4-BE49-F238E27FC236}">
                  <a16:creationId xmlns:a16="http://schemas.microsoft.com/office/drawing/2014/main" id="{CE6E4310-636F-4107-87CB-0D0B3F9CE8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02099" y="1223020"/>
              <a:ext cx="881115" cy="671375"/>
            </a:xfrm>
            <a:custGeom>
              <a:avLst/>
              <a:gdLst>
                <a:gd name="T0" fmla="*/ 861 w 1096"/>
                <a:gd name="T1" fmla="*/ 787 h 835"/>
                <a:gd name="T2" fmla="*/ 428 w 1096"/>
                <a:gd name="T3" fmla="*/ 818 h 835"/>
                <a:gd name="T4" fmla="*/ 689 w 1096"/>
                <a:gd name="T5" fmla="*/ 138 h 835"/>
                <a:gd name="T6" fmla="*/ 861 w 1096"/>
                <a:gd name="T7" fmla="*/ 787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6" h="835">
                  <a:moveTo>
                    <a:pt x="861" y="787"/>
                  </a:moveTo>
                  <a:cubicBezTo>
                    <a:pt x="825" y="815"/>
                    <a:pt x="493" y="835"/>
                    <a:pt x="428" y="818"/>
                  </a:cubicBezTo>
                  <a:cubicBezTo>
                    <a:pt x="0" y="678"/>
                    <a:pt x="183" y="0"/>
                    <a:pt x="689" y="138"/>
                  </a:cubicBezTo>
                  <a:cubicBezTo>
                    <a:pt x="1027" y="231"/>
                    <a:pt x="1096" y="608"/>
                    <a:pt x="861" y="7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88">
              <a:extLst>
                <a:ext uri="{FF2B5EF4-FFF2-40B4-BE49-F238E27FC236}">
                  <a16:creationId xmlns:a16="http://schemas.microsoft.com/office/drawing/2014/main" id="{3E5F7F12-915A-4107-B68D-3A5896E5E7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62948" y="1268911"/>
              <a:ext cx="814828" cy="633641"/>
            </a:xfrm>
            <a:custGeom>
              <a:avLst/>
              <a:gdLst>
                <a:gd name="T0" fmla="*/ 795 w 1013"/>
                <a:gd name="T1" fmla="*/ 741 h 788"/>
                <a:gd name="T2" fmla="*/ 398 w 1013"/>
                <a:gd name="T3" fmla="*/ 772 h 788"/>
                <a:gd name="T4" fmla="*/ 635 w 1013"/>
                <a:gd name="T5" fmla="*/ 128 h 788"/>
                <a:gd name="T6" fmla="*/ 795 w 1013"/>
                <a:gd name="T7" fmla="*/ 74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3" h="788">
                  <a:moveTo>
                    <a:pt x="795" y="741"/>
                  </a:moveTo>
                  <a:cubicBezTo>
                    <a:pt x="762" y="767"/>
                    <a:pt x="458" y="788"/>
                    <a:pt x="398" y="772"/>
                  </a:cubicBezTo>
                  <a:cubicBezTo>
                    <a:pt x="0" y="641"/>
                    <a:pt x="166" y="0"/>
                    <a:pt x="635" y="128"/>
                  </a:cubicBezTo>
                  <a:cubicBezTo>
                    <a:pt x="949" y="214"/>
                    <a:pt x="1013" y="575"/>
                    <a:pt x="795" y="741"/>
                  </a:cubicBezTo>
                  <a:close/>
                </a:path>
              </a:pathLst>
            </a:custGeom>
            <a:solidFill>
              <a:srgbClr val="E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89">
              <a:extLst>
                <a:ext uri="{FF2B5EF4-FFF2-40B4-BE49-F238E27FC236}">
                  <a16:creationId xmlns:a16="http://schemas.microsoft.com/office/drawing/2014/main" id="{32B0E2C8-28E3-46CD-A330-2D47CA41FA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90482" y="1300865"/>
              <a:ext cx="764857" cy="592849"/>
            </a:xfrm>
            <a:custGeom>
              <a:avLst/>
              <a:gdLst>
                <a:gd name="T0" fmla="*/ 377 w 951"/>
                <a:gd name="T1" fmla="*/ 714 h 737"/>
                <a:gd name="T2" fmla="*/ 758 w 951"/>
                <a:gd name="T3" fmla="*/ 691 h 737"/>
                <a:gd name="T4" fmla="*/ 594 w 951"/>
                <a:gd name="T5" fmla="*/ 118 h 737"/>
                <a:gd name="T6" fmla="*/ 339 w 951"/>
                <a:gd name="T7" fmla="*/ 719 h 737"/>
                <a:gd name="T8" fmla="*/ 377 w 951"/>
                <a:gd name="T9" fmla="*/ 71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1" h="737">
                  <a:moveTo>
                    <a:pt x="377" y="714"/>
                  </a:moveTo>
                  <a:cubicBezTo>
                    <a:pt x="503" y="737"/>
                    <a:pt x="632" y="703"/>
                    <a:pt x="758" y="691"/>
                  </a:cubicBezTo>
                  <a:cubicBezTo>
                    <a:pt x="951" y="529"/>
                    <a:pt x="887" y="198"/>
                    <a:pt x="594" y="118"/>
                  </a:cubicBezTo>
                  <a:cubicBezTo>
                    <a:pt x="160" y="0"/>
                    <a:pt x="0" y="572"/>
                    <a:pt x="339" y="719"/>
                  </a:cubicBezTo>
                  <a:cubicBezTo>
                    <a:pt x="350" y="713"/>
                    <a:pt x="363" y="711"/>
                    <a:pt x="377" y="714"/>
                  </a:cubicBezTo>
                  <a:close/>
                </a:path>
              </a:pathLst>
            </a:cu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90">
              <a:extLst>
                <a:ext uri="{FF2B5EF4-FFF2-40B4-BE49-F238E27FC236}">
                  <a16:creationId xmlns:a16="http://schemas.microsoft.com/office/drawing/2014/main" id="{B6E90595-32BA-4E5C-B768-717716FAF52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62889" y="1419843"/>
              <a:ext cx="592509" cy="458575"/>
            </a:xfrm>
            <a:custGeom>
              <a:avLst/>
              <a:gdLst>
                <a:gd name="T0" fmla="*/ 244 w 737"/>
                <a:gd name="T1" fmla="*/ 559 h 570"/>
                <a:gd name="T2" fmla="*/ 632 w 737"/>
                <a:gd name="T3" fmla="*/ 544 h 570"/>
                <a:gd name="T4" fmla="*/ 683 w 737"/>
                <a:gd name="T5" fmla="*/ 492 h 570"/>
                <a:gd name="T6" fmla="*/ 687 w 737"/>
                <a:gd name="T7" fmla="*/ 475 h 570"/>
                <a:gd name="T8" fmla="*/ 430 w 737"/>
                <a:gd name="T9" fmla="*/ 38 h 570"/>
                <a:gd name="T10" fmla="*/ 53 w 737"/>
                <a:gd name="T11" fmla="*/ 170 h 570"/>
                <a:gd name="T12" fmla="*/ 212 w 737"/>
                <a:gd name="T13" fmla="*/ 570 h 570"/>
                <a:gd name="T14" fmla="*/ 244 w 737"/>
                <a:gd name="T15" fmla="*/ 559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570">
                  <a:moveTo>
                    <a:pt x="244" y="559"/>
                  </a:moveTo>
                  <a:cubicBezTo>
                    <a:pt x="374" y="563"/>
                    <a:pt x="503" y="550"/>
                    <a:pt x="632" y="544"/>
                  </a:cubicBezTo>
                  <a:cubicBezTo>
                    <a:pt x="651" y="529"/>
                    <a:pt x="668" y="511"/>
                    <a:pt x="683" y="492"/>
                  </a:cubicBezTo>
                  <a:cubicBezTo>
                    <a:pt x="684" y="486"/>
                    <a:pt x="686" y="481"/>
                    <a:pt x="687" y="475"/>
                  </a:cubicBezTo>
                  <a:cubicBezTo>
                    <a:pt x="737" y="283"/>
                    <a:pt x="622" y="87"/>
                    <a:pt x="430" y="38"/>
                  </a:cubicBezTo>
                  <a:cubicBezTo>
                    <a:pt x="285" y="0"/>
                    <a:pt x="138" y="57"/>
                    <a:pt x="53" y="170"/>
                  </a:cubicBezTo>
                  <a:cubicBezTo>
                    <a:pt x="0" y="316"/>
                    <a:pt x="44" y="496"/>
                    <a:pt x="212" y="570"/>
                  </a:cubicBezTo>
                  <a:cubicBezTo>
                    <a:pt x="221" y="563"/>
                    <a:pt x="232" y="558"/>
                    <a:pt x="244" y="55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91">
              <a:extLst>
                <a:ext uri="{FF2B5EF4-FFF2-40B4-BE49-F238E27FC236}">
                  <a16:creationId xmlns:a16="http://schemas.microsoft.com/office/drawing/2014/main" id="{0F8FBC59-9FBD-47C2-82F4-D46503DD69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02321" y="1538821"/>
              <a:ext cx="59489" cy="58129"/>
            </a:xfrm>
            <a:custGeom>
              <a:avLst/>
              <a:gdLst>
                <a:gd name="T0" fmla="*/ 45 w 74"/>
                <a:gd name="T1" fmla="*/ 5 h 72"/>
                <a:gd name="T2" fmla="*/ 69 w 74"/>
                <a:gd name="T3" fmla="*/ 44 h 72"/>
                <a:gd name="T4" fmla="*/ 28 w 74"/>
                <a:gd name="T5" fmla="*/ 67 h 72"/>
                <a:gd name="T6" fmla="*/ 4 w 74"/>
                <a:gd name="T7" fmla="*/ 28 h 72"/>
                <a:gd name="T8" fmla="*/ 45 w 74"/>
                <a:gd name="T9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72">
                  <a:moveTo>
                    <a:pt x="45" y="5"/>
                  </a:moveTo>
                  <a:cubicBezTo>
                    <a:pt x="63" y="9"/>
                    <a:pt x="74" y="27"/>
                    <a:pt x="69" y="44"/>
                  </a:cubicBezTo>
                  <a:cubicBezTo>
                    <a:pt x="65" y="62"/>
                    <a:pt x="46" y="72"/>
                    <a:pt x="28" y="67"/>
                  </a:cubicBezTo>
                  <a:cubicBezTo>
                    <a:pt x="10" y="63"/>
                    <a:pt x="0" y="45"/>
                    <a:pt x="4" y="28"/>
                  </a:cubicBezTo>
                  <a:cubicBezTo>
                    <a:pt x="9" y="10"/>
                    <a:pt x="27" y="0"/>
                    <a:pt x="45" y="5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92">
              <a:extLst>
                <a:ext uri="{FF2B5EF4-FFF2-40B4-BE49-F238E27FC236}">
                  <a16:creationId xmlns:a16="http://schemas.microsoft.com/office/drawing/2014/main" id="{902DCDDB-B922-4C72-AAE4-4D9BA091DF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71727" y="1620066"/>
              <a:ext cx="79545" cy="77166"/>
            </a:xfrm>
            <a:custGeom>
              <a:avLst/>
              <a:gdLst>
                <a:gd name="T0" fmla="*/ 61 w 99"/>
                <a:gd name="T1" fmla="*/ 6 h 96"/>
                <a:gd name="T2" fmla="*/ 93 w 99"/>
                <a:gd name="T3" fmla="*/ 60 h 96"/>
                <a:gd name="T4" fmla="*/ 39 w 99"/>
                <a:gd name="T5" fmla="*/ 90 h 96"/>
                <a:gd name="T6" fmla="*/ 6 w 99"/>
                <a:gd name="T7" fmla="*/ 37 h 96"/>
                <a:gd name="T8" fmla="*/ 61 w 99"/>
                <a:gd name="T9" fmla="*/ 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96">
                  <a:moveTo>
                    <a:pt x="61" y="6"/>
                  </a:moveTo>
                  <a:cubicBezTo>
                    <a:pt x="85" y="13"/>
                    <a:pt x="99" y="36"/>
                    <a:pt x="93" y="60"/>
                  </a:cubicBezTo>
                  <a:cubicBezTo>
                    <a:pt x="87" y="83"/>
                    <a:pt x="63" y="96"/>
                    <a:pt x="39" y="90"/>
                  </a:cubicBezTo>
                  <a:cubicBezTo>
                    <a:pt x="15" y="84"/>
                    <a:pt x="0" y="60"/>
                    <a:pt x="6" y="37"/>
                  </a:cubicBezTo>
                  <a:cubicBezTo>
                    <a:pt x="12" y="14"/>
                    <a:pt x="37" y="0"/>
                    <a:pt x="61" y="6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93">
              <a:extLst>
                <a:ext uri="{FF2B5EF4-FFF2-40B4-BE49-F238E27FC236}">
                  <a16:creationId xmlns:a16="http://schemas.microsoft.com/office/drawing/2014/main" id="{470C7118-D814-47C1-8AF6-7FB7B12418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662936" y="1570435"/>
              <a:ext cx="35353" cy="33654"/>
            </a:xfrm>
            <a:custGeom>
              <a:avLst/>
              <a:gdLst>
                <a:gd name="T0" fmla="*/ 27 w 44"/>
                <a:gd name="T1" fmla="*/ 3 h 42"/>
                <a:gd name="T2" fmla="*/ 41 w 44"/>
                <a:gd name="T3" fmla="*/ 26 h 42"/>
                <a:gd name="T4" fmla="*/ 17 w 44"/>
                <a:gd name="T5" fmla="*/ 40 h 42"/>
                <a:gd name="T6" fmla="*/ 3 w 44"/>
                <a:gd name="T7" fmla="*/ 16 h 42"/>
                <a:gd name="T8" fmla="*/ 27 w 44"/>
                <a:gd name="T9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2">
                  <a:moveTo>
                    <a:pt x="27" y="3"/>
                  </a:moveTo>
                  <a:cubicBezTo>
                    <a:pt x="37" y="6"/>
                    <a:pt x="44" y="16"/>
                    <a:pt x="41" y="26"/>
                  </a:cubicBezTo>
                  <a:cubicBezTo>
                    <a:pt x="39" y="36"/>
                    <a:pt x="28" y="42"/>
                    <a:pt x="17" y="40"/>
                  </a:cubicBezTo>
                  <a:cubicBezTo>
                    <a:pt x="7" y="37"/>
                    <a:pt x="0" y="27"/>
                    <a:pt x="3" y="16"/>
                  </a:cubicBezTo>
                  <a:cubicBezTo>
                    <a:pt x="6" y="6"/>
                    <a:pt x="16" y="0"/>
                    <a:pt x="27" y="3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94">
              <a:extLst>
                <a:ext uri="{FF2B5EF4-FFF2-40B4-BE49-F238E27FC236}">
                  <a16:creationId xmlns:a16="http://schemas.microsoft.com/office/drawing/2014/main" id="{00E16DB9-6AA6-4CE9-91B1-DB02404DB5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2918" y="1832526"/>
              <a:ext cx="541179" cy="61868"/>
            </a:xfrm>
            <a:custGeom>
              <a:avLst/>
              <a:gdLst>
                <a:gd name="T0" fmla="*/ 89 w 673"/>
                <a:gd name="T1" fmla="*/ 36 h 77"/>
                <a:gd name="T2" fmla="*/ 78 w 673"/>
                <a:gd name="T3" fmla="*/ 69 h 77"/>
                <a:gd name="T4" fmla="*/ 352 w 673"/>
                <a:gd name="T5" fmla="*/ 69 h 77"/>
                <a:gd name="T6" fmla="*/ 600 w 673"/>
                <a:gd name="T7" fmla="*/ 46 h 77"/>
                <a:gd name="T8" fmla="*/ 547 w 673"/>
                <a:gd name="T9" fmla="*/ 5 h 77"/>
                <a:gd name="T10" fmla="*/ 363 w 673"/>
                <a:gd name="T11" fmla="*/ 26 h 77"/>
                <a:gd name="T12" fmla="*/ 89 w 673"/>
                <a:gd name="T13" fmla="*/ 3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3" h="77">
                  <a:moveTo>
                    <a:pt x="89" y="36"/>
                  </a:moveTo>
                  <a:cubicBezTo>
                    <a:pt x="52" y="25"/>
                    <a:pt x="0" y="58"/>
                    <a:pt x="78" y="69"/>
                  </a:cubicBezTo>
                  <a:cubicBezTo>
                    <a:pt x="144" y="77"/>
                    <a:pt x="293" y="76"/>
                    <a:pt x="352" y="69"/>
                  </a:cubicBezTo>
                  <a:cubicBezTo>
                    <a:pt x="435" y="59"/>
                    <a:pt x="519" y="61"/>
                    <a:pt x="600" y="46"/>
                  </a:cubicBezTo>
                  <a:cubicBezTo>
                    <a:pt x="673" y="33"/>
                    <a:pt x="585" y="0"/>
                    <a:pt x="547" y="5"/>
                  </a:cubicBezTo>
                  <a:cubicBezTo>
                    <a:pt x="486" y="15"/>
                    <a:pt x="423" y="22"/>
                    <a:pt x="363" y="26"/>
                  </a:cubicBezTo>
                  <a:cubicBezTo>
                    <a:pt x="320" y="29"/>
                    <a:pt x="225" y="38"/>
                    <a:pt x="89" y="36"/>
                  </a:cubicBezTo>
                  <a:close/>
                </a:path>
              </a:pathLst>
            </a:custGeom>
            <a:solidFill>
              <a:srgbClr val="81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195">
              <a:extLst>
                <a:ext uri="{FF2B5EF4-FFF2-40B4-BE49-F238E27FC236}">
                  <a16:creationId xmlns:a16="http://schemas.microsoft.com/office/drawing/2014/main" id="{E396170B-806D-41DC-8592-CB4D060B5A1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2918" y="1850883"/>
              <a:ext cx="541179" cy="43512"/>
            </a:xfrm>
            <a:custGeom>
              <a:avLst/>
              <a:gdLst>
                <a:gd name="T0" fmla="*/ 82 w 673"/>
                <a:gd name="T1" fmla="*/ 29 h 54"/>
                <a:gd name="T2" fmla="*/ 78 w 673"/>
                <a:gd name="T3" fmla="*/ 46 h 54"/>
                <a:gd name="T4" fmla="*/ 352 w 673"/>
                <a:gd name="T5" fmla="*/ 46 h 54"/>
                <a:gd name="T6" fmla="*/ 600 w 673"/>
                <a:gd name="T7" fmla="*/ 23 h 54"/>
                <a:gd name="T8" fmla="*/ 552 w 673"/>
                <a:gd name="T9" fmla="*/ 6 h 54"/>
                <a:gd name="T10" fmla="*/ 369 w 673"/>
                <a:gd name="T11" fmla="*/ 23 h 54"/>
                <a:gd name="T12" fmla="*/ 82 w 673"/>
                <a:gd name="T1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3" h="54">
                  <a:moveTo>
                    <a:pt x="82" y="29"/>
                  </a:moveTo>
                  <a:cubicBezTo>
                    <a:pt x="46" y="18"/>
                    <a:pt x="0" y="35"/>
                    <a:pt x="78" y="46"/>
                  </a:cubicBezTo>
                  <a:cubicBezTo>
                    <a:pt x="144" y="54"/>
                    <a:pt x="293" y="53"/>
                    <a:pt x="352" y="46"/>
                  </a:cubicBezTo>
                  <a:cubicBezTo>
                    <a:pt x="435" y="36"/>
                    <a:pt x="519" y="38"/>
                    <a:pt x="600" y="23"/>
                  </a:cubicBezTo>
                  <a:cubicBezTo>
                    <a:pt x="673" y="10"/>
                    <a:pt x="590" y="0"/>
                    <a:pt x="552" y="6"/>
                  </a:cubicBezTo>
                  <a:cubicBezTo>
                    <a:pt x="492" y="15"/>
                    <a:pt x="428" y="19"/>
                    <a:pt x="369" y="23"/>
                  </a:cubicBezTo>
                  <a:cubicBezTo>
                    <a:pt x="326" y="26"/>
                    <a:pt x="218" y="30"/>
                    <a:pt x="82" y="2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196">
              <a:extLst>
                <a:ext uri="{FF2B5EF4-FFF2-40B4-BE49-F238E27FC236}">
                  <a16:creationId xmlns:a16="http://schemas.microsoft.com/office/drawing/2014/main" id="{54FCE94A-B1D5-4BFD-8EB2-95A0D7A745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77166" y="2754774"/>
              <a:ext cx="391607" cy="253933"/>
            </a:xfrm>
            <a:custGeom>
              <a:avLst/>
              <a:gdLst>
                <a:gd name="T0" fmla="*/ 173 w 487"/>
                <a:gd name="T1" fmla="*/ 9 h 316"/>
                <a:gd name="T2" fmla="*/ 166 w 487"/>
                <a:gd name="T3" fmla="*/ 168 h 316"/>
                <a:gd name="T4" fmla="*/ 32 w 487"/>
                <a:gd name="T5" fmla="*/ 289 h 316"/>
                <a:gd name="T6" fmla="*/ 465 w 487"/>
                <a:gd name="T7" fmla="*/ 298 h 316"/>
                <a:gd name="T8" fmla="*/ 485 w 487"/>
                <a:gd name="T9" fmla="*/ 76 h 316"/>
                <a:gd name="T10" fmla="*/ 487 w 487"/>
                <a:gd name="T11" fmla="*/ 10 h 316"/>
                <a:gd name="T12" fmla="*/ 487 w 487"/>
                <a:gd name="T13" fmla="*/ 0 h 316"/>
                <a:gd name="T14" fmla="*/ 173 w 487"/>
                <a:gd name="T15" fmla="*/ 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7" h="316">
                  <a:moveTo>
                    <a:pt x="173" y="9"/>
                  </a:moveTo>
                  <a:cubicBezTo>
                    <a:pt x="172" y="114"/>
                    <a:pt x="170" y="168"/>
                    <a:pt x="166" y="168"/>
                  </a:cubicBezTo>
                  <a:cubicBezTo>
                    <a:pt x="131" y="168"/>
                    <a:pt x="0" y="225"/>
                    <a:pt x="32" y="289"/>
                  </a:cubicBezTo>
                  <a:cubicBezTo>
                    <a:pt x="42" y="309"/>
                    <a:pt x="458" y="316"/>
                    <a:pt x="465" y="298"/>
                  </a:cubicBezTo>
                  <a:cubicBezTo>
                    <a:pt x="474" y="268"/>
                    <a:pt x="486" y="160"/>
                    <a:pt x="485" y="76"/>
                  </a:cubicBezTo>
                  <a:cubicBezTo>
                    <a:pt x="485" y="57"/>
                    <a:pt x="487" y="23"/>
                    <a:pt x="487" y="10"/>
                  </a:cubicBezTo>
                  <a:cubicBezTo>
                    <a:pt x="487" y="7"/>
                    <a:pt x="487" y="3"/>
                    <a:pt x="487" y="0"/>
                  </a:cubicBezTo>
                  <a:cubicBezTo>
                    <a:pt x="397" y="42"/>
                    <a:pt x="280" y="42"/>
                    <a:pt x="173" y="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197">
              <a:extLst>
                <a:ext uri="{FF2B5EF4-FFF2-40B4-BE49-F238E27FC236}">
                  <a16:creationId xmlns:a16="http://schemas.microsoft.com/office/drawing/2014/main" id="{93A46E29-B238-4C55-8600-4F3FFCA656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1854" y="1556838"/>
              <a:ext cx="29574" cy="1401218"/>
            </a:xfrm>
            <a:custGeom>
              <a:avLst/>
              <a:gdLst>
                <a:gd name="T0" fmla="*/ 0 w 37"/>
                <a:gd name="T1" fmla="*/ 0 h 1743"/>
                <a:gd name="T2" fmla="*/ 37 w 37"/>
                <a:gd name="T3" fmla="*/ 0 h 1743"/>
                <a:gd name="T4" fmla="*/ 37 w 37"/>
                <a:gd name="T5" fmla="*/ 1731 h 1743"/>
                <a:gd name="T6" fmla="*/ 0 w 37"/>
                <a:gd name="T7" fmla="*/ 1731 h 1743"/>
                <a:gd name="T8" fmla="*/ 0 w 37"/>
                <a:gd name="T9" fmla="*/ 0 h 1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743">
                  <a:moveTo>
                    <a:pt x="0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525"/>
                    <a:pt x="37" y="1205"/>
                    <a:pt x="37" y="1731"/>
                  </a:cubicBezTo>
                  <a:cubicBezTo>
                    <a:pt x="36" y="1743"/>
                    <a:pt x="0" y="1743"/>
                    <a:pt x="0" y="173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198">
              <a:extLst>
                <a:ext uri="{FF2B5EF4-FFF2-40B4-BE49-F238E27FC236}">
                  <a16:creationId xmlns:a16="http://schemas.microsoft.com/office/drawing/2014/main" id="{B95DAD7D-7C15-400B-BA6F-E7B05CE218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1854" y="1556838"/>
              <a:ext cx="15977" cy="1401218"/>
            </a:xfrm>
            <a:custGeom>
              <a:avLst/>
              <a:gdLst>
                <a:gd name="T0" fmla="*/ 0 w 20"/>
                <a:gd name="T1" fmla="*/ 0 h 1743"/>
                <a:gd name="T2" fmla="*/ 20 w 20"/>
                <a:gd name="T3" fmla="*/ 0 h 1743"/>
                <a:gd name="T4" fmla="*/ 20 w 20"/>
                <a:gd name="T5" fmla="*/ 1731 h 1743"/>
                <a:gd name="T6" fmla="*/ 0 w 20"/>
                <a:gd name="T7" fmla="*/ 1731 h 1743"/>
                <a:gd name="T8" fmla="*/ 0 w 20"/>
                <a:gd name="T9" fmla="*/ 0 h 1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43">
                  <a:moveTo>
                    <a:pt x="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525"/>
                    <a:pt x="20" y="1205"/>
                    <a:pt x="20" y="1731"/>
                  </a:cubicBezTo>
                  <a:cubicBezTo>
                    <a:pt x="19" y="1743"/>
                    <a:pt x="0" y="1743"/>
                    <a:pt x="0" y="173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9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199">
              <a:extLst>
                <a:ext uri="{FF2B5EF4-FFF2-40B4-BE49-F238E27FC236}">
                  <a16:creationId xmlns:a16="http://schemas.microsoft.com/office/drawing/2014/main" id="{86E9DFD2-1C7B-457A-9674-725FFBEAC4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60778" y="1475593"/>
              <a:ext cx="71727" cy="105041"/>
            </a:xfrm>
            <a:custGeom>
              <a:avLst/>
              <a:gdLst>
                <a:gd name="T0" fmla="*/ 104 w 211"/>
                <a:gd name="T1" fmla="*/ 0 h 309"/>
                <a:gd name="T2" fmla="*/ 0 w 211"/>
                <a:gd name="T3" fmla="*/ 182 h 309"/>
                <a:gd name="T4" fmla="*/ 57 w 211"/>
                <a:gd name="T5" fmla="*/ 309 h 309"/>
                <a:gd name="T6" fmla="*/ 161 w 211"/>
                <a:gd name="T7" fmla="*/ 309 h 309"/>
                <a:gd name="T8" fmla="*/ 211 w 211"/>
                <a:gd name="T9" fmla="*/ 182 h 309"/>
                <a:gd name="T10" fmla="*/ 104 w 211"/>
                <a:gd name="T11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1" h="309">
                  <a:moveTo>
                    <a:pt x="104" y="0"/>
                  </a:moveTo>
                  <a:lnTo>
                    <a:pt x="0" y="182"/>
                  </a:lnTo>
                  <a:lnTo>
                    <a:pt x="57" y="309"/>
                  </a:lnTo>
                  <a:lnTo>
                    <a:pt x="161" y="309"/>
                  </a:lnTo>
                  <a:lnTo>
                    <a:pt x="211" y="182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737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200">
              <a:extLst>
                <a:ext uri="{FF2B5EF4-FFF2-40B4-BE49-F238E27FC236}">
                  <a16:creationId xmlns:a16="http://schemas.microsoft.com/office/drawing/2014/main" id="{5971DEAB-6AEB-439C-A6D1-3D67F84C57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73696" y="1485111"/>
              <a:ext cx="50651" cy="74106"/>
            </a:xfrm>
            <a:custGeom>
              <a:avLst/>
              <a:gdLst>
                <a:gd name="T0" fmla="*/ 76 w 149"/>
                <a:gd name="T1" fmla="*/ 0 h 218"/>
                <a:gd name="T2" fmla="*/ 0 w 149"/>
                <a:gd name="T3" fmla="*/ 128 h 218"/>
                <a:gd name="T4" fmla="*/ 40 w 149"/>
                <a:gd name="T5" fmla="*/ 218 h 218"/>
                <a:gd name="T6" fmla="*/ 114 w 149"/>
                <a:gd name="T7" fmla="*/ 218 h 218"/>
                <a:gd name="T8" fmla="*/ 149 w 149"/>
                <a:gd name="T9" fmla="*/ 128 h 218"/>
                <a:gd name="T10" fmla="*/ 76 w 149"/>
                <a:gd name="T11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18">
                  <a:moveTo>
                    <a:pt x="76" y="0"/>
                  </a:moveTo>
                  <a:lnTo>
                    <a:pt x="0" y="128"/>
                  </a:lnTo>
                  <a:lnTo>
                    <a:pt x="40" y="218"/>
                  </a:lnTo>
                  <a:lnTo>
                    <a:pt x="114" y="218"/>
                  </a:lnTo>
                  <a:lnTo>
                    <a:pt x="149" y="12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201">
              <a:extLst>
                <a:ext uri="{FF2B5EF4-FFF2-40B4-BE49-F238E27FC236}">
                  <a16:creationId xmlns:a16="http://schemas.microsoft.com/office/drawing/2014/main" id="{45F4631E-D87C-4904-A0D2-35340D9973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214" y="1490890"/>
              <a:ext cx="33994" cy="48951"/>
            </a:xfrm>
            <a:custGeom>
              <a:avLst/>
              <a:gdLst>
                <a:gd name="T0" fmla="*/ 50 w 100"/>
                <a:gd name="T1" fmla="*/ 0 h 144"/>
                <a:gd name="T2" fmla="*/ 0 w 100"/>
                <a:gd name="T3" fmla="*/ 85 h 144"/>
                <a:gd name="T4" fmla="*/ 26 w 100"/>
                <a:gd name="T5" fmla="*/ 144 h 144"/>
                <a:gd name="T6" fmla="*/ 76 w 100"/>
                <a:gd name="T7" fmla="*/ 144 h 144"/>
                <a:gd name="T8" fmla="*/ 100 w 100"/>
                <a:gd name="T9" fmla="*/ 85 h 144"/>
                <a:gd name="T10" fmla="*/ 50 w 100"/>
                <a:gd name="T1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44">
                  <a:moveTo>
                    <a:pt x="50" y="0"/>
                  </a:moveTo>
                  <a:lnTo>
                    <a:pt x="0" y="85"/>
                  </a:lnTo>
                  <a:lnTo>
                    <a:pt x="26" y="144"/>
                  </a:lnTo>
                  <a:lnTo>
                    <a:pt x="76" y="144"/>
                  </a:lnTo>
                  <a:lnTo>
                    <a:pt x="100" y="8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202">
              <a:extLst>
                <a:ext uri="{FF2B5EF4-FFF2-40B4-BE49-F238E27FC236}">
                  <a16:creationId xmlns:a16="http://schemas.microsoft.com/office/drawing/2014/main" id="{1DF68FA2-A3F3-4849-94E6-123EBE61D3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7293" y="1551059"/>
              <a:ext cx="666616" cy="565314"/>
            </a:xfrm>
            <a:custGeom>
              <a:avLst/>
              <a:gdLst>
                <a:gd name="T0" fmla="*/ 826 w 829"/>
                <a:gd name="T1" fmla="*/ 76 h 703"/>
                <a:gd name="T2" fmla="*/ 605 w 829"/>
                <a:gd name="T3" fmla="*/ 37 h 703"/>
                <a:gd name="T4" fmla="*/ 0 w 829"/>
                <a:gd name="T5" fmla="*/ 101 h 703"/>
                <a:gd name="T6" fmla="*/ 0 w 829"/>
                <a:gd name="T7" fmla="*/ 681 h 703"/>
                <a:gd name="T8" fmla="*/ 571 w 829"/>
                <a:gd name="T9" fmla="*/ 590 h 703"/>
                <a:gd name="T10" fmla="*/ 826 w 829"/>
                <a:gd name="T11" fmla="*/ 593 h 703"/>
                <a:gd name="T12" fmla="*/ 826 w 829"/>
                <a:gd name="T13" fmla="*/ 76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9" h="703">
                  <a:moveTo>
                    <a:pt x="826" y="76"/>
                  </a:moveTo>
                  <a:cubicBezTo>
                    <a:pt x="826" y="76"/>
                    <a:pt x="829" y="0"/>
                    <a:pt x="605" y="37"/>
                  </a:cubicBezTo>
                  <a:cubicBezTo>
                    <a:pt x="381" y="75"/>
                    <a:pt x="256" y="164"/>
                    <a:pt x="0" y="101"/>
                  </a:cubicBezTo>
                  <a:cubicBezTo>
                    <a:pt x="0" y="681"/>
                    <a:pt x="0" y="681"/>
                    <a:pt x="0" y="681"/>
                  </a:cubicBezTo>
                  <a:cubicBezTo>
                    <a:pt x="0" y="681"/>
                    <a:pt x="375" y="703"/>
                    <a:pt x="571" y="590"/>
                  </a:cubicBezTo>
                  <a:cubicBezTo>
                    <a:pt x="571" y="590"/>
                    <a:pt x="704" y="522"/>
                    <a:pt x="826" y="593"/>
                  </a:cubicBezTo>
                  <a:lnTo>
                    <a:pt x="826" y="7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203">
              <a:extLst>
                <a:ext uri="{FF2B5EF4-FFF2-40B4-BE49-F238E27FC236}">
                  <a16:creationId xmlns:a16="http://schemas.microsoft.com/office/drawing/2014/main" id="{C6A8337F-4DB3-4830-B73A-F4C00FED93A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76755" y="2030369"/>
              <a:ext cx="98921" cy="74786"/>
            </a:xfrm>
            <a:custGeom>
              <a:avLst/>
              <a:gdLst>
                <a:gd name="T0" fmla="*/ 100 w 123"/>
                <a:gd name="T1" fmla="*/ 29 h 93"/>
                <a:gd name="T2" fmla="*/ 19 w 123"/>
                <a:gd name="T3" fmla="*/ 33 h 93"/>
                <a:gd name="T4" fmla="*/ 36 w 123"/>
                <a:gd name="T5" fmla="*/ 88 h 93"/>
                <a:gd name="T6" fmla="*/ 60 w 123"/>
                <a:gd name="T7" fmla="*/ 91 h 93"/>
                <a:gd name="T8" fmla="*/ 100 w 123"/>
                <a:gd name="T9" fmla="*/ 2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3">
                  <a:moveTo>
                    <a:pt x="100" y="29"/>
                  </a:moveTo>
                  <a:cubicBezTo>
                    <a:pt x="80" y="13"/>
                    <a:pt x="37" y="0"/>
                    <a:pt x="19" y="33"/>
                  </a:cubicBezTo>
                  <a:cubicBezTo>
                    <a:pt x="0" y="67"/>
                    <a:pt x="12" y="77"/>
                    <a:pt x="36" y="88"/>
                  </a:cubicBezTo>
                  <a:cubicBezTo>
                    <a:pt x="36" y="88"/>
                    <a:pt x="59" y="90"/>
                    <a:pt x="60" y="91"/>
                  </a:cubicBezTo>
                  <a:cubicBezTo>
                    <a:pt x="82" y="93"/>
                    <a:pt x="123" y="48"/>
                    <a:pt x="100" y="29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204">
              <a:extLst>
                <a:ext uri="{FF2B5EF4-FFF2-40B4-BE49-F238E27FC236}">
                  <a16:creationId xmlns:a16="http://schemas.microsoft.com/office/drawing/2014/main" id="{B80333C4-919D-47C2-B5AE-F2D01B8A25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214" y="2081700"/>
              <a:ext cx="96542" cy="73087"/>
            </a:xfrm>
            <a:custGeom>
              <a:avLst/>
              <a:gdLst>
                <a:gd name="T0" fmla="*/ 92 w 120"/>
                <a:gd name="T1" fmla="*/ 9 h 91"/>
                <a:gd name="T2" fmla="*/ 8 w 120"/>
                <a:gd name="T3" fmla="*/ 38 h 91"/>
                <a:gd name="T4" fmla="*/ 49 w 120"/>
                <a:gd name="T5" fmla="*/ 91 h 91"/>
                <a:gd name="T6" fmla="*/ 73 w 120"/>
                <a:gd name="T7" fmla="*/ 80 h 91"/>
                <a:gd name="T8" fmla="*/ 92 w 120"/>
                <a:gd name="T9" fmla="*/ 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91">
                  <a:moveTo>
                    <a:pt x="92" y="9"/>
                  </a:moveTo>
                  <a:cubicBezTo>
                    <a:pt x="69" y="0"/>
                    <a:pt x="15" y="2"/>
                    <a:pt x="8" y="38"/>
                  </a:cubicBezTo>
                  <a:cubicBezTo>
                    <a:pt x="0" y="76"/>
                    <a:pt x="23" y="88"/>
                    <a:pt x="49" y="91"/>
                  </a:cubicBezTo>
                  <a:cubicBezTo>
                    <a:pt x="49" y="91"/>
                    <a:pt x="72" y="80"/>
                    <a:pt x="73" y="80"/>
                  </a:cubicBezTo>
                  <a:cubicBezTo>
                    <a:pt x="95" y="76"/>
                    <a:pt x="120" y="20"/>
                    <a:pt x="92" y="9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205">
              <a:extLst>
                <a:ext uri="{FF2B5EF4-FFF2-40B4-BE49-F238E27FC236}">
                  <a16:creationId xmlns:a16="http://schemas.microsoft.com/office/drawing/2014/main" id="{E1837215-B562-4B8D-BA21-F6F4A2E7D7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74376" y="2144588"/>
              <a:ext cx="111159" cy="64928"/>
            </a:xfrm>
            <a:custGeom>
              <a:avLst/>
              <a:gdLst>
                <a:gd name="T0" fmla="*/ 111 w 138"/>
                <a:gd name="T1" fmla="*/ 69 h 81"/>
                <a:gd name="T2" fmla="*/ 12 w 138"/>
                <a:gd name="T3" fmla="*/ 37 h 81"/>
                <a:gd name="T4" fmla="*/ 46 w 138"/>
                <a:gd name="T5" fmla="*/ 0 h 81"/>
                <a:gd name="T6" fmla="*/ 85 w 138"/>
                <a:gd name="T7" fmla="*/ 1 h 81"/>
                <a:gd name="T8" fmla="*/ 111 w 138"/>
                <a:gd name="T9" fmla="*/ 6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81">
                  <a:moveTo>
                    <a:pt x="111" y="69"/>
                  </a:moveTo>
                  <a:cubicBezTo>
                    <a:pt x="89" y="81"/>
                    <a:pt x="23" y="72"/>
                    <a:pt x="12" y="37"/>
                  </a:cubicBezTo>
                  <a:cubicBezTo>
                    <a:pt x="0" y="0"/>
                    <a:pt x="21" y="5"/>
                    <a:pt x="46" y="0"/>
                  </a:cubicBezTo>
                  <a:cubicBezTo>
                    <a:pt x="46" y="0"/>
                    <a:pt x="84" y="1"/>
                    <a:pt x="85" y="1"/>
                  </a:cubicBezTo>
                  <a:cubicBezTo>
                    <a:pt x="108" y="3"/>
                    <a:pt x="138" y="55"/>
                    <a:pt x="111" y="69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206">
              <a:extLst>
                <a:ext uri="{FF2B5EF4-FFF2-40B4-BE49-F238E27FC236}">
                  <a16:creationId xmlns:a16="http://schemas.microsoft.com/office/drawing/2014/main" id="{5E863ACC-9305-4CBD-B3B6-031BC77DAE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60778" y="1562276"/>
              <a:ext cx="693131" cy="554097"/>
            </a:xfrm>
            <a:custGeom>
              <a:avLst/>
              <a:gdLst>
                <a:gd name="T0" fmla="*/ 571 w 862"/>
                <a:gd name="T1" fmla="*/ 576 h 689"/>
                <a:gd name="T2" fmla="*/ 826 w 862"/>
                <a:gd name="T3" fmla="*/ 579 h 689"/>
                <a:gd name="T4" fmla="*/ 826 w 862"/>
                <a:gd name="T5" fmla="*/ 62 h 689"/>
                <a:gd name="T6" fmla="*/ 662 w 862"/>
                <a:gd name="T7" fmla="*/ 16 h 689"/>
                <a:gd name="T8" fmla="*/ 715 w 862"/>
                <a:gd name="T9" fmla="*/ 274 h 689"/>
                <a:gd name="T10" fmla="*/ 600 w 862"/>
                <a:gd name="T11" fmla="*/ 517 h 689"/>
                <a:gd name="T12" fmla="*/ 0 w 862"/>
                <a:gd name="T13" fmla="*/ 667 h 689"/>
                <a:gd name="T14" fmla="*/ 571 w 862"/>
                <a:gd name="T15" fmla="*/ 57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2" h="689">
                  <a:moveTo>
                    <a:pt x="571" y="576"/>
                  </a:moveTo>
                  <a:cubicBezTo>
                    <a:pt x="571" y="576"/>
                    <a:pt x="704" y="508"/>
                    <a:pt x="826" y="579"/>
                  </a:cubicBezTo>
                  <a:cubicBezTo>
                    <a:pt x="826" y="62"/>
                    <a:pt x="826" y="62"/>
                    <a:pt x="826" y="62"/>
                  </a:cubicBezTo>
                  <a:cubicBezTo>
                    <a:pt x="826" y="62"/>
                    <a:pt x="828" y="0"/>
                    <a:pt x="662" y="16"/>
                  </a:cubicBezTo>
                  <a:cubicBezTo>
                    <a:pt x="662" y="16"/>
                    <a:pt x="649" y="132"/>
                    <a:pt x="715" y="274"/>
                  </a:cubicBezTo>
                  <a:cubicBezTo>
                    <a:pt x="715" y="274"/>
                    <a:pt x="862" y="461"/>
                    <a:pt x="600" y="517"/>
                  </a:cubicBezTo>
                  <a:cubicBezTo>
                    <a:pt x="600" y="517"/>
                    <a:pt x="522" y="572"/>
                    <a:pt x="0" y="667"/>
                  </a:cubicBezTo>
                  <a:cubicBezTo>
                    <a:pt x="0" y="667"/>
                    <a:pt x="375" y="689"/>
                    <a:pt x="571" y="576"/>
                  </a:cubicBezTo>
                  <a:close/>
                </a:path>
              </a:pathLst>
            </a:custGeom>
            <a:solidFill>
              <a:schemeClr val="accent1">
                <a:lumMod val="75000"/>
                <a:alpha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1" name="Freeform 48">
            <a:extLst>
              <a:ext uri="{FF2B5EF4-FFF2-40B4-BE49-F238E27FC236}">
                <a16:creationId xmlns:a16="http://schemas.microsoft.com/office/drawing/2014/main" id="{DCA13523-6B63-4AB6-B635-4FF6285FC2E3}"/>
              </a:ext>
            </a:extLst>
          </p:cNvPr>
          <p:cNvSpPr>
            <a:spLocks/>
          </p:cNvSpPr>
          <p:nvPr/>
        </p:nvSpPr>
        <p:spPr bwMode="auto">
          <a:xfrm>
            <a:off x="5216472" y="1755578"/>
            <a:ext cx="236570" cy="71021"/>
          </a:xfrm>
          <a:custGeom>
            <a:avLst/>
            <a:gdLst>
              <a:gd name="T0" fmla="*/ 170 w 200"/>
              <a:gd name="T1" fmla="*/ 60 h 60"/>
              <a:gd name="T2" fmla="*/ 170 w 200"/>
              <a:gd name="T3" fmla="*/ 60 h 60"/>
              <a:gd name="T4" fmla="*/ 30 w 200"/>
              <a:gd name="T5" fmla="*/ 60 h 60"/>
              <a:gd name="T6" fmla="*/ 0 w 200"/>
              <a:gd name="T7" fmla="*/ 30 h 60"/>
              <a:gd name="T8" fmla="*/ 30 w 200"/>
              <a:gd name="T9" fmla="*/ 0 h 60"/>
              <a:gd name="T10" fmla="*/ 30 w 200"/>
              <a:gd name="T11" fmla="*/ 0 h 60"/>
              <a:gd name="T12" fmla="*/ 170 w 200"/>
              <a:gd name="T13" fmla="*/ 0 h 60"/>
              <a:gd name="T14" fmla="*/ 200 w 200"/>
              <a:gd name="T15" fmla="*/ 30 h 60"/>
              <a:gd name="T16" fmla="*/ 170 w 200"/>
              <a:gd name="T1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" h="60">
                <a:moveTo>
                  <a:pt x="170" y="60"/>
                </a:moveTo>
                <a:cubicBezTo>
                  <a:pt x="170" y="60"/>
                  <a:pt x="170" y="60"/>
                  <a:pt x="170" y="60"/>
                </a:cubicBezTo>
                <a:cubicBezTo>
                  <a:pt x="30" y="60"/>
                  <a:pt x="30" y="60"/>
                  <a:pt x="30" y="60"/>
                </a:cubicBezTo>
                <a:cubicBezTo>
                  <a:pt x="14" y="60"/>
                  <a:pt x="0" y="46"/>
                  <a:pt x="0" y="30"/>
                </a:cubicBezTo>
                <a:cubicBezTo>
                  <a:pt x="0" y="13"/>
                  <a:pt x="14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7" y="0"/>
                  <a:pt x="200" y="13"/>
                  <a:pt x="200" y="30"/>
                </a:cubicBezTo>
                <a:cubicBezTo>
                  <a:pt x="200" y="47"/>
                  <a:pt x="186" y="60"/>
                  <a:pt x="170" y="60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lumMod val="75000"/>
                  <a:alpha val="0"/>
                </a:schemeClr>
              </a:gs>
              <a:gs pos="15000">
                <a:schemeClr val="accent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92" name="Freeform 49">
            <a:extLst>
              <a:ext uri="{FF2B5EF4-FFF2-40B4-BE49-F238E27FC236}">
                <a16:creationId xmlns:a16="http://schemas.microsoft.com/office/drawing/2014/main" id="{9561F6FE-7DA7-462F-9187-97E56193970F}"/>
              </a:ext>
            </a:extLst>
          </p:cNvPr>
          <p:cNvSpPr>
            <a:spLocks/>
          </p:cNvSpPr>
          <p:nvPr/>
        </p:nvSpPr>
        <p:spPr bwMode="auto">
          <a:xfrm>
            <a:off x="5972198" y="967843"/>
            <a:ext cx="71021" cy="223567"/>
          </a:xfrm>
          <a:custGeom>
            <a:avLst/>
            <a:gdLst>
              <a:gd name="T0" fmla="*/ 30 w 60"/>
              <a:gd name="T1" fmla="*/ 189 h 189"/>
              <a:gd name="T2" fmla="*/ 30 w 60"/>
              <a:gd name="T3" fmla="*/ 189 h 189"/>
              <a:gd name="T4" fmla="*/ 0 w 60"/>
              <a:gd name="T5" fmla="*/ 159 h 189"/>
              <a:gd name="T6" fmla="*/ 0 w 60"/>
              <a:gd name="T7" fmla="*/ 30 h 189"/>
              <a:gd name="T8" fmla="*/ 30 w 60"/>
              <a:gd name="T9" fmla="*/ 0 h 189"/>
              <a:gd name="T10" fmla="*/ 30 w 60"/>
              <a:gd name="T11" fmla="*/ 0 h 189"/>
              <a:gd name="T12" fmla="*/ 60 w 60"/>
              <a:gd name="T13" fmla="*/ 30 h 189"/>
              <a:gd name="T14" fmla="*/ 60 w 60"/>
              <a:gd name="T15" fmla="*/ 159 h 189"/>
              <a:gd name="T16" fmla="*/ 30 w 60"/>
              <a:gd name="T17" fmla="*/ 189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" h="189">
                <a:moveTo>
                  <a:pt x="30" y="189"/>
                </a:moveTo>
                <a:cubicBezTo>
                  <a:pt x="30" y="189"/>
                  <a:pt x="30" y="189"/>
                  <a:pt x="30" y="189"/>
                </a:cubicBezTo>
                <a:cubicBezTo>
                  <a:pt x="14" y="189"/>
                  <a:pt x="0" y="175"/>
                  <a:pt x="0" y="159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4"/>
                  <a:pt x="14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47" y="0"/>
                  <a:pt x="60" y="14"/>
                  <a:pt x="60" y="30"/>
                </a:cubicBezTo>
                <a:cubicBezTo>
                  <a:pt x="60" y="159"/>
                  <a:pt x="60" y="159"/>
                  <a:pt x="60" y="159"/>
                </a:cubicBezTo>
                <a:cubicBezTo>
                  <a:pt x="60" y="175"/>
                  <a:pt x="47" y="189"/>
                  <a:pt x="30" y="189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lumMod val="75000"/>
                  <a:alpha val="0"/>
                </a:schemeClr>
              </a:gs>
              <a:gs pos="15000">
                <a:schemeClr val="accent1"/>
              </a:gs>
            </a:gsLst>
            <a:lin ang="540000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93" name="Freeform 50">
            <a:extLst>
              <a:ext uri="{FF2B5EF4-FFF2-40B4-BE49-F238E27FC236}">
                <a16:creationId xmlns:a16="http://schemas.microsoft.com/office/drawing/2014/main" id="{F381F2CE-F93A-4451-BD8A-7C2A964243D3}"/>
              </a:ext>
            </a:extLst>
          </p:cNvPr>
          <p:cNvSpPr>
            <a:spLocks/>
          </p:cNvSpPr>
          <p:nvPr/>
        </p:nvSpPr>
        <p:spPr bwMode="auto">
          <a:xfrm>
            <a:off x="6405827" y="1202913"/>
            <a:ext cx="177553" cy="174052"/>
          </a:xfrm>
          <a:custGeom>
            <a:avLst/>
            <a:gdLst>
              <a:gd name="T0" fmla="*/ 33 w 150"/>
              <a:gd name="T1" fmla="*/ 147 h 147"/>
              <a:gd name="T2" fmla="*/ 11 w 150"/>
              <a:gd name="T3" fmla="*/ 139 h 147"/>
              <a:gd name="T4" fmla="*/ 11 w 150"/>
              <a:gd name="T5" fmla="*/ 96 h 147"/>
              <a:gd name="T6" fmla="*/ 96 w 150"/>
              <a:gd name="T7" fmla="*/ 11 h 147"/>
              <a:gd name="T8" fmla="*/ 139 w 150"/>
              <a:gd name="T9" fmla="*/ 11 h 147"/>
              <a:gd name="T10" fmla="*/ 139 w 150"/>
              <a:gd name="T11" fmla="*/ 54 h 147"/>
              <a:gd name="T12" fmla="*/ 54 w 150"/>
              <a:gd name="T13" fmla="*/ 139 h 147"/>
              <a:gd name="T14" fmla="*/ 33 w 150"/>
              <a:gd name="T15" fmla="*/ 14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0" h="147">
                <a:moveTo>
                  <a:pt x="33" y="147"/>
                </a:moveTo>
                <a:cubicBezTo>
                  <a:pt x="25" y="147"/>
                  <a:pt x="17" y="145"/>
                  <a:pt x="11" y="139"/>
                </a:cubicBezTo>
                <a:cubicBezTo>
                  <a:pt x="0" y="127"/>
                  <a:pt x="0" y="108"/>
                  <a:pt x="11" y="96"/>
                </a:cubicBezTo>
                <a:cubicBezTo>
                  <a:pt x="96" y="11"/>
                  <a:pt x="96" y="11"/>
                  <a:pt x="96" y="11"/>
                </a:cubicBezTo>
                <a:cubicBezTo>
                  <a:pt x="108" y="0"/>
                  <a:pt x="127" y="0"/>
                  <a:pt x="139" y="11"/>
                </a:cubicBezTo>
                <a:cubicBezTo>
                  <a:pt x="150" y="23"/>
                  <a:pt x="150" y="42"/>
                  <a:pt x="139" y="54"/>
                </a:cubicBezTo>
                <a:cubicBezTo>
                  <a:pt x="54" y="139"/>
                  <a:pt x="54" y="139"/>
                  <a:pt x="54" y="139"/>
                </a:cubicBezTo>
                <a:cubicBezTo>
                  <a:pt x="48" y="145"/>
                  <a:pt x="40" y="147"/>
                  <a:pt x="33" y="147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lumMod val="75000"/>
                  <a:alpha val="0"/>
                </a:schemeClr>
              </a:gs>
              <a:gs pos="15000">
                <a:schemeClr val="accent1"/>
              </a:gs>
            </a:gsLst>
            <a:lin ang="780000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94" name="Freeform 51">
            <a:extLst>
              <a:ext uri="{FF2B5EF4-FFF2-40B4-BE49-F238E27FC236}">
                <a16:creationId xmlns:a16="http://schemas.microsoft.com/office/drawing/2014/main" id="{56A6A77F-3EB9-4A22-96EF-0717390B8E3D}"/>
              </a:ext>
            </a:extLst>
          </p:cNvPr>
          <p:cNvSpPr>
            <a:spLocks/>
          </p:cNvSpPr>
          <p:nvPr/>
        </p:nvSpPr>
        <p:spPr bwMode="auto">
          <a:xfrm>
            <a:off x="5421033" y="1247926"/>
            <a:ext cx="178553" cy="175052"/>
          </a:xfrm>
          <a:custGeom>
            <a:avLst/>
            <a:gdLst>
              <a:gd name="T0" fmla="*/ 118 w 151"/>
              <a:gd name="T1" fmla="*/ 148 h 148"/>
              <a:gd name="T2" fmla="*/ 97 w 151"/>
              <a:gd name="T3" fmla="*/ 139 h 148"/>
              <a:gd name="T4" fmla="*/ 12 w 151"/>
              <a:gd name="T5" fmla="*/ 54 h 148"/>
              <a:gd name="T6" fmla="*/ 12 w 151"/>
              <a:gd name="T7" fmla="*/ 12 h 148"/>
              <a:gd name="T8" fmla="*/ 54 w 151"/>
              <a:gd name="T9" fmla="*/ 12 h 148"/>
              <a:gd name="T10" fmla="*/ 139 w 151"/>
              <a:gd name="T11" fmla="*/ 97 h 148"/>
              <a:gd name="T12" fmla="*/ 139 w 151"/>
              <a:gd name="T13" fmla="*/ 139 h 148"/>
              <a:gd name="T14" fmla="*/ 118 w 151"/>
              <a:gd name="T1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1" h="148">
                <a:moveTo>
                  <a:pt x="118" y="148"/>
                </a:moveTo>
                <a:cubicBezTo>
                  <a:pt x="110" y="148"/>
                  <a:pt x="102" y="145"/>
                  <a:pt x="97" y="139"/>
                </a:cubicBezTo>
                <a:cubicBezTo>
                  <a:pt x="12" y="54"/>
                  <a:pt x="12" y="54"/>
                  <a:pt x="12" y="54"/>
                </a:cubicBezTo>
                <a:cubicBezTo>
                  <a:pt x="0" y="43"/>
                  <a:pt x="0" y="24"/>
                  <a:pt x="12" y="12"/>
                </a:cubicBezTo>
                <a:cubicBezTo>
                  <a:pt x="24" y="0"/>
                  <a:pt x="43" y="0"/>
                  <a:pt x="54" y="12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51" y="108"/>
                  <a:pt x="151" y="127"/>
                  <a:pt x="139" y="139"/>
                </a:cubicBezTo>
                <a:cubicBezTo>
                  <a:pt x="133" y="145"/>
                  <a:pt x="126" y="148"/>
                  <a:pt x="118" y="148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lumMod val="75000"/>
                  <a:alpha val="0"/>
                </a:schemeClr>
              </a:gs>
              <a:gs pos="15000">
                <a:schemeClr val="accent1"/>
              </a:gs>
            </a:gsLst>
            <a:lin ang="420000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38C18BE2-AD0A-4D29-93F3-6C33513B6F76}"/>
              </a:ext>
            </a:extLst>
          </p:cNvPr>
          <p:cNvSpPr/>
          <p:nvPr/>
        </p:nvSpPr>
        <p:spPr>
          <a:xfrm>
            <a:off x="818845" y="1380642"/>
            <a:ext cx="5077524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Funnel.</a:t>
            </a: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C6534041-6721-4306-9625-288F6F9E6C5A}"/>
              </a:ext>
            </a:extLst>
          </p:cNvPr>
          <p:cNvGrpSpPr/>
          <p:nvPr/>
        </p:nvGrpSpPr>
        <p:grpSpPr>
          <a:xfrm>
            <a:off x="1655236" y="3450535"/>
            <a:ext cx="2803980" cy="1042016"/>
            <a:chOff x="2607078" y="4828066"/>
            <a:chExt cx="2442332" cy="104201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A2621230-332C-4885-BB8D-BF1A86476F40}"/>
                </a:ext>
              </a:extLst>
            </p:cNvPr>
            <p:cNvSpPr/>
            <p:nvPr/>
          </p:nvSpPr>
          <p:spPr>
            <a:xfrm>
              <a:off x="3324339" y="4953677"/>
              <a:ext cx="1725071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DAE34D3B-BB86-456C-8874-BE60C3A0B671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2">
                          <a:alpha val="0"/>
                        </a:schemeClr>
                      </a:gs>
                      <a:gs pos="75000">
                        <a:schemeClr val="accent2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D4DE3AD-3E4D-4602-A469-3569B77159A3}"/>
              </a:ext>
            </a:extLst>
          </p:cNvPr>
          <p:cNvGrpSpPr/>
          <p:nvPr/>
        </p:nvGrpSpPr>
        <p:grpSpPr>
          <a:xfrm>
            <a:off x="7270173" y="4076820"/>
            <a:ext cx="2833035" cy="1042016"/>
            <a:chOff x="2607078" y="4828066"/>
            <a:chExt cx="2467640" cy="104201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734F9A32-76BC-4738-8B23-8515E444207C}"/>
                </a:ext>
              </a:extLst>
            </p:cNvPr>
            <p:cNvSpPr/>
            <p:nvPr/>
          </p:nvSpPr>
          <p:spPr>
            <a:xfrm>
              <a:off x="3324339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434B692A-6333-459A-B222-4A302D5502E9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3">
                          <a:alpha val="0"/>
                        </a:schemeClr>
                      </a:gs>
                      <a:gs pos="75000">
                        <a:schemeClr val="accent3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</a:t>
              </a: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F817C0D5-657B-4E15-B33C-ED25C7C65C3E}"/>
              </a:ext>
            </a:extLst>
          </p:cNvPr>
          <p:cNvGrpSpPr/>
          <p:nvPr/>
        </p:nvGrpSpPr>
        <p:grpSpPr>
          <a:xfrm>
            <a:off x="7961505" y="2824250"/>
            <a:ext cx="2752236" cy="1042016"/>
            <a:chOff x="2607078" y="4828066"/>
            <a:chExt cx="2397262" cy="1042016"/>
          </a:xfrm>
        </p:grpSpPr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5DE1BB4B-4B83-431C-9E4F-AA6561FA1FA5}"/>
                </a:ext>
              </a:extLst>
            </p:cNvPr>
            <p:cNvSpPr/>
            <p:nvPr/>
          </p:nvSpPr>
          <p:spPr>
            <a:xfrm>
              <a:off x="3324340" y="4953677"/>
              <a:ext cx="1680000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E91D5AAB-A879-4CD3-B2CA-96371F67BDCC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1">
                          <a:alpha val="0"/>
                        </a:schemeClr>
                      </a:gs>
                      <a:gs pos="75000">
                        <a:schemeClr val="accent1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8267148-AFD8-42E2-AEC8-13C02082814A}"/>
              </a:ext>
            </a:extLst>
          </p:cNvPr>
          <p:cNvGrpSpPr/>
          <p:nvPr/>
        </p:nvGrpSpPr>
        <p:grpSpPr>
          <a:xfrm>
            <a:off x="2476625" y="4703105"/>
            <a:ext cx="2833035" cy="1042016"/>
            <a:chOff x="2607078" y="4828066"/>
            <a:chExt cx="2467641" cy="1042016"/>
          </a:xfrm>
        </p:grpSpPr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D686487C-EFE3-4E34-B96C-1668B88EF88F}"/>
                </a:ext>
              </a:extLst>
            </p:cNvPr>
            <p:cNvSpPr/>
            <p:nvPr/>
          </p:nvSpPr>
          <p:spPr>
            <a:xfrm>
              <a:off x="3324340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6C181D1C-C757-4A64-9704-EA15648C47FC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4">
                          <a:alpha val="0"/>
                        </a:schemeClr>
                      </a:gs>
                      <a:gs pos="75000">
                        <a:schemeClr val="accent4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04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C99A208-B2E3-42C9-9C59-81520F380634}"/>
              </a:ext>
            </a:extLst>
          </p:cNvPr>
          <p:cNvGrpSpPr/>
          <p:nvPr/>
        </p:nvGrpSpPr>
        <p:grpSpPr>
          <a:xfrm>
            <a:off x="6578840" y="5329390"/>
            <a:ext cx="2833035" cy="1042016"/>
            <a:chOff x="2607078" y="4828066"/>
            <a:chExt cx="2467640" cy="104201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1C33804-57FE-4717-A101-003294B50785}"/>
                </a:ext>
              </a:extLst>
            </p:cNvPr>
            <p:cNvSpPr/>
            <p:nvPr/>
          </p:nvSpPr>
          <p:spPr>
            <a:xfrm>
              <a:off x="3324339" y="4953677"/>
              <a:ext cx="1750379" cy="9164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4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</a:t>
              </a:r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86E69E01-8265-4ABD-92B5-DA2CB0F3D0B9}"/>
                </a:ext>
              </a:extLst>
            </p:cNvPr>
            <p:cNvSpPr/>
            <p:nvPr/>
          </p:nvSpPr>
          <p:spPr>
            <a:xfrm>
              <a:off x="2607078" y="4828066"/>
              <a:ext cx="1434523" cy="9217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400" b="1" dirty="0">
                  <a:gradFill flip="none" rotWithShape="1">
                    <a:gsLst>
                      <a:gs pos="0">
                        <a:schemeClr val="accent5">
                          <a:alpha val="0"/>
                        </a:schemeClr>
                      </a:gs>
                      <a:gs pos="75000">
                        <a:schemeClr val="accent5"/>
                      </a:gs>
                    </a:gsLst>
                    <a:lin ang="5400000" scaled="0"/>
                    <a:tileRect/>
                  </a:gra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05</a:t>
              </a:r>
            </a:p>
          </p:txBody>
        </p:sp>
      </p:grp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24E784FD-4347-4F17-9882-C90CE412E47B}"/>
              </a:ext>
            </a:extLst>
          </p:cNvPr>
          <p:cNvSpPr/>
          <p:nvPr/>
        </p:nvSpPr>
        <p:spPr>
          <a:xfrm>
            <a:off x="1494" y="4983076"/>
            <a:ext cx="620788" cy="1317029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AE2D820-4D89-4C2A-9C54-D284D3167A0E}"/>
              </a:ext>
            </a:extLst>
          </p:cNvPr>
          <p:cNvSpPr/>
          <p:nvPr/>
        </p:nvSpPr>
        <p:spPr>
          <a:xfrm flipH="1">
            <a:off x="11131550" y="1145428"/>
            <a:ext cx="1060450" cy="2249791"/>
          </a:xfrm>
          <a:custGeom>
            <a:avLst/>
            <a:gdLst>
              <a:gd name="connsiteX0" fmla="*/ 0 w 1189942"/>
              <a:gd name="connsiteY0" fmla="*/ 0 h 2524513"/>
              <a:gd name="connsiteX1" fmla="*/ 175601 w 1189942"/>
              <a:gd name="connsiteY1" fmla="*/ 17702 h 2524513"/>
              <a:gd name="connsiteX2" fmla="*/ 1189942 w 1189942"/>
              <a:gd name="connsiteY2" fmla="*/ 1262256 h 2524513"/>
              <a:gd name="connsiteX3" fmla="*/ 175601 w 1189942"/>
              <a:gd name="connsiteY3" fmla="*/ 2506811 h 2524513"/>
              <a:gd name="connsiteX4" fmla="*/ 0 w 1189942"/>
              <a:gd name="connsiteY4" fmla="*/ 2524513 h 252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9942" h="2524513">
                <a:moveTo>
                  <a:pt x="0" y="0"/>
                </a:moveTo>
                <a:lnTo>
                  <a:pt x="175601" y="17702"/>
                </a:lnTo>
                <a:cubicBezTo>
                  <a:pt x="754484" y="136158"/>
                  <a:pt x="1189942" y="648354"/>
                  <a:pt x="1189942" y="1262256"/>
                </a:cubicBezTo>
                <a:cubicBezTo>
                  <a:pt x="1189942" y="1876159"/>
                  <a:pt x="754484" y="2388354"/>
                  <a:pt x="175601" y="2506811"/>
                </a:cubicBezTo>
                <a:lnTo>
                  <a:pt x="0" y="2524513"/>
                </a:lnTo>
                <a:close/>
              </a:path>
            </a:pathLst>
          </a:cu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>
            <a:outerShdw blurRad="1270000" dist="6223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5373CBC8-954B-4B02-94BA-8FBFCB5C9EE9}"/>
              </a:ext>
            </a:extLst>
          </p:cNvPr>
          <p:cNvSpPr/>
          <p:nvPr/>
        </p:nvSpPr>
        <p:spPr>
          <a:xfrm>
            <a:off x="11013038" y="1508873"/>
            <a:ext cx="455566" cy="455566"/>
          </a:xfrm>
          <a:prstGeom prst="ellipse">
            <a:avLst/>
          </a:prstGeom>
          <a:gradFill>
            <a:gsLst>
              <a:gs pos="1000">
                <a:schemeClr val="accent1"/>
              </a:gs>
              <a:gs pos="100000">
                <a:schemeClr val="accent2"/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75820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75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750" fill="hold"/>
                                            <p:tgtEl>
                                              <p:spTgt spid="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750"/>
                                            <p:tgtEl>
                                              <p:spTgt spid="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utoRev="1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750" fill="hold"/>
                                            <p:tgtEl>
                                              <p:spTgt spid="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2" dur="10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3" dur="10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 p14:presetBounceEnd="66667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1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5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fill="hold" nodeType="withEffect" p14:presetBounceEnd="66667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56" dur="1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57" dur="1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fill="hold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5" dur="1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6" dur="1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2" presetClass="entr" presetSubtype="4" fill="hold" nodeType="withEffect" p14:presetBounceEnd="66667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74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75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6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0" dur="500"/>
                                            <p:tgtEl>
                                              <p:spTgt spid="1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" presetClass="entr" presetSubtype="4" fill="hold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83" dur="10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84" dur="10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5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9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4" fill="hold" nodeType="withEffect" p14:presetBounceEnd="66667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92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93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75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75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7 3.33333E-6 L -2.08333E-7 0.02847 " pathEditMode="relative" rAng="0" ptsTypes="AA">
                                          <p:cBhvr>
                                            <p:cTn id="99" dur="100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75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75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2.08333E-7 3.33333E-6 L -2.08333E-7 0.02847 " pathEditMode="relative" rAng="0" ptsTypes="AA">
                                          <p:cBhvr>
                                            <p:cTn id="10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75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75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4.16667E-7 -4.44444E-6 L 4.16667E-7 0.02848 " pathEditMode="relative" rAng="0" ptsTypes="AA">
                                          <p:cBhvr>
                                            <p:cTn id="111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8" grpId="0" animBg="1"/>
          <p:bldP spid="98" grpId="1" animBg="1"/>
          <p:bldP spid="99" grpId="0" animBg="1"/>
          <p:bldP spid="99" grpId="1" animBg="1"/>
          <p:bldP spid="91" grpId="0" animBg="1"/>
          <p:bldP spid="92" grpId="0" animBg="1"/>
          <p:bldP spid="93" grpId="0" animBg="1"/>
          <p:bldP spid="94" grpId="0" animBg="1"/>
          <p:bldP spid="112" grpId="0"/>
          <p:bldP spid="112" grpId="1"/>
          <p:bldP spid="117" grpId="0" animBg="1"/>
          <p:bldP spid="117" grpId="1" animBg="1"/>
          <p:bldP spid="118" grpId="0" animBg="1"/>
          <p:bldP spid="118" grpId="1" animBg="1"/>
          <p:bldP spid="119" grpId="0" animBg="1"/>
          <p:bldP spid="1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75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750" fill="hold"/>
                                            <p:tgtEl>
                                              <p:spTgt spid="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750"/>
                                            <p:tgtEl>
                                              <p:spTgt spid="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utoRev="1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750" fill="hold"/>
                                            <p:tgtEl>
                                              <p:spTgt spid="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5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1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repeatCount="indefinite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5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2" presetClass="entr" presetSubtype="4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5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6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0" dur="500"/>
                                            <p:tgtEl>
                                              <p:spTgt spid="1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3" dur="10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4" dur="100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5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9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4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75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75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repeatCount="indefinite" accel="50000" decel="50000" autoRev="1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08333E-7 3.33333E-6 L -2.08333E-7 0.02847 " pathEditMode="relative" rAng="0" ptsTypes="AA">
                                          <p:cBhvr>
                                            <p:cTn id="99" dur="1000" fill="hold"/>
                                            <p:tgtEl>
                                              <p:spTgt spid="1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decel="10000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75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75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2.08333E-7 3.33333E-6 L -2.08333E-7 0.02847 " pathEditMode="relative" rAng="0" ptsTypes="AA">
                                          <p:cBhvr>
                                            <p:cTn id="10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75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75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4.16667E-7 -4.44444E-6 L 4.16667E-7 0.02848 " pathEditMode="relative" rAng="0" ptsTypes="AA">
                                          <p:cBhvr>
                                            <p:cTn id="111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8" grpId="0" animBg="1"/>
          <p:bldP spid="98" grpId="1" animBg="1"/>
          <p:bldP spid="99" grpId="0" animBg="1"/>
          <p:bldP spid="99" grpId="1" animBg="1"/>
          <p:bldP spid="91" grpId="0" animBg="1"/>
          <p:bldP spid="92" grpId="0" animBg="1"/>
          <p:bldP spid="93" grpId="0" animBg="1"/>
          <p:bldP spid="94" grpId="0" animBg="1"/>
          <p:bldP spid="112" grpId="0"/>
          <p:bldP spid="112" grpId="1"/>
          <p:bldP spid="117" grpId="0" animBg="1"/>
          <p:bldP spid="117" grpId="1" animBg="1"/>
          <p:bldP spid="118" grpId="0" animBg="1"/>
          <p:bldP spid="118" grpId="1" animBg="1"/>
          <p:bldP spid="119" grpId="0" animBg="1"/>
          <p:bldP spid="119" grpId="1" animBg="1"/>
        </p:bldLst>
      </p:timing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6C17DB0-8014-48A8-9F4B-919842A93507}"/>
              </a:ext>
            </a:extLst>
          </p:cNvPr>
          <p:cNvSpPr/>
          <p:nvPr/>
        </p:nvSpPr>
        <p:spPr>
          <a:xfrm flipH="1">
            <a:off x="0" y="2562444"/>
            <a:ext cx="2684598" cy="3616843"/>
          </a:xfrm>
          <a:custGeom>
            <a:avLst/>
            <a:gdLst>
              <a:gd name="connsiteX0" fmla="*/ 1368768 w 3415842"/>
              <a:gd name="connsiteY0" fmla="*/ 0 h 4602016"/>
              <a:gd name="connsiteX1" fmla="*/ 43 w 3415842"/>
              <a:gd name="connsiteY1" fmla="*/ 864584 h 4602016"/>
              <a:gd name="connsiteX2" fmla="*/ 1306198 w 3415842"/>
              <a:gd name="connsiteY2" fmla="*/ 2054274 h 4602016"/>
              <a:gd name="connsiteX3" fmla="*/ 1385413 w 3415842"/>
              <a:gd name="connsiteY3" fmla="*/ 3965587 h 4602016"/>
              <a:gd name="connsiteX4" fmla="*/ 3323477 w 3415842"/>
              <a:gd name="connsiteY4" fmla="*/ 4428492 h 4602016"/>
              <a:gd name="connsiteX5" fmla="*/ 3415842 w 3415842"/>
              <a:gd name="connsiteY5" fmla="*/ 4372912 h 4602016"/>
              <a:gd name="connsiteX6" fmla="*/ 3415842 w 3415842"/>
              <a:gd name="connsiteY6" fmla="*/ 168977 h 4602016"/>
              <a:gd name="connsiteX7" fmla="*/ 3291184 w 3415842"/>
              <a:gd name="connsiteY7" fmla="*/ 165487 h 4602016"/>
              <a:gd name="connsiteX8" fmla="*/ 1368768 w 3415842"/>
              <a:gd name="connsiteY8" fmla="*/ 0 h 4602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5842" h="4602016">
                <a:moveTo>
                  <a:pt x="1368768" y="0"/>
                </a:moveTo>
                <a:cubicBezTo>
                  <a:pt x="690060" y="0"/>
                  <a:pt x="147866" y="172917"/>
                  <a:pt x="43" y="864584"/>
                </a:cubicBezTo>
                <a:cubicBezTo>
                  <a:pt x="-7803" y="2145031"/>
                  <a:pt x="1075304" y="1537441"/>
                  <a:pt x="1306198" y="2054274"/>
                </a:cubicBezTo>
                <a:cubicBezTo>
                  <a:pt x="1537093" y="2571108"/>
                  <a:pt x="598502" y="2951894"/>
                  <a:pt x="1385413" y="3965587"/>
                </a:cubicBezTo>
                <a:cubicBezTo>
                  <a:pt x="1963856" y="4761766"/>
                  <a:pt x="2858318" y="4676535"/>
                  <a:pt x="3323477" y="4428492"/>
                </a:cubicBezTo>
                <a:lnTo>
                  <a:pt x="3415842" y="4372912"/>
                </a:lnTo>
                <a:lnTo>
                  <a:pt x="3415842" y="168977"/>
                </a:lnTo>
                <a:lnTo>
                  <a:pt x="3291184" y="165487"/>
                </a:lnTo>
                <a:cubicBezTo>
                  <a:pt x="2661024" y="132390"/>
                  <a:pt x="1962637" y="0"/>
                  <a:pt x="1368768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3959D70-951F-4184-9D2A-3101AD2DDF95}"/>
              </a:ext>
            </a:extLst>
          </p:cNvPr>
          <p:cNvSpPr/>
          <p:nvPr/>
        </p:nvSpPr>
        <p:spPr>
          <a:xfrm>
            <a:off x="9136889" y="1346199"/>
            <a:ext cx="3055111" cy="4094762"/>
          </a:xfrm>
          <a:custGeom>
            <a:avLst/>
            <a:gdLst>
              <a:gd name="connsiteX0" fmla="*/ 1549633 w 3887277"/>
              <a:gd name="connsiteY0" fmla="*/ 0 h 5210113"/>
              <a:gd name="connsiteX1" fmla="*/ 3726073 w 3887277"/>
              <a:gd name="connsiteY1" fmla="*/ 187354 h 5210113"/>
              <a:gd name="connsiteX2" fmla="*/ 3887277 w 3887277"/>
              <a:gd name="connsiteY2" fmla="*/ 191867 h 5210113"/>
              <a:gd name="connsiteX3" fmla="*/ 3887277 w 3887277"/>
              <a:gd name="connsiteY3" fmla="*/ 4936557 h 5210113"/>
              <a:gd name="connsiteX4" fmla="*/ 3875150 w 3887277"/>
              <a:gd name="connsiteY4" fmla="*/ 4945954 h 5210113"/>
              <a:gd name="connsiteX5" fmla="*/ 1568478 w 3887277"/>
              <a:gd name="connsiteY5" fmla="*/ 4489588 h 5210113"/>
              <a:gd name="connsiteX6" fmla="*/ 1478796 w 3887277"/>
              <a:gd name="connsiteY6" fmla="*/ 2325720 h 5210113"/>
              <a:gd name="connsiteX7" fmla="*/ 49 w 3887277"/>
              <a:gd name="connsiteY7" fmla="*/ 978828 h 5210113"/>
              <a:gd name="connsiteX8" fmla="*/ 1549633 w 3887277"/>
              <a:gd name="connsiteY8" fmla="*/ 0 h 521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87277" h="5210113">
                <a:moveTo>
                  <a:pt x="1549633" y="0"/>
                </a:moveTo>
                <a:cubicBezTo>
                  <a:pt x="2221975" y="0"/>
                  <a:pt x="3012645" y="149883"/>
                  <a:pt x="3726073" y="187354"/>
                </a:cubicBezTo>
                <a:lnTo>
                  <a:pt x="3887277" y="191867"/>
                </a:lnTo>
                <a:lnTo>
                  <a:pt x="3887277" y="4936557"/>
                </a:lnTo>
                <a:lnTo>
                  <a:pt x="3875150" y="4945954"/>
                </a:lnTo>
                <a:cubicBezTo>
                  <a:pt x="3393919" y="5273729"/>
                  <a:pt x="2273731" y="5460309"/>
                  <a:pt x="1568478" y="4489588"/>
                </a:cubicBezTo>
                <a:cubicBezTo>
                  <a:pt x="677586" y="3341949"/>
                  <a:pt x="1740200" y="2910846"/>
                  <a:pt x="1478796" y="2325720"/>
                </a:cubicBezTo>
                <a:cubicBezTo>
                  <a:pt x="1217391" y="1740594"/>
                  <a:pt x="-8834" y="2428470"/>
                  <a:pt x="49" y="978828"/>
                </a:cubicBezTo>
                <a:cubicBezTo>
                  <a:pt x="167404" y="195765"/>
                  <a:pt x="781243" y="0"/>
                  <a:pt x="154963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225F8AC-D67E-45E7-B855-EE033B2CB410}"/>
              </a:ext>
            </a:extLst>
          </p:cNvPr>
          <p:cNvGrpSpPr/>
          <p:nvPr/>
        </p:nvGrpSpPr>
        <p:grpSpPr>
          <a:xfrm>
            <a:off x="4244423" y="1577272"/>
            <a:ext cx="3703154" cy="3703456"/>
            <a:chOff x="4244423" y="1577272"/>
            <a:chExt cx="3703154" cy="3703456"/>
          </a:xfrm>
        </p:grpSpPr>
        <p:sp>
          <p:nvSpPr>
            <p:cNvPr id="198" name="Freeform 23">
              <a:extLst>
                <a:ext uri="{FF2B5EF4-FFF2-40B4-BE49-F238E27FC236}">
                  <a16:creationId xmlns:a16="http://schemas.microsoft.com/office/drawing/2014/main" id="{C0C42280-F9A7-4C5A-8C29-027DED231507}"/>
                </a:ext>
              </a:extLst>
            </p:cNvPr>
            <p:cNvSpPr/>
            <p:nvPr/>
          </p:nvSpPr>
          <p:spPr>
            <a:xfrm rot="10800000">
              <a:off x="6454337" y="3429151"/>
              <a:ext cx="1386769" cy="1684778"/>
            </a:xfrm>
            <a:custGeom>
              <a:avLst/>
              <a:gdLst>
                <a:gd name="connsiteX0" fmla="*/ 1348781 w 1445305"/>
                <a:gd name="connsiteY0" fmla="*/ 0 h 1755894"/>
                <a:gd name="connsiteX1" fmla="*/ 1445305 w 1445305"/>
                <a:gd name="connsiteY1" fmla="*/ 686326 h 1755894"/>
                <a:gd name="connsiteX2" fmla="*/ 1403009 w 1445305"/>
                <a:gd name="connsiteY2" fmla="*/ 700779 h 1755894"/>
                <a:gd name="connsiteX3" fmla="*/ 690762 w 1445305"/>
                <a:gd name="connsiteY3" fmla="*/ 1640059 h 1755894"/>
                <a:gd name="connsiteX4" fmla="*/ 684913 w 1445305"/>
                <a:gd name="connsiteY4" fmla="*/ 1755894 h 1755894"/>
                <a:gd name="connsiteX5" fmla="*/ 0 w 1445305"/>
                <a:gd name="connsiteY5" fmla="*/ 1755894 h 1755894"/>
                <a:gd name="connsiteX6" fmla="*/ 9385 w 1445305"/>
                <a:gd name="connsiteY6" fmla="*/ 1570030 h 1755894"/>
                <a:gd name="connsiteX7" fmla="*/ 1310080 w 1445305"/>
                <a:gd name="connsiteY7" fmla="*/ 9311 h 1755894"/>
                <a:gd name="connsiteX8" fmla="*/ 1348781 w 1445305"/>
                <a:gd name="connsiteY8" fmla="*/ 0 h 175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5305" h="1755894">
                  <a:moveTo>
                    <a:pt x="1348781" y="0"/>
                  </a:moveTo>
                  <a:lnTo>
                    <a:pt x="1445305" y="686326"/>
                  </a:lnTo>
                  <a:lnTo>
                    <a:pt x="1403009" y="700779"/>
                  </a:lnTo>
                  <a:cubicBezTo>
                    <a:pt x="1016810" y="853067"/>
                    <a:pt x="734311" y="1211243"/>
                    <a:pt x="690762" y="1640059"/>
                  </a:cubicBezTo>
                  <a:lnTo>
                    <a:pt x="684913" y="1755894"/>
                  </a:lnTo>
                  <a:lnTo>
                    <a:pt x="0" y="1755894"/>
                  </a:lnTo>
                  <a:lnTo>
                    <a:pt x="9385" y="1570030"/>
                  </a:lnTo>
                  <a:cubicBezTo>
                    <a:pt x="85061" y="824865"/>
                    <a:pt x="610570" y="212682"/>
                    <a:pt x="1310080" y="9311"/>
                  </a:cubicBezTo>
                  <a:lnTo>
                    <a:pt x="1348781" y="0"/>
                  </a:lnTo>
                  <a:close/>
                </a:path>
              </a:pathLst>
            </a:custGeom>
            <a:gradFill>
              <a:gsLst>
                <a:gs pos="50000">
                  <a:schemeClr val="accent2"/>
                </a:gs>
                <a:gs pos="0">
                  <a:schemeClr val="accent2"/>
                </a:gs>
                <a:gs pos="100000">
                  <a:schemeClr val="accent2">
                    <a:alpha val="0"/>
                  </a:schemeClr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199" name="Isosceles Triangle 198">
              <a:extLst>
                <a:ext uri="{FF2B5EF4-FFF2-40B4-BE49-F238E27FC236}">
                  <a16:creationId xmlns:a16="http://schemas.microsoft.com/office/drawing/2014/main" id="{CDC1DFC8-2F2F-466F-992A-65F87D53B7AA}"/>
                </a:ext>
              </a:extLst>
            </p:cNvPr>
            <p:cNvSpPr/>
            <p:nvPr/>
          </p:nvSpPr>
          <p:spPr>
            <a:xfrm rot="15651425">
              <a:off x="5842674" y="4569572"/>
              <a:ext cx="954028" cy="468284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60AEF8C-EF40-41AD-9E91-3A308D6233C2}"/>
                </a:ext>
              </a:extLst>
            </p:cNvPr>
            <p:cNvSpPr txBox="1"/>
            <p:nvPr/>
          </p:nvSpPr>
          <p:spPr>
            <a:xfrm rot="7920000">
              <a:off x="4678046" y="2026431"/>
              <a:ext cx="2836075" cy="2804844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>
                  <a:gd name="adj" fmla="val 10855538"/>
                </a:avLst>
              </a:prstTxWarp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OPPORTUNITIES</a:t>
              </a: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47F130D6-ECFE-468E-97D1-1358F9DBF116}"/>
                </a:ext>
              </a:extLst>
            </p:cNvPr>
            <p:cNvSpPr/>
            <p:nvPr/>
          </p:nvSpPr>
          <p:spPr>
            <a:xfrm rot="16200000">
              <a:off x="4560231" y="3638394"/>
              <a:ext cx="1386766" cy="1684779"/>
            </a:xfrm>
            <a:custGeom>
              <a:avLst/>
              <a:gdLst>
                <a:gd name="connsiteX0" fmla="*/ 1348781 w 1445305"/>
                <a:gd name="connsiteY0" fmla="*/ 0 h 1755894"/>
                <a:gd name="connsiteX1" fmla="*/ 1445305 w 1445305"/>
                <a:gd name="connsiteY1" fmla="*/ 686326 h 1755894"/>
                <a:gd name="connsiteX2" fmla="*/ 1403009 w 1445305"/>
                <a:gd name="connsiteY2" fmla="*/ 700779 h 1755894"/>
                <a:gd name="connsiteX3" fmla="*/ 690762 w 1445305"/>
                <a:gd name="connsiteY3" fmla="*/ 1640059 h 1755894"/>
                <a:gd name="connsiteX4" fmla="*/ 684913 w 1445305"/>
                <a:gd name="connsiteY4" fmla="*/ 1755894 h 1755894"/>
                <a:gd name="connsiteX5" fmla="*/ 0 w 1445305"/>
                <a:gd name="connsiteY5" fmla="*/ 1755894 h 1755894"/>
                <a:gd name="connsiteX6" fmla="*/ 9385 w 1445305"/>
                <a:gd name="connsiteY6" fmla="*/ 1570030 h 1755894"/>
                <a:gd name="connsiteX7" fmla="*/ 1310080 w 1445305"/>
                <a:gd name="connsiteY7" fmla="*/ 9311 h 1755894"/>
                <a:gd name="connsiteX8" fmla="*/ 1348781 w 1445305"/>
                <a:gd name="connsiteY8" fmla="*/ 0 h 175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5305" h="1755894">
                  <a:moveTo>
                    <a:pt x="1348781" y="0"/>
                  </a:moveTo>
                  <a:lnTo>
                    <a:pt x="1445305" y="686326"/>
                  </a:lnTo>
                  <a:lnTo>
                    <a:pt x="1403009" y="700779"/>
                  </a:lnTo>
                  <a:cubicBezTo>
                    <a:pt x="1016810" y="853067"/>
                    <a:pt x="734311" y="1211243"/>
                    <a:pt x="690762" y="1640059"/>
                  </a:cubicBezTo>
                  <a:lnTo>
                    <a:pt x="684913" y="1755894"/>
                  </a:lnTo>
                  <a:lnTo>
                    <a:pt x="0" y="1755894"/>
                  </a:lnTo>
                  <a:lnTo>
                    <a:pt x="9385" y="1570030"/>
                  </a:lnTo>
                  <a:cubicBezTo>
                    <a:pt x="85061" y="824865"/>
                    <a:pt x="610570" y="212682"/>
                    <a:pt x="1310080" y="9311"/>
                  </a:cubicBezTo>
                  <a:lnTo>
                    <a:pt x="1348781" y="0"/>
                  </a:lnTo>
                  <a:close/>
                </a:path>
              </a:pathLst>
            </a:custGeom>
            <a:gradFill>
              <a:gsLst>
                <a:gs pos="50000">
                  <a:schemeClr val="accent3"/>
                </a:gs>
                <a:gs pos="0">
                  <a:schemeClr val="accent3"/>
                </a:gs>
                <a:gs pos="100000">
                  <a:schemeClr val="accent3">
                    <a:alpha val="0"/>
                  </a:schemeClr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0885C58-93AF-4BD2-AC8C-AB5AB3B47364}"/>
                </a:ext>
              </a:extLst>
            </p:cNvPr>
            <p:cNvSpPr txBox="1"/>
            <p:nvPr/>
          </p:nvSpPr>
          <p:spPr>
            <a:xfrm rot="13320000">
              <a:off x="4678079" y="2025470"/>
              <a:ext cx="2836078" cy="2804840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>
                  <a:gd name="adj" fmla="val 10855538"/>
                </a:avLst>
              </a:prstTxWarp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THREATS</a:t>
              </a:r>
            </a:p>
          </p:txBody>
        </p:sp>
        <p:sp>
          <p:nvSpPr>
            <p:cNvPr id="203" name="Freeform 17">
              <a:extLst>
                <a:ext uri="{FF2B5EF4-FFF2-40B4-BE49-F238E27FC236}">
                  <a16:creationId xmlns:a16="http://schemas.microsoft.com/office/drawing/2014/main" id="{D94E4C7A-0B54-485F-8369-3E25603539D2}"/>
                </a:ext>
              </a:extLst>
            </p:cNvPr>
            <p:cNvSpPr/>
            <p:nvPr/>
          </p:nvSpPr>
          <p:spPr>
            <a:xfrm rot="5400000">
              <a:off x="6245003" y="1534828"/>
              <a:ext cx="1386767" cy="1684779"/>
            </a:xfrm>
            <a:custGeom>
              <a:avLst/>
              <a:gdLst>
                <a:gd name="connsiteX0" fmla="*/ 1348781 w 1445305"/>
                <a:gd name="connsiteY0" fmla="*/ 0 h 1755894"/>
                <a:gd name="connsiteX1" fmla="*/ 1445305 w 1445305"/>
                <a:gd name="connsiteY1" fmla="*/ 686326 h 1755894"/>
                <a:gd name="connsiteX2" fmla="*/ 1403009 w 1445305"/>
                <a:gd name="connsiteY2" fmla="*/ 700779 h 1755894"/>
                <a:gd name="connsiteX3" fmla="*/ 690762 w 1445305"/>
                <a:gd name="connsiteY3" fmla="*/ 1640059 h 1755894"/>
                <a:gd name="connsiteX4" fmla="*/ 684913 w 1445305"/>
                <a:gd name="connsiteY4" fmla="*/ 1755894 h 1755894"/>
                <a:gd name="connsiteX5" fmla="*/ 0 w 1445305"/>
                <a:gd name="connsiteY5" fmla="*/ 1755894 h 1755894"/>
                <a:gd name="connsiteX6" fmla="*/ 9385 w 1445305"/>
                <a:gd name="connsiteY6" fmla="*/ 1570030 h 1755894"/>
                <a:gd name="connsiteX7" fmla="*/ 1310080 w 1445305"/>
                <a:gd name="connsiteY7" fmla="*/ 9311 h 1755894"/>
                <a:gd name="connsiteX8" fmla="*/ 1348781 w 1445305"/>
                <a:gd name="connsiteY8" fmla="*/ 0 h 175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5305" h="1755894">
                  <a:moveTo>
                    <a:pt x="1348781" y="0"/>
                  </a:moveTo>
                  <a:lnTo>
                    <a:pt x="1445305" y="686326"/>
                  </a:lnTo>
                  <a:lnTo>
                    <a:pt x="1403009" y="700779"/>
                  </a:lnTo>
                  <a:cubicBezTo>
                    <a:pt x="1016810" y="853067"/>
                    <a:pt x="734311" y="1211243"/>
                    <a:pt x="690762" y="1640059"/>
                  </a:cubicBezTo>
                  <a:lnTo>
                    <a:pt x="684913" y="1755894"/>
                  </a:lnTo>
                  <a:lnTo>
                    <a:pt x="0" y="1755894"/>
                  </a:lnTo>
                  <a:lnTo>
                    <a:pt x="9385" y="1570030"/>
                  </a:lnTo>
                  <a:cubicBezTo>
                    <a:pt x="85061" y="824865"/>
                    <a:pt x="610570" y="212682"/>
                    <a:pt x="1310080" y="9311"/>
                  </a:cubicBezTo>
                  <a:lnTo>
                    <a:pt x="1348781" y="0"/>
                  </a:lnTo>
                  <a:close/>
                </a:path>
              </a:pathLst>
            </a:custGeom>
            <a:gradFill>
              <a:gsLst>
                <a:gs pos="50000">
                  <a:schemeClr val="accent1"/>
                </a:gs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6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tx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04" name="Isosceles Triangle 203">
              <a:extLst>
                <a:ext uri="{FF2B5EF4-FFF2-40B4-BE49-F238E27FC236}">
                  <a16:creationId xmlns:a16="http://schemas.microsoft.com/office/drawing/2014/main" id="{635532E2-7FC8-427A-9E85-082F61D68CFF}"/>
                </a:ext>
              </a:extLst>
            </p:cNvPr>
            <p:cNvSpPr/>
            <p:nvPr/>
          </p:nvSpPr>
          <p:spPr>
            <a:xfrm rot="10251425">
              <a:off x="6993547" y="2971107"/>
              <a:ext cx="954030" cy="468284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8F34AF4D-7B6D-4A6E-B044-AC567D02CBDF}"/>
                </a:ext>
              </a:extLst>
            </p:cNvPr>
            <p:cNvSpPr txBox="1"/>
            <p:nvPr/>
          </p:nvSpPr>
          <p:spPr>
            <a:xfrm rot="2520000">
              <a:off x="4678046" y="2026432"/>
              <a:ext cx="2836079" cy="2804840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>
                  <a:gd name="adj" fmla="val 10855538"/>
                </a:avLst>
              </a:prstTxWarp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WEEKNESSES</a:t>
              </a:r>
            </a:p>
          </p:txBody>
        </p: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BF0BA412-9ED9-4855-93BD-BBD82BCFA1C8}"/>
                </a:ext>
              </a:extLst>
            </p:cNvPr>
            <p:cNvGrpSpPr/>
            <p:nvPr/>
          </p:nvGrpSpPr>
          <p:grpSpPr>
            <a:xfrm>
              <a:off x="4350895" y="1577272"/>
              <a:ext cx="1755561" cy="1851579"/>
              <a:chOff x="4126128" y="1338772"/>
              <a:chExt cx="1981674" cy="2090060"/>
            </a:xfrm>
          </p:grpSpPr>
          <p:sp>
            <p:nvSpPr>
              <p:cNvPr id="206" name="Freeform 13">
                <a:extLst>
                  <a:ext uri="{FF2B5EF4-FFF2-40B4-BE49-F238E27FC236}">
                    <a16:creationId xmlns:a16="http://schemas.microsoft.com/office/drawing/2014/main" id="{E82B8A08-D790-4A52-AB8F-0C94183D4600}"/>
                  </a:ext>
                </a:extLst>
              </p:cNvPr>
              <p:cNvSpPr/>
              <p:nvPr/>
            </p:nvSpPr>
            <p:spPr>
              <a:xfrm>
                <a:off x="4126128" y="1527057"/>
                <a:ext cx="1565384" cy="1901775"/>
              </a:xfrm>
              <a:custGeom>
                <a:avLst/>
                <a:gdLst>
                  <a:gd name="connsiteX0" fmla="*/ 1348781 w 1445305"/>
                  <a:gd name="connsiteY0" fmla="*/ 0 h 1755894"/>
                  <a:gd name="connsiteX1" fmla="*/ 1445305 w 1445305"/>
                  <a:gd name="connsiteY1" fmla="*/ 686326 h 1755894"/>
                  <a:gd name="connsiteX2" fmla="*/ 1403009 w 1445305"/>
                  <a:gd name="connsiteY2" fmla="*/ 700779 h 1755894"/>
                  <a:gd name="connsiteX3" fmla="*/ 690762 w 1445305"/>
                  <a:gd name="connsiteY3" fmla="*/ 1640059 h 1755894"/>
                  <a:gd name="connsiteX4" fmla="*/ 684913 w 1445305"/>
                  <a:gd name="connsiteY4" fmla="*/ 1755894 h 1755894"/>
                  <a:gd name="connsiteX5" fmla="*/ 0 w 1445305"/>
                  <a:gd name="connsiteY5" fmla="*/ 1755894 h 1755894"/>
                  <a:gd name="connsiteX6" fmla="*/ 9385 w 1445305"/>
                  <a:gd name="connsiteY6" fmla="*/ 1570030 h 1755894"/>
                  <a:gd name="connsiteX7" fmla="*/ 1310080 w 1445305"/>
                  <a:gd name="connsiteY7" fmla="*/ 9311 h 1755894"/>
                  <a:gd name="connsiteX8" fmla="*/ 1348781 w 1445305"/>
                  <a:gd name="connsiteY8" fmla="*/ 0 h 1755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5305" h="1755894">
                    <a:moveTo>
                      <a:pt x="1348781" y="0"/>
                    </a:moveTo>
                    <a:lnTo>
                      <a:pt x="1445305" y="686326"/>
                    </a:lnTo>
                    <a:lnTo>
                      <a:pt x="1403009" y="700779"/>
                    </a:lnTo>
                    <a:cubicBezTo>
                      <a:pt x="1016810" y="853067"/>
                      <a:pt x="734311" y="1211243"/>
                      <a:pt x="690762" y="1640059"/>
                    </a:cubicBezTo>
                    <a:lnTo>
                      <a:pt x="684913" y="1755894"/>
                    </a:lnTo>
                    <a:lnTo>
                      <a:pt x="0" y="1755894"/>
                    </a:lnTo>
                    <a:lnTo>
                      <a:pt x="9385" y="1570030"/>
                    </a:lnTo>
                    <a:cubicBezTo>
                      <a:pt x="85061" y="824865"/>
                      <a:pt x="610570" y="212682"/>
                      <a:pt x="1310080" y="9311"/>
                    </a:cubicBezTo>
                    <a:lnTo>
                      <a:pt x="1348781" y="0"/>
                    </a:lnTo>
                    <a:close/>
                  </a:path>
                </a:pathLst>
              </a:custGeom>
              <a:gradFill>
                <a:gsLst>
                  <a:gs pos="50000">
                    <a:schemeClr val="accent4"/>
                  </a:gs>
                  <a:gs pos="0">
                    <a:schemeClr val="accent4"/>
                  </a:gs>
                  <a:gs pos="100000">
                    <a:schemeClr val="accent4">
                      <a:alpha val="0"/>
                    </a:schemeClr>
                  </a:gs>
                </a:gsLst>
                <a:lin ang="60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>
                  <a:solidFill>
                    <a:schemeClr val="tx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07" name="Isosceles Triangle 206">
                <a:extLst>
                  <a:ext uri="{FF2B5EF4-FFF2-40B4-BE49-F238E27FC236}">
                    <a16:creationId xmlns:a16="http://schemas.microsoft.com/office/drawing/2014/main" id="{6C397881-4EFD-40E4-8B3A-86851209FB17}"/>
                  </a:ext>
                </a:extLst>
              </p:cNvPr>
              <p:cNvSpPr/>
              <p:nvPr/>
            </p:nvSpPr>
            <p:spPr>
              <a:xfrm rot="4851425">
                <a:off x="5305050" y="1612926"/>
                <a:ext cx="1076906" cy="528598"/>
              </a:xfrm>
              <a:prstGeom prst="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934B19D4-7292-4C77-BB3E-FEFAE85F9147}"/>
                </a:ext>
              </a:extLst>
            </p:cNvPr>
            <p:cNvSpPr txBox="1"/>
            <p:nvPr/>
          </p:nvSpPr>
          <p:spPr>
            <a:xfrm rot="18690140">
              <a:off x="4677983" y="2028235"/>
              <a:ext cx="2836075" cy="2804844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>
                  <a:gd name="adj" fmla="val 10855538"/>
                </a:avLst>
              </a:prstTxWarp>
              <a:spAutoFit/>
            </a:bodyPr>
            <a:lstStyle/>
            <a:p>
              <a:pPr algn="ctr"/>
              <a:r>
                <a:rPr lang="en-US" sz="1600" b="1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STRENGTHS</a:t>
              </a:r>
            </a:p>
          </p:txBody>
        </p:sp>
        <p:sp>
          <p:nvSpPr>
            <p:cNvPr id="209" name="Isosceles Triangle 208">
              <a:extLst>
                <a:ext uri="{FF2B5EF4-FFF2-40B4-BE49-F238E27FC236}">
                  <a16:creationId xmlns:a16="http://schemas.microsoft.com/office/drawing/2014/main" id="{43DE8252-6923-47F3-BE15-441E9C248611}"/>
                </a:ext>
              </a:extLst>
            </p:cNvPr>
            <p:cNvSpPr/>
            <p:nvPr/>
          </p:nvSpPr>
          <p:spPr>
            <a:xfrm rot="21051425">
              <a:off x="4244423" y="3418609"/>
              <a:ext cx="954030" cy="468284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F0BAFF65-C7EF-4BAA-B8FD-AE26861E92AD}"/>
              </a:ext>
            </a:extLst>
          </p:cNvPr>
          <p:cNvGrpSpPr/>
          <p:nvPr/>
        </p:nvGrpSpPr>
        <p:grpSpPr>
          <a:xfrm>
            <a:off x="5234114" y="2567060"/>
            <a:ext cx="1723767" cy="1723765"/>
            <a:chOff x="5234114" y="2567060"/>
            <a:chExt cx="1723767" cy="1723765"/>
          </a:xfrm>
        </p:grpSpPr>
        <p:sp>
          <p:nvSpPr>
            <p:cNvPr id="210" name="Freeform 36">
              <a:extLst>
                <a:ext uri="{FF2B5EF4-FFF2-40B4-BE49-F238E27FC236}">
                  <a16:creationId xmlns:a16="http://schemas.microsoft.com/office/drawing/2014/main" id="{C29DB055-0F42-4B22-9F1C-FFD7695A126E}"/>
                </a:ext>
              </a:extLst>
            </p:cNvPr>
            <p:cNvSpPr/>
            <p:nvPr/>
          </p:nvSpPr>
          <p:spPr>
            <a:xfrm>
              <a:off x="5234114" y="2567060"/>
              <a:ext cx="861884" cy="861883"/>
            </a:xfrm>
            <a:custGeom>
              <a:avLst/>
              <a:gdLst>
                <a:gd name="connsiteX0" fmla="*/ 843010 w 843011"/>
                <a:gd name="connsiteY0" fmla="*/ 0 h 843011"/>
                <a:gd name="connsiteX1" fmla="*/ 843010 w 843011"/>
                <a:gd name="connsiteY1" fmla="*/ 843010 h 843011"/>
                <a:gd name="connsiteX2" fmla="*/ 843011 w 843011"/>
                <a:gd name="connsiteY2" fmla="*/ 843010 h 843011"/>
                <a:gd name="connsiteX3" fmla="*/ 843011 w 843011"/>
                <a:gd name="connsiteY3" fmla="*/ 843011 h 843011"/>
                <a:gd name="connsiteX4" fmla="*/ 0 w 843011"/>
                <a:gd name="connsiteY4" fmla="*/ 843011 h 843011"/>
                <a:gd name="connsiteX5" fmla="*/ 0 w 843011"/>
                <a:gd name="connsiteY5" fmla="*/ 842991 h 843011"/>
                <a:gd name="connsiteX6" fmla="*/ 4352 w 843011"/>
                <a:gd name="connsiteY6" fmla="*/ 756818 h 843011"/>
                <a:gd name="connsiteX7" fmla="*/ 843010 w 843011"/>
                <a:gd name="connsiteY7" fmla="*/ 0 h 84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011" h="843011">
                  <a:moveTo>
                    <a:pt x="843010" y="0"/>
                  </a:moveTo>
                  <a:lnTo>
                    <a:pt x="843010" y="843010"/>
                  </a:lnTo>
                  <a:lnTo>
                    <a:pt x="843011" y="843010"/>
                  </a:lnTo>
                  <a:lnTo>
                    <a:pt x="843011" y="843011"/>
                  </a:lnTo>
                  <a:lnTo>
                    <a:pt x="0" y="843011"/>
                  </a:lnTo>
                  <a:lnTo>
                    <a:pt x="0" y="842991"/>
                  </a:lnTo>
                  <a:lnTo>
                    <a:pt x="4352" y="756818"/>
                  </a:lnTo>
                  <a:cubicBezTo>
                    <a:pt x="47522" y="331725"/>
                    <a:pt x="406527" y="0"/>
                    <a:pt x="8430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D0AA254E-21B7-416C-BBFB-5B062003B3B9}"/>
                </a:ext>
              </a:extLst>
            </p:cNvPr>
            <p:cNvSpPr/>
            <p:nvPr/>
          </p:nvSpPr>
          <p:spPr>
            <a:xfrm>
              <a:off x="6095997" y="2567060"/>
              <a:ext cx="861884" cy="861881"/>
            </a:xfrm>
            <a:custGeom>
              <a:avLst/>
              <a:gdLst>
                <a:gd name="connsiteX0" fmla="*/ 0 w 843011"/>
                <a:gd name="connsiteY0" fmla="*/ 0 h 843010"/>
                <a:gd name="connsiteX1" fmla="*/ 838659 w 843011"/>
                <a:gd name="connsiteY1" fmla="*/ 756818 h 843010"/>
                <a:gd name="connsiteX2" fmla="*/ 843011 w 843011"/>
                <a:gd name="connsiteY2" fmla="*/ 843010 h 843010"/>
                <a:gd name="connsiteX3" fmla="*/ 0 w 843011"/>
                <a:gd name="connsiteY3" fmla="*/ 843010 h 843010"/>
                <a:gd name="connsiteX4" fmla="*/ 0 w 843011"/>
                <a:gd name="connsiteY4" fmla="*/ 0 h 84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011" h="843010">
                  <a:moveTo>
                    <a:pt x="0" y="0"/>
                  </a:moveTo>
                  <a:cubicBezTo>
                    <a:pt x="436483" y="0"/>
                    <a:pt x="795488" y="331725"/>
                    <a:pt x="838659" y="756818"/>
                  </a:cubicBezTo>
                  <a:lnTo>
                    <a:pt x="843011" y="843010"/>
                  </a:lnTo>
                  <a:lnTo>
                    <a:pt x="0" y="8430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94EDF2C0-62F1-4493-9783-05B118A6888B}"/>
                </a:ext>
              </a:extLst>
            </p:cNvPr>
            <p:cNvSpPr/>
            <p:nvPr/>
          </p:nvSpPr>
          <p:spPr>
            <a:xfrm>
              <a:off x="5234114" y="3428942"/>
              <a:ext cx="861884" cy="861883"/>
            </a:xfrm>
            <a:custGeom>
              <a:avLst/>
              <a:gdLst>
                <a:gd name="connsiteX0" fmla="*/ 0 w 843011"/>
                <a:gd name="connsiteY0" fmla="*/ 0 h 843011"/>
                <a:gd name="connsiteX1" fmla="*/ 843011 w 843011"/>
                <a:gd name="connsiteY1" fmla="*/ 0 h 843011"/>
                <a:gd name="connsiteX2" fmla="*/ 843011 w 843011"/>
                <a:gd name="connsiteY2" fmla="*/ 843011 h 843011"/>
                <a:gd name="connsiteX3" fmla="*/ 843010 w 843011"/>
                <a:gd name="connsiteY3" fmla="*/ 843011 h 843011"/>
                <a:gd name="connsiteX4" fmla="*/ 4351 w 843011"/>
                <a:gd name="connsiteY4" fmla="*/ 86193 h 843011"/>
                <a:gd name="connsiteX5" fmla="*/ 0 w 843011"/>
                <a:gd name="connsiteY5" fmla="*/ 20 h 843011"/>
                <a:gd name="connsiteX6" fmla="*/ 0 w 843011"/>
                <a:gd name="connsiteY6" fmla="*/ 0 h 84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011" h="843011">
                  <a:moveTo>
                    <a:pt x="0" y="0"/>
                  </a:moveTo>
                  <a:lnTo>
                    <a:pt x="843011" y="0"/>
                  </a:lnTo>
                  <a:lnTo>
                    <a:pt x="843011" y="843011"/>
                  </a:lnTo>
                  <a:lnTo>
                    <a:pt x="843010" y="843011"/>
                  </a:lnTo>
                  <a:cubicBezTo>
                    <a:pt x="406527" y="843011"/>
                    <a:pt x="47522" y="511287"/>
                    <a:pt x="4351" y="86193"/>
                  </a:cubicBez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216" name="Freeform 30">
              <a:extLst>
                <a:ext uri="{FF2B5EF4-FFF2-40B4-BE49-F238E27FC236}">
                  <a16:creationId xmlns:a16="http://schemas.microsoft.com/office/drawing/2014/main" id="{4D99D762-7AFF-4C91-A4A4-215DA40C72E5}"/>
                </a:ext>
              </a:extLst>
            </p:cNvPr>
            <p:cNvSpPr/>
            <p:nvPr/>
          </p:nvSpPr>
          <p:spPr>
            <a:xfrm>
              <a:off x="6095997" y="3428941"/>
              <a:ext cx="861882" cy="861883"/>
            </a:xfrm>
            <a:custGeom>
              <a:avLst/>
              <a:gdLst>
                <a:gd name="connsiteX0" fmla="*/ 0 w 843010"/>
                <a:gd name="connsiteY0" fmla="*/ 0 h 843011"/>
                <a:gd name="connsiteX1" fmla="*/ 843010 w 843010"/>
                <a:gd name="connsiteY1" fmla="*/ 0 h 843011"/>
                <a:gd name="connsiteX2" fmla="*/ 86192 w 843010"/>
                <a:gd name="connsiteY2" fmla="*/ 838659 h 843011"/>
                <a:gd name="connsiteX3" fmla="*/ 0 w 843010"/>
                <a:gd name="connsiteY3" fmla="*/ 843011 h 84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3010" h="843011">
                  <a:moveTo>
                    <a:pt x="0" y="0"/>
                  </a:moveTo>
                  <a:lnTo>
                    <a:pt x="843010" y="0"/>
                  </a:lnTo>
                  <a:cubicBezTo>
                    <a:pt x="843010" y="436483"/>
                    <a:pt x="511286" y="795488"/>
                    <a:pt x="86192" y="838659"/>
                  </a:cubicBezTo>
                  <a:lnTo>
                    <a:pt x="0" y="84301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5F1EF82D-F5C7-4F4B-A07B-AAD477B72041}"/>
                </a:ext>
              </a:extLst>
            </p:cNvPr>
            <p:cNvGrpSpPr/>
            <p:nvPr/>
          </p:nvGrpSpPr>
          <p:grpSpPr>
            <a:xfrm>
              <a:off x="5536418" y="2845085"/>
              <a:ext cx="1119165" cy="1167831"/>
              <a:chOff x="5568529" y="2807657"/>
              <a:chExt cx="1119165" cy="1167831"/>
            </a:xfrm>
          </p:grpSpPr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51BA66EC-0062-451E-AC2E-371BEAB7EE3F}"/>
                  </a:ext>
                </a:extLst>
              </p:cNvPr>
              <p:cNvSpPr txBox="1"/>
              <p:nvPr/>
            </p:nvSpPr>
            <p:spPr>
              <a:xfrm>
                <a:off x="5568529" y="2807657"/>
                <a:ext cx="41710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</a:t>
                </a: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F458A0DB-9D29-4EC1-8B09-D9F70829DB62}"/>
                  </a:ext>
                </a:extLst>
              </p:cNvPr>
              <p:cNvSpPr txBox="1"/>
              <p:nvPr/>
            </p:nvSpPr>
            <p:spPr>
              <a:xfrm>
                <a:off x="6127925" y="2807657"/>
                <a:ext cx="559769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</a:t>
                </a:r>
              </a:p>
            </p:txBody>
          </p:sp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B8EC2E48-D023-4FD7-9087-1F401C0D1989}"/>
                  </a:ext>
                </a:extLst>
              </p:cNvPr>
              <p:cNvSpPr txBox="1"/>
              <p:nvPr/>
            </p:nvSpPr>
            <p:spPr>
              <a:xfrm>
                <a:off x="5575743" y="3452268"/>
                <a:ext cx="40267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</a:t>
                </a:r>
              </a:p>
            </p:txBody>
          </p:sp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916A21A4-A6C4-4D47-8774-25E8325585CE}"/>
                  </a:ext>
                </a:extLst>
              </p:cNvPr>
              <p:cNvSpPr txBox="1"/>
              <p:nvPr/>
            </p:nvSpPr>
            <p:spPr>
              <a:xfrm>
                <a:off x="6173610" y="3452268"/>
                <a:ext cx="46839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8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O</a:t>
                </a: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F7C57439-D079-4E93-A161-244B0C0934B9}"/>
              </a:ext>
            </a:extLst>
          </p:cNvPr>
          <p:cNvGrpSpPr/>
          <p:nvPr/>
        </p:nvGrpSpPr>
        <p:grpSpPr>
          <a:xfrm>
            <a:off x="1259360" y="1170851"/>
            <a:ext cx="3034476" cy="1154052"/>
            <a:chOff x="7750527" y="1156772"/>
            <a:chExt cx="3034476" cy="1154052"/>
          </a:xfrm>
        </p:grpSpPr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47696664-441E-4848-8034-FBE51F3EC24B}"/>
                </a:ext>
              </a:extLst>
            </p:cNvPr>
            <p:cNvSpPr/>
            <p:nvPr/>
          </p:nvSpPr>
          <p:spPr>
            <a:xfrm>
              <a:off x="7750527" y="1752210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343D5802-61BF-4D2B-B40B-F8224C908096}"/>
                </a:ext>
              </a:extLst>
            </p:cNvPr>
            <p:cNvSpPr/>
            <p:nvPr/>
          </p:nvSpPr>
          <p:spPr>
            <a:xfrm>
              <a:off x="7750527" y="1156772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75</a:t>
              </a:r>
              <a:r>
                <a:rPr lang="en-US" sz="20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sz="20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283" name="Rectangle: Rounded Corners 282">
            <a:extLst>
              <a:ext uri="{FF2B5EF4-FFF2-40B4-BE49-F238E27FC236}">
                <a16:creationId xmlns:a16="http://schemas.microsoft.com/office/drawing/2014/main" id="{AF18447B-6F18-457C-A19C-E1C27566C53A}"/>
              </a:ext>
            </a:extLst>
          </p:cNvPr>
          <p:cNvSpPr/>
          <p:nvPr/>
        </p:nvSpPr>
        <p:spPr>
          <a:xfrm>
            <a:off x="1366280" y="2389567"/>
            <a:ext cx="2858546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84" name="Rectangle: Rounded Corners 283">
            <a:extLst>
              <a:ext uri="{FF2B5EF4-FFF2-40B4-BE49-F238E27FC236}">
                <a16:creationId xmlns:a16="http://schemas.microsoft.com/office/drawing/2014/main" id="{C30DBAB6-FDB6-46F6-9279-265B6143CC6F}"/>
              </a:ext>
            </a:extLst>
          </p:cNvPr>
          <p:cNvSpPr/>
          <p:nvPr/>
        </p:nvSpPr>
        <p:spPr>
          <a:xfrm>
            <a:off x="1366280" y="2389567"/>
            <a:ext cx="1861970" cy="11545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/>
              </a:gs>
              <a:gs pos="99000">
                <a:schemeClr val="accent4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743AF699-E4C4-4E21-99D1-52EFE6736995}"/>
              </a:ext>
            </a:extLst>
          </p:cNvPr>
          <p:cNvGrpSpPr/>
          <p:nvPr/>
        </p:nvGrpSpPr>
        <p:grpSpPr>
          <a:xfrm>
            <a:off x="7898165" y="1170851"/>
            <a:ext cx="3034476" cy="1154052"/>
            <a:chOff x="7750527" y="1156772"/>
            <a:chExt cx="3034476" cy="1154052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AB45D2A9-DC2C-4837-9C8F-375DB5C0B7F3}"/>
                </a:ext>
              </a:extLst>
            </p:cNvPr>
            <p:cNvSpPr/>
            <p:nvPr/>
          </p:nvSpPr>
          <p:spPr>
            <a:xfrm>
              <a:off x="7750527" y="1752210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BA9336BB-70D1-4618-82C9-ED523AC67CF7}"/>
                </a:ext>
              </a:extLst>
            </p:cNvPr>
            <p:cNvSpPr/>
            <p:nvPr/>
          </p:nvSpPr>
          <p:spPr>
            <a:xfrm>
              <a:off x="7750527" y="1156772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55</a:t>
              </a:r>
              <a:r>
                <a:rPr lang="en-US" sz="20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sz="20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291" name="Rectangle: Rounded Corners 290">
            <a:extLst>
              <a:ext uri="{FF2B5EF4-FFF2-40B4-BE49-F238E27FC236}">
                <a16:creationId xmlns:a16="http://schemas.microsoft.com/office/drawing/2014/main" id="{4CCE2BD6-1F11-4E1F-8F0C-25A55CE5573E}"/>
              </a:ext>
            </a:extLst>
          </p:cNvPr>
          <p:cNvSpPr/>
          <p:nvPr/>
        </p:nvSpPr>
        <p:spPr>
          <a:xfrm>
            <a:off x="8005085" y="2389567"/>
            <a:ext cx="2858546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92" name="Rectangle: Rounded Corners 291">
            <a:extLst>
              <a:ext uri="{FF2B5EF4-FFF2-40B4-BE49-F238E27FC236}">
                <a16:creationId xmlns:a16="http://schemas.microsoft.com/office/drawing/2014/main" id="{87E359D4-8938-452C-B57D-55F42E3FB786}"/>
              </a:ext>
            </a:extLst>
          </p:cNvPr>
          <p:cNvSpPr/>
          <p:nvPr/>
        </p:nvSpPr>
        <p:spPr>
          <a:xfrm>
            <a:off x="8005085" y="2389567"/>
            <a:ext cx="1581828" cy="11545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1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054D2849-76D3-458D-BA12-92EAFC60D823}"/>
              </a:ext>
            </a:extLst>
          </p:cNvPr>
          <p:cNvGrpSpPr/>
          <p:nvPr/>
        </p:nvGrpSpPr>
        <p:grpSpPr>
          <a:xfrm>
            <a:off x="1259360" y="4352983"/>
            <a:ext cx="3034476" cy="1154052"/>
            <a:chOff x="7750527" y="1156772"/>
            <a:chExt cx="3034476" cy="1154052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A1A836E2-813B-4D63-998C-2C772EC34E45}"/>
                </a:ext>
              </a:extLst>
            </p:cNvPr>
            <p:cNvSpPr/>
            <p:nvPr/>
          </p:nvSpPr>
          <p:spPr>
            <a:xfrm>
              <a:off x="7750527" y="1752210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7A3A0D6-AED5-49D4-80EA-6889DCADDEE0}"/>
                </a:ext>
              </a:extLst>
            </p:cNvPr>
            <p:cNvSpPr/>
            <p:nvPr/>
          </p:nvSpPr>
          <p:spPr>
            <a:xfrm>
              <a:off x="7750527" y="1156772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65</a:t>
              </a:r>
              <a:r>
                <a:rPr lang="en-US" sz="20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sz="20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298" name="Rectangle: Rounded Corners 297">
            <a:extLst>
              <a:ext uri="{FF2B5EF4-FFF2-40B4-BE49-F238E27FC236}">
                <a16:creationId xmlns:a16="http://schemas.microsoft.com/office/drawing/2014/main" id="{DF3E263E-06FA-460C-9E3C-D0347BC026E9}"/>
              </a:ext>
            </a:extLst>
          </p:cNvPr>
          <p:cNvSpPr/>
          <p:nvPr/>
        </p:nvSpPr>
        <p:spPr>
          <a:xfrm>
            <a:off x="1366280" y="5571699"/>
            <a:ext cx="2858546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99" name="Rectangle: Rounded Corners 298">
            <a:extLst>
              <a:ext uri="{FF2B5EF4-FFF2-40B4-BE49-F238E27FC236}">
                <a16:creationId xmlns:a16="http://schemas.microsoft.com/office/drawing/2014/main" id="{16266357-E30D-4B75-B9FD-F93CE0A64071}"/>
              </a:ext>
            </a:extLst>
          </p:cNvPr>
          <p:cNvSpPr/>
          <p:nvPr/>
        </p:nvSpPr>
        <p:spPr>
          <a:xfrm>
            <a:off x="1366280" y="5571699"/>
            <a:ext cx="1586470" cy="11545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3"/>
              </a:gs>
              <a:gs pos="99000">
                <a:schemeClr val="accent3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B838918E-96DD-4784-975B-F15CB233F6E9}"/>
              </a:ext>
            </a:extLst>
          </p:cNvPr>
          <p:cNvGrpSpPr/>
          <p:nvPr/>
        </p:nvGrpSpPr>
        <p:grpSpPr>
          <a:xfrm>
            <a:off x="7898165" y="4352983"/>
            <a:ext cx="3034476" cy="1154052"/>
            <a:chOff x="7750527" y="1156772"/>
            <a:chExt cx="3034476" cy="1154052"/>
          </a:xfrm>
        </p:grpSpPr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EA2B5F27-68E1-4887-8BFE-B0BB389F7848}"/>
                </a:ext>
              </a:extLst>
            </p:cNvPr>
            <p:cNvSpPr/>
            <p:nvPr/>
          </p:nvSpPr>
          <p:spPr>
            <a:xfrm>
              <a:off x="7750527" y="1752210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2495E91E-8D92-4ADF-B2A0-0564C4337A76}"/>
                </a:ext>
              </a:extLst>
            </p:cNvPr>
            <p:cNvSpPr/>
            <p:nvPr/>
          </p:nvSpPr>
          <p:spPr>
            <a:xfrm>
              <a:off x="7750527" y="1156772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45</a:t>
              </a:r>
              <a:r>
                <a:rPr lang="en-US" sz="20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sz="20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305" name="Rectangle: Rounded Corners 304">
            <a:extLst>
              <a:ext uri="{FF2B5EF4-FFF2-40B4-BE49-F238E27FC236}">
                <a16:creationId xmlns:a16="http://schemas.microsoft.com/office/drawing/2014/main" id="{525301E9-78A0-43F4-961D-E407C0499968}"/>
              </a:ext>
            </a:extLst>
          </p:cNvPr>
          <p:cNvSpPr/>
          <p:nvPr/>
        </p:nvSpPr>
        <p:spPr>
          <a:xfrm>
            <a:off x="8005085" y="5571699"/>
            <a:ext cx="2858546" cy="11545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306" name="Rectangle: Rounded Corners 305">
            <a:extLst>
              <a:ext uri="{FF2B5EF4-FFF2-40B4-BE49-F238E27FC236}">
                <a16:creationId xmlns:a16="http://schemas.microsoft.com/office/drawing/2014/main" id="{304580B1-FCC4-4595-885B-550800D2439E}"/>
              </a:ext>
            </a:extLst>
          </p:cNvPr>
          <p:cNvSpPr/>
          <p:nvPr/>
        </p:nvSpPr>
        <p:spPr>
          <a:xfrm>
            <a:off x="8005085" y="5571699"/>
            <a:ext cx="1300840" cy="11545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2"/>
              </a:gs>
              <a:gs pos="99000">
                <a:schemeClr val="accent2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32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6611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21600000">
                                      <p:cBhvr>
                                        <p:cTn id="15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6" presetClass="entr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" dur="75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75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6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6" dur="75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" presetClass="entr" presetSubtype="32" fill="hold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5" dur="75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" grpId="0" animBg="1"/>
      <p:bldP spid="284" grpId="0" animBg="1"/>
      <p:bldP spid="291" grpId="0" animBg="1"/>
      <p:bldP spid="292" grpId="0" animBg="1"/>
      <p:bldP spid="298" grpId="0" animBg="1"/>
      <p:bldP spid="299" grpId="0" animBg="1"/>
      <p:bldP spid="305" grpId="0" animBg="1"/>
      <p:bldP spid="30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Oval 664">
            <a:extLst>
              <a:ext uri="{FF2B5EF4-FFF2-40B4-BE49-F238E27FC236}">
                <a16:creationId xmlns:a16="http://schemas.microsoft.com/office/drawing/2014/main" id="{354386AF-A437-44F3-84B0-1F3B85BD42C6}"/>
              </a:ext>
            </a:extLst>
          </p:cNvPr>
          <p:cNvSpPr/>
          <p:nvPr/>
        </p:nvSpPr>
        <p:spPr>
          <a:xfrm>
            <a:off x="578105" y="2242779"/>
            <a:ext cx="666542" cy="66654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72AB84D-11DD-46C2-942A-333A0A93A0D8}"/>
              </a:ext>
            </a:extLst>
          </p:cNvPr>
          <p:cNvGrpSpPr/>
          <p:nvPr/>
        </p:nvGrpSpPr>
        <p:grpSpPr>
          <a:xfrm>
            <a:off x="5742064" y="1463754"/>
            <a:ext cx="707873" cy="5316348"/>
            <a:chOff x="5742065" y="1495932"/>
            <a:chExt cx="707873" cy="5316348"/>
          </a:xfrm>
        </p:grpSpPr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ADE57B82-14BF-4263-8BC3-2FE353F6EC9E}"/>
                </a:ext>
              </a:extLst>
            </p:cNvPr>
            <p:cNvGrpSpPr/>
            <p:nvPr/>
          </p:nvGrpSpPr>
          <p:grpSpPr>
            <a:xfrm>
              <a:off x="5772548" y="2600078"/>
              <a:ext cx="650771" cy="4212202"/>
              <a:chOff x="5772548" y="2219078"/>
              <a:chExt cx="650771" cy="5486920"/>
            </a:xfrm>
          </p:grpSpPr>
          <p:sp>
            <p:nvSpPr>
              <p:cNvPr id="251" name="Rectangle 233">
                <a:extLst>
                  <a:ext uri="{FF2B5EF4-FFF2-40B4-BE49-F238E27FC236}">
                    <a16:creationId xmlns:a16="http://schemas.microsoft.com/office/drawing/2014/main" id="{2B4E670D-3A9F-4F70-8C7A-F21C88E42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2548" y="2219078"/>
                <a:ext cx="74513" cy="5486920"/>
              </a:xfrm>
              <a:prstGeom prst="rect">
                <a:avLst/>
              </a:prstGeom>
              <a:gradFill>
                <a:gsLst>
                  <a:gs pos="0">
                    <a:schemeClr val="accent1">
                      <a:lumMod val="75000"/>
                      <a:alpha val="70000"/>
                    </a:schemeClr>
                  </a:gs>
                  <a:gs pos="100000">
                    <a:schemeClr val="accent1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53" name="Rectangle 235">
                <a:extLst>
                  <a:ext uri="{FF2B5EF4-FFF2-40B4-BE49-F238E27FC236}">
                    <a16:creationId xmlns:a16="http://schemas.microsoft.com/office/drawing/2014/main" id="{BC70F99F-AE22-42DB-8E60-2A888EC44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7695" y="2298671"/>
                <a:ext cx="94835" cy="5378478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1">
                      <a:alpha val="70000"/>
                    </a:schemeClr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50" name="Rectangle 232">
                <a:extLst>
                  <a:ext uri="{FF2B5EF4-FFF2-40B4-BE49-F238E27FC236}">
                    <a16:creationId xmlns:a16="http://schemas.microsoft.com/office/drawing/2014/main" id="{A2C41444-9CAC-477E-A323-0A9EC950A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7112" y="2219773"/>
                <a:ext cx="76207" cy="5379333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1">
                      <a:alpha val="70000"/>
                    </a:schemeClr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55" name="Rectangle 237">
                <a:extLst>
                  <a:ext uri="{FF2B5EF4-FFF2-40B4-BE49-F238E27FC236}">
                    <a16:creationId xmlns:a16="http://schemas.microsoft.com/office/drawing/2014/main" id="{688C7F5C-DE0D-4D79-A91E-DE0BDBAC6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2860" y="2298454"/>
                <a:ext cx="94835" cy="4559545"/>
              </a:xfrm>
              <a:prstGeom prst="rect">
                <a:avLst/>
              </a:prstGeom>
              <a:gradFill>
                <a:gsLst>
                  <a:gs pos="0">
                    <a:schemeClr val="accent1">
                      <a:lumMod val="75000"/>
                      <a:alpha val="70000"/>
                    </a:schemeClr>
                  </a:gs>
                  <a:gs pos="100000">
                    <a:schemeClr val="accent1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E101899E-4543-4816-9738-11FF68A71F34}"/>
                </a:ext>
              </a:extLst>
            </p:cNvPr>
            <p:cNvGrpSpPr/>
            <p:nvPr/>
          </p:nvGrpSpPr>
          <p:grpSpPr>
            <a:xfrm>
              <a:off x="5742065" y="1495932"/>
              <a:ext cx="707873" cy="1183739"/>
              <a:chOff x="5742065" y="1114932"/>
              <a:chExt cx="707873" cy="1183739"/>
            </a:xfrm>
          </p:grpSpPr>
          <p:sp>
            <p:nvSpPr>
              <p:cNvPr id="257" name="Freeform 239">
                <a:extLst>
                  <a:ext uri="{FF2B5EF4-FFF2-40B4-BE49-F238E27FC236}">
                    <a16:creationId xmlns:a16="http://schemas.microsoft.com/office/drawing/2014/main" id="{802F39A4-58FD-44D3-8001-54A2F478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0287" y="1936267"/>
                <a:ext cx="149026" cy="206604"/>
              </a:xfrm>
              <a:custGeom>
                <a:avLst/>
                <a:gdLst>
                  <a:gd name="T0" fmla="*/ 10 w 60"/>
                  <a:gd name="T1" fmla="*/ 0 h 83"/>
                  <a:gd name="T2" fmla="*/ 47 w 60"/>
                  <a:gd name="T3" fmla="*/ 0 h 83"/>
                  <a:gd name="T4" fmla="*/ 60 w 60"/>
                  <a:gd name="T5" fmla="*/ 64 h 83"/>
                  <a:gd name="T6" fmla="*/ 0 w 60"/>
                  <a:gd name="T7" fmla="*/ 83 h 83"/>
                  <a:gd name="T8" fmla="*/ 10 w 6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10" y="0"/>
                    </a:moveTo>
                    <a:cubicBezTo>
                      <a:pt x="10" y="0"/>
                      <a:pt x="25" y="16"/>
                      <a:pt x="47" y="0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17" y="59"/>
                      <a:pt x="0" y="8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58" name="Freeform 240">
                <a:extLst>
                  <a:ext uri="{FF2B5EF4-FFF2-40B4-BE49-F238E27FC236}">
                    <a16:creationId xmlns:a16="http://schemas.microsoft.com/office/drawing/2014/main" id="{C7A58912-2B30-4AFA-B24F-C2222B909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2065" y="1788935"/>
                <a:ext cx="132091" cy="384418"/>
              </a:xfrm>
              <a:custGeom>
                <a:avLst/>
                <a:gdLst>
                  <a:gd name="T0" fmla="*/ 42 w 53"/>
                  <a:gd name="T1" fmla="*/ 154 h 154"/>
                  <a:gd name="T2" fmla="*/ 53 w 53"/>
                  <a:gd name="T3" fmla="*/ 108 h 154"/>
                  <a:gd name="T4" fmla="*/ 27 w 53"/>
                  <a:gd name="T5" fmla="*/ 0 h 154"/>
                  <a:gd name="T6" fmla="*/ 0 w 53"/>
                  <a:gd name="T7" fmla="*/ 108 h 154"/>
                  <a:gd name="T8" fmla="*/ 12 w 53"/>
                  <a:gd name="T9" fmla="*/ 154 h 154"/>
                  <a:gd name="T10" fmla="*/ 42 w 53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54">
                    <a:moveTo>
                      <a:pt x="42" y="154"/>
                    </a:moveTo>
                    <a:cubicBezTo>
                      <a:pt x="49" y="135"/>
                      <a:pt x="53" y="144"/>
                      <a:pt x="53" y="108"/>
                    </a:cubicBezTo>
                    <a:cubicBezTo>
                      <a:pt x="53" y="48"/>
                      <a:pt x="42" y="0"/>
                      <a:pt x="27" y="0"/>
                    </a:cubicBezTo>
                    <a:cubicBezTo>
                      <a:pt x="12" y="0"/>
                      <a:pt x="0" y="48"/>
                      <a:pt x="0" y="108"/>
                    </a:cubicBezTo>
                    <a:cubicBezTo>
                      <a:pt x="0" y="144"/>
                      <a:pt x="5" y="135"/>
                      <a:pt x="12" y="154"/>
                    </a:cubicBezTo>
                    <a:lnTo>
                      <a:pt x="42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59" name="Freeform 241">
                <a:extLst>
                  <a:ext uri="{FF2B5EF4-FFF2-40B4-BE49-F238E27FC236}">
                    <a16:creationId xmlns:a16="http://schemas.microsoft.com/office/drawing/2014/main" id="{36BE4855-56C6-4E5F-A28E-4EEF97BC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3919" y="1788935"/>
                <a:ext cx="110076" cy="121930"/>
              </a:xfrm>
              <a:custGeom>
                <a:avLst/>
                <a:gdLst>
                  <a:gd name="T0" fmla="*/ 44 w 44"/>
                  <a:gd name="T1" fmla="*/ 49 h 49"/>
                  <a:gd name="T2" fmla="*/ 22 w 44"/>
                  <a:gd name="T3" fmla="*/ 0 h 49"/>
                  <a:gd name="T4" fmla="*/ 0 w 44"/>
                  <a:gd name="T5" fmla="*/ 49 h 49"/>
                  <a:gd name="T6" fmla="*/ 44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44" y="49"/>
                    </a:moveTo>
                    <a:cubicBezTo>
                      <a:pt x="39" y="20"/>
                      <a:pt x="31" y="0"/>
                      <a:pt x="22" y="0"/>
                    </a:cubicBezTo>
                    <a:cubicBezTo>
                      <a:pt x="13" y="0"/>
                      <a:pt x="4" y="20"/>
                      <a:pt x="0" y="49"/>
                    </a:cubicBezTo>
                    <a:lnTo>
                      <a:pt x="44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1"/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9E1A6A1B-0033-4C0A-A238-29AD372B5143}"/>
                  </a:ext>
                </a:extLst>
              </p:cNvPr>
              <p:cNvGrpSpPr/>
              <p:nvPr/>
            </p:nvGrpSpPr>
            <p:grpSpPr>
              <a:xfrm>
                <a:off x="5772548" y="2173354"/>
                <a:ext cx="74513" cy="45724"/>
                <a:chOff x="1741488" y="2517775"/>
                <a:chExt cx="69850" cy="42863"/>
              </a:xfrm>
              <a:solidFill>
                <a:schemeClr val="accent1"/>
              </a:solidFill>
            </p:grpSpPr>
            <p:sp>
              <p:nvSpPr>
                <p:cNvPr id="324" name="Rectangle 242">
                  <a:extLst>
                    <a:ext uri="{FF2B5EF4-FFF2-40B4-BE49-F238E27FC236}">
                      <a16:creationId xmlns:a16="http://schemas.microsoft.com/office/drawing/2014/main" id="{58307B8F-7D20-4839-86E4-F8B88D7A0F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1488" y="2517775"/>
                  <a:ext cx="69850" cy="1428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5" name="Rectangle 244">
                  <a:extLst>
                    <a:ext uri="{FF2B5EF4-FFF2-40B4-BE49-F238E27FC236}">
                      <a16:creationId xmlns:a16="http://schemas.microsoft.com/office/drawing/2014/main" id="{A44F437D-D437-432B-BE87-BF172945D8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25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6" name="Rectangle 246">
                  <a:extLst>
                    <a:ext uri="{FF2B5EF4-FFF2-40B4-BE49-F238E27FC236}">
                      <a16:creationId xmlns:a16="http://schemas.microsoft.com/office/drawing/2014/main" id="{EFD6D0D0-3515-4925-8FB6-04645BFAD6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5300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7" name="Rectangle 248">
                  <a:extLst>
                    <a:ext uri="{FF2B5EF4-FFF2-40B4-BE49-F238E27FC236}">
                      <a16:creationId xmlns:a16="http://schemas.microsoft.com/office/drawing/2014/main" id="{13538800-4196-4A49-BA7C-E29E9D4A69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8117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8" name="Rectangle 250">
                  <a:extLst>
                    <a:ext uri="{FF2B5EF4-FFF2-40B4-BE49-F238E27FC236}">
                      <a16:creationId xmlns:a16="http://schemas.microsoft.com/office/drawing/2014/main" id="{DEF2842C-56A5-454A-95E5-94620390F4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050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DAB76634-FC94-4268-BC7B-BC809AAD9879}"/>
                  </a:ext>
                </a:extLst>
              </p:cNvPr>
              <p:cNvGrpSpPr/>
              <p:nvPr/>
            </p:nvGrpSpPr>
            <p:grpSpPr>
              <a:xfrm>
                <a:off x="5772548" y="2188596"/>
                <a:ext cx="74513" cy="30483"/>
                <a:chOff x="5772548" y="2188596"/>
                <a:chExt cx="74513" cy="30483"/>
              </a:xfrm>
              <a:solidFill>
                <a:schemeClr val="accent1">
                  <a:lumMod val="75000"/>
                </a:schemeClr>
              </a:solidFill>
            </p:grpSpPr>
            <p:sp>
              <p:nvSpPr>
                <p:cNvPr id="260" name="Rectangle 243">
                  <a:extLst>
                    <a:ext uri="{FF2B5EF4-FFF2-40B4-BE49-F238E27FC236}">
                      <a16:creationId xmlns:a16="http://schemas.microsoft.com/office/drawing/2014/main" id="{ADDE2989-6D85-4589-9878-40B0928DF8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72548" y="2188596"/>
                  <a:ext cx="508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61" name="Rectangle 245">
                  <a:extLst>
                    <a:ext uri="{FF2B5EF4-FFF2-40B4-BE49-F238E27FC236}">
                      <a16:creationId xmlns:a16="http://schemas.microsoft.com/office/drawing/2014/main" id="{17E6C7CB-8FB7-45BA-8802-A0331054A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87788" y="2188596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62" name="Rectangle 247">
                  <a:extLst>
                    <a:ext uri="{FF2B5EF4-FFF2-40B4-BE49-F238E27FC236}">
                      <a16:creationId xmlns:a16="http://schemas.microsoft.com/office/drawing/2014/main" id="{946CFA04-5E40-4F71-B089-56B93FB69D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04723" y="2188596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63" name="Rectangle 249">
                  <a:extLst>
                    <a:ext uri="{FF2B5EF4-FFF2-40B4-BE49-F238E27FC236}">
                      <a16:creationId xmlns:a16="http://schemas.microsoft.com/office/drawing/2014/main" id="{3BD7FF22-7705-428E-9A37-111CAF3D2E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21658" y="2188596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65" name="Rectangle 251">
                  <a:extLst>
                    <a:ext uri="{FF2B5EF4-FFF2-40B4-BE49-F238E27FC236}">
                      <a16:creationId xmlns:a16="http://schemas.microsoft.com/office/drawing/2014/main" id="{146621ED-B861-4F52-8344-E3CFBA728A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40287" y="2188596"/>
                  <a:ext cx="6774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266" name="Freeform 252">
                <a:extLst>
                  <a:ext uri="{FF2B5EF4-FFF2-40B4-BE49-F238E27FC236}">
                    <a16:creationId xmlns:a16="http://schemas.microsoft.com/office/drawing/2014/main" id="{231D7744-C9FD-44CC-BC7F-47110E0E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383" y="1936267"/>
                <a:ext cx="147333" cy="206604"/>
              </a:xfrm>
              <a:custGeom>
                <a:avLst/>
                <a:gdLst>
                  <a:gd name="T0" fmla="*/ 50 w 59"/>
                  <a:gd name="T1" fmla="*/ 0 h 83"/>
                  <a:gd name="T2" fmla="*/ 12 w 59"/>
                  <a:gd name="T3" fmla="*/ 0 h 83"/>
                  <a:gd name="T4" fmla="*/ 0 w 59"/>
                  <a:gd name="T5" fmla="*/ 64 h 83"/>
                  <a:gd name="T6" fmla="*/ 59 w 59"/>
                  <a:gd name="T7" fmla="*/ 83 h 83"/>
                  <a:gd name="T8" fmla="*/ 50 w 59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83">
                    <a:moveTo>
                      <a:pt x="50" y="0"/>
                    </a:moveTo>
                    <a:cubicBezTo>
                      <a:pt x="50" y="0"/>
                      <a:pt x="35" y="16"/>
                      <a:pt x="12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43" y="59"/>
                      <a:pt x="59" y="83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67" name="Freeform 253">
                <a:extLst>
                  <a:ext uri="{FF2B5EF4-FFF2-40B4-BE49-F238E27FC236}">
                    <a16:creationId xmlns:a16="http://schemas.microsoft.com/office/drawing/2014/main" id="{63CAAEC6-ACB7-4447-B645-C47B92F2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1734" y="1114932"/>
                <a:ext cx="328534" cy="1109226"/>
              </a:xfrm>
              <a:custGeom>
                <a:avLst/>
                <a:gdLst>
                  <a:gd name="T0" fmla="*/ 28 w 131"/>
                  <a:gd name="T1" fmla="*/ 443 h 443"/>
                  <a:gd name="T2" fmla="*/ 0 w 131"/>
                  <a:gd name="T3" fmla="*/ 266 h 443"/>
                  <a:gd name="T4" fmla="*/ 66 w 131"/>
                  <a:gd name="T5" fmla="*/ 0 h 443"/>
                  <a:gd name="T6" fmla="*/ 131 w 131"/>
                  <a:gd name="T7" fmla="*/ 266 h 443"/>
                  <a:gd name="T8" fmla="*/ 103 w 131"/>
                  <a:gd name="T9" fmla="*/ 443 h 443"/>
                  <a:gd name="T10" fmla="*/ 28 w 131"/>
                  <a:gd name="T1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443">
                    <a:moveTo>
                      <a:pt x="28" y="443"/>
                    </a:moveTo>
                    <a:cubicBezTo>
                      <a:pt x="11" y="395"/>
                      <a:pt x="0" y="356"/>
                      <a:pt x="0" y="266"/>
                    </a:cubicBezTo>
                    <a:cubicBezTo>
                      <a:pt x="0" y="119"/>
                      <a:pt x="30" y="0"/>
                      <a:pt x="66" y="0"/>
                    </a:cubicBezTo>
                    <a:cubicBezTo>
                      <a:pt x="102" y="0"/>
                      <a:pt x="131" y="119"/>
                      <a:pt x="131" y="266"/>
                    </a:cubicBezTo>
                    <a:cubicBezTo>
                      <a:pt x="131" y="356"/>
                      <a:pt x="120" y="395"/>
                      <a:pt x="103" y="443"/>
                    </a:cubicBezTo>
                    <a:lnTo>
                      <a:pt x="28" y="44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68" name="Freeform 254">
                <a:extLst>
                  <a:ext uri="{FF2B5EF4-FFF2-40B4-BE49-F238E27FC236}">
                    <a16:creationId xmlns:a16="http://schemas.microsoft.com/office/drawing/2014/main" id="{80EC5F6C-8DEE-45F2-93AE-59B18D55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1734" y="1780467"/>
                <a:ext cx="328534" cy="62658"/>
              </a:xfrm>
              <a:custGeom>
                <a:avLst/>
                <a:gdLst>
                  <a:gd name="T0" fmla="*/ 1 w 131"/>
                  <a:gd name="T1" fmla="*/ 25 h 25"/>
                  <a:gd name="T2" fmla="*/ 0 w 131"/>
                  <a:gd name="T3" fmla="*/ 0 h 25"/>
                  <a:gd name="T4" fmla="*/ 131 w 131"/>
                  <a:gd name="T5" fmla="*/ 0 h 25"/>
                  <a:gd name="T6" fmla="*/ 131 w 131"/>
                  <a:gd name="T7" fmla="*/ 25 h 25"/>
                  <a:gd name="T8" fmla="*/ 1 w 1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5">
                    <a:moveTo>
                      <a:pt x="1" y="25"/>
                    </a:moveTo>
                    <a:cubicBezTo>
                      <a:pt x="1" y="17"/>
                      <a:pt x="0" y="9"/>
                      <a:pt x="0" y="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9"/>
                      <a:pt x="131" y="17"/>
                      <a:pt x="131" y="25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69" name="Freeform 255">
                <a:extLst>
                  <a:ext uri="{FF2B5EF4-FFF2-40B4-BE49-F238E27FC236}">
                    <a16:creationId xmlns:a16="http://schemas.microsoft.com/office/drawing/2014/main" id="{D79287CD-04B2-42AC-AEE8-FF0F059D0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152" y="1114932"/>
                <a:ext cx="235394" cy="206604"/>
              </a:xfrm>
              <a:custGeom>
                <a:avLst/>
                <a:gdLst>
                  <a:gd name="T0" fmla="*/ 0 w 94"/>
                  <a:gd name="T1" fmla="*/ 82 h 82"/>
                  <a:gd name="T2" fmla="*/ 47 w 94"/>
                  <a:gd name="T3" fmla="*/ 0 h 82"/>
                  <a:gd name="T4" fmla="*/ 94 w 94"/>
                  <a:gd name="T5" fmla="*/ 82 h 82"/>
                  <a:gd name="T6" fmla="*/ 0 w 9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82">
                    <a:moveTo>
                      <a:pt x="0" y="82"/>
                    </a:moveTo>
                    <a:cubicBezTo>
                      <a:pt x="12" y="31"/>
                      <a:pt x="28" y="0"/>
                      <a:pt x="47" y="0"/>
                    </a:cubicBezTo>
                    <a:cubicBezTo>
                      <a:pt x="65" y="0"/>
                      <a:pt x="82" y="31"/>
                      <a:pt x="94" y="82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0" name="Oval 256">
                <a:extLst>
                  <a:ext uri="{FF2B5EF4-FFF2-40B4-BE49-F238E27FC236}">
                    <a16:creationId xmlns:a16="http://schemas.microsoft.com/office/drawing/2014/main" id="{22D0C627-4F2B-4C93-97CD-1F8D524F0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19795" y="1448546"/>
                <a:ext cx="152413" cy="1524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1" name="Freeform 257">
                <a:extLst>
                  <a:ext uri="{FF2B5EF4-FFF2-40B4-BE49-F238E27FC236}">
                    <a16:creationId xmlns:a16="http://schemas.microsoft.com/office/drawing/2014/main" id="{16ECE311-4323-4383-A85D-9AF5EE04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5036" y="1463788"/>
                <a:ext cx="125317" cy="125317"/>
              </a:xfrm>
              <a:custGeom>
                <a:avLst/>
                <a:gdLst>
                  <a:gd name="T0" fmla="*/ 9 w 50"/>
                  <a:gd name="T1" fmla="*/ 41 h 50"/>
                  <a:gd name="T2" fmla="*/ 41 w 50"/>
                  <a:gd name="T3" fmla="*/ 41 h 50"/>
                  <a:gd name="T4" fmla="*/ 41 w 50"/>
                  <a:gd name="T5" fmla="*/ 9 h 50"/>
                  <a:gd name="T6" fmla="*/ 9 w 50"/>
                  <a:gd name="T7" fmla="*/ 9 h 50"/>
                  <a:gd name="T8" fmla="*/ 9 w 50"/>
                  <a:gd name="T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9" y="41"/>
                    </a:moveTo>
                    <a:cubicBezTo>
                      <a:pt x="18" y="50"/>
                      <a:pt x="32" y="50"/>
                      <a:pt x="41" y="41"/>
                    </a:cubicBezTo>
                    <a:cubicBezTo>
                      <a:pt x="50" y="32"/>
                      <a:pt x="50" y="18"/>
                      <a:pt x="41" y="9"/>
                    </a:cubicBezTo>
                    <a:cubicBezTo>
                      <a:pt x="32" y="0"/>
                      <a:pt x="18" y="0"/>
                      <a:pt x="9" y="9"/>
                    </a:cubicBezTo>
                    <a:cubicBezTo>
                      <a:pt x="0" y="18"/>
                      <a:pt x="0" y="32"/>
                      <a:pt x="9" y="41"/>
                    </a:cubicBezTo>
                    <a:close/>
                  </a:path>
                </a:pathLst>
              </a:custGeom>
              <a:solidFill>
                <a:srgbClr val="B6D4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2" name="Freeform 258">
                <a:extLst>
                  <a:ext uri="{FF2B5EF4-FFF2-40B4-BE49-F238E27FC236}">
                    <a16:creationId xmlns:a16="http://schemas.microsoft.com/office/drawing/2014/main" id="{9964EBED-8ABF-4AAF-987C-763EFB05C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5197" y="1492577"/>
                <a:ext cx="84674" cy="86367"/>
              </a:xfrm>
              <a:custGeom>
                <a:avLst/>
                <a:gdLst>
                  <a:gd name="T0" fmla="*/ 0 w 34"/>
                  <a:gd name="T1" fmla="*/ 4 h 34"/>
                  <a:gd name="T2" fmla="*/ 2 w 34"/>
                  <a:gd name="T3" fmla="*/ 0 h 34"/>
                  <a:gd name="T4" fmla="*/ 34 w 34"/>
                  <a:gd name="T5" fmla="*/ 32 h 34"/>
                  <a:gd name="T6" fmla="*/ 30 w 34"/>
                  <a:gd name="T7" fmla="*/ 34 h 34"/>
                  <a:gd name="T8" fmla="*/ 0 w 34"/>
                  <a:gd name="T9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3"/>
                      <a:pt x="31" y="33"/>
                      <a:pt x="30" y="3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3" name="Freeform 259">
                <a:extLst>
                  <a:ext uri="{FF2B5EF4-FFF2-40B4-BE49-F238E27FC236}">
                    <a16:creationId xmlns:a16="http://schemas.microsoft.com/office/drawing/2014/main" id="{D8C41FBF-69E7-49CF-87BE-6D57C877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0439" y="1468868"/>
                <a:ext cx="91448" cy="94835"/>
              </a:xfrm>
              <a:custGeom>
                <a:avLst/>
                <a:gdLst>
                  <a:gd name="T0" fmla="*/ 0 w 37"/>
                  <a:gd name="T1" fmla="*/ 6 h 38"/>
                  <a:gd name="T2" fmla="*/ 10 w 37"/>
                  <a:gd name="T3" fmla="*/ 0 h 38"/>
                  <a:gd name="T4" fmla="*/ 37 w 37"/>
                  <a:gd name="T5" fmla="*/ 27 h 38"/>
                  <a:gd name="T6" fmla="*/ 32 w 37"/>
                  <a:gd name="T7" fmla="*/ 38 h 38"/>
                  <a:gd name="T8" fmla="*/ 0 w 37"/>
                  <a:gd name="T9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0" y="6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1"/>
                      <a:pt x="35" y="35"/>
                      <a:pt x="32" y="3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4" name="Oval 260">
                <a:extLst>
                  <a:ext uri="{FF2B5EF4-FFF2-40B4-BE49-F238E27FC236}">
                    <a16:creationId xmlns:a16="http://schemas.microsoft.com/office/drawing/2014/main" id="{5CF4810B-FAFC-4943-BEF2-505FD8E78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2614" y="1453627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5" name="Freeform 261">
                <a:extLst>
                  <a:ext uri="{FF2B5EF4-FFF2-40B4-BE49-F238E27FC236}">
                    <a16:creationId xmlns:a16="http://schemas.microsoft.com/office/drawing/2014/main" id="{A796F558-F989-4CBB-B6EB-6FE12434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791" y="1460401"/>
                <a:ext cx="11855" cy="13548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5 h 5"/>
                  <a:gd name="T4" fmla="*/ 4 w 5"/>
                  <a:gd name="T5" fmla="*/ 4 h 5"/>
                  <a:gd name="T6" fmla="*/ 3 w 5"/>
                  <a:gd name="T7" fmla="*/ 1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6" name="Freeform 262">
                <a:extLst>
                  <a:ext uri="{FF2B5EF4-FFF2-40B4-BE49-F238E27FC236}">
                    <a16:creationId xmlns:a16="http://schemas.microsoft.com/office/drawing/2014/main" id="{A521A09F-88E2-4CF8-90C3-E9EA57DB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6805" y="1485803"/>
                <a:ext cx="15242" cy="11854"/>
              </a:xfrm>
              <a:custGeom>
                <a:avLst/>
                <a:gdLst>
                  <a:gd name="T0" fmla="*/ 2 w 6"/>
                  <a:gd name="T1" fmla="*/ 1 h 5"/>
                  <a:gd name="T2" fmla="*/ 1 w 6"/>
                  <a:gd name="T3" fmla="*/ 4 h 5"/>
                  <a:gd name="T4" fmla="*/ 4 w 6"/>
                  <a:gd name="T5" fmla="*/ 5 h 5"/>
                  <a:gd name="T6" fmla="*/ 5 w 6"/>
                  <a:gd name="T7" fmla="*/ 1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7" name="Oval 263">
                <a:extLst>
                  <a:ext uri="{FF2B5EF4-FFF2-40B4-BE49-F238E27FC236}">
                    <a16:creationId xmlns:a16="http://schemas.microsoft.com/office/drawing/2014/main" id="{0904DFCC-D91E-4BE3-A960-FFFF3FE97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6966" y="1521366"/>
                <a:ext cx="13548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8" name="Freeform 264">
                <a:extLst>
                  <a:ext uri="{FF2B5EF4-FFF2-40B4-BE49-F238E27FC236}">
                    <a16:creationId xmlns:a16="http://schemas.microsoft.com/office/drawing/2014/main" id="{146543A3-62A2-45AA-8FCC-8A8A0A0B1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6805" y="1550155"/>
                <a:ext cx="15242" cy="15241"/>
              </a:xfrm>
              <a:custGeom>
                <a:avLst/>
                <a:gdLst>
                  <a:gd name="T0" fmla="*/ 4 w 6"/>
                  <a:gd name="T1" fmla="*/ 1 h 6"/>
                  <a:gd name="T2" fmla="*/ 1 w 6"/>
                  <a:gd name="T3" fmla="*/ 2 h 6"/>
                  <a:gd name="T4" fmla="*/ 2 w 6"/>
                  <a:gd name="T5" fmla="*/ 5 h 6"/>
                  <a:gd name="T6" fmla="*/ 5 w 6"/>
                  <a:gd name="T7" fmla="*/ 4 h 6"/>
                  <a:gd name="T8" fmla="*/ 4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79" name="Freeform 265">
                <a:extLst>
                  <a:ext uri="{FF2B5EF4-FFF2-40B4-BE49-F238E27FC236}">
                    <a16:creationId xmlns:a16="http://schemas.microsoft.com/office/drawing/2014/main" id="{D3BC4FD4-BF57-4BB4-B9A4-8391EB61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791" y="1575557"/>
                <a:ext cx="11855" cy="13548"/>
              </a:xfrm>
              <a:custGeom>
                <a:avLst/>
                <a:gdLst>
                  <a:gd name="T0" fmla="*/ 4 w 5"/>
                  <a:gd name="T1" fmla="*/ 2 h 5"/>
                  <a:gd name="T2" fmla="*/ 1 w 5"/>
                  <a:gd name="T3" fmla="*/ 1 h 5"/>
                  <a:gd name="T4" fmla="*/ 0 w 5"/>
                  <a:gd name="T5" fmla="*/ 4 h 5"/>
                  <a:gd name="T6" fmla="*/ 3 w 5"/>
                  <a:gd name="T7" fmla="*/ 5 h 5"/>
                  <a:gd name="T8" fmla="*/ 4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0" name="Oval 266">
                <a:extLst>
                  <a:ext uri="{FF2B5EF4-FFF2-40B4-BE49-F238E27FC236}">
                    <a16:creationId xmlns:a16="http://schemas.microsoft.com/office/drawing/2014/main" id="{0564D8E8-D479-49B9-9FF9-A2365A52D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2614" y="1585718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1" name="Freeform 267">
                <a:extLst>
                  <a:ext uri="{FF2B5EF4-FFF2-40B4-BE49-F238E27FC236}">
                    <a16:creationId xmlns:a16="http://schemas.microsoft.com/office/drawing/2014/main" id="{A86F3FCE-4720-49E8-9008-B3281B5FF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052" y="1575557"/>
                <a:ext cx="13548" cy="13548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1 h 5"/>
                  <a:gd name="T4" fmla="*/ 1 w 5"/>
                  <a:gd name="T5" fmla="*/ 2 h 5"/>
                  <a:gd name="T6" fmla="*/ 2 w 5"/>
                  <a:gd name="T7" fmla="*/ 5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2" name="Freeform 268">
                <a:extLst>
                  <a:ext uri="{FF2B5EF4-FFF2-40B4-BE49-F238E27FC236}">
                    <a16:creationId xmlns:a16="http://schemas.microsoft.com/office/drawing/2014/main" id="{C02FFFA0-D3B3-453D-96DE-5884ABBE5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649" y="1550155"/>
                <a:ext cx="15242" cy="15241"/>
              </a:xfrm>
              <a:custGeom>
                <a:avLst/>
                <a:gdLst>
                  <a:gd name="T0" fmla="*/ 4 w 6"/>
                  <a:gd name="T1" fmla="*/ 5 h 6"/>
                  <a:gd name="T2" fmla="*/ 5 w 6"/>
                  <a:gd name="T3" fmla="*/ 2 h 6"/>
                  <a:gd name="T4" fmla="*/ 2 w 6"/>
                  <a:gd name="T5" fmla="*/ 1 h 6"/>
                  <a:gd name="T6" fmla="*/ 1 w 6"/>
                  <a:gd name="T7" fmla="*/ 4 h 6"/>
                  <a:gd name="T8" fmla="*/ 4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5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5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3" name="Oval 269">
                <a:extLst>
                  <a:ext uri="{FF2B5EF4-FFF2-40B4-BE49-F238E27FC236}">
                    <a16:creationId xmlns:a16="http://schemas.microsoft.com/office/drawing/2014/main" id="{0781A45E-C20F-4266-8A8A-6E6C6DBDA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4875" y="1521366"/>
                <a:ext cx="11855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4" name="Freeform 270">
                <a:extLst>
                  <a:ext uri="{FF2B5EF4-FFF2-40B4-BE49-F238E27FC236}">
                    <a16:creationId xmlns:a16="http://schemas.microsoft.com/office/drawing/2014/main" id="{2B91BE57-465C-4F5B-9FFD-F333D406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649" y="1485803"/>
                <a:ext cx="15242" cy="11854"/>
              </a:xfrm>
              <a:custGeom>
                <a:avLst/>
                <a:gdLst>
                  <a:gd name="T0" fmla="*/ 2 w 6"/>
                  <a:gd name="T1" fmla="*/ 5 h 5"/>
                  <a:gd name="T2" fmla="*/ 5 w 6"/>
                  <a:gd name="T3" fmla="*/ 4 h 5"/>
                  <a:gd name="T4" fmla="*/ 4 w 6"/>
                  <a:gd name="T5" fmla="*/ 1 h 5"/>
                  <a:gd name="T6" fmla="*/ 1 w 6"/>
                  <a:gd name="T7" fmla="*/ 1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3" y="5"/>
                      <a:pt x="4" y="5"/>
                      <a:pt x="5" y="4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5" name="Freeform 271">
                <a:extLst>
                  <a:ext uri="{FF2B5EF4-FFF2-40B4-BE49-F238E27FC236}">
                    <a16:creationId xmlns:a16="http://schemas.microsoft.com/office/drawing/2014/main" id="{E1956F42-F490-4E13-8115-C67839CA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052" y="1460401"/>
                <a:ext cx="13548" cy="13548"/>
              </a:xfrm>
              <a:custGeom>
                <a:avLst/>
                <a:gdLst>
                  <a:gd name="T0" fmla="*/ 1 w 5"/>
                  <a:gd name="T1" fmla="*/ 4 h 5"/>
                  <a:gd name="T2" fmla="*/ 4 w 5"/>
                  <a:gd name="T3" fmla="*/ 5 h 5"/>
                  <a:gd name="T4" fmla="*/ 5 w 5"/>
                  <a:gd name="T5" fmla="*/ 2 h 5"/>
                  <a:gd name="T6" fmla="*/ 2 w 5"/>
                  <a:gd name="T7" fmla="*/ 1 h 5"/>
                  <a:gd name="T8" fmla="*/ 1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8A6410A9-6C89-4BE7-B8BD-F136C76EBC81}"/>
                  </a:ext>
                </a:extLst>
              </p:cNvPr>
              <p:cNvGrpSpPr/>
              <p:nvPr/>
            </p:nvGrpSpPr>
            <p:grpSpPr>
              <a:xfrm>
                <a:off x="6002860" y="2224158"/>
                <a:ext cx="186282" cy="74513"/>
                <a:chOff x="1957388" y="2565400"/>
                <a:chExt cx="174625" cy="69850"/>
              </a:xfrm>
              <a:solidFill>
                <a:schemeClr val="accent1"/>
              </a:solidFill>
            </p:grpSpPr>
            <p:sp>
              <p:nvSpPr>
                <p:cNvPr id="313" name="Rectangle 272">
                  <a:extLst>
                    <a:ext uri="{FF2B5EF4-FFF2-40B4-BE49-F238E27FC236}">
                      <a16:creationId xmlns:a16="http://schemas.microsoft.com/office/drawing/2014/main" id="{FAD39D6A-AED5-43FB-9C0F-D5593A84C9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65400"/>
                  <a:ext cx="174625" cy="1111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4" name="Rectangle 274">
                  <a:extLst>
                    <a:ext uri="{FF2B5EF4-FFF2-40B4-BE49-F238E27FC236}">
                      <a16:creationId xmlns:a16="http://schemas.microsoft.com/office/drawing/2014/main" id="{C84C204E-C532-4B6A-B59F-BE34DD6238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613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5" name="Rectangle 276">
                  <a:extLst>
                    <a:ext uri="{FF2B5EF4-FFF2-40B4-BE49-F238E27FC236}">
                      <a16:creationId xmlns:a16="http://schemas.microsoft.com/office/drawing/2014/main" id="{8D984D37-F21A-4753-B34E-C4A9ADEE2E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0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6" name="Rectangle 278">
                  <a:extLst>
                    <a:ext uri="{FF2B5EF4-FFF2-40B4-BE49-F238E27FC236}">
                      <a16:creationId xmlns:a16="http://schemas.microsoft.com/office/drawing/2014/main" id="{7B9210CA-5A91-46E8-ADB5-4D7D981022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828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7" name="Rectangle 280">
                  <a:extLst>
                    <a:ext uri="{FF2B5EF4-FFF2-40B4-BE49-F238E27FC236}">
                      <a16:creationId xmlns:a16="http://schemas.microsoft.com/office/drawing/2014/main" id="{6AE8ED68-DB53-4FDD-A0A6-49E1C2DA5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69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8" name="Rectangle 282">
                  <a:extLst>
                    <a:ext uri="{FF2B5EF4-FFF2-40B4-BE49-F238E27FC236}">
                      <a16:creationId xmlns:a16="http://schemas.microsoft.com/office/drawing/2014/main" id="{63A4560E-06E6-4E96-B4CC-5A7B4631AE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10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9" name="Rectangle 284">
                  <a:extLst>
                    <a:ext uri="{FF2B5EF4-FFF2-40B4-BE49-F238E27FC236}">
                      <a16:creationId xmlns:a16="http://schemas.microsoft.com/office/drawing/2014/main" id="{A15390AB-E30B-431F-A617-8C50CF3006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0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0" name="Rectangle 286">
                  <a:extLst>
                    <a:ext uri="{FF2B5EF4-FFF2-40B4-BE49-F238E27FC236}">
                      <a16:creationId xmlns:a16="http://schemas.microsoft.com/office/drawing/2014/main" id="{95D8B6FE-9F31-4D65-8571-AF82B524F6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1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1" name="Rectangle 288">
                  <a:extLst>
                    <a:ext uri="{FF2B5EF4-FFF2-40B4-BE49-F238E27FC236}">
                      <a16:creationId xmlns:a16="http://schemas.microsoft.com/office/drawing/2014/main" id="{02B73B36-04ED-49DC-8EC2-30D5791ADB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6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2" name="Rectangle 290">
                  <a:extLst>
                    <a:ext uri="{FF2B5EF4-FFF2-40B4-BE49-F238E27FC236}">
                      <a16:creationId xmlns:a16="http://schemas.microsoft.com/office/drawing/2014/main" id="{D99C0308-732B-4E3E-94DC-61ECF7C05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7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23" name="Rectangle 292">
                  <a:extLst>
                    <a:ext uri="{FF2B5EF4-FFF2-40B4-BE49-F238E27FC236}">
                      <a16:creationId xmlns:a16="http://schemas.microsoft.com/office/drawing/2014/main" id="{F4F3FBB7-A86A-48E8-BF05-325EBB24A7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69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52A5C32B-7752-4C99-9836-95F51FEA8F8E}"/>
                  </a:ext>
                </a:extLst>
              </p:cNvPr>
              <p:cNvGrpSpPr/>
              <p:nvPr/>
            </p:nvGrpSpPr>
            <p:grpSpPr>
              <a:xfrm>
                <a:off x="6002860" y="2236013"/>
                <a:ext cx="186282" cy="62658"/>
                <a:chOff x="1957388" y="2576513"/>
                <a:chExt cx="174625" cy="58737"/>
              </a:xfrm>
              <a:solidFill>
                <a:schemeClr val="accent1">
                  <a:lumMod val="75000"/>
                </a:schemeClr>
              </a:solidFill>
            </p:grpSpPr>
            <p:sp>
              <p:nvSpPr>
                <p:cNvPr id="302" name="Rectangle 273">
                  <a:extLst>
                    <a:ext uri="{FF2B5EF4-FFF2-40B4-BE49-F238E27FC236}">
                      <a16:creationId xmlns:a16="http://schemas.microsoft.com/office/drawing/2014/main" id="{6B45E5DA-1D23-4773-BE49-83DF460B5D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566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3" name="Rectangle 275">
                  <a:extLst>
                    <a:ext uri="{FF2B5EF4-FFF2-40B4-BE49-F238E27FC236}">
                      <a16:creationId xmlns:a16="http://schemas.microsoft.com/office/drawing/2014/main" id="{163E0D8D-9134-47CC-ACCE-6E93C1BBE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9788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4" name="Rectangle 277">
                  <a:extLst>
                    <a:ext uri="{FF2B5EF4-FFF2-40B4-BE49-F238E27FC236}">
                      <a16:creationId xmlns:a16="http://schemas.microsoft.com/office/drawing/2014/main" id="{6FA221E4-2178-4823-9E4B-7526E08D3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23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5" name="Rectangle 279">
                  <a:extLst>
                    <a:ext uri="{FF2B5EF4-FFF2-40B4-BE49-F238E27FC236}">
                      <a16:creationId xmlns:a16="http://schemas.microsoft.com/office/drawing/2014/main" id="{99861E52-00F3-4F46-8B4B-088676127F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4863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6" name="Rectangle 281">
                  <a:extLst>
                    <a:ext uri="{FF2B5EF4-FFF2-40B4-BE49-F238E27FC236}">
                      <a16:creationId xmlns:a16="http://schemas.microsoft.com/office/drawing/2014/main" id="{39A8DCF9-B0DC-445E-84AE-7DBCDB6C1E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74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7" name="Rectangle 283">
                  <a:extLst>
                    <a:ext uri="{FF2B5EF4-FFF2-40B4-BE49-F238E27FC236}">
                      <a16:creationId xmlns:a16="http://schemas.microsoft.com/office/drawing/2014/main" id="{48C87B1D-7A47-4929-9F97-051EE29DA2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15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8" name="Rectangle 285">
                  <a:extLst>
                    <a:ext uri="{FF2B5EF4-FFF2-40B4-BE49-F238E27FC236}">
                      <a16:creationId xmlns:a16="http://schemas.microsoft.com/office/drawing/2014/main" id="{D7E2AA36-4E98-4699-B960-E1FFD5F426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56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9" name="Rectangle 287">
                  <a:extLst>
                    <a:ext uri="{FF2B5EF4-FFF2-40B4-BE49-F238E27FC236}">
                      <a16:creationId xmlns:a16="http://schemas.microsoft.com/office/drawing/2014/main" id="{1FC39566-E30C-4C6E-AA60-8824727923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8188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0" name="Rectangle 289">
                  <a:extLst>
                    <a:ext uri="{FF2B5EF4-FFF2-40B4-BE49-F238E27FC236}">
                      <a16:creationId xmlns:a16="http://schemas.microsoft.com/office/drawing/2014/main" id="{DAF8F218-92E2-4EFF-A308-BFF590AD4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23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1" name="Rectangle 291">
                  <a:extLst>
                    <a:ext uri="{FF2B5EF4-FFF2-40B4-BE49-F238E27FC236}">
                      <a16:creationId xmlns:a16="http://schemas.microsoft.com/office/drawing/2014/main" id="{F0A8045D-1561-4BEC-8933-3A4E767DB9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73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12" name="Rectangle 293">
                  <a:extLst>
                    <a:ext uri="{FF2B5EF4-FFF2-40B4-BE49-F238E27FC236}">
                      <a16:creationId xmlns:a16="http://schemas.microsoft.com/office/drawing/2014/main" id="{E1D62EA2-F4D8-4FF6-B0FE-AFAAC8BE2B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288" name="Freeform 294">
                <a:extLst>
                  <a:ext uri="{FF2B5EF4-FFF2-40B4-BE49-F238E27FC236}">
                    <a16:creationId xmlns:a16="http://schemas.microsoft.com/office/drawing/2014/main" id="{5F362A5E-47B2-4379-8EF2-D8D374C7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9540" y="1788935"/>
                <a:ext cx="130398" cy="384418"/>
              </a:xfrm>
              <a:custGeom>
                <a:avLst/>
                <a:gdLst>
                  <a:gd name="T0" fmla="*/ 11 w 52"/>
                  <a:gd name="T1" fmla="*/ 154 h 154"/>
                  <a:gd name="T2" fmla="*/ 0 w 52"/>
                  <a:gd name="T3" fmla="*/ 108 h 154"/>
                  <a:gd name="T4" fmla="*/ 26 w 52"/>
                  <a:gd name="T5" fmla="*/ 0 h 154"/>
                  <a:gd name="T6" fmla="*/ 52 w 52"/>
                  <a:gd name="T7" fmla="*/ 108 h 154"/>
                  <a:gd name="T8" fmla="*/ 41 w 52"/>
                  <a:gd name="T9" fmla="*/ 154 h 154"/>
                  <a:gd name="T10" fmla="*/ 11 w 52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54">
                    <a:moveTo>
                      <a:pt x="11" y="154"/>
                    </a:moveTo>
                    <a:cubicBezTo>
                      <a:pt x="4" y="135"/>
                      <a:pt x="0" y="144"/>
                      <a:pt x="0" y="108"/>
                    </a:cubicBezTo>
                    <a:cubicBezTo>
                      <a:pt x="0" y="48"/>
                      <a:pt x="11" y="0"/>
                      <a:pt x="26" y="0"/>
                    </a:cubicBezTo>
                    <a:cubicBezTo>
                      <a:pt x="41" y="0"/>
                      <a:pt x="52" y="48"/>
                      <a:pt x="52" y="108"/>
                    </a:cubicBezTo>
                    <a:cubicBezTo>
                      <a:pt x="52" y="144"/>
                      <a:pt x="48" y="135"/>
                      <a:pt x="41" y="154"/>
                    </a:cubicBezTo>
                    <a:lnTo>
                      <a:pt x="11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89" name="Freeform 295">
                <a:extLst>
                  <a:ext uri="{FF2B5EF4-FFF2-40B4-BE49-F238E27FC236}">
                    <a16:creationId xmlns:a16="http://schemas.microsoft.com/office/drawing/2014/main" id="{4903C1B3-BDA3-49D8-8904-6A6035A8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9701" y="1788935"/>
                <a:ext cx="110076" cy="121930"/>
              </a:xfrm>
              <a:custGeom>
                <a:avLst/>
                <a:gdLst>
                  <a:gd name="T0" fmla="*/ 0 w 44"/>
                  <a:gd name="T1" fmla="*/ 49 h 49"/>
                  <a:gd name="T2" fmla="*/ 22 w 44"/>
                  <a:gd name="T3" fmla="*/ 0 h 49"/>
                  <a:gd name="T4" fmla="*/ 44 w 44"/>
                  <a:gd name="T5" fmla="*/ 49 h 49"/>
                  <a:gd name="T6" fmla="*/ 0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49"/>
                    </a:moveTo>
                    <a:cubicBezTo>
                      <a:pt x="4" y="20"/>
                      <a:pt x="13" y="0"/>
                      <a:pt x="22" y="0"/>
                    </a:cubicBezTo>
                    <a:cubicBezTo>
                      <a:pt x="31" y="0"/>
                      <a:pt x="39" y="20"/>
                      <a:pt x="44" y="49"/>
                    </a:cubicBezTo>
                    <a:lnTo>
                      <a:pt x="0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1"/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290" name="Group 289">
                <a:extLst>
                  <a:ext uri="{FF2B5EF4-FFF2-40B4-BE49-F238E27FC236}">
                    <a16:creationId xmlns:a16="http://schemas.microsoft.com/office/drawing/2014/main" id="{E04D0FBB-F44B-4FDB-B1D6-EF4101607CA9}"/>
                  </a:ext>
                </a:extLst>
              </p:cNvPr>
              <p:cNvGrpSpPr/>
              <p:nvPr/>
            </p:nvGrpSpPr>
            <p:grpSpPr>
              <a:xfrm>
                <a:off x="6346635" y="2173354"/>
                <a:ext cx="76207" cy="45724"/>
                <a:chOff x="2279650" y="2517775"/>
                <a:chExt cx="71438" cy="42863"/>
              </a:xfrm>
              <a:solidFill>
                <a:schemeClr val="accent1"/>
              </a:solidFill>
            </p:grpSpPr>
            <p:sp>
              <p:nvSpPr>
                <p:cNvPr id="297" name="Rectangle 296">
                  <a:extLst>
                    <a:ext uri="{FF2B5EF4-FFF2-40B4-BE49-F238E27FC236}">
                      <a16:creationId xmlns:a16="http://schemas.microsoft.com/office/drawing/2014/main" id="{263E889C-4812-42AE-B57A-7B6C3F1525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17775"/>
                  <a:ext cx="71438" cy="1428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8" name="Rectangle 298">
                  <a:extLst>
                    <a:ext uri="{FF2B5EF4-FFF2-40B4-BE49-F238E27FC236}">
                      <a16:creationId xmlns:a16="http://schemas.microsoft.com/office/drawing/2014/main" id="{38237758-9B8C-45FE-827F-CBB78F40D4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68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9" name="Rectangle 300">
                  <a:extLst>
                    <a:ext uri="{FF2B5EF4-FFF2-40B4-BE49-F238E27FC236}">
                      <a16:creationId xmlns:a16="http://schemas.microsoft.com/office/drawing/2014/main" id="{54B05DD4-2B05-4950-8B48-F4BA867743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92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0" name="Rectangle 302">
                  <a:extLst>
                    <a:ext uri="{FF2B5EF4-FFF2-40B4-BE49-F238E27FC236}">
                      <a16:creationId xmlns:a16="http://schemas.microsoft.com/office/drawing/2014/main" id="{3B91E4A1-31EE-4D95-927F-A89034B29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3463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01" name="Rectangle 304">
                  <a:extLst>
                    <a:ext uri="{FF2B5EF4-FFF2-40B4-BE49-F238E27FC236}">
                      <a16:creationId xmlns:a16="http://schemas.microsoft.com/office/drawing/2014/main" id="{A8A1A49E-AEEB-4A88-8DA7-8A7463E1AC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4413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291" name="Group 290">
                <a:extLst>
                  <a:ext uri="{FF2B5EF4-FFF2-40B4-BE49-F238E27FC236}">
                    <a16:creationId xmlns:a16="http://schemas.microsoft.com/office/drawing/2014/main" id="{3A777208-6CD8-4065-9DDF-1FB08973583A}"/>
                  </a:ext>
                </a:extLst>
              </p:cNvPr>
              <p:cNvGrpSpPr/>
              <p:nvPr/>
            </p:nvGrpSpPr>
            <p:grpSpPr>
              <a:xfrm>
                <a:off x="6346635" y="2188596"/>
                <a:ext cx="76207" cy="30483"/>
                <a:chOff x="2279650" y="2532063"/>
                <a:chExt cx="71438" cy="28575"/>
              </a:xfrm>
              <a:solidFill>
                <a:schemeClr val="accent1">
                  <a:lumMod val="75000"/>
                </a:schemeClr>
              </a:solidFill>
            </p:grpSpPr>
            <p:sp>
              <p:nvSpPr>
                <p:cNvPr id="292" name="Rectangle 297">
                  <a:extLst>
                    <a:ext uri="{FF2B5EF4-FFF2-40B4-BE49-F238E27FC236}">
                      <a16:creationId xmlns:a16="http://schemas.microsoft.com/office/drawing/2014/main" id="{A440F8F2-2A00-4911-AD03-505891F915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6325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3" name="Rectangle 299">
                  <a:extLst>
                    <a:ext uri="{FF2B5EF4-FFF2-40B4-BE49-F238E27FC236}">
                      <a16:creationId xmlns:a16="http://schemas.microsoft.com/office/drawing/2014/main" id="{9DACD4BA-34F2-4D2E-A759-01D6C97577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275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4" name="Rectangle 301">
                  <a:extLst>
                    <a:ext uri="{FF2B5EF4-FFF2-40B4-BE49-F238E27FC236}">
                      <a16:creationId xmlns:a16="http://schemas.microsoft.com/office/drawing/2014/main" id="{D732759D-9237-4430-9DEE-867B249F7E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14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5" name="Rectangle 303">
                  <a:extLst>
                    <a:ext uri="{FF2B5EF4-FFF2-40B4-BE49-F238E27FC236}">
                      <a16:creationId xmlns:a16="http://schemas.microsoft.com/office/drawing/2014/main" id="{390A79E9-C013-42E9-BD1C-6957CD895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938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296" name="Rectangle 305">
                  <a:extLst>
                    <a:ext uri="{FF2B5EF4-FFF2-40B4-BE49-F238E27FC236}">
                      <a16:creationId xmlns:a16="http://schemas.microsoft.com/office/drawing/2014/main" id="{53C27F43-FE7D-449A-AD50-70AAC18C27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ACABD24-9F73-46C8-8C4C-1FFB2CDAC8E2}"/>
              </a:ext>
            </a:extLst>
          </p:cNvPr>
          <p:cNvGrpSpPr/>
          <p:nvPr/>
        </p:nvGrpSpPr>
        <p:grpSpPr>
          <a:xfrm>
            <a:off x="6771567" y="2647276"/>
            <a:ext cx="707873" cy="4178545"/>
            <a:chOff x="6685040" y="2679454"/>
            <a:chExt cx="707873" cy="4178545"/>
          </a:xfrm>
        </p:grpSpPr>
        <p:grpSp>
          <p:nvGrpSpPr>
            <p:cNvPr id="426" name="Group 425">
              <a:extLst>
                <a:ext uri="{FF2B5EF4-FFF2-40B4-BE49-F238E27FC236}">
                  <a16:creationId xmlns:a16="http://schemas.microsoft.com/office/drawing/2014/main" id="{3AB0C7D0-DF6E-4AAE-B9F9-91EF195D22BA}"/>
                </a:ext>
              </a:extLst>
            </p:cNvPr>
            <p:cNvGrpSpPr/>
            <p:nvPr/>
          </p:nvGrpSpPr>
          <p:grpSpPr>
            <a:xfrm>
              <a:off x="6715523" y="3783600"/>
              <a:ext cx="650771" cy="3074399"/>
              <a:chOff x="5772548" y="2219078"/>
              <a:chExt cx="650771" cy="5486920"/>
            </a:xfrm>
          </p:grpSpPr>
          <p:sp>
            <p:nvSpPr>
              <p:cNvPr id="499" name="Rectangle 233">
                <a:extLst>
                  <a:ext uri="{FF2B5EF4-FFF2-40B4-BE49-F238E27FC236}">
                    <a16:creationId xmlns:a16="http://schemas.microsoft.com/office/drawing/2014/main" id="{4C60CE0E-F1DB-4CFB-8E1B-78518CE9B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2548" y="2219078"/>
                <a:ext cx="74513" cy="548692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70000"/>
                    </a:schemeClr>
                  </a:gs>
                  <a:gs pos="100000">
                    <a:schemeClr val="accent2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00" name="Rectangle 235">
                <a:extLst>
                  <a:ext uri="{FF2B5EF4-FFF2-40B4-BE49-F238E27FC236}">
                    <a16:creationId xmlns:a16="http://schemas.microsoft.com/office/drawing/2014/main" id="{5D9313FD-1431-42C2-A31E-556482A14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7695" y="2298671"/>
                <a:ext cx="94835" cy="5378478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7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01" name="Rectangle 232">
                <a:extLst>
                  <a:ext uri="{FF2B5EF4-FFF2-40B4-BE49-F238E27FC236}">
                    <a16:creationId xmlns:a16="http://schemas.microsoft.com/office/drawing/2014/main" id="{97DB1D2D-5DAA-4358-AFFB-E763A8860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7112" y="2219773"/>
                <a:ext cx="76207" cy="5379333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7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02" name="Rectangle 237">
                <a:extLst>
                  <a:ext uri="{FF2B5EF4-FFF2-40B4-BE49-F238E27FC236}">
                    <a16:creationId xmlns:a16="http://schemas.microsoft.com/office/drawing/2014/main" id="{EF1D11F7-B348-4E28-B533-36E8C8D8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2860" y="2298454"/>
                <a:ext cx="94835" cy="455954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70000"/>
                    </a:schemeClr>
                  </a:gs>
                  <a:gs pos="100000">
                    <a:schemeClr val="accent2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2803003D-E4C7-4FCB-A9F7-53DCA675E0FF}"/>
                </a:ext>
              </a:extLst>
            </p:cNvPr>
            <p:cNvGrpSpPr/>
            <p:nvPr/>
          </p:nvGrpSpPr>
          <p:grpSpPr>
            <a:xfrm>
              <a:off x="6685040" y="2679454"/>
              <a:ext cx="707873" cy="1183739"/>
              <a:chOff x="6685040" y="2298454"/>
              <a:chExt cx="707873" cy="1183739"/>
            </a:xfrm>
          </p:grpSpPr>
          <p:sp>
            <p:nvSpPr>
              <p:cNvPr id="427" name="Freeform 239">
                <a:extLst>
                  <a:ext uri="{FF2B5EF4-FFF2-40B4-BE49-F238E27FC236}">
                    <a16:creationId xmlns:a16="http://schemas.microsoft.com/office/drawing/2014/main" id="{B566C51D-FF01-4B75-BD04-E1CDF0B7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262" y="3119789"/>
                <a:ext cx="149026" cy="206604"/>
              </a:xfrm>
              <a:custGeom>
                <a:avLst/>
                <a:gdLst>
                  <a:gd name="T0" fmla="*/ 10 w 60"/>
                  <a:gd name="T1" fmla="*/ 0 h 83"/>
                  <a:gd name="T2" fmla="*/ 47 w 60"/>
                  <a:gd name="T3" fmla="*/ 0 h 83"/>
                  <a:gd name="T4" fmla="*/ 60 w 60"/>
                  <a:gd name="T5" fmla="*/ 64 h 83"/>
                  <a:gd name="T6" fmla="*/ 0 w 60"/>
                  <a:gd name="T7" fmla="*/ 83 h 83"/>
                  <a:gd name="T8" fmla="*/ 10 w 6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10" y="0"/>
                    </a:moveTo>
                    <a:cubicBezTo>
                      <a:pt x="10" y="0"/>
                      <a:pt x="25" y="16"/>
                      <a:pt x="47" y="0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17" y="59"/>
                      <a:pt x="0" y="8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28" name="Freeform 240">
                <a:extLst>
                  <a:ext uri="{FF2B5EF4-FFF2-40B4-BE49-F238E27FC236}">
                    <a16:creationId xmlns:a16="http://schemas.microsoft.com/office/drawing/2014/main" id="{74754374-2DEA-437F-A523-BF7B6428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040" y="2972457"/>
                <a:ext cx="132091" cy="384418"/>
              </a:xfrm>
              <a:custGeom>
                <a:avLst/>
                <a:gdLst>
                  <a:gd name="T0" fmla="*/ 42 w 53"/>
                  <a:gd name="T1" fmla="*/ 154 h 154"/>
                  <a:gd name="T2" fmla="*/ 53 w 53"/>
                  <a:gd name="T3" fmla="*/ 108 h 154"/>
                  <a:gd name="T4" fmla="*/ 27 w 53"/>
                  <a:gd name="T5" fmla="*/ 0 h 154"/>
                  <a:gd name="T6" fmla="*/ 0 w 53"/>
                  <a:gd name="T7" fmla="*/ 108 h 154"/>
                  <a:gd name="T8" fmla="*/ 12 w 53"/>
                  <a:gd name="T9" fmla="*/ 154 h 154"/>
                  <a:gd name="T10" fmla="*/ 42 w 53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54">
                    <a:moveTo>
                      <a:pt x="42" y="154"/>
                    </a:moveTo>
                    <a:cubicBezTo>
                      <a:pt x="49" y="135"/>
                      <a:pt x="53" y="144"/>
                      <a:pt x="53" y="108"/>
                    </a:cubicBezTo>
                    <a:cubicBezTo>
                      <a:pt x="53" y="48"/>
                      <a:pt x="42" y="0"/>
                      <a:pt x="27" y="0"/>
                    </a:cubicBezTo>
                    <a:cubicBezTo>
                      <a:pt x="12" y="0"/>
                      <a:pt x="0" y="48"/>
                      <a:pt x="0" y="108"/>
                    </a:cubicBezTo>
                    <a:cubicBezTo>
                      <a:pt x="0" y="144"/>
                      <a:pt x="5" y="135"/>
                      <a:pt x="12" y="154"/>
                    </a:cubicBezTo>
                    <a:lnTo>
                      <a:pt x="42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29" name="Freeform 241">
                <a:extLst>
                  <a:ext uri="{FF2B5EF4-FFF2-40B4-BE49-F238E27FC236}">
                    <a16:creationId xmlns:a16="http://schemas.microsoft.com/office/drawing/2014/main" id="{197C92D4-EE6C-4FE5-8F89-064572B23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894" y="2972457"/>
                <a:ext cx="110076" cy="121930"/>
              </a:xfrm>
              <a:custGeom>
                <a:avLst/>
                <a:gdLst>
                  <a:gd name="T0" fmla="*/ 44 w 44"/>
                  <a:gd name="T1" fmla="*/ 49 h 49"/>
                  <a:gd name="T2" fmla="*/ 22 w 44"/>
                  <a:gd name="T3" fmla="*/ 0 h 49"/>
                  <a:gd name="T4" fmla="*/ 0 w 44"/>
                  <a:gd name="T5" fmla="*/ 49 h 49"/>
                  <a:gd name="T6" fmla="*/ 44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44" y="49"/>
                    </a:moveTo>
                    <a:cubicBezTo>
                      <a:pt x="39" y="20"/>
                      <a:pt x="31" y="0"/>
                      <a:pt x="22" y="0"/>
                    </a:cubicBezTo>
                    <a:cubicBezTo>
                      <a:pt x="13" y="0"/>
                      <a:pt x="4" y="20"/>
                      <a:pt x="0" y="49"/>
                    </a:cubicBezTo>
                    <a:lnTo>
                      <a:pt x="44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2"/>
                  </a:gs>
                  <a:gs pos="100000">
                    <a:schemeClr val="accent2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DC3A3CD8-2E98-4423-B607-A2CFCC9114F7}"/>
                  </a:ext>
                </a:extLst>
              </p:cNvPr>
              <p:cNvGrpSpPr/>
              <p:nvPr/>
            </p:nvGrpSpPr>
            <p:grpSpPr>
              <a:xfrm>
                <a:off x="6715523" y="3356876"/>
                <a:ext cx="74513" cy="45724"/>
                <a:chOff x="1741488" y="2517775"/>
                <a:chExt cx="69850" cy="42863"/>
              </a:xfrm>
              <a:solidFill>
                <a:schemeClr val="accent2"/>
              </a:solidFill>
            </p:grpSpPr>
            <p:sp>
              <p:nvSpPr>
                <p:cNvPr id="494" name="Rectangle 242">
                  <a:extLst>
                    <a:ext uri="{FF2B5EF4-FFF2-40B4-BE49-F238E27FC236}">
                      <a16:creationId xmlns:a16="http://schemas.microsoft.com/office/drawing/2014/main" id="{3930E4AB-1B26-4A88-AC26-A0C92D8151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1488" y="2517775"/>
                  <a:ext cx="69850" cy="1428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5" name="Rectangle 244">
                  <a:extLst>
                    <a:ext uri="{FF2B5EF4-FFF2-40B4-BE49-F238E27FC236}">
                      <a16:creationId xmlns:a16="http://schemas.microsoft.com/office/drawing/2014/main" id="{150E8830-C7A7-4069-9235-1C07B7B6DE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25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6" name="Rectangle 246">
                  <a:extLst>
                    <a:ext uri="{FF2B5EF4-FFF2-40B4-BE49-F238E27FC236}">
                      <a16:creationId xmlns:a16="http://schemas.microsoft.com/office/drawing/2014/main" id="{480EF5C5-1D4A-41DC-9A9E-1AE335747D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5300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7" name="Rectangle 248">
                  <a:extLst>
                    <a:ext uri="{FF2B5EF4-FFF2-40B4-BE49-F238E27FC236}">
                      <a16:creationId xmlns:a16="http://schemas.microsoft.com/office/drawing/2014/main" id="{46ADD14F-4F80-400B-9013-40E56A244A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8117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8" name="Rectangle 250">
                  <a:extLst>
                    <a:ext uri="{FF2B5EF4-FFF2-40B4-BE49-F238E27FC236}">
                      <a16:creationId xmlns:a16="http://schemas.microsoft.com/office/drawing/2014/main" id="{0CFC362F-1777-45F7-9E15-F71FFF902F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050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DD624A27-158A-40CF-90C4-2145F3666975}"/>
                  </a:ext>
                </a:extLst>
              </p:cNvPr>
              <p:cNvGrpSpPr/>
              <p:nvPr/>
            </p:nvGrpSpPr>
            <p:grpSpPr>
              <a:xfrm>
                <a:off x="6715523" y="3372118"/>
                <a:ext cx="74513" cy="30483"/>
                <a:chOff x="6715523" y="3372118"/>
                <a:chExt cx="74513" cy="30483"/>
              </a:xfrm>
              <a:solidFill>
                <a:schemeClr val="accent2">
                  <a:lumMod val="75000"/>
                </a:schemeClr>
              </a:solidFill>
            </p:grpSpPr>
            <p:sp>
              <p:nvSpPr>
                <p:cNvPr id="430" name="Rectangle 243">
                  <a:extLst>
                    <a:ext uri="{FF2B5EF4-FFF2-40B4-BE49-F238E27FC236}">
                      <a16:creationId xmlns:a16="http://schemas.microsoft.com/office/drawing/2014/main" id="{E4E8E75A-2071-4DE8-8A87-BBE426CCAC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15523" y="3372118"/>
                  <a:ext cx="508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31" name="Rectangle 245">
                  <a:extLst>
                    <a:ext uri="{FF2B5EF4-FFF2-40B4-BE49-F238E27FC236}">
                      <a16:creationId xmlns:a16="http://schemas.microsoft.com/office/drawing/2014/main" id="{8C2A1120-97F8-446B-AD29-D1FCC82439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3076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32" name="Rectangle 247">
                  <a:extLst>
                    <a:ext uri="{FF2B5EF4-FFF2-40B4-BE49-F238E27FC236}">
                      <a16:creationId xmlns:a16="http://schemas.microsoft.com/office/drawing/2014/main" id="{9914523C-61FA-4CE2-A343-599DB52D0E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47698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33" name="Rectangle 249">
                  <a:extLst>
                    <a:ext uri="{FF2B5EF4-FFF2-40B4-BE49-F238E27FC236}">
                      <a16:creationId xmlns:a16="http://schemas.microsoft.com/office/drawing/2014/main" id="{40BD1C4D-8413-4697-A4A6-36CC632C99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6463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35" name="Rectangle 251">
                  <a:extLst>
                    <a:ext uri="{FF2B5EF4-FFF2-40B4-BE49-F238E27FC236}">
                      <a16:creationId xmlns:a16="http://schemas.microsoft.com/office/drawing/2014/main" id="{A269FAC9-F814-4BDD-9C47-358AC7B165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83262" y="3372118"/>
                  <a:ext cx="6774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436" name="Freeform 252">
                <a:extLst>
                  <a:ext uri="{FF2B5EF4-FFF2-40B4-BE49-F238E27FC236}">
                    <a16:creationId xmlns:a16="http://schemas.microsoft.com/office/drawing/2014/main" id="{7434EFEC-885C-43F0-B305-0BAF55A0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7358" y="3119789"/>
                <a:ext cx="147333" cy="206604"/>
              </a:xfrm>
              <a:custGeom>
                <a:avLst/>
                <a:gdLst>
                  <a:gd name="T0" fmla="*/ 50 w 59"/>
                  <a:gd name="T1" fmla="*/ 0 h 83"/>
                  <a:gd name="T2" fmla="*/ 12 w 59"/>
                  <a:gd name="T3" fmla="*/ 0 h 83"/>
                  <a:gd name="T4" fmla="*/ 0 w 59"/>
                  <a:gd name="T5" fmla="*/ 64 h 83"/>
                  <a:gd name="T6" fmla="*/ 59 w 59"/>
                  <a:gd name="T7" fmla="*/ 83 h 83"/>
                  <a:gd name="T8" fmla="*/ 50 w 59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83">
                    <a:moveTo>
                      <a:pt x="50" y="0"/>
                    </a:moveTo>
                    <a:cubicBezTo>
                      <a:pt x="50" y="0"/>
                      <a:pt x="35" y="16"/>
                      <a:pt x="12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43" y="59"/>
                      <a:pt x="59" y="83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37" name="Freeform 253">
                <a:extLst>
                  <a:ext uri="{FF2B5EF4-FFF2-40B4-BE49-F238E27FC236}">
                    <a16:creationId xmlns:a16="http://schemas.microsoft.com/office/drawing/2014/main" id="{45C415F4-4B22-4E5E-8687-7FF01464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709" y="2298454"/>
                <a:ext cx="328534" cy="1109226"/>
              </a:xfrm>
              <a:custGeom>
                <a:avLst/>
                <a:gdLst>
                  <a:gd name="T0" fmla="*/ 28 w 131"/>
                  <a:gd name="T1" fmla="*/ 443 h 443"/>
                  <a:gd name="T2" fmla="*/ 0 w 131"/>
                  <a:gd name="T3" fmla="*/ 266 h 443"/>
                  <a:gd name="T4" fmla="*/ 66 w 131"/>
                  <a:gd name="T5" fmla="*/ 0 h 443"/>
                  <a:gd name="T6" fmla="*/ 131 w 131"/>
                  <a:gd name="T7" fmla="*/ 266 h 443"/>
                  <a:gd name="T8" fmla="*/ 103 w 131"/>
                  <a:gd name="T9" fmla="*/ 443 h 443"/>
                  <a:gd name="T10" fmla="*/ 28 w 131"/>
                  <a:gd name="T1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443">
                    <a:moveTo>
                      <a:pt x="28" y="443"/>
                    </a:moveTo>
                    <a:cubicBezTo>
                      <a:pt x="11" y="395"/>
                      <a:pt x="0" y="356"/>
                      <a:pt x="0" y="266"/>
                    </a:cubicBezTo>
                    <a:cubicBezTo>
                      <a:pt x="0" y="119"/>
                      <a:pt x="30" y="0"/>
                      <a:pt x="66" y="0"/>
                    </a:cubicBezTo>
                    <a:cubicBezTo>
                      <a:pt x="102" y="0"/>
                      <a:pt x="131" y="119"/>
                      <a:pt x="131" y="266"/>
                    </a:cubicBezTo>
                    <a:cubicBezTo>
                      <a:pt x="131" y="356"/>
                      <a:pt x="120" y="395"/>
                      <a:pt x="103" y="443"/>
                    </a:cubicBezTo>
                    <a:lnTo>
                      <a:pt x="28" y="44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38" name="Freeform 254">
                <a:extLst>
                  <a:ext uri="{FF2B5EF4-FFF2-40B4-BE49-F238E27FC236}">
                    <a16:creationId xmlns:a16="http://schemas.microsoft.com/office/drawing/2014/main" id="{EB461007-47B5-4E98-AB54-4C898BA5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709" y="2963989"/>
                <a:ext cx="328534" cy="62658"/>
              </a:xfrm>
              <a:custGeom>
                <a:avLst/>
                <a:gdLst>
                  <a:gd name="T0" fmla="*/ 1 w 131"/>
                  <a:gd name="T1" fmla="*/ 25 h 25"/>
                  <a:gd name="T2" fmla="*/ 0 w 131"/>
                  <a:gd name="T3" fmla="*/ 0 h 25"/>
                  <a:gd name="T4" fmla="*/ 131 w 131"/>
                  <a:gd name="T5" fmla="*/ 0 h 25"/>
                  <a:gd name="T6" fmla="*/ 131 w 131"/>
                  <a:gd name="T7" fmla="*/ 25 h 25"/>
                  <a:gd name="T8" fmla="*/ 1 w 1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5">
                    <a:moveTo>
                      <a:pt x="1" y="25"/>
                    </a:moveTo>
                    <a:cubicBezTo>
                      <a:pt x="1" y="17"/>
                      <a:pt x="0" y="9"/>
                      <a:pt x="0" y="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9"/>
                      <a:pt x="131" y="17"/>
                      <a:pt x="131" y="25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39" name="Freeform 255">
                <a:extLst>
                  <a:ext uri="{FF2B5EF4-FFF2-40B4-BE49-F238E27FC236}">
                    <a16:creationId xmlns:a16="http://schemas.microsoft.com/office/drawing/2014/main" id="{12CB64AF-85FE-411C-B7D4-78FA58B9E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2127" y="2298454"/>
                <a:ext cx="235394" cy="206604"/>
              </a:xfrm>
              <a:custGeom>
                <a:avLst/>
                <a:gdLst>
                  <a:gd name="T0" fmla="*/ 0 w 94"/>
                  <a:gd name="T1" fmla="*/ 82 h 82"/>
                  <a:gd name="T2" fmla="*/ 47 w 94"/>
                  <a:gd name="T3" fmla="*/ 0 h 82"/>
                  <a:gd name="T4" fmla="*/ 94 w 94"/>
                  <a:gd name="T5" fmla="*/ 82 h 82"/>
                  <a:gd name="T6" fmla="*/ 0 w 9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82">
                    <a:moveTo>
                      <a:pt x="0" y="82"/>
                    </a:moveTo>
                    <a:cubicBezTo>
                      <a:pt x="12" y="31"/>
                      <a:pt x="28" y="0"/>
                      <a:pt x="47" y="0"/>
                    </a:cubicBezTo>
                    <a:cubicBezTo>
                      <a:pt x="65" y="0"/>
                      <a:pt x="82" y="31"/>
                      <a:pt x="94" y="82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0" name="Oval 256">
                <a:extLst>
                  <a:ext uri="{FF2B5EF4-FFF2-40B4-BE49-F238E27FC236}">
                    <a16:creationId xmlns:a16="http://schemas.microsoft.com/office/drawing/2014/main" id="{F992E0F3-223B-4B62-88E5-C1BFC8D5A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2770" y="2632068"/>
                <a:ext cx="152413" cy="152413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1" name="Freeform 257">
                <a:extLst>
                  <a:ext uri="{FF2B5EF4-FFF2-40B4-BE49-F238E27FC236}">
                    <a16:creationId xmlns:a16="http://schemas.microsoft.com/office/drawing/2014/main" id="{9DCD7A2C-C300-4F62-B088-28139B47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8011" y="2647310"/>
                <a:ext cx="125317" cy="125317"/>
              </a:xfrm>
              <a:custGeom>
                <a:avLst/>
                <a:gdLst>
                  <a:gd name="T0" fmla="*/ 9 w 50"/>
                  <a:gd name="T1" fmla="*/ 41 h 50"/>
                  <a:gd name="T2" fmla="*/ 41 w 50"/>
                  <a:gd name="T3" fmla="*/ 41 h 50"/>
                  <a:gd name="T4" fmla="*/ 41 w 50"/>
                  <a:gd name="T5" fmla="*/ 9 h 50"/>
                  <a:gd name="T6" fmla="*/ 9 w 50"/>
                  <a:gd name="T7" fmla="*/ 9 h 50"/>
                  <a:gd name="T8" fmla="*/ 9 w 50"/>
                  <a:gd name="T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9" y="41"/>
                    </a:moveTo>
                    <a:cubicBezTo>
                      <a:pt x="18" y="50"/>
                      <a:pt x="32" y="50"/>
                      <a:pt x="41" y="41"/>
                    </a:cubicBezTo>
                    <a:cubicBezTo>
                      <a:pt x="50" y="32"/>
                      <a:pt x="50" y="18"/>
                      <a:pt x="41" y="9"/>
                    </a:cubicBezTo>
                    <a:cubicBezTo>
                      <a:pt x="32" y="0"/>
                      <a:pt x="18" y="0"/>
                      <a:pt x="9" y="9"/>
                    </a:cubicBezTo>
                    <a:cubicBezTo>
                      <a:pt x="0" y="18"/>
                      <a:pt x="0" y="32"/>
                      <a:pt x="9" y="41"/>
                    </a:cubicBezTo>
                    <a:close/>
                  </a:path>
                </a:pathLst>
              </a:custGeom>
              <a:solidFill>
                <a:srgbClr val="B6D4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2" name="Freeform 258">
                <a:extLst>
                  <a:ext uri="{FF2B5EF4-FFF2-40B4-BE49-F238E27FC236}">
                    <a16:creationId xmlns:a16="http://schemas.microsoft.com/office/drawing/2014/main" id="{27B616A9-6566-4003-AD7B-B62B2E81A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8172" y="2676099"/>
                <a:ext cx="84674" cy="86367"/>
              </a:xfrm>
              <a:custGeom>
                <a:avLst/>
                <a:gdLst>
                  <a:gd name="T0" fmla="*/ 0 w 34"/>
                  <a:gd name="T1" fmla="*/ 4 h 34"/>
                  <a:gd name="T2" fmla="*/ 2 w 34"/>
                  <a:gd name="T3" fmla="*/ 0 h 34"/>
                  <a:gd name="T4" fmla="*/ 34 w 34"/>
                  <a:gd name="T5" fmla="*/ 32 h 34"/>
                  <a:gd name="T6" fmla="*/ 30 w 34"/>
                  <a:gd name="T7" fmla="*/ 34 h 34"/>
                  <a:gd name="T8" fmla="*/ 0 w 34"/>
                  <a:gd name="T9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3"/>
                      <a:pt x="31" y="33"/>
                      <a:pt x="30" y="3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3" name="Freeform 259">
                <a:extLst>
                  <a:ext uri="{FF2B5EF4-FFF2-40B4-BE49-F238E27FC236}">
                    <a16:creationId xmlns:a16="http://schemas.microsoft.com/office/drawing/2014/main" id="{515C5B50-11AB-4E5F-817F-73A25542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3414" y="2652390"/>
                <a:ext cx="91448" cy="94835"/>
              </a:xfrm>
              <a:custGeom>
                <a:avLst/>
                <a:gdLst>
                  <a:gd name="T0" fmla="*/ 0 w 37"/>
                  <a:gd name="T1" fmla="*/ 6 h 38"/>
                  <a:gd name="T2" fmla="*/ 10 w 37"/>
                  <a:gd name="T3" fmla="*/ 0 h 38"/>
                  <a:gd name="T4" fmla="*/ 37 w 37"/>
                  <a:gd name="T5" fmla="*/ 27 h 38"/>
                  <a:gd name="T6" fmla="*/ 32 w 37"/>
                  <a:gd name="T7" fmla="*/ 38 h 38"/>
                  <a:gd name="T8" fmla="*/ 0 w 37"/>
                  <a:gd name="T9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0" y="6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1"/>
                      <a:pt x="35" y="35"/>
                      <a:pt x="32" y="3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4" name="Oval 260">
                <a:extLst>
                  <a:ext uri="{FF2B5EF4-FFF2-40B4-BE49-F238E27FC236}">
                    <a16:creationId xmlns:a16="http://schemas.microsoft.com/office/drawing/2014/main" id="{6A733CA7-816F-43FF-973D-DC35D872E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35589" y="2637149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5" name="Freeform 261">
                <a:extLst>
                  <a:ext uri="{FF2B5EF4-FFF2-40B4-BE49-F238E27FC236}">
                    <a16:creationId xmlns:a16="http://schemas.microsoft.com/office/drawing/2014/main" id="{A570B1E0-E23B-4D2D-B7C9-9D1F2756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7766" y="2643923"/>
                <a:ext cx="11855" cy="13548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5 h 5"/>
                  <a:gd name="T4" fmla="*/ 4 w 5"/>
                  <a:gd name="T5" fmla="*/ 4 h 5"/>
                  <a:gd name="T6" fmla="*/ 3 w 5"/>
                  <a:gd name="T7" fmla="*/ 1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6" name="Freeform 262">
                <a:extLst>
                  <a:ext uri="{FF2B5EF4-FFF2-40B4-BE49-F238E27FC236}">
                    <a16:creationId xmlns:a16="http://schemas.microsoft.com/office/drawing/2014/main" id="{8DD0786C-5F8E-477A-BD36-AFBD34C90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80" y="2669325"/>
                <a:ext cx="15242" cy="11854"/>
              </a:xfrm>
              <a:custGeom>
                <a:avLst/>
                <a:gdLst>
                  <a:gd name="T0" fmla="*/ 2 w 6"/>
                  <a:gd name="T1" fmla="*/ 1 h 5"/>
                  <a:gd name="T2" fmla="*/ 1 w 6"/>
                  <a:gd name="T3" fmla="*/ 4 h 5"/>
                  <a:gd name="T4" fmla="*/ 4 w 6"/>
                  <a:gd name="T5" fmla="*/ 5 h 5"/>
                  <a:gd name="T6" fmla="*/ 5 w 6"/>
                  <a:gd name="T7" fmla="*/ 1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7" name="Oval 263">
                <a:extLst>
                  <a:ext uri="{FF2B5EF4-FFF2-40B4-BE49-F238E27FC236}">
                    <a16:creationId xmlns:a16="http://schemas.microsoft.com/office/drawing/2014/main" id="{88A8B074-5885-41A6-8CB6-A14524F0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9941" y="2704888"/>
                <a:ext cx="13548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8" name="Freeform 264">
                <a:extLst>
                  <a:ext uri="{FF2B5EF4-FFF2-40B4-BE49-F238E27FC236}">
                    <a16:creationId xmlns:a16="http://schemas.microsoft.com/office/drawing/2014/main" id="{D3F050B6-4673-4D98-908D-9B4EBE4D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80" y="2733677"/>
                <a:ext cx="15242" cy="15241"/>
              </a:xfrm>
              <a:custGeom>
                <a:avLst/>
                <a:gdLst>
                  <a:gd name="T0" fmla="*/ 4 w 6"/>
                  <a:gd name="T1" fmla="*/ 1 h 6"/>
                  <a:gd name="T2" fmla="*/ 1 w 6"/>
                  <a:gd name="T3" fmla="*/ 2 h 6"/>
                  <a:gd name="T4" fmla="*/ 2 w 6"/>
                  <a:gd name="T5" fmla="*/ 5 h 6"/>
                  <a:gd name="T6" fmla="*/ 5 w 6"/>
                  <a:gd name="T7" fmla="*/ 4 h 6"/>
                  <a:gd name="T8" fmla="*/ 4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49" name="Freeform 265">
                <a:extLst>
                  <a:ext uri="{FF2B5EF4-FFF2-40B4-BE49-F238E27FC236}">
                    <a16:creationId xmlns:a16="http://schemas.microsoft.com/office/drawing/2014/main" id="{1FE5270B-0AFD-40B5-A1AC-273FB9D2A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7766" y="2759079"/>
                <a:ext cx="11855" cy="13548"/>
              </a:xfrm>
              <a:custGeom>
                <a:avLst/>
                <a:gdLst>
                  <a:gd name="T0" fmla="*/ 4 w 5"/>
                  <a:gd name="T1" fmla="*/ 2 h 5"/>
                  <a:gd name="T2" fmla="*/ 1 w 5"/>
                  <a:gd name="T3" fmla="*/ 1 h 5"/>
                  <a:gd name="T4" fmla="*/ 0 w 5"/>
                  <a:gd name="T5" fmla="*/ 4 h 5"/>
                  <a:gd name="T6" fmla="*/ 3 w 5"/>
                  <a:gd name="T7" fmla="*/ 5 h 5"/>
                  <a:gd name="T8" fmla="*/ 4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0" name="Oval 266">
                <a:extLst>
                  <a:ext uri="{FF2B5EF4-FFF2-40B4-BE49-F238E27FC236}">
                    <a16:creationId xmlns:a16="http://schemas.microsoft.com/office/drawing/2014/main" id="{5537F235-E7F3-4B39-B5D9-C4821F53A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35589" y="2769240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1" name="Freeform 267">
                <a:extLst>
                  <a:ext uri="{FF2B5EF4-FFF2-40B4-BE49-F238E27FC236}">
                    <a16:creationId xmlns:a16="http://schemas.microsoft.com/office/drawing/2014/main" id="{E85FD059-91BC-4D99-A7B4-088710FA0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0027" y="2759079"/>
                <a:ext cx="13548" cy="13548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1 h 5"/>
                  <a:gd name="T4" fmla="*/ 1 w 5"/>
                  <a:gd name="T5" fmla="*/ 2 h 5"/>
                  <a:gd name="T6" fmla="*/ 2 w 5"/>
                  <a:gd name="T7" fmla="*/ 5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2" name="Freeform 268">
                <a:extLst>
                  <a:ext uri="{FF2B5EF4-FFF2-40B4-BE49-F238E27FC236}">
                    <a16:creationId xmlns:a16="http://schemas.microsoft.com/office/drawing/2014/main" id="{0D6B093A-FC10-4FF2-932A-41BAD90A1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4624" y="2733677"/>
                <a:ext cx="15242" cy="15241"/>
              </a:xfrm>
              <a:custGeom>
                <a:avLst/>
                <a:gdLst>
                  <a:gd name="T0" fmla="*/ 4 w 6"/>
                  <a:gd name="T1" fmla="*/ 5 h 6"/>
                  <a:gd name="T2" fmla="*/ 5 w 6"/>
                  <a:gd name="T3" fmla="*/ 2 h 6"/>
                  <a:gd name="T4" fmla="*/ 2 w 6"/>
                  <a:gd name="T5" fmla="*/ 1 h 6"/>
                  <a:gd name="T6" fmla="*/ 1 w 6"/>
                  <a:gd name="T7" fmla="*/ 4 h 6"/>
                  <a:gd name="T8" fmla="*/ 4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5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5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3" name="Oval 269">
                <a:extLst>
                  <a:ext uri="{FF2B5EF4-FFF2-40B4-BE49-F238E27FC236}">
                    <a16:creationId xmlns:a16="http://schemas.microsoft.com/office/drawing/2014/main" id="{D966708E-9661-4AD9-B946-6BAE591F2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7850" y="2704888"/>
                <a:ext cx="11855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4" name="Freeform 270">
                <a:extLst>
                  <a:ext uri="{FF2B5EF4-FFF2-40B4-BE49-F238E27FC236}">
                    <a16:creationId xmlns:a16="http://schemas.microsoft.com/office/drawing/2014/main" id="{15CD3E24-4E21-4FDB-8154-B8023A43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4624" y="2669325"/>
                <a:ext cx="15242" cy="11854"/>
              </a:xfrm>
              <a:custGeom>
                <a:avLst/>
                <a:gdLst>
                  <a:gd name="T0" fmla="*/ 2 w 6"/>
                  <a:gd name="T1" fmla="*/ 5 h 5"/>
                  <a:gd name="T2" fmla="*/ 5 w 6"/>
                  <a:gd name="T3" fmla="*/ 4 h 5"/>
                  <a:gd name="T4" fmla="*/ 4 w 6"/>
                  <a:gd name="T5" fmla="*/ 1 h 5"/>
                  <a:gd name="T6" fmla="*/ 1 w 6"/>
                  <a:gd name="T7" fmla="*/ 1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3" y="5"/>
                      <a:pt x="4" y="5"/>
                      <a:pt x="5" y="4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5" name="Freeform 271">
                <a:extLst>
                  <a:ext uri="{FF2B5EF4-FFF2-40B4-BE49-F238E27FC236}">
                    <a16:creationId xmlns:a16="http://schemas.microsoft.com/office/drawing/2014/main" id="{C026A714-E399-4B39-8DE4-9A7282A0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0027" y="2643923"/>
                <a:ext cx="13548" cy="13548"/>
              </a:xfrm>
              <a:custGeom>
                <a:avLst/>
                <a:gdLst>
                  <a:gd name="T0" fmla="*/ 1 w 5"/>
                  <a:gd name="T1" fmla="*/ 4 h 5"/>
                  <a:gd name="T2" fmla="*/ 4 w 5"/>
                  <a:gd name="T3" fmla="*/ 5 h 5"/>
                  <a:gd name="T4" fmla="*/ 5 w 5"/>
                  <a:gd name="T5" fmla="*/ 2 h 5"/>
                  <a:gd name="T6" fmla="*/ 2 w 5"/>
                  <a:gd name="T7" fmla="*/ 1 h 5"/>
                  <a:gd name="T8" fmla="*/ 1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510DF75-5368-44E5-8585-6D9D5919844F}"/>
                  </a:ext>
                </a:extLst>
              </p:cNvPr>
              <p:cNvGrpSpPr/>
              <p:nvPr/>
            </p:nvGrpSpPr>
            <p:grpSpPr>
              <a:xfrm>
                <a:off x="6945835" y="3407680"/>
                <a:ext cx="186282" cy="74513"/>
                <a:chOff x="1957388" y="2565400"/>
                <a:chExt cx="174625" cy="69850"/>
              </a:xfrm>
              <a:solidFill>
                <a:schemeClr val="accent2"/>
              </a:solidFill>
            </p:grpSpPr>
            <p:sp>
              <p:nvSpPr>
                <p:cNvPr id="483" name="Rectangle 272">
                  <a:extLst>
                    <a:ext uri="{FF2B5EF4-FFF2-40B4-BE49-F238E27FC236}">
                      <a16:creationId xmlns:a16="http://schemas.microsoft.com/office/drawing/2014/main" id="{1A684542-8ADD-40D3-A2AF-0FA9D7EE2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65400"/>
                  <a:ext cx="174625" cy="1111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4" name="Rectangle 274">
                  <a:extLst>
                    <a:ext uri="{FF2B5EF4-FFF2-40B4-BE49-F238E27FC236}">
                      <a16:creationId xmlns:a16="http://schemas.microsoft.com/office/drawing/2014/main" id="{194860F1-779A-44FE-9E41-5D9D0ABD83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613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5" name="Rectangle 276">
                  <a:extLst>
                    <a:ext uri="{FF2B5EF4-FFF2-40B4-BE49-F238E27FC236}">
                      <a16:creationId xmlns:a16="http://schemas.microsoft.com/office/drawing/2014/main" id="{0123F86D-33BB-4DC5-951F-63E38D899D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0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6" name="Rectangle 278">
                  <a:extLst>
                    <a:ext uri="{FF2B5EF4-FFF2-40B4-BE49-F238E27FC236}">
                      <a16:creationId xmlns:a16="http://schemas.microsoft.com/office/drawing/2014/main" id="{7B612E98-4FE7-42CA-B624-C4BBF29F02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828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7" name="Rectangle 280">
                  <a:extLst>
                    <a:ext uri="{FF2B5EF4-FFF2-40B4-BE49-F238E27FC236}">
                      <a16:creationId xmlns:a16="http://schemas.microsoft.com/office/drawing/2014/main" id="{74020456-ECF0-4C5E-93AC-52B7D27279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69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8" name="Rectangle 282">
                  <a:extLst>
                    <a:ext uri="{FF2B5EF4-FFF2-40B4-BE49-F238E27FC236}">
                      <a16:creationId xmlns:a16="http://schemas.microsoft.com/office/drawing/2014/main" id="{19196E6B-4335-4859-A8DE-30E2EF7A0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10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9" name="Rectangle 284">
                  <a:extLst>
                    <a:ext uri="{FF2B5EF4-FFF2-40B4-BE49-F238E27FC236}">
                      <a16:creationId xmlns:a16="http://schemas.microsoft.com/office/drawing/2014/main" id="{7B5744BB-03A4-44E6-A5C1-AEB11105AD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0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0" name="Rectangle 286">
                  <a:extLst>
                    <a:ext uri="{FF2B5EF4-FFF2-40B4-BE49-F238E27FC236}">
                      <a16:creationId xmlns:a16="http://schemas.microsoft.com/office/drawing/2014/main" id="{E831EA12-1506-4962-B846-D942C93720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1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1" name="Rectangle 288">
                  <a:extLst>
                    <a:ext uri="{FF2B5EF4-FFF2-40B4-BE49-F238E27FC236}">
                      <a16:creationId xmlns:a16="http://schemas.microsoft.com/office/drawing/2014/main" id="{2748348F-38C4-4957-BB97-AC437E7C0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6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2" name="Rectangle 290">
                  <a:extLst>
                    <a:ext uri="{FF2B5EF4-FFF2-40B4-BE49-F238E27FC236}">
                      <a16:creationId xmlns:a16="http://schemas.microsoft.com/office/drawing/2014/main" id="{558D7B58-9C19-4757-A693-0000702682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7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93" name="Rectangle 292">
                  <a:extLst>
                    <a:ext uri="{FF2B5EF4-FFF2-40B4-BE49-F238E27FC236}">
                      <a16:creationId xmlns:a16="http://schemas.microsoft.com/office/drawing/2014/main" id="{2A4834C9-8075-4502-AC43-B905C4CBF4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69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457" name="Group 456">
                <a:extLst>
                  <a:ext uri="{FF2B5EF4-FFF2-40B4-BE49-F238E27FC236}">
                    <a16:creationId xmlns:a16="http://schemas.microsoft.com/office/drawing/2014/main" id="{8C070714-B31B-4301-9483-89415470993A}"/>
                  </a:ext>
                </a:extLst>
              </p:cNvPr>
              <p:cNvGrpSpPr/>
              <p:nvPr/>
            </p:nvGrpSpPr>
            <p:grpSpPr>
              <a:xfrm>
                <a:off x="6945835" y="3419535"/>
                <a:ext cx="186282" cy="62658"/>
                <a:chOff x="1957388" y="2576513"/>
                <a:chExt cx="174625" cy="58737"/>
              </a:xfrm>
              <a:solidFill>
                <a:schemeClr val="accent2">
                  <a:lumMod val="75000"/>
                </a:schemeClr>
              </a:solidFill>
            </p:grpSpPr>
            <p:sp>
              <p:nvSpPr>
                <p:cNvPr id="472" name="Rectangle 273">
                  <a:extLst>
                    <a:ext uri="{FF2B5EF4-FFF2-40B4-BE49-F238E27FC236}">
                      <a16:creationId xmlns:a16="http://schemas.microsoft.com/office/drawing/2014/main" id="{5B987DC8-BE77-4325-9EED-24A9C54746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566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3" name="Rectangle 275">
                  <a:extLst>
                    <a:ext uri="{FF2B5EF4-FFF2-40B4-BE49-F238E27FC236}">
                      <a16:creationId xmlns:a16="http://schemas.microsoft.com/office/drawing/2014/main" id="{31A1C289-0A5E-4831-9511-BB0AC78D4B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9788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4" name="Rectangle 277">
                  <a:extLst>
                    <a:ext uri="{FF2B5EF4-FFF2-40B4-BE49-F238E27FC236}">
                      <a16:creationId xmlns:a16="http://schemas.microsoft.com/office/drawing/2014/main" id="{8D6BC886-8984-4AF9-9AD7-E714084F9A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23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5" name="Rectangle 279">
                  <a:extLst>
                    <a:ext uri="{FF2B5EF4-FFF2-40B4-BE49-F238E27FC236}">
                      <a16:creationId xmlns:a16="http://schemas.microsoft.com/office/drawing/2014/main" id="{35F8A022-7C07-42F2-89C9-A55283C2B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4863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6" name="Rectangle 281">
                  <a:extLst>
                    <a:ext uri="{FF2B5EF4-FFF2-40B4-BE49-F238E27FC236}">
                      <a16:creationId xmlns:a16="http://schemas.microsoft.com/office/drawing/2014/main" id="{BB6CE2F6-C079-40A9-A694-94CC148D3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74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7" name="Rectangle 283">
                  <a:extLst>
                    <a:ext uri="{FF2B5EF4-FFF2-40B4-BE49-F238E27FC236}">
                      <a16:creationId xmlns:a16="http://schemas.microsoft.com/office/drawing/2014/main" id="{98FE22EA-617A-4A43-BA41-8AC49289D4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15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8" name="Rectangle 285">
                  <a:extLst>
                    <a:ext uri="{FF2B5EF4-FFF2-40B4-BE49-F238E27FC236}">
                      <a16:creationId xmlns:a16="http://schemas.microsoft.com/office/drawing/2014/main" id="{E936E3E0-EE90-4260-8B8E-7127BA236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56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9" name="Rectangle 287">
                  <a:extLst>
                    <a:ext uri="{FF2B5EF4-FFF2-40B4-BE49-F238E27FC236}">
                      <a16:creationId xmlns:a16="http://schemas.microsoft.com/office/drawing/2014/main" id="{FF27DBBE-A154-4F2E-B3B0-BB48D054D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8188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0" name="Rectangle 289">
                  <a:extLst>
                    <a:ext uri="{FF2B5EF4-FFF2-40B4-BE49-F238E27FC236}">
                      <a16:creationId xmlns:a16="http://schemas.microsoft.com/office/drawing/2014/main" id="{A48AE1B5-899A-4B4C-9927-6CEB1356F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23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1" name="Rectangle 291">
                  <a:extLst>
                    <a:ext uri="{FF2B5EF4-FFF2-40B4-BE49-F238E27FC236}">
                      <a16:creationId xmlns:a16="http://schemas.microsoft.com/office/drawing/2014/main" id="{3EED6827-C169-4B8A-9E99-AB6D6AB3FD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73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82" name="Rectangle 293">
                  <a:extLst>
                    <a:ext uri="{FF2B5EF4-FFF2-40B4-BE49-F238E27FC236}">
                      <a16:creationId xmlns:a16="http://schemas.microsoft.com/office/drawing/2014/main" id="{E0F95F73-CB7F-4EDD-9711-8E6D817739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458" name="Freeform 294">
                <a:extLst>
                  <a:ext uri="{FF2B5EF4-FFF2-40B4-BE49-F238E27FC236}">
                    <a16:creationId xmlns:a16="http://schemas.microsoft.com/office/drawing/2014/main" id="{25DA32CA-3F4B-4C5A-ADD3-5F6240B31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2515" y="2972457"/>
                <a:ext cx="130398" cy="384418"/>
              </a:xfrm>
              <a:custGeom>
                <a:avLst/>
                <a:gdLst>
                  <a:gd name="T0" fmla="*/ 11 w 52"/>
                  <a:gd name="T1" fmla="*/ 154 h 154"/>
                  <a:gd name="T2" fmla="*/ 0 w 52"/>
                  <a:gd name="T3" fmla="*/ 108 h 154"/>
                  <a:gd name="T4" fmla="*/ 26 w 52"/>
                  <a:gd name="T5" fmla="*/ 0 h 154"/>
                  <a:gd name="T6" fmla="*/ 52 w 52"/>
                  <a:gd name="T7" fmla="*/ 108 h 154"/>
                  <a:gd name="T8" fmla="*/ 41 w 52"/>
                  <a:gd name="T9" fmla="*/ 154 h 154"/>
                  <a:gd name="T10" fmla="*/ 11 w 52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54">
                    <a:moveTo>
                      <a:pt x="11" y="154"/>
                    </a:moveTo>
                    <a:cubicBezTo>
                      <a:pt x="4" y="135"/>
                      <a:pt x="0" y="144"/>
                      <a:pt x="0" y="108"/>
                    </a:cubicBezTo>
                    <a:cubicBezTo>
                      <a:pt x="0" y="48"/>
                      <a:pt x="11" y="0"/>
                      <a:pt x="26" y="0"/>
                    </a:cubicBezTo>
                    <a:cubicBezTo>
                      <a:pt x="41" y="0"/>
                      <a:pt x="52" y="48"/>
                      <a:pt x="52" y="108"/>
                    </a:cubicBezTo>
                    <a:cubicBezTo>
                      <a:pt x="52" y="144"/>
                      <a:pt x="48" y="135"/>
                      <a:pt x="41" y="154"/>
                    </a:cubicBezTo>
                    <a:lnTo>
                      <a:pt x="11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59" name="Freeform 295">
                <a:extLst>
                  <a:ext uri="{FF2B5EF4-FFF2-40B4-BE49-F238E27FC236}">
                    <a16:creationId xmlns:a16="http://schemas.microsoft.com/office/drawing/2014/main" id="{10A8BE54-82B6-4FBC-A90A-0E288FA5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2676" y="2972457"/>
                <a:ext cx="110076" cy="121930"/>
              </a:xfrm>
              <a:custGeom>
                <a:avLst/>
                <a:gdLst>
                  <a:gd name="T0" fmla="*/ 0 w 44"/>
                  <a:gd name="T1" fmla="*/ 49 h 49"/>
                  <a:gd name="T2" fmla="*/ 22 w 44"/>
                  <a:gd name="T3" fmla="*/ 0 h 49"/>
                  <a:gd name="T4" fmla="*/ 44 w 44"/>
                  <a:gd name="T5" fmla="*/ 49 h 49"/>
                  <a:gd name="T6" fmla="*/ 0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49"/>
                    </a:moveTo>
                    <a:cubicBezTo>
                      <a:pt x="4" y="20"/>
                      <a:pt x="13" y="0"/>
                      <a:pt x="22" y="0"/>
                    </a:cubicBezTo>
                    <a:cubicBezTo>
                      <a:pt x="31" y="0"/>
                      <a:pt x="39" y="20"/>
                      <a:pt x="44" y="49"/>
                    </a:cubicBezTo>
                    <a:lnTo>
                      <a:pt x="0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2"/>
                  </a:gs>
                  <a:gs pos="100000">
                    <a:schemeClr val="accent2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460" name="Group 459">
                <a:extLst>
                  <a:ext uri="{FF2B5EF4-FFF2-40B4-BE49-F238E27FC236}">
                    <a16:creationId xmlns:a16="http://schemas.microsoft.com/office/drawing/2014/main" id="{DF7DDC54-92BD-4E52-BCAA-2377FB3B8629}"/>
                  </a:ext>
                </a:extLst>
              </p:cNvPr>
              <p:cNvGrpSpPr/>
              <p:nvPr/>
            </p:nvGrpSpPr>
            <p:grpSpPr>
              <a:xfrm>
                <a:off x="7289610" y="3356876"/>
                <a:ext cx="76207" cy="45724"/>
                <a:chOff x="2279650" y="2517775"/>
                <a:chExt cx="71438" cy="42863"/>
              </a:xfrm>
              <a:solidFill>
                <a:schemeClr val="accent2"/>
              </a:solidFill>
            </p:grpSpPr>
            <p:sp>
              <p:nvSpPr>
                <p:cNvPr id="467" name="Rectangle 466">
                  <a:extLst>
                    <a:ext uri="{FF2B5EF4-FFF2-40B4-BE49-F238E27FC236}">
                      <a16:creationId xmlns:a16="http://schemas.microsoft.com/office/drawing/2014/main" id="{4C7FD7C9-8EB1-48E8-AF2C-4CD3781F89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17775"/>
                  <a:ext cx="71438" cy="1428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8" name="Rectangle 298">
                  <a:extLst>
                    <a:ext uri="{FF2B5EF4-FFF2-40B4-BE49-F238E27FC236}">
                      <a16:creationId xmlns:a16="http://schemas.microsoft.com/office/drawing/2014/main" id="{54919F89-EB15-4964-95E2-1BBBB63101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68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9" name="Rectangle 300">
                  <a:extLst>
                    <a:ext uri="{FF2B5EF4-FFF2-40B4-BE49-F238E27FC236}">
                      <a16:creationId xmlns:a16="http://schemas.microsoft.com/office/drawing/2014/main" id="{4478D67D-FE6B-4A14-8B1C-AB8BBC572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92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0" name="Rectangle 302">
                  <a:extLst>
                    <a:ext uri="{FF2B5EF4-FFF2-40B4-BE49-F238E27FC236}">
                      <a16:creationId xmlns:a16="http://schemas.microsoft.com/office/drawing/2014/main" id="{EF75D6BD-40AA-4424-8461-32D2A73CC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3463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71" name="Rectangle 304">
                  <a:extLst>
                    <a:ext uri="{FF2B5EF4-FFF2-40B4-BE49-F238E27FC236}">
                      <a16:creationId xmlns:a16="http://schemas.microsoft.com/office/drawing/2014/main" id="{276BDE09-B7D9-4202-AB67-BEA19241B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4413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13A39D13-DE65-402B-AA48-64ABA1CBB80D}"/>
                  </a:ext>
                </a:extLst>
              </p:cNvPr>
              <p:cNvGrpSpPr/>
              <p:nvPr/>
            </p:nvGrpSpPr>
            <p:grpSpPr>
              <a:xfrm>
                <a:off x="7289610" y="3372118"/>
                <a:ext cx="76207" cy="30483"/>
                <a:chOff x="2279650" y="2532063"/>
                <a:chExt cx="71438" cy="28575"/>
              </a:xfrm>
              <a:solidFill>
                <a:schemeClr val="accent2">
                  <a:lumMod val="75000"/>
                </a:schemeClr>
              </a:solidFill>
            </p:grpSpPr>
            <p:sp>
              <p:nvSpPr>
                <p:cNvPr id="462" name="Rectangle 297">
                  <a:extLst>
                    <a:ext uri="{FF2B5EF4-FFF2-40B4-BE49-F238E27FC236}">
                      <a16:creationId xmlns:a16="http://schemas.microsoft.com/office/drawing/2014/main" id="{2DBD391E-4799-4BD3-9EF9-74FEE83E89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6325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3" name="Rectangle 299">
                  <a:extLst>
                    <a:ext uri="{FF2B5EF4-FFF2-40B4-BE49-F238E27FC236}">
                      <a16:creationId xmlns:a16="http://schemas.microsoft.com/office/drawing/2014/main" id="{832BBC82-A7A1-4AC9-A0E3-C43424C4EE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275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4" name="Rectangle 301">
                  <a:extLst>
                    <a:ext uri="{FF2B5EF4-FFF2-40B4-BE49-F238E27FC236}">
                      <a16:creationId xmlns:a16="http://schemas.microsoft.com/office/drawing/2014/main" id="{F2BBAEC2-903F-4DB4-B8F2-9EC95C9644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14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5" name="Rectangle 303">
                  <a:extLst>
                    <a:ext uri="{FF2B5EF4-FFF2-40B4-BE49-F238E27FC236}">
                      <a16:creationId xmlns:a16="http://schemas.microsoft.com/office/drawing/2014/main" id="{BCB5D00B-B2FB-402A-981C-E510D21C7E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938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66" name="Rectangle 305">
                  <a:extLst>
                    <a:ext uri="{FF2B5EF4-FFF2-40B4-BE49-F238E27FC236}">
                      <a16:creationId xmlns:a16="http://schemas.microsoft.com/office/drawing/2014/main" id="{E15F5ABF-4877-419A-9649-363085B9D6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E3774EC-CAB8-4677-9732-DC6AD2B2E544}"/>
              </a:ext>
            </a:extLst>
          </p:cNvPr>
          <p:cNvGrpSpPr/>
          <p:nvPr/>
        </p:nvGrpSpPr>
        <p:grpSpPr>
          <a:xfrm>
            <a:off x="4712561" y="3547997"/>
            <a:ext cx="707873" cy="3232105"/>
            <a:chOff x="4777392" y="3580175"/>
            <a:chExt cx="707873" cy="3232105"/>
          </a:xfrm>
        </p:grpSpPr>
        <p:grpSp>
          <p:nvGrpSpPr>
            <p:cNvPr id="507" name="Group 506">
              <a:extLst>
                <a:ext uri="{FF2B5EF4-FFF2-40B4-BE49-F238E27FC236}">
                  <a16:creationId xmlns:a16="http://schemas.microsoft.com/office/drawing/2014/main" id="{9B3440C8-6A21-4182-B994-29CDB7FEE36F}"/>
                </a:ext>
              </a:extLst>
            </p:cNvPr>
            <p:cNvGrpSpPr/>
            <p:nvPr/>
          </p:nvGrpSpPr>
          <p:grpSpPr>
            <a:xfrm>
              <a:off x="4807875" y="4684322"/>
              <a:ext cx="650771" cy="2127958"/>
              <a:chOff x="5772548" y="2219078"/>
              <a:chExt cx="650771" cy="5486920"/>
            </a:xfrm>
          </p:grpSpPr>
          <p:sp>
            <p:nvSpPr>
              <p:cNvPr id="582" name="Rectangle 233">
                <a:extLst>
                  <a:ext uri="{FF2B5EF4-FFF2-40B4-BE49-F238E27FC236}">
                    <a16:creationId xmlns:a16="http://schemas.microsoft.com/office/drawing/2014/main" id="{58DA6A67-F5AC-42BA-A1A7-2449ACFBB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2548" y="2219078"/>
                <a:ext cx="74513" cy="5486920"/>
              </a:xfrm>
              <a:prstGeom prst="rect">
                <a:avLst/>
              </a:prstGeom>
              <a:gradFill>
                <a:gsLst>
                  <a:gs pos="0">
                    <a:schemeClr val="accent3">
                      <a:lumMod val="75000"/>
                      <a:alpha val="70000"/>
                    </a:schemeClr>
                  </a:gs>
                  <a:gs pos="100000">
                    <a:schemeClr val="accent3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3" name="Rectangle 235">
                <a:extLst>
                  <a:ext uri="{FF2B5EF4-FFF2-40B4-BE49-F238E27FC236}">
                    <a16:creationId xmlns:a16="http://schemas.microsoft.com/office/drawing/2014/main" id="{5F6E706A-0574-4440-8D1C-6A46DCD6B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7695" y="2298671"/>
                <a:ext cx="94835" cy="5378478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3">
                      <a:alpha val="70000"/>
                    </a:schemeClr>
                  </a:gs>
                  <a:gs pos="100000">
                    <a:schemeClr val="accent3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4" name="Rectangle 232">
                <a:extLst>
                  <a:ext uri="{FF2B5EF4-FFF2-40B4-BE49-F238E27FC236}">
                    <a16:creationId xmlns:a16="http://schemas.microsoft.com/office/drawing/2014/main" id="{B5EAE517-FC02-433C-8029-BFE3C0171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7112" y="2219773"/>
                <a:ext cx="76207" cy="5379333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3">
                      <a:alpha val="70000"/>
                    </a:schemeClr>
                  </a:gs>
                  <a:gs pos="100000">
                    <a:schemeClr val="accent3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5" name="Rectangle 237">
                <a:extLst>
                  <a:ext uri="{FF2B5EF4-FFF2-40B4-BE49-F238E27FC236}">
                    <a16:creationId xmlns:a16="http://schemas.microsoft.com/office/drawing/2014/main" id="{09AE2F08-BAD3-4C5F-8B61-476F1493D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2860" y="2298454"/>
                <a:ext cx="94835" cy="4559545"/>
              </a:xfrm>
              <a:prstGeom prst="rect">
                <a:avLst/>
              </a:prstGeom>
              <a:gradFill>
                <a:gsLst>
                  <a:gs pos="0">
                    <a:schemeClr val="accent3">
                      <a:lumMod val="75000"/>
                      <a:alpha val="70000"/>
                    </a:schemeClr>
                  </a:gs>
                  <a:gs pos="100000">
                    <a:schemeClr val="accent3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2C58FC19-8BFD-422D-A7F0-C02C40485EB5}"/>
                </a:ext>
              </a:extLst>
            </p:cNvPr>
            <p:cNvGrpSpPr/>
            <p:nvPr/>
          </p:nvGrpSpPr>
          <p:grpSpPr>
            <a:xfrm>
              <a:off x="4777392" y="3580175"/>
              <a:ext cx="707873" cy="1183739"/>
              <a:chOff x="4777392" y="3199175"/>
              <a:chExt cx="707873" cy="1183739"/>
            </a:xfrm>
          </p:grpSpPr>
          <p:sp>
            <p:nvSpPr>
              <p:cNvPr id="509" name="Freeform 239">
                <a:extLst>
                  <a:ext uri="{FF2B5EF4-FFF2-40B4-BE49-F238E27FC236}">
                    <a16:creationId xmlns:a16="http://schemas.microsoft.com/office/drawing/2014/main" id="{BF34D34E-1A47-49F6-931C-804EC9F6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4" y="4020510"/>
                <a:ext cx="149026" cy="206604"/>
              </a:xfrm>
              <a:custGeom>
                <a:avLst/>
                <a:gdLst>
                  <a:gd name="T0" fmla="*/ 10 w 60"/>
                  <a:gd name="T1" fmla="*/ 0 h 83"/>
                  <a:gd name="T2" fmla="*/ 47 w 60"/>
                  <a:gd name="T3" fmla="*/ 0 h 83"/>
                  <a:gd name="T4" fmla="*/ 60 w 60"/>
                  <a:gd name="T5" fmla="*/ 64 h 83"/>
                  <a:gd name="T6" fmla="*/ 0 w 60"/>
                  <a:gd name="T7" fmla="*/ 83 h 83"/>
                  <a:gd name="T8" fmla="*/ 10 w 6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10" y="0"/>
                    </a:moveTo>
                    <a:cubicBezTo>
                      <a:pt x="10" y="0"/>
                      <a:pt x="25" y="16"/>
                      <a:pt x="47" y="0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17" y="59"/>
                      <a:pt x="0" y="8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0" name="Freeform 240">
                <a:extLst>
                  <a:ext uri="{FF2B5EF4-FFF2-40B4-BE49-F238E27FC236}">
                    <a16:creationId xmlns:a16="http://schemas.microsoft.com/office/drawing/2014/main" id="{48D4CAEE-0946-491F-8E3A-54620309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392" y="3873178"/>
                <a:ext cx="132091" cy="384418"/>
              </a:xfrm>
              <a:custGeom>
                <a:avLst/>
                <a:gdLst>
                  <a:gd name="T0" fmla="*/ 42 w 53"/>
                  <a:gd name="T1" fmla="*/ 154 h 154"/>
                  <a:gd name="T2" fmla="*/ 53 w 53"/>
                  <a:gd name="T3" fmla="*/ 108 h 154"/>
                  <a:gd name="T4" fmla="*/ 27 w 53"/>
                  <a:gd name="T5" fmla="*/ 0 h 154"/>
                  <a:gd name="T6" fmla="*/ 0 w 53"/>
                  <a:gd name="T7" fmla="*/ 108 h 154"/>
                  <a:gd name="T8" fmla="*/ 12 w 53"/>
                  <a:gd name="T9" fmla="*/ 154 h 154"/>
                  <a:gd name="T10" fmla="*/ 42 w 53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54">
                    <a:moveTo>
                      <a:pt x="42" y="154"/>
                    </a:moveTo>
                    <a:cubicBezTo>
                      <a:pt x="49" y="135"/>
                      <a:pt x="53" y="144"/>
                      <a:pt x="53" y="108"/>
                    </a:cubicBezTo>
                    <a:cubicBezTo>
                      <a:pt x="53" y="48"/>
                      <a:pt x="42" y="0"/>
                      <a:pt x="27" y="0"/>
                    </a:cubicBezTo>
                    <a:cubicBezTo>
                      <a:pt x="12" y="0"/>
                      <a:pt x="0" y="48"/>
                      <a:pt x="0" y="108"/>
                    </a:cubicBezTo>
                    <a:cubicBezTo>
                      <a:pt x="0" y="144"/>
                      <a:pt x="5" y="135"/>
                      <a:pt x="12" y="154"/>
                    </a:cubicBezTo>
                    <a:lnTo>
                      <a:pt x="42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1" name="Freeform 241">
                <a:extLst>
                  <a:ext uri="{FF2B5EF4-FFF2-40B4-BE49-F238E27FC236}">
                    <a16:creationId xmlns:a16="http://schemas.microsoft.com/office/drawing/2014/main" id="{A6FE4D28-C8FD-4A8F-ADF9-944EEC30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246" y="3873178"/>
                <a:ext cx="110076" cy="121930"/>
              </a:xfrm>
              <a:custGeom>
                <a:avLst/>
                <a:gdLst>
                  <a:gd name="T0" fmla="*/ 44 w 44"/>
                  <a:gd name="T1" fmla="*/ 49 h 49"/>
                  <a:gd name="T2" fmla="*/ 22 w 44"/>
                  <a:gd name="T3" fmla="*/ 0 h 49"/>
                  <a:gd name="T4" fmla="*/ 0 w 44"/>
                  <a:gd name="T5" fmla="*/ 49 h 49"/>
                  <a:gd name="T6" fmla="*/ 44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44" y="49"/>
                    </a:moveTo>
                    <a:cubicBezTo>
                      <a:pt x="39" y="20"/>
                      <a:pt x="31" y="0"/>
                      <a:pt x="22" y="0"/>
                    </a:cubicBezTo>
                    <a:cubicBezTo>
                      <a:pt x="13" y="0"/>
                      <a:pt x="4" y="20"/>
                      <a:pt x="0" y="49"/>
                    </a:cubicBezTo>
                    <a:lnTo>
                      <a:pt x="44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3"/>
                  </a:gs>
                  <a:gs pos="100000">
                    <a:schemeClr val="accent3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E959169D-671E-4421-988D-9B11D30D37C7}"/>
                  </a:ext>
                </a:extLst>
              </p:cNvPr>
              <p:cNvGrpSpPr/>
              <p:nvPr/>
            </p:nvGrpSpPr>
            <p:grpSpPr>
              <a:xfrm>
                <a:off x="4807875" y="4257597"/>
                <a:ext cx="74513" cy="45724"/>
                <a:chOff x="1741488" y="2517775"/>
                <a:chExt cx="69850" cy="42863"/>
              </a:xfrm>
              <a:solidFill>
                <a:schemeClr val="accent3"/>
              </a:solidFill>
            </p:grpSpPr>
            <p:sp>
              <p:nvSpPr>
                <p:cNvPr id="577" name="Rectangle 242">
                  <a:extLst>
                    <a:ext uri="{FF2B5EF4-FFF2-40B4-BE49-F238E27FC236}">
                      <a16:creationId xmlns:a16="http://schemas.microsoft.com/office/drawing/2014/main" id="{B64EC3F3-016B-4B3D-B525-F883FC32ED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1488" y="2517775"/>
                  <a:ext cx="69850" cy="1428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8" name="Rectangle 244">
                  <a:extLst>
                    <a:ext uri="{FF2B5EF4-FFF2-40B4-BE49-F238E27FC236}">
                      <a16:creationId xmlns:a16="http://schemas.microsoft.com/office/drawing/2014/main" id="{58B9C1AE-1A90-4C58-890F-7B429B0E67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25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9" name="Rectangle 246">
                  <a:extLst>
                    <a:ext uri="{FF2B5EF4-FFF2-40B4-BE49-F238E27FC236}">
                      <a16:creationId xmlns:a16="http://schemas.microsoft.com/office/drawing/2014/main" id="{39B4AF98-693D-4D65-9E44-F35C032E44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5300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80" name="Rectangle 248">
                  <a:extLst>
                    <a:ext uri="{FF2B5EF4-FFF2-40B4-BE49-F238E27FC236}">
                      <a16:creationId xmlns:a16="http://schemas.microsoft.com/office/drawing/2014/main" id="{A6294CAD-20BA-42DB-B5DE-B4E77DAFC0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8117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81" name="Rectangle 250">
                  <a:extLst>
                    <a:ext uri="{FF2B5EF4-FFF2-40B4-BE49-F238E27FC236}">
                      <a16:creationId xmlns:a16="http://schemas.microsoft.com/office/drawing/2014/main" id="{CF1D9443-A984-4C33-BE4B-BD5D94158F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050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CCE437A2-AB83-4186-81B5-DA9A1E9EF611}"/>
                  </a:ext>
                </a:extLst>
              </p:cNvPr>
              <p:cNvGrpSpPr/>
              <p:nvPr/>
            </p:nvGrpSpPr>
            <p:grpSpPr>
              <a:xfrm>
                <a:off x="4807875" y="4272839"/>
                <a:ext cx="74513" cy="30483"/>
                <a:chOff x="6715523" y="3372118"/>
                <a:chExt cx="74513" cy="30483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572" name="Rectangle 243">
                  <a:extLst>
                    <a:ext uri="{FF2B5EF4-FFF2-40B4-BE49-F238E27FC236}">
                      <a16:creationId xmlns:a16="http://schemas.microsoft.com/office/drawing/2014/main" id="{CB3B863A-5DC4-4DF7-B8AE-3D4D78BB67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15523" y="3372118"/>
                  <a:ext cx="508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3" name="Rectangle 245">
                  <a:extLst>
                    <a:ext uri="{FF2B5EF4-FFF2-40B4-BE49-F238E27FC236}">
                      <a16:creationId xmlns:a16="http://schemas.microsoft.com/office/drawing/2014/main" id="{0C3BEE2A-BB1D-4733-A451-545D3F2FD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3076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4" name="Rectangle 247">
                  <a:extLst>
                    <a:ext uri="{FF2B5EF4-FFF2-40B4-BE49-F238E27FC236}">
                      <a16:creationId xmlns:a16="http://schemas.microsoft.com/office/drawing/2014/main" id="{AFAFBAEB-F55D-4489-B963-644FB4F2F7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47698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5" name="Rectangle 249">
                  <a:extLst>
                    <a:ext uri="{FF2B5EF4-FFF2-40B4-BE49-F238E27FC236}">
                      <a16:creationId xmlns:a16="http://schemas.microsoft.com/office/drawing/2014/main" id="{293081FF-F3DB-471B-947F-3AEF0D29D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6463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6" name="Rectangle 251">
                  <a:extLst>
                    <a:ext uri="{FF2B5EF4-FFF2-40B4-BE49-F238E27FC236}">
                      <a16:creationId xmlns:a16="http://schemas.microsoft.com/office/drawing/2014/main" id="{835D6C3A-B50D-41AC-8D5F-C47D95B0B5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83262" y="3372118"/>
                  <a:ext cx="6774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514" name="Freeform 252">
                <a:extLst>
                  <a:ext uri="{FF2B5EF4-FFF2-40B4-BE49-F238E27FC236}">
                    <a16:creationId xmlns:a16="http://schemas.microsoft.com/office/drawing/2014/main" id="{B65FDA8D-8FB3-4A12-BBAF-847A6521B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710" y="4020510"/>
                <a:ext cx="147333" cy="206604"/>
              </a:xfrm>
              <a:custGeom>
                <a:avLst/>
                <a:gdLst>
                  <a:gd name="T0" fmla="*/ 50 w 59"/>
                  <a:gd name="T1" fmla="*/ 0 h 83"/>
                  <a:gd name="T2" fmla="*/ 12 w 59"/>
                  <a:gd name="T3" fmla="*/ 0 h 83"/>
                  <a:gd name="T4" fmla="*/ 0 w 59"/>
                  <a:gd name="T5" fmla="*/ 64 h 83"/>
                  <a:gd name="T6" fmla="*/ 59 w 59"/>
                  <a:gd name="T7" fmla="*/ 83 h 83"/>
                  <a:gd name="T8" fmla="*/ 50 w 59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83">
                    <a:moveTo>
                      <a:pt x="50" y="0"/>
                    </a:moveTo>
                    <a:cubicBezTo>
                      <a:pt x="50" y="0"/>
                      <a:pt x="35" y="16"/>
                      <a:pt x="12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43" y="59"/>
                      <a:pt x="59" y="83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5" name="Freeform 253">
                <a:extLst>
                  <a:ext uri="{FF2B5EF4-FFF2-40B4-BE49-F238E27FC236}">
                    <a16:creationId xmlns:a16="http://schemas.microsoft.com/office/drawing/2014/main" id="{38673EE8-5737-4861-8E39-8AB020FC3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061" y="3199175"/>
                <a:ext cx="328534" cy="1109226"/>
              </a:xfrm>
              <a:custGeom>
                <a:avLst/>
                <a:gdLst>
                  <a:gd name="T0" fmla="*/ 28 w 131"/>
                  <a:gd name="T1" fmla="*/ 443 h 443"/>
                  <a:gd name="T2" fmla="*/ 0 w 131"/>
                  <a:gd name="T3" fmla="*/ 266 h 443"/>
                  <a:gd name="T4" fmla="*/ 66 w 131"/>
                  <a:gd name="T5" fmla="*/ 0 h 443"/>
                  <a:gd name="T6" fmla="*/ 131 w 131"/>
                  <a:gd name="T7" fmla="*/ 266 h 443"/>
                  <a:gd name="T8" fmla="*/ 103 w 131"/>
                  <a:gd name="T9" fmla="*/ 443 h 443"/>
                  <a:gd name="T10" fmla="*/ 28 w 131"/>
                  <a:gd name="T1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443">
                    <a:moveTo>
                      <a:pt x="28" y="443"/>
                    </a:moveTo>
                    <a:cubicBezTo>
                      <a:pt x="11" y="395"/>
                      <a:pt x="0" y="356"/>
                      <a:pt x="0" y="266"/>
                    </a:cubicBezTo>
                    <a:cubicBezTo>
                      <a:pt x="0" y="119"/>
                      <a:pt x="30" y="0"/>
                      <a:pt x="66" y="0"/>
                    </a:cubicBezTo>
                    <a:cubicBezTo>
                      <a:pt x="102" y="0"/>
                      <a:pt x="131" y="119"/>
                      <a:pt x="131" y="266"/>
                    </a:cubicBezTo>
                    <a:cubicBezTo>
                      <a:pt x="131" y="356"/>
                      <a:pt x="120" y="395"/>
                      <a:pt x="103" y="443"/>
                    </a:cubicBezTo>
                    <a:lnTo>
                      <a:pt x="28" y="44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6" name="Freeform 254">
                <a:extLst>
                  <a:ext uri="{FF2B5EF4-FFF2-40B4-BE49-F238E27FC236}">
                    <a16:creationId xmlns:a16="http://schemas.microsoft.com/office/drawing/2014/main" id="{370F9EE8-1948-4B51-AE0F-0F864A4E2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061" y="3864710"/>
                <a:ext cx="328534" cy="62658"/>
              </a:xfrm>
              <a:custGeom>
                <a:avLst/>
                <a:gdLst>
                  <a:gd name="T0" fmla="*/ 1 w 131"/>
                  <a:gd name="T1" fmla="*/ 25 h 25"/>
                  <a:gd name="T2" fmla="*/ 0 w 131"/>
                  <a:gd name="T3" fmla="*/ 0 h 25"/>
                  <a:gd name="T4" fmla="*/ 131 w 131"/>
                  <a:gd name="T5" fmla="*/ 0 h 25"/>
                  <a:gd name="T6" fmla="*/ 131 w 131"/>
                  <a:gd name="T7" fmla="*/ 25 h 25"/>
                  <a:gd name="T8" fmla="*/ 1 w 1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5">
                    <a:moveTo>
                      <a:pt x="1" y="25"/>
                    </a:moveTo>
                    <a:cubicBezTo>
                      <a:pt x="1" y="17"/>
                      <a:pt x="0" y="9"/>
                      <a:pt x="0" y="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9"/>
                      <a:pt x="131" y="17"/>
                      <a:pt x="131" y="25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7" name="Freeform 255">
                <a:extLst>
                  <a:ext uri="{FF2B5EF4-FFF2-40B4-BE49-F238E27FC236}">
                    <a16:creationId xmlns:a16="http://schemas.microsoft.com/office/drawing/2014/main" id="{E0CCAD8D-1F51-4F05-8DF0-B91002E99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479" y="3199175"/>
                <a:ext cx="235394" cy="206604"/>
              </a:xfrm>
              <a:custGeom>
                <a:avLst/>
                <a:gdLst>
                  <a:gd name="T0" fmla="*/ 0 w 94"/>
                  <a:gd name="T1" fmla="*/ 82 h 82"/>
                  <a:gd name="T2" fmla="*/ 47 w 94"/>
                  <a:gd name="T3" fmla="*/ 0 h 82"/>
                  <a:gd name="T4" fmla="*/ 94 w 94"/>
                  <a:gd name="T5" fmla="*/ 82 h 82"/>
                  <a:gd name="T6" fmla="*/ 0 w 9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82">
                    <a:moveTo>
                      <a:pt x="0" y="82"/>
                    </a:moveTo>
                    <a:cubicBezTo>
                      <a:pt x="12" y="31"/>
                      <a:pt x="28" y="0"/>
                      <a:pt x="47" y="0"/>
                    </a:cubicBezTo>
                    <a:cubicBezTo>
                      <a:pt x="65" y="0"/>
                      <a:pt x="82" y="31"/>
                      <a:pt x="94" y="82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8" name="Oval 256">
                <a:extLst>
                  <a:ext uri="{FF2B5EF4-FFF2-40B4-BE49-F238E27FC236}">
                    <a16:creationId xmlns:a16="http://schemas.microsoft.com/office/drawing/2014/main" id="{ACF7F2B2-9B80-43E9-84D6-C552D1BD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122" y="3532789"/>
                <a:ext cx="152413" cy="152413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19" name="Freeform 257">
                <a:extLst>
                  <a:ext uri="{FF2B5EF4-FFF2-40B4-BE49-F238E27FC236}">
                    <a16:creationId xmlns:a16="http://schemas.microsoft.com/office/drawing/2014/main" id="{F813CD2F-1A03-4C81-BFAE-B61AD9448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363" y="3548031"/>
                <a:ext cx="125317" cy="125317"/>
              </a:xfrm>
              <a:custGeom>
                <a:avLst/>
                <a:gdLst>
                  <a:gd name="T0" fmla="*/ 9 w 50"/>
                  <a:gd name="T1" fmla="*/ 41 h 50"/>
                  <a:gd name="T2" fmla="*/ 41 w 50"/>
                  <a:gd name="T3" fmla="*/ 41 h 50"/>
                  <a:gd name="T4" fmla="*/ 41 w 50"/>
                  <a:gd name="T5" fmla="*/ 9 h 50"/>
                  <a:gd name="T6" fmla="*/ 9 w 50"/>
                  <a:gd name="T7" fmla="*/ 9 h 50"/>
                  <a:gd name="T8" fmla="*/ 9 w 50"/>
                  <a:gd name="T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9" y="41"/>
                    </a:moveTo>
                    <a:cubicBezTo>
                      <a:pt x="18" y="50"/>
                      <a:pt x="32" y="50"/>
                      <a:pt x="41" y="41"/>
                    </a:cubicBezTo>
                    <a:cubicBezTo>
                      <a:pt x="50" y="32"/>
                      <a:pt x="50" y="18"/>
                      <a:pt x="41" y="9"/>
                    </a:cubicBezTo>
                    <a:cubicBezTo>
                      <a:pt x="32" y="0"/>
                      <a:pt x="18" y="0"/>
                      <a:pt x="9" y="9"/>
                    </a:cubicBezTo>
                    <a:cubicBezTo>
                      <a:pt x="0" y="18"/>
                      <a:pt x="0" y="32"/>
                      <a:pt x="9" y="41"/>
                    </a:cubicBezTo>
                    <a:close/>
                  </a:path>
                </a:pathLst>
              </a:custGeom>
              <a:solidFill>
                <a:srgbClr val="B6D4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0" name="Freeform 258">
                <a:extLst>
                  <a:ext uri="{FF2B5EF4-FFF2-40B4-BE49-F238E27FC236}">
                    <a16:creationId xmlns:a16="http://schemas.microsoft.com/office/drawing/2014/main" id="{FD159D24-71AE-4592-BE1E-BFBB4B89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524" y="3576820"/>
                <a:ext cx="84674" cy="86367"/>
              </a:xfrm>
              <a:custGeom>
                <a:avLst/>
                <a:gdLst>
                  <a:gd name="T0" fmla="*/ 0 w 34"/>
                  <a:gd name="T1" fmla="*/ 4 h 34"/>
                  <a:gd name="T2" fmla="*/ 2 w 34"/>
                  <a:gd name="T3" fmla="*/ 0 h 34"/>
                  <a:gd name="T4" fmla="*/ 34 w 34"/>
                  <a:gd name="T5" fmla="*/ 32 h 34"/>
                  <a:gd name="T6" fmla="*/ 30 w 34"/>
                  <a:gd name="T7" fmla="*/ 34 h 34"/>
                  <a:gd name="T8" fmla="*/ 0 w 34"/>
                  <a:gd name="T9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3"/>
                      <a:pt x="31" y="33"/>
                      <a:pt x="30" y="3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1" name="Freeform 259">
                <a:extLst>
                  <a:ext uri="{FF2B5EF4-FFF2-40B4-BE49-F238E27FC236}">
                    <a16:creationId xmlns:a16="http://schemas.microsoft.com/office/drawing/2014/main" id="{92E0F8EA-3467-490C-8AE3-B52A4BF09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766" y="3553111"/>
                <a:ext cx="91448" cy="94835"/>
              </a:xfrm>
              <a:custGeom>
                <a:avLst/>
                <a:gdLst>
                  <a:gd name="T0" fmla="*/ 0 w 37"/>
                  <a:gd name="T1" fmla="*/ 6 h 38"/>
                  <a:gd name="T2" fmla="*/ 10 w 37"/>
                  <a:gd name="T3" fmla="*/ 0 h 38"/>
                  <a:gd name="T4" fmla="*/ 37 w 37"/>
                  <a:gd name="T5" fmla="*/ 27 h 38"/>
                  <a:gd name="T6" fmla="*/ 32 w 37"/>
                  <a:gd name="T7" fmla="*/ 38 h 38"/>
                  <a:gd name="T8" fmla="*/ 0 w 37"/>
                  <a:gd name="T9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0" y="6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1"/>
                      <a:pt x="35" y="35"/>
                      <a:pt x="32" y="3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2" name="Oval 260">
                <a:extLst>
                  <a:ext uri="{FF2B5EF4-FFF2-40B4-BE49-F238E27FC236}">
                    <a16:creationId xmlns:a16="http://schemas.microsoft.com/office/drawing/2014/main" id="{9AA06FCA-BF6E-4B13-B0B2-C4192797E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941" y="3537870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3" name="Freeform 261">
                <a:extLst>
                  <a:ext uri="{FF2B5EF4-FFF2-40B4-BE49-F238E27FC236}">
                    <a16:creationId xmlns:a16="http://schemas.microsoft.com/office/drawing/2014/main" id="{8926267D-6148-41AD-BB69-60E131B5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118" y="3544644"/>
                <a:ext cx="11855" cy="13548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5 h 5"/>
                  <a:gd name="T4" fmla="*/ 4 w 5"/>
                  <a:gd name="T5" fmla="*/ 4 h 5"/>
                  <a:gd name="T6" fmla="*/ 3 w 5"/>
                  <a:gd name="T7" fmla="*/ 1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4" name="Freeform 262">
                <a:extLst>
                  <a:ext uri="{FF2B5EF4-FFF2-40B4-BE49-F238E27FC236}">
                    <a16:creationId xmlns:a16="http://schemas.microsoft.com/office/drawing/2014/main" id="{701A7CA0-530C-4CB5-8681-4679115F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132" y="3570046"/>
                <a:ext cx="15242" cy="11854"/>
              </a:xfrm>
              <a:custGeom>
                <a:avLst/>
                <a:gdLst>
                  <a:gd name="T0" fmla="*/ 2 w 6"/>
                  <a:gd name="T1" fmla="*/ 1 h 5"/>
                  <a:gd name="T2" fmla="*/ 1 w 6"/>
                  <a:gd name="T3" fmla="*/ 4 h 5"/>
                  <a:gd name="T4" fmla="*/ 4 w 6"/>
                  <a:gd name="T5" fmla="*/ 5 h 5"/>
                  <a:gd name="T6" fmla="*/ 5 w 6"/>
                  <a:gd name="T7" fmla="*/ 1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5" name="Oval 263">
                <a:extLst>
                  <a:ext uri="{FF2B5EF4-FFF2-40B4-BE49-F238E27FC236}">
                    <a16:creationId xmlns:a16="http://schemas.microsoft.com/office/drawing/2014/main" id="{281E16BD-E2A3-4458-B574-74254FB4F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293" y="3605609"/>
                <a:ext cx="13548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6" name="Freeform 264">
                <a:extLst>
                  <a:ext uri="{FF2B5EF4-FFF2-40B4-BE49-F238E27FC236}">
                    <a16:creationId xmlns:a16="http://schemas.microsoft.com/office/drawing/2014/main" id="{6131D63B-FBB8-400F-A1C4-06BB1E5BE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132" y="3634398"/>
                <a:ext cx="15242" cy="15241"/>
              </a:xfrm>
              <a:custGeom>
                <a:avLst/>
                <a:gdLst>
                  <a:gd name="T0" fmla="*/ 4 w 6"/>
                  <a:gd name="T1" fmla="*/ 1 h 6"/>
                  <a:gd name="T2" fmla="*/ 1 w 6"/>
                  <a:gd name="T3" fmla="*/ 2 h 6"/>
                  <a:gd name="T4" fmla="*/ 2 w 6"/>
                  <a:gd name="T5" fmla="*/ 5 h 6"/>
                  <a:gd name="T6" fmla="*/ 5 w 6"/>
                  <a:gd name="T7" fmla="*/ 4 h 6"/>
                  <a:gd name="T8" fmla="*/ 4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7" name="Freeform 265">
                <a:extLst>
                  <a:ext uri="{FF2B5EF4-FFF2-40B4-BE49-F238E27FC236}">
                    <a16:creationId xmlns:a16="http://schemas.microsoft.com/office/drawing/2014/main" id="{2962B160-D172-4025-B1D3-E5ED6B64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118" y="3659800"/>
                <a:ext cx="11855" cy="13548"/>
              </a:xfrm>
              <a:custGeom>
                <a:avLst/>
                <a:gdLst>
                  <a:gd name="T0" fmla="*/ 4 w 5"/>
                  <a:gd name="T1" fmla="*/ 2 h 5"/>
                  <a:gd name="T2" fmla="*/ 1 w 5"/>
                  <a:gd name="T3" fmla="*/ 1 h 5"/>
                  <a:gd name="T4" fmla="*/ 0 w 5"/>
                  <a:gd name="T5" fmla="*/ 4 h 5"/>
                  <a:gd name="T6" fmla="*/ 3 w 5"/>
                  <a:gd name="T7" fmla="*/ 5 h 5"/>
                  <a:gd name="T8" fmla="*/ 4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8" name="Oval 266">
                <a:extLst>
                  <a:ext uri="{FF2B5EF4-FFF2-40B4-BE49-F238E27FC236}">
                    <a16:creationId xmlns:a16="http://schemas.microsoft.com/office/drawing/2014/main" id="{2FDC482C-BF4E-4F5B-A83B-CCA731542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941" y="3669961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29" name="Freeform 267">
                <a:extLst>
                  <a:ext uri="{FF2B5EF4-FFF2-40B4-BE49-F238E27FC236}">
                    <a16:creationId xmlns:a16="http://schemas.microsoft.com/office/drawing/2014/main" id="{783A9B01-FA2C-4351-89C0-6E256D1F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379" y="3659800"/>
                <a:ext cx="13548" cy="13548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1 h 5"/>
                  <a:gd name="T4" fmla="*/ 1 w 5"/>
                  <a:gd name="T5" fmla="*/ 2 h 5"/>
                  <a:gd name="T6" fmla="*/ 2 w 5"/>
                  <a:gd name="T7" fmla="*/ 5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30" name="Freeform 268">
                <a:extLst>
                  <a:ext uri="{FF2B5EF4-FFF2-40B4-BE49-F238E27FC236}">
                    <a16:creationId xmlns:a16="http://schemas.microsoft.com/office/drawing/2014/main" id="{C061419E-2058-4091-B57C-BDE9669D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976" y="3634398"/>
                <a:ext cx="15242" cy="15241"/>
              </a:xfrm>
              <a:custGeom>
                <a:avLst/>
                <a:gdLst>
                  <a:gd name="T0" fmla="*/ 4 w 6"/>
                  <a:gd name="T1" fmla="*/ 5 h 6"/>
                  <a:gd name="T2" fmla="*/ 5 w 6"/>
                  <a:gd name="T3" fmla="*/ 2 h 6"/>
                  <a:gd name="T4" fmla="*/ 2 w 6"/>
                  <a:gd name="T5" fmla="*/ 1 h 6"/>
                  <a:gd name="T6" fmla="*/ 1 w 6"/>
                  <a:gd name="T7" fmla="*/ 4 h 6"/>
                  <a:gd name="T8" fmla="*/ 4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5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5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31" name="Oval 269">
                <a:extLst>
                  <a:ext uri="{FF2B5EF4-FFF2-40B4-BE49-F238E27FC236}">
                    <a16:creationId xmlns:a16="http://schemas.microsoft.com/office/drawing/2014/main" id="{A8F3F645-CA89-4B9A-B806-ADF636F30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202" y="3605609"/>
                <a:ext cx="11855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32" name="Freeform 270">
                <a:extLst>
                  <a:ext uri="{FF2B5EF4-FFF2-40B4-BE49-F238E27FC236}">
                    <a16:creationId xmlns:a16="http://schemas.microsoft.com/office/drawing/2014/main" id="{A7B22F5C-269C-4660-B1F9-68F31FBA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976" y="3570046"/>
                <a:ext cx="15242" cy="11854"/>
              </a:xfrm>
              <a:custGeom>
                <a:avLst/>
                <a:gdLst>
                  <a:gd name="T0" fmla="*/ 2 w 6"/>
                  <a:gd name="T1" fmla="*/ 5 h 5"/>
                  <a:gd name="T2" fmla="*/ 5 w 6"/>
                  <a:gd name="T3" fmla="*/ 4 h 5"/>
                  <a:gd name="T4" fmla="*/ 4 w 6"/>
                  <a:gd name="T5" fmla="*/ 1 h 5"/>
                  <a:gd name="T6" fmla="*/ 1 w 6"/>
                  <a:gd name="T7" fmla="*/ 1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3" y="5"/>
                      <a:pt x="4" y="5"/>
                      <a:pt x="5" y="4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33" name="Freeform 271">
                <a:extLst>
                  <a:ext uri="{FF2B5EF4-FFF2-40B4-BE49-F238E27FC236}">
                    <a16:creationId xmlns:a16="http://schemas.microsoft.com/office/drawing/2014/main" id="{C9B83DAA-80C5-46A0-985E-122BBC50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379" y="3544644"/>
                <a:ext cx="13548" cy="13548"/>
              </a:xfrm>
              <a:custGeom>
                <a:avLst/>
                <a:gdLst>
                  <a:gd name="T0" fmla="*/ 1 w 5"/>
                  <a:gd name="T1" fmla="*/ 4 h 5"/>
                  <a:gd name="T2" fmla="*/ 4 w 5"/>
                  <a:gd name="T3" fmla="*/ 5 h 5"/>
                  <a:gd name="T4" fmla="*/ 5 w 5"/>
                  <a:gd name="T5" fmla="*/ 2 h 5"/>
                  <a:gd name="T6" fmla="*/ 2 w 5"/>
                  <a:gd name="T7" fmla="*/ 1 h 5"/>
                  <a:gd name="T8" fmla="*/ 1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534" name="Group 533">
                <a:extLst>
                  <a:ext uri="{FF2B5EF4-FFF2-40B4-BE49-F238E27FC236}">
                    <a16:creationId xmlns:a16="http://schemas.microsoft.com/office/drawing/2014/main" id="{E84BD174-2E6D-49F6-9305-931C4EB1F7DD}"/>
                  </a:ext>
                </a:extLst>
              </p:cNvPr>
              <p:cNvGrpSpPr/>
              <p:nvPr/>
            </p:nvGrpSpPr>
            <p:grpSpPr>
              <a:xfrm>
                <a:off x="5038187" y="4308401"/>
                <a:ext cx="186282" cy="74513"/>
                <a:chOff x="1957388" y="2565400"/>
                <a:chExt cx="174625" cy="69850"/>
              </a:xfrm>
              <a:solidFill>
                <a:schemeClr val="accent3"/>
              </a:solidFill>
            </p:grpSpPr>
            <p:sp>
              <p:nvSpPr>
                <p:cNvPr id="561" name="Rectangle 272">
                  <a:extLst>
                    <a:ext uri="{FF2B5EF4-FFF2-40B4-BE49-F238E27FC236}">
                      <a16:creationId xmlns:a16="http://schemas.microsoft.com/office/drawing/2014/main" id="{41A09A33-9759-4E1C-AA74-CA670A6FBC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65400"/>
                  <a:ext cx="174625" cy="1111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2" name="Rectangle 274">
                  <a:extLst>
                    <a:ext uri="{FF2B5EF4-FFF2-40B4-BE49-F238E27FC236}">
                      <a16:creationId xmlns:a16="http://schemas.microsoft.com/office/drawing/2014/main" id="{64B455AA-CEF8-41A9-8325-36EEF6C5DA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613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3" name="Rectangle 276">
                  <a:extLst>
                    <a:ext uri="{FF2B5EF4-FFF2-40B4-BE49-F238E27FC236}">
                      <a16:creationId xmlns:a16="http://schemas.microsoft.com/office/drawing/2014/main" id="{C6095949-7E54-49CE-A549-8131A8E9FE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0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4" name="Rectangle 278">
                  <a:extLst>
                    <a:ext uri="{FF2B5EF4-FFF2-40B4-BE49-F238E27FC236}">
                      <a16:creationId xmlns:a16="http://schemas.microsoft.com/office/drawing/2014/main" id="{90034CD4-48CA-47E7-8A0C-ED40C2F71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828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5" name="Rectangle 280">
                  <a:extLst>
                    <a:ext uri="{FF2B5EF4-FFF2-40B4-BE49-F238E27FC236}">
                      <a16:creationId xmlns:a16="http://schemas.microsoft.com/office/drawing/2014/main" id="{CD7077AC-67B0-47DE-95AE-FF59A78A57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69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6" name="Rectangle 282">
                  <a:extLst>
                    <a:ext uri="{FF2B5EF4-FFF2-40B4-BE49-F238E27FC236}">
                      <a16:creationId xmlns:a16="http://schemas.microsoft.com/office/drawing/2014/main" id="{A41C0F7B-2372-4BD6-93F2-9221299DF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10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7" name="Rectangle 284">
                  <a:extLst>
                    <a:ext uri="{FF2B5EF4-FFF2-40B4-BE49-F238E27FC236}">
                      <a16:creationId xmlns:a16="http://schemas.microsoft.com/office/drawing/2014/main" id="{E6BDEA76-7A39-4F12-8732-17814A395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0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8" name="Rectangle 286">
                  <a:extLst>
                    <a:ext uri="{FF2B5EF4-FFF2-40B4-BE49-F238E27FC236}">
                      <a16:creationId xmlns:a16="http://schemas.microsoft.com/office/drawing/2014/main" id="{F1B9CFF9-DAA7-41EE-90A6-EAD4D9DC7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1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9" name="Rectangle 288">
                  <a:extLst>
                    <a:ext uri="{FF2B5EF4-FFF2-40B4-BE49-F238E27FC236}">
                      <a16:creationId xmlns:a16="http://schemas.microsoft.com/office/drawing/2014/main" id="{76048C60-C670-4782-907B-ADDAC62EE2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6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0" name="Rectangle 290">
                  <a:extLst>
                    <a:ext uri="{FF2B5EF4-FFF2-40B4-BE49-F238E27FC236}">
                      <a16:creationId xmlns:a16="http://schemas.microsoft.com/office/drawing/2014/main" id="{55E91EB7-CE19-451E-A8D8-A9782785C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7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71" name="Rectangle 292">
                  <a:extLst>
                    <a:ext uri="{FF2B5EF4-FFF2-40B4-BE49-F238E27FC236}">
                      <a16:creationId xmlns:a16="http://schemas.microsoft.com/office/drawing/2014/main" id="{AB5BE98F-0211-48DD-A704-6F51A3B79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69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535" name="Group 534">
                <a:extLst>
                  <a:ext uri="{FF2B5EF4-FFF2-40B4-BE49-F238E27FC236}">
                    <a16:creationId xmlns:a16="http://schemas.microsoft.com/office/drawing/2014/main" id="{D056E481-AB2D-46FA-B934-641D90EF58FD}"/>
                  </a:ext>
                </a:extLst>
              </p:cNvPr>
              <p:cNvGrpSpPr/>
              <p:nvPr/>
            </p:nvGrpSpPr>
            <p:grpSpPr>
              <a:xfrm>
                <a:off x="5038187" y="4320256"/>
                <a:ext cx="186282" cy="62658"/>
                <a:chOff x="1957388" y="2576513"/>
                <a:chExt cx="174625" cy="58737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550" name="Rectangle 273">
                  <a:extLst>
                    <a:ext uri="{FF2B5EF4-FFF2-40B4-BE49-F238E27FC236}">
                      <a16:creationId xmlns:a16="http://schemas.microsoft.com/office/drawing/2014/main" id="{1D1C39AD-40BD-40BB-99B3-13784DB23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566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1" name="Rectangle 275">
                  <a:extLst>
                    <a:ext uri="{FF2B5EF4-FFF2-40B4-BE49-F238E27FC236}">
                      <a16:creationId xmlns:a16="http://schemas.microsoft.com/office/drawing/2014/main" id="{3CF478B1-009A-484C-B227-239BD8362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9788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2" name="Rectangle 277">
                  <a:extLst>
                    <a:ext uri="{FF2B5EF4-FFF2-40B4-BE49-F238E27FC236}">
                      <a16:creationId xmlns:a16="http://schemas.microsoft.com/office/drawing/2014/main" id="{A6E1A80D-26AC-450E-A2BE-CECE413EEA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23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3" name="Rectangle 279">
                  <a:extLst>
                    <a:ext uri="{FF2B5EF4-FFF2-40B4-BE49-F238E27FC236}">
                      <a16:creationId xmlns:a16="http://schemas.microsoft.com/office/drawing/2014/main" id="{3EBCD424-2982-4655-B414-A69942723D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4863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4" name="Rectangle 281">
                  <a:extLst>
                    <a:ext uri="{FF2B5EF4-FFF2-40B4-BE49-F238E27FC236}">
                      <a16:creationId xmlns:a16="http://schemas.microsoft.com/office/drawing/2014/main" id="{557FD972-830B-48C9-92A9-94E449C502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74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5" name="Rectangle 283">
                  <a:extLst>
                    <a:ext uri="{FF2B5EF4-FFF2-40B4-BE49-F238E27FC236}">
                      <a16:creationId xmlns:a16="http://schemas.microsoft.com/office/drawing/2014/main" id="{4557D67B-1DA4-40D6-A743-28842D994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15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6" name="Rectangle 285">
                  <a:extLst>
                    <a:ext uri="{FF2B5EF4-FFF2-40B4-BE49-F238E27FC236}">
                      <a16:creationId xmlns:a16="http://schemas.microsoft.com/office/drawing/2014/main" id="{2B4DA239-6FFE-4DBC-9690-099D3FDFDE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56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7" name="Rectangle 287">
                  <a:extLst>
                    <a:ext uri="{FF2B5EF4-FFF2-40B4-BE49-F238E27FC236}">
                      <a16:creationId xmlns:a16="http://schemas.microsoft.com/office/drawing/2014/main" id="{6BC97692-FE1B-45C1-895F-AFE5807EFA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8188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8" name="Rectangle 289">
                  <a:extLst>
                    <a:ext uri="{FF2B5EF4-FFF2-40B4-BE49-F238E27FC236}">
                      <a16:creationId xmlns:a16="http://schemas.microsoft.com/office/drawing/2014/main" id="{1020EDA6-8884-4024-AAF1-3982ACF38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23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59" name="Rectangle 291">
                  <a:extLst>
                    <a:ext uri="{FF2B5EF4-FFF2-40B4-BE49-F238E27FC236}">
                      <a16:creationId xmlns:a16="http://schemas.microsoft.com/office/drawing/2014/main" id="{2A271557-77E4-4A9D-966D-6BA4F0DDCB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73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60" name="Rectangle 293">
                  <a:extLst>
                    <a:ext uri="{FF2B5EF4-FFF2-40B4-BE49-F238E27FC236}">
                      <a16:creationId xmlns:a16="http://schemas.microsoft.com/office/drawing/2014/main" id="{8A32D54D-EF4C-4427-8D00-CB225B49F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536" name="Freeform 294">
                <a:extLst>
                  <a:ext uri="{FF2B5EF4-FFF2-40B4-BE49-F238E27FC236}">
                    <a16:creationId xmlns:a16="http://schemas.microsoft.com/office/drawing/2014/main" id="{D32E0073-B9D7-454E-B589-0682EECB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867" y="3873178"/>
                <a:ext cx="130398" cy="384418"/>
              </a:xfrm>
              <a:custGeom>
                <a:avLst/>
                <a:gdLst>
                  <a:gd name="T0" fmla="*/ 11 w 52"/>
                  <a:gd name="T1" fmla="*/ 154 h 154"/>
                  <a:gd name="T2" fmla="*/ 0 w 52"/>
                  <a:gd name="T3" fmla="*/ 108 h 154"/>
                  <a:gd name="T4" fmla="*/ 26 w 52"/>
                  <a:gd name="T5" fmla="*/ 0 h 154"/>
                  <a:gd name="T6" fmla="*/ 52 w 52"/>
                  <a:gd name="T7" fmla="*/ 108 h 154"/>
                  <a:gd name="T8" fmla="*/ 41 w 52"/>
                  <a:gd name="T9" fmla="*/ 154 h 154"/>
                  <a:gd name="T10" fmla="*/ 11 w 52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54">
                    <a:moveTo>
                      <a:pt x="11" y="154"/>
                    </a:moveTo>
                    <a:cubicBezTo>
                      <a:pt x="4" y="135"/>
                      <a:pt x="0" y="144"/>
                      <a:pt x="0" y="108"/>
                    </a:cubicBezTo>
                    <a:cubicBezTo>
                      <a:pt x="0" y="48"/>
                      <a:pt x="11" y="0"/>
                      <a:pt x="26" y="0"/>
                    </a:cubicBezTo>
                    <a:cubicBezTo>
                      <a:pt x="41" y="0"/>
                      <a:pt x="52" y="48"/>
                      <a:pt x="52" y="108"/>
                    </a:cubicBezTo>
                    <a:cubicBezTo>
                      <a:pt x="52" y="144"/>
                      <a:pt x="48" y="135"/>
                      <a:pt x="41" y="154"/>
                    </a:cubicBezTo>
                    <a:lnTo>
                      <a:pt x="11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37" name="Freeform 295">
                <a:extLst>
                  <a:ext uri="{FF2B5EF4-FFF2-40B4-BE49-F238E27FC236}">
                    <a16:creationId xmlns:a16="http://schemas.microsoft.com/office/drawing/2014/main" id="{08FCC511-B261-4AEC-B50B-F506F1F7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028" y="3873178"/>
                <a:ext cx="110076" cy="121930"/>
              </a:xfrm>
              <a:custGeom>
                <a:avLst/>
                <a:gdLst>
                  <a:gd name="T0" fmla="*/ 0 w 44"/>
                  <a:gd name="T1" fmla="*/ 49 h 49"/>
                  <a:gd name="T2" fmla="*/ 22 w 44"/>
                  <a:gd name="T3" fmla="*/ 0 h 49"/>
                  <a:gd name="T4" fmla="*/ 44 w 44"/>
                  <a:gd name="T5" fmla="*/ 49 h 49"/>
                  <a:gd name="T6" fmla="*/ 0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49"/>
                    </a:moveTo>
                    <a:cubicBezTo>
                      <a:pt x="4" y="20"/>
                      <a:pt x="13" y="0"/>
                      <a:pt x="22" y="0"/>
                    </a:cubicBezTo>
                    <a:cubicBezTo>
                      <a:pt x="31" y="0"/>
                      <a:pt x="39" y="20"/>
                      <a:pt x="44" y="49"/>
                    </a:cubicBezTo>
                    <a:lnTo>
                      <a:pt x="0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3"/>
                  </a:gs>
                  <a:gs pos="100000">
                    <a:schemeClr val="accent3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538" name="Group 537">
                <a:extLst>
                  <a:ext uri="{FF2B5EF4-FFF2-40B4-BE49-F238E27FC236}">
                    <a16:creationId xmlns:a16="http://schemas.microsoft.com/office/drawing/2014/main" id="{3756E67D-FAAB-4215-83C5-3DD164A5ACE6}"/>
                  </a:ext>
                </a:extLst>
              </p:cNvPr>
              <p:cNvGrpSpPr/>
              <p:nvPr/>
            </p:nvGrpSpPr>
            <p:grpSpPr>
              <a:xfrm>
                <a:off x="5381962" y="4257597"/>
                <a:ext cx="76207" cy="45724"/>
                <a:chOff x="2279650" y="2517775"/>
                <a:chExt cx="71438" cy="42863"/>
              </a:xfrm>
              <a:solidFill>
                <a:schemeClr val="accent3"/>
              </a:solidFill>
            </p:grpSpPr>
            <p:sp>
              <p:nvSpPr>
                <p:cNvPr id="545" name="Rectangle 544">
                  <a:extLst>
                    <a:ext uri="{FF2B5EF4-FFF2-40B4-BE49-F238E27FC236}">
                      <a16:creationId xmlns:a16="http://schemas.microsoft.com/office/drawing/2014/main" id="{C5A80C01-289E-43BF-80F0-9D47ACED18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17775"/>
                  <a:ext cx="71438" cy="1428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6" name="Rectangle 298">
                  <a:extLst>
                    <a:ext uri="{FF2B5EF4-FFF2-40B4-BE49-F238E27FC236}">
                      <a16:creationId xmlns:a16="http://schemas.microsoft.com/office/drawing/2014/main" id="{3B0FB58C-358F-449E-8DE4-594B9502EA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68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7" name="Rectangle 300">
                  <a:extLst>
                    <a:ext uri="{FF2B5EF4-FFF2-40B4-BE49-F238E27FC236}">
                      <a16:creationId xmlns:a16="http://schemas.microsoft.com/office/drawing/2014/main" id="{B1CE2B87-0DD8-49FA-B7DB-DE8E59C0D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92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8" name="Rectangle 302">
                  <a:extLst>
                    <a:ext uri="{FF2B5EF4-FFF2-40B4-BE49-F238E27FC236}">
                      <a16:creationId xmlns:a16="http://schemas.microsoft.com/office/drawing/2014/main" id="{E8603891-CCAD-40DE-AC22-27F7BDB37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3463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9" name="Rectangle 304">
                  <a:extLst>
                    <a:ext uri="{FF2B5EF4-FFF2-40B4-BE49-F238E27FC236}">
                      <a16:creationId xmlns:a16="http://schemas.microsoft.com/office/drawing/2014/main" id="{ABB52456-29FA-49DC-97E4-AD4E1FAF77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4413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539" name="Group 538">
                <a:extLst>
                  <a:ext uri="{FF2B5EF4-FFF2-40B4-BE49-F238E27FC236}">
                    <a16:creationId xmlns:a16="http://schemas.microsoft.com/office/drawing/2014/main" id="{50D21844-9B27-47E9-B869-CE57B45E74EE}"/>
                  </a:ext>
                </a:extLst>
              </p:cNvPr>
              <p:cNvGrpSpPr/>
              <p:nvPr/>
            </p:nvGrpSpPr>
            <p:grpSpPr>
              <a:xfrm>
                <a:off x="5381962" y="4272839"/>
                <a:ext cx="76207" cy="30483"/>
                <a:chOff x="2279650" y="2532063"/>
                <a:chExt cx="71438" cy="2857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540" name="Rectangle 297">
                  <a:extLst>
                    <a:ext uri="{FF2B5EF4-FFF2-40B4-BE49-F238E27FC236}">
                      <a16:creationId xmlns:a16="http://schemas.microsoft.com/office/drawing/2014/main" id="{8A9ACAAC-F057-4AFA-8980-10C2333DB6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6325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1" name="Rectangle 299">
                  <a:extLst>
                    <a:ext uri="{FF2B5EF4-FFF2-40B4-BE49-F238E27FC236}">
                      <a16:creationId xmlns:a16="http://schemas.microsoft.com/office/drawing/2014/main" id="{54919741-219C-40B5-AB33-AABCB34FEF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275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2" name="Rectangle 301">
                  <a:extLst>
                    <a:ext uri="{FF2B5EF4-FFF2-40B4-BE49-F238E27FC236}">
                      <a16:creationId xmlns:a16="http://schemas.microsoft.com/office/drawing/2014/main" id="{7E1E39B3-8A9D-410B-B0F0-23A505538D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14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3" name="Rectangle 303">
                  <a:extLst>
                    <a:ext uri="{FF2B5EF4-FFF2-40B4-BE49-F238E27FC236}">
                      <a16:creationId xmlns:a16="http://schemas.microsoft.com/office/drawing/2014/main" id="{6BE4CAC0-49D1-4CD2-A8E2-3C467EC440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938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544" name="Rectangle 305">
                  <a:extLst>
                    <a:ext uri="{FF2B5EF4-FFF2-40B4-BE49-F238E27FC236}">
                      <a16:creationId xmlns:a16="http://schemas.microsoft.com/office/drawing/2014/main" id="{E990C804-BAC3-48E6-AA02-82D55D7F3A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7F940EA-657C-4AD6-9ED1-2CD8BCC3A340}"/>
              </a:ext>
            </a:extLst>
          </p:cNvPr>
          <p:cNvGrpSpPr/>
          <p:nvPr/>
        </p:nvGrpSpPr>
        <p:grpSpPr>
          <a:xfrm>
            <a:off x="3683058" y="4849854"/>
            <a:ext cx="707873" cy="2008146"/>
            <a:chOff x="3717850" y="4882032"/>
            <a:chExt cx="707873" cy="2008146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A205596E-026A-4F16-A2D1-C8BD99B6D22A}"/>
                </a:ext>
              </a:extLst>
            </p:cNvPr>
            <p:cNvGrpSpPr/>
            <p:nvPr/>
          </p:nvGrpSpPr>
          <p:grpSpPr>
            <a:xfrm>
              <a:off x="3748333" y="5986179"/>
              <a:ext cx="650771" cy="903999"/>
              <a:chOff x="5772548" y="2219078"/>
              <a:chExt cx="650771" cy="5486920"/>
            </a:xfrm>
          </p:grpSpPr>
          <p:sp>
            <p:nvSpPr>
              <p:cNvPr id="245" name="Rectangle 233">
                <a:extLst>
                  <a:ext uri="{FF2B5EF4-FFF2-40B4-BE49-F238E27FC236}">
                    <a16:creationId xmlns:a16="http://schemas.microsoft.com/office/drawing/2014/main" id="{51249777-6410-4403-B223-ACC273B09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2548" y="2219078"/>
                <a:ext cx="74513" cy="5486920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  <a:alpha val="70000"/>
                    </a:schemeClr>
                  </a:gs>
                  <a:gs pos="100000">
                    <a:schemeClr val="accent5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46" name="Rectangle 235">
                <a:extLst>
                  <a:ext uri="{FF2B5EF4-FFF2-40B4-BE49-F238E27FC236}">
                    <a16:creationId xmlns:a16="http://schemas.microsoft.com/office/drawing/2014/main" id="{B685CF3C-E1CC-427B-9BB7-02C7D452D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7695" y="2298671"/>
                <a:ext cx="94835" cy="5378478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alpha val="70000"/>
                    </a:schemeClr>
                  </a:gs>
                  <a:gs pos="100000">
                    <a:schemeClr val="accent5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47" name="Rectangle 232">
                <a:extLst>
                  <a:ext uri="{FF2B5EF4-FFF2-40B4-BE49-F238E27FC236}">
                    <a16:creationId xmlns:a16="http://schemas.microsoft.com/office/drawing/2014/main" id="{AA962012-2B0F-4239-9EC5-D228FF8EE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7112" y="2219773"/>
                <a:ext cx="76207" cy="5379333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alpha val="70000"/>
                    </a:schemeClr>
                  </a:gs>
                  <a:gs pos="100000">
                    <a:schemeClr val="accent5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248" name="Rectangle 237">
                <a:extLst>
                  <a:ext uri="{FF2B5EF4-FFF2-40B4-BE49-F238E27FC236}">
                    <a16:creationId xmlns:a16="http://schemas.microsoft.com/office/drawing/2014/main" id="{ABEE51A5-DBCC-44E3-9C59-66D5ACFAD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2860" y="2298454"/>
                <a:ext cx="94835" cy="4559545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  <a:alpha val="70000"/>
                    </a:schemeClr>
                  </a:gs>
                  <a:gs pos="100000">
                    <a:schemeClr val="accent5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EA938567-9CAE-4D53-B54B-E5E3BC396A39}"/>
                </a:ext>
              </a:extLst>
            </p:cNvPr>
            <p:cNvGrpSpPr/>
            <p:nvPr/>
          </p:nvGrpSpPr>
          <p:grpSpPr>
            <a:xfrm>
              <a:off x="3717850" y="4882032"/>
              <a:ext cx="707873" cy="1183739"/>
              <a:chOff x="3717850" y="4501032"/>
              <a:chExt cx="707873" cy="1183739"/>
            </a:xfrm>
          </p:grpSpPr>
          <p:sp>
            <p:nvSpPr>
              <p:cNvPr id="329" name="Freeform 239">
                <a:extLst>
                  <a:ext uri="{FF2B5EF4-FFF2-40B4-BE49-F238E27FC236}">
                    <a16:creationId xmlns:a16="http://schemas.microsoft.com/office/drawing/2014/main" id="{B448F9D0-2A71-4B5C-B316-297B0CF50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072" y="5322367"/>
                <a:ext cx="149026" cy="206604"/>
              </a:xfrm>
              <a:custGeom>
                <a:avLst/>
                <a:gdLst>
                  <a:gd name="T0" fmla="*/ 10 w 60"/>
                  <a:gd name="T1" fmla="*/ 0 h 83"/>
                  <a:gd name="T2" fmla="*/ 47 w 60"/>
                  <a:gd name="T3" fmla="*/ 0 h 83"/>
                  <a:gd name="T4" fmla="*/ 60 w 60"/>
                  <a:gd name="T5" fmla="*/ 64 h 83"/>
                  <a:gd name="T6" fmla="*/ 0 w 60"/>
                  <a:gd name="T7" fmla="*/ 83 h 83"/>
                  <a:gd name="T8" fmla="*/ 10 w 6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10" y="0"/>
                    </a:moveTo>
                    <a:cubicBezTo>
                      <a:pt x="10" y="0"/>
                      <a:pt x="25" y="16"/>
                      <a:pt x="47" y="0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17" y="59"/>
                      <a:pt x="0" y="8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0" name="Freeform 240">
                <a:extLst>
                  <a:ext uri="{FF2B5EF4-FFF2-40B4-BE49-F238E27FC236}">
                    <a16:creationId xmlns:a16="http://schemas.microsoft.com/office/drawing/2014/main" id="{5D50D96A-9FC9-4C05-BC0B-34CA23291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850" y="5175035"/>
                <a:ext cx="132091" cy="384418"/>
              </a:xfrm>
              <a:custGeom>
                <a:avLst/>
                <a:gdLst>
                  <a:gd name="T0" fmla="*/ 42 w 53"/>
                  <a:gd name="T1" fmla="*/ 154 h 154"/>
                  <a:gd name="T2" fmla="*/ 53 w 53"/>
                  <a:gd name="T3" fmla="*/ 108 h 154"/>
                  <a:gd name="T4" fmla="*/ 27 w 53"/>
                  <a:gd name="T5" fmla="*/ 0 h 154"/>
                  <a:gd name="T6" fmla="*/ 0 w 53"/>
                  <a:gd name="T7" fmla="*/ 108 h 154"/>
                  <a:gd name="T8" fmla="*/ 12 w 53"/>
                  <a:gd name="T9" fmla="*/ 154 h 154"/>
                  <a:gd name="T10" fmla="*/ 42 w 53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54">
                    <a:moveTo>
                      <a:pt x="42" y="154"/>
                    </a:moveTo>
                    <a:cubicBezTo>
                      <a:pt x="49" y="135"/>
                      <a:pt x="53" y="144"/>
                      <a:pt x="53" y="108"/>
                    </a:cubicBezTo>
                    <a:cubicBezTo>
                      <a:pt x="53" y="48"/>
                      <a:pt x="42" y="0"/>
                      <a:pt x="27" y="0"/>
                    </a:cubicBezTo>
                    <a:cubicBezTo>
                      <a:pt x="12" y="0"/>
                      <a:pt x="0" y="48"/>
                      <a:pt x="0" y="108"/>
                    </a:cubicBezTo>
                    <a:cubicBezTo>
                      <a:pt x="0" y="144"/>
                      <a:pt x="5" y="135"/>
                      <a:pt x="12" y="154"/>
                    </a:cubicBezTo>
                    <a:lnTo>
                      <a:pt x="42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1" name="Freeform 241">
                <a:extLst>
                  <a:ext uri="{FF2B5EF4-FFF2-40B4-BE49-F238E27FC236}">
                    <a16:creationId xmlns:a16="http://schemas.microsoft.com/office/drawing/2014/main" id="{F85123AB-230F-4791-8BDD-9D43EE40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704" y="5175035"/>
                <a:ext cx="110076" cy="121930"/>
              </a:xfrm>
              <a:custGeom>
                <a:avLst/>
                <a:gdLst>
                  <a:gd name="T0" fmla="*/ 44 w 44"/>
                  <a:gd name="T1" fmla="*/ 49 h 49"/>
                  <a:gd name="T2" fmla="*/ 22 w 44"/>
                  <a:gd name="T3" fmla="*/ 0 h 49"/>
                  <a:gd name="T4" fmla="*/ 0 w 44"/>
                  <a:gd name="T5" fmla="*/ 49 h 49"/>
                  <a:gd name="T6" fmla="*/ 44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44" y="49"/>
                    </a:moveTo>
                    <a:cubicBezTo>
                      <a:pt x="39" y="20"/>
                      <a:pt x="31" y="0"/>
                      <a:pt x="22" y="0"/>
                    </a:cubicBezTo>
                    <a:cubicBezTo>
                      <a:pt x="13" y="0"/>
                      <a:pt x="4" y="20"/>
                      <a:pt x="0" y="49"/>
                    </a:cubicBezTo>
                    <a:lnTo>
                      <a:pt x="44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5"/>
                  </a:gs>
                  <a:gs pos="100000">
                    <a:schemeClr val="accent5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332" name="Group 331">
                <a:extLst>
                  <a:ext uri="{FF2B5EF4-FFF2-40B4-BE49-F238E27FC236}">
                    <a16:creationId xmlns:a16="http://schemas.microsoft.com/office/drawing/2014/main" id="{C09BB450-058D-406D-BEF1-D41F920A9B2B}"/>
                  </a:ext>
                </a:extLst>
              </p:cNvPr>
              <p:cNvGrpSpPr/>
              <p:nvPr/>
            </p:nvGrpSpPr>
            <p:grpSpPr>
              <a:xfrm>
                <a:off x="3748333" y="5559454"/>
                <a:ext cx="74513" cy="45724"/>
                <a:chOff x="1741488" y="2517775"/>
                <a:chExt cx="69850" cy="42863"/>
              </a:xfrm>
              <a:solidFill>
                <a:schemeClr val="accent5"/>
              </a:solidFill>
            </p:grpSpPr>
            <p:sp>
              <p:nvSpPr>
                <p:cNvPr id="397" name="Rectangle 242">
                  <a:extLst>
                    <a:ext uri="{FF2B5EF4-FFF2-40B4-BE49-F238E27FC236}">
                      <a16:creationId xmlns:a16="http://schemas.microsoft.com/office/drawing/2014/main" id="{E0410234-5133-4DAB-B042-D7749A383F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1488" y="2517775"/>
                  <a:ext cx="69850" cy="1428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8" name="Rectangle 244">
                  <a:extLst>
                    <a:ext uri="{FF2B5EF4-FFF2-40B4-BE49-F238E27FC236}">
                      <a16:creationId xmlns:a16="http://schemas.microsoft.com/office/drawing/2014/main" id="{9809B369-8C46-4E0D-BA2F-0082F6F07D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25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9" name="Rectangle 246">
                  <a:extLst>
                    <a:ext uri="{FF2B5EF4-FFF2-40B4-BE49-F238E27FC236}">
                      <a16:creationId xmlns:a16="http://schemas.microsoft.com/office/drawing/2014/main" id="{AE166863-98F0-4775-9DD2-7664D85265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5300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00" name="Rectangle 248">
                  <a:extLst>
                    <a:ext uri="{FF2B5EF4-FFF2-40B4-BE49-F238E27FC236}">
                      <a16:creationId xmlns:a16="http://schemas.microsoft.com/office/drawing/2014/main" id="{B8FB6A5C-DD42-42A8-BDB6-9C4457931E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8117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401" name="Rectangle 250">
                  <a:extLst>
                    <a:ext uri="{FF2B5EF4-FFF2-40B4-BE49-F238E27FC236}">
                      <a16:creationId xmlns:a16="http://schemas.microsoft.com/office/drawing/2014/main" id="{DC9BF446-329A-4F63-81B3-EEB47A255A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050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333" name="Group 332">
                <a:extLst>
                  <a:ext uri="{FF2B5EF4-FFF2-40B4-BE49-F238E27FC236}">
                    <a16:creationId xmlns:a16="http://schemas.microsoft.com/office/drawing/2014/main" id="{9BBA1FF9-A81C-4F0F-84EE-A1ED7ECED803}"/>
                  </a:ext>
                </a:extLst>
              </p:cNvPr>
              <p:cNvGrpSpPr/>
              <p:nvPr/>
            </p:nvGrpSpPr>
            <p:grpSpPr>
              <a:xfrm>
                <a:off x="3748333" y="5574696"/>
                <a:ext cx="74513" cy="30483"/>
                <a:chOff x="6715523" y="3372118"/>
                <a:chExt cx="74513" cy="30483"/>
              </a:xfrm>
              <a:solidFill>
                <a:schemeClr val="accent5">
                  <a:lumMod val="75000"/>
                </a:schemeClr>
              </a:solidFill>
            </p:grpSpPr>
            <p:sp>
              <p:nvSpPr>
                <p:cNvPr id="392" name="Rectangle 243">
                  <a:extLst>
                    <a:ext uri="{FF2B5EF4-FFF2-40B4-BE49-F238E27FC236}">
                      <a16:creationId xmlns:a16="http://schemas.microsoft.com/office/drawing/2014/main" id="{55622EE3-87AB-4808-AB3A-959B209A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15523" y="3372118"/>
                  <a:ext cx="508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3" name="Rectangle 245">
                  <a:extLst>
                    <a:ext uri="{FF2B5EF4-FFF2-40B4-BE49-F238E27FC236}">
                      <a16:creationId xmlns:a16="http://schemas.microsoft.com/office/drawing/2014/main" id="{910E648C-B336-4B53-9E1C-EC7DB2E2D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3076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4" name="Rectangle 247">
                  <a:extLst>
                    <a:ext uri="{FF2B5EF4-FFF2-40B4-BE49-F238E27FC236}">
                      <a16:creationId xmlns:a16="http://schemas.microsoft.com/office/drawing/2014/main" id="{10E75800-D093-494A-9785-9679C3D0EF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47698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5" name="Rectangle 249">
                  <a:extLst>
                    <a:ext uri="{FF2B5EF4-FFF2-40B4-BE49-F238E27FC236}">
                      <a16:creationId xmlns:a16="http://schemas.microsoft.com/office/drawing/2014/main" id="{05363AA9-8EA2-424B-B1E7-8C80836D4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6463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6" name="Rectangle 251">
                  <a:extLst>
                    <a:ext uri="{FF2B5EF4-FFF2-40B4-BE49-F238E27FC236}">
                      <a16:creationId xmlns:a16="http://schemas.microsoft.com/office/drawing/2014/main" id="{4BA67FC8-646E-4FB8-8C3E-DFFC31147A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83262" y="3372118"/>
                  <a:ext cx="6774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334" name="Freeform 252">
                <a:extLst>
                  <a:ext uri="{FF2B5EF4-FFF2-40B4-BE49-F238E27FC236}">
                    <a16:creationId xmlns:a16="http://schemas.microsoft.com/office/drawing/2014/main" id="{BD6A1D90-B31D-451C-9DB5-359D6622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168" y="5322367"/>
                <a:ext cx="147333" cy="206604"/>
              </a:xfrm>
              <a:custGeom>
                <a:avLst/>
                <a:gdLst>
                  <a:gd name="T0" fmla="*/ 50 w 59"/>
                  <a:gd name="T1" fmla="*/ 0 h 83"/>
                  <a:gd name="T2" fmla="*/ 12 w 59"/>
                  <a:gd name="T3" fmla="*/ 0 h 83"/>
                  <a:gd name="T4" fmla="*/ 0 w 59"/>
                  <a:gd name="T5" fmla="*/ 64 h 83"/>
                  <a:gd name="T6" fmla="*/ 59 w 59"/>
                  <a:gd name="T7" fmla="*/ 83 h 83"/>
                  <a:gd name="T8" fmla="*/ 50 w 59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83">
                    <a:moveTo>
                      <a:pt x="50" y="0"/>
                    </a:moveTo>
                    <a:cubicBezTo>
                      <a:pt x="50" y="0"/>
                      <a:pt x="35" y="16"/>
                      <a:pt x="12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43" y="59"/>
                      <a:pt x="59" y="83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5" name="Freeform 253">
                <a:extLst>
                  <a:ext uri="{FF2B5EF4-FFF2-40B4-BE49-F238E27FC236}">
                    <a16:creationId xmlns:a16="http://schemas.microsoft.com/office/drawing/2014/main" id="{506309B1-FA54-4C2D-852D-3FE0C621D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519" y="4501032"/>
                <a:ext cx="328534" cy="1109226"/>
              </a:xfrm>
              <a:custGeom>
                <a:avLst/>
                <a:gdLst>
                  <a:gd name="T0" fmla="*/ 28 w 131"/>
                  <a:gd name="T1" fmla="*/ 443 h 443"/>
                  <a:gd name="T2" fmla="*/ 0 w 131"/>
                  <a:gd name="T3" fmla="*/ 266 h 443"/>
                  <a:gd name="T4" fmla="*/ 66 w 131"/>
                  <a:gd name="T5" fmla="*/ 0 h 443"/>
                  <a:gd name="T6" fmla="*/ 131 w 131"/>
                  <a:gd name="T7" fmla="*/ 266 h 443"/>
                  <a:gd name="T8" fmla="*/ 103 w 131"/>
                  <a:gd name="T9" fmla="*/ 443 h 443"/>
                  <a:gd name="T10" fmla="*/ 28 w 131"/>
                  <a:gd name="T1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443">
                    <a:moveTo>
                      <a:pt x="28" y="443"/>
                    </a:moveTo>
                    <a:cubicBezTo>
                      <a:pt x="11" y="395"/>
                      <a:pt x="0" y="356"/>
                      <a:pt x="0" y="266"/>
                    </a:cubicBezTo>
                    <a:cubicBezTo>
                      <a:pt x="0" y="119"/>
                      <a:pt x="30" y="0"/>
                      <a:pt x="66" y="0"/>
                    </a:cubicBezTo>
                    <a:cubicBezTo>
                      <a:pt x="102" y="0"/>
                      <a:pt x="131" y="119"/>
                      <a:pt x="131" y="266"/>
                    </a:cubicBezTo>
                    <a:cubicBezTo>
                      <a:pt x="131" y="356"/>
                      <a:pt x="120" y="395"/>
                      <a:pt x="103" y="443"/>
                    </a:cubicBezTo>
                    <a:lnTo>
                      <a:pt x="28" y="44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6" name="Freeform 254">
                <a:extLst>
                  <a:ext uri="{FF2B5EF4-FFF2-40B4-BE49-F238E27FC236}">
                    <a16:creationId xmlns:a16="http://schemas.microsoft.com/office/drawing/2014/main" id="{6063C503-05AD-43AF-87CC-05950EBF9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519" y="5166567"/>
                <a:ext cx="328534" cy="62658"/>
              </a:xfrm>
              <a:custGeom>
                <a:avLst/>
                <a:gdLst>
                  <a:gd name="T0" fmla="*/ 1 w 131"/>
                  <a:gd name="T1" fmla="*/ 25 h 25"/>
                  <a:gd name="T2" fmla="*/ 0 w 131"/>
                  <a:gd name="T3" fmla="*/ 0 h 25"/>
                  <a:gd name="T4" fmla="*/ 131 w 131"/>
                  <a:gd name="T5" fmla="*/ 0 h 25"/>
                  <a:gd name="T6" fmla="*/ 131 w 131"/>
                  <a:gd name="T7" fmla="*/ 25 h 25"/>
                  <a:gd name="T8" fmla="*/ 1 w 1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5">
                    <a:moveTo>
                      <a:pt x="1" y="25"/>
                    </a:moveTo>
                    <a:cubicBezTo>
                      <a:pt x="1" y="17"/>
                      <a:pt x="0" y="9"/>
                      <a:pt x="0" y="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9"/>
                      <a:pt x="131" y="17"/>
                      <a:pt x="131" y="25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7" name="Freeform 255">
                <a:extLst>
                  <a:ext uri="{FF2B5EF4-FFF2-40B4-BE49-F238E27FC236}">
                    <a16:creationId xmlns:a16="http://schemas.microsoft.com/office/drawing/2014/main" id="{EFE7CBA7-2FF8-482C-9C0A-39E33626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937" y="4501032"/>
                <a:ext cx="235394" cy="206604"/>
              </a:xfrm>
              <a:custGeom>
                <a:avLst/>
                <a:gdLst>
                  <a:gd name="T0" fmla="*/ 0 w 94"/>
                  <a:gd name="T1" fmla="*/ 82 h 82"/>
                  <a:gd name="T2" fmla="*/ 47 w 94"/>
                  <a:gd name="T3" fmla="*/ 0 h 82"/>
                  <a:gd name="T4" fmla="*/ 94 w 94"/>
                  <a:gd name="T5" fmla="*/ 82 h 82"/>
                  <a:gd name="T6" fmla="*/ 0 w 9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82">
                    <a:moveTo>
                      <a:pt x="0" y="82"/>
                    </a:moveTo>
                    <a:cubicBezTo>
                      <a:pt x="12" y="31"/>
                      <a:pt x="28" y="0"/>
                      <a:pt x="47" y="0"/>
                    </a:cubicBezTo>
                    <a:cubicBezTo>
                      <a:pt x="65" y="0"/>
                      <a:pt x="82" y="31"/>
                      <a:pt x="94" y="82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8" name="Oval 256">
                <a:extLst>
                  <a:ext uri="{FF2B5EF4-FFF2-40B4-BE49-F238E27FC236}">
                    <a16:creationId xmlns:a16="http://schemas.microsoft.com/office/drawing/2014/main" id="{972882E9-FB35-47EF-9EC6-6662BD69F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580" y="4834646"/>
                <a:ext cx="152413" cy="15241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39" name="Freeform 257">
                <a:extLst>
                  <a:ext uri="{FF2B5EF4-FFF2-40B4-BE49-F238E27FC236}">
                    <a16:creationId xmlns:a16="http://schemas.microsoft.com/office/drawing/2014/main" id="{8248F02E-1B17-4C05-87CA-075F5F65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821" y="4849888"/>
                <a:ext cx="125317" cy="125317"/>
              </a:xfrm>
              <a:custGeom>
                <a:avLst/>
                <a:gdLst>
                  <a:gd name="T0" fmla="*/ 9 w 50"/>
                  <a:gd name="T1" fmla="*/ 41 h 50"/>
                  <a:gd name="T2" fmla="*/ 41 w 50"/>
                  <a:gd name="T3" fmla="*/ 41 h 50"/>
                  <a:gd name="T4" fmla="*/ 41 w 50"/>
                  <a:gd name="T5" fmla="*/ 9 h 50"/>
                  <a:gd name="T6" fmla="*/ 9 w 50"/>
                  <a:gd name="T7" fmla="*/ 9 h 50"/>
                  <a:gd name="T8" fmla="*/ 9 w 50"/>
                  <a:gd name="T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9" y="41"/>
                    </a:moveTo>
                    <a:cubicBezTo>
                      <a:pt x="18" y="50"/>
                      <a:pt x="32" y="50"/>
                      <a:pt x="41" y="41"/>
                    </a:cubicBezTo>
                    <a:cubicBezTo>
                      <a:pt x="50" y="32"/>
                      <a:pt x="50" y="18"/>
                      <a:pt x="41" y="9"/>
                    </a:cubicBezTo>
                    <a:cubicBezTo>
                      <a:pt x="32" y="0"/>
                      <a:pt x="18" y="0"/>
                      <a:pt x="9" y="9"/>
                    </a:cubicBezTo>
                    <a:cubicBezTo>
                      <a:pt x="0" y="18"/>
                      <a:pt x="0" y="32"/>
                      <a:pt x="9" y="41"/>
                    </a:cubicBezTo>
                    <a:close/>
                  </a:path>
                </a:pathLst>
              </a:custGeom>
              <a:solidFill>
                <a:srgbClr val="B6D4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0" name="Freeform 258">
                <a:extLst>
                  <a:ext uri="{FF2B5EF4-FFF2-40B4-BE49-F238E27FC236}">
                    <a16:creationId xmlns:a16="http://schemas.microsoft.com/office/drawing/2014/main" id="{95BC0F0E-C822-4B39-938F-2C1D7A07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982" y="4878677"/>
                <a:ext cx="84674" cy="86367"/>
              </a:xfrm>
              <a:custGeom>
                <a:avLst/>
                <a:gdLst>
                  <a:gd name="T0" fmla="*/ 0 w 34"/>
                  <a:gd name="T1" fmla="*/ 4 h 34"/>
                  <a:gd name="T2" fmla="*/ 2 w 34"/>
                  <a:gd name="T3" fmla="*/ 0 h 34"/>
                  <a:gd name="T4" fmla="*/ 34 w 34"/>
                  <a:gd name="T5" fmla="*/ 32 h 34"/>
                  <a:gd name="T6" fmla="*/ 30 w 34"/>
                  <a:gd name="T7" fmla="*/ 34 h 34"/>
                  <a:gd name="T8" fmla="*/ 0 w 34"/>
                  <a:gd name="T9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3"/>
                      <a:pt x="31" y="33"/>
                      <a:pt x="30" y="3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1" name="Freeform 259">
                <a:extLst>
                  <a:ext uri="{FF2B5EF4-FFF2-40B4-BE49-F238E27FC236}">
                    <a16:creationId xmlns:a16="http://schemas.microsoft.com/office/drawing/2014/main" id="{4EE7F3C5-0A76-42A3-94C0-9835C6489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224" y="4854968"/>
                <a:ext cx="91448" cy="94835"/>
              </a:xfrm>
              <a:custGeom>
                <a:avLst/>
                <a:gdLst>
                  <a:gd name="T0" fmla="*/ 0 w 37"/>
                  <a:gd name="T1" fmla="*/ 6 h 38"/>
                  <a:gd name="T2" fmla="*/ 10 w 37"/>
                  <a:gd name="T3" fmla="*/ 0 h 38"/>
                  <a:gd name="T4" fmla="*/ 37 w 37"/>
                  <a:gd name="T5" fmla="*/ 27 h 38"/>
                  <a:gd name="T6" fmla="*/ 32 w 37"/>
                  <a:gd name="T7" fmla="*/ 38 h 38"/>
                  <a:gd name="T8" fmla="*/ 0 w 37"/>
                  <a:gd name="T9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0" y="6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1"/>
                      <a:pt x="35" y="35"/>
                      <a:pt x="32" y="3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2" name="Oval 260">
                <a:extLst>
                  <a:ext uri="{FF2B5EF4-FFF2-40B4-BE49-F238E27FC236}">
                    <a16:creationId xmlns:a16="http://schemas.microsoft.com/office/drawing/2014/main" id="{A0511A18-282B-43EA-A2C7-CDAD54D4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399" y="4839727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3" name="Freeform 261">
                <a:extLst>
                  <a:ext uri="{FF2B5EF4-FFF2-40B4-BE49-F238E27FC236}">
                    <a16:creationId xmlns:a16="http://schemas.microsoft.com/office/drawing/2014/main" id="{3E05D312-E475-4AA1-8478-0AC6E190D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576" y="4846501"/>
                <a:ext cx="11855" cy="13548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5 h 5"/>
                  <a:gd name="T4" fmla="*/ 4 w 5"/>
                  <a:gd name="T5" fmla="*/ 4 h 5"/>
                  <a:gd name="T6" fmla="*/ 3 w 5"/>
                  <a:gd name="T7" fmla="*/ 1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4" name="Freeform 262">
                <a:extLst>
                  <a:ext uri="{FF2B5EF4-FFF2-40B4-BE49-F238E27FC236}">
                    <a16:creationId xmlns:a16="http://schemas.microsoft.com/office/drawing/2014/main" id="{C5147D11-9413-4D95-8270-EA5A1628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590" y="4871903"/>
                <a:ext cx="15242" cy="11854"/>
              </a:xfrm>
              <a:custGeom>
                <a:avLst/>
                <a:gdLst>
                  <a:gd name="T0" fmla="*/ 2 w 6"/>
                  <a:gd name="T1" fmla="*/ 1 h 5"/>
                  <a:gd name="T2" fmla="*/ 1 w 6"/>
                  <a:gd name="T3" fmla="*/ 4 h 5"/>
                  <a:gd name="T4" fmla="*/ 4 w 6"/>
                  <a:gd name="T5" fmla="*/ 5 h 5"/>
                  <a:gd name="T6" fmla="*/ 5 w 6"/>
                  <a:gd name="T7" fmla="*/ 1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5" name="Oval 263">
                <a:extLst>
                  <a:ext uri="{FF2B5EF4-FFF2-40B4-BE49-F238E27FC236}">
                    <a16:creationId xmlns:a16="http://schemas.microsoft.com/office/drawing/2014/main" id="{DC7E4909-BAEB-4C1B-AE57-A5AF1990A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751" y="4907466"/>
                <a:ext cx="13548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6" name="Freeform 264">
                <a:extLst>
                  <a:ext uri="{FF2B5EF4-FFF2-40B4-BE49-F238E27FC236}">
                    <a16:creationId xmlns:a16="http://schemas.microsoft.com/office/drawing/2014/main" id="{FB69F593-81E2-4512-A6B3-8C458F7D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590" y="4936255"/>
                <a:ext cx="15242" cy="15241"/>
              </a:xfrm>
              <a:custGeom>
                <a:avLst/>
                <a:gdLst>
                  <a:gd name="T0" fmla="*/ 4 w 6"/>
                  <a:gd name="T1" fmla="*/ 1 h 6"/>
                  <a:gd name="T2" fmla="*/ 1 w 6"/>
                  <a:gd name="T3" fmla="*/ 2 h 6"/>
                  <a:gd name="T4" fmla="*/ 2 w 6"/>
                  <a:gd name="T5" fmla="*/ 5 h 6"/>
                  <a:gd name="T6" fmla="*/ 5 w 6"/>
                  <a:gd name="T7" fmla="*/ 4 h 6"/>
                  <a:gd name="T8" fmla="*/ 4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7" name="Freeform 265">
                <a:extLst>
                  <a:ext uri="{FF2B5EF4-FFF2-40B4-BE49-F238E27FC236}">
                    <a16:creationId xmlns:a16="http://schemas.microsoft.com/office/drawing/2014/main" id="{37FCB5E0-BC46-4529-902A-0D406C796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576" y="4961657"/>
                <a:ext cx="11855" cy="13548"/>
              </a:xfrm>
              <a:custGeom>
                <a:avLst/>
                <a:gdLst>
                  <a:gd name="T0" fmla="*/ 4 w 5"/>
                  <a:gd name="T1" fmla="*/ 2 h 5"/>
                  <a:gd name="T2" fmla="*/ 1 w 5"/>
                  <a:gd name="T3" fmla="*/ 1 h 5"/>
                  <a:gd name="T4" fmla="*/ 0 w 5"/>
                  <a:gd name="T5" fmla="*/ 4 h 5"/>
                  <a:gd name="T6" fmla="*/ 3 w 5"/>
                  <a:gd name="T7" fmla="*/ 5 h 5"/>
                  <a:gd name="T8" fmla="*/ 4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8" name="Oval 266">
                <a:extLst>
                  <a:ext uri="{FF2B5EF4-FFF2-40B4-BE49-F238E27FC236}">
                    <a16:creationId xmlns:a16="http://schemas.microsoft.com/office/drawing/2014/main" id="{17CC66AA-8B7B-4117-8013-0C63CABD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399" y="4971818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49" name="Freeform 267">
                <a:extLst>
                  <a:ext uri="{FF2B5EF4-FFF2-40B4-BE49-F238E27FC236}">
                    <a16:creationId xmlns:a16="http://schemas.microsoft.com/office/drawing/2014/main" id="{A552D2A5-0DE4-4323-9536-FF87D36D6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837" y="4961657"/>
                <a:ext cx="13548" cy="13548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1 h 5"/>
                  <a:gd name="T4" fmla="*/ 1 w 5"/>
                  <a:gd name="T5" fmla="*/ 2 h 5"/>
                  <a:gd name="T6" fmla="*/ 2 w 5"/>
                  <a:gd name="T7" fmla="*/ 5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50" name="Freeform 268">
                <a:extLst>
                  <a:ext uri="{FF2B5EF4-FFF2-40B4-BE49-F238E27FC236}">
                    <a16:creationId xmlns:a16="http://schemas.microsoft.com/office/drawing/2014/main" id="{D344A15E-2272-4C3F-81FC-B54F215D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434" y="4936255"/>
                <a:ext cx="15242" cy="15241"/>
              </a:xfrm>
              <a:custGeom>
                <a:avLst/>
                <a:gdLst>
                  <a:gd name="T0" fmla="*/ 4 w 6"/>
                  <a:gd name="T1" fmla="*/ 5 h 6"/>
                  <a:gd name="T2" fmla="*/ 5 w 6"/>
                  <a:gd name="T3" fmla="*/ 2 h 6"/>
                  <a:gd name="T4" fmla="*/ 2 w 6"/>
                  <a:gd name="T5" fmla="*/ 1 h 6"/>
                  <a:gd name="T6" fmla="*/ 1 w 6"/>
                  <a:gd name="T7" fmla="*/ 4 h 6"/>
                  <a:gd name="T8" fmla="*/ 4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5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5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51" name="Oval 269">
                <a:extLst>
                  <a:ext uri="{FF2B5EF4-FFF2-40B4-BE49-F238E27FC236}">
                    <a16:creationId xmlns:a16="http://schemas.microsoft.com/office/drawing/2014/main" id="{2234EFAE-3FB0-4BE3-8DC8-68CD99EF0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660" y="4907466"/>
                <a:ext cx="11855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52" name="Freeform 270">
                <a:extLst>
                  <a:ext uri="{FF2B5EF4-FFF2-40B4-BE49-F238E27FC236}">
                    <a16:creationId xmlns:a16="http://schemas.microsoft.com/office/drawing/2014/main" id="{8A0F7CBD-E003-4E25-85C3-DB155AFBB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434" y="4871903"/>
                <a:ext cx="15242" cy="11854"/>
              </a:xfrm>
              <a:custGeom>
                <a:avLst/>
                <a:gdLst>
                  <a:gd name="T0" fmla="*/ 2 w 6"/>
                  <a:gd name="T1" fmla="*/ 5 h 5"/>
                  <a:gd name="T2" fmla="*/ 5 w 6"/>
                  <a:gd name="T3" fmla="*/ 4 h 5"/>
                  <a:gd name="T4" fmla="*/ 4 w 6"/>
                  <a:gd name="T5" fmla="*/ 1 h 5"/>
                  <a:gd name="T6" fmla="*/ 1 w 6"/>
                  <a:gd name="T7" fmla="*/ 1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3" y="5"/>
                      <a:pt x="4" y="5"/>
                      <a:pt x="5" y="4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53" name="Freeform 271">
                <a:extLst>
                  <a:ext uri="{FF2B5EF4-FFF2-40B4-BE49-F238E27FC236}">
                    <a16:creationId xmlns:a16="http://schemas.microsoft.com/office/drawing/2014/main" id="{00DA43B9-9D24-4D8C-AD62-2090017B0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837" y="4846501"/>
                <a:ext cx="13548" cy="13548"/>
              </a:xfrm>
              <a:custGeom>
                <a:avLst/>
                <a:gdLst>
                  <a:gd name="T0" fmla="*/ 1 w 5"/>
                  <a:gd name="T1" fmla="*/ 4 h 5"/>
                  <a:gd name="T2" fmla="*/ 4 w 5"/>
                  <a:gd name="T3" fmla="*/ 5 h 5"/>
                  <a:gd name="T4" fmla="*/ 5 w 5"/>
                  <a:gd name="T5" fmla="*/ 2 h 5"/>
                  <a:gd name="T6" fmla="*/ 2 w 5"/>
                  <a:gd name="T7" fmla="*/ 1 h 5"/>
                  <a:gd name="T8" fmla="*/ 1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1B276AE8-BAA3-4649-9BE0-901CC236F425}"/>
                  </a:ext>
                </a:extLst>
              </p:cNvPr>
              <p:cNvGrpSpPr/>
              <p:nvPr/>
            </p:nvGrpSpPr>
            <p:grpSpPr>
              <a:xfrm>
                <a:off x="3978645" y="5610258"/>
                <a:ext cx="186282" cy="74513"/>
                <a:chOff x="1957388" y="2565400"/>
                <a:chExt cx="174625" cy="69850"/>
              </a:xfrm>
              <a:solidFill>
                <a:schemeClr val="accent5"/>
              </a:solidFill>
            </p:grpSpPr>
            <p:sp>
              <p:nvSpPr>
                <p:cNvPr id="381" name="Rectangle 272">
                  <a:extLst>
                    <a:ext uri="{FF2B5EF4-FFF2-40B4-BE49-F238E27FC236}">
                      <a16:creationId xmlns:a16="http://schemas.microsoft.com/office/drawing/2014/main" id="{D8D142A0-9F8E-4C57-B042-B78904387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65400"/>
                  <a:ext cx="174625" cy="1111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2" name="Rectangle 274">
                  <a:extLst>
                    <a:ext uri="{FF2B5EF4-FFF2-40B4-BE49-F238E27FC236}">
                      <a16:creationId xmlns:a16="http://schemas.microsoft.com/office/drawing/2014/main" id="{E21E3BD5-1B31-4133-AED8-28210F774F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613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3" name="Rectangle 276">
                  <a:extLst>
                    <a:ext uri="{FF2B5EF4-FFF2-40B4-BE49-F238E27FC236}">
                      <a16:creationId xmlns:a16="http://schemas.microsoft.com/office/drawing/2014/main" id="{D7436212-6EAD-4465-ACAE-DFB6BDD2A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0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4" name="Rectangle 278">
                  <a:extLst>
                    <a:ext uri="{FF2B5EF4-FFF2-40B4-BE49-F238E27FC236}">
                      <a16:creationId xmlns:a16="http://schemas.microsoft.com/office/drawing/2014/main" id="{46043C65-6788-400D-BA3B-562769C7B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828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5" name="Rectangle 280">
                  <a:extLst>
                    <a:ext uri="{FF2B5EF4-FFF2-40B4-BE49-F238E27FC236}">
                      <a16:creationId xmlns:a16="http://schemas.microsoft.com/office/drawing/2014/main" id="{10BB96E7-7984-4EC1-9579-CE46715070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69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6" name="Rectangle 282">
                  <a:extLst>
                    <a:ext uri="{FF2B5EF4-FFF2-40B4-BE49-F238E27FC236}">
                      <a16:creationId xmlns:a16="http://schemas.microsoft.com/office/drawing/2014/main" id="{1563B2C2-7EB0-45E6-81AD-B0FB93D560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10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7" name="Rectangle 284">
                  <a:extLst>
                    <a:ext uri="{FF2B5EF4-FFF2-40B4-BE49-F238E27FC236}">
                      <a16:creationId xmlns:a16="http://schemas.microsoft.com/office/drawing/2014/main" id="{987D1114-1952-4D55-9DB2-503C8BFAF0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0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8" name="Rectangle 286">
                  <a:extLst>
                    <a:ext uri="{FF2B5EF4-FFF2-40B4-BE49-F238E27FC236}">
                      <a16:creationId xmlns:a16="http://schemas.microsoft.com/office/drawing/2014/main" id="{7C1FEF5F-FDAA-400A-ACB0-830EDCBA0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1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9" name="Rectangle 288">
                  <a:extLst>
                    <a:ext uri="{FF2B5EF4-FFF2-40B4-BE49-F238E27FC236}">
                      <a16:creationId xmlns:a16="http://schemas.microsoft.com/office/drawing/2014/main" id="{E8625DF6-8024-48A4-B404-80AB4728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6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0" name="Rectangle 290">
                  <a:extLst>
                    <a:ext uri="{FF2B5EF4-FFF2-40B4-BE49-F238E27FC236}">
                      <a16:creationId xmlns:a16="http://schemas.microsoft.com/office/drawing/2014/main" id="{DE6929FC-EB4C-425F-8143-8112F17F9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7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91" name="Rectangle 292">
                  <a:extLst>
                    <a:ext uri="{FF2B5EF4-FFF2-40B4-BE49-F238E27FC236}">
                      <a16:creationId xmlns:a16="http://schemas.microsoft.com/office/drawing/2014/main" id="{C8F8B1B5-D871-4444-ACBB-BED44EA39C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69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6AF92BEA-859A-4478-87FE-B7B2A5044B45}"/>
                  </a:ext>
                </a:extLst>
              </p:cNvPr>
              <p:cNvGrpSpPr/>
              <p:nvPr/>
            </p:nvGrpSpPr>
            <p:grpSpPr>
              <a:xfrm>
                <a:off x="3978645" y="5622113"/>
                <a:ext cx="186282" cy="62658"/>
                <a:chOff x="1957388" y="2576513"/>
                <a:chExt cx="174625" cy="58737"/>
              </a:xfrm>
              <a:solidFill>
                <a:schemeClr val="accent5">
                  <a:lumMod val="75000"/>
                </a:schemeClr>
              </a:solidFill>
            </p:grpSpPr>
            <p:sp>
              <p:nvSpPr>
                <p:cNvPr id="370" name="Rectangle 273">
                  <a:extLst>
                    <a:ext uri="{FF2B5EF4-FFF2-40B4-BE49-F238E27FC236}">
                      <a16:creationId xmlns:a16="http://schemas.microsoft.com/office/drawing/2014/main" id="{7740FDC5-92C5-4C0A-A4BB-9B77C064B4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566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1" name="Rectangle 275">
                  <a:extLst>
                    <a:ext uri="{FF2B5EF4-FFF2-40B4-BE49-F238E27FC236}">
                      <a16:creationId xmlns:a16="http://schemas.microsoft.com/office/drawing/2014/main" id="{ED8384A9-9F24-4AAF-BD89-F9E2A4A473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9788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2" name="Rectangle 277">
                  <a:extLst>
                    <a:ext uri="{FF2B5EF4-FFF2-40B4-BE49-F238E27FC236}">
                      <a16:creationId xmlns:a16="http://schemas.microsoft.com/office/drawing/2014/main" id="{FD3EF456-5A68-46E7-9C04-060B0067F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23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3" name="Rectangle 279">
                  <a:extLst>
                    <a:ext uri="{FF2B5EF4-FFF2-40B4-BE49-F238E27FC236}">
                      <a16:creationId xmlns:a16="http://schemas.microsoft.com/office/drawing/2014/main" id="{0DE0E6E7-F652-44DC-B360-D2D25C398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4863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4" name="Rectangle 281">
                  <a:extLst>
                    <a:ext uri="{FF2B5EF4-FFF2-40B4-BE49-F238E27FC236}">
                      <a16:creationId xmlns:a16="http://schemas.microsoft.com/office/drawing/2014/main" id="{8E99E6AB-9196-4B3F-86BC-ACAFE9AD8C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74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5" name="Rectangle 283">
                  <a:extLst>
                    <a:ext uri="{FF2B5EF4-FFF2-40B4-BE49-F238E27FC236}">
                      <a16:creationId xmlns:a16="http://schemas.microsoft.com/office/drawing/2014/main" id="{285D1DDA-EBBA-45CC-A054-2490505736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15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6" name="Rectangle 285">
                  <a:extLst>
                    <a:ext uri="{FF2B5EF4-FFF2-40B4-BE49-F238E27FC236}">
                      <a16:creationId xmlns:a16="http://schemas.microsoft.com/office/drawing/2014/main" id="{1BE04DA6-754A-4386-AB94-43C63763F1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56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7" name="Rectangle 287">
                  <a:extLst>
                    <a:ext uri="{FF2B5EF4-FFF2-40B4-BE49-F238E27FC236}">
                      <a16:creationId xmlns:a16="http://schemas.microsoft.com/office/drawing/2014/main" id="{13280A12-D289-408D-87E9-EFB1610AEF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8188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8" name="Rectangle 289">
                  <a:extLst>
                    <a:ext uri="{FF2B5EF4-FFF2-40B4-BE49-F238E27FC236}">
                      <a16:creationId xmlns:a16="http://schemas.microsoft.com/office/drawing/2014/main" id="{D8E60362-4023-4BF3-BAD3-9854443E1E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23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79" name="Rectangle 291">
                  <a:extLst>
                    <a:ext uri="{FF2B5EF4-FFF2-40B4-BE49-F238E27FC236}">
                      <a16:creationId xmlns:a16="http://schemas.microsoft.com/office/drawing/2014/main" id="{49A75161-8B70-47E6-8CFE-B22F510F97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73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80" name="Rectangle 293">
                  <a:extLst>
                    <a:ext uri="{FF2B5EF4-FFF2-40B4-BE49-F238E27FC236}">
                      <a16:creationId xmlns:a16="http://schemas.microsoft.com/office/drawing/2014/main" id="{FAED82C7-6AE2-42D7-A2D4-D05E70CE59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356" name="Freeform 294">
                <a:extLst>
                  <a:ext uri="{FF2B5EF4-FFF2-40B4-BE49-F238E27FC236}">
                    <a16:creationId xmlns:a16="http://schemas.microsoft.com/office/drawing/2014/main" id="{A4077707-3EEF-490C-A830-0143E6C67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325" y="5175035"/>
                <a:ext cx="130398" cy="384418"/>
              </a:xfrm>
              <a:custGeom>
                <a:avLst/>
                <a:gdLst>
                  <a:gd name="T0" fmla="*/ 11 w 52"/>
                  <a:gd name="T1" fmla="*/ 154 h 154"/>
                  <a:gd name="T2" fmla="*/ 0 w 52"/>
                  <a:gd name="T3" fmla="*/ 108 h 154"/>
                  <a:gd name="T4" fmla="*/ 26 w 52"/>
                  <a:gd name="T5" fmla="*/ 0 h 154"/>
                  <a:gd name="T6" fmla="*/ 52 w 52"/>
                  <a:gd name="T7" fmla="*/ 108 h 154"/>
                  <a:gd name="T8" fmla="*/ 41 w 52"/>
                  <a:gd name="T9" fmla="*/ 154 h 154"/>
                  <a:gd name="T10" fmla="*/ 11 w 52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54">
                    <a:moveTo>
                      <a:pt x="11" y="154"/>
                    </a:moveTo>
                    <a:cubicBezTo>
                      <a:pt x="4" y="135"/>
                      <a:pt x="0" y="144"/>
                      <a:pt x="0" y="108"/>
                    </a:cubicBezTo>
                    <a:cubicBezTo>
                      <a:pt x="0" y="48"/>
                      <a:pt x="11" y="0"/>
                      <a:pt x="26" y="0"/>
                    </a:cubicBezTo>
                    <a:cubicBezTo>
                      <a:pt x="41" y="0"/>
                      <a:pt x="52" y="48"/>
                      <a:pt x="52" y="108"/>
                    </a:cubicBezTo>
                    <a:cubicBezTo>
                      <a:pt x="52" y="144"/>
                      <a:pt x="48" y="135"/>
                      <a:pt x="41" y="154"/>
                    </a:cubicBezTo>
                    <a:lnTo>
                      <a:pt x="11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357" name="Freeform 295">
                <a:extLst>
                  <a:ext uri="{FF2B5EF4-FFF2-40B4-BE49-F238E27FC236}">
                    <a16:creationId xmlns:a16="http://schemas.microsoft.com/office/drawing/2014/main" id="{9796D41E-A84C-4867-B48F-98DF9BE7C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486" y="5175035"/>
                <a:ext cx="110076" cy="121930"/>
              </a:xfrm>
              <a:custGeom>
                <a:avLst/>
                <a:gdLst>
                  <a:gd name="T0" fmla="*/ 0 w 44"/>
                  <a:gd name="T1" fmla="*/ 49 h 49"/>
                  <a:gd name="T2" fmla="*/ 22 w 44"/>
                  <a:gd name="T3" fmla="*/ 0 h 49"/>
                  <a:gd name="T4" fmla="*/ 44 w 44"/>
                  <a:gd name="T5" fmla="*/ 49 h 49"/>
                  <a:gd name="T6" fmla="*/ 0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49"/>
                    </a:moveTo>
                    <a:cubicBezTo>
                      <a:pt x="4" y="20"/>
                      <a:pt x="13" y="0"/>
                      <a:pt x="22" y="0"/>
                    </a:cubicBezTo>
                    <a:cubicBezTo>
                      <a:pt x="31" y="0"/>
                      <a:pt x="39" y="20"/>
                      <a:pt x="44" y="49"/>
                    </a:cubicBezTo>
                    <a:lnTo>
                      <a:pt x="0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5"/>
                  </a:gs>
                  <a:gs pos="100000">
                    <a:schemeClr val="accent5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44BFA90-F397-4100-A7DB-BD45177D24D3}"/>
                  </a:ext>
                </a:extLst>
              </p:cNvPr>
              <p:cNvGrpSpPr/>
              <p:nvPr/>
            </p:nvGrpSpPr>
            <p:grpSpPr>
              <a:xfrm>
                <a:off x="4322420" y="5559454"/>
                <a:ext cx="76207" cy="45724"/>
                <a:chOff x="2279650" y="2517775"/>
                <a:chExt cx="71438" cy="42863"/>
              </a:xfrm>
              <a:solidFill>
                <a:schemeClr val="accent5"/>
              </a:solidFill>
            </p:grpSpPr>
            <p:sp>
              <p:nvSpPr>
                <p:cNvPr id="365" name="Rectangle 364">
                  <a:extLst>
                    <a:ext uri="{FF2B5EF4-FFF2-40B4-BE49-F238E27FC236}">
                      <a16:creationId xmlns:a16="http://schemas.microsoft.com/office/drawing/2014/main" id="{B8982D4E-8EBC-4F82-9EA6-2D4F118A0D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17775"/>
                  <a:ext cx="71438" cy="1428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6" name="Rectangle 298">
                  <a:extLst>
                    <a:ext uri="{FF2B5EF4-FFF2-40B4-BE49-F238E27FC236}">
                      <a16:creationId xmlns:a16="http://schemas.microsoft.com/office/drawing/2014/main" id="{016A1A3A-8011-4530-88AE-D1ADDF5E0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68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7" name="Rectangle 300">
                  <a:extLst>
                    <a:ext uri="{FF2B5EF4-FFF2-40B4-BE49-F238E27FC236}">
                      <a16:creationId xmlns:a16="http://schemas.microsoft.com/office/drawing/2014/main" id="{C40A155C-E8CB-4178-8B9E-1516C416F5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92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8" name="Rectangle 302">
                  <a:extLst>
                    <a:ext uri="{FF2B5EF4-FFF2-40B4-BE49-F238E27FC236}">
                      <a16:creationId xmlns:a16="http://schemas.microsoft.com/office/drawing/2014/main" id="{EF1251C2-D828-4A65-99A3-256E9CA16A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3463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9" name="Rectangle 304">
                  <a:extLst>
                    <a:ext uri="{FF2B5EF4-FFF2-40B4-BE49-F238E27FC236}">
                      <a16:creationId xmlns:a16="http://schemas.microsoft.com/office/drawing/2014/main" id="{689E1C5A-80C5-4A71-82D9-E271DB7DC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4413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CA0266CA-E992-4143-B0AC-23D39BA831BA}"/>
                  </a:ext>
                </a:extLst>
              </p:cNvPr>
              <p:cNvGrpSpPr/>
              <p:nvPr/>
            </p:nvGrpSpPr>
            <p:grpSpPr>
              <a:xfrm>
                <a:off x="4322420" y="5574696"/>
                <a:ext cx="76207" cy="30483"/>
                <a:chOff x="2279650" y="2532063"/>
                <a:chExt cx="71438" cy="28575"/>
              </a:xfrm>
              <a:solidFill>
                <a:schemeClr val="accent5">
                  <a:lumMod val="75000"/>
                </a:schemeClr>
              </a:solidFill>
            </p:grpSpPr>
            <p:sp>
              <p:nvSpPr>
                <p:cNvPr id="360" name="Rectangle 297">
                  <a:extLst>
                    <a:ext uri="{FF2B5EF4-FFF2-40B4-BE49-F238E27FC236}">
                      <a16:creationId xmlns:a16="http://schemas.microsoft.com/office/drawing/2014/main" id="{ECA39640-AD86-4E75-9694-C3E1D8B2D1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6325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1" name="Rectangle 299">
                  <a:extLst>
                    <a:ext uri="{FF2B5EF4-FFF2-40B4-BE49-F238E27FC236}">
                      <a16:creationId xmlns:a16="http://schemas.microsoft.com/office/drawing/2014/main" id="{C5B70C6A-D321-4AF2-9554-A42A9155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275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2" name="Rectangle 301">
                  <a:extLst>
                    <a:ext uri="{FF2B5EF4-FFF2-40B4-BE49-F238E27FC236}">
                      <a16:creationId xmlns:a16="http://schemas.microsoft.com/office/drawing/2014/main" id="{B4EBF2D3-58AB-40D9-9D65-9DDDE57448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14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3" name="Rectangle 303">
                  <a:extLst>
                    <a:ext uri="{FF2B5EF4-FFF2-40B4-BE49-F238E27FC236}">
                      <a16:creationId xmlns:a16="http://schemas.microsoft.com/office/drawing/2014/main" id="{052668A6-C2E9-4185-B4F1-D3CD0A62DA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938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364" name="Rectangle 305">
                  <a:extLst>
                    <a:ext uri="{FF2B5EF4-FFF2-40B4-BE49-F238E27FC236}">
                      <a16:creationId xmlns:a16="http://schemas.microsoft.com/office/drawing/2014/main" id="{A8AF6C21-1FEA-4C0C-9E1E-A107006FB8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30F5F99-8EE3-4A77-93B4-CD757176E6DB}"/>
              </a:ext>
            </a:extLst>
          </p:cNvPr>
          <p:cNvGrpSpPr/>
          <p:nvPr/>
        </p:nvGrpSpPr>
        <p:grpSpPr>
          <a:xfrm>
            <a:off x="7801070" y="4228348"/>
            <a:ext cx="707873" cy="2597473"/>
            <a:chOff x="7835862" y="4260526"/>
            <a:chExt cx="707873" cy="2597473"/>
          </a:xfrm>
        </p:grpSpPr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F8D01165-F58D-4FE0-AD13-F5FDB2AAC069}"/>
                </a:ext>
              </a:extLst>
            </p:cNvPr>
            <p:cNvGrpSpPr/>
            <p:nvPr/>
          </p:nvGrpSpPr>
          <p:grpSpPr>
            <a:xfrm>
              <a:off x="7866345" y="5364672"/>
              <a:ext cx="650771" cy="1493327"/>
              <a:chOff x="5772548" y="2219078"/>
              <a:chExt cx="650771" cy="5486920"/>
            </a:xfrm>
          </p:grpSpPr>
          <p:sp>
            <p:nvSpPr>
              <p:cNvPr id="403" name="Rectangle 233">
                <a:extLst>
                  <a:ext uri="{FF2B5EF4-FFF2-40B4-BE49-F238E27FC236}">
                    <a16:creationId xmlns:a16="http://schemas.microsoft.com/office/drawing/2014/main" id="{80D99733-6750-458C-8E5C-3F45EAEE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2548" y="2219078"/>
                <a:ext cx="74513" cy="5486920"/>
              </a:xfrm>
              <a:prstGeom prst="rect">
                <a:avLst/>
              </a:prstGeom>
              <a:gradFill>
                <a:gsLst>
                  <a:gs pos="0">
                    <a:schemeClr val="accent4">
                      <a:lumMod val="75000"/>
                      <a:alpha val="70000"/>
                    </a:schemeClr>
                  </a:gs>
                  <a:gs pos="100000">
                    <a:schemeClr val="accent4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04" name="Rectangle 235">
                <a:extLst>
                  <a:ext uri="{FF2B5EF4-FFF2-40B4-BE49-F238E27FC236}">
                    <a16:creationId xmlns:a16="http://schemas.microsoft.com/office/drawing/2014/main" id="{C65E9CCB-604C-4B6B-A992-8A0597F5D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7695" y="2298671"/>
                <a:ext cx="94835" cy="5378478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4">
                      <a:alpha val="70000"/>
                    </a:schemeClr>
                  </a:gs>
                  <a:gs pos="100000">
                    <a:schemeClr val="accent4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05" name="Rectangle 232">
                <a:extLst>
                  <a:ext uri="{FF2B5EF4-FFF2-40B4-BE49-F238E27FC236}">
                    <a16:creationId xmlns:a16="http://schemas.microsoft.com/office/drawing/2014/main" id="{694CA282-C968-4DE8-9AB1-6579C1E8D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7112" y="2219773"/>
                <a:ext cx="76207" cy="5379333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4">
                      <a:alpha val="70000"/>
                    </a:schemeClr>
                  </a:gs>
                  <a:gs pos="100000">
                    <a:schemeClr val="accent4">
                      <a:alpha val="0"/>
                    </a:schemeClr>
                  </a:gs>
                </a:gsLst>
                <a:lin ang="5400000" scaled="0"/>
                <a:tileRect/>
              </a:gradFill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06" name="Rectangle 237">
                <a:extLst>
                  <a:ext uri="{FF2B5EF4-FFF2-40B4-BE49-F238E27FC236}">
                    <a16:creationId xmlns:a16="http://schemas.microsoft.com/office/drawing/2014/main" id="{D45EAB04-3D6F-4B16-B3DD-D3BFF32F1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02860" y="2298454"/>
                <a:ext cx="94835" cy="4559545"/>
              </a:xfrm>
              <a:prstGeom prst="rect">
                <a:avLst/>
              </a:prstGeom>
              <a:gradFill>
                <a:gsLst>
                  <a:gs pos="0">
                    <a:schemeClr val="accent4">
                      <a:lumMod val="75000"/>
                      <a:alpha val="70000"/>
                    </a:schemeClr>
                  </a:gs>
                  <a:gs pos="100000">
                    <a:schemeClr val="accent4">
                      <a:lumMod val="75000"/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2D6B0FF8-6945-48A1-B2A1-E6834EFE7C8F}"/>
                </a:ext>
              </a:extLst>
            </p:cNvPr>
            <p:cNvGrpSpPr/>
            <p:nvPr/>
          </p:nvGrpSpPr>
          <p:grpSpPr>
            <a:xfrm>
              <a:off x="7835862" y="4260526"/>
              <a:ext cx="707873" cy="1183739"/>
              <a:chOff x="7835862" y="3879526"/>
              <a:chExt cx="707873" cy="1183739"/>
            </a:xfrm>
          </p:grpSpPr>
          <p:sp>
            <p:nvSpPr>
              <p:cNvPr id="408" name="Freeform 239">
                <a:extLst>
                  <a:ext uri="{FF2B5EF4-FFF2-40B4-BE49-F238E27FC236}">
                    <a16:creationId xmlns:a16="http://schemas.microsoft.com/office/drawing/2014/main" id="{E0644F1D-02E6-40A6-9C64-E5545F18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4084" y="4700861"/>
                <a:ext cx="149026" cy="206604"/>
              </a:xfrm>
              <a:custGeom>
                <a:avLst/>
                <a:gdLst>
                  <a:gd name="T0" fmla="*/ 10 w 60"/>
                  <a:gd name="T1" fmla="*/ 0 h 83"/>
                  <a:gd name="T2" fmla="*/ 47 w 60"/>
                  <a:gd name="T3" fmla="*/ 0 h 83"/>
                  <a:gd name="T4" fmla="*/ 60 w 60"/>
                  <a:gd name="T5" fmla="*/ 64 h 83"/>
                  <a:gd name="T6" fmla="*/ 0 w 60"/>
                  <a:gd name="T7" fmla="*/ 83 h 83"/>
                  <a:gd name="T8" fmla="*/ 10 w 6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10" y="0"/>
                    </a:moveTo>
                    <a:cubicBezTo>
                      <a:pt x="10" y="0"/>
                      <a:pt x="25" y="16"/>
                      <a:pt x="47" y="0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17" y="59"/>
                      <a:pt x="0" y="8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09" name="Freeform 240">
                <a:extLst>
                  <a:ext uri="{FF2B5EF4-FFF2-40B4-BE49-F238E27FC236}">
                    <a16:creationId xmlns:a16="http://schemas.microsoft.com/office/drawing/2014/main" id="{5997C2FD-55FB-473A-9CB9-0F6F9D94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5862" y="4553529"/>
                <a:ext cx="132091" cy="384418"/>
              </a:xfrm>
              <a:custGeom>
                <a:avLst/>
                <a:gdLst>
                  <a:gd name="T0" fmla="*/ 42 w 53"/>
                  <a:gd name="T1" fmla="*/ 154 h 154"/>
                  <a:gd name="T2" fmla="*/ 53 w 53"/>
                  <a:gd name="T3" fmla="*/ 108 h 154"/>
                  <a:gd name="T4" fmla="*/ 27 w 53"/>
                  <a:gd name="T5" fmla="*/ 0 h 154"/>
                  <a:gd name="T6" fmla="*/ 0 w 53"/>
                  <a:gd name="T7" fmla="*/ 108 h 154"/>
                  <a:gd name="T8" fmla="*/ 12 w 53"/>
                  <a:gd name="T9" fmla="*/ 154 h 154"/>
                  <a:gd name="T10" fmla="*/ 42 w 53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54">
                    <a:moveTo>
                      <a:pt x="42" y="154"/>
                    </a:moveTo>
                    <a:cubicBezTo>
                      <a:pt x="49" y="135"/>
                      <a:pt x="53" y="144"/>
                      <a:pt x="53" y="108"/>
                    </a:cubicBezTo>
                    <a:cubicBezTo>
                      <a:pt x="53" y="48"/>
                      <a:pt x="42" y="0"/>
                      <a:pt x="27" y="0"/>
                    </a:cubicBezTo>
                    <a:cubicBezTo>
                      <a:pt x="12" y="0"/>
                      <a:pt x="0" y="48"/>
                      <a:pt x="0" y="108"/>
                    </a:cubicBezTo>
                    <a:cubicBezTo>
                      <a:pt x="0" y="144"/>
                      <a:pt x="5" y="135"/>
                      <a:pt x="12" y="154"/>
                    </a:cubicBezTo>
                    <a:lnTo>
                      <a:pt x="42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0" name="Freeform 241">
                <a:extLst>
                  <a:ext uri="{FF2B5EF4-FFF2-40B4-BE49-F238E27FC236}">
                    <a16:creationId xmlns:a16="http://schemas.microsoft.com/office/drawing/2014/main" id="{42CDCDE2-B89A-437A-87AF-075737BE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7716" y="4553529"/>
                <a:ext cx="110076" cy="121930"/>
              </a:xfrm>
              <a:custGeom>
                <a:avLst/>
                <a:gdLst>
                  <a:gd name="T0" fmla="*/ 44 w 44"/>
                  <a:gd name="T1" fmla="*/ 49 h 49"/>
                  <a:gd name="T2" fmla="*/ 22 w 44"/>
                  <a:gd name="T3" fmla="*/ 0 h 49"/>
                  <a:gd name="T4" fmla="*/ 0 w 44"/>
                  <a:gd name="T5" fmla="*/ 49 h 49"/>
                  <a:gd name="T6" fmla="*/ 44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44" y="49"/>
                    </a:moveTo>
                    <a:cubicBezTo>
                      <a:pt x="39" y="20"/>
                      <a:pt x="31" y="0"/>
                      <a:pt x="22" y="0"/>
                    </a:cubicBezTo>
                    <a:cubicBezTo>
                      <a:pt x="13" y="0"/>
                      <a:pt x="4" y="20"/>
                      <a:pt x="0" y="49"/>
                    </a:cubicBezTo>
                    <a:lnTo>
                      <a:pt x="44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4"/>
                  </a:gs>
                  <a:gs pos="100000">
                    <a:schemeClr val="accent4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411" name="Group 410">
                <a:extLst>
                  <a:ext uri="{FF2B5EF4-FFF2-40B4-BE49-F238E27FC236}">
                    <a16:creationId xmlns:a16="http://schemas.microsoft.com/office/drawing/2014/main" id="{17153DF9-15BE-4596-BEE2-B6B12C1DEF1C}"/>
                  </a:ext>
                </a:extLst>
              </p:cNvPr>
              <p:cNvGrpSpPr/>
              <p:nvPr/>
            </p:nvGrpSpPr>
            <p:grpSpPr>
              <a:xfrm>
                <a:off x="7866345" y="4937948"/>
                <a:ext cx="74513" cy="45724"/>
                <a:chOff x="1741488" y="2517775"/>
                <a:chExt cx="69850" cy="42863"/>
              </a:xfrm>
              <a:solidFill>
                <a:schemeClr val="accent4"/>
              </a:solidFill>
            </p:grpSpPr>
            <p:sp>
              <p:nvSpPr>
                <p:cNvPr id="639" name="Rectangle 242">
                  <a:extLst>
                    <a:ext uri="{FF2B5EF4-FFF2-40B4-BE49-F238E27FC236}">
                      <a16:creationId xmlns:a16="http://schemas.microsoft.com/office/drawing/2014/main" id="{84774B00-553C-4149-8EFE-027A542C64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1488" y="2517775"/>
                  <a:ext cx="69850" cy="1428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40" name="Rectangle 244">
                  <a:extLst>
                    <a:ext uri="{FF2B5EF4-FFF2-40B4-BE49-F238E27FC236}">
                      <a16:creationId xmlns:a16="http://schemas.microsoft.com/office/drawing/2014/main" id="{EA09D065-3578-4554-8164-B508F3A2B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25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41" name="Rectangle 246">
                  <a:extLst>
                    <a:ext uri="{FF2B5EF4-FFF2-40B4-BE49-F238E27FC236}">
                      <a16:creationId xmlns:a16="http://schemas.microsoft.com/office/drawing/2014/main" id="{2924096E-3F2F-4274-B25C-541ED607F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5300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42" name="Rectangle 248">
                  <a:extLst>
                    <a:ext uri="{FF2B5EF4-FFF2-40B4-BE49-F238E27FC236}">
                      <a16:creationId xmlns:a16="http://schemas.microsoft.com/office/drawing/2014/main" id="{67CA4287-E156-4B80-B446-382C554B2B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8117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43" name="Rectangle 250">
                  <a:extLst>
                    <a:ext uri="{FF2B5EF4-FFF2-40B4-BE49-F238E27FC236}">
                      <a16:creationId xmlns:a16="http://schemas.microsoft.com/office/drawing/2014/main" id="{4EFD10AB-4A3F-4E2E-94D3-DF8B45B75A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050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3671DA7E-7F92-405F-B8C4-9131F44CD958}"/>
                  </a:ext>
                </a:extLst>
              </p:cNvPr>
              <p:cNvGrpSpPr/>
              <p:nvPr/>
            </p:nvGrpSpPr>
            <p:grpSpPr>
              <a:xfrm>
                <a:off x="7866345" y="4953190"/>
                <a:ext cx="74513" cy="30483"/>
                <a:chOff x="6715523" y="3372118"/>
                <a:chExt cx="74513" cy="30483"/>
              </a:xfrm>
              <a:solidFill>
                <a:schemeClr val="accent4">
                  <a:lumMod val="75000"/>
                </a:schemeClr>
              </a:solidFill>
            </p:grpSpPr>
            <p:sp>
              <p:nvSpPr>
                <p:cNvPr id="634" name="Rectangle 243">
                  <a:extLst>
                    <a:ext uri="{FF2B5EF4-FFF2-40B4-BE49-F238E27FC236}">
                      <a16:creationId xmlns:a16="http://schemas.microsoft.com/office/drawing/2014/main" id="{002D7471-AEF0-48A7-A52C-D4F73E837F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15523" y="3372118"/>
                  <a:ext cx="508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5" name="Rectangle 245">
                  <a:extLst>
                    <a:ext uri="{FF2B5EF4-FFF2-40B4-BE49-F238E27FC236}">
                      <a16:creationId xmlns:a16="http://schemas.microsoft.com/office/drawing/2014/main" id="{CF45DEAC-EF95-47A9-AA88-67A894617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3076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6" name="Rectangle 247">
                  <a:extLst>
                    <a:ext uri="{FF2B5EF4-FFF2-40B4-BE49-F238E27FC236}">
                      <a16:creationId xmlns:a16="http://schemas.microsoft.com/office/drawing/2014/main" id="{03F3F328-722B-4A00-857A-F2370613DE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47698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7" name="Rectangle 249">
                  <a:extLst>
                    <a:ext uri="{FF2B5EF4-FFF2-40B4-BE49-F238E27FC236}">
                      <a16:creationId xmlns:a16="http://schemas.microsoft.com/office/drawing/2014/main" id="{3634D457-4690-4ACD-8E3D-A9C8447FA0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64633" y="3372118"/>
                  <a:ext cx="10161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8" name="Rectangle 251">
                  <a:extLst>
                    <a:ext uri="{FF2B5EF4-FFF2-40B4-BE49-F238E27FC236}">
                      <a16:creationId xmlns:a16="http://schemas.microsoft.com/office/drawing/2014/main" id="{64EC093E-2D32-4EFB-A418-6A7869FFA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83262" y="3372118"/>
                  <a:ext cx="6774" cy="3048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413" name="Freeform 252">
                <a:extLst>
                  <a:ext uri="{FF2B5EF4-FFF2-40B4-BE49-F238E27FC236}">
                    <a16:creationId xmlns:a16="http://schemas.microsoft.com/office/drawing/2014/main" id="{0E3633BA-31FA-402A-A2C1-7DBFE095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8180" y="4700861"/>
                <a:ext cx="147333" cy="206604"/>
              </a:xfrm>
              <a:custGeom>
                <a:avLst/>
                <a:gdLst>
                  <a:gd name="T0" fmla="*/ 50 w 59"/>
                  <a:gd name="T1" fmla="*/ 0 h 83"/>
                  <a:gd name="T2" fmla="*/ 12 w 59"/>
                  <a:gd name="T3" fmla="*/ 0 h 83"/>
                  <a:gd name="T4" fmla="*/ 0 w 59"/>
                  <a:gd name="T5" fmla="*/ 64 h 83"/>
                  <a:gd name="T6" fmla="*/ 59 w 59"/>
                  <a:gd name="T7" fmla="*/ 83 h 83"/>
                  <a:gd name="T8" fmla="*/ 50 w 59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83">
                    <a:moveTo>
                      <a:pt x="50" y="0"/>
                    </a:moveTo>
                    <a:cubicBezTo>
                      <a:pt x="50" y="0"/>
                      <a:pt x="35" y="16"/>
                      <a:pt x="12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43" y="59"/>
                      <a:pt x="59" y="83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4" name="Freeform 253">
                <a:extLst>
                  <a:ext uri="{FF2B5EF4-FFF2-40B4-BE49-F238E27FC236}">
                    <a16:creationId xmlns:a16="http://schemas.microsoft.com/office/drawing/2014/main" id="{878A1248-F343-400E-BAEC-E3EFC44B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5531" y="3879526"/>
                <a:ext cx="328534" cy="1109226"/>
              </a:xfrm>
              <a:custGeom>
                <a:avLst/>
                <a:gdLst>
                  <a:gd name="T0" fmla="*/ 28 w 131"/>
                  <a:gd name="T1" fmla="*/ 443 h 443"/>
                  <a:gd name="T2" fmla="*/ 0 w 131"/>
                  <a:gd name="T3" fmla="*/ 266 h 443"/>
                  <a:gd name="T4" fmla="*/ 66 w 131"/>
                  <a:gd name="T5" fmla="*/ 0 h 443"/>
                  <a:gd name="T6" fmla="*/ 131 w 131"/>
                  <a:gd name="T7" fmla="*/ 266 h 443"/>
                  <a:gd name="T8" fmla="*/ 103 w 131"/>
                  <a:gd name="T9" fmla="*/ 443 h 443"/>
                  <a:gd name="T10" fmla="*/ 28 w 131"/>
                  <a:gd name="T1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443">
                    <a:moveTo>
                      <a:pt x="28" y="443"/>
                    </a:moveTo>
                    <a:cubicBezTo>
                      <a:pt x="11" y="395"/>
                      <a:pt x="0" y="356"/>
                      <a:pt x="0" y="266"/>
                    </a:cubicBezTo>
                    <a:cubicBezTo>
                      <a:pt x="0" y="119"/>
                      <a:pt x="30" y="0"/>
                      <a:pt x="66" y="0"/>
                    </a:cubicBezTo>
                    <a:cubicBezTo>
                      <a:pt x="102" y="0"/>
                      <a:pt x="131" y="119"/>
                      <a:pt x="131" y="266"/>
                    </a:cubicBezTo>
                    <a:cubicBezTo>
                      <a:pt x="131" y="356"/>
                      <a:pt x="120" y="395"/>
                      <a:pt x="103" y="443"/>
                    </a:cubicBezTo>
                    <a:lnTo>
                      <a:pt x="28" y="44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5" name="Freeform 254">
                <a:extLst>
                  <a:ext uri="{FF2B5EF4-FFF2-40B4-BE49-F238E27FC236}">
                    <a16:creationId xmlns:a16="http://schemas.microsoft.com/office/drawing/2014/main" id="{D851B248-B9B8-4242-804F-A8EA08BC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5531" y="4545061"/>
                <a:ext cx="328534" cy="62658"/>
              </a:xfrm>
              <a:custGeom>
                <a:avLst/>
                <a:gdLst>
                  <a:gd name="T0" fmla="*/ 1 w 131"/>
                  <a:gd name="T1" fmla="*/ 25 h 25"/>
                  <a:gd name="T2" fmla="*/ 0 w 131"/>
                  <a:gd name="T3" fmla="*/ 0 h 25"/>
                  <a:gd name="T4" fmla="*/ 131 w 131"/>
                  <a:gd name="T5" fmla="*/ 0 h 25"/>
                  <a:gd name="T6" fmla="*/ 131 w 131"/>
                  <a:gd name="T7" fmla="*/ 25 h 25"/>
                  <a:gd name="T8" fmla="*/ 1 w 1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5">
                    <a:moveTo>
                      <a:pt x="1" y="25"/>
                    </a:moveTo>
                    <a:cubicBezTo>
                      <a:pt x="1" y="17"/>
                      <a:pt x="0" y="9"/>
                      <a:pt x="0" y="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9"/>
                      <a:pt x="131" y="17"/>
                      <a:pt x="131" y="25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7" name="Freeform 255">
                <a:extLst>
                  <a:ext uri="{FF2B5EF4-FFF2-40B4-BE49-F238E27FC236}">
                    <a16:creationId xmlns:a16="http://schemas.microsoft.com/office/drawing/2014/main" id="{D8C00971-E1AB-4AE0-A5CA-9E192745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2949" y="3879526"/>
                <a:ext cx="235394" cy="206604"/>
              </a:xfrm>
              <a:custGeom>
                <a:avLst/>
                <a:gdLst>
                  <a:gd name="T0" fmla="*/ 0 w 94"/>
                  <a:gd name="T1" fmla="*/ 82 h 82"/>
                  <a:gd name="T2" fmla="*/ 47 w 94"/>
                  <a:gd name="T3" fmla="*/ 0 h 82"/>
                  <a:gd name="T4" fmla="*/ 94 w 94"/>
                  <a:gd name="T5" fmla="*/ 82 h 82"/>
                  <a:gd name="T6" fmla="*/ 0 w 9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82">
                    <a:moveTo>
                      <a:pt x="0" y="82"/>
                    </a:moveTo>
                    <a:cubicBezTo>
                      <a:pt x="12" y="31"/>
                      <a:pt x="28" y="0"/>
                      <a:pt x="47" y="0"/>
                    </a:cubicBezTo>
                    <a:cubicBezTo>
                      <a:pt x="65" y="0"/>
                      <a:pt x="82" y="31"/>
                      <a:pt x="94" y="82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8" name="Oval 256">
                <a:extLst>
                  <a:ext uri="{FF2B5EF4-FFF2-40B4-BE49-F238E27FC236}">
                    <a16:creationId xmlns:a16="http://schemas.microsoft.com/office/drawing/2014/main" id="{49BF01CD-D6B8-43E2-A899-FE6EC5BC9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3592" y="4213140"/>
                <a:ext cx="152413" cy="152413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19" name="Freeform 257">
                <a:extLst>
                  <a:ext uri="{FF2B5EF4-FFF2-40B4-BE49-F238E27FC236}">
                    <a16:creationId xmlns:a16="http://schemas.microsoft.com/office/drawing/2014/main" id="{8C4B8CFE-4607-4886-9081-03457E0E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8833" y="4228382"/>
                <a:ext cx="125317" cy="125317"/>
              </a:xfrm>
              <a:custGeom>
                <a:avLst/>
                <a:gdLst>
                  <a:gd name="T0" fmla="*/ 9 w 50"/>
                  <a:gd name="T1" fmla="*/ 41 h 50"/>
                  <a:gd name="T2" fmla="*/ 41 w 50"/>
                  <a:gd name="T3" fmla="*/ 41 h 50"/>
                  <a:gd name="T4" fmla="*/ 41 w 50"/>
                  <a:gd name="T5" fmla="*/ 9 h 50"/>
                  <a:gd name="T6" fmla="*/ 9 w 50"/>
                  <a:gd name="T7" fmla="*/ 9 h 50"/>
                  <a:gd name="T8" fmla="*/ 9 w 50"/>
                  <a:gd name="T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9" y="41"/>
                    </a:moveTo>
                    <a:cubicBezTo>
                      <a:pt x="18" y="50"/>
                      <a:pt x="32" y="50"/>
                      <a:pt x="41" y="41"/>
                    </a:cubicBezTo>
                    <a:cubicBezTo>
                      <a:pt x="50" y="32"/>
                      <a:pt x="50" y="18"/>
                      <a:pt x="41" y="9"/>
                    </a:cubicBezTo>
                    <a:cubicBezTo>
                      <a:pt x="32" y="0"/>
                      <a:pt x="18" y="0"/>
                      <a:pt x="9" y="9"/>
                    </a:cubicBezTo>
                    <a:cubicBezTo>
                      <a:pt x="0" y="18"/>
                      <a:pt x="0" y="32"/>
                      <a:pt x="9" y="41"/>
                    </a:cubicBezTo>
                    <a:close/>
                  </a:path>
                </a:pathLst>
              </a:custGeom>
              <a:solidFill>
                <a:srgbClr val="B6D4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20" name="Freeform 258">
                <a:extLst>
                  <a:ext uri="{FF2B5EF4-FFF2-40B4-BE49-F238E27FC236}">
                    <a16:creationId xmlns:a16="http://schemas.microsoft.com/office/drawing/2014/main" id="{474AF040-9A49-4790-B03E-EC7ED452E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8994" y="4257171"/>
                <a:ext cx="84674" cy="86367"/>
              </a:xfrm>
              <a:custGeom>
                <a:avLst/>
                <a:gdLst>
                  <a:gd name="T0" fmla="*/ 0 w 34"/>
                  <a:gd name="T1" fmla="*/ 4 h 34"/>
                  <a:gd name="T2" fmla="*/ 2 w 34"/>
                  <a:gd name="T3" fmla="*/ 0 h 34"/>
                  <a:gd name="T4" fmla="*/ 34 w 34"/>
                  <a:gd name="T5" fmla="*/ 32 h 34"/>
                  <a:gd name="T6" fmla="*/ 30 w 34"/>
                  <a:gd name="T7" fmla="*/ 34 h 34"/>
                  <a:gd name="T8" fmla="*/ 0 w 34"/>
                  <a:gd name="T9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3"/>
                      <a:pt x="31" y="33"/>
                      <a:pt x="30" y="3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21" name="Freeform 259">
                <a:extLst>
                  <a:ext uri="{FF2B5EF4-FFF2-40B4-BE49-F238E27FC236}">
                    <a16:creationId xmlns:a16="http://schemas.microsoft.com/office/drawing/2014/main" id="{1E968972-1B57-4D1F-9478-B8EC005F6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236" y="4233462"/>
                <a:ext cx="91448" cy="94835"/>
              </a:xfrm>
              <a:custGeom>
                <a:avLst/>
                <a:gdLst>
                  <a:gd name="T0" fmla="*/ 0 w 37"/>
                  <a:gd name="T1" fmla="*/ 6 h 38"/>
                  <a:gd name="T2" fmla="*/ 10 w 37"/>
                  <a:gd name="T3" fmla="*/ 0 h 38"/>
                  <a:gd name="T4" fmla="*/ 37 w 37"/>
                  <a:gd name="T5" fmla="*/ 27 h 38"/>
                  <a:gd name="T6" fmla="*/ 32 w 37"/>
                  <a:gd name="T7" fmla="*/ 38 h 38"/>
                  <a:gd name="T8" fmla="*/ 0 w 37"/>
                  <a:gd name="T9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0" y="6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1"/>
                      <a:pt x="35" y="35"/>
                      <a:pt x="32" y="3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423" name="Oval 260">
                <a:extLst>
                  <a:ext uri="{FF2B5EF4-FFF2-40B4-BE49-F238E27FC236}">
                    <a16:creationId xmlns:a16="http://schemas.microsoft.com/office/drawing/2014/main" id="{418E0B6B-CD71-4A42-9841-D28C4C0CB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6411" y="4218221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06" name="Freeform 261">
                <a:extLst>
                  <a:ext uri="{FF2B5EF4-FFF2-40B4-BE49-F238E27FC236}">
                    <a16:creationId xmlns:a16="http://schemas.microsoft.com/office/drawing/2014/main" id="{ECC19421-4F99-4E9A-869B-96589FA92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8588" y="4224995"/>
                <a:ext cx="11855" cy="13548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5 h 5"/>
                  <a:gd name="T4" fmla="*/ 4 w 5"/>
                  <a:gd name="T5" fmla="*/ 4 h 5"/>
                  <a:gd name="T6" fmla="*/ 3 w 5"/>
                  <a:gd name="T7" fmla="*/ 1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6" name="Freeform 262">
                <a:extLst>
                  <a:ext uri="{FF2B5EF4-FFF2-40B4-BE49-F238E27FC236}">
                    <a16:creationId xmlns:a16="http://schemas.microsoft.com/office/drawing/2014/main" id="{F724B82D-A7C6-4C7A-B9BC-6C410EE1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602" y="4250397"/>
                <a:ext cx="15242" cy="11854"/>
              </a:xfrm>
              <a:custGeom>
                <a:avLst/>
                <a:gdLst>
                  <a:gd name="T0" fmla="*/ 2 w 6"/>
                  <a:gd name="T1" fmla="*/ 1 h 5"/>
                  <a:gd name="T2" fmla="*/ 1 w 6"/>
                  <a:gd name="T3" fmla="*/ 4 h 5"/>
                  <a:gd name="T4" fmla="*/ 4 w 6"/>
                  <a:gd name="T5" fmla="*/ 5 h 5"/>
                  <a:gd name="T6" fmla="*/ 5 w 6"/>
                  <a:gd name="T7" fmla="*/ 1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7" name="Oval 263">
                <a:extLst>
                  <a:ext uri="{FF2B5EF4-FFF2-40B4-BE49-F238E27FC236}">
                    <a16:creationId xmlns:a16="http://schemas.microsoft.com/office/drawing/2014/main" id="{5DF87FBC-0CC0-4E6C-B60C-EE980805D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50763" y="4285960"/>
                <a:ext cx="13548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8" name="Freeform 264">
                <a:extLst>
                  <a:ext uri="{FF2B5EF4-FFF2-40B4-BE49-F238E27FC236}">
                    <a16:creationId xmlns:a16="http://schemas.microsoft.com/office/drawing/2014/main" id="{D78B500A-3309-4450-A920-ACE42F042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602" y="4314749"/>
                <a:ext cx="15242" cy="15241"/>
              </a:xfrm>
              <a:custGeom>
                <a:avLst/>
                <a:gdLst>
                  <a:gd name="T0" fmla="*/ 4 w 6"/>
                  <a:gd name="T1" fmla="*/ 1 h 6"/>
                  <a:gd name="T2" fmla="*/ 1 w 6"/>
                  <a:gd name="T3" fmla="*/ 2 h 6"/>
                  <a:gd name="T4" fmla="*/ 2 w 6"/>
                  <a:gd name="T5" fmla="*/ 5 h 6"/>
                  <a:gd name="T6" fmla="*/ 5 w 6"/>
                  <a:gd name="T7" fmla="*/ 4 h 6"/>
                  <a:gd name="T8" fmla="*/ 4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89" name="Freeform 265">
                <a:extLst>
                  <a:ext uri="{FF2B5EF4-FFF2-40B4-BE49-F238E27FC236}">
                    <a16:creationId xmlns:a16="http://schemas.microsoft.com/office/drawing/2014/main" id="{4799D906-9ECB-475A-A585-97DB3A8AD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8588" y="4340151"/>
                <a:ext cx="11855" cy="13548"/>
              </a:xfrm>
              <a:custGeom>
                <a:avLst/>
                <a:gdLst>
                  <a:gd name="T0" fmla="*/ 4 w 5"/>
                  <a:gd name="T1" fmla="*/ 2 h 5"/>
                  <a:gd name="T2" fmla="*/ 1 w 5"/>
                  <a:gd name="T3" fmla="*/ 1 h 5"/>
                  <a:gd name="T4" fmla="*/ 0 w 5"/>
                  <a:gd name="T5" fmla="*/ 4 h 5"/>
                  <a:gd name="T6" fmla="*/ 3 w 5"/>
                  <a:gd name="T7" fmla="*/ 5 h 5"/>
                  <a:gd name="T8" fmla="*/ 4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0" name="Oval 266">
                <a:extLst>
                  <a:ext uri="{FF2B5EF4-FFF2-40B4-BE49-F238E27FC236}">
                    <a16:creationId xmlns:a16="http://schemas.microsoft.com/office/drawing/2014/main" id="{1DDC5783-15EF-4745-9CF6-6B2067E62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6411" y="4350312"/>
                <a:ext cx="10161" cy="118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1" name="Freeform 267">
                <a:extLst>
                  <a:ext uri="{FF2B5EF4-FFF2-40B4-BE49-F238E27FC236}">
                    <a16:creationId xmlns:a16="http://schemas.microsoft.com/office/drawing/2014/main" id="{693BD9F9-9AFF-4B10-B575-863CB83E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0849" y="4340151"/>
                <a:ext cx="13548" cy="13548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1 h 5"/>
                  <a:gd name="T4" fmla="*/ 1 w 5"/>
                  <a:gd name="T5" fmla="*/ 2 h 5"/>
                  <a:gd name="T6" fmla="*/ 2 w 5"/>
                  <a:gd name="T7" fmla="*/ 5 h 5"/>
                  <a:gd name="T8" fmla="*/ 5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2" name="Freeform 268">
                <a:extLst>
                  <a:ext uri="{FF2B5EF4-FFF2-40B4-BE49-F238E27FC236}">
                    <a16:creationId xmlns:a16="http://schemas.microsoft.com/office/drawing/2014/main" id="{7B17034D-116D-4236-8F4F-2D59D0B1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5446" y="4314749"/>
                <a:ext cx="15242" cy="15241"/>
              </a:xfrm>
              <a:custGeom>
                <a:avLst/>
                <a:gdLst>
                  <a:gd name="T0" fmla="*/ 4 w 6"/>
                  <a:gd name="T1" fmla="*/ 5 h 6"/>
                  <a:gd name="T2" fmla="*/ 5 w 6"/>
                  <a:gd name="T3" fmla="*/ 2 h 6"/>
                  <a:gd name="T4" fmla="*/ 2 w 6"/>
                  <a:gd name="T5" fmla="*/ 1 h 6"/>
                  <a:gd name="T6" fmla="*/ 1 w 6"/>
                  <a:gd name="T7" fmla="*/ 4 h 6"/>
                  <a:gd name="T8" fmla="*/ 4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5" y="4"/>
                      <a:pt x="6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5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3" name="Oval 269">
                <a:extLst>
                  <a:ext uri="{FF2B5EF4-FFF2-40B4-BE49-F238E27FC236}">
                    <a16:creationId xmlns:a16="http://schemas.microsoft.com/office/drawing/2014/main" id="{FD5D65C9-323D-4873-BAB9-F4EEE4344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8672" y="4285960"/>
                <a:ext cx="11855" cy="101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4" name="Freeform 270">
                <a:extLst>
                  <a:ext uri="{FF2B5EF4-FFF2-40B4-BE49-F238E27FC236}">
                    <a16:creationId xmlns:a16="http://schemas.microsoft.com/office/drawing/2014/main" id="{053CB2C2-92E8-40F7-8696-23FE529E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5446" y="4250397"/>
                <a:ext cx="15242" cy="11854"/>
              </a:xfrm>
              <a:custGeom>
                <a:avLst/>
                <a:gdLst>
                  <a:gd name="T0" fmla="*/ 2 w 6"/>
                  <a:gd name="T1" fmla="*/ 5 h 5"/>
                  <a:gd name="T2" fmla="*/ 5 w 6"/>
                  <a:gd name="T3" fmla="*/ 4 h 5"/>
                  <a:gd name="T4" fmla="*/ 4 w 6"/>
                  <a:gd name="T5" fmla="*/ 1 h 5"/>
                  <a:gd name="T6" fmla="*/ 1 w 6"/>
                  <a:gd name="T7" fmla="*/ 1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3" y="5"/>
                      <a:pt x="4" y="5"/>
                      <a:pt x="5" y="4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5" name="Freeform 271">
                <a:extLst>
                  <a:ext uri="{FF2B5EF4-FFF2-40B4-BE49-F238E27FC236}">
                    <a16:creationId xmlns:a16="http://schemas.microsoft.com/office/drawing/2014/main" id="{354DF293-F5A8-418E-881D-1AAFE193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0849" y="4224995"/>
                <a:ext cx="13548" cy="13548"/>
              </a:xfrm>
              <a:custGeom>
                <a:avLst/>
                <a:gdLst>
                  <a:gd name="T0" fmla="*/ 1 w 5"/>
                  <a:gd name="T1" fmla="*/ 4 h 5"/>
                  <a:gd name="T2" fmla="*/ 4 w 5"/>
                  <a:gd name="T3" fmla="*/ 5 h 5"/>
                  <a:gd name="T4" fmla="*/ 5 w 5"/>
                  <a:gd name="T5" fmla="*/ 2 h 5"/>
                  <a:gd name="T6" fmla="*/ 2 w 5"/>
                  <a:gd name="T7" fmla="*/ 1 h 5"/>
                  <a:gd name="T8" fmla="*/ 1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BCE167C6-9D19-4E57-8A72-634E8A1683FF}"/>
                  </a:ext>
                </a:extLst>
              </p:cNvPr>
              <p:cNvGrpSpPr/>
              <p:nvPr/>
            </p:nvGrpSpPr>
            <p:grpSpPr>
              <a:xfrm>
                <a:off x="8096657" y="4988752"/>
                <a:ext cx="186282" cy="74513"/>
                <a:chOff x="1957388" y="2565400"/>
                <a:chExt cx="174625" cy="69850"/>
              </a:xfrm>
              <a:solidFill>
                <a:schemeClr val="accent4"/>
              </a:solidFill>
            </p:grpSpPr>
            <p:sp>
              <p:nvSpPr>
                <p:cNvPr id="623" name="Rectangle 272">
                  <a:extLst>
                    <a:ext uri="{FF2B5EF4-FFF2-40B4-BE49-F238E27FC236}">
                      <a16:creationId xmlns:a16="http://schemas.microsoft.com/office/drawing/2014/main" id="{07073417-1126-4AD6-8FCF-2E84E75BAC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65400"/>
                  <a:ext cx="174625" cy="1111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4" name="Rectangle 274">
                  <a:extLst>
                    <a:ext uri="{FF2B5EF4-FFF2-40B4-BE49-F238E27FC236}">
                      <a16:creationId xmlns:a16="http://schemas.microsoft.com/office/drawing/2014/main" id="{8ECA15D1-DBF2-4B5A-B4F9-69E88EEA9A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613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5" name="Rectangle 276">
                  <a:extLst>
                    <a:ext uri="{FF2B5EF4-FFF2-40B4-BE49-F238E27FC236}">
                      <a16:creationId xmlns:a16="http://schemas.microsoft.com/office/drawing/2014/main" id="{780A5212-C5C6-409B-B2C1-F93AADF492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0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6" name="Rectangle 278">
                  <a:extLst>
                    <a:ext uri="{FF2B5EF4-FFF2-40B4-BE49-F238E27FC236}">
                      <a16:creationId xmlns:a16="http://schemas.microsoft.com/office/drawing/2014/main" id="{A0EC5F33-2E45-4E6F-8133-09B8D8E5A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828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7" name="Rectangle 280">
                  <a:extLst>
                    <a:ext uri="{FF2B5EF4-FFF2-40B4-BE49-F238E27FC236}">
                      <a16:creationId xmlns:a16="http://schemas.microsoft.com/office/drawing/2014/main" id="{09B149A3-9378-4489-A5DC-FBA1264331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69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8" name="Rectangle 282">
                  <a:extLst>
                    <a:ext uri="{FF2B5EF4-FFF2-40B4-BE49-F238E27FC236}">
                      <a16:creationId xmlns:a16="http://schemas.microsoft.com/office/drawing/2014/main" id="{ACAF05CE-718F-4355-BED6-ABB7E8338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10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9" name="Rectangle 284">
                  <a:extLst>
                    <a:ext uri="{FF2B5EF4-FFF2-40B4-BE49-F238E27FC236}">
                      <a16:creationId xmlns:a16="http://schemas.microsoft.com/office/drawing/2014/main" id="{90C957A5-1152-4BF1-8494-21D512223F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20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0" name="Rectangle 286">
                  <a:extLst>
                    <a:ext uri="{FF2B5EF4-FFF2-40B4-BE49-F238E27FC236}">
                      <a16:creationId xmlns:a16="http://schemas.microsoft.com/office/drawing/2014/main" id="{E4A7522D-2791-409D-AA7A-7361C6A681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61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1" name="Rectangle 288">
                  <a:extLst>
                    <a:ext uri="{FF2B5EF4-FFF2-40B4-BE49-F238E27FC236}">
                      <a16:creationId xmlns:a16="http://schemas.microsoft.com/office/drawing/2014/main" id="{3CBD3A14-AFDD-418F-8F76-303B658D02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6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2" name="Rectangle 290">
                  <a:extLst>
                    <a:ext uri="{FF2B5EF4-FFF2-40B4-BE49-F238E27FC236}">
                      <a16:creationId xmlns:a16="http://schemas.microsoft.com/office/drawing/2014/main" id="{2B4885E2-9F01-4C14-BC6C-0DBA3D72A9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7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33" name="Rectangle 292">
                  <a:extLst>
                    <a:ext uri="{FF2B5EF4-FFF2-40B4-BE49-F238E27FC236}">
                      <a16:creationId xmlns:a16="http://schemas.microsoft.com/office/drawing/2014/main" id="{DF8222C0-1CB9-4578-A98F-FD117D9B2F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69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597" name="Group 596">
                <a:extLst>
                  <a:ext uri="{FF2B5EF4-FFF2-40B4-BE49-F238E27FC236}">
                    <a16:creationId xmlns:a16="http://schemas.microsoft.com/office/drawing/2014/main" id="{78E60FA4-BB7E-4A72-BA38-C18A08205637}"/>
                  </a:ext>
                </a:extLst>
              </p:cNvPr>
              <p:cNvGrpSpPr/>
              <p:nvPr/>
            </p:nvGrpSpPr>
            <p:grpSpPr>
              <a:xfrm>
                <a:off x="8096657" y="5000607"/>
                <a:ext cx="186282" cy="62658"/>
                <a:chOff x="1957388" y="2576513"/>
                <a:chExt cx="174625" cy="58737"/>
              </a:xfrm>
              <a:solidFill>
                <a:schemeClr val="accent4">
                  <a:lumMod val="75000"/>
                </a:schemeClr>
              </a:solidFill>
            </p:grpSpPr>
            <p:sp>
              <p:nvSpPr>
                <p:cNvPr id="612" name="Rectangle 273">
                  <a:extLst>
                    <a:ext uri="{FF2B5EF4-FFF2-40B4-BE49-F238E27FC236}">
                      <a16:creationId xmlns:a16="http://schemas.microsoft.com/office/drawing/2014/main" id="{311B6576-9549-4701-8106-C3BAD959DA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566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3" name="Rectangle 275">
                  <a:extLst>
                    <a:ext uri="{FF2B5EF4-FFF2-40B4-BE49-F238E27FC236}">
                      <a16:creationId xmlns:a16="http://schemas.microsoft.com/office/drawing/2014/main" id="{C461CDA6-46B6-406B-894B-1A0D69C89A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9788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4" name="Rectangle 277">
                  <a:extLst>
                    <a:ext uri="{FF2B5EF4-FFF2-40B4-BE49-F238E27FC236}">
                      <a16:creationId xmlns:a16="http://schemas.microsoft.com/office/drawing/2014/main" id="{A5B5A078-8AAE-4610-9FC8-12A02124E9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2325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5" name="Rectangle 279">
                  <a:extLst>
                    <a:ext uri="{FF2B5EF4-FFF2-40B4-BE49-F238E27FC236}">
                      <a16:creationId xmlns:a16="http://schemas.microsoft.com/office/drawing/2014/main" id="{730F6D7C-DB2B-498D-A5DD-C952E8BF2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4863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6" name="Rectangle 281">
                  <a:extLst>
                    <a:ext uri="{FF2B5EF4-FFF2-40B4-BE49-F238E27FC236}">
                      <a16:creationId xmlns:a16="http://schemas.microsoft.com/office/drawing/2014/main" id="{000F510F-1F72-4F9E-859F-FB84D6CED2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57400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7" name="Rectangle 283">
                  <a:extLst>
                    <a:ext uri="{FF2B5EF4-FFF2-40B4-BE49-F238E27FC236}">
                      <a16:creationId xmlns:a16="http://schemas.microsoft.com/office/drawing/2014/main" id="{53424921-100D-4015-890C-6C725AA9D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1525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8" name="Rectangle 285">
                  <a:extLst>
                    <a:ext uri="{FF2B5EF4-FFF2-40B4-BE49-F238E27FC236}">
                      <a16:creationId xmlns:a16="http://schemas.microsoft.com/office/drawing/2014/main" id="{40605FC7-C2D1-4CDF-A154-9D47AEB051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5650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9" name="Rectangle 287">
                  <a:extLst>
                    <a:ext uri="{FF2B5EF4-FFF2-40B4-BE49-F238E27FC236}">
                      <a16:creationId xmlns:a16="http://schemas.microsoft.com/office/drawing/2014/main" id="{481BDFAA-FECA-4A48-A27B-DEFD9FF34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8188" y="2576513"/>
                  <a:ext cx="7938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0" name="Rectangle 289">
                  <a:extLst>
                    <a:ext uri="{FF2B5EF4-FFF2-40B4-BE49-F238E27FC236}">
                      <a16:creationId xmlns:a16="http://schemas.microsoft.com/office/drawing/2014/main" id="{78A2FE62-18E1-4BD3-8FD3-D7C446AE2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2313" y="2576513"/>
                  <a:ext cx="6350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1" name="Rectangle 291">
                  <a:extLst>
                    <a:ext uri="{FF2B5EF4-FFF2-40B4-BE49-F238E27FC236}">
                      <a16:creationId xmlns:a16="http://schemas.microsoft.com/office/drawing/2014/main" id="{CCD13B9A-630C-43AA-9AAD-0455DC80D0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73263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22" name="Rectangle 293">
                  <a:extLst>
                    <a:ext uri="{FF2B5EF4-FFF2-40B4-BE49-F238E27FC236}">
                      <a16:creationId xmlns:a16="http://schemas.microsoft.com/office/drawing/2014/main" id="{282483C7-E7F8-4EFD-A8CD-DD57C61A5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7388" y="2576513"/>
                  <a:ext cx="9525" cy="5873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sp>
            <p:nvSpPr>
              <p:cNvPr id="598" name="Freeform 294">
                <a:extLst>
                  <a:ext uri="{FF2B5EF4-FFF2-40B4-BE49-F238E27FC236}">
                    <a16:creationId xmlns:a16="http://schemas.microsoft.com/office/drawing/2014/main" id="{173647B7-4DA9-4BF5-8872-4181B1FC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337" y="4553529"/>
                <a:ext cx="130398" cy="384418"/>
              </a:xfrm>
              <a:custGeom>
                <a:avLst/>
                <a:gdLst>
                  <a:gd name="T0" fmla="*/ 11 w 52"/>
                  <a:gd name="T1" fmla="*/ 154 h 154"/>
                  <a:gd name="T2" fmla="*/ 0 w 52"/>
                  <a:gd name="T3" fmla="*/ 108 h 154"/>
                  <a:gd name="T4" fmla="*/ 26 w 52"/>
                  <a:gd name="T5" fmla="*/ 0 h 154"/>
                  <a:gd name="T6" fmla="*/ 52 w 52"/>
                  <a:gd name="T7" fmla="*/ 108 h 154"/>
                  <a:gd name="T8" fmla="*/ 41 w 52"/>
                  <a:gd name="T9" fmla="*/ 154 h 154"/>
                  <a:gd name="T10" fmla="*/ 11 w 52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54">
                    <a:moveTo>
                      <a:pt x="11" y="154"/>
                    </a:moveTo>
                    <a:cubicBezTo>
                      <a:pt x="4" y="135"/>
                      <a:pt x="0" y="144"/>
                      <a:pt x="0" y="108"/>
                    </a:cubicBezTo>
                    <a:cubicBezTo>
                      <a:pt x="0" y="48"/>
                      <a:pt x="11" y="0"/>
                      <a:pt x="26" y="0"/>
                    </a:cubicBezTo>
                    <a:cubicBezTo>
                      <a:pt x="41" y="0"/>
                      <a:pt x="52" y="48"/>
                      <a:pt x="52" y="108"/>
                    </a:cubicBezTo>
                    <a:cubicBezTo>
                      <a:pt x="52" y="144"/>
                      <a:pt x="48" y="135"/>
                      <a:pt x="41" y="154"/>
                    </a:cubicBezTo>
                    <a:lnTo>
                      <a:pt x="11" y="15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sp>
            <p:nvSpPr>
              <p:cNvPr id="599" name="Freeform 295">
                <a:extLst>
                  <a:ext uri="{FF2B5EF4-FFF2-40B4-BE49-F238E27FC236}">
                    <a16:creationId xmlns:a16="http://schemas.microsoft.com/office/drawing/2014/main" id="{2FF7AEFE-F967-448A-9135-E7DECB27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3498" y="4553529"/>
                <a:ext cx="110076" cy="121930"/>
              </a:xfrm>
              <a:custGeom>
                <a:avLst/>
                <a:gdLst>
                  <a:gd name="T0" fmla="*/ 0 w 44"/>
                  <a:gd name="T1" fmla="*/ 49 h 49"/>
                  <a:gd name="T2" fmla="*/ 22 w 44"/>
                  <a:gd name="T3" fmla="*/ 0 h 49"/>
                  <a:gd name="T4" fmla="*/ 44 w 44"/>
                  <a:gd name="T5" fmla="*/ 49 h 49"/>
                  <a:gd name="T6" fmla="*/ 0 w 4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49"/>
                    </a:moveTo>
                    <a:cubicBezTo>
                      <a:pt x="4" y="20"/>
                      <a:pt x="13" y="0"/>
                      <a:pt x="22" y="0"/>
                    </a:cubicBezTo>
                    <a:cubicBezTo>
                      <a:pt x="31" y="0"/>
                      <a:pt x="39" y="20"/>
                      <a:pt x="44" y="49"/>
                    </a:cubicBezTo>
                    <a:lnTo>
                      <a:pt x="0" y="49"/>
                    </a:lnTo>
                    <a:close/>
                  </a:path>
                </a:pathLst>
              </a:custGeom>
              <a:gradFill>
                <a:gsLst>
                  <a:gs pos="26000">
                    <a:schemeClr val="accent4"/>
                  </a:gs>
                  <a:gs pos="100000">
                    <a:schemeClr val="accent4">
                      <a:alpha val="0"/>
                    </a:schemeClr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/>
              </a:p>
            </p:txBody>
          </p: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5CD1DCBB-3572-4047-AF46-557C35B79BBD}"/>
                  </a:ext>
                </a:extLst>
              </p:cNvPr>
              <p:cNvGrpSpPr/>
              <p:nvPr/>
            </p:nvGrpSpPr>
            <p:grpSpPr>
              <a:xfrm>
                <a:off x="8440432" y="4937948"/>
                <a:ext cx="76207" cy="45724"/>
                <a:chOff x="2279650" y="2517775"/>
                <a:chExt cx="71438" cy="42863"/>
              </a:xfrm>
              <a:solidFill>
                <a:schemeClr val="accent4"/>
              </a:solidFill>
            </p:grpSpPr>
            <p:sp>
              <p:nvSpPr>
                <p:cNvPr id="607" name="Rectangle 606">
                  <a:extLst>
                    <a:ext uri="{FF2B5EF4-FFF2-40B4-BE49-F238E27FC236}">
                      <a16:creationId xmlns:a16="http://schemas.microsoft.com/office/drawing/2014/main" id="{E5DEB6D4-F4DC-44B4-95E6-DAF54229CD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17775"/>
                  <a:ext cx="71438" cy="14287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8" name="Rectangle 298">
                  <a:extLst>
                    <a:ext uri="{FF2B5EF4-FFF2-40B4-BE49-F238E27FC236}">
                      <a16:creationId xmlns:a16="http://schemas.microsoft.com/office/drawing/2014/main" id="{5AD04323-9469-4D80-B6C2-84ADEC8821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68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9" name="Rectangle 300">
                  <a:extLst>
                    <a:ext uri="{FF2B5EF4-FFF2-40B4-BE49-F238E27FC236}">
                      <a16:creationId xmlns:a16="http://schemas.microsoft.com/office/drawing/2014/main" id="{3A43E80C-49CA-4B85-93F0-0CA7AACE4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0925" y="2532063"/>
                  <a:ext cx="6350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0" name="Rectangle 302">
                  <a:extLst>
                    <a:ext uri="{FF2B5EF4-FFF2-40B4-BE49-F238E27FC236}">
                      <a16:creationId xmlns:a16="http://schemas.microsoft.com/office/drawing/2014/main" id="{CEE2638C-C25C-4D16-8857-CF5F8477C8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3463" y="2532063"/>
                  <a:ext cx="7938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11" name="Rectangle 304">
                  <a:extLst>
                    <a:ext uri="{FF2B5EF4-FFF2-40B4-BE49-F238E27FC236}">
                      <a16:creationId xmlns:a16="http://schemas.microsoft.com/office/drawing/2014/main" id="{3DD971FA-32C0-4675-B4B2-2662DD1295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4413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FE943804-9F40-40BD-9173-0DA961BDFD3F}"/>
                  </a:ext>
                </a:extLst>
              </p:cNvPr>
              <p:cNvGrpSpPr/>
              <p:nvPr/>
            </p:nvGrpSpPr>
            <p:grpSpPr>
              <a:xfrm>
                <a:off x="8440432" y="4953190"/>
                <a:ext cx="76207" cy="30483"/>
                <a:chOff x="2279650" y="2532063"/>
                <a:chExt cx="71438" cy="28575"/>
              </a:xfrm>
              <a:solidFill>
                <a:schemeClr val="accent4">
                  <a:lumMod val="75000"/>
                </a:schemeClr>
              </a:solidFill>
            </p:grpSpPr>
            <p:sp>
              <p:nvSpPr>
                <p:cNvPr id="602" name="Rectangle 297">
                  <a:extLst>
                    <a:ext uri="{FF2B5EF4-FFF2-40B4-BE49-F238E27FC236}">
                      <a16:creationId xmlns:a16="http://schemas.microsoft.com/office/drawing/2014/main" id="{DBB1EA03-11A8-4D31-851E-F9E18A076E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46325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3" name="Rectangle 299">
                  <a:extLst>
                    <a:ext uri="{FF2B5EF4-FFF2-40B4-BE49-F238E27FC236}">
                      <a16:creationId xmlns:a16="http://schemas.microsoft.com/office/drawing/2014/main" id="{FE27A485-A23C-4045-9236-68D9C4AA41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275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4" name="Rectangle 301">
                  <a:extLst>
                    <a:ext uri="{FF2B5EF4-FFF2-40B4-BE49-F238E27FC236}">
                      <a16:creationId xmlns:a16="http://schemas.microsoft.com/office/drawing/2014/main" id="{8DF6B68D-2C12-4743-989C-FCC81C48CB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1400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5" name="Rectangle 303">
                  <a:extLst>
                    <a:ext uri="{FF2B5EF4-FFF2-40B4-BE49-F238E27FC236}">
                      <a16:creationId xmlns:a16="http://schemas.microsoft.com/office/drawing/2014/main" id="{516C55F0-88ED-4E43-AC1F-DAF0628190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3938" y="2532063"/>
                  <a:ext cx="9525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  <p:sp>
              <p:nvSpPr>
                <p:cNvPr id="606" name="Rectangle 305">
                  <a:extLst>
                    <a:ext uri="{FF2B5EF4-FFF2-40B4-BE49-F238E27FC236}">
                      <a16:creationId xmlns:a16="http://schemas.microsoft.com/office/drawing/2014/main" id="{8ED75C73-3782-4350-98E1-C0936991B0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9650" y="2532063"/>
                  <a:ext cx="4763" cy="285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000"/>
                </a:p>
              </p:txBody>
            </p:sp>
          </p:grpSp>
        </p:grp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FB06062E-8881-4AC5-9FED-5446A2D3B7F1}"/>
              </a:ext>
            </a:extLst>
          </p:cNvPr>
          <p:cNvGrpSpPr/>
          <p:nvPr/>
        </p:nvGrpSpPr>
        <p:grpSpPr>
          <a:xfrm>
            <a:off x="6592044" y="1217466"/>
            <a:ext cx="3034476" cy="926676"/>
            <a:chOff x="8479190" y="2177443"/>
            <a:chExt cx="3034476" cy="926676"/>
          </a:xfrm>
        </p:grpSpPr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456976E7-48E2-4A7D-BC81-6FD36DEF3CCA}"/>
                </a:ext>
              </a:extLst>
            </p:cNvPr>
            <p:cNvSpPr/>
            <p:nvPr/>
          </p:nvSpPr>
          <p:spPr>
            <a:xfrm>
              <a:off x="847919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C7C40321-CD7E-4A2E-BF20-BB91E379328D}"/>
                </a:ext>
              </a:extLst>
            </p:cNvPr>
            <p:cNvSpPr/>
            <p:nvPr/>
          </p:nvSpPr>
          <p:spPr>
            <a:xfrm>
              <a:off x="847919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First Strategy</a:t>
              </a: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EA7CD7AA-14EB-48A3-991C-8DF2DAC542F7}"/>
              </a:ext>
            </a:extLst>
          </p:cNvPr>
          <p:cNvGrpSpPr/>
          <p:nvPr/>
        </p:nvGrpSpPr>
        <p:grpSpPr>
          <a:xfrm flipH="1">
            <a:off x="1363168" y="3364648"/>
            <a:ext cx="3034476" cy="926676"/>
            <a:chOff x="1439310" y="2177443"/>
            <a:chExt cx="3034476" cy="92667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0D40864F-E628-4EC1-88F8-C53AF31102A4}"/>
                </a:ext>
              </a:extLst>
            </p:cNvPr>
            <p:cNvSpPr/>
            <p:nvPr/>
          </p:nvSpPr>
          <p:spPr>
            <a:xfrm>
              <a:off x="143931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CD71C527-2455-43D7-946D-A63CD0A53ADC}"/>
                </a:ext>
              </a:extLst>
            </p:cNvPr>
            <p:cNvSpPr/>
            <p:nvPr/>
          </p:nvSpPr>
          <p:spPr>
            <a:xfrm>
              <a:off x="143931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Third Strategy</a:t>
              </a:r>
            </a:p>
          </p:txBody>
        </p:sp>
      </p:grpSp>
      <p:grpSp>
        <p:nvGrpSpPr>
          <p:cNvPr id="649" name="Group 648">
            <a:extLst>
              <a:ext uri="{FF2B5EF4-FFF2-40B4-BE49-F238E27FC236}">
                <a16:creationId xmlns:a16="http://schemas.microsoft.com/office/drawing/2014/main" id="{865D6DC7-B792-412D-8C2D-857112E28D28}"/>
              </a:ext>
            </a:extLst>
          </p:cNvPr>
          <p:cNvGrpSpPr/>
          <p:nvPr/>
        </p:nvGrpSpPr>
        <p:grpSpPr>
          <a:xfrm>
            <a:off x="7801070" y="2537417"/>
            <a:ext cx="3034476" cy="926676"/>
            <a:chOff x="8479190" y="2177443"/>
            <a:chExt cx="3034476" cy="926676"/>
          </a:xfrm>
        </p:grpSpPr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D2F0A8A3-2A27-401F-9681-547D0B4641DC}"/>
                </a:ext>
              </a:extLst>
            </p:cNvPr>
            <p:cNvSpPr/>
            <p:nvPr/>
          </p:nvSpPr>
          <p:spPr>
            <a:xfrm>
              <a:off x="847919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8D369469-C692-4AC1-BD1C-8FC5C002F190}"/>
                </a:ext>
              </a:extLst>
            </p:cNvPr>
            <p:cNvSpPr/>
            <p:nvPr/>
          </p:nvSpPr>
          <p:spPr>
            <a:xfrm>
              <a:off x="847919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Second Strategy</a:t>
              </a:r>
            </a:p>
          </p:txBody>
        </p:sp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F7973AB9-2DD2-4515-97D6-14C4C6D857BB}"/>
              </a:ext>
            </a:extLst>
          </p:cNvPr>
          <p:cNvGrpSpPr/>
          <p:nvPr/>
        </p:nvGrpSpPr>
        <p:grpSpPr>
          <a:xfrm flipH="1">
            <a:off x="402774" y="4731138"/>
            <a:ext cx="3034476" cy="926676"/>
            <a:chOff x="1439310" y="2177443"/>
            <a:chExt cx="3034476" cy="926676"/>
          </a:xfrm>
        </p:grpSpPr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FD06D3E6-C9EF-415B-B7C8-03B47422CA3F}"/>
                </a:ext>
              </a:extLst>
            </p:cNvPr>
            <p:cNvSpPr/>
            <p:nvPr/>
          </p:nvSpPr>
          <p:spPr>
            <a:xfrm>
              <a:off x="143931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52" name="Rectangle 651">
              <a:extLst>
                <a:ext uri="{FF2B5EF4-FFF2-40B4-BE49-F238E27FC236}">
                  <a16:creationId xmlns:a16="http://schemas.microsoft.com/office/drawing/2014/main" id="{13DDA6A4-04F8-4F9D-A7E2-6B7176C22C6F}"/>
                </a:ext>
              </a:extLst>
            </p:cNvPr>
            <p:cNvSpPr/>
            <p:nvPr/>
          </p:nvSpPr>
          <p:spPr>
            <a:xfrm>
              <a:off x="143931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Fifth Strategy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471B584C-B84D-4AF5-9693-4B4355D53021}"/>
              </a:ext>
            </a:extLst>
          </p:cNvPr>
          <p:cNvGrpSpPr/>
          <p:nvPr/>
        </p:nvGrpSpPr>
        <p:grpSpPr>
          <a:xfrm>
            <a:off x="8754750" y="4188805"/>
            <a:ext cx="3034476" cy="926676"/>
            <a:chOff x="8479190" y="2177443"/>
            <a:chExt cx="3034476" cy="92667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2883DB39-8A87-4437-BA57-242C84925E78}"/>
                </a:ext>
              </a:extLst>
            </p:cNvPr>
            <p:cNvSpPr/>
            <p:nvPr/>
          </p:nvSpPr>
          <p:spPr>
            <a:xfrm>
              <a:off x="8479190" y="2545505"/>
              <a:ext cx="3034476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DB008B13-6693-4C47-8B35-6AEE608A40AE}"/>
                </a:ext>
              </a:extLst>
            </p:cNvPr>
            <p:cNvSpPr/>
            <p:nvPr/>
          </p:nvSpPr>
          <p:spPr>
            <a:xfrm>
              <a:off x="8479190" y="2177443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Fourth Strategy</a:t>
              </a:r>
            </a:p>
          </p:txBody>
        </p:sp>
      </p:grpSp>
      <p:sp>
        <p:nvSpPr>
          <p:cNvPr id="662" name="Rectangle 661">
            <a:extLst>
              <a:ext uri="{FF2B5EF4-FFF2-40B4-BE49-F238E27FC236}">
                <a16:creationId xmlns:a16="http://schemas.microsoft.com/office/drawing/2014/main" id="{B3F3269D-ABD9-41CD-9D54-DFACF9A6670C}"/>
              </a:ext>
            </a:extLst>
          </p:cNvPr>
          <p:cNvSpPr/>
          <p:nvPr/>
        </p:nvSpPr>
        <p:spPr>
          <a:xfrm>
            <a:off x="818844" y="1380642"/>
            <a:ext cx="511796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Strategy</a:t>
            </a:r>
          </a:p>
        </p:txBody>
      </p:sp>
      <p:sp>
        <p:nvSpPr>
          <p:cNvPr id="663" name="Oval 662">
            <a:extLst>
              <a:ext uri="{FF2B5EF4-FFF2-40B4-BE49-F238E27FC236}">
                <a16:creationId xmlns:a16="http://schemas.microsoft.com/office/drawing/2014/main" id="{A4DED032-A3E9-4E87-8B6C-02FCFD1227D8}"/>
              </a:ext>
            </a:extLst>
          </p:cNvPr>
          <p:cNvSpPr/>
          <p:nvPr/>
        </p:nvSpPr>
        <p:spPr>
          <a:xfrm>
            <a:off x="10194672" y="1467202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64" name="Oval 663">
            <a:extLst>
              <a:ext uri="{FF2B5EF4-FFF2-40B4-BE49-F238E27FC236}">
                <a16:creationId xmlns:a16="http://schemas.microsoft.com/office/drawing/2014/main" id="{E500989D-B233-4FEE-AB4A-EEA1FC66B9DF}"/>
              </a:ext>
            </a:extLst>
          </p:cNvPr>
          <p:cNvSpPr/>
          <p:nvPr/>
        </p:nvSpPr>
        <p:spPr>
          <a:xfrm>
            <a:off x="9094459" y="5811212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8059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6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 p14:presetBounceEnd="66667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1" dur="10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2" dur="10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6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50" dur="10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51" dur="10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fill="hold" nodeType="withEffect" p14:presetBounceEnd="66667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59" dur="10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0" dur="10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6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68" dur="10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69" dur="10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6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2" presetClass="entr" presetSubtype="4" fill="hold" nodeType="withEffect" p14:presetBounceEnd="66667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77" dur="10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78" dur="10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75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75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5E-6 0 L 5E-6 0.02847 " pathEditMode="relative" rAng="0" ptsTypes="AA">
                                          <p:cBhvr>
                                            <p:cTn id="84" dur="100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7" dur="75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8" dur="75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4.16667E-7 2.22222E-6 L -4.16667E-7 0.02847 " pathEditMode="relative" rAng="0" ptsTypes="AA">
                                          <p:cBhvr>
                                            <p:cTn id="90" dur="100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3" dur="75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4" dur="75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5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8.33333E-7 -4.44444E-6 L -8.33333E-7 0.02848 " pathEditMode="relative" rAng="0" ptsTypes="AA">
                                          <p:cBhvr>
                                            <p:cTn id="96" dur="100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65" grpId="0" animBg="1"/>
          <p:bldP spid="665" grpId="1" animBg="1"/>
          <p:bldP spid="662" grpId="0"/>
          <p:bldP spid="662" grpId="1"/>
          <p:bldP spid="663" grpId="0" animBg="1"/>
          <p:bldP spid="663" grpId="1" animBg="1"/>
          <p:bldP spid="664" grpId="0" animBg="1"/>
          <p:bldP spid="664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6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6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6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6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6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6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5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0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000" fill="hold"/>
                                            <p:tgtEl>
                                              <p:spTgt spid="6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6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10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1000" fill="hold"/>
                                            <p:tgtEl>
                                              <p:spTgt spid="6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6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2" presetClass="entr" presetSubtype="4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7" dur="10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8" dur="1000" fill="hold"/>
                                            <p:tgtEl>
                                              <p:spTgt spid="6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75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75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5E-6 0 L 5E-6 0.02847 " pathEditMode="relative" rAng="0" ptsTypes="AA">
                                          <p:cBhvr>
                                            <p:cTn id="84" dur="1000" fill="hold"/>
                                            <p:tgtEl>
                                              <p:spTgt spid="6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7" dur="75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8" dur="75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4.16667E-7 2.22222E-6 L -4.16667E-7 0.02847 " pathEditMode="relative" rAng="0" ptsTypes="AA">
                                          <p:cBhvr>
                                            <p:cTn id="90" dur="1000" fill="hold"/>
                                            <p:tgtEl>
                                              <p:spTgt spid="66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3" dur="75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4" dur="75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5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8.33333E-7 -4.44444E-6 L -8.33333E-7 0.02848 " pathEditMode="relative" rAng="0" ptsTypes="AA">
                                          <p:cBhvr>
                                            <p:cTn id="96" dur="1000" fill="hold"/>
                                            <p:tgtEl>
                                              <p:spTgt spid="6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65" grpId="0" animBg="1"/>
          <p:bldP spid="665" grpId="1" animBg="1"/>
          <p:bldP spid="662" grpId="0"/>
          <p:bldP spid="662" grpId="1"/>
          <p:bldP spid="663" grpId="0" animBg="1"/>
          <p:bldP spid="663" grpId="1" animBg="1"/>
          <p:bldP spid="664" grpId="0" animBg="1"/>
          <p:bldP spid="664" grpId="1" animBg="1"/>
        </p:bldLst>
      </p:timing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Freeform: Shape 590">
            <a:extLst>
              <a:ext uri="{FF2B5EF4-FFF2-40B4-BE49-F238E27FC236}">
                <a16:creationId xmlns:a16="http://schemas.microsoft.com/office/drawing/2014/main" id="{11E3EE49-D6B4-40D2-9DE3-7A62D642129F}"/>
              </a:ext>
            </a:extLst>
          </p:cNvPr>
          <p:cNvSpPr/>
          <p:nvPr/>
        </p:nvSpPr>
        <p:spPr>
          <a:xfrm flipH="1">
            <a:off x="4382864" y="0"/>
            <a:ext cx="7809136" cy="6860824"/>
          </a:xfrm>
          <a:custGeom>
            <a:avLst/>
            <a:gdLst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108528 w 7809136"/>
              <a:gd name="connsiteY4" fmla="*/ 85899 h 6923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09136" h="6923471">
                <a:moveTo>
                  <a:pt x="0" y="0"/>
                </a:moveTo>
                <a:lnTo>
                  <a:pt x="0" y="6923471"/>
                </a:lnTo>
                <a:lnTo>
                  <a:pt x="7131147" y="6923471"/>
                </a:lnTo>
                <a:cubicBezTo>
                  <a:pt x="4478326" y="4756374"/>
                  <a:pt x="9030947" y="4987173"/>
                  <a:pt x="7477068" y="2825761"/>
                </a:cubicBezTo>
                <a:cubicBezTo>
                  <a:pt x="5971747" y="731892"/>
                  <a:pt x="3491790" y="2639889"/>
                  <a:pt x="108528" y="8589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548CE4B-8ED0-42E7-A84C-6CA837AB0ADB}"/>
              </a:ext>
            </a:extLst>
          </p:cNvPr>
          <p:cNvGrpSpPr/>
          <p:nvPr/>
        </p:nvGrpSpPr>
        <p:grpSpPr>
          <a:xfrm>
            <a:off x="6591644" y="1941124"/>
            <a:ext cx="1420708" cy="1679363"/>
            <a:chOff x="6591644" y="1941124"/>
            <a:chExt cx="1420708" cy="1679363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3EF5B4F6-5C66-42E1-A369-75A69C5C7603}"/>
                </a:ext>
              </a:extLst>
            </p:cNvPr>
            <p:cNvGrpSpPr/>
            <p:nvPr/>
          </p:nvGrpSpPr>
          <p:grpSpPr>
            <a:xfrm>
              <a:off x="6591644" y="1941124"/>
              <a:ext cx="1420708" cy="984523"/>
              <a:chOff x="6591644" y="1941124"/>
              <a:chExt cx="1420708" cy="984523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8E3B32B2-846E-43C5-9DEB-5A9EFE3BAAD6}"/>
                  </a:ext>
                </a:extLst>
              </p:cNvPr>
              <p:cNvSpPr/>
              <p:nvPr/>
            </p:nvSpPr>
            <p:spPr>
              <a:xfrm>
                <a:off x="7315553" y="2563393"/>
                <a:ext cx="47625" cy="114300"/>
              </a:xfrm>
              <a:custGeom>
                <a:avLst/>
                <a:gdLst>
                  <a:gd name="connsiteX0" fmla="*/ 31718 w 47625"/>
                  <a:gd name="connsiteY0" fmla="*/ 92764 h 114300"/>
                  <a:gd name="connsiteX1" fmla="*/ 30928 w 47625"/>
                  <a:gd name="connsiteY1" fmla="*/ 84487 h 114300"/>
                  <a:gd name="connsiteX2" fmla="*/ 30756 w 47625"/>
                  <a:gd name="connsiteY2" fmla="*/ 25422 h 114300"/>
                  <a:gd name="connsiteX3" fmla="*/ 38671 w 47625"/>
                  <a:gd name="connsiteY3" fmla="*/ 20860 h 114300"/>
                  <a:gd name="connsiteX4" fmla="*/ 15059 w 47625"/>
                  <a:gd name="connsiteY4" fmla="*/ 7144 h 114300"/>
                  <a:gd name="connsiteX5" fmla="*/ 7144 w 47625"/>
                  <a:gd name="connsiteY5" fmla="*/ 11706 h 114300"/>
                  <a:gd name="connsiteX6" fmla="*/ 7315 w 47625"/>
                  <a:gd name="connsiteY6" fmla="*/ 70771 h 114300"/>
                  <a:gd name="connsiteX7" fmla="*/ 20193 w 47625"/>
                  <a:gd name="connsiteY7" fmla="*/ 98984 h 114300"/>
                  <a:gd name="connsiteX8" fmla="*/ 43796 w 47625"/>
                  <a:gd name="connsiteY8" fmla="*/ 112700 h 114300"/>
                  <a:gd name="connsiteX9" fmla="*/ 31718 w 47625"/>
                  <a:gd name="connsiteY9" fmla="*/ 92764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25" h="114300">
                    <a:moveTo>
                      <a:pt x="31718" y="92764"/>
                    </a:moveTo>
                    <a:cubicBezTo>
                      <a:pt x="31718" y="92764"/>
                      <a:pt x="30928" y="86982"/>
                      <a:pt x="30928" y="84487"/>
                    </a:cubicBezTo>
                    <a:lnTo>
                      <a:pt x="30756" y="25422"/>
                    </a:lnTo>
                    <a:lnTo>
                      <a:pt x="38671" y="20860"/>
                    </a:lnTo>
                    <a:lnTo>
                      <a:pt x="15059" y="7144"/>
                    </a:lnTo>
                    <a:lnTo>
                      <a:pt x="7144" y="11706"/>
                    </a:lnTo>
                    <a:lnTo>
                      <a:pt x="7315" y="70771"/>
                    </a:lnTo>
                    <a:cubicBezTo>
                      <a:pt x="7353" y="84639"/>
                      <a:pt x="12278" y="94383"/>
                      <a:pt x="20193" y="98984"/>
                    </a:cubicBezTo>
                    <a:lnTo>
                      <a:pt x="43796" y="112700"/>
                    </a:lnTo>
                    <a:cubicBezTo>
                      <a:pt x="37585" y="109090"/>
                      <a:pt x="33318" y="102222"/>
                      <a:pt x="31718" y="92764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08E12C9-07A6-4F33-A8F8-92E362E5EA83}"/>
                  </a:ext>
                </a:extLst>
              </p:cNvPr>
              <p:cNvSpPr/>
              <p:nvPr/>
            </p:nvSpPr>
            <p:spPr>
              <a:xfrm>
                <a:off x="7345383" y="2475915"/>
                <a:ext cx="161925" cy="200025"/>
              </a:xfrm>
              <a:custGeom>
                <a:avLst/>
                <a:gdLst>
                  <a:gd name="connsiteX0" fmla="*/ 128809 w 161925"/>
                  <a:gd name="connsiteY0" fmla="*/ 11716 h 200025"/>
                  <a:gd name="connsiteX1" fmla="*/ 128980 w 161925"/>
                  <a:gd name="connsiteY1" fmla="*/ 70780 h 200025"/>
                  <a:gd name="connsiteX2" fmla="*/ 128314 w 161925"/>
                  <a:gd name="connsiteY2" fmla="*/ 79029 h 200025"/>
                  <a:gd name="connsiteX3" fmla="*/ 128104 w 161925"/>
                  <a:gd name="connsiteY3" fmla="*/ 80343 h 200025"/>
                  <a:gd name="connsiteX4" fmla="*/ 126275 w 161925"/>
                  <a:gd name="connsiteY4" fmla="*/ 88211 h 200025"/>
                  <a:gd name="connsiteX5" fmla="*/ 126056 w 161925"/>
                  <a:gd name="connsiteY5" fmla="*/ 88945 h 200025"/>
                  <a:gd name="connsiteX6" fmla="*/ 122913 w 161925"/>
                  <a:gd name="connsiteY6" fmla="*/ 97469 h 200025"/>
                  <a:gd name="connsiteX7" fmla="*/ 122837 w 161925"/>
                  <a:gd name="connsiteY7" fmla="*/ 97641 h 200025"/>
                  <a:gd name="connsiteX8" fmla="*/ 118579 w 161925"/>
                  <a:gd name="connsiteY8" fmla="*/ 106070 h 200025"/>
                  <a:gd name="connsiteX9" fmla="*/ 118436 w 161925"/>
                  <a:gd name="connsiteY9" fmla="*/ 106318 h 200025"/>
                  <a:gd name="connsiteX10" fmla="*/ 113388 w 161925"/>
                  <a:gd name="connsiteY10" fmla="*/ 114052 h 200025"/>
                  <a:gd name="connsiteX11" fmla="*/ 112893 w 161925"/>
                  <a:gd name="connsiteY11" fmla="*/ 114719 h 200025"/>
                  <a:gd name="connsiteX12" fmla="*/ 107597 w 161925"/>
                  <a:gd name="connsiteY12" fmla="*/ 121091 h 200025"/>
                  <a:gd name="connsiteX13" fmla="*/ 106406 w 161925"/>
                  <a:gd name="connsiteY13" fmla="*/ 122377 h 200025"/>
                  <a:gd name="connsiteX14" fmla="*/ 101843 w 161925"/>
                  <a:gd name="connsiteY14" fmla="*/ 126644 h 200025"/>
                  <a:gd name="connsiteX15" fmla="*/ 99758 w 161925"/>
                  <a:gd name="connsiteY15" fmla="*/ 128473 h 200025"/>
                  <a:gd name="connsiteX16" fmla="*/ 92967 w 161925"/>
                  <a:gd name="connsiteY16" fmla="*/ 133188 h 200025"/>
                  <a:gd name="connsiteX17" fmla="*/ 21672 w 161925"/>
                  <a:gd name="connsiteY17" fmla="*/ 174346 h 200025"/>
                  <a:gd name="connsiteX18" fmla="*/ 15033 w 161925"/>
                  <a:gd name="connsiteY18" fmla="*/ 177394 h 200025"/>
                  <a:gd name="connsiteX19" fmla="*/ 13776 w 161925"/>
                  <a:gd name="connsiteY19" fmla="*/ 177832 h 200025"/>
                  <a:gd name="connsiteX20" fmla="*/ 7842 w 161925"/>
                  <a:gd name="connsiteY20" fmla="*/ 179108 h 200025"/>
                  <a:gd name="connsiteX21" fmla="*/ 7318 w 161925"/>
                  <a:gd name="connsiteY21" fmla="*/ 179803 h 200025"/>
                  <a:gd name="connsiteX22" fmla="*/ 7146 w 161925"/>
                  <a:gd name="connsiteY22" fmla="*/ 180451 h 200025"/>
                  <a:gd name="connsiteX23" fmla="*/ 7737 w 161925"/>
                  <a:gd name="connsiteY23" fmla="*/ 180451 h 200025"/>
                  <a:gd name="connsiteX24" fmla="*/ 7737 w 161925"/>
                  <a:gd name="connsiteY24" fmla="*/ 183194 h 200025"/>
                  <a:gd name="connsiteX25" fmla="*/ 19967 w 161925"/>
                  <a:gd name="connsiteY25" fmla="*/ 190529 h 200025"/>
                  <a:gd name="connsiteX26" fmla="*/ 19796 w 161925"/>
                  <a:gd name="connsiteY26" fmla="*/ 190652 h 200025"/>
                  <a:gd name="connsiteX27" fmla="*/ 21615 w 161925"/>
                  <a:gd name="connsiteY27" fmla="*/ 191538 h 200025"/>
                  <a:gd name="connsiteX28" fmla="*/ 23529 w 161925"/>
                  <a:gd name="connsiteY28" fmla="*/ 192215 h 200025"/>
                  <a:gd name="connsiteX29" fmla="*/ 24806 w 161925"/>
                  <a:gd name="connsiteY29" fmla="*/ 192510 h 200025"/>
                  <a:gd name="connsiteX30" fmla="*/ 25110 w 161925"/>
                  <a:gd name="connsiteY30" fmla="*/ 192576 h 200025"/>
                  <a:gd name="connsiteX31" fmla="*/ 25577 w 161925"/>
                  <a:gd name="connsiteY31" fmla="*/ 192681 h 200025"/>
                  <a:gd name="connsiteX32" fmla="*/ 27758 w 161925"/>
                  <a:gd name="connsiteY32" fmla="*/ 192938 h 200025"/>
                  <a:gd name="connsiteX33" fmla="*/ 30158 w 161925"/>
                  <a:gd name="connsiteY33" fmla="*/ 192957 h 200025"/>
                  <a:gd name="connsiteX34" fmla="*/ 30920 w 161925"/>
                  <a:gd name="connsiteY34" fmla="*/ 192881 h 200025"/>
                  <a:gd name="connsiteX35" fmla="*/ 31435 w 161925"/>
                  <a:gd name="connsiteY35" fmla="*/ 192824 h 200025"/>
                  <a:gd name="connsiteX36" fmla="*/ 32845 w 161925"/>
                  <a:gd name="connsiteY36" fmla="*/ 192681 h 200025"/>
                  <a:gd name="connsiteX37" fmla="*/ 36017 w 161925"/>
                  <a:gd name="connsiteY37" fmla="*/ 192005 h 200025"/>
                  <a:gd name="connsiteX38" fmla="*/ 37369 w 161925"/>
                  <a:gd name="connsiteY38" fmla="*/ 191538 h 200025"/>
                  <a:gd name="connsiteX39" fmla="*/ 38636 w 161925"/>
                  <a:gd name="connsiteY39" fmla="*/ 191110 h 200025"/>
                  <a:gd name="connsiteX40" fmla="*/ 40274 w 161925"/>
                  <a:gd name="connsiteY40" fmla="*/ 190538 h 200025"/>
                  <a:gd name="connsiteX41" fmla="*/ 45275 w 161925"/>
                  <a:gd name="connsiteY41" fmla="*/ 188043 h 200025"/>
                  <a:gd name="connsiteX42" fmla="*/ 116560 w 161925"/>
                  <a:gd name="connsiteY42" fmla="*/ 146885 h 200025"/>
                  <a:gd name="connsiteX43" fmla="*/ 123361 w 161925"/>
                  <a:gd name="connsiteY43" fmla="*/ 142180 h 200025"/>
                  <a:gd name="connsiteX44" fmla="*/ 125427 w 161925"/>
                  <a:gd name="connsiteY44" fmla="*/ 140360 h 200025"/>
                  <a:gd name="connsiteX45" fmla="*/ 128609 w 161925"/>
                  <a:gd name="connsiteY45" fmla="*/ 137560 h 200025"/>
                  <a:gd name="connsiteX46" fmla="*/ 130000 w 161925"/>
                  <a:gd name="connsiteY46" fmla="*/ 136074 h 200025"/>
                  <a:gd name="connsiteX47" fmla="*/ 131190 w 161925"/>
                  <a:gd name="connsiteY47" fmla="*/ 134807 h 200025"/>
                  <a:gd name="connsiteX48" fmla="*/ 132543 w 161925"/>
                  <a:gd name="connsiteY48" fmla="*/ 133369 h 200025"/>
                  <a:gd name="connsiteX49" fmla="*/ 135486 w 161925"/>
                  <a:gd name="connsiteY49" fmla="*/ 129797 h 200025"/>
                  <a:gd name="connsiteX50" fmla="*/ 136486 w 161925"/>
                  <a:gd name="connsiteY50" fmla="*/ 128435 h 200025"/>
                  <a:gd name="connsiteX51" fmla="*/ 136991 w 161925"/>
                  <a:gd name="connsiteY51" fmla="*/ 127759 h 200025"/>
                  <a:gd name="connsiteX52" fmla="*/ 137905 w 161925"/>
                  <a:gd name="connsiteY52" fmla="*/ 126521 h 200025"/>
                  <a:gd name="connsiteX53" fmla="*/ 140010 w 161925"/>
                  <a:gd name="connsiteY53" fmla="*/ 123387 h 200025"/>
                  <a:gd name="connsiteX54" fmla="*/ 141868 w 161925"/>
                  <a:gd name="connsiteY54" fmla="*/ 120329 h 200025"/>
                  <a:gd name="connsiteX55" fmla="*/ 142039 w 161925"/>
                  <a:gd name="connsiteY55" fmla="*/ 120034 h 200025"/>
                  <a:gd name="connsiteX56" fmla="*/ 142182 w 161925"/>
                  <a:gd name="connsiteY56" fmla="*/ 119786 h 200025"/>
                  <a:gd name="connsiteX57" fmla="*/ 143582 w 161925"/>
                  <a:gd name="connsiteY57" fmla="*/ 117272 h 200025"/>
                  <a:gd name="connsiteX58" fmla="*/ 145144 w 161925"/>
                  <a:gd name="connsiteY58" fmla="*/ 114195 h 200025"/>
                  <a:gd name="connsiteX59" fmla="*/ 146449 w 161925"/>
                  <a:gd name="connsiteY59" fmla="*/ 111357 h 200025"/>
                  <a:gd name="connsiteX60" fmla="*/ 146516 w 161925"/>
                  <a:gd name="connsiteY60" fmla="*/ 111195 h 200025"/>
                  <a:gd name="connsiteX61" fmla="*/ 146583 w 161925"/>
                  <a:gd name="connsiteY61" fmla="*/ 111033 h 200025"/>
                  <a:gd name="connsiteX62" fmla="*/ 147925 w 161925"/>
                  <a:gd name="connsiteY62" fmla="*/ 107785 h 200025"/>
                  <a:gd name="connsiteX63" fmla="*/ 149145 w 161925"/>
                  <a:gd name="connsiteY63" fmla="*/ 104365 h 200025"/>
                  <a:gd name="connsiteX64" fmla="*/ 149669 w 161925"/>
                  <a:gd name="connsiteY64" fmla="*/ 102660 h 200025"/>
                  <a:gd name="connsiteX65" fmla="*/ 149897 w 161925"/>
                  <a:gd name="connsiteY65" fmla="*/ 101927 h 200025"/>
                  <a:gd name="connsiteX66" fmla="*/ 150278 w 161925"/>
                  <a:gd name="connsiteY66" fmla="*/ 100679 h 200025"/>
                  <a:gd name="connsiteX67" fmla="*/ 151288 w 161925"/>
                  <a:gd name="connsiteY67" fmla="*/ 96526 h 200025"/>
                  <a:gd name="connsiteX68" fmla="*/ 151717 w 161925"/>
                  <a:gd name="connsiteY68" fmla="*/ 94040 h 200025"/>
                  <a:gd name="connsiteX69" fmla="*/ 151926 w 161925"/>
                  <a:gd name="connsiteY69" fmla="*/ 92726 h 200025"/>
                  <a:gd name="connsiteX70" fmla="*/ 152126 w 161925"/>
                  <a:gd name="connsiteY70" fmla="*/ 91516 h 200025"/>
                  <a:gd name="connsiteX71" fmla="*/ 152593 w 161925"/>
                  <a:gd name="connsiteY71" fmla="*/ 84487 h 200025"/>
                  <a:gd name="connsiteX72" fmla="*/ 152421 w 161925"/>
                  <a:gd name="connsiteY72" fmla="*/ 25422 h 200025"/>
                  <a:gd name="connsiteX73" fmla="*/ 160337 w 161925"/>
                  <a:gd name="connsiteY73" fmla="*/ 20860 h 200025"/>
                  <a:gd name="connsiteX74" fmla="*/ 160337 w 161925"/>
                  <a:gd name="connsiteY74" fmla="*/ 20860 h 200025"/>
                  <a:gd name="connsiteX75" fmla="*/ 136724 w 161925"/>
                  <a:gd name="connsiteY75" fmla="*/ 7144 h 200025"/>
                  <a:gd name="connsiteX76" fmla="*/ 128809 w 161925"/>
                  <a:gd name="connsiteY76" fmla="*/ 11716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61925" h="200025">
                    <a:moveTo>
                      <a:pt x="128809" y="11716"/>
                    </a:moveTo>
                    <a:lnTo>
                      <a:pt x="128980" y="70780"/>
                    </a:lnTo>
                    <a:cubicBezTo>
                      <a:pt x="128990" y="73466"/>
                      <a:pt x="128742" y="76229"/>
                      <a:pt x="128314" y="79029"/>
                    </a:cubicBezTo>
                    <a:cubicBezTo>
                      <a:pt x="128256" y="79467"/>
                      <a:pt x="128161" y="79905"/>
                      <a:pt x="128104" y="80343"/>
                    </a:cubicBezTo>
                    <a:cubicBezTo>
                      <a:pt x="127637" y="82944"/>
                      <a:pt x="127056" y="85582"/>
                      <a:pt x="126275" y="88211"/>
                    </a:cubicBezTo>
                    <a:cubicBezTo>
                      <a:pt x="126199" y="88449"/>
                      <a:pt x="126123" y="88706"/>
                      <a:pt x="126056" y="88945"/>
                    </a:cubicBezTo>
                    <a:cubicBezTo>
                      <a:pt x="125180" y="91811"/>
                      <a:pt x="124141" y="94659"/>
                      <a:pt x="122913" y="97469"/>
                    </a:cubicBezTo>
                    <a:cubicBezTo>
                      <a:pt x="122885" y="97526"/>
                      <a:pt x="122865" y="97584"/>
                      <a:pt x="122837" y="97641"/>
                    </a:cubicBezTo>
                    <a:cubicBezTo>
                      <a:pt x="121570" y="100498"/>
                      <a:pt x="120150" y="103327"/>
                      <a:pt x="118579" y="106070"/>
                    </a:cubicBezTo>
                    <a:cubicBezTo>
                      <a:pt x="118522" y="106156"/>
                      <a:pt x="118484" y="106242"/>
                      <a:pt x="118436" y="106318"/>
                    </a:cubicBezTo>
                    <a:cubicBezTo>
                      <a:pt x="116884" y="108995"/>
                      <a:pt x="115188" y="111576"/>
                      <a:pt x="113388" y="114052"/>
                    </a:cubicBezTo>
                    <a:cubicBezTo>
                      <a:pt x="113217" y="114271"/>
                      <a:pt x="113064" y="114500"/>
                      <a:pt x="112893" y="114719"/>
                    </a:cubicBezTo>
                    <a:cubicBezTo>
                      <a:pt x="111216" y="116957"/>
                      <a:pt x="109454" y="119082"/>
                      <a:pt x="107597" y="121091"/>
                    </a:cubicBezTo>
                    <a:cubicBezTo>
                      <a:pt x="107206" y="121520"/>
                      <a:pt x="106806" y="121949"/>
                      <a:pt x="106406" y="122377"/>
                    </a:cubicBezTo>
                    <a:cubicBezTo>
                      <a:pt x="104939" y="123901"/>
                      <a:pt x="103396" y="125292"/>
                      <a:pt x="101843" y="126644"/>
                    </a:cubicBezTo>
                    <a:cubicBezTo>
                      <a:pt x="101158" y="127244"/>
                      <a:pt x="100472" y="127911"/>
                      <a:pt x="99758" y="128473"/>
                    </a:cubicBezTo>
                    <a:cubicBezTo>
                      <a:pt x="97558" y="130235"/>
                      <a:pt x="95290" y="131845"/>
                      <a:pt x="92967" y="133188"/>
                    </a:cubicBezTo>
                    <a:lnTo>
                      <a:pt x="21672" y="174346"/>
                    </a:lnTo>
                    <a:cubicBezTo>
                      <a:pt x="19405" y="175660"/>
                      <a:pt x="17185" y="176613"/>
                      <a:pt x="15033" y="177394"/>
                    </a:cubicBezTo>
                    <a:cubicBezTo>
                      <a:pt x="14614" y="177546"/>
                      <a:pt x="14195" y="177689"/>
                      <a:pt x="13776" y="177832"/>
                    </a:cubicBezTo>
                    <a:cubicBezTo>
                      <a:pt x="11737" y="178470"/>
                      <a:pt x="9737" y="178927"/>
                      <a:pt x="7842" y="179108"/>
                    </a:cubicBezTo>
                    <a:cubicBezTo>
                      <a:pt x="7660" y="179127"/>
                      <a:pt x="7499" y="179794"/>
                      <a:pt x="7318" y="179803"/>
                    </a:cubicBezTo>
                    <a:cubicBezTo>
                      <a:pt x="7260" y="179813"/>
                      <a:pt x="7213" y="180451"/>
                      <a:pt x="7146" y="180451"/>
                    </a:cubicBezTo>
                    <a:cubicBezTo>
                      <a:pt x="7099" y="180451"/>
                      <a:pt x="7737" y="180451"/>
                      <a:pt x="7737" y="180451"/>
                    </a:cubicBezTo>
                    <a:lnTo>
                      <a:pt x="7737" y="183194"/>
                    </a:lnTo>
                    <a:lnTo>
                      <a:pt x="19967" y="190529"/>
                    </a:lnTo>
                    <a:cubicBezTo>
                      <a:pt x="20033" y="190567"/>
                      <a:pt x="19729" y="190614"/>
                      <a:pt x="19796" y="190652"/>
                    </a:cubicBezTo>
                    <a:cubicBezTo>
                      <a:pt x="20376" y="190976"/>
                      <a:pt x="20986" y="191272"/>
                      <a:pt x="21615" y="191538"/>
                    </a:cubicBezTo>
                    <a:cubicBezTo>
                      <a:pt x="22224" y="191795"/>
                      <a:pt x="22881" y="192024"/>
                      <a:pt x="23529" y="192215"/>
                    </a:cubicBezTo>
                    <a:cubicBezTo>
                      <a:pt x="23948" y="192338"/>
                      <a:pt x="24377" y="192415"/>
                      <a:pt x="24806" y="192510"/>
                    </a:cubicBezTo>
                    <a:cubicBezTo>
                      <a:pt x="24910" y="192529"/>
                      <a:pt x="25006" y="192557"/>
                      <a:pt x="25110" y="192576"/>
                    </a:cubicBezTo>
                    <a:cubicBezTo>
                      <a:pt x="25272" y="192605"/>
                      <a:pt x="25415" y="192653"/>
                      <a:pt x="25577" y="192681"/>
                    </a:cubicBezTo>
                    <a:cubicBezTo>
                      <a:pt x="26292" y="192815"/>
                      <a:pt x="27006" y="192891"/>
                      <a:pt x="27758" y="192938"/>
                    </a:cubicBezTo>
                    <a:cubicBezTo>
                      <a:pt x="28530" y="192986"/>
                      <a:pt x="29339" y="192996"/>
                      <a:pt x="30158" y="192957"/>
                    </a:cubicBezTo>
                    <a:cubicBezTo>
                      <a:pt x="30397" y="192948"/>
                      <a:pt x="30673" y="192900"/>
                      <a:pt x="30920" y="192881"/>
                    </a:cubicBezTo>
                    <a:cubicBezTo>
                      <a:pt x="31101" y="192862"/>
                      <a:pt x="31254" y="192843"/>
                      <a:pt x="31435" y="192824"/>
                    </a:cubicBezTo>
                    <a:cubicBezTo>
                      <a:pt x="31911" y="192786"/>
                      <a:pt x="32378" y="192757"/>
                      <a:pt x="32845" y="192681"/>
                    </a:cubicBezTo>
                    <a:cubicBezTo>
                      <a:pt x="33873" y="192519"/>
                      <a:pt x="34950" y="192300"/>
                      <a:pt x="36017" y="192005"/>
                    </a:cubicBezTo>
                    <a:cubicBezTo>
                      <a:pt x="36464" y="191881"/>
                      <a:pt x="36931" y="191691"/>
                      <a:pt x="37369" y="191538"/>
                    </a:cubicBezTo>
                    <a:cubicBezTo>
                      <a:pt x="37788" y="191405"/>
                      <a:pt x="38207" y="191272"/>
                      <a:pt x="38636" y="191110"/>
                    </a:cubicBezTo>
                    <a:cubicBezTo>
                      <a:pt x="39179" y="190910"/>
                      <a:pt x="39712" y="190776"/>
                      <a:pt x="40274" y="190538"/>
                    </a:cubicBezTo>
                    <a:cubicBezTo>
                      <a:pt x="41903" y="189862"/>
                      <a:pt x="43580" y="189033"/>
                      <a:pt x="45275" y="188043"/>
                    </a:cubicBezTo>
                    <a:lnTo>
                      <a:pt x="116560" y="146885"/>
                    </a:lnTo>
                    <a:cubicBezTo>
                      <a:pt x="118894" y="145542"/>
                      <a:pt x="121151" y="143932"/>
                      <a:pt x="123361" y="142180"/>
                    </a:cubicBezTo>
                    <a:cubicBezTo>
                      <a:pt x="124065" y="141608"/>
                      <a:pt x="124732" y="140961"/>
                      <a:pt x="125427" y="140360"/>
                    </a:cubicBezTo>
                    <a:cubicBezTo>
                      <a:pt x="126494" y="139427"/>
                      <a:pt x="127590" y="138570"/>
                      <a:pt x="128609" y="137560"/>
                    </a:cubicBezTo>
                    <a:cubicBezTo>
                      <a:pt x="129085" y="137084"/>
                      <a:pt x="129533" y="136570"/>
                      <a:pt x="130000" y="136074"/>
                    </a:cubicBezTo>
                    <a:cubicBezTo>
                      <a:pt x="130400" y="135655"/>
                      <a:pt x="130800" y="135236"/>
                      <a:pt x="131190" y="134807"/>
                    </a:cubicBezTo>
                    <a:cubicBezTo>
                      <a:pt x="131638" y="134312"/>
                      <a:pt x="132104" y="133864"/>
                      <a:pt x="132543" y="133369"/>
                    </a:cubicBezTo>
                    <a:cubicBezTo>
                      <a:pt x="133562" y="132207"/>
                      <a:pt x="134533" y="131016"/>
                      <a:pt x="135486" y="129797"/>
                    </a:cubicBezTo>
                    <a:cubicBezTo>
                      <a:pt x="135838" y="129350"/>
                      <a:pt x="136153" y="128883"/>
                      <a:pt x="136486" y="128435"/>
                    </a:cubicBezTo>
                    <a:cubicBezTo>
                      <a:pt x="136658" y="128206"/>
                      <a:pt x="136819" y="127987"/>
                      <a:pt x="136991" y="127759"/>
                    </a:cubicBezTo>
                    <a:cubicBezTo>
                      <a:pt x="137286" y="127349"/>
                      <a:pt x="137610" y="126940"/>
                      <a:pt x="137905" y="126521"/>
                    </a:cubicBezTo>
                    <a:cubicBezTo>
                      <a:pt x="138620" y="125492"/>
                      <a:pt x="139324" y="124444"/>
                      <a:pt x="140010" y="123387"/>
                    </a:cubicBezTo>
                    <a:cubicBezTo>
                      <a:pt x="140649" y="122387"/>
                      <a:pt x="141277" y="121349"/>
                      <a:pt x="141868" y="120329"/>
                    </a:cubicBezTo>
                    <a:cubicBezTo>
                      <a:pt x="141925" y="120225"/>
                      <a:pt x="141982" y="120129"/>
                      <a:pt x="142039" y="120034"/>
                    </a:cubicBezTo>
                    <a:cubicBezTo>
                      <a:pt x="142087" y="119948"/>
                      <a:pt x="142125" y="119872"/>
                      <a:pt x="142182" y="119786"/>
                    </a:cubicBezTo>
                    <a:cubicBezTo>
                      <a:pt x="142668" y="118958"/>
                      <a:pt x="143144" y="118120"/>
                      <a:pt x="143582" y="117272"/>
                    </a:cubicBezTo>
                    <a:cubicBezTo>
                      <a:pt x="144116" y="116262"/>
                      <a:pt x="144640" y="115224"/>
                      <a:pt x="145144" y="114195"/>
                    </a:cubicBezTo>
                    <a:cubicBezTo>
                      <a:pt x="145592" y="113252"/>
                      <a:pt x="146020" y="112309"/>
                      <a:pt x="146449" y="111357"/>
                    </a:cubicBezTo>
                    <a:cubicBezTo>
                      <a:pt x="146459" y="111300"/>
                      <a:pt x="146487" y="111252"/>
                      <a:pt x="146516" y="111195"/>
                    </a:cubicBezTo>
                    <a:cubicBezTo>
                      <a:pt x="146535" y="111138"/>
                      <a:pt x="146563" y="111081"/>
                      <a:pt x="146583" y="111033"/>
                    </a:cubicBezTo>
                    <a:cubicBezTo>
                      <a:pt x="147059" y="109957"/>
                      <a:pt x="147506" y="108861"/>
                      <a:pt x="147925" y="107785"/>
                    </a:cubicBezTo>
                    <a:cubicBezTo>
                      <a:pt x="148355" y="106651"/>
                      <a:pt x="148764" y="105508"/>
                      <a:pt x="149145" y="104365"/>
                    </a:cubicBezTo>
                    <a:cubicBezTo>
                      <a:pt x="149345" y="103794"/>
                      <a:pt x="149497" y="103232"/>
                      <a:pt x="149669" y="102660"/>
                    </a:cubicBezTo>
                    <a:cubicBezTo>
                      <a:pt x="149754" y="102413"/>
                      <a:pt x="149831" y="102175"/>
                      <a:pt x="149897" y="101927"/>
                    </a:cubicBezTo>
                    <a:cubicBezTo>
                      <a:pt x="150021" y="101508"/>
                      <a:pt x="150154" y="101098"/>
                      <a:pt x="150278" y="100679"/>
                    </a:cubicBezTo>
                    <a:cubicBezTo>
                      <a:pt x="150659" y="99289"/>
                      <a:pt x="150983" y="97917"/>
                      <a:pt x="151288" y="96526"/>
                    </a:cubicBezTo>
                    <a:cubicBezTo>
                      <a:pt x="151460" y="95688"/>
                      <a:pt x="151564" y="94869"/>
                      <a:pt x="151717" y="94040"/>
                    </a:cubicBezTo>
                    <a:cubicBezTo>
                      <a:pt x="151793" y="93602"/>
                      <a:pt x="151879" y="93174"/>
                      <a:pt x="151926" y="92726"/>
                    </a:cubicBezTo>
                    <a:cubicBezTo>
                      <a:pt x="151993" y="92335"/>
                      <a:pt x="152088" y="91926"/>
                      <a:pt x="152126" y="91516"/>
                    </a:cubicBezTo>
                    <a:cubicBezTo>
                      <a:pt x="152440" y="89135"/>
                      <a:pt x="152603" y="86782"/>
                      <a:pt x="152593" y="84487"/>
                    </a:cubicBezTo>
                    <a:lnTo>
                      <a:pt x="152421" y="25422"/>
                    </a:lnTo>
                    <a:lnTo>
                      <a:pt x="160337" y="20860"/>
                    </a:lnTo>
                    <a:lnTo>
                      <a:pt x="160337" y="20860"/>
                    </a:lnTo>
                    <a:lnTo>
                      <a:pt x="136724" y="7144"/>
                    </a:lnTo>
                    <a:lnTo>
                      <a:pt x="128809" y="11716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5DEDFA7-1B02-4772-92A6-D09A04D527D3}"/>
                  </a:ext>
                </a:extLst>
              </p:cNvPr>
              <p:cNvSpPr/>
              <p:nvPr/>
            </p:nvSpPr>
            <p:spPr>
              <a:xfrm>
                <a:off x="7339175" y="2489650"/>
                <a:ext cx="171450" cy="190500"/>
              </a:xfrm>
              <a:custGeom>
                <a:avLst/>
                <a:gdLst>
                  <a:gd name="connsiteX0" fmla="*/ 158629 w 171450"/>
                  <a:gd name="connsiteY0" fmla="*/ 11706 h 190500"/>
                  <a:gd name="connsiteX1" fmla="*/ 158801 w 171450"/>
                  <a:gd name="connsiteY1" fmla="*/ 70771 h 190500"/>
                  <a:gd name="connsiteX2" fmla="*/ 122777 w 171450"/>
                  <a:gd name="connsiteY2" fmla="*/ 133169 h 190500"/>
                  <a:gd name="connsiteX3" fmla="*/ 51492 w 171450"/>
                  <a:gd name="connsiteY3" fmla="*/ 174336 h 190500"/>
                  <a:gd name="connsiteX4" fmla="*/ 15221 w 171450"/>
                  <a:gd name="connsiteY4" fmla="*/ 153667 h 190500"/>
                  <a:gd name="connsiteX5" fmla="*/ 15050 w 171450"/>
                  <a:gd name="connsiteY5" fmla="*/ 94602 h 190500"/>
                  <a:gd name="connsiteX6" fmla="*/ 7144 w 171450"/>
                  <a:gd name="connsiteY6" fmla="*/ 99165 h 190500"/>
                  <a:gd name="connsiteX7" fmla="*/ 7315 w 171450"/>
                  <a:gd name="connsiteY7" fmla="*/ 158229 h 190500"/>
                  <a:gd name="connsiteX8" fmla="*/ 51521 w 171450"/>
                  <a:gd name="connsiteY8" fmla="*/ 183423 h 190500"/>
                  <a:gd name="connsiteX9" fmla="*/ 122806 w 171450"/>
                  <a:gd name="connsiteY9" fmla="*/ 142265 h 190500"/>
                  <a:gd name="connsiteX10" fmla="*/ 166726 w 171450"/>
                  <a:gd name="connsiteY10" fmla="*/ 66199 h 190500"/>
                  <a:gd name="connsiteX11" fmla="*/ 166545 w 171450"/>
                  <a:gd name="connsiteY11" fmla="*/ 7144 h 190500"/>
                  <a:gd name="connsiteX12" fmla="*/ 158629 w 171450"/>
                  <a:gd name="connsiteY12" fmla="*/ 11706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1450" h="190500">
                    <a:moveTo>
                      <a:pt x="158629" y="11706"/>
                    </a:moveTo>
                    <a:lnTo>
                      <a:pt x="158801" y="70771"/>
                    </a:lnTo>
                    <a:cubicBezTo>
                      <a:pt x="158877" y="93621"/>
                      <a:pt x="142733" y="121644"/>
                      <a:pt x="122777" y="133169"/>
                    </a:cubicBezTo>
                    <a:lnTo>
                      <a:pt x="51492" y="174336"/>
                    </a:lnTo>
                    <a:cubicBezTo>
                      <a:pt x="31604" y="185814"/>
                      <a:pt x="15297" y="176517"/>
                      <a:pt x="15221" y="153667"/>
                    </a:cubicBezTo>
                    <a:lnTo>
                      <a:pt x="15050" y="94602"/>
                    </a:lnTo>
                    <a:lnTo>
                      <a:pt x="7144" y="99165"/>
                    </a:lnTo>
                    <a:lnTo>
                      <a:pt x="7315" y="158229"/>
                    </a:lnTo>
                    <a:cubicBezTo>
                      <a:pt x="7401" y="186166"/>
                      <a:pt x="27280" y="197406"/>
                      <a:pt x="51521" y="183423"/>
                    </a:cubicBezTo>
                    <a:lnTo>
                      <a:pt x="122806" y="142265"/>
                    </a:lnTo>
                    <a:cubicBezTo>
                      <a:pt x="147124" y="128226"/>
                      <a:pt x="166802" y="94136"/>
                      <a:pt x="166726" y="66199"/>
                    </a:cubicBezTo>
                    <a:lnTo>
                      <a:pt x="166545" y="7144"/>
                    </a:lnTo>
                    <a:lnTo>
                      <a:pt x="158629" y="11706"/>
                    </a:ln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8AB9F88F-334B-4844-A079-F4AE76C7B9A0}"/>
                  </a:ext>
                </a:extLst>
              </p:cNvPr>
              <p:cNvSpPr/>
              <p:nvPr/>
            </p:nvSpPr>
            <p:spPr>
              <a:xfrm>
                <a:off x="7096945" y="2479106"/>
                <a:ext cx="47625" cy="114300"/>
              </a:xfrm>
              <a:custGeom>
                <a:avLst/>
                <a:gdLst>
                  <a:gd name="connsiteX0" fmla="*/ 31718 w 47625"/>
                  <a:gd name="connsiteY0" fmla="*/ 92774 h 114300"/>
                  <a:gd name="connsiteX1" fmla="*/ 30937 w 47625"/>
                  <a:gd name="connsiteY1" fmla="*/ 84487 h 114300"/>
                  <a:gd name="connsiteX2" fmla="*/ 30756 w 47625"/>
                  <a:gd name="connsiteY2" fmla="*/ 25422 h 114300"/>
                  <a:gd name="connsiteX3" fmla="*/ 38671 w 47625"/>
                  <a:gd name="connsiteY3" fmla="*/ 20860 h 114300"/>
                  <a:gd name="connsiteX4" fmla="*/ 15059 w 47625"/>
                  <a:gd name="connsiteY4" fmla="*/ 7144 h 114300"/>
                  <a:gd name="connsiteX5" fmla="*/ 15059 w 47625"/>
                  <a:gd name="connsiteY5" fmla="*/ 7144 h 114300"/>
                  <a:gd name="connsiteX6" fmla="*/ 7144 w 47625"/>
                  <a:gd name="connsiteY6" fmla="*/ 11716 h 114300"/>
                  <a:gd name="connsiteX7" fmla="*/ 7325 w 47625"/>
                  <a:gd name="connsiteY7" fmla="*/ 70771 h 114300"/>
                  <a:gd name="connsiteX8" fmla="*/ 20184 w 47625"/>
                  <a:gd name="connsiteY8" fmla="*/ 98993 h 114300"/>
                  <a:gd name="connsiteX9" fmla="*/ 43796 w 47625"/>
                  <a:gd name="connsiteY9" fmla="*/ 112700 h 114300"/>
                  <a:gd name="connsiteX10" fmla="*/ 31718 w 47625"/>
                  <a:gd name="connsiteY10" fmla="*/ 92774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625" h="114300">
                    <a:moveTo>
                      <a:pt x="31718" y="92774"/>
                    </a:moveTo>
                    <a:cubicBezTo>
                      <a:pt x="31718" y="92774"/>
                      <a:pt x="30937" y="86982"/>
                      <a:pt x="30937" y="84487"/>
                    </a:cubicBezTo>
                    <a:lnTo>
                      <a:pt x="30756" y="25422"/>
                    </a:lnTo>
                    <a:lnTo>
                      <a:pt x="38671" y="20860"/>
                    </a:lnTo>
                    <a:lnTo>
                      <a:pt x="15059" y="7144"/>
                    </a:lnTo>
                    <a:lnTo>
                      <a:pt x="15059" y="7144"/>
                    </a:lnTo>
                    <a:lnTo>
                      <a:pt x="7144" y="11716"/>
                    </a:lnTo>
                    <a:lnTo>
                      <a:pt x="7325" y="70771"/>
                    </a:lnTo>
                    <a:cubicBezTo>
                      <a:pt x="7363" y="84639"/>
                      <a:pt x="12278" y="94393"/>
                      <a:pt x="20184" y="98993"/>
                    </a:cubicBezTo>
                    <a:lnTo>
                      <a:pt x="43796" y="112700"/>
                    </a:lnTo>
                    <a:cubicBezTo>
                      <a:pt x="37595" y="109099"/>
                      <a:pt x="33328" y="102222"/>
                      <a:pt x="31718" y="92774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3DC37ACF-028E-4ADC-BDED-240736D858AA}"/>
                  </a:ext>
                </a:extLst>
              </p:cNvPr>
              <p:cNvSpPr/>
              <p:nvPr/>
            </p:nvSpPr>
            <p:spPr>
              <a:xfrm>
                <a:off x="7126766" y="2391628"/>
                <a:ext cx="161925" cy="200025"/>
              </a:xfrm>
              <a:custGeom>
                <a:avLst/>
                <a:gdLst>
                  <a:gd name="connsiteX0" fmla="*/ 136732 w 161925"/>
                  <a:gd name="connsiteY0" fmla="*/ 7144 h 200025"/>
                  <a:gd name="connsiteX1" fmla="*/ 136732 w 161925"/>
                  <a:gd name="connsiteY1" fmla="*/ 7144 h 200025"/>
                  <a:gd name="connsiteX2" fmla="*/ 128827 w 161925"/>
                  <a:gd name="connsiteY2" fmla="*/ 11716 h 200025"/>
                  <a:gd name="connsiteX3" fmla="*/ 128989 w 161925"/>
                  <a:gd name="connsiteY3" fmla="*/ 70771 h 200025"/>
                  <a:gd name="connsiteX4" fmla="*/ 128332 w 161925"/>
                  <a:gd name="connsiteY4" fmla="*/ 79019 h 200025"/>
                  <a:gd name="connsiteX5" fmla="*/ 128113 w 161925"/>
                  <a:gd name="connsiteY5" fmla="*/ 80343 h 200025"/>
                  <a:gd name="connsiteX6" fmla="*/ 126293 w 161925"/>
                  <a:gd name="connsiteY6" fmla="*/ 88202 h 200025"/>
                  <a:gd name="connsiteX7" fmla="*/ 126074 w 161925"/>
                  <a:gd name="connsiteY7" fmla="*/ 88935 h 200025"/>
                  <a:gd name="connsiteX8" fmla="*/ 122931 w 161925"/>
                  <a:gd name="connsiteY8" fmla="*/ 97469 h 200025"/>
                  <a:gd name="connsiteX9" fmla="*/ 122855 w 161925"/>
                  <a:gd name="connsiteY9" fmla="*/ 97631 h 200025"/>
                  <a:gd name="connsiteX10" fmla="*/ 118597 w 161925"/>
                  <a:gd name="connsiteY10" fmla="*/ 106061 h 200025"/>
                  <a:gd name="connsiteX11" fmla="*/ 118445 w 161925"/>
                  <a:gd name="connsiteY11" fmla="*/ 106318 h 200025"/>
                  <a:gd name="connsiteX12" fmla="*/ 113415 w 161925"/>
                  <a:gd name="connsiteY12" fmla="*/ 114052 h 200025"/>
                  <a:gd name="connsiteX13" fmla="*/ 112901 w 161925"/>
                  <a:gd name="connsiteY13" fmla="*/ 114719 h 200025"/>
                  <a:gd name="connsiteX14" fmla="*/ 107615 w 161925"/>
                  <a:gd name="connsiteY14" fmla="*/ 121091 h 200025"/>
                  <a:gd name="connsiteX15" fmla="*/ 106424 w 161925"/>
                  <a:gd name="connsiteY15" fmla="*/ 122368 h 200025"/>
                  <a:gd name="connsiteX16" fmla="*/ 101862 w 161925"/>
                  <a:gd name="connsiteY16" fmla="*/ 126635 h 200025"/>
                  <a:gd name="connsiteX17" fmla="*/ 99766 w 161925"/>
                  <a:gd name="connsiteY17" fmla="*/ 128454 h 200025"/>
                  <a:gd name="connsiteX18" fmla="*/ 92984 w 161925"/>
                  <a:gd name="connsiteY18" fmla="*/ 133179 h 200025"/>
                  <a:gd name="connsiteX19" fmla="*/ 21690 w 161925"/>
                  <a:gd name="connsiteY19" fmla="*/ 174327 h 200025"/>
                  <a:gd name="connsiteX20" fmla="*/ 15051 w 161925"/>
                  <a:gd name="connsiteY20" fmla="*/ 177384 h 200025"/>
                  <a:gd name="connsiteX21" fmla="*/ 13793 w 161925"/>
                  <a:gd name="connsiteY21" fmla="*/ 177822 h 200025"/>
                  <a:gd name="connsiteX22" fmla="*/ 7850 w 161925"/>
                  <a:gd name="connsiteY22" fmla="*/ 179108 h 200025"/>
                  <a:gd name="connsiteX23" fmla="*/ 7345 w 161925"/>
                  <a:gd name="connsiteY23" fmla="*/ 179480 h 200025"/>
                  <a:gd name="connsiteX24" fmla="*/ 7145 w 161925"/>
                  <a:gd name="connsiteY24" fmla="*/ 179813 h 200025"/>
                  <a:gd name="connsiteX25" fmla="*/ 8002 w 161925"/>
                  <a:gd name="connsiteY25" fmla="*/ 179813 h 200025"/>
                  <a:gd name="connsiteX26" fmla="*/ 8002 w 161925"/>
                  <a:gd name="connsiteY26" fmla="*/ 183194 h 200025"/>
                  <a:gd name="connsiteX27" fmla="*/ 20109 w 161925"/>
                  <a:gd name="connsiteY27" fmla="*/ 190519 h 200025"/>
                  <a:gd name="connsiteX28" fmla="*/ 20051 w 161925"/>
                  <a:gd name="connsiteY28" fmla="*/ 190633 h 200025"/>
                  <a:gd name="connsiteX29" fmla="*/ 21766 w 161925"/>
                  <a:gd name="connsiteY29" fmla="*/ 191538 h 200025"/>
                  <a:gd name="connsiteX30" fmla="*/ 23623 w 161925"/>
                  <a:gd name="connsiteY30" fmla="*/ 192205 h 200025"/>
                  <a:gd name="connsiteX31" fmla="*/ 24861 w 161925"/>
                  <a:gd name="connsiteY31" fmla="*/ 192500 h 200025"/>
                  <a:gd name="connsiteX32" fmla="*/ 25147 w 161925"/>
                  <a:gd name="connsiteY32" fmla="*/ 192567 h 200025"/>
                  <a:gd name="connsiteX33" fmla="*/ 25604 w 161925"/>
                  <a:gd name="connsiteY33" fmla="*/ 192681 h 200025"/>
                  <a:gd name="connsiteX34" fmla="*/ 27786 w 161925"/>
                  <a:gd name="connsiteY34" fmla="*/ 192929 h 200025"/>
                  <a:gd name="connsiteX35" fmla="*/ 30186 w 161925"/>
                  <a:gd name="connsiteY35" fmla="*/ 192948 h 200025"/>
                  <a:gd name="connsiteX36" fmla="*/ 30938 w 161925"/>
                  <a:gd name="connsiteY36" fmla="*/ 192881 h 200025"/>
                  <a:gd name="connsiteX37" fmla="*/ 31462 w 161925"/>
                  <a:gd name="connsiteY37" fmla="*/ 192824 h 200025"/>
                  <a:gd name="connsiteX38" fmla="*/ 32872 w 161925"/>
                  <a:gd name="connsiteY38" fmla="*/ 192681 h 200025"/>
                  <a:gd name="connsiteX39" fmla="*/ 36044 w 161925"/>
                  <a:gd name="connsiteY39" fmla="*/ 192005 h 200025"/>
                  <a:gd name="connsiteX40" fmla="*/ 37397 w 161925"/>
                  <a:gd name="connsiteY40" fmla="*/ 191538 h 200025"/>
                  <a:gd name="connsiteX41" fmla="*/ 38663 w 161925"/>
                  <a:gd name="connsiteY41" fmla="*/ 191100 h 200025"/>
                  <a:gd name="connsiteX42" fmla="*/ 40292 w 161925"/>
                  <a:gd name="connsiteY42" fmla="*/ 190529 h 200025"/>
                  <a:gd name="connsiteX43" fmla="*/ 45302 w 161925"/>
                  <a:gd name="connsiteY43" fmla="*/ 188043 h 200025"/>
                  <a:gd name="connsiteX44" fmla="*/ 116587 w 161925"/>
                  <a:gd name="connsiteY44" fmla="*/ 146875 h 200025"/>
                  <a:gd name="connsiteX45" fmla="*/ 123388 w 161925"/>
                  <a:gd name="connsiteY45" fmla="*/ 142170 h 200025"/>
                  <a:gd name="connsiteX46" fmla="*/ 125455 w 161925"/>
                  <a:gd name="connsiteY46" fmla="*/ 140351 h 200025"/>
                  <a:gd name="connsiteX47" fmla="*/ 128636 w 161925"/>
                  <a:gd name="connsiteY47" fmla="*/ 137551 h 200025"/>
                  <a:gd name="connsiteX48" fmla="*/ 130027 w 161925"/>
                  <a:gd name="connsiteY48" fmla="*/ 136074 h 200025"/>
                  <a:gd name="connsiteX49" fmla="*/ 131218 w 161925"/>
                  <a:gd name="connsiteY49" fmla="*/ 134798 h 200025"/>
                  <a:gd name="connsiteX50" fmla="*/ 132570 w 161925"/>
                  <a:gd name="connsiteY50" fmla="*/ 133360 h 200025"/>
                  <a:gd name="connsiteX51" fmla="*/ 135513 w 161925"/>
                  <a:gd name="connsiteY51" fmla="*/ 129788 h 200025"/>
                  <a:gd name="connsiteX52" fmla="*/ 136504 w 161925"/>
                  <a:gd name="connsiteY52" fmla="*/ 128435 h 200025"/>
                  <a:gd name="connsiteX53" fmla="*/ 137009 w 161925"/>
                  <a:gd name="connsiteY53" fmla="*/ 127759 h 200025"/>
                  <a:gd name="connsiteX54" fmla="*/ 137933 w 161925"/>
                  <a:gd name="connsiteY54" fmla="*/ 126511 h 200025"/>
                  <a:gd name="connsiteX55" fmla="*/ 140028 w 161925"/>
                  <a:gd name="connsiteY55" fmla="*/ 123377 h 200025"/>
                  <a:gd name="connsiteX56" fmla="*/ 141895 w 161925"/>
                  <a:gd name="connsiteY56" fmla="*/ 120310 h 200025"/>
                  <a:gd name="connsiteX57" fmla="*/ 142067 w 161925"/>
                  <a:gd name="connsiteY57" fmla="*/ 120025 h 200025"/>
                  <a:gd name="connsiteX58" fmla="*/ 142200 w 161925"/>
                  <a:gd name="connsiteY58" fmla="*/ 119777 h 200025"/>
                  <a:gd name="connsiteX59" fmla="*/ 143610 w 161925"/>
                  <a:gd name="connsiteY59" fmla="*/ 117262 h 200025"/>
                  <a:gd name="connsiteX60" fmla="*/ 145162 w 161925"/>
                  <a:gd name="connsiteY60" fmla="*/ 114186 h 200025"/>
                  <a:gd name="connsiteX61" fmla="*/ 146467 w 161925"/>
                  <a:gd name="connsiteY61" fmla="*/ 111347 h 200025"/>
                  <a:gd name="connsiteX62" fmla="*/ 146543 w 161925"/>
                  <a:gd name="connsiteY62" fmla="*/ 111185 h 200025"/>
                  <a:gd name="connsiteX63" fmla="*/ 146620 w 161925"/>
                  <a:gd name="connsiteY63" fmla="*/ 111023 h 200025"/>
                  <a:gd name="connsiteX64" fmla="*/ 147943 w 161925"/>
                  <a:gd name="connsiteY64" fmla="*/ 107775 h 200025"/>
                  <a:gd name="connsiteX65" fmla="*/ 149172 w 161925"/>
                  <a:gd name="connsiteY65" fmla="*/ 104356 h 200025"/>
                  <a:gd name="connsiteX66" fmla="*/ 149696 w 161925"/>
                  <a:gd name="connsiteY66" fmla="*/ 102651 h 200025"/>
                  <a:gd name="connsiteX67" fmla="*/ 149915 w 161925"/>
                  <a:gd name="connsiteY67" fmla="*/ 101917 h 200025"/>
                  <a:gd name="connsiteX68" fmla="*/ 150296 w 161925"/>
                  <a:gd name="connsiteY68" fmla="*/ 100670 h 200025"/>
                  <a:gd name="connsiteX69" fmla="*/ 151306 w 161925"/>
                  <a:gd name="connsiteY69" fmla="*/ 96526 h 200025"/>
                  <a:gd name="connsiteX70" fmla="*/ 151744 w 161925"/>
                  <a:gd name="connsiteY70" fmla="*/ 94031 h 200025"/>
                  <a:gd name="connsiteX71" fmla="*/ 151954 w 161925"/>
                  <a:gd name="connsiteY71" fmla="*/ 92726 h 200025"/>
                  <a:gd name="connsiteX72" fmla="*/ 152154 w 161925"/>
                  <a:gd name="connsiteY72" fmla="*/ 91516 h 200025"/>
                  <a:gd name="connsiteX73" fmla="*/ 152620 w 161925"/>
                  <a:gd name="connsiteY73" fmla="*/ 84477 h 200025"/>
                  <a:gd name="connsiteX74" fmla="*/ 152449 w 161925"/>
                  <a:gd name="connsiteY74" fmla="*/ 25413 h 200025"/>
                  <a:gd name="connsiteX75" fmla="*/ 160355 w 161925"/>
                  <a:gd name="connsiteY75" fmla="*/ 20850 h 200025"/>
                  <a:gd name="connsiteX76" fmla="*/ 136732 w 161925"/>
                  <a:gd name="connsiteY76" fmla="*/ 7144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61925" h="200025">
                    <a:moveTo>
                      <a:pt x="136732" y="7144"/>
                    </a:moveTo>
                    <a:lnTo>
                      <a:pt x="136732" y="7144"/>
                    </a:lnTo>
                    <a:lnTo>
                      <a:pt x="128827" y="11716"/>
                    </a:lnTo>
                    <a:lnTo>
                      <a:pt x="128989" y="70771"/>
                    </a:lnTo>
                    <a:cubicBezTo>
                      <a:pt x="129008" y="73457"/>
                      <a:pt x="128751" y="76219"/>
                      <a:pt x="128332" y="79019"/>
                    </a:cubicBezTo>
                    <a:cubicBezTo>
                      <a:pt x="128256" y="79458"/>
                      <a:pt x="128179" y="79896"/>
                      <a:pt x="128113" y="80343"/>
                    </a:cubicBezTo>
                    <a:cubicBezTo>
                      <a:pt x="127656" y="82934"/>
                      <a:pt x="127065" y="85573"/>
                      <a:pt x="126293" y="88202"/>
                    </a:cubicBezTo>
                    <a:cubicBezTo>
                      <a:pt x="126217" y="88440"/>
                      <a:pt x="126141" y="88697"/>
                      <a:pt x="126074" y="88935"/>
                    </a:cubicBezTo>
                    <a:cubicBezTo>
                      <a:pt x="125198" y="91802"/>
                      <a:pt x="124160" y="94650"/>
                      <a:pt x="122931" y="97469"/>
                    </a:cubicBezTo>
                    <a:cubicBezTo>
                      <a:pt x="122902" y="97526"/>
                      <a:pt x="122883" y="97574"/>
                      <a:pt x="122855" y="97631"/>
                    </a:cubicBezTo>
                    <a:cubicBezTo>
                      <a:pt x="121597" y="100498"/>
                      <a:pt x="120169" y="103327"/>
                      <a:pt x="118597" y="106061"/>
                    </a:cubicBezTo>
                    <a:cubicBezTo>
                      <a:pt x="118540" y="106156"/>
                      <a:pt x="118492" y="106242"/>
                      <a:pt x="118445" y="106318"/>
                    </a:cubicBezTo>
                    <a:cubicBezTo>
                      <a:pt x="116902" y="108985"/>
                      <a:pt x="115206" y="111566"/>
                      <a:pt x="113415" y="114052"/>
                    </a:cubicBezTo>
                    <a:cubicBezTo>
                      <a:pt x="113234" y="114271"/>
                      <a:pt x="113082" y="114500"/>
                      <a:pt x="112901" y="114719"/>
                    </a:cubicBezTo>
                    <a:cubicBezTo>
                      <a:pt x="111234" y="116957"/>
                      <a:pt x="109472" y="119072"/>
                      <a:pt x="107615" y="121091"/>
                    </a:cubicBezTo>
                    <a:cubicBezTo>
                      <a:pt x="107224" y="121520"/>
                      <a:pt x="106824" y="121949"/>
                      <a:pt x="106424" y="122368"/>
                    </a:cubicBezTo>
                    <a:cubicBezTo>
                      <a:pt x="104957" y="123892"/>
                      <a:pt x="103414" y="125282"/>
                      <a:pt x="101862" y="126635"/>
                    </a:cubicBezTo>
                    <a:cubicBezTo>
                      <a:pt x="101167" y="127244"/>
                      <a:pt x="100480" y="127902"/>
                      <a:pt x="99766" y="128454"/>
                    </a:cubicBezTo>
                    <a:cubicBezTo>
                      <a:pt x="97575" y="130226"/>
                      <a:pt x="95308" y="131826"/>
                      <a:pt x="92984" y="133179"/>
                    </a:cubicBezTo>
                    <a:lnTo>
                      <a:pt x="21690" y="174327"/>
                    </a:lnTo>
                    <a:cubicBezTo>
                      <a:pt x="19423" y="175651"/>
                      <a:pt x="17204" y="176613"/>
                      <a:pt x="15051" y="177384"/>
                    </a:cubicBezTo>
                    <a:cubicBezTo>
                      <a:pt x="14622" y="177536"/>
                      <a:pt x="14203" y="177689"/>
                      <a:pt x="13793" y="177822"/>
                    </a:cubicBezTo>
                    <a:cubicBezTo>
                      <a:pt x="11746" y="178470"/>
                      <a:pt x="9755" y="178918"/>
                      <a:pt x="7850" y="179108"/>
                    </a:cubicBezTo>
                    <a:cubicBezTo>
                      <a:pt x="7679" y="179127"/>
                      <a:pt x="7516" y="179480"/>
                      <a:pt x="7345" y="179480"/>
                    </a:cubicBezTo>
                    <a:cubicBezTo>
                      <a:pt x="7279" y="179499"/>
                      <a:pt x="7202" y="179813"/>
                      <a:pt x="7145" y="179813"/>
                    </a:cubicBezTo>
                    <a:cubicBezTo>
                      <a:pt x="7107" y="179813"/>
                      <a:pt x="8002" y="179813"/>
                      <a:pt x="8002" y="179813"/>
                    </a:cubicBezTo>
                    <a:lnTo>
                      <a:pt x="8002" y="183194"/>
                    </a:lnTo>
                    <a:lnTo>
                      <a:pt x="20109" y="190519"/>
                    </a:lnTo>
                    <a:cubicBezTo>
                      <a:pt x="20166" y="190557"/>
                      <a:pt x="19985" y="190595"/>
                      <a:pt x="20051" y="190633"/>
                    </a:cubicBezTo>
                    <a:cubicBezTo>
                      <a:pt x="20652" y="190967"/>
                      <a:pt x="21128" y="191272"/>
                      <a:pt x="21766" y="191538"/>
                    </a:cubicBezTo>
                    <a:cubicBezTo>
                      <a:pt x="22375" y="191786"/>
                      <a:pt x="22966" y="192024"/>
                      <a:pt x="23623" y="192205"/>
                    </a:cubicBezTo>
                    <a:cubicBezTo>
                      <a:pt x="24033" y="192329"/>
                      <a:pt x="24433" y="192405"/>
                      <a:pt x="24861" y="192500"/>
                    </a:cubicBezTo>
                    <a:cubicBezTo>
                      <a:pt x="24957" y="192529"/>
                      <a:pt x="25052" y="192548"/>
                      <a:pt x="25147" y="192567"/>
                    </a:cubicBezTo>
                    <a:cubicBezTo>
                      <a:pt x="25309" y="192596"/>
                      <a:pt x="25443" y="192653"/>
                      <a:pt x="25604" y="192681"/>
                    </a:cubicBezTo>
                    <a:cubicBezTo>
                      <a:pt x="26309" y="192805"/>
                      <a:pt x="27043" y="192881"/>
                      <a:pt x="27786" y="192929"/>
                    </a:cubicBezTo>
                    <a:cubicBezTo>
                      <a:pt x="28567" y="192986"/>
                      <a:pt x="29358" y="192986"/>
                      <a:pt x="30186" y="192948"/>
                    </a:cubicBezTo>
                    <a:cubicBezTo>
                      <a:pt x="30424" y="192948"/>
                      <a:pt x="30700" y="192891"/>
                      <a:pt x="30938" y="192881"/>
                    </a:cubicBezTo>
                    <a:cubicBezTo>
                      <a:pt x="31120" y="192853"/>
                      <a:pt x="31291" y="192843"/>
                      <a:pt x="31462" y="192824"/>
                    </a:cubicBezTo>
                    <a:cubicBezTo>
                      <a:pt x="31929" y="192776"/>
                      <a:pt x="32406" y="192748"/>
                      <a:pt x="32872" y="192681"/>
                    </a:cubicBezTo>
                    <a:cubicBezTo>
                      <a:pt x="33910" y="192519"/>
                      <a:pt x="34968" y="192291"/>
                      <a:pt x="36044" y="192005"/>
                    </a:cubicBezTo>
                    <a:cubicBezTo>
                      <a:pt x="36491" y="191881"/>
                      <a:pt x="36939" y="191681"/>
                      <a:pt x="37397" y="191538"/>
                    </a:cubicBezTo>
                    <a:cubicBezTo>
                      <a:pt x="37806" y="191405"/>
                      <a:pt x="38235" y="191262"/>
                      <a:pt x="38663" y="191100"/>
                    </a:cubicBezTo>
                    <a:cubicBezTo>
                      <a:pt x="39206" y="190900"/>
                      <a:pt x="39730" y="190767"/>
                      <a:pt x="40292" y="190529"/>
                    </a:cubicBezTo>
                    <a:cubicBezTo>
                      <a:pt x="41931" y="189852"/>
                      <a:pt x="43607" y="189024"/>
                      <a:pt x="45302" y="188043"/>
                    </a:cubicBezTo>
                    <a:lnTo>
                      <a:pt x="116587" y="146875"/>
                    </a:lnTo>
                    <a:cubicBezTo>
                      <a:pt x="118921" y="145532"/>
                      <a:pt x="121178" y="143923"/>
                      <a:pt x="123388" y="142170"/>
                    </a:cubicBezTo>
                    <a:cubicBezTo>
                      <a:pt x="124093" y="141599"/>
                      <a:pt x="124760" y="140951"/>
                      <a:pt x="125455" y="140351"/>
                    </a:cubicBezTo>
                    <a:cubicBezTo>
                      <a:pt x="126512" y="139427"/>
                      <a:pt x="127608" y="138560"/>
                      <a:pt x="128636" y="137551"/>
                    </a:cubicBezTo>
                    <a:cubicBezTo>
                      <a:pt x="129122" y="137074"/>
                      <a:pt x="129560" y="136560"/>
                      <a:pt x="130027" y="136074"/>
                    </a:cubicBezTo>
                    <a:cubicBezTo>
                      <a:pt x="130427" y="135646"/>
                      <a:pt x="130827" y="135226"/>
                      <a:pt x="131218" y="134798"/>
                    </a:cubicBezTo>
                    <a:cubicBezTo>
                      <a:pt x="131665" y="134302"/>
                      <a:pt x="132132" y="133855"/>
                      <a:pt x="132570" y="133360"/>
                    </a:cubicBezTo>
                    <a:cubicBezTo>
                      <a:pt x="133580" y="132207"/>
                      <a:pt x="134561" y="131007"/>
                      <a:pt x="135513" y="129788"/>
                    </a:cubicBezTo>
                    <a:cubicBezTo>
                      <a:pt x="135856" y="129340"/>
                      <a:pt x="136180" y="128873"/>
                      <a:pt x="136504" y="128435"/>
                    </a:cubicBezTo>
                    <a:cubicBezTo>
                      <a:pt x="136675" y="128206"/>
                      <a:pt x="136838" y="127978"/>
                      <a:pt x="137009" y="127759"/>
                    </a:cubicBezTo>
                    <a:cubicBezTo>
                      <a:pt x="137314" y="127340"/>
                      <a:pt x="137628" y="126940"/>
                      <a:pt x="137933" y="126511"/>
                    </a:cubicBezTo>
                    <a:cubicBezTo>
                      <a:pt x="138647" y="125492"/>
                      <a:pt x="139343" y="124444"/>
                      <a:pt x="140028" y="123377"/>
                    </a:cubicBezTo>
                    <a:cubicBezTo>
                      <a:pt x="140666" y="122377"/>
                      <a:pt x="141295" y="121348"/>
                      <a:pt x="141895" y="120310"/>
                    </a:cubicBezTo>
                    <a:cubicBezTo>
                      <a:pt x="141952" y="120225"/>
                      <a:pt x="142009" y="120120"/>
                      <a:pt x="142067" y="120025"/>
                    </a:cubicBezTo>
                    <a:cubicBezTo>
                      <a:pt x="142105" y="119948"/>
                      <a:pt x="142152" y="119863"/>
                      <a:pt x="142200" y="119777"/>
                    </a:cubicBezTo>
                    <a:cubicBezTo>
                      <a:pt x="142685" y="118948"/>
                      <a:pt x="143162" y="118120"/>
                      <a:pt x="143610" y="117262"/>
                    </a:cubicBezTo>
                    <a:cubicBezTo>
                      <a:pt x="144143" y="116253"/>
                      <a:pt x="144657" y="115224"/>
                      <a:pt x="145162" y="114186"/>
                    </a:cubicBezTo>
                    <a:cubicBezTo>
                      <a:pt x="145620" y="113243"/>
                      <a:pt x="146048" y="112300"/>
                      <a:pt x="146467" y="111347"/>
                    </a:cubicBezTo>
                    <a:cubicBezTo>
                      <a:pt x="146486" y="111290"/>
                      <a:pt x="146515" y="111242"/>
                      <a:pt x="146543" y="111185"/>
                    </a:cubicBezTo>
                    <a:cubicBezTo>
                      <a:pt x="146563" y="111128"/>
                      <a:pt x="146591" y="111081"/>
                      <a:pt x="146620" y="111023"/>
                    </a:cubicBezTo>
                    <a:cubicBezTo>
                      <a:pt x="147076" y="109957"/>
                      <a:pt x="147525" y="108861"/>
                      <a:pt x="147943" y="107775"/>
                    </a:cubicBezTo>
                    <a:cubicBezTo>
                      <a:pt x="148382" y="106642"/>
                      <a:pt x="148792" y="105508"/>
                      <a:pt x="149172" y="104356"/>
                    </a:cubicBezTo>
                    <a:cubicBezTo>
                      <a:pt x="149363" y="103794"/>
                      <a:pt x="149515" y="103222"/>
                      <a:pt x="149696" y="102651"/>
                    </a:cubicBezTo>
                    <a:cubicBezTo>
                      <a:pt x="149772" y="102403"/>
                      <a:pt x="149858" y="102165"/>
                      <a:pt x="149915" y="101917"/>
                    </a:cubicBezTo>
                    <a:cubicBezTo>
                      <a:pt x="150039" y="101498"/>
                      <a:pt x="150172" y="101079"/>
                      <a:pt x="150296" y="100670"/>
                    </a:cubicBezTo>
                    <a:cubicBezTo>
                      <a:pt x="150687" y="99279"/>
                      <a:pt x="151011" y="97907"/>
                      <a:pt x="151306" y="96526"/>
                    </a:cubicBezTo>
                    <a:cubicBezTo>
                      <a:pt x="151487" y="95688"/>
                      <a:pt x="151592" y="94859"/>
                      <a:pt x="151744" y="94031"/>
                    </a:cubicBezTo>
                    <a:cubicBezTo>
                      <a:pt x="151811" y="93593"/>
                      <a:pt x="151906" y="93164"/>
                      <a:pt x="151954" y="92726"/>
                    </a:cubicBezTo>
                    <a:cubicBezTo>
                      <a:pt x="152020" y="92326"/>
                      <a:pt x="152116" y="91916"/>
                      <a:pt x="152154" y="91516"/>
                    </a:cubicBezTo>
                    <a:cubicBezTo>
                      <a:pt x="152458" y="89125"/>
                      <a:pt x="152620" y="86773"/>
                      <a:pt x="152620" y="84477"/>
                    </a:cubicBezTo>
                    <a:lnTo>
                      <a:pt x="152449" y="25413"/>
                    </a:lnTo>
                    <a:lnTo>
                      <a:pt x="160355" y="20850"/>
                    </a:lnTo>
                    <a:lnTo>
                      <a:pt x="136732" y="7144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886C346E-8CD8-4D85-95BF-DA65C06DC321}"/>
                  </a:ext>
                </a:extLst>
              </p:cNvPr>
              <p:cNvSpPr/>
              <p:nvPr/>
            </p:nvSpPr>
            <p:spPr>
              <a:xfrm>
                <a:off x="7120577" y="2405354"/>
                <a:ext cx="171450" cy="190500"/>
              </a:xfrm>
              <a:custGeom>
                <a:avLst/>
                <a:gdLst>
                  <a:gd name="connsiteX0" fmla="*/ 158629 w 171450"/>
                  <a:gd name="connsiteY0" fmla="*/ 11706 h 190500"/>
                  <a:gd name="connsiteX1" fmla="*/ 158801 w 171450"/>
                  <a:gd name="connsiteY1" fmla="*/ 70771 h 190500"/>
                  <a:gd name="connsiteX2" fmla="*/ 122777 w 171450"/>
                  <a:gd name="connsiteY2" fmla="*/ 133179 h 190500"/>
                  <a:gd name="connsiteX3" fmla="*/ 51492 w 171450"/>
                  <a:gd name="connsiteY3" fmla="*/ 174336 h 190500"/>
                  <a:gd name="connsiteX4" fmla="*/ 15221 w 171450"/>
                  <a:gd name="connsiteY4" fmla="*/ 153667 h 190500"/>
                  <a:gd name="connsiteX5" fmla="*/ 15049 w 171450"/>
                  <a:gd name="connsiteY5" fmla="*/ 94602 h 190500"/>
                  <a:gd name="connsiteX6" fmla="*/ 7144 w 171450"/>
                  <a:gd name="connsiteY6" fmla="*/ 99174 h 190500"/>
                  <a:gd name="connsiteX7" fmla="*/ 7315 w 171450"/>
                  <a:gd name="connsiteY7" fmla="*/ 158229 h 190500"/>
                  <a:gd name="connsiteX8" fmla="*/ 51521 w 171450"/>
                  <a:gd name="connsiteY8" fmla="*/ 183423 h 190500"/>
                  <a:gd name="connsiteX9" fmla="*/ 122805 w 171450"/>
                  <a:gd name="connsiteY9" fmla="*/ 142265 h 190500"/>
                  <a:gd name="connsiteX10" fmla="*/ 166716 w 171450"/>
                  <a:gd name="connsiteY10" fmla="*/ 66208 h 190500"/>
                  <a:gd name="connsiteX11" fmla="*/ 166544 w 171450"/>
                  <a:gd name="connsiteY11" fmla="*/ 7144 h 190500"/>
                  <a:gd name="connsiteX12" fmla="*/ 158629 w 171450"/>
                  <a:gd name="connsiteY12" fmla="*/ 11706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1450" h="190500">
                    <a:moveTo>
                      <a:pt x="158629" y="11706"/>
                    </a:moveTo>
                    <a:lnTo>
                      <a:pt x="158801" y="70771"/>
                    </a:lnTo>
                    <a:cubicBezTo>
                      <a:pt x="158867" y="93631"/>
                      <a:pt x="142722" y="121653"/>
                      <a:pt x="122777" y="133179"/>
                    </a:cubicBezTo>
                    <a:lnTo>
                      <a:pt x="51492" y="174336"/>
                    </a:lnTo>
                    <a:cubicBezTo>
                      <a:pt x="31594" y="185814"/>
                      <a:pt x="15297" y="176517"/>
                      <a:pt x="15221" y="153667"/>
                    </a:cubicBezTo>
                    <a:lnTo>
                      <a:pt x="15049" y="94602"/>
                    </a:lnTo>
                    <a:lnTo>
                      <a:pt x="7144" y="99174"/>
                    </a:lnTo>
                    <a:lnTo>
                      <a:pt x="7315" y="158229"/>
                    </a:lnTo>
                    <a:cubicBezTo>
                      <a:pt x="7401" y="186166"/>
                      <a:pt x="27279" y="197415"/>
                      <a:pt x="51521" y="183423"/>
                    </a:cubicBezTo>
                    <a:lnTo>
                      <a:pt x="122805" y="142265"/>
                    </a:lnTo>
                    <a:cubicBezTo>
                      <a:pt x="147123" y="128226"/>
                      <a:pt x="166792" y="94136"/>
                      <a:pt x="166716" y="66208"/>
                    </a:cubicBezTo>
                    <a:lnTo>
                      <a:pt x="166544" y="7144"/>
                    </a:lnTo>
                    <a:lnTo>
                      <a:pt x="158629" y="11706"/>
                    </a:ln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18639DD2-8327-4ED5-8DBD-28E02537C400}"/>
                  </a:ext>
                </a:extLst>
              </p:cNvPr>
              <p:cNvSpPr/>
              <p:nvPr/>
            </p:nvSpPr>
            <p:spPr>
              <a:xfrm>
                <a:off x="7128806" y="2574184"/>
                <a:ext cx="76200" cy="104775"/>
              </a:xfrm>
              <a:custGeom>
                <a:avLst/>
                <a:gdLst>
                  <a:gd name="connsiteX0" fmla="*/ 7144 w 76200"/>
                  <a:gd name="connsiteY0" fmla="*/ 66542 h 104775"/>
                  <a:gd name="connsiteX1" fmla="*/ 70238 w 76200"/>
                  <a:gd name="connsiteY1" fmla="*/ 102975 h 104775"/>
                  <a:gd name="connsiteX2" fmla="*/ 70399 w 76200"/>
                  <a:gd name="connsiteY2" fmla="*/ 43567 h 104775"/>
                  <a:gd name="connsiteX3" fmla="*/ 7315 w 76200"/>
                  <a:gd name="connsiteY3" fmla="*/ 7144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200" h="104775">
                    <a:moveTo>
                      <a:pt x="7144" y="66542"/>
                    </a:moveTo>
                    <a:lnTo>
                      <a:pt x="70238" y="102975"/>
                    </a:lnTo>
                    <a:lnTo>
                      <a:pt x="70399" y="43567"/>
                    </a:lnTo>
                    <a:lnTo>
                      <a:pt x="7315" y="7144"/>
                    </a:ln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E928E9C8-993A-4321-8D6C-F50585994B33}"/>
                  </a:ext>
                </a:extLst>
              </p:cNvPr>
              <p:cNvSpPr/>
              <p:nvPr/>
            </p:nvSpPr>
            <p:spPr>
              <a:xfrm>
                <a:off x="7128977" y="2559735"/>
                <a:ext cx="95250" cy="57150"/>
              </a:xfrm>
              <a:custGeom>
                <a:avLst/>
                <a:gdLst>
                  <a:gd name="connsiteX0" fmla="*/ 7144 w 95250"/>
                  <a:gd name="connsiteY0" fmla="*/ 21717 h 57150"/>
                  <a:gd name="connsiteX1" fmla="*/ 70228 w 95250"/>
                  <a:gd name="connsiteY1" fmla="*/ 58131 h 57150"/>
                  <a:gd name="connsiteX2" fmla="*/ 95298 w 95250"/>
                  <a:gd name="connsiteY2" fmla="*/ 43567 h 57150"/>
                  <a:gd name="connsiteX3" fmla="*/ 32204 w 95250"/>
                  <a:gd name="connsiteY3" fmla="*/ 7144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0" h="57150">
                    <a:moveTo>
                      <a:pt x="7144" y="21717"/>
                    </a:moveTo>
                    <a:lnTo>
                      <a:pt x="70228" y="58131"/>
                    </a:lnTo>
                    <a:lnTo>
                      <a:pt x="95298" y="43567"/>
                    </a:lnTo>
                    <a:lnTo>
                      <a:pt x="32204" y="7144"/>
                    </a:ln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890413DA-4B85-43FE-ABF8-E4C4C00C7CED}"/>
                  </a:ext>
                </a:extLst>
              </p:cNvPr>
              <p:cNvSpPr/>
              <p:nvPr/>
            </p:nvSpPr>
            <p:spPr>
              <a:xfrm>
                <a:off x="7191900" y="2596044"/>
                <a:ext cx="38100" cy="85725"/>
              </a:xfrm>
              <a:custGeom>
                <a:avLst/>
                <a:gdLst>
                  <a:gd name="connsiteX0" fmla="*/ 7144 w 38100"/>
                  <a:gd name="connsiteY0" fmla="*/ 81115 h 85725"/>
                  <a:gd name="connsiteX1" fmla="*/ 32204 w 38100"/>
                  <a:gd name="connsiteY1" fmla="*/ 66542 h 85725"/>
                  <a:gd name="connsiteX2" fmla="*/ 32375 w 38100"/>
                  <a:gd name="connsiteY2" fmla="*/ 7144 h 85725"/>
                  <a:gd name="connsiteX3" fmla="*/ 7305 w 38100"/>
                  <a:gd name="connsiteY3" fmla="*/ 2170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85725">
                    <a:moveTo>
                      <a:pt x="7144" y="81115"/>
                    </a:moveTo>
                    <a:lnTo>
                      <a:pt x="32204" y="66542"/>
                    </a:lnTo>
                    <a:lnTo>
                      <a:pt x="32375" y="7144"/>
                    </a:lnTo>
                    <a:lnTo>
                      <a:pt x="7305" y="21707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995CFF9B-C112-4250-A899-31C322DF83C2}"/>
                  </a:ext>
                </a:extLst>
              </p:cNvPr>
              <p:cNvSpPr/>
              <p:nvPr/>
            </p:nvSpPr>
            <p:spPr>
              <a:xfrm>
                <a:off x="7142560" y="2602475"/>
                <a:ext cx="38100" cy="47625"/>
              </a:xfrm>
              <a:custGeom>
                <a:avLst/>
                <a:gdLst>
                  <a:gd name="connsiteX0" fmla="*/ 22431 w 38100"/>
                  <a:gd name="connsiteY0" fmla="*/ 9229 h 47625"/>
                  <a:gd name="connsiteX1" fmla="*/ 7144 w 38100"/>
                  <a:gd name="connsiteY1" fmla="*/ 17944 h 47625"/>
                  <a:gd name="connsiteX2" fmla="*/ 22346 w 38100"/>
                  <a:gd name="connsiteY2" fmla="*/ 44281 h 47625"/>
                  <a:gd name="connsiteX3" fmla="*/ 37633 w 38100"/>
                  <a:gd name="connsiteY3" fmla="*/ 35566 h 47625"/>
                  <a:gd name="connsiteX4" fmla="*/ 22431 w 38100"/>
                  <a:gd name="connsiteY4" fmla="*/ 922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47625">
                    <a:moveTo>
                      <a:pt x="22431" y="9229"/>
                    </a:moveTo>
                    <a:cubicBezTo>
                      <a:pt x="14030" y="4371"/>
                      <a:pt x="7153" y="8295"/>
                      <a:pt x="7144" y="17944"/>
                    </a:cubicBezTo>
                    <a:cubicBezTo>
                      <a:pt x="7115" y="27650"/>
                      <a:pt x="13945" y="39433"/>
                      <a:pt x="22346" y="44281"/>
                    </a:cubicBezTo>
                    <a:cubicBezTo>
                      <a:pt x="30785" y="49158"/>
                      <a:pt x="37624" y="45262"/>
                      <a:pt x="37633" y="35566"/>
                    </a:cubicBezTo>
                    <a:cubicBezTo>
                      <a:pt x="37672" y="25907"/>
                      <a:pt x="30880" y="14106"/>
                      <a:pt x="22431" y="9229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3A6E9E0-0676-4591-AAC8-28A18F0A2D48}"/>
                  </a:ext>
                </a:extLst>
              </p:cNvPr>
              <p:cNvSpPr/>
              <p:nvPr/>
            </p:nvSpPr>
            <p:spPr>
              <a:xfrm>
                <a:off x="7308762" y="2461342"/>
                <a:ext cx="523875" cy="171450"/>
              </a:xfrm>
              <a:custGeom>
                <a:avLst/>
                <a:gdLst>
                  <a:gd name="connsiteX0" fmla="*/ 199673 w 523875"/>
                  <a:gd name="connsiteY0" fmla="*/ 13840 h 171450"/>
                  <a:gd name="connsiteX1" fmla="*/ 193300 w 523875"/>
                  <a:gd name="connsiteY1" fmla="*/ 20717 h 171450"/>
                  <a:gd name="connsiteX2" fmla="*/ 186604 w 523875"/>
                  <a:gd name="connsiteY2" fmla="*/ 26346 h 171450"/>
                  <a:gd name="connsiteX3" fmla="*/ 185747 w 523875"/>
                  <a:gd name="connsiteY3" fmla="*/ 26918 h 171450"/>
                  <a:gd name="connsiteX4" fmla="*/ 177879 w 523875"/>
                  <a:gd name="connsiteY4" fmla="*/ 32080 h 171450"/>
                  <a:gd name="connsiteX5" fmla="*/ 50178 w 523875"/>
                  <a:gd name="connsiteY5" fmla="*/ 106299 h 171450"/>
                  <a:gd name="connsiteX6" fmla="*/ 39386 w 523875"/>
                  <a:gd name="connsiteY6" fmla="*/ 111728 h 171450"/>
                  <a:gd name="connsiteX7" fmla="*/ 35614 w 523875"/>
                  <a:gd name="connsiteY7" fmla="*/ 113233 h 171450"/>
                  <a:gd name="connsiteX8" fmla="*/ 27680 w 523875"/>
                  <a:gd name="connsiteY8" fmla="*/ 116215 h 171450"/>
                  <a:gd name="connsiteX9" fmla="*/ 21193 w 523875"/>
                  <a:gd name="connsiteY9" fmla="*/ 118215 h 171450"/>
                  <a:gd name="connsiteX10" fmla="*/ 17917 w 523875"/>
                  <a:gd name="connsiteY10" fmla="*/ 119148 h 171450"/>
                  <a:gd name="connsiteX11" fmla="*/ 7277 w 523875"/>
                  <a:gd name="connsiteY11" fmla="*/ 121587 h 171450"/>
                  <a:gd name="connsiteX12" fmla="*/ 7144 w 523875"/>
                  <a:gd name="connsiteY12" fmla="*/ 165506 h 171450"/>
                  <a:gd name="connsiteX13" fmla="*/ 17793 w 523875"/>
                  <a:gd name="connsiteY13" fmla="*/ 163078 h 171450"/>
                  <a:gd name="connsiteX14" fmla="*/ 21070 w 523875"/>
                  <a:gd name="connsiteY14" fmla="*/ 162135 h 171450"/>
                  <a:gd name="connsiteX15" fmla="*/ 25898 w 523875"/>
                  <a:gd name="connsiteY15" fmla="*/ 160753 h 171450"/>
                  <a:gd name="connsiteX16" fmla="*/ 27556 w 523875"/>
                  <a:gd name="connsiteY16" fmla="*/ 160134 h 171450"/>
                  <a:gd name="connsiteX17" fmla="*/ 35490 w 523875"/>
                  <a:gd name="connsiteY17" fmla="*/ 157153 h 171450"/>
                  <a:gd name="connsiteX18" fmla="*/ 39262 w 523875"/>
                  <a:gd name="connsiteY18" fmla="*/ 155648 h 171450"/>
                  <a:gd name="connsiteX19" fmla="*/ 50035 w 523875"/>
                  <a:gd name="connsiteY19" fmla="*/ 150219 h 171450"/>
                  <a:gd name="connsiteX20" fmla="*/ 177755 w 523875"/>
                  <a:gd name="connsiteY20" fmla="*/ 76000 h 171450"/>
                  <a:gd name="connsiteX21" fmla="*/ 179308 w 523875"/>
                  <a:gd name="connsiteY21" fmla="*/ 75066 h 171450"/>
                  <a:gd name="connsiteX22" fmla="*/ 185642 w 523875"/>
                  <a:gd name="connsiteY22" fmla="*/ 70828 h 171450"/>
                  <a:gd name="connsiteX23" fmla="*/ 186471 w 523875"/>
                  <a:gd name="connsiteY23" fmla="*/ 70266 h 171450"/>
                  <a:gd name="connsiteX24" fmla="*/ 192815 w 523875"/>
                  <a:gd name="connsiteY24" fmla="*/ 65027 h 171450"/>
                  <a:gd name="connsiteX25" fmla="*/ 193167 w 523875"/>
                  <a:gd name="connsiteY25" fmla="*/ 64637 h 171450"/>
                  <a:gd name="connsiteX26" fmla="*/ 199540 w 523875"/>
                  <a:gd name="connsiteY26" fmla="*/ 57769 h 171450"/>
                  <a:gd name="connsiteX27" fmla="*/ 199558 w 523875"/>
                  <a:gd name="connsiteY27" fmla="*/ 57741 h 171450"/>
                  <a:gd name="connsiteX28" fmla="*/ 203968 w 523875"/>
                  <a:gd name="connsiteY28" fmla="*/ 51187 h 171450"/>
                  <a:gd name="connsiteX29" fmla="*/ 204016 w 523875"/>
                  <a:gd name="connsiteY29" fmla="*/ 51092 h 171450"/>
                  <a:gd name="connsiteX30" fmla="*/ 464439 w 523875"/>
                  <a:gd name="connsiteY30" fmla="*/ 51073 h 171450"/>
                  <a:gd name="connsiteX31" fmla="*/ 522856 w 523875"/>
                  <a:gd name="connsiteY31" fmla="*/ 7144 h 171450"/>
                  <a:gd name="connsiteX32" fmla="*/ 204150 w 523875"/>
                  <a:gd name="connsiteY32" fmla="*/ 7182 h 171450"/>
                  <a:gd name="connsiteX33" fmla="*/ 199673 w 523875"/>
                  <a:gd name="connsiteY33" fmla="*/ 1384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23875" h="171450">
                    <a:moveTo>
                      <a:pt x="199673" y="13840"/>
                    </a:moveTo>
                    <a:cubicBezTo>
                      <a:pt x="197825" y="16192"/>
                      <a:pt x="195672" y="18479"/>
                      <a:pt x="193300" y="20717"/>
                    </a:cubicBezTo>
                    <a:cubicBezTo>
                      <a:pt x="191243" y="22641"/>
                      <a:pt x="189052" y="24527"/>
                      <a:pt x="186604" y="26346"/>
                    </a:cubicBezTo>
                    <a:cubicBezTo>
                      <a:pt x="186347" y="26546"/>
                      <a:pt x="186024" y="26718"/>
                      <a:pt x="185747" y="26918"/>
                    </a:cubicBezTo>
                    <a:cubicBezTo>
                      <a:pt x="183299" y="28699"/>
                      <a:pt x="180718" y="30432"/>
                      <a:pt x="177879" y="32080"/>
                    </a:cubicBezTo>
                    <a:lnTo>
                      <a:pt x="50178" y="106299"/>
                    </a:lnTo>
                    <a:cubicBezTo>
                      <a:pt x="46758" y="108280"/>
                      <a:pt x="43129" y="110071"/>
                      <a:pt x="39386" y="111728"/>
                    </a:cubicBezTo>
                    <a:cubicBezTo>
                      <a:pt x="38167" y="112271"/>
                      <a:pt x="36881" y="112728"/>
                      <a:pt x="35614" y="113233"/>
                    </a:cubicBezTo>
                    <a:cubicBezTo>
                      <a:pt x="33033" y="114290"/>
                      <a:pt x="30385" y="115319"/>
                      <a:pt x="27680" y="116215"/>
                    </a:cubicBezTo>
                    <a:cubicBezTo>
                      <a:pt x="25537" y="116929"/>
                      <a:pt x="23384" y="117596"/>
                      <a:pt x="21193" y="118215"/>
                    </a:cubicBezTo>
                    <a:cubicBezTo>
                      <a:pt x="20098" y="118520"/>
                      <a:pt x="19022" y="118863"/>
                      <a:pt x="17917" y="119148"/>
                    </a:cubicBezTo>
                    <a:cubicBezTo>
                      <a:pt x="14431" y="120072"/>
                      <a:pt x="10887" y="120901"/>
                      <a:pt x="7277" y="121587"/>
                    </a:cubicBezTo>
                    <a:lnTo>
                      <a:pt x="7144" y="165506"/>
                    </a:lnTo>
                    <a:cubicBezTo>
                      <a:pt x="10754" y="164821"/>
                      <a:pt x="14297" y="163992"/>
                      <a:pt x="17793" y="163078"/>
                    </a:cubicBezTo>
                    <a:cubicBezTo>
                      <a:pt x="18898" y="162782"/>
                      <a:pt x="19974" y="162458"/>
                      <a:pt x="21070" y="162135"/>
                    </a:cubicBezTo>
                    <a:cubicBezTo>
                      <a:pt x="22670" y="161677"/>
                      <a:pt x="24327" y="161258"/>
                      <a:pt x="25898" y="160753"/>
                    </a:cubicBezTo>
                    <a:cubicBezTo>
                      <a:pt x="26470" y="160563"/>
                      <a:pt x="26994" y="160315"/>
                      <a:pt x="27556" y="160134"/>
                    </a:cubicBezTo>
                    <a:cubicBezTo>
                      <a:pt x="30271" y="159220"/>
                      <a:pt x="32900" y="158210"/>
                      <a:pt x="35490" y="157153"/>
                    </a:cubicBezTo>
                    <a:cubicBezTo>
                      <a:pt x="36748" y="156648"/>
                      <a:pt x="38034" y="156191"/>
                      <a:pt x="39262" y="155648"/>
                    </a:cubicBezTo>
                    <a:cubicBezTo>
                      <a:pt x="43006" y="153981"/>
                      <a:pt x="46616" y="152210"/>
                      <a:pt x="50035" y="150219"/>
                    </a:cubicBezTo>
                    <a:lnTo>
                      <a:pt x="177755" y="76000"/>
                    </a:lnTo>
                    <a:cubicBezTo>
                      <a:pt x="178289" y="75695"/>
                      <a:pt x="178804" y="75390"/>
                      <a:pt x="179308" y="75066"/>
                    </a:cubicBezTo>
                    <a:cubicBezTo>
                      <a:pt x="181575" y="73704"/>
                      <a:pt x="183642" y="72276"/>
                      <a:pt x="185642" y="70828"/>
                    </a:cubicBezTo>
                    <a:cubicBezTo>
                      <a:pt x="185900" y="70628"/>
                      <a:pt x="186224" y="70456"/>
                      <a:pt x="186471" y="70266"/>
                    </a:cubicBezTo>
                    <a:cubicBezTo>
                      <a:pt x="188757" y="68561"/>
                      <a:pt x="190871" y="66827"/>
                      <a:pt x="192815" y="65027"/>
                    </a:cubicBezTo>
                    <a:cubicBezTo>
                      <a:pt x="192948" y="64903"/>
                      <a:pt x="193034" y="64770"/>
                      <a:pt x="193167" y="64637"/>
                    </a:cubicBezTo>
                    <a:cubicBezTo>
                      <a:pt x="195539" y="62408"/>
                      <a:pt x="197701" y="60112"/>
                      <a:pt x="199540" y="57769"/>
                    </a:cubicBezTo>
                    <a:cubicBezTo>
                      <a:pt x="199549" y="57760"/>
                      <a:pt x="199549" y="57750"/>
                      <a:pt x="199558" y="57741"/>
                    </a:cubicBezTo>
                    <a:cubicBezTo>
                      <a:pt x="201254" y="55588"/>
                      <a:pt x="202711" y="53407"/>
                      <a:pt x="203968" y="51187"/>
                    </a:cubicBezTo>
                    <a:cubicBezTo>
                      <a:pt x="203988" y="51159"/>
                      <a:pt x="204007" y="51130"/>
                      <a:pt x="204016" y="51092"/>
                    </a:cubicBezTo>
                    <a:lnTo>
                      <a:pt x="464439" y="51073"/>
                    </a:lnTo>
                    <a:cubicBezTo>
                      <a:pt x="496634" y="51064"/>
                      <a:pt x="522761" y="31423"/>
                      <a:pt x="522856" y="7144"/>
                    </a:cubicBezTo>
                    <a:lnTo>
                      <a:pt x="204150" y="7182"/>
                    </a:lnTo>
                    <a:cubicBezTo>
                      <a:pt x="202873" y="9439"/>
                      <a:pt x="201387" y="11668"/>
                      <a:pt x="199673" y="13840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77C12FB2-4C9D-42D9-8F50-EB0D9935044A}"/>
                  </a:ext>
                </a:extLst>
              </p:cNvPr>
              <p:cNvSpPr/>
              <p:nvPr/>
            </p:nvSpPr>
            <p:spPr>
              <a:xfrm>
                <a:off x="6782944" y="2456189"/>
                <a:ext cx="495300" cy="171450"/>
              </a:xfrm>
              <a:custGeom>
                <a:avLst/>
                <a:gdLst>
                  <a:gd name="connsiteX0" fmla="*/ 468363 w 495300"/>
                  <a:gd name="connsiteY0" fmla="*/ 127530 h 171450"/>
                  <a:gd name="connsiteX1" fmla="*/ 454514 w 495300"/>
                  <a:gd name="connsiteY1" fmla="*/ 124635 h 171450"/>
                  <a:gd name="connsiteX2" fmla="*/ 451456 w 495300"/>
                  <a:gd name="connsiteY2" fmla="*/ 123892 h 171450"/>
                  <a:gd name="connsiteX3" fmla="*/ 436112 w 495300"/>
                  <a:gd name="connsiteY3" fmla="*/ 118815 h 171450"/>
                  <a:gd name="connsiteX4" fmla="*/ 435187 w 495300"/>
                  <a:gd name="connsiteY4" fmla="*/ 118415 h 171450"/>
                  <a:gd name="connsiteX5" fmla="*/ 420767 w 495300"/>
                  <a:gd name="connsiteY5" fmla="*/ 111452 h 171450"/>
                  <a:gd name="connsiteX6" fmla="*/ 352701 w 495300"/>
                  <a:gd name="connsiteY6" fmla="*/ 72161 h 171450"/>
                  <a:gd name="connsiteX7" fmla="*/ 320878 w 495300"/>
                  <a:gd name="connsiteY7" fmla="*/ 33128 h 171450"/>
                  <a:gd name="connsiteX8" fmla="*/ 7515 w 495300"/>
                  <a:gd name="connsiteY8" fmla="*/ 33157 h 171450"/>
                  <a:gd name="connsiteX9" fmla="*/ 7315 w 495300"/>
                  <a:gd name="connsiteY9" fmla="*/ 7144 h 171450"/>
                  <a:gd name="connsiteX10" fmla="*/ 7144 w 495300"/>
                  <a:gd name="connsiteY10" fmla="*/ 51073 h 171450"/>
                  <a:gd name="connsiteX11" fmla="*/ 41863 w 495300"/>
                  <a:gd name="connsiteY11" fmla="*/ 77076 h 171450"/>
                  <a:gd name="connsiteX12" fmla="*/ 320745 w 495300"/>
                  <a:gd name="connsiteY12" fmla="*/ 77048 h 171450"/>
                  <a:gd name="connsiteX13" fmla="*/ 352577 w 495300"/>
                  <a:gd name="connsiteY13" fmla="*/ 116081 h 171450"/>
                  <a:gd name="connsiteX14" fmla="*/ 420634 w 495300"/>
                  <a:gd name="connsiteY14" fmla="*/ 155372 h 171450"/>
                  <a:gd name="connsiteX15" fmla="*/ 435064 w 495300"/>
                  <a:gd name="connsiteY15" fmla="*/ 162335 h 171450"/>
                  <a:gd name="connsiteX16" fmla="*/ 435988 w 495300"/>
                  <a:gd name="connsiteY16" fmla="*/ 162735 h 171450"/>
                  <a:gd name="connsiteX17" fmla="*/ 436512 w 495300"/>
                  <a:gd name="connsiteY17" fmla="*/ 162954 h 171450"/>
                  <a:gd name="connsiteX18" fmla="*/ 449713 w 495300"/>
                  <a:gd name="connsiteY18" fmla="*/ 167402 h 171450"/>
                  <a:gd name="connsiteX19" fmla="*/ 451332 w 495300"/>
                  <a:gd name="connsiteY19" fmla="*/ 167802 h 171450"/>
                  <a:gd name="connsiteX20" fmla="*/ 454409 w 495300"/>
                  <a:gd name="connsiteY20" fmla="*/ 168554 h 171450"/>
                  <a:gd name="connsiteX21" fmla="*/ 461200 w 495300"/>
                  <a:gd name="connsiteY21" fmla="*/ 170221 h 171450"/>
                  <a:gd name="connsiteX22" fmla="*/ 468230 w 495300"/>
                  <a:gd name="connsiteY22" fmla="*/ 171450 h 171450"/>
                  <a:gd name="connsiteX23" fmla="*/ 470678 w 495300"/>
                  <a:gd name="connsiteY23" fmla="*/ 171869 h 171450"/>
                  <a:gd name="connsiteX24" fmla="*/ 472068 w 495300"/>
                  <a:gd name="connsiteY24" fmla="*/ 172107 h 171450"/>
                  <a:gd name="connsiteX25" fmla="*/ 482775 w 495300"/>
                  <a:gd name="connsiteY25" fmla="*/ 173307 h 171450"/>
                  <a:gd name="connsiteX26" fmla="*/ 488109 w 495300"/>
                  <a:gd name="connsiteY26" fmla="*/ 173669 h 171450"/>
                  <a:gd name="connsiteX27" fmla="*/ 488128 w 495300"/>
                  <a:gd name="connsiteY27" fmla="*/ 173669 h 171450"/>
                  <a:gd name="connsiteX28" fmla="*/ 488137 w 495300"/>
                  <a:gd name="connsiteY28" fmla="*/ 173669 h 171450"/>
                  <a:gd name="connsiteX29" fmla="*/ 488261 w 495300"/>
                  <a:gd name="connsiteY29" fmla="*/ 129750 h 171450"/>
                  <a:gd name="connsiteX30" fmla="*/ 470802 w 495300"/>
                  <a:gd name="connsiteY30" fmla="*/ 127949 h 171450"/>
                  <a:gd name="connsiteX31" fmla="*/ 468363 w 495300"/>
                  <a:gd name="connsiteY31" fmla="*/ 12753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95300" h="171450">
                    <a:moveTo>
                      <a:pt x="468363" y="127530"/>
                    </a:moveTo>
                    <a:cubicBezTo>
                      <a:pt x="463658" y="126759"/>
                      <a:pt x="459038" y="125778"/>
                      <a:pt x="454514" y="124635"/>
                    </a:cubicBezTo>
                    <a:cubicBezTo>
                      <a:pt x="453495" y="124377"/>
                      <a:pt x="452457" y="124158"/>
                      <a:pt x="451456" y="123892"/>
                    </a:cubicBezTo>
                    <a:cubicBezTo>
                      <a:pt x="446170" y="122444"/>
                      <a:pt x="441027" y="120767"/>
                      <a:pt x="436112" y="118815"/>
                    </a:cubicBezTo>
                    <a:cubicBezTo>
                      <a:pt x="435797" y="118691"/>
                      <a:pt x="435512" y="118548"/>
                      <a:pt x="435187" y="118415"/>
                    </a:cubicBezTo>
                    <a:cubicBezTo>
                      <a:pt x="430149" y="116357"/>
                      <a:pt x="425291" y="114052"/>
                      <a:pt x="420767" y="111452"/>
                    </a:cubicBezTo>
                    <a:lnTo>
                      <a:pt x="352701" y="72161"/>
                    </a:lnTo>
                    <a:cubicBezTo>
                      <a:pt x="333842" y="61265"/>
                      <a:pt x="323240" y="47358"/>
                      <a:pt x="320878" y="33128"/>
                    </a:cubicBezTo>
                    <a:lnTo>
                      <a:pt x="7515" y="33157"/>
                    </a:lnTo>
                    <a:lnTo>
                      <a:pt x="7315" y="7144"/>
                    </a:lnTo>
                    <a:lnTo>
                      <a:pt x="7144" y="51073"/>
                    </a:lnTo>
                    <a:cubicBezTo>
                      <a:pt x="7258" y="65456"/>
                      <a:pt x="22774" y="77076"/>
                      <a:pt x="41863" y="77076"/>
                    </a:cubicBezTo>
                    <a:lnTo>
                      <a:pt x="320745" y="77048"/>
                    </a:lnTo>
                    <a:cubicBezTo>
                      <a:pt x="323107" y="91278"/>
                      <a:pt x="333708" y="105185"/>
                      <a:pt x="352577" y="116081"/>
                    </a:cubicBezTo>
                    <a:lnTo>
                      <a:pt x="420634" y="155372"/>
                    </a:lnTo>
                    <a:cubicBezTo>
                      <a:pt x="425168" y="157982"/>
                      <a:pt x="430006" y="160277"/>
                      <a:pt x="435064" y="162335"/>
                    </a:cubicBezTo>
                    <a:cubicBezTo>
                      <a:pt x="435378" y="162468"/>
                      <a:pt x="435664" y="162611"/>
                      <a:pt x="435988" y="162735"/>
                    </a:cubicBezTo>
                    <a:cubicBezTo>
                      <a:pt x="436169" y="162801"/>
                      <a:pt x="436331" y="162897"/>
                      <a:pt x="436512" y="162954"/>
                    </a:cubicBezTo>
                    <a:cubicBezTo>
                      <a:pt x="440760" y="164630"/>
                      <a:pt x="445179" y="166116"/>
                      <a:pt x="449713" y="167402"/>
                    </a:cubicBezTo>
                    <a:cubicBezTo>
                      <a:pt x="450237" y="167564"/>
                      <a:pt x="450799" y="167659"/>
                      <a:pt x="451332" y="167802"/>
                    </a:cubicBezTo>
                    <a:cubicBezTo>
                      <a:pt x="452342" y="168078"/>
                      <a:pt x="453380" y="168307"/>
                      <a:pt x="454409" y="168554"/>
                    </a:cubicBezTo>
                    <a:cubicBezTo>
                      <a:pt x="456666" y="169135"/>
                      <a:pt x="458895" y="169745"/>
                      <a:pt x="461200" y="170221"/>
                    </a:cubicBezTo>
                    <a:cubicBezTo>
                      <a:pt x="463525" y="170698"/>
                      <a:pt x="465887" y="171059"/>
                      <a:pt x="468230" y="171450"/>
                    </a:cubicBezTo>
                    <a:cubicBezTo>
                      <a:pt x="469059" y="171583"/>
                      <a:pt x="469859" y="171745"/>
                      <a:pt x="470678" y="171869"/>
                    </a:cubicBezTo>
                    <a:cubicBezTo>
                      <a:pt x="471154" y="171945"/>
                      <a:pt x="471621" y="172050"/>
                      <a:pt x="472068" y="172107"/>
                    </a:cubicBezTo>
                    <a:cubicBezTo>
                      <a:pt x="475622" y="172622"/>
                      <a:pt x="479193" y="173012"/>
                      <a:pt x="482775" y="173307"/>
                    </a:cubicBezTo>
                    <a:cubicBezTo>
                      <a:pt x="484556" y="173460"/>
                      <a:pt x="486327" y="173574"/>
                      <a:pt x="488109" y="173669"/>
                    </a:cubicBezTo>
                    <a:lnTo>
                      <a:pt x="488128" y="173669"/>
                    </a:lnTo>
                    <a:lnTo>
                      <a:pt x="488137" y="173669"/>
                    </a:lnTo>
                    <a:lnTo>
                      <a:pt x="488261" y="129750"/>
                    </a:lnTo>
                    <a:cubicBezTo>
                      <a:pt x="482394" y="129435"/>
                      <a:pt x="476555" y="128807"/>
                      <a:pt x="470802" y="127949"/>
                    </a:cubicBezTo>
                    <a:cubicBezTo>
                      <a:pt x="469982" y="127825"/>
                      <a:pt x="469173" y="127664"/>
                      <a:pt x="468363" y="127530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6F54FF8A-03F6-4A30-AACF-C1B8D4B9DFF6}"/>
                  </a:ext>
                </a:extLst>
              </p:cNvPr>
              <p:cNvSpPr/>
              <p:nvPr/>
            </p:nvSpPr>
            <p:spPr>
              <a:xfrm>
                <a:off x="6783115" y="2132872"/>
                <a:ext cx="1047750" cy="647700"/>
              </a:xfrm>
              <a:custGeom>
                <a:avLst/>
                <a:gdLst>
                  <a:gd name="connsiteX0" fmla="*/ 734901 w 1047750"/>
                  <a:gd name="connsiteY0" fmla="*/ 309629 h 647700"/>
                  <a:gd name="connsiteX1" fmla="*/ 703021 w 1047750"/>
                  <a:gd name="connsiteY1" fmla="*/ 270634 h 647700"/>
                  <a:gd name="connsiteX2" fmla="*/ 634955 w 1047750"/>
                  <a:gd name="connsiteY2" fmla="*/ 231343 h 647700"/>
                  <a:gd name="connsiteX3" fmla="*/ 567528 w 1047750"/>
                  <a:gd name="connsiteY3" fmla="*/ 212998 h 647700"/>
                  <a:gd name="connsiteX4" fmla="*/ 566928 w 1047750"/>
                  <a:gd name="connsiteY4" fmla="*/ 7144 h 647700"/>
                  <a:gd name="connsiteX5" fmla="*/ 522446 w 1047750"/>
                  <a:gd name="connsiteY5" fmla="*/ 7915 h 647700"/>
                  <a:gd name="connsiteX6" fmla="*/ 522055 w 1047750"/>
                  <a:gd name="connsiteY6" fmla="*/ 7915 h 647700"/>
                  <a:gd name="connsiteX7" fmla="*/ 522627 w 1047750"/>
                  <a:gd name="connsiteY7" fmla="*/ 216865 h 647700"/>
                  <a:gd name="connsiteX8" fmla="*/ 479793 w 1047750"/>
                  <a:gd name="connsiteY8" fmla="*/ 231781 h 647700"/>
                  <a:gd name="connsiteX9" fmla="*/ 352073 w 1047750"/>
                  <a:gd name="connsiteY9" fmla="*/ 305267 h 647700"/>
                  <a:gd name="connsiteX10" fmla="*/ 325755 w 1047750"/>
                  <a:gd name="connsiteY10" fmla="*/ 329394 h 647700"/>
                  <a:gd name="connsiteX11" fmla="*/ 7144 w 1047750"/>
                  <a:gd name="connsiteY11" fmla="*/ 329394 h 647700"/>
                  <a:gd name="connsiteX12" fmla="*/ 7344 w 1047750"/>
                  <a:gd name="connsiteY12" fmla="*/ 355940 h 647700"/>
                  <a:gd name="connsiteX13" fmla="*/ 320707 w 1047750"/>
                  <a:gd name="connsiteY13" fmla="*/ 356168 h 647700"/>
                  <a:gd name="connsiteX14" fmla="*/ 352530 w 1047750"/>
                  <a:gd name="connsiteY14" fmla="*/ 395326 h 647700"/>
                  <a:gd name="connsiteX15" fmla="*/ 420595 w 1047750"/>
                  <a:gd name="connsiteY15" fmla="*/ 434692 h 647700"/>
                  <a:gd name="connsiteX16" fmla="*/ 488080 w 1047750"/>
                  <a:gd name="connsiteY16" fmla="*/ 453038 h 647700"/>
                  <a:gd name="connsiteX17" fmla="*/ 488680 w 1047750"/>
                  <a:gd name="connsiteY17" fmla="*/ 642290 h 647700"/>
                  <a:gd name="connsiteX18" fmla="*/ 533533 w 1047750"/>
                  <a:gd name="connsiteY18" fmla="*/ 642261 h 647700"/>
                  <a:gd name="connsiteX19" fmla="*/ 532924 w 1047750"/>
                  <a:gd name="connsiteY19" fmla="*/ 450047 h 647700"/>
                  <a:gd name="connsiteX20" fmla="*/ 575815 w 1047750"/>
                  <a:gd name="connsiteY20" fmla="*/ 434759 h 647700"/>
                  <a:gd name="connsiteX21" fmla="*/ 703536 w 1047750"/>
                  <a:gd name="connsiteY21" fmla="*/ 360540 h 647700"/>
                  <a:gd name="connsiteX22" fmla="*/ 729786 w 1047750"/>
                  <a:gd name="connsiteY22" fmla="*/ 335651 h 647700"/>
                  <a:gd name="connsiteX23" fmla="*/ 1048502 w 1047750"/>
                  <a:gd name="connsiteY23" fmla="*/ 335604 h 647700"/>
                  <a:gd name="connsiteX24" fmla="*/ 1048302 w 1047750"/>
                  <a:gd name="connsiteY24" fmla="*/ 309658 h 647700"/>
                  <a:gd name="connsiteX25" fmla="*/ 734901 w 1047750"/>
                  <a:gd name="connsiteY25" fmla="*/ 309629 h 6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47750" h="647700">
                    <a:moveTo>
                      <a:pt x="734901" y="309629"/>
                    </a:moveTo>
                    <a:cubicBezTo>
                      <a:pt x="732539" y="295399"/>
                      <a:pt x="721890" y="281530"/>
                      <a:pt x="703021" y="270634"/>
                    </a:cubicBezTo>
                    <a:lnTo>
                      <a:pt x="634955" y="231343"/>
                    </a:lnTo>
                    <a:cubicBezTo>
                      <a:pt x="616096" y="220447"/>
                      <a:pt x="592112" y="214322"/>
                      <a:pt x="567528" y="212998"/>
                    </a:cubicBezTo>
                    <a:lnTo>
                      <a:pt x="566928" y="7144"/>
                    </a:lnTo>
                    <a:lnTo>
                      <a:pt x="522446" y="7915"/>
                    </a:lnTo>
                    <a:lnTo>
                      <a:pt x="522055" y="7915"/>
                    </a:lnTo>
                    <a:lnTo>
                      <a:pt x="522627" y="216865"/>
                    </a:lnTo>
                    <a:cubicBezTo>
                      <a:pt x="506987" y="219847"/>
                      <a:pt x="492261" y="224533"/>
                      <a:pt x="479793" y="231781"/>
                    </a:cubicBezTo>
                    <a:lnTo>
                      <a:pt x="352073" y="305267"/>
                    </a:lnTo>
                    <a:cubicBezTo>
                      <a:pt x="339652" y="312487"/>
                      <a:pt x="330908" y="323326"/>
                      <a:pt x="325755" y="329394"/>
                    </a:cubicBezTo>
                    <a:lnTo>
                      <a:pt x="7144" y="329394"/>
                    </a:lnTo>
                    <a:lnTo>
                      <a:pt x="7344" y="355940"/>
                    </a:lnTo>
                    <a:lnTo>
                      <a:pt x="320707" y="356168"/>
                    </a:lnTo>
                    <a:cubicBezTo>
                      <a:pt x="323069" y="370399"/>
                      <a:pt x="333670" y="384448"/>
                      <a:pt x="352530" y="395326"/>
                    </a:cubicBezTo>
                    <a:lnTo>
                      <a:pt x="420595" y="434692"/>
                    </a:lnTo>
                    <a:cubicBezTo>
                      <a:pt x="439455" y="445589"/>
                      <a:pt x="463496" y="451704"/>
                      <a:pt x="488080" y="453038"/>
                    </a:cubicBezTo>
                    <a:lnTo>
                      <a:pt x="488680" y="642290"/>
                    </a:lnTo>
                    <a:lnTo>
                      <a:pt x="533533" y="642261"/>
                    </a:lnTo>
                    <a:lnTo>
                      <a:pt x="532924" y="450047"/>
                    </a:lnTo>
                    <a:cubicBezTo>
                      <a:pt x="548621" y="447037"/>
                      <a:pt x="563403" y="441970"/>
                      <a:pt x="575815" y="434759"/>
                    </a:cubicBezTo>
                    <a:lnTo>
                      <a:pt x="703536" y="360540"/>
                    </a:lnTo>
                    <a:cubicBezTo>
                      <a:pt x="716013" y="353282"/>
                      <a:pt x="724700" y="344719"/>
                      <a:pt x="729786" y="335651"/>
                    </a:cubicBezTo>
                    <a:lnTo>
                      <a:pt x="1048502" y="335604"/>
                    </a:lnTo>
                    <a:lnTo>
                      <a:pt x="1048302" y="309658"/>
                    </a:lnTo>
                    <a:lnTo>
                      <a:pt x="734901" y="309629"/>
                    </a:lnTo>
                    <a:close/>
                  </a:path>
                </a:pathLst>
              </a:custGeom>
              <a:solidFill>
                <a:srgbClr val="FFDB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B6E67AE-7BBE-4911-80F6-E15586CA68ED}"/>
                  </a:ext>
                </a:extLst>
              </p:cNvPr>
              <p:cNvSpPr/>
              <p:nvPr/>
            </p:nvSpPr>
            <p:spPr>
              <a:xfrm>
                <a:off x="7188539" y="2392505"/>
                <a:ext cx="238125" cy="142875"/>
              </a:xfrm>
              <a:custGeom>
                <a:avLst/>
                <a:gdLst>
                  <a:gd name="connsiteX0" fmla="*/ 223197 w 238125"/>
                  <a:gd name="connsiteY0" fmla="*/ 31223 h 142875"/>
                  <a:gd name="connsiteX1" fmla="*/ 202194 w 238125"/>
                  <a:gd name="connsiteY1" fmla="*/ 19098 h 142875"/>
                  <a:gd name="connsiteX2" fmla="*/ 159170 w 238125"/>
                  <a:gd name="connsiteY2" fmla="*/ 8010 h 142875"/>
                  <a:gd name="connsiteX3" fmla="*/ 143273 w 238125"/>
                  <a:gd name="connsiteY3" fmla="*/ 7144 h 142875"/>
                  <a:gd name="connsiteX4" fmla="*/ 127452 w 238125"/>
                  <a:gd name="connsiteY4" fmla="*/ 10163 h 142875"/>
                  <a:gd name="connsiteX5" fmla="*/ 101858 w 238125"/>
                  <a:gd name="connsiteY5" fmla="*/ 19050 h 142875"/>
                  <a:gd name="connsiteX6" fmla="*/ 21486 w 238125"/>
                  <a:gd name="connsiteY6" fmla="*/ 65751 h 142875"/>
                  <a:gd name="connsiteX7" fmla="*/ 21562 w 238125"/>
                  <a:gd name="connsiteY7" fmla="*/ 115643 h 142875"/>
                  <a:gd name="connsiteX8" fmla="*/ 42518 w 238125"/>
                  <a:gd name="connsiteY8" fmla="*/ 127749 h 142875"/>
                  <a:gd name="connsiteX9" fmla="*/ 85580 w 238125"/>
                  <a:gd name="connsiteY9" fmla="*/ 138808 h 142875"/>
                  <a:gd name="connsiteX10" fmla="*/ 101658 w 238125"/>
                  <a:gd name="connsiteY10" fmla="*/ 139675 h 142875"/>
                  <a:gd name="connsiteX11" fmla="*/ 117174 w 238125"/>
                  <a:gd name="connsiteY11" fmla="*/ 136693 h 142875"/>
                  <a:gd name="connsiteX12" fmla="*/ 142892 w 238125"/>
                  <a:gd name="connsiteY12" fmla="*/ 127835 h 142875"/>
                  <a:gd name="connsiteX13" fmla="*/ 223264 w 238125"/>
                  <a:gd name="connsiteY13" fmla="*/ 81124 h 142875"/>
                  <a:gd name="connsiteX14" fmla="*/ 223197 w 238125"/>
                  <a:gd name="connsiteY14" fmla="*/ 3122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38125" h="142875">
                    <a:moveTo>
                      <a:pt x="223197" y="31223"/>
                    </a:moveTo>
                    <a:lnTo>
                      <a:pt x="202194" y="19098"/>
                    </a:lnTo>
                    <a:cubicBezTo>
                      <a:pt x="191536" y="12944"/>
                      <a:pt x="175848" y="8915"/>
                      <a:pt x="159170" y="8010"/>
                    </a:cubicBezTo>
                    <a:lnTo>
                      <a:pt x="143273" y="7144"/>
                    </a:lnTo>
                    <a:lnTo>
                      <a:pt x="127452" y="10163"/>
                    </a:lnTo>
                    <a:cubicBezTo>
                      <a:pt x="117422" y="12068"/>
                      <a:pt x="108592" y="15145"/>
                      <a:pt x="101858" y="19050"/>
                    </a:cubicBezTo>
                    <a:lnTo>
                      <a:pt x="21486" y="65751"/>
                    </a:lnTo>
                    <a:cubicBezTo>
                      <a:pt x="2331" y="76886"/>
                      <a:pt x="2369" y="104575"/>
                      <a:pt x="21562" y="115643"/>
                    </a:cubicBezTo>
                    <a:lnTo>
                      <a:pt x="42518" y="127749"/>
                    </a:lnTo>
                    <a:cubicBezTo>
                      <a:pt x="53119" y="133874"/>
                      <a:pt x="68825" y="137893"/>
                      <a:pt x="85580" y="138808"/>
                    </a:cubicBezTo>
                    <a:lnTo>
                      <a:pt x="101658" y="139675"/>
                    </a:lnTo>
                    <a:lnTo>
                      <a:pt x="117174" y="136693"/>
                    </a:lnTo>
                    <a:cubicBezTo>
                      <a:pt x="127385" y="134741"/>
                      <a:pt x="136282" y="131674"/>
                      <a:pt x="142892" y="127835"/>
                    </a:cubicBezTo>
                    <a:lnTo>
                      <a:pt x="223264" y="81124"/>
                    </a:lnTo>
                    <a:cubicBezTo>
                      <a:pt x="242428" y="69980"/>
                      <a:pt x="242380" y="42300"/>
                      <a:pt x="223197" y="31223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80AFE892-0574-4B5A-A142-CDD9FA4A00C8}"/>
                  </a:ext>
                </a:extLst>
              </p:cNvPr>
              <p:cNvSpPr/>
              <p:nvPr/>
            </p:nvSpPr>
            <p:spPr>
              <a:xfrm>
                <a:off x="7093130" y="2658947"/>
                <a:ext cx="409575" cy="266700"/>
              </a:xfrm>
              <a:custGeom>
                <a:avLst/>
                <a:gdLst>
                  <a:gd name="connsiteX0" fmla="*/ 219765 w 409575"/>
                  <a:gd name="connsiteY0" fmla="*/ 7144 h 266700"/>
                  <a:gd name="connsiteX1" fmla="*/ 7291 w 409575"/>
                  <a:gd name="connsiteY1" fmla="*/ 125178 h 266700"/>
                  <a:gd name="connsiteX2" fmla="*/ 7282 w 409575"/>
                  <a:gd name="connsiteY2" fmla="*/ 139465 h 266700"/>
                  <a:gd name="connsiteX3" fmla="*/ 192457 w 409575"/>
                  <a:gd name="connsiteY3" fmla="*/ 263214 h 266700"/>
                  <a:gd name="connsiteX4" fmla="*/ 404941 w 409575"/>
                  <a:gd name="connsiteY4" fmla="*/ 127092 h 266700"/>
                  <a:gd name="connsiteX5" fmla="*/ 404845 w 409575"/>
                  <a:gd name="connsiteY5" fmla="*/ 101956 h 266700"/>
                  <a:gd name="connsiteX6" fmla="*/ 219765 w 409575"/>
                  <a:gd name="connsiteY6" fmla="*/ 7144 h 266700"/>
                  <a:gd name="connsiteX7" fmla="*/ 192457 w 409575"/>
                  <a:gd name="connsiteY7" fmla="*/ 238887 h 266700"/>
                  <a:gd name="connsiteX8" fmla="*/ 47525 w 409575"/>
                  <a:gd name="connsiteY8" fmla="*/ 185566 h 266700"/>
                  <a:gd name="connsiteX9" fmla="*/ 32809 w 409575"/>
                  <a:gd name="connsiteY9" fmla="*/ 131950 h 266700"/>
                  <a:gd name="connsiteX10" fmla="*/ 219756 w 409575"/>
                  <a:gd name="connsiteY10" fmla="*/ 31452 h 266700"/>
                  <a:gd name="connsiteX11" fmla="*/ 358735 w 409575"/>
                  <a:gd name="connsiteY11" fmla="*/ 78562 h 266700"/>
                  <a:gd name="connsiteX12" fmla="*/ 380623 w 409575"/>
                  <a:gd name="connsiteY12" fmla="*/ 126835 h 266700"/>
                  <a:gd name="connsiteX13" fmla="*/ 192457 w 409575"/>
                  <a:gd name="connsiteY13" fmla="*/ 23888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9575" h="266700">
                    <a:moveTo>
                      <a:pt x="219765" y="7144"/>
                    </a:moveTo>
                    <a:cubicBezTo>
                      <a:pt x="34875" y="7144"/>
                      <a:pt x="7291" y="125178"/>
                      <a:pt x="7291" y="125178"/>
                    </a:cubicBezTo>
                    <a:lnTo>
                      <a:pt x="7282" y="139465"/>
                    </a:lnTo>
                    <a:cubicBezTo>
                      <a:pt x="3386" y="207045"/>
                      <a:pt x="82453" y="263214"/>
                      <a:pt x="192457" y="263214"/>
                    </a:cubicBezTo>
                    <a:cubicBezTo>
                      <a:pt x="309186" y="263214"/>
                      <a:pt x="404331" y="200044"/>
                      <a:pt x="404941" y="127092"/>
                    </a:cubicBezTo>
                    <a:cubicBezTo>
                      <a:pt x="404960" y="125568"/>
                      <a:pt x="404845" y="101956"/>
                      <a:pt x="404845" y="101956"/>
                    </a:cubicBezTo>
                    <a:cubicBezTo>
                      <a:pt x="404845" y="101956"/>
                      <a:pt x="359992" y="7144"/>
                      <a:pt x="219765" y="7144"/>
                    </a:cubicBezTo>
                    <a:close/>
                    <a:moveTo>
                      <a:pt x="192457" y="238887"/>
                    </a:moveTo>
                    <a:cubicBezTo>
                      <a:pt x="129906" y="238887"/>
                      <a:pt x="74337" y="218456"/>
                      <a:pt x="47525" y="185566"/>
                    </a:cubicBezTo>
                    <a:cubicBezTo>
                      <a:pt x="33895" y="168916"/>
                      <a:pt x="28979" y="150847"/>
                      <a:pt x="32809" y="131950"/>
                    </a:cubicBezTo>
                    <a:cubicBezTo>
                      <a:pt x="44172" y="76505"/>
                      <a:pt x="128011" y="31452"/>
                      <a:pt x="219756" y="31452"/>
                    </a:cubicBezTo>
                    <a:cubicBezTo>
                      <a:pt x="277448" y="31452"/>
                      <a:pt x="329436" y="49082"/>
                      <a:pt x="358735" y="78562"/>
                    </a:cubicBezTo>
                    <a:cubicBezTo>
                      <a:pt x="373384" y="93402"/>
                      <a:pt x="380747" y="109633"/>
                      <a:pt x="380623" y="126835"/>
                    </a:cubicBezTo>
                    <a:cubicBezTo>
                      <a:pt x="380147" y="186547"/>
                      <a:pt x="292231" y="238887"/>
                      <a:pt x="192457" y="238887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142D1B9D-ABBA-4E54-96DA-E84C1060FC3A}"/>
                  </a:ext>
                </a:extLst>
              </p:cNvPr>
              <p:cNvSpPr/>
              <p:nvPr/>
            </p:nvSpPr>
            <p:spPr>
              <a:xfrm>
                <a:off x="7335937" y="2775181"/>
                <a:ext cx="9525" cy="9525"/>
              </a:xfrm>
              <a:custGeom>
                <a:avLst/>
                <a:gdLst>
                  <a:gd name="connsiteX0" fmla="*/ 7163 w 9525"/>
                  <a:gd name="connsiteY0" fmla="*/ 7239 h 9525"/>
                  <a:gd name="connsiteX1" fmla="*/ 7163 w 9525"/>
                  <a:gd name="connsiteY1" fmla="*/ 7144 h 9525"/>
                  <a:gd name="connsiteX2" fmla="*/ 7144 w 9525"/>
                  <a:gd name="connsiteY2" fmla="*/ 714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9525">
                    <a:moveTo>
                      <a:pt x="7163" y="7239"/>
                    </a:moveTo>
                    <a:lnTo>
                      <a:pt x="7163" y="7144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61616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D935688-8BEF-49D3-8FDF-6C49A6C34AA3}"/>
                  </a:ext>
                </a:extLst>
              </p:cNvPr>
              <p:cNvSpPr/>
              <p:nvPr/>
            </p:nvSpPr>
            <p:spPr>
              <a:xfrm>
                <a:off x="7250612" y="2778181"/>
                <a:ext cx="95250" cy="76200"/>
              </a:xfrm>
              <a:custGeom>
                <a:avLst/>
                <a:gdLst>
                  <a:gd name="connsiteX0" fmla="*/ 90354 w 95250"/>
                  <a:gd name="connsiteY0" fmla="*/ 7144 h 76200"/>
                  <a:gd name="connsiteX1" fmla="*/ 45939 w 95250"/>
                  <a:gd name="connsiteY1" fmla="*/ 34595 h 76200"/>
                  <a:gd name="connsiteX2" fmla="*/ 7144 w 95250"/>
                  <a:gd name="connsiteY2" fmla="*/ 9906 h 76200"/>
                  <a:gd name="connsiteX3" fmla="*/ 7211 w 95250"/>
                  <a:gd name="connsiteY3" fmla="*/ 47873 h 76200"/>
                  <a:gd name="connsiteX4" fmla="*/ 46063 w 95250"/>
                  <a:gd name="connsiteY4" fmla="*/ 73085 h 76200"/>
                  <a:gd name="connsiteX5" fmla="*/ 90707 w 95250"/>
                  <a:gd name="connsiteY5" fmla="*/ 45634 h 76200"/>
                  <a:gd name="connsiteX6" fmla="*/ 90354 w 95250"/>
                  <a:gd name="connsiteY6" fmla="*/ 7144 h 76200"/>
                  <a:gd name="connsiteX7" fmla="*/ 90354 w 95250"/>
                  <a:gd name="connsiteY7" fmla="*/ 7144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250" h="76200">
                    <a:moveTo>
                      <a:pt x="90354" y="7144"/>
                    </a:moveTo>
                    <a:cubicBezTo>
                      <a:pt x="90354" y="22212"/>
                      <a:pt x="69361" y="34595"/>
                      <a:pt x="45939" y="34595"/>
                    </a:cubicBezTo>
                    <a:cubicBezTo>
                      <a:pt x="23984" y="34595"/>
                      <a:pt x="7534" y="23689"/>
                      <a:pt x="7144" y="9906"/>
                    </a:cubicBezTo>
                    <a:lnTo>
                      <a:pt x="7211" y="47873"/>
                    </a:lnTo>
                    <a:cubicBezTo>
                      <a:pt x="7172" y="61913"/>
                      <a:pt x="23822" y="73085"/>
                      <a:pt x="46063" y="73085"/>
                    </a:cubicBezTo>
                    <a:cubicBezTo>
                      <a:pt x="69485" y="73085"/>
                      <a:pt x="89411" y="60703"/>
                      <a:pt x="90707" y="45634"/>
                    </a:cubicBezTo>
                    <a:cubicBezTo>
                      <a:pt x="90773" y="44806"/>
                      <a:pt x="90354" y="7144"/>
                      <a:pt x="90354" y="7144"/>
                    </a:cubicBezTo>
                    <a:lnTo>
                      <a:pt x="90354" y="7144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7493D626-C6F6-43B4-A7DF-242854EBFBC2}"/>
                  </a:ext>
                </a:extLst>
              </p:cNvPr>
              <p:cNvSpPr/>
              <p:nvPr/>
            </p:nvSpPr>
            <p:spPr>
              <a:xfrm>
                <a:off x="7250732" y="2751464"/>
                <a:ext cx="95250" cy="66675"/>
              </a:xfrm>
              <a:custGeom>
                <a:avLst/>
                <a:gdLst>
                  <a:gd name="connsiteX0" fmla="*/ 51963 w 95250"/>
                  <a:gd name="connsiteY0" fmla="*/ 7144 h 66675"/>
                  <a:gd name="connsiteX1" fmla="*/ 7291 w 95250"/>
                  <a:gd name="connsiteY1" fmla="*/ 33861 h 66675"/>
                  <a:gd name="connsiteX2" fmla="*/ 46162 w 95250"/>
                  <a:gd name="connsiteY2" fmla="*/ 61312 h 66675"/>
                  <a:gd name="connsiteX3" fmla="*/ 90911 w 95250"/>
                  <a:gd name="connsiteY3" fmla="*/ 33861 h 66675"/>
                  <a:gd name="connsiteX4" fmla="*/ 51963 w 95250"/>
                  <a:gd name="connsiteY4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66675">
                    <a:moveTo>
                      <a:pt x="51963" y="7144"/>
                    </a:moveTo>
                    <a:cubicBezTo>
                      <a:pt x="29170" y="7144"/>
                      <a:pt x="9186" y="19012"/>
                      <a:pt x="7291" y="33861"/>
                    </a:cubicBezTo>
                    <a:cubicBezTo>
                      <a:pt x="5357" y="48930"/>
                      <a:pt x="22740" y="61312"/>
                      <a:pt x="46162" y="61312"/>
                    </a:cubicBezTo>
                    <a:cubicBezTo>
                      <a:pt x="69575" y="61312"/>
                      <a:pt x="89625" y="48930"/>
                      <a:pt x="90911" y="33861"/>
                    </a:cubicBezTo>
                    <a:cubicBezTo>
                      <a:pt x="92206" y="19012"/>
                      <a:pt x="74746" y="7144"/>
                      <a:pt x="51963" y="7144"/>
                    </a:cubicBez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EA25FCCE-D9CC-4089-B89E-D6961BC5AA6E}"/>
                  </a:ext>
                </a:extLst>
              </p:cNvPr>
              <p:cNvSpPr/>
              <p:nvPr/>
            </p:nvSpPr>
            <p:spPr>
              <a:xfrm>
                <a:off x="7271185" y="2746937"/>
                <a:ext cx="57150" cy="47625"/>
              </a:xfrm>
              <a:custGeom>
                <a:avLst/>
                <a:gdLst>
                  <a:gd name="connsiteX0" fmla="*/ 44654 w 57150"/>
                  <a:gd name="connsiteY0" fmla="*/ 11109 h 47625"/>
                  <a:gd name="connsiteX1" fmla="*/ 14497 w 57150"/>
                  <a:gd name="connsiteY1" fmla="*/ 11109 h 47625"/>
                  <a:gd name="connsiteX2" fmla="*/ 7144 w 57150"/>
                  <a:gd name="connsiteY2" fmla="*/ 21738 h 47625"/>
                  <a:gd name="connsiteX3" fmla="*/ 7154 w 57150"/>
                  <a:gd name="connsiteY3" fmla="*/ 34540 h 47625"/>
                  <a:gd name="connsiteX4" fmla="*/ 12430 w 57150"/>
                  <a:gd name="connsiteY4" fmla="*/ 43132 h 47625"/>
                  <a:gd name="connsiteX5" fmla="*/ 42872 w 57150"/>
                  <a:gd name="connsiteY5" fmla="*/ 43132 h 47625"/>
                  <a:gd name="connsiteX6" fmla="*/ 50083 w 57150"/>
                  <a:gd name="connsiteY6" fmla="*/ 32454 h 47625"/>
                  <a:gd name="connsiteX7" fmla="*/ 50083 w 57150"/>
                  <a:gd name="connsiteY7" fmla="*/ 19805 h 47625"/>
                  <a:gd name="connsiteX8" fmla="*/ 44654 w 57150"/>
                  <a:gd name="connsiteY8" fmla="*/ 1110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50" h="47625">
                    <a:moveTo>
                      <a:pt x="44654" y="11109"/>
                    </a:moveTo>
                    <a:cubicBezTo>
                      <a:pt x="36843" y="5822"/>
                      <a:pt x="23384" y="5822"/>
                      <a:pt x="14497" y="11109"/>
                    </a:cubicBezTo>
                    <a:cubicBezTo>
                      <a:pt x="9620" y="14023"/>
                      <a:pt x="7125" y="17919"/>
                      <a:pt x="7144" y="21738"/>
                    </a:cubicBezTo>
                    <a:lnTo>
                      <a:pt x="7154" y="34540"/>
                    </a:lnTo>
                    <a:cubicBezTo>
                      <a:pt x="7201" y="37664"/>
                      <a:pt x="8944" y="40722"/>
                      <a:pt x="12430" y="43132"/>
                    </a:cubicBezTo>
                    <a:cubicBezTo>
                      <a:pt x="20279" y="48532"/>
                      <a:pt x="33947" y="48532"/>
                      <a:pt x="42872" y="43132"/>
                    </a:cubicBezTo>
                    <a:cubicBezTo>
                      <a:pt x="47720" y="40188"/>
                      <a:pt x="50149" y="36264"/>
                      <a:pt x="50083" y="32454"/>
                    </a:cubicBezTo>
                    <a:lnTo>
                      <a:pt x="50083" y="19805"/>
                    </a:lnTo>
                    <a:cubicBezTo>
                      <a:pt x="50016" y="16633"/>
                      <a:pt x="48226" y="13528"/>
                      <a:pt x="44654" y="11109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0EE62DE9-E803-49C6-8B03-E2DEF716BECF}"/>
                  </a:ext>
                </a:extLst>
              </p:cNvPr>
              <p:cNvSpPr/>
              <p:nvPr/>
            </p:nvSpPr>
            <p:spPr>
              <a:xfrm>
                <a:off x="7145243" y="2695903"/>
                <a:ext cx="285750" cy="161925"/>
              </a:xfrm>
              <a:custGeom>
                <a:avLst/>
                <a:gdLst>
                  <a:gd name="connsiteX0" fmla="*/ 267561 w 285750"/>
                  <a:gd name="connsiteY0" fmla="*/ 8336 h 161925"/>
                  <a:gd name="connsiteX1" fmla="*/ 267513 w 285750"/>
                  <a:gd name="connsiteY1" fmla="*/ 8307 h 161925"/>
                  <a:gd name="connsiteX2" fmla="*/ 258226 w 285750"/>
                  <a:gd name="connsiteY2" fmla="*/ 8345 h 161925"/>
                  <a:gd name="connsiteX3" fmla="*/ 145688 w 285750"/>
                  <a:gd name="connsiteY3" fmla="*/ 75773 h 161925"/>
                  <a:gd name="connsiteX4" fmla="*/ 129772 w 285750"/>
                  <a:gd name="connsiteY4" fmla="*/ 85307 h 161925"/>
                  <a:gd name="connsiteX5" fmla="*/ 121456 w 285750"/>
                  <a:gd name="connsiteY5" fmla="*/ 86022 h 161925"/>
                  <a:gd name="connsiteX6" fmla="*/ 108198 w 285750"/>
                  <a:gd name="connsiteY6" fmla="*/ 81021 h 161925"/>
                  <a:gd name="connsiteX7" fmla="*/ 99882 w 285750"/>
                  <a:gd name="connsiteY7" fmla="*/ 81735 h 161925"/>
                  <a:gd name="connsiteX8" fmla="*/ 7794 w 285750"/>
                  <a:gd name="connsiteY8" fmla="*/ 132866 h 161925"/>
                  <a:gd name="connsiteX9" fmla="*/ 8680 w 285750"/>
                  <a:gd name="connsiteY9" fmla="*/ 140676 h 161925"/>
                  <a:gd name="connsiteX10" fmla="*/ 24244 w 285750"/>
                  <a:gd name="connsiteY10" fmla="*/ 154506 h 161925"/>
                  <a:gd name="connsiteX11" fmla="*/ 24282 w 285750"/>
                  <a:gd name="connsiteY11" fmla="*/ 154535 h 161925"/>
                  <a:gd name="connsiteX12" fmla="*/ 34274 w 285750"/>
                  <a:gd name="connsiteY12" fmla="*/ 154487 h 161925"/>
                  <a:gd name="connsiteX13" fmla="*/ 154717 w 285750"/>
                  <a:gd name="connsiteY13" fmla="*/ 81926 h 161925"/>
                  <a:gd name="connsiteX14" fmla="*/ 170482 w 285750"/>
                  <a:gd name="connsiteY14" fmla="*/ 72430 h 161925"/>
                  <a:gd name="connsiteX15" fmla="*/ 178730 w 285750"/>
                  <a:gd name="connsiteY15" fmla="*/ 71715 h 161925"/>
                  <a:gd name="connsiteX16" fmla="*/ 192094 w 285750"/>
                  <a:gd name="connsiteY16" fmla="*/ 76678 h 161925"/>
                  <a:gd name="connsiteX17" fmla="*/ 200352 w 285750"/>
                  <a:gd name="connsiteY17" fmla="*/ 75963 h 161925"/>
                  <a:gd name="connsiteX18" fmla="*/ 282753 w 285750"/>
                  <a:gd name="connsiteY18" fmla="*/ 25795 h 161925"/>
                  <a:gd name="connsiteX19" fmla="*/ 284839 w 285750"/>
                  <a:gd name="connsiteY19" fmla="*/ 17404 h 161925"/>
                  <a:gd name="connsiteX20" fmla="*/ 267561 w 285750"/>
                  <a:gd name="connsiteY20" fmla="*/ 8336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5750" h="161925">
                    <a:moveTo>
                      <a:pt x="267561" y="8336"/>
                    </a:moveTo>
                    <a:cubicBezTo>
                      <a:pt x="267541" y="8326"/>
                      <a:pt x="267522" y="8317"/>
                      <a:pt x="267513" y="8307"/>
                    </a:cubicBezTo>
                    <a:cubicBezTo>
                      <a:pt x="265027" y="6726"/>
                      <a:pt x="260855" y="6774"/>
                      <a:pt x="258226" y="8345"/>
                    </a:cubicBezTo>
                    <a:lnTo>
                      <a:pt x="145688" y="75773"/>
                    </a:lnTo>
                    <a:lnTo>
                      <a:pt x="129772" y="85307"/>
                    </a:lnTo>
                    <a:cubicBezTo>
                      <a:pt x="127448" y="86698"/>
                      <a:pt x="124028" y="86993"/>
                      <a:pt x="121456" y="86022"/>
                    </a:cubicBezTo>
                    <a:lnTo>
                      <a:pt x="108198" y="81021"/>
                    </a:lnTo>
                    <a:cubicBezTo>
                      <a:pt x="105626" y="80050"/>
                      <a:pt x="102235" y="80354"/>
                      <a:pt x="99882" y="81735"/>
                    </a:cubicBezTo>
                    <a:lnTo>
                      <a:pt x="7794" y="132866"/>
                    </a:lnTo>
                    <a:cubicBezTo>
                      <a:pt x="7794" y="132866"/>
                      <a:pt x="5852" y="137628"/>
                      <a:pt x="8680" y="140676"/>
                    </a:cubicBezTo>
                    <a:cubicBezTo>
                      <a:pt x="13138" y="145505"/>
                      <a:pt x="18320" y="150134"/>
                      <a:pt x="24244" y="154506"/>
                    </a:cubicBezTo>
                    <a:cubicBezTo>
                      <a:pt x="24263" y="154516"/>
                      <a:pt x="24273" y="154525"/>
                      <a:pt x="24282" y="154535"/>
                    </a:cubicBezTo>
                    <a:cubicBezTo>
                      <a:pt x="26759" y="156354"/>
                      <a:pt x="31245" y="156316"/>
                      <a:pt x="34274" y="154487"/>
                    </a:cubicBezTo>
                    <a:lnTo>
                      <a:pt x="154717" y="81926"/>
                    </a:lnTo>
                    <a:lnTo>
                      <a:pt x="170482" y="72430"/>
                    </a:lnTo>
                    <a:cubicBezTo>
                      <a:pt x="172777" y="71039"/>
                      <a:pt x="176149" y="70753"/>
                      <a:pt x="178730" y="71715"/>
                    </a:cubicBezTo>
                    <a:lnTo>
                      <a:pt x="192094" y="76678"/>
                    </a:lnTo>
                    <a:cubicBezTo>
                      <a:pt x="194685" y="77649"/>
                      <a:pt x="198066" y="77354"/>
                      <a:pt x="200352" y="75963"/>
                    </a:cubicBezTo>
                    <a:lnTo>
                      <a:pt x="282753" y="25795"/>
                    </a:lnTo>
                    <a:cubicBezTo>
                      <a:pt x="286296" y="23376"/>
                      <a:pt x="284839" y="17404"/>
                      <a:pt x="284839" y="17404"/>
                    </a:cubicBezTo>
                    <a:cubicBezTo>
                      <a:pt x="284839" y="17404"/>
                      <a:pt x="273561" y="12155"/>
                      <a:pt x="267561" y="8336"/>
                    </a:cubicBez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F0A17FC-0222-4326-A2E5-FBF199CA7BD3}"/>
                  </a:ext>
                </a:extLst>
              </p:cNvPr>
              <p:cNvSpPr/>
              <p:nvPr/>
            </p:nvSpPr>
            <p:spPr>
              <a:xfrm>
                <a:off x="7145894" y="2690218"/>
                <a:ext cx="285750" cy="161925"/>
              </a:xfrm>
              <a:custGeom>
                <a:avLst/>
                <a:gdLst>
                  <a:gd name="connsiteX0" fmla="*/ 266910 w 285750"/>
                  <a:gd name="connsiteY0" fmla="*/ 8325 h 161925"/>
                  <a:gd name="connsiteX1" fmla="*/ 266862 w 285750"/>
                  <a:gd name="connsiteY1" fmla="*/ 8306 h 161925"/>
                  <a:gd name="connsiteX2" fmla="*/ 262337 w 285750"/>
                  <a:gd name="connsiteY2" fmla="*/ 7144 h 161925"/>
                  <a:gd name="connsiteX3" fmla="*/ 262337 w 285750"/>
                  <a:gd name="connsiteY3" fmla="*/ 7144 h 161925"/>
                  <a:gd name="connsiteX4" fmla="*/ 257566 w 285750"/>
                  <a:gd name="connsiteY4" fmla="*/ 8344 h 161925"/>
                  <a:gd name="connsiteX5" fmla="*/ 145037 w 285750"/>
                  <a:gd name="connsiteY5" fmla="*/ 75762 h 161925"/>
                  <a:gd name="connsiteX6" fmla="*/ 129121 w 285750"/>
                  <a:gd name="connsiteY6" fmla="*/ 85296 h 161925"/>
                  <a:gd name="connsiteX7" fmla="*/ 120805 w 285750"/>
                  <a:gd name="connsiteY7" fmla="*/ 86011 h 161925"/>
                  <a:gd name="connsiteX8" fmla="*/ 107547 w 285750"/>
                  <a:gd name="connsiteY8" fmla="*/ 81010 h 161925"/>
                  <a:gd name="connsiteX9" fmla="*/ 99232 w 285750"/>
                  <a:gd name="connsiteY9" fmla="*/ 81734 h 161925"/>
                  <a:gd name="connsiteX10" fmla="*/ 9811 w 285750"/>
                  <a:gd name="connsiteY10" fmla="*/ 134750 h 161925"/>
                  <a:gd name="connsiteX11" fmla="*/ 8020 w 285750"/>
                  <a:gd name="connsiteY11" fmla="*/ 140665 h 161925"/>
                  <a:gd name="connsiteX12" fmla="*/ 23593 w 285750"/>
                  <a:gd name="connsiteY12" fmla="*/ 154496 h 161925"/>
                  <a:gd name="connsiteX13" fmla="*/ 23641 w 285750"/>
                  <a:gd name="connsiteY13" fmla="*/ 154524 h 161925"/>
                  <a:gd name="connsiteX14" fmla="*/ 33623 w 285750"/>
                  <a:gd name="connsiteY14" fmla="*/ 154476 h 161925"/>
                  <a:gd name="connsiteX15" fmla="*/ 154067 w 285750"/>
                  <a:gd name="connsiteY15" fmla="*/ 81915 h 161925"/>
                  <a:gd name="connsiteX16" fmla="*/ 169831 w 285750"/>
                  <a:gd name="connsiteY16" fmla="*/ 72419 h 161925"/>
                  <a:gd name="connsiteX17" fmla="*/ 178079 w 285750"/>
                  <a:gd name="connsiteY17" fmla="*/ 71704 h 161925"/>
                  <a:gd name="connsiteX18" fmla="*/ 191443 w 285750"/>
                  <a:gd name="connsiteY18" fmla="*/ 76667 h 161925"/>
                  <a:gd name="connsiteX19" fmla="*/ 199692 w 285750"/>
                  <a:gd name="connsiteY19" fmla="*/ 75952 h 161925"/>
                  <a:gd name="connsiteX20" fmla="*/ 282102 w 285750"/>
                  <a:gd name="connsiteY20" fmla="*/ 25775 h 161925"/>
                  <a:gd name="connsiteX21" fmla="*/ 283073 w 285750"/>
                  <a:gd name="connsiteY21" fmla="*/ 20479 h 161925"/>
                  <a:gd name="connsiteX22" fmla="*/ 266910 w 285750"/>
                  <a:gd name="connsiteY22" fmla="*/ 8325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5750" h="161925">
                    <a:moveTo>
                      <a:pt x="266910" y="8325"/>
                    </a:moveTo>
                    <a:cubicBezTo>
                      <a:pt x="266891" y="8315"/>
                      <a:pt x="266881" y="8315"/>
                      <a:pt x="266862" y="8306"/>
                    </a:cubicBezTo>
                    <a:cubicBezTo>
                      <a:pt x="265633" y="7525"/>
                      <a:pt x="263995" y="7144"/>
                      <a:pt x="262337" y="7144"/>
                    </a:cubicBezTo>
                    <a:lnTo>
                      <a:pt x="262337" y="7144"/>
                    </a:lnTo>
                    <a:cubicBezTo>
                      <a:pt x="260623" y="7144"/>
                      <a:pt x="258899" y="7544"/>
                      <a:pt x="257566" y="8344"/>
                    </a:cubicBezTo>
                    <a:lnTo>
                      <a:pt x="145037" y="75762"/>
                    </a:lnTo>
                    <a:lnTo>
                      <a:pt x="129121" y="85296"/>
                    </a:lnTo>
                    <a:cubicBezTo>
                      <a:pt x="126787" y="86687"/>
                      <a:pt x="123377" y="86992"/>
                      <a:pt x="120805" y="86011"/>
                    </a:cubicBezTo>
                    <a:lnTo>
                      <a:pt x="107547" y="81010"/>
                    </a:lnTo>
                    <a:cubicBezTo>
                      <a:pt x="104975" y="80048"/>
                      <a:pt x="101574" y="80343"/>
                      <a:pt x="99232" y="81734"/>
                    </a:cubicBezTo>
                    <a:lnTo>
                      <a:pt x="9811" y="134750"/>
                    </a:lnTo>
                    <a:cubicBezTo>
                      <a:pt x="7144" y="136331"/>
                      <a:pt x="6344" y="138836"/>
                      <a:pt x="8020" y="140665"/>
                    </a:cubicBezTo>
                    <a:cubicBezTo>
                      <a:pt x="12497" y="145494"/>
                      <a:pt x="17669" y="150124"/>
                      <a:pt x="23593" y="154496"/>
                    </a:cubicBezTo>
                    <a:cubicBezTo>
                      <a:pt x="23612" y="154505"/>
                      <a:pt x="23622" y="154515"/>
                      <a:pt x="23641" y="154524"/>
                    </a:cubicBezTo>
                    <a:cubicBezTo>
                      <a:pt x="26108" y="156343"/>
                      <a:pt x="30595" y="156315"/>
                      <a:pt x="33623" y="154476"/>
                    </a:cubicBezTo>
                    <a:lnTo>
                      <a:pt x="154067" y="81915"/>
                    </a:lnTo>
                    <a:lnTo>
                      <a:pt x="169831" y="72419"/>
                    </a:lnTo>
                    <a:cubicBezTo>
                      <a:pt x="172126" y="71028"/>
                      <a:pt x="175508" y="70752"/>
                      <a:pt x="178079" y="71704"/>
                    </a:cubicBezTo>
                    <a:lnTo>
                      <a:pt x="191443" y="76667"/>
                    </a:lnTo>
                    <a:cubicBezTo>
                      <a:pt x="194034" y="77638"/>
                      <a:pt x="197415" y="77334"/>
                      <a:pt x="199692" y="75952"/>
                    </a:cubicBezTo>
                    <a:lnTo>
                      <a:pt x="282102" y="25775"/>
                    </a:lnTo>
                    <a:cubicBezTo>
                      <a:pt x="284435" y="24365"/>
                      <a:pt x="284883" y="22108"/>
                      <a:pt x="283073" y="20479"/>
                    </a:cubicBezTo>
                    <a:cubicBezTo>
                      <a:pt x="278292" y="16212"/>
                      <a:pt x="272911" y="12144"/>
                      <a:pt x="266910" y="8325"/>
                    </a:cubicBezTo>
                    <a:close/>
                  </a:path>
                </a:pathLst>
              </a:custGeom>
              <a:solidFill>
                <a:srgbClr val="FFBD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67E4C0F7-54AB-40B8-B4EC-79607F055CA9}"/>
                  </a:ext>
                </a:extLst>
              </p:cNvPr>
              <p:cNvSpPr/>
              <p:nvPr/>
            </p:nvSpPr>
            <p:spPr>
              <a:xfrm>
                <a:off x="7271177" y="2746939"/>
                <a:ext cx="57150" cy="38100"/>
              </a:xfrm>
              <a:custGeom>
                <a:avLst/>
                <a:gdLst>
                  <a:gd name="connsiteX0" fmla="*/ 44662 w 57150"/>
                  <a:gd name="connsiteY0" fmla="*/ 11106 h 38100"/>
                  <a:gd name="connsiteX1" fmla="*/ 29984 w 57150"/>
                  <a:gd name="connsiteY1" fmla="*/ 7144 h 38100"/>
                  <a:gd name="connsiteX2" fmla="*/ 14506 w 57150"/>
                  <a:gd name="connsiteY2" fmla="*/ 11106 h 38100"/>
                  <a:gd name="connsiteX3" fmla="*/ 12429 w 57150"/>
                  <a:gd name="connsiteY3" fmla="*/ 30480 h 38100"/>
                  <a:gd name="connsiteX4" fmla="*/ 42871 w 57150"/>
                  <a:gd name="connsiteY4" fmla="*/ 30480 h 38100"/>
                  <a:gd name="connsiteX5" fmla="*/ 44662 w 57150"/>
                  <a:gd name="connsiteY5" fmla="*/ 11106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50" h="38100">
                    <a:moveTo>
                      <a:pt x="44662" y="11106"/>
                    </a:moveTo>
                    <a:cubicBezTo>
                      <a:pt x="40766" y="8477"/>
                      <a:pt x="35441" y="7144"/>
                      <a:pt x="29984" y="7144"/>
                    </a:cubicBezTo>
                    <a:cubicBezTo>
                      <a:pt x="24535" y="7144"/>
                      <a:pt x="18944" y="8477"/>
                      <a:pt x="14506" y="11106"/>
                    </a:cubicBezTo>
                    <a:cubicBezTo>
                      <a:pt x="5581" y="16431"/>
                      <a:pt x="4628" y="25098"/>
                      <a:pt x="12429" y="30480"/>
                    </a:cubicBezTo>
                    <a:cubicBezTo>
                      <a:pt x="20268" y="35881"/>
                      <a:pt x="33946" y="35881"/>
                      <a:pt x="42871" y="30480"/>
                    </a:cubicBezTo>
                    <a:cubicBezTo>
                      <a:pt x="51758" y="25089"/>
                      <a:pt x="52520" y="16421"/>
                      <a:pt x="44662" y="11106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3C2A3599-157D-4530-BDA9-E1EAD42F3F7E}"/>
                  </a:ext>
                </a:extLst>
              </p:cNvPr>
              <p:cNvSpPr/>
              <p:nvPr/>
            </p:nvSpPr>
            <p:spPr>
              <a:xfrm>
                <a:off x="7093266" y="2638669"/>
                <a:ext cx="409575" cy="266700"/>
              </a:xfrm>
              <a:custGeom>
                <a:avLst/>
                <a:gdLst>
                  <a:gd name="connsiteX0" fmla="*/ 219630 w 409575"/>
                  <a:gd name="connsiteY0" fmla="*/ 7144 h 266700"/>
                  <a:gd name="connsiteX1" fmla="*/ 8908 w 409575"/>
                  <a:gd name="connsiteY1" fmla="*/ 127092 h 266700"/>
                  <a:gd name="connsiteX2" fmla="*/ 192331 w 409575"/>
                  <a:gd name="connsiteY2" fmla="*/ 263214 h 266700"/>
                  <a:gd name="connsiteX3" fmla="*/ 404815 w 409575"/>
                  <a:gd name="connsiteY3" fmla="*/ 127092 h 266700"/>
                  <a:gd name="connsiteX4" fmla="*/ 219630 w 409575"/>
                  <a:gd name="connsiteY4" fmla="*/ 7144 h 266700"/>
                  <a:gd name="connsiteX5" fmla="*/ 192322 w 409575"/>
                  <a:gd name="connsiteY5" fmla="*/ 238906 h 266700"/>
                  <a:gd name="connsiteX6" fmla="*/ 47389 w 409575"/>
                  <a:gd name="connsiteY6" fmla="*/ 185585 h 266700"/>
                  <a:gd name="connsiteX7" fmla="*/ 32673 w 409575"/>
                  <a:gd name="connsiteY7" fmla="*/ 131959 h 266700"/>
                  <a:gd name="connsiteX8" fmla="*/ 219621 w 409575"/>
                  <a:gd name="connsiteY8" fmla="*/ 31461 h 266700"/>
                  <a:gd name="connsiteX9" fmla="*/ 358599 w 409575"/>
                  <a:gd name="connsiteY9" fmla="*/ 78581 h 266700"/>
                  <a:gd name="connsiteX10" fmla="*/ 380488 w 409575"/>
                  <a:gd name="connsiteY10" fmla="*/ 126844 h 266700"/>
                  <a:gd name="connsiteX11" fmla="*/ 192322 w 409575"/>
                  <a:gd name="connsiteY11" fmla="*/ 238906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575" h="266700">
                    <a:moveTo>
                      <a:pt x="219630" y="7144"/>
                    </a:moveTo>
                    <a:cubicBezTo>
                      <a:pt x="116769" y="7144"/>
                      <a:pt x="22834" y="58998"/>
                      <a:pt x="8908" y="127092"/>
                    </a:cubicBezTo>
                    <a:cubicBezTo>
                      <a:pt x="-6046" y="200044"/>
                      <a:pt x="75669" y="263214"/>
                      <a:pt x="192331" y="263214"/>
                    </a:cubicBezTo>
                    <a:cubicBezTo>
                      <a:pt x="309060" y="263214"/>
                      <a:pt x="404205" y="200044"/>
                      <a:pt x="404815" y="127092"/>
                    </a:cubicBezTo>
                    <a:cubicBezTo>
                      <a:pt x="405358" y="59007"/>
                      <a:pt x="322433" y="7144"/>
                      <a:pt x="219630" y="7144"/>
                    </a:cubicBezTo>
                    <a:close/>
                    <a:moveTo>
                      <a:pt x="192322" y="238906"/>
                    </a:moveTo>
                    <a:cubicBezTo>
                      <a:pt x="129771" y="238906"/>
                      <a:pt x="74202" y="218465"/>
                      <a:pt x="47389" y="185585"/>
                    </a:cubicBezTo>
                    <a:cubicBezTo>
                      <a:pt x="33759" y="168926"/>
                      <a:pt x="28844" y="150867"/>
                      <a:pt x="32673" y="131959"/>
                    </a:cubicBezTo>
                    <a:cubicBezTo>
                      <a:pt x="44037" y="76514"/>
                      <a:pt x="127876" y="31461"/>
                      <a:pt x="219621" y="31461"/>
                    </a:cubicBezTo>
                    <a:cubicBezTo>
                      <a:pt x="277313" y="31461"/>
                      <a:pt x="329301" y="49101"/>
                      <a:pt x="358599" y="78581"/>
                    </a:cubicBezTo>
                    <a:cubicBezTo>
                      <a:pt x="373249" y="93412"/>
                      <a:pt x="380612" y="109642"/>
                      <a:pt x="380488" y="126844"/>
                    </a:cubicBezTo>
                    <a:cubicBezTo>
                      <a:pt x="380012" y="186547"/>
                      <a:pt x="292096" y="238906"/>
                      <a:pt x="192322" y="238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66D01120-3B8E-4A2F-88B9-CB4F8E2234C8}"/>
                  </a:ext>
                </a:extLst>
              </p:cNvPr>
              <p:cNvSpPr/>
              <p:nvPr/>
            </p:nvSpPr>
            <p:spPr>
              <a:xfrm>
                <a:off x="7082970" y="2699105"/>
                <a:ext cx="57150" cy="123825"/>
              </a:xfrm>
              <a:custGeom>
                <a:avLst/>
                <a:gdLst>
                  <a:gd name="connsiteX0" fmla="*/ 51389 w 57150"/>
                  <a:gd name="connsiteY0" fmla="*/ 11001 h 123825"/>
                  <a:gd name="connsiteX1" fmla="*/ 37321 w 57150"/>
                  <a:gd name="connsiteY1" fmla="*/ 7144 h 123825"/>
                  <a:gd name="connsiteX2" fmla="*/ 9365 w 57150"/>
                  <a:gd name="connsiteY2" fmla="*/ 60503 h 123825"/>
                  <a:gd name="connsiteX3" fmla="*/ 14442 w 57150"/>
                  <a:gd name="connsiteY3" fmla="*/ 116834 h 123825"/>
                  <a:gd name="connsiteX4" fmla="*/ 30968 w 57150"/>
                  <a:gd name="connsiteY4" fmla="*/ 112557 h 123825"/>
                  <a:gd name="connsiteX5" fmla="*/ 25862 w 57150"/>
                  <a:gd name="connsiteY5" fmla="*/ 60503 h 123825"/>
                  <a:gd name="connsiteX6" fmla="*/ 51389 w 57150"/>
                  <a:gd name="connsiteY6" fmla="*/ 11001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389" y="11001"/>
                    </a:moveTo>
                    <a:lnTo>
                      <a:pt x="37321" y="7144"/>
                    </a:lnTo>
                    <a:cubicBezTo>
                      <a:pt x="22890" y="23765"/>
                      <a:pt x="13442" y="41701"/>
                      <a:pt x="9365" y="60503"/>
                    </a:cubicBezTo>
                    <a:cubicBezTo>
                      <a:pt x="5213" y="79658"/>
                      <a:pt x="6869" y="98622"/>
                      <a:pt x="14442" y="116834"/>
                    </a:cubicBezTo>
                    <a:lnTo>
                      <a:pt x="30968" y="112557"/>
                    </a:lnTo>
                    <a:cubicBezTo>
                      <a:pt x="23833" y="95745"/>
                      <a:pt x="22157" y="78229"/>
                      <a:pt x="25862" y="60503"/>
                    </a:cubicBezTo>
                    <a:cubicBezTo>
                      <a:pt x="29520" y="43072"/>
                      <a:pt x="38131" y="26441"/>
                      <a:pt x="51389" y="11001"/>
                    </a:cubicBezTo>
                    <a:close/>
                  </a:path>
                </a:pathLst>
              </a:custGeom>
              <a:solidFill>
                <a:srgbClr val="D3D3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7D284CAD-E8EB-4486-80B8-20E12A0CBB30}"/>
                  </a:ext>
                </a:extLst>
              </p:cNvPr>
              <p:cNvSpPr/>
              <p:nvPr/>
            </p:nvSpPr>
            <p:spPr>
              <a:xfrm>
                <a:off x="7082979" y="2699105"/>
                <a:ext cx="57150" cy="123825"/>
              </a:xfrm>
              <a:custGeom>
                <a:avLst/>
                <a:gdLst>
                  <a:gd name="connsiteX0" fmla="*/ 9365 w 57150"/>
                  <a:gd name="connsiteY0" fmla="*/ 60493 h 123825"/>
                  <a:gd name="connsiteX1" fmla="*/ 14442 w 57150"/>
                  <a:gd name="connsiteY1" fmla="*/ 116824 h 123825"/>
                  <a:gd name="connsiteX2" fmla="*/ 30968 w 57150"/>
                  <a:gd name="connsiteY2" fmla="*/ 112538 h 123825"/>
                  <a:gd name="connsiteX3" fmla="*/ 25862 w 57150"/>
                  <a:gd name="connsiteY3" fmla="*/ 60493 h 123825"/>
                  <a:gd name="connsiteX4" fmla="*/ 51390 w 57150"/>
                  <a:gd name="connsiteY4" fmla="*/ 11001 h 123825"/>
                  <a:gd name="connsiteX5" fmla="*/ 51390 w 57150"/>
                  <a:gd name="connsiteY5" fmla="*/ 11001 h 123825"/>
                  <a:gd name="connsiteX6" fmla="*/ 37312 w 57150"/>
                  <a:gd name="connsiteY6" fmla="*/ 7144 h 123825"/>
                  <a:gd name="connsiteX7" fmla="*/ 9365 w 57150"/>
                  <a:gd name="connsiteY7" fmla="*/ 60493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50" h="123825">
                    <a:moveTo>
                      <a:pt x="9365" y="60493"/>
                    </a:moveTo>
                    <a:cubicBezTo>
                      <a:pt x="5212" y="79648"/>
                      <a:pt x="6870" y="98612"/>
                      <a:pt x="14442" y="116824"/>
                    </a:cubicBezTo>
                    <a:lnTo>
                      <a:pt x="30968" y="112538"/>
                    </a:lnTo>
                    <a:cubicBezTo>
                      <a:pt x="23834" y="95745"/>
                      <a:pt x="22157" y="78219"/>
                      <a:pt x="25862" y="60493"/>
                    </a:cubicBezTo>
                    <a:cubicBezTo>
                      <a:pt x="29501" y="43072"/>
                      <a:pt x="38112" y="26432"/>
                      <a:pt x="51390" y="11001"/>
                    </a:cubicBezTo>
                    <a:lnTo>
                      <a:pt x="51390" y="11001"/>
                    </a:lnTo>
                    <a:lnTo>
                      <a:pt x="37312" y="7144"/>
                    </a:lnTo>
                    <a:cubicBezTo>
                      <a:pt x="22900" y="23755"/>
                      <a:pt x="13451" y="41691"/>
                      <a:pt x="9365" y="60493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10526DC8-79EC-4F34-9A5A-0E743FB23D2B}"/>
                  </a:ext>
                </a:extLst>
              </p:cNvPr>
              <p:cNvSpPr/>
              <p:nvPr/>
            </p:nvSpPr>
            <p:spPr>
              <a:xfrm>
                <a:off x="7082990" y="2772219"/>
                <a:ext cx="38100" cy="66675"/>
              </a:xfrm>
              <a:custGeom>
                <a:avLst/>
                <a:gdLst>
                  <a:gd name="connsiteX0" fmla="*/ 7191 w 38100"/>
                  <a:gd name="connsiteY0" fmla="*/ 7144 h 66675"/>
                  <a:gd name="connsiteX1" fmla="*/ 7144 w 38100"/>
                  <a:gd name="connsiteY1" fmla="*/ 7201 h 66675"/>
                  <a:gd name="connsiteX2" fmla="*/ 7144 w 38100"/>
                  <a:gd name="connsiteY2" fmla="*/ 26280 h 66675"/>
                  <a:gd name="connsiteX3" fmla="*/ 14440 w 38100"/>
                  <a:gd name="connsiteY3" fmla="*/ 62817 h 66675"/>
                  <a:gd name="connsiteX4" fmla="*/ 22765 w 38100"/>
                  <a:gd name="connsiteY4" fmla="*/ 60617 h 66675"/>
                  <a:gd name="connsiteX5" fmla="*/ 22765 w 38100"/>
                  <a:gd name="connsiteY5" fmla="*/ 45691 h 66675"/>
                  <a:gd name="connsiteX6" fmla="*/ 30966 w 38100"/>
                  <a:gd name="connsiteY6" fmla="*/ 43558 h 66675"/>
                  <a:gd name="connsiteX7" fmla="*/ 30966 w 38100"/>
                  <a:gd name="connsiteY7" fmla="*/ 39433 h 66675"/>
                  <a:gd name="connsiteX8" fmla="*/ 14440 w 38100"/>
                  <a:gd name="connsiteY8" fmla="*/ 43710 h 66675"/>
                  <a:gd name="connsiteX9" fmla="*/ 7191 w 38100"/>
                  <a:gd name="connsiteY9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100" h="66675">
                    <a:moveTo>
                      <a:pt x="7191" y="7144"/>
                    </a:moveTo>
                    <a:lnTo>
                      <a:pt x="7144" y="7201"/>
                    </a:lnTo>
                    <a:lnTo>
                      <a:pt x="7144" y="26280"/>
                    </a:lnTo>
                    <a:cubicBezTo>
                      <a:pt x="7144" y="47082"/>
                      <a:pt x="14440" y="62817"/>
                      <a:pt x="14440" y="62817"/>
                    </a:cubicBezTo>
                    <a:lnTo>
                      <a:pt x="22765" y="60617"/>
                    </a:lnTo>
                    <a:lnTo>
                      <a:pt x="22765" y="45691"/>
                    </a:lnTo>
                    <a:lnTo>
                      <a:pt x="30966" y="43558"/>
                    </a:lnTo>
                    <a:lnTo>
                      <a:pt x="30966" y="39433"/>
                    </a:lnTo>
                    <a:lnTo>
                      <a:pt x="14440" y="43710"/>
                    </a:lnTo>
                    <a:cubicBezTo>
                      <a:pt x="9477" y="31794"/>
                      <a:pt x="7106" y="19545"/>
                      <a:pt x="7191" y="7144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EA857395-CE2A-483E-904A-7ABC69E89D6A}"/>
                  </a:ext>
                </a:extLst>
              </p:cNvPr>
              <p:cNvSpPr/>
              <p:nvPr/>
            </p:nvSpPr>
            <p:spPr>
              <a:xfrm>
                <a:off x="7099815" y="2702953"/>
                <a:ext cx="38100" cy="76200"/>
              </a:xfrm>
              <a:custGeom>
                <a:avLst/>
                <a:gdLst>
                  <a:gd name="connsiteX0" fmla="*/ 7178 w 38100"/>
                  <a:gd name="connsiteY0" fmla="*/ 77191 h 76200"/>
                  <a:gd name="connsiteX1" fmla="*/ 9026 w 38100"/>
                  <a:gd name="connsiteY1" fmla="*/ 60760 h 76200"/>
                  <a:gd name="connsiteX2" fmla="*/ 34543 w 38100"/>
                  <a:gd name="connsiteY2" fmla="*/ 11268 h 76200"/>
                  <a:gd name="connsiteX3" fmla="*/ 34543 w 38100"/>
                  <a:gd name="connsiteY3" fmla="*/ 7144 h 76200"/>
                  <a:gd name="connsiteX4" fmla="*/ 9026 w 38100"/>
                  <a:gd name="connsiteY4" fmla="*/ 56636 h 76200"/>
                  <a:gd name="connsiteX5" fmla="*/ 7178 w 38100"/>
                  <a:gd name="connsiteY5" fmla="*/ 77191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76200">
                    <a:moveTo>
                      <a:pt x="7178" y="77191"/>
                    </a:moveTo>
                    <a:cubicBezTo>
                      <a:pt x="7283" y="71752"/>
                      <a:pt x="7873" y="66275"/>
                      <a:pt x="9026" y="60760"/>
                    </a:cubicBezTo>
                    <a:cubicBezTo>
                      <a:pt x="12664" y="43339"/>
                      <a:pt x="21275" y="26699"/>
                      <a:pt x="34543" y="11268"/>
                    </a:cubicBezTo>
                    <a:lnTo>
                      <a:pt x="34543" y="7144"/>
                    </a:lnTo>
                    <a:cubicBezTo>
                      <a:pt x="21275" y="22574"/>
                      <a:pt x="12664" y="39214"/>
                      <a:pt x="9026" y="56636"/>
                    </a:cubicBezTo>
                    <a:cubicBezTo>
                      <a:pt x="7587" y="63532"/>
                      <a:pt x="6987" y="70390"/>
                      <a:pt x="7178" y="77191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42944685-0E57-4087-94D5-07C876FD7222}"/>
                  </a:ext>
                </a:extLst>
              </p:cNvPr>
              <p:cNvSpPr/>
              <p:nvPr/>
            </p:nvSpPr>
            <p:spPr>
              <a:xfrm>
                <a:off x="7602642" y="2276804"/>
                <a:ext cx="409575" cy="266700"/>
              </a:xfrm>
              <a:custGeom>
                <a:avLst/>
                <a:gdLst>
                  <a:gd name="connsiteX0" fmla="*/ 219765 w 409575"/>
                  <a:gd name="connsiteY0" fmla="*/ 7144 h 266700"/>
                  <a:gd name="connsiteX1" fmla="*/ 7291 w 409575"/>
                  <a:gd name="connsiteY1" fmla="*/ 125187 h 266700"/>
                  <a:gd name="connsiteX2" fmla="*/ 7282 w 409575"/>
                  <a:gd name="connsiteY2" fmla="*/ 139465 h 266700"/>
                  <a:gd name="connsiteX3" fmla="*/ 192457 w 409575"/>
                  <a:gd name="connsiteY3" fmla="*/ 263214 h 266700"/>
                  <a:gd name="connsiteX4" fmla="*/ 404950 w 409575"/>
                  <a:gd name="connsiteY4" fmla="*/ 127102 h 266700"/>
                  <a:gd name="connsiteX5" fmla="*/ 404845 w 409575"/>
                  <a:gd name="connsiteY5" fmla="*/ 101965 h 266700"/>
                  <a:gd name="connsiteX6" fmla="*/ 219765 w 409575"/>
                  <a:gd name="connsiteY6" fmla="*/ 7144 h 266700"/>
                  <a:gd name="connsiteX7" fmla="*/ 192466 w 409575"/>
                  <a:gd name="connsiteY7" fmla="*/ 238897 h 266700"/>
                  <a:gd name="connsiteX8" fmla="*/ 47534 w 409575"/>
                  <a:gd name="connsiteY8" fmla="*/ 185576 h 266700"/>
                  <a:gd name="connsiteX9" fmla="*/ 32818 w 409575"/>
                  <a:gd name="connsiteY9" fmla="*/ 131959 h 266700"/>
                  <a:gd name="connsiteX10" fmla="*/ 219765 w 409575"/>
                  <a:gd name="connsiteY10" fmla="*/ 31461 h 266700"/>
                  <a:gd name="connsiteX11" fmla="*/ 358754 w 409575"/>
                  <a:gd name="connsiteY11" fmla="*/ 78572 h 266700"/>
                  <a:gd name="connsiteX12" fmla="*/ 380633 w 409575"/>
                  <a:gd name="connsiteY12" fmla="*/ 126844 h 266700"/>
                  <a:gd name="connsiteX13" fmla="*/ 192466 w 409575"/>
                  <a:gd name="connsiteY13" fmla="*/ 23889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9575" h="266700">
                    <a:moveTo>
                      <a:pt x="219765" y="7144"/>
                    </a:moveTo>
                    <a:cubicBezTo>
                      <a:pt x="34875" y="7144"/>
                      <a:pt x="7291" y="125187"/>
                      <a:pt x="7291" y="125187"/>
                    </a:cubicBezTo>
                    <a:lnTo>
                      <a:pt x="7282" y="139465"/>
                    </a:lnTo>
                    <a:cubicBezTo>
                      <a:pt x="3385" y="207054"/>
                      <a:pt x="82453" y="263214"/>
                      <a:pt x="192457" y="263214"/>
                    </a:cubicBezTo>
                    <a:cubicBezTo>
                      <a:pt x="309186" y="263214"/>
                      <a:pt x="404341" y="200044"/>
                      <a:pt x="404950" y="127102"/>
                    </a:cubicBezTo>
                    <a:cubicBezTo>
                      <a:pt x="404950" y="125568"/>
                      <a:pt x="404845" y="101965"/>
                      <a:pt x="404845" y="101965"/>
                    </a:cubicBezTo>
                    <a:cubicBezTo>
                      <a:pt x="404845" y="101965"/>
                      <a:pt x="359992" y="7144"/>
                      <a:pt x="219765" y="7144"/>
                    </a:cubicBezTo>
                    <a:close/>
                    <a:moveTo>
                      <a:pt x="192466" y="238897"/>
                    </a:moveTo>
                    <a:cubicBezTo>
                      <a:pt x="129916" y="238897"/>
                      <a:pt x="74357" y="218465"/>
                      <a:pt x="47534" y="185576"/>
                    </a:cubicBezTo>
                    <a:cubicBezTo>
                      <a:pt x="33913" y="168916"/>
                      <a:pt x="28989" y="150857"/>
                      <a:pt x="32818" y="131959"/>
                    </a:cubicBezTo>
                    <a:cubicBezTo>
                      <a:pt x="44181" y="76514"/>
                      <a:pt x="128020" y="31461"/>
                      <a:pt x="219765" y="31461"/>
                    </a:cubicBezTo>
                    <a:cubicBezTo>
                      <a:pt x="277458" y="31461"/>
                      <a:pt x="329446" y="49092"/>
                      <a:pt x="358754" y="78572"/>
                    </a:cubicBezTo>
                    <a:cubicBezTo>
                      <a:pt x="373394" y="93402"/>
                      <a:pt x="380757" y="109642"/>
                      <a:pt x="380633" y="126844"/>
                    </a:cubicBezTo>
                    <a:cubicBezTo>
                      <a:pt x="380147" y="186557"/>
                      <a:pt x="292231" y="238897"/>
                      <a:pt x="192466" y="238897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E752476-C7C2-4741-A75D-BBBB01EF48DA}"/>
                  </a:ext>
                </a:extLst>
              </p:cNvPr>
              <p:cNvSpPr/>
              <p:nvPr/>
            </p:nvSpPr>
            <p:spPr>
              <a:xfrm>
                <a:off x="7845448" y="2393038"/>
                <a:ext cx="9525" cy="9525"/>
              </a:xfrm>
              <a:custGeom>
                <a:avLst/>
                <a:gdLst>
                  <a:gd name="connsiteX0" fmla="*/ 7162 w 9525"/>
                  <a:gd name="connsiteY0" fmla="*/ 7249 h 9525"/>
                  <a:gd name="connsiteX1" fmla="*/ 7162 w 9525"/>
                  <a:gd name="connsiteY1" fmla="*/ 7144 h 9525"/>
                  <a:gd name="connsiteX2" fmla="*/ 7144 w 9525"/>
                  <a:gd name="connsiteY2" fmla="*/ 714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9525">
                    <a:moveTo>
                      <a:pt x="7162" y="7249"/>
                    </a:moveTo>
                    <a:lnTo>
                      <a:pt x="7162" y="7144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61616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DC10E5AB-A7E1-4CD5-B37F-849044E12D4A}"/>
                  </a:ext>
                </a:extLst>
              </p:cNvPr>
              <p:cNvSpPr/>
              <p:nvPr/>
            </p:nvSpPr>
            <p:spPr>
              <a:xfrm>
                <a:off x="7760132" y="2396038"/>
                <a:ext cx="95250" cy="76200"/>
              </a:xfrm>
              <a:custGeom>
                <a:avLst/>
                <a:gdLst>
                  <a:gd name="connsiteX0" fmla="*/ 45930 w 95250"/>
                  <a:gd name="connsiteY0" fmla="*/ 34595 h 76200"/>
                  <a:gd name="connsiteX1" fmla="*/ 7144 w 95250"/>
                  <a:gd name="connsiteY1" fmla="*/ 9916 h 76200"/>
                  <a:gd name="connsiteX2" fmla="*/ 7201 w 95250"/>
                  <a:gd name="connsiteY2" fmla="*/ 47882 h 76200"/>
                  <a:gd name="connsiteX3" fmla="*/ 46063 w 95250"/>
                  <a:gd name="connsiteY3" fmla="*/ 73095 h 76200"/>
                  <a:gd name="connsiteX4" fmla="*/ 90697 w 95250"/>
                  <a:gd name="connsiteY4" fmla="*/ 45644 h 76200"/>
                  <a:gd name="connsiteX5" fmla="*/ 90364 w 95250"/>
                  <a:gd name="connsiteY5" fmla="*/ 7144 h 76200"/>
                  <a:gd name="connsiteX6" fmla="*/ 45930 w 95250"/>
                  <a:gd name="connsiteY6" fmla="*/ 34595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250" h="76200">
                    <a:moveTo>
                      <a:pt x="45930" y="34595"/>
                    </a:moveTo>
                    <a:cubicBezTo>
                      <a:pt x="23975" y="34595"/>
                      <a:pt x="7534" y="23698"/>
                      <a:pt x="7144" y="9916"/>
                    </a:cubicBezTo>
                    <a:lnTo>
                      <a:pt x="7201" y="47882"/>
                    </a:lnTo>
                    <a:cubicBezTo>
                      <a:pt x="7163" y="61913"/>
                      <a:pt x="23813" y="73095"/>
                      <a:pt x="46063" y="73095"/>
                    </a:cubicBezTo>
                    <a:cubicBezTo>
                      <a:pt x="69475" y="73095"/>
                      <a:pt x="89392" y="60703"/>
                      <a:pt x="90697" y="45644"/>
                    </a:cubicBezTo>
                    <a:cubicBezTo>
                      <a:pt x="90774" y="44806"/>
                      <a:pt x="90364" y="7144"/>
                      <a:pt x="90364" y="7144"/>
                    </a:cubicBezTo>
                    <a:cubicBezTo>
                      <a:pt x="90354" y="22212"/>
                      <a:pt x="69342" y="34595"/>
                      <a:pt x="45930" y="34595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1731C3EE-F865-4FED-902B-3EF50BA631E3}"/>
                  </a:ext>
                </a:extLst>
              </p:cNvPr>
              <p:cNvSpPr/>
              <p:nvPr/>
            </p:nvSpPr>
            <p:spPr>
              <a:xfrm>
                <a:off x="7760254" y="2369330"/>
                <a:ext cx="95250" cy="66675"/>
              </a:xfrm>
              <a:custGeom>
                <a:avLst/>
                <a:gdLst>
                  <a:gd name="connsiteX0" fmla="*/ 51962 w 95250"/>
                  <a:gd name="connsiteY0" fmla="*/ 7144 h 66675"/>
                  <a:gd name="connsiteX1" fmla="*/ 7289 w 95250"/>
                  <a:gd name="connsiteY1" fmla="*/ 33861 h 66675"/>
                  <a:gd name="connsiteX2" fmla="*/ 46161 w 95250"/>
                  <a:gd name="connsiteY2" fmla="*/ 61303 h 66675"/>
                  <a:gd name="connsiteX3" fmla="*/ 90918 w 95250"/>
                  <a:gd name="connsiteY3" fmla="*/ 33861 h 66675"/>
                  <a:gd name="connsiteX4" fmla="*/ 51962 w 95250"/>
                  <a:gd name="connsiteY4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66675">
                    <a:moveTo>
                      <a:pt x="51962" y="7144"/>
                    </a:moveTo>
                    <a:cubicBezTo>
                      <a:pt x="29168" y="7144"/>
                      <a:pt x="9185" y="19012"/>
                      <a:pt x="7289" y="33861"/>
                    </a:cubicBezTo>
                    <a:cubicBezTo>
                      <a:pt x="5365" y="48920"/>
                      <a:pt x="22748" y="61303"/>
                      <a:pt x="46161" y="61303"/>
                    </a:cubicBezTo>
                    <a:cubicBezTo>
                      <a:pt x="69573" y="61303"/>
                      <a:pt x="89623" y="48920"/>
                      <a:pt x="90918" y="33861"/>
                    </a:cubicBezTo>
                    <a:cubicBezTo>
                      <a:pt x="92195" y="19012"/>
                      <a:pt x="74736" y="7144"/>
                      <a:pt x="51962" y="7144"/>
                    </a:cubicBez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4B9F1DE9-E35C-4C8F-89B2-EF995D667F56}"/>
                  </a:ext>
                </a:extLst>
              </p:cNvPr>
              <p:cNvSpPr/>
              <p:nvPr/>
            </p:nvSpPr>
            <p:spPr>
              <a:xfrm>
                <a:off x="7780697" y="2364804"/>
                <a:ext cx="57150" cy="47625"/>
              </a:xfrm>
              <a:custGeom>
                <a:avLst/>
                <a:gdLst>
                  <a:gd name="connsiteX0" fmla="*/ 44663 w 57150"/>
                  <a:gd name="connsiteY0" fmla="*/ 11109 h 47625"/>
                  <a:gd name="connsiteX1" fmla="*/ 14497 w 57150"/>
                  <a:gd name="connsiteY1" fmla="*/ 11109 h 47625"/>
                  <a:gd name="connsiteX2" fmla="*/ 7144 w 57150"/>
                  <a:gd name="connsiteY2" fmla="*/ 21738 h 47625"/>
                  <a:gd name="connsiteX3" fmla="*/ 7154 w 57150"/>
                  <a:gd name="connsiteY3" fmla="*/ 34540 h 47625"/>
                  <a:gd name="connsiteX4" fmla="*/ 12430 w 57150"/>
                  <a:gd name="connsiteY4" fmla="*/ 43132 h 47625"/>
                  <a:gd name="connsiteX5" fmla="*/ 42872 w 57150"/>
                  <a:gd name="connsiteY5" fmla="*/ 43132 h 47625"/>
                  <a:gd name="connsiteX6" fmla="*/ 50083 w 57150"/>
                  <a:gd name="connsiteY6" fmla="*/ 32454 h 47625"/>
                  <a:gd name="connsiteX7" fmla="*/ 50083 w 57150"/>
                  <a:gd name="connsiteY7" fmla="*/ 19805 h 47625"/>
                  <a:gd name="connsiteX8" fmla="*/ 44663 w 57150"/>
                  <a:gd name="connsiteY8" fmla="*/ 1110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50" h="47625">
                    <a:moveTo>
                      <a:pt x="44663" y="11109"/>
                    </a:moveTo>
                    <a:cubicBezTo>
                      <a:pt x="36843" y="5822"/>
                      <a:pt x="23384" y="5822"/>
                      <a:pt x="14497" y="11109"/>
                    </a:cubicBezTo>
                    <a:cubicBezTo>
                      <a:pt x="9630" y="14023"/>
                      <a:pt x="7125" y="17919"/>
                      <a:pt x="7144" y="21738"/>
                    </a:cubicBezTo>
                    <a:lnTo>
                      <a:pt x="7154" y="34540"/>
                    </a:lnTo>
                    <a:cubicBezTo>
                      <a:pt x="7201" y="37655"/>
                      <a:pt x="8944" y="40722"/>
                      <a:pt x="12430" y="43132"/>
                    </a:cubicBezTo>
                    <a:cubicBezTo>
                      <a:pt x="20279" y="48532"/>
                      <a:pt x="33947" y="48532"/>
                      <a:pt x="42872" y="43132"/>
                    </a:cubicBezTo>
                    <a:cubicBezTo>
                      <a:pt x="47720" y="40179"/>
                      <a:pt x="50159" y="36264"/>
                      <a:pt x="50083" y="32454"/>
                    </a:cubicBezTo>
                    <a:lnTo>
                      <a:pt x="50083" y="19805"/>
                    </a:lnTo>
                    <a:cubicBezTo>
                      <a:pt x="50016" y="16633"/>
                      <a:pt x="48225" y="13518"/>
                      <a:pt x="44663" y="11109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A887FC7-B6E9-49AD-A279-60202B69F36A}"/>
                  </a:ext>
                </a:extLst>
              </p:cNvPr>
              <p:cNvSpPr/>
              <p:nvPr/>
            </p:nvSpPr>
            <p:spPr>
              <a:xfrm>
                <a:off x="7654754" y="2313770"/>
                <a:ext cx="285750" cy="161925"/>
              </a:xfrm>
              <a:custGeom>
                <a:avLst/>
                <a:gdLst>
                  <a:gd name="connsiteX0" fmla="*/ 267561 w 285750"/>
                  <a:gd name="connsiteY0" fmla="*/ 8336 h 161925"/>
                  <a:gd name="connsiteX1" fmla="*/ 267513 w 285750"/>
                  <a:gd name="connsiteY1" fmla="*/ 8307 h 161925"/>
                  <a:gd name="connsiteX2" fmla="*/ 258216 w 285750"/>
                  <a:gd name="connsiteY2" fmla="*/ 8345 h 161925"/>
                  <a:gd name="connsiteX3" fmla="*/ 145688 w 285750"/>
                  <a:gd name="connsiteY3" fmla="*/ 75763 h 161925"/>
                  <a:gd name="connsiteX4" fmla="*/ 129781 w 285750"/>
                  <a:gd name="connsiteY4" fmla="*/ 85298 h 161925"/>
                  <a:gd name="connsiteX5" fmla="*/ 121456 w 285750"/>
                  <a:gd name="connsiteY5" fmla="*/ 86022 h 161925"/>
                  <a:gd name="connsiteX6" fmla="*/ 108198 w 285750"/>
                  <a:gd name="connsiteY6" fmla="*/ 81021 h 161925"/>
                  <a:gd name="connsiteX7" fmla="*/ 99892 w 285750"/>
                  <a:gd name="connsiteY7" fmla="*/ 81735 h 161925"/>
                  <a:gd name="connsiteX8" fmla="*/ 7794 w 285750"/>
                  <a:gd name="connsiteY8" fmla="*/ 132866 h 161925"/>
                  <a:gd name="connsiteX9" fmla="*/ 8680 w 285750"/>
                  <a:gd name="connsiteY9" fmla="*/ 140667 h 161925"/>
                  <a:gd name="connsiteX10" fmla="*/ 24254 w 285750"/>
                  <a:gd name="connsiteY10" fmla="*/ 154506 h 161925"/>
                  <a:gd name="connsiteX11" fmla="*/ 24292 w 285750"/>
                  <a:gd name="connsiteY11" fmla="*/ 154535 h 161925"/>
                  <a:gd name="connsiteX12" fmla="*/ 34274 w 285750"/>
                  <a:gd name="connsiteY12" fmla="*/ 154487 h 161925"/>
                  <a:gd name="connsiteX13" fmla="*/ 154727 w 285750"/>
                  <a:gd name="connsiteY13" fmla="*/ 81926 h 161925"/>
                  <a:gd name="connsiteX14" fmla="*/ 170482 w 285750"/>
                  <a:gd name="connsiteY14" fmla="*/ 72430 h 161925"/>
                  <a:gd name="connsiteX15" fmla="*/ 178730 w 285750"/>
                  <a:gd name="connsiteY15" fmla="*/ 71715 h 161925"/>
                  <a:gd name="connsiteX16" fmla="*/ 192104 w 285750"/>
                  <a:gd name="connsiteY16" fmla="*/ 76678 h 161925"/>
                  <a:gd name="connsiteX17" fmla="*/ 200352 w 285750"/>
                  <a:gd name="connsiteY17" fmla="*/ 75963 h 161925"/>
                  <a:gd name="connsiteX18" fmla="*/ 282743 w 285750"/>
                  <a:gd name="connsiteY18" fmla="*/ 25795 h 161925"/>
                  <a:gd name="connsiteX19" fmla="*/ 284848 w 285750"/>
                  <a:gd name="connsiteY19" fmla="*/ 17404 h 161925"/>
                  <a:gd name="connsiteX20" fmla="*/ 267561 w 285750"/>
                  <a:gd name="connsiteY20" fmla="*/ 8336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5750" h="161925">
                    <a:moveTo>
                      <a:pt x="267561" y="8336"/>
                    </a:moveTo>
                    <a:cubicBezTo>
                      <a:pt x="267541" y="8326"/>
                      <a:pt x="267531" y="8317"/>
                      <a:pt x="267513" y="8307"/>
                    </a:cubicBezTo>
                    <a:cubicBezTo>
                      <a:pt x="265026" y="6726"/>
                      <a:pt x="260855" y="6774"/>
                      <a:pt x="258216" y="8345"/>
                    </a:cubicBezTo>
                    <a:lnTo>
                      <a:pt x="145688" y="75763"/>
                    </a:lnTo>
                    <a:lnTo>
                      <a:pt x="129781" y="85298"/>
                    </a:lnTo>
                    <a:cubicBezTo>
                      <a:pt x="127448" y="86688"/>
                      <a:pt x="124028" y="86993"/>
                      <a:pt x="121456" y="86022"/>
                    </a:cubicBezTo>
                    <a:lnTo>
                      <a:pt x="108198" y="81021"/>
                    </a:lnTo>
                    <a:cubicBezTo>
                      <a:pt x="105626" y="80050"/>
                      <a:pt x="102235" y="80354"/>
                      <a:pt x="99892" y="81735"/>
                    </a:cubicBezTo>
                    <a:lnTo>
                      <a:pt x="7794" y="132866"/>
                    </a:lnTo>
                    <a:cubicBezTo>
                      <a:pt x="7794" y="132866"/>
                      <a:pt x="5852" y="137628"/>
                      <a:pt x="8680" y="140667"/>
                    </a:cubicBezTo>
                    <a:cubicBezTo>
                      <a:pt x="13148" y="145496"/>
                      <a:pt x="18319" y="150134"/>
                      <a:pt x="24254" y="154506"/>
                    </a:cubicBezTo>
                    <a:cubicBezTo>
                      <a:pt x="24263" y="154516"/>
                      <a:pt x="24282" y="154526"/>
                      <a:pt x="24292" y="154535"/>
                    </a:cubicBezTo>
                    <a:cubicBezTo>
                      <a:pt x="26768" y="156354"/>
                      <a:pt x="31245" y="156307"/>
                      <a:pt x="34274" y="154487"/>
                    </a:cubicBezTo>
                    <a:lnTo>
                      <a:pt x="154727" y="81926"/>
                    </a:lnTo>
                    <a:lnTo>
                      <a:pt x="170482" y="72430"/>
                    </a:lnTo>
                    <a:cubicBezTo>
                      <a:pt x="172777" y="71039"/>
                      <a:pt x="176159" y="70753"/>
                      <a:pt x="178730" y="71715"/>
                    </a:cubicBezTo>
                    <a:lnTo>
                      <a:pt x="192104" y="76678"/>
                    </a:lnTo>
                    <a:cubicBezTo>
                      <a:pt x="194685" y="77649"/>
                      <a:pt x="198066" y="77354"/>
                      <a:pt x="200352" y="75963"/>
                    </a:cubicBezTo>
                    <a:lnTo>
                      <a:pt x="282743" y="25795"/>
                    </a:lnTo>
                    <a:cubicBezTo>
                      <a:pt x="286305" y="23366"/>
                      <a:pt x="284848" y="17404"/>
                      <a:pt x="284848" y="17404"/>
                    </a:cubicBezTo>
                    <a:cubicBezTo>
                      <a:pt x="284848" y="17404"/>
                      <a:pt x="273561" y="12155"/>
                      <a:pt x="267561" y="8336"/>
                    </a:cubicBez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5536D145-A52E-43EA-83D4-94CFA232859B}"/>
                  </a:ext>
                </a:extLst>
              </p:cNvPr>
              <p:cNvSpPr/>
              <p:nvPr/>
            </p:nvSpPr>
            <p:spPr>
              <a:xfrm>
                <a:off x="7655405" y="2308075"/>
                <a:ext cx="285750" cy="161925"/>
              </a:xfrm>
              <a:custGeom>
                <a:avLst/>
                <a:gdLst>
                  <a:gd name="connsiteX0" fmla="*/ 266900 w 285750"/>
                  <a:gd name="connsiteY0" fmla="*/ 8334 h 161925"/>
                  <a:gd name="connsiteX1" fmla="*/ 266862 w 285750"/>
                  <a:gd name="connsiteY1" fmla="*/ 8306 h 161925"/>
                  <a:gd name="connsiteX2" fmla="*/ 262338 w 285750"/>
                  <a:gd name="connsiteY2" fmla="*/ 7144 h 161925"/>
                  <a:gd name="connsiteX3" fmla="*/ 262338 w 285750"/>
                  <a:gd name="connsiteY3" fmla="*/ 7144 h 161925"/>
                  <a:gd name="connsiteX4" fmla="*/ 257566 w 285750"/>
                  <a:gd name="connsiteY4" fmla="*/ 8353 h 161925"/>
                  <a:gd name="connsiteX5" fmla="*/ 145047 w 285750"/>
                  <a:gd name="connsiteY5" fmla="*/ 75762 h 161925"/>
                  <a:gd name="connsiteX6" fmla="*/ 129131 w 285750"/>
                  <a:gd name="connsiteY6" fmla="*/ 85306 h 161925"/>
                  <a:gd name="connsiteX7" fmla="*/ 120805 w 285750"/>
                  <a:gd name="connsiteY7" fmla="*/ 86020 h 161925"/>
                  <a:gd name="connsiteX8" fmla="*/ 107547 w 285750"/>
                  <a:gd name="connsiteY8" fmla="*/ 81020 h 161925"/>
                  <a:gd name="connsiteX9" fmla="*/ 99241 w 285750"/>
                  <a:gd name="connsiteY9" fmla="*/ 81743 h 161925"/>
                  <a:gd name="connsiteX10" fmla="*/ 9811 w 285750"/>
                  <a:gd name="connsiteY10" fmla="*/ 134760 h 161925"/>
                  <a:gd name="connsiteX11" fmla="*/ 8020 w 285750"/>
                  <a:gd name="connsiteY11" fmla="*/ 140675 h 161925"/>
                  <a:gd name="connsiteX12" fmla="*/ 23584 w 285750"/>
                  <a:gd name="connsiteY12" fmla="*/ 154505 h 161925"/>
                  <a:gd name="connsiteX13" fmla="*/ 23641 w 285750"/>
                  <a:gd name="connsiteY13" fmla="*/ 154534 h 161925"/>
                  <a:gd name="connsiteX14" fmla="*/ 33614 w 285750"/>
                  <a:gd name="connsiteY14" fmla="*/ 154486 h 161925"/>
                  <a:gd name="connsiteX15" fmla="*/ 154057 w 285750"/>
                  <a:gd name="connsiteY15" fmla="*/ 81925 h 161925"/>
                  <a:gd name="connsiteX16" fmla="*/ 169821 w 285750"/>
                  <a:gd name="connsiteY16" fmla="*/ 72428 h 161925"/>
                  <a:gd name="connsiteX17" fmla="*/ 178070 w 285750"/>
                  <a:gd name="connsiteY17" fmla="*/ 71714 h 161925"/>
                  <a:gd name="connsiteX18" fmla="*/ 191434 w 285750"/>
                  <a:gd name="connsiteY18" fmla="*/ 76676 h 161925"/>
                  <a:gd name="connsiteX19" fmla="*/ 199692 w 285750"/>
                  <a:gd name="connsiteY19" fmla="*/ 75962 h 161925"/>
                  <a:gd name="connsiteX20" fmla="*/ 282093 w 285750"/>
                  <a:gd name="connsiteY20" fmla="*/ 25794 h 161925"/>
                  <a:gd name="connsiteX21" fmla="*/ 283064 w 285750"/>
                  <a:gd name="connsiteY21" fmla="*/ 20498 h 161925"/>
                  <a:gd name="connsiteX22" fmla="*/ 266900 w 285750"/>
                  <a:gd name="connsiteY22" fmla="*/ 8334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5750" h="161925">
                    <a:moveTo>
                      <a:pt x="266900" y="8334"/>
                    </a:moveTo>
                    <a:cubicBezTo>
                      <a:pt x="266900" y="8325"/>
                      <a:pt x="266881" y="8315"/>
                      <a:pt x="266862" y="8306"/>
                    </a:cubicBezTo>
                    <a:cubicBezTo>
                      <a:pt x="265633" y="7525"/>
                      <a:pt x="264004" y="7144"/>
                      <a:pt x="262338" y="7144"/>
                    </a:cubicBezTo>
                    <a:lnTo>
                      <a:pt x="262338" y="7144"/>
                    </a:lnTo>
                    <a:cubicBezTo>
                      <a:pt x="260623" y="7144"/>
                      <a:pt x="258909" y="7553"/>
                      <a:pt x="257566" y="8353"/>
                    </a:cubicBezTo>
                    <a:lnTo>
                      <a:pt x="145047" y="75762"/>
                    </a:lnTo>
                    <a:lnTo>
                      <a:pt x="129131" y="85306"/>
                    </a:lnTo>
                    <a:cubicBezTo>
                      <a:pt x="126797" y="86697"/>
                      <a:pt x="123387" y="87001"/>
                      <a:pt x="120805" y="86020"/>
                    </a:cubicBezTo>
                    <a:lnTo>
                      <a:pt x="107547" y="81020"/>
                    </a:lnTo>
                    <a:cubicBezTo>
                      <a:pt x="104975" y="80058"/>
                      <a:pt x="101585" y="80353"/>
                      <a:pt x="99241" y="81743"/>
                    </a:cubicBezTo>
                    <a:lnTo>
                      <a:pt x="9811" y="134760"/>
                    </a:lnTo>
                    <a:cubicBezTo>
                      <a:pt x="7144" y="136331"/>
                      <a:pt x="6344" y="138846"/>
                      <a:pt x="8020" y="140675"/>
                    </a:cubicBezTo>
                    <a:cubicBezTo>
                      <a:pt x="12488" y="145504"/>
                      <a:pt x="17659" y="150133"/>
                      <a:pt x="23584" y="154505"/>
                    </a:cubicBezTo>
                    <a:cubicBezTo>
                      <a:pt x="23603" y="154514"/>
                      <a:pt x="23622" y="154524"/>
                      <a:pt x="23641" y="154534"/>
                    </a:cubicBezTo>
                    <a:cubicBezTo>
                      <a:pt x="26098" y="156353"/>
                      <a:pt x="30585" y="156315"/>
                      <a:pt x="33614" y="154486"/>
                    </a:cubicBezTo>
                    <a:lnTo>
                      <a:pt x="154057" y="81925"/>
                    </a:lnTo>
                    <a:lnTo>
                      <a:pt x="169821" y="72428"/>
                    </a:lnTo>
                    <a:cubicBezTo>
                      <a:pt x="172117" y="71037"/>
                      <a:pt x="175498" y="70752"/>
                      <a:pt x="178070" y="71714"/>
                    </a:cubicBezTo>
                    <a:lnTo>
                      <a:pt x="191434" y="76676"/>
                    </a:lnTo>
                    <a:cubicBezTo>
                      <a:pt x="194034" y="77657"/>
                      <a:pt x="197415" y="77352"/>
                      <a:pt x="199692" y="75962"/>
                    </a:cubicBezTo>
                    <a:lnTo>
                      <a:pt x="282093" y="25794"/>
                    </a:lnTo>
                    <a:cubicBezTo>
                      <a:pt x="284426" y="24374"/>
                      <a:pt x="284883" y="22127"/>
                      <a:pt x="283064" y="20498"/>
                    </a:cubicBezTo>
                    <a:cubicBezTo>
                      <a:pt x="278292" y="16221"/>
                      <a:pt x="272911" y="12144"/>
                      <a:pt x="266900" y="8334"/>
                    </a:cubicBezTo>
                    <a:close/>
                  </a:path>
                </a:pathLst>
              </a:custGeom>
              <a:solidFill>
                <a:srgbClr val="FFBD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E126CC0-0539-4F33-8F8B-DF500DC24E8A}"/>
                  </a:ext>
                </a:extLst>
              </p:cNvPr>
              <p:cNvSpPr/>
              <p:nvPr/>
            </p:nvSpPr>
            <p:spPr>
              <a:xfrm>
                <a:off x="7780693" y="2364806"/>
                <a:ext cx="57150" cy="38100"/>
              </a:xfrm>
              <a:custGeom>
                <a:avLst/>
                <a:gdLst>
                  <a:gd name="connsiteX0" fmla="*/ 44657 w 57150"/>
                  <a:gd name="connsiteY0" fmla="*/ 11106 h 38100"/>
                  <a:gd name="connsiteX1" fmla="*/ 29980 w 57150"/>
                  <a:gd name="connsiteY1" fmla="*/ 7144 h 38100"/>
                  <a:gd name="connsiteX2" fmla="*/ 14511 w 57150"/>
                  <a:gd name="connsiteY2" fmla="*/ 11106 h 38100"/>
                  <a:gd name="connsiteX3" fmla="*/ 12425 w 57150"/>
                  <a:gd name="connsiteY3" fmla="*/ 30471 h 38100"/>
                  <a:gd name="connsiteX4" fmla="*/ 42867 w 57150"/>
                  <a:gd name="connsiteY4" fmla="*/ 30471 h 38100"/>
                  <a:gd name="connsiteX5" fmla="*/ 44657 w 57150"/>
                  <a:gd name="connsiteY5" fmla="*/ 11106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50" h="38100">
                    <a:moveTo>
                      <a:pt x="44657" y="11106"/>
                    </a:moveTo>
                    <a:cubicBezTo>
                      <a:pt x="40762" y="8477"/>
                      <a:pt x="35437" y="7144"/>
                      <a:pt x="29980" y="7144"/>
                    </a:cubicBezTo>
                    <a:cubicBezTo>
                      <a:pt x="24531" y="7144"/>
                      <a:pt x="18940" y="8477"/>
                      <a:pt x="14511" y="11106"/>
                    </a:cubicBezTo>
                    <a:cubicBezTo>
                      <a:pt x="5586" y="16421"/>
                      <a:pt x="4624" y="25098"/>
                      <a:pt x="12425" y="30471"/>
                    </a:cubicBezTo>
                    <a:cubicBezTo>
                      <a:pt x="20273" y="35881"/>
                      <a:pt x="33942" y="35881"/>
                      <a:pt x="42867" y="30471"/>
                    </a:cubicBezTo>
                    <a:cubicBezTo>
                      <a:pt x="51763" y="25089"/>
                      <a:pt x="52525" y="16412"/>
                      <a:pt x="44657" y="11106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F4878C00-2661-4A4C-A6C9-BE73C65B3CD1}"/>
                  </a:ext>
                </a:extLst>
              </p:cNvPr>
              <p:cNvSpPr/>
              <p:nvPr/>
            </p:nvSpPr>
            <p:spPr>
              <a:xfrm>
                <a:off x="7602777" y="2256535"/>
                <a:ext cx="409575" cy="266700"/>
              </a:xfrm>
              <a:custGeom>
                <a:avLst/>
                <a:gdLst>
                  <a:gd name="connsiteX0" fmla="*/ 219630 w 409575"/>
                  <a:gd name="connsiteY0" fmla="*/ 7144 h 266700"/>
                  <a:gd name="connsiteX1" fmla="*/ 8908 w 409575"/>
                  <a:gd name="connsiteY1" fmla="*/ 127092 h 266700"/>
                  <a:gd name="connsiteX2" fmla="*/ 192331 w 409575"/>
                  <a:gd name="connsiteY2" fmla="*/ 263214 h 266700"/>
                  <a:gd name="connsiteX3" fmla="*/ 404824 w 409575"/>
                  <a:gd name="connsiteY3" fmla="*/ 127092 h 266700"/>
                  <a:gd name="connsiteX4" fmla="*/ 219630 w 409575"/>
                  <a:gd name="connsiteY4" fmla="*/ 7144 h 266700"/>
                  <a:gd name="connsiteX5" fmla="*/ 192331 w 409575"/>
                  <a:gd name="connsiteY5" fmla="*/ 238887 h 266700"/>
                  <a:gd name="connsiteX6" fmla="*/ 47399 w 409575"/>
                  <a:gd name="connsiteY6" fmla="*/ 185576 h 266700"/>
                  <a:gd name="connsiteX7" fmla="*/ 32683 w 409575"/>
                  <a:gd name="connsiteY7" fmla="*/ 131950 h 266700"/>
                  <a:gd name="connsiteX8" fmla="*/ 219630 w 409575"/>
                  <a:gd name="connsiteY8" fmla="*/ 31452 h 266700"/>
                  <a:gd name="connsiteX9" fmla="*/ 358619 w 409575"/>
                  <a:gd name="connsiteY9" fmla="*/ 78562 h 266700"/>
                  <a:gd name="connsiteX10" fmla="*/ 380497 w 409575"/>
                  <a:gd name="connsiteY10" fmla="*/ 126835 h 266700"/>
                  <a:gd name="connsiteX11" fmla="*/ 192331 w 409575"/>
                  <a:gd name="connsiteY11" fmla="*/ 23888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575" h="266700">
                    <a:moveTo>
                      <a:pt x="219630" y="7144"/>
                    </a:moveTo>
                    <a:cubicBezTo>
                      <a:pt x="116769" y="7144"/>
                      <a:pt x="22834" y="58998"/>
                      <a:pt x="8908" y="127092"/>
                    </a:cubicBezTo>
                    <a:cubicBezTo>
                      <a:pt x="-6046" y="200044"/>
                      <a:pt x="75669" y="263214"/>
                      <a:pt x="192331" y="263214"/>
                    </a:cubicBezTo>
                    <a:cubicBezTo>
                      <a:pt x="309060" y="263214"/>
                      <a:pt x="404215" y="200044"/>
                      <a:pt x="404824" y="127092"/>
                    </a:cubicBezTo>
                    <a:cubicBezTo>
                      <a:pt x="405358" y="59007"/>
                      <a:pt x="322433" y="7144"/>
                      <a:pt x="219630" y="7144"/>
                    </a:cubicBezTo>
                    <a:close/>
                    <a:moveTo>
                      <a:pt x="192331" y="238887"/>
                    </a:moveTo>
                    <a:cubicBezTo>
                      <a:pt x="129781" y="238887"/>
                      <a:pt x="74221" y="218456"/>
                      <a:pt x="47399" y="185576"/>
                    </a:cubicBezTo>
                    <a:cubicBezTo>
                      <a:pt x="33778" y="168916"/>
                      <a:pt x="28854" y="150857"/>
                      <a:pt x="32683" y="131950"/>
                    </a:cubicBezTo>
                    <a:cubicBezTo>
                      <a:pt x="44046" y="76505"/>
                      <a:pt x="127885" y="31452"/>
                      <a:pt x="219630" y="31452"/>
                    </a:cubicBezTo>
                    <a:cubicBezTo>
                      <a:pt x="277323" y="31452"/>
                      <a:pt x="329310" y="49092"/>
                      <a:pt x="358619" y="78562"/>
                    </a:cubicBezTo>
                    <a:cubicBezTo>
                      <a:pt x="373258" y="93402"/>
                      <a:pt x="380621" y="109633"/>
                      <a:pt x="380497" y="126835"/>
                    </a:cubicBezTo>
                    <a:cubicBezTo>
                      <a:pt x="380012" y="186547"/>
                      <a:pt x="292096" y="238887"/>
                      <a:pt x="192331" y="2388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F478A50-484F-430D-97F5-18127AD2BCBE}"/>
                  </a:ext>
                </a:extLst>
              </p:cNvPr>
              <p:cNvSpPr/>
              <p:nvPr/>
            </p:nvSpPr>
            <p:spPr>
              <a:xfrm>
                <a:off x="7592489" y="2316962"/>
                <a:ext cx="57150" cy="123825"/>
              </a:xfrm>
              <a:custGeom>
                <a:avLst/>
                <a:gdLst>
                  <a:gd name="connsiteX0" fmla="*/ 51401 w 57150"/>
                  <a:gd name="connsiteY0" fmla="*/ 11001 h 123825"/>
                  <a:gd name="connsiteX1" fmla="*/ 37323 w 57150"/>
                  <a:gd name="connsiteY1" fmla="*/ 7144 h 123825"/>
                  <a:gd name="connsiteX2" fmla="*/ 9377 w 57150"/>
                  <a:gd name="connsiteY2" fmla="*/ 60503 h 123825"/>
                  <a:gd name="connsiteX3" fmla="*/ 14444 w 57150"/>
                  <a:gd name="connsiteY3" fmla="*/ 116834 h 123825"/>
                  <a:gd name="connsiteX4" fmla="*/ 30970 w 57150"/>
                  <a:gd name="connsiteY4" fmla="*/ 112547 h 123825"/>
                  <a:gd name="connsiteX5" fmla="*/ 25864 w 57150"/>
                  <a:gd name="connsiteY5" fmla="*/ 60503 h 123825"/>
                  <a:gd name="connsiteX6" fmla="*/ 51401 w 57150"/>
                  <a:gd name="connsiteY6" fmla="*/ 11001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401" y="11001"/>
                    </a:moveTo>
                    <a:lnTo>
                      <a:pt x="37323" y="7144"/>
                    </a:lnTo>
                    <a:cubicBezTo>
                      <a:pt x="22902" y="23765"/>
                      <a:pt x="13453" y="41700"/>
                      <a:pt x="9377" y="60503"/>
                    </a:cubicBezTo>
                    <a:cubicBezTo>
                      <a:pt x="5204" y="79658"/>
                      <a:pt x="6872" y="98622"/>
                      <a:pt x="14444" y="116834"/>
                    </a:cubicBezTo>
                    <a:lnTo>
                      <a:pt x="30970" y="112547"/>
                    </a:lnTo>
                    <a:cubicBezTo>
                      <a:pt x="23836" y="95745"/>
                      <a:pt x="22159" y="78219"/>
                      <a:pt x="25864" y="60503"/>
                    </a:cubicBezTo>
                    <a:cubicBezTo>
                      <a:pt x="29503" y="43082"/>
                      <a:pt x="38132" y="26432"/>
                      <a:pt x="51401" y="11001"/>
                    </a:cubicBezTo>
                    <a:close/>
                  </a:path>
                </a:pathLst>
              </a:custGeom>
              <a:solidFill>
                <a:srgbClr val="D3D3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DD1D6528-4FF7-4CE0-A5FF-582FD4D3F29E}"/>
                  </a:ext>
                </a:extLst>
              </p:cNvPr>
              <p:cNvSpPr/>
              <p:nvPr/>
            </p:nvSpPr>
            <p:spPr>
              <a:xfrm>
                <a:off x="7592489" y="2316962"/>
                <a:ext cx="57150" cy="123825"/>
              </a:xfrm>
              <a:custGeom>
                <a:avLst/>
                <a:gdLst>
                  <a:gd name="connsiteX0" fmla="*/ 51401 w 57150"/>
                  <a:gd name="connsiteY0" fmla="*/ 11001 h 123825"/>
                  <a:gd name="connsiteX1" fmla="*/ 37323 w 57150"/>
                  <a:gd name="connsiteY1" fmla="*/ 7144 h 123825"/>
                  <a:gd name="connsiteX2" fmla="*/ 9377 w 57150"/>
                  <a:gd name="connsiteY2" fmla="*/ 60493 h 123825"/>
                  <a:gd name="connsiteX3" fmla="*/ 14444 w 57150"/>
                  <a:gd name="connsiteY3" fmla="*/ 116834 h 123825"/>
                  <a:gd name="connsiteX4" fmla="*/ 30970 w 57150"/>
                  <a:gd name="connsiteY4" fmla="*/ 112547 h 123825"/>
                  <a:gd name="connsiteX5" fmla="*/ 25864 w 57150"/>
                  <a:gd name="connsiteY5" fmla="*/ 60493 h 123825"/>
                  <a:gd name="connsiteX6" fmla="*/ 51401 w 57150"/>
                  <a:gd name="connsiteY6" fmla="*/ 11001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401" y="11001"/>
                    </a:moveTo>
                    <a:lnTo>
                      <a:pt x="37323" y="7144"/>
                    </a:lnTo>
                    <a:cubicBezTo>
                      <a:pt x="22902" y="23765"/>
                      <a:pt x="13453" y="41700"/>
                      <a:pt x="9377" y="60493"/>
                    </a:cubicBezTo>
                    <a:cubicBezTo>
                      <a:pt x="5204" y="79658"/>
                      <a:pt x="6872" y="98622"/>
                      <a:pt x="14444" y="116834"/>
                    </a:cubicBezTo>
                    <a:lnTo>
                      <a:pt x="30970" y="112547"/>
                    </a:lnTo>
                    <a:cubicBezTo>
                      <a:pt x="23845" y="95745"/>
                      <a:pt x="22159" y="78219"/>
                      <a:pt x="25864" y="60493"/>
                    </a:cubicBezTo>
                    <a:cubicBezTo>
                      <a:pt x="29503" y="43082"/>
                      <a:pt x="38123" y="26432"/>
                      <a:pt x="51401" y="11001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337117E0-702D-46F8-B41E-BE9743A388A3}"/>
                  </a:ext>
                </a:extLst>
              </p:cNvPr>
              <p:cNvSpPr/>
              <p:nvPr/>
            </p:nvSpPr>
            <p:spPr>
              <a:xfrm>
                <a:off x="7592502" y="2390085"/>
                <a:ext cx="38100" cy="66675"/>
              </a:xfrm>
              <a:custGeom>
                <a:avLst/>
                <a:gdLst>
                  <a:gd name="connsiteX0" fmla="*/ 7191 w 38100"/>
                  <a:gd name="connsiteY0" fmla="*/ 7144 h 66675"/>
                  <a:gd name="connsiteX1" fmla="*/ 7144 w 38100"/>
                  <a:gd name="connsiteY1" fmla="*/ 7201 h 66675"/>
                  <a:gd name="connsiteX2" fmla="*/ 7144 w 38100"/>
                  <a:gd name="connsiteY2" fmla="*/ 26280 h 66675"/>
                  <a:gd name="connsiteX3" fmla="*/ 14440 w 38100"/>
                  <a:gd name="connsiteY3" fmla="*/ 62817 h 66675"/>
                  <a:gd name="connsiteX4" fmla="*/ 22774 w 38100"/>
                  <a:gd name="connsiteY4" fmla="*/ 60608 h 66675"/>
                  <a:gd name="connsiteX5" fmla="*/ 22774 w 38100"/>
                  <a:gd name="connsiteY5" fmla="*/ 45691 h 66675"/>
                  <a:gd name="connsiteX6" fmla="*/ 30966 w 38100"/>
                  <a:gd name="connsiteY6" fmla="*/ 43558 h 66675"/>
                  <a:gd name="connsiteX7" fmla="*/ 30966 w 38100"/>
                  <a:gd name="connsiteY7" fmla="*/ 39434 h 66675"/>
                  <a:gd name="connsiteX8" fmla="*/ 14440 w 38100"/>
                  <a:gd name="connsiteY8" fmla="*/ 43710 h 66675"/>
                  <a:gd name="connsiteX9" fmla="*/ 7191 w 38100"/>
                  <a:gd name="connsiteY9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100" h="66675">
                    <a:moveTo>
                      <a:pt x="7191" y="7144"/>
                    </a:moveTo>
                    <a:lnTo>
                      <a:pt x="7144" y="7201"/>
                    </a:lnTo>
                    <a:lnTo>
                      <a:pt x="7144" y="26280"/>
                    </a:lnTo>
                    <a:cubicBezTo>
                      <a:pt x="7144" y="47082"/>
                      <a:pt x="14440" y="62817"/>
                      <a:pt x="14440" y="62817"/>
                    </a:cubicBezTo>
                    <a:lnTo>
                      <a:pt x="22774" y="60608"/>
                    </a:lnTo>
                    <a:lnTo>
                      <a:pt x="22774" y="45691"/>
                    </a:lnTo>
                    <a:lnTo>
                      <a:pt x="30966" y="43558"/>
                    </a:lnTo>
                    <a:lnTo>
                      <a:pt x="30966" y="39434"/>
                    </a:lnTo>
                    <a:lnTo>
                      <a:pt x="14440" y="43710"/>
                    </a:lnTo>
                    <a:cubicBezTo>
                      <a:pt x="9487" y="31794"/>
                      <a:pt x="7106" y="19545"/>
                      <a:pt x="7191" y="7144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C696B591-324B-4223-9C9C-F4A0103835F1}"/>
                  </a:ext>
                </a:extLst>
              </p:cNvPr>
              <p:cNvSpPr/>
              <p:nvPr/>
            </p:nvSpPr>
            <p:spPr>
              <a:xfrm>
                <a:off x="7609334" y="2320810"/>
                <a:ext cx="38100" cy="76200"/>
              </a:xfrm>
              <a:custGeom>
                <a:avLst/>
                <a:gdLst>
                  <a:gd name="connsiteX0" fmla="*/ 7181 w 38100"/>
                  <a:gd name="connsiteY0" fmla="*/ 77200 h 76200"/>
                  <a:gd name="connsiteX1" fmla="*/ 9029 w 38100"/>
                  <a:gd name="connsiteY1" fmla="*/ 60769 h 76200"/>
                  <a:gd name="connsiteX2" fmla="*/ 34556 w 38100"/>
                  <a:gd name="connsiteY2" fmla="*/ 11278 h 76200"/>
                  <a:gd name="connsiteX3" fmla="*/ 34556 w 38100"/>
                  <a:gd name="connsiteY3" fmla="*/ 7144 h 76200"/>
                  <a:gd name="connsiteX4" fmla="*/ 9029 w 38100"/>
                  <a:gd name="connsiteY4" fmla="*/ 56645 h 76200"/>
                  <a:gd name="connsiteX5" fmla="*/ 7181 w 38100"/>
                  <a:gd name="connsiteY5" fmla="*/ 772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76200">
                    <a:moveTo>
                      <a:pt x="7181" y="77200"/>
                    </a:moveTo>
                    <a:cubicBezTo>
                      <a:pt x="7295" y="71752"/>
                      <a:pt x="7886" y="66284"/>
                      <a:pt x="9029" y="60769"/>
                    </a:cubicBezTo>
                    <a:cubicBezTo>
                      <a:pt x="12667" y="43348"/>
                      <a:pt x="21278" y="26708"/>
                      <a:pt x="34556" y="11278"/>
                    </a:cubicBezTo>
                    <a:lnTo>
                      <a:pt x="34556" y="7144"/>
                    </a:lnTo>
                    <a:cubicBezTo>
                      <a:pt x="21278" y="22584"/>
                      <a:pt x="12667" y="39224"/>
                      <a:pt x="9029" y="56645"/>
                    </a:cubicBezTo>
                    <a:cubicBezTo>
                      <a:pt x="7591" y="63532"/>
                      <a:pt x="6981" y="70399"/>
                      <a:pt x="7181" y="77200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4011C3C3-F9FE-4A62-9EE2-D5FBA42853A1}"/>
                  </a:ext>
                </a:extLst>
              </p:cNvPr>
              <p:cNvSpPr/>
              <p:nvPr/>
            </p:nvSpPr>
            <p:spPr>
              <a:xfrm>
                <a:off x="7123448" y="1961394"/>
                <a:ext cx="409575" cy="266700"/>
              </a:xfrm>
              <a:custGeom>
                <a:avLst/>
                <a:gdLst>
                  <a:gd name="connsiteX0" fmla="*/ 219765 w 409575"/>
                  <a:gd name="connsiteY0" fmla="*/ 7144 h 266700"/>
                  <a:gd name="connsiteX1" fmla="*/ 7291 w 409575"/>
                  <a:gd name="connsiteY1" fmla="*/ 125178 h 266700"/>
                  <a:gd name="connsiteX2" fmla="*/ 7282 w 409575"/>
                  <a:gd name="connsiteY2" fmla="*/ 139465 h 266700"/>
                  <a:gd name="connsiteX3" fmla="*/ 192467 w 409575"/>
                  <a:gd name="connsiteY3" fmla="*/ 263214 h 266700"/>
                  <a:gd name="connsiteX4" fmla="*/ 404950 w 409575"/>
                  <a:gd name="connsiteY4" fmla="*/ 127092 h 266700"/>
                  <a:gd name="connsiteX5" fmla="*/ 404855 w 409575"/>
                  <a:gd name="connsiteY5" fmla="*/ 101965 h 266700"/>
                  <a:gd name="connsiteX6" fmla="*/ 219765 w 409575"/>
                  <a:gd name="connsiteY6" fmla="*/ 7144 h 266700"/>
                  <a:gd name="connsiteX7" fmla="*/ 192476 w 409575"/>
                  <a:gd name="connsiteY7" fmla="*/ 238897 h 266700"/>
                  <a:gd name="connsiteX8" fmla="*/ 47534 w 409575"/>
                  <a:gd name="connsiteY8" fmla="*/ 185576 h 266700"/>
                  <a:gd name="connsiteX9" fmla="*/ 32818 w 409575"/>
                  <a:gd name="connsiteY9" fmla="*/ 131959 h 266700"/>
                  <a:gd name="connsiteX10" fmla="*/ 219765 w 409575"/>
                  <a:gd name="connsiteY10" fmla="*/ 31461 h 266700"/>
                  <a:gd name="connsiteX11" fmla="*/ 358754 w 409575"/>
                  <a:gd name="connsiteY11" fmla="*/ 78572 h 266700"/>
                  <a:gd name="connsiteX12" fmla="*/ 380633 w 409575"/>
                  <a:gd name="connsiteY12" fmla="*/ 126835 h 266700"/>
                  <a:gd name="connsiteX13" fmla="*/ 192476 w 409575"/>
                  <a:gd name="connsiteY13" fmla="*/ 23889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9575" h="266700">
                    <a:moveTo>
                      <a:pt x="219765" y="7144"/>
                    </a:moveTo>
                    <a:cubicBezTo>
                      <a:pt x="34875" y="7144"/>
                      <a:pt x="7291" y="125178"/>
                      <a:pt x="7291" y="125178"/>
                    </a:cubicBezTo>
                    <a:lnTo>
                      <a:pt x="7282" y="139465"/>
                    </a:lnTo>
                    <a:cubicBezTo>
                      <a:pt x="3386" y="207054"/>
                      <a:pt x="82453" y="263214"/>
                      <a:pt x="192467" y="263214"/>
                    </a:cubicBezTo>
                    <a:cubicBezTo>
                      <a:pt x="309186" y="263214"/>
                      <a:pt x="404341" y="200044"/>
                      <a:pt x="404950" y="127092"/>
                    </a:cubicBezTo>
                    <a:cubicBezTo>
                      <a:pt x="404960" y="125568"/>
                      <a:pt x="404855" y="101965"/>
                      <a:pt x="404855" y="101965"/>
                    </a:cubicBezTo>
                    <a:cubicBezTo>
                      <a:pt x="404855" y="101965"/>
                      <a:pt x="360002" y="7144"/>
                      <a:pt x="219765" y="7144"/>
                    </a:cubicBezTo>
                    <a:close/>
                    <a:moveTo>
                      <a:pt x="192476" y="238897"/>
                    </a:moveTo>
                    <a:cubicBezTo>
                      <a:pt x="129916" y="238897"/>
                      <a:pt x="74357" y="218465"/>
                      <a:pt x="47534" y="185576"/>
                    </a:cubicBezTo>
                    <a:cubicBezTo>
                      <a:pt x="33914" y="168916"/>
                      <a:pt x="28989" y="150857"/>
                      <a:pt x="32818" y="131959"/>
                    </a:cubicBezTo>
                    <a:cubicBezTo>
                      <a:pt x="44191" y="76514"/>
                      <a:pt x="128030" y="31461"/>
                      <a:pt x="219765" y="31461"/>
                    </a:cubicBezTo>
                    <a:cubicBezTo>
                      <a:pt x="277467" y="31461"/>
                      <a:pt x="329446" y="49092"/>
                      <a:pt x="358754" y="78572"/>
                    </a:cubicBezTo>
                    <a:cubicBezTo>
                      <a:pt x="373403" y="93402"/>
                      <a:pt x="380757" y="109633"/>
                      <a:pt x="380633" y="126835"/>
                    </a:cubicBezTo>
                    <a:cubicBezTo>
                      <a:pt x="380147" y="186547"/>
                      <a:pt x="292250" y="238897"/>
                      <a:pt x="192476" y="238897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98FFB04B-14C7-4ECE-9D6C-925C45A4260A}"/>
                  </a:ext>
                </a:extLst>
              </p:cNvPr>
              <p:cNvSpPr/>
              <p:nvPr/>
            </p:nvSpPr>
            <p:spPr>
              <a:xfrm>
                <a:off x="7366255" y="2077627"/>
                <a:ext cx="9525" cy="9525"/>
              </a:xfrm>
              <a:custGeom>
                <a:avLst/>
                <a:gdLst>
                  <a:gd name="connsiteX0" fmla="*/ 7172 w 9525"/>
                  <a:gd name="connsiteY0" fmla="*/ 7249 h 9525"/>
                  <a:gd name="connsiteX1" fmla="*/ 7172 w 9525"/>
                  <a:gd name="connsiteY1" fmla="*/ 7144 h 9525"/>
                  <a:gd name="connsiteX2" fmla="*/ 7144 w 9525"/>
                  <a:gd name="connsiteY2" fmla="*/ 714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9525">
                    <a:moveTo>
                      <a:pt x="7172" y="7249"/>
                    </a:moveTo>
                    <a:lnTo>
                      <a:pt x="7172" y="7144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61616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0FB4CA8-7583-4B48-A05F-A865F2878EC9}"/>
                  </a:ext>
                </a:extLst>
              </p:cNvPr>
              <p:cNvSpPr/>
              <p:nvPr/>
            </p:nvSpPr>
            <p:spPr>
              <a:xfrm>
                <a:off x="7280939" y="2080618"/>
                <a:ext cx="95250" cy="76200"/>
              </a:xfrm>
              <a:custGeom>
                <a:avLst/>
                <a:gdLst>
                  <a:gd name="connsiteX0" fmla="*/ 45929 w 95250"/>
                  <a:gd name="connsiteY0" fmla="*/ 34595 h 76200"/>
                  <a:gd name="connsiteX1" fmla="*/ 7144 w 95250"/>
                  <a:gd name="connsiteY1" fmla="*/ 9916 h 76200"/>
                  <a:gd name="connsiteX2" fmla="*/ 7210 w 95250"/>
                  <a:gd name="connsiteY2" fmla="*/ 47873 h 76200"/>
                  <a:gd name="connsiteX3" fmla="*/ 46063 w 95250"/>
                  <a:gd name="connsiteY3" fmla="*/ 73095 h 76200"/>
                  <a:gd name="connsiteX4" fmla="*/ 90706 w 95250"/>
                  <a:gd name="connsiteY4" fmla="*/ 45634 h 76200"/>
                  <a:gd name="connsiteX5" fmla="*/ 90364 w 95250"/>
                  <a:gd name="connsiteY5" fmla="*/ 7144 h 76200"/>
                  <a:gd name="connsiteX6" fmla="*/ 45929 w 95250"/>
                  <a:gd name="connsiteY6" fmla="*/ 34595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250" h="76200">
                    <a:moveTo>
                      <a:pt x="45929" y="34595"/>
                    </a:moveTo>
                    <a:cubicBezTo>
                      <a:pt x="23974" y="34595"/>
                      <a:pt x="7534" y="23698"/>
                      <a:pt x="7144" y="9916"/>
                    </a:cubicBezTo>
                    <a:lnTo>
                      <a:pt x="7210" y="47873"/>
                    </a:lnTo>
                    <a:cubicBezTo>
                      <a:pt x="7172" y="61913"/>
                      <a:pt x="23822" y="73095"/>
                      <a:pt x="46063" y="73095"/>
                    </a:cubicBezTo>
                    <a:cubicBezTo>
                      <a:pt x="69475" y="73095"/>
                      <a:pt x="89402" y="60703"/>
                      <a:pt x="90706" y="45634"/>
                    </a:cubicBezTo>
                    <a:cubicBezTo>
                      <a:pt x="90773" y="44806"/>
                      <a:pt x="90364" y="7144"/>
                      <a:pt x="90364" y="7144"/>
                    </a:cubicBezTo>
                    <a:cubicBezTo>
                      <a:pt x="90354" y="22222"/>
                      <a:pt x="69351" y="34595"/>
                      <a:pt x="45929" y="34595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A2A46E5A-6D20-49A3-98FB-4B91509B4D5A}"/>
                  </a:ext>
                </a:extLst>
              </p:cNvPr>
              <p:cNvSpPr/>
              <p:nvPr/>
            </p:nvSpPr>
            <p:spPr>
              <a:xfrm>
                <a:off x="7281060" y="2053919"/>
                <a:ext cx="95250" cy="66675"/>
              </a:xfrm>
              <a:custGeom>
                <a:avLst/>
                <a:gdLst>
                  <a:gd name="connsiteX0" fmla="*/ 51971 w 95250"/>
                  <a:gd name="connsiteY0" fmla="*/ 7144 h 66675"/>
                  <a:gd name="connsiteX1" fmla="*/ 7289 w 95250"/>
                  <a:gd name="connsiteY1" fmla="*/ 33852 h 66675"/>
                  <a:gd name="connsiteX2" fmla="*/ 46171 w 95250"/>
                  <a:gd name="connsiteY2" fmla="*/ 61303 h 66675"/>
                  <a:gd name="connsiteX3" fmla="*/ 90919 w 95250"/>
                  <a:gd name="connsiteY3" fmla="*/ 33852 h 66675"/>
                  <a:gd name="connsiteX4" fmla="*/ 51971 w 95250"/>
                  <a:gd name="connsiteY4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66675">
                    <a:moveTo>
                      <a:pt x="51971" y="7144"/>
                    </a:moveTo>
                    <a:cubicBezTo>
                      <a:pt x="29178" y="7144"/>
                      <a:pt x="9185" y="19012"/>
                      <a:pt x="7289" y="33852"/>
                    </a:cubicBezTo>
                    <a:cubicBezTo>
                      <a:pt x="5365" y="48920"/>
                      <a:pt x="22749" y="61303"/>
                      <a:pt x="46171" y="61303"/>
                    </a:cubicBezTo>
                    <a:cubicBezTo>
                      <a:pt x="69583" y="61303"/>
                      <a:pt x="89633" y="48920"/>
                      <a:pt x="90919" y="33852"/>
                    </a:cubicBezTo>
                    <a:cubicBezTo>
                      <a:pt x="92205" y="19012"/>
                      <a:pt x="74755" y="7144"/>
                      <a:pt x="51971" y="7144"/>
                    </a:cubicBez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BC397B6B-6F37-40F3-8551-A7530AB12E6C}"/>
                  </a:ext>
                </a:extLst>
              </p:cNvPr>
              <p:cNvSpPr/>
              <p:nvPr/>
            </p:nvSpPr>
            <p:spPr>
              <a:xfrm>
                <a:off x="7301513" y="2049383"/>
                <a:ext cx="57150" cy="47625"/>
              </a:xfrm>
              <a:custGeom>
                <a:avLst/>
                <a:gdLst>
                  <a:gd name="connsiteX0" fmla="*/ 44663 w 57150"/>
                  <a:gd name="connsiteY0" fmla="*/ 11109 h 47625"/>
                  <a:gd name="connsiteX1" fmla="*/ 14507 w 57150"/>
                  <a:gd name="connsiteY1" fmla="*/ 11109 h 47625"/>
                  <a:gd name="connsiteX2" fmla="*/ 7144 w 57150"/>
                  <a:gd name="connsiteY2" fmla="*/ 21738 h 47625"/>
                  <a:gd name="connsiteX3" fmla="*/ 7153 w 57150"/>
                  <a:gd name="connsiteY3" fmla="*/ 34540 h 47625"/>
                  <a:gd name="connsiteX4" fmla="*/ 12430 w 57150"/>
                  <a:gd name="connsiteY4" fmla="*/ 43132 h 47625"/>
                  <a:gd name="connsiteX5" fmla="*/ 42872 w 57150"/>
                  <a:gd name="connsiteY5" fmla="*/ 43132 h 47625"/>
                  <a:gd name="connsiteX6" fmla="*/ 50092 w 57150"/>
                  <a:gd name="connsiteY6" fmla="*/ 32454 h 47625"/>
                  <a:gd name="connsiteX7" fmla="*/ 50092 w 57150"/>
                  <a:gd name="connsiteY7" fmla="*/ 19805 h 47625"/>
                  <a:gd name="connsiteX8" fmla="*/ 44663 w 57150"/>
                  <a:gd name="connsiteY8" fmla="*/ 1110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50" h="47625">
                    <a:moveTo>
                      <a:pt x="44663" y="11109"/>
                    </a:moveTo>
                    <a:cubicBezTo>
                      <a:pt x="36843" y="5822"/>
                      <a:pt x="23384" y="5822"/>
                      <a:pt x="14507" y="11109"/>
                    </a:cubicBezTo>
                    <a:cubicBezTo>
                      <a:pt x="9630" y="14023"/>
                      <a:pt x="7134" y="17919"/>
                      <a:pt x="7144" y="21738"/>
                    </a:cubicBezTo>
                    <a:lnTo>
                      <a:pt x="7153" y="34540"/>
                    </a:lnTo>
                    <a:cubicBezTo>
                      <a:pt x="7201" y="37655"/>
                      <a:pt x="8944" y="40722"/>
                      <a:pt x="12430" y="43132"/>
                    </a:cubicBezTo>
                    <a:cubicBezTo>
                      <a:pt x="20279" y="48532"/>
                      <a:pt x="33947" y="48532"/>
                      <a:pt x="42872" y="43132"/>
                    </a:cubicBezTo>
                    <a:cubicBezTo>
                      <a:pt x="47730" y="40179"/>
                      <a:pt x="50159" y="36264"/>
                      <a:pt x="50092" y="32454"/>
                    </a:cubicBezTo>
                    <a:lnTo>
                      <a:pt x="50092" y="19805"/>
                    </a:lnTo>
                    <a:cubicBezTo>
                      <a:pt x="50016" y="16623"/>
                      <a:pt x="48225" y="13528"/>
                      <a:pt x="44663" y="11109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E3DC820E-D052-4A77-A130-30D0C1AB3FE7}"/>
                  </a:ext>
                </a:extLst>
              </p:cNvPr>
              <p:cNvSpPr/>
              <p:nvPr/>
            </p:nvSpPr>
            <p:spPr>
              <a:xfrm>
                <a:off x="7175565" y="1998359"/>
                <a:ext cx="285750" cy="161925"/>
              </a:xfrm>
              <a:custGeom>
                <a:avLst/>
                <a:gdLst>
                  <a:gd name="connsiteX0" fmla="*/ 267557 w 285750"/>
                  <a:gd name="connsiteY0" fmla="*/ 8336 h 161925"/>
                  <a:gd name="connsiteX1" fmla="*/ 267509 w 285750"/>
                  <a:gd name="connsiteY1" fmla="*/ 8307 h 161925"/>
                  <a:gd name="connsiteX2" fmla="*/ 258222 w 285750"/>
                  <a:gd name="connsiteY2" fmla="*/ 8345 h 161925"/>
                  <a:gd name="connsiteX3" fmla="*/ 145694 w 285750"/>
                  <a:gd name="connsiteY3" fmla="*/ 75763 h 161925"/>
                  <a:gd name="connsiteX4" fmla="*/ 129777 w 285750"/>
                  <a:gd name="connsiteY4" fmla="*/ 85298 h 161925"/>
                  <a:gd name="connsiteX5" fmla="*/ 121453 w 285750"/>
                  <a:gd name="connsiteY5" fmla="*/ 86022 h 161925"/>
                  <a:gd name="connsiteX6" fmla="*/ 108204 w 285750"/>
                  <a:gd name="connsiteY6" fmla="*/ 81021 h 161925"/>
                  <a:gd name="connsiteX7" fmla="*/ 99888 w 285750"/>
                  <a:gd name="connsiteY7" fmla="*/ 81735 h 161925"/>
                  <a:gd name="connsiteX8" fmla="*/ 7801 w 285750"/>
                  <a:gd name="connsiteY8" fmla="*/ 132856 h 161925"/>
                  <a:gd name="connsiteX9" fmla="*/ 8677 w 285750"/>
                  <a:gd name="connsiteY9" fmla="*/ 140667 h 161925"/>
                  <a:gd name="connsiteX10" fmla="*/ 24250 w 285750"/>
                  <a:gd name="connsiteY10" fmla="*/ 154506 h 161925"/>
                  <a:gd name="connsiteX11" fmla="*/ 24288 w 285750"/>
                  <a:gd name="connsiteY11" fmla="*/ 154535 h 161925"/>
                  <a:gd name="connsiteX12" fmla="*/ 34270 w 285750"/>
                  <a:gd name="connsiteY12" fmla="*/ 154487 h 161925"/>
                  <a:gd name="connsiteX13" fmla="*/ 154724 w 285750"/>
                  <a:gd name="connsiteY13" fmla="*/ 81926 h 161925"/>
                  <a:gd name="connsiteX14" fmla="*/ 170478 w 285750"/>
                  <a:gd name="connsiteY14" fmla="*/ 72430 h 161925"/>
                  <a:gd name="connsiteX15" fmla="*/ 178736 w 285750"/>
                  <a:gd name="connsiteY15" fmla="*/ 71715 h 161925"/>
                  <a:gd name="connsiteX16" fmla="*/ 192100 w 285750"/>
                  <a:gd name="connsiteY16" fmla="*/ 76678 h 161925"/>
                  <a:gd name="connsiteX17" fmla="*/ 200348 w 285750"/>
                  <a:gd name="connsiteY17" fmla="*/ 75963 h 161925"/>
                  <a:gd name="connsiteX18" fmla="*/ 282749 w 285750"/>
                  <a:gd name="connsiteY18" fmla="*/ 25795 h 161925"/>
                  <a:gd name="connsiteX19" fmla="*/ 284845 w 285750"/>
                  <a:gd name="connsiteY19" fmla="*/ 17404 h 161925"/>
                  <a:gd name="connsiteX20" fmla="*/ 267557 w 285750"/>
                  <a:gd name="connsiteY20" fmla="*/ 8336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5750" h="161925">
                    <a:moveTo>
                      <a:pt x="267557" y="8336"/>
                    </a:moveTo>
                    <a:cubicBezTo>
                      <a:pt x="267547" y="8326"/>
                      <a:pt x="267528" y="8317"/>
                      <a:pt x="267509" y="8307"/>
                    </a:cubicBezTo>
                    <a:cubicBezTo>
                      <a:pt x="265033" y="6726"/>
                      <a:pt x="260861" y="6774"/>
                      <a:pt x="258222" y="8345"/>
                    </a:cubicBezTo>
                    <a:lnTo>
                      <a:pt x="145694" y="75763"/>
                    </a:lnTo>
                    <a:lnTo>
                      <a:pt x="129777" y="85298"/>
                    </a:lnTo>
                    <a:cubicBezTo>
                      <a:pt x="127444" y="86688"/>
                      <a:pt x="124034" y="86993"/>
                      <a:pt x="121453" y="86022"/>
                    </a:cubicBezTo>
                    <a:lnTo>
                      <a:pt x="108204" y="81021"/>
                    </a:lnTo>
                    <a:cubicBezTo>
                      <a:pt x="105622" y="80050"/>
                      <a:pt x="102241" y="80354"/>
                      <a:pt x="99888" y="81735"/>
                    </a:cubicBezTo>
                    <a:lnTo>
                      <a:pt x="7801" y="132856"/>
                    </a:lnTo>
                    <a:cubicBezTo>
                      <a:pt x="7801" y="132856"/>
                      <a:pt x="5848" y="137628"/>
                      <a:pt x="8677" y="140667"/>
                    </a:cubicBezTo>
                    <a:cubicBezTo>
                      <a:pt x="13144" y="145496"/>
                      <a:pt x="18316" y="150134"/>
                      <a:pt x="24250" y="154506"/>
                    </a:cubicBezTo>
                    <a:cubicBezTo>
                      <a:pt x="24259" y="154506"/>
                      <a:pt x="24279" y="154526"/>
                      <a:pt x="24288" y="154535"/>
                    </a:cubicBezTo>
                    <a:cubicBezTo>
                      <a:pt x="26764" y="156354"/>
                      <a:pt x="31242" y="156307"/>
                      <a:pt x="34270" y="154487"/>
                    </a:cubicBezTo>
                    <a:lnTo>
                      <a:pt x="154724" y="81926"/>
                    </a:lnTo>
                    <a:lnTo>
                      <a:pt x="170478" y="72430"/>
                    </a:lnTo>
                    <a:cubicBezTo>
                      <a:pt x="172774" y="71039"/>
                      <a:pt x="176155" y="70753"/>
                      <a:pt x="178736" y="71715"/>
                    </a:cubicBezTo>
                    <a:lnTo>
                      <a:pt x="192100" y="76678"/>
                    </a:lnTo>
                    <a:cubicBezTo>
                      <a:pt x="194681" y="77649"/>
                      <a:pt x="198072" y="77344"/>
                      <a:pt x="200348" y="75963"/>
                    </a:cubicBezTo>
                    <a:lnTo>
                      <a:pt x="282749" y="25795"/>
                    </a:lnTo>
                    <a:cubicBezTo>
                      <a:pt x="286302" y="23366"/>
                      <a:pt x="284845" y="17404"/>
                      <a:pt x="284845" y="17404"/>
                    </a:cubicBezTo>
                    <a:cubicBezTo>
                      <a:pt x="284845" y="17404"/>
                      <a:pt x="273567" y="12146"/>
                      <a:pt x="267557" y="8336"/>
                    </a:cubicBez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03CF8DD6-14D7-40BD-AD6D-DA34493D8762}"/>
                  </a:ext>
                </a:extLst>
              </p:cNvPr>
              <p:cNvSpPr/>
              <p:nvPr/>
            </p:nvSpPr>
            <p:spPr>
              <a:xfrm>
                <a:off x="7176212" y="1992655"/>
                <a:ext cx="285750" cy="161925"/>
              </a:xfrm>
              <a:custGeom>
                <a:avLst/>
                <a:gdLst>
                  <a:gd name="connsiteX0" fmla="*/ 266910 w 285750"/>
                  <a:gd name="connsiteY0" fmla="*/ 8334 h 161925"/>
                  <a:gd name="connsiteX1" fmla="*/ 266862 w 285750"/>
                  <a:gd name="connsiteY1" fmla="*/ 8306 h 161925"/>
                  <a:gd name="connsiteX2" fmla="*/ 262347 w 285750"/>
                  <a:gd name="connsiteY2" fmla="*/ 7144 h 161925"/>
                  <a:gd name="connsiteX3" fmla="*/ 262338 w 285750"/>
                  <a:gd name="connsiteY3" fmla="*/ 7144 h 161925"/>
                  <a:gd name="connsiteX4" fmla="*/ 257575 w 285750"/>
                  <a:gd name="connsiteY4" fmla="*/ 8353 h 161925"/>
                  <a:gd name="connsiteX5" fmla="*/ 145047 w 285750"/>
                  <a:gd name="connsiteY5" fmla="*/ 75762 h 161925"/>
                  <a:gd name="connsiteX6" fmla="*/ 129121 w 285750"/>
                  <a:gd name="connsiteY6" fmla="*/ 85296 h 161925"/>
                  <a:gd name="connsiteX7" fmla="*/ 120806 w 285750"/>
                  <a:gd name="connsiteY7" fmla="*/ 86020 h 161925"/>
                  <a:gd name="connsiteX8" fmla="*/ 107547 w 285750"/>
                  <a:gd name="connsiteY8" fmla="*/ 81020 h 161925"/>
                  <a:gd name="connsiteX9" fmla="*/ 99232 w 285750"/>
                  <a:gd name="connsiteY9" fmla="*/ 81744 h 161925"/>
                  <a:gd name="connsiteX10" fmla="*/ 9811 w 285750"/>
                  <a:gd name="connsiteY10" fmla="*/ 134760 h 161925"/>
                  <a:gd name="connsiteX11" fmla="*/ 8020 w 285750"/>
                  <a:gd name="connsiteY11" fmla="*/ 140675 h 161925"/>
                  <a:gd name="connsiteX12" fmla="*/ 23594 w 285750"/>
                  <a:gd name="connsiteY12" fmla="*/ 154505 h 161925"/>
                  <a:gd name="connsiteX13" fmla="*/ 23641 w 285750"/>
                  <a:gd name="connsiteY13" fmla="*/ 154534 h 161925"/>
                  <a:gd name="connsiteX14" fmla="*/ 33614 w 285750"/>
                  <a:gd name="connsiteY14" fmla="*/ 154486 h 161925"/>
                  <a:gd name="connsiteX15" fmla="*/ 154057 w 285750"/>
                  <a:gd name="connsiteY15" fmla="*/ 81925 h 161925"/>
                  <a:gd name="connsiteX16" fmla="*/ 169831 w 285750"/>
                  <a:gd name="connsiteY16" fmla="*/ 72428 h 161925"/>
                  <a:gd name="connsiteX17" fmla="*/ 178070 w 285750"/>
                  <a:gd name="connsiteY17" fmla="*/ 71714 h 161925"/>
                  <a:gd name="connsiteX18" fmla="*/ 191434 w 285750"/>
                  <a:gd name="connsiteY18" fmla="*/ 76676 h 161925"/>
                  <a:gd name="connsiteX19" fmla="*/ 199692 w 285750"/>
                  <a:gd name="connsiteY19" fmla="*/ 75962 h 161925"/>
                  <a:gd name="connsiteX20" fmla="*/ 282093 w 285750"/>
                  <a:gd name="connsiteY20" fmla="*/ 25794 h 161925"/>
                  <a:gd name="connsiteX21" fmla="*/ 283074 w 285750"/>
                  <a:gd name="connsiteY21" fmla="*/ 20498 h 161925"/>
                  <a:gd name="connsiteX22" fmla="*/ 266910 w 285750"/>
                  <a:gd name="connsiteY22" fmla="*/ 8334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5750" h="161925">
                    <a:moveTo>
                      <a:pt x="266910" y="8334"/>
                    </a:moveTo>
                    <a:cubicBezTo>
                      <a:pt x="266900" y="8325"/>
                      <a:pt x="266891" y="8315"/>
                      <a:pt x="266862" y="8306"/>
                    </a:cubicBezTo>
                    <a:cubicBezTo>
                      <a:pt x="265643" y="7525"/>
                      <a:pt x="264005" y="7144"/>
                      <a:pt x="262347" y="7144"/>
                    </a:cubicBezTo>
                    <a:lnTo>
                      <a:pt x="262338" y="7144"/>
                    </a:lnTo>
                    <a:cubicBezTo>
                      <a:pt x="260623" y="7144"/>
                      <a:pt x="258899" y="7553"/>
                      <a:pt x="257575" y="8353"/>
                    </a:cubicBezTo>
                    <a:lnTo>
                      <a:pt x="145047" y="75762"/>
                    </a:lnTo>
                    <a:lnTo>
                      <a:pt x="129121" y="85296"/>
                    </a:lnTo>
                    <a:cubicBezTo>
                      <a:pt x="126797" y="86697"/>
                      <a:pt x="123387" y="86992"/>
                      <a:pt x="120806" y="86020"/>
                    </a:cubicBezTo>
                    <a:lnTo>
                      <a:pt x="107547" y="81020"/>
                    </a:lnTo>
                    <a:cubicBezTo>
                      <a:pt x="104975" y="80048"/>
                      <a:pt x="101584" y="80353"/>
                      <a:pt x="99232" y="81744"/>
                    </a:cubicBezTo>
                    <a:lnTo>
                      <a:pt x="9811" y="134760"/>
                    </a:lnTo>
                    <a:cubicBezTo>
                      <a:pt x="7144" y="136331"/>
                      <a:pt x="6344" y="138846"/>
                      <a:pt x="8020" y="140675"/>
                    </a:cubicBezTo>
                    <a:cubicBezTo>
                      <a:pt x="12487" y="145504"/>
                      <a:pt x="17669" y="150133"/>
                      <a:pt x="23594" y="154505"/>
                    </a:cubicBezTo>
                    <a:cubicBezTo>
                      <a:pt x="23603" y="154515"/>
                      <a:pt x="23622" y="154524"/>
                      <a:pt x="23641" y="154534"/>
                    </a:cubicBezTo>
                    <a:cubicBezTo>
                      <a:pt x="26099" y="156353"/>
                      <a:pt x="30585" y="156315"/>
                      <a:pt x="33614" y="154486"/>
                    </a:cubicBezTo>
                    <a:lnTo>
                      <a:pt x="154057" y="81925"/>
                    </a:lnTo>
                    <a:lnTo>
                      <a:pt x="169831" y="72428"/>
                    </a:lnTo>
                    <a:cubicBezTo>
                      <a:pt x="172117" y="71037"/>
                      <a:pt x="175498" y="70752"/>
                      <a:pt x="178070" y="71714"/>
                    </a:cubicBezTo>
                    <a:lnTo>
                      <a:pt x="191434" y="76676"/>
                    </a:lnTo>
                    <a:cubicBezTo>
                      <a:pt x="194034" y="77657"/>
                      <a:pt x="197415" y="77353"/>
                      <a:pt x="199692" y="75962"/>
                    </a:cubicBezTo>
                    <a:lnTo>
                      <a:pt x="282093" y="25794"/>
                    </a:lnTo>
                    <a:cubicBezTo>
                      <a:pt x="284426" y="24374"/>
                      <a:pt x="284884" y="22127"/>
                      <a:pt x="283074" y="20498"/>
                    </a:cubicBezTo>
                    <a:cubicBezTo>
                      <a:pt x="278301" y="16221"/>
                      <a:pt x="272911" y="12154"/>
                      <a:pt x="266910" y="8334"/>
                    </a:cubicBezTo>
                    <a:close/>
                  </a:path>
                </a:pathLst>
              </a:custGeom>
              <a:solidFill>
                <a:srgbClr val="FFBD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A6028A29-3A0A-4FED-8BE2-0CAEBBFEAF47}"/>
                  </a:ext>
                </a:extLst>
              </p:cNvPr>
              <p:cNvSpPr/>
              <p:nvPr/>
            </p:nvSpPr>
            <p:spPr>
              <a:xfrm>
                <a:off x="7301509" y="2049386"/>
                <a:ext cx="57150" cy="38100"/>
              </a:xfrm>
              <a:custGeom>
                <a:avLst/>
                <a:gdLst>
                  <a:gd name="connsiteX0" fmla="*/ 44667 w 57150"/>
                  <a:gd name="connsiteY0" fmla="*/ 11106 h 38100"/>
                  <a:gd name="connsiteX1" fmla="*/ 29979 w 57150"/>
                  <a:gd name="connsiteY1" fmla="*/ 7144 h 38100"/>
                  <a:gd name="connsiteX2" fmla="*/ 14511 w 57150"/>
                  <a:gd name="connsiteY2" fmla="*/ 11106 h 38100"/>
                  <a:gd name="connsiteX3" fmla="*/ 12425 w 57150"/>
                  <a:gd name="connsiteY3" fmla="*/ 30470 h 38100"/>
                  <a:gd name="connsiteX4" fmla="*/ 42867 w 57150"/>
                  <a:gd name="connsiteY4" fmla="*/ 30470 h 38100"/>
                  <a:gd name="connsiteX5" fmla="*/ 44667 w 57150"/>
                  <a:gd name="connsiteY5" fmla="*/ 11106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50" h="38100">
                    <a:moveTo>
                      <a:pt x="44667" y="11106"/>
                    </a:moveTo>
                    <a:cubicBezTo>
                      <a:pt x="40762" y="8468"/>
                      <a:pt x="35437" y="7144"/>
                      <a:pt x="29979" y="7144"/>
                    </a:cubicBezTo>
                    <a:cubicBezTo>
                      <a:pt x="24541" y="7144"/>
                      <a:pt x="18950" y="8468"/>
                      <a:pt x="14511" y="11106"/>
                    </a:cubicBezTo>
                    <a:cubicBezTo>
                      <a:pt x="5586" y="16421"/>
                      <a:pt x="4624" y="25098"/>
                      <a:pt x="12425" y="30470"/>
                    </a:cubicBezTo>
                    <a:cubicBezTo>
                      <a:pt x="20274" y="35881"/>
                      <a:pt x="33942" y="35881"/>
                      <a:pt x="42867" y="30470"/>
                    </a:cubicBezTo>
                    <a:cubicBezTo>
                      <a:pt x="51754" y="25098"/>
                      <a:pt x="52525" y="16421"/>
                      <a:pt x="44667" y="11106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8410B352-76E0-4DFB-BA5D-0BE8354BF2C9}"/>
                  </a:ext>
                </a:extLst>
              </p:cNvPr>
              <p:cNvSpPr/>
              <p:nvPr/>
            </p:nvSpPr>
            <p:spPr>
              <a:xfrm>
                <a:off x="7123591" y="1941124"/>
                <a:ext cx="409575" cy="266700"/>
              </a:xfrm>
              <a:custGeom>
                <a:avLst/>
                <a:gdLst>
                  <a:gd name="connsiteX0" fmla="*/ 219623 w 409575"/>
                  <a:gd name="connsiteY0" fmla="*/ 7144 h 266700"/>
                  <a:gd name="connsiteX1" fmla="*/ 8910 w 409575"/>
                  <a:gd name="connsiteY1" fmla="*/ 127092 h 266700"/>
                  <a:gd name="connsiteX2" fmla="*/ 192334 w 409575"/>
                  <a:gd name="connsiteY2" fmla="*/ 263214 h 266700"/>
                  <a:gd name="connsiteX3" fmla="*/ 404817 w 409575"/>
                  <a:gd name="connsiteY3" fmla="*/ 127092 h 266700"/>
                  <a:gd name="connsiteX4" fmla="*/ 219623 w 409575"/>
                  <a:gd name="connsiteY4" fmla="*/ 7144 h 266700"/>
                  <a:gd name="connsiteX5" fmla="*/ 192334 w 409575"/>
                  <a:gd name="connsiteY5" fmla="*/ 238887 h 266700"/>
                  <a:gd name="connsiteX6" fmla="*/ 47392 w 409575"/>
                  <a:gd name="connsiteY6" fmla="*/ 185566 h 266700"/>
                  <a:gd name="connsiteX7" fmla="*/ 32675 w 409575"/>
                  <a:gd name="connsiteY7" fmla="*/ 131950 h 266700"/>
                  <a:gd name="connsiteX8" fmla="*/ 219623 w 409575"/>
                  <a:gd name="connsiteY8" fmla="*/ 31452 h 266700"/>
                  <a:gd name="connsiteX9" fmla="*/ 358611 w 409575"/>
                  <a:gd name="connsiteY9" fmla="*/ 78562 h 266700"/>
                  <a:gd name="connsiteX10" fmla="*/ 380491 w 409575"/>
                  <a:gd name="connsiteY10" fmla="*/ 126835 h 266700"/>
                  <a:gd name="connsiteX11" fmla="*/ 192334 w 409575"/>
                  <a:gd name="connsiteY11" fmla="*/ 23888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575" h="266700">
                    <a:moveTo>
                      <a:pt x="219623" y="7144"/>
                    </a:moveTo>
                    <a:cubicBezTo>
                      <a:pt x="116762" y="7144"/>
                      <a:pt x="22827" y="58988"/>
                      <a:pt x="8910" y="127092"/>
                    </a:cubicBezTo>
                    <a:cubicBezTo>
                      <a:pt x="-6053" y="200044"/>
                      <a:pt x="75662" y="263214"/>
                      <a:pt x="192334" y="263214"/>
                    </a:cubicBezTo>
                    <a:cubicBezTo>
                      <a:pt x="309053" y="263214"/>
                      <a:pt x="404208" y="200044"/>
                      <a:pt x="404817" y="127092"/>
                    </a:cubicBezTo>
                    <a:cubicBezTo>
                      <a:pt x="405360" y="58988"/>
                      <a:pt x="322426" y="7144"/>
                      <a:pt x="219623" y="7144"/>
                    </a:cubicBezTo>
                    <a:close/>
                    <a:moveTo>
                      <a:pt x="192334" y="238887"/>
                    </a:moveTo>
                    <a:cubicBezTo>
                      <a:pt x="129773" y="238887"/>
                      <a:pt x="74214" y="218456"/>
                      <a:pt x="47392" y="185566"/>
                    </a:cubicBezTo>
                    <a:cubicBezTo>
                      <a:pt x="33771" y="168916"/>
                      <a:pt x="28846" y="150847"/>
                      <a:pt x="32675" y="131950"/>
                    </a:cubicBezTo>
                    <a:cubicBezTo>
                      <a:pt x="44048" y="76505"/>
                      <a:pt x="127888" y="31452"/>
                      <a:pt x="219623" y="31452"/>
                    </a:cubicBezTo>
                    <a:cubicBezTo>
                      <a:pt x="277325" y="31452"/>
                      <a:pt x="329303" y="49092"/>
                      <a:pt x="358611" y="78562"/>
                    </a:cubicBezTo>
                    <a:cubicBezTo>
                      <a:pt x="373261" y="93402"/>
                      <a:pt x="380615" y="109633"/>
                      <a:pt x="380491" y="126835"/>
                    </a:cubicBezTo>
                    <a:cubicBezTo>
                      <a:pt x="380005" y="186547"/>
                      <a:pt x="292108" y="238887"/>
                      <a:pt x="192334" y="2388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AC8E8B9-D40B-4B06-9EFC-5186F901D369}"/>
                  </a:ext>
                </a:extLst>
              </p:cNvPr>
              <p:cNvSpPr/>
              <p:nvPr/>
            </p:nvSpPr>
            <p:spPr>
              <a:xfrm>
                <a:off x="7113300" y="2001551"/>
                <a:ext cx="57150" cy="123825"/>
              </a:xfrm>
              <a:custGeom>
                <a:avLst/>
                <a:gdLst>
                  <a:gd name="connsiteX0" fmla="*/ 51396 w 57150"/>
                  <a:gd name="connsiteY0" fmla="*/ 10992 h 123825"/>
                  <a:gd name="connsiteX1" fmla="*/ 37318 w 57150"/>
                  <a:gd name="connsiteY1" fmla="*/ 7144 h 123825"/>
                  <a:gd name="connsiteX2" fmla="*/ 9372 w 57150"/>
                  <a:gd name="connsiteY2" fmla="*/ 60503 h 123825"/>
                  <a:gd name="connsiteX3" fmla="*/ 14449 w 57150"/>
                  <a:gd name="connsiteY3" fmla="*/ 116834 h 123825"/>
                  <a:gd name="connsiteX4" fmla="*/ 30975 w 57150"/>
                  <a:gd name="connsiteY4" fmla="*/ 112547 h 123825"/>
                  <a:gd name="connsiteX5" fmla="*/ 25860 w 57150"/>
                  <a:gd name="connsiteY5" fmla="*/ 60503 h 123825"/>
                  <a:gd name="connsiteX6" fmla="*/ 51396 w 57150"/>
                  <a:gd name="connsiteY6" fmla="*/ 10992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396" y="10992"/>
                    </a:moveTo>
                    <a:lnTo>
                      <a:pt x="37318" y="7144"/>
                    </a:lnTo>
                    <a:cubicBezTo>
                      <a:pt x="22897" y="23765"/>
                      <a:pt x="13439" y="41700"/>
                      <a:pt x="9372" y="60503"/>
                    </a:cubicBezTo>
                    <a:cubicBezTo>
                      <a:pt x="5209" y="79658"/>
                      <a:pt x="6867" y="98612"/>
                      <a:pt x="14449" y="116834"/>
                    </a:cubicBezTo>
                    <a:lnTo>
                      <a:pt x="30975" y="112547"/>
                    </a:lnTo>
                    <a:cubicBezTo>
                      <a:pt x="23831" y="95745"/>
                      <a:pt x="22154" y="78219"/>
                      <a:pt x="25860" y="60503"/>
                    </a:cubicBezTo>
                    <a:cubicBezTo>
                      <a:pt x="29508" y="43072"/>
                      <a:pt x="38128" y="26432"/>
                      <a:pt x="51396" y="10992"/>
                    </a:cubicBezTo>
                    <a:close/>
                  </a:path>
                </a:pathLst>
              </a:custGeom>
              <a:solidFill>
                <a:srgbClr val="D3D3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E311DE7F-5211-4E07-B331-F6D9AB94887C}"/>
                  </a:ext>
                </a:extLst>
              </p:cNvPr>
              <p:cNvSpPr/>
              <p:nvPr/>
            </p:nvSpPr>
            <p:spPr>
              <a:xfrm>
                <a:off x="7113300" y="2001551"/>
                <a:ext cx="57150" cy="123825"/>
              </a:xfrm>
              <a:custGeom>
                <a:avLst/>
                <a:gdLst>
                  <a:gd name="connsiteX0" fmla="*/ 51406 w 57150"/>
                  <a:gd name="connsiteY0" fmla="*/ 11001 h 123825"/>
                  <a:gd name="connsiteX1" fmla="*/ 37318 w 57150"/>
                  <a:gd name="connsiteY1" fmla="*/ 7144 h 123825"/>
                  <a:gd name="connsiteX2" fmla="*/ 9372 w 57150"/>
                  <a:gd name="connsiteY2" fmla="*/ 60493 h 123825"/>
                  <a:gd name="connsiteX3" fmla="*/ 14449 w 57150"/>
                  <a:gd name="connsiteY3" fmla="*/ 116834 h 123825"/>
                  <a:gd name="connsiteX4" fmla="*/ 30965 w 57150"/>
                  <a:gd name="connsiteY4" fmla="*/ 112547 h 123825"/>
                  <a:gd name="connsiteX5" fmla="*/ 25860 w 57150"/>
                  <a:gd name="connsiteY5" fmla="*/ 60493 h 123825"/>
                  <a:gd name="connsiteX6" fmla="*/ 51406 w 57150"/>
                  <a:gd name="connsiteY6" fmla="*/ 11001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406" y="11001"/>
                    </a:moveTo>
                    <a:lnTo>
                      <a:pt x="37318" y="7144"/>
                    </a:lnTo>
                    <a:cubicBezTo>
                      <a:pt x="22897" y="23765"/>
                      <a:pt x="13458" y="41691"/>
                      <a:pt x="9372" y="60493"/>
                    </a:cubicBezTo>
                    <a:cubicBezTo>
                      <a:pt x="5209" y="79658"/>
                      <a:pt x="6867" y="98622"/>
                      <a:pt x="14449" y="116834"/>
                    </a:cubicBezTo>
                    <a:lnTo>
                      <a:pt x="30965" y="112547"/>
                    </a:lnTo>
                    <a:cubicBezTo>
                      <a:pt x="23831" y="95745"/>
                      <a:pt x="22154" y="78219"/>
                      <a:pt x="25860" y="60493"/>
                    </a:cubicBezTo>
                    <a:cubicBezTo>
                      <a:pt x="29508" y="43063"/>
                      <a:pt x="38118" y="26432"/>
                      <a:pt x="51406" y="11001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1338EA8-7A11-4824-A0FE-3E5F7B4040A5}"/>
                  </a:ext>
                </a:extLst>
              </p:cNvPr>
              <p:cNvSpPr/>
              <p:nvPr/>
            </p:nvSpPr>
            <p:spPr>
              <a:xfrm>
                <a:off x="7113309" y="2074674"/>
                <a:ext cx="38100" cy="66675"/>
              </a:xfrm>
              <a:custGeom>
                <a:avLst/>
                <a:gdLst>
                  <a:gd name="connsiteX0" fmla="*/ 7191 w 38100"/>
                  <a:gd name="connsiteY0" fmla="*/ 7144 h 66675"/>
                  <a:gd name="connsiteX1" fmla="*/ 7144 w 38100"/>
                  <a:gd name="connsiteY1" fmla="*/ 7191 h 66675"/>
                  <a:gd name="connsiteX2" fmla="*/ 7144 w 38100"/>
                  <a:gd name="connsiteY2" fmla="*/ 26280 h 66675"/>
                  <a:gd name="connsiteX3" fmla="*/ 14449 w 38100"/>
                  <a:gd name="connsiteY3" fmla="*/ 62808 h 66675"/>
                  <a:gd name="connsiteX4" fmla="*/ 22774 w 38100"/>
                  <a:gd name="connsiteY4" fmla="*/ 60608 h 66675"/>
                  <a:gd name="connsiteX5" fmla="*/ 22774 w 38100"/>
                  <a:gd name="connsiteY5" fmla="*/ 45682 h 66675"/>
                  <a:gd name="connsiteX6" fmla="*/ 30975 w 38100"/>
                  <a:gd name="connsiteY6" fmla="*/ 43548 h 66675"/>
                  <a:gd name="connsiteX7" fmla="*/ 30975 w 38100"/>
                  <a:gd name="connsiteY7" fmla="*/ 39434 h 66675"/>
                  <a:gd name="connsiteX8" fmla="*/ 14449 w 38100"/>
                  <a:gd name="connsiteY8" fmla="*/ 43710 h 66675"/>
                  <a:gd name="connsiteX9" fmla="*/ 7191 w 38100"/>
                  <a:gd name="connsiteY9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100" h="66675">
                    <a:moveTo>
                      <a:pt x="7191" y="7144"/>
                    </a:moveTo>
                    <a:lnTo>
                      <a:pt x="7144" y="7191"/>
                    </a:lnTo>
                    <a:lnTo>
                      <a:pt x="7144" y="26280"/>
                    </a:lnTo>
                    <a:cubicBezTo>
                      <a:pt x="7144" y="47082"/>
                      <a:pt x="14449" y="62808"/>
                      <a:pt x="14449" y="62808"/>
                    </a:cubicBezTo>
                    <a:lnTo>
                      <a:pt x="22774" y="60608"/>
                    </a:lnTo>
                    <a:lnTo>
                      <a:pt x="22774" y="45682"/>
                    </a:lnTo>
                    <a:lnTo>
                      <a:pt x="30975" y="43548"/>
                    </a:lnTo>
                    <a:lnTo>
                      <a:pt x="30975" y="39434"/>
                    </a:lnTo>
                    <a:lnTo>
                      <a:pt x="14449" y="43710"/>
                    </a:lnTo>
                    <a:cubicBezTo>
                      <a:pt x="9496" y="31785"/>
                      <a:pt x="7115" y="19536"/>
                      <a:pt x="7191" y="7144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175AC3CF-9F14-44F8-830B-C786070AC220}"/>
                  </a:ext>
                </a:extLst>
              </p:cNvPr>
              <p:cNvSpPr/>
              <p:nvPr/>
            </p:nvSpPr>
            <p:spPr>
              <a:xfrm>
                <a:off x="7130150" y="2005399"/>
                <a:ext cx="38100" cy="76200"/>
              </a:xfrm>
              <a:custGeom>
                <a:avLst/>
                <a:gdLst>
                  <a:gd name="connsiteX0" fmla="*/ 7181 w 38100"/>
                  <a:gd name="connsiteY0" fmla="*/ 77200 h 76200"/>
                  <a:gd name="connsiteX1" fmla="*/ 9029 w 38100"/>
                  <a:gd name="connsiteY1" fmla="*/ 60770 h 76200"/>
                  <a:gd name="connsiteX2" fmla="*/ 34546 w 38100"/>
                  <a:gd name="connsiteY2" fmla="*/ 11278 h 76200"/>
                  <a:gd name="connsiteX3" fmla="*/ 34546 w 38100"/>
                  <a:gd name="connsiteY3" fmla="*/ 7144 h 76200"/>
                  <a:gd name="connsiteX4" fmla="*/ 9029 w 38100"/>
                  <a:gd name="connsiteY4" fmla="*/ 56645 h 76200"/>
                  <a:gd name="connsiteX5" fmla="*/ 7181 w 38100"/>
                  <a:gd name="connsiteY5" fmla="*/ 772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76200">
                    <a:moveTo>
                      <a:pt x="7181" y="77200"/>
                    </a:moveTo>
                    <a:cubicBezTo>
                      <a:pt x="7286" y="71752"/>
                      <a:pt x="7876" y="66275"/>
                      <a:pt x="9029" y="60770"/>
                    </a:cubicBezTo>
                    <a:cubicBezTo>
                      <a:pt x="12658" y="43348"/>
                      <a:pt x="21269" y="26708"/>
                      <a:pt x="34546" y="11278"/>
                    </a:cubicBezTo>
                    <a:lnTo>
                      <a:pt x="34546" y="7144"/>
                    </a:lnTo>
                    <a:cubicBezTo>
                      <a:pt x="21269" y="22584"/>
                      <a:pt x="12658" y="39224"/>
                      <a:pt x="9029" y="56645"/>
                    </a:cubicBezTo>
                    <a:cubicBezTo>
                      <a:pt x="7581" y="63532"/>
                      <a:pt x="6981" y="70399"/>
                      <a:pt x="7181" y="77200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D88628DF-23CA-4D73-B88E-A95FA746185B}"/>
                  </a:ext>
                </a:extLst>
              </p:cNvPr>
              <p:cNvSpPr/>
              <p:nvPr/>
            </p:nvSpPr>
            <p:spPr>
              <a:xfrm>
                <a:off x="6601803" y="2313209"/>
                <a:ext cx="409575" cy="266700"/>
              </a:xfrm>
              <a:custGeom>
                <a:avLst/>
                <a:gdLst>
                  <a:gd name="connsiteX0" fmla="*/ 219774 w 409575"/>
                  <a:gd name="connsiteY0" fmla="*/ 7144 h 266700"/>
                  <a:gd name="connsiteX1" fmla="*/ 7300 w 409575"/>
                  <a:gd name="connsiteY1" fmla="*/ 125178 h 266700"/>
                  <a:gd name="connsiteX2" fmla="*/ 7281 w 409575"/>
                  <a:gd name="connsiteY2" fmla="*/ 139465 h 266700"/>
                  <a:gd name="connsiteX3" fmla="*/ 192466 w 409575"/>
                  <a:gd name="connsiteY3" fmla="*/ 263214 h 266700"/>
                  <a:gd name="connsiteX4" fmla="*/ 404950 w 409575"/>
                  <a:gd name="connsiteY4" fmla="*/ 127092 h 266700"/>
                  <a:gd name="connsiteX5" fmla="*/ 404864 w 409575"/>
                  <a:gd name="connsiteY5" fmla="*/ 101965 h 266700"/>
                  <a:gd name="connsiteX6" fmla="*/ 219774 w 409575"/>
                  <a:gd name="connsiteY6" fmla="*/ 7144 h 266700"/>
                  <a:gd name="connsiteX7" fmla="*/ 192466 w 409575"/>
                  <a:gd name="connsiteY7" fmla="*/ 238897 h 266700"/>
                  <a:gd name="connsiteX8" fmla="*/ 47534 w 409575"/>
                  <a:gd name="connsiteY8" fmla="*/ 185576 h 266700"/>
                  <a:gd name="connsiteX9" fmla="*/ 32817 w 409575"/>
                  <a:gd name="connsiteY9" fmla="*/ 131950 h 266700"/>
                  <a:gd name="connsiteX10" fmla="*/ 219765 w 409575"/>
                  <a:gd name="connsiteY10" fmla="*/ 31452 h 266700"/>
                  <a:gd name="connsiteX11" fmla="*/ 358744 w 409575"/>
                  <a:gd name="connsiteY11" fmla="*/ 78572 h 266700"/>
                  <a:gd name="connsiteX12" fmla="*/ 380632 w 409575"/>
                  <a:gd name="connsiteY12" fmla="*/ 126835 h 266700"/>
                  <a:gd name="connsiteX13" fmla="*/ 192466 w 409575"/>
                  <a:gd name="connsiteY13" fmla="*/ 23889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9575" h="266700">
                    <a:moveTo>
                      <a:pt x="219774" y="7144"/>
                    </a:moveTo>
                    <a:cubicBezTo>
                      <a:pt x="34875" y="7144"/>
                      <a:pt x="7300" y="125178"/>
                      <a:pt x="7300" y="125178"/>
                    </a:cubicBezTo>
                    <a:lnTo>
                      <a:pt x="7281" y="139465"/>
                    </a:lnTo>
                    <a:cubicBezTo>
                      <a:pt x="3395" y="207054"/>
                      <a:pt x="82452" y="263214"/>
                      <a:pt x="192466" y="263214"/>
                    </a:cubicBezTo>
                    <a:cubicBezTo>
                      <a:pt x="309195" y="263214"/>
                      <a:pt x="404340" y="200044"/>
                      <a:pt x="404950" y="127092"/>
                    </a:cubicBezTo>
                    <a:cubicBezTo>
                      <a:pt x="404959" y="125568"/>
                      <a:pt x="404864" y="101965"/>
                      <a:pt x="404864" y="101965"/>
                    </a:cubicBezTo>
                    <a:cubicBezTo>
                      <a:pt x="404864" y="101965"/>
                      <a:pt x="360001" y="7144"/>
                      <a:pt x="219774" y="7144"/>
                    </a:cubicBezTo>
                    <a:close/>
                    <a:moveTo>
                      <a:pt x="192466" y="238897"/>
                    </a:moveTo>
                    <a:cubicBezTo>
                      <a:pt x="129915" y="238897"/>
                      <a:pt x="74346" y="218456"/>
                      <a:pt x="47534" y="185576"/>
                    </a:cubicBezTo>
                    <a:cubicBezTo>
                      <a:pt x="33903" y="168916"/>
                      <a:pt x="28988" y="150857"/>
                      <a:pt x="32817" y="131950"/>
                    </a:cubicBezTo>
                    <a:cubicBezTo>
                      <a:pt x="44180" y="76505"/>
                      <a:pt x="128020" y="31452"/>
                      <a:pt x="219765" y="31452"/>
                    </a:cubicBezTo>
                    <a:cubicBezTo>
                      <a:pt x="277467" y="31452"/>
                      <a:pt x="329445" y="49092"/>
                      <a:pt x="358744" y="78572"/>
                    </a:cubicBezTo>
                    <a:cubicBezTo>
                      <a:pt x="373394" y="93402"/>
                      <a:pt x="380756" y="109633"/>
                      <a:pt x="380632" y="126835"/>
                    </a:cubicBezTo>
                    <a:cubicBezTo>
                      <a:pt x="380156" y="186547"/>
                      <a:pt x="292240" y="238897"/>
                      <a:pt x="192466" y="238897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035500C8-AEB4-436D-8B5E-2253924DCF5C}"/>
                  </a:ext>
                </a:extLst>
              </p:cNvPr>
              <p:cNvSpPr/>
              <p:nvPr/>
            </p:nvSpPr>
            <p:spPr>
              <a:xfrm>
                <a:off x="6844618" y="2429433"/>
                <a:ext cx="9525" cy="9525"/>
              </a:xfrm>
              <a:custGeom>
                <a:avLst/>
                <a:gdLst>
                  <a:gd name="connsiteX0" fmla="*/ 7163 w 9525"/>
                  <a:gd name="connsiteY0" fmla="*/ 7239 h 9525"/>
                  <a:gd name="connsiteX1" fmla="*/ 7163 w 9525"/>
                  <a:gd name="connsiteY1" fmla="*/ 7144 h 9525"/>
                  <a:gd name="connsiteX2" fmla="*/ 7144 w 9525"/>
                  <a:gd name="connsiteY2" fmla="*/ 714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9525">
                    <a:moveTo>
                      <a:pt x="7163" y="7239"/>
                    </a:moveTo>
                    <a:lnTo>
                      <a:pt x="7163" y="7144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61616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F5BC16D-067B-4F74-875F-F3A0F77A666F}"/>
                  </a:ext>
                </a:extLst>
              </p:cNvPr>
              <p:cNvSpPr/>
              <p:nvPr/>
            </p:nvSpPr>
            <p:spPr>
              <a:xfrm>
                <a:off x="6759293" y="2432433"/>
                <a:ext cx="95250" cy="76200"/>
              </a:xfrm>
              <a:custGeom>
                <a:avLst/>
                <a:gdLst>
                  <a:gd name="connsiteX0" fmla="*/ 90354 w 95250"/>
                  <a:gd name="connsiteY0" fmla="*/ 7144 h 76200"/>
                  <a:gd name="connsiteX1" fmla="*/ 45939 w 95250"/>
                  <a:gd name="connsiteY1" fmla="*/ 34595 h 76200"/>
                  <a:gd name="connsiteX2" fmla="*/ 7144 w 95250"/>
                  <a:gd name="connsiteY2" fmla="*/ 9915 h 76200"/>
                  <a:gd name="connsiteX3" fmla="*/ 7211 w 95250"/>
                  <a:gd name="connsiteY3" fmla="*/ 47873 h 76200"/>
                  <a:gd name="connsiteX4" fmla="*/ 46073 w 95250"/>
                  <a:gd name="connsiteY4" fmla="*/ 73095 h 76200"/>
                  <a:gd name="connsiteX5" fmla="*/ 90707 w 95250"/>
                  <a:gd name="connsiteY5" fmla="*/ 45634 h 76200"/>
                  <a:gd name="connsiteX6" fmla="*/ 90354 w 95250"/>
                  <a:gd name="connsiteY6" fmla="*/ 7144 h 76200"/>
                  <a:gd name="connsiteX7" fmla="*/ 90354 w 95250"/>
                  <a:gd name="connsiteY7" fmla="*/ 7144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250" h="76200">
                    <a:moveTo>
                      <a:pt x="90354" y="7144"/>
                    </a:moveTo>
                    <a:cubicBezTo>
                      <a:pt x="90354" y="22212"/>
                      <a:pt x="69352" y="34595"/>
                      <a:pt x="45939" y="34595"/>
                    </a:cubicBezTo>
                    <a:cubicBezTo>
                      <a:pt x="23984" y="34595"/>
                      <a:pt x="7544" y="23698"/>
                      <a:pt x="7144" y="9915"/>
                    </a:cubicBezTo>
                    <a:lnTo>
                      <a:pt x="7211" y="47873"/>
                    </a:lnTo>
                    <a:cubicBezTo>
                      <a:pt x="7182" y="61913"/>
                      <a:pt x="23822" y="73095"/>
                      <a:pt x="46073" y="73095"/>
                    </a:cubicBezTo>
                    <a:cubicBezTo>
                      <a:pt x="69485" y="73095"/>
                      <a:pt x="89402" y="60703"/>
                      <a:pt x="90707" y="45634"/>
                    </a:cubicBezTo>
                    <a:cubicBezTo>
                      <a:pt x="90774" y="44815"/>
                      <a:pt x="90354" y="7144"/>
                      <a:pt x="90354" y="7144"/>
                    </a:cubicBezTo>
                    <a:lnTo>
                      <a:pt x="90354" y="7144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C4B90942-FE47-41BA-A01A-E4CC398691BA}"/>
                  </a:ext>
                </a:extLst>
              </p:cNvPr>
              <p:cNvSpPr/>
              <p:nvPr/>
            </p:nvSpPr>
            <p:spPr>
              <a:xfrm>
                <a:off x="6759405" y="2405716"/>
                <a:ext cx="95250" cy="66675"/>
              </a:xfrm>
              <a:custGeom>
                <a:avLst/>
                <a:gdLst>
                  <a:gd name="connsiteX0" fmla="*/ 51971 w 95250"/>
                  <a:gd name="connsiteY0" fmla="*/ 7144 h 66675"/>
                  <a:gd name="connsiteX1" fmla="*/ 7289 w 95250"/>
                  <a:gd name="connsiteY1" fmla="*/ 33861 h 66675"/>
                  <a:gd name="connsiteX2" fmla="*/ 46170 w 95250"/>
                  <a:gd name="connsiteY2" fmla="*/ 61312 h 66675"/>
                  <a:gd name="connsiteX3" fmla="*/ 90928 w 95250"/>
                  <a:gd name="connsiteY3" fmla="*/ 33861 h 66675"/>
                  <a:gd name="connsiteX4" fmla="*/ 51971 w 95250"/>
                  <a:gd name="connsiteY4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66675">
                    <a:moveTo>
                      <a:pt x="51971" y="7144"/>
                    </a:moveTo>
                    <a:cubicBezTo>
                      <a:pt x="29177" y="7144"/>
                      <a:pt x="9184" y="19012"/>
                      <a:pt x="7289" y="33861"/>
                    </a:cubicBezTo>
                    <a:cubicBezTo>
                      <a:pt x="5365" y="48930"/>
                      <a:pt x="22757" y="61312"/>
                      <a:pt x="46170" y="61312"/>
                    </a:cubicBezTo>
                    <a:cubicBezTo>
                      <a:pt x="69583" y="61312"/>
                      <a:pt x="89632" y="48930"/>
                      <a:pt x="90928" y="33861"/>
                    </a:cubicBezTo>
                    <a:cubicBezTo>
                      <a:pt x="92204" y="19021"/>
                      <a:pt x="74755" y="7144"/>
                      <a:pt x="51971" y="7144"/>
                    </a:cubicBez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033DEBDC-C31C-4197-8B02-447DF74D6B56}"/>
                  </a:ext>
                </a:extLst>
              </p:cNvPr>
              <p:cNvSpPr/>
              <p:nvPr/>
            </p:nvSpPr>
            <p:spPr>
              <a:xfrm>
                <a:off x="6779867" y="2401199"/>
                <a:ext cx="57150" cy="47625"/>
              </a:xfrm>
              <a:custGeom>
                <a:avLst/>
                <a:gdLst>
                  <a:gd name="connsiteX0" fmla="*/ 44653 w 57150"/>
                  <a:gd name="connsiteY0" fmla="*/ 11109 h 47625"/>
                  <a:gd name="connsiteX1" fmla="*/ 14507 w 57150"/>
                  <a:gd name="connsiteY1" fmla="*/ 11109 h 47625"/>
                  <a:gd name="connsiteX2" fmla="*/ 7144 w 57150"/>
                  <a:gd name="connsiteY2" fmla="*/ 21729 h 47625"/>
                  <a:gd name="connsiteX3" fmla="*/ 7144 w 57150"/>
                  <a:gd name="connsiteY3" fmla="*/ 34531 h 47625"/>
                  <a:gd name="connsiteX4" fmla="*/ 12430 w 57150"/>
                  <a:gd name="connsiteY4" fmla="*/ 43122 h 47625"/>
                  <a:gd name="connsiteX5" fmla="*/ 42863 w 57150"/>
                  <a:gd name="connsiteY5" fmla="*/ 43122 h 47625"/>
                  <a:gd name="connsiteX6" fmla="*/ 50082 w 57150"/>
                  <a:gd name="connsiteY6" fmla="*/ 32454 h 47625"/>
                  <a:gd name="connsiteX7" fmla="*/ 50082 w 57150"/>
                  <a:gd name="connsiteY7" fmla="*/ 19795 h 47625"/>
                  <a:gd name="connsiteX8" fmla="*/ 44653 w 57150"/>
                  <a:gd name="connsiteY8" fmla="*/ 1110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50" h="47625">
                    <a:moveTo>
                      <a:pt x="44653" y="11109"/>
                    </a:moveTo>
                    <a:cubicBezTo>
                      <a:pt x="36843" y="5822"/>
                      <a:pt x="23374" y="5822"/>
                      <a:pt x="14507" y="11109"/>
                    </a:cubicBezTo>
                    <a:cubicBezTo>
                      <a:pt x="9630" y="14014"/>
                      <a:pt x="7134" y="17909"/>
                      <a:pt x="7144" y="21729"/>
                    </a:cubicBezTo>
                    <a:lnTo>
                      <a:pt x="7144" y="34531"/>
                    </a:lnTo>
                    <a:cubicBezTo>
                      <a:pt x="7211" y="37655"/>
                      <a:pt x="8934" y="40712"/>
                      <a:pt x="12430" y="43122"/>
                    </a:cubicBezTo>
                    <a:cubicBezTo>
                      <a:pt x="20278" y="48532"/>
                      <a:pt x="33937" y="48532"/>
                      <a:pt x="42863" y="43122"/>
                    </a:cubicBezTo>
                    <a:cubicBezTo>
                      <a:pt x="47720" y="40179"/>
                      <a:pt x="50159" y="36264"/>
                      <a:pt x="50082" y="32454"/>
                    </a:cubicBezTo>
                    <a:lnTo>
                      <a:pt x="50082" y="19795"/>
                    </a:lnTo>
                    <a:cubicBezTo>
                      <a:pt x="50016" y="16624"/>
                      <a:pt x="48225" y="13518"/>
                      <a:pt x="44653" y="11109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4E8FEA31-EACE-441F-BE7B-A5FDC3BCDCEE}"/>
                  </a:ext>
                </a:extLst>
              </p:cNvPr>
              <p:cNvSpPr/>
              <p:nvPr/>
            </p:nvSpPr>
            <p:spPr>
              <a:xfrm>
                <a:off x="6653920" y="2350160"/>
                <a:ext cx="285750" cy="161925"/>
              </a:xfrm>
              <a:custGeom>
                <a:avLst/>
                <a:gdLst>
                  <a:gd name="connsiteX0" fmla="*/ 267564 w 285750"/>
                  <a:gd name="connsiteY0" fmla="*/ 8341 h 161925"/>
                  <a:gd name="connsiteX1" fmla="*/ 267507 w 285750"/>
                  <a:gd name="connsiteY1" fmla="*/ 8302 h 161925"/>
                  <a:gd name="connsiteX2" fmla="*/ 258220 w 285750"/>
                  <a:gd name="connsiteY2" fmla="*/ 8350 h 161925"/>
                  <a:gd name="connsiteX3" fmla="*/ 145692 w 285750"/>
                  <a:gd name="connsiteY3" fmla="*/ 75768 h 161925"/>
                  <a:gd name="connsiteX4" fmla="*/ 129785 w 285750"/>
                  <a:gd name="connsiteY4" fmla="*/ 85303 h 161925"/>
                  <a:gd name="connsiteX5" fmla="*/ 121460 w 285750"/>
                  <a:gd name="connsiteY5" fmla="*/ 86026 h 161925"/>
                  <a:gd name="connsiteX6" fmla="*/ 108201 w 285750"/>
                  <a:gd name="connsiteY6" fmla="*/ 81026 h 161925"/>
                  <a:gd name="connsiteX7" fmla="*/ 99896 w 285750"/>
                  <a:gd name="connsiteY7" fmla="*/ 81740 h 161925"/>
                  <a:gd name="connsiteX8" fmla="*/ 7799 w 285750"/>
                  <a:gd name="connsiteY8" fmla="*/ 132861 h 161925"/>
                  <a:gd name="connsiteX9" fmla="*/ 8684 w 285750"/>
                  <a:gd name="connsiteY9" fmla="*/ 140671 h 161925"/>
                  <a:gd name="connsiteX10" fmla="*/ 24248 w 285750"/>
                  <a:gd name="connsiteY10" fmla="*/ 154511 h 161925"/>
                  <a:gd name="connsiteX11" fmla="*/ 24296 w 285750"/>
                  <a:gd name="connsiteY11" fmla="*/ 154540 h 161925"/>
                  <a:gd name="connsiteX12" fmla="*/ 34269 w 285750"/>
                  <a:gd name="connsiteY12" fmla="*/ 154492 h 161925"/>
                  <a:gd name="connsiteX13" fmla="*/ 154722 w 285750"/>
                  <a:gd name="connsiteY13" fmla="*/ 81921 h 161925"/>
                  <a:gd name="connsiteX14" fmla="*/ 170485 w 285750"/>
                  <a:gd name="connsiteY14" fmla="*/ 72425 h 161925"/>
                  <a:gd name="connsiteX15" fmla="*/ 178734 w 285750"/>
                  <a:gd name="connsiteY15" fmla="*/ 71710 h 161925"/>
                  <a:gd name="connsiteX16" fmla="*/ 192098 w 285750"/>
                  <a:gd name="connsiteY16" fmla="*/ 76673 h 161925"/>
                  <a:gd name="connsiteX17" fmla="*/ 200356 w 285750"/>
                  <a:gd name="connsiteY17" fmla="*/ 75959 h 161925"/>
                  <a:gd name="connsiteX18" fmla="*/ 282747 w 285750"/>
                  <a:gd name="connsiteY18" fmla="*/ 25781 h 161925"/>
                  <a:gd name="connsiteX19" fmla="*/ 284852 w 285750"/>
                  <a:gd name="connsiteY19" fmla="*/ 17389 h 161925"/>
                  <a:gd name="connsiteX20" fmla="*/ 267564 w 285750"/>
                  <a:gd name="connsiteY20" fmla="*/ 8341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5750" h="161925">
                    <a:moveTo>
                      <a:pt x="267564" y="8341"/>
                    </a:moveTo>
                    <a:cubicBezTo>
                      <a:pt x="267545" y="8322"/>
                      <a:pt x="267536" y="8312"/>
                      <a:pt x="267507" y="8302"/>
                    </a:cubicBezTo>
                    <a:cubicBezTo>
                      <a:pt x="265031" y="6731"/>
                      <a:pt x="260868" y="6769"/>
                      <a:pt x="258220" y="8350"/>
                    </a:cubicBezTo>
                    <a:lnTo>
                      <a:pt x="145692" y="75768"/>
                    </a:lnTo>
                    <a:lnTo>
                      <a:pt x="129785" y="85303"/>
                    </a:lnTo>
                    <a:cubicBezTo>
                      <a:pt x="127452" y="86693"/>
                      <a:pt x="124032" y="86998"/>
                      <a:pt x="121460" y="86026"/>
                    </a:cubicBezTo>
                    <a:lnTo>
                      <a:pt x="108201" y="81026"/>
                    </a:lnTo>
                    <a:cubicBezTo>
                      <a:pt x="105630" y="80045"/>
                      <a:pt x="102239" y="80350"/>
                      <a:pt x="99896" y="81740"/>
                    </a:cubicBezTo>
                    <a:lnTo>
                      <a:pt x="7799" y="132861"/>
                    </a:lnTo>
                    <a:cubicBezTo>
                      <a:pt x="7799" y="132861"/>
                      <a:pt x="5846" y="137633"/>
                      <a:pt x="8684" y="140671"/>
                    </a:cubicBezTo>
                    <a:cubicBezTo>
                      <a:pt x="13142" y="145501"/>
                      <a:pt x="18324" y="150130"/>
                      <a:pt x="24248" y="154511"/>
                    </a:cubicBezTo>
                    <a:cubicBezTo>
                      <a:pt x="24267" y="154511"/>
                      <a:pt x="24277" y="154521"/>
                      <a:pt x="24296" y="154540"/>
                    </a:cubicBezTo>
                    <a:cubicBezTo>
                      <a:pt x="26763" y="156349"/>
                      <a:pt x="31249" y="156311"/>
                      <a:pt x="34269" y="154492"/>
                    </a:cubicBezTo>
                    <a:lnTo>
                      <a:pt x="154722" y="81921"/>
                    </a:lnTo>
                    <a:lnTo>
                      <a:pt x="170485" y="72425"/>
                    </a:lnTo>
                    <a:cubicBezTo>
                      <a:pt x="172781" y="71044"/>
                      <a:pt x="176153" y="70748"/>
                      <a:pt x="178734" y="71710"/>
                    </a:cubicBezTo>
                    <a:lnTo>
                      <a:pt x="192098" y="76673"/>
                    </a:lnTo>
                    <a:cubicBezTo>
                      <a:pt x="194698" y="77635"/>
                      <a:pt x="198070" y="77340"/>
                      <a:pt x="200356" y="75959"/>
                    </a:cubicBezTo>
                    <a:lnTo>
                      <a:pt x="282747" y="25781"/>
                    </a:lnTo>
                    <a:cubicBezTo>
                      <a:pt x="286310" y="23361"/>
                      <a:pt x="284852" y="17389"/>
                      <a:pt x="284852" y="17389"/>
                    </a:cubicBezTo>
                    <a:cubicBezTo>
                      <a:pt x="284852" y="17389"/>
                      <a:pt x="273574" y="12160"/>
                      <a:pt x="267564" y="8341"/>
                    </a:cubicBez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2A436611-8650-4275-B5B9-3594DDCF30FD}"/>
                  </a:ext>
                </a:extLst>
              </p:cNvPr>
              <p:cNvSpPr/>
              <p:nvPr/>
            </p:nvSpPr>
            <p:spPr>
              <a:xfrm>
                <a:off x="6654571" y="2344470"/>
                <a:ext cx="285750" cy="161925"/>
              </a:xfrm>
              <a:custGeom>
                <a:avLst/>
                <a:gdLst>
                  <a:gd name="connsiteX0" fmla="*/ 266904 w 285750"/>
                  <a:gd name="connsiteY0" fmla="*/ 8334 h 161925"/>
                  <a:gd name="connsiteX1" fmla="*/ 266866 w 285750"/>
                  <a:gd name="connsiteY1" fmla="*/ 8306 h 161925"/>
                  <a:gd name="connsiteX2" fmla="*/ 262342 w 285750"/>
                  <a:gd name="connsiteY2" fmla="*/ 7144 h 161925"/>
                  <a:gd name="connsiteX3" fmla="*/ 262332 w 285750"/>
                  <a:gd name="connsiteY3" fmla="*/ 7144 h 161925"/>
                  <a:gd name="connsiteX4" fmla="*/ 257570 w 285750"/>
                  <a:gd name="connsiteY4" fmla="*/ 8353 h 161925"/>
                  <a:gd name="connsiteX5" fmla="*/ 145042 w 285750"/>
                  <a:gd name="connsiteY5" fmla="*/ 75762 h 161925"/>
                  <a:gd name="connsiteX6" fmla="*/ 129125 w 285750"/>
                  <a:gd name="connsiteY6" fmla="*/ 85296 h 161925"/>
                  <a:gd name="connsiteX7" fmla="*/ 120810 w 285750"/>
                  <a:gd name="connsiteY7" fmla="*/ 86020 h 161925"/>
                  <a:gd name="connsiteX8" fmla="*/ 107551 w 285750"/>
                  <a:gd name="connsiteY8" fmla="*/ 81020 h 161925"/>
                  <a:gd name="connsiteX9" fmla="*/ 99236 w 285750"/>
                  <a:gd name="connsiteY9" fmla="*/ 81734 h 161925"/>
                  <a:gd name="connsiteX10" fmla="*/ 9815 w 285750"/>
                  <a:gd name="connsiteY10" fmla="*/ 134750 h 161925"/>
                  <a:gd name="connsiteX11" fmla="*/ 8024 w 285750"/>
                  <a:gd name="connsiteY11" fmla="*/ 140675 h 161925"/>
                  <a:gd name="connsiteX12" fmla="*/ 23598 w 285750"/>
                  <a:gd name="connsiteY12" fmla="*/ 154505 h 161925"/>
                  <a:gd name="connsiteX13" fmla="*/ 23645 w 285750"/>
                  <a:gd name="connsiteY13" fmla="*/ 154534 h 161925"/>
                  <a:gd name="connsiteX14" fmla="*/ 33627 w 285750"/>
                  <a:gd name="connsiteY14" fmla="*/ 154486 h 161925"/>
                  <a:gd name="connsiteX15" fmla="*/ 154071 w 285750"/>
                  <a:gd name="connsiteY15" fmla="*/ 81925 h 161925"/>
                  <a:gd name="connsiteX16" fmla="*/ 169835 w 285750"/>
                  <a:gd name="connsiteY16" fmla="*/ 72419 h 161925"/>
                  <a:gd name="connsiteX17" fmla="*/ 178084 w 285750"/>
                  <a:gd name="connsiteY17" fmla="*/ 71704 h 161925"/>
                  <a:gd name="connsiteX18" fmla="*/ 191447 w 285750"/>
                  <a:gd name="connsiteY18" fmla="*/ 76667 h 161925"/>
                  <a:gd name="connsiteX19" fmla="*/ 199696 w 285750"/>
                  <a:gd name="connsiteY19" fmla="*/ 75952 h 161925"/>
                  <a:gd name="connsiteX20" fmla="*/ 282097 w 285750"/>
                  <a:gd name="connsiteY20" fmla="*/ 25775 h 161925"/>
                  <a:gd name="connsiteX21" fmla="*/ 283078 w 285750"/>
                  <a:gd name="connsiteY21" fmla="*/ 20479 h 161925"/>
                  <a:gd name="connsiteX22" fmla="*/ 266904 w 285750"/>
                  <a:gd name="connsiteY22" fmla="*/ 8334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5750" h="161925">
                    <a:moveTo>
                      <a:pt x="266904" y="8334"/>
                    </a:moveTo>
                    <a:cubicBezTo>
                      <a:pt x="266895" y="8315"/>
                      <a:pt x="266885" y="8315"/>
                      <a:pt x="266866" y="8306"/>
                    </a:cubicBezTo>
                    <a:cubicBezTo>
                      <a:pt x="265638" y="7525"/>
                      <a:pt x="263999" y="7144"/>
                      <a:pt x="262342" y="7144"/>
                    </a:cubicBezTo>
                    <a:lnTo>
                      <a:pt x="262332" y="7144"/>
                    </a:lnTo>
                    <a:cubicBezTo>
                      <a:pt x="260627" y="7144"/>
                      <a:pt x="258903" y="7553"/>
                      <a:pt x="257570" y="8353"/>
                    </a:cubicBezTo>
                    <a:lnTo>
                      <a:pt x="145042" y="75762"/>
                    </a:lnTo>
                    <a:lnTo>
                      <a:pt x="129125" y="85296"/>
                    </a:lnTo>
                    <a:cubicBezTo>
                      <a:pt x="126791" y="86697"/>
                      <a:pt x="123382" y="86992"/>
                      <a:pt x="120810" y="86020"/>
                    </a:cubicBezTo>
                    <a:lnTo>
                      <a:pt x="107551" y="81020"/>
                    </a:lnTo>
                    <a:cubicBezTo>
                      <a:pt x="104970" y="80048"/>
                      <a:pt x="101588" y="80343"/>
                      <a:pt x="99236" y="81734"/>
                    </a:cubicBezTo>
                    <a:lnTo>
                      <a:pt x="9815" y="134750"/>
                    </a:lnTo>
                    <a:cubicBezTo>
                      <a:pt x="7148" y="136331"/>
                      <a:pt x="6338" y="138846"/>
                      <a:pt x="8024" y="140675"/>
                    </a:cubicBezTo>
                    <a:cubicBezTo>
                      <a:pt x="12501" y="145504"/>
                      <a:pt x="17673" y="150123"/>
                      <a:pt x="23598" y="154505"/>
                    </a:cubicBezTo>
                    <a:cubicBezTo>
                      <a:pt x="23617" y="154505"/>
                      <a:pt x="23626" y="154524"/>
                      <a:pt x="23645" y="154534"/>
                    </a:cubicBezTo>
                    <a:cubicBezTo>
                      <a:pt x="26112" y="156353"/>
                      <a:pt x="30589" y="156315"/>
                      <a:pt x="33627" y="154486"/>
                    </a:cubicBezTo>
                    <a:lnTo>
                      <a:pt x="154071" y="81925"/>
                    </a:lnTo>
                    <a:lnTo>
                      <a:pt x="169835" y="72419"/>
                    </a:lnTo>
                    <a:cubicBezTo>
                      <a:pt x="172131" y="71037"/>
                      <a:pt x="175502" y="70752"/>
                      <a:pt x="178084" y="71704"/>
                    </a:cubicBezTo>
                    <a:lnTo>
                      <a:pt x="191447" y="76667"/>
                    </a:lnTo>
                    <a:cubicBezTo>
                      <a:pt x="194048" y="77638"/>
                      <a:pt x="197420" y="77333"/>
                      <a:pt x="199696" y="75952"/>
                    </a:cubicBezTo>
                    <a:lnTo>
                      <a:pt x="282097" y="25775"/>
                    </a:lnTo>
                    <a:cubicBezTo>
                      <a:pt x="284430" y="24365"/>
                      <a:pt x="284897" y="22117"/>
                      <a:pt x="283078" y="20479"/>
                    </a:cubicBezTo>
                    <a:cubicBezTo>
                      <a:pt x="278296" y="16212"/>
                      <a:pt x="272915" y="12144"/>
                      <a:pt x="266904" y="8334"/>
                    </a:cubicBezTo>
                    <a:close/>
                  </a:path>
                </a:pathLst>
              </a:custGeom>
              <a:solidFill>
                <a:srgbClr val="FFBD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B7CDC0D-37FD-495B-A11B-C8CF6B7CE2CC}"/>
                  </a:ext>
                </a:extLst>
              </p:cNvPr>
              <p:cNvSpPr/>
              <p:nvPr/>
            </p:nvSpPr>
            <p:spPr>
              <a:xfrm>
                <a:off x="6779863" y="2401201"/>
                <a:ext cx="57150" cy="38100"/>
              </a:xfrm>
              <a:custGeom>
                <a:avLst/>
                <a:gdLst>
                  <a:gd name="connsiteX0" fmla="*/ 44657 w 57150"/>
                  <a:gd name="connsiteY0" fmla="*/ 11106 h 38100"/>
                  <a:gd name="connsiteX1" fmla="*/ 29979 w 57150"/>
                  <a:gd name="connsiteY1" fmla="*/ 7144 h 38100"/>
                  <a:gd name="connsiteX2" fmla="*/ 14511 w 57150"/>
                  <a:gd name="connsiteY2" fmla="*/ 11106 h 38100"/>
                  <a:gd name="connsiteX3" fmla="*/ 12425 w 57150"/>
                  <a:gd name="connsiteY3" fmla="*/ 30471 h 38100"/>
                  <a:gd name="connsiteX4" fmla="*/ 42857 w 57150"/>
                  <a:gd name="connsiteY4" fmla="*/ 30471 h 38100"/>
                  <a:gd name="connsiteX5" fmla="*/ 44657 w 57150"/>
                  <a:gd name="connsiteY5" fmla="*/ 11106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50" h="38100">
                    <a:moveTo>
                      <a:pt x="44657" y="11106"/>
                    </a:moveTo>
                    <a:cubicBezTo>
                      <a:pt x="40762" y="8468"/>
                      <a:pt x="35437" y="7144"/>
                      <a:pt x="29979" y="7144"/>
                    </a:cubicBezTo>
                    <a:cubicBezTo>
                      <a:pt x="24531" y="7144"/>
                      <a:pt x="18940" y="8468"/>
                      <a:pt x="14511" y="11106"/>
                    </a:cubicBezTo>
                    <a:cubicBezTo>
                      <a:pt x="5586" y="16421"/>
                      <a:pt x="4624" y="25098"/>
                      <a:pt x="12425" y="30471"/>
                    </a:cubicBezTo>
                    <a:cubicBezTo>
                      <a:pt x="20264" y="35881"/>
                      <a:pt x="33933" y="35881"/>
                      <a:pt x="42857" y="30471"/>
                    </a:cubicBezTo>
                    <a:cubicBezTo>
                      <a:pt x="51754" y="25098"/>
                      <a:pt x="52516" y="16412"/>
                      <a:pt x="44657" y="11106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68F688E0-B0EF-4CF2-819A-9E012ACC9BCA}"/>
                  </a:ext>
                </a:extLst>
              </p:cNvPr>
              <p:cNvSpPr/>
              <p:nvPr/>
            </p:nvSpPr>
            <p:spPr>
              <a:xfrm>
                <a:off x="6601954" y="2292930"/>
                <a:ext cx="409575" cy="266700"/>
              </a:xfrm>
              <a:custGeom>
                <a:avLst/>
                <a:gdLst>
                  <a:gd name="connsiteX0" fmla="*/ 219622 w 409575"/>
                  <a:gd name="connsiteY0" fmla="*/ 7144 h 266700"/>
                  <a:gd name="connsiteX1" fmla="*/ 8911 w 409575"/>
                  <a:gd name="connsiteY1" fmla="*/ 127102 h 266700"/>
                  <a:gd name="connsiteX2" fmla="*/ 192324 w 409575"/>
                  <a:gd name="connsiteY2" fmla="*/ 263214 h 266700"/>
                  <a:gd name="connsiteX3" fmla="*/ 404808 w 409575"/>
                  <a:gd name="connsiteY3" fmla="*/ 127102 h 266700"/>
                  <a:gd name="connsiteX4" fmla="*/ 219622 w 409575"/>
                  <a:gd name="connsiteY4" fmla="*/ 7144 h 266700"/>
                  <a:gd name="connsiteX5" fmla="*/ 192314 w 409575"/>
                  <a:gd name="connsiteY5" fmla="*/ 238897 h 266700"/>
                  <a:gd name="connsiteX6" fmla="*/ 47382 w 409575"/>
                  <a:gd name="connsiteY6" fmla="*/ 185576 h 266700"/>
                  <a:gd name="connsiteX7" fmla="*/ 32666 w 409575"/>
                  <a:gd name="connsiteY7" fmla="*/ 131959 h 266700"/>
                  <a:gd name="connsiteX8" fmla="*/ 219613 w 409575"/>
                  <a:gd name="connsiteY8" fmla="*/ 31461 h 266700"/>
                  <a:gd name="connsiteX9" fmla="*/ 358592 w 409575"/>
                  <a:gd name="connsiteY9" fmla="*/ 78572 h 266700"/>
                  <a:gd name="connsiteX10" fmla="*/ 380481 w 409575"/>
                  <a:gd name="connsiteY10" fmla="*/ 126835 h 266700"/>
                  <a:gd name="connsiteX11" fmla="*/ 192314 w 409575"/>
                  <a:gd name="connsiteY11" fmla="*/ 238897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575" h="266700">
                    <a:moveTo>
                      <a:pt x="219622" y="7144"/>
                    </a:moveTo>
                    <a:cubicBezTo>
                      <a:pt x="116752" y="7144"/>
                      <a:pt x="22827" y="58998"/>
                      <a:pt x="8911" y="127102"/>
                    </a:cubicBezTo>
                    <a:cubicBezTo>
                      <a:pt x="-6053" y="200044"/>
                      <a:pt x="75652" y="263214"/>
                      <a:pt x="192324" y="263214"/>
                    </a:cubicBezTo>
                    <a:cubicBezTo>
                      <a:pt x="309053" y="263214"/>
                      <a:pt x="404198" y="200044"/>
                      <a:pt x="404808" y="127102"/>
                    </a:cubicBezTo>
                    <a:cubicBezTo>
                      <a:pt x="405351" y="58998"/>
                      <a:pt x="322426" y="7144"/>
                      <a:pt x="219622" y="7144"/>
                    </a:cubicBezTo>
                    <a:close/>
                    <a:moveTo>
                      <a:pt x="192314" y="238897"/>
                    </a:moveTo>
                    <a:cubicBezTo>
                      <a:pt x="129764" y="238897"/>
                      <a:pt x="74195" y="218465"/>
                      <a:pt x="47382" y="185576"/>
                    </a:cubicBezTo>
                    <a:cubicBezTo>
                      <a:pt x="33752" y="168926"/>
                      <a:pt x="28837" y="150857"/>
                      <a:pt x="32666" y="131959"/>
                    </a:cubicBezTo>
                    <a:cubicBezTo>
                      <a:pt x="44029" y="76514"/>
                      <a:pt x="127868" y="31461"/>
                      <a:pt x="219613" y="31461"/>
                    </a:cubicBezTo>
                    <a:cubicBezTo>
                      <a:pt x="277315" y="31461"/>
                      <a:pt x="329294" y="49092"/>
                      <a:pt x="358592" y="78572"/>
                    </a:cubicBezTo>
                    <a:cubicBezTo>
                      <a:pt x="373242" y="93402"/>
                      <a:pt x="380604" y="109633"/>
                      <a:pt x="380481" y="126835"/>
                    </a:cubicBezTo>
                    <a:cubicBezTo>
                      <a:pt x="380004" y="186557"/>
                      <a:pt x="292089" y="238897"/>
                      <a:pt x="192314" y="2388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74F130D-9214-41AE-9C7E-2184AF2743C8}"/>
                  </a:ext>
                </a:extLst>
              </p:cNvPr>
              <p:cNvSpPr/>
              <p:nvPr/>
            </p:nvSpPr>
            <p:spPr>
              <a:xfrm>
                <a:off x="6591644" y="2353366"/>
                <a:ext cx="57150" cy="123825"/>
              </a:xfrm>
              <a:custGeom>
                <a:avLst/>
                <a:gdLst>
                  <a:gd name="connsiteX0" fmla="*/ 51396 w 57150"/>
                  <a:gd name="connsiteY0" fmla="*/ 10992 h 123825"/>
                  <a:gd name="connsiteX1" fmla="*/ 37328 w 57150"/>
                  <a:gd name="connsiteY1" fmla="*/ 7144 h 123825"/>
                  <a:gd name="connsiteX2" fmla="*/ 9371 w 57150"/>
                  <a:gd name="connsiteY2" fmla="*/ 60493 h 123825"/>
                  <a:gd name="connsiteX3" fmla="*/ 14448 w 57150"/>
                  <a:gd name="connsiteY3" fmla="*/ 116824 h 123825"/>
                  <a:gd name="connsiteX4" fmla="*/ 30984 w 57150"/>
                  <a:gd name="connsiteY4" fmla="*/ 112547 h 123825"/>
                  <a:gd name="connsiteX5" fmla="*/ 25869 w 57150"/>
                  <a:gd name="connsiteY5" fmla="*/ 60493 h 123825"/>
                  <a:gd name="connsiteX6" fmla="*/ 51396 w 57150"/>
                  <a:gd name="connsiteY6" fmla="*/ 10992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396" y="10992"/>
                    </a:moveTo>
                    <a:lnTo>
                      <a:pt x="37328" y="7144"/>
                    </a:lnTo>
                    <a:cubicBezTo>
                      <a:pt x="22897" y="23755"/>
                      <a:pt x="13448" y="41691"/>
                      <a:pt x="9371" y="60493"/>
                    </a:cubicBezTo>
                    <a:cubicBezTo>
                      <a:pt x="5209" y="79658"/>
                      <a:pt x="6867" y="98612"/>
                      <a:pt x="14448" y="116824"/>
                    </a:cubicBezTo>
                    <a:lnTo>
                      <a:pt x="30984" y="112547"/>
                    </a:lnTo>
                    <a:cubicBezTo>
                      <a:pt x="23840" y="95745"/>
                      <a:pt x="22164" y="78219"/>
                      <a:pt x="25869" y="60493"/>
                    </a:cubicBezTo>
                    <a:cubicBezTo>
                      <a:pt x="29517" y="43072"/>
                      <a:pt x="38147" y="26432"/>
                      <a:pt x="51396" y="10992"/>
                    </a:cubicBezTo>
                    <a:close/>
                  </a:path>
                </a:pathLst>
              </a:custGeom>
              <a:solidFill>
                <a:srgbClr val="D3D3D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2EB4DAF-6F10-4522-B27B-2C16ADE8F859}"/>
                  </a:ext>
                </a:extLst>
              </p:cNvPr>
              <p:cNvSpPr/>
              <p:nvPr/>
            </p:nvSpPr>
            <p:spPr>
              <a:xfrm>
                <a:off x="6591644" y="2353357"/>
                <a:ext cx="57150" cy="123825"/>
              </a:xfrm>
              <a:custGeom>
                <a:avLst/>
                <a:gdLst>
                  <a:gd name="connsiteX0" fmla="*/ 51405 w 57150"/>
                  <a:gd name="connsiteY0" fmla="*/ 11011 h 123825"/>
                  <a:gd name="connsiteX1" fmla="*/ 37328 w 57150"/>
                  <a:gd name="connsiteY1" fmla="*/ 7144 h 123825"/>
                  <a:gd name="connsiteX2" fmla="*/ 9371 w 57150"/>
                  <a:gd name="connsiteY2" fmla="*/ 60503 h 123825"/>
                  <a:gd name="connsiteX3" fmla="*/ 14448 w 57150"/>
                  <a:gd name="connsiteY3" fmla="*/ 116843 h 123825"/>
                  <a:gd name="connsiteX4" fmla="*/ 30974 w 57150"/>
                  <a:gd name="connsiteY4" fmla="*/ 112557 h 123825"/>
                  <a:gd name="connsiteX5" fmla="*/ 25869 w 57150"/>
                  <a:gd name="connsiteY5" fmla="*/ 60503 h 123825"/>
                  <a:gd name="connsiteX6" fmla="*/ 51405 w 57150"/>
                  <a:gd name="connsiteY6" fmla="*/ 11011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123825">
                    <a:moveTo>
                      <a:pt x="51405" y="11011"/>
                    </a:moveTo>
                    <a:lnTo>
                      <a:pt x="37328" y="7144"/>
                    </a:lnTo>
                    <a:cubicBezTo>
                      <a:pt x="22897" y="23774"/>
                      <a:pt x="13458" y="41700"/>
                      <a:pt x="9371" y="60503"/>
                    </a:cubicBezTo>
                    <a:cubicBezTo>
                      <a:pt x="5209" y="79658"/>
                      <a:pt x="6867" y="98631"/>
                      <a:pt x="14448" y="116843"/>
                    </a:cubicBezTo>
                    <a:lnTo>
                      <a:pt x="30974" y="112557"/>
                    </a:lnTo>
                    <a:cubicBezTo>
                      <a:pt x="23840" y="95755"/>
                      <a:pt x="22164" y="78229"/>
                      <a:pt x="25869" y="60503"/>
                    </a:cubicBezTo>
                    <a:cubicBezTo>
                      <a:pt x="29517" y="43072"/>
                      <a:pt x="38137" y="26441"/>
                      <a:pt x="51405" y="11011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2A09C6DA-E708-42D6-9BDF-F2A35157C197}"/>
                  </a:ext>
                </a:extLst>
              </p:cNvPr>
              <p:cNvSpPr/>
              <p:nvPr/>
            </p:nvSpPr>
            <p:spPr>
              <a:xfrm>
                <a:off x="6591662" y="2426471"/>
                <a:ext cx="38100" cy="66675"/>
              </a:xfrm>
              <a:custGeom>
                <a:avLst/>
                <a:gdLst>
                  <a:gd name="connsiteX0" fmla="*/ 7191 w 38100"/>
                  <a:gd name="connsiteY0" fmla="*/ 7144 h 66675"/>
                  <a:gd name="connsiteX1" fmla="*/ 7144 w 38100"/>
                  <a:gd name="connsiteY1" fmla="*/ 7201 h 66675"/>
                  <a:gd name="connsiteX2" fmla="*/ 7144 w 38100"/>
                  <a:gd name="connsiteY2" fmla="*/ 26289 h 66675"/>
                  <a:gd name="connsiteX3" fmla="*/ 14450 w 38100"/>
                  <a:gd name="connsiteY3" fmla="*/ 62817 h 66675"/>
                  <a:gd name="connsiteX4" fmla="*/ 22775 w 38100"/>
                  <a:gd name="connsiteY4" fmla="*/ 60617 h 66675"/>
                  <a:gd name="connsiteX5" fmla="*/ 22775 w 38100"/>
                  <a:gd name="connsiteY5" fmla="*/ 45691 h 66675"/>
                  <a:gd name="connsiteX6" fmla="*/ 30985 w 38100"/>
                  <a:gd name="connsiteY6" fmla="*/ 43558 h 66675"/>
                  <a:gd name="connsiteX7" fmla="*/ 30985 w 38100"/>
                  <a:gd name="connsiteY7" fmla="*/ 39434 h 66675"/>
                  <a:gd name="connsiteX8" fmla="*/ 14450 w 38100"/>
                  <a:gd name="connsiteY8" fmla="*/ 43720 h 66675"/>
                  <a:gd name="connsiteX9" fmla="*/ 7191 w 38100"/>
                  <a:gd name="connsiteY9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100" h="66675">
                    <a:moveTo>
                      <a:pt x="7191" y="7144"/>
                    </a:moveTo>
                    <a:lnTo>
                      <a:pt x="7144" y="7201"/>
                    </a:lnTo>
                    <a:lnTo>
                      <a:pt x="7144" y="26289"/>
                    </a:lnTo>
                    <a:cubicBezTo>
                      <a:pt x="7144" y="47092"/>
                      <a:pt x="14450" y="62817"/>
                      <a:pt x="14450" y="62817"/>
                    </a:cubicBezTo>
                    <a:lnTo>
                      <a:pt x="22775" y="60617"/>
                    </a:lnTo>
                    <a:lnTo>
                      <a:pt x="22775" y="45691"/>
                    </a:lnTo>
                    <a:lnTo>
                      <a:pt x="30985" y="43558"/>
                    </a:lnTo>
                    <a:lnTo>
                      <a:pt x="30985" y="39434"/>
                    </a:lnTo>
                    <a:lnTo>
                      <a:pt x="14450" y="43720"/>
                    </a:lnTo>
                    <a:cubicBezTo>
                      <a:pt x="9487" y="31794"/>
                      <a:pt x="7115" y="19555"/>
                      <a:pt x="7191" y="7144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94887583-08B2-4274-AF9B-8E3C889C0857}"/>
                  </a:ext>
                </a:extLst>
              </p:cNvPr>
              <p:cNvSpPr/>
              <p:nvPr/>
            </p:nvSpPr>
            <p:spPr>
              <a:xfrm>
                <a:off x="6608496" y="2357215"/>
                <a:ext cx="38100" cy="76200"/>
              </a:xfrm>
              <a:custGeom>
                <a:avLst/>
                <a:gdLst>
                  <a:gd name="connsiteX0" fmla="*/ 7178 w 38100"/>
                  <a:gd name="connsiteY0" fmla="*/ 77181 h 76200"/>
                  <a:gd name="connsiteX1" fmla="*/ 9026 w 38100"/>
                  <a:gd name="connsiteY1" fmla="*/ 60760 h 76200"/>
                  <a:gd name="connsiteX2" fmla="*/ 34553 w 38100"/>
                  <a:gd name="connsiteY2" fmla="*/ 11268 h 76200"/>
                  <a:gd name="connsiteX3" fmla="*/ 34553 w 38100"/>
                  <a:gd name="connsiteY3" fmla="*/ 7144 h 76200"/>
                  <a:gd name="connsiteX4" fmla="*/ 9026 w 38100"/>
                  <a:gd name="connsiteY4" fmla="*/ 56636 h 76200"/>
                  <a:gd name="connsiteX5" fmla="*/ 7178 w 38100"/>
                  <a:gd name="connsiteY5" fmla="*/ 77181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76200">
                    <a:moveTo>
                      <a:pt x="7178" y="77181"/>
                    </a:moveTo>
                    <a:cubicBezTo>
                      <a:pt x="7284" y="71742"/>
                      <a:pt x="7874" y="66265"/>
                      <a:pt x="9026" y="60760"/>
                    </a:cubicBezTo>
                    <a:cubicBezTo>
                      <a:pt x="12655" y="43329"/>
                      <a:pt x="21276" y="26689"/>
                      <a:pt x="34553" y="11268"/>
                    </a:cubicBezTo>
                    <a:lnTo>
                      <a:pt x="34553" y="7144"/>
                    </a:lnTo>
                    <a:cubicBezTo>
                      <a:pt x="21276" y="22584"/>
                      <a:pt x="12655" y="39214"/>
                      <a:pt x="9026" y="56636"/>
                    </a:cubicBezTo>
                    <a:cubicBezTo>
                      <a:pt x="7579" y="63532"/>
                      <a:pt x="6988" y="70390"/>
                      <a:pt x="7178" y="77181"/>
                    </a:cubicBezTo>
                    <a:close/>
                  </a:path>
                </a:pathLst>
              </a:custGeom>
              <a:solidFill>
                <a:srgbClr val="D1DD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A847ACAC-CC74-47BF-B659-C6DC531FBA05}"/>
                </a:ext>
              </a:extLst>
            </p:cNvPr>
            <p:cNvGrpSpPr/>
            <p:nvPr/>
          </p:nvGrpSpPr>
          <p:grpSpPr>
            <a:xfrm>
              <a:off x="7111556" y="2544667"/>
              <a:ext cx="409080" cy="1075820"/>
              <a:chOff x="7111556" y="2544667"/>
              <a:chExt cx="409080" cy="1075820"/>
            </a:xfrm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8F91486-6BC6-4A20-B350-6660BFA27E0E}"/>
                  </a:ext>
                </a:extLst>
              </p:cNvPr>
              <p:cNvSpPr/>
              <p:nvPr/>
            </p:nvSpPr>
            <p:spPr>
              <a:xfrm>
                <a:off x="7349738" y="3057435"/>
                <a:ext cx="57150" cy="66675"/>
              </a:xfrm>
              <a:custGeom>
                <a:avLst/>
                <a:gdLst>
                  <a:gd name="connsiteX0" fmla="*/ 12049 w 57150"/>
                  <a:gd name="connsiteY0" fmla="*/ 7144 h 66675"/>
                  <a:gd name="connsiteX1" fmla="*/ 12049 w 57150"/>
                  <a:gd name="connsiteY1" fmla="*/ 7182 h 66675"/>
                  <a:gd name="connsiteX2" fmla="*/ 7144 w 57150"/>
                  <a:gd name="connsiteY2" fmla="*/ 10649 h 66675"/>
                  <a:gd name="connsiteX3" fmla="*/ 50911 w 57150"/>
                  <a:gd name="connsiteY3" fmla="*/ 65494 h 66675"/>
                  <a:gd name="connsiteX4" fmla="*/ 55064 w 57150"/>
                  <a:gd name="connsiteY4" fmla="*/ 66723 h 66675"/>
                  <a:gd name="connsiteX5" fmla="*/ 55798 w 57150"/>
                  <a:gd name="connsiteY5" fmla="*/ 61989 h 66675"/>
                  <a:gd name="connsiteX6" fmla="*/ 12049 w 57150"/>
                  <a:gd name="connsiteY6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66675">
                    <a:moveTo>
                      <a:pt x="12049" y="7144"/>
                    </a:moveTo>
                    <a:lnTo>
                      <a:pt x="12049" y="7182"/>
                    </a:lnTo>
                    <a:cubicBezTo>
                      <a:pt x="11782" y="9906"/>
                      <a:pt x="9477" y="11554"/>
                      <a:pt x="7144" y="10649"/>
                    </a:cubicBezTo>
                    <a:lnTo>
                      <a:pt x="50911" y="65494"/>
                    </a:lnTo>
                    <a:cubicBezTo>
                      <a:pt x="51854" y="67142"/>
                      <a:pt x="53712" y="67685"/>
                      <a:pt x="55064" y="66723"/>
                    </a:cubicBezTo>
                    <a:cubicBezTo>
                      <a:pt x="56426" y="65751"/>
                      <a:pt x="56750" y="63637"/>
                      <a:pt x="55798" y="61989"/>
                    </a:cubicBezTo>
                    <a:lnTo>
                      <a:pt x="12049" y="7144"/>
                    </a:ln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E9D5C5A0-1699-4A0C-AD6D-F70642C97C13}"/>
                  </a:ext>
                </a:extLst>
              </p:cNvPr>
              <p:cNvSpPr/>
              <p:nvPr/>
            </p:nvSpPr>
            <p:spPr>
              <a:xfrm>
                <a:off x="7158647" y="2930467"/>
                <a:ext cx="38100" cy="161925"/>
              </a:xfrm>
              <a:custGeom>
                <a:avLst/>
                <a:gdLst>
                  <a:gd name="connsiteX0" fmla="*/ 7144 w 38100"/>
                  <a:gd name="connsiteY0" fmla="*/ 26403 h 161925"/>
                  <a:gd name="connsiteX1" fmla="*/ 7144 w 38100"/>
                  <a:gd name="connsiteY1" fmla="*/ 161896 h 161925"/>
                  <a:gd name="connsiteX2" fmla="*/ 32042 w 38100"/>
                  <a:gd name="connsiteY2" fmla="*/ 161896 h 161925"/>
                  <a:gd name="connsiteX3" fmla="*/ 32042 w 38100"/>
                  <a:gd name="connsiteY3" fmla="*/ 7144 h 161925"/>
                  <a:gd name="connsiteX4" fmla="*/ 9020 w 38100"/>
                  <a:gd name="connsiteY4" fmla="*/ 22784 h 161925"/>
                  <a:gd name="connsiteX5" fmla="*/ 7144 w 38100"/>
                  <a:gd name="connsiteY5" fmla="*/ 26403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161925">
                    <a:moveTo>
                      <a:pt x="7144" y="26403"/>
                    </a:moveTo>
                    <a:lnTo>
                      <a:pt x="7144" y="161896"/>
                    </a:lnTo>
                    <a:lnTo>
                      <a:pt x="32042" y="161896"/>
                    </a:lnTo>
                    <a:lnTo>
                      <a:pt x="32042" y="7144"/>
                    </a:lnTo>
                    <a:lnTo>
                      <a:pt x="9020" y="22784"/>
                    </a:lnTo>
                    <a:cubicBezTo>
                      <a:pt x="7849" y="23603"/>
                      <a:pt x="7144" y="24955"/>
                      <a:pt x="7144" y="26403"/>
                    </a:cubicBez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2637800-F4A6-4496-AF05-BCDC7F3ABE12}"/>
                  </a:ext>
                </a:extLst>
              </p:cNvPr>
              <p:cNvSpPr/>
              <p:nvPr/>
            </p:nvSpPr>
            <p:spPr>
              <a:xfrm>
                <a:off x="7182737" y="2930189"/>
                <a:ext cx="333375" cy="514350"/>
              </a:xfrm>
              <a:custGeom>
                <a:avLst/>
                <a:gdLst>
                  <a:gd name="connsiteX0" fmla="*/ 324412 w 333375"/>
                  <a:gd name="connsiteY0" fmla="*/ 242765 h 514350"/>
                  <a:gd name="connsiteX1" fmla="*/ 119653 w 333375"/>
                  <a:gd name="connsiteY1" fmla="*/ 124274 h 514350"/>
                  <a:gd name="connsiteX2" fmla="*/ 119662 w 333375"/>
                  <a:gd name="connsiteY2" fmla="*/ 74220 h 514350"/>
                  <a:gd name="connsiteX3" fmla="*/ 117034 w 333375"/>
                  <a:gd name="connsiteY3" fmla="*/ 69439 h 514350"/>
                  <a:gd name="connsiteX4" fmla="*/ 10067 w 333375"/>
                  <a:gd name="connsiteY4" fmla="*/ 7526 h 514350"/>
                  <a:gd name="connsiteX5" fmla="*/ 7172 w 333375"/>
                  <a:gd name="connsiteY5" fmla="*/ 9107 h 514350"/>
                  <a:gd name="connsiteX6" fmla="*/ 7144 w 333375"/>
                  <a:gd name="connsiteY6" fmla="*/ 95013 h 514350"/>
                  <a:gd name="connsiteX7" fmla="*/ 7201 w 333375"/>
                  <a:gd name="connsiteY7" fmla="*/ 95490 h 514350"/>
                  <a:gd name="connsiteX8" fmla="*/ 7153 w 333375"/>
                  <a:gd name="connsiteY8" fmla="*/ 316603 h 514350"/>
                  <a:gd name="connsiteX9" fmla="*/ 14725 w 333375"/>
                  <a:gd name="connsiteY9" fmla="*/ 330414 h 514350"/>
                  <a:gd name="connsiteX10" fmla="*/ 323592 w 333375"/>
                  <a:gd name="connsiteY10" fmla="*/ 509160 h 514350"/>
                  <a:gd name="connsiteX11" fmla="*/ 331937 w 333375"/>
                  <a:gd name="connsiteY11" fmla="*/ 504569 h 514350"/>
                  <a:gd name="connsiteX12" fmla="*/ 331994 w 333375"/>
                  <a:gd name="connsiteY12" fmla="*/ 256586 h 514350"/>
                  <a:gd name="connsiteX13" fmla="*/ 324412 w 333375"/>
                  <a:gd name="connsiteY13" fmla="*/ 242765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3375" h="514350">
                    <a:moveTo>
                      <a:pt x="324412" y="242765"/>
                    </a:moveTo>
                    <a:lnTo>
                      <a:pt x="119653" y="124274"/>
                    </a:lnTo>
                    <a:lnTo>
                      <a:pt x="119662" y="74220"/>
                    </a:lnTo>
                    <a:cubicBezTo>
                      <a:pt x="119739" y="72448"/>
                      <a:pt x="118567" y="70324"/>
                      <a:pt x="117034" y="69439"/>
                    </a:cubicBezTo>
                    <a:lnTo>
                      <a:pt x="10067" y="7526"/>
                    </a:lnTo>
                    <a:cubicBezTo>
                      <a:pt x="8534" y="6640"/>
                      <a:pt x="7239" y="7345"/>
                      <a:pt x="7172" y="9107"/>
                    </a:cubicBezTo>
                    <a:lnTo>
                      <a:pt x="7144" y="95013"/>
                    </a:lnTo>
                    <a:cubicBezTo>
                      <a:pt x="7144" y="95175"/>
                      <a:pt x="7191" y="95337"/>
                      <a:pt x="7201" y="95490"/>
                    </a:cubicBezTo>
                    <a:lnTo>
                      <a:pt x="7153" y="316603"/>
                    </a:lnTo>
                    <a:cubicBezTo>
                      <a:pt x="6953" y="321689"/>
                      <a:pt x="10334" y="327871"/>
                      <a:pt x="14725" y="330414"/>
                    </a:cubicBezTo>
                    <a:lnTo>
                      <a:pt x="323592" y="509160"/>
                    </a:lnTo>
                    <a:cubicBezTo>
                      <a:pt x="327993" y="511713"/>
                      <a:pt x="331937" y="509656"/>
                      <a:pt x="331937" y="504569"/>
                    </a:cubicBezTo>
                    <a:lnTo>
                      <a:pt x="331994" y="256586"/>
                    </a:lnTo>
                    <a:cubicBezTo>
                      <a:pt x="332213" y="251480"/>
                      <a:pt x="328803" y="245308"/>
                      <a:pt x="324412" y="242765"/>
                    </a:cubicBezTo>
                    <a:close/>
                  </a:path>
                </a:pathLst>
              </a:custGeom>
              <a:solidFill>
                <a:srgbClr val="FFDB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3F1DE734-24E2-4C24-BCD6-D1342022CF16}"/>
                  </a:ext>
                </a:extLst>
              </p:cNvPr>
              <p:cNvSpPr/>
              <p:nvPr/>
            </p:nvSpPr>
            <p:spPr>
              <a:xfrm>
                <a:off x="7482536" y="3178822"/>
                <a:ext cx="38100" cy="276225"/>
              </a:xfrm>
              <a:custGeom>
                <a:avLst/>
                <a:gdLst>
                  <a:gd name="connsiteX0" fmla="*/ 7144 w 38100"/>
                  <a:gd name="connsiteY0" fmla="*/ 277301 h 276225"/>
                  <a:gd name="connsiteX1" fmla="*/ 29785 w 38100"/>
                  <a:gd name="connsiteY1" fmla="*/ 261099 h 276225"/>
                  <a:gd name="connsiteX2" fmla="*/ 32204 w 38100"/>
                  <a:gd name="connsiteY2" fmla="*/ 256403 h 276225"/>
                  <a:gd name="connsiteX3" fmla="*/ 32204 w 38100"/>
                  <a:gd name="connsiteY3" fmla="*/ 7144 h 276225"/>
                  <a:gd name="connsiteX4" fmla="*/ 7144 w 38100"/>
                  <a:gd name="connsiteY4" fmla="*/ 23098 h 276225"/>
                  <a:gd name="connsiteX5" fmla="*/ 7144 w 38100"/>
                  <a:gd name="connsiteY5" fmla="*/ 277301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276225">
                    <a:moveTo>
                      <a:pt x="7144" y="277301"/>
                    </a:moveTo>
                    <a:lnTo>
                      <a:pt x="29785" y="261099"/>
                    </a:lnTo>
                    <a:cubicBezTo>
                      <a:pt x="31299" y="260023"/>
                      <a:pt x="32204" y="258270"/>
                      <a:pt x="32204" y="256403"/>
                    </a:cubicBezTo>
                    <a:lnTo>
                      <a:pt x="32204" y="7144"/>
                    </a:lnTo>
                    <a:lnTo>
                      <a:pt x="7144" y="23098"/>
                    </a:lnTo>
                    <a:lnTo>
                      <a:pt x="7144" y="277301"/>
                    </a:lnTo>
                    <a:close/>
                  </a:path>
                </a:pathLst>
              </a:custGeom>
              <a:solidFill>
                <a:srgbClr val="FD9C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BEF5804-67B5-4D06-AE3A-C791C622D572}"/>
                  </a:ext>
                </a:extLst>
              </p:cNvPr>
              <p:cNvSpPr/>
              <p:nvPr/>
            </p:nvSpPr>
            <p:spPr>
              <a:xfrm>
                <a:off x="7158666" y="2948011"/>
                <a:ext cx="333375" cy="514350"/>
              </a:xfrm>
              <a:custGeom>
                <a:avLst/>
                <a:gdLst>
                  <a:gd name="connsiteX0" fmla="*/ 324393 w 333375"/>
                  <a:gd name="connsiteY0" fmla="*/ 242756 h 514350"/>
                  <a:gd name="connsiteX1" fmla="*/ 119644 w 333375"/>
                  <a:gd name="connsiteY1" fmla="*/ 124265 h 514350"/>
                  <a:gd name="connsiteX2" fmla="*/ 119663 w 333375"/>
                  <a:gd name="connsiteY2" fmla="*/ 74220 h 514350"/>
                  <a:gd name="connsiteX3" fmla="*/ 117024 w 333375"/>
                  <a:gd name="connsiteY3" fmla="*/ 69439 h 514350"/>
                  <a:gd name="connsiteX4" fmla="*/ 10049 w 333375"/>
                  <a:gd name="connsiteY4" fmla="*/ 7526 h 514350"/>
                  <a:gd name="connsiteX5" fmla="*/ 7163 w 333375"/>
                  <a:gd name="connsiteY5" fmla="*/ 9107 h 514350"/>
                  <a:gd name="connsiteX6" fmla="*/ 7154 w 333375"/>
                  <a:gd name="connsiteY6" fmla="*/ 316593 h 514350"/>
                  <a:gd name="connsiteX7" fmla="*/ 14716 w 333375"/>
                  <a:gd name="connsiteY7" fmla="*/ 330405 h 514350"/>
                  <a:gd name="connsiteX8" fmla="*/ 323583 w 333375"/>
                  <a:gd name="connsiteY8" fmla="*/ 509141 h 514350"/>
                  <a:gd name="connsiteX9" fmla="*/ 331928 w 333375"/>
                  <a:gd name="connsiteY9" fmla="*/ 504550 h 514350"/>
                  <a:gd name="connsiteX10" fmla="*/ 331985 w 333375"/>
                  <a:gd name="connsiteY10" fmla="*/ 256567 h 514350"/>
                  <a:gd name="connsiteX11" fmla="*/ 324393 w 333375"/>
                  <a:gd name="connsiteY11" fmla="*/ 242756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3375" h="514350">
                    <a:moveTo>
                      <a:pt x="324393" y="242756"/>
                    </a:moveTo>
                    <a:lnTo>
                      <a:pt x="119644" y="124265"/>
                    </a:lnTo>
                    <a:lnTo>
                      <a:pt x="119663" y="74220"/>
                    </a:lnTo>
                    <a:cubicBezTo>
                      <a:pt x="119739" y="72448"/>
                      <a:pt x="118558" y="70315"/>
                      <a:pt x="117024" y="69439"/>
                    </a:cubicBezTo>
                    <a:lnTo>
                      <a:pt x="10049" y="7526"/>
                    </a:lnTo>
                    <a:cubicBezTo>
                      <a:pt x="8525" y="6640"/>
                      <a:pt x="7230" y="7345"/>
                      <a:pt x="7163" y="9107"/>
                    </a:cubicBezTo>
                    <a:lnTo>
                      <a:pt x="7154" y="316593"/>
                    </a:lnTo>
                    <a:cubicBezTo>
                      <a:pt x="6935" y="321670"/>
                      <a:pt x="10325" y="327861"/>
                      <a:pt x="14716" y="330405"/>
                    </a:cubicBezTo>
                    <a:lnTo>
                      <a:pt x="323583" y="509141"/>
                    </a:lnTo>
                    <a:cubicBezTo>
                      <a:pt x="327984" y="511694"/>
                      <a:pt x="331718" y="509636"/>
                      <a:pt x="331928" y="504550"/>
                    </a:cubicBezTo>
                    <a:lnTo>
                      <a:pt x="331985" y="256567"/>
                    </a:lnTo>
                    <a:cubicBezTo>
                      <a:pt x="332185" y="251471"/>
                      <a:pt x="328793" y="245308"/>
                      <a:pt x="324393" y="242756"/>
                    </a:cubicBezTo>
                    <a:close/>
                  </a:path>
                </a:pathLst>
              </a:custGeom>
              <a:solidFill>
                <a:srgbClr val="FFBD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FACA2D58-7548-48FB-A22F-5336962B9110}"/>
                  </a:ext>
                </a:extLst>
              </p:cNvPr>
              <p:cNvSpPr/>
              <p:nvPr/>
            </p:nvSpPr>
            <p:spPr>
              <a:xfrm>
                <a:off x="7372246" y="3301679"/>
                <a:ext cx="95250" cy="114300"/>
              </a:xfrm>
              <a:custGeom>
                <a:avLst/>
                <a:gdLst>
                  <a:gd name="connsiteX0" fmla="*/ 17221 w 95250"/>
                  <a:gd name="connsiteY0" fmla="*/ 8055 h 114300"/>
                  <a:gd name="connsiteX1" fmla="*/ 7162 w 95250"/>
                  <a:gd name="connsiteY1" fmla="*/ 13837 h 114300"/>
                  <a:gd name="connsiteX2" fmla="*/ 7144 w 95250"/>
                  <a:gd name="connsiteY2" fmla="*/ 62481 h 114300"/>
                  <a:gd name="connsiteX3" fmla="*/ 10516 w 95250"/>
                  <a:gd name="connsiteY3" fmla="*/ 68291 h 114300"/>
                  <a:gd name="connsiteX4" fmla="*/ 81134 w 95250"/>
                  <a:gd name="connsiteY4" fmla="*/ 108725 h 114300"/>
                  <a:gd name="connsiteX5" fmla="*/ 91164 w 95250"/>
                  <a:gd name="connsiteY5" fmla="*/ 102914 h 114300"/>
                  <a:gd name="connsiteX6" fmla="*/ 91164 w 95250"/>
                  <a:gd name="connsiteY6" fmla="*/ 54699 h 114300"/>
                  <a:gd name="connsiteX7" fmla="*/ 87820 w 95250"/>
                  <a:gd name="connsiteY7" fmla="*/ 48907 h 114300"/>
                  <a:gd name="connsiteX8" fmla="*/ 17221 w 95250"/>
                  <a:gd name="connsiteY8" fmla="*/ 8055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0" h="114300">
                    <a:moveTo>
                      <a:pt x="17221" y="8055"/>
                    </a:moveTo>
                    <a:cubicBezTo>
                      <a:pt x="12754" y="5473"/>
                      <a:pt x="7162" y="8683"/>
                      <a:pt x="7162" y="13837"/>
                    </a:cubicBezTo>
                    <a:lnTo>
                      <a:pt x="7144" y="62481"/>
                    </a:lnTo>
                    <a:cubicBezTo>
                      <a:pt x="7144" y="64881"/>
                      <a:pt x="8439" y="67100"/>
                      <a:pt x="10516" y="68291"/>
                    </a:cubicBezTo>
                    <a:lnTo>
                      <a:pt x="81134" y="108725"/>
                    </a:lnTo>
                    <a:cubicBezTo>
                      <a:pt x="85591" y="111277"/>
                      <a:pt x="91164" y="108058"/>
                      <a:pt x="91164" y="102914"/>
                    </a:cubicBezTo>
                    <a:lnTo>
                      <a:pt x="91164" y="54699"/>
                    </a:lnTo>
                    <a:cubicBezTo>
                      <a:pt x="91164" y="52317"/>
                      <a:pt x="89897" y="50108"/>
                      <a:pt x="87820" y="48907"/>
                    </a:cubicBezTo>
                    <a:lnTo>
                      <a:pt x="17221" y="8055"/>
                    </a:lnTo>
                    <a:close/>
                  </a:path>
                </a:pathLst>
              </a:custGeom>
              <a:solidFill>
                <a:srgbClr val="FFDB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08775872-942E-4AB3-ADDF-913E5A2F5C6D}"/>
                  </a:ext>
                </a:extLst>
              </p:cNvPr>
              <p:cNvSpPr/>
              <p:nvPr/>
            </p:nvSpPr>
            <p:spPr>
              <a:xfrm>
                <a:off x="7385143" y="3324678"/>
                <a:ext cx="28575" cy="28575"/>
              </a:xfrm>
              <a:custGeom>
                <a:avLst/>
                <a:gdLst>
                  <a:gd name="connsiteX0" fmla="*/ 7144 w 28575"/>
                  <a:gd name="connsiteY0" fmla="*/ 14592 h 28575"/>
                  <a:gd name="connsiteX1" fmla="*/ 28089 w 28575"/>
                  <a:gd name="connsiteY1" fmla="*/ 27394 h 28575"/>
                  <a:gd name="connsiteX2" fmla="*/ 28089 w 28575"/>
                  <a:gd name="connsiteY2" fmla="*/ 19964 h 28575"/>
                  <a:gd name="connsiteX3" fmla="*/ 7144 w 28575"/>
                  <a:gd name="connsiteY3" fmla="*/ 7144 h 2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28575">
                    <a:moveTo>
                      <a:pt x="7144" y="14592"/>
                    </a:moveTo>
                    <a:lnTo>
                      <a:pt x="28089" y="27394"/>
                    </a:lnTo>
                    <a:lnTo>
                      <a:pt x="28089" y="19964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BCB1EB6A-3954-4EC3-936D-DBB277769247}"/>
                  </a:ext>
                </a:extLst>
              </p:cNvPr>
              <p:cNvSpPr/>
              <p:nvPr/>
            </p:nvSpPr>
            <p:spPr>
              <a:xfrm>
                <a:off x="7415051" y="3342985"/>
                <a:ext cx="38100" cy="28575"/>
              </a:xfrm>
              <a:custGeom>
                <a:avLst/>
                <a:gdLst>
                  <a:gd name="connsiteX0" fmla="*/ 7144 w 38100"/>
                  <a:gd name="connsiteY0" fmla="*/ 14583 h 28575"/>
                  <a:gd name="connsiteX1" fmla="*/ 33042 w 38100"/>
                  <a:gd name="connsiteY1" fmla="*/ 30432 h 28575"/>
                  <a:gd name="connsiteX2" fmla="*/ 33042 w 38100"/>
                  <a:gd name="connsiteY2" fmla="*/ 22993 h 28575"/>
                  <a:gd name="connsiteX3" fmla="*/ 7144 w 38100"/>
                  <a:gd name="connsiteY3" fmla="*/ 7144 h 2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8575">
                    <a:moveTo>
                      <a:pt x="7144" y="14583"/>
                    </a:moveTo>
                    <a:lnTo>
                      <a:pt x="33042" y="30432"/>
                    </a:lnTo>
                    <a:lnTo>
                      <a:pt x="33042" y="22993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FC050729-D381-4B29-85D7-6CADDA3E7761}"/>
                  </a:ext>
                </a:extLst>
              </p:cNvPr>
              <p:cNvSpPr/>
              <p:nvPr/>
            </p:nvSpPr>
            <p:spPr>
              <a:xfrm>
                <a:off x="7385019" y="3343785"/>
                <a:ext cx="57150" cy="47625"/>
              </a:xfrm>
              <a:custGeom>
                <a:avLst/>
                <a:gdLst>
                  <a:gd name="connsiteX0" fmla="*/ 7144 w 57150"/>
                  <a:gd name="connsiteY0" fmla="*/ 14573 h 47625"/>
                  <a:gd name="connsiteX1" fmla="*/ 53797 w 57150"/>
                  <a:gd name="connsiteY1" fmla="*/ 43120 h 47625"/>
                  <a:gd name="connsiteX2" fmla="*/ 53797 w 57150"/>
                  <a:gd name="connsiteY2" fmla="*/ 35690 h 47625"/>
                  <a:gd name="connsiteX3" fmla="*/ 7144 w 57150"/>
                  <a:gd name="connsiteY3" fmla="*/ 7144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0" h="47625">
                    <a:moveTo>
                      <a:pt x="7144" y="14573"/>
                    </a:moveTo>
                    <a:lnTo>
                      <a:pt x="53797" y="43120"/>
                    </a:lnTo>
                    <a:lnTo>
                      <a:pt x="53797" y="35690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1F8A634-A476-4C1B-8E36-B27396CEC2D1}"/>
                  </a:ext>
                </a:extLst>
              </p:cNvPr>
              <p:cNvSpPr/>
              <p:nvPr/>
            </p:nvSpPr>
            <p:spPr>
              <a:xfrm>
                <a:off x="7322510" y="3069075"/>
                <a:ext cx="57150" cy="66675"/>
              </a:xfrm>
              <a:custGeom>
                <a:avLst/>
                <a:gdLst>
                  <a:gd name="connsiteX0" fmla="*/ 51441 w 57150"/>
                  <a:gd name="connsiteY0" fmla="*/ 7182 h 66675"/>
                  <a:gd name="connsiteX1" fmla="*/ 51441 w 57150"/>
                  <a:gd name="connsiteY1" fmla="*/ 7144 h 66675"/>
                  <a:gd name="connsiteX2" fmla="*/ 7683 w 57150"/>
                  <a:gd name="connsiteY2" fmla="*/ 61979 h 66675"/>
                  <a:gd name="connsiteX3" fmla="*/ 8417 w 57150"/>
                  <a:gd name="connsiteY3" fmla="*/ 66713 h 66675"/>
                  <a:gd name="connsiteX4" fmla="*/ 12579 w 57150"/>
                  <a:gd name="connsiteY4" fmla="*/ 65494 h 66675"/>
                  <a:gd name="connsiteX5" fmla="*/ 56327 w 57150"/>
                  <a:gd name="connsiteY5" fmla="*/ 10649 h 66675"/>
                  <a:gd name="connsiteX6" fmla="*/ 51441 w 57150"/>
                  <a:gd name="connsiteY6" fmla="*/ 7182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66675">
                    <a:moveTo>
                      <a:pt x="51441" y="7182"/>
                    </a:moveTo>
                    <a:lnTo>
                      <a:pt x="51441" y="7144"/>
                    </a:lnTo>
                    <a:lnTo>
                      <a:pt x="7683" y="61979"/>
                    </a:lnTo>
                    <a:cubicBezTo>
                      <a:pt x="6740" y="63627"/>
                      <a:pt x="7064" y="65751"/>
                      <a:pt x="8417" y="66713"/>
                    </a:cubicBezTo>
                    <a:cubicBezTo>
                      <a:pt x="9769" y="67685"/>
                      <a:pt x="11627" y="67142"/>
                      <a:pt x="12579" y="65494"/>
                    </a:cubicBezTo>
                    <a:lnTo>
                      <a:pt x="56327" y="10649"/>
                    </a:lnTo>
                    <a:cubicBezTo>
                      <a:pt x="54004" y="11544"/>
                      <a:pt x="51689" y="9906"/>
                      <a:pt x="51441" y="7182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EDCC4AFA-88CE-46A4-AAC5-4629BE21230B}"/>
                  </a:ext>
                </a:extLst>
              </p:cNvPr>
              <p:cNvSpPr/>
              <p:nvPr/>
            </p:nvSpPr>
            <p:spPr>
              <a:xfrm>
                <a:off x="7341584" y="3046910"/>
                <a:ext cx="66675" cy="47625"/>
              </a:xfrm>
              <a:custGeom>
                <a:avLst/>
                <a:gdLst>
                  <a:gd name="connsiteX0" fmla="*/ 35225 w 66675"/>
                  <a:gd name="connsiteY0" fmla="*/ 24194 h 47625"/>
                  <a:gd name="connsiteX1" fmla="*/ 7145 w 66675"/>
                  <a:gd name="connsiteY1" fmla="*/ 7144 h 47625"/>
                  <a:gd name="connsiteX2" fmla="*/ 7259 w 66675"/>
                  <a:gd name="connsiteY2" fmla="*/ 31223 h 47625"/>
                  <a:gd name="connsiteX3" fmla="*/ 35339 w 66675"/>
                  <a:gd name="connsiteY3" fmla="*/ 48273 h 47625"/>
                  <a:gd name="connsiteX4" fmla="*/ 59666 w 66675"/>
                  <a:gd name="connsiteY4" fmla="*/ 32385 h 47625"/>
                  <a:gd name="connsiteX5" fmla="*/ 59542 w 66675"/>
                  <a:gd name="connsiteY5" fmla="*/ 8640 h 47625"/>
                  <a:gd name="connsiteX6" fmla="*/ 35225 w 66675"/>
                  <a:gd name="connsiteY6" fmla="*/ 24194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75" h="47625">
                    <a:moveTo>
                      <a:pt x="35225" y="24194"/>
                    </a:moveTo>
                    <a:cubicBezTo>
                      <a:pt x="20575" y="24261"/>
                      <a:pt x="8002" y="16564"/>
                      <a:pt x="7145" y="7144"/>
                    </a:cubicBezTo>
                    <a:cubicBezTo>
                      <a:pt x="7135" y="7020"/>
                      <a:pt x="7211" y="30709"/>
                      <a:pt x="7259" y="31223"/>
                    </a:cubicBezTo>
                    <a:cubicBezTo>
                      <a:pt x="8117" y="40653"/>
                      <a:pt x="20690" y="48349"/>
                      <a:pt x="35339" y="48273"/>
                    </a:cubicBezTo>
                    <a:cubicBezTo>
                      <a:pt x="49265" y="48206"/>
                      <a:pt x="59723" y="41167"/>
                      <a:pt x="59666" y="32385"/>
                    </a:cubicBezTo>
                    <a:lnTo>
                      <a:pt x="59542" y="8640"/>
                    </a:lnTo>
                    <a:cubicBezTo>
                      <a:pt x="59323" y="17260"/>
                      <a:pt x="48959" y="24127"/>
                      <a:pt x="35225" y="24194"/>
                    </a:cubicBezTo>
                    <a:close/>
                  </a:path>
                </a:pathLst>
              </a:custGeom>
              <a:solidFill>
                <a:srgbClr val="EE42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07AEB320-3DB8-4B0E-9FF5-8964E9EBB9B8}"/>
                  </a:ext>
                </a:extLst>
              </p:cNvPr>
              <p:cNvSpPr/>
              <p:nvPr/>
            </p:nvSpPr>
            <p:spPr>
              <a:xfrm>
                <a:off x="7341529" y="3030079"/>
                <a:ext cx="66675" cy="47625"/>
              </a:xfrm>
              <a:custGeom>
                <a:avLst/>
                <a:gdLst>
                  <a:gd name="connsiteX0" fmla="*/ 31489 w 66675"/>
                  <a:gd name="connsiteY0" fmla="*/ 7144 h 47625"/>
                  <a:gd name="connsiteX1" fmla="*/ 7190 w 66675"/>
                  <a:gd name="connsiteY1" fmla="*/ 23975 h 47625"/>
                  <a:gd name="connsiteX2" fmla="*/ 35270 w 66675"/>
                  <a:gd name="connsiteY2" fmla="*/ 41024 h 47625"/>
                  <a:gd name="connsiteX3" fmla="*/ 59511 w 66675"/>
                  <a:gd name="connsiteY3" fmla="*/ 23746 h 47625"/>
                  <a:gd name="connsiteX4" fmla="*/ 31489 w 66675"/>
                  <a:gd name="connsiteY4" fmla="*/ 7144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47625">
                    <a:moveTo>
                      <a:pt x="31489" y="7144"/>
                    </a:moveTo>
                    <a:cubicBezTo>
                      <a:pt x="17239" y="7220"/>
                      <a:pt x="6342" y="14688"/>
                      <a:pt x="7190" y="23975"/>
                    </a:cubicBezTo>
                    <a:cubicBezTo>
                      <a:pt x="8048" y="33395"/>
                      <a:pt x="20621" y="41091"/>
                      <a:pt x="35270" y="41024"/>
                    </a:cubicBezTo>
                    <a:cubicBezTo>
                      <a:pt x="49910" y="40958"/>
                      <a:pt x="60768" y="33157"/>
                      <a:pt x="59511" y="23746"/>
                    </a:cubicBezTo>
                    <a:cubicBezTo>
                      <a:pt x="58292" y="14450"/>
                      <a:pt x="45748" y="7087"/>
                      <a:pt x="31489" y="7144"/>
                    </a:cubicBez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7419D576-D40B-4FE7-8631-29A8D95A3B2C}"/>
                  </a:ext>
                </a:extLst>
              </p:cNvPr>
              <p:cNvSpPr/>
              <p:nvPr/>
            </p:nvSpPr>
            <p:spPr>
              <a:xfrm>
                <a:off x="7354281" y="3027248"/>
                <a:ext cx="38100" cy="38100"/>
              </a:xfrm>
              <a:custGeom>
                <a:avLst/>
                <a:gdLst>
                  <a:gd name="connsiteX0" fmla="*/ 29376 w 38100"/>
                  <a:gd name="connsiteY0" fmla="*/ 9575 h 38100"/>
                  <a:gd name="connsiteX1" fmla="*/ 10506 w 38100"/>
                  <a:gd name="connsiteY1" fmla="*/ 9670 h 38100"/>
                  <a:gd name="connsiteX2" fmla="*/ 7144 w 38100"/>
                  <a:gd name="connsiteY2" fmla="*/ 15119 h 38100"/>
                  <a:gd name="connsiteX3" fmla="*/ 7173 w 38100"/>
                  <a:gd name="connsiteY3" fmla="*/ 23034 h 38100"/>
                  <a:gd name="connsiteX4" fmla="*/ 11725 w 38100"/>
                  <a:gd name="connsiteY4" fmla="*/ 29692 h 38100"/>
                  <a:gd name="connsiteX5" fmla="*/ 30775 w 38100"/>
                  <a:gd name="connsiteY5" fmla="*/ 29597 h 38100"/>
                  <a:gd name="connsiteX6" fmla="*/ 34052 w 38100"/>
                  <a:gd name="connsiteY6" fmla="*/ 24206 h 38100"/>
                  <a:gd name="connsiteX7" fmla="*/ 34024 w 38100"/>
                  <a:gd name="connsiteY7" fmla="*/ 16205 h 38100"/>
                  <a:gd name="connsiteX8" fmla="*/ 29376 w 38100"/>
                  <a:gd name="connsiteY8" fmla="*/ 9575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100" h="38100">
                    <a:moveTo>
                      <a:pt x="29376" y="9575"/>
                    </a:moveTo>
                    <a:cubicBezTo>
                      <a:pt x="23813" y="6299"/>
                      <a:pt x="15373" y="6337"/>
                      <a:pt x="10506" y="9670"/>
                    </a:cubicBezTo>
                    <a:cubicBezTo>
                      <a:pt x="8287" y="11185"/>
                      <a:pt x="7163" y="13138"/>
                      <a:pt x="7144" y="15119"/>
                    </a:cubicBezTo>
                    <a:lnTo>
                      <a:pt x="7173" y="23034"/>
                    </a:lnTo>
                    <a:cubicBezTo>
                      <a:pt x="7144" y="25415"/>
                      <a:pt x="8668" y="27863"/>
                      <a:pt x="11725" y="29692"/>
                    </a:cubicBezTo>
                    <a:cubicBezTo>
                      <a:pt x="17326" y="33054"/>
                      <a:pt x="25880" y="33016"/>
                      <a:pt x="30775" y="29597"/>
                    </a:cubicBezTo>
                    <a:cubicBezTo>
                      <a:pt x="32947" y="28092"/>
                      <a:pt x="34024" y="26168"/>
                      <a:pt x="34052" y="24206"/>
                    </a:cubicBezTo>
                    <a:lnTo>
                      <a:pt x="34024" y="16205"/>
                    </a:lnTo>
                    <a:cubicBezTo>
                      <a:pt x="34014" y="13823"/>
                      <a:pt x="32442" y="11385"/>
                      <a:pt x="29376" y="9575"/>
                    </a:cubicBez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9E152F4A-4FCB-41A9-9954-6F0FA42CDDCC}"/>
                  </a:ext>
                </a:extLst>
              </p:cNvPr>
              <p:cNvSpPr/>
              <p:nvPr/>
            </p:nvSpPr>
            <p:spPr>
              <a:xfrm>
                <a:off x="7354284" y="3027247"/>
                <a:ext cx="38100" cy="28575"/>
              </a:xfrm>
              <a:custGeom>
                <a:avLst/>
                <a:gdLst>
                  <a:gd name="connsiteX0" fmla="*/ 29373 w 38100"/>
                  <a:gd name="connsiteY0" fmla="*/ 9586 h 28575"/>
                  <a:gd name="connsiteX1" fmla="*/ 24811 w 38100"/>
                  <a:gd name="connsiteY1" fmla="*/ 7757 h 28575"/>
                  <a:gd name="connsiteX2" fmla="*/ 10504 w 38100"/>
                  <a:gd name="connsiteY2" fmla="*/ 9662 h 28575"/>
                  <a:gd name="connsiteX3" fmla="*/ 11685 w 38100"/>
                  <a:gd name="connsiteY3" fmla="*/ 21778 h 28575"/>
                  <a:gd name="connsiteX4" fmla="*/ 30735 w 38100"/>
                  <a:gd name="connsiteY4" fmla="*/ 21682 h 28575"/>
                  <a:gd name="connsiteX5" fmla="*/ 29373 w 38100"/>
                  <a:gd name="connsiteY5" fmla="*/ 9586 h 2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100" h="28575">
                    <a:moveTo>
                      <a:pt x="29373" y="9586"/>
                    </a:moveTo>
                    <a:cubicBezTo>
                      <a:pt x="27992" y="8767"/>
                      <a:pt x="26430" y="8157"/>
                      <a:pt x="24811" y="7757"/>
                    </a:cubicBezTo>
                    <a:cubicBezTo>
                      <a:pt x="19848" y="6519"/>
                      <a:pt x="14181" y="7157"/>
                      <a:pt x="10504" y="9662"/>
                    </a:cubicBezTo>
                    <a:cubicBezTo>
                      <a:pt x="5608" y="13024"/>
                      <a:pt x="6113" y="18444"/>
                      <a:pt x="11685" y="21778"/>
                    </a:cubicBezTo>
                    <a:cubicBezTo>
                      <a:pt x="17286" y="25140"/>
                      <a:pt x="25839" y="25102"/>
                      <a:pt x="30735" y="21682"/>
                    </a:cubicBezTo>
                    <a:cubicBezTo>
                      <a:pt x="35612" y="18292"/>
                      <a:pt x="34973" y="12881"/>
                      <a:pt x="29373" y="9586"/>
                    </a:cubicBezTo>
                    <a:close/>
                  </a:path>
                </a:pathLst>
              </a:custGeom>
              <a:solidFill>
                <a:srgbClr val="FF65A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9E9088CD-E8F4-4179-8D0B-A5E05C9D908A}"/>
                  </a:ext>
                </a:extLst>
              </p:cNvPr>
              <p:cNvSpPr/>
              <p:nvPr/>
            </p:nvSpPr>
            <p:spPr>
              <a:xfrm>
                <a:off x="7359997" y="2544667"/>
                <a:ext cx="28575" cy="504825"/>
              </a:xfrm>
              <a:custGeom>
                <a:avLst/>
                <a:gdLst>
                  <a:gd name="connsiteX0" fmla="*/ 7144 w 28575"/>
                  <a:gd name="connsiteY0" fmla="*/ 492966 h 504825"/>
                  <a:gd name="connsiteX1" fmla="*/ 14868 w 28575"/>
                  <a:gd name="connsiteY1" fmla="*/ 500691 h 504825"/>
                  <a:gd name="connsiteX2" fmla="*/ 22593 w 28575"/>
                  <a:gd name="connsiteY2" fmla="*/ 492966 h 504825"/>
                  <a:gd name="connsiteX3" fmla="*/ 22593 w 28575"/>
                  <a:gd name="connsiteY3" fmla="*/ 7144 h 504825"/>
                  <a:gd name="connsiteX4" fmla="*/ 7153 w 28575"/>
                  <a:gd name="connsiteY4" fmla="*/ 7144 h 504825"/>
                  <a:gd name="connsiteX5" fmla="*/ 7153 w 28575"/>
                  <a:gd name="connsiteY5" fmla="*/ 492966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504825">
                    <a:moveTo>
                      <a:pt x="7144" y="492966"/>
                    </a:moveTo>
                    <a:cubicBezTo>
                      <a:pt x="7144" y="497224"/>
                      <a:pt x="10601" y="500691"/>
                      <a:pt x="14868" y="500691"/>
                    </a:cubicBezTo>
                    <a:cubicBezTo>
                      <a:pt x="19135" y="500691"/>
                      <a:pt x="22593" y="497234"/>
                      <a:pt x="22593" y="492966"/>
                    </a:cubicBezTo>
                    <a:lnTo>
                      <a:pt x="22593" y="7144"/>
                    </a:lnTo>
                    <a:lnTo>
                      <a:pt x="7153" y="7144"/>
                    </a:lnTo>
                    <a:lnTo>
                      <a:pt x="7153" y="492966"/>
                    </a:lnTo>
                    <a:close/>
                  </a:path>
                </a:pathLst>
              </a:custGeom>
              <a:solidFill>
                <a:srgbClr val="9A99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032C6DD-1806-4F39-98BB-AC40D06F9406}"/>
                  </a:ext>
                </a:extLst>
              </p:cNvPr>
              <p:cNvSpPr/>
              <p:nvPr/>
            </p:nvSpPr>
            <p:spPr>
              <a:xfrm>
                <a:off x="7111556" y="3372837"/>
                <a:ext cx="57150" cy="247650"/>
              </a:xfrm>
              <a:custGeom>
                <a:avLst/>
                <a:gdLst>
                  <a:gd name="connsiteX0" fmla="*/ 7144 w 57150"/>
                  <a:gd name="connsiteY0" fmla="*/ 249831 h 247650"/>
                  <a:gd name="connsiteX1" fmla="*/ 55645 w 57150"/>
                  <a:gd name="connsiteY1" fmla="*/ 221456 h 247650"/>
                  <a:gd name="connsiteX2" fmla="*/ 55645 w 57150"/>
                  <a:gd name="connsiteY2" fmla="*/ 7144 h 247650"/>
                  <a:gd name="connsiteX3" fmla="*/ 7144 w 57150"/>
                  <a:gd name="connsiteY3" fmla="*/ 35519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0" h="247650">
                    <a:moveTo>
                      <a:pt x="7144" y="249831"/>
                    </a:moveTo>
                    <a:lnTo>
                      <a:pt x="55645" y="221456"/>
                    </a:lnTo>
                    <a:lnTo>
                      <a:pt x="55645" y="7144"/>
                    </a:lnTo>
                    <a:lnTo>
                      <a:pt x="7144" y="35519"/>
                    </a:lnTo>
                    <a:close/>
                  </a:path>
                </a:pathLst>
              </a:custGeom>
              <a:solidFill>
                <a:srgbClr val="4C4D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95" name="Rectangle 594">
            <a:extLst>
              <a:ext uri="{FF2B5EF4-FFF2-40B4-BE49-F238E27FC236}">
                <a16:creationId xmlns:a16="http://schemas.microsoft.com/office/drawing/2014/main" id="{FBEE1F59-F13D-42A1-808B-88BDFE6A1488}"/>
              </a:ext>
            </a:extLst>
          </p:cNvPr>
          <p:cNvSpPr/>
          <p:nvPr/>
        </p:nvSpPr>
        <p:spPr>
          <a:xfrm>
            <a:off x="818844" y="1371499"/>
            <a:ext cx="5532461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Agenda.</a:t>
            </a:r>
          </a:p>
        </p:txBody>
      </p:sp>
      <p:sp>
        <p:nvSpPr>
          <p:cNvPr id="596" name="Rectangle: Rounded Corners 595">
            <a:extLst>
              <a:ext uri="{FF2B5EF4-FFF2-40B4-BE49-F238E27FC236}">
                <a16:creationId xmlns:a16="http://schemas.microsoft.com/office/drawing/2014/main" id="{53063B45-0FAF-4564-B944-05819473B720}"/>
              </a:ext>
            </a:extLst>
          </p:cNvPr>
          <p:cNvSpPr/>
          <p:nvPr/>
        </p:nvSpPr>
        <p:spPr>
          <a:xfrm>
            <a:off x="884403" y="4032379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597" name="Rectangle 596">
            <a:extLst>
              <a:ext uri="{FF2B5EF4-FFF2-40B4-BE49-F238E27FC236}">
                <a16:creationId xmlns:a16="http://schemas.microsoft.com/office/drawing/2014/main" id="{5D009F53-E627-4E00-9ABF-6AB0006C1CC7}"/>
              </a:ext>
            </a:extLst>
          </p:cNvPr>
          <p:cNvSpPr/>
          <p:nvPr/>
        </p:nvSpPr>
        <p:spPr>
          <a:xfrm>
            <a:off x="823377" y="2950780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D1D5D72-DEFD-435F-A31F-714370797B40}"/>
              </a:ext>
            </a:extLst>
          </p:cNvPr>
          <p:cNvGrpSpPr/>
          <p:nvPr/>
        </p:nvGrpSpPr>
        <p:grpSpPr>
          <a:xfrm>
            <a:off x="3964530" y="2021575"/>
            <a:ext cx="3821768" cy="4098919"/>
            <a:chOff x="3964530" y="2021575"/>
            <a:chExt cx="3821768" cy="409891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131D09A-E37C-41A4-9BE5-61F1A260D16B}"/>
                </a:ext>
              </a:extLst>
            </p:cNvPr>
            <p:cNvSpPr/>
            <p:nvPr/>
          </p:nvSpPr>
          <p:spPr>
            <a:xfrm>
              <a:off x="6890948" y="5501369"/>
              <a:ext cx="895350" cy="619125"/>
            </a:xfrm>
            <a:custGeom>
              <a:avLst/>
              <a:gdLst>
                <a:gd name="connsiteX0" fmla="*/ 121044 w 895350"/>
                <a:gd name="connsiteY0" fmla="*/ 615687 h 619125"/>
                <a:gd name="connsiteX1" fmla="*/ 76895 w 895350"/>
                <a:gd name="connsiteY1" fmla="*/ 603095 h 619125"/>
                <a:gd name="connsiteX2" fmla="*/ 7144 w 895350"/>
                <a:gd name="connsiteY2" fmla="*/ 483689 h 619125"/>
                <a:gd name="connsiteX3" fmla="*/ 7144 w 895350"/>
                <a:gd name="connsiteY3" fmla="*/ 480108 h 619125"/>
                <a:gd name="connsiteX4" fmla="*/ 7153 w 895350"/>
                <a:gd name="connsiteY4" fmla="*/ 479917 h 619125"/>
                <a:gd name="connsiteX5" fmla="*/ 44387 w 895350"/>
                <a:gd name="connsiteY5" fmla="*/ 411042 h 619125"/>
                <a:gd name="connsiteX6" fmla="*/ 297495 w 895350"/>
                <a:gd name="connsiteY6" fmla="*/ 263300 h 619125"/>
                <a:gd name="connsiteX7" fmla="*/ 303972 w 895350"/>
                <a:gd name="connsiteY7" fmla="*/ 260318 h 619125"/>
                <a:gd name="connsiteX8" fmla="*/ 310410 w 895350"/>
                <a:gd name="connsiteY8" fmla="*/ 258108 h 619125"/>
                <a:gd name="connsiteX9" fmla="*/ 314116 w 895350"/>
                <a:gd name="connsiteY9" fmla="*/ 257137 h 619125"/>
                <a:gd name="connsiteX10" fmla="*/ 315363 w 895350"/>
                <a:gd name="connsiteY10" fmla="*/ 256785 h 619125"/>
                <a:gd name="connsiteX11" fmla="*/ 319640 w 895350"/>
                <a:gd name="connsiteY11" fmla="*/ 256061 h 619125"/>
                <a:gd name="connsiteX12" fmla="*/ 318345 w 895350"/>
                <a:gd name="connsiteY12" fmla="*/ 237306 h 619125"/>
                <a:gd name="connsiteX13" fmla="*/ 318478 w 895350"/>
                <a:gd name="connsiteY13" fmla="*/ 192977 h 619125"/>
                <a:gd name="connsiteX14" fmla="*/ 319450 w 895350"/>
                <a:gd name="connsiteY14" fmla="*/ 177870 h 619125"/>
                <a:gd name="connsiteX15" fmla="*/ 320450 w 895350"/>
                <a:gd name="connsiteY15" fmla="*/ 171050 h 619125"/>
                <a:gd name="connsiteX16" fmla="*/ 322345 w 895350"/>
                <a:gd name="connsiteY16" fmla="*/ 162220 h 619125"/>
                <a:gd name="connsiteX17" fmla="*/ 325621 w 895350"/>
                <a:gd name="connsiteY17" fmla="*/ 150962 h 619125"/>
                <a:gd name="connsiteX18" fmla="*/ 327003 w 895350"/>
                <a:gd name="connsiteY18" fmla="*/ 147114 h 619125"/>
                <a:gd name="connsiteX19" fmla="*/ 329746 w 895350"/>
                <a:gd name="connsiteY19" fmla="*/ 140294 h 619125"/>
                <a:gd name="connsiteX20" fmla="*/ 331765 w 895350"/>
                <a:gd name="connsiteY20" fmla="*/ 135855 h 619125"/>
                <a:gd name="connsiteX21" fmla="*/ 334299 w 895350"/>
                <a:gd name="connsiteY21" fmla="*/ 130816 h 619125"/>
                <a:gd name="connsiteX22" fmla="*/ 338518 w 895350"/>
                <a:gd name="connsiteY22" fmla="*/ 123292 h 619125"/>
                <a:gd name="connsiteX23" fmla="*/ 340690 w 895350"/>
                <a:gd name="connsiteY23" fmla="*/ 119729 h 619125"/>
                <a:gd name="connsiteX24" fmla="*/ 343786 w 895350"/>
                <a:gd name="connsiteY24" fmla="*/ 115062 h 619125"/>
                <a:gd name="connsiteX25" fmla="*/ 346015 w 895350"/>
                <a:gd name="connsiteY25" fmla="*/ 111890 h 619125"/>
                <a:gd name="connsiteX26" fmla="*/ 352711 w 895350"/>
                <a:gd name="connsiteY26" fmla="*/ 103213 h 619125"/>
                <a:gd name="connsiteX27" fmla="*/ 358702 w 895350"/>
                <a:gd name="connsiteY27" fmla="*/ 96279 h 619125"/>
                <a:gd name="connsiteX28" fmla="*/ 365389 w 895350"/>
                <a:gd name="connsiteY28" fmla="*/ 89278 h 619125"/>
                <a:gd name="connsiteX29" fmla="*/ 373799 w 895350"/>
                <a:gd name="connsiteY29" fmla="*/ 81391 h 619125"/>
                <a:gd name="connsiteX30" fmla="*/ 397488 w 895350"/>
                <a:gd name="connsiteY30" fmla="*/ 63217 h 619125"/>
                <a:gd name="connsiteX31" fmla="*/ 411804 w 895350"/>
                <a:gd name="connsiteY31" fmla="*/ 54283 h 619125"/>
                <a:gd name="connsiteX32" fmla="*/ 605285 w 895350"/>
                <a:gd name="connsiteY32" fmla="*/ 7144 h 619125"/>
                <a:gd name="connsiteX33" fmla="*/ 799166 w 895350"/>
                <a:gd name="connsiteY33" fmla="*/ 54226 h 619125"/>
                <a:gd name="connsiteX34" fmla="*/ 804510 w 895350"/>
                <a:gd name="connsiteY34" fmla="*/ 57369 h 619125"/>
                <a:gd name="connsiteX35" fmla="*/ 853754 w 895350"/>
                <a:gd name="connsiteY35" fmla="*/ 97307 h 619125"/>
                <a:gd name="connsiteX36" fmla="*/ 860813 w 895350"/>
                <a:gd name="connsiteY36" fmla="*/ 105546 h 619125"/>
                <a:gd name="connsiteX37" fmla="*/ 873328 w 895350"/>
                <a:gd name="connsiteY37" fmla="*/ 123558 h 619125"/>
                <a:gd name="connsiteX38" fmla="*/ 893721 w 895350"/>
                <a:gd name="connsiteY38" fmla="*/ 194634 h 619125"/>
                <a:gd name="connsiteX39" fmla="*/ 893769 w 895350"/>
                <a:gd name="connsiteY39" fmla="*/ 194634 h 619125"/>
                <a:gd name="connsiteX40" fmla="*/ 893636 w 895350"/>
                <a:gd name="connsiteY40" fmla="*/ 239116 h 619125"/>
                <a:gd name="connsiteX41" fmla="*/ 800215 w 895350"/>
                <a:gd name="connsiteY41" fmla="*/ 377981 h 619125"/>
                <a:gd name="connsiteX42" fmla="*/ 776002 w 895350"/>
                <a:gd name="connsiteY42" fmla="*/ 390411 h 619125"/>
                <a:gd name="connsiteX43" fmla="*/ 769411 w 895350"/>
                <a:gd name="connsiteY43" fmla="*/ 393354 h 619125"/>
                <a:gd name="connsiteX44" fmla="*/ 749275 w 895350"/>
                <a:gd name="connsiteY44" fmla="*/ 401336 h 619125"/>
                <a:gd name="connsiteX45" fmla="*/ 742407 w 895350"/>
                <a:gd name="connsiteY45" fmla="*/ 403803 h 619125"/>
                <a:gd name="connsiteX46" fmla="*/ 710842 w 895350"/>
                <a:gd name="connsiteY46" fmla="*/ 412833 h 619125"/>
                <a:gd name="connsiteX47" fmla="*/ 703040 w 895350"/>
                <a:gd name="connsiteY47" fmla="*/ 414661 h 619125"/>
                <a:gd name="connsiteX48" fmla="*/ 675551 w 895350"/>
                <a:gd name="connsiteY48" fmla="*/ 419853 h 619125"/>
                <a:gd name="connsiteX49" fmla="*/ 669913 w 895350"/>
                <a:gd name="connsiteY49" fmla="*/ 420614 h 619125"/>
                <a:gd name="connsiteX50" fmla="*/ 646281 w 895350"/>
                <a:gd name="connsiteY50" fmla="*/ 423253 h 619125"/>
                <a:gd name="connsiteX51" fmla="*/ 637642 w 895350"/>
                <a:gd name="connsiteY51" fmla="*/ 423901 h 619125"/>
                <a:gd name="connsiteX52" fmla="*/ 613610 w 895350"/>
                <a:gd name="connsiteY52" fmla="*/ 424891 h 619125"/>
                <a:gd name="connsiteX53" fmla="*/ 610724 w 895350"/>
                <a:gd name="connsiteY53" fmla="*/ 424987 h 619125"/>
                <a:gd name="connsiteX54" fmla="*/ 607200 w 895350"/>
                <a:gd name="connsiteY54" fmla="*/ 424987 h 619125"/>
                <a:gd name="connsiteX55" fmla="*/ 581044 w 895350"/>
                <a:gd name="connsiteY55" fmla="*/ 424206 h 619125"/>
                <a:gd name="connsiteX56" fmla="*/ 577329 w 895350"/>
                <a:gd name="connsiteY56" fmla="*/ 424072 h 619125"/>
                <a:gd name="connsiteX57" fmla="*/ 572586 w 895350"/>
                <a:gd name="connsiteY57" fmla="*/ 423615 h 619125"/>
                <a:gd name="connsiteX58" fmla="*/ 538163 w 895350"/>
                <a:gd name="connsiteY58" fmla="*/ 419815 h 619125"/>
                <a:gd name="connsiteX59" fmla="*/ 536820 w 895350"/>
                <a:gd name="connsiteY59" fmla="*/ 419576 h 619125"/>
                <a:gd name="connsiteX60" fmla="*/ 517493 w 895350"/>
                <a:gd name="connsiteY60" fmla="*/ 416157 h 619125"/>
                <a:gd name="connsiteX61" fmla="*/ 509597 w 895350"/>
                <a:gd name="connsiteY61" fmla="*/ 414357 h 619125"/>
                <a:gd name="connsiteX62" fmla="*/ 495224 w 895350"/>
                <a:gd name="connsiteY62" fmla="*/ 410947 h 619125"/>
                <a:gd name="connsiteX63" fmla="*/ 477308 w 895350"/>
                <a:gd name="connsiteY63" fmla="*/ 405727 h 619125"/>
                <a:gd name="connsiteX64" fmla="*/ 436207 w 895350"/>
                <a:gd name="connsiteY64" fmla="*/ 429625 h 619125"/>
                <a:gd name="connsiteX65" fmla="*/ 408013 w 895350"/>
                <a:gd name="connsiteY65" fmla="*/ 460020 h 619125"/>
                <a:gd name="connsiteX66" fmla="*/ 156991 w 895350"/>
                <a:gd name="connsiteY66" fmla="*/ 606247 h 619125"/>
                <a:gd name="connsiteX67" fmla="*/ 121044 w 895350"/>
                <a:gd name="connsiteY67" fmla="*/ 615687 h 619125"/>
                <a:gd name="connsiteX68" fmla="*/ 121044 w 895350"/>
                <a:gd name="connsiteY68" fmla="*/ 615687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895350" h="619125">
                  <a:moveTo>
                    <a:pt x="121044" y="615687"/>
                  </a:moveTo>
                  <a:cubicBezTo>
                    <a:pt x="106185" y="615687"/>
                    <a:pt x="91316" y="611438"/>
                    <a:pt x="76895" y="603095"/>
                  </a:cubicBezTo>
                  <a:cubicBezTo>
                    <a:pt x="37405" y="580311"/>
                    <a:pt x="7620" y="529133"/>
                    <a:pt x="7144" y="483689"/>
                  </a:cubicBezTo>
                  <a:lnTo>
                    <a:pt x="7144" y="480108"/>
                  </a:lnTo>
                  <a:lnTo>
                    <a:pt x="7153" y="479917"/>
                  </a:lnTo>
                  <a:cubicBezTo>
                    <a:pt x="7763" y="449485"/>
                    <a:pt x="21260" y="424482"/>
                    <a:pt x="44387" y="411042"/>
                  </a:cubicBezTo>
                  <a:cubicBezTo>
                    <a:pt x="44387" y="411042"/>
                    <a:pt x="296523" y="263823"/>
                    <a:pt x="297495" y="263300"/>
                  </a:cubicBezTo>
                  <a:cubicBezTo>
                    <a:pt x="299647" y="262185"/>
                    <a:pt x="301762" y="261195"/>
                    <a:pt x="303972" y="260318"/>
                  </a:cubicBezTo>
                  <a:cubicBezTo>
                    <a:pt x="306086" y="259471"/>
                    <a:pt x="308239" y="258728"/>
                    <a:pt x="310410" y="258108"/>
                  </a:cubicBezTo>
                  <a:cubicBezTo>
                    <a:pt x="311829" y="257680"/>
                    <a:pt x="313097" y="257366"/>
                    <a:pt x="314116" y="257137"/>
                  </a:cubicBezTo>
                  <a:lnTo>
                    <a:pt x="315363" y="256785"/>
                  </a:lnTo>
                  <a:cubicBezTo>
                    <a:pt x="315363" y="256785"/>
                    <a:pt x="319031" y="256156"/>
                    <a:pt x="319640" y="256061"/>
                  </a:cubicBezTo>
                  <a:cubicBezTo>
                    <a:pt x="319640" y="256061"/>
                    <a:pt x="318335" y="242783"/>
                    <a:pt x="318345" y="237306"/>
                  </a:cubicBezTo>
                  <a:lnTo>
                    <a:pt x="318478" y="192977"/>
                  </a:lnTo>
                  <a:cubicBezTo>
                    <a:pt x="318478" y="192977"/>
                    <a:pt x="318907" y="182204"/>
                    <a:pt x="319450" y="177870"/>
                  </a:cubicBezTo>
                  <a:cubicBezTo>
                    <a:pt x="319687" y="175527"/>
                    <a:pt x="320030" y="173279"/>
                    <a:pt x="320450" y="171050"/>
                  </a:cubicBezTo>
                  <a:cubicBezTo>
                    <a:pt x="320954" y="168212"/>
                    <a:pt x="321583" y="165278"/>
                    <a:pt x="322345" y="162220"/>
                  </a:cubicBezTo>
                  <a:cubicBezTo>
                    <a:pt x="322612" y="161115"/>
                    <a:pt x="324736" y="153572"/>
                    <a:pt x="325621" y="150962"/>
                  </a:cubicBezTo>
                  <a:cubicBezTo>
                    <a:pt x="326070" y="149647"/>
                    <a:pt x="326546" y="148342"/>
                    <a:pt x="327003" y="147114"/>
                  </a:cubicBezTo>
                  <a:cubicBezTo>
                    <a:pt x="327879" y="144780"/>
                    <a:pt x="328813" y="142437"/>
                    <a:pt x="329746" y="140294"/>
                  </a:cubicBezTo>
                  <a:cubicBezTo>
                    <a:pt x="330394" y="138817"/>
                    <a:pt x="331061" y="137331"/>
                    <a:pt x="331765" y="135855"/>
                  </a:cubicBezTo>
                  <a:cubicBezTo>
                    <a:pt x="332575" y="134141"/>
                    <a:pt x="333442" y="132436"/>
                    <a:pt x="334299" y="130816"/>
                  </a:cubicBezTo>
                  <a:cubicBezTo>
                    <a:pt x="335623" y="128292"/>
                    <a:pt x="337033" y="125787"/>
                    <a:pt x="338518" y="123292"/>
                  </a:cubicBezTo>
                  <a:cubicBezTo>
                    <a:pt x="338518" y="123292"/>
                    <a:pt x="339986" y="120834"/>
                    <a:pt x="340690" y="119729"/>
                  </a:cubicBezTo>
                  <a:cubicBezTo>
                    <a:pt x="341681" y="118167"/>
                    <a:pt x="342719" y="116615"/>
                    <a:pt x="343786" y="115062"/>
                  </a:cubicBezTo>
                  <a:cubicBezTo>
                    <a:pt x="343786" y="115062"/>
                    <a:pt x="345577" y="112481"/>
                    <a:pt x="346015" y="111890"/>
                  </a:cubicBezTo>
                  <a:cubicBezTo>
                    <a:pt x="348043" y="109080"/>
                    <a:pt x="350225" y="106242"/>
                    <a:pt x="352711" y="103213"/>
                  </a:cubicBezTo>
                  <a:cubicBezTo>
                    <a:pt x="353596" y="102127"/>
                    <a:pt x="357674" y="97403"/>
                    <a:pt x="358702" y="96279"/>
                  </a:cubicBezTo>
                  <a:cubicBezTo>
                    <a:pt x="360845" y="93926"/>
                    <a:pt x="363055" y="91592"/>
                    <a:pt x="365389" y="89278"/>
                  </a:cubicBezTo>
                  <a:cubicBezTo>
                    <a:pt x="368065" y="86554"/>
                    <a:pt x="370999" y="83820"/>
                    <a:pt x="373799" y="81391"/>
                  </a:cubicBezTo>
                  <a:cubicBezTo>
                    <a:pt x="381191" y="74886"/>
                    <a:pt x="389230" y="68723"/>
                    <a:pt x="397488" y="63217"/>
                  </a:cubicBezTo>
                  <a:cubicBezTo>
                    <a:pt x="400412" y="61246"/>
                    <a:pt x="411804" y="54283"/>
                    <a:pt x="411804" y="54283"/>
                  </a:cubicBezTo>
                  <a:cubicBezTo>
                    <a:pt x="464115" y="23879"/>
                    <a:pt x="532819" y="7144"/>
                    <a:pt x="605285" y="7144"/>
                  </a:cubicBezTo>
                  <a:cubicBezTo>
                    <a:pt x="677713" y="7144"/>
                    <a:pt x="746550" y="23851"/>
                    <a:pt x="799166" y="54226"/>
                  </a:cubicBezTo>
                  <a:cubicBezTo>
                    <a:pt x="800900" y="55226"/>
                    <a:pt x="802634" y="56236"/>
                    <a:pt x="804510" y="57369"/>
                  </a:cubicBezTo>
                  <a:cubicBezTo>
                    <a:pt x="807844" y="59407"/>
                    <a:pt x="828561" y="69523"/>
                    <a:pt x="853754" y="97307"/>
                  </a:cubicBezTo>
                  <a:cubicBezTo>
                    <a:pt x="856145" y="99946"/>
                    <a:pt x="858403" y="102584"/>
                    <a:pt x="860813" y="105546"/>
                  </a:cubicBezTo>
                  <a:cubicBezTo>
                    <a:pt x="865604" y="111528"/>
                    <a:pt x="869814" y="117586"/>
                    <a:pt x="873328" y="123558"/>
                  </a:cubicBezTo>
                  <a:cubicBezTo>
                    <a:pt x="886768" y="145733"/>
                    <a:pt x="893788" y="170240"/>
                    <a:pt x="893721" y="194634"/>
                  </a:cubicBezTo>
                  <a:lnTo>
                    <a:pt x="893769" y="194634"/>
                  </a:lnTo>
                  <a:lnTo>
                    <a:pt x="893636" y="239116"/>
                  </a:lnTo>
                  <a:cubicBezTo>
                    <a:pt x="893483" y="293713"/>
                    <a:pt x="860307" y="343024"/>
                    <a:pt x="800215" y="377981"/>
                  </a:cubicBezTo>
                  <a:cubicBezTo>
                    <a:pt x="793137" y="382105"/>
                    <a:pt x="785432" y="386039"/>
                    <a:pt x="776002" y="390411"/>
                  </a:cubicBezTo>
                  <a:cubicBezTo>
                    <a:pt x="774030" y="391335"/>
                    <a:pt x="769411" y="393354"/>
                    <a:pt x="769411" y="393354"/>
                  </a:cubicBezTo>
                  <a:cubicBezTo>
                    <a:pt x="762848" y="396202"/>
                    <a:pt x="756085" y="398888"/>
                    <a:pt x="749275" y="401336"/>
                  </a:cubicBezTo>
                  <a:cubicBezTo>
                    <a:pt x="747846" y="401936"/>
                    <a:pt x="743360" y="403527"/>
                    <a:pt x="742407" y="403803"/>
                  </a:cubicBezTo>
                  <a:cubicBezTo>
                    <a:pt x="732549" y="407118"/>
                    <a:pt x="722243" y="410061"/>
                    <a:pt x="710842" y="412833"/>
                  </a:cubicBezTo>
                  <a:cubicBezTo>
                    <a:pt x="709498" y="413233"/>
                    <a:pt x="704374" y="414433"/>
                    <a:pt x="703040" y="414661"/>
                  </a:cubicBezTo>
                  <a:cubicBezTo>
                    <a:pt x="693315" y="416824"/>
                    <a:pt x="684295" y="418529"/>
                    <a:pt x="675551" y="419853"/>
                  </a:cubicBezTo>
                  <a:cubicBezTo>
                    <a:pt x="675551" y="419853"/>
                    <a:pt x="671227" y="420500"/>
                    <a:pt x="669913" y="420614"/>
                  </a:cubicBezTo>
                  <a:cubicBezTo>
                    <a:pt x="662244" y="421681"/>
                    <a:pt x="646281" y="423253"/>
                    <a:pt x="646281" y="423253"/>
                  </a:cubicBezTo>
                  <a:cubicBezTo>
                    <a:pt x="644786" y="423453"/>
                    <a:pt x="639299" y="423853"/>
                    <a:pt x="637642" y="423901"/>
                  </a:cubicBezTo>
                  <a:cubicBezTo>
                    <a:pt x="629469" y="424444"/>
                    <a:pt x="621402" y="424787"/>
                    <a:pt x="613610" y="424891"/>
                  </a:cubicBezTo>
                  <a:cubicBezTo>
                    <a:pt x="612639" y="424939"/>
                    <a:pt x="611696" y="424977"/>
                    <a:pt x="610724" y="424987"/>
                  </a:cubicBezTo>
                  <a:lnTo>
                    <a:pt x="607200" y="424987"/>
                  </a:lnTo>
                  <a:cubicBezTo>
                    <a:pt x="599018" y="424987"/>
                    <a:pt x="590474" y="424729"/>
                    <a:pt x="581044" y="424206"/>
                  </a:cubicBezTo>
                  <a:cubicBezTo>
                    <a:pt x="579777" y="424186"/>
                    <a:pt x="578529" y="424148"/>
                    <a:pt x="577329" y="424072"/>
                  </a:cubicBezTo>
                  <a:cubicBezTo>
                    <a:pt x="575824" y="423967"/>
                    <a:pt x="574339" y="423844"/>
                    <a:pt x="572586" y="423615"/>
                  </a:cubicBezTo>
                  <a:cubicBezTo>
                    <a:pt x="561232" y="422767"/>
                    <a:pt x="538163" y="419815"/>
                    <a:pt x="538163" y="419815"/>
                  </a:cubicBezTo>
                  <a:cubicBezTo>
                    <a:pt x="537734" y="419738"/>
                    <a:pt x="537296" y="419662"/>
                    <a:pt x="536820" y="419576"/>
                  </a:cubicBezTo>
                  <a:cubicBezTo>
                    <a:pt x="529419" y="418424"/>
                    <a:pt x="523247" y="417319"/>
                    <a:pt x="517493" y="416157"/>
                  </a:cubicBezTo>
                  <a:cubicBezTo>
                    <a:pt x="515560" y="415757"/>
                    <a:pt x="509597" y="414357"/>
                    <a:pt x="509597" y="414357"/>
                  </a:cubicBezTo>
                  <a:cubicBezTo>
                    <a:pt x="504825" y="413299"/>
                    <a:pt x="500034" y="412204"/>
                    <a:pt x="495224" y="410947"/>
                  </a:cubicBezTo>
                  <a:cubicBezTo>
                    <a:pt x="494405" y="410766"/>
                    <a:pt x="481069" y="406908"/>
                    <a:pt x="477308" y="405727"/>
                  </a:cubicBezTo>
                  <a:lnTo>
                    <a:pt x="436207" y="429625"/>
                  </a:lnTo>
                  <a:cubicBezTo>
                    <a:pt x="429825" y="442503"/>
                    <a:pt x="420234" y="452923"/>
                    <a:pt x="408013" y="460020"/>
                  </a:cubicBezTo>
                  <a:cubicBezTo>
                    <a:pt x="408013" y="460020"/>
                    <a:pt x="157143" y="606152"/>
                    <a:pt x="156991" y="606247"/>
                  </a:cubicBezTo>
                  <a:cubicBezTo>
                    <a:pt x="146199" y="612420"/>
                    <a:pt x="133778" y="615687"/>
                    <a:pt x="121044" y="615687"/>
                  </a:cubicBezTo>
                  <a:lnTo>
                    <a:pt x="121044" y="615687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AB2567C-6EDD-4AFF-B1CB-5DC16CE3890B}"/>
                </a:ext>
              </a:extLst>
            </p:cNvPr>
            <p:cNvSpPr/>
            <p:nvPr/>
          </p:nvSpPr>
          <p:spPr>
            <a:xfrm>
              <a:off x="7275139" y="5548337"/>
              <a:ext cx="438150" cy="142875"/>
            </a:xfrm>
            <a:custGeom>
              <a:avLst/>
              <a:gdLst>
                <a:gd name="connsiteX0" fmla="*/ 437692 w 438150"/>
                <a:gd name="connsiteY0" fmla="*/ 137884 h 142875"/>
                <a:gd name="connsiteX1" fmla="*/ 376256 w 438150"/>
                <a:gd name="connsiteY1" fmla="*/ 72828 h 142875"/>
                <a:gd name="connsiteX2" fmla="*/ 69923 w 438150"/>
                <a:gd name="connsiteY2" fmla="*/ 72923 h 142875"/>
                <a:gd name="connsiteX3" fmla="*/ 9353 w 438150"/>
                <a:gd name="connsiteY3" fmla="*/ 137312 h 142875"/>
                <a:gd name="connsiteX4" fmla="*/ 69923 w 438150"/>
                <a:gd name="connsiteY4" fmla="*/ 40548 h 142875"/>
                <a:gd name="connsiteX5" fmla="*/ 376256 w 438150"/>
                <a:gd name="connsiteY5" fmla="*/ 40548 h 142875"/>
                <a:gd name="connsiteX6" fmla="*/ 437692 w 438150"/>
                <a:gd name="connsiteY6" fmla="*/ 1378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150" h="142875">
                  <a:moveTo>
                    <a:pt x="437692" y="137884"/>
                  </a:moveTo>
                  <a:cubicBezTo>
                    <a:pt x="431501" y="114071"/>
                    <a:pt x="411013" y="91116"/>
                    <a:pt x="376256" y="72828"/>
                  </a:cubicBezTo>
                  <a:cubicBezTo>
                    <a:pt x="291674" y="28251"/>
                    <a:pt x="154133" y="28346"/>
                    <a:pt x="69923" y="72923"/>
                  </a:cubicBezTo>
                  <a:cubicBezTo>
                    <a:pt x="35823" y="91021"/>
                    <a:pt x="15639" y="113786"/>
                    <a:pt x="9353" y="137312"/>
                  </a:cubicBezTo>
                  <a:cubicBezTo>
                    <a:pt x="28" y="103022"/>
                    <a:pt x="20221" y="66923"/>
                    <a:pt x="69923" y="40548"/>
                  </a:cubicBezTo>
                  <a:cubicBezTo>
                    <a:pt x="154133" y="-3943"/>
                    <a:pt x="291674" y="-4039"/>
                    <a:pt x="376256" y="40548"/>
                  </a:cubicBezTo>
                  <a:cubicBezTo>
                    <a:pt x="426634" y="67008"/>
                    <a:pt x="447217" y="103403"/>
                    <a:pt x="437692" y="137884"/>
                  </a:cubicBezTo>
                  <a:close/>
                </a:path>
              </a:pathLst>
            </a:custGeom>
            <a:solidFill>
              <a:srgbClr val="EE42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A5FFA9A4-923D-4CA1-8731-2F13A0E38EF7}"/>
                </a:ext>
              </a:extLst>
            </p:cNvPr>
            <p:cNvSpPr/>
            <p:nvPr/>
          </p:nvSpPr>
          <p:spPr>
            <a:xfrm>
              <a:off x="7221712" y="5661628"/>
              <a:ext cx="57150" cy="152400"/>
            </a:xfrm>
            <a:custGeom>
              <a:avLst/>
              <a:gdLst>
                <a:gd name="connsiteX0" fmla="*/ 43367 w 57150"/>
                <a:gd name="connsiteY0" fmla="*/ 85696 h 152400"/>
                <a:gd name="connsiteX1" fmla="*/ 39529 w 57150"/>
                <a:gd name="connsiteY1" fmla="*/ 81524 h 152400"/>
                <a:gd name="connsiteX2" fmla="*/ 33985 w 57150"/>
                <a:gd name="connsiteY2" fmla="*/ 75390 h 152400"/>
                <a:gd name="connsiteX3" fmla="*/ 31052 w 57150"/>
                <a:gd name="connsiteY3" fmla="*/ 71552 h 152400"/>
                <a:gd name="connsiteX4" fmla="*/ 26146 w 57150"/>
                <a:gd name="connsiteY4" fmla="*/ 64970 h 152400"/>
                <a:gd name="connsiteX5" fmla="*/ 23422 w 57150"/>
                <a:gd name="connsiteY5" fmla="*/ 60588 h 152400"/>
                <a:gd name="connsiteX6" fmla="*/ 19641 w 57150"/>
                <a:gd name="connsiteY6" fmla="*/ 54235 h 152400"/>
                <a:gd name="connsiteX7" fmla="*/ 17774 w 57150"/>
                <a:gd name="connsiteY7" fmla="*/ 50454 h 152400"/>
                <a:gd name="connsiteX8" fmla="*/ 14745 w 57150"/>
                <a:gd name="connsiteY8" fmla="*/ 43767 h 152400"/>
                <a:gd name="connsiteX9" fmla="*/ 13173 w 57150"/>
                <a:gd name="connsiteY9" fmla="*/ 39700 h 152400"/>
                <a:gd name="connsiteX10" fmla="*/ 11707 w 57150"/>
                <a:gd name="connsiteY10" fmla="*/ 35100 h 152400"/>
                <a:gd name="connsiteX11" fmla="*/ 7982 w 57150"/>
                <a:gd name="connsiteY11" fmla="*/ 18745 h 152400"/>
                <a:gd name="connsiteX12" fmla="*/ 7287 w 57150"/>
                <a:gd name="connsiteY12" fmla="*/ 7144 h 152400"/>
                <a:gd name="connsiteX13" fmla="*/ 7144 w 57150"/>
                <a:gd name="connsiteY13" fmla="*/ 57045 h 152400"/>
                <a:gd name="connsiteX14" fmla="*/ 7830 w 57150"/>
                <a:gd name="connsiteY14" fmla="*/ 68580 h 152400"/>
                <a:gd name="connsiteX15" fmla="*/ 7849 w 57150"/>
                <a:gd name="connsiteY15" fmla="*/ 68599 h 152400"/>
                <a:gd name="connsiteX16" fmla="*/ 11544 w 57150"/>
                <a:gd name="connsiteY16" fmla="*/ 84934 h 152400"/>
                <a:gd name="connsiteX17" fmla="*/ 11992 w 57150"/>
                <a:gd name="connsiteY17" fmla="*/ 86954 h 152400"/>
                <a:gd name="connsiteX18" fmla="*/ 13069 w 57150"/>
                <a:gd name="connsiteY18" fmla="*/ 89754 h 152400"/>
                <a:gd name="connsiteX19" fmla="*/ 14516 w 57150"/>
                <a:gd name="connsiteY19" fmla="*/ 93507 h 152400"/>
                <a:gd name="connsiteX20" fmla="*/ 17736 w 57150"/>
                <a:gd name="connsiteY20" fmla="*/ 100603 h 152400"/>
                <a:gd name="connsiteX21" fmla="*/ 19450 w 57150"/>
                <a:gd name="connsiteY21" fmla="*/ 104022 h 152400"/>
                <a:gd name="connsiteX22" fmla="*/ 20250 w 57150"/>
                <a:gd name="connsiteY22" fmla="*/ 105623 h 152400"/>
                <a:gd name="connsiteX23" fmla="*/ 23508 w 57150"/>
                <a:gd name="connsiteY23" fmla="*/ 110871 h 152400"/>
                <a:gd name="connsiteX24" fmla="*/ 25956 w 57150"/>
                <a:gd name="connsiteY24" fmla="*/ 114786 h 152400"/>
                <a:gd name="connsiteX25" fmla="*/ 31737 w 57150"/>
                <a:gd name="connsiteY25" fmla="*/ 122558 h 152400"/>
                <a:gd name="connsiteX26" fmla="*/ 33690 w 57150"/>
                <a:gd name="connsiteY26" fmla="*/ 125130 h 152400"/>
                <a:gd name="connsiteX27" fmla="*/ 34128 w 57150"/>
                <a:gd name="connsiteY27" fmla="*/ 125692 h 152400"/>
                <a:gd name="connsiteX28" fmla="*/ 40643 w 57150"/>
                <a:gd name="connsiteY28" fmla="*/ 132797 h 152400"/>
                <a:gd name="connsiteX29" fmla="*/ 43177 w 57150"/>
                <a:gd name="connsiteY29" fmla="*/ 135569 h 152400"/>
                <a:gd name="connsiteX30" fmla="*/ 53988 w 57150"/>
                <a:gd name="connsiteY30" fmla="*/ 145561 h 152400"/>
                <a:gd name="connsiteX31" fmla="*/ 54141 w 57150"/>
                <a:gd name="connsiteY31" fmla="*/ 95669 h 152400"/>
                <a:gd name="connsiteX32" fmla="*/ 43367 w 57150"/>
                <a:gd name="connsiteY32" fmla="*/ 8569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150" h="152400">
                  <a:moveTo>
                    <a:pt x="43367" y="85696"/>
                  </a:moveTo>
                  <a:cubicBezTo>
                    <a:pt x="41987" y="84334"/>
                    <a:pt x="40815" y="82896"/>
                    <a:pt x="39529" y="81524"/>
                  </a:cubicBezTo>
                  <a:cubicBezTo>
                    <a:pt x="37653" y="79486"/>
                    <a:pt x="35709" y="77467"/>
                    <a:pt x="33985" y="75390"/>
                  </a:cubicBezTo>
                  <a:cubicBezTo>
                    <a:pt x="32947" y="74114"/>
                    <a:pt x="32052" y="72819"/>
                    <a:pt x="31052" y="71552"/>
                  </a:cubicBezTo>
                  <a:cubicBezTo>
                    <a:pt x="29366" y="69370"/>
                    <a:pt x="27661" y="67180"/>
                    <a:pt x="26146" y="64970"/>
                  </a:cubicBezTo>
                  <a:cubicBezTo>
                    <a:pt x="25165" y="63532"/>
                    <a:pt x="24337" y="62055"/>
                    <a:pt x="23422" y="60588"/>
                  </a:cubicBezTo>
                  <a:cubicBezTo>
                    <a:pt x="22098" y="58474"/>
                    <a:pt x="20793" y="56369"/>
                    <a:pt x="19641" y="54235"/>
                  </a:cubicBezTo>
                  <a:cubicBezTo>
                    <a:pt x="18974" y="52978"/>
                    <a:pt x="18374" y="51711"/>
                    <a:pt x="17774" y="50454"/>
                  </a:cubicBezTo>
                  <a:cubicBezTo>
                    <a:pt x="16669" y="48244"/>
                    <a:pt x="15659" y="46006"/>
                    <a:pt x="14745" y="43767"/>
                  </a:cubicBezTo>
                  <a:cubicBezTo>
                    <a:pt x="14183" y="42415"/>
                    <a:pt x="13659" y="41072"/>
                    <a:pt x="13173" y="39700"/>
                  </a:cubicBezTo>
                  <a:cubicBezTo>
                    <a:pt x="12611" y="38167"/>
                    <a:pt x="12183" y="36643"/>
                    <a:pt x="11707" y="35100"/>
                  </a:cubicBezTo>
                  <a:cubicBezTo>
                    <a:pt x="10030" y="29699"/>
                    <a:pt x="8687" y="24222"/>
                    <a:pt x="7982" y="18745"/>
                  </a:cubicBezTo>
                  <a:cubicBezTo>
                    <a:pt x="7506" y="14897"/>
                    <a:pt x="7277" y="11020"/>
                    <a:pt x="7287" y="7144"/>
                  </a:cubicBezTo>
                  <a:lnTo>
                    <a:pt x="7144" y="57045"/>
                  </a:lnTo>
                  <a:cubicBezTo>
                    <a:pt x="7134" y="60893"/>
                    <a:pt x="7353" y="64741"/>
                    <a:pt x="7830" y="68580"/>
                  </a:cubicBezTo>
                  <a:lnTo>
                    <a:pt x="7849" y="68599"/>
                  </a:lnTo>
                  <a:cubicBezTo>
                    <a:pt x="8515" y="74066"/>
                    <a:pt x="9878" y="79515"/>
                    <a:pt x="11544" y="84934"/>
                  </a:cubicBezTo>
                  <a:cubicBezTo>
                    <a:pt x="11744" y="85601"/>
                    <a:pt x="11773" y="86296"/>
                    <a:pt x="11992" y="86954"/>
                  </a:cubicBezTo>
                  <a:cubicBezTo>
                    <a:pt x="12297" y="87897"/>
                    <a:pt x="12735" y="88811"/>
                    <a:pt x="13069" y="89754"/>
                  </a:cubicBezTo>
                  <a:cubicBezTo>
                    <a:pt x="13526" y="91002"/>
                    <a:pt x="14012" y="92259"/>
                    <a:pt x="14516" y="93507"/>
                  </a:cubicBezTo>
                  <a:cubicBezTo>
                    <a:pt x="15488" y="95888"/>
                    <a:pt x="16574" y="98250"/>
                    <a:pt x="17736" y="100603"/>
                  </a:cubicBezTo>
                  <a:cubicBezTo>
                    <a:pt x="18298" y="101746"/>
                    <a:pt x="18840" y="102889"/>
                    <a:pt x="19450" y="104022"/>
                  </a:cubicBezTo>
                  <a:cubicBezTo>
                    <a:pt x="19726" y="104565"/>
                    <a:pt x="19965" y="105099"/>
                    <a:pt x="20250" y="105623"/>
                  </a:cubicBezTo>
                  <a:cubicBezTo>
                    <a:pt x="21232" y="107394"/>
                    <a:pt x="22422" y="109118"/>
                    <a:pt x="23508" y="110871"/>
                  </a:cubicBezTo>
                  <a:cubicBezTo>
                    <a:pt x="24327" y="112176"/>
                    <a:pt x="25080" y="113490"/>
                    <a:pt x="25956" y="114786"/>
                  </a:cubicBezTo>
                  <a:cubicBezTo>
                    <a:pt x="27737" y="117395"/>
                    <a:pt x="29718" y="119986"/>
                    <a:pt x="31737" y="122558"/>
                  </a:cubicBezTo>
                  <a:cubicBezTo>
                    <a:pt x="32414" y="123396"/>
                    <a:pt x="33004" y="124282"/>
                    <a:pt x="33690" y="125130"/>
                  </a:cubicBezTo>
                  <a:cubicBezTo>
                    <a:pt x="33852" y="125320"/>
                    <a:pt x="33976" y="125511"/>
                    <a:pt x="34128" y="125692"/>
                  </a:cubicBezTo>
                  <a:cubicBezTo>
                    <a:pt x="36138" y="128102"/>
                    <a:pt x="38405" y="130445"/>
                    <a:pt x="40643" y="132797"/>
                  </a:cubicBezTo>
                  <a:cubicBezTo>
                    <a:pt x="41520" y="133721"/>
                    <a:pt x="42272" y="134655"/>
                    <a:pt x="43177" y="135569"/>
                  </a:cubicBezTo>
                  <a:cubicBezTo>
                    <a:pt x="46549" y="138941"/>
                    <a:pt x="50140" y="142275"/>
                    <a:pt x="53988" y="145561"/>
                  </a:cubicBezTo>
                  <a:lnTo>
                    <a:pt x="54141" y="95669"/>
                  </a:lnTo>
                  <a:cubicBezTo>
                    <a:pt x="50292" y="92402"/>
                    <a:pt x="46711" y="89078"/>
                    <a:pt x="43367" y="85696"/>
                  </a:cubicBezTo>
                  <a:close/>
                </a:path>
              </a:pathLst>
            </a:custGeom>
            <a:solidFill>
              <a:srgbClr val="EE42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8818C5F-158F-4894-B993-F197E8485023}"/>
                </a:ext>
              </a:extLst>
            </p:cNvPr>
            <p:cNvSpPr/>
            <p:nvPr/>
          </p:nvSpPr>
          <p:spPr>
            <a:xfrm>
              <a:off x="7340985" y="5663323"/>
              <a:ext cx="428625" cy="219075"/>
            </a:xfrm>
            <a:custGeom>
              <a:avLst/>
              <a:gdLst>
                <a:gd name="connsiteX0" fmla="*/ 349225 w 428625"/>
                <a:gd name="connsiteY0" fmla="*/ 116967 h 219075"/>
                <a:gd name="connsiteX1" fmla="*/ 326555 w 428625"/>
                <a:gd name="connsiteY1" fmla="*/ 128606 h 219075"/>
                <a:gd name="connsiteX2" fmla="*/ 319926 w 428625"/>
                <a:gd name="connsiteY2" fmla="*/ 131521 h 219075"/>
                <a:gd name="connsiteX3" fmla="*/ 300590 w 428625"/>
                <a:gd name="connsiteY3" fmla="*/ 139198 h 219075"/>
                <a:gd name="connsiteX4" fmla="*/ 295066 w 428625"/>
                <a:gd name="connsiteY4" fmla="*/ 141208 h 219075"/>
                <a:gd name="connsiteX5" fmla="*/ 262281 w 428625"/>
                <a:gd name="connsiteY5" fmla="*/ 150590 h 219075"/>
                <a:gd name="connsiteX6" fmla="*/ 255747 w 428625"/>
                <a:gd name="connsiteY6" fmla="*/ 152133 h 219075"/>
                <a:gd name="connsiteX7" fmla="*/ 226933 w 428625"/>
                <a:gd name="connsiteY7" fmla="*/ 157572 h 219075"/>
                <a:gd name="connsiteX8" fmla="*/ 222190 w 428625"/>
                <a:gd name="connsiteY8" fmla="*/ 158172 h 219075"/>
                <a:gd name="connsiteX9" fmla="*/ 198397 w 428625"/>
                <a:gd name="connsiteY9" fmla="*/ 160820 h 219075"/>
                <a:gd name="connsiteX10" fmla="*/ 189967 w 428625"/>
                <a:gd name="connsiteY10" fmla="*/ 161458 h 219075"/>
                <a:gd name="connsiteX11" fmla="*/ 165449 w 428625"/>
                <a:gd name="connsiteY11" fmla="*/ 162477 h 219075"/>
                <a:gd name="connsiteX12" fmla="*/ 161440 w 428625"/>
                <a:gd name="connsiteY12" fmla="*/ 162573 h 219075"/>
                <a:gd name="connsiteX13" fmla="*/ 131522 w 428625"/>
                <a:gd name="connsiteY13" fmla="*/ 161706 h 219075"/>
                <a:gd name="connsiteX14" fmla="*/ 125606 w 428625"/>
                <a:gd name="connsiteY14" fmla="*/ 161287 h 219075"/>
                <a:gd name="connsiteX15" fmla="*/ 91860 w 428625"/>
                <a:gd name="connsiteY15" fmla="*/ 157753 h 219075"/>
                <a:gd name="connsiteX16" fmla="*/ 68723 w 428625"/>
                <a:gd name="connsiteY16" fmla="*/ 153667 h 219075"/>
                <a:gd name="connsiteX17" fmla="*/ 61322 w 428625"/>
                <a:gd name="connsiteY17" fmla="*/ 151962 h 219075"/>
                <a:gd name="connsiteX18" fmla="*/ 46577 w 428625"/>
                <a:gd name="connsiteY18" fmla="*/ 148485 h 219075"/>
                <a:gd name="connsiteX19" fmla="*/ 41463 w 428625"/>
                <a:gd name="connsiteY19" fmla="*/ 147009 h 219075"/>
                <a:gd name="connsiteX20" fmla="*/ 7287 w 428625"/>
                <a:gd name="connsiteY20" fmla="*/ 135769 h 219075"/>
                <a:gd name="connsiteX21" fmla="*/ 7144 w 428625"/>
                <a:gd name="connsiteY21" fmla="*/ 185652 h 219075"/>
                <a:gd name="connsiteX22" fmla="*/ 41786 w 428625"/>
                <a:gd name="connsiteY22" fmla="*/ 197015 h 219075"/>
                <a:gd name="connsiteX23" fmla="*/ 44263 w 428625"/>
                <a:gd name="connsiteY23" fmla="*/ 197834 h 219075"/>
                <a:gd name="connsiteX24" fmla="*/ 46111 w 428625"/>
                <a:gd name="connsiteY24" fmla="*/ 198272 h 219075"/>
                <a:gd name="connsiteX25" fmla="*/ 60951 w 428625"/>
                <a:gd name="connsiteY25" fmla="*/ 201796 h 219075"/>
                <a:gd name="connsiteX26" fmla="*/ 68771 w 428625"/>
                <a:gd name="connsiteY26" fmla="*/ 203587 h 219075"/>
                <a:gd name="connsiteX27" fmla="*/ 88325 w 428625"/>
                <a:gd name="connsiteY27" fmla="*/ 207045 h 219075"/>
                <a:gd name="connsiteX28" fmla="*/ 91716 w 428625"/>
                <a:gd name="connsiteY28" fmla="*/ 207645 h 219075"/>
                <a:gd name="connsiteX29" fmla="*/ 91869 w 428625"/>
                <a:gd name="connsiteY29" fmla="*/ 207654 h 219075"/>
                <a:gd name="connsiteX30" fmla="*/ 124692 w 428625"/>
                <a:gd name="connsiteY30" fmla="*/ 211112 h 219075"/>
                <a:gd name="connsiteX31" fmla="*/ 128721 w 428625"/>
                <a:gd name="connsiteY31" fmla="*/ 211541 h 219075"/>
                <a:gd name="connsiteX32" fmla="*/ 131979 w 428625"/>
                <a:gd name="connsiteY32" fmla="*/ 211636 h 219075"/>
                <a:gd name="connsiteX33" fmla="*/ 161420 w 428625"/>
                <a:gd name="connsiteY33" fmla="*/ 212465 h 219075"/>
                <a:gd name="connsiteX34" fmla="*/ 162097 w 428625"/>
                <a:gd name="connsiteY34" fmla="*/ 212474 h 219075"/>
                <a:gd name="connsiteX35" fmla="*/ 164716 w 428625"/>
                <a:gd name="connsiteY35" fmla="*/ 212369 h 219075"/>
                <a:gd name="connsiteX36" fmla="*/ 190100 w 428625"/>
                <a:gd name="connsiteY36" fmla="*/ 211321 h 219075"/>
                <a:gd name="connsiteX37" fmla="*/ 194034 w 428625"/>
                <a:gd name="connsiteY37" fmla="*/ 211169 h 219075"/>
                <a:gd name="connsiteX38" fmla="*/ 197977 w 428625"/>
                <a:gd name="connsiteY38" fmla="*/ 210731 h 219075"/>
                <a:gd name="connsiteX39" fmla="*/ 222761 w 428625"/>
                <a:gd name="connsiteY39" fmla="*/ 207969 h 219075"/>
                <a:gd name="connsiteX40" fmla="*/ 225838 w 428625"/>
                <a:gd name="connsiteY40" fmla="*/ 207626 h 219075"/>
                <a:gd name="connsiteX41" fmla="*/ 226600 w 428625"/>
                <a:gd name="connsiteY41" fmla="*/ 207473 h 219075"/>
                <a:gd name="connsiteX42" fmla="*/ 255927 w 428625"/>
                <a:gd name="connsiteY42" fmla="*/ 201939 h 219075"/>
                <a:gd name="connsiteX43" fmla="*/ 258928 w 428625"/>
                <a:gd name="connsiteY43" fmla="*/ 201368 h 219075"/>
                <a:gd name="connsiteX44" fmla="*/ 261804 w 428625"/>
                <a:gd name="connsiteY44" fmla="*/ 200549 h 219075"/>
                <a:gd name="connsiteX45" fmla="*/ 295151 w 428625"/>
                <a:gd name="connsiteY45" fmla="*/ 191014 h 219075"/>
                <a:gd name="connsiteX46" fmla="*/ 296447 w 428625"/>
                <a:gd name="connsiteY46" fmla="*/ 190624 h 219075"/>
                <a:gd name="connsiteX47" fmla="*/ 299895 w 428625"/>
                <a:gd name="connsiteY47" fmla="*/ 189271 h 219075"/>
                <a:gd name="connsiteX48" fmla="*/ 320012 w 428625"/>
                <a:gd name="connsiteY48" fmla="*/ 181308 h 219075"/>
                <a:gd name="connsiteX49" fmla="*/ 326279 w 428625"/>
                <a:gd name="connsiteY49" fmla="*/ 178527 h 219075"/>
                <a:gd name="connsiteX50" fmla="*/ 349082 w 428625"/>
                <a:gd name="connsiteY50" fmla="*/ 166849 h 219075"/>
                <a:gd name="connsiteX51" fmla="*/ 427406 w 428625"/>
                <a:gd name="connsiteY51" fmla="*/ 57055 h 219075"/>
                <a:gd name="connsiteX52" fmla="*/ 427549 w 428625"/>
                <a:gd name="connsiteY52" fmla="*/ 7144 h 219075"/>
                <a:gd name="connsiteX53" fmla="*/ 349225 w 428625"/>
                <a:gd name="connsiteY53" fmla="*/ 116967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28625" h="219075">
                  <a:moveTo>
                    <a:pt x="349225" y="116967"/>
                  </a:moveTo>
                  <a:cubicBezTo>
                    <a:pt x="342005" y="121158"/>
                    <a:pt x="334356" y="124977"/>
                    <a:pt x="326555" y="128606"/>
                  </a:cubicBezTo>
                  <a:cubicBezTo>
                    <a:pt x="324374" y="129597"/>
                    <a:pt x="322145" y="130568"/>
                    <a:pt x="319926" y="131521"/>
                  </a:cubicBezTo>
                  <a:cubicBezTo>
                    <a:pt x="313630" y="134264"/>
                    <a:pt x="307191" y="136817"/>
                    <a:pt x="300590" y="139198"/>
                  </a:cubicBezTo>
                  <a:cubicBezTo>
                    <a:pt x="298752" y="139855"/>
                    <a:pt x="296932" y="140579"/>
                    <a:pt x="295066" y="141208"/>
                  </a:cubicBezTo>
                  <a:cubicBezTo>
                    <a:pt x="284464" y="144818"/>
                    <a:pt x="273463" y="147894"/>
                    <a:pt x="262281" y="150590"/>
                  </a:cubicBezTo>
                  <a:cubicBezTo>
                    <a:pt x="260099" y="151124"/>
                    <a:pt x="257946" y="151647"/>
                    <a:pt x="255747" y="152133"/>
                  </a:cubicBezTo>
                  <a:cubicBezTo>
                    <a:pt x="246279" y="154248"/>
                    <a:pt x="236677" y="156095"/>
                    <a:pt x="226933" y="157572"/>
                  </a:cubicBezTo>
                  <a:cubicBezTo>
                    <a:pt x="225362" y="157801"/>
                    <a:pt x="223761" y="157953"/>
                    <a:pt x="222190" y="158172"/>
                  </a:cubicBezTo>
                  <a:cubicBezTo>
                    <a:pt x="214322" y="159248"/>
                    <a:pt x="206397" y="160134"/>
                    <a:pt x="198397" y="160820"/>
                  </a:cubicBezTo>
                  <a:cubicBezTo>
                    <a:pt x="195596" y="161068"/>
                    <a:pt x="192786" y="161277"/>
                    <a:pt x="189967" y="161458"/>
                  </a:cubicBezTo>
                  <a:cubicBezTo>
                    <a:pt x="181823" y="162010"/>
                    <a:pt x="173641" y="162353"/>
                    <a:pt x="165449" y="162477"/>
                  </a:cubicBezTo>
                  <a:cubicBezTo>
                    <a:pt x="164106" y="162487"/>
                    <a:pt x="162783" y="162573"/>
                    <a:pt x="161440" y="162573"/>
                  </a:cubicBezTo>
                  <a:cubicBezTo>
                    <a:pt x="151448" y="162649"/>
                    <a:pt x="141475" y="162315"/>
                    <a:pt x="131522" y="161706"/>
                  </a:cubicBezTo>
                  <a:cubicBezTo>
                    <a:pt x="129540" y="161582"/>
                    <a:pt x="127578" y="161439"/>
                    <a:pt x="125606" y="161287"/>
                  </a:cubicBezTo>
                  <a:cubicBezTo>
                    <a:pt x="114281" y="160487"/>
                    <a:pt x="102975" y="159391"/>
                    <a:pt x="91860" y="157753"/>
                  </a:cubicBezTo>
                  <a:cubicBezTo>
                    <a:pt x="84068" y="156600"/>
                    <a:pt x="76352" y="155219"/>
                    <a:pt x="68723" y="153667"/>
                  </a:cubicBezTo>
                  <a:cubicBezTo>
                    <a:pt x="66218" y="153162"/>
                    <a:pt x="63789" y="152524"/>
                    <a:pt x="61322" y="151962"/>
                  </a:cubicBezTo>
                  <a:cubicBezTo>
                    <a:pt x="56379" y="150866"/>
                    <a:pt x="51435" y="149752"/>
                    <a:pt x="46577" y="148485"/>
                  </a:cubicBezTo>
                  <a:cubicBezTo>
                    <a:pt x="44854" y="148018"/>
                    <a:pt x="43177" y="147475"/>
                    <a:pt x="41463" y="147009"/>
                  </a:cubicBezTo>
                  <a:cubicBezTo>
                    <a:pt x="29747" y="143713"/>
                    <a:pt x="18250" y="140065"/>
                    <a:pt x="7287" y="135769"/>
                  </a:cubicBezTo>
                  <a:lnTo>
                    <a:pt x="7144" y="185652"/>
                  </a:lnTo>
                  <a:cubicBezTo>
                    <a:pt x="18259" y="190014"/>
                    <a:pt x="29899" y="193729"/>
                    <a:pt x="41786" y="197015"/>
                  </a:cubicBezTo>
                  <a:cubicBezTo>
                    <a:pt x="42643" y="197253"/>
                    <a:pt x="43405" y="197615"/>
                    <a:pt x="44263" y="197834"/>
                  </a:cubicBezTo>
                  <a:cubicBezTo>
                    <a:pt x="44863" y="198006"/>
                    <a:pt x="45511" y="198110"/>
                    <a:pt x="46111" y="198272"/>
                  </a:cubicBezTo>
                  <a:cubicBezTo>
                    <a:pt x="50997" y="199568"/>
                    <a:pt x="55969" y="200692"/>
                    <a:pt x="60951" y="201796"/>
                  </a:cubicBezTo>
                  <a:cubicBezTo>
                    <a:pt x="63561" y="202387"/>
                    <a:pt x="66142" y="203063"/>
                    <a:pt x="68771" y="203587"/>
                  </a:cubicBezTo>
                  <a:cubicBezTo>
                    <a:pt x="75229" y="204911"/>
                    <a:pt x="81763" y="206026"/>
                    <a:pt x="88325" y="207045"/>
                  </a:cubicBezTo>
                  <a:cubicBezTo>
                    <a:pt x="89468" y="207226"/>
                    <a:pt x="90583" y="207473"/>
                    <a:pt x="91716" y="207645"/>
                  </a:cubicBezTo>
                  <a:cubicBezTo>
                    <a:pt x="91773" y="207645"/>
                    <a:pt x="91821" y="207645"/>
                    <a:pt x="91869" y="207654"/>
                  </a:cubicBezTo>
                  <a:cubicBezTo>
                    <a:pt x="102699" y="209255"/>
                    <a:pt x="113662" y="210312"/>
                    <a:pt x="124692" y="211112"/>
                  </a:cubicBezTo>
                  <a:cubicBezTo>
                    <a:pt x="126045" y="211226"/>
                    <a:pt x="127359" y="211455"/>
                    <a:pt x="128721" y="211541"/>
                  </a:cubicBezTo>
                  <a:cubicBezTo>
                    <a:pt x="129797" y="211607"/>
                    <a:pt x="130893" y="211569"/>
                    <a:pt x="131979" y="211636"/>
                  </a:cubicBezTo>
                  <a:cubicBezTo>
                    <a:pt x="141770" y="212198"/>
                    <a:pt x="151600" y="212522"/>
                    <a:pt x="161420" y="212465"/>
                  </a:cubicBezTo>
                  <a:cubicBezTo>
                    <a:pt x="161640" y="212465"/>
                    <a:pt x="161868" y="212484"/>
                    <a:pt x="162097" y="212474"/>
                  </a:cubicBezTo>
                  <a:cubicBezTo>
                    <a:pt x="162973" y="212474"/>
                    <a:pt x="163849" y="212379"/>
                    <a:pt x="164716" y="212369"/>
                  </a:cubicBezTo>
                  <a:cubicBezTo>
                    <a:pt x="173212" y="212264"/>
                    <a:pt x="181661" y="211893"/>
                    <a:pt x="190100" y="211321"/>
                  </a:cubicBezTo>
                  <a:cubicBezTo>
                    <a:pt x="191405" y="211245"/>
                    <a:pt x="192729" y="211264"/>
                    <a:pt x="194034" y="211169"/>
                  </a:cubicBezTo>
                  <a:cubicBezTo>
                    <a:pt x="195368" y="211064"/>
                    <a:pt x="196653" y="210845"/>
                    <a:pt x="197977" y="210731"/>
                  </a:cubicBezTo>
                  <a:cubicBezTo>
                    <a:pt x="206302" y="210017"/>
                    <a:pt x="214570" y="209112"/>
                    <a:pt x="222761" y="207969"/>
                  </a:cubicBezTo>
                  <a:cubicBezTo>
                    <a:pt x="223781" y="207816"/>
                    <a:pt x="224819" y="207769"/>
                    <a:pt x="225838" y="207626"/>
                  </a:cubicBezTo>
                  <a:cubicBezTo>
                    <a:pt x="226086" y="207578"/>
                    <a:pt x="226343" y="207521"/>
                    <a:pt x="226600" y="207473"/>
                  </a:cubicBezTo>
                  <a:cubicBezTo>
                    <a:pt x="236525" y="205997"/>
                    <a:pt x="246288" y="204092"/>
                    <a:pt x="255927" y="201939"/>
                  </a:cubicBezTo>
                  <a:cubicBezTo>
                    <a:pt x="256918" y="201730"/>
                    <a:pt x="257956" y="201596"/>
                    <a:pt x="258928" y="201368"/>
                  </a:cubicBezTo>
                  <a:cubicBezTo>
                    <a:pt x="259918" y="201139"/>
                    <a:pt x="260814" y="200768"/>
                    <a:pt x="261804" y="200549"/>
                  </a:cubicBezTo>
                  <a:cubicBezTo>
                    <a:pt x="273206" y="197815"/>
                    <a:pt x="284369" y="194691"/>
                    <a:pt x="295151" y="191014"/>
                  </a:cubicBezTo>
                  <a:cubicBezTo>
                    <a:pt x="295570" y="190862"/>
                    <a:pt x="296037" y="190786"/>
                    <a:pt x="296447" y="190624"/>
                  </a:cubicBezTo>
                  <a:cubicBezTo>
                    <a:pt x="297638" y="190214"/>
                    <a:pt x="298714" y="189690"/>
                    <a:pt x="299895" y="189271"/>
                  </a:cubicBezTo>
                  <a:cubicBezTo>
                    <a:pt x="306762" y="186814"/>
                    <a:pt x="313468" y="184156"/>
                    <a:pt x="320012" y="181308"/>
                  </a:cubicBezTo>
                  <a:cubicBezTo>
                    <a:pt x="322116" y="180384"/>
                    <a:pt x="324212" y="179498"/>
                    <a:pt x="326279" y="178527"/>
                  </a:cubicBezTo>
                  <a:cubicBezTo>
                    <a:pt x="334137" y="174898"/>
                    <a:pt x="341815" y="171079"/>
                    <a:pt x="349082" y="166849"/>
                  </a:cubicBezTo>
                  <a:cubicBezTo>
                    <a:pt x="401222" y="136531"/>
                    <a:pt x="427292" y="96821"/>
                    <a:pt x="427406" y="57055"/>
                  </a:cubicBezTo>
                  <a:lnTo>
                    <a:pt x="427549" y="7144"/>
                  </a:lnTo>
                  <a:cubicBezTo>
                    <a:pt x="427444" y="46939"/>
                    <a:pt x="401374" y="86677"/>
                    <a:pt x="349225" y="116967"/>
                  </a:cubicBezTo>
                  <a:close/>
                </a:path>
              </a:pathLst>
            </a:custGeom>
            <a:solidFill>
              <a:srgbClr val="EE42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BA619D5-BBB4-4EC6-969B-399680142491}"/>
                </a:ext>
              </a:extLst>
            </p:cNvPr>
            <p:cNvSpPr/>
            <p:nvPr/>
          </p:nvSpPr>
          <p:spPr>
            <a:xfrm>
              <a:off x="7150751" y="5818580"/>
              <a:ext cx="85725" cy="104775"/>
            </a:xfrm>
            <a:custGeom>
              <a:avLst/>
              <a:gdLst>
                <a:gd name="connsiteX0" fmla="*/ 79734 w 85725"/>
                <a:gd name="connsiteY0" fmla="*/ 48958 h 104775"/>
                <a:gd name="connsiteX1" fmla="*/ 79572 w 85725"/>
                <a:gd name="connsiteY1" fmla="*/ 98860 h 104775"/>
                <a:gd name="connsiteX2" fmla="*/ 7144 w 85725"/>
                <a:gd name="connsiteY2" fmla="*/ 57045 h 104775"/>
                <a:gd name="connsiteX3" fmla="*/ 7296 w 85725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04775">
                  <a:moveTo>
                    <a:pt x="79734" y="48958"/>
                  </a:moveTo>
                  <a:lnTo>
                    <a:pt x="79572" y="98860"/>
                  </a:lnTo>
                  <a:lnTo>
                    <a:pt x="7144" y="57045"/>
                  </a:lnTo>
                  <a:lnTo>
                    <a:pt x="7296" y="7144"/>
                  </a:lnTo>
                  <a:close/>
                </a:path>
              </a:pathLst>
            </a:custGeom>
            <a:solidFill>
              <a:srgbClr val="4752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FEB3D1D-177B-4FF6-8DD4-145FDF6D04EE}"/>
                </a:ext>
              </a:extLst>
            </p:cNvPr>
            <p:cNvSpPr/>
            <p:nvPr/>
          </p:nvSpPr>
          <p:spPr>
            <a:xfrm>
              <a:off x="7223180" y="5791949"/>
              <a:ext cx="123825" cy="123825"/>
            </a:xfrm>
            <a:custGeom>
              <a:avLst/>
              <a:gdLst>
                <a:gd name="connsiteX0" fmla="*/ 125092 w 123825"/>
                <a:gd name="connsiteY0" fmla="*/ 7144 h 123825"/>
                <a:gd name="connsiteX1" fmla="*/ 124949 w 123825"/>
                <a:gd name="connsiteY1" fmla="*/ 57035 h 123825"/>
                <a:gd name="connsiteX2" fmla="*/ 7144 w 123825"/>
                <a:gd name="connsiteY2" fmla="*/ 125492 h 123825"/>
                <a:gd name="connsiteX3" fmla="*/ 7306 w 123825"/>
                <a:gd name="connsiteY3" fmla="*/ 7559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23825">
                  <a:moveTo>
                    <a:pt x="125092" y="7144"/>
                  </a:moveTo>
                  <a:lnTo>
                    <a:pt x="124949" y="57035"/>
                  </a:lnTo>
                  <a:lnTo>
                    <a:pt x="7144" y="125492"/>
                  </a:lnTo>
                  <a:lnTo>
                    <a:pt x="7306" y="75590"/>
                  </a:ln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3839EBA-244E-4DE9-9C38-490827090D5A}"/>
                </a:ext>
              </a:extLst>
            </p:cNvPr>
            <p:cNvSpPr/>
            <p:nvPr/>
          </p:nvSpPr>
          <p:spPr>
            <a:xfrm>
              <a:off x="7150942" y="5506253"/>
              <a:ext cx="619125" cy="361950"/>
            </a:xfrm>
            <a:custGeom>
              <a:avLst/>
              <a:gdLst>
                <a:gd name="connsiteX0" fmla="*/ 7144 w 619125"/>
                <a:gd name="connsiteY0" fmla="*/ 319499 h 361950"/>
                <a:gd name="connsiteX1" fmla="*/ 7144 w 619125"/>
                <a:gd name="connsiteY1" fmla="*/ 319557 h 361950"/>
                <a:gd name="connsiteX2" fmla="*/ 79572 w 619125"/>
                <a:gd name="connsiteY2" fmla="*/ 361314 h 361950"/>
                <a:gd name="connsiteX3" fmla="*/ 197358 w 619125"/>
                <a:gd name="connsiteY3" fmla="*/ 292820 h 361950"/>
                <a:gd name="connsiteX4" fmla="*/ 539286 w 619125"/>
                <a:gd name="connsiteY4" fmla="*/ 274027 h 361950"/>
                <a:gd name="connsiteX5" fmla="*/ 617525 w 619125"/>
                <a:gd name="connsiteY5" fmla="*/ 166680 h 361950"/>
                <a:gd name="connsiteX6" fmla="*/ 602228 w 619125"/>
                <a:gd name="connsiteY6" fmla="*/ 111893 h 361950"/>
                <a:gd name="connsiteX7" fmla="*/ 592369 w 619125"/>
                <a:gd name="connsiteY7" fmla="*/ 97719 h 361950"/>
                <a:gd name="connsiteX8" fmla="*/ 586502 w 619125"/>
                <a:gd name="connsiteY8" fmla="*/ 90880 h 361950"/>
                <a:gd name="connsiteX9" fmla="*/ 579968 w 619125"/>
                <a:gd name="connsiteY9" fmla="*/ 84089 h 361950"/>
                <a:gd name="connsiteX10" fmla="*/ 565099 w 619125"/>
                <a:gd name="connsiteY10" fmla="*/ 71049 h 361950"/>
                <a:gd name="connsiteX11" fmla="*/ 556689 w 619125"/>
                <a:gd name="connsiteY11" fmla="*/ 64791 h 361950"/>
                <a:gd name="connsiteX12" fmla="*/ 552269 w 619125"/>
                <a:gd name="connsiteY12" fmla="*/ 61734 h 361950"/>
                <a:gd name="connsiteX13" fmla="*/ 543001 w 619125"/>
                <a:gd name="connsiteY13" fmla="*/ 55800 h 361950"/>
                <a:gd name="connsiteX14" fmla="*/ 538039 w 619125"/>
                <a:gd name="connsiteY14" fmla="*/ 52885 h 361950"/>
                <a:gd name="connsiteX15" fmla="*/ 156238 w 619125"/>
                <a:gd name="connsiteY15" fmla="*/ 52885 h 361950"/>
                <a:gd name="connsiteX16" fmla="*/ 151438 w 619125"/>
                <a:gd name="connsiteY16" fmla="*/ 55752 h 361950"/>
                <a:gd name="connsiteX17" fmla="*/ 143199 w 619125"/>
                <a:gd name="connsiteY17" fmla="*/ 61039 h 361950"/>
                <a:gd name="connsiteX18" fmla="*/ 122025 w 619125"/>
                <a:gd name="connsiteY18" fmla="*/ 77241 h 361950"/>
                <a:gd name="connsiteX19" fmla="*/ 115119 w 619125"/>
                <a:gd name="connsiteY19" fmla="*/ 83717 h 361950"/>
                <a:gd name="connsiteX20" fmla="*/ 109242 w 619125"/>
                <a:gd name="connsiteY20" fmla="*/ 89861 h 361950"/>
                <a:gd name="connsiteX21" fmla="*/ 106518 w 619125"/>
                <a:gd name="connsiteY21" fmla="*/ 92947 h 361950"/>
                <a:gd name="connsiteX22" fmla="*/ 104098 w 619125"/>
                <a:gd name="connsiteY22" fmla="*/ 95843 h 361950"/>
                <a:gd name="connsiteX23" fmla="*/ 98717 w 619125"/>
                <a:gd name="connsiteY23" fmla="*/ 102844 h 361950"/>
                <a:gd name="connsiteX24" fmla="*/ 97727 w 619125"/>
                <a:gd name="connsiteY24" fmla="*/ 104196 h 361950"/>
                <a:gd name="connsiteX25" fmla="*/ 97441 w 619125"/>
                <a:gd name="connsiteY25" fmla="*/ 104644 h 361950"/>
                <a:gd name="connsiteX26" fmla="*/ 94631 w 619125"/>
                <a:gd name="connsiteY26" fmla="*/ 108873 h 361950"/>
                <a:gd name="connsiteX27" fmla="*/ 92983 w 619125"/>
                <a:gd name="connsiteY27" fmla="*/ 111578 h 361950"/>
                <a:gd name="connsiteX28" fmla="*/ 89716 w 619125"/>
                <a:gd name="connsiteY28" fmla="*/ 117398 h 361950"/>
                <a:gd name="connsiteX29" fmla="*/ 87782 w 619125"/>
                <a:gd name="connsiteY29" fmla="*/ 121236 h 361950"/>
                <a:gd name="connsiteX30" fmla="*/ 86325 w 619125"/>
                <a:gd name="connsiteY30" fmla="*/ 124437 h 361950"/>
                <a:gd name="connsiteX31" fmla="*/ 84258 w 619125"/>
                <a:gd name="connsiteY31" fmla="*/ 129571 h 361950"/>
                <a:gd name="connsiteX32" fmla="*/ 83248 w 619125"/>
                <a:gd name="connsiteY32" fmla="*/ 132390 h 361950"/>
                <a:gd name="connsiteX33" fmla="*/ 81486 w 619125"/>
                <a:gd name="connsiteY33" fmla="*/ 138124 h 361950"/>
                <a:gd name="connsiteX34" fmla="*/ 80867 w 619125"/>
                <a:gd name="connsiteY34" fmla="*/ 140515 h 361950"/>
                <a:gd name="connsiteX35" fmla="*/ 79362 w 619125"/>
                <a:gd name="connsiteY35" fmla="*/ 147678 h 361950"/>
                <a:gd name="connsiteX36" fmla="*/ 78819 w 619125"/>
                <a:gd name="connsiteY36" fmla="*/ 151393 h 361950"/>
                <a:gd name="connsiteX37" fmla="*/ 78152 w 619125"/>
                <a:gd name="connsiteY37" fmla="*/ 161708 h 361950"/>
                <a:gd name="connsiteX38" fmla="*/ 78124 w 619125"/>
                <a:gd name="connsiteY38" fmla="*/ 162556 h 361950"/>
                <a:gd name="connsiteX39" fmla="*/ 78124 w 619125"/>
                <a:gd name="connsiteY39" fmla="*/ 164499 h 361950"/>
                <a:gd name="connsiteX40" fmla="*/ 124892 w 619125"/>
                <a:gd name="connsiteY40" fmla="*/ 251024 h 361950"/>
                <a:gd name="connsiteX41" fmla="*/ 95469 w 619125"/>
                <a:gd name="connsiteY41" fmla="*/ 268160 h 361950"/>
                <a:gd name="connsiteX42" fmla="*/ 95298 w 619125"/>
                <a:gd name="connsiteY42" fmla="*/ 268217 h 361950"/>
                <a:gd name="connsiteX43" fmla="*/ 7144 w 619125"/>
                <a:gd name="connsiteY43" fmla="*/ 319499 h 361950"/>
                <a:gd name="connsiteX44" fmla="*/ 194138 w 619125"/>
                <a:gd name="connsiteY44" fmla="*/ 82660 h 361950"/>
                <a:gd name="connsiteX45" fmla="*/ 500482 w 619125"/>
                <a:gd name="connsiteY45" fmla="*/ 82613 h 361950"/>
                <a:gd name="connsiteX46" fmla="*/ 556774 w 619125"/>
                <a:gd name="connsiteY46" fmla="*/ 193474 h 361950"/>
                <a:gd name="connsiteX47" fmla="*/ 556698 w 619125"/>
                <a:gd name="connsiteY47" fmla="*/ 193541 h 361950"/>
                <a:gd name="connsiteX48" fmla="*/ 554907 w 619125"/>
                <a:gd name="connsiteY48" fmla="*/ 196951 h 361950"/>
                <a:gd name="connsiteX49" fmla="*/ 539258 w 619125"/>
                <a:gd name="connsiteY49" fmla="*/ 217153 h 361950"/>
                <a:gd name="connsiteX50" fmla="*/ 534533 w 619125"/>
                <a:gd name="connsiteY50" fmla="*/ 221582 h 361950"/>
                <a:gd name="connsiteX51" fmla="*/ 522722 w 619125"/>
                <a:gd name="connsiteY51" fmla="*/ 231079 h 361950"/>
                <a:gd name="connsiteX52" fmla="*/ 508958 w 619125"/>
                <a:gd name="connsiteY52" fmla="*/ 240013 h 361950"/>
                <a:gd name="connsiteX53" fmla="*/ 501319 w 619125"/>
                <a:gd name="connsiteY53" fmla="*/ 244261 h 361950"/>
                <a:gd name="connsiteX54" fmla="*/ 476440 w 619125"/>
                <a:gd name="connsiteY54" fmla="*/ 255587 h 361950"/>
                <a:gd name="connsiteX55" fmla="*/ 476374 w 619125"/>
                <a:gd name="connsiteY55" fmla="*/ 255587 h 361950"/>
                <a:gd name="connsiteX56" fmla="*/ 458362 w 619125"/>
                <a:gd name="connsiteY56" fmla="*/ 261854 h 361950"/>
                <a:gd name="connsiteX57" fmla="*/ 238334 w 619125"/>
                <a:gd name="connsiteY57" fmla="*/ 261854 h 361950"/>
                <a:gd name="connsiteX58" fmla="*/ 211712 w 619125"/>
                <a:gd name="connsiteY58" fmla="*/ 252101 h 361950"/>
                <a:gd name="connsiteX59" fmla="*/ 211636 w 619125"/>
                <a:gd name="connsiteY59" fmla="*/ 252101 h 361950"/>
                <a:gd name="connsiteX60" fmla="*/ 195234 w 619125"/>
                <a:gd name="connsiteY60" fmla="*/ 244261 h 361950"/>
                <a:gd name="connsiteX61" fmla="*/ 195167 w 619125"/>
                <a:gd name="connsiteY61" fmla="*/ 244261 h 361950"/>
                <a:gd name="connsiteX62" fmla="*/ 189395 w 619125"/>
                <a:gd name="connsiteY62" fmla="*/ 241023 h 361950"/>
                <a:gd name="connsiteX63" fmla="*/ 185099 w 619125"/>
                <a:gd name="connsiteY63" fmla="*/ 238489 h 361950"/>
                <a:gd name="connsiteX64" fmla="*/ 175774 w 619125"/>
                <a:gd name="connsiteY64" fmla="*/ 232469 h 361950"/>
                <a:gd name="connsiteX65" fmla="*/ 171469 w 619125"/>
                <a:gd name="connsiteY65" fmla="*/ 229431 h 361950"/>
                <a:gd name="connsiteX66" fmla="*/ 194138 w 619125"/>
                <a:gd name="connsiteY66" fmla="*/ 8266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19125" h="361950">
                  <a:moveTo>
                    <a:pt x="7144" y="319499"/>
                  </a:moveTo>
                  <a:lnTo>
                    <a:pt x="7144" y="319557"/>
                  </a:lnTo>
                  <a:lnTo>
                    <a:pt x="79572" y="361314"/>
                  </a:lnTo>
                  <a:lnTo>
                    <a:pt x="197358" y="292820"/>
                  </a:lnTo>
                  <a:cubicBezTo>
                    <a:pt x="302485" y="334044"/>
                    <a:pt x="446722" y="327805"/>
                    <a:pt x="539286" y="274027"/>
                  </a:cubicBezTo>
                  <a:cubicBezTo>
                    <a:pt x="590359" y="244338"/>
                    <a:pt x="616391" y="205647"/>
                    <a:pt x="617525" y="166680"/>
                  </a:cubicBezTo>
                  <a:cubicBezTo>
                    <a:pt x="618125" y="148154"/>
                    <a:pt x="612991" y="129571"/>
                    <a:pt x="602228" y="111893"/>
                  </a:cubicBezTo>
                  <a:cubicBezTo>
                    <a:pt x="599418" y="107092"/>
                    <a:pt x="596074" y="102339"/>
                    <a:pt x="592369" y="97719"/>
                  </a:cubicBezTo>
                  <a:cubicBezTo>
                    <a:pt x="590483" y="95405"/>
                    <a:pt x="588540" y="93147"/>
                    <a:pt x="586502" y="90880"/>
                  </a:cubicBezTo>
                  <a:cubicBezTo>
                    <a:pt x="584445" y="88613"/>
                    <a:pt x="582235" y="86346"/>
                    <a:pt x="579968" y="84089"/>
                  </a:cubicBezTo>
                  <a:cubicBezTo>
                    <a:pt x="575443" y="79669"/>
                    <a:pt x="570481" y="75297"/>
                    <a:pt x="565099" y="71049"/>
                  </a:cubicBezTo>
                  <a:cubicBezTo>
                    <a:pt x="562403" y="68944"/>
                    <a:pt x="559594" y="66839"/>
                    <a:pt x="556689" y="64791"/>
                  </a:cubicBezTo>
                  <a:cubicBezTo>
                    <a:pt x="555231" y="63782"/>
                    <a:pt x="553774" y="62743"/>
                    <a:pt x="552269" y="61734"/>
                  </a:cubicBezTo>
                  <a:cubicBezTo>
                    <a:pt x="549250" y="59743"/>
                    <a:pt x="546173" y="57743"/>
                    <a:pt x="543001" y="55800"/>
                  </a:cubicBezTo>
                  <a:cubicBezTo>
                    <a:pt x="541372" y="54828"/>
                    <a:pt x="539705" y="53857"/>
                    <a:pt x="538039" y="52885"/>
                  </a:cubicBezTo>
                  <a:cubicBezTo>
                    <a:pt x="432387" y="-8103"/>
                    <a:pt x="261204" y="-8103"/>
                    <a:pt x="156238" y="52885"/>
                  </a:cubicBezTo>
                  <a:cubicBezTo>
                    <a:pt x="154619" y="53857"/>
                    <a:pt x="153000" y="54771"/>
                    <a:pt x="151438" y="55752"/>
                  </a:cubicBezTo>
                  <a:cubicBezTo>
                    <a:pt x="148580" y="57486"/>
                    <a:pt x="145837" y="59248"/>
                    <a:pt x="143199" y="61039"/>
                  </a:cubicBezTo>
                  <a:cubicBezTo>
                    <a:pt x="135455" y="66201"/>
                    <a:pt x="128378" y="71640"/>
                    <a:pt x="122025" y="77241"/>
                  </a:cubicBezTo>
                  <a:cubicBezTo>
                    <a:pt x="119605" y="79355"/>
                    <a:pt x="117281" y="81508"/>
                    <a:pt x="115119" y="83717"/>
                  </a:cubicBezTo>
                  <a:cubicBezTo>
                    <a:pt x="113062" y="85746"/>
                    <a:pt x="111118" y="87794"/>
                    <a:pt x="109242" y="89861"/>
                  </a:cubicBezTo>
                  <a:cubicBezTo>
                    <a:pt x="108309" y="90880"/>
                    <a:pt x="107404" y="91909"/>
                    <a:pt x="106518" y="92947"/>
                  </a:cubicBezTo>
                  <a:cubicBezTo>
                    <a:pt x="105680" y="93900"/>
                    <a:pt x="104889" y="94871"/>
                    <a:pt x="104098" y="95843"/>
                  </a:cubicBezTo>
                  <a:cubicBezTo>
                    <a:pt x="102194" y="98148"/>
                    <a:pt x="100403" y="100482"/>
                    <a:pt x="98717" y="102844"/>
                  </a:cubicBezTo>
                  <a:cubicBezTo>
                    <a:pt x="98393" y="103301"/>
                    <a:pt x="98041" y="103739"/>
                    <a:pt x="97727" y="104196"/>
                  </a:cubicBezTo>
                  <a:cubicBezTo>
                    <a:pt x="97621" y="104349"/>
                    <a:pt x="97527" y="104501"/>
                    <a:pt x="97441" y="104644"/>
                  </a:cubicBezTo>
                  <a:cubicBezTo>
                    <a:pt x="96460" y="106044"/>
                    <a:pt x="95535" y="107444"/>
                    <a:pt x="94631" y="108873"/>
                  </a:cubicBezTo>
                  <a:cubicBezTo>
                    <a:pt x="94059" y="109769"/>
                    <a:pt x="93536" y="110673"/>
                    <a:pt x="92983" y="111578"/>
                  </a:cubicBezTo>
                  <a:cubicBezTo>
                    <a:pt x="91830" y="113502"/>
                    <a:pt x="90735" y="115445"/>
                    <a:pt x="89716" y="117398"/>
                  </a:cubicBezTo>
                  <a:cubicBezTo>
                    <a:pt x="89049" y="118684"/>
                    <a:pt x="88382" y="119960"/>
                    <a:pt x="87782" y="121236"/>
                  </a:cubicBezTo>
                  <a:cubicBezTo>
                    <a:pt x="87277" y="122303"/>
                    <a:pt x="86792" y="123370"/>
                    <a:pt x="86325" y="124437"/>
                  </a:cubicBezTo>
                  <a:cubicBezTo>
                    <a:pt x="85591" y="126152"/>
                    <a:pt x="84906" y="127856"/>
                    <a:pt x="84258" y="129571"/>
                  </a:cubicBezTo>
                  <a:cubicBezTo>
                    <a:pt x="83905" y="130504"/>
                    <a:pt x="83563" y="131438"/>
                    <a:pt x="83248" y="132390"/>
                  </a:cubicBezTo>
                  <a:cubicBezTo>
                    <a:pt x="82601" y="134295"/>
                    <a:pt x="82010" y="136200"/>
                    <a:pt x="81486" y="138124"/>
                  </a:cubicBezTo>
                  <a:cubicBezTo>
                    <a:pt x="81276" y="138915"/>
                    <a:pt x="81058" y="139715"/>
                    <a:pt x="80867" y="140515"/>
                  </a:cubicBezTo>
                  <a:cubicBezTo>
                    <a:pt x="80286" y="142896"/>
                    <a:pt x="79762" y="145287"/>
                    <a:pt x="79362" y="147678"/>
                  </a:cubicBezTo>
                  <a:cubicBezTo>
                    <a:pt x="79095" y="148916"/>
                    <a:pt x="78934" y="150154"/>
                    <a:pt x="78819" y="151393"/>
                  </a:cubicBezTo>
                  <a:cubicBezTo>
                    <a:pt x="78353" y="154831"/>
                    <a:pt x="78152" y="158270"/>
                    <a:pt x="78152" y="161708"/>
                  </a:cubicBezTo>
                  <a:cubicBezTo>
                    <a:pt x="78152" y="161985"/>
                    <a:pt x="78124" y="162270"/>
                    <a:pt x="78124" y="162556"/>
                  </a:cubicBezTo>
                  <a:lnTo>
                    <a:pt x="78124" y="164499"/>
                  </a:lnTo>
                  <a:cubicBezTo>
                    <a:pt x="78667" y="194769"/>
                    <a:pt x="94279" y="225002"/>
                    <a:pt x="124892" y="251024"/>
                  </a:cubicBezTo>
                  <a:lnTo>
                    <a:pt x="95469" y="268160"/>
                  </a:lnTo>
                  <a:lnTo>
                    <a:pt x="95298" y="268217"/>
                  </a:lnTo>
                  <a:lnTo>
                    <a:pt x="7144" y="319499"/>
                  </a:lnTo>
                  <a:close/>
                  <a:moveTo>
                    <a:pt x="194138" y="82660"/>
                  </a:moveTo>
                  <a:cubicBezTo>
                    <a:pt x="278292" y="38093"/>
                    <a:pt x="415833" y="38036"/>
                    <a:pt x="500482" y="82613"/>
                  </a:cubicBezTo>
                  <a:cubicBezTo>
                    <a:pt x="557460" y="112559"/>
                    <a:pt x="576234" y="155165"/>
                    <a:pt x="556774" y="193474"/>
                  </a:cubicBezTo>
                  <a:cubicBezTo>
                    <a:pt x="556774" y="193474"/>
                    <a:pt x="556774" y="193474"/>
                    <a:pt x="556698" y="193541"/>
                  </a:cubicBezTo>
                  <a:cubicBezTo>
                    <a:pt x="556222" y="194684"/>
                    <a:pt x="555584" y="195808"/>
                    <a:pt x="554907" y="196951"/>
                  </a:cubicBezTo>
                  <a:cubicBezTo>
                    <a:pt x="551012" y="203866"/>
                    <a:pt x="545716" y="210638"/>
                    <a:pt x="539258" y="217153"/>
                  </a:cubicBezTo>
                  <a:cubicBezTo>
                    <a:pt x="537733" y="218677"/>
                    <a:pt x="536143" y="220134"/>
                    <a:pt x="534533" y="221582"/>
                  </a:cubicBezTo>
                  <a:cubicBezTo>
                    <a:pt x="530914" y="224821"/>
                    <a:pt x="526961" y="227993"/>
                    <a:pt x="522722" y="231079"/>
                  </a:cubicBezTo>
                  <a:cubicBezTo>
                    <a:pt x="518483" y="234117"/>
                    <a:pt x="513826" y="237099"/>
                    <a:pt x="508958" y="240013"/>
                  </a:cubicBezTo>
                  <a:cubicBezTo>
                    <a:pt x="506453" y="241471"/>
                    <a:pt x="503958" y="242871"/>
                    <a:pt x="501319" y="244261"/>
                  </a:cubicBezTo>
                  <a:cubicBezTo>
                    <a:pt x="493471" y="248433"/>
                    <a:pt x="485127" y="252167"/>
                    <a:pt x="476440" y="255587"/>
                  </a:cubicBezTo>
                  <a:cubicBezTo>
                    <a:pt x="476374" y="255587"/>
                    <a:pt x="476374" y="255587"/>
                    <a:pt x="476374" y="255587"/>
                  </a:cubicBezTo>
                  <a:cubicBezTo>
                    <a:pt x="470535" y="257863"/>
                    <a:pt x="464553" y="259949"/>
                    <a:pt x="458362" y="261854"/>
                  </a:cubicBezTo>
                  <a:cubicBezTo>
                    <a:pt x="390877" y="282933"/>
                    <a:pt x="306095" y="282933"/>
                    <a:pt x="238334" y="261854"/>
                  </a:cubicBezTo>
                  <a:cubicBezTo>
                    <a:pt x="229076" y="259006"/>
                    <a:pt x="220189" y="255768"/>
                    <a:pt x="211712" y="252101"/>
                  </a:cubicBezTo>
                  <a:lnTo>
                    <a:pt x="211636" y="252101"/>
                  </a:lnTo>
                  <a:cubicBezTo>
                    <a:pt x="206007" y="249634"/>
                    <a:pt x="200530" y="247033"/>
                    <a:pt x="195234" y="244261"/>
                  </a:cubicBezTo>
                  <a:lnTo>
                    <a:pt x="195167" y="244261"/>
                  </a:lnTo>
                  <a:cubicBezTo>
                    <a:pt x="193214" y="243242"/>
                    <a:pt x="191271" y="242166"/>
                    <a:pt x="189395" y="241023"/>
                  </a:cubicBezTo>
                  <a:cubicBezTo>
                    <a:pt x="187937" y="240270"/>
                    <a:pt x="186480" y="239442"/>
                    <a:pt x="185099" y="238489"/>
                  </a:cubicBezTo>
                  <a:cubicBezTo>
                    <a:pt x="181832" y="236651"/>
                    <a:pt x="178698" y="234632"/>
                    <a:pt x="175774" y="232469"/>
                  </a:cubicBezTo>
                  <a:cubicBezTo>
                    <a:pt x="174317" y="231517"/>
                    <a:pt x="172850" y="230507"/>
                    <a:pt x="171469" y="229431"/>
                  </a:cubicBezTo>
                  <a:cubicBezTo>
                    <a:pt x="111280" y="184911"/>
                    <a:pt x="118786" y="122618"/>
                    <a:pt x="194138" y="82660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69A1670-EDE5-4E4E-A8AE-5238737A9F44}"/>
                </a:ext>
              </a:extLst>
            </p:cNvPr>
            <p:cNvSpPr/>
            <p:nvPr/>
          </p:nvSpPr>
          <p:spPr>
            <a:xfrm>
              <a:off x="6951203" y="5919620"/>
              <a:ext cx="9525" cy="9525"/>
            </a:xfrm>
            <a:custGeom>
              <a:avLst/>
              <a:gdLst>
                <a:gd name="connsiteX0" fmla="*/ 7144 w 9525"/>
                <a:gd name="connsiteY0" fmla="*/ 7326 h 9525"/>
                <a:gd name="connsiteX1" fmla="*/ 10802 w 9525"/>
                <a:gd name="connsiteY1" fmla="*/ 7174 h 9525"/>
                <a:gd name="connsiteX2" fmla="*/ 10696 w 9525"/>
                <a:gd name="connsiteY2" fmla="*/ 7174 h 9525"/>
                <a:gd name="connsiteX3" fmla="*/ 7144 w 9525"/>
                <a:gd name="connsiteY3" fmla="*/ 732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7144" y="7326"/>
                  </a:moveTo>
                  <a:cubicBezTo>
                    <a:pt x="8392" y="7307"/>
                    <a:pt x="9516" y="7059"/>
                    <a:pt x="10802" y="7174"/>
                  </a:cubicBezTo>
                  <a:cubicBezTo>
                    <a:pt x="10744" y="7174"/>
                    <a:pt x="10696" y="7174"/>
                    <a:pt x="10696" y="7174"/>
                  </a:cubicBezTo>
                  <a:cubicBezTo>
                    <a:pt x="9401" y="7059"/>
                    <a:pt x="8325" y="7307"/>
                    <a:pt x="7144" y="7326"/>
                  </a:cubicBezTo>
                  <a:close/>
                </a:path>
              </a:pathLst>
            </a:custGeom>
            <a:solidFill>
              <a:srgbClr val="AA38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3DFE79D-9B41-482F-B314-271F2A41485F}"/>
                </a:ext>
              </a:extLst>
            </p:cNvPr>
            <p:cNvSpPr/>
            <p:nvPr/>
          </p:nvSpPr>
          <p:spPr>
            <a:xfrm>
              <a:off x="6945259" y="5920117"/>
              <a:ext cx="9525" cy="9525"/>
            </a:xfrm>
            <a:custGeom>
              <a:avLst/>
              <a:gdLst>
                <a:gd name="connsiteX0" fmla="*/ 7144 w 9525"/>
                <a:gd name="connsiteY0" fmla="*/ 7391 h 9525"/>
                <a:gd name="connsiteX1" fmla="*/ 7915 w 9525"/>
                <a:gd name="connsiteY1" fmla="*/ 7144 h 9525"/>
                <a:gd name="connsiteX2" fmla="*/ 7763 w 9525"/>
                <a:gd name="connsiteY2" fmla="*/ 7153 h 9525"/>
                <a:gd name="connsiteX3" fmla="*/ 7144 w 9525"/>
                <a:gd name="connsiteY3" fmla="*/ 73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7144" y="7391"/>
                  </a:moveTo>
                  <a:cubicBezTo>
                    <a:pt x="7401" y="7306"/>
                    <a:pt x="7648" y="7191"/>
                    <a:pt x="7915" y="7144"/>
                  </a:cubicBezTo>
                  <a:cubicBezTo>
                    <a:pt x="7839" y="7144"/>
                    <a:pt x="7763" y="7153"/>
                    <a:pt x="7763" y="7153"/>
                  </a:cubicBezTo>
                  <a:cubicBezTo>
                    <a:pt x="7534" y="7201"/>
                    <a:pt x="7353" y="7315"/>
                    <a:pt x="7144" y="7391"/>
                  </a:cubicBezTo>
                  <a:close/>
                </a:path>
              </a:pathLst>
            </a:custGeom>
            <a:solidFill>
              <a:srgbClr val="AA38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E988C71-979D-4674-810B-EFD324F4013C}"/>
                </a:ext>
              </a:extLst>
            </p:cNvPr>
            <p:cNvSpPr/>
            <p:nvPr/>
          </p:nvSpPr>
          <p:spPr>
            <a:xfrm>
              <a:off x="6961290" y="5921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944 w 9525"/>
                <a:gd name="connsiteY1" fmla="*/ 7791 h 9525"/>
                <a:gd name="connsiteX2" fmla="*/ 9896 w 9525"/>
                <a:gd name="connsiteY2" fmla="*/ 7753 h 9525"/>
                <a:gd name="connsiteX3" fmla="*/ 7144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391"/>
                    <a:pt x="8963" y="7448"/>
                    <a:pt x="9944" y="7791"/>
                  </a:cubicBezTo>
                  <a:cubicBezTo>
                    <a:pt x="9916" y="7772"/>
                    <a:pt x="9896" y="7753"/>
                    <a:pt x="9896" y="7753"/>
                  </a:cubicBezTo>
                  <a:cubicBezTo>
                    <a:pt x="8925" y="7448"/>
                    <a:pt x="8068" y="7391"/>
                    <a:pt x="7144" y="7144"/>
                  </a:cubicBezTo>
                  <a:close/>
                </a:path>
              </a:pathLst>
            </a:custGeom>
            <a:solidFill>
              <a:srgbClr val="AA38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09405D4-DF54-4CD0-B028-952A7C9161F4}"/>
                </a:ext>
              </a:extLst>
            </p:cNvPr>
            <p:cNvSpPr/>
            <p:nvPr/>
          </p:nvSpPr>
          <p:spPr>
            <a:xfrm>
              <a:off x="6942668" y="5920365"/>
              <a:ext cx="9525" cy="9525"/>
            </a:xfrm>
            <a:custGeom>
              <a:avLst/>
              <a:gdLst>
                <a:gd name="connsiteX0" fmla="*/ 9735 w 9525"/>
                <a:gd name="connsiteY0" fmla="*/ 7144 h 9525"/>
                <a:gd name="connsiteX1" fmla="*/ 7144 w 9525"/>
                <a:gd name="connsiteY1" fmla="*/ 8125 h 9525"/>
                <a:gd name="connsiteX2" fmla="*/ 97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735" y="7144"/>
                  </a:moveTo>
                  <a:cubicBezTo>
                    <a:pt x="8849" y="7429"/>
                    <a:pt x="8020" y="7811"/>
                    <a:pt x="7144" y="8125"/>
                  </a:cubicBezTo>
                  <a:cubicBezTo>
                    <a:pt x="7991" y="7811"/>
                    <a:pt x="8840" y="7429"/>
                    <a:pt x="9735" y="7144"/>
                  </a:cubicBezTo>
                  <a:close/>
                </a:path>
              </a:pathLst>
            </a:custGeom>
            <a:solidFill>
              <a:srgbClr val="AA38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BC57E93-F71E-468A-AA2C-09DDE2446680}"/>
                </a:ext>
              </a:extLst>
            </p:cNvPr>
            <p:cNvSpPr/>
            <p:nvPr/>
          </p:nvSpPr>
          <p:spPr>
            <a:xfrm>
              <a:off x="6938258" y="5785386"/>
              <a:ext cx="323850" cy="276225"/>
            </a:xfrm>
            <a:custGeom>
              <a:avLst/>
              <a:gdLst>
                <a:gd name="connsiteX0" fmla="*/ 324688 w 323850"/>
                <a:gd name="connsiteY0" fmla="*/ 91955 h 276225"/>
                <a:gd name="connsiteX1" fmla="*/ 324412 w 323850"/>
                <a:gd name="connsiteY1" fmla="*/ 90097 h 276225"/>
                <a:gd name="connsiteX2" fmla="*/ 324145 w 323850"/>
                <a:gd name="connsiteY2" fmla="*/ 88345 h 276225"/>
                <a:gd name="connsiteX3" fmla="*/ 322974 w 323850"/>
                <a:gd name="connsiteY3" fmla="*/ 82953 h 276225"/>
                <a:gd name="connsiteX4" fmla="*/ 321659 w 323850"/>
                <a:gd name="connsiteY4" fmla="*/ 78143 h 276225"/>
                <a:gd name="connsiteX5" fmla="*/ 320240 w 323850"/>
                <a:gd name="connsiteY5" fmla="*/ 73771 h 276225"/>
                <a:gd name="connsiteX6" fmla="*/ 318697 w 323850"/>
                <a:gd name="connsiteY6" fmla="*/ 69580 h 276225"/>
                <a:gd name="connsiteX7" fmla="*/ 317059 w 323850"/>
                <a:gd name="connsiteY7" fmla="*/ 65570 h 276225"/>
                <a:gd name="connsiteX8" fmla="*/ 315278 w 323850"/>
                <a:gd name="connsiteY8" fmla="*/ 61646 h 276225"/>
                <a:gd name="connsiteX9" fmla="*/ 313373 w 323850"/>
                <a:gd name="connsiteY9" fmla="*/ 57817 h 276225"/>
                <a:gd name="connsiteX10" fmla="*/ 311315 w 323850"/>
                <a:gd name="connsiteY10" fmla="*/ 54026 h 276225"/>
                <a:gd name="connsiteX11" fmla="*/ 310753 w 323850"/>
                <a:gd name="connsiteY11" fmla="*/ 53083 h 276225"/>
                <a:gd name="connsiteX12" fmla="*/ 310392 w 323850"/>
                <a:gd name="connsiteY12" fmla="*/ 52454 h 276225"/>
                <a:gd name="connsiteX13" fmla="*/ 309067 w 323850"/>
                <a:gd name="connsiteY13" fmla="*/ 50216 h 276225"/>
                <a:gd name="connsiteX14" fmla="*/ 306629 w 323850"/>
                <a:gd name="connsiteY14" fmla="*/ 46358 h 276225"/>
                <a:gd name="connsiteX15" fmla="*/ 303924 w 323850"/>
                <a:gd name="connsiteY15" fmla="*/ 42406 h 276225"/>
                <a:gd name="connsiteX16" fmla="*/ 303105 w 323850"/>
                <a:gd name="connsiteY16" fmla="*/ 41310 h 276225"/>
                <a:gd name="connsiteX17" fmla="*/ 302809 w 323850"/>
                <a:gd name="connsiteY17" fmla="*/ 40920 h 276225"/>
                <a:gd name="connsiteX18" fmla="*/ 300847 w 323850"/>
                <a:gd name="connsiteY18" fmla="*/ 38300 h 276225"/>
                <a:gd name="connsiteX19" fmla="*/ 297142 w 323850"/>
                <a:gd name="connsiteY19" fmla="*/ 33804 h 276225"/>
                <a:gd name="connsiteX20" fmla="*/ 294799 w 323850"/>
                <a:gd name="connsiteY20" fmla="*/ 31280 h 276225"/>
                <a:gd name="connsiteX21" fmla="*/ 293684 w 323850"/>
                <a:gd name="connsiteY21" fmla="*/ 30071 h 276225"/>
                <a:gd name="connsiteX22" fmla="*/ 292208 w 323850"/>
                <a:gd name="connsiteY22" fmla="*/ 28490 h 276225"/>
                <a:gd name="connsiteX23" fmla="*/ 286979 w 323850"/>
                <a:gd name="connsiteY23" fmla="*/ 23803 h 276225"/>
                <a:gd name="connsiteX24" fmla="*/ 284007 w 323850"/>
                <a:gd name="connsiteY24" fmla="*/ 21146 h 276225"/>
                <a:gd name="connsiteX25" fmla="*/ 274044 w 323850"/>
                <a:gd name="connsiteY25" fmla="*/ 14231 h 276225"/>
                <a:gd name="connsiteX26" fmla="*/ 267101 w 323850"/>
                <a:gd name="connsiteY26" fmla="*/ 10763 h 276225"/>
                <a:gd name="connsiteX27" fmla="*/ 264319 w 323850"/>
                <a:gd name="connsiteY27" fmla="*/ 9763 h 276225"/>
                <a:gd name="connsiteX28" fmla="*/ 263071 w 323850"/>
                <a:gd name="connsiteY28" fmla="*/ 9297 h 276225"/>
                <a:gd name="connsiteX29" fmla="*/ 261661 w 323850"/>
                <a:gd name="connsiteY29" fmla="*/ 8792 h 276225"/>
                <a:gd name="connsiteX30" fmla="*/ 257556 w 323850"/>
                <a:gd name="connsiteY30" fmla="*/ 7801 h 276225"/>
                <a:gd name="connsiteX31" fmla="*/ 254051 w 323850"/>
                <a:gd name="connsiteY31" fmla="*/ 7306 h 276225"/>
                <a:gd name="connsiteX32" fmla="*/ 253861 w 323850"/>
                <a:gd name="connsiteY32" fmla="*/ 7296 h 276225"/>
                <a:gd name="connsiteX33" fmla="*/ 253698 w 323850"/>
                <a:gd name="connsiteY33" fmla="*/ 7287 h 276225"/>
                <a:gd name="connsiteX34" fmla="*/ 250936 w 323850"/>
                <a:gd name="connsiteY34" fmla="*/ 7144 h 276225"/>
                <a:gd name="connsiteX35" fmla="*/ 248079 w 323850"/>
                <a:gd name="connsiteY35" fmla="*/ 7287 h 276225"/>
                <a:gd name="connsiteX36" fmla="*/ 245383 w 323850"/>
                <a:gd name="connsiteY36" fmla="*/ 7639 h 276225"/>
                <a:gd name="connsiteX37" fmla="*/ 245021 w 323850"/>
                <a:gd name="connsiteY37" fmla="*/ 7725 h 276225"/>
                <a:gd name="connsiteX38" fmla="*/ 244869 w 323850"/>
                <a:gd name="connsiteY38" fmla="*/ 7772 h 276225"/>
                <a:gd name="connsiteX39" fmla="*/ 242859 w 323850"/>
                <a:gd name="connsiteY39" fmla="*/ 8258 h 276225"/>
                <a:gd name="connsiteX40" fmla="*/ 240468 w 323850"/>
                <a:gd name="connsiteY40" fmla="*/ 9077 h 276225"/>
                <a:gd name="connsiteX41" fmla="*/ 238163 w 323850"/>
                <a:gd name="connsiteY41" fmla="*/ 10144 h 276225"/>
                <a:gd name="connsiteX42" fmla="*/ 237249 w 323850"/>
                <a:gd name="connsiteY42" fmla="*/ 10668 h 276225"/>
                <a:gd name="connsiteX43" fmla="*/ 7144 w 323850"/>
                <a:gd name="connsiteY43" fmla="*/ 144351 h 276225"/>
                <a:gd name="connsiteX44" fmla="*/ 14726 w 323850"/>
                <a:gd name="connsiteY44" fmla="*/ 141484 h 276225"/>
                <a:gd name="connsiteX45" fmla="*/ 14936 w 323850"/>
                <a:gd name="connsiteY45" fmla="*/ 141437 h 276225"/>
                <a:gd name="connsiteX46" fmla="*/ 23556 w 323850"/>
                <a:gd name="connsiteY46" fmla="*/ 140980 h 276225"/>
                <a:gd name="connsiteX47" fmla="*/ 23765 w 323850"/>
                <a:gd name="connsiteY47" fmla="*/ 140999 h 276225"/>
                <a:gd name="connsiteX48" fmla="*/ 32881 w 323850"/>
                <a:gd name="connsiteY48" fmla="*/ 142990 h 276225"/>
                <a:gd name="connsiteX49" fmla="*/ 34223 w 323850"/>
                <a:gd name="connsiteY49" fmla="*/ 143466 h 276225"/>
                <a:gd name="connsiteX50" fmla="*/ 43939 w 323850"/>
                <a:gd name="connsiteY50" fmla="*/ 147942 h 276225"/>
                <a:gd name="connsiteX51" fmla="*/ 53883 w 323850"/>
                <a:gd name="connsiteY51" fmla="*/ 154829 h 276225"/>
                <a:gd name="connsiteX52" fmla="*/ 56950 w 323850"/>
                <a:gd name="connsiteY52" fmla="*/ 157601 h 276225"/>
                <a:gd name="connsiteX53" fmla="*/ 63541 w 323850"/>
                <a:gd name="connsiteY53" fmla="*/ 163754 h 276225"/>
                <a:gd name="connsiteX54" fmla="*/ 64694 w 323850"/>
                <a:gd name="connsiteY54" fmla="*/ 164992 h 276225"/>
                <a:gd name="connsiteX55" fmla="*/ 72676 w 323850"/>
                <a:gd name="connsiteY55" fmla="*/ 174612 h 276225"/>
                <a:gd name="connsiteX56" fmla="*/ 72981 w 323850"/>
                <a:gd name="connsiteY56" fmla="*/ 175022 h 276225"/>
                <a:gd name="connsiteX57" fmla="*/ 80277 w 323850"/>
                <a:gd name="connsiteY57" fmla="*/ 186185 h 276225"/>
                <a:gd name="connsiteX58" fmla="*/ 80639 w 323850"/>
                <a:gd name="connsiteY58" fmla="*/ 186804 h 276225"/>
                <a:gd name="connsiteX59" fmla="*/ 94298 w 323850"/>
                <a:gd name="connsiteY59" fmla="*/ 223914 h 276225"/>
                <a:gd name="connsiteX60" fmla="*/ 94555 w 323850"/>
                <a:gd name="connsiteY60" fmla="*/ 225581 h 276225"/>
                <a:gd name="connsiteX61" fmla="*/ 95488 w 323850"/>
                <a:gd name="connsiteY61" fmla="*/ 237230 h 276225"/>
                <a:gd name="connsiteX62" fmla="*/ 80401 w 323850"/>
                <a:gd name="connsiteY62" fmla="*/ 270443 h 276225"/>
                <a:gd name="connsiteX63" fmla="*/ 310515 w 323850"/>
                <a:gd name="connsiteY63" fmla="*/ 136693 h 276225"/>
                <a:gd name="connsiteX64" fmla="*/ 325603 w 323850"/>
                <a:gd name="connsiteY64" fmla="*/ 103527 h 276225"/>
                <a:gd name="connsiteX65" fmla="*/ 325164 w 323850"/>
                <a:gd name="connsiteY65" fmla="*/ 95241 h 276225"/>
                <a:gd name="connsiteX66" fmla="*/ 324688 w 323850"/>
                <a:gd name="connsiteY66" fmla="*/ 91955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23850" h="276225">
                  <a:moveTo>
                    <a:pt x="324688" y="91955"/>
                  </a:moveTo>
                  <a:cubicBezTo>
                    <a:pt x="324584" y="91335"/>
                    <a:pt x="324498" y="90716"/>
                    <a:pt x="324412" y="90097"/>
                  </a:cubicBezTo>
                  <a:cubicBezTo>
                    <a:pt x="324298" y="89506"/>
                    <a:pt x="324251" y="88935"/>
                    <a:pt x="324145" y="88345"/>
                  </a:cubicBezTo>
                  <a:cubicBezTo>
                    <a:pt x="323822" y="86563"/>
                    <a:pt x="323431" y="84754"/>
                    <a:pt x="322974" y="82953"/>
                  </a:cubicBezTo>
                  <a:cubicBezTo>
                    <a:pt x="322583" y="81344"/>
                    <a:pt x="322136" y="79772"/>
                    <a:pt x="321659" y="78143"/>
                  </a:cubicBezTo>
                  <a:cubicBezTo>
                    <a:pt x="321221" y="76695"/>
                    <a:pt x="320745" y="75210"/>
                    <a:pt x="320240" y="73771"/>
                  </a:cubicBezTo>
                  <a:cubicBezTo>
                    <a:pt x="319754" y="72362"/>
                    <a:pt x="319250" y="70981"/>
                    <a:pt x="318697" y="69580"/>
                  </a:cubicBezTo>
                  <a:cubicBezTo>
                    <a:pt x="318174" y="68266"/>
                    <a:pt x="317631" y="66894"/>
                    <a:pt x="317059" y="65570"/>
                  </a:cubicBezTo>
                  <a:cubicBezTo>
                    <a:pt x="316488" y="64246"/>
                    <a:pt x="315897" y="62951"/>
                    <a:pt x="315278" y="61646"/>
                  </a:cubicBezTo>
                  <a:cubicBezTo>
                    <a:pt x="314678" y="60389"/>
                    <a:pt x="314020" y="59093"/>
                    <a:pt x="313373" y="57817"/>
                  </a:cubicBezTo>
                  <a:cubicBezTo>
                    <a:pt x="312706" y="56540"/>
                    <a:pt x="312020" y="55283"/>
                    <a:pt x="311315" y="54026"/>
                  </a:cubicBezTo>
                  <a:cubicBezTo>
                    <a:pt x="311135" y="53693"/>
                    <a:pt x="310944" y="53407"/>
                    <a:pt x="310753" y="53083"/>
                  </a:cubicBezTo>
                  <a:cubicBezTo>
                    <a:pt x="310629" y="52874"/>
                    <a:pt x="310515" y="52664"/>
                    <a:pt x="310392" y="52454"/>
                  </a:cubicBezTo>
                  <a:cubicBezTo>
                    <a:pt x="309953" y="51711"/>
                    <a:pt x="309525" y="50940"/>
                    <a:pt x="309067" y="50216"/>
                  </a:cubicBezTo>
                  <a:cubicBezTo>
                    <a:pt x="308286" y="48911"/>
                    <a:pt x="307467" y="47625"/>
                    <a:pt x="306629" y="46358"/>
                  </a:cubicBezTo>
                  <a:cubicBezTo>
                    <a:pt x="305753" y="45015"/>
                    <a:pt x="304838" y="43710"/>
                    <a:pt x="303924" y="42406"/>
                  </a:cubicBezTo>
                  <a:cubicBezTo>
                    <a:pt x="303667" y="42043"/>
                    <a:pt x="303372" y="41681"/>
                    <a:pt x="303105" y="41310"/>
                  </a:cubicBezTo>
                  <a:cubicBezTo>
                    <a:pt x="303009" y="41177"/>
                    <a:pt x="302905" y="41043"/>
                    <a:pt x="302809" y="40920"/>
                  </a:cubicBezTo>
                  <a:cubicBezTo>
                    <a:pt x="302153" y="40043"/>
                    <a:pt x="301505" y="39148"/>
                    <a:pt x="300847" y="38300"/>
                  </a:cubicBezTo>
                  <a:cubicBezTo>
                    <a:pt x="299647" y="36767"/>
                    <a:pt x="298409" y="35262"/>
                    <a:pt x="297142" y="33804"/>
                  </a:cubicBezTo>
                  <a:cubicBezTo>
                    <a:pt x="296380" y="32919"/>
                    <a:pt x="295570" y="32109"/>
                    <a:pt x="294799" y="31280"/>
                  </a:cubicBezTo>
                  <a:cubicBezTo>
                    <a:pt x="294427" y="30871"/>
                    <a:pt x="294056" y="30461"/>
                    <a:pt x="293684" y="30071"/>
                  </a:cubicBezTo>
                  <a:cubicBezTo>
                    <a:pt x="293180" y="29547"/>
                    <a:pt x="292704" y="28994"/>
                    <a:pt x="292208" y="28490"/>
                  </a:cubicBezTo>
                  <a:cubicBezTo>
                    <a:pt x="290522" y="26775"/>
                    <a:pt x="288732" y="25337"/>
                    <a:pt x="286979" y="23803"/>
                  </a:cubicBezTo>
                  <a:cubicBezTo>
                    <a:pt x="285988" y="22936"/>
                    <a:pt x="285036" y="21974"/>
                    <a:pt x="284007" y="21146"/>
                  </a:cubicBezTo>
                  <a:cubicBezTo>
                    <a:pt x="280788" y="18564"/>
                    <a:pt x="277463" y="16212"/>
                    <a:pt x="274044" y="14231"/>
                  </a:cubicBezTo>
                  <a:cubicBezTo>
                    <a:pt x="271692" y="12878"/>
                    <a:pt x="269367" y="11716"/>
                    <a:pt x="267101" y="10763"/>
                  </a:cubicBezTo>
                  <a:cubicBezTo>
                    <a:pt x="266158" y="10363"/>
                    <a:pt x="265262" y="10097"/>
                    <a:pt x="264319" y="9763"/>
                  </a:cubicBezTo>
                  <a:cubicBezTo>
                    <a:pt x="263900" y="9611"/>
                    <a:pt x="263490" y="9449"/>
                    <a:pt x="263071" y="9297"/>
                  </a:cubicBezTo>
                  <a:cubicBezTo>
                    <a:pt x="262604" y="9144"/>
                    <a:pt x="262119" y="8925"/>
                    <a:pt x="261661" y="8792"/>
                  </a:cubicBezTo>
                  <a:cubicBezTo>
                    <a:pt x="260271" y="8392"/>
                    <a:pt x="258909" y="8068"/>
                    <a:pt x="257556" y="7801"/>
                  </a:cubicBezTo>
                  <a:cubicBezTo>
                    <a:pt x="256356" y="7563"/>
                    <a:pt x="255204" y="7420"/>
                    <a:pt x="254051" y="7306"/>
                  </a:cubicBezTo>
                  <a:cubicBezTo>
                    <a:pt x="253994" y="7306"/>
                    <a:pt x="253927" y="7306"/>
                    <a:pt x="253861" y="7296"/>
                  </a:cubicBezTo>
                  <a:cubicBezTo>
                    <a:pt x="253803" y="7287"/>
                    <a:pt x="253756" y="7287"/>
                    <a:pt x="253698" y="7287"/>
                  </a:cubicBezTo>
                  <a:cubicBezTo>
                    <a:pt x="252765" y="7201"/>
                    <a:pt x="251841" y="7144"/>
                    <a:pt x="250936" y="7144"/>
                  </a:cubicBezTo>
                  <a:cubicBezTo>
                    <a:pt x="249955" y="7144"/>
                    <a:pt x="249012" y="7173"/>
                    <a:pt x="248079" y="7287"/>
                  </a:cubicBezTo>
                  <a:cubicBezTo>
                    <a:pt x="247145" y="7353"/>
                    <a:pt x="246269" y="7487"/>
                    <a:pt x="245383" y="7639"/>
                  </a:cubicBezTo>
                  <a:cubicBezTo>
                    <a:pt x="245259" y="7668"/>
                    <a:pt x="245145" y="7706"/>
                    <a:pt x="245021" y="7725"/>
                  </a:cubicBezTo>
                  <a:cubicBezTo>
                    <a:pt x="245021" y="7725"/>
                    <a:pt x="244916" y="7763"/>
                    <a:pt x="244869" y="7772"/>
                  </a:cubicBezTo>
                  <a:cubicBezTo>
                    <a:pt x="244193" y="7906"/>
                    <a:pt x="243507" y="8039"/>
                    <a:pt x="242859" y="8258"/>
                  </a:cubicBezTo>
                  <a:cubicBezTo>
                    <a:pt x="242050" y="8477"/>
                    <a:pt x="241259" y="8754"/>
                    <a:pt x="240468" y="9077"/>
                  </a:cubicBezTo>
                  <a:cubicBezTo>
                    <a:pt x="239678" y="9382"/>
                    <a:pt x="238916" y="9735"/>
                    <a:pt x="238163" y="10144"/>
                  </a:cubicBezTo>
                  <a:cubicBezTo>
                    <a:pt x="237859" y="10306"/>
                    <a:pt x="237563" y="10468"/>
                    <a:pt x="237249" y="10668"/>
                  </a:cubicBezTo>
                  <a:lnTo>
                    <a:pt x="7144" y="144351"/>
                  </a:lnTo>
                  <a:cubicBezTo>
                    <a:pt x="9459" y="143018"/>
                    <a:pt x="12002" y="142056"/>
                    <a:pt x="14726" y="141484"/>
                  </a:cubicBezTo>
                  <a:cubicBezTo>
                    <a:pt x="14802" y="141466"/>
                    <a:pt x="14878" y="141446"/>
                    <a:pt x="14936" y="141437"/>
                  </a:cubicBezTo>
                  <a:cubicBezTo>
                    <a:pt x="17631" y="140884"/>
                    <a:pt x="20527" y="140741"/>
                    <a:pt x="23556" y="140980"/>
                  </a:cubicBezTo>
                  <a:cubicBezTo>
                    <a:pt x="23622" y="140989"/>
                    <a:pt x="23699" y="140989"/>
                    <a:pt x="23765" y="140999"/>
                  </a:cubicBezTo>
                  <a:cubicBezTo>
                    <a:pt x="26670" y="141256"/>
                    <a:pt x="29728" y="141970"/>
                    <a:pt x="32881" y="142990"/>
                  </a:cubicBezTo>
                  <a:cubicBezTo>
                    <a:pt x="33328" y="143123"/>
                    <a:pt x="33776" y="143294"/>
                    <a:pt x="34223" y="143466"/>
                  </a:cubicBezTo>
                  <a:cubicBezTo>
                    <a:pt x="37376" y="144590"/>
                    <a:pt x="40615" y="146018"/>
                    <a:pt x="43939" y="147942"/>
                  </a:cubicBezTo>
                  <a:cubicBezTo>
                    <a:pt x="47340" y="149914"/>
                    <a:pt x="50654" y="152248"/>
                    <a:pt x="53883" y="154829"/>
                  </a:cubicBezTo>
                  <a:cubicBezTo>
                    <a:pt x="54931" y="155677"/>
                    <a:pt x="55922" y="156677"/>
                    <a:pt x="56950" y="157601"/>
                  </a:cubicBezTo>
                  <a:cubicBezTo>
                    <a:pt x="59198" y="159553"/>
                    <a:pt x="61436" y="161525"/>
                    <a:pt x="63541" y="163754"/>
                  </a:cubicBezTo>
                  <a:cubicBezTo>
                    <a:pt x="63932" y="164154"/>
                    <a:pt x="64313" y="164583"/>
                    <a:pt x="64694" y="164992"/>
                  </a:cubicBezTo>
                  <a:cubicBezTo>
                    <a:pt x="67494" y="168021"/>
                    <a:pt x="70161" y="171231"/>
                    <a:pt x="72676" y="174612"/>
                  </a:cubicBezTo>
                  <a:cubicBezTo>
                    <a:pt x="72781" y="174765"/>
                    <a:pt x="72886" y="174879"/>
                    <a:pt x="72981" y="175022"/>
                  </a:cubicBezTo>
                  <a:cubicBezTo>
                    <a:pt x="75600" y="178603"/>
                    <a:pt x="78029" y="182337"/>
                    <a:pt x="80277" y="186185"/>
                  </a:cubicBezTo>
                  <a:cubicBezTo>
                    <a:pt x="80401" y="186385"/>
                    <a:pt x="80515" y="186595"/>
                    <a:pt x="80639" y="186804"/>
                  </a:cubicBezTo>
                  <a:cubicBezTo>
                    <a:pt x="87411" y="198606"/>
                    <a:pt x="92221" y="211465"/>
                    <a:pt x="94298" y="223914"/>
                  </a:cubicBezTo>
                  <a:cubicBezTo>
                    <a:pt x="94402" y="224476"/>
                    <a:pt x="94469" y="225019"/>
                    <a:pt x="94555" y="225581"/>
                  </a:cubicBezTo>
                  <a:cubicBezTo>
                    <a:pt x="95136" y="229524"/>
                    <a:pt x="95498" y="233429"/>
                    <a:pt x="95488" y="237230"/>
                  </a:cubicBezTo>
                  <a:cubicBezTo>
                    <a:pt x="95441" y="253556"/>
                    <a:pt x="89707" y="265024"/>
                    <a:pt x="80401" y="270443"/>
                  </a:cubicBezTo>
                  <a:lnTo>
                    <a:pt x="310515" y="136693"/>
                  </a:lnTo>
                  <a:cubicBezTo>
                    <a:pt x="319802" y="131321"/>
                    <a:pt x="325555" y="119815"/>
                    <a:pt x="325603" y="103527"/>
                  </a:cubicBezTo>
                  <a:cubicBezTo>
                    <a:pt x="325622" y="100794"/>
                    <a:pt x="325470" y="98041"/>
                    <a:pt x="325164" y="95241"/>
                  </a:cubicBezTo>
                  <a:cubicBezTo>
                    <a:pt x="325051" y="94145"/>
                    <a:pt x="324841" y="93040"/>
                    <a:pt x="324688" y="91955"/>
                  </a:cubicBezTo>
                  <a:close/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EA2A7B6-A69D-4382-A8D4-ABD833AC3C46}"/>
                </a:ext>
              </a:extLst>
            </p:cNvPr>
            <p:cNvSpPr/>
            <p:nvPr/>
          </p:nvSpPr>
          <p:spPr>
            <a:xfrm>
              <a:off x="6923170" y="5919109"/>
              <a:ext cx="114300" cy="142875"/>
            </a:xfrm>
            <a:custGeom>
              <a:avLst/>
              <a:gdLst>
                <a:gd name="connsiteX0" fmla="*/ 59027 w 114300"/>
                <a:gd name="connsiteY0" fmla="*/ 14219 h 142875"/>
                <a:gd name="connsiteX1" fmla="*/ 7144 w 114300"/>
                <a:gd name="connsiteY1" fmla="*/ 43784 h 142875"/>
                <a:gd name="connsiteX2" fmla="*/ 58684 w 114300"/>
                <a:gd name="connsiteY2" fmla="*/ 133072 h 142875"/>
                <a:gd name="connsiteX3" fmla="*/ 110576 w 114300"/>
                <a:gd name="connsiteY3" fmla="*/ 103506 h 142875"/>
                <a:gd name="connsiteX4" fmla="*/ 59027 w 114300"/>
                <a:gd name="connsiteY4" fmla="*/ 1421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59027" y="14219"/>
                  </a:moveTo>
                  <a:cubicBezTo>
                    <a:pt x="30509" y="-2250"/>
                    <a:pt x="7230" y="11018"/>
                    <a:pt x="7144" y="43784"/>
                  </a:cubicBezTo>
                  <a:cubicBezTo>
                    <a:pt x="7039" y="76550"/>
                    <a:pt x="30166" y="116622"/>
                    <a:pt x="58684" y="133072"/>
                  </a:cubicBezTo>
                  <a:cubicBezTo>
                    <a:pt x="87364" y="149626"/>
                    <a:pt x="110491" y="136310"/>
                    <a:pt x="110576" y="103506"/>
                  </a:cubicBezTo>
                  <a:cubicBezTo>
                    <a:pt x="110672" y="70731"/>
                    <a:pt x="87678" y="30764"/>
                    <a:pt x="59027" y="14219"/>
                  </a:cubicBezTo>
                  <a:close/>
                </a:path>
              </a:pathLst>
            </a:custGeom>
            <a:solidFill>
              <a:srgbClr val="6E6FD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F5B1979-5D6D-4C2F-8642-C5FB3A1D4D9B}"/>
                </a:ext>
              </a:extLst>
            </p:cNvPr>
            <p:cNvSpPr/>
            <p:nvPr/>
          </p:nvSpPr>
          <p:spPr>
            <a:xfrm>
              <a:off x="4179647" y="4634356"/>
              <a:ext cx="971550" cy="619125"/>
            </a:xfrm>
            <a:custGeom>
              <a:avLst/>
              <a:gdLst>
                <a:gd name="connsiteX0" fmla="*/ 885530 w 971550"/>
                <a:gd name="connsiteY0" fmla="*/ 252222 h 619125"/>
                <a:gd name="connsiteX1" fmla="*/ 548821 w 971550"/>
                <a:gd name="connsiteY1" fmla="*/ 43605 h 619125"/>
                <a:gd name="connsiteX2" fmla="*/ 393211 w 971550"/>
                <a:gd name="connsiteY2" fmla="*/ 7144 h 619125"/>
                <a:gd name="connsiteX3" fmla="*/ 229076 w 971550"/>
                <a:gd name="connsiteY3" fmla="*/ 47244 h 619125"/>
                <a:gd name="connsiteX4" fmla="*/ 89325 w 971550"/>
                <a:gd name="connsiteY4" fmla="*/ 131864 h 619125"/>
                <a:gd name="connsiteX5" fmla="*/ 7153 w 971550"/>
                <a:gd name="connsiteY5" fmla="*/ 253060 h 619125"/>
                <a:gd name="connsiteX6" fmla="*/ 90840 w 971550"/>
                <a:gd name="connsiteY6" fmla="*/ 371113 h 619125"/>
                <a:gd name="connsiteX7" fmla="*/ 427501 w 971550"/>
                <a:gd name="connsiteY7" fmla="*/ 579711 h 619125"/>
                <a:gd name="connsiteX8" fmla="*/ 583187 w 971550"/>
                <a:gd name="connsiteY8" fmla="*/ 616191 h 619125"/>
                <a:gd name="connsiteX9" fmla="*/ 747274 w 971550"/>
                <a:gd name="connsiteY9" fmla="*/ 576139 h 619125"/>
                <a:gd name="connsiteX10" fmla="*/ 887073 w 971550"/>
                <a:gd name="connsiteY10" fmla="*/ 491500 h 619125"/>
                <a:gd name="connsiteX11" fmla="*/ 969207 w 971550"/>
                <a:gd name="connsiteY11" fmla="*/ 370361 h 619125"/>
                <a:gd name="connsiteX12" fmla="*/ 885530 w 971550"/>
                <a:gd name="connsiteY12" fmla="*/ 252222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1550" h="619125">
                  <a:moveTo>
                    <a:pt x="885530" y="252222"/>
                  </a:moveTo>
                  <a:lnTo>
                    <a:pt x="548821" y="43605"/>
                  </a:lnTo>
                  <a:cubicBezTo>
                    <a:pt x="506092" y="20098"/>
                    <a:pt x="450809" y="7144"/>
                    <a:pt x="393211" y="7144"/>
                  </a:cubicBezTo>
                  <a:cubicBezTo>
                    <a:pt x="332327" y="7144"/>
                    <a:pt x="274044" y="21384"/>
                    <a:pt x="229076" y="47244"/>
                  </a:cubicBezTo>
                  <a:lnTo>
                    <a:pt x="89325" y="131864"/>
                  </a:lnTo>
                  <a:cubicBezTo>
                    <a:pt x="36481" y="162258"/>
                    <a:pt x="6534" y="206426"/>
                    <a:pt x="7153" y="253060"/>
                  </a:cubicBezTo>
                  <a:cubicBezTo>
                    <a:pt x="7763" y="299209"/>
                    <a:pt x="38271" y="342233"/>
                    <a:pt x="90840" y="371113"/>
                  </a:cubicBezTo>
                  <a:lnTo>
                    <a:pt x="427501" y="579711"/>
                  </a:lnTo>
                  <a:cubicBezTo>
                    <a:pt x="470287" y="603228"/>
                    <a:pt x="525589" y="616191"/>
                    <a:pt x="583187" y="616191"/>
                  </a:cubicBezTo>
                  <a:cubicBezTo>
                    <a:pt x="644052" y="616191"/>
                    <a:pt x="702326" y="601971"/>
                    <a:pt x="747274" y="576139"/>
                  </a:cubicBezTo>
                  <a:lnTo>
                    <a:pt x="887073" y="491500"/>
                  </a:lnTo>
                  <a:cubicBezTo>
                    <a:pt x="939879" y="461124"/>
                    <a:pt x="969816" y="416966"/>
                    <a:pt x="969207" y="370361"/>
                  </a:cubicBezTo>
                  <a:cubicBezTo>
                    <a:pt x="968597" y="324212"/>
                    <a:pt x="938108" y="281159"/>
                    <a:pt x="885530" y="25222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86CC02C-FF06-436F-8284-E4183B8D1AC0}"/>
                </a:ext>
              </a:extLst>
            </p:cNvPr>
            <p:cNvSpPr/>
            <p:nvPr/>
          </p:nvSpPr>
          <p:spPr>
            <a:xfrm>
              <a:off x="4636066" y="4968750"/>
              <a:ext cx="371475" cy="200025"/>
            </a:xfrm>
            <a:custGeom>
              <a:avLst/>
              <a:gdLst>
                <a:gd name="connsiteX0" fmla="*/ 78429 w 371475"/>
                <a:gd name="connsiteY0" fmla="*/ 199082 h 200025"/>
                <a:gd name="connsiteX1" fmla="*/ 370951 w 371475"/>
                <a:gd name="connsiteY1" fmla="*/ 30185 h 200025"/>
                <a:gd name="connsiteX2" fmla="*/ 7144 w 371475"/>
                <a:gd name="connsiteY2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75" h="200025">
                  <a:moveTo>
                    <a:pt x="78429" y="199082"/>
                  </a:moveTo>
                  <a:lnTo>
                    <a:pt x="370951" y="3018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721A5A7-DCE2-425B-8B05-F936B98563BB}"/>
                </a:ext>
              </a:extLst>
            </p:cNvPr>
            <p:cNvSpPr/>
            <p:nvPr/>
          </p:nvSpPr>
          <p:spPr>
            <a:xfrm>
              <a:off x="4283203" y="4745294"/>
              <a:ext cx="342900" cy="219075"/>
            </a:xfrm>
            <a:custGeom>
              <a:avLst/>
              <a:gdLst>
                <a:gd name="connsiteX0" fmla="*/ 7144 w 342900"/>
                <a:gd name="connsiteY0" fmla="*/ 176031 h 219075"/>
                <a:gd name="connsiteX1" fmla="*/ 336604 w 342900"/>
                <a:gd name="connsiteY1" fmla="*/ 220075 h 219075"/>
                <a:gd name="connsiteX2" fmla="*/ 299647 w 342900"/>
                <a:gd name="connsiteY2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219075">
                  <a:moveTo>
                    <a:pt x="7144" y="176031"/>
                  </a:moveTo>
                  <a:lnTo>
                    <a:pt x="336604" y="220075"/>
                  </a:lnTo>
                  <a:lnTo>
                    <a:pt x="299647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D38322B-37B5-479B-A3F7-D0F584F76C37}"/>
                </a:ext>
              </a:extLst>
            </p:cNvPr>
            <p:cNvSpPr/>
            <p:nvPr/>
          </p:nvSpPr>
          <p:spPr>
            <a:xfrm>
              <a:off x="4589307" y="4947300"/>
              <a:ext cx="66675" cy="47625"/>
            </a:xfrm>
            <a:custGeom>
              <a:avLst/>
              <a:gdLst>
                <a:gd name="connsiteX0" fmla="*/ 24051 w 66675"/>
                <a:gd name="connsiteY0" fmla="*/ 33214 h 47625"/>
                <a:gd name="connsiteX1" fmla="*/ 20764 w 66675"/>
                <a:gd name="connsiteY1" fmla="*/ 8620 h 47625"/>
                <a:gd name="connsiteX2" fmla="*/ 7144 w 66675"/>
                <a:gd name="connsiteY2" fmla="*/ 7144 h 47625"/>
                <a:gd name="connsiteX3" fmla="*/ 9458 w 66675"/>
                <a:gd name="connsiteY3" fmla="*/ 41643 h 47625"/>
                <a:gd name="connsiteX4" fmla="*/ 68961 w 66675"/>
                <a:gd name="connsiteY4" fmla="*/ 43091 h 47625"/>
                <a:gd name="connsiteX5" fmla="*/ 66465 w 66675"/>
                <a:gd name="connsiteY5" fmla="*/ 3520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47625">
                  <a:moveTo>
                    <a:pt x="24051" y="33214"/>
                  </a:moveTo>
                  <a:lnTo>
                    <a:pt x="20764" y="8620"/>
                  </a:lnTo>
                  <a:lnTo>
                    <a:pt x="7144" y="7144"/>
                  </a:lnTo>
                  <a:lnTo>
                    <a:pt x="9458" y="41643"/>
                  </a:lnTo>
                  <a:lnTo>
                    <a:pt x="68961" y="43091"/>
                  </a:lnTo>
                  <a:lnTo>
                    <a:pt x="66465" y="3520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14074AA-7F0E-4BEC-B7F9-E92DB82C60B1}"/>
                </a:ext>
              </a:extLst>
            </p:cNvPr>
            <p:cNvSpPr/>
            <p:nvPr/>
          </p:nvSpPr>
          <p:spPr>
            <a:xfrm>
              <a:off x="4575706" y="4745294"/>
              <a:ext cx="438150" cy="257175"/>
            </a:xfrm>
            <a:custGeom>
              <a:avLst/>
              <a:gdLst>
                <a:gd name="connsiteX0" fmla="*/ 37652 w 438150"/>
                <a:gd name="connsiteY0" fmla="*/ 235220 h 257175"/>
                <a:gd name="connsiteX1" fmla="*/ 431311 w 438150"/>
                <a:gd name="connsiteY1" fmla="*/ 253641 h 257175"/>
                <a:gd name="connsiteX2" fmla="*/ 7144 w 438150"/>
                <a:gd name="connsiteY2" fmla="*/ 7144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57175">
                  <a:moveTo>
                    <a:pt x="37652" y="235220"/>
                  </a:moveTo>
                  <a:lnTo>
                    <a:pt x="431311" y="25364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DE4EDEE-BC6F-4E7C-8C2E-CEB9A87F608F}"/>
                </a:ext>
              </a:extLst>
            </p:cNvPr>
            <p:cNvSpPr/>
            <p:nvPr/>
          </p:nvSpPr>
          <p:spPr>
            <a:xfrm>
              <a:off x="4283203" y="4914182"/>
              <a:ext cx="438150" cy="257175"/>
            </a:xfrm>
            <a:custGeom>
              <a:avLst/>
              <a:gdLst>
                <a:gd name="connsiteX0" fmla="*/ 315563 w 438150"/>
                <a:gd name="connsiteY0" fmla="*/ 74762 h 257175"/>
                <a:gd name="connsiteX1" fmla="*/ 313249 w 438150"/>
                <a:gd name="connsiteY1" fmla="*/ 40262 h 257175"/>
                <a:gd name="connsiteX2" fmla="*/ 7144 w 438150"/>
                <a:gd name="connsiteY2" fmla="*/ 7144 h 257175"/>
                <a:gd name="connsiteX3" fmla="*/ 431292 w 438150"/>
                <a:gd name="connsiteY3" fmla="*/ 253651 h 257175"/>
                <a:gd name="connsiteX4" fmla="*/ 375066 w 438150"/>
                <a:gd name="connsiteY4" fmla="*/ 76210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150" h="257175">
                  <a:moveTo>
                    <a:pt x="315563" y="74762"/>
                  </a:moveTo>
                  <a:lnTo>
                    <a:pt x="313249" y="40262"/>
                  </a:lnTo>
                  <a:lnTo>
                    <a:pt x="7144" y="7144"/>
                  </a:lnTo>
                  <a:lnTo>
                    <a:pt x="431292" y="253651"/>
                  </a:lnTo>
                  <a:lnTo>
                    <a:pt x="375066" y="76210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49DF215-3657-4530-ACAF-E9F1E2D791B1}"/>
                </a:ext>
              </a:extLst>
            </p:cNvPr>
            <p:cNvSpPr/>
            <p:nvPr/>
          </p:nvSpPr>
          <p:spPr>
            <a:xfrm>
              <a:off x="4283203" y="4914182"/>
              <a:ext cx="438150" cy="285750"/>
            </a:xfrm>
            <a:custGeom>
              <a:avLst/>
              <a:gdLst>
                <a:gd name="connsiteX0" fmla="*/ 7144 w 438150"/>
                <a:gd name="connsiteY0" fmla="*/ 7144 h 285750"/>
                <a:gd name="connsiteX1" fmla="*/ 7210 w 438150"/>
                <a:gd name="connsiteY1" fmla="*/ 33309 h 285750"/>
                <a:gd name="connsiteX2" fmla="*/ 431368 w 438150"/>
                <a:gd name="connsiteY2" fmla="*/ 279797 h 285750"/>
                <a:gd name="connsiteX3" fmla="*/ 431292 w 438150"/>
                <a:gd name="connsiteY3" fmla="*/ 25365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150" h="285750">
                  <a:moveTo>
                    <a:pt x="7144" y="7144"/>
                  </a:moveTo>
                  <a:lnTo>
                    <a:pt x="7210" y="33309"/>
                  </a:lnTo>
                  <a:lnTo>
                    <a:pt x="431368" y="279797"/>
                  </a:lnTo>
                  <a:lnTo>
                    <a:pt x="431292" y="253651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F2FBD79-E6E5-4416-BB0D-60E56BAD7422}"/>
                </a:ext>
              </a:extLst>
            </p:cNvPr>
            <p:cNvSpPr/>
            <p:nvPr/>
          </p:nvSpPr>
          <p:spPr>
            <a:xfrm>
              <a:off x="4707351" y="4991791"/>
              <a:ext cx="304800" cy="200025"/>
            </a:xfrm>
            <a:custGeom>
              <a:avLst/>
              <a:gdLst>
                <a:gd name="connsiteX0" fmla="*/ 7144 w 304800"/>
                <a:gd name="connsiteY0" fmla="*/ 176041 h 200025"/>
                <a:gd name="connsiteX1" fmla="*/ 7220 w 304800"/>
                <a:gd name="connsiteY1" fmla="*/ 202187 h 200025"/>
                <a:gd name="connsiteX2" fmla="*/ 299752 w 304800"/>
                <a:gd name="connsiteY2" fmla="*/ 33309 h 200025"/>
                <a:gd name="connsiteX3" fmla="*/ 299666 w 3048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200025">
                  <a:moveTo>
                    <a:pt x="7144" y="176041"/>
                  </a:moveTo>
                  <a:lnTo>
                    <a:pt x="7220" y="202187"/>
                  </a:lnTo>
                  <a:lnTo>
                    <a:pt x="299752" y="33309"/>
                  </a:lnTo>
                  <a:lnTo>
                    <a:pt x="299666" y="7144"/>
                  </a:ln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0F5F7BA-3457-4B91-B8FA-D43414DA84C6}"/>
                </a:ext>
              </a:extLst>
            </p:cNvPr>
            <p:cNvSpPr/>
            <p:nvPr/>
          </p:nvSpPr>
          <p:spPr>
            <a:xfrm>
              <a:off x="4729134" y="4960330"/>
              <a:ext cx="371475" cy="200025"/>
            </a:xfrm>
            <a:custGeom>
              <a:avLst/>
              <a:gdLst>
                <a:gd name="connsiteX0" fmla="*/ 78419 w 371475"/>
                <a:gd name="connsiteY0" fmla="*/ 199072 h 200025"/>
                <a:gd name="connsiteX1" fmla="*/ 370951 w 371475"/>
                <a:gd name="connsiteY1" fmla="*/ 30185 h 200025"/>
                <a:gd name="connsiteX2" fmla="*/ 7144 w 371475"/>
                <a:gd name="connsiteY2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75" h="200025">
                  <a:moveTo>
                    <a:pt x="78419" y="199072"/>
                  </a:moveTo>
                  <a:lnTo>
                    <a:pt x="370951" y="3018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101E0AB-D118-4C73-882B-3C4DE189F370}"/>
                </a:ext>
              </a:extLst>
            </p:cNvPr>
            <p:cNvSpPr/>
            <p:nvPr/>
          </p:nvSpPr>
          <p:spPr>
            <a:xfrm>
              <a:off x="4376262" y="4736864"/>
              <a:ext cx="342900" cy="219075"/>
            </a:xfrm>
            <a:custGeom>
              <a:avLst/>
              <a:gdLst>
                <a:gd name="connsiteX0" fmla="*/ 7144 w 342900"/>
                <a:gd name="connsiteY0" fmla="*/ 176032 h 219075"/>
                <a:gd name="connsiteX1" fmla="*/ 336613 w 342900"/>
                <a:gd name="connsiteY1" fmla="*/ 220085 h 219075"/>
                <a:gd name="connsiteX2" fmla="*/ 299657 w 342900"/>
                <a:gd name="connsiteY2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219075">
                  <a:moveTo>
                    <a:pt x="7144" y="176032"/>
                  </a:moveTo>
                  <a:lnTo>
                    <a:pt x="336613" y="220085"/>
                  </a:lnTo>
                  <a:lnTo>
                    <a:pt x="299657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6668A5C-D890-4B5A-A13D-71CFA2635E83}"/>
                </a:ext>
              </a:extLst>
            </p:cNvPr>
            <p:cNvSpPr/>
            <p:nvPr/>
          </p:nvSpPr>
          <p:spPr>
            <a:xfrm>
              <a:off x="4682376" y="4938880"/>
              <a:ext cx="66675" cy="47625"/>
            </a:xfrm>
            <a:custGeom>
              <a:avLst/>
              <a:gdLst>
                <a:gd name="connsiteX0" fmla="*/ 24041 w 66675"/>
                <a:gd name="connsiteY0" fmla="*/ 33204 h 47625"/>
                <a:gd name="connsiteX1" fmla="*/ 20755 w 66675"/>
                <a:gd name="connsiteY1" fmla="*/ 8611 h 47625"/>
                <a:gd name="connsiteX2" fmla="*/ 7144 w 66675"/>
                <a:gd name="connsiteY2" fmla="*/ 7144 h 47625"/>
                <a:gd name="connsiteX3" fmla="*/ 9458 w 66675"/>
                <a:gd name="connsiteY3" fmla="*/ 41634 h 47625"/>
                <a:gd name="connsiteX4" fmla="*/ 68961 w 66675"/>
                <a:gd name="connsiteY4" fmla="*/ 43072 h 47625"/>
                <a:gd name="connsiteX5" fmla="*/ 66456 w 66675"/>
                <a:gd name="connsiteY5" fmla="*/ 3519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47625">
                  <a:moveTo>
                    <a:pt x="24041" y="33204"/>
                  </a:moveTo>
                  <a:lnTo>
                    <a:pt x="20755" y="8611"/>
                  </a:lnTo>
                  <a:lnTo>
                    <a:pt x="7144" y="7144"/>
                  </a:lnTo>
                  <a:lnTo>
                    <a:pt x="9458" y="41634"/>
                  </a:lnTo>
                  <a:lnTo>
                    <a:pt x="68961" y="43072"/>
                  </a:lnTo>
                  <a:lnTo>
                    <a:pt x="66456" y="35195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A0170EF-06F6-4297-8923-72082C8A9B6C}"/>
                </a:ext>
              </a:extLst>
            </p:cNvPr>
            <p:cNvSpPr/>
            <p:nvPr/>
          </p:nvSpPr>
          <p:spPr>
            <a:xfrm>
              <a:off x="4668775" y="4736864"/>
              <a:ext cx="438150" cy="257175"/>
            </a:xfrm>
            <a:custGeom>
              <a:avLst/>
              <a:gdLst>
                <a:gd name="connsiteX0" fmla="*/ 37643 w 438150"/>
                <a:gd name="connsiteY0" fmla="*/ 235220 h 257175"/>
                <a:gd name="connsiteX1" fmla="*/ 431311 w 438150"/>
                <a:gd name="connsiteY1" fmla="*/ 253651 h 257175"/>
                <a:gd name="connsiteX2" fmla="*/ 7144 w 438150"/>
                <a:gd name="connsiteY2" fmla="*/ 7144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57175">
                  <a:moveTo>
                    <a:pt x="37643" y="235220"/>
                  </a:moveTo>
                  <a:lnTo>
                    <a:pt x="431311" y="25365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DED298B-91E8-4A75-8318-41382AAD219F}"/>
                </a:ext>
              </a:extLst>
            </p:cNvPr>
            <p:cNvSpPr/>
            <p:nvPr/>
          </p:nvSpPr>
          <p:spPr>
            <a:xfrm>
              <a:off x="4376262" y="4905752"/>
              <a:ext cx="438150" cy="257175"/>
            </a:xfrm>
            <a:custGeom>
              <a:avLst/>
              <a:gdLst>
                <a:gd name="connsiteX0" fmla="*/ 315573 w 438150"/>
                <a:gd name="connsiteY0" fmla="*/ 74762 h 257175"/>
                <a:gd name="connsiteX1" fmla="*/ 313258 w 438150"/>
                <a:gd name="connsiteY1" fmla="*/ 40272 h 257175"/>
                <a:gd name="connsiteX2" fmla="*/ 7144 w 438150"/>
                <a:gd name="connsiteY2" fmla="*/ 7144 h 257175"/>
                <a:gd name="connsiteX3" fmla="*/ 431292 w 438150"/>
                <a:gd name="connsiteY3" fmla="*/ 253651 h 257175"/>
                <a:gd name="connsiteX4" fmla="*/ 375076 w 438150"/>
                <a:gd name="connsiteY4" fmla="*/ 76200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150" h="257175">
                  <a:moveTo>
                    <a:pt x="315573" y="74762"/>
                  </a:moveTo>
                  <a:lnTo>
                    <a:pt x="313258" y="40272"/>
                  </a:lnTo>
                  <a:lnTo>
                    <a:pt x="7144" y="7144"/>
                  </a:lnTo>
                  <a:lnTo>
                    <a:pt x="431292" y="253651"/>
                  </a:lnTo>
                  <a:lnTo>
                    <a:pt x="375076" y="76200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461EE99-9204-42BE-941E-4773DAAC277E}"/>
                </a:ext>
              </a:extLst>
            </p:cNvPr>
            <p:cNvSpPr/>
            <p:nvPr/>
          </p:nvSpPr>
          <p:spPr>
            <a:xfrm>
              <a:off x="4376262" y="4905752"/>
              <a:ext cx="438150" cy="285750"/>
            </a:xfrm>
            <a:custGeom>
              <a:avLst/>
              <a:gdLst>
                <a:gd name="connsiteX0" fmla="*/ 7144 w 438150"/>
                <a:gd name="connsiteY0" fmla="*/ 7144 h 285750"/>
                <a:gd name="connsiteX1" fmla="*/ 7220 w 438150"/>
                <a:gd name="connsiteY1" fmla="*/ 33318 h 285750"/>
                <a:gd name="connsiteX2" fmla="*/ 431368 w 438150"/>
                <a:gd name="connsiteY2" fmla="*/ 279806 h 285750"/>
                <a:gd name="connsiteX3" fmla="*/ 431292 w 438150"/>
                <a:gd name="connsiteY3" fmla="*/ 25365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150" h="285750">
                  <a:moveTo>
                    <a:pt x="7144" y="7144"/>
                  </a:moveTo>
                  <a:lnTo>
                    <a:pt x="7220" y="33318"/>
                  </a:lnTo>
                  <a:lnTo>
                    <a:pt x="431368" y="279806"/>
                  </a:lnTo>
                  <a:lnTo>
                    <a:pt x="431292" y="253651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B88686E-21ED-4D38-9141-1FC72AEE67AE}"/>
                </a:ext>
              </a:extLst>
            </p:cNvPr>
            <p:cNvSpPr/>
            <p:nvPr/>
          </p:nvSpPr>
          <p:spPr>
            <a:xfrm>
              <a:off x="4800410" y="4983371"/>
              <a:ext cx="304800" cy="200025"/>
            </a:xfrm>
            <a:custGeom>
              <a:avLst/>
              <a:gdLst>
                <a:gd name="connsiteX0" fmla="*/ 7144 w 304800"/>
                <a:gd name="connsiteY0" fmla="*/ 176031 h 200025"/>
                <a:gd name="connsiteX1" fmla="*/ 7220 w 304800"/>
                <a:gd name="connsiteY1" fmla="*/ 202187 h 200025"/>
                <a:gd name="connsiteX2" fmla="*/ 299752 w 304800"/>
                <a:gd name="connsiteY2" fmla="*/ 33309 h 200025"/>
                <a:gd name="connsiteX3" fmla="*/ 299676 w 3048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200025">
                  <a:moveTo>
                    <a:pt x="7144" y="176031"/>
                  </a:moveTo>
                  <a:lnTo>
                    <a:pt x="7220" y="202187"/>
                  </a:lnTo>
                  <a:lnTo>
                    <a:pt x="299752" y="33309"/>
                  </a:lnTo>
                  <a:lnTo>
                    <a:pt x="299676" y="7144"/>
                  </a:ln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DB6FB50-0891-4D6C-9558-F6AB484ABC98}"/>
                </a:ext>
              </a:extLst>
            </p:cNvPr>
            <p:cNvSpPr/>
            <p:nvPr/>
          </p:nvSpPr>
          <p:spPr>
            <a:xfrm>
              <a:off x="4607167" y="4851869"/>
              <a:ext cx="371475" cy="200025"/>
            </a:xfrm>
            <a:custGeom>
              <a:avLst/>
              <a:gdLst>
                <a:gd name="connsiteX0" fmla="*/ 78410 w 371475"/>
                <a:gd name="connsiteY0" fmla="*/ 199072 h 200025"/>
                <a:gd name="connsiteX1" fmla="*/ 370951 w 371475"/>
                <a:gd name="connsiteY1" fmla="*/ 30175 h 200025"/>
                <a:gd name="connsiteX2" fmla="*/ 7144 w 371475"/>
                <a:gd name="connsiteY2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75" h="200025">
                  <a:moveTo>
                    <a:pt x="78410" y="199072"/>
                  </a:moveTo>
                  <a:lnTo>
                    <a:pt x="370951" y="3017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1E3ED30-B64E-499C-86E3-8E7BDFB2C273}"/>
                </a:ext>
              </a:extLst>
            </p:cNvPr>
            <p:cNvSpPr/>
            <p:nvPr/>
          </p:nvSpPr>
          <p:spPr>
            <a:xfrm>
              <a:off x="4254294" y="4628403"/>
              <a:ext cx="342900" cy="219075"/>
            </a:xfrm>
            <a:custGeom>
              <a:avLst/>
              <a:gdLst>
                <a:gd name="connsiteX0" fmla="*/ 7144 w 342900"/>
                <a:gd name="connsiteY0" fmla="*/ 176022 h 219075"/>
                <a:gd name="connsiteX1" fmla="*/ 336613 w 342900"/>
                <a:gd name="connsiteY1" fmla="*/ 220066 h 219075"/>
                <a:gd name="connsiteX2" fmla="*/ 299656 w 342900"/>
                <a:gd name="connsiteY2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219075">
                  <a:moveTo>
                    <a:pt x="7144" y="176022"/>
                  </a:moveTo>
                  <a:lnTo>
                    <a:pt x="336613" y="220066"/>
                  </a:lnTo>
                  <a:lnTo>
                    <a:pt x="299656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4435C84-1286-4ACE-B962-BF20C33A784D}"/>
                </a:ext>
              </a:extLst>
            </p:cNvPr>
            <p:cNvSpPr/>
            <p:nvPr/>
          </p:nvSpPr>
          <p:spPr>
            <a:xfrm>
              <a:off x="4560409" y="4830419"/>
              <a:ext cx="66675" cy="47625"/>
            </a:xfrm>
            <a:custGeom>
              <a:avLst/>
              <a:gdLst>
                <a:gd name="connsiteX0" fmla="*/ 24032 w 66675"/>
                <a:gd name="connsiteY0" fmla="*/ 33185 h 47625"/>
                <a:gd name="connsiteX1" fmla="*/ 20755 w 66675"/>
                <a:gd name="connsiteY1" fmla="*/ 8611 h 47625"/>
                <a:gd name="connsiteX2" fmla="*/ 7144 w 66675"/>
                <a:gd name="connsiteY2" fmla="*/ 7144 h 47625"/>
                <a:gd name="connsiteX3" fmla="*/ 9458 w 66675"/>
                <a:gd name="connsiteY3" fmla="*/ 41615 h 47625"/>
                <a:gd name="connsiteX4" fmla="*/ 68952 w 66675"/>
                <a:gd name="connsiteY4" fmla="*/ 43072 h 47625"/>
                <a:gd name="connsiteX5" fmla="*/ 66456 w 66675"/>
                <a:gd name="connsiteY5" fmla="*/ 3519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47625">
                  <a:moveTo>
                    <a:pt x="24032" y="33185"/>
                  </a:moveTo>
                  <a:lnTo>
                    <a:pt x="20755" y="8611"/>
                  </a:lnTo>
                  <a:lnTo>
                    <a:pt x="7144" y="7144"/>
                  </a:lnTo>
                  <a:lnTo>
                    <a:pt x="9458" y="41615"/>
                  </a:lnTo>
                  <a:lnTo>
                    <a:pt x="68952" y="43072"/>
                  </a:lnTo>
                  <a:lnTo>
                    <a:pt x="66456" y="35195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7F54AAC-4877-4711-860D-53146E689905}"/>
                </a:ext>
              </a:extLst>
            </p:cNvPr>
            <p:cNvSpPr/>
            <p:nvPr/>
          </p:nvSpPr>
          <p:spPr>
            <a:xfrm>
              <a:off x="4546807" y="4628403"/>
              <a:ext cx="438150" cy="257175"/>
            </a:xfrm>
            <a:custGeom>
              <a:avLst/>
              <a:gdLst>
                <a:gd name="connsiteX0" fmla="*/ 37633 w 438150"/>
                <a:gd name="connsiteY0" fmla="*/ 235201 h 257175"/>
                <a:gd name="connsiteX1" fmla="*/ 431311 w 438150"/>
                <a:gd name="connsiteY1" fmla="*/ 253641 h 257175"/>
                <a:gd name="connsiteX2" fmla="*/ 7144 w 438150"/>
                <a:gd name="connsiteY2" fmla="*/ 7144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57175">
                  <a:moveTo>
                    <a:pt x="37633" y="235201"/>
                  </a:moveTo>
                  <a:lnTo>
                    <a:pt x="431311" y="25364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DEE07D5-CCD8-4D87-B23D-723F8C0A9386}"/>
                </a:ext>
              </a:extLst>
            </p:cNvPr>
            <p:cNvSpPr/>
            <p:nvPr/>
          </p:nvSpPr>
          <p:spPr>
            <a:xfrm>
              <a:off x="4254294" y="4797281"/>
              <a:ext cx="438150" cy="257175"/>
            </a:xfrm>
            <a:custGeom>
              <a:avLst/>
              <a:gdLst>
                <a:gd name="connsiteX0" fmla="*/ 315573 w 438150"/>
                <a:gd name="connsiteY0" fmla="*/ 74752 h 257175"/>
                <a:gd name="connsiteX1" fmla="*/ 313258 w 438150"/>
                <a:gd name="connsiteY1" fmla="*/ 40281 h 257175"/>
                <a:gd name="connsiteX2" fmla="*/ 7144 w 438150"/>
                <a:gd name="connsiteY2" fmla="*/ 7144 h 257175"/>
                <a:gd name="connsiteX3" fmla="*/ 431282 w 438150"/>
                <a:gd name="connsiteY3" fmla="*/ 253660 h 257175"/>
                <a:gd name="connsiteX4" fmla="*/ 375066 w 438150"/>
                <a:gd name="connsiteY4" fmla="*/ 76209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150" h="257175">
                  <a:moveTo>
                    <a:pt x="315573" y="74752"/>
                  </a:moveTo>
                  <a:lnTo>
                    <a:pt x="313258" y="40281"/>
                  </a:lnTo>
                  <a:lnTo>
                    <a:pt x="7144" y="7144"/>
                  </a:lnTo>
                  <a:lnTo>
                    <a:pt x="431282" y="253660"/>
                  </a:lnTo>
                  <a:lnTo>
                    <a:pt x="375066" y="76209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848B0CB-B516-4058-9F7C-72671F94A781}"/>
                </a:ext>
              </a:extLst>
            </p:cNvPr>
            <p:cNvSpPr/>
            <p:nvPr/>
          </p:nvSpPr>
          <p:spPr>
            <a:xfrm>
              <a:off x="4254294" y="4797281"/>
              <a:ext cx="438150" cy="285750"/>
            </a:xfrm>
            <a:custGeom>
              <a:avLst/>
              <a:gdLst>
                <a:gd name="connsiteX0" fmla="*/ 7144 w 438150"/>
                <a:gd name="connsiteY0" fmla="*/ 7144 h 285750"/>
                <a:gd name="connsiteX1" fmla="*/ 7220 w 438150"/>
                <a:gd name="connsiteY1" fmla="*/ 33328 h 285750"/>
                <a:gd name="connsiteX2" fmla="*/ 431359 w 438150"/>
                <a:gd name="connsiteY2" fmla="*/ 279806 h 285750"/>
                <a:gd name="connsiteX3" fmla="*/ 431282 w 438150"/>
                <a:gd name="connsiteY3" fmla="*/ 25366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150" h="285750">
                  <a:moveTo>
                    <a:pt x="7144" y="7144"/>
                  </a:moveTo>
                  <a:lnTo>
                    <a:pt x="7220" y="33328"/>
                  </a:lnTo>
                  <a:lnTo>
                    <a:pt x="431359" y="279806"/>
                  </a:lnTo>
                  <a:lnTo>
                    <a:pt x="431282" y="253660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A17BC52-CF08-45A6-892D-B66E7460B906}"/>
                </a:ext>
              </a:extLst>
            </p:cNvPr>
            <p:cNvSpPr/>
            <p:nvPr/>
          </p:nvSpPr>
          <p:spPr>
            <a:xfrm>
              <a:off x="4678433" y="4874901"/>
              <a:ext cx="304800" cy="200025"/>
            </a:xfrm>
            <a:custGeom>
              <a:avLst/>
              <a:gdLst>
                <a:gd name="connsiteX0" fmla="*/ 7144 w 304800"/>
                <a:gd name="connsiteY0" fmla="*/ 176041 h 200025"/>
                <a:gd name="connsiteX1" fmla="*/ 7220 w 304800"/>
                <a:gd name="connsiteY1" fmla="*/ 202187 h 200025"/>
                <a:gd name="connsiteX2" fmla="*/ 299752 w 304800"/>
                <a:gd name="connsiteY2" fmla="*/ 33309 h 200025"/>
                <a:gd name="connsiteX3" fmla="*/ 299685 w 3048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200025">
                  <a:moveTo>
                    <a:pt x="7144" y="176041"/>
                  </a:moveTo>
                  <a:lnTo>
                    <a:pt x="7220" y="202187"/>
                  </a:lnTo>
                  <a:lnTo>
                    <a:pt x="299752" y="33309"/>
                  </a:lnTo>
                  <a:lnTo>
                    <a:pt x="299685" y="7144"/>
                  </a:ln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D889E91-2F71-448C-850B-5E61D4C003D5}"/>
                </a:ext>
              </a:extLst>
            </p:cNvPr>
            <p:cNvSpPr/>
            <p:nvPr/>
          </p:nvSpPr>
          <p:spPr>
            <a:xfrm>
              <a:off x="4645629" y="4709566"/>
              <a:ext cx="371475" cy="200025"/>
            </a:xfrm>
            <a:custGeom>
              <a:avLst/>
              <a:gdLst>
                <a:gd name="connsiteX0" fmla="*/ 78419 w 371475"/>
                <a:gd name="connsiteY0" fmla="*/ 199082 h 200025"/>
                <a:gd name="connsiteX1" fmla="*/ 370942 w 371475"/>
                <a:gd name="connsiteY1" fmla="*/ 30175 h 200025"/>
                <a:gd name="connsiteX2" fmla="*/ 7144 w 371475"/>
                <a:gd name="connsiteY2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75" h="200025">
                  <a:moveTo>
                    <a:pt x="78419" y="199082"/>
                  </a:moveTo>
                  <a:lnTo>
                    <a:pt x="370942" y="3017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80735AB-61E3-4A63-8D73-1C1AB9BE40BB}"/>
                </a:ext>
              </a:extLst>
            </p:cNvPr>
            <p:cNvSpPr/>
            <p:nvPr/>
          </p:nvSpPr>
          <p:spPr>
            <a:xfrm>
              <a:off x="4292747" y="4486109"/>
              <a:ext cx="342900" cy="219075"/>
            </a:xfrm>
            <a:custGeom>
              <a:avLst/>
              <a:gdLst>
                <a:gd name="connsiteX0" fmla="*/ 7144 w 342900"/>
                <a:gd name="connsiteY0" fmla="*/ 176022 h 219075"/>
                <a:gd name="connsiteX1" fmla="*/ 336614 w 342900"/>
                <a:gd name="connsiteY1" fmla="*/ 220066 h 219075"/>
                <a:gd name="connsiteX2" fmla="*/ 299657 w 342900"/>
                <a:gd name="connsiteY2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219075">
                  <a:moveTo>
                    <a:pt x="7144" y="176022"/>
                  </a:moveTo>
                  <a:lnTo>
                    <a:pt x="336614" y="220066"/>
                  </a:lnTo>
                  <a:lnTo>
                    <a:pt x="299657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DDED308-1054-461F-A7F3-99D560D59492}"/>
                </a:ext>
              </a:extLst>
            </p:cNvPr>
            <p:cNvSpPr/>
            <p:nvPr/>
          </p:nvSpPr>
          <p:spPr>
            <a:xfrm>
              <a:off x="4598861" y="4688115"/>
              <a:ext cx="66675" cy="47625"/>
            </a:xfrm>
            <a:custGeom>
              <a:avLst/>
              <a:gdLst>
                <a:gd name="connsiteX0" fmla="*/ 24041 w 66675"/>
                <a:gd name="connsiteY0" fmla="*/ 33194 h 47625"/>
                <a:gd name="connsiteX1" fmla="*/ 20765 w 66675"/>
                <a:gd name="connsiteY1" fmla="*/ 8611 h 47625"/>
                <a:gd name="connsiteX2" fmla="*/ 7144 w 66675"/>
                <a:gd name="connsiteY2" fmla="*/ 7144 h 47625"/>
                <a:gd name="connsiteX3" fmla="*/ 9458 w 66675"/>
                <a:gd name="connsiteY3" fmla="*/ 41624 h 47625"/>
                <a:gd name="connsiteX4" fmla="*/ 68961 w 66675"/>
                <a:gd name="connsiteY4" fmla="*/ 43081 h 47625"/>
                <a:gd name="connsiteX5" fmla="*/ 66465 w 66675"/>
                <a:gd name="connsiteY5" fmla="*/ 3519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47625">
                  <a:moveTo>
                    <a:pt x="24041" y="33194"/>
                  </a:moveTo>
                  <a:lnTo>
                    <a:pt x="20765" y="8611"/>
                  </a:lnTo>
                  <a:lnTo>
                    <a:pt x="7144" y="7144"/>
                  </a:lnTo>
                  <a:lnTo>
                    <a:pt x="9458" y="41624"/>
                  </a:lnTo>
                  <a:lnTo>
                    <a:pt x="68961" y="43081"/>
                  </a:lnTo>
                  <a:lnTo>
                    <a:pt x="66465" y="35195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173D7BC-2A62-447A-8E66-21F6304721B9}"/>
                </a:ext>
              </a:extLst>
            </p:cNvPr>
            <p:cNvSpPr/>
            <p:nvPr/>
          </p:nvSpPr>
          <p:spPr>
            <a:xfrm>
              <a:off x="4585259" y="4486109"/>
              <a:ext cx="438150" cy="257175"/>
            </a:xfrm>
            <a:custGeom>
              <a:avLst/>
              <a:gdLst>
                <a:gd name="connsiteX0" fmla="*/ 37643 w 438150"/>
                <a:gd name="connsiteY0" fmla="*/ 235201 h 257175"/>
                <a:gd name="connsiteX1" fmla="*/ 431311 w 438150"/>
                <a:gd name="connsiteY1" fmla="*/ 253632 h 257175"/>
                <a:gd name="connsiteX2" fmla="*/ 7144 w 438150"/>
                <a:gd name="connsiteY2" fmla="*/ 7144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57175">
                  <a:moveTo>
                    <a:pt x="37643" y="235201"/>
                  </a:moveTo>
                  <a:lnTo>
                    <a:pt x="431311" y="25363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3250AFD-D252-40DA-955B-9151AAA092A5}"/>
                </a:ext>
              </a:extLst>
            </p:cNvPr>
            <p:cNvSpPr/>
            <p:nvPr/>
          </p:nvSpPr>
          <p:spPr>
            <a:xfrm>
              <a:off x="4292747" y="4654987"/>
              <a:ext cx="438150" cy="257175"/>
            </a:xfrm>
            <a:custGeom>
              <a:avLst/>
              <a:gdLst>
                <a:gd name="connsiteX0" fmla="*/ 315573 w 438150"/>
                <a:gd name="connsiteY0" fmla="*/ 74752 h 257175"/>
                <a:gd name="connsiteX1" fmla="*/ 313258 w 438150"/>
                <a:gd name="connsiteY1" fmla="*/ 40272 h 257175"/>
                <a:gd name="connsiteX2" fmla="*/ 7144 w 438150"/>
                <a:gd name="connsiteY2" fmla="*/ 7144 h 257175"/>
                <a:gd name="connsiteX3" fmla="*/ 431302 w 438150"/>
                <a:gd name="connsiteY3" fmla="*/ 253660 h 257175"/>
                <a:gd name="connsiteX4" fmla="*/ 375076 w 438150"/>
                <a:gd name="connsiteY4" fmla="*/ 76210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150" h="257175">
                  <a:moveTo>
                    <a:pt x="315573" y="74752"/>
                  </a:moveTo>
                  <a:lnTo>
                    <a:pt x="313258" y="40272"/>
                  </a:lnTo>
                  <a:lnTo>
                    <a:pt x="7144" y="7144"/>
                  </a:lnTo>
                  <a:lnTo>
                    <a:pt x="431302" y="253660"/>
                  </a:lnTo>
                  <a:lnTo>
                    <a:pt x="375076" y="76210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9BACFED-7E40-48D8-B1BA-F629D7E9A814}"/>
                </a:ext>
              </a:extLst>
            </p:cNvPr>
            <p:cNvSpPr/>
            <p:nvPr/>
          </p:nvSpPr>
          <p:spPr>
            <a:xfrm>
              <a:off x="4292747" y="4654987"/>
              <a:ext cx="438150" cy="285750"/>
            </a:xfrm>
            <a:custGeom>
              <a:avLst/>
              <a:gdLst>
                <a:gd name="connsiteX0" fmla="*/ 7144 w 438150"/>
                <a:gd name="connsiteY0" fmla="*/ 7144 h 285750"/>
                <a:gd name="connsiteX1" fmla="*/ 7220 w 438150"/>
                <a:gd name="connsiteY1" fmla="*/ 33319 h 285750"/>
                <a:gd name="connsiteX2" fmla="*/ 431378 w 438150"/>
                <a:gd name="connsiteY2" fmla="*/ 279806 h 285750"/>
                <a:gd name="connsiteX3" fmla="*/ 431302 w 438150"/>
                <a:gd name="connsiteY3" fmla="*/ 25366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150" h="285750">
                  <a:moveTo>
                    <a:pt x="7144" y="7144"/>
                  </a:moveTo>
                  <a:lnTo>
                    <a:pt x="7220" y="33319"/>
                  </a:lnTo>
                  <a:lnTo>
                    <a:pt x="431378" y="279806"/>
                  </a:lnTo>
                  <a:lnTo>
                    <a:pt x="431302" y="253660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8A621A3-57D9-4385-AB98-94124947DF67}"/>
                </a:ext>
              </a:extLst>
            </p:cNvPr>
            <p:cNvSpPr/>
            <p:nvPr/>
          </p:nvSpPr>
          <p:spPr>
            <a:xfrm>
              <a:off x="4716904" y="4732597"/>
              <a:ext cx="304800" cy="200025"/>
            </a:xfrm>
            <a:custGeom>
              <a:avLst/>
              <a:gdLst>
                <a:gd name="connsiteX0" fmla="*/ 7144 w 304800"/>
                <a:gd name="connsiteY0" fmla="*/ 176051 h 200025"/>
                <a:gd name="connsiteX1" fmla="*/ 7220 w 304800"/>
                <a:gd name="connsiteY1" fmla="*/ 202197 h 200025"/>
                <a:gd name="connsiteX2" fmla="*/ 299733 w 304800"/>
                <a:gd name="connsiteY2" fmla="*/ 33319 h 200025"/>
                <a:gd name="connsiteX3" fmla="*/ 299666 w 3048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200025">
                  <a:moveTo>
                    <a:pt x="7144" y="176051"/>
                  </a:moveTo>
                  <a:lnTo>
                    <a:pt x="7220" y="202197"/>
                  </a:lnTo>
                  <a:lnTo>
                    <a:pt x="299733" y="33319"/>
                  </a:lnTo>
                  <a:lnTo>
                    <a:pt x="299666" y="7144"/>
                  </a:ln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A68BFA6-8FAA-4EBC-BA37-C1AEC06AAFF4}"/>
                </a:ext>
              </a:extLst>
            </p:cNvPr>
            <p:cNvSpPr/>
            <p:nvPr/>
          </p:nvSpPr>
          <p:spPr>
            <a:xfrm>
              <a:off x="5051007" y="5751583"/>
              <a:ext cx="371475" cy="238125"/>
            </a:xfrm>
            <a:custGeom>
              <a:avLst/>
              <a:gdLst>
                <a:gd name="connsiteX0" fmla="*/ 355374 w 371475"/>
                <a:gd name="connsiteY0" fmla="*/ 148218 h 238125"/>
                <a:gd name="connsiteX1" fmla="*/ 110429 w 371475"/>
                <a:gd name="connsiteY1" fmla="*/ 10981 h 238125"/>
                <a:gd name="connsiteX2" fmla="*/ 80921 w 371475"/>
                <a:gd name="connsiteY2" fmla="*/ 11029 h 238125"/>
                <a:gd name="connsiteX3" fmla="*/ 22456 w 371475"/>
                <a:gd name="connsiteY3" fmla="*/ 44004 h 238125"/>
                <a:gd name="connsiteX4" fmla="*/ 22542 w 371475"/>
                <a:gd name="connsiteY4" fmla="*/ 96487 h 238125"/>
                <a:gd name="connsiteX5" fmla="*/ 267487 w 371475"/>
                <a:gd name="connsiteY5" fmla="*/ 233723 h 238125"/>
                <a:gd name="connsiteX6" fmla="*/ 296996 w 371475"/>
                <a:gd name="connsiteY6" fmla="*/ 233676 h 238125"/>
                <a:gd name="connsiteX7" fmla="*/ 355450 w 371475"/>
                <a:gd name="connsiteY7" fmla="*/ 200700 h 238125"/>
                <a:gd name="connsiteX8" fmla="*/ 355374 w 371475"/>
                <a:gd name="connsiteY8" fmla="*/ 14821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475" h="238125">
                  <a:moveTo>
                    <a:pt x="355374" y="148218"/>
                  </a:moveTo>
                  <a:lnTo>
                    <a:pt x="110429" y="10981"/>
                  </a:lnTo>
                  <a:cubicBezTo>
                    <a:pt x="101266" y="5847"/>
                    <a:pt x="90074" y="5866"/>
                    <a:pt x="80921" y="11029"/>
                  </a:cubicBezTo>
                  <a:lnTo>
                    <a:pt x="22456" y="44004"/>
                  </a:lnTo>
                  <a:cubicBezTo>
                    <a:pt x="2006" y="55539"/>
                    <a:pt x="2044" y="85009"/>
                    <a:pt x="22542" y="96487"/>
                  </a:cubicBezTo>
                  <a:lnTo>
                    <a:pt x="267487" y="233723"/>
                  </a:lnTo>
                  <a:cubicBezTo>
                    <a:pt x="276660" y="238857"/>
                    <a:pt x="287842" y="238838"/>
                    <a:pt x="296996" y="233676"/>
                  </a:cubicBezTo>
                  <a:lnTo>
                    <a:pt x="355450" y="200700"/>
                  </a:lnTo>
                  <a:cubicBezTo>
                    <a:pt x="375910" y="189165"/>
                    <a:pt x="375872" y="159705"/>
                    <a:pt x="355374" y="14821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52EF79A-4EB6-4B32-8855-CC5D914309C4}"/>
                </a:ext>
              </a:extLst>
            </p:cNvPr>
            <p:cNvSpPr/>
            <p:nvPr/>
          </p:nvSpPr>
          <p:spPr>
            <a:xfrm>
              <a:off x="5105296" y="5471899"/>
              <a:ext cx="38100" cy="57150"/>
            </a:xfrm>
            <a:custGeom>
              <a:avLst/>
              <a:gdLst>
                <a:gd name="connsiteX0" fmla="*/ 7144 w 38100"/>
                <a:gd name="connsiteY0" fmla="*/ 55445 h 57150"/>
                <a:gd name="connsiteX1" fmla="*/ 12068 w 38100"/>
                <a:gd name="connsiteY1" fmla="*/ 56883 h 57150"/>
                <a:gd name="connsiteX2" fmla="*/ 19450 w 38100"/>
                <a:gd name="connsiteY2" fmla="*/ 34795 h 57150"/>
                <a:gd name="connsiteX3" fmla="*/ 32176 w 38100"/>
                <a:gd name="connsiteY3" fmla="*/ 9725 h 57150"/>
                <a:gd name="connsiteX4" fmla="*/ 21898 w 38100"/>
                <a:gd name="connsiteY4" fmla="*/ 7144 h 57150"/>
                <a:gd name="connsiteX5" fmla="*/ 7144 w 38100"/>
                <a:gd name="connsiteY5" fmla="*/ 5544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57150">
                  <a:moveTo>
                    <a:pt x="7144" y="55445"/>
                  </a:moveTo>
                  <a:cubicBezTo>
                    <a:pt x="7115" y="58598"/>
                    <a:pt x="10602" y="59093"/>
                    <a:pt x="12068" y="56883"/>
                  </a:cubicBezTo>
                  <a:cubicBezTo>
                    <a:pt x="16088" y="50806"/>
                    <a:pt x="16650" y="41348"/>
                    <a:pt x="19450" y="34795"/>
                  </a:cubicBezTo>
                  <a:cubicBezTo>
                    <a:pt x="23403" y="25498"/>
                    <a:pt x="28404" y="18593"/>
                    <a:pt x="32176" y="9725"/>
                  </a:cubicBezTo>
                  <a:cubicBezTo>
                    <a:pt x="29880" y="9925"/>
                    <a:pt x="24165" y="7963"/>
                    <a:pt x="21898" y="7144"/>
                  </a:cubicBezTo>
                  <a:cubicBezTo>
                    <a:pt x="12507" y="16231"/>
                    <a:pt x="7211" y="49273"/>
                    <a:pt x="7144" y="5544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B3B90B13-329F-4828-A148-89710B88390D}"/>
                </a:ext>
              </a:extLst>
            </p:cNvPr>
            <p:cNvSpPr/>
            <p:nvPr/>
          </p:nvSpPr>
          <p:spPr>
            <a:xfrm>
              <a:off x="5113240" y="5462907"/>
              <a:ext cx="28575" cy="57150"/>
            </a:xfrm>
            <a:custGeom>
              <a:avLst/>
              <a:gdLst>
                <a:gd name="connsiteX0" fmla="*/ 7191 w 28575"/>
                <a:gd name="connsiteY0" fmla="*/ 55645 h 57150"/>
                <a:gd name="connsiteX1" fmla="*/ 10792 w 28575"/>
                <a:gd name="connsiteY1" fmla="*/ 56883 h 57150"/>
                <a:gd name="connsiteX2" fmla="*/ 18164 w 28575"/>
                <a:gd name="connsiteY2" fmla="*/ 34795 h 57150"/>
                <a:gd name="connsiteX3" fmla="*/ 30889 w 28575"/>
                <a:gd name="connsiteY3" fmla="*/ 9725 h 57150"/>
                <a:gd name="connsiteX4" fmla="*/ 20612 w 28575"/>
                <a:gd name="connsiteY4" fmla="*/ 7144 h 57150"/>
                <a:gd name="connsiteX5" fmla="*/ 7191 w 28575"/>
                <a:gd name="connsiteY5" fmla="*/ 5564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57150">
                  <a:moveTo>
                    <a:pt x="7191" y="55645"/>
                  </a:moveTo>
                  <a:cubicBezTo>
                    <a:pt x="6763" y="57464"/>
                    <a:pt x="9334" y="59093"/>
                    <a:pt x="10792" y="56883"/>
                  </a:cubicBezTo>
                  <a:cubicBezTo>
                    <a:pt x="14802" y="50816"/>
                    <a:pt x="15364" y="41348"/>
                    <a:pt x="18164" y="34795"/>
                  </a:cubicBezTo>
                  <a:cubicBezTo>
                    <a:pt x="22126" y="25498"/>
                    <a:pt x="27127" y="18593"/>
                    <a:pt x="30889" y="9725"/>
                  </a:cubicBezTo>
                  <a:cubicBezTo>
                    <a:pt x="28594" y="9925"/>
                    <a:pt x="22879" y="7963"/>
                    <a:pt x="20612" y="7144"/>
                  </a:cubicBezTo>
                  <a:cubicBezTo>
                    <a:pt x="11220" y="16221"/>
                    <a:pt x="8582" y="49644"/>
                    <a:pt x="7191" y="5564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5F919557-C049-43D0-8B07-23D94C7876EE}"/>
                </a:ext>
              </a:extLst>
            </p:cNvPr>
            <p:cNvSpPr/>
            <p:nvPr/>
          </p:nvSpPr>
          <p:spPr>
            <a:xfrm>
              <a:off x="5118482" y="5461412"/>
              <a:ext cx="28575" cy="57150"/>
            </a:xfrm>
            <a:custGeom>
              <a:avLst/>
              <a:gdLst>
                <a:gd name="connsiteX0" fmla="*/ 7188 w 28575"/>
                <a:gd name="connsiteY0" fmla="*/ 52626 h 57150"/>
                <a:gd name="connsiteX1" fmla="*/ 10569 w 28575"/>
                <a:gd name="connsiteY1" fmla="*/ 53788 h 57150"/>
                <a:gd name="connsiteX2" fmla="*/ 17484 w 28575"/>
                <a:gd name="connsiteY2" fmla="*/ 33071 h 57150"/>
                <a:gd name="connsiteX3" fmla="*/ 29429 w 28575"/>
                <a:gd name="connsiteY3" fmla="*/ 9554 h 57150"/>
                <a:gd name="connsiteX4" fmla="*/ 19780 w 28575"/>
                <a:gd name="connsiteY4" fmla="*/ 7144 h 57150"/>
                <a:gd name="connsiteX5" fmla="*/ 7188 w 28575"/>
                <a:gd name="connsiteY5" fmla="*/ 52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57150">
                  <a:moveTo>
                    <a:pt x="7188" y="52626"/>
                  </a:moveTo>
                  <a:cubicBezTo>
                    <a:pt x="6788" y="54331"/>
                    <a:pt x="9198" y="55864"/>
                    <a:pt x="10569" y="53788"/>
                  </a:cubicBezTo>
                  <a:cubicBezTo>
                    <a:pt x="14341" y="48082"/>
                    <a:pt x="14865" y="39214"/>
                    <a:pt x="17484" y="33071"/>
                  </a:cubicBezTo>
                  <a:cubicBezTo>
                    <a:pt x="21209" y="24365"/>
                    <a:pt x="25895" y="17879"/>
                    <a:pt x="29429" y="9554"/>
                  </a:cubicBezTo>
                  <a:cubicBezTo>
                    <a:pt x="27267" y="9744"/>
                    <a:pt x="21914" y="7916"/>
                    <a:pt x="19780" y="7144"/>
                  </a:cubicBezTo>
                  <a:cubicBezTo>
                    <a:pt x="10979" y="15659"/>
                    <a:pt x="8493" y="47006"/>
                    <a:pt x="7188" y="5262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2040A8FB-3EEF-4904-86C8-CFEA2E6027B3}"/>
                </a:ext>
              </a:extLst>
            </p:cNvPr>
            <p:cNvSpPr/>
            <p:nvPr/>
          </p:nvSpPr>
          <p:spPr>
            <a:xfrm>
              <a:off x="5104119" y="5457040"/>
              <a:ext cx="28575" cy="66675"/>
            </a:xfrm>
            <a:custGeom>
              <a:avLst/>
              <a:gdLst>
                <a:gd name="connsiteX0" fmla="*/ 15931 w 28575"/>
                <a:gd name="connsiteY0" fmla="*/ 7144 h 66675"/>
                <a:gd name="connsiteX1" fmla="*/ 13522 w 28575"/>
                <a:gd name="connsiteY1" fmla="*/ 17259 h 66675"/>
                <a:gd name="connsiteX2" fmla="*/ 10693 w 28575"/>
                <a:gd name="connsiteY2" fmla="*/ 29204 h 66675"/>
                <a:gd name="connsiteX3" fmla="*/ 9273 w 28575"/>
                <a:gd name="connsiteY3" fmla="*/ 65475 h 66675"/>
                <a:gd name="connsiteX4" fmla="*/ 12702 w 28575"/>
                <a:gd name="connsiteY4" fmla="*/ 58750 h 66675"/>
                <a:gd name="connsiteX5" fmla="*/ 19265 w 28575"/>
                <a:gd name="connsiteY5" fmla="*/ 29680 h 66675"/>
                <a:gd name="connsiteX6" fmla="*/ 19961 w 28575"/>
                <a:gd name="connsiteY6" fmla="*/ 47711 h 66675"/>
                <a:gd name="connsiteX7" fmla="*/ 24837 w 28575"/>
                <a:gd name="connsiteY7" fmla="*/ 39700 h 66675"/>
                <a:gd name="connsiteX8" fmla="*/ 30438 w 28575"/>
                <a:gd name="connsiteY8" fmla="*/ 17116 h 66675"/>
                <a:gd name="connsiteX9" fmla="*/ 15931 w 28575"/>
                <a:gd name="connsiteY9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66675">
                  <a:moveTo>
                    <a:pt x="15931" y="7144"/>
                  </a:moveTo>
                  <a:cubicBezTo>
                    <a:pt x="15179" y="10458"/>
                    <a:pt x="14398" y="13868"/>
                    <a:pt x="13522" y="17259"/>
                  </a:cubicBezTo>
                  <a:cubicBezTo>
                    <a:pt x="12521" y="21241"/>
                    <a:pt x="11483" y="25298"/>
                    <a:pt x="10693" y="29204"/>
                  </a:cubicBezTo>
                  <a:cubicBezTo>
                    <a:pt x="10531" y="31232"/>
                    <a:pt x="3825" y="64227"/>
                    <a:pt x="9273" y="65475"/>
                  </a:cubicBezTo>
                  <a:cubicBezTo>
                    <a:pt x="11683" y="66027"/>
                    <a:pt x="12255" y="60712"/>
                    <a:pt x="12702" y="58750"/>
                  </a:cubicBezTo>
                  <a:cubicBezTo>
                    <a:pt x="14246" y="52006"/>
                    <a:pt x="17703" y="25346"/>
                    <a:pt x="19265" y="29680"/>
                  </a:cubicBezTo>
                  <a:cubicBezTo>
                    <a:pt x="19903" y="31470"/>
                    <a:pt x="15465" y="46539"/>
                    <a:pt x="19961" y="47711"/>
                  </a:cubicBezTo>
                  <a:cubicBezTo>
                    <a:pt x="21465" y="48111"/>
                    <a:pt x="23589" y="41377"/>
                    <a:pt x="24837" y="39700"/>
                  </a:cubicBezTo>
                  <a:cubicBezTo>
                    <a:pt x="32086" y="29947"/>
                    <a:pt x="31238" y="22879"/>
                    <a:pt x="30438" y="17116"/>
                  </a:cubicBezTo>
                  <a:cubicBezTo>
                    <a:pt x="25523" y="15354"/>
                    <a:pt x="18475" y="10811"/>
                    <a:pt x="15931" y="7144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8BC0722-567F-4AC0-9FE3-339274A8C82D}"/>
                </a:ext>
              </a:extLst>
            </p:cNvPr>
            <p:cNvSpPr/>
            <p:nvPr/>
          </p:nvSpPr>
          <p:spPr>
            <a:xfrm>
              <a:off x="5294959" y="5875626"/>
              <a:ext cx="66675" cy="85725"/>
            </a:xfrm>
            <a:custGeom>
              <a:avLst/>
              <a:gdLst>
                <a:gd name="connsiteX0" fmla="*/ 57015 w 66675"/>
                <a:gd name="connsiteY0" fmla="*/ 8792 h 85725"/>
                <a:gd name="connsiteX1" fmla="*/ 21706 w 66675"/>
                <a:gd name="connsiteY1" fmla="*/ 7144 h 85725"/>
                <a:gd name="connsiteX2" fmla="*/ 19477 w 66675"/>
                <a:gd name="connsiteY2" fmla="*/ 25051 h 85725"/>
                <a:gd name="connsiteX3" fmla="*/ 7695 w 66675"/>
                <a:gd name="connsiteY3" fmla="*/ 68361 h 85725"/>
                <a:gd name="connsiteX4" fmla="*/ 21887 w 66675"/>
                <a:gd name="connsiteY4" fmla="*/ 86735 h 85725"/>
                <a:gd name="connsiteX5" fmla="*/ 55034 w 66675"/>
                <a:gd name="connsiteY5" fmla="*/ 65970 h 85725"/>
                <a:gd name="connsiteX6" fmla="*/ 58253 w 66675"/>
                <a:gd name="connsiteY6" fmla="*/ 13478 h 85725"/>
                <a:gd name="connsiteX7" fmla="*/ 57015 w 66675"/>
                <a:gd name="connsiteY7" fmla="*/ 879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675" h="85725">
                  <a:moveTo>
                    <a:pt x="57015" y="8792"/>
                  </a:moveTo>
                  <a:lnTo>
                    <a:pt x="21706" y="7144"/>
                  </a:lnTo>
                  <a:cubicBezTo>
                    <a:pt x="22411" y="8201"/>
                    <a:pt x="22563" y="13745"/>
                    <a:pt x="19477" y="25051"/>
                  </a:cubicBezTo>
                  <a:cubicBezTo>
                    <a:pt x="16077" y="37510"/>
                    <a:pt x="9209" y="62065"/>
                    <a:pt x="7695" y="68361"/>
                  </a:cubicBezTo>
                  <a:cubicBezTo>
                    <a:pt x="5199" y="78829"/>
                    <a:pt x="11400" y="84268"/>
                    <a:pt x="21887" y="86735"/>
                  </a:cubicBezTo>
                  <a:cubicBezTo>
                    <a:pt x="30983" y="88887"/>
                    <a:pt x="52167" y="77648"/>
                    <a:pt x="55034" y="65970"/>
                  </a:cubicBezTo>
                  <a:cubicBezTo>
                    <a:pt x="56939" y="58236"/>
                    <a:pt x="67274" y="22203"/>
                    <a:pt x="58253" y="13478"/>
                  </a:cubicBezTo>
                  <a:lnTo>
                    <a:pt x="57015" y="8792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1354685-6723-4D93-A365-A3047C5DC7B3}"/>
                </a:ext>
              </a:extLst>
            </p:cNvPr>
            <p:cNvSpPr/>
            <p:nvPr/>
          </p:nvSpPr>
          <p:spPr>
            <a:xfrm>
              <a:off x="5294967" y="5768145"/>
              <a:ext cx="57150" cy="142875"/>
            </a:xfrm>
            <a:custGeom>
              <a:avLst/>
              <a:gdLst>
                <a:gd name="connsiteX0" fmla="*/ 54131 w 57150"/>
                <a:gd name="connsiteY0" fmla="*/ 89288 h 142875"/>
                <a:gd name="connsiteX1" fmla="*/ 53378 w 57150"/>
                <a:gd name="connsiteY1" fmla="*/ 7144 h 142875"/>
                <a:gd name="connsiteX2" fmla="*/ 7144 w 57150"/>
                <a:gd name="connsiteY2" fmla="*/ 11649 h 142875"/>
                <a:gd name="connsiteX3" fmla="*/ 21698 w 57150"/>
                <a:gd name="connsiteY3" fmla="*/ 114633 h 142875"/>
                <a:gd name="connsiteX4" fmla="*/ 19469 w 57150"/>
                <a:gd name="connsiteY4" fmla="*/ 132540 h 142875"/>
                <a:gd name="connsiteX5" fmla="*/ 32309 w 57150"/>
                <a:gd name="connsiteY5" fmla="*/ 132760 h 142875"/>
                <a:gd name="connsiteX6" fmla="*/ 53064 w 57150"/>
                <a:gd name="connsiteY6" fmla="*/ 135693 h 142875"/>
                <a:gd name="connsiteX7" fmla="*/ 59055 w 57150"/>
                <a:gd name="connsiteY7" fmla="*/ 108795 h 142875"/>
                <a:gd name="connsiteX8" fmla="*/ 54131 w 57150"/>
                <a:gd name="connsiteY8" fmla="*/ 892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50" h="142875">
                  <a:moveTo>
                    <a:pt x="54131" y="89288"/>
                  </a:moveTo>
                  <a:cubicBezTo>
                    <a:pt x="50863" y="62684"/>
                    <a:pt x="53378" y="7144"/>
                    <a:pt x="53378" y="7144"/>
                  </a:cubicBezTo>
                  <a:lnTo>
                    <a:pt x="7144" y="11649"/>
                  </a:lnTo>
                  <a:cubicBezTo>
                    <a:pt x="7144" y="11649"/>
                    <a:pt x="21012" y="88640"/>
                    <a:pt x="21698" y="114633"/>
                  </a:cubicBezTo>
                  <a:cubicBezTo>
                    <a:pt x="21822" y="119148"/>
                    <a:pt x="20784" y="124939"/>
                    <a:pt x="19469" y="132540"/>
                  </a:cubicBezTo>
                  <a:cubicBezTo>
                    <a:pt x="20641" y="134341"/>
                    <a:pt x="25146" y="131731"/>
                    <a:pt x="32309" y="132760"/>
                  </a:cubicBezTo>
                  <a:cubicBezTo>
                    <a:pt x="41243" y="134055"/>
                    <a:pt x="50140" y="138760"/>
                    <a:pt x="53064" y="135693"/>
                  </a:cubicBezTo>
                  <a:cubicBezTo>
                    <a:pt x="59589" y="128845"/>
                    <a:pt x="59550" y="115253"/>
                    <a:pt x="59055" y="108795"/>
                  </a:cubicBezTo>
                  <a:cubicBezTo>
                    <a:pt x="58322" y="99498"/>
                    <a:pt x="55683" y="102003"/>
                    <a:pt x="54131" y="89288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1B560F68-EAC4-4963-8272-5776E7678DEC}"/>
                </a:ext>
              </a:extLst>
            </p:cNvPr>
            <p:cNvSpPr/>
            <p:nvPr/>
          </p:nvSpPr>
          <p:spPr>
            <a:xfrm>
              <a:off x="5083417" y="5777185"/>
              <a:ext cx="104775" cy="76200"/>
            </a:xfrm>
            <a:custGeom>
              <a:avLst/>
              <a:gdLst>
                <a:gd name="connsiteX0" fmla="*/ 96060 w 104775"/>
                <a:gd name="connsiteY0" fmla="*/ 15707 h 76200"/>
                <a:gd name="connsiteX1" fmla="*/ 67971 w 104775"/>
                <a:gd name="connsiteY1" fmla="*/ 7144 h 76200"/>
                <a:gd name="connsiteX2" fmla="*/ 56912 w 104775"/>
                <a:gd name="connsiteY2" fmla="*/ 19469 h 76200"/>
                <a:gd name="connsiteX3" fmla="*/ 7144 w 104775"/>
                <a:gd name="connsiteY3" fmla="*/ 56197 h 76200"/>
                <a:gd name="connsiteX4" fmla="*/ 37081 w 104775"/>
                <a:gd name="connsiteY4" fmla="*/ 69323 h 76200"/>
                <a:gd name="connsiteX5" fmla="*/ 66113 w 104775"/>
                <a:gd name="connsiteY5" fmla="*/ 58055 h 76200"/>
                <a:gd name="connsiteX6" fmla="*/ 96088 w 104775"/>
                <a:gd name="connsiteY6" fmla="*/ 45453 h 76200"/>
                <a:gd name="connsiteX7" fmla="*/ 97184 w 104775"/>
                <a:gd name="connsiteY7" fmla="*/ 30023 h 76200"/>
                <a:gd name="connsiteX8" fmla="*/ 96060 w 104775"/>
                <a:gd name="connsiteY8" fmla="*/ 1570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4775" h="76200">
                  <a:moveTo>
                    <a:pt x="96060" y="15707"/>
                  </a:moveTo>
                  <a:lnTo>
                    <a:pt x="67971" y="7144"/>
                  </a:lnTo>
                  <a:cubicBezTo>
                    <a:pt x="67971" y="7144"/>
                    <a:pt x="61874" y="14631"/>
                    <a:pt x="56912" y="19469"/>
                  </a:cubicBezTo>
                  <a:cubicBezTo>
                    <a:pt x="47339" y="28785"/>
                    <a:pt x="7144" y="42996"/>
                    <a:pt x="7144" y="56197"/>
                  </a:cubicBezTo>
                  <a:cubicBezTo>
                    <a:pt x="7144" y="62875"/>
                    <a:pt x="23631" y="68866"/>
                    <a:pt x="37081" y="69323"/>
                  </a:cubicBezTo>
                  <a:cubicBezTo>
                    <a:pt x="50530" y="69780"/>
                    <a:pt x="60274" y="63303"/>
                    <a:pt x="66113" y="58055"/>
                  </a:cubicBezTo>
                  <a:cubicBezTo>
                    <a:pt x="72037" y="52816"/>
                    <a:pt x="93116" y="49559"/>
                    <a:pt x="96088" y="45453"/>
                  </a:cubicBezTo>
                  <a:cubicBezTo>
                    <a:pt x="101289" y="38310"/>
                    <a:pt x="98517" y="33652"/>
                    <a:pt x="97184" y="30023"/>
                  </a:cubicBezTo>
                  <a:cubicBezTo>
                    <a:pt x="95240" y="24755"/>
                    <a:pt x="96060" y="15707"/>
                    <a:pt x="96060" y="15707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5AB935C-1B5B-4EFA-9AA7-E2C3C2781D96}"/>
                </a:ext>
              </a:extLst>
            </p:cNvPr>
            <p:cNvSpPr/>
            <p:nvPr/>
          </p:nvSpPr>
          <p:spPr>
            <a:xfrm>
              <a:off x="5133185" y="5716968"/>
              <a:ext cx="66675" cy="95250"/>
            </a:xfrm>
            <a:custGeom>
              <a:avLst/>
              <a:gdLst>
                <a:gd name="connsiteX0" fmla="*/ 17269 w 66675"/>
                <a:gd name="connsiteY0" fmla="*/ 65970 h 95250"/>
                <a:gd name="connsiteX1" fmla="*/ 7144 w 66675"/>
                <a:gd name="connsiteY1" fmla="*/ 79677 h 95250"/>
                <a:gd name="connsiteX2" fmla="*/ 23641 w 66675"/>
                <a:gd name="connsiteY2" fmla="*/ 92659 h 95250"/>
                <a:gd name="connsiteX3" fmla="*/ 47415 w 66675"/>
                <a:gd name="connsiteY3" fmla="*/ 90230 h 95250"/>
                <a:gd name="connsiteX4" fmla="*/ 68732 w 66675"/>
                <a:gd name="connsiteY4" fmla="*/ 11649 h 95250"/>
                <a:gd name="connsiteX5" fmla="*/ 22908 w 66675"/>
                <a:gd name="connsiteY5" fmla="*/ 7144 h 95250"/>
                <a:gd name="connsiteX6" fmla="*/ 17269 w 66675"/>
                <a:gd name="connsiteY6" fmla="*/ 6597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95250">
                  <a:moveTo>
                    <a:pt x="17269" y="65970"/>
                  </a:moveTo>
                  <a:cubicBezTo>
                    <a:pt x="16154" y="70085"/>
                    <a:pt x="14344" y="72237"/>
                    <a:pt x="7144" y="79677"/>
                  </a:cubicBezTo>
                  <a:cubicBezTo>
                    <a:pt x="7144" y="79677"/>
                    <a:pt x="12897" y="87811"/>
                    <a:pt x="23641" y="92659"/>
                  </a:cubicBezTo>
                  <a:cubicBezTo>
                    <a:pt x="29718" y="95402"/>
                    <a:pt x="47415" y="90230"/>
                    <a:pt x="47415" y="90230"/>
                  </a:cubicBezTo>
                  <a:cubicBezTo>
                    <a:pt x="47415" y="69314"/>
                    <a:pt x="68732" y="27022"/>
                    <a:pt x="68732" y="11649"/>
                  </a:cubicBezTo>
                  <a:lnTo>
                    <a:pt x="22908" y="7144"/>
                  </a:lnTo>
                  <a:cubicBezTo>
                    <a:pt x="22917" y="7153"/>
                    <a:pt x="21164" y="51721"/>
                    <a:pt x="17269" y="65970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7652F34-C9BA-446A-9036-DADF3BB9A52C}"/>
                </a:ext>
              </a:extLst>
            </p:cNvPr>
            <p:cNvSpPr/>
            <p:nvPr/>
          </p:nvSpPr>
          <p:spPr>
            <a:xfrm>
              <a:off x="5106324" y="5391251"/>
              <a:ext cx="85725" cy="95250"/>
            </a:xfrm>
            <a:custGeom>
              <a:avLst/>
              <a:gdLst>
                <a:gd name="connsiteX0" fmla="*/ 7144 w 85725"/>
                <a:gd name="connsiteY0" fmla="*/ 78381 h 95250"/>
                <a:gd name="connsiteX1" fmla="*/ 35128 w 85725"/>
                <a:gd name="connsiteY1" fmla="*/ 97355 h 95250"/>
                <a:gd name="connsiteX2" fmla="*/ 84677 w 85725"/>
                <a:gd name="connsiteY2" fmla="*/ 21289 h 95250"/>
                <a:gd name="connsiteX3" fmla="*/ 45939 w 85725"/>
                <a:gd name="connsiteY3" fmla="*/ 7144 h 95250"/>
                <a:gd name="connsiteX4" fmla="*/ 7144 w 85725"/>
                <a:gd name="connsiteY4" fmla="*/ 7838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7144" y="78381"/>
                  </a:moveTo>
                  <a:cubicBezTo>
                    <a:pt x="28442" y="89078"/>
                    <a:pt x="34519" y="96222"/>
                    <a:pt x="35128" y="97355"/>
                  </a:cubicBezTo>
                  <a:cubicBezTo>
                    <a:pt x="52902" y="76771"/>
                    <a:pt x="68971" y="47263"/>
                    <a:pt x="84677" y="21289"/>
                  </a:cubicBezTo>
                  <a:lnTo>
                    <a:pt x="45939" y="7144"/>
                  </a:lnTo>
                  <a:cubicBezTo>
                    <a:pt x="33833" y="30347"/>
                    <a:pt x="19126" y="58093"/>
                    <a:pt x="7144" y="783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F3C487A-FBF5-43D5-BEE8-91370E45CA3A}"/>
                </a:ext>
              </a:extLst>
            </p:cNvPr>
            <p:cNvSpPr/>
            <p:nvPr/>
          </p:nvSpPr>
          <p:spPr>
            <a:xfrm>
              <a:off x="5112316" y="5242328"/>
              <a:ext cx="142875" cy="238125"/>
            </a:xfrm>
            <a:custGeom>
              <a:avLst/>
              <a:gdLst>
                <a:gd name="connsiteX0" fmla="*/ 7144 w 142875"/>
                <a:gd name="connsiteY0" fmla="*/ 213293 h 238125"/>
                <a:gd name="connsiteX1" fmla="*/ 38776 w 142875"/>
                <a:gd name="connsiteY1" fmla="*/ 238582 h 238125"/>
                <a:gd name="connsiteX2" fmla="*/ 144294 w 142875"/>
                <a:gd name="connsiteY2" fmla="*/ 29899 h 238125"/>
                <a:gd name="connsiteX3" fmla="*/ 113614 w 142875"/>
                <a:gd name="connsiteY3" fmla="*/ 7144 h 238125"/>
                <a:gd name="connsiteX4" fmla="*/ 7144 w 142875"/>
                <a:gd name="connsiteY4" fmla="*/ 213293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238125">
                  <a:moveTo>
                    <a:pt x="7144" y="213293"/>
                  </a:moveTo>
                  <a:cubicBezTo>
                    <a:pt x="32338" y="224971"/>
                    <a:pt x="38005" y="237334"/>
                    <a:pt x="38776" y="238582"/>
                  </a:cubicBezTo>
                  <a:cubicBezTo>
                    <a:pt x="59484" y="214074"/>
                    <a:pt x="142751" y="34366"/>
                    <a:pt x="144294" y="29899"/>
                  </a:cubicBezTo>
                  <a:cubicBezTo>
                    <a:pt x="134646" y="28413"/>
                    <a:pt x="114395" y="7144"/>
                    <a:pt x="113614" y="7144"/>
                  </a:cubicBezTo>
                  <a:cubicBezTo>
                    <a:pt x="82239" y="7144"/>
                    <a:pt x="25632" y="180165"/>
                    <a:pt x="7144" y="213293"/>
                  </a:cubicBez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B435362-5DAC-480F-8BAB-17E9DE7DEB83}"/>
                </a:ext>
              </a:extLst>
            </p:cNvPr>
            <p:cNvSpPr/>
            <p:nvPr/>
          </p:nvSpPr>
          <p:spPr>
            <a:xfrm>
              <a:off x="5143110" y="5494597"/>
              <a:ext cx="123825" cy="247650"/>
            </a:xfrm>
            <a:custGeom>
              <a:avLst/>
              <a:gdLst>
                <a:gd name="connsiteX0" fmla="*/ 45929 w 123825"/>
                <a:gd name="connsiteY0" fmla="*/ 7144 h 247650"/>
                <a:gd name="connsiteX1" fmla="*/ 7144 w 123825"/>
                <a:gd name="connsiteY1" fmla="*/ 234039 h 247650"/>
                <a:gd name="connsiteX2" fmla="*/ 64503 w 123825"/>
                <a:gd name="connsiteY2" fmla="*/ 243983 h 247650"/>
                <a:gd name="connsiteX3" fmla="*/ 121929 w 123825"/>
                <a:gd name="connsiteY3" fmla="*/ 29766 h 247650"/>
                <a:gd name="connsiteX4" fmla="*/ 45929 w 123825"/>
                <a:gd name="connsiteY4" fmla="*/ 714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247650">
                  <a:moveTo>
                    <a:pt x="45929" y="7144"/>
                  </a:moveTo>
                  <a:cubicBezTo>
                    <a:pt x="44520" y="14878"/>
                    <a:pt x="14916" y="157848"/>
                    <a:pt x="7144" y="234039"/>
                  </a:cubicBezTo>
                  <a:cubicBezTo>
                    <a:pt x="20260" y="251670"/>
                    <a:pt x="64503" y="243983"/>
                    <a:pt x="64503" y="243983"/>
                  </a:cubicBezTo>
                  <a:cubicBezTo>
                    <a:pt x="64503" y="243983"/>
                    <a:pt x="121929" y="103880"/>
                    <a:pt x="121929" y="29766"/>
                  </a:cubicBezTo>
                  <a:cubicBezTo>
                    <a:pt x="120806" y="23736"/>
                    <a:pt x="49521" y="10078"/>
                    <a:pt x="45929" y="7144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B46D28A-DEFA-4755-9DA3-169CAD076FE7}"/>
                </a:ext>
              </a:extLst>
            </p:cNvPr>
            <p:cNvSpPr/>
            <p:nvPr/>
          </p:nvSpPr>
          <p:spPr>
            <a:xfrm>
              <a:off x="5244808" y="5519400"/>
              <a:ext cx="114300" cy="276225"/>
            </a:xfrm>
            <a:custGeom>
              <a:avLst/>
              <a:gdLst>
                <a:gd name="connsiteX0" fmla="*/ 7144 w 114300"/>
                <a:gd name="connsiteY0" fmla="*/ 7144 h 276225"/>
                <a:gd name="connsiteX1" fmla="*/ 50625 w 114300"/>
                <a:gd name="connsiteY1" fmla="*/ 266472 h 276225"/>
                <a:gd name="connsiteX2" fmla="*/ 116662 w 114300"/>
                <a:gd name="connsiteY2" fmla="*/ 270148 h 276225"/>
                <a:gd name="connsiteX3" fmla="*/ 93859 w 114300"/>
                <a:gd name="connsiteY3" fmla="*/ 17164 h 276225"/>
                <a:gd name="connsiteX4" fmla="*/ 7144 w 114300"/>
                <a:gd name="connsiteY4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76225">
                  <a:moveTo>
                    <a:pt x="7144" y="7144"/>
                  </a:moveTo>
                  <a:cubicBezTo>
                    <a:pt x="7944" y="14307"/>
                    <a:pt x="49997" y="265652"/>
                    <a:pt x="50625" y="266472"/>
                  </a:cubicBezTo>
                  <a:cubicBezTo>
                    <a:pt x="74152" y="288246"/>
                    <a:pt x="116034" y="270872"/>
                    <a:pt x="116662" y="270148"/>
                  </a:cubicBezTo>
                  <a:cubicBezTo>
                    <a:pt x="116662" y="270148"/>
                    <a:pt x="95374" y="33633"/>
                    <a:pt x="93859" y="17164"/>
                  </a:cubicBezTo>
                  <a:cubicBezTo>
                    <a:pt x="81953" y="24412"/>
                    <a:pt x="14592" y="12983"/>
                    <a:pt x="7144" y="7144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4117B3D-14AE-4062-B76B-D5231F0D8173}"/>
                </a:ext>
              </a:extLst>
            </p:cNvPr>
            <p:cNvSpPr/>
            <p:nvPr/>
          </p:nvSpPr>
          <p:spPr>
            <a:xfrm>
              <a:off x="5180905" y="5240117"/>
              <a:ext cx="171450" cy="304800"/>
            </a:xfrm>
            <a:custGeom>
              <a:avLst/>
              <a:gdLst>
                <a:gd name="connsiteX0" fmla="*/ 60484 w 171450"/>
                <a:gd name="connsiteY0" fmla="*/ 7154 h 304800"/>
                <a:gd name="connsiteX1" fmla="*/ 13363 w 171450"/>
                <a:gd name="connsiteY1" fmla="*/ 94831 h 304800"/>
                <a:gd name="connsiteX2" fmla="*/ 7144 w 171450"/>
                <a:gd name="connsiteY2" fmla="*/ 263729 h 304800"/>
                <a:gd name="connsiteX3" fmla="*/ 160991 w 171450"/>
                <a:gd name="connsiteY3" fmla="*/ 300085 h 304800"/>
                <a:gd name="connsiteX4" fmla="*/ 149714 w 171450"/>
                <a:gd name="connsiteY4" fmla="*/ 45320 h 304800"/>
                <a:gd name="connsiteX5" fmla="*/ 60484 w 171450"/>
                <a:gd name="connsiteY5" fmla="*/ 7154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304800">
                  <a:moveTo>
                    <a:pt x="60484" y="7154"/>
                  </a:moveTo>
                  <a:cubicBezTo>
                    <a:pt x="23203" y="6192"/>
                    <a:pt x="13363" y="76400"/>
                    <a:pt x="13363" y="94831"/>
                  </a:cubicBezTo>
                  <a:cubicBezTo>
                    <a:pt x="13363" y="133693"/>
                    <a:pt x="7144" y="263729"/>
                    <a:pt x="7144" y="263729"/>
                  </a:cubicBezTo>
                  <a:cubicBezTo>
                    <a:pt x="41434" y="308649"/>
                    <a:pt x="160991" y="300085"/>
                    <a:pt x="160991" y="300085"/>
                  </a:cubicBezTo>
                  <a:cubicBezTo>
                    <a:pt x="160991" y="300085"/>
                    <a:pt x="174869" y="141837"/>
                    <a:pt x="149714" y="45320"/>
                  </a:cubicBezTo>
                  <a:cubicBezTo>
                    <a:pt x="147066" y="35138"/>
                    <a:pt x="146809" y="9354"/>
                    <a:pt x="60484" y="7154"/>
                  </a:cubicBez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3143591-1317-47B3-A94B-D64B5235B703}"/>
                </a:ext>
              </a:extLst>
            </p:cNvPr>
            <p:cNvSpPr/>
            <p:nvPr/>
          </p:nvSpPr>
          <p:spPr>
            <a:xfrm>
              <a:off x="5191678" y="5338254"/>
              <a:ext cx="152400" cy="66675"/>
            </a:xfrm>
            <a:custGeom>
              <a:avLst/>
              <a:gdLst>
                <a:gd name="connsiteX0" fmla="*/ 7144 w 152400"/>
                <a:gd name="connsiteY0" fmla="*/ 62779 h 66675"/>
                <a:gd name="connsiteX1" fmla="*/ 152295 w 152400"/>
                <a:gd name="connsiteY1" fmla="*/ 47339 h 66675"/>
                <a:gd name="connsiteX2" fmla="*/ 147428 w 152400"/>
                <a:gd name="connsiteY2" fmla="*/ 7144 h 66675"/>
                <a:gd name="connsiteX3" fmla="*/ 7144 w 152400"/>
                <a:gd name="connsiteY3" fmla="*/ 6277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66675">
                  <a:moveTo>
                    <a:pt x="7144" y="62779"/>
                  </a:moveTo>
                  <a:cubicBezTo>
                    <a:pt x="110785" y="65770"/>
                    <a:pt x="152295" y="47339"/>
                    <a:pt x="152295" y="47339"/>
                  </a:cubicBezTo>
                  <a:cubicBezTo>
                    <a:pt x="151571" y="28451"/>
                    <a:pt x="150314" y="25746"/>
                    <a:pt x="147428" y="7144"/>
                  </a:cubicBezTo>
                  <a:cubicBezTo>
                    <a:pt x="113872" y="33919"/>
                    <a:pt x="48454" y="56712"/>
                    <a:pt x="7144" y="62779"/>
                  </a:cubicBez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E531CF45-D1A0-4E01-83E0-A4374049A677}"/>
                </a:ext>
              </a:extLst>
            </p:cNvPr>
            <p:cNvSpPr/>
            <p:nvPr/>
          </p:nvSpPr>
          <p:spPr>
            <a:xfrm>
              <a:off x="5187970" y="5298513"/>
              <a:ext cx="114300" cy="66675"/>
            </a:xfrm>
            <a:custGeom>
              <a:avLst/>
              <a:gdLst>
                <a:gd name="connsiteX0" fmla="*/ 7195 w 114300"/>
                <a:gd name="connsiteY0" fmla="*/ 68659 h 66675"/>
                <a:gd name="connsiteX1" fmla="*/ 107188 w 114300"/>
                <a:gd name="connsiteY1" fmla="*/ 9184 h 66675"/>
                <a:gd name="connsiteX2" fmla="*/ 7195 w 114300"/>
                <a:gd name="connsiteY2" fmla="*/ 6865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95" y="68659"/>
                  </a:moveTo>
                  <a:cubicBezTo>
                    <a:pt x="31550" y="37217"/>
                    <a:pt x="78070" y="13490"/>
                    <a:pt x="107188" y="9184"/>
                  </a:cubicBezTo>
                  <a:cubicBezTo>
                    <a:pt x="34712" y="-3303"/>
                    <a:pt x="5756" y="44627"/>
                    <a:pt x="7195" y="68659"/>
                  </a:cubicBez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601F334C-CEB4-4B60-BC75-0FA8E89499CF}"/>
                </a:ext>
              </a:extLst>
            </p:cNvPr>
            <p:cNvSpPr/>
            <p:nvPr/>
          </p:nvSpPr>
          <p:spPr>
            <a:xfrm>
              <a:off x="5224600" y="5239232"/>
              <a:ext cx="85725" cy="57150"/>
            </a:xfrm>
            <a:custGeom>
              <a:avLst/>
              <a:gdLst>
                <a:gd name="connsiteX0" fmla="*/ 69624 w 85725"/>
                <a:gd name="connsiteY0" fmla="*/ 11163 h 57150"/>
                <a:gd name="connsiteX1" fmla="*/ 71986 w 85725"/>
                <a:gd name="connsiteY1" fmla="*/ 21384 h 57150"/>
                <a:gd name="connsiteX2" fmla="*/ 24971 w 85725"/>
                <a:gd name="connsiteY2" fmla="*/ 22222 h 57150"/>
                <a:gd name="connsiteX3" fmla="*/ 31515 w 85725"/>
                <a:gd name="connsiteY3" fmla="*/ 7144 h 57150"/>
                <a:gd name="connsiteX4" fmla="*/ 13532 w 85725"/>
                <a:gd name="connsiteY4" fmla="*/ 16373 h 57150"/>
                <a:gd name="connsiteX5" fmla="*/ 7540 w 85725"/>
                <a:gd name="connsiteY5" fmla="*/ 36509 h 57150"/>
                <a:gd name="connsiteX6" fmla="*/ 24180 w 85725"/>
                <a:gd name="connsiteY6" fmla="*/ 27870 h 57150"/>
                <a:gd name="connsiteX7" fmla="*/ 26238 w 85725"/>
                <a:gd name="connsiteY7" fmla="*/ 50635 h 57150"/>
                <a:gd name="connsiteX8" fmla="*/ 70758 w 85725"/>
                <a:gd name="connsiteY8" fmla="*/ 36643 h 57150"/>
                <a:gd name="connsiteX9" fmla="*/ 69624 w 85725"/>
                <a:gd name="connsiteY9" fmla="*/ 1116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57150">
                  <a:moveTo>
                    <a:pt x="69624" y="11163"/>
                  </a:moveTo>
                  <a:cubicBezTo>
                    <a:pt x="69624" y="11163"/>
                    <a:pt x="70157" y="19374"/>
                    <a:pt x="71986" y="21384"/>
                  </a:cubicBezTo>
                  <a:cubicBezTo>
                    <a:pt x="60423" y="35614"/>
                    <a:pt x="26505" y="31032"/>
                    <a:pt x="24971" y="22222"/>
                  </a:cubicBezTo>
                  <a:cubicBezTo>
                    <a:pt x="24771" y="21603"/>
                    <a:pt x="31410" y="8801"/>
                    <a:pt x="31515" y="7144"/>
                  </a:cubicBezTo>
                  <a:cubicBezTo>
                    <a:pt x="22447" y="10716"/>
                    <a:pt x="13532" y="16373"/>
                    <a:pt x="13532" y="16373"/>
                  </a:cubicBezTo>
                  <a:cubicBezTo>
                    <a:pt x="8245" y="20317"/>
                    <a:pt x="6207" y="33957"/>
                    <a:pt x="7540" y="36509"/>
                  </a:cubicBezTo>
                  <a:cubicBezTo>
                    <a:pt x="10903" y="31918"/>
                    <a:pt x="24180" y="27870"/>
                    <a:pt x="24180" y="27870"/>
                  </a:cubicBezTo>
                  <a:cubicBezTo>
                    <a:pt x="28019" y="34976"/>
                    <a:pt x="26238" y="50635"/>
                    <a:pt x="26238" y="50635"/>
                  </a:cubicBezTo>
                  <a:cubicBezTo>
                    <a:pt x="46383" y="50635"/>
                    <a:pt x="66652" y="39938"/>
                    <a:pt x="70758" y="36643"/>
                  </a:cubicBezTo>
                  <a:cubicBezTo>
                    <a:pt x="88903" y="22088"/>
                    <a:pt x="73520" y="8744"/>
                    <a:pt x="69624" y="1116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D53E75F-E6AA-4ADB-A46B-CEF2DA334BF3}"/>
                </a:ext>
              </a:extLst>
            </p:cNvPr>
            <p:cNvSpPr/>
            <p:nvPr/>
          </p:nvSpPr>
          <p:spPr>
            <a:xfrm>
              <a:off x="5241637" y="5214753"/>
              <a:ext cx="57150" cy="57150"/>
            </a:xfrm>
            <a:custGeom>
              <a:avLst/>
              <a:gdLst>
                <a:gd name="connsiteX0" fmla="*/ 9201 w 57150"/>
                <a:gd name="connsiteY0" fmla="*/ 17936 h 57150"/>
                <a:gd name="connsiteX1" fmla="*/ 7144 w 57150"/>
                <a:gd name="connsiteY1" fmla="*/ 46777 h 57150"/>
                <a:gd name="connsiteX2" fmla="*/ 54950 w 57150"/>
                <a:gd name="connsiteY2" fmla="*/ 45853 h 57150"/>
                <a:gd name="connsiteX3" fmla="*/ 56979 w 57150"/>
                <a:gd name="connsiteY3" fmla="*/ 7144 h 57150"/>
                <a:gd name="connsiteX4" fmla="*/ 9201 w 57150"/>
                <a:gd name="connsiteY4" fmla="*/ 179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9201" y="17936"/>
                  </a:moveTo>
                  <a:cubicBezTo>
                    <a:pt x="9097" y="19593"/>
                    <a:pt x="13907" y="37729"/>
                    <a:pt x="7144" y="46777"/>
                  </a:cubicBezTo>
                  <a:cubicBezTo>
                    <a:pt x="8677" y="55588"/>
                    <a:pt x="43387" y="60084"/>
                    <a:pt x="54950" y="45853"/>
                  </a:cubicBezTo>
                  <a:cubicBezTo>
                    <a:pt x="51264" y="41462"/>
                    <a:pt x="51473" y="17650"/>
                    <a:pt x="56979" y="7144"/>
                  </a:cubicBezTo>
                  <a:cubicBezTo>
                    <a:pt x="53816" y="8468"/>
                    <a:pt x="18002" y="19269"/>
                    <a:pt x="9201" y="1793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A51F0552-77AD-4319-BE38-2712450740CD}"/>
                </a:ext>
              </a:extLst>
            </p:cNvPr>
            <p:cNvSpPr/>
            <p:nvPr/>
          </p:nvSpPr>
          <p:spPr>
            <a:xfrm>
              <a:off x="5209611" y="5138109"/>
              <a:ext cx="95250" cy="123825"/>
            </a:xfrm>
            <a:custGeom>
              <a:avLst/>
              <a:gdLst>
                <a:gd name="connsiteX0" fmla="*/ 59429 w 95250"/>
                <a:gd name="connsiteY0" fmla="*/ 8016 h 123825"/>
                <a:gd name="connsiteX1" fmla="*/ 10528 w 95250"/>
                <a:gd name="connsiteY1" fmla="*/ 30790 h 123825"/>
                <a:gd name="connsiteX2" fmla="*/ 8565 w 95250"/>
                <a:gd name="connsiteY2" fmla="*/ 60289 h 123825"/>
                <a:gd name="connsiteX3" fmla="*/ 25539 w 95250"/>
                <a:gd name="connsiteY3" fmla="*/ 119049 h 123825"/>
                <a:gd name="connsiteX4" fmla="*/ 32692 w 95250"/>
                <a:gd name="connsiteY4" fmla="*/ 123107 h 123825"/>
                <a:gd name="connsiteX5" fmla="*/ 87337 w 95250"/>
                <a:gd name="connsiteY5" fmla="*/ 84388 h 123825"/>
                <a:gd name="connsiteX6" fmla="*/ 90966 w 95250"/>
                <a:gd name="connsiteY6" fmla="*/ 58727 h 123825"/>
                <a:gd name="connsiteX7" fmla="*/ 59429 w 95250"/>
                <a:gd name="connsiteY7" fmla="*/ 8016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250" h="123825">
                  <a:moveTo>
                    <a:pt x="59429" y="8016"/>
                  </a:moveTo>
                  <a:cubicBezTo>
                    <a:pt x="38150" y="5025"/>
                    <a:pt x="16995" y="9045"/>
                    <a:pt x="10528" y="30790"/>
                  </a:cubicBezTo>
                  <a:cubicBezTo>
                    <a:pt x="8222" y="38572"/>
                    <a:pt x="11594" y="49955"/>
                    <a:pt x="8565" y="60289"/>
                  </a:cubicBezTo>
                  <a:cubicBezTo>
                    <a:pt x="3403" y="77806"/>
                    <a:pt x="13042" y="104733"/>
                    <a:pt x="25539" y="119049"/>
                  </a:cubicBezTo>
                  <a:cubicBezTo>
                    <a:pt x="27434" y="121221"/>
                    <a:pt x="29949" y="122621"/>
                    <a:pt x="32692" y="123107"/>
                  </a:cubicBezTo>
                  <a:cubicBezTo>
                    <a:pt x="47885" y="125793"/>
                    <a:pt x="84699" y="103047"/>
                    <a:pt x="87337" y="84388"/>
                  </a:cubicBezTo>
                  <a:cubicBezTo>
                    <a:pt x="87337" y="84388"/>
                    <a:pt x="90928" y="58975"/>
                    <a:pt x="90966" y="58727"/>
                  </a:cubicBezTo>
                  <a:cubicBezTo>
                    <a:pt x="94462" y="33991"/>
                    <a:pt x="82317" y="11255"/>
                    <a:pt x="59429" y="801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8FFED77-3AAE-4ECD-AD5A-959FA61DED43}"/>
                </a:ext>
              </a:extLst>
            </p:cNvPr>
            <p:cNvSpPr/>
            <p:nvPr/>
          </p:nvSpPr>
          <p:spPr>
            <a:xfrm>
              <a:off x="5208207" y="5114626"/>
              <a:ext cx="114300" cy="114300"/>
            </a:xfrm>
            <a:custGeom>
              <a:avLst/>
              <a:gdLst>
                <a:gd name="connsiteX0" fmla="*/ 7875 w 114300"/>
                <a:gd name="connsiteY0" fmla="*/ 44815 h 114300"/>
                <a:gd name="connsiteX1" fmla="*/ 84922 w 114300"/>
                <a:gd name="connsiteY1" fmla="*/ 66084 h 114300"/>
                <a:gd name="connsiteX2" fmla="*/ 88256 w 114300"/>
                <a:gd name="connsiteY2" fmla="*/ 110004 h 114300"/>
                <a:gd name="connsiteX3" fmla="*/ 103210 w 114300"/>
                <a:gd name="connsiteY3" fmla="*/ 24460 h 114300"/>
                <a:gd name="connsiteX4" fmla="*/ 7875 w 114300"/>
                <a:gd name="connsiteY4" fmla="*/ 4481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14300">
                  <a:moveTo>
                    <a:pt x="7875" y="44815"/>
                  </a:moveTo>
                  <a:cubicBezTo>
                    <a:pt x="6579" y="52397"/>
                    <a:pt x="-955" y="79933"/>
                    <a:pt x="84922" y="66084"/>
                  </a:cubicBezTo>
                  <a:cubicBezTo>
                    <a:pt x="95304" y="82276"/>
                    <a:pt x="88256" y="110004"/>
                    <a:pt x="88256" y="110004"/>
                  </a:cubicBezTo>
                  <a:cubicBezTo>
                    <a:pt x="112049" y="93964"/>
                    <a:pt x="124946" y="50015"/>
                    <a:pt x="103210" y="24460"/>
                  </a:cubicBezTo>
                  <a:cubicBezTo>
                    <a:pt x="74788" y="-8973"/>
                    <a:pt x="13790" y="10496"/>
                    <a:pt x="7875" y="44815"/>
                  </a:cubicBezTo>
                  <a:close/>
                </a:path>
              </a:pathLst>
            </a:custGeom>
            <a:solidFill>
              <a:srgbClr val="713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A36D6C24-CC58-4D1C-9C24-FF8B10C06D56}"/>
                </a:ext>
              </a:extLst>
            </p:cNvPr>
            <p:cNvSpPr/>
            <p:nvPr/>
          </p:nvSpPr>
          <p:spPr>
            <a:xfrm>
              <a:off x="5287452" y="5177875"/>
              <a:ext cx="28575" cy="47625"/>
            </a:xfrm>
            <a:custGeom>
              <a:avLst/>
              <a:gdLst>
                <a:gd name="connsiteX0" fmla="*/ 14888 w 28575"/>
                <a:gd name="connsiteY0" fmla="*/ 7464 h 47625"/>
                <a:gd name="connsiteX1" fmla="*/ 7144 w 28575"/>
                <a:gd name="connsiteY1" fmla="*/ 9188 h 47625"/>
                <a:gd name="connsiteX2" fmla="*/ 8915 w 28575"/>
                <a:gd name="connsiteY2" fmla="*/ 41345 h 47625"/>
                <a:gd name="connsiteX3" fmla="*/ 21317 w 28575"/>
                <a:gd name="connsiteY3" fmla="*/ 22571 h 47625"/>
                <a:gd name="connsiteX4" fmla="*/ 14888 w 28575"/>
                <a:gd name="connsiteY4" fmla="*/ 746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47625">
                  <a:moveTo>
                    <a:pt x="14888" y="7464"/>
                  </a:moveTo>
                  <a:cubicBezTo>
                    <a:pt x="11421" y="6712"/>
                    <a:pt x="8420" y="7283"/>
                    <a:pt x="7144" y="9188"/>
                  </a:cubicBezTo>
                  <a:cubicBezTo>
                    <a:pt x="12811" y="18685"/>
                    <a:pt x="7601" y="34277"/>
                    <a:pt x="8915" y="41345"/>
                  </a:cubicBezTo>
                  <a:cubicBezTo>
                    <a:pt x="14373" y="40535"/>
                    <a:pt x="20689" y="27895"/>
                    <a:pt x="21317" y="22571"/>
                  </a:cubicBezTo>
                  <a:cubicBezTo>
                    <a:pt x="21993" y="16922"/>
                    <a:pt x="20431" y="8655"/>
                    <a:pt x="14888" y="7464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A83C700-2490-4A7D-A64E-7C37225421F9}"/>
                </a:ext>
              </a:extLst>
            </p:cNvPr>
            <p:cNvSpPr/>
            <p:nvPr/>
          </p:nvSpPr>
          <p:spPr>
            <a:xfrm>
              <a:off x="5061057" y="5364881"/>
              <a:ext cx="38100" cy="28575"/>
            </a:xfrm>
            <a:custGeom>
              <a:avLst/>
              <a:gdLst>
                <a:gd name="connsiteX0" fmla="*/ 7281 w 38100"/>
                <a:gd name="connsiteY0" fmla="*/ 9615 h 28575"/>
                <a:gd name="connsiteX1" fmla="*/ 19940 w 38100"/>
                <a:gd name="connsiteY1" fmla="*/ 22007 h 28575"/>
                <a:gd name="connsiteX2" fmla="*/ 34875 w 38100"/>
                <a:gd name="connsiteY2" fmla="*/ 16254 h 28575"/>
                <a:gd name="connsiteX3" fmla="*/ 15416 w 38100"/>
                <a:gd name="connsiteY3" fmla="*/ 9796 h 28575"/>
                <a:gd name="connsiteX4" fmla="*/ 7281 w 38100"/>
                <a:gd name="connsiteY4" fmla="*/ 961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281" y="9615"/>
                  </a:moveTo>
                  <a:cubicBezTo>
                    <a:pt x="5796" y="12501"/>
                    <a:pt x="16759" y="21512"/>
                    <a:pt x="19940" y="22007"/>
                  </a:cubicBezTo>
                  <a:cubicBezTo>
                    <a:pt x="27922" y="20893"/>
                    <a:pt x="27246" y="16235"/>
                    <a:pt x="34875" y="16254"/>
                  </a:cubicBezTo>
                  <a:cubicBezTo>
                    <a:pt x="28236" y="15264"/>
                    <a:pt x="21464" y="12768"/>
                    <a:pt x="15416" y="9796"/>
                  </a:cubicBezTo>
                  <a:cubicBezTo>
                    <a:pt x="12206" y="7939"/>
                    <a:pt x="9215" y="4986"/>
                    <a:pt x="7281" y="961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33935-7D57-4DB2-A16E-463DBA137A6B}"/>
                </a:ext>
              </a:extLst>
            </p:cNvPr>
            <p:cNvSpPr/>
            <p:nvPr/>
          </p:nvSpPr>
          <p:spPr>
            <a:xfrm>
              <a:off x="5082150" y="5359275"/>
              <a:ext cx="66675" cy="66675"/>
            </a:xfrm>
            <a:custGeom>
              <a:avLst/>
              <a:gdLst>
                <a:gd name="connsiteX0" fmla="*/ 8106 w 66675"/>
                <a:gd name="connsiteY0" fmla="*/ 16993 h 66675"/>
                <a:gd name="connsiteX1" fmla="*/ 7144 w 66675"/>
                <a:gd name="connsiteY1" fmla="*/ 59789 h 66675"/>
                <a:gd name="connsiteX2" fmla="*/ 61103 w 66675"/>
                <a:gd name="connsiteY2" fmla="*/ 54493 h 66675"/>
                <a:gd name="connsiteX3" fmla="*/ 47701 w 66675"/>
                <a:gd name="connsiteY3" fmla="*/ 7144 h 66675"/>
                <a:gd name="connsiteX4" fmla="*/ 8106 w 66675"/>
                <a:gd name="connsiteY4" fmla="*/ 16993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66675">
                  <a:moveTo>
                    <a:pt x="8106" y="16993"/>
                  </a:moveTo>
                  <a:cubicBezTo>
                    <a:pt x="14164" y="40034"/>
                    <a:pt x="7611" y="58579"/>
                    <a:pt x="7144" y="59789"/>
                  </a:cubicBezTo>
                  <a:cubicBezTo>
                    <a:pt x="23546" y="59636"/>
                    <a:pt x="42272" y="57407"/>
                    <a:pt x="61103" y="54493"/>
                  </a:cubicBezTo>
                  <a:lnTo>
                    <a:pt x="47701" y="7144"/>
                  </a:lnTo>
                  <a:cubicBezTo>
                    <a:pt x="34090" y="10944"/>
                    <a:pt x="20736" y="14573"/>
                    <a:pt x="8106" y="1699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C5B01006-EA83-42EE-A4E6-7F0FC33A7B47}"/>
                </a:ext>
              </a:extLst>
            </p:cNvPr>
            <p:cNvSpPr/>
            <p:nvPr/>
          </p:nvSpPr>
          <p:spPr>
            <a:xfrm>
              <a:off x="5104229" y="5275312"/>
              <a:ext cx="238125" cy="142875"/>
            </a:xfrm>
            <a:custGeom>
              <a:avLst/>
              <a:gdLst>
                <a:gd name="connsiteX0" fmla="*/ 7144 w 238125"/>
                <a:gd name="connsiteY0" fmla="*/ 94498 h 142875"/>
                <a:gd name="connsiteX1" fmla="*/ 10382 w 238125"/>
                <a:gd name="connsiteY1" fmla="*/ 124578 h 142875"/>
                <a:gd name="connsiteX2" fmla="*/ 7344 w 238125"/>
                <a:gd name="connsiteY2" fmla="*/ 144447 h 142875"/>
                <a:gd name="connsiteX3" fmla="*/ 238039 w 238125"/>
                <a:gd name="connsiteY3" fmla="*/ 90669 h 142875"/>
                <a:gd name="connsiteX4" fmla="*/ 221828 w 238125"/>
                <a:gd name="connsiteY4" fmla="*/ 7144 h 142875"/>
                <a:gd name="connsiteX5" fmla="*/ 7144 w 238125"/>
                <a:gd name="connsiteY5" fmla="*/ 9449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25" h="142875">
                  <a:moveTo>
                    <a:pt x="7144" y="94498"/>
                  </a:moveTo>
                  <a:cubicBezTo>
                    <a:pt x="10173" y="105813"/>
                    <a:pt x="10744" y="116205"/>
                    <a:pt x="10382" y="124578"/>
                  </a:cubicBezTo>
                  <a:cubicBezTo>
                    <a:pt x="10078" y="131702"/>
                    <a:pt x="7373" y="144361"/>
                    <a:pt x="7344" y="144447"/>
                  </a:cubicBezTo>
                  <a:cubicBezTo>
                    <a:pt x="151790" y="120930"/>
                    <a:pt x="238039" y="90669"/>
                    <a:pt x="238039" y="90669"/>
                  </a:cubicBezTo>
                  <a:cubicBezTo>
                    <a:pt x="235191" y="48844"/>
                    <a:pt x="227028" y="26984"/>
                    <a:pt x="221828" y="7144"/>
                  </a:cubicBezTo>
                  <a:cubicBezTo>
                    <a:pt x="205835" y="19421"/>
                    <a:pt x="44396" y="87468"/>
                    <a:pt x="7144" y="94498"/>
                  </a:cubicBez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6C8E7F7-31ED-4BF1-9D8D-80D0E6D8C0C5}"/>
                </a:ext>
              </a:extLst>
            </p:cNvPr>
            <p:cNvSpPr/>
            <p:nvPr/>
          </p:nvSpPr>
          <p:spPr>
            <a:xfrm>
              <a:off x="5040098" y="5364703"/>
              <a:ext cx="57150" cy="38100"/>
            </a:xfrm>
            <a:custGeom>
              <a:avLst/>
              <a:gdLst>
                <a:gd name="connsiteX0" fmla="*/ 56530 w 57150"/>
                <a:gd name="connsiteY0" fmla="*/ 21823 h 38100"/>
                <a:gd name="connsiteX1" fmla="*/ 33546 w 57150"/>
                <a:gd name="connsiteY1" fmla="*/ 7926 h 38100"/>
                <a:gd name="connsiteX2" fmla="*/ 27164 w 57150"/>
                <a:gd name="connsiteY2" fmla="*/ 7926 h 38100"/>
                <a:gd name="connsiteX3" fmla="*/ 8543 w 57150"/>
                <a:gd name="connsiteY3" fmla="*/ 18699 h 38100"/>
                <a:gd name="connsiteX4" fmla="*/ 8391 w 57150"/>
                <a:gd name="connsiteY4" fmla="*/ 22471 h 38100"/>
                <a:gd name="connsiteX5" fmla="*/ 31374 w 57150"/>
                <a:gd name="connsiteY5" fmla="*/ 36396 h 38100"/>
                <a:gd name="connsiteX6" fmla="*/ 37747 w 57150"/>
                <a:gd name="connsiteY6" fmla="*/ 36377 h 38100"/>
                <a:gd name="connsiteX7" fmla="*/ 56368 w 57150"/>
                <a:gd name="connsiteY7" fmla="*/ 25595 h 38100"/>
                <a:gd name="connsiteX8" fmla="*/ 56530 w 57150"/>
                <a:gd name="connsiteY8" fmla="*/ 2182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50" h="38100">
                  <a:moveTo>
                    <a:pt x="56530" y="21823"/>
                  </a:moveTo>
                  <a:lnTo>
                    <a:pt x="33546" y="7926"/>
                  </a:lnTo>
                  <a:cubicBezTo>
                    <a:pt x="31832" y="6878"/>
                    <a:pt x="28965" y="6888"/>
                    <a:pt x="27164" y="7926"/>
                  </a:cubicBezTo>
                  <a:lnTo>
                    <a:pt x="8543" y="18699"/>
                  </a:lnTo>
                  <a:cubicBezTo>
                    <a:pt x="6743" y="19737"/>
                    <a:pt x="6667" y="21433"/>
                    <a:pt x="8391" y="22471"/>
                  </a:cubicBezTo>
                  <a:lnTo>
                    <a:pt x="31374" y="36396"/>
                  </a:lnTo>
                  <a:cubicBezTo>
                    <a:pt x="33079" y="37434"/>
                    <a:pt x="35937" y="37416"/>
                    <a:pt x="37747" y="36377"/>
                  </a:cubicBezTo>
                  <a:lnTo>
                    <a:pt x="56368" y="25595"/>
                  </a:lnTo>
                  <a:cubicBezTo>
                    <a:pt x="58168" y="24557"/>
                    <a:pt x="58244" y="22861"/>
                    <a:pt x="56530" y="21823"/>
                  </a:cubicBez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8AA7743-BFF9-4385-9184-B57F1D2BA59D}"/>
                </a:ext>
              </a:extLst>
            </p:cNvPr>
            <p:cNvSpPr/>
            <p:nvPr/>
          </p:nvSpPr>
          <p:spPr>
            <a:xfrm>
              <a:off x="4977551" y="5290241"/>
              <a:ext cx="247650" cy="152400"/>
            </a:xfrm>
            <a:custGeom>
              <a:avLst/>
              <a:gdLst>
                <a:gd name="connsiteX0" fmla="*/ 244998 w 247650"/>
                <a:gd name="connsiteY0" fmla="*/ 89085 h 152400"/>
                <a:gd name="connsiteX1" fmla="*/ 111067 w 247650"/>
                <a:gd name="connsiteY1" fmla="*/ 7999 h 152400"/>
                <a:gd name="connsiteX2" fmla="*/ 103980 w 247650"/>
                <a:gd name="connsiteY2" fmla="*/ 8018 h 152400"/>
                <a:gd name="connsiteX3" fmla="*/ 8702 w 247650"/>
                <a:gd name="connsiteY3" fmla="*/ 63177 h 152400"/>
                <a:gd name="connsiteX4" fmla="*/ 8511 w 247650"/>
                <a:gd name="connsiteY4" fmla="*/ 67368 h 152400"/>
                <a:gd name="connsiteX5" fmla="*/ 142461 w 247650"/>
                <a:gd name="connsiteY5" fmla="*/ 148454 h 152400"/>
                <a:gd name="connsiteX6" fmla="*/ 149538 w 247650"/>
                <a:gd name="connsiteY6" fmla="*/ 148426 h 152400"/>
                <a:gd name="connsiteX7" fmla="*/ 244817 w 247650"/>
                <a:gd name="connsiteY7" fmla="*/ 93276 h 152400"/>
                <a:gd name="connsiteX8" fmla="*/ 244998 w 247650"/>
                <a:gd name="connsiteY8" fmla="*/ 89085 h 152400"/>
                <a:gd name="connsiteX9" fmla="*/ 118915 w 247650"/>
                <a:gd name="connsiteY9" fmla="*/ 100058 h 152400"/>
                <a:gd name="connsiteX10" fmla="*/ 100294 w 247650"/>
                <a:gd name="connsiteY10" fmla="*/ 110840 h 152400"/>
                <a:gd name="connsiteX11" fmla="*/ 93922 w 247650"/>
                <a:gd name="connsiteY11" fmla="*/ 110859 h 152400"/>
                <a:gd name="connsiteX12" fmla="*/ 70938 w 247650"/>
                <a:gd name="connsiteY12" fmla="*/ 96934 h 152400"/>
                <a:gd name="connsiteX13" fmla="*/ 71090 w 247650"/>
                <a:gd name="connsiteY13" fmla="*/ 93162 h 152400"/>
                <a:gd name="connsiteX14" fmla="*/ 89712 w 247650"/>
                <a:gd name="connsiteY14" fmla="*/ 82389 h 152400"/>
                <a:gd name="connsiteX15" fmla="*/ 96094 w 247650"/>
                <a:gd name="connsiteY15" fmla="*/ 82389 h 152400"/>
                <a:gd name="connsiteX16" fmla="*/ 119077 w 247650"/>
                <a:gd name="connsiteY16" fmla="*/ 96286 h 152400"/>
                <a:gd name="connsiteX17" fmla="*/ 118915 w 247650"/>
                <a:gd name="connsiteY17" fmla="*/ 100058 h 152400"/>
                <a:gd name="connsiteX18" fmla="*/ 177513 w 247650"/>
                <a:gd name="connsiteY18" fmla="*/ 122641 h 152400"/>
                <a:gd name="connsiteX19" fmla="*/ 52888 w 247650"/>
                <a:gd name="connsiteY19" fmla="*/ 47194 h 152400"/>
                <a:gd name="connsiteX20" fmla="*/ 102770 w 247650"/>
                <a:gd name="connsiteY20" fmla="*/ 18314 h 152400"/>
                <a:gd name="connsiteX21" fmla="*/ 227396 w 247650"/>
                <a:gd name="connsiteY21" fmla="*/ 93771 h 152400"/>
                <a:gd name="connsiteX22" fmla="*/ 177513 w 247650"/>
                <a:gd name="connsiteY22" fmla="*/ 12264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7650" h="152400">
                  <a:moveTo>
                    <a:pt x="244998" y="89085"/>
                  </a:moveTo>
                  <a:lnTo>
                    <a:pt x="111067" y="7999"/>
                  </a:lnTo>
                  <a:cubicBezTo>
                    <a:pt x="109162" y="6856"/>
                    <a:pt x="106000" y="6856"/>
                    <a:pt x="103980" y="8018"/>
                  </a:cubicBezTo>
                  <a:lnTo>
                    <a:pt x="8702" y="63177"/>
                  </a:lnTo>
                  <a:cubicBezTo>
                    <a:pt x="6701" y="64329"/>
                    <a:pt x="6616" y="66206"/>
                    <a:pt x="8511" y="67368"/>
                  </a:cubicBezTo>
                  <a:lnTo>
                    <a:pt x="142461" y="148454"/>
                  </a:lnTo>
                  <a:cubicBezTo>
                    <a:pt x="144357" y="149607"/>
                    <a:pt x="147529" y="149597"/>
                    <a:pt x="149538" y="148426"/>
                  </a:cubicBezTo>
                  <a:lnTo>
                    <a:pt x="244817" y="93276"/>
                  </a:lnTo>
                  <a:cubicBezTo>
                    <a:pt x="246817" y="92104"/>
                    <a:pt x="246903" y="90247"/>
                    <a:pt x="244998" y="89085"/>
                  </a:cubicBezTo>
                  <a:close/>
                  <a:moveTo>
                    <a:pt x="118915" y="100058"/>
                  </a:moveTo>
                  <a:lnTo>
                    <a:pt x="100294" y="110840"/>
                  </a:lnTo>
                  <a:cubicBezTo>
                    <a:pt x="98494" y="111878"/>
                    <a:pt x="95627" y="111897"/>
                    <a:pt x="93922" y="110859"/>
                  </a:cubicBezTo>
                  <a:lnTo>
                    <a:pt x="70938" y="96934"/>
                  </a:lnTo>
                  <a:cubicBezTo>
                    <a:pt x="69205" y="95895"/>
                    <a:pt x="69281" y="94200"/>
                    <a:pt x="71090" y="93162"/>
                  </a:cubicBezTo>
                  <a:lnTo>
                    <a:pt x="89712" y="82389"/>
                  </a:lnTo>
                  <a:cubicBezTo>
                    <a:pt x="91503" y="81351"/>
                    <a:pt x="94379" y="81341"/>
                    <a:pt x="96094" y="82389"/>
                  </a:cubicBezTo>
                  <a:lnTo>
                    <a:pt x="119077" y="96286"/>
                  </a:lnTo>
                  <a:cubicBezTo>
                    <a:pt x="120792" y="97324"/>
                    <a:pt x="120716" y="99020"/>
                    <a:pt x="118915" y="100058"/>
                  </a:cubicBezTo>
                  <a:close/>
                  <a:moveTo>
                    <a:pt x="177513" y="122641"/>
                  </a:moveTo>
                  <a:lnTo>
                    <a:pt x="52888" y="47194"/>
                  </a:lnTo>
                  <a:lnTo>
                    <a:pt x="102770" y="18314"/>
                  </a:lnTo>
                  <a:lnTo>
                    <a:pt x="227396" y="93771"/>
                  </a:lnTo>
                  <a:lnTo>
                    <a:pt x="177513" y="12264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F08BF58-020A-4968-8B20-B2C9C1CAE199}"/>
                </a:ext>
              </a:extLst>
            </p:cNvPr>
            <p:cNvSpPr/>
            <p:nvPr/>
          </p:nvSpPr>
          <p:spPr>
            <a:xfrm>
              <a:off x="4977299" y="5348379"/>
              <a:ext cx="247650" cy="104775"/>
            </a:xfrm>
            <a:custGeom>
              <a:avLst/>
              <a:gdLst>
                <a:gd name="connsiteX0" fmla="*/ 245069 w 247650"/>
                <a:gd name="connsiteY0" fmla="*/ 35138 h 104775"/>
                <a:gd name="connsiteX1" fmla="*/ 149790 w 247650"/>
                <a:gd name="connsiteY1" fmla="*/ 90287 h 104775"/>
                <a:gd name="connsiteX2" fmla="*/ 149009 w 247650"/>
                <a:gd name="connsiteY2" fmla="*/ 90668 h 104775"/>
                <a:gd name="connsiteX3" fmla="*/ 148876 w 247650"/>
                <a:gd name="connsiteY3" fmla="*/ 90706 h 104775"/>
                <a:gd name="connsiteX4" fmla="*/ 148180 w 247650"/>
                <a:gd name="connsiteY4" fmla="*/ 90916 h 104775"/>
                <a:gd name="connsiteX5" fmla="*/ 148037 w 247650"/>
                <a:gd name="connsiteY5" fmla="*/ 90954 h 104775"/>
                <a:gd name="connsiteX6" fmla="*/ 147218 w 247650"/>
                <a:gd name="connsiteY6" fmla="*/ 91107 h 104775"/>
                <a:gd name="connsiteX7" fmla="*/ 147095 w 247650"/>
                <a:gd name="connsiteY7" fmla="*/ 91116 h 104775"/>
                <a:gd name="connsiteX8" fmla="*/ 146256 w 247650"/>
                <a:gd name="connsiteY8" fmla="*/ 91164 h 104775"/>
                <a:gd name="connsiteX9" fmla="*/ 146123 w 247650"/>
                <a:gd name="connsiteY9" fmla="*/ 91164 h 104775"/>
                <a:gd name="connsiteX10" fmla="*/ 145275 w 247650"/>
                <a:gd name="connsiteY10" fmla="*/ 91116 h 104775"/>
                <a:gd name="connsiteX11" fmla="*/ 145142 w 247650"/>
                <a:gd name="connsiteY11" fmla="*/ 91097 h 104775"/>
                <a:gd name="connsiteX12" fmla="*/ 144532 w 247650"/>
                <a:gd name="connsiteY12" fmla="*/ 90983 h 104775"/>
                <a:gd name="connsiteX13" fmla="*/ 144028 w 247650"/>
                <a:gd name="connsiteY13" fmla="*/ 90868 h 104775"/>
                <a:gd name="connsiteX14" fmla="*/ 143656 w 247650"/>
                <a:gd name="connsiteY14" fmla="*/ 90735 h 104775"/>
                <a:gd name="connsiteX15" fmla="*/ 142694 w 247650"/>
                <a:gd name="connsiteY15" fmla="*/ 90306 h 104775"/>
                <a:gd name="connsiteX16" fmla="*/ 8744 w 247650"/>
                <a:gd name="connsiteY16" fmla="*/ 9220 h 104775"/>
                <a:gd name="connsiteX17" fmla="*/ 8449 w 247650"/>
                <a:gd name="connsiteY17" fmla="*/ 8992 h 104775"/>
                <a:gd name="connsiteX18" fmla="*/ 8115 w 247650"/>
                <a:gd name="connsiteY18" fmla="*/ 8734 h 104775"/>
                <a:gd name="connsiteX19" fmla="*/ 7734 w 247650"/>
                <a:gd name="connsiteY19" fmla="*/ 8277 h 104775"/>
                <a:gd name="connsiteX20" fmla="*/ 7677 w 247650"/>
                <a:gd name="connsiteY20" fmla="*/ 8201 h 104775"/>
                <a:gd name="connsiteX21" fmla="*/ 7458 w 247650"/>
                <a:gd name="connsiteY21" fmla="*/ 7725 h 104775"/>
                <a:gd name="connsiteX22" fmla="*/ 7448 w 247650"/>
                <a:gd name="connsiteY22" fmla="*/ 7668 h 104775"/>
                <a:gd name="connsiteX23" fmla="*/ 7382 w 247650"/>
                <a:gd name="connsiteY23" fmla="*/ 7144 h 104775"/>
                <a:gd name="connsiteX24" fmla="*/ 7144 w 247650"/>
                <a:gd name="connsiteY24" fmla="*/ 13897 h 104775"/>
                <a:gd name="connsiteX25" fmla="*/ 7144 w 247650"/>
                <a:gd name="connsiteY25" fmla="*/ 13935 h 104775"/>
                <a:gd name="connsiteX26" fmla="*/ 7172 w 247650"/>
                <a:gd name="connsiteY26" fmla="*/ 14211 h 104775"/>
                <a:gd name="connsiteX27" fmla="*/ 7220 w 247650"/>
                <a:gd name="connsiteY27" fmla="*/ 14402 h 104775"/>
                <a:gd name="connsiteX28" fmla="*/ 7230 w 247650"/>
                <a:gd name="connsiteY28" fmla="*/ 14468 h 104775"/>
                <a:gd name="connsiteX29" fmla="*/ 7239 w 247650"/>
                <a:gd name="connsiteY29" fmla="*/ 14516 h 104775"/>
                <a:gd name="connsiteX30" fmla="*/ 7372 w 247650"/>
                <a:gd name="connsiteY30" fmla="*/ 14802 h 104775"/>
                <a:gd name="connsiteX31" fmla="*/ 7458 w 247650"/>
                <a:gd name="connsiteY31" fmla="*/ 14954 h 104775"/>
                <a:gd name="connsiteX32" fmla="*/ 7515 w 247650"/>
                <a:gd name="connsiteY32" fmla="*/ 15030 h 104775"/>
                <a:gd name="connsiteX33" fmla="*/ 7563 w 247650"/>
                <a:gd name="connsiteY33" fmla="*/ 15116 h 104775"/>
                <a:gd name="connsiteX34" fmla="*/ 7858 w 247650"/>
                <a:gd name="connsiteY34" fmla="*/ 15449 h 104775"/>
                <a:gd name="connsiteX35" fmla="*/ 7887 w 247650"/>
                <a:gd name="connsiteY35" fmla="*/ 15478 h 104775"/>
                <a:gd name="connsiteX36" fmla="*/ 8239 w 247650"/>
                <a:gd name="connsiteY36" fmla="*/ 15735 h 104775"/>
                <a:gd name="connsiteX37" fmla="*/ 8468 w 247650"/>
                <a:gd name="connsiteY37" fmla="*/ 15926 h 104775"/>
                <a:gd name="connsiteX38" fmla="*/ 8525 w 247650"/>
                <a:gd name="connsiteY38" fmla="*/ 15983 h 104775"/>
                <a:gd name="connsiteX39" fmla="*/ 142465 w 247650"/>
                <a:gd name="connsiteY39" fmla="*/ 97060 h 104775"/>
                <a:gd name="connsiteX40" fmla="*/ 143446 w 247650"/>
                <a:gd name="connsiteY40" fmla="*/ 97498 h 104775"/>
                <a:gd name="connsiteX41" fmla="*/ 143551 w 247650"/>
                <a:gd name="connsiteY41" fmla="*/ 97546 h 104775"/>
                <a:gd name="connsiteX42" fmla="*/ 143818 w 247650"/>
                <a:gd name="connsiteY42" fmla="*/ 97612 h 104775"/>
                <a:gd name="connsiteX43" fmla="*/ 144313 w 247650"/>
                <a:gd name="connsiteY43" fmla="*/ 97745 h 104775"/>
                <a:gd name="connsiteX44" fmla="*/ 144494 w 247650"/>
                <a:gd name="connsiteY44" fmla="*/ 97784 h 104775"/>
                <a:gd name="connsiteX45" fmla="*/ 144932 w 247650"/>
                <a:gd name="connsiteY45" fmla="*/ 97841 h 104775"/>
                <a:gd name="connsiteX46" fmla="*/ 145094 w 247650"/>
                <a:gd name="connsiteY46" fmla="*/ 97879 h 104775"/>
                <a:gd name="connsiteX47" fmla="*/ 145132 w 247650"/>
                <a:gd name="connsiteY47" fmla="*/ 97888 h 104775"/>
                <a:gd name="connsiteX48" fmla="*/ 145694 w 247650"/>
                <a:gd name="connsiteY48" fmla="*/ 97917 h 104775"/>
                <a:gd name="connsiteX49" fmla="*/ 145913 w 247650"/>
                <a:gd name="connsiteY49" fmla="*/ 97917 h 104775"/>
                <a:gd name="connsiteX50" fmla="*/ 146047 w 247650"/>
                <a:gd name="connsiteY50" fmla="*/ 97917 h 104775"/>
                <a:gd name="connsiteX51" fmla="*/ 146209 w 247650"/>
                <a:gd name="connsiteY51" fmla="*/ 97917 h 104775"/>
                <a:gd name="connsiteX52" fmla="*/ 146704 w 247650"/>
                <a:gd name="connsiteY52" fmla="*/ 97898 h 104775"/>
                <a:gd name="connsiteX53" fmla="*/ 146895 w 247650"/>
                <a:gd name="connsiteY53" fmla="*/ 97879 h 104775"/>
                <a:gd name="connsiteX54" fmla="*/ 147018 w 247650"/>
                <a:gd name="connsiteY54" fmla="*/ 97841 h 104775"/>
                <a:gd name="connsiteX55" fmla="*/ 147199 w 247650"/>
                <a:gd name="connsiteY55" fmla="*/ 97831 h 104775"/>
                <a:gd name="connsiteX56" fmla="*/ 147704 w 247650"/>
                <a:gd name="connsiteY56" fmla="*/ 97745 h 104775"/>
                <a:gd name="connsiteX57" fmla="*/ 147837 w 247650"/>
                <a:gd name="connsiteY57" fmla="*/ 97717 h 104775"/>
                <a:gd name="connsiteX58" fmla="*/ 147990 w 247650"/>
                <a:gd name="connsiteY58" fmla="*/ 97669 h 104775"/>
                <a:gd name="connsiteX59" fmla="*/ 148237 w 247650"/>
                <a:gd name="connsiteY59" fmla="*/ 97602 h 104775"/>
                <a:gd name="connsiteX60" fmla="*/ 148695 w 247650"/>
                <a:gd name="connsiteY60" fmla="*/ 97450 h 104775"/>
                <a:gd name="connsiteX61" fmla="*/ 148819 w 247650"/>
                <a:gd name="connsiteY61" fmla="*/ 97402 h 104775"/>
                <a:gd name="connsiteX62" fmla="*/ 148857 w 247650"/>
                <a:gd name="connsiteY62" fmla="*/ 97393 h 104775"/>
                <a:gd name="connsiteX63" fmla="*/ 149590 w 247650"/>
                <a:gd name="connsiteY63" fmla="*/ 97041 h 104775"/>
                <a:gd name="connsiteX64" fmla="*/ 244869 w 247650"/>
                <a:gd name="connsiteY64" fmla="*/ 41872 h 104775"/>
                <a:gd name="connsiteX65" fmla="*/ 246440 w 247650"/>
                <a:gd name="connsiteY65" fmla="*/ 39748 h 104775"/>
                <a:gd name="connsiteX66" fmla="*/ 246659 w 247650"/>
                <a:gd name="connsiteY66" fmla="*/ 33013 h 104775"/>
                <a:gd name="connsiteX67" fmla="*/ 245069 w 247650"/>
                <a:gd name="connsiteY67" fmla="*/ 35138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247650" h="104775">
                  <a:moveTo>
                    <a:pt x="245069" y="35138"/>
                  </a:moveTo>
                  <a:lnTo>
                    <a:pt x="149790" y="90287"/>
                  </a:lnTo>
                  <a:cubicBezTo>
                    <a:pt x="149542" y="90440"/>
                    <a:pt x="149285" y="90554"/>
                    <a:pt x="149009" y="90668"/>
                  </a:cubicBezTo>
                  <a:cubicBezTo>
                    <a:pt x="148971" y="90687"/>
                    <a:pt x="148923" y="90697"/>
                    <a:pt x="148876" y="90706"/>
                  </a:cubicBezTo>
                  <a:cubicBezTo>
                    <a:pt x="148666" y="90783"/>
                    <a:pt x="148409" y="90878"/>
                    <a:pt x="148180" y="90916"/>
                  </a:cubicBezTo>
                  <a:cubicBezTo>
                    <a:pt x="148142" y="90926"/>
                    <a:pt x="148076" y="90935"/>
                    <a:pt x="148037" y="90954"/>
                  </a:cubicBezTo>
                  <a:cubicBezTo>
                    <a:pt x="147771" y="91021"/>
                    <a:pt x="147494" y="91068"/>
                    <a:pt x="147218" y="91107"/>
                  </a:cubicBezTo>
                  <a:cubicBezTo>
                    <a:pt x="147180" y="91107"/>
                    <a:pt x="147142" y="91116"/>
                    <a:pt x="147095" y="91116"/>
                  </a:cubicBezTo>
                  <a:cubicBezTo>
                    <a:pt x="146818" y="91145"/>
                    <a:pt x="146533" y="91154"/>
                    <a:pt x="146256" y="91164"/>
                  </a:cubicBezTo>
                  <a:cubicBezTo>
                    <a:pt x="146209" y="91164"/>
                    <a:pt x="146171" y="91164"/>
                    <a:pt x="146123" y="91164"/>
                  </a:cubicBezTo>
                  <a:cubicBezTo>
                    <a:pt x="145847" y="91154"/>
                    <a:pt x="145552" y="91145"/>
                    <a:pt x="145275" y="91116"/>
                  </a:cubicBezTo>
                  <a:cubicBezTo>
                    <a:pt x="145237" y="91116"/>
                    <a:pt x="145180" y="91107"/>
                    <a:pt x="145142" y="91097"/>
                  </a:cubicBezTo>
                  <a:cubicBezTo>
                    <a:pt x="144932" y="91078"/>
                    <a:pt x="144723" y="91021"/>
                    <a:pt x="144532" y="90983"/>
                  </a:cubicBezTo>
                  <a:cubicBezTo>
                    <a:pt x="144361" y="90954"/>
                    <a:pt x="144208" y="90906"/>
                    <a:pt x="144028" y="90868"/>
                  </a:cubicBezTo>
                  <a:cubicBezTo>
                    <a:pt x="143913" y="90830"/>
                    <a:pt x="143789" y="90783"/>
                    <a:pt x="143656" y="90735"/>
                  </a:cubicBezTo>
                  <a:cubicBezTo>
                    <a:pt x="143323" y="90621"/>
                    <a:pt x="142989" y="90478"/>
                    <a:pt x="142694" y="90306"/>
                  </a:cubicBezTo>
                  <a:lnTo>
                    <a:pt x="8744" y="9220"/>
                  </a:lnTo>
                  <a:cubicBezTo>
                    <a:pt x="8639" y="9144"/>
                    <a:pt x="8544" y="9058"/>
                    <a:pt x="8449" y="8992"/>
                  </a:cubicBezTo>
                  <a:cubicBezTo>
                    <a:pt x="8334" y="8906"/>
                    <a:pt x="8211" y="8820"/>
                    <a:pt x="8115" y="8734"/>
                  </a:cubicBezTo>
                  <a:cubicBezTo>
                    <a:pt x="7953" y="8582"/>
                    <a:pt x="7839" y="8439"/>
                    <a:pt x="7734" y="8277"/>
                  </a:cubicBezTo>
                  <a:cubicBezTo>
                    <a:pt x="7715" y="8258"/>
                    <a:pt x="7696" y="8229"/>
                    <a:pt x="7677" y="8201"/>
                  </a:cubicBezTo>
                  <a:cubicBezTo>
                    <a:pt x="7582" y="8039"/>
                    <a:pt x="7506" y="7896"/>
                    <a:pt x="7458" y="7725"/>
                  </a:cubicBezTo>
                  <a:cubicBezTo>
                    <a:pt x="7458" y="7706"/>
                    <a:pt x="7458" y="7686"/>
                    <a:pt x="7448" y="7668"/>
                  </a:cubicBezTo>
                  <a:cubicBezTo>
                    <a:pt x="7401" y="7496"/>
                    <a:pt x="7372" y="7315"/>
                    <a:pt x="7382" y="7144"/>
                  </a:cubicBezTo>
                  <a:lnTo>
                    <a:pt x="7144" y="13897"/>
                  </a:lnTo>
                  <a:lnTo>
                    <a:pt x="7144" y="13935"/>
                  </a:lnTo>
                  <a:cubicBezTo>
                    <a:pt x="7144" y="14021"/>
                    <a:pt x="7153" y="14135"/>
                    <a:pt x="7172" y="14211"/>
                  </a:cubicBezTo>
                  <a:cubicBezTo>
                    <a:pt x="7172" y="14288"/>
                    <a:pt x="7210" y="14344"/>
                    <a:pt x="7220" y="14402"/>
                  </a:cubicBezTo>
                  <a:cubicBezTo>
                    <a:pt x="7230" y="14430"/>
                    <a:pt x="7230" y="14449"/>
                    <a:pt x="7230" y="14468"/>
                  </a:cubicBezTo>
                  <a:lnTo>
                    <a:pt x="7239" y="14516"/>
                  </a:lnTo>
                  <a:cubicBezTo>
                    <a:pt x="7277" y="14621"/>
                    <a:pt x="7325" y="14716"/>
                    <a:pt x="7372" y="14802"/>
                  </a:cubicBezTo>
                  <a:cubicBezTo>
                    <a:pt x="7391" y="14849"/>
                    <a:pt x="7429" y="14887"/>
                    <a:pt x="7458" y="14954"/>
                  </a:cubicBezTo>
                  <a:cubicBezTo>
                    <a:pt x="7477" y="14983"/>
                    <a:pt x="7486" y="15011"/>
                    <a:pt x="7515" y="15030"/>
                  </a:cubicBezTo>
                  <a:cubicBezTo>
                    <a:pt x="7534" y="15049"/>
                    <a:pt x="7544" y="15078"/>
                    <a:pt x="7563" y="15116"/>
                  </a:cubicBezTo>
                  <a:cubicBezTo>
                    <a:pt x="7649" y="15230"/>
                    <a:pt x="7753" y="15345"/>
                    <a:pt x="7858" y="15449"/>
                  </a:cubicBezTo>
                  <a:cubicBezTo>
                    <a:pt x="7868" y="15449"/>
                    <a:pt x="7887" y="15469"/>
                    <a:pt x="7887" y="15478"/>
                  </a:cubicBezTo>
                  <a:cubicBezTo>
                    <a:pt x="7991" y="15573"/>
                    <a:pt x="8106" y="15659"/>
                    <a:pt x="8239" y="15735"/>
                  </a:cubicBezTo>
                  <a:cubicBezTo>
                    <a:pt x="8315" y="15802"/>
                    <a:pt x="8382" y="15878"/>
                    <a:pt x="8468" y="15926"/>
                  </a:cubicBezTo>
                  <a:cubicBezTo>
                    <a:pt x="8487" y="15945"/>
                    <a:pt x="8506" y="15954"/>
                    <a:pt x="8525" y="15983"/>
                  </a:cubicBezTo>
                  <a:lnTo>
                    <a:pt x="142465" y="97060"/>
                  </a:lnTo>
                  <a:cubicBezTo>
                    <a:pt x="142770" y="97241"/>
                    <a:pt x="143094" y="97364"/>
                    <a:pt x="143446" y="97498"/>
                  </a:cubicBezTo>
                  <a:cubicBezTo>
                    <a:pt x="143485" y="97498"/>
                    <a:pt x="143513" y="97536"/>
                    <a:pt x="143551" y="97546"/>
                  </a:cubicBezTo>
                  <a:cubicBezTo>
                    <a:pt x="143637" y="97564"/>
                    <a:pt x="143732" y="97584"/>
                    <a:pt x="143818" y="97612"/>
                  </a:cubicBezTo>
                  <a:cubicBezTo>
                    <a:pt x="143980" y="97669"/>
                    <a:pt x="144142" y="97717"/>
                    <a:pt x="144313" y="97745"/>
                  </a:cubicBezTo>
                  <a:cubicBezTo>
                    <a:pt x="144380" y="97755"/>
                    <a:pt x="144428" y="97774"/>
                    <a:pt x="144494" y="97784"/>
                  </a:cubicBezTo>
                  <a:cubicBezTo>
                    <a:pt x="144637" y="97812"/>
                    <a:pt x="144771" y="97831"/>
                    <a:pt x="144932" y="97841"/>
                  </a:cubicBezTo>
                  <a:cubicBezTo>
                    <a:pt x="144971" y="97860"/>
                    <a:pt x="145018" y="97879"/>
                    <a:pt x="145094" y="97879"/>
                  </a:cubicBezTo>
                  <a:lnTo>
                    <a:pt x="145132" y="97888"/>
                  </a:lnTo>
                  <a:cubicBezTo>
                    <a:pt x="145313" y="97907"/>
                    <a:pt x="145494" y="97917"/>
                    <a:pt x="145694" y="97917"/>
                  </a:cubicBezTo>
                  <a:cubicBezTo>
                    <a:pt x="145770" y="97926"/>
                    <a:pt x="145847" y="97917"/>
                    <a:pt x="145913" y="97917"/>
                  </a:cubicBezTo>
                  <a:cubicBezTo>
                    <a:pt x="145952" y="97917"/>
                    <a:pt x="145999" y="97917"/>
                    <a:pt x="146047" y="97917"/>
                  </a:cubicBezTo>
                  <a:cubicBezTo>
                    <a:pt x="146104" y="97917"/>
                    <a:pt x="146152" y="97926"/>
                    <a:pt x="146209" y="97917"/>
                  </a:cubicBezTo>
                  <a:cubicBezTo>
                    <a:pt x="146371" y="97917"/>
                    <a:pt x="146533" y="97907"/>
                    <a:pt x="146704" y="97898"/>
                  </a:cubicBezTo>
                  <a:cubicBezTo>
                    <a:pt x="146771" y="97888"/>
                    <a:pt x="146828" y="97879"/>
                    <a:pt x="146895" y="97879"/>
                  </a:cubicBezTo>
                  <a:cubicBezTo>
                    <a:pt x="146942" y="97879"/>
                    <a:pt x="146980" y="97860"/>
                    <a:pt x="147018" y="97841"/>
                  </a:cubicBezTo>
                  <a:cubicBezTo>
                    <a:pt x="147085" y="97841"/>
                    <a:pt x="147142" y="97831"/>
                    <a:pt x="147199" y="97831"/>
                  </a:cubicBezTo>
                  <a:cubicBezTo>
                    <a:pt x="147380" y="97802"/>
                    <a:pt x="147533" y="97774"/>
                    <a:pt x="147704" y="97745"/>
                  </a:cubicBezTo>
                  <a:cubicBezTo>
                    <a:pt x="147752" y="97736"/>
                    <a:pt x="147790" y="97726"/>
                    <a:pt x="147837" y="97717"/>
                  </a:cubicBezTo>
                  <a:cubicBezTo>
                    <a:pt x="147895" y="97698"/>
                    <a:pt x="147942" y="97688"/>
                    <a:pt x="147990" y="97669"/>
                  </a:cubicBezTo>
                  <a:cubicBezTo>
                    <a:pt x="148076" y="97650"/>
                    <a:pt x="148161" y="97622"/>
                    <a:pt x="148237" y="97602"/>
                  </a:cubicBezTo>
                  <a:cubicBezTo>
                    <a:pt x="148390" y="97564"/>
                    <a:pt x="148542" y="97498"/>
                    <a:pt x="148695" y="97450"/>
                  </a:cubicBezTo>
                  <a:cubicBezTo>
                    <a:pt x="148733" y="97422"/>
                    <a:pt x="148780" y="97412"/>
                    <a:pt x="148819" y="97402"/>
                  </a:cubicBezTo>
                  <a:cubicBezTo>
                    <a:pt x="148828" y="97393"/>
                    <a:pt x="148838" y="97393"/>
                    <a:pt x="148857" y="97393"/>
                  </a:cubicBezTo>
                  <a:cubicBezTo>
                    <a:pt x="149123" y="97279"/>
                    <a:pt x="149371" y="97174"/>
                    <a:pt x="149590" y="97041"/>
                  </a:cubicBezTo>
                  <a:lnTo>
                    <a:pt x="244869" y="41872"/>
                  </a:lnTo>
                  <a:cubicBezTo>
                    <a:pt x="245878" y="41281"/>
                    <a:pt x="246412" y="40529"/>
                    <a:pt x="246440" y="39748"/>
                  </a:cubicBezTo>
                  <a:lnTo>
                    <a:pt x="246659" y="33013"/>
                  </a:lnTo>
                  <a:cubicBezTo>
                    <a:pt x="246602" y="33785"/>
                    <a:pt x="246088" y="34557"/>
                    <a:pt x="245069" y="35138"/>
                  </a:cubicBez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A909503-97C2-4AE8-9F26-F2FB21B2327F}"/>
                </a:ext>
              </a:extLst>
            </p:cNvPr>
            <p:cNvSpPr/>
            <p:nvPr/>
          </p:nvSpPr>
          <p:spPr>
            <a:xfrm>
              <a:off x="5020476" y="5298525"/>
              <a:ext cx="190500" cy="114300"/>
            </a:xfrm>
            <a:custGeom>
              <a:avLst/>
              <a:gdLst>
                <a:gd name="connsiteX0" fmla="*/ 7144 w 190500"/>
                <a:gd name="connsiteY0" fmla="*/ 37195 h 114300"/>
                <a:gd name="connsiteX1" fmla="*/ 136817 w 190500"/>
                <a:gd name="connsiteY1" fmla="*/ 115691 h 114300"/>
                <a:gd name="connsiteX2" fmla="*/ 188728 w 190500"/>
                <a:gd name="connsiteY2" fmla="*/ 85649 h 114300"/>
                <a:gd name="connsiteX3" fmla="*/ 59055 w 1905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0" h="114300">
                  <a:moveTo>
                    <a:pt x="7144" y="37195"/>
                  </a:moveTo>
                  <a:lnTo>
                    <a:pt x="136817" y="115691"/>
                  </a:lnTo>
                  <a:lnTo>
                    <a:pt x="188728" y="85649"/>
                  </a:lnTo>
                  <a:lnTo>
                    <a:pt x="59055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F125073-83F0-4255-98D4-415617639AD5}"/>
                </a:ext>
              </a:extLst>
            </p:cNvPr>
            <p:cNvSpPr/>
            <p:nvPr/>
          </p:nvSpPr>
          <p:spPr>
            <a:xfrm>
              <a:off x="5025105" y="5302811"/>
              <a:ext cx="180975" cy="114300"/>
            </a:xfrm>
            <a:custGeom>
              <a:avLst/>
              <a:gdLst>
                <a:gd name="connsiteX0" fmla="*/ 175431 w 180975"/>
                <a:gd name="connsiteY0" fmla="*/ 82096 h 114300"/>
                <a:gd name="connsiteX1" fmla="*/ 175013 w 180975"/>
                <a:gd name="connsiteY1" fmla="*/ 82268 h 114300"/>
                <a:gd name="connsiteX2" fmla="*/ 175003 w 180975"/>
                <a:gd name="connsiteY2" fmla="*/ 82268 h 114300"/>
                <a:gd name="connsiteX3" fmla="*/ 174555 w 180975"/>
                <a:gd name="connsiteY3" fmla="*/ 82315 h 114300"/>
                <a:gd name="connsiteX4" fmla="*/ 174517 w 180975"/>
                <a:gd name="connsiteY4" fmla="*/ 82315 h 114300"/>
                <a:gd name="connsiteX5" fmla="*/ 174108 w 180975"/>
                <a:gd name="connsiteY5" fmla="*/ 82268 h 114300"/>
                <a:gd name="connsiteX6" fmla="*/ 174050 w 180975"/>
                <a:gd name="connsiteY6" fmla="*/ 82258 h 114300"/>
                <a:gd name="connsiteX7" fmla="*/ 173669 w 180975"/>
                <a:gd name="connsiteY7" fmla="*/ 82096 h 114300"/>
                <a:gd name="connsiteX8" fmla="*/ 167831 w 180975"/>
                <a:gd name="connsiteY8" fmla="*/ 78572 h 114300"/>
                <a:gd name="connsiteX9" fmla="*/ 167621 w 180975"/>
                <a:gd name="connsiteY9" fmla="*/ 78372 h 114300"/>
                <a:gd name="connsiteX10" fmla="*/ 171717 w 180975"/>
                <a:gd name="connsiteY10" fmla="*/ 75991 h 114300"/>
                <a:gd name="connsiteX11" fmla="*/ 172098 w 180975"/>
                <a:gd name="connsiteY11" fmla="*/ 75476 h 114300"/>
                <a:gd name="connsiteX12" fmla="*/ 172145 w 180975"/>
                <a:gd name="connsiteY12" fmla="*/ 73790 h 114300"/>
                <a:gd name="connsiteX13" fmla="*/ 171774 w 180975"/>
                <a:gd name="connsiteY13" fmla="*/ 74314 h 114300"/>
                <a:gd name="connsiteX14" fmla="*/ 167069 w 180975"/>
                <a:gd name="connsiteY14" fmla="*/ 77038 h 114300"/>
                <a:gd name="connsiteX15" fmla="*/ 166669 w 180975"/>
                <a:gd name="connsiteY15" fmla="*/ 77191 h 114300"/>
                <a:gd name="connsiteX16" fmla="*/ 166631 w 180975"/>
                <a:gd name="connsiteY16" fmla="*/ 77210 h 114300"/>
                <a:gd name="connsiteX17" fmla="*/ 166192 w 180975"/>
                <a:gd name="connsiteY17" fmla="*/ 77257 h 114300"/>
                <a:gd name="connsiteX18" fmla="*/ 166173 w 180975"/>
                <a:gd name="connsiteY18" fmla="*/ 77257 h 114300"/>
                <a:gd name="connsiteX19" fmla="*/ 165745 w 180975"/>
                <a:gd name="connsiteY19" fmla="*/ 77210 h 114300"/>
                <a:gd name="connsiteX20" fmla="*/ 165678 w 180975"/>
                <a:gd name="connsiteY20" fmla="*/ 77191 h 114300"/>
                <a:gd name="connsiteX21" fmla="*/ 165316 w 180975"/>
                <a:gd name="connsiteY21" fmla="*/ 77038 h 114300"/>
                <a:gd name="connsiteX22" fmla="*/ 159477 w 180975"/>
                <a:gd name="connsiteY22" fmla="*/ 73505 h 114300"/>
                <a:gd name="connsiteX23" fmla="*/ 159249 w 180975"/>
                <a:gd name="connsiteY23" fmla="*/ 73295 h 114300"/>
                <a:gd name="connsiteX24" fmla="*/ 163354 w 180975"/>
                <a:gd name="connsiteY24" fmla="*/ 70933 h 114300"/>
                <a:gd name="connsiteX25" fmla="*/ 163735 w 180975"/>
                <a:gd name="connsiteY25" fmla="*/ 70418 h 114300"/>
                <a:gd name="connsiteX26" fmla="*/ 163782 w 180975"/>
                <a:gd name="connsiteY26" fmla="*/ 68714 h 114300"/>
                <a:gd name="connsiteX27" fmla="*/ 163401 w 180975"/>
                <a:gd name="connsiteY27" fmla="*/ 69247 h 114300"/>
                <a:gd name="connsiteX28" fmla="*/ 158696 w 180975"/>
                <a:gd name="connsiteY28" fmla="*/ 71980 h 114300"/>
                <a:gd name="connsiteX29" fmla="*/ 158296 w 180975"/>
                <a:gd name="connsiteY29" fmla="*/ 72133 h 114300"/>
                <a:gd name="connsiteX30" fmla="*/ 158287 w 180975"/>
                <a:gd name="connsiteY30" fmla="*/ 72133 h 114300"/>
                <a:gd name="connsiteX31" fmla="*/ 157829 w 180975"/>
                <a:gd name="connsiteY31" fmla="*/ 72190 h 114300"/>
                <a:gd name="connsiteX32" fmla="*/ 157820 w 180975"/>
                <a:gd name="connsiteY32" fmla="*/ 72190 h 114300"/>
                <a:gd name="connsiteX33" fmla="*/ 157391 w 180975"/>
                <a:gd name="connsiteY33" fmla="*/ 72142 h 114300"/>
                <a:gd name="connsiteX34" fmla="*/ 157324 w 180975"/>
                <a:gd name="connsiteY34" fmla="*/ 72124 h 114300"/>
                <a:gd name="connsiteX35" fmla="*/ 156953 w 180975"/>
                <a:gd name="connsiteY35" fmla="*/ 71980 h 114300"/>
                <a:gd name="connsiteX36" fmla="*/ 151105 w 180975"/>
                <a:gd name="connsiteY36" fmla="*/ 68437 h 114300"/>
                <a:gd name="connsiteX37" fmla="*/ 150895 w 180975"/>
                <a:gd name="connsiteY37" fmla="*/ 68237 h 114300"/>
                <a:gd name="connsiteX38" fmla="*/ 154991 w 180975"/>
                <a:gd name="connsiteY38" fmla="*/ 65865 h 114300"/>
                <a:gd name="connsiteX39" fmla="*/ 155372 w 180975"/>
                <a:gd name="connsiteY39" fmla="*/ 65332 h 114300"/>
                <a:gd name="connsiteX40" fmla="*/ 155448 w 180975"/>
                <a:gd name="connsiteY40" fmla="*/ 63646 h 114300"/>
                <a:gd name="connsiteX41" fmla="*/ 155058 w 180975"/>
                <a:gd name="connsiteY41" fmla="*/ 64161 h 114300"/>
                <a:gd name="connsiteX42" fmla="*/ 150343 w 180975"/>
                <a:gd name="connsiteY42" fmla="*/ 66904 h 114300"/>
                <a:gd name="connsiteX43" fmla="*/ 149933 w 180975"/>
                <a:gd name="connsiteY43" fmla="*/ 67056 h 114300"/>
                <a:gd name="connsiteX44" fmla="*/ 149933 w 180975"/>
                <a:gd name="connsiteY44" fmla="*/ 67056 h 114300"/>
                <a:gd name="connsiteX45" fmla="*/ 149466 w 180975"/>
                <a:gd name="connsiteY45" fmla="*/ 67123 h 114300"/>
                <a:gd name="connsiteX46" fmla="*/ 149466 w 180975"/>
                <a:gd name="connsiteY46" fmla="*/ 67123 h 114300"/>
                <a:gd name="connsiteX47" fmla="*/ 149019 w 180975"/>
                <a:gd name="connsiteY47" fmla="*/ 67075 h 114300"/>
                <a:gd name="connsiteX48" fmla="*/ 148971 w 180975"/>
                <a:gd name="connsiteY48" fmla="*/ 67056 h 114300"/>
                <a:gd name="connsiteX49" fmla="*/ 148590 w 180975"/>
                <a:gd name="connsiteY49" fmla="*/ 66913 h 114300"/>
                <a:gd name="connsiteX50" fmla="*/ 142751 w 180975"/>
                <a:gd name="connsiteY50" fmla="*/ 63380 h 114300"/>
                <a:gd name="connsiteX51" fmla="*/ 142523 w 180975"/>
                <a:gd name="connsiteY51" fmla="*/ 63160 h 114300"/>
                <a:gd name="connsiteX52" fmla="*/ 146628 w 180975"/>
                <a:gd name="connsiteY52" fmla="*/ 60789 h 114300"/>
                <a:gd name="connsiteX53" fmla="*/ 147009 w 180975"/>
                <a:gd name="connsiteY53" fmla="*/ 60284 h 114300"/>
                <a:gd name="connsiteX54" fmla="*/ 147076 w 180975"/>
                <a:gd name="connsiteY54" fmla="*/ 58569 h 114300"/>
                <a:gd name="connsiteX55" fmla="*/ 146971 w 180975"/>
                <a:gd name="connsiteY55" fmla="*/ 58865 h 114300"/>
                <a:gd name="connsiteX56" fmla="*/ 146695 w 180975"/>
                <a:gd name="connsiteY56" fmla="*/ 59103 h 114300"/>
                <a:gd name="connsiteX57" fmla="*/ 141980 w 180975"/>
                <a:gd name="connsiteY57" fmla="*/ 61827 h 114300"/>
                <a:gd name="connsiteX58" fmla="*/ 141570 w 180975"/>
                <a:gd name="connsiteY58" fmla="*/ 61989 h 114300"/>
                <a:gd name="connsiteX59" fmla="*/ 141551 w 180975"/>
                <a:gd name="connsiteY59" fmla="*/ 61998 h 114300"/>
                <a:gd name="connsiteX60" fmla="*/ 141104 w 180975"/>
                <a:gd name="connsiteY60" fmla="*/ 62036 h 114300"/>
                <a:gd name="connsiteX61" fmla="*/ 141094 w 180975"/>
                <a:gd name="connsiteY61" fmla="*/ 62036 h 114300"/>
                <a:gd name="connsiteX62" fmla="*/ 140656 w 180975"/>
                <a:gd name="connsiteY62" fmla="*/ 61998 h 114300"/>
                <a:gd name="connsiteX63" fmla="*/ 140608 w 180975"/>
                <a:gd name="connsiteY63" fmla="*/ 61989 h 114300"/>
                <a:gd name="connsiteX64" fmla="*/ 140227 w 180975"/>
                <a:gd name="connsiteY64" fmla="*/ 61827 h 114300"/>
                <a:gd name="connsiteX65" fmla="*/ 134388 w 180975"/>
                <a:gd name="connsiteY65" fmla="*/ 58293 h 114300"/>
                <a:gd name="connsiteX66" fmla="*/ 134169 w 180975"/>
                <a:gd name="connsiteY66" fmla="*/ 58093 h 114300"/>
                <a:gd name="connsiteX67" fmla="*/ 138274 w 180975"/>
                <a:gd name="connsiteY67" fmla="*/ 55712 h 114300"/>
                <a:gd name="connsiteX68" fmla="*/ 138655 w 180975"/>
                <a:gd name="connsiteY68" fmla="*/ 55198 h 114300"/>
                <a:gd name="connsiteX69" fmla="*/ 138713 w 180975"/>
                <a:gd name="connsiteY69" fmla="*/ 53512 h 114300"/>
                <a:gd name="connsiteX70" fmla="*/ 138608 w 180975"/>
                <a:gd name="connsiteY70" fmla="*/ 53778 h 114300"/>
                <a:gd name="connsiteX71" fmla="*/ 138341 w 180975"/>
                <a:gd name="connsiteY71" fmla="*/ 54026 h 114300"/>
                <a:gd name="connsiteX72" fmla="*/ 133636 w 180975"/>
                <a:gd name="connsiteY72" fmla="*/ 56750 h 114300"/>
                <a:gd name="connsiteX73" fmla="*/ 133217 w 180975"/>
                <a:gd name="connsiteY73" fmla="*/ 56903 h 114300"/>
                <a:gd name="connsiteX74" fmla="*/ 133207 w 180975"/>
                <a:gd name="connsiteY74" fmla="*/ 56912 h 114300"/>
                <a:gd name="connsiteX75" fmla="*/ 132750 w 180975"/>
                <a:gd name="connsiteY75" fmla="*/ 56960 h 114300"/>
                <a:gd name="connsiteX76" fmla="*/ 132731 w 180975"/>
                <a:gd name="connsiteY76" fmla="*/ 56960 h 114300"/>
                <a:gd name="connsiteX77" fmla="*/ 132312 w 180975"/>
                <a:gd name="connsiteY77" fmla="*/ 56912 h 114300"/>
                <a:gd name="connsiteX78" fmla="*/ 132245 w 180975"/>
                <a:gd name="connsiteY78" fmla="*/ 56903 h 114300"/>
                <a:gd name="connsiteX79" fmla="*/ 131874 w 180975"/>
                <a:gd name="connsiteY79" fmla="*/ 56760 h 114300"/>
                <a:gd name="connsiteX80" fmla="*/ 126025 w 180975"/>
                <a:gd name="connsiteY80" fmla="*/ 53207 h 114300"/>
                <a:gd name="connsiteX81" fmla="*/ 125806 w 180975"/>
                <a:gd name="connsiteY81" fmla="*/ 52988 h 114300"/>
                <a:gd name="connsiteX82" fmla="*/ 129883 w 180975"/>
                <a:gd name="connsiteY82" fmla="*/ 50635 h 114300"/>
                <a:gd name="connsiteX83" fmla="*/ 130273 w 180975"/>
                <a:gd name="connsiteY83" fmla="*/ 50102 h 114300"/>
                <a:gd name="connsiteX84" fmla="*/ 130331 w 180975"/>
                <a:gd name="connsiteY84" fmla="*/ 48425 h 114300"/>
                <a:gd name="connsiteX85" fmla="*/ 129950 w 180975"/>
                <a:gd name="connsiteY85" fmla="*/ 48949 h 114300"/>
                <a:gd name="connsiteX86" fmla="*/ 125244 w 180975"/>
                <a:gd name="connsiteY86" fmla="*/ 51664 h 114300"/>
                <a:gd name="connsiteX87" fmla="*/ 124835 w 180975"/>
                <a:gd name="connsiteY87" fmla="*/ 51835 h 114300"/>
                <a:gd name="connsiteX88" fmla="*/ 124825 w 180975"/>
                <a:gd name="connsiteY88" fmla="*/ 51835 h 114300"/>
                <a:gd name="connsiteX89" fmla="*/ 124368 w 180975"/>
                <a:gd name="connsiteY89" fmla="*/ 51883 h 114300"/>
                <a:gd name="connsiteX90" fmla="*/ 124349 w 180975"/>
                <a:gd name="connsiteY90" fmla="*/ 51883 h 114300"/>
                <a:gd name="connsiteX91" fmla="*/ 123930 w 180975"/>
                <a:gd name="connsiteY91" fmla="*/ 51845 h 114300"/>
                <a:gd name="connsiteX92" fmla="*/ 123882 w 180975"/>
                <a:gd name="connsiteY92" fmla="*/ 51826 h 114300"/>
                <a:gd name="connsiteX93" fmla="*/ 123492 w 180975"/>
                <a:gd name="connsiteY93" fmla="*/ 51664 h 114300"/>
                <a:gd name="connsiteX94" fmla="*/ 117653 w 180975"/>
                <a:gd name="connsiteY94" fmla="*/ 48140 h 114300"/>
                <a:gd name="connsiteX95" fmla="*/ 117443 w 180975"/>
                <a:gd name="connsiteY95" fmla="*/ 47940 h 114300"/>
                <a:gd name="connsiteX96" fmla="*/ 121549 w 180975"/>
                <a:gd name="connsiteY96" fmla="*/ 45558 h 114300"/>
                <a:gd name="connsiteX97" fmla="*/ 121920 w 180975"/>
                <a:gd name="connsiteY97" fmla="*/ 45034 h 114300"/>
                <a:gd name="connsiteX98" fmla="*/ 121977 w 180975"/>
                <a:gd name="connsiteY98" fmla="*/ 43358 h 114300"/>
                <a:gd name="connsiteX99" fmla="*/ 121596 w 180975"/>
                <a:gd name="connsiteY99" fmla="*/ 43863 h 114300"/>
                <a:gd name="connsiteX100" fmla="*/ 116891 w 180975"/>
                <a:gd name="connsiteY100" fmla="*/ 46597 h 114300"/>
                <a:gd name="connsiteX101" fmla="*/ 116481 w 180975"/>
                <a:gd name="connsiteY101" fmla="*/ 46768 h 114300"/>
                <a:gd name="connsiteX102" fmla="*/ 116472 w 180975"/>
                <a:gd name="connsiteY102" fmla="*/ 46768 h 114300"/>
                <a:gd name="connsiteX103" fmla="*/ 116015 w 180975"/>
                <a:gd name="connsiteY103" fmla="*/ 46825 h 114300"/>
                <a:gd name="connsiteX104" fmla="*/ 115996 w 180975"/>
                <a:gd name="connsiteY104" fmla="*/ 46825 h 114300"/>
                <a:gd name="connsiteX105" fmla="*/ 115567 w 180975"/>
                <a:gd name="connsiteY105" fmla="*/ 46768 h 114300"/>
                <a:gd name="connsiteX106" fmla="*/ 115510 w 180975"/>
                <a:gd name="connsiteY106" fmla="*/ 46758 h 114300"/>
                <a:gd name="connsiteX107" fmla="*/ 115138 w 180975"/>
                <a:gd name="connsiteY107" fmla="*/ 46597 h 114300"/>
                <a:gd name="connsiteX108" fmla="*/ 109290 w 180975"/>
                <a:gd name="connsiteY108" fmla="*/ 43063 h 114300"/>
                <a:gd name="connsiteX109" fmla="*/ 109081 w 180975"/>
                <a:gd name="connsiteY109" fmla="*/ 42863 h 114300"/>
                <a:gd name="connsiteX110" fmla="*/ 113186 w 180975"/>
                <a:gd name="connsiteY110" fmla="*/ 40491 h 114300"/>
                <a:gd name="connsiteX111" fmla="*/ 113548 w 180975"/>
                <a:gd name="connsiteY111" fmla="*/ 39977 h 114300"/>
                <a:gd name="connsiteX112" fmla="*/ 113614 w 180975"/>
                <a:gd name="connsiteY112" fmla="*/ 38281 h 114300"/>
                <a:gd name="connsiteX113" fmla="*/ 113224 w 180975"/>
                <a:gd name="connsiteY113" fmla="*/ 38805 h 114300"/>
                <a:gd name="connsiteX114" fmla="*/ 108528 w 180975"/>
                <a:gd name="connsiteY114" fmla="*/ 41529 h 114300"/>
                <a:gd name="connsiteX115" fmla="*/ 108118 w 180975"/>
                <a:gd name="connsiteY115" fmla="*/ 41701 h 114300"/>
                <a:gd name="connsiteX116" fmla="*/ 108099 w 180975"/>
                <a:gd name="connsiteY116" fmla="*/ 41701 h 114300"/>
                <a:gd name="connsiteX117" fmla="*/ 107652 w 180975"/>
                <a:gd name="connsiteY117" fmla="*/ 41748 h 114300"/>
                <a:gd name="connsiteX118" fmla="*/ 107623 w 180975"/>
                <a:gd name="connsiteY118" fmla="*/ 41748 h 114300"/>
                <a:gd name="connsiteX119" fmla="*/ 107204 w 180975"/>
                <a:gd name="connsiteY119" fmla="*/ 41710 h 114300"/>
                <a:gd name="connsiteX120" fmla="*/ 107147 w 180975"/>
                <a:gd name="connsiteY120" fmla="*/ 41691 h 114300"/>
                <a:gd name="connsiteX121" fmla="*/ 106775 w 180975"/>
                <a:gd name="connsiteY121" fmla="*/ 41539 h 114300"/>
                <a:gd name="connsiteX122" fmla="*/ 100937 w 180975"/>
                <a:gd name="connsiteY122" fmla="*/ 38005 h 114300"/>
                <a:gd name="connsiteX123" fmla="*/ 100717 w 180975"/>
                <a:gd name="connsiteY123" fmla="*/ 37805 h 114300"/>
                <a:gd name="connsiteX124" fmla="*/ 104813 w 180975"/>
                <a:gd name="connsiteY124" fmla="*/ 35433 h 114300"/>
                <a:gd name="connsiteX125" fmla="*/ 105204 w 180975"/>
                <a:gd name="connsiteY125" fmla="*/ 34909 h 114300"/>
                <a:gd name="connsiteX126" fmla="*/ 105261 w 180975"/>
                <a:gd name="connsiteY126" fmla="*/ 33233 h 114300"/>
                <a:gd name="connsiteX127" fmla="*/ 104880 w 180975"/>
                <a:gd name="connsiteY127" fmla="*/ 33728 h 114300"/>
                <a:gd name="connsiteX128" fmla="*/ 100174 w 180975"/>
                <a:gd name="connsiteY128" fmla="*/ 36462 h 114300"/>
                <a:gd name="connsiteX129" fmla="*/ 99756 w 180975"/>
                <a:gd name="connsiteY129" fmla="*/ 36633 h 114300"/>
                <a:gd name="connsiteX130" fmla="*/ 99736 w 180975"/>
                <a:gd name="connsiteY130" fmla="*/ 36633 h 114300"/>
                <a:gd name="connsiteX131" fmla="*/ 99289 w 180975"/>
                <a:gd name="connsiteY131" fmla="*/ 36681 h 114300"/>
                <a:gd name="connsiteX132" fmla="*/ 99270 w 180975"/>
                <a:gd name="connsiteY132" fmla="*/ 36681 h 114300"/>
                <a:gd name="connsiteX133" fmla="*/ 98841 w 180975"/>
                <a:gd name="connsiteY133" fmla="*/ 36643 h 114300"/>
                <a:gd name="connsiteX134" fmla="*/ 98793 w 180975"/>
                <a:gd name="connsiteY134" fmla="*/ 36624 h 114300"/>
                <a:gd name="connsiteX135" fmla="*/ 98412 w 180975"/>
                <a:gd name="connsiteY135" fmla="*/ 36481 h 114300"/>
                <a:gd name="connsiteX136" fmla="*/ 92574 w 180975"/>
                <a:gd name="connsiteY136" fmla="*/ 32938 h 114300"/>
                <a:gd name="connsiteX137" fmla="*/ 92364 w 180975"/>
                <a:gd name="connsiteY137" fmla="*/ 32738 h 114300"/>
                <a:gd name="connsiteX138" fmla="*/ 96450 w 180975"/>
                <a:gd name="connsiteY138" fmla="*/ 30366 h 114300"/>
                <a:gd name="connsiteX139" fmla="*/ 96841 w 180975"/>
                <a:gd name="connsiteY139" fmla="*/ 29842 h 114300"/>
                <a:gd name="connsiteX140" fmla="*/ 96898 w 180975"/>
                <a:gd name="connsiteY140" fmla="*/ 28165 h 114300"/>
                <a:gd name="connsiteX141" fmla="*/ 96517 w 180975"/>
                <a:gd name="connsiteY141" fmla="*/ 28680 h 114300"/>
                <a:gd name="connsiteX142" fmla="*/ 91812 w 180975"/>
                <a:gd name="connsiteY142" fmla="*/ 31413 h 114300"/>
                <a:gd name="connsiteX143" fmla="*/ 91392 w 180975"/>
                <a:gd name="connsiteY143" fmla="*/ 31557 h 114300"/>
                <a:gd name="connsiteX144" fmla="*/ 91383 w 180975"/>
                <a:gd name="connsiteY144" fmla="*/ 31566 h 114300"/>
                <a:gd name="connsiteX145" fmla="*/ 90935 w 180975"/>
                <a:gd name="connsiteY145" fmla="*/ 31613 h 114300"/>
                <a:gd name="connsiteX146" fmla="*/ 90926 w 180975"/>
                <a:gd name="connsiteY146" fmla="*/ 31613 h 114300"/>
                <a:gd name="connsiteX147" fmla="*/ 90478 w 180975"/>
                <a:gd name="connsiteY147" fmla="*/ 31566 h 114300"/>
                <a:gd name="connsiteX148" fmla="*/ 90421 w 180975"/>
                <a:gd name="connsiteY148" fmla="*/ 31557 h 114300"/>
                <a:gd name="connsiteX149" fmla="*/ 90049 w 180975"/>
                <a:gd name="connsiteY149" fmla="*/ 31413 h 114300"/>
                <a:gd name="connsiteX150" fmla="*/ 84211 w 180975"/>
                <a:gd name="connsiteY150" fmla="*/ 27870 h 114300"/>
                <a:gd name="connsiteX151" fmla="*/ 84001 w 180975"/>
                <a:gd name="connsiteY151" fmla="*/ 27670 h 114300"/>
                <a:gd name="connsiteX152" fmla="*/ 88097 w 180975"/>
                <a:gd name="connsiteY152" fmla="*/ 25289 h 114300"/>
                <a:gd name="connsiteX153" fmla="*/ 88487 w 180975"/>
                <a:gd name="connsiteY153" fmla="*/ 24794 h 114300"/>
                <a:gd name="connsiteX154" fmla="*/ 88535 w 180975"/>
                <a:gd name="connsiteY154" fmla="*/ 23079 h 114300"/>
                <a:gd name="connsiteX155" fmla="*/ 88154 w 180975"/>
                <a:gd name="connsiteY155" fmla="*/ 23613 h 114300"/>
                <a:gd name="connsiteX156" fmla="*/ 83449 w 180975"/>
                <a:gd name="connsiteY156" fmla="*/ 26337 h 114300"/>
                <a:gd name="connsiteX157" fmla="*/ 83049 w 180975"/>
                <a:gd name="connsiteY157" fmla="*/ 26489 h 114300"/>
                <a:gd name="connsiteX158" fmla="*/ 83020 w 180975"/>
                <a:gd name="connsiteY158" fmla="*/ 26499 h 114300"/>
                <a:gd name="connsiteX159" fmla="*/ 82582 w 180975"/>
                <a:gd name="connsiteY159" fmla="*/ 26546 h 114300"/>
                <a:gd name="connsiteX160" fmla="*/ 82563 w 180975"/>
                <a:gd name="connsiteY160" fmla="*/ 26546 h 114300"/>
                <a:gd name="connsiteX161" fmla="*/ 82134 w 180975"/>
                <a:gd name="connsiteY161" fmla="*/ 26499 h 114300"/>
                <a:gd name="connsiteX162" fmla="*/ 82077 w 180975"/>
                <a:gd name="connsiteY162" fmla="*/ 26489 h 114300"/>
                <a:gd name="connsiteX163" fmla="*/ 81705 w 180975"/>
                <a:gd name="connsiteY163" fmla="*/ 26337 h 114300"/>
                <a:gd name="connsiteX164" fmla="*/ 75867 w 180975"/>
                <a:gd name="connsiteY164" fmla="*/ 22803 h 114300"/>
                <a:gd name="connsiteX165" fmla="*/ 75610 w 180975"/>
                <a:gd name="connsiteY165" fmla="*/ 22574 h 114300"/>
                <a:gd name="connsiteX166" fmla="*/ 75600 w 180975"/>
                <a:gd name="connsiteY166" fmla="*/ 22546 h 114300"/>
                <a:gd name="connsiteX167" fmla="*/ 79648 w 180975"/>
                <a:gd name="connsiteY167" fmla="*/ 20174 h 114300"/>
                <a:gd name="connsiteX168" fmla="*/ 80039 w 180975"/>
                <a:gd name="connsiteY168" fmla="*/ 19660 h 114300"/>
                <a:gd name="connsiteX169" fmla="*/ 80086 w 180975"/>
                <a:gd name="connsiteY169" fmla="*/ 18002 h 114300"/>
                <a:gd name="connsiteX170" fmla="*/ 79715 w 180975"/>
                <a:gd name="connsiteY170" fmla="*/ 18488 h 114300"/>
                <a:gd name="connsiteX171" fmla="*/ 75009 w 180975"/>
                <a:gd name="connsiteY171" fmla="*/ 21222 h 114300"/>
                <a:gd name="connsiteX172" fmla="*/ 74600 w 180975"/>
                <a:gd name="connsiteY172" fmla="*/ 21384 h 114300"/>
                <a:gd name="connsiteX173" fmla="*/ 74591 w 180975"/>
                <a:gd name="connsiteY173" fmla="*/ 21384 h 114300"/>
                <a:gd name="connsiteX174" fmla="*/ 74133 w 180975"/>
                <a:gd name="connsiteY174" fmla="*/ 21422 h 114300"/>
                <a:gd name="connsiteX175" fmla="*/ 74114 w 180975"/>
                <a:gd name="connsiteY175" fmla="*/ 21422 h 114300"/>
                <a:gd name="connsiteX176" fmla="*/ 73686 w 180975"/>
                <a:gd name="connsiteY176" fmla="*/ 21393 h 114300"/>
                <a:gd name="connsiteX177" fmla="*/ 73628 w 180975"/>
                <a:gd name="connsiteY177" fmla="*/ 21365 h 114300"/>
                <a:gd name="connsiteX178" fmla="*/ 73257 w 180975"/>
                <a:gd name="connsiteY178" fmla="*/ 21222 h 114300"/>
                <a:gd name="connsiteX179" fmla="*/ 67418 w 180975"/>
                <a:gd name="connsiteY179" fmla="*/ 17688 h 114300"/>
                <a:gd name="connsiteX180" fmla="*/ 67208 w 180975"/>
                <a:gd name="connsiteY180" fmla="*/ 17488 h 114300"/>
                <a:gd name="connsiteX181" fmla="*/ 71304 w 180975"/>
                <a:gd name="connsiteY181" fmla="*/ 15116 h 114300"/>
                <a:gd name="connsiteX182" fmla="*/ 71685 w 180975"/>
                <a:gd name="connsiteY182" fmla="*/ 14602 h 114300"/>
                <a:gd name="connsiteX183" fmla="*/ 71723 w 180975"/>
                <a:gd name="connsiteY183" fmla="*/ 12906 h 114300"/>
                <a:gd name="connsiteX184" fmla="*/ 71361 w 180975"/>
                <a:gd name="connsiteY184" fmla="*/ 13430 h 114300"/>
                <a:gd name="connsiteX185" fmla="*/ 66647 w 180975"/>
                <a:gd name="connsiteY185" fmla="*/ 16164 h 114300"/>
                <a:gd name="connsiteX186" fmla="*/ 66247 w 180975"/>
                <a:gd name="connsiteY186" fmla="*/ 16326 h 114300"/>
                <a:gd name="connsiteX187" fmla="*/ 66227 w 180975"/>
                <a:gd name="connsiteY187" fmla="*/ 16326 h 114300"/>
                <a:gd name="connsiteX188" fmla="*/ 65770 w 180975"/>
                <a:gd name="connsiteY188" fmla="*/ 16374 h 114300"/>
                <a:gd name="connsiteX189" fmla="*/ 65761 w 180975"/>
                <a:gd name="connsiteY189" fmla="*/ 16374 h 114300"/>
                <a:gd name="connsiteX190" fmla="*/ 65332 w 180975"/>
                <a:gd name="connsiteY190" fmla="*/ 16336 h 114300"/>
                <a:gd name="connsiteX191" fmla="*/ 65265 w 180975"/>
                <a:gd name="connsiteY191" fmla="*/ 16316 h 114300"/>
                <a:gd name="connsiteX192" fmla="*/ 64894 w 180975"/>
                <a:gd name="connsiteY192" fmla="*/ 16164 h 114300"/>
                <a:gd name="connsiteX193" fmla="*/ 59065 w 180975"/>
                <a:gd name="connsiteY193" fmla="*/ 12630 h 114300"/>
                <a:gd name="connsiteX194" fmla="*/ 58969 w 180975"/>
                <a:gd name="connsiteY194" fmla="*/ 12535 h 114300"/>
                <a:gd name="connsiteX195" fmla="*/ 63103 w 180975"/>
                <a:gd name="connsiteY195" fmla="*/ 10154 h 114300"/>
                <a:gd name="connsiteX196" fmla="*/ 63475 w 180975"/>
                <a:gd name="connsiteY196" fmla="*/ 9630 h 114300"/>
                <a:gd name="connsiteX197" fmla="*/ 63551 w 180975"/>
                <a:gd name="connsiteY197" fmla="*/ 7934 h 114300"/>
                <a:gd name="connsiteX198" fmla="*/ 63160 w 180975"/>
                <a:gd name="connsiteY198" fmla="*/ 8468 h 114300"/>
                <a:gd name="connsiteX199" fmla="*/ 58464 w 180975"/>
                <a:gd name="connsiteY199" fmla="*/ 11202 h 114300"/>
                <a:gd name="connsiteX200" fmla="*/ 58046 w 180975"/>
                <a:gd name="connsiteY200" fmla="*/ 11364 h 114300"/>
                <a:gd name="connsiteX201" fmla="*/ 58036 w 180975"/>
                <a:gd name="connsiteY201" fmla="*/ 11364 h 114300"/>
                <a:gd name="connsiteX202" fmla="*/ 57588 w 180975"/>
                <a:gd name="connsiteY202" fmla="*/ 11402 h 114300"/>
                <a:gd name="connsiteX203" fmla="*/ 57550 w 180975"/>
                <a:gd name="connsiteY203" fmla="*/ 11402 h 114300"/>
                <a:gd name="connsiteX204" fmla="*/ 57131 w 180975"/>
                <a:gd name="connsiteY204" fmla="*/ 11373 h 114300"/>
                <a:gd name="connsiteX205" fmla="*/ 57074 w 180975"/>
                <a:gd name="connsiteY205" fmla="*/ 11364 h 114300"/>
                <a:gd name="connsiteX206" fmla="*/ 56702 w 180975"/>
                <a:gd name="connsiteY206" fmla="*/ 11202 h 114300"/>
                <a:gd name="connsiteX207" fmla="*/ 50864 w 180975"/>
                <a:gd name="connsiteY207" fmla="*/ 7658 h 114300"/>
                <a:gd name="connsiteX208" fmla="*/ 50616 w 180975"/>
                <a:gd name="connsiteY208" fmla="*/ 7420 h 114300"/>
                <a:gd name="connsiteX209" fmla="*/ 50607 w 180975"/>
                <a:gd name="connsiteY209" fmla="*/ 7420 h 114300"/>
                <a:gd name="connsiteX210" fmla="*/ 50530 w 180975"/>
                <a:gd name="connsiteY210" fmla="*/ 7144 h 114300"/>
                <a:gd name="connsiteX211" fmla="*/ 50463 w 180975"/>
                <a:gd name="connsiteY211" fmla="*/ 8839 h 114300"/>
                <a:gd name="connsiteX212" fmla="*/ 50463 w 180975"/>
                <a:gd name="connsiteY212" fmla="*/ 8849 h 114300"/>
                <a:gd name="connsiteX213" fmla="*/ 50473 w 180975"/>
                <a:gd name="connsiteY213" fmla="*/ 8897 h 114300"/>
                <a:gd name="connsiteX214" fmla="*/ 50492 w 180975"/>
                <a:gd name="connsiteY214" fmla="*/ 9001 h 114300"/>
                <a:gd name="connsiteX215" fmla="*/ 50530 w 180975"/>
                <a:gd name="connsiteY215" fmla="*/ 9068 h 114300"/>
                <a:gd name="connsiteX216" fmla="*/ 50540 w 180975"/>
                <a:gd name="connsiteY216" fmla="*/ 9106 h 114300"/>
                <a:gd name="connsiteX217" fmla="*/ 50549 w 180975"/>
                <a:gd name="connsiteY217" fmla="*/ 9125 h 114300"/>
                <a:gd name="connsiteX218" fmla="*/ 50568 w 180975"/>
                <a:gd name="connsiteY218" fmla="*/ 9154 h 114300"/>
                <a:gd name="connsiteX219" fmla="*/ 50654 w 180975"/>
                <a:gd name="connsiteY219" fmla="*/ 9230 h 114300"/>
                <a:gd name="connsiteX220" fmla="*/ 50797 w 180975"/>
                <a:gd name="connsiteY220" fmla="*/ 9363 h 114300"/>
                <a:gd name="connsiteX221" fmla="*/ 50806 w 180975"/>
                <a:gd name="connsiteY221" fmla="*/ 9363 h 114300"/>
                <a:gd name="connsiteX222" fmla="*/ 56655 w 180975"/>
                <a:gd name="connsiteY222" fmla="*/ 12897 h 114300"/>
                <a:gd name="connsiteX223" fmla="*/ 56922 w 180975"/>
                <a:gd name="connsiteY223" fmla="*/ 13011 h 114300"/>
                <a:gd name="connsiteX224" fmla="*/ 57026 w 180975"/>
                <a:gd name="connsiteY224" fmla="*/ 13059 h 114300"/>
                <a:gd name="connsiteX225" fmla="*/ 57083 w 180975"/>
                <a:gd name="connsiteY225" fmla="*/ 13059 h 114300"/>
                <a:gd name="connsiteX226" fmla="*/ 57150 w 180975"/>
                <a:gd name="connsiteY226" fmla="*/ 13097 h 114300"/>
                <a:gd name="connsiteX227" fmla="*/ 57293 w 180975"/>
                <a:gd name="connsiteY227" fmla="*/ 13116 h 114300"/>
                <a:gd name="connsiteX228" fmla="*/ 57455 w 180975"/>
                <a:gd name="connsiteY228" fmla="*/ 13116 h 114300"/>
                <a:gd name="connsiteX229" fmla="*/ 57579 w 180975"/>
                <a:gd name="connsiteY229" fmla="*/ 13116 h 114300"/>
                <a:gd name="connsiteX230" fmla="*/ 57703 w 180975"/>
                <a:gd name="connsiteY230" fmla="*/ 13116 h 114300"/>
                <a:gd name="connsiteX231" fmla="*/ 57817 w 180975"/>
                <a:gd name="connsiteY231" fmla="*/ 13097 h 114300"/>
                <a:gd name="connsiteX232" fmla="*/ 57960 w 180975"/>
                <a:gd name="connsiteY232" fmla="*/ 13078 h 114300"/>
                <a:gd name="connsiteX233" fmla="*/ 57988 w 180975"/>
                <a:gd name="connsiteY233" fmla="*/ 13059 h 114300"/>
                <a:gd name="connsiteX234" fmla="*/ 58008 w 180975"/>
                <a:gd name="connsiteY234" fmla="*/ 13059 h 114300"/>
                <a:gd name="connsiteX235" fmla="*/ 58093 w 180975"/>
                <a:gd name="connsiteY235" fmla="*/ 13049 h 114300"/>
                <a:gd name="connsiteX236" fmla="*/ 58246 w 180975"/>
                <a:gd name="connsiteY236" fmla="*/ 12983 h 114300"/>
                <a:gd name="connsiteX237" fmla="*/ 58426 w 180975"/>
                <a:gd name="connsiteY237" fmla="*/ 12888 h 114300"/>
                <a:gd name="connsiteX238" fmla="*/ 58731 w 180975"/>
                <a:gd name="connsiteY238" fmla="*/ 12706 h 114300"/>
                <a:gd name="connsiteX239" fmla="*/ 58703 w 180975"/>
                <a:gd name="connsiteY239" fmla="*/ 13811 h 114300"/>
                <a:gd name="connsiteX240" fmla="*/ 58703 w 180975"/>
                <a:gd name="connsiteY240" fmla="*/ 13811 h 114300"/>
                <a:gd name="connsiteX241" fmla="*/ 58712 w 180975"/>
                <a:gd name="connsiteY241" fmla="*/ 13897 h 114300"/>
                <a:gd name="connsiteX242" fmla="*/ 58712 w 180975"/>
                <a:gd name="connsiteY242" fmla="*/ 13964 h 114300"/>
                <a:gd name="connsiteX243" fmla="*/ 58750 w 180975"/>
                <a:gd name="connsiteY243" fmla="*/ 14040 h 114300"/>
                <a:gd name="connsiteX244" fmla="*/ 58769 w 180975"/>
                <a:gd name="connsiteY244" fmla="*/ 14078 h 114300"/>
                <a:gd name="connsiteX245" fmla="*/ 58788 w 180975"/>
                <a:gd name="connsiteY245" fmla="*/ 14097 h 114300"/>
                <a:gd name="connsiteX246" fmla="*/ 58807 w 180975"/>
                <a:gd name="connsiteY246" fmla="*/ 14116 h 114300"/>
                <a:gd name="connsiteX247" fmla="*/ 58865 w 180975"/>
                <a:gd name="connsiteY247" fmla="*/ 14202 h 114300"/>
                <a:gd name="connsiteX248" fmla="*/ 59036 w 180975"/>
                <a:gd name="connsiteY248" fmla="*/ 14316 h 114300"/>
                <a:gd name="connsiteX249" fmla="*/ 59046 w 180975"/>
                <a:gd name="connsiteY249" fmla="*/ 14335 h 114300"/>
                <a:gd name="connsiteX250" fmla="*/ 64884 w 180975"/>
                <a:gd name="connsiteY250" fmla="*/ 17869 h 114300"/>
                <a:gd name="connsiteX251" fmla="*/ 65151 w 180975"/>
                <a:gd name="connsiteY251" fmla="*/ 17983 h 114300"/>
                <a:gd name="connsiteX252" fmla="*/ 65256 w 180975"/>
                <a:gd name="connsiteY252" fmla="*/ 18031 h 114300"/>
                <a:gd name="connsiteX253" fmla="*/ 65313 w 180975"/>
                <a:gd name="connsiteY253" fmla="*/ 18040 h 114300"/>
                <a:gd name="connsiteX254" fmla="*/ 65380 w 180975"/>
                <a:gd name="connsiteY254" fmla="*/ 18060 h 114300"/>
                <a:gd name="connsiteX255" fmla="*/ 65542 w 180975"/>
                <a:gd name="connsiteY255" fmla="*/ 18079 h 114300"/>
                <a:gd name="connsiteX256" fmla="*/ 65685 w 180975"/>
                <a:gd name="connsiteY256" fmla="*/ 18088 h 114300"/>
                <a:gd name="connsiteX257" fmla="*/ 65751 w 180975"/>
                <a:gd name="connsiteY257" fmla="*/ 18088 h 114300"/>
                <a:gd name="connsiteX258" fmla="*/ 65761 w 180975"/>
                <a:gd name="connsiteY258" fmla="*/ 18088 h 114300"/>
                <a:gd name="connsiteX259" fmla="*/ 65799 w 180975"/>
                <a:gd name="connsiteY259" fmla="*/ 18088 h 114300"/>
                <a:gd name="connsiteX260" fmla="*/ 65942 w 180975"/>
                <a:gd name="connsiteY260" fmla="*/ 18079 h 114300"/>
                <a:gd name="connsiteX261" fmla="*/ 66065 w 180975"/>
                <a:gd name="connsiteY261" fmla="*/ 18069 h 114300"/>
                <a:gd name="connsiteX262" fmla="*/ 66180 w 180975"/>
                <a:gd name="connsiteY262" fmla="*/ 18050 h 114300"/>
                <a:gd name="connsiteX263" fmla="*/ 66218 w 180975"/>
                <a:gd name="connsiteY263" fmla="*/ 18040 h 114300"/>
                <a:gd name="connsiteX264" fmla="*/ 66256 w 180975"/>
                <a:gd name="connsiteY264" fmla="*/ 18031 h 114300"/>
                <a:gd name="connsiteX265" fmla="*/ 66313 w 180975"/>
                <a:gd name="connsiteY265" fmla="*/ 18012 h 114300"/>
                <a:gd name="connsiteX266" fmla="*/ 66485 w 180975"/>
                <a:gd name="connsiteY266" fmla="*/ 17945 h 114300"/>
                <a:gd name="connsiteX267" fmla="*/ 66675 w 180975"/>
                <a:gd name="connsiteY267" fmla="*/ 17859 h 114300"/>
                <a:gd name="connsiteX268" fmla="*/ 67151 w 180975"/>
                <a:gd name="connsiteY268" fmla="*/ 17583 h 114300"/>
                <a:gd name="connsiteX269" fmla="*/ 67104 w 180975"/>
                <a:gd name="connsiteY269" fmla="*/ 18888 h 114300"/>
                <a:gd name="connsiteX270" fmla="*/ 67104 w 180975"/>
                <a:gd name="connsiteY270" fmla="*/ 18907 h 114300"/>
                <a:gd name="connsiteX271" fmla="*/ 67113 w 180975"/>
                <a:gd name="connsiteY271" fmla="*/ 18965 h 114300"/>
                <a:gd name="connsiteX272" fmla="*/ 67123 w 180975"/>
                <a:gd name="connsiteY272" fmla="*/ 19060 h 114300"/>
                <a:gd name="connsiteX273" fmla="*/ 67151 w 180975"/>
                <a:gd name="connsiteY273" fmla="*/ 19126 h 114300"/>
                <a:gd name="connsiteX274" fmla="*/ 67180 w 180975"/>
                <a:gd name="connsiteY274" fmla="*/ 19155 h 114300"/>
                <a:gd name="connsiteX275" fmla="*/ 67190 w 180975"/>
                <a:gd name="connsiteY275" fmla="*/ 19165 h 114300"/>
                <a:gd name="connsiteX276" fmla="*/ 67199 w 180975"/>
                <a:gd name="connsiteY276" fmla="*/ 19183 h 114300"/>
                <a:gd name="connsiteX277" fmla="*/ 67266 w 180975"/>
                <a:gd name="connsiteY277" fmla="*/ 19288 h 114300"/>
                <a:gd name="connsiteX278" fmla="*/ 67428 w 180975"/>
                <a:gd name="connsiteY278" fmla="*/ 19393 h 114300"/>
                <a:gd name="connsiteX279" fmla="*/ 67437 w 180975"/>
                <a:gd name="connsiteY279" fmla="*/ 19403 h 114300"/>
                <a:gd name="connsiteX280" fmla="*/ 70018 w 180975"/>
                <a:gd name="connsiteY280" fmla="*/ 20965 h 114300"/>
                <a:gd name="connsiteX281" fmla="*/ 69895 w 180975"/>
                <a:gd name="connsiteY281" fmla="*/ 21069 h 114300"/>
                <a:gd name="connsiteX282" fmla="*/ 65189 w 180975"/>
                <a:gd name="connsiteY282" fmla="*/ 23813 h 114300"/>
                <a:gd name="connsiteX283" fmla="*/ 64770 w 180975"/>
                <a:gd name="connsiteY283" fmla="*/ 23965 h 114300"/>
                <a:gd name="connsiteX284" fmla="*/ 64770 w 180975"/>
                <a:gd name="connsiteY284" fmla="*/ 23965 h 114300"/>
                <a:gd name="connsiteX285" fmla="*/ 64323 w 180975"/>
                <a:gd name="connsiteY285" fmla="*/ 24032 h 114300"/>
                <a:gd name="connsiteX286" fmla="*/ 64303 w 180975"/>
                <a:gd name="connsiteY286" fmla="*/ 24032 h 114300"/>
                <a:gd name="connsiteX287" fmla="*/ 63865 w 180975"/>
                <a:gd name="connsiteY287" fmla="*/ 23965 h 114300"/>
                <a:gd name="connsiteX288" fmla="*/ 63808 w 180975"/>
                <a:gd name="connsiteY288" fmla="*/ 23965 h 114300"/>
                <a:gd name="connsiteX289" fmla="*/ 63437 w 180975"/>
                <a:gd name="connsiteY289" fmla="*/ 23813 h 114300"/>
                <a:gd name="connsiteX290" fmla="*/ 43739 w 180975"/>
                <a:gd name="connsiteY290" fmla="*/ 11868 h 114300"/>
                <a:gd name="connsiteX291" fmla="*/ 43472 w 180975"/>
                <a:gd name="connsiteY291" fmla="*/ 11649 h 114300"/>
                <a:gd name="connsiteX292" fmla="*/ 43472 w 180975"/>
                <a:gd name="connsiteY292" fmla="*/ 11640 h 114300"/>
                <a:gd name="connsiteX293" fmla="*/ 43387 w 180975"/>
                <a:gd name="connsiteY293" fmla="*/ 11364 h 114300"/>
                <a:gd name="connsiteX294" fmla="*/ 43339 w 180975"/>
                <a:gd name="connsiteY294" fmla="*/ 13068 h 114300"/>
                <a:gd name="connsiteX295" fmla="*/ 43339 w 180975"/>
                <a:gd name="connsiteY295" fmla="*/ 13078 h 114300"/>
                <a:gd name="connsiteX296" fmla="*/ 43349 w 180975"/>
                <a:gd name="connsiteY296" fmla="*/ 13145 h 114300"/>
                <a:gd name="connsiteX297" fmla="*/ 43349 w 180975"/>
                <a:gd name="connsiteY297" fmla="*/ 13202 h 114300"/>
                <a:gd name="connsiteX298" fmla="*/ 43387 w 180975"/>
                <a:gd name="connsiteY298" fmla="*/ 13288 h 114300"/>
                <a:gd name="connsiteX299" fmla="*/ 43415 w 180975"/>
                <a:gd name="connsiteY299" fmla="*/ 13335 h 114300"/>
                <a:gd name="connsiteX300" fmla="*/ 43434 w 180975"/>
                <a:gd name="connsiteY300" fmla="*/ 13345 h 114300"/>
                <a:gd name="connsiteX301" fmla="*/ 43434 w 180975"/>
                <a:gd name="connsiteY301" fmla="*/ 13364 h 114300"/>
                <a:gd name="connsiteX302" fmla="*/ 43510 w 180975"/>
                <a:gd name="connsiteY302" fmla="*/ 13449 h 114300"/>
                <a:gd name="connsiteX303" fmla="*/ 43663 w 180975"/>
                <a:gd name="connsiteY303" fmla="*/ 13583 h 114300"/>
                <a:gd name="connsiteX304" fmla="*/ 43682 w 180975"/>
                <a:gd name="connsiteY304" fmla="*/ 13583 h 114300"/>
                <a:gd name="connsiteX305" fmla="*/ 49416 w 180975"/>
                <a:gd name="connsiteY305" fmla="*/ 17050 h 114300"/>
                <a:gd name="connsiteX306" fmla="*/ 49225 w 180975"/>
                <a:gd name="connsiteY306" fmla="*/ 17212 h 114300"/>
                <a:gd name="connsiteX307" fmla="*/ 44520 w 180975"/>
                <a:gd name="connsiteY307" fmla="*/ 19926 h 114300"/>
                <a:gd name="connsiteX308" fmla="*/ 44120 w 180975"/>
                <a:gd name="connsiteY308" fmla="*/ 20088 h 114300"/>
                <a:gd name="connsiteX309" fmla="*/ 44091 w 180975"/>
                <a:gd name="connsiteY309" fmla="*/ 20088 h 114300"/>
                <a:gd name="connsiteX310" fmla="*/ 43653 w 180975"/>
                <a:gd name="connsiteY310" fmla="*/ 20155 h 114300"/>
                <a:gd name="connsiteX311" fmla="*/ 43634 w 180975"/>
                <a:gd name="connsiteY311" fmla="*/ 20155 h 114300"/>
                <a:gd name="connsiteX312" fmla="*/ 43206 w 180975"/>
                <a:gd name="connsiteY312" fmla="*/ 20098 h 114300"/>
                <a:gd name="connsiteX313" fmla="*/ 43148 w 180975"/>
                <a:gd name="connsiteY313" fmla="*/ 20088 h 114300"/>
                <a:gd name="connsiteX314" fmla="*/ 42786 w 180975"/>
                <a:gd name="connsiteY314" fmla="*/ 19936 h 114300"/>
                <a:gd name="connsiteX315" fmla="*/ 36462 w 180975"/>
                <a:gd name="connsiteY315" fmla="*/ 16116 h 114300"/>
                <a:gd name="connsiteX316" fmla="*/ 36214 w 180975"/>
                <a:gd name="connsiteY316" fmla="*/ 15878 h 114300"/>
                <a:gd name="connsiteX317" fmla="*/ 36205 w 180975"/>
                <a:gd name="connsiteY317" fmla="*/ 15869 h 114300"/>
                <a:gd name="connsiteX318" fmla="*/ 36128 w 180975"/>
                <a:gd name="connsiteY318" fmla="*/ 15621 h 114300"/>
                <a:gd name="connsiteX319" fmla="*/ 36071 w 180975"/>
                <a:gd name="connsiteY319" fmla="*/ 17307 h 114300"/>
                <a:gd name="connsiteX320" fmla="*/ 36071 w 180975"/>
                <a:gd name="connsiteY320" fmla="*/ 17383 h 114300"/>
                <a:gd name="connsiteX321" fmla="*/ 36090 w 180975"/>
                <a:gd name="connsiteY321" fmla="*/ 17450 h 114300"/>
                <a:gd name="connsiteX322" fmla="*/ 36119 w 180975"/>
                <a:gd name="connsiteY322" fmla="*/ 17526 h 114300"/>
                <a:gd name="connsiteX323" fmla="*/ 36138 w 180975"/>
                <a:gd name="connsiteY323" fmla="*/ 17555 h 114300"/>
                <a:gd name="connsiteX324" fmla="*/ 36157 w 180975"/>
                <a:gd name="connsiteY324" fmla="*/ 17574 h 114300"/>
                <a:gd name="connsiteX325" fmla="*/ 36176 w 180975"/>
                <a:gd name="connsiteY325" fmla="*/ 17593 h 114300"/>
                <a:gd name="connsiteX326" fmla="*/ 36243 w 180975"/>
                <a:gd name="connsiteY326" fmla="*/ 17688 h 114300"/>
                <a:gd name="connsiteX327" fmla="*/ 36395 w 180975"/>
                <a:gd name="connsiteY327" fmla="*/ 17812 h 114300"/>
                <a:gd name="connsiteX328" fmla="*/ 36405 w 180975"/>
                <a:gd name="connsiteY328" fmla="*/ 17812 h 114300"/>
                <a:gd name="connsiteX329" fmla="*/ 40253 w 180975"/>
                <a:gd name="connsiteY329" fmla="*/ 20136 h 114300"/>
                <a:gd name="connsiteX330" fmla="*/ 40091 w 180975"/>
                <a:gd name="connsiteY330" fmla="*/ 20279 h 114300"/>
                <a:gd name="connsiteX331" fmla="*/ 28213 w 180975"/>
                <a:gd name="connsiteY331" fmla="*/ 27165 h 114300"/>
                <a:gd name="connsiteX332" fmla="*/ 27804 w 180975"/>
                <a:gd name="connsiteY332" fmla="*/ 27318 h 114300"/>
                <a:gd name="connsiteX333" fmla="*/ 27785 w 180975"/>
                <a:gd name="connsiteY333" fmla="*/ 27346 h 114300"/>
                <a:gd name="connsiteX334" fmla="*/ 27327 w 180975"/>
                <a:gd name="connsiteY334" fmla="*/ 27384 h 114300"/>
                <a:gd name="connsiteX335" fmla="*/ 27318 w 180975"/>
                <a:gd name="connsiteY335" fmla="*/ 27384 h 114300"/>
                <a:gd name="connsiteX336" fmla="*/ 26889 w 180975"/>
                <a:gd name="connsiteY336" fmla="*/ 27346 h 114300"/>
                <a:gd name="connsiteX337" fmla="*/ 26861 w 180975"/>
                <a:gd name="connsiteY337" fmla="*/ 27318 h 114300"/>
                <a:gd name="connsiteX338" fmla="*/ 26461 w 180975"/>
                <a:gd name="connsiteY338" fmla="*/ 27165 h 114300"/>
                <a:gd name="connsiteX339" fmla="*/ 22041 w 180975"/>
                <a:gd name="connsiteY339" fmla="*/ 24489 h 114300"/>
                <a:gd name="connsiteX340" fmla="*/ 21784 w 180975"/>
                <a:gd name="connsiteY340" fmla="*/ 24270 h 114300"/>
                <a:gd name="connsiteX341" fmla="*/ 21784 w 180975"/>
                <a:gd name="connsiteY341" fmla="*/ 24251 h 114300"/>
                <a:gd name="connsiteX342" fmla="*/ 21689 w 180975"/>
                <a:gd name="connsiteY342" fmla="*/ 23984 h 114300"/>
                <a:gd name="connsiteX343" fmla="*/ 21641 w 180975"/>
                <a:gd name="connsiteY343" fmla="*/ 25670 h 114300"/>
                <a:gd name="connsiteX344" fmla="*/ 21641 w 180975"/>
                <a:gd name="connsiteY344" fmla="*/ 25718 h 114300"/>
                <a:gd name="connsiteX345" fmla="*/ 21650 w 180975"/>
                <a:gd name="connsiteY345" fmla="*/ 25756 h 114300"/>
                <a:gd name="connsiteX346" fmla="*/ 21660 w 180975"/>
                <a:gd name="connsiteY346" fmla="*/ 25832 h 114300"/>
                <a:gd name="connsiteX347" fmla="*/ 21689 w 180975"/>
                <a:gd name="connsiteY347" fmla="*/ 25908 h 114300"/>
                <a:gd name="connsiteX348" fmla="*/ 21717 w 180975"/>
                <a:gd name="connsiteY348" fmla="*/ 25946 h 114300"/>
                <a:gd name="connsiteX349" fmla="*/ 21727 w 180975"/>
                <a:gd name="connsiteY349" fmla="*/ 25965 h 114300"/>
                <a:gd name="connsiteX350" fmla="*/ 21746 w 180975"/>
                <a:gd name="connsiteY350" fmla="*/ 25984 h 114300"/>
                <a:gd name="connsiteX351" fmla="*/ 21812 w 180975"/>
                <a:gd name="connsiteY351" fmla="*/ 26061 h 114300"/>
                <a:gd name="connsiteX352" fmla="*/ 21974 w 180975"/>
                <a:gd name="connsiteY352" fmla="*/ 26184 h 114300"/>
                <a:gd name="connsiteX353" fmla="*/ 21974 w 180975"/>
                <a:gd name="connsiteY353" fmla="*/ 26203 h 114300"/>
                <a:gd name="connsiteX354" fmla="*/ 25841 w 180975"/>
                <a:gd name="connsiteY354" fmla="*/ 28518 h 114300"/>
                <a:gd name="connsiteX355" fmla="*/ 25651 w 180975"/>
                <a:gd name="connsiteY355" fmla="*/ 28661 h 114300"/>
                <a:gd name="connsiteX356" fmla="*/ 13726 w 180975"/>
                <a:gd name="connsiteY356" fmla="*/ 35566 h 114300"/>
                <a:gd name="connsiteX357" fmla="*/ 13306 w 180975"/>
                <a:gd name="connsiteY357" fmla="*/ 35738 h 114300"/>
                <a:gd name="connsiteX358" fmla="*/ 13306 w 180975"/>
                <a:gd name="connsiteY358" fmla="*/ 35738 h 114300"/>
                <a:gd name="connsiteX359" fmla="*/ 12849 w 180975"/>
                <a:gd name="connsiteY359" fmla="*/ 35805 h 114300"/>
                <a:gd name="connsiteX360" fmla="*/ 12830 w 180975"/>
                <a:gd name="connsiteY360" fmla="*/ 35805 h 114300"/>
                <a:gd name="connsiteX361" fmla="*/ 12402 w 180975"/>
                <a:gd name="connsiteY361" fmla="*/ 35748 h 114300"/>
                <a:gd name="connsiteX362" fmla="*/ 12345 w 180975"/>
                <a:gd name="connsiteY362" fmla="*/ 35738 h 114300"/>
                <a:gd name="connsiteX363" fmla="*/ 11983 w 180975"/>
                <a:gd name="connsiteY363" fmla="*/ 35576 h 114300"/>
                <a:gd name="connsiteX364" fmla="*/ 7544 w 180975"/>
                <a:gd name="connsiteY364" fmla="*/ 32899 h 114300"/>
                <a:gd name="connsiteX365" fmla="*/ 7306 w 180975"/>
                <a:gd name="connsiteY365" fmla="*/ 32680 h 114300"/>
                <a:gd name="connsiteX366" fmla="*/ 7296 w 180975"/>
                <a:gd name="connsiteY366" fmla="*/ 32671 h 114300"/>
                <a:gd name="connsiteX367" fmla="*/ 7220 w 180975"/>
                <a:gd name="connsiteY367" fmla="*/ 32404 h 114300"/>
                <a:gd name="connsiteX368" fmla="*/ 7144 w 180975"/>
                <a:gd name="connsiteY368" fmla="*/ 34109 h 114300"/>
                <a:gd name="connsiteX369" fmla="*/ 7163 w 180975"/>
                <a:gd name="connsiteY369" fmla="*/ 34185 h 114300"/>
                <a:gd name="connsiteX370" fmla="*/ 7173 w 180975"/>
                <a:gd name="connsiteY370" fmla="*/ 34252 h 114300"/>
                <a:gd name="connsiteX371" fmla="*/ 7201 w 180975"/>
                <a:gd name="connsiteY371" fmla="*/ 34328 h 114300"/>
                <a:gd name="connsiteX372" fmla="*/ 7239 w 180975"/>
                <a:gd name="connsiteY372" fmla="*/ 34357 h 114300"/>
                <a:gd name="connsiteX373" fmla="*/ 7239 w 180975"/>
                <a:gd name="connsiteY373" fmla="*/ 34366 h 114300"/>
                <a:gd name="connsiteX374" fmla="*/ 7249 w 180975"/>
                <a:gd name="connsiteY374" fmla="*/ 34404 h 114300"/>
                <a:gd name="connsiteX375" fmla="*/ 7325 w 180975"/>
                <a:gd name="connsiteY375" fmla="*/ 34490 h 114300"/>
                <a:gd name="connsiteX376" fmla="*/ 7487 w 180975"/>
                <a:gd name="connsiteY376" fmla="*/ 34614 h 114300"/>
                <a:gd name="connsiteX377" fmla="*/ 7506 w 180975"/>
                <a:gd name="connsiteY377" fmla="*/ 34623 h 114300"/>
                <a:gd name="connsiteX378" fmla="*/ 11925 w 180975"/>
                <a:gd name="connsiteY378" fmla="*/ 37290 h 114300"/>
                <a:gd name="connsiteX379" fmla="*/ 12183 w 180975"/>
                <a:gd name="connsiteY379" fmla="*/ 37414 h 114300"/>
                <a:gd name="connsiteX380" fmla="*/ 12307 w 180975"/>
                <a:gd name="connsiteY380" fmla="*/ 37443 h 114300"/>
                <a:gd name="connsiteX381" fmla="*/ 12354 w 180975"/>
                <a:gd name="connsiteY381" fmla="*/ 37462 h 114300"/>
                <a:gd name="connsiteX382" fmla="*/ 12411 w 180975"/>
                <a:gd name="connsiteY382" fmla="*/ 37462 h 114300"/>
                <a:gd name="connsiteX383" fmla="*/ 12583 w 180975"/>
                <a:gd name="connsiteY383" fmla="*/ 37500 h 114300"/>
                <a:gd name="connsiteX384" fmla="*/ 12716 w 180975"/>
                <a:gd name="connsiteY384" fmla="*/ 37510 h 114300"/>
                <a:gd name="connsiteX385" fmla="*/ 12964 w 180975"/>
                <a:gd name="connsiteY385" fmla="*/ 37510 h 114300"/>
                <a:gd name="connsiteX386" fmla="*/ 13088 w 180975"/>
                <a:gd name="connsiteY386" fmla="*/ 37472 h 114300"/>
                <a:gd name="connsiteX387" fmla="*/ 13211 w 180975"/>
                <a:gd name="connsiteY387" fmla="*/ 37462 h 114300"/>
                <a:gd name="connsiteX388" fmla="*/ 13249 w 180975"/>
                <a:gd name="connsiteY388" fmla="*/ 37443 h 114300"/>
                <a:gd name="connsiteX389" fmla="*/ 13268 w 180975"/>
                <a:gd name="connsiteY389" fmla="*/ 37443 h 114300"/>
                <a:gd name="connsiteX390" fmla="*/ 13335 w 180975"/>
                <a:gd name="connsiteY390" fmla="*/ 37424 h 114300"/>
                <a:gd name="connsiteX391" fmla="*/ 13506 w 180975"/>
                <a:gd name="connsiteY391" fmla="*/ 37367 h 114300"/>
                <a:gd name="connsiteX392" fmla="*/ 13697 w 180975"/>
                <a:gd name="connsiteY392" fmla="*/ 37272 h 114300"/>
                <a:gd name="connsiteX393" fmla="*/ 21241 w 180975"/>
                <a:gd name="connsiteY393" fmla="*/ 32919 h 114300"/>
                <a:gd name="connsiteX394" fmla="*/ 21193 w 180975"/>
                <a:gd name="connsiteY394" fmla="*/ 34033 h 114300"/>
                <a:gd name="connsiteX395" fmla="*/ 21193 w 180975"/>
                <a:gd name="connsiteY395" fmla="*/ 34033 h 114300"/>
                <a:gd name="connsiteX396" fmla="*/ 21203 w 180975"/>
                <a:gd name="connsiteY396" fmla="*/ 34119 h 114300"/>
                <a:gd name="connsiteX397" fmla="*/ 21222 w 180975"/>
                <a:gd name="connsiteY397" fmla="*/ 34176 h 114300"/>
                <a:gd name="connsiteX398" fmla="*/ 21250 w 180975"/>
                <a:gd name="connsiteY398" fmla="*/ 34252 h 114300"/>
                <a:gd name="connsiteX399" fmla="*/ 21279 w 180975"/>
                <a:gd name="connsiteY399" fmla="*/ 34290 h 114300"/>
                <a:gd name="connsiteX400" fmla="*/ 21279 w 180975"/>
                <a:gd name="connsiteY400" fmla="*/ 34300 h 114300"/>
                <a:gd name="connsiteX401" fmla="*/ 21289 w 180975"/>
                <a:gd name="connsiteY401" fmla="*/ 34319 h 114300"/>
                <a:gd name="connsiteX402" fmla="*/ 21365 w 180975"/>
                <a:gd name="connsiteY402" fmla="*/ 34423 h 114300"/>
                <a:gd name="connsiteX403" fmla="*/ 21527 w 180975"/>
                <a:gd name="connsiteY403" fmla="*/ 34528 h 114300"/>
                <a:gd name="connsiteX404" fmla="*/ 21536 w 180975"/>
                <a:gd name="connsiteY404" fmla="*/ 34528 h 114300"/>
                <a:gd name="connsiteX405" fmla="*/ 28204 w 180975"/>
                <a:gd name="connsiteY405" fmla="*/ 38576 h 114300"/>
                <a:gd name="connsiteX406" fmla="*/ 28470 w 180975"/>
                <a:gd name="connsiteY406" fmla="*/ 38691 h 114300"/>
                <a:gd name="connsiteX407" fmla="*/ 28585 w 180975"/>
                <a:gd name="connsiteY407" fmla="*/ 38719 h 114300"/>
                <a:gd name="connsiteX408" fmla="*/ 28642 w 180975"/>
                <a:gd name="connsiteY408" fmla="*/ 38748 h 114300"/>
                <a:gd name="connsiteX409" fmla="*/ 28708 w 180975"/>
                <a:gd name="connsiteY409" fmla="*/ 38767 h 114300"/>
                <a:gd name="connsiteX410" fmla="*/ 28870 w 180975"/>
                <a:gd name="connsiteY410" fmla="*/ 38796 h 114300"/>
                <a:gd name="connsiteX411" fmla="*/ 29004 w 180975"/>
                <a:gd name="connsiteY411" fmla="*/ 38805 h 114300"/>
                <a:gd name="connsiteX412" fmla="*/ 29070 w 180975"/>
                <a:gd name="connsiteY412" fmla="*/ 38805 h 114300"/>
                <a:gd name="connsiteX413" fmla="*/ 29080 w 180975"/>
                <a:gd name="connsiteY413" fmla="*/ 38805 h 114300"/>
                <a:gd name="connsiteX414" fmla="*/ 29137 w 180975"/>
                <a:gd name="connsiteY414" fmla="*/ 38805 h 114300"/>
                <a:gd name="connsiteX415" fmla="*/ 29270 w 180975"/>
                <a:gd name="connsiteY415" fmla="*/ 38796 h 114300"/>
                <a:gd name="connsiteX416" fmla="*/ 29394 w 180975"/>
                <a:gd name="connsiteY416" fmla="*/ 38776 h 114300"/>
                <a:gd name="connsiteX417" fmla="*/ 29518 w 180975"/>
                <a:gd name="connsiteY417" fmla="*/ 38757 h 114300"/>
                <a:gd name="connsiteX418" fmla="*/ 29556 w 180975"/>
                <a:gd name="connsiteY418" fmla="*/ 38748 h 114300"/>
                <a:gd name="connsiteX419" fmla="*/ 29575 w 180975"/>
                <a:gd name="connsiteY419" fmla="*/ 38748 h 114300"/>
                <a:gd name="connsiteX420" fmla="*/ 29642 w 180975"/>
                <a:gd name="connsiteY420" fmla="*/ 38710 h 114300"/>
                <a:gd name="connsiteX421" fmla="*/ 29794 w 180975"/>
                <a:gd name="connsiteY421" fmla="*/ 38662 h 114300"/>
                <a:gd name="connsiteX422" fmla="*/ 29985 w 180975"/>
                <a:gd name="connsiteY422" fmla="*/ 38567 h 114300"/>
                <a:gd name="connsiteX423" fmla="*/ 30518 w 180975"/>
                <a:gd name="connsiteY423" fmla="*/ 38281 h 114300"/>
                <a:gd name="connsiteX424" fmla="*/ 30471 w 180975"/>
                <a:gd name="connsiteY424" fmla="*/ 39624 h 114300"/>
                <a:gd name="connsiteX425" fmla="*/ 30471 w 180975"/>
                <a:gd name="connsiteY425" fmla="*/ 39634 h 114300"/>
                <a:gd name="connsiteX426" fmla="*/ 30480 w 180975"/>
                <a:gd name="connsiteY426" fmla="*/ 39710 h 114300"/>
                <a:gd name="connsiteX427" fmla="*/ 30490 w 180975"/>
                <a:gd name="connsiteY427" fmla="*/ 39786 h 114300"/>
                <a:gd name="connsiteX428" fmla="*/ 30518 w 180975"/>
                <a:gd name="connsiteY428" fmla="*/ 39843 h 114300"/>
                <a:gd name="connsiteX429" fmla="*/ 30547 w 180975"/>
                <a:gd name="connsiteY429" fmla="*/ 39881 h 114300"/>
                <a:gd name="connsiteX430" fmla="*/ 30556 w 180975"/>
                <a:gd name="connsiteY430" fmla="*/ 39900 h 114300"/>
                <a:gd name="connsiteX431" fmla="*/ 30566 w 180975"/>
                <a:gd name="connsiteY431" fmla="*/ 39929 h 114300"/>
                <a:gd name="connsiteX432" fmla="*/ 30652 w 180975"/>
                <a:gd name="connsiteY432" fmla="*/ 40015 h 114300"/>
                <a:gd name="connsiteX433" fmla="*/ 30794 w 180975"/>
                <a:gd name="connsiteY433" fmla="*/ 40139 h 114300"/>
                <a:gd name="connsiteX434" fmla="*/ 30814 w 180975"/>
                <a:gd name="connsiteY434" fmla="*/ 40148 h 114300"/>
                <a:gd name="connsiteX435" fmla="*/ 34119 w 180975"/>
                <a:gd name="connsiteY435" fmla="*/ 42148 h 114300"/>
                <a:gd name="connsiteX436" fmla="*/ 34385 w 180975"/>
                <a:gd name="connsiteY436" fmla="*/ 42272 h 114300"/>
                <a:gd name="connsiteX437" fmla="*/ 34500 w 180975"/>
                <a:gd name="connsiteY437" fmla="*/ 42310 h 114300"/>
                <a:gd name="connsiteX438" fmla="*/ 34547 w 180975"/>
                <a:gd name="connsiteY438" fmla="*/ 42329 h 114300"/>
                <a:gd name="connsiteX439" fmla="*/ 34623 w 180975"/>
                <a:gd name="connsiteY439" fmla="*/ 42339 h 114300"/>
                <a:gd name="connsiteX440" fmla="*/ 34785 w 180975"/>
                <a:gd name="connsiteY440" fmla="*/ 42358 h 114300"/>
                <a:gd name="connsiteX441" fmla="*/ 34928 w 180975"/>
                <a:gd name="connsiteY441" fmla="*/ 42367 h 114300"/>
                <a:gd name="connsiteX442" fmla="*/ 35062 w 180975"/>
                <a:gd name="connsiteY442" fmla="*/ 42367 h 114300"/>
                <a:gd name="connsiteX443" fmla="*/ 35176 w 180975"/>
                <a:gd name="connsiteY443" fmla="*/ 42358 h 114300"/>
                <a:gd name="connsiteX444" fmla="*/ 35319 w 180975"/>
                <a:gd name="connsiteY444" fmla="*/ 42339 h 114300"/>
                <a:gd name="connsiteX445" fmla="*/ 35433 w 180975"/>
                <a:gd name="connsiteY445" fmla="*/ 42329 h 114300"/>
                <a:gd name="connsiteX446" fmla="*/ 35462 w 180975"/>
                <a:gd name="connsiteY446" fmla="*/ 42310 h 114300"/>
                <a:gd name="connsiteX447" fmla="*/ 35490 w 180975"/>
                <a:gd name="connsiteY447" fmla="*/ 42310 h 114300"/>
                <a:gd name="connsiteX448" fmla="*/ 35566 w 180975"/>
                <a:gd name="connsiteY448" fmla="*/ 42291 h 114300"/>
                <a:gd name="connsiteX449" fmla="*/ 35719 w 180975"/>
                <a:gd name="connsiteY449" fmla="*/ 42234 h 114300"/>
                <a:gd name="connsiteX450" fmla="*/ 35900 w 180975"/>
                <a:gd name="connsiteY450" fmla="*/ 42148 h 114300"/>
                <a:gd name="connsiteX451" fmla="*/ 36681 w 180975"/>
                <a:gd name="connsiteY451" fmla="*/ 41701 h 114300"/>
                <a:gd name="connsiteX452" fmla="*/ 36624 w 180975"/>
                <a:gd name="connsiteY452" fmla="*/ 43349 h 114300"/>
                <a:gd name="connsiteX453" fmla="*/ 36624 w 180975"/>
                <a:gd name="connsiteY453" fmla="*/ 43349 h 114300"/>
                <a:gd name="connsiteX454" fmla="*/ 36624 w 180975"/>
                <a:gd name="connsiteY454" fmla="*/ 43415 h 114300"/>
                <a:gd name="connsiteX455" fmla="*/ 36643 w 180975"/>
                <a:gd name="connsiteY455" fmla="*/ 43491 h 114300"/>
                <a:gd name="connsiteX456" fmla="*/ 36681 w 180975"/>
                <a:gd name="connsiteY456" fmla="*/ 43567 h 114300"/>
                <a:gd name="connsiteX457" fmla="*/ 36709 w 180975"/>
                <a:gd name="connsiteY457" fmla="*/ 43605 h 114300"/>
                <a:gd name="connsiteX458" fmla="*/ 36709 w 180975"/>
                <a:gd name="connsiteY458" fmla="*/ 43615 h 114300"/>
                <a:gd name="connsiteX459" fmla="*/ 36719 w 180975"/>
                <a:gd name="connsiteY459" fmla="*/ 43625 h 114300"/>
                <a:gd name="connsiteX460" fmla="*/ 36805 w 180975"/>
                <a:gd name="connsiteY460" fmla="*/ 43739 h 114300"/>
                <a:gd name="connsiteX461" fmla="*/ 36957 w 180975"/>
                <a:gd name="connsiteY461" fmla="*/ 43853 h 114300"/>
                <a:gd name="connsiteX462" fmla="*/ 36957 w 180975"/>
                <a:gd name="connsiteY462" fmla="*/ 43853 h 114300"/>
                <a:gd name="connsiteX463" fmla="*/ 37986 w 180975"/>
                <a:gd name="connsiteY463" fmla="*/ 44472 h 114300"/>
                <a:gd name="connsiteX464" fmla="*/ 37833 w 180975"/>
                <a:gd name="connsiteY464" fmla="*/ 44587 h 114300"/>
                <a:gd name="connsiteX465" fmla="*/ 33128 w 180975"/>
                <a:gd name="connsiteY465" fmla="*/ 47320 h 114300"/>
                <a:gd name="connsiteX466" fmla="*/ 32718 w 180975"/>
                <a:gd name="connsiteY466" fmla="*/ 47482 h 114300"/>
                <a:gd name="connsiteX467" fmla="*/ 32709 w 180975"/>
                <a:gd name="connsiteY467" fmla="*/ 47482 h 114300"/>
                <a:gd name="connsiteX468" fmla="*/ 32252 w 180975"/>
                <a:gd name="connsiteY468" fmla="*/ 47549 h 114300"/>
                <a:gd name="connsiteX469" fmla="*/ 32242 w 180975"/>
                <a:gd name="connsiteY469" fmla="*/ 47549 h 114300"/>
                <a:gd name="connsiteX470" fmla="*/ 31823 w 180975"/>
                <a:gd name="connsiteY470" fmla="*/ 47492 h 114300"/>
                <a:gd name="connsiteX471" fmla="*/ 31756 w 180975"/>
                <a:gd name="connsiteY471" fmla="*/ 47482 h 114300"/>
                <a:gd name="connsiteX472" fmla="*/ 31385 w 180975"/>
                <a:gd name="connsiteY472" fmla="*/ 47320 h 114300"/>
                <a:gd name="connsiteX473" fmla="*/ 25546 w 180975"/>
                <a:gd name="connsiteY473" fmla="*/ 43787 h 114300"/>
                <a:gd name="connsiteX474" fmla="*/ 25327 w 180975"/>
                <a:gd name="connsiteY474" fmla="*/ 43587 h 114300"/>
                <a:gd name="connsiteX475" fmla="*/ 29423 w 180975"/>
                <a:gd name="connsiteY475" fmla="*/ 41205 h 114300"/>
                <a:gd name="connsiteX476" fmla="*/ 29804 w 180975"/>
                <a:gd name="connsiteY476" fmla="*/ 40691 h 114300"/>
                <a:gd name="connsiteX477" fmla="*/ 29871 w 180975"/>
                <a:gd name="connsiteY477" fmla="*/ 38996 h 114300"/>
                <a:gd name="connsiteX478" fmla="*/ 29489 w 180975"/>
                <a:gd name="connsiteY478" fmla="*/ 39519 h 114300"/>
                <a:gd name="connsiteX479" fmla="*/ 24775 w 180975"/>
                <a:gd name="connsiteY479" fmla="*/ 42244 h 114300"/>
                <a:gd name="connsiteX480" fmla="*/ 24365 w 180975"/>
                <a:gd name="connsiteY480" fmla="*/ 42406 h 114300"/>
                <a:gd name="connsiteX481" fmla="*/ 24346 w 180975"/>
                <a:gd name="connsiteY481" fmla="*/ 42415 h 114300"/>
                <a:gd name="connsiteX482" fmla="*/ 23908 w 180975"/>
                <a:gd name="connsiteY482" fmla="*/ 42453 h 114300"/>
                <a:gd name="connsiteX483" fmla="*/ 23889 w 180975"/>
                <a:gd name="connsiteY483" fmla="*/ 42453 h 114300"/>
                <a:gd name="connsiteX484" fmla="*/ 23451 w 180975"/>
                <a:gd name="connsiteY484" fmla="*/ 42415 h 114300"/>
                <a:gd name="connsiteX485" fmla="*/ 23403 w 180975"/>
                <a:gd name="connsiteY485" fmla="*/ 42406 h 114300"/>
                <a:gd name="connsiteX486" fmla="*/ 23022 w 180975"/>
                <a:gd name="connsiteY486" fmla="*/ 42244 h 114300"/>
                <a:gd name="connsiteX487" fmla="*/ 17183 w 180975"/>
                <a:gd name="connsiteY487" fmla="*/ 38710 h 114300"/>
                <a:gd name="connsiteX488" fmla="*/ 16936 w 180975"/>
                <a:gd name="connsiteY488" fmla="*/ 38491 h 114300"/>
                <a:gd name="connsiteX489" fmla="*/ 16926 w 180975"/>
                <a:gd name="connsiteY489" fmla="*/ 38481 h 114300"/>
                <a:gd name="connsiteX490" fmla="*/ 16850 w 180975"/>
                <a:gd name="connsiteY490" fmla="*/ 38215 h 114300"/>
                <a:gd name="connsiteX491" fmla="*/ 16783 w 180975"/>
                <a:gd name="connsiteY491" fmla="*/ 39919 h 114300"/>
                <a:gd name="connsiteX492" fmla="*/ 16793 w 180975"/>
                <a:gd name="connsiteY492" fmla="*/ 39977 h 114300"/>
                <a:gd name="connsiteX493" fmla="*/ 16812 w 180975"/>
                <a:gd name="connsiteY493" fmla="*/ 40062 h 114300"/>
                <a:gd name="connsiteX494" fmla="*/ 16840 w 180975"/>
                <a:gd name="connsiteY494" fmla="*/ 40129 h 114300"/>
                <a:gd name="connsiteX495" fmla="*/ 16859 w 180975"/>
                <a:gd name="connsiteY495" fmla="*/ 40157 h 114300"/>
                <a:gd name="connsiteX496" fmla="*/ 16878 w 180975"/>
                <a:gd name="connsiteY496" fmla="*/ 40177 h 114300"/>
                <a:gd name="connsiteX497" fmla="*/ 16888 w 180975"/>
                <a:gd name="connsiteY497" fmla="*/ 40196 h 114300"/>
                <a:gd name="connsiteX498" fmla="*/ 16964 w 180975"/>
                <a:gd name="connsiteY498" fmla="*/ 40300 h 114300"/>
                <a:gd name="connsiteX499" fmla="*/ 17116 w 180975"/>
                <a:gd name="connsiteY499" fmla="*/ 40415 h 114300"/>
                <a:gd name="connsiteX500" fmla="*/ 17145 w 180975"/>
                <a:gd name="connsiteY500" fmla="*/ 40415 h 114300"/>
                <a:gd name="connsiteX501" fmla="*/ 22984 w 180975"/>
                <a:gd name="connsiteY501" fmla="*/ 43958 h 114300"/>
                <a:gd name="connsiteX502" fmla="*/ 23232 w 180975"/>
                <a:gd name="connsiteY502" fmla="*/ 44082 h 114300"/>
                <a:gd name="connsiteX503" fmla="*/ 23346 w 180975"/>
                <a:gd name="connsiteY503" fmla="*/ 44110 h 114300"/>
                <a:gd name="connsiteX504" fmla="*/ 23394 w 180975"/>
                <a:gd name="connsiteY504" fmla="*/ 44120 h 114300"/>
                <a:gd name="connsiteX505" fmla="*/ 23479 w 180975"/>
                <a:gd name="connsiteY505" fmla="*/ 44139 h 114300"/>
                <a:gd name="connsiteX506" fmla="*/ 23632 w 180975"/>
                <a:gd name="connsiteY506" fmla="*/ 44177 h 114300"/>
                <a:gd name="connsiteX507" fmla="*/ 23765 w 180975"/>
                <a:gd name="connsiteY507" fmla="*/ 44177 h 114300"/>
                <a:gd name="connsiteX508" fmla="*/ 23908 w 180975"/>
                <a:gd name="connsiteY508" fmla="*/ 44177 h 114300"/>
                <a:gd name="connsiteX509" fmla="*/ 24022 w 180975"/>
                <a:gd name="connsiteY509" fmla="*/ 44177 h 114300"/>
                <a:gd name="connsiteX510" fmla="*/ 24146 w 180975"/>
                <a:gd name="connsiteY510" fmla="*/ 44158 h 114300"/>
                <a:gd name="connsiteX511" fmla="*/ 24279 w 180975"/>
                <a:gd name="connsiteY511" fmla="*/ 44130 h 114300"/>
                <a:gd name="connsiteX512" fmla="*/ 24308 w 180975"/>
                <a:gd name="connsiteY512" fmla="*/ 44120 h 114300"/>
                <a:gd name="connsiteX513" fmla="*/ 24337 w 180975"/>
                <a:gd name="connsiteY513" fmla="*/ 44120 h 114300"/>
                <a:gd name="connsiteX514" fmla="*/ 24403 w 180975"/>
                <a:gd name="connsiteY514" fmla="*/ 44101 h 114300"/>
                <a:gd name="connsiteX515" fmla="*/ 24565 w 180975"/>
                <a:gd name="connsiteY515" fmla="*/ 44044 h 114300"/>
                <a:gd name="connsiteX516" fmla="*/ 24755 w 180975"/>
                <a:gd name="connsiteY516" fmla="*/ 43958 h 114300"/>
                <a:gd name="connsiteX517" fmla="*/ 25232 w 180975"/>
                <a:gd name="connsiteY517" fmla="*/ 43682 h 114300"/>
                <a:gd name="connsiteX518" fmla="*/ 25194 w 180975"/>
                <a:gd name="connsiteY518" fmla="*/ 44996 h 114300"/>
                <a:gd name="connsiteX519" fmla="*/ 25194 w 180975"/>
                <a:gd name="connsiteY519" fmla="*/ 45063 h 114300"/>
                <a:gd name="connsiteX520" fmla="*/ 25213 w 180975"/>
                <a:gd name="connsiteY520" fmla="*/ 45130 h 114300"/>
                <a:gd name="connsiteX521" fmla="*/ 25241 w 180975"/>
                <a:gd name="connsiteY521" fmla="*/ 45215 h 114300"/>
                <a:gd name="connsiteX522" fmla="*/ 25270 w 180975"/>
                <a:gd name="connsiteY522" fmla="*/ 45253 h 114300"/>
                <a:gd name="connsiteX523" fmla="*/ 25280 w 180975"/>
                <a:gd name="connsiteY523" fmla="*/ 45263 h 114300"/>
                <a:gd name="connsiteX524" fmla="*/ 25280 w 180975"/>
                <a:gd name="connsiteY524" fmla="*/ 45282 h 114300"/>
                <a:gd name="connsiteX525" fmla="*/ 25375 w 180975"/>
                <a:gd name="connsiteY525" fmla="*/ 45368 h 114300"/>
                <a:gd name="connsiteX526" fmla="*/ 25527 w 180975"/>
                <a:gd name="connsiteY526" fmla="*/ 45491 h 114300"/>
                <a:gd name="connsiteX527" fmla="*/ 25537 w 180975"/>
                <a:gd name="connsiteY527" fmla="*/ 45511 h 114300"/>
                <a:gd name="connsiteX528" fmla="*/ 31375 w 180975"/>
                <a:gd name="connsiteY528" fmla="*/ 49044 h 114300"/>
                <a:gd name="connsiteX529" fmla="*/ 31633 w 180975"/>
                <a:gd name="connsiteY529" fmla="*/ 49178 h 114300"/>
                <a:gd name="connsiteX530" fmla="*/ 31747 w 180975"/>
                <a:gd name="connsiteY530" fmla="*/ 49197 h 114300"/>
                <a:gd name="connsiteX531" fmla="*/ 31814 w 180975"/>
                <a:gd name="connsiteY531" fmla="*/ 49216 h 114300"/>
                <a:gd name="connsiteX532" fmla="*/ 31880 w 180975"/>
                <a:gd name="connsiteY532" fmla="*/ 49225 h 114300"/>
                <a:gd name="connsiteX533" fmla="*/ 32033 w 180975"/>
                <a:gd name="connsiteY533" fmla="*/ 49244 h 114300"/>
                <a:gd name="connsiteX534" fmla="*/ 32176 w 180975"/>
                <a:gd name="connsiteY534" fmla="*/ 49264 h 114300"/>
                <a:gd name="connsiteX535" fmla="*/ 32252 w 180975"/>
                <a:gd name="connsiteY535" fmla="*/ 49254 h 114300"/>
                <a:gd name="connsiteX536" fmla="*/ 32261 w 180975"/>
                <a:gd name="connsiteY536" fmla="*/ 49264 h 114300"/>
                <a:gd name="connsiteX537" fmla="*/ 32309 w 180975"/>
                <a:gd name="connsiteY537" fmla="*/ 49254 h 114300"/>
                <a:gd name="connsiteX538" fmla="*/ 32423 w 180975"/>
                <a:gd name="connsiteY538" fmla="*/ 49244 h 114300"/>
                <a:gd name="connsiteX539" fmla="*/ 32547 w 180975"/>
                <a:gd name="connsiteY539" fmla="*/ 49235 h 114300"/>
                <a:gd name="connsiteX540" fmla="*/ 32680 w 180975"/>
                <a:gd name="connsiteY540" fmla="*/ 49216 h 114300"/>
                <a:gd name="connsiteX541" fmla="*/ 32728 w 180975"/>
                <a:gd name="connsiteY541" fmla="*/ 49206 h 114300"/>
                <a:gd name="connsiteX542" fmla="*/ 32738 w 180975"/>
                <a:gd name="connsiteY542" fmla="*/ 49206 h 114300"/>
                <a:gd name="connsiteX543" fmla="*/ 32814 w 180975"/>
                <a:gd name="connsiteY543" fmla="*/ 49187 h 114300"/>
                <a:gd name="connsiteX544" fmla="*/ 32976 w 180975"/>
                <a:gd name="connsiteY544" fmla="*/ 49121 h 114300"/>
                <a:gd name="connsiteX545" fmla="*/ 33166 w 180975"/>
                <a:gd name="connsiteY545" fmla="*/ 49035 h 114300"/>
                <a:gd name="connsiteX546" fmla="*/ 33738 w 180975"/>
                <a:gd name="connsiteY546" fmla="*/ 48711 h 114300"/>
                <a:gd name="connsiteX547" fmla="*/ 33681 w 180975"/>
                <a:gd name="connsiteY547" fmla="*/ 50121 h 114300"/>
                <a:gd name="connsiteX548" fmla="*/ 33681 w 180975"/>
                <a:gd name="connsiteY548" fmla="*/ 50168 h 114300"/>
                <a:gd name="connsiteX549" fmla="*/ 33709 w 180975"/>
                <a:gd name="connsiteY549" fmla="*/ 50264 h 114300"/>
                <a:gd name="connsiteX550" fmla="*/ 33738 w 180975"/>
                <a:gd name="connsiteY550" fmla="*/ 50330 h 114300"/>
                <a:gd name="connsiteX551" fmla="*/ 33776 w 180975"/>
                <a:gd name="connsiteY551" fmla="*/ 50387 h 114300"/>
                <a:gd name="connsiteX552" fmla="*/ 33776 w 180975"/>
                <a:gd name="connsiteY552" fmla="*/ 50387 h 114300"/>
                <a:gd name="connsiteX553" fmla="*/ 33776 w 180975"/>
                <a:gd name="connsiteY553" fmla="*/ 50416 h 114300"/>
                <a:gd name="connsiteX554" fmla="*/ 33862 w 180975"/>
                <a:gd name="connsiteY554" fmla="*/ 50502 h 114300"/>
                <a:gd name="connsiteX555" fmla="*/ 34014 w 180975"/>
                <a:gd name="connsiteY555" fmla="*/ 50625 h 114300"/>
                <a:gd name="connsiteX556" fmla="*/ 34033 w 180975"/>
                <a:gd name="connsiteY556" fmla="*/ 50635 h 114300"/>
                <a:gd name="connsiteX557" fmla="*/ 39872 w 180975"/>
                <a:gd name="connsiteY557" fmla="*/ 54169 h 114300"/>
                <a:gd name="connsiteX558" fmla="*/ 40139 w 180975"/>
                <a:gd name="connsiteY558" fmla="*/ 54302 h 114300"/>
                <a:gd name="connsiteX559" fmla="*/ 40234 w 180975"/>
                <a:gd name="connsiteY559" fmla="*/ 54321 h 114300"/>
                <a:gd name="connsiteX560" fmla="*/ 40300 w 180975"/>
                <a:gd name="connsiteY560" fmla="*/ 54331 h 114300"/>
                <a:gd name="connsiteX561" fmla="*/ 40367 w 180975"/>
                <a:gd name="connsiteY561" fmla="*/ 54350 h 114300"/>
                <a:gd name="connsiteX562" fmla="*/ 40519 w 180975"/>
                <a:gd name="connsiteY562" fmla="*/ 54369 h 114300"/>
                <a:gd name="connsiteX563" fmla="*/ 40662 w 180975"/>
                <a:gd name="connsiteY563" fmla="*/ 54378 h 114300"/>
                <a:gd name="connsiteX564" fmla="*/ 40796 w 180975"/>
                <a:gd name="connsiteY564" fmla="*/ 54378 h 114300"/>
                <a:gd name="connsiteX565" fmla="*/ 40920 w 180975"/>
                <a:gd name="connsiteY565" fmla="*/ 54369 h 114300"/>
                <a:gd name="connsiteX566" fmla="*/ 41034 w 180975"/>
                <a:gd name="connsiteY566" fmla="*/ 54359 h 114300"/>
                <a:gd name="connsiteX567" fmla="*/ 41167 w 180975"/>
                <a:gd name="connsiteY567" fmla="*/ 54340 h 114300"/>
                <a:gd name="connsiteX568" fmla="*/ 41224 w 180975"/>
                <a:gd name="connsiteY568" fmla="*/ 54331 h 114300"/>
                <a:gd name="connsiteX569" fmla="*/ 41234 w 180975"/>
                <a:gd name="connsiteY569" fmla="*/ 54331 h 114300"/>
                <a:gd name="connsiteX570" fmla="*/ 41310 w 180975"/>
                <a:gd name="connsiteY570" fmla="*/ 54302 h 114300"/>
                <a:gd name="connsiteX571" fmla="*/ 41453 w 180975"/>
                <a:gd name="connsiteY571" fmla="*/ 54245 h 114300"/>
                <a:gd name="connsiteX572" fmla="*/ 41643 w 180975"/>
                <a:gd name="connsiteY572" fmla="*/ 54159 h 114300"/>
                <a:gd name="connsiteX573" fmla="*/ 42129 w 180975"/>
                <a:gd name="connsiteY573" fmla="*/ 53893 h 114300"/>
                <a:gd name="connsiteX574" fmla="*/ 42091 w 180975"/>
                <a:gd name="connsiteY574" fmla="*/ 55188 h 114300"/>
                <a:gd name="connsiteX575" fmla="*/ 42091 w 180975"/>
                <a:gd name="connsiteY575" fmla="*/ 55198 h 114300"/>
                <a:gd name="connsiteX576" fmla="*/ 42101 w 180975"/>
                <a:gd name="connsiteY576" fmla="*/ 55255 h 114300"/>
                <a:gd name="connsiteX577" fmla="*/ 42110 w 180975"/>
                <a:gd name="connsiteY577" fmla="*/ 55331 h 114300"/>
                <a:gd name="connsiteX578" fmla="*/ 42129 w 180975"/>
                <a:gd name="connsiteY578" fmla="*/ 55417 h 114300"/>
                <a:gd name="connsiteX579" fmla="*/ 42167 w 180975"/>
                <a:gd name="connsiteY579" fmla="*/ 55445 h 114300"/>
                <a:gd name="connsiteX580" fmla="*/ 42177 w 180975"/>
                <a:gd name="connsiteY580" fmla="*/ 55464 h 114300"/>
                <a:gd name="connsiteX581" fmla="*/ 42196 w 180975"/>
                <a:gd name="connsiteY581" fmla="*/ 55483 h 114300"/>
                <a:gd name="connsiteX582" fmla="*/ 42263 w 180975"/>
                <a:gd name="connsiteY582" fmla="*/ 55579 h 114300"/>
                <a:gd name="connsiteX583" fmla="*/ 42424 w 180975"/>
                <a:gd name="connsiteY583" fmla="*/ 55702 h 114300"/>
                <a:gd name="connsiteX584" fmla="*/ 42434 w 180975"/>
                <a:gd name="connsiteY584" fmla="*/ 55712 h 114300"/>
                <a:gd name="connsiteX585" fmla="*/ 48282 w 180975"/>
                <a:gd name="connsiteY585" fmla="*/ 59255 h 114300"/>
                <a:gd name="connsiteX586" fmla="*/ 48530 w 180975"/>
                <a:gd name="connsiteY586" fmla="*/ 59379 h 114300"/>
                <a:gd name="connsiteX587" fmla="*/ 48644 w 180975"/>
                <a:gd name="connsiteY587" fmla="*/ 59398 h 114300"/>
                <a:gd name="connsiteX588" fmla="*/ 48701 w 180975"/>
                <a:gd name="connsiteY588" fmla="*/ 59417 h 114300"/>
                <a:gd name="connsiteX589" fmla="*/ 48749 w 180975"/>
                <a:gd name="connsiteY589" fmla="*/ 59417 h 114300"/>
                <a:gd name="connsiteX590" fmla="*/ 48930 w 180975"/>
                <a:gd name="connsiteY590" fmla="*/ 59446 h 114300"/>
                <a:gd name="connsiteX591" fmla="*/ 49063 w 180975"/>
                <a:gd name="connsiteY591" fmla="*/ 59465 h 114300"/>
                <a:gd name="connsiteX592" fmla="*/ 49140 w 180975"/>
                <a:gd name="connsiteY592" fmla="*/ 59465 h 114300"/>
                <a:gd name="connsiteX593" fmla="*/ 49149 w 180975"/>
                <a:gd name="connsiteY593" fmla="*/ 59465 h 114300"/>
                <a:gd name="connsiteX594" fmla="*/ 49206 w 180975"/>
                <a:gd name="connsiteY594" fmla="*/ 59465 h 114300"/>
                <a:gd name="connsiteX595" fmla="*/ 49330 w 180975"/>
                <a:gd name="connsiteY595" fmla="*/ 59446 h 114300"/>
                <a:gd name="connsiteX596" fmla="*/ 49454 w 180975"/>
                <a:gd name="connsiteY596" fmla="*/ 59436 h 114300"/>
                <a:gd name="connsiteX597" fmla="*/ 49578 w 180975"/>
                <a:gd name="connsiteY597" fmla="*/ 59417 h 114300"/>
                <a:gd name="connsiteX598" fmla="*/ 49625 w 180975"/>
                <a:gd name="connsiteY598" fmla="*/ 59407 h 114300"/>
                <a:gd name="connsiteX599" fmla="*/ 49644 w 180975"/>
                <a:gd name="connsiteY599" fmla="*/ 59407 h 114300"/>
                <a:gd name="connsiteX600" fmla="*/ 49711 w 180975"/>
                <a:gd name="connsiteY600" fmla="*/ 59379 h 114300"/>
                <a:gd name="connsiteX601" fmla="*/ 49864 w 180975"/>
                <a:gd name="connsiteY601" fmla="*/ 59322 h 114300"/>
                <a:gd name="connsiteX602" fmla="*/ 50054 w 180975"/>
                <a:gd name="connsiteY602" fmla="*/ 59227 h 114300"/>
                <a:gd name="connsiteX603" fmla="*/ 50540 w 180975"/>
                <a:gd name="connsiteY603" fmla="*/ 58969 h 114300"/>
                <a:gd name="connsiteX604" fmla="*/ 50492 w 180975"/>
                <a:gd name="connsiteY604" fmla="*/ 60274 h 114300"/>
                <a:gd name="connsiteX605" fmla="*/ 50492 w 180975"/>
                <a:gd name="connsiteY605" fmla="*/ 60293 h 114300"/>
                <a:gd name="connsiteX606" fmla="*/ 50492 w 180975"/>
                <a:gd name="connsiteY606" fmla="*/ 60351 h 114300"/>
                <a:gd name="connsiteX607" fmla="*/ 50521 w 180975"/>
                <a:gd name="connsiteY607" fmla="*/ 60408 h 114300"/>
                <a:gd name="connsiteX608" fmla="*/ 50540 w 180975"/>
                <a:gd name="connsiteY608" fmla="*/ 60503 h 114300"/>
                <a:gd name="connsiteX609" fmla="*/ 50578 w 180975"/>
                <a:gd name="connsiteY609" fmla="*/ 60541 h 114300"/>
                <a:gd name="connsiteX610" fmla="*/ 50578 w 180975"/>
                <a:gd name="connsiteY610" fmla="*/ 60560 h 114300"/>
                <a:gd name="connsiteX611" fmla="*/ 50597 w 180975"/>
                <a:gd name="connsiteY611" fmla="*/ 60579 h 114300"/>
                <a:gd name="connsiteX612" fmla="*/ 50673 w 180975"/>
                <a:gd name="connsiteY612" fmla="*/ 60665 h 114300"/>
                <a:gd name="connsiteX613" fmla="*/ 50825 w 180975"/>
                <a:gd name="connsiteY613" fmla="*/ 60789 h 114300"/>
                <a:gd name="connsiteX614" fmla="*/ 50845 w 180975"/>
                <a:gd name="connsiteY614" fmla="*/ 60798 h 114300"/>
                <a:gd name="connsiteX615" fmla="*/ 90183 w 180975"/>
                <a:gd name="connsiteY615" fmla="*/ 84611 h 114300"/>
                <a:gd name="connsiteX616" fmla="*/ 90440 w 180975"/>
                <a:gd name="connsiteY616" fmla="*/ 84744 h 114300"/>
                <a:gd name="connsiteX617" fmla="*/ 90554 w 180975"/>
                <a:gd name="connsiteY617" fmla="*/ 84754 h 114300"/>
                <a:gd name="connsiteX618" fmla="*/ 90611 w 180975"/>
                <a:gd name="connsiteY618" fmla="*/ 84782 h 114300"/>
                <a:gd name="connsiteX619" fmla="*/ 90659 w 180975"/>
                <a:gd name="connsiteY619" fmla="*/ 84792 h 114300"/>
                <a:gd name="connsiteX620" fmla="*/ 90840 w 180975"/>
                <a:gd name="connsiteY620" fmla="*/ 84811 h 114300"/>
                <a:gd name="connsiteX621" fmla="*/ 90964 w 180975"/>
                <a:gd name="connsiteY621" fmla="*/ 84820 h 114300"/>
                <a:gd name="connsiteX622" fmla="*/ 91107 w 180975"/>
                <a:gd name="connsiteY622" fmla="*/ 84811 h 114300"/>
                <a:gd name="connsiteX623" fmla="*/ 91230 w 180975"/>
                <a:gd name="connsiteY623" fmla="*/ 84811 h 114300"/>
                <a:gd name="connsiteX624" fmla="*/ 91364 w 180975"/>
                <a:gd name="connsiteY624" fmla="*/ 84801 h 114300"/>
                <a:gd name="connsiteX625" fmla="*/ 91478 w 180975"/>
                <a:gd name="connsiteY625" fmla="*/ 84782 h 114300"/>
                <a:gd name="connsiteX626" fmla="*/ 91507 w 180975"/>
                <a:gd name="connsiteY626" fmla="*/ 84773 h 114300"/>
                <a:gd name="connsiteX627" fmla="*/ 91526 w 180975"/>
                <a:gd name="connsiteY627" fmla="*/ 84773 h 114300"/>
                <a:gd name="connsiteX628" fmla="*/ 91612 w 180975"/>
                <a:gd name="connsiteY628" fmla="*/ 84744 h 114300"/>
                <a:gd name="connsiteX629" fmla="*/ 91773 w 180975"/>
                <a:gd name="connsiteY629" fmla="*/ 84687 h 114300"/>
                <a:gd name="connsiteX630" fmla="*/ 91973 w 180975"/>
                <a:gd name="connsiteY630" fmla="*/ 84592 h 114300"/>
                <a:gd name="connsiteX631" fmla="*/ 92450 w 180975"/>
                <a:gd name="connsiteY631" fmla="*/ 84325 h 114300"/>
                <a:gd name="connsiteX632" fmla="*/ 92402 w 180975"/>
                <a:gd name="connsiteY632" fmla="*/ 85640 h 114300"/>
                <a:gd name="connsiteX633" fmla="*/ 92412 w 180975"/>
                <a:gd name="connsiteY633" fmla="*/ 85716 h 114300"/>
                <a:gd name="connsiteX634" fmla="*/ 92431 w 180975"/>
                <a:gd name="connsiteY634" fmla="*/ 85792 h 114300"/>
                <a:gd name="connsiteX635" fmla="*/ 92459 w 180975"/>
                <a:gd name="connsiteY635" fmla="*/ 85858 h 114300"/>
                <a:gd name="connsiteX636" fmla="*/ 92478 w 180975"/>
                <a:gd name="connsiteY636" fmla="*/ 85897 h 114300"/>
                <a:gd name="connsiteX637" fmla="*/ 92478 w 180975"/>
                <a:gd name="connsiteY637" fmla="*/ 85906 h 114300"/>
                <a:gd name="connsiteX638" fmla="*/ 92497 w 180975"/>
                <a:gd name="connsiteY638" fmla="*/ 85935 h 114300"/>
                <a:gd name="connsiteX639" fmla="*/ 92574 w 180975"/>
                <a:gd name="connsiteY639" fmla="*/ 86020 h 114300"/>
                <a:gd name="connsiteX640" fmla="*/ 92736 w 180975"/>
                <a:gd name="connsiteY640" fmla="*/ 86154 h 114300"/>
                <a:gd name="connsiteX641" fmla="*/ 92736 w 180975"/>
                <a:gd name="connsiteY641" fmla="*/ 86163 h 114300"/>
                <a:gd name="connsiteX642" fmla="*/ 98584 w 180975"/>
                <a:gd name="connsiteY642" fmla="*/ 89688 h 114300"/>
                <a:gd name="connsiteX643" fmla="*/ 98841 w 180975"/>
                <a:gd name="connsiteY643" fmla="*/ 89811 h 114300"/>
                <a:gd name="connsiteX644" fmla="*/ 98965 w 180975"/>
                <a:gd name="connsiteY644" fmla="*/ 89840 h 114300"/>
                <a:gd name="connsiteX645" fmla="*/ 99013 w 180975"/>
                <a:gd name="connsiteY645" fmla="*/ 89869 h 114300"/>
                <a:gd name="connsiteX646" fmla="*/ 99089 w 180975"/>
                <a:gd name="connsiteY646" fmla="*/ 89878 h 114300"/>
                <a:gd name="connsiteX647" fmla="*/ 99241 w 180975"/>
                <a:gd name="connsiteY647" fmla="*/ 89897 h 114300"/>
                <a:gd name="connsiteX648" fmla="*/ 99384 w 180975"/>
                <a:gd name="connsiteY648" fmla="*/ 89897 h 114300"/>
                <a:gd name="connsiteX649" fmla="*/ 99451 w 180975"/>
                <a:gd name="connsiteY649" fmla="*/ 89897 h 114300"/>
                <a:gd name="connsiteX650" fmla="*/ 99460 w 180975"/>
                <a:gd name="connsiteY650" fmla="*/ 89897 h 114300"/>
                <a:gd name="connsiteX651" fmla="*/ 99651 w 180975"/>
                <a:gd name="connsiteY651" fmla="*/ 89897 h 114300"/>
                <a:gd name="connsiteX652" fmla="*/ 99765 w 180975"/>
                <a:gd name="connsiteY652" fmla="*/ 89878 h 114300"/>
                <a:gd name="connsiteX653" fmla="*/ 99889 w 180975"/>
                <a:gd name="connsiteY653" fmla="*/ 89869 h 114300"/>
                <a:gd name="connsiteX654" fmla="*/ 99936 w 180975"/>
                <a:gd name="connsiteY654" fmla="*/ 89849 h 114300"/>
                <a:gd name="connsiteX655" fmla="*/ 99956 w 180975"/>
                <a:gd name="connsiteY655" fmla="*/ 89849 h 114300"/>
                <a:gd name="connsiteX656" fmla="*/ 100022 w 180975"/>
                <a:gd name="connsiteY656" fmla="*/ 89830 h 114300"/>
                <a:gd name="connsiteX657" fmla="*/ 100184 w 180975"/>
                <a:gd name="connsiteY657" fmla="*/ 89773 h 114300"/>
                <a:gd name="connsiteX658" fmla="*/ 100365 w 180975"/>
                <a:gd name="connsiteY658" fmla="*/ 89688 h 114300"/>
                <a:gd name="connsiteX659" fmla="*/ 100860 w 180975"/>
                <a:gd name="connsiteY659" fmla="*/ 89411 h 114300"/>
                <a:gd name="connsiteX660" fmla="*/ 100813 w 180975"/>
                <a:gd name="connsiteY660" fmla="*/ 90716 h 114300"/>
                <a:gd name="connsiteX661" fmla="*/ 100813 w 180975"/>
                <a:gd name="connsiteY661" fmla="*/ 90735 h 114300"/>
                <a:gd name="connsiteX662" fmla="*/ 100813 w 180975"/>
                <a:gd name="connsiteY662" fmla="*/ 90792 h 114300"/>
                <a:gd name="connsiteX663" fmla="*/ 100832 w 180975"/>
                <a:gd name="connsiteY663" fmla="*/ 90878 h 114300"/>
                <a:gd name="connsiteX664" fmla="*/ 100860 w 180975"/>
                <a:gd name="connsiteY664" fmla="*/ 90945 h 114300"/>
                <a:gd name="connsiteX665" fmla="*/ 100889 w 180975"/>
                <a:gd name="connsiteY665" fmla="*/ 90983 h 114300"/>
                <a:gd name="connsiteX666" fmla="*/ 100898 w 180975"/>
                <a:gd name="connsiteY666" fmla="*/ 90992 h 114300"/>
                <a:gd name="connsiteX667" fmla="*/ 100908 w 180975"/>
                <a:gd name="connsiteY667" fmla="*/ 91002 h 114300"/>
                <a:gd name="connsiteX668" fmla="*/ 100984 w 180975"/>
                <a:gd name="connsiteY668" fmla="*/ 91116 h 114300"/>
                <a:gd name="connsiteX669" fmla="*/ 101137 w 180975"/>
                <a:gd name="connsiteY669" fmla="*/ 91221 h 114300"/>
                <a:gd name="connsiteX670" fmla="*/ 101146 w 180975"/>
                <a:gd name="connsiteY670" fmla="*/ 91240 h 114300"/>
                <a:gd name="connsiteX671" fmla="*/ 106994 w 180975"/>
                <a:gd name="connsiteY671" fmla="*/ 94764 h 114300"/>
                <a:gd name="connsiteX672" fmla="*/ 107261 w 180975"/>
                <a:gd name="connsiteY672" fmla="*/ 94898 h 114300"/>
                <a:gd name="connsiteX673" fmla="*/ 107366 w 180975"/>
                <a:gd name="connsiteY673" fmla="*/ 94926 h 114300"/>
                <a:gd name="connsiteX674" fmla="*/ 107423 w 180975"/>
                <a:gd name="connsiteY674" fmla="*/ 94936 h 114300"/>
                <a:gd name="connsiteX675" fmla="*/ 107490 w 180975"/>
                <a:gd name="connsiteY675" fmla="*/ 94955 h 114300"/>
                <a:gd name="connsiteX676" fmla="*/ 107652 w 180975"/>
                <a:gd name="connsiteY676" fmla="*/ 94974 h 114300"/>
                <a:gd name="connsiteX677" fmla="*/ 107785 w 180975"/>
                <a:gd name="connsiteY677" fmla="*/ 94983 h 114300"/>
                <a:gd name="connsiteX678" fmla="*/ 107861 w 180975"/>
                <a:gd name="connsiteY678" fmla="*/ 94983 h 114300"/>
                <a:gd name="connsiteX679" fmla="*/ 107880 w 180975"/>
                <a:gd name="connsiteY679" fmla="*/ 94983 h 114300"/>
                <a:gd name="connsiteX680" fmla="*/ 107909 w 180975"/>
                <a:gd name="connsiteY680" fmla="*/ 94983 h 114300"/>
                <a:gd name="connsiteX681" fmla="*/ 108052 w 180975"/>
                <a:gd name="connsiteY681" fmla="*/ 94974 h 114300"/>
                <a:gd name="connsiteX682" fmla="*/ 108166 w 180975"/>
                <a:gd name="connsiteY682" fmla="*/ 94964 h 114300"/>
                <a:gd name="connsiteX683" fmla="*/ 108299 w 180975"/>
                <a:gd name="connsiteY683" fmla="*/ 94945 h 114300"/>
                <a:gd name="connsiteX684" fmla="*/ 108347 w 180975"/>
                <a:gd name="connsiteY684" fmla="*/ 94936 h 114300"/>
                <a:gd name="connsiteX685" fmla="*/ 108356 w 180975"/>
                <a:gd name="connsiteY685" fmla="*/ 94926 h 114300"/>
                <a:gd name="connsiteX686" fmla="*/ 108433 w 180975"/>
                <a:gd name="connsiteY686" fmla="*/ 94917 h 114300"/>
                <a:gd name="connsiteX687" fmla="*/ 108585 w 180975"/>
                <a:gd name="connsiteY687" fmla="*/ 94860 h 114300"/>
                <a:gd name="connsiteX688" fmla="*/ 108776 w 180975"/>
                <a:gd name="connsiteY688" fmla="*/ 94764 h 114300"/>
                <a:gd name="connsiteX689" fmla="*/ 109261 w 180975"/>
                <a:gd name="connsiteY689" fmla="*/ 94488 h 114300"/>
                <a:gd name="connsiteX690" fmla="*/ 109204 w 180975"/>
                <a:gd name="connsiteY690" fmla="*/ 95793 h 114300"/>
                <a:gd name="connsiteX691" fmla="*/ 109214 w 180975"/>
                <a:gd name="connsiteY691" fmla="*/ 95879 h 114300"/>
                <a:gd name="connsiteX692" fmla="*/ 109233 w 180975"/>
                <a:gd name="connsiteY692" fmla="*/ 95955 h 114300"/>
                <a:gd name="connsiteX693" fmla="*/ 109271 w 180975"/>
                <a:gd name="connsiteY693" fmla="*/ 96022 h 114300"/>
                <a:gd name="connsiteX694" fmla="*/ 109299 w 180975"/>
                <a:gd name="connsiteY694" fmla="*/ 96069 h 114300"/>
                <a:gd name="connsiteX695" fmla="*/ 109299 w 180975"/>
                <a:gd name="connsiteY695" fmla="*/ 96079 h 114300"/>
                <a:gd name="connsiteX696" fmla="*/ 109319 w 180975"/>
                <a:gd name="connsiteY696" fmla="*/ 96108 h 114300"/>
                <a:gd name="connsiteX697" fmla="*/ 109395 w 180975"/>
                <a:gd name="connsiteY697" fmla="*/ 96184 h 114300"/>
                <a:gd name="connsiteX698" fmla="*/ 109547 w 180975"/>
                <a:gd name="connsiteY698" fmla="*/ 96317 h 114300"/>
                <a:gd name="connsiteX699" fmla="*/ 109557 w 180975"/>
                <a:gd name="connsiteY699" fmla="*/ 96326 h 114300"/>
                <a:gd name="connsiteX700" fmla="*/ 115396 w 180975"/>
                <a:gd name="connsiteY700" fmla="*/ 99851 h 114300"/>
                <a:gd name="connsiteX701" fmla="*/ 115662 w 180975"/>
                <a:gd name="connsiteY701" fmla="*/ 99965 h 114300"/>
                <a:gd name="connsiteX702" fmla="*/ 115767 w 180975"/>
                <a:gd name="connsiteY702" fmla="*/ 100013 h 114300"/>
                <a:gd name="connsiteX703" fmla="*/ 115834 w 180975"/>
                <a:gd name="connsiteY703" fmla="*/ 100022 h 114300"/>
                <a:gd name="connsiteX704" fmla="*/ 115900 w 180975"/>
                <a:gd name="connsiteY704" fmla="*/ 100041 h 114300"/>
                <a:gd name="connsiteX705" fmla="*/ 116053 w 180975"/>
                <a:gd name="connsiteY705" fmla="*/ 100060 h 114300"/>
                <a:gd name="connsiteX706" fmla="*/ 116196 w 180975"/>
                <a:gd name="connsiteY706" fmla="*/ 100070 h 114300"/>
                <a:gd name="connsiteX707" fmla="*/ 116329 w 180975"/>
                <a:gd name="connsiteY707" fmla="*/ 100070 h 114300"/>
                <a:gd name="connsiteX708" fmla="*/ 116453 w 180975"/>
                <a:gd name="connsiteY708" fmla="*/ 100060 h 114300"/>
                <a:gd name="connsiteX709" fmla="*/ 116577 w 180975"/>
                <a:gd name="connsiteY709" fmla="*/ 100051 h 114300"/>
                <a:gd name="connsiteX710" fmla="*/ 116710 w 180975"/>
                <a:gd name="connsiteY710" fmla="*/ 100032 h 114300"/>
                <a:gd name="connsiteX711" fmla="*/ 116748 w 180975"/>
                <a:gd name="connsiteY711" fmla="*/ 100022 h 114300"/>
                <a:gd name="connsiteX712" fmla="*/ 116748 w 180975"/>
                <a:gd name="connsiteY712" fmla="*/ 100022 h 114300"/>
                <a:gd name="connsiteX713" fmla="*/ 116843 w 180975"/>
                <a:gd name="connsiteY713" fmla="*/ 100003 h 114300"/>
                <a:gd name="connsiteX714" fmla="*/ 116996 w 180975"/>
                <a:gd name="connsiteY714" fmla="*/ 99927 h 114300"/>
                <a:gd name="connsiteX715" fmla="*/ 117177 w 180975"/>
                <a:gd name="connsiteY715" fmla="*/ 99841 h 114300"/>
                <a:gd name="connsiteX716" fmla="*/ 117672 w 180975"/>
                <a:gd name="connsiteY716" fmla="*/ 99565 h 114300"/>
                <a:gd name="connsiteX717" fmla="*/ 117615 w 180975"/>
                <a:gd name="connsiteY717" fmla="*/ 100889 h 114300"/>
                <a:gd name="connsiteX718" fmla="*/ 117634 w 180975"/>
                <a:gd name="connsiteY718" fmla="*/ 100956 h 114300"/>
                <a:gd name="connsiteX719" fmla="*/ 117643 w 180975"/>
                <a:gd name="connsiteY719" fmla="*/ 101041 h 114300"/>
                <a:gd name="connsiteX720" fmla="*/ 117681 w 180975"/>
                <a:gd name="connsiteY720" fmla="*/ 101108 h 114300"/>
                <a:gd name="connsiteX721" fmla="*/ 117710 w 180975"/>
                <a:gd name="connsiteY721" fmla="*/ 101146 h 114300"/>
                <a:gd name="connsiteX722" fmla="*/ 117729 w 180975"/>
                <a:gd name="connsiteY722" fmla="*/ 101184 h 114300"/>
                <a:gd name="connsiteX723" fmla="*/ 117805 w 180975"/>
                <a:gd name="connsiteY723" fmla="*/ 101270 h 114300"/>
                <a:gd name="connsiteX724" fmla="*/ 117948 w 180975"/>
                <a:gd name="connsiteY724" fmla="*/ 101394 h 114300"/>
                <a:gd name="connsiteX725" fmla="*/ 117967 w 180975"/>
                <a:gd name="connsiteY725" fmla="*/ 101394 h 114300"/>
                <a:gd name="connsiteX726" fmla="*/ 123806 w 180975"/>
                <a:gd name="connsiteY726" fmla="*/ 104947 h 114300"/>
                <a:gd name="connsiteX727" fmla="*/ 124073 w 180975"/>
                <a:gd name="connsiteY727" fmla="*/ 105061 h 114300"/>
                <a:gd name="connsiteX728" fmla="*/ 124187 w 180975"/>
                <a:gd name="connsiteY728" fmla="*/ 105090 h 114300"/>
                <a:gd name="connsiteX729" fmla="*/ 124244 w 180975"/>
                <a:gd name="connsiteY729" fmla="*/ 105108 h 114300"/>
                <a:gd name="connsiteX730" fmla="*/ 124282 w 180975"/>
                <a:gd name="connsiteY730" fmla="*/ 105118 h 114300"/>
                <a:gd name="connsiteX731" fmla="*/ 124473 w 180975"/>
                <a:gd name="connsiteY731" fmla="*/ 105146 h 114300"/>
                <a:gd name="connsiteX732" fmla="*/ 124606 w 180975"/>
                <a:gd name="connsiteY732" fmla="*/ 105156 h 114300"/>
                <a:gd name="connsiteX733" fmla="*/ 124854 w 180975"/>
                <a:gd name="connsiteY733" fmla="*/ 105156 h 114300"/>
                <a:gd name="connsiteX734" fmla="*/ 124968 w 180975"/>
                <a:gd name="connsiteY734" fmla="*/ 105118 h 114300"/>
                <a:gd name="connsiteX735" fmla="*/ 125111 w 180975"/>
                <a:gd name="connsiteY735" fmla="*/ 105108 h 114300"/>
                <a:gd name="connsiteX736" fmla="*/ 125139 w 180975"/>
                <a:gd name="connsiteY736" fmla="*/ 105108 h 114300"/>
                <a:gd name="connsiteX737" fmla="*/ 125159 w 180975"/>
                <a:gd name="connsiteY737" fmla="*/ 105090 h 114300"/>
                <a:gd name="connsiteX738" fmla="*/ 125244 w 180975"/>
                <a:gd name="connsiteY738" fmla="*/ 105080 h 114300"/>
                <a:gd name="connsiteX739" fmla="*/ 125397 w 180975"/>
                <a:gd name="connsiteY739" fmla="*/ 105023 h 114300"/>
                <a:gd name="connsiteX740" fmla="*/ 125578 w 180975"/>
                <a:gd name="connsiteY740" fmla="*/ 104937 h 114300"/>
                <a:gd name="connsiteX741" fmla="*/ 126054 w 180975"/>
                <a:gd name="connsiteY741" fmla="*/ 104661 h 114300"/>
                <a:gd name="connsiteX742" fmla="*/ 126016 w 180975"/>
                <a:gd name="connsiteY742" fmla="*/ 105956 h 114300"/>
                <a:gd name="connsiteX743" fmla="*/ 126016 w 180975"/>
                <a:gd name="connsiteY743" fmla="*/ 106042 h 114300"/>
                <a:gd name="connsiteX744" fmla="*/ 126035 w 180975"/>
                <a:gd name="connsiteY744" fmla="*/ 106109 h 114300"/>
                <a:gd name="connsiteX745" fmla="*/ 126073 w 180975"/>
                <a:gd name="connsiteY745" fmla="*/ 106194 h 114300"/>
                <a:gd name="connsiteX746" fmla="*/ 126092 w 180975"/>
                <a:gd name="connsiteY746" fmla="*/ 106232 h 114300"/>
                <a:gd name="connsiteX747" fmla="*/ 126111 w 180975"/>
                <a:gd name="connsiteY747" fmla="*/ 106280 h 114300"/>
                <a:gd name="connsiteX748" fmla="*/ 126187 w 180975"/>
                <a:gd name="connsiteY748" fmla="*/ 106347 h 114300"/>
                <a:gd name="connsiteX749" fmla="*/ 126349 w 180975"/>
                <a:gd name="connsiteY749" fmla="*/ 106471 h 114300"/>
                <a:gd name="connsiteX750" fmla="*/ 126368 w 180975"/>
                <a:gd name="connsiteY750" fmla="*/ 106490 h 114300"/>
                <a:gd name="connsiteX751" fmla="*/ 130902 w 180975"/>
                <a:gd name="connsiteY751" fmla="*/ 109214 h 114300"/>
                <a:gd name="connsiteX752" fmla="*/ 131159 w 180975"/>
                <a:gd name="connsiteY752" fmla="*/ 109347 h 114300"/>
                <a:gd name="connsiteX753" fmla="*/ 131264 w 180975"/>
                <a:gd name="connsiteY753" fmla="*/ 109376 h 114300"/>
                <a:gd name="connsiteX754" fmla="*/ 131302 w 180975"/>
                <a:gd name="connsiteY754" fmla="*/ 109385 h 114300"/>
                <a:gd name="connsiteX755" fmla="*/ 131369 w 180975"/>
                <a:gd name="connsiteY755" fmla="*/ 109395 h 114300"/>
                <a:gd name="connsiteX756" fmla="*/ 131550 w 180975"/>
                <a:gd name="connsiteY756" fmla="*/ 109433 h 114300"/>
                <a:gd name="connsiteX757" fmla="*/ 131693 w 180975"/>
                <a:gd name="connsiteY757" fmla="*/ 109433 h 114300"/>
                <a:gd name="connsiteX758" fmla="*/ 131759 w 180975"/>
                <a:gd name="connsiteY758" fmla="*/ 109433 h 114300"/>
                <a:gd name="connsiteX759" fmla="*/ 131779 w 180975"/>
                <a:gd name="connsiteY759" fmla="*/ 109433 h 114300"/>
                <a:gd name="connsiteX760" fmla="*/ 131941 w 180975"/>
                <a:gd name="connsiteY760" fmla="*/ 109433 h 114300"/>
                <a:gd name="connsiteX761" fmla="*/ 132074 w 180975"/>
                <a:gd name="connsiteY761" fmla="*/ 109404 h 114300"/>
                <a:gd name="connsiteX762" fmla="*/ 132197 w 180975"/>
                <a:gd name="connsiteY762" fmla="*/ 109385 h 114300"/>
                <a:gd name="connsiteX763" fmla="*/ 132236 w 180975"/>
                <a:gd name="connsiteY763" fmla="*/ 109385 h 114300"/>
                <a:gd name="connsiteX764" fmla="*/ 132255 w 180975"/>
                <a:gd name="connsiteY764" fmla="*/ 109376 h 114300"/>
                <a:gd name="connsiteX765" fmla="*/ 132331 w 180975"/>
                <a:gd name="connsiteY765" fmla="*/ 109357 h 114300"/>
                <a:gd name="connsiteX766" fmla="*/ 132493 w 180975"/>
                <a:gd name="connsiteY766" fmla="*/ 109319 h 114300"/>
                <a:gd name="connsiteX767" fmla="*/ 132674 w 180975"/>
                <a:gd name="connsiteY767" fmla="*/ 109214 h 114300"/>
                <a:gd name="connsiteX768" fmla="*/ 137389 w 180975"/>
                <a:gd name="connsiteY768" fmla="*/ 106499 h 114300"/>
                <a:gd name="connsiteX769" fmla="*/ 137770 w 180975"/>
                <a:gd name="connsiteY769" fmla="*/ 105966 h 114300"/>
                <a:gd name="connsiteX770" fmla="*/ 137836 w 180975"/>
                <a:gd name="connsiteY770" fmla="*/ 104385 h 114300"/>
                <a:gd name="connsiteX771" fmla="*/ 137903 w 180975"/>
                <a:gd name="connsiteY771" fmla="*/ 104365 h 114300"/>
                <a:gd name="connsiteX772" fmla="*/ 138036 w 180975"/>
                <a:gd name="connsiteY772" fmla="*/ 104337 h 114300"/>
                <a:gd name="connsiteX773" fmla="*/ 138065 w 180975"/>
                <a:gd name="connsiteY773" fmla="*/ 104337 h 114300"/>
                <a:gd name="connsiteX774" fmla="*/ 138084 w 180975"/>
                <a:gd name="connsiteY774" fmla="*/ 104327 h 114300"/>
                <a:gd name="connsiteX775" fmla="*/ 138170 w 180975"/>
                <a:gd name="connsiteY775" fmla="*/ 104299 h 114300"/>
                <a:gd name="connsiteX776" fmla="*/ 138322 w 180975"/>
                <a:gd name="connsiteY776" fmla="*/ 104261 h 114300"/>
                <a:gd name="connsiteX777" fmla="*/ 138503 w 180975"/>
                <a:gd name="connsiteY777" fmla="*/ 104165 h 114300"/>
                <a:gd name="connsiteX778" fmla="*/ 143208 w 180975"/>
                <a:gd name="connsiteY778" fmla="*/ 101451 h 114300"/>
                <a:gd name="connsiteX779" fmla="*/ 143589 w 180975"/>
                <a:gd name="connsiteY779" fmla="*/ 100917 h 114300"/>
                <a:gd name="connsiteX780" fmla="*/ 143647 w 180975"/>
                <a:gd name="connsiteY780" fmla="*/ 99698 h 114300"/>
                <a:gd name="connsiteX781" fmla="*/ 145466 w 180975"/>
                <a:gd name="connsiteY781" fmla="*/ 100813 h 114300"/>
                <a:gd name="connsiteX782" fmla="*/ 145723 w 180975"/>
                <a:gd name="connsiteY782" fmla="*/ 100917 h 114300"/>
                <a:gd name="connsiteX783" fmla="*/ 145828 w 180975"/>
                <a:gd name="connsiteY783" fmla="*/ 100956 h 114300"/>
                <a:gd name="connsiteX784" fmla="*/ 145904 w 180975"/>
                <a:gd name="connsiteY784" fmla="*/ 100965 h 114300"/>
                <a:gd name="connsiteX785" fmla="*/ 145961 w 180975"/>
                <a:gd name="connsiteY785" fmla="*/ 100984 h 114300"/>
                <a:gd name="connsiteX786" fmla="*/ 146133 w 180975"/>
                <a:gd name="connsiteY786" fmla="*/ 101003 h 114300"/>
                <a:gd name="connsiteX787" fmla="*/ 146276 w 180975"/>
                <a:gd name="connsiteY787" fmla="*/ 101022 h 114300"/>
                <a:gd name="connsiteX788" fmla="*/ 146400 w 180975"/>
                <a:gd name="connsiteY788" fmla="*/ 101022 h 114300"/>
                <a:gd name="connsiteX789" fmla="*/ 146523 w 180975"/>
                <a:gd name="connsiteY789" fmla="*/ 101003 h 114300"/>
                <a:gd name="connsiteX790" fmla="*/ 146638 w 180975"/>
                <a:gd name="connsiteY790" fmla="*/ 100994 h 114300"/>
                <a:gd name="connsiteX791" fmla="*/ 146780 w 180975"/>
                <a:gd name="connsiteY791" fmla="*/ 100975 h 114300"/>
                <a:gd name="connsiteX792" fmla="*/ 146799 w 180975"/>
                <a:gd name="connsiteY792" fmla="*/ 100965 h 114300"/>
                <a:gd name="connsiteX793" fmla="*/ 146818 w 180975"/>
                <a:gd name="connsiteY793" fmla="*/ 100965 h 114300"/>
                <a:gd name="connsiteX794" fmla="*/ 146904 w 180975"/>
                <a:gd name="connsiteY794" fmla="*/ 100937 h 114300"/>
                <a:gd name="connsiteX795" fmla="*/ 147057 w 180975"/>
                <a:gd name="connsiteY795" fmla="*/ 100889 h 114300"/>
                <a:gd name="connsiteX796" fmla="*/ 147238 w 180975"/>
                <a:gd name="connsiteY796" fmla="*/ 100813 h 114300"/>
                <a:gd name="connsiteX797" fmla="*/ 151943 w 180975"/>
                <a:gd name="connsiteY797" fmla="*/ 98088 h 114300"/>
                <a:gd name="connsiteX798" fmla="*/ 152333 w 180975"/>
                <a:gd name="connsiteY798" fmla="*/ 97546 h 114300"/>
                <a:gd name="connsiteX799" fmla="*/ 152372 w 180975"/>
                <a:gd name="connsiteY799" fmla="*/ 96422 h 114300"/>
                <a:gd name="connsiteX800" fmla="*/ 152705 w 180975"/>
                <a:gd name="connsiteY800" fmla="*/ 96622 h 114300"/>
                <a:gd name="connsiteX801" fmla="*/ 152962 w 180975"/>
                <a:gd name="connsiteY801" fmla="*/ 96755 h 114300"/>
                <a:gd name="connsiteX802" fmla="*/ 153076 w 180975"/>
                <a:gd name="connsiteY802" fmla="*/ 96774 h 114300"/>
                <a:gd name="connsiteX803" fmla="*/ 153124 w 180975"/>
                <a:gd name="connsiteY803" fmla="*/ 96793 h 114300"/>
                <a:gd name="connsiteX804" fmla="*/ 153172 w 180975"/>
                <a:gd name="connsiteY804" fmla="*/ 96803 h 114300"/>
                <a:gd name="connsiteX805" fmla="*/ 153353 w 180975"/>
                <a:gd name="connsiteY805" fmla="*/ 96822 h 114300"/>
                <a:gd name="connsiteX806" fmla="*/ 153496 w 180975"/>
                <a:gd name="connsiteY806" fmla="*/ 96841 h 114300"/>
                <a:gd name="connsiteX807" fmla="*/ 153562 w 180975"/>
                <a:gd name="connsiteY807" fmla="*/ 96841 h 114300"/>
                <a:gd name="connsiteX808" fmla="*/ 153591 w 180975"/>
                <a:gd name="connsiteY808" fmla="*/ 96841 h 114300"/>
                <a:gd name="connsiteX809" fmla="*/ 153629 w 180975"/>
                <a:gd name="connsiteY809" fmla="*/ 96841 h 114300"/>
                <a:gd name="connsiteX810" fmla="*/ 153743 w 180975"/>
                <a:gd name="connsiteY810" fmla="*/ 96822 h 114300"/>
                <a:gd name="connsiteX811" fmla="*/ 153876 w 180975"/>
                <a:gd name="connsiteY811" fmla="*/ 96812 h 114300"/>
                <a:gd name="connsiteX812" fmla="*/ 154010 w 180975"/>
                <a:gd name="connsiteY812" fmla="*/ 96793 h 114300"/>
                <a:gd name="connsiteX813" fmla="*/ 154029 w 180975"/>
                <a:gd name="connsiteY813" fmla="*/ 96784 h 114300"/>
                <a:gd name="connsiteX814" fmla="*/ 154057 w 180975"/>
                <a:gd name="connsiteY814" fmla="*/ 96784 h 114300"/>
                <a:gd name="connsiteX815" fmla="*/ 154134 w 180975"/>
                <a:gd name="connsiteY815" fmla="*/ 96765 h 114300"/>
                <a:gd name="connsiteX816" fmla="*/ 154305 w 180975"/>
                <a:gd name="connsiteY816" fmla="*/ 96707 h 114300"/>
                <a:gd name="connsiteX817" fmla="*/ 154477 w 180975"/>
                <a:gd name="connsiteY817" fmla="*/ 96612 h 114300"/>
                <a:gd name="connsiteX818" fmla="*/ 159191 w 180975"/>
                <a:gd name="connsiteY818" fmla="*/ 93907 h 114300"/>
                <a:gd name="connsiteX819" fmla="*/ 159563 w 180975"/>
                <a:gd name="connsiteY819" fmla="*/ 93383 h 114300"/>
                <a:gd name="connsiteX820" fmla="*/ 159620 w 180975"/>
                <a:gd name="connsiteY820" fmla="*/ 92231 h 114300"/>
                <a:gd name="connsiteX821" fmla="*/ 159953 w 180975"/>
                <a:gd name="connsiteY821" fmla="*/ 92440 h 114300"/>
                <a:gd name="connsiteX822" fmla="*/ 160220 w 180975"/>
                <a:gd name="connsiteY822" fmla="*/ 92574 h 114300"/>
                <a:gd name="connsiteX823" fmla="*/ 160325 w 180975"/>
                <a:gd name="connsiteY823" fmla="*/ 92602 h 114300"/>
                <a:gd name="connsiteX824" fmla="*/ 160382 w 180975"/>
                <a:gd name="connsiteY824" fmla="*/ 92602 h 114300"/>
                <a:gd name="connsiteX825" fmla="*/ 160449 w 180975"/>
                <a:gd name="connsiteY825" fmla="*/ 92631 h 114300"/>
                <a:gd name="connsiteX826" fmla="*/ 160611 w 180975"/>
                <a:gd name="connsiteY826" fmla="*/ 92659 h 114300"/>
                <a:gd name="connsiteX827" fmla="*/ 160754 w 180975"/>
                <a:gd name="connsiteY827" fmla="*/ 92659 h 114300"/>
                <a:gd name="connsiteX828" fmla="*/ 160792 w 180975"/>
                <a:gd name="connsiteY828" fmla="*/ 92669 h 114300"/>
                <a:gd name="connsiteX829" fmla="*/ 160820 w 180975"/>
                <a:gd name="connsiteY829" fmla="*/ 92669 h 114300"/>
                <a:gd name="connsiteX830" fmla="*/ 160877 w 180975"/>
                <a:gd name="connsiteY830" fmla="*/ 92669 h 114300"/>
                <a:gd name="connsiteX831" fmla="*/ 161011 w 180975"/>
                <a:gd name="connsiteY831" fmla="*/ 92650 h 114300"/>
                <a:gd name="connsiteX832" fmla="*/ 161135 w 180975"/>
                <a:gd name="connsiteY832" fmla="*/ 92650 h 114300"/>
                <a:gd name="connsiteX833" fmla="*/ 161258 w 180975"/>
                <a:gd name="connsiteY833" fmla="*/ 92612 h 114300"/>
                <a:gd name="connsiteX834" fmla="*/ 161277 w 180975"/>
                <a:gd name="connsiteY834" fmla="*/ 92602 h 114300"/>
                <a:gd name="connsiteX835" fmla="*/ 161306 w 180975"/>
                <a:gd name="connsiteY835" fmla="*/ 92593 h 114300"/>
                <a:gd name="connsiteX836" fmla="*/ 161392 w 180975"/>
                <a:gd name="connsiteY836" fmla="*/ 92583 h 114300"/>
                <a:gd name="connsiteX837" fmla="*/ 161544 w 180975"/>
                <a:gd name="connsiteY837" fmla="*/ 92526 h 114300"/>
                <a:gd name="connsiteX838" fmla="*/ 161725 w 180975"/>
                <a:gd name="connsiteY838" fmla="*/ 92440 h 114300"/>
                <a:gd name="connsiteX839" fmla="*/ 166431 w 180975"/>
                <a:gd name="connsiteY839" fmla="*/ 89716 h 114300"/>
                <a:gd name="connsiteX840" fmla="*/ 166821 w 180975"/>
                <a:gd name="connsiteY840" fmla="*/ 89183 h 114300"/>
                <a:gd name="connsiteX841" fmla="*/ 166878 w 180975"/>
                <a:gd name="connsiteY841" fmla="*/ 87497 h 114300"/>
                <a:gd name="connsiteX842" fmla="*/ 166488 w 180975"/>
                <a:gd name="connsiteY842" fmla="*/ 88030 h 114300"/>
                <a:gd name="connsiteX843" fmla="*/ 161792 w 180975"/>
                <a:gd name="connsiteY843" fmla="*/ 90754 h 114300"/>
                <a:gd name="connsiteX844" fmla="*/ 161382 w 180975"/>
                <a:gd name="connsiteY844" fmla="*/ 90916 h 114300"/>
                <a:gd name="connsiteX845" fmla="*/ 161382 w 180975"/>
                <a:gd name="connsiteY845" fmla="*/ 90916 h 114300"/>
                <a:gd name="connsiteX846" fmla="*/ 160906 w 180975"/>
                <a:gd name="connsiteY846" fmla="*/ 90974 h 114300"/>
                <a:gd name="connsiteX847" fmla="*/ 160896 w 180975"/>
                <a:gd name="connsiteY847" fmla="*/ 90974 h 114300"/>
                <a:gd name="connsiteX848" fmla="*/ 160477 w 180975"/>
                <a:gd name="connsiteY848" fmla="*/ 90935 h 114300"/>
                <a:gd name="connsiteX849" fmla="*/ 160411 w 180975"/>
                <a:gd name="connsiteY849" fmla="*/ 90907 h 114300"/>
                <a:gd name="connsiteX850" fmla="*/ 160039 w 180975"/>
                <a:gd name="connsiteY850" fmla="*/ 90754 h 114300"/>
                <a:gd name="connsiteX851" fmla="*/ 147257 w 180975"/>
                <a:gd name="connsiteY851" fmla="*/ 83011 h 114300"/>
                <a:gd name="connsiteX852" fmla="*/ 147018 w 180975"/>
                <a:gd name="connsiteY852" fmla="*/ 82791 h 114300"/>
                <a:gd name="connsiteX853" fmla="*/ 146999 w 180975"/>
                <a:gd name="connsiteY853" fmla="*/ 82782 h 114300"/>
                <a:gd name="connsiteX854" fmla="*/ 146980 w 180975"/>
                <a:gd name="connsiteY854" fmla="*/ 82715 h 114300"/>
                <a:gd name="connsiteX855" fmla="*/ 151009 w 180975"/>
                <a:gd name="connsiteY855" fmla="*/ 80382 h 114300"/>
                <a:gd name="connsiteX856" fmla="*/ 151400 w 180975"/>
                <a:gd name="connsiteY856" fmla="*/ 79848 h 114300"/>
                <a:gd name="connsiteX857" fmla="*/ 151438 w 180975"/>
                <a:gd name="connsiteY857" fmla="*/ 78705 h 114300"/>
                <a:gd name="connsiteX858" fmla="*/ 156124 w 180975"/>
                <a:gd name="connsiteY858" fmla="*/ 81544 h 114300"/>
                <a:gd name="connsiteX859" fmla="*/ 156372 w 180975"/>
                <a:gd name="connsiteY859" fmla="*/ 81667 h 114300"/>
                <a:gd name="connsiteX860" fmla="*/ 156486 w 180975"/>
                <a:gd name="connsiteY860" fmla="*/ 81696 h 114300"/>
                <a:gd name="connsiteX861" fmla="*/ 156553 w 180975"/>
                <a:gd name="connsiteY861" fmla="*/ 81715 h 114300"/>
                <a:gd name="connsiteX862" fmla="*/ 156620 w 180975"/>
                <a:gd name="connsiteY862" fmla="*/ 81725 h 114300"/>
                <a:gd name="connsiteX863" fmla="*/ 156791 w 180975"/>
                <a:gd name="connsiteY863" fmla="*/ 81753 h 114300"/>
                <a:gd name="connsiteX864" fmla="*/ 156982 w 180975"/>
                <a:gd name="connsiteY864" fmla="*/ 81753 h 114300"/>
                <a:gd name="connsiteX865" fmla="*/ 157001 w 180975"/>
                <a:gd name="connsiteY865" fmla="*/ 81753 h 114300"/>
                <a:gd name="connsiteX866" fmla="*/ 157048 w 180975"/>
                <a:gd name="connsiteY866" fmla="*/ 81753 h 114300"/>
                <a:gd name="connsiteX867" fmla="*/ 157172 w 180975"/>
                <a:gd name="connsiteY867" fmla="*/ 81753 h 114300"/>
                <a:gd name="connsiteX868" fmla="*/ 157286 w 180975"/>
                <a:gd name="connsiteY868" fmla="*/ 81744 h 114300"/>
                <a:gd name="connsiteX869" fmla="*/ 157420 w 180975"/>
                <a:gd name="connsiteY869" fmla="*/ 81715 h 114300"/>
                <a:gd name="connsiteX870" fmla="*/ 157448 w 180975"/>
                <a:gd name="connsiteY870" fmla="*/ 81715 h 114300"/>
                <a:gd name="connsiteX871" fmla="*/ 157477 w 180975"/>
                <a:gd name="connsiteY871" fmla="*/ 81696 h 114300"/>
                <a:gd name="connsiteX872" fmla="*/ 157553 w 180975"/>
                <a:gd name="connsiteY872" fmla="*/ 81687 h 114300"/>
                <a:gd name="connsiteX873" fmla="*/ 157705 w 180975"/>
                <a:gd name="connsiteY873" fmla="*/ 81639 h 114300"/>
                <a:gd name="connsiteX874" fmla="*/ 157877 w 180975"/>
                <a:gd name="connsiteY874" fmla="*/ 81534 h 114300"/>
                <a:gd name="connsiteX875" fmla="*/ 158382 w 180975"/>
                <a:gd name="connsiteY875" fmla="*/ 81267 h 114300"/>
                <a:gd name="connsiteX876" fmla="*/ 158334 w 180975"/>
                <a:gd name="connsiteY876" fmla="*/ 82572 h 114300"/>
                <a:gd name="connsiteX877" fmla="*/ 158334 w 180975"/>
                <a:gd name="connsiteY877" fmla="*/ 82639 h 114300"/>
                <a:gd name="connsiteX878" fmla="*/ 158353 w 180975"/>
                <a:gd name="connsiteY878" fmla="*/ 82725 h 114300"/>
                <a:gd name="connsiteX879" fmla="*/ 158382 w 180975"/>
                <a:gd name="connsiteY879" fmla="*/ 82791 h 114300"/>
                <a:gd name="connsiteX880" fmla="*/ 158401 w 180975"/>
                <a:gd name="connsiteY880" fmla="*/ 82810 h 114300"/>
                <a:gd name="connsiteX881" fmla="*/ 158420 w 180975"/>
                <a:gd name="connsiteY881" fmla="*/ 82830 h 114300"/>
                <a:gd name="connsiteX882" fmla="*/ 158439 w 180975"/>
                <a:gd name="connsiteY882" fmla="*/ 82887 h 114300"/>
                <a:gd name="connsiteX883" fmla="*/ 158506 w 180975"/>
                <a:gd name="connsiteY883" fmla="*/ 82953 h 114300"/>
                <a:gd name="connsiteX884" fmla="*/ 158658 w 180975"/>
                <a:gd name="connsiteY884" fmla="*/ 83068 h 114300"/>
                <a:gd name="connsiteX885" fmla="*/ 158687 w 180975"/>
                <a:gd name="connsiteY885" fmla="*/ 83096 h 114300"/>
                <a:gd name="connsiteX886" fmla="*/ 164525 w 180975"/>
                <a:gd name="connsiteY886" fmla="*/ 86621 h 114300"/>
                <a:gd name="connsiteX887" fmla="*/ 164773 w 180975"/>
                <a:gd name="connsiteY887" fmla="*/ 86744 h 114300"/>
                <a:gd name="connsiteX888" fmla="*/ 164887 w 180975"/>
                <a:gd name="connsiteY888" fmla="*/ 86773 h 114300"/>
                <a:gd name="connsiteX889" fmla="*/ 164935 w 180975"/>
                <a:gd name="connsiteY889" fmla="*/ 86782 h 114300"/>
                <a:gd name="connsiteX890" fmla="*/ 165021 w 180975"/>
                <a:gd name="connsiteY890" fmla="*/ 86811 h 114300"/>
                <a:gd name="connsiteX891" fmla="*/ 165183 w 180975"/>
                <a:gd name="connsiteY891" fmla="*/ 86839 h 114300"/>
                <a:gd name="connsiteX892" fmla="*/ 165316 w 180975"/>
                <a:gd name="connsiteY892" fmla="*/ 86849 h 114300"/>
                <a:gd name="connsiteX893" fmla="*/ 165459 w 180975"/>
                <a:gd name="connsiteY893" fmla="*/ 86849 h 114300"/>
                <a:gd name="connsiteX894" fmla="*/ 165583 w 180975"/>
                <a:gd name="connsiteY894" fmla="*/ 86839 h 114300"/>
                <a:gd name="connsiteX895" fmla="*/ 165697 w 180975"/>
                <a:gd name="connsiteY895" fmla="*/ 86821 h 114300"/>
                <a:gd name="connsiteX896" fmla="*/ 165830 w 180975"/>
                <a:gd name="connsiteY896" fmla="*/ 86801 h 114300"/>
                <a:gd name="connsiteX897" fmla="*/ 165849 w 180975"/>
                <a:gd name="connsiteY897" fmla="*/ 86782 h 114300"/>
                <a:gd name="connsiteX898" fmla="*/ 165868 w 180975"/>
                <a:gd name="connsiteY898" fmla="*/ 86782 h 114300"/>
                <a:gd name="connsiteX899" fmla="*/ 165954 w 180975"/>
                <a:gd name="connsiteY899" fmla="*/ 86763 h 114300"/>
                <a:gd name="connsiteX900" fmla="*/ 166116 w 180975"/>
                <a:gd name="connsiteY900" fmla="*/ 86716 h 114300"/>
                <a:gd name="connsiteX901" fmla="*/ 166297 w 180975"/>
                <a:gd name="connsiteY901" fmla="*/ 86621 h 114300"/>
                <a:gd name="connsiteX902" fmla="*/ 166431 w 180975"/>
                <a:gd name="connsiteY902" fmla="*/ 86544 h 114300"/>
                <a:gd name="connsiteX903" fmla="*/ 171002 w 180975"/>
                <a:gd name="connsiteY903" fmla="*/ 83887 h 114300"/>
                <a:gd name="connsiteX904" fmla="*/ 171383 w 180975"/>
                <a:gd name="connsiteY904" fmla="*/ 83373 h 114300"/>
                <a:gd name="connsiteX905" fmla="*/ 171431 w 180975"/>
                <a:gd name="connsiteY905" fmla="*/ 82239 h 114300"/>
                <a:gd name="connsiteX906" fmla="*/ 174498 w 180975"/>
                <a:gd name="connsiteY906" fmla="*/ 84116 h 114300"/>
                <a:gd name="connsiteX907" fmla="*/ 174765 w 180975"/>
                <a:gd name="connsiteY907" fmla="*/ 84220 h 114300"/>
                <a:gd name="connsiteX908" fmla="*/ 174870 w 180975"/>
                <a:gd name="connsiteY908" fmla="*/ 84239 h 114300"/>
                <a:gd name="connsiteX909" fmla="*/ 174927 w 180975"/>
                <a:gd name="connsiteY909" fmla="*/ 84258 h 114300"/>
                <a:gd name="connsiteX910" fmla="*/ 174993 w 180975"/>
                <a:gd name="connsiteY910" fmla="*/ 84277 h 114300"/>
                <a:gd name="connsiteX911" fmla="*/ 175146 w 180975"/>
                <a:gd name="connsiteY911" fmla="*/ 84296 h 114300"/>
                <a:gd name="connsiteX912" fmla="*/ 175289 w 180975"/>
                <a:gd name="connsiteY912" fmla="*/ 84306 h 114300"/>
                <a:gd name="connsiteX913" fmla="*/ 175355 w 180975"/>
                <a:gd name="connsiteY913" fmla="*/ 84306 h 114300"/>
                <a:gd name="connsiteX914" fmla="*/ 175374 w 180975"/>
                <a:gd name="connsiteY914" fmla="*/ 84306 h 114300"/>
                <a:gd name="connsiteX915" fmla="*/ 175536 w 180975"/>
                <a:gd name="connsiteY915" fmla="*/ 84306 h 114300"/>
                <a:gd name="connsiteX916" fmla="*/ 175670 w 180975"/>
                <a:gd name="connsiteY916" fmla="*/ 84287 h 114300"/>
                <a:gd name="connsiteX917" fmla="*/ 175794 w 180975"/>
                <a:gd name="connsiteY917" fmla="*/ 84258 h 114300"/>
                <a:gd name="connsiteX918" fmla="*/ 175841 w 180975"/>
                <a:gd name="connsiteY918" fmla="*/ 84258 h 114300"/>
                <a:gd name="connsiteX919" fmla="*/ 175851 w 180975"/>
                <a:gd name="connsiteY919" fmla="*/ 84258 h 114300"/>
                <a:gd name="connsiteX920" fmla="*/ 175927 w 180975"/>
                <a:gd name="connsiteY920" fmla="*/ 84230 h 114300"/>
                <a:gd name="connsiteX921" fmla="*/ 176079 w 180975"/>
                <a:gd name="connsiteY921" fmla="*/ 84182 h 114300"/>
                <a:gd name="connsiteX922" fmla="*/ 176270 w 180975"/>
                <a:gd name="connsiteY922" fmla="*/ 84096 h 114300"/>
                <a:gd name="connsiteX923" fmla="*/ 180985 w 180975"/>
                <a:gd name="connsiteY923" fmla="*/ 81363 h 114300"/>
                <a:gd name="connsiteX924" fmla="*/ 181366 w 180975"/>
                <a:gd name="connsiteY924" fmla="*/ 80848 h 114300"/>
                <a:gd name="connsiteX925" fmla="*/ 181423 w 180975"/>
                <a:gd name="connsiteY925" fmla="*/ 79191 h 114300"/>
                <a:gd name="connsiteX926" fmla="*/ 181051 w 180975"/>
                <a:gd name="connsiteY926" fmla="*/ 79677 h 114300"/>
                <a:gd name="connsiteX927" fmla="*/ 175431 w 180975"/>
                <a:gd name="connsiteY927" fmla="*/ 82096 h 114300"/>
                <a:gd name="connsiteX928" fmla="*/ 66494 w 180975"/>
                <a:gd name="connsiteY928" fmla="*/ 27699 h 114300"/>
                <a:gd name="connsiteX929" fmla="*/ 60170 w 180975"/>
                <a:gd name="connsiteY929" fmla="*/ 31347 h 114300"/>
                <a:gd name="connsiteX930" fmla="*/ 60093 w 180975"/>
                <a:gd name="connsiteY930" fmla="*/ 33023 h 114300"/>
                <a:gd name="connsiteX931" fmla="*/ 62284 w 180975"/>
                <a:gd name="connsiteY931" fmla="*/ 31756 h 114300"/>
                <a:gd name="connsiteX932" fmla="*/ 62227 w 180975"/>
                <a:gd name="connsiteY932" fmla="*/ 33176 h 114300"/>
                <a:gd name="connsiteX933" fmla="*/ 62237 w 180975"/>
                <a:gd name="connsiteY933" fmla="*/ 33261 h 114300"/>
                <a:gd name="connsiteX934" fmla="*/ 62265 w 180975"/>
                <a:gd name="connsiteY934" fmla="*/ 33319 h 114300"/>
                <a:gd name="connsiteX935" fmla="*/ 62294 w 180975"/>
                <a:gd name="connsiteY935" fmla="*/ 33395 h 114300"/>
                <a:gd name="connsiteX936" fmla="*/ 62313 w 180975"/>
                <a:gd name="connsiteY936" fmla="*/ 33433 h 114300"/>
                <a:gd name="connsiteX937" fmla="*/ 62322 w 180975"/>
                <a:gd name="connsiteY937" fmla="*/ 33442 h 114300"/>
                <a:gd name="connsiteX938" fmla="*/ 62322 w 180975"/>
                <a:gd name="connsiteY938" fmla="*/ 33471 h 114300"/>
                <a:gd name="connsiteX939" fmla="*/ 62408 w 180975"/>
                <a:gd name="connsiteY939" fmla="*/ 33557 h 114300"/>
                <a:gd name="connsiteX940" fmla="*/ 62570 w 180975"/>
                <a:gd name="connsiteY940" fmla="*/ 33681 h 114300"/>
                <a:gd name="connsiteX941" fmla="*/ 62589 w 180975"/>
                <a:gd name="connsiteY941" fmla="*/ 33690 h 114300"/>
                <a:gd name="connsiteX942" fmla="*/ 65113 w 180975"/>
                <a:gd name="connsiteY942" fmla="*/ 35224 h 114300"/>
                <a:gd name="connsiteX943" fmla="*/ 64989 w 180975"/>
                <a:gd name="connsiteY943" fmla="*/ 35328 h 114300"/>
                <a:gd name="connsiteX944" fmla="*/ 60284 w 180975"/>
                <a:gd name="connsiteY944" fmla="*/ 38062 h 114300"/>
                <a:gd name="connsiteX945" fmla="*/ 59874 w 180975"/>
                <a:gd name="connsiteY945" fmla="*/ 38224 h 114300"/>
                <a:gd name="connsiteX946" fmla="*/ 59865 w 180975"/>
                <a:gd name="connsiteY946" fmla="*/ 38224 h 114300"/>
                <a:gd name="connsiteX947" fmla="*/ 59398 w 180975"/>
                <a:gd name="connsiteY947" fmla="*/ 38272 h 114300"/>
                <a:gd name="connsiteX948" fmla="*/ 59389 w 180975"/>
                <a:gd name="connsiteY948" fmla="*/ 38272 h 114300"/>
                <a:gd name="connsiteX949" fmla="*/ 58960 w 180975"/>
                <a:gd name="connsiteY949" fmla="*/ 38233 h 114300"/>
                <a:gd name="connsiteX950" fmla="*/ 58912 w 180975"/>
                <a:gd name="connsiteY950" fmla="*/ 38224 h 114300"/>
                <a:gd name="connsiteX951" fmla="*/ 58522 w 180975"/>
                <a:gd name="connsiteY951" fmla="*/ 38072 h 114300"/>
                <a:gd name="connsiteX952" fmla="*/ 46968 w 180975"/>
                <a:gd name="connsiteY952" fmla="*/ 31071 h 114300"/>
                <a:gd name="connsiteX953" fmla="*/ 46720 w 180975"/>
                <a:gd name="connsiteY953" fmla="*/ 30842 h 114300"/>
                <a:gd name="connsiteX954" fmla="*/ 46701 w 180975"/>
                <a:gd name="connsiteY954" fmla="*/ 30823 h 114300"/>
                <a:gd name="connsiteX955" fmla="*/ 46625 w 180975"/>
                <a:gd name="connsiteY955" fmla="*/ 30556 h 114300"/>
                <a:gd name="connsiteX956" fmla="*/ 46577 w 180975"/>
                <a:gd name="connsiteY956" fmla="*/ 32252 h 114300"/>
                <a:gd name="connsiteX957" fmla="*/ 46577 w 180975"/>
                <a:gd name="connsiteY957" fmla="*/ 32271 h 114300"/>
                <a:gd name="connsiteX958" fmla="*/ 46568 w 180975"/>
                <a:gd name="connsiteY958" fmla="*/ 32338 h 114300"/>
                <a:gd name="connsiteX959" fmla="*/ 46587 w 180975"/>
                <a:gd name="connsiteY959" fmla="*/ 32385 h 114300"/>
                <a:gd name="connsiteX960" fmla="*/ 46615 w 180975"/>
                <a:gd name="connsiteY960" fmla="*/ 32490 h 114300"/>
                <a:gd name="connsiteX961" fmla="*/ 46654 w 180975"/>
                <a:gd name="connsiteY961" fmla="*/ 32528 h 114300"/>
                <a:gd name="connsiteX962" fmla="*/ 46654 w 180975"/>
                <a:gd name="connsiteY962" fmla="*/ 32538 h 114300"/>
                <a:gd name="connsiteX963" fmla="*/ 46663 w 180975"/>
                <a:gd name="connsiteY963" fmla="*/ 32556 h 114300"/>
                <a:gd name="connsiteX964" fmla="*/ 46739 w 180975"/>
                <a:gd name="connsiteY964" fmla="*/ 32642 h 114300"/>
                <a:gd name="connsiteX965" fmla="*/ 46901 w 180975"/>
                <a:gd name="connsiteY965" fmla="*/ 32776 h 114300"/>
                <a:gd name="connsiteX966" fmla="*/ 46911 w 180975"/>
                <a:gd name="connsiteY966" fmla="*/ 32776 h 114300"/>
                <a:gd name="connsiteX967" fmla="*/ 52178 w 180975"/>
                <a:gd name="connsiteY967" fmla="*/ 35957 h 114300"/>
                <a:gd name="connsiteX968" fmla="*/ 52064 w 180975"/>
                <a:gd name="connsiteY968" fmla="*/ 36081 h 114300"/>
                <a:gd name="connsiteX969" fmla="*/ 47349 w 180975"/>
                <a:gd name="connsiteY969" fmla="*/ 38796 h 114300"/>
                <a:gd name="connsiteX970" fmla="*/ 46939 w 180975"/>
                <a:gd name="connsiteY970" fmla="*/ 38958 h 114300"/>
                <a:gd name="connsiteX971" fmla="*/ 46939 w 180975"/>
                <a:gd name="connsiteY971" fmla="*/ 38958 h 114300"/>
                <a:gd name="connsiteX972" fmla="*/ 46482 w 180975"/>
                <a:gd name="connsiteY972" fmla="*/ 39005 h 114300"/>
                <a:gd name="connsiteX973" fmla="*/ 46463 w 180975"/>
                <a:gd name="connsiteY973" fmla="*/ 39005 h 114300"/>
                <a:gd name="connsiteX974" fmla="*/ 46034 w 180975"/>
                <a:gd name="connsiteY974" fmla="*/ 38967 h 114300"/>
                <a:gd name="connsiteX975" fmla="*/ 45977 w 180975"/>
                <a:gd name="connsiteY975" fmla="*/ 38948 h 114300"/>
                <a:gd name="connsiteX976" fmla="*/ 45606 w 180975"/>
                <a:gd name="connsiteY976" fmla="*/ 38805 h 114300"/>
                <a:gd name="connsiteX977" fmla="*/ 37890 w 180975"/>
                <a:gd name="connsiteY977" fmla="*/ 34147 h 114300"/>
                <a:gd name="connsiteX978" fmla="*/ 37643 w 180975"/>
                <a:gd name="connsiteY978" fmla="*/ 33900 h 114300"/>
                <a:gd name="connsiteX979" fmla="*/ 37643 w 180975"/>
                <a:gd name="connsiteY979" fmla="*/ 33890 h 114300"/>
                <a:gd name="connsiteX980" fmla="*/ 37595 w 180975"/>
                <a:gd name="connsiteY980" fmla="*/ 33738 h 114300"/>
                <a:gd name="connsiteX981" fmla="*/ 41510 w 180975"/>
                <a:gd name="connsiteY981" fmla="*/ 31461 h 114300"/>
                <a:gd name="connsiteX982" fmla="*/ 41891 w 180975"/>
                <a:gd name="connsiteY982" fmla="*/ 30937 h 114300"/>
                <a:gd name="connsiteX983" fmla="*/ 41929 w 180975"/>
                <a:gd name="connsiteY983" fmla="*/ 29851 h 114300"/>
                <a:gd name="connsiteX984" fmla="*/ 42224 w 180975"/>
                <a:gd name="connsiteY984" fmla="*/ 30042 h 114300"/>
                <a:gd name="connsiteX985" fmla="*/ 42491 w 180975"/>
                <a:gd name="connsiteY985" fmla="*/ 30156 h 114300"/>
                <a:gd name="connsiteX986" fmla="*/ 42596 w 180975"/>
                <a:gd name="connsiteY986" fmla="*/ 30194 h 114300"/>
                <a:gd name="connsiteX987" fmla="*/ 42663 w 180975"/>
                <a:gd name="connsiteY987" fmla="*/ 30214 h 114300"/>
                <a:gd name="connsiteX988" fmla="*/ 42720 w 180975"/>
                <a:gd name="connsiteY988" fmla="*/ 30232 h 114300"/>
                <a:gd name="connsiteX989" fmla="*/ 42891 w 180975"/>
                <a:gd name="connsiteY989" fmla="*/ 30252 h 114300"/>
                <a:gd name="connsiteX990" fmla="*/ 43024 w 180975"/>
                <a:gd name="connsiteY990" fmla="*/ 30261 h 114300"/>
                <a:gd name="connsiteX991" fmla="*/ 43167 w 180975"/>
                <a:gd name="connsiteY991" fmla="*/ 30261 h 114300"/>
                <a:gd name="connsiteX992" fmla="*/ 43291 w 180975"/>
                <a:gd name="connsiteY992" fmla="*/ 30252 h 114300"/>
                <a:gd name="connsiteX993" fmla="*/ 43415 w 180975"/>
                <a:gd name="connsiteY993" fmla="*/ 30242 h 114300"/>
                <a:gd name="connsiteX994" fmla="*/ 43539 w 180975"/>
                <a:gd name="connsiteY994" fmla="*/ 30223 h 114300"/>
                <a:gd name="connsiteX995" fmla="*/ 43567 w 180975"/>
                <a:gd name="connsiteY995" fmla="*/ 30194 h 114300"/>
                <a:gd name="connsiteX996" fmla="*/ 43577 w 180975"/>
                <a:gd name="connsiteY996" fmla="*/ 30194 h 114300"/>
                <a:gd name="connsiteX997" fmla="*/ 43672 w 180975"/>
                <a:gd name="connsiteY997" fmla="*/ 30185 h 114300"/>
                <a:gd name="connsiteX998" fmla="*/ 43825 w 180975"/>
                <a:gd name="connsiteY998" fmla="*/ 30118 h 114300"/>
                <a:gd name="connsiteX999" fmla="*/ 44006 w 180975"/>
                <a:gd name="connsiteY999" fmla="*/ 30042 h 114300"/>
                <a:gd name="connsiteX1000" fmla="*/ 48711 w 180975"/>
                <a:gd name="connsiteY1000" fmla="*/ 27327 h 114300"/>
                <a:gd name="connsiteX1001" fmla="*/ 49092 w 180975"/>
                <a:gd name="connsiteY1001" fmla="*/ 26784 h 114300"/>
                <a:gd name="connsiteX1002" fmla="*/ 49140 w 180975"/>
                <a:gd name="connsiteY1002" fmla="*/ 25613 h 114300"/>
                <a:gd name="connsiteX1003" fmla="*/ 51273 w 180975"/>
                <a:gd name="connsiteY1003" fmla="*/ 26918 h 114300"/>
                <a:gd name="connsiteX1004" fmla="*/ 51530 w 180975"/>
                <a:gd name="connsiteY1004" fmla="*/ 27032 h 114300"/>
                <a:gd name="connsiteX1005" fmla="*/ 51635 w 180975"/>
                <a:gd name="connsiteY1005" fmla="*/ 27051 h 114300"/>
                <a:gd name="connsiteX1006" fmla="*/ 51702 w 180975"/>
                <a:gd name="connsiteY1006" fmla="*/ 27070 h 114300"/>
                <a:gd name="connsiteX1007" fmla="*/ 51749 w 180975"/>
                <a:gd name="connsiteY1007" fmla="*/ 27089 h 114300"/>
                <a:gd name="connsiteX1008" fmla="*/ 51940 w 180975"/>
                <a:gd name="connsiteY1008" fmla="*/ 27099 h 114300"/>
                <a:gd name="connsiteX1009" fmla="*/ 52064 w 180975"/>
                <a:gd name="connsiteY1009" fmla="*/ 27127 h 114300"/>
                <a:gd name="connsiteX1010" fmla="*/ 52131 w 180975"/>
                <a:gd name="connsiteY1010" fmla="*/ 27127 h 114300"/>
                <a:gd name="connsiteX1011" fmla="*/ 52149 w 180975"/>
                <a:gd name="connsiteY1011" fmla="*/ 27127 h 114300"/>
                <a:gd name="connsiteX1012" fmla="*/ 52207 w 180975"/>
                <a:gd name="connsiteY1012" fmla="*/ 27127 h 114300"/>
                <a:gd name="connsiteX1013" fmla="*/ 52321 w 180975"/>
                <a:gd name="connsiteY1013" fmla="*/ 27099 h 114300"/>
                <a:gd name="connsiteX1014" fmla="*/ 52445 w 180975"/>
                <a:gd name="connsiteY1014" fmla="*/ 27099 h 114300"/>
                <a:gd name="connsiteX1015" fmla="*/ 52578 w 180975"/>
                <a:gd name="connsiteY1015" fmla="*/ 27070 h 114300"/>
                <a:gd name="connsiteX1016" fmla="*/ 52616 w 180975"/>
                <a:gd name="connsiteY1016" fmla="*/ 27061 h 114300"/>
                <a:gd name="connsiteX1017" fmla="*/ 52626 w 180975"/>
                <a:gd name="connsiteY1017" fmla="*/ 27061 h 114300"/>
                <a:gd name="connsiteX1018" fmla="*/ 52702 w 180975"/>
                <a:gd name="connsiteY1018" fmla="*/ 27042 h 114300"/>
                <a:gd name="connsiteX1019" fmla="*/ 52864 w 180975"/>
                <a:gd name="connsiteY1019" fmla="*/ 27004 h 114300"/>
                <a:gd name="connsiteX1020" fmla="*/ 53035 w 180975"/>
                <a:gd name="connsiteY1020" fmla="*/ 26908 h 114300"/>
                <a:gd name="connsiteX1021" fmla="*/ 57750 w 180975"/>
                <a:gd name="connsiteY1021" fmla="*/ 24175 h 114300"/>
                <a:gd name="connsiteX1022" fmla="*/ 58141 w 180975"/>
                <a:gd name="connsiteY1022" fmla="*/ 23660 h 114300"/>
                <a:gd name="connsiteX1023" fmla="*/ 58179 w 180975"/>
                <a:gd name="connsiteY1023" fmla="*/ 22460 h 114300"/>
                <a:gd name="connsiteX1024" fmla="*/ 63256 w 180975"/>
                <a:gd name="connsiteY1024" fmla="*/ 25527 h 114300"/>
                <a:gd name="connsiteX1025" fmla="*/ 63522 w 180975"/>
                <a:gd name="connsiteY1025" fmla="*/ 25651 h 114300"/>
                <a:gd name="connsiteX1026" fmla="*/ 63627 w 180975"/>
                <a:gd name="connsiteY1026" fmla="*/ 25680 h 114300"/>
                <a:gd name="connsiteX1027" fmla="*/ 63684 w 180975"/>
                <a:gd name="connsiteY1027" fmla="*/ 25699 h 114300"/>
                <a:gd name="connsiteX1028" fmla="*/ 63770 w 180975"/>
                <a:gd name="connsiteY1028" fmla="*/ 25708 h 114300"/>
                <a:gd name="connsiteX1029" fmla="*/ 63922 w 180975"/>
                <a:gd name="connsiteY1029" fmla="*/ 25727 h 114300"/>
                <a:gd name="connsiteX1030" fmla="*/ 64056 w 180975"/>
                <a:gd name="connsiteY1030" fmla="*/ 25737 h 114300"/>
                <a:gd name="connsiteX1031" fmla="*/ 64303 w 180975"/>
                <a:gd name="connsiteY1031" fmla="*/ 25737 h 114300"/>
                <a:gd name="connsiteX1032" fmla="*/ 64418 w 180975"/>
                <a:gd name="connsiteY1032" fmla="*/ 25718 h 114300"/>
                <a:gd name="connsiteX1033" fmla="*/ 64551 w 180975"/>
                <a:gd name="connsiteY1033" fmla="*/ 25699 h 114300"/>
                <a:gd name="connsiteX1034" fmla="*/ 64589 w 180975"/>
                <a:gd name="connsiteY1034" fmla="*/ 25689 h 114300"/>
                <a:gd name="connsiteX1035" fmla="*/ 64589 w 180975"/>
                <a:gd name="connsiteY1035" fmla="*/ 25689 h 114300"/>
                <a:gd name="connsiteX1036" fmla="*/ 64665 w 180975"/>
                <a:gd name="connsiteY1036" fmla="*/ 25670 h 114300"/>
                <a:gd name="connsiteX1037" fmla="*/ 64827 w 180975"/>
                <a:gd name="connsiteY1037" fmla="*/ 25613 h 114300"/>
                <a:gd name="connsiteX1038" fmla="*/ 65027 w 180975"/>
                <a:gd name="connsiteY1038" fmla="*/ 25527 h 114300"/>
                <a:gd name="connsiteX1039" fmla="*/ 65551 w 180975"/>
                <a:gd name="connsiteY1039" fmla="*/ 25203 h 114300"/>
                <a:gd name="connsiteX1040" fmla="*/ 65513 w 180975"/>
                <a:gd name="connsiteY1040" fmla="*/ 26565 h 114300"/>
                <a:gd name="connsiteX1041" fmla="*/ 65513 w 180975"/>
                <a:gd name="connsiteY1041" fmla="*/ 26575 h 114300"/>
                <a:gd name="connsiteX1042" fmla="*/ 65522 w 180975"/>
                <a:gd name="connsiteY1042" fmla="*/ 26661 h 114300"/>
                <a:gd name="connsiteX1043" fmla="*/ 65522 w 180975"/>
                <a:gd name="connsiteY1043" fmla="*/ 26737 h 114300"/>
                <a:gd name="connsiteX1044" fmla="*/ 65580 w 180975"/>
                <a:gd name="connsiteY1044" fmla="*/ 26794 h 114300"/>
                <a:gd name="connsiteX1045" fmla="*/ 65589 w 180975"/>
                <a:gd name="connsiteY1045" fmla="*/ 26851 h 114300"/>
                <a:gd name="connsiteX1046" fmla="*/ 65608 w 180975"/>
                <a:gd name="connsiteY1046" fmla="*/ 26861 h 114300"/>
                <a:gd name="connsiteX1047" fmla="*/ 65618 w 180975"/>
                <a:gd name="connsiteY1047" fmla="*/ 26870 h 114300"/>
                <a:gd name="connsiteX1048" fmla="*/ 65685 w 180975"/>
                <a:gd name="connsiteY1048" fmla="*/ 26984 h 114300"/>
                <a:gd name="connsiteX1049" fmla="*/ 65837 w 180975"/>
                <a:gd name="connsiteY1049" fmla="*/ 27089 h 114300"/>
                <a:gd name="connsiteX1050" fmla="*/ 65865 w 180975"/>
                <a:gd name="connsiteY1050" fmla="*/ 27099 h 114300"/>
                <a:gd name="connsiteX1051" fmla="*/ 66723 w 180975"/>
                <a:gd name="connsiteY1051" fmla="*/ 27623 h 114300"/>
                <a:gd name="connsiteX1052" fmla="*/ 66494 w 180975"/>
                <a:gd name="connsiteY1052" fmla="*/ 27699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</a:cxnLst>
              <a:rect l="l" t="t" r="r" b="b"/>
              <a:pathLst>
                <a:path w="180975" h="114300">
                  <a:moveTo>
                    <a:pt x="175431" y="82096"/>
                  </a:moveTo>
                  <a:cubicBezTo>
                    <a:pt x="175298" y="82172"/>
                    <a:pt x="175174" y="82230"/>
                    <a:pt x="175013" y="82268"/>
                  </a:cubicBezTo>
                  <a:lnTo>
                    <a:pt x="175003" y="82268"/>
                  </a:lnTo>
                  <a:cubicBezTo>
                    <a:pt x="174851" y="82296"/>
                    <a:pt x="174708" y="82315"/>
                    <a:pt x="174555" y="82315"/>
                  </a:cubicBezTo>
                  <a:lnTo>
                    <a:pt x="174517" y="82315"/>
                  </a:lnTo>
                  <a:cubicBezTo>
                    <a:pt x="174384" y="82315"/>
                    <a:pt x="174241" y="82296"/>
                    <a:pt x="174108" y="82268"/>
                  </a:cubicBezTo>
                  <a:cubicBezTo>
                    <a:pt x="174079" y="82268"/>
                    <a:pt x="174050" y="82258"/>
                    <a:pt x="174050" y="82258"/>
                  </a:cubicBezTo>
                  <a:cubicBezTo>
                    <a:pt x="173908" y="82230"/>
                    <a:pt x="173784" y="82172"/>
                    <a:pt x="173669" y="82096"/>
                  </a:cubicBezTo>
                  <a:lnTo>
                    <a:pt x="167831" y="78572"/>
                  </a:lnTo>
                  <a:cubicBezTo>
                    <a:pt x="167726" y="78505"/>
                    <a:pt x="167659" y="78419"/>
                    <a:pt x="167621" y="78372"/>
                  </a:cubicBezTo>
                  <a:lnTo>
                    <a:pt x="171717" y="75991"/>
                  </a:lnTo>
                  <a:cubicBezTo>
                    <a:pt x="171945" y="75848"/>
                    <a:pt x="172088" y="75667"/>
                    <a:pt x="172098" y="75476"/>
                  </a:cubicBezTo>
                  <a:lnTo>
                    <a:pt x="172145" y="73790"/>
                  </a:lnTo>
                  <a:cubicBezTo>
                    <a:pt x="172145" y="73981"/>
                    <a:pt x="172021" y="74162"/>
                    <a:pt x="171774" y="74314"/>
                  </a:cubicBezTo>
                  <a:lnTo>
                    <a:pt x="167069" y="77038"/>
                  </a:lnTo>
                  <a:cubicBezTo>
                    <a:pt x="166935" y="77096"/>
                    <a:pt x="166802" y="77162"/>
                    <a:pt x="166669" y="77191"/>
                  </a:cubicBezTo>
                  <a:lnTo>
                    <a:pt x="166631" y="77210"/>
                  </a:lnTo>
                  <a:cubicBezTo>
                    <a:pt x="166478" y="77248"/>
                    <a:pt x="166335" y="77257"/>
                    <a:pt x="166192" y="77257"/>
                  </a:cubicBezTo>
                  <a:lnTo>
                    <a:pt x="166173" y="77257"/>
                  </a:lnTo>
                  <a:cubicBezTo>
                    <a:pt x="166021" y="77257"/>
                    <a:pt x="165878" y="77248"/>
                    <a:pt x="165745" y="77210"/>
                  </a:cubicBezTo>
                  <a:cubicBezTo>
                    <a:pt x="165745" y="77210"/>
                    <a:pt x="165706" y="77191"/>
                    <a:pt x="165678" y="77191"/>
                  </a:cubicBezTo>
                  <a:cubicBezTo>
                    <a:pt x="165545" y="77162"/>
                    <a:pt x="165430" y="77105"/>
                    <a:pt x="165316" y="77038"/>
                  </a:cubicBezTo>
                  <a:lnTo>
                    <a:pt x="159477" y="73505"/>
                  </a:lnTo>
                  <a:cubicBezTo>
                    <a:pt x="159363" y="73438"/>
                    <a:pt x="159306" y="73371"/>
                    <a:pt x="159249" y="73295"/>
                  </a:cubicBezTo>
                  <a:lnTo>
                    <a:pt x="163354" y="70933"/>
                  </a:lnTo>
                  <a:cubicBezTo>
                    <a:pt x="163592" y="70780"/>
                    <a:pt x="163725" y="70609"/>
                    <a:pt x="163735" y="70418"/>
                  </a:cubicBezTo>
                  <a:lnTo>
                    <a:pt x="163782" y="68714"/>
                  </a:lnTo>
                  <a:cubicBezTo>
                    <a:pt x="163782" y="68914"/>
                    <a:pt x="163659" y="69104"/>
                    <a:pt x="163401" y="69247"/>
                  </a:cubicBezTo>
                  <a:lnTo>
                    <a:pt x="158696" y="71980"/>
                  </a:lnTo>
                  <a:cubicBezTo>
                    <a:pt x="158572" y="72047"/>
                    <a:pt x="158448" y="72104"/>
                    <a:pt x="158296" y="72133"/>
                  </a:cubicBezTo>
                  <a:lnTo>
                    <a:pt x="158287" y="72133"/>
                  </a:lnTo>
                  <a:cubicBezTo>
                    <a:pt x="158134" y="72171"/>
                    <a:pt x="157982" y="72190"/>
                    <a:pt x="157829" y="72190"/>
                  </a:cubicBezTo>
                  <a:lnTo>
                    <a:pt x="157820" y="72190"/>
                  </a:lnTo>
                  <a:cubicBezTo>
                    <a:pt x="157658" y="72190"/>
                    <a:pt x="157515" y="72171"/>
                    <a:pt x="157391" y="72142"/>
                  </a:cubicBezTo>
                  <a:cubicBezTo>
                    <a:pt x="157363" y="72142"/>
                    <a:pt x="157344" y="72142"/>
                    <a:pt x="157324" y="72124"/>
                  </a:cubicBezTo>
                  <a:cubicBezTo>
                    <a:pt x="157182" y="72095"/>
                    <a:pt x="157048" y="72047"/>
                    <a:pt x="156953" y="71980"/>
                  </a:cubicBezTo>
                  <a:lnTo>
                    <a:pt x="151105" y="68437"/>
                  </a:lnTo>
                  <a:cubicBezTo>
                    <a:pt x="151009" y="68380"/>
                    <a:pt x="150943" y="68304"/>
                    <a:pt x="150895" y="68237"/>
                  </a:cubicBezTo>
                  <a:lnTo>
                    <a:pt x="154991" y="65865"/>
                  </a:lnTo>
                  <a:cubicBezTo>
                    <a:pt x="155229" y="65723"/>
                    <a:pt x="155362" y="65542"/>
                    <a:pt x="155372" y="65332"/>
                  </a:cubicBezTo>
                  <a:lnTo>
                    <a:pt x="155448" y="63646"/>
                  </a:lnTo>
                  <a:cubicBezTo>
                    <a:pt x="155429" y="63837"/>
                    <a:pt x="155286" y="64027"/>
                    <a:pt x="155058" y="64161"/>
                  </a:cubicBezTo>
                  <a:lnTo>
                    <a:pt x="150343" y="66904"/>
                  </a:lnTo>
                  <a:cubicBezTo>
                    <a:pt x="150219" y="66980"/>
                    <a:pt x="150095" y="67028"/>
                    <a:pt x="149933" y="67056"/>
                  </a:cubicBezTo>
                  <a:lnTo>
                    <a:pt x="149933" y="67056"/>
                  </a:lnTo>
                  <a:cubicBezTo>
                    <a:pt x="149771" y="67104"/>
                    <a:pt x="149628" y="67123"/>
                    <a:pt x="149466" y="67123"/>
                  </a:cubicBezTo>
                  <a:lnTo>
                    <a:pt x="149466" y="67123"/>
                  </a:lnTo>
                  <a:cubicBezTo>
                    <a:pt x="149305" y="67123"/>
                    <a:pt x="149171" y="67104"/>
                    <a:pt x="149019" y="67075"/>
                  </a:cubicBezTo>
                  <a:cubicBezTo>
                    <a:pt x="149000" y="67066"/>
                    <a:pt x="148981" y="67066"/>
                    <a:pt x="148971" y="67056"/>
                  </a:cubicBezTo>
                  <a:cubicBezTo>
                    <a:pt x="148828" y="67028"/>
                    <a:pt x="148704" y="66980"/>
                    <a:pt x="148590" y="66913"/>
                  </a:cubicBezTo>
                  <a:lnTo>
                    <a:pt x="142751" y="63380"/>
                  </a:lnTo>
                  <a:cubicBezTo>
                    <a:pt x="142665" y="63313"/>
                    <a:pt x="142580" y="63227"/>
                    <a:pt x="142523" y="63160"/>
                  </a:cubicBezTo>
                  <a:lnTo>
                    <a:pt x="146628" y="60789"/>
                  </a:lnTo>
                  <a:cubicBezTo>
                    <a:pt x="146885" y="60646"/>
                    <a:pt x="147009" y="60465"/>
                    <a:pt x="147009" y="60284"/>
                  </a:cubicBezTo>
                  <a:lnTo>
                    <a:pt x="147076" y="58569"/>
                  </a:lnTo>
                  <a:cubicBezTo>
                    <a:pt x="147066" y="58684"/>
                    <a:pt x="147038" y="58769"/>
                    <a:pt x="146971" y="58865"/>
                  </a:cubicBezTo>
                  <a:cubicBezTo>
                    <a:pt x="146904" y="58941"/>
                    <a:pt x="146809" y="59027"/>
                    <a:pt x="146695" y="59103"/>
                  </a:cubicBezTo>
                  <a:lnTo>
                    <a:pt x="141980" y="61827"/>
                  </a:lnTo>
                  <a:cubicBezTo>
                    <a:pt x="141846" y="61894"/>
                    <a:pt x="141732" y="61960"/>
                    <a:pt x="141570" y="61989"/>
                  </a:cubicBezTo>
                  <a:cubicBezTo>
                    <a:pt x="141561" y="61989"/>
                    <a:pt x="141561" y="61989"/>
                    <a:pt x="141551" y="61998"/>
                  </a:cubicBezTo>
                  <a:cubicBezTo>
                    <a:pt x="141408" y="62027"/>
                    <a:pt x="141266" y="62036"/>
                    <a:pt x="141104" y="62036"/>
                  </a:cubicBezTo>
                  <a:lnTo>
                    <a:pt x="141094" y="62036"/>
                  </a:lnTo>
                  <a:cubicBezTo>
                    <a:pt x="140932" y="62036"/>
                    <a:pt x="140799" y="62027"/>
                    <a:pt x="140656" y="61998"/>
                  </a:cubicBezTo>
                  <a:lnTo>
                    <a:pt x="140608" y="61989"/>
                  </a:lnTo>
                  <a:cubicBezTo>
                    <a:pt x="140465" y="61951"/>
                    <a:pt x="140341" y="61894"/>
                    <a:pt x="140227" y="61827"/>
                  </a:cubicBezTo>
                  <a:lnTo>
                    <a:pt x="134388" y="58293"/>
                  </a:lnTo>
                  <a:cubicBezTo>
                    <a:pt x="134293" y="58246"/>
                    <a:pt x="134217" y="58160"/>
                    <a:pt x="134169" y="58093"/>
                  </a:cubicBezTo>
                  <a:lnTo>
                    <a:pt x="138274" y="55712"/>
                  </a:lnTo>
                  <a:cubicBezTo>
                    <a:pt x="138522" y="55569"/>
                    <a:pt x="138655" y="55388"/>
                    <a:pt x="138655" y="55198"/>
                  </a:cubicBezTo>
                  <a:lnTo>
                    <a:pt x="138713" y="53512"/>
                  </a:lnTo>
                  <a:cubicBezTo>
                    <a:pt x="138713" y="53607"/>
                    <a:pt x="138675" y="53712"/>
                    <a:pt x="138608" y="53778"/>
                  </a:cubicBezTo>
                  <a:cubicBezTo>
                    <a:pt x="138541" y="53883"/>
                    <a:pt x="138456" y="53950"/>
                    <a:pt x="138341" y="54026"/>
                  </a:cubicBezTo>
                  <a:lnTo>
                    <a:pt x="133636" y="56750"/>
                  </a:lnTo>
                  <a:cubicBezTo>
                    <a:pt x="133503" y="56817"/>
                    <a:pt x="133369" y="56874"/>
                    <a:pt x="133217" y="56903"/>
                  </a:cubicBezTo>
                  <a:cubicBezTo>
                    <a:pt x="133217" y="56903"/>
                    <a:pt x="133207" y="56903"/>
                    <a:pt x="133207" y="56912"/>
                  </a:cubicBezTo>
                  <a:cubicBezTo>
                    <a:pt x="133055" y="56941"/>
                    <a:pt x="132912" y="56960"/>
                    <a:pt x="132750" y="56960"/>
                  </a:cubicBezTo>
                  <a:lnTo>
                    <a:pt x="132731" y="56960"/>
                  </a:lnTo>
                  <a:cubicBezTo>
                    <a:pt x="132588" y="56960"/>
                    <a:pt x="132445" y="56941"/>
                    <a:pt x="132312" y="56912"/>
                  </a:cubicBezTo>
                  <a:cubicBezTo>
                    <a:pt x="132293" y="56903"/>
                    <a:pt x="132255" y="56903"/>
                    <a:pt x="132245" y="56903"/>
                  </a:cubicBezTo>
                  <a:cubicBezTo>
                    <a:pt x="132112" y="56864"/>
                    <a:pt x="131979" y="56817"/>
                    <a:pt x="131874" y="56760"/>
                  </a:cubicBezTo>
                  <a:lnTo>
                    <a:pt x="126025" y="53207"/>
                  </a:lnTo>
                  <a:cubicBezTo>
                    <a:pt x="125940" y="53150"/>
                    <a:pt x="125844" y="53074"/>
                    <a:pt x="125806" y="52988"/>
                  </a:cubicBezTo>
                  <a:lnTo>
                    <a:pt x="129883" y="50635"/>
                  </a:lnTo>
                  <a:cubicBezTo>
                    <a:pt x="130140" y="50483"/>
                    <a:pt x="130264" y="50292"/>
                    <a:pt x="130273" y="50102"/>
                  </a:cubicBezTo>
                  <a:lnTo>
                    <a:pt x="130331" y="48425"/>
                  </a:lnTo>
                  <a:cubicBezTo>
                    <a:pt x="130321" y="48616"/>
                    <a:pt x="130197" y="48797"/>
                    <a:pt x="129950" y="48949"/>
                  </a:cubicBezTo>
                  <a:lnTo>
                    <a:pt x="125244" y="51664"/>
                  </a:lnTo>
                  <a:cubicBezTo>
                    <a:pt x="125121" y="51721"/>
                    <a:pt x="124997" y="51788"/>
                    <a:pt x="124835" y="51835"/>
                  </a:cubicBezTo>
                  <a:lnTo>
                    <a:pt x="124825" y="51835"/>
                  </a:lnTo>
                  <a:cubicBezTo>
                    <a:pt x="124673" y="51873"/>
                    <a:pt x="124530" y="51883"/>
                    <a:pt x="124368" y="51883"/>
                  </a:cubicBezTo>
                  <a:lnTo>
                    <a:pt x="124349" y="51883"/>
                  </a:lnTo>
                  <a:cubicBezTo>
                    <a:pt x="124206" y="51883"/>
                    <a:pt x="124063" y="51873"/>
                    <a:pt x="123930" y="51845"/>
                  </a:cubicBezTo>
                  <a:cubicBezTo>
                    <a:pt x="123911" y="51845"/>
                    <a:pt x="123882" y="51826"/>
                    <a:pt x="123882" y="51826"/>
                  </a:cubicBezTo>
                  <a:cubicBezTo>
                    <a:pt x="123730" y="51788"/>
                    <a:pt x="123606" y="51730"/>
                    <a:pt x="123492" y="51664"/>
                  </a:cubicBezTo>
                  <a:lnTo>
                    <a:pt x="117653" y="48140"/>
                  </a:lnTo>
                  <a:cubicBezTo>
                    <a:pt x="117558" y="48073"/>
                    <a:pt x="117491" y="48006"/>
                    <a:pt x="117443" y="47940"/>
                  </a:cubicBezTo>
                  <a:lnTo>
                    <a:pt x="121549" y="45558"/>
                  </a:lnTo>
                  <a:cubicBezTo>
                    <a:pt x="121777" y="45425"/>
                    <a:pt x="121911" y="45225"/>
                    <a:pt x="121920" y="45034"/>
                  </a:cubicBezTo>
                  <a:lnTo>
                    <a:pt x="121977" y="43358"/>
                  </a:lnTo>
                  <a:cubicBezTo>
                    <a:pt x="121968" y="43549"/>
                    <a:pt x="121844" y="43720"/>
                    <a:pt x="121596" y="43863"/>
                  </a:cubicBezTo>
                  <a:lnTo>
                    <a:pt x="116891" y="46597"/>
                  </a:lnTo>
                  <a:cubicBezTo>
                    <a:pt x="116758" y="46673"/>
                    <a:pt x="116624" y="46720"/>
                    <a:pt x="116481" y="46768"/>
                  </a:cubicBezTo>
                  <a:lnTo>
                    <a:pt x="116472" y="46768"/>
                  </a:lnTo>
                  <a:cubicBezTo>
                    <a:pt x="116319" y="46797"/>
                    <a:pt x="116157" y="46825"/>
                    <a:pt x="116015" y="46825"/>
                  </a:cubicBezTo>
                  <a:lnTo>
                    <a:pt x="115996" y="46825"/>
                  </a:lnTo>
                  <a:cubicBezTo>
                    <a:pt x="115843" y="46825"/>
                    <a:pt x="115700" y="46797"/>
                    <a:pt x="115567" y="46768"/>
                  </a:cubicBezTo>
                  <a:cubicBezTo>
                    <a:pt x="115567" y="46768"/>
                    <a:pt x="115519" y="46758"/>
                    <a:pt x="115510" y="46758"/>
                  </a:cubicBezTo>
                  <a:cubicBezTo>
                    <a:pt x="115367" y="46730"/>
                    <a:pt x="115243" y="46673"/>
                    <a:pt x="115138" y="46597"/>
                  </a:cubicBezTo>
                  <a:lnTo>
                    <a:pt x="109290" y="43063"/>
                  </a:lnTo>
                  <a:cubicBezTo>
                    <a:pt x="109185" y="43006"/>
                    <a:pt x="109119" y="42929"/>
                    <a:pt x="109081" y="42863"/>
                  </a:cubicBezTo>
                  <a:lnTo>
                    <a:pt x="113186" y="40491"/>
                  </a:lnTo>
                  <a:cubicBezTo>
                    <a:pt x="113424" y="40348"/>
                    <a:pt x="113548" y="40167"/>
                    <a:pt x="113548" y="39977"/>
                  </a:cubicBezTo>
                  <a:lnTo>
                    <a:pt x="113614" y="38281"/>
                  </a:lnTo>
                  <a:cubicBezTo>
                    <a:pt x="113605" y="38471"/>
                    <a:pt x="113490" y="38662"/>
                    <a:pt x="113224" y="38805"/>
                  </a:cubicBezTo>
                  <a:lnTo>
                    <a:pt x="108528" y="41529"/>
                  </a:lnTo>
                  <a:cubicBezTo>
                    <a:pt x="108395" y="41596"/>
                    <a:pt x="108271" y="41653"/>
                    <a:pt x="108118" y="41701"/>
                  </a:cubicBezTo>
                  <a:lnTo>
                    <a:pt x="108099" y="41701"/>
                  </a:lnTo>
                  <a:cubicBezTo>
                    <a:pt x="107947" y="41729"/>
                    <a:pt x="107804" y="41748"/>
                    <a:pt x="107652" y="41748"/>
                  </a:cubicBezTo>
                  <a:lnTo>
                    <a:pt x="107623" y="41748"/>
                  </a:lnTo>
                  <a:cubicBezTo>
                    <a:pt x="107480" y="41748"/>
                    <a:pt x="107347" y="41729"/>
                    <a:pt x="107204" y="41710"/>
                  </a:cubicBezTo>
                  <a:cubicBezTo>
                    <a:pt x="107194" y="41701"/>
                    <a:pt x="107166" y="41701"/>
                    <a:pt x="107147" y="41691"/>
                  </a:cubicBezTo>
                  <a:cubicBezTo>
                    <a:pt x="106994" y="41653"/>
                    <a:pt x="106880" y="41596"/>
                    <a:pt x="106775" y="41539"/>
                  </a:cubicBezTo>
                  <a:lnTo>
                    <a:pt x="100937" y="38005"/>
                  </a:lnTo>
                  <a:cubicBezTo>
                    <a:pt x="100832" y="37929"/>
                    <a:pt x="100765" y="37872"/>
                    <a:pt x="100717" y="37805"/>
                  </a:cubicBezTo>
                  <a:lnTo>
                    <a:pt x="104813" y="35433"/>
                  </a:lnTo>
                  <a:cubicBezTo>
                    <a:pt x="105061" y="35290"/>
                    <a:pt x="105185" y="35100"/>
                    <a:pt x="105204" y="34909"/>
                  </a:cubicBezTo>
                  <a:lnTo>
                    <a:pt x="105261" y="33233"/>
                  </a:lnTo>
                  <a:cubicBezTo>
                    <a:pt x="105251" y="33414"/>
                    <a:pt x="105118" y="33595"/>
                    <a:pt x="104880" y="33728"/>
                  </a:cubicBezTo>
                  <a:lnTo>
                    <a:pt x="100174" y="36462"/>
                  </a:lnTo>
                  <a:cubicBezTo>
                    <a:pt x="100041" y="36557"/>
                    <a:pt x="99917" y="36595"/>
                    <a:pt x="99756" y="36633"/>
                  </a:cubicBezTo>
                  <a:lnTo>
                    <a:pt x="99736" y="36633"/>
                  </a:lnTo>
                  <a:cubicBezTo>
                    <a:pt x="99603" y="36662"/>
                    <a:pt x="99451" y="36681"/>
                    <a:pt x="99289" y="36681"/>
                  </a:cubicBezTo>
                  <a:lnTo>
                    <a:pt x="99270" y="36681"/>
                  </a:lnTo>
                  <a:cubicBezTo>
                    <a:pt x="99117" y="36681"/>
                    <a:pt x="98993" y="36662"/>
                    <a:pt x="98841" y="36643"/>
                  </a:cubicBezTo>
                  <a:cubicBezTo>
                    <a:pt x="98831" y="36633"/>
                    <a:pt x="98803" y="36633"/>
                    <a:pt x="98793" y="36624"/>
                  </a:cubicBezTo>
                  <a:cubicBezTo>
                    <a:pt x="98660" y="36595"/>
                    <a:pt x="98536" y="36557"/>
                    <a:pt x="98412" y="36481"/>
                  </a:cubicBezTo>
                  <a:lnTo>
                    <a:pt x="92574" y="32938"/>
                  </a:lnTo>
                  <a:cubicBezTo>
                    <a:pt x="92469" y="32881"/>
                    <a:pt x="92402" y="32814"/>
                    <a:pt x="92364" y="32738"/>
                  </a:cubicBezTo>
                  <a:lnTo>
                    <a:pt x="96450" y="30366"/>
                  </a:lnTo>
                  <a:cubicBezTo>
                    <a:pt x="96698" y="30214"/>
                    <a:pt x="96831" y="30032"/>
                    <a:pt x="96841" y="29842"/>
                  </a:cubicBezTo>
                  <a:lnTo>
                    <a:pt x="96898" y="28165"/>
                  </a:lnTo>
                  <a:cubicBezTo>
                    <a:pt x="96898" y="28356"/>
                    <a:pt x="96755" y="28537"/>
                    <a:pt x="96517" y="28680"/>
                  </a:cubicBezTo>
                  <a:lnTo>
                    <a:pt x="91812" y="31413"/>
                  </a:lnTo>
                  <a:cubicBezTo>
                    <a:pt x="91688" y="31480"/>
                    <a:pt x="91545" y="31528"/>
                    <a:pt x="91392" y="31557"/>
                  </a:cubicBezTo>
                  <a:lnTo>
                    <a:pt x="91383" y="31566"/>
                  </a:lnTo>
                  <a:cubicBezTo>
                    <a:pt x="91240" y="31604"/>
                    <a:pt x="91078" y="31613"/>
                    <a:pt x="90935" y="31613"/>
                  </a:cubicBezTo>
                  <a:lnTo>
                    <a:pt x="90926" y="31613"/>
                  </a:lnTo>
                  <a:cubicBezTo>
                    <a:pt x="90754" y="31613"/>
                    <a:pt x="90631" y="31613"/>
                    <a:pt x="90478" y="31566"/>
                  </a:cubicBezTo>
                  <a:cubicBezTo>
                    <a:pt x="90459" y="31566"/>
                    <a:pt x="90440" y="31557"/>
                    <a:pt x="90421" y="31557"/>
                  </a:cubicBezTo>
                  <a:cubicBezTo>
                    <a:pt x="90297" y="31518"/>
                    <a:pt x="90154" y="31480"/>
                    <a:pt x="90049" y="31413"/>
                  </a:cubicBezTo>
                  <a:lnTo>
                    <a:pt x="84211" y="27870"/>
                  </a:lnTo>
                  <a:cubicBezTo>
                    <a:pt x="84106" y="27823"/>
                    <a:pt x="84049" y="27737"/>
                    <a:pt x="84001" y="27670"/>
                  </a:cubicBezTo>
                  <a:lnTo>
                    <a:pt x="88097" y="25289"/>
                  </a:lnTo>
                  <a:cubicBezTo>
                    <a:pt x="88345" y="25146"/>
                    <a:pt x="88478" y="24984"/>
                    <a:pt x="88487" y="24794"/>
                  </a:cubicBezTo>
                  <a:lnTo>
                    <a:pt x="88535" y="23079"/>
                  </a:lnTo>
                  <a:cubicBezTo>
                    <a:pt x="88525" y="23270"/>
                    <a:pt x="88402" y="23460"/>
                    <a:pt x="88154" y="23613"/>
                  </a:cubicBezTo>
                  <a:lnTo>
                    <a:pt x="83449" y="26337"/>
                  </a:lnTo>
                  <a:cubicBezTo>
                    <a:pt x="83325" y="26403"/>
                    <a:pt x="83191" y="26461"/>
                    <a:pt x="83049" y="26489"/>
                  </a:cubicBezTo>
                  <a:cubicBezTo>
                    <a:pt x="83049" y="26489"/>
                    <a:pt x="83030" y="26489"/>
                    <a:pt x="83020" y="26499"/>
                  </a:cubicBezTo>
                  <a:cubicBezTo>
                    <a:pt x="82887" y="26527"/>
                    <a:pt x="82725" y="26546"/>
                    <a:pt x="82582" y="26546"/>
                  </a:cubicBezTo>
                  <a:lnTo>
                    <a:pt x="82563" y="26546"/>
                  </a:lnTo>
                  <a:cubicBezTo>
                    <a:pt x="82410" y="26546"/>
                    <a:pt x="82268" y="26537"/>
                    <a:pt x="82134" y="26499"/>
                  </a:cubicBezTo>
                  <a:lnTo>
                    <a:pt x="82077" y="26489"/>
                  </a:lnTo>
                  <a:cubicBezTo>
                    <a:pt x="81944" y="26461"/>
                    <a:pt x="81801" y="26403"/>
                    <a:pt x="81705" y="26337"/>
                  </a:cubicBezTo>
                  <a:lnTo>
                    <a:pt x="75867" y="22803"/>
                  </a:lnTo>
                  <a:cubicBezTo>
                    <a:pt x="75743" y="22746"/>
                    <a:pt x="75667" y="22641"/>
                    <a:pt x="75610" y="22574"/>
                  </a:cubicBezTo>
                  <a:cubicBezTo>
                    <a:pt x="75600" y="22565"/>
                    <a:pt x="75600" y="22546"/>
                    <a:pt x="75600" y="22546"/>
                  </a:cubicBezTo>
                  <a:lnTo>
                    <a:pt x="79648" y="20174"/>
                  </a:lnTo>
                  <a:cubicBezTo>
                    <a:pt x="79905" y="20031"/>
                    <a:pt x="80029" y="19850"/>
                    <a:pt x="80039" y="19660"/>
                  </a:cubicBezTo>
                  <a:lnTo>
                    <a:pt x="80086" y="18002"/>
                  </a:lnTo>
                  <a:cubicBezTo>
                    <a:pt x="80077" y="18174"/>
                    <a:pt x="79943" y="18355"/>
                    <a:pt x="79715" y="18488"/>
                  </a:cubicBezTo>
                  <a:lnTo>
                    <a:pt x="75009" y="21222"/>
                  </a:lnTo>
                  <a:cubicBezTo>
                    <a:pt x="74886" y="21298"/>
                    <a:pt x="74752" y="21346"/>
                    <a:pt x="74600" y="21384"/>
                  </a:cubicBezTo>
                  <a:lnTo>
                    <a:pt x="74591" y="21384"/>
                  </a:lnTo>
                  <a:cubicBezTo>
                    <a:pt x="74438" y="21422"/>
                    <a:pt x="74286" y="21422"/>
                    <a:pt x="74133" y="21422"/>
                  </a:cubicBezTo>
                  <a:lnTo>
                    <a:pt x="74114" y="21422"/>
                  </a:lnTo>
                  <a:cubicBezTo>
                    <a:pt x="73962" y="21422"/>
                    <a:pt x="73828" y="21422"/>
                    <a:pt x="73686" y="21393"/>
                  </a:cubicBezTo>
                  <a:cubicBezTo>
                    <a:pt x="73666" y="21384"/>
                    <a:pt x="73638" y="21384"/>
                    <a:pt x="73628" y="21365"/>
                  </a:cubicBezTo>
                  <a:cubicBezTo>
                    <a:pt x="73495" y="21336"/>
                    <a:pt x="73362" y="21298"/>
                    <a:pt x="73257" y="21222"/>
                  </a:cubicBezTo>
                  <a:lnTo>
                    <a:pt x="67418" y="17688"/>
                  </a:lnTo>
                  <a:cubicBezTo>
                    <a:pt x="67304" y="17612"/>
                    <a:pt x="67237" y="17555"/>
                    <a:pt x="67208" y="17488"/>
                  </a:cubicBezTo>
                  <a:lnTo>
                    <a:pt x="71304" y="15116"/>
                  </a:lnTo>
                  <a:cubicBezTo>
                    <a:pt x="71542" y="14974"/>
                    <a:pt x="71676" y="14792"/>
                    <a:pt x="71685" y="14602"/>
                  </a:cubicBezTo>
                  <a:lnTo>
                    <a:pt x="71723" y="12906"/>
                  </a:lnTo>
                  <a:cubicBezTo>
                    <a:pt x="71723" y="13097"/>
                    <a:pt x="71599" y="13288"/>
                    <a:pt x="71361" y="13430"/>
                  </a:cubicBezTo>
                  <a:lnTo>
                    <a:pt x="66647" y="16164"/>
                  </a:lnTo>
                  <a:cubicBezTo>
                    <a:pt x="66523" y="16221"/>
                    <a:pt x="66389" y="16278"/>
                    <a:pt x="66247" y="16326"/>
                  </a:cubicBezTo>
                  <a:lnTo>
                    <a:pt x="66227" y="16326"/>
                  </a:lnTo>
                  <a:cubicBezTo>
                    <a:pt x="66075" y="16364"/>
                    <a:pt x="65923" y="16374"/>
                    <a:pt x="65770" y="16374"/>
                  </a:cubicBezTo>
                  <a:lnTo>
                    <a:pt x="65761" y="16374"/>
                  </a:lnTo>
                  <a:cubicBezTo>
                    <a:pt x="65599" y="16374"/>
                    <a:pt x="65475" y="16364"/>
                    <a:pt x="65332" y="16336"/>
                  </a:cubicBezTo>
                  <a:cubicBezTo>
                    <a:pt x="65313" y="16326"/>
                    <a:pt x="65284" y="16326"/>
                    <a:pt x="65265" y="16316"/>
                  </a:cubicBezTo>
                  <a:cubicBezTo>
                    <a:pt x="65122" y="16278"/>
                    <a:pt x="65008" y="16221"/>
                    <a:pt x="64894" y="16164"/>
                  </a:cubicBezTo>
                  <a:lnTo>
                    <a:pt x="59065" y="12630"/>
                  </a:lnTo>
                  <a:cubicBezTo>
                    <a:pt x="59017" y="12611"/>
                    <a:pt x="58998" y="12573"/>
                    <a:pt x="58969" y="12535"/>
                  </a:cubicBezTo>
                  <a:lnTo>
                    <a:pt x="63103" y="10154"/>
                  </a:lnTo>
                  <a:cubicBezTo>
                    <a:pt x="63341" y="10001"/>
                    <a:pt x="63475" y="9820"/>
                    <a:pt x="63475" y="9630"/>
                  </a:cubicBezTo>
                  <a:lnTo>
                    <a:pt x="63551" y="7934"/>
                  </a:lnTo>
                  <a:cubicBezTo>
                    <a:pt x="63541" y="8134"/>
                    <a:pt x="63398" y="8315"/>
                    <a:pt x="63160" y="8468"/>
                  </a:cubicBezTo>
                  <a:lnTo>
                    <a:pt x="58464" y="11202"/>
                  </a:lnTo>
                  <a:cubicBezTo>
                    <a:pt x="58341" y="11259"/>
                    <a:pt x="58198" y="11306"/>
                    <a:pt x="58046" y="11364"/>
                  </a:cubicBezTo>
                  <a:lnTo>
                    <a:pt x="58036" y="11364"/>
                  </a:lnTo>
                  <a:cubicBezTo>
                    <a:pt x="57874" y="11392"/>
                    <a:pt x="57731" y="11402"/>
                    <a:pt x="57588" y="11402"/>
                  </a:cubicBezTo>
                  <a:lnTo>
                    <a:pt x="57550" y="11402"/>
                  </a:lnTo>
                  <a:cubicBezTo>
                    <a:pt x="57426" y="11402"/>
                    <a:pt x="57274" y="11402"/>
                    <a:pt x="57131" y="11373"/>
                  </a:cubicBezTo>
                  <a:cubicBezTo>
                    <a:pt x="57112" y="11373"/>
                    <a:pt x="57103" y="11364"/>
                    <a:pt x="57074" y="11364"/>
                  </a:cubicBezTo>
                  <a:cubicBezTo>
                    <a:pt x="56940" y="11297"/>
                    <a:pt x="56817" y="11259"/>
                    <a:pt x="56702" y="11202"/>
                  </a:cubicBezTo>
                  <a:lnTo>
                    <a:pt x="50864" y="7658"/>
                  </a:lnTo>
                  <a:cubicBezTo>
                    <a:pt x="50749" y="7582"/>
                    <a:pt x="50663" y="7506"/>
                    <a:pt x="50616" y="7420"/>
                  </a:cubicBezTo>
                  <a:cubicBezTo>
                    <a:pt x="50607" y="7420"/>
                    <a:pt x="50607" y="7420"/>
                    <a:pt x="50607" y="7420"/>
                  </a:cubicBezTo>
                  <a:cubicBezTo>
                    <a:pt x="50549" y="7334"/>
                    <a:pt x="50530" y="7249"/>
                    <a:pt x="50530" y="7144"/>
                  </a:cubicBezTo>
                  <a:lnTo>
                    <a:pt x="50463" y="8839"/>
                  </a:lnTo>
                  <a:lnTo>
                    <a:pt x="50463" y="8849"/>
                  </a:lnTo>
                  <a:lnTo>
                    <a:pt x="50473" y="8897"/>
                  </a:lnTo>
                  <a:cubicBezTo>
                    <a:pt x="50483" y="8963"/>
                    <a:pt x="50473" y="8982"/>
                    <a:pt x="50492" y="9001"/>
                  </a:cubicBezTo>
                  <a:cubicBezTo>
                    <a:pt x="50511" y="9020"/>
                    <a:pt x="50511" y="9039"/>
                    <a:pt x="50530" y="9068"/>
                  </a:cubicBezTo>
                  <a:cubicBezTo>
                    <a:pt x="50530" y="9087"/>
                    <a:pt x="50540" y="9106"/>
                    <a:pt x="50540" y="9106"/>
                  </a:cubicBezTo>
                  <a:lnTo>
                    <a:pt x="50549" y="9125"/>
                  </a:lnTo>
                  <a:cubicBezTo>
                    <a:pt x="50559" y="9144"/>
                    <a:pt x="50559" y="9144"/>
                    <a:pt x="50568" y="9154"/>
                  </a:cubicBezTo>
                  <a:cubicBezTo>
                    <a:pt x="50587" y="9182"/>
                    <a:pt x="50616" y="9201"/>
                    <a:pt x="50654" y="9230"/>
                  </a:cubicBezTo>
                  <a:cubicBezTo>
                    <a:pt x="50683" y="9278"/>
                    <a:pt x="50740" y="9316"/>
                    <a:pt x="50797" y="9363"/>
                  </a:cubicBezTo>
                  <a:lnTo>
                    <a:pt x="50806" y="9363"/>
                  </a:lnTo>
                  <a:lnTo>
                    <a:pt x="56655" y="12897"/>
                  </a:lnTo>
                  <a:cubicBezTo>
                    <a:pt x="56740" y="12945"/>
                    <a:pt x="56826" y="12992"/>
                    <a:pt x="56922" y="13011"/>
                  </a:cubicBezTo>
                  <a:cubicBezTo>
                    <a:pt x="56950" y="13049"/>
                    <a:pt x="56998" y="13049"/>
                    <a:pt x="57026" y="13059"/>
                  </a:cubicBezTo>
                  <a:cubicBezTo>
                    <a:pt x="57026" y="13059"/>
                    <a:pt x="57064" y="13059"/>
                    <a:pt x="57083" y="13059"/>
                  </a:cubicBezTo>
                  <a:cubicBezTo>
                    <a:pt x="57112" y="13078"/>
                    <a:pt x="57131" y="13078"/>
                    <a:pt x="57150" y="13097"/>
                  </a:cubicBezTo>
                  <a:cubicBezTo>
                    <a:pt x="57198" y="13097"/>
                    <a:pt x="57255" y="13097"/>
                    <a:pt x="57293" y="13116"/>
                  </a:cubicBezTo>
                  <a:cubicBezTo>
                    <a:pt x="57350" y="13116"/>
                    <a:pt x="57407" y="13116"/>
                    <a:pt x="57455" y="13116"/>
                  </a:cubicBezTo>
                  <a:lnTo>
                    <a:pt x="57579" y="13116"/>
                  </a:lnTo>
                  <a:cubicBezTo>
                    <a:pt x="57617" y="13116"/>
                    <a:pt x="57655" y="13116"/>
                    <a:pt x="57703" y="13116"/>
                  </a:cubicBezTo>
                  <a:cubicBezTo>
                    <a:pt x="57741" y="13116"/>
                    <a:pt x="57788" y="13097"/>
                    <a:pt x="57817" y="13097"/>
                  </a:cubicBezTo>
                  <a:cubicBezTo>
                    <a:pt x="57864" y="13097"/>
                    <a:pt x="57912" y="13097"/>
                    <a:pt x="57960" y="13078"/>
                  </a:cubicBezTo>
                  <a:lnTo>
                    <a:pt x="57988" y="13059"/>
                  </a:lnTo>
                  <a:cubicBezTo>
                    <a:pt x="58008" y="13059"/>
                    <a:pt x="58008" y="13059"/>
                    <a:pt x="58008" y="13059"/>
                  </a:cubicBezTo>
                  <a:cubicBezTo>
                    <a:pt x="58036" y="13049"/>
                    <a:pt x="58064" y="13049"/>
                    <a:pt x="58093" y="13049"/>
                  </a:cubicBezTo>
                  <a:cubicBezTo>
                    <a:pt x="58141" y="13030"/>
                    <a:pt x="58207" y="13002"/>
                    <a:pt x="58246" y="12983"/>
                  </a:cubicBezTo>
                  <a:cubicBezTo>
                    <a:pt x="58303" y="12964"/>
                    <a:pt x="58379" y="12926"/>
                    <a:pt x="58426" y="12888"/>
                  </a:cubicBezTo>
                  <a:lnTo>
                    <a:pt x="58731" y="12706"/>
                  </a:lnTo>
                  <a:lnTo>
                    <a:pt x="58703" y="13811"/>
                  </a:lnTo>
                  <a:lnTo>
                    <a:pt x="58703" y="13811"/>
                  </a:lnTo>
                  <a:cubicBezTo>
                    <a:pt x="58703" y="13811"/>
                    <a:pt x="58703" y="13878"/>
                    <a:pt x="58712" y="13897"/>
                  </a:cubicBezTo>
                  <a:lnTo>
                    <a:pt x="58712" y="13964"/>
                  </a:lnTo>
                  <a:cubicBezTo>
                    <a:pt x="58731" y="13983"/>
                    <a:pt x="58741" y="14011"/>
                    <a:pt x="58750" y="14040"/>
                  </a:cubicBezTo>
                  <a:cubicBezTo>
                    <a:pt x="58769" y="14059"/>
                    <a:pt x="58769" y="14078"/>
                    <a:pt x="58769" y="14078"/>
                  </a:cubicBezTo>
                  <a:lnTo>
                    <a:pt x="58788" y="14097"/>
                  </a:lnTo>
                  <a:cubicBezTo>
                    <a:pt x="58788" y="14097"/>
                    <a:pt x="58788" y="14107"/>
                    <a:pt x="58807" y="14116"/>
                  </a:cubicBezTo>
                  <a:cubicBezTo>
                    <a:pt x="58827" y="14145"/>
                    <a:pt x="58846" y="14173"/>
                    <a:pt x="58865" y="14202"/>
                  </a:cubicBezTo>
                  <a:cubicBezTo>
                    <a:pt x="58922" y="14240"/>
                    <a:pt x="58960" y="14288"/>
                    <a:pt x="59036" y="14316"/>
                  </a:cubicBezTo>
                  <a:lnTo>
                    <a:pt x="59046" y="14335"/>
                  </a:lnTo>
                  <a:lnTo>
                    <a:pt x="64884" y="17869"/>
                  </a:lnTo>
                  <a:cubicBezTo>
                    <a:pt x="64970" y="17917"/>
                    <a:pt x="65056" y="17945"/>
                    <a:pt x="65151" y="17983"/>
                  </a:cubicBezTo>
                  <a:cubicBezTo>
                    <a:pt x="65189" y="18012"/>
                    <a:pt x="65218" y="18012"/>
                    <a:pt x="65256" y="18031"/>
                  </a:cubicBezTo>
                  <a:cubicBezTo>
                    <a:pt x="65256" y="18031"/>
                    <a:pt x="65294" y="18040"/>
                    <a:pt x="65313" y="18040"/>
                  </a:cubicBezTo>
                  <a:cubicBezTo>
                    <a:pt x="65332" y="18050"/>
                    <a:pt x="65361" y="18050"/>
                    <a:pt x="65380" y="18060"/>
                  </a:cubicBezTo>
                  <a:cubicBezTo>
                    <a:pt x="65437" y="18069"/>
                    <a:pt x="65484" y="18069"/>
                    <a:pt x="65542" y="18079"/>
                  </a:cubicBezTo>
                  <a:cubicBezTo>
                    <a:pt x="65589" y="18079"/>
                    <a:pt x="65627" y="18079"/>
                    <a:pt x="65685" y="18088"/>
                  </a:cubicBezTo>
                  <a:lnTo>
                    <a:pt x="65751" y="18088"/>
                  </a:lnTo>
                  <a:lnTo>
                    <a:pt x="65761" y="18088"/>
                  </a:lnTo>
                  <a:lnTo>
                    <a:pt x="65799" y="18088"/>
                  </a:lnTo>
                  <a:cubicBezTo>
                    <a:pt x="65856" y="18088"/>
                    <a:pt x="65894" y="18079"/>
                    <a:pt x="65942" y="18079"/>
                  </a:cubicBezTo>
                  <a:cubicBezTo>
                    <a:pt x="65970" y="18079"/>
                    <a:pt x="66008" y="18069"/>
                    <a:pt x="66065" y="18069"/>
                  </a:cubicBezTo>
                  <a:cubicBezTo>
                    <a:pt x="66104" y="18060"/>
                    <a:pt x="66151" y="18060"/>
                    <a:pt x="66180" y="18050"/>
                  </a:cubicBezTo>
                  <a:cubicBezTo>
                    <a:pt x="66199" y="18040"/>
                    <a:pt x="66218" y="18040"/>
                    <a:pt x="66218" y="18040"/>
                  </a:cubicBezTo>
                  <a:lnTo>
                    <a:pt x="66256" y="18031"/>
                  </a:lnTo>
                  <a:cubicBezTo>
                    <a:pt x="66265" y="18031"/>
                    <a:pt x="66294" y="18012"/>
                    <a:pt x="66313" y="18012"/>
                  </a:cubicBezTo>
                  <a:cubicBezTo>
                    <a:pt x="66370" y="17983"/>
                    <a:pt x="66427" y="17964"/>
                    <a:pt x="66485" y="17945"/>
                  </a:cubicBezTo>
                  <a:cubicBezTo>
                    <a:pt x="66542" y="17926"/>
                    <a:pt x="66599" y="17898"/>
                    <a:pt x="66675" y="17859"/>
                  </a:cubicBezTo>
                  <a:lnTo>
                    <a:pt x="67151" y="17583"/>
                  </a:lnTo>
                  <a:lnTo>
                    <a:pt x="67104" y="18888"/>
                  </a:lnTo>
                  <a:lnTo>
                    <a:pt x="67104" y="18907"/>
                  </a:lnTo>
                  <a:cubicBezTo>
                    <a:pt x="67104" y="18907"/>
                    <a:pt x="67104" y="18945"/>
                    <a:pt x="67113" y="18965"/>
                  </a:cubicBezTo>
                  <a:cubicBezTo>
                    <a:pt x="67113" y="18965"/>
                    <a:pt x="67123" y="19031"/>
                    <a:pt x="67123" y="19060"/>
                  </a:cubicBezTo>
                  <a:cubicBezTo>
                    <a:pt x="67142" y="19079"/>
                    <a:pt x="67142" y="19098"/>
                    <a:pt x="67151" y="19126"/>
                  </a:cubicBezTo>
                  <a:lnTo>
                    <a:pt x="67180" y="19155"/>
                  </a:lnTo>
                  <a:lnTo>
                    <a:pt x="67190" y="19165"/>
                  </a:lnTo>
                  <a:lnTo>
                    <a:pt x="67199" y="19183"/>
                  </a:lnTo>
                  <a:cubicBezTo>
                    <a:pt x="67228" y="19231"/>
                    <a:pt x="67256" y="19250"/>
                    <a:pt x="67266" y="19288"/>
                  </a:cubicBezTo>
                  <a:cubicBezTo>
                    <a:pt x="67323" y="19326"/>
                    <a:pt x="67361" y="19355"/>
                    <a:pt x="67428" y="19393"/>
                  </a:cubicBezTo>
                  <a:lnTo>
                    <a:pt x="67437" y="19403"/>
                  </a:lnTo>
                  <a:lnTo>
                    <a:pt x="70018" y="20965"/>
                  </a:lnTo>
                  <a:cubicBezTo>
                    <a:pt x="69971" y="21003"/>
                    <a:pt x="69952" y="21041"/>
                    <a:pt x="69895" y="21069"/>
                  </a:cubicBezTo>
                  <a:lnTo>
                    <a:pt x="65189" y="23813"/>
                  </a:lnTo>
                  <a:cubicBezTo>
                    <a:pt x="65056" y="23879"/>
                    <a:pt x="64932" y="23927"/>
                    <a:pt x="64770" y="23965"/>
                  </a:cubicBezTo>
                  <a:lnTo>
                    <a:pt x="64770" y="23965"/>
                  </a:lnTo>
                  <a:cubicBezTo>
                    <a:pt x="64608" y="24013"/>
                    <a:pt x="64465" y="24032"/>
                    <a:pt x="64323" y="24032"/>
                  </a:cubicBezTo>
                  <a:lnTo>
                    <a:pt x="64303" y="24032"/>
                  </a:lnTo>
                  <a:cubicBezTo>
                    <a:pt x="64141" y="24032"/>
                    <a:pt x="64018" y="24013"/>
                    <a:pt x="63865" y="23965"/>
                  </a:cubicBezTo>
                  <a:cubicBezTo>
                    <a:pt x="63865" y="23965"/>
                    <a:pt x="63827" y="23965"/>
                    <a:pt x="63808" y="23965"/>
                  </a:cubicBezTo>
                  <a:cubicBezTo>
                    <a:pt x="63684" y="23927"/>
                    <a:pt x="63551" y="23870"/>
                    <a:pt x="63437" y="23813"/>
                  </a:cubicBezTo>
                  <a:lnTo>
                    <a:pt x="43739" y="11868"/>
                  </a:lnTo>
                  <a:cubicBezTo>
                    <a:pt x="43615" y="11811"/>
                    <a:pt x="43539" y="11706"/>
                    <a:pt x="43472" y="11649"/>
                  </a:cubicBezTo>
                  <a:lnTo>
                    <a:pt x="43472" y="11640"/>
                  </a:lnTo>
                  <a:cubicBezTo>
                    <a:pt x="43415" y="11554"/>
                    <a:pt x="43387" y="11459"/>
                    <a:pt x="43387" y="11364"/>
                  </a:cubicBezTo>
                  <a:lnTo>
                    <a:pt x="43339" y="13068"/>
                  </a:lnTo>
                  <a:lnTo>
                    <a:pt x="43339" y="13078"/>
                  </a:lnTo>
                  <a:cubicBezTo>
                    <a:pt x="43339" y="13078"/>
                    <a:pt x="43339" y="13126"/>
                    <a:pt x="43349" y="13145"/>
                  </a:cubicBezTo>
                  <a:lnTo>
                    <a:pt x="43349" y="13202"/>
                  </a:lnTo>
                  <a:cubicBezTo>
                    <a:pt x="43367" y="13240"/>
                    <a:pt x="43377" y="13268"/>
                    <a:pt x="43387" y="13288"/>
                  </a:cubicBezTo>
                  <a:cubicBezTo>
                    <a:pt x="43396" y="13306"/>
                    <a:pt x="43396" y="13316"/>
                    <a:pt x="43415" y="13335"/>
                  </a:cubicBezTo>
                  <a:lnTo>
                    <a:pt x="43434" y="13345"/>
                  </a:lnTo>
                  <a:lnTo>
                    <a:pt x="43434" y="13364"/>
                  </a:lnTo>
                  <a:cubicBezTo>
                    <a:pt x="43453" y="13402"/>
                    <a:pt x="43491" y="13421"/>
                    <a:pt x="43510" y="13449"/>
                  </a:cubicBezTo>
                  <a:cubicBezTo>
                    <a:pt x="43549" y="13506"/>
                    <a:pt x="43605" y="13535"/>
                    <a:pt x="43663" y="13583"/>
                  </a:cubicBezTo>
                  <a:cubicBezTo>
                    <a:pt x="43682" y="13583"/>
                    <a:pt x="43682" y="13583"/>
                    <a:pt x="43682" y="13583"/>
                  </a:cubicBezTo>
                  <a:lnTo>
                    <a:pt x="49416" y="17050"/>
                  </a:lnTo>
                  <a:cubicBezTo>
                    <a:pt x="49359" y="17107"/>
                    <a:pt x="49311" y="17145"/>
                    <a:pt x="49225" y="17212"/>
                  </a:cubicBezTo>
                  <a:lnTo>
                    <a:pt x="44520" y="19926"/>
                  </a:lnTo>
                  <a:cubicBezTo>
                    <a:pt x="44406" y="20003"/>
                    <a:pt x="44263" y="20050"/>
                    <a:pt x="44120" y="20088"/>
                  </a:cubicBezTo>
                  <a:lnTo>
                    <a:pt x="44091" y="20088"/>
                  </a:lnTo>
                  <a:cubicBezTo>
                    <a:pt x="43958" y="20136"/>
                    <a:pt x="43815" y="20155"/>
                    <a:pt x="43653" y="20155"/>
                  </a:cubicBezTo>
                  <a:cubicBezTo>
                    <a:pt x="43634" y="20155"/>
                    <a:pt x="43634" y="20155"/>
                    <a:pt x="43634" y="20155"/>
                  </a:cubicBezTo>
                  <a:cubicBezTo>
                    <a:pt x="43491" y="20155"/>
                    <a:pt x="43349" y="20136"/>
                    <a:pt x="43206" y="20098"/>
                  </a:cubicBezTo>
                  <a:cubicBezTo>
                    <a:pt x="43196" y="20098"/>
                    <a:pt x="43177" y="20098"/>
                    <a:pt x="43148" y="20088"/>
                  </a:cubicBezTo>
                  <a:cubicBezTo>
                    <a:pt x="43006" y="20041"/>
                    <a:pt x="42891" y="20003"/>
                    <a:pt x="42786" y="19936"/>
                  </a:cubicBezTo>
                  <a:lnTo>
                    <a:pt x="36462" y="16116"/>
                  </a:lnTo>
                  <a:cubicBezTo>
                    <a:pt x="36347" y="16040"/>
                    <a:pt x="36262" y="15973"/>
                    <a:pt x="36214" y="15878"/>
                  </a:cubicBezTo>
                  <a:lnTo>
                    <a:pt x="36205" y="15869"/>
                  </a:lnTo>
                  <a:cubicBezTo>
                    <a:pt x="36157" y="15783"/>
                    <a:pt x="36128" y="15688"/>
                    <a:pt x="36128" y="15621"/>
                  </a:cubicBezTo>
                  <a:lnTo>
                    <a:pt x="36071" y="17307"/>
                  </a:lnTo>
                  <a:lnTo>
                    <a:pt x="36071" y="17383"/>
                  </a:lnTo>
                  <a:cubicBezTo>
                    <a:pt x="36071" y="17383"/>
                    <a:pt x="36090" y="17441"/>
                    <a:pt x="36090" y="17450"/>
                  </a:cubicBezTo>
                  <a:cubicBezTo>
                    <a:pt x="36100" y="17469"/>
                    <a:pt x="36109" y="17497"/>
                    <a:pt x="36119" y="17526"/>
                  </a:cubicBezTo>
                  <a:cubicBezTo>
                    <a:pt x="36138" y="17545"/>
                    <a:pt x="36138" y="17555"/>
                    <a:pt x="36138" y="17555"/>
                  </a:cubicBezTo>
                  <a:cubicBezTo>
                    <a:pt x="36157" y="17574"/>
                    <a:pt x="36157" y="17574"/>
                    <a:pt x="36157" y="17574"/>
                  </a:cubicBezTo>
                  <a:cubicBezTo>
                    <a:pt x="36176" y="17583"/>
                    <a:pt x="36176" y="17593"/>
                    <a:pt x="36176" y="17593"/>
                  </a:cubicBezTo>
                  <a:cubicBezTo>
                    <a:pt x="36205" y="17631"/>
                    <a:pt x="36214" y="17659"/>
                    <a:pt x="36243" y="17688"/>
                  </a:cubicBezTo>
                  <a:cubicBezTo>
                    <a:pt x="36300" y="17736"/>
                    <a:pt x="36338" y="17774"/>
                    <a:pt x="36395" y="17812"/>
                  </a:cubicBezTo>
                  <a:lnTo>
                    <a:pt x="36405" y="17812"/>
                  </a:lnTo>
                  <a:lnTo>
                    <a:pt x="40253" y="20136"/>
                  </a:lnTo>
                  <a:cubicBezTo>
                    <a:pt x="40205" y="20203"/>
                    <a:pt x="40167" y="20241"/>
                    <a:pt x="40091" y="20279"/>
                  </a:cubicBezTo>
                  <a:lnTo>
                    <a:pt x="28213" y="27165"/>
                  </a:lnTo>
                  <a:cubicBezTo>
                    <a:pt x="28080" y="27232"/>
                    <a:pt x="27956" y="27289"/>
                    <a:pt x="27804" y="27318"/>
                  </a:cubicBezTo>
                  <a:lnTo>
                    <a:pt x="27785" y="27346"/>
                  </a:lnTo>
                  <a:cubicBezTo>
                    <a:pt x="27642" y="27365"/>
                    <a:pt x="27499" y="27384"/>
                    <a:pt x="27327" y="27384"/>
                  </a:cubicBezTo>
                  <a:lnTo>
                    <a:pt x="27318" y="27384"/>
                  </a:lnTo>
                  <a:cubicBezTo>
                    <a:pt x="27165" y="27384"/>
                    <a:pt x="27032" y="27365"/>
                    <a:pt x="26889" y="27346"/>
                  </a:cubicBezTo>
                  <a:cubicBezTo>
                    <a:pt x="26880" y="27346"/>
                    <a:pt x="26861" y="27318"/>
                    <a:pt x="26861" y="27318"/>
                  </a:cubicBezTo>
                  <a:cubicBezTo>
                    <a:pt x="26708" y="27280"/>
                    <a:pt x="26575" y="27242"/>
                    <a:pt x="26461" y="27165"/>
                  </a:cubicBezTo>
                  <a:lnTo>
                    <a:pt x="22041" y="24489"/>
                  </a:lnTo>
                  <a:cubicBezTo>
                    <a:pt x="21927" y="24413"/>
                    <a:pt x="21841" y="24337"/>
                    <a:pt x="21784" y="24270"/>
                  </a:cubicBezTo>
                  <a:lnTo>
                    <a:pt x="21784" y="24251"/>
                  </a:lnTo>
                  <a:cubicBezTo>
                    <a:pt x="21727" y="24165"/>
                    <a:pt x="21689" y="24079"/>
                    <a:pt x="21689" y="23984"/>
                  </a:cubicBezTo>
                  <a:lnTo>
                    <a:pt x="21641" y="25670"/>
                  </a:lnTo>
                  <a:lnTo>
                    <a:pt x="21641" y="25718"/>
                  </a:lnTo>
                  <a:cubicBezTo>
                    <a:pt x="21641" y="25718"/>
                    <a:pt x="21641" y="25737"/>
                    <a:pt x="21650" y="25756"/>
                  </a:cubicBezTo>
                  <a:lnTo>
                    <a:pt x="21660" y="25832"/>
                  </a:lnTo>
                  <a:cubicBezTo>
                    <a:pt x="21670" y="25861"/>
                    <a:pt x="21679" y="25880"/>
                    <a:pt x="21689" y="25908"/>
                  </a:cubicBezTo>
                  <a:cubicBezTo>
                    <a:pt x="21689" y="25908"/>
                    <a:pt x="21717" y="25927"/>
                    <a:pt x="21717" y="25946"/>
                  </a:cubicBezTo>
                  <a:lnTo>
                    <a:pt x="21727" y="25965"/>
                  </a:lnTo>
                  <a:lnTo>
                    <a:pt x="21746" y="25984"/>
                  </a:lnTo>
                  <a:cubicBezTo>
                    <a:pt x="21765" y="26013"/>
                    <a:pt x="21784" y="26041"/>
                    <a:pt x="21812" y="26061"/>
                  </a:cubicBezTo>
                  <a:cubicBezTo>
                    <a:pt x="21850" y="26099"/>
                    <a:pt x="21908" y="26156"/>
                    <a:pt x="21974" y="26184"/>
                  </a:cubicBezTo>
                  <a:cubicBezTo>
                    <a:pt x="21974" y="26203"/>
                    <a:pt x="21974" y="26203"/>
                    <a:pt x="21974" y="26203"/>
                  </a:cubicBezTo>
                  <a:lnTo>
                    <a:pt x="25841" y="28518"/>
                  </a:lnTo>
                  <a:cubicBezTo>
                    <a:pt x="25775" y="28566"/>
                    <a:pt x="25737" y="28632"/>
                    <a:pt x="25651" y="28661"/>
                  </a:cubicBezTo>
                  <a:lnTo>
                    <a:pt x="13726" y="35566"/>
                  </a:lnTo>
                  <a:cubicBezTo>
                    <a:pt x="13611" y="35652"/>
                    <a:pt x="13468" y="35700"/>
                    <a:pt x="13306" y="35738"/>
                  </a:cubicBezTo>
                  <a:lnTo>
                    <a:pt x="13306" y="35738"/>
                  </a:lnTo>
                  <a:cubicBezTo>
                    <a:pt x="13145" y="35766"/>
                    <a:pt x="13002" y="35805"/>
                    <a:pt x="12849" y="35805"/>
                  </a:cubicBezTo>
                  <a:lnTo>
                    <a:pt x="12830" y="35805"/>
                  </a:lnTo>
                  <a:cubicBezTo>
                    <a:pt x="12678" y="35805"/>
                    <a:pt x="12545" y="35786"/>
                    <a:pt x="12402" y="35748"/>
                  </a:cubicBezTo>
                  <a:cubicBezTo>
                    <a:pt x="12402" y="35748"/>
                    <a:pt x="12373" y="35738"/>
                    <a:pt x="12345" y="35738"/>
                  </a:cubicBezTo>
                  <a:cubicBezTo>
                    <a:pt x="12211" y="35700"/>
                    <a:pt x="12078" y="35652"/>
                    <a:pt x="11983" y="35576"/>
                  </a:cubicBezTo>
                  <a:lnTo>
                    <a:pt x="7544" y="32899"/>
                  </a:lnTo>
                  <a:cubicBezTo>
                    <a:pt x="7429" y="32842"/>
                    <a:pt x="7344" y="32766"/>
                    <a:pt x="7306" y="32680"/>
                  </a:cubicBezTo>
                  <a:lnTo>
                    <a:pt x="7296" y="32671"/>
                  </a:lnTo>
                  <a:cubicBezTo>
                    <a:pt x="7239" y="32585"/>
                    <a:pt x="7211" y="32490"/>
                    <a:pt x="7220" y="32404"/>
                  </a:cubicBezTo>
                  <a:lnTo>
                    <a:pt x="7144" y="34109"/>
                  </a:lnTo>
                  <a:lnTo>
                    <a:pt x="7163" y="34185"/>
                  </a:lnTo>
                  <a:cubicBezTo>
                    <a:pt x="7173" y="34214"/>
                    <a:pt x="7173" y="34233"/>
                    <a:pt x="7173" y="34252"/>
                  </a:cubicBezTo>
                  <a:cubicBezTo>
                    <a:pt x="7191" y="34271"/>
                    <a:pt x="7201" y="34300"/>
                    <a:pt x="7201" y="34328"/>
                  </a:cubicBezTo>
                  <a:lnTo>
                    <a:pt x="7239" y="34357"/>
                  </a:lnTo>
                  <a:lnTo>
                    <a:pt x="7239" y="34366"/>
                  </a:lnTo>
                  <a:cubicBezTo>
                    <a:pt x="7249" y="34385"/>
                    <a:pt x="7249" y="34404"/>
                    <a:pt x="7249" y="34404"/>
                  </a:cubicBezTo>
                  <a:cubicBezTo>
                    <a:pt x="7277" y="34433"/>
                    <a:pt x="7296" y="34462"/>
                    <a:pt x="7325" y="34490"/>
                  </a:cubicBezTo>
                  <a:cubicBezTo>
                    <a:pt x="7382" y="34528"/>
                    <a:pt x="7429" y="34557"/>
                    <a:pt x="7487" y="34614"/>
                  </a:cubicBezTo>
                  <a:cubicBezTo>
                    <a:pt x="7487" y="34614"/>
                    <a:pt x="7496" y="34614"/>
                    <a:pt x="7506" y="34623"/>
                  </a:cubicBezTo>
                  <a:lnTo>
                    <a:pt x="11925" y="37290"/>
                  </a:lnTo>
                  <a:cubicBezTo>
                    <a:pt x="12011" y="37338"/>
                    <a:pt x="12087" y="37386"/>
                    <a:pt x="12183" y="37414"/>
                  </a:cubicBezTo>
                  <a:cubicBezTo>
                    <a:pt x="12230" y="37433"/>
                    <a:pt x="12259" y="37433"/>
                    <a:pt x="12307" y="37443"/>
                  </a:cubicBezTo>
                  <a:cubicBezTo>
                    <a:pt x="12307" y="37443"/>
                    <a:pt x="12335" y="37443"/>
                    <a:pt x="12354" y="37462"/>
                  </a:cubicBezTo>
                  <a:cubicBezTo>
                    <a:pt x="12383" y="37462"/>
                    <a:pt x="12402" y="37472"/>
                    <a:pt x="12411" y="37462"/>
                  </a:cubicBezTo>
                  <a:cubicBezTo>
                    <a:pt x="12478" y="37472"/>
                    <a:pt x="12525" y="37500"/>
                    <a:pt x="12583" y="37500"/>
                  </a:cubicBezTo>
                  <a:cubicBezTo>
                    <a:pt x="12630" y="37510"/>
                    <a:pt x="12678" y="37510"/>
                    <a:pt x="12716" y="37510"/>
                  </a:cubicBezTo>
                  <a:lnTo>
                    <a:pt x="12964" y="37510"/>
                  </a:lnTo>
                  <a:cubicBezTo>
                    <a:pt x="13002" y="37500"/>
                    <a:pt x="13040" y="37500"/>
                    <a:pt x="13088" y="37472"/>
                  </a:cubicBezTo>
                  <a:cubicBezTo>
                    <a:pt x="13126" y="37472"/>
                    <a:pt x="13164" y="37462"/>
                    <a:pt x="13211" y="37462"/>
                  </a:cubicBezTo>
                  <a:cubicBezTo>
                    <a:pt x="13230" y="37462"/>
                    <a:pt x="13249" y="37462"/>
                    <a:pt x="13249" y="37443"/>
                  </a:cubicBezTo>
                  <a:lnTo>
                    <a:pt x="13268" y="37443"/>
                  </a:lnTo>
                  <a:cubicBezTo>
                    <a:pt x="13297" y="37433"/>
                    <a:pt x="13326" y="37433"/>
                    <a:pt x="13335" y="37424"/>
                  </a:cubicBezTo>
                  <a:cubicBezTo>
                    <a:pt x="13402" y="37414"/>
                    <a:pt x="13449" y="37395"/>
                    <a:pt x="13506" y="37367"/>
                  </a:cubicBezTo>
                  <a:cubicBezTo>
                    <a:pt x="13564" y="37348"/>
                    <a:pt x="13640" y="37319"/>
                    <a:pt x="13697" y="37272"/>
                  </a:cubicBezTo>
                  <a:lnTo>
                    <a:pt x="21241" y="32919"/>
                  </a:lnTo>
                  <a:lnTo>
                    <a:pt x="21193" y="34033"/>
                  </a:lnTo>
                  <a:lnTo>
                    <a:pt x="21193" y="34033"/>
                  </a:lnTo>
                  <a:cubicBezTo>
                    <a:pt x="21193" y="34052"/>
                    <a:pt x="21193" y="34080"/>
                    <a:pt x="21203" y="34119"/>
                  </a:cubicBezTo>
                  <a:cubicBezTo>
                    <a:pt x="21203" y="34119"/>
                    <a:pt x="21212" y="34147"/>
                    <a:pt x="21222" y="34176"/>
                  </a:cubicBezTo>
                  <a:cubicBezTo>
                    <a:pt x="21222" y="34176"/>
                    <a:pt x="21241" y="34223"/>
                    <a:pt x="21250" y="34252"/>
                  </a:cubicBezTo>
                  <a:cubicBezTo>
                    <a:pt x="21250" y="34252"/>
                    <a:pt x="21260" y="34281"/>
                    <a:pt x="21279" y="34290"/>
                  </a:cubicBezTo>
                  <a:lnTo>
                    <a:pt x="21279" y="34300"/>
                  </a:lnTo>
                  <a:lnTo>
                    <a:pt x="21289" y="34319"/>
                  </a:lnTo>
                  <a:cubicBezTo>
                    <a:pt x="21307" y="34347"/>
                    <a:pt x="21355" y="34366"/>
                    <a:pt x="21365" y="34423"/>
                  </a:cubicBezTo>
                  <a:cubicBezTo>
                    <a:pt x="21422" y="34462"/>
                    <a:pt x="21460" y="34490"/>
                    <a:pt x="21527" y="34528"/>
                  </a:cubicBezTo>
                  <a:lnTo>
                    <a:pt x="21536" y="34528"/>
                  </a:lnTo>
                  <a:lnTo>
                    <a:pt x="28204" y="38576"/>
                  </a:lnTo>
                  <a:cubicBezTo>
                    <a:pt x="28289" y="38633"/>
                    <a:pt x="28375" y="38662"/>
                    <a:pt x="28470" y="38691"/>
                  </a:cubicBezTo>
                  <a:cubicBezTo>
                    <a:pt x="28499" y="38710"/>
                    <a:pt x="28547" y="38710"/>
                    <a:pt x="28585" y="38719"/>
                  </a:cubicBezTo>
                  <a:cubicBezTo>
                    <a:pt x="28604" y="38719"/>
                    <a:pt x="28613" y="38748"/>
                    <a:pt x="28642" y="38748"/>
                  </a:cubicBezTo>
                  <a:cubicBezTo>
                    <a:pt x="28661" y="38757"/>
                    <a:pt x="28680" y="38757"/>
                    <a:pt x="28708" y="38767"/>
                  </a:cubicBezTo>
                  <a:cubicBezTo>
                    <a:pt x="28756" y="38776"/>
                    <a:pt x="28813" y="38776"/>
                    <a:pt x="28870" y="38796"/>
                  </a:cubicBezTo>
                  <a:cubicBezTo>
                    <a:pt x="28928" y="38796"/>
                    <a:pt x="28966" y="38805"/>
                    <a:pt x="29004" y="38805"/>
                  </a:cubicBezTo>
                  <a:lnTo>
                    <a:pt x="29070" y="38805"/>
                  </a:lnTo>
                  <a:lnTo>
                    <a:pt x="29080" y="38805"/>
                  </a:lnTo>
                  <a:lnTo>
                    <a:pt x="29137" y="38805"/>
                  </a:lnTo>
                  <a:cubicBezTo>
                    <a:pt x="29185" y="38796"/>
                    <a:pt x="29232" y="38796"/>
                    <a:pt x="29270" y="38796"/>
                  </a:cubicBezTo>
                  <a:cubicBezTo>
                    <a:pt x="29318" y="38796"/>
                    <a:pt x="29347" y="38776"/>
                    <a:pt x="29394" y="38776"/>
                  </a:cubicBezTo>
                  <a:cubicBezTo>
                    <a:pt x="29433" y="38757"/>
                    <a:pt x="29480" y="38757"/>
                    <a:pt x="29518" y="38757"/>
                  </a:cubicBezTo>
                  <a:lnTo>
                    <a:pt x="29556" y="38748"/>
                  </a:lnTo>
                  <a:lnTo>
                    <a:pt x="29575" y="38748"/>
                  </a:lnTo>
                  <a:cubicBezTo>
                    <a:pt x="29604" y="38719"/>
                    <a:pt x="29623" y="38719"/>
                    <a:pt x="29642" y="38710"/>
                  </a:cubicBezTo>
                  <a:cubicBezTo>
                    <a:pt x="29709" y="38700"/>
                    <a:pt x="29756" y="38681"/>
                    <a:pt x="29794" y="38662"/>
                  </a:cubicBezTo>
                  <a:cubicBezTo>
                    <a:pt x="29861" y="38643"/>
                    <a:pt x="29928" y="38605"/>
                    <a:pt x="29985" y="38567"/>
                  </a:cubicBezTo>
                  <a:lnTo>
                    <a:pt x="30518" y="38281"/>
                  </a:lnTo>
                  <a:lnTo>
                    <a:pt x="30471" y="39624"/>
                  </a:lnTo>
                  <a:lnTo>
                    <a:pt x="30471" y="39634"/>
                  </a:lnTo>
                  <a:lnTo>
                    <a:pt x="30480" y="39710"/>
                  </a:lnTo>
                  <a:cubicBezTo>
                    <a:pt x="30480" y="39710"/>
                    <a:pt x="30480" y="39757"/>
                    <a:pt x="30490" y="39786"/>
                  </a:cubicBezTo>
                  <a:cubicBezTo>
                    <a:pt x="30499" y="39805"/>
                    <a:pt x="30509" y="39824"/>
                    <a:pt x="30518" y="39843"/>
                  </a:cubicBezTo>
                  <a:cubicBezTo>
                    <a:pt x="30537" y="39872"/>
                    <a:pt x="30547" y="39881"/>
                    <a:pt x="30547" y="39881"/>
                  </a:cubicBezTo>
                  <a:cubicBezTo>
                    <a:pt x="30556" y="39900"/>
                    <a:pt x="30556" y="39900"/>
                    <a:pt x="30556" y="39900"/>
                  </a:cubicBezTo>
                  <a:cubicBezTo>
                    <a:pt x="30566" y="39910"/>
                    <a:pt x="30566" y="39929"/>
                    <a:pt x="30566" y="39929"/>
                  </a:cubicBezTo>
                  <a:cubicBezTo>
                    <a:pt x="30594" y="39957"/>
                    <a:pt x="30614" y="39996"/>
                    <a:pt x="30652" y="40015"/>
                  </a:cubicBezTo>
                  <a:cubicBezTo>
                    <a:pt x="30690" y="40062"/>
                    <a:pt x="30747" y="40100"/>
                    <a:pt x="30794" y="40139"/>
                  </a:cubicBezTo>
                  <a:lnTo>
                    <a:pt x="30814" y="40148"/>
                  </a:lnTo>
                  <a:lnTo>
                    <a:pt x="34119" y="42148"/>
                  </a:lnTo>
                  <a:cubicBezTo>
                    <a:pt x="34214" y="42196"/>
                    <a:pt x="34300" y="42234"/>
                    <a:pt x="34385" y="42272"/>
                  </a:cubicBezTo>
                  <a:cubicBezTo>
                    <a:pt x="34423" y="42291"/>
                    <a:pt x="34452" y="42291"/>
                    <a:pt x="34500" y="42310"/>
                  </a:cubicBezTo>
                  <a:cubicBezTo>
                    <a:pt x="34509" y="42310"/>
                    <a:pt x="34538" y="42310"/>
                    <a:pt x="34547" y="42329"/>
                  </a:cubicBezTo>
                  <a:cubicBezTo>
                    <a:pt x="34585" y="42329"/>
                    <a:pt x="34605" y="42339"/>
                    <a:pt x="34623" y="42339"/>
                  </a:cubicBezTo>
                  <a:cubicBezTo>
                    <a:pt x="34681" y="42348"/>
                    <a:pt x="34728" y="42358"/>
                    <a:pt x="34785" y="42358"/>
                  </a:cubicBezTo>
                  <a:cubicBezTo>
                    <a:pt x="34833" y="42367"/>
                    <a:pt x="34881" y="42367"/>
                    <a:pt x="34928" y="42367"/>
                  </a:cubicBezTo>
                  <a:lnTo>
                    <a:pt x="35062" y="42367"/>
                  </a:lnTo>
                  <a:cubicBezTo>
                    <a:pt x="35109" y="42367"/>
                    <a:pt x="35147" y="42367"/>
                    <a:pt x="35176" y="42358"/>
                  </a:cubicBezTo>
                  <a:cubicBezTo>
                    <a:pt x="35223" y="42358"/>
                    <a:pt x="35271" y="42358"/>
                    <a:pt x="35319" y="42339"/>
                  </a:cubicBezTo>
                  <a:cubicBezTo>
                    <a:pt x="35347" y="42339"/>
                    <a:pt x="35395" y="42339"/>
                    <a:pt x="35433" y="42329"/>
                  </a:cubicBezTo>
                  <a:cubicBezTo>
                    <a:pt x="35433" y="42329"/>
                    <a:pt x="35462" y="42329"/>
                    <a:pt x="35462" y="42310"/>
                  </a:cubicBezTo>
                  <a:cubicBezTo>
                    <a:pt x="35462" y="42310"/>
                    <a:pt x="35481" y="42310"/>
                    <a:pt x="35490" y="42310"/>
                  </a:cubicBezTo>
                  <a:cubicBezTo>
                    <a:pt x="35509" y="42310"/>
                    <a:pt x="35538" y="42310"/>
                    <a:pt x="35566" y="42291"/>
                  </a:cubicBezTo>
                  <a:cubicBezTo>
                    <a:pt x="35614" y="42272"/>
                    <a:pt x="35671" y="42244"/>
                    <a:pt x="35719" y="42234"/>
                  </a:cubicBezTo>
                  <a:cubicBezTo>
                    <a:pt x="35786" y="42205"/>
                    <a:pt x="35843" y="42186"/>
                    <a:pt x="35900" y="42148"/>
                  </a:cubicBezTo>
                  <a:lnTo>
                    <a:pt x="36681" y="41701"/>
                  </a:lnTo>
                  <a:lnTo>
                    <a:pt x="36624" y="43349"/>
                  </a:lnTo>
                  <a:lnTo>
                    <a:pt x="36624" y="43349"/>
                  </a:lnTo>
                  <a:cubicBezTo>
                    <a:pt x="36624" y="43349"/>
                    <a:pt x="36624" y="43396"/>
                    <a:pt x="36624" y="43415"/>
                  </a:cubicBezTo>
                  <a:cubicBezTo>
                    <a:pt x="36624" y="43415"/>
                    <a:pt x="36633" y="43472"/>
                    <a:pt x="36643" y="43491"/>
                  </a:cubicBezTo>
                  <a:cubicBezTo>
                    <a:pt x="36643" y="43491"/>
                    <a:pt x="36652" y="43549"/>
                    <a:pt x="36681" y="43567"/>
                  </a:cubicBezTo>
                  <a:cubicBezTo>
                    <a:pt x="36681" y="43567"/>
                    <a:pt x="36681" y="43596"/>
                    <a:pt x="36709" y="43605"/>
                  </a:cubicBezTo>
                  <a:lnTo>
                    <a:pt x="36709" y="43615"/>
                  </a:lnTo>
                  <a:lnTo>
                    <a:pt x="36719" y="43625"/>
                  </a:lnTo>
                  <a:cubicBezTo>
                    <a:pt x="36747" y="43672"/>
                    <a:pt x="36776" y="43691"/>
                    <a:pt x="36805" y="43739"/>
                  </a:cubicBezTo>
                  <a:cubicBezTo>
                    <a:pt x="36833" y="43777"/>
                    <a:pt x="36890" y="43806"/>
                    <a:pt x="36957" y="43853"/>
                  </a:cubicBezTo>
                  <a:lnTo>
                    <a:pt x="36957" y="43853"/>
                  </a:lnTo>
                  <a:lnTo>
                    <a:pt x="37986" y="44472"/>
                  </a:lnTo>
                  <a:cubicBezTo>
                    <a:pt x="37948" y="44510"/>
                    <a:pt x="37910" y="44558"/>
                    <a:pt x="37833" y="44587"/>
                  </a:cubicBezTo>
                  <a:lnTo>
                    <a:pt x="33128" y="47320"/>
                  </a:lnTo>
                  <a:cubicBezTo>
                    <a:pt x="33004" y="47378"/>
                    <a:pt x="32871" y="47454"/>
                    <a:pt x="32718" y="47482"/>
                  </a:cubicBezTo>
                  <a:cubicBezTo>
                    <a:pt x="32709" y="47482"/>
                    <a:pt x="32709" y="47482"/>
                    <a:pt x="32709" y="47482"/>
                  </a:cubicBezTo>
                  <a:cubicBezTo>
                    <a:pt x="32566" y="47520"/>
                    <a:pt x="32404" y="47549"/>
                    <a:pt x="32252" y="47549"/>
                  </a:cubicBezTo>
                  <a:lnTo>
                    <a:pt x="32242" y="47549"/>
                  </a:lnTo>
                  <a:cubicBezTo>
                    <a:pt x="32090" y="47549"/>
                    <a:pt x="31947" y="47520"/>
                    <a:pt x="31823" y="47492"/>
                  </a:cubicBezTo>
                  <a:cubicBezTo>
                    <a:pt x="31823" y="47492"/>
                    <a:pt x="31775" y="47482"/>
                    <a:pt x="31756" y="47482"/>
                  </a:cubicBezTo>
                  <a:cubicBezTo>
                    <a:pt x="31613" y="47454"/>
                    <a:pt x="31480" y="47378"/>
                    <a:pt x="31385" y="47320"/>
                  </a:cubicBezTo>
                  <a:lnTo>
                    <a:pt x="25546" y="43787"/>
                  </a:lnTo>
                  <a:cubicBezTo>
                    <a:pt x="25441" y="43739"/>
                    <a:pt x="25375" y="43653"/>
                    <a:pt x="25327" y="43587"/>
                  </a:cubicBezTo>
                  <a:lnTo>
                    <a:pt x="29423" y="41205"/>
                  </a:lnTo>
                  <a:cubicBezTo>
                    <a:pt x="29661" y="41072"/>
                    <a:pt x="29794" y="40882"/>
                    <a:pt x="29804" y="40691"/>
                  </a:cubicBezTo>
                  <a:lnTo>
                    <a:pt x="29871" y="38996"/>
                  </a:lnTo>
                  <a:cubicBezTo>
                    <a:pt x="29861" y="39196"/>
                    <a:pt x="29728" y="39386"/>
                    <a:pt x="29489" y="39519"/>
                  </a:cubicBezTo>
                  <a:lnTo>
                    <a:pt x="24775" y="42244"/>
                  </a:lnTo>
                  <a:cubicBezTo>
                    <a:pt x="24660" y="42329"/>
                    <a:pt x="24527" y="42377"/>
                    <a:pt x="24365" y="42406"/>
                  </a:cubicBezTo>
                  <a:lnTo>
                    <a:pt x="24346" y="42415"/>
                  </a:lnTo>
                  <a:cubicBezTo>
                    <a:pt x="24203" y="42444"/>
                    <a:pt x="24060" y="42453"/>
                    <a:pt x="23908" y="42453"/>
                  </a:cubicBezTo>
                  <a:lnTo>
                    <a:pt x="23889" y="42453"/>
                  </a:lnTo>
                  <a:cubicBezTo>
                    <a:pt x="23736" y="42453"/>
                    <a:pt x="23594" y="42444"/>
                    <a:pt x="23451" y="42415"/>
                  </a:cubicBezTo>
                  <a:cubicBezTo>
                    <a:pt x="23432" y="42415"/>
                    <a:pt x="23422" y="42406"/>
                    <a:pt x="23403" y="42406"/>
                  </a:cubicBezTo>
                  <a:cubicBezTo>
                    <a:pt x="23260" y="42367"/>
                    <a:pt x="23136" y="42329"/>
                    <a:pt x="23022" y="42244"/>
                  </a:cubicBezTo>
                  <a:lnTo>
                    <a:pt x="17183" y="38710"/>
                  </a:lnTo>
                  <a:cubicBezTo>
                    <a:pt x="17069" y="38653"/>
                    <a:pt x="16983" y="38557"/>
                    <a:pt x="16936" y="38491"/>
                  </a:cubicBezTo>
                  <a:cubicBezTo>
                    <a:pt x="16926" y="38481"/>
                    <a:pt x="16926" y="38481"/>
                    <a:pt x="16926" y="38481"/>
                  </a:cubicBezTo>
                  <a:cubicBezTo>
                    <a:pt x="16878" y="38395"/>
                    <a:pt x="16850" y="38300"/>
                    <a:pt x="16850" y="38215"/>
                  </a:cubicBezTo>
                  <a:lnTo>
                    <a:pt x="16783" y="39919"/>
                  </a:lnTo>
                  <a:lnTo>
                    <a:pt x="16793" y="39977"/>
                  </a:lnTo>
                  <a:cubicBezTo>
                    <a:pt x="16802" y="40015"/>
                    <a:pt x="16802" y="40053"/>
                    <a:pt x="16812" y="40062"/>
                  </a:cubicBezTo>
                  <a:cubicBezTo>
                    <a:pt x="16821" y="40091"/>
                    <a:pt x="16821" y="40110"/>
                    <a:pt x="16840" y="40129"/>
                  </a:cubicBezTo>
                  <a:cubicBezTo>
                    <a:pt x="16850" y="40148"/>
                    <a:pt x="16859" y="40157"/>
                    <a:pt x="16859" y="40157"/>
                  </a:cubicBezTo>
                  <a:cubicBezTo>
                    <a:pt x="16878" y="40167"/>
                    <a:pt x="16878" y="40177"/>
                    <a:pt x="16878" y="40177"/>
                  </a:cubicBezTo>
                  <a:cubicBezTo>
                    <a:pt x="16888" y="40186"/>
                    <a:pt x="16888" y="40186"/>
                    <a:pt x="16888" y="40196"/>
                  </a:cubicBezTo>
                  <a:cubicBezTo>
                    <a:pt x="16916" y="40243"/>
                    <a:pt x="16936" y="40272"/>
                    <a:pt x="16964" y="40300"/>
                  </a:cubicBezTo>
                  <a:cubicBezTo>
                    <a:pt x="17002" y="40339"/>
                    <a:pt x="17069" y="40367"/>
                    <a:pt x="17116" y="40415"/>
                  </a:cubicBezTo>
                  <a:lnTo>
                    <a:pt x="17145" y="40415"/>
                  </a:lnTo>
                  <a:lnTo>
                    <a:pt x="22984" y="43958"/>
                  </a:lnTo>
                  <a:cubicBezTo>
                    <a:pt x="23060" y="44015"/>
                    <a:pt x="23146" y="44053"/>
                    <a:pt x="23232" y="44082"/>
                  </a:cubicBezTo>
                  <a:cubicBezTo>
                    <a:pt x="23270" y="44101"/>
                    <a:pt x="23317" y="44101"/>
                    <a:pt x="23346" y="44110"/>
                  </a:cubicBezTo>
                  <a:cubicBezTo>
                    <a:pt x="23356" y="44120"/>
                    <a:pt x="23394" y="44120"/>
                    <a:pt x="23394" y="44120"/>
                  </a:cubicBezTo>
                  <a:cubicBezTo>
                    <a:pt x="23432" y="44130"/>
                    <a:pt x="23451" y="44139"/>
                    <a:pt x="23479" y="44139"/>
                  </a:cubicBezTo>
                  <a:cubicBezTo>
                    <a:pt x="23517" y="44158"/>
                    <a:pt x="23565" y="44158"/>
                    <a:pt x="23632" y="44177"/>
                  </a:cubicBezTo>
                  <a:cubicBezTo>
                    <a:pt x="23670" y="44177"/>
                    <a:pt x="23727" y="44177"/>
                    <a:pt x="23765" y="44177"/>
                  </a:cubicBezTo>
                  <a:lnTo>
                    <a:pt x="23908" y="44177"/>
                  </a:lnTo>
                  <a:cubicBezTo>
                    <a:pt x="23946" y="44177"/>
                    <a:pt x="23984" y="44177"/>
                    <a:pt x="24022" y="44177"/>
                  </a:cubicBezTo>
                  <a:cubicBezTo>
                    <a:pt x="24060" y="44177"/>
                    <a:pt x="24117" y="44158"/>
                    <a:pt x="24146" y="44158"/>
                  </a:cubicBezTo>
                  <a:cubicBezTo>
                    <a:pt x="24184" y="44139"/>
                    <a:pt x="24241" y="44139"/>
                    <a:pt x="24279" y="44130"/>
                  </a:cubicBezTo>
                  <a:lnTo>
                    <a:pt x="24308" y="44120"/>
                  </a:lnTo>
                  <a:cubicBezTo>
                    <a:pt x="24337" y="44120"/>
                    <a:pt x="24337" y="44120"/>
                    <a:pt x="24337" y="44120"/>
                  </a:cubicBezTo>
                  <a:cubicBezTo>
                    <a:pt x="24365" y="44110"/>
                    <a:pt x="24375" y="44110"/>
                    <a:pt x="24403" y="44101"/>
                  </a:cubicBezTo>
                  <a:cubicBezTo>
                    <a:pt x="24460" y="44082"/>
                    <a:pt x="24517" y="44063"/>
                    <a:pt x="24565" y="44044"/>
                  </a:cubicBezTo>
                  <a:cubicBezTo>
                    <a:pt x="24622" y="44015"/>
                    <a:pt x="24698" y="43987"/>
                    <a:pt x="24755" y="43958"/>
                  </a:cubicBezTo>
                  <a:lnTo>
                    <a:pt x="25232" y="43682"/>
                  </a:lnTo>
                  <a:lnTo>
                    <a:pt x="25194" y="44996"/>
                  </a:lnTo>
                  <a:lnTo>
                    <a:pt x="25194" y="45063"/>
                  </a:lnTo>
                  <a:cubicBezTo>
                    <a:pt x="25203" y="45082"/>
                    <a:pt x="25203" y="45111"/>
                    <a:pt x="25213" y="45130"/>
                  </a:cubicBezTo>
                  <a:cubicBezTo>
                    <a:pt x="25222" y="45168"/>
                    <a:pt x="25222" y="45177"/>
                    <a:pt x="25241" y="45215"/>
                  </a:cubicBezTo>
                  <a:cubicBezTo>
                    <a:pt x="25251" y="45234"/>
                    <a:pt x="25260" y="45244"/>
                    <a:pt x="25270" y="45253"/>
                  </a:cubicBezTo>
                  <a:lnTo>
                    <a:pt x="25280" y="45263"/>
                  </a:lnTo>
                  <a:lnTo>
                    <a:pt x="25280" y="45282"/>
                  </a:lnTo>
                  <a:cubicBezTo>
                    <a:pt x="25308" y="45320"/>
                    <a:pt x="25337" y="45358"/>
                    <a:pt x="25375" y="45368"/>
                  </a:cubicBezTo>
                  <a:cubicBezTo>
                    <a:pt x="25413" y="45425"/>
                    <a:pt x="25460" y="45463"/>
                    <a:pt x="25527" y="45491"/>
                  </a:cubicBezTo>
                  <a:lnTo>
                    <a:pt x="25537" y="45511"/>
                  </a:lnTo>
                  <a:lnTo>
                    <a:pt x="31375" y="49044"/>
                  </a:lnTo>
                  <a:cubicBezTo>
                    <a:pt x="31471" y="49082"/>
                    <a:pt x="31547" y="49140"/>
                    <a:pt x="31633" y="49178"/>
                  </a:cubicBezTo>
                  <a:cubicBezTo>
                    <a:pt x="31690" y="49187"/>
                    <a:pt x="31718" y="49187"/>
                    <a:pt x="31747" y="49197"/>
                  </a:cubicBezTo>
                  <a:cubicBezTo>
                    <a:pt x="31747" y="49197"/>
                    <a:pt x="31785" y="49206"/>
                    <a:pt x="31814" y="49216"/>
                  </a:cubicBezTo>
                  <a:cubicBezTo>
                    <a:pt x="31833" y="49216"/>
                    <a:pt x="31852" y="49225"/>
                    <a:pt x="31880" y="49225"/>
                  </a:cubicBezTo>
                  <a:cubicBezTo>
                    <a:pt x="31928" y="49235"/>
                    <a:pt x="31985" y="49244"/>
                    <a:pt x="32033" y="49244"/>
                  </a:cubicBezTo>
                  <a:cubicBezTo>
                    <a:pt x="32071" y="49244"/>
                    <a:pt x="32128" y="49264"/>
                    <a:pt x="32176" y="49264"/>
                  </a:cubicBezTo>
                  <a:lnTo>
                    <a:pt x="32252" y="49254"/>
                  </a:lnTo>
                  <a:lnTo>
                    <a:pt x="32261" y="49264"/>
                  </a:lnTo>
                  <a:lnTo>
                    <a:pt x="32309" y="49254"/>
                  </a:lnTo>
                  <a:cubicBezTo>
                    <a:pt x="32347" y="49254"/>
                    <a:pt x="32376" y="49254"/>
                    <a:pt x="32423" y="49244"/>
                  </a:cubicBezTo>
                  <a:cubicBezTo>
                    <a:pt x="32471" y="49244"/>
                    <a:pt x="32518" y="49244"/>
                    <a:pt x="32547" y="49235"/>
                  </a:cubicBezTo>
                  <a:cubicBezTo>
                    <a:pt x="32595" y="49235"/>
                    <a:pt x="32642" y="49225"/>
                    <a:pt x="32680" y="49216"/>
                  </a:cubicBezTo>
                  <a:lnTo>
                    <a:pt x="32728" y="49206"/>
                  </a:lnTo>
                  <a:lnTo>
                    <a:pt x="32738" y="49206"/>
                  </a:lnTo>
                  <a:cubicBezTo>
                    <a:pt x="32757" y="49187"/>
                    <a:pt x="32795" y="49187"/>
                    <a:pt x="32814" y="49187"/>
                  </a:cubicBezTo>
                  <a:cubicBezTo>
                    <a:pt x="32871" y="49178"/>
                    <a:pt x="32928" y="49140"/>
                    <a:pt x="32976" y="49121"/>
                  </a:cubicBezTo>
                  <a:cubicBezTo>
                    <a:pt x="33042" y="49092"/>
                    <a:pt x="33109" y="49063"/>
                    <a:pt x="33166" y="49035"/>
                  </a:cubicBezTo>
                  <a:lnTo>
                    <a:pt x="33738" y="48711"/>
                  </a:lnTo>
                  <a:lnTo>
                    <a:pt x="33681" y="50121"/>
                  </a:lnTo>
                  <a:lnTo>
                    <a:pt x="33681" y="50168"/>
                  </a:lnTo>
                  <a:cubicBezTo>
                    <a:pt x="33700" y="50216"/>
                    <a:pt x="33700" y="50245"/>
                    <a:pt x="33709" y="50264"/>
                  </a:cubicBezTo>
                  <a:cubicBezTo>
                    <a:pt x="33709" y="50283"/>
                    <a:pt x="33728" y="50311"/>
                    <a:pt x="33738" y="50330"/>
                  </a:cubicBezTo>
                  <a:cubicBezTo>
                    <a:pt x="33747" y="50368"/>
                    <a:pt x="33757" y="50368"/>
                    <a:pt x="33776" y="50387"/>
                  </a:cubicBezTo>
                  <a:lnTo>
                    <a:pt x="33776" y="50387"/>
                  </a:lnTo>
                  <a:cubicBezTo>
                    <a:pt x="33776" y="50407"/>
                    <a:pt x="33776" y="50416"/>
                    <a:pt x="33776" y="50416"/>
                  </a:cubicBezTo>
                  <a:cubicBezTo>
                    <a:pt x="33814" y="50445"/>
                    <a:pt x="33833" y="50463"/>
                    <a:pt x="33862" y="50502"/>
                  </a:cubicBezTo>
                  <a:cubicBezTo>
                    <a:pt x="33900" y="50540"/>
                    <a:pt x="33957" y="50587"/>
                    <a:pt x="34014" y="50625"/>
                  </a:cubicBezTo>
                  <a:cubicBezTo>
                    <a:pt x="34014" y="50625"/>
                    <a:pt x="34024" y="50625"/>
                    <a:pt x="34033" y="50635"/>
                  </a:cubicBezTo>
                  <a:lnTo>
                    <a:pt x="39872" y="54169"/>
                  </a:lnTo>
                  <a:cubicBezTo>
                    <a:pt x="39957" y="54226"/>
                    <a:pt x="40034" y="54264"/>
                    <a:pt x="40139" y="54302"/>
                  </a:cubicBezTo>
                  <a:cubicBezTo>
                    <a:pt x="40167" y="54312"/>
                    <a:pt x="40205" y="54312"/>
                    <a:pt x="40234" y="54321"/>
                  </a:cubicBezTo>
                  <a:cubicBezTo>
                    <a:pt x="40262" y="54331"/>
                    <a:pt x="40291" y="54331"/>
                    <a:pt x="40300" y="54331"/>
                  </a:cubicBezTo>
                  <a:cubicBezTo>
                    <a:pt x="40329" y="54340"/>
                    <a:pt x="40348" y="54350"/>
                    <a:pt x="40367" y="54350"/>
                  </a:cubicBezTo>
                  <a:cubicBezTo>
                    <a:pt x="40424" y="54359"/>
                    <a:pt x="40462" y="54369"/>
                    <a:pt x="40519" y="54369"/>
                  </a:cubicBezTo>
                  <a:cubicBezTo>
                    <a:pt x="40577" y="54369"/>
                    <a:pt x="40624" y="54378"/>
                    <a:pt x="40662" y="54378"/>
                  </a:cubicBezTo>
                  <a:lnTo>
                    <a:pt x="40796" y="54378"/>
                  </a:lnTo>
                  <a:cubicBezTo>
                    <a:pt x="40834" y="54378"/>
                    <a:pt x="40872" y="54378"/>
                    <a:pt x="40920" y="54369"/>
                  </a:cubicBezTo>
                  <a:cubicBezTo>
                    <a:pt x="40958" y="54369"/>
                    <a:pt x="40996" y="54369"/>
                    <a:pt x="41034" y="54359"/>
                  </a:cubicBezTo>
                  <a:cubicBezTo>
                    <a:pt x="41082" y="54359"/>
                    <a:pt x="41129" y="54350"/>
                    <a:pt x="41167" y="54340"/>
                  </a:cubicBezTo>
                  <a:cubicBezTo>
                    <a:pt x="41167" y="54340"/>
                    <a:pt x="41196" y="54331"/>
                    <a:pt x="41224" y="54331"/>
                  </a:cubicBezTo>
                  <a:lnTo>
                    <a:pt x="41234" y="54331"/>
                  </a:lnTo>
                  <a:cubicBezTo>
                    <a:pt x="41262" y="54321"/>
                    <a:pt x="41281" y="54321"/>
                    <a:pt x="41310" y="54302"/>
                  </a:cubicBezTo>
                  <a:cubicBezTo>
                    <a:pt x="41358" y="54302"/>
                    <a:pt x="41405" y="54264"/>
                    <a:pt x="41453" y="54245"/>
                  </a:cubicBezTo>
                  <a:cubicBezTo>
                    <a:pt x="41510" y="54226"/>
                    <a:pt x="41596" y="54188"/>
                    <a:pt x="41643" y="54159"/>
                  </a:cubicBezTo>
                  <a:lnTo>
                    <a:pt x="42129" y="53893"/>
                  </a:lnTo>
                  <a:lnTo>
                    <a:pt x="42091" y="55188"/>
                  </a:lnTo>
                  <a:lnTo>
                    <a:pt x="42091" y="55198"/>
                  </a:lnTo>
                  <a:cubicBezTo>
                    <a:pt x="42091" y="55198"/>
                    <a:pt x="42091" y="55245"/>
                    <a:pt x="42101" y="55255"/>
                  </a:cubicBezTo>
                  <a:lnTo>
                    <a:pt x="42110" y="55331"/>
                  </a:lnTo>
                  <a:cubicBezTo>
                    <a:pt x="42120" y="55369"/>
                    <a:pt x="42120" y="55388"/>
                    <a:pt x="42129" y="55417"/>
                  </a:cubicBezTo>
                  <a:lnTo>
                    <a:pt x="42167" y="55445"/>
                  </a:lnTo>
                  <a:lnTo>
                    <a:pt x="42177" y="55464"/>
                  </a:lnTo>
                  <a:lnTo>
                    <a:pt x="42196" y="55483"/>
                  </a:lnTo>
                  <a:cubicBezTo>
                    <a:pt x="42205" y="55521"/>
                    <a:pt x="42234" y="55559"/>
                    <a:pt x="42263" y="55579"/>
                  </a:cubicBezTo>
                  <a:cubicBezTo>
                    <a:pt x="42301" y="55626"/>
                    <a:pt x="42358" y="55674"/>
                    <a:pt x="42424" y="55702"/>
                  </a:cubicBezTo>
                  <a:lnTo>
                    <a:pt x="42434" y="55712"/>
                  </a:lnTo>
                  <a:lnTo>
                    <a:pt x="48282" y="59255"/>
                  </a:lnTo>
                  <a:cubicBezTo>
                    <a:pt x="48359" y="59293"/>
                    <a:pt x="48444" y="59341"/>
                    <a:pt x="48530" y="59379"/>
                  </a:cubicBezTo>
                  <a:cubicBezTo>
                    <a:pt x="48568" y="59389"/>
                    <a:pt x="48606" y="59389"/>
                    <a:pt x="48644" y="59398"/>
                  </a:cubicBezTo>
                  <a:cubicBezTo>
                    <a:pt x="48673" y="59407"/>
                    <a:pt x="48682" y="59407"/>
                    <a:pt x="48701" y="59417"/>
                  </a:cubicBezTo>
                  <a:cubicBezTo>
                    <a:pt x="48721" y="59417"/>
                    <a:pt x="48749" y="59417"/>
                    <a:pt x="48749" y="59417"/>
                  </a:cubicBezTo>
                  <a:cubicBezTo>
                    <a:pt x="48825" y="59436"/>
                    <a:pt x="48882" y="59446"/>
                    <a:pt x="48930" y="59446"/>
                  </a:cubicBezTo>
                  <a:cubicBezTo>
                    <a:pt x="48987" y="59465"/>
                    <a:pt x="49025" y="59465"/>
                    <a:pt x="49063" y="59465"/>
                  </a:cubicBezTo>
                  <a:lnTo>
                    <a:pt x="49140" y="59465"/>
                  </a:lnTo>
                  <a:lnTo>
                    <a:pt x="49149" y="59465"/>
                  </a:lnTo>
                  <a:lnTo>
                    <a:pt x="49206" y="59465"/>
                  </a:lnTo>
                  <a:cubicBezTo>
                    <a:pt x="49235" y="59465"/>
                    <a:pt x="49282" y="59465"/>
                    <a:pt x="49330" y="59446"/>
                  </a:cubicBezTo>
                  <a:cubicBezTo>
                    <a:pt x="49368" y="59446"/>
                    <a:pt x="49416" y="59446"/>
                    <a:pt x="49454" y="59436"/>
                  </a:cubicBezTo>
                  <a:cubicBezTo>
                    <a:pt x="49492" y="59436"/>
                    <a:pt x="49530" y="59417"/>
                    <a:pt x="49578" y="59417"/>
                  </a:cubicBezTo>
                  <a:cubicBezTo>
                    <a:pt x="49587" y="59417"/>
                    <a:pt x="49597" y="59417"/>
                    <a:pt x="49625" y="59407"/>
                  </a:cubicBezTo>
                  <a:lnTo>
                    <a:pt x="49644" y="59407"/>
                  </a:lnTo>
                  <a:cubicBezTo>
                    <a:pt x="49673" y="59389"/>
                    <a:pt x="49692" y="59389"/>
                    <a:pt x="49711" y="59379"/>
                  </a:cubicBezTo>
                  <a:cubicBezTo>
                    <a:pt x="49768" y="59379"/>
                    <a:pt x="49825" y="59341"/>
                    <a:pt x="49864" y="59322"/>
                  </a:cubicBezTo>
                  <a:cubicBezTo>
                    <a:pt x="49940" y="59303"/>
                    <a:pt x="50006" y="59274"/>
                    <a:pt x="50054" y="59227"/>
                  </a:cubicBezTo>
                  <a:lnTo>
                    <a:pt x="50540" y="58969"/>
                  </a:lnTo>
                  <a:lnTo>
                    <a:pt x="50492" y="60274"/>
                  </a:lnTo>
                  <a:lnTo>
                    <a:pt x="50492" y="60293"/>
                  </a:lnTo>
                  <a:lnTo>
                    <a:pt x="50492" y="60351"/>
                  </a:lnTo>
                  <a:cubicBezTo>
                    <a:pt x="50502" y="60389"/>
                    <a:pt x="50521" y="60408"/>
                    <a:pt x="50521" y="60408"/>
                  </a:cubicBezTo>
                  <a:cubicBezTo>
                    <a:pt x="50530" y="60455"/>
                    <a:pt x="50540" y="60475"/>
                    <a:pt x="50540" y="60503"/>
                  </a:cubicBezTo>
                  <a:cubicBezTo>
                    <a:pt x="50559" y="60513"/>
                    <a:pt x="50568" y="60541"/>
                    <a:pt x="50578" y="60541"/>
                  </a:cubicBezTo>
                  <a:lnTo>
                    <a:pt x="50578" y="60560"/>
                  </a:lnTo>
                  <a:lnTo>
                    <a:pt x="50597" y="60579"/>
                  </a:lnTo>
                  <a:cubicBezTo>
                    <a:pt x="50616" y="60608"/>
                    <a:pt x="50635" y="60636"/>
                    <a:pt x="50673" y="60665"/>
                  </a:cubicBezTo>
                  <a:cubicBezTo>
                    <a:pt x="50711" y="60693"/>
                    <a:pt x="50768" y="60760"/>
                    <a:pt x="50825" y="60789"/>
                  </a:cubicBezTo>
                  <a:lnTo>
                    <a:pt x="50845" y="60798"/>
                  </a:lnTo>
                  <a:lnTo>
                    <a:pt x="90183" y="84611"/>
                  </a:lnTo>
                  <a:cubicBezTo>
                    <a:pt x="90269" y="84658"/>
                    <a:pt x="90354" y="84715"/>
                    <a:pt x="90440" y="84744"/>
                  </a:cubicBezTo>
                  <a:cubicBezTo>
                    <a:pt x="90488" y="84744"/>
                    <a:pt x="90516" y="84744"/>
                    <a:pt x="90554" y="84754"/>
                  </a:cubicBezTo>
                  <a:cubicBezTo>
                    <a:pt x="90564" y="84773"/>
                    <a:pt x="90592" y="84773"/>
                    <a:pt x="90611" y="84782"/>
                  </a:cubicBezTo>
                  <a:cubicBezTo>
                    <a:pt x="90631" y="84782"/>
                    <a:pt x="90659" y="84792"/>
                    <a:pt x="90659" y="84792"/>
                  </a:cubicBezTo>
                  <a:cubicBezTo>
                    <a:pt x="90735" y="84801"/>
                    <a:pt x="90792" y="84811"/>
                    <a:pt x="90840" y="84811"/>
                  </a:cubicBezTo>
                  <a:cubicBezTo>
                    <a:pt x="90878" y="84820"/>
                    <a:pt x="90926" y="84820"/>
                    <a:pt x="90964" y="84820"/>
                  </a:cubicBezTo>
                  <a:lnTo>
                    <a:pt x="91107" y="84811"/>
                  </a:lnTo>
                  <a:cubicBezTo>
                    <a:pt x="91154" y="84820"/>
                    <a:pt x="91183" y="84811"/>
                    <a:pt x="91230" y="84811"/>
                  </a:cubicBezTo>
                  <a:cubicBezTo>
                    <a:pt x="91269" y="84811"/>
                    <a:pt x="91316" y="84811"/>
                    <a:pt x="91364" y="84801"/>
                  </a:cubicBezTo>
                  <a:cubicBezTo>
                    <a:pt x="91402" y="84801"/>
                    <a:pt x="91440" y="84782"/>
                    <a:pt x="91478" y="84782"/>
                  </a:cubicBezTo>
                  <a:lnTo>
                    <a:pt x="91507" y="84773"/>
                  </a:lnTo>
                  <a:cubicBezTo>
                    <a:pt x="91526" y="84773"/>
                    <a:pt x="91526" y="84773"/>
                    <a:pt x="91526" y="84773"/>
                  </a:cubicBezTo>
                  <a:cubicBezTo>
                    <a:pt x="91564" y="84754"/>
                    <a:pt x="91592" y="84754"/>
                    <a:pt x="91612" y="84744"/>
                  </a:cubicBezTo>
                  <a:cubicBezTo>
                    <a:pt x="91669" y="84735"/>
                    <a:pt x="91716" y="84715"/>
                    <a:pt x="91773" y="84687"/>
                  </a:cubicBezTo>
                  <a:cubicBezTo>
                    <a:pt x="91840" y="84668"/>
                    <a:pt x="91897" y="84620"/>
                    <a:pt x="91973" y="84592"/>
                  </a:cubicBezTo>
                  <a:lnTo>
                    <a:pt x="92450" y="84325"/>
                  </a:lnTo>
                  <a:lnTo>
                    <a:pt x="92402" y="85640"/>
                  </a:lnTo>
                  <a:cubicBezTo>
                    <a:pt x="92402" y="85640"/>
                    <a:pt x="92402" y="85687"/>
                    <a:pt x="92412" y="85716"/>
                  </a:cubicBezTo>
                  <a:cubicBezTo>
                    <a:pt x="92412" y="85716"/>
                    <a:pt x="92412" y="85773"/>
                    <a:pt x="92431" y="85792"/>
                  </a:cubicBezTo>
                  <a:cubicBezTo>
                    <a:pt x="92431" y="85792"/>
                    <a:pt x="92431" y="85840"/>
                    <a:pt x="92459" y="85858"/>
                  </a:cubicBezTo>
                  <a:cubicBezTo>
                    <a:pt x="92459" y="85858"/>
                    <a:pt x="92459" y="85897"/>
                    <a:pt x="92478" y="85897"/>
                  </a:cubicBezTo>
                  <a:lnTo>
                    <a:pt x="92478" y="85906"/>
                  </a:lnTo>
                  <a:lnTo>
                    <a:pt x="92497" y="85935"/>
                  </a:lnTo>
                  <a:lnTo>
                    <a:pt x="92574" y="86020"/>
                  </a:lnTo>
                  <a:cubicBezTo>
                    <a:pt x="92612" y="86058"/>
                    <a:pt x="92659" y="86087"/>
                    <a:pt x="92736" y="86154"/>
                  </a:cubicBezTo>
                  <a:lnTo>
                    <a:pt x="92736" y="86163"/>
                  </a:lnTo>
                  <a:lnTo>
                    <a:pt x="98584" y="89688"/>
                  </a:lnTo>
                  <a:cubicBezTo>
                    <a:pt x="98660" y="89735"/>
                    <a:pt x="98755" y="89773"/>
                    <a:pt x="98841" y="89811"/>
                  </a:cubicBezTo>
                  <a:cubicBezTo>
                    <a:pt x="98879" y="89830"/>
                    <a:pt x="98917" y="89830"/>
                    <a:pt x="98965" y="89840"/>
                  </a:cubicBezTo>
                  <a:cubicBezTo>
                    <a:pt x="98984" y="89849"/>
                    <a:pt x="98993" y="89849"/>
                    <a:pt x="99013" y="89869"/>
                  </a:cubicBezTo>
                  <a:cubicBezTo>
                    <a:pt x="99041" y="89869"/>
                    <a:pt x="99051" y="89869"/>
                    <a:pt x="99089" y="89878"/>
                  </a:cubicBezTo>
                  <a:cubicBezTo>
                    <a:pt x="99127" y="89878"/>
                    <a:pt x="99193" y="89897"/>
                    <a:pt x="99241" y="89897"/>
                  </a:cubicBezTo>
                  <a:cubicBezTo>
                    <a:pt x="99298" y="89907"/>
                    <a:pt x="99336" y="89897"/>
                    <a:pt x="99384" y="89897"/>
                  </a:cubicBezTo>
                  <a:lnTo>
                    <a:pt x="99451" y="89897"/>
                  </a:lnTo>
                  <a:lnTo>
                    <a:pt x="99460" y="89897"/>
                  </a:lnTo>
                  <a:lnTo>
                    <a:pt x="99651" y="89897"/>
                  </a:lnTo>
                  <a:cubicBezTo>
                    <a:pt x="99679" y="89897"/>
                    <a:pt x="99727" y="89897"/>
                    <a:pt x="99765" y="89878"/>
                  </a:cubicBezTo>
                  <a:cubicBezTo>
                    <a:pt x="99813" y="89878"/>
                    <a:pt x="99860" y="89869"/>
                    <a:pt x="99889" y="89869"/>
                  </a:cubicBezTo>
                  <a:cubicBezTo>
                    <a:pt x="99908" y="89869"/>
                    <a:pt x="99927" y="89869"/>
                    <a:pt x="99936" y="89849"/>
                  </a:cubicBezTo>
                  <a:cubicBezTo>
                    <a:pt x="99936" y="89849"/>
                    <a:pt x="99946" y="89849"/>
                    <a:pt x="99956" y="89849"/>
                  </a:cubicBezTo>
                  <a:cubicBezTo>
                    <a:pt x="99974" y="89840"/>
                    <a:pt x="100003" y="89840"/>
                    <a:pt x="100022" y="89830"/>
                  </a:cubicBezTo>
                  <a:cubicBezTo>
                    <a:pt x="100079" y="89811"/>
                    <a:pt x="100136" y="89792"/>
                    <a:pt x="100184" y="89773"/>
                  </a:cubicBezTo>
                  <a:cubicBezTo>
                    <a:pt x="100241" y="89745"/>
                    <a:pt x="100308" y="89716"/>
                    <a:pt x="100365" y="89688"/>
                  </a:cubicBezTo>
                  <a:lnTo>
                    <a:pt x="100860" y="89411"/>
                  </a:lnTo>
                  <a:lnTo>
                    <a:pt x="100813" y="90716"/>
                  </a:lnTo>
                  <a:lnTo>
                    <a:pt x="100813" y="90735"/>
                  </a:lnTo>
                  <a:cubicBezTo>
                    <a:pt x="100813" y="90735"/>
                    <a:pt x="100813" y="90774"/>
                    <a:pt x="100813" y="90792"/>
                  </a:cubicBezTo>
                  <a:cubicBezTo>
                    <a:pt x="100813" y="90792"/>
                    <a:pt x="100822" y="90869"/>
                    <a:pt x="100832" y="90878"/>
                  </a:cubicBezTo>
                  <a:cubicBezTo>
                    <a:pt x="100832" y="90878"/>
                    <a:pt x="100841" y="90926"/>
                    <a:pt x="100860" y="90945"/>
                  </a:cubicBezTo>
                  <a:cubicBezTo>
                    <a:pt x="100860" y="90945"/>
                    <a:pt x="100879" y="90974"/>
                    <a:pt x="100889" y="90983"/>
                  </a:cubicBezTo>
                  <a:lnTo>
                    <a:pt x="100898" y="90992"/>
                  </a:lnTo>
                  <a:lnTo>
                    <a:pt x="100908" y="91002"/>
                  </a:lnTo>
                  <a:cubicBezTo>
                    <a:pt x="100927" y="91059"/>
                    <a:pt x="100965" y="91088"/>
                    <a:pt x="100984" y="91116"/>
                  </a:cubicBezTo>
                  <a:cubicBezTo>
                    <a:pt x="101022" y="91145"/>
                    <a:pt x="101070" y="91183"/>
                    <a:pt x="101137" y="91221"/>
                  </a:cubicBezTo>
                  <a:lnTo>
                    <a:pt x="101146" y="91240"/>
                  </a:lnTo>
                  <a:lnTo>
                    <a:pt x="106994" y="94764"/>
                  </a:lnTo>
                  <a:cubicBezTo>
                    <a:pt x="107071" y="94831"/>
                    <a:pt x="107175" y="94860"/>
                    <a:pt x="107261" y="94898"/>
                  </a:cubicBezTo>
                  <a:cubicBezTo>
                    <a:pt x="107299" y="94907"/>
                    <a:pt x="107337" y="94917"/>
                    <a:pt x="107366" y="94926"/>
                  </a:cubicBezTo>
                  <a:cubicBezTo>
                    <a:pt x="107366" y="94926"/>
                    <a:pt x="107404" y="94936"/>
                    <a:pt x="107423" y="94936"/>
                  </a:cubicBezTo>
                  <a:cubicBezTo>
                    <a:pt x="107442" y="94945"/>
                    <a:pt x="107461" y="94945"/>
                    <a:pt x="107490" y="94955"/>
                  </a:cubicBezTo>
                  <a:cubicBezTo>
                    <a:pt x="107547" y="94964"/>
                    <a:pt x="107595" y="94964"/>
                    <a:pt x="107652" y="94974"/>
                  </a:cubicBezTo>
                  <a:cubicBezTo>
                    <a:pt x="107699" y="94974"/>
                    <a:pt x="107737" y="94974"/>
                    <a:pt x="107785" y="94983"/>
                  </a:cubicBezTo>
                  <a:lnTo>
                    <a:pt x="107861" y="94983"/>
                  </a:lnTo>
                  <a:lnTo>
                    <a:pt x="107880" y="94983"/>
                  </a:lnTo>
                  <a:lnTo>
                    <a:pt x="107909" y="94983"/>
                  </a:lnTo>
                  <a:cubicBezTo>
                    <a:pt x="107956" y="94974"/>
                    <a:pt x="107995" y="94974"/>
                    <a:pt x="108052" y="94974"/>
                  </a:cubicBezTo>
                  <a:cubicBezTo>
                    <a:pt x="108090" y="94974"/>
                    <a:pt x="108128" y="94964"/>
                    <a:pt x="108166" y="94964"/>
                  </a:cubicBezTo>
                  <a:cubicBezTo>
                    <a:pt x="108204" y="94955"/>
                    <a:pt x="108261" y="94955"/>
                    <a:pt x="108299" y="94945"/>
                  </a:cubicBezTo>
                  <a:cubicBezTo>
                    <a:pt x="108309" y="94936"/>
                    <a:pt x="108318" y="94936"/>
                    <a:pt x="108347" y="94936"/>
                  </a:cubicBezTo>
                  <a:lnTo>
                    <a:pt x="108356" y="94926"/>
                  </a:lnTo>
                  <a:cubicBezTo>
                    <a:pt x="108376" y="94926"/>
                    <a:pt x="108414" y="94917"/>
                    <a:pt x="108433" y="94917"/>
                  </a:cubicBezTo>
                  <a:cubicBezTo>
                    <a:pt x="108480" y="94898"/>
                    <a:pt x="108528" y="94869"/>
                    <a:pt x="108585" y="94860"/>
                  </a:cubicBezTo>
                  <a:cubicBezTo>
                    <a:pt x="108661" y="94831"/>
                    <a:pt x="108718" y="94802"/>
                    <a:pt x="108776" y="94764"/>
                  </a:cubicBezTo>
                  <a:lnTo>
                    <a:pt x="109261" y="94488"/>
                  </a:lnTo>
                  <a:lnTo>
                    <a:pt x="109204" y="95793"/>
                  </a:lnTo>
                  <a:lnTo>
                    <a:pt x="109214" y="95879"/>
                  </a:lnTo>
                  <a:cubicBezTo>
                    <a:pt x="109233" y="95898"/>
                    <a:pt x="109223" y="95917"/>
                    <a:pt x="109233" y="95955"/>
                  </a:cubicBezTo>
                  <a:cubicBezTo>
                    <a:pt x="109242" y="95974"/>
                    <a:pt x="109252" y="95993"/>
                    <a:pt x="109271" y="96022"/>
                  </a:cubicBezTo>
                  <a:cubicBezTo>
                    <a:pt x="109271" y="96041"/>
                    <a:pt x="109281" y="96060"/>
                    <a:pt x="109299" y="96069"/>
                  </a:cubicBezTo>
                  <a:lnTo>
                    <a:pt x="109299" y="96079"/>
                  </a:lnTo>
                  <a:cubicBezTo>
                    <a:pt x="109299" y="96088"/>
                    <a:pt x="109299" y="96088"/>
                    <a:pt x="109319" y="96108"/>
                  </a:cubicBezTo>
                  <a:cubicBezTo>
                    <a:pt x="109338" y="96136"/>
                    <a:pt x="109357" y="96155"/>
                    <a:pt x="109395" y="96184"/>
                  </a:cubicBezTo>
                  <a:cubicBezTo>
                    <a:pt x="109433" y="96231"/>
                    <a:pt x="109490" y="96269"/>
                    <a:pt x="109547" y="96317"/>
                  </a:cubicBezTo>
                  <a:cubicBezTo>
                    <a:pt x="109547" y="96317"/>
                    <a:pt x="109547" y="96317"/>
                    <a:pt x="109557" y="96326"/>
                  </a:cubicBezTo>
                  <a:lnTo>
                    <a:pt x="115396" y="99851"/>
                  </a:lnTo>
                  <a:cubicBezTo>
                    <a:pt x="115481" y="99898"/>
                    <a:pt x="115576" y="99927"/>
                    <a:pt x="115662" y="99965"/>
                  </a:cubicBezTo>
                  <a:cubicBezTo>
                    <a:pt x="115700" y="99994"/>
                    <a:pt x="115738" y="100003"/>
                    <a:pt x="115767" y="100013"/>
                  </a:cubicBezTo>
                  <a:cubicBezTo>
                    <a:pt x="115786" y="100013"/>
                    <a:pt x="115815" y="100022"/>
                    <a:pt x="115834" y="100022"/>
                  </a:cubicBezTo>
                  <a:cubicBezTo>
                    <a:pt x="115853" y="100032"/>
                    <a:pt x="115881" y="100032"/>
                    <a:pt x="115900" y="100041"/>
                  </a:cubicBezTo>
                  <a:cubicBezTo>
                    <a:pt x="115938" y="100051"/>
                    <a:pt x="115996" y="100051"/>
                    <a:pt x="116053" y="100060"/>
                  </a:cubicBezTo>
                  <a:cubicBezTo>
                    <a:pt x="116110" y="100060"/>
                    <a:pt x="116148" y="100070"/>
                    <a:pt x="116196" y="100070"/>
                  </a:cubicBezTo>
                  <a:lnTo>
                    <a:pt x="116329" y="100070"/>
                  </a:lnTo>
                  <a:cubicBezTo>
                    <a:pt x="116367" y="100070"/>
                    <a:pt x="116405" y="100060"/>
                    <a:pt x="116453" y="100060"/>
                  </a:cubicBezTo>
                  <a:cubicBezTo>
                    <a:pt x="116491" y="100060"/>
                    <a:pt x="116539" y="100051"/>
                    <a:pt x="116577" y="100051"/>
                  </a:cubicBezTo>
                  <a:cubicBezTo>
                    <a:pt x="116624" y="100041"/>
                    <a:pt x="116662" y="100041"/>
                    <a:pt x="116710" y="100032"/>
                  </a:cubicBezTo>
                  <a:lnTo>
                    <a:pt x="116748" y="100022"/>
                  </a:lnTo>
                  <a:lnTo>
                    <a:pt x="116748" y="100022"/>
                  </a:lnTo>
                  <a:cubicBezTo>
                    <a:pt x="116786" y="100013"/>
                    <a:pt x="116805" y="100013"/>
                    <a:pt x="116843" y="100003"/>
                  </a:cubicBezTo>
                  <a:cubicBezTo>
                    <a:pt x="116891" y="99965"/>
                    <a:pt x="116939" y="99946"/>
                    <a:pt x="116996" y="99927"/>
                  </a:cubicBezTo>
                  <a:cubicBezTo>
                    <a:pt x="117062" y="99908"/>
                    <a:pt x="117110" y="99879"/>
                    <a:pt x="117177" y="99841"/>
                  </a:cubicBezTo>
                  <a:lnTo>
                    <a:pt x="117672" y="99565"/>
                  </a:lnTo>
                  <a:lnTo>
                    <a:pt x="117615" y="100889"/>
                  </a:lnTo>
                  <a:cubicBezTo>
                    <a:pt x="117634" y="100917"/>
                    <a:pt x="117634" y="100956"/>
                    <a:pt x="117634" y="100956"/>
                  </a:cubicBezTo>
                  <a:cubicBezTo>
                    <a:pt x="117634" y="100984"/>
                    <a:pt x="117634" y="101013"/>
                    <a:pt x="117643" y="101041"/>
                  </a:cubicBezTo>
                  <a:cubicBezTo>
                    <a:pt x="117653" y="101070"/>
                    <a:pt x="117672" y="101089"/>
                    <a:pt x="117681" y="101108"/>
                  </a:cubicBezTo>
                  <a:cubicBezTo>
                    <a:pt x="117691" y="101118"/>
                    <a:pt x="117691" y="101137"/>
                    <a:pt x="117710" y="101146"/>
                  </a:cubicBezTo>
                  <a:cubicBezTo>
                    <a:pt x="117720" y="101165"/>
                    <a:pt x="117720" y="101175"/>
                    <a:pt x="117729" y="101184"/>
                  </a:cubicBezTo>
                  <a:cubicBezTo>
                    <a:pt x="117748" y="101222"/>
                    <a:pt x="117767" y="101251"/>
                    <a:pt x="117805" y="101270"/>
                  </a:cubicBezTo>
                  <a:cubicBezTo>
                    <a:pt x="117843" y="101308"/>
                    <a:pt x="117891" y="101356"/>
                    <a:pt x="117948" y="101394"/>
                  </a:cubicBezTo>
                  <a:lnTo>
                    <a:pt x="117967" y="101394"/>
                  </a:lnTo>
                  <a:lnTo>
                    <a:pt x="123806" y="104947"/>
                  </a:lnTo>
                  <a:cubicBezTo>
                    <a:pt x="123882" y="104985"/>
                    <a:pt x="123987" y="105023"/>
                    <a:pt x="124073" y="105061"/>
                  </a:cubicBezTo>
                  <a:cubicBezTo>
                    <a:pt x="124092" y="105080"/>
                    <a:pt x="124149" y="105090"/>
                    <a:pt x="124187" y="105090"/>
                  </a:cubicBezTo>
                  <a:cubicBezTo>
                    <a:pt x="124196" y="105099"/>
                    <a:pt x="124225" y="105099"/>
                    <a:pt x="124244" y="105108"/>
                  </a:cubicBezTo>
                  <a:cubicBezTo>
                    <a:pt x="124254" y="105108"/>
                    <a:pt x="124282" y="105118"/>
                    <a:pt x="124282" y="105118"/>
                  </a:cubicBezTo>
                  <a:cubicBezTo>
                    <a:pt x="124368" y="105128"/>
                    <a:pt x="124416" y="105146"/>
                    <a:pt x="124473" y="105146"/>
                  </a:cubicBezTo>
                  <a:cubicBezTo>
                    <a:pt x="124520" y="105156"/>
                    <a:pt x="124559" y="105156"/>
                    <a:pt x="124606" y="105156"/>
                  </a:cubicBezTo>
                  <a:lnTo>
                    <a:pt x="124854" y="105156"/>
                  </a:lnTo>
                  <a:cubicBezTo>
                    <a:pt x="124901" y="105146"/>
                    <a:pt x="124939" y="105146"/>
                    <a:pt x="124968" y="105118"/>
                  </a:cubicBezTo>
                  <a:cubicBezTo>
                    <a:pt x="125025" y="105118"/>
                    <a:pt x="125063" y="105118"/>
                    <a:pt x="125111" y="105108"/>
                  </a:cubicBezTo>
                  <a:lnTo>
                    <a:pt x="125139" y="105108"/>
                  </a:lnTo>
                  <a:cubicBezTo>
                    <a:pt x="125159" y="105090"/>
                    <a:pt x="125159" y="105090"/>
                    <a:pt x="125159" y="105090"/>
                  </a:cubicBezTo>
                  <a:cubicBezTo>
                    <a:pt x="125187" y="105090"/>
                    <a:pt x="125225" y="105090"/>
                    <a:pt x="125244" y="105080"/>
                  </a:cubicBezTo>
                  <a:cubicBezTo>
                    <a:pt x="125292" y="105061"/>
                    <a:pt x="125340" y="105042"/>
                    <a:pt x="125397" y="105023"/>
                  </a:cubicBezTo>
                  <a:cubicBezTo>
                    <a:pt x="125463" y="104994"/>
                    <a:pt x="125511" y="104975"/>
                    <a:pt x="125578" y="104937"/>
                  </a:cubicBezTo>
                  <a:lnTo>
                    <a:pt x="126054" y="104661"/>
                  </a:lnTo>
                  <a:lnTo>
                    <a:pt x="126016" y="105956"/>
                  </a:lnTo>
                  <a:lnTo>
                    <a:pt x="126016" y="106042"/>
                  </a:lnTo>
                  <a:cubicBezTo>
                    <a:pt x="126025" y="106071"/>
                    <a:pt x="126025" y="106089"/>
                    <a:pt x="126035" y="106109"/>
                  </a:cubicBezTo>
                  <a:cubicBezTo>
                    <a:pt x="126044" y="106128"/>
                    <a:pt x="126054" y="106166"/>
                    <a:pt x="126073" y="106194"/>
                  </a:cubicBezTo>
                  <a:cubicBezTo>
                    <a:pt x="126082" y="106204"/>
                    <a:pt x="126092" y="106213"/>
                    <a:pt x="126092" y="106232"/>
                  </a:cubicBezTo>
                  <a:cubicBezTo>
                    <a:pt x="126111" y="106242"/>
                    <a:pt x="126111" y="106261"/>
                    <a:pt x="126111" y="106280"/>
                  </a:cubicBezTo>
                  <a:cubicBezTo>
                    <a:pt x="126130" y="106299"/>
                    <a:pt x="126159" y="106328"/>
                    <a:pt x="126187" y="106347"/>
                  </a:cubicBezTo>
                  <a:cubicBezTo>
                    <a:pt x="126225" y="106394"/>
                    <a:pt x="126283" y="106432"/>
                    <a:pt x="126349" y="106471"/>
                  </a:cubicBezTo>
                  <a:lnTo>
                    <a:pt x="126368" y="106490"/>
                  </a:lnTo>
                  <a:lnTo>
                    <a:pt x="130902" y="109214"/>
                  </a:lnTo>
                  <a:cubicBezTo>
                    <a:pt x="130978" y="109261"/>
                    <a:pt x="131074" y="109319"/>
                    <a:pt x="131159" y="109347"/>
                  </a:cubicBezTo>
                  <a:cubicBezTo>
                    <a:pt x="131188" y="109366"/>
                    <a:pt x="131236" y="109366"/>
                    <a:pt x="131264" y="109376"/>
                  </a:cubicBezTo>
                  <a:cubicBezTo>
                    <a:pt x="131293" y="109376"/>
                    <a:pt x="131302" y="109385"/>
                    <a:pt x="131302" y="109385"/>
                  </a:cubicBezTo>
                  <a:cubicBezTo>
                    <a:pt x="131340" y="109385"/>
                    <a:pt x="131369" y="109395"/>
                    <a:pt x="131369" y="109395"/>
                  </a:cubicBezTo>
                  <a:cubicBezTo>
                    <a:pt x="131445" y="109404"/>
                    <a:pt x="131493" y="109433"/>
                    <a:pt x="131550" y="109433"/>
                  </a:cubicBezTo>
                  <a:cubicBezTo>
                    <a:pt x="131597" y="109433"/>
                    <a:pt x="131655" y="109433"/>
                    <a:pt x="131693" y="109433"/>
                  </a:cubicBezTo>
                  <a:lnTo>
                    <a:pt x="131759" y="109433"/>
                  </a:lnTo>
                  <a:lnTo>
                    <a:pt x="131779" y="109433"/>
                  </a:lnTo>
                  <a:lnTo>
                    <a:pt x="131941" y="109433"/>
                  </a:lnTo>
                  <a:cubicBezTo>
                    <a:pt x="131988" y="109433"/>
                    <a:pt x="132036" y="109433"/>
                    <a:pt x="132074" y="109404"/>
                  </a:cubicBezTo>
                  <a:cubicBezTo>
                    <a:pt x="132121" y="109404"/>
                    <a:pt x="132159" y="109395"/>
                    <a:pt x="132197" y="109385"/>
                  </a:cubicBezTo>
                  <a:lnTo>
                    <a:pt x="132236" y="109385"/>
                  </a:lnTo>
                  <a:cubicBezTo>
                    <a:pt x="132255" y="109376"/>
                    <a:pt x="132255" y="109376"/>
                    <a:pt x="132255" y="109376"/>
                  </a:cubicBezTo>
                  <a:cubicBezTo>
                    <a:pt x="132283" y="109376"/>
                    <a:pt x="132302" y="109366"/>
                    <a:pt x="132331" y="109357"/>
                  </a:cubicBezTo>
                  <a:cubicBezTo>
                    <a:pt x="132388" y="109347"/>
                    <a:pt x="132445" y="109338"/>
                    <a:pt x="132493" y="109319"/>
                  </a:cubicBezTo>
                  <a:cubicBezTo>
                    <a:pt x="132550" y="109261"/>
                    <a:pt x="132617" y="109242"/>
                    <a:pt x="132674" y="109214"/>
                  </a:cubicBezTo>
                  <a:lnTo>
                    <a:pt x="137389" y="106499"/>
                  </a:lnTo>
                  <a:cubicBezTo>
                    <a:pt x="137627" y="106347"/>
                    <a:pt x="137760" y="106166"/>
                    <a:pt x="137770" y="105966"/>
                  </a:cubicBezTo>
                  <a:lnTo>
                    <a:pt x="137836" y="104385"/>
                  </a:lnTo>
                  <a:cubicBezTo>
                    <a:pt x="137836" y="104385"/>
                    <a:pt x="137884" y="104385"/>
                    <a:pt x="137903" y="104365"/>
                  </a:cubicBezTo>
                  <a:cubicBezTo>
                    <a:pt x="137951" y="104365"/>
                    <a:pt x="137998" y="104347"/>
                    <a:pt x="138036" y="104337"/>
                  </a:cubicBezTo>
                  <a:lnTo>
                    <a:pt x="138065" y="104337"/>
                  </a:lnTo>
                  <a:cubicBezTo>
                    <a:pt x="138084" y="104327"/>
                    <a:pt x="138084" y="104327"/>
                    <a:pt x="138084" y="104327"/>
                  </a:cubicBezTo>
                  <a:cubicBezTo>
                    <a:pt x="138122" y="104327"/>
                    <a:pt x="138132" y="104308"/>
                    <a:pt x="138170" y="104299"/>
                  </a:cubicBezTo>
                  <a:cubicBezTo>
                    <a:pt x="138208" y="104289"/>
                    <a:pt x="138256" y="104280"/>
                    <a:pt x="138322" y="104261"/>
                  </a:cubicBezTo>
                  <a:cubicBezTo>
                    <a:pt x="138389" y="104232"/>
                    <a:pt x="138446" y="104194"/>
                    <a:pt x="138503" y="104165"/>
                  </a:cubicBezTo>
                  <a:lnTo>
                    <a:pt x="143208" y="101451"/>
                  </a:lnTo>
                  <a:cubicBezTo>
                    <a:pt x="143456" y="101298"/>
                    <a:pt x="143580" y="101118"/>
                    <a:pt x="143589" y="100917"/>
                  </a:cubicBezTo>
                  <a:lnTo>
                    <a:pt x="143647" y="99698"/>
                  </a:lnTo>
                  <a:lnTo>
                    <a:pt x="145466" y="100813"/>
                  </a:lnTo>
                  <a:cubicBezTo>
                    <a:pt x="145552" y="100860"/>
                    <a:pt x="145637" y="100908"/>
                    <a:pt x="145723" y="100917"/>
                  </a:cubicBezTo>
                  <a:cubicBezTo>
                    <a:pt x="145752" y="100946"/>
                    <a:pt x="145809" y="100946"/>
                    <a:pt x="145828" y="100956"/>
                  </a:cubicBezTo>
                  <a:cubicBezTo>
                    <a:pt x="145857" y="100956"/>
                    <a:pt x="145875" y="100965"/>
                    <a:pt x="145904" y="100965"/>
                  </a:cubicBezTo>
                  <a:cubicBezTo>
                    <a:pt x="145923" y="100975"/>
                    <a:pt x="145942" y="100975"/>
                    <a:pt x="145961" y="100984"/>
                  </a:cubicBezTo>
                  <a:cubicBezTo>
                    <a:pt x="146018" y="100994"/>
                    <a:pt x="146066" y="100994"/>
                    <a:pt x="146133" y="101003"/>
                  </a:cubicBezTo>
                  <a:cubicBezTo>
                    <a:pt x="146161" y="101003"/>
                    <a:pt x="146209" y="101022"/>
                    <a:pt x="146276" y="101022"/>
                  </a:cubicBezTo>
                  <a:lnTo>
                    <a:pt x="146400" y="101022"/>
                  </a:lnTo>
                  <a:cubicBezTo>
                    <a:pt x="146438" y="101022"/>
                    <a:pt x="146476" y="101022"/>
                    <a:pt x="146523" y="101003"/>
                  </a:cubicBezTo>
                  <a:cubicBezTo>
                    <a:pt x="146561" y="101003"/>
                    <a:pt x="146609" y="101003"/>
                    <a:pt x="146638" y="100994"/>
                  </a:cubicBezTo>
                  <a:cubicBezTo>
                    <a:pt x="146685" y="100975"/>
                    <a:pt x="146723" y="100975"/>
                    <a:pt x="146780" y="100975"/>
                  </a:cubicBezTo>
                  <a:lnTo>
                    <a:pt x="146799" y="100965"/>
                  </a:lnTo>
                  <a:lnTo>
                    <a:pt x="146818" y="100965"/>
                  </a:lnTo>
                  <a:cubicBezTo>
                    <a:pt x="146847" y="100946"/>
                    <a:pt x="146885" y="100946"/>
                    <a:pt x="146904" y="100937"/>
                  </a:cubicBezTo>
                  <a:cubicBezTo>
                    <a:pt x="146952" y="100937"/>
                    <a:pt x="147009" y="100908"/>
                    <a:pt x="147057" y="100889"/>
                  </a:cubicBezTo>
                  <a:cubicBezTo>
                    <a:pt x="147114" y="100860"/>
                    <a:pt x="147181" y="100832"/>
                    <a:pt x="147238" y="100813"/>
                  </a:cubicBezTo>
                  <a:lnTo>
                    <a:pt x="151943" y="98088"/>
                  </a:lnTo>
                  <a:cubicBezTo>
                    <a:pt x="152200" y="97936"/>
                    <a:pt x="152324" y="97746"/>
                    <a:pt x="152333" y="97546"/>
                  </a:cubicBezTo>
                  <a:lnTo>
                    <a:pt x="152372" y="96422"/>
                  </a:lnTo>
                  <a:lnTo>
                    <a:pt x="152705" y="96622"/>
                  </a:lnTo>
                  <a:cubicBezTo>
                    <a:pt x="152771" y="96669"/>
                    <a:pt x="152876" y="96727"/>
                    <a:pt x="152962" y="96755"/>
                  </a:cubicBezTo>
                  <a:cubicBezTo>
                    <a:pt x="152991" y="96765"/>
                    <a:pt x="153038" y="96765"/>
                    <a:pt x="153076" y="96774"/>
                  </a:cubicBezTo>
                  <a:cubicBezTo>
                    <a:pt x="153095" y="96784"/>
                    <a:pt x="153114" y="96784"/>
                    <a:pt x="153124" y="96793"/>
                  </a:cubicBezTo>
                  <a:cubicBezTo>
                    <a:pt x="153162" y="96793"/>
                    <a:pt x="153172" y="96803"/>
                    <a:pt x="153172" y="96803"/>
                  </a:cubicBezTo>
                  <a:cubicBezTo>
                    <a:pt x="153248" y="96812"/>
                    <a:pt x="153305" y="96822"/>
                    <a:pt x="153353" y="96822"/>
                  </a:cubicBezTo>
                  <a:cubicBezTo>
                    <a:pt x="153400" y="96841"/>
                    <a:pt x="153448" y="96841"/>
                    <a:pt x="153496" y="96841"/>
                  </a:cubicBezTo>
                  <a:lnTo>
                    <a:pt x="153562" y="96841"/>
                  </a:lnTo>
                  <a:cubicBezTo>
                    <a:pt x="153562" y="96841"/>
                    <a:pt x="153572" y="96841"/>
                    <a:pt x="153591" y="96841"/>
                  </a:cubicBezTo>
                  <a:lnTo>
                    <a:pt x="153629" y="96841"/>
                  </a:lnTo>
                  <a:cubicBezTo>
                    <a:pt x="153667" y="96841"/>
                    <a:pt x="153724" y="96841"/>
                    <a:pt x="153743" y="96822"/>
                  </a:cubicBezTo>
                  <a:cubicBezTo>
                    <a:pt x="153800" y="96822"/>
                    <a:pt x="153838" y="96822"/>
                    <a:pt x="153876" y="96812"/>
                  </a:cubicBezTo>
                  <a:cubicBezTo>
                    <a:pt x="153934" y="96812"/>
                    <a:pt x="153972" y="96803"/>
                    <a:pt x="154010" y="96793"/>
                  </a:cubicBezTo>
                  <a:cubicBezTo>
                    <a:pt x="154019" y="96793"/>
                    <a:pt x="154029" y="96784"/>
                    <a:pt x="154029" y="96784"/>
                  </a:cubicBezTo>
                  <a:cubicBezTo>
                    <a:pt x="154057" y="96784"/>
                    <a:pt x="154057" y="96784"/>
                    <a:pt x="154057" y="96784"/>
                  </a:cubicBezTo>
                  <a:cubicBezTo>
                    <a:pt x="154096" y="96774"/>
                    <a:pt x="154115" y="96774"/>
                    <a:pt x="154134" y="96765"/>
                  </a:cubicBezTo>
                  <a:cubicBezTo>
                    <a:pt x="154181" y="96755"/>
                    <a:pt x="154248" y="96736"/>
                    <a:pt x="154305" y="96707"/>
                  </a:cubicBezTo>
                  <a:cubicBezTo>
                    <a:pt x="154353" y="96688"/>
                    <a:pt x="154419" y="96650"/>
                    <a:pt x="154477" y="96612"/>
                  </a:cubicBezTo>
                  <a:lnTo>
                    <a:pt x="159191" y="93907"/>
                  </a:lnTo>
                  <a:cubicBezTo>
                    <a:pt x="159439" y="93755"/>
                    <a:pt x="159563" y="93564"/>
                    <a:pt x="159563" y="93383"/>
                  </a:cubicBezTo>
                  <a:lnTo>
                    <a:pt x="159620" y="92231"/>
                  </a:lnTo>
                  <a:lnTo>
                    <a:pt x="159953" y="92440"/>
                  </a:lnTo>
                  <a:cubicBezTo>
                    <a:pt x="160030" y="92498"/>
                    <a:pt x="160134" y="92526"/>
                    <a:pt x="160220" y="92574"/>
                  </a:cubicBezTo>
                  <a:cubicBezTo>
                    <a:pt x="160249" y="92574"/>
                    <a:pt x="160277" y="92583"/>
                    <a:pt x="160325" y="92602"/>
                  </a:cubicBezTo>
                  <a:cubicBezTo>
                    <a:pt x="160344" y="92602"/>
                    <a:pt x="160363" y="92602"/>
                    <a:pt x="160382" y="92602"/>
                  </a:cubicBezTo>
                  <a:cubicBezTo>
                    <a:pt x="160401" y="92612"/>
                    <a:pt x="160420" y="92612"/>
                    <a:pt x="160449" y="92631"/>
                  </a:cubicBezTo>
                  <a:cubicBezTo>
                    <a:pt x="160496" y="92631"/>
                    <a:pt x="160544" y="92650"/>
                    <a:pt x="160611" y="92659"/>
                  </a:cubicBezTo>
                  <a:lnTo>
                    <a:pt x="160754" y="92659"/>
                  </a:lnTo>
                  <a:cubicBezTo>
                    <a:pt x="160772" y="92669"/>
                    <a:pt x="160792" y="92669"/>
                    <a:pt x="160792" y="92669"/>
                  </a:cubicBezTo>
                  <a:cubicBezTo>
                    <a:pt x="160820" y="92669"/>
                    <a:pt x="160820" y="92669"/>
                    <a:pt x="160820" y="92669"/>
                  </a:cubicBezTo>
                  <a:lnTo>
                    <a:pt x="160877" y="92669"/>
                  </a:lnTo>
                  <a:cubicBezTo>
                    <a:pt x="160925" y="92650"/>
                    <a:pt x="160963" y="92650"/>
                    <a:pt x="161011" y="92650"/>
                  </a:cubicBezTo>
                  <a:cubicBezTo>
                    <a:pt x="161049" y="92650"/>
                    <a:pt x="161087" y="92650"/>
                    <a:pt x="161135" y="92650"/>
                  </a:cubicBezTo>
                  <a:cubicBezTo>
                    <a:pt x="161182" y="92631"/>
                    <a:pt x="161211" y="92612"/>
                    <a:pt x="161258" y="92612"/>
                  </a:cubicBezTo>
                  <a:cubicBezTo>
                    <a:pt x="161268" y="92602"/>
                    <a:pt x="161277" y="92602"/>
                    <a:pt x="161277" y="92602"/>
                  </a:cubicBezTo>
                  <a:lnTo>
                    <a:pt x="161306" y="92593"/>
                  </a:lnTo>
                  <a:cubicBezTo>
                    <a:pt x="161325" y="92593"/>
                    <a:pt x="161373" y="92583"/>
                    <a:pt x="161392" y="92583"/>
                  </a:cubicBezTo>
                  <a:cubicBezTo>
                    <a:pt x="161439" y="92564"/>
                    <a:pt x="161497" y="92555"/>
                    <a:pt x="161544" y="92526"/>
                  </a:cubicBezTo>
                  <a:cubicBezTo>
                    <a:pt x="161620" y="92507"/>
                    <a:pt x="161668" y="92478"/>
                    <a:pt x="161725" y="92440"/>
                  </a:cubicBezTo>
                  <a:lnTo>
                    <a:pt x="166431" y="89716"/>
                  </a:lnTo>
                  <a:cubicBezTo>
                    <a:pt x="166678" y="89564"/>
                    <a:pt x="166811" y="89383"/>
                    <a:pt x="166821" y="89183"/>
                  </a:cubicBezTo>
                  <a:lnTo>
                    <a:pt x="166878" y="87497"/>
                  </a:lnTo>
                  <a:cubicBezTo>
                    <a:pt x="166869" y="87687"/>
                    <a:pt x="166745" y="87878"/>
                    <a:pt x="166488" y="88030"/>
                  </a:cubicBezTo>
                  <a:lnTo>
                    <a:pt x="161792" y="90754"/>
                  </a:lnTo>
                  <a:cubicBezTo>
                    <a:pt x="161658" y="90812"/>
                    <a:pt x="161525" y="90878"/>
                    <a:pt x="161382" y="90916"/>
                  </a:cubicBezTo>
                  <a:lnTo>
                    <a:pt x="161382" y="90916"/>
                  </a:lnTo>
                  <a:cubicBezTo>
                    <a:pt x="161211" y="90964"/>
                    <a:pt x="161068" y="90974"/>
                    <a:pt x="160906" y="90974"/>
                  </a:cubicBezTo>
                  <a:lnTo>
                    <a:pt x="160896" y="90974"/>
                  </a:lnTo>
                  <a:cubicBezTo>
                    <a:pt x="160744" y="90974"/>
                    <a:pt x="160611" y="90945"/>
                    <a:pt x="160477" y="90935"/>
                  </a:cubicBezTo>
                  <a:cubicBezTo>
                    <a:pt x="160449" y="90916"/>
                    <a:pt x="160430" y="90916"/>
                    <a:pt x="160411" y="90907"/>
                  </a:cubicBezTo>
                  <a:cubicBezTo>
                    <a:pt x="160277" y="90859"/>
                    <a:pt x="160163" y="90821"/>
                    <a:pt x="160039" y="90754"/>
                  </a:cubicBezTo>
                  <a:lnTo>
                    <a:pt x="147257" y="83011"/>
                  </a:lnTo>
                  <a:cubicBezTo>
                    <a:pt x="147142" y="82953"/>
                    <a:pt x="147057" y="82868"/>
                    <a:pt x="147018" y="82791"/>
                  </a:cubicBezTo>
                  <a:lnTo>
                    <a:pt x="146999" y="82782"/>
                  </a:lnTo>
                  <a:cubicBezTo>
                    <a:pt x="146990" y="82763"/>
                    <a:pt x="146990" y="82744"/>
                    <a:pt x="146980" y="82715"/>
                  </a:cubicBezTo>
                  <a:lnTo>
                    <a:pt x="151009" y="80382"/>
                  </a:lnTo>
                  <a:cubicBezTo>
                    <a:pt x="151257" y="80239"/>
                    <a:pt x="151390" y="80039"/>
                    <a:pt x="151400" y="79848"/>
                  </a:cubicBezTo>
                  <a:lnTo>
                    <a:pt x="151438" y="78705"/>
                  </a:lnTo>
                  <a:lnTo>
                    <a:pt x="156124" y="81544"/>
                  </a:lnTo>
                  <a:cubicBezTo>
                    <a:pt x="156201" y="81582"/>
                    <a:pt x="156296" y="81639"/>
                    <a:pt x="156372" y="81667"/>
                  </a:cubicBezTo>
                  <a:cubicBezTo>
                    <a:pt x="156410" y="81687"/>
                    <a:pt x="156458" y="81696"/>
                    <a:pt x="156486" y="81696"/>
                  </a:cubicBezTo>
                  <a:cubicBezTo>
                    <a:pt x="156515" y="81696"/>
                    <a:pt x="156543" y="81715"/>
                    <a:pt x="156553" y="81715"/>
                  </a:cubicBezTo>
                  <a:cubicBezTo>
                    <a:pt x="156572" y="81715"/>
                    <a:pt x="156601" y="81725"/>
                    <a:pt x="156620" y="81725"/>
                  </a:cubicBezTo>
                  <a:cubicBezTo>
                    <a:pt x="156677" y="81725"/>
                    <a:pt x="156724" y="81744"/>
                    <a:pt x="156791" y="81753"/>
                  </a:cubicBezTo>
                  <a:lnTo>
                    <a:pt x="156982" y="81753"/>
                  </a:lnTo>
                  <a:lnTo>
                    <a:pt x="157001" y="81753"/>
                  </a:lnTo>
                  <a:cubicBezTo>
                    <a:pt x="157001" y="81753"/>
                    <a:pt x="157029" y="81763"/>
                    <a:pt x="157048" y="81753"/>
                  </a:cubicBezTo>
                  <a:lnTo>
                    <a:pt x="157172" y="81753"/>
                  </a:lnTo>
                  <a:cubicBezTo>
                    <a:pt x="157210" y="81753"/>
                    <a:pt x="157248" y="81744"/>
                    <a:pt x="157286" y="81744"/>
                  </a:cubicBezTo>
                  <a:cubicBezTo>
                    <a:pt x="157334" y="81725"/>
                    <a:pt x="157372" y="81715"/>
                    <a:pt x="157420" y="81715"/>
                  </a:cubicBezTo>
                  <a:cubicBezTo>
                    <a:pt x="157429" y="81715"/>
                    <a:pt x="157439" y="81715"/>
                    <a:pt x="157448" y="81715"/>
                  </a:cubicBezTo>
                  <a:lnTo>
                    <a:pt x="157477" y="81696"/>
                  </a:lnTo>
                  <a:cubicBezTo>
                    <a:pt x="157496" y="81696"/>
                    <a:pt x="157525" y="81687"/>
                    <a:pt x="157553" y="81687"/>
                  </a:cubicBezTo>
                  <a:cubicBezTo>
                    <a:pt x="157591" y="81667"/>
                    <a:pt x="157658" y="81658"/>
                    <a:pt x="157705" y="81639"/>
                  </a:cubicBezTo>
                  <a:cubicBezTo>
                    <a:pt x="157772" y="81601"/>
                    <a:pt x="157839" y="81572"/>
                    <a:pt x="157877" y="81534"/>
                  </a:cubicBezTo>
                  <a:lnTo>
                    <a:pt x="158382" y="81267"/>
                  </a:lnTo>
                  <a:lnTo>
                    <a:pt x="158334" y="82572"/>
                  </a:lnTo>
                  <a:lnTo>
                    <a:pt x="158334" y="82639"/>
                  </a:lnTo>
                  <a:cubicBezTo>
                    <a:pt x="158334" y="82639"/>
                    <a:pt x="158344" y="82687"/>
                    <a:pt x="158353" y="82725"/>
                  </a:cubicBezTo>
                  <a:cubicBezTo>
                    <a:pt x="158372" y="82744"/>
                    <a:pt x="158382" y="82772"/>
                    <a:pt x="158382" y="82791"/>
                  </a:cubicBezTo>
                  <a:cubicBezTo>
                    <a:pt x="158401" y="82801"/>
                    <a:pt x="158401" y="82810"/>
                    <a:pt x="158401" y="82810"/>
                  </a:cubicBezTo>
                  <a:cubicBezTo>
                    <a:pt x="158420" y="82830"/>
                    <a:pt x="158420" y="82830"/>
                    <a:pt x="158420" y="82830"/>
                  </a:cubicBezTo>
                  <a:cubicBezTo>
                    <a:pt x="158430" y="82839"/>
                    <a:pt x="158430" y="82877"/>
                    <a:pt x="158439" y="82887"/>
                  </a:cubicBezTo>
                  <a:cubicBezTo>
                    <a:pt x="158458" y="82906"/>
                    <a:pt x="158477" y="82934"/>
                    <a:pt x="158506" y="82953"/>
                  </a:cubicBezTo>
                  <a:cubicBezTo>
                    <a:pt x="158553" y="82991"/>
                    <a:pt x="158610" y="83030"/>
                    <a:pt x="158658" y="83068"/>
                  </a:cubicBezTo>
                  <a:lnTo>
                    <a:pt x="158687" y="83096"/>
                  </a:lnTo>
                  <a:lnTo>
                    <a:pt x="164525" y="86621"/>
                  </a:lnTo>
                  <a:cubicBezTo>
                    <a:pt x="164611" y="86668"/>
                    <a:pt x="164697" y="86716"/>
                    <a:pt x="164773" y="86744"/>
                  </a:cubicBezTo>
                  <a:cubicBezTo>
                    <a:pt x="164821" y="86754"/>
                    <a:pt x="164849" y="86763"/>
                    <a:pt x="164887" y="86773"/>
                  </a:cubicBezTo>
                  <a:cubicBezTo>
                    <a:pt x="164907" y="86773"/>
                    <a:pt x="164935" y="86782"/>
                    <a:pt x="164935" y="86782"/>
                  </a:cubicBezTo>
                  <a:cubicBezTo>
                    <a:pt x="164973" y="86782"/>
                    <a:pt x="164992" y="86811"/>
                    <a:pt x="165021" y="86811"/>
                  </a:cubicBezTo>
                  <a:cubicBezTo>
                    <a:pt x="165068" y="86811"/>
                    <a:pt x="165135" y="86821"/>
                    <a:pt x="165183" y="86839"/>
                  </a:cubicBezTo>
                  <a:cubicBezTo>
                    <a:pt x="165240" y="86839"/>
                    <a:pt x="165287" y="86839"/>
                    <a:pt x="165316" y="86849"/>
                  </a:cubicBezTo>
                  <a:lnTo>
                    <a:pt x="165459" y="86849"/>
                  </a:lnTo>
                  <a:cubicBezTo>
                    <a:pt x="165506" y="86849"/>
                    <a:pt x="165535" y="86839"/>
                    <a:pt x="165583" y="86839"/>
                  </a:cubicBezTo>
                  <a:cubicBezTo>
                    <a:pt x="165621" y="86839"/>
                    <a:pt x="165668" y="86821"/>
                    <a:pt x="165697" y="86821"/>
                  </a:cubicBezTo>
                  <a:cubicBezTo>
                    <a:pt x="165745" y="86811"/>
                    <a:pt x="165783" y="86811"/>
                    <a:pt x="165830" y="86801"/>
                  </a:cubicBezTo>
                  <a:lnTo>
                    <a:pt x="165849" y="86782"/>
                  </a:lnTo>
                  <a:cubicBezTo>
                    <a:pt x="165868" y="86782"/>
                    <a:pt x="165868" y="86782"/>
                    <a:pt x="165868" y="86782"/>
                  </a:cubicBezTo>
                  <a:cubicBezTo>
                    <a:pt x="165906" y="86773"/>
                    <a:pt x="165926" y="86773"/>
                    <a:pt x="165954" y="86763"/>
                  </a:cubicBezTo>
                  <a:cubicBezTo>
                    <a:pt x="166011" y="86744"/>
                    <a:pt x="166059" y="86735"/>
                    <a:pt x="166116" y="86716"/>
                  </a:cubicBezTo>
                  <a:cubicBezTo>
                    <a:pt x="166173" y="86687"/>
                    <a:pt x="166231" y="86649"/>
                    <a:pt x="166297" y="86621"/>
                  </a:cubicBezTo>
                  <a:lnTo>
                    <a:pt x="166431" y="86544"/>
                  </a:lnTo>
                  <a:lnTo>
                    <a:pt x="171002" y="83887"/>
                  </a:lnTo>
                  <a:cubicBezTo>
                    <a:pt x="171260" y="83753"/>
                    <a:pt x="171383" y="83573"/>
                    <a:pt x="171383" y="83373"/>
                  </a:cubicBezTo>
                  <a:lnTo>
                    <a:pt x="171431" y="82239"/>
                  </a:lnTo>
                  <a:lnTo>
                    <a:pt x="174498" y="84116"/>
                  </a:lnTo>
                  <a:cubicBezTo>
                    <a:pt x="174574" y="84144"/>
                    <a:pt x="174670" y="84192"/>
                    <a:pt x="174765" y="84220"/>
                  </a:cubicBezTo>
                  <a:cubicBezTo>
                    <a:pt x="174793" y="84230"/>
                    <a:pt x="174841" y="84230"/>
                    <a:pt x="174870" y="84239"/>
                  </a:cubicBezTo>
                  <a:cubicBezTo>
                    <a:pt x="174889" y="84258"/>
                    <a:pt x="174917" y="84258"/>
                    <a:pt x="174927" y="84258"/>
                  </a:cubicBezTo>
                  <a:cubicBezTo>
                    <a:pt x="174927" y="84258"/>
                    <a:pt x="174965" y="84277"/>
                    <a:pt x="174993" y="84277"/>
                  </a:cubicBezTo>
                  <a:cubicBezTo>
                    <a:pt x="175041" y="84287"/>
                    <a:pt x="175098" y="84296"/>
                    <a:pt x="175146" y="84296"/>
                  </a:cubicBezTo>
                  <a:cubicBezTo>
                    <a:pt x="175193" y="84306"/>
                    <a:pt x="175251" y="84306"/>
                    <a:pt x="175289" y="84306"/>
                  </a:cubicBezTo>
                  <a:lnTo>
                    <a:pt x="175355" y="84306"/>
                  </a:lnTo>
                  <a:lnTo>
                    <a:pt x="175374" y="84306"/>
                  </a:lnTo>
                  <a:lnTo>
                    <a:pt x="175536" y="84306"/>
                  </a:lnTo>
                  <a:cubicBezTo>
                    <a:pt x="175584" y="84296"/>
                    <a:pt x="175632" y="84296"/>
                    <a:pt x="175670" y="84287"/>
                  </a:cubicBezTo>
                  <a:cubicBezTo>
                    <a:pt x="175717" y="84287"/>
                    <a:pt x="175756" y="84277"/>
                    <a:pt x="175794" y="84258"/>
                  </a:cubicBezTo>
                  <a:cubicBezTo>
                    <a:pt x="175822" y="84258"/>
                    <a:pt x="175822" y="84258"/>
                    <a:pt x="175841" y="84258"/>
                  </a:cubicBezTo>
                  <a:lnTo>
                    <a:pt x="175851" y="84258"/>
                  </a:lnTo>
                  <a:cubicBezTo>
                    <a:pt x="175879" y="84239"/>
                    <a:pt x="175908" y="84239"/>
                    <a:pt x="175927" y="84230"/>
                  </a:cubicBezTo>
                  <a:cubicBezTo>
                    <a:pt x="175984" y="84211"/>
                    <a:pt x="176041" y="84201"/>
                    <a:pt x="176079" y="84182"/>
                  </a:cubicBezTo>
                  <a:cubicBezTo>
                    <a:pt x="176146" y="84154"/>
                    <a:pt x="176222" y="84134"/>
                    <a:pt x="176270" y="84096"/>
                  </a:cubicBezTo>
                  <a:lnTo>
                    <a:pt x="180985" y="81363"/>
                  </a:lnTo>
                  <a:cubicBezTo>
                    <a:pt x="181232" y="81229"/>
                    <a:pt x="181356" y="81039"/>
                    <a:pt x="181366" y="80848"/>
                  </a:cubicBezTo>
                  <a:lnTo>
                    <a:pt x="181423" y="79191"/>
                  </a:lnTo>
                  <a:cubicBezTo>
                    <a:pt x="181413" y="79362"/>
                    <a:pt x="181270" y="79543"/>
                    <a:pt x="181051" y="79677"/>
                  </a:cubicBezTo>
                  <a:lnTo>
                    <a:pt x="175431" y="82096"/>
                  </a:lnTo>
                  <a:close/>
                  <a:moveTo>
                    <a:pt x="66494" y="27699"/>
                  </a:moveTo>
                  <a:lnTo>
                    <a:pt x="60170" y="31347"/>
                  </a:lnTo>
                  <a:lnTo>
                    <a:pt x="60093" y="33023"/>
                  </a:lnTo>
                  <a:lnTo>
                    <a:pt x="62284" y="31756"/>
                  </a:lnTo>
                  <a:lnTo>
                    <a:pt x="62227" y="33176"/>
                  </a:lnTo>
                  <a:cubicBezTo>
                    <a:pt x="62227" y="33176"/>
                    <a:pt x="62227" y="33214"/>
                    <a:pt x="62237" y="33261"/>
                  </a:cubicBezTo>
                  <a:cubicBezTo>
                    <a:pt x="62237" y="33261"/>
                    <a:pt x="62246" y="33299"/>
                    <a:pt x="62265" y="33319"/>
                  </a:cubicBezTo>
                  <a:cubicBezTo>
                    <a:pt x="62265" y="33338"/>
                    <a:pt x="62275" y="33366"/>
                    <a:pt x="62294" y="33395"/>
                  </a:cubicBezTo>
                  <a:cubicBezTo>
                    <a:pt x="62303" y="33404"/>
                    <a:pt x="62303" y="33423"/>
                    <a:pt x="62313" y="33433"/>
                  </a:cubicBezTo>
                  <a:cubicBezTo>
                    <a:pt x="62322" y="33442"/>
                    <a:pt x="62322" y="33442"/>
                    <a:pt x="62322" y="33442"/>
                  </a:cubicBezTo>
                  <a:lnTo>
                    <a:pt x="62322" y="33471"/>
                  </a:lnTo>
                  <a:cubicBezTo>
                    <a:pt x="62360" y="33500"/>
                    <a:pt x="62379" y="33528"/>
                    <a:pt x="62408" y="33557"/>
                  </a:cubicBezTo>
                  <a:cubicBezTo>
                    <a:pt x="62455" y="33595"/>
                    <a:pt x="62503" y="33642"/>
                    <a:pt x="62570" y="33681"/>
                  </a:cubicBezTo>
                  <a:cubicBezTo>
                    <a:pt x="62570" y="33681"/>
                    <a:pt x="62579" y="33681"/>
                    <a:pt x="62589" y="33690"/>
                  </a:cubicBezTo>
                  <a:lnTo>
                    <a:pt x="65113" y="35224"/>
                  </a:lnTo>
                  <a:cubicBezTo>
                    <a:pt x="65075" y="35252"/>
                    <a:pt x="65046" y="35290"/>
                    <a:pt x="64989" y="35328"/>
                  </a:cubicBezTo>
                  <a:lnTo>
                    <a:pt x="60284" y="38062"/>
                  </a:lnTo>
                  <a:cubicBezTo>
                    <a:pt x="60141" y="38138"/>
                    <a:pt x="60027" y="38186"/>
                    <a:pt x="59874" y="38224"/>
                  </a:cubicBezTo>
                  <a:lnTo>
                    <a:pt x="59865" y="38224"/>
                  </a:lnTo>
                  <a:cubicBezTo>
                    <a:pt x="59712" y="38262"/>
                    <a:pt x="59550" y="38272"/>
                    <a:pt x="59398" y="38272"/>
                  </a:cubicBezTo>
                  <a:lnTo>
                    <a:pt x="59389" y="38272"/>
                  </a:lnTo>
                  <a:cubicBezTo>
                    <a:pt x="59236" y="38272"/>
                    <a:pt x="59093" y="38272"/>
                    <a:pt x="58960" y="38233"/>
                  </a:cubicBezTo>
                  <a:cubicBezTo>
                    <a:pt x="58941" y="38233"/>
                    <a:pt x="58912" y="38224"/>
                    <a:pt x="58912" y="38224"/>
                  </a:cubicBezTo>
                  <a:cubicBezTo>
                    <a:pt x="58769" y="38176"/>
                    <a:pt x="58646" y="38138"/>
                    <a:pt x="58522" y="38072"/>
                  </a:cubicBezTo>
                  <a:lnTo>
                    <a:pt x="46968" y="31071"/>
                  </a:lnTo>
                  <a:cubicBezTo>
                    <a:pt x="46844" y="31004"/>
                    <a:pt x="46768" y="30909"/>
                    <a:pt x="46720" y="30842"/>
                  </a:cubicBezTo>
                  <a:cubicBezTo>
                    <a:pt x="46720" y="30842"/>
                    <a:pt x="46720" y="30842"/>
                    <a:pt x="46701" y="30823"/>
                  </a:cubicBezTo>
                  <a:cubicBezTo>
                    <a:pt x="46654" y="30737"/>
                    <a:pt x="46625" y="30642"/>
                    <a:pt x="46625" y="30556"/>
                  </a:cubicBezTo>
                  <a:lnTo>
                    <a:pt x="46577" y="32252"/>
                  </a:lnTo>
                  <a:lnTo>
                    <a:pt x="46577" y="32271"/>
                  </a:lnTo>
                  <a:lnTo>
                    <a:pt x="46568" y="32338"/>
                  </a:lnTo>
                  <a:cubicBezTo>
                    <a:pt x="46587" y="32356"/>
                    <a:pt x="46587" y="32385"/>
                    <a:pt x="46587" y="32385"/>
                  </a:cubicBezTo>
                  <a:cubicBezTo>
                    <a:pt x="46596" y="32433"/>
                    <a:pt x="46606" y="32461"/>
                    <a:pt x="46615" y="32490"/>
                  </a:cubicBezTo>
                  <a:cubicBezTo>
                    <a:pt x="46615" y="32490"/>
                    <a:pt x="46644" y="32518"/>
                    <a:pt x="46654" y="32528"/>
                  </a:cubicBezTo>
                  <a:cubicBezTo>
                    <a:pt x="46654" y="32528"/>
                    <a:pt x="46654" y="32528"/>
                    <a:pt x="46654" y="32538"/>
                  </a:cubicBezTo>
                  <a:lnTo>
                    <a:pt x="46663" y="32556"/>
                  </a:lnTo>
                  <a:cubicBezTo>
                    <a:pt x="46692" y="32595"/>
                    <a:pt x="46720" y="32614"/>
                    <a:pt x="46739" y="32642"/>
                  </a:cubicBezTo>
                  <a:cubicBezTo>
                    <a:pt x="46777" y="32690"/>
                    <a:pt x="46844" y="32728"/>
                    <a:pt x="46901" y="32776"/>
                  </a:cubicBezTo>
                  <a:lnTo>
                    <a:pt x="46911" y="32776"/>
                  </a:lnTo>
                  <a:lnTo>
                    <a:pt x="52178" y="35957"/>
                  </a:lnTo>
                  <a:cubicBezTo>
                    <a:pt x="52131" y="35995"/>
                    <a:pt x="52111" y="36033"/>
                    <a:pt x="52064" y="36081"/>
                  </a:cubicBezTo>
                  <a:lnTo>
                    <a:pt x="47349" y="38796"/>
                  </a:lnTo>
                  <a:cubicBezTo>
                    <a:pt x="47225" y="38872"/>
                    <a:pt x="47092" y="38929"/>
                    <a:pt x="46939" y="38958"/>
                  </a:cubicBezTo>
                  <a:lnTo>
                    <a:pt x="46939" y="38958"/>
                  </a:lnTo>
                  <a:cubicBezTo>
                    <a:pt x="46777" y="38986"/>
                    <a:pt x="46635" y="39005"/>
                    <a:pt x="46482" y="39005"/>
                  </a:cubicBezTo>
                  <a:lnTo>
                    <a:pt x="46463" y="39005"/>
                  </a:lnTo>
                  <a:cubicBezTo>
                    <a:pt x="46311" y="39005"/>
                    <a:pt x="46187" y="38996"/>
                    <a:pt x="46034" y="38967"/>
                  </a:cubicBezTo>
                  <a:cubicBezTo>
                    <a:pt x="46016" y="38967"/>
                    <a:pt x="45996" y="38958"/>
                    <a:pt x="45977" y="38948"/>
                  </a:cubicBezTo>
                  <a:cubicBezTo>
                    <a:pt x="45844" y="38919"/>
                    <a:pt x="45720" y="38872"/>
                    <a:pt x="45606" y="38805"/>
                  </a:cubicBezTo>
                  <a:lnTo>
                    <a:pt x="37890" y="34147"/>
                  </a:lnTo>
                  <a:cubicBezTo>
                    <a:pt x="37786" y="34071"/>
                    <a:pt x="37690" y="33976"/>
                    <a:pt x="37643" y="33900"/>
                  </a:cubicBezTo>
                  <a:lnTo>
                    <a:pt x="37643" y="33890"/>
                  </a:lnTo>
                  <a:cubicBezTo>
                    <a:pt x="37605" y="33842"/>
                    <a:pt x="37605" y="33795"/>
                    <a:pt x="37595" y="33738"/>
                  </a:cubicBezTo>
                  <a:lnTo>
                    <a:pt x="41510" y="31461"/>
                  </a:lnTo>
                  <a:cubicBezTo>
                    <a:pt x="41758" y="31309"/>
                    <a:pt x="41881" y="31128"/>
                    <a:pt x="41891" y="30937"/>
                  </a:cubicBezTo>
                  <a:lnTo>
                    <a:pt x="41929" y="29851"/>
                  </a:lnTo>
                  <a:lnTo>
                    <a:pt x="42224" y="30042"/>
                  </a:lnTo>
                  <a:cubicBezTo>
                    <a:pt x="42310" y="30090"/>
                    <a:pt x="42406" y="30118"/>
                    <a:pt x="42491" y="30156"/>
                  </a:cubicBezTo>
                  <a:cubicBezTo>
                    <a:pt x="42520" y="30166"/>
                    <a:pt x="42567" y="30185"/>
                    <a:pt x="42596" y="30194"/>
                  </a:cubicBezTo>
                  <a:cubicBezTo>
                    <a:pt x="42624" y="30194"/>
                    <a:pt x="42634" y="30214"/>
                    <a:pt x="42663" y="30214"/>
                  </a:cubicBezTo>
                  <a:cubicBezTo>
                    <a:pt x="42682" y="30223"/>
                    <a:pt x="42710" y="30223"/>
                    <a:pt x="42720" y="30232"/>
                  </a:cubicBezTo>
                  <a:cubicBezTo>
                    <a:pt x="42786" y="30242"/>
                    <a:pt x="42844" y="30242"/>
                    <a:pt x="42891" y="30252"/>
                  </a:cubicBezTo>
                  <a:cubicBezTo>
                    <a:pt x="42929" y="30252"/>
                    <a:pt x="42996" y="30252"/>
                    <a:pt x="43024" y="30261"/>
                  </a:cubicBezTo>
                  <a:lnTo>
                    <a:pt x="43167" y="30261"/>
                  </a:lnTo>
                  <a:cubicBezTo>
                    <a:pt x="43206" y="30261"/>
                    <a:pt x="43253" y="30252"/>
                    <a:pt x="43291" y="30252"/>
                  </a:cubicBezTo>
                  <a:cubicBezTo>
                    <a:pt x="43329" y="30252"/>
                    <a:pt x="43377" y="30242"/>
                    <a:pt x="43415" y="30242"/>
                  </a:cubicBezTo>
                  <a:cubicBezTo>
                    <a:pt x="43453" y="30232"/>
                    <a:pt x="43482" y="30232"/>
                    <a:pt x="43539" y="30223"/>
                  </a:cubicBezTo>
                  <a:lnTo>
                    <a:pt x="43567" y="30194"/>
                  </a:lnTo>
                  <a:lnTo>
                    <a:pt x="43577" y="30194"/>
                  </a:lnTo>
                  <a:cubicBezTo>
                    <a:pt x="43615" y="30194"/>
                    <a:pt x="43653" y="30194"/>
                    <a:pt x="43672" y="30185"/>
                  </a:cubicBezTo>
                  <a:cubicBezTo>
                    <a:pt x="43729" y="30156"/>
                    <a:pt x="43767" y="30137"/>
                    <a:pt x="43825" y="30118"/>
                  </a:cubicBezTo>
                  <a:cubicBezTo>
                    <a:pt x="43891" y="30099"/>
                    <a:pt x="43948" y="30071"/>
                    <a:pt x="44006" y="30042"/>
                  </a:cubicBezTo>
                  <a:lnTo>
                    <a:pt x="48711" y="27327"/>
                  </a:lnTo>
                  <a:cubicBezTo>
                    <a:pt x="48959" y="27156"/>
                    <a:pt x="49092" y="26975"/>
                    <a:pt x="49092" y="26784"/>
                  </a:cubicBezTo>
                  <a:lnTo>
                    <a:pt x="49140" y="25613"/>
                  </a:lnTo>
                  <a:lnTo>
                    <a:pt x="51273" y="26918"/>
                  </a:lnTo>
                  <a:cubicBezTo>
                    <a:pt x="51359" y="26956"/>
                    <a:pt x="51445" y="27004"/>
                    <a:pt x="51530" y="27032"/>
                  </a:cubicBezTo>
                  <a:cubicBezTo>
                    <a:pt x="51568" y="27042"/>
                    <a:pt x="51606" y="27042"/>
                    <a:pt x="51635" y="27051"/>
                  </a:cubicBezTo>
                  <a:cubicBezTo>
                    <a:pt x="51664" y="27061"/>
                    <a:pt x="51683" y="27061"/>
                    <a:pt x="51702" y="27070"/>
                  </a:cubicBezTo>
                  <a:cubicBezTo>
                    <a:pt x="51730" y="27070"/>
                    <a:pt x="51749" y="27089"/>
                    <a:pt x="51749" y="27089"/>
                  </a:cubicBezTo>
                  <a:cubicBezTo>
                    <a:pt x="51835" y="27099"/>
                    <a:pt x="51883" y="27099"/>
                    <a:pt x="51940" y="27099"/>
                  </a:cubicBezTo>
                  <a:cubicBezTo>
                    <a:pt x="51978" y="27127"/>
                    <a:pt x="52026" y="27127"/>
                    <a:pt x="52064" y="27127"/>
                  </a:cubicBezTo>
                  <a:lnTo>
                    <a:pt x="52131" y="27127"/>
                  </a:lnTo>
                  <a:lnTo>
                    <a:pt x="52149" y="27127"/>
                  </a:lnTo>
                  <a:lnTo>
                    <a:pt x="52207" y="27127"/>
                  </a:lnTo>
                  <a:cubicBezTo>
                    <a:pt x="52235" y="27127"/>
                    <a:pt x="52273" y="27127"/>
                    <a:pt x="52321" y="27099"/>
                  </a:cubicBezTo>
                  <a:cubicBezTo>
                    <a:pt x="52369" y="27099"/>
                    <a:pt x="52407" y="27099"/>
                    <a:pt x="52445" y="27099"/>
                  </a:cubicBezTo>
                  <a:cubicBezTo>
                    <a:pt x="52483" y="27099"/>
                    <a:pt x="52531" y="27089"/>
                    <a:pt x="52578" y="27070"/>
                  </a:cubicBezTo>
                  <a:cubicBezTo>
                    <a:pt x="52578" y="27070"/>
                    <a:pt x="52597" y="27070"/>
                    <a:pt x="52616" y="27061"/>
                  </a:cubicBezTo>
                  <a:lnTo>
                    <a:pt x="52626" y="27061"/>
                  </a:lnTo>
                  <a:cubicBezTo>
                    <a:pt x="52654" y="27051"/>
                    <a:pt x="52673" y="27051"/>
                    <a:pt x="52702" y="27042"/>
                  </a:cubicBezTo>
                  <a:cubicBezTo>
                    <a:pt x="52750" y="27032"/>
                    <a:pt x="52807" y="27013"/>
                    <a:pt x="52864" y="27004"/>
                  </a:cubicBezTo>
                  <a:cubicBezTo>
                    <a:pt x="52930" y="26975"/>
                    <a:pt x="52988" y="26937"/>
                    <a:pt x="53035" y="26908"/>
                  </a:cubicBezTo>
                  <a:lnTo>
                    <a:pt x="57750" y="24175"/>
                  </a:lnTo>
                  <a:cubicBezTo>
                    <a:pt x="57998" y="24032"/>
                    <a:pt x="58131" y="23851"/>
                    <a:pt x="58141" y="23660"/>
                  </a:cubicBezTo>
                  <a:lnTo>
                    <a:pt x="58179" y="22460"/>
                  </a:lnTo>
                  <a:lnTo>
                    <a:pt x="63256" y="25527"/>
                  </a:lnTo>
                  <a:cubicBezTo>
                    <a:pt x="63341" y="25565"/>
                    <a:pt x="63427" y="25622"/>
                    <a:pt x="63522" y="25651"/>
                  </a:cubicBezTo>
                  <a:cubicBezTo>
                    <a:pt x="63560" y="25670"/>
                    <a:pt x="63589" y="25670"/>
                    <a:pt x="63627" y="25680"/>
                  </a:cubicBezTo>
                  <a:cubicBezTo>
                    <a:pt x="63646" y="25689"/>
                    <a:pt x="63665" y="25689"/>
                    <a:pt x="63684" y="25699"/>
                  </a:cubicBezTo>
                  <a:cubicBezTo>
                    <a:pt x="63703" y="25699"/>
                    <a:pt x="63741" y="25708"/>
                    <a:pt x="63770" y="25708"/>
                  </a:cubicBezTo>
                  <a:cubicBezTo>
                    <a:pt x="63818" y="25718"/>
                    <a:pt x="63865" y="25727"/>
                    <a:pt x="63922" y="25727"/>
                  </a:cubicBezTo>
                  <a:cubicBezTo>
                    <a:pt x="63951" y="25737"/>
                    <a:pt x="64018" y="25737"/>
                    <a:pt x="64056" y="25737"/>
                  </a:cubicBezTo>
                  <a:lnTo>
                    <a:pt x="64303" y="25737"/>
                  </a:lnTo>
                  <a:cubicBezTo>
                    <a:pt x="64341" y="25727"/>
                    <a:pt x="64370" y="25727"/>
                    <a:pt x="64418" y="25718"/>
                  </a:cubicBezTo>
                  <a:cubicBezTo>
                    <a:pt x="64465" y="25718"/>
                    <a:pt x="64503" y="25708"/>
                    <a:pt x="64551" y="25699"/>
                  </a:cubicBezTo>
                  <a:cubicBezTo>
                    <a:pt x="64551" y="25699"/>
                    <a:pt x="64579" y="25699"/>
                    <a:pt x="64589" y="25689"/>
                  </a:cubicBezTo>
                  <a:lnTo>
                    <a:pt x="64589" y="25689"/>
                  </a:lnTo>
                  <a:cubicBezTo>
                    <a:pt x="64627" y="25680"/>
                    <a:pt x="64656" y="25680"/>
                    <a:pt x="64665" y="25670"/>
                  </a:cubicBezTo>
                  <a:cubicBezTo>
                    <a:pt x="64732" y="25641"/>
                    <a:pt x="64780" y="25632"/>
                    <a:pt x="64827" y="25613"/>
                  </a:cubicBezTo>
                  <a:cubicBezTo>
                    <a:pt x="64894" y="25575"/>
                    <a:pt x="64961" y="25556"/>
                    <a:pt x="65027" y="25527"/>
                  </a:cubicBezTo>
                  <a:lnTo>
                    <a:pt x="65551" y="25203"/>
                  </a:lnTo>
                  <a:lnTo>
                    <a:pt x="65513" y="26565"/>
                  </a:lnTo>
                  <a:lnTo>
                    <a:pt x="65513" y="26575"/>
                  </a:lnTo>
                  <a:cubicBezTo>
                    <a:pt x="65513" y="26575"/>
                    <a:pt x="65513" y="26642"/>
                    <a:pt x="65522" y="26661"/>
                  </a:cubicBezTo>
                  <a:lnTo>
                    <a:pt x="65522" y="26737"/>
                  </a:lnTo>
                  <a:cubicBezTo>
                    <a:pt x="65551" y="26756"/>
                    <a:pt x="65551" y="26784"/>
                    <a:pt x="65580" y="26794"/>
                  </a:cubicBezTo>
                  <a:cubicBezTo>
                    <a:pt x="65580" y="26794"/>
                    <a:pt x="65580" y="26832"/>
                    <a:pt x="65589" y="26851"/>
                  </a:cubicBezTo>
                  <a:lnTo>
                    <a:pt x="65608" y="26861"/>
                  </a:lnTo>
                  <a:lnTo>
                    <a:pt x="65618" y="26870"/>
                  </a:lnTo>
                  <a:cubicBezTo>
                    <a:pt x="65627" y="26918"/>
                    <a:pt x="65675" y="26937"/>
                    <a:pt x="65685" y="26984"/>
                  </a:cubicBezTo>
                  <a:cubicBezTo>
                    <a:pt x="65732" y="27022"/>
                    <a:pt x="65799" y="27051"/>
                    <a:pt x="65837" y="27089"/>
                  </a:cubicBezTo>
                  <a:cubicBezTo>
                    <a:pt x="65837" y="27089"/>
                    <a:pt x="65865" y="27089"/>
                    <a:pt x="65865" y="27099"/>
                  </a:cubicBezTo>
                  <a:lnTo>
                    <a:pt x="66723" y="27623"/>
                  </a:lnTo>
                  <a:cubicBezTo>
                    <a:pt x="66570" y="27594"/>
                    <a:pt x="66532" y="27632"/>
                    <a:pt x="66494" y="27699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7CEFC8B5-C64B-4687-9474-B686D7EB4842}"/>
                </a:ext>
              </a:extLst>
            </p:cNvPr>
            <p:cNvSpPr/>
            <p:nvPr/>
          </p:nvSpPr>
          <p:spPr>
            <a:xfrm>
              <a:off x="5046527" y="5320004"/>
              <a:ext cx="19050" cy="19050"/>
            </a:xfrm>
            <a:custGeom>
              <a:avLst/>
              <a:gdLst>
                <a:gd name="connsiteX0" fmla="*/ 14478 w 19050"/>
                <a:gd name="connsiteY0" fmla="*/ 8963 h 19050"/>
                <a:gd name="connsiteX1" fmla="*/ 14326 w 19050"/>
                <a:gd name="connsiteY1" fmla="*/ 8858 h 19050"/>
                <a:gd name="connsiteX2" fmla="*/ 14240 w 19050"/>
                <a:gd name="connsiteY2" fmla="*/ 8754 h 19050"/>
                <a:gd name="connsiteX3" fmla="*/ 14230 w 19050"/>
                <a:gd name="connsiteY3" fmla="*/ 8744 h 19050"/>
                <a:gd name="connsiteX4" fmla="*/ 14230 w 19050"/>
                <a:gd name="connsiteY4" fmla="*/ 8734 h 19050"/>
                <a:gd name="connsiteX5" fmla="*/ 14192 w 19050"/>
                <a:gd name="connsiteY5" fmla="*/ 8687 h 19050"/>
                <a:gd name="connsiteX6" fmla="*/ 14164 w 19050"/>
                <a:gd name="connsiteY6" fmla="*/ 8611 h 19050"/>
                <a:gd name="connsiteX7" fmla="*/ 14144 w 19050"/>
                <a:gd name="connsiteY7" fmla="*/ 8525 h 19050"/>
                <a:gd name="connsiteX8" fmla="*/ 14144 w 19050"/>
                <a:gd name="connsiteY8" fmla="*/ 8468 h 19050"/>
                <a:gd name="connsiteX9" fmla="*/ 14144 w 19050"/>
                <a:gd name="connsiteY9" fmla="*/ 8458 h 19050"/>
                <a:gd name="connsiteX10" fmla="*/ 14192 w 19050"/>
                <a:gd name="connsiteY10" fmla="*/ 7144 h 19050"/>
                <a:gd name="connsiteX11" fmla="*/ 7144 w 19050"/>
                <a:gd name="connsiteY11" fmla="*/ 11220 h 19050"/>
                <a:gd name="connsiteX12" fmla="*/ 7363 w 19050"/>
                <a:gd name="connsiteY12" fmla="*/ 11421 h 19050"/>
                <a:gd name="connsiteX13" fmla="*/ 13678 w 19050"/>
                <a:gd name="connsiteY13" fmla="*/ 15249 h 19050"/>
                <a:gd name="connsiteX14" fmla="*/ 14049 w 19050"/>
                <a:gd name="connsiteY14" fmla="*/ 15402 h 19050"/>
                <a:gd name="connsiteX15" fmla="*/ 14116 w 19050"/>
                <a:gd name="connsiteY15" fmla="*/ 15411 h 19050"/>
                <a:gd name="connsiteX16" fmla="*/ 14544 w 19050"/>
                <a:gd name="connsiteY16" fmla="*/ 15469 h 19050"/>
                <a:gd name="connsiteX17" fmla="*/ 14554 w 19050"/>
                <a:gd name="connsiteY17" fmla="*/ 15469 h 19050"/>
                <a:gd name="connsiteX18" fmla="*/ 15011 w 19050"/>
                <a:gd name="connsiteY18" fmla="*/ 15411 h 19050"/>
                <a:gd name="connsiteX19" fmla="*/ 15021 w 19050"/>
                <a:gd name="connsiteY19" fmla="*/ 15411 h 19050"/>
                <a:gd name="connsiteX20" fmla="*/ 15430 w 19050"/>
                <a:gd name="connsiteY20" fmla="*/ 15249 h 19050"/>
                <a:gd name="connsiteX21" fmla="*/ 20145 w 19050"/>
                <a:gd name="connsiteY21" fmla="*/ 12525 h 19050"/>
                <a:gd name="connsiteX22" fmla="*/ 20241 w 19050"/>
                <a:gd name="connsiteY22" fmla="*/ 12440 h 19050"/>
                <a:gd name="connsiteX23" fmla="*/ 14478 w 19050"/>
                <a:gd name="connsiteY23" fmla="*/ 8963 h 19050"/>
                <a:gd name="connsiteX24" fmla="*/ 14478 w 19050"/>
                <a:gd name="connsiteY24" fmla="*/ 89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" h="19050">
                  <a:moveTo>
                    <a:pt x="14478" y="8963"/>
                  </a:moveTo>
                  <a:cubicBezTo>
                    <a:pt x="14421" y="8934"/>
                    <a:pt x="14373" y="8896"/>
                    <a:pt x="14326" y="8858"/>
                  </a:cubicBezTo>
                  <a:cubicBezTo>
                    <a:pt x="14297" y="8820"/>
                    <a:pt x="14268" y="8792"/>
                    <a:pt x="14240" y="8754"/>
                  </a:cubicBezTo>
                  <a:lnTo>
                    <a:pt x="14230" y="8744"/>
                  </a:lnTo>
                  <a:lnTo>
                    <a:pt x="14230" y="8734"/>
                  </a:lnTo>
                  <a:cubicBezTo>
                    <a:pt x="14221" y="8706"/>
                    <a:pt x="14202" y="8706"/>
                    <a:pt x="14192" y="8687"/>
                  </a:cubicBezTo>
                  <a:cubicBezTo>
                    <a:pt x="14183" y="8668"/>
                    <a:pt x="14173" y="8639"/>
                    <a:pt x="14164" y="8611"/>
                  </a:cubicBezTo>
                  <a:cubicBezTo>
                    <a:pt x="14164" y="8582"/>
                    <a:pt x="14144" y="8563"/>
                    <a:pt x="14144" y="8525"/>
                  </a:cubicBezTo>
                  <a:lnTo>
                    <a:pt x="14144" y="8468"/>
                  </a:lnTo>
                  <a:lnTo>
                    <a:pt x="14144" y="8458"/>
                  </a:lnTo>
                  <a:lnTo>
                    <a:pt x="14192" y="7144"/>
                  </a:lnTo>
                  <a:lnTo>
                    <a:pt x="7144" y="11220"/>
                  </a:lnTo>
                  <a:cubicBezTo>
                    <a:pt x="7210" y="11287"/>
                    <a:pt x="7277" y="11373"/>
                    <a:pt x="7363" y="11421"/>
                  </a:cubicBezTo>
                  <a:lnTo>
                    <a:pt x="13678" y="15249"/>
                  </a:lnTo>
                  <a:cubicBezTo>
                    <a:pt x="13792" y="15316"/>
                    <a:pt x="13916" y="15364"/>
                    <a:pt x="14049" y="15402"/>
                  </a:cubicBezTo>
                  <a:cubicBezTo>
                    <a:pt x="14068" y="15402"/>
                    <a:pt x="14087" y="15411"/>
                    <a:pt x="14116" y="15411"/>
                  </a:cubicBezTo>
                  <a:cubicBezTo>
                    <a:pt x="14259" y="15449"/>
                    <a:pt x="14383" y="15469"/>
                    <a:pt x="14544" y="15469"/>
                  </a:cubicBezTo>
                  <a:lnTo>
                    <a:pt x="14554" y="15469"/>
                  </a:lnTo>
                  <a:cubicBezTo>
                    <a:pt x="14706" y="15469"/>
                    <a:pt x="14859" y="15449"/>
                    <a:pt x="15011" y="15411"/>
                  </a:cubicBezTo>
                  <a:lnTo>
                    <a:pt x="15021" y="15411"/>
                  </a:lnTo>
                  <a:cubicBezTo>
                    <a:pt x="15173" y="15373"/>
                    <a:pt x="15307" y="15316"/>
                    <a:pt x="15430" y="15249"/>
                  </a:cubicBezTo>
                  <a:lnTo>
                    <a:pt x="20145" y="12525"/>
                  </a:lnTo>
                  <a:cubicBezTo>
                    <a:pt x="20183" y="12497"/>
                    <a:pt x="20203" y="12459"/>
                    <a:pt x="20241" y="12440"/>
                  </a:cubicBezTo>
                  <a:lnTo>
                    <a:pt x="14478" y="8963"/>
                  </a:lnTo>
                  <a:cubicBezTo>
                    <a:pt x="14487" y="8972"/>
                    <a:pt x="14478" y="8972"/>
                    <a:pt x="14478" y="8963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76495B1-D74F-416E-BBF3-9BC45B324C05}"/>
                </a:ext>
              </a:extLst>
            </p:cNvPr>
            <p:cNvSpPr/>
            <p:nvPr/>
          </p:nvSpPr>
          <p:spPr>
            <a:xfrm>
              <a:off x="5053661" y="5315870"/>
              <a:ext cx="19050" cy="19050"/>
            </a:xfrm>
            <a:custGeom>
              <a:avLst/>
              <a:gdLst>
                <a:gd name="connsiteX0" fmla="*/ 16345 w 19050"/>
                <a:gd name="connsiteY0" fmla="*/ 9973 h 19050"/>
                <a:gd name="connsiteX1" fmla="*/ 16192 w 19050"/>
                <a:gd name="connsiteY1" fmla="*/ 9849 h 19050"/>
                <a:gd name="connsiteX2" fmla="*/ 16107 w 19050"/>
                <a:gd name="connsiteY2" fmla="*/ 9763 h 19050"/>
                <a:gd name="connsiteX3" fmla="*/ 16097 w 19050"/>
                <a:gd name="connsiteY3" fmla="*/ 9744 h 19050"/>
                <a:gd name="connsiteX4" fmla="*/ 16097 w 19050"/>
                <a:gd name="connsiteY4" fmla="*/ 9725 h 19050"/>
                <a:gd name="connsiteX5" fmla="*/ 16068 w 19050"/>
                <a:gd name="connsiteY5" fmla="*/ 9687 h 19050"/>
                <a:gd name="connsiteX6" fmla="*/ 16030 w 19050"/>
                <a:gd name="connsiteY6" fmla="*/ 9611 h 19050"/>
                <a:gd name="connsiteX7" fmla="*/ 16021 w 19050"/>
                <a:gd name="connsiteY7" fmla="*/ 9535 h 19050"/>
                <a:gd name="connsiteX8" fmla="*/ 16012 w 19050"/>
                <a:gd name="connsiteY8" fmla="*/ 9468 h 19050"/>
                <a:gd name="connsiteX9" fmla="*/ 16012 w 19050"/>
                <a:gd name="connsiteY9" fmla="*/ 9458 h 19050"/>
                <a:gd name="connsiteX10" fmla="*/ 16050 w 19050"/>
                <a:gd name="connsiteY10" fmla="*/ 8315 h 19050"/>
                <a:gd name="connsiteX11" fmla="*/ 15697 w 19050"/>
                <a:gd name="connsiteY11" fmla="*/ 8515 h 19050"/>
                <a:gd name="connsiteX12" fmla="*/ 15507 w 19050"/>
                <a:gd name="connsiteY12" fmla="*/ 8601 h 19050"/>
                <a:gd name="connsiteX13" fmla="*/ 15354 w 19050"/>
                <a:gd name="connsiteY13" fmla="*/ 8668 h 19050"/>
                <a:gd name="connsiteX14" fmla="*/ 15278 w 19050"/>
                <a:gd name="connsiteY14" fmla="*/ 8687 h 19050"/>
                <a:gd name="connsiteX15" fmla="*/ 15259 w 19050"/>
                <a:gd name="connsiteY15" fmla="*/ 8687 h 19050"/>
                <a:gd name="connsiteX16" fmla="*/ 15221 w 19050"/>
                <a:gd name="connsiteY16" fmla="*/ 8697 h 19050"/>
                <a:gd name="connsiteX17" fmla="*/ 15097 w 19050"/>
                <a:gd name="connsiteY17" fmla="*/ 8725 h 19050"/>
                <a:gd name="connsiteX18" fmla="*/ 14973 w 19050"/>
                <a:gd name="connsiteY18" fmla="*/ 8735 h 19050"/>
                <a:gd name="connsiteX19" fmla="*/ 14849 w 19050"/>
                <a:gd name="connsiteY19" fmla="*/ 8735 h 19050"/>
                <a:gd name="connsiteX20" fmla="*/ 14821 w 19050"/>
                <a:gd name="connsiteY20" fmla="*/ 8735 h 19050"/>
                <a:gd name="connsiteX21" fmla="*/ 14792 w 19050"/>
                <a:gd name="connsiteY21" fmla="*/ 8735 h 19050"/>
                <a:gd name="connsiteX22" fmla="*/ 14726 w 19050"/>
                <a:gd name="connsiteY22" fmla="*/ 8735 h 19050"/>
                <a:gd name="connsiteX23" fmla="*/ 14592 w 19050"/>
                <a:gd name="connsiteY23" fmla="*/ 8725 h 19050"/>
                <a:gd name="connsiteX24" fmla="*/ 14421 w 19050"/>
                <a:gd name="connsiteY24" fmla="*/ 8706 h 19050"/>
                <a:gd name="connsiteX25" fmla="*/ 14354 w 19050"/>
                <a:gd name="connsiteY25" fmla="*/ 8697 h 19050"/>
                <a:gd name="connsiteX26" fmla="*/ 14306 w 19050"/>
                <a:gd name="connsiteY26" fmla="*/ 8677 h 19050"/>
                <a:gd name="connsiteX27" fmla="*/ 14192 w 19050"/>
                <a:gd name="connsiteY27" fmla="*/ 8639 h 19050"/>
                <a:gd name="connsiteX28" fmla="*/ 13926 w 19050"/>
                <a:gd name="connsiteY28" fmla="*/ 8515 h 19050"/>
                <a:gd name="connsiteX29" fmla="*/ 11668 w 19050"/>
                <a:gd name="connsiteY29" fmla="*/ 7144 h 19050"/>
                <a:gd name="connsiteX30" fmla="*/ 11621 w 19050"/>
                <a:gd name="connsiteY30" fmla="*/ 8315 h 19050"/>
                <a:gd name="connsiteX31" fmla="*/ 11239 w 19050"/>
                <a:gd name="connsiteY31" fmla="*/ 8849 h 19050"/>
                <a:gd name="connsiteX32" fmla="*/ 7144 w 19050"/>
                <a:gd name="connsiteY32" fmla="*/ 11211 h 19050"/>
                <a:gd name="connsiteX33" fmla="*/ 7372 w 19050"/>
                <a:gd name="connsiteY33" fmla="*/ 11421 h 19050"/>
                <a:gd name="connsiteX34" fmla="*/ 13678 w 19050"/>
                <a:gd name="connsiteY34" fmla="*/ 15250 h 19050"/>
                <a:gd name="connsiteX35" fmla="*/ 14059 w 19050"/>
                <a:gd name="connsiteY35" fmla="*/ 15383 h 19050"/>
                <a:gd name="connsiteX36" fmla="*/ 14116 w 19050"/>
                <a:gd name="connsiteY36" fmla="*/ 15402 h 19050"/>
                <a:gd name="connsiteX37" fmla="*/ 14545 w 19050"/>
                <a:gd name="connsiteY37" fmla="*/ 15459 h 19050"/>
                <a:gd name="connsiteX38" fmla="*/ 14554 w 19050"/>
                <a:gd name="connsiteY38" fmla="*/ 15459 h 19050"/>
                <a:gd name="connsiteX39" fmla="*/ 15011 w 19050"/>
                <a:gd name="connsiteY39" fmla="*/ 15392 h 19050"/>
                <a:gd name="connsiteX40" fmla="*/ 15030 w 19050"/>
                <a:gd name="connsiteY40" fmla="*/ 15392 h 19050"/>
                <a:gd name="connsiteX41" fmla="*/ 15430 w 19050"/>
                <a:gd name="connsiteY41" fmla="*/ 15250 h 19050"/>
                <a:gd name="connsiteX42" fmla="*/ 20145 w 19050"/>
                <a:gd name="connsiteY42" fmla="*/ 12507 h 19050"/>
                <a:gd name="connsiteX43" fmla="*/ 20307 w 19050"/>
                <a:gd name="connsiteY43" fmla="*/ 12373 h 19050"/>
                <a:gd name="connsiteX44" fmla="*/ 16326 w 19050"/>
                <a:gd name="connsiteY44" fmla="*/ 9954 h 19050"/>
                <a:gd name="connsiteX45" fmla="*/ 16345 w 19050"/>
                <a:gd name="connsiteY45" fmla="*/ 99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6345" y="9973"/>
                  </a:moveTo>
                  <a:cubicBezTo>
                    <a:pt x="16288" y="9935"/>
                    <a:pt x="16240" y="9896"/>
                    <a:pt x="16192" y="9849"/>
                  </a:cubicBezTo>
                  <a:cubicBezTo>
                    <a:pt x="16164" y="9811"/>
                    <a:pt x="16135" y="9792"/>
                    <a:pt x="16107" y="9763"/>
                  </a:cubicBezTo>
                  <a:lnTo>
                    <a:pt x="16097" y="9744"/>
                  </a:lnTo>
                  <a:lnTo>
                    <a:pt x="16097" y="9725"/>
                  </a:lnTo>
                  <a:cubicBezTo>
                    <a:pt x="16088" y="9716"/>
                    <a:pt x="16078" y="9706"/>
                    <a:pt x="16068" y="9687"/>
                  </a:cubicBezTo>
                  <a:cubicBezTo>
                    <a:pt x="16050" y="9649"/>
                    <a:pt x="16050" y="9630"/>
                    <a:pt x="16030" y="9611"/>
                  </a:cubicBezTo>
                  <a:cubicBezTo>
                    <a:pt x="16021" y="9582"/>
                    <a:pt x="16021" y="9535"/>
                    <a:pt x="16021" y="9535"/>
                  </a:cubicBezTo>
                  <a:lnTo>
                    <a:pt x="16012" y="9468"/>
                  </a:lnTo>
                  <a:lnTo>
                    <a:pt x="16012" y="9458"/>
                  </a:lnTo>
                  <a:lnTo>
                    <a:pt x="16050" y="8315"/>
                  </a:lnTo>
                  <a:lnTo>
                    <a:pt x="15697" y="8515"/>
                  </a:lnTo>
                  <a:cubicBezTo>
                    <a:pt x="15640" y="8554"/>
                    <a:pt x="15583" y="8573"/>
                    <a:pt x="15507" y="8601"/>
                  </a:cubicBezTo>
                  <a:cubicBezTo>
                    <a:pt x="15459" y="8620"/>
                    <a:pt x="15411" y="8639"/>
                    <a:pt x="15354" y="8668"/>
                  </a:cubicBezTo>
                  <a:cubicBezTo>
                    <a:pt x="15335" y="8677"/>
                    <a:pt x="15307" y="8677"/>
                    <a:pt x="15278" y="8687"/>
                  </a:cubicBezTo>
                  <a:lnTo>
                    <a:pt x="15259" y="8687"/>
                  </a:lnTo>
                  <a:cubicBezTo>
                    <a:pt x="15249" y="8697"/>
                    <a:pt x="15240" y="8697"/>
                    <a:pt x="15221" y="8697"/>
                  </a:cubicBezTo>
                  <a:cubicBezTo>
                    <a:pt x="15183" y="8706"/>
                    <a:pt x="15135" y="8706"/>
                    <a:pt x="15097" y="8725"/>
                  </a:cubicBezTo>
                  <a:cubicBezTo>
                    <a:pt x="15059" y="8725"/>
                    <a:pt x="15011" y="8725"/>
                    <a:pt x="14973" y="8735"/>
                  </a:cubicBezTo>
                  <a:cubicBezTo>
                    <a:pt x="14935" y="8735"/>
                    <a:pt x="14897" y="8735"/>
                    <a:pt x="14849" y="8735"/>
                  </a:cubicBezTo>
                  <a:cubicBezTo>
                    <a:pt x="14840" y="8735"/>
                    <a:pt x="14821" y="8735"/>
                    <a:pt x="14821" y="8735"/>
                  </a:cubicBezTo>
                  <a:lnTo>
                    <a:pt x="14792" y="8735"/>
                  </a:lnTo>
                  <a:cubicBezTo>
                    <a:pt x="14773" y="8735"/>
                    <a:pt x="14726" y="8735"/>
                    <a:pt x="14726" y="8735"/>
                  </a:cubicBezTo>
                  <a:cubicBezTo>
                    <a:pt x="14687" y="8735"/>
                    <a:pt x="14640" y="8735"/>
                    <a:pt x="14592" y="8725"/>
                  </a:cubicBezTo>
                  <a:cubicBezTo>
                    <a:pt x="14535" y="8725"/>
                    <a:pt x="14487" y="8725"/>
                    <a:pt x="14421" y="8706"/>
                  </a:cubicBezTo>
                  <a:cubicBezTo>
                    <a:pt x="14402" y="8706"/>
                    <a:pt x="14354" y="8697"/>
                    <a:pt x="14354" y="8697"/>
                  </a:cubicBezTo>
                  <a:cubicBezTo>
                    <a:pt x="14344" y="8687"/>
                    <a:pt x="14316" y="8687"/>
                    <a:pt x="14306" y="8677"/>
                  </a:cubicBezTo>
                  <a:cubicBezTo>
                    <a:pt x="14268" y="8668"/>
                    <a:pt x="14221" y="8668"/>
                    <a:pt x="14192" y="8639"/>
                  </a:cubicBezTo>
                  <a:cubicBezTo>
                    <a:pt x="14097" y="8601"/>
                    <a:pt x="14002" y="8563"/>
                    <a:pt x="13926" y="8515"/>
                  </a:cubicBezTo>
                  <a:lnTo>
                    <a:pt x="11668" y="7144"/>
                  </a:lnTo>
                  <a:lnTo>
                    <a:pt x="11621" y="8315"/>
                  </a:lnTo>
                  <a:cubicBezTo>
                    <a:pt x="11621" y="8515"/>
                    <a:pt x="11487" y="8697"/>
                    <a:pt x="11239" y="8849"/>
                  </a:cubicBezTo>
                  <a:lnTo>
                    <a:pt x="7144" y="11211"/>
                  </a:lnTo>
                  <a:cubicBezTo>
                    <a:pt x="7201" y="11287"/>
                    <a:pt x="7277" y="11364"/>
                    <a:pt x="7372" y="11421"/>
                  </a:cubicBezTo>
                  <a:lnTo>
                    <a:pt x="13678" y="15250"/>
                  </a:lnTo>
                  <a:cubicBezTo>
                    <a:pt x="13802" y="15307"/>
                    <a:pt x="13916" y="15345"/>
                    <a:pt x="14059" y="15383"/>
                  </a:cubicBezTo>
                  <a:cubicBezTo>
                    <a:pt x="14078" y="15392"/>
                    <a:pt x="14097" y="15392"/>
                    <a:pt x="14116" y="15402"/>
                  </a:cubicBezTo>
                  <a:cubicBezTo>
                    <a:pt x="14249" y="15421"/>
                    <a:pt x="14392" y="15459"/>
                    <a:pt x="14545" y="15459"/>
                  </a:cubicBezTo>
                  <a:lnTo>
                    <a:pt x="14554" y="15459"/>
                  </a:lnTo>
                  <a:cubicBezTo>
                    <a:pt x="14716" y="15459"/>
                    <a:pt x="14859" y="15421"/>
                    <a:pt x="15011" y="15392"/>
                  </a:cubicBezTo>
                  <a:lnTo>
                    <a:pt x="15030" y="15392"/>
                  </a:lnTo>
                  <a:cubicBezTo>
                    <a:pt x="15183" y="15354"/>
                    <a:pt x="15316" y="15307"/>
                    <a:pt x="15430" y="15250"/>
                  </a:cubicBezTo>
                  <a:lnTo>
                    <a:pt x="20145" y="12507"/>
                  </a:lnTo>
                  <a:cubicBezTo>
                    <a:pt x="20212" y="12459"/>
                    <a:pt x="20260" y="12421"/>
                    <a:pt x="20307" y="12373"/>
                  </a:cubicBezTo>
                  <a:lnTo>
                    <a:pt x="16326" y="9954"/>
                  </a:lnTo>
                  <a:lnTo>
                    <a:pt x="16345" y="995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4C3C4A40-34C3-4CAB-934E-8844A5D49FD3}"/>
                </a:ext>
              </a:extLst>
            </p:cNvPr>
            <p:cNvSpPr/>
            <p:nvPr/>
          </p:nvSpPr>
          <p:spPr>
            <a:xfrm>
              <a:off x="5062814" y="5312813"/>
              <a:ext cx="19050" cy="19050"/>
            </a:xfrm>
            <a:custGeom>
              <a:avLst/>
              <a:gdLst>
                <a:gd name="connsiteX0" fmla="*/ 11649 w 19050"/>
                <a:gd name="connsiteY0" fmla="*/ 8334 h 19050"/>
                <a:gd name="connsiteX1" fmla="*/ 11259 w 19050"/>
                <a:gd name="connsiteY1" fmla="*/ 8858 h 19050"/>
                <a:gd name="connsiteX2" fmla="*/ 7144 w 19050"/>
                <a:gd name="connsiteY2" fmla="*/ 11239 h 19050"/>
                <a:gd name="connsiteX3" fmla="*/ 7277 w 19050"/>
                <a:gd name="connsiteY3" fmla="*/ 11354 h 19050"/>
                <a:gd name="connsiteX4" fmla="*/ 13583 w 19050"/>
                <a:gd name="connsiteY4" fmla="*/ 15164 h 19050"/>
                <a:gd name="connsiteX5" fmla="*/ 13954 w 19050"/>
                <a:gd name="connsiteY5" fmla="*/ 15326 h 19050"/>
                <a:gd name="connsiteX6" fmla="*/ 14011 w 19050"/>
                <a:gd name="connsiteY6" fmla="*/ 15354 h 19050"/>
                <a:gd name="connsiteX7" fmla="*/ 14449 w 19050"/>
                <a:gd name="connsiteY7" fmla="*/ 15392 h 19050"/>
                <a:gd name="connsiteX8" fmla="*/ 14459 w 19050"/>
                <a:gd name="connsiteY8" fmla="*/ 15392 h 19050"/>
                <a:gd name="connsiteX9" fmla="*/ 14907 w 19050"/>
                <a:gd name="connsiteY9" fmla="*/ 15335 h 19050"/>
                <a:gd name="connsiteX10" fmla="*/ 14916 w 19050"/>
                <a:gd name="connsiteY10" fmla="*/ 15335 h 19050"/>
                <a:gd name="connsiteX11" fmla="*/ 15326 w 19050"/>
                <a:gd name="connsiteY11" fmla="*/ 15164 h 19050"/>
                <a:gd name="connsiteX12" fmla="*/ 20041 w 19050"/>
                <a:gd name="connsiteY12" fmla="*/ 12449 h 19050"/>
                <a:gd name="connsiteX13" fmla="*/ 20221 w 19050"/>
                <a:gd name="connsiteY13" fmla="*/ 12287 h 19050"/>
                <a:gd name="connsiteX14" fmla="*/ 11687 w 19050"/>
                <a:gd name="connsiteY14" fmla="*/ 7144 h 19050"/>
                <a:gd name="connsiteX15" fmla="*/ 11649 w 19050"/>
                <a:gd name="connsiteY15" fmla="*/ 83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50" h="19050">
                  <a:moveTo>
                    <a:pt x="11649" y="8334"/>
                  </a:moveTo>
                  <a:cubicBezTo>
                    <a:pt x="11639" y="8525"/>
                    <a:pt x="11506" y="8706"/>
                    <a:pt x="11259" y="8858"/>
                  </a:cubicBezTo>
                  <a:lnTo>
                    <a:pt x="7144" y="11239"/>
                  </a:lnTo>
                  <a:cubicBezTo>
                    <a:pt x="7191" y="11278"/>
                    <a:pt x="7220" y="11335"/>
                    <a:pt x="7277" y="11354"/>
                  </a:cubicBezTo>
                  <a:lnTo>
                    <a:pt x="13583" y="15164"/>
                  </a:lnTo>
                  <a:cubicBezTo>
                    <a:pt x="13697" y="15249"/>
                    <a:pt x="13821" y="15297"/>
                    <a:pt x="13954" y="15326"/>
                  </a:cubicBezTo>
                  <a:cubicBezTo>
                    <a:pt x="13973" y="15326"/>
                    <a:pt x="14011" y="15354"/>
                    <a:pt x="14011" y="15354"/>
                  </a:cubicBezTo>
                  <a:cubicBezTo>
                    <a:pt x="14144" y="15373"/>
                    <a:pt x="14288" y="15392"/>
                    <a:pt x="14449" y="15392"/>
                  </a:cubicBezTo>
                  <a:lnTo>
                    <a:pt x="14459" y="15392"/>
                  </a:lnTo>
                  <a:cubicBezTo>
                    <a:pt x="14611" y="15392"/>
                    <a:pt x="14754" y="15373"/>
                    <a:pt x="14907" y="15335"/>
                  </a:cubicBezTo>
                  <a:lnTo>
                    <a:pt x="14916" y="15335"/>
                  </a:lnTo>
                  <a:cubicBezTo>
                    <a:pt x="15078" y="15297"/>
                    <a:pt x="15202" y="15249"/>
                    <a:pt x="15326" y="15164"/>
                  </a:cubicBezTo>
                  <a:lnTo>
                    <a:pt x="20041" y="12449"/>
                  </a:lnTo>
                  <a:cubicBezTo>
                    <a:pt x="20126" y="12411"/>
                    <a:pt x="20164" y="12354"/>
                    <a:pt x="20221" y="12287"/>
                  </a:cubicBezTo>
                  <a:lnTo>
                    <a:pt x="11687" y="7144"/>
                  </a:lnTo>
                  <a:lnTo>
                    <a:pt x="11649" y="833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92BE2D5-6397-4D45-844C-36FB57845237}"/>
                </a:ext>
              </a:extLst>
            </p:cNvPr>
            <p:cNvSpPr/>
            <p:nvPr/>
          </p:nvSpPr>
          <p:spPr>
            <a:xfrm>
              <a:off x="5065862" y="5331739"/>
              <a:ext cx="19050" cy="19050"/>
            </a:xfrm>
            <a:custGeom>
              <a:avLst/>
              <a:gdLst>
                <a:gd name="connsiteX0" fmla="*/ 19898 w 19050"/>
                <a:gd name="connsiteY0" fmla="*/ 11916 h 19050"/>
                <a:gd name="connsiteX1" fmla="*/ 19898 w 19050"/>
                <a:gd name="connsiteY1" fmla="*/ 11840 h 19050"/>
                <a:gd name="connsiteX2" fmla="*/ 19898 w 19050"/>
                <a:gd name="connsiteY2" fmla="*/ 11820 h 19050"/>
                <a:gd name="connsiteX3" fmla="*/ 19936 w 19050"/>
                <a:gd name="connsiteY3" fmla="*/ 10525 h 19050"/>
                <a:gd name="connsiteX4" fmla="*/ 19450 w 19050"/>
                <a:gd name="connsiteY4" fmla="*/ 10801 h 19050"/>
                <a:gd name="connsiteX5" fmla="*/ 19260 w 19050"/>
                <a:gd name="connsiteY5" fmla="*/ 10887 h 19050"/>
                <a:gd name="connsiteX6" fmla="*/ 19117 w 19050"/>
                <a:gd name="connsiteY6" fmla="*/ 10944 h 19050"/>
                <a:gd name="connsiteX7" fmla="*/ 19031 w 19050"/>
                <a:gd name="connsiteY7" fmla="*/ 10973 h 19050"/>
                <a:gd name="connsiteX8" fmla="*/ 19012 w 19050"/>
                <a:gd name="connsiteY8" fmla="*/ 10973 h 19050"/>
                <a:gd name="connsiteX9" fmla="*/ 18974 w 19050"/>
                <a:gd name="connsiteY9" fmla="*/ 10982 h 19050"/>
                <a:gd name="connsiteX10" fmla="*/ 18840 w 19050"/>
                <a:gd name="connsiteY10" fmla="*/ 11001 h 19050"/>
                <a:gd name="connsiteX11" fmla="*/ 18726 w 19050"/>
                <a:gd name="connsiteY11" fmla="*/ 11020 h 19050"/>
                <a:gd name="connsiteX12" fmla="*/ 18583 w 19050"/>
                <a:gd name="connsiteY12" fmla="*/ 11020 h 19050"/>
                <a:gd name="connsiteX13" fmla="*/ 18555 w 19050"/>
                <a:gd name="connsiteY13" fmla="*/ 11020 h 19050"/>
                <a:gd name="connsiteX14" fmla="*/ 18535 w 19050"/>
                <a:gd name="connsiteY14" fmla="*/ 11020 h 19050"/>
                <a:gd name="connsiteX15" fmla="*/ 18469 w 19050"/>
                <a:gd name="connsiteY15" fmla="*/ 11020 h 19050"/>
                <a:gd name="connsiteX16" fmla="*/ 18326 w 19050"/>
                <a:gd name="connsiteY16" fmla="*/ 11011 h 19050"/>
                <a:gd name="connsiteX17" fmla="*/ 18174 w 19050"/>
                <a:gd name="connsiteY17" fmla="*/ 10992 h 19050"/>
                <a:gd name="connsiteX18" fmla="*/ 18107 w 19050"/>
                <a:gd name="connsiteY18" fmla="*/ 10973 h 19050"/>
                <a:gd name="connsiteX19" fmla="*/ 18040 w 19050"/>
                <a:gd name="connsiteY19" fmla="*/ 10963 h 19050"/>
                <a:gd name="connsiteX20" fmla="*/ 17936 w 19050"/>
                <a:gd name="connsiteY20" fmla="*/ 10944 h 19050"/>
                <a:gd name="connsiteX21" fmla="*/ 17678 w 19050"/>
                <a:gd name="connsiteY21" fmla="*/ 10811 h 19050"/>
                <a:gd name="connsiteX22" fmla="*/ 11611 w 19050"/>
                <a:gd name="connsiteY22" fmla="*/ 7144 h 19050"/>
                <a:gd name="connsiteX23" fmla="*/ 11573 w 19050"/>
                <a:gd name="connsiteY23" fmla="*/ 8258 h 19050"/>
                <a:gd name="connsiteX24" fmla="*/ 11201 w 19050"/>
                <a:gd name="connsiteY24" fmla="*/ 8782 h 19050"/>
                <a:gd name="connsiteX25" fmla="*/ 7144 w 19050"/>
                <a:gd name="connsiteY25" fmla="*/ 11144 h 19050"/>
                <a:gd name="connsiteX26" fmla="*/ 7153 w 19050"/>
                <a:gd name="connsiteY26" fmla="*/ 11173 h 19050"/>
                <a:gd name="connsiteX27" fmla="*/ 7153 w 19050"/>
                <a:gd name="connsiteY27" fmla="*/ 11182 h 19050"/>
                <a:gd name="connsiteX28" fmla="*/ 7401 w 19050"/>
                <a:gd name="connsiteY28" fmla="*/ 11401 h 19050"/>
                <a:gd name="connsiteX29" fmla="*/ 13240 w 19050"/>
                <a:gd name="connsiteY29" fmla="*/ 14935 h 19050"/>
                <a:gd name="connsiteX30" fmla="*/ 13621 w 19050"/>
                <a:gd name="connsiteY30" fmla="*/ 15097 h 19050"/>
                <a:gd name="connsiteX31" fmla="*/ 13678 w 19050"/>
                <a:gd name="connsiteY31" fmla="*/ 15107 h 19050"/>
                <a:gd name="connsiteX32" fmla="*/ 14097 w 19050"/>
                <a:gd name="connsiteY32" fmla="*/ 15164 h 19050"/>
                <a:gd name="connsiteX33" fmla="*/ 14116 w 19050"/>
                <a:gd name="connsiteY33" fmla="*/ 15164 h 19050"/>
                <a:gd name="connsiteX34" fmla="*/ 14573 w 19050"/>
                <a:gd name="connsiteY34" fmla="*/ 15097 h 19050"/>
                <a:gd name="connsiteX35" fmla="*/ 14583 w 19050"/>
                <a:gd name="connsiteY35" fmla="*/ 15097 h 19050"/>
                <a:gd name="connsiteX36" fmla="*/ 14992 w 19050"/>
                <a:gd name="connsiteY36" fmla="*/ 14935 h 19050"/>
                <a:gd name="connsiteX37" fmla="*/ 19698 w 19050"/>
                <a:gd name="connsiteY37" fmla="*/ 12220 h 19050"/>
                <a:gd name="connsiteX38" fmla="*/ 19898 w 19050"/>
                <a:gd name="connsiteY38" fmla="*/ 12040 h 19050"/>
                <a:gd name="connsiteX39" fmla="*/ 19860 w 19050"/>
                <a:gd name="connsiteY39" fmla="*/ 11963 h 19050"/>
                <a:gd name="connsiteX40" fmla="*/ 19898 w 19050"/>
                <a:gd name="connsiteY40" fmla="*/ 119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98" y="11916"/>
                  </a:moveTo>
                  <a:lnTo>
                    <a:pt x="19898" y="11840"/>
                  </a:lnTo>
                  <a:lnTo>
                    <a:pt x="19898" y="11820"/>
                  </a:lnTo>
                  <a:lnTo>
                    <a:pt x="19936" y="10525"/>
                  </a:lnTo>
                  <a:lnTo>
                    <a:pt x="19450" y="10801"/>
                  </a:lnTo>
                  <a:cubicBezTo>
                    <a:pt x="19402" y="10830"/>
                    <a:pt x="19336" y="10858"/>
                    <a:pt x="19260" y="10887"/>
                  </a:cubicBezTo>
                  <a:cubicBezTo>
                    <a:pt x="19212" y="10896"/>
                    <a:pt x="19164" y="10925"/>
                    <a:pt x="19117" y="10944"/>
                  </a:cubicBezTo>
                  <a:cubicBezTo>
                    <a:pt x="19088" y="10963"/>
                    <a:pt x="19050" y="10963"/>
                    <a:pt x="19031" y="10973"/>
                  </a:cubicBezTo>
                  <a:lnTo>
                    <a:pt x="19012" y="10973"/>
                  </a:lnTo>
                  <a:cubicBezTo>
                    <a:pt x="19002" y="10973"/>
                    <a:pt x="18983" y="10982"/>
                    <a:pt x="18974" y="10982"/>
                  </a:cubicBezTo>
                  <a:cubicBezTo>
                    <a:pt x="18935" y="10992"/>
                    <a:pt x="18888" y="11001"/>
                    <a:pt x="18840" y="11001"/>
                  </a:cubicBezTo>
                  <a:cubicBezTo>
                    <a:pt x="18812" y="11011"/>
                    <a:pt x="18764" y="11011"/>
                    <a:pt x="18726" y="11020"/>
                  </a:cubicBezTo>
                  <a:cubicBezTo>
                    <a:pt x="18679" y="11020"/>
                    <a:pt x="18640" y="11020"/>
                    <a:pt x="18583" y="11020"/>
                  </a:cubicBezTo>
                  <a:cubicBezTo>
                    <a:pt x="18583" y="11020"/>
                    <a:pt x="18564" y="11020"/>
                    <a:pt x="18555" y="11020"/>
                  </a:cubicBezTo>
                  <a:lnTo>
                    <a:pt x="18535" y="11020"/>
                  </a:lnTo>
                  <a:cubicBezTo>
                    <a:pt x="18517" y="11020"/>
                    <a:pt x="18469" y="11020"/>
                    <a:pt x="18469" y="11020"/>
                  </a:cubicBezTo>
                  <a:cubicBezTo>
                    <a:pt x="18421" y="11020"/>
                    <a:pt x="18374" y="11020"/>
                    <a:pt x="18326" y="11011"/>
                  </a:cubicBezTo>
                  <a:cubicBezTo>
                    <a:pt x="18278" y="11011"/>
                    <a:pt x="18221" y="11001"/>
                    <a:pt x="18174" y="10992"/>
                  </a:cubicBezTo>
                  <a:cubicBezTo>
                    <a:pt x="18145" y="10992"/>
                    <a:pt x="18126" y="10982"/>
                    <a:pt x="18107" y="10973"/>
                  </a:cubicBezTo>
                  <a:cubicBezTo>
                    <a:pt x="18078" y="10973"/>
                    <a:pt x="18069" y="10973"/>
                    <a:pt x="18040" y="10963"/>
                  </a:cubicBezTo>
                  <a:cubicBezTo>
                    <a:pt x="18002" y="10944"/>
                    <a:pt x="17974" y="10944"/>
                    <a:pt x="17936" y="10944"/>
                  </a:cubicBezTo>
                  <a:cubicBezTo>
                    <a:pt x="17840" y="10887"/>
                    <a:pt x="17754" y="10858"/>
                    <a:pt x="17678" y="10811"/>
                  </a:cubicBezTo>
                  <a:lnTo>
                    <a:pt x="11611" y="7144"/>
                  </a:lnTo>
                  <a:lnTo>
                    <a:pt x="11573" y="8258"/>
                  </a:lnTo>
                  <a:cubicBezTo>
                    <a:pt x="11573" y="8458"/>
                    <a:pt x="11439" y="8630"/>
                    <a:pt x="11201" y="8782"/>
                  </a:cubicBezTo>
                  <a:lnTo>
                    <a:pt x="7144" y="11144"/>
                  </a:lnTo>
                  <a:cubicBezTo>
                    <a:pt x="7144" y="11144"/>
                    <a:pt x="7144" y="11154"/>
                    <a:pt x="7153" y="11173"/>
                  </a:cubicBezTo>
                  <a:lnTo>
                    <a:pt x="7153" y="11182"/>
                  </a:lnTo>
                  <a:cubicBezTo>
                    <a:pt x="7201" y="11259"/>
                    <a:pt x="7296" y="11344"/>
                    <a:pt x="7401" y="11401"/>
                  </a:cubicBezTo>
                  <a:lnTo>
                    <a:pt x="13240" y="14935"/>
                  </a:lnTo>
                  <a:cubicBezTo>
                    <a:pt x="13354" y="15011"/>
                    <a:pt x="13478" y="15059"/>
                    <a:pt x="13621" y="15097"/>
                  </a:cubicBezTo>
                  <a:cubicBezTo>
                    <a:pt x="13640" y="15097"/>
                    <a:pt x="13659" y="15097"/>
                    <a:pt x="13678" y="15107"/>
                  </a:cubicBezTo>
                  <a:cubicBezTo>
                    <a:pt x="13821" y="15145"/>
                    <a:pt x="13954" y="15164"/>
                    <a:pt x="14097" y="15164"/>
                  </a:cubicBezTo>
                  <a:lnTo>
                    <a:pt x="14116" y="15164"/>
                  </a:lnTo>
                  <a:cubicBezTo>
                    <a:pt x="14268" y="15164"/>
                    <a:pt x="14411" y="15145"/>
                    <a:pt x="14573" y="15097"/>
                  </a:cubicBezTo>
                  <a:lnTo>
                    <a:pt x="14583" y="15097"/>
                  </a:lnTo>
                  <a:cubicBezTo>
                    <a:pt x="14735" y="15069"/>
                    <a:pt x="14869" y="15011"/>
                    <a:pt x="14992" y="14935"/>
                  </a:cubicBezTo>
                  <a:lnTo>
                    <a:pt x="19698" y="12220"/>
                  </a:lnTo>
                  <a:cubicBezTo>
                    <a:pt x="19774" y="12164"/>
                    <a:pt x="19840" y="12097"/>
                    <a:pt x="19898" y="12040"/>
                  </a:cubicBezTo>
                  <a:cubicBezTo>
                    <a:pt x="19878" y="12011"/>
                    <a:pt x="19878" y="11992"/>
                    <a:pt x="19860" y="11963"/>
                  </a:cubicBezTo>
                  <a:cubicBezTo>
                    <a:pt x="19898" y="11963"/>
                    <a:pt x="19898" y="11916"/>
                    <a:pt x="19898" y="11916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36D7365-DF69-4EA6-9D09-79C2F5064C39}"/>
                </a:ext>
              </a:extLst>
            </p:cNvPr>
            <p:cNvSpPr/>
            <p:nvPr/>
          </p:nvSpPr>
          <p:spPr>
            <a:xfrm>
              <a:off x="5072615" y="5344378"/>
              <a:ext cx="19050" cy="19050"/>
            </a:xfrm>
            <a:custGeom>
              <a:avLst/>
              <a:gdLst>
                <a:gd name="connsiteX0" fmla="*/ 17354 w 19050"/>
                <a:gd name="connsiteY0" fmla="*/ 10582 h 19050"/>
                <a:gd name="connsiteX1" fmla="*/ 17202 w 19050"/>
                <a:gd name="connsiteY1" fmla="*/ 10458 h 19050"/>
                <a:gd name="connsiteX2" fmla="*/ 17136 w 19050"/>
                <a:gd name="connsiteY2" fmla="*/ 10382 h 19050"/>
                <a:gd name="connsiteX3" fmla="*/ 17116 w 19050"/>
                <a:gd name="connsiteY3" fmla="*/ 10344 h 19050"/>
                <a:gd name="connsiteX4" fmla="*/ 17116 w 19050"/>
                <a:gd name="connsiteY4" fmla="*/ 10335 h 19050"/>
                <a:gd name="connsiteX5" fmla="*/ 17078 w 19050"/>
                <a:gd name="connsiteY5" fmla="*/ 10296 h 19050"/>
                <a:gd name="connsiteX6" fmla="*/ 17059 w 19050"/>
                <a:gd name="connsiteY6" fmla="*/ 10220 h 19050"/>
                <a:gd name="connsiteX7" fmla="*/ 17040 w 19050"/>
                <a:gd name="connsiteY7" fmla="*/ 10154 h 19050"/>
                <a:gd name="connsiteX8" fmla="*/ 17031 w 19050"/>
                <a:gd name="connsiteY8" fmla="*/ 10078 h 19050"/>
                <a:gd name="connsiteX9" fmla="*/ 17031 w 19050"/>
                <a:gd name="connsiteY9" fmla="*/ 10068 h 19050"/>
                <a:gd name="connsiteX10" fmla="*/ 17078 w 19050"/>
                <a:gd name="connsiteY10" fmla="*/ 8754 h 19050"/>
                <a:gd name="connsiteX11" fmla="*/ 16573 w 19050"/>
                <a:gd name="connsiteY11" fmla="*/ 9039 h 19050"/>
                <a:gd name="connsiteX12" fmla="*/ 16393 w 19050"/>
                <a:gd name="connsiteY12" fmla="*/ 9135 h 19050"/>
                <a:gd name="connsiteX13" fmla="*/ 16250 w 19050"/>
                <a:gd name="connsiteY13" fmla="*/ 9173 h 19050"/>
                <a:gd name="connsiteX14" fmla="*/ 16173 w 19050"/>
                <a:gd name="connsiteY14" fmla="*/ 9192 h 19050"/>
                <a:gd name="connsiteX15" fmla="*/ 16145 w 19050"/>
                <a:gd name="connsiteY15" fmla="*/ 9211 h 19050"/>
                <a:gd name="connsiteX16" fmla="*/ 16107 w 19050"/>
                <a:gd name="connsiteY16" fmla="*/ 9211 h 19050"/>
                <a:gd name="connsiteX17" fmla="*/ 15983 w 19050"/>
                <a:gd name="connsiteY17" fmla="*/ 9239 h 19050"/>
                <a:gd name="connsiteX18" fmla="*/ 15859 w 19050"/>
                <a:gd name="connsiteY18" fmla="*/ 9249 h 19050"/>
                <a:gd name="connsiteX19" fmla="*/ 15735 w 19050"/>
                <a:gd name="connsiteY19" fmla="*/ 9258 h 19050"/>
                <a:gd name="connsiteX20" fmla="*/ 15688 w 19050"/>
                <a:gd name="connsiteY20" fmla="*/ 9258 h 19050"/>
                <a:gd name="connsiteX21" fmla="*/ 15669 w 19050"/>
                <a:gd name="connsiteY21" fmla="*/ 9258 h 19050"/>
                <a:gd name="connsiteX22" fmla="*/ 15602 w 19050"/>
                <a:gd name="connsiteY22" fmla="*/ 9258 h 19050"/>
                <a:gd name="connsiteX23" fmla="*/ 15469 w 19050"/>
                <a:gd name="connsiteY23" fmla="*/ 9249 h 19050"/>
                <a:gd name="connsiteX24" fmla="*/ 15297 w 19050"/>
                <a:gd name="connsiteY24" fmla="*/ 9230 h 19050"/>
                <a:gd name="connsiteX25" fmla="*/ 15221 w 19050"/>
                <a:gd name="connsiteY25" fmla="*/ 9211 h 19050"/>
                <a:gd name="connsiteX26" fmla="*/ 15183 w 19050"/>
                <a:gd name="connsiteY26" fmla="*/ 9192 h 19050"/>
                <a:gd name="connsiteX27" fmla="*/ 15069 w 19050"/>
                <a:gd name="connsiteY27" fmla="*/ 9163 h 19050"/>
                <a:gd name="connsiteX28" fmla="*/ 14811 w 19050"/>
                <a:gd name="connsiteY28" fmla="*/ 9049 h 19050"/>
                <a:gd name="connsiteX29" fmla="*/ 11659 w 19050"/>
                <a:gd name="connsiteY29" fmla="*/ 7144 h 19050"/>
                <a:gd name="connsiteX30" fmla="*/ 11630 w 19050"/>
                <a:gd name="connsiteY30" fmla="*/ 8354 h 19050"/>
                <a:gd name="connsiteX31" fmla="*/ 11239 w 19050"/>
                <a:gd name="connsiteY31" fmla="*/ 8887 h 19050"/>
                <a:gd name="connsiteX32" fmla="*/ 7144 w 19050"/>
                <a:gd name="connsiteY32" fmla="*/ 11249 h 19050"/>
                <a:gd name="connsiteX33" fmla="*/ 7363 w 19050"/>
                <a:gd name="connsiteY33" fmla="*/ 11449 h 19050"/>
                <a:gd name="connsiteX34" fmla="*/ 13202 w 19050"/>
                <a:gd name="connsiteY34" fmla="*/ 14992 h 19050"/>
                <a:gd name="connsiteX35" fmla="*/ 13573 w 19050"/>
                <a:gd name="connsiteY35" fmla="*/ 15135 h 19050"/>
                <a:gd name="connsiteX36" fmla="*/ 13630 w 19050"/>
                <a:gd name="connsiteY36" fmla="*/ 15154 h 19050"/>
                <a:gd name="connsiteX37" fmla="*/ 14059 w 19050"/>
                <a:gd name="connsiteY37" fmla="*/ 15202 h 19050"/>
                <a:gd name="connsiteX38" fmla="*/ 14078 w 19050"/>
                <a:gd name="connsiteY38" fmla="*/ 15202 h 19050"/>
                <a:gd name="connsiteX39" fmla="*/ 14526 w 19050"/>
                <a:gd name="connsiteY39" fmla="*/ 15145 h 19050"/>
                <a:gd name="connsiteX40" fmla="*/ 14535 w 19050"/>
                <a:gd name="connsiteY40" fmla="*/ 15145 h 19050"/>
                <a:gd name="connsiteX41" fmla="*/ 14945 w 19050"/>
                <a:gd name="connsiteY41" fmla="*/ 14992 h 19050"/>
                <a:gd name="connsiteX42" fmla="*/ 19660 w 19050"/>
                <a:gd name="connsiteY42" fmla="*/ 12259 h 19050"/>
                <a:gd name="connsiteX43" fmla="*/ 19850 w 19050"/>
                <a:gd name="connsiteY43" fmla="*/ 12106 h 19050"/>
                <a:gd name="connsiteX44" fmla="*/ 17326 w 19050"/>
                <a:gd name="connsiteY44" fmla="*/ 10563 h 19050"/>
                <a:gd name="connsiteX45" fmla="*/ 17354 w 19050"/>
                <a:gd name="connsiteY45" fmla="*/ 105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54" y="10582"/>
                  </a:moveTo>
                  <a:cubicBezTo>
                    <a:pt x="17307" y="10544"/>
                    <a:pt x="17250" y="10506"/>
                    <a:pt x="17202" y="10458"/>
                  </a:cubicBezTo>
                  <a:cubicBezTo>
                    <a:pt x="17183" y="10430"/>
                    <a:pt x="17154" y="10411"/>
                    <a:pt x="17136" y="10382"/>
                  </a:cubicBezTo>
                  <a:cubicBezTo>
                    <a:pt x="17136" y="10373"/>
                    <a:pt x="17126" y="10354"/>
                    <a:pt x="17116" y="10344"/>
                  </a:cubicBezTo>
                  <a:lnTo>
                    <a:pt x="17116" y="10335"/>
                  </a:lnTo>
                  <a:cubicBezTo>
                    <a:pt x="17116" y="10335"/>
                    <a:pt x="17088" y="10316"/>
                    <a:pt x="17078" y="10296"/>
                  </a:cubicBezTo>
                  <a:cubicBezTo>
                    <a:pt x="17069" y="10278"/>
                    <a:pt x="17059" y="10258"/>
                    <a:pt x="17059" y="10220"/>
                  </a:cubicBezTo>
                  <a:cubicBezTo>
                    <a:pt x="17050" y="10201"/>
                    <a:pt x="17040" y="10173"/>
                    <a:pt x="17040" y="10154"/>
                  </a:cubicBezTo>
                  <a:lnTo>
                    <a:pt x="17031" y="10078"/>
                  </a:lnTo>
                  <a:lnTo>
                    <a:pt x="17031" y="10068"/>
                  </a:lnTo>
                  <a:lnTo>
                    <a:pt x="17078" y="8754"/>
                  </a:lnTo>
                  <a:lnTo>
                    <a:pt x="16573" y="9039"/>
                  </a:lnTo>
                  <a:cubicBezTo>
                    <a:pt x="16526" y="9068"/>
                    <a:pt x="16459" y="9096"/>
                    <a:pt x="16393" y="9135"/>
                  </a:cubicBezTo>
                  <a:cubicBezTo>
                    <a:pt x="16355" y="9135"/>
                    <a:pt x="16297" y="9163"/>
                    <a:pt x="16250" y="9173"/>
                  </a:cubicBezTo>
                  <a:cubicBezTo>
                    <a:pt x="16221" y="9182"/>
                    <a:pt x="16193" y="9192"/>
                    <a:pt x="16173" y="9192"/>
                  </a:cubicBezTo>
                  <a:cubicBezTo>
                    <a:pt x="16173" y="9192"/>
                    <a:pt x="16155" y="9211"/>
                    <a:pt x="16145" y="9211"/>
                  </a:cubicBezTo>
                  <a:cubicBezTo>
                    <a:pt x="16135" y="9211"/>
                    <a:pt x="16126" y="9211"/>
                    <a:pt x="16107" y="9211"/>
                  </a:cubicBezTo>
                  <a:cubicBezTo>
                    <a:pt x="16069" y="9230"/>
                    <a:pt x="16031" y="9230"/>
                    <a:pt x="15983" y="9239"/>
                  </a:cubicBezTo>
                  <a:cubicBezTo>
                    <a:pt x="15945" y="9239"/>
                    <a:pt x="15907" y="9249"/>
                    <a:pt x="15859" y="9249"/>
                  </a:cubicBezTo>
                  <a:cubicBezTo>
                    <a:pt x="15821" y="9258"/>
                    <a:pt x="15783" y="9258"/>
                    <a:pt x="15735" y="9258"/>
                  </a:cubicBezTo>
                  <a:cubicBezTo>
                    <a:pt x="15716" y="9258"/>
                    <a:pt x="15688" y="9258"/>
                    <a:pt x="15688" y="9258"/>
                  </a:cubicBezTo>
                  <a:lnTo>
                    <a:pt x="15669" y="9258"/>
                  </a:lnTo>
                  <a:cubicBezTo>
                    <a:pt x="15659" y="9258"/>
                    <a:pt x="15630" y="9258"/>
                    <a:pt x="15602" y="9258"/>
                  </a:cubicBezTo>
                  <a:cubicBezTo>
                    <a:pt x="15564" y="9258"/>
                    <a:pt x="15507" y="9249"/>
                    <a:pt x="15469" y="9249"/>
                  </a:cubicBezTo>
                  <a:cubicBezTo>
                    <a:pt x="15412" y="9239"/>
                    <a:pt x="15354" y="9239"/>
                    <a:pt x="15297" y="9230"/>
                  </a:cubicBezTo>
                  <a:lnTo>
                    <a:pt x="15221" y="9211"/>
                  </a:lnTo>
                  <a:cubicBezTo>
                    <a:pt x="15221" y="9211"/>
                    <a:pt x="15202" y="9192"/>
                    <a:pt x="15183" y="9192"/>
                  </a:cubicBezTo>
                  <a:cubicBezTo>
                    <a:pt x="15145" y="9182"/>
                    <a:pt x="15107" y="9173"/>
                    <a:pt x="15069" y="9163"/>
                  </a:cubicBezTo>
                  <a:cubicBezTo>
                    <a:pt x="14964" y="9135"/>
                    <a:pt x="14878" y="9096"/>
                    <a:pt x="14811" y="9049"/>
                  </a:cubicBezTo>
                  <a:lnTo>
                    <a:pt x="11659" y="7144"/>
                  </a:lnTo>
                  <a:lnTo>
                    <a:pt x="11630" y="8354"/>
                  </a:lnTo>
                  <a:cubicBezTo>
                    <a:pt x="11611" y="8554"/>
                    <a:pt x="11478" y="8734"/>
                    <a:pt x="11239" y="8887"/>
                  </a:cubicBezTo>
                  <a:lnTo>
                    <a:pt x="7144" y="11249"/>
                  </a:lnTo>
                  <a:cubicBezTo>
                    <a:pt x="7201" y="11335"/>
                    <a:pt x="7277" y="11392"/>
                    <a:pt x="7363" y="11449"/>
                  </a:cubicBezTo>
                  <a:lnTo>
                    <a:pt x="13202" y="14992"/>
                  </a:lnTo>
                  <a:cubicBezTo>
                    <a:pt x="13316" y="15049"/>
                    <a:pt x="13440" y="15107"/>
                    <a:pt x="13573" y="15135"/>
                  </a:cubicBezTo>
                  <a:cubicBezTo>
                    <a:pt x="13592" y="15145"/>
                    <a:pt x="13611" y="15145"/>
                    <a:pt x="13630" y="15154"/>
                  </a:cubicBezTo>
                  <a:cubicBezTo>
                    <a:pt x="13773" y="15192"/>
                    <a:pt x="13906" y="15202"/>
                    <a:pt x="14059" y="15202"/>
                  </a:cubicBezTo>
                  <a:lnTo>
                    <a:pt x="14078" y="15202"/>
                  </a:lnTo>
                  <a:cubicBezTo>
                    <a:pt x="14231" y="15212"/>
                    <a:pt x="14383" y="15192"/>
                    <a:pt x="14526" y="15145"/>
                  </a:cubicBezTo>
                  <a:lnTo>
                    <a:pt x="14535" y="15145"/>
                  </a:lnTo>
                  <a:cubicBezTo>
                    <a:pt x="14687" y="15116"/>
                    <a:pt x="14830" y="15049"/>
                    <a:pt x="14945" y="14992"/>
                  </a:cubicBezTo>
                  <a:lnTo>
                    <a:pt x="19660" y="12259"/>
                  </a:lnTo>
                  <a:cubicBezTo>
                    <a:pt x="19736" y="12211"/>
                    <a:pt x="19793" y="12154"/>
                    <a:pt x="19850" y="12106"/>
                  </a:cubicBezTo>
                  <a:lnTo>
                    <a:pt x="17326" y="10563"/>
                  </a:lnTo>
                  <a:lnTo>
                    <a:pt x="17354" y="1056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9D02BB60-7CA0-459D-9260-9E34F60329EC}"/>
                </a:ext>
              </a:extLst>
            </p:cNvPr>
            <p:cNvSpPr/>
            <p:nvPr/>
          </p:nvSpPr>
          <p:spPr>
            <a:xfrm>
              <a:off x="5080988" y="5349446"/>
              <a:ext cx="19050" cy="19050"/>
            </a:xfrm>
            <a:custGeom>
              <a:avLst/>
              <a:gdLst>
                <a:gd name="connsiteX0" fmla="*/ 17355 w 19050"/>
                <a:gd name="connsiteY0" fmla="*/ 10592 h 19050"/>
                <a:gd name="connsiteX1" fmla="*/ 17202 w 19050"/>
                <a:gd name="connsiteY1" fmla="*/ 10458 h 19050"/>
                <a:gd name="connsiteX2" fmla="*/ 17136 w 19050"/>
                <a:gd name="connsiteY2" fmla="*/ 10373 h 19050"/>
                <a:gd name="connsiteX3" fmla="*/ 17107 w 19050"/>
                <a:gd name="connsiteY3" fmla="*/ 10344 h 19050"/>
                <a:gd name="connsiteX4" fmla="*/ 17107 w 19050"/>
                <a:gd name="connsiteY4" fmla="*/ 10344 h 19050"/>
                <a:gd name="connsiteX5" fmla="*/ 17078 w 19050"/>
                <a:gd name="connsiteY5" fmla="*/ 10296 h 19050"/>
                <a:gd name="connsiteX6" fmla="*/ 17040 w 19050"/>
                <a:gd name="connsiteY6" fmla="*/ 10230 h 19050"/>
                <a:gd name="connsiteX7" fmla="*/ 17031 w 19050"/>
                <a:gd name="connsiteY7" fmla="*/ 10115 h 19050"/>
                <a:gd name="connsiteX8" fmla="*/ 17021 w 19050"/>
                <a:gd name="connsiteY8" fmla="*/ 10077 h 19050"/>
                <a:gd name="connsiteX9" fmla="*/ 17031 w 19050"/>
                <a:gd name="connsiteY9" fmla="*/ 10068 h 19050"/>
                <a:gd name="connsiteX10" fmla="*/ 17069 w 19050"/>
                <a:gd name="connsiteY10" fmla="*/ 8772 h 19050"/>
                <a:gd name="connsiteX11" fmla="*/ 16593 w 19050"/>
                <a:gd name="connsiteY11" fmla="*/ 9049 h 19050"/>
                <a:gd name="connsiteX12" fmla="*/ 16402 w 19050"/>
                <a:gd name="connsiteY12" fmla="*/ 9134 h 19050"/>
                <a:gd name="connsiteX13" fmla="*/ 16250 w 19050"/>
                <a:gd name="connsiteY13" fmla="*/ 9192 h 19050"/>
                <a:gd name="connsiteX14" fmla="*/ 16173 w 19050"/>
                <a:gd name="connsiteY14" fmla="*/ 9210 h 19050"/>
                <a:gd name="connsiteX15" fmla="*/ 16155 w 19050"/>
                <a:gd name="connsiteY15" fmla="*/ 9210 h 19050"/>
                <a:gd name="connsiteX16" fmla="*/ 16116 w 19050"/>
                <a:gd name="connsiteY16" fmla="*/ 9220 h 19050"/>
                <a:gd name="connsiteX17" fmla="*/ 15993 w 19050"/>
                <a:gd name="connsiteY17" fmla="*/ 9239 h 19050"/>
                <a:gd name="connsiteX18" fmla="*/ 15869 w 19050"/>
                <a:gd name="connsiteY18" fmla="*/ 9249 h 19050"/>
                <a:gd name="connsiteX19" fmla="*/ 15745 w 19050"/>
                <a:gd name="connsiteY19" fmla="*/ 9258 h 19050"/>
                <a:gd name="connsiteX20" fmla="*/ 15678 w 19050"/>
                <a:gd name="connsiteY20" fmla="*/ 9258 h 19050"/>
                <a:gd name="connsiteX21" fmla="*/ 15678 w 19050"/>
                <a:gd name="connsiteY21" fmla="*/ 9258 h 19050"/>
                <a:gd name="connsiteX22" fmla="*/ 15612 w 19050"/>
                <a:gd name="connsiteY22" fmla="*/ 9258 h 19050"/>
                <a:gd name="connsiteX23" fmla="*/ 15469 w 19050"/>
                <a:gd name="connsiteY23" fmla="*/ 9249 h 19050"/>
                <a:gd name="connsiteX24" fmla="*/ 15307 w 19050"/>
                <a:gd name="connsiteY24" fmla="*/ 9230 h 19050"/>
                <a:gd name="connsiteX25" fmla="*/ 15212 w 19050"/>
                <a:gd name="connsiteY25" fmla="*/ 9210 h 19050"/>
                <a:gd name="connsiteX26" fmla="*/ 15173 w 19050"/>
                <a:gd name="connsiteY26" fmla="*/ 9201 h 19050"/>
                <a:gd name="connsiteX27" fmla="*/ 15069 w 19050"/>
                <a:gd name="connsiteY27" fmla="*/ 9182 h 19050"/>
                <a:gd name="connsiteX28" fmla="*/ 14811 w 19050"/>
                <a:gd name="connsiteY28" fmla="*/ 9049 h 19050"/>
                <a:gd name="connsiteX29" fmla="*/ 11668 w 19050"/>
                <a:gd name="connsiteY29" fmla="*/ 7144 h 19050"/>
                <a:gd name="connsiteX30" fmla="*/ 11621 w 19050"/>
                <a:gd name="connsiteY30" fmla="*/ 8363 h 19050"/>
                <a:gd name="connsiteX31" fmla="*/ 11230 w 19050"/>
                <a:gd name="connsiteY31" fmla="*/ 8896 h 19050"/>
                <a:gd name="connsiteX32" fmla="*/ 7144 w 19050"/>
                <a:gd name="connsiteY32" fmla="*/ 11258 h 19050"/>
                <a:gd name="connsiteX33" fmla="*/ 7363 w 19050"/>
                <a:gd name="connsiteY33" fmla="*/ 11468 h 19050"/>
                <a:gd name="connsiteX34" fmla="*/ 13202 w 19050"/>
                <a:gd name="connsiteY34" fmla="*/ 14992 h 19050"/>
                <a:gd name="connsiteX35" fmla="*/ 13573 w 19050"/>
                <a:gd name="connsiteY35" fmla="*/ 15154 h 19050"/>
                <a:gd name="connsiteX36" fmla="*/ 13621 w 19050"/>
                <a:gd name="connsiteY36" fmla="*/ 15164 h 19050"/>
                <a:gd name="connsiteX37" fmla="*/ 14049 w 19050"/>
                <a:gd name="connsiteY37" fmla="*/ 15211 h 19050"/>
                <a:gd name="connsiteX38" fmla="*/ 14078 w 19050"/>
                <a:gd name="connsiteY38" fmla="*/ 15211 h 19050"/>
                <a:gd name="connsiteX39" fmla="*/ 14526 w 19050"/>
                <a:gd name="connsiteY39" fmla="*/ 15154 h 19050"/>
                <a:gd name="connsiteX40" fmla="*/ 14535 w 19050"/>
                <a:gd name="connsiteY40" fmla="*/ 15154 h 19050"/>
                <a:gd name="connsiteX41" fmla="*/ 14945 w 19050"/>
                <a:gd name="connsiteY41" fmla="*/ 14992 h 19050"/>
                <a:gd name="connsiteX42" fmla="*/ 19650 w 19050"/>
                <a:gd name="connsiteY42" fmla="*/ 12278 h 19050"/>
                <a:gd name="connsiteX43" fmla="*/ 19850 w 19050"/>
                <a:gd name="connsiteY43" fmla="*/ 12087 h 19050"/>
                <a:gd name="connsiteX44" fmla="*/ 17355 w 19050"/>
                <a:gd name="connsiteY44" fmla="*/ 10592 h 19050"/>
                <a:gd name="connsiteX45" fmla="*/ 17355 w 19050"/>
                <a:gd name="connsiteY45" fmla="*/ 1059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55" y="10592"/>
                  </a:moveTo>
                  <a:cubicBezTo>
                    <a:pt x="17288" y="10563"/>
                    <a:pt x="17240" y="10496"/>
                    <a:pt x="17202" y="10458"/>
                  </a:cubicBezTo>
                  <a:cubicBezTo>
                    <a:pt x="17174" y="10439"/>
                    <a:pt x="17145" y="10411"/>
                    <a:pt x="17136" y="10373"/>
                  </a:cubicBezTo>
                  <a:cubicBezTo>
                    <a:pt x="17136" y="10373"/>
                    <a:pt x="17116" y="10373"/>
                    <a:pt x="17107" y="10344"/>
                  </a:cubicBezTo>
                  <a:lnTo>
                    <a:pt x="17107" y="10344"/>
                  </a:lnTo>
                  <a:cubicBezTo>
                    <a:pt x="17098" y="10325"/>
                    <a:pt x="17078" y="10306"/>
                    <a:pt x="17078" y="10296"/>
                  </a:cubicBezTo>
                  <a:cubicBezTo>
                    <a:pt x="17059" y="10268"/>
                    <a:pt x="17059" y="10249"/>
                    <a:pt x="17040" y="10230"/>
                  </a:cubicBezTo>
                  <a:cubicBezTo>
                    <a:pt x="17031" y="10201"/>
                    <a:pt x="17031" y="10173"/>
                    <a:pt x="17031" y="10115"/>
                  </a:cubicBezTo>
                  <a:lnTo>
                    <a:pt x="17021" y="10077"/>
                  </a:lnTo>
                  <a:lnTo>
                    <a:pt x="17031" y="10068"/>
                  </a:lnTo>
                  <a:lnTo>
                    <a:pt x="17069" y="8772"/>
                  </a:lnTo>
                  <a:lnTo>
                    <a:pt x="16593" y="9049"/>
                  </a:lnTo>
                  <a:cubicBezTo>
                    <a:pt x="16526" y="9077"/>
                    <a:pt x="16469" y="9115"/>
                    <a:pt x="16402" y="9134"/>
                  </a:cubicBezTo>
                  <a:cubicBezTo>
                    <a:pt x="16345" y="9163"/>
                    <a:pt x="16307" y="9182"/>
                    <a:pt x="16250" y="9192"/>
                  </a:cubicBezTo>
                  <a:cubicBezTo>
                    <a:pt x="16221" y="9201"/>
                    <a:pt x="16193" y="9201"/>
                    <a:pt x="16173" y="9210"/>
                  </a:cubicBezTo>
                  <a:cubicBezTo>
                    <a:pt x="16164" y="9210"/>
                    <a:pt x="16155" y="9210"/>
                    <a:pt x="16155" y="9210"/>
                  </a:cubicBezTo>
                  <a:cubicBezTo>
                    <a:pt x="16135" y="9210"/>
                    <a:pt x="16126" y="9220"/>
                    <a:pt x="16116" y="9220"/>
                  </a:cubicBezTo>
                  <a:cubicBezTo>
                    <a:pt x="16069" y="9230"/>
                    <a:pt x="16031" y="9239"/>
                    <a:pt x="15993" y="9239"/>
                  </a:cubicBezTo>
                  <a:cubicBezTo>
                    <a:pt x="15955" y="9249"/>
                    <a:pt x="15907" y="9249"/>
                    <a:pt x="15869" y="9249"/>
                  </a:cubicBezTo>
                  <a:cubicBezTo>
                    <a:pt x="15821" y="9258"/>
                    <a:pt x="15783" y="9258"/>
                    <a:pt x="15745" y="9258"/>
                  </a:cubicBezTo>
                  <a:cubicBezTo>
                    <a:pt x="15716" y="9258"/>
                    <a:pt x="15707" y="9258"/>
                    <a:pt x="15678" y="9258"/>
                  </a:cubicBezTo>
                  <a:lnTo>
                    <a:pt x="15678" y="9258"/>
                  </a:lnTo>
                  <a:cubicBezTo>
                    <a:pt x="15659" y="9258"/>
                    <a:pt x="15612" y="9258"/>
                    <a:pt x="15612" y="9258"/>
                  </a:cubicBezTo>
                  <a:cubicBezTo>
                    <a:pt x="15564" y="9258"/>
                    <a:pt x="15516" y="9258"/>
                    <a:pt x="15469" y="9249"/>
                  </a:cubicBezTo>
                  <a:cubicBezTo>
                    <a:pt x="15421" y="9249"/>
                    <a:pt x="15354" y="9239"/>
                    <a:pt x="15307" y="9230"/>
                  </a:cubicBezTo>
                  <a:cubicBezTo>
                    <a:pt x="15288" y="9220"/>
                    <a:pt x="15259" y="9220"/>
                    <a:pt x="15212" y="9210"/>
                  </a:cubicBezTo>
                  <a:cubicBezTo>
                    <a:pt x="15212" y="9210"/>
                    <a:pt x="15202" y="9210"/>
                    <a:pt x="15173" y="9201"/>
                  </a:cubicBezTo>
                  <a:cubicBezTo>
                    <a:pt x="15135" y="9192"/>
                    <a:pt x="15107" y="9192"/>
                    <a:pt x="15069" y="9182"/>
                  </a:cubicBezTo>
                  <a:cubicBezTo>
                    <a:pt x="14974" y="9134"/>
                    <a:pt x="14888" y="9096"/>
                    <a:pt x="14811" y="9049"/>
                  </a:cubicBezTo>
                  <a:lnTo>
                    <a:pt x="11668" y="7144"/>
                  </a:lnTo>
                  <a:lnTo>
                    <a:pt x="11621" y="8363"/>
                  </a:lnTo>
                  <a:cubicBezTo>
                    <a:pt x="11611" y="8563"/>
                    <a:pt x="11478" y="8744"/>
                    <a:pt x="11230" y="8896"/>
                  </a:cubicBezTo>
                  <a:lnTo>
                    <a:pt x="7144" y="11258"/>
                  </a:lnTo>
                  <a:cubicBezTo>
                    <a:pt x="7191" y="11325"/>
                    <a:pt x="7268" y="11411"/>
                    <a:pt x="7363" y="11468"/>
                  </a:cubicBezTo>
                  <a:lnTo>
                    <a:pt x="13202" y="14992"/>
                  </a:lnTo>
                  <a:cubicBezTo>
                    <a:pt x="13306" y="15059"/>
                    <a:pt x="13440" y="15116"/>
                    <a:pt x="13573" y="15154"/>
                  </a:cubicBezTo>
                  <a:cubicBezTo>
                    <a:pt x="13592" y="15154"/>
                    <a:pt x="13611" y="15154"/>
                    <a:pt x="13621" y="15164"/>
                  </a:cubicBezTo>
                  <a:cubicBezTo>
                    <a:pt x="13773" y="15192"/>
                    <a:pt x="13897" y="15211"/>
                    <a:pt x="14049" y="15211"/>
                  </a:cubicBezTo>
                  <a:lnTo>
                    <a:pt x="14078" y="15211"/>
                  </a:lnTo>
                  <a:cubicBezTo>
                    <a:pt x="14231" y="15211"/>
                    <a:pt x="14373" y="15192"/>
                    <a:pt x="14526" y="15154"/>
                  </a:cubicBezTo>
                  <a:lnTo>
                    <a:pt x="14535" y="15154"/>
                  </a:lnTo>
                  <a:cubicBezTo>
                    <a:pt x="14688" y="15126"/>
                    <a:pt x="14811" y="15059"/>
                    <a:pt x="14945" y="14992"/>
                  </a:cubicBezTo>
                  <a:lnTo>
                    <a:pt x="19650" y="12278"/>
                  </a:lnTo>
                  <a:cubicBezTo>
                    <a:pt x="19736" y="12220"/>
                    <a:pt x="19783" y="12154"/>
                    <a:pt x="19850" y="12087"/>
                  </a:cubicBezTo>
                  <a:lnTo>
                    <a:pt x="17355" y="10592"/>
                  </a:lnTo>
                  <a:lnTo>
                    <a:pt x="17355" y="10592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61B602D-0E75-4940-A40C-67C2C86D3876}"/>
                </a:ext>
              </a:extLst>
            </p:cNvPr>
            <p:cNvSpPr/>
            <p:nvPr/>
          </p:nvSpPr>
          <p:spPr>
            <a:xfrm>
              <a:off x="5089360" y="5354513"/>
              <a:ext cx="19050" cy="19050"/>
            </a:xfrm>
            <a:custGeom>
              <a:avLst/>
              <a:gdLst>
                <a:gd name="connsiteX0" fmla="*/ 17355 w 19050"/>
                <a:gd name="connsiteY0" fmla="*/ 10573 h 19050"/>
                <a:gd name="connsiteX1" fmla="*/ 17202 w 19050"/>
                <a:gd name="connsiteY1" fmla="*/ 10468 h 19050"/>
                <a:gd name="connsiteX2" fmla="*/ 17116 w 19050"/>
                <a:gd name="connsiteY2" fmla="*/ 10382 h 19050"/>
                <a:gd name="connsiteX3" fmla="*/ 17116 w 19050"/>
                <a:gd name="connsiteY3" fmla="*/ 10344 h 19050"/>
                <a:gd name="connsiteX4" fmla="*/ 17107 w 19050"/>
                <a:gd name="connsiteY4" fmla="*/ 10335 h 19050"/>
                <a:gd name="connsiteX5" fmla="*/ 17078 w 19050"/>
                <a:gd name="connsiteY5" fmla="*/ 10306 h 19050"/>
                <a:gd name="connsiteX6" fmla="*/ 17040 w 19050"/>
                <a:gd name="connsiteY6" fmla="*/ 10230 h 19050"/>
                <a:gd name="connsiteX7" fmla="*/ 17021 w 19050"/>
                <a:gd name="connsiteY7" fmla="*/ 10125 h 19050"/>
                <a:gd name="connsiteX8" fmla="*/ 17021 w 19050"/>
                <a:gd name="connsiteY8" fmla="*/ 10078 h 19050"/>
                <a:gd name="connsiteX9" fmla="*/ 17021 w 19050"/>
                <a:gd name="connsiteY9" fmla="*/ 10068 h 19050"/>
                <a:gd name="connsiteX10" fmla="*/ 17078 w 19050"/>
                <a:gd name="connsiteY10" fmla="*/ 8754 h 19050"/>
                <a:gd name="connsiteX11" fmla="*/ 16574 w 19050"/>
                <a:gd name="connsiteY11" fmla="*/ 9039 h 19050"/>
                <a:gd name="connsiteX12" fmla="*/ 16393 w 19050"/>
                <a:gd name="connsiteY12" fmla="*/ 9125 h 19050"/>
                <a:gd name="connsiteX13" fmla="*/ 16231 w 19050"/>
                <a:gd name="connsiteY13" fmla="*/ 9192 h 19050"/>
                <a:gd name="connsiteX14" fmla="*/ 16155 w 19050"/>
                <a:gd name="connsiteY14" fmla="*/ 9211 h 19050"/>
                <a:gd name="connsiteX15" fmla="*/ 16145 w 19050"/>
                <a:gd name="connsiteY15" fmla="*/ 9211 h 19050"/>
                <a:gd name="connsiteX16" fmla="*/ 16097 w 19050"/>
                <a:gd name="connsiteY16" fmla="*/ 9220 h 19050"/>
                <a:gd name="connsiteX17" fmla="*/ 15973 w 19050"/>
                <a:gd name="connsiteY17" fmla="*/ 9239 h 19050"/>
                <a:gd name="connsiteX18" fmla="*/ 15859 w 19050"/>
                <a:gd name="connsiteY18" fmla="*/ 9258 h 19050"/>
                <a:gd name="connsiteX19" fmla="*/ 15726 w 19050"/>
                <a:gd name="connsiteY19" fmla="*/ 9258 h 19050"/>
                <a:gd name="connsiteX20" fmla="*/ 15678 w 19050"/>
                <a:gd name="connsiteY20" fmla="*/ 9258 h 19050"/>
                <a:gd name="connsiteX21" fmla="*/ 15669 w 19050"/>
                <a:gd name="connsiteY21" fmla="*/ 9258 h 19050"/>
                <a:gd name="connsiteX22" fmla="*/ 15602 w 19050"/>
                <a:gd name="connsiteY22" fmla="*/ 9258 h 19050"/>
                <a:gd name="connsiteX23" fmla="*/ 15459 w 19050"/>
                <a:gd name="connsiteY23" fmla="*/ 9249 h 19050"/>
                <a:gd name="connsiteX24" fmla="*/ 15278 w 19050"/>
                <a:gd name="connsiteY24" fmla="*/ 9230 h 19050"/>
                <a:gd name="connsiteX25" fmla="*/ 15230 w 19050"/>
                <a:gd name="connsiteY25" fmla="*/ 9220 h 19050"/>
                <a:gd name="connsiteX26" fmla="*/ 15173 w 19050"/>
                <a:gd name="connsiteY26" fmla="*/ 9201 h 19050"/>
                <a:gd name="connsiteX27" fmla="*/ 15059 w 19050"/>
                <a:gd name="connsiteY27" fmla="*/ 9163 h 19050"/>
                <a:gd name="connsiteX28" fmla="*/ 14812 w 19050"/>
                <a:gd name="connsiteY28" fmla="*/ 9039 h 19050"/>
                <a:gd name="connsiteX29" fmla="*/ 11649 w 19050"/>
                <a:gd name="connsiteY29" fmla="*/ 7144 h 19050"/>
                <a:gd name="connsiteX30" fmla="*/ 11621 w 19050"/>
                <a:gd name="connsiteY30" fmla="*/ 8363 h 19050"/>
                <a:gd name="connsiteX31" fmla="*/ 11221 w 19050"/>
                <a:gd name="connsiteY31" fmla="*/ 8887 h 19050"/>
                <a:gd name="connsiteX32" fmla="*/ 7144 w 19050"/>
                <a:gd name="connsiteY32" fmla="*/ 11268 h 19050"/>
                <a:gd name="connsiteX33" fmla="*/ 7353 w 19050"/>
                <a:gd name="connsiteY33" fmla="*/ 11468 h 19050"/>
                <a:gd name="connsiteX34" fmla="*/ 13202 w 19050"/>
                <a:gd name="connsiteY34" fmla="*/ 15012 h 19050"/>
                <a:gd name="connsiteX35" fmla="*/ 13573 w 19050"/>
                <a:gd name="connsiteY35" fmla="*/ 15154 h 19050"/>
                <a:gd name="connsiteX36" fmla="*/ 13630 w 19050"/>
                <a:gd name="connsiteY36" fmla="*/ 15164 h 19050"/>
                <a:gd name="connsiteX37" fmla="*/ 14059 w 19050"/>
                <a:gd name="connsiteY37" fmla="*/ 15221 h 19050"/>
                <a:gd name="connsiteX38" fmla="*/ 14069 w 19050"/>
                <a:gd name="connsiteY38" fmla="*/ 15221 h 19050"/>
                <a:gd name="connsiteX39" fmla="*/ 14526 w 19050"/>
                <a:gd name="connsiteY39" fmla="*/ 15164 h 19050"/>
                <a:gd name="connsiteX40" fmla="*/ 14535 w 19050"/>
                <a:gd name="connsiteY40" fmla="*/ 15164 h 19050"/>
                <a:gd name="connsiteX41" fmla="*/ 14945 w 19050"/>
                <a:gd name="connsiteY41" fmla="*/ 15012 h 19050"/>
                <a:gd name="connsiteX42" fmla="*/ 19660 w 19050"/>
                <a:gd name="connsiteY42" fmla="*/ 12268 h 19050"/>
                <a:gd name="connsiteX43" fmla="*/ 19860 w 19050"/>
                <a:gd name="connsiteY43" fmla="*/ 12106 h 19050"/>
                <a:gd name="connsiteX44" fmla="*/ 17317 w 19050"/>
                <a:gd name="connsiteY44" fmla="*/ 10582 h 19050"/>
                <a:gd name="connsiteX45" fmla="*/ 17355 w 19050"/>
                <a:gd name="connsiteY45" fmla="*/ 105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55" y="10573"/>
                  </a:moveTo>
                  <a:cubicBezTo>
                    <a:pt x="17297" y="10535"/>
                    <a:pt x="17240" y="10506"/>
                    <a:pt x="17202" y="10468"/>
                  </a:cubicBezTo>
                  <a:cubicBezTo>
                    <a:pt x="17174" y="10439"/>
                    <a:pt x="17145" y="10401"/>
                    <a:pt x="17116" y="10382"/>
                  </a:cubicBezTo>
                  <a:cubicBezTo>
                    <a:pt x="17116" y="10363"/>
                    <a:pt x="17116" y="10354"/>
                    <a:pt x="17116" y="10344"/>
                  </a:cubicBezTo>
                  <a:lnTo>
                    <a:pt x="17107" y="10335"/>
                  </a:lnTo>
                  <a:cubicBezTo>
                    <a:pt x="17098" y="10325"/>
                    <a:pt x="17088" y="10316"/>
                    <a:pt x="17078" y="10306"/>
                  </a:cubicBezTo>
                  <a:cubicBezTo>
                    <a:pt x="17069" y="10278"/>
                    <a:pt x="17050" y="10258"/>
                    <a:pt x="17040" y="10230"/>
                  </a:cubicBezTo>
                  <a:cubicBezTo>
                    <a:pt x="17040" y="10192"/>
                    <a:pt x="17040" y="10173"/>
                    <a:pt x="17021" y="10125"/>
                  </a:cubicBezTo>
                  <a:lnTo>
                    <a:pt x="17021" y="10078"/>
                  </a:lnTo>
                  <a:lnTo>
                    <a:pt x="17021" y="10068"/>
                  </a:lnTo>
                  <a:lnTo>
                    <a:pt x="17078" y="8754"/>
                  </a:lnTo>
                  <a:lnTo>
                    <a:pt x="16574" y="9039"/>
                  </a:lnTo>
                  <a:cubicBezTo>
                    <a:pt x="16516" y="9068"/>
                    <a:pt x="16459" y="9097"/>
                    <a:pt x="16393" y="9125"/>
                  </a:cubicBezTo>
                  <a:cubicBezTo>
                    <a:pt x="16335" y="9144"/>
                    <a:pt x="16288" y="9163"/>
                    <a:pt x="16231" y="9192"/>
                  </a:cubicBezTo>
                  <a:cubicBezTo>
                    <a:pt x="16212" y="9201"/>
                    <a:pt x="16183" y="9201"/>
                    <a:pt x="16155" y="9211"/>
                  </a:cubicBezTo>
                  <a:lnTo>
                    <a:pt x="16145" y="9211"/>
                  </a:lnTo>
                  <a:cubicBezTo>
                    <a:pt x="16135" y="9211"/>
                    <a:pt x="16107" y="9220"/>
                    <a:pt x="16097" y="9220"/>
                  </a:cubicBezTo>
                  <a:cubicBezTo>
                    <a:pt x="16069" y="9230"/>
                    <a:pt x="16012" y="9230"/>
                    <a:pt x="15973" y="9239"/>
                  </a:cubicBezTo>
                  <a:cubicBezTo>
                    <a:pt x="15945" y="9249"/>
                    <a:pt x="15888" y="9249"/>
                    <a:pt x="15859" y="9258"/>
                  </a:cubicBezTo>
                  <a:cubicBezTo>
                    <a:pt x="15812" y="9258"/>
                    <a:pt x="15773" y="9258"/>
                    <a:pt x="15726" y="9258"/>
                  </a:cubicBezTo>
                  <a:cubicBezTo>
                    <a:pt x="15716" y="9258"/>
                    <a:pt x="15697" y="9258"/>
                    <a:pt x="15678" y="9258"/>
                  </a:cubicBezTo>
                  <a:lnTo>
                    <a:pt x="15669" y="9258"/>
                  </a:lnTo>
                  <a:cubicBezTo>
                    <a:pt x="15640" y="9258"/>
                    <a:pt x="15621" y="9258"/>
                    <a:pt x="15602" y="9258"/>
                  </a:cubicBezTo>
                  <a:cubicBezTo>
                    <a:pt x="15545" y="9258"/>
                    <a:pt x="15507" y="9258"/>
                    <a:pt x="15459" y="9249"/>
                  </a:cubicBezTo>
                  <a:cubicBezTo>
                    <a:pt x="15412" y="9249"/>
                    <a:pt x="15345" y="9239"/>
                    <a:pt x="15278" y="9230"/>
                  </a:cubicBezTo>
                  <a:cubicBezTo>
                    <a:pt x="15278" y="9230"/>
                    <a:pt x="15259" y="9220"/>
                    <a:pt x="15230" y="9220"/>
                  </a:cubicBezTo>
                  <a:cubicBezTo>
                    <a:pt x="15212" y="9211"/>
                    <a:pt x="15202" y="9201"/>
                    <a:pt x="15173" y="9201"/>
                  </a:cubicBezTo>
                  <a:cubicBezTo>
                    <a:pt x="15135" y="9192"/>
                    <a:pt x="15097" y="9192"/>
                    <a:pt x="15059" y="9163"/>
                  </a:cubicBezTo>
                  <a:cubicBezTo>
                    <a:pt x="14964" y="9125"/>
                    <a:pt x="14878" y="9087"/>
                    <a:pt x="14812" y="9039"/>
                  </a:cubicBezTo>
                  <a:lnTo>
                    <a:pt x="11649" y="7144"/>
                  </a:lnTo>
                  <a:lnTo>
                    <a:pt x="11621" y="8363"/>
                  </a:lnTo>
                  <a:cubicBezTo>
                    <a:pt x="11602" y="8544"/>
                    <a:pt x="11478" y="8734"/>
                    <a:pt x="11221" y="8887"/>
                  </a:cubicBezTo>
                  <a:lnTo>
                    <a:pt x="7144" y="11268"/>
                  </a:lnTo>
                  <a:cubicBezTo>
                    <a:pt x="7201" y="11335"/>
                    <a:pt x="7268" y="11392"/>
                    <a:pt x="7353" y="11468"/>
                  </a:cubicBezTo>
                  <a:lnTo>
                    <a:pt x="13202" y="15012"/>
                  </a:lnTo>
                  <a:cubicBezTo>
                    <a:pt x="13306" y="15069"/>
                    <a:pt x="13440" y="15107"/>
                    <a:pt x="13573" y="15154"/>
                  </a:cubicBezTo>
                  <a:cubicBezTo>
                    <a:pt x="13583" y="15154"/>
                    <a:pt x="13611" y="15164"/>
                    <a:pt x="13630" y="15164"/>
                  </a:cubicBezTo>
                  <a:cubicBezTo>
                    <a:pt x="13773" y="15202"/>
                    <a:pt x="13907" y="15221"/>
                    <a:pt x="14059" y="15221"/>
                  </a:cubicBezTo>
                  <a:lnTo>
                    <a:pt x="14069" y="15221"/>
                  </a:lnTo>
                  <a:cubicBezTo>
                    <a:pt x="14221" y="15221"/>
                    <a:pt x="14373" y="15202"/>
                    <a:pt x="14526" y="15164"/>
                  </a:cubicBezTo>
                  <a:lnTo>
                    <a:pt x="14535" y="15164"/>
                  </a:lnTo>
                  <a:cubicBezTo>
                    <a:pt x="14688" y="15126"/>
                    <a:pt x="14812" y="15069"/>
                    <a:pt x="14945" y="15012"/>
                  </a:cubicBezTo>
                  <a:lnTo>
                    <a:pt x="19660" y="12268"/>
                  </a:lnTo>
                  <a:cubicBezTo>
                    <a:pt x="19736" y="12221"/>
                    <a:pt x="19793" y="12173"/>
                    <a:pt x="19860" y="12106"/>
                  </a:cubicBezTo>
                  <a:lnTo>
                    <a:pt x="17317" y="10582"/>
                  </a:lnTo>
                  <a:lnTo>
                    <a:pt x="17355" y="1057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503738-42F2-4B8A-8232-E09BBE541B58}"/>
                </a:ext>
              </a:extLst>
            </p:cNvPr>
            <p:cNvSpPr/>
            <p:nvPr/>
          </p:nvSpPr>
          <p:spPr>
            <a:xfrm>
              <a:off x="5097724" y="5359580"/>
              <a:ext cx="19050" cy="19050"/>
            </a:xfrm>
            <a:custGeom>
              <a:avLst/>
              <a:gdLst>
                <a:gd name="connsiteX0" fmla="*/ 17345 w 19050"/>
                <a:gd name="connsiteY0" fmla="*/ 10582 h 19050"/>
                <a:gd name="connsiteX1" fmla="*/ 17193 w 19050"/>
                <a:gd name="connsiteY1" fmla="*/ 10449 h 19050"/>
                <a:gd name="connsiteX2" fmla="*/ 17116 w 19050"/>
                <a:gd name="connsiteY2" fmla="*/ 10373 h 19050"/>
                <a:gd name="connsiteX3" fmla="*/ 17097 w 19050"/>
                <a:gd name="connsiteY3" fmla="*/ 10344 h 19050"/>
                <a:gd name="connsiteX4" fmla="*/ 17097 w 19050"/>
                <a:gd name="connsiteY4" fmla="*/ 10335 h 19050"/>
                <a:gd name="connsiteX5" fmla="*/ 17069 w 19050"/>
                <a:gd name="connsiteY5" fmla="*/ 10287 h 19050"/>
                <a:gd name="connsiteX6" fmla="*/ 17040 w 19050"/>
                <a:gd name="connsiteY6" fmla="*/ 10220 h 19050"/>
                <a:gd name="connsiteX7" fmla="*/ 17031 w 19050"/>
                <a:gd name="connsiteY7" fmla="*/ 10153 h 19050"/>
                <a:gd name="connsiteX8" fmla="*/ 17021 w 19050"/>
                <a:gd name="connsiteY8" fmla="*/ 10068 h 19050"/>
                <a:gd name="connsiteX9" fmla="*/ 17021 w 19050"/>
                <a:gd name="connsiteY9" fmla="*/ 10058 h 19050"/>
                <a:gd name="connsiteX10" fmla="*/ 17069 w 19050"/>
                <a:gd name="connsiteY10" fmla="*/ 8763 h 19050"/>
                <a:gd name="connsiteX11" fmla="*/ 16573 w 19050"/>
                <a:gd name="connsiteY11" fmla="*/ 9039 h 19050"/>
                <a:gd name="connsiteX12" fmla="*/ 16392 w 19050"/>
                <a:gd name="connsiteY12" fmla="*/ 9125 h 19050"/>
                <a:gd name="connsiteX13" fmla="*/ 16240 w 19050"/>
                <a:gd name="connsiteY13" fmla="*/ 9182 h 19050"/>
                <a:gd name="connsiteX14" fmla="*/ 16154 w 19050"/>
                <a:gd name="connsiteY14" fmla="*/ 9201 h 19050"/>
                <a:gd name="connsiteX15" fmla="*/ 16154 w 19050"/>
                <a:gd name="connsiteY15" fmla="*/ 9201 h 19050"/>
                <a:gd name="connsiteX16" fmla="*/ 16107 w 19050"/>
                <a:gd name="connsiteY16" fmla="*/ 9210 h 19050"/>
                <a:gd name="connsiteX17" fmla="*/ 15983 w 19050"/>
                <a:gd name="connsiteY17" fmla="*/ 9230 h 19050"/>
                <a:gd name="connsiteX18" fmla="*/ 15859 w 19050"/>
                <a:gd name="connsiteY18" fmla="*/ 9249 h 19050"/>
                <a:gd name="connsiteX19" fmla="*/ 15735 w 19050"/>
                <a:gd name="connsiteY19" fmla="*/ 9249 h 19050"/>
                <a:gd name="connsiteX20" fmla="*/ 15678 w 19050"/>
                <a:gd name="connsiteY20" fmla="*/ 9249 h 19050"/>
                <a:gd name="connsiteX21" fmla="*/ 15669 w 19050"/>
                <a:gd name="connsiteY21" fmla="*/ 9249 h 19050"/>
                <a:gd name="connsiteX22" fmla="*/ 15602 w 19050"/>
                <a:gd name="connsiteY22" fmla="*/ 9249 h 19050"/>
                <a:gd name="connsiteX23" fmla="*/ 15459 w 19050"/>
                <a:gd name="connsiteY23" fmla="*/ 9249 h 19050"/>
                <a:gd name="connsiteX24" fmla="*/ 15278 w 19050"/>
                <a:gd name="connsiteY24" fmla="*/ 9220 h 19050"/>
                <a:gd name="connsiteX25" fmla="*/ 15230 w 19050"/>
                <a:gd name="connsiteY25" fmla="*/ 9210 h 19050"/>
                <a:gd name="connsiteX26" fmla="*/ 15173 w 19050"/>
                <a:gd name="connsiteY26" fmla="*/ 9192 h 19050"/>
                <a:gd name="connsiteX27" fmla="*/ 15069 w 19050"/>
                <a:gd name="connsiteY27" fmla="*/ 9172 h 19050"/>
                <a:gd name="connsiteX28" fmla="*/ 14811 w 19050"/>
                <a:gd name="connsiteY28" fmla="*/ 9039 h 19050"/>
                <a:gd name="connsiteX29" fmla="*/ 11649 w 19050"/>
                <a:gd name="connsiteY29" fmla="*/ 7144 h 19050"/>
                <a:gd name="connsiteX30" fmla="*/ 11611 w 19050"/>
                <a:gd name="connsiteY30" fmla="*/ 8363 h 19050"/>
                <a:gd name="connsiteX31" fmla="*/ 11230 w 19050"/>
                <a:gd name="connsiteY31" fmla="*/ 8896 h 19050"/>
                <a:gd name="connsiteX32" fmla="*/ 7144 w 19050"/>
                <a:gd name="connsiteY32" fmla="*/ 11259 h 19050"/>
                <a:gd name="connsiteX33" fmla="*/ 7344 w 19050"/>
                <a:gd name="connsiteY33" fmla="*/ 11459 h 19050"/>
                <a:gd name="connsiteX34" fmla="*/ 13183 w 19050"/>
                <a:gd name="connsiteY34" fmla="*/ 14992 h 19050"/>
                <a:gd name="connsiteX35" fmla="*/ 13563 w 19050"/>
                <a:gd name="connsiteY35" fmla="*/ 15154 h 19050"/>
                <a:gd name="connsiteX36" fmla="*/ 13621 w 19050"/>
                <a:gd name="connsiteY36" fmla="*/ 15164 h 19050"/>
                <a:gd name="connsiteX37" fmla="*/ 14049 w 19050"/>
                <a:gd name="connsiteY37" fmla="*/ 15211 h 19050"/>
                <a:gd name="connsiteX38" fmla="*/ 14059 w 19050"/>
                <a:gd name="connsiteY38" fmla="*/ 15211 h 19050"/>
                <a:gd name="connsiteX39" fmla="*/ 14516 w 19050"/>
                <a:gd name="connsiteY39" fmla="*/ 15154 h 19050"/>
                <a:gd name="connsiteX40" fmla="*/ 14526 w 19050"/>
                <a:gd name="connsiteY40" fmla="*/ 15154 h 19050"/>
                <a:gd name="connsiteX41" fmla="*/ 14935 w 19050"/>
                <a:gd name="connsiteY41" fmla="*/ 14992 h 19050"/>
                <a:gd name="connsiteX42" fmla="*/ 19640 w 19050"/>
                <a:gd name="connsiteY42" fmla="*/ 12268 h 19050"/>
                <a:gd name="connsiteX43" fmla="*/ 19840 w 19050"/>
                <a:gd name="connsiteY43" fmla="*/ 12097 h 19050"/>
                <a:gd name="connsiteX44" fmla="*/ 17345 w 19050"/>
                <a:gd name="connsiteY44" fmla="*/ 10582 h 19050"/>
                <a:gd name="connsiteX45" fmla="*/ 17345 w 19050"/>
                <a:gd name="connsiteY45" fmla="*/ 105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45" y="10582"/>
                  </a:moveTo>
                  <a:cubicBezTo>
                    <a:pt x="17288" y="10535"/>
                    <a:pt x="17231" y="10496"/>
                    <a:pt x="17193" y="10449"/>
                  </a:cubicBezTo>
                  <a:cubicBezTo>
                    <a:pt x="17164" y="10430"/>
                    <a:pt x="17135" y="10401"/>
                    <a:pt x="17116" y="10373"/>
                  </a:cubicBezTo>
                  <a:cubicBezTo>
                    <a:pt x="17116" y="10354"/>
                    <a:pt x="17097" y="10344"/>
                    <a:pt x="17097" y="10344"/>
                  </a:cubicBezTo>
                  <a:lnTo>
                    <a:pt x="17097" y="10335"/>
                  </a:lnTo>
                  <a:cubicBezTo>
                    <a:pt x="17088" y="10325"/>
                    <a:pt x="17078" y="10315"/>
                    <a:pt x="17069" y="10287"/>
                  </a:cubicBezTo>
                  <a:cubicBezTo>
                    <a:pt x="17059" y="10268"/>
                    <a:pt x="17050" y="10249"/>
                    <a:pt x="17040" y="10220"/>
                  </a:cubicBezTo>
                  <a:cubicBezTo>
                    <a:pt x="17031" y="10201"/>
                    <a:pt x="17031" y="10153"/>
                    <a:pt x="17031" y="10153"/>
                  </a:cubicBezTo>
                  <a:lnTo>
                    <a:pt x="17021" y="10068"/>
                  </a:lnTo>
                  <a:lnTo>
                    <a:pt x="17021" y="10058"/>
                  </a:lnTo>
                  <a:lnTo>
                    <a:pt x="17069" y="8763"/>
                  </a:lnTo>
                  <a:lnTo>
                    <a:pt x="16573" y="9039"/>
                  </a:lnTo>
                  <a:cubicBezTo>
                    <a:pt x="16516" y="9077"/>
                    <a:pt x="16459" y="9106"/>
                    <a:pt x="16392" y="9125"/>
                  </a:cubicBezTo>
                  <a:cubicBezTo>
                    <a:pt x="16345" y="9154"/>
                    <a:pt x="16288" y="9172"/>
                    <a:pt x="16240" y="9182"/>
                  </a:cubicBezTo>
                  <a:cubicBezTo>
                    <a:pt x="16212" y="9192"/>
                    <a:pt x="16192" y="9192"/>
                    <a:pt x="16154" y="9201"/>
                  </a:cubicBezTo>
                  <a:lnTo>
                    <a:pt x="16154" y="9201"/>
                  </a:lnTo>
                  <a:cubicBezTo>
                    <a:pt x="16135" y="9210"/>
                    <a:pt x="16116" y="9210"/>
                    <a:pt x="16107" y="9210"/>
                  </a:cubicBezTo>
                  <a:cubicBezTo>
                    <a:pt x="16059" y="9220"/>
                    <a:pt x="16030" y="9230"/>
                    <a:pt x="15983" y="9230"/>
                  </a:cubicBezTo>
                  <a:cubicBezTo>
                    <a:pt x="15935" y="9239"/>
                    <a:pt x="15897" y="9249"/>
                    <a:pt x="15859" y="9249"/>
                  </a:cubicBezTo>
                  <a:cubicBezTo>
                    <a:pt x="15821" y="9249"/>
                    <a:pt x="15773" y="9249"/>
                    <a:pt x="15735" y="9249"/>
                  </a:cubicBezTo>
                  <a:cubicBezTo>
                    <a:pt x="15716" y="9249"/>
                    <a:pt x="15707" y="9249"/>
                    <a:pt x="15678" y="9249"/>
                  </a:cubicBezTo>
                  <a:lnTo>
                    <a:pt x="15669" y="9249"/>
                  </a:lnTo>
                  <a:cubicBezTo>
                    <a:pt x="15640" y="9249"/>
                    <a:pt x="15621" y="9249"/>
                    <a:pt x="15602" y="9249"/>
                  </a:cubicBezTo>
                  <a:cubicBezTo>
                    <a:pt x="15545" y="9249"/>
                    <a:pt x="15507" y="9249"/>
                    <a:pt x="15459" y="9249"/>
                  </a:cubicBezTo>
                  <a:cubicBezTo>
                    <a:pt x="15402" y="9239"/>
                    <a:pt x="15354" y="9230"/>
                    <a:pt x="15278" y="9220"/>
                  </a:cubicBezTo>
                  <a:cubicBezTo>
                    <a:pt x="15278" y="9220"/>
                    <a:pt x="15259" y="9210"/>
                    <a:pt x="15230" y="9210"/>
                  </a:cubicBezTo>
                  <a:cubicBezTo>
                    <a:pt x="15211" y="9201"/>
                    <a:pt x="15202" y="9201"/>
                    <a:pt x="15173" y="9192"/>
                  </a:cubicBezTo>
                  <a:cubicBezTo>
                    <a:pt x="15135" y="9192"/>
                    <a:pt x="15097" y="9172"/>
                    <a:pt x="15069" y="9172"/>
                  </a:cubicBezTo>
                  <a:cubicBezTo>
                    <a:pt x="14973" y="9134"/>
                    <a:pt x="14878" y="9096"/>
                    <a:pt x="14811" y="9039"/>
                  </a:cubicBezTo>
                  <a:lnTo>
                    <a:pt x="11649" y="7144"/>
                  </a:lnTo>
                  <a:lnTo>
                    <a:pt x="11611" y="8363"/>
                  </a:lnTo>
                  <a:cubicBezTo>
                    <a:pt x="11611" y="8553"/>
                    <a:pt x="11477" y="8734"/>
                    <a:pt x="11230" y="8896"/>
                  </a:cubicBezTo>
                  <a:lnTo>
                    <a:pt x="7144" y="11259"/>
                  </a:lnTo>
                  <a:cubicBezTo>
                    <a:pt x="7191" y="11325"/>
                    <a:pt x="7258" y="11401"/>
                    <a:pt x="7344" y="11459"/>
                  </a:cubicBezTo>
                  <a:lnTo>
                    <a:pt x="13183" y="14992"/>
                  </a:lnTo>
                  <a:cubicBezTo>
                    <a:pt x="13306" y="15069"/>
                    <a:pt x="13421" y="15116"/>
                    <a:pt x="13563" y="15154"/>
                  </a:cubicBezTo>
                  <a:cubicBezTo>
                    <a:pt x="13583" y="15154"/>
                    <a:pt x="13601" y="15164"/>
                    <a:pt x="13621" y="15164"/>
                  </a:cubicBezTo>
                  <a:cubicBezTo>
                    <a:pt x="13763" y="15192"/>
                    <a:pt x="13897" y="15211"/>
                    <a:pt x="14049" y="15211"/>
                  </a:cubicBezTo>
                  <a:lnTo>
                    <a:pt x="14059" y="15211"/>
                  </a:lnTo>
                  <a:cubicBezTo>
                    <a:pt x="14221" y="15211"/>
                    <a:pt x="14364" y="15192"/>
                    <a:pt x="14516" y="15154"/>
                  </a:cubicBezTo>
                  <a:lnTo>
                    <a:pt x="14526" y="15154"/>
                  </a:lnTo>
                  <a:cubicBezTo>
                    <a:pt x="14678" y="15116"/>
                    <a:pt x="14811" y="15069"/>
                    <a:pt x="14935" y="14992"/>
                  </a:cubicBezTo>
                  <a:lnTo>
                    <a:pt x="19640" y="12268"/>
                  </a:lnTo>
                  <a:cubicBezTo>
                    <a:pt x="19726" y="12220"/>
                    <a:pt x="19783" y="12173"/>
                    <a:pt x="19840" y="12097"/>
                  </a:cubicBezTo>
                  <a:lnTo>
                    <a:pt x="17345" y="10582"/>
                  </a:lnTo>
                  <a:lnTo>
                    <a:pt x="17345" y="10582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51FB2C1-3AE4-4A2D-9805-FE1664847FD7}"/>
                </a:ext>
              </a:extLst>
            </p:cNvPr>
            <p:cNvSpPr/>
            <p:nvPr/>
          </p:nvSpPr>
          <p:spPr>
            <a:xfrm>
              <a:off x="5106096" y="5364638"/>
              <a:ext cx="19050" cy="19050"/>
            </a:xfrm>
            <a:custGeom>
              <a:avLst/>
              <a:gdLst>
                <a:gd name="connsiteX0" fmla="*/ 17364 w 19050"/>
                <a:gd name="connsiteY0" fmla="*/ 10592 h 19050"/>
                <a:gd name="connsiteX1" fmla="*/ 17211 w 19050"/>
                <a:gd name="connsiteY1" fmla="*/ 10477 h 19050"/>
                <a:gd name="connsiteX2" fmla="*/ 17135 w 19050"/>
                <a:gd name="connsiteY2" fmla="*/ 10392 h 19050"/>
                <a:gd name="connsiteX3" fmla="*/ 17116 w 19050"/>
                <a:gd name="connsiteY3" fmla="*/ 10353 h 19050"/>
                <a:gd name="connsiteX4" fmla="*/ 17116 w 19050"/>
                <a:gd name="connsiteY4" fmla="*/ 10353 h 19050"/>
                <a:gd name="connsiteX5" fmla="*/ 17088 w 19050"/>
                <a:gd name="connsiteY5" fmla="*/ 10306 h 19050"/>
                <a:gd name="connsiteX6" fmla="*/ 17059 w 19050"/>
                <a:gd name="connsiteY6" fmla="*/ 10239 h 19050"/>
                <a:gd name="connsiteX7" fmla="*/ 17040 w 19050"/>
                <a:gd name="connsiteY7" fmla="*/ 10163 h 19050"/>
                <a:gd name="connsiteX8" fmla="*/ 17031 w 19050"/>
                <a:gd name="connsiteY8" fmla="*/ 10087 h 19050"/>
                <a:gd name="connsiteX9" fmla="*/ 17031 w 19050"/>
                <a:gd name="connsiteY9" fmla="*/ 10077 h 19050"/>
                <a:gd name="connsiteX10" fmla="*/ 17078 w 19050"/>
                <a:gd name="connsiteY10" fmla="*/ 8734 h 19050"/>
                <a:gd name="connsiteX11" fmla="*/ 16564 w 19050"/>
                <a:gd name="connsiteY11" fmla="*/ 9049 h 19050"/>
                <a:gd name="connsiteX12" fmla="*/ 16383 w 19050"/>
                <a:gd name="connsiteY12" fmla="*/ 9125 h 19050"/>
                <a:gd name="connsiteX13" fmla="*/ 16230 w 19050"/>
                <a:gd name="connsiteY13" fmla="*/ 9192 h 19050"/>
                <a:gd name="connsiteX14" fmla="*/ 16145 w 19050"/>
                <a:gd name="connsiteY14" fmla="*/ 9210 h 19050"/>
                <a:gd name="connsiteX15" fmla="*/ 16135 w 19050"/>
                <a:gd name="connsiteY15" fmla="*/ 9210 h 19050"/>
                <a:gd name="connsiteX16" fmla="*/ 16097 w 19050"/>
                <a:gd name="connsiteY16" fmla="*/ 9220 h 19050"/>
                <a:gd name="connsiteX17" fmla="*/ 15964 w 19050"/>
                <a:gd name="connsiteY17" fmla="*/ 9239 h 19050"/>
                <a:gd name="connsiteX18" fmla="*/ 15850 w 19050"/>
                <a:gd name="connsiteY18" fmla="*/ 9249 h 19050"/>
                <a:gd name="connsiteX19" fmla="*/ 15716 w 19050"/>
                <a:gd name="connsiteY19" fmla="*/ 9258 h 19050"/>
                <a:gd name="connsiteX20" fmla="*/ 15669 w 19050"/>
                <a:gd name="connsiteY20" fmla="*/ 9258 h 19050"/>
                <a:gd name="connsiteX21" fmla="*/ 15659 w 19050"/>
                <a:gd name="connsiteY21" fmla="*/ 9258 h 19050"/>
                <a:gd name="connsiteX22" fmla="*/ 15592 w 19050"/>
                <a:gd name="connsiteY22" fmla="*/ 9258 h 19050"/>
                <a:gd name="connsiteX23" fmla="*/ 15449 w 19050"/>
                <a:gd name="connsiteY23" fmla="*/ 9249 h 19050"/>
                <a:gd name="connsiteX24" fmla="*/ 15297 w 19050"/>
                <a:gd name="connsiteY24" fmla="*/ 9230 h 19050"/>
                <a:gd name="connsiteX25" fmla="*/ 15202 w 19050"/>
                <a:gd name="connsiteY25" fmla="*/ 9210 h 19050"/>
                <a:gd name="connsiteX26" fmla="*/ 15173 w 19050"/>
                <a:gd name="connsiteY26" fmla="*/ 9201 h 19050"/>
                <a:gd name="connsiteX27" fmla="*/ 15059 w 19050"/>
                <a:gd name="connsiteY27" fmla="*/ 9182 h 19050"/>
                <a:gd name="connsiteX28" fmla="*/ 14792 w 19050"/>
                <a:gd name="connsiteY28" fmla="*/ 9049 h 19050"/>
                <a:gd name="connsiteX29" fmla="*/ 11659 w 19050"/>
                <a:gd name="connsiteY29" fmla="*/ 7144 h 19050"/>
                <a:gd name="connsiteX30" fmla="*/ 11611 w 19050"/>
                <a:gd name="connsiteY30" fmla="*/ 8363 h 19050"/>
                <a:gd name="connsiteX31" fmla="*/ 11211 w 19050"/>
                <a:gd name="connsiteY31" fmla="*/ 8887 h 19050"/>
                <a:gd name="connsiteX32" fmla="*/ 7144 w 19050"/>
                <a:gd name="connsiteY32" fmla="*/ 11249 h 19050"/>
                <a:gd name="connsiteX33" fmla="*/ 7372 w 19050"/>
                <a:gd name="connsiteY33" fmla="*/ 11477 h 19050"/>
                <a:gd name="connsiteX34" fmla="*/ 13221 w 19050"/>
                <a:gd name="connsiteY34" fmla="*/ 15011 h 19050"/>
                <a:gd name="connsiteX35" fmla="*/ 13573 w 19050"/>
                <a:gd name="connsiteY35" fmla="*/ 15164 h 19050"/>
                <a:gd name="connsiteX36" fmla="*/ 13640 w 19050"/>
                <a:gd name="connsiteY36" fmla="*/ 15183 h 19050"/>
                <a:gd name="connsiteX37" fmla="*/ 14059 w 19050"/>
                <a:gd name="connsiteY37" fmla="*/ 15221 h 19050"/>
                <a:gd name="connsiteX38" fmla="*/ 14078 w 19050"/>
                <a:gd name="connsiteY38" fmla="*/ 15221 h 19050"/>
                <a:gd name="connsiteX39" fmla="*/ 14535 w 19050"/>
                <a:gd name="connsiteY39" fmla="*/ 15173 h 19050"/>
                <a:gd name="connsiteX40" fmla="*/ 14554 w 19050"/>
                <a:gd name="connsiteY40" fmla="*/ 15173 h 19050"/>
                <a:gd name="connsiteX41" fmla="*/ 14954 w 19050"/>
                <a:gd name="connsiteY41" fmla="*/ 15002 h 19050"/>
                <a:gd name="connsiteX42" fmla="*/ 19660 w 19050"/>
                <a:gd name="connsiteY42" fmla="*/ 12278 h 19050"/>
                <a:gd name="connsiteX43" fmla="*/ 19860 w 19050"/>
                <a:gd name="connsiteY43" fmla="*/ 12106 h 19050"/>
                <a:gd name="connsiteX44" fmla="*/ 17335 w 19050"/>
                <a:gd name="connsiteY44" fmla="*/ 10582 h 19050"/>
                <a:gd name="connsiteX45" fmla="*/ 17364 w 19050"/>
                <a:gd name="connsiteY45" fmla="*/ 1059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64" y="10592"/>
                  </a:moveTo>
                  <a:cubicBezTo>
                    <a:pt x="17307" y="10554"/>
                    <a:pt x="17259" y="10515"/>
                    <a:pt x="17211" y="10477"/>
                  </a:cubicBezTo>
                  <a:cubicBezTo>
                    <a:pt x="17183" y="10458"/>
                    <a:pt x="17164" y="10430"/>
                    <a:pt x="17135" y="10392"/>
                  </a:cubicBezTo>
                  <a:lnTo>
                    <a:pt x="17116" y="10353"/>
                  </a:lnTo>
                  <a:lnTo>
                    <a:pt x="17116" y="10353"/>
                  </a:lnTo>
                  <a:cubicBezTo>
                    <a:pt x="17107" y="10335"/>
                    <a:pt x="17097" y="10325"/>
                    <a:pt x="17088" y="10306"/>
                  </a:cubicBezTo>
                  <a:cubicBezTo>
                    <a:pt x="17078" y="10287"/>
                    <a:pt x="17069" y="10268"/>
                    <a:pt x="17059" y="10239"/>
                  </a:cubicBezTo>
                  <a:cubicBezTo>
                    <a:pt x="17059" y="10220"/>
                    <a:pt x="17040" y="10163"/>
                    <a:pt x="17040" y="10163"/>
                  </a:cubicBezTo>
                  <a:cubicBezTo>
                    <a:pt x="17031" y="10135"/>
                    <a:pt x="17031" y="10087"/>
                    <a:pt x="17031" y="10087"/>
                  </a:cubicBezTo>
                  <a:lnTo>
                    <a:pt x="17031" y="10077"/>
                  </a:lnTo>
                  <a:lnTo>
                    <a:pt x="17078" y="8734"/>
                  </a:lnTo>
                  <a:lnTo>
                    <a:pt x="16564" y="9049"/>
                  </a:lnTo>
                  <a:cubicBezTo>
                    <a:pt x="16507" y="9077"/>
                    <a:pt x="16450" y="9106"/>
                    <a:pt x="16383" y="9125"/>
                  </a:cubicBezTo>
                  <a:cubicBezTo>
                    <a:pt x="16335" y="9154"/>
                    <a:pt x="16278" y="9182"/>
                    <a:pt x="16230" y="9192"/>
                  </a:cubicBezTo>
                  <a:cubicBezTo>
                    <a:pt x="16202" y="9192"/>
                    <a:pt x="16173" y="9201"/>
                    <a:pt x="16145" y="9210"/>
                  </a:cubicBezTo>
                  <a:lnTo>
                    <a:pt x="16135" y="9210"/>
                  </a:lnTo>
                  <a:cubicBezTo>
                    <a:pt x="16116" y="9210"/>
                    <a:pt x="16107" y="9220"/>
                    <a:pt x="16097" y="9220"/>
                  </a:cubicBezTo>
                  <a:cubicBezTo>
                    <a:pt x="16040" y="9230"/>
                    <a:pt x="16012" y="9239"/>
                    <a:pt x="15964" y="9239"/>
                  </a:cubicBezTo>
                  <a:cubicBezTo>
                    <a:pt x="15926" y="9249"/>
                    <a:pt x="15878" y="9249"/>
                    <a:pt x="15850" y="9249"/>
                  </a:cubicBezTo>
                  <a:cubicBezTo>
                    <a:pt x="15802" y="9258"/>
                    <a:pt x="15754" y="9258"/>
                    <a:pt x="15716" y="9258"/>
                  </a:cubicBezTo>
                  <a:lnTo>
                    <a:pt x="15669" y="9258"/>
                  </a:lnTo>
                  <a:lnTo>
                    <a:pt x="15659" y="9258"/>
                  </a:lnTo>
                  <a:cubicBezTo>
                    <a:pt x="15630" y="9258"/>
                    <a:pt x="15592" y="9258"/>
                    <a:pt x="15592" y="9258"/>
                  </a:cubicBezTo>
                  <a:cubicBezTo>
                    <a:pt x="15545" y="9258"/>
                    <a:pt x="15497" y="9249"/>
                    <a:pt x="15449" y="9249"/>
                  </a:cubicBezTo>
                  <a:cubicBezTo>
                    <a:pt x="15392" y="9249"/>
                    <a:pt x="15345" y="9239"/>
                    <a:pt x="15297" y="9230"/>
                  </a:cubicBezTo>
                  <a:cubicBezTo>
                    <a:pt x="15269" y="9230"/>
                    <a:pt x="15240" y="9220"/>
                    <a:pt x="15202" y="9210"/>
                  </a:cubicBezTo>
                  <a:cubicBezTo>
                    <a:pt x="15202" y="9210"/>
                    <a:pt x="15183" y="9210"/>
                    <a:pt x="15173" y="9201"/>
                  </a:cubicBezTo>
                  <a:cubicBezTo>
                    <a:pt x="15126" y="9192"/>
                    <a:pt x="15097" y="9182"/>
                    <a:pt x="15059" y="9182"/>
                  </a:cubicBezTo>
                  <a:cubicBezTo>
                    <a:pt x="14954" y="9134"/>
                    <a:pt x="14878" y="9087"/>
                    <a:pt x="14792" y="9049"/>
                  </a:cubicBezTo>
                  <a:lnTo>
                    <a:pt x="11659" y="7144"/>
                  </a:lnTo>
                  <a:lnTo>
                    <a:pt x="11611" y="8363"/>
                  </a:lnTo>
                  <a:cubicBezTo>
                    <a:pt x="11601" y="8563"/>
                    <a:pt x="11468" y="8734"/>
                    <a:pt x="11211" y="8887"/>
                  </a:cubicBezTo>
                  <a:lnTo>
                    <a:pt x="7144" y="11249"/>
                  </a:lnTo>
                  <a:cubicBezTo>
                    <a:pt x="7191" y="11334"/>
                    <a:pt x="7268" y="11401"/>
                    <a:pt x="7372" y="11477"/>
                  </a:cubicBezTo>
                  <a:lnTo>
                    <a:pt x="13221" y="15011"/>
                  </a:lnTo>
                  <a:cubicBezTo>
                    <a:pt x="13325" y="15069"/>
                    <a:pt x="13440" y="15126"/>
                    <a:pt x="13573" y="15164"/>
                  </a:cubicBezTo>
                  <a:cubicBezTo>
                    <a:pt x="13611" y="15164"/>
                    <a:pt x="13640" y="15183"/>
                    <a:pt x="13640" y="15183"/>
                  </a:cubicBezTo>
                  <a:cubicBezTo>
                    <a:pt x="13783" y="15211"/>
                    <a:pt x="13926" y="15221"/>
                    <a:pt x="14059" y="15221"/>
                  </a:cubicBezTo>
                  <a:lnTo>
                    <a:pt x="14078" y="15221"/>
                  </a:lnTo>
                  <a:cubicBezTo>
                    <a:pt x="14249" y="15221"/>
                    <a:pt x="14383" y="15211"/>
                    <a:pt x="14535" y="15173"/>
                  </a:cubicBezTo>
                  <a:lnTo>
                    <a:pt x="14554" y="15173"/>
                  </a:lnTo>
                  <a:cubicBezTo>
                    <a:pt x="14697" y="15126"/>
                    <a:pt x="14840" y="15078"/>
                    <a:pt x="14954" y="15002"/>
                  </a:cubicBezTo>
                  <a:lnTo>
                    <a:pt x="19660" y="12278"/>
                  </a:lnTo>
                  <a:cubicBezTo>
                    <a:pt x="19745" y="12230"/>
                    <a:pt x="19802" y="12173"/>
                    <a:pt x="19860" y="12106"/>
                  </a:cubicBezTo>
                  <a:lnTo>
                    <a:pt x="17335" y="10582"/>
                  </a:lnTo>
                  <a:lnTo>
                    <a:pt x="17364" y="10592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F6F63D70-5153-4235-91AC-C66603E9986E}"/>
                </a:ext>
              </a:extLst>
            </p:cNvPr>
            <p:cNvSpPr/>
            <p:nvPr/>
          </p:nvSpPr>
          <p:spPr>
            <a:xfrm>
              <a:off x="5114468" y="5369705"/>
              <a:ext cx="19050" cy="19050"/>
            </a:xfrm>
            <a:custGeom>
              <a:avLst/>
              <a:gdLst>
                <a:gd name="connsiteX0" fmla="*/ 17364 w 19050"/>
                <a:gd name="connsiteY0" fmla="*/ 10592 h 19050"/>
                <a:gd name="connsiteX1" fmla="*/ 17202 w 19050"/>
                <a:gd name="connsiteY1" fmla="*/ 10468 h 19050"/>
                <a:gd name="connsiteX2" fmla="*/ 17126 w 19050"/>
                <a:gd name="connsiteY2" fmla="*/ 10382 h 19050"/>
                <a:gd name="connsiteX3" fmla="*/ 17116 w 19050"/>
                <a:gd name="connsiteY3" fmla="*/ 10354 h 19050"/>
                <a:gd name="connsiteX4" fmla="*/ 17116 w 19050"/>
                <a:gd name="connsiteY4" fmla="*/ 10344 h 19050"/>
                <a:gd name="connsiteX5" fmla="*/ 17088 w 19050"/>
                <a:gd name="connsiteY5" fmla="*/ 10316 h 19050"/>
                <a:gd name="connsiteX6" fmla="*/ 17059 w 19050"/>
                <a:gd name="connsiteY6" fmla="*/ 10230 h 19050"/>
                <a:gd name="connsiteX7" fmla="*/ 17040 w 19050"/>
                <a:gd name="connsiteY7" fmla="*/ 10163 h 19050"/>
                <a:gd name="connsiteX8" fmla="*/ 17031 w 19050"/>
                <a:gd name="connsiteY8" fmla="*/ 10096 h 19050"/>
                <a:gd name="connsiteX9" fmla="*/ 17031 w 19050"/>
                <a:gd name="connsiteY9" fmla="*/ 10087 h 19050"/>
                <a:gd name="connsiteX10" fmla="*/ 17078 w 19050"/>
                <a:gd name="connsiteY10" fmla="*/ 8772 h 19050"/>
                <a:gd name="connsiteX11" fmla="*/ 16593 w 19050"/>
                <a:gd name="connsiteY11" fmla="*/ 9058 h 19050"/>
                <a:gd name="connsiteX12" fmla="*/ 16402 w 19050"/>
                <a:gd name="connsiteY12" fmla="*/ 9144 h 19050"/>
                <a:gd name="connsiteX13" fmla="*/ 16240 w 19050"/>
                <a:gd name="connsiteY13" fmla="*/ 9192 h 19050"/>
                <a:gd name="connsiteX14" fmla="*/ 16173 w 19050"/>
                <a:gd name="connsiteY14" fmla="*/ 9211 h 19050"/>
                <a:gd name="connsiteX15" fmla="*/ 16154 w 19050"/>
                <a:gd name="connsiteY15" fmla="*/ 9220 h 19050"/>
                <a:gd name="connsiteX16" fmla="*/ 16116 w 19050"/>
                <a:gd name="connsiteY16" fmla="*/ 9220 h 19050"/>
                <a:gd name="connsiteX17" fmla="*/ 15983 w 19050"/>
                <a:gd name="connsiteY17" fmla="*/ 9258 h 19050"/>
                <a:gd name="connsiteX18" fmla="*/ 15869 w 19050"/>
                <a:gd name="connsiteY18" fmla="*/ 9268 h 19050"/>
                <a:gd name="connsiteX19" fmla="*/ 15745 w 19050"/>
                <a:gd name="connsiteY19" fmla="*/ 9277 h 19050"/>
                <a:gd name="connsiteX20" fmla="*/ 15697 w 19050"/>
                <a:gd name="connsiteY20" fmla="*/ 9277 h 19050"/>
                <a:gd name="connsiteX21" fmla="*/ 15659 w 19050"/>
                <a:gd name="connsiteY21" fmla="*/ 9277 h 19050"/>
                <a:gd name="connsiteX22" fmla="*/ 15612 w 19050"/>
                <a:gd name="connsiteY22" fmla="*/ 9277 h 19050"/>
                <a:gd name="connsiteX23" fmla="*/ 15478 w 19050"/>
                <a:gd name="connsiteY23" fmla="*/ 9258 h 19050"/>
                <a:gd name="connsiteX24" fmla="*/ 15297 w 19050"/>
                <a:gd name="connsiteY24" fmla="*/ 9230 h 19050"/>
                <a:gd name="connsiteX25" fmla="*/ 15240 w 19050"/>
                <a:gd name="connsiteY25" fmla="*/ 9220 h 19050"/>
                <a:gd name="connsiteX26" fmla="*/ 15192 w 19050"/>
                <a:gd name="connsiteY26" fmla="*/ 9211 h 19050"/>
                <a:gd name="connsiteX27" fmla="*/ 15069 w 19050"/>
                <a:gd name="connsiteY27" fmla="*/ 9182 h 19050"/>
                <a:gd name="connsiteX28" fmla="*/ 14811 w 19050"/>
                <a:gd name="connsiteY28" fmla="*/ 9058 h 19050"/>
                <a:gd name="connsiteX29" fmla="*/ 11668 w 19050"/>
                <a:gd name="connsiteY29" fmla="*/ 7144 h 19050"/>
                <a:gd name="connsiteX30" fmla="*/ 11621 w 19050"/>
                <a:gd name="connsiteY30" fmla="*/ 8372 h 19050"/>
                <a:gd name="connsiteX31" fmla="*/ 11239 w 19050"/>
                <a:gd name="connsiteY31" fmla="*/ 8906 h 19050"/>
                <a:gd name="connsiteX32" fmla="*/ 7144 w 19050"/>
                <a:gd name="connsiteY32" fmla="*/ 11268 h 19050"/>
                <a:gd name="connsiteX33" fmla="*/ 7363 w 19050"/>
                <a:gd name="connsiteY33" fmla="*/ 11468 h 19050"/>
                <a:gd name="connsiteX34" fmla="*/ 13202 w 19050"/>
                <a:gd name="connsiteY34" fmla="*/ 14992 h 19050"/>
                <a:gd name="connsiteX35" fmla="*/ 13573 w 19050"/>
                <a:gd name="connsiteY35" fmla="*/ 15154 h 19050"/>
                <a:gd name="connsiteX36" fmla="*/ 13630 w 19050"/>
                <a:gd name="connsiteY36" fmla="*/ 15164 h 19050"/>
                <a:gd name="connsiteX37" fmla="*/ 14059 w 19050"/>
                <a:gd name="connsiteY37" fmla="*/ 15212 h 19050"/>
                <a:gd name="connsiteX38" fmla="*/ 14068 w 19050"/>
                <a:gd name="connsiteY38" fmla="*/ 15212 h 19050"/>
                <a:gd name="connsiteX39" fmla="*/ 14526 w 19050"/>
                <a:gd name="connsiteY39" fmla="*/ 15164 h 19050"/>
                <a:gd name="connsiteX40" fmla="*/ 14545 w 19050"/>
                <a:gd name="connsiteY40" fmla="*/ 15154 h 19050"/>
                <a:gd name="connsiteX41" fmla="*/ 14945 w 19050"/>
                <a:gd name="connsiteY41" fmla="*/ 14992 h 19050"/>
                <a:gd name="connsiteX42" fmla="*/ 19660 w 19050"/>
                <a:gd name="connsiteY42" fmla="*/ 12268 h 19050"/>
                <a:gd name="connsiteX43" fmla="*/ 19850 w 19050"/>
                <a:gd name="connsiteY43" fmla="*/ 12097 h 19050"/>
                <a:gd name="connsiteX44" fmla="*/ 17364 w 19050"/>
                <a:gd name="connsiteY44" fmla="*/ 10592 h 19050"/>
                <a:gd name="connsiteX45" fmla="*/ 17364 w 19050"/>
                <a:gd name="connsiteY45" fmla="*/ 1059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64" y="10592"/>
                  </a:moveTo>
                  <a:cubicBezTo>
                    <a:pt x="17307" y="10554"/>
                    <a:pt x="17250" y="10516"/>
                    <a:pt x="17202" y="10468"/>
                  </a:cubicBezTo>
                  <a:cubicBezTo>
                    <a:pt x="17173" y="10439"/>
                    <a:pt x="17154" y="10401"/>
                    <a:pt x="17126" y="10382"/>
                  </a:cubicBezTo>
                  <a:lnTo>
                    <a:pt x="17116" y="10354"/>
                  </a:lnTo>
                  <a:lnTo>
                    <a:pt x="17116" y="10344"/>
                  </a:lnTo>
                  <a:cubicBezTo>
                    <a:pt x="17097" y="10335"/>
                    <a:pt x="17088" y="10325"/>
                    <a:pt x="17088" y="10316"/>
                  </a:cubicBezTo>
                  <a:cubicBezTo>
                    <a:pt x="17078" y="10278"/>
                    <a:pt x="17059" y="10258"/>
                    <a:pt x="17059" y="10230"/>
                  </a:cubicBezTo>
                  <a:cubicBezTo>
                    <a:pt x="17050" y="10211"/>
                    <a:pt x="17040" y="10163"/>
                    <a:pt x="17040" y="10163"/>
                  </a:cubicBezTo>
                  <a:cubicBezTo>
                    <a:pt x="17031" y="10144"/>
                    <a:pt x="17031" y="10096"/>
                    <a:pt x="17031" y="10096"/>
                  </a:cubicBezTo>
                  <a:lnTo>
                    <a:pt x="17031" y="10087"/>
                  </a:lnTo>
                  <a:lnTo>
                    <a:pt x="17078" y="8772"/>
                  </a:lnTo>
                  <a:lnTo>
                    <a:pt x="16593" y="9058"/>
                  </a:lnTo>
                  <a:cubicBezTo>
                    <a:pt x="16526" y="9087"/>
                    <a:pt x="16469" y="9115"/>
                    <a:pt x="16402" y="9144"/>
                  </a:cubicBezTo>
                  <a:cubicBezTo>
                    <a:pt x="16354" y="9163"/>
                    <a:pt x="16307" y="9182"/>
                    <a:pt x="16240" y="9192"/>
                  </a:cubicBezTo>
                  <a:cubicBezTo>
                    <a:pt x="16221" y="9201"/>
                    <a:pt x="16202" y="9211"/>
                    <a:pt x="16173" y="9211"/>
                  </a:cubicBezTo>
                  <a:lnTo>
                    <a:pt x="16154" y="9220"/>
                  </a:lnTo>
                  <a:cubicBezTo>
                    <a:pt x="16135" y="9220"/>
                    <a:pt x="16126" y="9220"/>
                    <a:pt x="16116" y="9220"/>
                  </a:cubicBezTo>
                  <a:cubicBezTo>
                    <a:pt x="16068" y="9239"/>
                    <a:pt x="16030" y="9239"/>
                    <a:pt x="15983" y="9258"/>
                  </a:cubicBezTo>
                  <a:cubicBezTo>
                    <a:pt x="15954" y="9258"/>
                    <a:pt x="15907" y="9258"/>
                    <a:pt x="15869" y="9268"/>
                  </a:cubicBezTo>
                  <a:cubicBezTo>
                    <a:pt x="15830" y="9277"/>
                    <a:pt x="15783" y="9277"/>
                    <a:pt x="15745" y="9277"/>
                  </a:cubicBezTo>
                  <a:lnTo>
                    <a:pt x="15697" y="9277"/>
                  </a:lnTo>
                  <a:lnTo>
                    <a:pt x="15659" y="9277"/>
                  </a:lnTo>
                  <a:lnTo>
                    <a:pt x="15612" y="9277"/>
                  </a:lnTo>
                  <a:cubicBezTo>
                    <a:pt x="15564" y="9277"/>
                    <a:pt x="15516" y="9268"/>
                    <a:pt x="15478" y="9258"/>
                  </a:cubicBezTo>
                  <a:cubicBezTo>
                    <a:pt x="15421" y="9258"/>
                    <a:pt x="15373" y="9239"/>
                    <a:pt x="15297" y="9230"/>
                  </a:cubicBezTo>
                  <a:cubicBezTo>
                    <a:pt x="15297" y="9230"/>
                    <a:pt x="15269" y="9220"/>
                    <a:pt x="15240" y="9220"/>
                  </a:cubicBezTo>
                  <a:cubicBezTo>
                    <a:pt x="15221" y="9220"/>
                    <a:pt x="15202" y="9211"/>
                    <a:pt x="15192" y="9211"/>
                  </a:cubicBezTo>
                  <a:cubicBezTo>
                    <a:pt x="15145" y="9192"/>
                    <a:pt x="15107" y="9192"/>
                    <a:pt x="15069" y="9182"/>
                  </a:cubicBezTo>
                  <a:cubicBezTo>
                    <a:pt x="14983" y="9144"/>
                    <a:pt x="14887" y="9106"/>
                    <a:pt x="14811" y="9058"/>
                  </a:cubicBezTo>
                  <a:lnTo>
                    <a:pt x="11668" y="7144"/>
                  </a:lnTo>
                  <a:lnTo>
                    <a:pt x="11621" y="8372"/>
                  </a:lnTo>
                  <a:cubicBezTo>
                    <a:pt x="11611" y="8563"/>
                    <a:pt x="11487" y="8754"/>
                    <a:pt x="11239" y="8906"/>
                  </a:cubicBezTo>
                  <a:lnTo>
                    <a:pt x="7144" y="11268"/>
                  </a:lnTo>
                  <a:cubicBezTo>
                    <a:pt x="7210" y="11344"/>
                    <a:pt x="7277" y="11411"/>
                    <a:pt x="7363" y="11468"/>
                  </a:cubicBezTo>
                  <a:lnTo>
                    <a:pt x="13202" y="14992"/>
                  </a:lnTo>
                  <a:cubicBezTo>
                    <a:pt x="13316" y="15069"/>
                    <a:pt x="13430" y="15116"/>
                    <a:pt x="13573" y="15154"/>
                  </a:cubicBezTo>
                  <a:cubicBezTo>
                    <a:pt x="13592" y="15154"/>
                    <a:pt x="13621" y="15164"/>
                    <a:pt x="13630" y="15164"/>
                  </a:cubicBezTo>
                  <a:cubicBezTo>
                    <a:pt x="13764" y="15192"/>
                    <a:pt x="13906" y="15212"/>
                    <a:pt x="14059" y="15212"/>
                  </a:cubicBezTo>
                  <a:lnTo>
                    <a:pt x="14068" y="15212"/>
                  </a:lnTo>
                  <a:cubicBezTo>
                    <a:pt x="14230" y="15212"/>
                    <a:pt x="14373" y="15192"/>
                    <a:pt x="14526" y="15164"/>
                  </a:cubicBezTo>
                  <a:lnTo>
                    <a:pt x="14545" y="15154"/>
                  </a:lnTo>
                  <a:cubicBezTo>
                    <a:pt x="14697" y="15116"/>
                    <a:pt x="14821" y="15069"/>
                    <a:pt x="14945" y="14992"/>
                  </a:cubicBezTo>
                  <a:lnTo>
                    <a:pt x="19660" y="12268"/>
                  </a:lnTo>
                  <a:cubicBezTo>
                    <a:pt x="19745" y="12220"/>
                    <a:pt x="19783" y="12164"/>
                    <a:pt x="19850" y="12097"/>
                  </a:cubicBezTo>
                  <a:lnTo>
                    <a:pt x="17364" y="10592"/>
                  </a:lnTo>
                  <a:cubicBezTo>
                    <a:pt x="17374" y="10592"/>
                    <a:pt x="17374" y="10592"/>
                    <a:pt x="17364" y="10592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FF2DCA4-D59F-4C20-8DA4-29F08FAF2F9F}"/>
                </a:ext>
              </a:extLst>
            </p:cNvPr>
            <p:cNvSpPr/>
            <p:nvPr/>
          </p:nvSpPr>
          <p:spPr>
            <a:xfrm>
              <a:off x="5122841" y="5374782"/>
              <a:ext cx="19050" cy="19050"/>
            </a:xfrm>
            <a:custGeom>
              <a:avLst/>
              <a:gdLst>
                <a:gd name="connsiteX0" fmla="*/ 17364 w 19050"/>
                <a:gd name="connsiteY0" fmla="*/ 10601 h 19050"/>
                <a:gd name="connsiteX1" fmla="*/ 17202 w 19050"/>
                <a:gd name="connsiteY1" fmla="*/ 10468 h 19050"/>
                <a:gd name="connsiteX2" fmla="*/ 17135 w 19050"/>
                <a:gd name="connsiteY2" fmla="*/ 10392 h 19050"/>
                <a:gd name="connsiteX3" fmla="*/ 17116 w 19050"/>
                <a:gd name="connsiteY3" fmla="*/ 10354 h 19050"/>
                <a:gd name="connsiteX4" fmla="*/ 17107 w 19050"/>
                <a:gd name="connsiteY4" fmla="*/ 10344 h 19050"/>
                <a:gd name="connsiteX5" fmla="*/ 17078 w 19050"/>
                <a:gd name="connsiteY5" fmla="*/ 10306 h 19050"/>
                <a:gd name="connsiteX6" fmla="*/ 17050 w 19050"/>
                <a:gd name="connsiteY6" fmla="*/ 10239 h 19050"/>
                <a:gd name="connsiteX7" fmla="*/ 17040 w 19050"/>
                <a:gd name="connsiteY7" fmla="*/ 10154 h 19050"/>
                <a:gd name="connsiteX8" fmla="*/ 17040 w 19050"/>
                <a:gd name="connsiteY8" fmla="*/ 10087 h 19050"/>
                <a:gd name="connsiteX9" fmla="*/ 17040 w 19050"/>
                <a:gd name="connsiteY9" fmla="*/ 10078 h 19050"/>
                <a:gd name="connsiteX10" fmla="*/ 17078 w 19050"/>
                <a:gd name="connsiteY10" fmla="*/ 8763 h 19050"/>
                <a:gd name="connsiteX11" fmla="*/ 16583 w 19050"/>
                <a:gd name="connsiteY11" fmla="*/ 9049 h 19050"/>
                <a:gd name="connsiteX12" fmla="*/ 16402 w 19050"/>
                <a:gd name="connsiteY12" fmla="*/ 9135 h 19050"/>
                <a:gd name="connsiteX13" fmla="*/ 16250 w 19050"/>
                <a:gd name="connsiteY13" fmla="*/ 9192 h 19050"/>
                <a:gd name="connsiteX14" fmla="*/ 16164 w 19050"/>
                <a:gd name="connsiteY14" fmla="*/ 9211 h 19050"/>
                <a:gd name="connsiteX15" fmla="*/ 16145 w 19050"/>
                <a:gd name="connsiteY15" fmla="*/ 9220 h 19050"/>
                <a:gd name="connsiteX16" fmla="*/ 16116 w 19050"/>
                <a:gd name="connsiteY16" fmla="*/ 9220 h 19050"/>
                <a:gd name="connsiteX17" fmla="*/ 15992 w 19050"/>
                <a:gd name="connsiteY17" fmla="*/ 9249 h 19050"/>
                <a:gd name="connsiteX18" fmla="*/ 15869 w 19050"/>
                <a:gd name="connsiteY18" fmla="*/ 9258 h 19050"/>
                <a:gd name="connsiteX19" fmla="*/ 15735 w 19050"/>
                <a:gd name="connsiteY19" fmla="*/ 9258 h 19050"/>
                <a:gd name="connsiteX20" fmla="*/ 15697 w 19050"/>
                <a:gd name="connsiteY20" fmla="*/ 9258 h 19050"/>
                <a:gd name="connsiteX21" fmla="*/ 15678 w 19050"/>
                <a:gd name="connsiteY21" fmla="*/ 9258 h 19050"/>
                <a:gd name="connsiteX22" fmla="*/ 15602 w 19050"/>
                <a:gd name="connsiteY22" fmla="*/ 9258 h 19050"/>
                <a:gd name="connsiteX23" fmla="*/ 15469 w 19050"/>
                <a:gd name="connsiteY23" fmla="*/ 9258 h 19050"/>
                <a:gd name="connsiteX24" fmla="*/ 15307 w 19050"/>
                <a:gd name="connsiteY24" fmla="*/ 9230 h 19050"/>
                <a:gd name="connsiteX25" fmla="*/ 15240 w 19050"/>
                <a:gd name="connsiteY25" fmla="*/ 9220 h 19050"/>
                <a:gd name="connsiteX26" fmla="*/ 15183 w 19050"/>
                <a:gd name="connsiteY26" fmla="*/ 9201 h 19050"/>
                <a:gd name="connsiteX27" fmla="*/ 15069 w 19050"/>
                <a:gd name="connsiteY27" fmla="*/ 9173 h 19050"/>
                <a:gd name="connsiteX28" fmla="*/ 14802 w 19050"/>
                <a:gd name="connsiteY28" fmla="*/ 9049 h 19050"/>
                <a:gd name="connsiteX29" fmla="*/ 11659 w 19050"/>
                <a:gd name="connsiteY29" fmla="*/ 7144 h 19050"/>
                <a:gd name="connsiteX30" fmla="*/ 11621 w 19050"/>
                <a:gd name="connsiteY30" fmla="*/ 8363 h 19050"/>
                <a:gd name="connsiteX31" fmla="*/ 11230 w 19050"/>
                <a:gd name="connsiteY31" fmla="*/ 8887 h 19050"/>
                <a:gd name="connsiteX32" fmla="*/ 7144 w 19050"/>
                <a:gd name="connsiteY32" fmla="*/ 11259 h 19050"/>
                <a:gd name="connsiteX33" fmla="*/ 7363 w 19050"/>
                <a:gd name="connsiteY33" fmla="*/ 11468 h 19050"/>
                <a:gd name="connsiteX34" fmla="*/ 13202 w 19050"/>
                <a:gd name="connsiteY34" fmla="*/ 15002 h 19050"/>
                <a:gd name="connsiteX35" fmla="*/ 13583 w 19050"/>
                <a:gd name="connsiteY35" fmla="*/ 15164 h 19050"/>
                <a:gd name="connsiteX36" fmla="*/ 13630 w 19050"/>
                <a:gd name="connsiteY36" fmla="*/ 15173 h 19050"/>
                <a:gd name="connsiteX37" fmla="*/ 14059 w 19050"/>
                <a:gd name="connsiteY37" fmla="*/ 15221 h 19050"/>
                <a:gd name="connsiteX38" fmla="*/ 14068 w 19050"/>
                <a:gd name="connsiteY38" fmla="*/ 15221 h 19050"/>
                <a:gd name="connsiteX39" fmla="*/ 14535 w 19050"/>
                <a:gd name="connsiteY39" fmla="*/ 15164 h 19050"/>
                <a:gd name="connsiteX40" fmla="*/ 14545 w 19050"/>
                <a:gd name="connsiteY40" fmla="*/ 15164 h 19050"/>
                <a:gd name="connsiteX41" fmla="*/ 14954 w 19050"/>
                <a:gd name="connsiteY41" fmla="*/ 15002 h 19050"/>
                <a:gd name="connsiteX42" fmla="*/ 19660 w 19050"/>
                <a:gd name="connsiteY42" fmla="*/ 12278 h 19050"/>
                <a:gd name="connsiteX43" fmla="*/ 19850 w 19050"/>
                <a:gd name="connsiteY43" fmla="*/ 12097 h 19050"/>
                <a:gd name="connsiteX44" fmla="*/ 17364 w 19050"/>
                <a:gd name="connsiteY44" fmla="*/ 10601 h 19050"/>
                <a:gd name="connsiteX45" fmla="*/ 17364 w 19050"/>
                <a:gd name="connsiteY45" fmla="*/ 106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364" y="10601"/>
                  </a:moveTo>
                  <a:cubicBezTo>
                    <a:pt x="17297" y="10544"/>
                    <a:pt x="17250" y="10506"/>
                    <a:pt x="17202" y="10468"/>
                  </a:cubicBezTo>
                  <a:cubicBezTo>
                    <a:pt x="17174" y="10449"/>
                    <a:pt x="17154" y="10411"/>
                    <a:pt x="17135" y="10392"/>
                  </a:cubicBezTo>
                  <a:cubicBezTo>
                    <a:pt x="17126" y="10363"/>
                    <a:pt x="17126" y="10363"/>
                    <a:pt x="17116" y="10354"/>
                  </a:cubicBezTo>
                  <a:lnTo>
                    <a:pt x="17107" y="10344"/>
                  </a:lnTo>
                  <a:cubicBezTo>
                    <a:pt x="17097" y="10335"/>
                    <a:pt x="17088" y="10316"/>
                    <a:pt x="17078" y="10306"/>
                  </a:cubicBezTo>
                  <a:cubicBezTo>
                    <a:pt x="17069" y="10287"/>
                    <a:pt x="17050" y="10259"/>
                    <a:pt x="17050" y="10239"/>
                  </a:cubicBezTo>
                  <a:cubicBezTo>
                    <a:pt x="17050" y="10211"/>
                    <a:pt x="17040" y="10154"/>
                    <a:pt x="17040" y="10154"/>
                  </a:cubicBezTo>
                  <a:lnTo>
                    <a:pt x="17040" y="10087"/>
                  </a:lnTo>
                  <a:lnTo>
                    <a:pt x="17040" y="10078"/>
                  </a:lnTo>
                  <a:lnTo>
                    <a:pt x="17078" y="8763"/>
                  </a:lnTo>
                  <a:lnTo>
                    <a:pt x="16583" y="9049"/>
                  </a:lnTo>
                  <a:cubicBezTo>
                    <a:pt x="16526" y="9077"/>
                    <a:pt x="16459" y="9106"/>
                    <a:pt x="16402" y="9135"/>
                  </a:cubicBezTo>
                  <a:cubicBezTo>
                    <a:pt x="16345" y="9154"/>
                    <a:pt x="16307" y="9173"/>
                    <a:pt x="16250" y="9192"/>
                  </a:cubicBezTo>
                  <a:cubicBezTo>
                    <a:pt x="16221" y="9201"/>
                    <a:pt x="16192" y="9201"/>
                    <a:pt x="16164" y="9211"/>
                  </a:cubicBezTo>
                  <a:lnTo>
                    <a:pt x="16145" y="9220"/>
                  </a:lnTo>
                  <a:cubicBezTo>
                    <a:pt x="16145" y="9220"/>
                    <a:pt x="16126" y="9220"/>
                    <a:pt x="16116" y="9220"/>
                  </a:cubicBezTo>
                  <a:cubicBezTo>
                    <a:pt x="16078" y="9230"/>
                    <a:pt x="16040" y="9239"/>
                    <a:pt x="15992" y="9249"/>
                  </a:cubicBezTo>
                  <a:cubicBezTo>
                    <a:pt x="15945" y="9249"/>
                    <a:pt x="15907" y="9249"/>
                    <a:pt x="15869" y="9258"/>
                  </a:cubicBezTo>
                  <a:cubicBezTo>
                    <a:pt x="15821" y="9258"/>
                    <a:pt x="15783" y="9258"/>
                    <a:pt x="15735" y="9258"/>
                  </a:cubicBezTo>
                  <a:cubicBezTo>
                    <a:pt x="15716" y="9258"/>
                    <a:pt x="15697" y="9258"/>
                    <a:pt x="15697" y="9258"/>
                  </a:cubicBezTo>
                  <a:lnTo>
                    <a:pt x="15678" y="9258"/>
                  </a:lnTo>
                  <a:cubicBezTo>
                    <a:pt x="15659" y="9258"/>
                    <a:pt x="15602" y="9258"/>
                    <a:pt x="15602" y="9258"/>
                  </a:cubicBezTo>
                  <a:cubicBezTo>
                    <a:pt x="15564" y="9258"/>
                    <a:pt x="15516" y="9258"/>
                    <a:pt x="15469" y="9258"/>
                  </a:cubicBezTo>
                  <a:cubicBezTo>
                    <a:pt x="15411" y="9249"/>
                    <a:pt x="15373" y="9249"/>
                    <a:pt x="15307" y="9230"/>
                  </a:cubicBezTo>
                  <a:cubicBezTo>
                    <a:pt x="15278" y="9230"/>
                    <a:pt x="15259" y="9220"/>
                    <a:pt x="15240" y="9220"/>
                  </a:cubicBezTo>
                  <a:cubicBezTo>
                    <a:pt x="15211" y="9220"/>
                    <a:pt x="15192" y="9211"/>
                    <a:pt x="15183" y="9201"/>
                  </a:cubicBezTo>
                  <a:cubicBezTo>
                    <a:pt x="15145" y="9192"/>
                    <a:pt x="15097" y="9192"/>
                    <a:pt x="15069" y="9173"/>
                  </a:cubicBezTo>
                  <a:cubicBezTo>
                    <a:pt x="14973" y="9135"/>
                    <a:pt x="14878" y="9097"/>
                    <a:pt x="14802" y="9049"/>
                  </a:cubicBezTo>
                  <a:lnTo>
                    <a:pt x="11659" y="7144"/>
                  </a:lnTo>
                  <a:lnTo>
                    <a:pt x="11621" y="8363"/>
                  </a:lnTo>
                  <a:cubicBezTo>
                    <a:pt x="11621" y="8563"/>
                    <a:pt x="11477" y="8744"/>
                    <a:pt x="11230" y="8887"/>
                  </a:cubicBezTo>
                  <a:lnTo>
                    <a:pt x="7144" y="11259"/>
                  </a:lnTo>
                  <a:cubicBezTo>
                    <a:pt x="7201" y="11335"/>
                    <a:pt x="7268" y="11411"/>
                    <a:pt x="7363" y="11468"/>
                  </a:cubicBezTo>
                  <a:lnTo>
                    <a:pt x="13202" y="15002"/>
                  </a:lnTo>
                  <a:cubicBezTo>
                    <a:pt x="13316" y="15059"/>
                    <a:pt x="13430" y="15126"/>
                    <a:pt x="13583" y="15164"/>
                  </a:cubicBezTo>
                  <a:cubicBezTo>
                    <a:pt x="13592" y="15164"/>
                    <a:pt x="13621" y="15164"/>
                    <a:pt x="13630" y="15173"/>
                  </a:cubicBezTo>
                  <a:cubicBezTo>
                    <a:pt x="13783" y="15202"/>
                    <a:pt x="13906" y="15221"/>
                    <a:pt x="14059" y="15221"/>
                  </a:cubicBezTo>
                  <a:lnTo>
                    <a:pt x="14068" y="15221"/>
                  </a:lnTo>
                  <a:cubicBezTo>
                    <a:pt x="14230" y="15212"/>
                    <a:pt x="14373" y="15192"/>
                    <a:pt x="14535" y="15164"/>
                  </a:cubicBezTo>
                  <a:lnTo>
                    <a:pt x="14545" y="15164"/>
                  </a:lnTo>
                  <a:cubicBezTo>
                    <a:pt x="14697" y="15126"/>
                    <a:pt x="14821" y="15059"/>
                    <a:pt x="14954" y="15002"/>
                  </a:cubicBezTo>
                  <a:lnTo>
                    <a:pt x="19660" y="12278"/>
                  </a:lnTo>
                  <a:cubicBezTo>
                    <a:pt x="19736" y="12230"/>
                    <a:pt x="19793" y="12164"/>
                    <a:pt x="19850" y="12097"/>
                  </a:cubicBezTo>
                  <a:lnTo>
                    <a:pt x="17364" y="10601"/>
                  </a:lnTo>
                  <a:lnTo>
                    <a:pt x="17364" y="10601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96C9A21-8DB3-4D82-B86A-43FDD776DF88}"/>
                </a:ext>
              </a:extLst>
            </p:cNvPr>
            <p:cNvSpPr/>
            <p:nvPr/>
          </p:nvSpPr>
          <p:spPr>
            <a:xfrm>
              <a:off x="5131204" y="5379849"/>
              <a:ext cx="19050" cy="19050"/>
            </a:xfrm>
            <a:custGeom>
              <a:avLst/>
              <a:gdLst>
                <a:gd name="connsiteX0" fmla="*/ 17364 w 19050"/>
                <a:gd name="connsiteY0" fmla="*/ 10573 h 19050"/>
                <a:gd name="connsiteX1" fmla="*/ 17202 w 19050"/>
                <a:gd name="connsiteY1" fmla="*/ 10458 h 19050"/>
                <a:gd name="connsiteX2" fmla="*/ 17136 w 19050"/>
                <a:gd name="connsiteY2" fmla="*/ 10373 h 19050"/>
                <a:gd name="connsiteX3" fmla="*/ 17116 w 19050"/>
                <a:gd name="connsiteY3" fmla="*/ 10344 h 19050"/>
                <a:gd name="connsiteX4" fmla="*/ 17088 w 19050"/>
                <a:gd name="connsiteY4" fmla="*/ 10296 h 19050"/>
                <a:gd name="connsiteX5" fmla="*/ 17059 w 19050"/>
                <a:gd name="connsiteY5" fmla="*/ 10230 h 19050"/>
                <a:gd name="connsiteX6" fmla="*/ 17040 w 19050"/>
                <a:gd name="connsiteY6" fmla="*/ 10154 h 19050"/>
                <a:gd name="connsiteX7" fmla="*/ 17031 w 19050"/>
                <a:gd name="connsiteY7" fmla="*/ 10078 h 19050"/>
                <a:gd name="connsiteX8" fmla="*/ 17031 w 19050"/>
                <a:gd name="connsiteY8" fmla="*/ 10058 h 19050"/>
                <a:gd name="connsiteX9" fmla="*/ 17069 w 19050"/>
                <a:gd name="connsiteY9" fmla="*/ 8763 h 19050"/>
                <a:gd name="connsiteX10" fmla="*/ 16583 w 19050"/>
                <a:gd name="connsiteY10" fmla="*/ 9049 h 19050"/>
                <a:gd name="connsiteX11" fmla="*/ 16402 w 19050"/>
                <a:gd name="connsiteY11" fmla="*/ 9125 h 19050"/>
                <a:gd name="connsiteX12" fmla="*/ 16250 w 19050"/>
                <a:gd name="connsiteY12" fmla="*/ 9182 h 19050"/>
                <a:gd name="connsiteX13" fmla="*/ 16173 w 19050"/>
                <a:gd name="connsiteY13" fmla="*/ 9201 h 19050"/>
                <a:gd name="connsiteX14" fmla="*/ 16155 w 19050"/>
                <a:gd name="connsiteY14" fmla="*/ 9201 h 19050"/>
                <a:gd name="connsiteX15" fmla="*/ 16126 w 19050"/>
                <a:gd name="connsiteY15" fmla="*/ 9230 h 19050"/>
                <a:gd name="connsiteX16" fmla="*/ 15993 w 19050"/>
                <a:gd name="connsiteY16" fmla="*/ 9249 h 19050"/>
                <a:gd name="connsiteX17" fmla="*/ 15869 w 19050"/>
                <a:gd name="connsiteY17" fmla="*/ 9258 h 19050"/>
                <a:gd name="connsiteX18" fmla="*/ 15745 w 19050"/>
                <a:gd name="connsiteY18" fmla="*/ 9268 h 19050"/>
                <a:gd name="connsiteX19" fmla="*/ 15688 w 19050"/>
                <a:gd name="connsiteY19" fmla="*/ 9268 h 19050"/>
                <a:gd name="connsiteX20" fmla="*/ 15678 w 19050"/>
                <a:gd name="connsiteY20" fmla="*/ 9268 h 19050"/>
                <a:gd name="connsiteX21" fmla="*/ 15612 w 19050"/>
                <a:gd name="connsiteY21" fmla="*/ 9268 h 19050"/>
                <a:gd name="connsiteX22" fmla="*/ 15478 w 19050"/>
                <a:gd name="connsiteY22" fmla="*/ 9258 h 19050"/>
                <a:gd name="connsiteX23" fmla="*/ 15288 w 19050"/>
                <a:gd name="connsiteY23" fmla="*/ 9230 h 19050"/>
                <a:gd name="connsiteX24" fmla="*/ 15250 w 19050"/>
                <a:gd name="connsiteY24" fmla="*/ 9211 h 19050"/>
                <a:gd name="connsiteX25" fmla="*/ 15192 w 19050"/>
                <a:gd name="connsiteY25" fmla="*/ 9201 h 19050"/>
                <a:gd name="connsiteX26" fmla="*/ 15078 w 19050"/>
                <a:gd name="connsiteY26" fmla="*/ 9163 h 19050"/>
                <a:gd name="connsiteX27" fmla="*/ 14821 w 19050"/>
                <a:gd name="connsiteY27" fmla="*/ 9049 h 19050"/>
                <a:gd name="connsiteX28" fmla="*/ 11668 w 19050"/>
                <a:gd name="connsiteY28" fmla="*/ 7144 h 19050"/>
                <a:gd name="connsiteX29" fmla="*/ 11630 w 19050"/>
                <a:gd name="connsiteY29" fmla="*/ 8363 h 19050"/>
                <a:gd name="connsiteX30" fmla="*/ 11249 w 19050"/>
                <a:gd name="connsiteY30" fmla="*/ 8896 h 19050"/>
                <a:gd name="connsiteX31" fmla="*/ 7144 w 19050"/>
                <a:gd name="connsiteY31" fmla="*/ 11268 h 19050"/>
                <a:gd name="connsiteX32" fmla="*/ 7363 w 19050"/>
                <a:gd name="connsiteY32" fmla="*/ 11468 h 19050"/>
                <a:gd name="connsiteX33" fmla="*/ 13202 w 19050"/>
                <a:gd name="connsiteY33" fmla="*/ 14992 h 19050"/>
                <a:gd name="connsiteX34" fmla="*/ 13583 w 19050"/>
                <a:gd name="connsiteY34" fmla="*/ 15154 h 19050"/>
                <a:gd name="connsiteX35" fmla="*/ 13630 w 19050"/>
                <a:gd name="connsiteY35" fmla="*/ 15173 h 19050"/>
                <a:gd name="connsiteX36" fmla="*/ 14059 w 19050"/>
                <a:gd name="connsiteY36" fmla="*/ 15221 h 19050"/>
                <a:gd name="connsiteX37" fmla="*/ 14078 w 19050"/>
                <a:gd name="connsiteY37" fmla="*/ 15221 h 19050"/>
                <a:gd name="connsiteX38" fmla="*/ 14535 w 19050"/>
                <a:gd name="connsiteY38" fmla="*/ 15164 h 19050"/>
                <a:gd name="connsiteX39" fmla="*/ 14545 w 19050"/>
                <a:gd name="connsiteY39" fmla="*/ 15164 h 19050"/>
                <a:gd name="connsiteX40" fmla="*/ 14954 w 19050"/>
                <a:gd name="connsiteY40" fmla="*/ 15011 h 19050"/>
                <a:gd name="connsiteX41" fmla="*/ 19660 w 19050"/>
                <a:gd name="connsiteY41" fmla="*/ 12268 h 19050"/>
                <a:gd name="connsiteX42" fmla="*/ 19860 w 19050"/>
                <a:gd name="connsiteY42" fmla="*/ 12097 h 19050"/>
                <a:gd name="connsiteX43" fmla="*/ 17336 w 19050"/>
                <a:gd name="connsiteY43" fmla="*/ 10582 h 19050"/>
                <a:gd name="connsiteX44" fmla="*/ 17364 w 19050"/>
                <a:gd name="connsiteY44" fmla="*/ 105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7364" y="10573"/>
                  </a:moveTo>
                  <a:cubicBezTo>
                    <a:pt x="17307" y="10544"/>
                    <a:pt x="17259" y="10506"/>
                    <a:pt x="17202" y="10458"/>
                  </a:cubicBezTo>
                  <a:cubicBezTo>
                    <a:pt x="17183" y="10439"/>
                    <a:pt x="17164" y="10401"/>
                    <a:pt x="17136" y="10373"/>
                  </a:cubicBezTo>
                  <a:cubicBezTo>
                    <a:pt x="17126" y="10363"/>
                    <a:pt x="17126" y="10354"/>
                    <a:pt x="17116" y="10344"/>
                  </a:cubicBezTo>
                  <a:cubicBezTo>
                    <a:pt x="17098" y="10325"/>
                    <a:pt x="17098" y="10316"/>
                    <a:pt x="17088" y="10296"/>
                  </a:cubicBezTo>
                  <a:cubicBezTo>
                    <a:pt x="17069" y="10287"/>
                    <a:pt x="17059" y="10249"/>
                    <a:pt x="17059" y="10230"/>
                  </a:cubicBezTo>
                  <a:cubicBezTo>
                    <a:pt x="17050" y="10192"/>
                    <a:pt x="17040" y="10154"/>
                    <a:pt x="17040" y="10154"/>
                  </a:cubicBezTo>
                  <a:lnTo>
                    <a:pt x="17031" y="10078"/>
                  </a:lnTo>
                  <a:lnTo>
                    <a:pt x="17031" y="10058"/>
                  </a:lnTo>
                  <a:lnTo>
                    <a:pt x="17069" y="8763"/>
                  </a:lnTo>
                  <a:lnTo>
                    <a:pt x="16583" y="9049"/>
                  </a:lnTo>
                  <a:cubicBezTo>
                    <a:pt x="16535" y="9077"/>
                    <a:pt x="16469" y="9106"/>
                    <a:pt x="16402" y="9125"/>
                  </a:cubicBezTo>
                  <a:cubicBezTo>
                    <a:pt x="16355" y="9163"/>
                    <a:pt x="16297" y="9163"/>
                    <a:pt x="16250" y="9182"/>
                  </a:cubicBezTo>
                  <a:cubicBezTo>
                    <a:pt x="16221" y="9182"/>
                    <a:pt x="16202" y="9201"/>
                    <a:pt x="16173" y="9201"/>
                  </a:cubicBezTo>
                  <a:lnTo>
                    <a:pt x="16155" y="9201"/>
                  </a:lnTo>
                  <a:cubicBezTo>
                    <a:pt x="16135" y="9211"/>
                    <a:pt x="16126" y="9230"/>
                    <a:pt x="16126" y="9230"/>
                  </a:cubicBezTo>
                  <a:cubicBezTo>
                    <a:pt x="16069" y="9239"/>
                    <a:pt x="16031" y="9239"/>
                    <a:pt x="15993" y="9249"/>
                  </a:cubicBezTo>
                  <a:cubicBezTo>
                    <a:pt x="15935" y="9249"/>
                    <a:pt x="15907" y="9258"/>
                    <a:pt x="15869" y="9258"/>
                  </a:cubicBezTo>
                  <a:cubicBezTo>
                    <a:pt x="15821" y="9258"/>
                    <a:pt x="15783" y="9268"/>
                    <a:pt x="15745" y="9268"/>
                  </a:cubicBezTo>
                  <a:cubicBezTo>
                    <a:pt x="15726" y="9268"/>
                    <a:pt x="15688" y="9268"/>
                    <a:pt x="15688" y="9268"/>
                  </a:cubicBezTo>
                  <a:lnTo>
                    <a:pt x="15678" y="9268"/>
                  </a:lnTo>
                  <a:cubicBezTo>
                    <a:pt x="15659" y="9268"/>
                    <a:pt x="15630" y="9268"/>
                    <a:pt x="15612" y="9268"/>
                  </a:cubicBezTo>
                  <a:cubicBezTo>
                    <a:pt x="15564" y="9268"/>
                    <a:pt x="15526" y="9258"/>
                    <a:pt x="15478" y="9258"/>
                  </a:cubicBezTo>
                  <a:cubicBezTo>
                    <a:pt x="15421" y="9249"/>
                    <a:pt x="15364" y="9249"/>
                    <a:pt x="15288" y="9230"/>
                  </a:cubicBezTo>
                  <a:lnTo>
                    <a:pt x="15250" y="9211"/>
                  </a:lnTo>
                  <a:cubicBezTo>
                    <a:pt x="15230" y="9201"/>
                    <a:pt x="15202" y="9201"/>
                    <a:pt x="15192" y="9201"/>
                  </a:cubicBezTo>
                  <a:cubicBezTo>
                    <a:pt x="15154" y="9182"/>
                    <a:pt x="15116" y="9182"/>
                    <a:pt x="15078" y="9163"/>
                  </a:cubicBezTo>
                  <a:cubicBezTo>
                    <a:pt x="14983" y="9135"/>
                    <a:pt x="14878" y="9096"/>
                    <a:pt x="14821" y="9049"/>
                  </a:cubicBezTo>
                  <a:lnTo>
                    <a:pt x="11668" y="7144"/>
                  </a:lnTo>
                  <a:lnTo>
                    <a:pt x="11630" y="8363"/>
                  </a:lnTo>
                  <a:cubicBezTo>
                    <a:pt x="11630" y="8554"/>
                    <a:pt x="11487" y="8744"/>
                    <a:pt x="11249" y="8896"/>
                  </a:cubicBezTo>
                  <a:lnTo>
                    <a:pt x="7144" y="11268"/>
                  </a:lnTo>
                  <a:cubicBezTo>
                    <a:pt x="7211" y="11335"/>
                    <a:pt x="7287" y="11401"/>
                    <a:pt x="7363" y="11468"/>
                  </a:cubicBezTo>
                  <a:lnTo>
                    <a:pt x="13202" y="14992"/>
                  </a:lnTo>
                  <a:cubicBezTo>
                    <a:pt x="13316" y="15069"/>
                    <a:pt x="13440" y="15126"/>
                    <a:pt x="13583" y="15154"/>
                  </a:cubicBezTo>
                  <a:cubicBezTo>
                    <a:pt x="13602" y="15154"/>
                    <a:pt x="13621" y="15164"/>
                    <a:pt x="13630" y="15173"/>
                  </a:cubicBezTo>
                  <a:cubicBezTo>
                    <a:pt x="13773" y="15202"/>
                    <a:pt x="13906" y="15221"/>
                    <a:pt x="14059" y="15221"/>
                  </a:cubicBezTo>
                  <a:lnTo>
                    <a:pt x="14078" y="15221"/>
                  </a:lnTo>
                  <a:cubicBezTo>
                    <a:pt x="14240" y="15221"/>
                    <a:pt x="14392" y="15202"/>
                    <a:pt x="14535" y="15164"/>
                  </a:cubicBezTo>
                  <a:lnTo>
                    <a:pt x="14545" y="15164"/>
                  </a:lnTo>
                  <a:cubicBezTo>
                    <a:pt x="14707" y="15126"/>
                    <a:pt x="14830" y="15069"/>
                    <a:pt x="14954" y="15011"/>
                  </a:cubicBezTo>
                  <a:lnTo>
                    <a:pt x="19660" y="12268"/>
                  </a:lnTo>
                  <a:cubicBezTo>
                    <a:pt x="19755" y="12230"/>
                    <a:pt x="19793" y="12173"/>
                    <a:pt x="19860" y="12097"/>
                  </a:cubicBezTo>
                  <a:lnTo>
                    <a:pt x="17336" y="10582"/>
                  </a:lnTo>
                  <a:lnTo>
                    <a:pt x="17364" y="1057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71A484A-0DB0-450E-91F3-8D0FBE38DE77}"/>
                </a:ext>
              </a:extLst>
            </p:cNvPr>
            <p:cNvSpPr/>
            <p:nvPr/>
          </p:nvSpPr>
          <p:spPr>
            <a:xfrm>
              <a:off x="5139586" y="5384936"/>
              <a:ext cx="19050" cy="19050"/>
            </a:xfrm>
            <a:custGeom>
              <a:avLst/>
              <a:gdLst>
                <a:gd name="connsiteX0" fmla="*/ 17478 w 19050"/>
                <a:gd name="connsiteY0" fmla="*/ 10630 h 19050"/>
                <a:gd name="connsiteX1" fmla="*/ 17326 w 19050"/>
                <a:gd name="connsiteY1" fmla="*/ 10516 h 19050"/>
                <a:gd name="connsiteX2" fmla="*/ 17250 w 19050"/>
                <a:gd name="connsiteY2" fmla="*/ 10430 h 19050"/>
                <a:gd name="connsiteX3" fmla="*/ 17231 w 19050"/>
                <a:gd name="connsiteY3" fmla="*/ 10411 h 19050"/>
                <a:gd name="connsiteX4" fmla="*/ 17231 w 19050"/>
                <a:gd name="connsiteY4" fmla="*/ 10401 h 19050"/>
                <a:gd name="connsiteX5" fmla="*/ 17202 w 19050"/>
                <a:gd name="connsiteY5" fmla="*/ 10354 h 19050"/>
                <a:gd name="connsiteX6" fmla="*/ 17164 w 19050"/>
                <a:gd name="connsiteY6" fmla="*/ 10278 h 19050"/>
                <a:gd name="connsiteX7" fmla="*/ 17154 w 19050"/>
                <a:gd name="connsiteY7" fmla="*/ 10201 h 19050"/>
                <a:gd name="connsiteX8" fmla="*/ 17145 w 19050"/>
                <a:gd name="connsiteY8" fmla="*/ 10135 h 19050"/>
                <a:gd name="connsiteX9" fmla="*/ 17145 w 19050"/>
                <a:gd name="connsiteY9" fmla="*/ 10125 h 19050"/>
                <a:gd name="connsiteX10" fmla="*/ 17202 w 19050"/>
                <a:gd name="connsiteY10" fmla="*/ 8668 h 19050"/>
                <a:gd name="connsiteX11" fmla="*/ 16583 w 19050"/>
                <a:gd name="connsiteY11" fmla="*/ 9039 h 19050"/>
                <a:gd name="connsiteX12" fmla="*/ 16402 w 19050"/>
                <a:gd name="connsiteY12" fmla="*/ 9125 h 19050"/>
                <a:gd name="connsiteX13" fmla="*/ 16240 w 19050"/>
                <a:gd name="connsiteY13" fmla="*/ 9173 h 19050"/>
                <a:gd name="connsiteX14" fmla="*/ 16173 w 19050"/>
                <a:gd name="connsiteY14" fmla="*/ 9201 h 19050"/>
                <a:gd name="connsiteX15" fmla="*/ 16155 w 19050"/>
                <a:gd name="connsiteY15" fmla="*/ 9211 h 19050"/>
                <a:gd name="connsiteX16" fmla="*/ 16116 w 19050"/>
                <a:gd name="connsiteY16" fmla="*/ 9211 h 19050"/>
                <a:gd name="connsiteX17" fmla="*/ 15992 w 19050"/>
                <a:gd name="connsiteY17" fmla="*/ 9239 h 19050"/>
                <a:gd name="connsiteX18" fmla="*/ 15859 w 19050"/>
                <a:gd name="connsiteY18" fmla="*/ 9249 h 19050"/>
                <a:gd name="connsiteX19" fmla="*/ 15735 w 19050"/>
                <a:gd name="connsiteY19" fmla="*/ 9258 h 19050"/>
                <a:gd name="connsiteX20" fmla="*/ 15688 w 19050"/>
                <a:gd name="connsiteY20" fmla="*/ 9258 h 19050"/>
                <a:gd name="connsiteX21" fmla="*/ 15678 w 19050"/>
                <a:gd name="connsiteY21" fmla="*/ 9258 h 19050"/>
                <a:gd name="connsiteX22" fmla="*/ 15602 w 19050"/>
                <a:gd name="connsiteY22" fmla="*/ 9258 h 19050"/>
                <a:gd name="connsiteX23" fmla="*/ 15469 w 19050"/>
                <a:gd name="connsiteY23" fmla="*/ 9249 h 19050"/>
                <a:gd name="connsiteX24" fmla="*/ 15316 w 19050"/>
                <a:gd name="connsiteY24" fmla="*/ 9230 h 19050"/>
                <a:gd name="connsiteX25" fmla="*/ 15240 w 19050"/>
                <a:gd name="connsiteY25" fmla="*/ 9211 h 19050"/>
                <a:gd name="connsiteX26" fmla="*/ 15183 w 19050"/>
                <a:gd name="connsiteY26" fmla="*/ 9201 h 19050"/>
                <a:gd name="connsiteX27" fmla="*/ 15059 w 19050"/>
                <a:gd name="connsiteY27" fmla="*/ 9173 h 19050"/>
                <a:gd name="connsiteX28" fmla="*/ 14811 w 19050"/>
                <a:gd name="connsiteY28" fmla="*/ 9039 h 19050"/>
                <a:gd name="connsiteX29" fmla="*/ 11668 w 19050"/>
                <a:gd name="connsiteY29" fmla="*/ 7144 h 19050"/>
                <a:gd name="connsiteX30" fmla="*/ 11630 w 19050"/>
                <a:gd name="connsiteY30" fmla="*/ 8363 h 19050"/>
                <a:gd name="connsiteX31" fmla="*/ 11239 w 19050"/>
                <a:gd name="connsiteY31" fmla="*/ 8887 h 19050"/>
                <a:gd name="connsiteX32" fmla="*/ 7144 w 19050"/>
                <a:gd name="connsiteY32" fmla="*/ 11259 h 19050"/>
                <a:gd name="connsiteX33" fmla="*/ 7363 w 19050"/>
                <a:gd name="connsiteY33" fmla="*/ 11459 h 19050"/>
                <a:gd name="connsiteX34" fmla="*/ 13202 w 19050"/>
                <a:gd name="connsiteY34" fmla="*/ 14992 h 19050"/>
                <a:gd name="connsiteX35" fmla="*/ 13583 w 19050"/>
                <a:gd name="connsiteY35" fmla="*/ 15145 h 19050"/>
                <a:gd name="connsiteX36" fmla="*/ 13640 w 19050"/>
                <a:gd name="connsiteY36" fmla="*/ 15164 h 19050"/>
                <a:gd name="connsiteX37" fmla="*/ 14068 w 19050"/>
                <a:gd name="connsiteY37" fmla="*/ 15202 h 19050"/>
                <a:gd name="connsiteX38" fmla="*/ 14078 w 19050"/>
                <a:gd name="connsiteY38" fmla="*/ 15202 h 19050"/>
                <a:gd name="connsiteX39" fmla="*/ 14526 w 19050"/>
                <a:gd name="connsiteY39" fmla="*/ 15154 h 19050"/>
                <a:gd name="connsiteX40" fmla="*/ 14535 w 19050"/>
                <a:gd name="connsiteY40" fmla="*/ 15154 h 19050"/>
                <a:gd name="connsiteX41" fmla="*/ 14945 w 19050"/>
                <a:gd name="connsiteY41" fmla="*/ 14992 h 19050"/>
                <a:gd name="connsiteX42" fmla="*/ 19650 w 19050"/>
                <a:gd name="connsiteY42" fmla="*/ 12259 h 19050"/>
                <a:gd name="connsiteX43" fmla="*/ 19850 w 19050"/>
                <a:gd name="connsiteY43" fmla="*/ 12097 h 19050"/>
                <a:gd name="connsiteX44" fmla="*/ 17440 w 19050"/>
                <a:gd name="connsiteY44" fmla="*/ 10649 h 19050"/>
                <a:gd name="connsiteX45" fmla="*/ 17478 w 19050"/>
                <a:gd name="connsiteY45" fmla="*/ 106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478" y="10630"/>
                  </a:moveTo>
                  <a:cubicBezTo>
                    <a:pt x="17421" y="10601"/>
                    <a:pt x="17364" y="10563"/>
                    <a:pt x="17326" y="10516"/>
                  </a:cubicBezTo>
                  <a:cubicBezTo>
                    <a:pt x="17297" y="10487"/>
                    <a:pt x="17259" y="10458"/>
                    <a:pt x="17250" y="10430"/>
                  </a:cubicBezTo>
                  <a:lnTo>
                    <a:pt x="17231" y="10411"/>
                  </a:lnTo>
                  <a:lnTo>
                    <a:pt x="17231" y="10401"/>
                  </a:lnTo>
                  <a:cubicBezTo>
                    <a:pt x="17212" y="10373"/>
                    <a:pt x="17202" y="10363"/>
                    <a:pt x="17202" y="10354"/>
                  </a:cubicBezTo>
                  <a:cubicBezTo>
                    <a:pt x="17174" y="10335"/>
                    <a:pt x="17174" y="10296"/>
                    <a:pt x="17164" y="10278"/>
                  </a:cubicBezTo>
                  <a:cubicBezTo>
                    <a:pt x="17164" y="10249"/>
                    <a:pt x="17154" y="10201"/>
                    <a:pt x="17154" y="10201"/>
                  </a:cubicBezTo>
                  <a:lnTo>
                    <a:pt x="17145" y="10135"/>
                  </a:lnTo>
                  <a:lnTo>
                    <a:pt x="17145" y="10125"/>
                  </a:lnTo>
                  <a:lnTo>
                    <a:pt x="17202" y="8668"/>
                  </a:lnTo>
                  <a:lnTo>
                    <a:pt x="16583" y="9039"/>
                  </a:lnTo>
                  <a:cubicBezTo>
                    <a:pt x="16526" y="9068"/>
                    <a:pt x="16469" y="9106"/>
                    <a:pt x="16402" y="9125"/>
                  </a:cubicBezTo>
                  <a:cubicBezTo>
                    <a:pt x="16355" y="9154"/>
                    <a:pt x="16297" y="9173"/>
                    <a:pt x="16240" y="9173"/>
                  </a:cubicBezTo>
                  <a:cubicBezTo>
                    <a:pt x="16221" y="9192"/>
                    <a:pt x="16202" y="9201"/>
                    <a:pt x="16173" y="9201"/>
                  </a:cubicBezTo>
                  <a:lnTo>
                    <a:pt x="16155" y="9211"/>
                  </a:lnTo>
                  <a:cubicBezTo>
                    <a:pt x="16135" y="9211"/>
                    <a:pt x="16135" y="9211"/>
                    <a:pt x="16116" y="9211"/>
                  </a:cubicBezTo>
                  <a:cubicBezTo>
                    <a:pt x="16078" y="9230"/>
                    <a:pt x="16031" y="9230"/>
                    <a:pt x="15992" y="9239"/>
                  </a:cubicBezTo>
                  <a:cubicBezTo>
                    <a:pt x="15954" y="9239"/>
                    <a:pt x="15897" y="9249"/>
                    <a:pt x="15859" y="9249"/>
                  </a:cubicBezTo>
                  <a:cubicBezTo>
                    <a:pt x="15821" y="9249"/>
                    <a:pt x="15783" y="9258"/>
                    <a:pt x="15735" y="9258"/>
                  </a:cubicBezTo>
                  <a:cubicBezTo>
                    <a:pt x="15726" y="9258"/>
                    <a:pt x="15688" y="9258"/>
                    <a:pt x="15688" y="9258"/>
                  </a:cubicBezTo>
                  <a:lnTo>
                    <a:pt x="15678" y="9258"/>
                  </a:lnTo>
                  <a:cubicBezTo>
                    <a:pt x="15650" y="9258"/>
                    <a:pt x="15602" y="9258"/>
                    <a:pt x="15602" y="9258"/>
                  </a:cubicBezTo>
                  <a:cubicBezTo>
                    <a:pt x="15564" y="9258"/>
                    <a:pt x="15507" y="9249"/>
                    <a:pt x="15469" y="9249"/>
                  </a:cubicBezTo>
                  <a:cubicBezTo>
                    <a:pt x="15421" y="9239"/>
                    <a:pt x="15364" y="9239"/>
                    <a:pt x="15316" y="9230"/>
                  </a:cubicBezTo>
                  <a:cubicBezTo>
                    <a:pt x="15278" y="9230"/>
                    <a:pt x="15240" y="9211"/>
                    <a:pt x="15240" y="9211"/>
                  </a:cubicBezTo>
                  <a:cubicBezTo>
                    <a:pt x="15221" y="9211"/>
                    <a:pt x="15202" y="9201"/>
                    <a:pt x="15183" y="9201"/>
                  </a:cubicBezTo>
                  <a:cubicBezTo>
                    <a:pt x="15135" y="9192"/>
                    <a:pt x="15107" y="9173"/>
                    <a:pt x="15059" y="9173"/>
                  </a:cubicBezTo>
                  <a:cubicBezTo>
                    <a:pt x="14964" y="9135"/>
                    <a:pt x="14878" y="9087"/>
                    <a:pt x="14811" y="9039"/>
                  </a:cubicBezTo>
                  <a:lnTo>
                    <a:pt x="11668" y="7144"/>
                  </a:lnTo>
                  <a:lnTo>
                    <a:pt x="11630" y="8363"/>
                  </a:lnTo>
                  <a:cubicBezTo>
                    <a:pt x="11621" y="8554"/>
                    <a:pt x="11487" y="8744"/>
                    <a:pt x="11239" y="8887"/>
                  </a:cubicBezTo>
                  <a:lnTo>
                    <a:pt x="7144" y="11259"/>
                  </a:lnTo>
                  <a:cubicBezTo>
                    <a:pt x="7201" y="11335"/>
                    <a:pt x="7268" y="11401"/>
                    <a:pt x="7363" y="11459"/>
                  </a:cubicBezTo>
                  <a:lnTo>
                    <a:pt x="13202" y="14992"/>
                  </a:lnTo>
                  <a:cubicBezTo>
                    <a:pt x="13316" y="15050"/>
                    <a:pt x="13440" y="15107"/>
                    <a:pt x="13583" y="15145"/>
                  </a:cubicBezTo>
                  <a:cubicBezTo>
                    <a:pt x="13602" y="15154"/>
                    <a:pt x="13640" y="15164"/>
                    <a:pt x="13640" y="15164"/>
                  </a:cubicBezTo>
                  <a:cubicBezTo>
                    <a:pt x="13773" y="15192"/>
                    <a:pt x="13916" y="15202"/>
                    <a:pt x="14068" y="15202"/>
                  </a:cubicBezTo>
                  <a:lnTo>
                    <a:pt x="14078" y="15202"/>
                  </a:lnTo>
                  <a:cubicBezTo>
                    <a:pt x="14240" y="15202"/>
                    <a:pt x="14383" y="15183"/>
                    <a:pt x="14526" y="15154"/>
                  </a:cubicBezTo>
                  <a:lnTo>
                    <a:pt x="14535" y="15154"/>
                  </a:lnTo>
                  <a:cubicBezTo>
                    <a:pt x="14697" y="15107"/>
                    <a:pt x="14821" y="15050"/>
                    <a:pt x="14945" y="14992"/>
                  </a:cubicBezTo>
                  <a:lnTo>
                    <a:pt x="19650" y="12259"/>
                  </a:lnTo>
                  <a:cubicBezTo>
                    <a:pt x="19745" y="12221"/>
                    <a:pt x="19793" y="12144"/>
                    <a:pt x="19850" y="12097"/>
                  </a:cubicBezTo>
                  <a:lnTo>
                    <a:pt x="17440" y="10649"/>
                  </a:lnTo>
                  <a:lnTo>
                    <a:pt x="17478" y="10630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35B8695C-F093-4A41-A531-F4E465C91EAE}"/>
                </a:ext>
              </a:extLst>
            </p:cNvPr>
            <p:cNvSpPr/>
            <p:nvPr/>
          </p:nvSpPr>
          <p:spPr>
            <a:xfrm>
              <a:off x="5147291" y="5363933"/>
              <a:ext cx="19050" cy="19050"/>
            </a:xfrm>
            <a:custGeom>
              <a:avLst/>
              <a:gdLst>
                <a:gd name="connsiteX0" fmla="*/ 18888 w 19050"/>
                <a:gd name="connsiteY0" fmla="*/ 11506 h 19050"/>
                <a:gd name="connsiteX1" fmla="*/ 18736 w 19050"/>
                <a:gd name="connsiteY1" fmla="*/ 11392 h 19050"/>
                <a:gd name="connsiteX2" fmla="*/ 18650 w 19050"/>
                <a:gd name="connsiteY2" fmla="*/ 11297 h 19050"/>
                <a:gd name="connsiteX3" fmla="*/ 18640 w 19050"/>
                <a:gd name="connsiteY3" fmla="*/ 11268 h 19050"/>
                <a:gd name="connsiteX4" fmla="*/ 18640 w 19050"/>
                <a:gd name="connsiteY4" fmla="*/ 11259 h 19050"/>
                <a:gd name="connsiteX5" fmla="*/ 18622 w 19050"/>
                <a:gd name="connsiteY5" fmla="*/ 11230 h 19050"/>
                <a:gd name="connsiteX6" fmla="*/ 18583 w 19050"/>
                <a:gd name="connsiteY6" fmla="*/ 11163 h 19050"/>
                <a:gd name="connsiteX7" fmla="*/ 18555 w 19050"/>
                <a:gd name="connsiteY7" fmla="*/ 11058 h 19050"/>
                <a:gd name="connsiteX8" fmla="*/ 18555 w 19050"/>
                <a:gd name="connsiteY8" fmla="*/ 11011 h 19050"/>
                <a:gd name="connsiteX9" fmla="*/ 18555 w 19050"/>
                <a:gd name="connsiteY9" fmla="*/ 11001 h 19050"/>
                <a:gd name="connsiteX10" fmla="*/ 18602 w 19050"/>
                <a:gd name="connsiteY10" fmla="*/ 9697 h 19050"/>
                <a:gd name="connsiteX11" fmla="*/ 18117 w 19050"/>
                <a:gd name="connsiteY11" fmla="*/ 9973 h 19050"/>
                <a:gd name="connsiteX12" fmla="*/ 17936 w 19050"/>
                <a:gd name="connsiteY12" fmla="*/ 10068 h 19050"/>
                <a:gd name="connsiteX13" fmla="*/ 17783 w 19050"/>
                <a:gd name="connsiteY13" fmla="*/ 10125 h 19050"/>
                <a:gd name="connsiteX14" fmla="*/ 17697 w 19050"/>
                <a:gd name="connsiteY14" fmla="*/ 10144 h 19050"/>
                <a:gd name="connsiteX15" fmla="*/ 17679 w 19050"/>
                <a:gd name="connsiteY15" fmla="*/ 10144 h 19050"/>
                <a:gd name="connsiteX16" fmla="*/ 17650 w 19050"/>
                <a:gd name="connsiteY16" fmla="*/ 10153 h 19050"/>
                <a:gd name="connsiteX17" fmla="*/ 17526 w 19050"/>
                <a:gd name="connsiteY17" fmla="*/ 10173 h 19050"/>
                <a:gd name="connsiteX18" fmla="*/ 17393 w 19050"/>
                <a:gd name="connsiteY18" fmla="*/ 10201 h 19050"/>
                <a:gd name="connsiteX19" fmla="*/ 17269 w 19050"/>
                <a:gd name="connsiteY19" fmla="*/ 10201 h 19050"/>
                <a:gd name="connsiteX20" fmla="*/ 17221 w 19050"/>
                <a:gd name="connsiteY20" fmla="*/ 10201 h 19050"/>
                <a:gd name="connsiteX21" fmla="*/ 17183 w 19050"/>
                <a:gd name="connsiteY21" fmla="*/ 10201 h 19050"/>
                <a:gd name="connsiteX22" fmla="*/ 17145 w 19050"/>
                <a:gd name="connsiteY22" fmla="*/ 10201 h 19050"/>
                <a:gd name="connsiteX23" fmla="*/ 17012 w 19050"/>
                <a:gd name="connsiteY23" fmla="*/ 10182 h 19050"/>
                <a:gd name="connsiteX24" fmla="*/ 16821 w 19050"/>
                <a:gd name="connsiteY24" fmla="*/ 10163 h 19050"/>
                <a:gd name="connsiteX25" fmla="*/ 16774 w 19050"/>
                <a:gd name="connsiteY25" fmla="*/ 10144 h 19050"/>
                <a:gd name="connsiteX26" fmla="*/ 16707 w 19050"/>
                <a:gd name="connsiteY26" fmla="*/ 10135 h 19050"/>
                <a:gd name="connsiteX27" fmla="*/ 16612 w 19050"/>
                <a:gd name="connsiteY27" fmla="*/ 10106 h 19050"/>
                <a:gd name="connsiteX28" fmla="*/ 16335 w 19050"/>
                <a:gd name="connsiteY28" fmla="*/ 9982 h 19050"/>
                <a:gd name="connsiteX29" fmla="*/ 11668 w 19050"/>
                <a:gd name="connsiteY29" fmla="*/ 7144 h 19050"/>
                <a:gd name="connsiteX30" fmla="*/ 11621 w 19050"/>
                <a:gd name="connsiteY30" fmla="*/ 8296 h 19050"/>
                <a:gd name="connsiteX31" fmla="*/ 11240 w 19050"/>
                <a:gd name="connsiteY31" fmla="*/ 8820 h 19050"/>
                <a:gd name="connsiteX32" fmla="*/ 7144 w 19050"/>
                <a:gd name="connsiteY32" fmla="*/ 11182 h 19050"/>
                <a:gd name="connsiteX33" fmla="*/ 7363 w 19050"/>
                <a:gd name="connsiteY33" fmla="*/ 11392 h 19050"/>
                <a:gd name="connsiteX34" fmla="*/ 13211 w 19050"/>
                <a:gd name="connsiteY34" fmla="*/ 14916 h 19050"/>
                <a:gd name="connsiteX35" fmla="*/ 13583 w 19050"/>
                <a:gd name="connsiteY35" fmla="*/ 15078 h 19050"/>
                <a:gd name="connsiteX36" fmla="*/ 13630 w 19050"/>
                <a:gd name="connsiteY36" fmla="*/ 15087 h 19050"/>
                <a:gd name="connsiteX37" fmla="*/ 14069 w 19050"/>
                <a:gd name="connsiteY37" fmla="*/ 15145 h 19050"/>
                <a:gd name="connsiteX38" fmla="*/ 14069 w 19050"/>
                <a:gd name="connsiteY38" fmla="*/ 15145 h 19050"/>
                <a:gd name="connsiteX39" fmla="*/ 14526 w 19050"/>
                <a:gd name="connsiteY39" fmla="*/ 15087 h 19050"/>
                <a:gd name="connsiteX40" fmla="*/ 14545 w 19050"/>
                <a:gd name="connsiteY40" fmla="*/ 15078 h 19050"/>
                <a:gd name="connsiteX41" fmla="*/ 14954 w 19050"/>
                <a:gd name="connsiteY41" fmla="*/ 14916 h 19050"/>
                <a:gd name="connsiteX42" fmla="*/ 19660 w 19050"/>
                <a:gd name="connsiteY42" fmla="*/ 12202 h 19050"/>
                <a:gd name="connsiteX43" fmla="*/ 19812 w 19050"/>
                <a:gd name="connsiteY43" fmla="*/ 12068 h 19050"/>
                <a:gd name="connsiteX44" fmla="*/ 18860 w 19050"/>
                <a:gd name="connsiteY44" fmla="*/ 11487 h 19050"/>
                <a:gd name="connsiteX45" fmla="*/ 18888 w 19050"/>
                <a:gd name="connsiteY45" fmla="*/ 115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8888" y="11506"/>
                  </a:moveTo>
                  <a:cubicBezTo>
                    <a:pt x="18831" y="11477"/>
                    <a:pt x="18774" y="11430"/>
                    <a:pt x="18736" y="11392"/>
                  </a:cubicBezTo>
                  <a:cubicBezTo>
                    <a:pt x="18717" y="11363"/>
                    <a:pt x="18679" y="11335"/>
                    <a:pt x="18650" y="11297"/>
                  </a:cubicBezTo>
                  <a:cubicBezTo>
                    <a:pt x="18650" y="11297"/>
                    <a:pt x="18650" y="11287"/>
                    <a:pt x="18640" y="11268"/>
                  </a:cubicBezTo>
                  <a:lnTo>
                    <a:pt x="18640" y="11259"/>
                  </a:lnTo>
                  <a:cubicBezTo>
                    <a:pt x="18631" y="11249"/>
                    <a:pt x="18622" y="11239"/>
                    <a:pt x="18622" y="11230"/>
                  </a:cubicBezTo>
                  <a:cubicBezTo>
                    <a:pt x="18602" y="11201"/>
                    <a:pt x="18593" y="11182"/>
                    <a:pt x="18583" y="11163"/>
                  </a:cubicBezTo>
                  <a:cubicBezTo>
                    <a:pt x="18564" y="11135"/>
                    <a:pt x="18564" y="11096"/>
                    <a:pt x="18555" y="11058"/>
                  </a:cubicBezTo>
                  <a:lnTo>
                    <a:pt x="18555" y="11011"/>
                  </a:lnTo>
                  <a:lnTo>
                    <a:pt x="18555" y="11001"/>
                  </a:lnTo>
                  <a:lnTo>
                    <a:pt x="18602" y="9697"/>
                  </a:lnTo>
                  <a:lnTo>
                    <a:pt x="18117" y="9973"/>
                  </a:lnTo>
                  <a:cubicBezTo>
                    <a:pt x="18059" y="10001"/>
                    <a:pt x="18002" y="10030"/>
                    <a:pt x="17936" y="10068"/>
                  </a:cubicBezTo>
                  <a:cubicBezTo>
                    <a:pt x="17879" y="10087"/>
                    <a:pt x="17831" y="10106"/>
                    <a:pt x="17783" y="10125"/>
                  </a:cubicBezTo>
                  <a:cubicBezTo>
                    <a:pt x="17755" y="10135"/>
                    <a:pt x="17736" y="10135"/>
                    <a:pt x="17697" y="10144"/>
                  </a:cubicBezTo>
                  <a:lnTo>
                    <a:pt x="17679" y="10144"/>
                  </a:lnTo>
                  <a:cubicBezTo>
                    <a:pt x="17669" y="10144"/>
                    <a:pt x="17659" y="10144"/>
                    <a:pt x="17650" y="10153"/>
                  </a:cubicBezTo>
                  <a:cubicBezTo>
                    <a:pt x="17593" y="10163"/>
                    <a:pt x="17564" y="10163"/>
                    <a:pt x="17526" y="10173"/>
                  </a:cubicBezTo>
                  <a:cubicBezTo>
                    <a:pt x="17488" y="10173"/>
                    <a:pt x="17431" y="10182"/>
                    <a:pt x="17393" y="10201"/>
                  </a:cubicBezTo>
                  <a:cubicBezTo>
                    <a:pt x="17355" y="10201"/>
                    <a:pt x="17317" y="10201"/>
                    <a:pt x="17269" y="10201"/>
                  </a:cubicBezTo>
                  <a:cubicBezTo>
                    <a:pt x="17259" y="10201"/>
                    <a:pt x="17240" y="10201"/>
                    <a:pt x="17221" y="10201"/>
                  </a:cubicBezTo>
                  <a:lnTo>
                    <a:pt x="17183" y="10201"/>
                  </a:lnTo>
                  <a:lnTo>
                    <a:pt x="17145" y="10201"/>
                  </a:lnTo>
                  <a:cubicBezTo>
                    <a:pt x="17098" y="10201"/>
                    <a:pt x="17050" y="10201"/>
                    <a:pt x="17012" y="10182"/>
                  </a:cubicBezTo>
                  <a:cubicBezTo>
                    <a:pt x="16945" y="10173"/>
                    <a:pt x="16898" y="10173"/>
                    <a:pt x="16821" y="10163"/>
                  </a:cubicBezTo>
                  <a:cubicBezTo>
                    <a:pt x="16821" y="10163"/>
                    <a:pt x="16802" y="10144"/>
                    <a:pt x="16774" y="10144"/>
                  </a:cubicBezTo>
                  <a:cubicBezTo>
                    <a:pt x="16755" y="10144"/>
                    <a:pt x="16736" y="10135"/>
                    <a:pt x="16707" y="10135"/>
                  </a:cubicBezTo>
                  <a:cubicBezTo>
                    <a:pt x="16678" y="10125"/>
                    <a:pt x="16631" y="10115"/>
                    <a:pt x="16612" y="10106"/>
                  </a:cubicBezTo>
                  <a:cubicBezTo>
                    <a:pt x="16516" y="10068"/>
                    <a:pt x="16421" y="10030"/>
                    <a:pt x="16335" y="9982"/>
                  </a:cubicBezTo>
                  <a:lnTo>
                    <a:pt x="11668" y="7144"/>
                  </a:lnTo>
                  <a:lnTo>
                    <a:pt x="11621" y="8296"/>
                  </a:lnTo>
                  <a:cubicBezTo>
                    <a:pt x="11621" y="8496"/>
                    <a:pt x="11478" y="8677"/>
                    <a:pt x="11240" y="8820"/>
                  </a:cubicBezTo>
                  <a:lnTo>
                    <a:pt x="7144" y="11182"/>
                  </a:lnTo>
                  <a:cubicBezTo>
                    <a:pt x="7211" y="11249"/>
                    <a:pt x="7277" y="11344"/>
                    <a:pt x="7363" y="11392"/>
                  </a:cubicBezTo>
                  <a:lnTo>
                    <a:pt x="13211" y="14916"/>
                  </a:lnTo>
                  <a:cubicBezTo>
                    <a:pt x="13316" y="14992"/>
                    <a:pt x="13440" y="15049"/>
                    <a:pt x="13583" y="15078"/>
                  </a:cubicBezTo>
                  <a:cubicBezTo>
                    <a:pt x="13602" y="15078"/>
                    <a:pt x="13621" y="15087"/>
                    <a:pt x="13630" y="15087"/>
                  </a:cubicBezTo>
                  <a:cubicBezTo>
                    <a:pt x="13783" y="15126"/>
                    <a:pt x="13907" y="15145"/>
                    <a:pt x="14069" y="15145"/>
                  </a:cubicBezTo>
                  <a:lnTo>
                    <a:pt x="14069" y="15145"/>
                  </a:lnTo>
                  <a:cubicBezTo>
                    <a:pt x="14231" y="15145"/>
                    <a:pt x="14383" y="15126"/>
                    <a:pt x="14526" y="15087"/>
                  </a:cubicBezTo>
                  <a:lnTo>
                    <a:pt x="14545" y="15078"/>
                  </a:lnTo>
                  <a:cubicBezTo>
                    <a:pt x="14697" y="15049"/>
                    <a:pt x="14830" y="14992"/>
                    <a:pt x="14954" y="14916"/>
                  </a:cubicBezTo>
                  <a:lnTo>
                    <a:pt x="19660" y="12202"/>
                  </a:lnTo>
                  <a:cubicBezTo>
                    <a:pt x="19726" y="12163"/>
                    <a:pt x="19755" y="12106"/>
                    <a:pt x="19812" y="12068"/>
                  </a:cubicBezTo>
                  <a:lnTo>
                    <a:pt x="18860" y="11487"/>
                  </a:lnTo>
                  <a:lnTo>
                    <a:pt x="18888" y="1150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2F2F1824-D499-438C-AFCE-E914A4E6288E}"/>
                </a:ext>
              </a:extLst>
            </p:cNvPr>
            <p:cNvSpPr/>
            <p:nvPr/>
          </p:nvSpPr>
          <p:spPr>
            <a:xfrm>
              <a:off x="5138919" y="5358875"/>
              <a:ext cx="19050" cy="19050"/>
            </a:xfrm>
            <a:custGeom>
              <a:avLst/>
              <a:gdLst>
                <a:gd name="connsiteX0" fmla="*/ 18907 w 19050"/>
                <a:gd name="connsiteY0" fmla="*/ 11506 h 19050"/>
                <a:gd name="connsiteX1" fmla="*/ 18745 w 19050"/>
                <a:gd name="connsiteY1" fmla="*/ 11373 h 19050"/>
                <a:gd name="connsiteX2" fmla="*/ 18660 w 19050"/>
                <a:gd name="connsiteY2" fmla="*/ 11287 h 19050"/>
                <a:gd name="connsiteX3" fmla="*/ 18660 w 19050"/>
                <a:gd name="connsiteY3" fmla="*/ 11287 h 19050"/>
                <a:gd name="connsiteX4" fmla="*/ 18650 w 19050"/>
                <a:gd name="connsiteY4" fmla="*/ 11268 h 19050"/>
                <a:gd name="connsiteX5" fmla="*/ 18622 w 19050"/>
                <a:gd name="connsiteY5" fmla="*/ 11211 h 19050"/>
                <a:gd name="connsiteX6" fmla="*/ 18583 w 19050"/>
                <a:gd name="connsiteY6" fmla="*/ 11154 h 19050"/>
                <a:gd name="connsiteX7" fmla="*/ 18564 w 19050"/>
                <a:gd name="connsiteY7" fmla="*/ 11049 h 19050"/>
                <a:gd name="connsiteX8" fmla="*/ 18564 w 19050"/>
                <a:gd name="connsiteY8" fmla="*/ 10992 h 19050"/>
                <a:gd name="connsiteX9" fmla="*/ 18612 w 19050"/>
                <a:gd name="connsiteY9" fmla="*/ 9677 h 19050"/>
                <a:gd name="connsiteX10" fmla="*/ 18117 w 19050"/>
                <a:gd name="connsiteY10" fmla="*/ 9963 h 19050"/>
                <a:gd name="connsiteX11" fmla="*/ 17926 w 19050"/>
                <a:gd name="connsiteY11" fmla="*/ 10058 h 19050"/>
                <a:gd name="connsiteX12" fmla="*/ 17774 w 19050"/>
                <a:gd name="connsiteY12" fmla="*/ 10116 h 19050"/>
                <a:gd name="connsiteX13" fmla="*/ 17707 w 19050"/>
                <a:gd name="connsiteY13" fmla="*/ 10125 h 19050"/>
                <a:gd name="connsiteX14" fmla="*/ 17679 w 19050"/>
                <a:gd name="connsiteY14" fmla="*/ 10125 h 19050"/>
                <a:gd name="connsiteX15" fmla="*/ 17640 w 19050"/>
                <a:gd name="connsiteY15" fmla="*/ 10144 h 19050"/>
                <a:gd name="connsiteX16" fmla="*/ 17507 w 19050"/>
                <a:gd name="connsiteY16" fmla="*/ 10163 h 19050"/>
                <a:gd name="connsiteX17" fmla="*/ 17383 w 19050"/>
                <a:gd name="connsiteY17" fmla="*/ 10173 h 19050"/>
                <a:gd name="connsiteX18" fmla="*/ 17259 w 19050"/>
                <a:gd name="connsiteY18" fmla="*/ 10201 h 19050"/>
                <a:gd name="connsiteX19" fmla="*/ 17221 w 19050"/>
                <a:gd name="connsiteY19" fmla="*/ 10201 h 19050"/>
                <a:gd name="connsiteX20" fmla="*/ 17202 w 19050"/>
                <a:gd name="connsiteY20" fmla="*/ 10201 h 19050"/>
                <a:gd name="connsiteX21" fmla="*/ 17136 w 19050"/>
                <a:gd name="connsiteY21" fmla="*/ 10201 h 19050"/>
                <a:gd name="connsiteX22" fmla="*/ 17012 w 19050"/>
                <a:gd name="connsiteY22" fmla="*/ 10173 h 19050"/>
                <a:gd name="connsiteX23" fmla="*/ 16821 w 19050"/>
                <a:gd name="connsiteY23" fmla="*/ 10144 h 19050"/>
                <a:gd name="connsiteX24" fmla="*/ 16774 w 19050"/>
                <a:gd name="connsiteY24" fmla="*/ 10135 h 19050"/>
                <a:gd name="connsiteX25" fmla="*/ 16726 w 19050"/>
                <a:gd name="connsiteY25" fmla="*/ 10125 h 19050"/>
                <a:gd name="connsiteX26" fmla="*/ 16612 w 19050"/>
                <a:gd name="connsiteY26" fmla="*/ 10096 h 19050"/>
                <a:gd name="connsiteX27" fmla="*/ 16345 w 19050"/>
                <a:gd name="connsiteY27" fmla="*/ 9963 h 19050"/>
                <a:gd name="connsiteX28" fmla="*/ 11668 w 19050"/>
                <a:gd name="connsiteY28" fmla="*/ 7144 h 19050"/>
                <a:gd name="connsiteX29" fmla="*/ 11630 w 19050"/>
                <a:gd name="connsiteY29" fmla="*/ 8277 h 19050"/>
                <a:gd name="connsiteX30" fmla="*/ 11249 w 19050"/>
                <a:gd name="connsiteY30" fmla="*/ 8820 h 19050"/>
                <a:gd name="connsiteX31" fmla="*/ 7144 w 19050"/>
                <a:gd name="connsiteY31" fmla="*/ 11173 h 19050"/>
                <a:gd name="connsiteX32" fmla="*/ 7363 w 19050"/>
                <a:gd name="connsiteY32" fmla="*/ 11373 h 19050"/>
                <a:gd name="connsiteX33" fmla="*/ 13211 w 19050"/>
                <a:gd name="connsiteY33" fmla="*/ 14916 h 19050"/>
                <a:gd name="connsiteX34" fmla="*/ 13583 w 19050"/>
                <a:gd name="connsiteY34" fmla="*/ 15059 h 19050"/>
                <a:gd name="connsiteX35" fmla="*/ 13649 w 19050"/>
                <a:gd name="connsiteY35" fmla="*/ 15069 h 19050"/>
                <a:gd name="connsiteX36" fmla="*/ 14069 w 19050"/>
                <a:gd name="connsiteY36" fmla="*/ 15126 h 19050"/>
                <a:gd name="connsiteX37" fmla="*/ 14078 w 19050"/>
                <a:gd name="connsiteY37" fmla="*/ 15126 h 19050"/>
                <a:gd name="connsiteX38" fmla="*/ 14545 w 19050"/>
                <a:gd name="connsiteY38" fmla="*/ 15069 h 19050"/>
                <a:gd name="connsiteX39" fmla="*/ 14545 w 19050"/>
                <a:gd name="connsiteY39" fmla="*/ 15069 h 19050"/>
                <a:gd name="connsiteX40" fmla="*/ 14954 w 19050"/>
                <a:gd name="connsiteY40" fmla="*/ 14916 h 19050"/>
                <a:gd name="connsiteX41" fmla="*/ 19660 w 19050"/>
                <a:gd name="connsiteY41" fmla="*/ 12192 h 19050"/>
                <a:gd name="connsiteX42" fmla="*/ 19812 w 19050"/>
                <a:gd name="connsiteY42" fmla="*/ 12068 h 19050"/>
                <a:gd name="connsiteX43" fmla="*/ 18907 w 19050"/>
                <a:gd name="connsiteY43" fmla="*/ 11506 h 19050"/>
                <a:gd name="connsiteX44" fmla="*/ 18907 w 19050"/>
                <a:gd name="connsiteY44" fmla="*/ 115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8907" y="11506"/>
                  </a:moveTo>
                  <a:cubicBezTo>
                    <a:pt x="18840" y="11468"/>
                    <a:pt x="18793" y="11411"/>
                    <a:pt x="18745" y="11373"/>
                  </a:cubicBezTo>
                  <a:cubicBezTo>
                    <a:pt x="18717" y="11354"/>
                    <a:pt x="18688" y="11325"/>
                    <a:pt x="18660" y="11287"/>
                  </a:cubicBezTo>
                  <a:lnTo>
                    <a:pt x="18660" y="11287"/>
                  </a:lnTo>
                  <a:lnTo>
                    <a:pt x="18650" y="11268"/>
                  </a:lnTo>
                  <a:cubicBezTo>
                    <a:pt x="18631" y="11249"/>
                    <a:pt x="18622" y="11239"/>
                    <a:pt x="18622" y="11211"/>
                  </a:cubicBezTo>
                  <a:cubicBezTo>
                    <a:pt x="18602" y="11201"/>
                    <a:pt x="18602" y="11173"/>
                    <a:pt x="18583" y="11154"/>
                  </a:cubicBezTo>
                  <a:cubicBezTo>
                    <a:pt x="18583" y="11125"/>
                    <a:pt x="18564" y="11049"/>
                    <a:pt x="18564" y="11049"/>
                  </a:cubicBezTo>
                  <a:lnTo>
                    <a:pt x="18564" y="10992"/>
                  </a:lnTo>
                  <a:lnTo>
                    <a:pt x="18612" y="9677"/>
                  </a:lnTo>
                  <a:lnTo>
                    <a:pt x="18117" y="9963"/>
                  </a:lnTo>
                  <a:cubicBezTo>
                    <a:pt x="18059" y="10001"/>
                    <a:pt x="17993" y="10030"/>
                    <a:pt x="17926" y="10058"/>
                  </a:cubicBezTo>
                  <a:cubicBezTo>
                    <a:pt x="17888" y="10087"/>
                    <a:pt x="17831" y="10096"/>
                    <a:pt x="17774" y="10116"/>
                  </a:cubicBezTo>
                  <a:cubicBezTo>
                    <a:pt x="17755" y="10116"/>
                    <a:pt x="17726" y="10125"/>
                    <a:pt x="17707" y="10125"/>
                  </a:cubicBezTo>
                  <a:lnTo>
                    <a:pt x="17679" y="10125"/>
                  </a:lnTo>
                  <a:cubicBezTo>
                    <a:pt x="17669" y="10135"/>
                    <a:pt x="17659" y="10144"/>
                    <a:pt x="17640" y="10144"/>
                  </a:cubicBezTo>
                  <a:cubicBezTo>
                    <a:pt x="17602" y="10154"/>
                    <a:pt x="17555" y="10154"/>
                    <a:pt x="17507" y="10163"/>
                  </a:cubicBezTo>
                  <a:cubicBezTo>
                    <a:pt x="17469" y="10163"/>
                    <a:pt x="17440" y="10173"/>
                    <a:pt x="17383" y="10173"/>
                  </a:cubicBezTo>
                  <a:cubicBezTo>
                    <a:pt x="17355" y="10173"/>
                    <a:pt x="17316" y="10201"/>
                    <a:pt x="17259" y="10201"/>
                  </a:cubicBezTo>
                  <a:cubicBezTo>
                    <a:pt x="17259" y="10201"/>
                    <a:pt x="17240" y="10201"/>
                    <a:pt x="17221" y="10201"/>
                  </a:cubicBezTo>
                  <a:lnTo>
                    <a:pt x="17202" y="10201"/>
                  </a:lnTo>
                  <a:cubicBezTo>
                    <a:pt x="17183" y="10201"/>
                    <a:pt x="17164" y="10201"/>
                    <a:pt x="17136" y="10201"/>
                  </a:cubicBezTo>
                  <a:cubicBezTo>
                    <a:pt x="17098" y="10173"/>
                    <a:pt x="17050" y="10173"/>
                    <a:pt x="17012" y="10173"/>
                  </a:cubicBezTo>
                  <a:cubicBezTo>
                    <a:pt x="16954" y="10173"/>
                    <a:pt x="16898" y="10163"/>
                    <a:pt x="16821" y="10144"/>
                  </a:cubicBezTo>
                  <a:cubicBezTo>
                    <a:pt x="16821" y="10144"/>
                    <a:pt x="16812" y="10144"/>
                    <a:pt x="16774" y="10135"/>
                  </a:cubicBezTo>
                  <a:cubicBezTo>
                    <a:pt x="16755" y="10125"/>
                    <a:pt x="16736" y="10125"/>
                    <a:pt x="16726" y="10125"/>
                  </a:cubicBezTo>
                  <a:cubicBezTo>
                    <a:pt x="16688" y="10116"/>
                    <a:pt x="16650" y="10106"/>
                    <a:pt x="16612" y="10096"/>
                  </a:cubicBezTo>
                  <a:cubicBezTo>
                    <a:pt x="16516" y="10068"/>
                    <a:pt x="16421" y="10030"/>
                    <a:pt x="16345" y="9963"/>
                  </a:cubicBezTo>
                  <a:lnTo>
                    <a:pt x="11668" y="7144"/>
                  </a:lnTo>
                  <a:lnTo>
                    <a:pt x="11630" y="8277"/>
                  </a:lnTo>
                  <a:cubicBezTo>
                    <a:pt x="11621" y="8477"/>
                    <a:pt x="11497" y="8668"/>
                    <a:pt x="11249" y="8820"/>
                  </a:cubicBezTo>
                  <a:lnTo>
                    <a:pt x="7144" y="11173"/>
                  </a:lnTo>
                  <a:cubicBezTo>
                    <a:pt x="7211" y="11259"/>
                    <a:pt x="7277" y="11325"/>
                    <a:pt x="7363" y="11373"/>
                  </a:cubicBezTo>
                  <a:lnTo>
                    <a:pt x="13211" y="14916"/>
                  </a:lnTo>
                  <a:cubicBezTo>
                    <a:pt x="13316" y="14983"/>
                    <a:pt x="13430" y="15030"/>
                    <a:pt x="13583" y="15059"/>
                  </a:cubicBezTo>
                  <a:cubicBezTo>
                    <a:pt x="13592" y="15069"/>
                    <a:pt x="13649" y="15069"/>
                    <a:pt x="13649" y="15069"/>
                  </a:cubicBezTo>
                  <a:cubicBezTo>
                    <a:pt x="13783" y="15107"/>
                    <a:pt x="13926" y="15126"/>
                    <a:pt x="14069" y="15126"/>
                  </a:cubicBezTo>
                  <a:lnTo>
                    <a:pt x="14078" y="15126"/>
                  </a:lnTo>
                  <a:cubicBezTo>
                    <a:pt x="14240" y="15126"/>
                    <a:pt x="14383" y="15107"/>
                    <a:pt x="14545" y="15069"/>
                  </a:cubicBezTo>
                  <a:lnTo>
                    <a:pt x="14545" y="15069"/>
                  </a:lnTo>
                  <a:cubicBezTo>
                    <a:pt x="14697" y="15040"/>
                    <a:pt x="14830" y="14992"/>
                    <a:pt x="14954" y="14916"/>
                  </a:cubicBezTo>
                  <a:lnTo>
                    <a:pt x="19660" y="12192"/>
                  </a:lnTo>
                  <a:cubicBezTo>
                    <a:pt x="19726" y="12154"/>
                    <a:pt x="19755" y="12097"/>
                    <a:pt x="19812" y="12068"/>
                  </a:cubicBezTo>
                  <a:lnTo>
                    <a:pt x="18907" y="11506"/>
                  </a:lnTo>
                  <a:lnTo>
                    <a:pt x="18907" y="1150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66B724EC-7465-48B1-9901-629E2E473720}"/>
                </a:ext>
              </a:extLst>
            </p:cNvPr>
            <p:cNvSpPr/>
            <p:nvPr/>
          </p:nvSpPr>
          <p:spPr>
            <a:xfrm>
              <a:off x="5130547" y="5353779"/>
              <a:ext cx="19050" cy="19050"/>
            </a:xfrm>
            <a:custGeom>
              <a:avLst/>
              <a:gdLst>
                <a:gd name="connsiteX0" fmla="*/ 18898 w 19050"/>
                <a:gd name="connsiteY0" fmla="*/ 11535 h 19050"/>
                <a:gd name="connsiteX1" fmla="*/ 18745 w 19050"/>
                <a:gd name="connsiteY1" fmla="*/ 11411 h 19050"/>
                <a:gd name="connsiteX2" fmla="*/ 18669 w 19050"/>
                <a:gd name="connsiteY2" fmla="*/ 11316 h 19050"/>
                <a:gd name="connsiteX3" fmla="*/ 18660 w 19050"/>
                <a:gd name="connsiteY3" fmla="*/ 11297 h 19050"/>
                <a:gd name="connsiteX4" fmla="*/ 18650 w 19050"/>
                <a:gd name="connsiteY4" fmla="*/ 11297 h 19050"/>
                <a:gd name="connsiteX5" fmla="*/ 18622 w 19050"/>
                <a:gd name="connsiteY5" fmla="*/ 11249 h 19050"/>
                <a:gd name="connsiteX6" fmla="*/ 18593 w 19050"/>
                <a:gd name="connsiteY6" fmla="*/ 11173 h 19050"/>
                <a:gd name="connsiteX7" fmla="*/ 18564 w 19050"/>
                <a:gd name="connsiteY7" fmla="*/ 11106 h 19050"/>
                <a:gd name="connsiteX8" fmla="*/ 18564 w 19050"/>
                <a:gd name="connsiteY8" fmla="*/ 11030 h 19050"/>
                <a:gd name="connsiteX9" fmla="*/ 18564 w 19050"/>
                <a:gd name="connsiteY9" fmla="*/ 11011 h 19050"/>
                <a:gd name="connsiteX10" fmla="*/ 18622 w 19050"/>
                <a:gd name="connsiteY10" fmla="*/ 9725 h 19050"/>
                <a:gd name="connsiteX11" fmla="*/ 18136 w 19050"/>
                <a:gd name="connsiteY11" fmla="*/ 9992 h 19050"/>
                <a:gd name="connsiteX12" fmla="*/ 17936 w 19050"/>
                <a:gd name="connsiteY12" fmla="*/ 10078 h 19050"/>
                <a:gd name="connsiteX13" fmla="*/ 17783 w 19050"/>
                <a:gd name="connsiteY13" fmla="*/ 10144 h 19050"/>
                <a:gd name="connsiteX14" fmla="*/ 17707 w 19050"/>
                <a:gd name="connsiteY14" fmla="*/ 10163 h 19050"/>
                <a:gd name="connsiteX15" fmla="*/ 17697 w 19050"/>
                <a:gd name="connsiteY15" fmla="*/ 10163 h 19050"/>
                <a:gd name="connsiteX16" fmla="*/ 17669 w 19050"/>
                <a:gd name="connsiteY16" fmla="*/ 10173 h 19050"/>
                <a:gd name="connsiteX17" fmla="*/ 17536 w 19050"/>
                <a:gd name="connsiteY17" fmla="*/ 10192 h 19050"/>
                <a:gd name="connsiteX18" fmla="*/ 17412 w 19050"/>
                <a:gd name="connsiteY18" fmla="*/ 10201 h 19050"/>
                <a:gd name="connsiteX19" fmla="*/ 17288 w 19050"/>
                <a:gd name="connsiteY19" fmla="*/ 10211 h 19050"/>
                <a:gd name="connsiteX20" fmla="*/ 17240 w 19050"/>
                <a:gd name="connsiteY20" fmla="*/ 10211 h 19050"/>
                <a:gd name="connsiteX21" fmla="*/ 17212 w 19050"/>
                <a:gd name="connsiteY21" fmla="*/ 10211 h 19050"/>
                <a:gd name="connsiteX22" fmla="*/ 17154 w 19050"/>
                <a:gd name="connsiteY22" fmla="*/ 10211 h 19050"/>
                <a:gd name="connsiteX23" fmla="*/ 17012 w 19050"/>
                <a:gd name="connsiteY23" fmla="*/ 10201 h 19050"/>
                <a:gd name="connsiteX24" fmla="*/ 16850 w 19050"/>
                <a:gd name="connsiteY24" fmla="*/ 10182 h 19050"/>
                <a:gd name="connsiteX25" fmla="*/ 16783 w 19050"/>
                <a:gd name="connsiteY25" fmla="*/ 10163 h 19050"/>
                <a:gd name="connsiteX26" fmla="*/ 16726 w 19050"/>
                <a:gd name="connsiteY26" fmla="*/ 10144 h 19050"/>
                <a:gd name="connsiteX27" fmla="*/ 16612 w 19050"/>
                <a:gd name="connsiteY27" fmla="*/ 10125 h 19050"/>
                <a:gd name="connsiteX28" fmla="*/ 16355 w 19050"/>
                <a:gd name="connsiteY28" fmla="*/ 9992 h 19050"/>
                <a:gd name="connsiteX29" fmla="*/ 11649 w 19050"/>
                <a:gd name="connsiteY29" fmla="*/ 7144 h 19050"/>
                <a:gd name="connsiteX30" fmla="*/ 11611 w 19050"/>
                <a:gd name="connsiteY30" fmla="*/ 8306 h 19050"/>
                <a:gd name="connsiteX31" fmla="*/ 11221 w 19050"/>
                <a:gd name="connsiteY31" fmla="*/ 8830 h 19050"/>
                <a:gd name="connsiteX32" fmla="*/ 7144 w 19050"/>
                <a:gd name="connsiteY32" fmla="*/ 11192 h 19050"/>
                <a:gd name="connsiteX33" fmla="*/ 7382 w 19050"/>
                <a:gd name="connsiteY33" fmla="*/ 11401 h 19050"/>
                <a:gd name="connsiteX34" fmla="*/ 13221 w 19050"/>
                <a:gd name="connsiteY34" fmla="*/ 14945 h 19050"/>
                <a:gd name="connsiteX35" fmla="*/ 13583 w 19050"/>
                <a:gd name="connsiteY35" fmla="*/ 15088 h 19050"/>
                <a:gd name="connsiteX36" fmla="*/ 13649 w 19050"/>
                <a:gd name="connsiteY36" fmla="*/ 15116 h 19050"/>
                <a:gd name="connsiteX37" fmla="*/ 14068 w 19050"/>
                <a:gd name="connsiteY37" fmla="*/ 15154 h 19050"/>
                <a:gd name="connsiteX38" fmla="*/ 14088 w 19050"/>
                <a:gd name="connsiteY38" fmla="*/ 15154 h 19050"/>
                <a:gd name="connsiteX39" fmla="*/ 14545 w 19050"/>
                <a:gd name="connsiteY39" fmla="*/ 15116 h 19050"/>
                <a:gd name="connsiteX40" fmla="*/ 14554 w 19050"/>
                <a:gd name="connsiteY40" fmla="*/ 15097 h 19050"/>
                <a:gd name="connsiteX41" fmla="*/ 14964 w 19050"/>
                <a:gd name="connsiteY41" fmla="*/ 14945 h 19050"/>
                <a:gd name="connsiteX42" fmla="*/ 19669 w 19050"/>
                <a:gd name="connsiteY42" fmla="*/ 12211 h 19050"/>
                <a:gd name="connsiteX43" fmla="*/ 19821 w 19050"/>
                <a:gd name="connsiteY43" fmla="*/ 12087 h 19050"/>
                <a:gd name="connsiteX44" fmla="*/ 18869 w 19050"/>
                <a:gd name="connsiteY44" fmla="*/ 11506 h 19050"/>
                <a:gd name="connsiteX45" fmla="*/ 18898 w 19050"/>
                <a:gd name="connsiteY45" fmla="*/ 115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8898" y="11535"/>
                  </a:moveTo>
                  <a:cubicBezTo>
                    <a:pt x="18840" y="11497"/>
                    <a:pt x="18783" y="11449"/>
                    <a:pt x="18745" y="11411"/>
                  </a:cubicBezTo>
                  <a:cubicBezTo>
                    <a:pt x="18717" y="11382"/>
                    <a:pt x="18688" y="11354"/>
                    <a:pt x="18669" y="11316"/>
                  </a:cubicBezTo>
                  <a:lnTo>
                    <a:pt x="18660" y="11297"/>
                  </a:lnTo>
                  <a:lnTo>
                    <a:pt x="18650" y="11297"/>
                  </a:lnTo>
                  <a:cubicBezTo>
                    <a:pt x="18640" y="11278"/>
                    <a:pt x="18631" y="11259"/>
                    <a:pt x="18622" y="11249"/>
                  </a:cubicBezTo>
                  <a:cubicBezTo>
                    <a:pt x="18602" y="11221"/>
                    <a:pt x="18593" y="11201"/>
                    <a:pt x="18593" y="11173"/>
                  </a:cubicBezTo>
                  <a:cubicBezTo>
                    <a:pt x="18583" y="11163"/>
                    <a:pt x="18564" y="11106"/>
                    <a:pt x="18564" y="11106"/>
                  </a:cubicBezTo>
                  <a:cubicBezTo>
                    <a:pt x="18564" y="11068"/>
                    <a:pt x="18564" y="11030"/>
                    <a:pt x="18564" y="11030"/>
                  </a:cubicBezTo>
                  <a:lnTo>
                    <a:pt x="18564" y="11011"/>
                  </a:lnTo>
                  <a:lnTo>
                    <a:pt x="18622" y="9725"/>
                  </a:lnTo>
                  <a:lnTo>
                    <a:pt x="18136" y="9992"/>
                  </a:lnTo>
                  <a:cubicBezTo>
                    <a:pt x="18069" y="10030"/>
                    <a:pt x="18002" y="10058"/>
                    <a:pt x="17936" y="10078"/>
                  </a:cubicBezTo>
                  <a:cubicBezTo>
                    <a:pt x="17897" y="10106"/>
                    <a:pt x="17831" y="10125"/>
                    <a:pt x="17783" y="10144"/>
                  </a:cubicBezTo>
                  <a:cubicBezTo>
                    <a:pt x="17764" y="10144"/>
                    <a:pt x="17736" y="10154"/>
                    <a:pt x="17707" y="10163"/>
                  </a:cubicBezTo>
                  <a:lnTo>
                    <a:pt x="17697" y="10163"/>
                  </a:lnTo>
                  <a:cubicBezTo>
                    <a:pt x="17679" y="10163"/>
                    <a:pt x="17669" y="10173"/>
                    <a:pt x="17669" y="10173"/>
                  </a:cubicBezTo>
                  <a:cubicBezTo>
                    <a:pt x="17621" y="10173"/>
                    <a:pt x="17574" y="10182"/>
                    <a:pt x="17536" y="10192"/>
                  </a:cubicBezTo>
                  <a:cubicBezTo>
                    <a:pt x="17497" y="10192"/>
                    <a:pt x="17459" y="10201"/>
                    <a:pt x="17412" y="10201"/>
                  </a:cubicBezTo>
                  <a:cubicBezTo>
                    <a:pt x="17374" y="10201"/>
                    <a:pt x="17326" y="10201"/>
                    <a:pt x="17288" y="10211"/>
                  </a:cubicBezTo>
                  <a:cubicBezTo>
                    <a:pt x="17269" y="10211"/>
                    <a:pt x="17250" y="10211"/>
                    <a:pt x="17240" y="10211"/>
                  </a:cubicBezTo>
                  <a:lnTo>
                    <a:pt x="17212" y="10211"/>
                  </a:lnTo>
                  <a:lnTo>
                    <a:pt x="17154" y="10211"/>
                  </a:lnTo>
                  <a:cubicBezTo>
                    <a:pt x="17107" y="10201"/>
                    <a:pt x="17059" y="10201"/>
                    <a:pt x="17012" y="10201"/>
                  </a:cubicBezTo>
                  <a:cubicBezTo>
                    <a:pt x="16964" y="10192"/>
                    <a:pt x="16898" y="10192"/>
                    <a:pt x="16850" y="10182"/>
                  </a:cubicBezTo>
                  <a:cubicBezTo>
                    <a:pt x="16831" y="10173"/>
                    <a:pt x="16812" y="10173"/>
                    <a:pt x="16783" y="10163"/>
                  </a:cubicBezTo>
                  <a:cubicBezTo>
                    <a:pt x="16764" y="10163"/>
                    <a:pt x="16736" y="10154"/>
                    <a:pt x="16726" y="10144"/>
                  </a:cubicBezTo>
                  <a:cubicBezTo>
                    <a:pt x="16678" y="10144"/>
                    <a:pt x="16650" y="10135"/>
                    <a:pt x="16612" y="10125"/>
                  </a:cubicBezTo>
                  <a:cubicBezTo>
                    <a:pt x="16526" y="10087"/>
                    <a:pt x="16421" y="10040"/>
                    <a:pt x="16355" y="9992"/>
                  </a:cubicBezTo>
                  <a:lnTo>
                    <a:pt x="11649" y="7144"/>
                  </a:lnTo>
                  <a:lnTo>
                    <a:pt x="11611" y="8306"/>
                  </a:lnTo>
                  <a:cubicBezTo>
                    <a:pt x="11602" y="8496"/>
                    <a:pt x="11478" y="8687"/>
                    <a:pt x="11221" y="8830"/>
                  </a:cubicBezTo>
                  <a:lnTo>
                    <a:pt x="7144" y="11192"/>
                  </a:lnTo>
                  <a:cubicBezTo>
                    <a:pt x="7201" y="11268"/>
                    <a:pt x="7277" y="11344"/>
                    <a:pt x="7382" y="11401"/>
                  </a:cubicBezTo>
                  <a:lnTo>
                    <a:pt x="13221" y="14945"/>
                  </a:lnTo>
                  <a:cubicBezTo>
                    <a:pt x="13326" y="15011"/>
                    <a:pt x="13440" y="15049"/>
                    <a:pt x="13583" y="15088"/>
                  </a:cubicBezTo>
                  <a:cubicBezTo>
                    <a:pt x="13611" y="15097"/>
                    <a:pt x="13649" y="15116"/>
                    <a:pt x="13649" y="15116"/>
                  </a:cubicBezTo>
                  <a:cubicBezTo>
                    <a:pt x="13783" y="15145"/>
                    <a:pt x="13935" y="15154"/>
                    <a:pt x="14068" y="15154"/>
                  </a:cubicBezTo>
                  <a:lnTo>
                    <a:pt x="14088" y="15154"/>
                  </a:lnTo>
                  <a:cubicBezTo>
                    <a:pt x="14249" y="15154"/>
                    <a:pt x="14383" y="15145"/>
                    <a:pt x="14545" y="15116"/>
                  </a:cubicBezTo>
                  <a:lnTo>
                    <a:pt x="14554" y="15097"/>
                  </a:lnTo>
                  <a:cubicBezTo>
                    <a:pt x="14707" y="15069"/>
                    <a:pt x="14840" y="15011"/>
                    <a:pt x="14964" y="14945"/>
                  </a:cubicBezTo>
                  <a:lnTo>
                    <a:pt x="19669" y="12211"/>
                  </a:lnTo>
                  <a:cubicBezTo>
                    <a:pt x="19736" y="12182"/>
                    <a:pt x="19764" y="12135"/>
                    <a:pt x="19821" y="12087"/>
                  </a:cubicBezTo>
                  <a:lnTo>
                    <a:pt x="18869" y="11506"/>
                  </a:lnTo>
                  <a:lnTo>
                    <a:pt x="18898" y="1150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99496EA-4B76-4862-91CF-78469763B170}"/>
                </a:ext>
              </a:extLst>
            </p:cNvPr>
            <p:cNvSpPr/>
            <p:nvPr/>
          </p:nvSpPr>
          <p:spPr>
            <a:xfrm>
              <a:off x="5122184" y="5348722"/>
              <a:ext cx="19050" cy="19050"/>
            </a:xfrm>
            <a:custGeom>
              <a:avLst/>
              <a:gdLst>
                <a:gd name="connsiteX0" fmla="*/ 18898 w 19050"/>
                <a:gd name="connsiteY0" fmla="*/ 11525 h 19050"/>
                <a:gd name="connsiteX1" fmla="*/ 18745 w 19050"/>
                <a:gd name="connsiteY1" fmla="*/ 11402 h 19050"/>
                <a:gd name="connsiteX2" fmla="*/ 18659 w 19050"/>
                <a:gd name="connsiteY2" fmla="*/ 11325 h 19050"/>
                <a:gd name="connsiteX3" fmla="*/ 18650 w 19050"/>
                <a:gd name="connsiteY3" fmla="*/ 11297 h 19050"/>
                <a:gd name="connsiteX4" fmla="*/ 18640 w 19050"/>
                <a:gd name="connsiteY4" fmla="*/ 11287 h 19050"/>
                <a:gd name="connsiteX5" fmla="*/ 18612 w 19050"/>
                <a:gd name="connsiteY5" fmla="*/ 11230 h 19050"/>
                <a:gd name="connsiteX6" fmla="*/ 18583 w 19050"/>
                <a:gd name="connsiteY6" fmla="*/ 11173 h 19050"/>
                <a:gd name="connsiteX7" fmla="*/ 18574 w 19050"/>
                <a:gd name="connsiteY7" fmla="*/ 11106 h 19050"/>
                <a:gd name="connsiteX8" fmla="*/ 18564 w 19050"/>
                <a:gd name="connsiteY8" fmla="*/ 11021 h 19050"/>
                <a:gd name="connsiteX9" fmla="*/ 18564 w 19050"/>
                <a:gd name="connsiteY9" fmla="*/ 11011 h 19050"/>
                <a:gd name="connsiteX10" fmla="*/ 18612 w 19050"/>
                <a:gd name="connsiteY10" fmla="*/ 9687 h 19050"/>
                <a:gd name="connsiteX11" fmla="*/ 18097 w 19050"/>
                <a:gd name="connsiteY11" fmla="*/ 9973 h 19050"/>
                <a:gd name="connsiteX12" fmla="*/ 17907 w 19050"/>
                <a:gd name="connsiteY12" fmla="*/ 10058 h 19050"/>
                <a:gd name="connsiteX13" fmla="*/ 17754 w 19050"/>
                <a:gd name="connsiteY13" fmla="*/ 10116 h 19050"/>
                <a:gd name="connsiteX14" fmla="*/ 17669 w 19050"/>
                <a:gd name="connsiteY14" fmla="*/ 10135 h 19050"/>
                <a:gd name="connsiteX15" fmla="*/ 17659 w 19050"/>
                <a:gd name="connsiteY15" fmla="*/ 10144 h 19050"/>
                <a:gd name="connsiteX16" fmla="*/ 17621 w 19050"/>
                <a:gd name="connsiteY16" fmla="*/ 10144 h 19050"/>
                <a:gd name="connsiteX17" fmla="*/ 17497 w 19050"/>
                <a:gd name="connsiteY17" fmla="*/ 10173 h 19050"/>
                <a:gd name="connsiteX18" fmla="*/ 17374 w 19050"/>
                <a:gd name="connsiteY18" fmla="*/ 10182 h 19050"/>
                <a:gd name="connsiteX19" fmla="*/ 17250 w 19050"/>
                <a:gd name="connsiteY19" fmla="*/ 10182 h 19050"/>
                <a:gd name="connsiteX20" fmla="*/ 17202 w 19050"/>
                <a:gd name="connsiteY20" fmla="*/ 10182 h 19050"/>
                <a:gd name="connsiteX21" fmla="*/ 17193 w 19050"/>
                <a:gd name="connsiteY21" fmla="*/ 10182 h 19050"/>
                <a:gd name="connsiteX22" fmla="*/ 17126 w 19050"/>
                <a:gd name="connsiteY22" fmla="*/ 10182 h 19050"/>
                <a:gd name="connsiteX23" fmla="*/ 16983 w 19050"/>
                <a:gd name="connsiteY23" fmla="*/ 10173 h 19050"/>
                <a:gd name="connsiteX24" fmla="*/ 16831 w 19050"/>
                <a:gd name="connsiteY24" fmla="*/ 10154 h 19050"/>
                <a:gd name="connsiteX25" fmla="*/ 16755 w 19050"/>
                <a:gd name="connsiteY25" fmla="*/ 10144 h 19050"/>
                <a:gd name="connsiteX26" fmla="*/ 16688 w 19050"/>
                <a:gd name="connsiteY26" fmla="*/ 10125 h 19050"/>
                <a:gd name="connsiteX27" fmla="*/ 16583 w 19050"/>
                <a:gd name="connsiteY27" fmla="*/ 10106 h 19050"/>
                <a:gd name="connsiteX28" fmla="*/ 16326 w 19050"/>
                <a:gd name="connsiteY28" fmla="*/ 9973 h 19050"/>
                <a:gd name="connsiteX29" fmla="*/ 11639 w 19050"/>
                <a:gd name="connsiteY29" fmla="*/ 7144 h 19050"/>
                <a:gd name="connsiteX30" fmla="*/ 11601 w 19050"/>
                <a:gd name="connsiteY30" fmla="*/ 8296 h 19050"/>
                <a:gd name="connsiteX31" fmla="*/ 11230 w 19050"/>
                <a:gd name="connsiteY31" fmla="*/ 8830 h 19050"/>
                <a:gd name="connsiteX32" fmla="*/ 7144 w 19050"/>
                <a:gd name="connsiteY32" fmla="*/ 11192 h 19050"/>
                <a:gd name="connsiteX33" fmla="*/ 7344 w 19050"/>
                <a:gd name="connsiteY33" fmla="*/ 11392 h 19050"/>
                <a:gd name="connsiteX34" fmla="*/ 13183 w 19050"/>
                <a:gd name="connsiteY34" fmla="*/ 14935 h 19050"/>
                <a:gd name="connsiteX35" fmla="*/ 13554 w 19050"/>
                <a:gd name="connsiteY35" fmla="*/ 15078 h 19050"/>
                <a:gd name="connsiteX36" fmla="*/ 13611 w 19050"/>
                <a:gd name="connsiteY36" fmla="*/ 15097 h 19050"/>
                <a:gd name="connsiteX37" fmla="*/ 14049 w 19050"/>
                <a:gd name="connsiteY37" fmla="*/ 15145 h 19050"/>
                <a:gd name="connsiteX38" fmla="*/ 14059 w 19050"/>
                <a:gd name="connsiteY38" fmla="*/ 15145 h 19050"/>
                <a:gd name="connsiteX39" fmla="*/ 14516 w 19050"/>
                <a:gd name="connsiteY39" fmla="*/ 15088 h 19050"/>
                <a:gd name="connsiteX40" fmla="*/ 14526 w 19050"/>
                <a:gd name="connsiteY40" fmla="*/ 15078 h 19050"/>
                <a:gd name="connsiteX41" fmla="*/ 14926 w 19050"/>
                <a:gd name="connsiteY41" fmla="*/ 14916 h 19050"/>
                <a:gd name="connsiteX42" fmla="*/ 19640 w 19050"/>
                <a:gd name="connsiteY42" fmla="*/ 12202 h 19050"/>
                <a:gd name="connsiteX43" fmla="*/ 19774 w 19050"/>
                <a:gd name="connsiteY43" fmla="*/ 12068 h 19050"/>
                <a:gd name="connsiteX44" fmla="*/ 18869 w 19050"/>
                <a:gd name="connsiteY44" fmla="*/ 11516 h 19050"/>
                <a:gd name="connsiteX45" fmla="*/ 18898 w 19050"/>
                <a:gd name="connsiteY45" fmla="*/ 11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8898" y="11525"/>
                  </a:moveTo>
                  <a:cubicBezTo>
                    <a:pt x="18840" y="11497"/>
                    <a:pt x="18783" y="11449"/>
                    <a:pt x="18745" y="11402"/>
                  </a:cubicBezTo>
                  <a:cubicBezTo>
                    <a:pt x="18707" y="11373"/>
                    <a:pt x="18688" y="11354"/>
                    <a:pt x="18659" y="11325"/>
                  </a:cubicBezTo>
                  <a:cubicBezTo>
                    <a:pt x="18659" y="11316"/>
                    <a:pt x="18659" y="11306"/>
                    <a:pt x="18650" y="11297"/>
                  </a:cubicBezTo>
                  <a:lnTo>
                    <a:pt x="18640" y="11287"/>
                  </a:lnTo>
                  <a:cubicBezTo>
                    <a:pt x="18631" y="11278"/>
                    <a:pt x="18631" y="11249"/>
                    <a:pt x="18612" y="11230"/>
                  </a:cubicBezTo>
                  <a:cubicBezTo>
                    <a:pt x="18602" y="11211"/>
                    <a:pt x="18593" y="11192"/>
                    <a:pt x="18583" y="11173"/>
                  </a:cubicBezTo>
                  <a:cubicBezTo>
                    <a:pt x="18574" y="11144"/>
                    <a:pt x="18574" y="11106"/>
                    <a:pt x="18574" y="11106"/>
                  </a:cubicBezTo>
                  <a:lnTo>
                    <a:pt x="18564" y="11021"/>
                  </a:lnTo>
                  <a:lnTo>
                    <a:pt x="18564" y="11011"/>
                  </a:lnTo>
                  <a:lnTo>
                    <a:pt x="18612" y="9687"/>
                  </a:lnTo>
                  <a:lnTo>
                    <a:pt x="18097" y="9973"/>
                  </a:lnTo>
                  <a:cubicBezTo>
                    <a:pt x="18031" y="10001"/>
                    <a:pt x="17983" y="10040"/>
                    <a:pt x="17907" y="10058"/>
                  </a:cubicBezTo>
                  <a:cubicBezTo>
                    <a:pt x="17859" y="10087"/>
                    <a:pt x="17802" y="10106"/>
                    <a:pt x="17754" y="10116"/>
                  </a:cubicBezTo>
                  <a:cubicBezTo>
                    <a:pt x="17726" y="10125"/>
                    <a:pt x="17697" y="10125"/>
                    <a:pt x="17669" y="10135"/>
                  </a:cubicBezTo>
                  <a:lnTo>
                    <a:pt x="17659" y="10144"/>
                  </a:lnTo>
                  <a:cubicBezTo>
                    <a:pt x="17650" y="10144"/>
                    <a:pt x="17631" y="10144"/>
                    <a:pt x="17621" y="10144"/>
                  </a:cubicBezTo>
                  <a:cubicBezTo>
                    <a:pt x="17593" y="10154"/>
                    <a:pt x="17536" y="10163"/>
                    <a:pt x="17497" y="10173"/>
                  </a:cubicBezTo>
                  <a:cubicBezTo>
                    <a:pt x="17459" y="10173"/>
                    <a:pt x="17412" y="10173"/>
                    <a:pt x="17374" y="10182"/>
                  </a:cubicBezTo>
                  <a:cubicBezTo>
                    <a:pt x="17345" y="10182"/>
                    <a:pt x="17288" y="10182"/>
                    <a:pt x="17250" y="10182"/>
                  </a:cubicBezTo>
                  <a:cubicBezTo>
                    <a:pt x="17240" y="10182"/>
                    <a:pt x="17212" y="10182"/>
                    <a:pt x="17202" y="10182"/>
                  </a:cubicBezTo>
                  <a:lnTo>
                    <a:pt x="17193" y="10182"/>
                  </a:lnTo>
                  <a:cubicBezTo>
                    <a:pt x="17164" y="10182"/>
                    <a:pt x="17145" y="10182"/>
                    <a:pt x="17126" y="10182"/>
                  </a:cubicBezTo>
                  <a:cubicBezTo>
                    <a:pt x="17078" y="10182"/>
                    <a:pt x="17031" y="10182"/>
                    <a:pt x="16983" y="10173"/>
                  </a:cubicBezTo>
                  <a:cubicBezTo>
                    <a:pt x="16935" y="10173"/>
                    <a:pt x="16878" y="10163"/>
                    <a:pt x="16831" y="10154"/>
                  </a:cubicBezTo>
                  <a:cubicBezTo>
                    <a:pt x="16802" y="10154"/>
                    <a:pt x="16755" y="10144"/>
                    <a:pt x="16755" y="10144"/>
                  </a:cubicBezTo>
                  <a:cubicBezTo>
                    <a:pt x="16735" y="10135"/>
                    <a:pt x="16716" y="10125"/>
                    <a:pt x="16688" y="10125"/>
                  </a:cubicBezTo>
                  <a:cubicBezTo>
                    <a:pt x="16659" y="10116"/>
                    <a:pt x="16621" y="10116"/>
                    <a:pt x="16583" y="10106"/>
                  </a:cubicBezTo>
                  <a:cubicBezTo>
                    <a:pt x="16488" y="10058"/>
                    <a:pt x="16402" y="10040"/>
                    <a:pt x="16326" y="9973"/>
                  </a:cubicBezTo>
                  <a:lnTo>
                    <a:pt x="11639" y="7144"/>
                  </a:lnTo>
                  <a:lnTo>
                    <a:pt x="11601" y="8296"/>
                  </a:lnTo>
                  <a:cubicBezTo>
                    <a:pt x="11601" y="8487"/>
                    <a:pt x="11477" y="8677"/>
                    <a:pt x="11230" y="8830"/>
                  </a:cubicBezTo>
                  <a:lnTo>
                    <a:pt x="7144" y="11192"/>
                  </a:lnTo>
                  <a:cubicBezTo>
                    <a:pt x="7182" y="11268"/>
                    <a:pt x="7248" y="11335"/>
                    <a:pt x="7344" y="11392"/>
                  </a:cubicBezTo>
                  <a:lnTo>
                    <a:pt x="13183" y="14935"/>
                  </a:lnTo>
                  <a:cubicBezTo>
                    <a:pt x="13297" y="15002"/>
                    <a:pt x="13421" y="15050"/>
                    <a:pt x="13554" y="15078"/>
                  </a:cubicBezTo>
                  <a:cubicBezTo>
                    <a:pt x="13573" y="15078"/>
                    <a:pt x="13602" y="15088"/>
                    <a:pt x="13611" y="15097"/>
                  </a:cubicBezTo>
                  <a:cubicBezTo>
                    <a:pt x="13754" y="15135"/>
                    <a:pt x="13888" y="15145"/>
                    <a:pt x="14049" y="15145"/>
                  </a:cubicBezTo>
                  <a:lnTo>
                    <a:pt x="14059" y="15145"/>
                  </a:lnTo>
                  <a:cubicBezTo>
                    <a:pt x="14211" y="15145"/>
                    <a:pt x="14354" y="15126"/>
                    <a:pt x="14516" y="15088"/>
                  </a:cubicBezTo>
                  <a:cubicBezTo>
                    <a:pt x="14516" y="15088"/>
                    <a:pt x="14516" y="15078"/>
                    <a:pt x="14526" y="15078"/>
                  </a:cubicBezTo>
                  <a:cubicBezTo>
                    <a:pt x="14669" y="15050"/>
                    <a:pt x="14802" y="15002"/>
                    <a:pt x="14926" y="14916"/>
                  </a:cubicBezTo>
                  <a:lnTo>
                    <a:pt x="19640" y="12202"/>
                  </a:lnTo>
                  <a:cubicBezTo>
                    <a:pt x="19707" y="12164"/>
                    <a:pt x="19736" y="12116"/>
                    <a:pt x="19774" y="12068"/>
                  </a:cubicBezTo>
                  <a:lnTo>
                    <a:pt x="18869" y="11516"/>
                  </a:lnTo>
                  <a:lnTo>
                    <a:pt x="18898" y="11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9CBDD4F-719F-4EB4-B770-CCE2D825A331}"/>
                </a:ext>
              </a:extLst>
            </p:cNvPr>
            <p:cNvSpPr/>
            <p:nvPr/>
          </p:nvSpPr>
          <p:spPr>
            <a:xfrm>
              <a:off x="5113802" y="5343655"/>
              <a:ext cx="19050" cy="19050"/>
            </a:xfrm>
            <a:custGeom>
              <a:avLst/>
              <a:gdLst>
                <a:gd name="connsiteX0" fmla="*/ 18888 w 19050"/>
                <a:gd name="connsiteY0" fmla="*/ 11516 h 19050"/>
                <a:gd name="connsiteX1" fmla="*/ 18736 w 19050"/>
                <a:gd name="connsiteY1" fmla="*/ 11401 h 19050"/>
                <a:gd name="connsiteX2" fmla="*/ 18660 w 19050"/>
                <a:gd name="connsiteY2" fmla="*/ 11306 h 19050"/>
                <a:gd name="connsiteX3" fmla="*/ 18631 w 19050"/>
                <a:gd name="connsiteY3" fmla="*/ 11287 h 19050"/>
                <a:gd name="connsiteX4" fmla="*/ 18631 w 19050"/>
                <a:gd name="connsiteY4" fmla="*/ 11268 h 19050"/>
                <a:gd name="connsiteX5" fmla="*/ 18602 w 19050"/>
                <a:gd name="connsiteY5" fmla="*/ 11230 h 19050"/>
                <a:gd name="connsiteX6" fmla="*/ 18574 w 19050"/>
                <a:gd name="connsiteY6" fmla="*/ 11154 h 19050"/>
                <a:gd name="connsiteX7" fmla="*/ 18555 w 19050"/>
                <a:gd name="connsiteY7" fmla="*/ 11049 h 19050"/>
                <a:gd name="connsiteX8" fmla="*/ 18555 w 19050"/>
                <a:gd name="connsiteY8" fmla="*/ 11011 h 19050"/>
                <a:gd name="connsiteX9" fmla="*/ 18555 w 19050"/>
                <a:gd name="connsiteY9" fmla="*/ 11001 h 19050"/>
                <a:gd name="connsiteX10" fmla="*/ 18593 w 19050"/>
                <a:gd name="connsiteY10" fmla="*/ 9696 h 19050"/>
                <a:gd name="connsiteX11" fmla="*/ 18107 w 19050"/>
                <a:gd name="connsiteY11" fmla="*/ 9982 h 19050"/>
                <a:gd name="connsiteX12" fmla="*/ 17926 w 19050"/>
                <a:gd name="connsiteY12" fmla="*/ 10077 h 19050"/>
                <a:gd name="connsiteX13" fmla="*/ 17774 w 19050"/>
                <a:gd name="connsiteY13" fmla="*/ 10115 h 19050"/>
                <a:gd name="connsiteX14" fmla="*/ 17688 w 19050"/>
                <a:gd name="connsiteY14" fmla="*/ 10144 h 19050"/>
                <a:gd name="connsiteX15" fmla="*/ 17678 w 19050"/>
                <a:gd name="connsiteY15" fmla="*/ 10144 h 19050"/>
                <a:gd name="connsiteX16" fmla="*/ 17640 w 19050"/>
                <a:gd name="connsiteY16" fmla="*/ 10153 h 19050"/>
                <a:gd name="connsiteX17" fmla="*/ 17507 w 19050"/>
                <a:gd name="connsiteY17" fmla="*/ 10173 h 19050"/>
                <a:gd name="connsiteX18" fmla="*/ 17393 w 19050"/>
                <a:gd name="connsiteY18" fmla="*/ 10192 h 19050"/>
                <a:gd name="connsiteX19" fmla="*/ 17259 w 19050"/>
                <a:gd name="connsiteY19" fmla="*/ 10201 h 19050"/>
                <a:gd name="connsiteX20" fmla="*/ 17212 w 19050"/>
                <a:gd name="connsiteY20" fmla="*/ 10201 h 19050"/>
                <a:gd name="connsiteX21" fmla="*/ 17212 w 19050"/>
                <a:gd name="connsiteY21" fmla="*/ 10201 h 19050"/>
                <a:gd name="connsiteX22" fmla="*/ 17136 w 19050"/>
                <a:gd name="connsiteY22" fmla="*/ 10201 h 19050"/>
                <a:gd name="connsiteX23" fmla="*/ 16993 w 19050"/>
                <a:gd name="connsiteY23" fmla="*/ 10182 h 19050"/>
                <a:gd name="connsiteX24" fmla="*/ 16840 w 19050"/>
                <a:gd name="connsiteY24" fmla="*/ 10173 h 19050"/>
                <a:gd name="connsiteX25" fmla="*/ 16764 w 19050"/>
                <a:gd name="connsiteY25" fmla="*/ 10153 h 19050"/>
                <a:gd name="connsiteX26" fmla="*/ 16707 w 19050"/>
                <a:gd name="connsiteY26" fmla="*/ 10144 h 19050"/>
                <a:gd name="connsiteX27" fmla="*/ 16602 w 19050"/>
                <a:gd name="connsiteY27" fmla="*/ 10106 h 19050"/>
                <a:gd name="connsiteX28" fmla="*/ 16335 w 19050"/>
                <a:gd name="connsiteY28" fmla="*/ 9982 h 19050"/>
                <a:gd name="connsiteX29" fmla="*/ 11659 w 19050"/>
                <a:gd name="connsiteY29" fmla="*/ 7144 h 19050"/>
                <a:gd name="connsiteX30" fmla="*/ 11621 w 19050"/>
                <a:gd name="connsiteY30" fmla="*/ 8296 h 19050"/>
                <a:gd name="connsiteX31" fmla="*/ 11230 w 19050"/>
                <a:gd name="connsiteY31" fmla="*/ 8820 h 19050"/>
                <a:gd name="connsiteX32" fmla="*/ 7144 w 19050"/>
                <a:gd name="connsiteY32" fmla="*/ 11192 h 19050"/>
                <a:gd name="connsiteX33" fmla="*/ 7353 w 19050"/>
                <a:gd name="connsiteY33" fmla="*/ 11392 h 19050"/>
                <a:gd name="connsiteX34" fmla="*/ 13202 w 19050"/>
                <a:gd name="connsiteY34" fmla="*/ 14935 h 19050"/>
                <a:gd name="connsiteX35" fmla="*/ 13583 w 19050"/>
                <a:gd name="connsiteY35" fmla="*/ 15087 h 19050"/>
                <a:gd name="connsiteX36" fmla="*/ 13630 w 19050"/>
                <a:gd name="connsiteY36" fmla="*/ 15107 h 19050"/>
                <a:gd name="connsiteX37" fmla="*/ 14059 w 19050"/>
                <a:gd name="connsiteY37" fmla="*/ 15154 h 19050"/>
                <a:gd name="connsiteX38" fmla="*/ 14078 w 19050"/>
                <a:gd name="connsiteY38" fmla="*/ 15154 h 19050"/>
                <a:gd name="connsiteX39" fmla="*/ 14526 w 19050"/>
                <a:gd name="connsiteY39" fmla="*/ 15087 h 19050"/>
                <a:gd name="connsiteX40" fmla="*/ 14535 w 19050"/>
                <a:gd name="connsiteY40" fmla="*/ 15087 h 19050"/>
                <a:gd name="connsiteX41" fmla="*/ 14945 w 19050"/>
                <a:gd name="connsiteY41" fmla="*/ 14935 h 19050"/>
                <a:gd name="connsiteX42" fmla="*/ 19660 w 19050"/>
                <a:gd name="connsiteY42" fmla="*/ 12211 h 19050"/>
                <a:gd name="connsiteX43" fmla="*/ 19803 w 19050"/>
                <a:gd name="connsiteY43" fmla="*/ 12077 h 19050"/>
                <a:gd name="connsiteX44" fmla="*/ 18860 w 19050"/>
                <a:gd name="connsiteY44" fmla="*/ 11497 h 19050"/>
                <a:gd name="connsiteX45" fmla="*/ 18888 w 19050"/>
                <a:gd name="connsiteY45" fmla="*/ 11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8888" y="11516"/>
                  </a:moveTo>
                  <a:cubicBezTo>
                    <a:pt x="18822" y="11487"/>
                    <a:pt x="18774" y="11439"/>
                    <a:pt x="18736" y="11401"/>
                  </a:cubicBezTo>
                  <a:cubicBezTo>
                    <a:pt x="18707" y="11363"/>
                    <a:pt x="18679" y="11335"/>
                    <a:pt x="18660" y="11306"/>
                  </a:cubicBezTo>
                  <a:cubicBezTo>
                    <a:pt x="18660" y="11306"/>
                    <a:pt x="18650" y="11287"/>
                    <a:pt x="18631" y="11287"/>
                  </a:cubicBezTo>
                  <a:lnTo>
                    <a:pt x="18631" y="11268"/>
                  </a:lnTo>
                  <a:cubicBezTo>
                    <a:pt x="18631" y="11268"/>
                    <a:pt x="18621" y="11239"/>
                    <a:pt x="18602" y="11230"/>
                  </a:cubicBezTo>
                  <a:cubicBezTo>
                    <a:pt x="18593" y="11211"/>
                    <a:pt x="18583" y="11182"/>
                    <a:pt x="18574" y="11154"/>
                  </a:cubicBezTo>
                  <a:cubicBezTo>
                    <a:pt x="18564" y="11134"/>
                    <a:pt x="18555" y="11049"/>
                    <a:pt x="18555" y="11049"/>
                  </a:cubicBezTo>
                  <a:lnTo>
                    <a:pt x="18555" y="11011"/>
                  </a:lnTo>
                  <a:lnTo>
                    <a:pt x="18555" y="11001"/>
                  </a:lnTo>
                  <a:lnTo>
                    <a:pt x="18593" y="9696"/>
                  </a:lnTo>
                  <a:lnTo>
                    <a:pt x="18107" y="9982"/>
                  </a:lnTo>
                  <a:cubicBezTo>
                    <a:pt x="18040" y="10011"/>
                    <a:pt x="17983" y="10049"/>
                    <a:pt x="17926" y="10077"/>
                  </a:cubicBezTo>
                  <a:cubicBezTo>
                    <a:pt x="17869" y="10087"/>
                    <a:pt x="17821" y="10106"/>
                    <a:pt x="17774" y="10115"/>
                  </a:cubicBezTo>
                  <a:cubicBezTo>
                    <a:pt x="17745" y="10125"/>
                    <a:pt x="17716" y="10144"/>
                    <a:pt x="17688" y="10144"/>
                  </a:cubicBezTo>
                  <a:lnTo>
                    <a:pt x="17678" y="10144"/>
                  </a:lnTo>
                  <a:cubicBezTo>
                    <a:pt x="17659" y="10153"/>
                    <a:pt x="17650" y="10153"/>
                    <a:pt x="17640" y="10153"/>
                  </a:cubicBezTo>
                  <a:cubicBezTo>
                    <a:pt x="17593" y="10163"/>
                    <a:pt x="17554" y="10173"/>
                    <a:pt x="17507" y="10173"/>
                  </a:cubicBezTo>
                  <a:cubicBezTo>
                    <a:pt x="17469" y="10182"/>
                    <a:pt x="17421" y="10182"/>
                    <a:pt x="17393" y="10192"/>
                  </a:cubicBezTo>
                  <a:cubicBezTo>
                    <a:pt x="17336" y="10192"/>
                    <a:pt x="17307" y="10201"/>
                    <a:pt x="17259" y="10201"/>
                  </a:cubicBezTo>
                  <a:cubicBezTo>
                    <a:pt x="17250" y="10201"/>
                    <a:pt x="17231" y="10201"/>
                    <a:pt x="17212" y="10201"/>
                  </a:cubicBezTo>
                  <a:lnTo>
                    <a:pt x="17212" y="10201"/>
                  </a:lnTo>
                  <a:cubicBezTo>
                    <a:pt x="17183" y="10201"/>
                    <a:pt x="17164" y="10201"/>
                    <a:pt x="17136" y="10201"/>
                  </a:cubicBezTo>
                  <a:cubicBezTo>
                    <a:pt x="17088" y="10201"/>
                    <a:pt x="17050" y="10192"/>
                    <a:pt x="16993" y="10182"/>
                  </a:cubicBezTo>
                  <a:cubicBezTo>
                    <a:pt x="16954" y="10182"/>
                    <a:pt x="16888" y="10173"/>
                    <a:pt x="16840" y="10173"/>
                  </a:cubicBezTo>
                  <a:cubicBezTo>
                    <a:pt x="16821" y="10163"/>
                    <a:pt x="16793" y="10153"/>
                    <a:pt x="16764" y="10153"/>
                  </a:cubicBezTo>
                  <a:cubicBezTo>
                    <a:pt x="16755" y="10144"/>
                    <a:pt x="16735" y="10144"/>
                    <a:pt x="16707" y="10144"/>
                  </a:cubicBezTo>
                  <a:cubicBezTo>
                    <a:pt x="16678" y="10115"/>
                    <a:pt x="16640" y="10115"/>
                    <a:pt x="16602" y="10106"/>
                  </a:cubicBezTo>
                  <a:cubicBezTo>
                    <a:pt x="16497" y="10077"/>
                    <a:pt x="16421" y="10030"/>
                    <a:pt x="16335" y="9982"/>
                  </a:cubicBezTo>
                  <a:lnTo>
                    <a:pt x="11659" y="7144"/>
                  </a:lnTo>
                  <a:lnTo>
                    <a:pt x="11621" y="8296"/>
                  </a:lnTo>
                  <a:cubicBezTo>
                    <a:pt x="11611" y="8496"/>
                    <a:pt x="11477" y="8668"/>
                    <a:pt x="11230" y="8820"/>
                  </a:cubicBezTo>
                  <a:lnTo>
                    <a:pt x="7144" y="11192"/>
                  </a:lnTo>
                  <a:cubicBezTo>
                    <a:pt x="7201" y="11258"/>
                    <a:pt x="7268" y="11335"/>
                    <a:pt x="7353" y="11392"/>
                  </a:cubicBezTo>
                  <a:lnTo>
                    <a:pt x="13202" y="14935"/>
                  </a:lnTo>
                  <a:cubicBezTo>
                    <a:pt x="13316" y="14992"/>
                    <a:pt x="13440" y="15040"/>
                    <a:pt x="13583" y="15087"/>
                  </a:cubicBezTo>
                  <a:cubicBezTo>
                    <a:pt x="13592" y="15087"/>
                    <a:pt x="13611" y="15087"/>
                    <a:pt x="13630" y="15107"/>
                  </a:cubicBezTo>
                  <a:cubicBezTo>
                    <a:pt x="13773" y="15126"/>
                    <a:pt x="13906" y="15154"/>
                    <a:pt x="14059" y="15154"/>
                  </a:cubicBezTo>
                  <a:lnTo>
                    <a:pt x="14078" y="15154"/>
                  </a:lnTo>
                  <a:cubicBezTo>
                    <a:pt x="14230" y="15145"/>
                    <a:pt x="14383" y="15126"/>
                    <a:pt x="14526" y="15087"/>
                  </a:cubicBezTo>
                  <a:lnTo>
                    <a:pt x="14535" y="15087"/>
                  </a:lnTo>
                  <a:cubicBezTo>
                    <a:pt x="14697" y="15049"/>
                    <a:pt x="14830" y="14992"/>
                    <a:pt x="14945" y="14935"/>
                  </a:cubicBezTo>
                  <a:lnTo>
                    <a:pt x="19660" y="12211"/>
                  </a:lnTo>
                  <a:cubicBezTo>
                    <a:pt x="19726" y="12163"/>
                    <a:pt x="19755" y="12116"/>
                    <a:pt x="19803" y="12077"/>
                  </a:cubicBezTo>
                  <a:lnTo>
                    <a:pt x="18860" y="11497"/>
                  </a:lnTo>
                  <a:cubicBezTo>
                    <a:pt x="18907" y="11525"/>
                    <a:pt x="18888" y="11525"/>
                    <a:pt x="18888" y="11516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A9A165D-3D5C-4E64-BC5F-9CFF78A29189}"/>
                </a:ext>
              </a:extLst>
            </p:cNvPr>
            <p:cNvSpPr/>
            <p:nvPr/>
          </p:nvSpPr>
          <p:spPr>
            <a:xfrm>
              <a:off x="5105439" y="5338606"/>
              <a:ext cx="19050" cy="19050"/>
            </a:xfrm>
            <a:custGeom>
              <a:avLst/>
              <a:gdLst>
                <a:gd name="connsiteX0" fmla="*/ 18888 w 19050"/>
                <a:gd name="connsiteY0" fmla="*/ 11506 h 19050"/>
                <a:gd name="connsiteX1" fmla="*/ 18726 w 19050"/>
                <a:gd name="connsiteY1" fmla="*/ 11373 h 19050"/>
                <a:gd name="connsiteX2" fmla="*/ 18659 w 19050"/>
                <a:gd name="connsiteY2" fmla="*/ 11306 h 19050"/>
                <a:gd name="connsiteX3" fmla="*/ 18631 w 19050"/>
                <a:gd name="connsiteY3" fmla="*/ 11258 h 19050"/>
                <a:gd name="connsiteX4" fmla="*/ 18631 w 19050"/>
                <a:gd name="connsiteY4" fmla="*/ 11258 h 19050"/>
                <a:gd name="connsiteX5" fmla="*/ 18602 w 19050"/>
                <a:gd name="connsiteY5" fmla="*/ 11211 h 19050"/>
                <a:gd name="connsiteX6" fmla="*/ 18574 w 19050"/>
                <a:gd name="connsiteY6" fmla="*/ 11144 h 19050"/>
                <a:gd name="connsiteX7" fmla="*/ 18555 w 19050"/>
                <a:gd name="connsiteY7" fmla="*/ 11087 h 19050"/>
                <a:gd name="connsiteX8" fmla="*/ 18555 w 19050"/>
                <a:gd name="connsiteY8" fmla="*/ 10992 h 19050"/>
                <a:gd name="connsiteX9" fmla="*/ 18602 w 19050"/>
                <a:gd name="connsiteY9" fmla="*/ 9687 h 19050"/>
                <a:gd name="connsiteX10" fmla="*/ 18097 w 19050"/>
                <a:gd name="connsiteY10" fmla="*/ 9963 h 19050"/>
                <a:gd name="connsiteX11" fmla="*/ 17926 w 19050"/>
                <a:gd name="connsiteY11" fmla="*/ 10058 h 19050"/>
                <a:gd name="connsiteX12" fmla="*/ 17764 w 19050"/>
                <a:gd name="connsiteY12" fmla="*/ 10106 h 19050"/>
                <a:gd name="connsiteX13" fmla="*/ 17688 w 19050"/>
                <a:gd name="connsiteY13" fmla="*/ 10125 h 19050"/>
                <a:gd name="connsiteX14" fmla="*/ 17669 w 19050"/>
                <a:gd name="connsiteY14" fmla="*/ 10125 h 19050"/>
                <a:gd name="connsiteX15" fmla="*/ 17640 w 19050"/>
                <a:gd name="connsiteY15" fmla="*/ 10135 h 19050"/>
                <a:gd name="connsiteX16" fmla="*/ 17516 w 19050"/>
                <a:gd name="connsiteY16" fmla="*/ 10153 h 19050"/>
                <a:gd name="connsiteX17" fmla="*/ 17393 w 19050"/>
                <a:gd name="connsiteY17" fmla="*/ 10173 h 19050"/>
                <a:gd name="connsiteX18" fmla="*/ 17259 w 19050"/>
                <a:gd name="connsiteY18" fmla="*/ 10173 h 19050"/>
                <a:gd name="connsiteX19" fmla="*/ 17211 w 19050"/>
                <a:gd name="connsiteY19" fmla="*/ 10173 h 19050"/>
                <a:gd name="connsiteX20" fmla="*/ 17193 w 19050"/>
                <a:gd name="connsiteY20" fmla="*/ 10173 h 19050"/>
                <a:gd name="connsiteX21" fmla="*/ 17135 w 19050"/>
                <a:gd name="connsiteY21" fmla="*/ 10173 h 19050"/>
                <a:gd name="connsiteX22" fmla="*/ 17002 w 19050"/>
                <a:gd name="connsiteY22" fmla="*/ 10173 h 19050"/>
                <a:gd name="connsiteX23" fmla="*/ 16811 w 19050"/>
                <a:gd name="connsiteY23" fmla="*/ 10144 h 19050"/>
                <a:gd name="connsiteX24" fmla="*/ 16745 w 19050"/>
                <a:gd name="connsiteY24" fmla="*/ 10125 h 19050"/>
                <a:gd name="connsiteX25" fmla="*/ 16707 w 19050"/>
                <a:gd name="connsiteY25" fmla="*/ 10115 h 19050"/>
                <a:gd name="connsiteX26" fmla="*/ 16593 w 19050"/>
                <a:gd name="connsiteY26" fmla="*/ 10087 h 19050"/>
                <a:gd name="connsiteX27" fmla="*/ 16335 w 19050"/>
                <a:gd name="connsiteY27" fmla="*/ 9953 h 19050"/>
                <a:gd name="connsiteX28" fmla="*/ 11659 w 19050"/>
                <a:gd name="connsiteY28" fmla="*/ 7144 h 19050"/>
                <a:gd name="connsiteX29" fmla="*/ 11611 w 19050"/>
                <a:gd name="connsiteY29" fmla="*/ 8287 h 19050"/>
                <a:gd name="connsiteX30" fmla="*/ 11230 w 19050"/>
                <a:gd name="connsiteY30" fmla="*/ 8820 h 19050"/>
                <a:gd name="connsiteX31" fmla="*/ 7144 w 19050"/>
                <a:gd name="connsiteY31" fmla="*/ 11173 h 19050"/>
                <a:gd name="connsiteX32" fmla="*/ 7353 w 19050"/>
                <a:gd name="connsiteY32" fmla="*/ 11373 h 19050"/>
                <a:gd name="connsiteX33" fmla="*/ 13192 w 19050"/>
                <a:gd name="connsiteY33" fmla="*/ 14907 h 19050"/>
                <a:gd name="connsiteX34" fmla="*/ 13573 w 19050"/>
                <a:gd name="connsiteY34" fmla="*/ 15059 h 19050"/>
                <a:gd name="connsiteX35" fmla="*/ 13611 w 19050"/>
                <a:gd name="connsiteY35" fmla="*/ 15069 h 19050"/>
                <a:gd name="connsiteX36" fmla="*/ 14049 w 19050"/>
                <a:gd name="connsiteY36" fmla="*/ 15126 h 19050"/>
                <a:gd name="connsiteX37" fmla="*/ 14068 w 19050"/>
                <a:gd name="connsiteY37" fmla="*/ 15126 h 19050"/>
                <a:gd name="connsiteX38" fmla="*/ 14526 w 19050"/>
                <a:gd name="connsiteY38" fmla="*/ 15069 h 19050"/>
                <a:gd name="connsiteX39" fmla="*/ 14535 w 19050"/>
                <a:gd name="connsiteY39" fmla="*/ 15069 h 19050"/>
                <a:gd name="connsiteX40" fmla="*/ 14945 w 19050"/>
                <a:gd name="connsiteY40" fmla="*/ 14907 h 19050"/>
                <a:gd name="connsiteX41" fmla="*/ 19640 w 19050"/>
                <a:gd name="connsiteY41" fmla="*/ 12182 h 19050"/>
                <a:gd name="connsiteX42" fmla="*/ 19793 w 19050"/>
                <a:gd name="connsiteY42" fmla="*/ 12049 h 19050"/>
                <a:gd name="connsiteX43" fmla="*/ 18888 w 19050"/>
                <a:gd name="connsiteY43" fmla="*/ 11506 h 19050"/>
                <a:gd name="connsiteX44" fmla="*/ 18888 w 19050"/>
                <a:gd name="connsiteY44" fmla="*/ 115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8888" y="11506"/>
                  </a:moveTo>
                  <a:cubicBezTo>
                    <a:pt x="18821" y="11459"/>
                    <a:pt x="18774" y="11430"/>
                    <a:pt x="18726" y="11373"/>
                  </a:cubicBezTo>
                  <a:cubicBezTo>
                    <a:pt x="18697" y="11354"/>
                    <a:pt x="18669" y="11325"/>
                    <a:pt x="18659" y="11306"/>
                  </a:cubicBezTo>
                  <a:cubicBezTo>
                    <a:pt x="18650" y="11287"/>
                    <a:pt x="18631" y="11258"/>
                    <a:pt x="18631" y="11258"/>
                  </a:cubicBezTo>
                  <a:lnTo>
                    <a:pt x="18631" y="11258"/>
                  </a:lnTo>
                  <a:cubicBezTo>
                    <a:pt x="18621" y="11239"/>
                    <a:pt x="18612" y="11230"/>
                    <a:pt x="18602" y="11211"/>
                  </a:cubicBezTo>
                  <a:cubicBezTo>
                    <a:pt x="18593" y="11192"/>
                    <a:pt x="18574" y="11173"/>
                    <a:pt x="18574" y="11144"/>
                  </a:cubicBezTo>
                  <a:cubicBezTo>
                    <a:pt x="18564" y="11125"/>
                    <a:pt x="18555" y="11087"/>
                    <a:pt x="18555" y="11087"/>
                  </a:cubicBezTo>
                  <a:lnTo>
                    <a:pt x="18555" y="10992"/>
                  </a:lnTo>
                  <a:lnTo>
                    <a:pt x="18602" y="9687"/>
                  </a:lnTo>
                  <a:lnTo>
                    <a:pt x="18097" y="9963"/>
                  </a:lnTo>
                  <a:cubicBezTo>
                    <a:pt x="18050" y="9992"/>
                    <a:pt x="17983" y="10039"/>
                    <a:pt x="17926" y="10058"/>
                  </a:cubicBezTo>
                  <a:cubicBezTo>
                    <a:pt x="17878" y="10077"/>
                    <a:pt x="17821" y="10096"/>
                    <a:pt x="17764" y="10106"/>
                  </a:cubicBezTo>
                  <a:cubicBezTo>
                    <a:pt x="17736" y="10115"/>
                    <a:pt x="17716" y="10115"/>
                    <a:pt x="17688" y="10125"/>
                  </a:cubicBezTo>
                  <a:lnTo>
                    <a:pt x="17669" y="10125"/>
                  </a:lnTo>
                  <a:cubicBezTo>
                    <a:pt x="17650" y="10125"/>
                    <a:pt x="17650" y="10135"/>
                    <a:pt x="17640" y="10135"/>
                  </a:cubicBezTo>
                  <a:cubicBezTo>
                    <a:pt x="17593" y="10144"/>
                    <a:pt x="17545" y="10153"/>
                    <a:pt x="17516" y="10153"/>
                  </a:cubicBezTo>
                  <a:cubicBezTo>
                    <a:pt x="17459" y="10163"/>
                    <a:pt x="17431" y="10173"/>
                    <a:pt x="17393" y="10173"/>
                  </a:cubicBezTo>
                  <a:cubicBezTo>
                    <a:pt x="17345" y="10173"/>
                    <a:pt x="17307" y="10173"/>
                    <a:pt x="17259" y="10173"/>
                  </a:cubicBezTo>
                  <a:cubicBezTo>
                    <a:pt x="17240" y="10173"/>
                    <a:pt x="17231" y="10173"/>
                    <a:pt x="17211" y="10173"/>
                  </a:cubicBezTo>
                  <a:lnTo>
                    <a:pt x="17193" y="10173"/>
                  </a:lnTo>
                  <a:cubicBezTo>
                    <a:pt x="17173" y="10173"/>
                    <a:pt x="17135" y="10173"/>
                    <a:pt x="17135" y="10173"/>
                  </a:cubicBezTo>
                  <a:cubicBezTo>
                    <a:pt x="17088" y="10173"/>
                    <a:pt x="17040" y="10173"/>
                    <a:pt x="17002" y="10173"/>
                  </a:cubicBezTo>
                  <a:cubicBezTo>
                    <a:pt x="16935" y="10163"/>
                    <a:pt x="16888" y="10153"/>
                    <a:pt x="16811" y="10144"/>
                  </a:cubicBezTo>
                  <a:cubicBezTo>
                    <a:pt x="16811" y="10144"/>
                    <a:pt x="16783" y="10135"/>
                    <a:pt x="16745" y="10125"/>
                  </a:cubicBezTo>
                  <a:cubicBezTo>
                    <a:pt x="16745" y="10125"/>
                    <a:pt x="16716" y="10125"/>
                    <a:pt x="16707" y="10115"/>
                  </a:cubicBezTo>
                  <a:cubicBezTo>
                    <a:pt x="16659" y="10106"/>
                    <a:pt x="16631" y="10096"/>
                    <a:pt x="16593" y="10087"/>
                  </a:cubicBezTo>
                  <a:cubicBezTo>
                    <a:pt x="16488" y="10058"/>
                    <a:pt x="16392" y="10001"/>
                    <a:pt x="16335" y="9953"/>
                  </a:cubicBezTo>
                  <a:lnTo>
                    <a:pt x="11659" y="7144"/>
                  </a:lnTo>
                  <a:lnTo>
                    <a:pt x="11611" y="8287"/>
                  </a:lnTo>
                  <a:cubicBezTo>
                    <a:pt x="11611" y="8477"/>
                    <a:pt x="11477" y="8667"/>
                    <a:pt x="11230" y="8820"/>
                  </a:cubicBezTo>
                  <a:lnTo>
                    <a:pt x="7144" y="11173"/>
                  </a:lnTo>
                  <a:cubicBezTo>
                    <a:pt x="7201" y="11249"/>
                    <a:pt x="7268" y="11325"/>
                    <a:pt x="7353" y="11373"/>
                  </a:cubicBezTo>
                  <a:lnTo>
                    <a:pt x="13192" y="14907"/>
                  </a:lnTo>
                  <a:cubicBezTo>
                    <a:pt x="13297" y="14983"/>
                    <a:pt x="13430" y="15030"/>
                    <a:pt x="13573" y="15059"/>
                  </a:cubicBezTo>
                  <a:cubicBezTo>
                    <a:pt x="13583" y="15069"/>
                    <a:pt x="13601" y="15069"/>
                    <a:pt x="13611" y="15069"/>
                  </a:cubicBezTo>
                  <a:cubicBezTo>
                    <a:pt x="13763" y="15107"/>
                    <a:pt x="13906" y="15126"/>
                    <a:pt x="14049" y="15126"/>
                  </a:cubicBezTo>
                  <a:lnTo>
                    <a:pt x="14068" y="15126"/>
                  </a:lnTo>
                  <a:cubicBezTo>
                    <a:pt x="14221" y="15126"/>
                    <a:pt x="14373" y="15107"/>
                    <a:pt x="14526" y="15069"/>
                  </a:cubicBezTo>
                  <a:lnTo>
                    <a:pt x="14535" y="15069"/>
                  </a:lnTo>
                  <a:cubicBezTo>
                    <a:pt x="14678" y="15030"/>
                    <a:pt x="14811" y="14983"/>
                    <a:pt x="14945" y="14907"/>
                  </a:cubicBezTo>
                  <a:lnTo>
                    <a:pt x="19640" y="12182"/>
                  </a:lnTo>
                  <a:cubicBezTo>
                    <a:pt x="19707" y="12154"/>
                    <a:pt x="19745" y="12097"/>
                    <a:pt x="19793" y="12049"/>
                  </a:cubicBezTo>
                  <a:lnTo>
                    <a:pt x="18888" y="11506"/>
                  </a:lnTo>
                  <a:lnTo>
                    <a:pt x="18888" y="1150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C49A3577-5D5A-4007-BFE6-BAC22866FB13}"/>
                </a:ext>
              </a:extLst>
            </p:cNvPr>
            <p:cNvSpPr/>
            <p:nvPr/>
          </p:nvSpPr>
          <p:spPr>
            <a:xfrm>
              <a:off x="5097057" y="5333520"/>
              <a:ext cx="19050" cy="19050"/>
            </a:xfrm>
            <a:custGeom>
              <a:avLst/>
              <a:gdLst>
                <a:gd name="connsiteX0" fmla="*/ 18888 w 19050"/>
                <a:gd name="connsiteY0" fmla="*/ 11516 h 19050"/>
                <a:gd name="connsiteX1" fmla="*/ 18736 w 19050"/>
                <a:gd name="connsiteY1" fmla="*/ 11382 h 19050"/>
                <a:gd name="connsiteX2" fmla="*/ 18659 w 19050"/>
                <a:gd name="connsiteY2" fmla="*/ 11306 h 19050"/>
                <a:gd name="connsiteX3" fmla="*/ 18650 w 19050"/>
                <a:gd name="connsiteY3" fmla="*/ 11287 h 19050"/>
                <a:gd name="connsiteX4" fmla="*/ 18640 w 19050"/>
                <a:gd name="connsiteY4" fmla="*/ 11278 h 19050"/>
                <a:gd name="connsiteX5" fmla="*/ 18621 w 19050"/>
                <a:gd name="connsiteY5" fmla="*/ 11230 h 19050"/>
                <a:gd name="connsiteX6" fmla="*/ 18583 w 19050"/>
                <a:gd name="connsiteY6" fmla="*/ 11154 h 19050"/>
                <a:gd name="connsiteX7" fmla="*/ 18574 w 19050"/>
                <a:gd name="connsiteY7" fmla="*/ 11087 h 19050"/>
                <a:gd name="connsiteX8" fmla="*/ 18564 w 19050"/>
                <a:gd name="connsiteY8" fmla="*/ 11011 h 19050"/>
                <a:gd name="connsiteX9" fmla="*/ 18564 w 19050"/>
                <a:gd name="connsiteY9" fmla="*/ 11001 h 19050"/>
                <a:gd name="connsiteX10" fmla="*/ 18602 w 19050"/>
                <a:gd name="connsiteY10" fmla="*/ 9696 h 19050"/>
                <a:gd name="connsiteX11" fmla="*/ 18117 w 19050"/>
                <a:gd name="connsiteY11" fmla="*/ 9973 h 19050"/>
                <a:gd name="connsiteX12" fmla="*/ 17926 w 19050"/>
                <a:gd name="connsiteY12" fmla="*/ 10068 h 19050"/>
                <a:gd name="connsiteX13" fmla="*/ 17774 w 19050"/>
                <a:gd name="connsiteY13" fmla="*/ 10115 h 19050"/>
                <a:gd name="connsiteX14" fmla="*/ 17697 w 19050"/>
                <a:gd name="connsiteY14" fmla="*/ 10135 h 19050"/>
                <a:gd name="connsiteX15" fmla="*/ 17688 w 19050"/>
                <a:gd name="connsiteY15" fmla="*/ 10135 h 19050"/>
                <a:gd name="connsiteX16" fmla="*/ 17650 w 19050"/>
                <a:gd name="connsiteY16" fmla="*/ 10144 h 19050"/>
                <a:gd name="connsiteX17" fmla="*/ 17526 w 19050"/>
                <a:gd name="connsiteY17" fmla="*/ 10182 h 19050"/>
                <a:gd name="connsiteX18" fmla="*/ 17402 w 19050"/>
                <a:gd name="connsiteY18" fmla="*/ 10201 h 19050"/>
                <a:gd name="connsiteX19" fmla="*/ 17269 w 19050"/>
                <a:gd name="connsiteY19" fmla="*/ 10201 h 19050"/>
                <a:gd name="connsiteX20" fmla="*/ 17221 w 19050"/>
                <a:gd name="connsiteY20" fmla="*/ 10201 h 19050"/>
                <a:gd name="connsiteX21" fmla="*/ 17212 w 19050"/>
                <a:gd name="connsiteY21" fmla="*/ 10201 h 19050"/>
                <a:gd name="connsiteX22" fmla="*/ 17145 w 19050"/>
                <a:gd name="connsiteY22" fmla="*/ 10201 h 19050"/>
                <a:gd name="connsiteX23" fmla="*/ 17002 w 19050"/>
                <a:gd name="connsiteY23" fmla="*/ 10201 h 19050"/>
                <a:gd name="connsiteX24" fmla="*/ 16850 w 19050"/>
                <a:gd name="connsiteY24" fmla="*/ 10163 h 19050"/>
                <a:gd name="connsiteX25" fmla="*/ 16755 w 19050"/>
                <a:gd name="connsiteY25" fmla="*/ 10135 h 19050"/>
                <a:gd name="connsiteX26" fmla="*/ 16716 w 19050"/>
                <a:gd name="connsiteY26" fmla="*/ 10125 h 19050"/>
                <a:gd name="connsiteX27" fmla="*/ 16611 w 19050"/>
                <a:gd name="connsiteY27" fmla="*/ 10096 h 19050"/>
                <a:gd name="connsiteX28" fmla="*/ 16345 w 19050"/>
                <a:gd name="connsiteY28" fmla="*/ 9982 h 19050"/>
                <a:gd name="connsiteX29" fmla="*/ 11668 w 19050"/>
                <a:gd name="connsiteY29" fmla="*/ 7144 h 19050"/>
                <a:gd name="connsiteX30" fmla="*/ 11630 w 19050"/>
                <a:gd name="connsiteY30" fmla="*/ 8287 h 19050"/>
                <a:gd name="connsiteX31" fmla="*/ 11239 w 19050"/>
                <a:gd name="connsiteY31" fmla="*/ 8820 h 19050"/>
                <a:gd name="connsiteX32" fmla="*/ 7144 w 19050"/>
                <a:gd name="connsiteY32" fmla="*/ 11192 h 19050"/>
                <a:gd name="connsiteX33" fmla="*/ 7363 w 19050"/>
                <a:gd name="connsiteY33" fmla="*/ 11392 h 19050"/>
                <a:gd name="connsiteX34" fmla="*/ 13211 w 19050"/>
                <a:gd name="connsiteY34" fmla="*/ 14926 h 19050"/>
                <a:gd name="connsiteX35" fmla="*/ 13573 w 19050"/>
                <a:gd name="connsiteY35" fmla="*/ 15068 h 19050"/>
                <a:gd name="connsiteX36" fmla="*/ 13640 w 19050"/>
                <a:gd name="connsiteY36" fmla="*/ 15097 h 19050"/>
                <a:gd name="connsiteX37" fmla="*/ 14068 w 19050"/>
                <a:gd name="connsiteY37" fmla="*/ 15145 h 19050"/>
                <a:gd name="connsiteX38" fmla="*/ 14088 w 19050"/>
                <a:gd name="connsiteY38" fmla="*/ 15145 h 19050"/>
                <a:gd name="connsiteX39" fmla="*/ 14535 w 19050"/>
                <a:gd name="connsiteY39" fmla="*/ 15078 h 19050"/>
                <a:gd name="connsiteX40" fmla="*/ 14554 w 19050"/>
                <a:gd name="connsiteY40" fmla="*/ 15078 h 19050"/>
                <a:gd name="connsiteX41" fmla="*/ 14964 w 19050"/>
                <a:gd name="connsiteY41" fmla="*/ 14926 h 19050"/>
                <a:gd name="connsiteX42" fmla="*/ 19669 w 19050"/>
                <a:gd name="connsiteY42" fmla="*/ 12192 h 19050"/>
                <a:gd name="connsiteX43" fmla="*/ 19812 w 19050"/>
                <a:gd name="connsiteY43" fmla="*/ 12068 h 19050"/>
                <a:gd name="connsiteX44" fmla="*/ 18860 w 19050"/>
                <a:gd name="connsiteY44" fmla="*/ 11496 h 19050"/>
                <a:gd name="connsiteX45" fmla="*/ 18888 w 19050"/>
                <a:gd name="connsiteY45" fmla="*/ 11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8888" y="11516"/>
                  </a:moveTo>
                  <a:cubicBezTo>
                    <a:pt x="18831" y="11477"/>
                    <a:pt x="18783" y="11430"/>
                    <a:pt x="18736" y="11382"/>
                  </a:cubicBezTo>
                  <a:cubicBezTo>
                    <a:pt x="18707" y="11363"/>
                    <a:pt x="18679" y="11334"/>
                    <a:pt x="18659" y="11306"/>
                  </a:cubicBezTo>
                  <a:lnTo>
                    <a:pt x="18650" y="11287"/>
                  </a:lnTo>
                  <a:lnTo>
                    <a:pt x="18640" y="11278"/>
                  </a:lnTo>
                  <a:cubicBezTo>
                    <a:pt x="18621" y="11258"/>
                    <a:pt x="18621" y="11239"/>
                    <a:pt x="18621" y="11230"/>
                  </a:cubicBezTo>
                  <a:cubicBezTo>
                    <a:pt x="18602" y="11211"/>
                    <a:pt x="18593" y="11173"/>
                    <a:pt x="18583" y="11154"/>
                  </a:cubicBezTo>
                  <a:cubicBezTo>
                    <a:pt x="18574" y="11134"/>
                    <a:pt x="18574" y="11087"/>
                    <a:pt x="18574" y="11087"/>
                  </a:cubicBezTo>
                  <a:lnTo>
                    <a:pt x="18564" y="11011"/>
                  </a:lnTo>
                  <a:lnTo>
                    <a:pt x="18564" y="11001"/>
                  </a:lnTo>
                  <a:lnTo>
                    <a:pt x="18602" y="9696"/>
                  </a:lnTo>
                  <a:lnTo>
                    <a:pt x="18117" y="9973"/>
                  </a:lnTo>
                  <a:cubicBezTo>
                    <a:pt x="18059" y="10020"/>
                    <a:pt x="18002" y="10039"/>
                    <a:pt x="17926" y="10068"/>
                  </a:cubicBezTo>
                  <a:cubicBezTo>
                    <a:pt x="17878" y="10087"/>
                    <a:pt x="17821" y="10096"/>
                    <a:pt x="17774" y="10115"/>
                  </a:cubicBezTo>
                  <a:cubicBezTo>
                    <a:pt x="17754" y="10125"/>
                    <a:pt x="17726" y="10125"/>
                    <a:pt x="17697" y="10135"/>
                  </a:cubicBezTo>
                  <a:lnTo>
                    <a:pt x="17688" y="10135"/>
                  </a:lnTo>
                  <a:cubicBezTo>
                    <a:pt x="17659" y="10144"/>
                    <a:pt x="17659" y="10144"/>
                    <a:pt x="17650" y="10144"/>
                  </a:cubicBezTo>
                  <a:cubicBezTo>
                    <a:pt x="17602" y="10163"/>
                    <a:pt x="17564" y="10173"/>
                    <a:pt x="17526" y="10182"/>
                  </a:cubicBezTo>
                  <a:cubicBezTo>
                    <a:pt x="17469" y="10182"/>
                    <a:pt x="17440" y="10201"/>
                    <a:pt x="17402" y="10201"/>
                  </a:cubicBezTo>
                  <a:cubicBezTo>
                    <a:pt x="17354" y="10201"/>
                    <a:pt x="17316" y="10201"/>
                    <a:pt x="17269" y="10201"/>
                  </a:cubicBezTo>
                  <a:cubicBezTo>
                    <a:pt x="17250" y="10201"/>
                    <a:pt x="17250" y="10201"/>
                    <a:pt x="17221" y="10201"/>
                  </a:cubicBezTo>
                  <a:lnTo>
                    <a:pt x="17212" y="10201"/>
                  </a:lnTo>
                  <a:cubicBezTo>
                    <a:pt x="17183" y="10201"/>
                    <a:pt x="17145" y="10201"/>
                    <a:pt x="17145" y="10201"/>
                  </a:cubicBezTo>
                  <a:cubicBezTo>
                    <a:pt x="17097" y="10201"/>
                    <a:pt x="17050" y="10201"/>
                    <a:pt x="17002" y="10201"/>
                  </a:cubicBezTo>
                  <a:cubicBezTo>
                    <a:pt x="16954" y="10182"/>
                    <a:pt x="16897" y="10182"/>
                    <a:pt x="16850" y="10163"/>
                  </a:cubicBezTo>
                  <a:cubicBezTo>
                    <a:pt x="16831" y="10163"/>
                    <a:pt x="16802" y="10144"/>
                    <a:pt x="16755" y="10135"/>
                  </a:cubicBezTo>
                  <a:cubicBezTo>
                    <a:pt x="16755" y="10135"/>
                    <a:pt x="16735" y="10135"/>
                    <a:pt x="16716" y="10125"/>
                  </a:cubicBezTo>
                  <a:cubicBezTo>
                    <a:pt x="16688" y="10115"/>
                    <a:pt x="16640" y="10115"/>
                    <a:pt x="16611" y="10096"/>
                  </a:cubicBezTo>
                  <a:cubicBezTo>
                    <a:pt x="16516" y="10068"/>
                    <a:pt x="16421" y="10039"/>
                    <a:pt x="16345" y="9982"/>
                  </a:cubicBezTo>
                  <a:lnTo>
                    <a:pt x="11668" y="7144"/>
                  </a:lnTo>
                  <a:lnTo>
                    <a:pt x="11630" y="8287"/>
                  </a:lnTo>
                  <a:cubicBezTo>
                    <a:pt x="11630" y="8487"/>
                    <a:pt x="11477" y="8667"/>
                    <a:pt x="11239" y="8820"/>
                  </a:cubicBezTo>
                  <a:lnTo>
                    <a:pt x="7144" y="11192"/>
                  </a:lnTo>
                  <a:cubicBezTo>
                    <a:pt x="7201" y="11268"/>
                    <a:pt x="7277" y="11334"/>
                    <a:pt x="7363" y="11392"/>
                  </a:cubicBezTo>
                  <a:lnTo>
                    <a:pt x="13211" y="14926"/>
                  </a:lnTo>
                  <a:cubicBezTo>
                    <a:pt x="13316" y="14992"/>
                    <a:pt x="13440" y="15030"/>
                    <a:pt x="13573" y="15068"/>
                  </a:cubicBezTo>
                  <a:cubicBezTo>
                    <a:pt x="13602" y="15068"/>
                    <a:pt x="13621" y="15078"/>
                    <a:pt x="13640" y="15097"/>
                  </a:cubicBezTo>
                  <a:cubicBezTo>
                    <a:pt x="13783" y="15135"/>
                    <a:pt x="13916" y="15145"/>
                    <a:pt x="14068" y="15145"/>
                  </a:cubicBezTo>
                  <a:lnTo>
                    <a:pt x="14088" y="15145"/>
                  </a:lnTo>
                  <a:cubicBezTo>
                    <a:pt x="14240" y="15145"/>
                    <a:pt x="14392" y="15135"/>
                    <a:pt x="14535" y="15078"/>
                  </a:cubicBezTo>
                  <a:lnTo>
                    <a:pt x="14554" y="15078"/>
                  </a:lnTo>
                  <a:cubicBezTo>
                    <a:pt x="14697" y="15040"/>
                    <a:pt x="14840" y="15002"/>
                    <a:pt x="14964" y="14926"/>
                  </a:cubicBezTo>
                  <a:lnTo>
                    <a:pt x="19669" y="12192"/>
                  </a:lnTo>
                  <a:cubicBezTo>
                    <a:pt x="19726" y="12163"/>
                    <a:pt x="19764" y="12116"/>
                    <a:pt x="19812" y="12068"/>
                  </a:cubicBezTo>
                  <a:lnTo>
                    <a:pt x="18860" y="11496"/>
                  </a:lnTo>
                  <a:cubicBezTo>
                    <a:pt x="18907" y="11516"/>
                    <a:pt x="18888" y="11516"/>
                    <a:pt x="18888" y="11516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5133945-20D5-4CBD-A0B2-F61C03979055}"/>
                </a:ext>
              </a:extLst>
            </p:cNvPr>
            <p:cNvSpPr/>
            <p:nvPr/>
          </p:nvSpPr>
          <p:spPr>
            <a:xfrm>
              <a:off x="5088694" y="5328453"/>
              <a:ext cx="19050" cy="19050"/>
            </a:xfrm>
            <a:custGeom>
              <a:avLst/>
              <a:gdLst>
                <a:gd name="connsiteX0" fmla="*/ 18897 w 19050"/>
                <a:gd name="connsiteY0" fmla="*/ 11516 h 19050"/>
                <a:gd name="connsiteX1" fmla="*/ 18735 w 19050"/>
                <a:gd name="connsiteY1" fmla="*/ 11392 h 19050"/>
                <a:gd name="connsiteX2" fmla="*/ 18650 w 19050"/>
                <a:gd name="connsiteY2" fmla="*/ 11306 h 19050"/>
                <a:gd name="connsiteX3" fmla="*/ 18640 w 19050"/>
                <a:gd name="connsiteY3" fmla="*/ 11287 h 19050"/>
                <a:gd name="connsiteX4" fmla="*/ 18640 w 19050"/>
                <a:gd name="connsiteY4" fmla="*/ 11268 h 19050"/>
                <a:gd name="connsiteX5" fmla="*/ 18612 w 19050"/>
                <a:gd name="connsiteY5" fmla="*/ 11230 h 19050"/>
                <a:gd name="connsiteX6" fmla="*/ 18574 w 19050"/>
                <a:gd name="connsiteY6" fmla="*/ 11163 h 19050"/>
                <a:gd name="connsiteX7" fmla="*/ 18564 w 19050"/>
                <a:gd name="connsiteY7" fmla="*/ 11078 h 19050"/>
                <a:gd name="connsiteX8" fmla="*/ 18564 w 19050"/>
                <a:gd name="connsiteY8" fmla="*/ 11011 h 19050"/>
                <a:gd name="connsiteX9" fmla="*/ 18602 w 19050"/>
                <a:gd name="connsiteY9" fmla="*/ 9706 h 19050"/>
                <a:gd name="connsiteX10" fmla="*/ 18107 w 19050"/>
                <a:gd name="connsiteY10" fmla="*/ 9982 h 19050"/>
                <a:gd name="connsiteX11" fmla="*/ 17926 w 19050"/>
                <a:gd name="connsiteY11" fmla="*/ 10077 h 19050"/>
                <a:gd name="connsiteX12" fmla="*/ 17764 w 19050"/>
                <a:gd name="connsiteY12" fmla="*/ 10125 h 19050"/>
                <a:gd name="connsiteX13" fmla="*/ 17688 w 19050"/>
                <a:gd name="connsiteY13" fmla="*/ 10144 h 19050"/>
                <a:gd name="connsiteX14" fmla="*/ 17688 w 19050"/>
                <a:gd name="connsiteY14" fmla="*/ 10144 h 19050"/>
                <a:gd name="connsiteX15" fmla="*/ 17640 w 19050"/>
                <a:gd name="connsiteY15" fmla="*/ 10154 h 19050"/>
                <a:gd name="connsiteX16" fmla="*/ 17516 w 19050"/>
                <a:gd name="connsiteY16" fmla="*/ 10173 h 19050"/>
                <a:gd name="connsiteX17" fmla="*/ 17402 w 19050"/>
                <a:gd name="connsiteY17" fmla="*/ 10182 h 19050"/>
                <a:gd name="connsiteX18" fmla="*/ 17269 w 19050"/>
                <a:gd name="connsiteY18" fmla="*/ 10201 h 19050"/>
                <a:gd name="connsiteX19" fmla="*/ 17211 w 19050"/>
                <a:gd name="connsiteY19" fmla="*/ 10201 h 19050"/>
                <a:gd name="connsiteX20" fmla="*/ 17202 w 19050"/>
                <a:gd name="connsiteY20" fmla="*/ 10201 h 19050"/>
                <a:gd name="connsiteX21" fmla="*/ 17145 w 19050"/>
                <a:gd name="connsiteY21" fmla="*/ 10201 h 19050"/>
                <a:gd name="connsiteX22" fmla="*/ 17002 w 19050"/>
                <a:gd name="connsiteY22" fmla="*/ 10182 h 19050"/>
                <a:gd name="connsiteX23" fmla="*/ 16840 w 19050"/>
                <a:gd name="connsiteY23" fmla="*/ 10163 h 19050"/>
                <a:gd name="connsiteX24" fmla="*/ 16773 w 19050"/>
                <a:gd name="connsiteY24" fmla="*/ 10144 h 19050"/>
                <a:gd name="connsiteX25" fmla="*/ 16707 w 19050"/>
                <a:gd name="connsiteY25" fmla="*/ 10135 h 19050"/>
                <a:gd name="connsiteX26" fmla="*/ 16602 w 19050"/>
                <a:gd name="connsiteY26" fmla="*/ 10116 h 19050"/>
                <a:gd name="connsiteX27" fmla="*/ 16335 w 19050"/>
                <a:gd name="connsiteY27" fmla="*/ 9982 h 19050"/>
                <a:gd name="connsiteX28" fmla="*/ 11668 w 19050"/>
                <a:gd name="connsiteY28" fmla="*/ 7144 h 19050"/>
                <a:gd name="connsiteX29" fmla="*/ 11621 w 19050"/>
                <a:gd name="connsiteY29" fmla="*/ 8296 h 19050"/>
                <a:gd name="connsiteX30" fmla="*/ 11239 w 19050"/>
                <a:gd name="connsiteY30" fmla="*/ 8820 h 19050"/>
                <a:gd name="connsiteX31" fmla="*/ 7144 w 19050"/>
                <a:gd name="connsiteY31" fmla="*/ 11192 h 19050"/>
                <a:gd name="connsiteX32" fmla="*/ 7353 w 19050"/>
                <a:gd name="connsiteY32" fmla="*/ 11392 h 19050"/>
                <a:gd name="connsiteX33" fmla="*/ 13202 w 19050"/>
                <a:gd name="connsiteY33" fmla="*/ 14945 h 19050"/>
                <a:gd name="connsiteX34" fmla="*/ 13583 w 19050"/>
                <a:gd name="connsiteY34" fmla="*/ 15097 h 19050"/>
                <a:gd name="connsiteX35" fmla="*/ 13630 w 19050"/>
                <a:gd name="connsiteY35" fmla="*/ 15097 h 19050"/>
                <a:gd name="connsiteX36" fmla="*/ 14049 w 19050"/>
                <a:gd name="connsiteY36" fmla="*/ 15154 h 19050"/>
                <a:gd name="connsiteX37" fmla="*/ 14078 w 19050"/>
                <a:gd name="connsiteY37" fmla="*/ 15154 h 19050"/>
                <a:gd name="connsiteX38" fmla="*/ 14526 w 19050"/>
                <a:gd name="connsiteY38" fmla="*/ 15097 h 19050"/>
                <a:gd name="connsiteX39" fmla="*/ 14535 w 19050"/>
                <a:gd name="connsiteY39" fmla="*/ 15097 h 19050"/>
                <a:gd name="connsiteX40" fmla="*/ 14945 w 19050"/>
                <a:gd name="connsiteY40" fmla="*/ 14926 h 19050"/>
                <a:gd name="connsiteX41" fmla="*/ 19650 w 19050"/>
                <a:gd name="connsiteY41" fmla="*/ 12211 h 19050"/>
                <a:gd name="connsiteX42" fmla="*/ 19802 w 19050"/>
                <a:gd name="connsiteY42" fmla="*/ 12078 h 19050"/>
                <a:gd name="connsiteX43" fmla="*/ 18869 w 19050"/>
                <a:gd name="connsiteY43" fmla="*/ 11516 h 19050"/>
                <a:gd name="connsiteX44" fmla="*/ 18897 w 19050"/>
                <a:gd name="connsiteY44" fmla="*/ 11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8897" y="11516"/>
                  </a:moveTo>
                  <a:cubicBezTo>
                    <a:pt x="18831" y="11487"/>
                    <a:pt x="18774" y="11439"/>
                    <a:pt x="18735" y="11392"/>
                  </a:cubicBezTo>
                  <a:cubicBezTo>
                    <a:pt x="18707" y="11373"/>
                    <a:pt x="18679" y="11344"/>
                    <a:pt x="18650" y="11306"/>
                  </a:cubicBezTo>
                  <a:lnTo>
                    <a:pt x="18640" y="11287"/>
                  </a:lnTo>
                  <a:lnTo>
                    <a:pt x="18640" y="11268"/>
                  </a:lnTo>
                  <a:cubicBezTo>
                    <a:pt x="18640" y="11268"/>
                    <a:pt x="18612" y="11249"/>
                    <a:pt x="18612" y="11230"/>
                  </a:cubicBezTo>
                  <a:cubicBezTo>
                    <a:pt x="18602" y="11211"/>
                    <a:pt x="18593" y="11182"/>
                    <a:pt x="18574" y="11163"/>
                  </a:cubicBezTo>
                  <a:cubicBezTo>
                    <a:pt x="18574" y="11144"/>
                    <a:pt x="18564" y="11078"/>
                    <a:pt x="18564" y="11078"/>
                  </a:cubicBezTo>
                  <a:lnTo>
                    <a:pt x="18564" y="11011"/>
                  </a:lnTo>
                  <a:lnTo>
                    <a:pt x="18602" y="9706"/>
                  </a:lnTo>
                  <a:lnTo>
                    <a:pt x="18107" y="9982"/>
                  </a:lnTo>
                  <a:cubicBezTo>
                    <a:pt x="18050" y="10011"/>
                    <a:pt x="17993" y="10049"/>
                    <a:pt x="17926" y="10077"/>
                  </a:cubicBezTo>
                  <a:cubicBezTo>
                    <a:pt x="17878" y="10096"/>
                    <a:pt x="17831" y="10116"/>
                    <a:pt x="17764" y="10125"/>
                  </a:cubicBezTo>
                  <a:cubicBezTo>
                    <a:pt x="17754" y="10135"/>
                    <a:pt x="17726" y="10135"/>
                    <a:pt x="17688" y="10144"/>
                  </a:cubicBezTo>
                  <a:lnTo>
                    <a:pt x="17688" y="10144"/>
                  </a:lnTo>
                  <a:cubicBezTo>
                    <a:pt x="17669" y="10144"/>
                    <a:pt x="17659" y="10154"/>
                    <a:pt x="17640" y="10154"/>
                  </a:cubicBezTo>
                  <a:cubicBezTo>
                    <a:pt x="17602" y="10163"/>
                    <a:pt x="17564" y="10173"/>
                    <a:pt x="17516" y="10173"/>
                  </a:cubicBezTo>
                  <a:cubicBezTo>
                    <a:pt x="17478" y="10182"/>
                    <a:pt x="17440" y="10182"/>
                    <a:pt x="17402" y="10182"/>
                  </a:cubicBezTo>
                  <a:cubicBezTo>
                    <a:pt x="17354" y="10201"/>
                    <a:pt x="17316" y="10201"/>
                    <a:pt x="17269" y="10201"/>
                  </a:cubicBezTo>
                  <a:cubicBezTo>
                    <a:pt x="17250" y="10201"/>
                    <a:pt x="17240" y="10201"/>
                    <a:pt x="17211" y="10201"/>
                  </a:cubicBezTo>
                  <a:lnTo>
                    <a:pt x="17202" y="10201"/>
                  </a:lnTo>
                  <a:cubicBezTo>
                    <a:pt x="17173" y="10201"/>
                    <a:pt x="17145" y="10201"/>
                    <a:pt x="17145" y="10201"/>
                  </a:cubicBezTo>
                  <a:cubicBezTo>
                    <a:pt x="17097" y="10201"/>
                    <a:pt x="17050" y="10201"/>
                    <a:pt x="17002" y="10182"/>
                  </a:cubicBezTo>
                  <a:cubicBezTo>
                    <a:pt x="16945" y="10182"/>
                    <a:pt x="16897" y="10173"/>
                    <a:pt x="16840" y="10163"/>
                  </a:cubicBezTo>
                  <a:cubicBezTo>
                    <a:pt x="16811" y="10154"/>
                    <a:pt x="16793" y="10154"/>
                    <a:pt x="16773" y="10144"/>
                  </a:cubicBezTo>
                  <a:cubicBezTo>
                    <a:pt x="16735" y="10144"/>
                    <a:pt x="16726" y="10144"/>
                    <a:pt x="16707" y="10135"/>
                  </a:cubicBezTo>
                  <a:cubicBezTo>
                    <a:pt x="16678" y="10125"/>
                    <a:pt x="16630" y="10116"/>
                    <a:pt x="16602" y="10116"/>
                  </a:cubicBezTo>
                  <a:cubicBezTo>
                    <a:pt x="16507" y="10077"/>
                    <a:pt x="16411" y="10030"/>
                    <a:pt x="16335" y="9982"/>
                  </a:cubicBezTo>
                  <a:lnTo>
                    <a:pt x="11668" y="7144"/>
                  </a:lnTo>
                  <a:lnTo>
                    <a:pt x="11621" y="8296"/>
                  </a:lnTo>
                  <a:cubicBezTo>
                    <a:pt x="11621" y="8496"/>
                    <a:pt x="11477" y="8677"/>
                    <a:pt x="11239" y="8820"/>
                  </a:cubicBezTo>
                  <a:lnTo>
                    <a:pt x="7144" y="11192"/>
                  </a:lnTo>
                  <a:cubicBezTo>
                    <a:pt x="7210" y="11259"/>
                    <a:pt x="7268" y="11335"/>
                    <a:pt x="7353" y="11392"/>
                  </a:cubicBezTo>
                  <a:lnTo>
                    <a:pt x="13202" y="14945"/>
                  </a:lnTo>
                  <a:cubicBezTo>
                    <a:pt x="13306" y="15002"/>
                    <a:pt x="13430" y="15049"/>
                    <a:pt x="13583" y="15097"/>
                  </a:cubicBezTo>
                  <a:lnTo>
                    <a:pt x="13630" y="15097"/>
                  </a:lnTo>
                  <a:cubicBezTo>
                    <a:pt x="13763" y="15135"/>
                    <a:pt x="13906" y="15154"/>
                    <a:pt x="14049" y="15154"/>
                  </a:cubicBezTo>
                  <a:lnTo>
                    <a:pt x="14078" y="15154"/>
                  </a:lnTo>
                  <a:cubicBezTo>
                    <a:pt x="14230" y="15154"/>
                    <a:pt x="14383" y="15135"/>
                    <a:pt x="14526" y="15097"/>
                  </a:cubicBezTo>
                  <a:lnTo>
                    <a:pt x="14535" y="15097"/>
                  </a:lnTo>
                  <a:cubicBezTo>
                    <a:pt x="14687" y="15059"/>
                    <a:pt x="14830" y="15002"/>
                    <a:pt x="14945" y="14926"/>
                  </a:cubicBezTo>
                  <a:lnTo>
                    <a:pt x="19650" y="12211"/>
                  </a:lnTo>
                  <a:cubicBezTo>
                    <a:pt x="19717" y="12173"/>
                    <a:pt x="19745" y="12116"/>
                    <a:pt x="19802" y="12078"/>
                  </a:cubicBezTo>
                  <a:lnTo>
                    <a:pt x="18869" y="11516"/>
                  </a:lnTo>
                  <a:lnTo>
                    <a:pt x="18897" y="1151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90AACBE-AF5C-4BC0-836B-DF5082ABF448}"/>
                </a:ext>
              </a:extLst>
            </p:cNvPr>
            <p:cNvSpPr/>
            <p:nvPr/>
          </p:nvSpPr>
          <p:spPr>
            <a:xfrm>
              <a:off x="5080283" y="5323347"/>
              <a:ext cx="19050" cy="19050"/>
            </a:xfrm>
            <a:custGeom>
              <a:avLst/>
              <a:gdLst>
                <a:gd name="connsiteX0" fmla="*/ 18926 w 19050"/>
                <a:gd name="connsiteY0" fmla="*/ 11554 h 19050"/>
                <a:gd name="connsiteX1" fmla="*/ 18774 w 19050"/>
                <a:gd name="connsiteY1" fmla="*/ 11430 h 19050"/>
                <a:gd name="connsiteX2" fmla="*/ 18688 w 19050"/>
                <a:gd name="connsiteY2" fmla="*/ 11354 h 19050"/>
                <a:gd name="connsiteX3" fmla="*/ 18688 w 19050"/>
                <a:gd name="connsiteY3" fmla="*/ 11335 h 19050"/>
                <a:gd name="connsiteX4" fmla="*/ 18679 w 19050"/>
                <a:gd name="connsiteY4" fmla="*/ 11316 h 19050"/>
                <a:gd name="connsiteX5" fmla="*/ 18650 w 19050"/>
                <a:gd name="connsiteY5" fmla="*/ 11278 h 19050"/>
                <a:gd name="connsiteX6" fmla="*/ 18622 w 19050"/>
                <a:gd name="connsiteY6" fmla="*/ 11201 h 19050"/>
                <a:gd name="connsiteX7" fmla="*/ 18602 w 19050"/>
                <a:gd name="connsiteY7" fmla="*/ 11125 h 19050"/>
                <a:gd name="connsiteX8" fmla="*/ 18593 w 19050"/>
                <a:gd name="connsiteY8" fmla="*/ 11059 h 19050"/>
                <a:gd name="connsiteX9" fmla="*/ 18593 w 19050"/>
                <a:gd name="connsiteY9" fmla="*/ 11039 h 19050"/>
                <a:gd name="connsiteX10" fmla="*/ 18640 w 19050"/>
                <a:gd name="connsiteY10" fmla="*/ 9744 h 19050"/>
                <a:gd name="connsiteX11" fmla="*/ 18155 w 19050"/>
                <a:gd name="connsiteY11" fmla="*/ 10040 h 19050"/>
                <a:gd name="connsiteX12" fmla="*/ 17964 w 19050"/>
                <a:gd name="connsiteY12" fmla="*/ 10116 h 19050"/>
                <a:gd name="connsiteX13" fmla="*/ 17821 w 19050"/>
                <a:gd name="connsiteY13" fmla="*/ 10163 h 19050"/>
                <a:gd name="connsiteX14" fmla="*/ 17745 w 19050"/>
                <a:gd name="connsiteY14" fmla="*/ 10182 h 19050"/>
                <a:gd name="connsiteX15" fmla="*/ 17717 w 19050"/>
                <a:gd name="connsiteY15" fmla="*/ 10182 h 19050"/>
                <a:gd name="connsiteX16" fmla="*/ 17688 w 19050"/>
                <a:gd name="connsiteY16" fmla="*/ 10192 h 19050"/>
                <a:gd name="connsiteX17" fmla="*/ 17555 w 19050"/>
                <a:gd name="connsiteY17" fmla="*/ 10211 h 19050"/>
                <a:gd name="connsiteX18" fmla="*/ 17431 w 19050"/>
                <a:gd name="connsiteY18" fmla="*/ 10249 h 19050"/>
                <a:gd name="connsiteX19" fmla="*/ 17317 w 19050"/>
                <a:gd name="connsiteY19" fmla="*/ 10249 h 19050"/>
                <a:gd name="connsiteX20" fmla="*/ 17250 w 19050"/>
                <a:gd name="connsiteY20" fmla="*/ 10249 h 19050"/>
                <a:gd name="connsiteX21" fmla="*/ 17240 w 19050"/>
                <a:gd name="connsiteY21" fmla="*/ 10249 h 19050"/>
                <a:gd name="connsiteX22" fmla="*/ 17183 w 19050"/>
                <a:gd name="connsiteY22" fmla="*/ 10249 h 19050"/>
                <a:gd name="connsiteX23" fmla="*/ 17040 w 19050"/>
                <a:gd name="connsiteY23" fmla="*/ 10230 h 19050"/>
                <a:gd name="connsiteX24" fmla="*/ 16888 w 19050"/>
                <a:gd name="connsiteY24" fmla="*/ 10201 h 19050"/>
                <a:gd name="connsiteX25" fmla="*/ 16812 w 19050"/>
                <a:gd name="connsiteY25" fmla="*/ 10182 h 19050"/>
                <a:gd name="connsiteX26" fmla="*/ 16755 w 19050"/>
                <a:gd name="connsiteY26" fmla="*/ 10173 h 19050"/>
                <a:gd name="connsiteX27" fmla="*/ 16640 w 19050"/>
                <a:gd name="connsiteY27" fmla="*/ 10144 h 19050"/>
                <a:gd name="connsiteX28" fmla="*/ 16383 w 19050"/>
                <a:gd name="connsiteY28" fmla="*/ 10040 h 19050"/>
                <a:gd name="connsiteX29" fmla="*/ 11621 w 19050"/>
                <a:gd name="connsiteY29" fmla="*/ 7144 h 19050"/>
                <a:gd name="connsiteX30" fmla="*/ 11582 w 19050"/>
                <a:gd name="connsiteY30" fmla="*/ 8287 h 19050"/>
                <a:gd name="connsiteX31" fmla="*/ 11192 w 19050"/>
                <a:gd name="connsiteY31" fmla="*/ 8811 h 19050"/>
                <a:gd name="connsiteX32" fmla="*/ 7144 w 19050"/>
                <a:gd name="connsiteY32" fmla="*/ 11173 h 19050"/>
                <a:gd name="connsiteX33" fmla="*/ 7144 w 19050"/>
                <a:gd name="connsiteY33" fmla="*/ 11192 h 19050"/>
                <a:gd name="connsiteX34" fmla="*/ 7153 w 19050"/>
                <a:gd name="connsiteY34" fmla="*/ 11201 h 19050"/>
                <a:gd name="connsiteX35" fmla="*/ 7411 w 19050"/>
                <a:gd name="connsiteY35" fmla="*/ 11430 h 19050"/>
                <a:gd name="connsiteX36" fmla="*/ 13240 w 19050"/>
                <a:gd name="connsiteY36" fmla="*/ 14983 h 19050"/>
                <a:gd name="connsiteX37" fmla="*/ 13611 w 19050"/>
                <a:gd name="connsiteY37" fmla="*/ 15116 h 19050"/>
                <a:gd name="connsiteX38" fmla="*/ 13678 w 19050"/>
                <a:gd name="connsiteY38" fmla="*/ 15135 h 19050"/>
                <a:gd name="connsiteX39" fmla="*/ 14097 w 19050"/>
                <a:gd name="connsiteY39" fmla="*/ 15192 h 19050"/>
                <a:gd name="connsiteX40" fmla="*/ 14116 w 19050"/>
                <a:gd name="connsiteY40" fmla="*/ 15192 h 19050"/>
                <a:gd name="connsiteX41" fmla="*/ 14573 w 19050"/>
                <a:gd name="connsiteY41" fmla="*/ 15135 h 19050"/>
                <a:gd name="connsiteX42" fmla="*/ 14592 w 19050"/>
                <a:gd name="connsiteY42" fmla="*/ 15116 h 19050"/>
                <a:gd name="connsiteX43" fmla="*/ 14992 w 19050"/>
                <a:gd name="connsiteY43" fmla="*/ 14974 h 19050"/>
                <a:gd name="connsiteX44" fmla="*/ 19688 w 19050"/>
                <a:gd name="connsiteY44" fmla="*/ 12240 h 19050"/>
                <a:gd name="connsiteX45" fmla="*/ 19841 w 19050"/>
                <a:gd name="connsiteY45" fmla="*/ 12116 h 19050"/>
                <a:gd name="connsiteX46" fmla="*/ 18898 w 19050"/>
                <a:gd name="connsiteY46" fmla="*/ 11535 h 19050"/>
                <a:gd name="connsiteX47" fmla="*/ 18926 w 19050"/>
                <a:gd name="connsiteY47" fmla="*/ 115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9050" h="19050">
                  <a:moveTo>
                    <a:pt x="18926" y="11554"/>
                  </a:moveTo>
                  <a:cubicBezTo>
                    <a:pt x="18869" y="11525"/>
                    <a:pt x="18812" y="11487"/>
                    <a:pt x="18774" y="11430"/>
                  </a:cubicBezTo>
                  <a:cubicBezTo>
                    <a:pt x="18745" y="11402"/>
                    <a:pt x="18726" y="11373"/>
                    <a:pt x="18688" y="11354"/>
                  </a:cubicBezTo>
                  <a:cubicBezTo>
                    <a:pt x="18688" y="11344"/>
                    <a:pt x="18688" y="11335"/>
                    <a:pt x="18688" y="11335"/>
                  </a:cubicBezTo>
                  <a:lnTo>
                    <a:pt x="18679" y="11316"/>
                  </a:lnTo>
                  <a:cubicBezTo>
                    <a:pt x="18669" y="11306"/>
                    <a:pt x="18650" y="11297"/>
                    <a:pt x="18650" y="11278"/>
                  </a:cubicBezTo>
                  <a:cubicBezTo>
                    <a:pt x="18640" y="11240"/>
                    <a:pt x="18631" y="11221"/>
                    <a:pt x="18622" y="11201"/>
                  </a:cubicBezTo>
                  <a:cubicBezTo>
                    <a:pt x="18602" y="11173"/>
                    <a:pt x="18602" y="11125"/>
                    <a:pt x="18602" y="11125"/>
                  </a:cubicBezTo>
                  <a:lnTo>
                    <a:pt x="18593" y="11059"/>
                  </a:lnTo>
                  <a:lnTo>
                    <a:pt x="18593" y="11039"/>
                  </a:lnTo>
                  <a:lnTo>
                    <a:pt x="18640" y="9744"/>
                  </a:lnTo>
                  <a:lnTo>
                    <a:pt x="18155" y="10040"/>
                  </a:lnTo>
                  <a:cubicBezTo>
                    <a:pt x="18107" y="10058"/>
                    <a:pt x="18031" y="10096"/>
                    <a:pt x="17964" y="10116"/>
                  </a:cubicBezTo>
                  <a:cubicBezTo>
                    <a:pt x="17926" y="10135"/>
                    <a:pt x="17869" y="10154"/>
                    <a:pt x="17821" y="10163"/>
                  </a:cubicBezTo>
                  <a:cubicBezTo>
                    <a:pt x="17793" y="10173"/>
                    <a:pt x="17764" y="10173"/>
                    <a:pt x="17745" y="10182"/>
                  </a:cubicBezTo>
                  <a:lnTo>
                    <a:pt x="17717" y="10182"/>
                  </a:lnTo>
                  <a:cubicBezTo>
                    <a:pt x="17717" y="10182"/>
                    <a:pt x="17697" y="10192"/>
                    <a:pt x="17688" y="10192"/>
                  </a:cubicBezTo>
                  <a:cubicBezTo>
                    <a:pt x="17640" y="10201"/>
                    <a:pt x="17602" y="10211"/>
                    <a:pt x="17555" y="10211"/>
                  </a:cubicBezTo>
                  <a:cubicBezTo>
                    <a:pt x="17517" y="10230"/>
                    <a:pt x="17479" y="10230"/>
                    <a:pt x="17431" y="10249"/>
                  </a:cubicBezTo>
                  <a:cubicBezTo>
                    <a:pt x="17393" y="10249"/>
                    <a:pt x="17345" y="10249"/>
                    <a:pt x="17317" y="10249"/>
                  </a:cubicBezTo>
                  <a:cubicBezTo>
                    <a:pt x="17288" y="10249"/>
                    <a:pt x="17279" y="10249"/>
                    <a:pt x="17250" y="10249"/>
                  </a:cubicBezTo>
                  <a:lnTo>
                    <a:pt x="17240" y="10249"/>
                  </a:lnTo>
                  <a:cubicBezTo>
                    <a:pt x="17221" y="10249"/>
                    <a:pt x="17183" y="10249"/>
                    <a:pt x="17183" y="10249"/>
                  </a:cubicBezTo>
                  <a:cubicBezTo>
                    <a:pt x="17136" y="10249"/>
                    <a:pt x="17088" y="10249"/>
                    <a:pt x="17040" y="10230"/>
                  </a:cubicBezTo>
                  <a:cubicBezTo>
                    <a:pt x="16993" y="10230"/>
                    <a:pt x="16936" y="10211"/>
                    <a:pt x="16888" y="10201"/>
                  </a:cubicBezTo>
                  <a:cubicBezTo>
                    <a:pt x="16869" y="10201"/>
                    <a:pt x="16840" y="10192"/>
                    <a:pt x="16812" y="10182"/>
                  </a:cubicBezTo>
                  <a:cubicBezTo>
                    <a:pt x="16793" y="10182"/>
                    <a:pt x="16774" y="10173"/>
                    <a:pt x="16755" y="10173"/>
                  </a:cubicBezTo>
                  <a:cubicBezTo>
                    <a:pt x="16707" y="10163"/>
                    <a:pt x="16678" y="10154"/>
                    <a:pt x="16640" y="10144"/>
                  </a:cubicBezTo>
                  <a:cubicBezTo>
                    <a:pt x="16545" y="10116"/>
                    <a:pt x="16459" y="10078"/>
                    <a:pt x="16383" y="10040"/>
                  </a:cubicBezTo>
                  <a:lnTo>
                    <a:pt x="11621" y="7144"/>
                  </a:lnTo>
                  <a:lnTo>
                    <a:pt x="11582" y="8287"/>
                  </a:lnTo>
                  <a:cubicBezTo>
                    <a:pt x="11573" y="8477"/>
                    <a:pt x="11440" y="8658"/>
                    <a:pt x="11192" y="8811"/>
                  </a:cubicBezTo>
                  <a:lnTo>
                    <a:pt x="7144" y="11173"/>
                  </a:lnTo>
                  <a:lnTo>
                    <a:pt x="7144" y="11192"/>
                  </a:lnTo>
                  <a:lnTo>
                    <a:pt x="7153" y="11201"/>
                  </a:lnTo>
                  <a:cubicBezTo>
                    <a:pt x="7211" y="11297"/>
                    <a:pt x="7287" y="11373"/>
                    <a:pt x="7411" y="11430"/>
                  </a:cubicBezTo>
                  <a:lnTo>
                    <a:pt x="13240" y="14983"/>
                  </a:lnTo>
                  <a:cubicBezTo>
                    <a:pt x="13364" y="15040"/>
                    <a:pt x="13478" y="15088"/>
                    <a:pt x="13611" y="15116"/>
                  </a:cubicBezTo>
                  <a:lnTo>
                    <a:pt x="13678" y="15135"/>
                  </a:lnTo>
                  <a:cubicBezTo>
                    <a:pt x="13811" y="15164"/>
                    <a:pt x="13954" y="15192"/>
                    <a:pt x="14097" y="15192"/>
                  </a:cubicBezTo>
                  <a:lnTo>
                    <a:pt x="14116" y="15192"/>
                  </a:lnTo>
                  <a:cubicBezTo>
                    <a:pt x="14269" y="15192"/>
                    <a:pt x="14421" y="15164"/>
                    <a:pt x="14573" y="15135"/>
                  </a:cubicBezTo>
                  <a:lnTo>
                    <a:pt x="14592" y="15116"/>
                  </a:lnTo>
                  <a:cubicBezTo>
                    <a:pt x="14726" y="15088"/>
                    <a:pt x="14869" y="15040"/>
                    <a:pt x="14992" y="14974"/>
                  </a:cubicBezTo>
                  <a:lnTo>
                    <a:pt x="19688" y="12240"/>
                  </a:lnTo>
                  <a:cubicBezTo>
                    <a:pt x="19755" y="12211"/>
                    <a:pt x="19793" y="12164"/>
                    <a:pt x="19841" y="12116"/>
                  </a:cubicBezTo>
                  <a:lnTo>
                    <a:pt x="18898" y="11535"/>
                  </a:lnTo>
                  <a:lnTo>
                    <a:pt x="18926" y="1155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6F754B9-5D59-4976-86B2-60765399365B}"/>
                </a:ext>
              </a:extLst>
            </p:cNvPr>
            <p:cNvSpPr/>
            <p:nvPr/>
          </p:nvSpPr>
          <p:spPr>
            <a:xfrm>
              <a:off x="5078740" y="5331005"/>
              <a:ext cx="19050" cy="19050"/>
            </a:xfrm>
            <a:custGeom>
              <a:avLst/>
              <a:gdLst>
                <a:gd name="connsiteX0" fmla="*/ 17288 w 19050"/>
                <a:gd name="connsiteY0" fmla="*/ 10535 h 19050"/>
                <a:gd name="connsiteX1" fmla="*/ 17136 w 19050"/>
                <a:gd name="connsiteY1" fmla="*/ 10420 h 19050"/>
                <a:gd name="connsiteX2" fmla="*/ 17050 w 19050"/>
                <a:gd name="connsiteY2" fmla="*/ 10325 h 19050"/>
                <a:gd name="connsiteX3" fmla="*/ 17040 w 19050"/>
                <a:gd name="connsiteY3" fmla="*/ 10306 h 19050"/>
                <a:gd name="connsiteX4" fmla="*/ 17031 w 19050"/>
                <a:gd name="connsiteY4" fmla="*/ 10296 h 19050"/>
                <a:gd name="connsiteX5" fmla="*/ 17012 w 19050"/>
                <a:gd name="connsiteY5" fmla="*/ 10249 h 19050"/>
                <a:gd name="connsiteX6" fmla="*/ 16974 w 19050"/>
                <a:gd name="connsiteY6" fmla="*/ 10173 h 19050"/>
                <a:gd name="connsiteX7" fmla="*/ 16964 w 19050"/>
                <a:gd name="connsiteY7" fmla="*/ 10106 h 19050"/>
                <a:gd name="connsiteX8" fmla="*/ 16954 w 19050"/>
                <a:gd name="connsiteY8" fmla="*/ 10030 h 19050"/>
                <a:gd name="connsiteX9" fmla="*/ 16954 w 19050"/>
                <a:gd name="connsiteY9" fmla="*/ 10020 h 19050"/>
                <a:gd name="connsiteX10" fmla="*/ 17002 w 19050"/>
                <a:gd name="connsiteY10" fmla="*/ 8706 h 19050"/>
                <a:gd name="connsiteX11" fmla="*/ 16507 w 19050"/>
                <a:gd name="connsiteY11" fmla="*/ 9001 h 19050"/>
                <a:gd name="connsiteX12" fmla="*/ 16326 w 19050"/>
                <a:gd name="connsiteY12" fmla="*/ 9087 h 19050"/>
                <a:gd name="connsiteX13" fmla="*/ 16173 w 19050"/>
                <a:gd name="connsiteY13" fmla="*/ 9134 h 19050"/>
                <a:gd name="connsiteX14" fmla="*/ 16088 w 19050"/>
                <a:gd name="connsiteY14" fmla="*/ 9154 h 19050"/>
                <a:gd name="connsiteX15" fmla="*/ 16078 w 19050"/>
                <a:gd name="connsiteY15" fmla="*/ 9172 h 19050"/>
                <a:gd name="connsiteX16" fmla="*/ 16040 w 19050"/>
                <a:gd name="connsiteY16" fmla="*/ 9172 h 19050"/>
                <a:gd name="connsiteX17" fmla="*/ 15916 w 19050"/>
                <a:gd name="connsiteY17" fmla="*/ 9192 h 19050"/>
                <a:gd name="connsiteX18" fmla="*/ 15792 w 19050"/>
                <a:gd name="connsiteY18" fmla="*/ 9210 h 19050"/>
                <a:gd name="connsiteX19" fmla="*/ 15659 w 19050"/>
                <a:gd name="connsiteY19" fmla="*/ 9210 h 19050"/>
                <a:gd name="connsiteX20" fmla="*/ 15621 w 19050"/>
                <a:gd name="connsiteY20" fmla="*/ 9210 h 19050"/>
                <a:gd name="connsiteX21" fmla="*/ 15602 w 19050"/>
                <a:gd name="connsiteY21" fmla="*/ 9210 h 19050"/>
                <a:gd name="connsiteX22" fmla="*/ 15535 w 19050"/>
                <a:gd name="connsiteY22" fmla="*/ 9210 h 19050"/>
                <a:gd name="connsiteX23" fmla="*/ 15392 w 19050"/>
                <a:gd name="connsiteY23" fmla="*/ 9210 h 19050"/>
                <a:gd name="connsiteX24" fmla="*/ 15211 w 19050"/>
                <a:gd name="connsiteY24" fmla="*/ 9182 h 19050"/>
                <a:gd name="connsiteX25" fmla="*/ 15164 w 19050"/>
                <a:gd name="connsiteY25" fmla="*/ 9172 h 19050"/>
                <a:gd name="connsiteX26" fmla="*/ 15116 w 19050"/>
                <a:gd name="connsiteY26" fmla="*/ 9144 h 19050"/>
                <a:gd name="connsiteX27" fmla="*/ 15002 w 19050"/>
                <a:gd name="connsiteY27" fmla="*/ 9115 h 19050"/>
                <a:gd name="connsiteX28" fmla="*/ 14745 w 19050"/>
                <a:gd name="connsiteY28" fmla="*/ 9001 h 19050"/>
                <a:gd name="connsiteX29" fmla="*/ 11668 w 19050"/>
                <a:gd name="connsiteY29" fmla="*/ 7144 h 19050"/>
                <a:gd name="connsiteX30" fmla="*/ 11621 w 19050"/>
                <a:gd name="connsiteY30" fmla="*/ 8268 h 19050"/>
                <a:gd name="connsiteX31" fmla="*/ 11249 w 19050"/>
                <a:gd name="connsiteY31" fmla="*/ 8801 h 19050"/>
                <a:gd name="connsiteX32" fmla="*/ 7144 w 19050"/>
                <a:gd name="connsiteY32" fmla="*/ 11173 h 19050"/>
                <a:gd name="connsiteX33" fmla="*/ 7353 w 19050"/>
                <a:gd name="connsiteY33" fmla="*/ 11373 h 19050"/>
                <a:gd name="connsiteX34" fmla="*/ 13192 w 19050"/>
                <a:gd name="connsiteY34" fmla="*/ 14907 h 19050"/>
                <a:gd name="connsiteX35" fmla="*/ 13573 w 19050"/>
                <a:gd name="connsiteY35" fmla="*/ 15069 h 19050"/>
                <a:gd name="connsiteX36" fmla="*/ 13630 w 19050"/>
                <a:gd name="connsiteY36" fmla="*/ 15078 h 19050"/>
                <a:gd name="connsiteX37" fmla="*/ 14059 w 19050"/>
                <a:gd name="connsiteY37" fmla="*/ 15126 h 19050"/>
                <a:gd name="connsiteX38" fmla="*/ 14078 w 19050"/>
                <a:gd name="connsiteY38" fmla="*/ 15126 h 19050"/>
                <a:gd name="connsiteX39" fmla="*/ 14535 w 19050"/>
                <a:gd name="connsiteY39" fmla="*/ 15069 h 19050"/>
                <a:gd name="connsiteX40" fmla="*/ 14554 w 19050"/>
                <a:gd name="connsiteY40" fmla="*/ 15069 h 19050"/>
                <a:gd name="connsiteX41" fmla="*/ 14954 w 19050"/>
                <a:gd name="connsiteY41" fmla="*/ 14907 h 19050"/>
                <a:gd name="connsiteX42" fmla="*/ 19660 w 19050"/>
                <a:gd name="connsiteY42" fmla="*/ 12173 h 19050"/>
                <a:gd name="connsiteX43" fmla="*/ 19793 w 19050"/>
                <a:gd name="connsiteY43" fmla="*/ 12078 h 19050"/>
                <a:gd name="connsiteX44" fmla="*/ 17288 w 19050"/>
                <a:gd name="connsiteY44" fmla="*/ 10535 h 19050"/>
                <a:gd name="connsiteX45" fmla="*/ 17288 w 19050"/>
                <a:gd name="connsiteY45" fmla="*/ 105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88" y="10535"/>
                  </a:moveTo>
                  <a:cubicBezTo>
                    <a:pt x="17231" y="10496"/>
                    <a:pt x="17174" y="10468"/>
                    <a:pt x="17136" y="10420"/>
                  </a:cubicBezTo>
                  <a:cubicBezTo>
                    <a:pt x="17098" y="10382"/>
                    <a:pt x="17078" y="10354"/>
                    <a:pt x="17050" y="10325"/>
                  </a:cubicBezTo>
                  <a:cubicBezTo>
                    <a:pt x="17050" y="10325"/>
                    <a:pt x="17050" y="10315"/>
                    <a:pt x="17040" y="10306"/>
                  </a:cubicBezTo>
                  <a:lnTo>
                    <a:pt x="17031" y="10296"/>
                  </a:lnTo>
                  <a:cubicBezTo>
                    <a:pt x="17031" y="10277"/>
                    <a:pt x="17012" y="10258"/>
                    <a:pt x="17012" y="10249"/>
                  </a:cubicBezTo>
                  <a:cubicBezTo>
                    <a:pt x="16993" y="10230"/>
                    <a:pt x="16983" y="10192"/>
                    <a:pt x="16974" y="10173"/>
                  </a:cubicBezTo>
                  <a:cubicBezTo>
                    <a:pt x="16974" y="10153"/>
                    <a:pt x="16964" y="10106"/>
                    <a:pt x="16964" y="10106"/>
                  </a:cubicBezTo>
                  <a:lnTo>
                    <a:pt x="16954" y="10030"/>
                  </a:lnTo>
                  <a:lnTo>
                    <a:pt x="16954" y="10020"/>
                  </a:lnTo>
                  <a:lnTo>
                    <a:pt x="17002" y="8706"/>
                  </a:lnTo>
                  <a:lnTo>
                    <a:pt x="16507" y="9001"/>
                  </a:lnTo>
                  <a:cubicBezTo>
                    <a:pt x="16450" y="9020"/>
                    <a:pt x="16393" y="9058"/>
                    <a:pt x="16326" y="9087"/>
                  </a:cubicBezTo>
                  <a:cubicBezTo>
                    <a:pt x="16278" y="9106"/>
                    <a:pt x="16231" y="9115"/>
                    <a:pt x="16173" y="9134"/>
                  </a:cubicBezTo>
                  <a:cubicBezTo>
                    <a:pt x="16145" y="9144"/>
                    <a:pt x="16116" y="9144"/>
                    <a:pt x="16088" y="9154"/>
                  </a:cubicBezTo>
                  <a:lnTo>
                    <a:pt x="16078" y="9172"/>
                  </a:lnTo>
                  <a:cubicBezTo>
                    <a:pt x="16069" y="9172"/>
                    <a:pt x="16050" y="9172"/>
                    <a:pt x="16040" y="9172"/>
                  </a:cubicBezTo>
                  <a:cubicBezTo>
                    <a:pt x="15992" y="9182"/>
                    <a:pt x="15954" y="9192"/>
                    <a:pt x="15916" y="9192"/>
                  </a:cubicBezTo>
                  <a:cubicBezTo>
                    <a:pt x="15878" y="9210"/>
                    <a:pt x="15821" y="9210"/>
                    <a:pt x="15792" y="9210"/>
                  </a:cubicBezTo>
                  <a:cubicBezTo>
                    <a:pt x="15745" y="9210"/>
                    <a:pt x="15707" y="9210"/>
                    <a:pt x="15659" y="9210"/>
                  </a:cubicBezTo>
                  <a:cubicBezTo>
                    <a:pt x="15650" y="9210"/>
                    <a:pt x="15621" y="9210"/>
                    <a:pt x="15621" y="9210"/>
                  </a:cubicBezTo>
                  <a:lnTo>
                    <a:pt x="15602" y="9210"/>
                  </a:lnTo>
                  <a:cubicBezTo>
                    <a:pt x="15573" y="9210"/>
                    <a:pt x="15535" y="9210"/>
                    <a:pt x="15535" y="9210"/>
                  </a:cubicBezTo>
                  <a:cubicBezTo>
                    <a:pt x="15478" y="9210"/>
                    <a:pt x="15440" y="9210"/>
                    <a:pt x="15392" y="9210"/>
                  </a:cubicBezTo>
                  <a:cubicBezTo>
                    <a:pt x="15335" y="9210"/>
                    <a:pt x="15288" y="9192"/>
                    <a:pt x="15211" y="9182"/>
                  </a:cubicBezTo>
                  <a:lnTo>
                    <a:pt x="15164" y="9172"/>
                  </a:lnTo>
                  <a:cubicBezTo>
                    <a:pt x="15145" y="9172"/>
                    <a:pt x="15126" y="9144"/>
                    <a:pt x="15116" y="9144"/>
                  </a:cubicBezTo>
                  <a:cubicBezTo>
                    <a:pt x="15069" y="9134"/>
                    <a:pt x="15030" y="9134"/>
                    <a:pt x="15002" y="9115"/>
                  </a:cubicBezTo>
                  <a:cubicBezTo>
                    <a:pt x="14907" y="9087"/>
                    <a:pt x="14811" y="9058"/>
                    <a:pt x="14745" y="9001"/>
                  </a:cubicBezTo>
                  <a:lnTo>
                    <a:pt x="11668" y="7144"/>
                  </a:lnTo>
                  <a:lnTo>
                    <a:pt x="11621" y="8268"/>
                  </a:lnTo>
                  <a:cubicBezTo>
                    <a:pt x="11621" y="8468"/>
                    <a:pt x="11497" y="8649"/>
                    <a:pt x="11249" y="8801"/>
                  </a:cubicBezTo>
                  <a:lnTo>
                    <a:pt x="7144" y="11173"/>
                  </a:lnTo>
                  <a:cubicBezTo>
                    <a:pt x="7191" y="11249"/>
                    <a:pt x="7258" y="11306"/>
                    <a:pt x="7353" y="11373"/>
                  </a:cubicBezTo>
                  <a:lnTo>
                    <a:pt x="13192" y="14907"/>
                  </a:lnTo>
                  <a:cubicBezTo>
                    <a:pt x="13316" y="14973"/>
                    <a:pt x="13430" y="15030"/>
                    <a:pt x="13573" y="15069"/>
                  </a:cubicBezTo>
                  <a:cubicBezTo>
                    <a:pt x="13592" y="15069"/>
                    <a:pt x="13602" y="15069"/>
                    <a:pt x="13630" y="15078"/>
                  </a:cubicBezTo>
                  <a:cubicBezTo>
                    <a:pt x="13764" y="15107"/>
                    <a:pt x="13906" y="15126"/>
                    <a:pt x="14059" y="15126"/>
                  </a:cubicBezTo>
                  <a:lnTo>
                    <a:pt x="14078" y="15126"/>
                  </a:lnTo>
                  <a:cubicBezTo>
                    <a:pt x="14230" y="15126"/>
                    <a:pt x="14383" y="15107"/>
                    <a:pt x="14535" y="15069"/>
                  </a:cubicBezTo>
                  <a:lnTo>
                    <a:pt x="14554" y="15069"/>
                  </a:lnTo>
                  <a:cubicBezTo>
                    <a:pt x="14697" y="15040"/>
                    <a:pt x="14830" y="14973"/>
                    <a:pt x="14954" y="14907"/>
                  </a:cubicBezTo>
                  <a:lnTo>
                    <a:pt x="19660" y="12173"/>
                  </a:lnTo>
                  <a:cubicBezTo>
                    <a:pt x="19726" y="12144"/>
                    <a:pt x="19755" y="12106"/>
                    <a:pt x="19793" y="12078"/>
                  </a:cubicBezTo>
                  <a:lnTo>
                    <a:pt x="17288" y="10535"/>
                  </a:lnTo>
                  <a:lnTo>
                    <a:pt x="17288" y="1053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C26A24D-AF7F-48BF-9177-2072AE1CC8E7}"/>
                </a:ext>
              </a:extLst>
            </p:cNvPr>
            <p:cNvSpPr/>
            <p:nvPr/>
          </p:nvSpPr>
          <p:spPr>
            <a:xfrm>
              <a:off x="5082636" y="5341892"/>
              <a:ext cx="19050" cy="19050"/>
            </a:xfrm>
            <a:custGeom>
              <a:avLst/>
              <a:gdLst>
                <a:gd name="connsiteX0" fmla="*/ 19860 w 19050"/>
                <a:gd name="connsiteY0" fmla="*/ 11859 h 19050"/>
                <a:gd name="connsiteX1" fmla="*/ 19860 w 19050"/>
                <a:gd name="connsiteY1" fmla="*/ 11801 h 19050"/>
                <a:gd name="connsiteX2" fmla="*/ 19860 w 19050"/>
                <a:gd name="connsiteY2" fmla="*/ 11792 h 19050"/>
                <a:gd name="connsiteX3" fmla="*/ 19907 w 19050"/>
                <a:gd name="connsiteY3" fmla="*/ 10496 h 19050"/>
                <a:gd name="connsiteX4" fmla="*/ 19412 w 19050"/>
                <a:gd name="connsiteY4" fmla="*/ 10773 h 19050"/>
                <a:gd name="connsiteX5" fmla="*/ 19222 w 19050"/>
                <a:gd name="connsiteY5" fmla="*/ 10858 h 19050"/>
                <a:gd name="connsiteX6" fmla="*/ 19069 w 19050"/>
                <a:gd name="connsiteY6" fmla="*/ 10925 h 19050"/>
                <a:gd name="connsiteX7" fmla="*/ 18993 w 19050"/>
                <a:gd name="connsiteY7" fmla="*/ 10944 h 19050"/>
                <a:gd name="connsiteX8" fmla="*/ 18974 w 19050"/>
                <a:gd name="connsiteY8" fmla="*/ 10944 h 19050"/>
                <a:gd name="connsiteX9" fmla="*/ 18936 w 19050"/>
                <a:gd name="connsiteY9" fmla="*/ 10944 h 19050"/>
                <a:gd name="connsiteX10" fmla="*/ 18802 w 19050"/>
                <a:gd name="connsiteY10" fmla="*/ 10982 h 19050"/>
                <a:gd name="connsiteX11" fmla="*/ 18688 w 19050"/>
                <a:gd name="connsiteY11" fmla="*/ 10992 h 19050"/>
                <a:gd name="connsiteX12" fmla="*/ 18555 w 19050"/>
                <a:gd name="connsiteY12" fmla="*/ 10992 h 19050"/>
                <a:gd name="connsiteX13" fmla="*/ 18517 w 19050"/>
                <a:gd name="connsiteY13" fmla="*/ 10992 h 19050"/>
                <a:gd name="connsiteX14" fmla="*/ 18498 w 19050"/>
                <a:gd name="connsiteY14" fmla="*/ 10992 h 19050"/>
                <a:gd name="connsiteX15" fmla="*/ 18431 w 19050"/>
                <a:gd name="connsiteY15" fmla="*/ 10992 h 19050"/>
                <a:gd name="connsiteX16" fmla="*/ 18297 w 19050"/>
                <a:gd name="connsiteY16" fmla="*/ 10982 h 19050"/>
                <a:gd name="connsiteX17" fmla="*/ 18136 w 19050"/>
                <a:gd name="connsiteY17" fmla="*/ 10963 h 19050"/>
                <a:gd name="connsiteX18" fmla="*/ 18040 w 19050"/>
                <a:gd name="connsiteY18" fmla="*/ 10944 h 19050"/>
                <a:gd name="connsiteX19" fmla="*/ 18012 w 19050"/>
                <a:gd name="connsiteY19" fmla="*/ 10925 h 19050"/>
                <a:gd name="connsiteX20" fmla="*/ 17897 w 19050"/>
                <a:gd name="connsiteY20" fmla="*/ 10896 h 19050"/>
                <a:gd name="connsiteX21" fmla="*/ 17631 w 19050"/>
                <a:gd name="connsiteY21" fmla="*/ 10773 h 19050"/>
                <a:gd name="connsiteX22" fmla="*/ 11792 w 19050"/>
                <a:gd name="connsiteY22" fmla="*/ 7239 h 19050"/>
                <a:gd name="connsiteX23" fmla="*/ 11773 w 19050"/>
                <a:gd name="connsiteY23" fmla="*/ 7229 h 19050"/>
                <a:gd name="connsiteX24" fmla="*/ 11668 w 19050"/>
                <a:gd name="connsiteY24" fmla="*/ 7144 h 19050"/>
                <a:gd name="connsiteX25" fmla="*/ 11630 w 19050"/>
                <a:gd name="connsiteY25" fmla="*/ 8277 h 19050"/>
                <a:gd name="connsiteX26" fmla="*/ 11239 w 19050"/>
                <a:gd name="connsiteY26" fmla="*/ 8811 h 19050"/>
                <a:gd name="connsiteX27" fmla="*/ 7144 w 19050"/>
                <a:gd name="connsiteY27" fmla="*/ 11173 h 19050"/>
                <a:gd name="connsiteX28" fmla="*/ 7373 w 19050"/>
                <a:gd name="connsiteY28" fmla="*/ 11373 h 19050"/>
                <a:gd name="connsiteX29" fmla="*/ 13202 w 19050"/>
                <a:gd name="connsiteY29" fmla="*/ 14906 h 19050"/>
                <a:gd name="connsiteX30" fmla="*/ 13583 w 19050"/>
                <a:gd name="connsiteY30" fmla="*/ 15069 h 19050"/>
                <a:gd name="connsiteX31" fmla="*/ 13640 w 19050"/>
                <a:gd name="connsiteY31" fmla="*/ 15078 h 19050"/>
                <a:gd name="connsiteX32" fmla="*/ 14078 w 19050"/>
                <a:gd name="connsiteY32" fmla="*/ 15135 h 19050"/>
                <a:gd name="connsiteX33" fmla="*/ 14088 w 19050"/>
                <a:gd name="connsiteY33" fmla="*/ 15135 h 19050"/>
                <a:gd name="connsiteX34" fmla="*/ 14535 w 19050"/>
                <a:gd name="connsiteY34" fmla="*/ 15078 h 19050"/>
                <a:gd name="connsiteX35" fmla="*/ 14554 w 19050"/>
                <a:gd name="connsiteY35" fmla="*/ 15069 h 19050"/>
                <a:gd name="connsiteX36" fmla="*/ 14954 w 19050"/>
                <a:gd name="connsiteY36" fmla="*/ 14906 h 19050"/>
                <a:gd name="connsiteX37" fmla="*/ 19669 w 19050"/>
                <a:gd name="connsiteY37" fmla="*/ 12192 h 19050"/>
                <a:gd name="connsiteX38" fmla="*/ 19869 w 19050"/>
                <a:gd name="connsiteY38" fmla="*/ 12020 h 19050"/>
                <a:gd name="connsiteX39" fmla="*/ 19831 w 19050"/>
                <a:gd name="connsiteY39" fmla="*/ 11935 h 19050"/>
                <a:gd name="connsiteX40" fmla="*/ 19860 w 19050"/>
                <a:gd name="connsiteY40" fmla="*/ 11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60" y="11859"/>
                  </a:moveTo>
                  <a:lnTo>
                    <a:pt x="19860" y="11801"/>
                  </a:lnTo>
                  <a:lnTo>
                    <a:pt x="19860" y="11792"/>
                  </a:lnTo>
                  <a:lnTo>
                    <a:pt x="19907" y="10496"/>
                  </a:lnTo>
                  <a:lnTo>
                    <a:pt x="19412" y="10773"/>
                  </a:lnTo>
                  <a:cubicBezTo>
                    <a:pt x="19355" y="10801"/>
                    <a:pt x="19298" y="10830"/>
                    <a:pt x="19222" y="10858"/>
                  </a:cubicBezTo>
                  <a:cubicBezTo>
                    <a:pt x="19183" y="10887"/>
                    <a:pt x="19117" y="10896"/>
                    <a:pt x="19069" y="10925"/>
                  </a:cubicBezTo>
                  <a:cubicBezTo>
                    <a:pt x="19050" y="10925"/>
                    <a:pt x="19022" y="10925"/>
                    <a:pt x="18993" y="10944"/>
                  </a:cubicBezTo>
                  <a:lnTo>
                    <a:pt x="18974" y="10944"/>
                  </a:lnTo>
                  <a:cubicBezTo>
                    <a:pt x="18974" y="10944"/>
                    <a:pt x="18955" y="10944"/>
                    <a:pt x="18936" y="10944"/>
                  </a:cubicBezTo>
                  <a:cubicBezTo>
                    <a:pt x="18898" y="10963"/>
                    <a:pt x="18850" y="10963"/>
                    <a:pt x="18802" y="10982"/>
                  </a:cubicBezTo>
                  <a:cubicBezTo>
                    <a:pt x="18774" y="10982"/>
                    <a:pt x="18726" y="10982"/>
                    <a:pt x="18688" y="10992"/>
                  </a:cubicBezTo>
                  <a:cubicBezTo>
                    <a:pt x="18650" y="10992"/>
                    <a:pt x="18602" y="10992"/>
                    <a:pt x="18555" y="10992"/>
                  </a:cubicBezTo>
                  <a:lnTo>
                    <a:pt x="18517" y="10992"/>
                  </a:lnTo>
                  <a:lnTo>
                    <a:pt x="18498" y="10992"/>
                  </a:lnTo>
                  <a:cubicBezTo>
                    <a:pt x="18479" y="10992"/>
                    <a:pt x="18431" y="10992"/>
                    <a:pt x="18431" y="10992"/>
                  </a:cubicBezTo>
                  <a:cubicBezTo>
                    <a:pt x="18383" y="10992"/>
                    <a:pt x="18336" y="10992"/>
                    <a:pt x="18297" y="10982"/>
                  </a:cubicBezTo>
                  <a:cubicBezTo>
                    <a:pt x="18231" y="10982"/>
                    <a:pt x="18183" y="10973"/>
                    <a:pt x="18136" y="10963"/>
                  </a:cubicBezTo>
                  <a:cubicBezTo>
                    <a:pt x="18117" y="10963"/>
                    <a:pt x="18088" y="10944"/>
                    <a:pt x="18040" y="10944"/>
                  </a:cubicBezTo>
                  <a:cubicBezTo>
                    <a:pt x="18040" y="10944"/>
                    <a:pt x="18021" y="10944"/>
                    <a:pt x="18012" y="10925"/>
                  </a:cubicBezTo>
                  <a:cubicBezTo>
                    <a:pt x="17974" y="10925"/>
                    <a:pt x="17936" y="10925"/>
                    <a:pt x="17897" y="10896"/>
                  </a:cubicBezTo>
                  <a:cubicBezTo>
                    <a:pt x="17802" y="10858"/>
                    <a:pt x="17707" y="10830"/>
                    <a:pt x="17631" y="10773"/>
                  </a:cubicBezTo>
                  <a:lnTo>
                    <a:pt x="11792" y="7239"/>
                  </a:lnTo>
                  <a:lnTo>
                    <a:pt x="11773" y="7229"/>
                  </a:lnTo>
                  <a:cubicBezTo>
                    <a:pt x="11735" y="7210"/>
                    <a:pt x="11706" y="7182"/>
                    <a:pt x="11668" y="7144"/>
                  </a:cubicBezTo>
                  <a:lnTo>
                    <a:pt x="11630" y="8277"/>
                  </a:lnTo>
                  <a:cubicBezTo>
                    <a:pt x="11621" y="8468"/>
                    <a:pt x="11487" y="8667"/>
                    <a:pt x="11239" y="8811"/>
                  </a:cubicBezTo>
                  <a:lnTo>
                    <a:pt x="7144" y="11173"/>
                  </a:lnTo>
                  <a:cubicBezTo>
                    <a:pt x="7210" y="11249"/>
                    <a:pt x="7277" y="11325"/>
                    <a:pt x="7373" y="11373"/>
                  </a:cubicBezTo>
                  <a:lnTo>
                    <a:pt x="13202" y="14906"/>
                  </a:lnTo>
                  <a:cubicBezTo>
                    <a:pt x="13326" y="14973"/>
                    <a:pt x="13449" y="15030"/>
                    <a:pt x="13583" y="15069"/>
                  </a:cubicBezTo>
                  <a:cubicBezTo>
                    <a:pt x="13602" y="15069"/>
                    <a:pt x="13621" y="15069"/>
                    <a:pt x="13640" y="15078"/>
                  </a:cubicBezTo>
                  <a:cubicBezTo>
                    <a:pt x="13783" y="15107"/>
                    <a:pt x="13916" y="15135"/>
                    <a:pt x="14078" y="15135"/>
                  </a:cubicBezTo>
                  <a:lnTo>
                    <a:pt x="14088" y="15135"/>
                  </a:lnTo>
                  <a:cubicBezTo>
                    <a:pt x="14240" y="15135"/>
                    <a:pt x="14392" y="15107"/>
                    <a:pt x="14535" y="15078"/>
                  </a:cubicBezTo>
                  <a:lnTo>
                    <a:pt x="14554" y="15069"/>
                  </a:lnTo>
                  <a:cubicBezTo>
                    <a:pt x="14707" y="15040"/>
                    <a:pt x="14830" y="14983"/>
                    <a:pt x="14954" y="14906"/>
                  </a:cubicBezTo>
                  <a:lnTo>
                    <a:pt x="19669" y="12192"/>
                  </a:lnTo>
                  <a:cubicBezTo>
                    <a:pt x="19755" y="12144"/>
                    <a:pt x="19812" y="12068"/>
                    <a:pt x="19869" y="12020"/>
                  </a:cubicBezTo>
                  <a:cubicBezTo>
                    <a:pt x="19860" y="11992"/>
                    <a:pt x="19850" y="11973"/>
                    <a:pt x="19831" y="11935"/>
                  </a:cubicBezTo>
                  <a:cubicBezTo>
                    <a:pt x="19869" y="11935"/>
                    <a:pt x="19860" y="11916"/>
                    <a:pt x="19860" y="11859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C487ECB-8386-4EA9-ABF7-635467BC68F1}"/>
                </a:ext>
              </a:extLst>
            </p:cNvPr>
            <p:cNvSpPr/>
            <p:nvPr/>
          </p:nvSpPr>
          <p:spPr>
            <a:xfrm>
              <a:off x="5091018" y="5346969"/>
              <a:ext cx="19050" cy="19050"/>
            </a:xfrm>
            <a:custGeom>
              <a:avLst/>
              <a:gdLst>
                <a:gd name="connsiteX0" fmla="*/ 19402 w 19050"/>
                <a:gd name="connsiteY0" fmla="*/ 10773 h 19050"/>
                <a:gd name="connsiteX1" fmla="*/ 19212 w 19050"/>
                <a:gd name="connsiteY1" fmla="*/ 10858 h 19050"/>
                <a:gd name="connsiteX2" fmla="*/ 19060 w 19050"/>
                <a:gd name="connsiteY2" fmla="*/ 10906 h 19050"/>
                <a:gd name="connsiteX3" fmla="*/ 18983 w 19050"/>
                <a:gd name="connsiteY3" fmla="*/ 10935 h 19050"/>
                <a:gd name="connsiteX4" fmla="*/ 18964 w 19050"/>
                <a:gd name="connsiteY4" fmla="*/ 10935 h 19050"/>
                <a:gd name="connsiteX5" fmla="*/ 18936 w 19050"/>
                <a:gd name="connsiteY5" fmla="*/ 10935 h 19050"/>
                <a:gd name="connsiteX6" fmla="*/ 18793 w 19050"/>
                <a:gd name="connsiteY6" fmla="*/ 10973 h 19050"/>
                <a:gd name="connsiteX7" fmla="*/ 18679 w 19050"/>
                <a:gd name="connsiteY7" fmla="*/ 10992 h 19050"/>
                <a:gd name="connsiteX8" fmla="*/ 18545 w 19050"/>
                <a:gd name="connsiteY8" fmla="*/ 10992 h 19050"/>
                <a:gd name="connsiteX9" fmla="*/ 18497 w 19050"/>
                <a:gd name="connsiteY9" fmla="*/ 10992 h 19050"/>
                <a:gd name="connsiteX10" fmla="*/ 18497 w 19050"/>
                <a:gd name="connsiteY10" fmla="*/ 10992 h 19050"/>
                <a:gd name="connsiteX11" fmla="*/ 18421 w 19050"/>
                <a:gd name="connsiteY11" fmla="*/ 10992 h 19050"/>
                <a:gd name="connsiteX12" fmla="*/ 18269 w 19050"/>
                <a:gd name="connsiteY12" fmla="*/ 10992 h 19050"/>
                <a:gd name="connsiteX13" fmla="*/ 18117 w 19050"/>
                <a:gd name="connsiteY13" fmla="*/ 10954 h 19050"/>
                <a:gd name="connsiteX14" fmla="*/ 18050 w 19050"/>
                <a:gd name="connsiteY14" fmla="*/ 10935 h 19050"/>
                <a:gd name="connsiteX15" fmla="*/ 17993 w 19050"/>
                <a:gd name="connsiteY15" fmla="*/ 10916 h 19050"/>
                <a:gd name="connsiteX16" fmla="*/ 17888 w 19050"/>
                <a:gd name="connsiteY16" fmla="*/ 10887 h 19050"/>
                <a:gd name="connsiteX17" fmla="*/ 17621 w 19050"/>
                <a:gd name="connsiteY17" fmla="*/ 10782 h 19050"/>
                <a:gd name="connsiteX18" fmla="*/ 11782 w 19050"/>
                <a:gd name="connsiteY18" fmla="*/ 7230 h 19050"/>
                <a:gd name="connsiteX19" fmla="*/ 11763 w 19050"/>
                <a:gd name="connsiteY19" fmla="*/ 7220 h 19050"/>
                <a:gd name="connsiteX20" fmla="*/ 11659 w 19050"/>
                <a:gd name="connsiteY20" fmla="*/ 7144 h 19050"/>
                <a:gd name="connsiteX21" fmla="*/ 11621 w 19050"/>
                <a:gd name="connsiteY21" fmla="*/ 8287 h 19050"/>
                <a:gd name="connsiteX22" fmla="*/ 11230 w 19050"/>
                <a:gd name="connsiteY22" fmla="*/ 8811 h 19050"/>
                <a:gd name="connsiteX23" fmla="*/ 7144 w 19050"/>
                <a:gd name="connsiteY23" fmla="*/ 11182 h 19050"/>
                <a:gd name="connsiteX24" fmla="*/ 7363 w 19050"/>
                <a:gd name="connsiteY24" fmla="*/ 11382 h 19050"/>
                <a:gd name="connsiteX25" fmla="*/ 13192 w 19050"/>
                <a:gd name="connsiteY25" fmla="*/ 14916 h 19050"/>
                <a:gd name="connsiteX26" fmla="*/ 13564 w 19050"/>
                <a:gd name="connsiteY26" fmla="*/ 15069 h 19050"/>
                <a:gd name="connsiteX27" fmla="*/ 13630 w 19050"/>
                <a:gd name="connsiteY27" fmla="*/ 15078 h 19050"/>
                <a:gd name="connsiteX28" fmla="*/ 14049 w 19050"/>
                <a:gd name="connsiteY28" fmla="*/ 15145 h 19050"/>
                <a:gd name="connsiteX29" fmla="*/ 14068 w 19050"/>
                <a:gd name="connsiteY29" fmla="*/ 15145 h 19050"/>
                <a:gd name="connsiteX30" fmla="*/ 14526 w 19050"/>
                <a:gd name="connsiteY30" fmla="*/ 15069 h 19050"/>
                <a:gd name="connsiteX31" fmla="*/ 14535 w 19050"/>
                <a:gd name="connsiteY31" fmla="*/ 15069 h 19050"/>
                <a:gd name="connsiteX32" fmla="*/ 14935 w 19050"/>
                <a:gd name="connsiteY32" fmla="*/ 14916 h 19050"/>
                <a:gd name="connsiteX33" fmla="*/ 19641 w 19050"/>
                <a:gd name="connsiteY33" fmla="*/ 12192 h 19050"/>
                <a:gd name="connsiteX34" fmla="*/ 19850 w 19050"/>
                <a:gd name="connsiteY34" fmla="*/ 12011 h 19050"/>
                <a:gd name="connsiteX35" fmla="*/ 19821 w 19050"/>
                <a:gd name="connsiteY35" fmla="*/ 11944 h 19050"/>
                <a:gd name="connsiteX36" fmla="*/ 19803 w 19050"/>
                <a:gd name="connsiteY36" fmla="*/ 11878 h 19050"/>
                <a:gd name="connsiteX37" fmla="*/ 19793 w 19050"/>
                <a:gd name="connsiteY37" fmla="*/ 11801 h 19050"/>
                <a:gd name="connsiteX38" fmla="*/ 19850 w 19050"/>
                <a:gd name="connsiteY38" fmla="*/ 10478 h 19050"/>
                <a:gd name="connsiteX39" fmla="*/ 19402 w 19050"/>
                <a:gd name="connsiteY39" fmla="*/ 10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050" h="19050">
                  <a:moveTo>
                    <a:pt x="19402" y="10773"/>
                  </a:moveTo>
                  <a:cubicBezTo>
                    <a:pt x="19345" y="10811"/>
                    <a:pt x="19288" y="10830"/>
                    <a:pt x="19212" y="10858"/>
                  </a:cubicBezTo>
                  <a:cubicBezTo>
                    <a:pt x="19164" y="10878"/>
                    <a:pt x="19107" y="10887"/>
                    <a:pt x="19060" y="10906"/>
                  </a:cubicBezTo>
                  <a:cubicBezTo>
                    <a:pt x="19040" y="10916"/>
                    <a:pt x="19012" y="10916"/>
                    <a:pt x="18983" y="10935"/>
                  </a:cubicBezTo>
                  <a:lnTo>
                    <a:pt x="18964" y="10935"/>
                  </a:lnTo>
                  <a:cubicBezTo>
                    <a:pt x="18945" y="10935"/>
                    <a:pt x="18945" y="10935"/>
                    <a:pt x="18936" y="10935"/>
                  </a:cubicBezTo>
                  <a:cubicBezTo>
                    <a:pt x="18878" y="10954"/>
                    <a:pt x="18850" y="10973"/>
                    <a:pt x="18793" y="10973"/>
                  </a:cubicBezTo>
                  <a:cubicBezTo>
                    <a:pt x="18755" y="10982"/>
                    <a:pt x="18717" y="10982"/>
                    <a:pt x="18679" y="10992"/>
                  </a:cubicBezTo>
                  <a:cubicBezTo>
                    <a:pt x="18621" y="10992"/>
                    <a:pt x="18583" y="10992"/>
                    <a:pt x="18545" y="10992"/>
                  </a:cubicBezTo>
                  <a:lnTo>
                    <a:pt x="18497" y="10992"/>
                  </a:lnTo>
                  <a:lnTo>
                    <a:pt x="18497" y="10992"/>
                  </a:lnTo>
                  <a:cubicBezTo>
                    <a:pt x="18459" y="10992"/>
                    <a:pt x="18421" y="10992"/>
                    <a:pt x="18421" y="10992"/>
                  </a:cubicBezTo>
                  <a:cubicBezTo>
                    <a:pt x="18364" y="10992"/>
                    <a:pt x="18326" y="10992"/>
                    <a:pt x="18269" y="10992"/>
                  </a:cubicBezTo>
                  <a:cubicBezTo>
                    <a:pt x="18221" y="10982"/>
                    <a:pt x="18164" y="10973"/>
                    <a:pt x="18117" y="10954"/>
                  </a:cubicBezTo>
                  <a:cubicBezTo>
                    <a:pt x="18097" y="10954"/>
                    <a:pt x="18050" y="10935"/>
                    <a:pt x="18050" y="10935"/>
                  </a:cubicBezTo>
                  <a:cubicBezTo>
                    <a:pt x="18031" y="10935"/>
                    <a:pt x="18012" y="10935"/>
                    <a:pt x="17993" y="10916"/>
                  </a:cubicBezTo>
                  <a:cubicBezTo>
                    <a:pt x="17955" y="10916"/>
                    <a:pt x="17917" y="10897"/>
                    <a:pt x="17888" y="10887"/>
                  </a:cubicBezTo>
                  <a:cubicBezTo>
                    <a:pt x="17793" y="10868"/>
                    <a:pt x="17688" y="10830"/>
                    <a:pt x="17621" y="10782"/>
                  </a:cubicBezTo>
                  <a:lnTo>
                    <a:pt x="11782" y="7230"/>
                  </a:lnTo>
                  <a:lnTo>
                    <a:pt x="11763" y="7220"/>
                  </a:lnTo>
                  <a:cubicBezTo>
                    <a:pt x="11735" y="7201"/>
                    <a:pt x="11697" y="7172"/>
                    <a:pt x="11659" y="7144"/>
                  </a:cubicBezTo>
                  <a:lnTo>
                    <a:pt x="11621" y="8287"/>
                  </a:lnTo>
                  <a:cubicBezTo>
                    <a:pt x="11611" y="8477"/>
                    <a:pt x="11487" y="8658"/>
                    <a:pt x="11230" y="8811"/>
                  </a:cubicBezTo>
                  <a:lnTo>
                    <a:pt x="7144" y="11182"/>
                  </a:lnTo>
                  <a:cubicBezTo>
                    <a:pt x="7201" y="11249"/>
                    <a:pt x="7258" y="11325"/>
                    <a:pt x="7363" y="11382"/>
                  </a:cubicBezTo>
                  <a:lnTo>
                    <a:pt x="13192" y="14916"/>
                  </a:lnTo>
                  <a:cubicBezTo>
                    <a:pt x="13306" y="14992"/>
                    <a:pt x="13430" y="15030"/>
                    <a:pt x="13564" y="15069"/>
                  </a:cubicBezTo>
                  <a:cubicBezTo>
                    <a:pt x="13592" y="15069"/>
                    <a:pt x="13611" y="15078"/>
                    <a:pt x="13630" y="15078"/>
                  </a:cubicBezTo>
                  <a:cubicBezTo>
                    <a:pt x="13764" y="15126"/>
                    <a:pt x="13906" y="15145"/>
                    <a:pt x="14049" y="15145"/>
                  </a:cubicBezTo>
                  <a:lnTo>
                    <a:pt x="14068" y="15145"/>
                  </a:lnTo>
                  <a:cubicBezTo>
                    <a:pt x="14221" y="15145"/>
                    <a:pt x="14373" y="15126"/>
                    <a:pt x="14526" y="15069"/>
                  </a:cubicBezTo>
                  <a:cubicBezTo>
                    <a:pt x="14526" y="15069"/>
                    <a:pt x="14526" y="15069"/>
                    <a:pt x="14535" y="15069"/>
                  </a:cubicBezTo>
                  <a:cubicBezTo>
                    <a:pt x="14687" y="15040"/>
                    <a:pt x="14821" y="14992"/>
                    <a:pt x="14935" y="14916"/>
                  </a:cubicBezTo>
                  <a:lnTo>
                    <a:pt x="19641" y="12192"/>
                  </a:lnTo>
                  <a:cubicBezTo>
                    <a:pt x="19745" y="12125"/>
                    <a:pt x="19793" y="12068"/>
                    <a:pt x="19850" y="12011"/>
                  </a:cubicBezTo>
                  <a:cubicBezTo>
                    <a:pt x="19841" y="11992"/>
                    <a:pt x="19821" y="11973"/>
                    <a:pt x="19821" y="11944"/>
                  </a:cubicBezTo>
                  <a:cubicBezTo>
                    <a:pt x="19812" y="11916"/>
                    <a:pt x="19803" y="11878"/>
                    <a:pt x="19803" y="11878"/>
                  </a:cubicBezTo>
                  <a:lnTo>
                    <a:pt x="19793" y="11801"/>
                  </a:lnTo>
                  <a:lnTo>
                    <a:pt x="19850" y="10478"/>
                  </a:lnTo>
                  <a:lnTo>
                    <a:pt x="19402" y="1077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83ACA10-69EF-4D21-ADE0-EF89BEA3A8B9}"/>
                </a:ext>
              </a:extLst>
            </p:cNvPr>
            <p:cNvSpPr/>
            <p:nvPr/>
          </p:nvSpPr>
          <p:spPr>
            <a:xfrm>
              <a:off x="5099381" y="5352036"/>
              <a:ext cx="19050" cy="19050"/>
            </a:xfrm>
            <a:custGeom>
              <a:avLst/>
              <a:gdLst>
                <a:gd name="connsiteX0" fmla="*/ 19850 w 19050"/>
                <a:gd name="connsiteY0" fmla="*/ 11859 h 19050"/>
                <a:gd name="connsiteX1" fmla="*/ 19850 w 19050"/>
                <a:gd name="connsiteY1" fmla="*/ 11802 h 19050"/>
                <a:gd name="connsiteX2" fmla="*/ 19850 w 19050"/>
                <a:gd name="connsiteY2" fmla="*/ 11792 h 19050"/>
                <a:gd name="connsiteX3" fmla="*/ 19898 w 19050"/>
                <a:gd name="connsiteY3" fmla="*/ 10497 h 19050"/>
                <a:gd name="connsiteX4" fmla="*/ 19412 w 19050"/>
                <a:gd name="connsiteY4" fmla="*/ 10773 h 19050"/>
                <a:gd name="connsiteX5" fmla="*/ 19231 w 19050"/>
                <a:gd name="connsiteY5" fmla="*/ 10868 h 19050"/>
                <a:gd name="connsiteX6" fmla="*/ 19069 w 19050"/>
                <a:gd name="connsiteY6" fmla="*/ 10906 h 19050"/>
                <a:gd name="connsiteX7" fmla="*/ 18993 w 19050"/>
                <a:gd name="connsiteY7" fmla="*/ 10925 h 19050"/>
                <a:gd name="connsiteX8" fmla="*/ 18974 w 19050"/>
                <a:gd name="connsiteY8" fmla="*/ 10944 h 19050"/>
                <a:gd name="connsiteX9" fmla="*/ 18945 w 19050"/>
                <a:gd name="connsiteY9" fmla="*/ 10944 h 19050"/>
                <a:gd name="connsiteX10" fmla="*/ 18812 w 19050"/>
                <a:gd name="connsiteY10" fmla="*/ 10963 h 19050"/>
                <a:gd name="connsiteX11" fmla="*/ 18688 w 19050"/>
                <a:gd name="connsiteY11" fmla="*/ 10982 h 19050"/>
                <a:gd name="connsiteX12" fmla="*/ 18555 w 19050"/>
                <a:gd name="connsiteY12" fmla="*/ 10992 h 19050"/>
                <a:gd name="connsiteX13" fmla="*/ 18517 w 19050"/>
                <a:gd name="connsiteY13" fmla="*/ 10992 h 19050"/>
                <a:gd name="connsiteX14" fmla="*/ 18498 w 19050"/>
                <a:gd name="connsiteY14" fmla="*/ 10992 h 19050"/>
                <a:gd name="connsiteX15" fmla="*/ 18431 w 19050"/>
                <a:gd name="connsiteY15" fmla="*/ 10992 h 19050"/>
                <a:gd name="connsiteX16" fmla="*/ 18298 w 19050"/>
                <a:gd name="connsiteY16" fmla="*/ 10973 h 19050"/>
                <a:gd name="connsiteX17" fmla="*/ 18126 w 19050"/>
                <a:gd name="connsiteY17" fmla="*/ 10963 h 19050"/>
                <a:gd name="connsiteX18" fmla="*/ 18040 w 19050"/>
                <a:gd name="connsiteY18" fmla="*/ 10944 h 19050"/>
                <a:gd name="connsiteX19" fmla="*/ 18002 w 19050"/>
                <a:gd name="connsiteY19" fmla="*/ 10925 h 19050"/>
                <a:gd name="connsiteX20" fmla="*/ 17897 w 19050"/>
                <a:gd name="connsiteY20" fmla="*/ 10897 h 19050"/>
                <a:gd name="connsiteX21" fmla="*/ 17631 w 19050"/>
                <a:gd name="connsiteY21" fmla="*/ 10773 h 19050"/>
                <a:gd name="connsiteX22" fmla="*/ 11792 w 19050"/>
                <a:gd name="connsiteY22" fmla="*/ 7230 h 19050"/>
                <a:gd name="connsiteX23" fmla="*/ 11773 w 19050"/>
                <a:gd name="connsiteY23" fmla="*/ 7220 h 19050"/>
                <a:gd name="connsiteX24" fmla="*/ 11668 w 19050"/>
                <a:gd name="connsiteY24" fmla="*/ 7144 h 19050"/>
                <a:gd name="connsiteX25" fmla="*/ 11621 w 19050"/>
                <a:gd name="connsiteY25" fmla="*/ 8268 h 19050"/>
                <a:gd name="connsiteX26" fmla="*/ 11230 w 19050"/>
                <a:gd name="connsiteY26" fmla="*/ 8801 h 19050"/>
                <a:gd name="connsiteX27" fmla="*/ 7144 w 19050"/>
                <a:gd name="connsiteY27" fmla="*/ 11173 h 19050"/>
                <a:gd name="connsiteX28" fmla="*/ 7363 w 19050"/>
                <a:gd name="connsiteY28" fmla="*/ 11373 h 19050"/>
                <a:gd name="connsiteX29" fmla="*/ 13202 w 19050"/>
                <a:gd name="connsiteY29" fmla="*/ 14916 h 19050"/>
                <a:gd name="connsiteX30" fmla="*/ 13573 w 19050"/>
                <a:gd name="connsiteY30" fmla="*/ 15069 h 19050"/>
                <a:gd name="connsiteX31" fmla="*/ 13640 w 19050"/>
                <a:gd name="connsiteY31" fmla="*/ 15078 h 19050"/>
                <a:gd name="connsiteX32" fmla="*/ 14069 w 19050"/>
                <a:gd name="connsiteY32" fmla="*/ 15135 h 19050"/>
                <a:gd name="connsiteX33" fmla="*/ 14078 w 19050"/>
                <a:gd name="connsiteY33" fmla="*/ 15135 h 19050"/>
                <a:gd name="connsiteX34" fmla="*/ 14535 w 19050"/>
                <a:gd name="connsiteY34" fmla="*/ 15078 h 19050"/>
                <a:gd name="connsiteX35" fmla="*/ 14554 w 19050"/>
                <a:gd name="connsiteY35" fmla="*/ 15078 h 19050"/>
                <a:gd name="connsiteX36" fmla="*/ 14945 w 19050"/>
                <a:gd name="connsiteY36" fmla="*/ 14907 h 19050"/>
                <a:gd name="connsiteX37" fmla="*/ 19650 w 19050"/>
                <a:gd name="connsiteY37" fmla="*/ 12192 h 19050"/>
                <a:gd name="connsiteX38" fmla="*/ 19850 w 19050"/>
                <a:gd name="connsiteY38" fmla="*/ 12002 h 19050"/>
                <a:gd name="connsiteX39" fmla="*/ 19831 w 19050"/>
                <a:gd name="connsiteY39" fmla="*/ 11945 h 19050"/>
                <a:gd name="connsiteX40" fmla="*/ 19850 w 19050"/>
                <a:gd name="connsiteY40" fmla="*/ 11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50" y="11859"/>
                  </a:moveTo>
                  <a:lnTo>
                    <a:pt x="19850" y="11802"/>
                  </a:lnTo>
                  <a:lnTo>
                    <a:pt x="19850" y="11792"/>
                  </a:lnTo>
                  <a:lnTo>
                    <a:pt x="19898" y="10497"/>
                  </a:lnTo>
                  <a:lnTo>
                    <a:pt x="19412" y="10773"/>
                  </a:lnTo>
                  <a:cubicBezTo>
                    <a:pt x="19355" y="10801"/>
                    <a:pt x="19298" y="10830"/>
                    <a:pt x="19231" y="10868"/>
                  </a:cubicBezTo>
                  <a:cubicBezTo>
                    <a:pt x="19183" y="10878"/>
                    <a:pt x="19126" y="10897"/>
                    <a:pt x="19069" y="10906"/>
                  </a:cubicBezTo>
                  <a:cubicBezTo>
                    <a:pt x="19050" y="10916"/>
                    <a:pt x="19022" y="10925"/>
                    <a:pt x="18993" y="10925"/>
                  </a:cubicBezTo>
                  <a:cubicBezTo>
                    <a:pt x="18993" y="10925"/>
                    <a:pt x="18983" y="10944"/>
                    <a:pt x="18974" y="10944"/>
                  </a:cubicBezTo>
                  <a:cubicBezTo>
                    <a:pt x="18974" y="10944"/>
                    <a:pt x="18955" y="10944"/>
                    <a:pt x="18945" y="10944"/>
                  </a:cubicBezTo>
                  <a:cubicBezTo>
                    <a:pt x="18898" y="10954"/>
                    <a:pt x="18860" y="10963"/>
                    <a:pt x="18812" y="10963"/>
                  </a:cubicBezTo>
                  <a:cubicBezTo>
                    <a:pt x="18764" y="10973"/>
                    <a:pt x="18726" y="10973"/>
                    <a:pt x="18688" y="10982"/>
                  </a:cubicBezTo>
                  <a:cubicBezTo>
                    <a:pt x="18650" y="10982"/>
                    <a:pt x="18612" y="10992"/>
                    <a:pt x="18555" y="10992"/>
                  </a:cubicBezTo>
                  <a:cubicBezTo>
                    <a:pt x="18545" y="10992"/>
                    <a:pt x="18536" y="10992"/>
                    <a:pt x="18517" y="10992"/>
                  </a:cubicBezTo>
                  <a:lnTo>
                    <a:pt x="18498" y="10992"/>
                  </a:lnTo>
                  <a:cubicBezTo>
                    <a:pt x="18469" y="10992"/>
                    <a:pt x="18450" y="10992"/>
                    <a:pt x="18431" y="10992"/>
                  </a:cubicBezTo>
                  <a:cubicBezTo>
                    <a:pt x="18383" y="10992"/>
                    <a:pt x="18336" y="10982"/>
                    <a:pt x="18298" y="10973"/>
                  </a:cubicBezTo>
                  <a:cubicBezTo>
                    <a:pt x="18231" y="10973"/>
                    <a:pt x="18183" y="10963"/>
                    <a:pt x="18126" y="10963"/>
                  </a:cubicBezTo>
                  <a:cubicBezTo>
                    <a:pt x="18097" y="10954"/>
                    <a:pt x="18088" y="10944"/>
                    <a:pt x="18040" y="10944"/>
                  </a:cubicBezTo>
                  <a:cubicBezTo>
                    <a:pt x="18040" y="10944"/>
                    <a:pt x="18021" y="10925"/>
                    <a:pt x="18002" y="10925"/>
                  </a:cubicBezTo>
                  <a:cubicBezTo>
                    <a:pt x="17964" y="10906"/>
                    <a:pt x="17926" y="10906"/>
                    <a:pt x="17897" y="10897"/>
                  </a:cubicBezTo>
                  <a:cubicBezTo>
                    <a:pt x="17793" y="10868"/>
                    <a:pt x="17697" y="10821"/>
                    <a:pt x="17631" y="10773"/>
                  </a:cubicBezTo>
                  <a:lnTo>
                    <a:pt x="11792" y="7230"/>
                  </a:lnTo>
                  <a:lnTo>
                    <a:pt x="11773" y="7220"/>
                  </a:lnTo>
                  <a:cubicBezTo>
                    <a:pt x="11725" y="7191"/>
                    <a:pt x="11697" y="7173"/>
                    <a:pt x="11668" y="7144"/>
                  </a:cubicBezTo>
                  <a:lnTo>
                    <a:pt x="11621" y="8268"/>
                  </a:lnTo>
                  <a:cubicBezTo>
                    <a:pt x="11611" y="8458"/>
                    <a:pt x="11487" y="8649"/>
                    <a:pt x="11230" y="8801"/>
                  </a:cubicBezTo>
                  <a:lnTo>
                    <a:pt x="7144" y="11173"/>
                  </a:lnTo>
                  <a:cubicBezTo>
                    <a:pt x="7201" y="11240"/>
                    <a:pt x="7268" y="11316"/>
                    <a:pt x="7363" y="11373"/>
                  </a:cubicBezTo>
                  <a:lnTo>
                    <a:pt x="13202" y="14916"/>
                  </a:lnTo>
                  <a:cubicBezTo>
                    <a:pt x="13316" y="14983"/>
                    <a:pt x="13440" y="15030"/>
                    <a:pt x="13573" y="15069"/>
                  </a:cubicBezTo>
                  <a:cubicBezTo>
                    <a:pt x="13602" y="15078"/>
                    <a:pt x="13621" y="15078"/>
                    <a:pt x="13640" y="15078"/>
                  </a:cubicBezTo>
                  <a:cubicBezTo>
                    <a:pt x="13773" y="15107"/>
                    <a:pt x="13907" y="15135"/>
                    <a:pt x="14069" y="15135"/>
                  </a:cubicBezTo>
                  <a:lnTo>
                    <a:pt x="14078" y="15135"/>
                  </a:lnTo>
                  <a:cubicBezTo>
                    <a:pt x="14231" y="15135"/>
                    <a:pt x="14383" y="15107"/>
                    <a:pt x="14535" y="15078"/>
                  </a:cubicBezTo>
                  <a:lnTo>
                    <a:pt x="14554" y="15078"/>
                  </a:lnTo>
                  <a:cubicBezTo>
                    <a:pt x="14697" y="15040"/>
                    <a:pt x="14830" y="14983"/>
                    <a:pt x="14945" y="14907"/>
                  </a:cubicBezTo>
                  <a:lnTo>
                    <a:pt x="19650" y="12192"/>
                  </a:lnTo>
                  <a:cubicBezTo>
                    <a:pt x="19745" y="12135"/>
                    <a:pt x="19803" y="12068"/>
                    <a:pt x="19850" y="12002"/>
                  </a:cubicBezTo>
                  <a:cubicBezTo>
                    <a:pt x="19831" y="11983"/>
                    <a:pt x="19831" y="11964"/>
                    <a:pt x="19831" y="11945"/>
                  </a:cubicBezTo>
                  <a:cubicBezTo>
                    <a:pt x="19869" y="11925"/>
                    <a:pt x="19860" y="11906"/>
                    <a:pt x="19850" y="11859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92DB787-20DD-4235-8F55-28616863BFA5}"/>
                </a:ext>
              </a:extLst>
            </p:cNvPr>
            <p:cNvSpPr/>
            <p:nvPr/>
          </p:nvSpPr>
          <p:spPr>
            <a:xfrm>
              <a:off x="5107753" y="5357104"/>
              <a:ext cx="19050" cy="19050"/>
            </a:xfrm>
            <a:custGeom>
              <a:avLst/>
              <a:gdLst>
                <a:gd name="connsiteX0" fmla="*/ 19917 w 19050"/>
                <a:gd name="connsiteY0" fmla="*/ 10478 h 19050"/>
                <a:gd name="connsiteX1" fmla="*/ 19403 w 19050"/>
                <a:gd name="connsiteY1" fmla="*/ 10773 h 19050"/>
                <a:gd name="connsiteX2" fmla="*/ 19222 w 19050"/>
                <a:gd name="connsiteY2" fmla="*/ 10859 h 19050"/>
                <a:gd name="connsiteX3" fmla="*/ 19050 w 19050"/>
                <a:gd name="connsiteY3" fmla="*/ 10906 h 19050"/>
                <a:gd name="connsiteX4" fmla="*/ 18983 w 19050"/>
                <a:gd name="connsiteY4" fmla="*/ 10925 h 19050"/>
                <a:gd name="connsiteX5" fmla="*/ 18974 w 19050"/>
                <a:gd name="connsiteY5" fmla="*/ 10925 h 19050"/>
                <a:gd name="connsiteX6" fmla="*/ 18917 w 19050"/>
                <a:gd name="connsiteY6" fmla="*/ 10944 h 19050"/>
                <a:gd name="connsiteX7" fmla="*/ 18793 w 19050"/>
                <a:gd name="connsiteY7" fmla="*/ 10982 h 19050"/>
                <a:gd name="connsiteX8" fmla="*/ 18669 w 19050"/>
                <a:gd name="connsiteY8" fmla="*/ 10992 h 19050"/>
                <a:gd name="connsiteX9" fmla="*/ 18536 w 19050"/>
                <a:gd name="connsiteY9" fmla="*/ 10992 h 19050"/>
                <a:gd name="connsiteX10" fmla="*/ 18507 w 19050"/>
                <a:gd name="connsiteY10" fmla="*/ 10992 h 19050"/>
                <a:gd name="connsiteX11" fmla="*/ 18498 w 19050"/>
                <a:gd name="connsiteY11" fmla="*/ 10992 h 19050"/>
                <a:gd name="connsiteX12" fmla="*/ 18412 w 19050"/>
                <a:gd name="connsiteY12" fmla="*/ 10992 h 19050"/>
                <a:gd name="connsiteX13" fmla="*/ 18279 w 19050"/>
                <a:gd name="connsiteY13" fmla="*/ 10982 h 19050"/>
                <a:gd name="connsiteX14" fmla="*/ 18117 w 19050"/>
                <a:gd name="connsiteY14" fmla="*/ 10963 h 19050"/>
                <a:gd name="connsiteX15" fmla="*/ 18059 w 19050"/>
                <a:gd name="connsiteY15" fmla="*/ 10944 h 19050"/>
                <a:gd name="connsiteX16" fmla="*/ 18002 w 19050"/>
                <a:gd name="connsiteY16" fmla="*/ 10916 h 19050"/>
                <a:gd name="connsiteX17" fmla="*/ 17879 w 19050"/>
                <a:gd name="connsiteY17" fmla="*/ 10897 h 19050"/>
                <a:gd name="connsiteX18" fmla="*/ 17621 w 19050"/>
                <a:gd name="connsiteY18" fmla="*/ 10773 h 19050"/>
                <a:gd name="connsiteX19" fmla="*/ 11792 w 19050"/>
                <a:gd name="connsiteY19" fmla="*/ 7239 h 19050"/>
                <a:gd name="connsiteX20" fmla="*/ 11773 w 19050"/>
                <a:gd name="connsiteY20" fmla="*/ 7230 h 19050"/>
                <a:gd name="connsiteX21" fmla="*/ 11659 w 19050"/>
                <a:gd name="connsiteY21" fmla="*/ 7144 h 19050"/>
                <a:gd name="connsiteX22" fmla="*/ 11621 w 19050"/>
                <a:gd name="connsiteY22" fmla="*/ 8287 h 19050"/>
                <a:gd name="connsiteX23" fmla="*/ 11240 w 19050"/>
                <a:gd name="connsiteY23" fmla="*/ 8801 h 19050"/>
                <a:gd name="connsiteX24" fmla="*/ 7144 w 19050"/>
                <a:gd name="connsiteY24" fmla="*/ 11182 h 19050"/>
                <a:gd name="connsiteX25" fmla="*/ 7353 w 19050"/>
                <a:gd name="connsiteY25" fmla="*/ 11382 h 19050"/>
                <a:gd name="connsiteX26" fmla="*/ 13202 w 19050"/>
                <a:gd name="connsiteY26" fmla="*/ 14916 h 19050"/>
                <a:gd name="connsiteX27" fmla="*/ 13564 w 19050"/>
                <a:gd name="connsiteY27" fmla="*/ 15078 h 19050"/>
                <a:gd name="connsiteX28" fmla="*/ 13630 w 19050"/>
                <a:gd name="connsiteY28" fmla="*/ 15088 h 19050"/>
                <a:gd name="connsiteX29" fmla="*/ 14049 w 19050"/>
                <a:gd name="connsiteY29" fmla="*/ 15135 h 19050"/>
                <a:gd name="connsiteX30" fmla="*/ 14069 w 19050"/>
                <a:gd name="connsiteY30" fmla="*/ 15135 h 19050"/>
                <a:gd name="connsiteX31" fmla="*/ 14516 w 19050"/>
                <a:gd name="connsiteY31" fmla="*/ 15078 h 19050"/>
                <a:gd name="connsiteX32" fmla="*/ 14535 w 19050"/>
                <a:gd name="connsiteY32" fmla="*/ 15078 h 19050"/>
                <a:gd name="connsiteX33" fmla="*/ 14935 w 19050"/>
                <a:gd name="connsiteY33" fmla="*/ 14916 h 19050"/>
                <a:gd name="connsiteX34" fmla="*/ 19650 w 19050"/>
                <a:gd name="connsiteY34" fmla="*/ 12202 h 19050"/>
                <a:gd name="connsiteX35" fmla="*/ 19860 w 19050"/>
                <a:gd name="connsiteY35" fmla="*/ 12011 h 19050"/>
                <a:gd name="connsiteX36" fmla="*/ 19841 w 19050"/>
                <a:gd name="connsiteY36" fmla="*/ 11954 h 19050"/>
                <a:gd name="connsiteX37" fmla="*/ 19822 w 19050"/>
                <a:gd name="connsiteY37" fmla="*/ 11868 h 19050"/>
                <a:gd name="connsiteX38" fmla="*/ 19822 w 19050"/>
                <a:gd name="connsiteY38" fmla="*/ 11811 h 19050"/>
                <a:gd name="connsiteX39" fmla="*/ 19822 w 19050"/>
                <a:gd name="connsiteY39" fmla="*/ 11811 h 19050"/>
                <a:gd name="connsiteX40" fmla="*/ 19917 w 19050"/>
                <a:gd name="connsiteY40" fmla="*/ 104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917" y="10478"/>
                  </a:moveTo>
                  <a:lnTo>
                    <a:pt x="19403" y="10773"/>
                  </a:lnTo>
                  <a:cubicBezTo>
                    <a:pt x="19336" y="10792"/>
                    <a:pt x="19279" y="10830"/>
                    <a:pt x="19222" y="10859"/>
                  </a:cubicBezTo>
                  <a:cubicBezTo>
                    <a:pt x="19165" y="10878"/>
                    <a:pt x="19117" y="10897"/>
                    <a:pt x="19050" y="10906"/>
                  </a:cubicBezTo>
                  <a:cubicBezTo>
                    <a:pt x="19041" y="10916"/>
                    <a:pt x="19012" y="10916"/>
                    <a:pt x="18983" y="10925"/>
                  </a:cubicBezTo>
                  <a:lnTo>
                    <a:pt x="18974" y="10925"/>
                  </a:lnTo>
                  <a:cubicBezTo>
                    <a:pt x="18955" y="10944"/>
                    <a:pt x="18936" y="10944"/>
                    <a:pt x="18917" y="10944"/>
                  </a:cubicBezTo>
                  <a:cubicBezTo>
                    <a:pt x="18879" y="10963"/>
                    <a:pt x="18840" y="10973"/>
                    <a:pt x="18793" y="10982"/>
                  </a:cubicBezTo>
                  <a:cubicBezTo>
                    <a:pt x="18755" y="10982"/>
                    <a:pt x="18717" y="10982"/>
                    <a:pt x="18669" y="10992"/>
                  </a:cubicBezTo>
                  <a:cubicBezTo>
                    <a:pt x="18631" y="10992"/>
                    <a:pt x="18593" y="10992"/>
                    <a:pt x="18536" y="10992"/>
                  </a:cubicBezTo>
                  <a:cubicBezTo>
                    <a:pt x="18536" y="10992"/>
                    <a:pt x="18526" y="10992"/>
                    <a:pt x="18507" y="10992"/>
                  </a:cubicBezTo>
                  <a:lnTo>
                    <a:pt x="18498" y="10992"/>
                  </a:lnTo>
                  <a:cubicBezTo>
                    <a:pt x="18469" y="10992"/>
                    <a:pt x="18412" y="10992"/>
                    <a:pt x="18412" y="10992"/>
                  </a:cubicBezTo>
                  <a:cubicBezTo>
                    <a:pt x="18374" y="10992"/>
                    <a:pt x="18317" y="10992"/>
                    <a:pt x="18279" y="10982"/>
                  </a:cubicBezTo>
                  <a:cubicBezTo>
                    <a:pt x="18222" y="10982"/>
                    <a:pt x="18183" y="10973"/>
                    <a:pt x="18117" y="10963"/>
                  </a:cubicBezTo>
                  <a:cubicBezTo>
                    <a:pt x="18098" y="10963"/>
                    <a:pt x="18079" y="10944"/>
                    <a:pt x="18059" y="10944"/>
                  </a:cubicBezTo>
                  <a:cubicBezTo>
                    <a:pt x="18031" y="10944"/>
                    <a:pt x="18021" y="10925"/>
                    <a:pt x="18002" y="10916"/>
                  </a:cubicBezTo>
                  <a:cubicBezTo>
                    <a:pt x="17964" y="10906"/>
                    <a:pt x="17926" y="10906"/>
                    <a:pt x="17879" y="10897"/>
                  </a:cubicBezTo>
                  <a:cubicBezTo>
                    <a:pt x="17783" y="10859"/>
                    <a:pt x="17697" y="10830"/>
                    <a:pt x="17621" y="10773"/>
                  </a:cubicBezTo>
                  <a:lnTo>
                    <a:pt x="11792" y="7239"/>
                  </a:lnTo>
                  <a:lnTo>
                    <a:pt x="11773" y="7230"/>
                  </a:lnTo>
                  <a:cubicBezTo>
                    <a:pt x="11725" y="7201"/>
                    <a:pt x="11697" y="7172"/>
                    <a:pt x="11659" y="7144"/>
                  </a:cubicBezTo>
                  <a:lnTo>
                    <a:pt x="11621" y="8287"/>
                  </a:lnTo>
                  <a:cubicBezTo>
                    <a:pt x="11621" y="8487"/>
                    <a:pt x="11487" y="8649"/>
                    <a:pt x="11240" y="8801"/>
                  </a:cubicBezTo>
                  <a:lnTo>
                    <a:pt x="7144" y="11182"/>
                  </a:lnTo>
                  <a:cubicBezTo>
                    <a:pt x="7201" y="11249"/>
                    <a:pt x="7268" y="11325"/>
                    <a:pt x="7353" y="11382"/>
                  </a:cubicBezTo>
                  <a:lnTo>
                    <a:pt x="13202" y="14916"/>
                  </a:lnTo>
                  <a:cubicBezTo>
                    <a:pt x="13306" y="14992"/>
                    <a:pt x="13430" y="15030"/>
                    <a:pt x="13564" y="15078"/>
                  </a:cubicBezTo>
                  <a:cubicBezTo>
                    <a:pt x="13583" y="15078"/>
                    <a:pt x="13602" y="15078"/>
                    <a:pt x="13630" y="15088"/>
                  </a:cubicBezTo>
                  <a:cubicBezTo>
                    <a:pt x="13773" y="15116"/>
                    <a:pt x="13907" y="15135"/>
                    <a:pt x="14049" y="15135"/>
                  </a:cubicBezTo>
                  <a:lnTo>
                    <a:pt x="14069" y="15135"/>
                  </a:lnTo>
                  <a:cubicBezTo>
                    <a:pt x="14221" y="15135"/>
                    <a:pt x="14364" y="15116"/>
                    <a:pt x="14516" y="15078"/>
                  </a:cubicBezTo>
                  <a:lnTo>
                    <a:pt x="14535" y="15078"/>
                  </a:lnTo>
                  <a:cubicBezTo>
                    <a:pt x="14688" y="15040"/>
                    <a:pt x="14821" y="14992"/>
                    <a:pt x="14935" y="14916"/>
                  </a:cubicBezTo>
                  <a:lnTo>
                    <a:pt x="19650" y="12202"/>
                  </a:lnTo>
                  <a:cubicBezTo>
                    <a:pt x="19745" y="12125"/>
                    <a:pt x="19812" y="12068"/>
                    <a:pt x="19860" y="12011"/>
                  </a:cubicBezTo>
                  <a:cubicBezTo>
                    <a:pt x="19850" y="12002"/>
                    <a:pt x="19850" y="11982"/>
                    <a:pt x="19841" y="11954"/>
                  </a:cubicBezTo>
                  <a:cubicBezTo>
                    <a:pt x="19831" y="11935"/>
                    <a:pt x="19831" y="11906"/>
                    <a:pt x="19822" y="11868"/>
                  </a:cubicBezTo>
                  <a:lnTo>
                    <a:pt x="19822" y="11811"/>
                  </a:lnTo>
                  <a:lnTo>
                    <a:pt x="19822" y="11811"/>
                  </a:lnTo>
                  <a:lnTo>
                    <a:pt x="19917" y="10478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1C452CF-B9A2-4328-A884-C62520FEC876}"/>
                </a:ext>
              </a:extLst>
            </p:cNvPr>
            <p:cNvSpPr/>
            <p:nvPr/>
          </p:nvSpPr>
          <p:spPr>
            <a:xfrm>
              <a:off x="5116126" y="5362162"/>
              <a:ext cx="19050" cy="19050"/>
            </a:xfrm>
            <a:custGeom>
              <a:avLst/>
              <a:gdLst>
                <a:gd name="connsiteX0" fmla="*/ 19860 w 19050"/>
                <a:gd name="connsiteY0" fmla="*/ 11897 h 19050"/>
                <a:gd name="connsiteX1" fmla="*/ 19860 w 19050"/>
                <a:gd name="connsiteY1" fmla="*/ 11811 h 19050"/>
                <a:gd name="connsiteX2" fmla="*/ 19860 w 19050"/>
                <a:gd name="connsiteY2" fmla="*/ 11801 h 19050"/>
                <a:gd name="connsiteX3" fmla="*/ 19898 w 19050"/>
                <a:gd name="connsiteY3" fmla="*/ 10506 h 19050"/>
                <a:gd name="connsiteX4" fmla="*/ 19431 w 19050"/>
                <a:gd name="connsiteY4" fmla="*/ 10782 h 19050"/>
                <a:gd name="connsiteX5" fmla="*/ 19241 w 19050"/>
                <a:gd name="connsiteY5" fmla="*/ 10868 h 19050"/>
                <a:gd name="connsiteX6" fmla="*/ 19088 w 19050"/>
                <a:gd name="connsiteY6" fmla="*/ 10916 h 19050"/>
                <a:gd name="connsiteX7" fmla="*/ 19003 w 19050"/>
                <a:gd name="connsiteY7" fmla="*/ 10954 h 19050"/>
                <a:gd name="connsiteX8" fmla="*/ 18993 w 19050"/>
                <a:gd name="connsiteY8" fmla="*/ 10954 h 19050"/>
                <a:gd name="connsiteX9" fmla="*/ 18955 w 19050"/>
                <a:gd name="connsiteY9" fmla="*/ 10954 h 19050"/>
                <a:gd name="connsiteX10" fmla="*/ 18822 w 19050"/>
                <a:gd name="connsiteY10" fmla="*/ 10982 h 19050"/>
                <a:gd name="connsiteX11" fmla="*/ 18698 w 19050"/>
                <a:gd name="connsiteY11" fmla="*/ 10992 h 19050"/>
                <a:gd name="connsiteX12" fmla="*/ 18574 w 19050"/>
                <a:gd name="connsiteY12" fmla="*/ 11001 h 19050"/>
                <a:gd name="connsiteX13" fmla="*/ 18517 w 19050"/>
                <a:gd name="connsiteY13" fmla="*/ 11001 h 19050"/>
                <a:gd name="connsiteX14" fmla="*/ 18507 w 19050"/>
                <a:gd name="connsiteY14" fmla="*/ 11001 h 19050"/>
                <a:gd name="connsiteX15" fmla="*/ 18431 w 19050"/>
                <a:gd name="connsiteY15" fmla="*/ 10992 h 19050"/>
                <a:gd name="connsiteX16" fmla="*/ 18298 w 19050"/>
                <a:gd name="connsiteY16" fmla="*/ 10992 h 19050"/>
                <a:gd name="connsiteX17" fmla="*/ 18145 w 19050"/>
                <a:gd name="connsiteY17" fmla="*/ 10973 h 19050"/>
                <a:gd name="connsiteX18" fmla="*/ 18069 w 19050"/>
                <a:gd name="connsiteY18" fmla="*/ 10954 h 19050"/>
                <a:gd name="connsiteX19" fmla="*/ 18021 w 19050"/>
                <a:gd name="connsiteY19" fmla="*/ 10944 h 19050"/>
                <a:gd name="connsiteX20" fmla="*/ 17897 w 19050"/>
                <a:gd name="connsiteY20" fmla="*/ 10906 h 19050"/>
                <a:gd name="connsiteX21" fmla="*/ 17650 w 19050"/>
                <a:gd name="connsiteY21" fmla="*/ 10792 h 19050"/>
                <a:gd name="connsiteX22" fmla="*/ 11802 w 19050"/>
                <a:gd name="connsiteY22" fmla="*/ 7248 h 19050"/>
                <a:gd name="connsiteX23" fmla="*/ 11792 w 19050"/>
                <a:gd name="connsiteY23" fmla="*/ 7239 h 19050"/>
                <a:gd name="connsiteX24" fmla="*/ 11659 w 19050"/>
                <a:gd name="connsiteY24" fmla="*/ 7144 h 19050"/>
                <a:gd name="connsiteX25" fmla="*/ 11611 w 19050"/>
                <a:gd name="connsiteY25" fmla="*/ 8277 h 19050"/>
                <a:gd name="connsiteX26" fmla="*/ 11230 w 19050"/>
                <a:gd name="connsiteY26" fmla="*/ 8801 h 19050"/>
                <a:gd name="connsiteX27" fmla="*/ 7144 w 19050"/>
                <a:gd name="connsiteY27" fmla="*/ 11163 h 19050"/>
                <a:gd name="connsiteX28" fmla="*/ 7382 w 19050"/>
                <a:gd name="connsiteY28" fmla="*/ 11382 h 19050"/>
                <a:gd name="connsiteX29" fmla="*/ 13211 w 19050"/>
                <a:gd name="connsiteY29" fmla="*/ 14916 h 19050"/>
                <a:gd name="connsiteX30" fmla="*/ 13583 w 19050"/>
                <a:gd name="connsiteY30" fmla="*/ 15069 h 19050"/>
                <a:gd name="connsiteX31" fmla="*/ 13649 w 19050"/>
                <a:gd name="connsiteY31" fmla="*/ 15087 h 19050"/>
                <a:gd name="connsiteX32" fmla="*/ 14078 w 19050"/>
                <a:gd name="connsiteY32" fmla="*/ 15126 h 19050"/>
                <a:gd name="connsiteX33" fmla="*/ 14088 w 19050"/>
                <a:gd name="connsiteY33" fmla="*/ 15126 h 19050"/>
                <a:gd name="connsiteX34" fmla="*/ 14535 w 19050"/>
                <a:gd name="connsiteY34" fmla="*/ 15078 h 19050"/>
                <a:gd name="connsiteX35" fmla="*/ 14564 w 19050"/>
                <a:gd name="connsiteY35" fmla="*/ 15069 h 19050"/>
                <a:gd name="connsiteX36" fmla="*/ 14964 w 19050"/>
                <a:gd name="connsiteY36" fmla="*/ 14907 h 19050"/>
                <a:gd name="connsiteX37" fmla="*/ 19679 w 19050"/>
                <a:gd name="connsiteY37" fmla="*/ 12192 h 19050"/>
                <a:gd name="connsiteX38" fmla="*/ 19869 w 19050"/>
                <a:gd name="connsiteY38" fmla="*/ 12020 h 19050"/>
                <a:gd name="connsiteX39" fmla="*/ 19850 w 19050"/>
                <a:gd name="connsiteY39" fmla="*/ 11944 h 19050"/>
                <a:gd name="connsiteX40" fmla="*/ 19860 w 19050"/>
                <a:gd name="connsiteY40" fmla="*/ 1189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60" y="11897"/>
                  </a:moveTo>
                  <a:lnTo>
                    <a:pt x="19860" y="11811"/>
                  </a:lnTo>
                  <a:lnTo>
                    <a:pt x="19860" y="11801"/>
                  </a:lnTo>
                  <a:lnTo>
                    <a:pt x="19898" y="10506"/>
                  </a:lnTo>
                  <a:lnTo>
                    <a:pt x="19431" y="10782"/>
                  </a:lnTo>
                  <a:cubicBezTo>
                    <a:pt x="19365" y="10811"/>
                    <a:pt x="19307" y="10849"/>
                    <a:pt x="19241" y="10868"/>
                  </a:cubicBezTo>
                  <a:cubicBezTo>
                    <a:pt x="19183" y="10887"/>
                    <a:pt x="19126" y="10906"/>
                    <a:pt x="19088" y="10916"/>
                  </a:cubicBezTo>
                  <a:cubicBezTo>
                    <a:pt x="19060" y="10925"/>
                    <a:pt x="19031" y="10925"/>
                    <a:pt x="19003" y="10954"/>
                  </a:cubicBezTo>
                  <a:lnTo>
                    <a:pt x="18993" y="10954"/>
                  </a:lnTo>
                  <a:cubicBezTo>
                    <a:pt x="18974" y="10954"/>
                    <a:pt x="18955" y="10954"/>
                    <a:pt x="18955" y="10954"/>
                  </a:cubicBezTo>
                  <a:cubicBezTo>
                    <a:pt x="18907" y="10954"/>
                    <a:pt x="18860" y="10973"/>
                    <a:pt x="18822" y="10982"/>
                  </a:cubicBezTo>
                  <a:cubicBezTo>
                    <a:pt x="18783" y="10982"/>
                    <a:pt x="18745" y="10992"/>
                    <a:pt x="18698" y="10992"/>
                  </a:cubicBezTo>
                  <a:cubicBezTo>
                    <a:pt x="18650" y="10992"/>
                    <a:pt x="18612" y="10992"/>
                    <a:pt x="18574" y="11001"/>
                  </a:cubicBezTo>
                  <a:lnTo>
                    <a:pt x="18517" y="11001"/>
                  </a:lnTo>
                  <a:lnTo>
                    <a:pt x="18507" y="11001"/>
                  </a:lnTo>
                  <a:lnTo>
                    <a:pt x="18431" y="10992"/>
                  </a:lnTo>
                  <a:cubicBezTo>
                    <a:pt x="18393" y="10992"/>
                    <a:pt x="18355" y="10992"/>
                    <a:pt x="18298" y="10992"/>
                  </a:cubicBezTo>
                  <a:cubicBezTo>
                    <a:pt x="18250" y="10982"/>
                    <a:pt x="18193" y="10982"/>
                    <a:pt x="18145" y="10973"/>
                  </a:cubicBezTo>
                  <a:cubicBezTo>
                    <a:pt x="18117" y="10954"/>
                    <a:pt x="18069" y="10954"/>
                    <a:pt x="18069" y="10954"/>
                  </a:cubicBezTo>
                  <a:cubicBezTo>
                    <a:pt x="18060" y="10954"/>
                    <a:pt x="18040" y="10954"/>
                    <a:pt x="18021" y="10944"/>
                  </a:cubicBezTo>
                  <a:cubicBezTo>
                    <a:pt x="17983" y="10925"/>
                    <a:pt x="17945" y="10916"/>
                    <a:pt x="17897" y="10906"/>
                  </a:cubicBezTo>
                  <a:cubicBezTo>
                    <a:pt x="17812" y="10878"/>
                    <a:pt x="17717" y="10839"/>
                    <a:pt x="17650" y="10792"/>
                  </a:cubicBezTo>
                  <a:lnTo>
                    <a:pt x="11802" y="7248"/>
                  </a:lnTo>
                  <a:lnTo>
                    <a:pt x="11792" y="7239"/>
                  </a:lnTo>
                  <a:cubicBezTo>
                    <a:pt x="11744" y="7210"/>
                    <a:pt x="11697" y="7172"/>
                    <a:pt x="11659" y="7144"/>
                  </a:cubicBezTo>
                  <a:lnTo>
                    <a:pt x="11611" y="8277"/>
                  </a:lnTo>
                  <a:cubicBezTo>
                    <a:pt x="11602" y="8468"/>
                    <a:pt x="11468" y="8658"/>
                    <a:pt x="11230" y="8801"/>
                  </a:cubicBezTo>
                  <a:lnTo>
                    <a:pt x="7144" y="11163"/>
                  </a:lnTo>
                  <a:cubicBezTo>
                    <a:pt x="7201" y="11249"/>
                    <a:pt x="7268" y="11335"/>
                    <a:pt x="7382" y="11382"/>
                  </a:cubicBezTo>
                  <a:lnTo>
                    <a:pt x="13211" y="14916"/>
                  </a:lnTo>
                  <a:cubicBezTo>
                    <a:pt x="13335" y="14992"/>
                    <a:pt x="13449" y="15040"/>
                    <a:pt x="13583" y="15069"/>
                  </a:cubicBezTo>
                  <a:cubicBezTo>
                    <a:pt x="13611" y="15069"/>
                    <a:pt x="13649" y="15087"/>
                    <a:pt x="13649" y="15087"/>
                  </a:cubicBezTo>
                  <a:cubicBezTo>
                    <a:pt x="13792" y="15116"/>
                    <a:pt x="13926" y="15126"/>
                    <a:pt x="14078" y="15126"/>
                  </a:cubicBezTo>
                  <a:lnTo>
                    <a:pt x="14088" y="15126"/>
                  </a:lnTo>
                  <a:cubicBezTo>
                    <a:pt x="14249" y="15126"/>
                    <a:pt x="14392" y="15116"/>
                    <a:pt x="14535" y="15078"/>
                  </a:cubicBezTo>
                  <a:lnTo>
                    <a:pt x="14564" y="15069"/>
                  </a:lnTo>
                  <a:cubicBezTo>
                    <a:pt x="14707" y="15040"/>
                    <a:pt x="14840" y="14992"/>
                    <a:pt x="14964" y="14907"/>
                  </a:cubicBezTo>
                  <a:lnTo>
                    <a:pt x="19679" y="12192"/>
                  </a:lnTo>
                  <a:cubicBezTo>
                    <a:pt x="19764" y="12135"/>
                    <a:pt x="19812" y="12078"/>
                    <a:pt x="19869" y="12020"/>
                  </a:cubicBezTo>
                  <a:cubicBezTo>
                    <a:pt x="19860" y="11982"/>
                    <a:pt x="19850" y="11963"/>
                    <a:pt x="19850" y="11944"/>
                  </a:cubicBezTo>
                  <a:cubicBezTo>
                    <a:pt x="19869" y="11944"/>
                    <a:pt x="19860" y="11897"/>
                    <a:pt x="19860" y="11897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79C7F23-EFD6-40FC-BDB1-BA64C2D316F3}"/>
                </a:ext>
              </a:extLst>
            </p:cNvPr>
            <p:cNvSpPr/>
            <p:nvPr/>
          </p:nvSpPr>
          <p:spPr>
            <a:xfrm>
              <a:off x="5124508" y="5367248"/>
              <a:ext cx="19050" cy="19050"/>
            </a:xfrm>
            <a:custGeom>
              <a:avLst/>
              <a:gdLst>
                <a:gd name="connsiteX0" fmla="*/ 19907 w 19050"/>
                <a:gd name="connsiteY0" fmla="*/ 10478 h 19050"/>
                <a:gd name="connsiteX1" fmla="*/ 19403 w 19050"/>
                <a:gd name="connsiteY1" fmla="*/ 10763 h 19050"/>
                <a:gd name="connsiteX2" fmla="*/ 19212 w 19050"/>
                <a:gd name="connsiteY2" fmla="*/ 10849 h 19050"/>
                <a:gd name="connsiteX3" fmla="*/ 19060 w 19050"/>
                <a:gd name="connsiteY3" fmla="*/ 10906 h 19050"/>
                <a:gd name="connsiteX4" fmla="*/ 18983 w 19050"/>
                <a:gd name="connsiteY4" fmla="*/ 10925 h 19050"/>
                <a:gd name="connsiteX5" fmla="*/ 18964 w 19050"/>
                <a:gd name="connsiteY5" fmla="*/ 10925 h 19050"/>
                <a:gd name="connsiteX6" fmla="*/ 18926 w 19050"/>
                <a:gd name="connsiteY6" fmla="*/ 10954 h 19050"/>
                <a:gd name="connsiteX7" fmla="*/ 18793 w 19050"/>
                <a:gd name="connsiteY7" fmla="*/ 10973 h 19050"/>
                <a:gd name="connsiteX8" fmla="*/ 18669 w 19050"/>
                <a:gd name="connsiteY8" fmla="*/ 10982 h 19050"/>
                <a:gd name="connsiteX9" fmla="*/ 18545 w 19050"/>
                <a:gd name="connsiteY9" fmla="*/ 10992 h 19050"/>
                <a:gd name="connsiteX10" fmla="*/ 18507 w 19050"/>
                <a:gd name="connsiteY10" fmla="*/ 10992 h 19050"/>
                <a:gd name="connsiteX11" fmla="*/ 18498 w 19050"/>
                <a:gd name="connsiteY11" fmla="*/ 10992 h 19050"/>
                <a:gd name="connsiteX12" fmla="*/ 18422 w 19050"/>
                <a:gd name="connsiteY12" fmla="*/ 10992 h 19050"/>
                <a:gd name="connsiteX13" fmla="*/ 18279 w 19050"/>
                <a:gd name="connsiteY13" fmla="*/ 10982 h 19050"/>
                <a:gd name="connsiteX14" fmla="*/ 18126 w 19050"/>
                <a:gd name="connsiteY14" fmla="*/ 10963 h 19050"/>
                <a:gd name="connsiteX15" fmla="*/ 18059 w 19050"/>
                <a:gd name="connsiteY15" fmla="*/ 10935 h 19050"/>
                <a:gd name="connsiteX16" fmla="*/ 17993 w 19050"/>
                <a:gd name="connsiteY16" fmla="*/ 10925 h 19050"/>
                <a:gd name="connsiteX17" fmla="*/ 17888 w 19050"/>
                <a:gd name="connsiteY17" fmla="*/ 10887 h 19050"/>
                <a:gd name="connsiteX18" fmla="*/ 17621 w 19050"/>
                <a:gd name="connsiteY18" fmla="*/ 10763 h 19050"/>
                <a:gd name="connsiteX19" fmla="*/ 11782 w 19050"/>
                <a:gd name="connsiteY19" fmla="*/ 7230 h 19050"/>
                <a:gd name="connsiteX20" fmla="*/ 11764 w 19050"/>
                <a:gd name="connsiteY20" fmla="*/ 7230 h 19050"/>
                <a:gd name="connsiteX21" fmla="*/ 11668 w 19050"/>
                <a:gd name="connsiteY21" fmla="*/ 7144 h 19050"/>
                <a:gd name="connsiteX22" fmla="*/ 11621 w 19050"/>
                <a:gd name="connsiteY22" fmla="*/ 8277 h 19050"/>
                <a:gd name="connsiteX23" fmla="*/ 11239 w 19050"/>
                <a:gd name="connsiteY23" fmla="*/ 8801 h 19050"/>
                <a:gd name="connsiteX24" fmla="*/ 7144 w 19050"/>
                <a:gd name="connsiteY24" fmla="*/ 11173 h 19050"/>
                <a:gd name="connsiteX25" fmla="*/ 7363 w 19050"/>
                <a:gd name="connsiteY25" fmla="*/ 11373 h 19050"/>
                <a:gd name="connsiteX26" fmla="*/ 13202 w 19050"/>
                <a:gd name="connsiteY26" fmla="*/ 14907 h 19050"/>
                <a:gd name="connsiteX27" fmla="*/ 13573 w 19050"/>
                <a:gd name="connsiteY27" fmla="*/ 15059 h 19050"/>
                <a:gd name="connsiteX28" fmla="*/ 13630 w 19050"/>
                <a:gd name="connsiteY28" fmla="*/ 15069 h 19050"/>
                <a:gd name="connsiteX29" fmla="*/ 14059 w 19050"/>
                <a:gd name="connsiteY29" fmla="*/ 15116 h 19050"/>
                <a:gd name="connsiteX30" fmla="*/ 14078 w 19050"/>
                <a:gd name="connsiteY30" fmla="*/ 15116 h 19050"/>
                <a:gd name="connsiteX31" fmla="*/ 14526 w 19050"/>
                <a:gd name="connsiteY31" fmla="*/ 15069 h 19050"/>
                <a:gd name="connsiteX32" fmla="*/ 14545 w 19050"/>
                <a:gd name="connsiteY32" fmla="*/ 15069 h 19050"/>
                <a:gd name="connsiteX33" fmla="*/ 14945 w 19050"/>
                <a:gd name="connsiteY33" fmla="*/ 14907 h 19050"/>
                <a:gd name="connsiteX34" fmla="*/ 19660 w 19050"/>
                <a:gd name="connsiteY34" fmla="*/ 12173 h 19050"/>
                <a:gd name="connsiteX35" fmla="*/ 19860 w 19050"/>
                <a:gd name="connsiteY35" fmla="*/ 12002 h 19050"/>
                <a:gd name="connsiteX36" fmla="*/ 19821 w 19050"/>
                <a:gd name="connsiteY36" fmla="*/ 11935 h 19050"/>
                <a:gd name="connsiteX37" fmla="*/ 19803 w 19050"/>
                <a:gd name="connsiteY37" fmla="*/ 11859 h 19050"/>
                <a:gd name="connsiteX38" fmla="*/ 19793 w 19050"/>
                <a:gd name="connsiteY38" fmla="*/ 11782 h 19050"/>
                <a:gd name="connsiteX39" fmla="*/ 19793 w 19050"/>
                <a:gd name="connsiteY39" fmla="*/ 11773 h 19050"/>
                <a:gd name="connsiteX40" fmla="*/ 19907 w 19050"/>
                <a:gd name="connsiteY40" fmla="*/ 104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907" y="10478"/>
                  </a:moveTo>
                  <a:lnTo>
                    <a:pt x="19403" y="10763"/>
                  </a:lnTo>
                  <a:cubicBezTo>
                    <a:pt x="19345" y="10801"/>
                    <a:pt x="19279" y="10830"/>
                    <a:pt x="19212" y="10849"/>
                  </a:cubicBezTo>
                  <a:cubicBezTo>
                    <a:pt x="19164" y="10868"/>
                    <a:pt x="19117" y="10887"/>
                    <a:pt x="19060" y="10906"/>
                  </a:cubicBezTo>
                  <a:cubicBezTo>
                    <a:pt x="19031" y="10916"/>
                    <a:pt x="19012" y="10916"/>
                    <a:pt x="18983" y="10925"/>
                  </a:cubicBezTo>
                  <a:lnTo>
                    <a:pt x="18964" y="10925"/>
                  </a:lnTo>
                  <a:cubicBezTo>
                    <a:pt x="18955" y="10925"/>
                    <a:pt x="18936" y="10935"/>
                    <a:pt x="18926" y="10954"/>
                  </a:cubicBezTo>
                  <a:cubicBezTo>
                    <a:pt x="18878" y="10954"/>
                    <a:pt x="18840" y="10963"/>
                    <a:pt x="18793" y="10973"/>
                  </a:cubicBezTo>
                  <a:cubicBezTo>
                    <a:pt x="18755" y="10973"/>
                    <a:pt x="18707" y="10982"/>
                    <a:pt x="18669" y="10982"/>
                  </a:cubicBezTo>
                  <a:cubicBezTo>
                    <a:pt x="18631" y="10982"/>
                    <a:pt x="18583" y="10982"/>
                    <a:pt x="18545" y="10992"/>
                  </a:cubicBezTo>
                  <a:cubicBezTo>
                    <a:pt x="18536" y="10992"/>
                    <a:pt x="18507" y="10992"/>
                    <a:pt x="18507" y="10992"/>
                  </a:cubicBezTo>
                  <a:lnTo>
                    <a:pt x="18498" y="10992"/>
                  </a:lnTo>
                  <a:cubicBezTo>
                    <a:pt x="18469" y="10992"/>
                    <a:pt x="18422" y="10992"/>
                    <a:pt x="18422" y="10992"/>
                  </a:cubicBezTo>
                  <a:cubicBezTo>
                    <a:pt x="18374" y="10982"/>
                    <a:pt x="18336" y="10982"/>
                    <a:pt x="18279" y="10982"/>
                  </a:cubicBezTo>
                  <a:cubicBezTo>
                    <a:pt x="18231" y="10973"/>
                    <a:pt x="18174" y="10963"/>
                    <a:pt x="18126" y="10963"/>
                  </a:cubicBezTo>
                  <a:cubicBezTo>
                    <a:pt x="18097" y="10954"/>
                    <a:pt x="18079" y="10954"/>
                    <a:pt x="18059" y="10935"/>
                  </a:cubicBezTo>
                  <a:cubicBezTo>
                    <a:pt x="18040" y="10925"/>
                    <a:pt x="18021" y="10925"/>
                    <a:pt x="17993" y="10925"/>
                  </a:cubicBezTo>
                  <a:cubicBezTo>
                    <a:pt x="17964" y="10916"/>
                    <a:pt x="17926" y="10906"/>
                    <a:pt x="17888" y="10887"/>
                  </a:cubicBezTo>
                  <a:cubicBezTo>
                    <a:pt x="17793" y="10859"/>
                    <a:pt x="17697" y="10820"/>
                    <a:pt x="17621" y="10763"/>
                  </a:cubicBezTo>
                  <a:lnTo>
                    <a:pt x="11782" y="7230"/>
                  </a:lnTo>
                  <a:lnTo>
                    <a:pt x="11764" y="7230"/>
                  </a:lnTo>
                  <a:cubicBezTo>
                    <a:pt x="11735" y="7201"/>
                    <a:pt x="11697" y="7163"/>
                    <a:pt x="11668" y="7144"/>
                  </a:cubicBezTo>
                  <a:lnTo>
                    <a:pt x="11621" y="8277"/>
                  </a:lnTo>
                  <a:cubicBezTo>
                    <a:pt x="11621" y="8468"/>
                    <a:pt x="11478" y="8658"/>
                    <a:pt x="11239" y="8801"/>
                  </a:cubicBezTo>
                  <a:lnTo>
                    <a:pt x="7144" y="11173"/>
                  </a:lnTo>
                  <a:cubicBezTo>
                    <a:pt x="7211" y="11239"/>
                    <a:pt x="7268" y="11325"/>
                    <a:pt x="7363" y="11373"/>
                  </a:cubicBezTo>
                  <a:lnTo>
                    <a:pt x="13202" y="14907"/>
                  </a:lnTo>
                  <a:cubicBezTo>
                    <a:pt x="13306" y="14973"/>
                    <a:pt x="13430" y="15030"/>
                    <a:pt x="13573" y="15059"/>
                  </a:cubicBezTo>
                  <a:cubicBezTo>
                    <a:pt x="13592" y="15059"/>
                    <a:pt x="13611" y="15069"/>
                    <a:pt x="13630" y="15069"/>
                  </a:cubicBezTo>
                  <a:cubicBezTo>
                    <a:pt x="13773" y="15097"/>
                    <a:pt x="13916" y="15116"/>
                    <a:pt x="14059" y="15116"/>
                  </a:cubicBezTo>
                  <a:lnTo>
                    <a:pt x="14078" y="15116"/>
                  </a:lnTo>
                  <a:cubicBezTo>
                    <a:pt x="14231" y="15116"/>
                    <a:pt x="14383" y="15097"/>
                    <a:pt x="14526" y="15069"/>
                  </a:cubicBezTo>
                  <a:lnTo>
                    <a:pt x="14545" y="15069"/>
                  </a:lnTo>
                  <a:cubicBezTo>
                    <a:pt x="14697" y="15030"/>
                    <a:pt x="14830" y="14973"/>
                    <a:pt x="14945" y="14907"/>
                  </a:cubicBezTo>
                  <a:lnTo>
                    <a:pt x="19660" y="12173"/>
                  </a:lnTo>
                  <a:cubicBezTo>
                    <a:pt x="19745" y="12116"/>
                    <a:pt x="19803" y="12059"/>
                    <a:pt x="19860" y="12002"/>
                  </a:cubicBezTo>
                  <a:cubicBezTo>
                    <a:pt x="19841" y="11982"/>
                    <a:pt x="19831" y="11954"/>
                    <a:pt x="19821" y="11935"/>
                  </a:cubicBezTo>
                  <a:cubicBezTo>
                    <a:pt x="19821" y="11897"/>
                    <a:pt x="19803" y="11859"/>
                    <a:pt x="19803" y="11859"/>
                  </a:cubicBezTo>
                  <a:lnTo>
                    <a:pt x="19793" y="11782"/>
                  </a:lnTo>
                  <a:lnTo>
                    <a:pt x="19793" y="11773"/>
                  </a:lnTo>
                  <a:lnTo>
                    <a:pt x="19907" y="10478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3E55104-6A5B-4891-98DD-2AABD0072AF6}"/>
                </a:ext>
              </a:extLst>
            </p:cNvPr>
            <p:cNvSpPr/>
            <p:nvPr/>
          </p:nvSpPr>
          <p:spPr>
            <a:xfrm>
              <a:off x="5132880" y="5372315"/>
              <a:ext cx="19050" cy="19050"/>
            </a:xfrm>
            <a:custGeom>
              <a:avLst/>
              <a:gdLst>
                <a:gd name="connsiteX0" fmla="*/ 19850 w 19050"/>
                <a:gd name="connsiteY0" fmla="*/ 11877 h 19050"/>
                <a:gd name="connsiteX1" fmla="*/ 19841 w 19050"/>
                <a:gd name="connsiteY1" fmla="*/ 11801 h 19050"/>
                <a:gd name="connsiteX2" fmla="*/ 19841 w 19050"/>
                <a:gd name="connsiteY2" fmla="*/ 11782 h 19050"/>
                <a:gd name="connsiteX3" fmla="*/ 19888 w 19050"/>
                <a:gd name="connsiteY3" fmla="*/ 10487 h 19050"/>
                <a:gd name="connsiteX4" fmla="*/ 19403 w 19050"/>
                <a:gd name="connsiteY4" fmla="*/ 10754 h 19050"/>
                <a:gd name="connsiteX5" fmla="*/ 19212 w 19050"/>
                <a:gd name="connsiteY5" fmla="*/ 10858 h 19050"/>
                <a:gd name="connsiteX6" fmla="*/ 19060 w 19050"/>
                <a:gd name="connsiteY6" fmla="*/ 10906 h 19050"/>
                <a:gd name="connsiteX7" fmla="*/ 18983 w 19050"/>
                <a:gd name="connsiteY7" fmla="*/ 10925 h 19050"/>
                <a:gd name="connsiteX8" fmla="*/ 18974 w 19050"/>
                <a:gd name="connsiteY8" fmla="*/ 10925 h 19050"/>
                <a:gd name="connsiteX9" fmla="*/ 18917 w 19050"/>
                <a:gd name="connsiteY9" fmla="*/ 10944 h 19050"/>
                <a:gd name="connsiteX10" fmla="*/ 18793 w 19050"/>
                <a:gd name="connsiteY10" fmla="*/ 10963 h 19050"/>
                <a:gd name="connsiteX11" fmla="*/ 18669 w 19050"/>
                <a:gd name="connsiteY11" fmla="*/ 10982 h 19050"/>
                <a:gd name="connsiteX12" fmla="*/ 18536 w 19050"/>
                <a:gd name="connsiteY12" fmla="*/ 10982 h 19050"/>
                <a:gd name="connsiteX13" fmla="*/ 18507 w 19050"/>
                <a:gd name="connsiteY13" fmla="*/ 10982 h 19050"/>
                <a:gd name="connsiteX14" fmla="*/ 18498 w 19050"/>
                <a:gd name="connsiteY14" fmla="*/ 10982 h 19050"/>
                <a:gd name="connsiteX15" fmla="*/ 18422 w 19050"/>
                <a:gd name="connsiteY15" fmla="*/ 10982 h 19050"/>
                <a:gd name="connsiteX16" fmla="*/ 18279 w 19050"/>
                <a:gd name="connsiteY16" fmla="*/ 10963 h 19050"/>
                <a:gd name="connsiteX17" fmla="*/ 18126 w 19050"/>
                <a:gd name="connsiteY17" fmla="*/ 10944 h 19050"/>
                <a:gd name="connsiteX18" fmla="*/ 18059 w 19050"/>
                <a:gd name="connsiteY18" fmla="*/ 10925 h 19050"/>
                <a:gd name="connsiteX19" fmla="*/ 18002 w 19050"/>
                <a:gd name="connsiteY19" fmla="*/ 10925 h 19050"/>
                <a:gd name="connsiteX20" fmla="*/ 17888 w 19050"/>
                <a:gd name="connsiteY20" fmla="*/ 10887 h 19050"/>
                <a:gd name="connsiteX21" fmla="*/ 17631 w 19050"/>
                <a:gd name="connsiteY21" fmla="*/ 10773 h 19050"/>
                <a:gd name="connsiteX22" fmla="*/ 11782 w 19050"/>
                <a:gd name="connsiteY22" fmla="*/ 7229 h 19050"/>
                <a:gd name="connsiteX23" fmla="*/ 11773 w 19050"/>
                <a:gd name="connsiteY23" fmla="*/ 7220 h 19050"/>
                <a:gd name="connsiteX24" fmla="*/ 11659 w 19050"/>
                <a:gd name="connsiteY24" fmla="*/ 7144 h 19050"/>
                <a:gd name="connsiteX25" fmla="*/ 11621 w 19050"/>
                <a:gd name="connsiteY25" fmla="*/ 8268 h 19050"/>
                <a:gd name="connsiteX26" fmla="*/ 11230 w 19050"/>
                <a:gd name="connsiteY26" fmla="*/ 8801 h 19050"/>
                <a:gd name="connsiteX27" fmla="*/ 7144 w 19050"/>
                <a:gd name="connsiteY27" fmla="*/ 11163 h 19050"/>
                <a:gd name="connsiteX28" fmla="*/ 7363 w 19050"/>
                <a:gd name="connsiteY28" fmla="*/ 11363 h 19050"/>
                <a:gd name="connsiteX29" fmla="*/ 13202 w 19050"/>
                <a:gd name="connsiteY29" fmla="*/ 14906 h 19050"/>
                <a:gd name="connsiteX30" fmla="*/ 13573 w 19050"/>
                <a:gd name="connsiteY30" fmla="*/ 15049 h 19050"/>
                <a:gd name="connsiteX31" fmla="*/ 13630 w 19050"/>
                <a:gd name="connsiteY31" fmla="*/ 15069 h 19050"/>
                <a:gd name="connsiteX32" fmla="*/ 14059 w 19050"/>
                <a:gd name="connsiteY32" fmla="*/ 15116 h 19050"/>
                <a:gd name="connsiteX33" fmla="*/ 14069 w 19050"/>
                <a:gd name="connsiteY33" fmla="*/ 15116 h 19050"/>
                <a:gd name="connsiteX34" fmla="*/ 14526 w 19050"/>
                <a:gd name="connsiteY34" fmla="*/ 15059 h 19050"/>
                <a:gd name="connsiteX35" fmla="*/ 14545 w 19050"/>
                <a:gd name="connsiteY35" fmla="*/ 15059 h 19050"/>
                <a:gd name="connsiteX36" fmla="*/ 14945 w 19050"/>
                <a:gd name="connsiteY36" fmla="*/ 14906 h 19050"/>
                <a:gd name="connsiteX37" fmla="*/ 19660 w 19050"/>
                <a:gd name="connsiteY37" fmla="*/ 12182 h 19050"/>
                <a:gd name="connsiteX38" fmla="*/ 19860 w 19050"/>
                <a:gd name="connsiteY38" fmla="*/ 12001 h 19050"/>
                <a:gd name="connsiteX39" fmla="*/ 19831 w 19050"/>
                <a:gd name="connsiteY39" fmla="*/ 11925 h 19050"/>
                <a:gd name="connsiteX40" fmla="*/ 19850 w 19050"/>
                <a:gd name="connsiteY40" fmla="*/ 11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50" y="11877"/>
                  </a:moveTo>
                  <a:lnTo>
                    <a:pt x="19841" y="11801"/>
                  </a:lnTo>
                  <a:lnTo>
                    <a:pt x="19841" y="11782"/>
                  </a:lnTo>
                  <a:lnTo>
                    <a:pt x="19888" y="10487"/>
                  </a:lnTo>
                  <a:lnTo>
                    <a:pt x="19403" y="10754"/>
                  </a:lnTo>
                  <a:cubicBezTo>
                    <a:pt x="19345" y="10801"/>
                    <a:pt x="19279" y="10830"/>
                    <a:pt x="19212" y="10858"/>
                  </a:cubicBezTo>
                  <a:cubicBezTo>
                    <a:pt x="19174" y="10868"/>
                    <a:pt x="19117" y="10887"/>
                    <a:pt x="19060" y="10906"/>
                  </a:cubicBezTo>
                  <a:cubicBezTo>
                    <a:pt x="19031" y="10906"/>
                    <a:pt x="19022" y="10925"/>
                    <a:pt x="18983" y="10925"/>
                  </a:cubicBezTo>
                  <a:lnTo>
                    <a:pt x="18974" y="10925"/>
                  </a:lnTo>
                  <a:cubicBezTo>
                    <a:pt x="18955" y="10925"/>
                    <a:pt x="18945" y="10925"/>
                    <a:pt x="18917" y="10944"/>
                  </a:cubicBezTo>
                  <a:cubicBezTo>
                    <a:pt x="18878" y="10944"/>
                    <a:pt x="18850" y="10944"/>
                    <a:pt x="18793" y="10963"/>
                  </a:cubicBezTo>
                  <a:cubicBezTo>
                    <a:pt x="18755" y="10963"/>
                    <a:pt x="18717" y="10963"/>
                    <a:pt x="18669" y="10982"/>
                  </a:cubicBezTo>
                  <a:cubicBezTo>
                    <a:pt x="18631" y="10982"/>
                    <a:pt x="18593" y="10982"/>
                    <a:pt x="18536" y="10982"/>
                  </a:cubicBezTo>
                  <a:lnTo>
                    <a:pt x="18507" y="10982"/>
                  </a:lnTo>
                  <a:lnTo>
                    <a:pt x="18498" y="10982"/>
                  </a:lnTo>
                  <a:cubicBezTo>
                    <a:pt x="18469" y="10982"/>
                    <a:pt x="18450" y="10982"/>
                    <a:pt x="18422" y="10982"/>
                  </a:cubicBezTo>
                  <a:cubicBezTo>
                    <a:pt x="18374" y="10982"/>
                    <a:pt x="18336" y="10982"/>
                    <a:pt x="18279" y="10963"/>
                  </a:cubicBezTo>
                  <a:cubicBezTo>
                    <a:pt x="18231" y="10963"/>
                    <a:pt x="18183" y="10963"/>
                    <a:pt x="18126" y="10944"/>
                  </a:cubicBezTo>
                  <a:cubicBezTo>
                    <a:pt x="18098" y="10944"/>
                    <a:pt x="18088" y="10944"/>
                    <a:pt x="18059" y="10925"/>
                  </a:cubicBezTo>
                  <a:cubicBezTo>
                    <a:pt x="18040" y="10925"/>
                    <a:pt x="18021" y="10925"/>
                    <a:pt x="18002" y="10925"/>
                  </a:cubicBezTo>
                  <a:cubicBezTo>
                    <a:pt x="17964" y="10906"/>
                    <a:pt x="17926" y="10896"/>
                    <a:pt x="17888" y="10887"/>
                  </a:cubicBezTo>
                  <a:cubicBezTo>
                    <a:pt x="17793" y="10858"/>
                    <a:pt x="17697" y="10830"/>
                    <a:pt x="17631" y="10773"/>
                  </a:cubicBezTo>
                  <a:lnTo>
                    <a:pt x="11782" y="7229"/>
                  </a:lnTo>
                  <a:lnTo>
                    <a:pt x="11773" y="7220"/>
                  </a:lnTo>
                  <a:cubicBezTo>
                    <a:pt x="11725" y="7191"/>
                    <a:pt x="11687" y="7172"/>
                    <a:pt x="11659" y="7144"/>
                  </a:cubicBezTo>
                  <a:lnTo>
                    <a:pt x="11621" y="8268"/>
                  </a:lnTo>
                  <a:cubicBezTo>
                    <a:pt x="11621" y="8468"/>
                    <a:pt x="11478" y="8649"/>
                    <a:pt x="11230" y="8801"/>
                  </a:cubicBezTo>
                  <a:lnTo>
                    <a:pt x="7144" y="11163"/>
                  </a:lnTo>
                  <a:cubicBezTo>
                    <a:pt x="7201" y="11239"/>
                    <a:pt x="7268" y="11316"/>
                    <a:pt x="7363" y="11363"/>
                  </a:cubicBezTo>
                  <a:lnTo>
                    <a:pt x="13202" y="14906"/>
                  </a:lnTo>
                  <a:cubicBezTo>
                    <a:pt x="13316" y="14973"/>
                    <a:pt x="13440" y="15021"/>
                    <a:pt x="13573" y="15049"/>
                  </a:cubicBezTo>
                  <a:cubicBezTo>
                    <a:pt x="13592" y="15059"/>
                    <a:pt x="13630" y="15069"/>
                    <a:pt x="13630" y="15069"/>
                  </a:cubicBezTo>
                  <a:cubicBezTo>
                    <a:pt x="13783" y="15097"/>
                    <a:pt x="13907" y="15116"/>
                    <a:pt x="14059" y="15116"/>
                  </a:cubicBezTo>
                  <a:lnTo>
                    <a:pt x="14069" y="15116"/>
                  </a:lnTo>
                  <a:cubicBezTo>
                    <a:pt x="14231" y="15116"/>
                    <a:pt x="14373" y="15097"/>
                    <a:pt x="14526" y="15059"/>
                  </a:cubicBezTo>
                  <a:lnTo>
                    <a:pt x="14545" y="15059"/>
                  </a:lnTo>
                  <a:cubicBezTo>
                    <a:pt x="14688" y="15030"/>
                    <a:pt x="14830" y="14973"/>
                    <a:pt x="14945" y="14906"/>
                  </a:cubicBezTo>
                  <a:lnTo>
                    <a:pt x="19660" y="12182"/>
                  </a:lnTo>
                  <a:cubicBezTo>
                    <a:pt x="19736" y="12116"/>
                    <a:pt x="19803" y="12059"/>
                    <a:pt x="19860" y="12001"/>
                  </a:cubicBezTo>
                  <a:cubicBezTo>
                    <a:pt x="19850" y="11963"/>
                    <a:pt x="19831" y="11944"/>
                    <a:pt x="19831" y="11925"/>
                  </a:cubicBezTo>
                  <a:cubicBezTo>
                    <a:pt x="19850" y="11925"/>
                    <a:pt x="19850" y="11877"/>
                    <a:pt x="19850" y="11877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E755EB-AFEE-4191-82F9-9AE2518592CB}"/>
                </a:ext>
              </a:extLst>
            </p:cNvPr>
            <p:cNvSpPr/>
            <p:nvPr/>
          </p:nvSpPr>
          <p:spPr>
            <a:xfrm>
              <a:off x="5137348" y="5366486"/>
              <a:ext cx="19050" cy="19050"/>
            </a:xfrm>
            <a:custGeom>
              <a:avLst/>
              <a:gdLst>
                <a:gd name="connsiteX0" fmla="*/ 17278 w 19050"/>
                <a:gd name="connsiteY0" fmla="*/ 10535 h 19050"/>
                <a:gd name="connsiteX1" fmla="*/ 17126 w 19050"/>
                <a:gd name="connsiteY1" fmla="*/ 10411 h 19050"/>
                <a:gd name="connsiteX2" fmla="*/ 17059 w 19050"/>
                <a:gd name="connsiteY2" fmla="*/ 10325 h 19050"/>
                <a:gd name="connsiteX3" fmla="*/ 17031 w 19050"/>
                <a:gd name="connsiteY3" fmla="*/ 10296 h 19050"/>
                <a:gd name="connsiteX4" fmla="*/ 17031 w 19050"/>
                <a:gd name="connsiteY4" fmla="*/ 10296 h 19050"/>
                <a:gd name="connsiteX5" fmla="*/ 17011 w 19050"/>
                <a:gd name="connsiteY5" fmla="*/ 10249 h 19050"/>
                <a:gd name="connsiteX6" fmla="*/ 16973 w 19050"/>
                <a:gd name="connsiteY6" fmla="*/ 10173 h 19050"/>
                <a:gd name="connsiteX7" fmla="*/ 16954 w 19050"/>
                <a:gd name="connsiteY7" fmla="*/ 10096 h 19050"/>
                <a:gd name="connsiteX8" fmla="*/ 16954 w 19050"/>
                <a:gd name="connsiteY8" fmla="*/ 10039 h 19050"/>
                <a:gd name="connsiteX9" fmla="*/ 16954 w 19050"/>
                <a:gd name="connsiteY9" fmla="*/ 10030 h 19050"/>
                <a:gd name="connsiteX10" fmla="*/ 16993 w 19050"/>
                <a:gd name="connsiteY10" fmla="*/ 8706 h 19050"/>
                <a:gd name="connsiteX11" fmla="*/ 16507 w 19050"/>
                <a:gd name="connsiteY11" fmla="*/ 8992 h 19050"/>
                <a:gd name="connsiteX12" fmla="*/ 16335 w 19050"/>
                <a:gd name="connsiteY12" fmla="*/ 9077 h 19050"/>
                <a:gd name="connsiteX13" fmla="*/ 16164 w 19050"/>
                <a:gd name="connsiteY13" fmla="*/ 9134 h 19050"/>
                <a:gd name="connsiteX14" fmla="*/ 16088 w 19050"/>
                <a:gd name="connsiteY14" fmla="*/ 9154 h 19050"/>
                <a:gd name="connsiteX15" fmla="*/ 16068 w 19050"/>
                <a:gd name="connsiteY15" fmla="*/ 9154 h 19050"/>
                <a:gd name="connsiteX16" fmla="*/ 16030 w 19050"/>
                <a:gd name="connsiteY16" fmla="*/ 9163 h 19050"/>
                <a:gd name="connsiteX17" fmla="*/ 15907 w 19050"/>
                <a:gd name="connsiteY17" fmla="*/ 9192 h 19050"/>
                <a:gd name="connsiteX18" fmla="*/ 15783 w 19050"/>
                <a:gd name="connsiteY18" fmla="*/ 9201 h 19050"/>
                <a:gd name="connsiteX19" fmla="*/ 15659 w 19050"/>
                <a:gd name="connsiteY19" fmla="*/ 9210 h 19050"/>
                <a:gd name="connsiteX20" fmla="*/ 15611 w 19050"/>
                <a:gd name="connsiteY20" fmla="*/ 9210 h 19050"/>
                <a:gd name="connsiteX21" fmla="*/ 15602 w 19050"/>
                <a:gd name="connsiteY21" fmla="*/ 9210 h 19050"/>
                <a:gd name="connsiteX22" fmla="*/ 15535 w 19050"/>
                <a:gd name="connsiteY22" fmla="*/ 9210 h 19050"/>
                <a:gd name="connsiteX23" fmla="*/ 15392 w 19050"/>
                <a:gd name="connsiteY23" fmla="*/ 9201 h 19050"/>
                <a:gd name="connsiteX24" fmla="*/ 15202 w 19050"/>
                <a:gd name="connsiteY24" fmla="*/ 9163 h 19050"/>
                <a:gd name="connsiteX25" fmla="*/ 15164 w 19050"/>
                <a:gd name="connsiteY25" fmla="*/ 9154 h 19050"/>
                <a:gd name="connsiteX26" fmla="*/ 15097 w 19050"/>
                <a:gd name="connsiteY26" fmla="*/ 9134 h 19050"/>
                <a:gd name="connsiteX27" fmla="*/ 14983 w 19050"/>
                <a:gd name="connsiteY27" fmla="*/ 9115 h 19050"/>
                <a:gd name="connsiteX28" fmla="*/ 14726 w 19050"/>
                <a:gd name="connsiteY28" fmla="*/ 8992 h 19050"/>
                <a:gd name="connsiteX29" fmla="*/ 11668 w 19050"/>
                <a:gd name="connsiteY29" fmla="*/ 7144 h 19050"/>
                <a:gd name="connsiteX30" fmla="*/ 11611 w 19050"/>
                <a:gd name="connsiteY30" fmla="*/ 8268 h 19050"/>
                <a:gd name="connsiteX31" fmla="*/ 11239 w 19050"/>
                <a:gd name="connsiteY31" fmla="*/ 8791 h 19050"/>
                <a:gd name="connsiteX32" fmla="*/ 7144 w 19050"/>
                <a:gd name="connsiteY32" fmla="*/ 11163 h 19050"/>
                <a:gd name="connsiteX33" fmla="*/ 7363 w 19050"/>
                <a:gd name="connsiteY33" fmla="*/ 11363 h 19050"/>
                <a:gd name="connsiteX34" fmla="*/ 13202 w 19050"/>
                <a:gd name="connsiteY34" fmla="*/ 14906 h 19050"/>
                <a:gd name="connsiteX35" fmla="*/ 13573 w 19050"/>
                <a:gd name="connsiteY35" fmla="*/ 15049 h 19050"/>
                <a:gd name="connsiteX36" fmla="*/ 13640 w 19050"/>
                <a:gd name="connsiteY36" fmla="*/ 15069 h 19050"/>
                <a:gd name="connsiteX37" fmla="*/ 14049 w 19050"/>
                <a:gd name="connsiteY37" fmla="*/ 15116 h 19050"/>
                <a:gd name="connsiteX38" fmla="*/ 14068 w 19050"/>
                <a:gd name="connsiteY38" fmla="*/ 15107 h 19050"/>
                <a:gd name="connsiteX39" fmla="*/ 14516 w 19050"/>
                <a:gd name="connsiteY39" fmla="*/ 15069 h 19050"/>
                <a:gd name="connsiteX40" fmla="*/ 14535 w 19050"/>
                <a:gd name="connsiteY40" fmla="*/ 15059 h 19050"/>
                <a:gd name="connsiteX41" fmla="*/ 14944 w 19050"/>
                <a:gd name="connsiteY41" fmla="*/ 14887 h 19050"/>
                <a:gd name="connsiteX42" fmla="*/ 19650 w 19050"/>
                <a:gd name="connsiteY42" fmla="*/ 12163 h 19050"/>
                <a:gd name="connsiteX43" fmla="*/ 19783 w 19050"/>
                <a:gd name="connsiteY43" fmla="*/ 12068 h 19050"/>
                <a:gd name="connsiteX44" fmla="*/ 17259 w 19050"/>
                <a:gd name="connsiteY44" fmla="*/ 10525 h 19050"/>
                <a:gd name="connsiteX45" fmla="*/ 17278 w 19050"/>
                <a:gd name="connsiteY45" fmla="*/ 105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35"/>
                  </a:moveTo>
                  <a:cubicBezTo>
                    <a:pt x="17221" y="10506"/>
                    <a:pt x="17173" y="10449"/>
                    <a:pt x="17126" y="10411"/>
                  </a:cubicBezTo>
                  <a:cubicBezTo>
                    <a:pt x="17097" y="10382"/>
                    <a:pt x="17078" y="10353"/>
                    <a:pt x="17059" y="10325"/>
                  </a:cubicBezTo>
                  <a:cubicBezTo>
                    <a:pt x="17050" y="10325"/>
                    <a:pt x="17050" y="10315"/>
                    <a:pt x="17031" y="10296"/>
                  </a:cubicBezTo>
                  <a:lnTo>
                    <a:pt x="17031" y="10296"/>
                  </a:lnTo>
                  <a:cubicBezTo>
                    <a:pt x="17031" y="10277"/>
                    <a:pt x="17021" y="10258"/>
                    <a:pt x="17011" y="10249"/>
                  </a:cubicBezTo>
                  <a:cubicBezTo>
                    <a:pt x="16993" y="10230"/>
                    <a:pt x="16983" y="10192"/>
                    <a:pt x="16973" y="10173"/>
                  </a:cubicBezTo>
                  <a:cubicBezTo>
                    <a:pt x="16973" y="10153"/>
                    <a:pt x="16954" y="10096"/>
                    <a:pt x="16954" y="10096"/>
                  </a:cubicBezTo>
                  <a:cubicBezTo>
                    <a:pt x="16954" y="10077"/>
                    <a:pt x="16954" y="10039"/>
                    <a:pt x="16954" y="10039"/>
                  </a:cubicBezTo>
                  <a:lnTo>
                    <a:pt x="16954" y="10030"/>
                  </a:lnTo>
                  <a:lnTo>
                    <a:pt x="16993" y="8706"/>
                  </a:lnTo>
                  <a:lnTo>
                    <a:pt x="16507" y="8992"/>
                  </a:lnTo>
                  <a:cubicBezTo>
                    <a:pt x="16450" y="9030"/>
                    <a:pt x="16392" y="9058"/>
                    <a:pt x="16335" y="9077"/>
                  </a:cubicBezTo>
                  <a:cubicBezTo>
                    <a:pt x="16268" y="9106"/>
                    <a:pt x="16230" y="9115"/>
                    <a:pt x="16164" y="9134"/>
                  </a:cubicBezTo>
                  <a:cubicBezTo>
                    <a:pt x="16145" y="9134"/>
                    <a:pt x="16116" y="9144"/>
                    <a:pt x="16088" y="9154"/>
                  </a:cubicBezTo>
                  <a:lnTo>
                    <a:pt x="16068" y="9154"/>
                  </a:lnTo>
                  <a:cubicBezTo>
                    <a:pt x="16059" y="9154"/>
                    <a:pt x="16050" y="9163"/>
                    <a:pt x="16030" y="9163"/>
                  </a:cubicBezTo>
                  <a:cubicBezTo>
                    <a:pt x="15992" y="9182"/>
                    <a:pt x="15954" y="9182"/>
                    <a:pt x="15907" y="9192"/>
                  </a:cubicBezTo>
                  <a:cubicBezTo>
                    <a:pt x="15869" y="9192"/>
                    <a:pt x="15830" y="9201"/>
                    <a:pt x="15783" y="9201"/>
                  </a:cubicBezTo>
                  <a:cubicBezTo>
                    <a:pt x="15735" y="9201"/>
                    <a:pt x="15707" y="9210"/>
                    <a:pt x="15659" y="9210"/>
                  </a:cubicBezTo>
                  <a:cubicBezTo>
                    <a:pt x="15649" y="9210"/>
                    <a:pt x="15611" y="9210"/>
                    <a:pt x="15611" y="9210"/>
                  </a:cubicBezTo>
                  <a:lnTo>
                    <a:pt x="15602" y="9210"/>
                  </a:lnTo>
                  <a:cubicBezTo>
                    <a:pt x="15573" y="9210"/>
                    <a:pt x="15535" y="9210"/>
                    <a:pt x="15535" y="9210"/>
                  </a:cubicBezTo>
                  <a:cubicBezTo>
                    <a:pt x="15487" y="9201"/>
                    <a:pt x="15440" y="9201"/>
                    <a:pt x="15392" y="9201"/>
                  </a:cubicBezTo>
                  <a:cubicBezTo>
                    <a:pt x="15335" y="9192"/>
                    <a:pt x="15287" y="9192"/>
                    <a:pt x="15202" y="9163"/>
                  </a:cubicBezTo>
                  <a:cubicBezTo>
                    <a:pt x="15202" y="9163"/>
                    <a:pt x="15192" y="9163"/>
                    <a:pt x="15164" y="9154"/>
                  </a:cubicBezTo>
                  <a:cubicBezTo>
                    <a:pt x="15135" y="9154"/>
                    <a:pt x="15126" y="9154"/>
                    <a:pt x="15097" y="9134"/>
                  </a:cubicBezTo>
                  <a:cubicBezTo>
                    <a:pt x="15068" y="9134"/>
                    <a:pt x="15030" y="9125"/>
                    <a:pt x="14983" y="9115"/>
                  </a:cubicBezTo>
                  <a:cubicBezTo>
                    <a:pt x="14887" y="9077"/>
                    <a:pt x="14802" y="9039"/>
                    <a:pt x="14726" y="8992"/>
                  </a:cubicBezTo>
                  <a:lnTo>
                    <a:pt x="11668" y="7144"/>
                  </a:lnTo>
                  <a:lnTo>
                    <a:pt x="11611" y="8268"/>
                  </a:lnTo>
                  <a:cubicBezTo>
                    <a:pt x="11601" y="8458"/>
                    <a:pt x="11477" y="8639"/>
                    <a:pt x="11239" y="8791"/>
                  </a:cubicBezTo>
                  <a:lnTo>
                    <a:pt x="7144" y="11163"/>
                  </a:lnTo>
                  <a:cubicBezTo>
                    <a:pt x="7191" y="11230"/>
                    <a:pt x="7267" y="11306"/>
                    <a:pt x="7363" y="11363"/>
                  </a:cubicBezTo>
                  <a:lnTo>
                    <a:pt x="13202" y="14906"/>
                  </a:lnTo>
                  <a:cubicBezTo>
                    <a:pt x="13316" y="14973"/>
                    <a:pt x="13430" y="15021"/>
                    <a:pt x="13573" y="15049"/>
                  </a:cubicBezTo>
                  <a:cubicBezTo>
                    <a:pt x="13583" y="15059"/>
                    <a:pt x="13611" y="15069"/>
                    <a:pt x="13640" y="15069"/>
                  </a:cubicBezTo>
                  <a:cubicBezTo>
                    <a:pt x="13773" y="15097"/>
                    <a:pt x="13916" y="15116"/>
                    <a:pt x="14049" y="15116"/>
                  </a:cubicBezTo>
                  <a:lnTo>
                    <a:pt x="14068" y="15107"/>
                  </a:lnTo>
                  <a:cubicBezTo>
                    <a:pt x="14240" y="15107"/>
                    <a:pt x="14373" y="15097"/>
                    <a:pt x="14516" y="15069"/>
                  </a:cubicBezTo>
                  <a:cubicBezTo>
                    <a:pt x="14526" y="15059"/>
                    <a:pt x="14535" y="15059"/>
                    <a:pt x="14535" y="15059"/>
                  </a:cubicBezTo>
                  <a:cubicBezTo>
                    <a:pt x="14697" y="15021"/>
                    <a:pt x="14830" y="14973"/>
                    <a:pt x="14944" y="14887"/>
                  </a:cubicBezTo>
                  <a:lnTo>
                    <a:pt x="19650" y="12163"/>
                  </a:lnTo>
                  <a:cubicBezTo>
                    <a:pt x="19717" y="12135"/>
                    <a:pt x="19745" y="12097"/>
                    <a:pt x="19783" y="12068"/>
                  </a:cubicBezTo>
                  <a:lnTo>
                    <a:pt x="17259" y="10525"/>
                  </a:lnTo>
                  <a:lnTo>
                    <a:pt x="17278" y="1053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01E6C2C-9DDB-45F6-B059-F023E1CC8B1F}"/>
                </a:ext>
              </a:extLst>
            </p:cNvPr>
            <p:cNvSpPr/>
            <p:nvPr/>
          </p:nvSpPr>
          <p:spPr>
            <a:xfrm>
              <a:off x="5128975" y="5361409"/>
              <a:ext cx="19050" cy="19050"/>
            </a:xfrm>
            <a:custGeom>
              <a:avLst/>
              <a:gdLst>
                <a:gd name="connsiteX0" fmla="*/ 17288 w 19050"/>
                <a:gd name="connsiteY0" fmla="*/ 10544 h 19050"/>
                <a:gd name="connsiteX1" fmla="*/ 17126 w 19050"/>
                <a:gd name="connsiteY1" fmla="*/ 10420 h 19050"/>
                <a:gd name="connsiteX2" fmla="*/ 17050 w 19050"/>
                <a:gd name="connsiteY2" fmla="*/ 10354 h 19050"/>
                <a:gd name="connsiteX3" fmla="*/ 17040 w 19050"/>
                <a:gd name="connsiteY3" fmla="*/ 10316 h 19050"/>
                <a:gd name="connsiteX4" fmla="*/ 17031 w 19050"/>
                <a:gd name="connsiteY4" fmla="*/ 10296 h 19050"/>
                <a:gd name="connsiteX5" fmla="*/ 17012 w 19050"/>
                <a:gd name="connsiteY5" fmla="*/ 10258 h 19050"/>
                <a:gd name="connsiteX6" fmla="*/ 16974 w 19050"/>
                <a:gd name="connsiteY6" fmla="*/ 10192 h 19050"/>
                <a:gd name="connsiteX7" fmla="*/ 16945 w 19050"/>
                <a:gd name="connsiteY7" fmla="*/ 10087 h 19050"/>
                <a:gd name="connsiteX8" fmla="*/ 16945 w 19050"/>
                <a:gd name="connsiteY8" fmla="*/ 10040 h 19050"/>
                <a:gd name="connsiteX9" fmla="*/ 16945 w 19050"/>
                <a:gd name="connsiteY9" fmla="*/ 10030 h 19050"/>
                <a:gd name="connsiteX10" fmla="*/ 17002 w 19050"/>
                <a:gd name="connsiteY10" fmla="*/ 8725 h 19050"/>
                <a:gd name="connsiteX11" fmla="*/ 16507 w 19050"/>
                <a:gd name="connsiteY11" fmla="*/ 9001 h 19050"/>
                <a:gd name="connsiteX12" fmla="*/ 16316 w 19050"/>
                <a:gd name="connsiteY12" fmla="*/ 9106 h 19050"/>
                <a:gd name="connsiteX13" fmla="*/ 16164 w 19050"/>
                <a:gd name="connsiteY13" fmla="*/ 9154 h 19050"/>
                <a:gd name="connsiteX14" fmla="*/ 16097 w 19050"/>
                <a:gd name="connsiteY14" fmla="*/ 9173 h 19050"/>
                <a:gd name="connsiteX15" fmla="*/ 16078 w 19050"/>
                <a:gd name="connsiteY15" fmla="*/ 9173 h 19050"/>
                <a:gd name="connsiteX16" fmla="*/ 16040 w 19050"/>
                <a:gd name="connsiteY16" fmla="*/ 9182 h 19050"/>
                <a:gd name="connsiteX17" fmla="*/ 15916 w 19050"/>
                <a:gd name="connsiteY17" fmla="*/ 9201 h 19050"/>
                <a:gd name="connsiteX18" fmla="*/ 15783 w 19050"/>
                <a:gd name="connsiteY18" fmla="*/ 9220 h 19050"/>
                <a:gd name="connsiteX19" fmla="*/ 15659 w 19050"/>
                <a:gd name="connsiteY19" fmla="*/ 9220 h 19050"/>
                <a:gd name="connsiteX20" fmla="*/ 15612 w 19050"/>
                <a:gd name="connsiteY20" fmla="*/ 9220 h 19050"/>
                <a:gd name="connsiteX21" fmla="*/ 15602 w 19050"/>
                <a:gd name="connsiteY21" fmla="*/ 9220 h 19050"/>
                <a:gd name="connsiteX22" fmla="*/ 15535 w 19050"/>
                <a:gd name="connsiteY22" fmla="*/ 9220 h 19050"/>
                <a:gd name="connsiteX23" fmla="*/ 15402 w 19050"/>
                <a:gd name="connsiteY23" fmla="*/ 9220 h 19050"/>
                <a:gd name="connsiteX24" fmla="*/ 15212 w 19050"/>
                <a:gd name="connsiteY24" fmla="*/ 9192 h 19050"/>
                <a:gd name="connsiteX25" fmla="*/ 15164 w 19050"/>
                <a:gd name="connsiteY25" fmla="*/ 9173 h 19050"/>
                <a:gd name="connsiteX26" fmla="*/ 15116 w 19050"/>
                <a:gd name="connsiteY26" fmla="*/ 9163 h 19050"/>
                <a:gd name="connsiteX27" fmla="*/ 15002 w 19050"/>
                <a:gd name="connsiteY27" fmla="*/ 9135 h 19050"/>
                <a:gd name="connsiteX28" fmla="*/ 14735 w 19050"/>
                <a:gd name="connsiteY28" fmla="*/ 9011 h 19050"/>
                <a:gd name="connsiteX29" fmla="*/ 11659 w 19050"/>
                <a:gd name="connsiteY29" fmla="*/ 7144 h 19050"/>
                <a:gd name="connsiteX30" fmla="*/ 11630 w 19050"/>
                <a:gd name="connsiteY30" fmla="*/ 8296 h 19050"/>
                <a:gd name="connsiteX31" fmla="*/ 11240 w 19050"/>
                <a:gd name="connsiteY31" fmla="*/ 8801 h 19050"/>
                <a:gd name="connsiteX32" fmla="*/ 7144 w 19050"/>
                <a:gd name="connsiteY32" fmla="*/ 11182 h 19050"/>
                <a:gd name="connsiteX33" fmla="*/ 7353 w 19050"/>
                <a:gd name="connsiteY33" fmla="*/ 11382 h 19050"/>
                <a:gd name="connsiteX34" fmla="*/ 13192 w 19050"/>
                <a:gd name="connsiteY34" fmla="*/ 14916 h 19050"/>
                <a:gd name="connsiteX35" fmla="*/ 13573 w 19050"/>
                <a:gd name="connsiteY35" fmla="*/ 15059 h 19050"/>
                <a:gd name="connsiteX36" fmla="*/ 13640 w 19050"/>
                <a:gd name="connsiteY36" fmla="*/ 15088 h 19050"/>
                <a:gd name="connsiteX37" fmla="*/ 14049 w 19050"/>
                <a:gd name="connsiteY37" fmla="*/ 15126 h 19050"/>
                <a:gd name="connsiteX38" fmla="*/ 14078 w 19050"/>
                <a:gd name="connsiteY38" fmla="*/ 15126 h 19050"/>
                <a:gd name="connsiteX39" fmla="*/ 14526 w 19050"/>
                <a:gd name="connsiteY39" fmla="*/ 15069 h 19050"/>
                <a:gd name="connsiteX40" fmla="*/ 14535 w 19050"/>
                <a:gd name="connsiteY40" fmla="*/ 15069 h 19050"/>
                <a:gd name="connsiteX41" fmla="*/ 14945 w 19050"/>
                <a:gd name="connsiteY41" fmla="*/ 14907 h 19050"/>
                <a:gd name="connsiteX42" fmla="*/ 19660 w 19050"/>
                <a:gd name="connsiteY42" fmla="*/ 12173 h 19050"/>
                <a:gd name="connsiteX43" fmla="*/ 19784 w 19050"/>
                <a:gd name="connsiteY43" fmla="*/ 12068 h 19050"/>
                <a:gd name="connsiteX44" fmla="*/ 17288 w 19050"/>
                <a:gd name="connsiteY44" fmla="*/ 10544 h 19050"/>
                <a:gd name="connsiteX45" fmla="*/ 17288 w 19050"/>
                <a:gd name="connsiteY45" fmla="*/ 105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88" y="10544"/>
                  </a:moveTo>
                  <a:cubicBezTo>
                    <a:pt x="17221" y="10506"/>
                    <a:pt x="17164" y="10468"/>
                    <a:pt x="17126" y="10420"/>
                  </a:cubicBezTo>
                  <a:cubicBezTo>
                    <a:pt x="17107" y="10392"/>
                    <a:pt x="17078" y="10373"/>
                    <a:pt x="17050" y="10354"/>
                  </a:cubicBezTo>
                  <a:cubicBezTo>
                    <a:pt x="17050" y="10316"/>
                    <a:pt x="17040" y="10316"/>
                    <a:pt x="17040" y="10316"/>
                  </a:cubicBezTo>
                  <a:lnTo>
                    <a:pt x="17031" y="10296"/>
                  </a:lnTo>
                  <a:cubicBezTo>
                    <a:pt x="17021" y="10296"/>
                    <a:pt x="17012" y="10278"/>
                    <a:pt x="17012" y="10258"/>
                  </a:cubicBezTo>
                  <a:cubicBezTo>
                    <a:pt x="16993" y="10239"/>
                    <a:pt x="16983" y="10220"/>
                    <a:pt x="16974" y="10192"/>
                  </a:cubicBezTo>
                  <a:cubicBezTo>
                    <a:pt x="16974" y="10173"/>
                    <a:pt x="16954" y="10144"/>
                    <a:pt x="16945" y="10087"/>
                  </a:cubicBezTo>
                  <a:lnTo>
                    <a:pt x="16945" y="10040"/>
                  </a:lnTo>
                  <a:lnTo>
                    <a:pt x="16945" y="10030"/>
                  </a:lnTo>
                  <a:lnTo>
                    <a:pt x="17002" y="8725"/>
                  </a:lnTo>
                  <a:lnTo>
                    <a:pt x="16507" y="9001"/>
                  </a:lnTo>
                  <a:cubicBezTo>
                    <a:pt x="16450" y="9039"/>
                    <a:pt x="16383" y="9058"/>
                    <a:pt x="16316" y="9106"/>
                  </a:cubicBezTo>
                  <a:cubicBezTo>
                    <a:pt x="16269" y="9125"/>
                    <a:pt x="16221" y="9135"/>
                    <a:pt x="16164" y="9154"/>
                  </a:cubicBezTo>
                  <a:cubicBezTo>
                    <a:pt x="16145" y="9163"/>
                    <a:pt x="16126" y="9163"/>
                    <a:pt x="16097" y="9173"/>
                  </a:cubicBezTo>
                  <a:lnTo>
                    <a:pt x="16078" y="9173"/>
                  </a:lnTo>
                  <a:cubicBezTo>
                    <a:pt x="16059" y="9173"/>
                    <a:pt x="16050" y="9173"/>
                    <a:pt x="16040" y="9182"/>
                  </a:cubicBezTo>
                  <a:cubicBezTo>
                    <a:pt x="15993" y="9192"/>
                    <a:pt x="15955" y="9192"/>
                    <a:pt x="15916" y="9201"/>
                  </a:cubicBezTo>
                  <a:cubicBezTo>
                    <a:pt x="15869" y="9201"/>
                    <a:pt x="15831" y="9211"/>
                    <a:pt x="15783" y="9220"/>
                  </a:cubicBezTo>
                  <a:cubicBezTo>
                    <a:pt x="15745" y="9220"/>
                    <a:pt x="15697" y="9220"/>
                    <a:pt x="15659" y="9220"/>
                  </a:cubicBezTo>
                  <a:lnTo>
                    <a:pt x="15612" y="9220"/>
                  </a:lnTo>
                  <a:lnTo>
                    <a:pt x="15602" y="9220"/>
                  </a:lnTo>
                  <a:cubicBezTo>
                    <a:pt x="15583" y="9220"/>
                    <a:pt x="15535" y="9220"/>
                    <a:pt x="15535" y="9220"/>
                  </a:cubicBezTo>
                  <a:cubicBezTo>
                    <a:pt x="15488" y="9220"/>
                    <a:pt x="15440" y="9220"/>
                    <a:pt x="15402" y="9220"/>
                  </a:cubicBezTo>
                  <a:cubicBezTo>
                    <a:pt x="15335" y="9201"/>
                    <a:pt x="15288" y="9201"/>
                    <a:pt x="15212" y="9192"/>
                  </a:cubicBezTo>
                  <a:cubicBezTo>
                    <a:pt x="15212" y="9192"/>
                    <a:pt x="15192" y="9182"/>
                    <a:pt x="15164" y="9173"/>
                  </a:cubicBezTo>
                  <a:cubicBezTo>
                    <a:pt x="15154" y="9173"/>
                    <a:pt x="15126" y="9173"/>
                    <a:pt x="15116" y="9163"/>
                  </a:cubicBezTo>
                  <a:cubicBezTo>
                    <a:pt x="15078" y="9154"/>
                    <a:pt x="15040" y="9144"/>
                    <a:pt x="15002" y="9135"/>
                  </a:cubicBezTo>
                  <a:cubicBezTo>
                    <a:pt x="14907" y="9106"/>
                    <a:pt x="14802" y="9049"/>
                    <a:pt x="14735" y="9011"/>
                  </a:cubicBezTo>
                  <a:lnTo>
                    <a:pt x="11659" y="7144"/>
                  </a:lnTo>
                  <a:lnTo>
                    <a:pt x="11630" y="8296"/>
                  </a:lnTo>
                  <a:cubicBezTo>
                    <a:pt x="11621" y="8487"/>
                    <a:pt x="11487" y="8658"/>
                    <a:pt x="11240" y="8801"/>
                  </a:cubicBezTo>
                  <a:lnTo>
                    <a:pt x="7144" y="11182"/>
                  </a:lnTo>
                  <a:cubicBezTo>
                    <a:pt x="7201" y="11249"/>
                    <a:pt x="7268" y="11325"/>
                    <a:pt x="7353" y="11382"/>
                  </a:cubicBezTo>
                  <a:lnTo>
                    <a:pt x="13192" y="14916"/>
                  </a:lnTo>
                  <a:cubicBezTo>
                    <a:pt x="13316" y="14974"/>
                    <a:pt x="13430" y="15012"/>
                    <a:pt x="13573" y="15059"/>
                  </a:cubicBezTo>
                  <a:cubicBezTo>
                    <a:pt x="13592" y="15069"/>
                    <a:pt x="13602" y="15069"/>
                    <a:pt x="13640" y="15088"/>
                  </a:cubicBezTo>
                  <a:cubicBezTo>
                    <a:pt x="13773" y="15116"/>
                    <a:pt x="13907" y="15126"/>
                    <a:pt x="14049" y="15126"/>
                  </a:cubicBezTo>
                  <a:lnTo>
                    <a:pt x="14078" y="15126"/>
                  </a:lnTo>
                  <a:cubicBezTo>
                    <a:pt x="14221" y="15126"/>
                    <a:pt x="14373" y="15107"/>
                    <a:pt x="14526" y="15069"/>
                  </a:cubicBezTo>
                  <a:lnTo>
                    <a:pt x="14535" y="15069"/>
                  </a:lnTo>
                  <a:cubicBezTo>
                    <a:pt x="14688" y="15030"/>
                    <a:pt x="14821" y="14974"/>
                    <a:pt x="14945" y="14907"/>
                  </a:cubicBezTo>
                  <a:lnTo>
                    <a:pt x="19660" y="12173"/>
                  </a:lnTo>
                  <a:cubicBezTo>
                    <a:pt x="19717" y="12144"/>
                    <a:pt x="19745" y="12106"/>
                    <a:pt x="19784" y="12068"/>
                  </a:cubicBezTo>
                  <a:lnTo>
                    <a:pt x="17288" y="10544"/>
                  </a:lnTo>
                  <a:lnTo>
                    <a:pt x="17288" y="105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06645B4-6BE7-4856-93D8-41DFA0C47A4E}"/>
                </a:ext>
              </a:extLst>
            </p:cNvPr>
            <p:cNvSpPr/>
            <p:nvPr/>
          </p:nvSpPr>
          <p:spPr>
            <a:xfrm>
              <a:off x="5120593" y="5356323"/>
              <a:ext cx="19050" cy="19050"/>
            </a:xfrm>
            <a:custGeom>
              <a:avLst/>
              <a:gdLst>
                <a:gd name="connsiteX0" fmla="*/ 17297 w 19050"/>
                <a:gd name="connsiteY0" fmla="*/ 10563 h 19050"/>
                <a:gd name="connsiteX1" fmla="*/ 17145 w 19050"/>
                <a:gd name="connsiteY1" fmla="*/ 10430 h 19050"/>
                <a:gd name="connsiteX2" fmla="*/ 17069 w 19050"/>
                <a:gd name="connsiteY2" fmla="*/ 10354 h 19050"/>
                <a:gd name="connsiteX3" fmla="*/ 17040 w 19050"/>
                <a:gd name="connsiteY3" fmla="*/ 10316 h 19050"/>
                <a:gd name="connsiteX4" fmla="*/ 17021 w 19050"/>
                <a:gd name="connsiteY4" fmla="*/ 10278 h 19050"/>
                <a:gd name="connsiteX5" fmla="*/ 16993 w 19050"/>
                <a:gd name="connsiteY5" fmla="*/ 10201 h 19050"/>
                <a:gd name="connsiteX6" fmla="*/ 16973 w 19050"/>
                <a:gd name="connsiteY6" fmla="*/ 10125 h 19050"/>
                <a:gd name="connsiteX7" fmla="*/ 16964 w 19050"/>
                <a:gd name="connsiteY7" fmla="*/ 10058 h 19050"/>
                <a:gd name="connsiteX8" fmla="*/ 16964 w 19050"/>
                <a:gd name="connsiteY8" fmla="*/ 10040 h 19050"/>
                <a:gd name="connsiteX9" fmla="*/ 17021 w 19050"/>
                <a:gd name="connsiteY9" fmla="*/ 8706 h 19050"/>
                <a:gd name="connsiteX10" fmla="*/ 16497 w 19050"/>
                <a:gd name="connsiteY10" fmla="*/ 9001 h 19050"/>
                <a:gd name="connsiteX11" fmla="*/ 16316 w 19050"/>
                <a:gd name="connsiteY11" fmla="*/ 9106 h 19050"/>
                <a:gd name="connsiteX12" fmla="*/ 16154 w 19050"/>
                <a:gd name="connsiteY12" fmla="*/ 9144 h 19050"/>
                <a:gd name="connsiteX13" fmla="*/ 16078 w 19050"/>
                <a:gd name="connsiteY13" fmla="*/ 9163 h 19050"/>
                <a:gd name="connsiteX14" fmla="*/ 16068 w 19050"/>
                <a:gd name="connsiteY14" fmla="*/ 9173 h 19050"/>
                <a:gd name="connsiteX15" fmla="*/ 16030 w 19050"/>
                <a:gd name="connsiteY15" fmla="*/ 9173 h 19050"/>
                <a:gd name="connsiteX16" fmla="*/ 15897 w 19050"/>
                <a:gd name="connsiteY16" fmla="*/ 9192 h 19050"/>
                <a:gd name="connsiteX17" fmla="*/ 15773 w 19050"/>
                <a:gd name="connsiteY17" fmla="*/ 9211 h 19050"/>
                <a:gd name="connsiteX18" fmla="*/ 15659 w 19050"/>
                <a:gd name="connsiteY18" fmla="*/ 9230 h 19050"/>
                <a:gd name="connsiteX19" fmla="*/ 15602 w 19050"/>
                <a:gd name="connsiteY19" fmla="*/ 9230 h 19050"/>
                <a:gd name="connsiteX20" fmla="*/ 15583 w 19050"/>
                <a:gd name="connsiteY20" fmla="*/ 9230 h 19050"/>
                <a:gd name="connsiteX21" fmla="*/ 15526 w 19050"/>
                <a:gd name="connsiteY21" fmla="*/ 9230 h 19050"/>
                <a:gd name="connsiteX22" fmla="*/ 15383 w 19050"/>
                <a:gd name="connsiteY22" fmla="*/ 9201 h 19050"/>
                <a:gd name="connsiteX23" fmla="*/ 15211 w 19050"/>
                <a:gd name="connsiteY23" fmla="*/ 9182 h 19050"/>
                <a:gd name="connsiteX24" fmla="*/ 15154 w 19050"/>
                <a:gd name="connsiteY24" fmla="*/ 9173 h 19050"/>
                <a:gd name="connsiteX25" fmla="*/ 15107 w 19050"/>
                <a:gd name="connsiteY25" fmla="*/ 9163 h 19050"/>
                <a:gd name="connsiteX26" fmla="*/ 14983 w 19050"/>
                <a:gd name="connsiteY26" fmla="*/ 9135 h 19050"/>
                <a:gd name="connsiteX27" fmla="*/ 14726 w 19050"/>
                <a:gd name="connsiteY27" fmla="*/ 9001 h 19050"/>
                <a:gd name="connsiteX28" fmla="*/ 11649 w 19050"/>
                <a:gd name="connsiteY28" fmla="*/ 7144 h 19050"/>
                <a:gd name="connsiteX29" fmla="*/ 11611 w 19050"/>
                <a:gd name="connsiteY29" fmla="*/ 8287 h 19050"/>
                <a:gd name="connsiteX30" fmla="*/ 11239 w 19050"/>
                <a:gd name="connsiteY30" fmla="*/ 8801 h 19050"/>
                <a:gd name="connsiteX31" fmla="*/ 7144 w 19050"/>
                <a:gd name="connsiteY31" fmla="*/ 11182 h 19050"/>
                <a:gd name="connsiteX32" fmla="*/ 7382 w 19050"/>
                <a:gd name="connsiteY32" fmla="*/ 11392 h 19050"/>
                <a:gd name="connsiteX33" fmla="*/ 13221 w 19050"/>
                <a:gd name="connsiteY33" fmla="*/ 14926 h 19050"/>
                <a:gd name="connsiteX34" fmla="*/ 13583 w 19050"/>
                <a:gd name="connsiteY34" fmla="*/ 15078 h 19050"/>
                <a:gd name="connsiteX35" fmla="*/ 13649 w 19050"/>
                <a:gd name="connsiteY35" fmla="*/ 15097 h 19050"/>
                <a:gd name="connsiteX36" fmla="*/ 14078 w 19050"/>
                <a:gd name="connsiteY36" fmla="*/ 15135 h 19050"/>
                <a:gd name="connsiteX37" fmla="*/ 14097 w 19050"/>
                <a:gd name="connsiteY37" fmla="*/ 15135 h 19050"/>
                <a:gd name="connsiteX38" fmla="*/ 14535 w 19050"/>
                <a:gd name="connsiteY38" fmla="*/ 15088 h 19050"/>
                <a:gd name="connsiteX39" fmla="*/ 14554 w 19050"/>
                <a:gd name="connsiteY39" fmla="*/ 15088 h 19050"/>
                <a:gd name="connsiteX40" fmla="*/ 14964 w 19050"/>
                <a:gd name="connsiteY40" fmla="*/ 14926 h 19050"/>
                <a:gd name="connsiteX41" fmla="*/ 19678 w 19050"/>
                <a:gd name="connsiteY41" fmla="*/ 12192 h 19050"/>
                <a:gd name="connsiteX42" fmla="*/ 19812 w 19050"/>
                <a:gd name="connsiteY42" fmla="*/ 12078 h 19050"/>
                <a:gd name="connsiteX43" fmla="*/ 17269 w 19050"/>
                <a:gd name="connsiteY43" fmla="*/ 10554 h 19050"/>
                <a:gd name="connsiteX44" fmla="*/ 17297 w 19050"/>
                <a:gd name="connsiteY44" fmla="*/ 105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7297" y="10563"/>
                  </a:moveTo>
                  <a:cubicBezTo>
                    <a:pt x="17240" y="10525"/>
                    <a:pt x="17193" y="10478"/>
                    <a:pt x="17145" y="10430"/>
                  </a:cubicBezTo>
                  <a:cubicBezTo>
                    <a:pt x="17116" y="10411"/>
                    <a:pt x="17097" y="10382"/>
                    <a:pt x="17069" y="10354"/>
                  </a:cubicBezTo>
                  <a:cubicBezTo>
                    <a:pt x="17069" y="10354"/>
                    <a:pt x="17059" y="10335"/>
                    <a:pt x="17040" y="10316"/>
                  </a:cubicBezTo>
                  <a:cubicBezTo>
                    <a:pt x="17031" y="10296"/>
                    <a:pt x="17031" y="10287"/>
                    <a:pt x="17021" y="10278"/>
                  </a:cubicBezTo>
                  <a:cubicBezTo>
                    <a:pt x="17011" y="10249"/>
                    <a:pt x="17002" y="10220"/>
                    <a:pt x="16993" y="10201"/>
                  </a:cubicBezTo>
                  <a:cubicBezTo>
                    <a:pt x="16983" y="10173"/>
                    <a:pt x="16973" y="10125"/>
                    <a:pt x="16973" y="10125"/>
                  </a:cubicBezTo>
                  <a:lnTo>
                    <a:pt x="16964" y="10058"/>
                  </a:lnTo>
                  <a:lnTo>
                    <a:pt x="16964" y="10040"/>
                  </a:lnTo>
                  <a:lnTo>
                    <a:pt x="17021" y="8706"/>
                  </a:lnTo>
                  <a:lnTo>
                    <a:pt x="16497" y="9001"/>
                  </a:lnTo>
                  <a:cubicBezTo>
                    <a:pt x="16430" y="9039"/>
                    <a:pt x="16383" y="9077"/>
                    <a:pt x="16316" y="9106"/>
                  </a:cubicBezTo>
                  <a:cubicBezTo>
                    <a:pt x="16259" y="9115"/>
                    <a:pt x="16212" y="9135"/>
                    <a:pt x="16154" y="9144"/>
                  </a:cubicBezTo>
                  <a:cubicBezTo>
                    <a:pt x="16135" y="9154"/>
                    <a:pt x="16107" y="9163"/>
                    <a:pt x="16078" y="9163"/>
                  </a:cubicBezTo>
                  <a:lnTo>
                    <a:pt x="16068" y="9173"/>
                  </a:lnTo>
                  <a:cubicBezTo>
                    <a:pt x="16059" y="9173"/>
                    <a:pt x="16030" y="9173"/>
                    <a:pt x="16030" y="9173"/>
                  </a:cubicBezTo>
                  <a:cubicBezTo>
                    <a:pt x="15983" y="9182"/>
                    <a:pt x="15945" y="9192"/>
                    <a:pt x="15897" y="9192"/>
                  </a:cubicBezTo>
                  <a:cubicBezTo>
                    <a:pt x="15859" y="9201"/>
                    <a:pt x="15811" y="9201"/>
                    <a:pt x="15773" y="9211"/>
                  </a:cubicBezTo>
                  <a:cubicBezTo>
                    <a:pt x="15745" y="9230"/>
                    <a:pt x="15687" y="9230"/>
                    <a:pt x="15659" y="9230"/>
                  </a:cubicBezTo>
                  <a:cubicBezTo>
                    <a:pt x="15630" y="9230"/>
                    <a:pt x="15621" y="9230"/>
                    <a:pt x="15602" y="9230"/>
                  </a:cubicBezTo>
                  <a:lnTo>
                    <a:pt x="15583" y="9230"/>
                  </a:lnTo>
                  <a:cubicBezTo>
                    <a:pt x="15573" y="9230"/>
                    <a:pt x="15545" y="9230"/>
                    <a:pt x="15526" y="9230"/>
                  </a:cubicBezTo>
                  <a:cubicBezTo>
                    <a:pt x="15469" y="9230"/>
                    <a:pt x="15430" y="9211"/>
                    <a:pt x="15383" y="9201"/>
                  </a:cubicBezTo>
                  <a:cubicBezTo>
                    <a:pt x="15335" y="9201"/>
                    <a:pt x="15278" y="9192"/>
                    <a:pt x="15211" y="9182"/>
                  </a:cubicBezTo>
                  <a:cubicBezTo>
                    <a:pt x="15211" y="9182"/>
                    <a:pt x="15173" y="9173"/>
                    <a:pt x="15154" y="9173"/>
                  </a:cubicBezTo>
                  <a:cubicBezTo>
                    <a:pt x="15135" y="9173"/>
                    <a:pt x="15126" y="9163"/>
                    <a:pt x="15107" y="9163"/>
                  </a:cubicBezTo>
                  <a:cubicBezTo>
                    <a:pt x="15059" y="9144"/>
                    <a:pt x="15030" y="9144"/>
                    <a:pt x="14983" y="9135"/>
                  </a:cubicBezTo>
                  <a:cubicBezTo>
                    <a:pt x="14887" y="9106"/>
                    <a:pt x="14802" y="9058"/>
                    <a:pt x="14726" y="9001"/>
                  </a:cubicBezTo>
                  <a:lnTo>
                    <a:pt x="11649" y="7144"/>
                  </a:lnTo>
                  <a:lnTo>
                    <a:pt x="11611" y="8287"/>
                  </a:lnTo>
                  <a:cubicBezTo>
                    <a:pt x="11611" y="8477"/>
                    <a:pt x="11468" y="8658"/>
                    <a:pt x="11239" y="8801"/>
                  </a:cubicBezTo>
                  <a:lnTo>
                    <a:pt x="7144" y="11182"/>
                  </a:lnTo>
                  <a:cubicBezTo>
                    <a:pt x="7201" y="11249"/>
                    <a:pt x="7277" y="11335"/>
                    <a:pt x="7382" y="11392"/>
                  </a:cubicBezTo>
                  <a:lnTo>
                    <a:pt x="13221" y="14926"/>
                  </a:lnTo>
                  <a:cubicBezTo>
                    <a:pt x="13316" y="14983"/>
                    <a:pt x="13459" y="15050"/>
                    <a:pt x="13583" y="15078"/>
                  </a:cubicBezTo>
                  <a:cubicBezTo>
                    <a:pt x="13611" y="15088"/>
                    <a:pt x="13649" y="15097"/>
                    <a:pt x="13649" y="15097"/>
                  </a:cubicBezTo>
                  <a:cubicBezTo>
                    <a:pt x="13783" y="15126"/>
                    <a:pt x="13925" y="15135"/>
                    <a:pt x="14078" y="15135"/>
                  </a:cubicBezTo>
                  <a:lnTo>
                    <a:pt x="14097" y="15135"/>
                  </a:lnTo>
                  <a:cubicBezTo>
                    <a:pt x="14249" y="15135"/>
                    <a:pt x="14392" y="15116"/>
                    <a:pt x="14535" y="15088"/>
                  </a:cubicBezTo>
                  <a:lnTo>
                    <a:pt x="14554" y="15088"/>
                  </a:lnTo>
                  <a:cubicBezTo>
                    <a:pt x="14716" y="15050"/>
                    <a:pt x="14849" y="14983"/>
                    <a:pt x="14964" y="14926"/>
                  </a:cubicBezTo>
                  <a:lnTo>
                    <a:pt x="19678" y="12192"/>
                  </a:lnTo>
                  <a:cubicBezTo>
                    <a:pt x="19726" y="12164"/>
                    <a:pt x="19764" y="12125"/>
                    <a:pt x="19812" y="12078"/>
                  </a:cubicBezTo>
                  <a:lnTo>
                    <a:pt x="17269" y="10554"/>
                  </a:lnTo>
                  <a:lnTo>
                    <a:pt x="17297" y="1056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116A087-FC2D-46B6-9D2E-C5F2730DEB63}"/>
                </a:ext>
              </a:extLst>
            </p:cNvPr>
            <p:cNvSpPr/>
            <p:nvPr/>
          </p:nvSpPr>
          <p:spPr>
            <a:xfrm>
              <a:off x="5112221" y="5351265"/>
              <a:ext cx="19050" cy="19050"/>
            </a:xfrm>
            <a:custGeom>
              <a:avLst/>
              <a:gdLst>
                <a:gd name="connsiteX0" fmla="*/ 17278 w 19050"/>
                <a:gd name="connsiteY0" fmla="*/ 10535 h 19050"/>
                <a:gd name="connsiteX1" fmla="*/ 17126 w 19050"/>
                <a:gd name="connsiteY1" fmla="*/ 10420 h 19050"/>
                <a:gd name="connsiteX2" fmla="*/ 17050 w 19050"/>
                <a:gd name="connsiteY2" fmla="*/ 10335 h 19050"/>
                <a:gd name="connsiteX3" fmla="*/ 17031 w 19050"/>
                <a:gd name="connsiteY3" fmla="*/ 10296 h 19050"/>
                <a:gd name="connsiteX4" fmla="*/ 17031 w 19050"/>
                <a:gd name="connsiteY4" fmla="*/ 10296 h 19050"/>
                <a:gd name="connsiteX5" fmla="*/ 16993 w 19050"/>
                <a:gd name="connsiteY5" fmla="*/ 10249 h 19050"/>
                <a:gd name="connsiteX6" fmla="*/ 16964 w 19050"/>
                <a:gd name="connsiteY6" fmla="*/ 10192 h 19050"/>
                <a:gd name="connsiteX7" fmla="*/ 16954 w 19050"/>
                <a:gd name="connsiteY7" fmla="*/ 10087 h 19050"/>
                <a:gd name="connsiteX8" fmla="*/ 16954 w 19050"/>
                <a:gd name="connsiteY8" fmla="*/ 10040 h 19050"/>
                <a:gd name="connsiteX9" fmla="*/ 16954 w 19050"/>
                <a:gd name="connsiteY9" fmla="*/ 10030 h 19050"/>
                <a:gd name="connsiteX10" fmla="*/ 16993 w 19050"/>
                <a:gd name="connsiteY10" fmla="*/ 8735 h 19050"/>
                <a:gd name="connsiteX11" fmla="*/ 16507 w 19050"/>
                <a:gd name="connsiteY11" fmla="*/ 9001 h 19050"/>
                <a:gd name="connsiteX12" fmla="*/ 16326 w 19050"/>
                <a:gd name="connsiteY12" fmla="*/ 9097 h 19050"/>
                <a:gd name="connsiteX13" fmla="*/ 16173 w 19050"/>
                <a:gd name="connsiteY13" fmla="*/ 9154 h 19050"/>
                <a:gd name="connsiteX14" fmla="*/ 16097 w 19050"/>
                <a:gd name="connsiteY14" fmla="*/ 9163 h 19050"/>
                <a:gd name="connsiteX15" fmla="*/ 16078 w 19050"/>
                <a:gd name="connsiteY15" fmla="*/ 9173 h 19050"/>
                <a:gd name="connsiteX16" fmla="*/ 16040 w 19050"/>
                <a:gd name="connsiteY16" fmla="*/ 9182 h 19050"/>
                <a:gd name="connsiteX17" fmla="*/ 15916 w 19050"/>
                <a:gd name="connsiteY17" fmla="*/ 9192 h 19050"/>
                <a:gd name="connsiteX18" fmla="*/ 15792 w 19050"/>
                <a:gd name="connsiteY18" fmla="*/ 9211 h 19050"/>
                <a:gd name="connsiteX19" fmla="*/ 15659 w 19050"/>
                <a:gd name="connsiteY19" fmla="*/ 9220 h 19050"/>
                <a:gd name="connsiteX20" fmla="*/ 15611 w 19050"/>
                <a:gd name="connsiteY20" fmla="*/ 9220 h 19050"/>
                <a:gd name="connsiteX21" fmla="*/ 15602 w 19050"/>
                <a:gd name="connsiteY21" fmla="*/ 9220 h 19050"/>
                <a:gd name="connsiteX22" fmla="*/ 15535 w 19050"/>
                <a:gd name="connsiteY22" fmla="*/ 9220 h 19050"/>
                <a:gd name="connsiteX23" fmla="*/ 15392 w 19050"/>
                <a:gd name="connsiteY23" fmla="*/ 9211 h 19050"/>
                <a:gd name="connsiteX24" fmla="*/ 15202 w 19050"/>
                <a:gd name="connsiteY24" fmla="*/ 9182 h 19050"/>
                <a:gd name="connsiteX25" fmla="*/ 15173 w 19050"/>
                <a:gd name="connsiteY25" fmla="*/ 9173 h 19050"/>
                <a:gd name="connsiteX26" fmla="*/ 15097 w 19050"/>
                <a:gd name="connsiteY26" fmla="*/ 9163 h 19050"/>
                <a:gd name="connsiteX27" fmla="*/ 15002 w 19050"/>
                <a:gd name="connsiteY27" fmla="*/ 9135 h 19050"/>
                <a:gd name="connsiteX28" fmla="*/ 14735 w 19050"/>
                <a:gd name="connsiteY28" fmla="*/ 9001 h 19050"/>
                <a:gd name="connsiteX29" fmla="*/ 11668 w 19050"/>
                <a:gd name="connsiteY29" fmla="*/ 7144 h 19050"/>
                <a:gd name="connsiteX30" fmla="*/ 11630 w 19050"/>
                <a:gd name="connsiteY30" fmla="*/ 8277 h 19050"/>
                <a:gd name="connsiteX31" fmla="*/ 11249 w 19050"/>
                <a:gd name="connsiteY31" fmla="*/ 8811 h 19050"/>
                <a:gd name="connsiteX32" fmla="*/ 7144 w 19050"/>
                <a:gd name="connsiteY32" fmla="*/ 11163 h 19050"/>
                <a:gd name="connsiteX33" fmla="*/ 7353 w 19050"/>
                <a:gd name="connsiteY33" fmla="*/ 11373 h 19050"/>
                <a:gd name="connsiteX34" fmla="*/ 13202 w 19050"/>
                <a:gd name="connsiteY34" fmla="*/ 14916 h 19050"/>
                <a:gd name="connsiteX35" fmla="*/ 13573 w 19050"/>
                <a:gd name="connsiteY35" fmla="*/ 15059 h 19050"/>
                <a:gd name="connsiteX36" fmla="*/ 13630 w 19050"/>
                <a:gd name="connsiteY36" fmla="*/ 15069 h 19050"/>
                <a:gd name="connsiteX37" fmla="*/ 14049 w 19050"/>
                <a:gd name="connsiteY37" fmla="*/ 15126 h 19050"/>
                <a:gd name="connsiteX38" fmla="*/ 14068 w 19050"/>
                <a:gd name="connsiteY38" fmla="*/ 15126 h 19050"/>
                <a:gd name="connsiteX39" fmla="*/ 14526 w 19050"/>
                <a:gd name="connsiteY39" fmla="*/ 15069 h 19050"/>
                <a:gd name="connsiteX40" fmla="*/ 14535 w 19050"/>
                <a:gd name="connsiteY40" fmla="*/ 15059 h 19050"/>
                <a:gd name="connsiteX41" fmla="*/ 14945 w 19050"/>
                <a:gd name="connsiteY41" fmla="*/ 14907 h 19050"/>
                <a:gd name="connsiteX42" fmla="*/ 19650 w 19050"/>
                <a:gd name="connsiteY42" fmla="*/ 12173 h 19050"/>
                <a:gd name="connsiteX43" fmla="*/ 19793 w 19050"/>
                <a:gd name="connsiteY43" fmla="*/ 12068 h 19050"/>
                <a:gd name="connsiteX44" fmla="*/ 17250 w 19050"/>
                <a:gd name="connsiteY44" fmla="*/ 10525 h 19050"/>
                <a:gd name="connsiteX45" fmla="*/ 17278 w 19050"/>
                <a:gd name="connsiteY45" fmla="*/ 105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35"/>
                  </a:moveTo>
                  <a:cubicBezTo>
                    <a:pt x="17221" y="10506"/>
                    <a:pt x="17173" y="10468"/>
                    <a:pt x="17126" y="10420"/>
                  </a:cubicBezTo>
                  <a:cubicBezTo>
                    <a:pt x="17097" y="10401"/>
                    <a:pt x="17069" y="10363"/>
                    <a:pt x="17050" y="10335"/>
                  </a:cubicBezTo>
                  <a:cubicBezTo>
                    <a:pt x="17050" y="10325"/>
                    <a:pt x="17031" y="10296"/>
                    <a:pt x="17031" y="10296"/>
                  </a:cubicBezTo>
                  <a:lnTo>
                    <a:pt x="17031" y="10296"/>
                  </a:lnTo>
                  <a:cubicBezTo>
                    <a:pt x="17021" y="10278"/>
                    <a:pt x="17011" y="10268"/>
                    <a:pt x="16993" y="10249"/>
                  </a:cubicBezTo>
                  <a:cubicBezTo>
                    <a:pt x="16993" y="10230"/>
                    <a:pt x="16983" y="10211"/>
                    <a:pt x="16964" y="10192"/>
                  </a:cubicBezTo>
                  <a:cubicBezTo>
                    <a:pt x="16964" y="10154"/>
                    <a:pt x="16954" y="10125"/>
                    <a:pt x="16954" y="10087"/>
                  </a:cubicBezTo>
                  <a:lnTo>
                    <a:pt x="16954" y="10040"/>
                  </a:lnTo>
                  <a:lnTo>
                    <a:pt x="16954" y="10030"/>
                  </a:lnTo>
                  <a:lnTo>
                    <a:pt x="16993" y="8735"/>
                  </a:lnTo>
                  <a:lnTo>
                    <a:pt x="16507" y="9001"/>
                  </a:lnTo>
                  <a:cubicBezTo>
                    <a:pt x="16450" y="9030"/>
                    <a:pt x="16392" y="9058"/>
                    <a:pt x="16326" y="9097"/>
                  </a:cubicBezTo>
                  <a:cubicBezTo>
                    <a:pt x="16278" y="9106"/>
                    <a:pt x="16230" y="9135"/>
                    <a:pt x="16173" y="9154"/>
                  </a:cubicBezTo>
                  <a:cubicBezTo>
                    <a:pt x="16145" y="9154"/>
                    <a:pt x="16116" y="9163"/>
                    <a:pt x="16097" y="9163"/>
                  </a:cubicBezTo>
                  <a:lnTo>
                    <a:pt x="16078" y="9173"/>
                  </a:lnTo>
                  <a:cubicBezTo>
                    <a:pt x="16078" y="9173"/>
                    <a:pt x="16050" y="9173"/>
                    <a:pt x="16040" y="9182"/>
                  </a:cubicBezTo>
                  <a:cubicBezTo>
                    <a:pt x="16002" y="9182"/>
                    <a:pt x="15945" y="9192"/>
                    <a:pt x="15916" y="9192"/>
                  </a:cubicBezTo>
                  <a:cubicBezTo>
                    <a:pt x="15869" y="9211"/>
                    <a:pt x="15821" y="9211"/>
                    <a:pt x="15792" y="9211"/>
                  </a:cubicBezTo>
                  <a:cubicBezTo>
                    <a:pt x="15745" y="9211"/>
                    <a:pt x="15707" y="9220"/>
                    <a:pt x="15659" y="9220"/>
                  </a:cubicBezTo>
                  <a:cubicBezTo>
                    <a:pt x="15649" y="9220"/>
                    <a:pt x="15630" y="9220"/>
                    <a:pt x="15611" y="9220"/>
                  </a:cubicBezTo>
                  <a:lnTo>
                    <a:pt x="15602" y="9220"/>
                  </a:lnTo>
                  <a:cubicBezTo>
                    <a:pt x="15583" y="9220"/>
                    <a:pt x="15535" y="9220"/>
                    <a:pt x="15535" y="9220"/>
                  </a:cubicBezTo>
                  <a:cubicBezTo>
                    <a:pt x="15487" y="9220"/>
                    <a:pt x="15430" y="9211"/>
                    <a:pt x="15392" y="9211"/>
                  </a:cubicBezTo>
                  <a:cubicBezTo>
                    <a:pt x="15345" y="9211"/>
                    <a:pt x="15287" y="9192"/>
                    <a:pt x="15202" y="9182"/>
                  </a:cubicBezTo>
                  <a:cubicBezTo>
                    <a:pt x="15202" y="9182"/>
                    <a:pt x="15183" y="9182"/>
                    <a:pt x="15173" y="9173"/>
                  </a:cubicBezTo>
                  <a:cubicBezTo>
                    <a:pt x="15135" y="9173"/>
                    <a:pt x="15126" y="9163"/>
                    <a:pt x="15097" y="9163"/>
                  </a:cubicBezTo>
                  <a:cubicBezTo>
                    <a:pt x="15068" y="9154"/>
                    <a:pt x="15030" y="9144"/>
                    <a:pt x="15002" y="9135"/>
                  </a:cubicBezTo>
                  <a:cubicBezTo>
                    <a:pt x="14897" y="9097"/>
                    <a:pt x="14811" y="9058"/>
                    <a:pt x="14735" y="9001"/>
                  </a:cubicBezTo>
                  <a:lnTo>
                    <a:pt x="11668" y="7144"/>
                  </a:lnTo>
                  <a:lnTo>
                    <a:pt x="11630" y="8277"/>
                  </a:lnTo>
                  <a:cubicBezTo>
                    <a:pt x="11611" y="8477"/>
                    <a:pt x="11477" y="8658"/>
                    <a:pt x="11249" y="8811"/>
                  </a:cubicBezTo>
                  <a:lnTo>
                    <a:pt x="7144" y="11163"/>
                  </a:lnTo>
                  <a:cubicBezTo>
                    <a:pt x="7201" y="11249"/>
                    <a:pt x="7268" y="11316"/>
                    <a:pt x="7353" y="11373"/>
                  </a:cubicBezTo>
                  <a:lnTo>
                    <a:pt x="13202" y="14916"/>
                  </a:lnTo>
                  <a:cubicBezTo>
                    <a:pt x="13306" y="14974"/>
                    <a:pt x="13440" y="15030"/>
                    <a:pt x="13573" y="15059"/>
                  </a:cubicBezTo>
                  <a:cubicBezTo>
                    <a:pt x="13592" y="15059"/>
                    <a:pt x="13630" y="15069"/>
                    <a:pt x="13630" y="15069"/>
                  </a:cubicBezTo>
                  <a:cubicBezTo>
                    <a:pt x="13773" y="15097"/>
                    <a:pt x="13906" y="15126"/>
                    <a:pt x="14049" y="15126"/>
                  </a:cubicBezTo>
                  <a:lnTo>
                    <a:pt x="14068" y="15126"/>
                  </a:lnTo>
                  <a:cubicBezTo>
                    <a:pt x="14221" y="15126"/>
                    <a:pt x="14373" y="15097"/>
                    <a:pt x="14526" y="15069"/>
                  </a:cubicBezTo>
                  <a:lnTo>
                    <a:pt x="14535" y="15059"/>
                  </a:lnTo>
                  <a:cubicBezTo>
                    <a:pt x="14687" y="15030"/>
                    <a:pt x="14821" y="14974"/>
                    <a:pt x="14945" y="14907"/>
                  </a:cubicBezTo>
                  <a:lnTo>
                    <a:pt x="19650" y="12173"/>
                  </a:lnTo>
                  <a:cubicBezTo>
                    <a:pt x="19717" y="12144"/>
                    <a:pt x="19736" y="12097"/>
                    <a:pt x="19793" y="12068"/>
                  </a:cubicBezTo>
                  <a:lnTo>
                    <a:pt x="17250" y="10525"/>
                  </a:lnTo>
                  <a:lnTo>
                    <a:pt x="17278" y="1053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87086EDB-C0C5-4001-AE9A-AB7E4E93389B}"/>
                </a:ext>
              </a:extLst>
            </p:cNvPr>
            <p:cNvSpPr/>
            <p:nvPr/>
          </p:nvSpPr>
          <p:spPr>
            <a:xfrm>
              <a:off x="5103848" y="5346188"/>
              <a:ext cx="19050" cy="19050"/>
            </a:xfrm>
            <a:custGeom>
              <a:avLst/>
              <a:gdLst>
                <a:gd name="connsiteX0" fmla="*/ 17288 w 19050"/>
                <a:gd name="connsiteY0" fmla="*/ 10554 h 19050"/>
                <a:gd name="connsiteX1" fmla="*/ 17136 w 19050"/>
                <a:gd name="connsiteY1" fmla="*/ 10430 h 19050"/>
                <a:gd name="connsiteX2" fmla="*/ 17050 w 19050"/>
                <a:gd name="connsiteY2" fmla="*/ 10344 h 19050"/>
                <a:gd name="connsiteX3" fmla="*/ 17040 w 19050"/>
                <a:gd name="connsiteY3" fmla="*/ 10316 h 19050"/>
                <a:gd name="connsiteX4" fmla="*/ 17031 w 19050"/>
                <a:gd name="connsiteY4" fmla="*/ 10316 h 19050"/>
                <a:gd name="connsiteX5" fmla="*/ 17012 w 19050"/>
                <a:gd name="connsiteY5" fmla="*/ 10268 h 19050"/>
                <a:gd name="connsiteX6" fmla="*/ 16983 w 19050"/>
                <a:gd name="connsiteY6" fmla="*/ 10192 h 19050"/>
                <a:gd name="connsiteX7" fmla="*/ 16954 w 19050"/>
                <a:gd name="connsiteY7" fmla="*/ 10096 h 19050"/>
                <a:gd name="connsiteX8" fmla="*/ 16954 w 19050"/>
                <a:gd name="connsiteY8" fmla="*/ 10049 h 19050"/>
                <a:gd name="connsiteX9" fmla="*/ 16954 w 19050"/>
                <a:gd name="connsiteY9" fmla="*/ 10039 h 19050"/>
                <a:gd name="connsiteX10" fmla="*/ 17002 w 19050"/>
                <a:gd name="connsiteY10" fmla="*/ 8725 h 19050"/>
                <a:gd name="connsiteX11" fmla="*/ 16507 w 19050"/>
                <a:gd name="connsiteY11" fmla="*/ 9001 h 19050"/>
                <a:gd name="connsiteX12" fmla="*/ 16326 w 19050"/>
                <a:gd name="connsiteY12" fmla="*/ 9106 h 19050"/>
                <a:gd name="connsiteX13" fmla="*/ 16164 w 19050"/>
                <a:gd name="connsiteY13" fmla="*/ 9154 h 19050"/>
                <a:gd name="connsiteX14" fmla="*/ 16088 w 19050"/>
                <a:gd name="connsiteY14" fmla="*/ 9173 h 19050"/>
                <a:gd name="connsiteX15" fmla="*/ 16069 w 19050"/>
                <a:gd name="connsiteY15" fmla="*/ 9182 h 19050"/>
                <a:gd name="connsiteX16" fmla="*/ 16031 w 19050"/>
                <a:gd name="connsiteY16" fmla="*/ 9182 h 19050"/>
                <a:gd name="connsiteX17" fmla="*/ 15907 w 19050"/>
                <a:gd name="connsiteY17" fmla="*/ 9211 h 19050"/>
                <a:gd name="connsiteX18" fmla="*/ 15783 w 19050"/>
                <a:gd name="connsiteY18" fmla="*/ 9220 h 19050"/>
                <a:gd name="connsiteX19" fmla="*/ 15659 w 19050"/>
                <a:gd name="connsiteY19" fmla="*/ 9220 h 19050"/>
                <a:gd name="connsiteX20" fmla="*/ 15612 w 19050"/>
                <a:gd name="connsiteY20" fmla="*/ 9220 h 19050"/>
                <a:gd name="connsiteX21" fmla="*/ 15602 w 19050"/>
                <a:gd name="connsiteY21" fmla="*/ 9220 h 19050"/>
                <a:gd name="connsiteX22" fmla="*/ 15535 w 19050"/>
                <a:gd name="connsiteY22" fmla="*/ 9220 h 19050"/>
                <a:gd name="connsiteX23" fmla="*/ 15393 w 19050"/>
                <a:gd name="connsiteY23" fmla="*/ 9220 h 19050"/>
                <a:gd name="connsiteX24" fmla="*/ 15212 w 19050"/>
                <a:gd name="connsiteY24" fmla="*/ 9192 h 19050"/>
                <a:gd name="connsiteX25" fmla="*/ 15173 w 19050"/>
                <a:gd name="connsiteY25" fmla="*/ 9182 h 19050"/>
                <a:gd name="connsiteX26" fmla="*/ 15107 w 19050"/>
                <a:gd name="connsiteY26" fmla="*/ 9163 h 19050"/>
                <a:gd name="connsiteX27" fmla="*/ 14992 w 19050"/>
                <a:gd name="connsiteY27" fmla="*/ 9134 h 19050"/>
                <a:gd name="connsiteX28" fmla="*/ 14735 w 19050"/>
                <a:gd name="connsiteY28" fmla="*/ 9010 h 19050"/>
                <a:gd name="connsiteX29" fmla="*/ 11668 w 19050"/>
                <a:gd name="connsiteY29" fmla="*/ 7144 h 19050"/>
                <a:gd name="connsiteX30" fmla="*/ 11611 w 19050"/>
                <a:gd name="connsiteY30" fmla="*/ 8296 h 19050"/>
                <a:gd name="connsiteX31" fmla="*/ 11240 w 19050"/>
                <a:gd name="connsiteY31" fmla="*/ 8811 h 19050"/>
                <a:gd name="connsiteX32" fmla="*/ 7144 w 19050"/>
                <a:gd name="connsiteY32" fmla="*/ 11182 h 19050"/>
                <a:gd name="connsiteX33" fmla="*/ 7363 w 19050"/>
                <a:gd name="connsiteY33" fmla="*/ 11392 h 19050"/>
                <a:gd name="connsiteX34" fmla="*/ 13202 w 19050"/>
                <a:gd name="connsiteY34" fmla="*/ 14926 h 19050"/>
                <a:gd name="connsiteX35" fmla="*/ 13583 w 19050"/>
                <a:gd name="connsiteY35" fmla="*/ 15078 h 19050"/>
                <a:gd name="connsiteX36" fmla="*/ 13630 w 19050"/>
                <a:gd name="connsiteY36" fmla="*/ 15097 h 19050"/>
                <a:gd name="connsiteX37" fmla="*/ 14059 w 19050"/>
                <a:gd name="connsiteY37" fmla="*/ 15135 h 19050"/>
                <a:gd name="connsiteX38" fmla="*/ 14078 w 19050"/>
                <a:gd name="connsiteY38" fmla="*/ 15135 h 19050"/>
                <a:gd name="connsiteX39" fmla="*/ 14535 w 19050"/>
                <a:gd name="connsiteY39" fmla="*/ 15087 h 19050"/>
                <a:gd name="connsiteX40" fmla="*/ 14545 w 19050"/>
                <a:gd name="connsiteY40" fmla="*/ 15078 h 19050"/>
                <a:gd name="connsiteX41" fmla="*/ 14954 w 19050"/>
                <a:gd name="connsiteY41" fmla="*/ 14916 h 19050"/>
                <a:gd name="connsiteX42" fmla="*/ 19669 w 19050"/>
                <a:gd name="connsiteY42" fmla="*/ 12192 h 19050"/>
                <a:gd name="connsiteX43" fmla="*/ 19803 w 19050"/>
                <a:gd name="connsiteY43" fmla="*/ 12078 h 19050"/>
                <a:gd name="connsiteX44" fmla="*/ 17288 w 19050"/>
                <a:gd name="connsiteY44" fmla="*/ 10554 h 19050"/>
                <a:gd name="connsiteX45" fmla="*/ 17288 w 19050"/>
                <a:gd name="connsiteY45" fmla="*/ 105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88" y="10554"/>
                  </a:moveTo>
                  <a:cubicBezTo>
                    <a:pt x="17231" y="10525"/>
                    <a:pt x="17174" y="10468"/>
                    <a:pt x="17136" y="10430"/>
                  </a:cubicBezTo>
                  <a:cubicBezTo>
                    <a:pt x="17098" y="10411"/>
                    <a:pt x="17069" y="10382"/>
                    <a:pt x="17050" y="10344"/>
                  </a:cubicBezTo>
                  <a:cubicBezTo>
                    <a:pt x="17050" y="10344"/>
                    <a:pt x="17040" y="10344"/>
                    <a:pt x="17040" y="10316"/>
                  </a:cubicBezTo>
                  <a:lnTo>
                    <a:pt x="17031" y="10316"/>
                  </a:lnTo>
                  <a:cubicBezTo>
                    <a:pt x="17031" y="10296"/>
                    <a:pt x="17012" y="10278"/>
                    <a:pt x="17012" y="10268"/>
                  </a:cubicBezTo>
                  <a:cubicBezTo>
                    <a:pt x="17002" y="10239"/>
                    <a:pt x="16983" y="10220"/>
                    <a:pt x="16983" y="10192"/>
                  </a:cubicBezTo>
                  <a:cubicBezTo>
                    <a:pt x="16964" y="10182"/>
                    <a:pt x="16964" y="10144"/>
                    <a:pt x="16954" y="10096"/>
                  </a:cubicBezTo>
                  <a:lnTo>
                    <a:pt x="16954" y="10049"/>
                  </a:lnTo>
                  <a:lnTo>
                    <a:pt x="16954" y="10039"/>
                  </a:lnTo>
                  <a:lnTo>
                    <a:pt x="17002" y="8725"/>
                  </a:lnTo>
                  <a:lnTo>
                    <a:pt x="16507" y="9001"/>
                  </a:lnTo>
                  <a:cubicBezTo>
                    <a:pt x="16440" y="9049"/>
                    <a:pt x="16383" y="9077"/>
                    <a:pt x="16326" y="9106"/>
                  </a:cubicBezTo>
                  <a:cubicBezTo>
                    <a:pt x="16269" y="9125"/>
                    <a:pt x="16221" y="9134"/>
                    <a:pt x="16164" y="9154"/>
                  </a:cubicBezTo>
                  <a:cubicBezTo>
                    <a:pt x="16145" y="9163"/>
                    <a:pt x="16116" y="9163"/>
                    <a:pt x="16088" y="9173"/>
                  </a:cubicBezTo>
                  <a:cubicBezTo>
                    <a:pt x="16088" y="9173"/>
                    <a:pt x="16069" y="9173"/>
                    <a:pt x="16069" y="9182"/>
                  </a:cubicBezTo>
                  <a:cubicBezTo>
                    <a:pt x="16059" y="9182"/>
                    <a:pt x="16040" y="9182"/>
                    <a:pt x="16031" y="9182"/>
                  </a:cubicBezTo>
                  <a:cubicBezTo>
                    <a:pt x="15993" y="9192"/>
                    <a:pt x="15945" y="9201"/>
                    <a:pt x="15907" y="9211"/>
                  </a:cubicBezTo>
                  <a:cubicBezTo>
                    <a:pt x="15869" y="9211"/>
                    <a:pt x="15821" y="9220"/>
                    <a:pt x="15783" y="9220"/>
                  </a:cubicBezTo>
                  <a:cubicBezTo>
                    <a:pt x="15735" y="9220"/>
                    <a:pt x="15707" y="9220"/>
                    <a:pt x="15659" y="9220"/>
                  </a:cubicBezTo>
                  <a:cubicBezTo>
                    <a:pt x="15650" y="9220"/>
                    <a:pt x="15621" y="9220"/>
                    <a:pt x="15612" y="9220"/>
                  </a:cubicBezTo>
                  <a:lnTo>
                    <a:pt x="15602" y="9220"/>
                  </a:lnTo>
                  <a:cubicBezTo>
                    <a:pt x="15583" y="9220"/>
                    <a:pt x="15555" y="9220"/>
                    <a:pt x="15535" y="9220"/>
                  </a:cubicBezTo>
                  <a:cubicBezTo>
                    <a:pt x="15488" y="9220"/>
                    <a:pt x="15431" y="9220"/>
                    <a:pt x="15393" y="9220"/>
                  </a:cubicBezTo>
                  <a:cubicBezTo>
                    <a:pt x="15335" y="9211"/>
                    <a:pt x="15288" y="9211"/>
                    <a:pt x="15212" y="9192"/>
                  </a:cubicBezTo>
                  <a:cubicBezTo>
                    <a:pt x="15212" y="9192"/>
                    <a:pt x="15183" y="9182"/>
                    <a:pt x="15173" y="9182"/>
                  </a:cubicBezTo>
                  <a:cubicBezTo>
                    <a:pt x="15145" y="9182"/>
                    <a:pt x="15126" y="9173"/>
                    <a:pt x="15107" y="9163"/>
                  </a:cubicBezTo>
                  <a:cubicBezTo>
                    <a:pt x="15069" y="9163"/>
                    <a:pt x="15030" y="9154"/>
                    <a:pt x="14992" y="9134"/>
                  </a:cubicBezTo>
                  <a:cubicBezTo>
                    <a:pt x="14897" y="9106"/>
                    <a:pt x="14802" y="9077"/>
                    <a:pt x="14735" y="9010"/>
                  </a:cubicBezTo>
                  <a:lnTo>
                    <a:pt x="11668" y="7144"/>
                  </a:lnTo>
                  <a:lnTo>
                    <a:pt x="11611" y="8296"/>
                  </a:lnTo>
                  <a:cubicBezTo>
                    <a:pt x="11611" y="8487"/>
                    <a:pt x="11478" y="8668"/>
                    <a:pt x="11240" y="8811"/>
                  </a:cubicBezTo>
                  <a:lnTo>
                    <a:pt x="7144" y="11182"/>
                  </a:lnTo>
                  <a:cubicBezTo>
                    <a:pt x="7201" y="11259"/>
                    <a:pt x="7268" y="11335"/>
                    <a:pt x="7363" y="11392"/>
                  </a:cubicBezTo>
                  <a:lnTo>
                    <a:pt x="13202" y="14926"/>
                  </a:lnTo>
                  <a:cubicBezTo>
                    <a:pt x="13316" y="14983"/>
                    <a:pt x="13440" y="15049"/>
                    <a:pt x="13583" y="15078"/>
                  </a:cubicBezTo>
                  <a:cubicBezTo>
                    <a:pt x="13602" y="15078"/>
                    <a:pt x="13611" y="15087"/>
                    <a:pt x="13630" y="15097"/>
                  </a:cubicBezTo>
                  <a:cubicBezTo>
                    <a:pt x="13773" y="15126"/>
                    <a:pt x="13907" y="15135"/>
                    <a:pt x="14059" y="15135"/>
                  </a:cubicBezTo>
                  <a:lnTo>
                    <a:pt x="14078" y="15135"/>
                  </a:lnTo>
                  <a:cubicBezTo>
                    <a:pt x="14231" y="15135"/>
                    <a:pt x="14383" y="15126"/>
                    <a:pt x="14535" y="15087"/>
                  </a:cubicBezTo>
                  <a:lnTo>
                    <a:pt x="14545" y="15078"/>
                  </a:lnTo>
                  <a:cubicBezTo>
                    <a:pt x="14697" y="15049"/>
                    <a:pt x="14840" y="14983"/>
                    <a:pt x="14954" y="14916"/>
                  </a:cubicBezTo>
                  <a:lnTo>
                    <a:pt x="19669" y="12192"/>
                  </a:lnTo>
                  <a:cubicBezTo>
                    <a:pt x="19726" y="12164"/>
                    <a:pt x="19755" y="12116"/>
                    <a:pt x="19803" y="12078"/>
                  </a:cubicBezTo>
                  <a:lnTo>
                    <a:pt x="17288" y="10554"/>
                  </a:lnTo>
                  <a:lnTo>
                    <a:pt x="17288" y="1055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D168546-8DDB-4D17-9D96-0989776618AB}"/>
                </a:ext>
              </a:extLst>
            </p:cNvPr>
            <p:cNvSpPr/>
            <p:nvPr/>
          </p:nvSpPr>
          <p:spPr>
            <a:xfrm>
              <a:off x="5095475" y="5341149"/>
              <a:ext cx="19050" cy="19050"/>
            </a:xfrm>
            <a:custGeom>
              <a:avLst/>
              <a:gdLst>
                <a:gd name="connsiteX0" fmla="*/ 17288 w 19050"/>
                <a:gd name="connsiteY0" fmla="*/ 10525 h 19050"/>
                <a:gd name="connsiteX1" fmla="*/ 17126 w 19050"/>
                <a:gd name="connsiteY1" fmla="*/ 10411 h 19050"/>
                <a:gd name="connsiteX2" fmla="*/ 17059 w 19050"/>
                <a:gd name="connsiteY2" fmla="*/ 10315 h 19050"/>
                <a:gd name="connsiteX3" fmla="*/ 17040 w 19050"/>
                <a:gd name="connsiteY3" fmla="*/ 10296 h 19050"/>
                <a:gd name="connsiteX4" fmla="*/ 17031 w 19050"/>
                <a:gd name="connsiteY4" fmla="*/ 10277 h 19050"/>
                <a:gd name="connsiteX5" fmla="*/ 17012 w 19050"/>
                <a:gd name="connsiteY5" fmla="*/ 10239 h 19050"/>
                <a:gd name="connsiteX6" fmla="*/ 16983 w 19050"/>
                <a:gd name="connsiteY6" fmla="*/ 10163 h 19050"/>
                <a:gd name="connsiteX7" fmla="*/ 16954 w 19050"/>
                <a:gd name="connsiteY7" fmla="*/ 10068 h 19050"/>
                <a:gd name="connsiteX8" fmla="*/ 16954 w 19050"/>
                <a:gd name="connsiteY8" fmla="*/ 10020 h 19050"/>
                <a:gd name="connsiteX9" fmla="*/ 16954 w 19050"/>
                <a:gd name="connsiteY9" fmla="*/ 10011 h 19050"/>
                <a:gd name="connsiteX10" fmla="*/ 16993 w 19050"/>
                <a:gd name="connsiteY10" fmla="*/ 8706 h 19050"/>
                <a:gd name="connsiteX11" fmla="*/ 16526 w 19050"/>
                <a:gd name="connsiteY11" fmla="*/ 8992 h 19050"/>
                <a:gd name="connsiteX12" fmla="*/ 16335 w 19050"/>
                <a:gd name="connsiteY12" fmla="*/ 9077 h 19050"/>
                <a:gd name="connsiteX13" fmla="*/ 16183 w 19050"/>
                <a:gd name="connsiteY13" fmla="*/ 9125 h 19050"/>
                <a:gd name="connsiteX14" fmla="*/ 16107 w 19050"/>
                <a:gd name="connsiteY14" fmla="*/ 9154 h 19050"/>
                <a:gd name="connsiteX15" fmla="*/ 16078 w 19050"/>
                <a:gd name="connsiteY15" fmla="*/ 9163 h 19050"/>
                <a:gd name="connsiteX16" fmla="*/ 16050 w 19050"/>
                <a:gd name="connsiteY16" fmla="*/ 9163 h 19050"/>
                <a:gd name="connsiteX17" fmla="*/ 15926 w 19050"/>
                <a:gd name="connsiteY17" fmla="*/ 9192 h 19050"/>
                <a:gd name="connsiteX18" fmla="*/ 15793 w 19050"/>
                <a:gd name="connsiteY18" fmla="*/ 9201 h 19050"/>
                <a:gd name="connsiteX19" fmla="*/ 15678 w 19050"/>
                <a:gd name="connsiteY19" fmla="*/ 9210 h 19050"/>
                <a:gd name="connsiteX20" fmla="*/ 15621 w 19050"/>
                <a:gd name="connsiteY20" fmla="*/ 9210 h 19050"/>
                <a:gd name="connsiteX21" fmla="*/ 15612 w 19050"/>
                <a:gd name="connsiteY21" fmla="*/ 9210 h 19050"/>
                <a:gd name="connsiteX22" fmla="*/ 15535 w 19050"/>
                <a:gd name="connsiteY22" fmla="*/ 9210 h 19050"/>
                <a:gd name="connsiteX23" fmla="*/ 15412 w 19050"/>
                <a:gd name="connsiteY23" fmla="*/ 9201 h 19050"/>
                <a:gd name="connsiteX24" fmla="*/ 15240 w 19050"/>
                <a:gd name="connsiteY24" fmla="*/ 9182 h 19050"/>
                <a:gd name="connsiteX25" fmla="*/ 15164 w 19050"/>
                <a:gd name="connsiteY25" fmla="*/ 9163 h 19050"/>
                <a:gd name="connsiteX26" fmla="*/ 15107 w 19050"/>
                <a:gd name="connsiteY26" fmla="*/ 9154 h 19050"/>
                <a:gd name="connsiteX27" fmla="*/ 15002 w 19050"/>
                <a:gd name="connsiteY27" fmla="*/ 9115 h 19050"/>
                <a:gd name="connsiteX28" fmla="*/ 14735 w 19050"/>
                <a:gd name="connsiteY28" fmla="*/ 8992 h 19050"/>
                <a:gd name="connsiteX29" fmla="*/ 11668 w 19050"/>
                <a:gd name="connsiteY29" fmla="*/ 7144 h 19050"/>
                <a:gd name="connsiteX30" fmla="*/ 11630 w 19050"/>
                <a:gd name="connsiteY30" fmla="*/ 8258 h 19050"/>
                <a:gd name="connsiteX31" fmla="*/ 11240 w 19050"/>
                <a:gd name="connsiteY31" fmla="*/ 8792 h 19050"/>
                <a:gd name="connsiteX32" fmla="*/ 7144 w 19050"/>
                <a:gd name="connsiteY32" fmla="*/ 11163 h 19050"/>
                <a:gd name="connsiteX33" fmla="*/ 7363 w 19050"/>
                <a:gd name="connsiteY33" fmla="*/ 11363 h 19050"/>
                <a:gd name="connsiteX34" fmla="*/ 13211 w 19050"/>
                <a:gd name="connsiteY34" fmla="*/ 14907 h 19050"/>
                <a:gd name="connsiteX35" fmla="*/ 13573 w 19050"/>
                <a:gd name="connsiteY35" fmla="*/ 15049 h 19050"/>
                <a:gd name="connsiteX36" fmla="*/ 13640 w 19050"/>
                <a:gd name="connsiteY36" fmla="*/ 15069 h 19050"/>
                <a:gd name="connsiteX37" fmla="*/ 14059 w 19050"/>
                <a:gd name="connsiteY37" fmla="*/ 15107 h 19050"/>
                <a:gd name="connsiteX38" fmla="*/ 14078 w 19050"/>
                <a:gd name="connsiteY38" fmla="*/ 15107 h 19050"/>
                <a:gd name="connsiteX39" fmla="*/ 14535 w 19050"/>
                <a:gd name="connsiteY39" fmla="*/ 15069 h 19050"/>
                <a:gd name="connsiteX40" fmla="*/ 14545 w 19050"/>
                <a:gd name="connsiteY40" fmla="*/ 15069 h 19050"/>
                <a:gd name="connsiteX41" fmla="*/ 14954 w 19050"/>
                <a:gd name="connsiteY41" fmla="*/ 14897 h 19050"/>
                <a:gd name="connsiteX42" fmla="*/ 19660 w 19050"/>
                <a:gd name="connsiteY42" fmla="*/ 12163 h 19050"/>
                <a:gd name="connsiteX43" fmla="*/ 19803 w 19050"/>
                <a:gd name="connsiteY43" fmla="*/ 12068 h 19050"/>
                <a:gd name="connsiteX44" fmla="*/ 17259 w 19050"/>
                <a:gd name="connsiteY44" fmla="*/ 10525 h 19050"/>
                <a:gd name="connsiteX45" fmla="*/ 17288 w 19050"/>
                <a:gd name="connsiteY45" fmla="*/ 10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88" y="10525"/>
                  </a:moveTo>
                  <a:cubicBezTo>
                    <a:pt x="17221" y="10496"/>
                    <a:pt x="17183" y="10449"/>
                    <a:pt x="17126" y="10411"/>
                  </a:cubicBezTo>
                  <a:cubicBezTo>
                    <a:pt x="17107" y="10373"/>
                    <a:pt x="17078" y="10344"/>
                    <a:pt x="17059" y="10315"/>
                  </a:cubicBezTo>
                  <a:cubicBezTo>
                    <a:pt x="17059" y="10315"/>
                    <a:pt x="17050" y="10306"/>
                    <a:pt x="17040" y="10296"/>
                  </a:cubicBezTo>
                  <a:lnTo>
                    <a:pt x="17031" y="10277"/>
                  </a:lnTo>
                  <a:cubicBezTo>
                    <a:pt x="17031" y="10268"/>
                    <a:pt x="17021" y="10249"/>
                    <a:pt x="17012" y="10239"/>
                  </a:cubicBezTo>
                  <a:cubicBezTo>
                    <a:pt x="16993" y="10220"/>
                    <a:pt x="16983" y="10201"/>
                    <a:pt x="16983" y="10163"/>
                  </a:cubicBezTo>
                  <a:cubicBezTo>
                    <a:pt x="16964" y="10144"/>
                    <a:pt x="16964" y="10125"/>
                    <a:pt x="16954" y="10068"/>
                  </a:cubicBezTo>
                  <a:lnTo>
                    <a:pt x="16954" y="10020"/>
                  </a:lnTo>
                  <a:lnTo>
                    <a:pt x="16954" y="10011"/>
                  </a:lnTo>
                  <a:lnTo>
                    <a:pt x="16993" y="8706"/>
                  </a:lnTo>
                  <a:lnTo>
                    <a:pt x="16526" y="8992"/>
                  </a:lnTo>
                  <a:cubicBezTo>
                    <a:pt x="16459" y="9020"/>
                    <a:pt x="16393" y="9058"/>
                    <a:pt x="16335" y="9077"/>
                  </a:cubicBezTo>
                  <a:cubicBezTo>
                    <a:pt x="16288" y="9096"/>
                    <a:pt x="16231" y="9115"/>
                    <a:pt x="16183" y="9125"/>
                  </a:cubicBezTo>
                  <a:cubicBezTo>
                    <a:pt x="16145" y="9144"/>
                    <a:pt x="16126" y="9154"/>
                    <a:pt x="16107" y="9154"/>
                  </a:cubicBezTo>
                  <a:cubicBezTo>
                    <a:pt x="16088" y="9154"/>
                    <a:pt x="16078" y="9163"/>
                    <a:pt x="16078" y="9163"/>
                  </a:cubicBezTo>
                  <a:cubicBezTo>
                    <a:pt x="16078" y="9163"/>
                    <a:pt x="16059" y="9163"/>
                    <a:pt x="16050" y="9163"/>
                  </a:cubicBezTo>
                  <a:cubicBezTo>
                    <a:pt x="16012" y="9182"/>
                    <a:pt x="15964" y="9182"/>
                    <a:pt x="15926" y="9192"/>
                  </a:cubicBezTo>
                  <a:cubicBezTo>
                    <a:pt x="15888" y="9192"/>
                    <a:pt x="15840" y="9192"/>
                    <a:pt x="15793" y="9201"/>
                  </a:cubicBezTo>
                  <a:cubicBezTo>
                    <a:pt x="15755" y="9201"/>
                    <a:pt x="15716" y="9210"/>
                    <a:pt x="15678" y="9210"/>
                  </a:cubicBezTo>
                  <a:cubicBezTo>
                    <a:pt x="15659" y="9210"/>
                    <a:pt x="15640" y="9210"/>
                    <a:pt x="15621" y="9210"/>
                  </a:cubicBezTo>
                  <a:lnTo>
                    <a:pt x="15612" y="9210"/>
                  </a:lnTo>
                  <a:cubicBezTo>
                    <a:pt x="15583" y="9210"/>
                    <a:pt x="15535" y="9210"/>
                    <a:pt x="15535" y="9210"/>
                  </a:cubicBezTo>
                  <a:cubicBezTo>
                    <a:pt x="15497" y="9210"/>
                    <a:pt x="15450" y="9201"/>
                    <a:pt x="15412" y="9201"/>
                  </a:cubicBezTo>
                  <a:cubicBezTo>
                    <a:pt x="15345" y="9192"/>
                    <a:pt x="15297" y="9182"/>
                    <a:pt x="15240" y="9182"/>
                  </a:cubicBezTo>
                  <a:cubicBezTo>
                    <a:pt x="15212" y="9172"/>
                    <a:pt x="15192" y="9163"/>
                    <a:pt x="15164" y="9163"/>
                  </a:cubicBezTo>
                  <a:cubicBezTo>
                    <a:pt x="15154" y="9154"/>
                    <a:pt x="15126" y="9154"/>
                    <a:pt x="15107" y="9154"/>
                  </a:cubicBezTo>
                  <a:cubicBezTo>
                    <a:pt x="15078" y="9125"/>
                    <a:pt x="15030" y="9125"/>
                    <a:pt x="15002" y="9115"/>
                  </a:cubicBezTo>
                  <a:cubicBezTo>
                    <a:pt x="14897" y="9087"/>
                    <a:pt x="14802" y="9039"/>
                    <a:pt x="14735" y="8992"/>
                  </a:cubicBezTo>
                  <a:lnTo>
                    <a:pt x="11668" y="7144"/>
                  </a:lnTo>
                  <a:lnTo>
                    <a:pt x="11630" y="8258"/>
                  </a:lnTo>
                  <a:cubicBezTo>
                    <a:pt x="11630" y="8458"/>
                    <a:pt x="11487" y="8639"/>
                    <a:pt x="11240" y="8792"/>
                  </a:cubicBezTo>
                  <a:lnTo>
                    <a:pt x="7144" y="11163"/>
                  </a:lnTo>
                  <a:cubicBezTo>
                    <a:pt x="7201" y="11239"/>
                    <a:pt x="7268" y="11306"/>
                    <a:pt x="7363" y="11363"/>
                  </a:cubicBezTo>
                  <a:lnTo>
                    <a:pt x="13211" y="14907"/>
                  </a:lnTo>
                  <a:cubicBezTo>
                    <a:pt x="13326" y="14973"/>
                    <a:pt x="13440" y="15021"/>
                    <a:pt x="13573" y="15049"/>
                  </a:cubicBezTo>
                  <a:cubicBezTo>
                    <a:pt x="13602" y="15069"/>
                    <a:pt x="13611" y="15069"/>
                    <a:pt x="13640" y="15069"/>
                  </a:cubicBezTo>
                  <a:cubicBezTo>
                    <a:pt x="13773" y="15097"/>
                    <a:pt x="13916" y="15107"/>
                    <a:pt x="14059" y="15107"/>
                  </a:cubicBezTo>
                  <a:lnTo>
                    <a:pt x="14078" y="15107"/>
                  </a:lnTo>
                  <a:cubicBezTo>
                    <a:pt x="14231" y="15107"/>
                    <a:pt x="14373" y="15097"/>
                    <a:pt x="14535" y="15069"/>
                  </a:cubicBezTo>
                  <a:lnTo>
                    <a:pt x="14545" y="15069"/>
                  </a:lnTo>
                  <a:cubicBezTo>
                    <a:pt x="14697" y="15030"/>
                    <a:pt x="14840" y="14973"/>
                    <a:pt x="14954" y="14897"/>
                  </a:cubicBezTo>
                  <a:lnTo>
                    <a:pt x="19660" y="12163"/>
                  </a:lnTo>
                  <a:cubicBezTo>
                    <a:pt x="19717" y="12135"/>
                    <a:pt x="19755" y="12106"/>
                    <a:pt x="19803" y="12068"/>
                  </a:cubicBezTo>
                  <a:lnTo>
                    <a:pt x="17259" y="10525"/>
                  </a:lnTo>
                  <a:lnTo>
                    <a:pt x="17288" y="10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3044929E-89FC-4948-BEB3-0847EB1C5165}"/>
                </a:ext>
              </a:extLst>
            </p:cNvPr>
            <p:cNvSpPr/>
            <p:nvPr/>
          </p:nvSpPr>
          <p:spPr>
            <a:xfrm>
              <a:off x="5087113" y="5336063"/>
              <a:ext cx="19050" cy="19050"/>
            </a:xfrm>
            <a:custGeom>
              <a:avLst/>
              <a:gdLst>
                <a:gd name="connsiteX0" fmla="*/ 17288 w 19050"/>
                <a:gd name="connsiteY0" fmla="*/ 10544 h 19050"/>
                <a:gd name="connsiteX1" fmla="*/ 17126 w 19050"/>
                <a:gd name="connsiteY1" fmla="*/ 10420 h 19050"/>
                <a:gd name="connsiteX2" fmla="*/ 17059 w 19050"/>
                <a:gd name="connsiteY2" fmla="*/ 10344 h 19050"/>
                <a:gd name="connsiteX3" fmla="*/ 17031 w 19050"/>
                <a:gd name="connsiteY3" fmla="*/ 10315 h 19050"/>
                <a:gd name="connsiteX4" fmla="*/ 17012 w 19050"/>
                <a:gd name="connsiteY4" fmla="*/ 10258 h 19050"/>
                <a:gd name="connsiteX5" fmla="*/ 16974 w 19050"/>
                <a:gd name="connsiteY5" fmla="*/ 10192 h 19050"/>
                <a:gd name="connsiteX6" fmla="*/ 16964 w 19050"/>
                <a:gd name="connsiteY6" fmla="*/ 10125 h 19050"/>
                <a:gd name="connsiteX7" fmla="*/ 16964 w 19050"/>
                <a:gd name="connsiteY7" fmla="*/ 10030 h 19050"/>
                <a:gd name="connsiteX8" fmla="*/ 16964 w 19050"/>
                <a:gd name="connsiteY8" fmla="*/ 10020 h 19050"/>
                <a:gd name="connsiteX9" fmla="*/ 16993 w 19050"/>
                <a:gd name="connsiteY9" fmla="*/ 8725 h 19050"/>
                <a:gd name="connsiteX10" fmla="*/ 16497 w 19050"/>
                <a:gd name="connsiteY10" fmla="*/ 9001 h 19050"/>
                <a:gd name="connsiteX11" fmla="*/ 16326 w 19050"/>
                <a:gd name="connsiteY11" fmla="*/ 9096 h 19050"/>
                <a:gd name="connsiteX12" fmla="*/ 16173 w 19050"/>
                <a:gd name="connsiteY12" fmla="*/ 9144 h 19050"/>
                <a:gd name="connsiteX13" fmla="*/ 16078 w 19050"/>
                <a:gd name="connsiteY13" fmla="*/ 9163 h 19050"/>
                <a:gd name="connsiteX14" fmla="*/ 16078 w 19050"/>
                <a:gd name="connsiteY14" fmla="*/ 9163 h 19050"/>
                <a:gd name="connsiteX15" fmla="*/ 16040 w 19050"/>
                <a:gd name="connsiteY15" fmla="*/ 9172 h 19050"/>
                <a:gd name="connsiteX16" fmla="*/ 15916 w 19050"/>
                <a:gd name="connsiteY16" fmla="*/ 9192 h 19050"/>
                <a:gd name="connsiteX17" fmla="*/ 15783 w 19050"/>
                <a:gd name="connsiteY17" fmla="*/ 9210 h 19050"/>
                <a:gd name="connsiteX18" fmla="*/ 15650 w 19050"/>
                <a:gd name="connsiteY18" fmla="*/ 9210 h 19050"/>
                <a:gd name="connsiteX19" fmla="*/ 15602 w 19050"/>
                <a:gd name="connsiteY19" fmla="*/ 9210 h 19050"/>
                <a:gd name="connsiteX20" fmla="*/ 15592 w 19050"/>
                <a:gd name="connsiteY20" fmla="*/ 9210 h 19050"/>
                <a:gd name="connsiteX21" fmla="*/ 15526 w 19050"/>
                <a:gd name="connsiteY21" fmla="*/ 9210 h 19050"/>
                <a:gd name="connsiteX22" fmla="*/ 15392 w 19050"/>
                <a:gd name="connsiteY22" fmla="*/ 9201 h 19050"/>
                <a:gd name="connsiteX23" fmla="*/ 15230 w 19050"/>
                <a:gd name="connsiteY23" fmla="*/ 9182 h 19050"/>
                <a:gd name="connsiteX24" fmla="*/ 15135 w 19050"/>
                <a:gd name="connsiteY24" fmla="*/ 9163 h 19050"/>
                <a:gd name="connsiteX25" fmla="*/ 15107 w 19050"/>
                <a:gd name="connsiteY25" fmla="*/ 9154 h 19050"/>
                <a:gd name="connsiteX26" fmla="*/ 14992 w 19050"/>
                <a:gd name="connsiteY26" fmla="*/ 9134 h 19050"/>
                <a:gd name="connsiteX27" fmla="*/ 14735 w 19050"/>
                <a:gd name="connsiteY27" fmla="*/ 9001 h 19050"/>
                <a:gd name="connsiteX28" fmla="*/ 11668 w 19050"/>
                <a:gd name="connsiteY28" fmla="*/ 7144 h 19050"/>
                <a:gd name="connsiteX29" fmla="*/ 11621 w 19050"/>
                <a:gd name="connsiteY29" fmla="*/ 8287 h 19050"/>
                <a:gd name="connsiteX30" fmla="*/ 11249 w 19050"/>
                <a:gd name="connsiteY30" fmla="*/ 8801 h 19050"/>
                <a:gd name="connsiteX31" fmla="*/ 7144 w 19050"/>
                <a:gd name="connsiteY31" fmla="*/ 11182 h 19050"/>
                <a:gd name="connsiteX32" fmla="*/ 7363 w 19050"/>
                <a:gd name="connsiteY32" fmla="*/ 11382 h 19050"/>
                <a:gd name="connsiteX33" fmla="*/ 13202 w 19050"/>
                <a:gd name="connsiteY33" fmla="*/ 14906 h 19050"/>
                <a:gd name="connsiteX34" fmla="*/ 13573 w 19050"/>
                <a:gd name="connsiteY34" fmla="*/ 15069 h 19050"/>
                <a:gd name="connsiteX35" fmla="*/ 13640 w 19050"/>
                <a:gd name="connsiteY35" fmla="*/ 15078 h 19050"/>
                <a:gd name="connsiteX36" fmla="*/ 14059 w 19050"/>
                <a:gd name="connsiteY36" fmla="*/ 15126 h 19050"/>
                <a:gd name="connsiteX37" fmla="*/ 14078 w 19050"/>
                <a:gd name="connsiteY37" fmla="*/ 15126 h 19050"/>
                <a:gd name="connsiteX38" fmla="*/ 14516 w 19050"/>
                <a:gd name="connsiteY38" fmla="*/ 15078 h 19050"/>
                <a:gd name="connsiteX39" fmla="*/ 14545 w 19050"/>
                <a:gd name="connsiteY39" fmla="*/ 15069 h 19050"/>
                <a:gd name="connsiteX40" fmla="*/ 14954 w 19050"/>
                <a:gd name="connsiteY40" fmla="*/ 14906 h 19050"/>
                <a:gd name="connsiteX41" fmla="*/ 19650 w 19050"/>
                <a:gd name="connsiteY41" fmla="*/ 12182 h 19050"/>
                <a:gd name="connsiteX42" fmla="*/ 19783 w 19050"/>
                <a:gd name="connsiteY42" fmla="*/ 12068 h 19050"/>
                <a:gd name="connsiteX43" fmla="*/ 17288 w 19050"/>
                <a:gd name="connsiteY43" fmla="*/ 10544 h 19050"/>
                <a:gd name="connsiteX44" fmla="*/ 17288 w 19050"/>
                <a:gd name="connsiteY44" fmla="*/ 105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7288" y="10544"/>
                  </a:moveTo>
                  <a:cubicBezTo>
                    <a:pt x="17221" y="10506"/>
                    <a:pt x="17174" y="10468"/>
                    <a:pt x="17126" y="10420"/>
                  </a:cubicBezTo>
                  <a:cubicBezTo>
                    <a:pt x="17098" y="10401"/>
                    <a:pt x="17088" y="10373"/>
                    <a:pt x="17059" y="10344"/>
                  </a:cubicBezTo>
                  <a:cubicBezTo>
                    <a:pt x="17050" y="10335"/>
                    <a:pt x="17050" y="10325"/>
                    <a:pt x="17031" y="10315"/>
                  </a:cubicBezTo>
                  <a:cubicBezTo>
                    <a:pt x="17021" y="10277"/>
                    <a:pt x="17012" y="10277"/>
                    <a:pt x="17012" y="10258"/>
                  </a:cubicBezTo>
                  <a:cubicBezTo>
                    <a:pt x="16993" y="10239"/>
                    <a:pt x="16993" y="10211"/>
                    <a:pt x="16974" y="10192"/>
                  </a:cubicBezTo>
                  <a:cubicBezTo>
                    <a:pt x="16974" y="10163"/>
                    <a:pt x="16964" y="10125"/>
                    <a:pt x="16964" y="10125"/>
                  </a:cubicBezTo>
                  <a:lnTo>
                    <a:pt x="16964" y="10030"/>
                  </a:lnTo>
                  <a:lnTo>
                    <a:pt x="16964" y="10020"/>
                  </a:lnTo>
                  <a:lnTo>
                    <a:pt x="16993" y="8725"/>
                  </a:lnTo>
                  <a:lnTo>
                    <a:pt x="16497" y="9001"/>
                  </a:lnTo>
                  <a:cubicBezTo>
                    <a:pt x="16450" y="9030"/>
                    <a:pt x="16383" y="9077"/>
                    <a:pt x="16326" y="9096"/>
                  </a:cubicBezTo>
                  <a:cubicBezTo>
                    <a:pt x="16278" y="9115"/>
                    <a:pt x="16221" y="9134"/>
                    <a:pt x="16173" y="9144"/>
                  </a:cubicBezTo>
                  <a:cubicBezTo>
                    <a:pt x="16145" y="9154"/>
                    <a:pt x="16116" y="9154"/>
                    <a:pt x="16078" y="9163"/>
                  </a:cubicBezTo>
                  <a:lnTo>
                    <a:pt x="16078" y="9163"/>
                  </a:lnTo>
                  <a:cubicBezTo>
                    <a:pt x="16059" y="9163"/>
                    <a:pt x="16050" y="9172"/>
                    <a:pt x="16040" y="9172"/>
                  </a:cubicBezTo>
                  <a:cubicBezTo>
                    <a:pt x="15993" y="9182"/>
                    <a:pt x="15954" y="9192"/>
                    <a:pt x="15916" y="9192"/>
                  </a:cubicBezTo>
                  <a:cubicBezTo>
                    <a:pt x="15859" y="9201"/>
                    <a:pt x="15830" y="9201"/>
                    <a:pt x="15783" y="9210"/>
                  </a:cubicBezTo>
                  <a:cubicBezTo>
                    <a:pt x="15745" y="9210"/>
                    <a:pt x="15707" y="9210"/>
                    <a:pt x="15650" y="9210"/>
                  </a:cubicBezTo>
                  <a:cubicBezTo>
                    <a:pt x="15650" y="9210"/>
                    <a:pt x="15630" y="9210"/>
                    <a:pt x="15602" y="9210"/>
                  </a:cubicBezTo>
                  <a:lnTo>
                    <a:pt x="15592" y="9210"/>
                  </a:lnTo>
                  <a:cubicBezTo>
                    <a:pt x="15573" y="9210"/>
                    <a:pt x="15526" y="9210"/>
                    <a:pt x="15526" y="9210"/>
                  </a:cubicBezTo>
                  <a:cubicBezTo>
                    <a:pt x="15478" y="9210"/>
                    <a:pt x="15430" y="9210"/>
                    <a:pt x="15392" y="9201"/>
                  </a:cubicBezTo>
                  <a:cubicBezTo>
                    <a:pt x="15335" y="9201"/>
                    <a:pt x="15278" y="9192"/>
                    <a:pt x="15230" y="9182"/>
                  </a:cubicBezTo>
                  <a:cubicBezTo>
                    <a:pt x="15202" y="9182"/>
                    <a:pt x="15173" y="9172"/>
                    <a:pt x="15135" y="9163"/>
                  </a:cubicBezTo>
                  <a:cubicBezTo>
                    <a:pt x="15135" y="9163"/>
                    <a:pt x="15116" y="9163"/>
                    <a:pt x="15107" y="9154"/>
                  </a:cubicBezTo>
                  <a:cubicBezTo>
                    <a:pt x="15069" y="9144"/>
                    <a:pt x="15021" y="9134"/>
                    <a:pt x="14992" y="9134"/>
                  </a:cubicBezTo>
                  <a:cubicBezTo>
                    <a:pt x="14887" y="9096"/>
                    <a:pt x="14792" y="9058"/>
                    <a:pt x="14735" y="9001"/>
                  </a:cubicBezTo>
                  <a:lnTo>
                    <a:pt x="11668" y="7144"/>
                  </a:lnTo>
                  <a:lnTo>
                    <a:pt x="11621" y="8287"/>
                  </a:lnTo>
                  <a:cubicBezTo>
                    <a:pt x="11611" y="8477"/>
                    <a:pt x="11487" y="8658"/>
                    <a:pt x="11249" y="8801"/>
                  </a:cubicBezTo>
                  <a:lnTo>
                    <a:pt x="7144" y="11182"/>
                  </a:lnTo>
                  <a:cubicBezTo>
                    <a:pt x="7191" y="11249"/>
                    <a:pt x="7268" y="11316"/>
                    <a:pt x="7363" y="11382"/>
                  </a:cubicBezTo>
                  <a:lnTo>
                    <a:pt x="13202" y="14906"/>
                  </a:lnTo>
                  <a:cubicBezTo>
                    <a:pt x="13316" y="14973"/>
                    <a:pt x="13440" y="15030"/>
                    <a:pt x="13573" y="15069"/>
                  </a:cubicBezTo>
                  <a:cubicBezTo>
                    <a:pt x="13592" y="15069"/>
                    <a:pt x="13621" y="15078"/>
                    <a:pt x="13640" y="15078"/>
                  </a:cubicBezTo>
                  <a:cubicBezTo>
                    <a:pt x="13773" y="15107"/>
                    <a:pt x="13916" y="15126"/>
                    <a:pt x="14059" y="15126"/>
                  </a:cubicBezTo>
                  <a:lnTo>
                    <a:pt x="14078" y="15126"/>
                  </a:lnTo>
                  <a:cubicBezTo>
                    <a:pt x="14240" y="15126"/>
                    <a:pt x="14373" y="15107"/>
                    <a:pt x="14516" y="15078"/>
                  </a:cubicBezTo>
                  <a:cubicBezTo>
                    <a:pt x="14535" y="15078"/>
                    <a:pt x="14545" y="15069"/>
                    <a:pt x="14545" y="15069"/>
                  </a:cubicBezTo>
                  <a:cubicBezTo>
                    <a:pt x="14687" y="15030"/>
                    <a:pt x="14830" y="14973"/>
                    <a:pt x="14954" y="14906"/>
                  </a:cubicBezTo>
                  <a:lnTo>
                    <a:pt x="19650" y="12182"/>
                  </a:lnTo>
                  <a:cubicBezTo>
                    <a:pt x="19717" y="12154"/>
                    <a:pt x="19745" y="12097"/>
                    <a:pt x="19783" y="12068"/>
                  </a:cubicBezTo>
                  <a:lnTo>
                    <a:pt x="17288" y="10544"/>
                  </a:lnTo>
                  <a:lnTo>
                    <a:pt x="17288" y="105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88C192E5-EA77-4641-B632-68FDF679D70D}"/>
                </a:ext>
              </a:extLst>
            </p:cNvPr>
            <p:cNvSpPr/>
            <p:nvPr/>
          </p:nvSpPr>
          <p:spPr>
            <a:xfrm>
              <a:off x="5145720" y="5371534"/>
              <a:ext cx="19050" cy="19050"/>
            </a:xfrm>
            <a:custGeom>
              <a:avLst/>
              <a:gdLst>
                <a:gd name="connsiteX0" fmla="*/ 17278 w 19050"/>
                <a:gd name="connsiteY0" fmla="*/ 10554 h 19050"/>
                <a:gd name="connsiteX1" fmla="*/ 17126 w 19050"/>
                <a:gd name="connsiteY1" fmla="*/ 10430 h 19050"/>
                <a:gd name="connsiteX2" fmla="*/ 17050 w 19050"/>
                <a:gd name="connsiteY2" fmla="*/ 10344 h 19050"/>
                <a:gd name="connsiteX3" fmla="*/ 17031 w 19050"/>
                <a:gd name="connsiteY3" fmla="*/ 10306 h 19050"/>
                <a:gd name="connsiteX4" fmla="*/ 17021 w 19050"/>
                <a:gd name="connsiteY4" fmla="*/ 10306 h 19050"/>
                <a:gd name="connsiteX5" fmla="*/ 16993 w 19050"/>
                <a:gd name="connsiteY5" fmla="*/ 10258 h 19050"/>
                <a:gd name="connsiteX6" fmla="*/ 16973 w 19050"/>
                <a:gd name="connsiteY6" fmla="*/ 10192 h 19050"/>
                <a:gd name="connsiteX7" fmla="*/ 16954 w 19050"/>
                <a:gd name="connsiteY7" fmla="*/ 10115 h 19050"/>
                <a:gd name="connsiteX8" fmla="*/ 16954 w 19050"/>
                <a:gd name="connsiteY8" fmla="*/ 10039 h 19050"/>
                <a:gd name="connsiteX9" fmla="*/ 16954 w 19050"/>
                <a:gd name="connsiteY9" fmla="*/ 10030 h 19050"/>
                <a:gd name="connsiteX10" fmla="*/ 16993 w 19050"/>
                <a:gd name="connsiteY10" fmla="*/ 8734 h 19050"/>
                <a:gd name="connsiteX11" fmla="*/ 16507 w 19050"/>
                <a:gd name="connsiteY11" fmla="*/ 9001 h 19050"/>
                <a:gd name="connsiteX12" fmla="*/ 16316 w 19050"/>
                <a:gd name="connsiteY12" fmla="*/ 9106 h 19050"/>
                <a:gd name="connsiteX13" fmla="*/ 16164 w 19050"/>
                <a:gd name="connsiteY13" fmla="*/ 9154 h 19050"/>
                <a:gd name="connsiteX14" fmla="*/ 16088 w 19050"/>
                <a:gd name="connsiteY14" fmla="*/ 9163 h 19050"/>
                <a:gd name="connsiteX15" fmla="*/ 16068 w 19050"/>
                <a:gd name="connsiteY15" fmla="*/ 9172 h 19050"/>
                <a:gd name="connsiteX16" fmla="*/ 16050 w 19050"/>
                <a:gd name="connsiteY16" fmla="*/ 9182 h 19050"/>
                <a:gd name="connsiteX17" fmla="*/ 15907 w 19050"/>
                <a:gd name="connsiteY17" fmla="*/ 9201 h 19050"/>
                <a:gd name="connsiteX18" fmla="*/ 15783 w 19050"/>
                <a:gd name="connsiteY18" fmla="*/ 9210 h 19050"/>
                <a:gd name="connsiteX19" fmla="*/ 15630 w 19050"/>
                <a:gd name="connsiteY19" fmla="*/ 9220 h 19050"/>
                <a:gd name="connsiteX20" fmla="*/ 15611 w 19050"/>
                <a:gd name="connsiteY20" fmla="*/ 9220 h 19050"/>
                <a:gd name="connsiteX21" fmla="*/ 15592 w 19050"/>
                <a:gd name="connsiteY21" fmla="*/ 9220 h 19050"/>
                <a:gd name="connsiteX22" fmla="*/ 15516 w 19050"/>
                <a:gd name="connsiteY22" fmla="*/ 9220 h 19050"/>
                <a:gd name="connsiteX23" fmla="*/ 15383 w 19050"/>
                <a:gd name="connsiteY23" fmla="*/ 9210 h 19050"/>
                <a:gd name="connsiteX24" fmla="*/ 15211 w 19050"/>
                <a:gd name="connsiteY24" fmla="*/ 9192 h 19050"/>
                <a:gd name="connsiteX25" fmla="*/ 15164 w 19050"/>
                <a:gd name="connsiteY25" fmla="*/ 9182 h 19050"/>
                <a:gd name="connsiteX26" fmla="*/ 15097 w 19050"/>
                <a:gd name="connsiteY26" fmla="*/ 9163 h 19050"/>
                <a:gd name="connsiteX27" fmla="*/ 14992 w 19050"/>
                <a:gd name="connsiteY27" fmla="*/ 9134 h 19050"/>
                <a:gd name="connsiteX28" fmla="*/ 14726 w 19050"/>
                <a:gd name="connsiteY28" fmla="*/ 9010 h 19050"/>
                <a:gd name="connsiteX29" fmla="*/ 11659 w 19050"/>
                <a:gd name="connsiteY29" fmla="*/ 7144 h 19050"/>
                <a:gd name="connsiteX30" fmla="*/ 11621 w 19050"/>
                <a:gd name="connsiteY30" fmla="*/ 8287 h 19050"/>
                <a:gd name="connsiteX31" fmla="*/ 11230 w 19050"/>
                <a:gd name="connsiteY31" fmla="*/ 8811 h 19050"/>
                <a:gd name="connsiteX32" fmla="*/ 7144 w 19050"/>
                <a:gd name="connsiteY32" fmla="*/ 11173 h 19050"/>
                <a:gd name="connsiteX33" fmla="*/ 7344 w 19050"/>
                <a:gd name="connsiteY33" fmla="*/ 11382 h 19050"/>
                <a:gd name="connsiteX34" fmla="*/ 13192 w 19050"/>
                <a:gd name="connsiteY34" fmla="*/ 14916 h 19050"/>
                <a:gd name="connsiteX35" fmla="*/ 13563 w 19050"/>
                <a:gd name="connsiteY35" fmla="*/ 15069 h 19050"/>
                <a:gd name="connsiteX36" fmla="*/ 13621 w 19050"/>
                <a:gd name="connsiteY36" fmla="*/ 15087 h 19050"/>
                <a:gd name="connsiteX37" fmla="*/ 14059 w 19050"/>
                <a:gd name="connsiteY37" fmla="*/ 15135 h 19050"/>
                <a:gd name="connsiteX38" fmla="*/ 14059 w 19050"/>
                <a:gd name="connsiteY38" fmla="*/ 15135 h 19050"/>
                <a:gd name="connsiteX39" fmla="*/ 14526 w 19050"/>
                <a:gd name="connsiteY39" fmla="*/ 15078 h 19050"/>
                <a:gd name="connsiteX40" fmla="*/ 14535 w 19050"/>
                <a:gd name="connsiteY40" fmla="*/ 15078 h 19050"/>
                <a:gd name="connsiteX41" fmla="*/ 14945 w 19050"/>
                <a:gd name="connsiteY41" fmla="*/ 14916 h 19050"/>
                <a:gd name="connsiteX42" fmla="*/ 19650 w 19050"/>
                <a:gd name="connsiteY42" fmla="*/ 12182 h 19050"/>
                <a:gd name="connsiteX43" fmla="*/ 19783 w 19050"/>
                <a:gd name="connsiteY43" fmla="*/ 12059 h 19050"/>
                <a:gd name="connsiteX44" fmla="*/ 17250 w 19050"/>
                <a:gd name="connsiteY44" fmla="*/ 10544 h 19050"/>
                <a:gd name="connsiteX45" fmla="*/ 17278 w 19050"/>
                <a:gd name="connsiteY45" fmla="*/ 105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54"/>
                  </a:moveTo>
                  <a:cubicBezTo>
                    <a:pt x="17221" y="10496"/>
                    <a:pt x="17164" y="10458"/>
                    <a:pt x="17126" y="10430"/>
                  </a:cubicBezTo>
                  <a:cubicBezTo>
                    <a:pt x="17088" y="10401"/>
                    <a:pt x="17069" y="10373"/>
                    <a:pt x="17050" y="10344"/>
                  </a:cubicBezTo>
                  <a:cubicBezTo>
                    <a:pt x="17050" y="10344"/>
                    <a:pt x="17040" y="10325"/>
                    <a:pt x="17031" y="10306"/>
                  </a:cubicBezTo>
                  <a:lnTo>
                    <a:pt x="17021" y="10306"/>
                  </a:lnTo>
                  <a:cubicBezTo>
                    <a:pt x="17011" y="10277"/>
                    <a:pt x="17002" y="10268"/>
                    <a:pt x="16993" y="10258"/>
                  </a:cubicBezTo>
                  <a:cubicBezTo>
                    <a:pt x="16983" y="10239"/>
                    <a:pt x="16983" y="10211"/>
                    <a:pt x="16973" y="10192"/>
                  </a:cubicBezTo>
                  <a:cubicBezTo>
                    <a:pt x="16954" y="10153"/>
                    <a:pt x="16954" y="10115"/>
                    <a:pt x="16954" y="10115"/>
                  </a:cubicBezTo>
                  <a:lnTo>
                    <a:pt x="16954" y="10039"/>
                  </a:lnTo>
                  <a:lnTo>
                    <a:pt x="16954" y="10030"/>
                  </a:lnTo>
                  <a:lnTo>
                    <a:pt x="16993" y="8734"/>
                  </a:lnTo>
                  <a:lnTo>
                    <a:pt x="16507" y="9001"/>
                  </a:lnTo>
                  <a:cubicBezTo>
                    <a:pt x="16450" y="9030"/>
                    <a:pt x="16383" y="9058"/>
                    <a:pt x="16316" y="9106"/>
                  </a:cubicBezTo>
                  <a:cubicBezTo>
                    <a:pt x="16268" y="9125"/>
                    <a:pt x="16221" y="9134"/>
                    <a:pt x="16164" y="9154"/>
                  </a:cubicBezTo>
                  <a:cubicBezTo>
                    <a:pt x="16135" y="9154"/>
                    <a:pt x="16107" y="9163"/>
                    <a:pt x="16088" y="9163"/>
                  </a:cubicBezTo>
                  <a:cubicBezTo>
                    <a:pt x="16078" y="9163"/>
                    <a:pt x="16068" y="9172"/>
                    <a:pt x="16068" y="9172"/>
                  </a:cubicBezTo>
                  <a:cubicBezTo>
                    <a:pt x="16059" y="9182"/>
                    <a:pt x="16050" y="9182"/>
                    <a:pt x="16050" y="9182"/>
                  </a:cubicBezTo>
                  <a:cubicBezTo>
                    <a:pt x="15983" y="9192"/>
                    <a:pt x="15945" y="9192"/>
                    <a:pt x="15907" y="9201"/>
                  </a:cubicBezTo>
                  <a:cubicBezTo>
                    <a:pt x="15859" y="9210"/>
                    <a:pt x="15821" y="9210"/>
                    <a:pt x="15783" y="9210"/>
                  </a:cubicBezTo>
                  <a:cubicBezTo>
                    <a:pt x="15745" y="9220"/>
                    <a:pt x="15687" y="9220"/>
                    <a:pt x="15630" y="9220"/>
                  </a:cubicBezTo>
                  <a:cubicBezTo>
                    <a:pt x="15630" y="9220"/>
                    <a:pt x="15621" y="9220"/>
                    <a:pt x="15611" y="9220"/>
                  </a:cubicBezTo>
                  <a:lnTo>
                    <a:pt x="15592" y="9220"/>
                  </a:lnTo>
                  <a:cubicBezTo>
                    <a:pt x="15573" y="9220"/>
                    <a:pt x="15516" y="9220"/>
                    <a:pt x="15516" y="9220"/>
                  </a:cubicBezTo>
                  <a:cubicBezTo>
                    <a:pt x="15478" y="9220"/>
                    <a:pt x="15440" y="9220"/>
                    <a:pt x="15383" y="9210"/>
                  </a:cubicBezTo>
                  <a:cubicBezTo>
                    <a:pt x="15335" y="9210"/>
                    <a:pt x="15278" y="9201"/>
                    <a:pt x="15211" y="9192"/>
                  </a:cubicBezTo>
                  <a:cubicBezTo>
                    <a:pt x="15211" y="9192"/>
                    <a:pt x="15183" y="9182"/>
                    <a:pt x="15164" y="9182"/>
                  </a:cubicBezTo>
                  <a:cubicBezTo>
                    <a:pt x="15154" y="9172"/>
                    <a:pt x="15126" y="9163"/>
                    <a:pt x="15097" y="9163"/>
                  </a:cubicBezTo>
                  <a:cubicBezTo>
                    <a:pt x="15069" y="9154"/>
                    <a:pt x="15021" y="9154"/>
                    <a:pt x="14992" y="9134"/>
                  </a:cubicBezTo>
                  <a:cubicBezTo>
                    <a:pt x="14887" y="9106"/>
                    <a:pt x="14802" y="9058"/>
                    <a:pt x="14726" y="9010"/>
                  </a:cubicBezTo>
                  <a:lnTo>
                    <a:pt x="11659" y="7144"/>
                  </a:lnTo>
                  <a:lnTo>
                    <a:pt x="11621" y="8287"/>
                  </a:lnTo>
                  <a:cubicBezTo>
                    <a:pt x="11611" y="8487"/>
                    <a:pt x="11477" y="8667"/>
                    <a:pt x="11230" y="8811"/>
                  </a:cubicBezTo>
                  <a:lnTo>
                    <a:pt x="7144" y="11173"/>
                  </a:lnTo>
                  <a:cubicBezTo>
                    <a:pt x="7191" y="11258"/>
                    <a:pt x="7258" y="11316"/>
                    <a:pt x="7344" y="11382"/>
                  </a:cubicBezTo>
                  <a:lnTo>
                    <a:pt x="13192" y="14916"/>
                  </a:lnTo>
                  <a:cubicBezTo>
                    <a:pt x="13306" y="14973"/>
                    <a:pt x="13430" y="15021"/>
                    <a:pt x="13563" y="15069"/>
                  </a:cubicBezTo>
                  <a:cubicBezTo>
                    <a:pt x="13583" y="15078"/>
                    <a:pt x="13601" y="15078"/>
                    <a:pt x="13621" y="15087"/>
                  </a:cubicBezTo>
                  <a:cubicBezTo>
                    <a:pt x="13763" y="15107"/>
                    <a:pt x="13897" y="15126"/>
                    <a:pt x="14059" y="15135"/>
                  </a:cubicBezTo>
                  <a:lnTo>
                    <a:pt x="14059" y="15135"/>
                  </a:lnTo>
                  <a:cubicBezTo>
                    <a:pt x="14221" y="15126"/>
                    <a:pt x="14373" y="15107"/>
                    <a:pt x="14526" y="15078"/>
                  </a:cubicBezTo>
                  <a:lnTo>
                    <a:pt x="14535" y="15078"/>
                  </a:lnTo>
                  <a:cubicBezTo>
                    <a:pt x="14687" y="15021"/>
                    <a:pt x="14821" y="14973"/>
                    <a:pt x="14945" y="14916"/>
                  </a:cubicBezTo>
                  <a:lnTo>
                    <a:pt x="19650" y="12182"/>
                  </a:lnTo>
                  <a:cubicBezTo>
                    <a:pt x="19717" y="12144"/>
                    <a:pt x="19736" y="12106"/>
                    <a:pt x="19783" y="12059"/>
                  </a:cubicBezTo>
                  <a:lnTo>
                    <a:pt x="17250" y="10544"/>
                  </a:lnTo>
                  <a:lnTo>
                    <a:pt x="17278" y="1055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7A8593C3-7E29-4B85-92F0-20DFD6251E15}"/>
                </a:ext>
              </a:extLst>
            </p:cNvPr>
            <p:cNvSpPr/>
            <p:nvPr/>
          </p:nvSpPr>
          <p:spPr>
            <a:xfrm>
              <a:off x="5141243" y="5377373"/>
              <a:ext cx="19050" cy="19050"/>
            </a:xfrm>
            <a:custGeom>
              <a:avLst/>
              <a:gdLst>
                <a:gd name="connsiteX0" fmla="*/ 19888 w 19050"/>
                <a:gd name="connsiteY0" fmla="*/ 10497 h 19050"/>
                <a:gd name="connsiteX1" fmla="*/ 19402 w 19050"/>
                <a:gd name="connsiteY1" fmla="*/ 10773 h 19050"/>
                <a:gd name="connsiteX2" fmla="*/ 19212 w 19050"/>
                <a:gd name="connsiteY2" fmla="*/ 10849 h 19050"/>
                <a:gd name="connsiteX3" fmla="*/ 19069 w 19050"/>
                <a:gd name="connsiteY3" fmla="*/ 10916 h 19050"/>
                <a:gd name="connsiteX4" fmla="*/ 18983 w 19050"/>
                <a:gd name="connsiteY4" fmla="*/ 10935 h 19050"/>
                <a:gd name="connsiteX5" fmla="*/ 18964 w 19050"/>
                <a:gd name="connsiteY5" fmla="*/ 10935 h 19050"/>
                <a:gd name="connsiteX6" fmla="*/ 18926 w 19050"/>
                <a:gd name="connsiteY6" fmla="*/ 10944 h 19050"/>
                <a:gd name="connsiteX7" fmla="*/ 18793 w 19050"/>
                <a:gd name="connsiteY7" fmla="*/ 10973 h 19050"/>
                <a:gd name="connsiteX8" fmla="*/ 18669 w 19050"/>
                <a:gd name="connsiteY8" fmla="*/ 10982 h 19050"/>
                <a:gd name="connsiteX9" fmla="*/ 18555 w 19050"/>
                <a:gd name="connsiteY9" fmla="*/ 10992 h 19050"/>
                <a:gd name="connsiteX10" fmla="*/ 18507 w 19050"/>
                <a:gd name="connsiteY10" fmla="*/ 10992 h 19050"/>
                <a:gd name="connsiteX11" fmla="*/ 18488 w 19050"/>
                <a:gd name="connsiteY11" fmla="*/ 10992 h 19050"/>
                <a:gd name="connsiteX12" fmla="*/ 18421 w 19050"/>
                <a:gd name="connsiteY12" fmla="*/ 10992 h 19050"/>
                <a:gd name="connsiteX13" fmla="*/ 18269 w 19050"/>
                <a:gd name="connsiteY13" fmla="*/ 10982 h 19050"/>
                <a:gd name="connsiteX14" fmla="*/ 18116 w 19050"/>
                <a:gd name="connsiteY14" fmla="*/ 10963 h 19050"/>
                <a:gd name="connsiteX15" fmla="*/ 18050 w 19050"/>
                <a:gd name="connsiteY15" fmla="*/ 10935 h 19050"/>
                <a:gd name="connsiteX16" fmla="*/ 17993 w 19050"/>
                <a:gd name="connsiteY16" fmla="*/ 10925 h 19050"/>
                <a:gd name="connsiteX17" fmla="*/ 17888 w 19050"/>
                <a:gd name="connsiteY17" fmla="*/ 10897 h 19050"/>
                <a:gd name="connsiteX18" fmla="*/ 17612 w 19050"/>
                <a:gd name="connsiteY18" fmla="*/ 10773 h 19050"/>
                <a:gd name="connsiteX19" fmla="*/ 11773 w 19050"/>
                <a:gd name="connsiteY19" fmla="*/ 7230 h 19050"/>
                <a:gd name="connsiteX20" fmla="*/ 11763 w 19050"/>
                <a:gd name="connsiteY20" fmla="*/ 7220 h 19050"/>
                <a:gd name="connsiteX21" fmla="*/ 11649 w 19050"/>
                <a:gd name="connsiteY21" fmla="*/ 7144 h 19050"/>
                <a:gd name="connsiteX22" fmla="*/ 11621 w 19050"/>
                <a:gd name="connsiteY22" fmla="*/ 8277 h 19050"/>
                <a:gd name="connsiteX23" fmla="*/ 11230 w 19050"/>
                <a:gd name="connsiteY23" fmla="*/ 8801 h 19050"/>
                <a:gd name="connsiteX24" fmla="*/ 7144 w 19050"/>
                <a:gd name="connsiteY24" fmla="*/ 11173 h 19050"/>
                <a:gd name="connsiteX25" fmla="*/ 7363 w 19050"/>
                <a:gd name="connsiteY25" fmla="*/ 11373 h 19050"/>
                <a:gd name="connsiteX26" fmla="*/ 13202 w 19050"/>
                <a:gd name="connsiteY26" fmla="*/ 14907 h 19050"/>
                <a:gd name="connsiteX27" fmla="*/ 13563 w 19050"/>
                <a:gd name="connsiteY27" fmla="*/ 15059 h 19050"/>
                <a:gd name="connsiteX28" fmla="*/ 13621 w 19050"/>
                <a:gd name="connsiteY28" fmla="*/ 15078 h 19050"/>
                <a:gd name="connsiteX29" fmla="*/ 14049 w 19050"/>
                <a:gd name="connsiteY29" fmla="*/ 15126 h 19050"/>
                <a:gd name="connsiteX30" fmla="*/ 14068 w 19050"/>
                <a:gd name="connsiteY30" fmla="*/ 15126 h 19050"/>
                <a:gd name="connsiteX31" fmla="*/ 14516 w 19050"/>
                <a:gd name="connsiteY31" fmla="*/ 15069 h 19050"/>
                <a:gd name="connsiteX32" fmla="*/ 14535 w 19050"/>
                <a:gd name="connsiteY32" fmla="*/ 15069 h 19050"/>
                <a:gd name="connsiteX33" fmla="*/ 14935 w 19050"/>
                <a:gd name="connsiteY33" fmla="*/ 14897 h 19050"/>
                <a:gd name="connsiteX34" fmla="*/ 19650 w 19050"/>
                <a:gd name="connsiteY34" fmla="*/ 12183 h 19050"/>
                <a:gd name="connsiteX35" fmla="*/ 19850 w 19050"/>
                <a:gd name="connsiteY35" fmla="*/ 12011 h 19050"/>
                <a:gd name="connsiteX36" fmla="*/ 19831 w 19050"/>
                <a:gd name="connsiteY36" fmla="*/ 11944 h 19050"/>
                <a:gd name="connsiteX37" fmla="*/ 19812 w 19050"/>
                <a:gd name="connsiteY37" fmla="*/ 11859 h 19050"/>
                <a:gd name="connsiteX38" fmla="*/ 19802 w 19050"/>
                <a:gd name="connsiteY38" fmla="*/ 11792 h 19050"/>
                <a:gd name="connsiteX39" fmla="*/ 19802 w 19050"/>
                <a:gd name="connsiteY39" fmla="*/ 11782 h 19050"/>
                <a:gd name="connsiteX40" fmla="*/ 19888 w 19050"/>
                <a:gd name="connsiteY40" fmla="*/ 1049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88" y="10497"/>
                  </a:moveTo>
                  <a:lnTo>
                    <a:pt x="19402" y="10773"/>
                  </a:lnTo>
                  <a:cubicBezTo>
                    <a:pt x="19345" y="10801"/>
                    <a:pt x="19278" y="10830"/>
                    <a:pt x="19212" y="10849"/>
                  </a:cubicBezTo>
                  <a:cubicBezTo>
                    <a:pt x="19164" y="10868"/>
                    <a:pt x="19117" y="10897"/>
                    <a:pt x="19069" y="10916"/>
                  </a:cubicBezTo>
                  <a:cubicBezTo>
                    <a:pt x="19040" y="10916"/>
                    <a:pt x="19002" y="10925"/>
                    <a:pt x="18983" y="10935"/>
                  </a:cubicBezTo>
                  <a:lnTo>
                    <a:pt x="18964" y="10935"/>
                  </a:lnTo>
                  <a:cubicBezTo>
                    <a:pt x="18955" y="10935"/>
                    <a:pt x="18945" y="10935"/>
                    <a:pt x="18926" y="10944"/>
                  </a:cubicBezTo>
                  <a:cubicBezTo>
                    <a:pt x="18878" y="10944"/>
                    <a:pt x="18840" y="10973"/>
                    <a:pt x="18793" y="10973"/>
                  </a:cubicBezTo>
                  <a:cubicBezTo>
                    <a:pt x="18755" y="10982"/>
                    <a:pt x="18717" y="10982"/>
                    <a:pt x="18669" y="10982"/>
                  </a:cubicBezTo>
                  <a:cubicBezTo>
                    <a:pt x="18631" y="10982"/>
                    <a:pt x="18593" y="10992"/>
                    <a:pt x="18555" y="10992"/>
                  </a:cubicBezTo>
                  <a:cubicBezTo>
                    <a:pt x="18535" y="10992"/>
                    <a:pt x="18507" y="10992"/>
                    <a:pt x="18507" y="10992"/>
                  </a:cubicBezTo>
                  <a:lnTo>
                    <a:pt x="18488" y="10992"/>
                  </a:lnTo>
                  <a:cubicBezTo>
                    <a:pt x="18469" y="10992"/>
                    <a:pt x="18421" y="10992"/>
                    <a:pt x="18421" y="10992"/>
                  </a:cubicBezTo>
                  <a:cubicBezTo>
                    <a:pt x="18374" y="10992"/>
                    <a:pt x="18326" y="10982"/>
                    <a:pt x="18269" y="10982"/>
                  </a:cubicBezTo>
                  <a:cubicBezTo>
                    <a:pt x="18221" y="10982"/>
                    <a:pt x="18164" y="10973"/>
                    <a:pt x="18116" y="10963"/>
                  </a:cubicBezTo>
                  <a:cubicBezTo>
                    <a:pt x="18097" y="10944"/>
                    <a:pt x="18078" y="10944"/>
                    <a:pt x="18050" y="10935"/>
                  </a:cubicBezTo>
                  <a:cubicBezTo>
                    <a:pt x="18021" y="10935"/>
                    <a:pt x="18012" y="10925"/>
                    <a:pt x="17993" y="10925"/>
                  </a:cubicBezTo>
                  <a:cubicBezTo>
                    <a:pt x="17945" y="10916"/>
                    <a:pt x="17916" y="10906"/>
                    <a:pt x="17888" y="10897"/>
                  </a:cubicBezTo>
                  <a:cubicBezTo>
                    <a:pt x="17783" y="10859"/>
                    <a:pt x="17688" y="10821"/>
                    <a:pt x="17612" y="10773"/>
                  </a:cubicBezTo>
                  <a:lnTo>
                    <a:pt x="11773" y="7230"/>
                  </a:lnTo>
                  <a:lnTo>
                    <a:pt x="11763" y="7220"/>
                  </a:lnTo>
                  <a:cubicBezTo>
                    <a:pt x="11725" y="7201"/>
                    <a:pt x="11697" y="7173"/>
                    <a:pt x="11649" y="7144"/>
                  </a:cubicBezTo>
                  <a:lnTo>
                    <a:pt x="11621" y="8277"/>
                  </a:lnTo>
                  <a:cubicBezTo>
                    <a:pt x="11611" y="8468"/>
                    <a:pt x="11477" y="8649"/>
                    <a:pt x="11230" y="8801"/>
                  </a:cubicBezTo>
                  <a:lnTo>
                    <a:pt x="7144" y="11173"/>
                  </a:lnTo>
                  <a:cubicBezTo>
                    <a:pt x="7191" y="11240"/>
                    <a:pt x="7268" y="11325"/>
                    <a:pt x="7363" y="11373"/>
                  </a:cubicBezTo>
                  <a:lnTo>
                    <a:pt x="13202" y="14907"/>
                  </a:lnTo>
                  <a:cubicBezTo>
                    <a:pt x="13297" y="14974"/>
                    <a:pt x="13430" y="15030"/>
                    <a:pt x="13563" y="15059"/>
                  </a:cubicBezTo>
                  <a:cubicBezTo>
                    <a:pt x="13592" y="15069"/>
                    <a:pt x="13621" y="15078"/>
                    <a:pt x="13621" y="15078"/>
                  </a:cubicBezTo>
                  <a:cubicBezTo>
                    <a:pt x="13773" y="15107"/>
                    <a:pt x="13897" y="15126"/>
                    <a:pt x="14049" y="15126"/>
                  </a:cubicBezTo>
                  <a:lnTo>
                    <a:pt x="14068" y="15126"/>
                  </a:lnTo>
                  <a:cubicBezTo>
                    <a:pt x="14230" y="15126"/>
                    <a:pt x="14373" y="15107"/>
                    <a:pt x="14516" y="15069"/>
                  </a:cubicBezTo>
                  <a:lnTo>
                    <a:pt x="14535" y="15069"/>
                  </a:lnTo>
                  <a:cubicBezTo>
                    <a:pt x="14687" y="15030"/>
                    <a:pt x="14821" y="14974"/>
                    <a:pt x="14935" y="14897"/>
                  </a:cubicBezTo>
                  <a:lnTo>
                    <a:pt x="19650" y="12183"/>
                  </a:lnTo>
                  <a:cubicBezTo>
                    <a:pt x="19736" y="12135"/>
                    <a:pt x="19793" y="12068"/>
                    <a:pt x="19850" y="12011"/>
                  </a:cubicBezTo>
                  <a:cubicBezTo>
                    <a:pt x="19840" y="11973"/>
                    <a:pt x="19840" y="11954"/>
                    <a:pt x="19831" y="11944"/>
                  </a:cubicBezTo>
                  <a:cubicBezTo>
                    <a:pt x="19812" y="11916"/>
                    <a:pt x="19812" y="11859"/>
                    <a:pt x="19812" y="11859"/>
                  </a:cubicBezTo>
                  <a:lnTo>
                    <a:pt x="19802" y="11792"/>
                  </a:lnTo>
                  <a:lnTo>
                    <a:pt x="19802" y="11782"/>
                  </a:lnTo>
                  <a:lnTo>
                    <a:pt x="19888" y="1049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F31B2D34-EB37-46D9-8BD1-483D760A3F1F}"/>
                </a:ext>
              </a:extLst>
            </p:cNvPr>
            <p:cNvSpPr/>
            <p:nvPr/>
          </p:nvSpPr>
          <p:spPr>
            <a:xfrm>
              <a:off x="5074301" y="5336844"/>
              <a:ext cx="19050" cy="19050"/>
            </a:xfrm>
            <a:custGeom>
              <a:avLst/>
              <a:gdLst>
                <a:gd name="connsiteX0" fmla="*/ 19869 w 19050"/>
                <a:gd name="connsiteY0" fmla="*/ 10487 h 19050"/>
                <a:gd name="connsiteX1" fmla="*/ 19383 w 19050"/>
                <a:gd name="connsiteY1" fmla="*/ 10763 h 19050"/>
                <a:gd name="connsiteX2" fmla="*/ 19193 w 19050"/>
                <a:gd name="connsiteY2" fmla="*/ 10858 h 19050"/>
                <a:gd name="connsiteX3" fmla="*/ 19040 w 19050"/>
                <a:gd name="connsiteY3" fmla="*/ 10906 h 19050"/>
                <a:gd name="connsiteX4" fmla="*/ 18964 w 19050"/>
                <a:gd name="connsiteY4" fmla="*/ 10925 h 19050"/>
                <a:gd name="connsiteX5" fmla="*/ 18945 w 19050"/>
                <a:gd name="connsiteY5" fmla="*/ 10925 h 19050"/>
                <a:gd name="connsiteX6" fmla="*/ 18907 w 19050"/>
                <a:gd name="connsiteY6" fmla="*/ 10944 h 19050"/>
                <a:gd name="connsiteX7" fmla="*/ 18783 w 19050"/>
                <a:gd name="connsiteY7" fmla="*/ 10963 h 19050"/>
                <a:gd name="connsiteX8" fmla="*/ 18660 w 19050"/>
                <a:gd name="connsiteY8" fmla="*/ 10973 h 19050"/>
                <a:gd name="connsiteX9" fmla="*/ 18536 w 19050"/>
                <a:gd name="connsiteY9" fmla="*/ 10992 h 19050"/>
                <a:gd name="connsiteX10" fmla="*/ 18479 w 19050"/>
                <a:gd name="connsiteY10" fmla="*/ 10992 h 19050"/>
                <a:gd name="connsiteX11" fmla="*/ 18488 w 19050"/>
                <a:gd name="connsiteY11" fmla="*/ 10992 h 19050"/>
                <a:gd name="connsiteX12" fmla="*/ 18431 w 19050"/>
                <a:gd name="connsiteY12" fmla="*/ 10992 h 19050"/>
                <a:gd name="connsiteX13" fmla="*/ 18288 w 19050"/>
                <a:gd name="connsiteY13" fmla="*/ 10973 h 19050"/>
                <a:gd name="connsiteX14" fmla="*/ 18126 w 19050"/>
                <a:gd name="connsiteY14" fmla="*/ 10954 h 19050"/>
                <a:gd name="connsiteX15" fmla="*/ 18059 w 19050"/>
                <a:gd name="connsiteY15" fmla="*/ 10925 h 19050"/>
                <a:gd name="connsiteX16" fmla="*/ 18002 w 19050"/>
                <a:gd name="connsiteY16" fmla="*/ 10925 h 19050"/>
                <a:gd name="connsiteX17" fmla="*/ 17897 w 19050"/>
                <a:gd name="connsiteY17" fmla="*/ 10896 h 19050"/>
                <a:gd name="connsiteX18" fmla="*/ 17621 w 19050"/>
                <a:gd name="connsiteY18" fmla="*/ 10782 h 19050"/>
                <a:gd name="connsiteX19" fmla="*/ 11782 w 19050"/>
                <a:gd name="connsiteY19" fmla="*/ 7220 h 19050"/>
                <a:gd name="connsiteX20" fmla="*/ 11764 w 19050"/>
                <a:gd name="connsiteY20" fmla="*/ 7220 h 19050"/>
                <a:gd name="connsiteX21" fmla="*/ 11668 w 19050"/>
                <a:gd name="connsiteY21" fmla="*/ 7144 h 19050"/>
                <a:gd name="connsiteX22" fmla="*/ 11630 w 19050"/>
                <a:gd name="connsiteY22" fmla="*/ 8268 h 19050"/>
                <a:gd name="connsiteX23" fmla="*/ 11239 w 19050"/>
                <a:gd name="connsiteY23" fmla="*/ 8801 h 19050"/>
                <a:gd name="connsiteX24" fmla="*/ 7144 w 19050"/>
                <a:gd name="connsiteY24" fmla="*/ 11163 h 19050"/>
                <a:gd name="connsiteX25" fmla="*/ 7363 w 19050"/>
                <a:gd name="connsiteY25" fmla="*/ 11363 h 19050"/>
                <a:gd name="connsiteX26" fmla="*/ 13202 w 19050"/>
                <a:gd name="connsiteY26" fmla="*/ 14906 h 19050"/>
                <a:gd name="connsiteX27" fmla="*/ 13573 w 19050"/>
                <a:gd name="connsiteY27" fmla="*/ 15049 h 19050"/>
                <a:gd name="connsiteX28" fmla="*/ 13630 w 19050"/>
                <a:gd name="connsiteY28" fmla="*/ 15069 h 19050"/>
                <a:gd name="connsiteX29" fmla="*/ 14059 w 19050"/>
                <a:gd name="connsiteY29" fmla="*/ 15126 h 19050"/>
                <a:gd name="connsiteX30" fmla="*/ 14078 w 19050"/>
                <a:gd name="connsiteY30" fmla="*/ 15126 h 19050"/>
                <a:gd name="connsiteX31" fmla="*/ 14526 w 19050"/>
                <a:gd name="connsiteY31" fmla="*/ 15059 h 19050"/>
                <a:gd name="connsiteX32" fmla="*/ 14545 w 19050"/>
                <a:gd name="connsiteY32" fmla="*/ 15059 h 19050"/>
                <a:gd name="connsiteX33" fmla="*/ 14945 w 19050"/>
                <a:gd name="connsiteY33" fmla="*/ 14906 h 19050"/>
                <a:gd name="connsiteX34" fmla="*/ 19660 w 19050"/>
                <a:gd name="connsiteY34" fmla="*/ 12173 h 19050"/>
                <a:gd name="connsiteX35" fmla="*/ 19860 w 19050"/>
                <a:gd name="connsiteY35" fmla="*/ 12011 h 19050"/>
                <a:gd name="connsiteX36" fmla="*/ 19831 w 19050"/>
                <a:gd name="connsiteY36" fmla="*/ 11935 h 19050"/>
                <a:gd name="connsiteX37" fmla="*/ 19821 w 19050"/>
                <a:gd name="connsiteY37" fmla="*/ 11849 h 19050"/>
                <a:gd name="connsiteX38" fmla="*/ 19812 w 19050"/>
                <a:gd name="connsiteY38" fmla="*/ 11801 h 19050"/>
                <a:gd name="connsiteX39" fmla="*/ 19812 w 19050"/>
                <a:gd name="connsiteY39" fmla="*/ 11782 h 19050"/>
                <a:gd name="connsiteX40" fmla="*/ 19869 w 19050"/>
                <a:gd name="connsiteY40" fmla="*/ 104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69" y="10487"/>
                  </a:moveTo>
                  <a:lnTo>
                    <a:pt x="19383" y="10763"/>
                  </a:lnTo>
                  <a:cubicBezTo>
                    <a:pt x="19317" y="10811"/>
                    <a:pt x="19260" y="10839"/>
                    <a:pt x="19193" y="10858"/>
                  </a:cubicBezTo>
                  <a:cubicBezTo>
                    <a:pt x="19145" y="10878"/>
                    <a:pt x="19088" y="10896"/>
                    <a:pt x="19040" y="10906"/>
                  </a:cubicBezTo>
                  <a:cubicBezTo>
                    <a:pt x="19012" y="10906"/>
                    <a:pt x="18983" y="10925"/>
                    <a:pt x="18964" y="10925"/>
                  </a:cubicBezTo>
                  <a:lnTo>
                    <a:pt x="18945" y="10925"/>
                  </a:lnTo>
                  <a:cubicBezTo>
                    <a:pt x="18936" y="10925"/>
                    <a:pt x="18917" y="10944"/>
                    <a:pt x="18907" y="10944"/>
                  </a:cubicBezTo>
                  <a:cubicBezTo>
                    <a:pt x="18860" y="10944"/>
                    <a:pt x="18831" y="10963"/>
                    <a:pt x="18783" y="10963"/>
                  </a:cubicBezTo>
                  <a:cubicBezTo>
                    <a:pt x="18745" y="10973"/>
                    <a:pt x="18698" y="10973"/>
                    <a:pt x="18660" y="10973"/>
                  </a:cubicBezTo>
                  <a:cubicBezTo>
                    <a:pt x="18622" y="10992"/>
                    <a:pt x="18574" y="10992"/>
                    <a:pt x="18536" y="10992"/>
                  </a:cubicBezTo>
                  <a:cubicBezTo>
                    <a:pt x="18507" y="10992"/>
                    <a:pt x="18479" y="10992"/>
                    <a:pt x="18479" y="10992"/>
                  </a:cubicBezTo>
                  <a:lnTo>
                    <a:pt x="18488" y="10992"/>
                  </a:lnTo>
                  <a:cubicBezTo>
                    <a:pt x="18469" y="10992"/>
                    <a:pt x="18431" y="10992"/>
                    <a:pt x="18431" y="10992"/>
                  </a:cubicBezTo>
                  <a:cubicBezTo>
                    <a:pt x="18374" y="10992"/>
                    <a:pt x="18336" y="10973"/>
                    <a:pt x="18288" y="10973"/>
                  </a:cubicBezTo>
                  <a:cubicBezTo>
                    <a:pt x="18231" y="10973"/>
                    <a:pt x="18183" y="10963"/>
                    <a:pt x="18126" y="10954"/>
                  </a:cubicBezTo>
                  <a:cubicBezTo>
                    <a:pt x="18107" y="10944"/>
                    <a:pt x="18079" y="10944"/>
                    <a:pt x="18059" y="10925"/>
                  </a:cubicBezTo>
                  <a:cubicBezTo>
                    <a:pt x="18040" y="10925"/>
                    <a:pt x="18012" y="10925"/>
                    <a:pt x="18002" y="10925"/>
                  </a:cubicBezTo>
                  <a:cubicBezTo>
                    <a:pt x="17964" y="10906"/>
                    <a:pt x="17926" y="10896"/>
                    <a:pt x="17897" y="10896"/>
                  </a:cubicBezTo>
                  <a:cubicBezTo>
                    <a:pt x="17793" y="10858"/>
                    <a:pt x="17707" y="10820"/>
                    <a:pt x="17621" y="10782"/>
                  </a:cubicBezTo>
                  <a:lnTo>
                    <a:pt x="11782" y="7220"/>
                  </a:lnTo>
                  <a:lnTo>
                    <a:pt x="11764" y="7220"/>
                  </a:lnTo>
                  <a:cubicBezTo>
                    <a:pt x="11735" y="7191"/>
                    <a:pt x="11697" y="7163"/>
                    <a:pt x="11668" y="7144"/>
                  </a:cubicBezTo>
                  <a:lnTo>
                    <a:pt x="11630" y="8268"/>
                  </a:lnTo>
                  <a:cubicBezTo>
                    <a:pt x="11611" y="8458"/>
                    <a:pt x="11478" y="8649"/>
                    <a:pt x="11239" y="8801"/>
                  </a:cubicBezTo>
                  <a:lnTo>
                    <a:pt x="7144" y="11163"/>
                  </a:lnTo>
                  <a:cubicBezTo>
                    <a:pt x="7201" y="11239"/>
                    <a:pt x="7277" y="11316"/>
                    <a:pt x="7363" y="11363"/>
                  </a:cubicBezTo>
                  <a:lnTo>
                    <a:pt x="13202" y="14906"/>
                  </a:lnTo>
                  <a:cubicBezTo>
                    <a:pt x="13306" y="14983"/>
                    <a:pt x="13430" y="15021"/>
                    <a:pt x="13573" y="15049"/>
                  </a:cubicBezTo>
                  <a:cubicBezTo>
                    <a:pt x="13592" y="15059"/>
                    <a:pt x="13611" y="15059"/>
                    <a:pt x="13630" y="15069"/>
                  </a:cubicBezTo>
                  <a:cubicBezTo>
                    <a:pt x="13773" y="15107"/>
                    <a:pt x="13897" y="15126"/>
                    <a:pt x="14059" y="15126"/>
                  </a:cubicBezTo>
                  <a:lnTo>
                    <a:pt x="14078" y="15126"/>
                  </a:lnTo>
                  <a:cubicBezTo>
                    <a:pt x="14231" y="15126"/>
                    <a:pt x="14383" y="15107"/>
                    <a:pt x="14526" y="15059"/>
                  </a:cubicBezTo>
                  <a:lnTo>
                    <a:pt x="14545" y="15059"/>
                  </a:lnTo>
                  <a:cubicBezTo>
                    <a:pt x="14697" y="15021"/>
                    <a:pt x="14821" y="14983"/>
                    <a:pt x="14945" y="14906"/>
                  </a:cubicBezTo>
                  <a:lnTo>
                    <a:pt x="19660" y="12173"/>
                  </a:lnTo>
                  <a:cubicBezTo>
                    <a:pt x="19745" y="12125"/>
                    <a:pt x="19803" y="12068"/>
                    <a:pt x="19860" y="12011"/>
                  </a:cubicBezTo>
                  <a:cubicBezTo>
                    <a:pt x="19850" y="11973"/>
                    <a:pt x="19841" y="11954"/>
                    <a:pt x="19831" y="11935"/>
                  </a:cubicBezTo>
                  <a:cubicBezTo>
                    <a:pt x="19831" y="11906"/>
                    <a:pt x="19821" y="11849"/>
                    <a:pt x="19821" y="11849"/>
                  </a:cubicBezTo>
                  <a:lnTo>
                    <a:pt x="19812" y="11801"/>
                  </a:lnTo>
                  <a:lnTo>
                    <a:pt x="19812" y="11782"/>
                  </a:lnTo>
                  <a:lnTo>
                    <a:pt x="19869" y="1048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05F138B2-4C79-408C-BC91-DF3819EA58AA}"/>
                </a:ext>
              </a:extLst>
            </p:cNvPr>
            <p:cNvSpPr/>
            <p:nvPr/>
          </p:nvSpPr>
          <p:spPr>
            <a:xfrm>
              <a:off x="5083474" y="5316765"/>
              <a:ext cx="19050" cy="19050"/>
            </a:xfrm>
            <a:custGeom>
              <a:avLst/>
              <a:gdLst>
                <a:gd name="connsiteX0" fmla="*/ 17326 w 19050"/>
                <a:gd name="connsiteY0" fmla="*/ 10554 h 19050"/>
                <a:gd name="connsiteX1" fmla="*/ 17164 w 19050"/>
                <a:gd name="connsiteY1" fmla="*/ 10439 h 19050"/>
                <a:gd name="connsiteX2" fmla="*/ 17088 w 19050"/>
                <a:gd name="connsiteY2" fmla="*/ 10344 h 19050"/>
                <a:gd name="connsiteX3" fmla="*/ 17078 w 19050"/>
                <a:gd name="connsiteY3" fmla="*/ 10325 h 19050"/>
                <a:gd name="connsiteX4" fmla="*/ 17059 w 19050"/>
                <a:gd name="connsiteY4" fmla="*/ 10315 h 19050"/>
                <a:gd name="connsiteX5" fmla="*/ 17040 w 19050"/>
                <a:gd name="connsiteY5" fmla="*/ 10277 h 19050"/>
                <a:gd name="connsiteX6" fmla="*/ 17021 w 19050"/>
                <a:gd name="connsiteY6" fmla="*/ 10201 h 19050"/>
                <a:gd name="connsiteX7" fmla="*/ 16993 w 19050"/>
                <a:gd name="connsiteY7" fmla="*/ 10106 h 19050"/>
                <a:gd name="connsiteX8" fmla="*/ 16993 w 19050"/>
                <a:gd name="connsiteY8" fmla="*/ 10058 h 19050"/>
                <a:gd name="connsiteX9" fmla="*/ 16993 w 19050"/>
                <a:gd name="connsiteY9" fmla="*/ 10049 h 19050"/>
                <a:gd name="connsiteX10" fmla="*/ 17040 w 19050"/>
                <a:gd name="connsiteY10" fmla="*/ 8649 h 19050"/>
                <a:gd name="connsiteX11" fmla="*/ 16459 w 19050"/>
                <a:gd name="connsiteY11" fmla="*/ 8982 h 19050"/>
                <a:gd name="connsiteX12" fmla="*/ 16278 w 19050"/>
                <a:gd name="connsiteY12" fmla="*/ 9058 h 19050"/>
                <a:gd name="connsiteX13" fmla="*/ 16126 w 19050"/>
                <a:gd name="connsiteY13" fmla="*/ 9115 h 19050"/>
                <a:gd name="connsiteX14" fmla="*/ 16040 w 19050"/>
                <a:gd name="connsiteY14" fmla="*/ 9134 h 19050"/>
                <a:gd name="connsiteX15" fmla="*/ 16030 w 19050"/>
                <a:gd name="connsiteY15" fmla="*/ 9134 h 19050"/>
                <a:gd name="connsiteX16" fmla="*/ 15992 w 19050"/>
                <a:gd name="connsiteY16" fmla="*/ 9154 h 19050"/>
                <a:gd name="connsiteX17" fmla="*/ 15859 w 19050"/>
                <a:gd name="connsiteY17" fmla="*/ 9163 h 19050"/>
                <a:gd name="connsiteX18" fmla="*/ 15735 w 19050"/>
                <a:gd name="connsiteY18" fmla="*/ 9192 h 19050"/>
                <a:gd name="connsiteX19" fmla="*/ 15592 w 19050"/>
                <a:gd name="connsiteY19" fmla="*/ 9201 h 19050"/>
                <a:gd name="connsiteX20" fmla="*/ 15564 w 19050"/>
                <a:gd name="connsiteY20" fmla="*/ 9201 h 19050"/>
                <a:gd name="connsiteX21" fmla="*/ 15545 w 19050"/>
                <a:gd name="connsiteY21" fmla="*/ 9201 h 19050"/>
                <a:gd name="connsiteX22" fmla="*/ 15487 w 19050"/>
                <a:gd name="connsiteY22" fmla="*/ 9201 h 19050"/>
                <a:gd name="connsiteX23" fmla="*/ 15345 w 19050"/>
                <a:gd name="connsiteY23" fmla="*/ 9192 h 19050"/>
                <a:gd name="connsiteX24" fmla="*/ 15183 w 19050"/>
                <a:gd name="connsiteY24" fmla="*/ 9154 h 19050"/>
                <a:gd name="connsiteX25" fmla="*/ 15116 w 19050"/>
                <a:gd name="connsiteY25" fmla="*/ 9134 h 19050"/>
                <a:gd name="connsiteX26" fmla="*/ 15049 w 19050"/>
                <a:gd name="connsiteY26" fmla="*/ 9115 h 19050"/>
                <a:gd name="connsiteX27" fmla="*/ 14935 w 19050"/>
                <a:gd name="connsiteY27" fmla="*/ 9096 h 19050"/>
                <a:gd name="connsiteX28" fmla="*/ 14678 w 19050"/>
                <a:gd name="connsiteY28" fmla="*/ 8982 h 19050"/>
                <a:gd name="connsiteX29" fmla="*/ 11649 w 19050"/>
                <a:gd name="connsiteY29" fmla="*/ 7144 h 19050"/>
                <a:gd name="connsiteX30" fmla="*/ 11611 w 19050"/>
                <a:gd name="connsiteY30" fmla="*/ 8277 h 19050"/>
                <a:gd name="connsiteX31" fmla="*/ 11220 w 19050"/>
                <a:gd name="connsiteY31" fmla="*/ 8801 h 19050"/>
                <a:gd name="connsiteX32" fmla="*/ 7144 w 19050"/>
                <a:gd name="connsiteY32" fmla="*/ 11154 h 19050"/>
                <a:gd name="connsiteX33" fmla="*/ 7153 w 19050"/>
                <a:gd name="connsiteY33" fmla="*/ 11163 h 19050"/>
                <a:gd name="connsiteX34" fmla="*/ 7401 w 19050"/>
                <a:gd name="connsiteY34" fmla="*/ 11382 h 19050"/>
                <a:gd name="connsiteX35" fmla="*/ 13249 w 19050"/>
                <a:gd name="connsiteY35" fmla="*/ 14935 h 19050"/>
                <a:gd name="connsiteX36" fmla="*/ 13611 w 19050"/>
                <a:gd name="connsiteY36" fmla="*/ 15069 h 19050"/>
                <a:gd name="connsiteX37" fmla="*/ 13668 w 19050"/>
                <a:gd name="connsiteY37" fmla="*/ 15087 h 19050"/>
                <a:gd name="connsiteX38" fmla="*/ 14097 w 19050"/>
                <a:gd name="connsiteY38" fmla="*/ 15145 h 19050"/>
                <a:gd name="connsiteX39" fmla="*/ 14106 w 19050"/>
                <a:gd name="connsiteY39" fmla="*/ 15145 h 19050"/>
                <a:gd name="connsiteX40" fmla="*/ 14564 w 19050"/>
                <a:gd name="connsiteY40" fmla="*/ 15087 h 19050"/>
                <a:gd name="connsiteX41" fmla="*/ 14583 w 19050"/>
                <a:gd name="connsiteY41" fmla="*/ 15087 h 19050"/>
                <a:gd name="connsiteX42" fmla="*/ 14992 w 19050"/>
                <a:gd name="connsiteY42" fmla="*/ 14926 h 19050"/>
                <a:gd name="connsiteX43" fmla="*/ 19688 w 19050"/>
                <a:gd name="connsiteY43" fmla="*/ 12201 h 19050"/>
                <a:gd name="connsiteX44" fmla="*/ 19821 w 19050"/>
                <a:gd name="connsiteY44" fmla="*/ 12087 h 19050"/>
                <a:gd name="connsiteX45" fmla="*/ 17326 w 19050"/>
                <a:gd name="connsiteY45" fmla="*/ 10554 h 19050"/>
                <a:gd name="connsiteX46" fmla="*/ 17326 w 19050"/>
                <a:gd name="connsiteY46" fmla="*/ 105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9050" h="19050">
                  <a:moveTo>
                    <a:pt x="17326" y="10554"/>
                  </a:moveTo>
                  <a:cubicBezTo>
                    <a:pt x="17259" y="10515"/>
                    <a:pt x="17211" y="10477"/>
                    <a:pt x="17164" y="10439"/>
                  </a:cubicBezTo>
                  <a:cubicBezTo>
                    <a:pt x="17135" y="10401"/>
                    <a:pt x="17116" y="10382"/>
                    <a:pt x="17088" y="10344"/>
                  </a:cubicBezTo>
                  <a:cubicBezTo>
                    <a:pt x="17078" y="10344"/>
                    <a:pt x="17078" y="10325"/>
                    <a:pt x="17078" y="10325"/>
                  </a:cubicBezTo>
                  <a:lnTo>
                    <a:pt x="17059" y="10315"/>
                  </a:lnTo>
                  <a:cubicBezTo>
                    <a:pt x="17059" y="10296"/>
                    <a:pt x="17040" y="10287"/>
                    <a:pt x="17040" y="10277"/>
                  </a:cubicBezTo>
                  <a:cubicBezTo>
                    <a:pt x="17040" y="10249"/>
                    <a:pt x="17021" y="10230"/>
                    <a:pt x="17021" y="10201"/>
                  </a:cubicBezTo>
                  <a:cubicBezTo>
                    <a:pt x="17002" y="10173"/>
                    <a:pt x="16993" y="10144"/>
                    <a:pt x="16993" y="10106"/>
                  </a:cubicBezTo>
                  <a:lnTo>
                    <a:pt x="16993" y="10058"/>
                  </a:lnTo>
                  <a:lnTo>
                    <a:pt x="16993" y="10049"/>
                  </a:lnTo>
                  <a:lnTo>
                    <a:pt x="17040" y="8649"/>
                  </a:lnTo>
                  <a:lnTo>
                    <a:pt x="16459" y="8982"/>
                  </a:lnTo>
                  <a:cubicBezTo>
                    <a:pt x="16402" y="9010"/>
                    <a:pt x="16354" y="9039"/>
                    <a:pt x="16278" y="9058"/>
                  </a:cubicBezTo>
                  <a:cubicBezTo>
                    <a:pt x="16230" y="9077"/>
                    <a:pt x="16173" y="9096"/>
                    <a:pt x="16126" y="9115"/>
                  </a:cubicBezTo>
                  <a:cubicBezTo>
                    <a:pt x="16097" y="9115"/>
                    <a:pt x="16078" y="9134"/>
                    <a:pt x="16040" y="9134"/>
                  </a:cubicBezTo>
                  <a:lnTo>
                    <a:pt x="16030" y="9134"/>
                  </a:lnTo>
                  <a:cubicBezTo>
                    <a:pt x="16021" y="9134"/>
                    <a:pt x="16002" y="9134"/>
                    <a:pt x="15992" y="9154"/>
                  </a:cubicBezTo>
                  <a:cubicBezTo>
                    <a:pt x="15945" y="9154"/>
                    <a:pt x="15907" y="9163"/>
                    <a:pt x="15859" y="9163"/>
                  </a:cubicBezTo>
                  <a:cubicBezTo>
                    <a:pt x="15821" y="9172"/>
                    <a:pt x="15783" y="9192"/>
                    <a:pt x="15735" y="9192"/>
                  </a:cubicBezTo>
                  <a:cubicBezTo>
                    <a:pt x="15697" y="9192"/>
                    <a:pt x="15659" y="9201"/>
                    <a:pt x="15592" y="9201"/>
                  </a:cubicBezTo>
                  <a:cubicBezTo>
                    <a:pt x="15592" y="9201"/>
                    <a:pt x="15573" y="9201"/>
                    <a:pt x="15564" y="9201"/>
                  </a:cubicBezTo>
                  <a:lnTo>
                    <a:pt x="15545" y="9201"/>
                  </a:lnTo>
                  <a:cubicBezTo>
                    <a:pt x="15526" y="9201"/>
                    <a:pt x="15487" y="9201"/>
                    <a:pt x="15487" y="9201"/>
                  </a:cubicBezTo>
                  <a:cubicBezTo>
                    <a:pt x="15430" y="9192"/>
                    <a:pt x="15383" y="9192"/>
                    <a:pt x="15345" y="9192"/>
                  </a:cubicBezTo>
                  <a:cubicBezTo>
                    <a:pt x="15287" y="9172"/>
                    <a:pt x="15230" y="9163"/>
                    <a:pt x="15183" y="9154"/>
                  </a:cubicBezTo>
                  <a:cubicBezTo>
                    <a:pt x="15154" y="9154"/>
                    <a:pt x="15135" y="9134"/>
                    <a:pt x="15116" y="9134"/>
                  </a:cubicBezTo>
                  <a:cubicBezTo>
                    <a:pt x="15097" y="9134"/>
                    <a:pt x="15069" y="9134"/>
                    <a:pt x="15049" y="9115"/>
                  </a:cubicBezTo>
                  <a:cubicBezTo>
                    <a:pt x="15021" y="9115"/>
                    <a:pt x="14983" y="9115"/>
                    <a:pt x="14935" y="9096"/>
                  </a:cubicBezTo>
                  <a:cubicBezTo>
                    <a:pt x="14840" y="9068"/>
                    <a:pt x="14745" y="9030"/>
                    <a:pt x="14678" y="8982"/>
                  </a:cubicBezTo>
                  <a:lnTo>
                    <a:pt x="11649" y="7144"/>
                  </a:lnTo>
                  <a:lnTo>
                    <a:pt x="11611" y="8277"/>
                  </a:lnTo>
                  <a:cubicBezTo>
                    <a:pt x="11601" y="8468"/>
                    <a:pt x="11468" y="8649"/>
                    <a:pt x="11220" y="8801"/>
                  </a:cubicBezTo>
                  <a:lnTo>
                    <a:pt x="7144" y="11154"/>
                  </a:lnTo>
                  <a:lnTo>
                    <a:pt x="7153" y="11163"/>
                  </a:lnTo>
                  <a:cubicBezTo>
                    <a:pt x="7201" y="11258"/>
                    <a:pt x="7296" y="11325"/>
                    <a:pt x="7401" y="11382"/>
                  </a:cubicBezTo>
                  <a:lnTo>
                    <a:pt x="13249" y="14935"/>
                  </a:lnTo>
                  <a:cubicBezTo>
                    <a:pt x="13354" y="15002"/>
                    <a:pt x="13468" y="15040"/>
                    <a:pt x="13611" y="15069"/>
                  </a:cubicBezTo>
                  <a:cubicBezTo>
                    <a:pt x="13630" y="15087"/>
                    <a:pt x="13649" y="15087"/>
                    <a:pt x="13668" y="15087"/>
                  </a:cubicBezTo>
                  <a:cubicBezTo>
                    <a:pt x="13811" y="15126"/>
                    <a:pt x="13944" y="15145"/>
                    <a:pt x="14097" y="15145"/>
                  </a:cubicBezTo>
                  <a:lnTo>
                    <a:pt x="14106" y="15145"/>
                  </a:lnTo>
                  <a:cubicBezTo>
                    <a:pt x="14268" y="15145"/>
                    <a:pt x="14411" y="15126"/>
                    <a:pt x="14564" y="15087"/>
                  </a:cubicBezTo>
                  <a:lnTo>
                    <a:pt x="14583" y="15087"/>
                  </a:lnTo>
                  <a:cubicBezTo>
                    <a:pt x="14735" y="15049"/>
                    <a:pt x="14859" y="15002"/>
                    <a:pt x="14992" y="14926"/>
                  </a:cubicBezTo>
                  <a:lnTo>
                    <a:pt x="19688" y="12201"/>
                  </a:lnTo>
                  <a:cubicBezTo>
                    <a:pt x="19755" y="12163"/>
                    <a:pt x="19783" y="12125"/>
                    <a:pt x="19821" y="12087"/>
                  </a:cubicBezTo>
                  <a:lnTo>
                    <a:pt x="17326" y="10554"/>
                  </a:lnTo>
                  <a:lnTo>
                    <a:pt x="17326" y="1055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9134F85A-0DF6-4404-B55A-F8DA8C4B13AE}"/>
                </a:ext>
              </a:extLst>
            </p:cNvPr>
            <p:cNvSpPr/>
            <p:nvPr/>
          </p:nvSpPr>
          <p:spPr>
            <a:xfrm>
              <a:off x="5091885" y="5321842"/>
              <a:ext cx="19050" cy="19050"/>
            </a:xfrm>
            <a:custGeom>
              <a:avLst/>
              <a:gdLst>
                <a:gd name="connsiteX0" fmla="*/ 17278 w 19050"/>
                <a:gd name="connsiteY0" fmla="*/ 10544 h 19050"/>
                <a:gd name="connsiteX1" fmla="*/ 17116 w 19050"/>
                <a:gd name="connsiteY1" fmla="*/ 10420 h 19050"/>
                <a:gd name="connsiteX2" fmla="*/ 17040 w 19050"/>
                <a:gd name="connsiteY2" fmla="*/ 10325 h 19050"/>
                <a:gd name="connsiteX3" fmla="*/ 17021 w 19050"/>
                <a:gd name="connsiteY3" fmla="*/ 10306 h 19050"/>
                <a:gd name="connsiteX4" fmla="*/ 17021 w 19050"/>
                <a:gd name="connsiteY4" fmla="*/ 10296 h 19050"/>
                <a:gd name="connsiteX5" fmla="*/ 17002 w 19050"/>
                <a:gd name="connsiteY5" fmla="*/ 10268 h 19050"/>
                <a:gd name="connsiteX6" fmla="*/ 16964 w 19050"/>
                <a:gd name="connsiteY6" fmla="*/ 10173 h 19050"/>
                <a:gd name="connsiteX7" fmla="*/ 16954 w 19050"/>
                <a:gd name="connsiteY7" fmla="*/ 10116 h 19050"/>
                <a:gd name="connsiteX8" fmla="*/ 16945 w 19050"/>
                <a:gd name="connsiteY8" fmla="*/ 10039 h 19050"/>
                <a:gd name="connsiteX9" fmla="*/ 16945 w 19050"/>
                <a:gd name="connsiteY9" fmla="*/ 10020 h 19050"/>
                <a:gd name="connsiteX10" fmla="*/ 16983 w 19050"/>
                <a:gd name="connsiteY10" fmla="*/ 8715 h 19050"/>
                <a:gd name="connsiteX11" fmla="*/ 16507 w 19050"/>
                <a:gd name="connsiteY11" fmla="*/ 8992 h 19050"/>
                <a:gd name="connsiteX12" fmla="*/ 16316 w 19050"/>
                <a:gd name="connsiteY12" fmla="*/ 9087 h 19050"/>
                <a:gd name="connsiteX13" fmla="*/ 16154 w 19050"/>
                <a:gd name="connsiteY13" fmla="*/ 9144 h 19050"/>
                <a:gd name="connsiteX14" fmla="*/ 16088 w 19050"/>
                <a:gd name="connsiteY14" fmla="*/ 9163 h 19050"/>
                <a:gd name="connsiteX15" fmla="*/ 16068 w 19050"/>
                <a:gd name="connsiteY15" fmla="*/ 9173 h 19050"/>
                <a:gd name="connsiteX16" fmla="*/ 16030 w 19050"/>
                <a:gd name="connsiteY16" fmla="*/ 9182 h 19050"/>
                <a:gd name="connsiteX17" fmla="*/ 15897 w 19050"/>
                <a:gd name="connsiteY17" fmla="*/ 9201 h 19050"/>
                <a:gd name="connsiteX18" fmla="*/ 15773 w 19050"/>
                <a:gd name="connsiteY18" fmla="*/ 9211 h 19050"/>
                <a:gd name="connsiteX19" fmla="*/ 15650 w 19050"/>
                <a:gd name="connsiteY19" fmla="*/ 9211 h 19050"/>
                <a:gd name="connsiteX20" fmla="*/ 15602 w 19050"/>
                <a:gd name="connsiteY20" fmla="*/ 9211 h 19050"/>
                <a:gd name="connsiteX21" fmla="*/ 15592 w 19050"/>
                <a:gd name="connsiteY21" fmla="*/ 9211 h 19050"/>
                <a:gd name="connsiteX22" fmla="*/ 15516 w 19050"/>
                <a:gd name="connsiteY22" fmla="*/ 9211 h 19050"/>
                <a:gd name="connsiteX23" fmla="*/ 15383 w 19050"/>
                <a:gd name="connsiteY23" fmla="*/ 9211 h 19050"/>
                <a:gd name="connsiteX24" fmla="*/ 15221 w 19050"/>
                <a:gd name="connsiteY24" fmla="*/ 9182 h 19050"/>
                <a:gd name="connsiteX25" fmla="*/ 15164 w 19050"/>
                <a:gd name="connsiteY25" fmla="*/ 9173 h 19050"/>
                <a:gd name="connsiteX26" fmla="*/ 15097 w 19050"/>
                <a:gd name="connsiteY26" fmla="*/ 9154 h 19050"/>
                <a:gd name="connsiteX27" fmla="*/ 14983 w 19050"/>
                <a:gd name="connsiteY27" fmla="*/ 9125 h 19050"/>
                <a:gd name="connsiteX28" fmla="*/ 14735 w 19050"/>
                <a:gd name="connsiteY28" fmla="*/ 9001 h 19050"/>
                <a:gd name="connsiteX29" fmla="*/ 11659 w 19050"/>
                <a:gd name="connsiteY29" fmla="*/ 7144 h 19050"/>
                <a:gd name="connsiteX30" fmla="*/ 11611 w 19050"/>
                <a:gd name="connsiteY30" fmla="*/ 8287 h 19050"/>
                <a:gd name="connsiteX31" fmla="*/ 11239 w 19050"/>
                <a:gd name="connsiteY31" fmla="*/ 8801 h 19050"/>
                <a:gd name="connsiteX32" fmla="*/ 7144 w 19050"/>
                <a:gd name="connsiteY32" fmla="*/ 11173 h 19050"/>
                <a:gd name="connsiteX33" fmla="*/ 7353 w 19050"/>
                <a:gd name="connsiteY33" fmla="*/ 11373 h 19050"/>
                <a:gd name="connsiteX34" fmla="*/ 13202 w 19050"/>
                <a:gd name="connsiteY34" fmla="*/ 14916 h 19050"/>
                <a:gd name="connsiteX35" fmla="*/ 13573 w 19050"/>
                <a:gd name="connsiteY35" fmla="*/ 15069 h 19050"/>
                <a:gd name="connsiteX36" fmla="*/ 13630 w 19050"/>
                <a:gd name="connsiteY36" fmla="*/ 15087 h 19050"/>
                <a:gd name="connsiteX37" fmla="*/ 14049 w 19050"/>
                <a:gd name="connsiteY37" fmla="*/ 15135 h 19050"/>
                <a:gd name="connsiteX38" fmla="*/ 14068 w 19050"/>
                <a:gd name="connsiteY38" fmla="*/ 15135 h 19050"/>
                <a:gd name="connsiteX39" fmla="*/ 14526 w 19050"/>
                <a:gd name="connsiteY39" fmla="*/ 15087 h 19050"/>
                <a:gd name="connsiteX40" fmla="*/ 14545 w 19050"/>
                <a:gd name="connsiteY40" fmla="*/ 15069 h 19050"/>
                <a:gd name="connsiteX41" fmla="*/ 14945 w 19050"/>
                <a:gd name="connsiteY41" fmla="*/ 14916 h 19050"/>
                <a:gd name="connsiteX42" fmla="*/ 19640 w 19050"/>
                <a:gd name="connsiteY42" fmla="*/ 12192 h 19050"/>
                <a:gd name="connsiteX43" fmla="*/ 19783 w 19050"/>
                <a:gd name="connsiteY43" fmla="*/ 12068 h 19050"/>
                <a:gd name="connsiteX44" fmla="*/ 17278 w 19050"/>
                <a:gd name="connsiteY44" fmla="*/ 10544 h 19050"/>
                <a:gd name="connsiteX45" fmla="*/ 17278 w 19050"/>
                <a:gd name="connsiteY45" fmla="*/ 105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44"/>
                  </a:moveTo>
                  <a:cubicBezTo>
                    <a:pt x="17212" y="10506"/>
                    <a:pt x="17154" y="10458"/>
                    <a:pt x="17116" y="10420"/>
                  </a:cubicBezTo>
                  <a:cubicBezTo>
                    <a:pt x="17088" y="10392"/>
                    <a:pt x="17059" y="10373"/>
                    <a:pt x="17040" y="10325"/>
                  </a:cubicBezTo>
                  <a:cubicBezTo>
                    <a:pt x="17040" y="10325"/>
                    <a:pt x="17040" y="10325"/>
                    <a:pt x="17021" y="10306"/>
                  </a:cubicBezTo>
                  <a:lnTo>
                    <a:pt x="17021" y="10296"/>
                  </a:lnTo>
                  <a:cubicBezTo>
                    <a:pt x="17011" y="10278"/>
                    <a:pt x="17002" y="10268"/>
                    <a:pt x="17002" y="10268"/>
                  </a:cubicBezTo>
                  <a:cubicBezTo>
                    <a:pt x="16983" y="10230"/>
                    <a:pt x="16964" y="10211"/>
                    <a:pt x="16964" y="10173"/>
                  </a:cubicBezTo>
                  <a:lnTo>
                    <a:pt x="16954" y="10116"/>
                  </a:lnTo>
                  <a:lnTo>
                    <a:pt x="16945" y="10039"/>
                  </a:lnTo>
                  <a:lnTo>
                    <a:pt x="16945" y="10020"/>
                  </a:lnTo>
                  <a:lnTo>
                    <a:pt x="16983" y="8715"/>
                  </a:lnTo>
                  <a:lnTo>
                    <a:pt x="16507" y="8992"/>
                  </a:lnTo>
                  <a:cubicBezTo>
                    <a:pt x="16440" y="9020"/>
                    <a:pt x="16383" y="9068"/>
                    <a:pt x="16316" y="9087"/>
                  </a:cubicBezTo>
                  <a:cubicBezTo>
                    <a:pt x="16269" y="9106"/>
                    <a:pt x="16212" y="9125"/>
                    <a:pt x="16154" y="9144"/>
                  </a:cubicBezTo>
                  <a:cubicBezTo>
                    <a:pt x="16135" y="9154"/>
                    <a:pt x="16116" y="9154"/>
                    <a:pt x="16088" y="9163"/>
                  </a:cubicBezTo>
                  <a:lnTo>
                    <a:pt x="16068" y="9173"/>
                  </a:lnTo>
                  <a:cubicBezTo>
                    <a:pt x="16059" y="9173"/>
                    <a:pt x="16040" y="9173"/>
                    <a:pt x="16030" y="9182"/>
                  </a:cubicBezTo>
                  <a:cubicBezTo>
                    <a:pt x="15983" y="9182"/>
                    <a:pt x="15945" y="9192"/>
                    <a:pt x="15897" y="9201"/>
                  </a:cubicBezTo>
                  <a:cubicBezTo>
                    <a:pt x="15859" y="9201"/>
                    <a:pt x="15812" y="9211"/>
                    <a:pt x="15773" y="9211"/>
                  </a:cubicBezTo>
                  <a:cubicBezTo>
                    <a:pt x="15735" y="9211"/>
                    <a:pt x="15697" y="9211"/>
                    <a:pt x="15650" y="9211"/>
                  </a:cubicBezTo>
                  <a:cubicBezTo>
                    <a:pt x="15630" y="9211"/>
                    <a:pt x="15602" y="9211"/>
                    <a:pt x="15602" y="9211"/>
                  </a:cubicBezTo>
                  <a:lnTo>
                    <a:pt x="15592" y="9211"/>
                  </a:lnTo>
                  <a:cubicBezTo>
                    <a:pt x="15573" y="9211"/>
                    <a:pt x="15545" y="9211"/>
                    <a:pt x="15516" y="9211"/>
                  </a:cubicBezTo>
                  <a:cubicBezTo>
                    <a:pt x="15478" y="9211"/>
                    <a:pt x="15430" y="9211"/>
                    <a:pt x="15383" y="9211"/>
                  </a:cubicBezTo>
                  <a:cubicBezTo>
                    <a:pt x="15326" y="9201"/>
                    <a:pt x="15278" y="9201"/>
                    <a:pt x="15221" y="9182"/>
                  </a:cubicBezTo>
                  <a:cubicBezTo>
                    <a:pt x="15202" y="9182"/>
                    <a:pt x="15183" y="9182"/>
                    <a:pt x="15164" y="9173"/>
                  </a:cubicBezTo>
                  <a:cubicBezTo>
                    <a:pt x="15145" y="9173"/>
                    <a:pt x="15116" y="9163"/>
                    <a:pt x="15097" y="9154"/>
                  </a:cubicBezTo>
                  <a:cubicBezTo>
                    <a:pt x="15069" y="9154"/>
                    <a:pt x="15030" y="9144"/>
                    <a:pt x="14983" y="9125"/>
                  </a:cubicBezTo>
                  <a:cubicBezTo>
                    <a:pt x="14887" y="9106"/>
                    <a:pt x="14802" y="9058"/>
                    <a:pt x="14735" y="9001"/>
                  </a:cubicBezTo>
                  <a:lnTo>
                    <a:pt x="11659" y="7144"/>
                  </a:lnTo>
                  <a:lnTo>
                    <a:pt x="11611" y="8287"/>
                  </a:lnTo>
                  <a:cubicBezTo>
                    <a:pt x="11611" y="8477"/>
                    <a:pt x="11477" y="8658"/>
                    <a:pt x="11239" y="8801"/>
                  </a:cubicBezTo>
                  <a:lnTo>
                    <a:pt x="7144" y="11173"/>
                  </a:lnTo>
                  <a:cubicBezTo>
                    <a:pt x="7201" y="11249"/>
                    <a:pt x="7258" y="11306"/>
                    <a:pt x="7353" y="11373"/>
                  </a:cubicBezTo>
                  <a:lnTo>
                    <a:pt x="13202" y="14916"/>
                  </a:lnTo>
                  <a:cubicBezTo>
                    <a:pt x="13306" y="14973"/>
                    <a:pt x="13430" y="15021"/>
                    <a:pt x="13573" y="15069"/>
                  </a:cubicBezTo>
                  <a:cubicBezTo>
                    <a:pt x="13592" y="15069"/>
                    <a:pt x="13611" y="15069"/>
                    <a:pt x="13630" y="15087"/>
                  </a:cubicBezTo>
                  <a:cubicBezTo>
                    <a:pt x="13764" y="15116"/>
                    <a:pt x="13906" y="15135"/>
                    <a:pt x="14049" y="15135"/>
                  </a:cubicBezTo>
                  <a:lnTo>
                    <a:pt x="14068" y="15135"/>
                  </a:lnTo>
                  <a:cubicBezTo>
                    <a:pt x="14230" y="15135"/>
                    <a:pt x="14373" y="15116"/>
                    <a:pt x="14526" y="15087"/>
                  </a:cubicBezTo>
                  <a:lnTo>
                    <a:pt x="14545" y="15069"/>
                  </a:lnTo>
                  <a:cubicBezTo>
                    <a:pt x="14687" y="15040"/>
                    <a:pt x="14821" y="14983"/>
                    <a:pt x="14945" y="14916"/>
                  </a:cubicBezTo>
                  <a:lnTo>
                    <a:pt x="19640" y="12192"/>
                  </a:lnTo>
                  <a:cubicBezTo>
                    <a:pt x="19707" y="12164"/>
                    <a:pt x="19736" y="12106"/>
                    <a:pt x="19783" y="12068"/>
                  </a:cubicBezTo>
                  <a:lnTo>
                    <a:pt x="17278" y="10544"/>
                  </a:lnTo>
                  <a:lnTo>
                    <a:pt x="17278" y="105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687F85B-7ADB-47B2-9EFB-46DADFFA0E1F}"/>
                </a:ext>
              </a:extLst>
            </p:cNvPr>
            <p:cNvSpPr/>
            <p:nvPr/>
          </p:nvSpPr>
          <p:spPr>
            <a:xfrm>
              <a:off x="5100248" y="5326910"/>
              <a:ext cx="19050" cy="19050"/>
            </a:xfrm>
            <a:custGeom>
              <a:avLst/>
              <a:gdLst>
                <a:gd name="connsiteX0" fmla="*/ 17278 w 19050"/>
                <a:gd name="connsiteY0" fmla="*/ 10525 h 19050"/>
                <a:gd name="connsiteX1" fmla="*/ 17126 w 19050"/>
                <a:gd name="connsiteY1" fmla="*/ 10420 h 19050"/>
                <a:gd name="connsiteX2" fmla="*/ 17059 w 19050"/>
                <a:gd name="connsiteY2" fmla="*/ 10335 h 19050"/>
                <a:gd name="connsiteX3" fmla="*/ 17040 w 19050"/>
                <a:gd name="connsiteY3" fmla="*/ 10296 h 19050"/>
                <a:gd name="connsiteX4" fmla="*/ 17031 w 19050"/>
                <a:gd name="connsiteY4" fmla="*/ 10296 h 19050"/>
                <a:gd name="connsiteX5" fmla="*/ 17002 w 19050"/>
                <a:gd name="connsiteY5" fmla="*/ 10258 h 19050"/>
                <a:gd name="connsiteX6" fmla="*/ 16974 w 19050"/>
                <a:gd name="connsiteY6" fmla="*/ 10192 h 19050"/>
                <a:gd name="connsiteX7" fmla="*/ 16954 w 19050"/>
                <a:gd name="connsiteY7" fmla="*/ 10106 h 19050"/>
                <a:gd name="connsiteX8" fmla="*/ 16954 w 19050"/>
                <a:gd name="connsiteY8" fmla="*/ 10039 h 19050"/>
                <a:gd name="connsiteX9" fmla="*/ 16954 w 19050"/>
                <a:gd name="connsiteY9" fmla="*/ 10030 h 19050"/>
                <a:gd name="connsiteX10" fmla="*/ 16993 w 19050"/>
                <a:gd name="connsiteY10" fmla="*/ 8706 h 19050"/>
                <a:gd name="connsiteX11" fmla="*/ 16516 w 19050"/>
                <a:gd name="connsiteY11" fmla="*/ 9001 h 19050"/>
                <a:gd name="connsiteX12" fmla="*/ 16316 w 19050"/>
                <a:gd name="connsiteY12" fmla="*/ 9077 h 19050"/>
                <a:gd name="connsiteX13" fmla="*/ 16173 w 19050"/>
                <a:gd name="connsiteY13" fmla="*/ 9144 h 19050"/>
                <a:gd name="connsiteX14" fmla="*/ 16088 w 19050"/>
                <a:gd name="connsiteY14" fmla="*/ 9163 h 19050"/>
                <a:gd name="connsiteX15" fmla="*/ 16078 w 19050"/>
                <a:gd name="connsiteY15" fmla="*/ 9163 h 19050"/>
                <a:gd name="connsiteX16" fmla="*/ 16040 w 19050"/>
                <a:gd name="connsiteY16" fmla="*/ 9182 h 19050"/>
                <a:gd name="connsiteX17" fmla="*/ 15916 w 19050"/>
                <a:gd name="connsiteY17" fmla="*/ 9192 h 19050"/>
                <a:gd name="connsiteX18" fmla="*/ 15783 w 19050"/>
                <a:gd name="connsiteY18" fmla="*/ 9210 h 19050"/>
                <a:gd name="connsiteX19" fmla="*/ 15659 w 19050"/>
                <a:gd name="connsiteY19" fmla="*/ 9210 h 19050"/>
                <a:gd name="connsiteX20" fmla="*/ 15612 w 19050"/>
                <a:gd name="connsiteY20" fmla="*/ 9210 h 19050"/>
                <a:gd name="connsiteX21" fmla="*/ 15592 w 19050"/>
                <a:gd name="connsiteY21" fmla="*/ 9210 h 19050"/>
                <a:gd name="connsiteX22" fmla="*/ 15526 w 19050"/>
                <a:gd name="connsiteY22" fmla="*/ 9210 h 19050"/>
                <a:gd name="connsiteX23" fmla="*/ 15383 w 19050"/>
                <a:gd name="connsiteY23" fmla="*/ 9210 h 19050"/>
                <a:gd name="connsiteX24" fmla="*/ 15230 w 19050"/>
                <a:gd name="connsiteY24" fmla="*/ 9182 h 19050"/>
                <a:gd name="connsiteX25" fmla="*/ 15135 w 19050"/>
                <a:gd name="connsiteY25" fmla="*/ 9163 h 19050"/>
                <a:gd name="connsiteX26" fmla="*/ 15097 w 19050"/>
                <a:gd name="connsiteY26" fmla="*/ 9154 h 19050"/>
                <a:gd name="connsiteX27" fmla="*/ 14992 w 19050"/>
                <a:gd name="connsiteY27" fmla="*/ 9115 h 19050"/>
                <a:gd name="connsiteX28" fmla="*/ 14726 w 19050"/>
                <a:gd name="connsiteY28" fmla="*/ 9001 h 19050"/>
                <a:gd name="connsiteX29" fmla="*/ 11659 w 19050"/>
                <a:gd name="connsiteY29" fmla="*/ 7144 h 19050"/>
                <a:gd name="connsiteX30" fmla="*/ 11621 w 19050"/>
                <a:gd name="connsiteY30" fmla="*/ 8277 h 19050"/>
                <a:gd name="connsiteX31" fmla="*/ 11239 w 19050"/>
                <a:gd name="connsiteY31" fmla="*/ 8801 h 19050"/>
                <a:gd name="connsiteX32" fmla="*/ 7144 w 19050"/>
                <a:gd name="connsiteY32" fmla="*/ 11163 h 19050"/>
                <a:gd name="connsiteX33" fmla="*/ 7363 w 19050"/>
                <a:gd name="connsiteY33" fmla="*/ 11363 h 19050"/>
                <a:gd name="connsiteX34" fmla="*/ 13202 w 19050"/>
                <a:gd name="connsiteY34" fmla="*/ 14897 h 19050"/>
                <a:gd name="connsiteX35" fmla="*/ 13583 w 19050"/>
                <a:gd name="connsiteY35" fmla="*/ 15049 h 19050"/>
                <a:gd name="connsiteX36" fmla="*/ 13640 w 19050"/>
                <a:gd name="connsiteY36" fmla="*/ 15068 h 19050"/>
                <a:gd name="connsiteX37" fmla="*/ 14059 w 19050"/>
                <a:gd name="connsiteY37" fmla="*/ 15126 h 19050"/>
                <a:gd name="connsiteX38" fmla="*/ 14078 w 19050"/>
                <a:gd name="connsiteY38" fmla="*/ 15126 h 19050"/>
                <a:gd name="connsiteX39" fmla="*/ 14526 w 19050"/>
                <a:gd name="connsiteY39" fmla="*/ 15068 h 19050"/>
                <a:gd name="connsiteX40" fmla="*/ 14535 w 19050"/>
                <a:gd name="connsiteY40" fmla="*/ 15068 h 19050"/>
                <a:gd name="connsiteX41" fmla="*/ 14945 w 19050"/>
                <a:gd name="connsiteY41" fmla="*/ 14897 h 19050"/>
                <a:gd name="connsiteX42" fmla="*/ 19660 w 19050"/>
                <a:gd name="connsiteY42" fmla="*/ 12173 h 19050"/>
                <a:gd name="connsiteX43" fmla="*/ 19793 w 19050"/>
                <a:gd name="connsiteY43" fmla="*/ 12059 h 19050"/>
                <a:gd name="connsiteX44" fmla="*/ 17250 w 19050"/>
                <a:gd name="connsiteY44" fmla="*/ 10535 h 19050"/>
                <a:gd name="connsiteX45" fmla="*/ 17278 w 19050"/>
                <a:gd name="connsiteY45" fmla="*/ 10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25"/>
                  </a:moveTo>
                  <a:cubicBezTo>
                    <a:pt x="17231" y="10496"/>
                    <a:pt x="17174" y="10458"/>
                    <a:pt x="17126" y="10420"/>
                  </a:cubicBezTo>
                  <a:cubicBezTo>
                    <a:pt x="17098" y="10401"/>
                    <a:pt x="17069" y="10353"/>
                    <a:pt x="17059" y="10335"/>
                  </a:cubicBezTo>
                  <a:cubicBezTo>
                    <a:pt x="17050" y="10315"/>
                    <a:pt x="17050" y="10306"/>
                    <a:pt x="17040" y="10296"/>
                  </a:cubicBezTo>
                  <a:lnTo>
                    <a:pt x="17031" y="10296"/>
                  </a:lnTo>
                  <a:cubicBezTo>
                    <a:pt x="17021" y="10277"/>
                    <a:pt x="17012" y="10268"/>
                    <a:pt x="17002" y="10258"/>
                  </a:cubicBezTo>
                  <a:cubicBezTo>
                    <a:pt x="16983" y="10239"/>
                    <a:pt x="16983" y="10211"/>
                    <a:pt x="16974" y="10192"/>
                  </a:cubicBezTo>
                  <a:cubicBezTo>
                    <a:pt x="16964" y="10144"/>
                    <a:pt x="16954" y="10106"/>
                    <a:pt x="16954" y="10106"/>
                  </a:cubicBezTo>
                  <a:lnTo>
                    <a:pt x="16954" y="10039"/>
                  </a:lnTo>
                  <a:lnTo>
                    <a:pt x="16954" y="10030"/>
                  </a:lnTo>
                  <a:lnTo>
                    <a:pt x="16993" y="8706"/>
                  </a:lnTo>
                  <a:lnTo>
                    <a:pt x="16516" y="9001"/>
                  </a:lnTo>
                  <a:cubicBezTo>
                    <a:pt x="16450" y="9030"/>
                    <a:pt x="16393" y="9058"/>
                    <a:pt x="16316" y="9077"/>
                  </a:cubicBezTo>
                  <a:cubicBezTo>
                    <a:pt x="16269" y="9096"/>
                    <a:pt x="16221" y="9115"/>
                    <a:pt x="16173" y="9144"/>
                  </a:cubicBezTo>
                  <a:cubicBezTo>
                    <a:pt x="16145" y="9154"/>
                    <a:pt x="16116" y="9154"/>
                    <a:pt x="16088" y="9163"/>
                  </a:cubicBezTo>
                  <a:lnTo>
                    <a:pt x="16078" y="9163"/>
                  </a:lnTo>
                  <a:cubicBezTo>
                    <a:pt x="16069" y="9163"/>
                    <a:pt x="16050" y="9172"/>
                    <a:pt x="16040" y="9182"/>
                  </a:cubicBezTo>
                  <a:cubicBezTo>
                    <a:pt x="15993" y="9182"/>
                    <a:pt x="15955" y="9192"/>
                    <a:pt x="15916" y="9192"/>
                  </a:cubicBezTo>
                  <a:cubicBezTo>
                    <a:pt x="15869" y="9201"/>
                    <a:pt x="15821" y="9201"/>
                    <a:pt x="15783" y="9210"/>
                  </a:cubicBezTo>
                  <a:cubicBezTo>
                    <a:pt x="15735" y="9210"/>
                    <a:pt x="15707" y="9210"/>
                    <a:pt x="15659" y="9210"/>
                  </a:cubicBezTo>
                  <a:cubicBezTo>
                    <a:pt x="15640" y="9210"/>
                    <a:pt x="15612" y="9210"/>
                    <a:pt x="15612" y="9210"/>
                  </a:cubicBezTo>
                  <a:lnTo>
                    <a:pt x="15592" y="9210"/>
                  </a:lnTo>
                  <a:cubicBezTo>
                    <a:pt x="15573" y="9210"/>
                    <a:pt x="15526" y="9210"/>
                    <a:pt x="15526" y="9210"/>
                  </a:cubicBezTo>
                  <a:cubicBezTo>
                    <a:pt x="15478" y="9210"/>
                    <a:pt x="15440" y="9210"/>
                    <a:pt x="15383" y="9210"/>
                  </a:cubicBezTo>
                  <a:cubicBezTo>
                    <a:pt x="15345" y="9201"/>
                    <a:pt x="15278" y="9192"/>
                    <a:pt x="15230" y="9182"/>
                  </a:cubicBezTo>
                  <a:cubicBezTo>
                    <a:pt x="15202" y="9182"/>
                    <a:pt x="15183" y="9172"/>
                    <a:pt x="15135" y="9163"/>
                  </a:cubicBezTo>
                  <a:cubicBezTo>
                    <a:pt x="15135" y="9163"/>
                    <a:pt x="15116" y="9163"/>
                    <a:pt x="15097" y="9154"/>
                  </a:cubicBezTo>
                  <a:cubicBezTo>
                    <a:pt x="15059" y="9144"/>
                    <a:pt x="15030" y="9144"/>
                    <a:pt x="14992" y="9115"/>
                  </a:cubicBezTo>
                  <a:cubicBezTo>
                    <a:pt x="14888" y="9077"/>
                    <a:pt x="14811" y="9049"/>
                    <a:pt x="14726" y="9001"/>
                  </a:cubicBezTo>
                  <a:lnTo>
                    <a:pt x="11659" y="7144"/>
                  </a:lnTo>
                  <a:lnTo>
                    <a:pt x="11621" y="8277"/>
                  </a:lnTo>
                  <a:cubicBezTo>
                    <a:pt x="11621" y="8468"/>
                    <a:pt x="11487" y="8649"/>
                    <a:pt x="11239" y="8801"/>
                  </a:cubicBezTo>
                  <a:lnTo>
                    <a:pt x="7144" y="11163"/>
                  </a:lnTo>
                  <a:cubicBezTo>
                    <a:pt x="7201" y="11249"/>
                    <a:pt x="7268" y="11316"/>
                    <a:pt x="7363" y="11363"/>
                  </a:cubicBezTo>
                  <a:lnTo>
                    <a:pt x="13202" y="14897"/>
                  </a:lnTo>
                  <a:cubicBezTo>
                    <a:pt x="13316" y="14973"/>
                    <a:pt x="13440" y="15021"/>
                    <a:pt x="13583" y="15049"/>
                  </a:cubicBezTo>
                  <a:cubicBezTo>
                    <a:pt x="13602" y="15049"/>
                    <a:pt x="13621" y="15068"/>
                    <a:pt x="13640" y="15068"/>
                  </a:cubicBezTo>
                  <a:cubicBezTo>
                    <a:pt x="13783" y="15097"/>
                    <a:pt x="13916" y="15126"/>
                    <a:pt x="14059" y="15126"/>
                  </a:cubicBezTo>
                  <a:lnTo>
                    <a:pt x="14078" y="15126"/>
                  </a:lnTo>
                  <a:cubicBezTo>
                    <a:pt x="14231" y="15126"/>
                    <a:pt x="14383" y="15097"/>
                    <a:pt x="14526" y="15068"/>
                  </a:cubicBezTo>
                  <a:lnTo>
                    <a:pt x="14535" y="15068"/>
                  </a:lnTo>
                  <a:cubicBezTo>
                    <a:pt x="14687" y="15021"/>
                    <a:pt x="14830" y="14973"/>
                    <a:pt x="14945" y="14897"/>
                  </a:cubicBezTo>
                  <a:lnTo>
                    <a:pt x="19660" y="12173"/>
                  </a:lnTo>
                  <a:cubicBezTo>
                    <a:pt x="19717" y="12144"/>
                    <a:pt x="19745" y="12106"/>
                    <a:pt x="19793" y="12059"/>
                  </a:cubicBezTo>
                  <a:lnTo>
                    <a:pt x="17250" y="10535"/>
                  </a:lnTo>
                  <a:lnTo>
                    <a:pt x="17278" y="10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FD3AD49-2615-4D4D-BC61-7FC0DFDCD66B}"/>
                </a:ext>
              </a:extLst>
            </p:cNvPr>
            <p:cNvSpPr/>
            <p:nvPr/>
          </p:nvSpPr>
          <p:spPr>
            <a:xfrm>
              <a:off x="5108620" y="5331977"/>
              <a:ext cx="19050" cy="19050"/>
            </a:xfrm>
            <a:custGeom>
              <a:avLst/>
              <a:gdLst>
                <a:gd name="connsiteX0" fmla="*/ 17278 w 19050"/>
                <a:gd name="connsiteY0" fmla="*/ 10544 h 19050"/>
                <a:gd name="connsiteX1" fmla="*/ 17126 w 19050"/>
                <a:gd name="connsiteY1" fmla="*/ 10420 h 19050"/>
                <a:gd name="connsiteX2" fmla="*/ 17040 w 19050"/>
                <a:gd name="connsiteY2" fmla="*/ 10335 h 19050"/>
                <a:gd name="connsiteX3" fmla="*/ 17031 w 19050"/>
                <a:gd name="connsiteY3" fmla="*/ 10306 h 19050"/>
                <a:gd name="connsiteX4" fmla="*/ 17021 w 19050"/>
                <a:gd name="connsiteY4" fmla="*/ 10296 h 19050"/>
                <a:gd name="connsiteX5" fmla="*/ 17002 w 19050"/>
                <a:gd name="connsiteY5" fmla="*/ 10258 h 19050"/>
                <a:gd name="connsiteX6" fmla="*/ 16964 w 19050"/>
                <a:gd name="connsiteY6" fmla="*/ 10182 h 19050"/>
                <a:gd name="connsiteX7" fmla="*/ 16945 w 19050"/>
                <a:gd name="connsiteY7" fmla="*/ 10106 h 19050"/>
                <a:gd name="connsiteX8" fmla="*/ 16936 w 19050"/>
                <a:gd name="connsiteY8" fmla="*/ 10040 h 19050"/>
                <a:gd name="connsiteX9" fmla="*/ 16936 w 19050"/>
                <a:gd name="connsiteY9" fmla="*/ 10030 h 19050"/>
                <a:gd name="connsiteX10" fmla="*/ 16993 w 19050"/>
                <a:gd name="connsiteY10" fmla="*/ 8725 h 19050"/>
                <a:gd name="connsiteX11" fmla="*/ 16507 w 19050"/>
                <a:gd name="connsiteY11" fmla="*/ 9001 h 19050"/>
                <a:gd name="connsiteX12" fmla="*/ 16316 w 19050"/>
                <a:gd name="connsiteY12" fmla="*/ 9087 h 19050"/>
                <a:gd name="connsiteX13" fmla="*/ 16164 w 19050"/>
                <a:gd name="connsiteY13" fmla="*/ 9135 h 19050"/>
                <a:gd name="connsiteX14" fmla="*/ 16097 w 19050"/>
                <a:gd name="connsiteY14" fmla="*/ 9163 h 19050"/>
                <a:gd name="connsiteX15" fmla="*/ 16069 w 19050"/>
                <a:gd name="connsiteY15" fmla="*/ 9163 h 19050"/>
                <a:gd name="connsiteX16" fmla="*/ 16031 w 19050"/>
                <a:gd name="connsiteY16" fmla="*/ 9173 h 19050"/>
                <a:gd name="connsiteX17" fmla="*/ 15897 w 19050"/>
                <a:gd name="connsiteY17" fmla="*/ 9201 h 19050"/>
                <a:gd name="connsiteX18" fmla="*/ 15773 w 19050"/>
                <a:gd name="connsiteY18" fmla="*/ 9211 h 19050"/>
                <a:gd name="connsiteX19" fmla="*/ 15650 w 19050"/>
                <a:gd name="connsiteY19" fmla="*/ 9220 h 19050"/>
                <a:gd name="connsiteX20" fmla="*/ 15612 w 19050"/>
                <a:gd name="connsiteY20" fmla="*/ 9220 h 19050"/>
                <a:gd name="connsiteX21" fmla="*/ 15592 w 19050"/>
                <a:gd name="connsiteY21" fmla="*/ 9220 h 19050"/>
                <a:gd name="connsiteX22" fmla="*/ 15516 w 19050"/>
                <a:gd name="connsiteY22" fmla="*/ 9220 h 19050"/>
                <a:gd name="connsiteX23" fmla="*/ 15383 w 19050"/>
                <a:gd name="connsiteY23" fmla="*/ 9211 h 19050"/>
                <a:gd name="connsiteX24" fmla="*/ 15202 w 19050"/>
                <a:gd name="connsiteY24" fmla="*/ 9192 h 19050"/>
                <a:gd name="connsiteX25" fmla="*/ 15164 w 19050"/>
                <a:gd name="connsiteY25" fmla="*/ 9173 h 19050"/>
                <a:gd name="connsiteX26" fmla="*/ 15107 w 19050"/>
                <a:gd name="connsiteY26" fmla="*/ 9163 h 19050"/>
                <a:gd name="connsiteX27" fmla="*/ 14983 w 19050"/>
                <a:gd name="connsiteY27" fmla="*/ 9135 h 19050"/>
                <a:gd name="connsiteX28" fmla="*/ 14726 w 19050"/>
                <a:gd name="connsiteY28" fmla="*/ 9001 h 19050"/>
                <a:gd name="connsiteX29" fmla="*/ 11659 w 19050"/>
                <a:gd name="connsiteY29" fmla="*/ 7144 h 19050"/>
                <a:gd name="connsiteX30" fmla="*/ 11621 w 19050"/>
                <a:gd name="connsiteY30" fmla="*/ 8287 h 19050"/>
                <a:gd name="connsiteX31" fmla="*/ 11230 w 19050"/>
                <a:gd name="connsiteY31" fmla="*/ 8801 h 19050"/>
                <a:gd name="connsiteX32" fmla="*/ 7144 w 19050"/>
                <a:gd name="connsiteY32" fmla="*/ 11173 h 19050"/>
                <a:gd name="connsiteX33" fmla="*/ 7353 w 19050"/>
                <a:gd name="connsiteY33" fmla="*/ 11373 h 19050"/>
                <a:gd name="connsiteX34" fmla="*/ 13192 w 19050"/>
                <a:gd name="connsiteY34" fmla="*/ 14907 h 19050"/>
                <a:gd name="connsiteX35" fmla="*/ 13573 w 19050"/>
                <a:gd name="connsiteY35" fmla="*/ 15059 h 19050"/>
                <a:gd name="connsiteX36" fmla="*/ 13621 w 19050"/>
                <a:gd name="connsiteY36" fmla="*/ 15078 h 19050"/>
                <a:gd name="connsiteX37" fmla="*/ 14049 w 19050"/>
                <a:gd name="connsiteY37" fmla="*/ 15135 h 19050"/>
                <a:gd name="connsiteX38" fmla="*/ 14078 w 19050"/>
                <a:gd name="connsiteY38" fmla="*/ 15135 h 19050"/>
                <a:gd name="connsiteX39" fmla="*/ 14516 w 19050"/>
                <a:gd name="connsiteY39" fmla="*/ 15078 h 19050"/>
                <a:gd name="connsiteX40" fmla="*/ 14535 w 19050"/>
                <a:gd name="connsiteY40" fmla="*/ 15078 h 19050"/>
                <a:gd name="connsiteX41" fmla="*/ 14945 w 19050"/>
                <a:gd name="connsiteY41" fmla="*/ 14907 h 19050"/>
                <a:gd name="connsiteX42" fmla="*/ 19650 w 19050"/>
                <a:gd name="connsiteY42" fmla="*/ 12192 h 19050"/>
                <a:gd name="connsiteX43" fmla="*/ 19783 w 19050"/>
                <a:gd name="connsiteY43" fmla="*/ 12068 h 19050"/>
                <a:gd name="connsiteX44" fmla="*/ 17278 w 19050"/>
                <a:gd name="connsiteY44" fmla="*/ 10544 h 19050"/>
                <a:gd name="connsiteX45" fmla="*/ 17278 w 19050"/>
                <a:gd name="connsiteY45" fmla="*/ 105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44"/>
                  </a:moveTo>
                  <a:cubicBezTo>
                    <a:pt x="17221" y="10506"/>
                    <a:pt x="17164" y="10458"/>
                    <a:pt x="17126" y="10420"/>
                  </a:cubicBezTo>
                  <a:cubicBezTo>
                    <a:pt x="17088" y="10392"/>
                    <a:pt x="17069" y="10354"/>
                    <a:pt x="17040" y="10335"/>
                  </a:cubicBezTo>
                  <a:cubicBezTo>
                    <a:pt x="17040" y="10325"/>
                    <a:pt x="17040" y="10316"/>
                    <a:pt x="17031" y="10306"/>
                  </a:cubicBezTo>
                  <a:lnTo>
                    <a:pt x="17021" y="10296"/>
                  </a:lnTo>
                  <a:cubicBezTo>
                    <a:pt x="17021" y="10287"/>
                    <a:pt x="17012" y="10278"/>
                    <a:pt x="17002" y="10258"/>
                  </a:cubicBezTo>
                  <a:cubicBezTo>
                    <a:pt x="16983" y="10230"/>
                    <a:pt x="16974" y="10211"/>
                    <a:pt x="16964" y="10182"/>
                  </a:cubicBezTo>
                  <a:cubicBezTo>
                    <a:pt x="16964" y="10154"/>
                    <a:pt x="16945" y="10106"/>
                    <a:pt x="16945" y="10106"/>
                  </a:cubicBezTo>
                  <a:lnTo>
                    <a:pt x="16936" y="10040"/>
                  </a:lnTo>
                  <a:lnTo>
                    <a:pt x="16936" y="10030"/>
                  </a:lnTo>
                  <a:lnTo>
                    <a:pt x="16993" y="8725"/>
                  </a:lnTo>
                  <a:lnTo>
                    <a:pt x="16507" y="9001"/>
                  </a:lnTo>
                  <a:cubicBezTo>
                    <a:pt x="16450" y="9039"/>
                    <a:pt x="16383" y="9068"/>
                    <a:pt x="16316" y="9087"/>
                  </a:cubicBezTo>
                  <a:cubicBezTo>
                    <a:pt x="16269" y="9115"/>
                    <a:pt x="16221" y="9135"/>
                    <a:pt x="16164" y="9135"/>
                  </a:cubicBezTo>
                  <a:cubicBezTo>
                    <a:pt x="16135" y="9154"/>
                    <a:pt x="16116" y="9163"/>
                    <a:pt x="16097" y="9163"/>
                  </a:cubicBezTo>
                  <a:lnTo>
                    <a:pt x="16069" y="9163"/>
                  </a:lnTo>
                  <a:cubicBezTo>
                    <a:pt x="16059" y="9173"/>
                    <a:pt x="16031" y="9173"/>
                    <a:pt x="16031" y="9173"/>
                  </a:cubicBezTo>
                  <a:cubicBezTo>
                    <a:pt x="15993" y="9192"/>
                    <a:pt x="15935" y="9192"/>
                    <a:pt x="15897" y="9201"/>
                  </a:cubicBezTo>
                  <a:cubicBezTo>
                    <a:pt x="15859" y="9201"/>
                    <a:pt x="15812" y="9211"/>
                    <a:pt x="15773" y="9211"/>
                  </a:cubicBezTo>
                  <a:cubicBezTo>
                    <a:pt x="15735" y="9211"/>
                    <a:pt x="15688" y="9220"/>
                    <a:pt x="15650" y="9220"/>
                  </a:cubicBezTo>
                  <a:cubicBezTo>
                    <a:pt x="15640" y="9220"/>
                    <a:pt x="15612" y="9220"/>
                    <a:pt x="15612" y="9220"/>
                  </a:cubicBezTo>
                  <a:lnTo>
                    <a:pt x="15592" y="9220"/>
                  </a:lnTo>
                  <a:cubicBezTo>
                    <a:pt x="15573" y="9220"/>
                    <a:pt x="15516" y="9220"/>
                    <a:pt x="15516" y="9220"/>
                  </a:cubicBezTo>
                  <a:cubicBezTo>
                    <a:pt x="15478" y="9220"/>
                    <a:pt x="15430" y="9211"/>
                    <a:pt x="15383" y="9211"/>
                  </a:cubicBezTo>
                  <a:cubicBezTo>
                    <a:pt x="15326" y="9201"/>
                    <a:pt x="15278" y="9201"/>
                    <a:pt x="15202" y="9192"/>
                  </a:cubicBezTo>
                  <a:lnTo>
                    <a:pt x="15164" y="9173"/>
                  </a:lnTo>
                  <a:cubicBezTo>
                    <a:pt x="15135" y="9173"/>
                    <a:pt x="15116" y="9163"/>
                    <a:pt x="15107" y="9163"/>
                  </a:cubicBezTo>
                  <a:cubicBezTo>
                    <a:pt x="15059" y="9154"/>
                    <a:pt x="15030" y="9135"/>
                    <a:pt x="14983" y="9135"/>
                  </a:cubicBezTo>
                  <a:cubicBezTo>
                    <a:pt x="14897" y="9097"/>
                    <a:pt x="14792" y="9058"/>
                    <a:pt x="14726" y="9001"/>
                  </a:cubicBezTo>
                  <a:lnTo>
                    <a:pt x="11659" y="7144"/>
                  </a:lnTo>
                  <a:lnTo>
                    <a:pt x="11621" y="8287"/>
                  </a:lnTo>
                  <a:cubicBezTo>
                    <a:pt x="11621" y="8477"/>
                    <a:pt x="11478" y="8658"/>
                    <a:pt x="11230" y="8801"/>
                  </a:cubicBezTo>
                  <a:lnTo>
                    <a:pt x="7144" y="11173"/>
                  </a:lnTo>
                  <a:cubicBezTo>
                    <a:pt x="7201" y="11249"/>
                    <a:pt x="7258" y="11316"/>
                    <a:pt x="7353" y="11373"/>
                  </a:cubicBezTo>
                  <a:lnTo>
                    <a:pt x="13192" y="14907"/>
                  </a:lnTo>
                  <a:cubicBezTo>
                    <a:pt x="13306" y="14983"/>
                    <a:pt x="13430" y="15030"/>
                    <a:pt x="13573" y="15059"/>
                  </a:cubicBezTo>
                  <a:cubicBezTo>
                    <a:pt x="13592" y="15078"/>
                    <a:pt x="13611" y="15078"/>
                    <a:pt x="13621" y="15078"/>
                  </a:cubicBezTo>
                  <a:cubicBezTo>
                    <a:pt x="13773" y="15116"/>
                    <a:pt x="13897" y="15126"/>
                    <a:pt x="14049" y="15135"/>
                  </a:cubicBezTo>
                  <a:lnTo>
                    <a:pt x="14078" y="15135"/>
                  </a:lnTo>
                  <a:cubicBezTo>
                    <a:pt x="14231" y="15126"/>
                    <a:pt x="14383" y="15116"/>
                    <a:pt x="14516" y="15078"/>
                  </a:cubicBezTo>
                  <a:lnTo>
                    <a:pt x="14535" y="15078"/>
                  </a:lnTo>
                  <a:cubicBezTo>
                    <a:pt x="14678" y="15040"/>
                    <a:pt x="14830" y="14983"/>
                    <a:pt x="14945" y="14907"/>
                  </a:cubicBezTo>
                  <a:lnTo>
                    <a:pt x="19650" y="12192"/>
                  </a:lnTo>
                  <a:cubicBezTo>
                    <a:pt x="19707" y="12154"/>
                    <a:pt x="19745" y="12116"/>
                    <a:pt x="19783" y="12068"/>
                  </a:cubicBezTo>
                  <a:lnTo>
                    <a:pt x="17278" y="10544"/>
                  </a:lnTo>
                  <a:lnTo>
                    <a:pt x="17278" y="105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A434DF41-68B1-4ADA-BA00-00A4B5B63BE9}"/>
                </a:ext>
              </a:extLst>
            </p:cNvPr>
            <p:cNvSpPr/>
            <p:nvPr/>
          </p:nvSpPr>
          <p:spPr>
            <a:xfrm>
              <a:off x="5116983" y="5337044"/>
              <a:ext cx="19050" cy="19050"/>
            </a:xfrm>
            <a:custGeom>
              <a:avLst/>
              <a:gdLst>
                <a:gd name="connsiteX0" fmla="*/ 17278 w 19050"/>
                <a:gd name="connsiteY0" fmla="*/ 10535 h 19050"/>
                <a:gd name="connsiteX1" fmla="*/ 17135 w 19050"/>
                <a:gd name="connsiteY1" fmla="*/ 10420 h 19050"/>
                <a:gd name="connsiteX2" fmla="*/ 17059 w 19050"/>
                <a:gd name="connsiteY2" fmla="*/ 10325 h 19050"/>
                <a:gd name="connsiteX3" fmla="*/ 17031 w 19050"/>
                <a:gd name="connsiteY3" fmla="*/ 10306 h 19050"/>
                <a:gd name="connsiteX4" fmla="*/ 17031 w 19050"/>
                <a:gd name="connsiteY4" fmla="*/ 10296 h 19050"/>
                <a:gd name="connsiteX5" fmla="*/ 17021 w 19050"/>
                <a:gd name="connsiteY5" fmla="*/ 10258 h 19050"/>
                <a:gd name="connsiteX6" fmla="*/ 16983 w 19050"/>
                <a:gd name="connsiteY6" fmla="*/ 10192 h 19050"/>
                <a:gd name="connsiteX7" fmla="*/ 16954 w 19050"/>
                <a:gd name="connsiteY7" fmla="*/ 10106 h 19050"/>
                <a:gd name="connsiteX8" fmla="*/ 16954 w 19050"/>
                <a:gd name="connsiteY8" fmla="*/ 10039 h 19050"/>
                <a:gd name="connsiteX9" fmla="*/ 16954 w 19050"/>
                <a:gd name="connsiteY9" fmla="*/ 10030 h 19050"/>
                <a:gd name="connsiteX10" fmla="*/ 17002 w 19050"/>
                <a:gd name="connsiteY10" fmla="*/ 8715 h 19050"/>
                <a:gd name="connsiteX11" fmla="*/ 16507 w 19050"/>
                <a:gd name="connsiteY11" fmla="*/ 8992 h 19050"/>
                <a:gd name="connsiteX12" fmla="*/ 16326 w 19050"/>
                <a:gd name="connsiteY12" fmla="*/ 9077 h 19050"/>
                <a:gd name="connsiteX13" fmla="*/ 16173 w 19050"/>
                <a:gd name="connsiteY13" fmla="*/ 9144 h 19050"/>
                <a:gd name="connsiteX14" fmla="*/ 16097 w 19050"/>
                <a:gd name="connsiteY14" fmla="*/ 9163 h 19050"/>
                <a:gd name="connsiteX15" fmla="*/ 16078 w 19050"/>
                <a:gd name="connsiteY15" fmla="*/ 9172 h 19050"/>
                <a:gd name="connsiteX16" fmla="*/ 16030 w 19050"/>
                <a:gd name="connsiteY16" fmla="*/ 9172 h 19050"/>
                <a:gd name="connsiteX17" fmla="*/ 15907 w 19050"/>
                <a:gd name="connsiteY17" fmla="*/ 9201 h 19050"/>
                <a:gd name="connsiteX18" fmla="*/ 15783 w 19050"/>
                <a:gd name="connsiteY18" fmla="*/ 9210 h 19050"/>
                <a:gd name="connsiteX19" fmla="*/ 15659 w 19050"/>
                <a:gd name="connsiteY19" fmla="*/ 9210 h 19050"/>
                <a:gd name="connsiteX20" fmla="*/ 15611 w 19050"/>
                <a:gd name="connsiteY20" fmla="*/ 9210 h 19050"/>
                <a:gd name="connsiteX21" fmla="*/ 15602 w 19050"/>
                <a:gd name="connsiteY21" fmla="*/ 9210 h 19050"/>
                <a:gd name="connsiteX22" fmla="*/ 15526 w 19050"/>
                <a:gd name="connsiteY22" fmla="*/ 9210 h 19050"/>
                <a:gd name="connsiteX23" fmla="*/ 15383 w 19050"/>
                <a:gd name="connsiteY23" fmla="*/ 9210 h 19050"/>
                <a:gd name="connsiteX24" fmla="*/ 15230 w 19050"/>
                <a:gd name="connsiteY24" fmla="*/ 9182 h 19050"/>
                <a:gd name="connsiteX25" fmla="*/ 15164 w 19050"/>
                <a:gd name="connsiteY25" fmla="*/ 9172 h 19050"/>
                <a:gd name="connsiteX26" fmla="*/ 15107 w 19050"/>
                <a:gd name="connsiteY26" fmla="*/ 9154 h 19050"/>
                <a:gd name="connsiteX27" fmla="*/ 15002 w 19050"/>
                <a:gd name="connsiteY27" fmla="*/ 9125 h 19050"/>
                <a:gd name="connsiteX28" fmla="*/ 14735 w 19050"/>
                <a:gd name="connsiteY28" fmla="*/ 9010 h 19050"/>
                <a:gd name="connsiteX29" fmla="*/ 11668 w 19050"/>
                <a:gd name="connsiteY29" fmla="*/ 7144 h 19050"/>
                <a:gd name="connsiteX30" fmla="*/ 11620 w 19050"/>
                <a:gd name="connsiteY30" fmla="*/ 8277 h 19050"/>
                <a:gd name="connsiteX31" fmla="*/ 11239 w 19050"/>
                <a:gd name="connsiteY31" fmla="*/ 8792 h 19050"/>
                <a:gd name="connsiteX32" fmla="*/ 7144 w 19050"/>
                <a:gd name="connsiteY32" fmla="*/ 11154 h 19050"/>
                <a:gd name="connsiteX33" fmla="*/ 7363 w 19050"/>
                <a:gd name="connsiteY33" fmla="*/ 11363 h 19050"/>
                <a:gd name="connsiteX34" fmla="*/ 13211 w 19050"/>
                <a:gd name="connsiteY34" fmla="*/ 14907 h 19050"/>
                <a:gd name="connsiteX35" fmla="*/ 13573 w 19050"/>
                <a:gd name="connsiteY35" fmla="*/ 15059 h 19050"/>
                <a:gd name="connsiteX36" fmla="*/ 13640 w 19050"/>
                <a:gd name="connsiteY36" fmla="*/ 15078 h 19050"/>
                <a:gd name="connsiteX37" fmla="*/ 14059 w 19050"/>
                <a:gd name="connsiteY37" fmla="*/ 15126 h 19050"/>
                <a:gd name="connsiteX38" fmla="*/ 14078 w 19050"/>
                <a:gd name="connsiteY38" fmla="*/ 15126 h 19050"/>
                <a:gd name="connsiteX39" fmla="*/ 14535 w 19050"/>
                <a:gd name="connsiteY39" fmla="*/ 15059 h 19050"/>
                <a:gd name="connsiteX40" fmla="*/ 14544 w 19050"/>
                <a:gd name="connsiteY40" fmla="*/ 15059 h 19050"/>
                <a:gd name="connsiteX41" fmla="*/ 14954 w 19050"/>
                <a:gd name="connsiteY41" fmla="*/ 14907 h 19050"/>
                <a:gd name="connsiteX42" fmla="*/ 19660 w 19050"/>
                <a:gd name="connsiteY42" fmla="*/ 12173 h 19050"/>
                <a:gd name="connsiteX43" fmla="*/ 19793 w 19050"/>
                <a:gd name="connsiteY43" fmla="*/ 12059 h 19050"/>
                <a:gd name="connsiteX44" fmla="*/ 17250 w 19050"/>
                <a:gd name="connsiteY44" fmla="*/ 10516 h 19050"/>
                <a:gd name="connsiteX45" fmla="*/ 17278 w 19050"/>
                <a:gd name="connsiteY45" fmla="*/ 10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35"/>
                  </a:moveTo>
                  <a:cubicBezTo>
                    <a:pt x="17231" y="10496"/>
                    <a:pt x="17183" y="10458"/>
                    <a:pt x="17135" y="10420"/>
                  </a:cubicBezTo>
                  <a:cubicBezTo>
                    <a:pt x="17107" y="10401"/>
                    <a:pt x="17069" y="10363"/>
                    <a:pt x="17059" y="10325"/>
                  </a:cubicBezTo>
                  <a:cubicBezTo>
                    <a:pt x="17059" y="10325"/>
                    <a:pt x="17040" y="10315"/>
                    <a:pt x="17031" y="10306"/>
                  </a:cubicBezTo>
                  <a:lnTo>
                    <a:pt x="17031" y="10296"/>
                  </a:lnTo>
                  <a:cubicBezTo>
                    <a:pt x="17031" y="10287"/>
                    <a:pt x="17021" y="10268"/>
                    <a:pt x="17021" y="10258"/>
                  </a:cubicBezTo>
                  <a:cubicBezTo>
                    <a:pt x="17002" y="10239"/>
                    <a:pt x="16993" y="10211"/>
                    <a:pt x="16983" y="10192"/>
                  </a:cubicBezTo>
                  <a:cubicBezTo>
                    <a:pt x="16964" y="10163"/>
                    <a:pt x="16954" y="10106"/>
                    <a:pt x="16954" y="10106"/>
                  </a:cubicBezTo>
                  <a:lnTo>
                    <a:pt x="16954" y="10039"/>
                  </a:lnTo>
                  <a:lnTo>
                    <a:pt x="16954" y="10030"/>
                  </a:lnTo>
                  <a:lnTo>
                    <a:pt x="17002" y="8715"/>
                  </a:lnTo>
                  <a:lnTo>
                    <a:pt x="16507" y="8992"/>
                  </a:lnTo>
                  <a:cubicBezTo>
                    <a:pt x="16459" y="9030"/>
                    <a:pt x="16392" y="9049"/>
                    <a:pt x="16326" y="9077"/>
                  </a:cubicBezTo>
                  <a:cubicBezTo>
                    <a:pt x="16268" y="9096"/>
                    <a:pt x="16221" y="9125"/>
                    <a:pt x="16173" y="9144"/>
                  </a:cubicBezTo>
                  <a:cubicBezTo>
                    <a:pt x="16145" y="9154"/>
                    <a:pt x="16116" y="9154"/>
                    <a:pt x="16097" y="9163"/>
                  </a:cubicBezTo>
                  <a:lnTo>
                    <a:pt x="16078" y="9172"/>
                  </a:lnTo>
                  <a:cubicBezTo>
                    <a:pt x="16068" y="9172"/>
                    <a:pt x="16050" y="9172"/>
                    <a:pt x="16030" y="9172"/>
                  </a:cubicBezTo>
                  <a:cubicBezTo>
                    <a:pt x="15992" y="9182"/>
                    <a:pt x="15954" y="9192"/>
                    <a:pt x="15907" y="9201"/>
                  </a:cubicBezTo>
                  <a:cubicBezTo>
                    <a:pt x="15869" y="9201"/>
                    <a:pt x="15821" y="9210"/>
                    <a:pt x="15783" y="9210"/>
                  </a:cubicBezTo>
                  <a:cubicBezTo>
                    <a:pt x="15745" y="9210"/>
                    <a:pt x="15697" y="9210"/>
                    <a:pt x="15659" y="9210"/>
                  </a:cubicBezTo>
                  <a:cubicBezTo>
                    <a:pt x="15640" y="9210"/>
                    <a:pt x="15630" y="9210"/>
                    <a:pt x="15611" y="9210"/>
                  </a:cubicBezTo>
                  <a:lnTo>
                    <a:pt x="15602" y="9210"/>
                  </a:lnTo>
                  <a:cubicBezTo>
                    <a:pt x="15583" y="9210"/>
                    <a:pt x="15545" y="9210"/>
                    <a:pt x="15526" y="9210"/>
                  </a:cubicBezTo>
                  <a:cubicBezTo>
                    <a:pt x="15487" y="9210"/>
                    <a:pt x="15430" y="9210"/>
                    <a:pt x="15383" y="9210"/>
                  </a:cubicBezTo>
                  <a:cubicBezTo>
                    <a:pt x="15335" y="9201"/>
                    <a:pt x="15278" y="9201"/>
                    <a:pt x="15230" y="9182"/>
                  </a:cubicBezTo>
                  <a:cubicBezTo>
                    <a:pt x="15202" y="9182"/>
                    <a:pt x="15183" y="9172"/>
                    <a:pt x="15164" y="9172"/>
                  </a:cubicBezTo>
                  <a:cubicBezTo>
                    <a:pt x="15135" y="9172"/>
                    <a:pt x="15126" y="9163"/>
                    <a:pt x="15107" y="9154"/>
                  </a:cubicBezTo>
                  <a:cubicBezTo>
                    <a:pt x="15068" y="9154"/>
                    <a:pt x="15030" y="9144"/>
                    <a:pt x="15002" y="9125"/>
                  </a:cubicBezTo>
                  <a:cubicBezTo>
                    <a:pt x="14887" y="9087"/>
                    <a:pt x="14811" y="9049"/>
                    <a:pt x="14735" y="9010"/>
                  </a:cubicBezTo>
                  <a:lnTo>
                    <a:pt x="11668" y="7144"/>
                  </a:lnTo>
                  <a:lnTo>
                    <a:pt x="11620" y="8277"/>
                  </a:lnTo>
                  <a:cubicBezTo>
                    <a:pt x="11611" y="8468"/>
                    <a:pt x="11487" y="8649"/>
                    <a:pt x="11239" y="8792"/>
                  </a:cubicBezTo>
                  <a:lnTo>
                    <a:pt x="7144" y="11154"/>
                  </a:lnTo>
                  <a:cubicBezTo>
                    <a:pt x="7201" y="11249"/>
                    <a:pt x="7277" y="11316"/>
                    <a:pt x="7363" y="11363"/>
                  </a:cubicBezTo>
                  <a:lnTo>
                    <a:pt x="13211" y="14907"/>
                  </a:lnTo>
                  <a:cubicBezTo>
                    <a:pt x="13316" y="14973"/>
                    <a:pt x="13440" y="15021"/>
                    <a:pt x="13573" y="15059"/>
                  </a:cubicBezTo>
                  <a:cubicBezTo>
                    <a:pt x="13601" y="15059"/>
                    <a:pt x="13611" y="15059"/>
                    <a:pt x="13640" y="15078"/>
                  </a:cubicBezTo>
                  <a:cubicBezTo>
                    <a:pt x="13783" y="15107"/>
                    <a:pt x="13916" y="15126"/>
                    <a:pt x="14059" y="15126"/>
                  </a:cubicBezTo>
                  <a:lnTo>
                    <a:pt x="14078" y="15126"/>
                  </a:lnTo>
                  <a:cubicBezTo>
                    <a:pt x="14230" y="15126"/>
                    <a:pt x="14383" y="15107"/>
                    <a:pt x="14535" y="15059"/>
                  </a:cubicBezTo>
                  <a:lnTo>
                    <a:pt x="14544" y="15059"/>
                  </a:lnTo>
                  <a:cubicBezTo>
                    <a:pt x="14697" y="15021"/>
                    <a:pt x="14821" y="14973"/>
                    <a:pt x="14954" y="14907"/>
                  </a:cubicBezTo>
                  <a:lnTo>
                    <a:pt x="19660" y="12173"/>
                  </a:lnTo>
                  <a:cubicBezTo>
                    <a:pt x="19717" y="12144"/>
                    <a:pt x="19755" y="12097"/>
                    <a:pt x="19793" y="12059"/>
                  </a:cubicBezTo>
                  <a:lnTo>
                    <a:pt x="17250" y="10516"/>
                  </a:lnTo>
                  <a:lnTo>
                    <a:pt x="17278" y="1051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9A966E8-4C1B-478D-B426-91CD2F239DBA}"/>
                </a:ext>
              </a:extLst>
            </p:cNvPr>
            <p:cNvSpPr/>
            <p:nvPr/>
          </p:nvSpPr>
          <p:spPr>
            <a:xfrm>
              <a:off x="5125356" y="5342111"/>
              <a:ext cx="19050" cy="19050"/>
            </a:xfrm>
            <a:custGeom>
              <a:avLst/>
              <a:gdLst>
                <a:gd name="connsiteX0" fmla="*/ 17278 w 19050"/>
                <a:gd name="connsiteY0" fmla="*/ 10525 h 19050"/>
                <a:gd name="connsiteX1" fmla="*/ 17126 w 19050"/>
                <a:gd name="connsiteY1" fmla="*/ 10411 h 19050"/>
                <a:gd name="connsiteX2" fmla="*/ 17040 w 19050"/>
                <a:gd name="connsiteY2" fmla="*/ 10325 h 19050"/>
                <a:gd name="connsiteX3" fmla="*/ 17031 w 19050"/>
                <a:gd name="connsiteY3" fmla="*/ 10306 h 19050"/>
                <a:gd name="connsiteX4" fmla="*/ 17031 w 19050"/>
                <a:gd name="connsiteY4" fmla="*/ 10296 h 19050"/>
                <a:gd name="connsiteX5" fmla="*/ 17011 w 19050"/>
                <a:gd name="connsiteY5" fmla="*/ 10268 h 19050"/>
                <a:gd name="connsiteX6" fmla="*/ 16973 w 19050"/>
                <a:gd name="connsiteY6" fmla="*/ 10182 h 19050"/>
                <a:gd name="connsiteX7" fmla="*/ 16954 w 19050"/>
                <a:gd name="connsiteY7" fmla="*/ 10106 h 19050"/>
                <a:gd name="connsiteX8" fmla="*/ 16945 w 19050"/>
                <a:gd name="connsiteY8" fmla="*/ 10040 h 19050"/>
                <a:gd name="connsiteX9" fmla="*/ 16945 w 19050"/>
                <a:gd name="connsiteY9" fmla="*/ 10011 h 19050"/>
                <a:gd name="connsiteX10" fmla="*/ 16993 w 19050"/>
                <a:gd name="connsiteY10" fmla="*/ 8715 h 19050"/>
                <a:gd name="connsiteX11" fmla="*/ 16516 w 19050"/>
                <a:gd name="connsiteY11" fmla="*/ 9001 h 19050"/>
                <a:gd name="connsiteX12" fmla="*/ 16326 w 19050"/>
                <a:gd name="connsiteY12" fmla="*/ 9087 h 19050"/>
                <a:gd name="connsiteX13" fmla="*/ 16173 w 19050"/>
                <a:gd name="connsiteY13" fmla="*/ 9144 h 19050"/>
                <a:gd name="connsiteX14" fmla="*/ 16097 w 19050"/>
                <a:gd name="connsiteY14" fmla="*/ 9154 h 19050"/>
                <a:gd name="connsiteX15" fmla="*/ 16078 w 19050"/>
                <a:gd name="connsiteY15" fmla="*/ 9163 h 19050"/>
                <a:gd name="connsiteX16" fmla="*/ 16030 w 19050"/>
                <a:gd name="connsiteY16" fmla="*/ 9173 h 19050"/>
                <a:gd name="connsiteX17" fmla="*/ 15907 w 19050"/>
                <a:gd name="connsiteY17" fmla="*/ 9192 h 19050"/>
                <a:gd name="connsiteX18" fmla="*/ 15783 w 19050"/>
                <a:gd name="connsiteY18" fmla="*/ 9211 h 19050"/>
                <a:gd name="connsiteX19" fmla="*/ 15659 w 19050"/>
                <a:gd name="connsiteY19" fmla="*/ 9220 h 19050"/>
                <a:gd name="connsiteX20" fmla="*/ 15621 w 19050"/>
                <a:gd name="connsiteY20" fmla="*/ 9220 h 19050"/>
                <a:gd name="connsiteX21" fmla="*/ 15602 w 19050"/>
                <a:gd name="connsiteY21" fmla="*/ 9220 h 19050"/>
                <a:gd name="connsiteX22" fmla="*/ 15535 w 19050"/>
                <a:gd name="connsiteY22" fmla="*/ 9220 h 19050"/>
                <a:gd name="connsiteX23" fmla="*/ 15383 w 19050"/>
                <a:gd name="connsiteY23" fmla="*/ 9211 h 19050"/>
                <a:gd name="connsiteX24" fmla="*/ 15240 w 19050"/>
                <a:gd name="connsiteY24" fmla="*/ 9182 h 19050"/>
                <a:gd name="connsiteX25" fmla="*/ 15164 w 19050"/>
                <a:gd name="connsiteY25" fmla="*/ 9163 h 19050"/>
                <a:gd name="connsiteX26" fmla="*/ 15107 w 19050"/>
                <a:gd name="connsiteY26" fmla="*/ 9154 h 19050"/>
                <a:gd name="connsiteX27" fmla="*/ 14992 w 19050"/>
                <a:gd name="connsiteY27" fmla="*/ 9115 h 19050"/>
                <a:gd name="connsiteX28" fmla="*/ 14726 w 19050"/>
                <a:gd name="connsiteY28" fmla="*/ 9001 h 19050"/>
                <a:gd name="connsiteX29" fmla="*/ 11659 w 19050"/>
                <a:gd name="connsiteY29" fmla="*/ 7144 h 19050"/>
                <a:gd name="connsiteX30" fmla="*/ 11621 w 19050"/>
                <a:gd name="connsiteY30" fmla="*/ 8277 h 19050"/>
                <a:gd name="connsiteX31" fmla="*/ 11239 w 19050"/>
                <a:gd name="connsiteY31" fmla="*/ 8801 h 19050"/>
                <a:gd name="connsiteX32" fmla="*/ 7144 w 19050"/>
                <a:gd name="connsiteY32" fmla="*/ 11163 h 19050"/>
                <a:gd name="connsiteX33" fmla="*/ 7363 w 19050"/>
                <a:gd name="connsiteY33" fmla="*/ 11363 h 19050"/>
                <a:gd name="connsiteX34" fmla="*/ 13202 w 19050"/>
                <a:gd name="connsiteY34" fmla="*/ 14907 h 19050"/>
                <a:gd name="connsiteX35" fmla="*/ 13573 w 19050"/>
                <a:gd name="connsiteY35" fmla="*/ 15050 h 19050"/>
                <a:gd name="connsiteX36" fmla="*/ 13630 w 19050"/>
                <a:gd name="connsiteY36" fmla="*/ 15069 h 19050"/>
                <a:gd name="connsiteX37" fmla="*/ 14059 w 19050"/>
                <a:gd name="connsiteY37" fmla="*/ 15116 h 19050"/>
                <a:gd name="connsiteX38" fmla="*/ 14068 w 19050"/>
                <a:gd name="connsiteY38" fmla="*/ 15116 h 19050"/>
                <a:gd name="connsiteX39" fmla="*/ 14526 w 19050"/>
                <a:gd name="connsiteY39" fmla="*/ 15069 h 19050"/>
                <a:gd name="connsiteX40" fmla="*/ 14535 w 19050"/>
                <a:gd name="connsiteY40" fmla="*/ 15050 h 19050"/>
                <a:gd name="connsiteX41" fmla="*/ 14954 w 19050"/>
                <a:gd name="connsiteY41" fmla="*/ 14897 h 19050"/>
                <a:gd name="connsiteX42" fmla="*/ 19650 w 19050"/>
                <a:gd name="connsiteY42" fmla="*/ 12173 h 19050"/>
                <a:gd name="connsiteX43" fmla="*/ 19793 w 19050"/>
                <a:gd name="connsiteY43" fmla="*/ 12049 h 19050"/>
                <a:gd name="connsiteX44" fmla="*/ 17250 w 19050"/>
                <a:gd name="connsiteY44" fmla="*/ 10525 h 19050"/>
                <a:gd name="connsiteX45" fmla="*/ 17278 w 19050"/>
                <a:gd name="connsiteY45" fmla="*/ 10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25"/>
                  </a:moveTo>
                  <a:cubicBezTo>
                    <a:pt x="17221" y="10497"/>
                    <a:pt x="17164" y="10459"/>
                    <a:pt x="17126" y="10411"/>
                  </a:cubicBezTo>
                  <a:cubicBezTo>
                    <a:pt x="17097" y="10392"/>
                    <a:pt x="17069" y="10354"/>
                    <a:pt x="17040" y="10325"/>
                  </a:cubicBezTo>
                  <a:lnTo>
                    <a:pt x="17031" y="10306"/>
                  </a:lnTo>
                  <a:lnTo>
                    <a:pt x="17031" y="10296"/>
                  </a:lnTo>
                  <a:cubicBezTo>
                    <a:pt x="17021" y="10278"/>
                    <a:pt x="17011" y="10268"/>
                    <a:pt x="17011" y="10268"/>
                  </a:cubicBezTo>
                  <a:cubicBezTo>
                    <a:pt x="16993" y="10230"/>
                    <a:pt x="16983" y="10201"/>
                    <a:pt x="16973" y="10182"/>
                  </a:cubicBezTo>
                  <a:cubicBezTo>
                    <a:pt x="16964" y="10154"/>
                    <a:pt x="16954" y="10106"/>
                    <a:pt x="16954" y="10106"/>
                  </a:cubicBezTo>
                  <a:lnTo>
                    <a:pt x="16945" y="10040"/>
                  </a:lnTo>
                  <a:lnTo>
                    <a:pt x="16945" y="10011"/>
                  </a:lnTo>
                  <a:lnTo>
                    <a:pt x="16993" y="8715"/>
                  </a:lnTo>
                  <a:lnTo>
                    <a:pt x="16516" y="9001"/>
                  </a:lnTo>
                  <a:cubicBezTo>
                    <a:pt x="16459" y="9030"/>
                    <a:pt x="16392" y="9058"/>
                    <a:pt x="16326" y="9087"/>
                  </a:cubicBezTo>
                  <a:cubicBezTo>
                    <a:pt x="16278" y="9115"/>
                    <a:pt x="16230" y="9115"/>
                    <a:pt x="16173" y="9144"/>
                  </a:cubicBezTo>
                  <a:cubicBezTo>
                    <a:pt x="16145" y="9144"/>
                    <a:pt x="16116" y="9154"/>
                    <a:pt x="16097" y="9154"/>
                  </a:cubicBezTo>
                  <a:lnTo>
                    <a:pt x="16078" y="9163"/>
                  </a:lnTo>
                  <a:cubicBezTo>
                    <a:pt x="16068" y="9163"/>
                    <a:pt x="16059" y="9173"/>
                    <a:pt x="16030" y="9173"/>
                  </a:cubicBezTo>
                  <a:cubicBezTo>
                    <a:pt x="15992" y="9182"/>
                    <a:pt x="15954" y="9182"/>
                    <a:pt x="15907" y="9192"/>
                  </a:cubicBezTo>
                  <a:cubicBezTo>
                    <a:pt x="15869" y="9211"/>
                    <a:pt x="15821" y="9211"/>
                    <a:pt x="15783" y="9211"/>
                  </a:cubicBezTo>
                  <a:cubicBezTo>
                    <a:pt x="15745" y="9220"/>
                    <a:pt x="15707" y="9220"/>
                    <a:pt x="15659" y="9220"/>
                  </a:cubicBezTo>
                  <a:cubicBezTo>
                    <a:pt x="15649" y="9220"/>
                    <a:pt x="15621" y="9220"/>
                    <a:pt x="15621" y="9220"/>
                  </a:cubicBezTo>
                  <a:lnTo>
                    <a:pt x="15602" y="9220"/>
                  </a:lnTo>
                  <a:cubicBezTo>
                    <a:pt x="15573" y="9220"/>
                    <a:pt x="15535" y="9220"/>
                    <a:pt x="15535" y="9220"/>
                  </a:cubicBezTo>
                  <a:cubicBezTo>
                    <a:pt x="15487" y="9220"/>
                    <a:pt x="15440" y="9220"/>
                    <a:pt x="15383" y="9211"/>
                  </a:cubicBezTo>
                  <a:cubicBezTo>
                    <a:pt x="15335" y="9211"/>
                    <a:pt x="15278" y="9192"/>
                    <a:pt x="15240" y="9182"/>
                  </a:cubicBezTo>
                  <a:cubicBezTo>
                    <a:pt x="15211" y="9173"/>
                    <a:pt x="15164" y="9163"/>
                    <a:pt x="15164" y="9163"/>
                  </a:cubicBezTo>
                  <a:cubicBezTo>
                    <a:pt x="15145" y="9163"/>
                    <a:pt x="15126" y="9154"/>
                    <a:pt x="15107" y="9154"/>
                  </a:cubicBezTo>
                  <a:cubicBezTo>
                    <a:pt x="15059" y="9144"/>
                    <a:pt x="15030" y="9135"/>
                    <a:pt x="14992" y="9115"/>
                  </a:cubicBezTo>
                  <a:cubicBezTo>
                    <a:pt x="14897" y="9087"/>
                    <a:pt x="14802" y="9049"/>
                    <a:pt x="14726" y="9001"/>
                  </a:cubicBezTo>
                  <a:lnTo>
                    <a:pt x="11659" y="7144"/>
                  </a:lnTo>
                  <a:lnTo>
                    <a:pt x="11621" y="8277"/>
                  </a:lnTo>
                  <a:cubicBezTo>
                    <a:pt x="11611" y="8468"/>
                    <a:pt x="11487" y="8649"/>
                    <a:pt x="11239" y="8801"/>
                  </a:cubicBezTo>
                  <a:lnTo>
                    <a:pt x="7144" y="11163"/>
                  </a:lnTo>
                  <a:cubicBezTo>
                    <a:pt x="7201" y="11239"/>
                    <a:pt x="7268" y="11316"/>
                    <a:pt x="7363" y="11363"/>
                  </a:cubicBezTo>
                  <a:lnTo>
                    <a:pt x="13202" y="14907"/>
                  </a:lnTo>
                  <a:cubicBezTo>
                    <a:pt x="13316" y="14964"/>
                    <a:pt x="13440" y="15021"/>
                    <a:pt x="13573" y="15050"/>
                  </a:cubicBezTo>
                  <a:cubicBezTo>
                    <a:pt x="13592" y="15050"/>
                    <a:pt x="13611" y="15069"/>
                    <a:pt x="13630" y="15069"/>
                  </a:cubicBezTo>
                  <a:cubicBezTo>
                    <a:pt x="13773" y="15097"/>
                    <a:pt x="13897" y="15116"/>
                    <a:pt x="14059" y="15116"/>
                  </a:cubicBezTo>
                  <a:lnTo>
                    <a:pt x="14068" y="15116"/>
                  </a:lnTo>
                  <a:cubicBezTo>
                    <a:pt x="14221" y="15116"/>
                    <a:pt x="14373" y="15097"/>
                    <a:pt x="14526" y="15069"/>
                  </a:cubicBezTo>
                  <a:lnTo>
                    <a:pt x="14535" y="15050"/>
                  </a:lnTo>
                  <a:cubicBezTo>
                    <a:pt x="14687" y="15021"/>
                    <a:pt x="14821" y="14964"/>
                    <a:pt x="14954" y="14897"/>
                  </a:cubicBezTo>
                  <a:lnTo>
                    <a:pt x="19650" y="12173"/>
                  </a:lnTo>
                  <a:cubicBezTo>
                    <a:pt x="19717" y="12144"/>
                    <a:pt x="19745" y="12106"/>
                    <a:pt x="19793" y="12049"/>
                  </a:cubicBezTo>
                  <a:lnTo>
                    <a:pt x="17250" y="10525"/>
                  </a:lnTo>
                  <a:lnTo>
                    <a:pt x="17278" y="10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5803621-3BA4-4E13-AC55-213D59098DD6}"/>
                </a:ext>
              </a:extLst>
            </p:cNvPr>
            <p:cNvSpPr/>
            <p:nvPr/>
          </p:nvSpPr>
          <p:spPr>
            <a:xfrm>
              <a:off x="5133737" y="5347169"/>
              <a:ext cx="19050" cy="19050"/>
            </a:xfrm>
            <a:custGeom>
              <a:avLst/>
              <a:gdLst>
                <a:gd name="connsiteX0" fmla="*/ 17297 w 19050"/>
                <a:gd name="connsiteY0" fmla="*/ 10563 h 19050"/>
                <a:gd name="connsiteX1" fmla="*/ 17136 w 19050"/>
                <a:gd name="connsiteY1" fmla="*/ 10439 h 19050"/>
                <a:gd name="connsiteX2" fmla="*/ 17059 w 19050"/>
                <a:gd name="connsiteY2" fmla="*/ 10344 h 19050"/>
                <a:gd name="connsiteX3" fmla="*/ 17040 w 19050"/>
                <a:gd name="connsiteY3" fmla="*/ 10316 h 19050"/>
                <a:gd name="connsiteX4" fmla="*/ 17040 w 19050"/>
                <a:gd name="connsiteY4" fmla="*/ 10306 h 19050"/>
                <a:gd name="connsiteX5" fmla="*/ 17012 w 19050"/>
                <a:gd name="connsiteY5" fmla="*/ 10278 h 19050"/>
                <a:gd name="connsiteX6" fmla="*/ 16983 w 19050"/>
                <a:gd name="connsiteY6" fmla="*/ 10201 h 19050"/>
                <a:gd name="connsiteX7" fmla="*/ 16954 w 19050"/>
                <a:gd name="connsiteY7" fmla="*/ 10096 h 19050"/>
                <a:gd name="connsiteX8" fmla="*/ 16954 w 19050"/>
                <a:gd name="connsiteY8" fmla="*/ 10049 h 19050"/>
                <a:gd name="connsiteX9" fmla="*/ 16954 w 19050"/>
                <a:gd name="connsiteY9" fmla="*/ 10040 h 19050"/>
                <a:gd name="connsiteX10" fmla="*/ 17012 w 19050"/>
                <a:gd name="connsiteY10" fmla="*/ 8706 h 19050"/>
                <a:gd name="connsiteX11" fmla="*/ 16488 w 19050"/>
                <a:gd name="connsiteY11" fmla="*/ 9001 h 19050"/>
                <a:gd name="connsiteX12" fmla="*/ 16307 w 19050"/>
                <a:gd name="connsiteY12" fmla="*/ 9096 h 19050"/>
                <a:gd name="connsiteX13" fmla="*/ 16145 w 19050"/>
                <a:gd name="connsiteY13" fmla="*/ 9135 h 19050"/>
                <a:gd name="connsiteX14" fmla="*/ 16078 w 19050"/>
                <a:gd name="connsiteY14" fmla="*/ 9154 h 19050"/>
                <a:gd name="connsiteX15" fmla="*/ 16059 w 19050"/>
                <a:gd name="connsiteY15" fmla="*/ 9173 h 19050"/>
                <a:gd name="connsiteX16" fmla="*/ 16021 w 19050"/>
                <a:gd name="connsiteY16" fmla="*/ 9182 h 19050"/>
                <a:gd name="connsiteX17" fmla="*/ 15888 w 19050"/>
                <a:gd name="connsiteY17" fmla="*/ 9201 h 19050"/>
                <a:gd name="connsiteX18" fmla="*/ 15764 w 19050"/>
                <a:gd name="connsiteY18" fmla="*/ 9211 h 19050"/>
                <a:gd name="connsiteX19" fmla="*/ 15631 w 19050"/>
                <a:gd name="connsiteY19" fmla="*/ 9220 h 19050"/>
                <a:gd name="connsiteX20" fmla="*/ 15593 w 19050"/>
                <a:gd name="connsiteY20" fmla="*/ 9220 h 19050"/>
                <a:gd name="connsiteX21" fmla="*/ 15593 w 19050"/>
                <a:gd name="connsiteY21" fmla="*/ 9220 h 19050"/>
                <a:gd name="connsiteX22" fmla="*/ 15516 w 19050"/>
                <a:gd name="connsiteY22" fmla="*/ 9220 h 19050"/>
                <a:gd name="connsiteX23" fmla="*/ 15373 w 19050"/>
                <a:gd name="connsiteY23" fmla="*/ 9211 h 19050"/>
                <a:gd name="connsiteX24" fmla="*/ 15192 w 19050"/>
                <a:gd name="connsiteY24" fmla="*/ 9192 h 19050"/>
                <a:gd name="connsiteX25" fmla="*/ 15154 w 19050"/>
                <a:gd name="connsiteY25" fmla="*/ 9173 h 19050"/>
                <a:gd name="connsiteX26" fmla="*/ 15088 w 19050"/>
                <a:gd name="connsiteY26" fmla="*/ 9154 h 19050"/>
                <a:gd name="connsiteX27" fmla="*/ 14983 w 19050"/>
                <a:gd name="connsiteY27" fmla="*/ 9135 h 19050"/>
                <a:gd name="connsiteX28" fmla="*/ 14707 w 19050"/>
                <a:gd name="connsiteY28" fmla="*/ 9001 h 19050"/>
                <a:gd name="connsiteX29" fmla="*/ 11640 w 19050"/>
                <a:gd name="connsiteY29" fmla="*/ 7144 h 19050"/>
                <a:gd name="connsiteX30" fmla="*/ 11602 w 19050"/>
                <a:gd name="connsiteY30" fmla="*/ 8277 h 19050"/>
                <a:gd name="connsiteX31" fmla="*/ 11230 w 19050"/>
                <a:gd name="connsiteY31" fmla="*/ 8801 h 19050"/>
                <a:gd name="connsiteX32" fmla="*/ 7144 w 19050"/>
                <a:gd name="connsiteY32" fmla="*/ 11173 h 19050"/>
                <a:gd name="connsiteX33" fmla="*/ 7373 w 19050"/>
                <a:gd name="connsiteY33" fmla="*/ 11382 h 19050"/>
                <a:gd name="connsiteX34" fmla="*/ 13211 w 19050"/>
                <a:gd name="connsiteY34" fmla="*/ 14916 h 19050"/>
                <a:gd name="connsiteX35" fmla="*/ 13573 w 19050"/>
                <a:gd name="connsiteY35" fmla="*/ 15059 h 19050"/>
                <a:gd name="connsiteX36" fmla="*/ 13640 w 19050"/>
                <a:gd name="connsiteY36" fmla="*/ 15088 h 19050"/>
                <a:gd name="connsiteX37" fmla="*/ 14069 w 19050"/>
                <a:gd name="connsiteY37" fmla="*/ 15135 h 19050"/>
                <a:gd name="connsiteX38" fmla="*/ 14088 w 19050"/>
                <a:gd name="connsiteY38" fmla="*/ 15135 h 19050"/>
                <a:gd name="connsiteX39" fmla="*/ 14535 w 19050"/>
                <a:gd name="connsiteY39" fmla="*/ 15088 h 19050"/>
                <a:gd name="connsiteX40" fmla="*/ 14554 w 19050"/>
                <a:gd name="connsiteY40" fmla="*/ 15088 h 19050"/>
                <a:gd name="connsiteX41" fmla="*/ 14964 w 19050"/>
                <a:gd name="connsiteY41" fmla="*/ 14916 h 19050"/>
                <a:gd name="connsiteX42" fmla="*/ 19669 w 19050"/>
                <a:gd name="connsiteY42" fmla="*/ 12202 h 19050"/>
                <a:gd name="connsiteX43" fmla="*/ 19803 w 19050"/>
                <a:gd name="connsiteY43" fmla="*/ 12078 h 19050"/>
                <a:gd name="connsiteX44" fmla="*/ 17297 w 19050"/>
                <a:gd name="connsiteY44" fmla="*/ 10563 h 19050"/>
                <a:gd name="connsiteX45" fmla="*/ 17297 w 19050"/>
                <a:gd name="connsiteY45" fmla="*/ 105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97" y="10563"/>
                  </a:moveTo>
                  <a:cubicBezTo>
                    <a:pt x="17231" y="10506"/>
                    <a:pt x="17183" y="10478"/>
                    <a:pt x="17136" y="10439"/>
                  </a:cubicBezTo>
                  <a:cubicBezTo>
                    <a:pt x="17107" y="10411"/>
                    <a:pt x="17088" y="10373"/>
                    <a:pt x="17059" y="10344"/>
                  </a:cubicBezTo>
                  <a:lnTo>
                    <a:pt x="17040" y="10316"/>
                  </a:lnTo>
                  <a:lnTo>
                    <a:pt x="17040" y="10306"/>
                  </a:lnTo>
                  <a:cubicBezTo>
                    <a:pt x="17021" y="10296"/>
                    <a:pt x="17021" y="10287"/>
                    <a:pt x="17012" y="10278"/>
                  </a:cubicBezTo>
                  <a:cubicBezTo>
                    <a:pt x="17002" y="10249"/>
                    <a:pt x="16983" y="10230"/>
                    <a:pt x="16983" y="10201"/>
                  </a:cubicBezTo>
                  <a:cubicBezTo>
                    <a:pt x="16974" y="10182"/>
                    <a:pt x="16974" y="10154"/>
                    <a:pt x="16954" y="10096"/>
                  </a:cubicBezTo>
                  <a:lnTo>
                    <a:pt x="16954" y="10049"/>
                  </a:lnTo>
                  <a:lnTo>
                    <a:pt x="16954" y="10040"/>
                  </a:lnTo>
                  <a:lnTo>
                    <a:pt x="17012" y="8706"/>
                  </a:lnTo>
                  <a:lnTo>
                    <a:pt x="16488" y="9001"/>
                  </a:lnTo>
                  <a:cubicBezTo>
                    <a:pt x="16431" y="9030"/>
                    <a:pt x="16374" y="9058"/>
                    <a:pt x="16307" y="9096"/>
                  </a:cubicBezTo>
                  <a:cubicBezTo>
                    <a:pt x="16259" y="9106"/>
                    <a:pt x="16202" y="9135"/>
                    <a:pt x="16145" y="9135"/>
                  </a:cubicBezTo>
                  <a:cubicBezTo>
                    <a:pt x="16126" y="9154"/>
                    <a:pt x="16097" y="9154"/>
                    <a:pt x="16078" y="9154"/>
                  </a:cubicBezTo>
                  <a:lnTo>
                    <a:pt x="16059" y="9173"/>
                  </a:lnTo>
                  <a:cubicBezTo>
                    <a:pt x="16040" y="9173"/>
                    <a:pt x="16031" y="9173"/>
                    <a:pt x="16021" y="9182"/>
                  </a:cubicBezTo>
                  <a:cubicBezTo>
                    <a:pt x="15973" y="9192"/>
                    <a:pt x="15926" y="9192"/>
                    <a:pt x="15888" y="9201"/>
                  </a:cubicBezTo>
                  <a:cubicBezTo>
                    <a:pt x="15850" y="9201"/>
                    <a:pt x="15812" y="9211"/>
                    <a:pt x="15764" y="9211"/>
                  </a:cubicBezTo>
                  <a:cubicBezTo>
                    <a:pt x="15726" y="9220"/>
                    <a:pt x="15678" y="9220"/>
                    <a:pt x="15631" y="9220"/>
                  </a:cubicBezTo>
                  <a:cubicBezTo>
                    <a:pt x="15621" y="9220"/>
                    <a:pt x="15612" y="9220"/>
                    <a:pt x="15593" y="9220"/>
                  </a:cubicBezTo>
                  <a:lnTo>
                    <a:pt x="15593" y="9220"/>
                  </a:lnTo>
                  <a:cubicBezTo>
                    <a:pt x="15564" y="9220"/>
                    <a:pt x="15535" y="9220"/>
                    <a:pt x="15516" y="9220"/>
                  </a:cubicBezTo>
                  <a:cubicBezTo>
                    <a:pt x="15459" y="9220"/>
                    <a:pt x="15412" y="9220"/>
                    <a:pt x="15373" y="9211"/>
                  </a:cubicBezTo>
                  <a:cubicBezTo>
                    <a:pt x="15316" y="9201"/>
                    <a:pt x="15259" y="9201"/>
                    <a:pt x="15192" y="9192"/>
                  </a:cubicBezTo>
                  <a:cubicBezTo>
                    <a:pt x="15192" y="9192"/>
                    <a:pt x="15164" y="9182"/>
                    <a:pt x="15154" y="9173"/>
                  </a:cubicBezTo>
                  <a:cubicBezTo>
                    <a:pt x="15126" y="9173"/>
                    <a:pt x="15116" y="9154"/>
                    <a:pt x="15088" y="9154"/>
                  </a:cubicBezTo>
                  <a:cubicBezTo>
                    <a:pt x="15050" y="9154"/>
                    <a:pt x="15012" y="9135"/>
                    <a:pt x="14983" y="9135"/>
                  </a:cubicBezTo>
                  <a:cubicBezTo>
                    <a:pt x="14878" y="9096"/>
                    <a:pt x="14783" y="9049"/>
                    <a:pt x="14707" y="9001"/>
                  </a:cubicBezTo>
                  <a:lnTo>
                    <a:pt x="11640" y="7144"/>
                  </a:lnTo>
                  <a:lnTo>
                    <a:pt x="11602" y="8277"/>
                  </a:lnTo>
                  <a:cubicBezTo>
                    <a:pt x="11592" y="8477"/>
                    <a:pt x="11468" y="8658"/>
                    <a:pt x="11230" y="8801"/>
                  </a:cubicBezTo>
                  <a:lnTo>
                    <a:pt x="7144" y="11173"/>
                  </a:lnTo>
                  <a:cubicBezTo>
                    <a:pt x="7191" y="11239"/>
                    <a:pt x="7268" y="11325"/>
                    <a:pt x="7373" y="11382"/>
                  </a:cubicBezTo>
                  <a:lnTo>
                    <a:pt x="13211" y="14916"/>
                  </a:lnTo>
                  <a:cubicBezTo>
                    <a:pt x="13326" y="14983"/>
                    <a:pt x="13449" y="15030"/>
                    <a:pt x="13573" y="15059"/>
                  </a:cubicBezTo>
                  <a:cubicBezTo>
                    <a:pt x="13602" y="15088"/>
                    <a:pt x="13621" y="15088"/>
                    <a:pt x="13640" y="15088"/>
                  </a:cubicBezTo>
                  <a:cubicBezTo>
                    <a:pt x="13783" y="15116"/>
                    <a:pt x="13916" y="15135"/>
                    <a:pt x="14069" y="15135"/>
                  </a:cubicBezTo>
                  <a:lnTo>
                    <a:pt x="14088" y="15135"/>
                  </a:lnTo>
                  <a:cubicBezTo>
                    <a:pt x="14240" y="15135"/>
                    <a:pt x="14383" y="15126"/>
                    <a:pt x="14535" y="15088"/>
                  </a:cubicBezTo>
                  <a:lnTo>
                    <a:pt x="14554" y="15088"/>
                  </a:lnTo>
                  <a:cubicBezTo>
                    <a:pt x="14697" y="15040"/>
                    <a:pt x="14840" y="14983"/>
                    <a:pt x="14964" y="14916"/>
                  </a:cubicBezTo>
                  <a:lnTo>
                    <a:pt x="19669" y="12202"/>
                  </a:lnTo>
                  <a:cubicBezTo>
                    <a:pt x="19726" y="12154"/>
                    <a:pt x="19755" y="12125"/>
                    <a:pt x="19803" y="12078"/>
                  </a:cubicBezTo>
                  <a:lnTo>
                    <a:pt x="17297" y="10563"/>
                  </a:lnTo>
                  <a:cubicBezTo>
                    <a:pt x="17307" y="10573"/>
                    <a:pt x="17307" y="10573"/>
                    <a:pt x="17297" y="10563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DC0398A-7430-48C0-82C3-D7FC6D2FB7DD}"/>
                </a:ext>
              </a:extLst>
            </p:cNvPr>
            <p:cNvSpPr/>
            <p:nvPr/>
          </p:nvSpPr>
          <p:spPr>
            <a:xfrm>
              <a:off x="5142119" y="5352255"/>
              <a:ext cx="19050" cy="19050"/>
            </a:xfrm>
            <a:custGeom>
              <a:avLst/>
              <a:gdLst>
                <a:gd name="connsiteX0" fmla="*/ 17269 w 19050"/>
                <a:gd name="connsiteY0" fmla="*/ 10544 h 19050"/>
                <a:gd name="connsiteX1" fmla="*/ 17107 w 19050"/>
                <a:gd name="connsiteY1" fmla="*/ 10411 h 19050"/>
                <a:gd name="connsiteX2" fmla="*/ 17050 w 19050"/>
                <a:gd name="connsiteY2" fmla="*/ 10335 h 19050"/>
                <a:gd name="connsiteX3" fmla="*/ 17021 w 19050"/>
                <a:gd name="connsiteY3" fmla="*/ 10306 h 19050"/>
                <a:gd name="connsiteX4" fmla="*/ 17021 w 19050"/>
                <a:gd name="connsiteY4" fmla="*/ 10296 h 19050"/>
                <a:gd name="connsiteX5" fmla="*/ 16993 w 19050"/>
                <a:gd name="connsiteY5" fmla="*/ 10258 h 19050"/>
                <a:gd name="connsiteX6" fmla="*/ 16964 w 19050"/>
                <a:gd name="connsiteY6" fmla="*/ 10182 h 19050"/>
                <a:gd name="connsiteX7" fmla="*/ 16945 w 19050"/>
                <a:gd name="connsiteY7" fmla="*/ 10106 h 19050"/>
                <a:gd name="connsiteX8" fmla="*/ 16945 w 19050"/>
                <a:gd name="connsiteY8" fmla="*/ 10040 h 19050"/>
                <a:gd name="connsiteX9" fmla="*/ 16945 w 19050"/>
                <a:gd name="connsiteY9" fmla="*/ 10030 h 19050"/>
                <a:gd name="connsiteX10" fmla="*/ 16983 w 19050"/>
                <a:gd name="connsiteY10" fmla="*/ 8715 h 19050"/>
                <a:gd name="connsiteX11" fmla="*/ 16497 w 19050"/>
                <a:gd name="connsiteY11" fmla="*/ 9001 h 19050"/>
                <a:gd name="connsiteX12" fmla="*/ 16326 w 19050"/>
                <a:gd name="connsiteY12" fmla="*/ 9087 h 19050"/>
                <a:gd name="connsiteX13" fmla="*/ 16155 w 19050"/>
                <a:gd name="connsiteY13" fmla="*/ 9135 h 19050"/>
                <a:gd name="connsiteX14" fmla="*/ 16088 w 19050"/>
                <a:gd name="connsiteY14" fmla="*/ 9163 h 19050"/>
                <a:gd name="connsiteX15" fmla="*/ 16069 w 19050"/>
                <a:gd name="connsiteY15" fmla="*/ 9163 h 19050"/>
                <a:gd name="connsiteX16" fmla="*/ 16021 w 19050"/>
                <a:gd name="connsiteY16" fmla="*/ 9182 h 19050"/>
                <a:gd name="connsiteX17" fmla="*/ 15897 w 19050"/>
                <a:gd name="connsiteY17" fmla="*/ 9201 h 19050"/>
                <a:gd name="connsiteX18" fmla="*/ 15773 w 19050"/>
                <a:gd name="connsiteY18" fmla="*/ 9220 h 19050"/>
                <a:gd name="connsiteX19" fmla="*/ 15650 w 19050"/>
                <a:gd name="connsiteY19" fmla="*/ 9220 h 19050"/>
                <a:gd name="connsiteX20" fmla="*/ 15612 w 19050"/>
                <a:gd name="connsiteY20" fmla="*/ 9220 h 19050"/>
                <a:gd name="connsiteX21" fmla="*/ 15592 w 19050"/>
                <a:gd name="connsiteY21" fmla="*/ 9220 h 19050"/>
                <a:gd name="connsiteX22" fmla="*/ 15516 w 19050"/>
                <a:gd name="connsiteY22" fmla="*/ 9220 h 19050"/>
                <a:gd name="connsiteX23" fmla="*/ 15383 w 19050"/>
                <a:gd name="connsiteY23" fmla="*/ 9220 h 19050"/>
                <a:gd name="connsiteX24" fmla="*/ 15202 w 19050"/>
                <a:gd name="connsiteY24" fmla="*/ 9192 h 19050"/>
                <a:gd name="connsiteX25" fmla="*/ 15154 w 19050"/>
                <a:gd name="connsiteY25" fmla="*/ 9163 h 19050"/>
                <a:gd name="connsiteX26" fmla="*/ 15097 w 19050"/>
                <a:gd name="connsiteY26" fmla="*/ 9154 h 19050"/>
                <a:gd name="connsiteX27" fmla="*/ 14992 w 19050"/>
                <a:gd name="connsiteY27" fmla="*/ 9115 h 19050"/>
                <a:gd name="connsiteX28" fmla="*/ 14726 w 19050"/>
                <a:gd name="connsiteY28" fmla="*/ 9011 h 19050"/>
                <a:gd name="connsiteX29" fmla="*/ 11659 w 19050"/>
                <a:gd name="connsiteY29" fmla="*/ 7144 h 19050"/>
                <a:gd name="connsiteX30" fmla="*/ 11611 w 19050"/>
                <a:gd name="connsiteY30" fmla="*/ 8287 h 19050"/>
                <a:gd name="connsiteX31" fmla="*/ 11230 w 19050"/>
                <a:gd name="connsiteY31" fmla="*/ 8801 h 19050"/>
                <a:gd name="connsiteX32" fmla="*/ 7144 w 19050"/>
                <a:gd name="connsiteY32" fmla="*/ 11163 h 19050"/>
                <a:gd name="connsiteX33" fmla="*/ 7353 w 19050"/>
                <a:gd name="connsiteY33" fmla="*/ 11363 h 19050"/>
                <a:gd name="connsiteX34" fmla="*/ 13202 w 19050"/>
                <a:gd name="connsiteY34" fmla="*/ 14897 h 19050"/>
                <a:gd name="connsiteX35" fmla="*/ 13564 w 19050"/>
                <a:gd name="connsiteY35" fmla="*/ 15050 h 19050"/>
                <a:gd name="connsiteX36" fmla="*/ 13630 w 19050"/>
                <a:gd name="connsiteY36" fmla="*/ 15059 h 19050"/>
                <a:gd name="connsiteX37" fmla="*/ 14059 w 19050"/>
                <a:gd name="connsiteY37" fmla="*/ 15116 h 19050"/>
                <a:gd name="connsiteX38" fmla="*/ 14059 w 19050"/>
                <a:gd name="connsiteY38" fmla="*/ 15116 h 19050"/>
                <a:gd name="connsiteX39" fmla="*/ 14516 w 19050"/>
                <a:gd name="connsiteY39" fmla="*/ 15059 h 19050"/>
                <a:gd name="connsiteX40" fmla="*/ 14526 w 19050"/>
                <a:gd name="connsiteY40" fmla="*/ 15059 h 19050"/>
                <a:gd name="connsiteX41" fmla="*/ 14935 w 19050"/>
                <a:gd name="connsiteY41" fmla="*/ 14897 h 19050"/>
                <a:gd name="connsiteX42" fmla="*/ 19641 w 19050"/>
                <a:gd name="connsiteY42" fmla="*/ 12173 h 19050"/>
                <a:gd name="connsiteX43" fmla="*/ 19774 w 19050"/>
                <a:gd name="connsiteY43" fmla="*/ 12068 h 19050"/>
                <a:gd name="connsiteX44" fmla="*/ 17240 w 19050"/>
                <a:gd name="connsiteY44" fmla="*/ 10525 h 19050"/>
                <a:gd name="connsiteX45" fmla="*/ 17269 w 19050"/>
                <a:gd name="connsiteY45" fmla="*/ 10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69" y="10544"/>
                  </a:moveTo>
                  <a:cubicBezTo>
                    <a:pt x="17212" y="10496"/>
                    <a:pt x="17154" y="10468"/>
                    <a:pt x="17107" y="10411"/>
                  </a:cubicBezTo>
                  <a:cubicBezTo>
                    <a:pt x="17088" y="10392"/>
                    <a:pt x="17059" y="10354"/>
                    <a:pt x="17050" y="10335"/>
                  </a:cubicBezTo>
                  <a:cubicBezTo>
                    <a:pt x="17031" y="10316"/>
                    <a:pt x="17021" y="10306"/>
                    <a:pt x="17021" y="10306"/>
                  </a:cubicBezTo>
                  <a:lnTo>
                    <a:pt x="17021" y="10296"/>
                  </a:lnTo>
                  <a:cubicBezTo>
                    <a:pt x="17012" y="10287"/>
                    <a:pt x="17002" y="10278"/>
                    <a:pt x="16993" y="10258"/>
                  </a:cubicBezTo>
                  <a:cubicBezTo>
                    <a:pt x="16983" y="10239"/>
                    <a:pt x="16974" y="10220"/>
                    <a:pt x="16964" y="10182"/>
                  </a:cubicBezTo>
                  <a:cubicBezTo>
                    <a:pt x="16964" y="10154"/>
                    <a:pt x="16945" y="10106"/>
                    <a:pt x="16945" y="10106"/>
                  </a:cubicBezTo>
                  <a:lnTo>
                    <a:pt x="16945" y="10040"/>
                  </a:lnTo>
                  <a:lnTo>
                    <a:pt x="16945" y="10030"/>
                  </a:lnTo>
                  <a:lnTo>
                    <a:pt x="16983" y="8715"/>
                  </a:lnTo>
                  <a:lnTo>
                    <a:pt x="16497" y="9001"/>
                  </a:lnTo>
                  <a:cubicBezTo>
                    <a:pt x="16450" y="9039"/>
                    <a:pt x="16383" y="9058"/>
                    <a:pt x="16326" y="9087"/>
                  </a:cubicBezTo>
                  <a:cubicBezTo>
                    <a:pt x="16269" y="9106"/>
                    <a:pt x="16221" y="9115"/>
                    <a:pt x="16155" y="9135"/>
                  </a:cubicBezTo>
                  <a:cubicBezTo>
                    <a:pt x="16135" y="9154"/>
                    <a:pt x="16107" y="9154"/>
                    <a:pt x="16088" y="9163"/>
                  </a:cubicBezTo>
                  <a:lnTo>
                    <a:pt x="16069" y="9163"/>
                  </a:lnTo>
                  <a:cubicBezTo>
                    <a:pt x="16050" y="9163"/>
                    <a:pt x="16040" y="9182"/>
                    <a:pt x="16021" y="9182"/>
                  </a:cubicBezTo>
                  <a:cubicBezTo>
                    <a:pt x="15993" y="9192"/>
                    <a:pt x="15945" y="9201"/>
                    <a:pt x="15897" y="9201"/>
                  </a:cubicBezTo>
                  <a:cubicBezTo>
                    <a:pt x="15859" y="9201"/>
                    <a:pt x="15821" y="9211"/>
                    <a:pt x="15773" y="9220"/>
                  </a:cubicBezTo>
                  <a:cubicBezTo>
                    <a:pt x="15735" y="9220"/>
                    <a:pt x="15688" y="9220"/>
                    <a:pt x="15650" y="9220"/>
                  </a:cubicBezTo>
                  <a:cubicBezTo>
                    <a:pt x="15650" y="9220"/>
                    <a:pt x="15621" y="9220"/>
                    <a:pt x="15612" y="9220"/>
                  </a:cubicBezTo>
                  <a:lnTo>
                    <a:pt x="15592" y="9220"/>
                  </a:lnTo>
                  <a:cubicBezTo>
                    <a:pt x="15564" y="9220"/>
                    <a:pt x="15516" y="9220"/>
                    <a:pt x="15516" y="9220"/>
                  </a:cubicBezTo>
                  <a:cubicBezTo>
                    <a:pt x="15478" y="9220"/>
                    <a:pt x="15430" y="9220"/>
                    <a:pt x="15383" y="9220"/>
                  </a:cubicBezTo>
                  <a:cubicBezTo>
                    <a:pt x="15326" y="9211"/>
                    <a:pt x="15278" y="9201"/>
                    <a:pt x="15202" y="9192"/>
                  </a:cubicBezTo>
                  <a:cubicBezTo>
                    <a:pt x="15202" y="9192"/>
                    <a:pt x="15183" y="9182"/>
                    <a:pt x="15154" y="9163"/>
                  </a:cubicBezTo>
                  <a:cubicBezTo>
                    <a:pt x="15135" y="9163"/>
                    <a:pt x="15116" y="9163"/>
                    <a:pt x="15097" y="9154"/>
                  </a:cubicBezTo>
                  <a:cubicBezTo>
                    <a:pt x="15059" y="9154"/>
                    <a:pt x="15021" y="9135"/>
                    <a:pt x="14992" y="9115"/>
                  </a:cubicBezTo>
                  <a:cubicBezTo>
                    <a:pt x="14878" y="9087"/>
                    <a:pt x="14792" y="9058"/>
                    <a:pt x="14726" y="9011"/>
                  </a:cubicBezTo>
                  <a:lnTo>
                    <a:pt x="11659" y="7144"/>
                  </a:lnTo>
                  <a:lnTo>
                    <a:pt x="11611" y="8287"/>
                  </a:lnTo>
                  <a:cubicBezTo>
                    <a:pt x="11611" y="8477"/>
                    <a:pt x="11478" y="8658"/>
                    <a:pt x="11230" y="8801"/>
                  </a:cubicBezTo>
                  <a:lnTo>
                    <a:pt x="7144" y="11163"/>
                  </a:lnTo>
                  <a:cubicBezTo>
                    <a:pt x="7201" y="11239"/>
                    <a:pt x="7268" y="11316"/>
                    <a:pt x="7353" y="11363"/>
                  </a:cubicBezTo>
                  <a:lnTo>
                    <a:pt x="13202" y="14897"/>
                  </a:lnTo>
                  <a:cubicBezTo>
                    <a:pt x="13316" y="14973"/>
                    <a:pt x="13430" y="15012"/>
                    <a:pt x="13564" y="15050"/>
                  </a:cubicBezTo>
                  <a:cubicBezTo>
                    <a:pt x="13583" y="15059"/>
                    <a:pt x="13630" y="15059"/>
                    <a:pt x="13630" y="15059"/>
                  </a:cubicBezTo>
                  <a:cubicBezTo>
                    <a:pt x="13764" y="15107"/>
                    <a:pt x="13907" y="15116"/>
                    <a:pt x="14059" y="15116"/>
                  </a:cubicBezTo>
                  <a:lnTo>
                    <a:pt x="14059" y="15116"/>
                  </a:lnTo>
                  <a:cubicBezTo>
                    <a:pt x="14231" y="15116"/>
                    <a:pt x="14364" y="15107"/>
                    <a:pt x="14516" y="15059"/>
                  </a:cubicBezTo>
                  <a:lnTo>
                    <a:pt x="14526" y="15059"/>
                  </a:lnTo>
                  <a:cubicBezTo>
                    <a:pt x="14688" y="15030"/>
                    <a:pt x="14812" y="14973"/>
                    <a:pt x="14935" y="14897"/>
                  </a:cubicBezTo>
                  <a:lnTo>
                    <a:pt x="19641" y="12173"/>
                  </a:lnTo>
                  <a:cubicBezTo>
                    <a:pt x="19698" y="12144"/>
                    <a:pt x="19726" y="12106"/>
                    <a:pt x="19774" y="12068"/>
                  </a:cubicBezTo>
                  <a:lnTo>
                    <a:pt x="17240" y="10525"/>
                  </a:lnTo>
                  <a:lnTo>
                    <a:pt x="17269" y="10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2C46A07-F168-43E8-BF81-422FF870D511}"/>
                </a:ext>
              </a:extLst>
            </p:cNvPr>
            <p:cNvSpPr/>
            <p:nvPr/>
          </p:nvSpPr>
          <p:spPr>
            <a:xfrm>
              <a:off x="5150483" y="5357323"/>
              <a:ext cx="19050" cy="19050"/>
            </a:xfrm>
            <a:custGeom>
              <a:avLst/>
              <a:gdLst>
                <a:gd name="connsiteX0" fmla="*/ 17278 w 19050"/>
                <a:gd name="connsiteY0" fmla="*/ 10535 h 19050"/>
                <a:gd name="connsiteX1" fmla="*/ 17126 w 19050"/>
                <a:gd name="connsiteY1" fmla="*/ 10420 h 19050"/>
                <a:gd name="connsiteX2" fmla="*/ 17050 w 19050"/>
                <a:gd name="connsiteY2" fmla="*/ 10335 h 19050"/>
                <a:gd name="connsiteX3" fmla="*/ 17040 w 19050"/>
                <a:gd name="connsiteY3" fmla="*/ 10306 h 19050"/>
                <a:gd name="connsiteX4" fmla="*/ 17031 w 19050"/>
                <a:gd name="connsiteY4" fmla="*/ 10287 h 19050"/>
                <a:gd name="connsiteX5" fmla="*/ 17011 w 19050"/>
                <a:gd name="connsiteY5" fmla="*/ 10249 h 19050"/>
                <a:gd name="connsiteX6" fmla="*/ 16973 w 19050"/>
                <a:gd name="connsiteY6" fmla="*/ 10192 h 19050"/>
                <a:gd name="connsiteX7" fmla="*/ 16954 w 19050"/>
                <a:gd name="connsiteY7" fmla="*/ 10115 h 19050"/>
                <a:gd name="connsiteX8" fmla="*/ 16954 w 19050"/>
                <a:gd name="connsiteY8" fmla="*/ 10039 h 19050"/>
                <a:gd name="connsiteX9" fmla="*/ 16954 w 19050"/>
                <a:gd name="connsiteY9" fmla="*/ 10020 h 19050"/>
                <a:gd name="connsiteX10" fmla="*/ 17002 w 19050"/>
                <a:gd name="connsiteY10" fmla="*/ 8706 h 19050"/>
                <a:gd name="connsiteX11" fmla="*/ 16507 w 19050"/>
                <a:gd name="connsiteY11" fmla="*/ 8992 h 19050"/>
                <a:gd name="connsiteX12" fmla="*/ 16316 w 19050"/>
                <a:gd name="connsiteY12" fmla="*/ 9077 h 19050"/>
                <a:gd name="connsiteX13" fmla="*/ 16154 w 19050"/>
                <a:gd name="connsiteY13" fmla="*/ 9144 h 19050"/>
                <a:gd name="connsiteX14" fmla="*/ 16088 w 19050"/>
                <a:gd name="connsiteY14" fmla="*/ 9163 h 19050"/>
                <a:gd name="connsiteX15" fmla="*/ 16068 w 19050"/>
                <a:gd name="connsiteY15" fmla="*/ 9163 h 19050"/>
                <a:gd name="connsiteX16" fmla="*/ 16021 w 19050"/>
                <a:gd name="connsiteY16" fmla="*/ 9172 h 19050"/>
                <a:gd name="connsiteX17" fmla="*/ 15907 w 19050"/>
                <a:gd name="connsiteY17" fmla="*/ 9192 h 19050"/>
                <a:gd name="connsiteX18" fmla="*/ 15783 w 19050"/>
                <a:gd name="connsiteY18" fmla="*/ 9201 h 19050"/>
                <a:gd name="connsiteX19" fmla="*/ 15649 w 19050"/>
                <a:gd name="connsiteY19" fmla="*/ 9210 h 19050"/>
                <a:gd name="connsiteX20" fmla="*/ 15611 w 19050"/>
                <a:gd name="connsiteY20" fmla="*/ 9210 h 19050"/>
                <a:gd name="connsiteX21" fmla="*/ 15592 w 19050"/>
                <a:gd name="connsiteY21" fmla="*/ 9210 h 19050"/>
                <a:gd name="connsiteX22" fmla="*/ 15516 w 19050"/>
                <a:gd name="connsiteY22" fmla="*/ 9210 h 19050"/>
                <a:gd name="connsiteX23" fmla="*/ 15383 w 19050"/>
                <a:gd name="connsiteY23" fmla="*/ 9201 h 19050"/>
                <a:gd name="connsiteX24" fmla="*/ 15192 w 19050"/>
                <a:gd name="connsiteY24" fmla="*/ 9172 h 19050"/>
                <a:gd name="connsiteX25" fmla="*/ 15164 w 19050"/>
                <a:gd name="connsiteY25" fmla="*/ 9163 h 19050"/>
                <a:gd name="connsiteX26" fmla="*/ 15087 w 19050"/>
                <a:gd name="connsiteY26" fmla="*/ 9144 h 19050"/>
                <a:gd name="connsiteX27" fmla="*/ 14983 w 19050"/>
                <a:gd name="connsiteY27" fmla="*/ 9125 h 19050"/>
                <a:gd name="connsiteX28" fmla="*/ 14726 w 19050"/>
                <a:gd name="connsiteY28" fmla="*/ 9001 h 19050"/>
                <a:gd name="connsiteX29" fmla="*/ 11659 w 19050"/>
                <a:gd name="connsiteY29" fmla="*/ 7144 h 19050"/>
                <a:gd name="connsiteX30" fmla="*/ 11630 w 19050"/>
                <a:gd name="connsiteY30" fmla="*/ 8268 h 19050"/>
                <a:gd name="connsiteX31" fmla="*/ 11230 w 19050"/>
                <a:gd name="connsiteY31" fmla="*/ 8801 h 19050"/>
                <a:gd name="connsiteX32" fmla="*/ 7144 w 19050"/>
                <a:gd name="connsiteY32" fmla="*/ 11163 h 19050"/>
                <a:gd name="connsiteX33" fmla="*/ 7372 w 19050"/>
                <a:gd name="connsiteY33" fmla="*/ 11363 h 19050"/>
                <a:gd name="connsiteX34" fmla="*/ 13211 w 19050"/>
                <a:gd name="connsiteY34" fmla="*/ 14907 h 19050"/>
                <a:gd name="connsiteX35" fmla="*/ 13573 w 19050"/>
                <a:gd name="connsiteY35" fmla="*/ 15049 h 19050"/>
                <a:gd name="connsiteX36" fmla="*/ 13640 w 19050"/>
                <a:gd name="connsiteY36" fmla="*/ 15078 h 19050"/>
                <a:gd name="connsiteX37" fmla="*/ 14059 w 19050"/>
                <a:gd name="connsiteY37" fmla="*/ 15116 h 19050"/>
                <a:gd name="connsiteX38" fmla="*/ 14068 w 19050"/>
                <a:gd name="connsiteY38" fmla="*/ 15116 h 19050"/>
                <a:gd name="connsiteX39" fmla="*/ 14526 w 19050"/>
                <a:gd name="connsiteY39" fmla="*/ 15078 h 19050"/>
                <a:gd name="connsiteX40" fmla="*/ 14535 w 19050"/>
                <a:gd name="connsiteY40" fmla="*/ 15059 h 19050"/>
                <a:gd name="connsiteX41" fmla="*/ 14954 w 19050"/>
                <a:gd name="connsiteY41" fmla="*/ 14907 h 19050"/>
                <a:gd name="connsiteX42" fmla="*/ 19669 w 19050"/>
                <a:gd name="connsiteY42" fmla="*/ 12173 h 19050"/>
                <a:gd name="connsiteX43" fmla="*/ 19783 w 19050"/>
                <a:gd name="connsiteY43" fmla="*/ 12059 h 19050"/>
                <a:gd name="connsiteX44" fmla="*/ 17250 w 19050"/>
                <a:gd name="connsiteY44" fmla="*/ 10535 h 19050"/>
                <a:gd name="connsiteX45" fmla="*/ 17278 w 19050"/>
                <a:gd name="connsiteY45" fmla="*/ 105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35"/>
                  </a:moveTo>
                  <a:cubicBezTo>
                    <a:pt x="17221" y="10496"/>
                    <a:pt x="17173" y="10458"/>
                    <a:pt x="17126" y="10420"/>
                  </a:cubicBezTo>
                  <a:cubicBezTo>
                    <a:pt x="17107" y="10392"/>
                    <a:pt x="17078" y="10363"/>
                    <a:pt x="17050" y="10335"/>
                  </a:cubicBezTo>
                  <a:lnTo>
                    <a:pt x="17040" y="10306"/>
                  </a:lnTo>
                  <a:lnTo>
                    <a:pt x="17031" y="10287"/>
                  </a:lnTo>
                  <a:cubicBezTo>
                    <a:pt x="17021" y="10277"/>
                    <a:pt x="17011" y="10268"/>
                    <a:pt x="17011" y="10249"/>
                  </a:cubicBezTo>
                  <a:cubicBezTo>
                    <a:pt x="16993" y="10230"/>
                    <a:pt x="16983" y="10211"/>
                    <a:pt x="16973" y="10192"/>
                  </a:cubicBezTo>
                  <a:cubicBezTo>
                    <a:pt x="16973" y="10153"/>
                    <a:pt x="16954" y="10115"/>
                    <a:pt x="16954" y="10115"/>
                  </a:cubicBezTo>
                  <a:lnTo>
                    <a:pt x="16954" y="10039"/>
                  </a:lnTo>
                  <a:lnTo>
                    <a:pt x="16954" y="10020"/>
                  </a:lnTo>
                  <a:lnTo>
                    <a:pt x="17002" y="8706"/>
                  </a:lnTo>
                  <a:lnTo>
                    <a:pt x="16507" y="8992"/>
                  </a:lnTo>
                  <a:cubicBezTo>
                    <a:pt x="16450" y="9020"/>
                    <a:pt x="16383" y="9058"/>
                    <a:pt x="16316" y="9077"/>
                  </a:cubicBezTo>
                  <a:cubicBezTo>
                    <a:pt x="16259" y="9106"/>
                    <a:pt x="16212" y="9125"/>
                    <a:pt x="16154" y="9144"/>
                  </a:cubicBezTo>
                  <a:cubicBezTo>
                    <a:pt x="16135" y="9144"/>
                    <a:pt x="16107" y="9144"/>
                    <a:pt x="16088" y="9163"/>
                  </a:cubicBezTo>
                  <a:lnTo>
                    <a:pt x="16068" y="9163"/>
                  </a:lnTo>
                  <a:cubicBezTo>
                    <a:pt x="16050" y="9163"/>
                    <a:pt x="16040" y="9172"/>
                    <a:pt x="16021" y="9172"/>
                  </a:cubicBezTo>
                  <a:cubicBezTo>
                    <a:pt x="15983" y="9182"/>
                    <a:pt x="15945" y="9182"/>
                    <a:pt x="15907" y="9192"/>
                  </a:cubicBezTo>
                  <a:cubicBezTo>
                    <a:pt x="15859" y="9192"/>
                    <a:pt x="15811" y="9201"/>
                    <a:pt x="15783" y="9201"/>
                  </a:cubicBezTo>
                  <a:cubicBezTo>
                    <a:pt x="15726" y="9201"/>
                    <a:pt x="15687" y="9210"/>
                    <a:pt x="15649" y="9210"/>
                  </a:cubicBezTo>
                  <a:cubicBezTo>
                    <a:pt x="15630" y="9210"/>
                    <a:pt x="15611" y="9210"/>
                    <a:pt x="15611" y="9210"/>
                  </a:cubicBezTo>
                  <a:lnTo>
                    <a:pt x="15592" y="9210"/>
                  </a:lnTo>
                  <a:cubicBezTo>
                    <a:pt x="15573" y="9210"/>
                    <a:pt x="15535" y="9210"/>
                    <a:pt x="15516" y="9210"/>
                  </a:cubicBezTo>
                  <a:cubicBezTo>
                    <a:pt x="15478" y="9210"/>
                    <a:pt x="15421" y="9201"/>
                    <a:pt x="15383" y="9201"/>
                  </a:cubicBezTo>
                  <a:cubicBezTo>
                    <a:pt x="15326" y="9201"/>
                    <a:pt x="15269" y="9192"/>
                    <a:pt x="15192" y="9172"/>
                  </a:cubicBezTo>
                  <a:cubicBezTo>
                    <a:pt x="15192" y="9172"/>
                    <a:pt x="15173" y="9172"/>
                    <a:pt x="15164" y="9163"/>
                  </a:cubicBezTo>
                  <a:cubicBezTo>
                    <a:pt x="15135" y="9163"/>
                    <a:pt x="15116" y="9163"/>
                    <a:pt x="15087" y="9144"/>
                  </a:cubicBezTo>
                  <a:cubicBezTo>
                    <a:pt x="15059" y="9144"/>
                    <a:pt x="15021" y="9125"/>
                    <a:pt x="14983" y="9125"/>
                  </a:cubicBezTo>
                  <a:cubicBezTo>
                    <a:pt x="14887" y="9087"/>
                    <a:pt x="14802" y="9039"/>
                    <a:pt x="14726" y="9001"/>
                  </a:cubicBezTo>
                  <a:lnTo>
                    <a:pt x="11659" y="7144"/>
                  </a:lnTo>
                  <a:lnTo>
                    <a:pt x="11630" y="8268"/>
                  </a:lnTo>
                  <a:cubicBezTo>
                    <a:pt x="11621" y="8468"/>
                    <a:pt x="11477" y="8649"/>
                    <a:pt x="11230" y="8801"/>
                  </a:cubicBezTo>
                  <a:lnTo>
                    <a:pt x="7144" y="11163"/>
                  </a:lnTo>
                  <a:cubicBezTo>
                    <a:pt x="7201" y="11230"/>
                    <a:pt x="7268" y="11306"/>
                    <a:pt x="7372" y="11363"/>
                  </a:cubicBezTo>
                  <a:lnTo>
                    <a:pt x="13211" y="14907"/>
                  </a:lnTo>
                  <a:cubicBezTo>
                    <a:pt x="13316" y="14973"/>
                    <a:pt x="13430" y="15011"/>
                    <a:pt x="13573" y="15049"/>
                  </a:cubicBezTo>
                  <a:cubicBezTo>
                    <a:pt x="13601" y="15059"/>
                    <a:pt x="13640" y="15078"/>
                    <a:pt x="13640" y="15078"/>
                  </a:cubicBezTo>
                  <a:cubicBezTo>
                    <a:pt x="13773" y="15107"/>
                    <a:pt x="13916" y="15116"/>
                    <a:pt x="14059" y="15116"/>
                  </a:cubicBezTo>
                  <a:lnTo>
                    <a:pt x="14068" y="15116"/>
                  </a:lnTo>
                  <a:cubicBezTo>
                    <a:pt x="14221" y="15116"/>
                    <a:pt x="14373" y="15107"/>
                    <a:pt x="14526" y="15078"/>
                  </a:cubicBezTo>
                  <a:lnTo>
                    <a:pt x="14535" y="15059"/>
                  </a:lnTo>
                  <a:cubicBezTo>
                    <a:pt x="14687" y="15011"/>
                    <a:pt x="14830" y="14973"/>
                    <a:pt x="14954" y="14907"/>
                  </a:cubicBezTo>
                  <a:lnTo>
                    <a:pt x="19669" y="12173"/>
                  </a:lnTo>
                  <a:cubicBezTo>
                    <a:pt x="19717" y="12135"/>
                    <a:pt x="19736" y="12097"/>
                    <a:pt x="19783" y="12059"/>
                  </a:cubicBezTo>
                  <a:lnTo>
                    <a:pt x="17250" y="10535"/>
                  </a:lnTo>
                  <a:lnTo>
                    <a:pt x="17278" y="1053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F1EF2D6-1CFE-46EB-BBE1-B048A3540191}"/>
                </a:ext>
              </a:extLst>
            </p:cNvPr>
            <p:cNvSpPr/>
            <p:nvPr/>
          </p:nvSpPr>
          <p:spPr>
            <a:xfrm>
              <a:off x="5158855" y="5362390"/>
              <a:ext cx="19050" cy="19050"/>
            </a:xfrm>
            <a:custGeom>
              <a:avLst/>
              <a:gdLst>
                <a:gd name="connsiteX0" fmla="*/ 17278 w 19050"/>
                <a:gd name="connsiteY0" fmla="*/ 10525 h 19050"/>
                <a:gd name="connsiteX1" fmla="*/ 17116 w 19050"/>
                <a:gd name="connsiteY1" fmla="*/ 10421 h 19050"/>
                <a:gd name="connsiteX2" fmla="*/ 17050 w 19050"/>
                <a:gd name="connsiteY2" fmla="*/ 10325 h 19050"/>
                <a:gd name="connsiteX3" fmla="*/ 17031 w 19050"/>
                <a:gd name="connsiteY3" fmla="*/ 10297 h 19050"/>
                <a:gd name="connsiteX4" fmla="*/ 17031 w 19050"/>
                <a:gd name="connsiteY4" fmla="*/ 10287 h 19050"/>
                <a:gd name="connsiteX5" fmla="*/ 16993 w 19050"/>
                <a:gd name="connsiteY5" fmla="*/ 10258 h 19050"/>
                <a:gd name="connsiteX6" fmla="*/ 16964 w 19050"/>
                <a:gd name="connsiteY6" fmla="*/ 10163 h 19050"/>
                <a:gd name="connsiteX7" fmla="*/ 16945 w 19050"/>
                <a:gd name="connsiteY7" fmla="*/ 10106 h 19050"/>
                <a:gd name="connsiteX8" fmla="*/ 16945 w 19050"/>
                <a:gd name="connsiteY8" fmla="*/ 10040 h 19050"/>
                <a:gd name="connsiteX9" fmla="*/ 16945 w 19050"/>
                <a:gd name="connsiteY9" fmla="*/ 10011 h 19050"/>
                <a:gd name="connsiteX10" fmla="*/ 16993 w 19050"/>
                <a:gd name="connsiteY10" fmla="*/ 8706 h 19050"/>
                <a:gd name="connsiteX11" fmla="*/ 16507 w 19050"/>
                <a:gd name="connsiteY11" fmla="*/ 8992 h 19050"/>
                <a:gd name="connsiteX12" fmla="*/ 16316 w 19050"/>
                <a:gd name="connsiteY12" fmla="*/ 9077 h 19050"/>
                <a:gd name="connsiteX13" fmla="*/ 16154 w 19050"/>
                <a:gd name="connsiteY13" fmla="*/ 9135 h 19050"/>
                <a:gd name="connsiteX14" fmla="*/ 16088 w 19050"/>
                <a:gd name="connsiteY14" fmla="*/ 9163 h 19050"/>
                <a:gd name="connsiteX15" fmla="*/ 16068 w 19050"/>
                <a:gd name="connsiteY15" fmla="*/ 9163 h 19050"/>
                <a:gd name="connsiteX16" fmla="*/ 16021 w 19050"/>
                <a:gd name="connsiteY16" fmla="*/ 9173 h 19050"/>
                <a:gd name="connsiteX17" fmla="*/ 15897 w 19050"/>
                <a:gd name="connsiteY17" fmla="*/ 9201 h 19050"/>
                <a:gd name="connsiteX18" fmla="*/ 15783 w 19050"/>
                <a:gd name="connsiteY18" fmla="*/ 9211 h 19050"/>
                <a:gd name="connsiteX19" fmla="*/ 15649 w 19050"/>
                <a:gd name="connsiteY19" fmla="*/ 9211 h 19050"/>
                <a:gd name="connsiteX20" fmla="*/ 15611 w 19050"/>
                <a:gd name="connsiteY20" fmla="*/ 9211 h 19050"/>
                <a:gd name="connsiteX21" fmla="*/ 15592 w 19050"/>
                <a:gd name="connsiteY21" fmla="*/ 9211 h 19050"/>
                <a:gd name="connsiteX22" fmla="*/ 15516 w 19050"/>
                <a:gd name="connsiteY22" fmla="*/ 9211 h 19050"/>
                <a:gd name="connsiteX23" fmla="*/ 15383 w 19050"/>
                <a:gd name="connsiteY23" fmla="*/ 9201 h 19050"/>
                <a:gd name="connsiteX24" fmla="*/ 15230 w 19050"/>
                <a:gd name="connsiteY24" fmla="*/ 9182 h 19050"/>
                <a:gd name="connsiteX25" fmla="*/ 15164 w 19050"/>
                <a:gd name="connsiteY25" fmla="*/ 9173 h 19050"/>
                <a:gd name="connsiteX26" fmla="*/ 15097 w 19050"/>
                <a:gd name="connsiteY26" fmla="*/ 9154 h 19050"/>
                <a:gd name="connsiteX27" fmla="*/ 14983 w 19050"/>
                <a:gd name="connsiteY27" fmla="*/ 9115 h 19050"/>
                <a:gd name="connsiteX28" fmla="*/ 14735 w 19050"/>
                <a:gd name="connsiteY28" fmla="*/ 9001 h 19050"/>
                <a:gd name="connsiteX29" fmla="*/ 11649 w 19050"/>
                <a:gd name="connsiteY29" fmla="*/ 7144 h 19050"/>
                <a:gd name="connsiteX30" fmla="*/ 11621 w 19050"/>
                <a:gd name="connsiteY30" fmla="*/ 8277 h 19050"/>
                <a:gd name="connsiteX31" fmla="*/ 11239 w 19050"/>
                <a:gd name="connsiteY31" fmla="*/ 8801 h 19050"/>
                <a:gd name="connsiteX32" fmla="*/ 7144 w 19050"/>
                <a:gd name="connsiteY32" fmla="*/ 11154 h 19050"/>
                <a:gd name="connsiteX33" fmla="*/ 7353 w 19050"/>
                <a:gd name="connsiteY33" fmla="*/ 11354 h 19050"/>
                <a:gd name="connsiteX34" fmla="*/ 13202 w 19050"/>
                <a:gd name="connsiteY34" fmla="*/ 14888 h 19050"/>
                <a:gd name="connsiteX35" fmla="*/ 13573 w 19050"/>
                <a:gd name="connsiteY35" fmla="*/ 15040 h 19050"/>
                <a:gd name="connsiteX36" fmla="*/ 13630 w 19050"/>
                <a:gd name="connsiteY36" fmla="*/ 15059 h 19050"/>
                <a:gd name="connsiteX37" fmla="*/ 14059 w 19050"/>
                <a:gd name="connsiteY37" fmla="*/ 15116 h 19050"/>
                <a:gd name="connsiteX38" fmla="*/ 14078 w 19050"/>
                <a:gd name="connsiteY38" fmla="*/ 15116 h 19050"/>
                <a:gd name="connsiteX39" fmla="*/ 14526 w 19050"/>
                <a:gd name="connsiteY39" fmla="*/ 15050 h 19050"/>
                <a:gd name="connsiteX40" fmla="*/ 14535 w 19050"/>
                <a:gd name="connsiteY40" fmla="*/ 15050 h 19050"/>
                <a:gd name="connsiteX41" fmla="*/ 14945 w 19050"/>
                <a:gd name="connsiteY41" fmla="*/ 14888 h 19050"/>
                <a:gd name="connsiteX42" fmla="*/ 19650 w 19050"/>
                <a:gd name="connsiteY42" fmla="*/ 12173 h 19050"/>
                <a:gd name="connsiteX43" fmla="*/ 19783 w 19050"/>
                <a:gd name="connsiteY43" fmla="*/ 12059 h 19050"/>
                <a:gd name="connsiteX44" fmla="*/ 17278 w 19050"/>
                <a:gd name="connsiteY44" fmla="*/ 10525 h 19050"/>
                <a:gd name="connsiteX45" fmla="*/ 17278 w 19050"/>
                <a:gd name="connsiteY45" fmla="*/ 105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78" y="10525"/>
                  </a:moveTo>
                  <a:cubicBezTo>
                    <a:pt x="17221" y="10487"/>
                    <a:pt x="17154" y="10459"/>
                    <a:pt x="17116" y="10421"/>
                  </a:cubicBezTo>
                  <a:cubicBezTo>
                    <a:pt x="17088" y="10373"/>
                    <a:pt x="17069" y="10354"/>
                    <a:pt x="17050" y="10325"/>
                  </a:cubicBezTo>
                  <a:cubicBezTo>
                    <a:pt x="17040" y="10316"/>
                    <a:pt x="17040" y="10306"/>
                    <a:pt x="17031" y="10297"/>
                  </a:cubicBezTo>
                  <a:lnTo>
                    <a:pt x="17031" y="10287"/>
                  </a:lnTo>
                  <a:cubicBezTo>
                    <a:pt x="17021" y="10278"/>
                    <a:pt x="17002" y="10268"/>
                    <a:pt x="16993" y="10258"/>
                  </a:cubicBezTo>
                  <a:cubicBezTo>
                    <a:pt x="16983" y="10230"/>
                    <a:pt x="16973" y="10201"/>
                    <a:pt x="16964" y="10163"/>
                  </a:cubicBezTo>
                  <a:cubicBezTo>
                    <a:pt x="16954" y="10144"/>
                    <a:pt x="16945" y="10106"/>
                    <a:pt x="16945" y="10106"/>
                  </a:cubicBezTo>
                  <a:cubicBezTo>
                    <a:pt x="16945" y="10078"/>
                    <a:pt x="16945" y="10040"/>
                    <a:pt x="16945" y="10040"/>
                  </a:cubicBezTo>
                  <a:lnTo>
                    <a:pt x="16945" y="10011"/>
                  </a:lnTo>
                  <a:lnTo>
                    <a:pt x="16993" y="8706"/>
                  </a:lnTo>
                  <a:lnTo>
                    <a:pt x="16507" y="8992"/>
                  </a:lnTo>
                  <a:cubicBezTo>
                    <a:pt x="16440" y="9020"/>
                    <a:pt x="16383" y="9049"/>
                    <a:pt x="16316" y="9077"/>
                  </a:cubicBezTo>
                  <a:cubicBezTo>
                    <a:pt x="16268" y="9097"/>
                    <a:pt x="16221" y="9106"/>
                    <a:pt x="16154" y="9135"/>
                  </a:cubicBezTo>
                  <a:cubicBezTo>
                    <a:pt x="16145" y="9154"/>
                    <a:pt x="16107" y="9154"/>
                    <a:pt x="16088" y="9163"/>
                  </a:cubicBezTo>
                  <a:lnTo>
                    <a:pt x="16068" y="9163"/>
                  </a:lnTo>
                  <a:cubicBezTo>
                    <a:pt x="16050" y="9173"/>
                    <a:pt x="16040" y="9173"/>
                    <a:pt x="16021" y="9173"/>
                  </a:cubicBezTo>
                  <a:cubicBezTo>
                    <a:pt x="15992" y="9182"/>
                    <a:pt x="15935" y="9192"/>
                    <a:pt x="15897" y="9201"/>
                  </a:cubicBezTo>
                  <a:cubicBezTo>
                    <a:pt x="15859" y="9201"/>
                    <a:pt x="15812" y="9201"/>
                    <a:pt x="15783" y="9211"/>
                  </a:cubicBezTo>
                  <a:cubicBezTo>
                    <a:pt x="15735" y="9211"/>
                    <a:pt x="15697" y="9211"/>
                    <a:pt x="15649" y="9211"/>
                  </a:cubicBezTo>
                  <a:lnTo>
                    <a:pt x="15611" y="9211"/>
                  </a:lnTo>
                  <a:lnTo>
                    <a:pt x="15592" y="9211"/>
                  </a:lnTo>
                  <a:cubicBezTo>
                    <a:pt x="15573" y="9211"/>
                    <a:pt x="15516" y="9211"/>
                    <a:pt x="15516" y="9211"/>
                  </a:cubicBezTo>
                  <a:cubicBezTo>
                    <a:pt x="15478" y="9211"/>
                    <a:pt x="15430" y="9211"/>
                    <a:pt x="15383" y="9201"/>
                  </a:cubicBezTo>
                  <a:cubicBezTo>
                    <a:pt x="15326" y="9201"/>
                    <a:pt x="15269" y="9192"/>
                    <a:pt x="15230" y="9182"/>
                  </a:cubicBezTo>
                  <a:cubicBezTo>
                    <a:pt x="15192" y="9182"/>
                    <a:pt x="15173" y="9173"/>
                    <a:pt x="15164" y="9173"/>
                  </a:cubicBezTo>
                  <a:cubicBezTo>
                    <a:pt x="15135" y="9173"/>
                    <a:pt x="15116" y="9163"/>
                    <a:pt x="15097" y="9154"/>
                  </a:cubicBezTo>
                  <a:cubicBezTo>
                    <a:pt x="15069" y="9135"/>
                    <a:pt x="15021" y="9135"/>
                    <a:pt x="14983" y="9115"/>
                  </a:cubicBezTo>
                  <a:cubicBezTo>
                    <a:pt x="14887" y="9077"/>
                    <a:pt x="14802" y="9049"/>
                    <a:pt x="14735" y="9001"/>
                  </a:cubicBezTo>
                  <a:lnTo>
                    <a:pt x="11649" y="7144"/>
                  </a:lnTo>
                  <a:lnTo>
                    <a:pt x="11621" y="8277"/>
                  </a:lnTo>
                  <a:cubicBezTo>
                    <a:pt x="11611" y="8468"/>
                    <a:pt x="11477" y="8649"/>
                    <a:pt x="11239" y="8801"/>
                  </a:cubicBezTo>
                  <a:lnTo>
                    <a:pt x="7144" y="11154"/>
                  </a:lnTo>
                  <a:cubicBezTo>
                    <a:pt x="7201" y="11240"/>
                    <a:pt x="7268" y="11306"/>
                    <a:pt x="7353" y="11354"/>
                  </a:cubicBezTo>
                  <a:lnTo>
                    <a:pt x="13202" y="14888"/>
                  </a:lnTo>
                  <a:cubicBezTo>
                    <a:pt x="13306" y="14964"/>
                    <a:pt x="13421" y="15012"/>
                    <a:pt x="13573" y="15040"/>
                  </a:cubicBezTo>
                  <a:cubicBezTo>
                    <a:pt x="13583" y="15050"/>
                    <a:pt x="13611" y="15050"/>
                    <a:pt x="13630" y="15059"/>
                  </a:cubicBezTo>
                  <a:cubicBezTo>
                    <a:pt x="13773" y="15088"/>
                    <a:pt x="13916" y="15116"/>
                    <a:pt x="14059" y="15116"/>
                  </a:cubicBezTo>
                  <a:lnTo>
                    <a:pt x="14078" y="15116"/>
                  </a:lnTo>
                  <a:cubicBezTo>
                    <a:pt x="14221" y="15116"/>
                    <a:pt x="14373" y="15088"/>
                    <a:pt x="14526" y="15050"/>
                  </a:cubicBezTo>
                  <a:lnTo>
                    <a:pt x="14535" y="15050"/>
                  </a:lnTo>
                  <a:cubicBezTo>
                    <a:pt x="14687" y="15021"/>
                    <a:pt x="14821" y="14964"/>
                    <a:pt x="14945" y="14888"/>
                  </a:cubicBezTo>
                  <a:lnTo>
                    <a:pt x="19650" y="12173"/>
                  </a:lnTo>
                  <a:cubicBezTo>
                    <a:pt x="19707" y="12145"/>
                    <a:pt x="19736" y="12106"/>
                    <a:pt x="19783" y="12059"/>
                  </a:cubicBezTo>
                  <a:lnTo>
                    <a:pt x="17278" y="10525"/>
                  </a:lnTo>
                  <a:lnTo>
                    <a:pt x="17278" y="10525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6E48726-784A-4C1B-BCDB-60AD9832B3B4}"/>
                </a:ext>
              </a:extLst>
            </p:cNvPr>
            <p:cNvSpPr/>
            <p:nvPr/>
          </p:nvSpPr>
          <p:spPr>
            <a:xfrm>
              <a:off x="5175590" y="5372534"/>
              <a:ext cx="19050" cy="19050"/>
            </a:xfrm>
            <a:custGeom>
              <a:avLst/>
              <a:gdLst>
                <a:gd name="connsiteX0" fmla="*/ 17269 w 19050"/>
                <a:gd name="connsiteY0" fmla="*/ 10516 h 19050"/>
                <a:gd name="connsiteX1" fmla="*/ 17116 w 19050"/>
                <a:gd name="connsiteY1" fmla="*/ 10411 h 19050"/>
                <a:gd name="connsiteX2" fmla="*/ 17031 w 19050"/>
                <a:gd name="connsiteY2" fmla="*/ 10306 h 19050"/>
                <a:gd name="connsiteX3" fmla="*/ 17021 w 19050"/>
                <a:gd name="connsiteY3" fmla="*/ 10287 h 19050"/>
                <a:gd name="connsiteX4" fmla="*/ 17012 w 19050"/>
                <a:gd name="connsiteY4" fmla="*/ 10278 h 19050"/>
                <a:gd name="connsiteX5" fmla="*/ 16993 w 19050"/>
                <a:gd name="connsiteY5" fmla="*/ 10249 h 19050"/>
                <a:gd name="connsiteX6" fmla="*/ 16964 w 19050"/>
                <a:gd name="connsiteY6" fmla="*/ 10182 h 19050"/>
                <a:gd name="connsiteX7" fmla="*/ 16936 w 19050"/>
                <a:gd name="connsiteY7" fmla="*/ 10087 h 19050"/>
                <a:gd name="connsiteX8" fmla="*/ 16936 w 19050"/>
                <a:gd name="connsiteY8" fmla="*/ 10011 h 19050"/>
                <a:gd name="connsiteX9" fmla="*/ 16936 w 19050"/>
                <a:gd name="connsiteY9" fmla="*/ 10011 h 19050"/>
                <a:gd name="connsiteX10" fmla="*/ 16993 w 19050"/>
                <a:gd name="connsiteY10" fmla="*/ 8715 h 19050"/>
                <a:gd name="connsiteX11" fmla="*/ 16497 w 19050"/>
                <a:gd name="connsiteY11" fmla="*/ 9001 h 19050"/>
                <a:gd name="connsiteX12" fmla="*/ 16307 w 19050"/>
                <a:gd name="connsiteY12" fmla="*/ 9077 h 19050"/>
                <a:gd name="connsiteX13" fmla="*/ 16155 w 19050"/>
                <a:gd name="connsiteY13" fmla="*/ 9135 h 19050"/>
                <a:gd name="connsiteX14" fmla="*/ 16078 w 19050"/>
                <a:gd name="connsiteY14" fmla="*/ 9163 h 19050"/>
                <a:gd name="connsiteX15" fmla="*/ 16059 w 19050"/>
                <a:gd name="connsiteY15" fmla="*/ 9163 h 19050"/>
                <a:gd name="connsiteX16" fmla="*/ 16012 w 19050"/>
                <a:gd name="connsiteY16" fmla="*/ 9163 h 19050"/>
                <a:gd name="connsiteX17" fmla="*/ 15897 w 19050"/>
                <a:gd name="connsiteY17" fmla="*/ 9201 h 19050"/>
                <a:gd name="connsiteX18" fmla="*/ 15764 w 19050"/>
                <a:gd name="connsiteY18" fmla="*/ 9211 h 19050"/>
                <a:gd name="connsiteX19" fmla="*/ 15630 w 19050"/>
                <a:gd name="connsiteY19" fmla="*/ 9220 h 19050"/>
                <a:gd name="connsiteX20" fmla="*/ 15612 w 19050"/>
                <a:gd name="connsiteY20" fmla="*/ 9220 h 19050"/>
                <a:gd name="connsiteX21" fmla="*/ 15583 w 19050"/>
                <a:gd name="connsiteY21" fmla="*/ 9220 h 19050"/>
                <a:gd name="connsiteX22" fmla="*/ 15516 w 19050"/>
                <a:gd name="connsiteY22" fmla="*/ 9220 h 19050"/>
                <a:gd name="connsiteX23" fmla="*/ 15383 w 19050"/>
                <a:gd name="connsiteY23" fmla="*/ 9211 h 19050"/>
                <a:gd name="connsiteX24" fmla="*/ 15192 w 19050"/>
                <a:gd name="connsiteY24" fmla="*/ 9182 h 19050"/>
                <a:gd name="connsiteX25" fmla="*/ 15145 w 19050"/>
                <a:gd name="connsiteY25" fmla="*/ 9163 h 19050"/>
                <a:gd name="connsiteX26" fmla="*/ 15097 w 19050"/>
                <a:gd name="connsiteY26" fmla="*/ 9163 h 19050"/>
                <a:gd name="connsiteX27" fmla="*/ 14983 w 19050"/>
                <a:gd name="connsiteY27" fmla="*/ 9125 h 19050"/>
                <a:gd name="connsiteX28" fmla="*/ 14726 w 19050"/>
                <a:gd name="connsiteY28" fmla="*/ 9001 h 19050"/>
                <a:gd name="connsiteX29" fmla="*/ 11649 w 19050"/>
                <a:gd name="connsiteY29" fmla="*/ 7144 h 19050"/>
                <a:gd name="connsiteX30" fmla="*/ 11611 w 19050"/>
                <a:gd name="connsiteY30" fmla="*/ 8268 h 19050"/>
                <a:gd name="connsiteX31" fmla="*/ 11230 w 19050"/>
                <a:gd name="connsiteY31" fmla="*/ 8792 h 19050"/>
                <a:gd name="connsiteX32" fmla="*/ 7144 w 19050"/>
                <a:gd name="connsiteY32" fmla="*/ 11163 h 19050"/>
                <a:gd name="connsiteX33" fmla="*/ 7344 w 19050"/>
                <a:gd name="connsiteY33" fmla="*/ 11363 h 19050"/>
                <a:gd name="connsiteX34" fmla="*/ 13183 w 19050"/>
                <a:gd name="connsiteY34" fmla="*/ 14907 h 19050"/>
                <a:gd name="connsiteX35" fmla="*/ 13554 w 19050"/>
                <a:gd name="connsiteY35" fmla="*/ 15050 h 19050"/>
                <a:gd name="connsiteX36" fmla="*/ 13621 w 19050"/>
                <a:gd name="connsiteY36" fmla="*/ 15069 h 19050"/>
                <a:gd name="connsiteX37" fmla="*/ 14059 w 19050"/>
                <a:gd name="connsiteY37" fmla="*/ 15126 h 19050"/>
                <a:gd name="connsiteX38" fmla="*/ 14068 w 19050"/>
                <a:gd name="connsiteY38" fmla="*/ 15126 h 19050"/>
                <a:gd name="connsiteX39" fmla="*/ 14516 w 19050"/>
                <a:gd name="connsiteY39" fmla="*/ 15069 h 19050"/>
                <a:gd name="connsiteX40" fmla="*/ 14535 w 19050"/>
                <a:gd name="connsiteY40" fmla="*/ 15069 h 19050"/>
                <a:gd name="connsiteX41" fmla="*/ 14935 w 19050"/>
                <a:gd name="connsiteY41" fmla="*/ 14907 h 19050"/>
                <a:gd name="connsiteX42" fmla="*/ 19650 w 19050"/>
                <a:gd name="connsiteY42" fmla="*/ 12183 h 19050"/>
                <a:gd name="connsiteX43" fmla="*/ 19774 w 19050"/>
                <a:gd name="connsiteY43" fmla="*/ 12068 h 19050"/>
                <a:gd name="connsiteX44" fmla="*/ 17269 w 19050"/>
                <a:gd name="connsiteY44" fmla="*/ 10516 h 19050"/>
                <a:gd name="connsiteX45" fmla="*/ 17269 w 19050"/>
                <a:gd name="connsiteY45" fmla="*/ 10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269" y="10516"/>
                  </a:moveTo>
                  <a:cubicBezTo>
                    <a:pt x="17212" y="10487"/>
                    <a:pt x="17154" y="10449"/>
                    <a:pt x="17116" y="10411"/>
                  </a:cubicBezTo>
                  <a:cubicBezTo>
                    <a:pt x="17088" y="10373"/>
                    <a:pt x="17059" y="10335"/>
                    <a:pt x="17031" y="10306"/>
                  </a:cubicBezTo>
                  <a:lnTo>
                    <a:pt x="17021" y="10287"/>
                  </a:lnTo>
                  <a:lnTo>
                    <a:pt x="17012" y="10278"/>
                  </a:lnTo>
                  <a:cubicBezTo>
                    <a:pt x="17002" y="10268"/>
                    <a:pt x="17002" y="10258"/>
                    <a:pt x="16993" y="10249"/>
                  </a:cubicBezTo>
                  <a:cubicBezTo>
                    <a:pt x="16974" y="10220"/>
                    <a:pt x="16974" y="10201"/>
                    <a:pt x="16964" y="10182"/>
                  </a:cubicBezTo>
                  <a:cubicBezTo>
                    <a:pt x="16954" y="10135"/>
                    <a:pt x="16936" y="10087"/>
                    <a:pt x="16936" y="10087"/>
                  </a:cubicBezTo>
                  <a:lnTo>
                    <a:pt x="16936" y="10011"/>
                  </a:lnTo>
                  <a:lnTo>
                    <a:pt x="16936" y="10011"/>
                  </a:lnTo>
                  <a:lnTo>
                    <a:pt x="16993" y="8715"/>
                  </a:lnTo>
                  <a:lnTo>
                    <a:pt x="16497" y="9001"/>
                  </a:lnTo>
                  <a:cubicBezTo>
                    <a:pt x="16440" y="9030"/>
                    <a:pt x="16373" y="9058"/>
                    <a:pt x="16307" y="9077"/>
                  </a:cubicBezTo>
                  <a:cubicBezTo>
                    <a:pt x="16259" y="9097"/>
                    <a:pt x="16202" y="9125"/>
                    <a:pt x="16155" y="9135"/>
                  </a:cubicBezTo>
                  <a:cubicBezTo>
                    <a:pt x="16126" y="9144"/>
                    <a:pt x="16107" y="9144"/>
                    <a:pt x="16078" y="9163"/>
                  </a:cubicBezTo>
                  <a:lnTo>
                    <a:pt x="16059" y="9163"/>
                  </a:lnTo>
                  <a:cubicBezTo>
                    <a:pt x="16050" y="9163"/>
                    <a:pt x="16031" y="9163"/>
                    <a:pt x="16012" y="9163"/>
                  </a:cubicBezTo>
                  <a:cubicBezTo>
                    <a:pt x="15973" y="9182"/>
                    <a:pt x="15935" y="9192"/>
                    <a:pt x="15897" y="9201"/>
                  </a:cubicBezTo>
                  <a:cubicBezTo>
                    <a:pt x="15859" y="9201"/>
                    <a:pt x="15802" y="9201"/>
                    <a:pt x="15764" y="9211"/>
                  </a:cubicBezTo>
                  <a:cubicBezTo>
                    <a:pt x="15726" y="9211"/>
                    <a:pt x="15678" y="9220"/>
                    <a:pt x="15630" y="9220"/>
                  </a:cubicBezTo>
                  <a:lnTo>
                    <a:pt x="15612" y="9220"/>
                  </a:lnTo>
                  <a:lnTo>
                    <a:pt x="15583" y="9220"/>
                  </a:lnTo>
                  <a:cubicBezTo>
                    <a:pt x="15554" y="9220"/>
                    <a:pt x="15516" y="9220"/>
                    <a:pt x="15516" y="9220"/>
                  </a:cubicBezTo>
                  <a:cubicBezTo>
                    <a:pt x="15469" y="9211"/>
                    <a:pt x="15421" y="9211"/>
                    <a:pt x="15383" y="9211"/>
                  </a:cubicBezTo>
                  <a:cubicBezTo>
                    <a:pt x="15326" y="9201"/>
                    <a:pt x="15269" y="9201"/>
                    <a:pt x="15192" y="9182"/>
                  </a:cubicBezTo>
                  <a:cubicBezTo>
                    <a:pt x="15192" y="9182"/>
                    <a:pt x="15173" y="9163"/>
                    <a:pt x="15145" y="9163"/>
                  </a:cubicBezTo>
                  <a:cubicBezTo>
                    <a:pt x="15135" y="9163"/>
                    <a:pt x="15116" y="9163"/>
                    <a:pt x="15097" y="9163"/>
                  </a:cubicBezTo>
                  <a:cubicBezTo>
                    <a:pt x="15049" y="9135"/>
                    <a:pt x="15011" y="9135"/>
                    <a:pt x="14983" y="9125"/>
                  </a:cubicBezTo>
                  <a:cubicBezTo>
                    <a:pt x="14887" y="9087"/>
                    <a:pt x="14792" y="9049"/>
                    <a:pt x="14726" y="9001"/>
                  </a:cubicBezTo>
                  <a:lnTo>
                    <a:pt x="11649" y="7144"/>
                  </a:lnTo>
                  <a:lnTo>
                    <a:pt x="11611" y="8268"/>
                  </a:lnTo>
                  <a:cubicBezTo>
                    <a:pt x="11611" y="8458"/>
                    <a:pt x="11477" y="8649"/>
                    <a:pt x="11230" y="8792"/>
                  </a:cubicBezTo>
                  <a:lnTo>
                    <a:pt x="7144" y="11163"/>
                  </a:lnTo>
                  <a:cubicBezTo>
                    <a:pt x="7191" y="11249"/>
                    <a:pt x="7258" y="11306"/>
                    <a:pt x="7344" y="11363"/>
                  </a:cubicBezTo>
                  <a:lnTo>
                    <a:pt x="13183" y="14907"/>
                  </a:lnTo>
                  <a:cubicBezTo>
                    <a:pt x="13297" y="14974"/>
                    <a:pt x="13421" y="15021"/>
                    <a:pt x="13554" y="15050"/>
                  </a:cubicBezTo>
                  <a:cubicBezTo>
                    <a:pt x="13583" y="15059"/>
                    <a:pt x="13602" y="15069"/>
                    <a:pt x="13621" y="15069"/>
                  </a:cubicBezTo>
                  <a:cubicBezTo>
                    <a:pt x="13764" y="15107"/>
                    <a:pt x="13897" y="15126"/>
                    <a:pt x="14059" y="15126"/>
                  </a:cubicBezTo>
                  <a:lnTo>
                    <a:pt x="14068" y="15126"/>
                  </a:lnTo>
                  <a:cubicBezTo>
                    <a:pt x="14211" y="15126"/>
                    <a:pt x="14364" y="15107"/>
                    <a:pt x="14516" y="15069"/>
                  </a:cubicBezTo>
                  <a:cubicBezTo>
                    <a:pt x="14516" y="15069"/>
                    <a:pt x="14516" y="15069"/>
                    <a:pt x="14535" y="15069"/>
                  </a:cubicBezTo>
                  <a:cubicBezTo>
                    <a:pt x="14687" y="15030"/>
                    <a:pt x="14811" y="14983"/>
                    <a:pt x="14935" y="14907"/>
                  </a:cubicBezTo>
                  <a:lnTo>
                    <a:pt x="19650" y="12183"/>
                  </a:lnTo>
                  <a:cubicBezTo>
                    <a:pt x="19698" y="12144"/>
                    <a:pt x="19736" y="12106"/>
                    <a:pt x="19774" y="12068"/>
                  </a:cubicBezTo>
                  <a:lnTo>
                    <a:pt x="17269" y="10516"/>
                  </a:lnTo>
                  <a:lnTo>
                    <a:pt x="17269" y="1051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E2B6C566-0471-4CD3-8B99-F791E61DE7CA}"/>
                </a:ext>
              </a:extLst>
            </p:cNvPr>
            <p:cNvSpPr/>
            <p:nvPr/>
          </p:nvSpPr>
          <p:spPr>
            <a:xfrm>
              <a:off x="5167218" y="5367448"/>
              <a:ext cx="19050" cy="19050"/>
            </a:xfrm>
            <a:custGeom>
              <a:avLst/>
              <a:gdLst>
                <a:gd name="connsiteX0" fmla="*/ 17278 w 19050"/>
                <a:gd name="connsiteY0" fmla="*/ 10544 h 19050"/>
                <a:gd name="connsiteX1" fmla="*/ 17126 w 19050"/>
                <a:gd name="connsiteY1" fmla="*/ 10420 h 19050"/>
                <a:gd name="connsiteX2" fmla="*/ 17050 w 19050"/>
                <a:gd name="connsiteY2" fmla="*/ 10325 h 19050"/>
                <a:gd name="connsiteX3" fmla="*/ 17031 w 19050"/>
                <a:gd name="connsiteY3" fmla="*/ 10306 h 19050"/>
                <a:gd name="connsiteX4" fmla="*/ 17012 w 19050"/>
                <a:gd name="connsiteY4" fmla="*/ 10249 h 19050"/>
                <a:gd name="connsiteX5" fmla="*/ 16983 w 19050"/>
                <a:gd name="connsiteY5" fmla="*/ 10182 h 19050"/>
                <a:gd name="connsiteX6" fmla="*/ 16964 w 19050"/>
                <a:gd name="connsiteY6" fmla="*/ 10116 h 19050"/>
                <a:gd name="connsiteX7" fmla="*/ 16954 w 19050"/>
                <a:gd name="connsiteY7" fmla="*/ 10030 h 19050"/>
                <a:gd name="connsiteX8" fmla="*/ 17002 w 19050"/>
                <a:gd name="connsiteY8" fmla="*/ 8715 h 19050"/>
                <a:gd name="connsiteX9" fmla="*/ 16516 w 19050"/>
                <a:gd name="connsiteY9" fmla="*/ 9001 h 19050"/>
                <a:gd name="connsiteX10" fmla="*/ 16326 w 19050"/>
                <a:gd name="connsiteY10" fmla="*/ 9087 h 19050"/>
                <a:gd name="connsiteX11" fmla="*/ 16173 w 19050"/>
                <a:gd name="connsiteY11" fmla="*/ 9135 h 19050"/>
                <a:gd name="connsiteX12" fmla="*/ 16088 w 19050"/>
                <a:gd name="connsiteY12" fmla="*/ 9154 h 19050"/>
                <a:gd name="connsiteX13" fmla="*/ 16078 w 19050"/>
                <a:gd name="connsiteY13" fmla="*/ 9154 h 19050"/>
                <a:gd name="connsiteX14" fmla="*/ 16040 w 19050"/>
                <a:gd name="connsiteY14" fmla="*/ 9173 h 19050"/>
                <a:gd name="connsiteX15" fmla="*/ 15916 w 19050"/>
                <a:gd name="connsiteY15" fmla="*/ 9192 h 19050"/>
                <a:gd name="connsiteX16" fmla="*/ 15783 w 19050"/>
                <a:gd name="connsiteY16" fmla="*/ 9211 h 19050"/>
                <a:gd name="connsiteX17" fmla="*/ 15669 w 19050"/>
                <a:gd name="connsiteY17" fmla="*/ 9211 h 19050"/>
                <a:gd name="connsiteX18" fmla="*/ 15602 w 19050"/>
                <a:gd name="connsiteY18" fmla="*/ 9211 h 19050"/>
                <a:gd name="connsiteX19" fmla="*/ 15592 w 19050"/>
                <a:gd name="connsiteY19" fmla="*/ 9211 h 19050"/>
                <a:gd name="connsiteX20" fmla="*/ 15535 w 19050"/>
                <a:gd name="connsiteY20" fmla="*/ 9211 h 19050"/>
                <a:gd name="connsiteX21" fmla="*/ 15392 w 19050"/>
                <a:gd name="connsiteY21" fmla="*/ 9211 h 19050"/>
                <a:gd name="connsiteX22" fmla="*/ 15202 w 19050"/>
                <a:gd name="connsiteY22" fmla="*/ 9182 h 19050"/>
                <a:gd name="connsiteX23" fmla="*/ 15164 w 19050"/>
                <a:gd name="connsiteY23" fmla="*/ 9154 h 19050"/>
                <a:gd name="connsiteX24" fmla="*/ 15097 w 19050"/>
                <a:gd name="connsiteY24" fmla="*/ 9154 h 19050"/>
                <a:gd name="connsiteX25" fmla="*/ 14992 w 19050"/>
                <a:gd name="connsiteY25" fmla="*/ 9125 h 19050"/>
                <a:gd name="connsiteX26" fmla="*/ 14735 w 19050"/>
                <a:gd name="connsiteY26" fmla="*/ 9001 h 19050"/>
                <a:gd name="connsiteX27" fmla="*/ 11659 w 19050"/>
                <a:gd name="connsiteY27" fmla="*/ 7144 h 19050"/>
                <a:gd name="connsiteX28" fmla="*/ 11621 w 19050"/>
                <a:gd name="connsiteY28" fmla="*/ 8277 h 19050"/>
                <a:gd name="connsiteX29" fmla="*/ 11239 w 19050"/>
                <a:gd name="connsiteY29" fmla="*/ 8801 h 19050"/>
                <a:gd name="connsiteX30" fmla="*/ 7144 w 19050"/>
                <a:gd name="connsiteY30" fmla="*/ 11173 h 19050"/>
                <a:gd name="connsiteX31" fmla="*/ 7363 w 19050"/>
                <a:gd name="connsiteY31" fmla="*/ 11373 h 19050"/>
                <a:gd name="connsiteX32" fmla="*/ 13202 w 19050"/>
                <a:gd name="connsiteY32" fmla="*/ 14907 h 19050"/>
                <a:gd name="connsiteX33" fmla="*/ 13583 w 19050"/>
                <a:gd name="connsiteY33" fmla="*/ 15069 h 19050"/>
                <a:gd name="connsiteX34" fmla="*/ 13640 w 19050"/>
                <a:gd name="connsiteY34" fmla="*/ 15078 h 19050"/>
                <a:gd name="connsiteX35" fmla="*/ 14068 w 19050"/>
                <a:gd name="connsiteY35" fmla="*/ 15135 h 19050"/>
                <a:gd name="connsiteX36" fmla="*/ 14078 w 19050"/>
                <a:gd name="connsiteY36" fmla="*/ 15135 h 19050"/>
                <a:gd name="connsiteX37" fmla="*/ 14535 w 19050"/>
                <a:gd name="connsiteY37" fmla="*/ 15078 h 19050"/>
                <a:gd name="connsiteX38" fmla="*/ 14545 w 19050"/>
                <a:gd name="connsiteY38" fmla="*/ 15069 h 19050"/>
                <a:gd name="connsiteX39" fmla="*/ 14945 w 19050"/>
                <a:gd name="connsiteY39" fmla="*/ 14907 h 19050"/>
                <a:gd name="connsiteX40" fmla="*/ 19669 w 19050"/>
                <a:gd name="connsiteY40" fmla="*/ 12192 h 19050"/>
                <a:gd name="connsiteX41" fmla="*/ 19783 w 19050"/>
                <a:gd name="connsiteY41" fmla="*/ 12068 h 19050"/>
                <a:gd name="connsiteX42" fmla="*/ 17278 w 19050"/>
                <a:gd name="connsiteY42" fmla="*/ 10544 h 19050"/>
                <a:gd name="connsiteX43" fmla="*/ 17278 w 19050"/>
                <a:gd name="connsiteY43" fmla="*/ 105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9050" h="19050">
                  <a:moveTo>
                    <a:pt x="17278" y="10544"/>
                  </a:moveTo>
                  <a:cubicBezTo>
                    <a:pt x="17221" y="10506"/>
                    <a:pt x="17174" y="10458"/>
                    <a:pt x="17126" y="10420"/>
                  </a:cubicBezTo>
                  <a:cubicBezTo>
                    <a:pt x="17088" y="10392"/>
                    <a:pt x="17078" y="10373"/>
                    <a:pt x="17050" y="10325"/>
                  </a:cubicBezTo>
                  <a:cubicBezTo>
                    <a:pt x="17050" y="10325"/>
                    <a:pt x="17050" y="10316"/>
                    <a:pt x="17031" y="10306"/>
                  </a:cubicBezTo>
                  <a:cubicBezTo>
                    <a:pt x="17021" y="10287"/>
                    <a:pt x="17012" y="10268"/>
                    <a:pt x="17012" y="10249"/>
                  </a:cubicBezTo>
                  <a:cubicBezTo>
                    <a:pt x="17002" y="10239"/>
                    <a:pt x="16983" y="10201"/>
                    <a:pt x="16983" y="10182"/>
                  </a:cubicBezTo>
                  <a:cubicBezTo>
                    <a:pt x="16964" y="10154"/>
                    <a:pt x="16964" y="10116"/>
                    <a:pt x="16964" y="10116"/>
                  </a:cubicBezTo>
                  <a:lnTo>
                    <a:pt x="16954" y="10030"/>
                  </a:lnTo>
                  <a:lnTo>
                    <a:pt x="17002" y="8715"/>
                  </a:lnTo>
                  <a:lnTo>
                    <a:pt x="16516" y="9001"/>
                  </a:lnTo>
                  <a:cubicBezTo>
                    <a:pt x="16450" y="9039"/>
                    <a:pt x="16393" y="9058"/>
                    <a:pt x="16326" y="9087"/>
                  </a:cubicBezTo>
                  <a:cubicBezTo>
                    <a:pt x="16278" y="9106"/>
                    <a:pt x="16231" y="9125"/>
                    <a:pt x="16173" y="9135"/>
                  </a:cubicBezTo>
                  <a:cubicBezTo>
                    <a:pt x="16145" y="9154"/>
                    <a:pt x="16116" y="9154"/>
                    <a:pt x="16088" y="9154"/>
                  </a:cubicBezTo>
                  <a:lnTo>
                    <a:pt x="16078" y="9154"/>
                  </a:lnTo>
                  <a:cubicBezTo>
                    <a:pt x="16059" y="9154"/>
                    <a:pt x="16040" y="9173"/>
                    <a:pt x="16040" y="9173"/>
                  </a:cubicBezTo>
                  <a:cubicBezTo>
                    <a:pt x="16002" y="9182"/>
                    <a:pt x="15954" y="9192"/>
                    <a:pt x="15916" y="9192"/>
                  </a:cubicBezTo>
                  <a:cubicBezTo>
                    <a:pt x="15869" y="9201"/>
                    <a:pt x="15830" y="9201"/>
                    <a:pt x="15783" y="9211"/>
                  </a:cubicBezTo>
                  <a:cubicBezTo>
                    <a:pt x="15745" y="9211"/>
                    <a:pt x="15697" y="9211"/>
                    <a:pt x="15669" y="9211"/>
                  </a:cubicBezTo>
                  <a:cubicBezTo>
                    <a:pt x="15640" y="9211"/>
                    <a:pt x="15630" y="9211"/>
                    <a:pt x="15602" y="9211"/>
                  </a:cubicBezTo>
                  <a:lnTo>
                    <a:pt x="15592" y="9211"/>
                  </a:lnTo>
                  <a:cubicBezTo>
                    <a:pt x="15573" y="9211"/>
                    <a:pt x="15535" y="9211"/>
                    <a:pt x="15535" y="9211"/>
                  </a:cubicBezTo>
                  <a:cubicBezTo>
                    <a:pt x="15478" y="9211"/>
                    <a:pt x="15430" y="9211"/>
                    <a:pt x="15392" y="9211"/>
                  </a:cubicBezTo>
                  <a:cubicBezTo>
                    <a:pt x="15335" y="9201"/>
                    <a:pt x="15278" y="9192"/>
                    <a:pt x="15202" y="9182"/>
                  </a:cubicBezTo>
                  <a:cubicBezTo>
                    <a:pt x="15202" y="9182"/>
                    <a:pt x="15192" y="9173"/>
                    <a:pt x="15164" y="9154"/>
                  </a:cubicBezTo>
                  <a:cubicBezTo>
                    <a:pt x="15145" y="9154"/>
                    <a:pt x="15126" y="9154"/>
                    <a:pt x="15097" y="9154"/>
                  </a:cubicBezTo>
                  <a:cubicBezTo>
                    <a:pt x="15059" y="9135"/>
                    <a:pt x="15021" y="9125"/>
                    <a:pt x="14992" y="9125"/>
                  </a:cubicBezTo>
                  <a:cubicBezTo>
                    <a:pt x="14897" y="9087"/>
                    <a:pt x="14802" y="9058"/>
                    <a:pt x="14735" y="9001"/>
                  </a:cubicBezTo>
                  <a:lnTo>
                    <a:pt x="11659" y="7144"/>
                  </a:lnTo>
                  <a:lnTo>
                    <a:pt x="11621" y="8277"/>
                  </a:lnTo>
                  <a:cubicBezTo>
                    <a:pt x="11621" y="8477"/>
                    <a:pt x="11477" y="8658"/>
                    <a:pt x="11239" y="8801"/>
                  </a:cubicBezTo>
                  <a:lnTo>
                    <a:pt x="7144" y="11173"/>
                  </a:lnTo>
                  <a:cubicBezTo>
                    <a:pt x="7210" y="11230"/>
                    <a:pt x="7277" y="11325"/>
                    <a:pt x="7363" y="11373"/>
                  </a:cubicBezTo>
                  <a:lnTo>
                    <a:pt x="13202" y="14907"/>
                  </a:lnTo>
                  <a:cubicBezTo>
                    <a:pt x="13325" y="14983"/>
                    <a:pt x="13440" y="15030"/>
                    <a:pt x="13583" y="15069"/>
                  </a:cubicBezTo>
                  <a:cubicBezTo>
                    <a:pt x="13602" y="15069"/>
                    <a:pt x="13611" y="15078"/>
                    <a:pt x="13640" y="15078"/>
                  </a:cubicBezTo>
                  <a:cubicBezTo>
                    <a:pt x="13783" y="15116"/>
                    <a:pt x="13906" y="15135"/>
                    <a:pt x="14068" y="15135"/>
                  </a:cubicBezTo>
                  <a:lnTo>
                    <a:pt x="14078" y="15135"/>
                  </a:lnTo>
                  <a:cubicBezTo>
                    <a:pt x="14230" y="15135"/>
                    <a:pt x="14383" y="15116"/>
                    <a:pt x="14535" y="15078"/>
                  </a:cubicBezTo>
                  <a:lnTo>
                    <a:pt x="14545" y="15069"/>
                  </a:lnTo>
                  <a:cubicBezTo>
                    <a:pt x="14697" y="15040"/>
                    <a:pt x="14821" y="14983"/>
                    <a:pt x="14945" y="14907"/>
                  </a:cubicBezTo>
                  <a:lnTo>
                    <a:pt x="19669" y="12192"/>
                  </a:lnTo>
                  <a:cubicBezTo>
                    <a:pt x="19717" y="12164"/>
                    <a:pt x="19745" y="12097"/>
                    <a:pt x="19783" y="12068"/>
                  </a:cubicBezTo>
                  <a:lnTo>
                    <a:pt x="17278" y="10544"/>
                  </a:lnTo>
                  <a:lnTo>
                    <a:pt x="17278" y="105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FF6D7E7-6168-4571-8DE2-789F70AF000D}"/>
                </a:ext>
              </a:extLst>
            </p:cNvPr>
            <p:cNvSpPr/>
            <p:nvPr/>
          </p:nvSpPr>
          <p:spPr>
            <a:xfrm>
              <a:off x="5155664" y="5369000"/>
              <a:ext cx="19050" cy="19050"/>
            </a:xfrm>
            <a:custGeom>
              <a:avLst/>
              <a:gdLst>
                <a:gd name="connsiteX0" fmla="*/ 18888 w 19050"/>
                <a:gd name="connsiteY0" fmla="*/ 11516 h 19050"/>
                <a:gd name="connsiteX1" fmla="*/ 18736 w 19050"/>
                <a:gd name="connsiteY1" fmla="*/ 11382 h 19050"/>
                <a:gd name="connsiteX2" fmla="*/ 18669 w 19050"/>
                <a:gd name="connsiteY2" fmla="*/ 11297 h 19050"/>
                <a:gd name="connsiteX3" fmla="*/ 18640 w 19050"/>
                <a:gd name="connsiteY3" fmla="*/ 11278 h 19050"/>
                <a:gd name="connsiteX4" fmla="*/ 18622 w 19050"/>
                <a:gd name="connsiteY4" fmla="*/ 11230 h 19050"/>
                <a:gd name="connsiteX5" fmla="*/ 18583 w 19050"/>
                <a:gd name="connsiteY5" fmla="*/ 11154 h 19050"/>
                <a:gd name="connsiteX6" fmla="*/ 18555 w 19050"/>
                <a:gd name="connsiteY6" fmla="*/ 11059 h 19050"/>
                <a:gd name="connsiteX7" fmla="*/ 18555 w 19050"/>
                <a:gd name="connsiteY7" fmla="*/ 11011 h 19050"/>
                <a:gd name="connsiteX8" fmla="*/ 18555 w 19050"/>
                <a:gd name="connsiteY8" fmla="*/ 11001 h 19050"/>
                <a:gd name="connsiteX9" fmla="*/ 18602 w 19050"/>
                <a:gd name="connsiteY9" fmla="*/ 9687 h 19050"/>
                <a:gd name="connsiteX10" fmla="*/ 18117 w 19050"/>
                <a:gd name="connsiteY10" fmla="*/ 9982 h 19050"/>
                <a:gd name="connsiteX11" fmla="*/ 17926 w 19050"/>
                <a:gd name="connsiteY11" fmla="*/ 10068 h 19050"/>
                <a:gd name="connsiteX12" fmla="*/ 17774 w 19050"/>
                <a:gd name="connsiteY12" fmla="*/ 10116 h 19050"/>
                <a:gd name="connsiteX13" fmla="*/ 17697 w 19050"/>
                <a:gd name="connsiteY13" fmla="*/ 10135 h 19050"/>
                <a:gd name="connsiteX14" fmla="*/ 17679 w 19050"/>
                <a:gd name="connsiteY14" fmla="*/ 10135 h 19050"/>
                <a:gd name="connsiteX15" fmla="*/ 17640 w 19050"/>
                <a:gd name="connsiteY15" fmla="*/ 10144 h 19050"/>
                <a:gd name="connsiteX16" fmla="*/ 17517 w 19050"/>
                <a:gd name="connsiteY16" fmla="*/ 10173 h 19050"/>
                <a:gd name="connsiteX17" fmla="*/ 17393 w 19050"/>
                <a:gd name="connsiteY17" fmla="*/ 10182 h 19050"/>
                <a:gd name="connsiteX18" fmla="*/ 17269 w 19050"/>
                <a:gd name="connsiteY18" fmla="*/ 10192 h 19050"/>
                <a:gd name="connsiteX19" fmla="*/ 17221 w 19050"/>
                <a:gd name="connsiteY19" fmla="*/ 10192 h 19050"/>
                <a:gd name="connsiteX20" fmla="*/ 17183 w 19050"/>
                <a:gd name="connsiteY20" fmla="*/ 10192 h 19050"/>
                <a:gd name="connsiteX21" fmla="*/ 17145 w 19050"/>
                <a:gd name="connsiteY21" fmla="*/ 10192 h 19050"/>
                <a:gd name="connsiteX22" fmla="*/ 17002 w 19050"/>
                <a:gd name="connsiteY22" fmla="*/ 10182 h 19050"/>
                <a:gd name="connsiteX23" fmla="*/ 16821 w 19050"/>
                <a:gd name="connsiteY23" fmla="*/ 10144 h 19050"/>
                <a:gd name="connsiteX24" fmla="*/ 16774 w 19050"/>
                <a:gd name="connsiteY24" fmla="*/ 10135 h 19050"/>
                <a:gd name="connsiteX25" fmla="*/ 16707 w 19050"/>
                <a:gd name="connsiteY25" fmla="*/ 10125 h 19050"/>
                <a:gd name="connsiteX26" fmla="*/ 16602 w 19050"/>
                <a:gd name="connsiteY26" fmla="*/ 10096 h 19050"/>
                <a:gd name="connsiteX27" fmla="*/ 16345 w 19050"/>
                <a:gd name="connsiteY27" fmla="*/ 9982 h 19050"/>
                <a:gd name="connsiteX28" fmla="*/ 11659 w 19050"/>
                <a:gd name="connsiteY28" fmla="*/ 7144 h 19050"/>
                <a:gd name="connsiteX29" fmla="*/ 11621 w 19050"/>
                <a:gd name="connsiteY29" fmla="*/ 8277 h 19050"/>
                <a:gd name="connsiteX30" fmla="*/ 11240 w 19050"/>
                <a:gd name="connsiteY30" fmla="*/ 8811 h 19050"/>
                <a:gd name="connsiteX31" fmla="*/ 7144 w 19050"/>
                <a:gd name="connsiteY31" fmla="*/ 11182 h 19050"/>
                <a:gd name="connsiteX32" fmla="*/ 7363 w 19050"/>
                <a:gd name="connsiteY32" fmla="*/ 11382 h 19050"/>
                <a:gd name="connsiteX33" fmla="*/ 13202 w 19050"/>
                <a:gd name="connsiteY33" fmla="*/ 14935 h 19050"/>
                <a:gd name="connsiteX34" fmla="*/ 13573 w 19050"/>
                <a:gd name="connsiteY34" fmla="*/ 15069 h 19050"/>
                <a:gd name="connsiteX35" fmla="*/ 13640 w 19050"/>
                <a:gd name="connsiteY35" fmla="*/ 15088 h 19050"/>
                <a:gd name="connsiteX36" fmla="*/ 14059 w 19050"/>
                <a:gd name="connsiteY36" fmla="*/ 15145 h 19050"/>
                <a:gd name="connsiteX37" fmla="*/ 14078 w 19050"/>
                <a:gd name="connsiteY37" fmla="*/ 15145 h 19050"/>
                <a:gd name="connsiteX38" fmla="*/ 14526 w 19050"/>
                <a:gd name="connsiteY38" fmla="*/ 15088 h 19050"/>
                <a:gd name="connsiteX39" fmla="*/ 14545 w 19050"/>
                <a:gd name="connsiteY39" fmla="*/ 15078 h 19050"/>
                <a:gd name="connsiteX40" fmla="*/ 14945 w 19050"/>
                <a:gd name="connsiteY40" fmla="*/ 14935 h 19050"/>
                <a:gd name="connsiteX41" fmla="*/ 19660 w 19050"/>
                <a:gd name="connsiteY41" fmla="*/ 12192 h 19050"/>
                <a:gd name="connsiteX42" fmla="*/ 19812 w 19050"/>
                <a:gd name="connsiteY42" fmla="*/ 12068 h 19050"/>
                <a:gd name="connsiteX43" fmla="*/ 18860 w 19050"/>
                <a:gd name="connsiteY43" fmla="*/ 11506 h 19050"/>
                <a:gd name="connsiteX44" fmla="*/ 18888 w 19050"/>
                <a:gd name="connsiteY44" fmla="*/ 115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8888" y="11516"/>
                  </a:moveTo>
                  <a:cubicBezTo>
                    <a:pt x="18831" y="11468"/>
                    <a:pt x="18774" y="11430"/>
                    <a:pt x="18736" y="11382"/>
                  </a:cubicBezTo>
                  <a:cubicBezTo>
                    <a:pt x="18698" y="11364"/>
                    <a:pt x="18679" y="11335"/>
                    <a:pt x="18669" y="11297"/>
                  </a:cubicBezTo>
                  <a:cubicBezTo>
                    <a:pt x="18669" y="11297"/>
                    <a:pt x="18660" y="11297"/>
                    <a:pt x="18640" y="11278"/>
                  </a:cubicBezTo>
                  <a:cubicBezTo>
                    <a:pt x="18631" y="11259"/>
                    <a:pt x="18622" y="11240"/>
                    <a:pt x="18622" y="11230"/>
                  </a:cubicBezTo>
                  <a:cubicBezTo>
                    <a:pt x="18602" y="11211"/>
                    <a:pt x="18593" y="11173"/>
                    <a:pt x="18583" y="11154"/>
                  </a:cubicBezTo>
                  <a:cubicBezTo>
                    <a:pt x="18583" y="11135"/>
                    <a:pt x="18574" y="11106"/>
                    <a:pt x="18555" y="11059"/>
                  </a:cubicBezTo>
                  <a:lnTo>
                    <a:pt x="18555" y="11011"/>
                  </a:lnTo>
                  <a:lnTo>
                    <a:pt x="18555" y="11001"/>
                  </a:lnTo>
                  <a:lnTo>
                    <a:pt x="18602" y="9687"/>
                  </a:lnTo>
                  <a:lnTo>
                    <a:pt x="18117" y="9982"/>
                  </a:lnTo>
                  <a:cubicBezTo>
                    <a:pt x="18050" y="10011"/>
                    <a:pt x="17993" y="10049"/>
                    <a:pt x="17926" y="10068"/>
                  </a:cubicBezTo>
                  <a:cubicBezTo>
                    <a:pt x="17879" y="10087"/>
                    <a:pt x="17831" y="10106"/>
                    <a:pt x="17774" y="10116"/>
                  </a:cubicBezTo>
                  <a:cubicBezTo>
                    <a:pt x="17755" y="10116"/>
                    <a:pt x="17736" y="10125"/>
                    <a:pt x="17697" y="10135"/>
                  </a:cubicBezTo>
                  <a:lnTo>
                    <a:pt x="17679" y="10135"/>
                  </a:lnTo>
                  <a:cubicBezTo>
                    <a:pt x="17669" y="10135"/>
                    <a:pt x="17659" y="10144"/>
                    <a:pt x="17640" y="10144"/>
                  </a:cubicBezTo>
                  <a:cubicBezTo>
                    <a:pt x="17602" y="10154"/>
                    <a:pt x="17564" y="10173"/>
                    <a:pt x="17517" y="10173"/>
                  </a:cubicBezTo>
                  <a:cubicBezTo>
                    <a:pt x="17479" y="10182"/>
                    <a:pt x="17441" y="10182"/>
                    <a:pt x="17393" y="10182"/>
                  </a:cubicBezTo>
                  <a:cubicBezTo>
                    <a:pt x="17355" y="10192"/>
                    <a:pt x="17317" y="10192"/>
                    <a:pt x="17269" y="10192"/>
                  </a:cubicBezTo>
                  <a:lnTo>
                    <a:pt x="17221" y="10192"/>
                  </a:lnTo>
                  <a:lnTo>
                    <a:pt x="17183" y="10192"/>
                  </a:lnTo>
                  <a:lnTo>
                    <a:pt x="17145" y="10192"/>
                  </a:lnTo>
                  <a:cubicBezTo>
                    <a:pt x="17098" y="10192"/>
                    <a:pt x="17059" y="10182"/>
                    <a:pt x="17002" y="10182"/>
                  </a:cubicBezTo>
                  <a:cubicBezTo>
                    <a:pt x="16945" y="10182"/>
                    <a:pt x="16898" y="10173"/>
                    <a:pt x="16821" y="10144"/>
                  </a:cubicBezTo>
                  <a:cubicBezTo>
                    <a:pt x="16821" y="10144"/>
                    <a:pt x="16793" y="10144"/>
                    <a:pt x="16774" y="10135"/>
                  </a:cubicBezTo>
                  <a:cubicBezTo>
                    <a:pt x="16745" y="10135"/>
                    <a:pt x="16726" y="10125"/>
                    <a:pt x="16707" y="10125"/>
                  </a:cubicBezTo>
                  <a:cubicBezTo>
                    <a:pt x="16678" y="10116"/>
                    <a:pt x="16631" y="10106"/>
                    <a:pt x="16602" y="10096"/>
                  </a:cubicBezTo>
                  <a:cubicBezTo>
                    <a:pt x="16498" y="10068"/>
                    <a:pt x="16412" y="10020"/>
                    <a:pt x="16345" y="9982"/>
                  </a:cubicBezTo>
                  <a:lnTo>
                    <a:pt x="11659" y="7144"/>
                  </a:lnTo>
                  <a:lnTo>
                    <a:pt x="11621" y="8277"/>
                  </a:lnTo>
                  <a:cubicBezTo>
                    <a:pt x="11621" y="8477"/>
                    <a:pt x="11487" y="8668"/>
                    <a:pt x="11240" y="8811"/>
                  </a:cubicBezTo>
                  <a:lnTo>
                    <a:pt x="7144" y="11182"/>
                  </a:lnTo>
                  <a:cubicBezTo>
                    <a:pt x="7211" y="11268"/>
                    <a:pt x="7277" y="11325"/>
                    <a:pt x="7363" y="11382"/>
                  </a:cubicBezTo>
                  <a:lnTo>
                    <a:pt x="13202" y="14935"/>
                  </a:lnTo>
                  <a:cubicBezTo>
                    <a:pt x="13316" y="15002"/>
                    <a:pt x="13430" y="15040"/>
                    <a:pt x="13573" y="15069"/>
                  </a:cubicBezTo>
                  <a:cubicBezTo>
                    <a:pt x="13592" y="15078"/>
                    <a:pt x="13611" y="15088"/>
                    <a:pt x="13640" y="15088"/>
                  </a:cubicBezTo>
                  <a:cubicBezTo>
                    <a:pt x="13783" y="15126"/>
                    <a:pt x="13907" y="15145"/>
                    <a:pt x="14059" y="15145"/>
                  </a:cubicBezTo>
                  <a:lnTo>
                    <a:pt x="14078" y="15145"/>
                  </a:lnTo>
                  <a:cubicBezTo>
                    <a:pt x="14231" y="15145"/>
                    <a:pt x="14383" y="15126"/>
                    <a:pt x="14526" y="15088"/>
                  </a:cubicBezTo>
                  <a:lnTo>
                    <a:pt x="14545" y="15078"/>
                  </a:lnTo>
                  <a:cubicBezTo>
                    <a:pt x="14697" y="15050"/>
                    <a:pt x="14830" y="15002"/>
                    <a:pt x="14945" y="14935"/>
                  </a:cubicBezTo>
                  <a:lnTo>
                    <a:pt x="19660" y="12192"/>
                  </a:lnTo>
                  <a:cubicBezTo>
                    <a:pt x="19717" y="12164"/>
                    <a:pt x="19755" y="12116"/>
                    <a:pt x="19812" y="12068"/>
                  </a:cubicBezTo>
                  <a:lnTo>
                    <a:pt x="18860" y="11506"/>
                  </a:lnTo>
                  <a:lnTo>
                    <a:pt x="18888" y="1151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DEA470C9-C258-498C-8C02-3AB09856F0AB}"/>
                </a:ext>
              </a:extLst>
            </p:cNvPr>
            <p:cNvSpPr/>
            <p:nvPr/>
          </p:nvSpPr>
          <p:spPr>
            <a:xfrm>
              <a:off x="5154083" y="5376611"/>
              <a:ext cx="19050" cy="19050"/>
            </a:xfrm>
            <a:custGeom>
              <a:avLst/>
              <a:gdLst>
                <a:gd name="connsiteX0" fmla="*/ 17402 w 19050"/>
                <a:gd name="connsiteY0" fmla="*/ 10601 h 19050"/>
                <a:gd name="connsiteX1" fmla="*/ 17240 w 19050"/>
                <a:gd name="connsiteY1" fmla="*/ 10496 h 19050"/>
                <a:gd name="connsiteX2" fmla="*/ 17164 w 19050"/>
                <a:gd name="connsiteY2" fmla="*/ 10392 h 19050"/>
                <a:gd name="connsiteX3" fmla="*/ 17154 w 19050"/>
                <a:gd name="connsiteY3" fmla="*/ 10373 h 19050"/>
                <a:gd name="connsiteX4" fmla="*/ 17154 w 19050"/>
                <a:gd name="connsiteY4" fmla="*/ 10363 h 19050"/>
                <a:gd name="connsiteX5" fmla="*/ 17116 w 19050"/>
                <a:gd name="connsiteY5" fmla="*/ 10325 h 19050"/>
                <a:gd name="connsiteX6" fmla="*/ 17088 w 19050"/>
                <a:gd name="connsiteY6" fmla="*/ 10249 h 19050"/>
                <a:gd name="connsiteX7" fmla="*/ 17069 w 19050"/>
                <a:gd name="connsiteY7" fmla="*/ 10182 h 19050"/>
                <a:gd name="connsiteX8" fmla="*/ 17069 w 19050"/>
                <a:gd name="connsiteY8" fmla="*/ 10106 h 19050"/>
                <a:gd name="connsiteX9" fmla="*/ 17069 w 19050"/>
                <a:gd name="connsiteY9" fmla="*/ 10087 h 19050"/>
                <a:gd name="connsiteX10" fmla="*/ 17116 w 19050"/>
                <a:gd name="connsiteY10" fmla="*/ 8649 h 19050"/>
                <a:gd name="connsiteX11" fmla="*/ 16497 w 19050"/>
                <a:gd name="connsiteY11" fmla="*/ 9010 h 19050"/>
                <a:gd name="connsiteX12" fmla="*/ 16326 w 19050"/>
                <a:gd name="connsiteY12" fmla="*/ 9096 h 19050"/>
                <a:gd name="connsiteX13" fmla="*/ 16164 w 19050"/>
                <a:gd name="connsiteY13" fmla="*/ 9144 h 19050"/>
                <a:gd name="connsiteX14" fmla="*/ 16097 w 19050"/>
                <a:gd name="connsiteY14" fmla="*/ 9173 h 19050"/>
                <a:gd name="connsiteX15" fmla="*/ 16068 w 19050"/>
                <a:gd name="connsiteY15" fmla="*/ 9173 h 19050"/>
                <a:gd name="connsiteX16" fmla="*/ 16040 w 19050"/>
                <a:gd name="connsiteY16" fmla="*/ 9182 h 19050"/>
                <a:gd name="connsiteX17" fmla="*/ 15907 w 19050"/>
                <a:gd name="connsiteY17" fmla="*/ 9201 h 19050"/>
                <a:gd name="connsiteX18" fmla="*/ 15792 w 19050"/>
                <a:gd name="connsiteY18" fmla="*/ 9220 h 19050"/>
                <a:gd name="connsiteX19" fmla="*/ 15640 w 19050"/>
                <a:gd name="connsiteY19" fmla="*/ 9220 h 19050"/>
                <a:gd name="connsiteX20" fmla="*/ 15612 w 19050"/>
                <a:gd name="connsiteY20" fmla="*/ 9220 h 19050"/>
                <a:gd name="connsiteX21" fmla="*/ 15592 w 19050"/>
                <a:gd name="connsiteY21" fmla="*/ 9220 h 19050"/>
                <a:gd name="connsiteX22" fmla="*/ 15526 w 19050"/>
                <a:gd name="connsiteY22" fmla="*/ 9220 h 19050"/>
                <a:gd name="connsiteX23" fmla="*/ 15392 w 19050"/>
                <a:gd name="connsiteY23" fmla="*/ 9211 h 19050"/>
                <a:gd name="connsiteX24" fmla="*/ 15202 w 19050"/>
                <a:gd name="connsiteY24" fmla="*/ 9192 h 19050"/>
                <a:gd name="connsiteX25" fmla="*/ 15164 w 19050"/>
                <a:gd name="connsiteY25" fmla="*/ 9173 h 19050"/>
                <a:gd name="connsiteX26" fmla="*/ 15107 w 19050"/>
                <a:gd name="connsiteY26" fmla="*/ 9154 h 19050"/>
                <a:gd name="connsiteX27" fmla="*/ 14983 w 19050"/>
                <a:gd name="connsiteY27" fmla="*/ 9125 h 19050"/>
                <a:gd name="connsiteX28" fmla="*/ 14735 w 19050"/>
                <a:gd name="connsiteY28" fmla="*/ 9010 h 19050"/>
                <a:gd name="connsiteX29" fmla="*/ 11659 w 19050"/>
                <a:gd name="connsiteY29" fmla="*/ 7144 h 19050"/>
                <a:gd name="connsiteX30" fmla="*/ 11621 w 19050"/>
                <a:gd name="connsiteY30" fmla="*/ 8287 h 19050"/>
                <a:gd name="connsiteX31" fmla="*/ 11239 w 19050"/>
                <a:gd name="connsiteY31" fmla="*/ 8801 h 19050"/>
                <a:gd name="connsiteX32" fmla="*/ 7144 w 19050"/>
                <a:gd name="connsiteY32" fmla="*/ 11182 h 19050"/>
                <a:gd name="connsiteX33" fmla="*/ 7363 w 19050"/>
                <a:gd name="connsiteY33" fmla="*/ 11382 h 19050"/>
                <a:gd name="connsiteX34" fmla="*/ 13202 w 19050"/>
                <a:gd name="connsiteY34" fmla="*/ 14907 h 19050"/>
                <a:gd name="connsiteX35" fmla="*/ 13573 w 19050"/>
                <a:gd name="connsiteY35" fmla="*/ 15069 h 19050"/>
                <a:gd name="connsiteX36" fmla="*/ 13630 w 19050"/>
                <a:gd name="connsiteY36" fmla="*/ 15078 h 19050"/>
                <a:gd name="connsiteX37" fmla="*/ 14059 w 19050"/>
                <a:gd name="connsiteY37" fmla="*/ 15126 h 19050"/>
                <a:gd name="connsiteX38" fmla="*/ 14078 w 19050"/>
                <a:gd name="connsiteY38" fmla="*/ 15126 h 19050"/>
                <a:gd name="connsiteX39" fmla="*/ 14526 w 19050"/>
                <a:gd name="connsiteY39" fmla="*/ 15078 h 19050"/>
                <a:gd name="connsiteX40" fmla="*/ 14545 w 19050"/>
                <a:gd name="connsiteY40" fmla="*/ 15069 h 19050"/>
                <a:gd name="connsiteX41" fmla="*/ 14954 w 19050"/>
                <a:gd name="connsiteY41" fmla="*/ 14907 h 19050"/>
                <a:gd name="connsiteX42" fmla="*/ 19660 w 19050"/>
                <a:gd name="connsiteY42" fmla="*/ 12173 h 19050"/>
                <a:gd name="connsiteX43" fmla="*/ 19783 w 19050"/>
                <a:gd name="connsiteY43" fmla="*/ 12078 h 19050"/>
                <a:gd name="connsiteX44" fmla="*/ 17364 w 19050"/>
                <a:gd name="connsiteY44" fmla="*/ 10611 h 19050"/>
                <a:gd name="connsiteX45" fmla="*/ 17364 w 19050"/>
                <a:gd name="connsiteY45" fmla="*/ 106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7402" y="10601"/>
                  </a:moveTo>
                  <a:cubicBezTo>
                    <a:pt x="17336" y="10563"/>
                    <a:pt x="17278" y="10535"/>
                    <a:pt x="17240" y="10496"/>
                  </a:cubicBezTo>
                  <a:cubicBezTo>
                    <a:pt x="17221" y="10458"/>
                    <a:pt x="17193" y="10430"/>
                    <a:pt x="17164" y="10392"/>
                  </a:cubicBezTo>
                  <a:lnTo>
                    <a:pt x="17154" y="10373"/>
                  </a:lnTo>
                  <a:lnTo>
                    <a:pt x="17154" y="10363"/>
                  </a:lnTo>
                  <a:cubicBezTo>
                    <a:pt x="17145" y="10354"/>
                    <a:pt x="17126" y="10325"/>
                    <a:pt x="17116" y="10325"/>
                  </a:cubicBezTo>
                  <a:cubicBezTo>
                    <a:pt x="17107" y="10306"/>
                    <a:pt x="17088" y="10278"/>
                    <a:pt x="17088" y="10249"/>
                  </a:cubicBezTo>
                  <a:cubicBezTo>
                    <a:pt x="17078" y="10230"/>
                    <a:pt x="17069" y="10182"/>
                    <a:pt x="17069" y="10182"/>
                  </a:cubicBezTo>
                  <a:lnTo>
                    <a:pt x="17069" y="10106"/>
                  </a:lnTo>
                  <a:lnTo>
                    <a:pt x="17069" y="10087"/>
                  </a:lnTo>
                  <a:lnTo>
                    <a:pt x="17116" y="8649"/>
                  </a:lnTo>
                  <a:lnTo>
                    <a:pt x="16497" y="9010"/>
                  </a:lnTo>
                  <a:cubicBezTo>
                    <a:pt x="16450" y="9039"/>
                    <a:pt x="16383" y="9077"/>
                    <a:pt x="16326" y="9096"/>
                  </a:cubicBezTo>
                  <a:cubicBezTo>
                    <a:pt x="16278" y="9096"/>
                    <a:pt x="16221" y="9125"/>
                    <a:pt x="16164" y="9144"/>
                  </a:cubicBezTo>
                  <a:cubicBezTo>
                    <a:pt x="16145" y="9154"/>
                    <a:pt x="16116" y="9154"/>
                    <a:pt x="16097" y="9173"/>
                  </a:cubicBezTo>
                  <a:lnTo>
                    <a:pt x="16068" y="9173"/>
                  </a:lnTo>
                  <a:cubicBezTo>
                    <a:pt x="16068" y="9173"/>
                    <a:pt x="16050" y="9173"/>
                    <a:pt x="16040" y="9182"/>
                  </a:cubicBezTo>
                  <a:cubicBezTo>
                    <a:pt x="16002" y="9192"/>
                    <a:pt x="15954" y="9192"/>
                    <a:pt x="15907" y="9201"/>
                  </a:cubicBezTo>
                  <a:cubicBezTo>
                    <a:pt x="15869" y="9201"/>
                    <a:pt x="15830" y="9211"/>
                    <a:pt x="15792" y="9220"/>
                  </a:cubicBezTo>
                  <a:cubicBezTo>
                    <a:pt x="15745" y="9220"/>
                    <a:pt x="15707" y="9220"/>
                    <a:pt x="15640" y="9220"/>
                  </a:cubicBezTo>
                  <a:cubicBezTo>
                    <a:pt x="15640" y="9220"/>
                    <a:pt x="15630" y="9220"/>
                    <a:pt x="15612" y="9220"/>
                  </a:cubicBezTo>
                  <a:lnTo>
                    <a:pt x="15592" y="9220"/>
                  </a:lnTo>
                  <a:cubicBezTo>
                    <a:pt x="15583" y="9220"/>
                    <a:pt x="15526" y="9220"/>
                    <a:pt x="15526" y="9220"/>
                  </a:cubicBezTo>
                  <a:cubicBezTo>
                    <a:pt x="15488" y="9220"/>
                    <a:pt x="15430" y="9220"/>
                    <a:pt x="15392" y="9211"/>
                  </a:cubicBezTo>
                  <a:cubicBezTo>
                    <a:pt x="15335" y="9211"/>
                    <a:pt x="15278" y="9201"/>
                    <a:pt x="15202" y="9192"/>
                  </a:cubicBezTo>
                  <a:cubicBezTo>
                    <a:pt x="15202" y="9192"/>
                    <a:pt x="15183" y="9182"/>
                    <a:pt x="15164" y="9173"/>
                  </a:cubicBezTo>
                  <a:cubicBezTo>
                    <a:pt x="15145" y="9173"/>
                    <a:pt x="15126" y="9154"/>
                    <a:pt x="15107" y="9154"/>
                  </a:cubicBezTo>
                  <a:cubicBezTo>
                    <a:pt x="15069" y="9144"/>
                    <a:pt x="15021" y="9134"/>
                    <a:pt x="14983" y="9125"/>
                  </a:cubicBezTo>
                  <a:cubicBezTo>
                    <a:pt x="14897" y="9096"/>
                    <a:pt x="14802" y="9058"/>
                    <a:pt x="14735" y="9010"/>
                  </a:cubicBezTo>
                  <a:lnTo>
                    <a:pt x="11659" y="7144"/>
                  </a:lnTo>
                  <a:lnTo>
                    <a:pt x="11621" y="8287"/>
                  </a:lnTo>
                  <a:cubicBezTo>
                    <a:pt x="11611" y="8477"/>
                    <a:pt x="11487" y="8658"/>
                    <a:pt x="11239" y="8801"/>
                  </a:cubicBezTo>
                  <a:lnTo>
                    <a:pt x="7144" y="11182"/>
                  </a:lnTo>
                  <a:cubicBezTo>
                    <a:pt x="7201" y="11259"/>
                    <a:pt x="7277" y="11325"/>
                    <a:pt x="7363" y="11382"/>
                  </a:cubicBezTo>
                  <a:lnTo>
                    <a:pt x="13202" y="14907"/>
                  </a:lnTo>
                  <a:cubicBezTo>
                    <a:pt x="13316" y="14983"/>
                    <a:pt x="13430" y="15030"/>
                    <a:pt x="13573" y="15069"/>
                  </a:cubicBezTo>
                  <a:cubicBezTo>
                    <a:pt x="13592" y="15069"/>
                    <a:pt x="13630" y="15078"/>
                    <a:pt x="13630" y="15078"/>
                  </a:cubicBezTo>
                  <a:cubicBezTo>
                    <a:pt x="13764" y="15107"/>
                    <a:pt x="13916" y="15126"/>
                    <a:pt x="14059" y="15126"/>
                  </a:cubicBezTo>
                  <a:lnTo>
                    <a:pt x="14078" y="15126"/>
                  </a:lnTo>
                  <a:cubicBezTo>
                    <a:pt x="14230" y="15126"/>
                    <a:pt x="14383" y="15107"/>
                    <a:pt x="14526" y="15078"/>
                  </a:cubicBezTo>
                  <a:lnTo>
                    <a:pt x="14545" y="15069"/>
                  </a:lnTo>
                  <a:cubicBezTo>
                    <a:pt x="14697" y="15030"/>
                    <a:pt x="14830" y="14973"/>
                    <a:pt x="14954" y="14907"/>
                  </a:cubicBezTo>
                  <a:lnTo>
                    <a:pt x="19660" y="12173"/>
                  </a:lnTo>
                  <a:cubicBezTo>
                    <a:pt x="19717" y="12144"/>
                    <a:pt x="19745" y="12106"/>
                    <a:pt x="19783" y="12078"/>
                  </a:cubicBezTo>
                  <a:lnTo>
                    <a:pt x="17364" y="10611"/>
                  </a:lnTo>
                  <a:lnTo>
                    <a:pt x="17364" y="10601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4937B95C-81D9-47D5-A154-E3F2910CCD1D}"/>
                </a:ext>
              </a:extLst>
            </p:cNvPr>
            <p:cNvSpPr/>
            <p:nvPr/>
          </p:nvSpPr>
          <p:spPr>
            <a:xfrm>
              <a:off x="5162484" y="5381688"/>
              <a:ext cx="19050" cy="19050"/>
            </a:xfrm>
            <a:custGeom>
              <a:avLst/>
              <a:gdLst>
                <a:gd name="connsiteX0" fmla="*/ 11630 w 19050"/>
                <a:gd name="connsiteY0" fmla="*/ 8277 h 19050"/>
                <a:gd name="connsiteX1" fmla="*/ 11239 w 19050"/>
                <a:gd name="connsiteY1" fmla="*/ 8801 h 19050"/>
                <a:gd name="connsiteX2" fmla="*/ 7144 w 19050"/>
                <a:gd name="connsiteY2" fmla="*/ 11173 h 19050"/>
                <a:gd name="connsiteX3" fmla="*/ 7363 w 19050"/>
                <a:gd name="connsiteY3" fmla="*/ 11373 h 19050"/>
                <a:gd name="connsiteX4" fmla="*/ 14640 w 19050"/>
                <a:gd name="connsiteY4" fmla="*/ 15773 h 19050"/>
                <a:gd name="connsiteX5" fmla="*/ 15002 w 19050"/>
                <a:gd name="connsiteY5" fmla="*/ 15916 h 19050"/>
                <a:gd name="connsiteX6" fmla="*/ 15069 w 19050"/>
                <a:gd name="connsiteY6" fmla="*/ 15945 h 19050"/>
                <a:gd name="connsiteX7" fmla="*/ 15488 w 19050"/>
                <a:gd name="connsiteY7" fmla="*/ 15983 h 19050"/>
                <a:gd name="connsiteX8" fmla="*/ 15507 w 19050"/>
                <a:gd name="connsiteY8" fmla="*/ 15983 h 19050"/>
                <a:gd name="connsiteX9" fmla="*/ 15955 w 19050"/>
                <a:gd name="connsiteY9" fmla="*/ 15916 h 19050"/>
                <a:gd name="connsiteX10" fmla="*/ 15973 w 19050"/>
                <a:gd name="connsiteY10" fmla="*/ 15916 h 19050"/>
                <a:gd name="connsiteX11" fmla="*/ 16383 w 19050"/>
                <a:gd name="connsiteY11" fmla="*/ 15764 h 19050"/>
                <a:gd name="connsiteX12" fmla="*/ 21089 w 19050"/>
                <a:gd name="connsiteY12" fmla="*/ 13040 h 19050"/>
                <a:gd name="connsiteX13" fmla="*/ 21231 w 19050"/>
                <a:gd name="connsiteY13" fmla="*/ 12916 h 19050"/>
                <a:gd name="connsiteX14" fmla="*/ 11668 w 19050"/>
                <a:gd name="connsiteY14" fmla="*/ 7144 h 19050"/>
                <a:gd name="connsiteX15" fmla="*/ 11630 w 19050"/>
                <a:gd name="connsiteY15" fmla="*/ 82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50" h="19050">
                  <a:moveTo>
                    <a:pt x="11630" y="8277"/>
                  </a:moveTo>
                  <a:cubicBezTo>
                    <a:pt x="11621" y="8477"/>
                    <a:pt x="11487" y="8658"/>
                    <a:pt x="11239" y="8801"/>
                  </a:cubicBezTo>
                  <a:lnTo>
                    <a:pt x="7144" y="11173"/>
                  </a:lnTo>
                  <a:cubicBezTo>
                    <a:pt x="7211" y="11249"/>
                    <a:pt x="7268" y="11306"/>
                    <a:pt x="7363" y="11373"/>
                  </a:cubicBezTo>
                  <a:lnTo>
                    <a:pt x="14640" y="15773"/>
                  </a:lnTo>
                  <a:cubicBezTo>
                    <a:pt x="14745" y="15831"/>
                    <a:pt x="14859" y="15888"/>
                    <a:pt x="15002" y="15916"/>
                  </a:cubicBezTo>
                  <a:cubicBezTo>
                    <a:pt x="15021" y="15916"/>
                    <a:pt x="15040" y="15935"/>
                    <a:pt x="15069" y="15945"/>
                  </a:cubicBezTo>
                  <a:cubicBezTo>
                    <a:pt x="15202" y="15964"/>
                    <a:pt x="15345" y="15983"/>
                    <a:pt x="15488" y="15983"/>
                  </a:cubicBezTo>
                  <a:lnTo>
                    <a:pt x="15507" y="15983"/>
                  </a:lnTo>
                  <a:cubicBezTo>
                    <a:pt x="15659" y="15983"/>
                    <a:pt x="15802" y="15964"/>
                    <a:pt x="15955" y="15916"/>
                  </a:cubicBezTo>
                  <a:lnTo>
                    <a:pt x="15973" y="15916"/>
                  </a:lnTo>
                  <a:cubicBezTo>
                    <a:pt x="16126" y="15888"/>
                    <a:pt x="16250" y="15831"/>
                    <a:pt x="16383" y="15764"/>
                  </a:cubicBezTo>
                  <a:lnTo>
                    <a:pt x="21089" y="13040"/>
                  </a:lnTo>
                  <a:cubicBezTo>
                    <a:pt x="21146" y="13002"/>
                    <a:pt x="21165" y="12973"/>
                    <a:pt x="21231" y="12916"/>
                  </a:cubicBezTo>
                  <a:lnTo>
                    <a:pt x="11668" y="7144"/>
                  </a:lnTo>
                  <a:lnTo>
                    <a:pt x="11630" y="827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573C3707-5379-4663-AB80-4CF3CB0551F2}"/>
                </a:ext>
              </a:extLst>
            </p:cNvPr>
            <p:cNvSpPr/>
            <p:nvPr/>
          </p:nvSpPr>
          <p:spPr>
            <a:xfrm>
              <a:off x="5149663" y="5382431"/>
              <a:ext cx="28575" cy="19050"/>
            </a:xfrm>
            <a:custGeom>
              <a:avLst/>
              <a:gdLst>
                <a:gd name="connsiteX0" fmla="*/ 20126 w 28575"/>
                <a:gd name="connsiteY0" fmla="*/ 12306 h 19050"/>
                <a:gd name="connsiteX1" fmla="*/ 19964 w 28575"/>
                <a:gd name="connsiteY1" fmla="*/ 12192 h 19050"/>
                <a:gd name="connsiteX2" fmla="*/ 19878 w 28575"/>
                <a:gd name="connsiteY2" fmla="*/ 12097 h 19050"/>
                <a:gd name="connsiteX3" fmla="*/ 19878 w 28575"/>
                <a:gd name="connsiteY3" fmla="*/ 12078 h 19050"/>
                <a:gd name="connsiteX4" fmla="*/ 19869 w 28575"/>
                <a:gd name="connsiteY4" fmla="*/ 12068 h 19050"/>
                <a:gd name="connsiteX5" fmla="*/ 19840 w 28575"/>
                <a:gd name="connsiteY5" fmla="*/ 12030 h 19050"/>
                <a:gd name="connsiteX6" fmla="*/ 19821 w 28575"/>
                <a:gd name="connsiteY6" fmla="*/ 11944 h 19050"/>
                <a:gd name="connsiteX7" fmla="*/ 19793 w 28575"/>
                <a:gd name="connsiteY7" fmla="*/ 11878 h 19050"/>
                <a:gd name="connsiteX8" fmla="*/ 19783 w 28575"/>
                <a:gd name="connsiteY8" fmla="*/ 11802 h 19050"/>
                <a:gd name="connsiteX9" fmla="*/ 19783 w 28575"/>
                <a:gd name="connsiteY9" fmla="*/ 11782 h 19050"/>
                <a:gd name="connsiteX10" fmla="*/ 19840 w 28575"/>
                <a:gd name="connsiteY10" fmla="*/ 10487 h 19050"/>
                <a:gd name="connsiteX11" fmla="*/ 19355 w 28575"/>
                <a:gd name="connsiteY11" fmla="*/ 10763 h 19050"/>
                <a:gd name="connsiteX12" fmla="*/ 19155 w 28575"/>
                <a:gd name="connsiteY12" fmla="*/ 10859 h 19050"/>
                <a:gd name="connsiteX13" fmla="*/ 19002 w 28575"/>
                <a:gd name="connsiteY13" fmla="*/ 10906 h 19050"/>
                <a:gd name="connsiteX14" fmla="*/ 18935 w 28575"/>
                <a:gd name="connsiteY14" fmla="*/ 10916 h 19050"/>
                <a:gd name="connsiteX15" fmla="*/ 18907 w 28575"/>
                <a:gd name="connsiteY15" fmla="*/ 10925 h 19050"/>
                <a:gd name="connsiteX16" fmla="*/ 18878 w 28575"/>
                <a:gd name="connsiteY16" fmla="*/ 10935 h 19050"/>
                <a:gd name="connsiteX17" fmla="*/ 18745 w 28575"/>
                <a:gd name="connsiteY17" fmla="*/ 10954 h 19050"/>
                <a:gd name="connsiteX18" fmla="*/ 18621 w 28575"/>
                <a:gd name="connsiteY18" fmla="*/ 10992 h 19050"/>
                <a:gd name="connsiteX19" fmla="*/ 18497 w 28575"/>
                <a:gd name="connsiteY19" fmla="*/ 10992 h 19050"/>
                <a:gd name="connsiteX20" fmla="*/ 18459 w 28575"/>
                <a:gd name="connsiteY20" fmla="*/ 10992 h 19050"/>
                <a:gd name="connsiteX21" fmla="*/ 18440 w 28575"/>
                <a:gd name="connsiteY21" fmla="*/ 10992 h 19050"/>
                <a:gd name="connsiteX22" fmla="*/ 18364 w 28575"/>
                <a:gd name="connsiteY22" fmla="*/ 10992 h 19050"/>
                <a:gd name="connsiteX23" fmla="*/ 18231 w 28575"/>
                <a:gd name="connsiteY23" fmla="*/ 10982 h 19050"/>
                <a:gd name="connsiteX24" fmla="*/ 18069 w 28575"/>
                <a:gd name="connsiteY24" fmla="*/ 10954 h 19050"/>
                <a:gd name="connsiteX25" fmla="*/ 18002 w 28575"/>
                <a:gd name="connsiteY25" fmla="*/ 10935 h 19050"/>
                <a:gd name="connsiteX26" fmla="*/ 17945 w 28575"/>
                <a:gd name="connsiteY26" fmla="*/ 10916 h 19050"/>
                <a:gd name="connsiteX27" fmla="*/ 17831 w 28575"/>
                <a:gd name="connsiteY27" fmla="*/ 10887 h 19050"/>
                <a:gd name="connsiteX28" fmla="*/ 17573 w 28575"/>
                <a:gd name="connsiteY28" fmla="*/ 10782 h 19050"/>
                <a:gd name="connsiteX29" fmla="*/ 11735 w 28575"/>
                <a:gd name="connsiteY29" fmla="*/ 7230 h 19050"/>
                <a:gd name="connsiteX30" fmla="*/ 11706 w 28575"/>
                <a:gd name="connsiteY30" fmla="*/ 7220 h 19050"/>
                <a:gd name="connsiteX31" fmla="*/ 11601 w 28575"/>
                <a:gd name="connsiteY31" fmla="*/ 7144 h 19050"/>
                <a:gd name="connsiteX32" fmla="*/ 11563 w 28575"/>
                <a:gd name="connsiteY32" fmla="*/ 8268 h 19050"/>
                <a:gd name="connsiteX33" fmla="*/ 11173 w 28575"/>
                <a:gd name="connsiteY33" fmla="*/ 8801 h 19050"/>
                <a:gd name="connsiteX34" fmla="*/ 7144 w 28575"/>
                <a:gd name="connsiteY34" fmla="*/ 11135 h 19050"/>
                <a:gd name="connsiteX35" fmla="*/ 7172 w 28575"/>
                <a:gd name="connsiteY35" fmla="*/ 11201 h 19050"/>
                <a:gd name="connsiteX36" fmla="*/ 7182 w 28575"/>
                <a:gd name="connsiteY36" fmla="*/ 11221 h 19050"/>
                <a:gd name="connsiteX37" fmla="*/ 7420 w 28575"/>
                <a:gd name="connsiteY37" fmla="*/ 11440 h 19050"/>
                <a:gd name="connsiteX38" fmla="*/ 20212 w 28575"/>
                <a:gd name="connsiteY38" fmla="*/ 19174 h 19050"/>
                <a:gd name="connsiteX39" fmla="*/ 20583 w 28575"/>
                <a:gd name="connsiteY39" fmla="*/ 19326 h 19050"/>
                <a:gd name="connsiteX40" fmla="*/ 20631 w 28575"/>
                <a:gd name="connsiteY40" fmla="*/ 19345 h 19050"/>
                <a:gd name="connsiteX41" fmla="*/ 21069 w 28575"/>
                <a:gd name="connsiteY41" fmla="*/ 19393 h 19050"/>
                <a:gd name="connsiteX42" fmla="*/ 21069 w 28575"/>
                <a:gd name="connsiteY42" fmla="*/ 19393 h 19050"/>
                <a:gd name="connsiteX43" fmla="*/ 21536 w 28575"/>
                <a:gd name="connsiteY43" fmla="*/ 19336 h 19050"/>
                <a:gd name="connsiteX44" fmla="*/ 21545 w 28575"/>
                <a:gd name="connsiteY44" fmla="*/ 19336 h 19050"/>
                <a:gd name="connsiteX45" fmla="*/ 21945 w 28575"/>
                <a:gd name="connsiteY45" fmla="*/ 19174 h 19050"/>
                <a:gd name="connsiteX46" fmla="*/ 26660 w 28575"/>
                <a:gd name="connsiteY46" fmla="*/ 16450 h 19050"/>
                <a:gd name="connsiteX47" fmla="*/ 26784 w 28575"/>
                <a:gd name="connsiteY47" fmla="*/ 16345 h 19050"/>
                <a:gd name="connsiteX48" fmla="*/ 20126 w 28575"/>
                <a:gd name="connsiteY48" fmla="*/ 12306 h 19050"/>
                <a:gd name="connsiteX49" fmla="*/ 20126 w 28575"/>
                <a:gd name="connsiteY49" fmla="*/ 123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575" h="19050">
                  <a:moveTo>
                    <a:pt x="20126" y="12306"/>
                  </a:moveTo>
                  <a:cubicBezTo>
                    <a:pt x="20060" y="12268"/>
                    <a:pt x="20012" y="12240"/>
                    <a:pt x="19964" y="12192"/>
                  </a:cubicBezTo>
                  <a:cubicBezTo>
                    <a:pt x="19936" y="12154"/>
                    <a:pt x="19917" y="12125"/>
                    <a:pt x="19878" y="12097"/>
                  </a:cubicBezTo>
                  <a:lnTo>
                    <a:pt x="19878" y="12078"/>
                  </a:lnTo>
                  <a:lnTo>
                    <a:pt x="19869" y="12068"/>
                  </a:lnTo>
                  <a:cubicBezTo>
                    <a:pt x="19860" y="12059"/>
                    <a:pt x="19850" y="12049"/>
                    <a:pt x="19840" y="12030"/>
                  </a:cubicBezTo>
                  <a:cubicBezTo>
                    <a:pt x="19840" y="11992"/>
                    <a:pt x="19821" y="11973"/>
                    <a:pt x="19821" y="11944"/>
                  </a:cubicBezTo>
                  <a:cubicBezTo>
                    <a:pt x="19802" y="11925"/>
                    <a:pt x="19802" y="11906"/>
                    <a:pt x="19793" y="11878"/>
                  </a:cubicBezTo>
                  <a:lnTo>
                    <a:pt x="19783" y="11802"/>
                  </a:lnTo>
                  <a:lnTo>
                    <a:pt x="19783" y="11782"/>
                  </a:lnTo>
                  <a:lnTo>
                    <a:pt x="19840" y="10487"/>
                  </a:lnTo>
                  <a:lnTo>
                    <a:pt x="19355" y="10763"/>
                  </a:lnTo>
                  <a:cubicBezTo>
                    <a:pt x="19288" y="10801"/>
                    <a:pt x="19231" y="10830"/>
                    <a:pt x="19155" y="10859"/>
                  </a:cubicBezTo>
                  <a:cubicBezTo>
                    <a:pt x="19117" y="10878"/>
                    <a:pt x="19050" y="10887"/>
                    <a:pt x="19002" y="10906"/>
                  </a:cubicBezTo>
                  <a:cubicBezTo>
                    <a:pt x="18983" y="10916"/>
                    <a:pt x="18964" y="10916"/>
                    <a:pt x="18935" y="10916"/>
                  </a:cubicBezTo>
                  <a:cubicBezTo>
                    <a:pt x="18935" y="10925"/>
                    <a:pt x="18907" y="10925"/>
                    <a:pt x="18907" y="10925"/>
                  </a:cubicBezTo>
                  <a:cubicBezTo>
                    <a:pt x="18897" y="10925"/>
                    <a:pt x="18878" y="10935"/>
                    <a:pt x="18878" y="10935"/>
                  </a:cubicBezTo>
                  <a:cubicBezTo>
                    <a:pt x="18831" y="10954"/>
                    <a:pt x="18783" y="10954"/>
                    <a:pt x="18745" y="10954"/>
                  </a:cubicBezTo>
                  <a:cubicBezTo>
                    <a:pt x="18707" y="10982"/>
                    <a:pt x="18669" y="10982"/>
                    <a:pt x="18621" y="10992"/>
                  </a:cubicBezTo>
                  <a:cubicBezTo>
                    <a:pt x="18583" y="10992"/>
                    <a:pt x="18535" y="10992"/>
                    <a:pt x="18497" y="10992"/>
                  </a:cubicBezTo>
                  <a:cubicBezTo>
                    <a:pt x="18478" y="10992"/>
                    <a:pt x="18459" y="10992"/>
                    <a:pt x="18459" y="10992"/>
                  </a:cubicBezTo>
                  <a:lnTo>
                    <a:pt x="18440" y="10992"/>
                  </a:lnTo>
                  <a:cubicBezTo>
                    <a:pt x="18421" y="10992"/>
                    <a:pt x="18364" y="10992"/>
                    <a:pt x="18364" y="10992"/>
                  </a:cubicBezTo>
                  <a:cubicBezTo>
                    <a:pt x="18326" y="10992"/>
                    <a:pt x="18269" y="10992"/>
                    <a:pt x="18231" y="10982"/>
                  </a:cubicBezTo>
                  <a:cubicBezTo>
                    <a:pt x="18174" y="10982"/>
                    <a:pt x="18116" y="10954"/>
                    <a:pt x="18069" y="10954"/>
                  </a:cubicBezTo>
                  <a:cubicBezTo>
                    <a:pt x="18050" y="10954"/>
                    <a:pt x="18002" y="10935"/>
                    <a:pt x="18002" y="10935"/>
                  </a:cubicBezTo>
                  <a:cubicBezTo>
                    <a:pt x="17983" y="10925"/>
                    <a:pt x="17964" y="10925"/>
                    <a:pt x="17945" y="10916"/>
                  </a:cubicBezTo>
                  <a:cubicBezTo>
                    <a:pt x="17907" y="10906"/>
                    <a:pt x="17869" y="10906"/>
                    <a:pt x="17831" y="10887"/>
                  </a:cubicBezTo>
                  <a:cubicBezTo>
                    <a:pt x="17736" y="10859"/>
                    <a:pt x="17640" y="10821"/>
                    <a:pt x="17573" y="10782"/>
                  </a:cubicBezTo>
                  <a:lnTo>
                    <a:pt x="11735" y="7230"/>
                  </a:lnTo>
                  <a:lnTo>
                    <a:pt x="11706" y="7220"/>
                  </a:lnTo>
                  <a:cubicBezTo>
                    <a:pt x="11668" y="7191"/>
                    <a:pt x="11630" y="7163"/>
                    <a:pt x="11601" y="7144"/>
                  </a:cubicBezTo>
                  <a:lnTo>
                    <a:pt x="11563" y="8268"/>
                  </a:lnTo>
                  <a:cubicBezTo>
                    <a:pt x="11563" y="8458"/>
                    <a:pt x="11420" y="8649"/>
                    <a:pt x="11173" y="8801"/>
                  </a:cubicBezTo>
                  <a:lnTo>
                    <a:pt x="7144" y="11135"/>
                  </a:lnTo>
                  <a:cubicBezTo>
                    <a:pt x="7153" y="11154"/>
                    <a:pt x="7144" y="11182"/>
                    <a:pt x="7172" y="11201"/>
                  </a:cubicBezTo>
                  <a:lnTo>
                    <a:pt x="7182" y="11221"/>
                  </a:lnTo>
                  <a:cubicBezTo>
                    <a:pt x="7229" y="11287"/>
                    <a:pt x="7315" y="11373"/>
                    <a:pt x="7420" y="11440"/>
                  </a:cubicBezTo>
                  <a:lnTo>
                    <a:pt x="20212" y="19174"/>
                  </a:lnTo>
                  <a:cubicBezTo>
                    <a:pt x="20317" y="19250"/>
                    <a:pt x="20441" y="19298"/>
                    <a:pt x="20583" y="19326"/>
                  </a:cubicBezTo>
                  <a:cubicBezTo>
                    <a:pt x="20603" y="19336"/>
                    <a:pt x="20631" y="19345"/>
                    <a:pt x="20631" y="19345"/>
                  </a:cubicBezTo>
                  <a:cubicBezTo>
                    <a:pt x="20774" y="19365"/>
                    <a:pt x="20907" y="19393"/>
                    <a:pt x="21069" y="19393"/>
                  </a:cubicBezTo>
                  <a:lnTo>
                    <a:pt x="21069" y="19393"/>
                  </a:lnTo>
                  <a:cubicBezTo>
                    <a:pt x="21231" y="19393"/>
                    <a:pt x="21384" y="19365"/>
                    <a:pt x="21536" y="19336"/>
                  </a:cubicBezTo>
                  <a:lnTo>
                    <a:pt x="21545" y="19336"/>
                  </a:lnTo>
                  <a:cubicBezTo>
                    <a:pt x="21688" y="19298"/>
                    <a:pt x="21822" y="19250"/>
                    <a:pt x="21945" y="19174"/>
                  </a:cubicBezTo>
                  <a:lnTo>
                    <a:pt x="26660" y="16450"/>
                  </a:lnTo>
                  <a:cubicBezTo>
                    <a:pt x="26708" y="16431"/>
                    <a:pt x="26746" y="16383"/>
                    <a:pt x="26784" y="16345"/>
                  </a:cubicBezTo>
                  <a:lnTo>
                    <a:pt x="20126" y="12306"/>
                  </a:lnTo>
                  <a:lnTo>
                    <a:pt x="20126" y="1230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142E0A8C-4AE2-4F3C-AF52-CA9C0BBFE198}"/>
                </a:ext>
              </a:extLst>
            </p:cNvPr>
            <p:cNvSpPr/>
            <p:nvPr/>
          </p:nvSpPr>
          <p:spPr>
            <a:xfrm>
              <a:off x="5147987" y="5389994"/>
              <a:ext cx="19050" cy="19050"/>
            </a:xfrm>
            <a:custGeom>
              <a:avLst/>
              <a:gdLst>
                <a:gd name="connsiteX0" fmla="*/ 11630 w 19050"/>
                <a:gd name="connsiteY0" fmla="*/ 8363 h 19050"/>
                <a:gd name="connsiteX1" fmla="*/ 11240 w 19050"/>
                <a:gd name="connsiteY1" fmla="*/ 8896 h 19050"/>
                <a:gd name="connsiteX2" fmla="*/ 7144 w 19050"/>
                <a:gd name="connsiteY2" fmla="*/ 11249 h 19050"/>
                <a:gd name="connsiteX3" fmla="*/ 7363 w 19050"/>
                <a:gd name="connsiteY3" fmla="*/ 11459 h 19050"/>
                <a:gd name="connsiteX4" fmla="*/ 13202 w 19050"/>
                <a:gd name="connsiteY4" fmla="*/ 15002 h 19050"/>
                <a:gd name="connsiteX5" fmla="*/ 13564 w 19050"/>
                <a:gd name="connsiteY5" fmla="*/ 15145 h 19050"/>
                <a:gd name="connsiteX6" fmla="*/ 13640 w 19050"/>
                <a:gd name="connsiteY6" fmla="*/ 15164 h 19050"/>
                <a:gd name="connsiteX7" fmla="*/ 14059 w 19050"/>
                <a:gd name="connsiteY7" fmla="*/ 15211 h 19050"/>
                <a:gd name="connsiteX8" fmla="*/ 14078 w 19050"/>
                <a:gd name="connsiteY8" fmla="*/ 15211 h 19050"/>
                <a:gd name="connsiteX9" fmla="*/ 14526 w 19050"/>
                <a:gd name="connsiteY9" fmla="*/ 15154 h 19050"/>
                <a:gd name="connsiteX10" fmla="*/ 14535 w 19050"/>
                <a:gd name="connsiteY10" fmla="*/ 15154 h 19050"/>
                <a:gd name="connsiteX11" fmla="*/ 14954 w 19050"/>
                <a:gd name="connsiteY11" fmla="*/ 15002 h 19050"/>
                <a:gd name="connsiteX12" fmla="*/ 19650 w 19050"/>
                <a:gd name="connsiteY12" fmla="*/ 12268 h 19050"/>
                <a:gd name="connsiteX13" fmla="*/ 19850 w 19050"/>
                <a:gd name="connsiteY13" fmla="*/ 12097 h 19050"/>
                <a:gd name="connsiteX14" fmla="*/ 11659 w 19050"/>
                <a:gd name="connsiteY14" fmla="*/ 7144 h 19050"/>
                <a:gd name="connsiteX15" fmla="*/ 11630 w 19050"/>
                <a:gd name="connsiteY15" fmla="*/ 83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50" h="19050">
                  <a:moveTo>
                    <a:pt x="11630" y="8363"/>
                  </a:moveTo>
                  <a:cubicBezTo>
                    <a:pt x="11611" y="8563"/>
                    <a:pt x="11487" y="8744"/>
                    <a:pt x="11240" y="8896"/>
                  </a:cubicBezTo>
                  <a:lnTo>
                    <a:pt x="7144" y="11249"/>
                  </a:lnTo>
                  <a:cubicBezTo>
                    <a:pt x="7191" y="11335"/>
                    <a:pt x="7268" y="11411"/>
                    <a:pt x="7363" y="11459"/>
                  </a:cubicBezTo>
                  <a:lnTo>
                    <a:pt x="13202" y="15002"/>
                  </a:lnTo>
                  <a:cubicBezTo>
                    <a:pt x="13306" y="15059"/>
                    <a:pt x="13430" y="15107"/>
                    <a:pt x="13564" y="15145"/>
                  </a:cubicBezTo>
                  <a:cubicBezTo>
                    <a:pt x="13583" y="15154"/>
                    <a:pt x="13611" y="15154"/>
                    <a:pt x="13640" y="15164"/>
                  </a:cubicBezTo>
                  <a:cubicBezTo>
                    <a:pt x="13773" y="15202"/>
                    <a:pt x="13897" y="15211"/>
                    <a:pt x="14059" y="15211"/>
                  </a:cubicBezTo>
                  <a:lnTo>
                    <a:pt x="14078" y="15211"/>
                  </a:lnTo>
                  <a:cubicBezTo>
                    <a:pt x="14221" y="15211"/>
                    <a:pt x="14373" y="15202"/>
                    <a:pt x="14526" y="15154"/>
                  </a:cubicBezTo>
                  <a:lnTo>
                    <a:pt x="14535" y="15154"/>
                  </a:lnTo>
                  <a:cubicBezTo>
                    <a:pt x="14688" y="15126"/>
                    <a:pt x="14821" y="15069"/>
                    <a:pt x="14954" y="15002"/>
                  </a:cubicBezTo>
                  <a:lnTo>
                    <a:pt x="19650" y="12268"/>
                  </a:lnTo>
                  <a:cubicBezTo>
                    <a:pt x="19745" y="12220"/>
                    <a:pt x="19783" y="12164"/>
                    <a:pt x="19850" y="12097"/>
                  </a:cubicBezTo>
                  <a:lnTo>
                    <a:pt x="11659" y="7144"/>
                  </a:lnTo>
                  <a:lnTo>
                    <a:pt x="11630" y="8363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544737E-D091-44E1-927B-4D872F2DFE61}"/>
                </a:ext>
              </a:extLst>
            </p:cNvPr>
            <p:cNvSpPr/>
            <p:nvPr/>
          </p:nvSpPr>
          <p:spPr>
            <a:xfrm>
              <a:off x="5143482" y="5395880"/>
              <a:ext cx="19050" cy="19050"/>
            </a:xfrm>
            <a:custGeom>
              <a:avLst/>
              <a:gdLst>
                <a:gd name="connsiteX0" fmla="*/ 18583 w 19050"/>
                <a:gd name="connsiteY0" fmla="*/ 11011 h 19050"/>
                <a:gd name="connsiteX1" fmla="*/ 18517 w 19050"/>
                <a:gd name="connsiteY1" fmla="*/ 11011 h 19050"/>
                <a:gd name="connsiteX2" fmla="*/ 18507 w 19050"/>
                <a:gd name="connsiteY2" fmla="*/ 11011 h 19050"/>
                <a:gd name="connsiteX3" fmla="*/ 18440 w 19050"/>
                <a:gd name="connsiteY3" fmla="*/ 11011 h 19050"/>
                <a:gd name="connsiteX4" fmla="*/ 18307 w 19050"/>
                <a:gd name="connsiteY4" fmla="*/ 11001 h 19050"/>
                <a:gd name="connsiteX5" fmla="*/ 18145 w 19050"/>
                <a:gd name="connsiteY5" fmla="*/ 10982 h 19050"/>
                <a:gd name="connsiteX6" fmla="*/ 18059 w 19050"/>
                <a:gd name="connsiteY6" fmla="*/ 10944 h 19050"/>
                <a:gd name="connsiteX7" fmla="*/ 18021 w 19050"/>
                <a:gd name="connsiteY7" fmla="*/ 10944 h 19050"/>
                <a:gd name="connsiteX8" fmla="*/ 17907 w 19050"/>
                <a:gd name="connsiteY8" fmla="*/ 10906 h 19050"/>
                <a:gd name="connsiteX9" fmla="*/ 17650 w 19050"/>
                <a:gd name="connsiteY9" fmla="*/ 10782 h 19050"/>
                <a:gd name="connsiteX10" fmla="*/ 11802 w 19050"/>
                <a:gd name="connsiteY10" fmla="*/ 7248 h 19050"/>
                <a:gd name="connsiteX11" fmla="*/ 11792 w 19050"/>
                <a:gd name="connsiteY11" fmla="*/ 7248 h 19050"/>
                <a:gd name="connsiteX12" fmla="*/ 11659 w 19050"/>
                <a:gd name="connsiteY12" fmla="*/ 7144 h 19050"/>
                <a:gd name="connsiteX13" fmla="*/ 11611 w 19050"/>
                <a:gd name="connsiteY13" fmla="*/ 8315 h 19050"/>
                <a:gd name="connsiteX14" fmla="*/ 11239 w 19050"/>
                <a:gd name="connsiteY14" fmla="*/ 8830 h 19050"/>
                <a:gd name="connsiteX15" fmla="*/ 7144 w 19050"/>
                <a:gd name="connsiteY15" fmla="*/ 11211 h 19050"/>
                <a:gd name="connsiteX16" fmla="*/ 7353 w 19050"/>
                <a:gd name="connsiteY16" fmla="*/ 11411 h 19050"/>
                <a:gd name="connsiteX17" fmla="*/ 11887 w 19050"/>
                <a:gd name="connsiteY17" fmla="*/ 14144 h 19050"/>
                <a:gd name="connsiteX18" fmla="*/ 12268 w 19050"/>
                <a:gd name="connsiteY18" fmla="*/ 14316 h 19050"/>
                <a:gd name="connsiteX19" fmla="*/ 12316 w 19050"/>
                <a:gd name="connsiteY19" fmla="*/ 14316 h 19050"/>
                <a:gd name="connsiteX20" fmla="*/ 12735 w 19050"/>
                <a:gd name="connsiteY20" fmla="*/ 14373 h 19050"/>
                <a:gd name="connsiteX21" fmla="*/ 12754 w 19050"/>
                <a:gd name="connsiteY21" fmla="*/ 14373 h 19050"/>
                <a:gd name="connsiteX22" fmla="*/ 13211 w 19050"/>
                <a:gd name="connsiteY22" fmla="*/ 14316 h 19050"/>
                <a:gd name="connsiteX23" fmla="*/ 13230 w 19050"/>
                <a:gd name="connsiteY23" fmla="*/ 14316 h 19050"/>
                <a:gd name="connsiteX24" fmla="*/ 13630 w 19050"/>
                <a:gd name="connsiteY24" fmla="*/ 14144 h 19050"/>
                <a:gd name="connsiteX25" fmla="*/ 18345 w 19050"/>
                <a:gd name="connsiteY25" fmla="*/ 11420 h 19050"/>
                <a:gd name="connsiteX26" fmla="*/ 18688 w 19050"/>
                <a:gd name="connsiteY26" fmla="*/ 11001 h 19050"/>
                <a:gd name="connsiteX27" fmla="*/ 18679 w 19050"/>
                <a:gd name="connsiteY27" fmla="*/ 11001 h 19050"/>
                <a:gd name="connsiteX28" fmla="*/ 18583 w 19050"/>
                <a:gd name="connsiteY28" fmla="*/ 11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050" h="19050">
                  <a:moveTo>
                    <a:pt x="18583" y="11011"/>
                  </a:moveTo>
                  <a:cubicBezTo>
                    <a:pt x="18564" y="11011"/>
                    <a:pt x="18545" y="11011"/>
                    <a:pt x="18517" y="11011"/>
                  </a:cubicBezTo>
                  <a:lnTo>
                    <a:pt x="18507" y="11011"/>
                  </a:lnTo>
                  <a:cubicBezTo>
                    <a:pt x="18488" y="11011"/>
                    <a:pt x="18469" y="11011"/>
                    <a:pt x="18440" y="11011"/>
                  </a:cubicBezTo>
                  <a:cubicBezTo>
                    <a:pt x="18393" y="11011"/>
                    <a:pt x="18355" y="11001"/>
                    <a:pt x="18307" y="11001"/>
                  </a:cubicBezTo>
                  <a:cubicBezTo>
                    <a:pt x="18250" y="11001"/>
                    <a:pt x="18193" y="10982"/>
                    <a:pt x="18145" y="10982"/>
                  </a:cubicBezTo>
                  <a:cubicBezTo>
                    <a:pt x="18117" y="10963"/>
                    <a:pt x="18097" y="10963"/>
                    <a:pt x="18059" y="10944"/>
                  </a:cubicBezTo>
                  <a:cubicBezTo>
                    <a:pt x="18059" y="10944"/>
                    <a:pt x="18040" y="10944"/>
                    <a:pt x="18021" y="10944"/>
                  </a:cubicBezTo>
                  <a:cubicBezTo>
                    <a:pt x="17983" y="10925"/>
                    <a:pt x="17936" y="10916"/>
                    <a:pt x="17907" y="10906"/>
                  </a:cubicBezTo>
                  <a:cubicBezTo>
                    <a:pt x="17802" y="10878"/>
                    <a:pt x="17726" y="10839"/>
                    <a:pt x="17650" y="10782"/>
                  </a:cubicBezTo>
                  <a:lnTo>
                    <a:pt x="11802" y="7248"/>
                  </a:lnTo>
                  <a:lnTo>
                    <a:pt x="11792" y="7248"/>
                  </a:lnTo>
                  <a:cubicBezTo>
                    <a:pt x="11744" y="7210"/>
                    <a:pt x="11697" y="7182"/>
                    <a:pt x="11659" y="7144"/>
                  </a:cubicBezTo>
                  <a:lnTo>
                    <a:pt x="11611" y="8315"/>
                  </a:lnTo>
                  <a:cubicBezTo>
                    <a:pt x="11611" y="8506"/>
                    <a:pt x="11478" y="8687"/>
                    <a:pt x="11239" y="8830"/>
                  </a:cubicBezTo>
                  <a:lnTo>
                    <a:pt x="7144" y="11211"/>
                  </a:lnTo>
                  <a:cubicBezTo>
                    <a:pt x="7201" y="11278"/>
                    <a:pt x="7258" y="11344"/>
                    <a:pt x="7353" y="11411"/>
                  </a:cubicBezTo>
                  <a:lnTo>
                    <a:pt x="11887" y="14144"/>
                  </a:lnTo>
                  <a:cubicBezTo>
                    <a:pt x="11992" y="14211"/>
                    <a:pt x="12116" y="14268"/>
                    <a:pt x="12268" y="14316"/>
                  </a:cubicBezTo>
                  <a:cubicBezTo>
                    <a:pt x="12278" y="14316"/>
                    <a:pt x="12316" y="14316"/>
                    <a:pt x="12316" y="14316"/>
                  </a:cubicBezTo>
                  <a:cubicBezTo>
                    <a:pt x="12459" y="14354"/>
                    <a:pt x="12583" y="14373"/>
                    <a:pt x="12735" y="14373"/>
                  </a:cubicBezTo>
                  <a:lnTo>
                    <a:pt x="12754" y="14373"/>
                  </a:lnTo>
                  <a:cubicBezTo>
                    <a:pt x="12916" y="14373"/>
                    <a:pt x="13068" y="14354"/>
                    <a:pt x="13211" y="14316"/>
                  </a:cubicBezTo>
                  <a:lnTo>
                    <a:pt x="13230" y="14316"/>
                  </a:lnTo>
                  <a:cubicBezTo>
                    <a:pt x="13383" y="14278"/>
                    <a:pt x="13506" y="14211"/>
                    <a:pt x="13630" y="14144"/>
                  </a:cubicBezTo>
                  <a:lnTo>
                    <a:pt x="18345" y="11420"/>
                  </a:lnTo>
                  <a:cubicBezTo>
                    <a:pt x="18545" y="11296"/>
                    <a:pt x="18650" y="11154"/>
                    <a:pt x="18688" y="11001"/>
                  </a:cubicBezTo>
                  <a:lnTo>
                    <a:pt x="18679" y="11001"/>
                  </a:lnTo>
                  <a:cubicBezTo>
                    <a:pt x="18669" y="11001"/>
                    <a:pt x="18612" y="11011"/>
                    <a:pt x="18583" y="11011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18D9FC-128F-45DD-8089-ACCE03BA64C4}"/>
                </a:ext>
              </a:extLst>
            </p:cNvPr>
            <p:cNvSpPr/>
            <p:nvPr/>
          </p:nvSpPr>
          <p:spPr>
            <a:xfrm>
              <a:off x="5135090" y="5390822"/>
              <a:ext cx="19050" cy="19050"/>
            </a:xfrm>
            <a:custGeom>
              <a:avLst/>
              <a:gdLst>
                <a:gd name="connsiteX0" fmla="*/ 19869 w 19050"/>
                <a:gd name="connsiteY0" fmla="*/ 11897 h 19050"/>
                <a:gd name="connsiteX1" fmla="*/ 19869 w 19050"/>
                <a:gd name="connsiteY1" fmla="*/ 11811 h 19050"/>
                <a:gd name="connsiteX2" fmla="*/ 19869 w 19050"/>
                <a:gd name="connsiteY2" fmla="*/ 11792 h 19050"/>
                <a:gd name="connsiteX3" fmla="*/ 19917 w 19050"/>
                <a:gd name="connsiteY3" fmla="*/ 10506 h 19050"/>
                <a:gd name="connsiteX4" fmla="*/ 19421 w 19050"/>
                <a:gd name="connsiteY4" fmla="*/ 10773 h 19050"/>
                <a:gd name="connsiteX5" fmla="*/ 19241 w 19050"/>
                <a:gd name="connsiteY5" fmla="*/ 10868 h 19050"/>
                <a:gd name="connsiteX6" fmla="*/ 19079 w 19050"/>
                <a:gd name="connsiteY6" fmla="*/ 10925 h 19050"/>
                <a:gd name="connsiteX7" fmla="*/ 19003 w 19050"/>
                <a:gd name="connsiteY7" fmla="*/ 10944 h 19050"/>
                <a:gd name="connsiteX8" fmla="*/ 18993 w 19050"/>
                <a:gd name="connsiteY8" fmla="*/ 10944 h 19050"/>
                <a:gd name="connsiteX9" fmla="*/ 18945 w 19050"/>
                <a:gd name="connsiteY9" fmla="*/ 10954 h 19050"/>
                <a:gd name="connsiteX10" fmla="*/ 18831 w 19050"/>
                <a:gd name="connsiteY10" fmla="*/ 10982 h 19050"/>
                <a:gd name="connsiteX11" fmla="*/ 18707 w 19050"/>
                <a:gd name="connsiteY11" fmla="*/ 10982 h 19050"/>
                <a:gd name="connsiteX12" fmla="*/ 18583 w 19050"/>
                <a:gd name="connsiteY12" fmla="*/ 11001 h 19050"/>
                <a:gd name="connsiteX13" fmla="*/ 18526 w 19050"/>
                <a:gd name="connsiteY13" fmla="*/ 11001 h 19050"/>
                <a:gd name="connsiteX14" fmla="*/ 18517 w 19050"/>
                <a:gd name="connsiteY14" fmla="*/ 11001 h 19050"/>
                <a:gd name="connsiteX15" fmla="*/ 18450 w 19050"/>
                <a:gd name="connsiteY15" fmla="*/ 11001 h 19050"/>
                <a:gd name="connsiteX16" fmla="*/ 18307 w 19050"/>
                <a:gd name="connsiteY16" fmla="*/ 10982 h 19050"/>
                <a:gd name="connsiteX17" fmla="*/ 18155 w 19050"/>
                <a:gd name="connsiteY17" fmla="*/ 10963 h 19050"/>
                <a:gd name="connsiteX18" fmla="*/ 18060 w 19050"/>
                <a:gd name="connsiteY18" fmla="*/ 10944 h 19050"/>
                <a:gd name="connsiteX19" fmla="*/ 18022 w 19050"/>
                <a:gd name="connsiteY19" fmla="*/ 10935 h 19050"/>
                <a:gd name="connsiteX20" fmla="*/ 17917 w 19050"/>
                <a:gd name="connsiteY20" fmla="*/ 10906 h 19050"/>
                <a:gd name="connsiteX21" fmla="*/ 17650 w 19050"/>
                <a:gd name="connsiteY21" fmla="*/ 10792 h 19050"/>
                <a:gd name="connsiteX22" fmla="*/ 11802 w 19050"/>
                <a:gd name="connsiteY22" fmla="*/ 7239 h 19050"/>
                <a:gd name="connsiteX23" fmla="*/ 11792 w 19050"/>
                <a:gd name="connsiteY23" fmla="*/ 7239 h 19050"/>
                <a:gd name="connsiteX24" fmla="*/ 11649 w 19050"/>
                <a:gd name="connsiteY24" fmla="*/ 7144 h 19050"/>
                <a:gd name="connsiteX25" fmla="*/ 11611 w 19050"/>
                <a:gd name="connsiteY25" fmla="*/ 8296 h 19050"/>
                <a:gd name="connsiteX26" fmla="*/ 11240 w 19050"/>
                <a:gd name="connsiteY26" fmla="*/ 8820 h 19050"/>
                <a:gd name="connsiteX27" fmla="*/ 7144 w 19050"/>
                <a:gd name="connsiteY27" fmla="*/ 11192 h 19050"/>
                <a:gd name="connsiteX28" fmla="*/ 7363 w 19050"/>
                <a:gd name="connsiteY28" fmla="*/ 11392 h 19050"/>
                <a:gd name="connsiteX29" fmla="*/ 13202 w 19050"/>
                <a:gd name="connsiteY29" fmla="*/ 14926 h 19050"/>
                <a:gd name="connsiteX30" fmla="*/ 13573 w 19050"/>
                <a:gd name="connsiteY30" fmla="*/ 15087 h 19050"/>
                <a:gd name="connsiteX31" fmla="*/ 13630 w 19050"/>
                <a:gd name="connsiteY31" fmla="*/ 15097 h 19050"/>
                <a:gd name="connsiteX32" fmla="*/ 14059 w 19050"/>
                <a:gd name="connsiteY32" fmla="*/ 15145 h 19050"/>
                <a:gd name="connsiteX33" fmla="*/ 14078 w 19050"/>
                <a:gd name="connsiteY33" fmla="*/ 15145 h 19050"/>
                <a:gd name="connsiteX34" fmla="*/ 14526 w 19050"/>
                <a:gd name="connsiteY34" fmla="*/ 15097 h 19050"/>
                <a:gd name="connsiteX35" fmla="*/ 14545 w 19050"/>
                <a:gd name="connsiteY35" fmla="*/ 15087 h 19050"/>
                <a:gd name="connsiteX36" fmla="*/ 14954 w 19050"/>
                <a:gd name="connsiteY36" fmla="*/ 14926 h 19050"/>
                <a:gd name="connsiteX37" fmla="*/ 19650 w 19050"/>
                <a:gd name="connsiteY37" fmla="*/ 12211 h 19050"/>
                <a:gd name="connsiteX38" fmla="*/ 19869 w 19050"/>
                <a:gd name="connsiteY38" fmla="*/ 12011 h 19050"/>
                <a:gd name="connsiteX39" fmla="*/ 19841 w 19050"/>
                <a:gd name="connsiteY39" fmla="*/ 11944 h 19050"/>
                <a:gd name="connsiteX40" fmla="*/ 19869 w 19050"/>
                <a:gd name="connsiteY40" fmla="*/ 1189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69" y="11897"/>
                  </a:moveTo>
                  <a:lnTo>
                    <a:pt x="19869" y="11811"/>
                  </a:lnTo>
                  <a:lnTo>
                    <a:pt x="19869" y="11792"/>
                  </a:lnTo>
                  <a:lnTo>
                    <a:pt x="19917" y="10506"/>
                  </a:lnTo>
                  <a:lnTo>
                    <a:pt x="19421" y="10773"/>
                  </a:lnTo>
                  <a:cubicBezTo>
                    <a:pt x="19374" y="10820"/>
                    <a:pt x="19307" y="10849"/>
                    <a:pt x="19241" y="10868"/>
                  </a:cubicBezTo>
                  <a:cubicBezTo>
                    <a:pt x="19193" y="10896"/>
                    <a:pt x="19136" y="10906"/>
                    <a:pt x="19079" y="10925"/>
                  </a:cubicBezTo>
                  <a:cubicBezTo>
                    <a:pt x="19060" y="10925"/>
                    <a:pt x="19041" y="10925"/>
                    <a:pt x="19003" y="10944"/>
                  </a:cubicBezTo>
                  <a:lnTo>
                    <a:pt x="18993" y="10944"/>
                  </a:lnTo>
                  <a:cubicBezTo>
                    <a:pt x="18983" y="10944"/>
                    <a:pt x="18965" y="10954"/>
                    <a:pt x="18945" y="10954"/>
                  </a:cubicBezTo>
                  <a:cubicBezTo>
                    <a:pt x="18907" y="10954"/>
                    <a:pt x="18869" y="10963"/>
                    <a:pt x="18831" y="10982"/>
                  </a:cubicBezTo>
                  <a:cubicBezTo>
                    <a:pt x="18783" y="10982"/>
                    <a:pt x="18745" y="10982"/>
                    <a:pt x="18707" y="10982"/>
                  </a:cubicBezTo>
                  <a:cubicBezTo>
                    <a:pt x="18660" y="10982"/>
                    <a:pt x="18622" y="11001"/>
                    <a:pt x="18583" y="11001"/>
                  </a:cubicBezTo>
                  <a:cubicBezTo>
                    <a:pt x="18555" y="11001"/>
                    <a:pt x="18526" y="11001"/>
                    <a:pt x="18526" y="11001"/>
                  </a:cubicBezTo>
                  <a:lnTo>
                    <a:pt x="18517" y="11001"/>
                  </a:lnTo>
                  <a:cubicBezTo>
                    <a:pt x="18488" y="11001"/>
                    <a:pt x="18450" y="11001"/>
                    <a:pt x="18450" y="11001"/>
                  </a:cubicBezTo>
                  <a:cubicBezTo>
                    <a:pt x="18402" y="10982"/>
                    <a:pt x="18355" y="10982"/>
                    <a:pt x="18307" y="10982"/>
                  </a:cubicBezTo>
                  <a:cubicBezTo>
                    <a:pt x="18260" y="10982"/>
                    <a:pt x="18202" y="10982"/>
                    <a:pt x="18155" y="10963"/>
                  </a:cubicBezTo>
                  <a:cubicBezTo>
                    <a:pt x="18126" y="10954"/>
                    <a:pt x="18107" y="10954"/>
                    <a:pt x="18060" y="10944"/>
                  </a:cubicBezTo>
                  <a:cubicBezTo>
                    <a:pt x="18060" y="10944"/>
                    <a:pt x="18050" y="10944"/>
                    <a:pt x="18022" y="10935"/>
                  </a:cubicBezTo>
                  <a:cubicBezTo>
                    <a:pt x="17983" y="10925"/>
                    <a:pt x="17945" y="10916"/>
                    <a:pt x="17917" y="10906"/>
                  </a:cubicBezTo>
                  <a:cubicBezTo>
                    <a:pt x="17812" y="10878"/>
                    <a:pt x="17726" y="10830"/>
                    <a:pt x="17650" y="10792"/>
                  </a:cubicBezTo>
                  <a:lnTo>
                    <a:pt x="11802" y="7239"/>
                  </a:lnTo>
                  <a:lnTo>
                    <a:pt x="11792" y="7239"/>
                  </a:lnTo>
                  <a:cubicBezTo>
                    <a:pt x="11744" y="7201"/>
                    <a:pt x="11697" y="7172"/>
                    <a:pt x="11649" y="7144"/>
                  </a:cubicBezTo>
                  <a:lnTo>
                    <a:pt x="11611" y="8296"/>
                  </a:lnTo>
                  <a:cubicBezTo>
                    <a:pt x="11602" y="8496"/>
                    <a:pt x="11478" y="8687"/>
                    <a:pt x="11240" y="8820"/>
                  </a:cubicBezTo>
                  <a:lnTo>
                    <a:pt x="7144" y="11192"/>
                  </a:lnTo>
                  <a:cubicBezTo>
                    <a:pt x="7191" y="11268"/>
                    <a:pt x="7268" y="11344"/>
                    <a:pt x="7363" y="11392"/>
                  </a:cubicBezTo>
                  <a:lnTo>
                    <a:pt x="13202" y="14926"/>
                  </a:lnTo>
                  <a:cubicBezTo>
                    <a:pt x="13316" y="15011"/>
                    <a:pt x="13421" y="15049"/>
                    <a:pt x="13573" y="15087"/>
                  </a:cubicBezTo>
                  <a:cubicBezTo>
                    <a:pt x="13583" y="15087"/>
                    <a:pt x="13611" y="15097"/>
                    <a:pt x="13630" y="15097"/>
                  </a:cubicBezTo>
                  <a:cubicBezTo>
                    <a:pt x="13773" y="15126"/>
                    <a:pt x="13916" y="15145"/>
                    <a:pt x="14059" y="15145"/>
                  </a:cubicBezTo>
                  <a:lnTo>
                    <a:pt x="14078" y="15145"/>
                  </a:lnTo>
                  <a:cubicBezTo>
                    <a:pt x="14231" y="15145"/>
                    <a:pt x="14373" y="15126"/>
                    <a:pt x="14526" y="15097"/>
                  </a:cubicBezTo>
                  <a:cubicBezTo>
                    <a:pt x="14535" y="15097"/>
                    <a:pt x="14545" y="15087"/>
                    <a:pt x="14545" y="15087"/>
                  </a:cubicBezTo>
                  <a:cubicBezTo>
                    <a:pt x="14697" y="15059"/>
                    <a:pt x="14821" y="15011"/>
                    <a:pt x="14954" y="14926"/>
                  </a:cubicBezTo>
                  <a:lnTo>
                    <a:pt x="19650" y="12211"/>
                  </a:lnTo>
                  <a:cubicBezTo>
                    <a:pt x="19755" y="12144"/>
                    <a:pt x="19812" y="12087"/>
                    <a:pt x="19869" y="12011"/>
                  </a:cubicBezTo>
                  <a:cubicBezTo>
                    <a:pt x="19860" y="11992"/>
                    <a:pt x="19850" y="11963"/>
                    <a:pt x="19841" y="11944"/>
                  </a:cubicBezTo>
                  <a:cubicBezTo>
                    <a:pt x="19888" y="11944"/>
                    <a:pt x="19879" y="11916"/>
                    <a:pt x="19869" y="11897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694CCE74-9A54-4E65-90F3-8AA892C5ED28}"/>
                </a:ext>
              </a:extLst>
            </p:cNvPr>
            <p:cNvSpPr/>
            <p:nvPr/>
          </p:nvSpPr>
          <p:spPr>
            <a:xfrm>
              <a:off x="5126717" y="5385755"/>
              <a:ext cx="19050" cy="19050"/>
            </a:xfrm>
            <a:custGeom>
              <a:avLst/>
              <a:gdLst>
                <a:gd name="connsiteX0" fmla="*/ 19888 w 19050"/>
                <a:gd name="connsiteY0" fmla="*/ 11897 h 19050"/>
                <a:gd name="connsiteX1" fmla="*/ 19879 w 19050"/>
                <a:gd name="connsiteY1" fmla="*/ 11820 h 19050"/>
                <a:gd name="connsiteX2" fmla="*/ 19879 w 19050"/>
                <a:gd name="connsiteY2" fmla="*/ 11811 h 19050"/>
                <a:gd name="connsiteX3" fmla="*/ 19917 w 19050"/>
                <a:gd name="connsiteY3" fmla="*/ 10506 h 19050"/>
                <a:gd name="connsiteX4" fmla="*/ 19421 w 19050"/>
                <a:gd name="connsiteY4" fmla="*/ 10782 h 19050"/>
                <a:gd name="connsiteX5" fmla="*/ 19241 w 19050"/>
                <a:gd name="connsiteY5" fmla="*/ 10878 h 19050"/>
                <a:gd name="connsiteX6" fmla="*/ 19088 w 19050"/>
                <a:gd name="connsiteY6" fmla="*/ 10916 h 19050"/>
                <a:gd name="connsiteX7" fmla="*/ 19022 w 19050"/>
                <a:gd name="connsiteY7" fmla="*/ 10935 h 19050"/>
                <a:gd name="connsiteX8" fmla="*/ 18993 w 19050"/>
                <a:gd name="connsiteY8" fmla="*/ 10944 h 19050"/>
                <a:gd name="connsiteX9" fmla="*/ 18955 w 19050"/>
                <a:gd name="connsiteY9" fmla="*/ 10944 h 19050"/>
                <a:gd name="connsiteX10" fmla="*/ 18831 w 19050"/>
                <a:gd name="connsiteY10" fmla="*/ 10992 h 19050"/>
                <a:gd name="connsiteX11" fmla="*/ 18717 w 19050"/>
                <a:gd name="connsiteY11" fmla="*/ 11001 h 19050"/>
                <a:gd name="connsiteX12" fmla="*/ 18583 w 19050"/>
                <a:gd name="connsiteY12" fmla="*/ 11011 h 19050"/>
                <a:gd name="connsiteX13" fmla="*/ 18526 w 19050"/>
                <a:gd name="connsiteY13" fmla="*/ 11011 h 19050"/>
                <a:gd name="connsiteX14" fmla="*/ 18517 w 19050"/>
                <a:gd name="connsiteY14" fmla="*/ 11011 h 19050"/>
                <a:gd name="connsiteX15" fmla="*/ 18450 w 19050"/>
                <a:gd name="connsiteY15" fmla="*/ 11011 h 19050"/>
                <a:gd name="connsiteX16" fmla="*/ 18307 w 19050"/>
                <a:gd name="connsiteY16" fmla="*/ 10992 h 19050"/>
                <a:gd name="connsiteX17" fmla="*/ 18145 w 19050"/>
                <a:gd name="connsiteY17" fmla="*/ 10973 h 19050"/>
                <a:gd name="connsiteX18" fmla="*/ 18088 w 19050"/>
                <a:gd name="connsiteY18" fmla="*/ 10944 h 19050"/>
                <a:gd name="connsiteX19" fmla="*/ 18021 w 19050"/>
                <a:gd name="connsiteY19" fmla="*/ 10935 h 19050"/>
                <a:gd name="connsiteX20" fmla="*/ 17907 w 19050"/>
                <a:gd name="connsiteY20" fmla="*/ 10906 h 19050"/>
                <a:gd name="connsiteX21" fmla="*/ 17659 w 19050"/>
                <a:gd name="connsiteY21" fmla="*/ 10782 h 19050"/>
                <a:gd name="connsiteX22" fmla="*/ 11802 w 19050"/>
                <a:gd name="connsiteY22" fmla="*/ 7249 h 19050"/>
                <a:gd name="connsiteX23" fmla="*/ 11802 w 19050"/>
                <a:gd name="connsiteY23" fmla="*/ 7230 h 19050"/>
                <a:gd name="connsiteX24" fmla="*/ 11668 w 19050"/>
                <a:gd name="connsiteY24" fmla="*/ 7144 h 19050"/>
                <a:gd name="connsiteX25" fmla="*/ 11621 w 19050"/>
                <a:gd name="connsiteY25" fmla="*/ 8306 h 19050"/>
                <a:gd name="connsiteX26" fmla="*/ 11240 w 19050"/>
                <a:gd name="connsiteY26" fmla="*/ 8830 h 19050"/>
                <a:gd name="connsiteX27" fmla="*/ 7144 w 19050"/>
                <a:gd name="connsiteY27" fmla="*/ 11201 h 19050"/>
                <a:gd name="connsiteX28" fmla="*/ 7363 w 19050"/>
                <a:gd name="connsiteY28" fmla="*/ 11402 h 19050"/>
                <a:gd name="connsiteX29" fmla="*/ 13202 w 19050"/>
                <a:gd name="connsiteY29" fmla="*/ 14935 h 19050"/>
                <a:gd name="connsiteX30" fmla="*/ 13573 w 19050"/>
                <a:gd name="connsiteY30" fmla="*/ 15088 h 19050"/>
                <a:gd name="connsiteX31" fmla="*/ 13630 w 19050"/>
                <a:gd name="connsiteY31" fmla="*/ 15107 h 19050"/>
                <a:gd name="connsiteX32" fmla="*/ 14059 w 19050"/>
                <a:gd name="connsiteY32" fmla="*/ 15154 h 19050"/>
                <a:gd name="connsiteX33" fmla="*/ 14069 w 19050"/>
                <a:gd name="connsiteY33" fmla="*/ 15154 h 19050"/>
                <a:gd name="connsiteX34" fmla="*/ 14526 w 19050"/>
                <a:gd name="connsiteY34" fmla="*/ 15097 h 19050"/>
                <a:gd name="connsiteX35" fmla="*/ 14535 w 19050"/>
                <a:gd name="connsiteY35" fmla="*/ 15097 h 19050"/>
                <a:gd name="connsiteX36" fmla="*/ 14954 w 19050"/>
                <a:gd name="connsiteY36" fmla="*/ 14926 h 19050"/>
                <a:gd name="connsiteX37" fmla="*/ 19660 w 19050"/>
                <a:gd name="connsiteY37" fmla="*/ 12211 h 19050"/>
                <a:gd name="connsiteX38" fmla="*/ 19879 w 19050"/>
                <a:gd name="connsiteY38" fmla="*/ 12020 h 19050"/>
                <a:gd name="connsiteX39" fmla="*/ 19850 w 19050"/>
                <a:gd name="connsiteY39" fmla="*/ 11944 h 19050"/>
                <a:gd name="connsiteX40" fmla="*/ 19888 w 19050"/>
                <a:gd name="connsiteY40" fmla="*/ 1189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88" y="11897"/>
                  </a:moveTo>
                  <a:lnTo>
                    <a:pt x="19879" y="11820"/>
                  </a:lnTo>
                  <a:lnTo>
                    <a:pt x="19879" y="11811"/>
                  </a:lnTo>
                  <a:lnTo>
                    <a:pt x="19917" y="10506"/>
                  </a:lnTo>
                  <a:lnTo>
                    <a:pt x="19421" y="10782"/>
                  </a:lnTo>
                  <a:cubicBezTo>
                    <a:pt x="19365" y="10821"/>
                    <a:pt x="19307" y="10849"/>
                    <a:pt x="19241" y="10878"/>
                  </a:cubicBezTo>
                  <a:cubicBezTo>
                    <a:pt x="19203" y="10887"/>
                    <a:pt x="19145" y="10906"/>
                    <a:pt x="19088" y="10916"/>
                  </a:cubicBezTo>
                  <a:cubicBezTo>
                    <a:pt x="19069" y="10925"/>
                    <a:pt x="19041" y="10935"/>
                    <a:pt x="19022" y="10935"/>
                  </a:cubicBezTo>
                  <a:lnTo>
                    <a:pt x="18993" y="10944"/>
                  </a:lnTo>
                  <a:cubicBezTo>
                    <a:pt x="18983" y="10944"/>
                    <a:pt x="18974" y="10944"/>
                    <a:pt x="18955" y="10944"/>
                  </a:cubicBezTo>
                  <a:cubicBezTo>
                    <a:pt x="18917" y="10973"/>
                    <a:pt x="18879" y="10973"/>
                    <a:pt x="18831" y="10992"/>
                  </a:cubicBezTo>
                  <a:cubicBezTo>
                    <a:pt x="18793" y="10992"/>
                    <a:pt x="18755" y="10992"/>
                    <a:pt x="18717" y="11001"/>
                  </a:cubicBezTo>
                  <a:cubicBezTo>
                    <a:pt x="18669" y="11011"/>
                    <a:pt x="18631" y="11011"/>
                    <a:pt x="18583" y="11011"/>
                  </a:cubicBezTo>
                  <a:cubicBezTo>
                    <a:pt x="18564" y="11011"/>
                    <a:pt x="18555" y="11011"/>
                    <a:pt x="18526" y="11011"/>
                  </a:cubicBezTo>
                  <a:lnTo>
                    <a:pt x="18517" y="11011"/>
                  </a:lnTo>
                  <a:cubicBezTo>
                    <a:pt x="18498" y="11011"/>
                    <a:pt x="18450" y="11011"/>
                    <a:pt x="18450" y="11011"/>
                  </a:cubicBezTo>
                  <a:cubicBezTo>
                    <a:pt x="18402" y="11011"/>
                    <a:pt x="18355" y="11001"/>
                    <a:pt x="18307" y="10992"/>
                  </a:cubicBezTo>
                  <a:cubicBezTo>
                    <a:pt x="18260" y="10992"/>
                    <a:pt x="18202" y="10973"/>
                    <a:pt x="18145" y="10973"/>
                  </a:cubicBezTo>
                  <a:cubicBezTo>
                    <a:pt x="18126" y="10973"/>
                    <a:pt x="18107" y="10944"/>
                    <a:pt x="18088" y="10944"/>
                  </a:cubicBezTo>
                  <a:cubicBezTo>
                    <a:pt x="18069" y="10944"/>
                    <a:pt x="18040" y="10935"/>
                    <a:pt x="18021" y="10935"/>
                  </a:cubicBezTo>
                  <a:cubicBezTo>
                    <a:pt x="17993" y="10916"/>
                    <a:pt x="17945" y="10916"/>
                    <a:pt x="17907" y="10906"/>
                  </a:cubicBezTo>
                  <a:cubicBezTo>
                    <a:pt x="17821" y="10878"/>
                    <a:pt x="17726" y="10839"/>
                    <a:pt x="17659" y="10782"/>
                  </a:cubicBezTo>
                  <a:lnTo>
                    <a:pt x="11802" y="7249"/>
                  </a:lnTo>
                  <a:lnTo>
                    <a:pt x="11802" y="7230"/>
                  </a:lnTo>
                  <a:cubicBezTo>
                    <a:pt x="11744" y="7201"/>
                    <a:pt x="11706" y="7173"/>
                    <a:pt x="11668" y="7144"/>
                  </a:cubicBezTo>
                  <a:lnTo>
                    <a:pt x="11621" y="8306"/>
                  </a:lnTo>
                  <a:cubicBezTo>
                    <a:pt x="11611" y="8496"/>
                    <a:pt x="11478" y="8696"/>
                    <a:pt x="11240" y="8830"/>
                  </a:cubicBezTo>
                  <a:lnTo>
                    <a:pt x="7144" y="11201"/>
                  </a:lnTo>
                  <a:cubicBezTo>
                    <a:pt x="7191" y="11278"/>
                    <a:pt x="7268" y="11344"/>
                    <a:pt x="7363" y="11402"/>
                  </a:cubicBezTo>
                  <a:lnTo>
                    <a:pt x="13202" y="14935"/>
                  </a:lnTo>
                  <a:cubicBezTo>
                    <a:pt x="13316" y="15002"/>
                    <a:pt x="13440" y="15050"/>
                    <a:pt x="13573" y="15088"/>
                  </a:cubicBezTo>
                  <a:cubicBezTo>
                    <a:pt x="13592" y="15097"/>
                    <a:pt x="13602" y="15097"/>
                    <a:pt x="13630" y="15107"/>
                  </a:cubicBezTo>
                  <a:cubicBezTo>
                    <a:pt x="13764" y="15126"/>
                    <a:pt x="13907" y="15154"/>
                    <a:pt x="14059" y="15154"/>
                  </a:cubicBezTo>
                  <a:lnTo>
                    <a:pt x="14069" y="15154"/>
                  </a:lnTo>
                  <a:cubicBezTo>
                    <a:pt x="14231" y="15154"/>
                    <a:pt x="14373" y="15126"/>
                    <a:pt x="14526" y="15097"/>
                  </a:cubicBezTo>
                  <a:lnTo>
                    <a:pt x="14535" y="15097"/>
                  </a:lnTo>
                  <a:cubicBezTo>
                    <a:pt x="14688" y="15050"/>
                    <a:pt x="14821" y="15002"/>
                    <a:pt x="14954" y="14926"/>
                  </a:cubicBezTo>
                  <a:lnTo>
                    <a:pt x="19660" y="12211"/>
                  </a:lnTo>
                  <a:cubicBezTo>
                    <a:pt x="19764" y="12144"/>
                    <a:pt x="19831" y="12078"/>
                    <a:pt x="19879" y="12020"/>
                  </a:cubicBezTo>
                  <a:cubicBezTo>
                    <a:pt x="19869" y="12002"/>
                    <a:pt x="19860" y="11964"/>
                    <a:pt x="19850" y="11944"/>
                  </a:cubicBezTo>
                  <a:cubicBezTo>
                    <a:pt x="19841" y="11925"/>
                    <a:pt x="19888" y="11897"/>
                    <a:pt x="19888" y="11897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83AF158-9B3C-481C-A302-CE84E9FC4E5E}"/>
                </a:ext>
              </a:extLst>
            </p:cNvPr>
            <p:cNvSpPr/>
            <p:nvPr/>
          </p:nvSpPr>
          <p:spPr>
            <a:xfrm>
              <a:off x="5118345" y="5380669"/>
              <a:ext cx="19050" cy="19050"/>
            </a:xfrm>
            <a:custGeom>
              <a:avLst/>
              <a:gdLst>
                <a:gd name="connsiteX0" fmla="*/ 19879 w 19050"/>
                <a:gd name="connsiteY0" fmla="*/ 11840 h 19050"/>
                <a:gd name="connsiteX1" fmla="*/ 19917 w 19050"/>
                <a:gd name="connsiteY1" fmla="*/ 10535 h 19050"/>
                <a:gd name="connsiteX2" fmla="*/ 19431 w 19050"/>
                <a:gd name="connsiteY2" fmla="*/ 10811 h 19050"/>
                <a:gd name="connsiteX3" fmla="*/ 19250 w 19050"/>
                <a:gd name="connsiteY3" fmla="*/ 10906 h 19050"/>
                <a:gd name="connsiteX4" fmla="*/ 19098 w 19050"/>
                <a:gd name="connsiteY4" fmla="*/ 10954 h 19050"/>
                <a:gd name="connsiteX5" fmla="*/ 19003 w 19050"/>
                <a:gd name="connsiteY5" fmla="*/ 10963 h 19050"/>
                <a:gd name="connsiteX6" fmla="*/ 19003 w 19050"/>
                <a:gd name="connsiteY6" fmla="*/ 10982 h 19050"/>
                <a:gd name="connsiteX7" fmla="*/ 18964 w 19050"/>
                <a:gd name="connsiteY7" fmla="*/ 10982 h 19050"/>
                <a:gd name="connsiteX8" fmla="*/ 18840 w 19050"/>
                <a:gd name="connsiteY8" fmla="*/ 11011 h 19050"/>
                <a:gd name="connsiteX9" fmla="*/ 18717 w 19050"/>
                <a:gd name="connsiteY9" fmla="*/ 11021 h 19050"/>
                <a:gd name="connsiteX10" fmla="*/ 18583 w 19050"/>
                <a:gd name="connsiteY10" fmla="*/ 11030 h 19050"/>
                <a:gd name="connsiteX11" fmla="*/ 18545 w 19050"/>
                <a:gd name="connsiteY11" fmla="*/ 11030 h 19050"/>
                <a:gd name="connsiteX12" fmla="*/ 18526 w 19050"/>
                <a:gd name="connsiteY12" fmla="*/ 11030 h 19050"/>
                <a:gd name="connsiteX13" fmla="*/ 18450 w 19050"/>
                <a:gd name="connsiteY13" fmla="*/ 11030 h 19050"/>
                <a:gd name="connsiteX14" fmla="*/ 18317 w 19050"/>
                <a:gd name="connsiteY14" fmla="*/ 11021 h 19050"/>
                <a:gd name="connsiteX15" fmla="*/ 18155 w 19050"/>
                <a:gd name="connsiteY15" fmla="*/ 11001 h 19050"/>
                <a:gd name="connsiteX16" fmla="*/ 18098 w 19050"/>
                <a:gd name="connsiteY16" fmla="*/ 10982 h 19050"/>
                <a:gd name="connsiteX17" fmla="*/ 18021 w 19050"/>
                <a:gd name="connsiteY17" fmla="*/ 10963 h 19050"/>
                <a:gd name="connsiteX18" fmla="*/ 17917 w 19050"/>
                <a:gd name="connsiteY18" fmla="*/ 10935 h 19050"/>
                <a:gd name="connsiteX19" fmla="*/ 17659 w 19050"/>
                <a:gd name="connsiteY19" fmla="*/ 10811 h 19050"/>
                <a:gd name="connsiteX20" fmla="*/ 11820 w 19050"/>
                <a:gd name="connsiteY20" fmla="*/ 7268 h 19050"/>
                <a:gd name="connsiteX21" fmla="*/ 11802 w 19050"/>
                <a:gd name="connsiteY21" fmla="*/ 7268 h 19050"/>
                <a:gd name="connsiteX22" fmla="*/ 11668 w 19050"/>
                <a:gd name="connsiteY22" fmla="*/ 7144 h 19050"/>
                <a:gd name="connsiteX23" fmla="*/ 11621 w 19050"/>
                <a:gd name="connsiteY23" fmla="*/ 8325 h 19050"/>
                <a:gd name="connsiteX24" fmla="*/ 11240 w 19050"/>
                <a:gd name="connsiteY24" fmla="*/ 8858 h 19050"/>
                <a:gd name="connsiteX25" fmla="*/ 7144 w 19050"/>
                <a:gd name="connsiteY25" fmla="*/ 11221 h 19050"/>
                <a:gd name="connsiteX26" fmla="*/ 7363 w 19050"/>
                <a:gd name="connsiteY26" fmla="*/ 11421 h 19050"/>
                <a:gd name="connsiteX27" fmla="*/ 13202 w 19050"/>
                <a:gd name="connsiteY27" fmla="*/ 14954 h 19050"/>
                <a:gd name="connsiteX28" fmla="*/ 13573 w 19050"/>
                <a:gd name="connsiteY28" fmla="*/ 15107 h 19050"/>
                <a:gd name="connsiteX29" fmla="*/ 13640 w 19050"/>
                <a:gd name="connsiteY29" fmla="*/ 15126 h 19050"/>
                <a:gd name="connsiteX30" fmla="*/ 14059 w 19050"/>
                <a:gd name="connsiteY30" fmla="*/ 15164 h 19050"/>
                <a:gd name="connsiteX31" fmla="*/ 14078 w 19050"/>
                <a:gd name="connsiteY31" fmla="*/ 15164 h 19050"/>
                <a:gd name="connsiteX32" fmla="*/ 14545 w 19050"/>
                <a:gd name="connsiteY32" fmla="*/ 15116 h 19050"/>
                <a:gd name="connsiteX33" fmla="*/ 14545 w 19050"/>
                <a:gd name="connsiteY33" fmla="*/ 15116 h 19050"/>
                <a:gd name="connsiteX34" fmla="*/ 14954 w 19050"/>
                <a:gd name="connsiteY34" fmla="*/ 14945 h 19050"/>
                <a:gd name="connsiteX35" fmla="*/ 19660 w 19050"/>
                <a:gd name="connsiteY35" fmla="*/ 12230 h 19050"/>
                <a:gd name="connsiteX36" fmla="*/ 19869 w 19050"/>
                <a:gd name="connsiteY36" fmla="*/ 12030 h 19050"/>
                <a:gd name="connsiteX37" fmla="*/ 19860 w 19050"/>
                <a:gd name="connsiteY37" fmla="*/ 11973 h 19050"/>
                <a:gd name="connsiteX38" fmla="*/ 19831 w 19050"/>
                <a:gd name="connsiteY38" fmla="*/ 11897 h 19050"/>
                <a:gd name="connsiteX39" fmla="*/ 19831 w 19050"/>
                <a:gd name="connsiteY39" fmla="*/ 11840 h 19050"/>
                <a:gd name="connsiteX40" fmla="*/ 19879 w 19050"/>
                <a:gd name="connsiteY40" fmla="*/ 118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79" y="11840"/>
                  </a:moveTo>
                  <a:lnTo>
                    <a:pt x="19917" y="10535"/>
                  </a:lnTo>
                  <a:lnTo>
                    <a:pt x="19431" y="10811"/>
                  </a:lnTo>
                  <a:cubicBezTo>
                    <a:pt x="19374" y="10839"/>
                    <a:pt x="19317" y="10868"/>
                    <a:pt x="19250" y="10906"/>
                  </a:cubicBezTo>
                  <a:cubicBezTo>
                    <a:pt x="19193" y="10916"/>
                    <a:pt x="19155" y="10935"/>
                    <a:pt x="19098" y="10954"/>
                  </a:cubicBezTo>
                  <a:cubicBezTo>
                    <a:pt x="19069" y="10954"/>
                    <a:pt x="19041" y="10963"/>
                    <a:pt x="19003" y="10963"/>
                  </a:cubicBezTo>
                  <a:cubicBezTo>
                    <a:pt x="19003" y="10963"/>
                    <a:pt x="19003" y="10963"/>
                    <a:pt x="19003" y="10982"/>
                  </a:cubicBezTo>
                  <a:cubicBezTo>
                    <a:pt x="18993" y="10982"/>
                    <a:pt x="18974" y="10982"/>
                    <a:pt x="18964" y="10982"/>
                  </a:cubicBezTo>
                  <a:cubicBezTo>
                    <a:pt x="18917" y="10982"/>
                    <a:pt x="18879" y="11001"/>
                    <a:pt x="18840" y="11011"/>
                  </a:cubicBezTo>
                  <a:cubicBezTo>
                    <a:pt x="18793" y="11021"/>
                    <a:pt x="18755" y="11021"/>
                    <a:pt x="18717" y="11021"/>
                  </a:cubicBezTo>
                  <a:cubicBezTo>
                    <a:pt x="18669" y="11030"/>
                    <a:pt x="18631" y="11030"/>
                    <a:pt x="18583" y="11030"/>
                  </a:cubicBezTo>
                  <a:cubicBezTo>
                    <a:pt x="18564" y="11030"/>
                    <a:pt x="18545" y="11030"/>
                    <a:pt x="18545" y="11030"/>
                  </a:cubicBezTo>
                  <a:lnTo>
                    <a:pt x="18526" y="11030"/>
                  </a:lnTo>
                  <a:cubicBezTo>
                    <a:pt x="18507" y="11030"/>
                    <a:pt x="18450" y="11030"/>
                    <a:pt x="18450" y="11030"/>
                  </a:cubicBezTo>
                  <a:cubicBezTo>
                    <a:pt x="18412" y="11030"/>
                    <a:pt x="18364" y="11021"/>
                    <a:pt x="18317" y="11021"/>
                  </a:cubicBezTo>
                  <a:cubicBezTo>
                    <a:pt x="18269" y="11021"/>
                    <a:pt x="18202" y="11001"/>
                    <a:pt x="18155" y="11001"/>
                  </a:cubicBezTo>
                  <a:cubicBezTo>
                    <a:pt x="18136" y="10982"/>
                    <a:pt x="18107" y="10982"/>
                    <a:pt x="18098" y="10982"/>
                  </a:cubicBezTo>
                  <a:cubicBezTo>
                    <a:pt x="18069" y="10982"/>
                    <a:pt x="18050" y="10963"/>
                    <a:pt x="18021" y="10963"/>
                  </a:cubicBezTo>
                  <a:cubicBezTo>
                    <a:pt x="17993" y="10954"/>
                    <a:pt x="17945" y="10944"/>
                    <a:pt x="17917" y="10935"/>
                  </a:cubicBezTo>
                  <a:cubicBezTo>
                    <a:pt x="17821" y="10906"/>
                    <a:pt x="17736" y="10859"/>
                    <a:pt x="17659" y="10811"/>
                  </a:cubicBezTo>
                  <a:lnTo>
                    <a:pt x="11820" y="7268"/>
                  </a:lnTo>
                  <a:lnTo>
                    <a:pt x="11802" y="7268"/>
                  </a:lnTo>
                  <a:cubicBezTo>
                    <a:pt x="11744" y="7239"/>
                    <a:pt x="11706" y="7201"/>
                    <a:pt x="11668" y="7144"/>
                  </a:cubicBezTo>
                  <a:lnTo>
                    <a:pt x="11621" y="8325"/>
                  </a:lnTo>
                  <a:cubicBezTo>
                    <a:pt x="11621" y="8515"/>
                    <a:pt x="11487" y="8706"/>
                    <a:pt x="11240" y="8858"/>
                  </a:cubicBezTo>
                  <a:lnTo>
                    <a:pt x="7144" y="11221"/>
                  </a:lnTo>
                  <a:cubicBezTo>
                    <a:pt x="7201" y="11287"/>
                    <a:pt x="7268" y="11373"/>
                    <a:pt x="7363" y="11421"/>
                  </a:cubicBezTo>
                  <a:lnTo>
                    <a:pt x="13202" y="14954"/>
                  </a:lnTo>
                  <a:cubicBezTo>
                    <a:pt x="13316" y="15040"/>
                    <a:pt x="13449" y="15078"/>
                    <a:pt x="13573" y="15107"/>
                  </a:cubicBezTo>
                  <a:cubicBezTo>
                    <a:pt x="13592" y="15116"/>
                    <a:pt x="13611" y="15126"/>
                    <a:pt x="13640" y="15126"/>
                  </a:cubicBezTo>
                  <a:cubicBezTo>
                    <a:pt x="13773" y="15154"/>
                    <a:pt x="13916" y="15164"/>
                    <a:pt x="14059" y="15164"/>
                  </a:cubicBezTo>
                  <a:lnTo>
                    <a:pt x="14078" y="15164"/>
                  </a:lnTo>
                  <a:cubicBezTo>
                    <a:pt x="14231" y="15164"/>
                    <a:pt x="14383" y="15154"/>
                    <a:pt x="14545" y="15116"/>
                  </a:cubicBezTo>
                  <a:lnTo>
                    <a:pt x="14545" y="15116"/>
                  </a:lnTo>
                  <a:cubicBezTo>
                    <a:pt x="14697" y="15078"/>
                    <a:pt x="14830" y="15030"/>
                    <a:pt x="14954" y="14945"/>
                  </a:cubicBezTo>
                  <a:lnTo>
                    <a:pt x="19660" y="12230"/>
                  </a:lnTo>
                  <a:cubicBezTo>
                    <a:pt x="19764" y="12164"/>
                    <a:pt x="19831" y="12097"/>
                    <a:pt x="19869" y="12030"/>
                  </a:cubicBezTo>
                  <a:cubicBezTo>
                    <a:pt x="19869" y="12011"/>
                    <a:pt x="19860" y="11992"/>
                    <a:pt x="19860" y="11973"/>
                  </a:cubicBezTo>
                  <a:cubicBezTo>
                    <a:pt x="19841" y="11944"/>
                    <a:pt x="19831" y="11897"/>
                    <a:pt x="19831" y="11897"/>
                  </a:cubicBezTo>
                  <a:lnTo>
                    <a:pt x="19831" y="11840"/>
                  </a:lnTo>
                  <a:lnTo>
                    <a:pt x="19879" y="11840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FBBFEC3-8B04-46FF-8A1A-ADDDAA051D84}"/>
                </a:ext>
              </a:extLst>
            </p:cNvPr>
            <p:cNvSpPr/>
            <p:nvPr/>
          </p:nvSpPr>
          <p:spPr>
            <a:xfrm>
              <a:off x="5109973" y="5375620"/>
              <a:ext cx="19050" cy="19050"/>
            </a:xfrm>
            <a:custGeom>
              <a:avLst/>
              <a:gdLst>
                <a:gd name="connsiteX0" fmla="*/ 19888 w 19050"/>
                <a:gd name="connsiteY0" fmla="*/ 11887 h 19050"/>
                <a:gd name="connsiteX1" fmla="*/ 19879 w 19050"/>
                <a:gd name="connsiteY1" fmla="*/ 11820 h 19050"/>
                <a:gd name="connsiteX2" fmla="*/ 19879 w 19050"/>
                <a:gd name="connsiteY2" fmla="*/ 11792 h 19050"/>
                <a:gd name="connsiteX3" fmla="*/ 19926 w 19050"/>
                <a:gd name="connsiteY3" fmla="*/ 10496 h 19050"/>
                <a:gd name="connsiteX4" fmla="*/ 19431 w 19050"/>
                <a:gd name="connsiteY4" fmla="*/ 10773 h 19050"/>
                <a:gd name="connsiteX5" fmla="*/ 19241 w 19050"/>
                <a:gd name="connsiteY5" fmla="*/ 10868 h 19050"/>
                <a:gd name="connsiteX6" fmla="*/ 19088 w 19050"/>
                <a:gd name="connsiteY6" fmla="*/ 10925 h 19050"/>
                <a:gd name="connsiteX7" fmla="*/ 19012 w 19050"/>
                <a:gd name="connsiteY7" fmla="*/ 10944 h 19050"/>
                <a:gd name="connsiteX8" fmla="*/ 18993 w 19050"/>
                <a:gd name="connsiteY8" fmla="*/ 10944 h 19050"/>
                <a:gd name="connsiteX9" fmla="*/ 18955 w 19050"/>
                <a:gd name="connsiteY9" fmla="*/ 10944 h 19050"/>
                <a:gd name="connsiteX10" fmla="*/ 18831 w 19050"/>
                <a:gd name="connsiteY10" fmla="*/ 10992 h 19050"/>
                <a:gd name="connsiteX11" fmla="*/ 18707 w 19050"/>
                <a:gd name="connsiteY11" fmla="*/ 11001 h 19050"/>
                <a:gd name="connsiteX12" fmla="*/ 18583 w 19050"/>
                <a:gd name="connsiteY12" fmla="*/ 11001 h 19050"/>
                <a:gd name="connsiteX13" fmla="*/ 18545 w 19050"/>
                <a:gd name="connsiteY13" fmla="*/ 11001 h 19050"/>
                <a:gd name="connsiteX14" fmla="*/ 18526 w 19050"/>
                <a:gd name="connsiteY14" fmla="*/ 11001 h 19050"/>
                <a:gd name="connsiteX15" fmla="*/ 18450 w 19050"/>
                <a:gd name="connsiteY15" fmla="*/ 11001 h 19050"/>
                <a:gd name="connsiteX16" fmla="*/ 18317 w 19050"/>
                <a:gd name="connsiteY16" fmla="*/ 11001 h 19050"/>
                <a:gd name="connsiteX17" fmla="*/ 18136 w 19050"/>
                <a:gd name="connsiteY17" fmla="*/ 10963 h 19050"/>
                <a:gd name="connsiteX18" fmla="*/ 18059 w 19050"/>
                <a:gd name="connsiteY18" fmla="*/ 10944 h 19050"/>
                <a:gd name="connsiteX19" fmla="*/ 18031 w 19050"/>
                <a:gd name="connsiteY19" fmla="*/ 10925 h 19050"/>
                <a:gd name="connsiteX20" fmla="*/ 17917 w 19050"/>
                <a:gd name="connsiteY20" fmla="*/ 10897 h 19050"/>
                <a:gd name="connsiteX21" fmla="*/ 17659 w 19050"/>
                <a:gd name="connsiteY21" fmla="*/ 10792 h 19050"/>
                <a:gd name="connsiteX22" fmla="*/ 11811 w 19050"/>
                <a:gd name="connsiteY22" fmla="*/ 7239 h 19050"/>
                <a:gd name="connsiteX23" fmla="*/ 11811 w 19050"/>
                <a:gd name="connsiteY23" fmla="*/ 7230 h 19050"/>
                <a:gd name="connsiteX24" fmla="*/ 11668 w 19050"/>
                <a:gd name="connsiteY24" fmla="*/ 7144 h 19050"/>
                <a:gd name="connsiteX25" fmla="*/ 11630 w 19050"/>
                <a:gd name="connsiteY25" fmla="*/ 8315 h 19050"/>
                <a:gd name="connsiteX26" fmla="*/ 11249 w 19050"/>
                <a:gd name="connsiteY26" fmla="*/ 8820 h 19050"/>
                <a:gd name="connsiteX27" fmla="*/ 7144 w 19050"/>
                <a:gd name="connsiteY27" fmla="*/ 11201 h 19050"/>
                <a:gd name="connsiteX28" fmla="*/ 7363 w 19050"/>
                <a:gd name="connsiteY28" fmla="*/ 11401 h 19050"/>
                <a:gd name="connsiteX29" fmla="*/ 13202 w 19050"/>
                <a:gd name="connsiteY29" fmla="*/ 14945 h 19050"/>
                <a:gd name="connsiteX30" fmla="*/ 13573 w 19050"/>
                <a:gd name="connsiteY30" fmla="*/ 15088 h 19050"/>
                <a:gd name="connsiteX31" fmla="*/ 13630 w 19050"/>
                <a:gd name="connsiteY31" fmla="*/ 15097 h 19050"/>
                <a:gd name="connsiteX32" fmla="*/ 14059 w 19050"/>
                <a:gd name="connsiteY32" fmla="*/ 15154 h 19050"/>
                <a:gd name="connsiteX33" fmla="*/ 14088 w 19050"/>
                <a:gd name="connsiteY33" fmla="*/ 15154 h 19050"/>
                <a:gd name="connsiteX34" fmla="*/ 14526 w 19050"/>
                <a:gd name="connsiteY34" fmla="*/ 15097 h 19050"/>
                <a:gd name="connsiteX35" fmla="*/ 14554 w 19050"/>
                <a:gd name="connsiteY35" fmla="*/ 15097 h 19050"/>
                <a:gd name="connsiteX36" fmla="*/ 14954 w 19050"/>
                <a:gd name="connsiteY36" fmla="*/ 14945 h 19050"/>
                <a:gd name="connsiteX37" fmla="*/ 19660 w 19050"/>
                <a:gd name="connsiteY37" fmla="*/ 12211 h 19050"/>
                <a:gd name="connsiteX38" fmla="*/ 19879 w 19050"/>
                <a:gd name="connsiteY38" fmla="*/ 12020 h 19050"/>
                <a:gd name="connsiteX39" fmla="*/ 19860 w 19050"/>
                <a:gd name="connsiteY39" fmla="*/ 11944 h 19050"/>
                <a:gd name="connsiteX40" fmla="*/ 19888 w 19050"/>
                <a:gd name="connsiteY40" fmla="*/ 118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050" h="19050">
                  <a:moveTo>
                    <a:pt x="19888" y="11887"/>
                  </a:moveTo>
                  <a:lnTo>
                    <a:pt x="19879" y="11820"/>
                  </a:lnTo>
                  <a:lnTo>
                    <a:pt x="19879" y="11792"/>
                  </a:lnTo>
                  <a:lnTo>
                    <a:pt x="19926" y="10496"/>
                  </a:lnTo>
                  <a:lnTo>
                    <a:pt x="19431" y="10773"/>
                  </a:lnTo>
                  <a:cubicBezTo>
                    <a:pt x="19374" y="10821"/>
                    <a:pt x="19307" y="10839"/>
                    <a:pt x="19241" y="10868"/>
                  </a:cubicBezTo>
                  <a:cubicBezTo>
                    <a:pt x="19193" y="10887"/>
                    <a:pt x="19136" y="10897"/>
                    <a:pt x="19088" y="10925"/>
                  </a:cubicBezTo>
                  <a:cubicBezTo>
                    <a:pt x="19069" y="10925"/>
                    <a:pt x="19041" y="10925"/>
                    <a:pt x="19012" y="10944"/>
                  </a:cubicBezTo>
                  <a:cubicBezTo>
                    <a:pt x="19012" y="10944"/>
                    <a:pt x="19002" y="10944"/>
                    <a:pt x="18993" y="10944"/>
                  </a:cubicBezTo>
                  <a:cubicBezTo>
                    <a:pt x="18983" y="10944"/>
                    <a:pt x="18974" y="10944"/>
                    <a:pt x="18955" y="10944"/>
                  </a:cubicBezTo>
                  <a:cubicBezTo>
                    <a:pt x="18917" y="10963"/>
                    <a:pt x="18869" y="10973"/>
                    <a:pt x="18831" y="10992"/>
                  </a:cubicBezTo>
                  <a:cubicBezTo>
                    <a:pt x="18793" y="10992"/>
                    <a:pt x="18755" y="10992"/>
                    <a:pt x="18707" y="11001"/>
                  </a:cubicBezTo>
                  <a:cubicBezTo>
                    <a:pt x="18669" y="11001"/>
                    <a:pt x="18631" y="11001"/>
                    <a:pt x="18583" y="11001"/>
                  </a:cubicBezTo>
                  <a:cubicBezTo>
                    <a:pt x="18564" y="11001"/>
                    <a:pt x="18545" y="11001"/>
                    <a:pt x="18545" y="11001"/>
                  </a:cubicBezTo>
                  <a:lnTo>
                    <a:pt x="18526" y="11001"/>
                  </a:lnTo>
                  <a:cubicBezTo>
                    <a:pt x="18498" y="11001"/>
                    <a:pt x="18479" y="11001"/>
                    <a:pt x="18450" y="11001"/>
                  </a:cubicBezTo>
                  <a:cubicBezTo>
                    <a:pt x="18412" y="11001"/>
                    <a:pt x="18355" y="11001"/>
                    <a:pt x="18317" y="11001"/>
                  </a:cubicBezTo>
                  <a:cubicBezTo>
                    <a:pt x="18260" y="10992"/>
                    <a:pt x="18202" y="10973"/>
                    <a:pt x="18136" y="10963"/>
                  </a:cubicBezTo>
                  <a:cubicBezTo>
                    <a:pt x="18136" y="10963"/>
                    <a:pt x="18107" y="10944"/>
                    <a:pt x="18059" y="10944"/>
                  </a:cubicBezTo>
                  <a:cubicBezTo>
                    <a:pt x="18059" y="10944"/>
                    <a:pt x="18059" y="10944"/>
                    <a:pt x="18031" y="10925"/>
                  </a:cubicBezTo>
                  <a:cubicBezTo>
                    <a:pt x="17993" y="10925"/>
                    <a:pt x="17945" y="10925"/>
                    <a:pt x="17917" y="10897"/>
                  </a:cubicBezTo>
                  <a:cubicBezTo>
                    <a:pt x="17821" y="10868"/>
                    <a:pt x="17726" y="10839"/>
                    <a:pt x="17659" y="10792"/>
                  </a:cubicBezTo>
                  <a:lnTo>
                    <a:pt x="11811" y="7239"/>
                  </a:lnTo>
                  <a:lnTo>
                    <a:pt x="11811" y="7230"/>
                  </a:lnTo>
                  <a:cubicBezTo>
                    <a:pt x="11754" y="7201"/>
                    <a:pt x="11716" y="7172"/>
                    <a:pt x="11668" y="7144"/>
                  </a:cubicBezTo>
                  <a:lnTo>
                    <a:pt x="11630" y="8315"/>
                  </a:lnTo>
                  <a:cubicBezTo>
                    <a:pt x="11630" y="8506"/>
                    <a:pt x="11497" y="8687"/>
                    <a:pt x="11249" y="8820"/>
                  </a:cubicBezTo>
                  <a:lnTo>
                    <a:pt x="7144" y="11201"/>
                  </a:lnTo>
                  <a:cubicBezTo>
                    <a:pt x="7201" y="11268"/>
                    <a:pt x="7268" y="11344"/>
                    <a:pt x="7363" y="11401"/>
                  </a:cubicBezTo>
                  <a:lnTo>
                    <a:pt x="13202" y="14945"/>
                  </a:lnTo>
                  <a:cubicBezTo>
                    <a:pt x="13316" y="15011"/>
                    <a:pt x="13440" y="15050"/>
                    <a:pt x="13573" y="15088"/>
                  </a:cubicBezTo>
                  <a:cubicBezTo>
                    <a:pt x="13602" y="15097"/>
                    <a:pt x="13611" y="15097"/>
                    <a:pt x="13630" y="15097"/>
                  </a:cubicBezTo>
                  <a:cubicBezTo>
                    <a:pt x="13773" y="15154"/>
                    <a:pt x="13907" y="15154"/>
                    <a:pt x="14059" y="15154"/>
                  </a:cubicBezTo>
                  <a:lnTo>
                    <a:pt x="14088" y="15154"/>
                  </a:lnTo>
                  <a:cubicBezTo>
                    <a:pt x="14231" y="15154"/>
                    <a:pt x="14383" y="15154"/>
                    <a:pt x="14526" y="15097"/>
                  </a:cubicBezTo>
                  <a:lnTo>
                    <a:pt x="14554" y="15097"/>
                  </a:lnTo>
                  <a:cubicBezTo>
                    <a:pt x="14697" y="15059"/>
                    <a:pt x="14840" y="15011"/>
                    <a:pt x="14954" y="14945"/>
                  </a:cubicBezTo>
                  <a:lnTo>
                    <a:pt x="19660" y="12211"/>
                  </a:lnTo>
                  <a:cubicBezTo>
                    <a:pt x="19764" y="12154"/>
                    <a:pt x="19831" y="12087"/>
                    <a:pt x="19879" y="12020"/>
                  </a:cubicBezTo>
                  <a:cubicBezTo>
                    <a:pt x="19869" y="12002"/>
                    <a:pt x="19860" y="11973"/>
                    <a:pt x="19860" y="11944"/>
                  </a:cubicBezTo>
                  <a:cubicBezTo>
                    <a:pt x="19898" y="11935"/>
                    <a:pt x="19888" y="11887"/>
                    <a:pt x="19888" y="11887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584EC71-9E7A-4F81-9526-62661C08966C}"/>
                </a:ext>
              </a:extLst>
            </p:cNvPr>
            <p:cNvSpPr/>
            <p:nvPr/>
          </p:nvSpPr>
          <p:spPr>
            <a:xfrm>
              <a:off x="5067958" y="5350217"/>
              <a:ext cx="57150" cy="38100"/>
            </a:xfrm>
            <a:custGeom>
              <a:avLst/>
              <a:gdLst>
                <a:gd name="connsiteX0" fmla="*/ 53569 w 57150"/>
                <a:gd name="connsiteY0" fmla="*/ 30861 h 38100"/>
                <a:gd name="connsiteX1" fmla="*/ 53083 w 57150"/>
                <a:gd name="connsiteY1" fmla="*/ 31128 h 38100"/>
                <a:gd name="connsiteX2" fmla="*/ 52902 w 57150"/>
                <a:gd name="connsiteY2" fmla="*/ 31214 h 38100"/>
                <a:gd name="connsiteX3" fmla="*/ 52749 w 57150"/>
                <a:gd name="connsiteY3" fmla="*/ 31270 h 38100"/>
                <a:gd name="connsiteX4" fmla="*/ 52664 w 57150"/>
                <a:gd name="connsiteY4" fmla="*/ 31299 h 38100"/>
                <a:gd name="connsiteX5" fmla="*/ 52644 w 57150"/>
                <a:gd name="connsiteY5" fmla="*/ 31299 h 38100"/>
                <a:gd name="connsiteX6" fmla="*/ 52606 w 57150"/>
                <a:gd name="connsiteY6" fmla="*/ 31309 h 38100"/>
                <a:gd name="connsiteX7" fmla="*/ 52483 w 57150"/>
                <a:gd name="connsiteY7" fmla="*/ 31337 h 38100"/>
                <a:gd name="connsiteX8" fmla="*/ 52359 w 57150"/>
                <a:gd name="connsiteY8" fmla="*/ 31347 h 38100"/>
                <a:gd name="connsiteX9" fmla="*/ 52235 w 57150"/>
                <a:gd name="connsiteY9" fmla="*/ 31356 h 38100"/>
                <a:gd name="connsiteX10" fmla="*/ 52197 w 57150"/>
                <a:gd name="connsiteY10" fmla="*/ 31356 h 38100"/>
                <a:gd name="connsiteX11" fmla="*/ 52168 w 57150"/>
                <a:gd name="connsiteY11" fmla="*/ 31356 h 38100"/>
                <a:gd name="connsiteX12" fmla="*/ 52111 w 57150"/>
                <a:gd name="connsiteY12" fmla="*/ 31356 h 38100"/>
                <a:gd name="connsiteX13" fmla="*/ 51968 w 57150"/>
                <a:gd name="connsiteY13" fmla="*/ 31347 h 38100"/>
                <a:gd name="connsiteX14" fmla="*/ 51806 w 57150"/>
                <a:gd name="connsiteY14" fmla="*/ 31328 h 38100"/>
                <a:gd name="connsiteX15" fmla="*/ 51730 w 57150"/>
                <a:gd name="connsiteY15" fmla="*/ 31309 h 38100"/>
                <a:gd name="connsiteX16" fmla="*/ 51683 w 57150"/>
                <a:gd name="connsiteY16" fmla="*/ 31299 h 38100"/>
                <a:gd name="connsiteX17" fmla="*/ 51578 w 57150"/>
                <a:gd name="connsiteY17" fmla="*/ 31261 h 38100"/>
                <a:gd name="connsiteX18" fmla="*/ 51311 w 57150"/>
                <a:gd name="connsiteY18" fmla="*/ 31128 h 38100"/>
                <a:gd name="connsiteX19" fmla="*/ 45472 w 57150"/>
                <a:gd name="connsiteY19" fmla="*/ 27594 h 38100"/>
                <a:gd name="connsiteX20" fmla="*/ 45453 w 57150"/>
                <a:gd name="connsiteY20" fmla="*/ 27584 h 38100"/>
                <a:gd name="connsiteX21" fmla="*/ 45301 w 57150"/>
                <a:gd name="connsiteY21" fmla="*/ 27470 h 38100"/>
                <a:gd name="connsiteX22" fmla="*/ 45225 w 57150"/>
                <a:gd name="connsiteY22" fmla="*/ 27384 h 38100"/>
                <a:gd name="connsiteX23" fmla="*/ 45215 w 57150"/>
                <a:gd name="connsiteY23" fmla="*/ 27356 h 38100"/>
                <a:gd name="connsiteX24" fmla="*/ 45196 w 57150"/>
                <a:gd name="connsiteY24" fmla="*/ 27356 h 38100"/>
                <a:gd name="connsiteX25" fmla="*/ 45167 w 57150"/>
                <a:gd name="connsiteY25" fmla="*/ 27299 h 38100"/>
                <a:gd name="connsiteX26" fmla="*/ 45148 w 57150"/>
                <a:gd name="connsiteY26" fmla="*/ 27232 h 38100"/>
                <a:gd name="connsiteX27" fmla="*/ 45120 w 57150"/>
                <a:gd name="connsiteY27" fmla="*/ 27165 h 38100"/>
                <a:gd name="connsiteX28" fmla="*/ 45120 w 57150"/>
                <a:gd name="connsiteY28" fmla="*/ 27070 h 38100"/>
                <a:gd name="connsiteX29" fmla="*/ 45120 w 57150"/>
                <a:gd name="connsiteY29" fmla="*/ 27061 h 38100"/>
                <a:gd name="connsiteX30" fmla="*/ 45167 w 57150"/>
                <a:gd name="connsiteY30" fmla="*/ 25746 h 38100"/>
                <a:gd name="connsiteX31" fmla="*/ 44653 w 57150"/>
                <a:gd name="connsiteY31" fmla="*/ 26041 h 38100"/>
                <a:gd name="connsiteX32" fmla="*/ 44463 w 57150"/>
                <a:gd name="connsiteY32" fmla="*/ 26127 h 38100"/>
                <a:gd name="connsiteX33" fmla="*/ 44310 w 57150"/>
                <a:gd name="connsiteY33" fmla="*/ 26175 h 38100"/>
                <a:gd name="connsiteX34" fmla="*/ 44224 w 57150"/>
                <a:gd name="connsiteY34" fmla="*/ 26194 h 38100"/>
                <a:gd name="connsiteX35" fmla="*/ 44224 w 57150"/>
                <a:gd name="connsiteY35" fmla="*/ 26194 h 38100"/>
                <a:gd name="connsiteX36" fmla="*/ 44177 w 57150"/>
                <a:gd name="connsiteY36" fmla="*/ 26203 h 38100"/>
                <a:gd name="connsiteX37" fmla="*/ 44053 w 57150"/>
                <a:gd name="connsiteY37" fmla="*/ 26222 h 38100"/>
                <a:gd name="connsiteX38" fmla="*/ 43929 w 57150"/>
                <a:gd name="connsiteY38" fmla="*/ 26241 h 38100"/>
                <a:gd name="connsiteX39" fmla="*/ 43805 w 57150"/>
                <a:gd name="connsiteY39" fmla="*/ 26251 h 38100"/>
                <a:gd name="connsiteX40" fmla="*/ 43767 w 57150"/>
                <a:gd name="connsiteY40" fmla="*/ 26251 h 38100"/>
                <a:gd name="connsiteX41" fmla="*/ 43739 w 57150"/>
                <a:gd name="connsiteY41" fmla="*/ 26251 h 38100"/>
                <a:gd name="connsiteX42" fmla="*/ 43682 w 57150"/>
                <a:gd name="connsiteY42" fmla="*/ 26251 h 38100"/>
                <a:gd name="connsiteX43" fmla="*/ 43529 w 57150"/>
                <a:gd name="connsiteY43" fmla="*/ 26241 h 38100"/>
                <a:gd name="connsiteX44" fmla="*/ 43367 w 57150"/>
                <a:gd name="connsiteY44" fmla="*/ 26222 h 38100"/>
                <a:gd name="connsiteX45" fmla="*/ 43310 w 57150"/>
                <a:gd name="connsiteY45" fmla="*/ 26194 h 38100"/>
                <a:gd name="connsiteX46" fmla="*/ 43243 w 57150"/>
                <a:gd name="connsiteY46" fmla="*/ 26184 h 38100"/>
                <a:gd name="connsiteX47" fmla="*/ 43139 w 57150"/>
                <a:gd name="connsiteY47" fmla="*/ 26165 h 38100"/>
                <a:gd name="connsiteX48" fmla="*/ 42881 w 57150"/>
                <a:gd name="connsiteY48" fmla="*/ 26041 h 38100"/>
                <a:gd name="connsiteX49" fmla="*/ 37024 w 57150"/>
                <a:gd name="connsiteY49" fmla="*/ 22488 h 38100"/>
                <a:gd name="connsiteX50" fmla="*/ 37024 w 57150"/>
                <a:gd name="connsiteY50" fmla="*/ 22488 h 38100"/>
                <a:gd name="connsiteX51" fmla="*/ 36862 w 57150"/>
                <a:gd name="connsiteY51" fmla="*/ 22365 h 38100"/>
                <a:gd name="connsiteX52" fmla="*/ 36786 w 57150"/>
                <a:gd name="connsiteY52" fmla="*/ 22288 h 38100"/>
                <a:gd name="connsiteX53" fmla="*/ 36776 w 57150"/>
                <a:gd name="connsiteY53" fmla="*/ 22260 h 38100"/>
                <a:gd name="connsiteX54" fmla="*/ 36776 w 57150"/>
                <a:gd name="connsiteY54" fmla="*/ 22250 h 38100"/>
                <a:gd name="connsiteX55" fmla="*/ 36738 w 57150"/>
                <a:gd name="connsiteY55" fmla="*/ 22212 h 38100"/>
                <a:gd name="connsiteX56" fmla="*/ 36709 w 57150"/>
                <a:gd name="connsiteY56" fmla="*/ 22136 h 38100"/>
                <a:gd name="connsiteX57" fmla="*/ 36690 w 57150"/>
                <a:gd name="connsiteY57" fmla="*/ 22069 h 38100"/>
                <a:gd name="connsiteX58" fmla="*/ 36690 w 57150"/>
                <a:gd name="connsiteY58" fmla="*/ 21984 h 38100"/>
                <a:gd name="connsiteX59" fmla="*/ 36690 w 57150"/>
                <a:gd name="connsiteY59" fmla="*/ 21974 h 38100"/>
                <a:gd name="connsiteX60" fmla="*/ 36738 w 57150"/>
                <a:gd name="connsiteY60" fmla="*/ 20669 h 38100"/>
                <a:gd name="connsiteX61" fmla="*/ 36243 w 57150"/>
                <a:gd name="connsiteY61" fmla="*/ 20955 h 38100"/>
                <a:gd name="connsiteX62" fmla="*/ 36071 w 57150"/>
                <a:gd name="connsiteY62" fmla="*/ 21041 h 38100"/>
                <a:gd name="connsiteX63" fmla="*/ 35919 w 57150"/>
                <a:gd name="connsiteY63" fmla="*/ 21098 h 38100"/>
                <a:gd name="connsiteX64" fmla="*/ 35833 w 57150"/>
                <a:gd name="connsiteY64" fmla="*/ 21126 h 38100"/>
                <a:gd name="connsiteX65" fmla="*/ 35814 w 57150"/>
                <a:gd name="connsiteY65" fmla="*/ 21126 h 38100"/>
                <a:gd name="connsiteX66" fmla="*/ 35795 w 57150"/>
                <a:gd name="connsiteY66" fmla="*/ 21126 h 38100"/>
                <a:gd name="connsiteX67" fmla="*/ 35652 w 57150"/>
                <a:gd name="connsiteY67" fmla="*/ 21155 h 38100"/>
                <a:gd name="connsiteX68" fmla="*/ 35528 w 57150"/>
                <a:gd name="connsiteY68" fmla="*/ 21174 h 38100"/>
                <a:gd name="connsiteX69" fmla="*/ 35404 w 57150"/>
                <a:gd name="connsiteY69" fmla="*/ 21174 h 38100"/>
                <a:gd name="connsiteX70" fmla="*/ 35357 w 57150"/>
                <a:gd name="connsiteY70" fmla="*/ 21174 h 38100"/>
                <a:gd name="connsiteX71" fmla="*/ 35347 w 57150"/>
                <a:gd name="connsiteY71" fmla="*/ 21174 h 38100"/>
                <a:gd name="connsiteX72" fmla="*/ 35280 w 57150"/>
                <a:gd name="connsiteY72" fmla="*/ 21174 h 38100"/>
                <a:gd name="connsiteX73" fmla="*/ 35138 w 57150"/>
                <a:gd name="connsiteY73" fmla="*/ 21174 h 38100"/>
                <a:gd name="connsiteX74" fmla="*/ 34976 w 57150"/>
                <a:gd name="connsiteY74" fmla="*/ 21146 h 38100"/>
                <a:gd name="connsiteX75" fmla="*/ 34909 w 57150"/>
                <a:gd name="connsiteY75" fmla="*/ 21126 h 38100"/>
                <a:gd name="connsiteX76" fmla="*/ 34842 w 57150"/>
                <a:gd name="connsiteY76" fmla="*/ 21107 h 38100"/>
                <a:gd name="connsiteX77" fmla="*/ 34738 w 57150"/>
                <a:gd name="connsiteY77" fmla="*/ 21079 h 38100"/>
                <a:gd name="connsiteX78" fmla="*/ 34471 w 57150"/>
                <a:gd name="connsiteY78" fmla="*/ 20955 h 38100"/>
                <a:gd name="connsiteX79" fmla="*/ 28622 w 57150"/>
                <a:gd name="connsiteY79" fmla="*/ 17421 h 38100"/>
                <a:gd name="connsiteX80" fmla="*/ 28622 w 57150"/>
                <a:gd name="connsiteY80" fmla="*/ 17412 h 38100"/>
                <a:gd name="connsiteX81" fmla="*/ 28470 w 57150"/>
                <a:gd name="connsiteY81" fmla="*/ 17297 h 38100"/>
                <a:gd name="connsiteX82" fmla="*/ 28394 w 57150"/>
                <a:gd name="connsiteY82" fmla="*/ 17212 h 38100"/>
                <a:gd name="connsiteX83" fmla="*/ 28365 w 57150"/>
                <a:gd name="connsiteY83" fmla="*/ 17183 h 38100"/>
                <a:gd name="connsiteX84" fmla="*/ 28365 w 57150"/>
                <a:gd name="connsiteY84" fmla="*/ 17174 h 38100"/>
                <a:gd name="connsiteX85" fmla="*/ 28337 w 57150"/>
                <a:gd name="connsiteY85" fmla="*/ 17126 h 38100"/>
                <a:gd name="connsiteX86" fmla="*/ 28308 w 57150"/>
                <a:gd name="connsiteY86" fmla="*/ 17050 h 38100"/>
                <a:gd name="connsiteX87" fmla="*/ 28299 w 57150"/>
                <a:gd name="connsiteY87" fmla="*/ 16993 h 38100"/>
                <a:gd name="connsiteX88" fmla="*/ 28280 w 57150"/>
                <a:gd name="connsiteY88" fmla="*/ 16907 h 38100"/>
                <a:gd name="connsiteX89" fmla="*/ 28280 w 57150"/>
                <a:gd name="connsiteY89" fmla="*/ 16897 h 38100"/>
                <a:gd name="connsiteX90" fmla="*/ 28327 w 57150"/>
                <a:gd name="connsiteY90" fmla="*/ 15592 h 38100"/>
                <a:gd name="connsiteX91" fmla="*/ 27841 w 57150"/>
                <a:gd name="connsiteY91" fmla="*/ 15869 h 38100"/>
                <a:gd name="connsiteX92" fmla="*/ 27661 w 57150"/>
                <a:gd name="connsiteY92" fmla="*/ 15964 h 38100"/>
                <a:gd name="connsiteX93" fmla="*/ 27489 w 57150"/>
                <a:gd name="connsiteY93" fmla="*/ 16012 h 38100"/>
                <a:gd name="connsiteX94" fmla="*/ 27413 w 57150"/>
                <a:gd name="connsiteY94" fmla="*/ 16030 h 38100"/>
                <a:gd name="connsiteX95" fmla="*/ 27394 w 57150"/>
                <a:gd name="connsiteY95" fmla="*/ 16030 h 38100"/>
                <a:gd name="connsiteX96" fmla="*/ 27365 w 57150"/>
                <a:gd name="connsiteY96" fmla="*/ 16050 h 38100"/>
                <a:gd name="connsiteX97" fmla="*/ 27241 w 57150"/>
                <a:gd name="connsiteY97" fmla="*/ 16068 h 38100"/>
                <a:gd name="connsiteX98" fmla="*/ 27118 w 57150"/>
                <a:gd name="connsiteY98" fmla="*/ 16078 h 38100"/>
                <a:gd name="connsiteX99" fmla="*/ 26994 w 57150"/>
                <a:gd name="connsiteY99" fmla="*/ 16088 h 38100"/>
                <a:gd name="connsiteX100" fmla="*/ 26946 w 57150"/>
                <a:gd name="connsiteY100" fmla="*/ 16088 h 38100"/>
                <a:gd name="connsiteX101" fmla="*/ 26927 w 57150"/>
                <a:gd name="connsiteY101" fmla="*/ 16088 h 38100"/>
                <a:gd name="connsiteX102" fmla="*/ 26860 w 57150"/>
                <a:gd name="connsiteY102" fmla="*/ 16088 h 38100"/>
                <a:gd name="connsiteX103" fmla="*/ 26727 w 57150"/>
                <a:gd name="connsiteY103" fmla="*/ 16078 h 38100"/>
                <a:gd name="connsiteX104" fmla="*/ 26556 w 57150"/>
                <a:gd name="connsiteY104" fmla="*/ 16059 h 38100"/>
                <a:gd name="connsiteX105" fmla="*/ 26489 w 57150"/>
                <a:gd name="connsiteY105" fmla="*/ 16050 h 38100"/>
                <a:gd name="connsiteX106" fmla="*/ 26441 w 57150"/>
                <a:gd name="connsiteY106" fmla="*/ 16030 h 38100"/>
                <a:gd name="connsiteX107" fmla="*/ 26327 w 57150"/>
                <a:gd name="connsiteY107" fmla="*/ 15992 h 38100"/>
                <a:gd name="connsiteX108" fmla="*/ 26060 w 57150"/>
                <a:gd name="connsiteY108" fmla="*/ 15878 h 38100"/>
                <a:gd name="connsiteX109" fmla="*/ 20221 w 57150"/>
                <a:gd name="connsiteY109" fmla="*/ 12344 h 38100"/>
                <a:gd name="connsiteX110" fmla="*/ 20212 w 57150"/>
                <a:gd name="connsiteY110" fmla="*/ 12325 h 38100"/>
                <a:gd name="connsiteX111" fmla="*/ 20050 w 57150"/>
                <a:gd name="connsiteY111" fmla="*/ 12211 h 38100"/>
                <a:gd name="connsiteX112" fmla="*/ 19974 w 57150"/>
                <a:gd name="connsiteY112" fmla="*/ 12106 h 38100"/>
                <a:gd name="connsiteX113" fmla="*/ 19955 w 57150"/>
                <a:gd name="connsiteY113" fmla="*/ 12087 h 38100"/>
                <a:gd name="connsiteX114" fmla="*/ 19926 w 57150"/>
                <a:gd name="connsiteY114" fmla="*/ 12049 h 38100"/>
                <a:gd name="connsiteX115" fmla="*/ 19907 w 57150"/>
                <a:gd name="connsiteY115" fmla="*/ 11963 h 38100"/>
                <a:gd name="connsiteX116" fmla="*/ 19878 w 57150"/>
                <a:gd name="connsiteY116" fmla="*/ 11897 h 38100"/>
                <a:gd name="connsiteX117" fmla="*/ 19869 w 57150"/>
                <a:gd name="connsiteY117" fmla="*/ 11830 h 38100"/>
                <a:gd name="connsiteX118" fmla="*/ 19869 w 57150"/>
                <a:gd name="connsiteY118" fmla="*/ 11811 h 38100"/>
                <a:gd name="connsiteX119" fmla="*/ 19917 w 57150"/>
                <a:gd name="connsiteY119" fmla="*/ 10506 h 38100"/>
                <a:gd name="connsiteX120" fmla="*/ 19421 w 57150"/>
                <a:gd name="connsiteY120" fmla="*/ 10782 h 38100"/>
                <a:gd name="connsiteX121" fmla="*/ 19250 w 57150"/>
                <a:gd name="connsiteY121" fmla="*/ 10868 h 38100"/>
                <a:gd name="connsiteX122" fmla="*/ 19097 w 57150"/>
                <a:gd name="connsiteY122" fmla="*/ 10935 h 38100"/>
                <a:gd name="connsiteX123" fmla="*/ 19012 w 57150"/>
                <a:gd name="connsiteY123" fmla="*/ 10954 h 38100"/>
                <a:gd name="connsiteX124" fmla="*/ 19002 w 57150"/>
                <a:gd name="connsiteY124" fmla="*/ 10954 h 38100"/>
                <a:gd name="connsiteX125" fmla="*/ 18964 w 57150"/>
                <a:gd name="connsiteY125" fmla="*/ 10973 h 38100"/>
                <a:gd name="connsiteX126" fmla="*/ 18831 w 57150"/>
                <a:gd name="connsiteY126" fmla="*/ 10992 h 38100"/>
                <a:gd name="connsiteX127" fmla="*/ 18717 w 57150"/>
                <a:gd name="connsiteY127" fmla="*/ 11001 h 38100"/>
                <a:gd name="connsiteX128" fmla="*/ 18583 w 57150"/>
                <a:gd name="connsiteY128" fmla="*/ 11011 h 38100"/>
                <a:gd name="connsiteX129" fmla="*/ 18535 w 57150"/>
                <a:gd name="connsiteY129" fmla="*/ 11011 h 38100"/>
                <a:gd name="connsiteX130" fmla="*/ 18526 w 57150"/>
                <a:gd name="connsiteY130" fmla="*/ 11011 h 38100"/>
                <a:gd name="connsiteX131" fmla="*/ 18459 w 57150"/>
                <a:gd name="connsiteY131" fmla="*/ 11011 h 38100"/>
                <a:gd name="connsiteX132" fmla="*/ 18316 w 57150"/>
                <a:gd name="connsiteY132" fmla="*/ 11001 h 38100"/>
                <a:gd name="connsiteX133" fmla="*/ 18145 w 57150"/>
                <a:gd name="connsiteY133" fmla="*/ 10982 h 38100"/>
                <a:gd name="connsiteX134" fmla="*/ 18088 w 57150"/>
                <a:gd name="connsiteY134" fmla="*/ 10973 h 38100"/>
                <a:gd name="connsiteX135" fmla="*/ 18031 w 57150"/>
                <a:gd name="connsiteY135" fmla="*/ 10935 h 38100"/>
                <a:gd name="connsiteX136" fmla="*/ 17916 w 57150"/>
                <a:gd name="connsiteY136" fmla="*/ 10916 h 38100"/>
                <a:gd name="connsiteX137" fmla="*/ 17659 w 57150"/>
                <a:gd name="connsiteY137" fmla="*/ 10801 h 38100"/>
                <a:gd name="connsiteX138" fmla="*/ 11811 w 57150"/>
                <a:gd name="connsiteY138" fmla="*/ 7248 h 38100"/>
                <a:gd name="connsiteX139" fmla="*/ 11801 w 57150"/>
                <a:gd name="connsiteY139" fmla="*/ 7248 h 38100"/>
                <a:gd name="connsiteX140" fmla="*/ 11659 w 57150"/>
                <a:gd name="connsiteY140" fmla="*/ 7144 h 38100"/>
                <a:gd name="connsiteX141" fmla="*/ 11621 w 57150"/>
                <a:gd name="connsiteY141" fmla="*/ 8325 h 38100"/>
                <a:gd name="connsiteX142" fmla="*/ 11239 w 57150"/>
                <a:gd name="connsiteY142" fmla="*/ 8820 h 38100"/>
                <a:gd name="connsiteX143" fmla="*/ 7144 w 57150"/>
                <a:gd name="connsiteY143" fmla="*/ 11211 h 38100"/>
                <a:gd name="connsiteX144" fmla="*/ 7363 w 57150"/>
                <a:gd name="connsiteY144" fmla="*/ 11411 h 38100"/>
                <a:gd name="connsiteX145" fmla="*/ 46701 w 57150"/>
                <a:gd name="connsiteY145" fmla="*/ 35214 h 38100"/>
                <a:gd name="connsiteX146" fmla="*/ 47082 w 57150"/>
                <a:gd name="connsiteY146" fmla="*/ 35366 h 38100"/>
                <a:gd name="connsiteX147" fmla="*/ 47130 w 57150"/>
                <a:gd name="connsiteY147" fmla="*/ 35385 h 38100"/>
                <a:gd name="connsiteX148" fmla="*/ 47568 w 57150"/>
                <a:gd name="connsiteY148" fmla="*/ 35433 h 38100"/>
                <a:gd name="connsiteX149" fmla="*/ 47577 w 57150"/>
                <a:gd name="connsiteY149" fmla="*/ 35433 h 38100"/>
                <a:gd name="connsiteX150" fmla="*/ 48035 w 57150"/>
                <a:gd name="connsiteY150" fmla="*/ 35376 h 38100"/>
                <a:gd name="connsiteX151" fmla="*/ 48044 w 57150"/>
                <a:gd name="connsiteY151" fmla="*/ 35376 h 38100"/>
                <a:gd name="connsiteX152" fmla="*/ 48444 w 57150"/>
                <a:gd name="connsiteY152" fmla="*/ 35204 h 38100"/>
                <a:gd name="connsiteX153" fmla="*/ 53159 w 57150"/>
                <a:gd name="connsiteY153" fmla="*/ 32490 h 38100"/>
                <a:gd name="connsiteX154" fmla="*/ 53369 w 57150"/>
                <a:gd name="connsiteY154" fmla="*/ 32299 h 38100"/>
                <a:gd name="connsiteX155" fmla="*/ 53349 w 57150"/>
                <a:gd name="connsiteY155" fmla="*/ 32233 h 38100"/>
                <a:gd name="connsiteX156" fmla="*/ 53321 w 57150"/>
                <a:gd name="connsiteY156" fmla="*/ 32147 h 38100"/>
                <a:gd name="connsiteX157" fmla="*/ 53321 w 57150"/>
                <a:gd name="connsiteY157" fmla="*/ 32071 h 38100"/>
                <a:gd name="connsiteX158" fmla="*/ 53321 w 57150"/>
                <a:gd name="connsiteY158" fmla="*/ 32071 h 38100"/>
                <a:gd name="connsiteX159" fmla="*/ 53569 w 57150"/>
                <a:gd name="connsiteY159" fmla="*/ 30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57150" h="38100">
                  <a:moveTo>
                    <a:pt x="53569" y="30861"/>
                  </a:moveTo>
                  <a:lnTo>
                    <a:pt x="53083" y="31128"/>
                  </a:lnTo>
                  <a:cubicBezTo>
                    <a:pt x="53026" y="31166"/>
                    <a:pt x="52959" y="31194"/>
                    <a:pt x="52902" y="31214"/>
                  </a:cubicBezTo>
                  <a:cubicBezTo>
                    <a:pt x="52854" y="31242"/>
                    <a:pt x="52797" y="31261"/>
                    <a:pt x="52749" y="31270"/>
                  </a:cubicBezTo>
                  <a:cubicBezTo>
                    <a:pt x="52721" y="31280"/>
                    <a:pt x="52692" y="31299"/>
                    <a:pt x="52664" y="31299"/>
                  </a:cubicBezTo>
                  <a:lnTo>
                    <a:pt x="52644" y="31299"/>
                  </a:lnTo>
                  <a:cubicBezTo>
                    <a:pt x="52635" y="31309"/>
                    <a:pt x="52626" y="31309"/>
                    <a:pt x="52606" y="31309"/>
                  </a:cubicBezTo>
                  <a:cubicBezTo>
                    <a:pt x="52568" y="31318"/>
                    <a:pt x="52530" y="31328"/>
                    <a:pt x="52483" y="31337"/>
                  </a:cubicBezTo>
                  <a:cubicBezTo>
                    <a:pt x="52454" y="31337"/>
                    <a:pt x="52397" y="31337"/>
                    <a:pt x="52359" y="31347"/>
                  </a:cubicBezTo>
                  <a:cubicBezTo>
                    <a:pt x="52321" y="31347"/>
                    <a:pt x="52283" y="31356"/>
                    <a:pt x="52235" y="31356"/>
                  </a:cubicBezTo>
                  <a:lnTo>
                    <a:pt x="52197" y="31356"/>
                  </a:lnTo>
                  <a:lnTo>
                    <a:pt x="52168" y="31356"/>
                  </a:lnTo>
                  <a:cubicBezTo>
                    <a:pt x="52149" y="31356"/>
                    <a:pt x="52111" y="31356"/>
                    <a:pt x="52111" y="31356"/>
                  </a:cubicBezTo>
                  <a:cubicBezTo>
                    <a:pt x="52064" y="31356"/>
                    <a:pt x="52016" y="31347"/>
                    <a:pt x="51968" y="31347"/>
                  </a:cubicBezTo>
                  <a:cubicBezTo>
                    <a:pt x="51911" y="31337"/>
                    <a:pt x="51863" y="31337"/>
                    <a:pt x="51806" y="31328"/>
                  </a:cubicBezTo>
                  <a:cubicBezTo>
                    <a:pt x="51778" y="31318"/>
                    <a:pt x="51768" y="31309"/>
                    <a:pt x="51730" y="31309"/>
                  </a:cubicBezTo>
                  <a:cubicBezTo>
                    <a:pt x="51721" y="31299"/>
                    <a:pt x="51701" y="31299"/>
                    <a:pt x="51683" y="31299"/>
                  </a:cubicBezTo>
                  <a:cubicBezTo>
                    <a:pt x="51635" y="31270"/>
                    <a:pt x="51597" y="31270"/>
                    <a:pt x="51578" y="31261"/>
                  </a:cubicBezTo>
                  <a:cubicBezTo>
                    <a:pt x="51473" y="31223"/>
                    <a:pt x="51378" y="31185"/>
                    <a:pt x="51311" y="31128"/>
                  </a:cubicBezTo>
                  <a:lnTo>
                    <a:pt x="45472" y="27594"/>
                  </a:lnTo>
                  <a:lnTo>
                    <a:pt x="45453" y="27584"/>
                  </a:lnTo>
                  <a:cubicBezTo>
                    <a:pt x="45396" y="27556"/>
                    <a:pt x="45339" y="27508"/>
                    <a:pt x="45301" y="27470"/>
                  </a:cubicBezTo>
                  <a:cubicBezTo>
                    <a:pt x="45272" y="27441"/>
                    <a:pt x="45253" y="27413"/>
                    <a:pt x="45225" y="27384"/>
                  </a:cubicBezTo>
                  <a:cubicBezTo>
                    <a:pt x="45215" y="27375"/>
                    <a:pt x="45215" y="27365"/>
                    <a:pt x="45215" y="27356"/>
                  </a:cubicBezTo>
                  <a:lnTo>
                    <a:pt x="45196" y="27356"/>
                  </a:lnTo>
                  <a:cubicBezTo>
                    <a:pt x="45186" y="27337"/>
                    <a:pt x="45186" y="27327"/>
                    <a:pt x="45167" y="27299"/>
                  </a:cubicBezTo>
                  <a:cubicBezTo>
                    <a:pt x="45158" y="27270"/>
                    <a:pt x="45148" y="27251"/>
                    <a:pt x="45148" y="27232"/>
                  </a:cubicBezTo>
                  <a:cubicBezTo>
                    <a:pt x="45129" y="27203"/>
                    <a:pt x="45120" y="27165"/>
                    <a:pt x="45120" y="27165"/>
                  </a:cubicBezTo>
                  <a:lnTo>
                    <a:pt x="45120" y="27070"/>
                  </a:lnTo>
                  <a:lnTo>
                    <a:pt x="45120" y="27061"/>
                  </a:lnTo>
                  <a:lnTo>
                    <a:pt x="45167" y="25746"/>
                  </a:lnTo>
                  <a:lnTo>
                    <a:pt x="44653" y="26041"/>
                  </a:lnTo>
                  <a:cubicBezTo>
                    <a:pt x="44587" y="26080"/>
                    <a:pt x="44529" y="26108"/>
                    <a:pt x="44463" y="26127"/>
                  </a:cubicBezTo>
                  <a:cubicBezTo>
                    <a:pt x="44415" y="26146"/>
                    <a:pt x="44367" y="26165"/>
                    <a:pt x="44310" y="26175"/>
                  </a:cubicBezTo>
                  <a:cubicBezTo>
                    <a:pt x="44282" y="26175"/>
                    <a:pt x="44263" y="26184"/>
                    <a:pt x="44224" y="26194"/>
                  </a:cubicBezTo>
                  <a:lnTo>
                    <a:pt x="44224" y="26194"/>
                  </a:lnTo>
                  <a:cubicBezTo>
                    <a:pt x="44215" y="26194"/>
                    <a:pt x="44186" y="26203"/>
                    <a:pt x="44177" y="26203"/>
                  </a:cubicBezTo>
                  <a:cubicBezTo>
                    <a:pt x="44139" y="26222"/>
                    <a:pt x="44091" y="26222"/>
                    <a:pt x="44053" y="26222"/>
                  </a:cubicBezTo>
                  <a:cubicBezTo>
                    <a:pt x="44005" y="26241"/>
                    <a:pt x="43967" y="26241"/>
                    <a:pt x="43929" y="26241"/>
                  </a:cubicBezTo>
                  <a:cubicBezTo>
                    <a:pt x="43891" y="26251"/>
                    <a:pt x="43834" y="26251"/>
                    <a:pt x="43805" y="26251"/>
                  </a:cubicBezTo>
                  <a:lnTo>
                    <a:pt x="43767" y="26251"/>
                  </a:lnTo>
                  <a:lnTo>
                    <a:pt x="43739" y="26251"/>
                  </a:lnTo>
                  <a:lnTo>
                    <a:pt x="43682" y="26251"/>
                  </a:lnTo>
                  <a:cubicBezTo>
                    <a:pt x="43624" y="26251"/>
                    <a:pt x="43586" y="26251"/>
                    <a:pt x="43529" y="26241"/>
                  </a:cubicBezTo>
                  <a:cubicBezTo>
                    <a:pt x="43482" y="26241"/>
                    <a:pt x="43434" y="26222"/>
                    <a:pt x="43367" y="26222"/>
                  </a:cubicBezTo>
                  <a:cubicBezTo>
                    <a:pt x="43358" y="26203"/>
                    <a:pt x="43329" y="26203"/>
                    <a:pt x="43310" y="26194"/>
                  </a:cubicBezTo>
                  <a:cubicBezTo>
                    <a:pt x="43291" y="26194"/>
                    <a:pt x="43272" y="26194"/>
                    <a:pt x="43243" y="26184"/>
                  </a:cubicBezTo>
                  <a:cubicBezTo>
                    <a:pt x="43215" y="26175"/>
                    <a:pt x="43177" y="26175"/>
                    <a:pt x="43139" y="26165"/>
                  </a:cubicBezTo>
                  <a:cubicBezTo>
                    <a:pt x="43043" y="26127"/>
                    <a:pt x="42958" y="26089"/>
                    <a:pt x="42881" y="26041"/>
                  </a:cubicBezTo>
                  <a:lnTo>
                    <a:pt x="37024" y="22488"/>
                  </a:lnTo>
                  <a:lnTo>
                    <a:pt x="37024" y="22488"/>
                  </a:lnTo>
                  <a:cubicBezTo>
                    <a:pt x="36966" y="22450"/>
                    <a:pt x="36919" y="22422"/>
                    <a:pt x="36862" y="22365"/>
                  </a:cubicBezTo>
                  <a:cubicBezTo>
                    <a:pt x="36843" y="22346"/>
                    <a:pt x="36814" y="22307"/>
                    <a:pt x="36786" y="22288"/>
                  </a:cubicBezTo>
                  <a:cubicBezTo>
                    <a:pt x="36786" y="22279"/>
                    <a:pt x="36786" y="22269"/>
                    <a:pt x="36776" y="22260"/>
                  </a:cubicBezTo>
                  <a:lnTo>
                    <a:pt x="36776" y="22250"/>
                  </a:lnTo>
                  <a:cubicBezTo>
                    <a:pt x="36766" y="22241"/>
                    <a:pt x="36757" y="22231"/>
                    <a:pt x="36738" y="22212"/>
                  </a:cubicBezTo>
                  <a:cubicBezTo>
                    <a:pt x="36728" y="22193"/>
                    <a:pt x="36719" y="22174"/>
                    <a:pt x="36709" y="22136"/>
                  </a:cubicBezTo>
                  <a:cubicBezTo>
                    <a:pt x="36700" y="22107"/>
                    <a:pt x="36690" y="22069"/>
                    <a:pt x="36690" y="22069"/>
                  </a:cubicBezTo>
                  <a:cubicBezTo>
                    <a:pt x="36690" y="22041"/>
                    <a:pt x="36690" y="21984"/>
                    <a:pt x="36690" y="21984"/>
                  </a:cubicBezTo>
                  <a:lnTo>
                    <a:pt x="36690" y="21974"/>
                  </a:lnTo>
                  <a:lnTo>
                    <a:pt x="36738" y="20669"/>
                  </a:lnTo>
                  <a:lnTo>
                    <a:pt x="36243" y="20955"/>
                  </a:lnTo>
                  <a:cubicBezTo>
                    <a:pt x="36185" y="20993"/>
                    <a:pt x="36138" y="21022"/>
                    <a:pt x="36071" y="21041"/>
                  </a:cubicBezTo>
                  <a:cubicBezTo>
                    <a:pt x="36014" y="21060"/>
                    <a:pt x="35976" y="21079"/>
                    <a:pt x="35919" y="21098"/>
                  </a:cubicBezTo>
                  <a:cubicBezTo>
                    <a:pt x="35890" y="21107"/>
                    <a:pt x="35861" y="21107"/>
                    <a:pt x="35833" y="21126"/>
                  </a:cubicBezTo>
                  <a:lnTo>
                    <a:pt x="35814" y="21126"/>
                  </a:lnTo>
                  <a:cubicBezTo>
                    <a:pt x="35805" y="21126"/>
                    <a:pt x="35795" y="21126"/>
                    <a:pt x="35795" y="21126"/>
                  </a:cubicBezTo>
                  <a:cubicBezTo>
                    <a:pt x="35738" y="21146"/>
                    <a:pt x="35690" y="21155"/>
                    <a:pt x="35652" y="21155"/>
                  </a:cubicBezTo>
                  <a:cubicBezTo>
                    <a:pt x="35614" y="21164"/>
                    <a:pt x="35566" y="21164"/>
                    <a:pt x="35528" y="21174"/>
                  </a:cubicBezTo>
                  <a:cubicBezTo>
                    <a:pt x="35500" y="21174"/>
                    <a:pt x="35442" y="21174"/>
                    <a:pt x="35404" y="21174"/>
                  </a:cubicBezTo>
                  <a:cubicBezTo>
                    <a:pt x="35395" y="21174"/>
                    <a:pt x="35366" y="21174"/>
                    <a:pt x="35357" y="21174"/>
                  </a:cubicBezTo>
                  <a:lnTo>
                    <a:pt x="35347" y="21174"/>
                  </a:lnTo>
                  <a:cubicBezTo>
                    <a:pt x="35318" y="21174"/>
                    <a:pt x="35280" y="21174"/>
                    <a:pt x="35280" y="21174"/>
                  </a:cubicBezTo>
                  <a:cubicBezTo>
                    <a:pt x="35233" y="21174"/>
                    <a:pt x="35185" y="21174"/>
                    <a:pt x="35138" y="21174"/>
                  </a:cubicBezTo>
                  <a:cubicBezTo>
                    <a:pt x="35080" y="21164"/>
                    <a:pt x="35023" y="21155"/>
                    <a:pt x="34976" y="21146"/>
                  </a:cubicBezTo>
                  <a:cubicBezTo>
                    <a:pt x="34947" y="21146"/>
                    <a:pt x="34928" y="21126"/>
                    <a:pt x="34909" y="21126"/>
                  </a:cubicBezTo>
                  <a:cubicBezTo>
                    <a:pt x="34880" y="21126"/>
                    <a:pt x="34871" y="21126"/>
                    <a:pt x="34842" y="21107"/>
                  </a:cubicBezTo>
                  <a:cubicBezTo>
                    <a:pt x="34814" y="21098"/>
                    <a:pt x="34776" y="21079"/>
                    <a:pt x="34738" y="21079"/>
                  </a:cubicBezTo>
                  <a:cubicBezTo>
                    <a:pt x="34633" y="21041"/>
                    <a:pt x="34547" y="21012"/>
                    <a:pt x="34471" y="20955"/>
                  </a:cubicBezTo>
                  <a:lnTo>
                    <a:pt x="28622" y="17421"/>
                  </a:lnTo>
                  <a:lnTo>
                    <a:pt x="28622" y="17412"/>
                  </a:lnTo>
                  <a:cubicBezTo>
                    <a:pt x="28556" y="17364"/>
                    <a:pt x="28508" y="17336"/>
                    <a:pt x="28470" y="17297"/>
                  </a:cubicBezTo>
                  <a:cubicBezTo>
                    <a:pt x="28432" y="17269"/>
                    <a:pt x="28403" y="17231"/>
                    <a:pt x="28394" y="17212"/>
                  </a:cubicBezTo>
                  <a:cubicBezTo>
                    <a:pt x="28384" y="17202"/>
                    <a:pt x="28375" y="17193"/>
                    <a:pt x="28365" y="17183"/>
                  </a:cubicBezTo>
                  <a:lnTo>
                    <a:pt x="28365" y="17174"/>
                  </a:lnTo>
                  <a:cubicBezTo>
                    <a:pt x="28365" y="17154"/>
                    <a:pt x="28337" y="17145"/>
                    <a:pt x="28337" y="17126"/>
                  </a:cubicBezTo>
                  <a:cubicBezTo>
                    <a:pt x="28327" y="17097"/>
                    <a:pt x="28318" y="17078"/>
                    <a:pt x="28308" y="17050"/>
                  </a:cubicBezTo>
                  <a:cubicBezTo>
                    <a:pt x="28299" y="17031"/>
                    <a:pt x="28299" y="16993"/>
                    <a:pt x="28299" y="16993"/>
                  </a:cubicBezTo>
                  <a:lnTo>
                    <a:pt x="28280" y="16907"/>
                  </a:lnTo>
                  <a:lnTo>
                    <a:pt x="28280" y="16897"/>
                  </a:lnTo>
                  <a:lnTo>
                    <a:pt x="28327" y="15592"/>
                  </a:lnTo>
                  <a:lnTo>
                    <a:pt x="27841" y="15869"/>
                  </a:lnTo>
                  <a:cubicBezTo>
                    <a:pt x="27784" y="15897"/>
                    <a:pt x="27718" y="15935"/>
                    <a:pt x="27661" y="15964"/>
                  </a:cubicBezTo>
                  <a:cubicBezTo>
                    <a:pt x="27603" y="15983"/>
                    <a:pt x="27556" y="15992"/>
                    <a:pt x="27489" y="16012"/>
                  </a:cubicBezTo>
                  <a:cubicBezTo>
                    <a:pt x="27470" y="16012"/>
                    <a:pt x="27451" y="16030"/>
                    <a:pt x="27413" y="16030"/>
                  </a:cubicBezTo>
                  <a:lnTo>
                    <a:pt x="27394" y="16030"/>
                  </a:lnTo>
                  <a:cubicBezTo>
                    <a:pt x="27394" y="16030"/>
                    <a:pt x="27375" y="16050"/>
                    <a:pt x="27365" y="16050"/>
                  </a:cubicBezTo>
                  <a:cubicBezTo>
                    <a:pt x="27337" y="16059"/>
                    <a:pt x="27279" y="16059"/>
                    <a:pt x="27241" y="16068"/>
                  </a:cubicBezTo>
                  <a:cubicBezTo>
                    <a:pt x="27203" y="16078"/>
                    <a:pt x="27165" y="16078"/>
                    <a:pt x="27118" y="16078"/>
                  </a:cubicBezTo>
                  <a:cubicBezTo>
                    <a:pt x="27070" y="16088"/>
                    <a:pt x="27032" y="16088"/>
                    <a:pt x="26994" y="16088"/>
                  </a:cubicBezTo>
                  <a:lnTo>
                    <a:pt x="26946" y="16088"/>
                  </a:lnTo>
                  <a:lnTo>
                    <a:pt x="26927" y="16088"/>
                  </a:lnTo>
                  <a:cubicBezTo>
                    <a:pt x="26908" y="16088"/>
                    <a:pt x="26889" y="16088"/>
                    <a:pt x="26860" y="16088"/>
                  </a:cubicBezTo>
                  <a:cubicBezTo>
                    <a:pt x="26822" y="16088"/>
                    <a:pt x="26765" y="16078"/>
                    <a:pt x="26727" y="16078"/>
                  </a:cubicBezTo>
                  <a:cubicBezTo>
                    <a:pt x="26660" y="16078"/>
                    <a:pt x="26613" y="16068"/>
                    <a:pt x="26556" y="16059"/>
                  </a:cubicBezTo>
                  <a:cubicBezTo>
                    <a:pt x="26536" y="16059"/>
                    <a:pt x="26518" y="16050"/>
                    <a:pt x="26489" y="16050"/>
                  </a:cubicBezTo>
                  <a:cubicBezTo>
                    <a:pt x="26479" y="16030"/>
                    <a:pt x="26451" y="16030"/>
                    <a:pt x="26441" y="16030"/>
                  </a:cubicBezTo>
                  <a:cubicBezTo>
                    <a:pt x="26394" y="16012"/>
                    <a:pt x="26365" y="16002"/>
                    <a:pt x="26327" y="15992"/>
                  </a:cubicBezTo>
                  <a:cubicBezTo>
                    <a:pt x="26222" y="15964"/>
                    <a:pt x="26136" y="15926"/>
                    <a:pt x="26060" y="15878"/>
                  </a:cubicBezTo>
                  <a:lnTo>
                    <a:pt x="20221" y="12344"/>
                  </a:lnTo>
                  <a:lnTo>
                    <a:pt x="20212" y="12325"/>
                  </a:lnTo>
                  <a:cubicBezTo>
                    <a:pt x="20145" y="12287"/>
                    <a:pt x="20098" y="12249"/>
                    <a:pt x="20050" y="12211"/>
                  </a:cubicBezTo>
                  <a:cubicBezTo>
                    <a:pt x="20031" y="12173"/>
                    <a:pt x="20002" y="12144"/>
                    <a:pt x="19974" y="12106"/>
                  </a:cubicBezTo>
                  <a:cubicBezTo>
                    <a:pt x="19974" y="12106"/>
                    <a:pt x="19974" y="12106"/>
                    <a:pt x="19955" y="12087"/>
                  </a:cubicBezTo>
                  <a:cubicBezTo>
                    <a:pt x="19945" y="12078"/>
                    <a:pt x="19936" y="12059"/>
                    <a:pt x="19926" y="12049"/>
                  </a:cubicBezTo>
                  <a:cubicBezTo>
                    <a:pt x="19917" y="12030"/>
                    <a:pt x="19907" y="12001"/>
                    <a:pt x="19907" y="11963"/>
                  </a:cubicBezTo>
                  <a:cubicBezTo>
                    <a:pt x="19888" y="11944"/>
                    <a:pt x="19878" y="11897"/>
                    <a:pt x="19878" y="11897"/>
                  </a:cubicBezTo>
                  <a:lnTo>
                    <a:pt x="19869" y="11830"/>
                  </a:lnTo>
                  <a:lnTo>
                    <a:pt x="19869" y="11811"/>
                  </a:lnTo>
                  <a:lnTo>
                    <a:pt x="19917" y="10506"/>
                  </a:lnTo>
                  <a:lnTo>
                    <a:pt x="19421" y="10782"/>
                  </a:lnTo>
                  <a:cubicBezTo>
                    <a:pt x="19374" y="10830"/>
                    <a:pt x="19307" y="10849"/>
                    <a:pt x="19250" y="10868"/>
                  </a:cubicBezTo>
                  <a:cubicBezTo>
                    <a:pt x="19193" y="10896"/>
                    <a:pt x="19145" y="10906"/>
                    <a:pt x="19097" y="10935"/>
                  </a:cubicBezTo>
                  <a:cubicBezTo>
                    <a:pt x="19069" y="10935"/>
                    <a:pt x="19040" y="10935"/>
                    <a:pt x="19012" y="10954"/>
                  </a:cubicBezTo>
                  <a:lnTo>
                    <a:pt x="19002" y="10954"/>
                  </a:lnTo>
                  <a:cubicBezTo>
                    <a:pt x="18983" y="10954"/>
                    <a:pt x="18974" y="10973"/>
                    <a:pt x="18964" y="10973"/>
                  </a:cubicBezTo>
                  <a:cubicBezTo>
                    <a:pt x="18917" y="10982"/>
                    <a:pt x="18869" y="10992"/>
                    <a:pt x="18831" y="10992"/>
                  </a:cubicBezTo>
                  <a:cubicBezTo>
                    <a:pt x="18783" y="11001"/>
                    <a:pt x="18745" y="11001"/>
                    <a:pt x="18717" y="11001"/>
                  </a:cubicBezTo>
                  <a:cubicBezTo>
                    <a:pt x="18659" y="11001"/>
                    <a:pt x="18631" y="11011"/>
                    <a:pt x="18583" y="11011"/>
                  </a:cubicBezTo>
                  <a:lnTo>
                    <a:pt x="18535" y="11011"/>
                  </a:lnTo>
                  <a:lnTo>
                    <a:pt x="18526" y="11011"/>
                  </a:lnTo>
                  <a:cubicBezTo>
                    <a:pt x="18497" y="11011"/>
                    <a:pt x="18459" y="11011"/>
                    <a:pt x="18459" y="11011"/>
                  </a:cubicBezTo>
                  <a:cubicBezTo>
                    <a:pt x="18412" y="11011"/>
                    <a:pt x="18364" y="11001"/>
                    <a:pt x="18316" y="11001"/>
                  </a:cubicBezTo>
                  <a:cubicBezTo>
                    <a:pt x="18259" y="11001"/>
                    <a:pt x="18212" y="10992"/>
                    <a:pt x="18145" y="10982"/>
                  </a:cubicBezTo>
                  <a:cubicBezTo>
                    <a:pt x="18136" y="10973"/>
                    <a:pt x="18088" y="10973"/>
                    <a:pt x="18088" y="10973"/>
                  </a:cubicBezTo>
                  <a:cubicBezTo>
                    <a:pt x="18078" y="10954"/>
                    <a:pt x="18050" y="10954"/>
                    <a:pt x="18031" y="10935"/>
                  </a:cubicBezTo>
                  <a:cubicBezTo>
                    <a:pt x="17993" y="10935"/>
                    <a:pt x="17954" y="10916"/>
                    <a:pt x="17916" y="10916"/>
                  </a:cubicBezTo>
                  <a:cubicBezTo>
                    <a:pt x="17821" y="10878"/>
                    <a:pt x="17726" y="10839"/>
                    <a:pt x="17659" y="10801"/>
                  </a:cubicBezTo>
                  <a:lnTo>
                    <a:pt x="11811" y="7248"/>
                  </a:lnTo>
                  <a:lnTo>
                    <a:pt x="11801" y="7248"/>
                  </a:lnTo>
                  <a:cubicBezTo>
                    <a:pt x="11744" y="7210"/>
                    <a:pt x="11706" y="7172"/>
                    <a:pt x="11659" y="7144"/>
                  </a:cubicBezTo>
                  <a:lnTo>
                    <a:pt x="11621" y="8325"/>
                  </a:lnTo>
                  <a:cubicBezTo>
                    <a:pt x="11621" y="8515"/>
                    <a:pt x="11487" y="8696"/>
                    <a:pt x="11239" y="8820"/>
                  </a:cubicBezTo>
                  <a:lnTo>
                    <a:pt x="7144" y="11211"/>
                  </a:lnTo>
                  <a:cubicBezTo>
                    <a:pt x="7201" y="11287"/>
                    <a:pt x="7277" y="11354"/>
                    <a:pt x="7363" y="11411"/>
                  </a:cubicBezTo>
                  <a:lnTo>
                    <a:pt x="46701" y="35214"/>
                  </a:lnTo>
                  <a:cubicBezTo>
                    <a:pt x="46815" y="35280"/>
                    <a:pt x="46949" y="35338"/>
                    <a:pt x="47082" y="35366"/>
                  </a:cubicBezTo>
                  <a:cubicBezTo>
                    <a:pt x="47092" y="35376"/>
                    <a:pt x="47130" y="35385"/>
                    <a:pt x="47130" y="35385"/>
                  </a:cubicBezTo>
                  <a:cubicBezTo>
                    <a:pt x="47272" y="35414"/>
                    <a:pt x="47406" y="35433"/>
                    <a:pt x="47568" y="35433"/>
                  </a:cubicBezTo>
                  <a:lnTo>
                    <a:pt x="47577" y="35433"/>
                  </a:lnTo>
                  <a:cubicBezTo>
                    <a:pt x="47730" y="35433"/>
                    <a:pt x="47882" y="35414"/>
                    <a:pt x="48035" y="35376"/>
                  </a:cubicBezTo>
                  <a:lnTo>
                    <a:pt x="48044" y="35376"/>
                  </a:lnTo>
                  <a:cubicBezTo>
                    <a:pt x="48196" y="35338"/>
                    <a:pt x="48330" y="35280"/>
                    <a:pt x="48444" y="35204"/>
                  </a:cubicBezTo>
                  <a:lnTo>
                    <a:pt x="53159" y="32490"/>
                  </a:lnTo>
                  <a:cubicBezTo>
                    <a:pt x="53264" y="32433"/>
                    <a:pt x="53321" y="32356"/>
                    <a:pt x="53369" y="32299"/>
                  </a:cubicBezTo>
                  <a:cubicBezTo>
                    <a:pt x="53359" y="32280"/>
                    <a:pt x="53359" y="32252"/>
                    <a:pt x="53349" y="32233"/>
                  </a:cubicBezTo>
                  <a:cubicBezTo>
                    <a:pt x="53349" y="32204"/>
                    <a:pt x="53321" y="32147"/>
                    <a:pt x="53321" y="32147"/>
                  </a:cubicBezTo>
                  <a:lnTo>
                    <a:pt x="53321" y="32071"/>
                  </a:lnTo>
                  <a:lnTo>
                    <a:pt x="53321" y="32071"/>
                  </a:lnTo>
                  <a:lnTo>
                    <a:pt x="53569" y="30861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FBA9FEB8-8C82-4D06-AE10-B74AE7C87516}"/>
                </a:ext>
              </a:extLst>
            </p:cNvPr>
            <p:cNvSpPr/>
            <p:nvPr/>
          </p:nvSpPr>
          <p:spPr>
            <a:xfrm>
              <a:off x="5059757" y="5345236"/>
              <a:ext cx="19050" cy="19050"/>
            </a:xfrm>
            <a:custGeom>
              <a:avLst/>
              <a:gdLst>
                <a:gd name="connsiteX0" fmla="*/ 19917 w 19050"/>
                <a:gd name="connsiteY0" fmla="*/ 10487 h 19050"/>
                <a:gd name="connsiteX1" fmla="*/ 19421 w 19050"/>
                <a:gd name="connsiteY1" fmla="*/ 10763 h 19050"/>
                <a:gd name="connsiteX2" fmla="*/ 19250 w 19050"/>
                <a:gd name="connsiteY2" fmla="*/ 10859 h 19050"/>
                <a:gd name="connsiteX3" fmla="*/ 19098 w 19050"/>
                <a:gd name="connsiteY3" fmla="*/ 10897 h 19050"/>
                <a:gd name="connsiteX4" fmla="*/ 19012 w 19050"/>
                <a:gd name="connsiteY4" fmla="*/ 10935 h 19050"/>
                <a:gd name="connsiteX5" fmla="*/ 19003 w 19050"/>
                <a:gd name="connsiteY5" fmla="*/ 10935 h 19050"/>
                <a:gd name="connsiteX6" fmla="*/ 18964 w 19050"/>
                <a:gd name="connsiteY6" fmla="*/ 10944 h 19050"/>
                <a:gd name="connsiteX7" fmla="*/ 18831 w 19050"/>
                <a:gd name="connsiteY7" fmla="*/ 10963 h 19050"/>
                <a:gd name="connsiteX8" fmla="*/ 18698 w 19050"/>
                <a:gd name="connsiteY8" fmla="*/ 10973 h 19050"/>
                <a:gd name="connsiteX9" fmla="*/ 18583 w 19050"/>
                <a:gd name="connsiteY9" fmla="*/ 10982 h 19050"/>
                <a:gd name="connsiteX10" fmla="*/ 18536 w 19050"/>
                <a:gd name="connsiteY10" fmla="*/ 10982 h 19050"/>
                <a:gd name="connsiteX11" fmla="*/ 18517 w 19050"/>
                <a:gd name="connsiteY11" fmla="*/ 10982 h 19050"/>
                <a:gd name="connsiteX12" fmla="*/ 18450 w 19050"/>
                <a:gd name="connsiteY12" fmla="*/ 10982 h 19050"/>
                <a:gd name="connsiteX13" fmla="*/ 18307 w 19050"/>
                <a:gd name="connsiteY13" fmla="*/ 10973 h 19050"/>
                <a:gd name="connsiteX14" fmla="*/ 18145 w 19050"/>
                <a:gd name="connsiteY14" fmla="*/ 10954 h 19050"/>
                <a:gd name="connsiteX15" fmla="*/ 18079 w 19050"/>
                <a:gd name="connsiteY15" fmla="*/ 10935 h 19050"/>
                <a:gd name="connsiteX16" fmla="*/ 18021 w 19050"/>
                <a:gd name="connsiteY16" fmla="*/ 10916 h 19050"/>
                <a:gd name="connsiteX17" fmla="*/ 17917 w 19050"/>
                <a:gd name="connsiteY17" fmla="*/ 10887 h 19050"/>
                <a:gd name="connsiteX18" fmla="*/ 17650 w 19050"/>
                <a:gd name="connsiteY18" fmla="*/ 10763 h 19050"/>
                <a:gd name="connsiteX19" fmla="*/ 11649 w 19050"/>
                <a:gd name="connsiteY19" fmla="*/ 7144 h 19050"/>
                <a:gd name="connsiteX20" fmla="*/ 11621 w 19050"/>
                <a:gd name="connsiteY20" fmla="*/ 8287 h 19050"/>
                <a:gd name="connsiteX21" fmla="*/ 11240 w 19050"/>
                <a:gd name="connsiteY21" fmla="*/ 8820 h 19050"/>
                <a:gd name="connsiteX22" fmla="*/ 7144 w 19050"/>
                <a:gd name="connsiteY22" fmla="*/ 11173 h 19050"/>
                <a:gd name="connsiteX23" fmla="*/ 7353 w 19050"/>
                <a:gd name="connsiteY23" fmla="*/ 11373 h 19050"/>
                <a:gd name="connsiteX24" fmla="*/ 13192 w 19050"/>
                <a:gd name="connsiteY24" fmla="*/ 14907 h 19050"/>
                <a:gd name="connsiteX25" fmla="*/ 13583 w 19050"/>
                <a:gd name="connsiteY25" fmla="*/ 15069 h 19050"/>
                <a:gd name="connsiteX26" fmla="*/ 13630 w 19050"/>
                <a:gd name="connsiteY26" fmla="*/ 15078 h 19050"/>
                <a:gd name="connsiteX27" fmla="*/ 14059 w 19050"/>
                <a:gd name="connsiteY27" fmla="*/ 15135 h 19050"/>
                <a:gd name="connsiteX28" fmla="*/ 14069 w 19050"/>
                <a:gd name="connsiteY28" fmla="*/ 15135 h 19050"/>
                <a:gd name="connsiteX29" fmla="*/ 14526 w 19050"/>
                <a:gd name="connsiteY29" fmla="*/ 15069 h 19050"/>
                <a:gd name="connsiteX30" fmla="*/ 14535 w 19050"/>
                <a:gd name="connsiteY30" fmla="*/ 15069 h 19050"/>
                <a:gd name="connsiteX31" fmla="*/ 14945 w 19050"/>
                <a:gd name="connsiteY31" fmla="*/ 14907 h 19050"/>
                <a:gd name="connsiteX32" fmla="*/ 19660 w 19050"/>
                <a:gd name="connsiteY32" fmla="*/ 12182 h 19050"/>
                <a:gd name="connsiteX33" fmla="*/ 19869 w 19050"/>
                <a:gd name="connsiteY33" fmla="*/ 11992 h 19050"/>
                <a:gd name="connsiteX34" fmla="*/ 19850 w 19050"/>
                <a:gd name="connsiteY34" fmla="*/ 11925 h 19050"/>
                <a:gd name="connsiteX35" fmla="*/ 19841 w 19050"/>
                <a:gd name="connsiteY35" fmla="*/ 11859 h 19050"/>
                <a:gd name="connsiteX36" fmla="*/ 19822 w 19050"/>
                <a:gd name="connsiteY36" fmla="*/ 11782 h 19050"/>
                <a:gd name="connsiteX37" fmla="*/ 19831 w 19050"/>
                <a:gd name="connsiteY37" fmla="*/ 11773 h 19050"/>
                <a:gd name="connsiteX38" fmla="*/ 19917 w 19050"/>
                <a:gd name="connsiteY38" fmla="*/ 104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9050" h="19050">
                  <a:moveTo>
                    <a:pt x="19917" y="10487"/>
                  </a:moveTo>
                  <a:lnTo>
                    <a:pt x="19421" y="10763"/>
                  </a:lnTo>
                  <a:cubicBezTo>
                    <a:pt x="19374" y="10792"/>
                    <a:pt x="19307" y="10821"/>
                    <a:pt x="19250" y="10859"/>
                  </a:cubicBezTo>
                  <a:cubicBezTo>
                    <a:pt x="19193" y="10868"/>
                    <a:pt x="19145" y="10887"/>
                    <a:pt x="19098" y="10897"/>
                  </a:cubicBezTo>
                  <a:cubicBezTo>
                    <a:pt x="19069" y="10916"/>
                    <a:pt x="19041" y="10916"/>
                    <a:pt x="19012" y="10935"/>
                  </a:cubicBezTo>
                  <a:lnTo>
                    <a:pt x="19003" y="10935"/>
                  </a:lnTo>
                  <a:cubicBezTo>
                    <a:pt x="18983" y="10935"/>
                    <a:pt x="18974" y="10935"/>
                    <a:pt x="18964" y="10944"/>
                  </a:cubicBezTo>
                  <a:cubicBezTo>
                    <a:pt x="18917" y="10954"/>
                    <a:pt x="18879" y="10954"/>
                    <a:pt x="18831" y="10963"/>
                  </a:cubicBezTo>
                  <a:cubicBezTo>
                    <a:pt x="18783" y="10963"/>
                    <a:pt x="18745" y="10973"/>
                    <a:pt x="18698" y="10973"/>
                  </a:cubicBezTo>
                  <a:cubicBezTo>
                    <a:pt x="18669" y="10982"/>
                    <a:pt x="18631" y="10982"/>
                    <a:pt x="18583" y="10982"/>
                  </a:cubicBezTo>
                  <a:cubicBezTo>
                    <a:pt x="18564" y="10982"/>
                    <a:pt x="18545" y="10982"/>
                    <a:pt x="18536" y="10982"/>
                  </a:cubicBezTo>
                  <a:lnTo>
                    <a:pt x="18517" y="10982"/>
                  </a:lnTo>
                  <a:cubicBezTo>
                    <a:pt x="18498" y="10982"/>
                    <a:pt x="18469" y="10982"/>
                    <a:pt x="18450" y="10982"/>
                  </a:cubicBezTo>
                  <a:cubicBezTo>
                    <a:pt x="18402" y="10982"/>
                    <a:pt x="18355" y="10982"/>
                    <a:pt x="18307" y="10973"/>
                  </a:cubicBezTo>
                  <a:cubicBezTo>
                    <a:pt x="18250" y="10963"/>
                    <a:pt x="18202" y="10963"/>
                    <a:pt x="18145" y="10954"/>
                  </a:cubicBezTo>
                  <a:cubicBezTo>
                    <a:pt x="18126" y="10944"/>
                    <a:pt x="18107" y="10935"/>
                    <a:pt x="18079" y="10935"/>
                  </a:cubicBezTo>
                  <a:cubicBezTo>
                    <a:pt x="18060" y="10935"/>
                    <a:pt x="18040" y="10916"/>
                    <a:pt x="18021" y="10916"/>
                  </a:cubicBezTo>
                  <a:cubicBezTo>
                    <a:pt x="17993" y="10897"/>
                    <a:pt x="17945" y="10897"/>
                    <a:pt x="17917" y="10887"/>
                  </a:cubicBezTo>
                  <a:cubicBezTo>
                    <a:pt x="17812" y="10859"/>
                    <a:pt x="17717" y="10811"/>
                    <a:pt x="17650" y="10763"/>
                  </a:cubicBezTo>
                  <a:lnTo>
                    <a:pt x="11649" y="7144"/>
                  </a:lnTo>
                  <a:lnTo>
                    <a:pt x="11621" y="8287"/>
                  </a:lnTo>
                  <a:cubicBezTo>
                    <a:pt x="11611" y="8487"/>
                    <a:pt x="11487" y="8668"/>
                    <a:pt x="11240" y="8820"/>
                  </a:cubicBezTo>
                  <a:lnTo>
                    <a:pt x="7144" y="11173"/>
                  </a:lnTo>
                  <a:cubicBezTo>
                    <a:pt x="7201" y="11268"/>
                    <a:pt x="7268" y="11325"/>
                    <a:pt x="7353" y="11373"/>
                  </a:cubicBezTo>
                  <a:lnTo>
                    <a:pt x="13192" y="14907"/>
                  </a:lnTo>
                  <a:cubicBezTo>
                    <a:pt x="13306" y="14983"/>
                    <a:pt x="13430" y="15030"/>
                    <a:pt x="13583" y="15069"/>
                  </a:cubicBezTo>
                  <a:cubicBezTo>
                    <a:pt x="13583" y="15069"/>
                    <a:pt x="13611" y="15069"/>
                    <a:pt x="13630" y="15078"/>
                  </a:cubicBezTo>
                  <a:cubicBezTo>
                    <a:pt x="13773" y="15116"/>
                    <a:pt x="13897" y="15135"/>
                    <a:pt x="14059" y="15135"/>
                  </a:cubicBezTo>
                  <a:lnTo>
                    <a:pt x="14069" y="15135"/>
                  </a:lnTo>
                  <a:cubicBezTo>
                    <a:pt x="14221" y="15126"/>
                    <a:pt x="14373" y="15097"/>
                    <a:pt x="14526" y="15069"/>
                  </a:cubicBezTo>
                  <a:lnTo>
                    <a:pt x="14535" y="15069"/>
                  </a:lnTo>
                  <a:cubicBezTo>
                    <a:pt x="14697" y="15030"/>
                    <a:pt x="14830" y="14983"/>
                    <a:pt x="14945" y="14907"/>
                  </a:cubicBezTo>
                  <a:lnTo>
                    <a:pt x="19660" y="12182"/>
                  </a:lnTo>
                  <a:cubicBezTo>
                    <a:pt x="19755" y="12135"/>
                    <a:pt x="19822" y="12049"/>
                    <a:pt x="19869" y="11992"/>
                  </a:cubicBezTo>
                  <a:cubicBezTo>
                    <a:pt x="19860" y="11973"/>
                    <a:pt x="19850" y="11944"/>
                    <a:pt x="19850" y="11925"/>
                  </a:cubicBezTo>
                  <a:cubicBezTo>
                    <a:pt x="19841" y="11906"/>
                    <a:pt x="19841" y="11859"/>
                    <a:pt x="19841" y="11859"/>
                  </a:cubicBezTo>
                  <a:lnTo>
                    <a:pt x="19822" y="11782"/>
                  </a:lnTo>
                  <a:lnTo>
                    <a:pt x="19831" y="11773"/>
                  </a:lnTo>
                  <a:lnTo>
                    <a:pt x="19917" y="1048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64FB801-65F1-451F-B933-7A879898D55C}"/>
                </a:ext>
              </a:extLst>
            </p:cNvPr>
            <p:cNvSpPr/>
            <p:nvPr/>
          </p:nvSpPr>
          <p:spPr>
            <a:xfrm>
              <a:off x="5051342" y="5340111"/>
              <a:ext cx="19050" cy="19050"/>
            </a:xfrm>
            <a:custGeom>
              <a:avLst/>
              <a:gdLst>
                <a:gd name="connsiteX0" fmla="*/ 16492 w 19050"/>
                <a:gd name="connsiteY0" fmla="*/ 10087 h 19050"/>
                <a:gd name="connsiteX1" fmla="*/ 16340 w 19050"/>
                <a:gd name="connsiteY1" fmla="*/ 9963 h 19050"/>
                <a:gd name="connsiteX2" fmla="*/ 16273 w 19050"/>
                <a:gd name="connsiteY2" fmla="*/ 9877 h 19050"/>
                <a:gd name="connsiteX3" fmla="*/ 16254 w 19050"/>
                <a:gd name="connsiteY3" fmla="*/ 9849 h 19050"/>
                <a:gd name="connsiteX4" fmla="*/ 16245 w 19050"/>
                <a:gd name="connsiteY4" fmla="*/ 9849 h 19050"/>
                <a:gd name="connsiteX5" fmla="*/ 16225 w 19050"/>
                <a:gd name="connsiteY5" fmla="*/ 9811 h 19050"/>
                <a:gd name="connsiteX6" fmla="*/ 16187 w 19050"/>
                <a:gd name="connsiteY6" fmla="*/ 9725 h 19050"/>
                <a:gd name="connsiteX7" fmla="*/ 16168 w 19050"/>
                <a:gd name="connsiteY7" fmla="*/ 9658 h 19050"/>
                <a:gd name="connsiteX8" fmla="*/ 16168 w 19050"/>
                <a:gd name="connsiteY8" fmla="*/ 9573 h 19050"/>
                <a:gd name="connsiteX9" fmla="*/ 16225 w 19050"/>
                <a:gd name="connsiteY9" fmla="*/ 8144 h 19050"/>
                <a:gd name="connsiteX10" fmla="*/ 15606 w 19050"/>
                <a:gd name="connsiteY10" fmla="*/ 8477 h 19050"/>
                <a:gd name="connsiteX11" fmla="*/ 15425 w 19050"/>
                <a:gd name="connsiteY11" fmla="*/ 8572 h 19050"/>
                <a:gd name="connsiteX12" fmla="*/ 15273 w 19050"/>
                <a:gd name="connsiteY12" fmla="*/ 8620 h 19050"/>
                <a:gd name="connsiteX13" fmla="*/ 15197 w 19050"/>
                <a:gd name="connsiteY13" fmla="*/ 8639 h 19050"/>
                <a:gd name="connsiteX14" fmla="*/ 15187 w 19050"/>
                <a:gd name="connsiteY14" fmla="*/ 8639 h 19050"/>
                <a:gd name="connsiteX15" fmla="*/ 15140 w 19050"/>
                <a:gd name="connsiteY15" fmla="*/ 8649 h 19050"/>
                <a:gd name="connsiteX16" fmla="*/ 15006 w 19050"/>
                <a:gd name="connsiteY16" fmla="*/ 8687 h 19050"/>
                <a:gd name="connsiteX17" fmla="*/ 14901 w 19050"/>
                <a:gd name="connsiteY17" fmla="*/ 8687 h 19050"/>
                <a:gd name="connsiteX18" fmla="*/ 14777 w 19050"/>
                <a:gd name="connsiteY18" fmla="*/ 8706 h 19050"/>
                <a:gd name="connsiteX19" fmla="*/ 14711 w 19050"/>
                <a:gd name="connsiteY19" fmla="*/ 8706 h 19050"/>
                <a:gd name="connsiteX20" fmla="*/ 14682 w 19050"/>
                <a:gd name="connsiteY20" fmla="*/ 8706 h 19050"/>
                <a:gd name="connsiteX21" fmla="*/ 14635 w 19050"/>
                <a:gd name="connsiteY21" fmla="*/ 8706 h 19050"/>
                <a:gd name="connsiteX22" fmla="*/ 14492 w 19050"/>
                <a:gd name="connsiteY22" fmla="*/ 8687 h 19050"/>
                <a:gd name="connsiteX23" fmla="*/ 14339 w 19050"/>
                <a:gd name="connsiteY23" fmla="*/ 8668 h 19050"/>
                <a:gd name="connsiteX24" fmla="*/ 14263 w 19050"/>
                <a:gd name="connsiteY24" fmla="*/ 8649 h 19050"/>
                <a:gd name="connsiteX25" fmla="*/ 14206 w 19050"/>
                <a:gd name="connsiteY25" fmla="*/ 8639 h 19050"/>
                <a:gd name="connsiteX26" fmla="*/ 14092 w 19050"/>
                <a:gd name="connsiteY26" fmla="*/ 8611 h 19050"/>
                <a:gd name="connsiteX27" fmla="*/ 13835 w 19050"/>
                <a:gd name="connsiteY27" fmla="*/ 8477 h 19050"/>
                <a:gd name="connsiteX28" fmla="*/ 11615 w 19050"/>
                <a:gd name="connsiteY28" fmla="*/ 7144 h 19050"/>
                <a:gd name="connsiteX29" fmla="*/ 11577 w 19050"/>
                <a:gd name="connsiteY29" fmla="*/ 8287 h 19050"/>
                <a:gd name="connsiteX30" fmla="*/ 11206 w 19050"/>
                <a:gd name="connsiteY30" fmla="*/ 8811 h 19050"/>
                <a:gd name="connsiteX31" fmla="*/ 7148 w 19050"/>
                <a:gd name="connsiteY31" fmla="*/ 11173 h 19050"/>
                <a:gd name="connsiteX32" fmla="*/ 7148 w 19050"/>
                <a:gd name="connsiteY32" fmla="*/ 11182 h 19050"/>
                <a:gd name="connsiteX33" fmla="*/ 7148 w 19050"/>
                <a:gd name="connsiteY33" fmla="*/ 11211 h 19050"/>
                <a:gd name="connsiteX34" fmla="*/ 7415 w 19050"/>
                <a:gd name="connsiteY34" fmla="*/ 11430 h 19050"/>
                <a:gd name="connsiteX35" fmla="*/ 13244 w 19050"/>
                <a:gd name="connsiteY35" fmla="*/ 14983 h 19050"/>
                <a:gd name="connsiteX36" fmla="*/ 13616 w 19050"/>
                <a:gd name="connsiteY36" fmla="*/ 15126 h 19050"/>
                <a:gd name="connsiteX37" fmla="*/ 13682 w 19050"/>
                <a:gd name="connsiteY37" fmla="*/ 15135 h 19050"/>
                <a:gd name="connsiteX38" fmla="*/ 14111 w 19050"/>
                <a:gd name="connsiteY38" fmla="*/ 15183 h 19050"/>
                <a:gd name="connsiteX39" fmla="*/ 14111 w 19050"/>
                <a:gd name="connsiteY39" fmla="*/ 15183 h 19050"/>
                <a:gd name="connsiteX40" fmla="*/ 14568 w 19050"/>
                <a:gd name="connsiteY40" fmla="*/ 15135 h 19050"/>
                <a:gd name="connsiteX41" fmla="*/ 14587 w 19050"/>
                <a:gd name="connsiteY41" fmla="*/ 15126 h 19050"/>
                <a:gd name="connsiteX42" fmla="*/ 14987 w 19050"/>
                <a:gd name="connsiteY42" fmla="*/ 14964 h 19050"/>
                <a:gd name="connsiteX43" fmla="*/ 19711 w 19050"/>
                <a:gd name="connsiteY43" fmla="*/ 12240 h 19050"/>
                <a:gd name="connsiteX44" fmla="*/ 19845 w 19050"/>
                <a:gd name="connsiteY44" fmla="*/ 12106 h 19050"/>
                <a:gd name="connsiteX45" fmla="*/ 16492 w 19050"/>
                <a:gd name="connsiteY45" fmla="*/ 10087 h 19050"/>
                <a:gd name="connsiteX46" fmla="*/ 16492 w 19050"/>
                <a:gd name="connsiteY46" fmla="*/ 100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9050" h="19050">
                  <a:moveTo>
                    <a:pt x="16492" y="10087"/>
                  </a:moveTo>
                  <a:cubicBezTo>
                    <a:pt x="16435" y="10049"/>
                    <a:pt x="16387" y="10011"/>
                    <a:pt x="16340" y="9963"/>
                  </a:cubicBezTo>
                  <a:cubicBezTo>
                    <a:pt x="16311" y="9944"/>
                    <a:pt x="16283" y="9915"/>
                    <a:pt x="16273" y="9877"/>
                  </a:cubicBezTo>
                  <a:cubicBezTo>
                    <a:pt x="16263" y="9868"/>
                    <a:pt x="16254" y="9858"/>
                    <a:pt x="16254" y="9849"/>
                  </a:cubicBezTo>
                  <a:lnTo>
                    <a:pt x="16245" y="9849"/>
                  </a:lnTo>
                  <a:cubicBezTo>
                    <a:pt x="16235" y="9830"/>
                    <a:pt x="16225" y="9820"/>
                    <a:pt x="16225" y="9811"/>
                  </a:cubicBezTo>
                  <a:cubicBezTo>
                    <a:pt x="16206" y="9792"/>
                    <a:pt x="16197" y="9744"/>
                    <a:pt x="16187" y="9725"/>
                  </a:cubicBezTo>
                  <a:cubicBezTo>
                    <a:pt x="16187" y="9697"/>
                    <a:pt x="16178" y="9677"/>
                    <a:pt x="16168" y="9658"/>
                  </a:cubicBezTo>
                  <a:lnTo>
                    <a:pt x="16168" y="9573"/>
                  </a:lnTo>
                  <a:lnTo>
                    <a:pt x="16225" y="8144"/>
                  </a:lnTo>
                  <a:lnTo>
                    <a:pt x="15606" y="8477"/>
                  </a:lnTo>
                  <a:cubicBezTo>
                    <a:pt x="15549" y="8515"/>
                    <a:pt x="15492" y="8554"/>
                    <a:pt x="15425" y="8572"/>
                  </a:cubicBezTo>
                  <a:cubicBezTo>
                    <a:pt x="15378" y="8592"/>
                    <a:pt x="15320" y="8611"/>
                    <a:pt x="15273" y="8620"/>
                  </a:cubicBezTo>
                  <a:cubicBezTo>
                    <a:pt x="15254" y="8630"/>
                    <a:pt x="15225" y="8639"/>
                    <a:pt x="15197" y="8639"/>
                  </a:cubicBezTo>
                  <a:lnTo>
                    <a:pt x="15187" y="8639"/>
                  </a:lnTo>
                  <a:cubicBezTo>
                    <a:pt x="15168" y="8649"/>
                    <a:pt x="15159" y="8649"/>
                    <a:pt x="15140" y="8649"/>
                  </a:cubicBezTo>
                  <a:cubicBezTo>
                    <a:pt x="15102" y="8668"/>
                    <a:pt x="15063" y="8668"/>
                    <a:pt x="15006" y="8687"/>
                  </a:cubicBezTo>
                  <a:cubicBezTo>
                    <a:pt x="14978" y="8687"/>
                    <a:pt x="14939" y="8687"/>
                    <a:pt x="14901" y="8687"/>
                  </a:cubicBezTo>
                  <a:cubicBezTo>
                    <a:pt x="14854" y="8687"/>
                    <a:pt x="14816" y="8706"/>
                    <a:pt x="14777" y="8706"/>
                  </a:cubicBezTo>
                  <a:lnTo>
                    <a:pt x="14711" y="8706"/>
                  </a:lnTo>
                  <a:lnTo>
                    <a:pt x="14682" y="8706"/>
                  </a:lnTo>
                  <a:cubicBezTo>
                    <a:pt x="14682" y="8706"/>
                    <a:pt x="14663" y="8706"/>
                    <a:pt x="14635" y="8706"/>
                  </a:cubicBezTo>
                  <a:cubicBezTo>
                    <a:pt x="14587" y="8706"/>
                    <a:pt x="14549" y="8687"/>
                    <a:pt x="14492" y="8687"/>
                  </a:cubicBezTo>
                  <a:cubicBezTo>
                    <a:pt x="14444" y="8687"/>
                    <a:pt x="14387" y="8668"/>
                    <a:pt x="14339" y="8668"/>
                  </a:cubicBezTo>
                  <a:cubicBezTo>
                    <a:pt x="14321" y="8658"/>
                    <a:pt x="14263" y="8649"/>
                    <a:pt x="14263" y="8649"/>
                  </a:cubicBezTo>
                  <a:cubicBezTo>
                    <a:pt x="14244" y="8639"/>
                    <a:pt x="14235" y="8639"/>
                    <a:pt x="14206" y="8639"/>
                  </a:cubicBezTo>
                  <a:cubicBezTo>
                    <a:pt x="14168" y="8620"/>
                    <a:pt x="14130" y="8620"/>
                    <a:pt x="14092" y="8611"/>
                  </a:cubicBezTo>
                  <a:cubicBezTo>
                    <a:pt x="13996" y="8582"/>
                    <a:pt x="13901" y="8534"/>
                    <a:pt x="13835" y="8477"/>
                  </a:cubicBezTo>
                  <a:lnTo>
                    <a:pt x="11615" y="7144"/>
                  </a:lnTo>
                  <a:lnTo>
                    <a:pt x="11577" y="8287"/>
                  </a:lnTo>
                  <a:cubicBezTo>
                    <a:pt x="11568" y="8477"/>
                    <a:pt x="11444" y="8658"/>
                    <a:pt x="11206" y="8811"/>
                  </a:cubicBezTo>
                  <a:lnTo>
                    <a:pt x="7148" y="11173"/>
                  </a:lnTo>
                  <a:cubicBezTo>
                    <a:pt x="7148" y="11173"/>
                    <a:pt x="7138" y="11182"/>
                    <a:pt x="7148" y="11182"/>
                  </a:cubicBezTo>
                  <a:lnTo>
                    <a:pt x="7148" y="11211"/>
                  </a:lnTo>
                  <a:cubicBezTo>
                    <a:pt x="7215" y="11287"/>
                    <a:pt x="7291" y="11363"/>
                    <a:pt x="7415" y="11430"/>
                  </a:cubicBezTo>
                  <a:lnTo>
                    <a:pt x="13244" y="14983"/>
                  </a:lnTo>
                  <a:cubicBezTo>
                    <a:pt x="13349" y="15040"/>
                    <a:pt x="13482" y="15078"/>
                    <a:pt x="13616" y="15126"/>
                  </a:cubicBezTo>
                  <a:cubicBezTo>
                    <a:pt x="13644" y="15126"/>
                    <a:pt x="13654" y="15135"/>
                    <a:pt x="13682" y="15135"/>
                  </a:cubicBezTo>
                  <a:cubicBezTo>
                    <a:pt x="13816" y="15173"/>
                    <a:pt x="13958" y="15183"/>
                    <a:pt x="14111" y="15183"/>
                  </a:cubicBezTo>
                  <a:lnTo>
                    <a:pt x="14111" y="15183"/>
                  </a:lnTo>
                  <a:cubicBezTo>
                    <a:pt x="14273" y="15183"/>
                    <a:pt x="14425" y="15173"/>
                    <a:pt x="14568" y="15135"/>
                  </a:cubicBezTo>
                  <a:cubicBezTo>
                    <a:pt x="14578" y="15126"/>
                    <a:pt x="14587" y="15126"/>
                    <a:pt x="14587" y="15126"/>
                  </a:cubicBezTo>
                  <a:cubicBezTo>
                    <a:pt x="14739" y="15078"/>
                    <a:pt x="14873" y="15040"/>
                    <a:pt x="14987" y="14964"/>
                  </a:cubicBezTo>
                  <a:lnTo>
                    <a:pt x="19711" y="12240"/>
                  </a:lnTo>
                  <a:cubicBezTo>
                    <a:pt x="19759" y="12202"/>
                    <a:pt x="19807" y="12154"/>
                    <a:pt x="19845" y="12106"/>
                  </a:cubicBezTo>
                  <a:lnTo>
                    <a:pt x="16492" y="10087"/>
                  </a:lnTo>
                  <a:lnTo>
                    <a:pt x="16492" y="1008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4B83EA4-FD21-459F-8637-E51592BD4806}"/>
                </a:ext>
              </a:extLst>
            </p:cNvPr>
            <p:cNvSpPr/>
            <p:nvPr/>
          </p:nvSpPr>
          <p:spPr>
            <a:xfrm>
              <a:off x="5054270" y="5333167"/>
              <a:ext cx="28575" cy="19050"/>
            </a:xfrm>
            <a:custGeom>
              <a:avLst/>
              <a:gdLst>
                <a:gd name="connsiteX0" fmla="*/ 27337 w 28575"/>
                <a:gd name="connsiteY0" fmla="*/ 16726 h 19050"/>
                <a:gd name="connsiteX1" fmla="*/ 27184 w 28575"/>
                <a:gd name="connsiteY1" fmla="*/ 16611 h 19050"/>
                <a:gd name="connsiteX2" fmla="*/ 27108 w 28575"/>
                <a:gd name="connsiteY2" fmla="*/ 16526 h 19050"/>
                <a:gd name="connsiteX3" fmla="*/ 27089 w 28575"/>
                <a:gd name="connsiteY3" fmla="*/ 16488 h 19050"/>
                <a:gd name="connsiteX4" fmla="*/ 27079 w 28575"/>
                <a:gd name="connsiteY4" fmla="*/ 16488 h 19050"/>
                <a:gd name="connsiteX5" fmla="*/ 27051 w 28575"/>
                <a:gd name="connsiteY5" fmla="*/ 16440 h 19050"/>
                <a:gd name="connsiteX6" fmla="*/ 27032 w 28575"/>
                <a:gd name="connsiteY6" fmla="*/ 16373 h 19050"/>
                <a:gd name="connsiteX7" fmla="*/ 27003 w 28575"/>
                <a:gd name="connsiteY7" fmla="*/ 16259 h 19050"/>
                <a:gd name="connsiteX8" fmla="*/ 27003 w 28575"/>
                <a:gd name="connsiteY8" fmla="*/ 16212 h 19050"/>
                <a:gd name="connsiteX9" fmla="*/ 27041 w 28575"/>
                <a:gd name="connsiteY9" fmla="*/ 14907 h 19050"/>
                <a:gd name="connsiteX10" fmla="*/ 26565 w 28575"/>
                <a:gd name="connsiteY10" fmla="*/ 15183 h 19050"/>
                <a:gd name="connsiteX11" fmla="*/ 26375 w 28575"/>
                <a:gd name="connsiteY11" fmla="*/ 15288 h 19050"/>
                <a:gd name="connsiteX12" fmla="*/ 26222 w 28575"/>
                <a:gd name="connsiteY12" fmla="*/ 15335 h 19050"/>
                <a:gd name="connsiteX13" fmla="*/ 26136 w 28575"/>
                <a:gd name="connsiteY13" fmla="*/ 15345 h 19050"/>
                <a:gd name="connsiteX14" fmla="*/ 26127 w 28575"/>
                <a:gd name="connsiteY14" fmla="*/ 15354 h 19050"/>
                <a:gd name="connsiteX15" fmla="*/ 26089 w 28575"/>
                <a:gd name="connsiteY15" fmla="*/ 15364 h 19050"/>
                <a:gd name="connsiteX16" fmla="*/ 25965 w 28575"/>
                <a:gd name="connsiteY16" fmla="*/ 15383 h 19050"/>
                <a:gd name="connsiteX17" fmla="*/ 25841 w 28575"/>
                <a:gd name="connsiteY17" fmla="*/ 15392 h 19050"/>
                <a:gd name="connsiteX18" fmla="*/ 25708 w 28575"/>
                <a:gd name="connsiteY18" fmla="*/ 15402 h 19050"/>
                <a:gd name="connsiteX19" fmla="*/ 25670 w 28575"/>
                <a:gd name="connsiteY19" fmla="*/ 15402 h 19050"/>
                <a:gd name="connsiteX20" fmla="*/ 25651 w 28575"/>
                <a:gd name="connsiteY20" fmla="*/ 15402 h 19050"/>
                <a:gd name="connsiteX21" fmla="*/ 25584 w 28575"/>
                <a:gd name="connsiteY21" fmla="*/ 15402 h 19050"/>
                <a:gd name="connsiteX22" fmla="*/ 25441 w 28575"/>
                <a:gd name="connsiteY22" fmla="*/ 15392 h 19050"/>
                <a:gd name="connsiteX23" fmla="*/ 25260 w 28575"/>
                <a:gd name="connsiteY23" fmla="*/ 15373 h 19050"/>
                <a:gd name="connsiteX24" fmla="*/ 25194 w 28575"/>
                <a:gd name="connsiteY24" fmla="*/ 15354 h 19050"/>
                <a:gd name="connsiteX25" fmla="*/ 25155 w 28575"/>
                <a:gd name="connsiteY25" fmla="*/ 15345 h 19050"/>
                <a:gd name="connsiteX26" fmla="*/ 25051 w 28575"/>
                <a:gd name="connsiteY26" fmla="*/ 15316 h 19050"/>
                <a:gd name="connsiteX27" fmla="*/ 24784 w 28575"/>
                <a:gd name="connsiteY27" fmla="*/ 15183 h 19050"/>
                <a:gd name="connsiteX28" fmla="*/ 18955 w 28575"/>
                <a:gd name="connsiteY28" fmla="*/ 11659 h 19050"/>
                <a:gd name="connsiteX29" fmla="*/ 18926 w 28575"/>
                <a:gd name="connsiteY29" fmla="*/ 11649 h 19050"/>
                <a:gd name="connsiteX30" fmla="*/ 18774 w 28575"/>
                <a:gd name="connsiteY30" fmla="*/ 11516 h 19050"/>
                <a:gd name="connsiteX31" fmla="*/ 18707 w 28575"/>
                <a:gd name="connsiteY31" fmla="*/ 11439 h 19050"/>
                <a:gd name="connsiteX32" fmla="*/ 18679 w 28575"/>
                <a:gd name="connsiteY32" fmla="*/ 11401 h 19050"/>
                <a:gd name="connsiteX33" fmla="*/ 18660 w 28575"/>
                <a:gd name="connsiteY33" fmla="*/ 11363 h 19050"/>
                <a:gd name="connsiteX34" fmla="*/ 18621 w 28575"/>
                <a:gd name="connsiteY34" fmla="*/ 11287 h 19050"/>
                <a:gd name="connsiteX35" fmla="*/ 18602 w 28575"/>
                <a:gd name="connsiteY35" fmla="*/ 11211 h 19050"/>
                <a:gd name="connsiteX36" fmla="*/ 18602 w 28575"/>
                <a:gd name="connsiteY36" fmla="*/ 11144 h 19050"/>
                <a:gd name="connsiteX37" fmla="*/ 18602 w 28575"/>
                <a:gd name="connsiteY37" fmla="*/ 11135 h 19050"/>
                <a:gd name="connsiteX38" fmla="*/ 18650 w 28575"/>
                <a:gd name="connsiteY38" fmla="*/ 9735 h 19050"/>
                <a:gd name="connsiteX39" fmla="*/ 18069 w 28575"/>
                <a:gd name="connsiteY39" fmla="*/ 10058 h 19050"/>
                <a:gd name="connsiteX40" fmla="*/ 17888 w 28575"/>
                <a:gd name="connsiteY40" fmla="*/ 10154 h 19050"/>
                <a:gd name="connsiteX41" fmla="*/ 17736 w 28575"/>
                <a:gd name="connsiteY41" fmla="*/ 10201 h 19050"/>
                <a:gd name="connsiteX42" fmla="*/ 17659 w 28575"/>
                <a:gd name="connsiteY42" fmla="*/ 10230 h 19050"/>
                <a:gd name="connsiteX43" fmla="*/ 17640 w 28575"/>
                <a:gd name="connsiteY43" fmla="*/ 10230 h 19050"/>
                <a:gd name="connsiteX44" fmla="*/ 17602 w 28575"/>
                <a:gd name="connsiteY44" fmla="*/ 10239 h 19050"/>
                <a:gd name="connsiteX45" fmla="*/ 17478 w 28575"/>
                <a:gd name="connsiteY45" fmla="*/ 10258 h 19050"/>
                <a:gd name="connsiteX46" fmla="*/ 17354 w 28575"/>
                <a:gd name="connsiteY46" fmla="*/ 10278 h 19050"/>
                <a:gd name="connsiteX47" fmla="*/ 17221 w 28575"/>
                <a:gd name="connsiteY47" fmla="*/ 10278 h 19050"/>
                <a:gd name="connsiteX48" fmla="*/ 17174 w 28575"/>
                <a:gd name="connsiteY48" fmla="*/ 10278 h 19050"/>
                <a:gd name="connsiteX49" fmla="*/ 17136 w 28575"/>
                <a:gd name="connsiteY49" fmla="*/ 10278 h 19050"/>
                <a:gd name="connsiteX50" fmla="*/ 17098 w 28575"/>
                <a:gd name="connsiteY50" fmla="*/ 10278 h 19050"/>
                <a:gd name="connsiteX51" fmla="*/ 16954 w 28575"/>
                <a:gd name="connsiteY51" fmla="*/ 10268 h 19050"/>
                <a:gd name="connsiteX52" fmla="*/ 16783 w 28575"/>
                <a:gd name="connsiteY52" fmla="*/ 10249 h 19050"/>
                <a:gd name="connsiteX53" fmla="*/ 16726 w 28575"/>
                <a:gd name="connsiteY53" fmla="*/ 10230 h 19050"/>
                <a:gd name="connsiteX54" fmla="*/ 16669 w 28575"/>
                <a:gd name="connsiteY54" fmla="*/ 10220 h 19050"/>
                <a:gd name="connsiteX55" fmla="*/ 16555 w 28575"/>
                <a:gd name="connsiteY55" fmla="*/ 10182 h 19050"/>
                <a:gd name="connsiteX56" fmla="*/ 16297 w 28575"/>
                <a:gd name="connsiteY56" fmla="*/ 10068 h 19050"/>
                <a:gd name="connsiteX57" fmla="*/ 11487 w 28575"/>
                <a:gd name="connsiteY57" fmla="*/ 7144 h 19050"/>
                <a:gd name="connsiteX58" fmla="*/ 11430 w 28575"/>
                <a:gd name="connsiteY58" fmla="*/ 8363 h 19050"/>
                <a:gd name="connsiteX59" fmla="*/ 11049 w 28575"/>
                <a:gd name="connsiteY59" fmla="*/ 8896 h 19050"/>
                <a:gd name="connsiteX60" fmla="*/ 7144 w 28575"/>
                <a:gd name="connsiteY60" fmla="*/ 11163 h 19050"/>
                <a:gd name="connsiteX61" fmla="*/ 7201 w 28575"/>
                <a:gd name="connsiteY61" fmla="*/ 11382 h 19050"/>
                <a:gd name="connsiteX62" fmla="*/ 7220 w 28575"/>
                <a:gd name="connsiteY62" fmla="*/ 11392 h 19050"/>
                <a:gd name="connsiteX63" fmla="*/ 7458 w 28575"/>
                <a:gd name="connsiteY63" fmla="*/ 11630 h 19050"/>
                <a:gd name="connsiteX64" fmla="*/ 10916 w 28575"/>
                <a:gd name="connsiteY64" fmla="*/ 13716 h 19050"/>
                <a:gd name="connsiteX65" fmla="*/ 11287 w 28575"/>
                <a:gd name="connsiteY65" fmla="*/ 13878 h 19050"/>
                <a:gd name="connsiteX66" fmla="*/ 11354 w 28575"/>
                <a:gd name="connsiteY66" fmla="*/ 13888 h 19050"/>
                <a:gd name="connsiteX67" fmla="*/ 11773 w 28575"/>
                <a:gd name="connsiteY67" fmla="*/ 13935 h 19050"/>
                <a:gd name="connsiteX68" fmla="*/ 11802 w 28575"/>
                <a:gd name="connsiteY68" fmla="*/ 13935 h 19050"/>
                <a:gd name="connsiteX69" fmla="*/ 12240 w 28575"/>
                <a:gd name="connsiteY69" fmla="*/ 13888 h 19050"/>
                <a:gd name="connsiteX70" fmla="*/ 12259 w 28575"/>
                <a:gd name="connsiteY70" fmla="*/ 13888 h 19050"/>
                <a:gd name="connsiteX71" fmla="*/ 12668 w 28575"/>
                <a:gd name="connsiteY71" fmla="*/ 13716 h 19050"/>
                <a:gd name="connsiteX72" fmla="*/ 17374 w 28575"/>
                <a:gd name="connsiteY72" fmla="*/ 10992 h 19050"/>
                <a:gd name="connsiteX73" fmla="*/ 17755 w 28575"/>
                <a:gd name="connsiteY73" fmla="*/ 10468 h 19050"/>
                <a:gd name="connsiteX74" fmla="*/ 17697 w 28575"/>
                <a:gd name="connsiteY74" fmla="*/ 12164 h 19050"/>
                <a:gd name="connsiteX75" fmla="*/ 17316 w 28575"/>
                <a:gd name="connsiteY75" fmla="*/ 12687 h 19050"/>
                <a:gd name="connsiteX76" fmla="*/ 13278 w 28575"/>
                <a:gd name="connsiteY76" fmla="*/ 15011 h 19050"/>
                <a:gd name="connsiteX77" fmla="*/ 13306 w 28575"/>
                <a:gd name="connsiteY77" fmla="*/ 15088 h 19050"/>
                <a:gd name="connsiteX78" fmla="*/ 13306 w 28575"/>
                <a:gd name="connsiteY78" fmla="*/ 15088 h 19050"/>
                <a:gd name="connsiteX79" fmla="*/ 13554 w 28575"/>
                <a:gd name="connsiteY79" fmla="*/ 15326 h 19050"/>
                <a:gd name="connsiteX80" fmla="*/ 23136 w 28575"/>
                <a:gd name="connsiteY80" fmla="*/ 21117 h 19050"/>
                <a:gd name="connsiteX81" fmla="*/ 23508 w 28575"/>
                <a:gd name="connsiteY81" fmla="*/ 21269 h 19050"/>
                <a:gd name="connsiteX82" fmla="*/ 23565 w 28575"/>
                <a:gd name="connsiteY82" fmla="*/ 21289 h 19050"/>
                <a:gd name="connsiteX83" fmla="*/ 23984 w 28575"/>
                <a:gd name="connsiteY83" fmla="*/ 21327 h 19050"/>
                <a:gd name="connsiteX84" fmla="*/ 24012 w 28575"/>
                <a:gd name="connsiteY84" fmla="*/ 21327 h 19050"/>
                <a:gd name="connsiteX85" fmla="*/ 24479 w 28575"/>
                <a:gd name="connsiteY85" fmla="*/ 21289 h 19050"/>
                <a:gd name="connsiteX86" fmla="*/ 24479 w 28575"/>
                <a:gd name="connsiteY86" fmla="*/ 21279 h 19050"/>
                <a:gd name="connsiteX87" fmla="*/ 24889 w 28575"/>
                <a:gd name="connsiteY87" fmla="*/ 21117 h 19050"/>
                <a:gd name="connsiteX88" fmla="*/ 29594 w 28575"/>
                <a:gd name="connsiteY88" fmla="*/ 18383 h 19050"/>
                <a:gd name="connsiteX89" fmla="*/ 29785 w 28575"/>
                <a:gd name="connsiteY89" fmla="*/ 18212 h 19050"/>
                <a:gd name="connsiteX90" fmla="*/ 27270 w 28575"/>
                <a:gd name="connsiteY90" fmla="*/ 16707 h 19050"/>
                <a:gd name="connsiteX91" fmla="*/ 27337 w 28575"/>
                <a:gd name="connsiteY91" fmla="*/ 167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28575" h="19050">
                  <a:moveTo>
                    <a:pt x="27337" y="16726"/>
                  </a:moveTo>
                  <a:cubicBezTo>
                    <a:pt x="27280" y="16678"/>
                    <a:pt x="27222" y="16640"/>
                    <a:pt x="27184" y="16611"/>
                  </a:cubicBezTo>
                  <a:cubicBezTo>
                    <a:pt x="27156" y="16583"/>
                    <a:pt x="27127" y="16555"/>
                    <a:pt x="27108" y="16526"/>
                  </a:cubicBezTo>
                  <a:lnTo>
                    <a:pt x="27089" y="16488"/>
                  </a:lnTo>
                  <a:lnTo>
                    <a:pt x="27079" y="16488"/>
                  </a:lnTo>
                  <a:cubicBezTo>
                    <a:pt x="27070" y="16459"/>
                    <a:pt x="27070" y="16450"/>
                    <a:pt x="27051" y="16440"/>
                  </a:cubicBezTo>
                  <a:cubicBezTo>
                    <a:pt x="27041" y="16421"/>
                    <a:pt x="27032" y="16393"/>
                    <a:pt x="27032" y="16373"/>
                  </a:cubicBezTo>
                  <a:cubicBezTo>
                    <a:pt x="27013" y="16335"/>
                    <a:pt x="27013" y="16316"/>
                    <a:pt x="27003" y="16259"/>
                  </a:cubicBezTo>
                  <a:lnTo>
                    <a:pt x="27003" y="16212"/>
                  </a:lnTo>
                  <a:lnTo>
                    <a:pt x="27041" y="14907"/>
                  </a:lnTo>
                  <a:lnTo>
                    <a:pt x="26565" y="15183"/>
                  </a:lnTo>
                  <a:cubicBezTo>
                    <a:pt x="26508" y="15212"/>
                    <a:pt x="26441" y="15240"/>
                    <a:pt x="26375" y="15288"/>
                  </a:cubicBezTo>
                  <a:cubicBezTo>
                    <a:pt x="26318" y="15307"/>
                    <a:pt x="26280" y="15316"/>
                    <a:pt x="26222" y="15335"/>
                  </a:cubicBezTo>
                  <a:cubicBezTo>
                    <a:pt x="26194" y="15335"/>
                    <a:pt x="26175" y="15345"/>
                    <a:pt x="26136" y="15345"/>
                  </a:cubicBezTo>
                  <a:cubicBezTo>
                    <a:pt x="26136" y="15345"/>
                    <a:pt x="26127" y="15345"/>
                    <a:pt x="26127" y="15354"/>
                  </a:cubicBezTo>
                  <a:cubicBezTo>
                    <a:pt x="26127" y="15354"/>
                    <a:pt x="26108" y="15364"/>
                    <a:pt x="26089" y="15364"/>
                  </a:cubicBezTo>
                  <a:cubicBezTo>
                    <a:pt x="26041" y="15373"/>
                    <a:pt x="25994" y="15373"/>
                    <a:pt x="25965" y="15383"/>
                  </a:cubicBezTo>
                  <a:cubicBezTo>
                    <a:pt x="25918" y="15392"/>
                    <a:pt x="25880" y="15392"/>
                    <a:pt x="25841" y="15392"/>
                  </a:cubicBezTo>
                  <a:cubicBezTo>
                    <a:pt x="25794" y="15402"/>
                    <a:pt x="25756" y="15402"/>
                    <a:pt x="25708" y="15402"/>
                  </a:cubicBezTo>
                  <a:cubicBezTo>
                    <a:pt x="25698" y="15402"/>
                    <a:pt x="25670" y="15402"/>
                    <a:pt x="25670" y="15402"/>
                  </a:cubicBezTo>
                  <a:lnTo>
                    <a:pt x="25651" y="15402"/>
                  </a:lnTo>
                  <a:cubicBezTo>
                    <a:pt x="25632" y="15402"/>
                    <a:pt x="25613" y="15402"/>
                    <a:pt x="25584" y="15402"/>
                  </a:cubicBezTo>
                  <a:cubicBezTo>
                    <a:pt x="25537" y="15402"/>
                    <a:pt x="25489" y="15392"/>
                    <a:pt x="25441" y="15392"/>
                  </a:cubicBezTo>
                  <a:cubicBezTo>
                    <a:pt x="25394" y="15392"/>
                    <a:pt x="25337" y="15383"/>
                    <a:pt x="25260" y="15373"/>
                  </a:cubicBezTo>
                  <a:cubicBezTo>
                    <a:pt x="25260" y="15373"/>
                    <a:pt x="25241" y="15364"/>
                    <a:pt x="25194" y="15354"/>
                  </a:cubicBezTo>
                  <a:cubicBezTo>
                    <a:pt x="25194" y="15354"/>
                    <a:pt x="25175" y="15345"/>
                    <a:pt x="25155" y="15345"/>
                  </a:cubicBezTo>
                  <a:cubicBezTo>
                    <a:pt x="25117" y="15335"/>
                    <a:pt x="25079" y="15326"/>
                    <a:pt x="25051" y="15316"/>
                  </a:cubicBezTo>
                  <a:cubicBezTo>
                    <a:pt x="24946" y="15288"/>
                    <a:pt x="24860" y="15230"/>
                    <a:pt x="24784" y="15183"/>
                  </a:cubicBezTo>
                  <a:lnTo>
                    <a:pt x="18955" y="11659"/>
                  </a:lnTo>
                  <a:lnTo>
                    <a:pt x="18926" y="11649"/>
                  </a:lnTo>
                  <a:cubicBezTo>
                    <a:pt x="18869" y="11602"/>
                    <a:pt x="18831" y="11563"/>
                    <a:pt x="18774" y="11516"/>
                  </a:cubicBezTo>
                  <a:cubicBezTo>
                    <a:pt x="18755" y="11497"/>
                    <a:pt x="18736" y="11468"/>
                    <a:pt x="18707" y="11439"/>
                  </a:cubicBezTo>
                  <a:cubicBezTo>
                    <a:pt x="18698" y="11430"/>
                    <a:pt x="18698" y="11430"/>
                    <a:pt x="18679" y="11401"/>
                  </a:cubicBezTo>
                  <a:cubicBezTo>
                    <a:pt x="18669" y="11392"/>
                    <a:pt x="18669" y="11373"/>
                    <a:pt x="18660" y="11363"/>
                  </a:cubicBezTo>
                  <a:cubicBezTo>
                    <a:pt x="18640" y="11344"/>
                    <a:pt x="18631" y="11306"/>
                    <a:pt x="18621" y="11287"/>
                  </a:cubicBezTo>
                  <a:cubicBezTo>
                    <a:pt x="18621" y="11268"/>
                    <a:pt x="18602" y="11211"/>
                    <a:pt x="18602" y="11211"/>
                  </a:cubicBezTo>
                  <a:lnTo>
                    <a:pt x="18602" y="11144"/>
                  </a:lnTo>
                  <a:lnTo>
                    <a:pt x="18602" y="11135"/>
                  </a:lnTo>
                  <a:lnTo>
                    <a:pt x="18650" y="9735"/>
                  </a:lnTo>
                  <a:lnTo>
                    <a:pt x="18069" y="10058"/>
                  </a:lnTo>
                  <a:cubicBezTo>
                    <a:pt x="18012" y="10106"/>
                    <a:pt x="17945" y="10125"/>
                    <a:pt x="17888" y="10154"/>
                  </a:cubicBezTo>
                  <a:cubicBezTo>
                    <a:pt x="17831" y="10163"/>
                    <a:pt x="17783" y="10182"/>
                    <a:pt x="17736" y="10201"/>
                  </a:cubicBezTo>
                  <a:cubicBezTo>
                    <a:pt x="17707" y="10220"/>
                    <a:pt x="17678" y="10220"/>
                    <a:pt x="17659" y="10230"/>
                  </a:cubicBezTo>
                  <a:lnTo>
                    <a:pt x="17640" y="10230"/>
                  </a:lnTo>
                  <a:cubicBezTo>
                    <a:pt x="17621" y="10230"/>
                    <a:pt x="17612" y="10239"/>
                    <a:pt x="17602" y="10239"/>
                  </a:cubicBezTo>
                  <a:cubicBezTo>
                    <a:pt x="17564" y="10249"/>
                    <a:pt x="17516" y="10249"/>
                    <a:pt x="17478" y="10258"/>
                  </a:cubicBezTo>
                  <a:cubicBezTo>
                    <a:pt x="17421" y="10258"/>
                    <a:pt x="17393" y="10268"/>
                    <a:pt x="17354" y="10278"/>
                  </a:cubicBezTo>
                  <a:cubicBezTo>
                    <a:pt x="17307" y="10278"/>
                    <a:pt x="17259" y="10278"/>
                    <a:pt x="17221" y="10278"/>
                  </a:cubicBezTo>
                  <a:lnTo>
                    <a:pt x="17174" y="10278"/>
                  </a:lnTo>
                  <a:lnTo>
                    <a:pt x="17136" y="10278"/>
                  </a:lnTo>
                  <a:cubicBezTo>
                    <a:pt x="17136" y="10278"/>
                    <a:pt x="17107" y="10278"/>
                    <a:pt x="17098" y="10278"/>
                  </a:cubicBezTo>
                  <a:cubicBezTo>
                    <a:pt x="17050" y="10278"/>
                    <a:pt x="16993" y="10278"/>
                    <a:pt x="16954" y="10268"/>
                  </a:cubicBezTo>
                  <a:cubicBezTo>
                    <a:pt x="16897" y="10258"/>
                    <a:pt x="16850" y="10258"/>
                    <a:pt x="16783" y="10249"/>
                  </a:cubicBezTo>
                  <a:cubicBezTo>
                    <a:pt x="16773" y="10249"/>
                    <a:pt x="16745" y="10239"/>
                    <a:pt x="16726" y="10230"/>
                  </a:cubicBezTo>
                  <a:cubicBezTo>
                    <a:pt x="16716" y="10230"/>
                    <a:pt x="16688" y="10220"/>
                    <a:pt x="16669" y="10220"/>
                  </a:cubicBezTo>
                  <a:cubicBezTo>
                    <a:pt x="16631" y="10201"/>
                    <a:pt x="16593" y="10201"/>
                    <a:pt x="16555" y="10182"/>
                  </a:cubicBezTo>
                  <a:cubicBezTo>
                    <a:pt x="16459" y="10154"/>
                    <a:pt x="16364" y="10116"/>
                    <a:pt x="16297" y="10068"/>
                  </a:cubicBezTo>
                  <a:lnTo>
                    <a:pt x="11487" y="7144"/>
                  </a:lnTo>
                  <a:lnTo>
                    <a:pt x="11430" y="8363"/>
                  </a:lnTo>
                  <a:cubicBezTo>
                    <a:pt x="11421" y="8563"/>
                    <a:pt x="11297" y="8744"/>
                    <a:pt x="11049" y="8896"/>
                  </a:cubicBezTo>
                  <a:lnTo>
                    <a:pt x="7144" y="11163"/>
                  </a:lnTo>
                  <a:cubicBezTo>
                    <a:pt x="7144" y="11239"/>
                    <a:pt x="7153" y="11316"/>
                    <a:pt x="7201" y="11382"/>
                  </a:cubicBezTo>
                  <a:lnTo>
                    <a:pt x="7220" y="11392"/>
                  </a:lnTo>
                  <a:cubicBezTo>
                    <a:pt x="7258" y="11478"/>
                    <a:pt x="7353" y="11563"/>
                    <a:pt x="7458" y="11630"/>
                  </a:cubicBezTo>
                  <a:lnTo>
                    <a:pt x="10916" y="13716"/>
                  </a:lnTo>
                  <a:cubicBezTo>
                    <a:pt x="11030" y="13783"/>
                    <a:pt x="11154" y="13830"/>
                    <a:pt x="11287" y="13878"/>
                  </a:cubicBezTo>
                  <a:cubicBezTo>
                    <a:pt x="11306" y="13878"/>
                    <a:pt x="11325" y="13888"/>
                    <a:pt x="11354" y="13888"/>
                  </a:cubicBezTo>
                  <a:cubicBezTo>
                    <a:pt x="11487" y="13926"/>
                    <a:pt x="11630" y="13935"/>
                    <a:pt x="11773" y="13935"/>
                  </a:cubicBezTo>
                  <a:lnTo>
                    <a:pt x="11802" y="13935"/>
                  </a:lnTo>
                  <a:cubicBezTo>
                    <a:pt x="11944" y="13935"/>
                    <a:pt x="12097" y="13926"/>
                    <a:pt x="12240" y="13888"/>
                  </a:cubicBezTo>
                  <a:lnTo>
                    <a:pt x="12259" y="13888"/>
                  </a:lnTo>
                  <a:cubicBezTo>
                    <a:pt x="12411" y="13840"/>
                    <a:pt x="12544" y="13802"/>
                    <a:pt x="12668" y="13716"/>
                  </a:cubicBezTo>
                  <a:lnTo>
                    <a:pt x="17374" y="10992"/>
                  </a:lnTo>
                  <a:cubicBezTo>
                    <a:pt x="17612" y="10839"/>
                    <a:pt x="17755" y="10658"/>
                    <a:pt x="17755" y="10468"/>
                  </a:cubicBezTo>
                  <a:lnTo>
                    <a:pt x="17697" y="12164"/>
                  </a:lnTo>
                  <a:cubicBezTo>
                    <a:pt x="17688" y="12344"/>
                    <a:pt x="17554" y="12535"/>
                    <a:pt x="17316" y="12687"/>
                  </a:cubicBezTo>
                  <a:lnTo>
                    <a:pt x="13278" y="15011"/>
                  </a:lnTo>
                  <a:cubicBezTo>
                    <a:pt x="13287" y="15040"/>
                    <a:pt x="13287" y="15069"/>
                    <a:pt x="13306" y="15088"/>
                  </a:cubicBezTo>
                  <a:lnTo>
                    <a:pt x="13306" y="15088"/>
                  </a:lnTo>
                  <a:cubicBezTo>
                    <a:pt x="13373" y="15173"/>
                    <a:pt x="13449" y="15259"/>
                    <a:pt x="13554" y="15326"/>
                  </a:cubicBezTo>
                  <a:lnTo>
                    <a:pt x="23136" y="21117"/>
                  </a:lnTo>
                  <a:cubicBezTo>
                    <a:pt x="23251" y="21174"/>
                    <a:pt x="23365" y="21241"/>
                    <a:pt x="23508" y="21269"/>
                  </a:cubicBezTo>
                  <a:cubicBezTo>
                    <a:pt x="23536" y="21269"/>
                    <a:pt x="23565" y="21289"/>
                    <a:pt x="23565" y="21289"/>
                  </a:cubicBezTo>
                  <a:cubicBezTo>
                    <a:pt x="23708" y="21317"/>
                    <a:pt x="23851" y="21327"/>
                    <a:pt x="23984" y="21327"/>
                  </a:cubicBezTo>
                  <a:lnTo>
                    <a:pt x="24012" y="21327"/>
                  </a:lnTo>
                  <a:cubicBezTo>
                    <a:pt x="24165" y="21327"/>
                    <a:pt x="24317" y="21317"/>
                    <a:pt x="24479" y="21289"/>
                  </a:cubicBezTo>
                  <a:lnTo>
                    <a:pt x="24479" y="21279"/>
                  </a:lnTo>
                  <a:cubicBezTo>
                    <a:pt x="24632" y="21241"/>
                    <a:pt x="24765" y="21184"/>
                    <a:pt x="24889" y="21117"/>
                  </a:cubicBezTo>
                  <a:lnTo>
                    <a:pt x="29594" y="18383"/>
                  </a:lnTo>
                  <a:cubicBezTo>
                    <a:pt x="29680" y="18345"/>
                    <a:pt x="29737" y="18279"/>
                    <a:pt x="29785" y="18212"/>
                  </a:cubicBezTo>
                  <a:lnTo>
                    <a:pt x="27270" y="16707"/>
                  </a:lnTo>
                  <a:lnTo>
                    <a:pt x="27337" y="16726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F91F5FB4-D4A9-4C9F-A33D-9781E04E79A8}"/>
                </a:ext>
              </a:extLst>
            </p:cNvPr>
            <p:cNvSpPr/>
            <p:nvPr/>
          </p:nvSpPr>
          <p:spPr>
            <a:xfrm>
              <a:off x="5048260" y="5329367"/>
              <a:ext cx="19050" cy="19050"/>
            </a:xfrm>
            <a:custGeom>
              <a:avLst/>
              <a:gdLst>
                <a:gd name="connsiteX0" fmla="*/ 14669 w 19050"/>
                <a:gd name="connsiteY0" fmla="*/ 9230 h 19050"/>
                <a:gd name="connsiteX1" fmla="*/ 14507 w 19050"/>
                <a:gd name="connsiteY1" fmla="*/ 9096 h 19050"/>
                <a:gd name="connsiteX2" fmla="*/ 14440 w 19050"/>
                <a:gd name="connsiteY2" fmla="*/ 9020 h 19050"/>
                <a:gd name="connsiteX3" fmla="*/ 14421 w 19050"/>
                <a:gd name="connsiteY3" fmla="*/ 9001 h 19050"/>
                <a:gd name="connsiteX4" fmla="*/ 14411 w 19050"/>
                <a:gd name="connsiteY4" fmla="*/ 8982 h 19050"/>
                <a:gd name="connsiteX5" fmla="*/ 14392 w 19050"/>
                <a:gd name="connsiteY5" fmla="*/ 8925 h 19050"/>
                <a:gd name="connsiteX6" fmla="*/ 14354 w 19050"/>
                <a:gd name="connsiteY6" fmla="*/ 8868 h 19050"/>
                <a:gd name="connsiteX7" fmla="*/ 14335 w 19050"/>
                <a:gd name="connsiteY7" fmla="*/ 8792 h 19050"/>
                <a:gd name="connsiteX8" fmla="*/ 14335 w 19050"/>
                <a:gd name="connsiteY8" fmla="*/ 8706 h 19050"/>
                <a:gd name="connsiteX9" fmla="*/ 14392 w 19050"/>
                <a:gd name="connsiteY9" fmla="*/ 7144 h 19050"/>
                <a:gd name="connsiteX10" fmla="*/ 13640 w 19050"/>
                <a:gd name="connsiteY10" fmla="*/ 7582 h 19050"/>
                <a:gd name="connsiteX11" fmla="*/ 13449 w 19050"/>
                <a:gd name="connsiteY11" fmla="*/ 7668 h 19050"/>
                <a:gd name="connsiteX12" fmla="*/ 13297 w 19050"/>
                <a:gd name="connsiteY12" fmla="*/ 7734 h 19050"/>
                <a:gd name="connsiteX13" fmla="*/ 13230 w 19050"/>
                <a:gd name="connsiteY13" fmla="*/ 7753 h 19050"/>
                <a:gd name="connsiteX14" fmla="*/ 13202 w 19050"/>
                <a:gd name="connsiteY14" fmla="*/ 7753 h 19050"/>
                <a:gd name="connsiteX15" fmla="*/ 13164 w 19050"/>
                <a:gd name="connsiteY15" fmla="*/ 7763 h 19050"/>
                <a:gd name="connsiteX16" fmla="*/ 13040 w 19050"/>
                <a:gd name="connsiteY16" fmla="*/ 7791 h 19050"/>
                <a:gd name="connsiteX17" fmla="*/ 12916 w 19050"/>
                <a:gd name="connsiteY17" fmla="*/ 7801 h 19050"/>
                <a:gd name="connsiteX18" fmla="*/ 12792 w 19050"/>
                <a:gd name="connsiteY18" fmla="*/ 7801 h 19050"/>
                <a:gd name="connsiteX19" fmla="*/ 12735 w 19050"/>
                <a:gd name="connsiteY19" fmla="*/ 7801 h 19050"/>
                <a:gd name="connsiteX20" fmla="*/ 12725 w 19050"/>
                <a:gd name="connsiteY20" fmla="*/ 7801 h 19050"/>
                <a:gd name="connsiteX21" fmla="*/ 12668 w 19050"/>
                <a:gd name="connsiteY21" fmla="*/ 7801 h 19050"/>
                <a:gd name="connsiteX22" fmla="*/ 12535 w 19050"/>
                <a:gd name="connsiteY22" fmla="*/ 7791 h 19050"/>
                <a:gd name="connsiteX23" fmla="*/ 12363 w 19050"/>
                <a:gd name="connsiteY23" fmla="*/ 7772 h 19050"/>
                <a:gd name="connsiteX24" fmla="*/ 12297 w 19050"/>
                <a:gd name="connsiteY24" fmla="*/ 7763 h 19050"/>
                <a:gd name="connsiteX25" fmla="*/ 12230 w 19050"/>
                <a:gd name="connsiteY25" fmla="*/ 7744 h 19050"/>
                <a:gd name="connsiteX26" fmla="*/ 12116 w 19050"/>
                <a:gd name="connsiteY26" fmla="*/ 7696 h 19050"/>
                <a:gd name="connsiteX27" fmla="*/ 11859 w 19050"/>
                <a:gd name="connsiteY27" fmla="*/ 7582 h 19050"/>
                <a:gd name="connsiteX28" fmla="*/ 11659 w 19050"/>
                <a:gd name="connsiteY28" fmla="*/ 7458 h 19050"/>
                <a:gd name="connsiteX29" fmla="*/ 11621 w 19050"/>
                <a:gd name="connsiteY29" fmla="*/ 8639 h 19050"/>
                <a:gd name="connsiteX30" fmla="*/ 11230 w 19050"/>
                <a:gd name="connsiteY30" fmla="*/ 9172 h 19050"/>
                <a:gd name="connsiteX31" fmla="*/ 7144 w 19050"/>
                <a:gd name="connsiteY31" fmla="*/ 11525 h 19050"/>
                <a:gd name="connsiteX32" fmla="*/ 7401 w 19050"/>
                <a:gd name="connsiteY32" fmla="*/ 11744 h 19050"/>
                <a:gd name="connsiteX33" fmla="*/ 10706 w 19050"/>
                <a:gd name="connsiteY33" fmla="*/ 13754 h 19050"/>
                <a:gd name="connsiteX34" fmla="*/ 11068 w 19050"/>
                <a:gd name="connsiteY34" fmla="*/ 13916 h 19050"/>
                <a:gd name="connsiteX35" fmla="*/ 11135 w 19050"/>
                <a:gd name="connsiteY35" fmla="*/ 13925 h 19050"/>
                <a:gd name="connsiteX36" fmla="*/ 11573 w 19050"/>
                <a:gd name="connsiteY36" fmla="*/ 13973 h 19050"/>
                <a:gd name="connsiteX37" fmla="*/ 11582 w 19050"/>
                <a:gd name="connsiteY37" fmla="*/ 13973 h 19050"/>
                <a:gd name="connsiteX38" fmla="*/ 12030 w 19050"/>
                <a:gd name="connsiteY38" fmla="*/ 13925 h 19050"/>
                <a:gd name="connsiteX39" fmla="*/ 12049 w 19050"/>
                <a:gd name="connsiteY39" fmla="*/ 13916 h 19050"/>
                <a:gd name="connsiteX40" fmla="*/ 12459 w 19050"/>
                <a:gd name="connsiteY40" fmla="*/ 13754 h 19050"/>
                <a:gd name="connsiteX41" fmla="*/ 17155 w 19050"/>
                <a:gd name="connsiteY41" fmla="*/ 11039 h 19050"/>
                <a:gd name="connsiteX42" fmla="*/ 17355 w 19050"/>
                <a:gd name="connsiteY42" fmla="*/ 10849 h 19050"/>
                <a:gd name="connsiteX43" fmla="*/ 14669 w 19050"/>
                <a:gd name="connsiteY43" fmla="*/ 9230 h 19050"/>
                <a:gd name="connsiteX44" fmla="*/ 14669 w 19050"/>
                <a:gd name="connsiteY44" fmla="*/ 92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050" h="19050">
                  <a:moveTo>
                    <a:pt x="14669" y="9230"/>
                  </a:moveTo>
                  <a:cubicBezTo>
                    <a:pt x="14602" y="9192"/>
                    <a:pt x="14554" y="9144"/>
                    <a:pt x="14507" y="9096"/>
                  </a:cubicBezTo>
                  <a:cubicBezTo>
                    <a:pt x="14478" y="9068"/>
                    <a:pt x="14459" y="9049"/>
                    <a:pt x="14440" y="9020"/>
                  </a:cubicBezTo>
                  <a:cubicBezTo>
                    <a:pt x="14421" y="9010"/>
                    <a:pt x="14421" y="9001"/>
                    <a:pt x="14421" y="9001"/>
                  </a:cubicBezTo>
                  <a:lnTo>
                    <a:pt x="14411" y="8982"/>
                  </a:lnTo>
                  <a:cubicBezTo>
                    <a:pt x="14411" y="8982"/>
                    <a:pt x="14392" y="8944"/>
                    <a:pt x="14392" y="8925"/>
                  </a:cubicBezTo>
                  <a:cubicBezTo>
                    <a:pt x="14383" y="8906"/>
                    <a:pt x="14364" y="8887"/>
                    <a:pt x="14354" y="8868"/>
                  </a:cubicBezTo>
                  <a:cubicBezTo>
                    <a:pt x="14345" y="8839"/>
                    <a:pt x="14335" y="8792"/>
                    <a:pt x="14335" y="8792"/>
                  </a:cubicBezTo>
                  <a:lnTo>
                    <a:pt x="14335" y="8706"/>
                  </a:lnTo>
                  <a:lnTo>
                    <a:pt x="14392" y="7144"/>
                  </a:lnTo>
                  <a:lnTo>
                    <a:pt x="13640" y="7582"/>
                  </a:lnTo>
                  <a:cubicBezTo>
                    <a:pt x="13583" y="7620"/>
                    <a:pt x="13526" y="7639"/>
                    <a:pt x="13449" y="7668"/>
                  </a:cubicBezTo>
                  <a:cubicBezTo>
                    <a:pt x="13402" y="7686"/>
                    <a:pt x="13354" y="7696"/>
                    <a:pt x="13297" y="7734"/>
                  </a:cubicBezTo>
                  <a:cubicBezTo>
                    <a:pt x="13268" y="7744"/>
                    <a:pt x="13240" y="7744"/>
                    <a:pt x="13230" y="7753"/>
                  </a:cubicBezTo>
                  <a:lnTo>
                    <a:pt x="13202" y="7753"/>
                  </a:lnTo>
                  <a:cubicBezTo>
                    <a:pt x="13192" y="7763"/>
                    <a:pt x="13173" y="7763"/>
                    <a:pt x="13164" y="7763"/>
                  </a:cubicBezTo>
                  <a:cubicBezTo>
                    <a:pt x="13126" y="7772"/>
                    <a:pt x="13088" y="7772"/>
                    <a:pt x="13040" y="7791"/>
                  </a:cubicBezTo>
                  <a:cubicBezTo>
                    <a:pt x="13002" y="7791"/>
                    <a:pt x="12954" y="7791"/>
                    <a:pt x="12916" y="7801"/>
                  </a:cubicBezTo>
                  <a:cubicBezTo>
                    <a:pt x="12878" y="7801"/>
                    <a:pt x="12830" y="7801"/>
                    <a:pt x="12792" y="7801"/>
                  </a:cubicBezTo>
                  <a:cubicBezTo>
                    <a:pt x="12783" y="7801"/>
                    <a:pt x="12754" y="7801"/>
                    <a:pt x="12735" y="7801"/>
                  </a:cubicBezTo>
                  <a:lnTo>
                    <a:pt x="12725" y="7801"/>
                  </a:lnTo>
                  <a:cubicBezTo>
                    <a:pt x="12706" y="7801"/>
                    <a:pt x="12668" y="7801"/>
                    <a:pt x="12668" y="7801"/>
                  </a:cubicBezTo>
                  <a:cubicBezTo>
                    <a:pt x="12621" y="7801"/>
                    <a:pt x="12573" y="7801"/>
                    <a:pt x="12535" y="7791"/>
                  </a:cubicBezTo>
                  <a:cubicBezTo>
                    <a:pt x="12468" y="7791"/>
                    <a:pt x="12411" y="7782"/>
                    <a:pt x="12363" y="7772"/>
                  </a:cubicBezTo>
                  <a:cubicBezTo>
                    <a:pt x="12345" y="7772"/>
                    <a:pt x="12307" y="7763"/>
                    <a:pt x="12297" y="7763"/>
                  </a:cubicBezTo>
                  <a:cubicBezTo>
                    <a:pt x="12268" y="7753"/>
                    <a:pt x="12259" y="7744"/>
                    <a:pt x="12230" y="7744"/>
                  </a:cubicBezTo>
                  <a:cubicBezTo>
                    <a:pt x="12192" y="7734"/>
                    <a:pt x="12164" y="7734"/>
                    <a:pt x="12116" y="7696"/>
                  </a:cubicBezTo>
                  <a:cubicBezTo>
                    <a:pt x="12030" y="7668"/>
                    <a:pt x="11935" y="7629"/>
                    <a:pt x="11859" y="7582"/>
                  </a:cubicBezTo>
                  <a:lnTo>
                    <a:pt x="11659" y="7458"/>
                  </a:lnTo>
                  <a:lnTo>
                    <a:pt x="11621" y="8639"/>
                  </a:lnTo>
                  <a:cubicBezTo>
                    <a:pt x="11621" y="8839"/>
                    <a:pt x="11478" y="9020"/>
                    <a:pt x="11230" y="9172"/>
                  </a:cubicBezTo>
                  <a:lnTo>
                    <a:pt x="7144" y="11525"/>
                  </a:lnTo>
                  <a:cubicBezTo>
                    <a:pt x="7211" y="11601"/>
                    <a:pt x="7296" y="11697"/>
                    <a:pt x="7401" y="11744"/>
                  </a:cubicBezTo>
                  <a:lnTo>
                    <a:pt x="10706" y="13754"/>
                  </a:lnTo>
                  <a:cubicBezTo>
                    <a:pt x="10821" y="13811"/>
                    <a:pt x="10944" y="13868"/>
                    <a:pt x="11068" y="13916"/>
                  </a:cubicBezTo>
                  <a:cubicBezTo>
                    <a:pt x="11106" y="13916"/>
                    <a:pt x="11116" y="13916"/>
                    <a:pt x="11135" y="13925"/>
                  </a:cubicBezTo>
                  <a:cubicBezTo>
                    <a:pt x="11278" y="13954"/>
                    <a:pt x="11411" y="13973"/>
                    <a:pt x="11573" y="13973"/>
                  </a:cubicBezTo>
                  <a:lnTo>
                    <a:pt x="11582" y="13973"/>
                  </a:lnTo>
                  <a:cubicBezTo>
                    <a:pt x="11735" y="13973"/>
                    <a:pt x="11887" y="13954"/>
                    <a:pt x="12030" y="13925"/>
                  </a:cubicBezTo>
                  <a:cubicBezTo>
                    <a:pt x="12040" y="13916"/>
                    <a:pt x="12049" y="13916"/>
                    <a:pt x="12049" y="13916"/>
                  </a:cubicBezTo>
                  <a:cubicBezTo>
                    <a:pt x="12192" y="13878"/>
                    <a:pt x="12335" y="13830"/>
                    <a:pt x="12459" y="13754"/>
                  </a:cubicBezTo>
                  <a:lnTo>
                    <a:pt x="17155" y="11039"/>
                  </a:lnTo>
                  <a:cubicBezTo>
                    <a:pt x="17250" y="10973"/>
                    <a:pt x="17297" y="10916"/>
                    <a:pt x="17355" y="10849"/>
                  </a:cubicBezTo>
                  <a:lnTo>
                    <a:pt x="14669" y="9230"/>
                  </a:lnTo>
                  <a:lnTo>
                    <a:pt x="14669" y="9230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F41923D-CA81-448C-A8B6-91D01EE31D50}"/>
                </a:ext>
              </a:extLst>
            </p:cNvPr>
            <p:cNvSpPr/>
            <p:nvPr/>
          </p:nvSpPr>
          <p:spPr>
            <a:xfrm>
              <a:off x="5039202" y="5324138"/>
              <a:ext cx="19050" cy="19050"/>
            </a:xfrm>
            <a:custGeom>
              <a:avLst/>
              <a:gdLst>
                <a:gd name="connsiteX0" fmla="*/ 14631 w 19050"/>
                <a:gd name="connsiteY0" fmla="*/ 8982 h 19050"/>
                <a:gd name="connsiteX1" fmla="*/ 14469 w 19050"/>
                <a:gd name="connsiteY1" fmla="*/ 8868 h 19050"/>
                <a:gd name="connsiteX2" fmla="*/ 14402 w 19050"/>
                <a:gd name="connsiteY2" fmla="*/ 8772 h 19050"/>
                <a:gd name="connsiteX3" fmla="*/ 14373 w 19050"/>
                <a:gd name="connsiteY3" fmla="*/ 8754 h 19050"/>
                <a:gd name="connsiteX4" fmla="*/ 14373 w 19050"/>
                <a:gd name="connsiteY4" fmla="*/ 8734 h 19050"/>
                <a:gd name="connsiteX5" fmla="*/ 14354 w 19050"/>
                <a:gd name="connsiteY5" fmla="*/ 8706 h 19050"/>
                <a:gd name="connsiteX6" fmla="*/ 14316 w 19050"/>
                <a:gd name="connsiteY6" fmla="*/ 8630 h 19050"/>
                <a:gd name="connsiteX7" fmla="*/ 14288 w 19050"/>
                <a:gd name="connsiteY7" fmla="*/ 8563 h 19050"/>
                <a:gd name="connsiteX8" fmla="*/ 14288 w 19050"/>
                <a:gd name="connsiteY8" fmla="*/ 8487 h 19050"/>
                <a:gd name="connsiteX9" fmla="*/ 14288 w 19050"/>
                <a:gd name="connsiteY9" fmla="*/ 8468 h 19050"/>
                <a:gd name="connsiteX10" fmla="*/ 14345 w 19050"/>
                <a:gd name="connsiteY10" fmla="*/ 7144 h 19050"/>
                <a:gd name="connsiteX11" fmla="*/ 13849 w 19050"/>
                <a:gd name="connsiteY11" fmla="*/ 7439 h 19050"/>
                <a:gd name="connsiteX12" fmla="*/ 13649 w 19050"/>
                <a:gd name="connsiteY12" fmla="*/ 7534 h 19050"/>
                <a:gd name="connsiteX13" fmla="*/ 13497 w 19050"/>
                <a:gd name="connsiteY13" fmla="*/ 7591 h 19050"/>
                <a:gd name="connsiteX14" fmla="*/ 13421 w 19050"/>
                <a:gd name="connsiteY14" fmla="*/ 7601 h 19050"/>
                <a:gd name="connsiteX15" fmla="*/ 13402 w 19050"/>
                <a:gd name="connsiteY15" fmla="*/ 7611 h 19050"/>
                <a:gd name="connsiteX16" fmla="*/ 13373 w 19050"/>
                <a:gd name="connsiteY16" fmla="*/ 7620 h 19050"/>
                <a:gd name="connsiteX17" fmla="*/ 13240 w 19050"/>
                <a:gd name="connsiteY17" fmla="*/ 7639 h 19050"/>
                <a:gd name="connsiteX18" fmla="*/ 13116 w 19050"/>
                <a:gd name="connsiteY18" fmla="*/ 7649 h 19050"/>
                <a:gd name="connsiteX19" fmla="*/ 12992 w 19050"/>
                <a:gd name="connsiteY19" fmla="*/ 7658 h 19050"/>
                <a:gd name="connsiteX20" fmla="*/ 12954 w 19050"/>
                <a:gd name="connsiteY20" fmla="*/ 7658 h 19050"/>
                <a:gd name="connsiteX21" fmla="*/ 12935 w 19050"/>
                <a:gd name="connsiteY21" fmla="*/ 7658 h 19050"/>
                <a:gd name="connsiteX22" fmla="*/ 12868 w 19050"/>
                <a:gd name="connsiteY22" fmla="*/ 7658 h 19050"/>
                <a:gd name="connsiteX23" fmla="*/ 12735 w 19050"/>
                <a:gd name="connsiteY23" fmla="*/ 7649 h 19050"/>
                <a:gd name="connsiteX24" fmla="*/ 12573 w 19050"/>
                <a:gd name="connsiteY24" fmla="*/ 7629 h 19050"/>
                <a:gd name="connsiteX25" fmla="*/ 12497 w 19050"/>
                <a:gd name="connsiteY25" fmla="*/ 7620 h 19050"/>
                <a:gd name="connsiteX26" fmla="*/ 12449 w 19050"/>
                <a:gd name="connsiteY26" fmla="*/ 7601 h 19050"/>
                <a:gd name="connsiteX27" fmla="*/ 12335 w 19050"/>
                <a:gd name="connsiteY27" fmla="*/ 7563 h 19050"/>
                <a:gd name="connsiteX28" fmla="*/ 12068 w 19050"/>
                <a:gd name="connsiteY28" fmla="*/ 7439 h 19050"/>
                <a:gd name="connsiteX29" fmla="*/ 11687 w 19050"/>
                <a:gd name="connsiteY29" fmla="*/ 7220 h 19050"/>
                <a:gd name="connsiteX30" fmla="*/ 11649 w 19050"/>
                <a:gd name="connsiteY30" fmla="*/ 8392 h 19050"/>
                <a:gd name="connsiteX31" fmla="*/ 11268 w 19050"/>
                <a:gd name="connsiteY31" fmla="*/ 8915 h 19050"/>
                <a:gd name="connsiteX32" fmla="*/ 7144 w 19050"/>
                <a:gd name="connsiteY32" fmla="*/ 11306 h 19050"/>
                <a:gd name="connsiteX33" fmla="*/ 7230 w 19050"/>
                <a:gd name="connsiteY33" fmla="*/ 11401 h 19050"/>
                <a:gd name="connsiteX34" fmla="*/ 13897 w 19050"/>
                <a:gd name="connsiteY34" fmla="*/ 15440 h 19050"/>
                <a:gd name="connsiteX35" fmla="*/ 14268 w 19050"/>
                <a:gd name="connsiteY35" fmla="*/ 15583 h 19050"/>
                <a:gd name="connsiteX36" fmla="*/ 14335 w 19050"/>
                <a:gd name="connsiteY36" fmla="*/ 15583 h 19050"/>
                <a:gd name="connsiteX37" fmla="*/ 14754 w 19050"/>
                <a:gd name="connsiteY37" fmla="*/ 15650 h 19050"/>
                <a:gd name="connsiteX38" fmla="*/ 14773 w 19050"/>
                <a:gd name="connsiteY38" fmla="*/ 15650 h 19050"/>
                <a:gd name="connsiteX39" fmla="*/ 15230 w 19050"/>
                <a:gd name="connsiteY39" fmla="*/ 15583 h 19050"/>
                <a:gd name="connsiteX40" fmla="*/ 15240 w 19050"/>
                <a:gd name="connsiteY40" fmla="*/ 15583 h 19050"/>
                <a:gd name="connsiteX41" fmla="*/ 15640 w 19050"/>
                <a:gd name="connsiteY41" fmla="*/ 15440 h 19050"/>
                <a:gd name="connsiteX42" fmla="*/ 20355 w 19050"/>
                <a:gd name="connsiteY42" fmla="*/ 12697 h 19050"/>
                <a:gd name="connsiteX43" fmla="*/ 20517 w 19050"/>
                <a:gd name="connsiteY43" fmla="*/ 12563 h 19050"/>
                <a:gd name="connsiteX44" fmla="*/ 14631 w 19050"/>
                <a:gd name="connsiteY44" fmla="*/ 8982 h 19050"/>
                <a:gd name="connsiteX45" fmla="*/ 14631 w 19050"/>
                <a:gd name="connsiteY45" fmla="*/ 89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050" h="19050">
                  <a:moveTo>
                    <a:pt x="14631" y="8982"/>
                  </a:moveTo>
                  <a:cubicBezTo>
                    <a:pt x="14564" y="8944"/>
                    <a:pt x="14516" y="8906"/>
                    <a:pt x="14469" y="8868"/>
                  </a:cubicBezTo>
                  <a:cubicBezTo>
                    <a:pt x="14449" y="8839"/>
                    <a:pt x="14411" y="8801"/>
                    <a:pt x="14402" y="8772"/>
                  </a:cubicBezTo>
                  <a:cubicBezTo>
                    <a:pt x="14383" y="8772"/>
                    <a:pt x="14373" y="8754"/>
                    <a:pt x="14373" y="8754"/>
                  </a:cubicBezTo>
                  <a:lnTo>
                    <a:pt x="14373" y="8734"/>
                  </a:lnTo>
                  <a:lnTo>
                    <a:pt x="14354" y="8706"/>
                  </a:lnTo>
                  <a:cubicBezTo>
                    <a:pt x="14335" y="8677"/>
                    <a:pt x="14326" y="8658"/>
                    <a:pt x="14316" y="8630"/>
                  </a:cubicBezTo>
                  <a:cubicBezTo>
                    <a:pt x="14307" y="8601"/>
                    <a:pt x="14288" y="8563"/>
                    <a:pt x="14288" y="8563"/>
                  </a:cubicBezTo>
                  <a:lnTo>
                    <a:pt x="14288" y="8487"/>
                  </a:lnTo>
                  <a:lnTo>
                    <a:pt x="14288" y="8468"/>
                  </a:lnTo>
                  <a:lnTo>
                    <a:pt x="14345" y="7144"/>
                  </a:lnTo>
                  <a:lnTo>
                    <a:pt x="13849" y="7439"/>
                  </a:lnTo>
                  <a:cubicBezTo>
                    <a:pt x="13783" y="7468"/>
                    <a:pt x="13726" y="7496"/>
                    <a:pt x="13649" y="7534"/>
                  </a:cubicBezTo>
                  <a:cubicBezTo>
                    <a:pt x="13611" y="7553"/>
                    <a:pt x="13554" y="7563"/>
                    <a:pt x="13497" y="7591"/>
                  </a:cubicBezTo>
                  <a:cubicBezTo>
                    <a:pt x="13478" y="7591"/>
                    <a:pt x="13449" y="7601"/>
                    <a:pt x="13421" y="7601"/>
                  </a:cubicBezTo>
                  <a:lnTo>
                    <a:pt x="13402" y="7611"/>
                  </a:lnTo>
                  <a:cubicBezTo>
                    <a:pt x="13402" y="7620"/>
                    <a:pt x="13383" y="7620"/>
                    <a:pt x="13373" y="7620"/>
                  </a:cubicBezTo>
                  <a:cubicBezTo>
                    <a:pt x="13325" y="7629"/>
                    <a:pt x="13287" y="7629"/>
                    <a:pt x="13240" y="7639"/>
                  </a:cubicBezTo>
                  <a:cubicBezTo>
                    <a:pt x="13202" y="7649"/>
                    <a:pt x="13163" y="7649"/>
                    <a:pt x="13116" y="7649"/>
                  </a:cubicBezTo>
                  <a:cubicBezTo>
                    <a:pt x="13078" y="7658"/>
                    <a:pt x="13040" y="7658"/>
                    <a:pt x="12992" y="7658"/>
                  </a:cubicBezTo>
                  <a:cubicBezTo>
                    <a:pt x="12983" y="7658"/>
                    <a:pt x="12954" y="7658"/>
                    <a:pt x="12954" y="7658"/>
                  </a:cubicBezTo>
                  <a:lnTo>
                    <a:pt x="12935" y="7658"/>
                  </a:lnTo>
                  <a:lnTo>
                    <a:pt x="12868" y="7658"/>
                  </a:lnTo>
                  <a:cubicBezTo>
                    <a:pt x="12830" y="7658"/>
                    <a:pt x="12783" y="7658"/>
                    <a:pt x="12735" y="7649"/>
                  </a:cubicBezTo>
                  <a:cubicBezTo>
                    <a:pt x="12678" y="7649"/>
                    <a:pt x="12621" y="7639"/>
                    <a:pt x="12573" y="7629"/>
                  </a:cubicBezTo>
                  <a:cubicBezTo>
                    <a:pt x="12544" y="7629"/>
                    <a:pt x="12525" y="7620"/>
                    <a:pt x="12497" y="7620"/>
                  </a:cubicBezTo>
                  <a:cubicBezTo>
                    <a:pt x="12487" y="7611"/>
                    <a:pt x="12459" y="7601"/>
                    <a:pt x="12449" y="7601"/>
                  </a:cubicBezTo>
                  <a:cubicBezTo>
                    <a:pt x="12402" y="7591"/>
                    <a:pt x="12373" y="7591"/>
                    <a:pt x="12335" y="7563"/>
                  </a:cubicBezTo>
                  <a:cubicBezTo>
                    <a:pt x="12240" y="7534"/>
                    <a:pt x="12144" y="7487"/>
                    <a:pt x="12068" y="7439"/>
                  </a:cubicBezTo>
                  <a:lnTo>
                    <a:pt x="11687" y="7220"/>
                  </a:lnTo>
                  <a:lnTo>
                    <a:pt x="11649" y="8392"/>
                  </a:lnTo>
                  <a:cubicBezTo>
                    <a:pt x="11649" y="8582"/>
                    <a:pt x="11516" y="8772"/>
                    <a:pt x="11268" y="8915"/>
                  </a:cubicBezTo>
                  <a:lnTo>
                    <a:pt x="7144" y="11306"/>
                  </a:lnTo>
                  <a:cubicBezTo>
                    <a:pt x="7172" y="11335"/>
                    <a:pt x="7191" y="11373"/>
                    <a:pt x="7230" y="11401"/>
                  </a:cubicBezTo>
                  <a:lnTo>
                    <a:pt x="13897" y="15440"/>
                  </a:lnTo>
                  <a:cubicBezTo>
                    <a:pt x="14002" y="15497"/>
                    <a:pt x="14126" y="15545"/>
                    <a:pt x="14268" y="15583"/>
                  </a:cubicBezTo>
                  <a:cubicBezTo>
                    <a:pt x="14288" y="15583"/>
                    <a:pt x="14307" y="15583"/>
                    <a:pt x="14335" y="15583"/>
                  </a:cubicBezTo>
                  <a:cubicBezTo>
                    <a:pt x="14459" y="15621"/>
                    <a:pt x="14611" y="15650"/>
                    <a:pt x="14754" y="15650"/>
                  </a:cubicBezTo>
                  <a:lnTo>
                    <a:pt x="14773" y="15650"/>
                  </a:lnTo>
                  <a:cubicBezTo>
                    <a:pt x="14935" y="15650"/>
                    <a:pt x="15078" y="15621"/>
                    <a:pt x="15230" y="15583"/>
                  </a:cubicBezTo>
                  <a:lnTo>
                    <a:pt x="15240" y="15583"/>
                  </a:lnTo>
                  <a:cubicBezTo>
                    <a:pt x="15392" y="15545"/>
                    <a:pt x="15526" y="15497"/>
                    <a:pt x="15640" y="15440"/>
                  </a:cubicBezTo>
                  <a:lnTo>
                    <a:pt x="20355" y="12697"/>
                  </a:lnTo>
                  <a:cubicBezTo>
                    <a:pt x="20412" y="12659"/>
                    <a:pt x="20460" y="12602"/>
                    <a:pt x="20517" y="12563"/>
                  </a:cubicBezTo>
                  <a:lnTo>
                    <a:pt x="14631" y="8982"/>
                  </a:lnTo>
                  <a:lnTo>
                    <a:pt x="14631" y="8982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863F4C43-748C-483E-AF8F-B12AAACB7972}"/>
                </a:ext>
              </a:extLst>
            </p:cNvPr>
            <p:cNvSpPr/>
            <p:nvPr/>
          </p:nvSpPr>
          <p:spPr>
            <a:xfrm>
              <a:off x="5068366" y="5299385"/>
              <a:ext cx="19050" cy="19050"/>
            </a:xfrm>
            <a:custGeom>
              <a:avLst/>
              <a:gdLst>
                <a:gd name="connsiteX0" fmla="*/ 13984 w 19050"/>
                <a:gd name="connsiteY0" fmla="*/ 7351 h 19050"/>
                <a:gd name="connsiteX1" fmla="*/ 12241 w 19050"/>
                <a:gd name="connsiteY1" fmla="*/ 7351 h 19050"/>
                <a:gd name="connsiteX2" fmla="*/ 7545 w 19050"/>
                <a:gd name="connsiteY2" fmla="*/ 10094 h 19050"/>
                <a:gd name="connsiteX3" fmla="*/ 7487 w 19050"/>
                <a:gd name="connsiteY3" fmla="*/ 11113 h 19050"/>
                <a:gd name="connsiteX4" fmla="*/ 13336 w 19050"/>
                <a:gd name="connsiteY4" fmla="*/ 14657 h 19050"/>
                <a:gd name="connsiteX5" fmla="*/ 15088 w 19050"/>
                <a:gd name="connsiteY5" fmla="*/ 14647 h 19050"/>
                <a:gd name="connsiteX6" fmla="*/ 19775 w 19050"/>
                <a:gd name="connsiteY6" fmla="*/ 11923 h 19050"/>
                <a:gd name="connsiteX7" fmla="*/ 19841 w 19050"/>
                <a:gd name="connsiteY7" fmla="*/ 10894 h 19050"/>
                <a:gd name="connsiteX8" fmla="*/ 13984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4" y="7351"/>
                  </a:moveTo>
                  <a:cubicBezTo>
                    <a:pt x="13507" y="7075"/>
                    <a:pt x="12745" y="7075"/>
                    <a:pt x="12241" y="7351"/>
                  </a:cubicBezTo>
                  <a:lnTo>
                    <a:pt x="7545" y="10094"/>
                  </a:lnTo>
                  <a:cubicBezTo>
                    <a:pt x="7040" y="10361"/>
                    <a:pt x="7002" y="10827"/>
                    <a:pt x="7487" y="11113"/>
                  </a:cubicBezTo>
                  <a:lnTo>
                    <a:pt x="13336" y="14657"/>
                  </a:lnTo>
                  <a:cubicBezTo>
                    <a:pt x="13802" y="14923"/>
                    <a:pt x="14584" y="14923"/>
                    <a:pt x="15088" y="14647"/>
                  </a:cubicBezTo>
                  <a:lnTo>
                    <a:pt x="19775" y="11923"/>
                  </a:lnTo>
                  <a:cubicBezTo>
                    <a:pt x="20270" y="11628"/>
                    <a:pt x="20299" y="11180"/>
                    <a:pt x="19841" y="10894"/>
                  </a:cubicBezTo>
                  <a:lnTo>
                    <a:pt x="13984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BB838EDC-50F1-4A59-8FCA-080E1AD1E06D}"/>
                </a:ext>
              </a:extLst>
            </p:cNvPr>
            <p:cNvSpPr/>
            <p:nvPr/>
          </p:nvSpPr>
          <p:spPr>
            <a:xfrm>
              <a:off x="5076562" y="5304345"/>
              <a:ext cx="19050" cy="19050"/>
            </a:xfrm>
            <a:custGeom>
              <a:avLst/>
              <a:gdLst>
                <a:gd name="connsiteX0" fmla="*/ 13999 w 19050"/>
                <a:gd name="connsiteY0" fmla="*/ 7344 h 19050"/>
                <a:gd name="connsiteX1" fmla="*/ 12246 w 19050"/>
                <a:gd name="connsiteY1" fmla="*/ 7344 h 19050"/>
                <a:gd name="connsiteX2" fmla="*/ 7531 w 19050"/>
                <a:gd name="connsiteY2" fmla="*/ 10087 h 19050"/>
                <a:gd name="connsiteX3" fmla="*/ 7493 w 19050"/>
                <a:gd name="connsiteY3" fmla="*/ 11116 h 19050"/>
                <a:gd name="connsiteX4" fmla="*/ 13322 w 19050"/>
                <a:gd name="connsiteY4" fmla="*/ 14649 h 19050"/>
                <a:gd name="connsiteX5" fmla="*/ 15075 w 19050"/>
                <a:gd name="connsiteY5" fmla="*/ 14640 h 19050"/>
                <a:gd name="connsiteX6" fmla="*/ 19790 w 19050"/>
                <a:gd name="connsiteY6" fmla="*/ 11916 h 19050"/>
                <a:gd name="connsiteX7" fmla="*/ 19828 w 19050"/>
                <a:gd name="connsiteY7" fmla="*/ 10897 h 19050"/>
                <a:gd name="connsiteX8" fmla="*/ 13999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9" y="7344"/>
                  </a:moveTo>
                  <a:cubicBezTo>
                    <a:pt x="13513" y="7077"/>
                    <a:pt x="12732" y="7077"/>
                    <a:pt x="12246" y="7344"/>
                  </a:cubicBezTo>
                  <a:lnTo>
                    <a:pt x="7531" y="10087"/>
                  </a:lnTo>
                  <a:cubicBezTo>
                    <a:pt x="7036" y="10373"/>
                    <a:pt x="7007" y="10830"/>
                    <a:pt x="7493" y="11116"/>
                  </a:cubicBezTo>
                  <a:lnTo>
                    <a:pt x="13322" y="14649"/>
                  </a:lnTo>
                  <a:cubicBezTo>
                    <a:pt x="13799" y="14926"/>
                    <a:pt x="14580" y="14926"/>
                    <a:pt x="15075" y="14640"/>
                  </a:cubicBezTo>
                  <a:lnTo>
                    <a:pt x="19790" y="11916"/>
                  </a:lnTo>
                  <a:cubicBezTo>
                    <a:pt x="20275" y="11640"/>
                    <a:pt x="20304" y="11173"/>
                    <a:pt x="19828" y="10897"/>
                  </a:cubicBezTo>
                  <a:lnTo>
                    <a:pt x="13999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0D38B92-106E-44FF-886E-4C8828C909D2}"/>
                </a:ext>
              </a:extLst>
            </p:cNvPr>
            <p:cNvSpPr/>
            <p:nvPr/>
          </p:nvSpPr>
          <p:spPr>
            <a:xfrm>
              <a:off x="5084933" y="5309422"/>
              <a:ext cx="19050" cy="19050"/>
            </a:xfrm>
            <a:custGeom>
              <a:avLst/>
              <a:gdLst>
                <a:gd name="connsiteX0" fmla="*/ 13990 w 19050"/>
                <a:gd name="connsiteY0" fmla="*/ 7344 h 19050"/>
                <a:gd name="connsiteX1" fmla="*/ 12238 w 19050"/>
                <a:gd name="connsiteY1" fmla="*/ 7344 h 19050"/>
                <a:gd name="connsiteX2" fmla="*/ 7532 w 19050"/>
                <a:gd name="connsiteY2" fmla="*/ 10068 h 19050"/>
                <a:gd name="connsiteX3" fmla="*/ 7485 w 19050"/>
                <a:gd name="connsiteY3" fmla="*/ 11097 h 19050"/>
                <a:gd name="connsiteX4" fmla="*/ 13324 w 19050"/>
                <a:gd name="connsiteY4" fmla="*/ 14640 h 19050"/>
                <a:gd name="connsiteX5" fmla="*/ 15076 w 19050"/>
                <a:gd name="connsiteY5" fmla="*/ 14630 h 19050"/>
                <a:gd name="connsiteX6" fmla="*/ 19781 w 19050"/>
                <a:gd name="connsiteY6" fmla="*/ 11906 h 19050"/>
                <a:gd name="connsiteX7" fmla="*/ 19819 w 19050"/>
                <a:gd name="connsiteY7" fmla="*/ 10887 h 19050"/>
                <a:gd name="connsiteX8" fmla="*/ 13990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0" y="7344"/>
                  </a:moveTo>
                  <a:cubicBezTo>
                    <a:pt x="13514" y="7077"/>
                    <a:pt x="12723" y="7077"/>
                    <a:pt x="12238" y="7344"/>
                  </a:cubicBezTo>
                  <a:lnTo>
                    <a:pt x="7532" y="10068"/>
                  </a:lnTo>
                  <a:cubicBezTo>
                    <a:pt x="7027" y="10363"/>
                    <a:pt x="7018" y="10820"/>
                    <a:pt x="7485" y="11097"/>
                  </a:cubicBezTo>
                  <a:lnTo>
                    <a:pt x="13324" y="14640"/>
                  </a:lnTo>
                  <a:cubicBezTo>
                    <a:pt x="13790" y="14916"/>
                    <a:pt x="14581" y="14916"/>
                    <a:pt x="15076" y="14630"/>
                  </a:cubicBezTo>
                  <a:lnTo>
                    <a:pt x="19781" y="11906"/>
                  </a:lnTo>
                  <a:cubicBezTo>
                    <a:pt x="20277" y="11630"/>
                    <a:pt x="20296" y="11154"/>
                    <a:pt x="19819" y="10887"/>
                  </a:cubicBezTo>
                  <a:lnTo>
                    <a:pt x="13990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ED61D2F-5725-4257-97A4-A3E016993450}"/>
                </a:ext>
              </a:extLst>
            </p:cNvPr>
            <p:cNvSpPr/>
            <p:nvPr/>
          </p:nvSpPr>
          <p:spPr>
            <a:xfrm>
              <a:off x="5093391" y="5314528"/>
              <a:ext cx="19050" cy="19050"/>
            </a:xfrm>
            <a:custGeom>
              <a:avLst/>
              <a:gdLst>
                <a:gd name="connsiteX0" fmla="*/ 13981 w 19050"/>
                <a:gd name="connsiteY0" fmla="*/ 7362 h 19050"/>
                <a:gd name="connsiteX1" fmla="*/ 12238 w 19050"/>
                <a:gd name="connsiteY1" fmla="*/ 7362 h 19050"/>
                <a:gd name="connsiteX2" fmla="*/ 7533 w 19050"/>
                <a:gd name="connsiteY2" fmla="*/ 10086 h 19050"/>
                <a:gd name="connsiteX3" fmla="*/ 7485 w 19050"/>
                <a:gd name="connsiteY3" fmla="*/ 11114 h 19050"/>
                <a:gd name="connsiteX4" fmla="*/ 13324 w 19050"/>
                <a:gd name="connsiteY4" fmla="*/ 14648 h 19050"/>
                <a:gd name="connsiteX5" fmla="*/ 15067 w 19050"/>
                <a:gd name="connsiteY5" fmla="*/ 14639 h 19050"/>
                <a:gd name="connsiteX6" fmla="*/ 19772 w 19050"/>
                <a:gd name="connsiteY6" fmla="*/ 11924 h 19050"/>
                <a:gd name="connsiteX7" fmla="*/ 19820 w 19050"/>
                <a:gd name="connsiteY7" fmla="*/ 10895 h 19050"/>
                <a:gd name="connsiteX8" fmla="*/ 13981 w 19050"/>
                <a:gd name="connsiteY8" fmla="*/ 736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1" y="7362"/>
                  </a:moveTo>
                  <a:cubicBezTo>
                    <a:pt x="13514" y="7066"/>
                    <a:pt x="12733" y="7076"/>
                    <a:pt x="12238" y="7362"/>
                  </a:cubicBezTo>
                  <a:lnTo>
                    <a:pt x="7533" y="10086"/>
                  </a:lnTo>
                  <a:cubicBezTo>
                    <a:pt x="7037" y="10371"/>
                    <a:pt x="7008" y="10829"/>
                    <a:pt x="7485" y="11114"/>
                  </a:cubicBezTo>
                  <a:lnTo>
                    <a:pt x="13324" y="14648"/>
                  </a:lnTo>
                  <a:cubicBezTo>
                    <a:pt x="13790" y="14934"/>
                    <a:pt x="14571" y="14934"/>
                    <a:pt x="15067" y="14639"/>
                  </a:cubicBezTo>
                  <a:lnTo>
                    <a:pt x="19772" y="11924"/>
                  </a:lnTo>
                  <a:cubicBezTo>
                    <a:pt x="20267" y="11638"/>
                    <a:pt x="20286" y="11172"/>
                    <a:pt x="19820" y="10895"/>
                  </a:cubicBezTo>
                  <a:lnTo>
                    <a:pt x="13981" y="7362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61ED947-5439-43F0-B0FF-EAE1B9CC1917}"/>
                </a:ext>
              </a:extLst>
            </p:cNvPr>
            <p:cNvSpPr/>
            <p:nvPr/>
          </p:nvSpPr>
          <p:spPr>
            <a:xfrm>
              <a:off x="5101750" y="5319594"/>
              <a:ext cx="19050" cy="19050"/>
            </a:xfrm>
            <a:custGeom>
              <a:avLst/>
              <a:gdLst>
                <a:gd name="connsiteX0" fmla="*/ 13986 w 19050"/>
                <a:gd name="connsiteY0" fmla="*/ 7344 h 19050"/>
                <a:gd name="connsiteX1" fmla="*/ 12242 w 19050"/>
                <a:gd name="connsiteY1" fmla="*/ 7344 h 19050"/>
                <a:gd name="connsiteX2" fmla="*/ 7537 w 19050"/>
                <a:gd name="connsiteY2" fmla="*/ 10077 h 19050"/>
                <a:gd name="connsiteX3" fmla="*/ 7480 w 19050"/>
                <a:gd name="connsiteY3" fmla="*/ 11106 h 19050"/>
                <a:gd name="connsiteX4" fmla="*/ 13319 w 19050"/>
                <a:gd name="connsiteY4" fmla="*/ 14650 h 19050"/>
                <a:gd name="connsiteX5" fmla="*/ 15081 w 19050"/>
                <a:gd name="connsiteY5" fmla="*/ 14640 h 19050"/>
                <a:gd name="connsiteX6" fmla="*/ 19786 w 19050"/>
                <a:gd name="connsiteY6" fmla="*/ 11916 h 19050"/>
                <a:gd name="connsiteX7" fmla="*/ 19825 w 19050"/>
                <a:gd name="connsiteY7" fmla="*/ 10887 h 19050"/>
                <a:gd name="connsiteX8" fmla="*/ 13986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4"/>
                  </a:moveTo>
                  <a:cubicBezTo>
                    <a:pt x="13519" y="7077"/>
                    <a:pt x="12738" y="7077"/>
                    <a:pt x="12242" y="7344"/>
                  </a:cubicBezTo>
                  <a:lnTo>
                    <a:pt x="7537" y="10077"/>
                  </a:lnTo>
                  <a:cubicBezTo>
                    <a:pt x="7032" y="10363"/>
                    <a:pt x="7013" y="10820"/>
                    <a:pt x="7480" y="11106"/>
                  </a:cubicBezTo>
                  <a:lnTo>
                    <a:pt x="13319" y="14650"/>
                  </a:lnTo>
                  <a:cubicBezTo>
                    <a:pt x="13795" y="14926"/>
                    <a:pt x="14586" y="14926"/>
                    <a:pt x="15081" y="14640"/>
                  </a:cubicBezTo>
                  <a:lnTo>
                    <a:pt x="19786" y="11916"/>
                  </a:lnTo>
                  <a:cubicBezTo>
                    <a:pt x="20282" y="11630"/>
                    <a:pt x="20291" y="11163"/>
                    <a:pt x="19825" y="10887"/>
                  </a:cubicBezTo>
                  <a:lnTo>
                    <a:pt x="13986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DBD237D-BBDE-403C-8D35-B444F5121FF9}"/>
                </a:ext>
              </a:extLst>
            </p:cNvPr>
            <p:cNvSpPr/>
            <p:nvPr/>
          </p:nvSpPr>
          <p:spPr>
            <a:xfrm>
              <a:off x="5110122" y="5324657"/>
              <a:ext cx="19050" cy="19050"/>
            </a:xfrm>
            <a:custGeom>
              <a:avLst/>
              <a:gdLst>
                <a:gd name="connsiteX0" fmla="*/ 13986 w 19050"/>
                <a:gd name="connsiteY0" fmla="*/ 7349 h 19050"/>
                <a:gd name="connsiteX1" fmla="*/ 12242 w 19050"/>
                <a:gd name="connsiteY1" fmla="*/ 7368 h 19050"/>
                <a:gd name="connsiteX2" fmla="*/ 7537 w 19050"/>
                <a:gd name="connsiteY2" fmla="*/ 10083 h 19050"/>
                <a:gd name="connsiteX3" fmla="*/ 7480 w 19050"/>
                <a:gd name="connsiteY3" fmla="*/ 11111 h 19050"/>
                <a:gd name="connsiteX4" fmla="*/ 13328 w 19050"/>
                <a:gd name="connsiteY4" fmla="*/ 14645 h 19050"/>
                <a:gd name="connsiteX5" fmla="*/ 15072 w 19050"/>
                <a:gd name="connsiteY5" fmla="*/ 14635 h 19050"/>
                <a:gd name="connsiteX6" fmla="*/ 19777 w 19050"/>
                <a:gd name="connsiteY6" fmla="*/ 11921 h 19050"/>
                <a:gd name="connsiteX7" fmla="*/ 19834 w 19050"/>
                <a:gd name="connsiteY7" fmla="*/ 10892 h 19050"/>
                <a:gd name="connsiteX8" fmla="*/ 13986 w 19050"/>
                <a:gd name="connsiteY8" fmla="*/ 73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9"/>
                  </a:moveTo>
                  <a:cubicBezTo>
                    <a:pt x="13510" y="7063"/>
                    <a:pt x="12738" y="7082"/>
                    <a:pt x="12242" y="7368"/>
                  </a:cubicBezTo>
                  <a:lnTo>
                    <a:pt x="7537" y="10083"/>
                  </a:lnTo>
                  <a:cubicBezTo>
                    <a:pt x="7032" y="10359"/>
                    <a:pt x="7013" y="10826"/>
                    <a:pt x="7480" y="11111"/>
                  </a:cubicBezTo>
                  <a:lnTo>
                    <a:pt x="13328" y="14645"/>
                  </a:lnTo>
                  <a:cubicBezTo>
                    <a:pt x="13805" y="14940"/>
                    <a:pt x="14576" y="14931"/>
                    <a:pt x="15072" y="14635"/>
                  </a:cubicBezTo>
                  <a:lnTo>
                    <a:pt x="19777" y="11921"/>
                  </a:lnTo>
                  <a:cubicBezTo>
                    <a:pt x="20272" y="11635"/>
                    <a:pt x="20301" y="11168"/>
                    <a:pt x="19834" y="10892"/>
                  </a:cubicBezTo>
                  <a:lnTo>
                    <a:pt x="13986" y="7349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9A2F146-72C4-4C57-BBF1-CE5320137C48}"/>
                </a:ext>
              </a:extLst>
            </p:cNvPr>
            <p:cNvSpPr/>
            <p:nvPr/>
          </p:nvSpPr>
          <p:spPr>
            <a:xfrm>
              <a:off x="5118493" y="5329719"/>
              <a:ext cx="19050" cy="19050"/>
            </a:xfrm>
            <a:custGeom>
              <a:avLst/>
              <a:gdLst>
                <a:gd name="connsiteX0" fmla="*/ 13987 w 19050"/>
                <a:gd name="connsiteY0" fmla="*/ 7344 h 19050"/>
                <a:gd name="connsiteX1" fmla="*/ 12234 w 19050"/>
                <a:gd name="connsiteY1" fmla="*/ 7344 h 19050"/>
                <a:gd name="connsiteX2" fmla="*/ 7529 w 19050"/>
                <a:gd name="connsiteY2" fmla="*/ 10078 h 19050"/>
                <a:gd name="connsiteX3" fmla="*/ 7481 w 19050"/>
                <a:gd name="connsiteY3" fmla="*/ 11116 h 19050"/>
                <a:gd name="connsiteX4" fmla="*/ 13320 w 19050"/>
                <a:gd name="connsiteY4" fmla="*/ 14649 h 19050"/>
                <a:gd name="connsiteX5" fmla="*/ 15073 w 19050"/>
                <a:gd name="connsiteY5" fmla="*/ 14640 h 19050"/>
                <a:gd name="connsiteX6" fmla="*/ 19778 w 19050"/>
                <a:gd name="connsiteY6" fmla="*/ 11916 h 19050"/>
                <a:gd name="connsiteX7" fmla="*/ 19826 w 19050"/>
                <a:gd name="connsiteY7" fmla="*/ 10897 h 19050"/>
                <a:gd name="connsiteX8" fmla="*/ 13987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44"/>
                  </a:moveTo>
                  <a:cubicBezTo>
                    <a:pt x="13511" y="7077"/>
                    <a:pt x="12730" y="7077"/>
                    <a:pt x="12234" y="7344"/>
                  </a:cubicBezTo>
                  <a:lnTo>
                    <a:pt x="7529" y="10078"/>
                  </a:lnTo>
                  <a:cubicBezTo>
                    <a:pt x="7033" y="10363"/>
                    <a:pt x="7014" y="10830"/>
                    <a:pt x="7481" y="11116"/>
                  </a:cubicBezTo>
                  <a:lnTo>
                    <a:pt x="13320" y="14649"/>
                  </a:lnTo>
                  <a:cubicBezTo>
                    <a:pt x="13787" y="14926"/>
                    <a:pt x="14577" y="14926"/>
                    <a:pt x="15073" y="14640"/>
                  </a:cubicBezTo>
                  <a:lnTo>
                    <a:pt x="19778" y="11916"/>
                  </a:lnTo>
                  <a:cubicBezTo>
                    <a:pt x="20264" y="11640"/>
                    <a:pt x="20292" y="11173"/>
                    <a:pt x="19826" y="10897"/>
                  </a:cubicBezTo>
                  <a:lnTo>
                    <a:pt x="13987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E13693E-7DCF-46B0-A283-A73291C0998E}"/>
                </a:ext>
              </a:extLst>
            </p:cNvPr>
            <p:cNvSpPr/>
            <p:nvPr/>
          </p:nvSpPr>
          <p:spPr>
            <a:xfrm>
              <a:off x="5126867" y="5334796"/>
              <a:ext cx="19050" cy="19050"/>
            </a:xfrm>
            <a:custGeom>
              <a:avLst/>
              <a:gdLst>
                <a:gd name="connsiteX0" fmla="*/ 13986 w 19050"/>
                <a:gd name="connsiteY0" fmla="*/ 7344 h 19050"/>
                <a:gd name="connsiteX1" fmla="*/ 12233 w 19050"/>
                <a:gd name="connsiteY1" fmla="*/ 7344 h 19050"/>
                <a:gd name="connsiteX2" fmla="*/ 7537 w 19050"/>
                <a:gd name="connsiteY2" fmla="*/ 10077 h 19050"/>
                <a:gd name="connsiteX3" fmla="*/ 7480 w 19050"/>
                <a:gd name="connsiteY3" fmla="*/ 11106 h 19050"/>
                <a:gd name="connsiteX4" fmla="*/ 13310 w 19050"/>
                <a:gd name="connsiteY4" fmla="*/ 14640 h 19050"/>
                <a:gd name="connsiteX5" fmla="*/ 15072 w 19050"/>
                <a:gd name="connsiteY5" fmla="*/ 14640 h 19050"/>
                <a:gd name="connsiteX6" fmla="*/ 19777 w 19050"/>
                <a:gd name="connsiteY6" fmla="*/ 11906 h 19050"/>
                <a:gd name="connsiteX7" fmla="*/ 19815 w 19050"/>
                <a:gd name="connsiteY7" fmla="*/ 10887 h 19050"/>
                <a:gd name="connsiteX8" fmla="*/ 13986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4"/>
                  </a:moveTo>
                  <a:cubicBezTo>
                    <a:pt x="13519" y="7077"/>
                    <a:pt x="12728" y="7077"/>
                    <a:pt x="12233" y="7344"/>
                  </a:cubicBezTo>
                  <a:lnTo>
                    <a:pt x="7537" y="10077"/>
                  </a:lnTo>
                  <a:cubicBezTo>
                    <a:pt x="7032" y="10373"/>
                    <a:pt x="7013" y="10820"/>
                    <a:pt x="7480" y="11106"/>
                  </a:cubicBezTo>
                  <a:lnTo>
                    <a:pt x="13310" y="14640"/>
                  </a:lnTo>
                  <a:cubicBezTo>
                    <a:pt x="13786" y="14935"/>
                    <a:pt x="14576" y="14935"/>
                    <a:pt x="15072" y="14640"/>
                  </a:cubicBezTo>
                  <a:lnTo>
                    <a:pt x="19777" y="11906"/>
                  </a:lnTo>
                  <a:cubicBezTo>
                    <a:pt x="20272" y="11640"/>
                    <a:pt x="20291" y="11173"/>
                    <a:pt x="19815" y="10887"/>
                  </a:cubicBezTo>
                  <a:lnTo>
                    <a:pt x="13986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48893F0-1CC8-4E91-B800-CDC06A9037CC}"/>
                </a:ext>
              </a:extLst>
            </p:cNvPr>
            <p:cNvSpPr/>
            <p:nvPr/>
          </p:nvSpPr>
          <p:spPr>
            <a:xfrm>
              <a:off x="5135220" y="5339854"/>
              <a:ext cx="19050" cy="19050"/>
            </a:xfrm>
            <a:custGeom>
              <a:avLst/>
              <a:gdLst>
                <a:gd name="connsiteX0" fmla="*/ 13986 w 19050"/>
                <a:gd name="connsiteY0" fmla="*/ 7353 h 19050"/>
                <a:gd name="connsiteX1" fmla="*/ 12243 w 19050"/>
                <a:gd name="connsiteY1" fmla="*/ 7363 h 19050"/>
                <a:gd name="connsiteX2" fmla="*/ 7538 w 19050"/>
                <a:gd name="connsiteY2" fmla="*/ 10087 h 19050"/>
                <a:gd name="connsiteX3" fmla="*/ 7480 w 19050"/>
                <a:gd name="connsiteY3" fmla="*/ 11116 h 19050"/>
                <a:gd name="connsiteX4" fmla="*/ 13319 w 19050"/>
                <a:gd name="connsiteY4" fmla="*/ 14649 h 19050"/>
                <a:gd name="connsiteX5" fmla="*/ 15072 w 19050"/>
                <a:gd name="connsiteY5" fmla="*/ 14640 h 19050"/>
                <a:gd name="connsiteX6" fmla="*/ 19777 w 19050"/>
                <a:gd name="connsiteY6" fmla="*/ 11925 h 19050"/>
                <a:gd name="connsiteX7" fmla="*/ 19834 w 19050"/>
                <a:gd name="connsiteY7" fmla="*/ 10887 h 19050"/>
                <a:gd name="connsiteX8" fmla="*/ 13986 w 19050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53"/>
                  </a:moveTo>
                  <a:cubicBezTo>
                    <a:pt x="13519" y="7068"/>
                    <a:pt x="12729" y="7077"/>
                    <a:pt x="12243" y="7363"/>
                  </a:cubicBezTo>
                  <a:lnTo>
                    <a:pt x="7538" y="10087"/>
                  </a:lnTo>
                  <a:cubicBezTo>
                    <a:pt x="7042" y="10363"/>
                    <a:pt x="7004" y="10821"/>
                    <a:pt x="7480" y="11116"/>
                  </a:cubicBezTo>
                  <a:lnTo>
                    <a:pt x="13319" y="14649"/>
                  </a:lnTo>
                  <a:cubicBezTo>
                    <a:pt x="13795" y="14935"/>
                    <a:pt x="14576" y="14926"/>
                    <a:pt x="15072" y="14640"/>
                  </a:cubicBezTo>
                  <a:lnTo>
                    <a:pt x="19777" y="11925"/>
                  </a:lnTo>
                  <a:cubicBezTo>
                    <a:pt x="20273" y="11630"/>
                    <a:pt x="20301" y="11173"/>
                    <a:pt x="19834" y="10887"/>
                  </a:cubicBezTo>
                  <a:lnTo>
                    <a:pt x="13986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8B90F31-F2AC-454C-89FF-6BE6928E4336}"/>
                </a:ext>
              </a:extLst>
            </p:cNvPr>
            <p:cNvSpPr/>
            <p:nvPr/>
          </p:nvSpPr>
          <p:spPr>
            <a:xfrm>
              <a:off x="5143609" y="5344937"/>
              <a:ext cx="19050" cy="19050"/>
            </a:xfrm>
            <a:custGeom>
              <a:avLst/>
              <a:gdLst>
                <a:gd name="connsiteX0" fmla="*/ 13980 w 19050"/>
                <a:gd name="connsiteY0" fmla="*/ 7347 h 19050"/>
                <a:gd name="connsiteX1" fmla="*/ 12246 w 19050"/>
                <a:gd name="connsiteY1" fmla="*/ 7347 h 19050"/>
                <a:gd name="connsiteX2" fmla="*/ 7531 w 19050"/>
                <a:gd name="connsiteY2" fmla="*/ 10072 h 19050"/>
                <a:gd name="connsiteX3" fmla="*/ 7493 w 19050"/>
                <a:gd name="connsiteY3" fmla="*/ 11100 h 19050"/>
                <a:gd name="connsiteX4" fmla="*/ 13332 w 19050"/>
                <a:gd name="connsiteY4" fmla="*/ 14653 h 19050"/>
                <a:gd name="connsiteX5" fmla="*/ 15075 w 19050"/>
                <a:gd name="connsiteY5" fmla="*/ 14644 h 19050"/>
                <a:gd name="connsiteX6" fmla="*/ 19790 w 19050"/>
                <a:gd name="connsiteY6" fmla="*/ 11900 h 19050"/>
                <a:gd name="connsiteX7" fmla="*/ 19828 w 19050"/>
                <a:gd name="connsiteY7" fmla="*/ 10881 h 19050"/>
                <a:gd name="connsiteX8" fmla="*/ 13980 w 19050"/>
                <a:gd name="connsiteY8" fmla="*/ 73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0" y="7347"/>
                  </a:moveTo>
                  <a:cubicBezTo>
                    <a:pt x="13513" y="7071"/>
                    <a:pt x="12732" y="7081"/>
                    <a:pt x="12246" y="7347"/>
                  </a:cubicBezTo>
                  <a:lnTo>
                    <a:pt x="7531" y="10072"/>
                  </a:lnTo>
                  <a:cubicBezTo>
                    <a:pt x="7036" y="10367"/>
                    <a:pt x="7007" y="10824"/>
                    <a:pt x="7493" y="11100"/>
                  </a:cubicBezTo>
                  <a:lnTo>
                    <a:pt x="13332" y="14653"/>
                  </a:lnTo>
                  <a:cubicBezTo>
                    <a:pt x="13799" y="14929"/>
                    <a:pt x="14580" y="14929"/>
                    <a:pt x="15075" y="14644"/>
                  </a:cubicBezTo>
                  <a:lnTo>
                    <a:pt x="19790" y="11900"/>
                  </a:lnTo>
                  <a:cubicBezTo>
                    <a:pt x="20276" y="11634"/>
                    <a:pt x="20295" y="11167"/>
                    <a:pt x="19828" y="10881"/>
                  </a:cubicBezTo>
                  <a:lnTo>
                    <a:pt x="13980" y="734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F3F80BD-097C-4A18-B986-3BA289743148}"/>
                </a:ext>
              </a:extLst>
            </p:cNvPr>
            <p:cNvSpPr/>
            <p:nvPr/>
          </p:nvSpPr>
          <p:spPr>
            <a:xfrm>
              <a:off x="5151975" y="5349993"/>
              <a:ext cx="19050" cy="19050"/>
            </a:xfrm>
            <a:custGeom>
              <a:avLst/>
              <a:gdLst>
                <a:gd name="connsiteX0" fmla="*/ 13986 w 19050"/>
                <a:gd name="connsiteY0" fmla="*/ 7349 h 19050"/>
                <a:gd name="connsiteX1" fmla="*/ 12243 w 19050"/>
                <a:gd name="connsiteY1" fmla="*/ 7368 h 19050"/>
                <a:gd name="connsiteX2" fmla="*/ 7538 w 19050"/>
                <a:gd name="connsiteY2" fmla="*/ 10082 h 19050"/>
                <a:gd name="connsiteX3" fmla="*/ 7480 w 19050"/>
                <a:gd name="connsiteY3" fmla="*/ 11111 h 19050"/>
                <a:gd name="connsiteX4" fmla="*/ 13319 w 19050"/>
                <a:gd name="connsiteY4" fmla="*/ 14645 h 19050"/>
                <a:gd name="connsiteX5" fmla="*/ 15072 w 19050"/>
                <a:gd name="connsiteY5" fmla="*/ 14645 h 19050"/>
                <a:gd name="connsiteX6" fmla="*/ 19777 w 19050"/>
                <a:gd name="connsiteY6" fmla="*/ 11921 h 19050"/>
                <a:gd name="connsiteX7" fmla="*/ 19825 w 19050"/>
                <a:gd name="connsiteY7" fmla="*/ 10902 h 19050"/>
                <a:gd name="connsiteX8" fmla="*/ 13986 w 19050"/>
                <a:gd name="connsiteY8" fmla="*/ 73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9"/>
                  </a:moveTo>
                  <a:cubicBezTo>
                    <a:pt x="13510" y="7072"/>
                    <a:pt x="12729" y="7072"/>
                    <a:pt x="12243" y="7368"/>
                  </a:cubicBezTo>
                  <a:lnTo>
                    <a:pt x="7538" y="10082"/>
                  </a:lnTo>
                  <a:cubicBezTo>
                    <a:pt x="7042" y="10368"/>
                    <a:pt x="7004" y="10835"/>
                    <a:pt x="7480" y="11111"/>
                  </a:cubicBezTo>
                  <a:lnTo>
                    <a:pt x="13319" y="14645"/>
                  </a:lnTo>
                  <a:cubicBezTo>
                    <a:pt x="13795" y="14931"/>
                    <a:pt x="14576" y="14911"/>
                    <a:pt x="15072" y="14645"/>
                  </a:cubicBezTo>
                  <a:lnTo>
                    <a:pt x="19777" y="11921"/>
                  </a:lnTo>
                  <a:cubicBezTo>
                    <a:pt x="20282" y="11635"/>
                    <a:pt x="20301" y="11168"/>
                    <a:pt x="19825" y="10902"/>
                  </a:cubicBezTo>
                  <a:lnTo>
                    <a:pt x="13986" y="7349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3DB116DF-875D-4E9B-A93F-25273658B496}"/>
                </a:ext>
              </a:extLst>
            </p:cNvPr>
            <p:cNvSpPr/>
            <p:nvPr/>
          </p:nvSpPr>
          <p:spPr>
            <a:xfrm>
              <a:off x="5160343" y="5355071"/>
              <a:ext cx="19050" cy="19050"/>
            </a:xfrm>
            <a:custGeom>
              <a:avLst/>
              <a:gdLst>
                <a:gd name="connsiteX0" fmla="*/ 13990 w 19050"/>
                <a:gd name="connsiteY0" fmla="*/ 7347 h 19050"/>
                <a:gd name="connsiteX1" fmla="*/ 12247 w 19050"/>
                <a:gd name="connsiteY1" fmla="*/ 7347 h 19050"/>
                <a:gd name="connsiteX2" fmla="*/ 7532 w 19050"/>
                <a:gd name="connsiteY2" fmla="*/ 10071 h 19050"/>
                <a:gd name="connsiteX3" fmla="*/ 7485 w 19050"/>
                <a:gd name="connsiteY3" fmla="*/ 11119 h 19050"/>
                <a:gd name="connsiteX4" fmla="*/ 13324 w 19050"/>
                <a:gd name="connsiteY4" fmla="*/ 14653 h 19050"/>
                <a:gd name="connsiteX5" fmla="*/ 15076 w 19050"/>
                <a:gd name="connsiteY5" fmla="*/ 14644 h 19050"/>
                <a:gd name="connsiteX6" fmla="*/ 19791 w 19050"/>
                <a:gd name="connsiteY6" fmla="*/ 11910 h 19050"/>
                <a:gd name="connsiteX7" fmla="*/ 19829 w 19050"/>
                <a:gd name="connsiteY7" fmla="*/ 10891 h 19050"/>
                <a:gd name="connsiteX8" fmla="*/ 13990 w 19050"/>
                <a:gd name="connsiteY8" fmla="*/ 73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0" y="7347"/>
                  </a:moveTo>
                  <a:cubicBezTo>
                    <a:pt x="13524" y="7071"/>
                    <a:pt x="12733" y="7081"/>
                    <a:pt x="12247" y="7347"/>
                  </a:cubicBezTo>
                  <a:lnTo>
                    <a:pt x="7532" y="10071"/>
                  </a:lnTo>
                  <a:cubicBezTo>
                    <a:pt x="7037" y="10376"/>
                    <a:pt x="7009" y="10824"/>
                    <a:pt x="7485" y="11119"/>
                  </a:cubicBezTo>
                  <a:lnTo>
                    <a:pt x="13324" y="14653"/>
                  </a:lnTo>
                  <a:cubicBezTo>
                    <a:pt x="13800" y="14929"/>
                    <a:pt x="14571" y="14929"/>
                    <a:pt x="15076" y="14644"/>
                  </a:cubicBezTo>
                  <a:lnTo>
                    <a:pt x="19791" y="11910"/>
                  </a:lnTo>
                  <a:cubicBezTo>
                    <a:pt x="20277" y="11634"/>
                    <a:pt x="20305" y="11176"/>
                    <a:pt x="19829" y="10891"/>
                  </a:cubicBezTo>
                  <a:lnTo>
                    <a:pt x="13990" y="734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B1D5BF1-4CE8-4FEC-863D-743168EB7383}"/>
                </a:ext>
              </a:extLst>
            </p:cNvPr>
            <p:cNvSpPr/>
            <p:nvPr/>
          </p:nvSpPr>
          <p:spPr>
            <a:xfrm>
              <a:off x="5168714" y="5360131"/>
              <a:ext cx="19050" cy="19050"/>
            </a:xfrm>
            <a:custGeom>
              <a:avLst/>
              <a:gdLst>
                <a:gd name="connsiteX0" fmla="*/ 13982 w 19050"/>
                <a:gd name="connsiteY0" fmla="*/ 7354 h 19050"/>
                <a:gd name="connsiteX1" fmla="*/ 12239 w 19050"/>
                <a:gd name="connsiteY1" fmla="*/ 7354 h 19050"/>
                <a:gd name="connsiteX2" fmla="*/ 7534 w 19050"/>
                <a:gd name="connsiteY2" fmla="*/ 10079 h 19050"/>
                <a:gd name="connsiteX3" fmla="*/ 7477 w 19050"/>
                <a:gd name="connsiteY3" fmla="*/ 11107 h 19050"/>
                <a:gd name="connsiteX4" fmla="*/ 13315 w 19050"/>
                <a:gd name="connsiteY4" fmla="*/ 14651 h 19050"/>
                <a:gd name="connsiteX5" fmla="*/ 15068 w 19050"/>
                <a:gd name="connsiteY5" fmla="*/ 14641 h 19050"/>
                <a:gd name="connsiteX6" fmla="*/ 19783 w 19050"/>
                <a:gd name="connsiteY6" fmla="*/ 11907 h 19050"/>
                <a:gd name="connsiteX7" fmla="*/ 19821 w 19050"/>
                <a:gd name="connsiteY7" fmla="*/ 10888 h 19050"/>
                <a:gd name="connsiteX8" fmla="*/ 13982 w 19050"/>
                <a:gd name="connsiteY8" fmla="*/ 73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54"/>
                  </a:moveTo>
                  <a:cubicBezTo>
                    <a:pt x="13515" y="7069"/>
                    <a:pt x="12734" y="7078"/>
                    <a:pt x="12239" y="7354"/>
                  </a:cubicBezTo>
                  <a:lnTo>
                    <a:pt x="7534" y="10079"/>
                  </a:lnTo>
                  <a:cubicBezTo>
                    <a:pt x="7038" y="10364"/>
                    <a:pt x="7010" y="10831"/>
                    <a:pt x="7477" y="11107"/>
                  </a:cubicBezTo>
                  <a:lnTo>
                    <a:pt x="13315" y="14651"/>
                  </a:lnTo>
                  <a:cubicBezTo>
                    <a:pt x="13801" y="14937"/>
                    <a:pt x="14573" y="14937"/>
                    <a:pt x="15068" y="14641"/>
                  </a:cubicBezTo>
                  <a:lnTo>
                    <a:pt x="19783" y="11907"/>
                  </a:lnTo>
                  <a:cubicBezTo>
                    <a:pt x="20278" y="11641"/>
                    <a:pt x="20297" y="11164"/>
                    <a:pt x="19821" y="10888"/>
                  </a:cubicBezTo>
                  <a:lnTo>
                    <a:pt x="13982" y="735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FEEFB28-7EF9-47FF-A9EE-036F6EAFA96B}"/>
                </a:ext>
              </a:extLst>
            </p:cNvPr>
            <p:cNvSpPr/>
            <p:nvPr/>
          </p:nvSpPr>
          <p:spPr>
            <a:xfrm>
              <a:off x="5177086" y="5365198"/>
              <a:ext cx="19050" cy="19050"/>
            </a:xfrm>
            <a:custGeom>
              <a:avLst/>
              <a:gdLst>
                <a:gd name="connsiteX0" fmla="*/ 13982 w 19050"/>
                <a:gd name="connsiteY0" fmla="*/ 7346 h 19050"/>
                <a:gd name="connsiteX1" fmla="*/ 12239 w 19050"/>
                <a:gd name="connsiteY1" fmla="*/ 7356 h 19050"/>
                <a:gd name="connsiteX2" fmla="*/ 7524 w 19050"/>
                <a:gd name="connsiteY2" fmla="*/ 10089 h 19050"/>
                <a:gd name="connsiteX3" fmla="*/ 7486 w 19050"/>
                <a:gd name="connsiteY3" fmla="*/ 11118 h 19050"/>
                <a:gd name="connsiteX4" fmla="*/ 13325 w 19050"/>
                <a:gd name="connsiteY4" fmla="*/ 14642 h 19050"/>
                <a:gd name="connsiteX5" fmla="*/ 15077 w 19050"/>
                <a:gd name="connsiteY5" fmla="*/ 14642 h 19050"/>
                <a:gd name="connsiteX6" fmla="*/ 19783 w 19050"/>
                <a:gd name="connsiteY6" fmla="*/ 11918 h 19050"/>
                <a:gd name="connsiteX7" fmla="*/ 19821 w 19050"/>
                <a:gd name="connsiteY7" fmla="*/ 10899 h 19050"/>
                <a:gd name="connsiteX8" fmla="*/ 13982 w 19050"/>
                <a:gd name="connsiteY8" fmla="*/ 73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46"/>
                  </a:moveTo>
                  <a:cubicBezTo>
                    <a:pt x="13506" y="7070"/>
                    <a:pt x="12734" y="7079"/>
                    <a:pt x="12239" y="7356"/>
                  </a:cubicBezTo>
                  <a:lnTo>
                    <a:pt x="7524" y="10089"/>
                  </a:lnTo>
                  <a:cubicBezTo>
                    <a:pt x="7038" y="10356"/>
                    <a:pt x="7010" y="10823"/>
                    <a:pt x="7486" y="11118"/>
                  </a:cubicBezTo>
                  <a:lnTo>
                    <a:pt x="13325" y="14642"/>
                  </a:lnTo>
                  <a:cubicBezTo>
                    <a:pt x="13792" y="14928"/>
                    <a:pt x="14573" y="14928"/>
                    <a:pt x="15077" y="14642"/>
                  </a:cubicBezTo>
                  <a:lnTo>
                    <a:pt x="19783" y="11918"/>
                  </a:lnTo>
                  <a:cubicBezTo>
                    <a:pt x="20268" y="11633"/>
                    <a:pt x="20307" y="11175"/>
                    <a:pt x="19821" y="10899"/>
                  </a:cubicBezTo>
                  <a:lnTo>
                    <a:pt x="13982" y="7346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C8D98186-C797-467B-9D0C-2BCD07837C1C}"/>
                </a:ext>
              </a:extLst>
            </p:cNvPr>
            <p:cNvSpPr/>
            <p:nvPr/>
          </p:nvSpPr>
          <p:spPr>
            <a:xfrm>
              <a:off x="5185450" y="5370260"/>
              <a:ext cx="19050" cy="19050"/>
            </a:xfrm>
            <a:custGeom>
              <a:avLst/>
              <a:gdLst>
                <a:gd name="connsiteX0" fmla="*/ 13982 w 19050"/>
                <a:gd name="connsiteY0" fmla="*/ 7351 h 19050"/>
                <a:gd name="connsiteX1" fmla="*/ 12239 w 19050"/>
                <a:gd name="connsiteY1" fmla="*/ 7351 h 19050"/>
                <a:gd name="connsiteX2" fmla="*/ 7524 w 19050"/>
                <a:gd name="connsiteY2" fmla="*/ 10075 h 19050"/>
                <a:gd name="connsiteX3" fmla="*/ 7486 w 19050"/>
                <a:gd name="connsiteY3" fmla="*/ 11113 h 19050"/>
                <a:gd name="connsiteX4" fmla="*/ 13324 w 19050"/>
                <a:gd name="connsiteY4" fmla="*/ 14647 h 19050"/>
                <a:gd name="connsiteX5" fmla="*/ 15077 w 19050"/>
                <a:gd name="connsiteY5" fmla="*/ 14638 h 19050"/>
                <a:gd name="connsiteX6" fmla="*/ 19773 w 19050"/>
                <a:gd name="connsiteY6" fmla="*/ 11913 h 19050"/>
                <a:gd name="connsiteX7" fmla="*/ 19830 w 19050"/>
                <a:gd name="connsiteY7" fmla="*/ 10885 h 19050"/>
                <a:gd name="connsiteX8" fmla="*/ 13982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51"/>
                  </a:moveTo>
                  <a:cubicBezTo>
                    <a:pt x="13524" y="7065"/>
                    <a:pt x="12724" y="7084"/>
                    <a:pt x="12239" y="7351"/>
                  </a:cubicBezTo>
                  <a:lnTo>
                    <a:pt x="7524" y="10075"/>
                  </a:lnTo>
                  <a:cubicBezTo>
                    <a:pt x="7028" y="10370"/>
                    <a:pt x="7019" y="10828"/>
                    <a:pt x="7486" y="11113"/>
                  </a:cubicBezTo>
                  <a:lnTo>
                    <a:pt x="13324" y="14647"/>
                  </a:lnTo>
                  <a:cubicBezTo>
                    <a:pt x="13791" y="14923"/>
                    <a:pt x="14572" y="14923"/>
                    <a:pt x="15077" y="14638"/>
                  </a:cubicBezTo>
                  <a:lnTo>
                    <a:pt x="19773" y="11913"/>
                  </a:lnTo>
                  <a:cubicBezTo>
                    <a:pt x="20278" y="11647"/>
                    <a:pt x="20297" y="11161"/>
                    <a:pt x="19830" y="10885"/>
                  </a:cubicBezTo>
                  <a:lnTo>
                    <a:pt x="13982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C9B4193E-BACF-4097-A9FC-FD4F61A0DFD9}"/>
                </a:ext>
              </a:extLst>
            </p:cNvPr>
            <p:cNvSpPr/>
            <p:nvPr/>
          </p:nvSpPr>
          <p:spPr>
            <a:xfrm>
              <a:off x="5061155" y="5303560"/>
              <a:ext cx="38100" cy="28575"/>
            </a:xfrm>
            <a:custGeom>
              <a:avLst/>
              <a:gdLst>
                <a:gd name="connsiteX0" fmla="*/ 13975 w 38100"/>
                <a:gd name="connsiteY0" fmla="*/ 7357 h 28575"/>
                <a:gd name="connsiteX1" fmla="*/ 12241 w 38100"/>
                <a:gd name="connsiteY1" fmla="*/ 7366 h 28575"/>
                <a:gd name="connsiteX2" fmla="*/ 7536 w 38100"/>
                <a:gd name="connsiteY2" fmla="*/ 10081 h 28575"/>
                <a:gd name="connsiteX3" fmla="*/ 7488 w 38100"/>
                <a:gd name="connsiteY3" fmla="*/ 11100 h 28575"/>
                <a:gd name="connsiteX4" fmla="*/ 27186 w 38100"/>
                <a:gd name="connsiteY4" fmla="*/ 23045 h 28575"/>
                <a:gd name="connsiteX5" fmla="*/ 28938 w 38100"/>
                <a:gd name="connsiteY5" fmla="*/ 23045 h 28575"/>
                <a:gd name="connsiteX6" fmla="*/ 33644 w 38100"/>
                <a:gd name="connsiteY6" fmla="*/ 20311 h 28575"/>
                <a:gd name="connsiteX7" fmla="*/ 33692 w 38100"/>
                <a:gd name="connsiteY7" fmla="*/ 19282 h 28575"/>
                <a:gd name="connsiteX8" fmla="*/ 13975 w 38100"/>
                <a:gd name="connsiteY8" fmla="*/ 735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28575">
                  <a:moveTo>
                    <a:pt x="13975" y="7357"/>
                  </a:moveTo>
                  <a:cubicBezTo>
                    <a:pt x="13508" y="7071"/>
                    <a:pt x="12736" y="7071"/>
                    <a:pt x="12241" y="7366"/>
                  </a:cubicBezTo>
                  <a:lnTo>
                    <a:pt x="7536" y="10081"/>
                  </a:lnTo>
                  <a:cubicBezTo>
                    <a:pt x="7031" y="10357"/>
                    <a:pt x="7012" y="10824"/>
                    <a:pt x="7488" y="11100"/>
                  </a:cubicBezTo>
                  <a:lnTo>
                    <a:pt x="27186" y="23045"/>
                  </a:lnTo>
                  <a:cubicBezTo>
                    <a:pt x="27662" y="23321"/>
                    <a:pt x="28443" y="23321"/>
                    <a:pt x="28938" y="23045"/>
                  </a:cubicBezTo>
                  <a:lnTo>
                    <a:pt x="33644" y="20311"/>
                  </a:lnTo>
                  <a:cubicBezTo>
                    <a:pt x="34139" y="20025"/>
                    <a:pt x="34168" y="19577"/>
                    <a:pt x="33692" y="19282"/>
                  </a:cubicBezTo>
                  <a:lnTo>
                    <a:pt x="13975" y="735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1D5CED6-0987-4AB6-B2D8-FE69AD41A6D4}"/>
                </a:ext>
              </a:extLst>
            </p:cNvPr>
            <p:cNvSpPr/>
            <p:nvPr/>
          </p:nvSpPr>
          <p:spPr>
            <a:xfrm>
              <a:off x="5083433" y="5317046"/>
              <a:ext cx="19050" cy="19050"/>
            </a:xfrm>
            <a:custGeom>
              <a:avLst/>
              <a:gdLst>
                <a:gd name="connsiteX0" fmla="*/ 13985 w 19050"/>
                <a:gd name="connsiteY0" fmla="*/ 7358 h 19050"/>
                <a:gd name="connsiteX1" fmla="*/ 12233 w 19050"/>
                <a:gd name="connsiteY1" fmla="*/ 7358 h 19050"/>
                <a:gd name="connsiteX2" fmla="*/ 7527 w 19050"/>
                <a:gd name="connsiteY2" fmla="*/ 10082 h 19050"/>
                <a:gd name="connsiteX3" fmla="*/ 7489 w 19050"/>
                <a:gd name="connsiteY3" fmla="*/ 11101 h 19050"/>
                <a:gd name="connsiteX4" fmla="*/ 13338 w 19050"/>
                <a:gd name="connsiteY4" fmla="*/ 14654 h 19050"/>
                <a:gd name="connsiteX5" fmla="*/ 15081 w 19050"/>
                <a:gd name="connsiteY5" fmla="*/ 14645 h 19050"/>
                <a:gd name="connsiteX6" fmla="*/ 19777 w 19050"/>
                <a:gd name="connsiteY6" fmla="*/ 11920 h 19050"/>
                <a:gd name="connsiteX7" fmla="*/ 19834 w 19050"/>
                <a:gd name="connsiteY7" fmla="*/ 10892 h 19050"/>
                <a:gd name="connsiteX8" fmla="*/ 13985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5" y="7358"/>
                  </a:moveTo>
                  <a:cubicBezTo>
                    <a:pt x="13519" y="7072"/>
                    <a:pt x="12728" y="7072"/>
                    <a:pt x="12233" y="7358"/>
                  </a:cubicBezTo>
                  <a:lnTo>
                    <a:pt x="7527" y="10082"/>
                  </a:lnTo>
                  <a:cubicBezTo>
                    <a:pt x="7032" y="10368"/>
                    <a:pt x="7013" y="10835"/>
                    <a:pt x="7489" y="11101"/>
                  </a:cubicBezTo>
                  <a:lnTo>
                    <a:pt x="13338" y="14654"/>
                  </a:lnTo>
                  <a:cubicBezTo>
                    <a:pt x="13795" y="14930"/>
                    <a:pt x="14585" y="14930"/>
                    <a:pt x="15081" y="14645"/>
                  </a:cubicBezTo>
                  <a:lnTo>
                    <a:pt x="19777" y="11920"/>
                  </a:lnTo>
                  <a:cubicBezTo>
                    <a:pt x="20272" y="11644"/>
                    <a:pt x="20291" y="11178"/>
                    <a:pt x="19834" y="10892"/>
                  </a:cubicBezTo>
                  <a:lnTo>
                    <a:pt x="13985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A816624-7023-459C-8DFB-C85BA3D827E9}"/>
                </a:ext>
              </a:extLst>
            </p:cNvPr>
            <p:cNvSpPr/>
            <p:nvPr/>
          </p:nvSpPr>
          <p:spPr>
            <a:xfrm>
              <a:off x="5091801" y="5322115"/>
              <a:ext cx="19050" cy="19050"/>
            </a:xfrm>
            <a:custGeom>
              <a:avLst/>
              <a:gdLst>
                <a:gd name="connsiteX0" fmla="*/ 13980 w 19050"/>
                <a:gd name="connsiteY0" fmla="*/ 7357 h 19050"/>
                <a:gd name="connsiteX1" fmla="*/ 12238 w 19050"/>
                <a:gd name="connsiteY1" fmla="*/ 7366 h 19050"/>
                <a:gd name="connsiteX2" fmla="*/ 7532 w 19050"/>
                <a:gd name="connsiteY2" fmla="*/ 10100 h 19050"/>
                <a:gd name="connsiteX3" fmla="*/ 7485 w 19050"/>
                <a:gd name="connsiteY3" fmla="*/ 11110 h 19050"/>
                <a:gd name="connsiteX4" fmla="*/ 13333 w 19050"/>
                <a:gd name="connsiteY4" fmla="*/ 14653 h 19050"/>
                <a:gd name="connsiteX5" fmla="*/ 15076 w 19050"/>
                <a:gd name="connsiteY5" fmla="*/ 14653 h 19050"/>
                <a:gd name="connsiteX6" fmla="*/ 19772 w 19050"/>
                <a:gd name="connsiteY6" fmla="*/ 11929 h 19050"/>
                <a:gd name="connsiteX7" fmla="*/ 19819 w 19050"/>
                <a:gd name="connsiteY7" fmla="*/ 10900 h 19050"/>
                <a:gd name="connsiteX8" fmla="*/ 13980 w 19050"/>
                <a:gd name="connsiteY8" fmla="*/ 735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0" y="7357"/>
                  </a:moveTo>
                  <a:cubicBezTo>
                    <a:pt x="13504" y="7071"/>
                    <a:pt x="12733" y="7071"/>
                    <a:pt x="12238" y="7366"/>
                  </a:cubicBezTo>
                  <a:lnTo>
                    <a:pt x="7532" y="10100"/>
                  </a:lnTo>
                  <a:cubicBezTo>
                    <a:pt x="7027" y="10367"/>
                    <a:pt x="7018" y="10833"/>
                    <a:pt x="7485" y="11110"/>
                  </a:cubicBezTo>
                  <a:lnTo>
                    <a:pt x="13333" y="14653"/>
                  </a:lnTo>
                  <a:cubicBezTo>
                    <a:pt x="13800" y="14929"/>
                    <a:pt x="14581" y="14929"/>
                    <a:pt x="15076" y="14653"/>
                  </a:cubicBezTo>
                  <a:lnTo>
                    <a:pt x="19772" y="11929"/>
                  </a:lnTo>
                  <a:cubicBezTo>
                    <a:pt x="20277" y="11634"/>
                    <a:pt x="20296" y="11176"/>
                    <a:pt x="19819" y="10900"/>
                  </a:cubicBezTo>
                  <a:lnTo>
                    <a:pt x="13980" y="735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696FB57-9E6B-49C9-9674-428E7B30BC5C}"/>
                </a:ext>
              </a:extLst>
            </p:cNvPr>
            <p:cNvSpPr/>
            <p:nvPr/>
          </p:nvSpPr>
          <p:spPr>
            <a:xfrm>
              <a:off x="5100173" y="5327188"/>
              <a:ext cx="19050" cy="19050"/>
            </a:xfrm>
            <a:custGeom>
              <a:avLst/>
              <a:gdLst>
                <a:gd name="connsiteX0" fmla="*/ 13980 w 19050"/>
                <a:gd name="connsiteY0" fmla="*/ 7351 h 19050"/>
                <a:gd name="connsiteX1" fmla="*/ 12238 w 19050"/>
                <a:gd name="connsiteY1" fmla="*/ 7351 h 19050"/>
                <a:gd name="connsiteX2" fmla="*/ 7532 w 19050"/>
                <a:gd name="connsiteY2" fmla="*/ 10066 h 19050"/>
                <a:gd name="connsiteX3" fmla="*/ 7485 w 19050"/>
                <a:gd name="connsiteY3" fmla="*/ 11104 h 19050"/>
                <a:gd name="connsiteX4" fmla="*/ 13323 w 19050"/>
                <a:gd name="connsiteY4" fmla="*/ 14638 h 19050"/>
                <a:gd name="connsiteX5" fmla="*/ 15066 w 19050"/>
                <a:gd name="connsiteY5" fmla="*/ 14638 h 19050"/>
                <a:gd name="connsiteX6" fmla="*/ 19781 w 19050"/>
                <a:gd name="connsiteY6" fmla="*/ 11914 h 19050"/>
                <a:gd name="connsiteX7" fmla="*/ 19829 w 19050"/>
                <a:gd name="connsiteY7" fmla="*/ 10885 h 19050"/>
                <a:gd name="connsiteX8" fmla="*/ 13980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0" y="7351"/>
                  </a:moveTo>
                  <a:cubicBezTo>
                    <a:pt x="13504" y="7075"/>
                    <a:pt x="12733" y="7075"/>
                    <a:pt x="12238" y="7351"/>
                  </a:cubicBezTo>
                  <a:lnTo>
                    <a:pt x="7532" y="10066"/>
                  </a:lnTo>
                  <a:cubicBezTo>
                    <a:pt x="7027" y="10370"/>
                    <a:pt x="7018" y="10828"/>
                    <a:pt x="7485" y="11104"/>
                  </a:cubicBezTo>
                  <a:lnTo>
                    <a:pt x="13323" y="14638"/>
                  </a:lnTo>
                  <a:cubicBezTo>
                    <a:pt x="13800" y="14923"/>
                    <a:pt x="14562" y="14923"/>
                    <a:pt x="15066" y="14638"/>
                  </a:cubicBezTo>
                  <a:lnTo>
                    <a:pt x="19781" y="11914"/>
                  </a:lnTo>
                  <a:cubicBezTo>
                    <a:pt x="20277" y="11628"/>
                    <a:pt x="20305" y="11180"/>
                    <a:pt x="19829" y="10885"/>
                  </a:cubicBezTo>
                  <a:lnTo>
                    <a:pt x="13980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1AEFAF7-62A9-4362-9975-30837B8A9C06}"/>
                </a:ext>
              </a:extLst>
            </p:cNvPr>
            <p:cNvSpPr/>
            <p:nvPr/>
          </p:nvSpPr>
          <p:spPr>
            <a:xfrm>
              <a:off x="5108540" y="5332248"/>
              <a:ext cx="19050" cy="19050"/>
            </a:xfrm>
            <a:custGeom>
              <a:avLst/>
              <a:gdLst>
                <a:gd name="connsiteX0" fmla="*/ 13977 w 19050"/>
                <a:gd name="connsiteY0" fmla="*/ 7358 h 19050"/>
                <a:gd name="connsiteX1" fmla="*/ 12234 w 19050"/>
                <a:gd name="connsiteY1" fmla="*/ 7358 h 19050"/>
                <a:gd name="connsiteX2" fmla="*/ 7529 w 19050"/>
                <a:gd name="connsiteY2" fmla="*/ 10073 h 19050"/>
                <a:gd name="connsiteX3" fmla="*/ 7481 w 19050"/>
                <a:gd name="connsiteY3" fmla="*/ 11101 h 19050"/>
                <a:gd name="connsiteX4" fmla="*/ 13320 w 19050"/>
                <a:gd name="connsiteY4" fmla="*/ 14635 h 19050"/>
                <a:gd name="connsiteX5" fmla="*/ 15072 w 19050"/>
                <a:gd name="connsiteY5" fmla="*/ 14635 h 19050"/>
                <a:gd name="connsiteX6" fmla="*/ 19778 w 19050"/>
                <a:gd name="connsiteY6" fmla="*/ 11921 h 19050"/>
                <a:gd name="connsiteX7" fmla="*/ 19816 w 19050"/>
                <a:gd name="connsiteY7" fmla="*/ 10892 h 19050"/>
                <a:gd name="connsiteX8" fmla="*/ 13977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58"/>
                  </a:moveTo>
                  <a:cubicBezTo>
                    <a:pt x="13510" y="7072"/>
                    <a:pt x="12729" y="7072"/>
                    <a:pt x="12234" y="7358"/>
                  </a:cubicBezTo>
                  <a:lnTo>
                    <a:pt x="7529" y="10073"/>
                  </a:lnTo>
                  <a:cubicBezTo>
                    <a:pt x="7024" y="10358"/>
                    <a:pt x="7024" y="10835"/>
                    <a:pt x="7481" y="11101"/>
                  </a:cubicBezTo>
                  <a:lnTo>
                    <a:pt x="13320" y="14635"/>
                  </a:lnTo>
                  <a:cubicBezTo>
                    <a:pt x="13796" y="14921"/>
                    <a:pt x="14567" y="14921"/>
                    <a:pt x="15072" y="14635"/>
                  </a:cubicBezTo>
                  <a:lnTo>
                    <a:pt x="19778" y="11921"/>
                  </a:lnTo>
                  <a:cubicBezTo>
                    <a:pt x="20273" y="11625"/>
                    <a:pt x="20292" y="11168"/>
                    <a:pt x="19816" y="10892"/>
                  </a:cubicBezTo>
                  <a:lnTo>
                    <a:pt x="13977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37F1AE3-F44C-4E1F-9D32-C0B46CDEC948}"/>
                </a:ext>
              </a:extLst>
            </p:cNvPr>
            <p:cNvSpPr/>
            <p:nvPr/>
          </p:nvSpPr>
          <p:spPr>
            <a:xfrm>
              <a:off x="5116912" y="5337307"/>
              <a:ext cx="19050" cy="19050"/>
            </a:xfrm>
            <a:custGeom>
              <a:avLst/>
              <a:gdLst>
                <a:gd name="connsiteX0" fmla="*/ 13977 w 19050"/>
                <a:gd name="connsiteY0" fmla="*/ 7357 h 19050"/>
                <a:gd name="connsiteX1" fmla="*/ 12244 w 19050"/>
                <a:gd name="connsiteY1" fmla="*/ 7366 h 19050"/>
                <a:gd name="connsiteX2" fmla="*/ 7529 w 19050"/>
                <a:gd name="connsiteY2" fmla="*/ 10081 h 19050"/>
                <a:gd name="connsiteX3" fmla="*/ 7481 w 19050"/>
                <a:gd name="connsiteY3" fmla="*/ 11110 h 19050"/>
                <a:gd name="connsiteX4" fmla="*/ 13330 w 19050"/>
                <a:gd name="connsiteY4" fmla="*/ 14653 h 19050"/>
                <a:gd name="connsiteX5" fmla="*/ 15073 w 19050"/>
                <a:gd name="connsiteY5" fmla="*/ 14653 h 19050"/>
                <a:gd name="connsiteX6" fmla="*/ 19778 w 19050"/>
                <a:gd name="connsiteY6" fmla="*/ 11919 h 19050"/>
                <a:gd name="connsiteX7" fmla="*/ 19816 w 19050"/>
                <a:gd name="connsiteY7" fmla="*/ 10891 h 19050"/>
                <a:gd name="connsiteX8" fmla="*/ 13977 w 19050"/>
                <a:gd name="connsiteY8" fmla="*/ 735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57"/>
                  </a:moveTo>
                  <a:cubicBezTo>
                    <a:pt x="13510" y="7071"/>
                    <a:pt x="12739" y="7071"/>
                    <a:pt x="12244" y="7366"/>
                  </a:cubicBezTo>
                  <a:lnTo>
                    <a:pt x="7529" y="10081"/>
                  </a:lnTo>
                  <a:cubicBezTo>
                    <a:pt x="7034" y="10376"/>
                    <a:pt x="7014" y="10833"/>
                    <a:pt x="7481" y="11110"/>
                  </a:cubicBezTo>
                  <a:lnTo>
                    <a:pt x="13330" y="14653"/>
                  </a:lnTo>
                  <a:cubicBezTo>
                    <a:pt x="13796" y="14929"/>
                    <a:pt x="14568" y="14929"/>
                    <a:pt x="15073" y="14653"/>
                  </a:cubicBezTo>
                  <a:lnTo>
                    <a:pt x="19778" y="11919"/>
                  </a:lnTo>
                  <a:cubicBezTo>
                    <a:pt x="20273" y="11634"/>
                    <a:pt x="20292" y="11186"/>
                    <a:pt x="19816" y="10891"/>
                  </a:cubicBezTo>
                  <a:lnTo>
                    <a:pt x="13977" y="735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D97F76D-1616-4DE5-A65D-7C90BE8DE6E0}"/>
                </a:ext>
              </a:extLst>
            </p:cNvPr>
            <p:cNvSpPr/>
            <p:nvPr/>
          </p:nvSpPr>
          <p:spPr>
            <a:xfrm>
              <a:off x="5125277" y="5342366"/>
              <a:ext cx="19050" cy="19050"/>
            </a:xfrm>
            <a:custGeom>
              <a:avLst/>
              <a:gdLst>
                <a:gd name="connsiteX0" fmla="*/ 13985 w 19050"/>
                <a:gd name="connsiteY0" fmla="*/ 7365 h 19050"/>
                <a:gd name="connsiteX1" fmla="*/ 12242 w 19050"/>
                <a:gd name="connsiteY1" fmla="*/ 7365 h 19050"/>
                <a:gd name="connsiteX2" fmla="*/ 7527 w 19050"/>
                <a:gd name="connsiteY2" fmla="*/ 10080 h 19050"/>
                <a:gd name="connsiteX3" fmla="*/ 7489 w 19050"/>
                <a:gd name="connsiteY3" fmla="*/ 11118 h 19050"/>
                <a:gd name="connsiteX4" fmla="*/ 13328 w 19050"/>
                <a:gd name="connsiteY4" fmla="*/ 14661 h 19050"/>
                <a:gd name="connsiteX5" fmla="*/ 15081 w 19050"/>
                <a:gd name="connsiteY5" fmla="*/ 14652 h 19050"/>
                <a:gd name="connsiteX6" fmla="*/ 19777 w 19050"/>
                <a:gd name="connsiteY6" fmla="*/ 11928 h 19050"/>
                <a:gd name="connsiteX7" fmla="*/ 19824 w 19050"/>
                <a:gd name="connsiteY7" fmla="*/ 10899 h 19050"/>
                <a:gd name="connsiteX8" fmla="*/ 13985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5" y="7365"/>
                  </a:moveTo>
                  <a:cubicBezTo>
                    <a:pt x="13509" y="7070"/>
                    <a:pt x="12738" y="7070"/>
                    <a:pt x="12242" y="7365"/>
                  </a:cubicBezTo>
                  <a:lnTo>
                    <a:pt x="7527" y="10080"/>
                  </a:lnTo>
                  <a:cubicBezTo>
                    <a:pt x="7032" y="10375"/>
                    <a:pt x="7013" y="10842"/>
                    <a:pt x="7489" y="11118"/>
                  </a:cubicBezTo>
                  <a:lnTo>
                    <a:pt x="13328" y="14661"/>
                  </a:lnTo>
                  <a:cubicBezTo>
                    <a:pt x="13795" y="14937"/>
                    <a:pt x="14576" y="14937"/>
                    <a:pt x="15081" y="14652"/>
                  </a:cubicBezTo>
                  <a:lnTo>
                    <a:pt x="19777" y="11928"/>
                  </a:lnTo>
                  <a:cubicBezTo>
                    <a:pt x="20282" y="11642"/>
                    <a:pt x="20291" y="11185"/>
                    <a:pt x="19824" y="10899"/>
                  </a:cubicBezTo>
                  <a:lnTo>
                    <a:pt x="13985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F2919C05-5014-40E7-AC76-DD906C101331}"/>
                </a:ext>
              </a:extLst>
            </p:cNvPr>
            <p:cNvSpPr/>
            <p:nvPr/>
          </p:nvSpPr>
          <p:spPr>
            <a:xfrm>
              <a:off x="5133662" y="5347459"/>
              <a:ext cx="19050" cy="19050"/>
            </a:xfrm>
            <a:custGeom>
              <a:avLst/>
              <a:gdLst>
                <a:gd name="connsiteX0" fmla="*/ 13972 w 19050"/>
                <a:gd name="connsiteY0" fmla="*/ 7350 h 19050"/>
                <a:gd name="connsiteX1" fmla="*/ 12229 w 19050"/>
                <a:gd name="connsiteY1" fmla="*/ 7359 h 19050"/>
                <a:gd name="connsiteX2" fmla="*/ 7524 w 19050"/>
                <a:gd name="connsiteY2" fmla="*/ 10083 h 19050"/>
                <a:gd name="connsiteX3" fmla="*/ 7486 w 19050"/>
                <a:gd name="connsiteY3" fmla="*/ 11112 h 19050"/>
                <a:gd name="connsiteX4" fmla="*/ 13325 w 19050"/>
                <a:gd name="connsiteY4" fmla="*/ 14646 h 19050"/>
                <a:gd name="connsiteX5" fmla="*/ 15077 w 19050"/>
                <a:gd name="connsiteY5" fmla="*/ 14646 h 19050"/>
                <a:gd name="connsiteX6" fmla="*/ 19782 w 19050"/>
                <a:gd name="connsiteY6" fmla="*/ 11931 h 19050"/>
                <a:gd name="connsiteX7" fmla="*/ 19820 w 19050"/>
                <a:gd name="connsiteY7" fmla="*/ 10893 h 19050"/>
                <a:gd name="connsiteX8" fmla="*/ 13972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2" y="7350"/>
                  </a:moveTo>
                  <a:cubicBezTo>
                    <a:pt x="13515" y="7074"/>
                    <a:pt x="12734" y="7074"/>
                    <a:pt x="12229" y="7359"/>
                  </a:cubicBezTo>
                  <a:lnTo>
                    <a:pt x="7524" y="10083"/>
                  </a:lnTo>
                  <a:cubicBezTo>
                    <a:pt x="7028" y="10369"/>
                    <a:pt x="7019" y="10836"/>
                    <a:pt x="7486" y="11112"/>
                  </a:cubicBezTo>
                  <a:lnTo>
                    <a:pt x="13325" y="14646"/>
                  </a:lnTo>
                  <a:cubicBezTo>
                    <a:pt x="13801" y="14922"/>
                    <a:pt x="14572" y="14922"/>
                    <a:pt x="15077" y="14646"/>
                  </a:cubicBezTo>
                  <a:lnTo>
                    <a:pt x="19782" y="11931"/>
                  </a:lnTo>
                  <a:cubicBezTo>
                    <a:pt x="20278" y="11636"/>
                    <a:pt x="20287" y="11179"/>
                    <a:pt x="19820" y="10893"/>
                  </a:cubicBezTo>
                  <a:lnTo>
                    <a:pt x="13972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BBBCB0D5-9866-48C0-A5C0-0EF06C14F1E1}"/>
                </a:ext>
              </a:extLst>
            </p:cNvPr>
            <p:cNvSpPr/>
            <p:nvPr/>
          </p:nvSpPr>
          <p:spPr>
            <a:xfrm>
              <a:off x="5142026" y="5352526"/>
              <a:ext cx="19050" cy="19050"/>
            </a:xfrm>
            <a:custGeom>
              <a:avLst/>
              <a:gdLst>
                <a:gd name="connsiteX0" fmla="*/ 13981 w 19050"/>
                <a:gd name="connsiteY0" fmla="*/ 7350 h 19050"/>
                <a:gd name="connsiteX1" fmla="*/ 12237 w 19050"/>
                <a:gd name="connsiteY1" fmla="*/ 7359 h 19050"/>
                <a:gd name="connsiteX2" fmla="*/ 7532 w 19050"/>
                <a:gd name="connsiteY2" fmla="*/ 10083 h 19050"/>
                <a:gd name="connsiteX3" fmla="*/ 7485 w 19050"/>
                <a:gd name="connsiteY3" fmla="*/ 11103 h 19050"/>
                <a:gd name="connsiteX4" fmla="*/ 13333 w 19050"/>
                <a:gd name="connsiteY4" fmla="*/ 14636 h 19050"/>
                <a:gd name="connsiteX5" fmla="*/ 15067 w 19050"/>
                <a:gd name="connsiteY5" fmla="*/ 14636 h 19050"/>
                <a:gd name="connsiteX6" fmla="*/ 19772 w 19050"/>
                <a:gd name="connsiteY6" fmla="*/ 11912 h 19050"/>
                <a:gd name="connsiteX7" fmla="*/ 19829 w 19050"/>
                <a:gd name="connsiteY7" fmla="*/ 10883 h 19050"/>
                <a:gd name="connsiteX8" fmla="*/ 13981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1" y="7350"/>
                  </a:moveTo>
                  <a:cubicBezTo>
                    <a:pt x="13514" y="7073"/>
                    <a:pt x="12742" y="7073"/>
                    <a:pt x="12237" y="7359"/>
                  </a:cubicBezTo>
                  <a:lnTo>
                    <a:pt x="7532" y="10083"/>
                  </a:lnTo>
                  <a:cubicBezTo>
                    <a:pt x="7027" y="10369"/>
                    <a:pt x="7018" y="10826"/>
                    <a:pt x="7485" y="11103"/>
                  </a:cubicBezTo>
                  <a:lnTo>
                    <a:pt x="13333" y="14636"/>
                  </a:lnTo>
                  <a:cubicBezTo>
                    <a:pt x="13800" y="14922"/>
                    <a:pt x="14571" y="14922"/>
                    <a:pt x="15067" y="14636"/>
                  </a:cubicBezTo>
                  <a:lnTo>
                    <a:pt x="19772" y="11912"/>
                  </a:lnTo>
                  <a:cubicBezTo>
                    <a:pt x="20277" y="11626"/>
                    <a:pt x="20296" y="11169"/>
                    <a:pt x="19829" y="10883"/>
                  </a:cubicBezTo>
                  <a:lnTo>
                    <a:pt x="13981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5C9B991-96C7-4FEA-924D-253854D6C1D6}"/>
                </a:ext>
              </a:extLst>
            </p:cNvPr>
            <p:cNvSpPr/>
            <p:nvPr/>
          </p:nvSpPr>
          <p:spPr>
            <a:xfrm>
              <a:off x="5150400" y="5357587"/>
              <a:ext cx="19050" cy="19050"/>
            </a:xfrm>
            <a:custGeom>
              <a:avLst/>
              <a:gdLst>
                <a:gd name="connsiteX0" fmla="*/ 13980 w 19050"/>
                <a:gd name="connsiteY0" fmla="*/ 7365 h 19050"/>
                <a:gd name="connsiteX1" fmla="*/ 12227 w 19050"/>
                <a:gd name="connsiteY1" fmla="*/ 7365 h 19050"/>
                <a:gd name="connsiteX2" fmla="*/ 7531 w 19050"/>
                <a:gd name="connsiteY2" fmla="*/ 10080 h 19050"/>
                <a:gd name="connsiteX3" fmla="*/ 7493 w 19050"/>
                <a:gd name="connsiteY3" fmla="*/ 11109 h 19050"/>
                <a:gd name="connsiteX4" fmla="*/ 13332 w 19050"/>
                <a:gd name="connsiteY4" fmla="*/ 14652 h 19050"/>
                <a:gd name="connsiteX5" fmla="*/ 15075 w 19050"/>
                <a:gd name="connsiteY5" fmla="*/ 14652 h 19050"/>
                <a:gd name="connsiteX6" fmla="*/ 19790 w 19050"/>
                <a:gd name="connsiteY6" fmla="*/ 11918 h 19050"/>
                <a:gd name="connsiteX7" fmla="*/ 19818 w 19050"/>
                <a:gd name="connsiteY7" fmla="*/ 10899 h 19050"/>
                <a:gd name="connsiteX8" fmla="*/ 13980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0" y="7365"/>
                  </a:moveTo>
                  <a:cubicBezTo>
                    <a:pt x="13513" y="7070"/>
                    <a:pt x="12732" y="7070"/>
                    <a:pt x="12227" y="7365"/>
                  </a:cubicBezTo>
                  <a:lnTo>
                    <a:pt x="7531" y="10080"/>
                  </a:lnTo>
                  <a:cubicBezTo>
                    <a:pt x="7036" y="10366"/>
                    <a:pt x="7007" y="10832"/>
                    <a:pt x="7493" y="11109"/>
                  </a:cubicBezTo>
                  <a:lnTo>
                    <a:pt x="13332" y="14652"/>
                  </a:lnTo>
                  <a:cubicBezTo>
                    <a:pt x="13789" y="14928"/>
                    <a:pt x="14570" y="14928"/>
                    <a:pt x="15075" y="14652"/>
                  </a:cubicBezTo>
                  <a:lnTo>
                    <a:pt x="19790" y="11918"/>
                  </a:lnTo>
                  <a:cubicBezTo>
                    <a:pt x="20276" y="11632"/>
                    <a:pt x="20285" y="11175"/>
                    <a:pt x="19818" y="10899"/>
                  </a:cubicBezTo>
                  <a:lnTo>
                    <a:pt x="13980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0D709971-B63F-4341-839B-AA9F2189730A}"/>
                </a:ext>
              </a:extLst>
            </p:cNvPr>
            <p:cNvSpPr/>
            <p:nvPr/>
          </p:nvSpPr>
          <p:spPr>
            <a:xfrm>
              <a:off x="5158765" y="5362651"/>
              <a:ext cx="19050" cy="19050"/>
            </a:xfrm>
            <a:custGeom>
              <a:avLst/>
              <a:gdLst>
                <a:gd name="connsiteX0" fmla="*/ 13987 w 19050"/>
                <a:gd name="connsiteY0" fmla="*/ 7350 h 19050"/>
                <a:gd name="connsiteX1" fmla="*/ 12234 w 19050"/>
                <a:gd name="connsiteY1" fmla="*/ 7359 h 19050"/>
                <a:gd name="connsiteX2" fmla="*/ 7529 w 19050"/>
                <a:gd name="connsiteY2" fmla="*/ 10074 h 19050"/>
                <a:gd name="connsiteX3" fmla="*/ 7481 w 19050"/>
                <a:gd name="connsiteY3" fmla="*/ 11103 h 19050"/>
                <a:gd name="connsiteX4" fmla="*/ 13329 w 19050"/>
                <a:gd name="connsiteY4" fmla="*/ 14636 h 19050"/>
                <a:gd name="connsiteX5" fmla="*/ 15073 w 19050"/>
                <a:gd name="connsiteY5" fmla="*/ 14636 h 19050"/>
                <a:gd name="connsiteX6" fmla="*/ 19778 w 19050"/>
                <a:gd name="connsiteY6" fmla="*/ 11922 h 19050"/>
                <a:gd name="connsiteX7" fmla="*/ 19816 w 19050"/>
                <a:gd name="connsiteY7" fmla="*/ 10893 h 19050"/>
                <a:gd name="connsiteX8" fmla="*/ 13987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0"/>
                  </a:moveTo>
                  <a:cubicBezTo>
                    <a:pt x="13510" y="7074"/>
                    <a:pt x="12729" y="7074"/>
                    <a:pt x="12234" y="7359"/>
                  </a:cubicBezTo>
                  <a:lnTo>
                    <a:pt x="7529" y="10074"/>
                  </a:lnTo>
                  <a:cubicBezTo>
                    <a:pt x="7034" y="10369"/>
                    <a:pt x="7014" y="10836"/>
                    <a:pt x="7481" y="11103"/>
                  </a:cubicBezTo>
                  <a:lnTo>
                    <a:pt x="13329" y="14636"/>
                  </a:lnTo>
                  <a:cubicBezTo>
                    <a:pt x="13806" y="14922"/>
                    <a:pt x="14577" y="14931"/>
                    <a:pt x="15073" y="14636"/>
                  </a:cubicBezTo>
                  <a:lnTo>
                    <a:pt x="19778" y="11922"/>
                  </a:lnTo>
                  <a:cubicBezTo>
                    <a:pt x="20283" y="11636"/>
                    <a:pt x="20302" y="11179"/>
                    <a:pt x="19816" y="10893"/>
                  </a:cubicBezTo>
                  <a:lnTo>
                    <a:pt x="13987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1C835DA5-4177-42FC-BC1D-77B5161DCEEF}"/>
                </a:ext>
              </a:extLst>
            </p:cNvPr>
            <p:cNvSpPr/>
            <p:nvPr/>
          </p:nvSpPr>
          <p:spPr>
            <a:xfrm>
              <a:off x="5167139" y="5367722"/>
              <a:ext cx="19050" cy="19050"/>
            </a:xfrm>
            <a:custGeom>
              <a:avLst/>
              <a:gdLst>
                <a:gd name="connsiteX0" fmla="*/ 13986 w 19050"/>
                <a:gd name="connsiteY0" fmla="*/ 7365 h 19050"/>
                <a:gd name="connsiteX1" fmla="*/ 12243 w 19050"/>
                <a:gd name="connsiteY1" fmla="*/ 7365 h 19050"/>
                <a:gd name="connsiteX2" fmla="*/ 7537 w 19050"/>
                <a:gd name="connsiteY2" fmla="*/ 10080 h 19050"/>
                <a:gd name="connsiteX3" fmla="*/ 7480 w 19050"/>
                <a:gd name="connsiteY3" fmla="*/ 11109 h 19050"/>
                <a:gd name="connsiteX4" fmla="*/ 13319 w 19050"/>
                <a:gd name="connsiteY4" fmla="*/ 14642 h 19050"/>
                <a:gd name="connsiteX5" fmla="*/ 15062 w 19050"/>
                <a:gd name="connsiteY5" fmla="*/ 14642 h 19050"/>
                <a:gd name="connsiteX6" fmla="*/ 19786 w 19050"/>
                <a:gd name="connsiteY6" fmla="*/ 11928 h 19050"/>
                <a:gd name="connsiteX7" fmla="*/ 19824 w 19050"/>
                <a:gd name="connsiteY7" fmla="*/ 10899 h 19050"/>
                <a:gd name="connsiteX8" fmla="*/ 13986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65"/>
                  </a:moveTo>
                  <a:cubicBezTo>
                    <a:pt x="13509" y="7070"/>
                    <a:pt x="12728" y="7070"/>
                    <a:pt x="12243" y="7365"/>
                  </a:cubicBezTo>
                  <a:lnTo>
                    <a:pt x="7537" y="10080"/>
                  </a:lnTo>
                  <a:cubicBezTo>
                    <a:pt x="7032" y="10375"/>
                    <a:pt x="7013" y="10813"/>
                    <a:pt x="7480" y="11109"/>
                  </a:cubicBezTo>
                  <a:lnTo>
                    <a:pt x="13319" y="14642"/>
                  </a:lnTo>
                  <a:cubicBezTo>
                    <a:pt x="13795" y="14928"/>
                    <a:pt x="14567" y="14928"/>
                    <a:pt x="15062" y="14642"/>
                  </a:cubicBezTo>
                  <a:lnTo>
                    <a:pt x="19786" y="11928"/>
                  </a:lnTo>
                  <a:cubicBezTo>
                    <a:pt x="20282" y="11632"/>
                    <a:pt x="20301" y="11185"/>
                    <a:pt x="19824" y="10899"/>
                  </a:cubicBezTo>
                  <a:lnTo>
                    <a:pt x="13986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5EE4E8DA-AC3F-4719-A48C-4B34A3E26E0B}"/>
                </a:ext>
              </a:extLst>
            </p:cNvPr>
            <p:cNvSpPr/>
            <p:nvPr/>
          </p:nvSpPr>
          <p:spPr>
            <a:xfrm>
              <a:off x="5175505" y="5372790"/>
              <a:ext cx="19050" cy="19050"/>
            </a:xfrm>
            <a:custGeom>
              <a:avLst/>
              <a:gdLst>
                <a:gd name="connsiteX0" fmla="*/ 13982 w 19050"/>
                <a:gd name="connsiteY0" fmla="*/ 7354 h 19050"/>
                <a:gd name="connsiteX1" fmla="*/ 12229 w 19050"/>
                <a:gd name="connsiteY1" fmla="*/ 7354 h 19050"/>
                <a:gd name="connsiteX2" fmla="*/ 7534 w 19050"/>
                <a:gd name="connsiteY2" fmla="*/ 10069 h 19050"/>
                <a:gd name="connsiteX3" fmla="*/ 7476 w 19050"/>
                <a:gd name="connsiteY3" fmla="*/ 11098 h 19050"/>
                <a:gd name="connsiteX4" fmla="*/ 13315 w 19050"/>
                <a:gd name="connsiteY4" fmla="*/ 14641 h 19050"/>
                <a:gd name="connsiteX5" fmla="*/ 15068 w 19050"/>
                <a:gd name="connsiteY5" fmla="*/ 14641 h 19050"/>
                <a:gd name="connsiteX6" fmla="*/ 19783 w 19050"/>
                <a:gd name="connsiteY6" fmla="*/ 11917 h 19050"/>
                <a:gd name="connsiteX7" fmla="*/ 19821 w 19050"/>
                <a:gd name="connsiteY7" fmla="*/ 10879 h 19050"/>
                <a:gd name="connsiteX8" fmla="*/ 13982 w 19050"/>
                <a:gd name="connsiteY8" fmla="*/ 73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54"/>
                  </a:moveTo>
                  <a:cubicBezTo>
                    <a:pt x="13515" y="7078"/>
                    <a:pt x="12734" y="7069"/>
                    <a:pt x="12229" y="7354"/>
                  </a:cubicBezTo>
                  <a:lnTo>
                    <a:pt x="7534" y="10069"/>
                  </a:lnTo>
                  <a:cubicBezTo>
                    <a:pt x="7029" y="10364"/>
                    <a:pt x="7019" y="10821"/>
                    <a:pt x="7476" y="11098"/>
                  </a:cubicBezTo>
                  <a:lnTo>
                    <a:pt x="13315" y="14641"/>
                  </a:lnTo>
                  <a:cubicBezTo>
                    <a:pt x="13801" y="14927"/>
                    <a:pt x="14572" y="14927"/>
                    <a:pt x="15068" y="14641"/>
                  </a:cubicBezTo>
                  <a:lnTo>
                    <a:pt x="19783" y="11917"/>
                  </a:lnTo>
                  <a:cubicBezTo>
                    <a:pt x="20278" y="11631"/>
                    <a:pt x="20287" y="11174"/>
                    <a:pt x="19821" y="10879"/>
                  </a:cubicBezTo>
                  <a:lnTo>
                    <a:pt x="13982" y="735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C659C303-0A7A-40CE-A024-0F5A72D599E9}"/>
                </a:ext>
              </a:extLst>
            </p:cNvPr>
            <p:cNvSpPr/>
            <p:nvPr/>
          </p:nvSpPr>
          <p:spPr>
            <a:xfrm>
              <a:off x="5053878" y="5307777"/>
              <a:ext cx="19050" cy="19050"/>
            </a:xfrm>
            <a:custGeom>
              <a:avLst/>
              <a:gdLst>
                <a:gd name="connsiteX0" fmla="*/ 13984 w 19050"/>
                <a:gd name="connsiteY0" fmla="*/ 7350 h 19050"/>
                <a:gd name="connsiteX1" fmla="*/ 12232 w 19050"/>
                <a:gd name="connsiteY1" fmla="*/ 7359 h 19050"/>
                <a:gd name="connsiteX2" fmla="*/ 7536 w 19050"/>
                <a:gd name="connsiteY2" fmla="*/ 10074 h 19050"/>
                <a:gd name="connsiteX3" fmla="*/ 7488 w 19050"/>
                <a:gd name="connsiteY3" fmla="*/ 11103 h 19050"/>
                <a:gd name="connsiteX4" fmla="*/ 13803 w 19050"/>
                <a:gd name="connsiteY4" fmla="*/ 14922 h 19050"/>
                <a:gd name="connsiteX5" fmla="*/ 15537 w 19050"/>
                <a:gd name="connsiteY5" fmla="*/ 14922 h 19050"/>
                <a:gd name="connsiteX6" fmla="*/ 20252 w 19050"/>
                <a:gd name="connsiteY6" fmla="*/ 12208 h 19050"/>
                <a:gd name="connsiteX7" fmla="*/ 20290 w 19050"/>
                <a:gd name="connsiteY7" fmla="*/ 11179 h 19050"/>
                <a:gd name="connsiteX8" fmla="*/ 13984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4" y="7350"/>
                  </a:moveTo>
                  <a:cubicBezTo>
                    <a:pt x="13508" y="7074"/>
                    <a:pt x="12736" y="7074"/>
                    <a:pt x="12232" y="7359"/>
                  </a:cubicBezTo>
                  <a:lnTo>
                    <a:pt x="7536" y="10074"/>
                  </a:lnTo>
                  <a:cubicBezTo>
                    <a:pt x="7031" y="10369"/>
                    <a:pt x="7012" y="10826"/>
                    <a:pt x="7488" y="11103"/>
                  </a:cubicBezTo>
                  <a:lnTo>
                    <a:pt x="13803" y="14922"/>
                  </a:lnTo>
                  <a:cubicBezTo>
                    <a:pt x="14270" y="15208"/>
                    <a:pt x="15042" y="15208"/>
                    <a:pt x="15537" y="14922"/>
                  </a:cubicBezTo>
                  <a:lnTo>
                    <a:pt x="20252" y="12208"/>
                  </a:lnTo>
                  <a:cubicBezTo>
                    <a:pt x="20747" y="11912"/>
                    <a:pt x="20766" y="11455"/>
                    <a:pt x="20290" y="11179"/>
                  </a:cubicBezTo>
                  <a:lnTo>
                    <a:pt x="13984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555515C-CBDB-4162-9C5C-7159843D4E86}"/>
                </a:ext>
              </a:extLst>
            </p:cNvPr>
            <p:cNvSpPr/>
            <p:nvPr/>
          </p:nvSpPr>
          <p:spPr>
            <a:xfrm>
              <a:off x="5062588" y="5313039"/>
              <a:ext cx="19050" cy="19050"/>
            </a:xfrm>
            <a:custGeom>
              <a:avLst/>
              <a:gdLst>
                <a:gd name="connsiteX0" fmla="*/ 13990 w 19050"/>
                <a:gd name="connsiteY0" fmla="*/ 7365 h 19050"/>
                <a:gd name="connsiteX1" fmla="*/ 12237 w 19050"/>
                <a:gd name="connsiteY1" fmla="*/ 7365 h 19050"/>
                <a:gd name="connsiteX2" fmla="*/ 7523 w 19050"/>
                <a:gd name="connsiteY2" fmla="*/ 10090 h 19050"/>
                <a:gd name="connsiteX3" fmla="*/ 7494 w 19050"/>
                <a:gd name="connsiteY3" fmla="*/ 11109 h 19050"/>
                <a:gd name="connsiteX4" fmla="*/ 13799 w 19050"/>
                <a:gd name="connsiteY4" fmla="*/ 14919 h 19050"/>
                <a:gd name="connsiteX5" fmla="*/ 15543 w 19050"/>
                <a:gd name="connsiteY5" fmla="*/ 14919 h 19050"/>
                <a:gd name="connsiteX6" fmla="*/ 20258 w 19050"/>
                <a:gd name="connsiteY6" fmla="*/ 12204 h 19050"/>
                <a:gd name="connsiteX7" fmla="*/ 20296 w 19050"/>
                <a:gd name="connsiteY7" fmla="*/ 11175 h 19050"/>
                <a:gd name="connsiteX8" fmla="*/ 13990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0" y="7365"/>
                  </a:moveTo>
                  <a:cubicBezTo>
                    <a:pt x="13523" y="7070"/>
                    <a:pt x="12733" y="7070"/>
                    <a:pt x="12237" y="7365"/>
                  </a:cubicBezTo>
                  <a:lnTo>
                    <a:pt x="7523" y="10090"/>
                  </a:lnTo>
                  <a:cubicBezTo>
                    <a:pt x="7027" y="10366"/>
                    <a:pt x="7018" y="10832"/>
                    <a:pt x="7494" y="11109"/>
                  </a:cubicBezTo>
                  <a:lnTo>
                    <a:pt x="13799" y="14919"/>
                  </a:lnTo>
                  <a:cubicBezTo>
                    <a:pt x="14276" y="15214"/>
                    <a:pt x="15047" y="15214"/>
                    <a:pt x="15543" y="14919"/>
                  </a:cubicBezTo>
                  <a:lnTo>
                    <a:pt x="20258" y="12204"/>
                  </a:lnTo>
                  <a:cubicBezTo>
                    <a:pt x="20753" y="11918"/>
                    <a:pt x="20772" y="11461"/>
                    <a:pt x="20296" y="11175"/>
                  </a:cubicBezTo>
                  <a:lnTo>
                    <a:pt x="13990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7297A139-B3EA-4257-A6AE-7B42A417C1D3}"/>
                </a:ext>
              </a:extLst>
            </p:cNvPr>
            <p:cNvSpPr/>
            <p:nvPr/>
          </p:nvSpPr>
          <p:spPr>
            <a:xfrm>
              <a:off x="5039460" y="5311965"/>
              <a:ext cx="28575" cy="19050"/>
            </a:xfrm>
            <a:custGeom>
              <a:avLst/>
              <a:gdLst>
                <a:gd name="connsiteX0" fmla="*/ 21154 w 28575"/>
                <a:gd name="connsiteY0" fmla="*/ 7353 h 19050"/>
                <a:gd name="connsiteX1" fmla="*/ 19411 w 28575"/>
                <a:gd name="connsiteY1" fmla="*/ 7363 h 19050"/>
                <a:gd name="connsiteX2" fmla="*/ 7524 w 28575"/>
                <a:gd name="connsiteY2" fmla="*/ 14259 h 19050"/>
                <a:gd name="connsiteX3" fmla="*/ 7486 w 28575"/>
                <a:gd name="connsiteY3" fmla="*/ 15269 h 19050"/>
                <a:gd name="connsiteX4" fmla="*/ 11915 w 28575"/>
                <a:gd name="connsiteY4" fmla="*/ 17945 h 19050"/>
                <a:gd name="connsiteX5" fmla="*/ 13658 w 28575"/>
                <a:gd name="connsiteY5" fmla="*/ 17945 h 19050"/>
                <a:gd name="connsiteX6" fmla="*/ 25536 w 28575"/>
                <a:gd name="connsiteY6" fmla="*/ 11059 h 19050"/>
                <a:gd name="connsiteX7" fmla="*/ 25584 w 28575"/>
                <a:gd name="connsiteY7" fmla="*/ 10030 h 19050"/>
                <a:gd name="connsiteX8" fmla="*/ 21154 w 28575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21154" y="7353"/>
                  </a:moveTo>
                  <a:cubicBezTo>
                    <a:pt x="20688" y="7068"/>
                    <a:pt x="19907" y="7077"/>
                    <a:pt x="19411" y="7363"/>
                  </a:cubicBezTo>
                  <a:lnTo>
                    <a:pt x="7524" y="14259"/>
                  </a:lnTo>
                  <a:cubicBezTo>
                    <a:pt x="7038" y="14526"/>
                    <a:pt x="7010" y="14983"/>
                    <a:pt x="7486" y="15269"/>
                  </a:cubicBezTo>
                  <a:lnTo>
                    <a:pt x="11915" y="17945"/>
                  </a:lnTo>
                  <a:cubicBezTo>
                    <a:pt x="12382" y="18231"/>
                    <a:pt x="13163" y="18222"/>
                    <a:pt x="13658" y="17945"/>
                  </a:cubicBezTo>
                  <a:lnTo>
                    <a:pt x="25536" y="11059"/>
                  </a:lnTo>
                  <a:cubicBezTo>
                    <a:pt x="26031" y="10773"/>
                    <a:pt x="26060" y="10316"/>
                    <a:pt x="25584" y="10030"/>
                  </a:cubicBezTo>
                  <a:lnTo>
                    <a:pt x="21154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F1F676B-56F0-48F2-8773-9430F61AAD27}"/>
                </a:ext>
              </a:extLst>
            </p:cNvPr>
            <p:cNvSpPr/>
            <p:nvPr/>
          </p:nvSpPr>
          <p:spPr>
            <a:xfrm>
              <a:off x="5053582" y="5316168"/>
              <a:ext cx="19050" cy="19050"/>
            </a:xfrm>
            <a:custGeom>
              <a:avLst/>
              <a:gdLst>
                <a:gd name="connsiteX0" fmla="*/ 13995 w 19050"/>
                <a:gd name="connsiteY0" fmla="*/ 7361 h 19050"/>
                <a:gd name="connsiteX1" fmla="*/ 12243 w 19050"/>
                <a:gd name="connsiteY1" fmla="*/ 7370 h 19050"/>
                <a:gd name="connsiteX2" fmla="*/ 7527 w 19050"/>
                <a:gd name="connsiteY2" fmla="*/ 10094 h 19050"/>
                <a:gd name="connsiteX3" fmla="*/ 7489 w 19050"/>
                <a:gd name="connsiteY3" fmla="*/ 11123 h 19050"/>
                <a:gd name="connsiteX4" fmla="*/ 13795 w 19050"/>
                <a:gd name="connsiteY4" fmla="*/ 14952 h 19050"/>
                <a:gd name="connsiteX5" fmla="*/ 15548 w 19050"/>
                <a:gd name="connsiteY5" fmla="*/ 14952 h 19050"/>
                <a:gd name="connsiteX6" fmla="*/ 20262 w 19050"/>
                <a:gd name="connsiteY6" fmla="*/ 12209 h 19050"/>
                <a:gd name="connsiteX7" fmla="*/ 20300 w 19050"/>
                <a:gd name="connsiteY7" fmla="*/ 11180 h 19050"/>
                <a:gd name="connsiteX8" fmla="*/ 13995 w 19050"/>
                <a:gd name="connsiteY8" fmla="*/ 73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5" y="7361"/>
                  </a:moveTo>
                  <a:cubicBezTo>
                    <a:pt x="13519" y="7065"/>
                    <a:pt x="12747" y="7075"/>
                    <a:pt x="12243" y="7370"/>
                  </a:cubicBezTo>
                  <a:lnTo>
                    <a:pt x="7527" y="10094"/>
                  </a:lnTo>
                  <a:cubicBezTo>
                    <a:pt x="7032" y="10371"/>
                    <a:pt x="7013" y="10837"/>
                    <a:pt x="7489" y="11123"/>
                  </a:cubicBezTo>
                  <a:lnTo>
                    <a:pt x="13795" y="14952"/>
                  </a:lnTo>
                  <a:cubicBezTo>
                    <a:pt x="14271" y="15218"/>
                    <a:pt x="15062" y="15218"/>
                    <a:pt x="15548" y="14952"/>
                  </a:cubicBezTo>
                  <a:lnTo>
                    <a:pt x="20262" y="12209"/>
                  </a:lnTo>
                  <a:cubicBezTo>
                    <a:pt x="20748" y="11923"/>
                    <a:pt x="20777" y="11456"/>
                    <a:pt x="20300" y="11180"/>
                  </a:cubicBezTo>
                  <a:lnTo>
                    <a:pt x="13995" y="736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FF79CEB-536B-4E7B-A030-9EFA9BF84E8C}"/>
                </a:ext>
              </a:extLst>
            </p:cNvPr>
            <p:cNvSpPr/>
            <p:nvPr/>
          </p:nvSpPr>
          <p:spPr>
            <a:xfrm>
              <a:off x="5080252" y="5323689"/>
              <a:ext cx="19050" cy="19050"/>
            </a:xfrm>
            <a:custGeom>
              <a:avLst/>
              <a:gdLst>
                <a:gd name="connsiteX0" fmla="*/ 13986 w 19050"/>
                <a:gd name="connsiteY0" fmla="*/ 7354 h 19050"/>
                <a:gd name="connsiteX1" fmla="*/ 12233 w 19050"/>
                <a:gd name="connsiteY1" fmla="*/ 7354 h 19050"/>
                <a:gd name="connsiteX2" fmla="*/ 7528 w 19050"/>
                <a:gd name="connsiteY2" fmla="*/ 10088 h 19050"/>
                <a:gd name="connsiteX3" fmla="*/ 7489 w 19050"/>
                <a:gd name="connsiteY3" fmla="*/ 11107 h 19050"/>
                <a:gd name="connsiteX4" fmla="*/ 13319 w 19050"/>
                <a:gd name="connsiteY4" fmla="*/ 14660 h 19050"/>
                <a:gd name="connsiteX5" fmla="*/ 15071 w 19050"/>
                <a:gd name="connsiteY5" fmla="*/ 14651 h 19050"/>
                <a:gd name="connsiteX6" fmla="*/ 19767 w 19050"/>
                <a:gd name="connsiteY6" fmla="*/ 11917 h 19050"/>
                <a:gd name="connsiteX7" fmla="*/ 19824 w 19050"/>
                <a:gd name="connsiteY7" fmla="*/ 10888 h 19050"/>
                <a:gd name="connsiteX8" fmla="*/ 13986 w 19050"/>
                <a:gd name="connsiteY8" fmla="*/ 73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54"/>
                  </a:moveTo>
                  <a:cubicBezTo>
                    <a:pt x="13519" y="7069"/>
                    <a:pt x="12728" y="7078"/>
                    <a:pt x="12233" y="7354"/>
                  </a:cubicBezTo>
                  <a:lnTo>
                    <a:pt x="7528" y="10088"/>
                  </a:lnTo>
                  <a:cubicBezTo>
                    <a:pt x="7032" y="10364"/>
                    <a:pt x="7013" y="10831"/>
                    <a:pt x="7489" y="11107"/>
                  </a:cubicBezTo>
                  <a:lnTo>
                    <a:pt x="13319" y="14660"/>
                  </a:lnTo>
                  <a:cubicBezTo>
                    <a:pt x="13795" y="14927"/>
                    <a:pt x="14576" y="14927"/>
                    <a:pt x="15071" y="14651"/>
                  </a:cubicBezTo>
                  <a:lnTo>
                    <a:pt x="19767" y="11917"/>
                  </a:lnTo>
                  <a:cubicBezTo>
                    <a:pt x="20272" y="11631"/>
                    <a:pt x="20291" y="11184"/>
                    <a:pt x="19824" y="10888"/>
                  </a:cubicBezTo>
                  <a:lnTo>
                    <a:pt x="13986" y="735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D196D394-83F0-4596-BED0-D113E6ED50E9}"/>
                </a:ext>
              </a:extLst>
            </p:cNvPr>
            <p:cNvSpPr/>
            <p:nvPr/>
          </p:nvSpPr>
          <p:spPr>
            <a:xfrm>
              <a:off x="5064564" y="5318568"/>
              <a:ext cx="28575" cy="28575"/>
            </a:xfrm>
            <a:custGeom>
              <a:avLst/>
              <a:gdLst>
                <a:gd name="connsiteX0" fmla="*/ 21225 w 28575"/>
                <a:gd name="connsiteY0" fmla="*/ 7351 h 28575"/>
                <a:gd name="connsiteX1" fmla="*/ 19462 w 28575"/>
                <a:gd name="connsiteY1" fmla="*/ 7351 h 28575"/>
                <a:gd name="connsiteX2" fmla="*/ 12252 w 28575"/>
                <a:gd name="connsiteY2" fmla="*/ 11533 h 28575"/>
                <a:gd name="connsiteX3" fmla="*/ 10519 w 28575"/>
                <a:gd name="connsiteY3" fmla="*/ 12523 h 28575"/>
                <a:gd name="connsiteX4" fmla="*/ 7537 w 28575"/>
                <a:gd name="connsiteY4" fmla="*/ 14256 h 28575"/>
                <a:gd name="connsiteX5" fmla="*/ 7480 w 28575"/>
                <a:gd name="connsiteY5" fmla="*/ 15295 h 28575"/>
                <a:gd name="connsiteX6" fmla="*/ 19053 w 28575"/>
                <a:gd name="connsiteY6" fmla="*/ 22296 h 28575"/>
                <a:gd name="connsiteX7" fmla="*/ 20806 w 28575"/>
                <a:gd name="connsiteY7" fmla="*/ 22286 h 28575"/>
                <a:gd name="connsiteX8" fmla="*/ 25511 w 28575"/>
                <a:gd name="connsiteY8" fmla="*/ 19552 h 28575"/>
                <a:gd name="connsiteX9" fmla="*/ 25549 w 28575"/>
                <a:gd name="connsiteY9" fmla="*/ 18543 h 28575"/>
                <a:gd name="connsiteX10" fmla="*/ 20691 w 28575"/>
                <a:gd name="connsiteY10" fmla="*/ 15581 h 28575"/>
                <a:gd name="connsiteX11" fmla="*/ 27006 w 28575"/>
                <a:gd name="connsiteY11" fmla="*/ 11923 h 28575"/>
                <a:gd name="connsiteX12" fmla="*/ 27054 w 28575"/>
                <a:gd name="connsiteY12" fmla="*/ 10894 h 28575"/>
                <a:gd name="connsiteX13" fmla="*/ 21225 w 28575"/>
                <a:gd name="connsiteY13" fmla="*/ 735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28575">
                  <a:moveTo>
                    <a:pt x="21225" y="7351"/>
                  </a:moveTo>
                  <a:cubicBezTo>
                    <a:pt x="20748" y="7075"/>
                    <a:pt x="19967" y="7075"/>
                    <a:pt x="19462" y="7351"/>
                  </a:cubicBezTo>
                  <a:lnTo>
                    <a:pt x="12252" y="11533"/>
                  </a:lnTo>
                  <a:lnTo>
                    <a:pt x="10519" y="12523"/>
                  </a:lnTo>
                  <a:lnTo>
                    <a:pt x="7537" y="14256"/>
                  </a:lnTo>
                  <a:cubicBezTo>
                    <a:pt x="7032" y="14542"/>
                    <a:pt x="7013" y="14999"/>
                    <a:pt x="7480" y="15295"/>
                  </a:cubicBezTo>
                  <a:lnTo>
                    <a:pt x="19053" y="22296"/>
                  </a:lnTo>
                  <a:cubicBezTo>
                    <a:pt x="19520" y="22572"/>
                    <a:pt x="20310" y="22572"/>
                    <a:pt x="20806" y="22286"/>
                  </a:cubicBezTo>
                  <a:lnTo>
                    <a:pt x="25511" y="19552"/>
                  </a:lnTo>
                  <a:cubicBezTo>
                    <a:pt x="25997" y="19276"/>
                    <a:pt x="26025" y="18810"/>
                    <a:pt x="25549" y="18543"/>
                  </a:cubicBezTo>
                  <a:lnTo>
                    <a:pt x="20691" y="15581"/>
                  </a:lnTo>
                  <a:lnTo>
                    <a:pt x="27006" y="11923"/>
                  </a:lnTo>
                  <a:cubicBezTo>
                    <a:pt x="27492" y="11628"/>
                    <a:pt x="27521" y="11161"/>
                    <a:pt x="27054" y="10894"/>
                  </a:cubicBezTo>
                  <a:lnTo>
                    <a:pt x="21225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F3F39F9-FF07-426F-B1CF-00DCD756CD4E}"/>
                </a:ext>
              </a:extLst>
            </p:cNvPr>
            <p:cNvSpPr/>
            <p:nvPr/>
          </p:nvSpPr>
          <p:spPr>
            <a:xfrm>
              <a:off x="5088617" y="5328745"/>
              <a:ext cx="19050" cy="19050"/>
            </a:xfrm>
            <a:custGeom>
              <a:avLst/>
              <a:gdLst>
                <a:gd name="connsiteX0" fmla="*/ 13993 w 19050"/>
                <a:gd name="connsiteY0" fmla="*/ 7365 h 19050"/>
                <a:gd name="connsiteX1" fmla="*/ 12231 w 19050"/>
                <a:gd name="connsiteY1" fmla="*/ 7365 h 19050"/>
                <a:gd name="connsiteX2" fmla="*/ 7525 w 19050"/>
                <a:gd name="connsiteY2" fmla="*/ 10089 h 19050"/>
                <a:gd name="connsiteX3" fmla="*/ 7477 w 19050"/>
                <a:gd name="connsiteY3" fmla="*/ 11108 h 19050"/>
                <a:gd name="connsiteX4" fmla="*/ 13326 w 19050"/>
                <a:gd name="connsiteY4" fmla="*/ 14661 h 19050"/>
                <a:gd name="connsiteX5" fmla="*/ 15069 w 19050"/>
                <a:gd name="connsiteY5" fmla="*/ 14642 h 19050"/>
                <a:gd name="connsiteX6" fmla="*/ 19774 w 19050"/>
                <a:gd name="connsiteY6" fmla="*/ 11928 h 19050"/>
                <a:gd name="connsiteX7" fmla="*/ 19831 w 19050"/>
                <a:gd name="connsiteY7" fmla="*/ 10899 h 19050"/>
                <a:gd name="connsiteX8" fmla="*/ 13993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3" y="7365"/>
                  </a:moveTo>
                  <a:cubicBezTo>
                    <a:pt x="13516" y="7070"/>
                    <a:pt x="12726" y="7070"/>
                    <a:pt x="12231" y="7365"/>
                  </a:cubicBezTo>
                  <a:lnTo>
                    <a:pt x="7525" y="10089"/>
                  </a:lnTo>
                  <a:cubicBezTo>
                    <a:pt x="7030" y="10365"/>
                    <a:pt x="7020" y="10842"/>
                    <a:pt x="7477" y="11108"/>
                  </a:cubicBezTo>
                  <a:lnTo>
                    <a:pt x="13326" y="14661"/>
                  </a:lnTo>
                  <a:cubicBezTo>
                    <a:pt x="13792" y="14928"/>
                    <a:pt x="14574" y="14928"/>
                    <a:pt x="15069" y="14642"/>
                  </a:cubicBezTo>
                  <a:lnTo>
                    <a:pt x="19774" y="11928"/>
                  </a:lnTo>
                  <a:cubicBezTo>
                    <a:pt x="20270" y="11632"/>
                    <a:pt x="20298" y="11175"/>
                    <a:pt x="19831" y="10899"/>
                  </a:cubicBezTo>
                  <a:lnTo>
                    <a:pt x="13993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48CDACFC-B373-47F7-B717-B672284D1413}"/>
                </a:ext>
              </a:extLst>
            </p:cNvPr>
            <p:cNvSpPr/>
            <p:nvPr/>
          </p:nvSpPr>
          <p:spPr>
            <a:xfrm>
              <a:off x="5096990" y="5333815"/>
              <a:ext cx="19050" cy="19050"/>
            </a:xfrm>
            <a:custGeom>
              <a:avLst/>
              <a:gdLst>
                <a:gd name="connsiteX0" fmla="*/ 13973 w 19050"/>
                <a:gd name="connsiteY0" fmla="*/ 7353 h 19050"/>
                <a:gd name="connsiteX1" fmla="*/ 12231 w 19050"/>
                <a:gd name="connsiteY1" fmla="*/ 7363 h 19050"/>
                <a:gd name="connsiteX2" fmla="*/ 7525 w 19050"/>
                <a:gd name="connsiteY2" fmla="*/ 10096 h 19050"/>
                <a:gd name="connsiteX3" fmla="*/ 7477 w 19050"/>
                <a:gd name="connsiteY3" fmla="*/ 11116 h 19050"/>
                <a:gd name="connsiteX4" fmla="*/ 13326 w 19050"/>
                <a:gd name="connsiteY4" fmla="*/ 14649 h 19050"/>
                <a:gd name="connsiteX5" fmla="*/ 15078 w 19050"/>
                <a:gd name="connsiteY5" fmla="*/ 14649 h 19050"/>
                <a:gd name="connsiteX6" fmla="*/ 19784 w 19050"/>
                <a:gd name="connsiteY6" fmla="*/ 11916 h 19050"/>
                <a:gd name="connsiteX7" fmla="*/ 19822 w 19050"/>
                <a:gd name="connsiteY7" fmla="*/ 10887 h 19050"/>
                <a:gd name="connsiteX8" fmla="*/ 13973 w 19050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3" y="7353"/>
                  </a:moveTo>
                  <a:cubicBezTo>
                    <a:pt x="13516" y="7068"/>
                    <a:pt x="12735" y="7077"/>
                    <a:pt x="12231" y="7363"/>
                  </a:cubicBezTo>
                  <a:lnTo>
                    <a:pt x="7525" y="10096"/>
                  </a:lnTo>
                  <a:cubicBezTo>
                    <a:pt x="7030" y="10363"/>
                    <a:pt x="7020" y="10830"/>
                    <a:pt x="7477" y="11116"/>
                  </a:cubicBezTo>
                  <a:lnTo>
                    <a:pt x="13326" y="14649"/>
                  </a:lnTo>
                  <a:cubicBezTo>
                    <a:pt x="13793" y="14926"/>
                    <a:pt x="14583" y="14926"/>
                    <a:pt x="15078" y="14649"/>
                  </a:cubicBezTo>
                  <a:lnTo>
                    <a:pt x="19784" y="11916"/>
                  </a:lnTo>
                  <a:cubicBezTo>
                    <a:pt x="20279" y="11640"/>
                    <a:pt x="20298" y="11173"/>
                    <a:pt x="19822" y="10887"/>
                  </a:cubicBezTo>
                  <a:lnTo>
                    <a:pt x="13973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77830B60-1B09-4DC3-89FC-C793E151B983}"/>
                </a:ext>
              </a:extLst>
            </p:cNvPr>
            <p:cNvSpPr/>
            <p:nvPr/>
          </p:nvSpPr>
          <p:spPr>
            <a:xfrm>
              <a:off x="5105357" y="5338871"/>
              <a:ext cx="19050" cy="19050"/>
            </a:xfrm>
            <a:custGeom>
              <a:avLst/>
              <a:gdLst>
                <a:gd name="connsiteX0" fmla="*/ 13988 w 19050"/>
                <a:gd name="connsiteY0" fmla="*/ 7365 h 19050"/>
                <a:gd name="connsiteX1" fmla="*/ 12235 w 19050"/>
                <a:gd name="connsiteY1" fmla="*/ 7365 h 19050"/>
                <a:gd name="connsiteX2" fmla="*/ 7520 w 19050"/>
                <a:gd name="connsiteY2" fmla="*/ 10080 h 19050"/>
                <a:gd name="connsiteX3" fmla="*/ 7482 w 19050"/>
                <a:gd name="connsiteY3" fmla="*/ 11118 h 19050"/>
                <a:gd name="connsiteX4" fmla="*/ 13321 w 19050"/>
                <a:gd name="connsiteY4" fmla="*/ 14652 h 19050"/>
                <a:gd name="connsiteX5" fmla="*/ 15074 w 19050"/>
                <a:gd name="connsiteY5" fmla="*/ 14652 h 19050"/>
                <a:gd name="connsiteX6" fmla="*/ 19769 w 19050"/>
                <a:gd name="connsiteY6" fmla="*/ 11928 h 19050"/>
                <a:gd name="connsiteX7" fmla="*/ 19827 w 19050"/>
                <a:gd name="connsiteY7" fmla="*/ 10899 h 19050"/>
                <a:gd name="connsiteX8" fmla="*/ 13988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8" y="7365"/>
                  </a:moveTo>
                  <a:cubicBezTo>
                    <a:pt x="13512" y="7070"/>
                    <a:pt x="12731" y="7070"/>
                    <a:pt x="12235" y="7365"/>
                  </a:cubicBezTo>
                  <a:lnTo>
                    <a:pt x="7520" y="10080"/>
                  </a:lnTo>
                  <a:cubicBezTo>
                    <a:pt x="7034" y="10366"/>
                    <a:pt x="7016" y="10842"/>
                    <a:pt x="7482" y="11118"/>
                  </a:cubicBezTo>
                  <a:lnTo>
                    <a:pt x="13321" y="14652"/>
                  </a:lnTo>
                  <a:cubicBezTo>
                    <a:pt x="13797" y="14937"/>
                    <a:pt x="14578" y="14937"/>
                    <a:pt x="15074" y="14652"/>
                  </a:cubicBezTo>
                  <a:lnTo>
                    <a:pt x="19769" y="11928"/>
                  </a:lnTo>
                  <a:cubicBezTo>
                    <a:pt x="20274" y="11642"/>
                    <a:pt x="20293" y="11185"/>
                    <a:pt x="19827" y="10899"/>
                  </a:cubicBezTo>
                  <a:lnTo>
                    <a:pt x="13988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2D4FF70-7130-45CE-96E8-4A89E3C55F81}"/>
                </a:ext>
              </a:extLst>
            </p:cNvPr>
            <p:cNvSpPr/>
            <p:nvPr/>
          </p:nvSpPr>
          <p:spPr>
            <a:xfrm>
              <a:off x="5113729" y="5343953"/>
              <a:ext cx="19050" cy="19050"/>
            </a:xfrm>
            <a:custGeom>
              <a:avLst/>
              <a:gdLst>
                <a:gd name="connsiteX0" fmla="*/ 13989 w 19050"/>
                <a:gd name="connsiteY0" fmla="*/ 7350 h 19050"/>
                <a:gd name="connsiteX1" fmla="*/ 12237 w 19050"/>
                <a:gd name="connsiteY1" fmla="*/ 7359 h 19050"/>
                <a:gd name="connsiteX2" fmla="*/ 7522 w 19050"/>
                <a:gd name="connsiteY2" fmla="*/ 10084 h 19050"/>
                <a:gd name="connsiteX3" fmla="*/ 7474 w 19050"/>
                <a:gd name="connsiteY3" fmla="*/ 11112 h 19050"/>
                <a:gd name="connsiteX4" fmla="*/ 13322 w 19050"/>
                <a:gd name="connsiteY4" fmla="*/ 14655 h 19050"/>
                <a:gd name="connsiteX5" fmla="*/ 15065 w 19050"/>
                <a:gd name="connsiteY5" fmla="*/ 14655 h 19050"/>
                <a:gd name="connsiteX6" fmla="*/ 19780 w 19050"/>
                <a:gd name="connsiteY6" fmla="*/ 11931 h 19050"/>
                <a:gd name="connsiteX7" fmla="*/ 19828 w 19050"/>
                <a:gd name="connsiteY7" fmla="*/ 10893 h 19050"/>
                <a:gd name="connsiteX8" fmla="*/ 13989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9" y="7350"/>
                  </a:moveTo>
                  <a:cubicBezTo>
                    <a:pt x="13513" y="7074"/>
                    <a:pt x="12732" y="7074"/>
                    <a:pt x="12237" y="7359"/>
                  </a:cubicBezTo>
                  <a:lnTo>
                    <a:pt x="7522" y="10084"/>
                  </a:lnTo>
                  <a:cubicBezTo>
                    <a:pt x="7036" y="10360"/>
                    <a:pt x="7017" y="10826"/>
                    <a:pt x="7474" y="11112"/>
                  </a:cubicBezTo>
                  <a:lnTo>
                    <a:pt x="13322" y="14655"/>
                  </a:lnTo>
                  <a:cubicBezTo>
                    <a:pt x="13789" y="14922"/>
                    <a:pt x="14580" y="14922"/>
                    <a:pt x="15065" y="14655"/>
                  </a:cubicBezTo>
                  <a:lnTo>
                    <a:pt x="19780" y="11931"/>
                  </a:lnTo>
                  <a:cubicBezTo>
                    <a:pt x="20285" y="11626"/>
                    <a:pt x="20295" y="11160"/>
                    <a:pt x="19828" y="10893"/>
                  </a:cubicBezTo>
                  <a:lnTo>
                    <a:pt x="13989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3FD0CA0-5557-4D9C-8004-60438434B2D3}"/>
                </a:ext>
              </a:extLst>
            </p:cNvPr>
            <p:cNvSpPr/>
            <p:nvPr/>
          </p:nvSpPr>
          <p:spPr>
            <a:xfrm>
              <a:off x="5122094" y="5349017"/>
              <a:ext cx="19050" cy="19050"/>
            </a:xfrm>
            <a:custGeom>
              <a:avLst/>
              <a:gdLst>
                <a:gd name="connsiteX0" fmla="*/ 13987 w 19050"/>
                <a:gd name="connsiteY0" fmla="*/ 7353 h 19050"/>
                <a:gd name="connsiteX1" fmla="*/ 12234 w 19050"/>
                <a:gd name="connsiteY1" fmla="*/ 7363 h 19050"/>
                <a:gd name="connsiteX2" fmla="*/ 7529 w 19050"/>
                <a:gd name="connsiteY2" fmla="*/ 10078 h 19050"/>
                <a:gd name="connsiteX3" fmla="*/ 7482 w 19050"/>
                <a:gd name="connsiteY3" fmla="*/ 11106 h 19050"/>
                <a:gd name="connsiteX4" fmla="*/ 13320 w 19050"/>
                <a:gd name="connsiteY4" fmla="*/ 14649 h 19050"/>
                <a:gd name="connsiteX5" fmla="*/ 15063 w 19050"/>
                <a:gd name="connsiteY5" fmla="*/ 14630 h 19050"/>
                <a:gd name="connsiteX6" fmla="*/ 19778 w 19050"/>
                <a:gd name="connsiteY6" fmla="*/ 11916 h 19050"/>
                <a:gd name="connsiteX7" fmla="*/ 19826 w 19050"/>
                <a:gd name="connsiteY7" fmla="*/ 10887 h 19050"/>
                <a:gd name="connsiteX8" fmla="*/ 13987 w 19050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3"/>
                  </a:moveTo>
                  <a:cubicBezTo>
                    <a:pt x="13511" y="7068"/>
                    <a:pt x="12730" y="7077"/>
                    <a:pt x="12234" y="7363"/>
                  </a:cubicBezTo>
                  <a:lnTo>
                    <a:pt x="7529" y="10078"/>
                  </a:lnTo>
                  <a:cubicBezTo>
                    <a:pt x="7043" y="10363"/>
                    <a:pt x="7005" y="10820"/>
                    <a:pt x="7482" y="11106"/>
                  </a:cubicBezTo>
                  <a:lnTo>
                    <a:pt x="13320" y="14649"/>
                  </a:lnTo>
                  <a:cubicBezTo>
                    <a:pt x="13797" y="14935"/>
                    <a:pt x="14578" y="14926"/>
                    <a:pt x="15063" y="14630"/>
                  </a:cubicBezTo>
                  <a:lnTo>
                    <a:pt x="19778" y="11916"/>
                  </a:lnTo>
                  <a:cubicBezTo>
                    <a:pt x="20273" y="11630"/>
                    <a:pt x="20302" y="11173"/>
                    <a:pt x="19826" y="10887"/>
                  </a:cubicBezTo>
                  <a:lnTo>
                    <a:pt x="13987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72FA117-C439-4945-B113-FA3C933D098A}"/>
                </a:ext>
              </a:extLst>
            </p:cNvPr>
            <p:cNvSpPr/>
            <p:nvPr/>
          </p:nvSpPr>
          <p:spPr>
            <a:xfrm>
              <a:off x="5130474" y="5354091"/>
              <a:ext cx="19050" cy="19050"/>
            </a:xfrm>
            <a:custGeom>
              <a:avLst/>
              <a:gdLst>
                <a:gd name="connsiteX0" fmla="*/ 13989 w 19050"/>
                <a:gd name="connsiteY0" fmla="*/ 7365 h 19050"/>
                <a:gd name="connsiteX1" fmla="*/ 12237 w 19050"/>
                <a:gd name="connsiteY1" fmla="*/ 7365 h 19050"/>
                <a:gd name="connsiteX2" fmla="*/ 7531 w 19050"/>
                <a:gd name="connsiteY2" fmla="*/ 10080 h 19050"/>
                <a:gd name="connsiteX3" fmla="*/ 7493 w 19050"/>
                <a:gd name="connsiteY3" fmla="*/ 11109 h 19050"/>
                <a:gd name="connsiteX4" fmla="*/ 13332 w 19050"/>
                <a:gd name="connsiteY4" fmla="*/ 14652 h 19050"/>
                <a:gd name="connsiteX5" fmla="*/ 15075 w 19050"/>
                <a:gd name="connsiteY5" fmla="*/ 14652 h 19050"/>
                <a:gd name="connsiteX6" fmla="*/ 19780 w 19050"/>
                <a:gd name="connsiteY6" fmla="*/ 11918 h 19050"/>
                <a:gd name="connsiteX7" fmla="*/ 19828 w 19050"/>
                <a:gd name="connsiteY7" fmla="*/ 10889 h 19050"/>
                <a:gd name="connsiteX8" fmla="*/ 13989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9" y="7365"/>
                  </a:moveTo>
                  <a:cubicBezTo>
                    <a:pt x="13522" y="7070"/>
                    <a:pt x="12732" y="7070"/>
                    <a:pt x="12237" y="7365"/>
                  </a:cubicBezTo>
                  <a:lnTo>
                    <a:pt x="7531" y="10080"/>
                  </a:lnTo>
                  <a:cubicBezTo>
                    <a:pt x="7036" y="10366"/>
                    <a:pt x="7007" y="10823"/>
                    <a:pt x="7493" y="11109"/>
                  </a:cubicBezTo>
                  <a:lnTo>
                    <a:pt x="13332" y="14652"/>
                  </a:lnTo>
                  <a:cubicBezTo>
                    <a:pt x="13799" y="14928"/>
                    <a:pt x="14580" y="14928"/>
                    <a:pt x="15075" y="14652"/>
                  </a:cubicBezTo>
                  <a:lnTo>
                    <a:pt x="19780" y="11918"/>
                  </a:lnTo>
                  <a:cubicBezTo>
                    <a:pt x="20276" y="11632"/>
                    <a:pt x="20304" y="11175"/>
                    <a:pt x="19828" y="10889"/>
                  </a:cubicBezTo>
                  <a:lnTo>
                    <a:pt x="13989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8E2F72FF-FE61-4459-8E19-F470AA46EFDF}"/>
                </a:ext>
              </a:extLst>
            </p:cNvPr>
            <p:cNvSpPr/>
            <p:nvPr/>
          </p:nvSpPr>
          <p:spPr>
            <a:xfrm>
              <a:off x="5138842" y="5359155"/>
              <a:ext cx="19050" cy="19050"/>
            </a:xfrm>
            <a:custGeom>
              <a:avLst/>
              <a:gdLst>
                <a:gd name="connsiteX0" fmla="*/ 13983 w 19050"/>
                <a:gd name="connsiteY0" fmla="*/ 7350 h 19050"/>
                <a:gd name="connsiteX1" fmla="*/ 12240 w 19050"/>
                <a:gd name="connsiteY1" fmla="*/ 7359 h 19050"/>
                <a:gd name="connsiteX2" fmla="*/ 7525 w 19050"/>
                <a:gd name="connsiteY2" fmla="*/ 10074 h 19050"/>
                <a:gd name="connsiteX3" fmla="*/ 7478 w 19050"/>
                <a:gd name="connsiteY3" fmla="*/ 11103 h 19050"/>
                <a:gd name="connsiteX4" fmla="*/ 13326 w 19050"/>
                <a:gd name="connsiteY4" fmla="*/ 14646 h 19050"/>
                <a:gd name="connsiteX5" fmla="*/ 15069 w 19050"/>
                <a:gd name="connsiteY5" fmla="*/ 14646 h 19050"/>
                <a:gd name="connsiteX6" fmla="*/ 19774 w 19050"/>
                <a:gd name="connsiteY6" fmla="*/ 11922 h 19050"/>
                <a:gd name="connsiteX7" fmla="*/ 19822 w 19050"/>
                <a:gd name="connsiteY7" fmla="*/ 10883 h 19050"/>
                <a:gd name="connsiteX8" fmla="*/ 13983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3" y="7350"/>
                  </a:moveTo>
                  <a:cubicBezTo>
                    <a:pt x="13517" y="7074"/>
                    <a:pt x="12736" y="7074"/>
                    <a:pt x="12240" y="7359"/>
                  </a:cubicBezTo>
                  <a:lnTo>
                    <a:pt x="7525" y="10074"/>
                  </a:lnTo>
                  <a:cubicBezTo>
                    <a:pt x="7040" y="10369"/>
                    <a:pt x="7011" y="10836"/>
                    <a:pt x="7478" y="11103"/>
                  </a:cubicBezTo>
                  <a:lnTo>
                    <a:pt x="13326" y="14646"/>
                  </a:lnTo>
                  <a:cubicBezTo>
                    <a:pt x="13793" y="14922"/>
                    <a:pt x="14583" y="14922"/>
                    <a:pt x="15069" y="14646"/>
                  </a:cubicBezTo>
                  <a:lnTo>
                    <a:pt x="19774" y="11922"/>
                  </a:lnTo>
                  <a:cubicBezTo>
                    <a:pt x="20279" y="11636"/>
                    <a:pt x="20298" y="11169"/>
                    <a:pt x="19822" y="10883"/>
                  </a:cubicBezTo>
                  <a:lnTo>
                    <a:pt x="13983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8160735-E936-4E80-A1CE-EB974ABEEE89}"/>
                </a:ext>
              </a:extLst>
            </p:cNvPr>
            <p:cNvSpPr/>
            <p:nvPr/>
          </p:nvSpPr>
          <p:spPr>
            <a:xfrm>
              <a:off x="5147208" y="5364217"/>
              <a:ext cx="19050" cy="19050"/>
            </a:xfrm>
            <a:custGeom>
              <a:avLst/>
              <a:gdLst>
                <a:gd name="connsiteX0" fmla="*/ 13990 w 19050"/>
                <a:gd name="connsiteY0" fmla="*/ 7365 h 19050"/>
                <a:gd name="connsiteX1" fmla="*/ 12238 w 19050"/>
                <a:gd name="connsiteY1" fmla="*/ 7365 h 19050"/>
                <a:gd name="connsiteX2" fmla="*/ 7532 w 19050"/>
                <a:gd name="connsiteY2" fmla="*/ 10080 h 19050"/>
                <a:gd name="connsiteX3" fmla="*/ 7485 w 19050"/>
                <a:gd name="connsiteY3" fmla="*/ 11118 h 19050"/>
                <a:gd name="connsiteX4" fmla="*/ 13333 w 19050"/>
                <a:gd name="connsiteY4" fmla="*/ 14642 h 19050"/>
                <a:gd name="connsiteX5" fmla="*/ 15076 w 19050"/>
                <a:gd name="connsiteY5" fmla="*/ 14642 h 19050"/>
                <a:gd name="connsiteX6" fmla="*/ 19782 w 19050"/>
                <a:gd name="connsiteY6" fmla="*/ 11928 h 19050"/>
                <a:gd name="connsiteX7" fmla="*/ 19829 w 19050"/>
                <a:gd name="connsiteY7" fmla="*/ 10899 h 19050"/>
                <a:gd name="connsiteX8" fmla="*/ 13990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0" y="7365"/>
                  </a:moveTo>
                  <a:cubicBezTo>
                    <a:pt x="13514" y="7070"/>
                    <a:pt x="12733" y="7070"/>
                    <a:pt x="12238" y="7365"/>
                  </a:cubicBezTo>
                  <a:lnTo>
                    <a:pt x="7532" y="10080"/>
                  </a:lnTo>
                  <a:cubicBezTo>
                    <a:pt x="7037" y="10365"/>
                    <a:pt x="7009" y="10842"/>
                    <a:pt x="7485" y="11118"/>
                  </a:cubicBezTo>
                  <a:lnTo>
                    <a:pt x="13333" y="14642"/>
                  </a:lnTo>
                  <a:cubicBezTo>
                    <a:pt x="13809" y="14928"/>
                    <a:pt x="14590" y="14918"/>
                    <a:pt x="15076" y="14642"/>
                  </a:cubicBezTo>
                  <a:lnTo>
                    <a:pt x="19782" y="11928"/>
                  </a:lnTo>
                  <a:cubicBezTo>
                    <a:pt x="20277" y="11632"/>
                    <a:pt x="20305" y="11185"/>
                    <a:pt x="19829" y="10899"/>
                  </a:cubicBezTo>
                  <a:lnTo>
                    <a:pt x="13990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28F64900-50E3-467A-A63A-A2C537C0C0E0}"/>
                </a:ext>
              </a:extLst>
            </p:cNvPr>
            <p:cNvSpPr/>
            <p:nvPr/>
          </p:nvSpPr>
          <p:spPr>
            <a:xfrm>
              <a:off x="5155576" y="5369291"/>
              <a:ext cx="19050" cy="19050"/>
            </a:xfrm>
            <a:custGeom>
              <a:avLst/>
              <a:gdLst>
                <a:gd name="connsiteX0" fmla="*/ 13995 w 19050"/>
                <a:gd name="connsiteY0" fmla="*/ 7358 h 19050"/>
                <a:gd name="connsiteX1" fmla="*/ 12233 w 19050"/>
                <a:gd name="connsiteY1" fmla="*/ 7358 h 19050"/>
                <a:gd name="connsiteX2" fmla="*/ 7527 w 19050"/>
                <a:gd name="connsiteY2" fmla="*/ 10073 h 19050"/>
                <a:gd name="connsiteX3" fmla="*/ 7489 w 19050"/>
                <a:gd name="connsiteY3" fmla="*/ 11101 h 19050"/>
                <a:gd name="connsiteX4" fmla="*/ 13328 w 19050"/>
                <a:gd name="connsiteY4" fmla="*/ 14654 h 19050"/>
                <a:gd name="connsiteX5" fmla="*/ 15071 w 19050"/>
                <a:gd name="connsiteY5" fmla="*/ 14654 h 19050"/>
                <a:gd name="connsiteX6" fmla="*/ 19786 w 19050"/>
                <a:gd name="connsiteY6" fmla="*/ 11911 h 19050"/>
                <a:gd name="connsiteX7" fmla="*/ 19834 w 19050"/>
                <a:gd name="connsiteY7" fmla="*/ 10892 h 19050"/>
                <a:gd name="connsiteX8" fmla="*/ 13995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5" y="7358"/>
                  </a:moveTo>
                  <a:cubicBezTo>
                    <a:pt x="13519" y="7072"/>
                    <a:pt x="12728" y="7072"/>
                    <a:pt x="12233" y="7358"/>
                  </a:cubicBezTo>
                  <a:lnTo>
                    <a:pt x="7527" y="10073"/>
                  </a:lnTo>
                  <a:cubicBezTo>
                    <a:pt x="7032" y="10368"/>
                    <a:pt x="7013" y="10825"/>
                    <a:pt x="7489" y="11101"/>
                  </a:cubicBezTo>
                  <a:lnTo>
                    <a:pt x="13328" y="14654"/>
                  </a:lnTo>
                  <a:cubicBezTo>
                    <a:pt x="13804" y="14931"/>
                    <a:pt x="14576" y="14931"/>
                    <a:pt x="15071" y="14654"/>
                  </a:cubicBezTo>
                  <a:lnTo>
                    <a:pt x="19786" y="11911"/>
                  </a:lnTo>
                  <a:cubicBezTo>
                    <a:pt x="20272" y="11635"/>
                    <a:pt x="20310" y="11178"/>
                    <a:pt x="19834" y="10892"/>
                  </a:cubicBezTo>
                  <a:lnTo>
                    <a:pt x="13995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862CA4D0-EA4F-48AE-AE3E-F1ACD5FE9419}"/>
                </a:ext>
              </a:extLst>
            </p:cNvPr>
            <p:cNvSpPr/>
            <p:nvPr/>
          </p:nvSpPr>
          <p:spPr>
            <a:xfrm>
              <a:off x="5164076" y="5374432"/>
              <a:ext cx="28575" cy="19050"/>
            </a:xfrm>
            <a:custGeom>
              <a:avLst/>
              <a:gdLst>
                <a:gd name="connsiteX0" fmla="*/ 13990 w 28575"/>
                <a:gd name="connsiteY0" fmla="*/ 7351 h 19050"/>
                <a:gd name="connsiteX1" fmla="*/ 12238 w 28575"/>
                <a:gd name="connsiteY1" fmla="*/ 7351 h 19050"/>
                <a:gd name="connsiteX2" fmla="*/ 7532 w 28575"/>
                <a:gd name="connsiteY2" fmla="*/ 10085 h 19050"/>
                <a:gd name="connsiteX3" fmla="*/ 7485 w 28575"/>
                <a:gd name="connsiteY3" fmla="*/ 11094 h 19050"/>
                <a:gd name="connsiteX4" fmla="*/ 20258 w 28575"/>
                <a:gd name="connsiteY4" fmla="*/ 18838 h 19050"/>
                <a:gd name="connsiteX5" fmla="*/ 22001 w 28575"/>
                <a:gd name="connsiteY5" fmla="*/ 18838 h 19050"/>
                <a:gd name="connsiteX6" fmla="*/ 26706 w 28575"/>
                <a:gd name="connsiteY6" fmla="*/ 16114 h 19050"/>
                <a:gd name="connsiteX7" fmla="*/ 26764 w 28575"/>
                <a:gd name="connsiteY7" fmla="*/ 15085 h 19050"/>
                <a:gd name="connsiteX8" fmla="*/ 13990 w 28575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13990" y="7351"/>
                  </a:moveTo>
                  <a:cubicBezTo>
                    <a:pt x="13514" y="7065"/>
                    <a:pt x="12733" y="7084"/>
                    <a:pt x="12238" y="7351"/>
                  </a:cubicBezTo>
                  <a:lnTo>
                    <a:pt x="7532" y="10085"/>
                  </a:lnTo>
                  <a:cubicBezTo>
                    <a:pt x="7037" y="10361"/>
                    <a:pt x="7009" y="10828"/>
                    <a:pt x="7485" y="11094"/>
                  </a:cubicBezTo>
                  <a:lnTo>
                    <a:pt x="20258" y="18838"/>
                  </a:lnTo>
                  <a:cubicBezTo>
                    <a:pt x="20725" y="19114"/>
                    <a:pt x="21506" y="19105"/>
                    <a:pt x="22001" y="18838"/>
                  </a:cubicBezTo>
                  <a:lnTo>
                    <a:pt x="26706" y="16114"/>
                  </a:lnTo>
                  <a:cubicBezTo>
                    <a:pt x="27211" y="15819"/>
                    <a:pt x="27230" y="15362"/>
                    <a:pt x="26764" y="15085"/>
                  </a:cubicBezTo>
                  <a:lnTo>
                    <a:pt x="13990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EBDDDC7-CFF1-4A92-8EBD-FE9E92EAAB8E}"/>
                </a:ext>
              </a:extLst>
            </p:cNvPr>
            <p:cNvSpPr/>
            <p:nvPr/>
          </p:nvSpPr>
          <p:spPr>
            <a:xfrm>
              <a:off x="5078661" y="5331272"/>
              <a:ext cx="19050" cy="19050"/>
            </a:xfrm>
            <a:custGeom>
              <a:avLst/>
              <a:gdLst>
                <a:gd name="connsiteX0" fmla="*/ 13986 w 19050"/>
                <a:gd name="connsiteY0" fmla="*/ 7344 h 19050"/>
                <a:gd name="connsiteX1" fmla="*/ 12243 w 19050"/>
                <a:gd name="connsiteY1" fmla="*/ 7344 h 19050"/>
                <a:gd name="connsiteX2" fmla="*/ 7537 w 19050"/>
                <a:gd name="connsiteY2" fmla="*/ 10078 h 19050"/>
                <a:gd name="connsiteX3" fmla="*/ 7480 w 19050"/>
                <a:gd name="connsiteY3" fmla="*/ 11106 h 19050"/>
                <a:gd name="connsiteX4" fmla="*/ 13319 w 19050"/>
                <a:gd name="connsiteY4" fmla="*/ 14640 h 19050"/>
                <a:gd name="connsiteX5" fmla="*/ 15081 w 19050"/>
                <a:gd name="connsiteY5" fmla="*/ 14640 h 19050"/>
                <a:gd name="connsiteX6" fmla="*/ 19786 w 19050"/>
                <a:gd name="connsiteY6" fmla="*/ 11906 h 19050"/>
                <a:gd name="connsiteX7" fmla="*/ 19834 w 19050"/>
                <a:gd name="connsiteY7" fmla="*/ 10887 h 19050"/>
                <a:gd name="connsiteX8" fmla="*/ 13986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4"/>
                  </a:moveTo>
                  <a:cubicBezTo>
                    <a:pt x="13519" y="7077"/>
                    <a:pt x="12738" y="7077"/>
                    <a:pt x="12243" y="7344"/>
                  </a:cubicBezTo>
                  <a:lnTo>
                    <a:pt x="7537" y="10078"/>
                  </a:lnTo>
                  <a:cubicBezTo>
                    <a:pt x="7032" y="10363"/>
                    <a:pt x="7013" y="10830"/>
                    <a:pt x="7480" y="11106"/>
                  </a:cubicBezTo>
                  <a:lnTo>
                    <a:pt x="13319" y="14640"/>
                  </a:lnTo>
                  <a:cubicBezTo>
                    <a:pt x="13805" y="14935"/>
                    <a:pt x="14595" y="14926"/>
                    <a:pt x="15081" y="14640"/>
                  </a:cubicBezTo>
                  <a:lnTo>
                    <a:pt x="19786" y="11906"/>
                  </a:lnTo>
                  <a:cubicBezTo>
                    <a:pt x="20282" y="11640"/>
                    <a:pt x="20301" y="11163"/>
                    <a:pt x="19834" y="10887"/>
                  </a:cubicBezTo>
                  <a:lnTo>
                    <a:pt x="13986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6CF0514-B012-45B3-B5AD-CCF8930B6DD3}"/>
                </a:ext>
              </a:extLst>
            </p:cNvPr>
            <p:cNvSpPr/>
            <p:nvPr/>
          </p:nvSpPr>
          <p:spPr>
            <a:xfrm>
              <a:off x="5087036" y="5336347"/>
              <a:ext cx="19050" cy="19050"/>
            </a:xfrm>
            <a:custGeom>
              <a:avLst/>
              <a:gdLst>
                <a:gd name="connsiteX0" fmla="*/ 13993 w 19050"/>
                <a:gd name="connsiteY0" fmla="*/ 7354 h 19050"/>
                <a:gd name="connsiteX1" fmla="*/ 12250 w 19050"/>
                <a:gd name="connsiteY1" fmla="*/ 7354 h 19050"/>
                <a:gd name="connsiteX2" fmla="*/ 7544 w 19050"/>
                <a:gd name="connsiteY2" fmla="*/ 10079 h 19050"/>
                <a:gd name="connsiteX3" fmla="*/ 7487 w 19050"/>
                <a:gd name="connsiteY3" fmla="*/ 11117 h 19050"/>
                <a:gd name="connsiteX4" fmla="*/ 13326 w 19050"/>
                <a:gd name="connsiteY4" fmla="*/ 14641 h 19050"/>
                <a:gd name="connsiteX5" fmla="*/ 15079 w 19050"/>
                <a:gd name="connsiteY5" fmla="*/ 14641 h 19050"/>
                <a:gd name="connsiteX6" fmla="*/ 19774 w 19050"/>
                <a:gd name="connsiteY6" fmla="*/ 11917 h 19050"/>
                <a:gd name="connsiteX7" fmla="*/ 19832 w 19050"/>
                <a:gd name="connsiteY7" fmla="*/ 10879 h 19050"/>
                <a:gd name="connsiteX8" fmla="*/ 13993 w 19050"/>
                <a:gd name="connsiteY8" fmla="*/ 73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3" y="7354"/>
                  </a:moveTo>
                  <a:cubicBezTo>
                    <a:pt x="13507" y="7069"/>
                    <a:pt x="12736" y="7078"/>
                    <a:pt x="12250" y="7354"/>
                  </a:cubicBezTo>
                  <a:lnTo>
                    <a:pt x="7544" y="10079"/>
                  </a:lnTo>
                  <a:cubicBezTo>
                    <a:pt x="7030" y="10355"/>
                    <a:pt x="7011" y="10822"/>
                    <a:pt x="7487" y="11117"/>
                  </a:cubicBezTo>
                  <a:lnTo>
                    <a:pt x="13326" y="14641"/>
                  </a:lnTo>
                  <a:cubicBezTo>
                    <a:pt x="13802" y="14927"/>
                    <a:pt x="14583" y="14927"/>
                    <a:pt x="15079" y="14641"/>
                  </a:cubicBezTo>
                  <a:lnTo>
                    <a:pt x="19774" y="11917"/>
                  </a:lnTo>
                  <a:cubicBezTo>
                    <a:pt x="20270" y="11631"/>
                    <a:pt x="20308" y="11165"/>
                    <a:pt x="19832" y="10879"/>
                  </a:cubicBezTo>
                  <a:lnTo>
                    <a:pt x="13993" y="735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5FB1FCBD-4B60-4C41-8D14-59A910292029}"/>
                </a:ext>
              </a:extLst>
            </p:cNvPr>
            <p:cNvSpPr/>
            <p:nvPr/>
          </p:nvSpPr>
          <p:spPr>
            <a:xfrm>
              <a:off x="5095405" y="5341412"/>
              <a:ext cx="19050" cy="19050"/>
            </a:xfrm>
            <a:custGeom>
              <a:avLst/>
              <a:gdLst>
                <a:gd name="connsiteX0" fmla="*/ 13977 w 19050"/>
                <a:gd name="connsiteY0" fmla="*/ 7347 h 19050"/>
                <a:gd name="connsiteX1" fmla="*/ 12244 w 19050"/>
                <a:gd name="connsiteY1" fmla="*/ 7347 h 19050"/>
                <a:gd name="connsiteX2" fmla="*/ 7529 w 19050"/>
                <a:gd name="connsiteY2" fmla="*/ 10072 h 19050"/>
                <a:gd name="connsiteX3" fmla="*/ 7481 w 19050"/>
                <a:gd name="connsiteY3" fmla="*/ 11100 h 19050"/>
                <a:gd name="connsiteX4" fmla="*/ 13329 w 19050"/>
                <a:gd name="connsiteY4" fmla="*/ 14644 h 19050"/>
                <a:gd name="connsiteX5" fmla="*/ 15073 w 19050"/>
                <a:gd name="connsiteY5" fmla="*/ 14634 h 19050"/>
                <a:gd name="connsiteX6" fmla="*/ 19778 w 19050"/>
                <a:gd name="connsiteY6" fmla="*/ 11900 h 19050"/>
                <a:gd name="connsiteX7" fmla="*/ 19825 w 19050"/>
                <a:gd name="connsiteY7" fmla="*/ 10891 h 19050"/>
                <a:gd name="connsiteX8" fmla="*/ 13977 w 19050"/>
                <a:gd name="connsiteY8" fmla="*/ 73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47"/>
                  </a:moveTo>
                  <a:cubicBezTo>
                    <a:pt x="13510" y="7071"/>
                    <a:pt x="12729" y="7081"/>
                    <a:pt x="12244" y="7347"/>
                  </a:cubicBezTo>
                  <a:lnTo>
                    <a:pt x="7529" y="10072"/>
                  </a:lnTo>
                  <a:cubicBezTo>
                    <a:pt x="7034" y="10367"/>
                    <a:pt x="7014" y="10824"/>
                    <a:pt x="7481" y="11100"/>
                  </a:cubicBezTo>
                  <a:lnTo>
                    <a:pt x="13329" y="14644"/>
                  </a:lnTo>
                  <a:cubicBezTo>
                    <a:pt x="13787" y="14920"/>
                    <a:pt x="14568" y="14920"/>
                    <a:pt x="15073" y="14634"/>
                  </a:cubicBezTo>
                  <a:lnTo>
                    <a:pt x="19778" y="11900"/>
                  </a:lnTo>
                  <a:cubicBezTo>
                    <a:pt x="20273" y="11634"/>
                    <a:pt x="20302" y="11167"/>
                    <a:pt x="19825" y="10891"/>
                  </a:cubicBezTo>
                  <a:lnTo>
                    <a:pt x="13977" y="734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C8FA200-1528-49EF-A519-8CDAB5A35532}"/>
                </a:ext>
              </a:extLst>
            </p:cNvPr>
            <p:cNvSpPr/>
            <p:nvPr/>
          </p:nvSpPr>
          <p:spPr>
            <a:xfrm>
              <a:off x="5103777" y="5346469"/>
              <a:ext cx="19050" cy="19050"/>
            </a:xfrm>
            <a:custGeom>
              <a:avLst/>
              <a:gdLst>
                <a:gd name="connsiteX0" fmla="*/ 13977 w 19050"/>
                <a:gd name="connsiteY0" fmla="*/ 7358 h 19050"/>
                <a:gd name="connsiteX1" fmla="*/ 12234 w 19050"/>
                <a:gd name="connsiteY1" fmla="*/ 7358 h 19050"/>
                <a:gd name="connsiteX2" fmla="*/ 7529 w 19050"/>
                <a:gd name="connsiteY2" fmla="*/ 10092 h 19050"/>
                <a:gd name="connsiteX3" fmla="*/ 7481 w 19050"/>
                <a:gd name="connsiteY3" fmla="*/ 11120 h 19050"/>
                <a:gd name="connsiteX4" fmla="*/ 13320 w 19050"/>
                <a:gd name="connsiteY4" fmla="*/ 14654 h 19050"/>
                <a:gd name="connsiteX5" fmla="*/ 15073 w 19050"/>
                <a:gd name="connsiteY5" fmla="*/ 14645 h 19050"/>
                <a:gd name="connsiteX6" fmla="*/ 19787 w 19050"/>
                <a:gd name="connsiteY6" fmla="*/ 11921 h 19050"/>
                <a:gd name="connsiteX7" fmla="*/ 19835 w 19050"/>
                <a:gd name="connsiteY7" fmla="*/ 10892 h 19050"/>
                <a:gd name="connsiteX8" fmla="*/ 13977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58"/>
                  </a:moveTo>
                  <a:cubicBezTo>
                    <a:pt x="13520" y="7063"/>
                    <a:pt x="12729" y="7082"/>
                    <a:pt x="12234" y="7358"/>
                  </a:cubicBezTo>
                  <a:lnTo>
                    <a:pt x="7529" y="10092"/>
                  </a:lnTo>
                  <a:cubicBezTo>
                    <a:pt x="7034" y="10368"/>
                    <a:pt x="7014" y="10825"/>
                    <a:pt x="7481" y="11120"/>
                  </a:cubicBezTo>
                  <a:lnTo>
                    <a:pt x="13320" y="14654"/>
                  </a:lnTo>
                  <a:cubicBezTo>
                    <a:pt x="13787" y="14940"/>
                    <a:pt x="14577" y="14921"/>
                    <a:pt x="15073" y="14645"/>
                  </a:cubicBezTo>
                  <a:lnTo>
                    <a:pt x="19787" y="11921"/>
                  </a:lnTo>
                  <a:cubicBezTo>
                    <a:pt x="20273" y="11635"/>
                    <a:pt x="20302" y="11178"/>
                    <a:pt x="19835" y="10892"/>
                  </a:cubicBezTo>
                  <a:lnTo>
                    <a:pt x="13977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3903DFC4-ACFC-4D3A-A774-78EFA8F7CC70}"/>
                </a:ext>
              </a:extLst>
            </p:cNvPr>
            <p:cNvSpPr/>
            <p:nvPr/>
          </p:nvSpPr>
          <p:spPr>
            <a:xfrm>
              <a:off x="5112141" y="5351537"/>
              <a:ext cx="19050" cy="19050"/>
            </a:xfrm>
            <a:custGeom>
              <a:avLst/>
              <a:gdLst>
                <a:gd name="connsiteX0" fmla="*/ 13986 w 19050"/>
                <a:gd name="connsiteY0" fmla="*/ 7347 h 19050"/>
                <a:gd name="connsiteX1" fmla="*/ 12242 w 19050"/>
                <a:gd name="connsiteY1" fmla="*/ 7347 h 19050"/>
                <a:gd name="connsiteX2" fmla="*/ 7537 w 19050"/>
                <a:gd name="connsiteY2" fmla="*/ 10071 h 19050"/>
                <a:gd name="connsiteX3" fmla="*/ 7480 w 19050"/>
                <a:gd name="connsiteY3" fmla="*/ 11110 h 19050"/>
                <a:gd name="connsiteX4" fmla="*/ 13328 w 19050"/>
                <a:gd name="connsiteY4" fmla="*/ 14653 h 19050"/>
                <a:gd name="connsiteX5" fmla="*/ 15071 w 19050"/>
                <a:gd name="connsiteY5" fmla="*/ 14644 h 19050"/>
                <a:gd name="connsiteX6" fmla="*/ 19777 w 19050"/>
                <a:gd name="connsiteY6" fmla="*/ 11910 h 19050"/>
                <a:gd name="connsiteX7" fmla="*/ 19825 w 19050"/>
                <a:gd name="connsiteY7" fmla="*/ 10881 h 19050"/>
                <a:gd name="connsiteX8" fmla="*/ 13986 w 19050"/>
                <a:gd name="connsiteY8" fmla="*/ 73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47"/>
                  </a:moveTo>
                  <a:cubicBezTo>
                    <a:pt x="13509" y="7071"/>
                    <a:pt x="12738" y="7081"/>
                    <a:pt x="12242" y="7347"/>
                  </a:cubicBezTo>
                  <a:lnTo>
                    <a:pt x="7537" y="10071"/>
                  </a:lnTo>
                  <a:cubicBezTo>
                    <a:pt x="7032" y="10376"/>
                    <a:pt x="7013" y="10824"/>
                    <a:pt x="7480" y="11110"/>
                  </a:cubicBezTo>
                  <a:lnTo>
                    <a:pt x="13328" y="14653"/>
                  </a:lnTo>
                  <a:cubicBezTo>
                    <a:pt x="13795" y="14929"/>
                    <a:pt x="14576" y="14929"/>
                    <a:pt x="15071" y="14644"/>
                  </a:cubicBezTo>
                  <a:lnTo>
                    <a:pt x="19777" y="11910"/>
                  </a:lnTo>
                  <a:cubicBezTo>
                    <a:pt x="20272" y="11634"/>
                    <a:pt x="20301" y="11176"/>
                    <a:pt x="19825" y="10881"/>
                  </a:cubicBezTo>
                  <a:lnTo>
                    <a:pt x="13986" y="734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F72B0768-3FB0-4682-84EF-9363D731D904}"/>
                </a:ext>
              </a:extLst>
            </p:cNvPr>
            <p:cNvSpPr/>
            <p:nvPr/>
          </p:nvSpPr>
          <p:spPr>
            <a:xfrm>
              <a:off x="5120525" y="5356620"/>
              <a:ext cx="19050" cy="19050"/>
            </a:xfrm>
            <a:custGeom>
              <a:avLst/>
              <a:gdLst>
                <a:gd name="connsiteX0" fmla="*/ 13984 w 19050"/>
                <a:gd name="connsiteY0" fmla="*/ 7351 h 19050"/>
                <a:gd name="connsiteX1" fmla="*/ 12241 w 19050"/>
                <a:gd name="connsiteY1" fmla="*/ 7351 h 19050"/>
                <a:gd name="connsiteX2" fmla="*/ 7536 w 19050"/>
                <a:gd name="connsiteY2" fmla="*/ 10084 h 19050"/>
                <a:gd name="connsiteX3" fmla="*/ 7488 w 19050"/>
                <a:gd name="connsiteY3" fmla="*/ 11113 h 19050"/>
                <a:gd name="connsiteX4" fmla="*/ 13327 w 19050"/>
                <a:gd name="connsiteY4" fmla="*/ 14647 h 19050"/>
                <a:gd name="connsiteX5" fmla="*/ 15070 w 19050"/>
                <a:gd name="connsiteY5" fmla="*/ 14647 h 19050"/>
                <a:gd name="connsiteX6" fmla="*/ 19785 w 19050"/>
                <a:gd name="connsiteY6" fmla="*/ 11913 h 19050"/>
                <a:gd name="connsiteX7" fmla="*/ 19823 w 19050"/>
                <a:gd name="connsiteY7" fmla="*/ 10904 h 19050"/>
                <a:gd name="connsiteX8" fmla="*/ 13984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4" y="7351"/>
                  </a:moveTo>
                  <a:cubicBezTo>
                    <a:pt x="13518" y="7075"/>
                    <a:pt x="12737" y="7075"/>
                    <a:pt x="12241" y="7351"/>
                  </a:cubicBezTo>
                  <a:lnTo>
                    <a:pt x="7536" y="10084"/>
                  </a:lnTo>
                  <a:cubicBezTo>
                    <a:pt x="7031" y="10361"/>
                    <a:pt x="7012" y="10837"/>
                    <a:pt x="7488" y="11113"/>
                  </a:cubicBezTo>
                  <a:lnTo>
                    <a:pt x="13327" y="14647"/>
                  </a:lnTo>
                  <a:cubicBezTo>
                    <a:pt x="13794" y="14933"/>
                    <a:pt x="14575" y="14933"/>
                    <a:pt x="15070" y="14647"/>
                  </a:cubicBezTo>
                  <a:lnTo>
                    <a:pt x="19785" y="11913"/>
                  </a:lnTo>
                  <a:cubicBezTo>
                    <a:pt x="20271" y="11647"/>
                    <a:pt x="20290" y="11170"/>
                    <a:pt x="19823" y="10904"/>
                  </a:cubicBezTo>
                  <a:lnTo>
                    <a:pt x="13984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D5E3E85-8931-4EBC-A5CA-84260C209A2F}"/>
                </a:ext>
              </a:extLst>
            </p:cNvPr>
            <p:cNvSpPr/>
            <p:nvPr/>
          </p:nvSpPr>
          <p:spPr>
            <a:xfrm>
              <a:off x="5128886" y="5361678"/>
              <a:ext cx="19050" cy="19050"/>
            </a:xfrm>
            <a:custGeom>
              <a:avLst/>
              <a:gdLst>
                <a:gd name="connsiteX0" fmla="*/ 13986 w 19050"/>
                <a:gd name="connsiteY0" fmla="*/ 7351 h 19050"/>
                <a:gd name="connsiteX1" fmla="*/ 12242 w 19050"/>
                <a:gd name="connsiteY1" fmla="*/ 7351 h 19050"/>
                <a:gd name="connsiteX2" fmla="*/ 7537 w 19050"/>
                <a:gd name="connsiteY2" fmla="*/ 10094 h 19050"/>
                <a:gd name="connsiteX3" fmla="*/ 7480 w 19050"/>
                <a:gd name="connsiteY3" fmla="*/ 11123 h 19050"/>
                <a:gd name="connsiteX4" fmla="*/ 13319 w 19050"/>
                <a:gd name="connsiteY4" fmla="*/ 14657 h 19050"/>
                <a:gd name="connsiteX5" fmla="*/ 15071 w 19050"/>
                <a:gd name="connsiteY5" fmla="*/ 14647 h 19050"/>
                <a:gd name="connsiteX6" fmla="*/ 19786 w 19050"/>
                <a:gd name="connsiteY6" fmla="*/ 11913 h 19050"/>
                <a:gd name="connsiteX7" fmla="*/ 19825 w 19050"/>
                <a:gd name="connsiteY7" fmla="*/ 10885 h 19050"/>
                <a:gd name="connsiteX8" fmla="*/ 13986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51"/>
                  </a:moveTo>
                  <a:cubicBezTo>
                    <a:pt x="13510" y="7075"/>
                    <a:pt x="12738" y="7075"/>
                    <a:pt x="12242" y="7351"/>
                  </a:cubicBezTo>
                  <a:lnTo>
                    <a:pt x="7537" y="10094"/>
                  </a:lnTo>
                  <a:cubicBezTo>
                    <a:pt x="7032" y="10361"/>
                    <a:pt x="7013" y="10828"/>
                    <a:pt x="7480" y="11123"/>
                  </a:cubicBezTo>
                  <a:lnTo>
                    <a:pt x="13319" y="14657"/>
                  </a:lnTo>
                  <a:cubicBezTo>
                    <a:pt x="13795" y="14933"/>
                    <a:pt x="14576" y="14933"/>
                    <a:pt x="15071" y="14647"/>
                  </a:cubicBezTo>
                  <a:lnTo>
                    <a:pt x="19786" y="11913"/>
                  </a:lnTo>
                  <a:cubicBezTo>
                    <a:pt x="20282" y="11637"/>
                    <a:pt x="20301" y="11171"/>
                    <a:pt x="19825" y="10885"/>
                  </a:cubicBezTo>
                  <a:lnTo>
                    <a:pt x="13986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FDFBE113-C3B5-4881-8B78-29A544242421}"/>
                </a:ext>
              </a:extLst>
            </p:cNvPr>
            <p:cNvSpPr/>
            <p:nvPr/>
          </p:nvSpPr>
          <p:spPr>
            <a:xfrm>
              <a:off x="5137259" y="5366755"/>
              <a:ext cx="19050" cy="19050"/>
            </a:xfrm>
            <a:custGeom>
              <a:avLst/>
              <a:gdLst>
                <a:gd name="connsiteX0" fmla="*/ 13985 w 19050"/>
                <a:gd name="connsiteY0" fmla="*/ 7351 h 19050"/>
                <a:gd name="connsiteX1" fmla="*/ 12242 w 19050"/>
                <a:gd name="connsiteY1" fmla="*/ 7351 h 19050"/>
                <a:gd name="connsiteX2" fmla="*/ 7527 w 19050"/>
                <a:gd name="connsiteY2" fmla="*/ 10075 h 19050"/>
                <a:gd name="connsiteX3" fmla="*/ 7489 w 19050"/>
                <a:gd name="connsiteY3" fmla="*/ 11104 h 19050"/>
                <a:gd name="connsiteX4" fmla="*/ 13328 w 19050"/>
                <a:gd name="connsiteY4" fmla="*/ 14647 h 19050"/>
                <a:gd name="connsiteX5" fmla="*/ 15071 w 19050"/>
                <a:gd name="connsiteY5" fmla="*/ 14628 h 19050"/>
                <a:gd name="connsiteX6" fmla="*/ 19777 w 19050"/>
                <a:gd name="connsiteY6" fmla="*/ 11904 h 19050"/>
                <a:gd name="connsiteX7" fmla="*/ 19834 w 19050"/>
                <a:gd name="connsiteY7" fmla="*/ 10885 h 19050"/>
                <a:gd name="connsiteX8" fmla="*/ 13985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5" y="7351"/>
                  </a:moveTo>
                  <a:cubicBezTo>
                    <a:pt x="13519" y="7075"/>
                    <a:pt x="12728" y="7075"/>
                    <a:pt x="12242" y="7351"/>
                  </a:cubicBezTo>
                  <a:lnTo>
                    <a:pt x="7527" y="10075"/>
                  </a:lnTo>
                  <a:cubicBezTo>
                    <a:pt x="7032" y="10361"/>
                    <a:pt x="7013" y="10827"/>
                    <a:pt x="7489" y="11104"/>
                  </a:cubicBezTo>
                  <a:lnTo>
                    <a:pt x="13328" y="14647"/>
                  </a:lnTo>
                  <a:cubicBezTo>
                    <a:pt x="13804" y="14933"/>
                    <a:pt x="14576" y="14933"/>
                    <a:pt x="15071" y="14628"/>
                  </a:cubicBezTo>
                  <a:lnTo>
                    <a:pt x="19777" y="11904"/>
                  </a:lnTo>
                  <a:cubicBezTo>
                    <a:pt x="20282" y="11637"/>
                    <a:pt x="20300" y="11161"/>
                    <a:pt x="19834" y="10885"/>
                  </a:cubicBezTo>
                  <a:lnTo>
                    <a:pt x="13985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7FC719DB-5605-4503-BB0F-C83ABAA9C1A7}"/>
                </a:ext>
              </a:extLst>
            </p:cNvPr>
            <p:cNvSpPr/>
            <p:nvPr/>
          </p:nvSpPr>
          <p:spPr>
            <a:xfrm>
              <a:off x="5145630" y="5371810"/>
              <a:ext cx="19050" cy="19050"/>
            </a:xfrm>
            <a:custGeom>
              <a:avLst/>
              <a:gdLst>
                <a:gd name="connsiteX0" fmla="*/ 13987 w 19050"/>
                <a:gd name="connsiteY0" fmla="*/ 7344 h 19050"/>
                <a:gd name="connsiteX1" fmla="*/ 12234 w 19050"/>
                <a:gd name="connsiteY1" fmla="*/ 7344 h 19050"/>
                <a:gd name="connsiteX2" fmla="*/ 7539 w 19050"/>
                <a:gd name="connsiteY2" fmla="*/ 10087 h 19050"/>
                <a:gd name="connsiteX3" fmla="*/ 7472 w 19050"/>
                <a:gd name="connsiteY3" fmla="*/ 11116 h 19050"/>
                <a:gd name="connsiteX4" fmla="*/ 13320 w 19050"/>
                <a:gd name="connsiteY4" fmla="*/ 14650 h 19050"/>
                <a:gd name="connsiteX5" fmla="*/ 15073 w 19050"/>
                <a:gd name="connsiteY5" fmla="*/ 14650 h 19050"/>
                <a:gd name="connsiteX6" fmla="*/ 19778 w 19050"/>
                <a:gd name="connsiteY6" fmla="*/ 11916 h 19050"/>
                <a:gd name="connsiteX7" fmla="*/ 19816 w 19050"/>
                <a:gd name="connsiteY7" fmla="*/ 10887 h 19050"/>
                <a:gd name="connsiteX8" fmla="*/ 13987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44"/>
                  </a:moveTo>
                  <a:cubicBezTo>
                    <a:pt x="13511" y="7077"/>
                    <a:pt x="12730" y="7077"/>
                    <a:pt x="12234" y="7344"/>
                  </a:cubicBezTo>
                  <a:lnTo>
                    <a:pt x="7539" y="10087"/>
                  </a:lnTo>
                  <a:cubicBezTo>
                    <a:pt x="7034" y="10363"/>
                    <a:pt x="7015" y="10830"/>
                    <a:pt x="7472" y="11116"/>
                  </a:cubicBezTo>
                  <a:lnTo>
                    <a:pt x="13320" y="14650"/>
                  </a:lnTo>
                  <a:cubicBezTo>
                    <a:pt x="13787" y="14916"/>
                    <a:pt x="14578" y="14916"/>
                    <a:pt x="15073" y="14650"/>
                  </a:cubicBezTo>
                  <a:lnTo>
                    <a:pt x="19778" y="11916"/>
                  </a:lnTo>
                  <a:cubicBezTo>
                    <a:pt x="20283" y="11630"/>
                    <a:pt x="20293" y="11173"/>
                    <a:pt x="19816" y="10887"/>
                  </a:cubicBezTo>
                  <a:lnTo>
                    <a:pt x="13987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0590AA8-AEFB-433D-9FC2-ACC645F1089B}"/>
                </a:ext>
              </a:extLst>
            </p:cNvPr>
            <p:cNvSpPr/>
            <p:nvPr/>
          </p:nvSpPr>
          <p:spPr>
            <a:xfrm>
              <a:off x="5154000" y="5376889"/>
              <a:ext cx="19050" cy="19050"/>
            </a:xfrm>
            <a:custGeom>
              <a:avLst/>
              <a:gdLst>
                <a:gd name="connsiteX0" fmla="*/ 13989 w 19050"/>
                <a:gd name="connsiteY0" fmla="*/ 7351 h 19050"/>
                <a:gd name="connsiteX1" fmla="*/ 12246 w 19050"/>
                <a:gd name="connsiteY1" fmla="*/ 7351 h 19050"/>
                <a:gd name="connsiteX2" fmla="*/ 7541 w 19050"/>
                <a:gd name="connsiteY2" fmla="*/ 10075 h 19050"/>
                <a:gd name="connsiteX3" fmla="*/ 7484 w 19050"/>
                <a:gd name="connsiteY3" fmla="*/ 11113 h 19050"/>
                <a:gd name="connsiteX4" fmla="*/ 13322 w 19050"/>
                <a:gd name="connsiteY4" fmla="*/ 14638 h 19050"/>
                <a:gd name="connsiteX5" fmla="*/ 15075 w 19050"/>
                <a:gd name="connsiteY5" fmla="*/ 14638 h 19050"/>
                <a:gd name="connsiteX6" fmla="*/ 19780 w 19050"/>
                <a:gd name="connsiteY6" fmla="*/ 11904 h 19050"/>
                <a:gd name="connsiteX7" fmla="*/ 19828 w 19050"/>
                <a:gd name="connsiteY7" fmla="*/ 10875 h 19050"/>
                <a:gd name="connsiteX8" fmla="*/ 13989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9" y="7351"/>
                  </a:moveTo>
                  <a:cubicBezTo>
                    <a:pt x="13513" y="7065"/>
                    <a:pt x="12732" y="7084"/>
                    <a:pt x="12246" y="7351"/>
                  </a:cubicBezTo>
                  <a:lnTo>
                    <a:pt x="7541" y="10075"/>
                  </a:lnTo>
                  <a:cubicBezTo>
                    <a:pt x="7036" y="10361"/>
                    <a:pt x="7007" y="10818"/>
                    <a:pt x="7484" y="11113"/>
                  </a:cubicBezTo>
                  <a:lnTo>
                    <a:pt x="13322" y="14638"/>
                  </a:lnTo>
                  <a:cubicBezTo>
                    <a:pt x="13789" y="14923"/>
                    <a:pt x="14570" y="14923"/>
                    <a:pt x="15075" y="14638"/>
                  </a:cubicBezTo>
                  <a:lnTo>
                    <a:pt x="19780" y="11904"/>
                  </a:lnTo>
                  <a:cubicBezTo>
                    <a:pt x="20266" y="11637"/>
                    <a:pt x="20304" y="11170"/>
                    <a:pt x="19828" y="10875"/>
                  </a:cubicBezTo>
                  <a:lnTo>
                    <a:pt x="13989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B39A04EF-D456-40C9-9B8B-4596E421F52D}"/>
                </a:ext>
              </a:extLst>
            </p:cNvPr>
            <p:cNvSpPr/>
            <p:nvPr/>
          </p:nvSpPr>
          <p:spPr>
            <a:xfrm>
              <a:off x="5162369" y="5381943"/>
              <a:ext cx="28575" cy="19050"/>
            </a:xfrm>
            <a:custGeom>
              <a:avLst/>
              <a:gdLst>
                <a:gd name="connsiteX0" fmla="*/ 13983 w 28575"/>
                <a:gd name="connsiteY0" fmla="*/ 7365 h 19050"/>
                <a:gd name="connsiteX1" fmla="*/ 12240 w 28575"/>
                <a:gd name="connsiteY1" fmla="*/ 7365 h 19050"/>
                <a:gd name="connsiteX2" fmla="*/ 7525 w 28575"/>
                <a:gd name="connsiteY2" fmla="*/ 10089 h 19050"/>
                <a:gd name="connsiteX3" fmla="*/ 7478 w 28575"/>
                <a:gd name="connsiteY3" fmla="*/ 11118 h 19050"/>
                <a:gd name="connsiteX4" fmla="*/ 14755 w 28575"/>
                <a:gd name="connsiteY4" fmla="*/ 15519 h 19050"/>
                <a:gd name="connsiteX5" fmla="*/ 16498 w 28575"/>
                <a:gd name="connsiteY5" fmla="*/ 15509 h 19050"/>
                <a:gd name="connsiteX6" fmla="*/ 21203 w 28575"/>
                <a:gd name="connsiteY6" fmla="*/ 12785 h 19050"/>
                <a:gd name="connsiteX7" fmla="*/ 21251 w 28575"/>
                <a:gd name="connsiteY7" fmla="*/ 11756 h 19050"/>
                <a:gd name="connsiteX8" fmla="*/ 13983 w 28575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13983" y="7365"/>
                  </a:moveTo>
                  <a:cubicBezTo>
                    <a:pt x="13517" y="7070"/>
                    <a:pt x="12726" y="7070"/>
                    <a:pt x="12240" y="7365"/>
                  </a:cubicBezTo>
                  <a:lnTo>
                    <a:pt x="7525" y="10089"/>
                  </a:lnTo>
                  <a:cubicBezTo>
                    <a:pt x="7040" y="10366"/>
                    <a:pt x="7011" y="10832"/>
                    <a:pt x="7478" y="11118"/>
                  </a:cubicBezTo>
                  <a:lnTo>
                    <a:pt x="14755" y="15519"/>
                  </a:lnTo>
                  <a:cubicBezTo>
                    <a:pt x="15212" y="15785"/>
                    <a:pt x="15993" y="15785"/>
                    <a:pt x="16498" y="15509"/>
                  </a:cubicBezTo>
                  <a:lnTo>
                    <a:pt x="21203" y="12785"/>
                  </a:lnTo>
                  <a:cubicBezTo>
                    <a:pt x="21689" y="12490"/>
                    <a:pt x="21708" y="12032"/>
                    <a:pt x="21251" y="11756"/>
                  </a:cubicBezTo>
                  <a:lnTo>
                    <a:pt x="13983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6279E2E2-F0A4-4AA3-BFED-3253753872F7}"/>
                </a:ext>
              </a:extLst>
            </p:cNvPr>
            <p:cNvSpPr/>
            <p:nvPr/>
          </p:nvSpPr>
          <p:spPr>
            <a:xfrm>
              <a:off x="5046412" y="5320341"/>
              <a:ext cx="19050" cy="19050"/>
            </a:xfrm>
            <a:custGeom>
              <a:avLst/>
              <a:gdLst>
                <a:gd name="connsiteX0" fmla="*/ 13983 w 19050"/>
                <a:gd name="connsiteY0" fmla="*/ 7350 h 19050"/>
                <a:gd name="connsiteX1" fmla="*/ 12240 w 19050"/>
                <a:gd name="connsiteY1" fmla="*/ 7359 h 19050"/>
                <a:gd name="connsiteX2" fmla="*/ 7525 w 19050"/>
                <a:gd name="connsiteY2" fmla="*/ 10074 h 19050"/>
                <a:gd name="connsiteX3" fmla="*/ 7478 w 19050"/>
                <a:gd name="connsiteY3" fmla="*/ 11093 h 19050"/>
                <a:gd name="connsiteX4" fmla="*/ 13793 w 19050"/>
                <a:gd name="connsiteY4" fmla="*/ 14922 h 19050"/>
                <a:gd name="connsiteX5" fmla="*/ 15545 w 19050"/>
                <a:gd name="connsiteY5" fmla="*/ 14922 h 19050"/>
                <a:gd name="connsiteX6" fmla="*/ 20260 w 19050"/>
                <a:gd name="connsiteY6" fmla="*/ 12198 h 19050"/>
                <a:gd name="connsiteX7" fmla="*/ 20289 w 19050"/>
                <a:gd name="connsiteY7" fmla="*/ 11160 h 19050"/>
                <a:gd name="connsiteX8" fmla="*/ 13983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3" y="7350"/>
                  </a:moveTo>
                  <a:cubicBezTo>
                    <a:pt x="13507" y="7074"/>
                    <a:pt x="12735" y="7074"/>
                    <a:pt x="12240" y="7359"/>
                  </a:cubicBezTo>
                  <a:lnTo>
                    <a:pt x="7525" y="10074"/>
                  </a:lnTo>
                  <a:cubicBezTo>
                    <a:pt x="7040" y="10360"/>
                    <a:pt x="7011" y="10826"/>
                    <a:pt x="7478" y="11093"/>
                  </a:cubicBezTo>
                  <a:lnTo>
                    <a:pt x="13793" y="14922"/>
                  </a:lnTo>
                  <a:cubicBezTo>
                    <a:pt x="14259" y="15208"/>
                    <a:pt x="15050" y="15208"/>
                    <a:pt x="15545" y="14922"/>
                  </a:cubicBezTo>
                  <a:lnTo>
                    <a:pt x="20260" y="12198"/>
                  </a:lnTo>
                  <a:cubicBezTo>
                    <a:pt x="20756" y="11912"/>
                    <a:pt x="20765" y="11455"/>
                    <a:pt x="20289" y="11160"/>
                  </a:cubicBezTo>
                  <a:lnTo>
                    <a:pt x="13983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E813347-E2FC-43F1-8A63-5E5052D25431}"/>
                </a:ext>
              </a:extLst>
            </p:cNvPr>
            <p:cNvSpPr/>
            <p:nvPr/>
          </p:nvSpPr>
          <p:spPr>
            <a:xfrm>
              <a:off x="5055505" y="5325784"/>
              <a:ext cx="28575" cy="19050"/>
            </a:xfrm>
            <a:custGeom>
              <a:avLst/>
              <a:gdLst>
                <a:gd name="connsiteX0" fmla="*/ 13987 w 28575"/>
                <a:gd name="connsiteY0" fmla="*/ 7354 h 19050"/>
                <a:gd name="connsiteX1" fmla="*/ 12234 w 28575"/>
                <a:gd name="connsiteY1" fmla="*/ 7354 h 19050"/>
                <a:gd name="connsiteX2" fmla="*/ 7529 w 28575"/>
                <a:gd name="connsiteY2" fmla="*/ 10088 h 19050"/>
                <a:gd name="connsiteX3" fmla="*/ 7481 w 28575"/>
                <a:gd name="connsiteY3" fmla="*/ 11126 h 19050"/>
                <a:gd name="connsiteX4" fmla="*/ 15196 w 28575"/>
                <a:gd name="connsiteY4" fmla="*/ 15775 h 19050"/>
                <a:gd name="connsiteX5" fmla="*/ 16939 w 28575"/>
                <a:gd name="connsiteY5" fmla="*/ 15775 h 19050"/>
                <a:gd name="connsiteX6" fmla="*/ 21654 w 28575"/>
                <a:gd name="connsiteY6" fmla="*/ 13060 h 19050"/>
                <a:gd name="connsiteX7" fmla="*/ 21702 w 28575"/>
                <a:gd name="connsiteY7" fmla="*/ 12022 h 19050"/>
                <a:gd name="connsiteX8" fmla="*/ 13987 w 28575"/>
                <a:gd name="connsiteY8" fmla="*/ 73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13987" y="7354"/>
                  </a:moveTo>
                  <a:cubicBezTo>
                    <a:pt x="13520" y="7069"/>
                    <a:pt x="12739" y="7078"/>
                    <a:pt x="12234" y="7354"/>
                  </a:cubicBezTo>
                  <a:lnTo>
                    <a:pt x="7529" y="10088"/>
                  </a:lnTo>
                  <a:cubicBezTo>
                    <a:pt x="7034" y="10364"/>
                    <a:pt x="7014" y="10831"/>
                    <a:pt x="7481" y="11126"/>
                  </a:cubicBezTo>
                  <a:lnTo>
                    <a:pt x="15196" y="15775"/>
                  </a:lnTo>
                  <a:cubicBezTo>
                    <a:pt x="15663" y="16070"/>
                    <a:pt x="16444" y="16070"/>
                    <a:pt x="16939" y="15775"/>
                  </a:cubicBezTo>
                  <a:lnTo>
                    <a:pt x="21654" y="13060"/>
                  </a:lnTo>
                  <a:cubicBezTo>
                    <a:pt x="22140" y="12774"/>
                    <a:pt x="22169" y="12298"/>
                    <a:pt x="21702" y="12022"/>
                  </a:cubicBezTo>
                  <a:lnTo>
                    <a:pt x="13987" y="735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8806069-8026-4CD0-BB00-EC6AEDFC2E75}"/>
                </a:ext>
              </a:extLst>
            </p:cNvPr>
            <p:cNvSpPr/>
            <p:nvPr/>
          </p:nvSpPr>
          <p:spPr>
            <a:xfrm>
              <a:off x="5065820" y="5332040"/>
              <a:ext cx="19050" cy="19050"/>
            </a:xfrm>
            <a:custGeom>
              <a:avLst/>
              <a:gdLst>
                <a:gd name="connsiteX0" fmla="*/ 13987 w 19050"/>
                <a:gd name="connsiteY0" fmla="*/ 7357 h 19050"/>
                <a:gd name="connsiteX1" fmla="*/ 12234 w 19050"/>
                <a:gd name="connsiteY1" fmla="*/ 7366 h 19050"/>
                <a:gd name="connsiteX2" fmla="*/ 7529 w 19050"/>
                <a:gd name="connsiteY2" fmla="*/ 10081 h 19050"/>
                <a:gd name="connsiteX3" fmla="*/ 7481 w 19050"/>
                <a:gd name="connsiteY3" fmla="*/ 11110 h 19050"/>
                <a:gd name="connsiteX4" fmla="*/ 13320 w 19050"/>
                <a:gd name="connsiteY4" fmla="*/ 14644 h 19050"/>
                <a:gd name="connsiteX5" fmla="*/ 15073 w 19050"/>
                <a:gd name="connsiteY5" fmla="*/ 14644 h 19050"/>
                <a:gd name="connsiteX6" fmla="*/ 19778 w 19050"/>
                <a:gd name="connsiteY6" fmla="*/ 11929 h 19050"/>
                <a:gd name="connsiteX7" fmla="*/ 19826 w 19050"/>
                <a:gd name="connsiteY7" fmla="*/ 10891 h 19050"/>
                <a:gd name="connsiteX8" fmla="*/ 13987 w 19050"/>
                <a:gd name="connsiteY8" fmla="*/ 735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7"/>
                  </a:moveTo>
                  <a:cubicBezTo>
                    <a:pt x="13511" y="7071"/>
                    <a:pt x="12730" y="7071"/>
                    <a:pt x="12234" y="7366"/>
                  </a:cubicBezTo>
                  <a:lnTo>
                    <a:pt x="7529" y="10081"/>
                  </a:lnTo>
                  <a:cubicBezTo>
                    <a:pt x="7033" y="10367"/>
                    <a:pt x="7015" y="10815"/>
                    <a:pt x="7481" y="11110"/>
                  </a:cubicBezTo>
                  <a:lnTo>
                    <a:pt x="13320" y="14644"/>
                  </a:lnTo>
                  <a:cubicBezTo>
                    <a:pt x="13796" y="14929"/>
                    <a:pt x="14577" y="14920"/>
                    <a:pt x="15073" y="14644"/>
                  </a:cubicBezTo>
                  <a:lnTo>
                    <a:pt x="19778" y="11929"/>
                  </a:lnTo>
                  <a:cubicBezTo>
                    <a:pt x="20273" y="11634"/>
                    <a:pt x="20292" y="11167"/>
                    <a:pt x="19826" y="10891"/>
                  </a:cubicBezTo>
                  <a:lnTo>
                    <a:pt x="13987" y="735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3DAAAAC-6FB9-4569-9F44-F76BDF82FF64}"/>
                </a:ext>
              </a:extLst>
            </p:cNvPr>
            <p:cNvSpPr/>
            <p:nvPr/>
          </p:nvSpPr>
          <p:spPr>
            <a:xfrm>
              <a:off x="5074188" y="5337106"/>
              <a:ext cx="19050" cy="19050"/>
            </a:xfrm>
            <a:custGeom>
              <a:avLst/>
              <a:gdLst>
                <a:gd name="connsiteX0" fmla="*/ 13991 w 19050"/>
                <a:gd name="connsiteY0" fmla="*/ 7358 h 19050"/>
                <a:gd name="connsiteX1" fmla="*/ 12229 w 19050"/>
                <a:gd name="connsiteY1" fmla="*/ 7358 h 19050"/>
                <a:gd name="connsiteX2" fmla="*/ 7524 w 19050"/>
                <a:gd name="connsiteY2" fmla="*/ 10073 h 19050"/>
                <a:gd name="connsiteX3" fmla="*/ 7486 w 19050"/>
                <a:gd name="connsiteY3" fmla="*/ 11101 h 19050"/>
                <a:gd name="connsiteX4" fmla="*/ 13324 w 19050"/>
                <a:gd name="connsiteY4" fmla="*/ 14645 h 19050"/>
                <a:gd name="connsiteX5" fmla="*/ 15068 w 19050"/>
                <a:gd name="connsiteY5" fmla="*/ 14645 h 19050"/>
                <a:gd name="connsiteX6" fmla="*/ 19782 w 19050"/>
                <a:gd name="connsiteY6" fmla="*/ 11911 h 19050"/>
                <a:gd name="connsiteX7" fmla="*/ 19830 w 19050"/>
                <a:gd name="connsiteY7" fmla="*/ 10882 h 19050"/>
                <a:gd name="connsiteX8" fmla="*/ 13991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1" y="7358"/>
                  </a:moveTo>
                  <a:cubicBezTo>
                    <a:pt x="13515" y="7072"/>
                    <a:pt x="12724" y="7072"/>
                    <a:pt x="12229" y="7358"/>
                  </a:cubicBezTo>
                  <a:lnTo>
                    <a:pt x="7524" y="10073"/>
                  </a:lnTo>
                  <a:cubicBezTo>
                    <a:pt x="7028" y="10358"/>
                    <a:pt x="7019" y="10825"/>
                    <a:pt x="7486" y="11101"/>
                  </a:cubicBezTo>
                  <a:lnTo>
                    <a:pt x="13324" y="14645"/>
                  </a:lnTo>
                  <a:cubicBezTo>
                    <a:pt x="13791" y="14930"/>
                    <a:pt x="14572" y="14921"/>
                    <a:pt x="15068" y="14645"/>
                  </a:cubicBezTo>
                  <a:lnTo>
                    <a:pt x="19782" y="11911"/>
                  </a:lnTo>
                  <a:cubicBezTo>
                    <a:pt x="20268" y="11635"/>
                    <a:pt x="20306" y="11178"/>
                    <a:pt x="19830" y="10882"/>
                  </a:cubicBezTo>
                  <a:lnTo>
                    <a:pt x="13991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403FE035-36E9-4E5F-AF40-00C1A63B1BFB}"/>
                </a:ext>
              </a:extLst>
            </p:cNvPr>
            <p:cNvSpPr/>
            <p:nvPr/>
          </p:nvSpPr>
          <p:spPr>
            <a:xfrm>
              <a:off x="5082560" y="5342164"/>
              <a:ext cx="19050" cy="19050"/>
            </a:xfrm>
            <a:custGeom>
              <a:avLst/>
              <a:gdLst>
                <a:gd name="connsiteX0" fmla="*/ 13982 w 19050"/>
                <a:gd name="connsiteY0" fmla="*/ 7349 h 19050"/>
                <a:gd name="connsiteX1" fmla="*/ 12239 w 19050"/>
                <a:gd name="connsiteY1" fmla="*/ 7368 h 19050"/>
                <a:gd name="connsiteX2" fmla="*/ 7524 w 19050"/>
                <a:gd name="connsiteY2" fmla="*/ 10092 h 19050"/>
                <a:gd name="connsiteX3" fmla="*/ 7486 w 19050"/>
                <a:gd name="connsiteY3" fmla="*/ 11111 h 19050"/>
                <a:gd name="connsiteX4" fmla="*/ 13315 w 19050"/>
                <a:gd name="connsiteY4" fmla="*/ 14645 h 19050"/>
                <a:gd name="connsiteX5" fmla="*/ 15068 w 19050"/>
                <a:gd name="connsiteY5" fmla="*/ 14645 h 19050"/>
                <a:gd name="connsiteX6" fmla="*/ 19783 w 19050"/>
                <a:gd name="connsiteY6" fmla="*/ 11930 h 19050"/>
                <a:gd name="connsiteX7" fmla="*/ 19821 w 19050"/>
                <a:gd name="connsiteY7" fmla="*/ 10901 h 19050"/>
                <a:gd name="connsiteX8" fmla="*/ 13982 w 19050"/>
                <a:gd name="connsiteY8" fmla="*/ 73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49"/>
                  </a:moveTo>
                  <a:cubicBezTo>
                    <a:pt x="13515" y="7072"/>
                    <a:pt x="12734" y="7072"/>
                    <a:pt x="12239" y="7368"/>
                  </a:cubicBezTo>
                  <a:lnTo>
                    <a:pt x="7524" y="10092"/>
                  </a:lnTo>
                  <a:cubicBezTo>
                    <a:pt x="7038" y="10368"/>
                    <a:pt x="7010" y="10844"/>
                    <a:pt x="7486" y="11111"/>
                  </a:cubicBezTo>
                  <a:lnTo>
                    <a:pt x="13315" y="14645"/>
                  </a:lnTo>
                  <a:cubicBezTo>
                    <a:pt x="13791" y="14940"/>
                    <a:pt x="14572" y="14940"/>
                    <a:pt x="15068" y="14645"/>
                  </a:cubicBezTo>
                  <a:lnTo>
                    <a:pt x="19783" y="11930"/>
                  </a:lnTo>
                  <a:cubicBezTo>
                    <a:pt x="20287" y="11644"/>
                    <a:pt x="20297" y="11168"/>
                    <a:pt x="19821" y="10901"/>
                  </a:cubicBezTo>
                  <a:lnTo>
                    <a:pt x="13982" y="7349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4EA5F859-3538-47CB-8CD8-B790B7BADEB5}"/>
                </a:ext>
              </a:extLst>
            </p:cNvPr>
            <p:cNvSpPr/>
            <p:nvPr/>
          </p:nvSpPr>
          <p:spPr>
            <a:xfrm>
              <a:off x="5090921" y="5347231"/>
              <a:ext cx="19050" cy="19050"/>
            </a:xfrm>
            <a:custGeom>
              <a:avLst/>
              <a:gdLst>
                <a:gd name="connsiteX0" fmla="*/ 13993 w 19050"/>
                <a:gd name="connsiteY0" fmla="*/ 7358 h 19050"/>
                <a:gd name="connsiteX1" fmla="*/ 12241 w 19050"/>
                <a:gd name="connsiteY1" fmla="*/ 7358 h 19050"/>
                <a:gd name="connsiteX2" fmla="*/ 7526 w 19050"/>
                <a:gd name="connsiteY2" fmla="*/ 10082 h 19050"/>
                <a:gd name="connsiteX3" fmla="*/ 7498 w 19050"/>
                <a:gd name="connsiteY3" fmla="*/ 11111 h 19050"/>
                <a:gd name="connsiteX4" fmla="*/ 13327 w 19050"/>
                <a:gd name="connsiteY4" fmla="*/ 14645 h 19050"/>
                <a:gd name="connsiteX5" fmla="*/ 15070 w 19050"/>
                <a:gd name="connsiteY5" fmla="*/ 14645 h 19050"/>
                <a:gd name="connsiteX6" fmla="*/ 19775 w 19050"/>
                <a:gd name="connsiteY6" fmla="*/ 11921 h 19050"/>
                <a:gd name="connsiteX7" fmla="*/ 19832 w 19050"/>
                <a:gd name="connsiteY7" fmla="*/ 10882 h 19050"/>
                <a:gd name="connsiteX8" fmla="*/ 13993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3" y="7358"/>
                  </a:moveTo>
                  <a:cubicBezTo>
                    <a:pt x="13517" y="7072"/>
                    <a:pt x="12736" y="7072"/>
                    <a:pt x="12241" y="7358"/>
                  </a:cubicBezTo>
                  <a:lnTo>
                    <a:pt x="7526" y="10082"/>
                  </a:lnTo>
                  <a:cubicBezTo>
                    <a:pt x="7031" y="10358"/>
                    <a:pt x="7012" y="10816"/>
                    <a:pt x="7498" y="11111"/>
                  </a:cubicBezTo>
                  <a:lnTo>
                    <a:pt x="13327" y="14645"/>
                  </a:lnTo>
                  <a:cubicBezTo>
                    <a:pt x="13803" y="14931"/>
                    <a:pt x="14584" y="14921"/>
                    <a:pt x="15070" y="14645"/>
                  </a:cubicBezTo>
                  <a:lnTo>
                    <a:pt x="19775" y="11921"/>
                  </a:lnTo>
                  <a:cubicBezTo>
                    <a:pt x="20280" y="11635"/>
                    <a:pt x="20309" y="11168"/>
                    <a:pt x="19832" y="10882"/>
                  </a:cubicBezTo>
                  <a:lnTo>
                    <a:pt x="13993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8B6793B9-0487-47F4-8D62-1A016DBEB73D}"/>
                </a:ext>
              </a:extLst>
            </p:cNvPr>
            <p:cNvSpPr/>
            <p:nvPr/>
          </p:nvSpPr>
          <p:spPr>
            <a:xfrm>
              <a:off x="5099299" y="5352303"/>
              <a:ext cx="19050" cy="19050"/>
            </a:xfrm>
            <a:custGeom>
              <a:avLst/>
              <a:gdLst>
                <a:gd name="connsiteX0" fmla="*/ 13988 w 19050"/>
                <a:gd name="connsiteY0" fmla="*/ 7344 h 19050"/>
                <a:gd name="connsiteX1" fmla="*/ 12235 w 19050"/>
                <a:gd name="connsiteY1" fmla="*/ 7344 h 19050"/>
                <a:gd name="connsiteX2" fmla="*/ 7520 w 19050"/>
                <a:gd name="connsiteY2" fmla="*/ 10068 h 19050"/>
                <a:gd name="connsiteX3" fmla="*/ 7482 w 19050"/>
                <a:gd name="connsiteY3" fmla="*/ 11097 h 19050"/>
                <a:gd name="connsiteX4" fmla="*/ 13321 w 19050"/>
                <a:gd name="connsiteY4" fmla="*/ 14640 h 19050"/>
                <a:gd name="connsiteX5" fmla="*/ 15064 w 19050"/>
                <a:gd name="connsiteY5" fmla="*/ 14630 h 19050"/>
                <a:gd name="connsiteX6" fmla="*/ 19770 w 19050"/>
                <a:gd name="connsiteY6" fmla="*/ 11916 h 19050"/>
                <a:gd name="connsiteX7" fmla="*/ 19836 w 19050"/>
                <a:gd name="connsiteY7" fmla="*/ 10887 h 19050"/>
                <a:gd name="connsiteX8" fmla="*/ 13988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8" y="7344"/>
                  </a:moveTo>
                  <a:cubicBezTo>
                    <a:pt x="13512" y="7077"/>
                    <a:pt x="12730" y="7077"/>
                    <a:pt x="12235" y="7344"/>
                  </a:cubicBezTo>
                  <a:lnTo>
                    <a:pt x="7520" y="10068"/>
                  </a:lnTo>
                  <a:cubicBezTo>
                    <a:pt x="7035" y="10354"/>
                    <a:pt x="7015" y="10820"/>
                    <a:pt x="7482" y="11097"/>
                  </a:cubicBezTo>
                  <a:lnTo>
                    <a:pt x="13321" y="14640"/>
                  </a:lnTo>
                  <a:cubicBezTo>
                    <a:pt x="13797" y="14925"/>
                    <a:pt x="14578" y="14925"/>
                    <a:pt x="15064" y="14630"/>
                  </a:cubicBezTo>
                  <a:lnTo>
                    <a:pt x="19770" y="11916"/>
                  </a:lnTo>
                  <a:cubicBezTo>
                    <a:pt x="20274" y="11630"/>
                    <a:pt x="20293" y="11154"/>
                    <a:pt x="19836" y="10887"/>
                  </a:cubicBezTo>
                  <a:lnTo>
                    <a:pt x="13988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59E719B-A32B-4ECB-AF5D-6B8848A03613}"/>
                </a:ext>
              </a:extLst>
            </p:cNvPr>
            <p:cNvSpPr/>
            <p:nvPr/>
          </p:nvSpPr>
          <p:spPr>
            <a:xfrm>
              <a:off x="5107664" y="5357363"/>
              <a:ext cx="19050" cy="19050"/>
            </a:xfrm>
            <a:custGeom>
              <a:avLst/>
              <a:gdLst>
                <a:gd name="connsiteX0" fmla="*/ 13987 w 19050"/>
                <a:gd name="connsiteY0" fmla="*/ 7351 h 19050"/>
                <a:gd name="connsiteX1" fmla="*/ 12234 w 19050"/>
                <a:gd name="connsiteY1" fmla="*/ 7351 h 19050"/>
                <a:gd name="connsiteX2" fmla="*/ 7529 w 19050"/>
                <a:gd name="connsiteY2" fmla="*/ 10094 h 19050"/>
                <a:gd name="connsiteX3" fmla="*/ 7481 w 19050"/>
                <a:gd name="connsiteY3" fmla="*/ 11113 h 19050"/>
                <a:gd name="connsiteX4" fmla="*/ 13330 w 19050"/>
                <a:gd name="connsiteY4" fmla="*/ 14647 h 19050"/>
                <a:gd name="connsiteX5" fmla="*/ 15063 w 19050"/>
                <a:gd name="connsiteY5" fmla="*/ 14647 h 19050"/>
                <a:gd name="connsiteX6" fmla="*/ 19778 w 19050"/>
                <a:gd name="connsiteY6" fmla="*/ 11932 h 19050"/>
                <a:gd name="connsiteX7" fmla="*/ 19826 w 19050"/>
                <a:gd name="connsiteY7" fmla="*/ 10904 h 19050"/>
                <a:gd name="connsiteX8" fmla="*/ 13987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1"/>
                  </a:moveTo>
                  <a:cubicBezTo>
                    <a:pt x="13510" y="7075"/>
                    <a:pt x="12739" y="7075"/>
                    <a:pt x="12234" y="7351"/>
                  </a:cubicBezTo>
                  <a:lnTo>
                    <a:pt x="7529" y="10094"/>
                  </a:lnTo>
                  <a:cubicBezTo>
                    <a:pt x="7033" y="10370"/>
                    <a:pt x="7015" y="10828"/>
                    <a:pt x="7481" y="11113"/>
                  </a:cubicBezTo>
                  <a:lnTo>
                    <a:pt x="13330" y="14647"/>
                  </a:lnTo>
                  <a:cubicBezTo>
                    <a:pt x="13787" y="14933"/>
                    <a:pt x="14577" y="14923"/>
                    <a:pt x="15063" y="14647"/>
                  </a:cubicBezTo>
                  <a:lnTo>
                    <a:pt x="19778" y="11932"/>
                  </a:lnTo>
                  <a:cubicBezTo>
                    <a:pt x="20273" y="11637"/>
                    <a:pt x="20292" y="11171"/>
                    <a:pt x="19826" y="10904"/>
                  </a:cubicBezTo>
                  <a:lnTo>
                    <a:pt x="13987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945D61-FFCE-4F8B-ABFD-6D8382BFFAA7}"/>
                </a:ext>
              </a:extLst>
            </p:cNvPr>
            <p:cNvSpPr/>
            <p:nvPr/>
          </p:nvSpPr>
          <p:spPr>
            <a:xfrm>
              <a:off x="5116056" y="5362442"/>
              <a:ext cx="19050" cy="19050"/>
            </a:xfrm>
            <a:custGeom>
              <a:avLst/>
              <a:gdLst>
                <a:gd name="connsiteX0" fmla="*/ 13985 w 19050"/>
                <a:gd name="connsiteY0" fmla="*/ 7349 h 19050"/>
                <a:gd name="connsiteX1" fmla="*/ 12223 w 19050"/>
                <a:gd name="connsiteY1" fmla="*/ 7368 h 19050"/>
                <a:gd name="connsiteX2" fmla="*/ 7528 w 19050"/>
                <a:gd name="connsiteY2" fmla="*/ 10082 h 19050"/>
                <a:gd name="connsiteX3" fmla="*/ 7489 w 19050"/>
                <a:gd name="connsiteY3" fmla="*/ 11111 h 19050"/>
                <a:gd name="connsiteX4" fmla="*/ 13319 w 19050"/>
                <a:gd name="connsiteY4" fmla="*/ 14645 h 19050"/>
                <a:gd name="connsiteX5" fmla="*/ 15071 w 19050"/>
                <a:gd name="connsiteY5" fmla="*/ 14635 h 19050"/>
                <a:gd name="connsiteX6" fmla="*/ 19786 w 19050"/>
                <a:gd name="connsiteY6" fmla="*/ 11921 h 19050"/>
                <a:gd name="connsiteX7" fmla="*/ 19824 w 19050"/>
                <a:gd name="connsiteY7" fmla="*/ 10892 h 19050"/>
                <a:gd name="connsiteX8" fmla="*/ 13985 w 19050"/>
                <a:gd name="connsiteY8" fmla="*/ 73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5" y="7349"/>
                  </a:moveTo>
                  <a:cubicBezTo>
                    <a:pt x="13519" y="7072"/>
                    <a:pt x="12728" y="7072"/>
                    <a:pt x="12223" y="7368"/>
                  </a:cubicBezTo>
                  <a:lnTo>
                    <a:pt x="7528" y="10082"/>
                  </a:lnTo>
                  <a:cubicBezTo>
                    <a:pt x="7032" y="10368"/>
                    <a:pt x="7013" y="10825"/>
                    <a:pt x="7489" y="11111"/>
                  </a:cubicBezTo>
                  <a:lnTo>
                    <a:pt x="13319" y="14645"/>
                  </a:lnTo>
                  <a:cubicBezTo>
                    <a:pt x="13795" y="14940"/>
                    <a:pt x="14576" y="14930"/>
                    <a:pt x="15071" y="14635"/>
                  </a:cubicBezTo>
                  <a:lnTo>
                    <a:pt x="19786" y="11921"/>
                  </a:lnTo>
                  <a:cubicBezTo>
                    <a:pt x="20272" y="11635"/>
                    <a:pt x="20310" y="11178"/>
                    <a:pt x="19824" y="10892"/>
                  </a:cubicBezTo>
                  <a:lnTo>
                    <a:pt x="13985" y="7349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B46DA501-D2AA-4B93-AB0E-D6FE9DB1A447}"/>
                </a:ext>
              </a:extLst>
            </p:cNvPr>
            <p:cNvSpPr/>
            <p:nvPr/>
          </p:nvSpPr>
          <p:spPr>
            <a:xfrm>
              <a:off x="5124426" y="5367506"/>
              <a:ext cx="19050" cy="19050"/>
            </a:xfrm>
            <a:custGeom>
              <a:avLst/>
              <a:gdLst>
                <a:gd name="connsiteX0" fmla="*/ 13978 w 19050"/>
                <a:gd name="connsiteY0" fmla="*/ 7362 h 19050"/>
                <a:gd name="connsiteX1" fmla="*/ 12226 w 19050"/>
                <a:gd name="connsiteY1" fmla="*/ 7362 h 19050"/>
                <a:gd name="connsiteX2" fmla="*/ 7520 w 19050"/>
                <a:gd name="connsiteY2" fmla="*/ 10086 h 19050"/>
                <a:gd name="connsiteX3" fmla="*/ 7482 w 19050"/>
                <a:gd name="connsiteY3" fmla="*/ 11115 h 19050"/>
                <a:gd name="connsiteX4" fmla="*/ 13321 w 19050"/>
                <a:gd name="connsiteY4" fmla="*/ 14648 h 19050"/>
                <a:gd name="connsiteX5" fmla="*/ 15064 w 19050"/>
                <a:gd name="connsiteY5" fmla="*/ 14648 h 19050"/>
                <a:gd name="connsiteX6" fmla="*/ 19779 w 19050"/>
                <a:gd name="connsiteY6" fmla="*/ 11914 h 19050"/>
                <a:gd name="connsiteX7" fmla="*/ 19827 w 19050"/>
                <a:gd name="connsiteY7" fmla="*/ 10895 h 19050"/>
                <a:gd name="connsiteX8" fmla="*/ 13978 w 19050"/>
                <a:gd name="connsiteY8" fmla="*/ 736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8" y="7362"/>
                  </a:moveTo>
                  <a:cubicBezTo>
                    <a:pt x="13521" y="7067"/>
                    <a:pt x="12730" y="7076"/>
                    <a:pt x="12226" y="7362"/>
                  </a:cubicBezTo>
                  <a:lnTo>
                    <a:pt x="7520" y="10086"/>
                  </a:lnTo>
                  <a:cubicBezTo>
                    <a:pt x="7035" y="10362"/>
                    <a:pt x="7015" y="10819"/>
                    <a:pt x="7482" y="11115"/>
                  </a:cubicBezTo>
                  <a:lnTo>
                    <a:pt x="13321" y="14648"/>
                  </a:lnTo>
                  <a:cubicBezTo>
                    <a:pt x="13797" y="14924"/>
                    <a:pt x="14569" y="14924"/>
                    <a:pt x="15064" y="14648"/>
                  </a:cubicBezTo>
                  <a:lnTo>
                    <a:pt x="19779" y="11914"/>
                  </a:lnTo>
                  <a:cubicBezTo>
                    <a:pt x="20274" y="11638"/>
                    <a:pt x="20293" y="11172"/>
                    <a:pt x="19827" y="10895"/>
                  </a:cubicBezTo>
                  <a:lnTo>
                    <a:pt x="13978" y="7362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D8A9FF6-FFC2-4360-8CB9-E2F84DD2BDF3}"/>
                </a:ext>
              </a:extLst>
            </p:cNvPr>
            <p:cNvSpPr/>
            <p:nvPr/>
          </p:nvSpPr>
          <p:spPr>
            <a:xfrm>
              <a:off x="5132796" y="5372575"/>
              <a:ext cx="19050" cy="19050"/>
            </a:xfrm>
            <a:custGeom>
              <a:avLst/>
              <a:gdLst>
                <a:gd name="connsiteX0" fmla="*/ 13981 w 19050"/>
                <a:gd name="connsiteY0" fmla="*/ 7351 h 19050"/>
                <a:gd name="connsiteX1" fmla="*/ 12238 w 19050"/>
                <a:gd name="connsiteY1" fmla="*/ 7351 h 19050"/>
                <a:gd name="connsiteX2" fmla="*/ 7532 w 19050"/>
                <a:gd name="connsiteY2" fmla="*/ 10075 h 19050"/>
                <a:gd name="connsiteX3" fmla="*/ 7485 w 19050"/>
                <a:gd name="connsiteY3" fmla="*/ 11104 h 19050"/>
                <a:gd name="connsiteX4" fmla="*/ 13324 w 19050"/>
                <a:gd name="connsiteY4" fmla="*/ 14647 h 19050"/>
                <a:gd name="connsiteX5" fmla="*/ 15067 w 19050"/>
                <a:gd name="connsiteY5" fmla="*/ 14647 h 19050"/>
                <a:gd name="connsiteX6" fmla="*/ 19782 w 19050"/>
                <a:gd name="connsiteY6" fmla="*/ 11923 h 19050"/>
                <a:gd name="connsiteX7" fmla="*/ 19829 w 19050"/>
                <a:gd name="connsiteY7" fmla="*/ 10885 h 19050"/>
                <a:gd name="connsiteX8" fmla="*/ 13981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1" y="7351"/>
                  </a:moveTo>
                  <a:cubicBezTo>
                    <a:pt x="13514" y="7075"/>
                    <a:pt x="12733" y="7075"/>
                    <a:pt x="12238" y="7351"/>
                  </a:cubicBezTo>
                  <a:lnTo>
                    <a:pt x="7532" y="10075"/>
                  </a:lnTo>
                  <a:cubicBezTo>
                    <a:pt x="7037" y="10361"/>
                    <a:pt x="7009" y="10818"/>
                    <a:pt x="7485" y="11104"/>
                  </a:cubicBezTo>
                  <a:lnTo>
                    <a:pt x="13324" y="14647"/>
                  </a:lnTo>
                  <a:cubicBezTo>
                    <a:pt x="13800" y="14923"/>
                    <a:pt x="14571" y="14923"/>
                    <a:pt x="15067" y="14647"/>
                  </a:cubicBezTo>
                  <a:lnTo>
                    <a:pt x="19782" y="11923"/>
                  </a:lnTo>
                  <a:cubicBezTo>
                    <a:pt x="20277" y="11628"/>
                    <a:pt x="20296" y="11170"/>
                    <a:pt x="19829" y="10885"/>
                  </a:cubicBezTo>
                  <a:lnTo>
                    <a:pt x="13981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62512055-4EE6-48B6-8EF6-D573FC0E5350}"/>
                </a:ext>
              </a:extLst>
            </p:cNvPr>
            <p:cNvSpPr/>
            <p:nvPr/>
          </p:nvSpPr>
          <p:spPr>
            <a:xfrm>
              <a:off x="5141151" y="5377643"/>
              <a:ext cx="19050" cy="19050"/>
            </a:xfrm>
            <a:custGeom>
              <a:avLst/>
              <a:gdLst>
                <a:gd name="connsiteX0" fmla="*/ 13989 w 19050"/>
                <a:gd name="connsiteY0" fmla="*/ 7350 h 19050"/>
                <a:gd name="connsiteX1" fmla="*/ 12227 w 19050"/>
                <a:gd name="connsiteY1" fmla="*/ 7359 h 19050"/>
                <a:gd name="connsiteX2" fmla="*/ 7531 w 19050"/>
                <a:gd name="connsiteY2" fmla="*/ 10083 h 19050"/>
                <a:gd name="connsiteX3" fmla="*/ 7493 w 19050"/>
                <a:gd name="connsiteY3" fmla="*/ 11112 h 19050"/>
                <a:gd name="connsiteX4" fmla="*/ 13332 w 19050"/>
                <a:gd name="connsiteY4" fmla="*/ 14646 h 19050"/>
                <a:gd name="connsiteX5" fmla="*/ 15065 w 19050"/>
                <a:gd name="connsiteY5" fmla="*/ 14636 h 19050"/>
                <a:gd name="connsiteX6" fmla="*/ 19780 w 19050"/>
                <a:gd name="connsiteY6" fmla="*/ 11921 h 19050"/>
                <a:gd name="connsiteX7" fmla="*/ 19828 w 19050"/>
                <a:gd name="connsiteY7" fmla="*/ 10883 h 19050"/>
                <a:gd name="connsiteX8" fmla="*/ 13989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9" y="7350"/>
                  </a:moveTo>
                  <a:cubicBezTo>
                    <a:pt x="13513" y="7074"/>
                    <a:pt x="12732" y="7074"/>
                    <a:pt x="12227" y="7359"/>
                  </a:cubicBezTo>
                  <a:lnTo>
                    <a:pt x="7531" y="10083"/>
                  </a:lnTo>
                  <a:cubicBezTo>
                    <a:pt x="7026" y="10359"/>
                    <a:pt x="7017" y="10826"/>
                    <a:pt x="7493" y="11112"/>
                  </a:cubicBezTo>
                  <a:lnTo>
                    <a:pt x="13332" y="14646"/>
                  </a:lnTo>
                  <a:cubicBezTo>
                    <a:pt x="13798" y="14922"/>
                    <a:pt x="14570" y="14922"/>
                    <a:pt x="15065" y="14636"/>
                  </a:cubicBezTo>
                  <a:lnTo>
                    <a:pt x="19780" y="11921"/>
                  </a:lnTo>
                  <a:cubicBezTo>
                    <a:pt x="20275" y="11636"/>
                    <a:pt x="20295" y="11160"/>
                    <a:pt x="19828" y="10883"/>
                  </a:cubicBezTo>
                  <a:lnTo>
                    <a:pt x="13989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DED260AF-F38D-402A-B2CC-5E5BCDB33B2B}"/>
                </a:ext>
              </a:extLst>
            </p:cNvPr>
            <p:cNvSpPr/>
            <p:nvPr/>
          </p:nvSpPr>
          <p:spPr>
            <a:xfrm>
              <a:off x="5149644" y="5382781"/>
              <a:ext cx="28575" cy="19050"/>
            </a:xfrm>
            <a:custGeom>
              <a:avLst/>
              <a:gdLst>
                <a:gd name="connsiteX0" fmla="*/ 13983 w 28575"/>
                <a:gd name="connsiteY0" fmla="*/ 7365 h 19050"/>
                <a:gd name="connsiteX1" fmla="*/ 12240 w 28575"/>
                <a:gd name="connsiteY1" fmla="*/ 7365 h 19050"/>
                <a:gd name="connsiteX2" fmla="*/ 7525 w 28575"/>
                <a:gd name="connsiteY2" fmla="*/ 10080 h 19050"/>
                <a:gd name="connsiteX3" fmla="*/ 7478 w 28575"/>
                <a:gd name="connsiteY3" fmla="*/ 11109 h 19050"/>
                <a:gd name="connsiteX4" fmla="*/ 20270 w 28575"/>
                <a:gd name="connsiteY4" fmla="*/ 18843 h 19050"/>
                <a:gd name="connsiteX5" fmla="*/ 22003 w 28575"/>
                <a:gd name="connsiteY5" fmla="*/ 18843 h 19050"/>
                <a:gd name="connsiteX6" fmla="*/ 26718 w 28575"/>
                <a:gd name="connsiteY6" fmla="*/ 16119 h 19050"/>
                <a:gd name="connsiteX7" fmla="*/ 26766 w 28575"/>
                <a:gd name="connsiteY7" fmla="*/ 15100 h 19050"/>
                <a:gd name="connsiteX8" fmla="*/ 13983 w 28575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13983" y="7365"/>
                  </a:moveTo>
                  <a:cubicBezTo>
                    <a:pt x="13507" y="7070"/>
                    <a:pt x="12736" y="7070"/>
                    <a:pt x="12240" y="7365"/>
                  </a:cubicBezTo>
                  <a:lnTo>
                    <a:pt x="7525" y="10080"/>
                  </a:lnTo>
                  <a:cubicBezTo>
                    <a:pt x="7040" y="10366"/>
                    <a:pt x="7011" y="10832"/>
                    <a:pt x="7478" y="11109"/>
                  </a:cubicBezTo>
                  <a:lnTo>
                    <a:pt x="20270" y="18843"/>
                  </a:lnTo>
                  <a:cubicBezTo>
                    <a:pt x="20727" y="19129"/>
                    <a:pt x="21518" y="19129"/>
                    <a:pt x="22003" y="18843"/>
                  </a:cubicBezTo>
                  <a:lnTo>
                    <a:pt x="26718" y="16119"/>
                  </a:lnTo>
                  <a:cubicBezTo>
                    <a:pt x="27213" y="15843"/>
                    <a:pt x="27233" y="15376"/>
                    <a:pt x="26766" y="15100"/>
                  </a:cubicBezTo>
                  <a:lnTo>
                    <a:pt x="13983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584D4E5-D8F8-4800-981D-ECEAF93FABDA}"/>
                </a:ext>
              </a:extLst>
            </p:cNvPr>
            <p:cNvSpPr/>
            <p:nvPr/>
          </p:nvSpPr>
          <p:spPr>
            <a:xfrm>
              <a:off x="5024972" y="5320316"/>
              <a:ext cx="28575" cy="19050"/>
            </a:xfrm>
            <a:custGeom>
              <a:avLst/>
              <a:gdLst>
                <a:gd name="connsiteX0" fmla="*/ 21212 w 28575"/>
                <a:gd name="connsiteY0" fmla="*/ 7356 h 19050"/>
                <a:gd name="connsiteX1" fmla="*/ 19468 w 28575"/>
                <a:gd name="connsiteY1" fmla="*/ 7375 h 19050"/>
                <a:gd name="connsiteX2" fmla="*/ 7534 w 28575"/>
                <a:gd name="connsiteY2" fmla="*/ 14271 h 19050"/>
                <a:gd name="connsiteX3" fmla="*/ 7477 w 28575"/>
                <a:gd name="connsiteY3" fmla="*/ 15299 h 19050"/>
                <a:gd name="connsiteX4" fmla="*/ 11906 w 28575"/>
                <a:gd name="connsiteY4" fmla="*/ 17976 h 19050"/>
                <a:gd name="connsiteX5" fmla="*/ 13658 w 28575"/>
                <a:gd name="connsiteY5" fmla="*/ 17967 h 19050"/>
                <a:gd name="connsiteX6" fmla="*/ 25584 w 28575"/>
                <a:gd name="connsiteY6" fmla="*/ 11061 h 19050"/>
                <a:gd name="connsiteX7" fmla="*/ 25641 w 28575"/>
                <a:gd name="connsiteY7" fmla="*/ 10032 h 19050"/>
                <a:gd name="connsiteX8" fmla="*/ 21212 w 28575"/>
                <a:gd name="connsiteY8" fmla="*/ 7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21212" y="7356"/>
                  </a:moveTo>
                  <a:cubicBezTo>
                    <a:pt x="20745" y="7070"/>
                    <a:pt x="19964" y="7070"/>
                    <a:pt x="19468" y="7375"/>
                  </a:cubicBezTo>
                  <a:lnTo>
                    <a:pt x="7534" y="14271"/>
                  </a:lnTo>
                  <a:cubicBezTo>
                    <a:pt x="7038" y="14566"/>
                    <a:pt x="7010" y="15023"/>
                    <a:pt x="7477" y="15299"/>
                  </a:cubicBezTo>
                  <a:lnTo>
                    <a:pt x="11906" y="17976"/>
                  </a:lnTo>
                  <a:cubicBezTo>
                    <a:pt x="12392" y="18271"/>
                    <a:pt x="13163" y="18262"/>
                    <a:pt x="13658" y="17967"/>
                  </a:cubicBezTo>
                  <a:lnTo>
                    <a:pt x="25584" y="11061"/>
                  </a:lnTo>
                  <a:cubicBezTo>
                    <a:pt x="26088" y="10775"/>
                    <a:pt x="26117" y="10318"/>
                    <a:pt x="25641" y="10032"/>
                  </a:cubicBezTo>
                  <a:lnTo>
                    <a:pt x="21212" y="7356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ACB2E0E4-1F9F-4512-9CEB-5EC14F8FDBDB}"/>
                </a:ext>
              </a:extLst>
            </p:cNvPr>
            <p:cNvSpPr/>
            <p:nvPr/>
          </p:nvSpPr>
          <p:spPr>
            <a:xfrm>
              <a:off x="5038988" y="5324421"/>
              <a:ext cx="19050" cy="19050"/>
            </a:xfrm>
            <a:custGeom>
              <a:avLst/>
              <a:gdLst>
                <a:gd name="connsiteX0" fmla="*/ 13987 w 19050"/>
                <a:gd name="connsiteY0" fmla="*/ 7365 h 19050"/>
                <a:gd name="connsiteX1" fmla="*/ 12234 w 19050"/>
                <a:gd name="connsiteY1" fmla="*/ 7365 h 19050"/>
                <a:gd name="connsiteX2" fmla="*/ 7529 w 19050"/>
                <a:gd name="connsiteY2" fmla="*/ 10089 h 19050"/>
                <a:gd name="connsiteX3" fmla="*/ 7481 w 19050"/>
                <a:gd name="connsiteY3" fmla="*/ 11128 h 19050"/>
                <a:gd name="connsiteX4" fmla="*/ 14149 w 19050"/>
                <a:gd name="connsiteY4" fmla="*/ 15166 h 19050"/>
                <a:gd name="connsiteX5" fmla="*/ 15892 w 19050"/>
                <a:gd name="connsiteY5" fmla="*/ 15166 h 19050"/>
                <a:gd name="connsiteX6" fmla="*/ 20607 w 19050"/>
                <a:gd name="connsiteY6" fmla="*/ 12423 h 19050"/>
                <a:gd name="connsiteX7" fmla="*/ 20654 w 19050"/>
                <a:gd name="connsiteY7" fmla="*/ 11394 h 19050"/>
                <a:gd name="connsiteX8" fmla="*/ 13987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65"/>
                  </a:moveTo>
                  <a:cubicBezTo>
                    <a:pt x="13511" y="7070"/>
                    <a:pt x="12739" y="7070"/>
                    <a:pt x="12234" y="7365"/>
                  </a:cubicBezTo>
                  <a:lnTo>
                    <a:pt x="7529" y="10089"/>
                  </a:lnTo>
                  <a:cubicBezTo>
                    <a:pt x="7043" y="10366"/>
                    <a:pt x="7005" y="10842"/>
                    <a:pt x="7481" y="11128"/>
                  </a:cubicBezTo>
                  <a:lnTo>
                    <a:pt x="14149" y="15166"/>
                  </a:lnTo>
                  <a:cubicBezTo>
                    <a:pt x="14615" y="15433"/>
                    <a:pt x="15406" y="15433"/>
                    <a:pt x="15892" y="15166"/>
                  </a:cubicBezTo>
                  <a:lnTo>
                    <a:pt x="20607" y="12423"/>
                  </a:lnTo>
                  <a:cubicBezTo>
                    <a:pt x="21092" y="12147"/>
                    <a:pt x="21121" y="11689"/>
                    <a:pt x="20654" y="11394"/>
                  </a:cubicBezTo>
                  <a:lnTo>
                    <a:pt x="13987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C7E4FB90-9875-4BC1-A27A-F049D28C731C}"/>
                </a:ext>
              </a:extLst>
            </p:cNvPr>
            <p:cNvSpPr/>
            <p:nvPr/>
          </p:nvSpPr>
          <p:spPr>
            <a:xfrm>
              <a:off x="5048219" y="5330012"/>
              <a:ext cx="19050" cy="19050"/>
            </a:xfrm>
            <a:custGeom>
              <a:avLst/>
              <a:gdLst>
                <a:gd name="connsiteX0" fmla="*/ 13995 w 19050"/>
                <a:gd name="connsiteY0" fmla="*/ 7365 h 19050"/>
                <a:gd name="connsiteX1" fmla="*/ 12233 w 19050"/>
                <a:gd name="connsiteY1" fmla="*/ 7365 h 19050"/>
                <a:gd name="connsiteX2" fmla="*/ 7527 w 19050"/>
                <a:gd name="connsiteY2" fmla="*/ 10089 h 19050"/>
                <a:gd name="connsiteX3" fmla="*/ 7489 w 19050"/>
                <a:gd name="connsiteY3" fmla="*/ 11108 h 19050"/>
                <a:gd name="connsiteX4" fmla="*/ 10794 w 19050"/>
                <a:gd name="connsiteY4" fmla="*/ 13118 h 19050"/>
                <a:gd name="connsiteX5" fmla="*/ 12547 w 19050"/>
                <a:gd name="connsiteY5" fmla="*/ 13118 h 19050"/>
                <a:gd name="connsiteX6" fmla="*/ 17243 w 19050"/>
                <a:gd name="connsiteY6" fmla="*/ 10404 h 19050"/>
                <a:gd name="connsiteX7" fmla="*/ 17290 w 19050"/>
                <a:gd name="connsiteY7" fmla="*/ 9365 h 19050"/>
                <a:gd name="connsiteX8" fmla="*/ 13995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5" y="7365"/>
                  </a:moveTo>
                  <a:cubicBezTo>
                    <a:pt x="13519" y="7060"/>
                    <a:pt x="12738" y="7080"/>
                    <a:pt x="12233" y="7365"/>
                  </a:cubicBezTo>
                  <a:lnTo>
                    <a:pt x="7527" y="10089"/>
                  </a:lnTo>
                  <a:cubicBezTo>
                    <a:pt x="7032" y="10365"/>
                    <a:pt x="7013" y="10832"/>
                    <a:pt x="7489" y="11108"/>
                  </a:cubicBezTo>
                  <a:lnTo>
                    <a:pt x="10794" y="13118"/>
                  </a:lnTo>
                  <a:cubicBezTo>
                    <a:pt x="11252" y="13404"/>
                    <a:pt x="12052" y="13395"/>
                    <a:pt x="12547" y="13118"/>
                  </a:cubicBezTo>
                  <a:lnTo>
                    <a:pt x="17243" y="10404"/>
                  </a:lnTo>
                  <a:cubicBezTo>
                    <a:pt x="17748" y="10108"/>
                    <a:pt x="17767" y="9642"/>
                    <a:pt x="17290" y="9365"/>
                  </a:cubicBezTo>
                  <a:lnTo>
                    <a:pt x="13995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BF06E04D-49E6-48F7-AE75-2EB508917A33}"/>
                </a:ext>
              </a:extLst>
            </p:cNvPr>
            <p:cNvSpPr/>
            <p:nvPr/>
          </p:nvSpPr>
          <p:spPr>
            <a:xfrm>
              <a:off x="5054327" y="5333705"/>
              <a:ext cx="19050" cy="19050"/>
            </a:xfrm>
            <a:custGeom>
              <a:avLst/>
              <a:gdLst>
                <a:gd name="connsiteX0" fmla="*/ 13993 w 19050"/>
                <a:gd name="connsiteY0" fmla="*/ 7358 h 19050"/>
                <a:gd name="connsiteX1" fmla="*/ 12240 w 19050"/>
                <a:gd name="connsiteY1" fmla="*/ 7358 h 19050"/>
                <a:gd name="connsiteX2" fmla="*/ 7525 w 19050"/>
                <a:gd name="connsiteY2" fmla="*/ 10092 h 19050"/>
                <a:gd name="connsiteX3" fmla="*/ 7478 w 19050"/>
                <a:gd name="connsiteY3" fmla="*/ 11120 h 19050"/>
                <a:gd name="connsiteX4" fmla="*/ 10935 w 19050"/>
                <a:gd name="connsiteY4" fmla="*/ 13206 h 19050"/>
                <a:gd name="connsiteX5" fmla="*/ 12688 w 19050"/>
                <a:gd name="connsiteY5" fmla="*/ 13206 h 19050"/>
                <a:gd name="connsiteX6" fmla="*/ 17393 w 19050"/>
                <a:gd name="connsiteY6" fmla="*/ 10482 h 19050"/>
                <a:gd name="connsiteX7" fmla="*/ 17451 w 19050"/>
                <a:gd name="connsiteY7" fmla="*/ 9454 h 19050"/>
                <a:gd name="connsiteX8" fmla="*/ 13993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3" y="7358"/>
                  </a:moveTo>
                  <a:cubicBezTo>
                    <a:pt x="13507" y="7063"/>
                    <a:pt x="12735" y="7082"/>
                    <a:pt x="12240" y="7358"/>
                  </a:cubicBezTo>
                  <a:lnTo>
                    <a:pt x="7525" y="10092"/>
                  </a:lnTo>
                  <a:cubicBezTo>
                    <a:pt x="7040" y="10368"/>
                    <a:pt x="7011" y="10835"/>
                    <a:pt x="7478" y="11120"/>
                  </a:cubicBezTo>
                  <a:lnTo>
                    <a:pt x="10935" y="13206"/>
                  </a:lnTo>
                  <a:cubicBezTo>
                    <a:pt x="11412" y="13492"/>
                    <a:pt x="12193" y="13492"/>
                    <a:pt x="12688" y="13206"/>
                  </a:cubicBezTo>
                  <a:lnTo>
                    <a:pt x="17393" y="10482"/>
                  </a:lnTo>
                  <a:cubicBezTo>
                    <a:pt x="17889" y="10206"/>
                    <a:pt x="17917" y="9730"/>
                    <a:pt x="17451" y="9454"/>
                  </a:cubicBezTo>
                  <a:lnTo>
                    <a:pt x="13993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F23356D-C72F-4B4C-BAC0-F555DABC6F7C}"/>
                </a:ext>
              </a:extLst>
            </p:cNvPr>
            <p:cNvSpPr/>
            <p:nvPr/>
          </p:nvSpPr>
          <p:spPr>
            <a:xfrm>
              <a:off x="5060434" y="5337406"/>
              <a:ext cx="28575" cy="19050"/>
            </a:xfrm>
            <a:custGeom>
              <a:avLst/>
              <a:gdLst>
                <a:gd name="connsiteX0" fmla="*/ 13982 w 28575"/>
                <a:gd name="connsiteY0" fmla="*/ 7353 h 19050"/>
                <a:gd name="connsiteX1" fmla="*/ 12229 w 28575"/>
                <a:gd name="connsiteY1" fmla="*/ 7363 h 19050"/>
                <a:gd name="connsiteX2" fmla="*/ 7533 w 28575"/>
                <a:gd name="connsiteY2" fmla="*/ 10087 h 19050"/>
                <a:gd name="connsiteX3" fmla="*/ 7476 w 28575"/>
                <a:gd name="connsiteY3" fmla="*/ 11116 h 19050"/>
                <a:gd name="connsiteX4" fmla="*/ 17058 w 28575"/>
                <a:gd name="connsiteY4" fmla="*/ 16907 h 19050"/>
                <a:gd name="connsiteX5" fmla="*/ 18811 w 28575"/>
                <a:gd name="connsiteY5" fmla="*/ 16907 h 19050"/>
                <a:gd name="connsiteX6" fmla="*/ 23516 w 28575"/>
                <a:gd name="connsiteY6" fmla="*/ 14173 h 19050"/>
                <a:gd name="connsiteX7" fmla="*/ 23564 w 28575"/>
                <a:gd name="connsiteY7" fmla="*/ 13145 h 19050"/>
                <a:gd name="connsiteX8" fmla="*/ 13982 w 28575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75" h="19050">
                  <a:moveTo>
                    <a:pt x="13982" y="7353"/>
                  </a:moveTo>
                  <a:cubicBezTo>
                    <a:pt x="13525" y="7068"/>
                    <a:pt x="12725" y="7077"/>
                    <a:pt x="12229" y="7363"/>
                  </a:cubicBezTo>
                  <a:lnTo>
                    <a:pt x="7533" y="10087"/>
                  </a:lnTo>
                  <a:cubicBezTo>
                    <a:pt x="7029" y="10354"/>
                    <a:pt x="7019" y="10830"/>
                    <a:pt x="7476" y="11116"/>
                  </a:cubicBezTo>
                  <a:lnTo>
                    <a:pt x="17058" y="16907"/>
                  </a:lnTo>
                  <a:cubicBezTo>
                    <a:pt x="17535" y="17193"/>
                    <a:pt x="18316" y="17193"/>
                    <a:pt x="18811" y="16907"/>
                  </a:cubicBezTo>
                  <a:lnTo>
                    <a:pt x="23516" y="14173"/>
                  </a:lnTo>
                  <a:cubicBezTo>
                    <a:pt x="24012" y="13897"/>
                    <a:pt x="24040" y="13430"/>
                    <a:pt x="23564" y="13145"/>
                  </a:cubicBezTo>
                  <a:lnTo>
                    <a:pt x="13982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673BBF2F-0A95-423B-8DB8-4D6B3B1078B9}"/>
                </a:ext>
              </a:extLst>
            </p:cNvPr>
            <p:cNvSpPr/>
            <p:nvPr/>
          </p:nvSpPr>
          <p:spPr>
            <a:xfrm>
              <a:off x="5072535" y="5344741"/>
              <a:ext cx="19050" cy="19050"/>
            </a:xfrm>
            <a:custGeom>
              <a:avLst/>
              <a:gdLst>
                <a:gd name="connsiteX0" fmla="*/ 13977 w 19050"/>
                <a:gd name="connsiteY0" fmla="*/ 7342 h 19050"/>
                <a:gd name="connsiteX1" fmla="*/ 12244 w 19050"/>
                <a:gd name="connsiteY1" fmla="*/ 7352 h 19050"/>
                <a:gd name="connsiteX2" fmla="*/ 7529 w 19050"/>
                <a:gd name="connsiteY2" fmla="*/ 10086 h 19050"/>
                <a:gd name="connsiteX3" fmla="*/ 7481 w 19050"/>
                <a:gd name="connsiteY3" fmla="*/ 11105 h 19050"/>
                <a:gd name="connsiteX4" fmla="*/ 13320 w 19050"/>
                <a:gd name="connsiteY4" fmla="*/ 14648 h 19050"/>
                <a:gd name="connsiteX5" fmla="*/ 15063 w 19050"/>
                <a:gd name="connsiteY5" fmla="*/ 14648 h 19050"/>
                <a:gd name="connsiteX6" fmla="*/ 19778 w 19050"/>
                <a:gd name="connsiteY6" fmla="*/ 11915 h 19050"/>
                <a:gd name="connsiteX7" fmla="*/ 19825 w 19050"/>
                <a:gd name="connsiteY7" fmla="*/ 10895 h 19050"/>
                <a:gd name="connsiteX8" fmla="*/ 13977 w 19050"/>
                <a:gd name="connsiteY8" fmla="*/ 73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42"/>
                  </a:moveTo>
                  <a:cubicBezTo>
                    <a:pt x="13510" y="7076"/>
                    <a:pt x="12729" y="7076"/>
                    <a:pt x="12244" y="7352"/>
                  </a:cubicBezTo>
                  <a:lnTo>
                    <a:pt x="7529" y="10086"/>
                  </a:lnTo>
                  <a:cubicBezTo>
                    <a:pt x="7034" y="10372"/>
                    <a:pt x="7014" y="10829"/>
                    <a:pt x="7481" y="11105"/>
                  </a:cubicBezTo>
                  <a:lnTo>
                    <a:pt x="13320" y="14648"/>
                  </a:lnTo>
                  <a:cubicBezTo>
                    <a:pt x="13796" y="14934"/>
                    <a:pt x="14577" y="14925"/>
                    <a:pt x="15063" y="14648"/>
                  </a:cubicBezTo>
                  <a:lnTo>
                    <a:pt x="19778" y="11915"/>
                  </a:lnTo>
                  <a:cubicBezTo>
                    <a:pt x="20273" y="11638"/>
                    <a:pt x="20292" y="11172"/>
                    <a:pt x="19825" y="10895"/>
                  </a:cubicBezTo>
                  <a:lnTo>
                    <a:pt x="13977" y="7342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1FDB9C2-AAB7-4B6B-9D30-F78D95901CC3}"/>
                </a:ext>
              </a:extLst>
            </p:cNvPr>
            <p:cNvSpPr/>
            <p:nvPr/>
          </p:nvSpPr>
          <p:spPr>
            <a:xfrm>
              <a:off x="5080896" y="5349796"/>
              <a:ext cx="19050" cy="19050"/>
            </a:xfrm>
            <a:custGeom>
              <a:avLst/>
              <a:gdLst>
                <a:gd name="connsiteX0" fmla="*/ 13999 w 19050"/>
                <a:gd name="connsiteY0" fmla="*/ 7365 h 19050"/>
                <a:gd name="connsiteX1" fmla="*/ 12246 w 19050"/>
                <a:gd name="connsiteY1" fmla="*/ 7365 h 19050"/>
                <a:gd name="connsiteX2" fmla="*/ 7531 w 19050"/>
                <a:gd name="connsiteY2" fmla="*/ 10089 h 19050"/>
                <a:gd name="connsiteX3" fmla="*/ 7493 w 19050"/>
                <a:gd name="connsiteY3" fmla="*/ 11128 h 19050"/>
                <a:gd name="connsiteX4" fmla="*/ 13332 w 19050"/>
                <a:gd name="connsiteY4" fmla="*/ 14652 h 19050"/>
                <a:gd name="connsiteX5" fmla="*/ 15075 w 19050"/>
                <a:gd name="connsiteY5" fmla="*/ 14652 h 19050"/>
                <a:gd name="connsiteX6" fmla="*/ 19780 w 19050"/>
                <a:gd name="connsiteY6" fmla="*/ 11937 h 19050"/>
                <a:gd name="connsiteX7" fmla="*/ 19828 w 19050"/>
                <a:gd name="connsiteY7" fmla="*/ 10899 h 19050"/>
                <a:gd name="connsiteX8" fmla="*/ 13999 w 19050"/>
                <a:gd name="connsiteY8" fmla="*/ 73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9" y="7365"/>
                  </a:moveTo>
                  <a:cubicBezTo>
                    <a:pt x="13522" y="7070"/>
                    <a:pt x="12732" y="7070"/>
                    <a:pt x="12246" y="7365"/>
                  </a:cubicBezTo>
                  <a:lnTo>
                    <a:pt x="7531" y="10089"/>
                  </a:lnTo>
                  <a:cubicBezTo>
                    <a:pt x="7036" y="10356"/>
                    <a:pt x="7007" y="10842"/>
                    <a:pt x="7493" y="11128"/>
                  </a:cubicBezTo>
                  <a:lnTo>
                    <a:pt x="13332" y="14652"/>
                  </a:lnTo>
                  <a:cubicBezTo>
                    <a:pt x="13798" y="14928"/>
                    <a:pt x="14580" y="14928"/>
                    <a:pt x="15075" y="14652"/>
                  </a:cubicBezTo>
                  <a:lnTo>
                    <a:pt x="19780" y="11937"/>
                  </a:lnTo>
                  <a:cubicBezTo>
                    <a:pt x="20276" y="11651"/>
                    <a:pt x="20304" y="11166"/>
                    <a:pt x="19828" y="10899"/>
                  </a:cubicBezTo>
                  <a:lnTo>
                    <a:pt x="13999" y="736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2B5DA69D-F92B-4A39-8013-08C326AF6455}"/>
                </a:ext>
              </a:extLst>
            </p:cNvPr>
            <p:cNvSpPr/>
            <p:nvPr/>
          </p:nvSpPr>
          <p:spPr>
            <a:xfrm>
              <a:off x="5089278" y="5354868"/>
              <a:ext cx="19050" cy="19050"/>
            </a:xfrm>
            <a:custGeom>
              <a:avLst/>
              <a:gdLst>
                <a:gd name="connsiteX0" fmla="*/ 13980 w 19050"/>
                <a:gd name="connsiteY0" fmla="*/ 7351 h 19050"/>
                <a:gd name="connsiteX1" fmla="*/ 12236 w 19050"/>
                <a:gd name="connsiteY1" fmla="*/ 7351 h 19050"/>
                <a:gd name="connsiteX2" fmla="*/ 7522 w 19050"/>
                <a:gd name="connsiteY2" fmla="*/ 10094 h 19050"/>
                <a:gd name="connsiteX3" fmla="*/ 7474 w 19050"/>
                <a:gd name="connsiteY3" fmla="*/ 11113 h 19050"/>
                <a:gd name="connsiteX4" fmla="*/ 13322 w 19050"/>
                <a:gd name="connsiteY4" fmla="*/ 14657 h 19050"/>
                <a:gd name="connsiteX5" fmla="*/ 15065 w 19050"/>
                <a:gd name="connsiteY5" fmla="*/ 14657 h 19050"/>
                <a:gd name="connsiteX6" fmla="*/ 19780 w 19050"/>
                <a:gd name="connsiteY6" fmla="*/ 11913 h 19050"/>
                <a:gd name="connsiteX7" fmla="*/ 19819 w 19050"/>
                <a:gd name="connsiteY7" fmla="*/ 10885 h 19050"/>
                <a:gd name="connsiteX8" fmla="*/ 13980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0" y="7351"/>
                  </a:moveTo>
                  <a:cubicBezTo>
                    <a:pt x="13513" y="7075"/>
                    <a:pt x="12732" y="7075"/>
                    <a:pt x="12236" y="7351"/>
                  </a:cubicBezTo>
                  <a:lnTo>
                    <a:pt x="7522" y="10094"/>
                  </a:lnTo>
                  <a:cubicBezTo>
                    <a:pt x="7036" y="10361"/>
                    <a:pt x="7017" y="10828"/>
                    <a:pt x="7474" y="11113"/>
                  </a:cubicBezTo>
                  <a:lnTo>
                    <a:pt x="13322" y="14657"/>
                  </a:lnTo>
                  <a:cubicBezTo>
                    <a:pt x="13789" y="14933"/>
                    <a:pt x="14580" y="14933"/>
                    <a:pt x="15065" y="14657"/>
                  </a:cubicBezTo>
                  <a:lnTo>
                    <a:pt x="19780" y="11913"/>
                  </a:lnTo>
                  <a:cubicBezTo>
                    <a:pt x="20276" y="11637"/>
                    <a:pt x="20295" y="11170"/>
                    <a:pt x="19819" y="10885"/>
                  </a:cubicBezTo>
                  <a:lnTo>
                    <a:pt x="13980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8F5BCBA-DF3F-402C-B7E5-BDD03E89BE63}"/>
                </a:ext>
              </a:extLst>
            </p:cNvPr>
            <p:cNvSpPr/>
            <p:nvPr/>
          </p:nvSpPr>
          <p:spPr>
            <a:xfrm>
              <a:off x="5097637" y="5359928"/>
              <a:ext cx="19050" cy="19050"/>
            </a:xfrm>
            <a:custGeom>
              <a:avLst/>
              <a:gdLst>
                <a:gd name="connsiteX0" fmla="*/ 13993 w 19050"/>
                <a:gd name="connsiteY0" fmla="*/ 7349 h 19050"/>
                <a:gd name="connsiteX1" fmla="*/ 12240 w 19050"/>
                <a:gd name="connsiteY1" fmla="*/ 7368 h 19050"/>
                <a:gd name="connsiteX2" fmla="*/ 7525 w 19050"/>
                <a:gd name="connsiteY2" fmla="*/ 10092 h 19050"/>
                <a:gd name="connsiteX3" fmla="*/ 7478 w 19050"/>
                <a:gd name="connsiteY3" fmla="*/ 11111 h 19050"/>
                <a:gd name="connsiteX4" fmla="*/ 13316 w 19050"/>
                <a:gd name="connsiteY4" fmla="*/ 14645 h 19050"/>
                <a:gd name="connsiteX5" fmla="*/ 15069 w 19050"/>
                <a:gd name="connsiteY5" fmla="*/ 14645 h 19050"/>
                <a:gd name="connsiteX6" fmla="*/ 19774 w 19050"/>
                <a:gd name="connsiteY6" fmla="*/ 11921 h 19050"/>
                <a:gd name="connsiteX7" fmla="*/ 19822 w 19050"/>
                <a:gd name="connsiteY7" fmla="*/ 10902 h 19050"/>
                <a:gd name="connsiteX8" fmla="*/ 13993 w 19050"/>
                <a:gd name="connsiteY8" fmla="*/ 73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3" y="7349"/>
                  </a:moveTo>
                  <a:cubicBezTo>
                    <a:pt x="13507" y="7072"/>
                    <a:pt x="12736" y="7072"/>
                    <a:pt x="12240" y="7368"/>
                  </a:cubicBezTo>
                  <a:lnTo>
                    <a:pt x="7525" y="10092"/>
                  </a:lnTo>
                  <a:cubicBezTo>
                    <a:pt x="7039" y="10359"/>
                    <a:pt x="7011" y="10835"/>
                    <a:pt x="7478" y="11111"/>
                  </a:cubicBezTo>
                  <a:lnTo>
                    <a:pt x="13316" y="14645"/>
                  </a:lnTo>
                  <a:cubicBezTo>
                    <a:pt x="13802" y="14931"/>
                    <a:pt x="14584" y="14931"/>
                    <a:pt x="15069" y="14645"/>
                  </a:cubicBezTo>
                  <a:lnTo>
                    <a:pt x="19774" y="11921"/>
                  </a:lnTo>
                  <a:cubicBezTo>
                    <a:pt x="20279" y="11644"/>
                    <a:pt x="20308" y="11168"/>
                    <a:pt x="19822" y="10902"/>
                  </a:cubicBezTo>
                  <a:lnTo>
                    <a:pt x="13993" y="7349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8EA3F91-55A9-4D87-A75A-2D0E220C7D12}"/>
                </a:ext>
              </a:extLst>
            </p:cNvPr>
            <p:cNvSpPr/>
            <p:nvPr/>
          </p:nvSpPr>
          <p:spPr>
            <a:xfrm>
              <a:off x="5106027" y="5365008"/>
              <a:ext cx="19050" cy="19050"/>
            </a:xfrm>
            <a:custGeom>
              <a:avLst/>
              <a:gdLst>
                <a:gd name="connsiteX0" fmla="*/ 13985 w 19050"/>
                <a:gd name="connsiteY0" fmla="*/ 7345 h 19050"/>
                <a:gd name="connsiteX1" fmla="*/ 12233 w 19050"/>
                <a:gd name="connsiteY1" fmla="*/ 7364 h 19050"/>
                <a:gd name="connsiteX2" fmla="*/ 7527 w 19050"/>
                <a:gd name="connsiteY2" fmla="*/ 10088 h 19050"/>
                <a:gd name="connsiteX3" fmla="*/ 7489 w 19050"/>
                <a:gd name="connsiteY3" fmla="*/ 11117 h 19050"/>
                <a:gd name="connsiteX4" fmla="*/ 13338 w 19050"/>
                <a:gd name="connsiteY4" fmla="*/ 14651 h 19050"/>
                <a:gd name="connsiteX5" fmla="*/ 15071 w 19050"/>
                <a:gd name="connsiteY5" fmla="*/ 14641 h 19050"/>
                <a:gd name="connsiteX6" fmla="*/ 19777 w 19050"/>
                <a:gd name="connsiteY6" fmla="*/ 11917 h 19050"/>
                <a:gd name="connsiteX7" fmla="*/ 19834 w 19050"/>
                <a:gd name="connsiteY7" fmla="*/ 10888 h 19050"/>
                <a:gd name="connsiteX8" fmla="*/ 13985 w 19050"/>
                <a:gd name="connsiteY8" fmla="*/ 73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5" y="7345"/>
                  </a:moveTo>
                  <a:cubicBezTo>
                    <a:pt x="13509" y="7069"/>
                    <a:pt x="12728" y="7078"/>
                    <a:pt x="12233" y="7364"/>
                  </a:cubicBezTo>
                  <a:lnTo>
                    <a:pt x="7527" y="10088"/>
                  </a:lnTo>
                  <a:cubicBezTo>
                    <a:pt x="7032" y="10355"/>
                    <a:pt x="7013" y="10822"/>
                    <a:pt x="7489" y="11117"/>
                  </a:cubicBezTo>
                  <a:lnTo>
                    <a:pt x="13338" y="14651"/>
                  </a:lnTo>
                  <a:cubicBezTo>
                    <a:pt x="13804" y="14927"/>
                    <a:pt x="14585" y="14927"/>
                    <a:pt x="15071" y="14641"/>
                  </a:cubicBezTo>
                  <a:lnTo>
                    <a:pt x="19777" y="11917"/>
                  </a:lnTo>
                  <a:cubicBezTo>
                    <a:pt x="20281" y="11641"/>
                    <a:pt x="20300" y="11165"/>
                    <a:pt x="19834" y="10888"/>
                  </a:cubicBezTo>
                  <a:lnTo>
                    <a:pt x="13985" y="734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C72CAE1D-AADF-4748-8299-D5B6D2CEE461}"/>
                </a:ext>
              </a:extLst>
            </p:cNvPr>
            <p:cNvSpPr/>
            <p:nvPr/>
          </p:nvSpPr>
          <p:spPr>
            <a:xfrm>
              <a:off x="5114396" y="5370079"/>
              <a:ext cx="19050" cy="19050"/>
            </a:xfrm>
            <a:custGeom>
              <a:avLst/>
              <a:gdLst>
                <a:gd name="connsiteX0" fmla="*/ 13988 w 19050"/>
                <a:gd name="connsiteY0" fmla="*/ 7351 h 19050"/>
                <a:gd name="connsiteX1" fmla="*/ 12236 w 19050"/>
                <a:gd name="connsiteY1" fmla="*/ 7351 h 19050"/>
                <a:gd name="connsiteX2" fmla="*/ 7520 w 19050"/>
                <a:gd name="connsiteY2" fmla="*/ 10085 h 19050"/>
                <a:gd name="connsiteX3" fmla="*/ 7482 w 19050"/>
                <a:gd name="connsiteY3" fmla="*/ 11113 h 19050"/>
                <a:gd name="connsiteX4" fmla="*/ 13321 w 19050"/>
                <a:gd name="connsiteY4" fmla="*/ 14638 h 19050"/>
                <a:gd name="connsiteX5" fmla="*/ 15064 w 19050"/>
                <a:gd name="connsiteY5" fmla="*/ 14638 h 19050"/>
                <a:gd name="connsiteX6" fmla="*/ 19779 w 19050"/>
                <a:gd name="connsiteY6" fmla="*/ 11914 h 19050"/>
                <a:gd name="connsiteX7" fmla="*/ 19827 w 19050"/>
                <a:gd name="connsiteY7" fmla="*/ 10875 h 19050"/>
                <a:gd name="connsiteX8" fmla="*/ 13988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8" y="7351"/>
                  </a:moveTo>
                  <a:cubicBezTo>
                    <a:pt x="13512" y="7065"/>
                    <a:pt x="12721" y="7084"/>
                    <a:pt x="12236" y="7351"/>
                  </a:cubicBezTo>
                  <a:lnTo>
                    <a:pt x="7520" y="10085"/>
                  </a:lnTo>
                  <a:cubicBezTo>
                    <a:pt x="7044" y="10361"/>
                    <a:pt x="7006" y="10828"/>
                    <a:pt x="7482" y="11113"/>
                  </a:cubicBezTo>
                  <a:lnTo>
                    <a:pt x="13321" y="14638"/>
                  </a:lnTo>
                  <a:cubicBezTo>
                    <a:pt x="13788" y="14933"/>
                    <a:pt x="14578" y="14933"/>
                    <a:pt x="15064" y="14638"/>
                  </a:cubicBezTo>
                  <a:lnTo>
                    <a:pt x="19779" y="11914"/>
                  </a:lnTo>
                  <a:cubicBezTo>
                    <a:pt x="20265" y="11637"/>
                    <a:pt x="20294" y="11171"/>
                    <a:pt x="19827" y="10875"/>
                  </a:cubicBezTo>
                  <a:lnTo>
                    <a:pt x="13988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CC52950-22F0-4D90-A7E9-E33AD22BB768}"/>
                </a:ext>
              </a:extLst>
            </p:cNvPr>
            <p:cNvSpPr/>
            <p:nvPr/>
          </p:nvSpPr>
          <p:spPr>
            <a:xfrm>
              <a:off x="5122765" y="5375146"/>
              <a:ext cx="19050" cy="19050"/>
            </a:xfrm>
            <a:custGeom>
              <a:avLst/>
              <a:gdLst>
                <a:gd name="connsiteX0" fmla="*/ 13982 w 19050"/>
                <a:gd name="connsiteY0" fmla="*/ 7351 h 19050"/>
                <a:gd name="connsiteX1" fmla="*/ 12229 w 19050"/>
                <a:gd name="connsiteY1" fmla="*/ 7351 h 19050"/>
                <a:gd name="connsiteX2" fmla="*/ 7524 w 19050"/>
                <a:gd name="connsiteY2" fmla="*/ 10085 h 19050"/>
                <a:gd name="connsiteX3" fmla="*/ 7486 w 19050"/>
                <a:gd name="connsiteY3" fmla="*/ 11113 h 19050"/>
                <a:gd name="connsiteX4" fmla="*/ 13325 w 19050"/>
                <a:gd name="connsiteY4" fmla="*/ 14647 h 19050"/>
                <a:gd name="connsiteX5" fmla="*/ 15077 w 19050"/>
                <a:gd name="connsiteY5" fmla="*/ 14647 h 19050"/>
                <a:gd name="connsiteX6" fmla="*/ 19783 w 19050"/>
                <a:gd name="connsiteY6" fmla="*/ 11923 h 19050"/>
                <a:gd name="connsiteX7" fmla="*/ 19830 w 19050"/>
                <a:gd name="connsiteY7" fmla="*/ 10885 h 19050"/>
                <a:gd name="connsiteX8" fmla="*/ 13982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51"/>
                  </a:moveTo>
                  <a:cubicBezTo>
                    <a:pt x="13515" y="7075"/>
                    <a:pt x="12734" y="7075"/>
                    <a:pt x="12229" y="7351"/>
                  </a:cubicBezTo>
                  <a:lnTo>
                    <a:pt x="7524" y="10085"/>
                  </a:lnTo>
                  <a:cubicBezTo>
                    <a:pt x="7038" y="10351"/>
                    <a:pt x="7010" y="10818"/>
                    <a:pt x="7486" y="11113"/>
                  </a:cubicBezTo>
                  <a:lnTo>
                    <a:pt x="13325" y="14647"/>
                  </a:lnTo>
                  <a:cubicBezTo>
                    <a:pt x="13810" y="14933"/>
                    <a:pt x="14582" y="14914"/>
                    <a:pt x="15077" y="14647"/>
                  </a:cubicBezTo>
                  <a:lnTo>
                    <a:pt x="19783" y="11923"/>
                  </a:lnTo>
                  <a:cubicBezTo>
                    <a:pt x="20268" y="11628"/>
                    <a:pt x="20307" y="11171"/>
                    <a:pt x="19830" y="10885"/>
                  </a:cubicBezTo>
                  <a:lnTo>
                    <a:pt x="13982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14F8C021-3039-45C3-8A61-86E5E230094E}"/>
                </a:ext>
              </a:extLst>
            </p:cNvPr>
            <p:cNvSpPr/>
            <p:nvPr/>
          </p:nvSpPr>
          <p:spPr>
            <a:xfrm>
              <a:off x="5131133" y="5380202"/>
              <a:ext cx="19050" cy="19050"/>
            </a:xfrm>
            <a:custGeom>
              <a:avLst/>
              <a:gdLst>
                <a:gd name="connsiteX0" fmla="*/ 13987 w 19050"/>
                <a:gd name="connsiteY0" fmla="*/ 7353 h 19050"/>
                <a:gd name="connsiteX1" fmla="*/ 12234 w 19050"/>
                <a:gd name="connsiteY1" fmla="*/ 7363 h 19050"/>
                <a:gd name="connsiteX2" fmla="*/ 7529 w 19050"/>
                <a:gd name="connsiteY2" fmla="*/ 10087 h 19050"/>
                <a:gd name="connsiteX3" fmla="*/ 7481 w 19050"/>
                <a:gd name="connsiteY3" fmla="*/ 11116 h 19050"/>
                <a:gd name="connsiteX4" fmla="*/ 13320 w 19050"/>
                <a:gd name="connsiteY4" fmla="*/ 14640 h 19050"/>
                <a:gd name="connsiteX5" fmla="*/ 15073 w 19050"/>
                <a:gd name="connsiteY5" fmla="*/ 14659 h 19050"/>
                <a:gd name="connsiteX6" fmla="*/ 19778 w 19050"/>
                <a:gd name="connsiteY6" fmla="*/ 11916 h 19050"/>
                <a:gd name="connsiteX7" fmla="*/ 19835 w 19050"/>
                <a:gd name="connsiteY7" fmla="*/ 10887 h 19050"/>
                <a:gd name="connsiteX8" fmla="*/ 13987 w 19050"/>
                <a:gd name="connsiteY8" fmla="*/ 73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3"/>
                  </a:moveTo>
                  <a:cubicBezTo>
                    <a:pt x="13520" y="7068"/>
                    <a:pt x="12729" y="7077"/>
                    <a:pt x="12234" y="7363"/>
                  </a:cubicBezTo>
                  <a:lnTo>
                    <a:pt x="7529" y="10087"/>
                  </a:lnTo>
                  <a:cubicBezTo>
                    <a:pt x="7034" y="10363"/>
                    <a:pt x="7014" y="10830"/>
                    <a:pt x="7481" y="11116"/>
                  </a:cubicBezTo>
                  <a:lnTo>
                    <a:pt x="13320" y="14640"/>
                  </a:lnTo>
                  <a:cubicBezTo>
                    <a:pt x="13796" y="14935"/>
                    <a:pt x="14577" y="14935"/>
                    <a:pt x="15073" y="14659"/>
                  </a:cubicBezTo>
                  <a:lnTo>
                    <a:pt x="19778" y="11916"/>
                  </a:lnTo>
                  <a:cubicBezTo>
                    <a:pt x="20273" y="11649"/>
                    <a:pt x="20302" y="11182"/>
                    <a:pt x="19835" y="10887"/>
                  </a:cubicBezTo>
                  <a:lnTo>
                    <a:pt x="13987" y="7353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9CD82A2A-B39A-4E25-8B7A-C84283DB8BD1}"/>
                </a:ext>
              </a:extLst>
            </p:cNvPr>
            <p:cNvSpPr/>
            <p:nvPr/>
          </p:nvSpPr>
          <p:spPr>
            <a:xfrm>
              <a:off x="5139506" y="5385266"/>
              <a:ext cx="19050" cy="19050"/>
            </a:xfrm>
            <a:custGeom>
              <a:avLst/>
              <a:gdLst>
                <a:gd name="connsiteX0" fmla="*/ 13987 w 19050"/>
                <a:gd name="connsiteY0" fmla="*/ 7357 h 19050"/>
                <a:gd name="connsiteX1" fmla="*/ 12234 w 19050"/>
                <a:gd name="connsiteY1" fmla="*/ 7366 h 19050"/>
                <a:gd name="connsiteX2" fmla="*/ 7529 w 19050"/>
                <a:gd name="connsiteY2" fmla="*/ 10090 h 19050"/>
                <a:gd name="connsiteX3" fmla="*/ 7481 w 19050"/>
                <a:gd name="connsiteY3" fmla="*/ 11119 h 19050"/>
                <a:gd name="connsiteX4" fmla="*/ 13320 w 19050"/>
                <a:gd name="connsiteY4" fmla="*/ 14653 h 19050"/>
                <a:gd name="connsiteX5" fmla="*/ 15063 w 19050"/>
                <a:gd name="connsiteY5" fmla="*/ 14653 h 19050"/>
                <a:gd name="connsiteX6" fmla="*/ 19768 w 19050"/>
                <a:gd name="connsiteY6" fmla="*/ 11919 h 19050"/>
                <a:gd name="connsiteX7" fmla="*/ 19825 w 19050"/>
                <a:gd name="connsiteY7" fmla="*/ 10891 h 19050"/>
                <a:gd name="connsiteX8" fmla="*/ 13987 w 19050"/>
                <a:gd name="connsiteY8" fmla="*/ 735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7" y="7357"/>
                  </a:moveTo>
                  <a:cubicBezTo>
                    <a:pt x="13510" y="7071"/>
                    <a:pt x="12739" y="7071"/>
                    <a:pt x="12234" y="7366"/>
                  </a:cubicBezTo>
                  <a:lnTo>
                    <a:pt x="7529" y="10090"/>
                  </a:lnTo>
                  <a:cubicBezTo>
                    <a:pt x="7034" y="10367"/>
                    <a:pt x="7014" y="10843"/>
                    <a:pt x="7481" y="11119"/>
                  </a:cubicBezTo>
                  <a:lnTo>
                    <a:pt x="13320" y="14653"/>
                  </a:lnTo>
                  <a:cubicBezTo>
                    <a:pt x="13796" y="14920"/>
                    <a:pt x="14577" y="14920"/>
                    <a:pt x="15063" y="14653"/>
                  </a:cubicBezTo>
                  <a:lnTo>
                    <a:pt x="19768" y="11919"/>
                  </a:lnTo>
                  <a:cubicBezTo>
                    <a:pt x="20273" y="11643"/>
                    <a:pt x="20292" y="11176"/>
                    <a:pt x="19825" y="10891"/>
                  </a:cubicBezTo>
                  <a:lnTo>
                    <a:pt x="13987" y="7357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E5F931E-7500-4079-BFEC-765F8DE483DF}"/>
                </a:ext>
              </a:extLst>
            </p:cNvPr>
            <p:cNvSpPr/>
            <p:nvPr/>
          </p:nvSpPr>
          <p:spPr>
            <a:xfrm>
              <a:off x="5147870" y="5390340"/>
              <a:ext cx="19050" cy="19050"/>
            </a:xfrm>
            <a:custGeom>
              <a:avLst/>
              <a:gdLst>
                <a:gd name="connsiteX0" fmla="*/ 13995 w 19050"/>
                <a:gd name="connsiteY0" fmla="*/ 7350 h 19050"/>
                <a:gd name="connsiteX1" fmla="*/ 12233 w 19050"/>
                <a:gd name="connsiteY1" fmla="*/ 7359 h 19050"/>
                <a:gd name="connsiteX2" fmla="*/ 7528 w 19050"/>
                <a:gd name="connsiteY2" fmla="*/ 10083 h 19050"/>
                <a:gd name="connsiteX3" fmla="*/ 7489 w 19050"/>
                <a:gd name="connsiteY3" fmla="*/ 11112 h 19050"/>
                <a:gd name="connsiteX4" fmla="*/ 13328 w 19050"/>
                <a:gd name="connsiteY4" fmla="*/ 14656 h 19050"/>
                <a:gd name="connsiteX5" fmla="*/ 15081 w 19050"/>
                <a:gd name="connsiteY5" fmla="*/ 14656 h 19050"/>
                <a:gd name="connsiteX6" fmla="*/ 19777 w 19050"/>
                <a:gd name="connsiteY6" fmla="*/ 11922 h 19050"/>
                <a:gd name="connsiteX7" fmla="*/ 19824 w 19050"/>
                <a:gd name="connsiteY7" fmla="*/ 10883 h 19050"/>
                <a:gd name="connsiteX8" fmla="*/ 13995 w 19050"/>
                <a:gd name="connsiteY8" fmla="*/ 73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5" y="7350"/>
                  </a:moveTo>
                  <a:cubicBezTo>
                    <a:pt x="13509" y="7073"/>
                    <a:pt x="12738" y="7073"/>
                    <a:pt x="12233" y="7359"/>
                  </a:cubicBezTo>
                  <a:lnTo>
                    <a:pt x="7528" y="10083"/>
                  </a:lnTo>
                  <a:cubicBezTo>
                    <a:pt x="7032" y="10360"/>
                    <a:pt x="7013" y="10826"/>
                    <a:pt x="7489" y="11112"/>
                  </a:cubicBezTo>
                  <a:lnTo>
                    <a:pt x="13328" y="14656"/>
                  </a:lnTo>
                  <a:cubicBezTo>
                    <a:pt x="13785" y="14922"/>
                    <a:pt x="14586" y="14922"/>
                    <a:pt x="15081" y="14656"/>
                  </a:cubicBezTo>
                  <a:lnTo>
                    <a:pt x="19777" y="11922"/>
                  </a:lnTo>
                  <a:cubicBezTo>
                    <a:pt x="20281" y="11636"/>
                    <a:pt x="20291" y="11169"/>
                    <a:pt x="19824" y="10883"/>
                  </a:cubicBezTo>
                  <a:lnTo>
                    <a:pt x="13995" y="7350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2A4C425E-889A-450A-A0CD-F5B2F280E2E1}"/>
                </a:ext>
              </a:extLst>
            </p:cNvPr>
            <p:cNvSpPr/>
            <p:nvPr/>
          </p:nvSpPr>
          <p:spPr>
            <a:xfrm>
              <a:off x="5034480" y="5330271"/>
              <a:ext cx="19050" cy="19050"/>
            </a:xfrm>
            <a:custGeom>
              <a:avLst/>
              <a:gdLst>
                <a:gd name="connsiteX0" fmla="*/ 13989 w 19050"/>
                <a:gd name="connsiteY0" fmla="*/ 7355 h 19050"/>
                <a:gd name="connsiteX1" fmla="*/ 12256 w 19050"/>
                <a:gd name="connsiteY1" fmla="*/ 7355 h 19050"/>
                <a:gd name="connsiteX2" fmla="*/ 7541 w 19050"/>
                <a:gd name="connsiteY2" fmla="*/ 10069 h 19050"/>
                <a:gd name="connsiteX3" fmla="*/ 7484 w 19050"/>
                <a:gd name="connsiteY3" fmla="*/ 11098 h 19050"/>
                <a:gd name="connsiteX4" fmla="*/ 13332 w 19050"/>
                <a:gd name="connsiteY4" fmla="*/ 14632 h 19050"/>
                <a:gd name="connsiteX5" fmla="*/ 15075 w 19050"/>
                <a:gd name="connsiteY5" fmla="*/ 14632 h 19050"/>
                <a:gd name="connsiteX6" fmla="*/ 19790 w 19050"/>
                <a:gd name="connsiteY6" fmla="*/ 11908 h 19050"/>
                <a:gd name="connsiteX7" fmla="*/ 19828 w 19050"/>
                <a:gd name="connsiteY7" fmla="*/ 10888 h 19050"/>
                <a:gd name="connsiteX8" fmla="*/ 13989 w 19050"/>
                <a:gd name="connsiteY8" fmla="*/ 73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9" y="7355"/>
                  </a:moveTo>
                  <a:cubicBezTo>
                    <a:pt x="13504" y="7069"/>
                    <a:pt x="12732" y="7078"/>
                    <a:pt x="12256" y="7355"/>
                  </a:cubicBezTo>
                  <a:lnTo>
                    <a:pt x="7541" y="10069"/>
                  </a:lnTo>
                  <a:cubicBezTo>
                    <a:pt x="7036" y="10364"/>
                    <a:pt x="7007" y="10831"/>
                    <a:pt x="7484" y="11098"/>
                  </a:cubicBezTo>
                  <a:lnTo>
                    <a:pt x="13332" y="14632"/>
                  </a:lnTo>
                  <a:cubicBezTo>
                    <a:pt x="13799" y="14927"/>
                    <a:pt x="14580" y="14927"/>
                    <a:pt x="15075" y="14632"/>
                  </a:cubicBezTo>
                  <a:lnTo>
                    <a:pt x="19790" y="11908"/>
                  </a:lnTo>
                  <a:cubicBezTo>
                    <a:pt x="20276" y="11631"/>
                    <a:pt x="20304" y="11165"/>
                    <a:pt x="19828" y="10888"/>
                  </a:cubicBezTo>
                  <a:lnTo>
                    <a:pt x="13989" y="735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300FE36-DCA8-4D36-BEF3-E1DC7FDFFE88}"/>
                </a:ext>
              </a:extLst>
            </p:cNvPr>
            <p:cNvSpPr/>
            <p:nvPr/>
          </p:nvSpPr>
          <p:spPr>
            <a:xfrm>
              <a:off x="5042847" y="5335325"/>
              <a:ext cx="19050" cy="19050"/>
            </a:xfrm>
            <a:custGeom>
              <a:avLst/>
              <a:gdLst>
                <a:gd name="connsiteX0" fmla="*/ 13986 w 19050"/>
                <a:gd name="connsiteY0" fmla="*/ 7358 h 19050"/>
                <a:gd name="connsiteX1" fmla="*/ 12233 w 19050"/>
                <a:gd name="connsiteY1" fmla="*/ 7358 h 19050"/>
                <a:gd name="connsiteX2" fmla="*/ 7537 w 19050"/>
                <a:gd name="connsiteY2" fmla="*/ 10082 h 19050"/>
                <a:gd name="connsiteX3" fmla="*/ 7480 w 19050"/>
                <a:gd name="connsiteY3" fmla="*/ 11121 h 19050"/>
                <a:gd name="connsiteX4" fmla="*/ 13329 w 19050"/>
                <a:gd name="connsiteY4" fmla="*/ 14645 h 19050"/>
                <a:gd name="connsiteX5" fmla="*/ 15081 w 19050"/>
                <a:gd name="connsiteY5" fmla="*/ 14645 h 19050"/>
                <a:gd name="connsiteX6" fmla="*/ 19796 w 19050"/>
                <a:gd name="connsiteY6" fmla="*/ 11911 h 19050"/>
                <a:gd name="connsiteX7" fmla="*/ 19834 w 19050"/>
                <a:gd name="connsiteY7" fmla="*/ 10901 h 19050"/>
                <a:gd name="connsiteX8" fmla="*/ 13986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58"/>
                  </a:moveTo>
                  <a:cubicBezTo>
                    <a:pt x="13509" y="7072"/>
                    <a:pt x="12738" y="7072"/>
                    <a:pt x="12233" y="7358"/>
                  </a:cubicBezTo>
                  <a:lnTo>
                    <a:pt x="7537" y="10082"/>
                  </a:lnTo>
                  <a:cubicBezTo>
                    <a:pt x="7032" y="10368"/>
                    <a:pt x="7013" y="10825"/>
                    <a:pt x="7480" y="11121"/>
                  </a:cubicBezTo>
                  <a:lnTo>
                    <a:pt x="13329" y="14645"/>
                  </a:lnTo>
                  <a:cubicBezTo>
                    <a:pt x="13795" y="14921"/>
                    <a:pt x="14576" y="14921"/>
                    <a:pt x="15081" y="14645"/>
                  </a:cubicBezTo>
                  <a:lnTo>
                    <a:pt x="19796" y="11911"/>
                  </a:lnTo>
                  <a:cubicBezTo>
                    <a:pt x="20272" y="11635"/>
                    <a:pt x="20291" y="11168"/>
                    <a:pt x="19834" y="10901"/>
                  </a:cubicBezTo>
                  <a:lnTo>
                    <a:pt x="13986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79D66C39-8A30-46C5-9156-9A8CF3148839}"/>
                </a:ext>
              </a:extLst>
            </p:cNvPr>
            <p:cNvSpPr/>
            <p:nvPr/>
          </p:nvSpPr>
          <p:spPr>
            <a:xfrm>
              <a:off x="5051303" y="5340443"/>
              <a:ext cx="19050" cy="19050"/>
            </a:xfrm>
            <a:custGeom>
              <a:avLst/>
              <a:gdLst>
                <a:gd name="connsiteX0" fmla="*/ 13988 w 19050"/>
                <a:gd name="connsiteY0" fmla="*/ 7355 h 19050"/>
                <a:gd name="connsiteX1" fmla="*/ 12245 w 19050"/>
                <a:gd name="connsiteY1" fmla="*/ 7355 h 19050"/>
                <a:gd name="connsiteX2" fmla="*/ 7540 w 19050"/>
                <a:gd name="connsiteY2" fmla="*/ 10079 h 19050"/>
                <a:gd name="connsiteX3" fmla="*/ 7492 w 19050"/>
                <a:gd name="connsiteY3" fmla="*/ 11107 h 19050"/>
                <a:gd name="connsiteX4" fmla="*/ 13321 w 19050"/>
                <a:gd name="connsiteY4" fmla="*/ 14660 h 19050"/>
                <a:gd name="connsiteX5" fmla="*/ 15064 w 19050"/>
                <a:gd name="connsiteY5" fmla="*/ 14641 h 19050"/>
                <a:gd name="connsiteX6" fmla="*/ 19789 w 19050"/>
                <a:gd name="connsiteY6" fmla="*/ 11917 h 19050"/>
                <a:gd name="connsiteX7" fmla="*/ 19827 w 19050"/>
                <a:gd name="connsiteY7" fmla="*/ 10898 h 19050"/>
                <a:gd name="connsiteX8" fmla="*/ 13988 w 19050"/>
                <a:gd name="connsiteY8" fmla="*/ 73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8" y="7355"/>
                  </a:moveTo>
                  <a:cubicBezTo>
                    <a:pt x="13512" y="7069"/>
                    <a:pt x="12740" y="7078"/>
                    <a:pt x="12245" y="7355"/>
                  </a:cubicBezTo>
                  <a:lnTo>
                    <a:pt x="7540" y="10079"/>
                  </a:lnTo>
                  <a:cubicBezTo>
                    <a:pt x="7035" y="10364"/>
                    <a:pt x="7006" y="10831"/>
                    <a:pt x="7492" y="11107"/>
                  </a:cubicBezTo>
                  <a:lnTo>
                    <a:pt x="13321" y="14660"/>
                  </a:lnTo>
                  <a:cubicBezTo>
                    <a:pt x="13797" y="14927"/>
                    <a:pt x="14569" y="14927"/>
                    <a:pt x="15064" y="14641"/>
                  </a:cubicBezTo>
                  <a:lnTo>
                    <a:pt x="19789" y="11917"/>
                  </a:lnTo>
                  <a:cubicBezTo>
                    <a:pt x="20274" y="11631"/>
                    <a:pt x="20293" y="11165"/>
                    <a:pt x="19827" y="10898"/>
                  </a:cubicBezTo>
                  <a:lnTo>
                    <a:pt x="13988" y="7355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DCE14EC2-96BB-4085-8844-A4195FB9B69F}"/>
                </a:ext>
              </a:extLst>
            </p:cNvPr>
            <p:cNvSpPr/>
            <p:nvPr/>
          </p:nvSpPr>
          <p:spPr>
            <a:xfrm>
              <a:off x="5059664" y="5345514"/>
              <a:ext cx="19050" cy="19050"/>
            </a:xfrm>
            <a:custGeom>
              <a:avLst/>
              <a:gdLst>
                <a:gd name="connsiteX0" fmla="*/ 13999 w 19050"/>
                <a:gd name="connsiteY0" fmla="*/ 7351 h 19050"/>
                <a:gd name="connsiteX1" fmla="*/ 12246 w 19050"/>
                <a:gd name="connsiteY1" fmla="*/ 7351 h 19050"/>
                <a:gd name="connsiteX2" fmla="*/ 7541 w 19050"/>
                <a:gd name="connsiteY2" fmla="*/ 10075 h 19050"/>
                <a:gd name="connsiteX3" fmla="*/ 7484 w 19050"/>
                <a:gd name="connsiteY3" fmla="*/ 11104 h 19050"/>
                <a:gd name="connsiteX4" fmla="*/ 13323 w 19050"/>
                <a:gd name="connsiteY4" fmla="*/ 14638 h 19050"/>
                <a:gd name="connsiteX5" fmla="*/ 15075 w 19050"/>
                <a:gd name="connsiteY5" fmla="*/ 14638 h 19050"/>
                <a:gd name="connsiteX6" fmla="*/ 19790 w 19050"/>
                <a:gd name="connsiteY6" fmla="*/ 11913 h 19050"/>
                <a:gd name="connsiteX7" fmla="*/ 19828 w 19050"/>
                <a:gd name="connsiteY7" fmla="*/ 10894 h 19050"/>
                <a:gd name="connsiteX8" fmla="*/ 13999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9" y="7351"/>
                  </a:moveTo>
                  <a:cubicBezTo>
                    <a:pt x="13513" y="7075"/>
                    <a:pt x="12732" y="7075"/>
                    <a:pt x="12246" y="7351"/>
                  </a:cubicBezTo>
                  <a:lnTo>
                    <a:pt x="7541" y="10075"/>
                  </a:lnTo>
                  <a:cubicBezTo>
                    <a:pt x="7036" y="10370"/>
                    <a:pt x="7008" y="10828"/>
                    <a:pt x="7484" y="11104"/>
                  </a:cubicBezTo>
                  <a:lnTo>
                    <a:pt x="13323" y="14638"/>
                  </a:lnTo>
                  <a:cubicBezTo>
                    <a:pt x="13789" y="14923"/>
                    <a:pt x="14589" y="14923"/>
                    <a:pt x="15075" y="14638"/>
                  </a:cubicBezTo>
                  <a:lnTo>
                    <a:pt x="19790" y="11913"/>
                  </a:lnTo>
                  <a:cubicBezTo>
                    <a:pt x="20286" y="11637"/>
                    <a:pt x="20304" y="11161"/>
                    <a:pt x="19828" y="10894"/>
                  </a:cubicBezTo>
                  <a:lnTo>
                    <a:pt x="13999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9F0653-84F5-4713-998A-FB5AF25247D3}"/>
                </a:ext>
              </a:extLst>
            </p:cNvPr>
            <p:cNvSpPr/>
            <p:nvPr/>
          </p:nvSpPr>
          <p:spPr>
            <a:xfrm>
              <a:off x="5068040" y="5350580"/>
              <a:ext cx="57150" cy="38100"/>
            </a:xfrm>
            <a:custGeom>
              <a:avLst/>
              <a:gdLst>
                <a:gd name="connsiteX0" fmla="*/ 13986 w 57150"/>
                <a:gd name="connsiteY0" fmla="*/ 7362 h 38100"/>
                <a:gd name="connsiteX1" fmla="*/ 12243 w 57150"/>
                <a:gd name="connsiteY1" fmla="*/ 7362 h 38100"/>
                <a:gd name="connsiteX2" fmla="*/ 7538 w 57150"/>
                <a:gd name="connsiteY2" fmla="*/ 10076 h 38100"/>
                <a:gd name="connsiteX3" fmla="*/ 7480 w 57150"/>
                <a:gd name="connsiteY3" fmla="*/ 11114 h 38100"/>
                <a:gd name="connsiteX4" fmla="*/ 46819 w 57150"/>
                <a:gd name="connsiteY4" fmla="*/ 34917 h 38100"/>
                <a:gd name="connsiteX5" fmla="*/ 48562 w 57150"/>
                <a:gd name="connsiteY5" fmla="*/ 34908 h 38100"/>
                <a:gd name="connsiteX6" fmla="*/ 53277 w 57150"/>
                <a:gd name="connsiteY6" fmla="*/ 32193 h 38100"/>
                <a:gd name="connsiteX7" fmla="*/ 53324 w 57150"/>
                <a:gd name="connsiteY7" fmla="*/ 31165 h 38100"/>
                <a:gd name="connsiteX8" fmla="*/ 13986 w 57150"/>
                <a:gd name="connsiteY8" fmla="*/ 736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50" h="38100">
                  <a:moveTo>
                    <a:pt x="13986" y="7362"/>
                  </a:moveTo>
                  <a:cubicBezTo>
                    <a:pt x="13510" y="7066"/>
                    <a:pt x="12738" y="7076"/>
                    <a:pt x="12243" y="7362"/>
                  </a:cubicBezTo>
                  <a:lnTo>
                    <a:pt x="7538" y="10076"/>
                  </a:lnTo>
                  <a:cubicBezTo>
                    <a:pt x="7042" y="10362"/>
                    <a:pt x="7004" y="10819"/>
                    <a:pt x="7480" y="11114"/>
                  </a:cubicBezTo>
                  <a:lnTo>
                    <a:pt x="46819" y="34917"/>
                  </a:lnTo>
                  <a:cubicBezTo>
                    <a:pt x="47295" y="35203"/>
                    <a:pt x="48066" y="35203"/>
                    <a:pt x="48562" y="34908"/>
                  </a:cubicBezTo>
                  <a:lnTo>
                    <a:pt x="53277" y="32193"/>
                  </a:lnTo>
                  <a:cubicBezTo>
                    <a:pt x="53762" y="31917"/>
                    <a:pt x="53800" y="31441"/>
                    <a:pt x="53324" y="31165"/>
                  </a:cubicBezTo>
                  <a:lnTo>
                    <a:pt x="13986" y="7362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4B2F6DA3-6FA1-45E7-BCB1-B2B81F0D8F2F}"/>
                </a:ext>
              </a:extLst>
            </p:cNvPr>
            <p:cNvSpPr/>
            <p:nvPr/>
          </p:nvSpPr>
          <p:spPr>
            <a:xfrm>
              <a:off x="5109892" y="5375915"/>
              <a:ext cx="19050" cy="19050"/>
            </a:xfrm>
            <a:custGeom>
              <a:avLst/>
              <a:gdLst>
                <a:gd name="connsiteX0" fmla="*/ 13977 w 19050"/>
                <a:gd name="connsiteY0" fmla="*/ 7344 h 19050"/>
                <a:gd name="connsiteX1" fmla="*/ 12244 w 19050"/>
                <a:gd name="connsiteY1" fmla="*/ 7344 h 19050"/>
                <a:gd name="connsiteX2" fmla="*/ 7529 w 19050"/>
                <a:gd name="connsiteY2" fmla="*/ 10087 h 19050"/>
                <a:gd name="connsiteX3" fmla="*/ 7481 w 19050"/>
                <a:gd name="connsiteY3" fmla="*/ 11106 h 19050"/>
                <a:gd name="connsiteX4" fmla="*/ 13320 w 19050"/>
                <a:gd name="connsiteY4" fmla="*/ 14650 h 19050"/>
                <a:gd name="connsiteX5" fmla="*/ 15073 w 19050"/>
                <a:gd name="connsiteY5" fmla="*/ 14650 h 19050"/>
                <a:gd name="connsiteX6" fmla="*/ 19778 w 19050"/>
                <a:gd name="connsiteY6" fmla="*/ 11916 h 19050"/>
                <a:gd name="connsiteX7" fmla="*/ 19816 w 19050"/>
                <a:gd name="connsiteY7" fmla="*/ 10887 h 19050"/>
                <a:gd name="connsiteX8" fmla="*/ 13977 w 19050"/>
                <a:gd name="connsiteY8" fmla="*/ 73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77" y="7344"/>
                  </a:moveTo>
                  <a:cubicBezTo>
                    <a:pt x="13520" y="7077"/>
                    <a:pt x="12729" y="7077"/>
                    <a:pt x="12244" y="7344"/>
                  </a:cubicBezTo>
                  <a:lnTo>
                    <a:pt x="7529" y="10087"/>
                  </a:lnTo>
                  <a:cubicBezTo>
                    <a:pt x="7034" y="10363"/>
                    <a:pt x="7014" y="10820"/>
                    <a:pt x="7481" y="11106"/>
                  </a:cubicBezTo>
                  <a:lnTo>
                    <a:pt x="13320" y="14650"/>
                  </a:lnTo>
                  <a:cubicBezTo>
                    <a:pt x="13796" y="14926"/>
                    <a:pt x="14577" y="14926"/>
                    <a:pt x="15073" y="14650"/>
                  </a:cubicBezTo>
                  <a:lnTo>
                    <a:pt x="19778" y="11916"/>
                  </a:lnTo>
                  <a:cubicBezTo>
                    <a:pt x="20273" y="11640"/>
                    <a:pt x="20292" y="11173"/>
                    <a:pt x="19816" y="10887"/>
                  </a:cubicBezTo>
                  <a:lnTo>
                    <a:pt x="13977" y="73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BF6D5D08-A015-43A3-A9F8-D90D9698C57B}"/>
                </a:ext>
              </a:extLst>
            </p:cNvPr>
            <p:cNvSpPr/>
            <p:nvPr/>
          </p:nvSpPr>
          <p:spPr>
            <a:xfrm>
              <a:off x="5118266" y="5380988"/>
              <a:ext cx="19050" cy="19050"/>
            </a:xfrm>
            <a:custGeom>
              <a:avLst/>
              <a:gdLst>
                <a:gd name="connsiteX0" fmla="*/ 13986 w 19050"/>
                <a:gd name="connsiteY0" fmla="*/ 7358 h 19050"/>
                <a:gd name="connsiteX1" fmla="*/ 12243 w 19050"/>
                <a:gd name="connsiteY1" fmla="*/ 7358 h 19050"/>
                <a:gd name="connsiteX2" fmla="*/ 7537 w 19050"/>
                <a:gd name="connsiteY2" fmla="*/ 10073 h 19050"/>
                <a:gd name="connsiteX3" fmla="*/ 7480 w 19050"/>
                <a:gd name="connsiteY3" fmla="*/ 11101 h 19050"/>
                <a:gd name="connsiteX4" fmla="*/ 13319 w 19050"/>
                <a:gd name="connsiteY4" fmla="*/ 14635 h 19050"/>
                <a:gd name="connsiteX5" fmla="*/ 15071 w 19050"/>
                <a:gd name="connsiteY5" fmla="*/ 14626 h 19050"/>
                <a:gd name="connsiteX6" fmla="*/ 19777 w 19050"/>
                <a:gd name="connsiteY6" fmla="*/ 11911 h 19050"/>
                <a:gd name="connsiteX7" fmla="*/ 19815 w 19050"/>
                <a:gd name="connsiteY7" fmla="*/ 10882 h 19050"/>
                <a:gd name="connsiteX8" fmla="*/ 13986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6" y="7358"/>
                  </a:moveTo>
                  <a:cubicBezTo>
                    <a:pt x="13509" y="7072"/>
                    <a:pt x="12738" y="7072"/>
                    <a:pt x="12243" y="7358"/>
                  </a:cubicBezTo>
                  <a:lnTo>
                    <a:pt x="7537" y="10073"/>
                  </a:lnTo>
                  <a:cubicBezTo>
                    <a:pt x="7032" y="10368"/>
                    <a:pt x="7013" y="10825"/>
                    <a:pt x="7480" y="11101"/>
                  </a:cubicBezTo>
                  <a:lnTo>
                    <a:pt x="13319" y="14635"/>
                  </a:lnTo>
                  <a:cubicBezTo>
                    <a:pt x="13786" y="14931"/>
                    <a:pt x="14576" y="14921"/>
                    <a:pt x="15071" y="14626"/>
                  </a:cubicBezTo>
                  <a:lnTo>
                    <a:pt x="19777" y="11911"/>
                  </a:lnTo>
                  <a:cubicBezTo>
                    <a:pt x="20272" y="11635"/>
                    <a:pt x="20301" y="11168"/>
                    <a:pt x="19815" y="10882"/>
                  </a:cubicBezTo>
                  <a:lnTo>
                    <a:pt x="13986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02F06710-5918-43DC-9058-8297D1C49CAF}"/>
                </a:ext>
              </a:extLst>
            </p:cNvPr>
            <p:cNvSpPr/>
            <p:nvPr/>
          </p:nvSpPr>
          <p:spPr>
            <a:xfrm>
              <a:off x="5126630" y="5386043"/>
              <a:ext cx="19050" cy="19050"/>
            </a:xfrm>
            <a:custGeom>
              <a:avLst/>
              <a:gdLst>
                <a:gd name="connsiteX0" fmla="*/ 13984 w 19050"/>
                <a:gd name="connsiteY0" fmla="*/ 7351 h 19050"/>
                <a:gd name="connsiteX1" fmla="*/ 12241 w 19050"/>
                <a:gd name="connsiteY1" fmla="*/ 7351 h 19050"/>
                <a:gd name="connsiteX2" fmla="*/ 7536 w 19050"/>
                <a:gd name="connsiteY2" fmla="*/ 10075 h 19050"/>
                <a:gd name="connsiteX3" fmla="*/ 7488 w 19050"/>
                <a:gd name="connsiteY3" fmla="*/ 11113 h 19050"/>
                <a:gd name="connsiteX4" fmla="*/ 13327 w 19050"/>
                <a:gd name="connsiteY4" fmla="*/ 14647 h 19050"/>
                <a:gd name="connsiteX5" fmla="*/ 15080 w 19050"/>
                <a:gd name="connsiteY5" fmla="*/ 14638 h 19050"/>
                <a:gd name="connsiteX6" fmla="*/ 19785 w 19050"/>
                <a:gd name="connsiteY6" fmla="*/ 11923 h 19050"/>
                <a:gd name="connsiteX7" fmla="*/ 19823 w 19050"/>
                <a:gd name="connsiteY7" fmla="*/ 10904 h 19050"/>
                <a:gd name="connsiteX8" fmla="*/ 13984 w 19050"/>
                <a:gd name="connsiteY8" fmla="*/ 735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4" y="7351"/>
                  </a:moveTo>
                  <a:cubicBezTo>
                    <a:pt x="13518" y="7075"/>
                    <a:pt x="12736" y="7075"/>
                    <a:pt x="12241" y="7351"/>
                  </a:cubicBezTo>
                  <a:lnTo>
                    <a:pt x="7536" y="10075"/>
                  </a:lnTo>
                  <a:cubicBezTo>
                    <a:pt x="7031" y="10370"/>
                    <a:pt x="7012" y="10827"/>
                    <a:pt x="7488" y="11113"/>
                  </a:cubicBezTo>
                  <a:lnTo>
                    <a:pt x="13327" y="14647"/>
                  </a:lnTo>
                  <a:cubicBezTo>
                    <a:pt x="13794" y="14923"/>
                    <a:pt x="14575" y="14923"/>
                    <a:pt x="15080" y="14638"/>
                  </a:cubicBezTo>
                  <a:lnTo>
                    <a:pt x="19785" y="11923"/>
                  </a:lnTo>
                  <a:cubicBezTo>
                    <a:pt x="20280" y="11637"/>
                    <a:pt x="20290" y="11170"/>
                    <a:pt x="19823" y="10904"/>
                  </a:cubicBezTo>
                  <a:lnTo>
                    <a:pt x="13984" y="7351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96D5CDF-75C6-4E0B-8FC1-6D28F72F783F}"/>
                </a:ext>
              </a:extLst>
            </p:cNvPr>
            <p:cNvSpPr/>
            <p:nvPr/>
          </p:nvSpPr>
          <p:spPr>
            <a:xfrm>
              <a:off x="5135005" y="5391120"/>
              <a:ext cx="19050" cy="19050"/>
            </a:xfrm>
            <a:custGeom>
              <a:avLst/>
              <a:gdLst>
                <a:gd name="connsiteX0" fmla="*/ 13982 w 19050"/>
                <a:gd name="connsiteY0" fmla="*/ 7342 h 19050"/>
                <a:gd name="connsiteX1" fmla="*/ 12239 w 19050"/>
                <a:gd name="connsiteY1" fmla="*/ 7360 h 19050"/>
                <a:gd name="connsiteX2" fmla="*/ 7524 w 19050"/>
                <a:gd name="connsiteY2" fmla="*/ 10075 h 19050"/>
                <a:gd name="connsiteX3" fmla="*/ 7486 w 19050"/>
                <a:gd name="connsiteY3" fmla="*/ 11104 h 19050"/>
                <a:gd name="connsiteX4" fmla="*/ 13325 w 19050"/>
                <a:gd name="connsiteY4" fmla="*/ 14638 h 19050"/>
                <a:gd name="connsiteX5" fmla="*/ 15077 w 19050"/>
                <a:gd name="connsiteY5" fmla="*/ 14638 h 19050"/>
                <a:gd name="connsiteX6" fmla="*/ 19773 w 19050"/>
                <a:gd name="connsiteY6" fmla="*/ 11923 h 19050"/>
                <a:gd name="connsiteX7" fmla="*/ 19821 w 19050"/>
                <a:gd name="connsiteY7" fmla="*/ 10885 h 19050"/>
                <a:gd name="connsiteX8" fmla="*/ 13982 w 19050"/>
                <a:gd name="connsiteY8" fmla="*/ 73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82" y="7342"/>
                  </a:moveTo>
                  <a:cubicBezTo>
                    <a:pt x="13515" y="7075"/>
                    <a:pt x="12734" y="7075"/>
                    <a:pt x="12239" y="7360"/>
                  </a:cubicBezTo>
                  <a:lnTo>
                    <a:pt x="7524" y="10075"/>
                  </a:lnTo>
                  <a:cubicBezTo>
                    <a:pt x="7028" y="10370"/>
                    <a:pt x="7019" y="10828"/>
                    <a:pt x="7486" y="11104"/>
                  </a:cubicBezTo>
                  <a:lnTo>
                    <a:pt x="13325" y="14638"/>
                  </a:lnTo>
                  <a:cubicBezTo>
                    <a:pt x="13791" y="14933"/>
                    <a:pt x="14572" y="14933"/>
                    <a:pt x="15077" y="14638"/>
                  </a:cubicBezTo>
                  <a:lnTo>
                    <a:pt x="19773" y="11923"/>
                  </a:lnTo>
                  <a:cubicBezTo>
                    <a:pt x="20278" y="11637"/>
                    <a:pt x="20287" y="11170"/>
                    <a:pt x="19821" y="10885"/>
                  </a:cubicBezTo>
                  <a:lnTo>
                    <a:pt x="13982" y="7342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DFC31B2C-E451-4B3E-8BC8-35BA54536062}"/>
                </a:ext>
              </a:extLst>
            </p:cNvPr>
            <p:cNvSpPr/>
            <p:nvPr/>
          </p:nvSpPr>
          <p:spPr>
            <a:xfrm>
              <a:off x="5143369" y="5396180"/>
              <a:ext cx="19050" cy="19050"/>
            </a:xfrm>
            <a:custGeom>
              <a:avLst/>
              <a:gdLst>
                <a:gd name="connsiteX0" fmla="*/ 13990 w 19050"/>
                <a:gd name="connsiteY0" fmla="*/ 7358 h 19050"/>
                <a:gd name="connsiteX1" fmla="*/ 12238 w 19050"/>
                <a:gd name="connsiteY1" fmla="*/ 7358 h 19050"/>
                <a:gd name="connsiteX2" fmla="*/ 7532 w 19050"/>
                <a:gd name="connsiteY2" fmla="*/ 10082 h 19050"/>
                <a:gd name="connsiteX3" fmla="*/ 7485 w 19050"/>
                <a:gd name="connsiteY3" fmla="*/ 11111 h 19050"/>
                <a:gd name="connsiteX4" fmla="*/ 12019 w 19050"/>
                <a:gd name="connsiteY4" fmla="*/ 13845 h 19050"/>
                <a:gd name="connsiteX5" fmla="*/ 13762 w 19050"/>
                <a:gd name="connsiteY5" fmla="*/ 13845 h 19050"/>
                <a:gd name="connsiteX6" fmla="*/ 18477 w 19050"/>
                <a:gd name="connsiteY6" fmla="*/ 11120 h 19050"/>
                <a:gd name="connsiteX7" fmla="*/ 18524 w 19050"/>
                <a:gd name="connsiteY7" fmla="*/ 10092 h 19050"/>
                <a:gd name="connsiteX8" fmla="*/ 13990 w 19050"/>
                <a:gd name="connsiteY8" fmla="*/ 7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19050">
                  <a:moveTo>
                    <a:pt x="13990" y="7358"/>
                  </a:moveTo>
                  <a:cubicBezTo>
                    <a:pt x="13514" y="7072"/>
                    <a:pt x="12733" y="7072"/>
                    <a:pt x="12238" y="7358"/>
                  </a:cubicBezTo>
                  <a:lnTo>
                    <a:pt x="7532" y="10082"/>
                  </a:lnTo>
                  <a:cubicBezTo>
                    <a:pt x="7037" y="10368"/>
                    <a:pt x="7009" y="10825"/>
                    <a:pt x="7485" y="11111"/>
                  </a:cubicBezTo>
                  <a:lnTo>
                    <a:pt x="12019" y="13845"/>
                  </a:lnTo>
                  <a:cubicBezTo>
                    <a:pt x="12486" y="14130"/>
                    <a:pt x="13276" y="14121"/>
                    <a:pt x="13762" y="13845"/>
                  </a:cubicBezTo>
                  <a:lnTo>
                    <a:pt x="18477" y="11120"/>
                  </a:lnTo>
                  <a:cubicBezTo>
                    <a:pt x="18963" y="10835"/>
                    <a:pt x="18991" y="10378"/>
                    <a:pt x="18524" y="10092"/>
                  </a:cubicBezTo>
                  <a:lnTo>
                    <a:pt x="13990" y="7358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A93DF59-8AAC-4FF9-8008-E91A3E8AF37C}"/>
                </a:ext>
              </a:extLst>
            </p:cNvPr>
            <p:cNvSpPr/>
            <p:nvPr/>
          </p:nvSpPr>
          <p:spPr>
            <a:xfrm>
              <a:off x="5081598" y="5183625"/>
              <a:ext cx="19050" cy="95250"/>
            </a:xfrm>
            <a:custGeom>
              <a:avLst/>
              <a:gdLst>
                <a:gd name="connsiteX0" fmla="*/ 7144 w 19050"/>
                <a:gd name="connsiteY0" fmla="*/ 97050 h 95250"/>
                <a:gd name="connsiteX1" fmla="*/ 12964 w 19050"/>
                <a:gd name="connsiteY1" fmla="*/ 93650 h 95250"/>
                <a:gd name="connsiteX2" fmla="*/ 16450 w 19050"/>
                <a:gd name="connsiteY2" fmla="*/ 7144 h 95250"/>
                <a:gd name="connsiteX3" fmla="*/ 10621 w 19050"/>
                <a:gd name="connsiteY3" fmla="*/ 1053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95250">
                  <a:moveTo>
                    <a:pt x="7144" y="97050"/>
                  </a:moveTo>
                  <a:lnTo>
                    <a:pt x="12964" y="93650"/>
                  </a:lnTo>
                  <a:lnTo>
                    <a:pt x="16450" y="7144"/>
                  </a:lnTo>
                  <a:lnTo>
                    <a:pt x="10621" y="10535"/>
                  </a:lnTo>
                  <a:close/>
                </a:path>
              </a:pathLst>
            </a:custGeom>
            <a:solidFill>
              <a:srgbClr val="827C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146BC0-8283-4D77-BF58-6C297D7D5274}"/>
                </a:ext>
              </a:extLst>
            </p:cNvPr>
            <p:cNvSpPr/>
            <p:nvPr/>
          </p:nvSpPr>
          <p:spPr>
            <a:xfrm>
              <a:off x="5076859" y="5172692"/>
              <a:ext cx="152400" cy="209550"/>
            </a:xfrm>
            <a:custGeom>
              <a:avLst/>
              <a:gdLst>
                <a:gd name="connsiteX0" fmla="*/ 150024 w 152400"/>
                <a:gd name="connsiteY0" fmla="*/ 88714 h 209550"/>
                <a:gd name="connsiteX1" fmla="*/ 15198 w 152400"/>
                <a:gd name="connsiteY1" fmla="*/ 7638 h 209550"/>
                <a:gd name="connsiteX2" fmla="*/ 11550 w 152400"/>
                <a:gd name="connsiteY2" fmla="*/ 9724 h 209550"/>
                <a:gd name="connsiteX3" fmla="*/ 7149 w 152400"/>
                <a:gd name="connsiteY3" fmla="*/ 119156 h 209550"/>
                <a:gd name="connsiteX4" fmla="*/ 10454 w 152400"/>
                <a:gd name="connsiteY4" fmla="*/ 125424 h 209550"/>
                <a:gd name="connsiteX5" fmla="*/ 145271 w 152400"/>
                <a:gd name="connsiteY5" fmla="*/ 206500 h 209550"/>
                <a:gd name="connsiteX6" fmla="*/ 148919 w 152400"/>
                <a:gd name="connsiteY6" fmla="*/ 204405 h 209550"/>
                <a:gd name="connsiteX7" fmla="*/ 153329 w 152400"/>
                <a:gd name="connsiteY7" fmla="*/ 94963 h 209550"/>
                <a:gd name="connsiteX8" fmla="*/ 150024 w 152400"/>
                <a:gd name="connsiteY8" fmla="*/ 88714 h 209550"/>
                <a:gd name="connsiteX9" fmla="*/ 82368 w 152400"/>
                <a:gd name="connsiteY9" fmla="*/ 53996 h 209550"/>
                <a:gd name="connsiteX10" fmla="*/ 81130 w 152400"/>
                <a:gd name="connsiteY10" fmla="*/ 51681 h 209550"/>
                <a:gd name="connsiteX11" fmla="*/ 82501 w 152400"/>
                <a:gd name="connsiteY11" fmla="*/ 50919 h 209550"/>
                <a:gd name="connsiteX12" fmla="*/ 83720 w 152400"/>
                <a:gd name="connsiteY12" fmla="*/ 53234 h 209550"/>
                <a:gd name="connsiteX13" fmla="*/ 82368 w 152400"/>
                <a:gd name="connsiteY13" fmla="*/ 53996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400" h="209550">
                  <a:moveTo>
                    <a:pt x="150024" y="88714"/>
                  </a:moveTo>
                  <a:lnTo>
                    <a:pt x="15198" y="7638"/>
                  </a:lnTo>
                  <a:cubicBezTo>
                    <a:pt x="13274" y="6485"/>
                    <a:pt x="11645" y="7418"/>
                    <a:pt x="11550" y="9724"/>
                  </a:cubicBezTo>
                  <a:lnTo>
                    <a:pt x="7149" y="119156"/>
                  </a:lnTo>
                  <a:cubicBezTo>
                    <a:pt x="7044" y="121452"/>
                    <a:pt x="8530" y="124262"/>
                    <a:pt x="10454" y="125424"/>
                  </a:cubicBezTo>
                  <a:lnTo>
                    <a:pt x="145271" y="206500"/>
                  </a:lnTo>
                  <a:cubicBezTo>
                    <a:pt x="147195" y="207643"/>
                    <a:pt x="148814" y="206710"/>
                    <a:pt x="148919" y="204405"/>
                  </a:cubicBezTo>
                  <a:lnTo>
                    <a:pt x="153329" y="94963"/>
                  </a:lnTo>
                  <a:cubicBezTo>
                    <a:pt x="153424" y="92667"/>
                    <a:pt x="151938" y="89857"/>
                    <a:pt x="150024" y="88714"/>
                  </a:cubicBezTo>
                  <a:close/>
                  <a:moveTo>
                    <a:pt x="82368" y="53996"/>
                  </a:moveTo>
                  <a:cubicBezTo>
                    <a:pt x="81653" y="53577"/>
                    <a:pt x="81110" y="52538"/>
                    <a:pt x="81130" y="51681"/>
                  </a:cubicBezTo>
                  <a:cubicBezTo>
                    <a:pt x="81177" y="50834"/>
                    <a:pt x="81768" y="50491"/>
                    <a:pt x="82501" y="50919"/>
                  </a:cubicBezTo>
                  <a:cubicBezTo>
                    <a:pt x="83196" y="51338"/>
                    <a:pt x="83759" y="52386"/>
                    <a:pt x="83720" y="53234"/>
                  </a:cubicBezTo>
                  <a:cubicBezTo>
                    <a:pt x="83682" y="54091"/>
                    <a:pt x="83073" y="54424"/>
                    <a:pt x="82368" y="5399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03423FB-9575-4C7C-A0A2-0D839723D010}"/>
                </a:ext>
              </a:extLst>
            </p:cNvPr>
            <p:cNvSpPr/>
            <p:nvPr/>
          </p:nvSpPr>
          <p:spPr>
            <a:xfrm>
              <a:off x="5081601" y="5184012"/>
              <a:ext cx="142875" cy="180975"/>
            </a:xfrm>
            <a:custGeom>
              <a:avLst/>
              <a:gdLst>
                <a:gd name="connsiteX0" fmla="*/ 140157 w 142875"/>
                <a:gd name="connsiteY0" fmla="*/ 83061 h 180975"/>
                <a:gd name="connsiteX1" fmla="*/ 14875 w 142875"/>
                <a:gd name="connsiteY1" fmla="*/ 7728 h 180975"/>
                <a:gd name="connsiteX2" fmla="*/ 10626 w 142875"/>
                <a:gd name="connsiteY2" fmla="*/ 10157 h 180975"/>
                <a:gd name="connsiteX3" fmla="*/ 7150 w 142875"/>
                <a:gd name="connsiteY3" fmla="*/ 96672 h 180975"/>
                <a:gd name="connsiteX4" fmla="*/ 10998 w 142875"/>
                <a:gd name="connsiteY4" fmla="*/ 103978 h 180975"/>
                <a:gd name="connsiteX5" fmla="*/ 136290 w 142875"/>
                <a:gd name="connsiteY5" fmla="*/ 179311 h 180975"/>
                <a:gd name="connsiteX6" fmla="*/ 140538 w 142875"/>
                <a:gd name="connsiteY6" fmla="*/ 176892 h 180975"/>
                <a:gd name="connsiteX7" fmla="*/ 144015 w 142875"/>
                <a:gd name="connsiteY7" fmla="*/ 90395 h 180975"/>
                <a:gd name="connsiteX8" fmla="*/ 140157 w 142875"/>
                <a:gd name="connsiteY8" fmla="*/ 83061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875" h="180975">
                  <a:moveTo>
                    <a:pt x="140157" y="83061"/>
                  </a:moveTo>
                  <a:lnTo>
                    <a:pt x="14875" y="7728"/>
                  </a:lnTo>
                  <a:cubicBezTo>
                    <a:pt x="12637" y="6366"/>
                    <a:pt x="10722" y="7471"/>
                    <a:pt x="10626" y="10157"/>
                  </a:cubicBezTo>
                  <a:lnTo>
                    <a:pt x="7150" y="96672"/>
                  </a:lnTo>
                  <a:cubicBezTo>
                    <a:pt x="7026" y="99349"/>
                    <a:pt x="8779" y="102625"/>
                    <a:pt x="10998" y="103978"/>
                  </a:cubicBezTo>
                  <a:lnTo>
                    <a:pt x="136290" y="179311"/>
                  </a:lnTo>
                  <a:cubicBezTo>
                    <a:pt x="138538" y="180664"/>
                    <a:pt x="140433" y="179578"/>
                    <a:pt x="140538" y="176892"/>
                  </a:cubicBezTo>
                  <a:lnTo>
                    <a:pt x="144015" y="90395"/>
                  </a:lnTo>
                  <a:cubicBezTo>
                    <a:pt x="144129" y="87681"/>
                    <a:pt x="142395" y="84414"/>
                    <a:pt x="140157" y="83061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322A93D-708F-44A8-A80D-6A47332062F0}"/>
                </a:ext>
              </a:extLst>
            </p:cNvPr>
            <p:cNvSpPr/>
            <p:nvPr/>
          </p:nvSpPr>
          <p:spPr>
            <a:xfrm>
              <a:off x="5082360" y="5169261"/>
              <a:ext cx="152400" cy="209550"/>
            </a:xfrm>
            <a:custGeom>
              <a:avLst/>
              <a:gdLst>
                <a:gd name="connsiteX0" fmla="*/ 153571 w 152400"/>
                <a:gd name="connsiteY0" fmla="*/ 93793 h 209550"/>
                <a:gd name="connsiteX1" fmla="*/ 153486 w 152400"/>
                <a:gd name="connsiteY1" fmla="*/ 93383 h 209550"/>
                <a:gd name="connsiteX2" fmla="*/ 153457 w 152400"/>
                <a:gd name="connsiteY2" fmla="*/ 93250 h 209550"/>
                <a:gd name="connsiteX3" fmla="*/ 153438 w 152400"/>
                <a:gd name="connsiteY3" fmla="*/ 93164 h 209550"/>
                <a:gd name="connsiteX4" fmla="*/ 153276 w 152400"/>
                <a:gd name="connsiteY4" fmla="*/ 92659 h 209550"/>
                <a:gd name="connsiteX5" fmla="*/ 153162 w 152400"/>
                <a:gd name="connsiteY5" fmla="*/ 92335 h 209550"/>
                <a:gd name="connsiteX6" fmla="*/ 153153 w 152400"/>
                <a:gd name="connsiteY6" fmla="*/ 92326 h 209550"/>
                <a:gd name="connsiteX7" fmla="*/ 153029 w 152400"/>
                <a:gd name="connsiteY7" fmla="*/ 92021 h 209550"/>
                <a:gd name="connsiteX8" fmla="*/ 152752 w 152400"/>
                <a:gd name="connsiteY8" fmla="*/ 91450 h 209550"/>
                <a:gd name="connsiteX9" fmla="*/ 152743 w 152400"/>
                <a:gd name="connsiteY9" fmla="*/ 91430 h 209550"/>
                <a:gd name="connsiteX10" fmla="*/ 152733 w 152400"/>
                <a:gd name="connsiteY10" fmla="*/ 91392 h 209550"/>
                <a:gd name="connsiteX11" fmla="*/ 152372 w 152400"/>
                <a:gd name="connsiteY11" fmla="*/ 90783 h 209550"/>
                <a:gd name="connsiteX12" fmla="*/ 152276 w 152400"/>
                <a:gd name="connsiteY12" fmla="*/ 90649 h 209550"/>
                <a:gd name="connsiteX13" fmla="*/ 152219 w 152400"/>
                <a:gd name="connsiteY13" fmla="*/ 90583 h 209550"/>
                <a:gd name="connsiteX14" fmla="*/ 152133 w 152400"/>
                <a:gd name="connsiteY14" fmla="*/ 90459 h 209550"/>
                <a:gd name="connsiteX15" fmla="*/ 151724 w 152400"/>
                <a:gd name="connsiteY15" fmla="*/ 89935 h 209550"/>
                <a:gd name="connsiteX16" fmla="*/ 151619 w 152400"/>
                <a:gd name="connsiteY16" fmla="*/ 89802 h 209550"/>
                <a:gd name="connsiteX17" fmla="*/ 151486 w 152400"/>
                <a:gd name="connsiteY17" fmla="*/ 89668 h 209550"/>
                <a:gd name="connsiteX18" fmla="*/ 151181 w 152400"/>
                <a:gd name="connsiteY18" fmla="*/ 89373 h 209550"/>
                <a:gd name="connsiteX19" fmla="*/ 150981 w 152400"/>
                <a:gd name="connsiteY19" fmla="*/ 89183 h 209550"/>
                <a:gd name="connsiteX20" fmla="*/ 150333 w 152400"/>
                <a:gd name="connsiteY20" fmla="*/ 88716 h 209550"/>
                <a:gd name="connsiteX21" fmla="*/ 15507 w 152400"/>
                <a:gd name="connsiteY21" fmla="*/ 7639 h 209550"/>
                <a:gd name="connsiteX22" fmla="*/ 14859 w 152400"/>
                <a:gd name="connsiteY22" fmla="*/ 7334 h 209550"/>
                <a:gd name="connsiteX23" fmla="*/ 14030 w 152400"/>
                <a:gd name="connsiteY23" fmla="*/ 7144 h 209550"/>
                <a:gd name="connsiteX24" fmla="*/ 13583 w 152400"/>
                <a:gd name="connsiteY24" fmla="*/ 7173 h 209550"/>
                <a:gd name="connsiteX25" fmla="*/ 13545 w 152400"/>
                <a:gd name="connsiteY25" fmla="*/ 7191 h 209550"/>
                <a:gd name="connsiteX26" fmla="*/ 13506 w 152400"/>
                <a:gd name="connsiteY26" fmla="*/ 7191 h 209550"/>
                <a:gd name="connsiteX27" fmla="*/ 13373 w 152400"/>
                <a:gd name="connsiteY27" fmla="*/ 7220 h 209550"/>
                <a:gd name="connsiteX28" fmla="*/ 13183 w 152400"/>
                <a:gd name="connsiteY28" fmla="*/ 7287 h 209550"/>
                <a:gd name="connsiteX29" fmla="*/ 12992 w 152400"/>
                <a:gd name="connsiteY29" fmla="*/ 7382 h 209550"/>
                <a:gd name="connsiteX30" fmla="*/ 12973 w 152400"/>
                <a:gd name="connsiteY30" fmla="*/ 7391 h 209550"/>
                <a:gd name="connsiteX31" fmla="*/ 7144 w 152400"/>
                <a:gd name="connsiteY31" fmla="*/ 10792 h 209550"/>
                <a:gd name="connsiteX32" fmla="*/ 7668 w 152400"/>
                <a:gd name="connsiteY32" fmla="*/ 10601 h 209550"/>
                <a:gd name="connsiteX33" fmla="*/ 7687 w 152400"/>
                <a:gd name="connsiteY33" fmla="*/ 10573 h 209550"/>
                <a:gd name="connsiteX34" fmla="*/ 8277 w 152400"/>
                <a:gd name="connsiteY34" fmla="*/ 10544 h 209550"/>
                <a:gd name="connsiteX35" fmla="*/ 8325 w 152400"/>
                <a:gd name="connsiteY35" fmla="*/ 10544 h 209550"/>
                <a:gd name="connsiteX36" fmla="*/ 8906 w 152400"/>
                <a:gd name="connsiteY36" fmla="*/ 10687 h 209550"/>
                <a:gd name="connsiteX37" fmla="*/ 9677 w 152400"/>
                <a:gd name="connsiteY37" fmla="*/ 11039 h 209550"/>
                <a:gd name="connsiteX38" fmla="*/ 144504 w 152400"/>
                <a:gd name="connsiteY38" fmla="*/ 92116 h 209550"/>
                <a:gd name="connsiteX39" fmla="*/ 145142 w 152400"/>
                <a:gd name="connsiteY39" fmla="*/ 92583 h 209550"/>
                <a:gd name="connsiteX40" fmla="*/ 145342 w 152400"/>
                <a:gd name="connsiteY40" fmla="*/ 92774 h 209550"/>
                <a:gd name="connsiteX41" fmla="*/ 145780 w 152400"/>
                <a:gd name="connsiteY41" fmla="*/ 93202 h 209550"/>
                <a:gd name="connsiteX42" fmla="*/ 145904 w 152400"/>
                <a:gd name="connsiteY42" fmla="*/ 93345 h 209550"/>
                <a:gd name="connsiteX43" fmla="*/ 146390 w 152400"/>
                <a:gd name="connsiteY43" fmla="*/ 93974 h 209550"/>
                <a:gd name="connsiteX44" fmla="*/ 146447 w 152400"/>
                <a:gd name="connsiteY44" fmla="*/ 94040 h 209550"/>
                <a:gd name="connsiteX45" fmla="*/ 146904 w 152400"/>
                <a:gd name="connsiteY45" fmla="*/ 94812 h 209550"/>
                <a:gd name="connsiteX46" fmla="*/ 146933 w 152400"/>
                <a:gd name="connsiteY46" fmla="*/ 94840 h 209550"/>
                <a:gd name="connsiteX47" fmla="*/ 147304 w 152400"/>
                <a:gd name="connsiteY47" fmla="*/ 95679 h 209550"/>
                <a:gd name="connsiteX48" fmla="*/ 147314 w 152400"/>
                <a:gd name="connsiteY48" fmla="*/ 95698 h 209550"/>
                <a:gd name="connsiteX49" fmla="*/ 147590 w 152400"/>
                <a:gd name="connsiteY49" fmla="*/ 96555 h 209550"/>
                <a:gd name="connsiteX50" fmla="*/ 147609 w 152400"/>
                <a:gd name="connsiteY50" fmla="*/ 96650 h 209550"/>
                <a:gd name="connsiteX51" fmla="*/ 147771 w 152400"/>
                <a:gd name="connsiteY51" fmla="*/ 97422 h 209550"/>
                <a:gd name="connsiteX52" fmla="*/ 147780 w 152400"/>
                <a:gd name="connsiteY52" fmla="*/ 97555 h 209550"/>
                <a:gd name="connsiteX53" fmla="*/ 147818 w 152400"/>
                <a:gd name="connsiteY53" fmla="*/ 98384 h 209550"/>
                <a:gd name="connsiteX54" fmla="*/ 143408 w 152400"/>
                <a:gd name="connsiteY54" fmla="*/ 207826 h 209550"/>
                <a:gd name="connsiteX55" fmla="*/ 142294 w 152400"/>
                <a:gd name="connsiteY55" fmla="*/ 210169 h 209550"/>
                <a:gd name="connsiteX56" fmla="*/ 148114 w 152400"/>
                <a:gd name="connsiteY56" fmla="*/ 206759 h 209550"/>
                <a:gd name="connsiteX57" fmla="*/ 149247 w 152400"/>
                <a:gd name="connsiteY57" fmla="*/ 204435 h 209550"/>
                <a:gd name="connsiteX58" fmla="*/ 153648 w 152400"/>
                <a:gd name="connsiteY58" fmla="*/ 95002 h 209550"/>
                <a:gd name="connsiteX59" fmla="*/ 153610 w 152400"/>
                <a:gd name="connsiteY59" fmla="*/ 94202 h 209550"/>
                <a:gd name="connsiteX60" fmla="*/ 153571 w 152400"/>
                <a:gd name="connsiteY60" fmla="*/ 9379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400" h="209550">
                  <a:moveTo>
                    <a:pt x="153571" y="93793"/>
                  </a:moveTo>
                  <a:cubicBezTo>
                    <a:pt x="153562" y="93650"/>
                    <a:pt x="153524" y="93517"/>
                    <a:pt x="153486" y="93383"/>
                  </a:cubicBezTo>
                  <a:cubicBezTo>
                    <a:pt x="153467" y="93316"/>
                    <a:pt x="153467" y="93288"/>
                    <a:pt x="153457" y="93250"/>
                  </a:cubicBezTo>
                  <a:cubicBezTo>
                    <a:pt x="153448" y="93221"/>
                    <a:pt x="153448" y="93202"/>
                    <a:pt x="153438" y="93164"/>
                  </a:cubicBezTo>
                  <a:cubicBezTo>
                    <a:pt x="153419" y="93107"/>
                    <a:pt x="153314" y="92764"/>
                    <a:pt x="153276" y="92659"/>
                  </a:cubicBezTo>
                  <a:cubicBezTo>
                    <a:pt x="153248" y="92545"/>
                    <a:pt x="153200" y="92440"/>
                    <a:pt x="153162" y="92335"/>
                  </a:cubicBezTo>
                  <a:lnTo>
                    <a:pt x="153153" y="92326"/>
                  </a:lnTo>
                  <a:cubicBezTo>
                    <a:pt x="153153" y="92326"/>
                    <a:pt x="153057" y="92126"/>
                    <a:pt x="153029" y="92021"/>
                  </a:cubicBezTo>
                  <a:cubicBezTo>
                    <a:pt x="152981" y="91926"/>
                    <a:pt x="152800" y="91535"/>
                    <a:pt x="152752" y="91450"/>
                  </a:cubicBezTo>
                  <a:lnTo>
                    <a:pt x="152743" y="91430"/>
                  </a:lnTo>
                  <a:cubicBezTo>
                    <a:pt x="152743" y="91430"/>
                    <a:pt x="152733" y="91412"/>
                    <a:pt x="152733" y="91392"/>
                  </a:cubicBezTo>
                  <a:cubicBezTo>
                    <a:pt x="152676" y="91297"/>
                    <a:pt x="152438" y="90888"/>
                    <a:pt x="152372" y="90783"/>
                  </a:cubicBezTo>
                  <a:cubicBezTo>
                    <a:pt x="152333" y="90745"/>
                    <a:pt x="152305" y="90707"/>
                    <a:pt x="152276" y="90649"/>
                  </a:cubicBezTo>
                  <a:cubicBezTo>
                    <a:pt x="152257" y="90621"/>
                    <a:pt x="152248" y="90602"/>
                    <a:pt x="152219" y="90583"/>
                  </a:cubicBezTo>
                  <a:cubicBezTo>
                    <a:pt x="152190" y="90535"/>
                    <a:pt x="152162" y="90488"/>
                    <a:pt x="152133" y="90459"/>
                  </a:cubicBezTo>
                  <a:cubicBezTo>
                    <a:pt x="152038" y="90326"/>
                    <a:pt x="151781" y="89992"/>
                    <a:pt x="151724" y="89935"/>
                  </a:cubicBezTo>
                  <a:cubicBezTo>
                    <a:pt x="151686" y="89897"/>
                    <a:pt x="151657" y="89859"/>
                    <a:pt x="151619" y="89802"/>
                  </a:cubicBezTo>
                  <a:cubicBezTo>
                    <a:pt x="151571" y="89764"/>
                    <a:pt x="151524" y="89706"/>
                    <a:pt x="151486" y="89668"/>
                  </a:cubicBezTo>
                  <a:cubicBezTo>
                    <a:pt x="151381" y="89554"/>
                    <a:pt x="151286" y="89468"/>
                    <a:pt x="151181" y="89373"/>
                  </a:cubicBezTo>
                  <a:cubicBezTo>
                    <a:pt x="151104" y="89316"/>
                    <a:pt x="151047" y="89249"/>
                    <a:pt x="150981" y="89183"/>
                  </a:cubicBezTo>
                  <a:cubicBezTo>
                    <a:pt x="150771" y="89021"/>
                    <a:pt x="150543" y="88859"/>
                    <a:pt x="150333" y="88716"/>
                  </a:cubicBezTo>
                  <a:lnTo>
                    <a:pt x="15507" y="7639"/>
                  </a:lnTo>
                  <a:cubicBezTo>
                    <a:pt x="15335" y="7544"/>
                    <a:pt x="14907" y="7353"/>
                    <a:pt x="14859" y="7334"/>
                  </a:cubicBezTo>
                  <a:cubicBezTo>
                    <a:pt x="14821" y="7325"/>
                    <a:pt x="14068" y="7153"/>
                    <a:pt x="14030" y="7144"/>
                  </a:cubicBezTo>
                  <a:cubicBezTo>
                    <a:pt x="13954" y="7144"/>
                    <a:pt x="13649" y="7163"/>
                    <a:pt x="13583" y="7173"/>
                  </a:cubicBezTo>
                  <a:cubicBezTo>
                    <a:pt x="13573" y="7173"/>
                    <a:pt x="13545" y="7182"/>
                    <a:pt x="13545" y="7191"/>
                  </a:cubicBezTo>
                  <a:cubicBezTo>
                    <a:pt x="13545" y="7191"/>
                    <a:pt x="13516" y="7191"/>
                    <a:pt x="13506" y="7191"/>
                  </a:cubicBezTo>
                  <a:cubicBezTo>
                    <a:pt x="13459" y="7201"/>
                    <a:pt x="13421" y="7211"/>
                    <a:pt x="13373" y="7220"/>
                  </a:cubicBezTo>
                  <a:cubicBezTo>
                    <a:pt x="13306" y="7230"/>
                    <a:pt x="13249" y="7268"/>
                    <a:pt x="13183" y="7287"/>
                  </a:cubicBezTo>
                  <a:cubicBezTo>
                    <a:pt x="13116" y="7325"/>
                    <a:pt x="13059" y="7353"/>
                    <a:pt x="12992" y="7382"/>
                  </a:cubicBezTo>
                  <a:cubicBezTo>
                    <a:pt x="12983" y="7391"/>
                    <a:pt x="12973" y="7391"/>
                    <a:pt x="12973" y="7391"/>
                  </a:cubicBezTo>
                  <a:lnTo>
                    <a:pt x="7144" y="10792"/>
                  </a:lnTo>
                  <a:cubicBezTo>
                    <a:pt x="7306" y="10697"/>
                    <a:pt x="7468" y="10630"/>
                    <a:pt x="7668" y="10601"/>
                  </a:cubicBezTo>
                  <a:cubicBezTo>
                    <a:pt x="7677" y="10573"/>
                    <a:pt x="7687" y="10573"/>
                    <a:pt x="7687" y="10573"/>
                  </a:cubicBezTo>
                  <a:cubicBezTo>
                    <a:pt x="7877" y="10535"/>
                    <a:pt x="8068" y="10525"/>
                    <a:pt x="8277" y="10544"/>
                  </a:cubicBezTo>
                  <a:lnTo>
                    <a:pt x="8325" y="10544"/>
                  </a:lnTo>
                  <a:cubicBezTo>
                    <a:pt x="8515" y="10563"/>
                    <a:pt x="8706" y="10630"/>
                    <a:pt x="8906" y="10687"/>
                  </a:cubicBezTo>
                  <a:cubicBezTo>
                    <a:pt x="8944" y="10697"/>
                    <a:pt x="9458" y="10897"/>
                    <a:pt x="9677" y="11039"/>
                  </a:cubicBezTo>
                  <a:lnTo>
                    <a:pt x="144504" y="92116"/>
                  </a:lnTo>
                  <a:cubicBezTo>
                    <a:pt x="144713" y="92250"/>
                    <a:pt x="144932" y="92402"/>
                    <a:pt x="145142" y="92583"/>
                  </a:cubicBezTo>
                  <a:cubicBezTo>
                    <a:pt x="145218" y="92650"/>
                    <a:pt x="145285" y="92716"/>
                    <a:pt x="145342" y="92774"/>
                  </a:cubicBezTo>
                  <a:cubicBezTo>
                    <a:pt x="145504" y="92907"/>
                    <a:pt x="145637" y="93050"/>
                    <a:pt x="145780" y="93202"/>
                  </a:cubicBezTo>
                  <a:cubicBezTo>
                    <a:pt x="145818" y="93240"/>
                    <a:pt x="145866" y="93288"/>
                    <a:pt x="145904" y="93345"/>
                  </a:cubicBezTo>
                  <a:cubicBezTo>
                    <a:pt x="146075" y="93545"/>
                    <a:pt x="146237" y="93755"/>
                    <a:pt x="146390" y="93974"/>
                  </a:cubicBezTo>
                  <a:cubicBezTo>
                    <a:pt x="146418" y="93993"/>
                    <a:pt x="146428" y="94021"/>
                    <a:pt x="146447" y="94040"/>
                  </a:cubicBezTo>
                  <a:cubicBezTo>
                    <a:pt x="146618" y="94279"/>
                    <a:pt x="146771" y="94545"/>
                    <a:pt x="146904" y="94812"/>
                  </a:cubicBezTo>
                  <a:lnTo>
                    <a:pt x="146933" y="94840"/>
                  </a:lnTo>
                  <a:cubicBezTo>
                    <a:pt x="147066" y="95107"/>
                    <a:pt x="147199" y="95403"/>
                    <a:pt x="147304" y="95679"/>
                  </a:cubicBezTo>
                  <a:lnTo>
                    <a:pt x="147314" y="95698"/>
                  </a:lnTo>
                  <a:cubicBezTo>
                    <a:pt x="147428" y="95983"/>
                    <a:pt x="147514" y="96269"/>
                    <a:pt x="147590" y="96555"/>
                  </a:cubicBezTo>
                  <a:cubicBezTo>
                    <a:pt x="147599" y="96584"/>
                    <a:pt x="147609" y="96603"/>
                    <a:pt x="147609" y="96650"/>
                  </a:cubicBezTo>
                  <a:cubicBezTo>
                    <a:pt x="147676" y="96898"/>
                    <a:pt x="147733" y="97174"/>
                    <a:pt x="147771" y="97422"/>
                  </a:cubicBezTo>
                  <a:cubicBezTo>
                    <a:pt x="147771" y="97422"/>
                    <a:pt x="147780" y="97527"/>
                    <a:pt x="147780" y="97555"/>
                  </a:cubicBezTo>
                  <a:cubicBezTo>
                    <a:pt x="147809" y="97831"/>
                    <a:pt x="147828" y="98127"/>
                    <a:pt x="147818" y="98384"/>
                  </a:cubicBezTo>
                  <a:lnTo>
                    <a:pt x="143408" y="207826"/>
                  </a:lnTo>
                  <a:cubicBezTo>
                    <a:pt x="143361" y="208979"/>
                    <a:pt x="142942" y="209788"/>
                    <a:pt x="142294" y="210169"/>
                  </a:cubicBezTo>
                  <a:lnTo>
                    <a:pt x="148114" y="206759"/>
                  </a:lnTo>
                  <a:cubicBezTo>
                    <a:pt x="148771" y="206378"/>
                    <a:pt x="149180" y="205578"/>
                    <a:pt x="149247" y="204435"/>
                  </a:cubicBezTo>
                  <a:lnTo>
                    <a:pt x="153648" y="95002"/>
                  </a:lnTo>
                  <a:cubicBezTo>
                    <a:pt x="153657" y="94764"/>
                    <a:pt x="153610" y="94202"/>
                    <a:pt x="153610" y="94202"/>
                  </a:cubicBezTo>
                  <a:cubicBezTo>
                    <a:pt x="153619" y="94126"/>
                    <a:pt x="153591" y="93879"/>
                    <a:pt x="153571" y="93793"/>
                  </a:cubicBez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B4736BA-7E03-4D56-9B38-4524E39B209D}"/>
                </a:ext>
              </a:extLst>
            </p:cNvPr>
            <p:cNvSpPr/>
            <p:nvPr/>
          </p:nvSpPr>
          <p:spPr>
            <a:xfrm>
              <a:off x="5017654" y="5377368"/>
              <a:ext cx="57150" cy="47625"/>
            </a:xfrm>
            <a:custGeom>
              <a:avLst/>
              <a:gdLst>
                <a:gd name="connsiteX0" fmla="*/ 40350 w 57150"/>
                <a:gd name="connsiteY0" fmla="*/ 12968 h 47625"/>
                <a:gd name="connsiteX1" fmla="*/ 21100 w 57150"/>
                <a:gd name="connsiteY1" fmla="*/ 9215 h 47625"/>
                <a:gd name="connsiteX2" fmla="*/ 9441 w 57150"/>
                <a:gd name="connsiteY2" fmla="*/ 13511 h 47625"/>
                <a:gd name="connsiteX3" fmla="*/ 12346 w 57150"/>
                <a:gd name="connsiteY3" fmla="*/ 24427 h 47625"/>
                <a:gd name="connsiteX4" fmla="*/ 37112 w 57150"/>
                <a:gd name="connsiteY4" fmla="*/ 39610 h 47625"/>
                <a:gd name="connsiteX5" fmla="*/ 46094 w 57150"/>
                <a:gd name="connsiteY5" fmla="*/ 37686 h 47625"/>
                <a:gd name="connsiteX6" fmla="*/ 48704 w 57150"/>
                <a:gd name="connsiteY6" fmla="*/ 33352 h 47625"/>
                <a:gd name="connsiteX7" fmla="*/ 50466 w 57150"/>
                <a:gd name="connsiteY7" fmla="*/ 19016 h 47625"/>
                <a:gd name="connsiteX8" fmla="*/ 40350 w 57150"/>
                <a:gd name="connsiteY8" fmla="*/ 129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50" h="47625">
                  <a:moveTo>
                    <a:pt x="40350" y="12968"/>
                  </a:moveTo>
                  <a:cubicBezTo>
                    <a:pt x="42436" y="8672"/>
                    <a:pt x="37207" y="4529"/>
                    <a:pt x="21100" y="9215"/>
                  </a:cubicBezTo>
                  <a:cubicBezTo>
                    <a:pt x="20786" y="9311"/>
                    <a:pt x="14328" y="11406"/>
                    <a:pt x="9441" y="13511"/>
                  </a:cubicBezTo>
                  <a:cubicBezTo>
                    <a:pt x="4812" y="15492"/>
                    <a:pt x="7898" y="22074"/>
                    <a:pt x="12346" y="24427"/>
                  </a:cubicBezTo>
                  <a:cubicBezTo>
                    <a:pt x="20938" y="28989"/>
                    <a:pt x="29377" y="33866"/>
                    <a:pt x="37112" y="39610"/>
                  </a:cubicBezTo>
                  <a:cubicBezTo>
                    <a:pt x="40102" y="41829"/>
                    <a:pt x="44331" y="40972"/>
                    <a:pt x="46094" y="37686"/>
                  </a:cubicBezTo>
                  <a:cubicBezTo>
                    <a:pt x="47141" y="35752"/>
                    <a:pt x="47770" y="33380"/>
                    <a:pt x="48704" y="33352"/>
                  </a:cubicBezTo>
                  <a:cubicBezTo>
                    <a:pt x="51599" y="33266"/>
                    <a:pt x="53218" y="21931"/>
                    <a:pt x="50466" y="19016"/>
                  </a:cubicBezTo>
                  <a:cubicBezTo>
                    <a:pt x="51551" y="14492"/>
                    <a:pt x="39855" y="14016"/>
                    <a:pt x="40350" y="12968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48913C03-2763-4B21-8769-F4D165D90A75}"/>
                </a:ext>
              </a:extLst>
            </p:cNvPr>
            <p:cNvSpPr/>
            <p:nvPr/>
          </p:nvSpPr>
          <p:spPr>
            <a:xfrm>
              <a:off x="5942863" y="2366193"/>
              <a:ext cx="314325" cy="266700"/>
            </a:xfrm>
            <a:custGeom>
              <a:avLst/>
              <a:gdLst>
                <a:gd name="connsiteX0" fmla="*/ 102026 w 314325"/>
                <a:gd name="connsiteY0" fmla="*/ 7367 h 266700"/>
                <a:gd name="connsiteX1" fmla="*/ 18911 w 314325"/>
                <a:gd name="connsiteY1" fmla="*/ 141564 h 266700"/>
                <a:gd name="connsiteX2" fmla="*/ 219803 w 314325"/>
                <a:gd name="connsiteY2" fmla="*/ 260817 h 266700"/>
                <a:gd name="connsiteX3" fmla="*/ 302928 w 314325"/>
                <a:gd name="connsiteY3" fmla="*/ 126619 h 266700"/>
                <a:gd name="connsiteX4" fmla="*/ 102026 w 314325"/>
                <a:gd name="connsiteY4" fmla="*/ 7367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266700">
                  <a:moveTo>
                    <a:pt x="102026" y="7367"/>
                  </a:moveTo>
                  <a:cubicBezTo>
                    <a:pt x="23607" y="11510"/>
                    <a:pt x="-13617" y="71575"/>
                    <a:pt x="18911" y="141564"/>
                  </a:cubicBezTo>
                  <a:cubicBezTo>
                    <a:pt x="51439" y="211544"/>
                    <a:pt x="141384" y="264932"/>
                    <a:pt x="219803" y="260817"/>
                  </a:cubicBezTo>
                  <a:cubicBezTo>
                    <a:pt x="298232" y="256664"/>
                    <a:pt x="335437" y="196609"/>
                    <a:pt x="302928" y="126619"/>
                  </a:cubicBezTo>
                  <a:cubicBezTo>
                    <a:pt x="270381" y="56639"/>
                    <a:pt x="180446" y="3252"/>
                    <a:pt x="102026" y="736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05E7905-62D7-409A-8881-A3A51C9C21E4}"/>
                </a:ext>
              </a:extLst>
            </p:cNvPr>
            <p:cNvSpPr/>
            <p:nvPr/>
          </p:nvSpPr>
          <p:spPr>
            <a:xfrm>
              <a:off x="5980919" y="2078465"/>
              <a:ext cx="9525" cy="9525"/>
            </a:xfrm>
            <a:custGeom>
              <a:avLst/>
              <a:gdLst>
                <a:gd name="connsiteX0" fmla="*/ 7144 w 9525"/>
                <a:gd name="connsiteY0" fmla="*/ 7191 h 9525"/>
                <a:gd name="connsiteX1" fmla="*/ 7220 w 9525"/>
                <a:gd name="connsiteY1" fmla="*/ 7144 h 9525"/>
                <a:gd name="connsiteX2" fmla="*/ 7163 w 9525"/>
                <a:gd name="connsiteY2" fmla="*/ 7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91"/>
                  </a:moveTo>
                  <a:lnTo>
                    <a:pt x="7220" y="7144"/>
                  </a:lnTo>
                  <a:lnTo>
                    <a:pt x="7163" y="7172"/>
                  </a:lnTo>
                  <a:close/>
                </a:path>
              </a:pathLst>
            </a:custGeom>
            <a:solidFill>
              <a:srgbClr val="3974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BA1A8738-30F5-44CE-8874-DE04D6F17012}"/>
                </a:ext>
              </a:extLst>
            </p:cNvPr>
            <p:cNvSpPr/>
            <p:nvPr/>
          </p:nvSpPr>
          <p:spPr>
            <a:xfrm>
              <a:off x="5981015" y="2021575"/>
              <a:ext cx="333375" cy="514350"/>
            </a:xfrm>
            <a:custGeom>
              <a:avLst/>
              <a:gdLst>
                <a:gd name="connsiteX0" fmla="*/ 329508 w 333375"/>
                <a:gd name="connsiteY0" fmla="*/ 259906 h 514350"/>
                <a:gd name="connsiteX1" fmla="*/ 329184 w 333375"/>
                <a:gd name="connsiteY1" fmla="*/ 254458 h 514350"/>
                <a:gd name="connsiteX2" fmla="*/ 328956 w 333375"/>
                <a:gd name="connsiteY2" fmla="*/ 251657 h 514350"/>
                <a:gd name="connsiteX3" fmla="*/ 328403 w 333375"/>
                <a:gd name="connsiteY3" fmla="*/ 246238 h 514350"/>
                <a:gd name="connsiteX4" fmla="*/ 328108 w 333375"/>
                <a:gd name="connsiteY4" fmla="*/ 243637 h 514350"/>
                <a:gd name="connsiteX5" fmla="*/ 327984 w 333375"/>
                <a:gd name="connsiteY5" fmla="*/ 242523 h 514350"/>
                <a:gd name="connsiteX6" fmla="*/ 327574 w 333375"/>
                <a:gd name="connsiteY6" fmla="*/ 239827 h 514350"/>
                <a:gd name="connsiteX7" fmla="*/ 326717 w 333375"/>
                <a:gd name="connsiteY7" fmla="*/ 234131 h 514350"/>
                <a:gd name="connsiteX8" fmla="*/ 326041 w 333375"/>
                <a:gd name="connsiteY8" fmla="*/ 230302 h 514350"/>
                <a:gd name="connsiteX9" fmla="*/ 324974 w 333375"/>
                <a:gd name="connsiteY9" fmla="*/ 224768 h 514350"/>
                <a:gd name="connsiteX10" fmla="*/ 324621 w 333375"/>
                <a:gd name="connsiteY10" fmla="*/ 222949 h 514350"/>
                <a:gd name="connsiteX11" fmla="*/ 324022 w 333375"/>
                <a:gd name="connsiteY11" fmla="*/ 220358 h 514350"/>
                <a:gd name="connsiteX12" fmla="*/ 323183 w 333375"/>
                <a:gd name="connsiteY12" fmla="*/ 216672 h 514350"/>
                <a:gd name="connsiteX13" fmla="*/ 321964 w 333375"/>
                <a:gd name="connsiteY13" fmla="*/ 211814 h 514350"/>
                <a:gd name="connsiteX14" fmla="*/ 321012 w 333375"/>
                <a:gd name="connsiteY14" fmla="*/ 208166 h 514350"/>
                <a:gd name="connsiteX15" fmla="*/ 320650 w 333375"/>
                <a:gd name="connsiteY15" fmla="*/ 206757 h 514350"/>
                <a:gd name="connsiteX16" fmla="*/ 319345 w 333375"/>
                <a:gd name="connsiteY16" fmla="*/ 202308 h 514350"/>
                <a:gd name="connsiteX17" fmla="*/ 318726 w 333375"/>
                <a:gd name="connsiteY17" fmla="*/ 200146 h 514350"/>
                <a:gd name="connsiteX18" fmla="*/ 316249 w 333375"/>
                <a:gd name="connsiteY18" fmla="*/ 192374 h 514350"/>
                <a:gd name="connsiteX19" fmla="*/ 316163 w 333375"/>
                <a:gd name="connsiteY19" fmla="*/ 192145 h 514350"/>
                <a:gd name="connsiteX20" fmla="*/ 311954 w 333375"/>
                <a:gd name="connsiteY20" fmla="*/ 180391 h 514350"/>
                <a:gd name="connsiteX21" fmla="*/ 310820 w 333375"/>
                <a:gd name="connsiteY21" fmla="*/ 177448 h 514350"/>
                <a:gd name="connsiteX22" fmla="*/ 306781 w 333375"/>
                <a:gd name="connsiteY22" fmla="*/ 167571 h 514350"/>
                <a:gd name="connsiteX23" fmla="*/ 306153 w 333375"/>
                <a:gd name="connsiteY23" fmla="*/ 166047 h 514350"/>
                <a:gd name="connsiteX24" fmla="*/ 301180 w 333375"/>
                <a:gd name="connsiteY24" fmla="*/ 155207 h 514350"/>
                <a:gd name="connsiteX25" fmla="*/ 300695 w 333375"/>
                <a:gd name="connsiteY25" fmla="*/ 154131 h 514350"/>
                <a:gd name="connsiteX26" fmla="*/ 299800 w 333375"/>
                <a:gd name="connsiteY26" fmla="*/ 152378 h 514350"/>
                <a:gd name="connsiteX27" fmla="*/ 295494 w 333375"/>
                <a:gd name="connsiteY27" fmla="*/ 143882 h 514350"/>
                <a:gd name="connsiteX28" fmla="*/ 294608 w 333375"/>
                <a:gd name="connsiteY28" fmla="*/ 142129 h 514350"/>
                <a:gd name="connsiteX29" fmla="*/ 294132 w 333375"/>
                <a:gd name="connsiteY29" fmla="*/ 141272 h 514350"/>
                <a:gd name="connsiteX30" fmla="*/ 288293 w 333375"/>
                <a:gd name="connsiteY30" fmla="*/ 130776 h 514350"/>
                <a:gd name="connsiteX31" fmla="*/ 287988 w 333375"/>
                <a:gd name="connsiteY31" fmla="*/ 130233 h 514350"/>
                <a:gd name="connsiteX32" fmla="*/ 287121 w 333375"/>
                <a:gd name="connsiteY32" fmla="*/ 128813 h 514350"/>
                <a:gd name="connsiteX33" fmla="*/ 281654 w 333375"/>
                <a:gd name="connsiteY33" fmla="*/ 119879 h 514350"/>
                <a:gd name="connsiteX34" fmla="*/ 280692 w 333375"/>
                <a:gd name="connsiteY34" fmla="*/ 118298 h 514350"/>
                <a:gd name="connsiteX35" fmla="*/ 280007 w 333375"/>
                <a:gd name="connsiteY35" fmla="*/ 117288 h 514350"/>
                <a:gd name="connsiteX36" fmla="*/ 272872 w 333375"/>
                <a:gd name="connsiteY36" fmla="*/ 106630 h 514350"/>
                <a:gd name="connsiteX37" fmla="*/ 272520 w 333375"/>
                <a:gd name="connsiteY37" fmla="*/ 106106 h 514350"/>
                <a:gd name="connsiteX38" fmla="*/ 271739 w 333375"/>
                <a:gd name="connsiteY38" fmla="*/ 105039 h 514350"/>
                <a:gd name="connsiteX39" fmla="*/ 263900 w 333375"/>
                <a:gd name="connsiteY39" fmla="*/ 94400 h 514350"/>
                <a:gd name="connsiteX40" fmla="*/ 263138 w 333375"/>
                <a:gd name="connsiteY40" fmla="*/ 93371 h 514350"/>
                <a:gd name="connsiteX41" fmla="*/ 262661 w 333375"/>
                <a:gd name="connsiteY41" fmla="*/ 92780 h 514350"/>
                <a:gd name="connsiteX42" fmla="*/ 260128 w 333375"/>
                <a:gd name="connsiteY42" fmla="*/ 89609 h 514350"/>
                <a:gd name="connsiteX43" fmla="*/ 256880 w 333375"/>
                <a:gd name="connsiteY43" fmla="*/ 85570 h 514350"/>
                <a:gd name="connsiteX44" fmla="*/ 254222 w 333375"/>
                <a:gd name="connsiteY44" fmla="*/ 82436 h 514350"/>
                <a:gd name="connsiteX45" fmla="*/ 251670 w 333375"/>
                <a:gd name="connsiteY45" fmla="*/ 79417 h 514350"/>
                <a:gd name="connsiteX46" fmla="*/ 251041 w 333375"/>
                <a:gd name="connsiteY46" fmla="*/ 78731 h 514350"/>
                <a:gd name="connsiteX47" fmla="*/ 244430 w 333375"/>
                <a:gd name="connsiteY47" fmla="*/ 71397 h 514350"/>
                <a:gd name="connsiteX48" fmla="*/ 244050 w 333375"/>
                <a:gd name="connsiteY48" fmla="*/ 70978 h 514350"/>
                <a:gd name="connsiteX49" fmla="*/ 236858 w 333375"/>
                <a:gd name="connsiteY49" fmla="*/ 63605 h 514350"/>
                <a:gd name="connsiteX50" fmla="*/ 236258 w 333375"/>
                <a:gd name="connsiteY50" fmla="*/ 62996 h 514350"/>
                <a:gd name="connsiteX51" fmla="*/ 232153 w 333375"/>
                <a:gd name="connsiteY51" fmla="*/ 59081 h 514350"/>
                <a:gd name="connsiteX52" fmla="*/ 230877 w 333375"/>
                <a:gd name="connsiteY52" fmla="*/ 57843 h 514350"/>
                <a:gd name="connsiteX53" fmla="*/ 224647 w 333375"/>
                <a:gd name="connsiteY53" fmla="*/ 52204 h 514350"/>
                <a:gd name="connsiteX54" fmla="*/ 222933 w 333375"/>
                <a:gd name="connsiteY54" fmla="*/ 50756 h 514350"/>
                <a:gd name="connsiteX55" fmla="*/ 218275 w 333375"/>
                <a:gd name="connsiteY55" fmla="*/ 46822 h 514350"/>
                <a:gd name="connsiteX56" fmla="*/ 215951 w 333375"/>
                <a:gd name="connsiteY56" fmla="*/ 44955 h 514350"/>
                <a:gd name="connsiteX57" fmla="*/ 211779 w 333375"/>
                <a:gd name="connsiteY57" fmla="*/ 41679 h 514350"/>
                <a:gd name="connsiteX58" fmla="*/ 209255 w 333375"/>
                <a:gd name="connsiteY58" fmla="*/ 39802 h 514350"/>
                <a:gd name="connsiteX59" fmla="*/ 205083 w 333375"/>
                <a:gd name="connsiteY59" fmla="*/ 36783 h 514350"/>
                <a:gd name="connsiteX60" fmla="*/ 202587 w 333375"/>
                <a:gd name="connsiteY60" fmla="*/ 35030 h 514350"/>
                <a:gd name="connsiteX61" fmla="*/ 198044 w 333375"/>
                <a:gd name="connsiteY61" fmla="*/ 32011 h 514350"/>
                <a:gd name="connsiteX62" fmla="*/ 195862 w 333375"/>
                <a:gd name="connsiteY62" fmla="*/ 30601 h 514350"/>
                <a:gd name="connsiteX63" fmla="*/ 189090 w 333375"/>
                <a:gd name="connsiteY63" fmla="*/ 26486 h 514350"/>
                <a:gd name="connsiteX64" fmla="*/ 182575 w 333375"/>
                <a:gd name="connsiteY64" fmla="*/ 22924 h 514350"/>
                <a:gd name="connsiteX65" fmla="*/ 180899 w 333375"/>
                <a:gd name="connsiteY65" fmla="*/ 22038 h 514350"/>
                <a:gd name="connsiteX66" fmla="*/ 175136 w 333375"/>
                <a:gd name="connsiteY66" fmla="*/ 19228 h 514350"/>
                <a:gd name="connsiteX67" fmla="*/ 174431 w 333375"/>
                <a:gd name="connsiteY67" fmla="*/ 18885 h 514350"/>
                <a:gd name="connsiteX68" fmla="*/ 169345 w 333375"/>
                <a:gd name="connsiteY68" fmla="*/ 16657 h 514350"/>
                <a:gd name="connsiteX69" fmla="*/ 168516 w 333375"/>
                <a:gd name="connsiteY69" fmla="*/ 16352 h 514350"/>
                <a:gd name="connsiteX70" fmla="*/ 162287 w 333375"/>
                <a:gd name="connsiteY70" fmla="*/ 13980 h 514350"/>
                <a:gd name="connsiteX71" fmla="*/ 160734 w 333375"/>
                <a:gd name="connsiteY71" fmla="*/ 13409 h 514350"/>
                <a:gd name="connsiteX72" fmla="*/ 153124 w 333375"/>
                <a:gd name="connsiteY72" fmla="*/ 11056 h 514350"/>
                <a:gd name="connsiteX73" fmla="*/ 152734 w 333375"/>
                <a:gd name="connsiteY73" fmla="*/ 10932 h 514350"/>
                <a:gd name="connsiteX74" fmla="*/ 148752 w 333375"/>
                <a:gd name="connsiteY74" fmla="*/ 9970 h 514350"/>
                <a:gd name="connsiteX75" fmla="*/ 146675 w 333375"/>
                <a:gd name="connsiteY75" fmla="*/ 9456 h 514350"/>
                <a:gd name="connsiteX76" fmla="*/ 140313 w 333375"/>
                <a:gd name="connsiteY76" fmla="*/ 8275 h 514350"/>
                <a:gd name="connsiteX77" fmla="*/ 140284 w 333375"/>
                <a:gd name="connsiteY77" fmla="*/ 8275 h 514350"/>
                <a:gd name="connsiteX78" fmla="*/ 140037 w 333375"/>
                <a:gd name="connsiteY78" fmla="*/ 8246 h 514350"/>
                <a:gd name="connsiteX79" fmla="*/ 134341 w 333375"/>
                <a:gd name="connsiteY79" fmla="*/ 7541 h 514350"/>
                <a:gd name="connsiteX80" fmla="*/ 132455 w 333375"/>
                <a:gd name="connsiteY80" fmla="*/ 7408 h 514350"/>
                <a:gd name="connsiteX81" fmla="*/ 129797 w 333375"/>
                <a:gd name="connsiteY81" fmla="*/ 7208 h 514350"/>
                <a:gd name="connsiteX82" fmla="*/ 128407 w 333375"/>
                <a:gd name="connsiteY82" fmla="*/ 7189 h 514350"/>
                <a:gd name="connsiteX83" fmla="*/ 126616 w 333375"/>
                <a:gd name="connsiteY83" fmla="*/ 7151 h 514350"/>
                <a:gd name="connsiteX84" fmla="*/ 122454 w 333375"/>
                <a:gd name="connsiteY84" fmla="*/ 7227 h 514350"/>
                <a:gd name="connsiteX85" fmla="*/ 121025 w 333375"/>
                <a:gd name="connsiteY85" fmla="*/ 7265 h 514350"/>
                <a:gd name="connsiteX86" fmla="*/ 120463 w 333375"/>
                <a:gd name="connsiteY86" fmla="*/ 7284 h 514350"/>
                <a:gd name="connsiteX87" fmla="*/ 115748 w 333375"/>
                <a:gd name="connsiteY87" fmla="*/ 7741 h 514350"/>
                <a:gd name="connsiteX88" fmla="*/ 114652 w 333375"/>
                <a:gd name="connsiteY88" fmla="*/ 7903 h 514350"/>
                <a:gd name="connsiteX89" fmla="*/ 111938 w 333375"/>
                <a:gd name="connsiteY89" fmla="*/ 8294 h 514350"/>
                <a:gd name="connsiteX90" fmla="*/ 110480 w 333375"/>
                <a:gd name="connsiteY90" fmla="*/ 8589 h 514350"/>
                <a:gd name="connsiteX91" fmla="*/ 109081 w 333375"/>
                <a:gd name="connsiteY91" fmla="*/ 8865 h 514350"/>
                <a:gd name="connsiteX92" fmla="*/ 104404 w 333375"/>
                <a:gd name="connsiteY92" fmla="*/ 10018 h 514350"/>
                <a:gd name="connsiteX93" fmla="*/ 104099 w 333375"/>
                <a:gd name="connsiteY93" fmla="*/ 10094 h 514350"/>
                <a:gd name="connsiteX94" fmla="*/ 104032 w 333375"/>
                <a:gd name="connsiteY94" fmla="*/ 10122 h 514350"/>
                <a:gd name="connsiteX95" fmla="*/ 99336 w 333375"/>
                <a:gd name="connsiteY95" fmla="*/ 11675 h 514350"/>
                <a:gd name="connsiteX96" fmla="*/ 98079 w 333375"/>
                <a:gd name="connsiteY96" fmla="*/ 12170 h 514350"/>
                <a:gd name="connsiteX97" fmla="*/ 96584 w 333375"/>
                <a:gd name="connsiteY97" fmla="*/ 12751 h 514350"/>
                <a:gd name="connsiteX98" fmla="*/ 94345 w 333375"/>
                <a:gd name="connsiteY98" fmla="*/ 13751 h 514350"/>
                <a:gd name="connsiteX99" fmla="*/ 93383 w 333375"/>
                <a:gd name="connsiteY99" fmla="*/ 14199 h 514350"/>
                <a:gd name="connsiteX100" fmla="*/ 89488 w 333375"/>
                <a:gd name="connsiteY100" fmla="*/ 16209 h 514350"/>
                <a:gd name="connsiteX101" fmla="*/ 88725 w 333375"/>
                <a:gd name="connsiteY101" fmla="*/ 16647 h 514350"/>
                <a:gd name="connsiteX102" fmla="*/ 7144 w 333375"/>
                <a:gd name="connsiteY102" fmla="*/ 64072 h 514350"/>
                <a:gd name="connsiteX103" fmla="*/ 11735 w 333375"/>
                <a:gd name="connsiteY103" fmla="*/ 61643 h 514350"/>
                <a:gd name="connsiteX104" fmla="*/ 12697 w 333375"/>
                <a:gd name="connsiteY104" fmla="*/ 61215 h 514350"/>
                <a:gd name="connsiteX105" fmla="*/ 16431 w 333375"/>
                <a:gd name="connsiteY105" fmla="*/ 59624 h 514350"/>
                <a:gd name="connsiteX106" fmla="*/ 17707 w 333375"/>
                <a:gd name="connsiteY106" fmla="*/ 59138 h 514350"/>
                <a:gd name="connsiteX107" fmla="*/ 22470 w 333375"/>
                <a:gd name="connsiteY107" fmla="*/ 57547 h 514350"/>
                <a:gd name="connsiteX108" fmla="*/ 22756 w 333375"/>
                <a:gd name="connsiteY108" fmla="*/ 57471 h 514350"/>
                <a:gd name="connsiteX109" fmla="*/ 27432 w 333375"/>
                <a:gd name="connsiteY109" fmla="*/ 56328 h 514350"/>
                <a:gd name="connsiteX110" fmla="*/ 28842 w 333375"/>
                <a:gd name="connsiteY110" fmla="*/ 56042 h 514350"/>
                <a:gd name="connsiteX111" fmla="*/ 33014 w 333375"/>
                <a:gd name="connsiteY111" fmla="*/ 55357 h 514350"/>
                <a:gd name="connsiteX112" fmla="*/ 34109 w 333375"/>
                <a:gd name="connsiteY112" fmla="*/ 55195 h 514350"/>
                <a:gd name="connsiteX113" fmla="*/ 39377 w 333375"/>
                <a:gd name="connsiteY113" fmla="*/ 54718 h 514350"/>
                <a:gd name="connsiteX114" fmla="*/ 40815 w 333375"/>
                <a:gd name="connsiteY114" fmla="*/ 54671 h 514350"/>
                <a:gd name="connsiteX115" fmla="*/ 44977 w 333375"/>
                <a:gd name="connsiteY115" fmla="*/ 54614 h 514350"/>
                <a:gd name="connsiteX116" fmla="*/ 46768 w 333375"/>
                <a:gd name="connsiteY116" fmla="*/ 54642 h 514350"/>
                <a:gd name="connsiteX117" fmla="*/ 50825 w 333375"/>
                <a:gd name="connsiteY117" fmla="*/ 54861 h 514350"/>
                <a:gd name="connsiteX118" fmla="*/ 52702 w 333375"/>
                <a:gd name="connsiteY118" fmla="*/ 54995 h 514350"/>
                <a:gd name="connsiteX119" fmla="*/ 58407 w 333375"/>
                <a:gd name="connsiteY119" fmla="*/ 55690 h 514350"/>
                <a:gd name="connsiteX120" fmla="*/ 58645 w 333375"/>
                <a:gd name="connsiteY120" fmla="*/ 55719 h 514350"/>
                <a:gd name="connsiteX121" fmla="*/ 65037 w 333375"/>
                <a:gd name="connsiteY121" fmla="*/ 56900 h 514350"/>
                <a:gd name="connsiteX122" fmla="*/ 67085 w 333375"/>
                <a:gd name="connsiteY122" fmla="*/ 57405 h 514350"/>
                <a:gd name="connsiteX123" fmla="*/ 71504 w 333375"/>
                <a:gd name="connsiteY123" fmla="*/ 58500 h 514350"/>
                <a:gd name="connsiteX124" fmla="*/ 79105 w 333375"/>
                <a:gd name="connsiteY124" fmla="*/ 60843 h 514350"/>
                <a:gd name="connsiteX125" fmla="*/ 80667 w 333375"/>
                <a:gd name="connsiteY125" fmla="*/ 61415 h 514350"/>
                <a:gd name="connsiteX126" fmla="*/ 86887 w 333375"/>
                <a:gd name="connsiteY126" fmla="*/ 63786 h 514350"/>
                <a:gd name="connsiteX127" fmla="*/ 92802 w 333375"/>
                <a:gd name="connsiteY127" fmla="*/ 66339 h 514350"/>
                <a:gd name="connsiteX128" fmla="*/ 93498 w 333375"/>
                <a:gd name="connsiteY128" fmla="*/ 66672 h 514350"/>
                <a:gd name="connsiteX129" fmla="*/ 99260 w 333375"/>
                <a:gd name="connsiteY129" fmla="*/ 69501 h 514350"/>
                <a:gd name="connsiteX130" fmla="*/ 100955 w 333375"/>
                <a:gd name="connsiteY130" fmla="*/ 70378 h 514350"/>
                <a:gd name="connsiteX131" fmla="*/ 107461 w 333375"/>
                <a:gd name="connsiteY131" fmla="*/ 73930 h 514350"/>
                <a:gd name="connsiteX132" fmla="*/ 114233 w 333375"/>
                <a:gd name="connsiteY132" fmla="*/ 78045 h 514350"/>
                <a:gd name="connsiteX133" fmla="*/ 116405 w 333375"/>
                <a:gd name="connsiteY133" fmla="*/ 79445 h 514350"/>
                <a:gd name="connsiteX134" fmla="*/ 120958 w 333375"/>
                <a:gd name="connsiteY134" fmla="*/ 82474 h 514350"/>
                <a:gd name="connsiteX135" fmla="*/ 123454 w 333375"/>
                <a:gd name="connsiteY135" fmla="*/ 84217 h 514350"/>
                <a:gd name="connsiteX136" fmla="*/ 127625 w 333375"/>
                <a:gd name="connsiteY136" fmla="*/ 87246 h 514350"/>
                <a:gd name="connsiteX137" fmla="*/ 130140 w 333375"/>
                <a:gd name="connsiteY137" fmla="*/ 89132 h 514350"/>
                <a:gd name="connsiteX138" fmla="*/ 134312 w 333375"/>
                <a:gd name="connsiteY138" fmla="*/ 92409 h 514350"/>
                <a:gd name="connsiteX139" fmla="*/ 136655 w 333375"/>
                <a:gd name="connsiteY139" fmla="*/ 94276 h 514350"/>
                <a:gd name="connsiteX140" fmla="*/ 141294 w 333375"/>
                <a:gd name="connsiteY140" fmla="*/ 98191 h 514350"/>
                <a:gd name="connsiteX141" fmla="*/ 143027 w 333375"/>
                <a:gd name="connsiteY141" fmla="*/ 99657 h 514350"/>
                <a:gd name="connsiteX142" fmla="*/ 149247 w 333375"/>
                <a:gd name="connsiteY142" fmla="*/ 105287 h 514350"/>
                <a:gd name="connsiteX143" fmla="*/ 150581 w 333375"/>
                <a:gd name="connsiteY143" fmla="*/ 106554 h 514350"/>
                <a:gd name="connsiteX144" fmla="*/ 155220 w 333375"/>
                <a:gd name="connsiteY144" fmla="*/ 111059 h 514350"/>
                <a:gd name="connsiteX145" fmla="*/ 162420 w 333375"/>
                <a:gd name="connsiteY145" fmla="*/ 118431 h 514350"/>
                <a:gd name="connsiteX146" fmla="*/ 162801 w 333375"/>
                <a:gd name="connsiteY146" fmla="*/ 118860 h 514350"/>
                <a:gd name="connsiteX147" fmla="*/ 169421 w 333375"/>
                <a:gd name="connsiteY147" fmla="*/ 126185 h 514350"/>
                <a:gd name="connsiteX148" fmla="*/ 172584 w 333375"/>
                <a:gd name="connsiteY148" fmla="*/ 129890 h 514350"/>
                <a:gd name="connsiteX149" fmla="*/ 175250 w 333375"/>
                <a:gd name="connsiteY149" fmla="*/ 133043 h 514350"/>
                <a:gd name="connsiteX150" fmla="*/ 178489 w 333375"/>
                <a:gd name="connsiteY150" fmla="*/ 137072 h 514350"/>
                <a:gd name="connsiteX151" fmla="*/ 181032 w 333375"/>
                <a:gd name="connsiteY151" fmla="*/ 140243 h 514350"/>
                <a:gd name="connsiteX152" fmla="*/ 182252 w 333375"/>
                <a:gd name="connsiteY152" fmla="*/ 141863 h 514350"/>
                <a:gd name="connsiteX153" fmla="*/ 190109 w 333375"/>
                <a:gd name="connsiteY153" fmla="*/ 152512 h 514350"/>
                <a:gd name="connsiteX154" fmla="*/ 191234 w 333375"/>
                <a:gd name="connsiteY154" fmla="*/ 154083 h 514350"/>
                <a:gd name="connsiteX155" fmla="*/ 198377 w 333375"/>
                <a:gd name="connsiteY155" fmla="*/ 164751 h 514350"/>
                <a:gd name="connsiteX156" fmla="*/ 200025 w 333375"/>
                <a:gd name="connsiteY156" fmla="*/ 167342 h 514350"/>
                <a:gd name="connsiteX157" fmla="*/ 205502 w 333375"/>
                <a:gd name="connsiteY157" fmla="*/ 176305 h 514350"/>
                <a:gd name="connsiteX158" fmla="*/ 206654 w 333375"/>
                <a:gd name="connsiteY158" fmla="*/ 178239 h 514350"/>
                <a:gd name="connsiteX159" fmla="*/ 212503 w 333375"/>
                <a:gd name="connsiteY159" fmla="*/ 188745 h 514350"/>
                <a:gd name="connsiteX160" fmla="*/ 213875 w 333375"/>
                <a:gd name="connsiteY160" fmla="*/ 191336 h 514350"/>
                <a:gd name="connsiteX161" fmla="*/ 218170 w 333375"/>
                <a:gd name="connsiteY161" fmla="*/ 199832 h 514350"/>
                <a:gd name="connsiteX162" fmla="*/ 219551 w 333375"/>
                <a:gd name="connsiteY162" fmla="*/ 202661 h 514350"/>
                <a:gd name="connsiteX163" fmla="*/ 224514 w 333375"/>
                <a:gd name="connsiteY163" fmla="*/ 213510 h 514350"/>
                <a:gd name="connsiteX164" fmla="*/ 225143 w 333375"/>
                <a:gd name="connsiteY164" fmla="*/ 215024 h 514350"/>
                <a:gd name="connsiteX165" fmla="*/ 229191 w 333375"/>
                <a:gd name="connsiteY165" fmla="*/ 224911 h 514350"/>
                <a:gd name="connsiteX166" fmla="*/ 230324 w 333375"/>
                <a:gd name="connsiteY166" fmla="*/ 227854 h 514350"/>
                <a:gd name="connsiteX167" fmla="*/ 234534 w 333375"/>
                <a:gd name="connsiteY167" fmla="*/ 239589 h 514350"/>
                <a:gd name="connsiteX168" fmla="*/ 237087 w 333375"/>
                <a:gd name="connsiteY168" fmla="*/ 247600 h 514350"/>
                <a:gd name="connsiteX169" fmla="*/ 237716 w 333375"/>
                <a:gd name="connsiteY169" fmla="*/ 249790 h 514350"/>
                <a:gd name="connsiteX170" fmla="*/ 239382 w 333375"/>
                <a:gd name="connsiteY170" fmla="*/ 255620 h 514350"/>
                <a:gd name="connsiteX171" fmla="*/ 240335 w 333375"/>
                <a:gd name="connsiteY171" fmla="*/ 259277 h 514350"/>
                <a:gd name="connsiteX172" fmla="*/ 241545 w 333375"/>
                <a:gd name="connsiteY172" fmla="*/ 264126 h 514350"/>
                <a:gd name="connsiteX173" fmla="*/ 242402 w 333375"/>
                <a:gd name="connsiteY173" fmla="*/ 267831 h 514350"/>
                <a:gd name="connsiteX174" fmla="*/ 243345 w 333375"/>
                <a:gd name="connsiteY174" fmla="*/ 272231 h 514350"/>
                <a:gd name="connsiteX175" fmla="*/ 244402 w 333375"/>
                <a:gd name="connsiteY175" fmla="*/ 277765 h 514350"/>
                <a:gd name="connsiteX176" fmla="*/ 245078 w 333375"/>
                <a:gd name="connsiteY176" fmla="*/ 281604 h 514350"/>
                <a:gd name="connsiteX177" fmla="*/ 245945 w 333375"/>
                <a:gd name="connsiteY177" fmla="*/ 287300 h 514350"/>
                <a:gd name="connsiteX178" fmla="*/ 246479 w 333375"/>
                <a:gd name="connsiteY178" fmla="*/ 291091 h 514350"/>
                <a:gd name="connsiteX179" fmla="*/ 246774 w 333375"/>
                <a:gd name="connsiteY179" fmla="*/ 293710 h 514350"/>
                <a:gd name="connsiteX180" fmla="*/ 247326 w 333375"/>
                <a:gd name="connsiteY180" fmla="*/ 299120 h 514350"/>
                <a:gd name="connsiteX181" fmla="*/ 247555 w 333375"/>
                <a:gd name="connsiteY181" fmla="*/ 301921 h 514350"/>
                <a:gd name="connsiteX182" fmla="*/ 247888 w 333375"/>
                <a:gd name="connsiteY182" fmla="*/ 307379 h 514350"/>
                <a:gd name="connsiteX183" fmla="*/ 248002 w 333375"/>
                <a:gd name="connsiteY183" fmla="*/ 309836 h 514350"/>
                <a:gd name="connsiteX184" fmla="*/ 248165 w 333375"/>
                <a:gd name="connsiteY184" fmla="*/ 317589 h 514350"/>
                <a:gd name="connsiteX185" fmla="*/ 206912 w 333375"/>
                <a:gd name="connsiteY185" fmla="*/ 398962 h 514350"/>
                <a:gd name="connsiteX186" fmla="*/ 106252 w 333375"/>
                <a:gd name="connsiteY186" fmla="*/ 508470 h 514350"/>
                <a:gd name="connsiteX187" fmla="*/ 194710 w 333375"/>
                <a:gd name="connsiteY187" fmla="*/ 454302 h 514350"/>
                <a:gd name="connsiteX188" fmla="*/ 299104 w 333375"/>
                <a:gd name="connsiteY188" fmla="*/ 353080 h 514350"/>
                <a:gd name="connsiteX189" fmla="*/ 329813 w 333375"/>
                <a:gd name="connsiteY189" fmla="*/ 270117 h 514350"/>
                <a:gd name="connsiteX190" fmla="*/ 329670 w 333375"/>
                <a:gd name="connsiteY190" fmla="*/ 262373 h 514350"/>
                <a:gd name="connsiteX191" fmla="*/ 329508 w 333375"/>
                <a:gd name="connsiteY191" fmla="*/ 259906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333375" h="514350">
                  <a:moveTo>
                    <a:pt x="329508" y="259906"/>
                  </a:moveTo>
                  <a:cubicBezTo>
                    <a:pt x="329422" y="258096"/>
                    <a:pt x="329308" y="256277"/>
                    <a:pt x="329184" y="254458"/>
                  </a:cubicBezTo>
                  <a:cubicBezTo>
                    <a:pt x="329108" y="253524"/>
                    <a:pt x="329032" y="252591"/>
                    <a:pt x="328956" y="251657"/>
                  </a:cubicBezTo>
                  <a:cubicBezTo>
                    <a:pt x="328793" y="249848"/>
                    <a:pt x="328613" y="248047"/>
                    <a:pt x="328403" y="246238"/>
                  </a:cubicBezTo>
                  <a:cubicBezTo>
                    <a:pt x="328308" y="245361"/>
                    <a:pt x="328213" y="244504"/>
                    <a:pt x="328108" y="243637"/>
                  </a:cubicBezTo>
                  <a:cubicBezTo>
                    <a:pt x="328060" y="243256"/>
                    <a:pt x="328032" y="242885"/>
                    <a:pt x="327984" y="242523"/>
                  </a:cubicBezTo>
                  <a:cubicBezTo>
                    <a:pt x="327860" y="241618"/>
                    <a:pt x="327708" y="240732"/>
                    <a:pt x="327574" y="239827"/>
                  </a:cubicBezTo>
                  <a:cubicBezTo>
                    <a:pt x="327308" y="237941"/>
                    <a:pt x="327031" y="236046"/>
                    <a:pt x="326717" y="234131"/>
                  </a:cubicBezTo>
                  <a:cubicBezTo>
                    <a:pt x="326507" y="232855"/>
                    <a:pt x="326260" y="231588"/>
                    <a:pt x="326041" y="230302"/>
                  </a:cubicBezTo>
                  <a:cubicBezTo>
                    <a:pt x="325698" y="228474"/>
                    <a:pt x="325355" y="226626"/>
                    <a:pt x="324974" y="224768"/>
                  </a:cubicBezTo>
                  <a:cubicBezTo>
                    <a:pt x="324850" y="224168"/>
                    <a:pt x="324755" y="223568"/>
                    <a:pt x="324621" y="222949"/>
                  </a:cubicBezTo>
                  <a:cubicBezTo>
                    <a:pt x="324441" y="222082"/>
                    <a:pt x="324222" y="221225"/>
                    <a:pt x="324022" y="220358"/>
                  </a:cubicBezTo>
                  <a:cubicBezTo>
                    <a:pt x="323755" y="219130"/>
                    <a:pt x="323469" y="217901"/>
                    <a:pt x="323183" y="216672"/>
                  </a:cubicBezTo>
                  <a:cubicBezTo>
                    <a:pt x="322793" y="215053"/>
                    <a:pt x="322383" y="213434"/>
                    <a:pt x="321964" y="211814"/>
                  </a:cubicBezTo>
                  <a:cubicBezTo>
                    <a:pt x="321659" y="210595"/>
                    <a:pt x="321355" y="209385"/>
                    <a:pt x="321012" y="208166"/>
                  </a:cubicBezTo>
                  <a:cubicBezTo>
                    <a:pt x="320878" y="207700"/>
                    <a:pt x="320773" y="207223"/>
                    <a:pt x="320650" y="206757"/>
                  </a:cubicBezTo>
                  <a:cubicBezTo>
                    <a:pt x="320230" y="205271"/>
                    <a:pt x="319783" y="203794"/>
                    <a:pt x="319345" y="202308"/>
                  </a:cubicBezTo>
                  <a:cubicBezTo>
                    <a:pt x="319144" y="201594"/>
                    <a:pt x="318935" y="200861"/>
                    <a:pt x="318726" y="200146"/>
                  </a:cubicBezTo>
                  <a:cubicBezTo>
                    <a:pt x="317945" y="197546"/>
                    <a:pt x="317116" y="194955"/>
                    <a:pt x="316249" y="192374"/>
                  </a:cubicBezTo>
                  <a:cubicBezTo>
                    <a:pt x="316230" y="192288"/>
                    <a:pt x="316202" y="192212"/>
                    <a:pt x="316163" y="192145"/>
                  </a:cubicBezTo>
                  <a:cubicBezTo>
                    <a:pt x="314849" y="188221"/>
                    <a:pt x="313439" y="184316"/>
                    <a:pt x="311954" y="180391"/>
                  </a:cubicBezTo>
                  <a:cubicBezTo>
                    <a:pt x="311782" y="179944"/>
                    <a:pt x="311029" y="177991"/>
                    <a:pt x="310820" y="177448"/>
                  </a:cubicBezTo>
                  <a:cubicBezTo>
                    <a:pt x="309534" y="174133"/>
                    <a:pt x="308191" y="170847"/>
                    <a:pt x="306781" y="167571"/>
                  </a:cubicBezTo>
                  <a:cubicBezTo>
                    <a:pt x="306610" y="167180"/>
                    <a:pt x="306191" y="166161"/>
                    <a:pt x="306153" y="166047"/>
                  </a:cubicBezTo>
                  <a:cubicBezTo>
                    <a:pt x="304562" y="162408"/>
                    <a:pt x="302895" y="158789"/>
                    <a:pt x="301180" y="155207"/>
                  </a:cubicBezTo>
                  <a:cubicBezTo>
                    <a:pt x="301009" y="154845"/>
                    <a:pt x="300876" y="154493"/>
                    <a:pt x="300695" y="154131"/>
                  </a:cubicBezTo>
                  <a:cubicBezTo>
                    <a:pt x="300419" y="153540"/>
                    <a:pt x="300094" y="152978"/>
                    <a:pt x="299800" y="152378"/>
                  </a:cubicBezTo>
                  <a:cubicBezTo>
                    <a:pt x="298409" y="149521"/>
                    <a:pt x="296971" y="146701"/>
                    <a:pt x="295494" y="143882"/>
                  </a:cubicBezTo>
                  <a:cubicBezTo>
                    <a:pt x="295199" y="143291"/>
                    <a:pt x="294913" y="142710"/>
                    <a:pt x="294608" y="142129"/>
                  </a:cubicBezTo>
                  <a:cubicBezTo>
                    <a:pt x="294456" y="141844"/>
                    <a:pt x="294294" y="141558"/>
                    <a:pt x="294132" y="141272"/>
                  </a:cubicBezTo>
                  <a:cubicBezTo>
                    <a:pt x="292246" y="137748"/>
                    <a:pt x="290293" y="134243"/>
                    <a:pt x="288293" y="130776"/>
                  </a:cubicBezTo>
                  <a:cubicBezTo>
                    <a:pt x="288179" y="130595"/>
                    <a:pt x="288093" y="130414"/>
                    <a:pt x="287988" y="130233"/>
                  </a:cubicBezTo>
                  <a:cubicBezTo>
                    <a:pt x="287712" y="129747"/>
                    <a:pt x="287398" y="129290"/>
                    <a:pt x="287121" y="128813"/>
                  </a:cubicBezTo>
                  <a:cubicBezTo>
                    <a:pt x="285341" y="125813"/>
                    <a:pt x="283521" y="122822"/>
                    <a:pt x="281654" y="119879"/>
                  </a:cubicBezTo>
                  <a:cubicBezTo>
                    <a:pt x="281331" y="119355"/>
                    <a:pt x="281026" y="118812"/>
                    <a:pt x="280692" y="118298"/>
                  </a:cubicBezTo>
                  <a:cubicBezTo>
                    <a:pt x="280473" y="117964"/>
                    <a:pt x="280225" y="117622"/>
                    <a:pt x="280007" y="117288"/>
                  </a:cubicBezTo>
                  <a:cubicBezTo>
                    <a:pt x="277692" y="113669"/>
                    <a:pt x="275320" y="110106"/>
                    <a:pt x="272872" y="106630"/>
                  </a:cubicBezTo>
                  <a:cubicBezTo>
                    <a:pt x="272748" y="106449"/>
                    <a:pt x="272644" y="106268"/>
                    <a:pt x="272520" y="106106"/>
                  </a:cubicBezTo>
                  <a:cubicBezTo>
                    <a:pt x="272272" y="105734"/>
                    <a:pt x="271996" y="105401"/>
                    <a:pt x="271739" y="105039"/>
                  </a:cubicBezTo>
                  <a:cubicBezTo>
                    <a:pt x="269177" y="101429"/>
                    <a:pt x="266567" y="97886"/>
                    <a:pt x="263900" y="94400"/>
                  </a:cubicBezTo>
                  <a:cubicBezTo>
                    <a:pt x="263633" y="94066"/>
                    <a:pt x="263386" y="93704"/>
                    <a:pt x="263138" y="93371"/>
                  </a:cubicBezTo>
                  <a:cubicBezTo>
                    <a:pt x="262976" y="93180"/>
                    <a:pt x="262824" y="92980"/>
                    <a:pt x="262661" y="92780"/>
                  </a:cubicBezTo>
                  <a:cubicBezTo>
                    <a:pt x="261833" y="91714"/>
                    <a:pt x="260975" y="90647"/>
                    <a:pt x="260128" y="89609"/>
                  </a:cubicBezTo>
                  <a:cubicBezTo>
                    <a:pt x="259052" y="88246"/>
                    <a:pt x="257975" y="86903"/>
                    <a:pt x="256880" y="85570"/>
                  </a:cubicBezTo>
                  <a:cubicBezTo>
                    <a:pt x="255994" y="84522"/>
                    <a:pt x="255108" y="83474"/>
                    <a:pt x="254222" y="82436"/>
                  </a:cubicBezTo>
                  <a:cubicBezTo>
                    <a:pt x="253375" y="81446"/>
                    <a:pt x="252536" y="80417"/>
                    <a:pt x="251670" y="79417"/>
                  </a:cubicBezTo>
                  <a:cubicBezTo>
                    <a:pt x="251470" y="79188"/>
                    <a:pt x="251241" y="78960"/>
                    <a:pt x="251041" y="78731"/>
                  </a:cubicBezTo>
                  <a:cubicBezTo>
                    <a:pt x="248860" y="76245"/>
                    <a:pt x="246669" y="73788"/>
                    <a:pt x="244430" y="71397"/>
                  </a:cubicBezTo>
                  <a:cubicBezTo>
                    <a:pt x="244297" y="71254"/>
                    <a:pt x="244183" y="71121"/>
                    <a:pt x="244050" y="70978"/>
                  </a:cubicBezTo>
                  <a:cubicBezTo>
                    <a:pt x="241688" y="68463"/>
                    <a:pt x="239278" y="66006"/>
                    <a:pt x="236858" y="63605"/>
                  </a:cubicBezTo>
                  <a:cubicBezTo>
                    <a:pt x="236658" y="63405"/>
                    <a:pt x="236458" y="63196"/>
                    <a:pt x="236258" y="62996"/>
                  </a:cubicBezTo>
                  <a:cubicBezTo>
                    <a:pt x="234896" y="61662"/>
                    <a:pt x="233534" y="60376"/>
                    <a:pt x="232153" y="59081"/>
                  </a:cubicBezTo>
                  <a:cubicBezTo>
                    <a:pt x="231724" y="58662"/>
                    <a:pt x="231305" y="58252"/>
                    <a:pt x="230877" y="57843"/>
                  </a:cubicBezTo>
                  <a:cubicBezTo>
                    <a:pt x="228810" y="55928"/>
                    <a:pt x="226733" y="54052"/>
                    <a:pt x="224647" y="52204"/>
                  </a:cubicBezTo>
                  <a:cubicBezTo>
                    <a:pt x="224076" y="51718"/>
                    <a:pt x="223504" y="51232"/>
                    <a:pt x="222933" y="50756"/>
                  </a:cubicBezTo>
                  <a:cubicBezTo>
                    <a:pt x="221389" y="49423"/>
                    <a:pt x="219837" y="48118"/>
                    <a:pt x="218275" y="46822"/>
                  </a:cubicBezTo>
                  <a:cubicBezTo>
                    <a:pt x="217504" y="46194"/>
                    <a:pt x="216722" y="45574"/>
                    <a:pt x="215951" y="44955"/>
                  </a:cubicBezTo>
                  <a:cubicBezTo>
                    <a:pt x="214560" y="43850"/>
                    <a:pt x="213170" y="42774"/>
                    <a:pt x="211779" y="41679"/>
                  </a:cubicBezTo>
                  <a:cubicBezTo>
                    <a:pt x="210941" y="41060"/>
                    <a:pt x="210102" y="40421"/>
                    <a:pt x="209255" y="39802"/>
                  </a:cubicBezTo>
                  <a:cubicBezTo>
                    <a:pt x="207864" y="38774"/>
                    <a:pt x="206473" y="37764"/>
                    <a:pt x="205083" y="36783"/>
                  </a:cubicBezTo>
                  <a:cubicBezTo>
                    <a:pt x="204254" y="36183"/>
                    <a:pt x="203416" y="35602"/>
                    <a:pt x="202587" y="35030"/>
                  </a:cubicBezTo>
                  <a:cubicBezTo>
                    <a:pt x="201083" y="33992"/>
                    <a:pt x="199568" y="32982"/>
                    <a:pt x="198044" y="32011"/>
                  </a:cubicBezTo>
                  <a:cubicBezTo>
                    <a:pt x="197311" y="31535"/>
                    <a:pt x="196596" y="31049"/>
                    <a:pt x="195862" y="30601"/>
                  </a:cubicBezTo>
                  <a:cubicBezTo>
                    <a:pt x="193634" y="29182"/>
                    <a:pt x="191367" y="27801"/>
                    <a:pt x="189090" y="26486"/>
                  </a:cubicBezTo>
                  <a:cubicBezTo>
                    <a:pt x="186909" y="25229"/>
                    <a:pt x="184747" y="24057"/>
                    <a:pt x="182575" y="22924"/>
                  </a:cubicBezTo>
                  <a:cubicBezTo>
                    <a:pt x="182013" y="22629"/>
                    <a:pt x="181461" y="22333"/>
                    <a:pt x="180899" y="22038"/>
                  </a:cubicBezTo>
                  <a:cubicBezTo>
                    <a:pt x="178956" y="21057"/>
                    <a:pt x="177042" y="20114"/>
                    <a:pt x="175136" y="19228"/>
                  </a:cubicBezTo>
                  <a:cubicBezTo>
                    <a:pt x="174908" y="19114"/>
                    <a:pt x="174660" y="19000"/>
                    <a:pt x="174431" y="18885"/>
                  </a:cubicBezTo>
                  <a:cubicBezTo>
                    <a:pt x="172717" y="18114"/>
                    <a:pt x="171031" y="17371"/>
                    <a:pt x="169345" y="16657"/>
                  </a:cubicBezTo>
                  <a:cubicBezTo>
                    <a:pt x="169069" y="16552"/>
                    <a:pt x="168793" y="16466"/>
                    <a:pt x="168516" y="16352"/>
                  </a:cubicBezTo>
                  <a:cubicBezTo>
                    <a:pt x="166421" y="15504"/>
                    <a:pt x="164345" y="14713"/>
                    <a:pt x="162287" y="13980"/>
                  </a:cubicBezTo>
                  <a:cubicBezTo>
                    <a:pt x="161773" y="13790"/>
                    <a:pt x="161249" y="13580"/>
                    <a:pt x="160734" y="13409"/>
                  </a:cubicBezTo>
                  <a:cubicBezTo>
                    <a:pt x="158172" y="12523"/>
                    <a:pt x="155639" y="11742"/>
                    <a:pt x="153124" y="11056"/>
                  </a:cubicBezTo>
                  <a:cubicBezTo>
                    <a:pt x="153000" y="11027"/>
                    <a:pt x="152867" y="10970"/>
                    <a:pt x="152734" y="10932"/>
                  </a:cubicBezTo>
                  <a:cubicBezTo>
                    <a:pt x="151381" y="10570"/>
                    <a:pt x="150076" y="10284"/>
                    <a:pt x="148752" y="9970"/>
                  </a:cubicBezTo>
                  <a:cubicBezTo>
                    <a:pt x="148057" y="9799"/>
                    <a:pt x="147352" y="9608"/>
                    <a:pt x="146675" y="9456"/>
                  </a:cubicBezTo>
                  <a:cubicBezTo>
                    <a:pt x="144523" y="8989"/>
                    <a:pt x="142408" y="8598"/>
                    <a:pt x="140313" y="8275"/>
                  </a:cubicBezTo>
                  <a:lnTo>
                    <a:pt x="140284" y="8275"/>
                  </a:lnTo>
                  <a:cubicBezTo>
                    <a:pt x="140198" y="8255"/>
                    <a:pt x="140113" y="8246"/>
                    <a:pt x="140037" y="8246"/>
                  </a:cubicBezTo>
                  <a:cubicBezTo>
                    <a:pt x="138122" y="7951"/>
                    <a:pt x="136227" y="7732"/>
                    <a:pt x="134341" y="7541"/>
                  </a:cubicBezTo>
                  <a:cubicBezTo>
                    <a:pt x="133712" y="7494"/>
                    <a:pt x="133083" y="7465"/>
                    <a:pt x="132455" y="7408"/>
                  </a:cubicBezTo>
                  <a:cubicBezTo>
                    <a:pt x="131569" y="7351"/>
                    <a:pt x="130664" y="7246"/>
                    <a:pt x="129797" y="7208"/>
                  </a:cubicBezTo>
                  <a:cubicBezTo>
                    <a:pt x="129321" y="7198"/>
                    <a:pt x="128864" y="7208"/>
                    <a:pt x="128407" y="7189"/>
                  </a:cubicBezTo>
                  <a:cubicBezTo>
                    <a:pt x="127807" y="7170"/>
                    <a:pt x="127216" y="7151"/>
                    <a:pt x="126616" y="7151"/>
                  </a:cubicBezTo>
                  <a:cubicBezTo>
                    <a:pt x="125225" y="7132"/>
                    <a:pt x="123835" y="7151"/>
                    <a:pt x="122454" y="7227"/>
                  </a:cubicBezTo>
                  <a:cubicBezTo>
                    <a:pt x="121977" y="7236"/>
                    <a:pt x="121482" y="7246"/>
                    <a:pt x="121025" y="7265"/>
                  </a:cubicBezTo>
                  <a:cubicBezTo>
                    <a:pt x="120834" y="7274"/>
                    <a:pt x="120653" y="7274"/>
                    <a:pt x="120463" y="7284"/>
                  </a:cubicBezTo>
                  <a:cubicBezTo>
                    <a:pt x="118872" y="7389"/>
                    <a:pt x="117300" y="7541"/>
                    <a:pt x="115748" y="7741"/>
                  </a:cubicBezTo>
                  <a:cubicBezTo>
                    <a:pt x="115386" y="7789"/>
                    <a:pt x="115024" y="7855"/>
                    <a:pt x="114652" y="7903"/>
                  </a:cubicBezTo>
                  <a:cubicBezTo>
                    <a:pt x="113738" y="8027"/>
                    <a:pt x="112843" y="8141"/>
                    <a:pt x="111938" y="8294"/>
                  </a:cubicBezTo>
                  <a:cubicBezTo>
                    <a:pt x="111452" y="8379"/>
                    <a:pt x="110966" y="8494"/>
                    <a:pt x="110480" y="8589"/>
                  </a:cubicBezTo>
                  <a:cubicBezTo>
                    <a:pt x="110004" y="8675"/>
                    <a:pt x="109528" y="8779"/>
                    <a:pt x="109081" y="8865"/>
                  </a:cubicBezTo>
                  <a:cubicBezTo>
                    <a:pt x="107499" y="9208"/>
                    <a:pt x="105928" y="9580"/>
                    <a:pt x="104404" y="10018"/>
                  </a:cubicBezTo>
                  <a:cubicBezTo>
                    <a:pt x="104290" y="10037"/>
                    <a:pt x="104204" y="10075"/>
                    <a:pt x="104099" y="10094"/>
                  </a:cubicBezTo>
                  <a:lnTo>
                    <a:pt x="104032" y="10122"/>
                  </a:lnTo>
                  <a:cubicBezTo>
                    <a:pt x="102432" y="10580"/>
                    <a:pt x="100879" y="11113"/>
                    <a:pt x="99336" y="11675"/>
                  </a:cubicBezTo>
                  <a:cubicBezTo>
                    <a:pt x="98917" y="11837"/>
                    <a:pt x="98498" y="11999"/>
                    <a:pt x="98079" y="12170"/>
                  </a:cubicBezTo>
                  <a:cubicBezTo>
                    <a:pt x="97574" y="12370"/>
                    <a:pt x="97070" y="12542"/>
                    <a:pt x="96584" y="12751"/>
                  </a:cubicBezTo>
                  <a:cubicBezTo>
                    <a:pt x="95821" y="13066"/>
                    <a:pt x="95088" y="13418"/>
                    <a:pt x="94345" y="13751"/>
                  </a:cubicBezTo>
                  <a:cubicBezTo>
                    <a:pt x="94031" y="13913"/>
                    <a:pt x="93707" y="14047"/>
                    <a:pt x="93383" y="14199"/>
                  </a:cubicBezTo>
                  <a:cubicBezTo>
                    <a:pt x="92060" y="14828"/>
                    <a:pt x="90764" y="15504"/>
                    <a:pt x="89488" y="16209"/>
                  </a:cubicBezTo>
                  <a:cubicBezTo>
                    <a:pt x="89240" y="16361"/>
                    <a:pt x="88973" y="16504"/>
                    <a:pt x="88725" y="16647"/>
                  </a:cubicBezTo>
                  <a:lnTo>
                    <a:pt x="7144" y="64072"/>
                  </a:lnTo>
                  <a:cubicBezTo>
                    <a:pt x="8630" y="63205"/>
                    <a:pt x="10163" y="62405"/>
                    <a:pt x="11735" y="61643"/>
                  </a:cubicBezTo>
                  <a:cubicBezTo>
                    <a:pt x="12049" y="61491"/>
                    <a:pt x="12373" y="61357"/>
                    <a:pt x="12697" y="61215"/>
                  </a:cubicBezTo>
                  <a:cubicBezTo>
                    <a:pt x="13926" y="60633"/>
                    <a:pt x="15164" y="60119"/>
                    <a:pt x="16431" y="59624"/>
                  </a:cubicBezTo>
                  <a:cubicBezTo>
                    <a:pt x="16859" y="59452"/>
                    <a:pt x="17269" y="59290"/>
                    <a:pt x="17707" y="59138"/>
                  </a:cubicBezTo>
                  <a:cubicBezTo>
                    <a:pt x="19260" y="58557"/>
                    <a:pt x="20841" y="58024"/>
                    <a:pt x="22470" y="57547"/>
                  </a:cubicBezTo>
                  <a:cubicBezTo>
                    <a:pt x="22555" y="57528"/>
                    <a:pt x="22670" y="57500"/>
                    <a:pt x="22756" y="57471"/>
                  </a:cubicBezTo>
                  <a:cubicBezTo>
                    <a:pt x="24289" y="57033"/>
                    <a:pt x="25861" y="56652"/>
                    <a:pt x="27432" y="56328"/>
                  </a:cubicBezTo>
                  <a:cubicBezTo>
                    <a:pt x="27899" y="56214"/>
                    <a:pt x="28375" y="56128"/>
                    <a:pt x="28842" y="56042"/>
                  </a:cubicBezTo>
                  <a:cubicBezTo>
                    <a:pt x="30213" y="55776"/>
                    <a:pt x="31604" y="55538"/>
                    <a:pt x="33014" y="55357"/>
                  </a:cubicBezTo>
                  <a:cubicBezTo>
                    <a:pt x="33376" y="55309"/>
                    <a:pt x="33737" y="55242"/>
                    <a:pt x="34109" y="55195"/>
                  </a:cubicBezTo>
                  <a:cubicBezTo>
                    <a:pt x="35843" y="54985"/>
                    <a:pt x="37595" y="54823"/>
                    <a:pt x="39377" y="54718"/>
                  </a:cubicBezTo>
                  <a:cubicBezTo>
                    <a:pt x="39853" y="54699"/>
                    <a:pt x="40338" y="54690"/>
                    <a:pt x="40815" y="54671"/>
                  </a:cubicBezTo>
                  <a:cubicBezTo>
                    <a:pt x="42186" y="54623"/>
                    <a:pt x="43568" y="54604"/>
                    <a:pt x="44977" y="54614"/>
                  </a:cubicBezTo>
                  <a:cubicBezTo>
                    <a:pt x="45577" y="54623"/>
                    <a:pt x="46177" y="54633"/>
                    <a:pt x="46768" y="54642"/>
                  </a:cubicBezTo>
                  <a:cubicBezTo>
                    <a:pt x="48111" y="54680"/>
                    <a:pt x="49454" y="54766"/>
                    <a:pt x="50825" y="54861"/>
                  </a:cubicBezTo>
                  <a:cubicBezTo>
                    <a:pt x="51445" y="54899"/>
                    <a:pt x="52073" y="54938"/>
                    <a:pt x="52702" y="54995"/>
                  </a:cubicBezTo>
                  <a:cubicBezTo>
                    <a:pt x="54578" y="55185"/>
                    <a:pt x="56483" y="55395"/>
                    <a:pt x="58407" y="55690"/>
                  </a:cubicBezTo>
                  <a:cubicBezTo>
                    <a:pt x="58493" y="55690"/>
                    <a:pt x="58579" y="55709"/>
                    <a:pt x="58645" y="55719"/>
                  </a:cubicBezTo>
                  <a:cubicBezTo>
                    <a:pt x="60760" y="56042"/>
                    <a:pt x="62884" y="56442"/>
                    <a:pt x="65037" y="56900"/>
                  </a:cubicBezTo>
                  <a:cubicBezTo>
                    <a:pt x="65713" y="57052"/>
                    <a:pt x="66399" y="57243"/>
                    <a:pt x="67085" y="57405"/>
                  </a:cubicBezTo>
                  <a:cubicBezTo>
                    <a:pt x="68542" y="57738"/>
                    <a:pt x="70018" y="58090"/>
                    <a:pt x="71504" y="58500"/>
                  </a:cubicBezTo>
                  <a:cubicBezTo>
                    <a:pt x="74009" y="59186"/>
                    <a:pt x="76543" y="59957"/>
                    <a:pt x="79105" y="60843"/>
                  </a:cubicBezTo>
                  <a:cubicBezTo>
                    <a:pt x="79620" y="61024"/>
                    <a:pt x="80143" y="61234"/>
                    <a:pt x="80667" y="61415"/>
                  </a:cubicBezTo>
                  <a:cubicBezTo>
                    <a:pt x="82725" y="62157"/>
                    <a:pt x="84801" y="62939"/>
                    <a:pt x="86887" y="63786"/>
                  </a:cubicBezTo>
                  <a:cubicBezTo>
                    <a:pt x="88840" y="64586"/>
                    <a:pt x="90802" y="65434"/>
                    <a:pt x="92802" y="66339"/>
                  </a:cubicBezTo>
                  <a:cubicBezTo>
                    <a:pt x="93021" y="66444"/>
                    <a:pt x="93269" y="66558"/>
                    <a:pt x="93498" y="66672"/>
                  </a:cubicBezTo>
                  <a:cubicBezTo>
                    <a:pt x="95402" y="67558"/>
                    <a:pt x="97336" y="68501"/>
                    <a:pt x="99260" y="69501"/>
                  </a:cubicBezTo>
                  <a:cubicBezTo>
                    <a:pt x="99832" y="69778"/>
                    <a:pt x="100394" y="70082"/>
                    <a:pt x="100955" y="70378"/>
                  </a:cubicBezTo>
                  <a:cubicBezTo>
                    <a:pt x="103108" y="71502"/>
                    <a:pt x="105280" y="72673"/>
                    <a:pt x="107461" y="73930"/>
                  </a:cubicBezTo>
                  <a:cubicBezTo>
                    <a:pt x="109728" y="75245"/>
                    <a:pt x="111995" y="76626"/>
                    <a:pt x="114233" y="78045"/>
                  </a:cubicBezTo>
                  <a:cubicBezTo>
                    <a:pt x="114958" y="78502"/>
                    <a:pt x="115671" y="78998"/>
                    <a:pt x="116405" y="79445"/>
                  </a:cubicBezTo>
                  <a:cubicBezTo>
                    <a:pt x="117920" y="80436"/>
                    <a:pt x="119444" y="81446"/>
                    <a:pt x="120958" y="82474"/>
                  </a:cubicBezTo>
                  <a:cubicBezTo>
                    <a:pt x="121796" y="83055"/>
                    <a:pt x="122615" y="83646"/>
                    <a:pt x="123454" y="84217"/>
                  </a:cubicBezTo>
                  <a:cubicBezTo>
                    <a:pt x="124844" y="85218"/>
                    <a:pt x="126245" y="86218"/>
                    <a:pt x="127625" y="87246"/>
                  </a:cubicBezTo>
                  <a:cubicBezTo>
                    <a:pt x="128464" y="87865"/>
                    <a:pt x="129311" y="88504"/>
                    <a:pt x="130140" y="89132"/>
                  </a:cubicBezTo>
                  <a:cubicBezTo>
                    <a:pt x="131540" y="90199"/>
                    <a:pt x="132931" y="91304"/>
                    <a:pt x="134312" y="92409"/>
                  </a:cubicBezTo>
                  <a:cubicBezTo>
                    <a:pt x="135103" y="93018"/>
                    <a:pt x="135884" y="93647"/>
                    <a:pt x="136655" y="94276"/>
                  </a:cubicBezTo>
                  <a:cubicBezTo>
                    <a:pt x="138227" y="95562"/>
                    <a:pt x="139761" y="96867"/>
                    <a:pt x="141294" y="98191"/>
                  </a:cubicBezTo>
                  <a:cubicBezTo>
                    <a:pt x="141884" y="98686"/>
                    <a:pt x="142447" y="99172"/>
                    <a:pt x="143027" y="99657"/>
                  </a:cubicBezTo>
                  <a:cubicBezTo>
                    <a:pt x="145123" y="101496"/>
                    <a:pt x="147200" y="103372"/>
                    <a:pt x="149247" y="105287"/>
                  </a:cubicBezTo>
                  <a:cubicBezTo>
                    <a:pt x="149695" y="105706"/>
                    <a:pt x="150133" y="106134"/>
                    <a:pt x="150581" y="106554"/>
                  </a:cubicBezTo>
                  <a:cubicBezTo>
                    <a:pt x="152124" y="108030"/>
                    <a:pt x="153686" y="109535"/>
                    <a:pt x="155220" y="111059"/>
                  </a:cubicBezTo>
                  <a:cubicBezTo>
                    <a:pt x="157649" y="113469"/>
                    <a:pt x="160058" y="115917"/>
                    <a:pt x="162420" y="118431"/>
                  </a:cubicBezTo>
                  <a:cubicBezTo>
                    <a:pt x="162554" y="118574"/>
                    <a:pt x="162668" y="118707"/>
                    <a:pt x="162801" y="118860"/>
                  </a:cubicBezTo>
                  <a:cubicBezTo>
                    <a:pt x="165030" y="121260"/>
                    <a:pt x="167250" y="123689"/>
                    <a:pt x="169421" y="126185"/>
                  </a:cubicBezTo>
                  <a:cubicBezTo>
                    <a:pt x="170479" y="127404"/>
                    <a:pt x="171536" y="128642"/>
                    <a:pt x="172584" y="129890"/>
                  </a:cubicBezTo>
                  <a:cubicBezTo>
                    <a:pt x="173479" y="130928"/>
                    <a:pt x="174374" y="131976"/>
                    <a:pt x="175250" y="133043"/>
                  </a:cubicBezTo>
                  <a:cubicBezTo>
                    <a:pt x="176336" y="134367"/>
                    <a:pt x="177413" y="135710"/>
                    <a:pt x="178489" y="137072"/>
                  </a:cubicBezTo>
                  <a:cubicBezTo>
                    <a:pt x="179337" y="138129"/>
                    <a:pt x="180194" y="139177"/>
                    <a:pt x="181032" y="140243"/>
                  </a:cubicBezTo>
                  <a:cubicBezTo>
                    <a:pt x="181442" y="140777"/>
                    <a:pt x="181851" y="141320"/>
                    <a:pt x="182252" y="141863"/>
                  </a:cubicBezTo>
                  <a:cubicBezTo>
                    <a:pt x="184938" y="145349"/>
                    <a:pt x="187566" y="148902"/>
                    <a:pt x="190109" y="152512"/>
                  </a:cubicBezTo>
                  <a:cubicBezTo>
                    <a:pt x="190481" y="153036"/>
                    <a:pt x="190862" y="153550"/>
                    <a:pt x="191234" y="154083"/>
                  </a:cubicBezTo>
                  <a:cubicBezTo>
                    <a:pt x="193681" y="157588"/>
                    <a:pt x="196053" y="161151"/>
                    <a:pt x="198377" y="164751"/>
                  </a:cubicBezTo>
                  <a:cubicBezTo>
                    <a:pt x="198930" y="165599"/>
                    <a:pt x="199473" y="166485"/>
                    <a:pt x="200025" y="167342"/>
                  </a:cubicBezTo>
                  <a:cubicBezTo>
                    <a:pt x="201892" y="170304"/>
                    <a:pt x="203721" y="173286"/>
                    <a:pt x="205502" y="176305"/>
                  </a:cubicBezTo>
                  <a:cubicBezTo>
                    <a:pt x="205893" y="176943"/>
                    <a:pt x="206283" y="177581"/>
                    <a:pt x="206654" y="178239"/>
                  </a:cubicBezTo>
                  <a:cubicBezTo>
                    <a:pt x="208674" y="181706"/>
                    <a:pt x="210617" y="185192"/>
                    <a:pt x="212503" y="188745"/>
                  </a:cubicBezTo>
                  <a:cubicBezTo>
                    <a:pt x="212960" y="189612"/>
                    <a:pt x="213408" y="190478"/>
                    <a:pt x="213875" y="191336"/>
                  </a:cubicBezTo>
                  <a:cubicBezTo>
                    <a:pt x="215342" y="194155"/>
                    <a:pt x="216780" y="196984"/>
                    <a:pt x="218170" y="199832"/>
                  </a:cubicBezTo>
                  <a:cubicBezTo>
                    <a:pt x="218627" y="200784"/>
                    <a:pt x="219103" y="201708"/>
                    <a:pt x="219551" y="202661"/>
                  </a:cubicBezTo>
                  <a:cubicBezTo>
                    <a:pt x="221266" y="206252"/>
                    <a:pt x="222933" y="209862"/>
                    <a:pt x="224514" y="213510"/>
                  </a:cubicBezTo>
                  <a:cubicBezTo>
                    <a:pt x="224733" y="214015"/>
                    <a:pt x="224933" y="214510"/>
                    <a:pt x="225143" y="215024"/>
                  </a:cubicBezTo>
                  <a:cubicBezTo>
                    <a:pt x="226543" y="218310"/>
                    <a:pt x="227895" y="221596"/>
                    <a:pt x="229191" y="224911"/>
                  </a:cubicBezTo>
                  <a:cubicBezTo>
                    <a:pt x="229562" y="225892"/>
                    <a:pt x="229953" y="226873"/>
                    <a:pt x="230324" y="227854"/>
                  </a:cubicBezTo>
                  <a:cubicBezTo>
                    <a:pt x="231810" y="231760"/>
                    <a:pt x="233229" y="235674"/>
                    <a:pt x="234534" y="239589"/>
                  </a:cubicBezTo>
                  <a:cubicBezTo>
                    <a:pt x="235420" y="242266"/>
                    <a:pt x="236277" y="244942"/>
                    <a:pt x="237087" y="247600"/>
                  </a:cubicBezTo>
                  <a:cubicBezTo>
                    <a:pt x="237306" y="248333"/>
                    <a:pt x="237516" y="249057"/>
                    <a:pt x="237716" y="249790"/>
                  </a:cubicBezTo>
                  <a:cubicBezTo>
                    <a:pt x="238306" y="251734"/>
                    <a:pt x="238859" y="253677"/>
                    <a:pt x="239382" y="255620"/>
                  </a:cubicBezTo>
                  <a:cubicBezTo>
                    <a:pt x="239716" y="256839"/>
                    <a:pt x="240021" y="258058"/>
                    <a:pt x="240335" y="259277"/>
                  </a:cubicBezTo>
                  <a:cubicBezTo>
                    <a:pt x="240754" y="260887"/>
                    <a:pt x="241164" y="262497"/>
                    <a:pt x="241545" y="264126"/>
                  </a:cubicBezTo>
                  <a:cubicBezTo>
                    <a:pt x="241849" y="265364"/>
                    <a:pt x="242125" y="266593"/>
                    <a:pt x="242402" y="267831"/>
                  </a:cubicBezTo>
                  <a:cubicBezTo>
                    <a:pt x="242726" y="269298"/>
                    <a:pt x="243040" y="270774"/>
                    <a:pt x="243345" y="272231"/>
                  </a:cubicBezTo>
                  <a:cubicBezTo>
                    <a:pt x="243726" y="274079"/>
                    <a:pt x="244069" y="275927"/>
                    <a:pt x="244402" y="277765"/>
                  </a:cubicBezTo>
                  <a:cubicBezTo>
                    <a:pt x="244630" y="279051"/>
                    <a:pt x="244878" y="280337"/>
                    <a:pt x="245078" y="281604"/>
                  </a:cubicBezTo>
                  <a:cubicBezTo>
                    <a:pt x="245393" y="283509"/>
                    <a:pt x="245679" y="285395"/>
                    <a:pt x="245945" y="287300"/>
                  </a:cubicBezTo>
                  <a:cubicBezTo>
                    <a:pt x="246126" y="288576"/>
                    <a:pt x="246316" y="289843"/>
                    <a:pt x="246479" y="291091"/>
                  </a:cubicBezTo>
                  <a:cubicBezTo>
                    <a:pt x="246583" y="291967"/>
                    <a:pt x="246679" y="292843"/>
                    <a:pt x="246774" y="293710"/>
                  </a:cubicBezTo>
                  <a:cubicBezTo>
                    <a:pt x="246974" y="295511"/>
                    <a:pt x="247174" y="297320"/>
                    <a:pt x="247326" y="299120"/>
                  </a:cubicBezTo>
                  <a:cubicBezTo>
                    <a:pt x="247412" y="300063"/>
                    <a:pt x="247488" y="300987"/>
                    <a:pt x="247555" y="301921"/>
                  </a:cubicBezTo>
                  <a:cubicBezTo>
                    <a:pt x="247688" y="303731"/>
                    <a:pt x="247793" y="305559"/>
                    <a:pt x="247888" y="307379"/>
                  </a:cubicBezTo>
                  <a:cubicBezTo>
                    <a:pt x="247926" y="308198"/>
                    <a:pt x="247974" y="309026"/>
                    <a:pt x="248002" y="309836"/>
                  </a:cubicBezTo>
                  <a:cubicBezTo>
                    <a:pt x="248108" y="312436"/>
                    <a:pt x="248165" y="315018"/>
                    <a:pt x="248165" y="317589"/>
                  </a:cubicBezTo>
                  <a:cubicBezTo>
                    <a:pt x="248050" y="355556"/>
                    <a:pt x="225647" y="381721"/>
                    <a:pt x="206912" y="398962"/>
                  </a:cubicBezTo>
                  <a:lnTo>
                    <a:pt x="106252" y="508470"/>
                  </a:lnTo>
                  <a:lnTo>
                    <a:pt x="194710" y="454302"/>
                  </a:lnTo>
                  <a:lnTo>
                    <a:pt x="299104" y="353080"/>
                  </a:lnTo>
                  <a:cubicBezTo>
                    <a:pt x="317830" y="335849"/>
                    <a:pt x="329708" y="308103"/>
                    <a:pt x="329813" y="270117"/>
                  </a:cubicBezTo>
                  <a:cubicBezTo>
                    <a:pt x="329822" y="267555"/>
                    <a:pt x="329765" y="264973"/>
                    <a:pt x="329670" y="262373"/>
                  </a:cubicBezTo>
                  <a:cubicBezTo>
                    <a:pt x="329612" y="261535"/>
                    <a:pt x="329555" y="260706"/>
                    <a:pt x="329508" y="259906"/>
                  </a:cubicBez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91DB2B44-C9CC-44A4-A0DB-64B83936492F}"/>
                </a:ext>
              </a:extLst>
            </p:cNvPr>
            <p:cNvSpPr/>
            <p:nvPr/>
          </p:nvSpPr>
          <p:spPr>
            <a:xfrm>
              <a:off x="5980919" y="2078494"/>
              <a:ext cx="9525" cy="9525"/>
            </a:xfrm>
            <a:custGeom>
              <a:avLst/>
              <a:gdLst>
                <a:gd name="connsiteX0" fmla="*/ 7144 w 9525"/>
                <a:gd name="connsiteY0" fmla="*/ 7163 h 9525"/>
                <a:gd name="connsiteX1" fmla="*/ 7172 w 9525"/>
                <a:gd name="connsiteY1" fmla="*/ 7144 h 9525"/>
                <a:gd name="connsiteX2" fmla="*/ 7163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63"/>
                  </a:moveTo>
                  <a:lnTo>
                    <a:pt x="7172" y="7144"/>
                  </a:lnTo>
                  <a:lnTo>
                    <a:pt x="7163" y="7144"/>
                  </a:lnTo>
                  <a:close/>
                </a:path>
              </a:pathLst>
            </a:custGeom>
            <a:solidFill>
              <a:srgbClr val="3974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E835C8D-962E-4D37-A831-E92863382011}"/>
                </a:ext>
              </a:extLst>
            </p:cNvPr>
            <p:cNvSpPr/>
            <p:nvPr/>
          </p:nvSpPr>
          <p:spPr>
            <a:xfrm>
              <a:off x="5939752" y="2068975"/>
              <a:ext cx="295275" cy="466725"/>
            </a:xfrm>
            <a:custGeom>
              <a:avLst/>
              <a:gdLst>
                <a:gd name="connsiteX0" fmla="*/ 148714 w 295275"/>
                <a:gd name="connsiteY0" fmla="*/ 26492 h 466725"/>
                <a:gd name="connsiteX1" fmla="*/ 7145 w 295275"/>
                <a:gd name="connsiteY1" fmla="*/ 107207 h 466725"/>
                <a:gd name="connsiteX2" fmla="*/ 37282 w 295275"/>
                <a:gd name="connsiteY2" fmla="*/ 225298 h 466725"/>
                <a:gd name="connsiteX3" fmla="*/ 147486 w 295275"/>
                <a:gd name="connsiteY3" fmla="*/ 461051 h 466725"/>
                <a:gd name="connsiteX4" fmla="*/ 258690 w 295275"/>
                <a:gd name="connsiteY4" fmla="*/ 353114 h 466725"/>
                <a:gd name="connsiteX5" fmla="*/ 289408 w 295275"/>
                <a:gd name="connsiteY5" fmla="*/ 270170 h 466725"/>
                <a:gd name="connsiteX6" fmla="*/ 148714 w 295275"/>
                <a:gd name="connsiteY6" fmla="*/ 2649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466725">
                  <a:moveTo>
                    <a:pt x="148714" y="26492"/>
                  </a:moveTo>
                  <a:cubicBezTo>
                    <a:pt x="70781" y="-18494"/>
                    <a:pt x="7392" y="17634"/>
                    <a:pt x="7145" y="107207"/>
                  </a:cubicBezTo>
                  <a:cubicBezTo>
                    <a:pt x="7030" y="145183"/>
                    <a:pt x="18708" y="186531"/>
                    <a:pt x="37282" y="225298"/>
                  </a:cubicBezTo>
                  <a:cubicBezTo>
                    <a:pt x="65428" y="284039"/>
                    <a:pt x="143380" y="452203"/>
                    <a:pt x="147486" y="461051"/>
                  </a:cubicBezTo>
                  <a:cubicBezTo>
                    <a:pt x="151619" y="456956"/>
                    <a:pt x="230287" y="379232"/>
                    <a:pt x="258690" y="353114"/>
                  </a:cubicBezTo>
                  <a:cubicBezTo>
                    <a:pt x="277426" y="335893"/>
                    <a:pt x="289294" y="308137"/>
                    <a:pt x="289408" y="270170"/>
                  </a:cubicBezTo>
                  <a:cubicBezTo>
                    <a:pt x="289656" y="180607"/>
                    <a:pt x="226657" y="71507"/>
                    <a:pt x="148714" y="26492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B8A11F07-7AF4-4C5C-82A9-2CE5CBF146EB}"/>
                </a:ext>
              </a:extLst>
            </p:cNvPr>
            <p:cNvSpPr/>
            <p:nvPr/>
          </p:nvSpPr>
          <p:spPr>
            <a:xfrm>
              <a:off x="5981195" y="2120453"/>
              <a:ext cx="190500" cy="247650"/>
            </a:xfrm>
            <a:custGeom>
              <a:avLst/>
              <a:gdLst>
                <a:gd name="connsiteX0" fmla="*/ 99823 w 190500"/>
                <a:gd name="connsiteY0" fmla="*/ 19782 h 247650"/>
                <a:gd name="connsiteX1" fmla="*/ 7144 w 190500"/>
                <a:gd name="connsiteY1" fmla="*/ 72617 h 247650"/>
                <a:gd name="connsiteX2" fmla="*/ 99223 w 190500"/>
                <a:gd name="connsiteY2" fmla="*/ 232123 h 247650"/>
                <a:gd name="connsiteX3" fmla="*/ 191920 w 190500"/>
                <a:gd name="connsiteY3" fmla="*/ 179298 h 247650"/>
                <a:gd name="connsiteX4" fmla="*/ 99823 w 190500"/>
                <a:gd name="connsiteY4" fmla="*/ 1978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0" h="247650">
                  <a:moveTo>
                    <a:pt x="99823" y="19782"/>
                  </a:moveTo>
                  <a:cubicBezTo>
                    <a:pt x="48883" y="-9631"/>
                    <a:pt x="7306" y="14048"/>
                    <a:pt x="7144" y="72617"/>
                  </a:cubicBezTo>
                  <a:cubicBezTo>
                    <a:pt x="6983" y="131149"/>
                    <a:pt x="48292" y="202720"/>
                    <a:pt x="99223" y="232123"/>
                  </a:cubicBezTo>
                  <a:cubicBezTo>
                    <a:pt x="150191" y="261546"/>
                    <a:pt x="191768" y="237838"/>
                    <a:pt x="191920" y="179298"/>
                  </a:cubicBezTo>
                  <a:cubicBezTo>
                    <a:pt x="192082" y="120757"/>
                    <a:pt x="150772" y="49196"/>
                    <a:pt x="99823" y="19782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45EE606-8316-420B-8B11-E87E2F45945E}"/>
                </a:ext>
              </a:extLst>
            </p:cNvPr>
            <p:cNvSpPr/>
            <p:nvPr/>
          </p:nvSpPr>
          <p:spPr>
            <a:xfrm>
              <a:off x="6011390" y="2200030"/>
              <a:ext cx="38100" cy="47625"/>
            </a:xfrm>
            <a:custGeom>
              <a:avLst/>
              <a:gdLst>
                <a:gd name="connsiteX0" fmla="*/ 22822 w 38100"/>
                <a:gd name="connsiteY0" fmla="*/ 9281 h 47625"/>
                <a:gd name="connsiteX1" fmla="*/ 7144 w 38100"/>
                <a:gd name="connsiteY1" fmla="*/ 18215 h 47625"/>
                <a:gd name="connsiteX2" fmla="*/ 22727 w 38100"/>
                <a:gd name="connsiteY2" fmla="*/ 45218 h 47625"/>
                <a:gd name="connsiteX3" fmla="*/ 38414 w 38100"/>
                <a:gd name="connsiteY3" fmla="*/ 36284 h 47625"/>
                <a:gd name="connsiteX4" fmla="*/ 22822 w 38100"/>
                <a:gd name="connsiteY4" fmla="*/ 928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47625">
                  <a:moveTo>
                    <a:pt x="22822" y="9281"/>
                  </a:moveTo>
                  <a:cubicBezTo>
                    <a:pt x="14211" y="4308"/>
                    <a:pt x="7163" y="8309"/>
                    <a:pt x="7144" y="18215"/>
                  </a:cubicBezTo>
                  <a:cubicBezTo>
                    <a:pt x="7115" y="28131"/>
                    <a:pt x="14097" y="40246"/>
                    <a:pt x="22727" y="45218"/>
                  </a:cubicBezTo>
                  <a:cubicBezTo>
                    <a:pt x="31356" y="50200"/>
                    <a:pt x="38395" y="46190"/>
                    <a:pt x="38414" y="36284"/>
                  </a:cubicBezTo>
                  <a:cubicBezTo>
                    <a:pt x="38433" y="26378"/>
                    <a:pt x="31442" y="14262"/>
                    <a:pt x="22822" y="92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7A436627-1AEC-4A8B-88D4-C1D47CFDF46C}"/>
                </a:ext>
              </a:extLst>
            </p:cNvPr>
            <p:cNvSpPr/>
            <p:nvPr/>
          </p:nvSpPr>
          <p:spPr>
            <a:xfrm>
              <a:off x="6054014" y="2229767"/>
              <a:ext cx="38100" cy="47625"/>
            </a:xfrm>
            <a:custGeom>
              <a:avLst/>
              <a:gdLst>
                <a:gd name="connsiteX0" fmla="*/ 22822 w 38100"/>
                <a:gd name="connsiteY0" fmla="*/ 9281 h 47625"/>
                <a:gd name="connsiteX1" fmla="*/ 7144 w 38100"/>
                <a:gd name="connsiteY1" fmla="*/ 18215 h 47625"/>
                <a:gd name="connsiteX2" fmla="*/ 22727 w 38100"/>
                <a:gd name="connsiteY2" fmla="*/ 45218 h 47625"/>
                <a:gd name="connsiteX3" fmla="*/ 38415 w 38100"/>
                <a:gd name="connsiteY3" fmla="*/ 36284 h 47625"/>
                <a:gd name="connsiteX4" fmla="*/ 22822 w 38100"/>
                <a:gd name="connsiteY4" fmla="*/ 928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47625">
                  <a:moveTo>
                    <a:pt x="22822" y="9281"/>
                  </a:moveTo>
                  <a:cubicBezTo>
                    <a:pt x="14202" y="4308"/>
                    <a:pt x="7154" y="8309"/>
                    <a:pt x="7144" y="18215"/>
                  </a:cubicBezTo>
                  <a:cubicBezTo>
                    <a:pt x="7106" y="28130"/>
                    <a:pt x="14097" y="40246"/>
                    <a:pt x="22727" y="45218"/>
                  </a:cubicBezTo>
                  <a:cubicBezTo>
                    <a:pt x="31356" y="50190"/>
                    <a:pt x="38395" y="46180"/>
                    <a:pt x="38415" y="36284"/>
                  </a:cubicBezTo>
                  <a:cubicBezTo>
                    <a:pt x="38443" y="26378"/>
                    <a:pt x="31442" y="14262"/>
                    <a:pt x="22822" y="92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BE08600-1D9C-475C-829B-F7C10252CA86}"/>
                </a:ext>
              </a:extLst>
            </p:cNvPr>
            <p:cNvSpPr/>
            <p:nvPr/>
          </p:nvSpPr>
          <p:spPr>
            <a:xfrm>
              <a:off x="6096639" y="2259500"/>
              <a:ext cx="38100" cy="47625"/>
            </a:xfrm>
            <a:custGeom>
              <a:avLst/>
              <a:gdLst>
                <a:gd name="connsiteX0" fmla="*/ 22831 w 38100"/>
                <a:gd name="connsiteY0" fmla="*/ 9285 h 47625"/>
                <a:gd name="connsiteX1" fmla="*/ 7144 w 38100"/>
                <a:gd name="connsiteY1" fmla="*/ 18219 h 47625"/>
                <a:gd name="connsiteX2" fmla="*/ 22736 w 38100"/>
                <a:gd name="connsiteY2" fmla="*/ 45223 h 47625"/>
                <a:gd name="connsiteX3" fmla="*/ 38424 w 38100"/>
                <a:gd name="connsiteY3" fmla="*/ 36288 h 47625"/>
                <a:gd name="connsiteX4" fmla="*/ 22831 w 38100"/>
                <a:gd name="connsiteY4" fmla="*/ 92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47625">
                  <a:moveTo>
                    <a:pt x="22831" y="9285"/>
                  </a:moveTo>
                  <a:cubicBezTo>
                    <a:pt x="14211" y="4303"/>
                    <a:pt x="7162" y="8313"/>
                    <a:pt x="7144" y="18219"/>
                  </a:cubicBezTo>
                  <a:cubicBezTo>
                    <a:pt x="7125" y="28125"/>
                    <a:pt x="14106" y="40250"/>
                    <a:pt x="22736" y="45223"/>
                  </a:cubicBezTo>
                  <a:cubicBezTo>
                    <a:pt x="31366" y="50195"/>
                    <a:pt x="38395" y="46185"/>
                    <a:pt x="38424" y="36288"/>
                  </a:cubicBezTo>
                  <a:cubicBezTo>
                    <a:pt x="38433" y="26373"/>
                    <a:pt x="31442" y="14266"/>
                    <a:pt x="22831" y="928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D438A943-5FB6-4C39-B681-0D0D394EF8A2}"/>
                </a:ext>
              </a:extLst>
            </p:cNvPr>
            <p:cNvSpPr/>
            <p:nvPr/>
          </p:nvSpPr>
          <p:spPr>
            <a:xfrm>
              <a:off x="7302568" y="4771744"/>
              <a:ext cx="323850" cy="209550"/>
            </a:xfrm>
            <a:custGeom>
              <a:avLst/>
              <a:gdLst>
                <a:gd name="connsiteX0" fmla="*/ 308079 w 323850"/>
                <a:gd name="connsiteY0" fmla="*/ 107862 h 209550"/>
                <a:gd name="connsiteX1" fmla="*/ 134629 w 323850"/>
                <a:gd name="connsiteY1" fmla="*/ 10402 h 209550"/>
                <a:gd name="connsiteX2" fmla="*/ 109721 w 323850"/>
                <a:gd name="connsiteY2" fmla="*/ 10422 h 209550"/>
                <a:gd name="connsiteX3" fmla="*/ 20062 w 323850"/>
                <a:gd name="connsiteY3" fmla="*/ 60999 h 209550"/>
                <a:gd name="connsiteX4" fmla="*/ 20100 w 323850"/>
                <a:gd name="connsiteY4" fmla="*/ 105252 h 209550"/>
                <a:gd name="connsiteX5" fmla="*/ 193551 w 323850"/>
                <a:gd name="connsiteY5" fmla="*/ 202712 h 209550"/>
                <a:gd name="connsiteX6" fmla="*/ 218459 w 323850"/>
                <a:gd name="connsiteY6" fmla="*/ 202693 h 209550"/>
                <a:gd name="connsiteX7" fmla="*/ 308117 w 323850"/>
                <a:gd name="connsiteY7" fmla="*/ 152116 h 209550"/>
                <a:gd name="connsiteX8" fmla="*/ 308079 w 323850"/>
                <a:gd name="connsiteY8" fmla="*/ 107862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0" h="209550">
                  <a:moveTo>
                    <a:pt x="308079" y="107862"/>
                  </a:moveTo>
                  <a:lnTo>
                    <a:pt x="134629" y="10402"/>
                  </a:lnTo>
                  <a:cubicBezTo>
                    <a:pt x="126885" y="6050"/>
                    <a:pt x="117446" y="6059"/>
                    <a:pt x="109721" y="10422"/>
                  </a:cubicBezTo>
                  <a:lnTo>
                    <a:pt x="20062" y="60999"/>
                  </a:lnTo>
                  <a:cubicBezTo>
                    <a:pt x="2822" y="70724"/>
                    <a:pt x="2841" y="95556"/>
                    <a:pt x="20100" y="105252"/>
                  </a:cubicBezTo>
                  <a:lnTo>
                    <a:pt x="193551" y="202712"/>
                  </a:lnTo>
                  <a:cubicBezTo>
                    <a:pt x="201294" y="207065"/>
                    <a:pt x="210733" y="207056"/>
                    <a:pt x="218459" y="202693"/>
                  </a:cubicBezTo>
                  <a:lnTo>
                    <a:pt x="308117" y="152116"/>
                  </a:lnTo>
                  <a:cubicBezTo>
                    <a:pt x="325367" y="142390"/>
                    <a:pt x="325339" y="117559"/>
                    <a:pt x="308079" y="10786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D0C284A6-8B86-467B-B178-B09092F70867}"/>
                </a:ext>
              </a:extLst>
            </p:cNvPr>
            <p:cNvSpPr/>
            <p:nvPr/>
          </p:nvSpPr>
          <p:spPr>
            <a:xfrm>
              <a:off x="7564041" y="4866042"/>
              <a:ext cx="9525" cy="9525"/>
            </a:xfrm>
            <a:custGeom>
              <a:avLst/>
              <a:gdLst>
                <a:gd name="connsiteX0" fmla="*/ 7201 w 9525"/>
                <a:gd name="connsiteY0" fmla="*/ 7144 h 9525"/>
                <a:gd name="connsiteX1" fmla="*/ 7144 w 9525"/>
                <a:gd name="connsiteY1" fmla="*/ 7210 h 9525"/>
                <a:gd name="connsiteX2" fmla="*/ 72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01" y="7144"/>
                  </a:moveTo>
                  <a:lnTo>
                    <a:pt x="7144" y="7210"/>
                  </a:lnTo>
                  <a:cubicBezTo>
                    <a:pt x="7172" y="7372"/>
                    <a:pt x="7201" y="7144"/>
                    <a:pt x="7201" y="7144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CF378B5-A31A-48AB-AD2A-86F6F5D7FDCD}"/>
                </a:ext>
              </a:extLst>
            </p:cNvPr>
            <p:cNvSpPr/>
            <p:nvPr/>
          </p:nvSpPr>
          <p:spPr>
            <a:xfrm>
              <a:off x="7482486" y="4843459"/>
              <a:ext cx="95250" cy="76200"/>
            </a:xfrm>
            <a:custGeom>
              <a:avLst/>
              <a:gdLst>
                <a:gd name="connsiteX0" fmla="*/ 81765 w 95250"/>
                <a:gd name="connsiteY0" fmla="*/ 7144 h 76200"/>
                <a:gd name="connsiteX1" fmla="*/ 41284 w 95250"/>
                <a:gd name="connsiteY1" fmla="*/ 10782 h 76200"/>
                <a:gd name="connsiteX2" fmla="*/ 17157 w 95250"/>
                <a:gd name="connsiteY2" fmla="*/ 45453 h 76200"/>
                <a:gd name="connsiteX3" fmla="*/ 9804 w 95250"/>
                <a:gd name="connsiteY3" fmla="*/ 64513 h 76200"/>
                <a:gd name="connsiteX4" fmla="*/ 38931 w 95250"/>
                <a:gd name="connsiteY4" fmla="*/ 69028 h 76200"/>
                <a:gd name="connsiteX5" fmla="*/ 72364 w 95250"/>
                <a:gd name="connsiteY5" fmla="*/ 44158 h 76200"/>
                <a:gd name="connsiteX6" fmla="*/ 73383 w 95250"/>
                <a:gd name="connsiteY6" fmla="*/ 35585 h 76200"/>
                <a:gd name="connsiteX7" fmla="*/ 76955 w 95250"/>
                <a:gd name="connsiteY7" fmla="*/ 40624 h 76200"/>
                <a:gd name="connsiteX8" fmla="*/ 88699 w 95250"/>
                <a:gd name="connsiteY8" fmla="*/ 29804 h 76200"/>
                <a:gd name="connsiteX9" fmla="*/ 88604 w 95250"/>
                <a:gd name="connsiteY9" fmla="*/ 24717 h 76200"/>
                <a:gd name="connsiteX10" fmla="*/ 81765 w 95250"/>
                <a:gd name="connsiteY1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250" h="76200">
                  <a:moveTo>
                    <a:pt x="81765" y="7144"/>
                  </a:moveTo>
                  <a:lnTo>
                    <a:pt x="41284" y="10782"/>
                  </a:lnTo>
                  <a:cubicBezTo>
                    <a:pt x="41284" y="10782"/>
                    <a:pt x="23415" y="39176"/>
                    <a:pt x="17157" y="45453"/>
                  </a:cubicBezTo>
                  <a:cubicBezTo>
                    <a:pt x="10909" y="51721"/>
                    <a:pt x="2898" y="59493"/>
                    <a:pt x="9804" y="64513"/>
                  </a:cubicBezTo>
                  <a:cubicBezTo>
                    <a:pt x="12185" y="66256"/>
                    <a:pt x="28520" y="72190"/>
                    <a:pt x="38931" y="69028"/>
                  </a:cubicBezTo>
                  <a:cubicBezTo>
                    <a:pt x="49352" y="65865"/>
                    <a:pt x="72364" y="44158"/>
                    <a:pt x="72364" y="44158"/>
                  </a:cubicBezTo>
                  <a:lnTo>
                    <a:pt x="73383" y="35585"/>
                  </a:lnTo>
                  <a:lnTo>
                    <a:pt x="76955" y="40624"/>
                  </a:lnTo>
                  <a:lnTo>
                    <a:pt x="88699" y="29804"/>
                  </a:lnTo>
                  <a:cubicBezTo>
                    <a:pt x="88642" y="29575"/>
                    <a:pt x="88585" y="28537"/>
                    <a:pt x="88604" y="24717"/>
                  </a:cubicBezTo>
                  <a:cubicBezTo>
                    <a:pt x="88623" y="18250"/>
                    <a:pt x="81765" y="7144"/>
                    <a:pt x="81765" y="7144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2463B4B9-48E6-45BA-A227-55594948A95A}"/>
                </a:ext>
              </a:extLst>
            </p:cNvPr>
            <p:cNvSpPr/>
            <p:nvPr/>
          </p:nvSpPr>
          <p:spPr>
            <a:xfrm>
              <a:off x="7344481" y="4834581"/>
              <a:ext cx="85725" cy="66675"/>
            </a:xfrm>
            <a:custGeom>
              <a:avLst/>
              <a:gdLst>
                <a:gd name="connsiteX0" fmla="*/ 46510 w 85725"/>
                <a:gd name="connsiteY0" fmla="*/ 7144 h 66675"/>
                <a:gd name="connsiteX1" fmla="*/ 18049 w 85725"/>
                <a:gd name="connsiteY1" fmla="*/ 35243 h 66675"/>
                <a:gd name="connsiteX2" fmla="*/ 8515 w 85725"/>
                <a:gd name="connsiteY2" fmla="*/ 51568 h 66675"/>
                <a:gd name="connsiteX3" fmla="*/ 34404 w 85725"/>
                <a:gd name="connsiteY3" fmla="*/ 60370 h 66675"/>
                <a:gd name="connsiteX4" fmla="*/ 69551 w 85725"/>
                <a:gd name="connsiteY4" fmla="*/ 42634 h 66675"/>
                <a:gd name="connsiteX5" fmla="*/ 71866 w 85725"/>
                <a:gd name="connsiteY5" fmla="*/ 34947 h 66675"/>
                <a:gd name="connsiteX6" fmla="*/ 74313 w 85725"/>
                <a:gd name="connsiteY6" fmla="*/ 40138 h 66675"/>
                <a:gd name="connsiteX7" fmla="*/ 86791 w 85725"/>
                <a:gd name="connsiteY7" fmla="*/ 33366 h 66675"/>
                <a:gd name="connsiteX8" fmla="*/ 87534 w 85725"/>
                <a:gd name="connsiteY8" fmla="*/ 27461 h 66675"/>
                <a:gd name="connsiteX9" fmla="*/ 84096 w 85725"/>
                <a:gd name="connsiteY9" fmla="*/ 10316 h 66675"/>
                <a:gd name="connsiteX10" fmla="*/ 46510 w 85725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25" h="66675">
                  <a:moveTo>
                    <a:pt x="46510" y="7144"/>
                  </a:moveTo>
                  <a:cubicBezTo>
                    <a:pt x="46510" y="7144"/>
                    <a:pt x="24774" y="30518"/>
                    <a:pt x="18049" y="35243"/>
                  </a:cubicBezTo>
                  <a:cubicBezTo>
                    <a:pt x="11325" y="39967"/>
                    <a:pt x="4057" y="47111"/>
                    <a:pt x="8515" y="51568"/>
                  </a:cubicBezTo>
                  <a:cubicBezTo>
                    <a:pt x="10448" y="53502"/>
                    <a:pt x="24383" y="61589"/>
                    <a:pt x="34404" y="60370"/>
                  </a:cubicBezTo>
                  <a:cubicBezTo>
                    <a:pt x="44443" y="59150"/>
                    <a:pt x="69551" y="42634"/>
                    <a:pt x="69551" y="42634"/>
                  </a:cubicBezTo>
                  <a:lnTo>
                    <a:pt x="71866" y="34947"/>
                  </a:lnTo>
                  <a:lnTo>
                    <a:pt x="74313" y="40138"/>
                  </a:lnTo>
                  <a:lnTo>
                    <a:pt x="86791" y="33366"/>
                  </a:lnTo>
                  <a:cubicBezTo>
                    <a:pt x="86791" y="33366"/>
                    <a:pt x="86467" y="33366"/>
                    <a:pt x="87534" y="27461"/>
                  </a:cubicBezTo>
                  <a:cubicBezTo>
                    <a:pt x="88582" y="21565"/>
                    <a:pt x="84096" y="10316"/>
                    <a:pt x="84096" y="10316"/>
                  </a:cubicBezTo>
                  <a:lnTo>
                    <a:pt x="46510" y="71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0FAD13E7-545B-4FFE-80B2-D6D8F13004BF}"/>
                </a:ext>
              </a:extLst>
            </p:cNvPr>
            <p:cNvSpPr/>
            <p:nvPr/>
          </p:nvSpPr>
          <p:spPr>
            <a:xfrm>
              <a:off x="7360149" y="4428378"/>
              <a:ext cx="95250" cy="428625"/>
            </a:xfrm>
            <a:custGeom>
              <a:avLst/>
              <a:gdLst>
                <a:gd name="connsiteX0" fmla="*/ 23993 w 95250"/>
                <a:gd name="connsiteY0" fmla="*/ 419424 h 428625"/>
                <a:gd name="connsiteX1" fmla="*/ 41977 w 95250"/>
                <a:gd name="connsiteY1" fmla="*/ 423624 h 428625"/>
                <a:gd name="connsiteX2" fmla="*/ 72018 w 95250"/>
                <a:gd name="connsiteY2" fmla="*/ 415623 h 428625"/>
                <a:gd name="connsiteX3" fmla="*/ 88421 w 95250"/>
                <a:gd name="connsiteY3" fmla="*/ 7144 h 428625"/>
                <a:gd name="connsiteX4" fmla="*/ 7144 w 95250"/>
                <a:gd name="connsiteY4" fmla="*/ 31004 h 428625"/>
                <a:gd name="connsiteX5" fmla="*/ 23993 w 95250"/>
                <a:gd name="connsiteY5" fmla="*/ 419424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428625">
                  <a:moveTo>
                    <a:pt x="23993" y="419424"/>
                  </a:moveTo>
                  <a:cubicBezTo>
                    <a:pt x="23993" y="419424"/>
                    <a:pt x="24384" y="422129"/>
                    <a:pt x="41977" y="423624"/>
                  </a:cubicBezTo>
                  <a:cubicBezTo>
                    <a:pt x="59569" y="425120"/>
                    <a:pt x="72018" y="415623"/>
                    <a:pt x="72018" y="415623"/>
                  </a:cubicBezTo>
                  <a:lnTo>
                    <a:pt x="88421" y="7144"/>
                  </a:lnTo>
                  <a:lnTo>
                    <a:pt x="7144" y="31004"/>
                  </a:lnTo>
                  <a:lnTo>
                    <a:pt x="23993" y="41942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750E4A6F-DB5B-44A1-8557-AEECC38B229D}"/>
                </a:ext>
              </a:extLst>
            </p:cNvPr>
            <p:cNvSpPr/>
            <p:nvPr/>
          </p:nvSpPr>
          <p:spPr>
            <a:xfrm>
              <a:off x="7418090" y="4441608"/>
              <a:ext cx="152400" cy="419100"/>
            </a:xfrm>
            <a:custGeom>
              <a:avLst/>
              <a:gdLst>
                <a:gd name="connsiteX0" fmla="*/ 7144 w 152400"/>
                <a:gd name="connsiteY0" fmla="*/ 21241 h 419100"/>
                <a:gd name="connsiteX1" fmla="*/ 97460 w 152400"/>
                <a:gd name="connsiteY1" fmla="*/ 414499 h 419100"/>
                <a:gd name="connsiteX2" fmla="*/ 129359 w 152400"/>
                <a:gd name="connsiteY2" fmla="*/ 420310 h 419100"/>
                <a:gd name="connsiteX3" fmla="*/ 153648 w 152400"/>
                <a:gd name="connsiteY3" fmla="*/ 407422 h 419100"/>
                <a:gd name="connsiteX4" fmla="*/ 97021 w 152400"/>
                <a:gd name="connsiteY4" fmla="*/ 7144 h 419100"/>
                <a:gd name="connsiteX5" fmla="*/ 7144 w 152400"/>
                <a:gd name="connsiteY5" fmla="*/ 21241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419100">
                  <a:moveTo>
                    <a:pt x="7144" y="21241"/>
                  </a:moveTo>
                  <a:cubicBezTo>
                    <a:pt x="19459" y="64475"/>
                    <a:pt x="97460" y="414499"/>
                    <a:pt x="97460" y="414499"/>
                  </a:cubicBezTo>
                  <a:cubicBezTo>
                    <a:pt x="97460" y="414499"/>
                    <a:pt x="115376" y="423034"/>
                    <a:pt x="129359" y="420310"/>
                  </a:cubicBezTo>
                  <a:cubicBezTo>
                    <a:pt x="143323" y="417576"/>
                    <a:pt x="153648" y="407422"/>
                    <a:pt x="153648" y="407422"/>
                  </a:cubicBezTo>
                  <a:lnTo>
                    <a:pt x="97021" y="7144"/>
                  </a:lnTo>
                  <a:lnTo>
                    <a:pt x="7144" y="21241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7324D9B-8B2F-4ED0-A857-9F007635857F}"/>
                </a:ext>
              </a:extLst>
            </p:cNvPr>
            <p:cNvSpPr/>
            <p:nvPr/>
          </p:nvSpPr>
          <p:spPr>
            <a:xfrm>
              <a:off x="7147718" y="4292556"/>
              <a:ext cx="47625" cy="57150"/>
            </a:xfrm>
            <a:custGeom>
              <a:avLst/>
              <a:gdLst>
                <a:gd name="connsiteX0" fmla="*/ 11244 w 47625"/>
                <a:gd name="connsiteY0" fmla="*/ 7663 h 57150"/>
                <a:gd name="connsiteX1" fmla="*/ 7434 w 47625"/>
                <a:gd name="connsiteY1" fmla="*/ 11101 h 57150"/>
                <a:gd name="connsiteX2" fmla="*/ 22379 w 47625"/>
                <a:gd name="connsiteY2" fmla="*/ 28980 h 57150"/>
                <a:gd name="connsiteX3" fmla="*/ 37029 w 47625"/>
                <a:gd name="connsiteY3" fmla="*/ 52964 h 57150"/>
                <a:gd name="connsiteX4" fmla="*/ 44620 w 47625"/>
                <a:gd name="connsiteY4" fmla="*/ 45563 h 57150"/>
                <a:gd name="connsiteX5" fmla="*/ 11244 w 47625"/>
                <a:gd name="connsiteY5" fmla="*/ 766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11244" y="7663"/>
                  </a:moveTo>
                  <a:cubicBezTo>
                    <a:pt x="8587" y="5986"/>
                    <a:pt x="6320" y="8701"/>
                    <a:pt x="7434" y="11101"/>
                  </a:cubicBezTo>
                  <a:cubicBezTo>
                    <a:pt x="10501" y="17702"/>
                    <a:pt x="18264" y="23160"/>
                    <a:pt x="22379" y="28980"/>
                  </a:cubicBezTo>
                  <a:cubicBezTo>
                    <a:pt x="28189" y="37219"/>
                    <a:pt x="31456" y="45106"/>
                    <a:pt x="37029" y="52964"/>
                  </a:cubicBezTo>
                  <a:cubicBezTo>
                    <a:pt x="38076" y="50916"/>
                    <a:pt x="42724" y="47068"/>
                    <a:pt x="44620" y="45563"/>
                  </a:cubicBezTo>
                  <a:cubicBezTo>
                    <a:pt x="41820" y="32818"/>
                    <a:pt x="16445" y="10949"/>
                    <a:pt x="11244" y="7663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9C58BB7-EB51-40A0-9600-B9A157F48A99}"/>
                </a:ext>
              </a:extLst>
            </p:cNvPr>
            <p:cNvSpPr/>
            <p:nvPr/>
          </p:nvSpPr>
          <p:spPr>
            <a:xfrm>
              <a:off x="7151900" y="4303970"/>
              <a:ext cx="47625" cy="57150"/>
            </a:xfrm>
            <a:custGeom>
              <a:avLst/>
              <a:gdLst>
                <a:gd name="connsiteX0" fmla="*/ 10348 w 47625"/>
                <a:gd name="connsiteY0" fmla="*/ 7660 h 57150"/>
                <a:gd name="connsiteX1" fmla="*/ 7405 w 47625"/>
                <a:gd name="connsiteY1" fmla="*/ 10089 h 57150"/>
                <a:gd name="connsiteX2" fmla="*/ 22340 w 47625"/>
                <a:gd name="connsiteY2" fmla="*/ 27958 h 57150"/>
                <a:gd name="connsiteX3" fmla="*/ 36999 w 47625"/>
                <a:gd name="connsiteY3" fmla="*/ 51952 h 57150"/>
                <a:gd name="connsiteX4" fmla="*/ 44590 w 47625"/>
                <a:gd name="connsiteY4" fmla="*/ 44551 h 57150"/>
                <a:gd name="connsiteX5" fmla="*/ 10348 w 47625"/>
                <a:gd name="connsiteY5" fmla="*/ 766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10348" y="7660"/>
                  </a:moveTo>
                  <a:cubicBezTo>
                    <a:pt x="9024" y="6346"/>
                    <a:pt x="6290" y="7679"/>
                    <a:pt x="7405" y="10089"/>
                  </a:cubicBezTo>
                  <a:cubicBezTo>
                    <a:pt x="10462" y="16680"/>
                    <a:pt x="18234" y="22138"/>
                    <a:pt x="22340" y="27958"/>
                  </a:cubicBezTo>
                  <a:cubicBezTo>
                    <a:pt x="28160" y="36207"/>
                    <a:pt x="31427" y="44074"/>
                    <a:pt x="36999" y="51952"/>
                  </a:cubicBezTo>
                  <a:cubicBezTo>
                    <a:pt x="38037" y="49884"/>
                    <a:pt x="42695" y="46055"/>
                    <a:pt x="44590" y="44551"/>
                  </a:cubicBezTo>
                  <a:cubicBezTo>
                    <a:pt x="41790" y="31777"/>
                    <a:pt x="14729" y="11994"/>
                    <a:pt x="10348" y="7660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432F2AF-1C19-47C5-8813-A1D42F4D0276}"/>
                </a:ext>
              </a:extLst>
            </p:cNvPr>
            <p:cNvSpPr/>
            <p:nvPr/>
          </p:nvSpPr>
          <p:spPr>
            <a:xfrm>
              <a:off x="7153191" y="4310841"/>
              <a:ext cx="47625" cy="47625"/>
            </a:xfrm>
            <a:custGeom>
              <a:avLst/>
              <a:gdLst>
                <a:gd name="connsiteX0" fmla="*/ 10142 w 47625"/>
                <a:gd name="connsiteY0" fmla="*/ 7628 h 47625"/>
                <a:gd name="connsiteX1" fmla="*/ 7390 w 47625"/>
                <a:gd name="connsiteY1" fmla="*/ 9895 h 47625"/>
                <a:gd name="connsiteX2" fmla="*/ 21392 w 47625"/>
                <a:gd name="connsiteY2" fmla="*/ 26649 h 47625"/>
                <a:gd name="connsiteX3" fmla="*/ 37832 w 47625"/>
                <a:gd name="connsiteY3" fmla="*/ 49138 h 47625"/>
                <a:gd name="connsiteX4" fmla="*/ 42252 w 47625"/>
                <a:gd name="connsiteY4" fmla="*/ 42204 h 47625"/>
                <a:gd name="connsiteX5" fmla="*/ 10142 w 47625"/>
                <a:gd name="connsiteY5" fmla="*/ 762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10142" y="7628"/>
                  </a:moveTo>
                  <a:cubicBezTo>
                    <a:pt x="8904" y="6399"/>
                    <a:pt x="6342" y="7638"/>
                    <a:pt x="7390" y="9895"/>
                  </a:cubicBezTo>
                  <a:cubicBezTo>
                    <a:pt x="10266" y="16077"/>
                    <a:pt x="17534" y="21192"/>
                    <a:pt x="21392" y="26649"/>
                  </a:cubicBezTo>
                  <a:cubicBezTo>
                    <a:pt x="26859" y="34393"/>
                    <a:pt x="29964" y="49138"/>
                    <a:pt x="37832" y="49138"/>
                  </a:cubicBezTo>
                  <a:cubicBezTo>
                    <a:pt x="38803" y="47214"/>
                    <a:pt x="40489" y="43614"/>
                    <a:pt x="42252" y="42204"/>
                  </a:cubicBezTo>
                  <a:cubicBezTo>
                    <a:pt x="39632" y="30240"/>
                    <a:pt x="14257" y="11695"/>
                    <a:pt x="10142" y="7628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DB7AA8F9-85AF-4BC0-93C4-30B09DE7A1AA}"/>
                </a:ext>
              </a:extLst>
            </p:cNvPr>
            <p:cNvSpPr/>
            <p:nvPr/>
          </p:nvSpPr>
          <p:spPr>
            <a:xfrm>
              <a:off x="7155019" y="4295957"/>
              <a:ext cx="57150" cy="57150"/>
            </a:xfrm>
            <a:custGeom>
              <a:avLst/>
              <a:gdLst>
                <a:gd name="connsiteX0" fmla="*/ 37681 w 57150"/>
                <a:gd name="connsiteY0" fmla="*/ 27846 h 57150"/>
                <a:gd name="connsiteX1" fmla="*/ 7554 w 57150"/>
                <a:gd name="connsiteY1" fmla="*/ 7606 h 57150"/>
                <a:gd name="connsiteX2" fmla="*/ 11478 w 57150"/>
                <a:gd name="connsiteY2" fmla="*/ 14064 h 57150"/>
                <a:gd name="connsiteX3" fmla="*/ 32775 w 57150"/>
                <a:gd name="connsiteY3" fmla="*/ 34904 h 57150"/>
                <a:gd name="connsiteX4" fmla="*/ 17069 w 57150"/>
                <a:gd name="connsiteY4" fmla="*/ 26046 h 57150"/>
                <a:gd name="connsiteX5" fmla="*/ 21336 w 57150"/>
                <a:gd name="connsiteY5" fmla="*/ 34390 h 57150"/>
                <a:gd name="connsiteX6" fmla="*/ 37595 w 57150"/>
                <a:gd name="connsiteY6" fmla="*/ 51002 h 57150"/>
                <a:gd name="connsiteX7" fmla="*/ 53693 w 57150"/>
                <a:gd name="connsiteY7" fmla="*/ 43886 h 57150"/>
                <a:gd name="connsiteX8" fmla="*/ 46349 w 57150"/>
                <a:gd name="connsiteY8" fmla="*/ 36524 h 57150"/>
                <a:gd name="connsiteX9" fmla="*/ 37681 w 57150"/>
                <a:gd name="connsiteY9" fmla="*/ 2784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57150">
                  <a:moveTo>
                    <a:pt x="37681" y="27846"/>
                  </a:moveTo>
                  <a:cubicBezTo>
                    <a:pt x="36043" y="26656"/>
                    <a:pt x="11478" y="3624"/>
                    <a:pt x="7554" y="7606"/>
                  </a:cubicBezTo>
                  <a:cubicBezTo>
                    <a:pt x="5820" y="9368"/>
                    <a:pt x="10059" y="12654"/>
                    <a:pt x="11478" y="14064"/>
                  </a:cubicBezTo>
                  <a:cubicBezTo>
                    <a:pt x="16412" y="18912"/>
                    <a:pt x="37309" y="35847"/>
                    <a:pt x="32775" y="34904"/>
                  </a:cubicBezTo>
                  <a:cubicBezTo>
                    <a:pt x="30928" y="34523"/>
                    <a:pt x="20421" y="22827"/>
                    <a:pt x="17069" y="26046"/>
                  </a:cubicBezTo>
                  <a:cubicBezTo>
                    <a:pt x="15945" y="27113"/>
                    <a:pt x="20564" y="32456"/>
                    <a:pt x="21336" y="34390"/>
                  </a:cubicBezTo>
                  <a:cubicBezTo>
                    <a:pt x="25832" y="45677"/>
                    <a:pt x="32290" y="48658"/>
                    <a:pt x="37595" y="51002"/>
                  </a:cubicBezTo>
                  <a:cubicBezTo>
                    <a:pt x="41681" y="47725"/>
                    <a:pt x="49263" y="44134"/>
                    <a:pt x="53693" y="43886"/>
                  </a:cubicBezTo>
                  <a:cubicBezTo>
                    <a:pt x="51283" y="41505"/>
                    <a:pt x="48778" y="39048"/>
                    <a:pt x="46349" y="36524"/>
                  </a:cubicBezTo>
                  <a:cubicBezTo>
                    <a:pt x="43520" y="33580"/>
                    <a:pt x="40596" y="30580"/>
                    <a:pt x="37681" y="2784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C34DED4B-8144-493A-9C1A-46DD162E688D}"/>
                </a:ext>
              </a:extLst>
            </p:cNvPr>
            <p:cNvSpPr/>
            <p:nvPr/>
          </p:nvSpPr>
          <p:spPr>
            <a:xfrm>
              <a:off x="7180593" y="4234371"/>
              <a:ext cx="238125" cy="133350"/>
            </a:xfrm>
            <a:custGeom>
              <a:avLst/>
              <a:gdLst>
                <a:gd name="connsiteX0" fmla="*/ 15907 w 238125"/>
                <a:gd name="connsiteY0" fmla="*/ 93118 h 133350"/>
                <a:gd name="connsiteX1" fmla="*/ 7144 w 238125"/>
                <a:gd name="connsiteY1" fmla="*/ 127960 h 133350"/>
                <a:gd name="connsiteX2" fmla="*/ 234515 w 238125"/>
                <a:gd name="connsiteY2" fmla="*/ 53561 h 133350"/>
                <a:gd name="connsiteX3" fmla="*/ 226733 w 238125"/>
                <a:gd name="connsiteY3" fmla="*/ 7145 h 133350"/>
                <a:gd name="connsiteX4" fmla="*/ 15907 w 238125"/>
                <a:gd name="connsiteY4" fmla="*/ 93118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125" h="133350">
                  <a:moveTo>
                    <a:pt x="15907" y="93118"/>
                  </a:moveTo>
                  <a:cubicBezTo>
                    <a:pt x="17926" y="111149"/>
                    <a:pt x="7191" y="126970"/>
                    <a:pt x="7144" y="127960"/>
                  </a:cubicBezTo>
                  <a:cubicBezTo>
                    <a:pt x="179299" y="94251"/>
                    <a:pt x="230391" y="55866"/>
                    <a:pt x="234515" y="53561"/>
                  </a:cubicBezTo>
                  <a:cubicBezTo>
                    <a:pt x="228295" y="46026"/>
                    <a:pt x="227466" y="6879"/>
                    <a:pt x="226733" y="7145"/>
                  </a:cubicBezTo>
                  <a:cubicBezTo>
                    <a:pt x="136246" y="40083"/>
                    <a:pt x="37815" y="81412"/>
                    <a:pt x="15907" y="93118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0C9A07A9-7F4B-4812-9A1A-E81ED7ACFE1C}"/>
                </a:ext>
              </a:extLst>
            </p:cNvPr>
            <p:cNvSpPr/>
            <p:nvPr/>
          </p:nvSpPr>
          <p:spPr>
            <a:xfrm>
              <a:off x="7348624" y="4227926"/>
              <a:ext cx="190500" cy="314325"/>
            </a:xfrm>
            <a:custGeom>
              <a:avLst/>
              <a:gdLst>
                <a:gd name="connsiteX0" fmla="*/ 44748 w 190500"/>
                <a:gd name="connsiteY0" fmla="*/ 19315 h 314325"/>
                <a:gd name="connsiteX1" fmla="*/ 22870 w 190500"/>
                <a:gd name="connsiteY1" fmla="*/ 85714 h 314325"/>
                <a:gd name="connsiteX2" fmla="*/ 7144 w 190500"/>
                <a:gd name="connsiteY2" fmla="*/ 273670 h 314325"/>
                <a:gd name="connsiteX3" fmla="*/ 31195 w 190500"/>
                <a:gd name="connsiteY3" fmla="*/ 284529 h 314325"/>
                <a:gd name="connsiteX4" fmla="*/ 48863 w 190500"/>
                <a:gd name="connsiteY4" fmla="*/ 256030 h 314325"/>
                <a:gd name="connsiteX5" fmla="*/ 63618 w 190500"/>
                <a:gd name="connsiteY5" fmla="*/ 292358 h 314325"/>
                <a:gd name="connsiteX6" fmla="*/ 180042 w 190500"/>
                <a:gd name="connsiteY6" fmla="*/ 310027 h 314325"/>
                <a:gd name="connsiteX7" fmla="*/ 179794 w 190500"/>
                <a:gd name="connsiteY7" fmla="*/ 58415 h 314325"/>
                <a:gd name="connsiteX8" fmla="*/ 44748 w 190500"/>
                <a:gd name="connsiteY8" fmla="*/ 19315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0" h="314325">
                  <a:moveTo>
                    <a:pt x="44748" y="19315"/>
                  </a:moveTo>
                  <a:cubicBezTo>
                    <a:pt x="24813" y="31269"/>
                    <a:pt x="22870" y="67283"/>
                    <a:pt x="22870" y="85714"/>
                  </a:cubicBezTo>
                  <a:cubicBezTo>
                    <a:pt x="22870" y="124585"/>
                    <a:pt x="7144" y="273670"/>
                    <a:pt x="7144" y="273670"/>
                  </a:cubicBezTo>
                  <a:cubicBezTo>
                    <a:pt x="12649" y="281557"/>
                    <a:pt x="31195" y="284529"/>
                    <a:pt x="31195" y="284529"/>
                  </a:cubicBezTo>
                  <a:lnTo>
                    <a:pt x="48863" y="256030"/>
                  </a:lnTo>
                  <a:lnTo>
                    <a:pt x="63618" y="292358"/>
                  </a:lnTo>
                  <a:cubicBezTo>
                    <a:pt x="108061" y="318571"/>
                    <a:pt x="180042" y="310027"/>
                    <a:pt x="180042" y="310027"/>
                  </a:cubicBezTo>
                  <a:cubicBezTo>
                    <a:pt x="180042" y="310027"/>
                    <a:pt x="201178" y="104344"/>
                    <a:pt x="179794" y="58415"/>
                  </a:cubicBezTo>
                  <a:cubicBezTo>
                    <a:pt x="148695" y="-8375"/>
                    <a:pt x="70571" y="3837"/>
                    <a:pt x="44748" y="19315"/>
                  </a:cubicBez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F1E45C81-5D8F-44ED-9998-5A8612790DA8}"/>
                </a:ext>
              </a:extLst>
            </p:cNvPr>
            <p:cNvSpPr/>
            <p:nvPr/>
          </p:nvSpPr>
          <p:spPr>
            <a:xfrm>
              <a:off x="7390118" y="4176004"/>
              <a:ext cx="76200" cy="114300"/>
            </a:xfrm>
            <a:custGeom>
              <a:avLst/>
              <a:gdLst>
                <a:gd name="connsiteX0" fmla="*/ 22390 w 76200"/>
                <a:gd name="connsiteY0" fmla="*/ 30499 h 114300"/>
                <a:gd name="connsiteX1" fmla="*/ 29077 w 76200"/>
                <a:gd name="connsiteY1" fmla="*/ 66799 h 114300"/>
                <a:gd name="connsiteX2" fmla="*/ 10922 w 76200"/>
                <a:gd name="connsiteY2" fmla="*/ 114167 h 114300"/>
                <a:gd name="connsiteX3" fmla="*/ 75988 w 76200"/>
                <a:gd name="connsiteY3" fmla="*/ 61389 h 114300"/>
                <a:gd name="connsiteX4" fmla="*/ 65472 w 76200"/>
                <a:gd name="connsiteY4" fmla="*/ 7144 h 114300"/>
                <a:gd name="connsiteX5" fmla="*/ 22390 w 76200"/>
                <a:gd name="connsiteY5" fmla="*/ 30499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114300">
                  <a:moveTo>
                    <a:pt x="22390" y="30499"/>
                  </a:moveTo>
                  <a:cubicBezTo>
                    <a:pt x="22390" y="30499"/>
                    <a:pt x="43231" y="47435"/>
                    <a:pt x="29077" y="66799"/>
                  </a:cubicBezTo>
                  <a:cubicBezTo>
                    <a:pt x="18742" y="80915"/>
                    <a:pt x="-1174" y="109528"/>
                    <a:pt x="10922" y="114167"/>
                  </a:cubicBezTo>
                  <a:cubicBezTo>
                    <a:pt x="31201" y="121929"/>
                    <a:pt x="75988" y="61389"/>
                    <a:pt x="75988" y="61389"/>
                  </a:cubicBezTo>
                  <a:cubicBezTo>
                    <a:pt x="69044" y="46539"/>
                    <a:pt x="65472" y="7144"/>
                    <a:pt x="65472" y="7144"/>
                  </a:cubicBezTo>
                  <a:lnTo>
                    <a:pt x="22390" y="30499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FACB1333-EA66-44E5-967D-1D7C51375371}"/>
                </a:ext>
              </a:extLst>
            </p:cNvPr>
            <p:cNvSpPr/>
            <p:nvPr/>
          </p:nvSpPr>
          <p:spPr>
            <a:xfrm>
              <a:off x="7378058" y="4106265"/>
              <a:ext cx="95250" cy="123825"/>
            </a:xfrm>
            <a:custGeom>
              <a:avLst/>
              <a:gdLst>
                <a:gd name="connsiteX0" fmla="*/ 22191 w 95250"/>
                <a:gd name="connsiteY0" fmla="*/ 10312 h 123825"/>
                <a:gd name="connsiteX1" fmla="*/ 7418 w 95250"/>
                <a:gd name="connsiteY1" fmla="*/ 56432 h 123825"/>
                <a:gd name="connsiteX2" fmla="*/ 24296 w 95250"/>
                <a:gd name="connsiteY2" fmla="*/ 118964 h 123825"/>
                <a:gd name="connsiteX3" fmla="*/ 51728 w 95250"/>
                <a:gd name="connsiteY3" fmla="*/ 118964 h 123825"/>
                <a:gd name="connsiteX4" fmla="*/ 85437 w 95250"/>
                <a:gd name="connsiteY4" fmla="*/ 81807 h 123825"/>
                <a:gd name="connsiteX5" fmla="*/ 89209 w 95250"/>
                <a:gd name="connsiteY5" fmla="*/ 38659 h 123825"/>
                <a:gd name="connsiteX6" fmla="*/ 22191 w 95250"/>
                <a:gd name="connsiteY6" fmla="*/ 1031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123825">
                  <a:moveTo>
                    <a:pt x="22191" y="10312"/>
                  </a:moveTo>
                  <a:cubicBezTo>
                    <a:pt x="11456" y="15922"/>
                    <a:pt x="9532" y="28257"/>
                    <a:pt x="7418" y="56432"/>
                  </a:cubicBezTo>
                  <a:cubicBezTo>
                    <a:pt x="5303" y="84626"/>
                    <a:pt x="15857" y="109467"/>
                    <a:pt x="24296" y="118964"/>
                  </a:cubicBezTo>
                  <a:cubicBezTo>
                    <a:pt x="32725" y="128460"/>
                    <a:pt x="49261" y="120583"/>
                    <a:pt x="51728" y="118964"/>
                  </a:cubicBezTo>
                  <a:cubicBezTo>
                    <a:pt x="62215" y="112087"/>
                    <a:pt x="85437" y="81807"/>
                    <a:pt x="85437" y="81807"/>
                  </a:cubicBezTo>
                  <a:cubicBezTo>
                    <a:pt x="85437" y="81807"/>
                    <a:pt x="95181" y="55880"/>
                    <a:pt x="89209" y="38659"/>
                  </a:cubicBezTo>
                  <a:cubicBezTo>
                    <a:pt x="79255" y="9922"/>
                    <a:pt x="38307" y="1883"/>
                    <a:pt x="22191" y="10312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541A04D2-889A-472B-8E1E-13537A85C570}"/>
                </a:ext>
              </a:extLst>
            </p:cNvPr>
            <p:cNvSpPr/>
            <p:nvPr/>
          </p:nvSpPr>
          <p:spPr>
            <a:xfrm>
              <a:off x="7430828" y="4102497"/>
              <a:ext cx="47625" cy="104775"/>
            </a:xfrm>
            <a:custGeom>
              <a:avLst/>
              <a:gdLst>
                <a:gd name="connsiteX0" fmla="*/ 7445 w 47625"/>
                <a:gd name="connsiteY0" fmla="*/ 7193 h 104775"/>
                <a:gd name="connsiteX1" fmla="*/ 8360 w 47625"/>
                <a:gd name="connsiteY1" fmla="*/ 40407 h 104775"/>
                <a:gd name="connsiteX2" fmla="*/ 24305 w 47625"/>
                <a:gd name="connsiteY2" fmla="*/ 64686 h 104775"/>
                <a:gd name="connsiteX3" fmla="*/ 36439 w 47625"/>
                <a:gd name="connsiteY3" fmla="*/ 65496 h 104775"/>
                <a:gd name="connsiteX4" fmla="*/ 26124 w 47625"/>
                <a:gd name="connsiteY4" fmla="*/ 85841 h 104775"/>
                <a:gd name="connsiteX5" fmla="*/ 26991 w 47625"/>
                <a:gd name="connsiteY5" fmla="*/ 101567 h 104775"/>
                <a:gd name="connsiteX6" fmla="*/ 44955 w 47625"/>
                <a:gd name="connsiteY6" fmla="*/ 54380 h 104775"/>
                <a:gd name="connsiteX7" fmla="*/ 7445 w 47625"/>
                <a:gd name="connsiteY7" fmla="*/ 7193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625" h="104775">
                  <a:moveTo>
                    <a:pt x="7445" y="7193"/>
                  </a:moveTo>
                  <a:cubicBezTo>
                    <a:pt x="7445" y="7193"/>
                    <a:pt x="6341" y="32358"/>
                    <a:pt x="8360" y="40407"/>
                  </a:cubicBezTo>
                  <a:cubicBezTo>
                    <a:pt x="10741" y="49903"/>
                    <a:pt x="24305" y="64686"/>
                    <a:pt x="24305" y="64686"/>
                  </a:cubicBezTo>
                  <a:cubicBezTo>
                    <a:pt x="24305" y="64686"/>
                    <a:pt x="36439" y="55723"/>
                    <a:pt x="36439" y="65496"/>
                  </a:cubicBezTo>
                  <a:cubicBezTo>
                    <a:pt x="36439" y="80479"/>
                    <a:pt x="26124" y="85841"/>
                    <a:pt x="26124" y="85841"/>
                  </a:cubicBezTo>
                  <a:lnTo>
                    <a:pt x="26991" y="101567"/>
                  </a:lnTo>
                  <a:cubicBezTo>
                    <a:pt x="26991" y="101567"/>
                    <a:pt x="40335" y="84746"/>
                    <a:pt x="44955" y="54380"/>
                  </a:cubicBezTo>
                  <a:cubicBezTo>
                    <a:pt x="52642" y="3745"/>
                    <a:pt x="7445" y="7193"/>
                    <a:pt x="7445" y="7193"/>
                  </a:cubicBezTo>
                  <a:close/>
                </a:path>
              </a:pathLst>
            </a:custGeom>
            <a:solidFill>
              <a:srgbClr val="713D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B703A6D-51CC-43D1-AF11-3121996B9596}"/>
                </a:ext>
              </a:extLst>
            </p:cNvPr>
            <p:cNvSpPr/>
            <p:nvPr/>
          </p:nvSpPr>
          <p:spPr>
            <a:xfrm>
              <a:off x="7374613" y="4099278"/>
              <a:ext cx="76200" cy="66675"/>
            </a:xfrm>
            <a:custGeom>
              <a:avLst/>
              <a:gdLst>
                <a:gd name="connsiteX0" fmla="*/ 43095 w 76200"/>
                <a:gd name="connsiteY0" fmla="*/ 7899 h 66675"/>
                <a:gd name="connsiteX1" fmla="*/ 10596 w 76200"/>
                <a:gd name="connsiteY1" fmla="*/ 65582 h 66675"/>
                <a:gd name="connsiteX2" fmla="*/ 58078 w 76200"/>
                <a:gd name="connsiteY2" fmla="*/ 48856 h 66675"/>
                <a:gd name="connsiteX3" fmla="*/ 77757 w 76200"/>
                <a:gd name="connsiteY3" fmla="*/ 26615 h 66675"/>
                <a:gd name="connsiteX4" fmla="*/ 43095 w 76200"/>
                <a:gd name="connsiteY4" fmla="*/ 789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66675">
                  <a:moveTo>
                    <a:pt x="43095" y="7899"/>
                  </a:moveTo>
                  <a:cubicBezTo>
                    <a:pt x="-8492" y="19833"/>
                    <a:pt x="10596" y="65582"/>
                    <a:pt x="10596" y="65582"/>
                  </a:cubicBezTo>
                  <a:cubicBezTo>
                    <a:pt x="10596" y="65582"/>
                    <a:pt x="44467" y="58305"/>
                    <a:pt x="58078" y="48856"/>
                  </a:cubicBezTo>
                  <a:cubicBezTo>
                    <a:pt x="71690" y="39398"/>
                    <a:pt x="77757" y="26615"/>
                    <a:pt x="77757" y="26615"/>
                  </a:cubicBezTo>
                  <a:cubicBezTo>
                    <a:pt x="74909" y="15195"/>
                    <a:pt x="59422" y="4117"/>
                    <a:pt x="43095" y="7899"/>
                  </a:cubicBezTo>
                  <a:close/>
                </a:path>
              </a:pathLst>
            </a:custGeom>
            <a:solidFill>
              <a:srgbClr val="713D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2DF843E9-E1B5-4872-A006-9BF72DEF96EC}"/>
                </a:ext>
              </a:extLst>
            </p:cNvPr>
            <p:cNvSpPr/>
            <p:nvPr/>
          </p:nvSpPr>
          <p:spPr>
            <a:xfrm>
              <a:off x="7232405" y="4311741"/>
              <a:ext cx="47625" cy="57150"/>
            </a:xfrm>
            <a:custGeom>
              <a:avLst/>
              <a:gdLst>
                <a:gd name="connsiteX0" fmla="*/ 11387 w 47625"/>
                <a:gd name="connsiteY0" fmla="*/ 7776 h 57150"/>
                <a:gd name="connsiteX1" fmla="*/ 7348 w 47625"/>
                <a:gd name="connsiteY1" fmla="*/ 10957 h 57150"/>
                <a:gd name="connsiteX2" fmla="*/ 21074 w 47625"/>
                <a:gd name="connsiteY2" fmla="*/ 29788 h 57150"/>
                <a:gd name="connsiteX3" fmla="*/ 34094 w 47625"/>
                <a:gd name="connsiteY3" fmla="*/ 54686 h 57150"/>
                <a:gd name="connsiteX4" fmla="*/ 42162 w 47625"/>
                <a:gd name="connsiteY4" fmla="*/ 47800 h 57150"/>
                <a:gd name="connsiteX5" fmla="*/ 11387 w 47625"/>
                <a:gd name="connsiteY5" fmla="*/ 7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11387" y="7776"/>
                  </a:moveTo>
                  <a:cubicBezTo>
                    <a:pt x="8834" y="5928"/>
                    <a:pt x="6415" y="8480"/>
                    <a:pt x="7348" y="10957"/>
                  </a:cubicBezTo>
                  <a:cubicBezTo>
                    <a:pt x="9968" y="17748"/>
                    <a:pt x="17349" y="23692"/>
                    <a:pt x="21074" y="29788"/>
                  </a:cubicBezTo>
                  <a:cubicBezTo>
                    <a:pt x="26331" y="38389"/>
                    <a:pt x="29066" y="46485"/>
                    <a:pt x="34094" y="54686"/>
                  </a:cubicBezTo>
                  <a:cubicBezTo>
                    <a:pt x="35285" y="52715"/>
                    <a:pt x="40171" y="49181"/>
                    <a:pt x="42162" y="47800"/>
                  </a:cubicBezTo>
                  <a:cubicBezTo>
                    <a:pt x="40219" y="34893"/>
                    <a:pt x="16369" y="11395"/>
                    <a:pt x="11387" y="777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E27841A-96A0-49BD-BDE9-D29D51E68231}"/>
                </a:ext>
              </a:extLst>
            </p:cNvPr>
            <p:cNvSpPr/>
            <p:nvPr/>
          </p:nvSpPr>
          <p:spPr>
            <a:xfrm>
              <a:off x="7235880" y="4323375"/>
              <a:ext cx="47625" cy="57150"/>
            </a:xfrm>
            <a:custGeom>
              <a:avLst/>
              <a:gdLst>
                <a:gd name="connsiteX0" fmla="*/ 10436 w 47625"/>
                <a:gd name="connsiteY0" fmla="*/ 7744 h 57150"/>
                <a:gd name="connsiteX1" fmla="*/ 7340 w 47625"/>
                <a:gd name="connsiteY1" fmla="*/ 9973 h 57150"/>
                <a:gd name="connsiteX2" fmla="*/ 21056 w 47625"/>
                <a:gd name="connsiteY2" fmla="*/ 28794 h 57150"/>
                <a:gd name="connsiteX3" fmla="*/ 34077 w 47625"/>
                <a:gd name="connsiteY3" fmla="*/ 53702 h 57150"/>
                <a:gd name="connsiteX4" fmla="*/ 42144 w 47625"/>
                <a:gd name="connsiteY4" fmla="*/ 46825 h 57150"/>
                <a:gd name="connsiteX5" fmla="*/ 10436 w 47625"/>
                <a:gd name="connsiteY5" fmla="*/ 77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10436" y="7744"/>
                  </a:moveTo>
                  <a:cubicBezTo>
                    <a:pt x="9198" y="6353"/>
                    <a:pt x="6378" y="7496"/>
                    <a:pt x="7340" y="9973"/>
                  </a:cubicBezTo>
                  <a:cubicBezTo>
                    <a:pt x="9950" y="16754"/>
                    <a:pt x="17332" y="22707"/>
                    <a:pt x="21056" y="28794"/>
                  </a:cubicBezTo>
                  <a:cubicBezTo>
                    <a:pt x="26314" y="37405"/>
                    <a:pt x="29048" y="45491"/>
                    <a:pt x="34077" y="53702"/>
                  </a:cubicBezTo>
                  <a:cubicBezTo>
                    <a:pt x="35258" y="51711"/>
                    <a:pt x="40163" y="48206"/>
                    <a:pt x="42144" y="46825"/>
                  </a:cubicBezTo>
                  <a:cubicBezTo>
                    <a:pt x="40202" y="33899"/>
                    <a:pt x="14512" y="12354"/>
                    <a:pt x="10436" y="7744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FFDC29E-D12C-4B39-BA54-819E4E09BBE4}"/>
                </a:ext>
              </a:extLst>
            </p:cNvPr>
            <p:cNvSpPr/>
            <p:nvPr/>
          </p:nvSpPr>
          <p:spPr>
            <a:xfrm>
              <a:off x="7236723" y="4330306"/>
              <a:ext cx="38100" cy="57150"/>
            </a:xfrm>
            <a:custGeom>
              <a:avLst/>
              <a:gdLst>
                <a:gd name="connsiteX0" fmla="*/ 10222 w 38100"/>
                <a:gd name="connsiteY0" fmla="*/ 7718 h 57150"/>
                <a:gd name="connsiteX1" fmla="*/ 7326 w 38100"/>
                <a:gd name="connsiteY1" fmla="*/ 9804 h 57150"/>
                <a:gd name="connsiteX2" fmla="*/ 20185 w 38100"/>
                <a:gd name="connsiteY2" fmla="*/ 27454 h 57150"/>
                <a:gd name="connsiteX3" fmla="*/ 35082 w 38100"/>
                <a:gd name="connsiteY3" fmla="*/ 50981 h 57150"/>
                <a:gd name="connsiteX4" fmla="*/ 39959 w 38100"/>
                <a:gd name="connsiteY4" fmla="*/ 44361 h 57150"/>
                <a:gd name="connsiteX5" fmla="*/ 10222 w 38100"/>
                <a:gd name="connsiteY5" fmla="*/ 771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57150">
                  <a:moveTo>
                    <a:pt x="10222" y="7718"/>
                  </a:moveTo>
                  <a:cubicBezTo>
                    <a:pt x="9069" y="6394"/>
                    <a:pt x="6430" y="7471"/>
                    <a:pt x="7326" y="9804"/>
                  </a:cubicBezTo>
                  <a:cubicBezTo>
                    <a:pt x="9783" y="16167"/>
                    <a:pt x="16698" y="21748"/>
                    <a:pt x="20185" y="27454"/>
                  </a:cubicBezTo>
                  <a:cubicBezTo>
                    <a:pt x="25128" y="35531"/>
                    <a:pt x="27243" y="50457"/>
                    <a:pt x="35082" y="50981"/>
                  </a:cubicBezTo>
                  <a:cubicBezTo>
                    <a:pt x="36177" y="49133"/>
                    <a:pt x="38101" y="45647"/>
                    <a:pt x="39959" y="44361"/>
                  </a:cubicBezTo>
                  <a:cubicBezTo>
                    <a:pt x="38140" y="32236"/>
                    <a:pt x="14050" y="12042"/>
                    <a:pt x="10222" y="7718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92EA3931-DA16-4C5C-BE49-0F01DC137A5E}"/>
                </a:ext>
              </a:extLst>
            </p:cNvPr>
            <p:cNvSpPr/>
            <p:nvPr/>
          </p:nvSpPr>
          <p:spPr>
            <a:xfrm>
              <a:off x="7239556" y="4315573"/>
              <a:ext cx="57150" cy="57150"/>
            </a:xfrm>
            <a:custGeom>
              <a:avLst/>
              <a:gdLst>
                <a:gd name="connsiteX0" fmla="*/ 36335 w 57150"/>
                <a:gd name="connsiteY0" fmla="*/ 29719 h 57150"/>
                <a:gd name="connsiteX1" fmla="*/ 7626 w 57150"/>
                <a:gd name="connsiteY1" fmla="*/ 7525 h 57150"/>
                <a:gd name="connsiteX2" fmla="*/ 11103 w 57150"/>
                <a:gd name="connsiteY2" fmla="*/ 14221 h 57150"/>
                <a:gd name="connsiteX3" fmla="*/ 30972 w 57150"/>
                <a:gd name="connsiteY3" fmla="*/ 36434 h 57150"/>
                <a:gd name="connsiteX4" fmla="*/ 15875 w 57150"/>
                <a:gd name="connsiteY4" fmla="*/ 26547 h 57150"/>
                <a:gd name="connsiteX5" fmla="*/ 19599 w 57150"/>
                <a:gd name="connsiteY5" fmla="*/ 35157 h 57150"/>
                <a:gd name="connsiteX6" fmla="*/ 34716 w 57150"/>
                <a:gd name="connsiteY6" fmla="*/ 52817 h 57150"/>
                <a:gd name="connsiteX7" fmla="*/ 51251 w 57150"/>
                <a:gd name="connsiteY7" fmla="*/ 46778 h 57150"/>
                <a:gd name="connsiteX8" fmla="*/ 44412 w 57150"/>
                <a:gd name="connsiteY8" fmla="*/ 38948 h 57150"/>
                <a:gd name="connsiteX9" fmla="*/ 36335 w 57150"/>
                <a:gd name="connsiteY9" fmla="*/ 2971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57150">
                  <a:moveTo>
                    <a:pt x="36335" y="29719"/>
                  </a:moveTo>
                  <a:cubicBezTo>
                    <a:pt x="34782" y="28423"/>
                    <a:pt x="11798" y="3811"/>
                    <a:pt x="7626" y="7525"/>
                  </a:cubicBezTo>
                  <a:cubicBezTo>
                    <a:pt x="5769" y="9163"/>
                    <a:pt x="9779" y="12726"/>
                    <a:pt x="11103" y="14221"/>
                  </a:cubicBezTo>
                  <a:cubicBezTo>
                    <a:pt x="15703" y="19384"/>
                    <a:pt x="35430" y="37672"/>
                    <a:pt x="30972" y="36434"/>
                  </a:cubicBezTo>
                  <a:cubicBezTo>
                    <a:pt x="29153" y="35929"/>
                    <a:pt x="19447" y="23546"/>
                    <a:pt x="15875" y="26547"/>
                  </a:cubicBezTo>
                  <a:cubicBezTo>
                    <a:pt x="14694" y="27537"/>
                    <a:pt x="18942" y="33176"/>
                    <a:pt x="19599" y="35157"/>
                  </a:cubicBezTo>
                  <a:cubicBezTo>
                    <a:pt x="23324" y="46711"/>
                    <a:pt x="29572" y="50121"/>
                    <a:pt x="34716" y="52817"/>
                  </a:cubicBezTo>
                  <a:cubicBezTo>
                    <a:pt x="39011" y="49826"/>
                    <a:pt x="46803" y="46740"/>
                    <a:pt x="51251" y="46778"/>
                  </a:cubicBezTo>
                  <a:cubicBezTo>
                    <a:pt x="49012" y="44244"/>
                    <a:pt x="46679" y="41634"/>
                    <a:pt x="44412" y="38948"/>
                  </a:cubicBezTo>
                  <a:cubicBezTo>
                    <a:pt x="41764" y="35824"/>
                    <a:pt x="39059" y="32633"/>
                    <a:pt x="36335" y="29719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44C7212C-93A3-4F93-979E-7C686B5F640D}"/>
                </a:ext>
              </a:extLst>
            </p:cNvPr>
            <p:cNvSpPr/>
            <p:nvPr/>
          </p:nvSpPr>
          <p:spPr>
            <a:xfrm>
              <a:off x="7261232" y="4266846"/>
              <a:ext cx="257175" cy="114300"/>
            </a:xfrm>
            <a:custGeom>
              <a:avLst/>
              <a:gdLst>
                <a:gd name="connsiteX0" fmla="*/ 234086 w 257175"/>
                <a:gd name="connsiteY0" fmla="*/ 7608 h 114300"/>
                <a:gd name="connsiteX1" fmla="*/ 18193 w 257175"/>
                <a:gd name="connsiteY1" fmla="*/ 82379 h 114300"/>
                <a:gd name="connsiteX2" fmla="*/ 7144 w 257175"/>
                <a:gd name="connsiteY2" fmla="*/ 116574 h 114300"/>
                <a:gd name="connsiteX3" fmla="*/ 244250 w 257175"/>
                <a:gd name="connsiteY3" fmla="*/ 57395 h 114300"/>
                <a:gd name="connsiteX4" fmla="*/ 234086 w 257175"/>
                <a:gd name="connsiteY4" fmla="*/ 7608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114300">
                  <a:moveTo>
                    <a:pt x="234086" y="7608"/>
                  </a:moveTo>
                  <a:cubicBezTo>
                    <a:pt x="141361" y="33554"/>
                    <a:pt x="40843" y="72150"/>
                    <a:pt x="18193" y="82379"/>
                  </a:cubicBezTo>
                  <a:cubicBezTo>
                    <a:pt x="19012" y="100496"/>
                    <a:pt x="7268" y="115574"/>
                    <a:pt x="7144" y="116574"/>
                  </a:cubicBezTo>
                  <a:cubicBezTo>
                    <a:pt x="181175" y="94371"/>
                    <a:pt x="228505" y="70873"/>
                    <a:pt x="244250" y="57395"/>
                  </a:cubicBezTo>
                  <a:cubicBezTo>
                    <a:pt x="270729" y="34716"/>
                    <a:pt x="250860" y="2922"/>
                    <a:pt x="234086" y="7608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0B3E5943-D2C4-4300-B9D4-5426048A302F}"/>
                </a:ext>
              </a:extLst>
            </p:cNvPr>
            <p:cNvSpPr/>
            <p:nvPr/>
          </p:nvSpPr>
          <p:spPr>
            <a:xfrm>
              <a:off x="4849227" y="4078886"/>
              <a:ext cx="2495550" cy="1552575"/>
            </a:xfrm>
            <a:custGeom>
              <a:avLst/>
              <a:gdLst>
                <a:gd name="connsiteX0" fmla="*/ 2444704 w 2495550"/>
                <a:gd name="connsiteY0" fmla="*/ 1243461 h 1552575"/>
                <a:gd name="connsiteX1" fmla="*/ 339984 w 2495550"/>
                <a:gd name="connsiteY1" fmla="*/ 19269 h 1552575"/>
                <a:gd name="connsiteX2" fmla="*/ 250468 w 2495550"/>
                <a:gd name="connsiteY2" fmla="*/ 19022 h 1552575"/>
                <a:gd name="connsiteX3" fmla="*/ 52043 w 2495550"/>
                <a:gd name="connsiteY3" fmla="*/ 132988 h 1552575"/>
                <a:gd name="connsiteX4" fmla="*/ 51024 w 2495550"/>
                <a:gd name="connsiteY4" fmla="*/ 287532 h 1552575"/>
                <a:gd name="connsiteX5" fmla="*/ 2162173 w 2495550"/>
                <a:gd name="connsiteY5" fmla="*/ 1537764 h 1552575"/>
                <a:gd name="connsiteX6" fmla="*/ 2260452 w 2495550"/>
                <a:gd name="connsiteY6" fmla="*/ 1533078 h 1552575"/>
                <a:gd name="connsiteX7" fmla="*/ 2452448 w 2495550"/>
                <a:gd name="connsiteY7" fmla="*/ 1393098 h 1552575"/>
                <a:gd name="connsiteX8" fmla="*/ 2444704 w 2495550"/>
                <a:gd name="connsiteY8" fmla="*/ 1243461 h 155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5550" h="1552575">
                  <a:moveTo>
                    <a:pt x="2444704" y="1243461"/>
                  </a:moveTo>
                  <a:lnTo>
                    <a:pt x="339984" y="19269"/>
                  </a:lnTo>
                  <a:cubicBezTo>
                    <a:pt x="312342" y="3191"/>
                    <a:pt x="278205" y="3096"/>
                    <a:pt x="250468" y="19022"/>
                  </a:cubicBezTo>
                  <a:lnTo>
                    <a:pt x="52043" y="132988"/>
                  </a:lnTo>
                  <a:cubicBezTo>
                    <a:pt x="-7364" y="167107"/>
                    <a:pt x="-7936" y="252622"/>
                    <a:pt x="51024" y="287532"/>
                  </a:cubicBezTo>
                  <a:lnTo>
                    <a:pt x="2162173" y="1537764"/>
                  </a:lnTo>
                  <a:cubicBezTo>
                    <a:pt x="2192930" y="1555976"/>
                    <a:pt x="2231573" y="1554137"/>
                    <a:pt x="2260452" y="1533078"/>
                  </a:cubicBezTo>
                  <a:lnTo>
                    <a:pt x="2452448" y="1393098"/>
                  </a:lnTo>
                  <a:cubicBezTo>
                    <a:pt x="2504616" y="1355036"/>
                    <a:pt x="2500539" y="1275941"/>
                    <a:pt x="2444704" y="124346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2FA99E5-F65E-418F-95EB-ED68E192AC07}"/>
                </a:ext>
              </a:extLst>
            </p:cNvPr>
            <p:cNvSpPr/>
            <p:nvPr/>
          </p:nvSpPr>
          <p:spPr>
            <a:xfrm>
              <a:off x="5102629" y="2385951"/>
              <a:ext cx="2286000" cy="2895600"/>
            </a:xfrm>
            <a:custGeom>
              <a:avLst/>
              <a:gdLst>
                <a:gd name="connsiteX0" fmla="*/ 7144 w 2286000"/>
                <a:gd name="connsiteY0" fmla="*/ 7144 h 2895600"/>
                <a:gd name="connsiteX1" fmla="*/ 228257 w 2286000"/>
                <a:gd name="connsiteY1" fmla="*/ 1687887 h 2895600"/>
                <a:gd name="connsiteX2" fmla="*/ 2285724 w 2286000"/>
                <a:gd name="connsiteY2" fmla="*/ 2889133 h 2895600"/>
                <a:gd name="connsiteX3" fmla="*/ 2064611 w 2286000"/>
                <a:gd name="connsiteY3" fmla="*/ 1208389 h 289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000" h="2895600">
                  <a:moveTo>
                    <a:pt x="7144" y="7144"/>
                  </a:moveTo>
                  <a:lnTo>
                    <a:pt x="228257" y="1687887"/>
                  </a:lnTo>
                  <a:lnTo>
                    <a:pt x="2285724" y="2889133"/>
                  </a:lnTo>
                  <a:lnTo>
                    <a:pt x="2064611" y="1208389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B5103750-BBA2-4292-AF82-0A9EDBB73DF3}"/>
                </a:ext>
              </a:extLst>
            </p:cNvPr>
            <p:cNvSpPr/>
            <p:nvPr/>
          </p:nvSpPr>
          <p:spPr>
            <a:xfrm>
              <a:off x="7111556" y="3587149"/>
              <a:ext cx="57150" cy="1905000"/>
            </a:xfrm>
            <a:custGeom>
              <a:avLst/>
              <a:gdLst>
                <a:gd name="connsiteX0" fmla="*/ 7144 w 57150"/>
                <a:gd name="connsiteY0" fmla="*/ 1903343 h 1905000"/>
                <a:gd name="connsiteX1" fmla="*/ 55645 w 57150"/>
                <a:gd name="connsiteY1" fmla="*/ 1866900 h 1905000"/>
                <a:gd name="connsiteX2" fmla="*/ 55645 w 57150"/>
                <a:gd name="connsiteY2" fmla="*/ 7144 h 1905000"/>
                <a:gd name="connsiteX3" fmla="*/ 7144 w 57150"/>
                <a:gd name="connsiteY3" fmla="*/ 35519 h 190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00">
                  <a:moveTo>
                    <a:pt x="7144" y="1903343"/>
                  </a:moveTo>
                  <a:lnTo>
                    <a:pt x="55645" y="1866900"/>
                  </a:lnTo>
                  <a:lnTo>
                    <a:pt x="55645" y="7144"/>
                  </a:lnTo>
                  <a:lnTo>
                    <a:pt x="7144" y="35519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E5EA62F5-6C9C-40C7-A445-FC86B61CDEF8}"/>
                </a:ext>
              </a:extLst>
            </p:cNvPr>
            <p:cNvSpPr/>
            <p:nvPr/>
          </p:nvSpPr>
          <p:spPr>
            <a:xfrm>
              <a:off x="5054089" y="2202786"/>
              <a:ext cx="2066925" cy="1438275"/>
            </a:xfrm>
            <a:custGeom>
              <a:avLst/>
              <a:gdLst>
                <a:gd name="connsiteX0" fmla="*/ 7144 w 2066925"/>
                <a:gd name="connsiteY0" fmla="*/ 233248 h 1438275"/>
                <a:gd name="connsiteX1" fmla="*/ 2064611 w 2066925"/>
                <a:gd name="connsiteY1" fmla="*/ 1434494 h 1438275"/>
                <a:gd name="connsiteX2" fmla="*/ 2064611 w 2066925"/>
                <a:gd name="connsiteY2" fmla="*/ 1208380 h 1438275"/>
                <a:gd name="connsiteX3" fmla="*/ 7144 w 2066925"/>
                <a:gd name="connsiteY3" fmla="*/ 7144 h 14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925" h="1438275">
                  <a:moveTo>
                    <a:pt x="7144" y="233248"/>
                  </a:moveTo>
                  <a:lnTo>
                    <a:pt x="2064611" y="1434494"/>
                  </a:lnTo>
                  <a:lnTo>
                    <a:pt x="2064611" y="120838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1E3E2DD1-E995-478F-9571-D39D2D4C363C}"/>
                </a:ext>
              </a:extLst>
            </p:cNvPr>
            <p:cNvSpPr/>
            <p:nvPr/>
          </p:nvSpPr>
          <p:spPr>
            <a:xfrm>
              <a:off x="5054089" y="2171591"/>
              <a:ext cx="2114550" cy="1247775"/>
            </a:xfrm>
            <a:custGeom>
              <a:avLst/>
              <a:gdLst>
                <a:gd name="connsiteX0" fmla="*/ 7144 w 2114550"/>
                <a:gd name="connsiteY0" fmla="*/ 39414 h 1247775"/>
                <a:gd name="connsiteX1" fmla="*/ 2064611 w 2114550"/>
                <a:gd name="connsiteY1" fmla="*/ 1240660 h 1247775"/>
                <a:gd name="connsiteX2" fmla="*/ 2113112 w 2114550"/>
                <a:gd name="connsiteY2" fmla="*/ 1208389 h 1247775"/>
                <a:gd name="connsiteX3" fmla="*/ 55645 w 2114550"/>
                <a:gd name="connsiteY3" fmla="*/ 7144 h 124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4550" h="1247775">
                  <a:moveTo>
                    <a:pt x="7144" y="39414"/>
                  </a:moveTo>
                  <a:lnTo>
                    <a:pt x="2064611" y="1240660"/>
                  </a:lnTo>
                  <a:lnTo>
                    <a:pt x="2113112" y="1208389"/>
                  </a:lnTo>
                  <a:lnTo>
                    <a:pt x="55645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6B2C4A69-4C5F-4C97-A3D0-731264040BAE}"/>
                </a:ext>
              </a:extLst>
            </p:cNvPr>
            <p:cNvSpPr/>
            <p:nvPr/>
          </p:nvSpPr>
          <p:spPr>
            <a:xfrm>
              <a:off x="5054089" y="2414298"/>
              <a:ext cx="2066925" cy="3076575"/>
            </a:xfrm>
            <a:custGeom>
              <a:avLst/>
              <a:gdLst>
                <a:gd name="connsiteX0" fmla="*/ 7144 w 2066925"/>
                <a:gd name="connsiteY0" fmla="*/ 1874949 h 3076575"/>
                <a:gd name="connsiteX1" fmla="*/ 2064611 w 2066925"/>
                <a:gd name="connsiteY1" fmla="*/ 3076194 h 3076575"/>
                <a:gd name="connsiteX2" fmla="*/ 2064611 w 2066925"/>
                <a:gd name="connsiteY2" fmla="*/ 1208370 h 3076575"/>
                <a:gd name="connsiteX3" fmla="*/ 7144 w 2066925"/>
                <a:gd name="connsiteY3" fmla="*/ 7144 h 3076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925" h="3076575">
                  <a:moveTo>
                    <a:pt x="7144" y="1874949"/>
                  </a:moveTo>
                  <a:lnTo>
                    <a:pt x="2064611" y="3076194"/>
                  </a:lnTo>
                  <a:lnTo>
                    <a:pt x="2064611" y="120837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93A4ADBA-4C10-4D9A-8D0A-1BC341EBA22C}"/>
                </a:ext>
              </a:extLst>
            </p:cNvPr>
            <p:cNvSpPr/>
            <p:nvPr/>
          </p:nvSpPr>
          <p:spPr>
            <a:xfrm>
              <a:off x="5153864" y="2590606"/>
              <a:ext cx="466725" cy="571500"/>
            </a:xfrm>
            <a:custGeom>
              <a:avLst/>
              <a:gdLst>
                <a:gd name="connsiteX0" fmla="*/ 7144 w 466725"/>
                <a:gd name="connsiteY0" fmla="*/ 300952 h 571500"/>
                <a:gd name="connsiteX1" fmla="*/ 465944 w 466725"/>
                <a:gd name="connsiteY1" fmla="*/ 568823 h 571500"/>
                <a:gd name="connsiteX2" fmla="*/ 465944 w 466725"/>
                <a:gd name="connsiteY2" fmla="*/ 275006 h 571500"/>
                <a:gd name="connsiteX3" fmla="*/ 7144 w 466725"/>
                <a:gd name="connsiteY3" fmla="*/ 71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725" h="571500">
                  <a:moveTo>
                    <a:pt x="7144" y="300952"/>
                  </a:moveTo>
                  <a:lnTo>
                    <a:pt x="465944" y="568823"/>
                  </a:lnTo>
                  <a:lnTo>
                    <a:pt x="465944" y="27500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93880AC6-6C7C-4320-A32F-DAC9F0F9CC4A}"/>
                </a:ext>
              </a:extLst>
            </p:cNvPr>
            <p:cNvSpPr/>
            <p:nvPr/>
          </p:nvSpPr>
          <p:spPr>
            <a:xfrm>
              <a:off x="5153864" y="2925200"/>
              <a:ext cx="466725" cy="571500"/>
            </a:xfrm>
            <a:custGeom>
              <a:avLst/>
              <a:gdLst>
                <a:gd name="connsiteX0" fmla="*/ 7144 w 466725"/>
                <a:gd name="connsiteY0" fmla="*/ 300961 h 571500"/>
                <a:gd name="connsiteX1" fmla="*/ 465944 w 466725"/>
                <a:gd name="connsiteY1" fmla="*/ 568833 h 571500"/>
                <a:gd name="connsiteX2" fmla="*/ 465944 w 466725"/>
                <a:gd name="connsiteY2" fmla="*/ 275015 h 571500"/>
                <a:gd name="connsiteX3" fmla="*/ 7144 w 466725"/>
                <a:gd name="connsiteY3" fmla="*/ 71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725" h="571500">
                  <a:moveTo>
                    <a:pt x="7144" y="300961"/>
                  </a:moveTo>
                  <a:lnTo>
                    <a:pt x="465944" y="568833"/>
                  </a:lnTo>
                  <a:lnTo>
                    <a:pt x="465944" y="27501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9B99FB05-E616-42FA-856A-C87DF8AF650A}"/>
                </a:ext>
              </a:extLst>
            </p:cNvPr>
            <p:cNvSpPr/>
            <p:nvPr/>
          </p:nvSpPr>
          <p:spPr>
            <a:xfrm>
              <a:off x="5153864" y="3259784"/>
              <a:ext cx="466725" cy="571500"/>
            </a:xfrm>
            <a:custGeom>
              <a:avLst/>
              <a:gdLst>
                <a:gd name="connsiteX0" fmla="*/ 7144 w 466725"/>
                <a:gd name="connsiteY0" fmla="*/ 300971 h 571500"/>
                <a:gd name="connsiteX1" fmla="*/ 465944 w 466725"/>
                <a:gd name="connsiteY1" fmla="*/ 568842 h 571500"/>
                <a:gd name="connsiteX2" fmla="*/ 465944 w 466725"/>
                <a:gd name="connsiteY2" fmla="*/ 275025 h 571500"/>
                <a:gd name="connsiteX3" fmla="*/ 7144 w 466725"/>
                <a:gd name="connsiteY3" fmla="*/ 71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725" h="571500">
                  <a:moveTo>
                    <a:pt x="7144" y="300971"/>
                  </a:moveTo>
                  <a:lnTo>
                    <a:pt x="465944" y="568842"/>
                  </a:lnTo>
                  <a:lnTo>
                    <a:pt x="465944" y="27502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CC1FE4C-03A9-4380-A329-82A72C552B91}"/>
                </a:ext>
              </a:extLst>
            </p:cNvPr>
            <p:cNvSpPr/>
            <p:nvPr/>
          </p:nvSpPr>
          <p:spPr>
            <a:xfrm>
              <a:off x="5153864" y="3594379"/>
              <a:ext cx="466725" cy="571500"/>
            </a:xfrm>
            <a:custGeom>
              <a:avLst/>
              <a:gdLst>
                <a:gd name="connsiteX0" fmla="*/ 7144 w 466725"/>
                <a:gd name="connsiteY0" fmla="*/ 300971 h 571500"/>
                <a:gd name="connsiteX1" fmla="*/ 465944 w 466725"/>
                <a:gd name="connsiteY1" fmla="*/ 568842 h 571500"/>
                <a:gd name="connsiteX2" fmla="*/ 465944 w 466725"/>
                <a:gd name="connsiteY2" fmla="*/ 275015 h 571500"/>
                <a:gd name="connsiteX3" fmla="*/ 7144 w 466725"/>
                <a:gd name="connsiteY3" fmla="*/ 71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725" h="571500">
                  <a:moveTo>
                    <a:pt x="7144" y="300971"/>
                  </a:moveTo>
                  <a:lnTo>
                    <a:pt x="465944" y="568842"/>
                  </a:lnTo>
                  <a:lnTo>
                    <a:pt x="465944" y="27501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BD890EC6-C867-4581-B341-53CDF9346C4C}"/>
                </a:ext>
              </a:extLst>
            </p:cNvPr>
            <p:cNvSpPr/>
            <p:nvPr/>
          </p:nvSpPr>
          <p:spPr>
            <a:xfrm>
              <a:off x="5153864" y="3928973"/>
              <a:ext cx="466725" cy="571500"/>
            </a:xfrm>
            <a:custGeom>
              <a:avLst/>
              <a:gdLst>
                <a:gd name="connsiteX0" fmla="*/ 7144 w 466725"/>
                <a:gd name="connsiteY0" fmla="*/ 300971 h 571500"/>
                <a:gd name="connsiteX1" fmla="*/ 465944 w 466725"/>
                <a:gd name="connsiteY1" fmla="*/ 568843 h 571500"/>
                <a:gd name="connsiteX2" fmla="*/ 465944 w 466725"/>
                <a:gd name="connsiteY2" fmla="*/ 275015 h 571500"/>
                <a:gd name="connsiteX3" fmla="*/ 7144 w 466725"/>
                <a:gd name="connsiteY3" fmla="*/ 71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725" h="571500">
                  <a:moveTo>
                    <a:pt x="7144" y="300971"/>
                  </a:moveTo>
                  <a:lnTo>
                    <a:pt x="465944" y="568843"/>
                  </a:lnTo>
                  <a:lnTo>
                    <a:pt x="465944" y="275015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13F81B2A-6602-458C-A090-C78039C08849}"/>
                </a:ext>
              </a:extLst>
            </p:cNvPr>
            <p:cNvSpPr/>
            <p:nvPr/>
          </p:nvSpPr>
          <p:spPr>
            <a:xfrm>
              <a:off x="5291062" y="2740481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42 w 104775"/>
                <a:gd name="connsiteY1" fmla="*/ 84830 h 85725"/>
                <a:gd name="connsiteX2" fmla="*/ 107042 w 104775"/>
                <a:gd name="connsiteY2" fmla="*/ 65589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42" y="84830"/>
                  </a:lnTo>
                  <a:lnTo>
                    <a:pt x="107042" y="6558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F19539F-2B9F-4F3D-AB2D-348FEA93FBD4}"/>
                </a:ext>
              </a:extLst>
            </p:cNvPr>
            <p:cNvSpPr/>
            <p:nvPr/>
          </p:nvSpPr>
          <p:spPr>
            <a:xfrm>
              <a:off x="5247571" y="2768190"/>
              <a:ext cx="133350" cy="104775"/>
            </a:xfrm>
            <a:custGeom>
              <a:avLst/>
              <a:gdLst>
                <a:gd name="connsiteX0" fmla="*/ 7144 w 133350"/>
                <a:gd name="connsiteY0" fmla="*/ 26403 h 104775"/>
                <a:gd name="connsiteX1" fmla="*/ 135407 w 133350"/>
                <a:gd name="connsiteY1" fmla="*/ 101432 h 104775"/>
                <a:gd name="connsiteX2" fmla="*/ 135407 w 133350"/>
                <a:gd name="connsiteY2" fmla="*/ 8218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403"/>
                  </a:moveTo>
                  <a:lnTo>
                    <a:pt x="135407" y="101432"/>
                  </a:lnTo>
                  <a:lnTo>
                    <a:pt x="135407" y="8218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BD786176-CC25-47DE-81B8-BF5DFBDA0416}"/>
                </a:ext>
              </a:extLst>
            </p:cNvPr>
            <p:cNvSpPr/>
            <p:nvPr/>
          </p:nvSpPr>
          <p:spPr>
            <a:xfrm>
              <a:off x="5401485" y="2858229"/>
              <a:ext cx="76200" cy="66675"/>
            </a:xfrm>
            <a:custGeom>
              <a:avLst/>
              <a:gdLst>
                <a:gd name="connsiteX0" fmla="*/ 7144 w 76200"/>
                <a:gd name="connsiteY0" fmla="*/ 26403 h 66675"/>
                <a:gd name="connsiteX1" fmla="*/ 74428 w 76200"/>
                <a:gd name="connsiteY1" fmla="*/ 65761 h 66675"/>
                <a:gd name="connsiteX2" fmla="*/ 74428 w 76200"/>
                <a:gd name="connsiteY2" fmla="*/ 46501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403"/>
                  </a:moveTo>
                  <a:lnTo>
                    <a:pt x="74428" y="65761"/>
                  </a:lnTo>
                  <a:lnTo>
                    <a:pt x="74428" y="4650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9C195864-F7EF-4199-8C83-86F22CA048EB}"/>
                </a:ext>
              </a:extLst>
            </p:cNvPr>
            <p:cNvSpPr/>
            <p:nvPr/>
          </p:nvSpPr>
          <p:spPr>
            <a:xfrm>
              <a:off x="5289214" y="2840018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90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90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E320A0D9-D4A4-4109-B391-8FAF731FE0E1}"/>
                </a:ext>
              </a:extLst>
            </p:cNvPr>
            <p:cNvSpPr/>
            <p:nvPr/>
          </p:nvSpPr>
          <p:spPr>
            <a:xfrm>
              <a:off x="5456768" y="2938030"/>
              <a:ext cx="57150" cy="57150"/>
            </a:xfrm>
            <a:custGeom>
              <a:avLst/>
              <a:gdLst>
                <a:gd name="connsiteX0" fmla="*/ 7144 w 57150"/>
                <a:gd name="connsiteY0" fmla="*/ 26413 h 57150"/>
                <a:gd name="connsiteX1" fmla="*/ 50673 w 57150"/>
                <a:gd name="connsiteY1" fmla="*/ 51873 h 57150"/>
                <a:gd name="connsiteX2" fmla="*/ 50673 w 57150"/>
                <a:gd name="connsiteY2" fmla="*/ 32623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13"/>
                  </a:moveTo>
                  <a:lnTo>
                    <a:pt x="50673" y="51873"/>
                  </a:lnTo>
                  <a:lnTo>
                    <a:pt x="50673" y="3262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F676E19E-06B3-4811-B164-7D21C08D44D8}"/>
                </a:ext>
              </a:extLst>
            </p:cNvPr>
            <p:cNvSpPr/>
            <p:nvPr/>
          </p:nvSpPr>
          <p:spPr>
            <a:xfrm>
              <a:off x="5247571" y="2866907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5 w 104775"/>
                <a:gd name="connsiteY1" fmla="*/ 84106 h 85725"/>
                <a:gd name="connsiteX2" fmla="*/ 105775 w 104775"/>
                <a:gd name="connsiteY2" fmla="*/ 6485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5" y="84106"/>
                  </a:lnTo>
                  <a:lnTo>
                    <a:pt x="105775" y="6485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8C2D7DD7-B15C-4B66-9D0A-97FB902DE2B3}"/>
                </a:ext>
              </a:extLst>
            </p:cNvPr>
            <p:cNvSpPr/>
            <p:nvPr/>
          </p:nvSpPr>
          <p:spPr>
            <a:xfrm>
              <a:off x="5365890" y="2936134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98 w 57150"/>
                <a:gd name="connsiteY1" fmla="*/ 56721 h 57150"/>
                <a:gd name="connsiteX2" fmla="*/ 58998 w 57150"/>
                <a:gd name="connsiteY2" fmla="*/ 3748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98" y="56721"/>
                  </a:lnTo>
                  <a:lnTo>
                    <a:pt x="58998" y="3748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1F977725-962F-4145-BCAA-519087587EB0}"/>
                </a:ext>
              </a:extLst>
            </p:cNvPr>
            <p:cNvSpPr/>
            <p:nvPr/>
          </p:nvSpPr>
          <p:spPr>
            <a:xfrm>
              <a:off x="5439957" y="2979464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1276 w 76200"/>
                <a:gd name="connsiteY1" fmla="*/ 63913 h 66675"/>
                <a:gd name="connsiteX2" fmla="*/ 71276 w 76200"/>
                <a:gd name="connsiteY2" fmla="*/ 44653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1276" y="63913"/>
                  </a:lnTo>
                  <a:lnTo>
                    <a:pt x="71276" y="4465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73210141-CBE1-46BB-B4E5-063B65C3AC8C}"/>
                </a:ext>
              </a:extLst>
            </p:cNvPr>
            <p:cNvSpPr/>
            <p:nvPr/>
          </p:nvSpPr>
          <p:spPr>
            <a:xfrm>
              <a:off x="5375825" y="3259632"/>
              <a:ext cx="133350" cy="104775"/>
            </a:xfrm>
            <a:custGeom>
              <a:avLst/>
              <a:gdLst>
                <a:gd name="connsiteX0" fmla="*/ 7144 w 133350"/>
                <a:gd name="connsiteY0" fmla="*/ 26394 h 104775"/>
                <a:gd name="connsiteX1" fmla="*/ 135407 w 133350"/>
                <a:gd name="connsiteY1" fmla="*/ 101422 h 104775"/>
                <a:gd name="connsiteX2" fmla="*/ 135407 w 133350"/>
                <a:gd name="connsiteY2" fmla="*/ 8218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394"/>
                  </a:moveTo>
                  <a:lnTo>
                    <a:pt x="135407" y="101422"/>
                  </a:lnTo>
                  <a:lnTo>
                    <a:pt x="135407" y="8218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4DEAD65D-9AB9-48B8-BE6B-942D75043828}"/>
                </a:ext>
              </a:extLst>
            </p:cNvPr>
            <p:cNvSpPr/>
            <p:nvPr/>
          </p:nvSpPr>
          <p:spPr>
            <a:xfrm>
              <a:off x="5282890" y="3205263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4438 w 76200"/>
                <a:gd name="connsiteY1" fmla="*/ 65751 h 66675"/>
                <a:gd name="connsiteX2" fmla="*/ 74438 w 76200"/>
                <a:gd name="connsiteY2" fmla="*/ 46511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4438" y="65751"/>
                  </a:lnTo>
                  <a:lnTo>
                    <a:pt x="74438" y="4651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A5CE08C-1C89-427E-AC3E-91A947664201}"/>
                </a:ext>
              </a:extLst>
            </p:cNvPr>
            <p:cNvSpPr/>
            <p:nvPr/>
          </p:nvSpPr>
          <p:spPr>
            <a:xfrm>
              <a:off x="5316665" y="3177555"/>
              <a:ext cx="152400" cy="114300"/>
            </a:xfrm>
            <a:custGeom>
              <a:avLst/>
              <a:gdLst>
                <a:gd name="connsiteX0" fmla="*/ 7144 w 152400"/>
                <a:gd name="connsiteY0" fmla="*/ 26384 h 114300"/>
                <a:gd name="connsiteX1" fmla="*/ 152933 w 152400"/>
                <a:gd name="connsiteY1" fmla="*/ 111671 h 114300"/>
                <a:gd name="connsiteX2" fmla="*/ 152933 w 152400"/>
                <a:gd name="connsiteY2" fmla="*/ 9242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84"/>
                  </a:moveTo>
                  <a:lnTo>
                    <a:pt x="152933" y="111671"/>
                  </a:lnTo>
                  <a:lnTo>
                    <a:pt x="152933" y="9242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6F1083E-8F71-4DA4-ADD9-2B9AA51E1162}"/>
                </a:ext>
              </a:extLst>
            </p:cNvPr>
            <p:cNvSpPr/>
            <p:nvPr/>
          </p:nvSpPr>
          <p:spPr>
            <a:xfrm>
              <a:off x="5251371" y="3139350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0673 w 57150"/>
                <a:gd name="connsiteY1" fmla="*/ 51864 h 57150"/>
                <a:gd name="connsiteX2" fmla="*/ 50673 w 57150"/>
                <a:gd name="connsiteY2" fmla="*/ 32604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0673" y="51864"/>
                  </a:lnTo>
                  <a:lnTo>
                    <a:pt x="50673" y="3260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B4EE89E6-8FC3-45D0-AB2E-C7DBCE093856}"/>
                </a:ext>
              </a:extLst>
            </p:cNvPr>
            <p:cNvSpPr/>
            <p:nvPr/>
          </p:nvSpPr>
          <p:spPr>
            <a:xfrm>
              <a:off x="5405457" y="3178241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75 w 104775"/>
                <a:gd name="connsiteY1" fmla="*/ 84096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75" y="84096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8D0E04C5-2CD2-47BC-8A03-7546D54256D8}"/>
                </a:ext>
              </a:extLst>
            </p:cNvPr>
            <p:cNvSpPr/>
            <p:nvPr/>
          </p:nvSpPr>
          <p:spPr>
            <a:xfrm>
              <a:off x="5333924" y="3136388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8989 w 57150"/>
                <a:gd name="connsiteY1" fmla="*/ 56731 h 57150"/>
                <a:gd name="connsiteX2" fmla="*/ 58989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8989" y="56731"/>
                  </a:lnTo>
                  <a:lnTo>
                    <a:pt x="58989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A21B5E8-CC6F-42C8-B02A-A122A7F4CBAA}"/>
                </a:ext>
              </a:extLst>
            </p:cNvPr>
            <p:cNvSpPr/>
            <p:nvPr/>
          </p:nvSpPr>
          <p:spPr>
            <a:xfrm>
              <a:off x="5247571" y="3085877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1276 w 76200"/>
                <a:gd name="connsiteY1" fmla="*/ 63922 h 66675"/>
                <a:gd name="connsiteX2" fmla="*/ 71276 w 76200"/>
                <a:gd name="connsiteY2" fmla="*/ 44663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1276" y="63922"/>
                  </a:lnTo>
                  <a:lnTo>
                    <a:pt x="71276" y="4466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D6D488D-3A1A-4CCB-97FB-60C7A1F3064B}"/>
                </a:ext>
              </a:extLst>
            </p:cNvPr>
            <p:cNvSpPr/>
            <p:nvPr/>
          </p:nvSpPr>
          <p:spPr>
            <a:xfrm>
              <a:off x="5291062" y="3419500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7042 w 104775"/>
                <a:gd name="connsiteY1" fmla="*/ 84830 h 85725"/>
                <a:gd name="connsiteX2" fmla="*/ 107042 w 104775"/>
                <a:gd name="connsiteY2" fmla="*/ 65580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7042" y="84830"/>
                  </a:lnTo>
                  <a:lnTo>
                    <a:pt x="107042" y="6558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84B9F7C-049E-48B1-9AB8-CC347551DEA3}"/>
                </a:ext>
              </a:extLst>
            </p:cNvPr>
            <p:cNvSpPr/>
            <p:nvPr/>
          </p:nvSpPr>
          <p:spPr>
            <a:xfrm>
              <a:off x="5247571" y="3447208"/>
              <a:ext cx="133350" cy="104775"/>
            </a:xfrm>
            <a:custGeom>
              <a:avLst/>
              <a:gdLst>
                <a:gd name="connsiteX0" fmla="*/ 7144 w 133350"/>
                <a:gd name="connsiteY0" fmla="*/ 26403 h 104775"/>
                <a:gd name="connsiteX1" fmla="*/ 135407 w 133350"/>
                <a:gd name="connsiteY1" fmla="*/ 101432 h 104775"/>
                <a:gd name="connsiteX2" fmla="*/ 135407 w 133350"/>
                <a:gd name="connsiteY2" fmla="*/ 8217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403"/>
                  </a:moveTo>
                  <a:lnTo>
                    <a:pt x="135407" y="101432"/>
                  </a:lnTo>
                  <a:lnTo>
                    <a:pt x="135407" y="8217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EF85B0BD-6FEB-47FB-B0DE-25F71B136853}"/>
                </a:ext>
              </a:extLst>
            </p:cNvPr>
            <p:cNvSpPr/>
            <p:nvPr/>
          </p:nvSpPr>
          <p:spPr>
            <a:xfrm>
              <a:off x="5401485" y="3537248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4428 w 76200"/>
                <a:gd name="connsiteY1" fmla="*/ 65761 h 66675"/>
                <a:gd name="connsiteX2" fmla="*/ 74428 w 76200"/>
                <a:gd name="connsiteY2" fmla="*/ 46501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4428" y="65761"/>
                  </a:lnTo>
                  <a:lnTo>
                    <a:pt x="74428" y="4650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499D83A-3DCB-4C2D-9968-C232CEDF1846}"/>
                </a:ext>
              </a:extLst>
            </p:cNvPr>
            <p:cNvSpPr/>
            <p:nvPr/>
          </p:nvSpPr>
          <p:spPr>
            <a:xfrm>
              <a:off x="5289214" y="3519036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A648A3A5-63AA-4C65-AAB8-D1C311AC592A}"/>
                </a:ext>
              </a:extLst>
            </p:cNvPr>
            <p:cNvSpPr/>
            <p:nvPr/>
          </p:nvSpPr>
          <p:spPr>
            <a:xfrm>
              <a:off x="5456768" y="3617048"/>
              <a:ext cx="57150" cy="57150"/>
            </a:xfrm>
            <a:custGeom>
              <a:avLst/>
              <a:gdLst>
                <a:gd name="connsiteX0" fmla="*/ 7144 w 57150"/>
                <a:gd name="connsiteY0" fmla="*/ 26413 h 57150"/>
                <a:gd name="connsiteX1" fmla="*/ 50673 w 57150"/>
                <a:gd name="connsiteY1" fmla="*/ 51873 h 57150"/>
                <a:gd name="connsiteX2" fmla="*/ 50673 w 57150"/>
                <a:gd name="connsiteY2" fmla="*/ 32623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13"/>
                  </a:moveTo>
                  <a:lnTo>
                    <a:pt x="50673" y="51873"/>
                  </a:lnTo>
                  <a:lnTo>
                    <a:pt x="50673" y="3262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F65BDCA-8806-414D-913C-56FBB157ABBD}"/>
                </a:ext>
              </a:extLst>
            </p:cNvPr>
            <p:cNvSpPr/>
            <p:nvPr/>
          </p:nvSpPr>
          <p:spPr>
            <a:xfrm>
              <a:off x="5289214" y="3793565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1274FEBE-64C0-4CDF-B63F-EE3188A05C30}"/>
                </a:ext>
              </a:extLst>
            </p:cNvPr>
            <p:cNvSpPr/>
            <p:nvPr/>
          </p:nvSpPr>
          <p:spPr>
            <a:xfrm>
              <a:off x="5456768" y="3891578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0673 w 57150"/>
                <a:gd name="connsiteY1" fmla="*/ 51864 h 57150"/>
                <a:gd name="connsiteX2" fmla="*/ 50673 w 57150"/>
                <a:gd name="connsiteY2" fmla="*/ 32604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0673" y="51864"/>
                  </a:lnTo>
                  <a:lnTo>
                    <a:pt x="50673" y="3260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7228AA1-191C-44BE-84BD-FACA3F59C1D7}"/>
                </a:ext>
              </a:extLst>
            </p:cNvPr>
            <p:cNvSpPr/>
            <p:nvPr/>
          </p:nvSpPr>
          <p:spPr>
            <a:xfrm>
              <a:off x="5247571" y="3820454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75 w 104775"/>
                <a:gd name="connsiteY1" fmla="*/ 84096 h 85725"/>
                <a:gd name="connsiteX2" fmla="*/ 105775 w 104775"/>
                <a:gd name="connsiteY2" fmla="*/ 64837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75" y="84096"/>
                  </a:lnTo>
                  <a:lnTo>
                    <a:pt x="105775" y="64837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2CBD0C5C-3EF7-4D95-AB3A-2D35CB56C5A6}"/>
                </a:ext>
              </a:extLst>
            </p:cNvPr>
            <p:cNvSpPr/>
            <p:nvPr/>
          </p:nvSpPr>
          <p:spPr>
            <a:xfrm>
              <a:off x="5365890" y="3889663"/>
              <a:ext cx="57150" cy="57150"/>
            </a:xfrm>
            <a:custGeom>
              <a:avLst/>
              <a:gdLst>
                <a:gd name="connsiteX0" fmla="*/ 7144 w 57150"/>
                <a:gd name="connsiteY0" fmla="*/ 26413 h 57150"/>
                <a:gd name="connsiteX1" fmla="*/ 58998 w 57150"/>
                <a:gd name="connsiteY1" fmla="*/ 56731 h 57150"/>
                <a:gd name="connsiteX2" fmla="*/ 58998 w 57150"/>
                <a:gd name="connsiteY2" fmla="*/ 3748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13"/>
                  </a:moveTo>
                  <a:lnTo>
                    <a:pt x="58998" y="56731"/>
                  </a:lnTo>
                  <a:lnTo>
                    <a:pt x="58998" y="3748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BDCA638-CE6F-424E-91B4-9BC49FBB742A}"/>
                </a:ext>
              </a:extLst>
            </p:cNvPr>
            <p:cNvSpPr/>
            <p:nvPr/>
          </p:nvSpPr>
          <p:spPr>
            <a:xfrm>
              <a:off x="5439957" y="3933002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1276 w 76200"/>
                <a:gd name="connsiteY1" fmla="*/ 63913 h 66675"/>
                <a:gd name="connsiteX2" fmla="*/ 71276 w 76200"/>
                <a:gd name="connsiteY2" fmla="*/ 44663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1276" y="63913"/>
                  </a:lnTo>
                  <a:lnTo>
                    <a:pt x="71276" y="4466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0B5C0ADA-C17A-4E07-ADA3-B25C5CED3320}"/>
                </a:ext>
              </a:extLst>
            </p:cNvPr>
            <p:cNvSpPr/>
            <p:nvPr/>
          </p:nvSpPr>
          <p:spPr>
            <a:xfrm>
              <a:off x="5291062" y="4068524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42 w 104775"/>
                <a:gd name="connsiteY1" fmla="*/ 84839 h 85725"/>
                <a:gd name="connsiteX2" fmla="*/ 107042 w 104775"/>
                <a:gd name="connsiteY2" fmla="*/ 65580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42" y="84839"/>
                  </a:lnTo>
                  <a:lnTo>
                    <a:pt x="107042" y="6558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3F61A1F5-7652-45A0-BEC7-BD8671242FA1}"/>
                </a:ext>
              </a:extLst>
            </p:cNvPr>
            <p:cNvSpPr/>
            <p:nvPr/>
          </p:nvSpPr>
          <p:spPr>
            <a:xfrm>
              <a:off x="5289214" y="4168069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FE575E7A-D178-4CCA-9171-45DB6FFE4B0F}"/>
                </a:ext>
              </a:extLst>
            </p:cNvPr>
            <p:cNvSpPr/>
            <p:nvPr/>
          </p:nvSpPr>
          <p:spPr>
            <a:xfrm>
              <a:off x="5456768" y="4266082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0673 w 57150"/>
                <a:gd name="connsiteY1" fmla="*/ 51864 h 57150"/>
                <a:gd name="connsiteX2" fmla="*/ 50673 w 57150"/>
                <a:gd name="connsiteY2" fmla="*/ 32614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0673" y="51864"/>
                  </a:lnTo>
                  <a:lnTo>
                    <a:pt x="50673" y="3261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E3E757E3-47C4-4D54-B776-78FF5EC1314D}"/>
                </a:ext>
              </a:extLst>
            </p:cNvPr>
            <p:cNvSpPr/>
            <p:nvPr/>
          </p:nvSpPr>
          <p:spPr>
            <a:xfrm>
              <a:off x="5247571" y="4194958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5 w 104775"/>
                <a:gd name="connsiteY1" fmla="*/ 84087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5" y="84087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3BAC00-70A2-40FE-9143-5CF3AA94A1D8}"/>
                </a:ext>
              </a:extLst>
            </p:cNvPr>
            <p:cNvSpPr/>
            <p:nvPr/>
          </p:nvSpPr>
          <p:spPr>
            <a:xfrm>
              <a:off x="5365890" y="4264177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8998 w 57150"/>
                <a:gd name="connsiteY1" fmla="*/ 56731 h 57150"/>
                <a:gd name="connsiteX2" fmla="*/ 58998 w 57150"/>
                <a:gd name="connsiteY2" fmla="*/ 37472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8998" y="56731"/>
                  </a:lnTo>
                  <a:lnTo>
                    <a:pt x="58998" y="3747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65748E14-5D5B-4B42-9CD5-9EF0083647E2}"/>
                </a:ext>
              </a:extLst>
            </p:cNvPr>
            <p:cNvSpPr/>
            <p:nvPr/>
          </p:nvSpPr>
          <p:spPr>
            <a:xfrm>
              <a:off x="5439957" y="4307506"/>
              <a:ext cx="76200" cy="66675"/>
            </a:xfrm>
            <a:custGeom>
              <a:avLst/>
              <a:gdLst>
                <a:gd name="connsiteX0" fmla="*/ 7144 w 76200"/>
                <a:gd name="connsiteY0" fmla="*/ 26394 h 66675"/>
                <a:gd name="connsiteX1" fmla="*/ 71276 w 76200"/>
                <a:gd name="connsiteY1" fmla="*/ 63913 h 66675"/>
                <a:gd name="connsiteX2" fmla="*/ 71276 w 76200"/>
                <a:gd name="connsiteY2" fmla="*/ 44653 h 66675"/>
                <a:gd name="connsiteX3" fmla="*/ 7144 w 76200"/>
                <a:gd name="connsiteY3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66675">
                  <a:moveTo>
                    <a:pt x="7144" y="26394"/>
                  </a:moveTo>
                  <a:lnTo>
                    <a:pt x="71276" y="63913"/>
                  </a:lnTo>
                  <a:lnTo>
                    <a:pt x="71276" y="4465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F9FD465-AE4D-4964-8E3D-1200AA49B3D2}"/>
                </a:ext>
              </a:extLst>
            </p:cNvPr>
            <p:cNvSpPr/>
            <p:nvPr/>
          </p:nvSpPr>
          <p:spPr>
            <a:xfrm>
              <a:off x="6789192" y="3279644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4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6" y="64694"/>
                    <a:pt x="31947" y="64694"/>
                  </a:cubicBezTo>
                  <a:cubicBezTo>
                    <a:pt x="18248" y="64694"/>
                    <a:pt x="7144" y="51811"/>
                    <a:pt x="7144" y="35919"/>
                  </a:cubicBezTo>
                  <a:cubicBezTo>
                    <a:pt x="7144" y="20027"/>
                    <a:pt x="18248" y="7144"/>
                    <a:pt x="31947" y="7144"/>
                  </a:cubicBezTo>
                  <a:cubicBezTo>
                    <a:pt x="45646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7C7BBA8-DEC7-46D8-A8CD-9822607BCE45}"/>
                </a:ext>
              </a:extLst>
            </p:cNvPr>
            <p:cNvSpPr/>
            <p:nvPr/>
          </p:nvSpPr>
          <p:spPr>
            <a:xfrm>
              <a:off x="6748613" y="3089857"/>
              <a:ext cx="247650" cy="247650"/>
            </a:xfrm>
            <a:custGeom>
              <a:avLst/>
              <a:gdLst>
                <a:gd name="connsiteX0" fmla="*/ 176825 w 247650"/>
                <a:gd name="connsiteY0" fmla="*/ 15994 h 247650"/>
                <a:gd name="connsiteX1" fmla="*/ 85413 w 247650"/>
                <a:gd name="connsiteY1" fmla="*/ 18233 h 247650"/>
                <a:gd name="connsiteX2" fmla="*/ 18843 w 247650"/>
                <a:gd name="connsiteY2" fmla="*/ 87260 h 247650"/>
                <a:gd name="connsiteX3" fmla="*/ 54419 w 247650"/>
                <a:gd name="connsiteY3" fmla="*/ 240232 h 247650"/>
                <a:gd name="connsiteX4" fmla="*/ 82642 w 247650"/>
                <a:gd name="connsiteY4" fmla="*/ 232069 h 247650"/>
                <a:gd name="connsiteX5" fmla="*/ 76555 w 247650"/>
                <a:gd name="connsiteY5" fmla="*/ 209247 h 247650"/>
                <a:gd name="connsiteX6" fmla="*/ 53761 w 247650"/>
                <a:gd name="connsiteY6" fmla="*/ 102491 h 247650"/>
                <a:gd name="connsiteX7" fmla="*/ 101377 w 247650"/>
                <a:gd name="connsiteY7" fmla="*/ 52837 h 247650"/>
                <a:gd name="connsiteX8" fmla="*/ 161594 w 247650"/>
                <a:gd name="connsiteY8" fmla="*/ 50932 h 247650"/>
                <a:gd name="connsiteX9" fmla="*/ 201170 w 247650"/>
                <a:gd name="connsiteY9" fmla="*/ 96328 h 247650"/>
                <a:gd name="connsiteX10" fmla="*/ 198742 w 247650"/>
                <a:gd name="connsiteY10" fmla="*/ 161298 h 247650"/>
                <a:gd name="connsiteX11" fmla="*/ 231841 w 247650"/>
                <a:gd name="connsiteY11" fmla="*/ 180615 h 247650"/>
                <a:gd name="connsiteX12" fmla="*/ 237375 w 247650"/>
                <a:gd name="connsiteY12" fmla="*/ 84489 h 247650"/>
                <a:gd name="connsiteX13" fmla="*/ 176825 w 247650"/>
                <a:gd name="connsiteY13" fmla="*/ 1599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25" y="15994"/>
                  </a:moveTo>
                  <a:cubicBezTo>
                    <a:pt x="148097" y="3459"/>
                    <a:pt x="115636" y="4269"/>
                    <a:pt x="85413" y="18233"/>
                  </a:cubicBezTo>
                  <a:cubicBezTo>
                    <a:pt x="55943" y="31854"/>
                    <a:pt x="32311" y="56361"/>
                    <a:pt x="18843" y="87260"/>
                  </a:cubicBezTo>
                  <a:cubicBezTo>
                    <a:pt x="-6046" y="144363"/>
                    <a:pt x="10147" y="208228"/>
                    <a:pt x="54419" y="240232"/>
                  </a:cubicBezTo>
                  <a:cubicBezTo>
                    <a:pt x="64106" y="247233"/>
                    <a:pt x="77860" y="243013"/>
                    <a:pt x="82642" y="232069"/>
                  </a:cubicBezTo>
                  <a:cubicBezTo>
                    <a:pt x="86166" y="223963"/>
                    <a:pt x="83708" y="214429"/>
                    <a:pt x="76555" y="209247"/>
                  </a:cubicBezTo>
                  <a:cubicBezTo>
                    <a:pt x="46598" y="187502"/>
                    <a:pt x="36169" y="142839"/>
                    <a:pt x="53761" y="102491"/>
                  </a:cubicBezTo>
                  <a:cubicBezTo>
                    <a:pt x="63486" y="80164"/>
                    <a:pt x="80413" y="62533"/>
                    <a:pt x="101377" y="52837"/>
                  </a:cubicBezTo>
                  <a:cubicBezTo>
                    <a:pt x="121599" y="43483"/>
                    <a:pt x="142973" y="42798"/>
                    <a:pt x="161594" y="50932"/>
                  </a:cubicBezTo>
                  <a:cubicBezTo>
                    <a:pt x="180187" y="59038"/>
                    <a:pt x="194255" y="75154"/>
                    <a:pt x="201170" y="96328"/>
                  </a:cubicBezTo>
                  <a:cubicBezTo>
                    <a:pt x="208343" y="118302"/>
                    <a:pt x="208476" y="138972"/>
                    <a:pt x="198742" y="161298"/>
                  </a:cubicBezTo>
                  <a:lnTo>
                    <a:pt x="231841" y="180615"/>
                  </a:lnTo>
                  <a:cubicBezTo>
                    <a:pt x="245300" y="149725"/>
                    <a:pt x="247462" y="115331"/>
                    <a:pt x="237375" y="84489"/>
                  </a:cubicBezTo>
                  <a:cubicBezTo>
                    <a:pt x="227050" y="52837"/>
                    <a:pt x="205542" y="28510"/>
                    <a:pt x="176825" y="15994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30057C4-2C5B-4C4B-82AE-CCF94E272150}"/>
                </a:ext>
              </a:extLst>
            </p:cNvPr>
            <p:cNvSpPr/>
            <p:nvPr/>
          </p:nvSpPr>
          <p:spPr>
            <a:xfrm>
              <a:off x="6663176" y="3205625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3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5" y="64694"/>
                    <a:pt x="31947" y="64694"/>
                  </a:cubicBezTo>
                  <a:cubicBezTo>
                    <a:pt x="18248" y="64694"/>
                    <a:pt x="7143" y="51811"/>
                    <a:pt x="7143" y="35919"/>
                  </a:cubicBezTo>
                  <a:cubicBezTo>
                    <a:pt x="7143" y="20027"/>
                    <a:pt x="18248" y="7144"/>
                    <a:pt x="31947" y="7144"/>
                  </a:cubicBezTo>
                  <a:cubicBezTo>
                    <a:pt x="45645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10A7D2C-6253-468F-A44C-6EFB699AEF9F}"/>
                </a:ext>
              </a:extLst>
            </p:cNvPr>
            <p:cNvSpPr/>
            <p:nvPr/>
          </p:nvSpPr>
          <p:spPr>
            <a:xfrm>
              <a:off x="6622600" y="3015838"/>
              <a:ext cx="247650" cy="247650"/>
            </a:xfrm>
            <a:custGeom>
              <a:avLst/>
              <a:gdLst>
                <a:gd name="connsiteX0" fmla="*/ 176821 w 247650"/>
                <a:gd name="connsiteY0" fmla="*/ 15994 h 247650"/>
                <a:gd name="connsiteX1" fmla="*/ 85410 w 247650"/>
                <a:gd name="connsiteY1" fmla="*/ 18233 h 247650"/>
                <a:gd name="connsiteX2" fmla="*/ 18850 w 247650"/>
                <a:gd name="connsiteY2" fmla="*/ 87261 h 247650"/>
                <a:gd name="connsiteX3" fmla="*/ 54415 w 247650"/>
                <a:gd name="connsiteY3" fmla="*/ 240241 h 247650"/>
                <a:gd name="connsiteX4" fmla="*/ 82638 w 247650"/>
                <a:gd name="connsiteY4" fmla="*/ 232079 h 247650"/>
                <a:gd name="connsiteX5" fmla="*/ 76561 w 247650"/>
                <a:gd name="connsiteY5" fmla="*/ 209247 h 247650"/>
                <a:gd name="connsiteX6" fmla="*/ 53758 w 247650"/>
                <a:gd name="connsiteY6" fmla="*/ 102491 h 247650"/>
                <a:gd name="connsiteX7" fmla="*/ 101383 w 247650"/>
                <a:gd name="connsiteY7" fmla="*/ 52837 h 247650"/>
                <a:gd name="connsiteX8" fmla="*/ 161591 w 247650"/>
                <a:gd name="connsiteY8" fmla="*/ 50932 h 247650"/>
                <a:gd name="connsiteX9" fmla="*/ 201168 w 247650"/>
                <a:gd name="connsiteY9" fmla="*/ 96328 h 247650"/>
                <a:gd name="connsiteX10" fmla="*/ 198739 w 247650"/>
                <a:gd name="connsiteY10" fmla="*/ 161298 h 247650"/>
                <a:gd name="connsiteX11" fmla="*/ 231828 w 247650"/>
                <a:gd name="connsiteY11" fmla="*/ 180615 h 247650"/>
                <a:gd name="connsiteX12" fmla="*/ 237382 w 247650"/>
                <a:gd name="connsiteY12" fmla="*/ 84489 h 247650"/>
                <a:gd name="connsiteX13" fmla="*/ 176821 w 247650"/>
                <a:gd name="connsiteY13" fmla="*/ 1599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21" y="15994"/>
                  </a:moveTo>
                  <a:cubicBezTo>
                    <a:pt x="148103" y="3460"/>
                    <a:pt x="115633" y="4269"/>
                    <a:pt x="85410" y="18233"/>
                  </a:cubicBezTo>
                  <a:cubicBezTo>
                    <a:pt x="55940" y="31854"/>
                    <a:pt x="32308" y="56361"/>
                    <a:pt x="18850" y="87261"/>
                  </a:cubicBezTo>
                  <a:cubicBezTo>
                    <a:pt x="-6049" y="144363"/>
                    <a:pt x="10144" y="208228"/>
                    <a:pt x="54415" y="240241"/>
                  </a:cubicBezTo>
                  <a:cubicBezTo>
                    <a:pt x="64103" y="247233"/>
                    <a:pt x="77856" y="243013"/>
                    <a:pt x="82638" y="232079"/>
                  </a:cubicBezTo>
                  <a:cubicBezTo>
                    <a:pt x="86172" y="223963"/>
                    <a:pt x="83705" y="214438"/>
                    <a:pt x="76561" y="209247"/>
                  </a:cubicBezTo>
                  <a:cubicBezTo>
                    <a:pt x="46596" y="187511"/>
                    <a:pt x="36175" y="142848"/>
                    <a:pt x="53758" y="102491"/>
                  </a:cubicBezTo>
                  <a:cubicBezTo>
                    <a:pt x="63483" y="80164"/>
                    <a:pt x="80409" y="62534"/>
                    <a:pt x="101383" y="52837"/>
                  </a:cubicBezTo>
                  <a:cubicBezTo>
                    <a:pt x="121605" y="43484"/>
                    <a:pt x="142969" y="42798"/>
                    <a:pt x="161591" y="50932"/>
                  </a:cubicBezTo>
                  <a:cubicBezTo>
                    <a:pt x="180193" y="59038"/>
                    <a:pt x="194252" y="75154"/>
                    <a:pt x="201168" y="96328"/>
                  </a:cubicBezTo>
                  <a:cubicBezTo>
                    <a:pt x="208340" y="118302"/>
                    <a:pt x="208483" y="138972"/>
                    <a:pt x="198739" y="161298"/>
                  </a:cubicBezTo>
                  <a:lnTo>
                    <a:pt x="231828" y="180615"/>
                  </a:lnTo>
                  <a:cubicBezTo>
                    <a:pt x="245297" y="149725"/>
                    <a:pt x="247468" y="115331"/>
                    <a:pt x="237382" y="84489"/>
                  </a:cubicBezTo>
                  <a:cubicBezTo>
                    <a:pt x="227056" y="52828"/>
                    <a:pt x="205549" y="28501"/>
                    <a:pt x="176821" y="15994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F74E21-6E11-420E-9A01-D4BAEB615C78}"/>
                </a:ext>
              </a:extLst>
            </p:cNvPr>
            <p:cNvSpPr/>
            <p:nvPr/>
          </p:nvSpPr>
          <p:spPr>
            <a:xfrm>
              <a:off x="6915189" y="3353663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4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5" y="64694"/>
                    <a:pt x="31947" y="64694"/>
                  </a:cubicBezTo>
                  <a:cubicBezTo>
                    <a:pt x="18248" y="64694"/>
                    <a:pt x="7144" y="51811"/>
                    <a:pt x="7144" y="35919"/>
                  </a:cubicBezTo>
                  <a:cubicBezTo>
                    <a:pt x="7144" y="20027"/>
                    <a:pt x="18248" y="7144"/>
                    <a:pt x="31947" y="7144"/>
                  </a:cubicBezTo>
                  <a:cubicBezTo>
                    <a:pt x="45645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2CB5CAA3-771D-4BAA-AEF3-3689DE9500B8}"/>
                </a:ext>
              </a:extLst>
            </p:cNvPr>
            <p:cNvSpPr/>
            <p:nvPr/>
          </p:nvSpPr>
          <p:spPr>
            <a:xfrm>
              <a:off x="6874616" y="3163875"/>
              <a:ext cx="247650" cy="247650"/>
            </a:xfrm>
            <a:custGeom>
              <a:avLst/>
              <a:gdLst>
                <a:gd name="connsiteX0" fmla="*/ 176827 w 247650"/>
                <a:gd name="connsiteY0" fmla="*/ 15994 h 247650"/>
                <a:gd name="connsiteX1" fmla="*/ 85407 w 247650"/>
                <a:gd name="connsiteY1" fmla="*/ 18233 h 247650"/>
                <a:gd name="connsiteX2" fmla="*/ 18836 w 247650"/>
                <a:gd name="connsiteY2" fmla="*/ 87260 h 247650"/>
                <a:gd name="connsiteX3" fmla="*/ 54422 w 247650"/>
                <a:gd name="connsiteY3" fmla="*/ 240232 h 247650"/>
                <a:gd name="connsiteX4" fmla="*/ 82635 w 247650"/>
                <a:gd name="connsiteY4" fmla="*/ 232069 h 247650"/>
                <a:gd name="connsiteX5" fmla="*/ 76558 w 247650"/>
                <a:gd name="connsiteY5" fmla="*/ 209247 h 247650"/>
                <a:gd name="connsiteX6" fmla="*/ 53755 w 247650"/>
                <a:gd name="connsiteY6" fmla="*/ 102491 h 247650"/>
                <a:gd name="connsiteX7" fmla="*/ 101380 w 247650"/>
                <a:gd name="connsiteY7" fmla="*/ 52837 h 247650"/>
                <a:gd name="connsiteX8" fmla="*/ 161588 w 247650"/>
                <a:gd name="connsiteY8" fmla="*/ 50932 h 247650"/>
                <a:gd name="connsiteX9" fmla="*/ 201164 w 247650"/>
                <a:gd name="connsiteY9" fmla="*/ 96328 h 247650"/>
                <a:gd name="connsiteX10" fmla="*/ 198745 w 247650"/>
                <a:gd name="connsiteY10" fmla="*/ 161298 h 247650"/>
                <a:gd name="connsiteX11" fmla="*/ 231834 w 247650"/>
                <a:gd name="connsiteY11" fmla="*/ 180615 h 247650"/>
                <a:gd name="connsiteX12" fmla="*/ 237378 w 247650"/>
                <a:gd name="connsiteY12" fmla="*/ 84489 h 247650"/>
                <a:gd name="connsiteX13" fmla="*/ 176827 w 247650"/>
                <a:gd name="connsiteY13" fmla="*/ 1599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27" y="15994"/>
                  </a:moveTo>
                  <a:cubicBezTo>
                    <a:pt x="148100" y="3459"/>
                    <a:pt x="115629" y="4269"/>
                    <a:pt x="85407" y="18233"/>
                  </a:cubicBezTo>
                  <a:cubicBezTo>
                    <a:pt x="55936" y="31853"/>
                    <a:pt x="32305" y="56361"/>
                    <a:pt x="18836" y="87260"/>
                  </a:cubicBezTo>
                  <a:cubicBezTo>
                    <a:pt x="-6043" y="144363"/>
                    <a:pt x="10150" y="208228"/>
                    <a:pt x="54422" y="240232"/>
                  </a:cubicBezTo>
                  <a:cubicBezTo>
                    <a:pt x="64099" y="247233"/>
                    <a:pt x="77863" y="243013"/>
                    <a:pt x="82635" y="232069"/>
                  </a:cubicBezTo>
                  <a:cubicBezTo>
                    <a:pt x="86169" y="223963"/>
                    <a:pt x="83711" y="214429"/>
                    <a:pt x="76558" y="209247"/>
                  </a:cubicBezTo>
                  <a:cubicBezTo>
                    <a:pt x="46602" y="187502"/>
                    <a:pt x="36172" y="142848"/>
                    <a:pt x="53755" y="102491"/>
                  </a:cubicBezTo>
                  <a:cubicBezTo>
                    <a:pt x="63490" y="80164"/>
                    <a:pt x="80406" y="62534"/>
                    <a:pt x="101380" y="52837"/>
                  </a:cubicBezTo>
                  <a:cubicBezTo>
                    <a:pt x="121602" y="43484"/>
                    <a:pt x="142966" y="42798"/>
                    <a:pt x="161588" y="50932"/>
                  </a:cubicBezTo>
                  <a:cubicBezTo>
                    <a:pt x="180190" y="59038"/>
                    <a:pt x="194249" y="75154"/>
                    <a:pt x="201164" y="96328"/>
                  </a:cubicBezTo>
                  <a:cubicBezTo>
                    <a:pt x="208336" y="118302"/>
                    <a:pt x="208480" y="138972"/>
                    <a:pt x="198745" y="161298"/>
                  </a:cubicBezTo>
                  <a:lnTo>
                    <a:pt x="231834" y="180615"/>
                  </a:lnTo>
                  <a:cubicBezTo>
                    <a:pt x="245303" y="149725"/>
                    <a:pt x="247465" y="115331"/>
                    <a:pt x="237378" y="84489"/>
                  </a:cubicBezTo>
                  <a:cubicBezTo>
                    <a:pt x="227063" y="52828"/>
                    <a:pt x="205545" y="28501"/>
                    <a:pt x="176827" y="15994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C0AB53D3-092B-4471-8E97-30EB727ECB17}"/>
                </a:ext>
              </a:extLst>
            </p:cNvPr>
            <p:cNvSpPr/>
            <p:nvPr/>
          </p:nvSpPr>
          <p:spPr>
            <a:xfrm>
              <a:off x="5323780" y="2424699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4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5" y="64694"/>
                    <a:pt x="31947" y="64694"/>
                  </a:cubicBezTo>
                  <a:cubicBezTo>
                    <a:pt x="18248" y="64694"/>
                    <a:pt x="7144" y="51811"/>
                    <a:pt x="7144" y="35919"/>
                  </a:cubicBezTo>
                  <a:cubicBezTo>
                    <a:pt x="7144" y="20027"/>
                    <a:pt x="18248" y="7144"/>
                    <a:pt x="31947" y="7144"/>
                  </a:cubicBezTo>
                  <a:cubicBezTo>
                    <a:pt x="45645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18042863-6414-4D3E-B1EF-B3BC471773EA}"/>
                </a:ext>
              </a:extLst>
            </p:cNvPr>
            <p:cNvSpPr/>
            <p:nvPr/>
          </p:nvSpPr>
          <p:spPr>
            <a:xfrm>
              <a:off x="5283211" y="2234912"/>
              <a:ext cx="247650" cy="247650"/>
            </a:xfrm>
            <a:custGeom>
              <a:avLst/>
              <a:gdLst>
                <a:gd name="connsiteX0" fmla="*/ 176825 w 247650"/>
                <a:gd name="connsiteY0" fmla="*/ 15994 h 247650"/>
                <a:gd name="connsiteX1" fmla="*/ 85404 w 247650"/>
                <a:gd name="connsiteY1" fmla="*/ 18233 h 247650"/>
                <a:gd name="connsiteX2" fmla="*/ 18843 w 247650"/>
                <a:gd name="connsiteY2" fmla="*/ 87260 h 247650"/>
                <a:gd name="connsiteX3" fmla="*/ 54409 w 247650"/>
                <a:gd name="connsiteY3" fmla="*/ 240232 h 247650"/>
                <a:gd name="connsiteX4" fmla="*/ 82632 w 247650"/>
                <a:gd name="connsiteY4" fmla="*/ 232069 h 247650"/>
                <a:gd name="connsiteX5" fmla="*/ 76555 w 247650"/>
                <a:gd name="connsiteY5" fmla="*/ 209247 h 247650"/>
                <a:gd name="connsiteX6" fmla="*/ 53762 w 247650"/>
                <a:gd name="connsiteY6" fmla="*/ 102491 h 247650"/>
                <a:gd name="connsiteX7" fmla="*/ 101387 w 247650"/>
                <a:gd name="connsiteY7" fmla="*/ 52837 h 247650"/>
                <a:gd name="connsiteX8" fmla="*/ 161585 w 247650"/>
                <a:gd name="connsiteY8" fmla="*/ 50932 h 247650"/>
                <a:gd name="connsiteX9" fmla="*/ 201161 w 247650"/>
                <a:gd name="connsiteY9" fmla="*/ 96328 h 247650"/>
                <a:gd name="connsiteX10" fmla="*/ 198732 w 247650"/>
                <a:gd name="connsiteY10" fmla="*/ 161298 h 247650"/>
                <a:gd name="connsiteX11" fmla="*/ 231832 w 247650"/>
                <a:gd name="connsiteY11" fmla="*/ 180615 h 247650"/>
                <a:gd name="connsiteX12" fmla="*/ 237385 w 247650"/>
                <a:gd name="connsiteY12" fmla="*/ 84489 h 247650"/>
                <a:gd name="connsiteX13" fmla="*/ 176825 w 247650"/>
                <a:gd name="connsiteY13" fmla="*/ 1599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25" y="15994"/>
                  </a:moveTo>
                  <a:cubicBezTo>
                    <a:pt x="148107" y="3459"/>
                    <a:pt x="115636" y="4269"/>
                    <a:pt x="85404" y="18233"/>
                  </a:cubicBezTo>
                  <a:cubicBezTo>
                    <a:pt x="55943" y="31854"/>
                    <a:pt x="32302" y="56361"/>
                    <a:pt x="18843" y="87260"/>
                  </a:cubicBezTo>
                  <a:cubicBezTo>
                    <a:pt x="-6046" y="144363"/>
                    <a:pt x="10147" y="208228"/>
                    <a:pt x="54409" y="240232"/>
                  </a:cubicBezTo>
                  <a:cubicBezTo>
                    <a:pt x="64097" y="247223"/>
                    <a:pt x="77860" y="243013"/>
                    <a:pt x="82632" y="232069"/>
                  </a:cubicBezTo>
                  <a:cubicBezTo>
                    <a:pt x="86166" y="223963"/>
                    <a:pt x="83709" y="214429"/>
                    <a:pt x="76555" y="209247"/>
                  </a:cubicBezTo>
                  <a:cubicBezTo>
                    <a:pt x="46590" y="187502"/>
                    <a:pt x="36179" y="142839"/>
                    <a:pt x="53762" y="102491"/>
                  </a:cubicBezTo>
                  <a:cubicBezTo>
                    <a:pt x="63487" y="80164"/>
                    <a:pt x="80413" y="62534"/>
                    <a:pt x="101387" y="52837"/>
                  </a:cubicBezTo>
                  <a:cubicBezTo>
                    <a:pt x="121599" y="43484"/>
                    <a:pt x="142973" y="42798"/>
                    <a:pt x="161585" y="50932"/>
                  </a:cubicBezTo>
                  <a:cubicBezTo>
                    <a:pt x="180197" y="59038"/>
                    <a:pt x="194256" y="75154"/>
                    <a:pt x="201161" y="96328"/>
                  </a:cubicBezTo>
                  <a:cubicBezTo>
                    <a:pt x="208343" y="118302"/>
                    <a:pt x="208477" y="138972"/>
                    <a:pt x="198732" y="161298"/>
                  </a:cubicBezTo>
                  <a:lnTo>
                    <a:pt x="231832" y="180615"/>
                  </a:lnTo>
                  <a:cubicBezTo>
                    <a:pt x="245291" y="149725"/>
                    <a:pt x="247472" y="115331"/>
                    <a:pt x="237385" y="84489"/>
                  </a:cubicBezTo>
                  <a:cubicBezTo>
                    <a:pt x="227060" y="52828"/>
                    <a:pt x="205543" y="28501"/>
                    <a:pt x="176825" y="15994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A1A8D206-AECA-4630-BC7D-D0844B7F9510}"/>
                </a:ext>
              </a:extLst>
            </p:cNvPr>
            <p:cNvSpPr/>
            <p:nvPr/>
          </p:nvSpPr>
          <p:spPr>
            <a:xfrm>
              <a:off x="5197784" y="2350671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4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5" y="64694"/>
                    <a:pt x="31947" y="64694"/>
                  </a:cubicBezTo>
                  <a:cubicBezTo>
                    <a:pt x="18248" y="64694"/>
                    <a:pt x="7144" y="51811"/>
                    <a:pt x="7144" y="35919"/>
                  </a:cubicBezTo>
                  <a:cubicBezTo>
                    <a:pt x="7144" y="20027"/>
                    <a:pt x="18248" y="7144"/>
                    <a:pt x="31947" y="7144"/>
                  </a:cubicBezTo>
                  <a:cubicBezTo>
                    <a:pt x="45645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A529710-3721-420B-A1A4-B1B52A03072F}"/>
                </a:ext>
              </a:extLst>
            </p:cNvPr>
            <p:cNvSpPr/>
            <p:nvPr/>
          </p:nvSpPr>
          <p:spPr>
            <a:xfrm>
              <a:off x="5157206" y="2160890"/>
              <a:ext cx="247650" cy="247650"/>
            </a:xfrm>
            <a:custGeom>
              <a:avLst/>
              <a:gdLst>
                <a:gd name="connsiteX0" fmla="*/ 176823 w 247650"/>
                <a:gd name="connsiteY0" fmla="*/ 15987 h 247650"/>
                <a:gd name="connsiteX1" fmla="*/ 85402 w 247650"/>
                <a:gd name="connsiteY1" fmla="*/ 18226 h 247650"/>
                <a:gd name="connsiteX2" fmla="*/ 18841 w 247650"/>
                <a:gd name="connsiteY2" fmla="*/ 87263 h 247650"/>
                <a:gd name="connsiteX3" fmla="*/ 54417 w 247650"/>
                <a:gd name="connsiteY3" fmla="*/ 240234 h 247650"/>
                <a:gd name="connsiteX4" fmla="*/ 82640 w 247650"/>
                <a:gd name="connsiteY4" fmla="*/ 232071 h 247650"/>
                <a:gd name="connsiteX5" fmla="*/ 76553 w 247650"/>
                <a:gd name="connsiteY5" fmla="*/ 209250 h 247650"/>
                <a:gd name="connsiteX6" fmla="*/ 53760 w 247650"/>
                <a:gd name="connsiteY6" fmla="*/ 102484 h 247650"/>
                <a:gd name="connsiteX7" fmla="*/ 101385 w 247650"/>
                <a:gd name="connsiteY7" fmla="*/ 52830 h 247650"/>
                <a:gd name="connsiteX8" fmla="*/ 161592 w 247650"/>
                <a:gd name="connsiteY8" fmla="*/ 50925 h 247650"/>
                <a:gd name="connsiteX9" fmla="*/ 201159 w 247650"/>
                <a:gd name="connsiteY9" fmla="*/ 96321 h 247650"/>
                <a:gd name="connsiteX10" fmla="*/ 198740 w 247650"/>
                <a:gd name="connsiteY10" fmla="*/ 161291 h 247650"/>
                <a:gd name="connsiteX11" fmla="*/ 231839 w 247650"/>
                <a:gd name="connsiteY11" fmla="*/ 180608 h 247650"/>
                <a:gd name="connsiteX12" fmla="*/ 237383 w 247650"/>
                <a:gd name="connsiteY12" fmla="*/ 84482 h 247650"/>
                <a:gd name="connsiteX13" fmla="*/ 176823 w 247650"/>
                <a:gd name="connsiteY13" fmla="*/ 15987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23" y="15987"/>
                  </a:moveTo>
                  <a:cubicBezTo>
                    <a:pt x="148105" y="3462"/>
                    <a:pt x="115634" y="4272"/>
                    <a:pt x="85402" y="18226"/>
                  </a:cubicBezTo>
                  <a:cubicBezTo>
                    <a:pt x="55941" y="31846"/>
                    <a:pt x="32300" y="56354"/>
                    <a:pt x="18841" y="87263"/>
                  </a:cubicBezTo>
                  <a:cubicBezTo>
                    <a:pt x="-6048" y="144356"/>
                    <a:pt x="10154" y="208221"/>
                    <a:pt x="54417" y="240234"/>
                  </a:cubicBezTo>
                  <a:cubicBezTo>
                    <a:pt x="64094" y="247226"/>
                    <a:pt x="77858" y="243016"/>
                    <a:pt x="82640" y="232071"/>
                  </a:cubicBezTo>
                  <a:cubicBezTo>
                    <a:pt x="86173" y="223966"/>
                    <a:pt x="83706" y="214431"/>
                    <a:pt x="76553" y="209250"/>
                  </a:cubicBezTo>
                  <a:cubicBezTo>
                    <a:pt x="46597" y="187504"/>
                    <a:pt x="36177" y="142841"/>
                    <a:pt x="53760" y="102484"/>
                  </a:cubicBezTo>
                  <a:cubicBezTo>
                    <a:pt x="63485" y="80167"/>
                    <a:pt x="80401" y="62536"/>
                    <a:pt x="101385" y="52830"/>
                  </a:cubicBezTo>
                  <a:cubicBezTo>
                    <a:pt x="121597" y="43486"/>
                    <a:pt x="142971" y="42791"/>
                    <a:pt x="161592" y="50925"/>
                  </a:cubicBezTo>
                  <a:cubicBezTo>
                    <a:pt x="180195" y="59040"/>
                    <a:pt x="194253" y="75157"/>
                    <a:pt x="201159" y="96321"/>
                  </a:cubicBezTo>
                  <a:cubicBezTo>
                    <a:pt x="208341" y="118305"/>
                    <a:pt x="208484" y="138965"/>
                    <a:pt x="198740" y="161291"/>
                  </a:cubicBezTo>
                  <a:lnTo>
                    <a:pt x="231839" y="180608"/>
                  </a:lnTo>
                  <a:cubicBezTo>
                    <a:pt x="245298" y="149728"/>
                    <a:pt x="247470" y="115324"/>
                    <a:pt x="237383" y="84482"/>
                  </a:cubicBezTo>
                  <a:cubicBezTo>
                    <a:pt x="227048" y="52820"/>
                    <a:pt x="205531" y="28503"/>
                    <a:pt x="176823" y="15987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7F46C98-4E9E-48BD-8ACE-CD29D8172C00}"/>
                </a:ext>
              </a:extLst>
            </p:cNvPr>
            <p:cNvSpPr/>
            <p:nvPr/>
          </p:nvSpPr>
          <p:spPr>
            <a:xfrm>
              <a:off x="5449796" y="2498708"/>
              <a:ext cx="57150" cy="66675"/>
            </a:xfrm>
            <a:custGeom>
              <a:avLst/>
              <a:gdLst>
                <a:gd name="connsiteX0" fmla="*/ 56750 w 57150"/>
                <a:gd name="connsiteY0" fmla="*/ 35919 h 66675"/>
                <a:gd name="connsiteX1" fmla="*/ 31947 w 57150"/>
                <a:gd name="connsiteY1" fmla="*/ 64694 h 66675"/>
                <a:gd name="connsiteX2" fmla="*/ 7144 w 57150"/>
                <a:gd name="connsiteY2" fmla="*/ 35919 h 66675"/>
                <a:gd name="connsiteX3" fmla="*/ 31947 w 57150"/>
                <a:gd name="connsiteY3" fmla="*/ 7144 h 66675"/>
                <a:gd name="connsiteX4" fmla="*/ 56750 w 57150"/>
                <a:gd name="connsiteY4" fmla="*/ 3591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56750" y="35919"/>
                  </a:moveTo>
                  <a:cubicBezTo>
                    <a:pt x="56750" y="51811"/>
                    <a:pt x="45645" y="64694"/>
                    <a:pt x="31947" y="64694"/>
                  </a:cubicBezTo>
                  <a:cubicBezTo>
                    <a:pt x="18249" y="64694"/>
                    <a:pt x="7144" y="51811"/>
                    <a:pt x="7144" y="35919"/>
                  </a:cubicBezTo>
                  <a:cubicBezTo>
                    <a:pt x="7144" y="20027"/>
                    <a:pt x="18249" y="7144"/>
                    <a:pt x="31947" y="7144"/>
                  </a:cubicBezTo>
                  <a:cubicBezTo>
                    <a:pt x="45645" y="7144"/>
                    <a:pt x="56750" y="20027"/>
                    <a:pt x="56750" y="35919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63DC297D-D120-4F82-8BA7-D28DEA6D6EAF}"/>
                </a:ext>
              </a:extLst>
            </p:cNvPr>
            <p:cNvSpPr/>
            <p:nvPr/>
          </p:nvSpPr>
          <p:spPr>
            <a:xfrm>
              <a:off x="5409227" y="2308921"/>
              <a:ext cx="247650" cy="247650"/>
            </a:xfrm>
            <a:custGeom>
              <a:avLst/>
              <a:gdLst>
                <a:gd name="connsiteX0" fmla="*/ 176815 w 247650"/>
                <a:gd name="connsiteY0" fmla="*/ 15994 h 247650"/>
                <a:gd name="connsiteX1" fmla="*/ 85404 w 247650"/>
                <a:gd name="connsiteY1" fmla="*/ 18233 h 247650"/>
                <a:gd name="connsiteX2" fmla="*/ 18843 w 247650"/>
                <a:gd name="connsiteY2" fmla="*/ 87260 h 247650"/>
                <a:gd name="connsiteX3" fmla="*/ 54419 w 247650"/>
                <a:gd name="connsiteY3" fmla="*/ 240241 h 247650"/>
                <a:gd name="connsiteX4" fmla="*/ 82632 w 247650"/>
                <a:gd name="connsiteY4" fmla="*/ 232069 h 247650"/>
                <a:gd name="connsiteX5" fmla="*/ 76545 w 247650"/>
                <a:gd name="connsiteY5" fmla="*/ 209247 h 247650"/>
                <a:gd name="connsiteX6" fmla="*/ 53762 w 247650"/>
                <a:gd name="connsiteY6" fmla="*/ 102491 h 247650"/>
                <a:gd name="connsiteX7" fmla="*/ 101377 w 247650"/>
                <a:gd name="connsiteY7" fmla="*/ 52837 h 247650"/>
                <a:gd name="connsiteX8" fmla="*/ 161585 w 247650"/>
                <a:gd name="connsiteY8" fmla="*/ 50932 h 247650"/>
                <a:gd name="connsiteX9" fmla="*/ 201161 w 247650"/>
                <a:gd name="connsiteY9" fmla="*/ 96328 h 247650"/>
                <a:gd name="connsiteX10" fmla="*/ 198732 w 247650"/>
                <a:gd name="connsiteY10" fmla="*/ 161298 h 247650"/>
                <a:gd name="connsiteX11" fmla="*/ 231832 w 247650"/>
                <a:gd name="connsiteY11" fmla="*/ 180615 h 247650"/>
                <a:gd name="connsiteX12" fmla="*/ 237375 w 247650"/>
                <a:gd name="connsiteY12" fmla="*/ 84489 h 247650"/>
                <a:gd name="connsiteX13" fmla="*/ 176815 w 247650"/>
                <a:gd name="connsiteY13" fmla="*/ 1599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7650" h="247650">
                  <a:moveTo>
                    <a:pt x="176815" y="15994"/>
                  </a:moveTo>
                  <a:cubicBezTo>
                    <a:pt x="148097" y="3459"/>
                    <a:pt x="115636" y="4269"/>
                    <a:pt x="85404" y="18233"/>
                  </a:cubicBezTo>
                  <a:cubicBezTo>
                    <a:pt x="55943" y="31854"/>
                    <a:pt x="32302" y="56361"/>
                    <a:pt x="18843" y="87260"/>
                  </a:cubicBezTo>
                  <a:cubicBezTo>
                    <a:pt x="-6046" y="144363"/>
                    <a:pt x="10147" y="208228"/>
                    <a:pt x="54419" y="240241"/>
                  </a:cubicBezTo>
                  <a:cubicBezTo>
                    <a:pt x="64096" y="247233"/>
                    <a:pt x="77850" y="243013"/>
                    <a:pt x="82632" y="232069"/>
                  </a:cubicBezTo>
                  <a:cubicBezTo>
                    <a:pt x="86156" y="223963"/>
                    <a:pt x="83699" y="214438"/>
                    <a:pt x="76545" y="209247"/>
                  </a:cubicBezTo>
                  <a:cubicBezTo>
                    <a:pt x="46599" y="187511"/>
                    <a:pt x="36169" y="142848"/>
                    <a:pt x="53762" y="102491"/>
                  </a:cubicBezTo>
                  <a:cubicBezTo>
                    <a:pt x="63487" y="80164"/>
                    <a:pt x="80403" y="62534"/>
                    <a:pt x="101377" y="52837"/>
                  </a:cubicBezTo>
                  <a:cubicBezTo>
                    <a:pt x="121589" y="43484"/>
                    <a:pt x="142973" y="42798"/>
                    <a:pt x="161585" y="50932"/>
                  </a:cubicBezTo>
                  <a:cubicBezTo>
                    <a:pt x="180187" y="59038"/>
                    <a:pt x="194255" y="75154"/>
                    <a:pt x="201161" y="96328"/>
                  </a:cubicBezTo>
                  <a:cubicBezTo>
                    <a:pt x="208333" y="118302"/>
                    <a:pt x="208476" y="138972"/>
                    <a:pt x="198732" y="161298"/>
                  </a:cubicBezTo>
                  <a:lnTo>
                    <a:pt x="231832" y="180615"/>
                  </a:lnTo>
                  <a:cubicBezTo>
                    <a:pt x="245290" y="149725"/>
                    <a:pt x="247462" y="115331"/>
                    <a:pt x="237375" y="84489"/>
                  </a:cubicBezTo>
                  <a:cubicBezTo>
                    <a:pt x="227041" y="52828"/>
                    <a:pt x="205523" y="28510"/>
                    <a:pt x="176815" y="15994"/>
                  </a:cubicBez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C4DB55A-F8B0-4C59-BE16-A5139A6E54A0}"/>
                </a:ext>
              </a:extLst>
            </p:cNvPr>
            <p:cNvSpPr/>
            <p:nvPr/>
          </p:nvSpPr>
          <p:spPr>
            <a:xfrm>
              <a:off x="5657117" y="2885128"/>
              <a:ext cx="257175" cy="485775"/>
            </a:xfrm>
            <a:custGeom>
              <a:avLst/>
              <a:gdLst>
                <a:gd name="connsiteX0" fmla="*/ 7144 w 257175"/>
                <a:gd name="connsiteY0" fmla="*/ 339061 h 485775"/>
                <a:gd name="connsiteX1" fmla="*/ 254794 w 257175"/>
                <a:gd name="connsiteY1" fmla="*/ 483660 h 485775"/>
                <a:gd name="connsiteX2" fmla="*/ 254794 w 257175"/>
                <a:gd name="connsiteY2" fmla="*/ 151733 h 485775"/>
                <a:gd name="connsiteX3" fmla="*/ 7144 w 257175"/>
                <a:gd name="connsiteY3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485775">
                  <a:moveTo>
                    <a:pt x="7144" y="339061"/>
                  </a:moveTo>
                  <a:lnTo>
                    <a:pt x="254794" y="483660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C9A0BD5C-8D4E-428B-A626-8F81F946A145}"/>
                </a:ext>
              </a:extLst>
            </p:cNvPr>
            <p:cNvSpPr/>
            <p:nvPr/>
          </p:nvSpPr>
          <p:spPr>
            <a:xfrm>
              <a:off x="5657117" y="3219722"/>
              <a:ext cx="257175" cy="361950"/>
            </a:xfrm>
            <a:custGeom>
              <a:avLst/>
              <a:gdLst>
                <a:gd name="connsiteX0" fmla="*/ 7144 w 257175"/>
                <a:gd name="connsiteY0" fmla="*/ 217465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65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9BCD5256-C901-47D1-AEDD-7F7C88D03CE9}"/>
                </a:ext>
              </a:extLst>
            </p:cNvPr>
            <p:cNvSpPr/>
            <p:nvPr/>
          </p:nvSpPr>
          <p:spPr>
            <a:xfrm>
              <a:off x="5731117" y="3315772"/>
              <a:ext cx="142875" cy="228600"/>
            </a:xfrm>
            <a:custGeom>
              <a:avLst/>
              <a:gdLst>
                <a:gd name="connsiteX0" fmla="*/ 7144 w 142875"/>
                <a:gd name="connsiteY0" fmla="*/ 127930 h 228600"/>
                <a:gd name="connsiteX1" fmla="*/ 125730 w 142875"/>
                <a:gd name="connsiteY1" fmla="*/ 222695 h 228600"/>
                <a:gd name="connsiteX2" fmla="*/ 143465 w 142875"/>
                <a:gd name="connsiteY2" fmla="*/ 101927 h 228600"/>
                <a:gd name="connsiteX3" fmla="*/ 24879 w 142875"/>
                <a:gd name="connsiteY3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228600">
                  <a:moveTo>
                    <a:pt x="7144" y="127930"/>
                  </a:moveTo>
                  <a:lnTo>
                    <a:pt x="125730" y="222695"/>
                  </a:lnTo>
                  <a:lnTo>
                    <a:pt x="143465" y="101927"/>
                  </a:lnTo>
                  <a:lnTo>
                    <a:pt x="24879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B0DD08F8-ADCB-4B7D-9127-345311CE64C1}"/>
                </a:ext>
              </a:extLst>
            </p:cNvPr>
            <p:cNvSpPr/>
            <p:nvPr/>
          </p:nvSpPr>
          <p:spPr>
            <a:xfrm>
              <a:off x="5709105" y="3307667"/>
              <a:ext cx="171450" cy="219075"/>
            </a:xfrm>
            <a:custGeom>
              <a:avLst/>
              <a:gdLst>
                <a:gd name="connsiteX0" fmla="*/ 7144 w 171450"/>
                <a:gd name="connsiteY0" fmla="*/ 117367 h 219075"/>
                <a:gd name="connsiteX1" fmla="*/ 125730 w 171450"/>
                <a:gd name="connsiteY1" fmla="*/ 212141 h 219075"/>
                <a:gd name="connsiteX2" fmla="*/ 167374 w 171450"/>
                <a:gd name="connsiteY2" fmla="*/ 101917 h 219075"/>
                <a:gd name="connsiteX3" fmla="*/ 48778 w 171450"/>
                <a:gd name="connsiteY3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450" h="219075">
                  <a:moveTo>
                    <a:pt x="7144" y="117367"/>
                  </a:moveTo>
                  <a:lnTo>
                    <a:pt x="125730" y="212141"/>
                  </a:lnTo>
                  <a:lnTo>
                    <a:pt x="167374" y="101917"/>
                  </a:lnTo>
                  <a:lnTo>
                    <a:pt x="48778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06C5ADA-206F-460B-8F4B-C5870E2ACE9E}"/>
                </a:ext>
              </a:extLst>
            </p:cNvPr>
            <p:cNvSpPr/>
            <p:nvPr/>
          </p:nvSpPr>
          <p:spPr>
            <a:xfrm>
              <a:off x="5657117" y="3491261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50102C1-CB4B-4E01-A0C7-1685BE63DD56}"/>
                </a:ext>
              </a:extLst>
            </p:cNvPr>
            <p:cNvSpPr/>
            <p:nvPr/>
          </p:nvSpPr>
          <p:spPr>
            <a:xfrm>
              <a:off x="5657117" y="3762800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238B4F09-1292-4169-B4D3-DF7B5CCBB3D7}"/>
                </a:ext>
              </a:extLst>
            </p:cNvPr>
            <p:cNvSpPr/>
            <p:nvPr/>
          </p:nvSpPr>
          <p:spPr>
            <a:xfrm>
              <a:off x="5711686" y="3871651"/>
              <a:ext cx="161925" cy="190500"/>
            </a:xfrm>
            <a:custGeom>
              <a:avLst/>
              <a:gdLst>
                <a:gd name="connsiteX0" fmla="*/ 7144 w 161925"/>
                <a:gd name="connsiteY0" fmla="*/ 7144 h 190500"/>
                <a:gd name="connsiteX1" fmla="*/ 23260 w 161925"/>
                <a:gd name="connsiteY1" fmla="*/ 128149 h 190500"/>
                <a:gd name="connsiteX2" fmla="*/ 163306 w 161925"/>
                <a:gd name="connsiteY2" fmla="*/ 186719 h 190500"/>
                <a:gd name="connsiteX3" fmla="*/ 147190 w 161925"/>
                <a:gd name="connsiteY3" fmla="*/ 65713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7144"/>
                  </a:moveTo>
                  <a:lnTo>
                    <a:pt x="23260" y="128149"/>
                  </a:lnTo>
                  <a:lnTo>
                    <a:pt x="163306" y="186719"/>
                  </a:lnTo>
                  <a:lnTo>
                    <a:pt x="147190" y="65713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43EFAA35-0B1E-44F8-A3C3-B2404A7308FA}"/>
                </a:ext>
              </a:extLst>
            </p:cNvPr>
            <p:cNvSpPr/>
            <p:nvPr/>
          </p:nvSpPr>
          <p:spPr>
            <a:xfrm>
              <a:off x="5701513" y="3863336"/>
              <a:ext cx="161925" cy="180975"/>
            </a:xfrm>
            <a:custGeom>
              <a:avLst/>
              <a:gdLst>
                <a:gd name="connsiteX0" fmla="*/ 7144 w 161925"/>
                <a:gd name="connsiteY0" fmla="*/ 124559 h 180975"/>
                <a:gd name="connsiteX1" fmla="*/ 147199 w 161925"/>
                <a:gd name="connsiteY1" fmla="*/ 183137 h 180975"/>
                <a:gd name="connsiteX2" fmla="*/ 156963 w 161925"/>
                <a:gd name="connsiteY2" fmla="*/ 65713 h 180975"/>
                <a:gd name="connsiteX3" fmla="*/ 16916 w 161925"/>
                <a:gd name="connsiteY3" fmla="*/ 7144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80975">
                  <a:moveTo>
                    <a:pt x="7144" y="124559"/>
                  </a:moveTo>
                  <a:lnTo>
                    <a:pt x="147199" y="183137"/>
                  </a:lnTo>
                  <a:lnTo>
                    <a:pt x="156963" y="65713"/>
                  </a:lnTo>
                  <a:lnTo>
                    <a:pt x="16916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3A818803-FCAF-4FE3-931A-7502AC956584}"/>
                </a:ext>
              </a:extLst>
            </p:cNvPr>
            <p:cNvSpPr/>
            <p:nvPr/>
          </p:nvSpPr>
          <p:spPr>
            <a:xfrm>
              <a:off x="5657117" y="4034329"/>
              <a:ext cx="257175" cy="361950"/>
            </a:xfrm>
            <a:custGeom>
              <a:avLst/>
              <a:gdLst>
                <a:gd name="connsiteX0" fmla="*/ 7144 w 257175"/>
                <a:gd name="connsiteY0" fmla="*/ 217465 h 361950"/>
                <a:gd name="connsiteX1" fmla="*/ 254794 w 257175"/>
                <a:gd name="connsiteY1" fmla="*/ 362055 h 361950"/>
                <a:gd name="connsiteX2" fmla="*/ 254794 w 257175"/>
                <a:gd name="connsiteY2" fmla="*/ 15174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65"/>
                  </a:moveTo>
                  <a:lnTo>
                    <a:pt x="254794" y="362055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E1EA55D8-4422-4F3C-B537-B3E845CF4C63}"/>
                </a:ext>
              </a:extLst>
            </p:cNvPr>
            <p:cNvSpPr/>
            <p:nvPr/>
          </p:nvSpPr>
          <p:spPr>
            <a:xfrm>
              <a:off x="5657117" y="4305868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766FF37-2473-44C4-A322-30A68A1F06A9}"/>
                </a:ext>
              </a:extLst>
            </p:cNvPr>
            <p:cNvSpPr/>
            <p:nvPr/>
          </p:nvSpPr>
          <p:spPr>
            <a:xfrm>
              <a:off x="5734079" y="3017897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42 w 104775"/>
                <a:gd name="connsiteY1" fmla="*/ 84830 h 85725"/>
                <a:gd name="connsiteX2" fmla="*/ 107042 w 104775"/>
                <a:gd name="connsiteY2" fmla="*/ 65589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42" y="84830"/>
                  </a:lnTo>
                  <a:lnTo>
                    <a:pt x="107042" y="6558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BDAE562C-1035-4602-8D12-249BF7C831B9}"/>
                </a:ext>
              </a:extLst>
            </p:cNvPr>
            <p:cNvSpPr/>
            <p:nvPr/>
          </p:nvSpPr>
          <p:spPr>
            <a:xfrm>
              <a:off x="5690588" y="3045605"/>
              <a:ext cx="133350" cy="104775"/>
            </a:xfrm>
            <a:custGeom>
              <a:avLst/>
              <a:gdLst>
                <a:gd name="connsiteX0" fmla="*/ 7144 w 133350"/>
                <a:gd name="connsiteY0" fmla="*/ 26403 h 104775"/>
                <a:gd name="connsiteX1" fmla="*/ 135398 w 133350"/>
                <a:gd name="connsiteY1" fmla="*/ 101432 h 104775"/>
                <a:gd name="connsiteX2" fmla="*/ 135398 w 133350"/>
                <a:gd name="connsiteY2" fmla="*/ 8218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403"/>
                  </a:moveTo>
                  <a:lnTo>
                    <a:pt x="135398" y="101432"/>
                  </a:lnTo>
                  <a:lnTo>
                    <a:pt x="135398" y="8218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10CA8FA6-CAAE-4671-A084-470160DCD62F}"/>
                </a:ext>
              </a:extLst>
            </p:cNvPr>
            <p:cNvSpPr/>
            <p:nvPr/>
          </p:nvSpPr>
          <p:spPr>
            <a:xfrm>
              <a:off x="5732222" y="3117433"/>
              <a:ext cx="152400" cy="114300"/>
            </a:xfrm>
            <a:custGeom>
              <a:avLst/>
              <a:gdLst>
                <a:gd name="connsiteX0" fmla="*/ 7144 w 152400"/>
                <a:gd name="connsiteY0" fmla="*/ 26413 h 114300"/>
                <a:gd name="connsiteX1" fmla="*/ 152924 w 152400"/>
                <a:gd name="connsiteY1" fmla="*/ 111690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13"/>
                  </a:moveTo>
                  <a:lnTo>
                    <a:pt x="152924" y="111690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E5EDFD44-6222-4F08-A94C-C9A98707409F}"/>
                </a:ext>
              </a:extLst>
            </p:cNvPr>
            <p:cNvSpPr/>
            <p:nvPr/>
          </p:nvSpPr>
          <p:spPr>
            <a:xfrm>
              <a:off x="5690588" y="3144332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5 w 104775"/>
                <a:gd name="connsiteY1" fmla="*/ 84096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5" y="84096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7A45806A-BD76-4000-AABE-51D832ABB768}"/>
                </a:ext>
              </a:extLst>
            </p:cNvPr>
            <p:cNvSpPr/>
            <p:nvPr/>
          </p:nvSpPr>
          <p:spPr>
            <a:xfrm>
              <a:off x="5808908" y="3213550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98 w 57150"/>
                <a:gd name="connsiteY1" fmla="*/ 56721 h 57150"/>
                <a:gd name="connsiteX2" fmla="*/ 58998 w 57150"/>
                <a:gd name="connsiteY2" fmla="*/ 3748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98" y="56721"/>
                  </a:lnTo>
                  <a:lnTo>
                    <a:pt x="58998" y="3748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1A8CCC0E-B210-473F-A6D7-B64443B75FE9}"/>
                </a:ext>
              </a:extLst>
            </p:cNvPr>
            <p:cNvSpPr/>
            <p:nvPr/>
          </p:nvSpPr>
          <p:spPr>
            <a:xfrm>
              <a:off x="5717934" y="4144486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81 h 114300"/>
                <a:gd name="connsiteX2" fmla="*/ 152924 w 152400"/>
                <a:gd name="connsiteY2" fmla="*/ 9242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81"/>
                  </a:lnTo>
                  <a:lnTo>
                    <a:pt x="152924" y="9242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DFEC7733-77EA-43C5-B7A2-E4DC2AFBE198}"/>
                </a:ext>
              </a:extLst>
            </p:cNvPr>
            <p:cNvSpPr/>
            <p:nvPr/>
          </p:nvSpPr>
          <p:spPr>
            <a:xfrm>
              <a:off x="5690588" y="4178528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75 w 104775"/>
                <a:gd name="connsiteY1" fmla="*/ 84086 h 85725"/>
                <a:gd name="connsiteX2" fmla="*/ 105775 w 104775"/>
                <a:gd name="connsiteY2" fmla="*/ 6483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75" y="84086"/>
                  </a:lnTo>
                  <a:lnTo>
                    <a:pt x="105775" y="6483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201A073-A0FE-4914-B5E4-322C8D3E28F5}"/>
                </a:ext>
              </a:extLst>
            </p:cNvPr>
            <p:cNvSpPr/>
            <p:nvPr/>
          </p:nvSpPr>
          <p:spPr>
            <a:xfrm>
              <a:off x="5808908" y="4247737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8998 w 57150"/>
                <a:gd name="connsiteY1" fmla="*/ 56721 h 57150"/>
                <a:gd name="connsiteX2" fmla="*/ 58998 w 57150"/>
                <a:gd name="connsiteY2" fmla="*/ 3748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8998" y="56721"/>
                  </a:lnTo>
                  <a:lnTo>
                    <a:pt x="58998" y="3748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0F3399E0-9B3D-46BB-9E75-DACB74ABF0E0}"/>
                </a:ext>
              </a:extLst>
            </p:cNvPr>
            <p:cNvSpPr/>
            <p:nvPr/>
          </p:nvSpPr>
          <p:spPr>
            <a:xfrm>
              <a:off x="5933866" y="3046691"/>
              <a:ext cx="257175" cy="485775"/>
            </a:xfrm>
            <a:custGeom>
              <a:avLst/>
              <a:gdLst>
                <a:gd name="connsiteX0" fmla="*/ 7144 w 257175"/>
                <a:gd name="connsiteY0" fmla="*/ 339071 h 485775"/>
                <a:gd name="connsiteX1" fmla="*/ 254794 w 257175"/>
                <a:gd name="connsiteY1" fmla="*/ 483660 h 485775"/>
                <a:gd name="connsiteX2" fmla="*/ 254794 w 257175"/>
                <a:gd name="connsiteY2" fmla="*/ 151733 h 485775"/>
                <a:gd name="connsiteX3" fmla="*/ 7144 w 257175"/>
                <a:gd name="connsiteY3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485775">
                  <a:moveTo>
                    <a:pt x="7144" y="339071"/>
                  </a:moveTo>
                  <a:lnTo>
                    <a:pt x="254794" y="483660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025F00BB-ED6C-406D-B8D0-B0621243CD1B}"/>
                </a:ext>
              </a:extLst>
            </p:cNvPr>
            <p:cNvSpPr/>
            <p:nvPr/>
          </p:nvSpPr>
          <p:spPr>
            <a:xfrm>
              <a:off x="5933866" y="3381295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A3A4E7D9-4DBB-48D6-9B4B-1E08CCCDE9FD}"/>
                </a:ext>
              </a:extLst>
            </p:cNvPr>
            <p:cNvSpPr/>
            <p:nvPr/>
          </p:nvSpPr>
          <p:spPr>
            <a:xfrm>
              <a:off x="5933866" y="3652824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55 h 361950"/>
                <a:gd name="connsiteX2" fmla="*/ 254794 w 257175"/>
                <a:gd name="connsiteY2" fmla="*/ 15174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55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4CA7239-94EF-43CC-B24D-EFEFF6AEC055}"/>
                </a:ext>
              </a:extLst>
            </p:cNvPr>
            <p:cNvSpPr/>
            <p:nvPr/>
          </p:nvSpPr>
          <p:spPr>
            <a:xfrm>
              <a:off x="5933866" y="3924363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55 h 361950"/>
                <a:gd name="connsiteX2" fmla="*/ 254794 w 257175"/>
                <a:gd name="connsiteY2" fmla="*/ 15174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55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064DB90-E9A0-44F4-977E-0046C4B5AD8B}"/>
                </a:ext>
              </a:extLst>
            </p:cNvPr>
            <p:cNvSpPr/>
            <p:nvPr/>
          </p:nvSpPr>
          <p:spPr>
            <a:xfrm>
              <a:off x="5933866" y="4195901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BE5DF89E-ACD4-4B5D-B8AF-79287AC3F4E4}"/>
                </a:ext>
              </a:extLst>
            </p:cNvPr>
            <p:cNvSpPr/>
            <p:nvPr/>
          </p:nvSpPr>
          <p:spPr>
            <a:xfrm>
              <a:off x="5933866" y="4467440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35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35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887F2007-2784-44AF-9617-8C3DBE0AE6AD}"/>
                </a:ext>
              </a:extLst>
            </p:cNvPr>
            <p:cNvSpPr/>
            <p:nvPr/>
          </p:nvSpPr>
          <p:spPr>
            <a:xfrm>
              <a:off x="6010828" y="3179470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52 w 104775"/>
                <a:gd name="connsiteY1" fmla="*/ 84830 h 85725"/>
                <a:gd name="connsiteX2" fmla="*/ 107052 w 104775"/>
                <a:gd name="connsiteY2" fmla="*/ 65589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52" y="84830"/>
                  </a:lnTo>
                  <a:lnTo>
                    <a:pt x="107052" y="6558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5AAE23A-6975-407E-8D96-E2B696B0479A}"/>
                </a:ext>
              </a:extLst>
            </p:cNvPr>
            <p:cNvSpPr/>
            <p:nvPr/>
          </p:nvSpPr>
          <p:spPr>
            <a:xfrm>
              <a:off x="5967337" y="3207178"/>
              <a:ext cx="133350" cy="104775"/>
            </a:xfrm>
            <a:custGeom>
              <a:avLst/>
              <a:gdLst>
                <a:gd name="connsiteX0" fmla="*/ 7144 w 133350"/>
                <a:gd name="connsiteY0" fmla="*/ 26403 h 104775"/>
                <a:gd name="connsiteX1" fmla="*/ 135417 w 133350"/>
                <a:gd name="connsiteY1" fmla="*/ 101422 h 104775"/>
                <a:gd name="connsiteX2" fmla="*/ 135417 w 133350"/>
                <a:gd name="connsiteY2" fmla="*/ 8218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403"/>
                  </a:moveTo>
                  <a:lnTo>
                    <a:pt x="135417" y="101422"/>
                  </a:lnTo>
                  <a:lnTo>
                    <a:pt x="135417" y="8218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887D933-66F7-45B3-A15C-7D9A005CE373}"/>
                </a:ext>
              </a:extLst>
            </p:cNvPr>
            <p:cNvSpPr/>
            <p:nvPr/>
          </p:nvSpPr>
          <p:spPr>
            <a:xfrm>
              <a:off x="6008980" y="3279006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33 w 152400"/>
                <a:gd name="connsiteY1" fmla="*/ 111690 h 114300"/>
                <a:gd name="connsiteX2" fmla="*/ 152933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33" y="111690"/>
                  </a:lnTo>
                  <a:lnTo>
                    <a:pt x="152933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AE6D988-33B3-4819-A1FB-CBF17F26F029}"/>
                </a:ext>
              </a:extLst>
            </p:cNvPr>
            <p:cNvSpPr/>
            <p:nvPr/>
          </p:nvSpPr>
          <p:spPr>
            <a:xfrm>
              <a:off x="5967337" y="3305895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5 w 104775"/>
                <a:gd name="connsiteY1" fmla="*/ 84096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5" y="84096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5F0408F-2527-48E1-9425-A2B0AB06C98B}"/>
                </a:ext>
              </a:extLst>
            </p:cNvPr>
            <p:cNvSpPr/>
            <p:nvPr/>
          </p:nvSpPr>
          <p:spPr>
            <a:xfrm>
              <a:off x="6085666" y="3375123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88 w 57150"/>
                <a:gd name="connsiteY1" fmla="*/ 56721 h 57150"/>
                <a:gd name="connsiteX2" fmla="*/ 58988 w 57150"/>
                <a:gd name="connsiteY2" fmla="*/ 37462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88" y="56721"/>
                  </a:lnTo>
                  <a:lnTo>
                    <a:pt x="58988" y="3746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D695DDC7-B4A8-4126-81DD-1B7910DA66A4}"/>
                </a:ext>
              </a:extLst>
            </p:cNvPr>
            <p:cNvSpPr/>
            <p:nvPr/>
          </p:nvSpPr>
          <p:spPr>
            <a:xfrm>
              <a:off x="6210625" y="3208264"/>
              <a:ext cx="257175" cy="485775"/>
            </a:xfrm>
            <a:custGeom>
              <a:avLst/>
              <a:gdLst>
                <a:gd name="connsiteX0" fmla="*/ 7144 w 257175"/>
                <a:gd name="connsiteY0" fmla="*/ 339071 h 485775"/>
                <a:gd name="connsiteX1" fmla="*/ 254794 w 257175"/>
                <a:gd name="connsiteY1" fmla="*/ 483660 h 485775"/>
                <a:gd name="connsiteX2" fmla="*/ 254794 w 257175"/>
                <a:gd name="connsiteY2" fmla="*/ 151733 h 485775"/>
                <a:gd name="connsiteX3" fmla="*/ 7144 w 257175"/>
                <a:gd name="connsiteY3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485775">
                  <a:moveTo>
                    <a:pt x="7144" y="339071"/>
                  </a:moveTo>
                  <a:lnTo>
                    <a:pt x="254794" y="483660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74C846E-5F2D-41A8-96D7-F42B875EC6E5}"/>
                </a:ext>
              </a:extLst>
            </p:cNvPr>
            <p:cNvSpPr/>
            <p:nvPr/>
          </p:nvSpPr>
          <p:spPr>
            <a:xfrm>
              <a:off x="6210625" y="3542858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55 h 361950"/>
                <a:gd name="connsiteX2" fmla="*/ 254794 w 257175"/>
                <a:gd name="connsiteY2" fmla="*/ 15174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55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75EDC3AE-084D-4792-BA7E-E758B519583B}"/>
                </a:ext>
              </a:extLst>
            </p:cNvPr>
            <p:cNvSpPr/>
            <p:nvPr/>
          </p:nvSpPr>
          <p:spPr>
            <a:xfrm>
              <a:off x="6210625" y="3814397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A13C9CA7-8906-4BC0-8FD9-3A0B69F78835}"/>
                </a:ext>
              </a:extLst>
            </p:cNvPr>
            <p:cNvSpPr/>
            <p:nvPr/>
          </p:nvSpPr>
          <p:spPr>
            <a:xfrm>
              <a:off x="6210625" y="4085935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D0425976-DFFA-481C-B025-9C21A5AF5BD8}"/>
                </a:ext>
              </a:extLst>
            </p:cNvPr>
            <p:cNvSpPr/>
            <p:nvPr/>
          </p:nvSpPr>
          <p:spPr>
            <a:xfrm>
              <a:off x="6210625" y="4357474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36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36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DAB7373D-9336-46B5-82A0-704C764E7A33}"/>
                </a:ext>
              </a:extLst>
            </p:cNvPr>
            <p:cNvSpPr/>
            <p:nvPr/>
          </p:nvSpPr>
          <p:spPr>
            <a:xfrm>
              <a:off x="6210625" y="4629003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B55810DC-1BDF-4128-9951-1A93378003ED}"/>
                </a:ext>
              </a:extLst>
            </p:cNvPr>
            <p:cNvSpPr/>
            <p:nvPr/>
          </p:nvSpPr>
          <p:spPr>
            <a:xfrm>
              <a:off x="6287587" y="3341033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42 w 104775"/>
                <a:gd name="connsiteY1" fmla="*/ 84839 h 85725"/>
                <a:gd name="connsiteX2" fmla="*/ 107042 w 104775"/>
                <a:gd name="connsiteY2" fmla="*/ 65589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42" y="84839"/>
                  </a:lnTo>
                  <a:lnTo>
                    <a:pt x="107042" y="6558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ADCD6BE-B582-4349-BEF7-E5F7254D85BC}"/>
                </a:ext>
              </a:extLst>
            </p:cNvPr>
            <p:cNvSpPr/>
            <p:nvPr/>
          </p:nvSpPr>
          <p:spPr>
            <a:xfrm>
              <a:off x="6244095" y="3368751"/>
              <a:ext cx="133350" cy="104775"/>
            </a:xfrm>
            <a:custGeom>
              <a:avLst/>
              <a:gdLst>
                <a:gd name="connsiteX0" fmla="*/ 7144 w 133350"/>
                <a:gd name="connsiteY0" fmla="*/ 26384 h 104775"/>
                <a:gd name="connsiteX1" fmla="*/ 135407 w 133350"/>
                <a:gd name="connsiteY1" fmla="*/ 101422 h 104775"/>
                <a:gd name="connsiteX2" fmla="*/ 135407 w 133350"/>
                <a:gd name="connsiteY2" fmla="*/ 8217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384"/>
                  </a:moveTo>
                  <a:lnTo>
                    <a:pt x="135407" y="101422"/>
                  </a:lnTo>
                  <a:lnTo>
                    <a:pt x="135407" y="8217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A6ED443D-A121-4020-9E1D-1FFCD36157A9}"/>
                </a:ext>
              </a:extLst>
            </p:cNvPr>
            <p:cNvSpPr/>
            <p:nvPr/>
          </p:nvSpPr>
          <p:spPr>
            <a:xfrm>
              <a:off x="6285739" y="3440579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0062280F-07E7-48D9-9445-947993E16C21}"/>
                </a:ext>
              </a:extLst>
            </p:cNvPr>
            <p:cNvSpPr/>
            <p:nvPr/>
          </p:nvSpPr>
          <p:spPr>
            <a:xfrm>
              <a:off x="6244095" y="3467468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6 w 104775"/>
                <a:gd name="connsiteY1" fmla="*/ 84096 h 85725"/>
                <a:gd name="connsiteX2" fmla="*/ 105776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6" y="84096"/>
                  </a:lnTo>
                  <a:lnTo>
                    <a:pt x="105776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DB26F71A-3F8D-4FA4-B86F-5EAEA2DCE4AF}"/>
                </a:ext>
              </a:extLst>
            </p:cNvPr>
            <p:cNvSpPr/>
            <p:nvPr/>
          </p:nvSpPr>
          <p:spPr>
            <a:xfrm>
              <a:off x="6362425" y="3536686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8988 w 57150"/>
                <a:gd name="connsiteY1" fmla="*/ 56731 h 57150"/>
                <a:gd name="connsiteX2" fmla="*/ 58988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8988" y="56731"/>
                  </a:lnTo>
                  <a:lnTo>
                    <a:pt x="58988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154C707C-1505-4F47-A887-396FC314CCCA}"/>
                </a:ext>
              </a:extLst>
            </p:cNvPr>
            <p:cNvSpPr/>
            <p:nvPr/>
          </p:nvSpPr>
          <p:spPr>
            <a:xfrm>
              <a:off x="6487383" y="3369836"/>
              <a:ext cx="257175" cy="485775"/>
            </a:xfrm>
            <a:custGeom>
              <a:avLst/>
              <a:gdLst>
                <a:gd name="connsiteX0" fmla="*/ 7144 w 257175"/>
                <a:gd name="connsiteY0" fmla="*/ 339061 h 485775"/>
                <a:gd name="connsiteX1" fmla="*/ 254794 w 257175"/>
                <a:gd name="connsiteY1" fmla="*/ 483660 h 485775"/>
                <a:gd name="connsiteX2" fmla="*/ 254794 w 257175"/>
                <a:gd name="connsiteY2" fmla="*/ 151733 h 485775"/>
                <a:gd name="connsiteX3" fmla="*/ 7144 w 257175"/>
                <a:gd name="connsiteY3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485775">
                  <a:moveTo>
                    <a:pt x="7144" y="339061"/>
                  </a:moveTo>
                  <a:lnTo>
                    <a:pt x="254794" y="483660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9DF2095E-FEE8-4A6E-8951-CDF8A5C4BE53}"/>
                </a:ext>
              </a:extLst>
            </p:cNvPr>
            <p:cNvSpPr/>
            <p:nvPr/>
          </p:nvSpPr>
          <p:spPr>
            <a:xfrm>
              <a:off x="6487383" y="3704430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C4824EA1-A4AC-4B94-A6BB-C61ADDA58959}"/>
                </a:ext>
              </a:extLst>
            </p:cNvPr>
            <p:cNvSpPr/>
            <p:nvPr/>
          </p:nvSpPr>
          <p:spPr>
            <a:xfrm>
              <a:off x="6487383" y="3975969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7719AC6-0DE0-4F43-B492-4385202E0662}"/>
                </a:ext>
              </a:extLst>
            </p:cNvPr>
            <p:cNvSpPr/>
            <p:nvPr/>
          </p:nvSpPr>
          <p:spPr>
            <a:xfrm>
              <a:off x="6487383" y="4247508"/>
              <a:ext cx="257175" cy="361950"/>
            </a:xfrm>
            <a:custGeom>
              <a:avLst/>
              <a:gdLst>
                <a:gd name="connsiteX0" fmla="*/ 7144 w 257175"/>
                <a:gd name="connsiteY0" fmla="*/ 217446 h 361950"/>
                <a:gd name="connsiteX1" fmla="*/ 254794 w 257175"/>
                <a:gd name="connsiteY1" fmla="*/ 362045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46"/>
                  </a:moveTo>
                  <a:lnTo>
                    <a:pt x="254794" y="362045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DC6E86CC-0DD1-43E4-AEED-C42310631D81}"/>
                </a:ext>
              </a:extLst>
            </p:cNvPr>
            <p:cNvSpPr/>
            <p:nvPr/>
          </p:nvSpPr>
          <p:spPr>
            <a:xfrm>
              <a:off x="6487383" y="4519037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243B1646-2BD0-4862-A90F-655506E146B0}"/>
                </a:ext>
              </a:extLst>
            </p:cNvPr>
            <p:cNvSpPr/>
            <p:nvPr/>
          </p:nvSpPr>
          <p:spPr>
            <a:xfrm>
              <a:off x="6487383" y="4790566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A3FE522B-29AF-4E20-9EA4-22F77D37EF40}"/>
                </a:ext>
              </a:extLst>
            </p:cNvPr>
            <p:cNvSpPr/>
            <p:nvPr/>
          </p:nvSpPr>
          <p:spPr>
            <a:xfrm>
              <a:off x="6564345" y="3502605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42 w 104775"/>
                <a:gd name="connsiteY1" fmla="*/ 84830 h 85725"/>
                <a:gd name="connsiteX2" fmla="*/ 107042 w 104775"/>
                <a:gd name="connsiteY2" fmla="*/ 65580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42" y="84830"/>
                  </a:lnTo>
                  <a:lnTo>
                    <a:pt x="107042" y="6558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AD262AB-5582-43F8-ACD8-440C7960FE92}"/>
                </a:ext>
              </a:extLst>
            </p:cNvPr>
            <p:cNvSpPr/>
            <p:nvPr/>
          </p:nvSpPr>
          <p:spPr>
            <a:xfrm>
              <a:off x="6520854" y="3530313"/>
              <a:ext cx="133350" cy="104775"/>
            </a:xfrm>
            <a:custGeom>
              <a:avLst/>
              <a:gdLst>
                <a:gd name="connsiteX0" fmla="*/ 7144 w 133350"/>
                <a:gd name="connsiteY0" fmla="*/ 26394 h 104775"/>
                <a:gd name="connsiteX1" fmla="*/ 135407 w 133350"/>
                <a:gd name="connsiteY1" fmla="*/ 101422 h 104775"/>
                <a:gd name="connsiteX2" fmla="*/ 135407 w 133350"/>
                <a:gd name="connsiteY2" fmla="*/ 8218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394"/>
                  </a:moveTo>
                  <a:lnTo>
                    <a:pt x="135407" y="101422"/>
                  </a:lnTo>
                  <a:lnTo>
                    <a:pt x="135407" y="8218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F38ADA7A-5EA2-47B0-9BE9-A5CE41EDDD4E}"/>
                </a:ext>
              </a:extLst>
            </p:cNvPr>
            <p:cNvSpPr/>
            <p:nvPr/>
          </p:nvSpPr>
          <p:spPr>
            <a:xfrm>
              <a:off x="6562487" y="3602141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D806725A-A8B4-450E-84F1-1337E1728624}"/>
                </a:ext>
              </a:extLst>
            </p:cNvPr>
            <p:cNvSpPr/>
            <p:nvPr/>
          </p:nvSpPr>
          <p:spPr>
            <a:xfrm>
              <a:off x="6520854" y="3629040"/>
              <a:ext cx="104775" cy="85725"/>
            </a:xfrm>
            <a:custGeom>
              <a:avLst/>
              <a:gdLst>
                <a:gd name="connsiteX0" fmla="*/ 7144 w 104775"/>
                <a:gd name="connsiteY0" fmla="*/ 26403 h 85725"/>
                <a:gd name="connsiteX1" fmla="*/ 105775 w 104775"/>
                <a:gd name="connsiteY1" fmla="*/ 84087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403"/>
                  </a:moveTo>
                  <a:lnTo>
                    <a:pt x="105775" y="84087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600E206B-D1EF-477A-8EF5-48C8CC31DDC1}"/>
                </a:ext>
              </a:extLst>
            </p:cNvPr>
            <p:cNvSpPr/>
            <p:nvPr/>
          </p:nvSpPr>
          <p:spPr>
            <a:xfrm>
              <a:off x="6639173" y="3698258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98 w 57150"/>
                <a:gd name="connsiteY1" fmla="*/ 56721 h 57150"/>
                <a:gd name="connsiteX2" fmla="*/ 58998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98" y="56721"/>
                  </a:lnTo>
                  <a:lnTo>
                    <a:pt x="58998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6775CBBA-254E-4AA2-9DA4-BA4D5424C1E4}"/>
                </a:ext>
              </a:extLst>
            </p:cNvPr>
            <p:cNvSpPr/>
            <p:nvPr/>
          </p:nvSpPr>
          <p:spPr>
            <a:xfrm>
              <a:off x="6764131" y="3531399"/>
              <a:ext cx="257175" cy="485775"/>
            </a:xfrm>
            <a:custGeom>
              <a:avLst/>
              <a:gdLst>
                <a:gd name="connsiteX0" fmla="*/ 7144 w 257175"/>
                <a:gd name="connsiteY0" fmla="*/ 339071 h 485775"/>
                <a:gd name="connsiteX1" fmla="*/ 254794 w 257175"/>
                <a:gd name="connsiteY1" fmla="*/ 483660 h 485775"/>
                <a:gd name="connsiteX2" fmla="*/ 254794 w 257175"/>
                <a:gd name="connsiteY2" fmla="*/ 151743 h 485775"/>
                <a:gd name="connsiteX3" fmla="*/ 7144 w 257175"/>
                <a:gd name="connsiteY3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485775">
                  <a:moveTo>
                    <a:pt x="7144" y="339071"/>
                  </a:moveTo>
                  <a:lnTo>
                    <a:pt x="254794" y="483660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89FBCAF-5095-44F3-8D99-C56A5BC0A4F4}"/>
                </a:ext>
              </a:extLst>
            </p:cNvPr>
            <p:cNvSpPr/>
            <p:nvPr/>
          </p:nvSpPr>
          <p:spPr>
            <a:xfrm>
              <a:off x="6764131" y="3866003"/>
              <a:ext cx="257175" cy="361950"/>
            </a:xfrm>
            <a:custGeom>
              <a:avLst/>
              <a:gdLst>
                <a:gd name="connsiteX0" fmla="*/ 7144 w 257175"/>
                <a:gd name="connsiteY0" fmla="*/ 21744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4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C929CD80-8CC4-4D0E-B527-B65184AEA84E}"/>
                </a:ext>
              </a:extLst>
            </p:cNvPr>
            <p:cNvSpPr/>
            <p:nvPr/>
          </p:nvSpPr>
          <p:spPr>
            <a:xfrm>
              <a:off x="6764131" y="4137532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55 h 361950"/>
                <a:gd name="connsiteX2" fmla="*/ 254794 w 257175"/>
                <a:gd name="connsiteY2" fmla="*/ 15174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55"/>
                  </a:lnTo>
                  <a:lnTo>
                    <a:pt x="254794" y="15174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5E698A8-3A26-4603-BE12-6CF8D7125895}"/>
                </a:ext>
              </a:extLst>
            </p:cNvPr>
            <p:cNvSpPr/>
            <p:nvPr/>
          </p:nvSpPr>
          <p:spPr>
            <a:xfrm>
              <a:off x="6764131" y="4409071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36 h 361950"/>
                <a:gd name="connsiteX2" fmla="*/ 254794 w 257175"/>
                <a:gd name="connsiteY2" fmla="*/ 151724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36"/>
                  </a:lnTo>
                  <a:lnTo>
                    <a:pt x="254794" y="15172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65E0BA1D-3D7A-4175-9E7A-70DD550EEB46}"/>
                </a:ext>
              </a:extLst>
            </p:cNvPr>
            <p:cNvSpPr/>
            <p:nvPr/>
          </p:nvSpPr>
          <p:spPr>
            <a:xfrm>
              <a:off x="6764131" y="4680600"/>
              <a:ext cx="257175" cy="361950"/>
            </a:xfrm>
            <a:custGeom>
              <a:avLst/>
              <a:gdLst>
                <a:gd name="connsiteX0" fmla="*/ 7144 w 257175"/>
                <a:gd name="connsiteY0" fmla="*/ 217465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65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ACF10F6-A501-4074-882A-6B0F9C58D30C}"/>
                </a:ext>
              </a:extLst>
            </p:cNvPr>
            <p:cNvSpPr/>
            <p:nvPr/>
          </p:nvSpPr>
          <p:spPr>
            <a:xfrm>
              <a:off x="6764131" y="4952139"/>
              <a:ext cx="257175" cy="361950"/>
            </a:xfrm>
            <a:custGeom>
              <a:avLst/>
              <a:gdLst>
                <a:gd name="connsiteX0" fmla="*/ 7144 w 257175"/>
                <a:gd name="connsiteY0" fmla="*/ 217456 h 361950"/>
                <a:gd name="connsiteX1" fmla="*/ 254794 w 257175"/>
                <a:gd name="connsiteY1" fmla="*/ 362045 h 361950"/>
                <a:gd name="connsiteX2" fmla="*/ 254794 w 257175"/>
                <a:gd name="connsiteY2" fmla="*/ 151733 h 361950"/>
                <a:gd name="connsiteX3" fmla="*/ 7144 w 257175"/>
                <a:gd name="connsiteY3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5" h="361950">
                  <a:moveTo>
                    <a:pt x="7144" y="217456"/>
                  </a:moveTo>
                  <a:lnTo>
                    <a:pt x="254794" y="362045"/>
                  </a:lnTo>
                  <a:lnTo>
                    <a:pt x="254794" y="151733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3A7EAE0-1865-4203-81DA-F58527897626}"/>
                </a:ext>
              </a:extLst>
            </p:cNvPr>
            <p:cNvSpPr/>
            <p:nvPr/>
          </p:nvSpPr>
          <p:spPr>
            <a:xfrm>
              <a:off x="6841094" y="3664178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7052 w 104775"/>
                <a:gd name="connsiteY1" fmla="*/ 84830 h 85725"/>
                <a:gd name="connsiteX2" fmla="*/ 107052 w 104775"/>
                <a:gd name="connsiteY2" fmla="*/ 65580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7052" y="84830"/>
                  </a:lnTo>
                  <a:lnTo>
                    <a:pt x="107052" y="6558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62CE3031-900A-4260-93D2-374CC578CFC4}"/>
                </a:ext>
              </a:extLst>
            </p:cNvPr>
            <p:cNvSpPr/>
            <p:nvPr/>
          </p:nvSpPr>
          <p:spPr>
            <a:xfrm>
              <a:off x="6797603" y="3691886"/>
              <a:ext cx="133350" cy="104775"/>
            </a:xfrm>
            <a:custGeom>
              <a:avLst/>
              <a:gdLst>
                <a:gd name="connsiteX0" fmla="*/ 7144 w 133350"/>
                <a:gd name="connsiteY0" fmla="*/ 26394 h 104775"/>
                <a:gd name="connsiteX1" fmla="*/ 135417 w 133350"/>
                <a:gd name="connsiteY1" fmla="*/ 101422 h 104775"/>
                <a:gd name="connsiteX2" fmla="*/ 135417 w 133350"/>
                <a:gd name="connsiteY2" fmla="*/ 82172 h 104775"/>
                <a:gd name="connsiteX3" fmla="*/ 7144 w 133350"/>
                <a:gd name="connsiteY3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104775">
                  <a:moveTo>
                    <a:pt x="7144" y="26394"/>
                  </a:moveTo>
                  <a:lnTo>
                    <a:pt x="135417" y="101422"/>
                  </a:lnTo>
                  <a:lnTo>
                    <a:pt x="135417" y="8217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98717C12-7AAE-48DF-99FD-66D712846E05}"/>
                </a:ext>
              </a:extLst>
            </p:cNvPr>
            <p:cNvSpPr/>
            <p:nvPr/>
          </p:nvSpPr>
          <p:spPr>
            <a:xfrm>
              <a:off x="6839246" y="3763714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33 w 152400"/>
                <a:gd name="connsiteY1" fmla="*/ 111681 h 114300"/>
                <a:gd name="connsiteX2" fmla="*/ 152933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33" y="111681"/>
                  </a:lnTo>
                  <a:lnTo>
                    <a:pt x="152933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4A7C98C0-09D9-4CFC-A562-F04B7AFAA741}"/>
                </a:ext>
              </a:extLst>
            </p:cNvPr>
            <p:cNvSpPr/>
            <p:nvPr/>
          </p:nvSpPr>
          <p:spPr>
            <a:xfrm>
              <a:off x="6797603" y="3790603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75 w 104775"/>
                <a:gd name="connsiteY1" fmla="*/ 84096 h 85725"/>
                <a:gd name="connsiteX2" fmla="*/ 10577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75" y="84096"/>
                  </a:lnTo>
                  <a:lnTo>
                    <a:pt x="10577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9683FBDE-0337-49F4-93B8-50987902A453}"/>
                </a:ext>
              </a:extLst>
            </p:cNvPr>
            <p:cNvSpPr/>
            <p:nvPr/>
          </p:nvSpPr>
          <p:spPr>
            <a:xfrm>
              <a:off x="6915931" y="3859831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88 w 57150"/>
                <a:gd name="connsiteY1" fmla="*/ 56721 h 57150"/>
                <a:gd name="connsiteX2" fmla="*/ 58988 w 57150"/>
                <a:gd name="connsiteY2" fmla="*/ 37462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88" y="56721"/>
                  </a:lnTo>
                  <a:lnTo>
                    <a:pt x="58988" y="3746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8F69404E-9874-422B-B970-4760DA6DBE0A}"/>
                </a:ext>
              </a:extLst>
            </p:cNvPr>
            <p:cNvSpPr/>
            <p:nvPr/>
          </p:nvSpPr>
          <p:spPr>
            <a:xfrm>
              <a:off x="6250963" y="3963730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34 w 152400"/>
                <a:gd name="connsiteY1" fmla="*/ 111681 h 114300"/>
                <a:gd name="connsiteX2" fmla="*/ 15293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34" y="111681"/>
                  </a:lnTo>
                  <a:lnTo>
                    <a:pt x="15293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F6BB804-980C-4F73-B2C9-E4CEC3589A36}"/>
                </a:ext>
              </a:extLst>
            </p:cNvPr>
            <p:cNvSpPr/>
            <p:nvPr/>
          </p:nvSpPr>
          <p:spPr>
            <a:xfrm>
              <a:off x="6325477" y="3957281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66 w 104775"/>
                <a:gd name="connsiteY1" fmla="*/ 84087 h 85725"/>
                <a:gd name="connsiteX2" fmla="*/ 105766 w 104775"/>
                <a:gd name="connsiteY2" fmla="*/ 64837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66" y="84087"/>
                  </a:lnTo>
                  <a:lnTo>
                    <a:pt x="105766" y="64837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9C23099-A5CB-4BC6-9115-C7E98EFEB698}"/>
                </a:ext>
              </a:extLst>
            </p:cNvPr>
            <p:cNvSpPr/>
            <p:nvPr/>
          </p:nvSpPr>
          <p:spPr>
            <a:xfrm>
              <a:off x="6253935" y="3915428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88 w 57150"/>
                <a:gd name="connsiteY1" fmla="*/ 56731 h 57150"/>
                <a:gd name="connsiteX2" fmla="*/ 58988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88" y="56731"/>
                  </a:lnTo>
                  <a:lnTo>
                    <a:pt x="58988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FCD7EA2B-CBE2-4C0E-A933-5D7C60649062}"/>
                </a:ext>
              </a:extLst>
            </p:cNvPr>
            <p:cNvSpPr/>
            <p:nvPr/>
          </p:nvSpPr>
          <p:spPr>
            <a:xfrm>
              <a:off x="6535617" y="4693183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8CC518AD-E6E6-49CB-8695-ECA5D654AE25}"/>
                </a:ext>
              </a:extLst>
            </p:cNvPr>
            <p:cNvSpPr/>
            <p:nvPr/>
          </p:nvSpPr>
          <p:spPr>
            <a:xfrm>
              <a:off x="6513643" y="4582188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34 w 152400"/>
                <a:gd name="connsiteY1" fmla="*/ 111690 h 114300"/>
                <a:gd name="connsiteX2" fmla="*/ 152934 w 152400"/>
                <a:gd name="connsiteY2" fmla="*/ 92440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34" y="111690"/>
                  </a:lnTo>
                  <a:lnTo>
                    <a:pt x="152934" y="9244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9B9D86D-8DFF-4FAB-8E8F-37C16BF77FEC}"/>
                </a:ext>
              </a:extLst>
            </p:cNvPr>
            <p:cNvSpPr/>
            <p:nvPr/>
          </p:nvSpPr>
          <p:spPr>
            <a:xfrm>
              <a:off x="6610112" y="4686734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85 w 104775"/>
                <a:gd name="connsiteY1" fmla="*/ 84096 h 85725"/>
                <a:gd name="connsiteX2" fmla="*/ 105785 w 104775"/>
                <a:gd name="connsiteY2" fmla="*/ 64846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85" y="84096"/>
                  </a:lnTo>
                  <a:lnTo>
                    <a:pt x="105785" y="6484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EA4C89D1-B1A6-45EC-A210-9E686FFD62E6}"/>
                </a:ext>
              </a:extLst>
            </p:cNvPr>
            <p:cNvSpPr/>
            <p:nvPr/>
          </p:nvSpPr>
          <p:spPr>
            <a:xfrm>
              <a:off x="6538580" y="4644881"/>
              <a:ext cx="57150" cy="57150"/>
            </a:xfrm>
            <a:custGeom>
              <a:avLst/>
              <a:gdLst>
                <a:gd name="connsiteX0" fmla="*/ 7144 w 57150"/>
                <a:gd name="connsiteY0" fmla="*/ 26403 h 57150"/>
                <a:gd name="connsiteX1" fmla="*/ 58998 w 57150"/>
                <a:gd name="connsiteY1" fmla="*/ 56731 h 57150"/>
                <a:gd name="connsiteX2" fmla="*/ 58998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403"/>
                  </a:moveTo>
                  <a:lnTo>
                    <a:pt x="58998" y="56731"/>
                  </a:lnTo>
                  <a:lnTo>
                    <a:pt x="58998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424964-F1AD-4C63-898A-ECAC8D20212A}"/>
                </a:ext>
              </a:extLst>
            </p:cNvPr>
            <p:cNvSpPr/>
            <p:nvPr/>
          </p:nvSpPr>
          <p:spPr>
            <a:xfrm>
              <a:off x="5982110" y="4632223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15 w 152400"/>
                <a:gd name="connsiteY1" fmla="*/ 111690 h 114300"/>
                <a:gd name="connsiteX2" fmla="*/ 152915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15" y="111690"/>
                  </a:lnTo>
                  <a:lnTo>
                    <a:pt x="152915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62E96751-EB26-4084-8955-6B8CE8534E16}"/>
                </a:ext>
              </a:extLst>
            </p:cNvPr>
            <p:cNvSpPr/>
            <p:nvPr/>
          </p:nvSpPr>
          <p:spPr>
            <a:xfrm>
              <a:off x="5960146" y="4521247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2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2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EF000DB-2A7A-457A-8444-8D2063DD5E6A}"/>
                </a:ext>
              </a:extLst>
            </p:cNvPr>
            <p:cNvSpPr/>
            <p:nvPr/>
          </p:nvSpPr>
          <p:spPr>
            <a:xfrm>
              <a:off x="6056605" y="4625784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84 w 104775"/>
                <a:gd name="connsiteY1" fmla="*/ 84087 h 85725"/>
                <a:gd name="connsiteX2" fmla="*/ 105784 w 104775"/>
                <a:gd name="connsiteY2" fmla="*/ 64827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84" y="84087"/>
                  </a:lnTo>
                  <a:lnTo>
                    <a:pt x="105784" y="64827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110EB178-DD65-489E-BA72-055D4ED1F74D}"/>
                </a:ext>
              </a:extLst>
            </p:cNvPr>
            <p:cNvSpPr/>
            <p:nvPr/>
          </p:nvSpPr>
          <p:spPr>
            <a:xfrm>
              <a:off x="5985073" y="4583931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88 w 57150"/>
                <a:gd name="connsiteY1" fmla="*/ 56722 h 57150"/>
                <a:gd name="connsiteX2" fmla="*/ 58988 w 57150"/>
                <a:gd name="connsiteY2" fmla="*/ 37472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88" y="56722"/>
                  </a:lnTo>
                  <a:lnTo>
                    <a:pt x="58988" y="3747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62CA41B-2669-4624-BD03-13FD7B30031C}"/>
                </a:ext>
              </a:extLst>
            </p:cNvPr>
            <p:cNvSpPr/>
            <p:nvPr/>
          </p:nvSpPr>
          <p:spPr>
            <a:xfrm>
              <a:off x="6815462" y="4042549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90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90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2914C95-8BD9-483F-BE85-6F9058639D5E}"/>
                </a:ext>
              </a:extLst>
            </p:cNvPr>
            <p:cNvSpPr/>
            <p:nvPr/>
          </p:nvSpPr>
          <p:spPr>
            <a:xfrm>
              <a:off x="6793497" y="3931564"/>
              <a:ext cx="152400" cy="114300"/>
            </a:xfrm>
            <a:custGeom>
              <a:avLst/>
              <a:gdLst>
                <a:gd name="connsiteX0" fmla="*/ 7144 w 152400"/>
                <a:gd name="connsiteY0" fmla="*/ 26394 h 114300"/>
                <a:gd name="connsiteX1" fmla="*/ 152924 w 152400"/>
                <a:gd name="connsiteY1" fmla="*/ 111681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394"/>
                  </a:moveTo>
                  <a:lnTo>
                    <a:pt x="152924" y="111681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75B795F-52AE-4A8E-8DAD-97D3BE844AAB}"/>
                </a:ext>
              </a:extLst>
            </p:cNvPr>
            <p:cNvSpPr/>
            <p:nvPr/>
          </p:nvSpPr>
          <p:spPr>
            <a:xfrm>
              <a:off x="6889957" y="4036100"/>
              <a:ext cx="104775" cy="85725"/>
            </a:xfrm>
            <a:custGeom>
              <a:avLst/>
              <a:gdLst>
                <a:gd name="connsiteX0" fmla="*/ 7144 w 104775"/>
                <a:gd name="connsiteY0" fmla="*/ 26394 h 85725"/>
                <a:gd name="connsiteX1" fmla="*/ 105785 w 104775"/>
                <a:gd name="connsiteY1" fmla="*/ 84096 h 85725"/>
                <a:gd name="connsiteX2" fmla="*/ 105785 w 104775"/>
                <a:gd name="connsiteY2" fmla="*/ 64837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94"/>
                  </a:moveTo>
                  <a:lnTo>
                    <a:pt x="105785" y="84096"/>
                  </a:lnTo>
                  <a:lnTo>
                    <a:pt x="105785" y="64837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9E408480-EDC2-462B-9995-A24876048512}"/>
                </a:ext>
              </a:extLst>
            </p:cNvPr>
            <p:cNvSpPr/>
            <p:nvPr/>
          </p:nvSpPr>
          <p:spPr>
            <a:xfrm>
              <a:off x="6818434" y="3994257"/>
              <a:ext cx="57150" cy="57150"/>
            </a:xfrm>
            <a:custGeom>
              <a:avLst/>
              <a:gdLst>
                <a:gd name="connsiteX0" fmla="*/ 7144 w 57150"/>
                <a:gd name="connsiteY0" fmla="*/ 26384 h 57150"/>
                <a:gd name="connsiteX1" fmla="*/ 58978 w 57150"/>
                <a:gd name="connsiteY1" fmla="*/ 56721 h 57150"/>
                <a:gd name="connsiteX2" fmla="*/ 58978 w 57150"/>
                <a:gd name="connsiteY2" fmla="*/ 37462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84"/>
                  </a:moveTo>
                  <a:lnTo>
                    <a:pt x="58978" y="56721"/>
                  </a:lnTo>
                  <a:lnTo>
                    <a:pt x="58978" y="37462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C6FDC81-EE41-424B-936E-E51AD5B6D4F7}"/>
                </a:ext>
              </a:extLst>
            </p:cNvPr>
            <p:cNvSpPr/>
            <p:nvPr/>
          </p:nvSpPr>
          <p:spPr>
            <a:xfrm>
              <a:off x="6799031" y="4554022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80 h 114300"/>
                <a:gd name="connsiteX2" fmla="*/ 152924 w 152400"/>
                <a:gd name="connsiteY2" fmla="*/ 92430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80"/>
                  </a:lnTo>
                  <a:lnTo>
                    <a:pt x="152924" y="9243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0CFFB0B-0B3E-4186-8595-CA88A7A7B5A7}"/>
                </a:ext>
              </a:extLst>
            </p:cNvPr>
            <p:cNvSpPr/>
            <p:nvPr/>
          </p:nvSpPr>
          <p:spPr>
            <a:xfrm>
              <a:off x="6777076" y="4443037"/>
              <a:ext cx="152400" cy="114300"/>
            </a:xfrm>
            <a:custGeom>
              <a:avLst/>
              <a:gdLst>
                <a:gd name="connsiteX0" fmla="*/ 7144 w 152400"/>
                <a:gd name="connsiteY0" fmla="*/ 26403 h 114300"/>
                <a:gd name="connsiteX1" fmla="*/ 152924 w 152400"/>
                <a:gd name="connsiteY1" fmla="*/ 111690 h 114300"/>
                <a:gd name="connsiteX2" fmla="*/ 152924 w 152400"/>
                <a:gd name="connsiteY2" fmla="*/ 92431 h 114300"/>
                <a:gd name="connsiteX3" fmla="*/ 7144 w 152400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14300">
                  <a:moveTo>
                    <a:pt x="7144" y="26403"/>
                  </a:moveTo>
                  <a:lnTo>
                    <a:pt x="152924" y="111690"/>
                  </a:lnTo>
                  <a:lnTo>
                    <a:pt x="152924" y="9243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36ECA18C-13EA-4E8F-B401-7EF6E2658CB5}"/>
                </a:ext>
              </a:extLst>
            </p:cNvPr>
            <p:cNvSpPr/>
            <p:nvPr/>
          </p:nvSpPr>
          <p:spPr>
            <a:xfrm>
              <a:off x="6873536" y="4547584"/>
              <a:ext cx="104775" cy="85725"/>
            </a:xfrm>
            <a:custGeom>
              <a:avLst/>
              <a:gdLst>
                <a:gd name="connsiteX0" fmla="*/ 7144 w 104775"/>
                <a:gd name="connsiteY0" fmla="*/ 26384 h 85725"/>
                <a:gd name="connsiteX1" fmla="*/ 105775 w 104775"/>
                <a:gd name="connsiteY1" fmla="*/ 84086 h 85725"/>
                <a:gd name="connsiteX2" fmla="*/ 105775 w 104775"/>
                <a:gd name="connsiteY2" fmla="*/ 64827 h 85725"/>
                <a:gd name="connsiteX3" fmla="*/ 7144 w 104775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85725">
                  <a:moveTo>
                    <a:pt x="7144" y="26384"/>
                  </a:moveTo>
                  <a:lnTo>
                    <a:pt x="105775" y="84086"/>
                  </a:lnTo>
                  <a:lnTo>
                    <a:pt x="105775" y="64827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799AA85-7176-4AEC-B8D4-26A42D5DF294}"/>
                </a:ext>
              </a:extLst>
            </p:cNvPr>
            <p:cNvSpPr/>
            <p:nvPr/>
          </p:nvSpPr>
          <p:spPr>
            <a:xfrm>
              <a:off x="6802003" y="4505731"/>
              <a:ext cx="57150" cy="57150"/>
            </a:xfrm>
            <a:custGeom>
              <a:avLst/>
              <a:gdLst>
                <a:gd name="connsiteX0" fmla="*/ 7144 w 57150"/>
                <a:gd name="connsiteY0" fmla="*/ 26394 h 57150"/>
                <a:gd name="connsiteX1" fmla="*/ 58988 w 57150"/>
                <a:gd name="connsiteY1" fmla="*/ 56721 h 57150"/>
                <a:gd name="connsiteX2" fmla="*/ 58988 w 57150"/>
                <a:gd name="connsiteY2" fmla="*/ 37471 h 57150"/>
                <a:gd name="connsiteX3" fmla="*/ 7144 w 57150"/>
                <a:gd name="connsiteY3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7144" y="26394"/>
                  </a:moveTo>
                  <a:lnTo>
                    <a:pt x="58988" y="56721"/>
                  </a:lnTo>
                  <a:lnTo>
                    <a:pt x="58988" y="3747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2E6502FE-EF42-4CCB-8963-E96897EDCAA5}"/>
                </a:ext>
              </a:extLst>
            </p:cNvPr>
            <p:cNvSpPr/>
            <p:nvPr/>
          </p:nvSpPr>
          <p:spPr>
            <a:xfrm>
              <a:off x="5990759" y="4283884"/>
              <a:ext cx="142875" cy="200025"/>
            </a:xfrm>
            <a:custGeom>
              <a:avLst/>
              <a:gdLst>
                <a:gd name="connsiteX0" fmla="*/ 7144 w 142875"/>
                <a:gd name="connsiteY0" fmla="*/ 7144 h 200025"/>
                <a:gd name="connsiteX1" fmla="*/ 11316 w 142875"/>
                <a:gd name="connsiteY1" fmla="*/ 129150 h 200025"/>
                <a:gd name="connsiteX2" fmla="*/ 144942 w 142875"/>
                <a:gd name="connsiteY2" fmla="*/ 201178 h 200025"/>
                <a:gd name="connsiteX3" fmla="*/ 140770 w 142875"/>
                <a:gd name="connsiteY3" fmla="*/ 7918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200025">
                  <a:moveTo>
                    <a:pt x="7144" y="7144"/>
                  </a:moveTo>
                  <a:lnTo>
                    <a:pt x="11316" y="129150"/>
                  </a:lnTo>
                  <a:lnTo>
                    <a:pt x="144942" y="201178"/>
                  </a:lnTo>
                  <a:lnTo>
                    <a:pt x="140770" y="79182"/>
                  </a:lnTo>
                  <a:close/>
                </a:path>
              </a:pathLst>
            </a:custGeom>
            <a:solidFill>
              <a:srgbClr val="09A8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75F284DB-8000-4A5B-83DA-5D6F5FE7CB60}"/>
                </a:ext>
              </a:extLst>
            </p:cNvPr>
            <p:cNvSpPr/>
            <p:nvPr/>
          </p:nvSpPr>
          <p:spPr>
            <a:xfrm>
              <a:off x="5969928" y="4275569"/>
              <a:ext cx="161925" cy="200025"/>
            </a:xfrm>
            <a:custGeom>
              <a:avLst/>
              <a:gdLst>
                <a:gd name="connsiteX0" fmla="*/ 7144 w 161925"/>
                <a:gd name="connsiteY0" fmla="*/ 123044 h 200025"/>
                <a:gd name="connsiteX1" fmla="*/ 140770 w 161925"/>
                <a:gd name="connsiteY1" fmla="*/ 195081 h 200025"/>
                <a:gd name="connsiteX2" fmla="*/ 162011 w 161925"/>
                <a:gd name="connsiteY2" fmla="*/ 79181 h 200025"/>
                <a:gd name="connsiteX3" fmla="*/ 28385 w 161925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200025">
                  <a:moveTo>
                    <a:pt x="7144" y="123044"/>
                  </a:moveTo>
                  <a:lnTo>
                    <a:pt x="140770" y="195081"/>
                  </a:lnTo>
                  <a:lnTo>
                    <a:pt x="162011" y="79181"/>
                  </a:lnTo>
                  <a:lnTo>
                    <a:pt x="28385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AB051CFC-F4AE-4A52-BF38-BC7C21B6937E}"/>
                </a:ext>
              </a:extLst>
            </p:cNvPr>
            <p:cNvSpPr/>
            <p:nvPr/>
          </p:nvSpPr>
          <p:spPr>
            <a:xfrm>
              <a:off x="6559506" y="3779849"/>
              <a:ext cx="142875" cy="228600"/>
            </a:xfrm>
            <a:custGeom>
              <a:avLst/>
              <a:gdLst>
                <a:gd name="connsiteX0" fmla="*/ 7144 w 142875"/>
                <a:gd name="connsiteY0" fmla="*/ 126121 h 228600"/>
                <a:gd name="connsiteX1" fmla="*/ 117777 w 142875"/>
                <a:gd name="connsiteY1" fmla="*/ 230057 h 228600"/>
                <a:gd name="connsiteX2" fmla="*/ 145104 w 142875"/>
                <a:gd name="connsiteY2" fmla="*/ 111081 h 228600"/>
                <a:gd name="connsiteX3" fmla="*/ 34461 w 142875"/>
                <a:gd name="connsiteY3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228600">
                  <a:moveTo>
                    <a:pt x="7144" y="126121"/>
                  </a:moveTo>
                  <a:lnTo>
                    <a:pt x="117777" y="230057"/>
                  </a:lnTo>
                  <a:lnTo>
                    <a:pt x="145104" y="111081"/>
                  </a:lnTo>
                  <a:lnTo>
                    <a:pt x="34461" y="71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CBC37D10-2126-49BB-A64A-E5BBA0EC92C6}"/>
                </a:ext>
              </a:extLst>
            </p:cNvPr>
            <p:cNvSpPr/>
            <p:nvPr/>
          </p:nvSpPr>
          <p:spPr>
            <a:xfrm>
              <a:off x="6539056" y="3771915"/>
              <a:ext cx="171450" cy="219075"/>
            </a:xfrm>
            <a:custGeom>
              <a:avLst/>
              <a:gdLst>
                <a:gd name="connsiteX0" fmla="*/ 7144 w 171450"/>
                <a:gd name="connsiteY0" fmla="*/ 113700 h 219075"/>
                <a:gd name="connsiteX1" fmla="*/ 117777 w 171450"/>
                <a:gd name="connsiteY1" fmla="*/ 217646 h 219075"/>
                <a:gd name="connsiteX2" fmla="*/ 168087 w 171450"/>
                <a:gd name="connsiteY2" fmla="*/ 111090 h 219075"/>
                <a:gd name="connsiteX3" fmla="*/ 57455 w 171450"/>
                <a:gd name="connsiteY3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450" h="219075">
                  <a:moveTo>
                    <a:pt x="7144" y="113700"/>
                  </a:moveTo>
                  <a:lnTo>
                    <a:pt x="117777" y="217646"/>
                  </a:lnTo>
                  <a:lnTo>
                    <a:pt x="168087" y="111090"/>
                  </a:lnTo>
                  <a:lnTo>
                    <a:pt x="57455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4E8C528-D6BE-45A6-A294-2FC85C9E68E6}"/>
                </a:ext>
              </a:extLst>
            </p:cNvPr>
            <p:cNvSpPr/>
            <p:nvPr/>
          </p:nvSpPr>
          <p:spPr>
            <a:xfrm>
              <a:off x="5555421" y="3952471"/>
              <a:ext cx="200025" cy="142875"/>
            </a:xfrm>
            <a:custGeom>
              <a:avLst/>
              <a:gdLst>
                <a:gd name="connsiteX0" fmla="*/ 129975 w 200025"/>
                <a:gd name="connsiteY0" fmla="*/ 98631 h 142875"/>
                <a:gd name="connsiteX1" fmla="*/ 79188 w 200025"/>
                <a:gd name="connsiteY1" fmla="*/ 54045 h 142875"/>
                <a:gd name="connsiteX2" fmla="*/ 23772 w 200025"/>
                <a:gd name="connsiteY2" fmla="*/ 22955 h 142875"/>
                <a:gd name="connsiteX3" fmla="*/ 22858 w 200025"/>
                <a:gd name="connsiteY3" fmla="*/ 23060 h 142875"/>
                <a:gd name="connsiteX4" fmla="*/ 18743 w 200025"/>
                <a:gd name="connsiteY4" fmla="*/ 64465 h 142875"/>
                <a:gd name="connsiteX5" fmla="*/ 153893 w 200025"/>
                <a:gd name="connsiteY5" fmla="*/ 126778 h 142875"/>
                <a:gd name="connsiteX6" fmla="*/ 159417 w 200025"/>
                <a:gd name="connsiteY6" fmla="*/ 118796 h 142875"/>
                <a:gd name="connsiteX7" fmla="*/ 161122 w 200025"/>
                <a:gd name="connsiteY7" fmla="*/ 116205 h 142875"/>
                <a:gd name="connsiteX8" fmla="*/ 163428 w 200025"/>
                <a:gd name="connsiteY8" fmla="*/ 112528 h 142875"/>
                <a:gd name="connsiteX9" fmla="*/ 167133 w 200025"/>
                <a:gd name="connsiteY9" fmla="*/ 106318 h 142875"/>
                <a:gd name="connsiteX10" fmla="*/ 169142 w 200025"/>
                <a:gd name="connsiteY10" fmla="*/ 102689 h 142875"/>
                <a:gd name="connsiteX11" fmla="*/ 196632 w 200025"/>
                <a:gd name="connsiteY11" fmla="*/ 13602 h 142875"/>
                <a:gd name="connsiteX12" fmla="*/ 172019 w 200025"/>
                <a:gd name="connsiteY12" fmla="*/ 7144 h 142875"/>
                <a:gd name="connsiteX13" fmla="*/ 129975 w 200025"/>
                <a:gd name="connsiteY13" fmla="*/ 9863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025" h="142875">
                  <a:moveTo>
                    <a:pt x="129975" y="98631"/>
                  </a:moveTo>
                  <a:cubicBezTo>
                    <a:pt x="129975" y="98631"/>
                    <a:pt x="101934" y="73990"/>
                    <a:pt x="79188" y="54045"/>
                  </a:cubicBezTo>
                  <a:cubicBezTo>
                    <a:pt x="58986" y="36328"/>
                    <a:pt x="36202" y="21269"/>
                    <a:pt x="23772" y="22955"/>
                  </a:cubicBezTo>
                  <a:cubicBezTo>
                    <a:pt x="23477" y="23003"/>
                    <a:pt x="23124" y="22974"/>
                    <a:pt x="22858" y="23060"/>
                  </a:cubicBezTo>
                  <a:cubicBezTo>
                    <a:pt x="14294" y="24879"/>
                    <a:pt x="-5403" y="40796"/>
                    <a:pt x="18743" y="64465"/>
                  </a:cubicBezTo>
                  <a:cubicBezTo>
                    <a:pt x="42879" y="88116"/>
                    <a:pt x="124251" y="167535"/>
                    <a:pt x="153893" y="126778"/>
                  </a:cubicBezTo>
                  <a:cubicBezTo>
                    <a:pt x="155798" y="124130"/>
                    <a:pt x="157665" y="121453"/>
                    <a:pt x="159417" y="118796"/>
                  </a:cubicBezTo>
                  <a:cubicBezTo>
                    <a:pt x="160017" y="117958"/>
                    <a:pt x="160560" y="117072"/>
                    <a:pt x="161122" y="116205"/>
                  </a:cubicBezTo>
                  <a:cubicBezTo>
                    <a:pt x="161913" y="114986"/>
                    <a:pt x="162656" y="113776"/>
                    <a:pt x="163428" y="112528"/>
                  </a:cubicBezTo>
                  <a:cubicBezTo>
                    <a:pt x="164723" y="110442"/>
                    <a:pt x="165961" y="108366"/>
                    <a:pt x="167133" y="106318"/>
                  </a:cubicBezTo>
                  <a:cubicBezTo>
                    <a:pt x="167838" y="105080"/>
                    <a:pt x="168523" y="103880"/>
                    <a:pt x="169142" y="102689"/>
                  </a:cubicBezTo>
                  <a:cubicBezTo>
                    <a:pt x="174267" y="93383"/>
                    <a:pt x="196470" y="14650"/>
                    <a:pt x="196632" y="13602"/>
                  </a:cubicBezTo>
                  <a:lnTo>
                    <a:pt x="172019" y="7144"/>
                  </a:lnTo>
                  <a:lnTo>
                    <a:pt x="129975" y="98631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0CB4C3DC-3C58-4499-913C-C6AB9B4FAF22}"/>
                </a:ext>
              </a:extLst>
            </p:cNvPr>
            <p:cNvSpPr/>
            <p:nvPr/>
          </p:nvSpPr>
          <p:spPr>
            <a:xfrm>
              <a:off x="5708849" y="3896393"/>
              <a:ext cx="57150" cy="76200"/>
            </a:xfrm>
            <a:custGeom>
              <a:avLst/>
              <a:gdLst>
                <a:gd name="connsiteX0" fmla="*/ 43985 w 57150"/>
                <a:gd name="connsiteY0" fmla="*/ 16340 h 76200"/>
                <a:gd name="connsiteX1" fmla="*/ 41023 w 57150"/>
                <a:gd name="connsiteY1" fmla="*/ 25408 h 76200"/>
                <a:gd name="connsiteX2" fmla="*/ 45643 w 57150"/>
                <a:gd name="connsiteY2" fmla="*/ 37209 h 76200"/>
                <a:gd name="connsiteX3" fmla="*/ 40242 w 57150"/>
                <a:gd name="connsiteY3" fmla="*/ 45286 h 76200"/>
                <a:gd name="connsiteX4" fmla="*/ 33993 w 57150"/>
                <a:gd name="connsiteY4" fmla="*/ 35590 h 76200"/>
                <a:gd name="connsiteX5" fmla="*/ 32641 w 57150"/>
                <a:gd name="connsiteY5" fmla="*/ 12901 h 76200"/>
                <a:gd name="connsiteX6" fmla="*/ 23897 w 57150"/>
                <a:gd name="connsiteY6" fmla="*/ 10139 h 76200"/>
                <a:gd name="connsiteX7" fmla="*/ 7866 w 57150"/>
                <a:gd name="connsiteY7" fmla="*/ 27522 h 76200"/>
                <a:gd name="connsiteX8" fmla="*/ 17715 w 57150"/>
                <a:gd name="connsiteY8" fmla="*/ 65136 h 76200"/>
                <a:gd name="connsiteX9" fmla="*/ 42671 w 57150"/>
                <a:gd name="connsiteY9" fmla="*/ 71461 h 76200"/>
                <a:gd name="connsiteX10" fmla="*/ 44337 w 57150"/>
                <a:gd name="connsiteY10" fmla="*/ 64775 h 76200"/>
                <a:gd name="connsiteX11" fmla="*/ 55730 w 57150"/>
                <a:gd name="connsiteY11" fmla="*/ 43448 h 76200"/>
                <a:gd name="connsiteX12" fmla="*/ 54196 w 57150"/>
                <a:gd name="connsiteY12" fmla="*/ 32580 h 76200"/>
                <a:gd name="connsiteX13" fmla="*/ 43985 w 57150"/>
                <a:gd name="connsiteY13" fmla="*/ 1634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150" h="76200">
                  <a:moveTo>
                    <a:pt x="43985" y="16340"/>
                  </a:moveTo>
                  <a:cubicBezTo>
                    <a:pt x="41042" y="17340"/>
                    <a:pt x="39375" y="22160"/>
                    <a:pt x="41023" y="25408"/>
                  </a:cubicBezTo>
                  <a:cubicBezTo>
                    <a:pt x="41604" y="26513"/>
                    <a:pt x="45643" y="37209"/>
                    <a:pt x="45643" y="37209"/>
                  </a:cubicBezTo>
                  <a:cubicBezTo>
                    <a:pt x="45643" y="37209"/>
                    <a:pt x="42499" y="44524"/>
                    <a:pt x="40242" y="45286"/>
                  </a:cubicBezTo>
                  <a:cubicBezTo>
                    <a:pt x="39670" y="45467"/>
                    <a:pt x="34775" y="39809"/>
                    <a:pt x="33993" y="35590"/>
                  </a:cubicBezTo>
                  <a:cubicBezTo>
                    <a:pt x="32603" y="28456"/>
                    <a:pt x="32641" y="12901"/>
                    <a:pt x="32641" y="12901"/>
                  </a:cubicBezTo>
                  <a:cubicBezTo>
                    <a:pt x="32641" y="12901"/>
                    <a:pt x="32717" y="2052"/>
                    <a:pt x="23897" y="10139"/>
                  </a:cubicBezTo>
                  <a:cubicBezTo>
                    <a:pt x="15048" y="18159"/>
                    <a:pt x="11867" y="17378"/>
                    <a:pt x="7866" y="27522"/>
                  </a:cubicBezTo>
                  <a:cubicBezTo>
                    <a:pt x="3875" y="37714"/>
                    <a:pt x="17715" y="49916"/>
                    <a:pt x="17715" y="65136"/>
                  </a:cubicBezTo>
                  <a:lnTo>
                    <a:pt x="42671" y="71461"/>
                  </a:lnTo>
                  <a:lnTo>
                    <a:pt x="44337" y="64775"/>
                  </a:lnTo>
                  <a:cubicBezTo>
                    <a:pt x="44337" y="64775"/>
                    <a:pt x="54596" y="48934"/>
                    <a:pt x="55730" y="43448"/>
                  </a:cubicBezTo>
                  <a:cubicBezTo>
                    <a:pt x="56797" y="37924"/>
                    <a:pt x="54196" y="32580"/>
                    <a:pt x="54196" y="32580"/>
                  </a:cubicBezTo>
                  <a:lnTo>
                    <a:pt x="43985" y="16340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4C27F58C-DF0B-499E-9611-547BFC6F501D}"/>
                </a:ext>
              </a:extLst>
            </p:cNvPr>
            <p:cNvSpPr/>
            <p:nvPr/>
          </p:nvSpPr>
          <p:spPr>
            <a:xfrm>
              <a:off x="5434997" y="4581918"/>
              <a:ext cx="323850" cy="209550"/>
            </a:xfrm>
            <a:custGeom>
              <a:avLst/>
              <a:gdLst>
                <a:gd name="connsiteX0" fmla="*/ 308093 w 323850"/>
                <a:gd name="connsiteY0" fmla="*/ 107855 h 209550"/>
                <a:gd name="connsiteX1" fmla="*/ 134633 w 323850"/>
                <a:gd name="connsiteY1" fmla="*/ 10395 h 209550"/>
                <a:gd name="connsiteX2" fmla="*/ 109726 w 323850"/>
                <a:gd name="connsiteY2" fmla="*/ 10414 h 209550"/>
                <a:gd name="connsiteX3" fmla="*/ 20057 w 323850"/>
                <a:gd name="connsiteY3" fmla="*/ 60992 h 209550"/>
                <a:gd name="connsiteX4" fmla="*/ 20105 w 323850"/>
                <a:gd name="connsiteY4" fmla="*/ 105245 h 209550"/>
                <a:gd name="connsiteX5" fmla="*/ 193555 w 323850"/>
                <a:gd name="connsiteY5" fmla="*/ 202715 h 209550"/>
                <a:gd name="connsiteX6" fmla="*/ 218463 w 323850"/>
                <a:gd name="connsiteY6" fmla="*/ 202686 h 209550"/>
                <a:gd name="connsiteX7" fmla="*/ 308131 w 323850"/>
                <a:gd name="connsiteY7" fmla="*/ 152108 h 209550"/>
                <a:gd name="connsiteX8" fmla="*/ 308093 w 323850"/>
                <a:gd name="connsiteY8" fmla="*/ 10785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0" h="209550">
                  <a:moveTo>
                    <a:pt x="308093" y="107855"/>
                  </a:moveTo>
                  <a:lnTo>
                    <a:pt x="134633" y="10395"/>
                  </a:lnTo>
                  <a:cubicBezTo>
                    <a:pt x="126890" y="6052"/>
                    <a:pt x="117450" y="6062"/>
                    <a:pt x="109726" y="10414"/>
                  </a:cubicBezTo>
                  <a:lnTo>
                    <a:pt x="20057" y="60992"/>
                  </a:lnTo>
                  <a:cubicBezTo>
                    <a:pt x="2827" y="70717"/>
                    <a:pt x="2836" y="95549"/>
                    <a:pt x="20105" y="105245"/>
                  </a:cubicBezTo>
                  <a:lnTo>
                    <a:pt x="193555" y="202715"/>
                  </a:lnTo>
                  <a:cubicBezTo>
                    <a:pt x="201299" y="207058"/>
                    <a:pt x="210738" y="207048"/>
                    <a:pt x="218463" y="202686"/>
                  </a:cubicBezTo>
                  <a:lnTo>
                    <a:pt x="308131" y="152108"/>
                  </a:lnTo>
                  <a:cubicBezTo>
                    <a:pt x="325372" y="142383"/>
                    <a:pt x="325343" y="117561"/>
                    <a:pt x="308093" y="107855"/>
                  </a:cubicBezTo>
                  <a:close/>
                </a:path>
              </a:pathLst>
            </a:custGeom>
            <a:solidFill>
              <a:srgbClr val="D1D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9468F54B-1029-4D7E-B132-6FC3E6B842E1}"/>
                </a:ext>
              </a:extLst>
            </p:cNvPr>
            <p:cNvSpPr/>
            <p:nvPr/>
          </p:nvSpPr>
          <p:spPr>
            <a:xfrm>
              <a:off x="5522834" y="4327948"/>
              <a:ext cx="104775" cy="352425"/>
            </a:xfrm>
            <a:custGeom>
              <a:avLst/>
              <a:gdLst>
                <a:gd name="connsiteX0" fmla="*/ 11535 w 104775"/>
                <a:gd name="connsiteY0" fmla="*/ 19639 h 352425"/>
                <a:gd name="connsiteX1" fmla="*/ 34604 w 104775"/>
                <a:gd name="connsiteY1" fmla="*/ 134244 h 352425"/>
                <a:gd name="connsiteX2" fmla="*/ 17459 w 104775"/>
                <a:gd name="connsiteY2" fmla="*/ 219473 h 352425"/>
                <a:gd name="connsiteX3" fmla="*/ 7144 w 104775"/>
                <a:gd name="connsiteY3" fmla="*/ 304770 h 352425"/>
                <a:gd name="connsiteX4" fmla="*/ 30032 w 104775"/>
                <a:gd name="connsiteY4" fmla="*/ 329364 h 352425"/>
                <a:gd name="connsiteX5" fmla="*/ 57417 w 104775"/>
                <a:gd name="connsiteY5" fmla="*/ 349404 h 352425"/>
                <a:gd name="connsiteX6" fmla="*/ 65942 w 104775"/>
                <a:gd name="connsiteY6" fmla="*/ 335574 h 352425"/>
                <a:gd name="connsiteX7" fmla="*/ 47692 w 104775"/>
                <a:gd name="connsiteY7" fmla="*/ 296902 h 352425"/>
                <a:gd name="connsiteX8" fmla="*/ 90316 w 104775"/>
                <a:gd name="connsiteY8" fmla="*/ 110136 h 352425"/>
                <a:gd name="connsiteX9" fmla="*/ 100060 w 104775"/>
                <a:gd name="connsiteY9" fmla="*/ 19630 h 352425"/>
                <a:gd name="connsiteX10" fmla="*/ 11535 w 104775"/>
                <a:gd name="connsiteY10" fmla="*/ 1963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75" h="352425">
                  <a:moveTo>
                    <a:pt x="11535" y="19639"/>
                  </a:moveTo>
                  <a:cubicBezTo>
                    <a:pt x="11535" y="19639"/>
                    <a:pt x="34604" y="105336"/>
                    <a:pt x="34604" y="134244"/>
                  </a:cubicBezTo>
                  <a:cubicBezTo>
                    <a:pt x="34604" y="155980"/>
                    <a:pt x="18526" y="170715"/>
                    <a:pt x="17459" y="219473"/>
                  </a:cubicBezTo>
                  <a:cubicBezTo>
                    <a:pt x="16402" y="268222"/>
                    <a:pt x="15783" y="294759"/>
                    <a:pt x="7144" y="304770"/>
                  </a:cubicBezTo>
                  <a:cubicBezTo>
                    <a:pt x="7144" y="304770"/>
                    <a:pt x="19250" y="317257"/>
                    <a:pt x="30032" y="329364"/>
                  </a:cubicBezTo>
                  <a:cubicBezTo>
                    <a:pt x="37672" y="337936"/>
                    <a:pt x="44710" y="359834"/>
                    <a:pt x="57417" y="349404"/>
                  </a:cubicBezTo>
                  <a:cubicBezTo>
                    <a:pt x="61170" y="346337"/>
                    <a:pt x="70352" y="337584"/>
                    <a:pt x="65942" y="335574"/>
                  </a:cubicBezTo>
                  <a:cubicBezTo>
                    <a:pt x="56169" y="331135"/>
                    <a:pt x="49321" y="310752"/>
                    <a:pt x="47692" y="296902"/>
                  </a:cubicBezTo>
                  <a:cubicBezTo>
                    <a:pt x="45625" y="279443"/>
                    <a:pt x="90945" y="153589"/>
                    <a:pt x="90316" y="110136"/>
                  </a:cubicBezTo>
                  <a:cubicBezTo>
                    <a:pt x="90202" y="102049"/>
                    <a:pt x="103042" y="25411"/>
                    <a:pt x="100060" y="19630"/>
                  </a:cubicBezTo>
                  <a:cubicBezTo>
                    <a:pt x="87078" y="-5669"/>
                    <a:pt x="24336" y="14448"/>
                    <a:pt x="11535" y="19639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2FA11D9-7C22-416F-B277-6AAC465EB45A}"/>
                </a:ext>
              </a:extLst>
            </p:cNvPr>
            <p:cNvSpPr/>
            <p:nvPr/>
          </p:nvSpPr>
          <p:spPr>
            <a:xfrm>
              <a:off x="5514907" y="4618745"/>
              <a:ext cx="114300" cy="85725"/>
            </a:xfrm>
            <a:custGeom>
              <a:avLst/>
              <a:gdLst>
                <a:gd name="connsiteX0" fmla="*/ 111264 w 114300"/>
                <a:gd name="connsiteY0" fmla="*/ 50378 h 85725"/>
                <a:gd name="connsiteX1" fmla="*/ 73869 w 114300"/>
                <a:gd name="connsiteY1" fmla="*/ 44777 h 85725"/>
                <a:gd name="connsiteX2" fmla="*/ 49951 w 114300"/>
                <a:gd name="connsiteY2" fmla="*/ 51921 h 85725"/>
                <a:gd name="connsiteX3" fmla="*/ 18909 w 114300"/>
                <a:gd name="connsiteY3" fmla="*/ 7144 h 85725"/>
                <a:gd name="connsiteX4" fmla="*/ 8803 w 114300"/>
                <a:gd name="connsiteY4" fmla="*/ 41529 h 85725"/>
                <a:gd name="connsiteX5" fmla="*/ 14080 w 114300"/>
                <a:gd name="connsiteY5" fmla="*/ 79810 h 85725"/>
                <a:gd name="connsiteX6" fmla="*/ 21996 w 114300"/>
                <a:gd name="connsiteY6" fmla="*/ 81477 h 85725"/>
                <a:gd name="connsiteX7" fmla="*/ 22329 w 114300"/>
                <a:gd name="connsiteY7" fmla="*/ 49787 h 85725"/>
                <a:gd name="connsiteX8" fmla="*/ 51123 w 114300"/>
                <a:gd name="connsiteY8" fmla="*/ 76105 h 85725"/>
                <a:gd name="connsiteX9" fmla="*/ 67944 w 114300"/>
                <a:gd name="connsiteY9" fmla="*/ 81991 h 85725"/>
                <a:gd name="connsiteX10" fmla="*/ 113845 w 114300"/>
                <a:gd name="connsiteY10" fmla="*/ 55331 h 85725"/>
                <a:gd name="connsiteX11" fmla="*/ 111264 w 114300"/>
                <a:gd name="connsiteY11" fmla="*/ 50378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300" h="85725">
                  <a:moveTo>
                    <a:pt x="111264" y="50378"/>
                  </a:moveTo>
                  <a:cubicBezTo>
                    <a:pt x="93547" y="45225"/>
                    <a:pt x="73869" y="44777"/>
                    <a:pt x="73869" y="44777"/>
                  </a:cubicBezTo>
                  <a:cubicBezTo>
                    <a:pt x="73869" y="44777"/>
                    <a:pt x="68715" y="67304"/>
                    <a:pt x="49951" y="51921"/>
                  </a:cubicBezTo>
                  <a:cubicBezTo>
                    <a:pt x="32349" y="37472"/>
                    <a:pt x="29225" y="11725"/>
                    <a:pt x="18909" y="7144"/>
                  </a:cubicBezTo>
                  <a:cubicBezTo>
                    <a:pt x="18766" y="7182"/>
                    <a:pt x="1898" y="14545"/>
                    <a:pt x="8803" y="41529"/>
                  </a:cubicBezTo>
                  <a:cubicBezTo>
                    <a:pt x="13937" y="61579"/>
                    <a:pt x="14299" y="80724"/>
                    <a:pt x="14080" y="79810"/>
                  </a:cubicBezTo>
                  <a:cubicBezTo>
                    <a:pt x="14080" y="79810"/>
                    <a:pt x="17014" y="84125"/>
                    <a:pt x="21996" y="81477"/>
                  </a:cubicBezTo>
                  <a:lnTo>
                    <a:pt x="22329" y="49787"/>
                  </a:lnTo>
                  <a:cubicBezTo>
                    <a:pt x="22329" y="49787"/>
                    <a:pt x="39893" y="61474"/>
                    <a:pt x="51123" y="76105"/>
                  </a:cubicBezTo>
                  <a:cubicBezTo>
                    <a:pt x="55190" y="81401"/>
                    <a:pt x="61296" y="82610"/>
                    <a:pt x="67944" y="81991"/>
                  </a:cubicBezTo>
                  <a:cubicBezTo>
                    <a:pt x="95928" y="79381"/>
                    <a:pt x="112998" y="56798"/>
                    <a:pt x="113845" y="55331"/>
                  </a:cubicBezTo>
                  <a:cubicBezTo>
                    <a:pt x="115045" y="53254"/>
                    <a:pt x="113464" y="51025"/>
                    <a:pt x="111264" y="50378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D0D68302-77D9-4D9C-AFA4-86DB1A031FB9}"/>
                </a:ext>
              </a:extLst>
            </p:cNvPr>
            <p:cNvSpPr/>
            <p:nvPr/>
          </p:nvSpPr>
          <p:spPr>
            <a:xfrm>
              <a:off x="5591014" y="4369341"/>
              <a:ext cx="104775" cy="352425"/>
            </a:xfrm>
            <a:custGeom>
              <a:avLst/>
              <a:gdLst>
                <a:gd name="connsiteX0" fmla="*/ 11535 w 104775"/>
                <a:gd name="connsiteY0" fmla="*/ 19632 h 352425"/>
                <a:gd name="connsiteX1" fmla="*/ 34595 w 104775"/>
                <a:gd name="connsiteY1" fmla="*/ 134247 h 352425"/>
                <a:gd name="connsiteX2" fmla="*/ 17459 w 104775"/>
                <a:gd name="connsiteY2" fmla="*/ 219476 h 352425"/>
                <a:gd name="connsiteX3" fmla="*/ 7144 w 104775"/>
                <a:gd name="connsiteY3" fmla="*/ 304773 h 352425"/>
                <a:gd name="connsiteX4" fmla="*/ 30032 w 104775"/>
                <a:gd name="connsiteY4" fmla="*/ 329366 h 352425"/>
                <a:gd name="connsiteX5" fmla="*/ 57417 w 104775"/>
                <a:gd name="connsiteY5" fmla="*/ 349407 h 352425"/>
                <a:gd name="connsiteX6" fmla="*/ 65951 w 104775"/>
                <a:gd name="connsiteY6" fmla="*/ 335567 h 352425"/>
                <a:gd name="connsiteX7" fmla="*/ 47683 w 104775"/>
                <a:gd name="connsiteY7" fmla="*/ 296905 h 352425"/>
                <a:gd name="connsiteX8" fmla="*/ 90326 w 104775"/>
                <a:gd name="connsiteY8" fmla="*/ 110139 h 352425"/>
                <a:gd name="connsiteX9" fmla="*/ 100060 w 104775"/>
                <a:gd name="connsiteY9" fmla="*/ 19623 h 352425"/>
                <a:gd name="connsiteX10" fmla="*/ 11535 w 104775"/>
                <a:gd name="connsiteY10" fmla="*/ 19632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75" h="352425">
                  <a:moveTo>
                    <a:pt x="11535" y="19632"/>
                  </a:moveTo>
                  <a:cubicBezTo>
                    <a:pt x="11535" y="19632"/>
                    <a:pt x="34595" y="105338"/>
                    <a:pt x="34595" y="134247"/>
                  </a:cubicBezTo>
                  <a:cubicBezTo>
                    <a:pt x="34595" y="155973"/>
                    <a:pt x="18517" y="170718"/>
                    <a:pt x="17459" y="219476"/>
                  </a:cubicBezTo>
                  <a:cubicBezTo>
                    <a:pt x="16402" y="268225"/>
                    <a:pt x="15783" y="294762"/>
                    <a:pt x="7144" y="304773"/>
                  </a:cubicBezTo>
                  <a:cubicBezTo>
                    <a:pt x="7144" y="304773"/>
                    <a:pt x="19260" y="317260"/>
                    <a:pt x="30032" y="329366"/>
                  </a:cubicBezTo>
                  <a:cubicBezTo>
                    <a:pt x="37672" y="337939"/>
                    <a:pt x="44711" y="359827"/>
                    <a:pt x="57417" y="349407"/>
                  </a:cubicBezTo>
                  <a:cubicBezTo>
                    <a:pt x="61170" y="346330"/>
                    <a:pt x="70361" y="337577"/>
                    <a:pt x="65951" y="335567"/>
                  </a:cubicBezTo>
                  <a:cubicBezTo>
                    <a:pt x="56169" y="331138"/>
                    <a:pt x="49321" y="310754"/>
                    <a:pt x="47683" y="296905"/>
                  </a:cubicBezTo>
                  <a:cubicBezTo>
                    <a:pt x="45615" y="279446"/>
                    <a:pt x="90945" y="153582"/>
                    <a:pt x="90326" y="110139"/>
                  </a:cubicBezTo>
                  <a:cubicBezTo>
                    <a:pt x="90202" y="102052"/>
                    <a:pt x="103041" y="25414"/>
                    <a:pt x="100060" y="19623"/>
                  </a:cubicBezTo>
                  <a:cubicBezTo>
                    <a:pt x="87078" y="-5666"/>
                    <a:pt x="24336" y="14451"/>
                    <a:pt x="11535" y="19632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A1FCCE63-581C-45E9-B2F2-F04426B4917A}"/>
                </a:ext>
              </a:extLst>
            </p:cNvPr>
            <p:cNvSpPr/>
            <p:nvPr/>
          </p:nvSpPr>
          <p:spPr>
            <a:xfrm>
              <a:off x="5583090" y="4660140"/>
              <a:ext cx="114300" cy="85725"/>
            </a:xfrm>
            <a:custGeom>
              <a:avLst/>
              <a:gdLst>
                <a:gd name="connsiteX0" fmla="*/ 111270 w 114300"/>
                <a:gd name="connsiteY0" fmla="*/ 50378 h 85725"/>
                <a:gd name="connsiteX1" fmla="*/ 73875 w 114300"/>
                <a:gd name="connsiteY1" fmla="*/ 44777 h 85725"/>
                <a:gd name="connsiteX2" fmla="*/ 49957 w 114300"/>
                <a:gd name="connsiteY2" fmla="*/ 51921 h 85725"/>
                <a:gd name="connsiteX3" fmla="*/ 18915 w 114300"/>
                <a:gd name="connsiteY3" fmla="*/ 7144 h 85725"/>
                <a:gd name="connsiteX4" fmla="*/ 8800 w 114300"/>
                <a:gd name="connsiteY4" fmla="*/ 41538 h 85725"/>
                <a:gd name="connsiteX5" fmla="*/ 14086 w 114300"/>
                <a:gd name="connsiteY5" fmla="*/ 79810 h 85725"/>
                <a:gd name="connsiteX6" fmla="*/ 21992 w 114300"/>
                <a:gd name="connsiteY6" fmla="*/ 81477 h 85725"/>
                <a:gd name="connsiteX7" fmla="*/ 22325 w 114300"/>
                <a:gd name="connsiteY7" fmla="*/ 49797 h 85725"/>
                <a:gd name="connsiteX8" fmla="*/ 51120 w 114300"/>
                <a:gd name="connsiteY8" fmla="*/ 76114 h 85725"/>
                <a:gd name="connsiteX9" fmla="*/ 67941 w 114300"/>
                <a:gd name="connsiteY9" fmla="*/ 81991 h 85725"/>
                <a:gd name="connsiteX10" fmla="*/ 113851 w 114300"/>
                <a:gd name="connsiteY10" fmla="*/ 55331 h 85725"/>
                <a:gd name="connsiteX11" fmla="*/ 111270 w 114300"/>
                <a:gd name="connsiteY11" fmla="*/ 50378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300" h="85725">
                  <a:moveTo>
                    <a:pt x="111270" y="50378"/>
                  </a:moveTo>
                  <a:cubicBezTo>
                    <a:pt x="93544" y="45225"/>
                    <a:pt x="73875" y="44777"/>
                    <a:pt x="73875" y="44777"/>
                  </a:cubicBezTo>
                  <a:cubicBezTo>
                    <a:pt x="73875" y="44777"/>
                    <a:pt x="68703" y="67313"/>
                    <a:pt x="49957" y="51921"/>
                  </a:cubicBezTo>
                  <a:cubicBezTo>
                    <a:pt x="32346" y="37471"/>
                    <a:pt x="29221" y="11725"/>
                    <a:pt x="18915" y="7144"/>
                  </a:cubicBezTo>
                  <a:cubicBezTo>
                    <a:pt x="18763" y="7182"/>
                    <a:pt x="1904" y="14545"/>
                    <a:pt x="8800" y="41538"/>
                  </a:cubicBezTo>
                  <a:cubicBezTo>
                    <a:pt x="13934" y="61589"/>
                    <a:pt x="14305" y="80734"/>
                    <a:pt x="14086" y="79810"/>
                  </a:cubicBezTo>
                  <a:cubicBezTo>
                    <a:pt x="14086" y="79810"/>
                    <a:pt x="17020" y="84125"/>
                    <a:pt x="21992" y="81477"/>
                  </a:cubicBezTo>
                  <a:lnTo>
                    <a:pt x="22325" y="49797"/>
                  </a:lnTo>
                  <a:cubicBezTo>
                    <a:pt x="22325" y="49797"/>
                    <a:pt x="39889" y="61474"/>
                    <a:pt x="51120" y="76114"/>
                  </a:cubicBezTo>
                  <a:cubicBezTo>
                    <a:pt x="55187" y="81401"/>
                    <a:pt x="61301" y="82610"/>
                    <a:pt x="67941" y="81991"/>
                  </a:cubicBezTo>
                  <a:cubicBezTo>
                    <a:pt x="95925" y="79391"/>
                    <a:pt x="112994" y="56798"/>
                    <a:pt x="113851" y="55331"/>
                  </a:cubicBezTo>
                  <a:cubicBezTo>
                    <a:pt x="115051" y="53254"/>
                    <a:pt x="113460" y="51025"/>
                    <a:pt x="111270" y="50378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8806ED89-4AA2-4838-B4F8-B7F46795666A}"/>
                </a:ext>
              </a:extLst>
            </p:cNvPr>
            <p:cNvSpPr/>
            <p:nvPr/>
          </p:nvSpPr>
          <p:spPr>
            <a:xfrm>
              <a:off x="5535808" y="4147962"/>
              <a:ext cx="152400" cy="228600"/>
            </a:xfrm>
            <a:custGeom>
              <a:avLst/>
              <a:gdLst>
                <a:gd name="connsiteX0" fmla="*/ 25126 w 152400"/>
                <a:gd name="connsiteY0" fmla="*/ 7144 h 228600"/>
                <a:gd name="connsiteX1" fmla="*/ 25097 w 152400"/>
                <a:gd name="connsiteY1" fmla="*/ 7153 h 228600"/>
                <a:gd name="connsiteX2" fmla="*/ 25269 w 152400"/>
                <a:gd name="connsiteY2" fmla="*/ 113643 h 228600"/>
                <a:gd name="connsiteX3" fmla="*/ 35594 w 152400"/>
                <a:gd name="connsiteY3" fmla="*/ 221990 h 228600"/>
                <a:gd name="connsiteX4" fmla="*/ 145827 w 152400"/>
                <a:gd name="connsiteY4" fmla="*/ 79629 h 228600"/>
                <a:gd name="connsiteX5" fmla="*/ 126472 w 152400"/>
                <a:gd name="connsiteY5" fmla="*/ 23384 h 228600"/>
                <a:gd name="connsiteX6" fmla="*/ 25126 w 152400"/>
                <a:gd name="connsiteY6" fmla="*/ 714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0" h="228600">
                  <a:moveTo>
                    <a:pt x="25126" y="7144"/>
                  </a:moveTo>
                  <a:lnTo>
                    <a:pt x="25097" y="7153"/>
                  </a:lnTo>
                  <a:cubicBezTo>
                    <a:pt x="25097" y="23736"/>
                    <a:pt x="-15412" y="56379"/>
                    <a:pt x="25269" y="113643"/>
                  </a:cubicBezTo>
                  <a:cubicBezTo>
                    <a:pt x="38928" y="132855"/>
                    <a:pt x="35594" y="221990"/>
                    <a:pt x="35594" y="221990"/>
                  </a:cubicBezTo>
                  <a:cubicBezTo>
                    <a:pt x="80743" y="179061"/>
                    <a:pt x="145827" y="79629"/>
                    <a:pt x="145827" y="79629"/>
                  </a:cubicBezTo>
                  <a:cubicBezTo>
                    <a:pt x="144131" y="54711"/>
                    <a:pt x="126472" y="23384"/>
                    <a:pt x="126472" y="23384"/>
                  </a:cubicBezTo>
                  <a:cubicBezTo>
                    <a:pt x="82885" y="64389"/>
                    <a:pt x="25602" y="7563"/>
                    <a:pt x="25126" y="7144"/>
                  </a:cubicBez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4340D4A7-18BB-43F5-B3D7-B93FC19B66D2}"/>
                </a:ext>
              </a:extLst>
            </p:cNvPr>
            <p:cNvSpPr/>
            <p:nvPr/>
          </p:nvSpPr>
          <p:spPr>
            <a:xfrm>
              <a:off x="5532446" y="3971312"/>
              <a:ext cx="161925" cy="219075"/>
            </a:xfrm>
            <a:custGeom>
              <a:avLst/>
              <a:gdLst>
                <a:gd name="connsiteX0" fmla="*/ 114774 w 161925"/>
                <a:gd name="connsiteY0" fmla="*/ 38709 h 219075"/>
                <a:gd name="connsiteX1" fmla="*/ 71207 w 161925"/>
                <a:gd name="connsiteY1" fmla="*/ 12753 h 219075"/>
                <a:gd name="connsiteX2" fmla="*/ 51147 w 161925"/>
                <a:gd name="connsiteY2" fmla="*/ 7390 h 219075"/>
                <a:gd name="connsiteX3" fmla="*/ 25325 w 161925"/>
                <a:gd name="connsiteY3" fmla="*/ 14430 h 219075"/>
                <a:gd name="connsiteX4" fmla="*/ 28459 w 161925"/>
                <a:gd name="connsiteY4" fmla="*/ 183784 h 219075"/>
                <a:gd name="connsiteX5" fmla="*/ 129862 w 161925"/>
                <a:gd name="connsiteY5" fmla="*/ 200024 h 219075"/>
                <a:gd name="connsiteX6" fmla="*/ 137196 w 161925"/>
                <a:gd name="connsiteY6" fmla="*/ 137073 h 219075"/>
                <a:gd name="connsiteX7" fmla="*/ 156389 w 161925"/>
                <a:gd name="connsiteY7" fmla="*/ 110242 h 219075"/>
                <a:gd name="connsiteX8" fmla="*/ 114774 w 161925"/>
                <a:gd name="connsiteY8" fmla="*/ 38709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925" h="219075">
                  <a:moveTo>
                    <a:pt x="114774" y="38709"/>
                  </a:moveTo>
                  <a:cubicBezTo>
                    <a:pt x="87533" y="23716"/>
                    <a:pt x="71207" y="12753"/>
                    <a:pt x="71207" y="12753"/>
                  </a:cubicBezTo>
                  <a:cubicBezTo>
                    <a:pt x="71207" y="12753"/>
                    <a:pt x="62139" y="8419"/>
                    <a:pt x="51147" y="7390"/>
                  </a:cubicBezTo>
                  <a:cubicBezTo>
                    <a:pt x="42603" y="6533"/>
                    <a:pt x="32840" y="7686"/>
                    <a:pt x="25325" y="14430"/>
                  </a:cubicBezTo>
                  <a:cubicBezTo>
                    <a:pt x="-17337" y="52749"/>
                    <a:pt x="28459" y="146798"/>
                    <a:pt x="28459" y="183784"/>
                  </a:cubicBezTo>
                  <a:cubicBezTo>
                    <a:pt x="28459" y="183784"/>
                    <a:pt x="86038" y="241267"/>
                    <a:pt x="129862" y="200024"/>
                  </a:cubicBezTo>
                  <a:lnTo>
                    <a:pt x="137196" y="137073"/>
                  </a:lnTo>
                  <a:cubicBezTo>
                    <a:pt x="137196" y="137073"/>
                    <a:pt x="156389" y="131959"/>
                    <a:pt x="156389" y="110242"/>
                  </a:cubicBezTo>
                  <a:cubicBezTo>
                    <a:pt x="156370" y="88267"/>
                    <a:pt x="132748" y="48596"/>
                    <a:pt x="114774" y="38709"/>
                  </a:cubicBezTo>
                  <a:close/>
                </a:path>
              </a:pathLst>
            </a:custGeom>
            <a:solidFill>
              <a:srgbClr val="D1E7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96BA8D24-04D5-4D92-ADAB-9D58B06BF367}"/>
                </a:ext>
              </a:extLst>
            </p:cNvPr>
            <p:cNvSpPr/>
            <p:nvPr/>
          </p:nvSpPr>
          <p:spPr>
            <a:xfrm>
              <a:off x="5614157" y="3993667"/>
              <a:ext cx="200025" cy="142875"/>
            </a:xfrm>
            <a:custGeom>
              <a:avLst/>
              <a:gdLst>
                <a:gd name="connsiteX0" fmla="*/ 129980 w 200025"/>
                <a:gd name="connsiteY0" fmla="*/ 103870 h 142875"/>
                <a:gd name="connsiteX1" fmla="*/ 79184 w 200025"/>
                <a:gd name="connsiteY1" fmla="*/ 59284 h 142875"/>
                <a:gd name="connsiteX2" fmla="*/ 23767 w 200025"/>
                <a:gd name="connsiteY2" fmla="*/ 28185 h 142875"/>
                <a:gd name="connsiteX3" fmla="*/ 22862 w 200025"/>
                <a:gd name="connsiteY3" fmla="*/ 28299 h 142875"/>
                <a:gd name="connsiteX4" fmla="*/ 18738 w 200025"/>
                <a:gd name="connsiteY4" fmla="*/ 69694 h 142875"/>
                <a:gd name="connsiteX5" fmla="*/ 153888 w 200025"/>
                <a:gd name="connsiteY5" fmla="*/ 132017 h 142875"/>
                <a:gd name="connsiteX6" fmla="*/ 159422 w 200025"/>
                <a:gd name="connsiteY6" fmla="*/ 124035 h 142875"/>
                <a:gd name="connsiteX7" fmla="*/ 161118 w 200025"/>
                <a:gd name="connsiteY7" fmla="*/ 121444 h 142875"/>
                <a:gd name="connsiteX8" fmla="*/ 163423 w 200025"/>
                <a:gd name="connsiteY8" fmla="*/ 117767 h 142875"/>
                <a:gd name="connsiteX9" fmla="*/ 167128 w 200025"/>
                <a:gd name="connsiteY9" fmla="*/ 111547 h 142875"/>
                <a:gd name="connsiteX10" fmla="*/ 169138 w 200025"/>
                <a:gd name="connsiteY10" fmla="*/ 107918 h 142875"/>
                <a:gd name="connsiteX11" fmla="*/ 199875 w 200025"/>
                <a:gd name="connsiteY11" fmla="*/ 7144 h 142875"/>
                <a:gd name="connsiteX12" fmla="*/ 172014 w 200025"/>
                <a:gd name="connsiteY12" fmla="*/ 12392 h 142875"/>
                <a:gd name="connsiteX13" fmla="*/ 129980 w 200025"/>
                <a:gd name="connsiteY13" fmla="*/ 103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025" h="142875">
                  <a:moveTo>
                    <a:pt x="129980" y="103870"/>
                  </a:moveTo>
                  <a:cubicBezTo>
                    <a:pt x="129980" y="103870"/>
                    <a:pt x="101930" y="79219"/>
                    <a:pt x="79184" y="59284"/>
                  </a:cubicBezTo>
                  <a:cubicBezTo>
                    <a:pt x="58981" y="41567"/>
                    <a:pt x="36198" y="26499"/>
                    <a:pt x="23767" y="28185"/>
                  </a:cubicBezTo>
                  <a:cubicBezTo>
                    <a:pt x="23462" y="28242"/>
                    <a:pt x="23119" y="28213"/>
                    <a:pt x="22862" y="28299"/>
                  </a:cubicBezTo>
                  <a:cubicBezTo>
                    <a:pt x="14290" y="30118"/>
                    <a:pt x="-5398" y="46025"/>
                    <a:pt x="18738" y="69694"/>
                  </a:cubicBezTo>
                  <a:cubicBezTo>
                    <a:pt x="42884" y="93354"/>
                    <a:pt x="124246" y="172774"/>
                    <a:pt x="153888" y="132017"/>
                  </a:cubicBezTo>
                  <a:cubicBezTo>
                    <a:pt x="155793" y="129369"/>
                    <a:pt x="157660" y="126692"/>
                    <a:pt x="159422" y="124035"/>
                  </a:cubicBezTo>
                  <a:cubicBezTo>
                    <a:pt x="160013" y="123187"/>
                    <a:pt x="160546" y="122311"/>
                    <a:pt x="161118" y="121444"/>
                  </a:cubicBezTo>
                  <a:cubicBezTo>
                    <a:pt x="161908" y="120225"/>
                    <a:pt x="162651" y="119015"/>
                    <a:pt x="163423" y="117767"/>
                  </a:cubicBezTo>
                  <a:cubicBezTo>
                    <a:pt x="164709" y="115681"/>
                    <a:pt x="165956" y="113605"/>
                    <a:pt x="167128" y="111547"/>
                  </a:cubicBezTo>
                  <a:cubicBezTo>
                    <a:pt x="167833" y="110319"/>
                    <a:pt x="168519" y="109118"/>
                    <a:pt x="169138" y="107918"/>
                  </a:cubicBezTo>
                  <a:cubicBezTo>
                    <a:pt x="174262" y="98612"/>
                    <a:pt x="199713" y="8182"/>
                    <a:pt x="199875" y="7144"/>
                  </a:cubicBezTo>
                  <a:lnTo>
                    <a:pt x="172014" y="12392"/>
                  </a:lnTo>
                  <a:lnTo>
                    <a:pt x="129980" y="103870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DAF377FA-C155-410C-AA80-E4E3B087704F}"/>
                </a:ext>
              </a:extLst>
            </p:cNvPr>
            <p:cNvSpPr/>
            <p:nvPr/>
          </p:nvSpPr>
          <p:spPr>
            <a:xfrm>
              <a:off x="5612498" y="4014448"/>
              <a:ext cx="57150" cy="57150"/>
            </a:xfrm>
            <a:custGeom>
              <a:avLst/>
              <a:gdLst>
                <a:gd name="connsiteX0" fmla="*/ 24522 w 57150"/>
                <a:gd name="connsiteY0" fmla="*/ 7517 h 57150"/>
                <a:gd name="connsiteX1" fmla="*/ 19131 w 57150"/>
                <a:gd name="connsiteY1" fmla="*/ 52295 h 57150"/>
                <a:gd name="connsiteX2" fmla="*/ 22751 w 57150"/>
                <a:gd name="connsiteY2" fmla="*/ 24643 h 57150"/>
                <a:gd name="connsiteX3" fmla="*/ 54468 w 57150"/>
                <a:gd name="connsiteY3" fmla="*/ 13709 h 57150"/>
                <a:gd name="connsiteX4" fmla="*/ 24522 w 57150"/>
                <a:gd name="connsiteY4" fmla="*/ 751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24522" y="7517"/>
                  </a:moveTo>
                  <a:cubicBezTo>
                    <a:pt x="11758" y="9603"/>
                    <a:pt x="-4368" y="28873"/>
                    <a:pt x="19131" y="52295"/>
                  </a:cubicBezTo>
                  <a:cubicBezTo>
                    <a:pt x="15931" y="45284"/>
                    <a:pt x="16940" y="32978"/>
                    <a:pt x="22751" y="24643"/>
                  </a:cubicBezTo>
                  <a:cubicBezTo>
                    <a:pt x="29361" y="15166"/>
                    <a:pt x="45839" y="11956"/>
                    <a:pt x="54468" y="13709"/>
                  </a:cubicBezTo>
                  <a:cubicBezTo>
                    <a:pt x="45829" y="8841"/>
                    <a:pt x="33161" y="6098"/>
                    <a:pt x="24522" y="7517"/>
                  </a:cubicBez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13E5A481-2EED-4853-80E1-539F476A3821}"/>
                </a:ext>
              </a:extLst>
            </p:cNvPr>
            <p:cNvSpPr/>
            <p:nvPr/>
          </p:nvSpPr>
          <p:spPr>
            <a:xfrm>
              <a:off x="5569401" y="3843238"/>
              <a:ext cx="114300" cy="152400"/>
            </a:xfrm>
            <a:custGeom>
              <a:avLst/>
              <a:gdLst>
                <a:gd name="connsiteX0" fmla="*/ 115128 w 114300"/>
                <a:gd name="connsiteY0" fmla="*/ 46015 h 152400"/>
                <a:gd name="connsiteX1" fmla="*/ 60884 w 114300"/>
                <a:gd name="connsiteY1" fmla="*/ 7144 h 152400"/>
                <a:gd name="connsiteX2" fmla="*/ 7144 w 114300"/>
                <a:gd name="connsiteY2" fmla="*/ 60903 h 152400"/>
                <a:gd name="connsiteX3" fmla="*/ 7182 w 114300"/>
                <a:gd name="connsiteY3" fmla="*/ 61808 h 152400"/>
                <a:gd name="connsiteX4" fmla="*/ 7144 w 114300"/>
                <a:gd name="connsiteY4" fmla="*/ 61808 h 152400"/>
                <a:gd name="connsiteX5" fmla="*/ 7144 w 114300"/>
                <a:gd name="connsiteY5" fmla="*/ 91726 h 152400"/>
                <a:gd name="connsiteX6" fmla="*/ 74219 w 114300"/>
                <a:gd name="connsiteY6" fmla="*/ 147057 h 152400"/>
                <a:gd name="connsiteX7" fmla="*/ 84039 w 114300"/>
                <a:gd name="connsiteY7" fmla="*/ 143466 h 152400"/>
                <a:gd name="connsiteX8" fmla="*/ 116224 w 114300"/>
                <a:gd name="connsiteY8" fmla="*/ 77124 h 152400"/>
                <a:gd name="connsiteX9" fmla="*/ 115128 w 114300"/>
                <a:gd name="connsiteY9" fmla="*/ 4601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300" h="152400">
                  <a:moveTo>
                    <a:pt x="115128" y="46015"/>
                  </a:moveTo>
                  <a:cubicBezTo>
                    <a:pt x="110823" y="19364"/>
                    <a:pt x="88516" y="7144"/>
                    <a:pt x="60884" y="7144"/>
                  </a:cubicBezTo>
                  <a:cubicBezTo>
                    <a:pt x="31213" y="7144"/>
                    <a:pt x="7144" y="31214"/>
                    <a:pt x="7144" y="60903"/>
                  </a:cubicBezTo>
                  <a:cubicBezTo>
                    <a:pt x="7144" y="61208"/>
                    <a:pt x="7182" y="61503"/>
                    <a:pt x="7182" y="61808"/>
                  </a:cubicBezTo>
                  <a:lnTo>
                    <a:pt x="7144" y="61808"/>
                  </a:lnTo>
                  <a:lnTo>
                    <a:pt x="7144" y="91726"/>
                  </a:lnTo>
                  <a:cubicBezTo>
                    <a:pt x="7144" y="114119"/>
                    <a:pt x="67342" y="147314"/>
                    <a:pt x="74219" y="147057"/>
                  </a:cubicBezTo>
                  <a:cubicBezTo>
                    <a:pt x="77791" y="146933"/>
                    <a:pt x="81239" y="145704"/>
                    <a:pt x="84039" y="143466"/>
                  </a:cubicBezTo>
                  <a:cubicBezTo>
                    <a:pt x="102518" y="128711"/>
                    <a:pt x="119634" y="98612"/>
                    <a:pt x="116224" y="77124"/>
                  </a:cubicBezTo>
                  <a:cubicBezTo>
                    <a:pt x="114215" y="64465"/>
                    <a:pt x="116681" y="55569"/>
                    <a:pt x="115128" y="4601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C95E473-7074-4D35-BBAA-118A21171D3A}"/>
                </a:ext>
              </a:extLst>
            </p:cNvPr>
            <p:cNvSpPr/>
            <p:nvPr/>
          </p:nvSpPr>
          <p:spPr>
            <a:xfrm>
              <a:off x="5534590" y="3818264"/>
              <a:ext cx="152400" cy="342900"/>
            </a:xfrm>
            <a:custGeom>
              <a:avLst/>
              <a:gdLst>
                <a:gd name="connsiteX0" fmla="*/ 117041 w 152400"/>
                <a:gd name="connsiteY0" fmla="*/ 82496 h 342900"/>
                <a:gd name="connsiteX1" fmla="*/ 150597 w 152400"/>
                <a:gd name="connsiteY1" fmla="*/ 47777 h 342900"/>
                <a:gd name="connsiteX2" fmla="*/ 87342 w 152400"/>
                <a:gd name="connsiteY2" fmla="*/ 7144 h 342900"/>
                <a:gd name="connsiteX3" fmla="*/ 17180 w 152400"/>
                <a:gd name="connsiteY3" fmla="*/ 61017 h 342900"/>
                <a:gd name="connsiteX4" fmla="*/ 10437 w 152400"/>
                <a:gd name="connsiteY4" fmla="*/ 283521 h 342900"/>
                <a:gd name="connsiteX5" fmla="*/ 63719 w 152400"/>
                <a:gd name="connsiteY5" fmla="*/ 325593 h 342900"/>
                <a:gd name="connsiteX6" fmla="*/ 100543 w 152400"/>
                <a:gd name="connsiteY6" fmla="*/ 194386 h 342900"/>
                <a:gd name="connsiteX7" fmla="*/ 154026 w 152400"/>
                <a:gd name="connsiteY7" fmla="*/ 259680 h 342900"/>
                <a:gd name="connsiteX8" fmla="*/ 122470 w 152400"/>
                <a:gd name="connsiteY8" fmla="*/ 172726 h 342900"/>
                <a:gd name="connsiteX9" fmla="*/ 117041 w 152400"/>
                <a:gd name="connsiteY9" fmla="*/ 82496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00" h="342900">
                  <a:moveTo>
                    <a:pt x="117041" y="82496"/>
                  </a:moveTo>
                  <a:cubicBezTo>
                    <a:pt x="128137" y="75000"/>
                    <a:pt x="150597" y="72247"/>
                    <a:pt x="150597" y="47777"/>
                  </a:cubicBezTo>
                  <a:cubicBezTo>
                    <a:pt x="150597" y="36443"/>
                    <a:pt x="122431" y="7144"/>
                    <a:pt x="87342" y="7144"/>
                  </a:cubicBezTo>
                  <a:cubicBezTo>
                    <a:pt x="66224" y="7144"/>
                    <a:pt x="28925" y="22670"/>
                    <a:pt x="17180" y="61017"/>
                  </a:cubicBezTo>
                  <a:cubicBezTo>
                    <a:pt x="-374" y="118300"/>
                    <a:pt x="10437" y="239439"/>
                    <a:pt x="10437" y="283521"/>
                  </a:cubicBezTo>
                  <a:cubicBezTo>
                    <a:pt x="10437" y="346415"/>
                    <a:pt x="63719" y="342557"/>
                    <a:pt x="63719" y="325593"/>
                  </a:cubicBezTo>
                  <a:cubicBezTo>
                    <a:pt x="63719" y="237153"/>
                    <a:pt x="80665" y="194386"/>
                    <a:pt x="100543" y="194386"/>
                  </a:cubicBezTo>
                  <a:cubicBezTo>
                    <a:pt x="117297" y="194386"/>
                    <a:pt x="145282" y="218332"/>
                    <a:pt x="154026" y="259680"/>
                  </a:cubicBezTo>
                  <a:cubicBezTo>
                    <a:pt x="156493" y="218370"/>
                    <a:pt x="138043" y="200206"/>
                    <a:pt x="122470" y="172726"/>
                  </a:cubicBezTo>
                  <a:cubicBezTo>
                    <a:pt x="102505" y="137493"/>
                    <a:pt x="104524" y="91002"/>
                    <a:pt x="117041" y="82496"/>
                  </a:cubicBezTo>
                  <a:close/>
                </a:path>
              </a:pathLst>
            </a:custGeom>
            <a:solidFill>
              <a:srgbClr val="713D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BEF5C38A-3368-4B45-ADC4-B6449C9FD2C3}"/>
                </a:ext>
              </a:extLst>
            </p:cNvPr>
            <p:cNvSpPr/>
            <p:nvPr/>
          </p:nvSpPr>
          <p:spPr>
            <a:xfrm>
              <a:off x="5762854" y="3941987"/>
              <a:ext cx="57150" cy="76200"/>
            </a:xfrm>
            <a:custGeom>
              <a:avLst/>
              <a:gdLst>
                <a:gd name="connsiteX0" fmla="*/ 39234 w 57150"/>
                <a:gd name="connsiteY0" fmla="*/ 10141 h 76200"/>
                <a:gd name="connsiteX1" fmla="*/ 30489 w 57150"/>
                <a:gd name="connsiteY1" fmla="*/ 12894 h 76200"/>
                <a:gd name="connsiteX2" fmla="*/ 29146 w 57150"/>
                <a:gd name="connsiteY2" fmla="*/ 35592 h 76200"/>
                <a:gd name="connsiteX3" fmla="*/ 22898 w 57150"/>
                <a:gd name="connsiteY3" fmla="*/ 45288 h 76200"/>
                <a:gd name="connsiteX4" fmla="*/ 17507 w 57150"/>
                <a:gd name="connsiteY4" fmla="*/ 37211 h 76200"/>
                <a:gd name="connsiteX5" fmla="*/ 22117 w 57150"/>
                <a:gd name="connsiteY5" fmla="*/ 25409 h 76200"/>
                <a:gd name="connsiteX6" fmla="*/ 19145 w 57150"/>
                <a:gd name="connsiteY6" fmla="*/ 16342 h 76200"/>
                <a:gd name="connsiteX7" fmla="*/ 8934 w 57150"/>
                <a:gd name="connsiteY7" fmla="*/ 32591 h 76200"/>
                <a:gd name="connsiteX8" fmla="*/ 7401 w 57150"/>
                <a:gd name="connsiteY8" fmla="*/ 43459 h 76200"/>
                <a:gd name="connsiteX9" fmla="*/ 18793 w 57150"/>
                <a:gd name="connsiteY9" fmla="*/ 64786 h 76200"/>
                <a:gd name="connsiteX10" fmla="*/ 20279 w 57150"/>
                <a:gd name="connsiteY10" fmla="*/ 72310 h 76200"/>
                <a:gd name="connsiteX11" fmla="*/ 49054 w 57150"/>
                <a:gd name="connsiteY11" fmla="*/ 64805 h 76200"/>
                <a:gd name="connsiteX12" fmla="*/ 51673 w 57150"/>
                <a:gd name="connsiteY12" fmla="*/ 59404 h 76200"/>
                <a:gd name="connsiteX13" fmla="*/ 55255 w 57150"/>
                <a:gd name="connsiteY13" fmla="*/ 27533 h 76200"/>
                <a:gd name="connsiteX14" fmla="*/ 39234 w 57150"/>
                <a:gd name="connsiteY14" fmla="*/ 1014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7150" h="76200">
                  <a:moveTo>
                    <a:pt x="39234" y="10141"/>
                  </a:moveTo>
                  <a:cubicBezTo>
                    <a:pt x="30413" y="2054"/>
                    <a:pt x="30489" y="12894"/>
                    <a:pt x="30489" y="12894"/>
                  </a:cubicBezTo>
                  <a:cubicBezTo>
                    <a:pt x="30489" y="12894"/>
                    <a:pt x="30547" y="28467"/>
                    <a:pt x="29146" y="35592"/>
                  </a:cubicBezTo>
                  <a:cubicBezTo>
                    <a:pt x="28356" y="39811"/>
                    <a:pt x="23460" y="45459"/>
                    <a:pt x="22898" y="45288"/>
                  </a:cubicBezTo>
                  <a:cubicBezTo>
                    <a:pt x="20641" y="44526"/>
                    <a:pt x="17507" y="37211"/>
                    <a:pt x="17507" y="37211"/>
                  </a:cubicBezTo>
                  <a:cubicBezTo>
                    <a:pt x="17507" y="37211"/>
                    <a:pt x="21536" y="26514"/>
                    <a:pt x="22117" y="25409"/>
                  </a:cubicBezTo>
                  <a:cubicBezTo>
                    <a:pt x="23774" y="22161"/>
                    <a:pt x="22089" y="17342"/>
                    <a:pt x="19145" y="16342"/>
                  </a:cubicBezTo>
                  <a:lnTo>
                    <a:pt x="8934" y="32591"/>
                  </a:lnTo>
                  <a:cubicBezTo>
                    <a:pt x="8934" y="32591"/>
                    <a:pt x="6334" y="37935"/>
                    <a:pt x="7401" y="43459"/>
                  </a:cubicBezTo>
                  <a:cubicBezTo>
                    <a:pt x="8544" y="48946"/>
                    <a:pt x="18793" y="64786"/>
                    <a:pt x="18793" y="64786"/>
                  </a:cubicBezTo>
                  <a:lnTo>
                    <a:pt x="20279" y="72310"/>
                  </a:lnTo>
                  <a:lnTo>
                    <a:pt x="49054" y="64805"/>
                  </a:lnTo>
                  <a:cubicBezTo>
                    <a:pt x="49997" y="62595"/>
                    <a:pt x="51435" y="59366"/>
                    <a:pt x="51673" y="59404"/>
                  </a:cubicBezTo>
                  <a:cubicBezTo>
                    <a:pt x="52044" y="59452"/>
                    <a:pt x="59255" y="37735"/>
                    <a:pt x="55255" y="27533"/>
                  </a:cubicBezTo>
                  <a:cubicBezTo>
                    <a:pt x="51273" y="17380"/>
                    <a:pt x="48082" y="18161"/>
                    <a:pt x="39234" y="10141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52EB2540-F21D-4F0E-9116-FD9031C6C61F}"/>
                </a:ext>
              </a:extLst>
            </p:cNvPr>
            <p:cNvSpPr/>
            <p:nvPr/>
          </p:nvSpPr>
          <p:spPr>
            <a:xfrm>
              <a:off x="5505460" y="4199988"/>
              <a:ext cx="209550" cy="209550"/>
            </a:xfrm>
            <a:custGeom>
              <a:avLst/>
              <a:gdLst>
                <a:gd name="connsiteX0" fmla="*/ 37614 w 209550"/>
                <a:gd name="connsiteY0" fmla="*/ 7144 h 209550"/>
                <a:gd name="connsiteX1" fmla="*/ 7144 w 209550"/>
                <a:gd name="connsiteY1" fmla="*/ 150743 h 209550"/>
                <a:gd name="connsiteX2" fmla="*/ 203978 w 209550"/>
                <a:gd name="connsiteY2" fmla="*/ 199425 h 209550"/>
                <a:gd name="connsiteX3" fmla="*/ 176175 w 209550"/>
                <a:gd name="connsiteY3" fmla="*/ 27584 h 209550"/>
                <a:gd name="connsiteX4" fmla="*/ 37614 w 209550"/>
                <a:gd name="connsiteY4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09550">
                  <a:moveTo>
                    <a:pt x="37614" y="7144"/>
                  </a:moveTo>
                  <a:lnTo>
                    <a:pt x="7144" y="150743"/>
                  </a:lnTo>
                  <a:cubicBezTo>
                    <a:pt x="18945" y="160734"/>
                    <a:pt x="108633" y="223542"/>
                    <a:pt x="203978" y="199425"/>
                  </a:cubicBezTo>
                  <a:lnTo>
                    <a:pt x="176175" y="27584"/>
                  </a:lnTo>
                  <a:cubicBezTo>
                    <a:pt x="128654" y="40100"/>
                    <a:pt x="82305" y="31156"/>
                    <a:pt x="37614" y="7144"/>
                  </a:cubicBez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E56823E-3194-4A8F-9FB9-BAED67D5C221}"/>
                </a:ext>
              </a:extLst>
            </p:cNvPr>
            <p:cNvSpPr/>
            <p:nvPr/>
          </p:nvSpPr>
          <p:spPr>
            <a:xfrm>
              <a:off x="6475686" y="4289780"/>
              <a:ext cx="238125" cy="123825"/>
            </a:xfrm>
            <a:custGeom>
              <a:avLst/>
              <a:gdLst>
                <a:gd name="connsiteX0" fmla="*/ 7144 w 238125"/>
                <a:gd name="connsiteY0" fmla="*/ 29051 h 123825"/>
                <a:gd name="connsiteX1" fmla="*/ 83268 w 238125"/>
                <a:gd name="connsiteY1" fmla="*/ 124492 h 123825"/>
                <a:gd name="connsiteX2" fmla="*/ 233496 w 238125"/>
                <a:gd name="connsiteY2" fmla="*/ 102575 h 123825"/>
                <a:gd name="connsiteX3" fmla="*/ 157372 w 238125"/>
                <a:gd name="connsiteY3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125" h="123825">
                  <a:moveTo>
                    <a:pt x="7144" y="29051"/>
                  </a:moveTo>
                  <a:lnTo>
                    <a:pt x="83268" y="124492"/>
                  </a:lnTo>
                  <a:lnTo>
                    <a:pt x="233496" y="102575"/>
                  </a:lnTo>
                  <a:lnTo>
                    <a:pt x="157372" y="71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F9B69C99-A6A6-47D8-8485-7D3F3CA77458}"/>
                </a:ext>
              </a:extLst>
            </p:cNvPr>
            <p:cNvSpPr/>
            <p:nvPr/>
          </p:nvSpPr>
          <p:spPr>
            <a:xfrm>
              <a:off x="6471057" y="4282855"/>
              <a:ext cx="209550" cy="133350"/>
            </a:xfrm>
            <a:custGeom>
              <a:avLst/>
              <a:gdLst>
                <a:gd name="connsiteX0" fmla="*/ 7144 w 209550"/>
                <a:gd name="connsiteY0" fmla="*/ 29051 h 133350"/>
                <a:gd name="connsiteX1" fmla="*/ 59246 w 209550"/>
                <a:gd name="connsiteY1" fmla="*/ 134741 h 133350"/>
                <a:gd name="connsiteX2" fmla="*/ 209455 w 209550"/>
                <a:gd name="connsiteY2" fmla="*/ 112833 h 133350"/>
                <a:gd name="connsiteX3" fmla="*/ 157353 w 209550"/>
                <a:gd name="connsiteY3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550" h="133350">
                  <a:moveTo>
                    <a:pt x="7144" y="29051"/>
                  </a:moveTo>
                  <a:lnTo>
                    <a:pt x="59246" y="134741"/>
                  </a:lnTo>
                  <a:lnTo>
                    <a:pt x="209455" y="112833"/>
                  </a:lnTo>
                  <a:lnTo>
                    <a:pt x="157353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0A917C1-640B-48AD-9513-5EA6ED0D69F1}"/>
                </a:ext>
              </a:extLst>
            </p:cNvPr>
            <p:cNvSpPr/>
            <p:nvPr/>
          </p:nvSpPr>
          <p:spPr>
            <a:xfrm>
              <a:off x="6386199" y="4393593"/>
              <a:ext cx="200025" cy="133350"/>
            </a:xfrm>
            <a:custGeom>
              <a:avLst/>
              <a:gdLst>
                <a:gd name="connsiteX0" fmla="*/ 139008 w 200025"/>
                <a:gd name="connsiteY0" fmla="*/ 98851 h 133350"/>
                <a:gd name="connsiteX1" fmla="*/ 136808 w 200025"/>
                <a:gd name="connsiteY1" fmla="*/ 100937 h 133350"/>
                <a:gd name="connsiteX2" fmla="*/ 134160 w 200025"/>
                <a:gd name="connsiteY2" fmla="*/ 100917 h 133350"/>
                <a:gd name="connsiteX3" fmla="*/ 133779 w 200025"/>
                <a:gd name="connsiteY3" fmla="*/ 100737 h 133350"/>
                <a:gd name="connsiteX4" fmla="*/ 54217 w 200025"/>
                <a:gd name="connsiteY4" fmla="*/ 64599 h 133350"/>
                <a:gd name="connsiteX5" fmla="*/ 18326 w 200025"/>
                <a:gd name="connsiteY5" fmla="*/ 56083 h 133350"/>
                <a:gd name="connsiteX6" fmla="*/ 7144 w 200025"/>
                <a:gd name="connsiteY6" fmla="*/ 72704 h 133350"/>
                <a:gd name="connsiteX7" fmla="*/ 21098 w 200025"/>
                <a:gd name="connsiteY7" fmla="*/ 89659 h 133350"/>
                <a:gd name="connsiteX8" fmla="*/ 88039 w 200025"/>
                <a:gd name="connsiteY8" fmla="*/ 122406 h 133350"/>
                <a:gd name="connsiteX9" fmla="*/ 162316 w 200025"/>
                <a:gd name="connsiteY9" fmla="*/ 117034 h 133350"/>
                <a:gd name="connsiteX10" fmla="*/ 200025 w 200025"/>
                <a:gd name="connsiteY10" fmla="*/ 11964 h 133350"/>
                <a:gd name="connsiteX11" fmla="*/ 177003 w 200025"/>
                <a:gd name="connsiteY11" fmla="*/ 7144 h 133350"/>
                <a:gd name="connsiteX12" fmla="*/ 139008 w 200025"/>
                <a:gd name="connsiteY12" fmla="*/ 98851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025" h="133350">
                  <a:moveTo>
                    <a:pt x="139008" y="98851"/>
                  </a:moveTo>
                  <a:cubicBezTo>
                    <a:pt x="138589" y="99832"/>
                    <a:pt x="137798" y="100584"/>
                    <a:pt x="136808" y="100937"/>
                  </a:cubicBezTo>
                  <a:cubicBezTo>
                    <a:pt x="135941" y="101241"/>
                    <a:pt x="135008" y="101241"/>
                    <a:pt x="134160" y="100917"/>
                  </a:cubicBezTo>
                  <a:cubicBezTo>
                    <a:pt x="134026" y="100870"/>
                    <a:pt x="133902" y="100803"/>
                    <a:pt x="133779" y="100737"/>
                  </a:cubicBezTo>
                  <a:cubicBezTo>
                    <a:pt x="133331" y="100517"/>
                    <a:pt x="88688" y="77676"/>
                    <a:pt x="54217" y="64599"/>
                  </a:cubicBezTo>
                  <a:cubicBezTo>
                    <a:pt x="25146" y="53569"/>
                    <a:pt x="19222" y="55569"/>
                    <a:pt x="18326" y="56083"/>
                  </a:cubicBezTo>
                  <a:cubicBezTo>
                    <a:pt x="14669" y="58188"/>
                    <a:pt x="7115" y="65018"/>
                    <a:pt x="7144" y="72704"/>
                  </a:cubicBezTo>
                  <a:cubicBezTo>
                    <a:pt x="7172" y="78734"/>
                    <a:pt x="11859" y="84430"/>
                    <a:pt x="21098" y="89659"/>
                  </a:cubicBezTo>
                  <a:cubicBezTo>
                    <a:pt x="33909" y="96917"/>
                    <a:pt x="60589" y="111986"/>
                    <a:pt x="88039" y="122406"/>
                  </a:cubicBezTo>
                  <a:cubicBezTo>
                    <a:pt x="129931" y="138303"/>
                    <a:pt x="154924" y="136493"/>
                    <a:pt x="162316" y="117034"/>
                  </a:cubicBezTo>
                  <a:cubicBezTo>
                    <a:pt x="169460" y="98174"/>
                    <a:pt x="194901" y="28327"/>
                    <a:pt x="200025" y="11964"/>
                  </a:cubicBezTo>
                  <a:lnTo>
                    <a:pt x="177003" y="7144"/>
                  </a:lnTo>
                  <a:lnTo>
                    <a:pt x="139008" y="98851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22DA626-0CB3-47A0-9F56-A936CCD97E78}"/>
                </a:ext>
              </a:extLst>
            </p:cNvPr>
            <p:cNvSpPr/>
            <p:nvPr/>
          </p:nvSpPr>
          <p:spPr>
            <a:xfrm>
              <a:off x="6376674" y="4400003"/>
              <a:ext cx="219075" cy="142875"/>
            </a:xfrm>
            <a:custGeom>
              <a:avLst/>
              <a:gdLst>
                <a:gd name="connsiteX0" fmla="*/ 142171 w 219075"/>
                <a:gd name="connsiteY0" fmla="*/ 83087 h 142875"/>
                <a:gd name="connsiteX1" fmla="*/ 67113 w 219075"/>
                <a:gd name="connsiteY1" fmla="*/ 49282 h 142875"/>
                <a:gd name="connsiteX2" fmla="*/ 23098 w 219075"/>
                <a:gd name="connsiteY2" fmla="*/ 41415 h 142875"/>
                <a:gd name="connsiteX3" fmla="*/ 7144 w 219075"/>
                <a:gd name="connsiteY3" fmla="*/ 66332 h 142875"/>
                <a:gd name="connsiteX4" fmla="*/ 25927 w 219075"/>
                <a:gd name="connsiteY4" fmla="*/ 91535 h 142875"/>
                <a:gd name="connsiteX5" fmla="*/ 94203 w 219075"/>
                <a:gd name="connsiteY5" fmla="*/ 124901 h 142875"/>
                <a:gd name="connsiteX6" fmla="*/ 180747 w 219075"/>
                <a:gd name="connsiteY6" fmla="*/ 113986 h 142875"/>
                <a:gd name="connsiteX7" fmla="*/ 213513 w 219075"/>
                <a:gd name="connsiteY7" fmla="*/ 16755 h 142875"/>
                <a:gd name="connsiteX8" fmla="*/ 174651 w 219075"/>
                <a:gd name="connsiteY8" fmla="*/ 7144 h 142875"/>
                <a:gd name="connsiteX9" fmla="*/ 142171 w 219075"/>
                <a:gd name="connsiteY9" fmla="*/ 8308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075" h="142875">
                  <a:moveTo>
                    <a:pt x="142171" y="83087"/>
                  </a:moveTo>
                  <a:cubicBezTo>
                    <a:pt x="129092" y="76543"/>
                    <a:pt x="95041" y="59865"/>
                    <a:pt x="67113" y="49282"/>
                  </a:cubicBezTo>
                  <a:cubicBezTo>
                    <a:pt x="36453" y="37643"/>
                    <a:pt x="27651" y="38776"/>
                    <a:pt x="23098" y="41415"/>
                  </a:cubicBezTo>
                  <a:cubicBezTo>
                    <a:pt x="16669" y="45120"/>
                    <a:pt x="7106" y="54807"/>
                    <a:pt x="7144" y="66332"/>
                  </a:cubicBezTo>
                  <a:cubicBezTo>
                    <a:pt x="7182" y="76029"/>
                    <a:pt x="13497" y="84506"/>
                    <a:pt x="25927" y="91535"/>
                  </a:cubicBezTo>
                  <a:cubicBezTo>
                    <a:pt x="38929" y="98889"/>
                    <a:pt x="65971" y="114195"/>
                    <a:pt x="94203" y="124901"/>
                  </a:cubicBezTo>
                  <a:cubicBezTo>
                    <a:pt x="142008" y="143027"/>
                    <a:pt x="171107" y="139370"/>
                    <a:pt x="180747" y="113986"/>
                  </a:cubicBezTo>
                  <a:cubicBezTo>
                    <a:pt x="187414" y="96384"/>
                    <a:pt x="206369" y="39033"/>
                    <a:pt x="213513" y="16755"/>
                  </a:cubicBezTo>
                  <a:cubicBezTo>
                    <a:pt x="200140" y="14916"/>
                    <a:pt x="186909" y="11487"/>
                    <a:pt x="174651" y="7144"/>
                  </a:cubicBezTo>
                  <a:lnTo>
                    <a:pt x="142171" y="83087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5E986F75-ECB2-4626-A14B-D028B41D594F}"/>
                </a:ext>
              </a:extLst>
            </p:cNvPr>
            <p:cNvSpPr/>
            <p:nvPr/>
          </p:nvSpPr>
          <p:spPr>
            <a:xfrm>
              <a:off x="6545208" y="4335681"/>
              <a:ext cx="57150" cy="76200"/>
            </a:xfrm>
            <a:custGeom>
              <a:avLst/>
              <a:gdLst>
                <a:gd name="connsiteX0" fmla="*/ 43997 w 57150"/>
                <a:gd name="connsiteY0" fmla="*/ 16345 h 76200"/>
                <a:gd name="connsiteX1" fmla="*/ 41026 w 57150"/>
                <a:gd name="connsiteY1" fmla="*/ 25413 h 76200"/>
                <a:gd name="connsiteX2" fmla="*/ 44607 w 57150"/>
                <a:gd name="connsiteY2" fmla="*/ 38510 h 76200"/>
                <a:gd name="connsiteX3" fmla="*/ 40245 w 57150"/>
                <a:gd name="connsiteY3" fmla="*/ 45292 h 76200"/>
                <a:gd name="connsiteX4" fmla="*/ 33996 w 57150"/>
                <a:gd name="connsiteY4" fmla="*/ 35595 h 76200"/>
                <a:gd name="connsiteX5" fmla="*/ 32644 w 57150"/>
                <a:gd name="connsiteY5" fmla="*/ 12897 h 76200"/>
                <a:gd name="connsiteX6" fmla="*/ 23909 w 57150"/>
                <a:gd name="connsiteY6" fmla="*/ 10135 h 76200"/>
                <a:gd name="connsiteX7" fmla="*/ 7869 w 57150"/>
                <a:gd name="connsiteY7" fmla="*/ 27518 h 76200"/>
                <a:gd name="connsiteX8" fmla="*/ 17718 w 57150"/>
                <a:gd name="connsiteY8" fmla="*/ 65132 h 76200"/>
                <a:gd name="connsiteX9" fmla="*/ 42178 w 57150"/>
                <a:gd name="connsiteY9" fmla="*/ 71466 h 76200"/>
                <a:gd name="connsiteX10" fmla="*/ 43845 w 57150"/>
                <a:gd name="connsiteY10" fmla="*/ 64780 h 76200"/>
                <a:gd name="connsiteX11" fmla="*/ 55732 w 57150"/>
                <a:gd name="connsiteY11" fmla="*/ 43444 h 76200"/>
                <a:gd name="connsiteX12" fmla="*/ 54199 w 57150"/>
                <a:gd name="connsiteY12" fmla="*/ 32576 h 76200"/>
                <a:gd name="connsiteX13" fmla="*/ 43997 w 57150"/>
                <a:gd name="connsiteY13" fmla="*/ 163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150" h="76200">
                  <a:moveTo>
                    <a:pt x="43997" y="16345"/>
                  </a:moveTo>
                  <a:cubicBezTo>
                    <a:pt x="41054" y="17345"/>
                    <a:pt x="39378" y="22165"/>
                    <a:pt x="41026" y="25413"/>
                  </a:cubicBezTo>
                  <a:cubicBezTo>
                    <a:pt x="41616" y="26518"/>
                    <a:pt x="44759" y="35119"/>
                    <a:pt x="44607" y="38510"/>
                  </a:cubicBezTo>
                  <a:cubicBezTo>
                    <a:pt x="44512" y="40529"/>
                    <a:pt x="42502" y="44530"/>
                    <a:pt x="40245" y="45292"/>
                  </a:cubicBezTo>
                  <a:cubicBezTo>
                    <a:pt x="39682" y="45473"/>
                    <a:pt x="34787" y="39815"/>
                    <a:pt x="33996" y="35595"/>
                  </a:cubicBezTo>
                  <a:cubicBezTo>
                    <a:pt x="32605" y="28461"/>
                    <a:pt x="32644" y="12897"/>
                    <a:pt x="32644" y="12897"/>
                  </a:cubicBezTo>
                  <a:cubicBezTo>
                    <a:pt x="32644" y="12897"/>
                    <a:pt x="32729" y="2058"/>
                    <a:pt x="23909" y="10135"/>
                  </a:cubicBezTo>
                  <a:cubicBezTo>
                    <a:pt x="15051" y="18164"/>
                    <a:pt x="11869" y="17383"/>
                    <a:pt x="7869" y="27518"/>
                  </a:cubicBezTo>
                  <a:cubicBezTo>
                    <a:pt x="3869" y="37719"/>
                    <a:pt x="17718" y="49921"/>
                    <a:pt x="17718" y="65132"/>
                  </a:cubicBezTo>
                  <a:lnTo>
                    <a:pt x="42178" y="71466"/>
                  </a:lnTo>
                  <a:lnTo>
                    <a:pt x="43845" y="64780"/>
                  </a:lnTo>
                  <a:cubicBezTo>
                    <a:pt x="43845" y="64780"/>
                    <a:pt x="54589" y="48940"/>
                    <a:pt x="55732" y="43444"/>
                  </a:cubicBezTo>
                  <a:cubicBezTo>
                    <a:pt x="56799" y="37929"/>
                    <a:pt x="54199" y="32576"/>
                    <a:pt x="54199" y="32576"/>
                  </a:cubicBezTo>
                  <a:lnTo>
                    <a:pt x="43997" y="16345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438B3C4-C56D-4117-9FA4-6DCB2E4829E2}"/>
                </a:ext>
              </a:extLst>
            </p:cNvPr>
            <p:cNvSpPr/>
            <p:nvPr/>
          </p:nvSpPr>
          <p:spPr>
            <a:xfrm>
              <a:off x="6357510" y="4773896"/>
              <a:ext cx="104775" cy="352425"/>
            </a:xfrm>
            <a:custGeom>
              <a:avLst/>
              <a:gdLst>
                <a:gd name="connsiteX0" fmla="*/ 11544 w 104775"/>
                <a:gd name="connsiteY0" fmla="*/ 19632 h 352425"/>
                <a:gd name="connsiteX1" fmla="*/ 34604 w 104775"/>
                <a:gd name="connsiteY1" fmla="*/ 134247 h 352425"/>
                <a:gd name="connsiteX2" fmla="*/ 17459 w 104775"/>
                <a:gd name="connsiteY2" fmla="*/ 219476 h 352425"/>
                <a:gd name="connsiteX3" fmla="*/ 7144 w 104775"/>
                <a:gd name="connsiteY3" fmla="*/ 304773 h 352425"/>
                <a:gd name="connsiteX4" fmla="*/ 30032 w 104775"/>
                <a:gd name="connsiteY4" fmla="*/ 329366 h 352425"/>
                <a:gd name="connsiteX5" fmla="*/ 57416 w 104775"/>
                <a:gd name="connsiteY5" fmla="*/ 349407 h 352425"/>
                <a:gd name="connsiteX6" fmla="*/ 65951 w 104775"/>
                <a:gd name="connsiteY6" fmla="*/ 335567 h 352425"/>
                <a:gd name="connsiteX7" fmla="*/ 47691 w 104775"/>
                <a:gd name="connsiteY7" fmla="*/ 296905 h 352425"/>
                <a:gd name="connsiteX8" fmla="*/ 90325 w 104775"/>
                <a:gd name="connsiteY8" fmla="*/ 110139 h 352425"/>
                <a:gd name="connsiteX9" fmla="*/ 100069 w 104775"/>
                <a:gd name="connsiteY9" fmla="*/ 19623 h 352425"/>
                <a:gd name="connsiteX10" fmla="*/ 11544 w 104775"/>
                <a:gd name="connsiteY10" fmla="*/ 19632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75" h="352425">
                  <a:moveTo>
                    <a:pt x="11544" y="19632"/>
                  </a:moveTo>
                  <a:cubicBezTo>
                    <a:pt x="11544" y="19632"/>
                    <a:pt x="34604" y="105339"/>
                    <a:pt x="34604" y="134247"/>
                  </a:cubicBezTo>
                  <a:cubicBezTo>
                    <a:pt x="34604" y="155973"/>
                    <a:pt x="18526" y="170718"/>
                    <a:pt x="17459" y="219476"/>
                  </a:cubicBezTo>
                  <a:cubicBezTo>
                    <a:pt x="16402" y="268225"/>
                    <a:pt x="15792" y="294762"/>
                    <a:pt x="7144" y="304773"/>
                  </a:cubicBezTo>
                  <a:cubicBezTo>
                    <a:pt x="7144" y="304773"/>
                    <a:pt x="19269" y="317260"/>
                    <a:pt x="30032" y="329366"/>
                  </a:cubicBezTo>
                  <a:cubicBezTo>
                    <a:pt x="37671" y="337939"/>
                    <a:pt x="44719" y="359827"/>
                    <a:pt x="57416" y="349407"/>
                  </a:cubicBezTo>
                  <a:cubicBezTo>
                    <a:pt x="61170" y="346340"/>
                    <a:pt x="70361" y="337577"/>
                    <a:pt x="65951" y="335567"/>
                  </a:cubicBezTo>
                  <a:cubicBezTo>
                    <a:pt x="56169" y="331138"/>
                    <a:pt x="49330" y="310754"/>
                    <a:pt x="47691" y="296905"/>
                  </a:cubicBezTo>
                  <a:cubicBezTo>
                    <a:pt x="45625" y="279446"/>
                    <a:pt x="90954" y="153582"/>
                    <a:pt x="90325" y="110139"/>
                  </a:cubicBezTo>
                  <a:cubicBezTo>
                    <a:pt x="90211" y="102052"/>
                    <a:pt x="103041" y="25414"/>
                    <a:pt x="100069" y="19623"/>
                  </a:cubicBezTo>
                  <a:cubicBezTo>
                    <a:pt x="87077" y="-5666"/>
                    <a:pt x="24336" y="14451"/>
                    <a:pt x="11544" y="19632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34F74D20-AAC6-4B5C-AFA4-6905515528B4}"/>
                </a:ext>
              </a:extLst>
            </p:cNvPr>
            <p:cNvSpPr/>
            <p:nvPr/>
          </p:nvSpPr>
          <p:spPr>
            <a:xfrm>
              <a:off x="6349591" y="5064696"/>
              <a:ext cx="114300" cy="85725"/>
            </a:xfrm>
            <a:custGeom>
              <a:avLst/>
              <a:gdLst>
                <a:gd name="connsiteX0" fmla="*/ 111265 w 114300"/>
                <a:gd name="connsiteY0" fmla="*/ 50378 h 85725"/>
                <a:gd name="connsiteX1" fmla="*/ 73869 w 114300"/>
                <a:gd name="connsiteY1" fmla="*/ 44777 h 85725"/>
                <a:gd name="connsiteX2" fmla="*/ 49943 w 114300"/>
                <a:gd name="connsiteY2" fmla="*/ 51921 h 85725"/>
                <a:gd name="connsiteX3" fmla="*/ 18910 w 114300"/>
                <a:gd name="connsiteY3" fmla="*/ 7144 h 85725"/>
                <a:gd name="connsiteX4" fmla="*/ 8804 w 114300"/>
                <a:gd name="connsiteY4" fmla="*/ 41538 h 85725"/>
                <a:gd name="connsiteX5" fmla="*/ 14081 w 114300"/>
                <a:gd name="connsiteY5" fmla="*/ 79820 h 85725"/>
                <a:gd name="connsiteX6" fmla="*/ 21996 w 114300"/>
                <a:gd name="connsiteY6" fmla="*/ 81486 h 85725"/>
                <a:gd name="connsiteX7" fmla="*/ 22320 w 114300"/>
                <a:gd name="connsiteY7" fmla="*/ 49797 h 85725"/>
                <a:gd name="connsiteX8" fmla="*/ 51123 w 114300"/>
                <a:gd name="connsiteY8" fmla="*/ 76114 h 85725"/>
                <a:gd name="connsiteX9" fmla="*/ 67945 w 114300"/>
                <a:gd name="connsiteY9" fmla="*/ 81991 h 85725"/>
                <a:gd name="connsiteX10" fmla="*/ 113846 w 114300"/>
                <a:gd name="connsiteY10" fmla="*/ 55331 h 85725"/>
                <a:gd name="connsiteX11" fmla="*/ 111265 w 114300"/>
                <a:gd name="connsiteY11" fmla="*/ 50378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300" h="85725">
                  <a:moveTo>
                    <a:pt x="111265" y="50378"/>
                  </a:moveTo>
                  <a:cubicBezTo>
                    <a:pt x="93548" y="45225"/>
                    <a:pt x="73869" y="44777"/>
                    <a:pt x="73869" y="44777"/>
                  </a:cubicBezTo>
                  <a:cubicBezTo>
                    <a:pt x="73869" y="44777"/>
                    <a:pt x="68707" y="67313"/>
                    <a:pt x="49943" y="51921"/>
                  </a:cubicBezTo>
                  <a:cubicBezTo>
                    <a:pt x="32350" y="37481"/>
                    <a:pt x="29226" y="11735"/>
                    <a:pt x="18910" y="7144"/>
                  </a:cubicBezTo>
                  <a:cubicBezTo>
                    <a:pt x="18758" y="7191"/>
                    <a:pt x="1899" y="14545"/>
                    <a:pt x="8804" y="41538"/>
                  </a:cubicBezTo>
                  <a:cubicBezTo>
                    <a:pt x="13938" y="61589"/>
                    <a:pt x="14300" y="80734"/>
                    <a:pt x="14081" y="79820"/>
                  </a:cubicBezTo>
                  <a:cubicBezTo>
                    <a:pt x="14081" y="79820"/>
                    <a:pt x="17014" y="84125"/>
                    <a:pt x="21996" y="81486"/>
                  </a:cubicBezTo>
                  <a:lnTo>
                    <a:pt x="22320" y="49797"/>
                  </a:lnTo>
                  <a:cubicBezTo>
                    <a:pt x="22320" y="49797"/>
                    <a:pt x="39894" y="61474"/>
                    <a:pt x="51123" y="76114"/>
                  </a:cubicBezTo>
                  <a:cubicBezTo>
                    <a:pt x="55181" y="81401"/>
                    <a:pt x="61296" y="82610"/>
                    <a:pt x="67945" y="81991"/>
                  </a:cubicBezTo>
                  <a:cubicBezTo>
                    <a:pt x="95929" y="79391"/>
                    <a:pt x="112998" y="56798"/>
                    <a:pt x="113846" y="55331"/>
                  </a:cubicBezTo>
                  <a:cubicBezTo>
                    <a:pt x="115046" y="53254"/>
                    <a:pt x="113455" y="51025"/>
                    <a:pt x="111265" y="50378"/>
                  </a:cubicBezTo>
                  <a:close/>
                </a:path>
              </a:pathLst>
            </a:custGeom>
            <a:solidFill>
              <a:srgbClr val="CB206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986B823-B05A-4863-805B-CCC3EA77C936}"/>
                </a:ext>
              </a:extLst>
            </p:cNvPr>
            <p:cNvSpPr/>
            <p:nvPr/>
          </p:nvSpPr>
          <p:spPr>
            <a:xfrm>
              <a:off x="6425689" y="4815291"/>
              <a:ext cx="104775" cy="352425"/>
            </a:xfrm>
            <a:custGeom>
              <a:avLst/>
              <a:gdLst>
                <a:gd name="connsiteX0" fmla="*/ 11545 w 104775"/>
                <a:gd name="connsiteY0" fmla="*/ 19643 h 352425"/>
                <a:gd name="connsiteX1" fmla="*/ 34614 w 104775"/>
                <a:gd name="connsiteY1" fmla="*/ 134248 h 352425"/>
                <a:gd name="connsiteX2" fmla="*/ 17459 w 104775"/>
                <a:gd name="connsiteY2" fmla="*/ 219478 h 352425"/>
                <a:gd name="connsiteX3" fmla="*/ 7144 w 104775"/>
                <a:gd name="connsiteY3" fmla="*/ 304774 h 352425"/>
                <a:gd name="connsiteX4" fmla="*/ 30042 w 104775"/>
                <a:gd name="connsiteY4" fmla="*/ 329368 h 352425"/>
                <a:gd name="connsiteX5" fmla="*/ 57426 w 104775"/>
                <a:gd name="connsiteY5" fmla="*/ 349408 h 352425"/>
                <a:gd name="connsiteX6" fmla="*/ 65961 w 104775"/>
                <a:gd name="connsiteY6" fmla="*/ 335578 h 352425"/>
                <a:gd name="connsiteX7" fmla="*/ 47701 w 104775"/>
                <a:gd name="connsiteY7" fmla="*/ 296906 h 352425"/>
                <a:gd name="connsiteX8" fmla="*/ 90335 w 104775"/>
                <a:gd name="connsiteY8" fmla="*/ 110140 h 352425"/>
                <a:gd name="connsiteX9" fmla="*/ 100070 w 104775"/>
                <a:gd name="connsiteY9" fmla="*/ 19634 h 352425"/>
                <a:gd name="connsiteX10" fmla="*/ 11545 w 104775"/>
                <a:gd name="connsiteY10" fmla="*/ 19643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75" h="352425">
                  <a:moveTo>
                    <a:pt x="11545" y="19643"/>
                  </a:moveTo>
                  <a:cubicBezTo>
                    <a:pt x="11545" y="19643"/>
                    <a:pt x="34614" y="105340"/>
                    <a:pt x="34614" y="134248"/>
                  </a:cubicBezTo>
                  <a:cubicBezTo>
                    <a:pt x="34614" y="155984"/>
                    <a:pt x="18535" y="170719"/>
                    <a:pt x="17459" y="219478"/>
                  </a:cubicBezTo>
                  <a:cubicBezTo>
                    <a:pt x="16412" y="268227"/>
                    <a:pt x="15793" y="294763"/>
                    <a:pt x="7144" y="304774"/>
                  </a:cubicBezTo>
                  <a:cubicBezTo>
                    <a:pt x="7144" y="304774"/>
                    <a:pt x="19269" y="317261"/>
                    <a:pt x="30042" y="329368"/>
                  </a:cubicBezTo>
                  <a:cubicBezTo>
                    <a:pt x="37672" y="337940"/>
                    <a:pt x="44720" y="359838"/>
                    <a:pt x="57426" y="349408"/>
                  </a:cubicBezTo>
                  <a:cubicBezTo>
                    <a:pt x="61170" y="346341"/>
                    <a:pt x="70361" y="337588"/>
                    <a:pt x="65961" y="335578"/>
                  </a:cubicBezTo>
                  <a:cubicBezTo>
                    <a:pt x="56169" y="331139"/>
                    <a:pt x="49330" y="310756"/>
                    <a:pt x="47701" y="296906"/>
                  </a:cubicBezTo>
                  <a:cubicBezTo>
                    <a:pt x="45634" y="279447"/>
                    <a:pt x="90954" y="153584"/>
                    <a:pt x="90335" y="110140"/>
                  </a:cubicBezTo>
                  <a:cubicBezTo>
                    <a:pt x="90211" y="102053"/>
                    <a:pt x="103041" y="25415"/>
                    <a:pt x="100070" y="19634"/>
                  </a:cubicBezTo>
                  <a:cubicBezTo>
                    <a:pt x="87087" y="-5674"/>
                    <a:pt x="24336" y="14452"/>
                    <a:pt x="11545" y="19643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63952AA1-CBB8-4226-B202-9B3BA1931C23}"/>
                </a:ext>
              </a:extLst>
            </p:cNvPr>
            <p:cNvSpPr/>
            <p:nvPr/>
          </p:nvSpPr>
          <p:spPr>
            <a:xfrm>
              <a:off x="6417775" y="5106082"/>
              <a:ext cx="114300" cy="85725"/>
            </a:xfrm>
            <a:custGeom>
              <a:avLst/>
              <a:gdLst>
                <a:gd name="connsiteX0" fmla="*/ 111271 w 114300"/>
                <a:gd name="connsiteY0" fmla="*/ 50387 h 85725"/>
                <a:gd name="connsiteX1" fmla="*/ 73875 w 114300"/>
                <a:gd name="connsiteY1" fmla="*/ 44787 h 85725"/>
                <a:gd name="connsiteX2" fmla="*/ 49949 w 114300"/>
                <a:gd name="connsiteY2" fmla="*/ 51921 h 85725"/>
                <a:gd name="connsiteX3" fmla="*/ 18906 w 114300"/>
                <a:gd name="connsiteY3" fmla="*/ 7144 h 85725"/>
                <a:gd name="connsiteX4" fmla="*/ 8801 w 114300"/>
                <a:gd name="connsiteY4" fmla="*/ 41538 h 85725"/>
                <a:gd name="connsiteX5" fmla="*/ 14087 w 114300"/>
                <a:gd name="connsiteY5" fmla="*/ 79820 h 85725"/>
                <a:gd name="connsiteX6" fmla="*/ 21993 w 114300"/>
                <a:gd name="connsiteY6" fmla="*/ 81486 h 85725"/>
                <a:gd name="connsiteX7" fmla="*/ 22317 w 114300"/>
                <a:gd name="connsiteY7" fmla="*/ 49797 h 85725"/>
                <a:gd name="connsiteX8" fmla="*/ 51120 w 114300"/>
                <a:gd name="connsiteY8" fmla="*/ 76114 h 85725"/>
                <a:gd name="connsiteX9" fmla="*/ 67941 w 114300"/>
                <a:gd name="connsiteY9" fmla="*/ 82001 h 85725"/>
                <a:gd name="connsiteX10" fmla="*/ 113852 w 114300"/>
                <a:gd name="connsiteY10" fmla="*/ 55331 h 85725"/>
                <a:gd name="connsiteX11" fmla="*/ 111271 w 114300"/>
                <a:gd name="connsiteY11" fmla="*/ 5038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300" h="85725">
                  <a:moveTo>
                    <a:pt x="111271" y="50387"/>
                  </a:moveTo>
                  <a:cubicBezTo>
                    <a:pt x="93544" y="45225"/>
                    <a:pt x="73875" y="44787"/>
                    <a:pt x="73875" y="44787"/>
                  </a:cubicBezTo>
                  <a:cubicBezTo>
                    <a:pt x="73875" y="44787"/>
                    <a:pt x="68703" y="67313"/>
                    <a:pt x="49949" y="51921"/>
                  </a:cubicBezTo>
                  <a:cubicBezTo>
                    <a:pt x="32346" y="37481"/>
                    <a:pt x="29222" y="11735"/>
                    <a:pt x="18906" y="7144"/>
                  </a:cubicBezTo>
                  <a:cubicBezTo>
                    <a:pt x="18754" y="7191"/>
                    <a:pt x="1905" y="14554"/>
                    <a:pt x="8801" y="41538"/>
                  </a:cubicBezTo>
                  <a:cubicBezTo>
                    <a:pt x="13935" y="61589"/>
                    <a:pt x="14296" y="80734"/>
                    <a:pt x="14087" y="79820"/>
                  </a:cubicBezTo>
                  <a:cubicBezTo>
                    <a:pt x="14087" y="79820"/>
                    <a:pt x="17011" y="84134"/>
                    <a:pt x="21993" y="81486"/>
                  </a:cubicBezTo>
                  <a:lnTo>
                    <a:pt x="22317" y="49797"/>
                  </a:lnTo>
                  <a:cubicBezTo>
                    <a:pt x="22317" y="49797"/>
                    <a:pt x="39890" y="61484"/>
                    <a:pt x="51120" y="76114"/>
                  </a:cubicBezTo>
                  <a:cubicBezTo>
                    <a:pt x="55178" y="81401"/>
                    <a:pt x="61293" y="82620"/>
                    <a:pt x="67941" y="82001"/>
                  </a:cubicBezTo>
                  <a:cubicBezTo>
                    <a:pt x="95926" y="79391"/>
                    <a:pt x="112994" y="56807"/>
                    <a:pt x="113852" y="55331"/>
                  </a:cubicBezTo>
                  <a:cubicBezTo>
                    <a:pt x="115042" y="53264"/>
                    <a:pt x="113461" y="51035"/>
                    <a:pt x="111271" y="50387"/>
                  </a:cubicBezTo>
                  <a:close/>
                </a:path>
              </a:pathLst>
            </a:custGeom>
            <a:solidFill>
              <a:srgbClr val="CB206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41C05573-1B52-4760-8FF0-24615BC25225}"/>
                </a:ext>
              </a:extLst>
            </p:cNvPr>
            <p:cNvSpPr/>
            <p:nvPr/>
          </p:nvSpPr>
          <p:spPr>
            <a:xfrm>
              <a:off x="6370493" y="4593903"/>
              <a:ext cx="152400" cy="123825"/>
            </a:xfrm>
            <a:custGeom>
              <a:avLst/>
              <a:gdLst>
                <a:gd name="connsiteX0" fmla="*/ 25117 w 152400"/>
                <a:gd name="connsiteY0" fmla="*/ 7144 h 123825"/>
                <a:gd name="connsiteX1" fmla="*/ 25097 w 152400"/>
                <a:gd name="connsiteY1" fmla="*/ 7153 h 123825"/>
                <a:gd name="connsiteX2" fmla="*/ 25269 w 152400"/>
                <a:gd name="connsiteY2" fmla="*/ 113643 h 123825"/>
                <a:gd name="connsiteX3" fmla="*/ 147074 w 152400"/>
                <a:gd name="connsiteY3" fmla="*/ 87363 h 123825"/>
                <a:gd name="connsiteX4" fmla="*/ 126472 w 152400"/>
                <a:gd name="connsiteY4" fmla="*/ 23374 h 123825"/>
                <a:gd name="connsiteX5" fmla="*/ 25117 w 152400"/>
                <a:gd name="connsiteY5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123825">
                  <a:moveTo>
                    <a:pt x="25117" y="7144"/>
                  </a:moveTo>
                  <a:lnTo>
                    <a:pt x="25097" y="7153"/>
                  </a:lnTo>
                  <a:cubicBezTo>
                    <a:pt x="25097" y="23746"/>
                    <a:pt x="-15412" y="56379"/>
                    <a:pt x="25269" y="113643"/>
                  </a:cubicBezTo>
                  <a:cubicBezTo>
                    <a:pt x="38927" y="132864"/>
                    <a:pt x="147074" y="87363"/>
                    <a:pt x="147074" y="87363"/>
                  </a:cubicBezTo>
                  <a:cubicBezTo>
                    <a:pt x="145379" y="62437"/>
                    <a:pt x="126472" y="23374"/>
                    <a:pt x="126472" y="23374"/>
                  </a:cubicBezTo>
                  <a:cubicBezTo>
                    <a:pt x="82876" y="64399"/>
                    <a:pt x="25593" y="7573"/>
                    <a:pt x="25117" y="7144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BE658872-D322-484C-8569-501CE0DB8751}"/>
                </a:ext>
              </a:extLst>
            </p:cNvPr>
            <p:cNvSpPr/>
            <p:nvPr/>
          </p:nvSpPr>
          <p:spPr>
            <a:xfrm>
              <a:off x="6367131" y="4417263"/>
              <a:ext cx="161925" cy="219075"/>
            </a:xfrm>
            <a:custGeom>
              <a:avLst/>
              <a:gdLst>
                <a:gd name="connsiteX0" fmla="*/ 114765 w 161925"/>
                <a:gd name="connsiteY0" fmla="*/ 38699 h 219075"/>
                <a:gd name="connsiteX1" fmla="*/ 71207 w 161925"/>
                <a:gd name="connsiteY1" fmla="*/ 12753 h 219075"/>
                <a:gd name="connsiteX2" fmla="*/ 51147 w 161925"/>
                <a:gd name="connsiteY2" fmla="*/ 7391 h 219075"/>
                <a:gd name="connsiteX3" fmla="*/ 25325 w 161925"/>
                <a:gd name="connsiteY3" fmla="*/ 14429 h 219075"/>
                <a:gd name="connsiteX4" fmla="*/ 28459 w 161925"/>
                <a:gd name="connsiteY4" fmla="*/ 183784 h 219075"/>
                <a:gd name="connsiteX5" fmla="*/ 129852 w 161925"/>
                <a:gd name="connsiteY5" fmla="*/ 200024 h 219075"/>
                <a:gd name="connsiteX6" fmla="*/ 137197 w 161925"/>
                <a:gd name="connsiteY6" fmla="*/ 137083 h 219075"/>
                <a:gd name="connsiteX7" fmla="*/ 156389 w 161925"/>
                <a:gd name="connsiteY7" fmla="*/ 110241 h 219075"/>
                <a:gd name="connsiteX8" fmla="*/ 114765 w 161925"/>
                <a:gd name="connsiteY8" fmla="*/ 38699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925" h="219075">
                  <a:moveTo>
                    <a:pt x="114765" y="38699"/>
                  </a:moveTo>
                  <a:cubicBezTo>
                    <a:pt x="87533" y="23716"/>
                    <a:pt x="71207" y="12753"/>
                    <a:pt x="71207" y="12753"/>
                  </a:cubicBezTo>
                  <a:cubicBezTo>
                    <a:pt x="71207" y="12753"/>
                    <a:pt x="62140" y="8410"/>
                    <a:pt x="51147" y="7391"/>
                  </a:cubicBezTo>
                  <a:cubicBezTo>
                    <a:pt x="42594" y="6533"/>
                    <a:pt x="32840" y="7686"/>
                    <a:pt x="25325" y="14429"/>
                  </a:cubicBezTo>
                  <a:cubicBezTo>
                    <a:pt x="-17337" y="52748"/>
                    <a:pt x="28459" y="146798"/>
                    <a:pt x="28459" y="183784"/>
                  </a:cubicBezTo>
                  <a:cubicBezTo>
                    <a:pt x="28459" y="183784"/>
                    <a:pt x="86038" y="241267"/>
                    <a:pt x="129852" y="200024"/>
                  </a:cubicBezTo>
                  <a:lnTo>
                    <a:pt x="137197" y="137083"/>
                  </a:lnTo>
                  <a:cubicBezTo>
                    <a:pt x="137197" y="137083"/>
                    <a:pt x="156389" y="131968"/>
                    <a:pt x="156389" y="110241"/>
                  </a:cubicBezTo>
                  <a:cubicBezTo>
                    <a:pt x="156371" y="88267"/>
                    <a:pt x="132748" y="48596"/>
                    <a:pt x="114765" y="38699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EC29B34-A43E-4973-88D7-FA43C0030145}"/>
                </a:ext>
              </a:extLst>
            </p:cNvPr>
            <p:cNvSpPr/>
            <p:nvPr/>
          </p:nvSpPr>
          <p:spPr>
            <a:xfrm>
              <a:off x="6439380" y="4360932"/>
              <a:ext cx="171450" cy="152400"/>
            </a:xfrm>
            <a:custGeom>
              <a:avLst/>
              <a:gdLst>
                <a:gd name="connsiteX0" fmla="*/ 143548 w 171450"/>
                <a:gd name="connsiteY0" fmla="*/ 10792 h 152400"/>
                <a:gd name="connsiteX1" fmla="*/ 140548 w 171450"/>
                <a:gd name="connsiteY1" fmla="*/ 110004 h 152400"/>
                <a:gd name="connsiteX2" fmla="*/ 139224 w 171450"/>
                <a:gd name="connsiteY2" fmla="*/ 112738 h 152400"/>
                <a:gd name="connsiteX3" fmla="*/ 136738 w 171450"/>
                <a:gd name="connsiteY3" fmla="*/ 113662 h 152400"/>
                <a:gd name="connsiteX4" fmla="*/ 136319 w 171450"/>
                <a:gd name="connsiteY4" fmla="*/ 113643 h 152400"/>
                <a:gd name="connsiteX5" fmla="*/ 49117 w 171450"/>
                <a:gd name="connsiteY5" fmla="*/ 108061 h 152400"/>
                <a:gd name="connsiteX6" fmla="*/ 12542 w 171450"/>
                <a:gd name="connsiteY6" fmla="*/ 112843 h 152400"/>
                <a:gd name="connsiteX7" fmla="*/ 7988 w 171450"/>
                <a:gd name="connsiteY7" fmla="*/ 132340 h 152400"/>
                <a:gd name="connsiteX8" fmla="*/ 27048 w 171450"/>
                <a:gd name="connsiteY8" fmla="*/ 143256 h 152400"/>
                <a:gd name="connsiteX9" fmla="*/ 101257 w 171450"/>
                <a:gd name="connsiteY9" fmla="*/ 150133 h 152400"/>
                <a:gd name="connsiteX10" fmla="*/ 168790 w 171450"/>
                <a:gd name="connsiteY10" fmla="*/ 118748 h 152400"/>
                <a:gd name="connsiteX11" fmla="*/ 166780 w 171450"/>
                <a:gd name="connsiteY11" fmla="*/ 7144 h 152400"/>
                <a:gd name="connsiteX12" fmla="*/ 143548 w 171450"/>
                <a:gd name="connsiteY12" fmla="*/ 1079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450" h="152400">
                  <a:moveTo>
                    <a:pt x="143548" y="10792"/>
                  </a:moveTo>
                  <a:lnTo>
                    <a:pt x="140548" y="110004"/>
                  </a:lnTo>
                  <a:cubicBezTo>
                    <a:pt x="140510" y="111062"/>
                    <a:pt x="140024" y="112061"/>
                    <a:pt x="139224" y="112738"/>
                  </a:cubicBezTo>
                  <a:cubicBezTo>
                    <a:pt x="138529" y="113338"/>
                    <a:pt x="137653" y="113662"/>
                    <a:pt x="136738" y="113662"/>
                  </a:cubicBezTo>
                  <a:cubicBezTo>
                    <a:pt x="136604" y="113662"/>
                    <a:pt x="136462" y="113652"/>
                    <a:pt x="136319" y="113643"/>
                  </a:cubicBezTo>
                  <a:cubicBezTo>
                    <a:pt x="135814" y="113576"/>
                    <a:pt x="85989" y="108061"/>
                    <a:pt x="49117" y="108061"/>
                  </a:cubicBezTo>
                  <a:cubicBezTo>
                    <a:pt x="18019" y="108061"/>
                    <a:pt x="13198" y="112033"/>
                    <a:pt x="12542" y="112843"/>
                  </a:cubicBezTo>
                  <a:cubicBezTo>
                    <a:pt x="9865" y="116100"/>
                    <a:pt x="5236" y="125158"/>
                    <a:pt x="7988" y="132340"/>
                  </a:cubicBezTo>
                  <a:cubicBezTo>
                    <a:pt x="10150" y="137979"/>
                    <a:pt x="16551" y="141646"/>
                    <a:pt x="27048" y="143256"/>
                  </a:cubicBezTo>
                  <a:cubicBezTo>
                    <a:pt x="41593" y="145485"/>
                    <a:pt x="71873" y="150133"/>
                    <a:pt x="101257" y="150133"/>
                  </a:cubicBezTo>
                  <a:cubicBezTo>
                    <a:pt x="146063" y="150133"/>
                    <a:pt x="168790" y="139570"/>
                    <a:pt x="168790" y="118748"/>
                  </a:cubicBezTo>
                  <a:cubicBezTo>
                    <a:pt x="168790" y="98584"/>
                    <a:pt x="167790" y="24260"/>
                    <a:pt x="166780" y="7144"/>
                  </a:cubicBezTo>
                  <a:lnTo>
                    <a:pt x="143548" y="10792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820DF073-04CD-4BE8-96F3-B411CB6F04C4}"/>
                </a:ext>
              </a:extLst>
            </p:cNvPr>
            <p:cNvSpPr/>
            <p:nvPr/>
          </p:nvSpPr>
          <p:spPr>
            <a:xfrm>
              <a:off x="6429887" y="4369990"/>
              <a:ext cx="190500" cy="152400"/>
            </a:xfrm>
            <a:custGeom>
              <a:avLst/>
              <a:gdLst>
                <a:gd name="connsiteX0" fmla="*/ 144211 w 190500"/>
                <a:gd name="connsiteY0" fmla="*/ 11954 h 152400"/>
                <a:gd name="connsiteX1" fmla="*/ 140782 w 190500"/>
                <a:gd name="connsiteY1" fmla="*/ 94459 h 152400"/>
                <a:gd name="connsiteX2" fmla="*/ 58610 w 190500"/>
                <a:gd name="connsiteY2" fmla="*/ 89478 h 152400"/>
                <a:gd name="connsiteX3" fmla="*/ 14672 w 190500"/>
                <a:gd name="connsiteY3" fmla="*/ 97736 h 152400"/>
                <a:gd name="connsiteX4" fmla="*/ 8595 w 190500"/>
                <a:gd name="connsiteY4" fmla="*/ 126692 h 152400"/>
                <a:gd name="connsiteX5" fmla="*/ 35093 w 190500"/>
                <a:gd name="connsiteY5" fmla="*/ 143599 h 152400"/>
                <a:gd name="connsiteX6" fmla="*/ 110750 w 190500"/>
                <a:gd name="connsiteY6" fmla="*/ 150581 h 152400"/>
                <a:gd name="connsiteX7" fmla="*/ 187807 w 190500"/>
                <a:gd name="connsiteY7" fmla="*/ 109671 h 152400"/>
                <a:gd name="connsiteX8" fmla="*/ 183959 w 190500"/>
                <a:gd name="connsiteY8" fmla="*/ 7144 h 152400"/>
                <a:gd name="connsiteX9" fmla="*/ 144211 w 190500"/>
                <a:gd name="connsiteY9" fmla="*/ 1195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00" h="152400">
                  <a:moveTo>
                    <a:pt x="144211" y="11954"/>
                  </a:moveTo>
                  <a:lnTo>
                    <a:pt x="140782" y="94459"/>
                  </a:lnTo>
                  <a:cubicBezTo>
                    <a:pt x="126228" y="92993"/>
                    <a:pt x="88481" y="89478"/>
                    <a:pt x="58610" y="89478"/>
                  </a:cubicBezTo>
                  <a:cubicBezTo>
                    <a:pt x="25816" y="89478"/>
                    <a:pt x="17986" y="93659"/>
                    <a:pt x="14672" y="97736"/>
                  </a:cubicBezTo>
                  <a:cubicBezTo>
                    <a:pt x="9976" y="103480"/>
                    <a:pt x="4470" y="115929"/>
                    <a:pt x="8595" y="126692"/>
                  </a:cubicBezTo>
                  <a:cubicBezTo>
                    <a:pt x="12071" y="135741"/>
                    <a:pt x="20987" y="141437"/>
                    <a:pt x="35093" y="143599"/>
                  </a:cubicBezTo>
                  <a:cubicBezTo>
                    <a:pt x="49857" y="145866"/>
                    <a:pt x="80565" y="150581"/>
                    <a:pt x="110750" y="150581"/>
                  </a:cubicBezTo>
                  <a:cubicBezTo>
                    <a:pt x="161871" y="150581"/>
                    <a:pt x="187807" y="136817"/>
                    <a:pt x="187807" y="109671"/>
                  </a:cubicBezTo>
                  <a:cubicBezTo>
                    <a:pt x="187807" y="90849"/>
                    <a:pt x="185179" y="30499"/>
                    <a:pt x="183959" y="7144"/>
                  </a:cubicBezTo>
                  <a:cubicBezTo>
                    <a:pt x="170786" y="10173"/>
                    <a:pt x="157213" y="11668"/>
                    <a:pt x="144211" y="11954"/>
                  </a:cubicBez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7B5DAE2-ED4B-477E-9FAF-3DF80F101FB1}"/>
                </a:ext>
              </a:extLst>
            </p:cNvPr>
            <p:cNvSpPr/>
            <p:nvPr/>
          </p:nvSpPr>
          <p:spPr>
            <a:xfrm>
              <a:off x="6410287" y="4293152"/>
              <a:ext cx="114300" cy="142875"/>
            </a:xfrm>
            <a:custGeom>
              <a:avLst/>
              <a:gdLst>
                <a:gd name="connsiteX0" fmla="*/ 109014 w 114300"/>
                <a:gd name="connsiteY0" fmla="*/ 43805 h 142875"/>
                <a:gd name="connsiteX1" fmla="*/ 57836 w 114300"/>
                <a:gd name="connsiteY1" fmla="*/ 7144 h 142875"/>
                <a:gd name="connsiteX2" fmla="*/ 7144 w 114300"/>
                <a:gd name="connsiteY2" fmla="*/ 57845 h 142875"/>
                <a:gd name="connsiteX3" fmla="*/ 7182 w 114300"/>
                <a:gd name="connsiteY3" fmla="*/ 58693 h 142875"/>
                <a:gd name="connsiteX4" fmla="*/ 7144 w 114300"/>
                <a:gd name="connsiteY4" fmla="*/ 58693 h 142875"/>
                <a:gd name="connsiteX5" fmla="*/ 7144 w 114300"/>
                <a:gd name="connsiteY5" fmla="*/ 86916 h 142875"/>
                <a:gd name="connsiteX6" fmla="*/ 70418 w 114300"/>
                <a:gd name="connsiteY6" fmla="*/ 139103 h 142875"/>
                <a:gd name="connsiteX7" fmla="*/ 79696 w 114300"/>
                <a:gd name="connsiteY7" fmla="*/ 135731 h 142875"/>
                <a:gd name="connsiteX8" fmla="*/ 110052 w 114300"/>
                <a:gd name="connsiteY8" fmla="*/ 73152 h 142875"/>
                <a:gd name="connsiteX9" fmla="*/ 109014 w 114300"/>
                <a:gd name="connsiteY9" fmla="*/ 438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300" h="142875">
                  <a:moveTo>
                    <a:pt x="109014" y="43805"/>
                  </a:moveTo>
                  <a:cubicBezTo>
                    <a:pt x="104937" y="18679"/>
                    <a:pt x="83897" y="7144"/>
                    <a:pt x="57836" y="7144"/>
                  </a:cubicBezTo>
                  <a:cubicBezTo>
                    <a:pt x="29842" y="7144"/>
                    <a:pt x="7144" y="29851"/>
                    <a:pt x="7144" y="57845"/>
                  </a:cubicBezTo>
                  <a:cubicBezTo>
                    <a:pt x="7144" y="58131"/>
                    <a:pt x="7182" y="58407"/>
                    <a:pt x="7182" y="58693"/>
                  </a:cubicBezTo>
                  <a:lnTo>
                    <a:pt x="7144" y="58693"/>
                  </a:lnTo>
                  <a:lnTo>
                    <a:pt x="7144" y="86916"/>
                  </a:lnTo>
                  <a:cubicBezTo>
                    <a:pt x="7144" y="108042"/>
                    <a:pt x="63932" y="139351"/>
                    <a:pt x="70418" y="139103"/>
                  </a:cubicBezTo>
                  <a:cubicBezTo>
                    <a:pt x="73790" y="138989"/>
                    <a:pt x="77048" y="137827"/>
                    <a:pt x="79696" y="135731"/>
                  </a:cubicBezTo>
                  <a:cubicBezTo>
                    <a:pt x="97127" y="121806"/>
                    <a:pt x="113262" y="93421"/>
                    <a:pt x="110052" y="73152"/>
                  </a:cubicBezTo>
                  <a:cubicBezTo>
                    <a:pt x="108138" y="61208"/>
                    <a:pt x="110471" y="52826"/>
                    <a:pt x="109014" y="4380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3BE13A67-51F0-4165-BDDC-06CF36AAB9A5}"/>
                </a:ext>
              </a:extLst>
            </p:cNvPr>
            <p:cNvSpPr/>
            <p:nvPr/>
          </p:nvSpPr>
          <p:spPr>
            <a:xfrm>
              <a:off x="6562637" y="4303073"/>
              <a:ext cx="57150" cy="66675"/>
            </a:xfrm>
            <a:custGeom>
              <a:avLst/>
              <a:gdLst>
                <a:gd name="connsiteX0" fmla="*/ 34702 w 57150"/>
                <a:gd name="connsiteY0" fmla="*/ 10100 h 66675"/>
                <a:gd name="connsiteX1" fmla="*/ 25978 w 57150"/>
                <a:gd name="connsiteY1" fmla="*/ 12919 h 66675"/>
                <a:gd name="connsiteX2" fmla="*/ 24777 w 57150"/>
                <a:gd name="connsiteY2" fmla="*/ 35627 h 66675"/>
                <a:gd name="connsiteX3" fmla="*/ 18596 w 57150"/>
                <a:gd name="connsiteY3" fmla="*/ 45352 h 66675"/>
                <a:gd name="connsiteX4" fmla="*/ 16519 w 57150"/>
                <a:gd name="connsiteY4" fmla="*/ 41142 h 66675"/>
                <a:gd name="connsiteX5" fmla="*/ 21063 w 57150"/>
                <a:gd name="connsiteY5" fmla="*/ 29312 h 66675"/>
                <a:gd name="connsiteX6" fmla="*/ 18044 w 57150"/>
                <a:gd name="connsiteY6" fmla="*/ 20273 h 66675"/>
                <a:gd name="connsiteX7" fmla="*/ 8890 w 57150"/>
                <a:gd name="connsiteY7" fmla="*/ 36884 h 66675"/>
                <a:gd name="connsiteX8" fmla="*/ 7423 w 57150"/>
                <a:gd name="connsiteY8" fmla="*/ 47762 h 66675"/>
                <a:gd name="connsiteX9" fmla="*/ 18958 w 57150"/>
                <a:gd name="connsiteY9" fmla="*/ 62297 h 66675"/>
                <a:gd name="connsiteX10" fmla="*/ 20529 w 57150"/>
                <a:gd name="connsiteY10" fmla="*/ 68869 h 66675"/>
                <a:gd name="connsiteX11" fmla="*/ 43542 w 57150"/>
                <a:gd name="connsiteY11" fmla="*/ 64993 h 66675"/>
                <a:gd name="connsiteX12" fmla="*/ 50857 w 57150"/>
                <a:gd name="connsiteY12" fmla="*/ 27388 h 66675"/>
                <a:gd name="connsiteX13" fmla="*/ 34702 w 57150"/>
                <a:gd name="connsiteY13" fmla="*/ 10100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150" h="66675">
                  <a:moveTo>
                    <a:pt x="34702" y="10100"/>
                  </a:moveTo>
                  <a:cubicBezTo>
                    <a:pt x="25825" y="2080"/>
                    <a:pt x="25978" y="12919"/>
                    <a:pt x="25978" y="12919"/>
                  </a:cubicBezTo>
                  <a:cubicBezTo>
                    <a:pt x="25978" y="12919"/>
                    <a:pt x="26130" y="28483"/>
                    <a:pt x="24777" y="35627"/>
                  </a:cubicBezTo>
                  <a:cubicBezTo>
                    <a:pt x="24025" y="39847"/>
                    <a:pt x="19148" y="45533"/>
                    <a:pt x="18596" y="45352"/>
                  </a:cubicBezTo>
                  <a:cubicBezTo>
                    <a:pt x="16329" y="44609"/>
                    <a:pt x="16519" y="41142"/>
                    <a:pt x="16519" y="41142"/>
                  </a:cubicBezTo>
                  <a:cubicBezTo>
                    <a:pt x="16519" y="41142"/>
                    <a:pt x="20491" y="30426"/>
                    <a:pt x="21063" y="29312"/>
                  </a:cubicBezTo>
                  <a:cubicBezTo>
                    <a:pt x="22701" y="26054"/>
                    <a:pt x="20986" y="21254"/>
                    <a:pt x="18044" y="20273"/>
                  </a:cubicBezTo>
                  <a:lnTo>
                    <a:pt x="8890" y="36884"/>
                  </a:lnTo>
                  <a:cubicBezTo>
                    <a:pt x="8890" y="36884"/>
                    <a:pt x="6309" y="42247"/>
                    <a:pt x="7423" y="47762"/>
                  </a:cubicBezTo>
                  <a:cubicBezTo>
                    <a:pt x="8604" y="53239"/>
                    <a:pt x="16262" y="56887"/>
                    <a:pt x="18958" y="62297"/>
                  </a:cubicBezTo>
                  <a:cubicBezTo>
                    <a:pt x="19653" y="63707"/>
                    <a:pt x="20529" y="68869"/>
                    <a:pt x="20529" y="68869"/>
                  </a:cubicBezTo>
                  <a:lnTo>
                    <a:pt x="43542" y="64993"/>
                  </a:lnTo>
                  <a:cubicBezTo>
                    <a:pt x="44456" y="62773"/>
                    <a:pt x="54915" y="37561"/>
                    <a:pt x="50857" y="27388"/>
                  </a:cubicBezTo>
                  <a:cubicBezTo>
                    <a:pt x="46771" y="17263"/>
                    <a:pt x="43590" y="18073"/>
                    <a:pt x="34702" y="10100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AC59800A-9144-4426-8918-5EA3EA034C6B}"/>
                </a:ext>
              </a:extLst>
            </p:cNvPr>
            <p:cNvSpPr/>
            <p:nvPr/>
          </p:nvSpPr>
          <p:spPr>
            <a:xfrm>
              <a:off x="6340136" y="4645939"/>
              <a:ext cx="209550" cy="209550"/>
            </a:xfrm>
            <a:custGeom>
              <a:avLst/>
              <a:gdLst>
                <a:gd name="connsiteX0" fmla="*/ 37615 w 209550"/>
                <a:gd name="connsiteY0" fmla="*/ 7144 h 209550"/>
                <a:gd name="connsiteX1" fmla="*/ 7144 w 209550"/>
                <a:gd name="connsiteY1" fmla="*/ 150752 h 209550"/>
                <a:gd name="connsiteX2" fmla="*/ 203978 w 209550"/>
                <a:gd name="connsiteY2" fmla="*/ 199434 h 209550"/>
                <a:gd name="connsiteX3" fmla="*/ 176175 w 209550"/>
                <a:gd name="connsiteY3" fmla="*/ 27594 h 209550"/>
                <a:gd name="connsiteX4" fmla="*/ 37615 w 209550"/>
                <a:gd name="connsiteY4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09550">
                  <a:moveTo>
                    <a:pt x="37615" y="7144"/>
                  </a:moveTo>
                  <a:lnTo>
                    <a:pt x="7144" y="150752"/>
                  </a:lnTo>
                  <a:cubicBezTo>
                    <a:pt x="18945" y="160734"/>
                    <a:pt x="108642" y="223542"/>
                    <a:pt x="203978" y="199434"/>
                  </a:cubicBezTo>
                  <a:lnTo>
                    <a:pt x="176175" y="27594"/>
                  </a:lnTo>
                  <a:cubicBezTo>
                    <a:pt x="128654" y="40110"/>
                    <a:pt x="82305" y="31156"/>
                    <a:pt x="37615" y="7144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097E2EE-3554-4B6E-8C79-00281651116B}"/>
                </a:ext>
              </a:extLst>
            </p:cNvPr>
            <p:cNvSpPr/>
            <p:nvPr/>
          </p:nvSpPr>
          <p:spPr>
            <a:xfrm>
              <a:off x="6350947" y="4266123"/>
              <a:ext cx="190500" cy="333375"/>
            </a:xfrm>
            <a:custGeom>
              <a:avLst/>
              <a:gdLst>
                <a:gd name="connsiteX0" fmla="*/ 152581 w 190500"/>
                <a:gd name="connsiteY0" fmla="*/ 29105 h 333375"/>
                <a:gd name="connsiteX1" fmla="*/ 134541 w 190500"/>
                <a:gd name="connsiteY1" fmla="*/ 15579 h 333375"/>
                <a:gd name="connsiteX2" fmla="*/ 58740 w 190500"/>
                <a:gd name="connsiteY2" fmla="*/ 20285 h 333375"/>
                <a:gd name="connsiteX3" fmla="*/ 32823 w 190500"/>
                <a:gd name="connsiteY3" fmla="*/ 111372 h 333375"/>
                <a:gd name="connsiteX4" fmla="*/ 21546 w 190500"/>
                <a:gd name="connsiteY4" fmla="*/ 191677 h 333375"/>
                <a:gd name="connsiteX5" fmla="*/ 8506 w 190500"/>
                <a:gd name="connsiteY5" fmla="*/ 252695 h 333375"/>
                <a:gd name="connsiteX6" fmla="*/ 111099 w 190500"/>
                <a:gd name="connsiteY6" fmla="*/ 331495 h 333375"/>
                <a:gd name="connsiteX7" fmla="*/ 116253 w 190500"/>
                <a:gd name="connsiteY7" fmla="*/ 223300 h 333375"/>
                <a:gd name="connsiteX8" fmla="*/ 105537 w 190500"/>
                <a:gd name="connsiteY8" fmla="*/ 143395 h 333375"/>
                <a:gd name="connsiteX9" fmla="*/ 143351 w 190500"/>
                <a:gd name="connsiteY9" fmla="*/ 87322 h 333375"/>
                <a:gd name="connsiteX10" fmla="*/ 155543 w 190500"/>
                <a:gd name="connsiteY10" fmla="*/ 46107 h 333375"/>
                <a:gd name="connsiteX11" fmla="*/ 168354 w 190500"/>
                <a:gd name="connsiteY11" fmla="*/ 91055 h 333375"/>
                <a:gd name="connsiteX12" fmla="*/ 179356 w 190500"/>
                <a:gd name="connsiteY12" fmla="*/ 32762 h 333375"/>
                <a:gd name="connsiteX13" fmla="*/ 152581 w 190500"/>
                <a:gd name="connsiteY13" fmla="*/ 29105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0500" h="333375">
                  <a:moveTo>
                    <a:pt x="152581" y="29105"/>
                  </a:moveTo>
                  <a:cubicBezTo>
                    <a:pt x="152581" y="29105"/>
                    <a:pt x="152581" y="25485"/>
                    <a:pt x="134541" y="15579"/>
                  </a:cubicBezTo>
                  <a:cubicBezTo>
                    <a:pt x="120138" y="7645"/>
                    <a:pt x="81286" y="-451"/>
                    <a:pt x="58740" y="20285"/>
                  </a:cubicBezTo>
                  <a:cubicBezTo>
                    <a:pt x="36185" y="41030"/>
                    <a:pt x="24717" y="74025"/>
                    <a:pt x="32823" y="111372"/>
                  </a:cubicBezTo>
                  <a:cubicBezTo>
                    <a:pt x="40957" y="148729"/>
                    <a:pt x="31271" y="180695"/>
                    <a:pt x="21546" y="191677"/>
                  </a:cubicBezTo>
                  <a:cubicBezTo>
                    <a:pt x="5372" y="209946"/>
                    <a:pt x="5962" y="240045"/>
                    <a:pt x="8506" y="252695"/>
                  </a:cubicBezTo>
                  <a:cubicBezTo>
                    <a:pt x="23098" y="325256"/>
                    <a:pt x="111099" y="331495"/>
                    <a:pt x="111099" y="331495"/>
                  </a:cubicBezTo>
                  <a:cubicBezTo>
                    <a:pt x="111099" y="331495"/>
                    <a:pt x="85753" y="288394"/>
                    <a:pt x="116253" y="223300"/>
                  </a:cubicBezTo>
                  <a:cubicBezTo>
                    <a:pt x="137484" y="177981"/>
                    <a:pt x="113652" y="162379"/>
                    <a:pt x="105537" y="143395"/>
                  </a:cubicBezTo>
                  <a:cubicBezTo>
                    <a:pt x="97412" y="124440"/>
                    <a:pt x="121215" y="121935"/>
                    <a:pt x="143351" y="87322"/>
                  </a:cubicBezTo>
                  <a:cubicBezTo>
                    <a:pt x="153276" y="71796"/>
                    <a:pt x="155543" y="46107"/>
                    <a:pt x="155543" y="46107"/>
                  </a:cubicBezTo>
                  <a:cubicBezTo>
                    <a:pt x="155543" y="46107"/>
                    <a:pt x="169421" y="56146"/>
                    <a:pt x="168354" y="91055"/>
                  </a:cubicBezTo>
                  <a:cubicBezTo>
                    <a:pt x="168354" y="91055"/>
                    <a:pt x="205550" y="57422"/>
                    <a:pt x="179356" y="32762"/>
                  </a:cubicBezTo>
                  <a:cubicBezTo>
                    <a:pt x="168897" y="22914"/>
                    <a:pt x="152581" y="29105"/>
                    <a:pt x="152581" y="29105"/>
                  </a:cubicBezTo>
                  <a:close/>
                </a:path>
              </a:pathLst>
            </a:custGeom>
            <a:solidFill>
              <a:srgbClr val="1321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24F8B2C7-CC03-4C08-974C-CAED5F5B9A0D}"/>
                </a:ext>
              </a:extLst>
            </p:cNvPr>
            <p:cNvSpPr/>
            <p:nvPr/>
          </p:nvSpPr>
          <p:spPr>
            <a:xfrm>
              <a:off x="4506490" y="3898961"/>
              <a:ext cx="371475" cy="238125"/>
            </a:xfrm>
            <a:custGeom>
              <a:avLst/>
              <a:gdLst>
                <a:gd name="connsiteX0" fmla="*/ 355366 w 371475"/>
                <a:gd name="connsiteY0" fmla="*/ 148208 h 238125"/>
                <a:gd name="connsiteX1" fmla="*/ 110431 w 371475"/>
                <a:gd name="connsiteY1" fmla="*/ 10981 h 238125"/>
                <a:gd name="connsiteX2" fmla="*/ 80922 w 371475"/>
                <a:gd name="connsiteY2" fmla="*/ 11029 h 238125"/>
                <a:gd name="connsiteX3" fmla="*/ 22458 w 371475"/>
                <a:gd name="connsiteY3" fmla="*/ 44004 h 238125"/>
                <a:gd name="connsiteX4" fmla="*/ 22534 w 371475"/>
                <a:gd name="connsiteY4" fmla="*/ 96487 h 238125"/>
                <a:gd name="connsiteX5" fmla="*/ 267479 w 371475"/>
                <a:gd name="connsiteY5" fmla="*/ 233723 h 238125"/>
                <a:gd name="connsiteX6" fmla="*/ 296987 w 371475"/>
                <a:gd name="connsiteY6" fmla="*/ 233676 h 238125"/>
                <a:gd name="connsiteX7" fmla="*/ 355442 w 371475"/>
                <a:gd name="connsiteY7" fmla="*/ 200700 h 238125"/>
                <a:gd name="connsiteX8" fmla="*/ 355366 w 371475"/>
                <a:gd name="connsiteY8" fmla="*/ 1482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475" h="238125">
                  <a:moveTo>
                    <a:pt x="355366" y="148208"/>
                  </a:moveTo>
                  <a:lnTo>
                    <a:pt x="110431" y="10981"/>
                  </a:lnTo>
                  <a:cubicBezTo>
                    <a:pt x="101258" y="5847"/>
                    <a:pt x="90076" y="5866"/>
                    <a:pt x="80922" y="11029"/>
                  </a:cubicBezTo>
                  <a:lnTo>
                    <a:pt x="22458" y="44004"/>
                  </a:lnTo>
                  <a:cubicBezTo>
                    <a:pt x="2007" y="55539"/>
                    <a:pt x="2046" y="85010"/>
                    <a:pt x="22534" y="96487"/>
                  </a:cubicBezTo>
                  <a:lnTo>
                    <a:pt x="267479" y="233723"/>
                  </a:lnTo>
                  <a:cubicBezTo>
                    <a:pt x="276651" y="238857"/>
                    <a:pt x="287843" y="238838"/>
                    <a:pt x="296987" y="233676"/>
                  </a:cubicBezTo>
                  <a:lnTo>
                    <a:pt x="355442" y="200700"/>
                  </a:lnTo>
                  <a:cubicBezTo>
                    <a:pt x="375911" y="189146"/>
                    <a:pt x="375864" y="159685"/>
                    <a:pt x="355366" y="14820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DD9434B0-8B8D-4207-AE4E-9278423266C0}"/>
                </a:ext>
              </a:extLst>
            </p:cNvPr>
            <p:cNvSpPr/>
            <p:nvPr/>
          </p:nvSpPr>
          <p:spPr>
            <a:xfrm>
              <a:off x="4565704" y="3591026"/>
              <a:ext cx="38100" cy="57150"/>
            </a:xfrm>
            <a:custGeom>
              <a:avLst/>
              <a:gdLst>
                <a:gd name="connsiteX0" fmla="*/ 7144 w 38100"/>
                <a:gd name="connsiteY0" fmla="*/ 55435 h 57150"/>
                <a:gd name="connsiteX1" fmla="*/ 12068 w 38100"/>
                <a:gd name="connsiteY1" fmla="*/ 56874 h 57150"/>
                <a:gd name="connsiteX2" fmla="*/ 19441 w 38100"/>
                <a:gd name="connsiteY2" fmla="*/ 34776 h 57150"/>
                <a:gd name="connsiteX3" fmla="*/ 32176 w 38100"/>
                <a:gd name="connsiteY3" fmla="*/ 9725 h 57150"/>
                <a:gd name="connsiteX4" fmla="*/ 21889 w 38100"/>
                <a:gd name="connsiteY4" fmla="*/ 7144 h 57150"/>
                <a:gd name="connsiteX5" fmla="*/ 7144 w 38100"/>
                <a:gd name="connsiteY5" fmla="*/ 5543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57150">
                  <a:moveTo>
                    <a:pt x="7144" y="55435"/>
                  </a:moveTo>
                  <a:cubicBezTo>
                    <a:pt x="7106" y="58579"/>
                    <a:pt x="10602" y="59084"/>
                    <a:pt x="12068" y="56874"/>
                  </a:cubicBezTo>
                  <a:cubicBezTo>
                    <a:pt x="16078" y="50797"/>
                    <a:pt x="16641" y="41338"/>
                    <a:pt x="19441" y="34776"/>
                  </a:cubicBezTo>
                  <a:cubicBezTo>
                    <a:pt x="23403" y="25489"/>
                    <a:pt x="28404" y="18583"/>
                    <a:pt x="32176" y="9725"/>
                  </a:cubicBezTo>
                  <a:cubicBezTo>
                    <a:pt x="29880" y="9896"/>
                    <a:pt x="24165" y="7963"/>
                    <a:pt x="21889" y="7144"/>
                  </a:cubicBezTo>
                  <a:cubicBezTo>
                    <a:pt x="12497" y="16212"/>
                    <a:pt x="7201" y="49282"/>
                    <a:pt x="7144" y="5543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01474545-E280-4F97-AA4C-3941E1C150A6}"/>
                </a:ext>
              </a:extLst>
            </p:cNvPr>
            <p:cNvSpPr/>
            <p:nvPr/>
          </p:nvSpPr>
          <p:spPr>
            <a:xfrm>
              <a:off x="4573633" y="3582015"/>
              <a:ext cx="28575" cy="57150"/>
            </a:xfrm>
            <a:custGeom>
              <a:avLst/>
              <a:gdLst>
                <a:gd name="connsiteX0" fmla="*/ 7188 w 28575"/>
                <a:gd name="connsiteY0" fmla="*/ 55654 h 57150"/>
                <a:gd name="connsiteX1" fmla="*/ 10807 w 28575"/>
                <a:gd name="connsiteY1" fmla="*/ 56883 h 57150"/>
                <a:gd name="connsiteX2" fmla="*/ 18170 w 28575"/>
                <a:gd name="connsiteY2" fmla="*/ 34795 h 57150"/>
                <a:gd name="connsiteX3" fmla="*/ 30905 w 28575"/>
                <a:gd name="connsiteY3" fmla="*/ 9725 h 57150"/>
                <a:gd name="connsiteX4" fmla="*/ 20618 w 28575"/>
                <a:gd name="connsiteY4" fmla="*/ 7144 h 57150"/>
                <a:gd name="connsiteX5" fmla="*/ 7188 w 28575"/>
                <a:gd name="connsiteY5" fmla="*/ 5565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57150">
                  <a:moveTo>
                    <a:pt x="7188" y="55654"/>
                  </a:moveTo>
                  <a:cubicBezTo>
                    <a:pt x="6778" y="57474"/>
                    <a:pt x="9340" y="59103"/>
                    <a:pt x="10807" y="56883"/>
                  </a:cubicBezTo>
                  <a:cubicBezTo>
                    <a:pt x="14807" y="50816"/>
                    <a:pt x="15379" y="41348"/>
                    <a:pt x="18170" y="34795"/>
                  </a:cubicBezTo>
                  <a:cubicBezTo>
                    <a:pt x="22142" y="25508"/>
                    <a:pt x="27123" y="18602"/>
                    <a:pt x="30905" y="9725"/>
                  </a:cubicBezTo>
                  <a:cubicBezTo>
                    <a:pt x="28600" y="9925"/>
                    <a:pt x="22894" y="7963"/>
                    <a:pt x="20618" y="7144"/>
                  </a:cubicBezTo>
                  <a:cubicBezTo>
                    <a:pt x="11226" y="16240"/>
                    <a:pt x="8578" y="49654"/>
                    <a:pt x="7188" y="55654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0C802A63-F485-4037-9A74-D8FFB419A748}"/>
                </a:ext>
              </a:extLst>
            </p:cNvPr>
            <p:cNvSpPr/>
            <p:nvPr/>
          </p:nvSpPr>
          <p:spPr>
            <a:xfrm>
              <a:off x="4578888" y="3580539"/>
              <a:ext cx="28575" cy="57150"/>
            </a:xfrm>
            <a:custGeom>
              <a:avLst/>
              <a:gdLst>
                <a:gd name="connsiteX0" fmla="*/ 7190 w 28575"/>
                <a:gd name="connsiteY0" fmla="*/ 52626 h 57150"/>
                <a:gd name="connsiteX1" fmla="*/ 10562 w 28575"/>
                <a:gd name="connsiteY1" fmla="*/ 53778 h 57150"/>
                <a:gd name="connsiteX2" fmla="*/ 17487 w 28575"/>
                <a:gd name="connsiteY2" fmla="*/ 33061 h 57150"/>
                <a:gd name="connsiteX3" fmla="*/ 29412 w 28575"/>
                <a:gd name="connsiteY3" fmla="*/ 9553 h 57150"/>
                <a:gd name="connsiteX4" fmla="*/ 19782 w 28575"/>
                <a:gd name="connsiteY4" fmla="*/ 7144 h 57150"/>
                <a:gd name="connsiteX5" fmla="*/ 7190 w 28575"/>
                <a:gd name="connsiteY5" fmla="*/ 52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57150">
                  <a:moveTo>
                    <a:pt x="7190" y="52626"/>
                  </a:moveTo>
                  <a:cubicBezTo>
                    <a:pt x="6781" y="54331"/>
                    <a:pt x="9181" y="55864"/>
                    <a:pt x="10562" y="53778"/>
                  </a:cubicBezTo>
                  <a:cubicBezTo>
                    <a:pt x="14324" y="48082"/>
                    <a:pt x="14848" y="39214"/>
                    <a:pt x="17487" y="33061"/>
                  </a:cubicBezTo>
                  <a:cubicBezTo>
                    <a:pt x="21211" y="24355"/>
                    <a:pt x="25888" y="17869"/>
                    <a:pt x="29412" y="9553"/>
                  </a:cubicBezTo>
                  <a:cubicBezTo>
                    <a:pt x="27269" y="9744"/>
                    <a:pt x="21916" y="7906"/>
                    <a:pt x="19782" y="7144"/>
                  </a:cubicBezTo>
                  <a:cubicBezTo>
                    <a:pt x="10962" y="15649"/>
                    <a:pt x="8495" y="46996"/>
                    <a:pt x="7190" y="52626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2D0F18B-8ACB-4447-902E-83D316DFD61C}"/>
                </a:ext>
              </a:extLst>
            </p:cNvPr>
            <p:cNvSpPr/>
            <p:nvPr/>
          </p:nvSpPr>
          <p:spPr>
            <a:xfrm>
              <a:off x="4564524" y="3576157"/>
              <a:ext cx="28575" cy="66675"/>
            </a:xfrm>
            <a:custGeom>
              <a:avLst/>
              <a:gdLst>
                <a:gd name="connsiteX0" fmla="*/ 15935 w 28575"/>
                <a:gd name="connsiteY0" fmla="*/ 7144 h 66675"/>
                <a:gd name="connsiteX1" fmla="*/ 13516 w 28575"/>
                <a:gd name="connsiteY1" fmla="*/ 17269 h 66675"/>
                <a:gd name="connsiteX2" fmla="*/ 10696 w 28575"/>
                <a:gd name="connsiteY2" fmla="*/ 29204 h 66675"/>
                <a:gd name="connsiteX3" fmla="*/ 9267 w 28575"/>
                <a:gd name="connsiteY3" fmla="*/ 65465 h 66675"/>
                <a:gd name="connsiteX4" fmla="*/ 12706 w 28575"/>
                <a:gd name="connsiteY4" fmla="*/ 58750 h 66675"/>
                <a:gd name="connsiteX5" fmla="*/ 19269 w 28575"/>
                <a:gd name="connsiteY5" fmla="*/ 29680 h 66675"/>
                <a:gd name="connsiteX6" fmla="*/ 19964 w 28575"/>
                <a:gd name="connsiteY6" fmla="*/ 47711 h 66675"/>
                <a:gd name="connsiteX7" fmla="*/ 24831 w 28575"/>
                <a:gd name="connsiteY7" fmla="*/ 39691 h 66675"/>
                <a:gd name="connsiteX8" fmla="*/ 30441 w 28575"/>
                <a:gd name="connsiteY8" fmla="*/ 17126 h 66675"/>
                <a:gd name="connsiteX9" fmla="*/ 15935 w 28575"/>
                <a:gd name="connsiteY9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66675">
                  <a:moveTo>
                    <a:pt x="15935" y="7144"/>
                  </a:moveTo>
                  <a:cubicBezTo>
                    <a:pt x="15182" y="10449"/>
                    <a:pt x="14392" y="13868"/>
                    <a:pt x="13516" y="17269"/>
                  </a:cubicBezTo>
                  <a:cubicBezTo>
                    <a:pt x="12506" y="21231"/>
                    <a:pt x="11477" y="25298"/>
                    <a:pt x="10696" y="29204"/>
                  </a:cubicBezTo>
                  <a:cubicBezTo>
                    <a:pt x="10534" y="31213"/>
                    <a:pt x="3829" y="64227"/>
                    <a:pt x="9267" y="65465"/>
                  </a:cubicBezTo>
                  <a:cubicBezTo>
                    <a:pt x="11677" y="66027"/>
                    <a:pt x="12249" y="60703"/>
                    <a:pt x="12706" y="58750"/>
                  </a:cubicBezTo>
                  <a:cubicBezTo>
                    <a:pt x="14240" y="52007"/>
                    <a:pt x="17688" y="25327"/>
                    <a:pt x="19269" y="29680"/>
                  </a:cubicBezTo>
                  <a:cubicBezTo>
                    <a:pt x="19907" y="31461"/>
                    <a:pt x="15468" y="46539"/>
                    <a:pt x="19964" y="47711"/>
                  </a:cubicBezTo>
                  <a:cubicBezTo>
                    <a:pt x="21459" y="48101"/>
                    <a:pt x="23593" y="41367"/>
                    <a:pt x="24831" y="39691"/>
                  </a:cubicBezTo>
                  <a:cubicBezTo>
                    <a:pt x="32089" y="29956"/>
                    <a:pt x="31232" y="22879"/>
                    <a:pt x="30441" y="17126"/>
                  </a:cubicBezTo>
                  <a:cubicBezTo>
                    <a:pt x="25507" y="15364"/>
                    <a:pt x="18478" y="10801"/>
                    <a:pt x="15935" y="7144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065AB015-2601-4C24-88DC-B27E86455220}"/>
                </a:ext>
              </a:extLst>
            </p:cNvPr>
            <p:cNvSpPr/>
            <p:nvPr/>
          </p:nvSpPr>
          <p:spPr>
            <a:xfrm>
              <a:off x="4763366" y="4026595"/>
              <a:ext cx="66675" cy="85725"/>
            </a:xfrm>
            <a:custGeom>
              <a:avLst/>
              <a:gdLst>
                <a:gd name="connsiteX0" fmla="*/ 57018 w 66675"/>
                <a:gd name="connsiteY0" fmla="*/ 8792 h 85725"/>
                <a:gd name="connsiteX1" fmla="*/ 21700 w 66675"/>
                <a:gd name="connsiteY1" fmla="*/ 7144 h 85725"/>
                <a:gd name="connsiteX2" fmla="*/ 18556 w 66675"/>
                <a:gd name="connsiteY2" fmla="*/ 30099 h 85725"/>
                <a:gd name="connsiteX3" fmla="*/ 7698 w 66675"/>
                <a:gd name="connsiteY3" fmla="*/ 68371 h 85725"/>
                <a:gd name="connsiteX4" fmla="*/ 21881 w 66675"/>
                <a:gd name="connsiteY4" fmla="*/ 86744 h 85725"/>
                <a:gd name="connsiteX5" fmla="*/ 55027 w 66675"/>
                <a:gd name="connsiteY5" fmla="*/ 65961 h 85725"/>
                <a:gd name="connsiteX6" fmla="*/ 57161 w 66675"/>
                <a:gd name="connsiteY6" fmla="*/ 21146 h 85725"/>
                <a:gd name="connsiteX7" fmla="*/ 57018 w 66675"/>
                <a:gd name="connsiteY7" fmla="*/ 879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675" h="85725">
                  <a:moveTo>
                    <a:pt x="57018" y="8792"/>
                  </a:moveTo>
                  <a:lnTo>
                    <a:pt x="21700" y="7144"/>
                  </a:lnTo>
                  <a:cubicBezTo>
                    <a:pt x="21700" y="7144"/>
                    <a:pt x="20461" y="21755"/>
                    <a:pt x="18556" y="30099"/>
                  </a:cubicBezTo>
                  <a:cubicBezTo>
                    <a:pt x="15680" y="42672"/>
                    <a:pt x="9222" y="62065"/>
                    <a:pt x="7698" y="68371"/>
                  </a:cubicBezTo>
                  <a:cubicBezTo>
                    <a:pt x="5193" y="78829"/>
                    <a:pt x="11403" y="84268"/>
                    <a:pt x="21881" y="86744"/>
                  </a:cubicBezTo>
                  <a:cubicBezTo>
                    <a:pt x="30977" y="88887"/>
                    <a:pt x="52160" y="77648"/>
                    <a:pt x="55027" y="65961"/>
                  </a:cubicBezTo>
                  <a:cubicBezTo>
                    <a:pt x="56923" y="58226"/>
                    <a:pt x="66191" y="29880"/>
                    <a:pt x="57161" y="21146"/>
                  </a:cubicBezTo>
                  <a:lnTo>
                    <a:pt x="57018" y="8792"/>
                  </a:ln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F5D322F-678D-4F80-8DCD-3F80FBD5EE89}"/>
                </a:ext>
              </a:extLst>
            </p:cNvPr>
            <p:cNvSpPr/>
            <p:nvPr/>
          </p:nvSpPr>
          <p:spPr>
            <a:xfrm>
              <a:off x="4775702" y="4026595"/>
              <a:ext cx="47625" cy="28575"/>
            </a:xfrm>
            <a:custGeom>
              <a:avLst/>
              <a:gdLst>
                <a:gd name="connsiteX0" fmla="*/ 9363 w 47625"/>
                <a:gd name="connsiteY0" fmla="*/ 7144 h 28575"/>
                <a:gd name="connsiteX1" fmla="*/ 7144 w 47625"/>
                <a:gd name="connsiteY1" fmla="*/ 25041 h 28575"/>
                <a:gd name="connsiteX2" fmla="*/ 19983 w 47625"/>
                <a:gd name="connsiteY2" fmla="*/ 25270 h 28575"/>
                <a:gd name="connsiteX3" fmla="*/ 40739 w 47625"/>
                <a:gd name="connsiteY3" fmla="*/ 28204 h 28575"/>
                <a:gd name="connsiteX4" fmla="*/ 44844 w 47625"/>
                <a:gd name="connsiteY4" fmla="*/ 21146 h 28575"/>
                <a:gd name="connsiteX5" fmla="*/ 44691 w 47625"/>
                <a:gd name="connsiteY5" fmla="*/ 8792 h 28575"/>
                <a:gd name="connsiteX6" fmla="*/ 9363 w 476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25" h="28575">
                  <a:moveTo>
                    <a:pt x="9363" y="7144"/>
                  </a:moveTo>
                  <a:cubicBezTo>
                    <a:pt x="9363" y="7144"/>
                    <a:pt x="8468" y="17450"/>
                    <a:pt x="7144" y="25041"/>
                  </a:cubicBezTo>
                  <a:cubicBezTo>
                    <a:pt x="8325" y="26851"/>
                    <a:pt x="12821" y="24241"/>
                    <a:pt x="19983" y="25270"/>
                  </a:cubicBezTo>
                  <a:cubicBezTo>
                    <a:pt x="28918" y="26565"/>
                    <a:pt x="37633" y="31071"/>
                    <a:pt x="40739" y="28204"/>
                  </a:cubicBezTo>
                  <a:cubicBezTo>
                    <a:pt x="41881" y="27146"/>
                    <a:pt x="43405" y="24260"/>
                    <a:pt x="44844" y="21146"/>
                  </a:cubicBezTo>
                  <a:cubicBezTo>
                    <a:pt x="44844" y="13868"/>
                    <a:pt x="44691" y="8792"/>
                    <a:pt x="44691" y="8792"/>
                  </a:cubicBezTo>
                  <a:lnTo>
                    <a:pt x="9363" y="7144"/>
                  </a:ln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7A27563D-A04A-4639-B187-4D7E1EB419A0}"/>
                </a:ext>
              </a:extLst>
            </p:cNvPr>
            <p:cNvSpPr/>
            <p:nvPr/>
          </p:nvSpPr>
          <p:spPr>
            <a:xfrm>
              <a:off x="4544692" y="3922143"/>
              <a:ext cx="104775" cy="76200"/>
            </a:xfrm>
            <a:custGeom>
              <a:avLst/>
              <a:gdLst>
                <a:gd name="connsiteX0" fmla="*/ 67970 w 104775"/>
                <a:gd name="connsiteY0" fmla="*/ 7144 h 76200"/>
                <a:gd name="connsiteX1" fmla="*/ 56912 w 104775"/>
                <a:gd name="connsiteY1" fmla="*/ 19460 h 76200"/>
                <a:gd name="connsiteX2" fmla="*/ 7144 w 104775"/>
                <a:gd name="connsiteY2" fmla="*/ 56197 h 76200"/>
                <a:gd name="connsiteX3" fmla="*/ 37081 w 104775"/>
                <a:gd name="connsiteY3" fmla="*/ 69323 h 76200"/>
                <a:gd name="connsiteX4" fmla="*/ 66104 w 104775"/>
                <a:gd name="connsiteY4" fmla="*/ 58055 h 76200"/>
                <a:gd name="connsiteX5" fmla="*/ 96088 w 104775"/>
                <a:gd name="connsiteY5" fmla="*/ 45453 h 76200"/>
                <a:gd name="connsiteX6" fmla="*/ 97174 w 104775"/>
                <a:gd name="connsiteY6" fmla="*/ 30023 h 76200"/>
                <a:gd name="connsiteX7" fmla="*/ 100089 w 104775"/>
                <a:gd name="connsiteY7" fmla="*/ 15526 h 76200"/>
                <a:gd name="connsiteX8" fmla="*/ 67970 w 104775"/>
                <a:gd name="connsiteY8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4775" h="76200">
                  <a:moveTo>
                    <a:pt x="67970" y="7144"/>
                  </a:moveTo>
                  <a:cubicBezTo>
                    <a:pt x="67970" y="7144"/>
                    <a:pt x="61874" y="14630"/>
                    <a:pt x="56912" y="19460"/>
                  </a:cubicBezTo>
                  <a:cubicBezTo>
                    <a:pt x="47339" y="28784"/>
                    <a:pt x="7144" y="42986"/>
                    <a:pt x="7144" y="56197"/>
                  </a:cubicBezTo>
                  <a:cubicBezTo>
                    <a:pt x="7144" y="62875"/>
                    <a:pt x="23631" y="68875"/>
                    <a:pt x="37081" y="69323"/>
                  </a:cubicBezTo>
                  <a:cubicBezTo>
                    <a:pt x="50530" y="69780"/>
                    <a:pt x="60265" y="63294"/>
                    <a:pt x="66104" y="58055"/>
                  </a:cubicBezTo>
                  <a:cubicBezTo>
                    <a:pt x="72028" y="52816"/>
                    <a:pt x="93107" y="49558"/>
                    <a:pt x="96088" y="45453"/>
                  </a:cubicBezTo>
                  <a:cubicBezTo>
                    <a:pt x="101279" y="38309"/>
                    <a:pt x="97174" y="30023"/>
                    <a:pt x="97174" y="30023"/>
                  </a:cubicBezTo>
                  <a:cubicBezTo>
                    <a:pt x="98641" y="22669"/>
                    <a:pt x="100089" y="15526"/>
                    <a:pt x="100089" y="15526"/>
                  </a:cubicBezTo>
                  <a:lnTo>
                    <a:pt x="67970" y="7144"/>
                  </a:ln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3AB64F9-A663-4BD2-96AA-319CF7A25D5C}"/>
                </a:ext>
              </a:extLst>
            </p:cNvPr>
            <p:cNvSpPr/>
            <p:nvPr/>
          </p:nvSpPr>
          <p:spPr>
            <a:xfrm>
              <a:off x="4594461" y="3920772"/>
              <a:ext cx="57150" cy="38100"/>
            </a:xfrm>
            <a:custGeom>
              <a:avLst/>
              <a:gdLst>
                <a:gd name="connsiteX0" fmla="*/ 7144 w 57150"/>
                <a:gd name="connsiteY0" fmla="*/ 20831 h 38100"/>
                <a:gd name="connsiteX1" fmla="*/ 23641 w 57150"/>
                <a:gd name="connsiteY1" fmla="*/ 33823 h 38100"/>
                <a:gd name="connsiteX2" fmla="*/ 47406 w 57150"/>
                <a:gd name="connsiteY2" fmla="*/ 31394 h 38100"/>
                <a:gd name="connsiteX3" fmla="*/ 50320 w 57150"/>
                <a:gd name="connsiteY3" fmla="*/ 16897 h 38100"/>
                <a:gd name="connsiteX4" fmla="*/ 17278 w 57150"/>
                <a:gd name="connsiteY4" fmla="*/ 7144 h 38100"/>
                <a:gd name="connsiteX5" fmla="*/ 7144 w 57150"/>
                <a:gd name="connsiteY5" fmla="*/ 2083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38100">
                  <a:moveTo>
                    <a:pt x="7144" y="20831"/>
                  </a:moveTo>
                  <a:cubicBezTo>
                    <a:pt x="7144" y="20831"/>
                    <a:pt x="12887" y="28966"/>
                    <a:pt x="23641" y="33823"/>
                  </a:cubicBezTo>
                  <a:cubicBezTo>
                    <a:pt x="29718" y="36557"/>
                    <a:pt x="47406" y="31394"/>
                    <a:pt x="47406" y="31394"/>
                  </a:cubicBezTo>
                  <a:cubicBezTo>
                    <a:pt x="48873" y="24041"/>
                    <a:pt x="50320" y="16897"/>
                    <a:pt x="50320" y="16897"/>
                  </a:cubicBezTo>
                  <a:lnTo>
                    <a:pt x="17278" y="7144"/>
                  </a:lnTo>
                  <a:cubicBezTo>
                    <a:pt x="17288" y="7134"/>
                    <a:pt x="14354" y="13383"/>
                    <a:pt x="7144" y="20831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AE80AF6C-948C-4009-B7EE-522FE24AF698}"/>
                </a:ext>
              </a:extLst>
            </p:cNvPr>
            <p:cNvSpPr/>
            <p:nvPr/>
          </p:nvSpPr>
          <p:spPr>
            <a:xfrm>
              <a:off x="4566733" y="3485060"/>
              <a:ext cx="95250" cy="123825"/>
            </a:xfrm>
            <a:custGeom>
              <a:avLst/>
              <a:gdLst>
                <a:gd name="connsiteX0" fmla="*/ 7144 w 95250"/>
                <a:gd name="connsiteY0" fmla="*/ 103699 h 123825"/>
                <a:gd name="connsiteX1" fmla="*/ 35128 w 95250"/>
                <a:gd name="connsiteY1" fmla="*/ 122663 h 123825"/>
                <a:gd name="connsiteX2" fmla="*/ 89716 w 95250"/>
                <a:gd name="connsiteY2" fmla="*/ 20212 h 123825"/>
                <a:gd name="connsiteX3" fmla="*/ 53940 w 95250"/>
                <a:gd name="connsiteY3" fmla="*/ 7144 h 123825"/>
                <a:gd name="connsiteX4" fmla="*/ 7144 w 95250"/>
                <a:gd name="connsiteY4" fmla="*/ 10369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7144" y="103699"/>
                  </a:moveTo>
                  <a:cubicBezTo>
                    <a:pt x="28423" y="114405"/>
                    <a:pt x="34509" y="121520"/>
                    <a:pt x="35128" y="122663"/>
                  </a:cubicBezTo>
                  <a:cubicBezTo>
                    <a:pt x="52902" y="102098"/>
                    <a:pt x="74019" y="46196"/>
                    <a:pt x="89716" y="20212"/>
                  </a:cubicBezTo>
                  <a:lnTo>
                    <a:pt x="53940" y="7144"/>
                  </a:lnTo>
                  <a:cubicBezTo>
                    <a:pt x="41834" y="30347"/>
                    <a:pt x="19117" y="83401"/>
                    <a:pt x="7144" y="10369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999C6545-36EF-4089-99F0-CEC8CF0FEE6C}"/>
                </a:ext>
              </a:extLst>
            </p:cNvPr>
            <p:cNvSpPr/>
            <p:nvPr/>
          </p:nvSpPr>
          <p:spPr>
            <a:xfrm>
              <a:off x="4572725" y="3336137"/>
              <a:ext cx="152400" cy="266700"/>
            </a:xfrm>
            <a:custGeom>
              <a:avLst/>
              <a:gdLst>
                <a:gd name="connsiteX0" fmla="*/ 7144 w 152400"/>
                <a:gd name="connsiteY0" fmla="*/ 238592 h 266700"/>
                <a:gd name="connsiteX1" fmla="*/ 38786 w 152400"/>
                <a:gd name="connsiteY1" fmla="*/ 263890 h 266700"/>
                <a:gd name="connsiteX2" fmla="*/ 152314 w 152400"/>
                <a:gd name="connsiteY2" fmla="*/ 29899 h 266700"/>
                <a:gd name="connsiteX3" fmla="*/ 121625 w 152400"/>
                <a:gd name="connsiteY3" fmla="*/ 7144 h 266700"/>
                <a:gd name="connsiteX4" fmla="*/ 7144 w 152400"/>
                <a:gd name="connsiteY4" fmla="*/ 23859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266700">
                  <a:moveTo>
                    <a:pt x="7144" y="238592"/>
                  </a:moveTo>
                  <a:cubicBezTo>
                    <a:pt x="32328" y="250279"/>
                    <a:pt x="37995" y="262633"/>
                    <a:pt x="38786" y="263890"/>
                  </a:cubicBezTo>
                  <a:cubicBezTo>
                    <a:pt x="59484" y="239363"/>
                    <a:pt x="150771" y="34357"/>
                    <a:pt x="152314" y="29899"/>
                  </a:cubicBezTo>
                  <a:cubicBezTo>
                    <a:pt x="142656" y="28423"/>
                    <a:pt x="122406" y="7144"/>
                    <a:pt x="121625" y="7144"/>
                  </a:cubicBezTo>
                  <a:cubicBezTo>
                    <a:pt x="90259" y="7144"/>
                    <a:pt x="25613" y="205473"/>
                    <a:pt x="7144" y="238592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AD921B5-ED6E-4104-8179-EF517F42640B}"/>
                </a:ext>
              </a:extLst>
            </p:cNvPr>
            <p:cNvSpPr/>
            <p:nvPr/>
          </p:nvSpPr>
          <p:spPr>
            <a:xfrm>
              <a:off x="5034268" y="3364770"/>
              <a:ext cx="38100" cy="28575"/>
            </a:xfrm>
            <a:custGeom>
              <a:avLst/>
              <a:gdLst>
                <a:gd name="connsiteX0" fmla="*/ 24108 w 38100"/>
                <a:gd name="connsiteY0" fmla="*/ 11267 h 28575"/>
                <a:gd name="connsiteX1" fmla="*/ 7144 w 38100"/>
                <a:gd name="connsiteY1" fmla="*/ 22782 h 28575"/>
                <a:gd name="connsiteX2" fmla="*/ 23079 w 38100"/>
                <a:gd name="connsiteY2" fmla="*/ 24240 h 28575"/>
                <a:gd name="connsiteX3" fmla="*/ 31890 w 38100"/>
                <a:gd name="connsiteY3" fmla="*/ 8876 h 28575"/>
                <a:gd name="connsiteX4" fmla="*/ 24108 w 38100"/>
                <a:gd name="connsiteY4" fmla="*/ 1126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24108" y="11267"/>
                  </a:moveTo>
                  <a:cubicBezTo>
                    <a:pt x="19107" y="15782"/>
                    <a:pt x="13249" y="20020"/>
                    <a:pt x="7144" y="22782"/>
                  </a:cubicBezTo>
                  <a:cubicBezTo>
                    <a:pt x="14487" y="20668"/>
                    <a:pt x="15097" y="25345"/>
                    <a:pt x="23079" y="24240"/>
                  </a:cubicBezTo>
                  <a:cubicBezTo>
                    <a:pt x="26013" y="22887"/>
                    <a:pt x="34109" y="11238"/>
                    <a:pt x="31890" y="8876"/>
                  </a:cubicBezTo>
                  <a:cubicBezTo>
                    <a:pt x="28775" y="4932"/>
                    <a:pt x="26708" y="8590"/>
                    <a:pt x="24108" y="11267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9DB30A7F-D92D-4845-BCD5-0EE475B9F37B}"/>
                </a:ext>
              </a:extLst>
            </p:cNvPr>
            <p:cNvSpPr/>
            <p:nvPr/>
          </p:nvSpPr>
          <p:spPr>
            <a:xfrm>
              <a:off x="5018923" y="3374466"/>
              <a:ext cx="104775" cy="47625"/>
            </a:xfrm>
            <a:custGeom>
              <a:avLst/>
              <a:gdLst>
                <a:gd name="connsiteX0" fmla="*/ 91116 w 104775"/>
                <a:gd name="connsiteY0" fmla="*/ 7591 h 47625"/>
                <a:gd name="connsiteX1" fmla="*/ 72533 w 104775"/>
                <a:gd name="connsiteY1" fmla="*/ 7600 h 47625"/>
                <a:gd name="connsiteX2" fmla="*/ 40186 w 104775"/>
                <a:gd name="connsiteY2" fmla="*/ 9763 h 47625"/>
                <a:gd name="connsiteX3" fmla="*/ 16878 w 104775"/>
                <a:gd name="connsiteY3" fmla="*/ 14563 h 47625"/>
                <a:gd name="connsiteX4" fmla="*/ 15678 w 104775"/>
                <a:gd name="connsiteY4" fmla="*/ 14916 h 47625"/>
                <a:gd name="connsiteX5" fmla="*/ 11221 w 104775"/>
                <a:gd name="connsiteY5" fmla="*/ 16421 h 47625"/>
                <a:gd name="connsiteX6" fmla="*/ 7144 w 104775"/>
                <a:gd name="connsiteY6" fmla="*/ 17878 h 47625"/>
                <a:gd name="connsiteX7" fmla="*/ 11887 w 104775"/>
                <a:gd name="connsiteY7" fmla="*/ 24060 h 47625"/>
                <a:gd name="connsiteX8" fmla="*/ 23070 w 104775"/>
                <a:gd name="connsiteY8" fmla="*/ 48425 h 47625"/>
                <a:gd name="connsiteX9" fmla="*/ 71676 w 104775"/>
                <a:gd name="connsiteY9" fmla="*/ 38690 h 47625"/>
                <a:gd name="connsiteX10" fmla="*/ 89021 w 104775"/>
                <a:gd name="connsiteY10" fmla="*/ 29527 h 47625"/>
                <a:gd name="connsiteX11" fmla="*/ 96955 w 104775"/>
                <a:gd name="connsiteY11" fmla="*/ 20802 h 47625"/>
                <a:gd name="connsiteX12" fmla="*/ 98974 w 104775"/>
                <a:gd name="connsiteY12" fmla="*/ 15030 h 47625"/>
                <a:gd name="connsiteX13" fmla="*/ 91116 w 104775"/>
                <a:gd name="connsiteY13" fmla="*/ 759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775" h="47625">
                  <a:moveTo>
                    <a:pt x="91116" y="7591"/>
                  </a:moveTo>
                  <a:cubicBezTo>
                    <a:pt x="87849" y="6534"/>
                    <a:pt x="76886" y="7696"/>
                    <a:pt x="72533" y="7600"/>
                  </a:cubicBezTo>
                  <a:cubicBezTo>
                    <a:pt x="71038" y="7639"/>
                    <a:pt x="49625" y="8362"/>
                    <a:pt x="40186" y="9763"/>
                  </a:cubicBezTo>
                  <a:cubicBezTo>
                    <a:pt x="32204" y="10858"/>
                    <a:pt x="24222" y="12449"/>
                    <a:pt x="16878" y="14563"/>
                  </a:cubicBezTo>
                  <a:cubicBezTo>
                    <a:pt x="16478" y="14725"/>
                    <a:pt x="16088" y="14763"/>
                    <a:pt x="15678" y="14916"/>
                  </a:cubicBezTo>
                  <a:cubicBezTo>
                    <a:pt x="14211" y="15335"/>
                    <a:pt x="12706" y="15887"/>
                    <a:pt x="11221" y="16421"/>
                  </a:cubicBezTo>
                  <a:cubicBezTo>
                    <a:pt x="9868" y="16868"/>
                    <a:pt x="8525" y="17325"/>
                    <a:pt x="7144" y="17878"/>
                  </a:cubicBezTo>
                  <a:cubicBezTo>
                    <a:pt x="8725" y="19735"/>
                    <a:pt x="10382" y="21850"/>
                    <a:pt x="11887" y="24060"/>
                  </a:cubicBezTo>
                  <a:cubicBezTo>
                    <a:pt x="16983" y="31442"/>
                    <a:pt x="21384" y="40290"/>
                    <a:pt x="23070" y="48425"/>
                  </a:cubicBezTo>
                  <a:cubicBezTo>
                    <a:pt x="36433" y="46777"/>
                    <a:pt x="70676" y="38700"/>
                    <a:pt x="71676" y="38690"/>
                  </a:cubicBezTo>
                  <a:cubicBezTo>
                    <a:pt x="88468" y="38509"/>
                    <a:pt x="92269" y="33023"/>
                    <a:pt x="89021" y="29527"/>
                  </a:cubicBezTo>
                  <a:cubicBezTo>
                    <a:pt x="88240" y="28670"/>
                    <a:pt x="99298" y="24822"/>
                    <a:pt x="96955" y="20802"/>
                  </a:cubicBezTo>
                  <a:cubicBezTo>
                    <a:pt x="96955" y="20802"/>
                    <a:pt x="98803" y="18621"/>
                    <a:pt x="98974" y="15030"/>
                  </a:cubicBezTo>
                  <a:cubicBezTo>
                    <a:pt x="98974" y="15030"/>
                    <a:pt x="93202" y="8277"/>
                    <a:pt x="91116" y="7591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ACEA72EF-626F-46F3-8327-EAB93921328D}"/>
                </a:ext>
              </a:extLst>
            </p:cNvPr>
            <p:cNvSpPr/>
            <p:nvPr/>
          </p:nvSpPr>
          <p:spPr>
            <a:xfrm>
              <a:off x="4997625" y="3374161"/>
              <a:ext cx="66675" cy="57150"/>
            </a:xfrm>
            <a:custGeom>
              <a:avLst/>
              <a:gdLst>
                <a:gd name="connsiteX0" fmla="*/ 7144 w 66675"/>
                <a:gd name="connsiteY0" fmla="*/ 8458 h 57150"/>
                <a:gd name="connsiteX1" fmla="*/ 7144 w 66675"/>
                <a:gd name="connsiteY1" fmla="*/ 57664 h 57150"/>
                <a:gd name="connsiteX2" fmla="*/ 60503 w 66675"/>
                <a:gd name="connsiteY2" fmla="*/ 48073 h 57150"/>
                <a:gd name="connsiteX3" fmla="*/ 47939 w 66675"/>
                <a:gd name="connsiteY3" fmla="*/ 7144 h 57150"/>
                <a:gd name="connsiteX4" fmla="*/ 7144 w 66675"/>
                <a:gd name="connsiteY4" fmla="*/ 845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7144" y="8458"/>
                  </a:moveTo>
                  <a:lnTo>
                    <a:pt x="7144" y="57664"/>
                  </a:lnTo>
                  <a:cubicBezTo>
                    <a:pt x="26051" y="55340"/>
                    <a:pt x="44682" y="52378"/>
                    <a:pt x="60503" y="48073"/>
                  </a:cubicBezTo>
                  <a:cubicBezTo>
                    <a:pt x="59741" y="47025"/>
                    <a:pt x="48387" y="30966"/>
                    <a:pt x="47939" y="7144"/>
                  </a:cubicBezTo>
                  <a:cubicBezTo>
                    <a:pt x="35128" y="8258"/>
                    <a:pt x="21298" y="8401"/>
                    <a:pt x="7144" y="845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8479A91B-ECD9-4A35-BA16-42E535940BD9}"/>
                </a:ext>
              </a:extLst>
            </p:cNvPr>
            <p:cNvSpPr/>
            <p:nvPr/>
          </p:nvSpPr>
          <p:spPr>
            <a:xfrm>
              <a:off x="4668041" y="3340614"/>
              <a:ext cx="114300" cy="161925"/>
            </a:xfrm>
            <a:custGeom>
              <a:avLst/>
              <a:gdLst>
                <a:gd name="connsiteX0" fmla="*/ 33061 w 114300"/>
                <a:gd name="connsiteY0" fmla="*/ 7144 h 161925"/>
                <a:gd name="connsiteX1" fmla="*/ 14726 w 114300"/>
                <a:gd name="connsiteY1" fmla="*/ 77705 h 161925"/>
                <a:gd name="connsiteX2" fmla="*/ 7144 w 114300"/>
                <a:gd name="connsiteY2" fmla="*/ 125368 h 161925"/>
                <a:gd name="connsiteX3" fmla="*/ 60617 w 114300"/>
                <a:gd name="connsiteY3" fmla="*/ 160182 h 161925"/>
                <a:gd name="connsiteX4" fmla="*/ 115453 w 114300"/>
                <a:gd name="connsiteY4" fmla="*/ 24927 h 161925"/>
                <a:gd name="connsiteX5" fmla="*/ 33061 w 114300"/>
                <a:gd name="connsiteY5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61925">
                  <a:moveTo>
                    <a:pt x="33061" y="7144"/>
                  </a:moveTo>
                  <a:cubicBezTo>
                    <a:pt x="29889" y="18193"/>
                    <a:pt x="15440" y="65723"/>
                    <a:pt x="14726" y="77705"/>
                  </a:cubicBezTo>
                  <a:cubicBezTo>
                    <a:pt x="13907" y="87935"/>
                    <a:pt x="7249" y="114824"/>
                    <a:pt x="7144" y="125368"/>
                  </a:cubicBezTo>
                  <a:lnTo>
                    <a:pt x="60617" y="160182"/>
                  </a:lnTo>
                  <a:cubicBezTo>
                    <a:pt x="68323" y="149362"/>
                    <a:pt x="112471" y="29127"/>
                    <a:pt x="115453" y="24927"/>
                  </a:cubicBezTo>
                  <a:cubicBezTo>
                    <a:pt x="111252" y="28099"/>
                    <a:pt x="33061" y="7144"/>
                    <a:pt x="33061" y="7144"/>
                  </a:cubicBez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264237B0-465D-4062-8588-A7BD62352296}"/>
                </a:ext>
              </a:extLst>
            </p:cNvPr>
            <p:cNvSpPr/>
            <p:nvPr/>
          </p:nvSpPr>
          <p:spPr>
            <a:xfrm>
              <a:off x="4596461" y="3554640"/>
              <a:ext cx="142875" cy="400050"/>
            </a:xfrm>
            <a:custGeom>
              <a:avLst/>
              <a:gdLst>
                <a:gd name="connsiteX0" fmla="*/ 69713 w 142875"/>
                <a:gd name="connsiteY0" fmla="*/ 7144 h 400050"/>
                <a:gd name="connsiteX1" fmla="*/ 7144 w 142875"/>
                <a:gd name="connsiteY1" fmla="*/ 380143 h 400050"/>
                <a:gd name="connsiteX2" fmla="*/ 52206 w 142875"/>
                <a:gd name="connsiteY2" fmla="*/ 393640 h 400050"/>
                <a:gd name="connsiteX3" fmla="*/ 137474 w 142875"/>
                <a:gd name="connsiteY3" fmla="*/ 24422 h 400050"/>
                <a:gd name="connsiteX4" fmla="*/ 69713 w 142875"/>
                <a:gd name="connsiteY4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400050">
                  <a:moveTo>
                    <a:pt x="69713" y="7144"/>
                  </a:moveTo>
                  <a:cubicBezTo>
                    <a:pt x="68304" y="14878"/>
                    <a:pt x="7144" y="380048"/>
                    <a:pt x="7144" y="380143"/>
                  </a:cubicBezTo>
                  <a:cubicBezTo>
                    <a:pt x="20250" y="397764"/>
                    <a:pt x="52206" y="393640"/>
                    <a:pt x="52206" y="393640"/>
                  </a:cubicBezTo>
                  <a:cubicBezTo>
                    <a:pt x="52206" y="393640"/>
                    <a:pt x="157962" y="41119"/>
                    <a:pt x="137474" y="24422"/>
                  </a:cubicBezTo>
                  <a:cubicBezTo>
                    <a:pt x="136331" y="18374"/>
                    <a:pt x="73285" y="10068"/>
                    <a:pt x="69713" y="7144"/>
                  </a:cubicBezTo>
                  <a:close/>
                </a:path>
              </a:pathLst>
            </a:custGeom>
            <a:solidFill>
              <a:srgbClr val="1321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8C9108B9-152E-4A8D-9A7D-3217C7ACB985}"/>
                </a:ext>
              </a:extLst>
            </p:cNvPr>
            <p:cNvSpPr/>
            <p:nvPr/>
          </p:nvSpPr>
          <p:spPr>
            <a:xfrm>
              <a:off x="4698693" y="3598960"/>
              <a:ext cx="142875" cy="447675"/>
            </a:xfrm>
            <a:custGeom>
              <a:avLst/>
              <a:gdLst>
                <a:gd name="connsiteX0" fmla="*/ 7144 w 142875"/>
                <a:gd name="connsiteY0" fmla="*/ 7144 h 447675"/>
                <a:gd name="connsiteX1" fmla="*/ 77953 w 142875"/>
                <a:gd name="connsiteY1" fmla="*/ 435331 h 447675"/>
                <a:gd name="connsiteX2" fmla="*/ 136522 w 142875"/>
                <a:gd name="connsiteY2" fmla="*/ 440246 h 447675"/>
                <a:gd name="connsiteX3" fmla="*/ 106528 w 142875"/>
                <a:gd name="connsiteY3" fmla="*/ 11058 h 447675"/>
                <a:gd name="connsiteX4" fmla="*/ 7144 w 142875"/>
                <a:gd name="connsiteY4" fmla="*/ 7144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447675">
                  <a:moveTo>
                    <a:pt x="7144" y="7144"/>
                  </a:moveTo>
                  <a:cubicBezTo>
                    <a:pt x="7944" y="14307"/>
                    <a:pt x="77314" y="434511"/>
                    <a:pt x="77953" y="435331"/>
                  </a:cubicBezTo>
                  <a:cubicBezTo>
                    <a:pt x="101470" y="457095"/>
                    <a:pt x="135893" y="440960"/>
                    <a:pt x="136522" y="440246"/>
                  </a:cubicBezTo>
                  <a:cubicBezTo>
                    <a:pt x="136522" y="440246"/>
                    <a:pt x="108032" y="27537"/>
                    <a:pt x="106528" y="11058"/>
                  </a:cubicBezTo>
                  <a:cubicBezTo>
                    <a:pt x="94621" y="18317"/>
                    <a:pt x="14602" y="12964"/>
                    <a:pt x="7144" y="7144"/>
                  </a:cubicBezTo>
                  <a:close/>
                </a:path>
              </a:pathLst>
            </a:custGeom>
            <a:solidFill>
              <a:srgbClr val="1321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A8234CF8-1A65-4B43-93CC-3495B092B17B}"/>
                </a:ext>
              </a:extLst>
            </p:cNvPr>
            <p:cNvSpPr/>
            <p:nvPr/>
          </p:nvSpPr>
          <p:spPr>
            <a:xfrm>
              <a:off x="4649324" y="3333424"/>
              <a:ext cx="66675" cy="276225"/>
            </a:xfrm>
            <a:custGeom>
              <a:avLst/>
              <a:gdLst>
                <a:gd name="connsiteX0" fmla="*/ 42910 w 66675"/>
                <a:gd name="connsiteY0" fmla="*/ 14247 h 276225"/>
                <a:gd name="connsiteX1" fmla="*/ 60493 w 66675"/>
                <a:gd name="connsiteY1" fmla="*/ 7656 h 276225"/>
                <a:gd name="connsiteX2" fmla="*/ 13354 w 66675"/>
                <a:gd name="connsiteY2" fmla="*/ 95334 h 276225"/>
                <a:gd name="connsiteX3" fmla="*/ 7144 w 66675"/>
                <a:gd name="connsiteY3" fmla="*/ 264231 h 276225"/>
                <a:gd name="connsiteX4" fmla="*/ 21669 w 66675"/>
                <a:gd name="connsiteY4" fmla="*/ 275099 h 276225"/>
                <a:gd name="connsiteX5" fmla="*/ 41653 w 66675"/>
                <a:gd name="connsiteY5" fmla="*/ 242886 h 276225"/>
                <a:gd name="connsiteX6" fmla="*/ 44968 w 66675"/>
                <a:gd name="connsiteY6" fmla="*/ 199823 h 276225"/>
                <a:gd name="connsiteX7" fmla="*/ 48330 w 66675"/>
                <a:gd name="connsiteY7" fmla="*/ 164333 h 276225"/>
                <a:gd name="connsiteX8" fmla="*/ 49892 w 66675"/>
                <a:gd name="connsiteY8" fmla="*/ 148274 h 276225"/>
                <a:gd name="connsiteX9" fmla="*/ 39538 w 66675"/>
                <a:gd name="connsiteY9" fmla="*/ 128985 h 276225"/>
                <a:gd name="connsiteX10" fmla="*/ 38833 w 66675"/>
                <a:gd name="connsiteY10" fmla="*/ 127157 h 276225"/>
                <a:gd name="connsiteX11" fmla="*/ 28499 w 66675"/>
                <a:gd name="connsiteY11" fmla="*/ 94305 h 276225"/>
                <a:gd name="connsiteX12" fmla="*/ 24089 w 66675"/>
                <a:gd name="connsiteY12" fmla="*/ 58786 h 276225"/>
                <a:gd name="connsiteX13" fmla="*/ 27061 w 66675"/>
                <a:gd name="connsiteY13" fmla="*/ 37907 h 276225"/>
                <a:gd name="connsiteX14" fmla="*/ 41596 w 66675"/>
                <a:gd name="connsiteY14" fmla="*/ 31973 h 276225"/>
                <a:gd name="connsiteX15" fmla="*/ 38005 w 66675"/>
                <a:gd name="connsiteY15" fmla="*/ 20515 h 276225"/>
                <a:gd name="connsiteX16" fmla="*/ 42910 w 66675"/>
                <a:gd name="connsiteY16" fmla="*/ 14247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276225">
                  <a:moveTo>
                    <a:pt x="42910" y="14247"/>
                  </a:moveTo>
                  <a:cubicBezTo>
                    <a:pt x="45568" y="11904"/>
                    <a:pt x="57721" y="9494"/>
                    <a:pt x="60493" y="7656"/>
                  </a:cubicBezTo>
                  <a:cubicBezTo>
                    <a:pt x="23956" y="169"/>
                    <a:pt x="13354" y="76912"/>
                    <a:pt x="13354" y="95334"/>
                  </a:cubicBezTo>
                  <a:cubicBezTo>
                    <a:pt x="13354" y="134205"/>
                    <a:pt x="7144" y="264231"/>
                    <a:pt x="7144" y="264231"/>
                  </a:cubicBezTo>
                  <a:cubicBezTo>
                    <a:pt x="12659" y="272127"/>
                    <a:pt x="21669" y="275099"/>
                    <a:pt x="21669" y="275099"/>
                  </a:cubicBezTo>
                  <a:lnTo>
                    <a:pt x="41653" y="242886"/>
                  </a:lnTo>
                  <a:cubicBezTo>
                    <a:pt x="41653" y="242886"/>
                    <a:pt x="42501" y="225617"/>
                    <a:pt x="44968" y="199823"/>
                  </a:cubicBezTo>
                  <a:cubicBezTo>
                    <a:pt x="45987" y="187945"/>
                    <a:pt x="47311" y="176220"/>
                    <a:pt x="48330" y="164333"/>
                  </a:cubicBezTo>
                  <a:cubicBezTo>
                    <a:pt x="48635" y="160151"/>
                    <a:pt x="49892" y="148274"/>
                    <a:pt x="49892" y="148274"/>
                  </a:cubicBezTo>
                  <a:cubicBezTo>
                    <a:pt x="49378" y="146940"/>
                    <a:pt x="41701" y="134824"/>
                    <a:pt x="39538" y="128985"/>
                  </a:cubicBezTo>
                  <a:cubicBezTo>
                    <a:pt x="39234" y="128385"/>
                    <a:pt x="39024" y="127766"/>
                    <a:pt x="38833" y="127157"/>
                  </a:cubicBezTo>
                  <a:cubicBezTo>
                    <a:pt x="35043" y="116508"/>
                    <a:pt x="30537" y="105554"/>
                    <a:pt x="28499" y="94305"/>
                  </a:cubicBezTo>
                  <a:cubicBezTo>
                    <a:pt x="26737" y="83666"/>
                    <a:pt x="23270" y="69740"/>
                    <a:pt x="24089" y="58786"/>
                  </a:cubicBezTo>
                  <a:cubicBezTo>
                    <a:pt x="24394" y="54186"/>
                    <a:pt x="25213" y="42089"/>
                    <a:pt x="27061" y="37907"/>
                  </a:cubicBezTo>
                  <a:lnTo>
                    <a:pt x="41596" y="31973"/>
                  </a:lnTo>
                  <a:cubicBezTo>
                    <a:pt x="43129" y="29516"/>
                    <a:pt x="37700" y="22448"/>
                    <a:pt x="38005" y="20515"/>
                  </a:cubicBezTo>
                  <a:cubicBezTo>
                    <a:pt x="38195" y="18962"/>
                    <a:pt x="40243" y="16619"/>
                    <a:pt x="42910" y="14247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8F1622F8-6491-47B4-B33E-DB9E00417520}"/>
                </a:ext>
              </a:extLst>
            </p:cNvPr>
            <p:cNvSpPr/>
            <p:nvPr/>
          </p:nvSpPr>
          <p:spPr>
            <a:xfrm>
              <a:off x="4679600" y="3344913"/>
              <a:ext cx="152400" cy="295275"/>
            </a:xfrm>
            <a:custGeom>
              <a:avLst/>
              <a:gdLst>
                <a:gd name="connsiteX0" fmla="*/ 108237 w 152400"/>
                <a:gd name="connsiteY0" fmla="*/ 10131 h 295275"/>
                <a:gd name="connsiteX1" fmla="*/ 108113 w 152400"/>
                <a:gd name="connsiteY1" fmla="*/ 10073 h 295275"/>
                <a:gd name="connsiteX2" fmla="*/ 101826 w 152400"/>
                <a:gd name="connsiteY2" fmla="*/ 7540 h 295275"/>
                <a:gd name="connsiteX3" fmla="*/ 100798 w 152400"/>
                <a:gd name="connsiteY3" fmla="*/ 7149 h 295275"/>
                <a:gd name="connsiteX4" fmla="*/ 46505 w 152400"/>
                <a:gd name="connsiteY4" fmla="*/ 86893 h 295275"/>
                <a:gd name="connsiteX5" fmla="*/ 32970 w 152400"/>
                <a:gd name="connsiteY5" fmla="*/ 98180 h 295275"/>
                <a:gd name="connsiteX6" fmla="*/ 21131 w 152400"/>
                <a:gd name="connsiteY6" fmla="*/ 125269 h 295275"/>
                <a:gd name="connsiteX7" fmla="*/ 20807 w 152400"/>
                <a:gd name="connsiteY7" fmla="*/ 126688 h 295275"/>
                <a:gd name="connsiteX8" fmla="*/ 11577 w 152400"/>
                <a:gd name="connsiteY8" fmla="*/ 165464 h 295275"/>
                <a:gd name="connsiteX9" fmla="*/ 8396 w 152400"/>
                <a:gd name="connsiteY9" fmla="*/ 183009 h 295275"/>
                <a:gd name="connsiteX10" fmla="*/ 7519 w 152400"/>
                <a:gd name="connsiteY10" fmla="*/ 231263 h 295275"/>
                <a:gd name="connsiteX11" fmla="*/ 23817 w 152400"/>
                <a:gd name="connsiteY11" fmla="*/ 271430 h 295275"/>
                <a:gd name="connsiteX12" fmla="*/ 130716 w 152400"/>
                <a:gd name="connsiteY12" fmla="*/ 289099 h 295275"/>
                <a:gd name="connsiteX13" fmla="*/ 147041 w 152400"/>
                <a:gd name="connsiteY13" fmla="*/ 38753 h 295275"/>
                <a:gd name="connsiteX14" fmla="*/ 108237 w 152400"/>
                <a:gd name="connsiteY14" fmla="*/ 10131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2400" h="295275">
                  <a:moveTo>
                    <a:pt x="108237" y="10131"/>
                  </a:moveTo>
                  <a:cubicBezTo>
                    <a:pt x="108198" y="10112"/>
                    <a:pt x="108151" y="10083"/>
                    <a:pt x="108113" y="10073"/>
                  </a:cubicBezTo>
                  <a:cubicBezTo>
                    <a:pt x="105998" y="9178"/>
                    <a:pt x="103903" y="8340"/>
                    <a:pt x="101826" y="7540"/>
                  </a:cubicBezTo>
                  <a:cubicBezTo>
                    <a:pt x="101474" y="7406"/>
                    <a:pt x="101140" y="7292"/>
                    <a:pt x="100798" y="7149"/>
                  </a:cubicBezTo>
                  <a:cubicBezTo>
                    <a:pt x="98769" y="6397"/>
                    <a:pt x="55316" y="81673"/>
                    <a:pt x="46505" y="86893"/>
                  </a:cubicBezTo>
                  <a:cubicBezTo>
                    <a:pt x="40990" y="90074"/>
                    <a:pt x="36542" y="93827"/>
                    <a:pt x="32970" y="98180"/>
                  </a:cubicBezTo>
                  <a:cubicBezTo>
                    <a:pt x="27007" y="105447"/>
                    <a:pt x="23416" y="114410"/>
                    <a:pt x="21131" y="125269"/>
                  </a:cubicBezTo>
                  <a:cubicBezTo>
                    <a:pt x="21045" y="125612"/>
                    <a:pt x="20950" y="126097"/>
                    <a:pt x="20807" y="126688"/>
                  </a:cubicBezTo>
                  <a:cubicBezTo>
                    <a:pt x="19397" y="132708"/>
                    <a:pt x="14768" y="150777"/>
                    <a:pt x="11577" y="165464"/>
                  </a:cubicBezTo>
                  <a:cubicBezTo>
                    <a:pt x="9967" y="172808"/>
                    <a:pt x="8710" y="179304"/>
                    <a:pt x="8396" y="183009"/>
                  </a:cubicBezTo>
                  <a:cubicBezTo>
                    <a:pt x="6243" y="205593"/>
                    <a:pt x="7519" y="231263"/>
                    <a:pt x="7519" y="231263"/>
                  </a:cubicBezTo>
                  <a:lnTo>
                    <a:pt x="23817" y="271430"/>
                  </a:lnTo>
                  <a:cubicBezTo>
                    <a:pt x="68260" y="297643"/>
                    <a:pt x="130716" y="289099"/>
                    <a:pt x="130716" y="289099"/>
                  </a:cubicBezTo>
                  <a:cubicBezTo>
                    <a:pt x="130716" y="289099"/>
                    <a:pt x="123391" y="165741"/>
                    <a:pt x="147041" y="38753"/>
                  </a:cubicBezTo>
                  <a:cubicBezTo>
                    <a:pt x="148956" y="28400"/>
                    <a:pt x="126267" y="17751"/>
                    <a:pt x="108237" y="10131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0132A7C2-4571-4FE8-85E8-DE68A888A503}"/>
                </a:ext>
              </a:extLst>
            </p:cNvPr>
            <p:cNvSpPr/>
            <p:nvPr/>
          </p:nvSpPr>
          <p:spPr>
            <a:xfrm>
              <a:off x="4798772" y="3358397"/>
              <a:ext cx="238125" cy="85725"/>
            </a:xfrm>
            <a:custGeom>
              <a:avLst/>
              <a:gdLst>
                <a:gd name="connsiteX0" fmla="*/ 224695 w 238125"/>
                <a:gd name="connsiteY0" fmla="*/ 22441 h 85725"/>
                <a:gd name="connsiteX1" fmla="*/ 8877 w 238125"/>
                <a:gd name="connsiteY1" fmla="*/ 7144 h 85725"/>
                <a:gd name="connsiteX2" fmla="*/ 7144 w 238125"/>
                <a:gd name="connsiteY2" fmla="*/ 79372 h 85725"/>
                <a:gd name="connsiteX3" fmla="*/ 238125 w 238125"/>
                <a:gd name="connsiteY3" fmla="*/ 70561 h 85725"/>
                <a:gd name="connsiteX4" fmla="*/ 229781 w 238125"/>
                <a:gd name="connsiteY4" fmla="*/ 52264 h 85725"/>
                <a:gd name="connsiteX5" fmla="*/ 224695 w 238125"/>
                <a:gd name="connsiteY5" fmla="*/ 2244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25" h="85725">
                  <a:moveTo>
                    <a:pt x="224695" y="22441"/>
                  </a:moveTo>
                  <a:cubicBezTo>
                    <a:pt x="186928" y="25813"/>
                    <a:pt x="27594" y="14611"/>
                    <a:pt x="8877" y="7144"/>
                  </a:cubicBezTo>
                  <a:cubicBezTo>
                    <a:pt x="9458" y="7677"/>
                    <a:pt x="9744" y="69952"/>
                    <a:pt x="7144" y="79372"/>
                  </a:cubicBezTo>
                  <a:cubicBezTo>
                    <a:pt x="7144" y="79372"/>
                    <a:pt x="92726" y="87268"/>
                    <a:pt x="238125" y="70561"/>
                  </a:cubicBezTo>
                  <a:cubicBezTo>
                    <a:pt x="238068" y="70485"/>
                    <a:pt x="232020" y="59046"/>
                    <a:pt x="229781" y="52264"/>
                  </a:cubicBezTo>
                  <a:cubicBezTo>
                    <a:pt x="227152" y="44320"/>
                    <a:pt x="224876" y="34166"/>
                    <a:pt x="224695" y="22441"/>
                  </a:cubicBez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C0CF69E2-A498-4CD8-AB94-2E12ABAF7945}"/>
                </a:ext>
              </a:extLst>
            </p:cNvPr>
            <p:cNvSpPr/>
            <p:nvPr/>
          </p:nvSpPr>
          <p:spPr>
            <a:xfrm>
              <a:off x="4666127" y="3325758"/>
              <a:ext cx="66675" cy="152400"/>
            </a:xfrm>
            <a:custGeom>
              <a:avLst/>
              <a:gdLst>
                <a:gd name="connsiteX0" fmla="*/ 34909 w 66675"/>
                <a:gd name="connsiteY0" fmla="*/ 15275 h 152400"/>
                <a:gd name="connsiteX1" fmla="*/ 26107 w 66675"/>
                <a:gd name="connsiteY1" fmla="*/ 21913 h 152400"/>
                <a:gd name="connsiteX2" fmla="*/ 21183 w 66675"/>
                <a:gd name="connsiteY2" fmla="*/ 28172 h 152400"/>
                <a:gd name="connsiteX3" fmla="*/ 24774 w 66675"/>
                <a:gd name="connsiteY3" fmla="*/ 39630 h 152400"/>
                <a:gd name="connsiteX4" fmla="*/ 10239 w 66675"/>
                <a:gd name="connsiteY4" fmla="*/ 45564 h 152400"/>
                <a:gd name="connsiteX5" fmla="*/ 7267 w 66675"/>
                <a:gd name="connsiteY5" fmla="*/ 66443 h 152400"/>
                <a:gd name="connsiteX6" fmla="*/ 11677 w 66675"/>
                <a:gd name="connsiteY6" fmla="*/ 101962 h 152400"/>
                <a:gd name="connsiteX7" fmla="*/ 22012 w 66675"/>
                <a:gd name="connsiteY7" fmla="*/ 134813 h 152400"/>
                <a:gd name="connsiteX8" fmla="*/ 22717 w 66675"/>
                <a:gd name="connsiteY8" fmla="*/ 136642 h 152400"/>
                <a:gd name="connsiteX9" fmla="*/ 32251 w 66675"/>
                <a:gd name="connsiteY9" fmla="*/ 154406 h 152400"/>
                <a:gd name="connsiteX10" fmla="*/ 25107 w 66675"/>
                <a:gd name="connsiteY10" fmla="*/ 137490 h 152400"/>
                <a:gd name="connsiteX11" fmla="*/ 22202 w 66675"/>
                <a:gd name="connsiteY11" fmla="*/ 126727 h 152400"/>
                <a:gd name="connsiteX12" fmla="*/ 21183 w 66675"/>
                <a:gd name="connsiteY12" fmla="*/ 89884 h 152400"/>
                <a:gd name="connsiteX13" fmla="*/ 21488 w 66675"/>
                <a:gd name="connsiteY13" fmla="*/ 86512 h 152400"/>
                <a:gd name="connsiteX14" fmla="*/ 29060 w 66675"/>
                <a:gd name="connsiteY14" fmla="*/ 44755 h 152400"/>
                <a:gd name="connsiteX15" fmla="*/ 34699 w 66675"/>
                <a:gd name="connsiteY15" fmla="*/ 32353 h 152400"/>
                <a:gd name="connsiteX16" fmla="*/ 34699 w 66675"/>
                <a:gd name="connsiteY16" fmla="*/ 32248 h 152400"/>
                <a:gd name="connsiteX17" fmla="*/ 36337 w 66675"/>
                <a:gd name="connsiteY17" fmla="*/ 29686 h 152400"/>
                <a:gd name="connsiteX18" fmla="*/ 66617 w 66675"/>
                <a:gd name="connsiteY18" fmla="*/ 7216 h 152400"/>
                <a:gd name="connsiteX19" fmla="*/ 34909 w 66675"/>
                <a:gd name="connsiteY19" fmla="*/ 1527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6675" h="152400">
                  <a:moveTo>
                    <a:pt x="34909" y="15275"/>
                  </a:moveTo>
                  <a:cubicBezTo>
                    <a:pt x="32137" y="17113"/>
                    <a:pt x="28765" y="19570"/>
                    <a:pt x="26107" y="21913"/>
                  </a:cubicBezTo>
                  <a:cubicBezTo>
                    <a:pt x="23440" y="24285"/>
                    <a:pt x="21393" y="26628"/>
                    <a:pt x="21183" y="28172"/>
                  </a:cubicBezTo>
                  <a:cubicBezTo>
                    <a:pt x="20878" y="30105"/>
                    <a:pt x="26307" y="37173"/>
                    <a:pt x="24774" y="39630"/>
                  </a:cubicBezTo>
                  <a:lnTo>
                    <a:pt x="10239" y="45564"/>
                  </a:lnTo>
                  <a:cubicBezTo>
                    <a:pt x="8400" y="49746"/>
                    <a:pt x="7581" y="61842"/>
                    <a:pt x="7267" y="66443"/>
                  </a:cubicBezTo>
                  <a:cubicBezTo>
                    <a:pt x="6448" y="77387"/>
                    <a:pt x="9915" y="91313"/>
                    <a:pt x="11677" y="101962"/>
                  </a:cubicBezTo>
                  <a:cubicBezTo>
                    <a:pt x="13715" y="113220"/>
                    <a:pt x="18221" y="124164"/>
                    <a:pt x="22012" y="134813"/>
                  </a:cubicBezTo>
                  <a:cubicBezTo>
                    <a:pt x="22212" y="135423"/>
                    <a:pt x="22412" y="136042"/>
                    <a:pt x="22717" y="136642"/>
                  </a:cubicBezTo>
                  <a:cubicBezTo>
                    <a:pt x="24879" y="142481"/>
                    <a:pt x="30956" y="153197"/>
                    <a:pt x="32251" y="154406"/>
                  </a:cubicBezTo>
                  <a:cubicBezTo>
                    <a:pt x="30308" y="149396"/>
                    <a:pt x="26755" y="143024"/>
                    <a:pt x="25107" y="137490"/>
                  </a:cubicBezTo>
                  <a:cubicBezTo>
                    <a:pt x="23993" y="133804"/>
                    <a:pt x="22621" y="130413"/>
                    <a:pt x="22202" y="126727"/>
                  </a:cubicBezTo>
                  <a:cubicBezTo>
                    <a:pt x="20869" y="114649"/>
                    <a:pt x="20364" y="102057"/>
                    <a:pt x="21183" y="89884"/>
                  </a:cubicBezTo>
                  <a:cubicBezTo>
                    <a:pt x="21183" y="88751"/>
                    <a:pt x="21288" y="87626"/>
                    <a:pt x="21488" y="86512"/>
                  </a:cubicBezTo>
                  <a:cubicBezTo>
                    <a:pt x="22517" y="72177"/>
                    <a:pt x="24774" y="58461"/>
                    <a:pt x="29060" y="44755"/>
                  </a:cubicBezTo>
                  <a:cubicBezTo>
                    <a:pt x="30079" y="41059"/>
                    <a:pt x="32042" y="36553"/>
                    <a:pt x="34699" y="32353"/>
                  </a:cubicBezTo>
                  <a:lnTo>
                    <a:pt x="34699" y="32248"/>
                  </a:lnTo>
                  <a:cubicBezTo>
                    <a:pt x="35213" y="31324"/>
                    <a:pt x="35823" y="30505"/>
                    <a:pt x="36337" y="29686"/>
                  </a:cubicBezTo>
                  <a:cubicBezTo>
                    <a:pt x="38795" y="26200"/>
                    <a:pt x="63436" y="9160"/>
                    <a:pt x="66617" y="7216"/>
                  </a:cubicBezTo>
                  <a:cubicBezTo>
                    <a:pt x="63741" y="6216"/>
                    <a:pt x="35518" y="15884"/>
                    <a:pt x="34909" y="15275"/>
                  </a:cubicBez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B5AF6DE9-9D7E-41AC-A42E-FE42BA2C3385}"/>
                </a:ext>
              </a:extLst>
            </p:cNvPr>
            <p:cNvSpPr/>
            <p:nvPr/>
          </p:nvSpPr>
          <p:spPr>
            <a:xfrm>
              <a:off x="4691234" y="3331343"/>
              <a:ext cx="95250" cy="152400"/>
            </a:xfrm>
            <a:custGeom>
              <a:avLst/>
              <a:gdLst>
                <a:gd name="connsiteX0" fmla="*/ 60731 w 95250"/>
                <a:gd name="connsiteY0" fmla="*/ 8852 h 152400"/>
                <a:gd name="connsiteX1" fmla="*/ 72533 w 95250"/>
                <a:gd name="connsiteY1" fmla="*/ 38351 h 152400"/>
                <a:gd name="connsiteX2" fmla="*/ 62599 w 95250"/>
                <a:gd name="connsiteY2" fmla="*/ 49000 h 152400"/>
                <a:gd name="connsiteX3" fmla="*/ 7144 w 95250"/>
                <a:gd name="connsiteY3" fmla="*/ 148555 h 152400"/>
                <a:gd name="connsiteX4" fmla="*/ 62094 w 95250"/>
                <a:gd name="connsiteY4" fmla="*/ 87262 h 152400"/>
                <a:gd name="connsiteX5" fmla="*/ 64665 w 95250"/>
                <a:gd name="connsiteY5" fmla="*/ 68945 h 152400"/>
                <a:gd name="connsiteX6" fmla="*/ 77353 w 95250"/>
                <a:gd name="connsiteY6" fmla="*/ 70374 h 152400"/>
                <a:gd name="connsiteX7" fmla="*/ 96746 w 95250"/>
                <a:gd name="connsiteY7" fmla="*/ 29026 h 152400"/>
                <a:gd name="connsiteX8" fmla="*/ 60731 w 95250"/>
                <a:gd name="connsiteY8" fmla="*/ 885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250" h="152400">
                  <a:moveTo>
                    <a:pt x="60731" y="8852"/>
                  </a:moveTo>
                  <a:cubicBezTo>
                    <a:pt x="57865" y="11490"/>
                    <a:pt x="74990" y="34865"/>
                    <a:pt x="72533" y="38351"/>
                  </a:cubicBezTo>
                  <a:cubicBezTo>
                    <a:pt x="69561" y="42551"/>
                    <a:pt x="65361" y="45904"/>
                    <a:pt x="62599" y="49000"/>
                  </a:cubicBezTo>
                  <a:cubicBezTo>
                    <a:pt x="11764" y="105912"/>
                    <a:pt x="7134" y="145279"/>
                    <a:pt x="7144" y="148555"/>
                  </a:cubicBezTo>
                  <a:cubicBezTo>
                    <a:pt x="8106" y="144631"/>
                    <a:pt x="53197" y="92186"/>
                    <a:pt x="62094" y="87262"/>
                  </a:cubicBezTo>
                  <a:cubicBezTo>
                    <a:pt x="66294" y="84814"/>
                    <a:pt x="63227" y="72727"/>
                    <a:pt x="64665" y="68945"/>
                  </a:cubicBezTo>
                  <a:cubicBezTo>
                    <a:pt x="67428" y="68945"/>
                    <a:pt x="74181" y="74279"/>
                    <a:pt x="77353" y="70374"/>
                  </a:cubicBezTo>
                  <a:cubicBezTo>
                    <a:pt x="77762" y="69660"/>
                    <a:pt x="102394" y="46047"/>
                    <a:pt x="96746" y="29026"/>
                  </a:cubicBezTo>
                  <a:cubicBezTo>
                    <a:pt x="90773" y="11005"/>
                    <a:pt x="66580" y="3461"/>
                    <a:pt x="60731" y="8852"/>
                  </a:cubicBez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6B2EF28-6BA5-469C-A6F2-33470E5C4F77}"/>
                </a:ext>
              </a:extLst>
            </p:cNvPr>
            <p:cNvSpPr/>
            <p:nvPr/>
          </p:nvSpPr>
          <p:spPr>
            <a:xfrm>
              <a:off x="4693020" y="3333051"/>
              <a:ext cx="85725" cy="57150"/>
            </a:xfrm>
            <a:custGeom>
              <a:avLst/>
              <a:gdLst>
                <a:gd name="connsiteX0" fmla="*/ 69614 w 85725"/>
                <a:gd name="connsiteY0" fmla="*/ 11163 h 57150"/>
                <a:gd name="connsiteX1" fmla="*/ 71995 w 85725"/>
                <a:gd name="connsiteY1" fmla="*/ 21384 h 57150"/>
                <a:gd name="connsiteX2" fmla="*/ 24961 w 85725"/>
                <a:gd name="connsiteY2" fmla="*/ 22212 h 57150"/>
                <a:gd name="connsiteX3" fmla="*/ 31514 w 85725"/>
                <a:gd name="connsiteY3" fmla="*/ 7144 h 57150"/>
                <a:gd name="connsiteX4" fmla="*/ 13540 w 85725"/>
                <a:gd name="connsiteY4" fmla="*/ 16354 h 57150"/>
                <a:gd name="connsiteX5" fmla="*/ 7539 w 85725"/>
                <a:gd name="connsiteY5" fmla="*/ 36500 h 57150"/>
                <a:gd name="connsiteX6" fmla="*/ 24170 w 85725"/>
                <a:gd name="connsiteY6" fmla="*/ 27870 h 57150"/>
                <a:gd name="connsiteX7" fmla="*/ 26237 w 85725"/>
                <a:gd name="connsiteY7" fmla="*/ 50635 h 57150"/>
                <a:gd name="connsiteX8" fmla="*/ 70757 w 85725"/>
                <a:gd name="connsiteY8" fmla="*/ 36643 h 57150"/>
                <a:gd name="connsiteX9" fmla="*/ 69614 w 85725"/>
                <a:gd name="connsiteY9" fmla="*/ 1116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57150">
                  <a:moveTo>
                    <a:pt x="69614" y="11163"/>
                  </a:moveTo>
                  <a:cubicBezTo>
                    <a:pt x="69614" y="11163"/>
                    <a:pt x="70157" y="19364"/>
                    <a:pt x="71995" y="21384"/>
                  </a:cubicBezTo>
                  <a:cubicBezTo>
                    <a:pt x="60412" y="35604"/>
                    <a:pt x="26513" y="31023"/>
                    <a:pt x="24961" y="22212"/>
                  </a:cubicBezTo>
                  <a:cubicBezTo>
                    <a:pt x="24761" y="21603"/>
                    <a:pt x="31399" y="8791"/>
                    <a:pt x="31514" y="7144"/>
                  </a:cubicBezTo>
                  <a:cubicBezTo>
                    <a:pt x="22436" y="10716"/>
                    <a:pt x="13540" y="16354"/>
                    <a:pt x="13540" y="16354"/>
                  </a:cubicBezTo>
                  <a:cubicBezTo>
                    <a:pt x="8254" y="20317"/>
                    <a:pt x="6206" y="33957"/>
                    <a:pt x="7539" y="36500"/>
                  </a:cubicBezTo>
                  <a:cubicBezTo>
                    <a:pt x="10901" y="31909"/>
                    <a:pt x="24170" y="27870"/>
                    <a:pt x="24170" y="27870"/>
                  </a:cubicBezTo>
                  <a:cubicBezTo>
                    <a:pt x="28027" y="34976"/>
                    <a:pt x="26237" y="50635"/>
                    <a:pt x="26237" y="50635"/>
                  </a:cubicBezTo>
                  <a:cubicBezTo>
                    <a:pt x="46392" y="50635"/>
                    <a:pt x="66652" y="39938"/>
                    <a:pt x="70757" y="36643"/>
                  </a:cubicBezTo>
                  <a:cubicBezTo>
                    <a:pt x="88902" y="22088"/>
                    <a:pt x="73509" y="8734"/>
                    <a:pt x="69614" y="1116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2D64BAF-F5D8-4F2A-AFED-4AA9172FE72D}"/>
                </a:ext>
              </a:extLst>
            </p:cNvPr>
            <p:cNvSpPr/>
            <p:nvPr/>
          </p:nvSpPr>
          <p:spPr>
            <a:xfrm>
              <a:off x="4710046" y="3308562"/>
              <a:ext cx="57150" cy="57150"/>
            </a:xfrm>
            <a:custGeom>
              <a:avLst/>
              <a:gdLst>
                <a:gd name="connsiteX0" fmla="*/ 9211 w 57150"/>
                <a:gd name="connsiteY0" fmla="*/ 17945 h 57150"/>
                <a:gd name="connsiteX1" fmla="*/ 7144 w 57150"/>
                <a:gd name="connsiteY1" fmla="*/ 46787 h 57150"/>
                <a:gd name="connsiteX2" fmla="*/ 54969 w 57150"/>
                <a:gd name="connsiteY2" fmla="*/ 45863 h 57150"/>
                <a:gd name="connsiteX3" fmla="*/ 56998 w 57150"/>
                <a:gd name="connsiteY3" fmla="*/ 7144 h 57150"/>
                <a:gd name="connsiteX4" fmla="*/ 9211 w 57150"/>
                <a:gd name="connsiteY4" fmla="*/ 1794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9211" y="17945"/>
                  </a:moveTo>
                  <a:cubicBezTo>
                    <a:pt x="9106" y="19593"/>
                    <a:pt x="13926" y="37719"/>
                    <a:pt x="7144" y="46787"/>
                  </a:cubicBezTo>
                  <a:cubicBezTo>
                    <a:pt x="8696" y="55597"/>
                    <a:pt x="43386" y="60084"/>
                    <a:pt x="54969" y="45863"/>
                  </a:cubicBezTo>
                  <a:cubicBezTo>
                    <a:pt x="51273" y="41472"/>
                    <a:pt x="51492" y="17650"/>
                    <a:pt x="56998" y="7144"/>
                  </a:cubicBezTo>
                  <a:cubicBezTo>
                    <a:pt x="53816" y="8477"/>
                    <a:pt x="18012" y="19278"/>
                    <a:pt x="9211" y="17945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6BF0408F-DE85-49F3-AFBD-29C4B3275A53}"/>
                </a:ext>
              </a:extLst>
            </p:cNvPr>
            <p:cNvSpPr/>
            <p:nvPr/>
          </p:nvSpPr>
          <p:spPr>
            <a:xfrm>
              <a:off x="4678035" y="3231924"/>
              <a:ext cx="95250" cy="123825"/>
            </a:xfrm>
            <a:custGeom>
              <a:avLst/>
              <a:gdLst>
                <a:gd name="connsiteX0" fmla="*/ 59434 w 95250"/>
                <a:gd name="connsiteY0" fmla="*/ 8020 h 123825"/>
                <a:gd name="connsiteX1" fmla="*/ 10533 w 95250"/>
                <a:gd name="connsiteY1" fmla="*/ 30784 h 123825"/>
                <a:gd name="connsiteX2" fmla="*/ 8561 w 95250"/>
                <a:gd name="connsiteY2" fmla="*/ 60293 h 123825"/>
                <a:gd name="connsiteX3" fmla="*/ 25544 w 95250"/>
                <a:gd name="connsiteY3" fmla="*/ 119043 h 123825"/>
                <a:gd name="connsiteX4" fmla="*/ 32688 w 95250"/>
                <a:gd name="connsiteY4" fmla="*/ 123101 h 123825"/>
                <a:gd name="connsiteX5" fmla="*/ 87323 w 95250"/>
                <a:gd name="connsiteY5" fmla="*/ 84391 h 123825"/>
                <a:gd name="connsiteX6" fmla="*/ 90962 w 95250"/>
                <a:gd name="connsiteY6" fmla="*/ 58731 h 123825"/>
                <a:gd name="connsiteX7" fmla="*/ 59434 w 95250"/>
                <a:gd name="connsiteY7" fmla="*/ 80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250" h="123825">
                  <a:moveTo>
                    <a:pt x="59434" y="8020"/>
                  </a:moveTo>
                  <a:cubicBezTo>
                    <a:pt x="38146" y="5019"/>
                    <a:pt x="16991" y="9048"/>
                    <a:pt x="10533" y="30784"/>
                  </a:cubicBezTo>
                  <a:cubicBezTo>
                    <a:pt x="8209" y="38566"/>
                    <a:pt x="11590" y="49958"/>
                    <a:pt x="8561" y="60293"/>
                  </a:cubicBezTo>
                  <a:cubicBezTo>
                    <a:pt x="3408" y="77809"/>
                    <a:pt x="13047" y="104737"/>
                    <a:pt x="25544" y="119043"/>
                  </a:cubicBezTo>
                  <a:cubicBezTo>
                    <a:pt x="27430" y="121215"/>
                    <a:pt x="29945" y="122615"/>
                    <a:pt x="32688" y="123101"/>
                  </a:cubicBezTo>
                  <a:cubicBezTo>
                    <a:pt x="47890" y="125796"/>
                    <a:pt x="84694" y="103041"/>
                    <a:pt x="87323" y="84391"/>
                  </a:cubicBezTo>
                  <a:cubicBezTo>
                    <a:pt x="87323" y="84391"/>
                    <a:pt x="90914" y="58979"/>
                    <a:pt x="90962" y="58731"/>
                  </a:cubicBezTo>
                  <a:cubicBezTo>
                    <a:pt x="94457" y="33985"/>
                    <a:pt x="82303" y="11258"/>
                    <a:pt x="59434" y="8020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FAB44878-A73D-4150-A427-687354EED310}"/>
                </a:ext>
              </a:extLst>
            </p:cNvPr>
            <p:cNvSpPr/>
            <p:nvPr/>
          </p:nvSpPr>
          <p:spPr>
            <a:xfrm>
              <a:off x="4677182" y="3208436"/>
              <a:ext cx="114300" cy="114300"/>
            </a:xfrm>
            <a:custGeom>
              <a:avLst/>
              <a:gdLst>
                <a:gd name="connsiteX0" fmla="*/ 7309 w 114300"/>
                <a:gd name="connsiteY0" fmla="*/ 44824 h 114300"/>
                <a:gd name="connsiteX1" fmla="*/ 84366 w 114300"/>
                <a:gd name="connsiteY1" fmla="*/ 66093 h 114300"/>
                <a:gd name="connsiteX2" fmla="*/ 87690 w 114300"/>
                <a:gd name="connsiteY2" fmla="*/ 110013 h 114300"/>
                <a:gd name="connsiteX3" fmla="*/ 102654 w 114300"/>
                <a:gd name="connsiteY3" fmla="*/ 24459 h 114300"/>
                <a:gd name="connsiteX4" fmla="*/ 7309 w 114300"/>
                <a:gd name="connsiteY4" fmla="*/ 4482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14300">
                  <a:moveTo>
                    <a:pt x="7309" y="44824"/>
                  </a:moveTo>
                  <a:cubicBezTo>
                    <a:pt x="6004" y="52406"/>
                    <a:pt x="10757" y="71875"/>
                    <a:pt x="84366" y="66093"/>
                  </a:cubicBezTo>
                  <a:cubicBezTo>
                    <a:pt x="94748" y="82276"/>
                    <a:pt x="87690" y="110013"/>
                    <a:pt x="87690" y="110013"/>
                  </a:cubicBezTo>
                  <a:cubicBezTo>
                    <a:pt x="111484" y="93973"/>
                    <a:pt x="124380" y="50024"/>
                    <a:pt x="102654" y="24459"/>
                  </a:cubicBezTo>
                  <a:cubicBezTo>
                    <a:pt x="74231" y="-8974"/>
                    <a:pt x="13224" y="10496"/>
                    <a:pt x="7309" y="44824"/>
                  </a:cubicBezTo>
                  <a:close/>
                </a:path>
              </a:pathLst>
            </a:custGeom>
            <a:solidFill>
              <a:srgbClr val="1321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9ED40813-887A-45FC-98EB-5406F93ACE60}"/>
                </a:ext>
              </a:extLst>
            </p:cNvPr>
            <p:cNvSpPr/>
            <p:nvPr/>
          </p:nvSpPr>
          <p:spPr>
            <a:xfrm>
              <a:off x="4752195" y="3273164"/>
              <a:ext cx="19050" cy="38100"/>
            </a:xfrm>
            <a:custGeom>
              <a:avLst/>
              <a:gdLst>
                <a:gd name="connsiteX0" fmla="*/ 12620 w 19050"/>
                <a:gd name="connsiteY0" fmla="*/ 7251 h 38100"/>
                <a:gd name="connsiteX1" fmla="*/ 7144 w 19050"/>
                <a:gd name="connsiteY1" fmla="*/ 7709 h 38100"/>
                <a:gd name="connsiteX2" fmla="*/ 8925 w 19050"/>
                <a:gd name="connsiteY2" fmla="*/ 39875 h 38100"/>
                <a:gd name="connsiteX3" fmla="*/ 21326 w 19050"/>
                <a:gd name="connsiteY3" fmla="*/ 21091 h 38100"/>
                <a:gd name="connsiteX4" fmla="*/ 12620 w 19050"/>
                <a:gd name="connsiteY4" fmla="*/ 72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2620" y="7251"/>
                  </a:moveTo>
                  <a:cubicBezTo>
                    <a:pt x="10468" y="7004"/>
                    <a:pt x="8677" y="7194"/>
                    <a:pt x="7144" y="7709"/>
                  </a:cubicBezTo>
                  <a:cubicBezTo>
                    <a:pt x="12820" y="17215"/>
                    <a:pt x="13411" y="29740"/>
                    <a:pt x="8925" y="39875"/>
                  </a:cubicBezTo>
                  <a:cubicBezTo>
                    <a:pt x="14383" y="39055"/>
                    <a:pt x="20688" y="26425"/>
                    <a:pt x="21326" y="21091"/>
                  </a:cubicBezTo>
                  <a:cubicBezTo>
                    <a:pt x="21993" y="15462"/>
                    <a:pt x="18269" y="7918"/>
                    <a:pt x="12620" y="7251"/>
                  </a:cubicBezTo>
                  <a:close/>
                </a:path>
              </a:pathLst>
            </a:custGeom>
            <a:solidFill>
              <a:srgbClr val="FFAA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513A839B-791D-4272-BA4C-6578634E20BB}"/>
                </a:ext>
              </a:extLst>
            </p:cNvPr>
            <p:cNvSpPr/>
            <p:nvPr/>
          </p:nvSpPr>
          <p:spPr>
            <a:xfrm>
              <a:off x="5544431" y="5405735"/>
              <a:ext cx="552450" cy="371475"/>
            </a:xfrm>
            <a:custGeom>
              <a:avLst/>
              <a:gdLst>
                <a:gd name="connsiteX0" fmla="*/ 522005 w 552450"/>
                <a:gd name="connsiteY0" fmla="*/ 177073 h 371475"/>
                <a:gd name="connsiteX1" fmla="*/ 233873 w 552450"/>
                <a:gd name="connsiteY1" fmla="*/ 15167 h 371475"/>
                <a:gd name="connsiteX2" fmla="*/ 172465 w 552450"/>
                <a:gd name="connsiteY2" fmla="*/ 15215 h 371475"/>
                <a:gd name="connsiteX3" fmla="*/ 38982 w 552450"/>
                <a:gd name="connsiteY3" fmla="*/ 90501 h 371475"/>
                <a:gd name="connsiteX4" fmla="*/ 39078 w 552450"/>
                <a:gd name="connsiteY4" fmla="*/ 199590 h 371475"/>
                <a:gd name="connsiteX5" fmla="*/ 327209 w 552450"/>
                <a:gd name="connsiteY5" fmla="*/ 361497 h 371475"/>
                <a:gd name="connsiteX6" fmla="*/ 388616 w 552450"/>
                <a:gd name="connsiteY6" fmla="*/ 361439 h 371475"/>
                <a:gd name="connsiteX7" fmla="*/ 522090 w 552450"/>
                <a:gd name="connsiteY7" fmla="*/ 286154 h 371475"/>
                <a:gd name="connsiteX8" fmla="*/ 522005 w 552450"/>
                <a:gd name="connsiteY8" fmla="*/ 177073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450" h="371475">
                  <a:moveTo>
                    <a:pt x="522005" y="177073"/>
                  </a:moveTo>
                  <a:lnTo>
                    <a:pt x="233873" y="15167"/>
                  </a:lnTo>
                  <a:cubicBezTo>
                    <a:pt x="214795" y="4452"/>
                    <a:pt x="191515" y="4471"/>
                    <a:pt x="172465" y="15215"/>
                  </a:cubicBezTo>
                  <a:lnTo>
                    <a:pt x="38982" y="90501"/>
                  </a:lnTo>
                  <a:cubicBezTo>
                    <a:pt x="-3509" y="114475"/>
                    <a:pt x="-3461" y="175683"/>
                    <a:pt x="39078" y="199590"/>
                  </a:cubicBezTo>
                  <a:lnTo>
                    <a:pt x="327209" y="361497"/>
                  </a:lnTo>
                  <a:cubicBezTo>
                    <a:pt x="346268" y="372212"/>
                    <a:pt x="369557" y="372193"/>
                    <a:pt x="388616" y="361439"/>
                  </a:cubicBezTo>
                  <a:lnTo>
                    <a:pt x="522090" y="286154"/>
                  </a:lnTo>
                  <a:cubicBezTo>
                    <a:pt x="564591" y="262189"/>
                    <a:pt x="564533" y="200972"/>
                    <a:pt x="522005" y="17707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E790CEDA-BFFD-47EE-B20D-3EF1C1530AB6}"/>
                </a:ext>
              </a:extLst>
            </p:cNvPr>
            <p:cNvSpPr/>
            <p:nvPr/>
          </p:nvSpPr>
          <p:spPr>
            <a:xfrm>
              <a:off x="5661670" y="5416987"/>
              <a:ext cx="361950" cy="209550"/>
            </a:xfrm>
            <a:custGeom>
              <a:avLst/>
              <a:gdLst>
                <a:gd name="connsiteX0" fmla="*/ 7144 w 361950"/>
                <a:gd name="connsiteY0" fmla="*/ 89821 h 209550"/>
                <a:gd name="connsiteX1" fmla="*/ 214789 w 361950"/>
                <a:gd name="connsiteY1" fmla="*/ 210503 h 209550"/>
                <a:gd name="connsiteX2" fmla="*/ 357997 w 361950"/>
                <a:gd name="connsiteY2" fmla="*/ 127816 h 209550"/>
                <a:gd name="connsiteX3" fmla="*/ 150343 w 361950"/>
                <a:gd name="connsiteY3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209550">
                  <a:moveTo>
                    <a:pt x="7144" y="89821"/>
                  </a:moveTo>
                  <a:lnTo>
                    <a:pt x="214789" y="210503"/>
                  </a:lnTo>
                  <a:lnTo>
                    <a:pt x="357997" y="127816"/>
                  </a:lnTo>
                  <a:lnTo>
                    <a:pt x="150343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238F839E-CB66-4A0C-B490-1AA6D42D6CAD}"/>
                </a:ext>
              </a:extLst>
            </p:cNvPr>
            <p:cNvSpPr/>
            <p:nvPr/>
          </p:nvSpPr>
          <p:spPr>
            <a:xfrm>
              <a:off x="5661660" y="5499664"/>
              <a:ext cx="219075" cy="238125"/>
            </a:xfrm>
            <a:custGeom>
              <a:avLst/>
              <a:gdLst>
                <a:gd name="connsiteX0" fmla="*/ 7144 w 219075"/>
                <a:gd name="connsiteY0" fmla="*/ 7144 h 238125"/>
                <a:gd name="connsiteX1" fmla="*/ 7182 w 219075"/>
                <a:gd name="connsiteY1" fmla="*/ 112462 h 238125"/>
                <a:gd name="connsiteX2" fmla="*/ 214837 w 219075"/>
                <a:gd name="connsiteY2" fmla="*/ 233134 h 238125"/>
                <a:gd name="connsiteX3" fmla="*/ 214799 w 219075"/>
                <a:gd name="connsiteY3" fmla="*/ 12782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75" h="238125">
                  <a:moveTo>
                    <a:pt x="7144" y="7144"/>
                  </a:moveTo>
                  <a:lnTo>
                    <a:pt x="7182" y="112462"/>
                  </a:lnTo>
                  <a:lnTo>
                    <a:pt x="214837" y="233134"/>
                  </a:lnTo>
                  <a:lnTo>
                    <a:pt x="214799" y="127825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5B2295BF-A8B9-4FB0-A679-95C31AA3A33B}"/>
                </a:ext>
              </a:extLst>
            </p:cNvPr>
            <p:cNvSpPr/>
            <p:nvPr/>
          </p:nvSpPr>
          <p:spPr>
            <a:xfrm>
              <a:off x="5751558" y="5566596"/>
              <a:ext cx="123825" cy="76200"/>
            </a:xfrm>
            <a:custGeom>
              <a:avLst/>
              <a:gdLst>
                <a:gd name="connsiteX0" fmla="*/ 44405 w 123825"/>
                <a:gd name="connsiteY0" fmla="*/ 55683 h 76200"/>
                <a:gd name="connsiteX1" fmla="*/ 124939 w 123825"/>
                <a:gd name="connsiteY1" fmla="*/ 75619 h 76200"/>
                <a:gd name="connsiteX2" fmla="*/ 7144 w 123825"/>
                <a:gd name="connsiteY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76200">
                  <a:moveTo>
                    <a:pt x="44405" y="55683"/>
                  </a:moveTo>
                  <a:lnTo>
                    <a:pt x="124939" y="7561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D632DD2-863F-4763-9567-83D287C0CF65}"/>
                </a:ext>
              </a:extLst>
            </p:cNvPr>
            <p:cNvSpPr/>
            <p:nvPr/>
          </p:nvSpPr>
          <p:spPr>
            <a:xfrm>
              <a:off x="5653212" y="5561396"/>
              <a:ext cx="76200" cy="47625"/>
            </a:xfrm>
            <a:custGeom>
              <a:avLst/>
              <a:gdLst>
                <a:gd name="connsiteX0" fmla="*/ 7144 w 76200"/>
                <a:gd name="connsiteY0" fmla="*/ 35652 h 47625"/>
                <a:gd name="connsiteX1" fmla="*/ 74609 w 76200"/>
                <a:gd name="connsiteY1" fmla="*/ 41386 h 47625"/>
                <a:gd name="connsiteX2" fmla="*/ 15707 w 76200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47625">
                  <a:moveTo>
                    <a:pt x="7144" y="35652"/>
                  </a:moveTo>
                  <a:lnTo>
                    <a:pt x="74609" y="41386"/>
                  </a:lnTo>
                  <a:lnTo>
                    <a:pt x="15707" y="7144"/>
                  </a:lnTo>
                  <a:close/>
                </a:path>
              </a:pathLst>
            </a:custGeom>
            <a:solidFill>
              <a:srgbClr val="FFDB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0170960A-9F6A-443B-B7CB-F91CE1C2F1B3}"/>
                </a:ext>
              </a:extLst>
            </p:cNvPr>
            <p:cNvSpPr/>
            <p:nvPr/>
          </p:nvSpPr>
          <p:spPr>
            <a:xfrm>
              <a:off x="5869315" y="5537660"/>
              <a:ext cx="152400" cy="200025"/>
            </a:xfrm>
            <a:custGeom>
              <a:avLst/>
              <a:gdLst>
                <a:gd name="connsiteX0" fmla="*/ 7144 w 152400"/>
                <a:gd name="connsiteY0" fmla="*/ 89830 h 200025"/>
                <a:gd name="connsiteX1" fmla="*/ 7182 w 152400"/>
                <a:gd name="connsiteY1" fmla="*/ 195139 h 200025"/>
                <a:gd name="connsiteX2" fmla="*/ 150400 w 152400"/>
                <a:gd name="connsiteY2" fmla="*/ 112462 h 200025"/>
                <a:gd name="connsiteX3" fmla="*/ 150352 w 1524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200025">
                  <a:moveTo>
                    <a:pt x="7144" y="89830"/>
                  </a:moveTo>
                  <a:lnTo>
                    <a:pt x="7182" y="195139"/>
                  </a:lnTo>
                  <a:lnTo>
                    <a:pt x="150400" y="112462"/>
                  </a:lnTo>
                  <a:lnTo>
                    <a:pt x="150352" y="7144"/>
                  </a:lnTo>
                  <a:close/>
                </a:path>
              </a:pathLst>
            </a:custGeom>
            <a:solidFill>
              <a:srgbClr val="FD9C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24A317B-2582-4448-9241-F211D2A6F757}"/>
                </a:ext>
              </a:extLst>
            </p:cNvPr>
            <p:cNvSpPr/>
            <p:nvPr/>
          </p:nvSpPr>
          <p:spPr>
            <a:xfrm>
              <a:off x="5936600" y="5594276"/>
              <a:ext cx="95250" cy="57150"/>
            </a:xfrm>
            <a:custGeom>
              <a:avLst/>
              <a:gdLst>
                <a:gd name="connsiteX0" fmla="*/ 7144 w 95250"/>
                <a:gd name="connsiteY0" fmla="*/ 51273 h 57150"/>
                <a:gd name="connsiteX1" fmla="*/ 89202 w 95250"/>
                <a:gd name="connsiteY1" fmla="*/ 42463 h 57150"/>
                <a:gd name="connsiteX2" fmla="*/ 83067 w 95250"/>
                <a:gd name="connsiteY2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144" y="51273"/>
                  </a:moveTo>
                  <a:lnTo>
                    <a:pt x="89202" y="42463"/>
                  </a:lnTo>
                  <a:lnTo>
                    <a:pt x="83067" y="7144"/>
                  </a:lnTo>
                  <a:close/>
                </a:path>
              </a:pathLst>
            </a:custGeom>
            <a:solidFill>
              <a:srgbClr val="FFBD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D9EC5AD-8691-4BAF-A1B5-E74891E6BA9B}"/>
                </a:ext>
              </a:extLst>
            </p:cNvPr>
            <p:cNvSpPr/>
            <p:nvPr/>
          </p:nvSpPr>
          <p:spPr>
            <a:xfrm>
              <a:off x="5591252" y="5304526"/>
              <a:ext cx="361950" cy="209550"/>
            </a:xfrm>
            <a:custGeom>
              <a:avLst/>
              <a:gdLst>
                <a:gd name="connsiteX0" fmla="*/ 7144 w 361950"/>
                <a:gd name="connsiteY0" fmla="*/ 89830 h 209550"/>
                <a:gd name="connsiteX1" fmla="*/ 214779 w 361950"/>
                <a:gd name="connsiteY1" fmla="*/ 210512 h 209550"/>
                <a:gd name="connsiteX2" fmla="*/ 357997 w 361950"/>
                <a:gd name="connsiteY2" fmla="*/ 127825 h 209550"/>
                <a:gd name="connsiteX3" fmla="*/ 150343 w 361950"/>
                <a:gd name="connsiteY3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209550">
                  <a:moveTo>
                    <a:pt x="7144" y="89830"/>
                  </a:moveTo>
                  <a:lnTo>
                    <a:pt x="214779" y="210512"/>
                  </a:lnTo>
                  <a:lnTo>
                    <a:pt x="357997" y="127825"/>
                  </a:lnTo>
                  <a:lnTo>
                    <a:pt x="150343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9896F61-D8ED-4A29-B13E-52291F09AB92}"/>
                </a:ext>
              </a:extLst>
            </p:cNvPr>
            <p:cNvSpPr/>
            <p:nvPr/>
          </p:nvSpPr>
          <p:spPr>
            <a:xfrm>
              <a:off x="5591252" y="5387212"/>
              <a:ext cx="219075" cy="238125"/>
            </a:xfrm>
            <a:custGeom>
              <a:avLst/>
              <a:gdLst>
                <a:gd name="connsiteX0" fmla="*/ 7144 w 219075"/>
                <a:gd name="connsiteY0" fmla="*/ 7144 h 238125"/>
                <a:gd name="connsiteX1" fmla="*/ 7182 w 219075"/>
                <a:gd name="connsiteY1" fmla="*/ 112471 h 238125"/>
                <a:gd name="connsiteX2" fmla="*/ 214817 w 219075"/>
                <a:gd name="connsiteY2" fmla="*/ 233143 h 238125"/>
                <a:gd name="connsiteX3" fmla="*/ 214779 w 219075"/>
                <a:gd name="connsiteY3" fmla="*/ 12782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75" h="238125">
                  <a:moveTo>
                    <a:pt x="7144" y="7144"/>
                  </a:moveTo>
                  <a:lnTo>
                    <a:pt x="7182" y="112471"/>
                  </a:lnTo>
                  <a:lnTo>
                    <a:pt x="214817" y="233143"/>
                  </a:lnTo>
                  <a:lnTo>
                    <a:pt x="214779" y="127825"/>
                  </a:lnTo>
                  <a:close/>
                </a:path>
              </a:pathLst>
            </a:custGeom>
            <a:solidFill>
              <a:srgbClr val="EE42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80310E85-A37C-44E0-BE98-25CE18F39994}"/>
                </a:ext>
              </a:extLst>
            </p:cNvPr>
            <p:cNvSpPr/>
            <p:nvPr/>
          </p:nvSpPr>
          <p:spPr>
            <a:xfrm>
              <a:off x="5681120" y="5454144"/>
              <a:ext cx="123825" cy="76200"/>
            </a:xfrm>
            <a:custGeom>
              <a:avLst/>
              <a:gdLst>
                <a:gd name="connsiteX0" fmla="*/ 44415 w 123825"/>
                <a:gd name="connsiteY0" fmla="*/ 55683 h 76200"/>
                <a:gd name="connsiteX1" fmla="*/ 124949 w 123825"/>
                <a:gd name="connsiteY1" fmla="*/ 75619 h 76200"/>
                <a:gd name="connsiteX2" fmla="*/ 7144 w 123825"/>
                <a:gd name="connsiteY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76200">
                  <a:moveTo>
                    <a:pt x="44415" y="55683"/>
                  </a:moveTo>
                  <a:lnTo>
                    <a:pt x="124949" y="7561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C1E371D3-D27F-4969-9D73-0B151C947EB5}"/>
                </a:ext>
              </a:extLst>
            </p:cNvPr>
            <p:cNvSpPr/>
            <p:nvPr/>
          </p:nvSpPr>
          <p:spPr>
            <a:xfrm>
              <a:off x="5582784" y="5448944"/>
              <a:ext cx="76200" cy="47625"/>
            </a:xfrm>
            <a:custGeom>
              <a:avLst/>
              <a:gdLst>
                <a:gd name="connsiteX0" fmla="*/ 7144 w 76200"/>
                <a:gd name="connsiteY0" fmla="*/ 35652 h 47625"/>
                <a:gd name="connsiteX1" fmla="*/ 74619 w 76200"/>
                <a:gd name="connsiteY1" fmla="*/ 41377 h 47625"/>
                <a:gd name="connsiteX2" fmla="*/ 15707 w 76200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47625">
                  <a:moveTo>
                    <a:pt x="7144" y="35652"/>
                  </a:moveTo>
                  <a:lnTo>
                    <a:pt x="74619" y="41377"/>
                  </a:lnTo>
                  <a:lnTo>
                    <a:pt x="15707" y="7144"/>
                  </a:lnTo>
                  <a:close/>
                </a:path>
              </a:pathLst>
            </a:custGeom>
            <a:solidFill>
              <a:srgbClr val="FF65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26BE5AA-228E-4785-9009-BD4F7936FC1E}"/>
                </a:ext>
              </a:extLst>
            </p:cNvPr>
            <p:cNvSpPr/>
            <p:nvPr/>
          </p:nvSpPr>
          <p:spPr>
            <a:xfrm>
              <a:off x="5798887" y="5425207"/>
              <a:ext cx="152400" cy="200025"/>
            </a:xfrm>
            <a:custGeom>
              <a:avLst/>
              <a:gdLst>
                <a:gd name="connsiteX0" fmla="*/ 7144 w 152400"/>
                <a:gd name="connsiteY0" fmla="*/ 89830 h 200025"/>
                <a:gd name="connsiteX1" fmla="*/ 7182 w 152400"/>
                <a:gd name="connsiteY1" fmla="*/ 195148 h 200025"/>
                <a:gd name="connsiteX2" fmla="*/ 150400 w 152400"/>
                <a:gd name="connsiteY2" fmla="*/ 112462 h 200025"/>
                <a:gd name="connsiteX3" fmla="*/ 150362 w 1524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200025">
                  <a:moveTo>
                    <a:pt x="7144" y="89830"/>
                  </a:moveTo>
                  <a:lnTo>
                    <a:pt x="7182" y="195148"/>
                  </a:lnTo>
                  <a:lnTo>
                    <a:pt x="150400" y="112462"/>
                  </a:lnTo>
                  <a:lnTo>
                    <a:pt x="150362" y="7144"/>
                  </a:lnTo>
                  <a:close/>
                </a:path>
              </a:pathLst>
            </a:custGeom>
            <a:solidFill>
              <a:srgbClr val="BC427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CA65CC00-3B60-494C-86AE-29A071FC6884}"/>
                </a:ext>
              </a:extLst>
            </p:cNvPr>
            <p:cNvSpPr/>
            <p:nvPr/>
          </p:nvSpPr>
          <p:spPr>
            <a:xfrm>
              <a:off x="5866182" y="5481834"/>
              <a:ext cx="95250" cy="57150"/>
            </a:xfrm>
            <a:custGeom>
              <a:avLst/>
              <a:gdLst>
                <a:gd name="connsiteX0" fmla="*/ 7144 w 95250"/>
                <a:gd name="connsiteY0" fmla="*/ 51263 h 57150"/>
                <a:gd name="connsiteX1" fmla="*/ 89192 w 95250"/>
                <a:gd name="connsiteY1" fmla="*/ 42463 h 57150"/>
                <a:gd name="connsiteX2" fmla="*/ 83068 w 95250"/>
                <a:gd name="connsiteY2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144" y="51263"/>
                  </a:moveTo>
                  <a:lnTo>
                    <a:pt x="89192" y="42463"/>
                  </a:lnTo>
                  <a:lnTo>
                    <a:pt x="83068" y="7144"/>
                  </a:lnTo>
                  <a:close/>
                </a:path>
              </a:pathLst>
            </a:custGeom>
            <a:solidFill>
              <a:srgbClr val="EE42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8683B77E-F2D2-4B52-922E-85B953E6E029}"/>
                </a:ext>
              </a:extLst>
            </p:cNvPr>
            <p:cNvSpPr/>
            <p:nvPr/>
          </p:nvSpPr>
          <p:spPr>
            <a:xfrm>
              <a:off x="5691912" y="5225344"/>
              <a:ext cx="361950" cy="209550"/>
            </a:xfrm>
            <a:custGeom>
              <a:avLst/>
              <a:gdLst>
                <a:gd name="connsiteX0" fmla="*/ 7144 w 361950"/>
                <a:gd name="connsiteY0" fmla="*/ 89830 h 209550"/>
                <a:gd name="connsiteX1" fmla="*/ 214789 w 361950"/>
                <a:gd name="connsiteY1" fmla="*/ 210503 h 209550"/>
                <a:gd name="connsiteX2" fmla="*/ 357997 w 361950"/>
                <a:gd name="connsiteY2" fmla="*/ 127826 h 209550"/>
                <a:gd name="connsiteX3" fmla="*/ 150343 w 361950"/>
                <a:gd name="connsiteY3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209550">
                  <a:moveTo>
                    <a:pt x="7144" y="89830"/>
                  </a:moveTo>
                  <a:lnTo>
                    <a:pt x="214789" y="210503"/>
                  </a:lnTo>
                  <a:lnTo>
                    <a:pt x="357997" y="127826"/>
                  </a:lnTo>
                  <a:lnTo>
                    <a:pt x="150343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8C229438-3E47-4A91-B3D3-E39F3FAC7790}"/>
                </a:ext>
              </a:extLst>
            </p:cNvPr>
            <p:cNvSpPr/>
            <p:nvPr/>
          </p:nvSpPr>
          <p:spPr>
            <a:xfrm>
              <a:off x="5691912" y="5308031"/>
              <a:ext cx="219075" cy="238125"/>
            </a:xfrm>
            <a:custGeom>
              <a:avLst/>
              <a:gdLst>
                <a:gd name="connsiteX0" fmla="*/ 7144 w 219075"/>
                <a:gd name="connsiteY0" fmla="*/ 7144 h 238125"/>
                <a:gd name="connsiteX1" fmla="*/ 7182 w 219075"/>
                <a:gd name="connsiteY1" fmla="*/ 112452 h 238125"/>
                <a:gd name="connsiteX2" fmla="*/ 214827 w 219075"/>
                <a:gd name="connsiteY2" fmla="*/ 233124 h 238125"/>
                <a:gd name="connsiteX3" fmla="*/ 214789 w 219075"/>
                <a:gd name="connsiteY3" fmla="*/ 12781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75" h="238125">
                  <a:moveTo>
                    <a:pt x="7144" y="7144"/>
                  </a:moveTo>
                  <a:lnTo>
                    <a:pt x="7182" y="112452"/>
                  </a:lnTo>
                  <a:lnTo>
                    <a:pt x="214827" y="233124"/>
                  </a:lnTo>
                  <a:lnTo>
                    <a:pt x="214789" y="127816"/>
                  </a:lnTo>
                  <a:close/>
                </a:path>
              </a:pathLst>
            </a:custGeom>
            <a:solidFill>
              <a:srgbClr val="09A8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5F8B7718-C948-41D6-A7E2-2C68AC26D665}"/>
                </a:ext>
              </a:extLst>
            </p:cNvPr>
            <p:cNvSpPr/>
            <p:nvPr/>
          </p:nvSpPr>
          <p:spPr>
            <a:xfrm>
              <a:off x="5781800" y="5374963"/>
              <a:ext cx="123825" cy="76200"/>
            </a:xfrm>
            <a:custGeom>
              <a:avLst/>
              <a:gdLst>
                <a:gd name="connsiteX0" fmla="*/ 44396 w 123825"/>
                <a:gd name="connsiteY0" fmla="*/ 55683 h 76200"/>
                <a:gd name="connsiteX1" fmla="*/ 124939 w 123825"/>
                <a:gd name="connsiteY1" fmla="*/ 75600 h 76200"/>
                <a:gd name="connsiteX2" fmla="*/ 7144 w 123825"/>
                <a:gd name="connsiteY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76200">
                  <a:moveTo>
                    <a:pt x="44396" y="55683"/>
                  </a:moveTo>
                  <a:lnTo>
                    <a:pt x="124939" y="7560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8F49D205-D1FA-4AAA-A9A7-05EF74477B1F}"/>
                </a:ext>
              </a:extLst>
            </p:cNvPr>
            <p:cNvSpPr/>
            <p:nvPr/>
          </p:nvSpPr>
          <p:spPr>
            <a:xfrm>
              <a:off x="5683444" y="5369763"/>
              <a:ext cx="76200" cy="47625"/>
            </a:xfrm>
            <a:custGeom>
              <a:avLst/>
              <a:gdLst>
                <a:gd name="connsiteX0" fmla="*/ 7144 w 76200"/>
                <a:gd name="connsiteY0" fmla="*/ 35643 h 47625"/>
                <a:gd name="connsiteX1" fmla="*/ 74609 w 76200"/>
                <a:gd name="connsiteY1" fmla="*/ 41377 h 47625"/>
                <a:gd name="connsiteX2" fmla="*/ 15716 w 76200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47625">
                  <a:moveTo>
                    <a:pt x="7144" y="35643"/>
                  </a:moveTo>
                  <a:lnTo>
                    <a:pt x="74609" y="41377"/>
                  </a:lnTo>
                  <a:lnTo>
                    <a:pt x="15716" y="7144"/>
                  </a:lnTo>
                  <a:close/>
                </a:path>
              </a:pathLst>
            </a:custGeom>
            <a:solidFill>
              <a:srgbClr val="26E0B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80648675-8DEE-4E87-9B86-8E97C8EC2ADD}"/>
                </a:ext>
              </a:extLst>
            </p:cNvPr>
            <p:cNvSpPr/>
            <p:nvPr/>
          </p:nvSpPr>
          <p:spPr>
            <a:xfrm>
              <a:off x="5899557" y="5346026"/>
              <a:ext cx="152400" cy="200025"/>
            </a:xfrm>
            <a:custGeom>
              <a:avLst/>
              <a:gdLst>
                <a:gd name="connsiteX0" fmla="*/ 7144 w 152400"/>
                <a:gd name="connsiteY0" fmla="*/ 89821 h 200025"/>
                <a:gd name="connsiteX1" fmla="*/ 7182 w 152400"/>
                <a:gd name="connsiteY1" fmla="*/ 195129 h 200025"/>
                <a:gd name="connsiteX2" fmla="*/ 150400 w 152400"/>
                <a:gd name="connsiteY2" fmla="*/ 112452 h 200025"/>
                <a:gd name="connsiteX3" fmla="*/ 150352 w 1524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200025">
                  <a:moveTo>
                    <a:pt x="7144" y="89821"/>
                  </a:moveTo>
                  <a:lnTo>
                    <a:pt x="7182" y="195129"/>
                  </a:lnTo>
                  <a:lnTo>
                    <a:pt x="150400" y="112452"/>
                  </a:lnTo>
                  <a:lnTo>
                    <a:pt x="150352" y="7144"/>
                  </a:lnTo>
                  <a:close/>
                </a:path>
              </a:pathLst>
            </a:custGeom>
            <a:solidFill>
              <a:srgbClr val="0097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DEF3EE9-CD20-4992-9FC9-7220D61EC205}"/>
                </a:ext>
              </a:extLst>
            </p:cNvPr>
            <p:cNvSpPr/>
            <p:nvPr/>
          </p:nvSpPr>
          <p:spPr>
            <a:xfrm>
              <a:off x="5966842" y="5402643"/>
              <a:ext cx="95250" cy="57150"/>
            </a:xfrm>
            <a:custGeom>
              <a:avLst/>
              <a:gdLst>
                <a:gd name="connsiteX0" fmla="*/ 7144 w 95250"/>
                <a:gd name="connsiteY0" fmla="*/ 51273 h 57150"/>
                <a:gd name="connsiteX1" fmla="*/ 89202 w 95250"/>
                <a:gd name="connsiteY1" fmla="*/ 42453 h 57150"/>
                <a:gd name="connsiteX2" fmla="*/ 83068 w 95250"/>
                <a:gd name="connsiteY2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144" y="51273"/>
                  </a:moveTo>
                  <a:lnTo>
                    <a:pt x="89202" y="42453"/>
                  </a:lnTo>
                  <a:lnTo>
                    <a:pt x="83068" y="7144"/>
                  </a:lnTo>
                  <a:close/>
                </a:path>
              </a:pathLst>
            </a:custGeom>
            <a:solidFill>
              <a:srgbClr val="09A8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E7E47DA8-FF38-4B45-A7E4-25789B747160}"/>
                </a:ext>
              </a:extLst>
            </p:cNvPr>
            <p:cNvSpPr/>
            <p:nvPr/>
          </p:nvSpPr>
          <p:spPr>
            <a:xfrm>
              <a:off x="6148101" y="5632460"/>
              <a:ext cx="552450" cy="371475"/>
            </a:xfrm>
            <a:custGeom>
              <a:avLst/>
              <a:gdLst>
                <a:gd name="connsiteX0" fmla="*/ 522000 w 552450"/>
                <a:gd name="connsiteY0" fmla="*/ 177072 h 371475"/>
                <a:gd name="connsiteX1" fmla="*/ 233859 w 552450"/>
                <a:gd name="connsiteY1" fmla="*/ 15166 h 371475"/>
                <a:gd name="connsiteX2" fmla="*/ 172461 w 552450"/>
                <a:gd name="connsiteY2" fmla="*/ 15223 h 371475"/>
                <a:gd name="connsiteX3" fmla="*/ 38987 w 552450"/>
                <a:gd name="connsiteY3" fmla="*/ 90509 h 371475"/>
                <a:gd name="connsiteX4" fmla="*/ 39072 w 552450"/>
                <a:gd name="connsiteY4" fmla="*/ 199589 h 371475"/>
                <a:gd name="connsiteX5" fmla="*/ 327194 w 552450"/>
                <a:gd name="connsiteY5" fmla="*/ 361495 h 371475"/>
                <a:gd name="connsiteX6" fmla="*/ 388602 w 552450"/>
                <a:gd name="connsiteY6" fmla="*/ 361438 h 371475"/>
                <a:gd name="connsiteX7" fmla="*/ 522095 w 552450"/>
                <a:gd name="connsiteY7" fmla="*/ 286152 h 371475"/>
                <a:gd name="connsiteX8" fmla="*/ 522000 w 552450"/>
                <a:gd name="connsiteY8" fmla="*/ 177072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450" h="371475">
                  <a:moveTo>
                    <a:pt x="522000" y="177072"/>
                  </a:moveTo>
                  <a:lnTo>
                    <a:pt x="233859" y="15166"/>
                  </a:lnTo>
                  <a:cubicBezTo>
                    <a:pt x="214799" y="4451"/>
                    <a:pt x="191511" y="4470"/>
                    <a:pt x="172461" y="15223"/>
                  </a:cubicBezTo>
                  <a:lnTo>
                    <a:pt x="38987" y="90509"/>
                  </a:lnTo>
                  <a:cubicBezTo>
                    <a:pt x="-3513" y="114483"/>
                    <a:pt x="-3456" y="175691"/>
                    <a:pt x="39072" y="199589"/>
                  </a:cubicBezTo>
                  <a:lnTo>
                    <a:pt x="327194" y="361495"/>
                  </a:lnTo>
                  <a:cubicBezTo>
                    <a:pt x="346273" y="372211"/>
                    <a:pt x="369552" y="372192"/>
                    <a:pt x="388602" y="361438"/>
                  </a:cubicBezTo>
                  <a:lnTo>
                    <a:pt x="522095" y="286152"/>
                  </a:lnTo>
                  <a:cubicBezTo>
                    <a:pt x="564586" y="262188"/>
                    <a:pt x="564529" y="200970"/>
                    <a:pt x="522000" y="1770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44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62D8AE3-8E22-4CBD-95AF-D08237A2D3B0}"/>
                </a:ext>
              </a:extLst>
            </p:cNvPr>
            <p:cNvSpPr/>
            <p:nvPr/>
          </p:nvSpPr>
          <p:spPr>
            <a:xfrm>
              <a:off x="6281900" y="5655579"/>
              <a:ext cx="361950" cy="209550"/>
            </a:xfrm>
            <a:custGeom>
              <a:avLst/>
              <a:gdLst>
                <a:gd name="connsiteX0" fmla="*/ 7144 w 361950"/>
                <a:gd name="connsiteY0" fmla="*/ 89830 h 209550"/>
                <a:gd name="connsiteX1" fmla="*/ 214799 w 361950"/>
                <a:gd name="connsiteY1" fmla="*/ 210503 h 209550"/>
                <a:gd name="connsiteX2" fmla="*/ 358007 w 361950"/>
                <a:gd name="connsiteY2" fmla="*/ 127826 h 209550"/>
                <a:gd name="connsiteX3" fmla="*/ 150362 w 361950"/>
                <a:gd name="connsiteY3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209550">
                  <a:moveTo>
                    <a:pt x="7144" y="89830"/>
                  </a:moveTo>
                  <a:lnTo>
                    <a:pt x="214799" y="210503"/>
                  </a:lnTo>
                  <a:lnTo>
                    <a:pt x="358007" y="127826"/>
                  </a:lnTo>
                  <a:lnTo>
                    <a:pt x="150362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23C8863D-7DFE-4F12-8972-52075416337F}"/>
                </a:ext>
              </a:extLst>
            </p:cNvPr>
            <p:cNvSpPr/>
            <p:nvPr/>
          </p:nvSpPr>
          <p:spPr>
            <a:xfrm>
              <a:off x="6281900" y="5738266"/>
              <a:ext cx="219075" cy="238125"/>
            </a:xfrm>
            <a:custGeom>
              <a:avLst/>
              <a:gdLst>
                <a:gd name="connsiteX0" fmla="*/ 7144 w 219075"/>
                <a:gd name="connsiteY0" fmla="*/ 7144 h 238125"/>
                <a:gd name="connsiteX1" fmla="*/ 7182 w 219075"/>
                <a:gd name="connsiteY1" fmla="*/ 112452 h 238125"/>
                <a:gd name="connsiteX2" fmla="*/ 214836 w 219075"/>
                <a:gd name="connsiteY2" fmla="*/ 233124 h 238125"/>
                <a:gd name="connsiteX3" fmla="*/ 214799 w 219075"/>
                <a:gd name="connsiteY3" fmla="*/ 12781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75" h="238125">
                  <a:moveTo>
                    <a:pt x="7144" y="7144"/>
                  </a:moveTo>
                  <a:lnTo>
                    <a:pt x="7182" y="112452"/>
                  </a:lnTo>
                  <a:lnTo>
                    <a:pt x="214836" y="233124"/>
                  </a:lnTo>
                  <a:lnTo>
                    <a:pt x="214799" y="127816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33B33ED8-413D-4E4B-B99E-05C7AF52F2F3}"/>
                </a:ext>
              </a:extLst>
            </p:cNvPr>
            <p:cNvSpPr/>
            <p:nvPr/>
          </p:nvSpPr>
          <p:spPr>
            <a:xfrm>
              <a:off x="6371797" y="5805198"/>
              <a:ext cx="123825" cy="76200"/>
            </a:xfrm>
            <a:custGeom>
              <a:avLst/>
              <a:gdLst>
                <a:gd name="connsiteX0" fmla="*/ 44405 w 123825"/>
                <a:gd name="connsiteY0" fmla="*/ 55683 h 76200"/>
                <a:gd name="connsiteX1" fmla="*/ 124939 w 123825"/>
                <a:gd name="connsiteY1" fmla="*/ 75600 h 76200"/>
                <a:gd name="connsiteX2" fmla="*/ 7144 w 123825"/>
                <a:gd name="connsiteY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76200">
                  <a:moveTo>
                    <a:pt x="44405" y="55683"/>
                  </a:moveTo>
                  <a:lnTo>
                    <a:pt x="124939" y="7560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17C45ACC-A950-432B-9651-C93474CECAD0}"/>
                </a:ext>
              </a:extLst>
            </p:cNvPr>
            <p:cNvSpPr/>
            <p:nvPr/>
          </p:nvSpPr>
          <p:spPr>
            <a:xfrm>
              <a:off x="6273452" y="5799997"/>
              <a:ext cx="76200" cy="47625"/>
            </a:xfrm>
            <a:custGeom>
              <a:avLst/>
              <a:gdLst>
                <a:gd name="connsiteX0" fmla="*/ 7144 w 76200"/>
                <a:gd name="connsiteY0" fmla="*/ 35642 h 47625"/>
                <a:gd name="connsiteX1" fmla="*/ 74619 w 76200"/>
                <a:gd name="connsiteY1" fmla="*/ 41377 h 47625"/>
                <a:gd name="connsiteX2" fmla="*/ 15707 w 76200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47625">
                  <a:moveTo>
                    <a:pt x="7144" y="35642"/>
                  </a:moveTo>
                  <a:lnTo>
                    <a:pt x="74619" y="41377"/>
                  </a:lnTo>
                  <a:lnTo>
                    <a:pt x="15707" y="7144"/>
                  </a:lnTo>
                  <a:close/>
                </a:path>
              </a:pathLst>
            </a:custGeom>
            <a:solidFill>
              <a:srgbClr val="8EC2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914277B-5C48-45A2-BDA4-7339CA1C1BF8}"/>
                </a:ext>
              </a:extLst>
            </p:cNvPr>
            <p:cNvSpPr/>
            <p:nvPr/>
          </p:nvSpPr>
          <p:spPr>
            <a:xfrm>
              <a:off x="6489555" y="5776261"/>
              <a:ext cx="152400" cy="200025"/>
            </a:xfrm>
            <a:custGeom>
              <a:avLst/>
              <a:gdLst>
                <a:gd name="connsiteX0" fmla="*/ 7144 w 152400"/>
                <a:gd name="connsiteY0" fmla="*/ 89821 h 200025"/>
                <a:gd name="connsiteX1" fmla="*/ 7182 w 152400"/>
                <a:gd name="connsiteY1" fmla="*/ 195129 h 200025"/>
                <a:gd name="connsiteX2" fmla="*/ 150400 w 152400"/>
                <a:gd name="connsiteY2" fmla="*/ 112452 h 200025"/>
                <a:gd name="connsiteX3" fmla="*/ 150352 w 1524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200025">
                  <a:moveTo>
                    <a:pt x="7144" y="89821"/>
                  </a:moveTo>
                  <a:lnTo>
                    <a:pt x="7182" y="195129"/>
                  </a:lnTo>
                  <a:lnTo>
                    <a:pt x="150400" y="112452"/>
                  </a:lnTo>
                  <a:lnTo>
                    <a:pt x="150352" y="7144"/>
                  </a:lnTo>
                  <a:close/>
                </a:path>
              </a:pathLst>
            </a:custGeom>
            <a:solidFill>
              <a:srgbClr val="367C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300EB42F-41AD-44A9-822D-75DEF0128E4D}"/>
                </a:ext>
              </a:extLst>
            </p:cNvPr>
            <p:cNvSpPr/>
            <p:nvPr/>
          </p:nvSpPr>
          <p:spPr>
            <a:xfrm>
              <a:off x="6556849" y="5832878"/>
              <a:ext cx="95250" cy="57150"/>
            </a:xfrm>
            <a:custGeom>
              <a:avLst/>
              <a:gdLst>
                <a:gd name="connsiteX0" fmla="*/ 7144 w 95250"/>
                <a:gd name="connsiteY0" fmla="*/ 51263 h 57150"/>
                <a:gd name="connsiteX1" fmla="*/ 89192 w 95250"/>
                <a:gd name="connsiteY1" fmla="*/ 42462 h 57150"/>
                <a:gd name="connsiteX2" fmla="*/ 83058 w 95250"/>
                <a:gd name="connsiteY2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144" y="51263"/>
                  </a:moveTo>
                  <a:lnTo>
                    <a:pt x="89192" y="42462"/>
                  </a:lnTo>
                  <a:lnTo>
                    <a:pt x="83058" y="7144"/>
                  </a:lnTo>
                  <a:close/>
                </a:path>
              </a:pathLst>
            </a:custGeom>
            <a:solidFill>
              <a:srgbClr val="61A1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A5199FC9-47B9-420A-BC77-F080D0693FC8}"/>
                </a:ext>
              </a:extLst>
            </p:cNvPr>
            <p:cNvSpPr/>
            <p:nvPr/>
          </p:nvSpPr>
          <p:spPr>
            <a:xfrm>
              <a:off x="6197528" y="5557891"/>
              <a:ext cx="361950" cy="209550"/>
            </a:xfrm>
            <a:custGeom>
              <a:avLst/>
              <a:gdLst>
                <a:gd name="connsiteX0" fmla="*/ 7144 w 361950"/>
                <a:gd name="connsiteY0" fmla="*/ 89821 h 209550"/>
                <a:gd name="connsiteX1" fmla="*/ 214789 w 361950"/>
                <a:gd name="connsiteY1" fmla="*/ 210512 h 209550"/>
                <a:gd name="connsiteX2" fmla="*/ 358007 w 361950"/>
                <a:gd name="connsiteY2" fmla="*/ 127825 h 209550"/>
                <a:gd name="connsiteX3" fmla="*/ 150343 w 361950"/>
                <a:gd name="connsiteY3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50" h="209550">
                  <a:moveTo>
                    <a:pt x="7144" y="89821"/>
                  </a:moveTo>
                  <a:lnTo>
                    <a:pt x="214789" y="210512"/>
                  </a:lnTo>
                  <a:lnTo>
                    <a:pt x="358007" y="127825"/>
                  </a:lnTo>
                  <a:lnTo>
                    <a:pt x="150343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FC1D32BA-3120-4946-A036-DDE04DAE488F}"/>
                </a:ext>
              </a:extLst>
            </p:cNvPr>
            <p:cNvSpPr/>
            <p:nvPr/>
          </p:nvSpPr>
          <p:spPr>
            <a:xfrm>
              <a:off x="6197528" y="5640568"/>
              <a:ext cx="219075" cy="238125"/>
            </a:xfrm>
            <a:custGeom>
              <a:avLst/>
              <a:gdLst>
                <a:gd name="connsiteX0" fmla="*/ 7144 w 219075"/>
                <a:gd name="connsiteY0" fmla="*/ 7144 h 238125"/>
                <a:gd name="connsiteX1" fmla="*/ 7182 w 219075"/>
                <a:gd name="connsiteY1" fmla="*/ 112462 h 238125"/>
                <a:gd name="connsiteX2" fmla="*/ 214836 w 219075"/>
                <a:gd name="connsiteY2" fmla="*/ 233134 h 238125"/>
                <a:gd name="connsiteX3" fmla="*/ 214798 w 219075"/>
                <a:gd name="connsiteY3" fmla="*/ 12782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75" h="238125">
                  <a:moveTo>
                    <a:pt x="7144" y="7144"/>
                  </a:moveTo>
                  <a:lnTo>
                    <a:pt x="7182" y="112462"/>
                  </a:lnTo>
                  <a:lnTo>
                    <a:pt x="214836" y="233134"/>
                  </a:lnTo>
                  <a:lnTo>
                    <a:pt x="214798" y="127825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2083E376-2C1F-4BBE-82DA-26C6C1F655F0}"/>
                </a:ext>
              </a:extLst>
            </p:cNvPr>
            <p:cNvSpPr/>
            <p:nvPr/>
          </p:nvSpPr>
          <p:spPr>
            <a:xfrm>
              <a:off x="6287415" y="5707500"/>
              <a:ext cx="123825" cy="76200"/>
            </a:xfrm>
            <a:custGeom>
              <a:avLst/>
              <a:gdLst>
                <a:gd name="connsiteX0" fmla="*/ 44415 w 123825"/>
                <a:gd name="connsiteY0" fmla="*/ 55693 h 76200"/>
                <a:gd name="connsiteX1" fmla="*/ 124949 w 123825"/>
                <a:gd name="connsiteY1" fmla="*/ 75610 h 76200"/>
                <a:gd name="connsiteX2" fmla="*/ 7144 w 123825"/>
                <a:gd name="connsiteY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76200">
                  <a:moveTo>
                    <a:pt x="44415" y="55693"/>
                  </a:moveTo>
                  <a:lnTo>
                    <a:pt x="124949" y="75610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F20DDC10-EF31-4910-9319-29D139CCABE6}"/>
                </a:ext>
              </a:extLst>
            </p:cNvPr>
            <p:cNvSpPr/>
            <p:nvPr/>
          </p:nvSpPr>
          <p:spPr>
            <a:xfrm>
              <a:off x="6189069" y="5702309"/>
              <a:ext cx="76200" cy="47625"/>
            </a:xfrm>
            <a:custGeom>
              <a:avLst/>
              <a:gdLst>
                <a:gd name="connsiteX0" fmla="*/ 7144 w 76200"/>
                <a:gd name="connsiteY0" fmla="*/ 35643 h 47625"/>
                <a:gd name="connsiteX1" fmla="*/ 74609 w 76200"/>
                <a:gd name="connsiteY1" fmla="*/ 41377 h 47625"/>
                <a:gd name="connsiteX2" fmla="*/ 15716 w 76200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47625">
                  <a:moveTo>
                    <a:pt x="7144" y="35643"/>
                  </a:moveTo>
                  <a:lnTo>
                    <a:pt x="74609" y="41377"/>
                  </a:lnTo>
                  <a:lnTo>
                    <a:pt x="15716" y="7144"/>
                  </a:lnTo>
                  <a:close/>
                </a:path>
              </a:pathLst>
            </a:custGeom>
            <a:solidFill>
              <a:srgbClr val="9A99F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7B6F9E5-41FF-4DAE-8E86-107999705EE2}"/>
                </a:ext>
              </a:extLst>
            </p:cNvPr>
            <p:cNvSpPr/>
            <p:nvPr/>
          </p:nvSpPr>
          <p:spPr>
            <a:xfrm>
              <a:off x="6405182" y="5678572"/>
              <a:ext cx="152400" cy="200025"/>
            </a:xfrm>
            <a:custGeom>
              <a:avLst/>
              <a:gdLst>
                <a:gd name="connsiteX0" fmla="*/ 7144 w 152400"/>
                <a:gd name="connsiteY0" fmla="*/ 89821 h 200025"/>
                <a:gd name="connsiteX1" fmla="*/ 7182 w 152400"/>
                <a:gd name="connsiteY1" fmla="*/ 195129 h 200025"/>
                <a:gd name="connsiteX2" fmla="*/ 150390 w 152400"/>
                <a:gd name="connsiteY2" fmla="*/ 112452 h 200025"/>
                <a:gd name="connsiteX3" fmla="*/ 150352 w 152400"/>
                <a:gd name="connsiteY3" fmla="*/ 71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200025">
                  <a:moveTo>
                    <a:pt x="7144" y="89821"/>
                  </a:moveTo>
                  <a:lnTo>
                    <a:pt x="7182" y="195129"/>
                  </a:lnTo>
                  <a:lnTo>
                    <a:pt x="150390" y="112452"/>
                  </a:lnTo>
                  <a:lnTo>
                    <a:pt x="150352" y="7144"/>
                  </a:lnTo>
                  <a:close/>
                </a:path>
              </a:pathLst>
            </a:custGeom>
            <a:solidFill>
              <a:srgbClr val="2D438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1CB1A62-9F67-4C48-8D86-0D32055969BF}"/>
                </a:ext>
              </a:extLst>
            </p:cNvPr>
            <p:cNvSpPr/>
            <p:nvPr/>
          </p:nvSpPr>
          <p:spPr>
            <a:xfrm>
              <a:off x="6472457" y="5735179"/>
              <a:ext cx="95250" cy="57150"/>
            </a:xfrm>
            <a:custGeom>
              <a:avLst/>
              <a:gdLst>
                <a:gd name="connsiteX0" fmla="*/ 7144 w 95250"/>
                <a:gd name="connsiteY0" fmla="*/ 51273 h 57150"/>
                <a:gd name="connsiteX1" fmla="*/ 89211 w 95250"/>
                <a:gd name="connsiteY1" fmla="*/ 42463 h 57150"/>
                <a:gd name="connsiteX2" fmla="*/ 83077 w 95250"/>
                <a:gd name="connsiteY2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144" y="51273"/>
                  </a:moveTo>
                  <a:lnTo>
                    <a:pt x="89211" y="42463"/>
                  </a:lnTo>
                  <a:lnTo>
                    <a:pt x="83077" y="7144"/>
                  </a:lnTo>
                  <a:close/>
                </a:path>
              </a:pathLst>
            </a:custGeom>
            <a:solidFill>
              <a:srgbClr val="4C4D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D773835C-E5E7-4264-B46F-0C9D79E268A6}"/>
                </a:ext>
              </a:extLst>
            </p:cNvPr>
            <p:cNvSpPr/>
            <p:nvPr/>
          </p:nvSpPr>
          <p:spPr>
            <a:xfrm>
              <a:off x="3964530" y="2601178"/>
              <a:ext cx="3055459" cy="1565474"/>
            </a:xfrm>
            <a:custGeom>
              <a:avLst/>
              <a:gdLst>
                <a:gd name="connsiteX0" fmla="*/ 0 w 1861659"/>
                <a:gd name="connsiteY0" fmla="*/ 0 h 2603699"/>
                <a:gd name="connsiteX1" fmla="*/ 1861659 w 1861659"/>
                <a:gd name="connsiteY1" fmla="*/ 0 h 2603699"/>
                <a:gd name="connsiteX2" fmla="*/ 1861659 w 1861659"/>
                <a:gd name="connsiteY2" fmla="*/ 2603699 h 2603699"/>
                <a:gd name="connsiteX3" fmla="*/ 0 w 1861659"/>
                <a:gd name="connsiteY3" fmla="*/ 2603699 h 2603699"/>
                <a:gd name="connsiteX4" fmla="*/ 0 w 1861659"/>
                <a:gd name="connsiteY4" fmla="*/ 0 h 2603699"/>
                <a:gd name="connsiteX0" fmla="*/ 0 w 1963259"/>
                <a:gd name="connsiteY0" fmla="*/ 0 h 2756099"/>
                <a:gd name="connsiteX1" fmla="*/ 1963259 w 1963259"/>
                <a:gd name="connsiteY1" fmla="*/ 152400 h 2756099"/>
                <a:gd name="connsiteX2" fmla="*/ 1963259 w 1963259"/>
                <a:gd name="connsiteY2" fmla="*/ 2756099 h 2756099"/>
                <a:gd name="connsiteX3" fmla="*/ 101600 w 1963259"/>
                <a:gd name="connsiteY3" fmla="*/ 2756099 h 2756099"/>
                <a:gd name="connsiteX4" fmla="*/ 0 w 1963259"/>
                <a:gd name="connsiteY4" fmla="*/ 0 h 2756099"/>
                <a:gd name="connsiteX0" fmla="*/ 0 w 1963259"/>
                <a:gd name="connsiteY0" fmla="*/ 0 h 2756099"/>
                <a:gd name="connsiteX1" fmla="*/ 1937859 w 1963259"/>
                <a:gd name="connsiteY1" fmla="*/ 1168400 h 2756099"/>
                <a:gd name="connsiteX2" fmla="*/ 1963259 w 1963259"/>
                <a:gd name="connsiteY2" fmla="*/ 2756099 h 2756099"/>
                <a:gd name="connsiteX3" fmla="*/ 101600 w 1963259"/>
                <a:gd name="connsiteY3" fmla="*/ 2756099 h 2756099"/>
                <a:gd name="connsiteX4" fmla="*/ 0 w 1963259"/>
                <a:gd name="connsiteY4" fmla="*/ 0 h 2756099"/>
                <a:gd name="connsiteX0" fmla="*/ 1371600 w 3334859"/>
                <a:gd name="connsiteY0" fmla="*/ 0 h 2756099"/>
                <a:gd name="connsiteX1" fmla="*/ 3309459 w 3334859"/>
                <a:gd name="connsiteY1" fmla="*/ 1168400 h 2756099"/>
                <a:gd name="connsiteX2" fmla="*/ 3334859 w 3334859"/>
                <a:gd name="connsiteY2" fmla="*/ 2756099 h 2756099"/>
                <a:gd name="connsiteX3" fmla="*/ 0 w 3334859"/>
                <a:gd name="connsiteY3" fmla="*/ 1701999 h 2756099"/>
                <a:gd name="connsiteX4" fmla="*/ 1371600 w 3334859"/>
                <a:gd name="connsiteY4" fmla="*/ 0 h 2756099"/>
                <a:gd name="connsiteX0" fmla="*/ 1993900 w 3957159"/>
                <a:gd name="connsiteY0" fmla="*/ 0 h 2756099"/>
                <a:gd name="connsiteX1" fmla="*/ 3931759 w 3957159"/>
                <a:gd name="connsiteY1" fmla="*/ 1168400 h 2756099"/>
                <a:gd name="connsiteX2" fmla="*/ 3957159 w 3957159"/>
                <a:gd name="connsiteY2" fmla="*/ 2756099 h 2756099"/>
                <a:gd name="connsiteX3" fmla="*/ 0 w 3957159"/>
                <a:gd name="connsiteY3" fmla="*/ 1257499 h 2756099"/>
                <a:gd name="connsiteX4" fmla="*/ 1993900 w 3957159"/>
                <a:gd name="connsiteY4" fmla="*/ 0 h 2756099"/>
                <a:gd name="connsiteX0" fmla="*/ 1993900 w 3931759"/>
                <a:gd name="connsiteY0" fmla="*/ 0 h 3581599"/>
                <a:gd name="connsiteX1" fmla="*/ 3931759 w 3931759"/>
                <a:gd name="connsiteY1" fmla="*/ 1168400 h 3581599"/>
                <a:gd name="connsiteX2" fmla="*/ 3309459 w 3931759"/>
                <a:gd name="connsiteY2" fmla="*/ 3581599 h 3581599"/>
                <a:gd name="connsiteX3" fmla="*/ 0 w 3931759"/>
                <a:gd name="connsiteY3" fmla="*/ 1257499 h 3581599"/>
                <a:gd name="connsiteX4" fmla="*/ 1993900 w 3931759"/>
                <a:gd name="connsiteY4" fmla="*/ 0 h 3581599"/>
                <a:gd name="connsiteX0" fmla="*/ 1993900 w 4020659"/>
                <a:gd name="connsiteY0" fmla="*/ 0 h 3975299"/>
                <a:gd name="connsiteX1" fmla="*/ 3931759 w 4020659"/>
                <a:gd name="connsiteY1" fmla="*/ 11684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4020659"/>
                <a:gd name="connsiteY0" fmla="*/ 0 h 3975299"/>
                <a:gd name="connsiteX1" fmla="*/ 3969859 w 4020659"/>
                <a:gd name="connsiteY1" fmla="*/ 11938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4020659"/>
                <a:gd name="connsiteY0" fmla="*/ 0 h 3975299"/>
                <a:gd name="connsiteX1" fmla="*/ 3995259 w 4020659"/>
                <a:gd name="connsiteY1" fmla="*/ 11557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3995259"/>
                <a:gd name="connsiteY0" fmla="*/ 0 h 3302199"/>
                <a:gd name="connsiteX1" fmla="*/ 3995259 w 3995259"/>
                <a:gd name="connsiteY1" fmla="*/ 1155700 h 3302199"/>
                <a:gd name="connsiteX2" fmla="*/ 2852259 w 3995259"/>
                <a:gd name="connsiteY2" fmla="*/ 3302199 h 3302199"/>
                <a:gd name="connsiteX3" fmla="*/ 0 w 3995259"/>
                <a:gd name="connsiteY3" fmla="*/ 1257499 h 3302199"/>
                <a:gd name="connsiteX4" fmla="*/ 1993900 w 3995259"/>
                <a:gd name="connsiteY4" fmla="*/ 0 h 3302199"/>
                <a:gd name="connsiteX0" fmla="*/ 1638300 w 3639659"/>
                <a:gd name="connsiteY0" fmla="*/ 114101 h 3416300"/>
                <a:gd name="connsiteX1" fmla="*/ 3639659 w 3639659"/>
                <a:gd name="connsiteY1" fmla="*/ 1269801 h 3416300"/>
                <a:gd name="connsiteX2" fmla="*/ 2496659 w 3639659"/>
                <a:gd name="connsiteY2" fmla="*/ 3416300 h 3416300"/>
                <a:gd name="connsiteX3" fmla="*/ 0 w 3639659"/>
                <a:gd name="connsiteY3" fmla="*/ 0 h 3416300"/>
                <a:gd name="connsiteX4" fmla="*/ 1638300 w 3639659"/>
                <a:gd name="connsiteY4" fmla="*/ 114101 h 3416300"/>
                <a:gd name="connsiteX0" fmla="*/ 1638300 w 3639659"/>
                <a:gd name="connsiteY0" fmla="*/ 114101 h 1803400"/>
                <a:gd name="connsiteX1" fmla="*/ 3639659 w 3639659"/>
                <a:gd name="connsiteY1" fmla="*/ 1269801 h 1803400"/>
                <a:gd name="connsiteX2" fmla="*/ 2699859 w 3639659"/>
                <a:gd name="connsiteY2" fmla="*/ 1803400 h 1803400"/>
                <a:gd name="connsiteX3" fmla="*/ 0 w 3639659"/>
                <a:gd name="connsiteY3" fmla="*/ 0 h 1803400"/>
                <a:gd name="connsiteX4" fmla="*/ 1638300 w 3639659"/>
                <a:gd name="connsiteY4" fmla="*/ 114101 h 1803400"/>
                <a:gd name="connsiteX0" fmla="*/ 1638300 w 3601559"/>
                <a:gd name="connsiteY0" fmla="*/ 114101 h 1803400"/>
                <a:gd name="connsiteX1" fmla="*/ 3601559 w 3601559"/>
                <a:gd name="connsiteY1" fmla="*/ 1369813 h 1803400"/>
                <a:gd name="connsiteX2" fmla="*/ 2699859 w 3601559"/>
                <a:gd name="connsiteY2" fmla="*/ 1803400 h 1803400"/>
                <a:gd name="connsiteX3" fmla="*/ 0 w 3601559"/>
                <a:gd name="connsiteY3" fmla="*/ 0 h 1803400"/>
                <a:gd name="connsiteX4" fmla="*/ 1638300 w 3601559"/>
                <a:gd name="connsiteY4" fmla="*/ 114101 h 1803400"/>
                <a:gd name="connsiteX0" fmla="*/ 1747838 w 3601559"/>
                <a:gd name="connsiteY0" fmla="*/ 276026 h 1803400"/>
                <a:gd name="connsiteX1" fmla="*/ 3601559 w 3601559"/>
                <a:gd name="connsiteY1" fmla="*/ 1369813 h 1803400"/>
                <a:gd name="connsiteX2" fmla="*/ 2699859 w 3601559"/>
                <a:gd name="connsiteY2" fmla="*/ 1803400 h 1803400"/>
                <a:gd name="connsiteX3" fmla="*/ 0 w 3601559"/>
                <a:gd name="connsiteY3" fmla="*/ 0 h 1803400"/>
                <a:gd name="connsiteX4" fmla="*/ 1747838 w 3601559"/>
                <a:gd name="connsiteY4" fmla="*/ 276026 h 1803400"/>
                <a:gd name="connsiteX0" fmla="*/ 1747838 w 3614259"/>
                <a:gd name="connsiteY0" fmla="*/ 276026 h 1803400"/>
                <a:gd name="connsiteX1" fmla="*/ 3614259 w 3614259"/>
                <a:gd name="connsiteY1" fmla="*/ 1350763 h 1803400"/>
                <a:gd name="connsiteX2" fmla="*/ 2699859 w 3614259"/>
                <a:gd name="connsiteY2" fmla="*/ 1803400 h 1803400"/>
                <a:gd name="connsiteX3" fmla="*/ 0 w 3614259"/>
                <a:gd name="connsiteY3" fmla="*/ 0 h 1803400"/>
                <a:gd name="connsiteX4" fmla="*/ 1747838 w 3614259"/>
                <a:gd name="connsiteY4" fmla="*/ 276026 h 1803400"/>
                <a:gd name="connsiteX0" fmla="*/ 1519238 w 3385659"/>
                <a:gd name="connsiteY0" fmla="*/ 0 h 1527374"/>
                <a:gd name="connsiteX1" fmla="*/ 3385659 w 3385659"/>
                <a:gd name="connsiteY1" fmla="*/ 1074737 h 1527374"/>
                <a:gd name="connsiteX2" fmla="*/ 2471259 w 3385659"/>
                <a:gd name="connsiteY2" fmla="*/ 1527374 h 1527374"/>
                <a:gd name="connsiteX3" fmla="*/ 0 w 3385659"/>
                <a:gd name="connsiteY3" fmla="*/ 200224 h 1527374"/>
                <a:gd name="connsiteX4" fmla="*/ 1519238 w 3385659"/>
                <a:gd name="connsiteY4" fmla="*/ 0 h 1527374"/>
                <a:gd name="connsiteX0" fmla="*/ 1519238 w 3385659"/>
                <a:gd name="connsiteY0" fmla="*/ 0 h 1705174"/>
                <a:gd name="connsiteX1" fmla="*/ 3385659 w 3385659"/>
                <a:gd name="connsiteY1" fmla="*/ 1074737 h 1705174"/>
                <a:gd name="connsiteX2" fmla="*/ 2280759 w 3385659"/>
                <a:gd name="connsiteY2" fmla="*/ 1705174 h 1705174"/>
                <a:gd name="connsiteX3" fmla="*/ 0 w 3385659"/>
                <a:gd name="connsiteY3" fmla="*/ 200224 h 1705174"/>
                <a:gd name="connsiteX4" fmla="*/ 1519238 w 3385659"/>
                <a:gd name="connsiteY4" fmla="*/ 0 h 1705174"/>
                <a:gd name="connsiteX0" fmla="*/ 1519238 w 3385659"/>
                <a:gd name="connsiteY0" fmla="*/ 0 h 1565474"/>
                <a:gd name="connsiteX1" fmla="*/ 3385659 w 3385659"/>
                <a:gd name="connsiteY1" fmla="*/ 1074737 h 1565474"/>
                <a:gd name="connsiteX2" fmla="*/ 2445859 w 3385659"/>
                <a:gd name="connsiteY2" fmla="*/ 1565474 h 1565474"/>
                <a:gd name="connsiteX3" fmla="*/ 0 w 3385659"/>
                <a:gd name="connsiteY3" fmla="*/ 200224 h 1565474"/>
                <a:gd name="connsiteX4" fmla="*/ 1519238 w 3385659"/>
                <a:gd name="connsiteY4" fmla="*/ 0 h 1565474"/>
                <a:gd name="connsiteX0" fmla="*/ 1189038 w 3055459"/>
                <a:gd name="connsiteY0" fmla="*/ 0 h 1565474"/>
                <a:gd name="connsiteX1" fmla="*/ 3055459 w 3055459"/>
                <a:gd name="connsiteY1" fmla="*/ 1074737 h 1565474"/>
                <a:gd name="connsiteX2" fmla="*/ 2115659 w 3055459"/>
                <a:gd name="connsiteY2" fmla="*/ 1565474 h 1565474"/>
                <a:gd name="connsiteX3" fmla="*/ 0 w 3055459"/>
                <a:gd name="connsiteY3" fmla="*/ 320874 h 1565474"/>
                <a:gd name="connsiteX4" fmla="*/ 1189038 w 3055459"/>
                <a:gd name="connsiteY4" fmla="*/ 0 h 156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5459" h="1565474">
                  <a:moveTo>
                    <a:pt x="1189038" y="0"/>
                  </a:moveTo>
                  <a:lnTo>
                    <a:pt x="3055459" y="1074737"/>
                  </a:lnTo>
                  <a:lnTo>
                    <a:pt x="2115659" y="1565474"/>
                  </a:lnTo>
                  <a:lnTo>
                    <a:pt x="0" y="320874"/>
                  </a:lnTo>
                  <a:lnTo>
                    <a:pt x="118903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66000"/>
                  </a:schemeClr>
                </a:gs>
                <a:gs pos="63000">
                  <a:schemeClr val="bg1">
                    <a:alpha val="0"/>
                  </a:schemeClr>
                </a:gs>
              </a:gsLst>
              <a:lin ang="7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Rectangle 598">
              <a:extLst>
                <a:ext uri="{FF2B5EF4-FFF2-40B4-BE49-F238E27FC236}">
                  <a16:creationId xmlns:a16="http://schemas.microsoft.com/office/drawing/2014/main" id="{F8F30330-4029-4D77-B32E-9E6678655582}"/>
                </a:ext>
              </a:extLst>
            </p:cNvPr>
            <p:cNvSpPr/>
            <p:nvPr/>
          </p:nvSpPr>
          <p:spPr>
            <a:xfrm>
              <a:off x="3965211" y="4223018"/>
              <a:ext cx="3055459" cy="1584524"/>
            </a:xfrm>
            <a:custGeom>
              <a:avLst/>
              <a:gdLst>
                <a:gd name="connsiteX0" fmla="*/ 0 w 1861659"/>
                <a:gd name="connsiteY0" fmla="*/ 0 h 2603699"/>
                <a:gd name="connsiteX1" fmla="*/ 1861659 w 1861659"/>
                <a:gd name="connsiteY1" fmla="*/ 0 h 2603699"/>
                <a:gd name="connsiteX2" fmla="*/ 1861659 w 1861659"/>
                <a:gd name="connsiteY2" fmla="*/ 2603699 h 2603699"/>
                <a:gd name="connsiteX3" fmla="*/ 0 w 1861659"/>
                <a:gd name="connsiteY3" fmla="*/ 2603699 h 2603699"/>
                <a:gd name="connsiteX4" fmla="*/ 0 w 1861659"/>
                <a:gd name="connsiteY4" fmla="*/ 0 h 2603699"/>
                <a:gd name="connsiteX0" fmla="*/ 0 w 1963259"/>
                <a:gd name="connsiteY0" fmla="*/ 0 h 2756099"/>
                <a:gd name="connsiteX1" fmla="*/ 1963259 w 1963259"/>
                <a:gd name="connsiteY1" fmla="*/ 152400 h 2756099"/>
                <a:gd name="connsiteX2" fmla="*/ 1963259 w 1963259"/>
                <a:gd name="connsiteY2" fmla="*/ 2756099 h 2756099"/>
                <a:gd name="connsiteX3" fmla="*/ 101600 w 1963259"/>
                <a:gd name="connsiteY3" fmla="*/ 2756099 h 2756099"/>
                <a:gd name="connsiteX4" fmla="*/ 0 w 1963259"/>
                <a:gd name="connsiteY4" fmla="*/ 0 h 2756099"/>
                <a:gd name="connsiteX0" fmla="*/ 0 w 1963259"/>
                <a:gd name="connsiteY0" fmla="*/ 0 h 2756099"/>
                <a:gd name="connsiteX1" fmla="*/ 1937859 w 1963259"/>
                <a:gd name="connsiteY1" fmla="*/ 1168400 h 2756099"/>
                <a:gd name="connsiteX2" fmla="*/ 1963259 w 1963259"/>
                <a:gd name="connsiteY2" fmla="*/ 2756099 h 2756099"/>
                <a:gd name="connsiteX3" fmla="*/ 101600 w 1963259"/>
                <a:gd name="connsiteY3" fmla="*/ 2756099 h 2756099"/>
                <a:gd name="connsiteX4" fmla="*/ 0 w 1963259"/>
                <a:gd name="connsiteY4" fmla="*/ 0 h 2756099"/>
                <a:gd name="connsiteX0" fmla="*/ 1371600 w 3334859"/>
                <a:gd name="connsiteY0" fmla="*/ 0 h 2756099"/>
                <a:gd name="connsiteX1" fmla="*/ 3309459 w 3334859"/>
                <a:gd name="connsiteY1" fmla="*/ 1168400 h 2756099"/>
                <a:gd name="connsiteX2" fmla="*/ 3334859 w 3334859"/>
                <a:gd name="connsiteY2" fmla="*/ 2756099 h 2756099"/>
                <a:gd name="connsiteX3" fmla="*/ 0 w 3334859"/>
                <a:gd name="connsiteY3" fmla="*/ 1701999 h 2756099"/>
                <a:gd name="connsiteX4" fmla="*/ 1371600 w 3334859"/>
                <a:gd name="connsiteY4" fmla="*/ 0 h 2756099"/>
                <a:gd name="connsiteX0" fmla="*/ 1993900 w 3957159"/>
                <a:gd name="connsiteY0" fmla="*/ 0 h 2756099"/>
                <a:gd name="connsiteX1" fmla="*/ 3931759 w 3957159"/>
                <a:gd name="connsiteY1" fmla="*/ 1168400 h 2756099"/>
                <a:gd name="connsiteX2" fmla="*/ 3957159 w 3957159"/>
                <a:gd name="connsiteY2" fmla="*/ 2756099 h 2756099"/>
                <a:gd name="connsiteX3" fmla="*/ 0 w 3957159"/>
                <a:gd name="connsiteY3" fmla="*/ 1257499 h 2756099"/>
                <a:gd name="connsiteX4" fmla="*/ 1993900 w 3957159"/>
                <a:gd name="connsiteY4" fmla="*/ 0 h 2756099"/>
                <a:gd name="connsiteX0" fmla="*/ 1993900 w 3931759"/>
                <a:gd name="connsiteY0" fmla="*/ 0 h 3581599"/>
                <a:gd name="connsiteX1" fmla="*/ 3931759 w 3931759"/>
                <a:gd name="connsiteY1" fmla="*/ 1168400 h 3581599"/>
                <a:gd name="connsiteX2" fmla="*/ 3309459 w 3931759"/>
                <a:gd name="connsiteY2" fmla="*/ 3581599 h 3581599"/>
                <a:gd name="connsiteX3" fmla="*/ 0 w 3931759"/>
                <a:gd name="connsiteY3" fmla="*/ 1257499 h 3581599"/>
                <a:gd name="connsiteX4" fmla="*/ 1993900 w 3931759"/>
                <a:gd name="connsiteY4" fmla="*/ 0 h 3581599"/>
                <a:gd name="connsiteX0" fmla="*/ 1993900 w 4020659"/>
                <a:gd name="connsiteY0" fmla="*/ 0 h 3975299"/>
                <a:gd name="connsiteX1" fmla="*/ 3931759 w 4020659"/>
                <a:gd name="connsiteY1" fmla="*/ 11684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4020659"/>
                <a:gd name="connsiteY0" fmla="*/ 0 h 3975299"/>
                <a:gd name="connsiteX1" fmla="*/ 3969859 w 4020659"/>
                <a:gd name="connsiteY1" fmla="*/ 11938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4020659"/>
                <a:gd name="connsiteY0" fmla="*/ 0 h 3975299"/>
                <a:gd name="connsiteX1" fmla="*/ 3995259 w 4020659"/>
                <a:gd name="connsiteY1" fmla="*/ 1155700 h 3975299"/>
                <a:gd name="connsiteX2" fmla="*/ 4020659 w 4020659"/>
                <a:gd name="connsiteY2" fmla="*/ 3975299 h 3975299"/>
                <a:gd name="connsiteX3" fmla="*/ 0 w 4020659"/>
                <a:gd name="connsiteY3" fmla="*/ 1257499 h 3975299"/>
                <a:gd name="connsiteX4" fmla="*/ 1993900 w 4020659"/>
                <a:gd name="connsiteY4" fmla="*/ 0 h 3975299"/>
                <a:gd name="connsiteX0" fmla="*/ 1993900 w 3995259"/>
                <a:gd name="connsiteY0" fmla="*/ 0 h 3302199"/>
                <a:gd name="connsiteX1" fmla="*/ 3995259 w 3995259"/>
                <a:gd name="connsiteY1" fmla="*/ 1155700 h 3302199"/>
                <a:gd name="connsiteX2" fmla="*/ 2852259 w 3995259"/>
                <a:gd name="connsiteY2" fmla="*/ 3302199 h 3302199"/>
                <a:gd name="connsiteX3" fmla="*/ 0 w 3995259"/>
                <a:gd name="connsiteY3" fmla="*/ 1257499 h 3302199"/>
                <a:gd name="connsiteX4" fmla="*/ 1993900 w 3995259"/>
                <a:gd name="connsiteY4" fmla="*/ 0 h 3302199"/>
                <a:gd name="connsiteX0" fmla="*/ 1638300 w 3639659"/>
                <a:gd name="connsiteY0" fmla="*/ 114101 h 3416300"/>
                <a:gd name="connsiteX1" fmla="*/ 3639659 w 3639659"/>
                <a:gd name="connsiteY1" fmla="*/ 1269801 h 3416300"/>
                <a:gd name="connsiteX2" fmla="*/ 2496659 w 3639659"/>
                <a:gd name="connsiteY2" fmla="*/ 3416300 h 3416300"/>
                <a:gd name="connsiteX3" fmla="*/ 0 w 3639659"/>
                <a:gd name="connsiteY3" fmla="*/ 0 h 3416300"/>
                <a:gd name="connsiteX4" fmla="*/ 1638300 w 3639659"/>
                <a:gd name="connsiteY4" fmla="*/ 114101 h 3416300"/>
                <a:gd name="connsiteX0" fmla="*/ 1638300 w 3639659"/>
                <a:gd name="connsiteY0" fmla="*/ 114101 h 1803400"/>
                <a:gd name="connsiteX1" fmla="*/ 3639659 w 3639659"/>
                <a:gd name="connsiteY1" fmla="*/ 1269801 h 1803400"/>
                <a:gd name="connsiteX2" fmla="*/ 2699859 w 3639659"/>
                <a:gd name="connsiteY2" fmla="*/ 1803400 h 1803400"/>
                <a:gd name="connsiteX3" fmla="*/ 0 w 3639659"/>
                <a:gd name="connsiteY3" fmla="*/ 0 h 1803400"/>
                <a:gd name="connsiteX4" fmla="*/ 1638300 w 3639659"/>
                <a:gd name="connsiteY4" fmla="*/ 114101 h 1803400"/>
                <a:gd name="connsiteX0" fmla="*/ 1638300 w 3601559"/>
                <a:gd name="connsiteY0" fmla="*/ 114101 h 1803400"/>
                <a:gd name="connsiteX1" fmla="*/ 3601559 w 3601559"/>
                <a:gd name="connsiteY1" fmla="*/ 1369813 h 1803400"/>
                <a:gd name="connsiteX2" fmla="*/ 2699859 w 3601559"/>
                <a:gd name="connsiteY2" fmla="*/ 1803400 h 1803400"/>
                <a:gd name="connsiteX3" fmla="*/ 0 w 3601559"/>
                <a:gd name="connsiteY3" fmla="*/ 0 h 1803400"/>
                <a:gd name="connsiteX4" fmla="*/ 1638300 w 3601559"/>
                <a:gd name="connsiteY4" fmla="*/ 114101 h 1803400"/>
                <a:gd name="connsiteX0" fmla="*/ 1747838 w 3601559"/>
                <a:gd name="connsiteY0" fmla="*/ 276026 h 1803400"/>
                <a:gd name="connsiteX1" fmla="*/ 3601559 w 3601559"/>
                <a:gd name="connsiteY1" fmla="*/ 1369813 h 1803400"/>
                <a:gd name="connsiteX2" fmla="*/ 2699859 w 3601559"/>
                <a:gd name="connsiteY2" fmla="*/ 1803400 h 1803400"/>
                <a:gd name="connsiteX3" fmla="*/ 0 w 3601559"/>
                <a:gd name="connsiteY3" fmla="*/ 0 h 1803400"/>
                <a:gd name="connsiteX4" fmla="*/ 1747838 w 3601559"/>
                <a:gd name="connsiteY4" fmla="*/ 276026 h 1803400"/>
                <a:gd name="connsiteX0" fmla="*/ 1747838 w 3614259"/>
                <a:gd name="connsiteY0" fmla="*/ 276026 h 1803400"/>
                <a:gd name="connsiteX1" fmla="*/ 3614259 w 3614259"/>
                <a:gd name="connsiteY1" fmla="*/ 1350763 h 1803400"/>
                <a:gd name="connsiteX2" fmla="*/ 2699859 w 3614259"/>
                <a:gd name="connsiteY2" fmla="*/ 1803400 h 1803400"/>
                <a:gd name="connsiteX3" fmla="*/ 0 w 3614259"/>
                <a:gd name="connsiteY3" fmla="*/ 0 h 1803400"/>
                <a:gd name="connsiteX4" fmla="*/ 1747838 w 3614259"/>
                <a:gd name="connsiteY4" fmla="*/ 276026 h 1803400"/>
                <a:gd name="connsiteX0" fmla="*/ 1519238 w 3385659"/>
                <a:gd name="connsiteY0" fmla="*/ 0 h 1527374"/>
                <a:gd name="connsiteX1" fmla="*/ 3385659 w 3385659"/>
                <a:gd name="connsiteY1" fmla="*/ 1074737 h 1527374"/>
                <a:gd name="connsiteX2" fmla="*/ 2471259 w 3385659"/>
                <a:gd name="connsiteY2" fmla="*/ 1527374 h 1527374"/>
                <a:gd name="connsiteX3" fmla="*/ 0 w 3385659"/>
                <a:gd name="connsiteY3" fmla="*/ 200224 h 1527374"/>
                <a:gd name="connsiteX4" fmla="*/ 1519238 w 3385659"/>
                <a:gd name="connsiteY4" fmla="*/ 0 h 1527374"/>
                <a:gd name="connsiteX0" fmla="*/ 1519238 w 3385659"/>
                <a:gd name="connsiteY0" fmla="*/ 0 h 1705174"/>
                <a:gd name="connsiteX1" fmla="*/ 3385659 w 3385659"/>
                <a:gd name="connsiteY1" fmla="*/ 1074737 h 1705174"/>
                <a:gd name="connsiteX2" fmla="*/ 2280759 w 3385659"/>
                <a:gd name="connsiteY2" fmla="*/ 1705174 h 1705174"/>
                <a:gd name="connsiteX3" fmla="*/ 0 w 3385659"/>
                <a:gd name="connsiteY3" fmla="*/ 200224 h 1705174"/>
                <a:gd name="connsiteX4" fmla="*/ 1519238 w 3385659"/>
                <a:gd name="connsiteY4" fmla="*/ 0 h 1705174"/>
                <a:gd name="connsiteX0" fmla="*/ 1519238 w 3385659"/>
                <a:gd name="connsiteY0" fmla="*/ 0 h 1565474"/>
                <a:gd name="connsiteX1" fmla="*/ 3385659 w 3385659"/>
                <a:gd name="connsiteY1" fmla="*/ 1074737 h 1565474"/>
                <a:gd name="connsiteX2" fmla="*/ 2445859 w 3385659"/>
                <a:gd name="connsiteY2" fmla="*/ 1565474 h 1565474"/>
                <a:gd name="connsiteX3" fmla="*/ 0 w 3385659"/>
                <a:gd name="connsiteY3" fmla="*/ 200224 h 1565474"/>
                <a:gd name="connsiteX4" fmla="*/ 1519238 w 3385659"/>
                <a:gd name="connsiteY4" fmla="*/ 0 h 1565474"/>
                <a:gd name="connsiteX0" fmla="*/ 1189038 w 3055459"/>
                <a:gd name="connsiteY0" fmla="*/ 0 h 1565474"/>
                <a:gd name="connsiteX1" fmla="*/ 3055459 w 3055459"/>
                <a:gd name="connsiteY1" fmla="*/ 1074737 h 1565474"/>
                <a:gd name="connsiteX2" fmla="*/ 2115659 w 3055459"/>
                <a:gd name="connsiteY2" fmla="*/ 1565474 h 1565474"/>
                <a:gd name="connsiteX3" fmla="*/ 0 w 3055459"/>
                <a:gd name="connsiteY3" fmla="*/ 320874 h 1565474"/>
                <a:gd name="connsiteX4" fmla="*/ 1189038 w 3055459"/>
                <a:gd name="connsiteY4" fmla="*/ 0 h 1565474"/>
                <a:gd name="connsiteX0" fmla="*/ 1189038 w 3055459"/>
                <a:gd name="connsiteY0" fmla="*/ 0 h 1584524"/>
                <a:gd name="connsiteX1" fmla="*/ 3055459 w 3055459"/>
                <a:gd name="connsiteY1" fmla="*/ 1093787 h 1584524"/>
                <a:gd name="connsiteX2" fmla="*/ 2115659 w 3055459"/>
                <a:gd name="connsiteY2" fmla="*/ 1584524 h 1584524"/>
                <a:gd name="connsiteX3" fmla="*/ 0 w 3055459"/>
                <a:gd name="connsiteY3" fmla="*/ 339924 h 1584524"/>
                <a:gd name="connsiteX4" fmla="*/ 1189038 w 3055459"/>
                <a:gd name="connsiteY4" fmla="*/ 0 h 158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5459" h="1584524">
                  <a:moveTo>
                    <a:pt x="1189038" y="0"/>
                  </a:moveTo>
                  <a:lnTo>
                    <a:pt x="3055459" y="1093787"/>
                  </a:lnTo>
                  <a:lnTo>
                    <a:pt x="2115659" y="1584524"/>
                  </a:lnTo>
                  <a:lnTo>
                    <a:pt x="0" y="339924"/>
                  </a:lnTo>
                  <a:lnTo>
                    <a:pt x="118903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66000"/>
                  </a:schemeClr>
                </a:gs>
                <a:gs pos="55000">
                  <a:schemeClr val="bg1">
                    <a:alpha val="0"/>
                  </a:schemeClr>
                </a:gs>
              </a:gsLst>
              <a:lin ang="7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01" name="Oval 600">
            <a:extLst>
              <a:ext uri="{FF2B5EF4-FFF2-40B4-BE49-F238E27FC236}">
                <a16:creationId xmlns:a16="http://schemas.microsoft.com/office/drawing/2014/main" id="{3A2D371D-3D5B-459B-877C-148CB83F5834}"/>
              </a:ext>
            </a:extLst>
          </p:cNvPr>
          <p:cNvSpPr/>
          <p:nvPr/>
        </p:nvSpPr>
        <p:spPr>
          <a:xfrm>
            <a:off x="1078205" y="5941277"/>
            <a:ext cx="1766596" cy="1766594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602" name="Oval 601">
            <a:extLst>
              <a:ext uri="{FF2B5EF4-FFF2-40B4-BE49-F238E27FC236}">
                <a16:creationId xmlns:a16="http://schemas.microsoft.com/office/drawing/2014/main" id="{80C732AB-5BEB-47F4-92D6-A86F224B070B}"/>
              </a:ext>
            </a:extLst>
          </p:cNvPr>
          <p:cNvSpPr/>
          <p:nvPr/>
        </p:nvSpPr>
        <p:spPr>
          <a:xfrm>
            <a:off x="1027455" y="5626659"/>
            <a:ext cx="344441" cy="344441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1434CCFF-A2B4-4C8C-9D15-FDD9D58EB552}"/>
              </a:ext>
            </a:extLst>
          </p:cNvPr>
          <p:cNvGrpSpPr/>
          <p:nvPr/>
        </p:nvGrpSpPr>
        <p:grpSpPr>
          <a:xfrm>
            <a:off x="8001106" y="2675652"/>
            <a:ext cx="1039616" cy="1026700"/>
            <a:chOff x="8303316" y="2675652"/>
            <a:chExt cx="1039616" cy="1026700"/>
          </a:xfrm>
        </p:grpSpPr>
        <p:sp>
          <p:nvSpPr>
            <p:cNvPr id="606" name="Rectangle: Rounded Corners 605">
              <a:extLst>
                <a:ext uri="{FF2B5EF4-FFF2-40B4-BE49-F238E27FC236}">
                  <a16:creationId xmlns:a16="http://schemas.microsoft.com/office/drawing/2014/main" id="{CD3A4ABD-FA7A-4577-B324-FADA982AEF6D}"/>
                </a:ext>
              </a:extLst>
            </p:cNvPr>
            <p:cNvSpPr/>
            <p:nvPr/>
          </p:nvSpPr>
          <p:spPr>
            <a:xfrm>
              <a:off x="8303316" y="2675652"/>
              <a:ext cx="1039616" cy="1026700"/>
            </a:xfrm>
            <a:prstGeom prst="roundRect">
              <a:avLst>
                <a:gd name="adj" fmla="val 13385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317500" dir="5400000" sx="83000" sy="83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10" name="TextBox 609">
              <a:extLst>
                <a:ext uri="{FF2B5EF4-FFF2-40B4-BE49-F238E27FC236}">
                  <a16:creationId xmlns:a16="http://schemas.microsoft.com/office/drawing/2014/main" id="{27A2112C-738D-454B-8C33-66FDEE7642AB}"/>
                </a:ext>
              </a:extLst>
            </p:cNvPr>
            <p:cNvSpPr txBox="1"/>
            <p:nvPr/>
          </p:nvSpPr>
          <p:spPr>
            <a:xfrm>
              <a:off x="8342257" y="2993591"/>
              <a:ext cx="96173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rgbClr val="6D7381"/>
                  </a:solidFill>
                  <a:latin typeface="Poppins" panose="02000000000000000000" pitchFamily="2" charset="0"/>
                  <a:ea typeface="Open Sans" panose="020B0606030504020204" pitchFamily="34" charset="0"/>
                  <a:cs typeface="Poppins" panose="02000000000000000000" pitchFamily="2" charset="0"/>
                </a:rPr>
                <a:t>13</a:t>
              </a:r>
              <a:endParaRPr lang="id-ID" sz="3600" dirty="0">
                <a:solidFill>
                  <a:srgbClr val="6D738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endParaRPr>
            </a:p>
          </p:txBody>
        </p:sp>
        <p:sp>
          <p:nvSpPr>
            <p:cNvPr id="607" name="Rectangle: Top Corners Rounded 606">
              <a:extLst>
                <a:ext uri="{FF2B5EF4-FFF2-40B4-BE49-F238E27FC236}">
                  <a16:creationId xmlns:a16="http://schemas.microsoft.com/office/drawing/2014/main" id="{7C01A99E-1854-4168-B390-2E29AF841D18}"/>
                </a:ext>
              </a:extLst>
            </p:cNvPr>
            <p:cNvSpPr/>
            <p:nvPr/>
          </p:nvSpPr>
          <p:spPr>
            <a:xfrm>
              <a:off x="8303316" y="2675652"/>
              <a:ext cx="1039616" cy="290576"/>
            </a:xfrm>
            <a:prstGeom prst="round2SameRect">
              <a:avLst>
                <a:gd name="adj1" fmla="val 46722"/>
                <a:gd name="adj2" fmla="val 0"/>
              </a:avLst>
            </a:prstGeom>
            <a:gradFill>
              <a:gsLst>
                <a:gs pos="0">
                  <a:schemeClr val="accent1"/>
                </a:gs>
                <a:gs pos="95000">
                  <a:schemeClr val="accent2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9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EF1F5C66-C0E2-4A74-8615-99961637BE87}"/>
                </a:ext>
              </a:extLst>
            </p:cNvPr>
            <p:cNvSpPr txBox="1"/>
            <p:nvPr/>
          </p:nvSpPr>
          <p:spPr>
            <a:xfrm>
              <a:off x="8342257" y="3448906"/>
              <a:ext cx="96173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dirty="0">
                  <a:solidFill>
                    <a:srgbClr val="6D7381"/>
                  </a:solidFill>
                  <a:latin typeface="Poppins" panose="02000000000000000000" pitchFamily="2" charset="0"/>
                  <a:ea typeface="Open Sans" panose="020B0606030504020204" pitchFamily="34" charset="0"/>
                  <a:cs typeface="Poppins" panose="02000000000000000000" pitchFamily="2" charset="0"/>
                </a:rPr>
                <a:t>March 2023</a:t>
              </a:r>
              <a:endParaRPr lang="id-ID" sz="800" dirty="0">
                <a:solidFill>
                  <a:srgbClr val="6D738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endParaRPr>
            </a:p>
          </p:txBody>
        </p:sp>
        <p:sp>
          <p:nvSpPr>
            <p:cNvPr id="609" name="TextBox 608">
              <a:extLst>
                <a:ext uri="{FF2B5EF4-FFF2-40B4-BE49-F238E27FC236}">
                  <a16:creationId xmlns:a16="http://schemas.microsoft.com/office/drawing/2014/main" id="{62E30FF8-8263-4786-9249-9C2843C43654}"/>
                </a:ext>
              </a:extLst>
            </p:cNvPr>
            <p:cNvSpPr txBox="1"/>
            <p:nvPr/>
          </p:nvSpPr>
          <p:spPr>
            <a:xfrm>
              <a:off x="8364702" y="2750143"/>
              <a:ext cx="916844" cy="206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800" dirty="0">
                  <a:solidFill>
                    <a:schemeClr val="bg1"/>
                  </a:solidFill>
                  <a:latin typeface="Poppins" panose="02000000000000000000" pitchFamily="2" charset="0"/>
                  <a:ea typeface="Roboto" panose="02000000000000000000" pitchFamily="2" charset="0"/>
                  <a:cs typeface="Poppins" panose="02000000000000000000" pitchFamily="2" charset="0"/>
                </a:rPr>
                <a:t>Wednesday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7ED55D2F-5C23-444F-94D4-41DA1CED5CFD}"/>
              </a:ext>
            </a:extLst>
          </p:cNvPr>
          <p:cNvGrpSpPr/>
          <p:nvPr/>
        </p:nvGrpSpPr>
        <p:grpSpPr>
          <a:xfrm>
            <a:off x="8001106" y="4171830"/>
            <a:ext cx="1039616" cy="1026700"/>
            <a:chOff x="8303316" y="4149216"/>
            <a:chExt cx="1039616" cy="1026700"/>
          </a:xfrm>
        </p:grpSpPr>
        <p:sp>
          <p:nvSpPr>
            <p:cNvPr id="612" name="Rectangle: Rounded Corners 611">
              <a:extLst>
                <a:ext uri="{FF2B5EF4-FFF2-40B4-BE49-F238E27FC236}">
                  <a16:creationId xmlns:a16="http://schemas.microsoft.com/office/drawing/2014/main" id="{08F79040-E514-447F-B302-E7FED43DA23C}"/>
                </a:ext>
              </a:extLst>
            </p:cNvPr>
            <p:cNvSpPr/>
            <p:nvPr/>
          </p:nvSpPr>
          <p:spPr>
            <a:xfrm>
              <a:off x="8303316" y="4149216"/>
              <a:ext cx="1039616" cy="1026700"/>
            </a:xfrm>
            <a:prstGeom prst="roundRect">
              <a:avLst>
                <a:gd name="adj" fmla="val 13385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317500" dir="5400000" sx="83000" sy="83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5E8E1B98-FA34-4B52-ABA1-B885A5CC0B1D}"/>
                </a:ext>
              </a:extLst>
            </p:cNvPr>
            <p:cNvSpPr txBox="1"/>
            <p:nvPr/>
          </p:nvSpPr>
          <p:spPr>
            <a:xfrm>
              <a:off x="8342257" y="4467155"/>
              <a:ext cx="96173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rgbClr val="6D7381"/>
                  </a:solidFill>
                  <a:latin typeface="Poppins" panose="02000000000000000000" pitchFamily="2" charset="0"/>
                  <a:ea typeface="Open Sans" panose="020B0606030504020204" pitchFamily="34" charset="0"/>
                  <a:cs typeface="Poppins" panose="02000000000000000000" pitchFamily="2" charset="0"/>
                </a:rPr>
                <a:t>15</a:t>
              </a:r>
              <a:endParaRPr lang="id-ID" sz="3600" dirty="0">
                <a:solidFill>
                  <a:srgbClr val="6D738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endParaRPr>
            </a:p>
          </p:txBody>
        </p:sp>
        <p:sp>
          <p:nvSpPr>
            <p:cNvPr id="613" name="Rectangle: Top Corners Rounded 612">
              <a:extLst>
                <a:ext uri="{FF2B5EF4-FFF2-40B4-BE49-F238E27FC236}">
                  <a16:creationId xmlns:a16="http://schemas.microsoft.com/office/drawing/2014/main" id="{C5C87E27-A9D3-4E8D-A71D-FBA9D4CBD3A2}"/>
                </a:ext>
              </a:extLst>
            </p:cNvPr>
            <p:cNvSpPr/>
            <p:nvPr/>
          </p:nvSpPr>
          <p:spPr>
            <a:xfrm>
              <a:off x="8303316" y="4149216"/>
              <a:ext cx="1039616" cy="290576"/>
            </a:xfrm>
            <a:prstGeom prst="round2SameRect">
              <a:avLst>
                <a:gd name="adj1" fmla="val 46722"/>
                <a:gd name="adj2" fmla="val 0"/>
              </a:avLst>
            </a:prstGeom>
            <a:gradFill>
              <a:gsLst>
                <a:gs pos="0">
                  <a:schemeClr val="accent1"/>
                </a:gs>
                <a:gs pos="95000">
                  <a:schemeClr val="accent2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90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6A1D3278-E3FA-41CB-BB9F-E4231EA0EB72}"/>
                </a:ext>
              </a:extLst>
            </p:cNvPr>
            <p:cNvSpPr txBox="1"/>
            <p:nvPr/>
          </p:nvSpPr>
          <p:spPr>
            <a:xfrm>
              <a:off x="8342257" y="4922470"/>
              <a:ext cx="96173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dirty="0">
                  <a:solidFill>
                    <a:srgbClr val="6D7381"/>
                  </a:solidFill>
                  <a:latin typeface="Poppins" panose="02000000000000000000" pitchFamily="2" charset="0"/>
                  <a:ea typeface="Open Sans" panose="020B0606030504020204" pitchFamily="34" charset="0"/>
                  <a:cs typeface="Poppins" panose="02000000000000000000" pitchFamily="2" charset="0"/>
                </a:rPr>
                <a:t>March 2023</a:t>
              </a:r>
              <a:endParaRPr lang="id-ID" sz="800" dirty="0">
                <a:solidFill>
                  <a:srgbClr val="6D738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endParaRPr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6F3D50E6-D305-4688-BEBB-91B92F5BBA6B}"/>
                </a:ext>
              </a:extLst>
            </p:cNvPr>
            <p:cNvSpPr txBox="1"/>
            <p:nvPr/>
          </p:nvSpPr>
          <p:spPr>
            <a:xfrm>
              <a:off x="8364702" y="4223707"/>
              <a:ext cx="916844" cy="206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800" dirty="0">
                  <a:solidFill>
                    <a:schemeClr val="bg1"/>
                  </a:solidFill>
                  <a:latin typeface="Poppins" panose="02000000000000000000" pitchFamily="2" charset="0"/>
                  <a:ea typeface="Roboto" panose="02000000000000000000" pitchFamily="2" charset="0"/>
                  <a:cs typeface="Poppins" panose="02000000000000000000" pitchFamily="2" charset="0"/>
                </a:rPr>
                <a:t>Friday</a:t>
              </a:r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D09204AA-636C-4302-8CF8-B5A6B4C8446D}"/>
              </a:ext>
            </a:extLst>
          </p:cNvPr>
          <p:cNvGrpSpPr/>
          <p:nvPr/>
        </p:nvGrpSpPr>
        <p:grpSpPr>
          <a:xfrm>
            <a:off x="9190248" y="2733162"/>
            <a:ext cx="2646152" cy="926676"/>
            <a:chOff x="8461994" y="2087699"/>
            <a:chExt cx="2646152" cy="926676"/>
          </a:xfrm>
        </p:grpSpPr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F0EA7F6F-F07D-4CF9-B5E2-B3A190689A77}"/>
                </a:ext>
              </a:extLst>
            </p:cNvPr>
            <p:cNvSpPr/>
            <p:nvPr/>
          </p:nvSpPr>
          <p:spPr>
            <a:xfrm>
              <a:off x="8461994" y="2455761"/>
              <a:ext cx="2646152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5401FEA7-1646-4E5C-8724-69C2F5339AD6}"/>
                </a:ext>
              </a:extLst>
            </p:cNvPr>
            <p:cNvSpPr/>
            <p:nvPr/>
          </p:nvSpPr>
          <p:spPr>
            <a:xfrm>
              <a:off x="8461994" y="2087699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Research</a:t>
              </a:r>
            </a:p>
          </p:txBody>
        </p: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DD0DE99-AA8B-4C11-BB5F-796317B504C0}"/>
              </a:ext>
            </a:extLst>
          </p:cNvPr>
          <p:cNvGrpSpPr/>
          <p:nvPr/>
        </p:nvGrpSpPr>
        <p:grpSpPr>
          <a:xfrm>
            <a:off x="9190248" y="4221842"/>
            <a:ext cx="2646152" cy="926676"/>
            <a:chOff x="8461994" y="2087699"/>
            <a:chExt cx="2646152" cy="926676"/>
          </a:xfrm>
        </p:grpSpPr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87E35F19-E32E-4757-89F2-9ABEF68D8835}"/>
                </a:ext>
              </a:extLst>
            </p:cNvPr>
            <p:cNvSpPr/>
            <p:nvPr/>
          </p:nvSpPr>
          <p:spPr>
            <a:xfrm>
              <a:off x="8461994" y="2455761"/>
              <a:ext cx="2646152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25" name="Rectangle 624">
              <a:extLst>
                <a:ext uri="{FF2B5EF4-FFF2-40B4-BE49-F238E27FC236}">
                  <a16:creationId xmlns:a16="http://schemas.microsoft.com/office/drawing/2014/main" id="{2DDA87CF-A07E-4B02-ACD5-7D67ED5E8250}"/>
                </a:ext>
              </a:extLst>
            </p:cNvPr>
            <p:cNvSpPr/>
            <p:nvPr/>
          </p:nvSpPr>
          <p:spPr>
            <a:xfrm>
              <a:off x="8461994" y="2087699"/>
              <a:ext cx="2440306" cy="43165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Planning</a:t>
              </a:r>
            </a:p>
          </p:txBody>
        </p:sp>
      </p:grpSp>
      <p:sp>
        <p:nvSpPr>
          <p:cNvPr id="626" name="Oval 625">
            <a:extLst>
              <a:ext uri="{FF2B5EF4-FFF2-40B4-BE49-F238E27FC236}">
                <a16:creationId xmlns:a16="http://schemas.microsoft.com/office/drawing/2014/main" id="{EE2B02D5-A7C3-4F93-8755-62B5397B4CDC}"/>
              </a:ext>
            </a:extLst>
          </p:cNvPr>
          <p:cNvSpPr/>
          <p:nvPr/>
        </p:nvSpPr>
        <p:spPr>
          <a:xfrm>
            <a:off x="9103721" y="806850"/>
            <a:ext cx="751400" cy="751400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>
                  <a:alpha val="99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171977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6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fill="hold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4" dur="10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5" dur="10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6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6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 p14:presetBounceEnd="66667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6" dur="10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7" dur="10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0" dur="750"/>
                                            <p:tgtEl>
                                              <p:spTgt spid="6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8.33333E-7 -2.96296E-6 L -8.33333E-7 0.02848 " pathEditMode="relative" rAng="0" ptsTypes="AA">
                                          <p:cBhvr>
                                            <p:cTn id="56" dur="100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4.16667E-7 -4.44444E-6 L 4.16667E-7 0.02848 " pathEditMode="relative" rAng="0" ptsTypes="AA">
                                          <p:cBhvr>
                                            <p:cTn id="62" dur="100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75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4.79167E-6 1.11111E-6 L 4.79167E-6 0.02847 " pathEditMode="relative" rAng="0" ptsTypes="AA">
                                          <p:cBhvr>
                                            <p:cTn id="68" dur="100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95" grpId="0"/>
          <p:bldP spid="596" grpId="0" animBg="1"/>
          <p:bldP spid="597" grpId="0"/>
          <p:bldP spid="601" grpId="0" animBg="1"/>
          <p:bldP spid="601" grpId="1" animBg="1"/>
          <p:bldP spid="602" grpId="0" animBg="1"/>
          <p:bldP spid="602" grpId="1" animBg="1"/>
          <p:bldP spid="626" grpId="0" animBg="1"/>
          <p:bldP spid="6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5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5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5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08333E-6 -4.81481E-6 L -2.08333E-6 0.02848 " pathEditMode="relative" rAng="0" ptsTypes="AA">
                                          <p:cBhvr>
                                            <p:cTn id="2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6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6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6" presetClass="entr" presetSubtype="3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8" dur="750"/>
                                            <p:tgtEl>
                                              <p:spTgt spid="6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6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6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6" presetClass="entr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50" dur="750"/>
                                            <p:tgtEl>
                                              <p:spTgt spid="6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8.33333E-7 -2.96296E-6 L -8.33333E-7 0.02848 " pathEditMode="relative" rAng="0" ptsTypes="AA">
                                          <p:cBhvr>
                                            <p:cTn id="56" dur="1000" fill="hold"/>
                                            <p:tgtEl>
                                              <p:spTgt spid="6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75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4.16667E-7 -4.44444E-6 L 4.16667E-7 0.02848 " pathEditMode="relative" rAng="0" ptsTypes="AA">
                                          <p:cBhvr>
                                            <p:cTn id="62" dur="1000" fill="hold"/>
                                            <p:tgtEl>
                                              <p:spTgt spid="6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75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4.79167E-6 1.11111E-6 L 4.79167E-6 0.02847 " pathEditMode="relative" rAng="0" ptsTypes="AA">
                                          <p:cBhvr>
                                            <p:cTn id="68" dur="1000" fill="hold"/>
                                            <p:tgtEl>
                                              <p:spTgt spid="60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95" grpId="0"/>
          <p:bldP spid="596" grpId="0" animBg="1"/>
          <p:bldP spid="597" grpId="0"/>
          <p:bldP spid="601" grpId="0" animBg="1"/>
          <p:bldP spid="601" grpId="1" animBg="1"/>
          <p:bldP spid="602" grpId="0" animBg="1"/>
          <p:bldP spid="602" grpId="1" animBg="1"/>
          <p:bldP spid="626" grpId="0" animBg="1"/>
          <p:bldP spid="626" grpId="1" animBg="1"/>
        </p:bldLst>
      </p:timing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Freeform: Shape 907">
            <a:extLst>
              <a:ext uri="{FF2B5EF4-FFF2-40B4-BE49-F238E27FC236}">
                <a16:creationId xmlns:a16="http://schemas.microsoft.com/office/drawing/2014/main" id="{EB16E0CA-4324-4D6B-B30C-DD12AC01C46A}"/>
              </a:ext>
            </a:extLst>
          </p:cNvPr>
          <p:cNvSpPr/>
          <p:nvPr/>
        </p:nvSpPr>
        <p:spPr>
          <a:xfrm>
            <a:off x="-1" y="2452914"/>
            <a:ext cx="8781143" cy="4407910"/>
          </a:xfrm>
          <a:custGeom>
            <a:avLst/>
            <a:gdLst>
              <a:gd name="connsiteX0" fmla="*/ 0 w 7809136"/>
              <a:gd name="connsiteY0" fmla="*/ 0 h 6923471"/>
              <a:gd name="connsiteX1" fmla="*/ 0 w 7809136"/>
              <a:gd name="connsiteY1" fmla="*/ 6923471 h 6923471"/>
              <a:gd name="connsiteX2" fmla="*/ 7131147 w 7809136"/>
              <a:gd name="connsiteY2" fmla="*/ 6923471 h 6923471"/>
              <a:gd name="connsiteX3" fmla="*/ 7477068 w 7809136"/>
              <a:gd name="connsiteY3" fmla="*/ 2825761 h 6923471"/>
              <a:gd name="connsiteX4" fmla="*/ 108528 w 7809136"/>
              <a:gd name="connsiteY4" fmla="*/ 85899 h 6923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09136" h="6923471">
                <a:moveTo>
                  <a:pt x="0" y="0"/>
                </a:moveTo>
                <a:lnTo>
                  <a:pt x="0" y="6923471"/>
                </a:lnTo>
                <a:lnTo>
                  <a:pt x="7131147" y="6923471"/>
                </a:lnTo>
                <a:cubicBezTo>
                  <a:pt x="4478326" y="4756374"/>
                  <a:pt x="9030947" y="4987173"/>
                  <a:pt x="7477068" y="2825761"/>
                </a:cubicBezTo>
                <a:cubicBezTo>
                  <a:pt x="5971747" y="731892"/>
                  <a:pt x="3491790" y="2639889"/>
                  <a:pt x="108528" y="8589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2169F5F7-6AB5-4215-BEF8-2565CBB27340}"/>
              </a:ext>
            </a:extLst>
          </p:cNvPr>
          <p:cNvGrpSpPr/>
          <p:nvPr/>
        </p:nvGrpSpPr>
        <p:grpSpPr>
          <a:xfrm>
            <a:off x="5813622" y="915421"/>
            <a:ext cx="3727330" cy="5027158"/>
            <a:chOff x="4400601" y="1324631"/>
            <a:chExt cx="3088840" cy="416600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4AD02F1-01A2-4541-81E0-6B5D70B28239}"/>
                </a:ext>
              </a:extLst>
            </p:cNvPr>
            <p:cNvSpPr/>
            <p:nvPr/>
          </p:nvSpPr>
          <p:spPr>
            <a:xfrm>
              <a:off x="4422185" y="3751634"/>
              <a:ext cx="1722966" cy="1127760"/>
            </a:xfrm>
            <a:custGeom>
              <a:avLst/>
              <a:gdLst>
                <a:gd name="connsiteX0" fmla="*/ 231317 w 1166661"/>
                <a:gd name="connsiteY0" fmla="*/ 669982 h 763632"/>
                <a:gd name="connsiteX1" fmla="*/ 210190 w 1166661"/>
                <a:gd name="connsiteY1" fmla="*/ 528498 h 763632"/>
                <a:gd name="connsiteX2" fmla="*/ 15909 w 1166661"/>
                <a:gd name="connsiteY2" fmla="*/ 425174 h 763632"/>
                <a:gd name="connsiteX3" fmla="*/ 175699 w 1166661"/>
                <a:gd name="connsiteY3" fmla="*/ 298559 h 763632"/>
                <a:gd name="connsiteX4" fmla="*/ 154572 w 1166661"/>
                <a:gd name="connsiteY4" fmla="*/ 157075 h 763632"/>
                <a:gd name="connsiteX5" fmla="*/ 372462 w 1166661"/>
                <a:gd name="connsiteY5" fmla="*/ 142523 h 763632"/>
                <a:gd name="connsiteX6" fmla="*/ 531998 w 1166661"/>
                <a:gd name="connsiteY6" fmla="*/ 15909 h 763632"/>
                <a:gd name="connsiteX7" fmla="*/ 726533 w 1166661"/>
                <a:gd name="connsiteY7" fmla="*/ 119466 h 763632"/>
                <a:gd name="connsiteX8" fmla="*/ 750694 w 1166661"/>
                <a:gd name="connsiteY8" fmla="*/ 258065 h 763632"/>
                <a:gd name="connsiteX9" fmla="*/ 965126 w 1166661"/>
                <a:gd name="connsiteY9" fmla="*/ 246187 h 763632"/>
                <a:gd name="connsiteX10" fmla="*/ 1159683 w 1166661"/>
                <a:gd name="connsiteY10" fmla="*/ 349617 h 763632"/>
                <a:gd name="connsiteX11" fmla="*/ 1000105 w 1166661"/>
                <a:gd name="connsiteY11" fmla="*/ 476125 h 763632"/>
                <a:gd name="connsiteX12" fmla="*/ 781897 w 1166661"/>
                <a:gd name="connsiteY12" fmla="*/ 490655 h 763632"/>
                <a:gd name="connsiteX13" fmla="*/ 803342 w 1166661"/>
                <a:gd name="connsiteY13" fmla="*/ 632267 h 763632"/>
                <a:gd name="connsiteX14" fmla="*/ 643509 w 1166661"/>
                <a:gd name="connsiteY14" fmla="*/ 758881 h 763632"/>
                <a:gd name="connsiteX15" fmla="*/ 449292 w 1166661"/>
                <a:gd name="connsiteY15" fmla="*/ 655685 h 763632"/>
                <a:gd name="connsiteX16" fmla="*/ 231317 w 1166661"/>
                <a:gd name="connsiteY16" fmla="*/ 669982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6661" h="763632">
                  <a:moveTo>
                    <a:pt x="231317" y="669982"/>
                  </a:moveTo>
                  <a:cubicBezTo>
                    <a:pt x="165602" y="634940"/>
                    <a:pt x="155845" y="571622"/>
                    <a:pt x="210190" y="528498"/>
                  </a:cubicBezTo>
                  <a:lnTo>
                    <a:pt x="15909" y="425174"/>
                  </a:lnTo>
                  <a:lnTo>
                    <a:pt x="175699" y="298559"/>
                  </a:lnTo>
                  <a:cubicBezTo>
                    <a:pt x="109687" y="263390"/>
                    <a:pt x="100184" y="200199"/>
                    <a:pt x="154572" y="157075"/>
                  </a:cubicBezTo>
                  <a:cubicBezTo>
                    <a:pt x="208917" y="114078"/>
                    <a:pt x="306344" y="107375"/>
                    <a:pt x="372462" y="142523"/>
                  </a:cubicBezTo>
                  <a:lnTo>
                    <a:pt x="531998" y="15909"/>
                  </a:lnTo>
                  <a:lnTo>
                    <a:pt x="726533" y="119466"/>
                  </a:lnTo>
                  <a:cubicBezTo>
                    <a:pt x="676091" y="162357"/>
                    <a:pt x="685976" y="223702"/>
                    <a:pt x="750694" y="258065"/>
                  </a:cubicBezTo>
                  <a:cubicBezTo>
                    <a:pt x="815624" y="292556"/>
                    <a:pt x="910144" y="286893"/>
                    <a:pt x="965126" y="246187"/>
                  </a:cubicBezTo>
                  <a:lnTo>
                    <a:pt x="1159683" y="349617"/>
                  </a:lnTo>
                  <a:lnTo>
                    <a:pt x="1000105" y="476125"/>
                  </a:lnTo>
                  <a:cubicBezTo>
                    <a:pt x="934029" y="441062"/>
                    <a:pt x="836242" y="447510"/>
                    <a:pt x="781897" y="490655"/>
                  </a:cubicBezTo>
                  <a:cubicBezTo>
                    <a:pt x="727763" y="533546"/>
                    <a:pt x="737266" y="597097"/>
                    <a:pt x="803342" y="632267"/>
                  </a:cubicBezTo>
                  <a:lnTo>
                    <a:pt x="643509" y="758881"/>
                  </a:lnTo>
                  <a:lnTo>
                    <a:pt x="449292" y="655685"/>
                  </a:lnTo>
                  <a:cubicBezTo>
                    <a:pt x="394947" y="698809"/>
                    <a:pt x="297393" y="705024"/>
                    <a:pt x="231317" y="669982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alpha val="30000"/>
                  </a:schemeClr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26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7A63DEA-7DF7-4941-A10A-0476406BE6AB}"/>
                </a:ext>
              </a:extLst>
            </p:cNvPr>
            <p:cNvSpPr/>
            <p:nvPr/>
          </p:nvSpPr>
          <p:spPr>
            <a:xfrm>
              <a:off x="5680484" y="4362880"/>
              <a:ext cx="1722966" cy="1127760"/>
            </a:xfrm>
            <a:custGeom>
              <a:avLst/>
              <a:gdLst>
                <a:gd name="connsiteX0" fmla="*/ 234563 w 1166661"/>
                <a:gd name="connsiteY0" fmla="*/ 667521 h 763632"/>
                <a:gd name="connsiteX1" fmla="*/ 210381 w 1166661"/>
                <a:gd name="connsiteY1" fmla="*/ 528795 h 763632"/>
                <a:gd name="connsiteX2" fmla="*/ 15909 w 1166661"/>
                <a:gd name="connsiteY2" fmla="*/ 425471 h 763632"/>
                <a:gd name="connsiteX3" fmla="*/ 175084 w 1166661"/>
                <a:gd name="connsiteY3" fmla="*/ 300829 h 763632"/>
                <a:gd name="connsiteX4" fmla="*/ 157499 w 1166661"/>
                <a:gd name="connsiteY4" fmla="*/ 154508 h 763632"/>
                <a:gd name="connsiteX5" fmla="*/ 375601 w 1166661"/>
                <a:gd name="connsiteY5" fmla="*/ 140084 h 763632"/>
                <a:gd name="connsiteX6" fmla="*/ 532146 w 1166661"/>
                <a:gd name="connsiteY6" fmla="*/ 15909 h 763632"/>
                <a:gd name="connsiteX7" fmla="*/ 726448 w 1166661"/>
                <a:gd name="connsiteY7" fmla="*/ 119212 h 763632"/>
                <a:gd name="connsiteX8" fmla="*/ 748997 w 1166661"/>
                <a:gd name="connsiteY8" fmla="*/ 259550 h 763632"/>
                <a:gd name="connsiteX9" fmla="*/ 965317 w 1166661"/>
                <a:gd name="connsiteY9" fmla="*/ 246166 h 763632"/>
                <a:gd name="connsiteX10" fmla="*/ 1159492 w 1166661"/>
                <a:gd name="connsiteY10" fmla="*/ 349489 h 763632"/>
                <a:gd name="connsiteX11" fmla="*/ 1002947 w 1166661"/>
                <a:gd name="connsiteY11" fmla="*/ 473580 h 763632"/>
                <a:gd name="connsiteX12" fmla="*/ 1024117 w 1166661"/>
                <a:gd name="connsiteY12" fmla="*/ 615425 h 763632"/>
                <a:gd name="connsiteX13" fmla="*/ 806248 w 1166661"/>
                <a:gd name="connsiteY13" fmla="*/ 629594 h 763632"/>
                <a:gd name="connsiteX14" fmla="*/ 643233 w 1166661"/>
                <a:gd name="connsiteY14" fmla="*/ 758988 h 763632"/>
                <a:gd name="connsiteX15" fmla="*/ 448698 w 1166661"/>
                <a:gd name="connsiteY15" fmla="*/ 655558 h 763632"/>
                <a:gd name="connsiteX16" fmla="*/ 234563 w 1166661"/>
                <a:gd name="connsiteY16" fmla="*/ 667521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6661" h="763632">
                  <a:moveTo>
                    <a:pt x="234563" y="667521"/>
                  </a:moveTo>
                  <a:cubicBezTo>
                    <a:pt x="169908" y="633158"/>
                    <a:pt x="159705" y="571685"/>
                    <a:pt x="210381" y="528795"/>
                  </a:cubicBezTo>
                  <a:lnTo>
                    <a:pt x="15909" y="425471"/>
                  </a:lnTo>
                  <a:lnTo>
                    <a:pt x="175084" y="300829"/>
                  </a:lnTo>
                  <a:cubicBezTo>
                    <a:pt x="102984" y="263008"/>
                    <a:pt x="103409" y="197505"/>
                    <a:pt x="157499" y="154508"/>
                  </a:cubicBezTo>
                  <a:cubicBezTo>
                    <a:pt x="211845" y="111512"/>
                    <a:pt x="309568" y="105042"/>
                    <a:pt x="375601" y="140084"/>
                  </a:cubicBezTo>
                  <a:lnTo>
                    <a:pt x="532146" y="15909"/>
                  </a:lnTo>
                  <a:lnTo>
                    <a:pt x="726448" y="119212"/>
                  </a:lnTo>
                  <a:cubicBezTo>
                    <a:pt x="673864" y="162336"/>
                    <a:pt x="683558" y="224614"/>
                    <a:pt x="748997" y="259550"/>
                  </a:cubicBezTo>
                  <a:cubicBezTo>
                    <a:pt x="814266" y="294274"/>
                    <a:pt x="910484" y="288144"/>
                    <a:pt x="965317" y="246166"/>
                  </a:cubicBezTo>
                  <a:lnTo>
                    <a:pt x="1159492" y="349489"/>
                  </a:lnTo>
                  <a:lnTo>
                    <a:pt x="1002947" y="473580"/>
                  </a:lnTo>
                  <a:cubicBezTo>
                    <a:pt x="1069023" y="508749"/>
                    <a:pt x="1078589" y="572279"/>
                    <a:pt x="1024117" y="615425"/>
                  </a:cubicBezTo>
                  <a:cubicBezTo>
                    <a:pt x="970026" y="658294"/>
                    <a:pt x="872366" y="664764"/>
                    <a:pt x="806248" y="629594"/>
                  </a:cubicBezTo>
                  <a:lnTo>
                    <a:pt x="643233" y="758988"/>
                  </a:lnTo>
                  <a:lnTo>
                    <a:pt x="448698" y="655558"/>
                  </a:lnTo>
                  <a:cubicBezTo>
                    <a:pt x="393971" y="696349"/>
                    <a:pt x="299217" y="701885"/>
                    <a:pt x="234563" y="667521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alpha val="30000"/>
                  </a:schemeClr>
                </a:gs>
                <a:gs pos="100000">
                  <a:srgbClr val="3D1E66">
                    <a:alpha val="0"/>
                  </a:srgbClr>
                </a:gs>
                <a:gs pos="52000">
                  <a:schemeClr val="accent2">
                    <a:alpha val="26000"/>
                  </a:scheme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DB25BC3-6DD1-4B85-B217-BC6A39B61EAA}"/>
                </a:ext>
              </a:extLst>
            </p:cNvPr>
            <p:cNvSpPr/>
            <p:nvPr/>
          </p:nvSpPr>
          <p:spPr>
            <a:xfrm>
              <a:off x="5217067" y="3150944"/>
              <a:ext cx="250613" cy="313266"/>
            </a:xfrm>
            <a:custGeom>
              <a:avLst/>
              <a:gdLst>
                <a:gd name="connsiteX0" fmla="*/ 172454 w 169696"/>
                <a:gd name="connsiteY0" fmla="*/ 15909 h 212120"/>
                <a:gd name="connsiteX1" fmla="*/ 172793 w 169696"/>
                <a:gd name="connsiteY1" fmla="*/ 77594 h 212120"/>
                <a:gd name="connsiteX2" fmla="*/ 16248 w 169696"/>
                <a:gd name="connsiteY2" fmla="*/ 201790 h 212120"/>
                <a:gd name="connsiteX3" fmla="*/ 15909 w 169696"/>
                <a:gd name="connsiteY3" fmla="*/ 139978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212120">
                  <a:moveTo>
                    <a:pt x="172454" y="15909"/>
                  </a:moveTo>
                  <a:lnTo>
                    <a:pt x="172793" y="77594"/>
                  </a:lnTo>
                  <a:lnTo>
                    <a:pt x="16248" y="201790"/>
                  </a:lnTo>
                  <a:lnTo>
                    <a:pt x="15909" y="139978"/>
                  </a:lnTo>
                  <a:close/>
                </a:path>
              </a:pathLst>
            </a:custGeom>
            <a:solidFill>
              <a:srgbClr val="EE7B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9D271C1-C3CC-4F0D-99C8-F3915D5D2B3C}"/>
                </a:ext>
              </a:extLst>
            </p:cNvPr>
            <p:cNvSpPr/>
            <p:nvPr/>
          </p:nvSpPr>
          <p:spPr>
            <a:xfrm>
              <a:off x="4553694" y="3315034"/>
              <a:ext cx="219286" cy="281940"/>
            </a:xfrm>
            <a:custGeom>
              <a:avLst/>
              <a:gdLst>
                <a:gd name="connsiteX0" fmla="*/ 15909 w 148484"/>
                <a:gd name="connsiteY0" fmla="*/ 15909 h 190908"/>
                <a:gd name="connsiteX1" fmla="*/ 15909 w 148484"/>
                <a:gd name="connsiteY1" fmla="*/ 185011 h 190908"/>
                <a:gd name="connsiteX2" fmla="*/ 127675 w 148484"/>
                <a:gd name="connsiteY2" fmla="*/ 185011 h 190908"/>
                <a:gd name="connsiteX3" fmla="*/ 143033 w 148484"/>
                <a:gd name="connsiteY3" fmla="*/ 72566 h 190908"/>
                <a:gd name="connsiteX4" fmla="*/ 15909 w 148484"/>
                <a:gd name="connsiteY4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484" h="190908">
                  <a:moveTo>
                    <a:pt x="15909" y="15909"/>
                  </a:moveTo>
                  <a:lnTo>
                    <a:pt x="15909" y="185011"/>
                  </a:lnTo>
                  <a:cubicBezTo>
                    <a:pt x="15909" y="185011"/>
                    <a:pt x="127293" y="199987"/>
                    <a:pt x="127675" y="185011"/>
                  </a:cubicBezTo>
                  <a:cubicBezTo>
                    <a:pt x="128036" y="170014"/>
                    <a:pt x="143033" y="72566"/>
                    <a:pt x="143033" y="72566"/>
                  </a:cubicBezTo>
                  <a:lnTo>
                    <a:pt x="15909" y="15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7E34DDB-D1B1-478D-9602-1462B7E4F1DC}"/>
                </a:ext>
              </a:extLst>
            </p:cNvPr>
            <p:cNvSpPr/>
            <p:nvPr/>
          </p:nvSpPr>
          <p:spPr>
            <a:xfrm>
              <a:off x="5854032" y="3492907"/>
              <a:ext cx="281940" cy="313266"/>
            </a:xfrm>
            <a:custGeom>
              <a:avLst/>
              <a:gdLst>
                <a:gd name="connsiteX0" fmla="*/ 175508 w 190908"/>
                <a:gd name="connsiteY0" fmla="*/ 15909 h 212120"/>
                <a:gd name="connsiteX1" fmla="*/ 175742 w 190908"/>
                <a:gd name="connsiteY1" fmla="*/ 77594 h 212120"/>
                <a:gd name="connsiteX2" fmla="*/ 16206 w 190908"/>
                <a:gd name="connsiteY2" fmla="*/ 204208 h 212120"/>
                <a:gd name="connsiteX3" fmla="*/ 15909 w 190908"/>
                <a:gd name="connsiteY3" fmla="*/ 142396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212120">
                  <a:moveTo>
                    <a:pt x="175508" y="15909"/>
                  </a:moveTo>
                  <a:lnTo>
                    <a:pt x="175742" y="77594"/>
                  </a:lnTo>
                  <a:lnTo>
                    <a:pt x="16206" y="204208"/>
                  </a:lnTo>
                  <a:lnTo>
                    <a:pt x="15909" y="1423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BF4B465-7262-4F58-BD78-F983FBF8D153}"/>
                </a:ext>
              </a:extLst>
            </p:cNvPr>
            <p:cNvSpPr/>
            <p:nvPr/>
          </p:nvSpPr>
          <p:spPr>
            <a:xfrm>
              <a:off x="4400601" y="3604461"/>
              <a:ext cx="313266" cy="281940"/>
            </a:xfrm>
            <a:custGeom>
              <a:avLst/>
              <a:gdLst>
                <a:gd name="connsiteX0" fmla="*/ 210190 w 212120"/>
                <a:gd name="connsiteY0" fmla="*/ 119212 h 190908"/>
                <a:gd name="connsiteX1" fmla="*/ 210487 w 212120"/>
                <a:gd name="connsiteY1" fmla="*/ 181024 h 190908"/>
                <a:gd name="connsiteX2" fmla="*/ 16248 w 212120"/>
                <a:gd name="connsiteY2" fmla="*/ 77721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190" y="119212"/>
                  </a:moveTo>
                  <a:lnTo>
                    <a:pt x="210487" y="181024"/>
                  </a:lnTo>
                  <a:lnTo>
                    <a:pt x="16248" y="77721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4146D22-8C9A-4702-BC16-C67B1588C296}"/>
                </a:ext>
              </a:extLst>
            </p:cNvPr>
            <p:cNvSpPr/>
            <p:nvPr/>
          </p:nvSpPr>
          <p:spPr>
            <a:xfrm>
              <a:off x="5479929" y="3646418"/>
              <a:ext cx="407246" cy="281940"/>
            </a:xfrm>
            <a:custGeom>
              <a:avLst/>
              <a:gdLst>
                <a:gd name="connsiteX0" fmla="*/ 158878 w 275756"/>
                <a:gd name="connsiteY0" fmla="*/ 78116 h 190908"/>
                <a:gd name="connsiteX1" fmla="*/ 185542 w 275756"/>
                <a:gd name="connsiteY1" fmla="*/ 77989 h 190908"/>
                <a:gd name="connsiteX2" fmla="*/ 186433 w 275756"/>
                <a:gd name="connsiteY2" fmla="*/ 78074 h 190908"/>
                <a:gd name="connsiteX3" fmla="*/ 211739 w 275756"/>
                <a:gd name="connsiteY3" fmla="*/ 81171 h 190908"/>
                <a:gd name="connsiteX4" fmla="*/ 217657 w 275756"/>
                <a:gd name="connsiteY4" fmla="*/ 82253 h 190908"/>
                <a:gd name="connsiteX5" fmla="*/ 241541 w 275756"/>
                <a:gd name="connsiteY5" fmla="*/ 88531 h 190908"/>
                <a:gd name="connsiteX6" fmla="*/ 243493 w 275756"/>
                <a:gd name="connsiteY6" fmla="*/ 89062 h 190908"/>
                <a:gd name="connsiteX7" fmla="*/ 269499 w 275756"/>
                <a:gd name="connsiteY7" fmla="*/ 100240 h 190908"/>
                <a:gd name="connsiteX8" fmla="*/ 269202 w 275756"/>
                <a:gd name="connsiteY8" fmla="*/ 38428 h 190908"/>
                <a:gd name="connsiteX9" fmla="*/ 243132 w 275756"/>
                <a:gd name="connsiteY9" fmla="*/ 27250 h 190908"/>
                <a:gd name="connsiteX10" fmla="*/ 243132 w 275756"/>
                <a:gd name="connsiteY10" fmla="*/ 27250 h 190908"/>
                <a:gd name="connsiteX11" fmla="*/ 242538 w 275756"/>
                <a:gd name="connsiteY11" fmla="*/ 27080 h 190908"/>
                <a:gd name="connsiteX12" fmla="*/ 221199 w 275756"/>
                <a:gd name="connsiteY12" fmla="*/ 21268 h 190908"/>
                <a:gd name="connsiteX13" fmla="*/ 218081 w 275756"/>
                <a:gd name="connsiteY13" fmla="*/ 20695 h 190908"/>
                <a:gd name="connsiteX14" fmla="*/ 210551 w 275756"/>
                <a:gd name="connsiteY14" fmla="*/ 19338 h 190908"/>
                <a:gd name="connsiteX15" fmla="*/ 202151 w 275756"/>
                <a:gd name="connsiteY15" fmla="*/ 17832 h 190908"/>
                <a:gd name="connsiteX16" fmla="*/ 187175 w 275756"/>
                <a:gd name="connsiteY16" fmla="*/ 16495 h 190908"/>
                <a:gd name="connsiteX17" fmla="*/ 184884 w 275756"/>
                <a:gd name="connsiteY17" fmla="*/ 16304 h 190908"/>
                <a:gd name="connsiteX18" fmla="*/ 183993 w 275756"/>
                <a:gd name="connsiteY18" fmla="*/ 16220 h 190908"/>
                <a:gd name="connsiteX19" fmla="*/ 165920 w 275756"/>
                <a:gd name="connsiteY19" fmla="*/ 15986 h 190908"/>
                <a:gd name="connsiteX20" fmla="*/ 159154 w 275756"/>
                <a:gd name="connsiteY20" fmla="*/ 16410 h 190908"/>
                <a:gd name="connsiteX21" fmla="*/ 152875 w 275756"/>
                <a:gd name="connsiteY21" fmla="*/ 16813 h 190908"/>
                <a:gd name="connsiteX22" fmla="*/ 147190 w 275756"/>
                <a:gd name="connsiteY22" fmla="*/ 17174 h 190908"/>
                <a:gd name="connsiteX23" fmla="*/ 126699 w 275756"/>
                <a:gd name="connsiteY23" fmla="*/ 20165 h 190908"/>
                <a:gd name="connsiteX24" fmla="*/ 101627 w 275756"/>
                <a:gd name="connsiteY24" fmla="*/ 26635 h 190908"/>
                <a:gd name="connsiteX25" fmla="*/ 99187 w 275756"/>
                <a:gd name="connsiteY25" fmla="*/ 27547 h 190908"/>
                <a:gd name="connsiteX26" fmla="*/ 98063 w 275756"/>
                <a:gd name="connsiteY26" fmla="*/ 27971 h 190908"/>
                <a:gd name="connsiteX27" fmla="*/ 73797 w 275756"/>
                <a:gd name="connsiteY27" fmla="*/ 38407 h 190908"/>
                <a:gd name="connsiteX28" fmla="*/ 72333 w 275756"/>
                <a:gd name="connsiteY28" fmla="*/ 39235 h 190908"/>
                <a:gd name="connsiteX29" fmla="*/ 51057 w 275756"/>
                <a:gd name="connsiteY29" fmla="*/ 53044 h 190908"/>
                <a:gd name="connsiteX30" fmla="*/ 40812 w 275756"/>
                <a:gd name="connsiteY30" fmla="*/ 62292 h 190908"/>
                <a:gd name="connsiteX31" fmla="*/ 38924 w 275756"/>
                <a:gd name="connsiteY31" fmla="*/ 63989 h 190908"/>
                <a:gd name="connsiteX32" fmla="*/ 36697 w 275756"/>
                <a:gd name="connsiteY32" fmla="*/ 66619 h 190908"/>
                <a:gd name="connsiteX33" fmla="*/ 34300 w 275756"/>
                <a:gd name="connsiteY33" fmla="*/ 69440 h 190908"/>
                <a:gd name="connsiteX34" fmla="*/ 30757 w 275756"/>
                <a:gd name="connsiteY34" fmla="*/ 74022 h 190908"/>
                <a:gd name="connsiteX35" fmla="*/ 28551 w 275756"/>
                <a:gd name="connsiteY35" fmla="*/ 77183 h 190908"/>
                <a:gd name="connsiteX36" fmla="*/ 26876 w 275756"/>
                <a:gd name="connsiteY36" fmla="*/ 79559 h 190908"/>
                <a:gd name="connsiteX37" fmla="*/ 26027 w 275756"/>
                <a:gd name="connsiteY37" fmla="*/ 81277 h 190908"/>
                <a:gd name="connsiteX38" fmla="*/ 20703 w 275756"/>
                <a:gd name="connsiteY38" fmla="*/ 92010 h 190908"/>
                <a:gd name="connsiteX39" fmla="*/ 20533 w 275756"/>
                <a:gd name="connsiteY39" fmla="*/ 92371 h 190908"/>
                <a:gd name="connsiteX40" fmla="*/ 20088 w 275756"/>
                <a:gd name="connsiteY40" fmla="*/ 93919 h 190908"/>
                <a:gd name="connsiteX41" fmla="*/ 17542 w 275756"/>
                <a:gd name="connsiteY41" fmla="*/ 102786 h 190908"/>
                <a:gd name="connsiteX42" fmla="*/ 17097 w 275756"/>
                <a:gd name="connsiteY42" fmla="*/ 104355 h 190908"/>
                <a:gd name="connsiteX43" fmla="*/ 16927 w 275756"/>
                <a:gd name="connsiteY43" fmla="*/ 106052 h 190908"/>
                <a:gd name="connsiteX44" fmla="*/ 16079 w 275756"/>
                <a:gd name="connsiteY44" fmla="*/ 114368 h 190908"/>
                <a:gd name="connsiteX45" fmla="*/ 15909 w 275756"/>
                <a:gd name="connsiteY45" fmla="*/ 116001 h 190908"/>
                <a:gd name="connsiteX46" fmla="*/ 15909 w 275756"/>
                <a:gd name="connsiteY46" fmla="*/ 117167 h 190908"/>
                <a:gd name="connsiteX47" fmla="*/ 16248 w 275756"/>
                <a:gd name="connsiteY47" fmla="*/ 178852 h 190908"/>
                <a:gd name="connsiteX48" fmla="*/ 16354 w 275756"/>
                <a:gd name="connsiteY48" fmla="*/ 177007 h 190908"/>
                <a:gd name="connsiteX49" fmla="*/ 17267 w 275756"/>
                <a:gd name="connsiteY49" fmla="*/ 167652 h 190908"/>
                <a:gd name="connsiteX50" fmla="*/ 17861 w 275756"/>
                <a:gd name="connsiteY50" fmla="*/ 164555 h 190908"/>
                <a:gd name="connsiteX51" fmla="*/ 20470 w 275756"/>
                <a:gd name="connsiteY51" fmla="*/ 155434 h 190908"/>
                <a:gd name="connsiteX52" fmla="*/ 20957 w 275756"/>
                <a:gd name="connsiteY52" fmla="*/ 153907 h 190908"/>
                <a:gd name="connsiteX53" fmla="*/ 26260 w 275756"/>
                <a:gd name="connsiteY53" fmla="*/ 143131 h 190908"/>
                <a:gd name="connsiteX54" fmla="*/ 28912 w 275756"/>
                <a:gd name="connsiteY54" fmla="*/ 138804 h 190908"/>
                <a:gd name="connsiteX55" fmla="*/ 30821 w 275756"/>
                <a:gd name="connsiteY55" fmla="*/ 136046 h 190908"/>
                <a:gd name="connsiteX56" fmla="*/ 34385 w 275756"/>
                <a:gd name="connsiteY56" fmla="*/ 131422 h 190908"/>
                <a:gd name="connsiteX57" fmla="*/ 37991 w 275756"/>
                <a:gd name="connsiteY57" fmla="*/ 127307 h 190908"/>
                <a:gd name="connsiteX58" fmla="*/ 40006 w 275756"/>
                <a:gd name="connsiteY58" fmla="*/ 125186 h 190908"/>
                <a:gd name="connsiteX59" fmla="*/ 51269 w 275756"/>
                <a:gd name="connsiteY59" fmla="*/ 114855 h 190908"/>
                <a:gd name="connsiteX60" fmla="*/ 72227 w 275756"/>
                <a:gd name="connsiteY60" fmla="*/ 101216 h 190908"/>
                <a:gd name="connsiteX61" fmla="*/ 74178 w 275756"/>
                <a:gd name="connsiteY61" fmla="*/ 100092 h 190908"/>
                <a:gd name="connsiteX62" fmla="*/ 96939 w 275756"/>
                <a:gd name="connsiteY62" fmla="*/ 90271 h 190908"/>
                <a:gd name="connsiteX63" fmla="*/ 100184 w 275756"/>
                <a:gd name="connsiteY63" fmla="*/ 89062 h 190908"/>
                <a:gd name="connsiteX64" fmla="*/ 120696 w 275756"/>
                <a:gd name="connsiteY64" fmla="*/ 83589 h 190908"/>
                <a:gd name="connsiteX65" fmla="*/ 126954 w 275756"/>
                <a:gd name="connsiteY65" fmla="*/ 81977 h 190908"/>
                <a:gd name="connsiteX66" fmla="*/ 128418 w 275756"/>
                <a:gd name="connsiteY66" fmla="*/ 81743 h 190908"/>
                <a:gd name="connsiteX67" fmla="*/ 153575 w 275756"/>
                <a:gd name="connsiteY67" fmla="*/ 78477 h 190908"/>
                <a:gd name="connsiteX68" fmla="*/ 158878 w 275756"/>
                <a:gd name="connsiteY68" fmla="*/ 78116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75756" h="190908">
                  <a:moveTo>
                    <a:pt x="158878" y="78116"/>
                  </a:moveTo>
                  <a:cubicBezTo>
                    <a:pt x="167745" y="77628"/>
                    <a:pt x="176654" y="77501"/>
                    <a:pt x="185542" y="77989"/>
                  </a:cubicBezTo>
                  <a:cubicBezTo>
                    <a:pt x="185839" y="78010"/>
                    <a:pt x="186136" y="78053"/>
                    <a:pt x="186433" y="78074"/>
                  </a:cubicBezTo>
                  <a:cubicBezTo>
                    <a:pt x="194960" y="78604"/>
                    <a:pt x="203381" y="79728"/>
                    <a:pt x="211739" y="81171"/>
                  </a:cubicBezTo>
                  <a:cubicBezTo>
                    <a:pt x="213711" y="81531"/>
                    <a:pt x="215705" y="81850"/>
                    <a:pt x="217657" y="82253"/>
                  </a:cubicBezTo>
                  <a:cubicBezTo>
                    <a:pt x="225802" y="83907"/>
                    <a:pt x="233799" y="85965"/>
                    <a:pt x="241541" y="88531"/>
                  </a:cubicBezTo>
                  <a:cubicBezTo>
                    <a:pt x="242178" y="88743"/>
                    <a:pt x="242856" y="88871"/>
                    <a:pt x="243493" y="89062"/>
                  </a:cubicBezTo>
                  <a:cubicBezTo>
                    <a:pt x="252550" y="92159"/>
                    <a:pt x="261247" y="95849"/>
                    <a:pt x="269499" y="100240"/>
                  </a:cubicBezTo>
                  <a:lnTo>
                    <a:pt x="269202" y="38428"/>
                  </a:lnTo>
                  <a:cubicBezTo>
                    <a:pt x="260908" y="34165"/>
                    <a:pt x="252190" y="30368"/>
                    <a:pt x="243132" y="27250"/>
                  </a:cubicBezTo>
                  <a:lnTo>
                    <a:pt x="243132" y="27250"/>
                  </a:lnTo>
                  <a:cubicBezTo>
                    <a:pt x="242941" y="27186"/>
                    <a:pt x="242729" y="27144"/>
                    <a:pt x="242538" y="27080"/>
                  </a:cubicBezTo>
                  <a:cubicBezTo>
                    <a:pt x="235581" y="24747"/>
                    <a:pt x="228453" y="22710"/>
                    <a:pt x="221199" y="21268"/>
                  </a:cubicBezTo>
                  <a:cubicBezTo>
                    <a:pt x="220160" y="21035"/>
                    <a:pt x="219099" y="20907"/>
                    <a:pt x="218081" y="20695"/>
                  </a:cubicBezTo>
                  <a:cubicBezTo>
                    <a:pt x="215578" y="20207"/>
                    <a:pt x="213075" y="19762"/>
                    <a:pt x="210551" y="19338"/>
                  </a:cubicBezTo>
                  <a:cubicBezTo>
                    <a:pt x="207751" y="18850"/>
                    <a:pt x="204951" y="18213"/>
                    <a:pt x="202151" y="17832"/>
                  </a:cubicBezTo>
                  <a:cubicBezTo>
                    <a:pt x="197145" y="17174"/>
                    <a:pt x="192160" y="16771"/>
                    <a:pt x="187175" y="16495"/>
                  </a:cubicBezTo>
                  <a:cubicBezTo>
                    <a:pt x="186411" y="16453"/>
                    <a:pt x="185648" y="16347"/>
                    <a:pt x="184884" y="16304"/>
                  </a:cubicBezTo>
                  <a:cubicBezTo>
                    <a:pt x="184587" y="16283"/>
                    <a:pt x="184290" y="16220"/>
                    <a:pt x="183993" y="16220"/>
                  </a:cubicBezTo>
                  <a:cubicBezTo>
                    <a:pt x="177990" y="15859"/>
                    <a:pt x="171945" y="15859"/>
                    <a:pt x="165920" y="15986"/>
                  </a:cubicBezTo>
                  <a:cubicBezTo>
                    <a:pt x="163672" y="16071"/>
                    <a:pt x="161402" y="16304"/>
                    <a:pt x="159154" y="16410"/>
                  </a:cubicBezTo>
                  <a:cubicBezTo>
                    <a:pt x="157033" y="16516"/>
                    <a:pt x="154975" y="16644"/>
                    <a:pt x="152875" y="16813"/>
                  </a:cubicBezTo>
                  <a:cubicBezTo>
                    <a:pt x="150987" y="16941"/>
                    <a:pt x="149099" y="16941"/>
                    <a:pt x="147190" y="17174"/>
                  </a:cubicBezTo>
                  <a:cubicBezTo>
                    <a:pt x="140296" y="17853"/>
                    <a:pt x="133445" y="18892"/>
                    <a:pt x="126699" y="20165"/>
                  </a:cubicBezTo>
                  <a:cubicBezTo>
                    <a:pt x="118151" y="21883"/>
                    <a:pt x="109793" y="24089"/>
                    <a:pt x="101627" y="26635"/>
                  </a:cubicBezTo>
                  <a:cubicBezTo>
                    <a:pt x="100778" y="26910"/>
                    <a:pt x="100015" y="27250"/>
                    <a:pt x="99187" y="27547"/>
                  </a:cubicBezTo>
                  <a:cubicBezTo>
                    <a:pt x="98806" y="27674"/>
                    <a:pt x="98445" y="27822"/>
                    <a:pt x="98063" y="27971"/>
                  </a:cubicBezTo>
                  <a:cubicBezTo>
                    <a:pt x="89600" y="30941"/>
                    <a:pt x="81433" y="34377"/>
                    <a:pt x="73797" y="38407"/>
                  </a:cubicBezTo>
                  <a:cubicBezTo>
                    <a:pt x="73288" y="38662"/>
                    <a:pt x="72842" y="38959"/>
                    <a:pt x="72333" y="39235"/>
                  </a:cubicBezTo>
                  <a:cubicBezTo>
                    <a:pt x="64739" y="43350"/>
                    <a:pt x="57548" y="47910"/>
                    <a:pt x="51057" y="53044"/>
                  </a:cubicBezTo>
                  <a:cubicBezTo>
                    <a:pt x="47303" y="56013"/>
                    <a:pt x="43973" y="59110"/>
                    <a:pt x="40812" y="62292"/>
                  </a:cubicBezTo>
                  <a:cubicBezTo>
                    <a:pt x="40239" y="62865"/>
                    <a:pt x="39476" y="63437"/>
                    <a:pt x="38924" y="63989"/>
                  </a:cubicBezTo>
                  <a:cubicBezTo>
                    <a:pt x="38118" y="64859"/>
                    <a:pt x="37460" y="65750"/>
                    <a:pt x="36697" y="66619"/>
                  </a:cubicBezTo>
                  <a:cubicBezTo>
                    <a:pt x="35870" y="67553"/>
                    <a:pt x="35085" y="68486"/>
                    <a:pt x="34300" y="69440"/>
                  </a:cubicBezTo>
                  <a:cubicBezTo>
                    <a:pt x="33048" y="70968"/>
                    <a:pt x="31882" y="72495"/>
                    <a:pt x="30757" y="74022"/>
                  </a:cubicBezTo>
                  <a:cubicBezTo>
                    <a:pt x="29994" y="75083"/>
                    <a:pt x="29251" y="76122"/>
                    <a:pt x="28551" y="77183"/>
                  </a:cubicBezTo>
                  <a:cubicBezTo>
                    <a:pt x="28021" y="77968"/>
                    <a:pt x="27385" y="78774"/>
                    <a:pt x="26876" y="79559"/>
                  </a:cubicBezTo>
                  <a:cubicBezTo>
                    <a:pt x="26536" y="80131"/>
                    <a:pt x="26367" y="80704"/>
                    <a:pt x="26027" y="81277"/>
                  </a:cubicBezTo>
                  <a:cubicBezTo>
                    <a:pt x="23970" y="84819"/>
                    <a:pt x="22124" y="88383"/>
                    <a:pt x="20703" y="92010"/>
                  </a:cubicBezTo>
                  <a:cubicBezTo>
                    <a:pt x="20660" y="92137"/>
                    <a:pt x="20576" y="92243"/>
                    <a:pt x="20533" y="92371"/>
                  </a:cubicBezTo>
                  <a:cubicBezTo>
                    <a:pt x="20342" y="92859"/>
                    <a:pt x="20258" y="93410"/>
                    <a:pt x="20088" y="93919"/>
                  </a:cubicBezTo>
                  <a:cubicBezTo>
                    <a:pt x="19027" y="96868"/>
                    <a:pt x="18200" y="99816"/>
                    <a:pt x="17542" y="102786"/>
                  </a:cubicBezTo>
                  <a:cubicBezTo>
                    <a:pt x="17436" y="103295"/>
                    <a:pt x="17203" y="103825"/>
                    <a:pt x="17097" y="104355"/>
                  </a:cubicBezTo>
                  <a:cubicBezTo>
                    <a:pt x="16991" y="104907"/>
                    <a:pt x="17012" y="105501"/>
                    <a:pt x="16927" y="106052"/>
                  </a:cubicBezTo>
                  <a:cubicBezTo>
                    <a:pt x="16482" y="108810"/>
                    <a:pt x="16185" y="111589"/>
                    <a:pt x="16079" y="114368"/>
                  </a:cubicBezTo>
                  <a:cubicBezTo>
                    <a:pt x="16058" y="114898"/>
                    <a:pt x="15930" y="115471"/>
                    <a:pt x="15909" y="116001"/>
                  </a:cubicBezTo>
                  <a:cubicBezTo>
                    <a:pt x="15909" y="116446"/>
                    <a:pt x="15909" y="116680"/>
                    <a:pt x="15909" y="117167"/>
                  </a:cubicBezTo>
                  <a:lnTo>
                    <a:pt x="16248" y="178852"/>
                  </a:lnTo>
                  <a:cubicBezTo>
                    <a:pt x="16248" y="178237"/>
                    <a:pt x="16333" y="177601"/>
                    <a:pt x="16354" y="177007"/>
                  </a:cubicBezTo>
                  <a:cubicBezTo>
                    <a:pt x="16397" y="173888"/>
                    <a:pt x="16758" y="170749"/>
                    <a:pt x="17267" y="167652"/>
                  </a:cubicBezTo>
                  <a:cubicBezTo>
                    <a:pt x="17436" y="166613"/>
                    <a:pt x="17627" y="165573"/>
                    <a:pt x="17861" y="164555"/>
                  </a:cubicBezTo>
                  <a:cubicBezTo>
                    <a:pt x="18518" y="161458"/>
                    <a:pt x="19367" y="158467"/>
                    <a:pt x="20470" y="155434"/>
                  </a:cubicBezTo>
                  <a:cubicBezTo>
                    <a:pt x="20660" y="154946"/>
                    <a:pt x="20767" y="154416"/>
                    <a:pt x="20957" y="153907"/>
                  </a:cubicBezTo>
                  <a:cubicBezTo>
                    <a:pt x="22357" y="150322"/>
                    <a:pt x="24224" y="146674"/>
                    <a:pt x="26260" y="143131"/>
                  </a:cubicBezTo>
                  <a:cubicBezTo>
                    <a:pt x="27109" y="141689"/>
                    <a:pt x="27957" y="140225"/>
                    <a:pt x="28912" y="138804"/>
                  </a:cubicBezTo>
                  <a:cubicBezTo>
                    <a:pt x="29527" y="137892"/>
                    <a:pt x="30164" y="136980"/>
                    <a:pt x="30821" y="136046"/>
                  </a:cubicBezTo>
                  <a:cubicBezTo>
                    <a:pt x="31945" y="134498"/>
                    <a:pt x="33133" y="132949"/>
                    <a:pt x="34385" y="131422"/>
                  </a:cubicBezTo>
                  <a:cubicBezTo>
                    <a:pt x="35551" y="130022"/>
                    <a:pt x="36739" y="128643"/>
                    <a:pt x="37991" y="127307"/>
                  </a:cubicBezTo>
                  <a:cubicBezTo>
                    <a:pt x="38648" y="126586"/>
                    <a:pt x="39327" y="125886"/>
                    <a:pt x="40006" y="125186"/>
                  </a:cubicBezTo>
                  <a:cubicBezTo>
                    <a:pt x="43421" y="121537"/>
                    <a:pt x="47091" y="118080"/>
                    <a:pt x="51269" y="114855"/>
                  </a:cubicBezTo>
                  <a:cubicBezTo>
                    <a:pt x="57654" y="109786"/>
                    <a:pt x="64760" y="105289"/>
                    <a:pt x="72227" y="101216"/>
                  </a:cubicBezTo>
                  <a:cubicBezTo>
                    <a:pt x="72906" y="100834"/>
                    <a:pt x="73521" y="100452"/>
                    <a:pt x="74178" y="100092"/>
                  </a:cubicBezTo>
                  <a:cubicBezTo>
                    <a:pt x="81348" y="96316"/>
                    <a:pt x="89006" y="93113"/>
                    <a:pt x="96939" y="90271"/>
                  </a:cubicBezTo>
                  <a:cubicBezTo>
                    <a:pt x="98021" y="89868"/>
                    <a:pt x="99081" y="89443"/>
                    <a:pt x="100184" y="89062"/>
                  </a:cubicBezTo>
                  <a:cubicBezTo>
                    <a:pt x="106803" y="86834"/>
                    <a:pt x="113739" y="85159"/>
                    <a:pt x="120696" y="83589"/>
                  </a:cubicBezTo>
                  <a:cubicBezTo>
                    <a:pt x="122818" y="83122"/>
                    <a:pt x="124812" y="82359"/>
                    <a:pt x="126954" y="81977"/>
                  </a:cubicBezTo>
                  <a:cubicBezTo>
                    <a:pt x="127442" y="81871"/>
                    <a:pt x="127930" y="81828"/>
                    <a:pt x="128418" y="81743"/>
                  </a:cubicBezTo>
                  <a:cubicBezTo>
                    <a:pt x="136669" y="80195"/>
                    <a:pt x="145069" y="79134"/>
                    <a:pt x="153575" y="78477"/>
                  </a:cubicBezTo>
                  <a:cubicBezTo>
                    <a:pt x="155378" y="78307"/>
                    <a:pt x="157118" y="78201"/>
                    <a:pt x="158878" y="781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F41F071-A898-44E1-93B7-442095EAFE56}"/>
                </a:ext>
              </a:extLst>
            </p:cNvPr>
            <p:cNvSpPr/>
            <p:nvPr/>
          </p:nvSpPr>
          <p:spPr>
            <a:xfrm>
              <a:off x="4635583" y="3851909"/>
              <a:ext cx="438573" cy="281940"/>
            </a:xfrm>
            <a:custGeom>
              <a:avLst/>
              <a:gdLst>
                <a:gd name="connsiteX0" fmla="*/ 239950 w 296968"/>
                <a:gd name="connsiteY0" fmla="*/ 166939 h 190908"/>
                <a:gd name="connsiteX1" fmla="*/ 242623 w 296968"/>
                <a:gd name="connsiteY1" fmla="*/ 165963 h 190908"/>
                <a:gd name="connsiteX2" fmla="*/ 243111 w 296968"/>
                <a:gd name="connsiteY2" fmla="*/ 165772 h 190908"/>
                <a:gd name="connsiteX3" fmla="*/ 290478 w 296968"/>
                <a:gd name="connsiteY3" fmla="*/ 140551 h 190908"/>
                <a:gd name="connsiteX4" fmla="*/ 290159 w 296968"/>
                <a:gd name="connsiteY4" fmla="*/ 78845 h 190908"/>
                <a:gd name="connsiteX5" fmla="*/ 268332 w 296968"/>
                <a:gd name="connsiteY5" fmla="*/ 93015 h 190908"/>
                <a:gd name="connsiteX6" fmla="*/ 267696 w 296968"/>
                <a:gd name="connsiteY6" fmla="*/ 93397 h 190908"/>
                <a:gd name="connsiteX7" fmla="*/ 244193 w 296968"/>
                <a:gd name="connsiteY7" fmla="*/ 103493 h 190908"/>
                <a:gd name="connsiteX8" fmla="*/ 241414 w 296968"/>
                <a:gd name="connsiteY8" fmla="*/ 104512 h 190908"/>
                <a:gd name="connsiteX9" fmla="*/ 188320 w 296968"/>
                <a:gd name="connsiteY9" fmla="*/ 114990 h 190908"/>
                <a:gd name="connsiteX10" fmla="*/ 182529 w 296968"/>
                <a:gd name="connsiteY10" fmla="*/ 115351 h 190908"/>
                <a:gd name="connsiteX11" fmla="*/ 156354 w 296968"/>
                <a:gd name="connsiteY11" fmla="*/ 115436 h 190908"/>
                <a:gd name="connsiteX12" fmla="*/ 154275 w 296968"/>
                <a:gd name="connsiteY12" fmla="*/ 115224 h 190908"/>
                <a:gd name="connsiteX13" fmla="*/ 130454 w 296968"/>
                <a:gd name="connsiteY13" fmla="*/ 112275 h 190908"/>
                <a:gd name="connsiteX14" fmla="*/ 124621 w 296968"/>
                <a:gd name="connsiteY14" fmla="*/ 111300 h 190908"/>
                <a:gd name="connsiteX15" fmla="*/ 72206 w 296968"/>
                <a:gd name="connsiteY15" fmla="*/ 93184 h 190908"/>
                <a:gd name="connsiteX16" fmla="*/ 15909 w 296968"/>
                <a:gd name="connsiteY16" fmla="*/ 15909 h 190908"/>
                <a:gd name="connsiteX17" fmla="*/ 16227 w 296968"/>
                <a:gd name="connsiteY17" fmla="*/ 77721 h 190908"/>
                <a:gd name="connsiteX18" fmla="*/ 72545 w 296968"/>
                <a:gd name="connsiteY18" fmla="*/ 154869 h 190908"/>
                <a:gd name="connsiteX19" fmla="*/ 98657 w 296968"/>
                <a:gd name="connsiteY19" fmla="*/ 166154 h 190908"/>
                <a:gd name="connsiteX20" fmla="*/ 120675 w 296968"/>
                <a:gd name="connsiteY20" fmla="*/ 172263 h 190908"/>
                <a:gd name="connsiteX21" fmla="*/ 124748 w 296968"/>
                <a:gd name="connsiteY21" fmla="*/ 172984 h 190908"/>
                <a:gd name="connsiteX22" fmla="*/ 130412 w 296968"/>
                <a:gd name="connsiteY22" fmla="*/ 173960 h 190908"/>
                <a:gd name="connsiteX23" fmla="*/ 139830 w 296968"/>
                <a:gd name="connsiteY23" fmla="*/ 175614 h 190908"/>
                <a:gd name="connsiteX24" fmla="*/ 153702 w 296968"/>
                <a:gd name="connsiteY24" fmla="*/ 176845 h 190908"/>
                <a:gd name="connsiteX25" fmla="*/ 157160 w 296968"/>
                <a:gd name="connsiteY25" fmla="*/ 177163 h 190908"/>
                <a:gd name="connsiteX26" fmla="*/ 157945 w 296968"/>
                <a:gd name="connsiteY26" fmla="*/ 177248 h 190908"/>
                <a:gd name="connsiteX27" fmla="*/ 175954 w 296968"/>
                <a:gd name="connsiteY27" fmla="*/ 177608 h 190908"/>
                <a:gd name="connsiteX28" fmla="*/ 183293 w 296968"/>
                <a:gd name="connsiteY28" fmla="*/ 177120 h 190908"/>
                <a:gd name="connsiteX29" fmla="*/ 188702 w 296968"/>
                <a:gd name="connsiteY29" fmla="*/ 176739 h 190908"/>
                <a:gd name="connsiteX30" fmla="*/ 194620 w 296968"/>
                <a:gd name="connsiteY30" fmla="*/ 176314 h 190908"/>
                <a:gd name="connsiteX31" fmla="*/ 214454 w 296968"/>
                <a:gd name="connsiteY31" fmla="*/ 173387 h 190908"/>
                <a:gd name="connsiteX32" fmla="*/ 216596 w 296968"/>
                <a:gd name="connsiteY32" fmla="*/ 172920 h 190908"/>
                <a:gd name="connsiteX33" fmla="*/ 239950 w 296968"/>
                <a:gd name="connsiteY33" fmla="*/ 16693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96968" h="190908">
                  <a:moveTo>
                    <a:pt x="239950" y="166939"/>
                  </a:moveTo>
                  <a:cubicBezTo>
                    <a:pt x="240863" y="166642"/>
                    <a:pt x="241711" y="166281"/>
                    <a:pt x="242623" y="165963"/>
                  </a:cubicBezTo>
                  <a:cubicBezTo>
                    <a:pt x="242793" y="165899"/>
                    <a:pt x="242941" y="165836"/>
                    <a:pt x="243111" y="165772"/>
                  </a:cubicBezTo>
                  <a:cubicBezTo>
                    <a:pt x="260781" y="159727"/>
                    <a:pt x="277029" y="151284"/>
                    <a:pt x="290478" y="140551"/>
                  </a:cubicBezTo>
                  <a:lnTo>
                    <a:pt x="290159" y="78845"/>
                  </a:lnTo>
                  <a:cubicBezTo>
                    <a:pt x="283499" y="84148"/>
                    <a:pt x="276159" y="88857"/>
                    <a:pt x="268332" y="93015"/>
                  </a:cubicBezTo>
                  <a:cubicBezTo>
                    <a:pt x="268120" y="93142"/>
                    <a:pt x="267908" y="93269"/>
                    <a:pt x="267696" y="93397"/>
                  </a:cubicBezTo>
                  <a:cubicBezTo>
                    <a:pt x="260293" y="97300"/>
                    <a:pt x="252381" y="100609"/>
                    <a:pt x="244193" y="103493"/>
                  </a:cubicBezTo>
                  <a:cubicBezTo>
                    <a:pt x="243259" y="103833"/>
                    <a:pt x="242347" y="104194"/>
                    <a:pt x="241414" y="104512"/>
                  </a:cubicBezTo>
                  <a:cubicBezTo>
                    <a:pt x="224720" y="110133"/>
                    <a:pt x="206690" y="113590"/>
                    <a:pt x="188320" y="114990"/>
                  </a:cubicBezTo>
                  <a:cubicBezTo>
                    <a:pt x="186390" y="115139"/>
                    <a:pt x="184460" y="115266"/>
                    <a:pt x="182529" y="115351"/>
                  </a:cubicBezTo>
                  <a:cubicBezTo>
                    <a:pt x="173833" y="115796"/>
                    <a:pt x="165072" y="115924"/>
                    <a:pt x="156354" y="115436"/>
                  </a:cubicBezTo>
                  <a:cubicBezTo>
                    <a:pt x="155654" y="115393"/>
                    <a:pt x="154975" y="115266"/>
                    <a:pt x="154275" y="115224"/>
                  </a:cubicBezTo>
                  <a:cubicBezTo>
                    <a:pt x="146278" y="114715"/>
                    <a:pt x="138324" y="113633"/>
                    <a:pt x="130454" y="112275"/>
                  </a:cubicBezTo>
                  <a:cubicBezTo>
                    <a:pt x="128502" y="111957"/>
                    <a:pt x="126551" y="111681"/>
                    <a:pt x="124621" y="111300"/>
                  </a:cubicBezTo>
                  <a:cubicBezTo>
                    <a:pt x="106039" y="107566"/>
                    <a:pt x="88178" y="101648"/>
                    <a:pt x="72206" y="93184"/>
                  </a:cubicBezTo>
                  <a:cubicBezTo>
                    <a:pt x="35276" y="73585"/>
                    <a:pt x="16058" y="44863"/>
                    <a:pt x="15909" y="15909"/>
                  </a:cubicBezTo>
                  <a:lnTo>
                    <a:pt x="16227" y="77721"/>
                  </a:lnTo>
                  <a:cubicBezTo>
                    <a:pt x="16354" y="106654"/>
                    <a:pt x="35636" y="135269"/>
                    <a:pt x="72545" y="154869"/>
                  </a:cubicBezTo>
                  <a:cubicBezTo>
                    <a:pt x="80818" y="159239"/>
                    <a:pt x="89557" y="163057"/>
                    <a:pt x="98657" y="166154"/>
                  </a:cubicBezTo>
                  <a:cubicBezTo>
                    <a:pt x="105827" y="168572"/>
                    <a:pt x="113187" y="170545"/>
                    <a:pt x="120675" y="172263"/>
                  </a:cubicBezTo>
                  <a:cubicBezTo>
                    <a:pt x="122012" y="172581"/>
                    <a:pt x="123390" y="172708"/>
                    <a:pt x="124748" y="172984"/>
                  </a:cubicBezTo>
                  <a:cubicBezTo>
                    <a:pt x="126615" y="173366"/>
                    <a:pt x="128502" y="173642"/>
                    <a:pt x="130412" y="173960"/>
                  </a:cubicBezTo>
                  <a:cubicBezTo>
                    <a:pt x="133530" y="174511"/>
                    <a:pt x="136627" y="175233"/>
                    <a:pt x="139830" y="175614"/>
                  </a:cubicBezTo>
                  <a:cubicBezTo>
                    <a:pt x="144433" y="176229"/>
                    <a:pt x="149078" y="176548"/>
                    <a:pt x="153702" y="176845"/>
                  </a:cubicBezTo>
                  <a:cubicBezTo>
                    <a:pt x="154869" y="176930"/>
                    <a:pt x="155993" y="177099"/>
                    <a:pt x="157160" y="177163"/>
                  </a:cubicBezTo>
                  <a:cubicBezTo>
                    <a:pt x="157414" y="177184"/>
                    <a:pt x="157669" y="177227"/>
                    <a:pt x="157945" y="177248"/>
                  </a:cubicBezTo>
                  <a:cubicBezTo>
                    <a:pt x="163927" y="177608"/>
                    <a:pt x="169930" y="177693"/>
                    <a:pt x="175954" y="177608"/>
                  </a:cubicBezTo>
                  <a:cubicBezTo>
                    <a:pt x="178393" y="177502"/>
                    <a:pt x="180832" y="177227"/>
                    <a:pt x="183293" y="177120"/>
                  </a:cubicBezTo>
                  <a:cubicBezTo>
                    <a:pt x="185096" y="177014"/>
                    <a:pt x="186899" y="176866"/>
                    <a:pt x="188702" y="176739"/>
                  </a:cubicBezTo>
                  <a:cubicBezTo>
                    <a:pt x="190675" y="176569"/>
                    <a:pt x="192669" y="176548"/>
                    <a:pt x="194620" y="176314"/>
                  </a:cubicBezTo>
                  <a:cubicBezTo>
                    <a:pt x="201281" y="175657"/>
                    <a:pt x="207920" y="174723"/>
                    <a:pt x="214454" y="173387"/>
                  </a:cubicBezTo>
                  <a:cubicBezTo>
                    <a:pt x="215175" y="173260"/>
                    <a:pt x="215875" y="173048"/>
                    <a:pt x="216596" y="172920"/>
                  </a:cubicBezTo>
                  <a:cubicBezTo>
                    <a:pt x="224572" y="171308"/>
                    <a:pt x="232420" y="169314"/>
                    <a:pt x="239950" y="16693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51CB54A-5FFA-4BB6-8906-19F3CD35C949}"/>
                </a:ext>
              </a:extLst>
            </p:cNvPr>
            <p:cNvSpPr/>
            <p:nvPr/>
          </p:nvSpPr>
          <p:spPr>
            <a:xfrm>
              <a:off x="5040605" y="3944857"/>
              <a:ext cx="313266" cy="281940"/>
            </a:xfrm>
            <a:custGeom>
              <a:avLst/>
              <a:gdLst>
                <a:gd name="connsiteX0" fmla="*/ 210126 w 212120"/>
                <a:gd name="connsiteY0" fmla="*/ 119105 h 190908"/>
                <a:gd name="connsiteX1" fmla="*/ 210508 w 212120"/>
                <a:gd name="connsiteY1" fmla="*/ 181045 h 190908"/>
                <a:gd name="connsiteX2" fmla="*/ 16227 w 212120"/>
                <a:gd name="connsiteY2" fmla="*/ 77615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126" y="119105"/>
                  </a:moveTo>
                  <a:lnTo>
                    <a:pt x="210508" y="181045"/>
                  </a:lnTo>
                  <a:lnTo>
                    <a:pt x="16227" y="77615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32A8727-D534-49D2-963A-BF7F5A66E837}"/>
                </a:ext>
              </a:extLst>
            </p:cNvPr>
            <p:cNvSpPr/>
            <p:nvPr/>
          </p:nvSpPr>
          <p:spPr>
            <a:xfrm>
              <a:off x="4400601" y="3000075"/>
              <a:ext cx="1722966" cy="1127760"/>
            </a:xfrm>
            <a:custGeom>
              <a:avLst/>
              <a:gdLst>
                <a:gd name="connsiteX0" fmla="*/ 231317 w 1166661"/>
                <a:gd name="connsiteY0" fmla="*/ 669961 h 763632"/>
                <a:gd name="connsiteX1" fmla="*/ 210190 w 1166661"/>
                <a:gd name="connsiteY1" fmla="*/ 528455 h 763632"/>
                <a:gd name="connsiteX2" fmla="*/ 15909 w 1166661"/>
                <a:gd name="connsiteY2" fmla="*/ 425153 h 763632"/>
                <a:gd name="connsiteX3" fmla="*/ 175699 w 1166661"/>
                <a:gd name="connsiteY3" fmla="*/ 298538 h 763632"/>
                <a:gd name="connsiteX4" fmla="*/ 154572 w 1166661"/>
                <a:gd name="connsiteY4" fmla="*/ 157054 h 763632"/>
                <a:gd name="connsiteX5" fmla="*/ 372441 w 1166661"/>
                <a:gd name="connsiteY5" fmla="*/ 142524 h 763632"/>
                <a:gd name="connsiteX6" fmla="*/ 531976 w 1166661"/>
                <a:gd name="connsiteY6" fmla="*/ 15909 h 763632"/>
                <a:gd name="connsiteX7" fmla="*/ 726491 w 1166661"/>
                <a:gd name="connsiteY7" fmla="*/ 119445 h 763632"/>
                <a:gd name="connsiteX8" fmla="*/ 750651 w 1166661"/>
                <a:gd name="connsiteY8" fmla="*/ 258044 h 763632"/>
                <a:gd name="connsiteX9" fmla="*/ 965062 w 1166661"/>
                <a:gd name="connsiteY9" fmla="*/ 246166 h 763632"/>
                <a:gd name="connsiteX10" fmla="*/ 1159619 w 1166661"/>
                <a:gd name="connsiteY10" fmla="*/ 349595 h 763632"/>
                <a:gd name="connsiteX11" fmla="*/ 1000020 w 1166661"/>
                <a:gd name="connsiteY11" fmla="*/ 476083 h 763632"/>
                <a:gd name="connsiteX12" fmla="*/ 781812 w 1166661"/>
                <a:gd name="connsiteY12" fmla="*/ 490634 h 763632"/>
                <a:gd name="connsiteX13" fmla="*/ 803257 w 1166661"/>
                <a:gd name="connsiteY13" fmla="*/ 632224 h 763632"/>
                <a:gd name="connsiteX14" fmla="*/ 643446 w 1166661"/>
                <a:gd name="connsiteY14" fmla="*/ 758839 h 763632"/>
                <a:gd name="connsiteX15" fmla="*/ 449228 w 1166661"/>
                <a:gd name="connsiteY15" fmla="*/ 655643 h 763632"/>
                <a:gd name="connsiteX16" fmla="*/ 231317 w 1166661"/>
                <a:gd name="connsiteY16" fmla="*/ 669961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6661" h="763632">
                  <a:moveTo>
                    <a:pt x="231317" y="669961"/>
                  </a:moveTo>
                  <a:cubicBezTo>
                    <a:pt x="165581" y="634897"/>
                    <a:pt x="155845" y="571579"/>
                    <a:pt x="210190" y="528455"/>
                  </a:cubicBezTo>
                  <a:lnTo>
                    <a:pt x="15909" y="425153"/>
                  </a:lnTo>
                  <a:lnTo>
                    <a:pt x="175699" y="298538"/>
                  </a:lnTo>
                  <a:cubicBezTo>
                    <a:pt x="109687" y="263369"/>
                    <a:pt x="100184" y="200178"/>
                    <a:pt x="154572" y="157054"/>
                  </a:cubicBezTo>
                  <a:cubicBezTo>
                    <a:pt x="208917" y="114036"/>
                    <a:pt x="306344" y="107354"/>
                    <a:pt x="372441" y="142524"/>
                  </a:cubicBezTo>
                  <a:lnTo>
                    <a:pt x="531976" y="15909"/>
                  </a:lnTo>
                  <a:lnTo>
                    <a:pt x="726491" y="119445"/>
                  </a:lnTo>
                  <a:cubicBezTo>
                    <a:pt x="676049" y="162336"/>
                    <a:pt x="685933" y="223702"/>
                    <a:pt x="750651" y="258044"/>
                  </a:cubicBezTo>
                  <a:cubicBezTo>
                    <a:pt x="815581" y="292514"/>
                    <a:pt x="910102" y="286872"/>
                    <a:pt x="965062" y="246166"/>
                  </a:cubicBezTo>
                  <a:lnTo>
                    <a:pt x="1159619" y="349595"/>
                  </a:lnTo>
                  <a:lnTo>
                    <a:pt x="1000020" y="476083"/>
                  </a:lnTo>
                  <a:cubicBezTo>
                    <a:pt x="933944" y="441040"/>
                    <a:pt x="836157" y="447489"/>
                    <a:pt x="781812" y="490634"/>
                  </a:cubicBezTo>
                  <a:cubicBezTo>
                    <a:pt x="727679" y="533504"/>
                    <a:pt x="737182" y="597076"/>
                    <a:pt x="803257" y="632224"/>
                  </a:cubicBezTo>
                  <a:lnTo>
                    <a:pt x="643446" y="758839"/>
                  </a:lnTo>
                  <a:lnTo>
                    <a:pt x="449228" y="655643"/>
                  </a:lnTo>
                  <a:cubicBezTo>
                    <a:pt x="394947" y="698767"/>
                    <a:pt x="297371" y="705003"/>
                    <a:pt x="231317" y="6699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27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3A08B11-2E88-4072-A2F1-ED51187B62DC}"/>
                </a:ext>
              </a:extLst>
            </p:cNvPr>
            <p:cNvSpPr/>
            <p:nvPr/>
          </p:nvSpPr>
          <p:spPr>
            <a:xfrm>
              <a:off x="5327431" y="3910271"/>
              <a:ext cx="281940" cy="313266"/>
            </a:xfrm>
            <a:custGeom>
              <a:avLst/>
              <a:gdLst>
                <a:gd name="connsiteX0" fmla="*/ 175720 w 190908"/>
                <a:gd name="connsiteY0" fmla="*/ 15909 h 212120"/>
                <a:gd name="connsiteX1" fmla="*/ 176081 w 190908"/>
                <a:gd name="connsiteY1" fmla="*/ 77594 h 212120"/>
                <a:gd name="connsiteX2" fmla="*/ 16291 w 190908"/>
                <a:gd name="connsiteY2" fmla="*/ 204463 h 212120"/>
                <a:gd name="connsiteX3" fmla="*/ 15909 w 190908"/>
                <a:gd name="connsiteY3" fmla="*/ 142524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212120">
                  <a:moveTo>
                    <a:pt x="175720" y="15909"/>
                  </a:moveTo>
                  <a:lnTo>
                    <a:pt x="176081" y="77594"/>
                  </a:lnTo>
                  <a:lnTo>
                    <a:pt x="16291" y="204463"/>
                  </a:lnTo>
                  <a:lnTo>
                    <a:pt x="15909" y="14252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FF0D874-485F-45C4-9514-7D1815EFE882}"/>
                </a:ext>
              </a:extLst>
            </p:cNvPr>
            <p:cNvSpPr/>
            <p:nvPr/>
          </p:nvSpPr>
          <p:spPr>
            <a:xfrm>
              <a:off x="5657990" y="1991357"/>
              <a:ext cx="219286" cy="281940"/>
            </a:xfrm>
            <a:custGeom>
              <a:avLst/>
              <a:gdLst>
                <a:gd name="connsiteX0" fmla="*/ 15909 w 148484"/>
                <a:gd name="connsiteY0" fmla="*/ 15909 h 190908"/>
                <a:gd name="connsiteX1" fmla="*/ 15909 w 148484"/>
                <a:gd name="connsiteY1" fmla="*/ 185011 h 190908"/>
                <a:gd name="connsiteX2" fmla="*/ 127675 w 148484"/>
                <a:gd name="connsiteY2" fmla="*/ 185011 h 190908"/>
                <a:gd name="connsiteX3" fmla="*/ 143012 w 148484"/>
                <a:gd name="connsiteY3" fmla="*/ 72588 h 190908"/>
                <a:gd name="connsiteX4" fmla="*/ 15909 w 148484"/>
                <a:gd name="connsiteY4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484" h="190908">
                  <a:moveTo>
                    <a:pt x="15909" y="15909"/>
                  </a:moveTo>
                  <a:lnTo>
                    <a:pt x="15909" y="185011"/>
                  </a:lnTo>
                  <a:cubicBezTo>
                    <a:pt x="15909" y="185011"/>
                    <a:pt x="127293" y="200008"/>
                    <a:pt x="127675" y="185011"/>
                  </a:cubicBezTo>
                  <a:cubicBezTo>
                    <a:pt x="128036" y="170014"/>
                    <a:pt x="143012" y="72588"/>
                    <a:pt x="143012" y="72588"/>
                  </a:cubicBezTo>
                  <a:lnTo>
                    <a:pt x="15909" y="1590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2B492D8-D3A7-4B17-87E2-02EF15A30F61}"/>
                </a:ext>
              </a:extLst>
            </p:cNvPr>
            <p:cNvSpPr/>
            <p:nvPr/>
          </p:nvSpPr>
          <p:spPr>
            <a:xfrm>
              <a:off x="6960616" y="2160521"/>
              <a:ext cx="250613" cy="313266"/>
            </a:xfrm>
            <a:custGeom>
              <a:avLst/>
              <a:gdLst>
                <a:gd name="connsiteX0" fmla="*/ 172433 w 169696"/>
                <a:gd name="connsiteY0" fmla="*/ 15909 h 212120"/>
                <a:gd name="connsiteX1" fmla="*/ 172772 w 169696"/>
                <a:gd name="connsiteY1" fmla="*/ 77594 h 212120"/>
                <a:gd name="connsiteX2" fmla="*/ 16227 w 169696"/>
                <a:gd name="connsiteY2" fmla="*/ 201790 h 212120"/>
                <a:gd name="connsiteX3" fmla="*/ 15909 w 169696"/>
                <a:gd name="connsiteY3" fmla="*/ 139978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212120">
                  <a:moveTo>
                    <a:pt x="172433" y="15909"/>
                  </a:moveTo>
                  <a:lnTo>
                    <a:pt x="172772" y="77594"/>
                  </a:lnTo>
                  <a:lnTo>
                    <a:pt x="16227" y="201790"/>
                  </a:lnTo>
                  <a:lnTo>
                    <a:pt x="15909" y="139978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652A04-43BE-4F2F-8D1E-F8C31C0541F4}"/>
                </a:ext>
              </a:extLst>
            </p:cNvPr>
            <p:cNvSpPr/>
            <p:nvPr/>
          </p:nvSpPr>
          <p:spPr>
            <a:xfrm>
              <a:off x="6320393" y="1821565"/>
              <a:ext cx="250613" cy="313266"/>
            </a:xfrm>
            <a:custGeom>
              <a:avLst/>
              <a:gdLst>
                <a:gd name="connsiteX0" fmla="*/ 172454 w 169696"/>
                <a:gd name="connsiteY0" fmla="*/ 15909 h 212120"/>
                <a:gd name="connsiteX1" fmla="*/ 172793 w 169696"/>
                <a:gd name="connsiteY1" fmla="*/ 77615 h 212120"/>
                <a:gd name="connsiteX2" fmla="*/ 16248 w 169696"/>
                <a:gd name="connsiteY2" fmla="*/ 201790 h 212120"/>
                <a:gd name="connsiteX3" fmla="*/ 15909 w 169696"/>
                <a:gd name="connsiteY3" fmla="*/ 139999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212120">
                  <a:moveTo>
                    <a:pt x="172454" y="15909"/>
                  </a:moveTo>
                  <a:lnTo>
                    <a:pt x="172793" y="77615"/>
                  </a:lnTo>
                  <a:lnTo>
                    <a:pt x="16248" y="201790"/>
                  </a:lnTo>
                  <a:lnTo>
                    <a:pt x="15909" y="13999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16E7A22-69E8-4579-B18C-0E3FA66FB6A4}"/>
                </a:ext>
              </a:extLst>
            </p:cNvPr>
            <p:cNvSpPr/>
            <p:nvPr/>
          </p:nvSpPr>
          <p:spPr>
            <a:xfrm>
              <a:off x="5502829" y="2270382"/>
              <a:ext cx="313266" cy="281940"/>
            </a:xfrm>
            <a:custGeom>
              <a:avLst/>
              <a:gdLst>
                <a:gd name="connsiteX0" fmla="*/ 210402 w 212120"/>
                <a:gd name="connsiteY0" fmla="*/ 119212 h 190908"/>
                <a:gd name="connsiteX1" fmla="*/ 210763 w 212120"/>
                <a:gd name="connsiteY1" fmla="*/ 181023 h 190908"/>
                <a:gd name="connsiteX2" fmla="*/ 16206 w 212120"/>
                <a:gd name="connsiteY2" fmla="*/ 77594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402" y="119212"/>
                  </a:moveTo>
                  <a:lnTo>
                    <a:pt x="210763" y="181023"/>
                  </a:lnTo>
                  <a:lnTo>
                    <a:pt x="16206" y="77594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3F7D675-A461-4A5D-B0FC-78AEBE891AF3}"/>
                </a:ext>
              </a:extLst>
            </p:cNvPr>
            <p:cNvSpPr/>
            <p:nvPr/>
          </p:nvSpPr>
          <p:spPr>
            <a:xfrm>
              <a:off x="6665237" y="2458029"/>
              <a:ext cx="407246" cy="281940"/>
            </a:xfrm>
            <a:custGeom>
              <a:avLst/>
              <a:gdLst>
                <a:gd name="connsiteX0" fmla="*/ 269456 w 275756"/>
                <a:gd name="connsiteY0" fmla="*/ 78866 h 190908"/>
                <a:gd name="connsiteX1" fmla="*/ 269456 w 275756"/>
                <a:gd name="connsiteY1" fmla="*/ 77721 h 190908"/>
                <a:gd name="connsiteX2" fmla="*/ 269223 w 275756"/>
                <a:gd name="connsiteY2" fmla="*/ 15909 h 190908"/>
                <a:gd name="connsiteX3" fmla="*/ 269011 w 275756"/>
                <a:gd name="connsiteY3" fmla="*/ 19154 h 190908"/>
                <a:gd name="connsiteX4" fmla="*/ 268205 w 275756"/>
                <a:gd name="connsiteY4" fmla="*/ 26876 h 190908"/>
                <a:gd name="connsiteX5" fmla="*/ 267526 w 275756"/>
                <a:gd name="connsiteY5" fmla="*/ 30460 h 190908"/>
                <a:gd name="connsiteX6" fmla="*/ 264493 w 275756"/>
                <a:gd name="connsiteY6" fmla="*/ 40706 h 190908"/>
                <a:gd name="connsiteX7" fmla="*/ 258744 w 275756"/>
                <a:gd name="connsiteY7" fmla="*/ 52415 h 190908"/>
                <a:gd name="connsiteX8" fmla="*/ 256920 w 275756"/>
                <a:gd name="connsiteY8" fmla="*/ 55363 h 190908"/>
                <a:gd name="connsiteX9" fmla="*/ 254078 w 275756"/>
                <a:gd name="connsiteY9" fmla="*/ 59500 h 190908"/>
                <a:gd name="connsiteX10" fmla="*/ 250960 w 275756"/>
                <a:gd name="connsiteY10" fmla="*/ 63551 h 190908"/>
                <a:gd name="connsiteX11" fmla="*/ 247756 w 275756"/>
                <a:gd name="connsiteY11" fmla="*/ 67284 h 190908"/>
                <a:gd name="connsiteX12" fmla="*/ 244744 w 275756"/>
                <a:gd name="connsiteY12" fmla="*/ 70424 h 190908"/>
                <a:gd name="connsiteX13" fmla="*/ 233799 w 275756"/>
                <a:gd name="connsiteY13" fmla="*/ 80394 h 190908"/>
                <a:gd name="connsiteX14" fmla="*/ 212926 w 275756"/>
                <a:gd name="connsiteY14" fmla="*/ 93927 h 190908"/>
                <a:gd name="connsiteX15" fmla="*/ 210975 w 275756"/>
                <a:gd name="connsiteY15" fmla="*/ 95030 h 190908"/>
                <a:gd name="connsiteX16" fmla="*/ 188172 w 275756"/>
                <a:gd name="connsiteY16" fmla="*/ 104809 h 190908"/>
                <a:gd name="connsiteX17" fmla="*/ 185181 w 275756"/>
                <a:gd name="connsiteY17" fmla="*/ 105912 h 190908"/>
                <a:gd name="connsiteX18" fmla="*/ 131896 w 275756"/>
                <a:gd name="connsiteY18" fmla="*/ 116412 h 190908"/>
                <a:gd name="connsiteX19" fmla="*/ 126996 w 275756"/>
                <a:gd name="connsiteY19" fmla="*/ 116751 h 190908"/>
                <a:gd name="connsiteX20" fmla="*/ 100142 w 275756"/>
                <a:gd name="connsiteY20" fmla="*/ 116836 h 190908"/>
                <a:gd name="connsiteX21" fmla="*/ 98339 w 275756"/>
                <a:gd name="connsiteY21" fmla="*/ 116687 h 190908"/>
                <a:gd name="connsiteX22" fmla="*/ 72778 w 275756"/>
                <a:gd name="connsiteY22" fmla="*/ 113527 h 190908"/>
                <a:gd name="connsiteX23" fmla="*/ 68791 w 275756"/>
                <a:gd name="connsiteY23" fmla="*/ 112827 h 190908"/>
                <a:gd name="connsiteX24" fmla="*/ 43866 w 275756"/>
                <a:gd name="connsiteY24" fmla="*/ 106293 h 190908"/>
                <a:gd name="connsiteX25" fmla="*/ 41957 w 275756"/>
                <a:gd name="connsiteY25" fmla="*/ 105763 h 190908"/>
                <a:gd name="connsiteX26" fmla="*/ 41364 w 275756"/>
                <a:gd name="connsiteY26" fmla="*/ 105530 h 190908"/>
                <a:gd name="connsiteX27" fmla="*/ 15909 w 275756"/>
                <a:gd name="connsiteY27" fmla="*/ 94563 h 190908"/>
                <a:gd name="connsiteX28" fmla="*/ 16248 w 275756"/>
                <a:gd name="connsiteY28" fmla="*/ 156375 h 190908"/>
                <a:gd name="connsiteX29" fmla="*/ 42148 w 275756"/>
                <a:gd name="connsiteY29" fmla="*/ 167511 h 190908"/>
                <a:gd name="connsiteX30" fmla="*/ 43760 w 275756"/>
                <a:gd name="connsiteY30" fmla="*/ 167957 h 190908"/>
                <a:gd name="connsiteX31" fmla="*/ 64166 w 275756"/>
                <a:gd name="connsiteY31" fmla="*/ 173663 h 190908"/>
                <a:gd name="connsiteX32" fmla="*/ 68069 w 275756"/>
                <a:gd name="connsiteY32" fmla="*/ 174342 h 190908"/>
                <a:gd name="connsiteX33" fmla="*/ 74921 w 275756"/>
                <a:gd name="connsiteY33" fmla="*/ 175529 h 190908"/>
                <a:gd name="connsiteX34" fmla="*/ 83363 w 275756"/>
                <a:gd name="connsiteY34" fmla="*/ 177014 h 190908"/>
                <a:gd name="connsiteX35" fmla="*/ 99230 w 275756"/>
                <a:gd name="connsiteY35" fmla="*/ 178520 h 190908"/>
                <a:gd name="connsiteX36" fmla="*/ 100184 w 275756"/>
                <a:gd name="connsiteY36" fmla="*/ 178605 h 190908"/>
                <a:gd name="connsiteX37" fmla="*/ 101521 w 275756"/>
                <a:gd name="connsiteY37" fmla="*/ 178733 h 190908"/>
                <a:gd name="connsiteX38" fmla="*/ 119572 w 275756"/>
                <a:gd name="connsiteY38" fmla="*/ 178966 h 190908"/>
                <a:gd name="connsiteX39" fmla="*/ 127145 w 275756"/>
                <a:gd name="connsiteY39" fmla="*/ 178499 h 190908"/>
                <a:gd name="connsiteX40" fmla="*/ 131854 w 275756"/>
                <a:gd name="connsiteY40" fmla="*/ 178202 h 190908"/>
                <a:gd name="connsiteX41" fmla="*/ 138324 w 275756"/>
                <a:gd name="connsiteY41" fmla="*/ 177799 h 190908"/>
                <a:gd name="connsiteX42" fmla="*/ 157818 w 275756"/>
                <a:gd name="connsiteY42" fmla="*/ 174830 h 190908"/>
                <a:gd name="connsiteX43" fmla="*/ 162760 w 275756"/>
                <a:gd name="connsiteY43" fmla="*/ 173663 h 190908"/>
                <a:gd name="connsiteX44" fmla="*/ 183802 w 275756"/>
                <a:gd name="connsiteY44" fmla="*/ 168233 h 190908"/>
                <a:gd name="connsiteX45" fmla="*/ 185436 w 275756"/>
                <a:gd name="connsiteY45" fmla="*/ 167639 h 190908"/>
                <a:gd name="connsiteX46" fmla="*/ 188342 w 275756"/>
                <a:gd name="connsiteY46" fmla="*/ 166578 h 190908"/>
                <a:gd name="connsiteX47" fmla="*/ 211717 w 275756"/>
                <a:gd name="connsiteY47" fmla="*/ 156545 h 190908"/>
                <a:gd name="connsiteX48" fmla="*/ 212502 w 275756"/>
                <a:gd name="connsiteY48" fmla="*/ 156078 h 190908"/>
                <a:gd name="connsiteX49" fmla="*/ 234160 w 275756"/>
                <a:gd name="connsiteY49" fmla="*/ 142057 h 190908"/>
                <a:gd name="connsiteX50" fmla="*/ 244553 w 275756"/>
                <a:gd name="connsiteY50" fmla="*/ 132681 h 190908"/>
                <a:gd name="connsiteX51" fmla="*/ 246420 w 275756"/>
                <a:gd name="connsiteY51" fmla="*/ 130984 h 190908"/>
                <a:gd name="connsiteX52" fmla="*/ 248605 w 275756"/>
                <a:gd name="connsiteY52" fmla="*/ 128439 h 190908"/>
                <a:gd name="connsiteX53" fmla="*/ 251108 w 275756"/>
                <a:gd name="connsiteY53" fmla="*/ 125469 h 190908"/>
                <a:gd name="connsiteX54" fmla="*/ 254375 w 275756"/>
                <a:gd name="connsiteY54" fmla="*/ 121227 h 190908"/>
                <a:gd name="connsiteX55" fmla="*/ 257153 w 275756"/>
                <a:gd name="connsiteY55" fmla="*/ 117218 h 190908"/>
                <a:gd name="connsiteX56" fmla="*/ 258490 w 275756"/>
                <a:gd name="connsiteY56" fmla="*/ 115287 h 190908"/>
                <a:gd name="connsiteX57" fmla="*/ 259147 w 275756"/>
                <a:gd name="connsiteY57" fmla="*/ 113972 h 190908"/>
                <a:gd name="connsiteX58" fmla="*/ 264663 w 275756"/>
                <a:gd name="connsiteY58" fmla="*/ 102942 h 190908"/>
                <a:gd name="connsiteX59" fmla="*/ 264896 w 275756"/>
                <a:gd name="connsiteY59" fmla="*/ 102496 h 190908"/>
                <a:gd name="connsiteX60" fmla="*/ 265638 w 275756"/>
                <a:gd name="connsiteY60" fmla="*/ 99951 h 190908"/>
                <a:gd name="connsiteX61" fmla="*/ 267675 w 275756"/>
                <a:gd name="connsiteY61" fmla="*/ 92972 h 190908"/>
                <a:gd name="connsiteX62" fmla="*/ 268353 w 275756"/>
                <a:gd name="connsiteY62" fmla="*/ 90618 h 190908"/>
                <a:gd name="connsiteX63" fmla="*/ 268587 w 275756"/>
                <a:gd name="connsiteY63" fmla="*/ 88094 h 190908"/>
                <a:gd name="connsiteX64" fmla="*/ 269265 w 275756"/>
                <a:gd name="connsiteY64" fmla="*/ 80839 h 190908"/>
                <a:gd name="connsiteX65" fmla="*/ 269456 w 275756"/>
                <a:gd name="connsiteY65" fmla="*/ 78866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5756" h="190908">
                  <a:moveTo>
                    <a:pt x="269456" y="78866"/>
                  </a:moveTo>
                  <a:cubicBezTo>
                    <a:pt x="269456" y="78527"/>
                    <a:pt x="269456" y="78060"/>
                    <a:pt x="269456" y="77721"/>
                  </a:cubicBezTo>
                  <a:lnTo>
                    <a:pt x="269223" y="15909"/>
                  </a:lnTo>
                  <a:cubicBezTo>
                    <a:pt x="269223" y="16991"/>
                    <a:pt x="269075" y="18073"/>
                    <a:pt x="269011" y="19154"/>
                  </a:cubicBezTo>
                  <a:cubicBezTo>
                    <a:pt x="268863" y="21721"/>
                    <a:pt x="268587" y="24309"/>
                    <a:pt x="268205" y="26876"/>
                  </a:cubicBezTo>
                  <a:cubicBezTo>
                    <a:pt x="268014" y="28085"/>
                    <a:pt x="267781" y="29273"/>
                    <a:pt x="267526" y="30460"/>
                  </a:cubicBezTo>
                  <a:cubicBezTo>
                    <a:pt x="266763" y="33918"/>
                    <a:pt x="265893" y="37333"/>
                    <a:pt x="264493" y="40706"/>
                  </a:cubicBezTo>
                  <a:cubicBezTo>
                    <a:pt x="263072" y="44715"/>
                    <a:pt x="261035" y="48597"/>
                    <a:pt x="258744" y="52415"/>
                  </a:cubicBezTo>
                  <a:cubicBezTo>
                    <a:pt x="258150" y="53391"/>
                    <a:pt x="257556" y="54366"/>
                    <a:pt x="256920" y="55363"/>
                  </a:cubicBezTo>
                  <a:cubicBezTo>
                    <a:pt x="256029" y="56742"/>
                    <a:pt x="255075" y="58121"/>
                    <a:pt x="254078" y="59500"/>
                  </a:cubicBezTo>
                  <a:cubicBezTo>
                    <a:pt x="253081" y="60857"/>
                    <a:pt x="252041" y="62215"/>
                    <a:pt x="250960" y="63551"/>
                  </a:cubicBezTo>
                  <a:cubicBezTo>
                    <a:pt x="249920" y="64803"/>
                    <a:pt x="248860" y="66054"/>
                    <a:pt x="247756" y="67284"/>
                  </a:cubicBezTo>
                  <a:cubicBezTo>
                    <a:pt x="246802" y="68345"/>
                    <a:pt x="245784" y="69385"/>
                    <a:pt x="244744" y="70424"/>
                  </a:cubicBezTo>
                  <a:cubicBezTo>
                    <a:pt x="241414" y="73881"/>
                    <a:pt x="237914" y="77212"/>
                    <a:pt x="233799" y="80394"/>
                  </a:cubicBezTo>
                  <a:cubicBezTo>
                    <a:pt x="227435" y="85442"/>
                    <a:pt x="220372" y="89897"/>
                    <a:pt x="212926" y="93927"/>
                  </a:cubicBezTo>
                  <a:cubicBezTo>
                    <a:pt x="212269" y="94287"/>
                    <a:pt x="211633" y="94690"/>
                    <a:pt x="210975" y="95030"/>
                  </a:cubicBezTo>
                  <a:cubicBezTo>
                    <a:pt x="203784" y="98784"/>
                    <a:pt x="196105" y="102009"/>
                    <a:pt x="188172" y="104809"/>
                  </a:cubicBezTo>
                  <a:cubicBezTo>
                    <a:pt x="187175" y="105169"/>
                    <a:pt x="186199" y="105572"/>
                    <a:pt x="185181" y="105912"/>
                  </a:cubicBezTo>
                  <a:cubicBezTo>
                    <a:pt x="168445" y="111533"/>
                    <a:pt x="150351" y="115012"/>
                    <a:pt x="131896" y="116412"/>
                  </a:cubicBezTo>
                  <a:cubicBezTo>
                    <a:pt x="130263" y="116539"/>
                    <a:pt x="128630" y="116645"/>
                    <a:pt x="126996" y="116751"/>
                  </a:cubicBezTo>
                  <a:cubicBezTo>
                    <a:pt x="118066" y="117239"/>
                    <a:pt x="109094" y="117345"/>
                    <a:pt x="100142" y="116836"/>
                  </a:cubicBezTo>
                  <a:cubicBezTo>
                    <a:pt x="99548" y="116815"/>
                    <a:pt x="98933" y="116709"/>
                    <a:pt x="98339" y="116687"/>
                  </a:cubicBezTo>
                  <a:cubicBezTo>
                    <a:pt x="89748" y="116136"/>
                    <a:pt x="81200" y="115033"/>
                    <a:pt x="72778" y="113527"/>
                  </a:cubicBezTo>
                  <a:cubicBezTo>
                    <a:pt x="71442" y="113293"/>
                    <a:pt x="70127" y="113102"/>
                    <a:pt x="68791" y="112827"/>
                  </a:cubicBezTo>
                  <a:cubicBezTo>
                    <a:pt x="60285" y="111151"/>
                    <a:pt x="51948" y="108966"/>
                    <a:pt x="43866" y="106293"/>
                  </a:cubicBezTo>
                  <a:cubicBezTo>
                    <a:pt x="43251" y="106081"/>
                    <a:pt x="42573" y="105975"/>
                    <a:pt x="41957" y="105763"/>
                  </a:cubicBezTo>
                  <a:cubicBezTo>
                    <a:pt x="41745" y="105699"/>
                    <a:pt x="41554" y="105593"/>
                    <a:pt x="41364" y="105530"/>
                  </a:cubicBezTo>
                  <a:cubicBezTo>
                    <a:pt x="32518" y="102475"/>
                    <a:pt x="23970" y="98848"/>
                    <a:pt x="15909" y="94563"/>
                  </a:cubicBezTo>
                  <a:lnTo>
                    <a:pt x="16248" y="156375"/>
                  </a:lnTo>
                  <a:cubicBezTo>
                    <a:pt x="24479" y="160745"/>
                    <a:pt x="33133" y="164520"/>
                    <a:pt x="42148" y="167511"/>
                  </a:cubicBezTo>
                  <a:cubicBezTo>
                    <a:pt x="42657" y="167681"/>
                    <a:pt x="43230" y="167787"/>
                    <a:pt x="43760" y="167957"/>
                  </a:cubicBezTo>
                  <a:cubicBezTo>
                    <a:pt x="50464" y="170163"/>
                    <a:pt x="57251" y="172136"/>
                    <a:pt x="64166" y="173663"/>
                  </a:cubicBezTo>
                  <a:cubicBezTo>
                    <a:pt x="65460" y="173939"/>
                    <a:pt x="66776" y="174087"/>
                    <a:pt x="68069" y="174342"/>
                  </a:cubicBezTo>
                  <a:cubicBezTo>
                    <a:pt x="70339" y="174808"/>
                    <a:pt x="72630" y="175148"/>
                    <a:pt x="74921" y="175529"/>
                  </a:cubicBezTo>
                  <a:cubicBezTo>
                    <a:pt x="77742" y="176017"/>
                    <a:pt x="80563" y="176654"/>
                    <a:pt x="83363" y="177014"/>
                  </a:cubicBezTo>
                  <a:cubicBezTo>
                    <a:pt x="88603" y="177714"/>
                    <a:pt x="93906" y="178160"/>
                    <a:pt x="99230" y="178520"/>
                  </a:cubicBezTo>
                  <a:cubicBezTo>
                    <a:pt x="99548" y="178542"/>
                    <a:pt x="99845" y="178584"/>
                    <a:pt x="100184" y="178605"/>
                  </a:cubicBezTo>
                  <a:cubicBezTo>
                    <a:pt x="100630" y="178626"/>
                    <a:pt x="101075" y="178711"/>
                    <a:pt x="101521" y="178733"/>
                  </a:cubicBezTo>
                  <a:cubicBezTo>
                    <a:pt x="107566" y="179072"/>
                    <a:pt x="113506" y="179072"/>
                    <a:pt x="119572" y="178966"/>
                  </a:cubicBezTo>
                  <a:cubicBezTo>
                    <a:pt x="122139" y="178923"/>
                    <a:pt x="124599" y="178648"/>
                    <a:pt x="127145" y="178499"/>
                  </a:cubicBezTo>
                  <a:cubicBezTo>
                    <a:pt x="128715" y="178414"/>
                    <a:pt x="130263" y="178329"/>
                    <a:pt x="131854" y="178202"/>
                  </a:cubicBezTo>
                  <a:cubicBezTo>
                    <a:pt x="133996" y="178032"/>
                    <a:pt x="136203" y="178011"/>
                    <a:pt x="138324" y="177799"/>
                  </a:cubicBezTo>
                  <a:cubicBezTo>
                    <a:pt x="144963" y="177142"/>
                    <a:pt x="151390" y="176123"/>
                    <a:pt x="157818" y="174830"/>
                  </a:cubicBezTo>
                  <a:cubicBezTo>
                    <a:pt x="159515" y="174511"/>
                    <a:pt x="161105" y="174023"/>
                    <a:pt x="162760" y="173663"/>
                  </a:cubicBezTo>
                  <a:cubicBezTo>
                    <a:pt x="169951" y="172157"/>
                    <a:pt x="177078" y="170460"/>
                    <a:pt x="183802" y="168233"/>
                  </a:cubicBezTo>
                  <a:cubicBezTo>
                    <a:pt x="184354" y="168042"/>
                    <a:pt x="184884" y="167808"/>
                    <a:pt x="185436" y="167639"/>
                  </a:cubicBezTo>
                  <a:cubicBezTo>
                    <a:pt x="186433" y="167299"/>
                    <a:pt x="187366" y="166917"/>
                    <a:pt x="188342" y="166578"/>
                  </a:cubicBezTo>
                  <a:cubicBezTo>
                    <a:pt x="196508" y="163714"/>
                    <a:pt x="204357" y="160405"/>
                    <a:pt x="211717" y="156545"/>
                  </a:cubicBezTo>
                  <a:cubicBezTo>
                    <a:pt x="211993" y="156396"/>
                    <a:pt x="212226" y="156227"/>
                    <a:pt x="212502" y="156078"/>
                  </a:cubicBezTo>
                  <a:cubicBezTo>
                    <a:pt x="220245" y="151942"/>
                    <a:pt x="227520" y="147296"/>
                    <a:pt x="234160" y="142057"/>
                  </a:cubicBezTo>
                  <a:cubicBezTo>
                    <a:pt x="237978" y="139024"/>
                    <a:pt x="241372" y="135884"/>
                    <a:pt x="244553" y="132681"/>
                  </a:cubicBezTo>
                  <a:cubicBezTo>
                    <a:pt x="245126" y="132108"/>
                    <a:pt x="245890" y="131578"/>
                    <a:pt x="246420" y="130984"/>
                  </a:cubicBezTo>
                  <a:cubicBezTo>
                    <a:pt x="247205" y="130136"/>
                    <a:pt x="247841" y="129287"/>
                    <a:pt x="248605" y="128439"/>
                  </a:cubicBezTo>
                  <a:cubicBezTo>
                    <a:pt x="249475" y="127463"/>
                    <a:pt x="250302" y="126466"/>
                    <a:pt x="251108" y="125469"/>
                  </a:cubicBezTo>
                  <a:cubicBezTo>
                    <a:pt x="252253" y="124069"/>
                    <a:pt x="253356" y="122648"/>
                    <a:pt x="254375" y="121227"/>
                  </a:cubicBezTo>
                  <a:cubicBezTo>
                    <a:pt x="255372" y="119890"/>
                    <a:pt x="256284" y="118575"/>
                    <a:pt x="257153" y="117218"/>
                  </a:cubicBezTo>
                  <a:cubicBezTo>
                    <a:pt x="257599" y="116560"/>
                    <a:pt x="258087" y="115945"/>
                    <a:pt x="258490" y="115287"/>
                  </a:cubicBezTo>
                  <a:cubicBezTo>
                    <a:pt x="258766" y="114842"/>
                    <a:pt x="258914" y="114418"/>
                    <a:pt x="259147" y="113972"/>
                  </a:cubicBezTo>
                  <a:cubicBezTo>
                    <a:pt x="261290" y="110345"/>
                    <a:pt x="263199" y="106675"/>
                    <a:pt x="264663" y="102942"/>
                  </a:cubicBezTo>
                  <a:cubicBezTo>
                    <a:pt x="264726" y="102793"/>
                    <a:pt x="264832" y="102645"/>
                    <a:pt x="264896" y="102496"/>
                  </a:cubicBezTo>
                  <a:cubicBezTo>
                    <a:pt x="265235" y="101648"/>
                    <a:pt x="265341" y="100800"/>
                    <a:pt x="265638" y="99951"/>
                  </a:cubicBezTo>
                  <a:cubicBezTo>
                    <a:pt x="266423" y="97639"/>
                    <a:pt x="267123" y="95306"/>
                    <a:pt x="267675" y="92972"/>
                  </a:cubicBezTo>
                  <a:cubicBezTo>
                    <a:pt x="267865" y="92187"/>
                    <a:pt x="268184" y="91381"/>
                    <a:pt x="268353" y="90618"/>
                  </a:cubicBezTo>
                  <a:cubicBezTo>
                    <a:pt x="268502" y="89748"/>
                    <a:pt x="268481" y="88942"/>
                    <a:pt x="268587" y="88094"/>
                  </a:cubicBezTo>
                  <a:cubicBezTo>
                    <a:pt x="268969" y="85675"/>
                    <a:pt x="269159" y="83257"/>
                    <a:pt x="269265" y="80839"/>
                  </a:cubicBezTo>
                  <a:cubicBezTo>
                    <a:pt x="269308" y="80181"/>
                    <a:pt x="269456" y="79524"/>
                    <a:pt x="269456" y="7886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29B1F41-61C7-4D49-BA65-01B5790C7513}"/>
                </a:ext>
              </a:extLst>
            </p:cNvPr>
            <p:cNvSpPr/>
            <p:nvPr/>
          </p:nvSpPr>
          <p:spPr>
            <a:xfrm>
              <a:off x="5747366" y="2511661"/>
              <a:ext cx="438573" cy="281940"/>
            </a:xfrm>
            <a:custGeom>
              <a:avLst/>
              <a:gdLst>
                <a:gd name="connsiteX0" fmla="*/ 286405 w 296968"/>
                <a:gd name="connsiteY0" fmla="*/ 80966 h 190908"/>
                <a:gd name="connsiteX1" fmla="*/ 238763 w 296968"/>
                <a:gd name="connsiteY1" fmla="*/ 104830 h 190908"/>
                <a:gd name="connsiteX2" fmla="*/ 228411 w 296968"/>
                <a:gd name="connsiteY2" fmla="*/ 107524 h 190908"/>
                <a:gd name="connsiteX3" fmla="*/ 212714 w 296968"/>
                <a:gd name="connsiteY3" fmla="*/ 111469 h 190908"/>
                <a:gd name="connsiteX4" fmla="*/ 207517 w 296968"/>
                <a:gd name="connsiteY4" fmla="*/ 112233 h 190908"/>
                <a:gd name="connsiteX5" fmla="*/ 186645 w 296968"/>
                <a:gd name="connsiteY5" fmla="*/ 114715 h 190908"/>
                <a:gd name="connsiteX6" fmla="*/ 179920 w 296968"/>
                <a:gd name="connsiteY6" fmla="*/ 115139 h 190908"/>
                <a:gd name="connsiteX7" fmla="*/ 155081 w 296968"/>
                <a:gd name="connsiteY7" fmla="*/ 115033 h 190908"/>
                <a:gd name="connsiteX8" fmla="*/ 151517 w 296968"/>
                <a:gd name="connsiteY8" fmla="*/ 114715 h 190908"/>
                <a:gd name="connsiteX9" fmla="*/ 128545 w 296968"/>
                <a:gd name="connsiteY9" fmla="*/ 111745 h 190908"/>
                <a:gd name="connsiteX10" fmla="*/ 123560 w 296968"/>
                <a:gd name="connsiteY10" fmla="*/ 110854 h 190908"/>
                <a:gd name="connsiteX11" fmla="*/ 97957 w 296968"/>
                <a:gd name="connsiteY11" fmla="*/ 104024 h 190908"/>
                <a:gd name="connsiteX12" fmla="*/ 97215 w 296968"/>
                <a:gd name="connsiteY12" fmla="*/ 103748 h 190908"/>
                <a:gd name="connsiteX13" fmla="*/ 72206 w 296968"/>
                <a:gd name="connsiteY13" fmla="*/ 92930 h 190908"/>
                <a:gd name="connsiteX14" fmla="*/ 15909 w 296968"/>
                <a:gd name="connsiteY14" fmla="*/ 15909 h 190908"/>
                <a:gd name="connsiteX15" fmla="*/ 16248 w 296968"/>
                <a:gd name="connsiteY15" fmla="*/ 77721 h 190908"/>
                <a:gd name="connsiteX16" fmla="*/ 72545 w 296968"/>
                <a:gd name="connsiteY16" fmla="*/ 154742 h 190908"/>
                <a:gd name="connsiteX17" fmla="*/ 98063 w 296968"/>
                <a:gd name="connsiteY17" fmla="*/ 165730 h 190908"/>
                <a:gd name="connsiteX18" fmla="*/ 98530 w 296968"/>
                <a:gd name="connsiteY18" fmla="*/ 165920 h 190908"/>
                <a:gd name="connsiteX19" fmla="*/ 120378 w 296968"/>
                <a:gd name="connsiteY19" fmla="*/ 171923 h 190908"/>
                <a:gd name="connsiteX20" fmla="*/ 123284 w 296968"/>
                <a:gd name="connsiteY20" fmla="*/ 172433 h 190908"/>
                <a:gd name="connsiteX21" fmla="*/ 129860 w 296968"/>
                <a:gd name="connsiteY21" fmla="*/ 173599 h 190908"/>
                <a:gd name="connsiteX22" fmla="*/ 139405 w 296968"/>
                <a:gd name="connsiteY22" fmla="*/ 175275 h 190908"/>
                <a:gd name="connsiteX23" fmla="*/ 151093 w 296968"/>
                <a:gd name="connsiteY23" fmla="*/ 176314 h 190908"/>
                <a:gd name="connsiteX24" fmla="*/ 155717 w 296968"/>
                <a:gd name="connsiteY24" fmla="*/ 176739 h 190908"/>
                <a:gd name="connsiteX25" fmla="*/ 157414 w 296968"/>
                <a:gd name="connsiteY25" fmla="*/ 176887 h 190908"/>
                <a:gd name="connsiteX26" fmla="*/ 175381 w 296968"/>
                <a:gd name="connsiteY26" fmla="*/ 177120 h 190908"/>
                <a:gd name="connsiteX27" fmla="*/ 180472 w 296968"/>
                <a:gd name="connsiteY27" fmla="*/ 176823 h 190908"/>
                <a:gd name="connsiteX28" fmla="*/ 186051 w 296968"/>
                <a:gd name="connsiteY28" fmla="*/ 176505 h 190908"/>
                <a:gd name="connsiteX29" fmla="*/ 193963 w 296968"/>
                <a:gd name="connsiteY29" fmla="*/ 176060 h 190908"/>
                <a:gd name="connsiteX30" fmla="*/ 211781 w 296968"/>
                <a:gd name="connsiteY30" fmla="*/ 173430 h 190908"/>
                <a:gd name="connsiteX31" fmla="*/ 211972 w 296968"/>
                <a:gd name="connsiteY31" fmla="*/ 173408 h 190908"/>
                <a:gd name="connsiteX32" fmla="*/ 214347 w 296968"/>
                <a:gd name="connsiteY32" fmla="*/ 173069 h 190908"/>
                <a:gd name="connsiteX33" fmla="*/ 239038 w 296968"/>
                <a:gd name="connsiteY33" fmla="*/ 166727 h 190908"/>
                <a:gd name="connsiteX34" fmla="*/ 286659 w 296968"/>
                <a:gd name="connsiteY34" fmla="*/ 142630 h 190908"/>
                <a:gd name="connsiteX35" fmla="*/ 286405 w 296968"/>
                <a:gd name="connsiteY35" fmla="*/ 80966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6968" h="190908">
                  <a:moveTo>
                    <a:pt x="286405" y="80966"/>
                  </a:moveTo>
                  <a:cubicBezTo>
                    <a:pt x="272681" y="91106"/>
                    <a:pt x="256347" y="99187"/>
                    <a:pt x="238763" y="104830"/>
                  </a:cubicBezTo>
                  <a:cubicBezTo>
                    <a:pt x="235411" y="105933"/>
                    <a:pt x="231826" y="106590"/>
                    <a:pt x="228411" y="107524"/>
                  </a:cubicBezTo>
                  <a:cubicBezTo>
                    <a:pt x="223214" y="108924"/>
                    <a:pt x="218081" y="110451"/>
                    <a:pt x="212714" y="111469"/>
                  </a:cubicBezTo>
                  <a:cubicBezTo>
                    <a:pt x="210996" y="111787"/>
                    <a:pt x="209235" y="111936"/>
                    <a:pt x="207517" y="112233"/>
                  </a:cubicBezTo>
                  <a:cubicBezTo>
                    <a:pt x="200645" y="113357"/>
                    <a:pt x="193687" y="114206"/>
                    <a:pt x="186645" y="114715"/>
                  </a:cubicBezTo>
                  <a:cubicBezTo>
                    <a:pt x="184417" y="114884"/>
                    <a:pt x="182169" y="115033"/>
                    <a:pt x="179920" y="115139"/>
                  </a:cubicBezTo>
                  <a:cubicBezTo>
                    <a:pt x="171648" y="115499"/>
                    <a:pt x="163354" y="115542"/>
                    <a:pt x="155081" y="115033"/>
                  </a:cubicBezTo>
                  <a:cubicBezTo>
                    <a:pt x="153872" y="114948"/>
                    <a:pt x="152705" y="114799"/>
                    <a:pt x="151517" y="114715"/>
                  </a:cubicBezTo>
                  <a:cubicBezTo>
                    <a:pt x="143775" y="114121"/>
                    <a:pt x="136118" y="113103"/>
                    <a:pt x="128545" y="111745"/>
                  </a:cubicBezTo>
                  <a:cubicBezTo>
                    <a:pt x="126869" y="111448"/>
                    <a:pt x="125215" y="111193"/>
                    <a:pt x="123560" y="110854"/>
                  </a:cubicBezTo>
                  <a:cubicBezTo>
                    <a:pt x="114821" y="109072"/>
                    <a:pt x="106230" y="106866"/>
                    <a:pt x="97957" y="104024"/>
                  </a:cubicBezTo>
                  <a:cubicBezTo>
                    <a:pt x="97702" y="103939"/>
                    <a:pt x="97469" y="103833"/>
                    <a:pt x="97215" y="103748"/>
                  </a:cubicBezTo>
                  <a:cubicBezTo>
                    <a:pt x="88518" y="100715"/>
                    <a:pt x="80118" y="97151"/>
                    <a:pt x="72206" y="92930"/>
                  </a:cubicBezTo>
                  <a:cubicBezTo>
                    <a:pt x="35254" y="73330"/>
                    <a:pt x="16057" y="44736"/>
                    <a:pt x="15909" y="15909"/>
                  </a:cubicBezTo>
                  <a:lnTo>
                    <a:pt x="16248" y="77721"/>
                  </a:lnTo>
                  <a:cubicBezTo>
                    <a:pt x="16418" y="106548"/>
                    <a:pt x="35594" y="134909"/>
                    <a:pt x="72545" y="154742"/>
                  </a:cubicBezTo>
                  <a:cubicBezTo>
                    <a:pt x="80627" y="159027"/>
                    <a:pt x="89175" y="162696"/>
                    <a:pt x="98063" y="165730"/>
                  </a:cubicBezTo>
                  <a:cubicBezTo>
                    <a:pt x="98212" y="165772"/>
                    <a:pt x="98360" y="165878"/>
                    <a:pt x="98530" y="165920"/>
                  </a:cubicBezTo>
                  <a:cubicBezTo>
                    <a:pt x="105615" y="168339"/>
                    <a:pt x="112912" y="170311"/>
                    <a:pt x="120378" y="171923"/>
                  </a:cubicBezTo>
                  <a:cubicBezTo>
                    <a:pt x="121333" y="172136"/>
                    <a:pt x="122330" y="172242"/>
                    <a:pt x="123284" y="172433"/>
                  </a:cubicBezTo>
                  <a:cubicBezTo>
                    <a:pt x="125469" y="172878"/>
                    <a:pt x="127654" y="173217"/>
                    <a:pt x="129860" y="173599"/>
                  </a:cubicBezTo>
                  <a:cubicBezTo>
                    <a:pt x="133042" y="174151"/>
                    <a:pt x="136160" y="174872"/>
                    <a:pt x="139405" y="175275"/>
                  </a:cubicBezTo>
                  <a:cubicBezTo>
                    <a:pt x="143224" y="175784"/>
                    <a:pt x="147169" y="176017"/>
                    <a:pt x="151093" y="176314"/>
                  </a:cubicBezTo>
                  <a:cubicBezTo>
                    <a:pt x="152642" y="176420"/>
                    <a:pt x="154169" y="176633"/>
                    <a:pt x="155717" y="176739"/>
                  </a:cubicBezTo>
                  <a:cubicBezTo>
                    <a:pt x="156290" y="176760"/>
                    <a:pt x="156842" y="176866"/>
                    <a:pt x="157414" y="176887"/>
                  </a:cubicBezTo>
                  <a:cubicBezTo>
                    <a:pt x="163396" y="177248"/>
                    <a:pt x="169378" y="177354"/>
                    <a:pt x="175381" y="177120"/>
                  </a:cubicBezTo>
                  <a:cubicBezTo>
                    <a:pt x="177099" y="177078"/>
                    <a:pt x="178775" y="176887"/>
                    <a:pt x="180472" y="176823"/>
                  </a:cubicBezTo>
                  <a:cubicBezTo>
                    <a:pt x="182339" y="176739"/>
                    <a:pt x="184184" y="176633"/>
                    <a:pt x="186051" y="176505"/>
                  </a:cubicBezTo>
                  <a:cubicBezTo>
                    <a:pt x="188681" y="176336"/>
                    <a:pt x="191332" y="176314"/>
                    <a:pt x="193963" y="176060"/>
                  </a:cubicBezTo>
                  <a:cubicBezTo>
                    <a:pt x="199987" y="175360"/>
                    <a:pt x="205905" y="174469"/>
                    <a:pt x="211781" y="173430"/>
                  </a:cubicBezTo>
                  <a:cubicBezTo>
                    <a:pt x="211845" y="173430"/>
                    <a:pt x="211908" y="173430"/>
                    <a:pt x="211972" y="173408"/>
                  </a:cubicBezTo>
                  <a:cubicBezTo>
                    <a:pt x="212757" y="173281"/>
                    <a:pt x="213563" y="173217"/>
                    <a:pt x="214347" y="173069"/>
                  </a:cubicBezTo>
                  <a:cubicBezTo>
                    <a:pt x="222875" y="171330"/>
                    <a:pt x="231126" y="169272"/>
                    <a:pt x="239038" y="166727"/>
                  </a:cubicBezTo>
                  <a:cubicBezTo>
                    <a:pt x="256729" y="160978"/>
                    <a:pt x="272935" y="152896"/>
                    <a:pt x="286659" y="142630"/>
                  </a:cubicBezTo>
                  <a:lnTo>
                    <a:pt x="286405" y="8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5BE8B-7229-4CF9-A6A1-CE7AF900CF9C}"/>
                </a:ext>
              </a:extLst>
            </p:cNvPr>
            <p:cNvSpPr/>
            <p:nvPr/>
          </p:nvSpPr>
          <p:spPr>
            <a:xfrm>
              <a:off x="6142051" y="2607740"/>
              <a:ext cx="313266" cy="281940"/>
            </a:xfrm>
            <a:custGeom>
              <a:avLst/>
              <a:gdLst>
                <a:gd name="connsiteX0" fmla="*/ 210444 w 212120"/>
                <a:gd name="connsiteY0" fmla="*/ 119339 h 190908"/>
                <a:gd name="connsiteX1" fmla="*/ 210720 w 212120"/>
                <a:gd name="connsiteY1" fmla="*/ 181023 h 190908"/>
                <a:gd name="connsiteX2" fmla="*/ 16142 w 212120"/>
                <a:gd name="connsiteY2" fmla="*/ 77594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444" y="119339"/>
                  </a:moveTo>
                  <a:lnTo>
                    <a:pt x="210720" y="181023"/>
                  </a:lnTo>
                  <a:lnTo>
                    <a:pt x="16142" y="77594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4C4CCF3-5506-4D6D-93AB-FD0FBEAAE0FD}"/>
                </a:ext>
              </a:extLst>
            </p:cNvPr>
            <p:cNvSpPr/>
            <p:nvPr/>
          </p:nvSpPr>
          <p:spPr>
            <a:xfrm>
              <a:off x="5502862" y="1670227"/>
              <a:ext cx="1722966" cy="1127760"/>
            </a:xfrm>
            <a:custGeom>
              <a:avLst/>
              <a:gdLst>
                <a:gd name="connsiteX0" fmla="*/ 234563 w 1166661"/>
                <a:gd name="connsiteY0" fmla="*/ 667542 h 763632"/>
                <a:gd name="connsiteX1" fmla="*/ 210381 w 1166661"/>
                <a:gd name="connsiteY1" fmla="*/ 528816 h 763632"/>
                <a:gd name="connsiteX2" fmla="*/ 15909 w 1166661"/>
                <a:gd name="connsiteY2" fmla="*/ 425492 h 763632"/>
                <a:gd name="connsiteX3" fmla="*/ 175105 w 1166661"/>
                <a:gd name="connsiteY3" fmla="*/ 300850 h 763632"/>
                <a:gd name="connsiteX4" fmla="*/ 157520 w 1166661"/>
                <a:gd name="connsiteY4" fmla="*/ 154530 h 763632"/>
                <a:gd name="connsiteX5" fmla="*/ 375644 w 1166661"/>
                <a:gd name="connsiteY5" fmla="*/ 140105 h 763632"/>
                <a:gd name="connsiteX6" fmla="*/ 532167 w 1166661"/>
                <a:gd name="connsiteY6" fmla="*/ 15909 h 763632"/>
                <a:gd name="connsiteX7" fmla="*/ 726470 w 1166661"/>
                <a:gd name="connsiteY7" fmla="*/ 119233 h 763632"/>
                <a:gd name="connsiteX8" fmla="*/ 749018 w 1166661"/>
                <a:gd name="connsiteY8" fmla="*/ 259572 h 763632"/>
                <a:gd name="connsiteX9" fmla="*/ 965338 w 1166661"/>
                <a:gd name="connsiteY9" fmla="*/ 246187 h 763632"/>
                <a:gd name="connsiteX10" fmla="*/ 1159513 w 1166661"/>
                <a:gd name="connsiteY10" fmla="*/ 349511 h 763632"/>
                <a:gd name="connsiteX11" fmla="*/ 1002989 w 1166661"/>
                <a:gd name="connsiteY11" fmla="*/ 473580 h 763632"/>
                <a:gd name="connsiteX12" fmla="*/ 1024138 w 1166661"/>
                <a:gd name="connsiteY12" fmla="*/ 615425 h 763632"/>
                <a:gd name="connsiteX13" fmla="*/ 806269 w 1166661"/>
                <a:gd name="connsiteY13" fmla="*/ 629594 h 763632"/>
                <a:gd name="connsiteX14" fmla="*/ 643255 w 1166661"/>
                <a:gd name="connsiteY14" fmla="*/ 758988 h 763632"/>
                <a:gd name="connsiteX15" fmla="*/ 448719 w 1166661"/>
                <a:gd name="connsiteY15" fmla="*/ 655558 h 763632"/>
                <a:gd name="connsiteX16" fmla="*/ 234563 w 1166661"/>
                <a:gd name="connsiteY16" fmla="*/ 667542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6661" h="763632">
                  <a:moveTo>
                    <a:pt x="234563" y="667542"/>
                  </a:moveTo>
                  <a:cubicBezTo>
                    <a:pt x="169908" y="633179"/>
                    <a:pt x="159705" y="571728"/>
                    <a:pt x="210381" y="528816"/>
                  </a:cubicBezTo>
                  <a:lnTo>
                    <a:pt x="15909" y="425492"/>
                  </a:lnTo>
                  <a:lnTo>
                    <a:pt x="175105" y="300850"/>
                  </a:lnTo>
                  <a:cubicBezTo>
                    <a:pt x="103006" y="263029"/>
                    <a:pt x="103409" y="197526"/>
                    <a:pt x="157520" y="154530"/>
                  </a:cubicBezTo>
                  <a:cubicBezTo>
                    <a:pt x="211866" y="111512"/>
                    <a:pt x="309590" y="105042"/>
                    <a:pt x="375644" y="140105"/>
                  </a:cubicBezTo>
                  <a:lnTo>
                    <a:pt x="532167" y="15909"/>
                  </a:lnTo>
                  <a:lnTo>
                    <a:pt x="726470" y="119233"/>
                  </a:lnTo>
                  <a:cubicBezTo>
                    <a:pt x="673885" y="162357"/>
                    <a:pt x="683579" y="224635"/>
                    <a:pt x="749018" y="259572"/>
                  </a:cubicBezTo>
                  <a:cubicBezTo>
                    <a:pt x="814287" y="294274"/>
                    <a:pt x="910505" y="288165"/>
                    <a:pt x="965338" y="246187"/>
                  </a:cubicBezTo>
                  <a:lnTo>
                    <a:pt x="1159513" y="349511"/>
                  </a:lnTo>
                  <a:lnTo>
                    <a:pt x="1002989" y="473580"/>
                  </a:lnTo>
                  <a:cubicBezTo>
                    <a:pt x="1069044" y="508749"/>
                    <a:pt x="1078610" y="572279"/>
                    <a:pt x="1024138" y="615425"/>
                  </a:cubicBezTo>
                  <a:cubicBezTo>
                    <a:pt x="970047" y="658315"/>
                    <a:pt x="872387" y="664785"/>
                    <a:pt x="806269" y="629594"/>
                  </a:cubicBezTo>
                  <a:lnTo>
                    <a:pt x="643255" y="758988"/>
                  </a:lnTo>
                  <a:lnTo>
                    <a:pt x="448719" y="655558"/>
                  </a:lnTo>
                  <a:cubicBezTo>
                    <a:pt x="393950" y="696370"/>
                    <a:pt x="299196" y="701906"/>
                    <a:pt x="234563" y="66754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27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5BA08C0-669A-4A61-8E22-DB625C48894F}"/>
                </a:ext>
              </a:extLst>
            </p:cNvPr>
            <p:cNvSpPr/>
            <p:nvPr/>
          </p:nvSpPr>
          <p:spPr>
            <a:xfrm>
              <a:off x="6426966" y="2574157"/>
              <a:ext cx="281940" cy="313266"/>
            </a:xfrm>
            <a:custGeom>
              <a:avLst/>
              <a:gdLst>
                <a:gd name="connsiteX0" fmla="*/ 178902 w 190908"/>
                <a:gd name="connsiteY0" fmla="*/ 15909 h 212120"/>
                <a:gd name="connsiteX1" fmla="*/ 179242 w 190908"/>
                <a:gd name="connsiteY1" fmla="*/ 77721 h 212120"/>
                <a:gd name="connsiteX2" fmla="*/ 16185 w 190908"/>
                <a:gd name="connsiteY2" fmla="*/ 206987 h 212120"/>
                <a:gd name="connsiteX3" fmla="*/ 15909 w 190908"/>
                <a:gd name="connsiteY3" fmla="*/ 145302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212120">
                  <a:moveTo>
                    <a:pt x="178902" y="15909"/>
                  </a:moveTo>
                  <a:lnTo>
                    <a:pt x="179242" y="77721"/>
                  </a:lnTo>
                  <a:lnTo>
                    <a:pt x="16185" y="206987"/>
                  </a:lnTo>
                  <a:lnTo>
                    <a:pt x="15909" y="14530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10F3BF7-AC14-4E52-A615-2C8ABDE3B41B}"/>
                </a:ext>
              </a:extLst>
            </p:cNvPr>
            <p:cNvSpPr/>
            <p:nvPr/>
          </p:nvSpPr>
          <p:spPr>
            <a:xfrm>
              <a:off x="5353746" y="3181801"/>
              <a:ext cx="125307" cy="187960"/>
            </a:xfrm>
            <a:custGeom>
              <a:avLst/>
              <a:gdLst>
                <a:gd name="connsiteX0" fmla="*/ 63933 w 84848"/>
                <a:gd name="connsiteY0" fmla="*/ 15909 h 127272"/>
                <a:gd name="connsiteX1" fmla="*/ 79015 w 84848"/>
                <a:gd name="connsiteY1" fmla="*/ 16673 h 127272"/>
                <a:gd name="connsiteX2" fmla="*/ 30991 w 84848"/>
                <a:gd name="connsiteY2" fmla="*/ 115945 h 127272"/>
                <a:gd name="connsiteX3" fmla="*/ 15909 w 84848"/>
                <a:gd name="connsiteY3" fmla="*/ 115181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27272">
                  <a:moveTo>
                    <a:pt x="63933" y="15909"/>
                  </a:moveTo>
                  <a:lnTo>
                    <a:pt x="79015" y="16673"/>
                  </a:lnTo>
                  <a:lnTo>
                    <a:pt x="30991" y="115945"/>
                  </a:lnTo>
                  <a:lnTo>
                    <a:pt x="15909" y="115181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7CD0D67-6688-41DC-80B8-4BDD59B91FEF}"/>
                </a:ext>
              </a:extLst>
            </p:cNvPr>
            <p:cNvSpPr/>
            <p:nvPr/>
          </p:nvSpPr>
          <p:spPr>
            <a:xfrm>
              <a:off x="5436699" y="2972069"/>
              <a:ext cx="156633" cy="219286"/>
            </a:xfrm>
            <a:custGeom>
              <a:avLst/>
              <a:gdLst>
                <a:gd name="connsiteX0" fmla="*/ 76491 w 106060"/>
                <a:gd name="connsiteY0" fmla="*/ 15909 h 148484"/>
                <a:gd name="connsiteX1" fmla="*/ 91572 w 106060"/>
                <a:gd name="connsiteY1" fmla="*/ 16651 h 148484"/>
                <a:gd name="connsiteX2" fmla="*/ 30991 w 106060"/>
                <a:gd name="connsiteY2" fmla="*/ 141866 h 148484"/>
                <a:gd name="connsiteX3" fmla="*/ 15909 w 106060"/>
                <a:gd name="connsiteY3" fmla="*/ 141081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76491" y="15909"/>
                  </a:moveTo>
                  <a:lnTo>
                    <a:pt x="91572" y="16651"/>
                  </a:lnTo>
                  <a:lnTo>
                    <a:pt x="30991" y="141866"/>
                  </a:lnTo>
                  <a:lnTo>
                    <a:pt x="15909" y="141081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AF50F50-4EA5-4DF8-8CAC-406B037128B6}"/>
                </a:ext>
              </a:extLst>
            </p:cNvPr>
            <p:cNvSpPr/>
            <p:nvPr/>
          </p:nvSpPr>
          <p:spPr>
            <a:xfrm>
              <a:off x="5538198" y="2752251"/>
              <a:ext cx="156633" cy="219286"/>
            </a:xfrm>
            <a:custGeom>
              <a:avLst/>
              <a:gdLst>
                <a:gd name="connsiteX0" fmla="*/ 79800 w 106060"/>
                <a:gd name="connsiteY0" fmla="*/ 15909 h 148484"/>
                <a:gd name="connsiteX1" fmla="*/ 94881 w 106060"/>
                <a:gd name="connsiteY1" fmla="*/ 16673 h 148484"/>
                <a:gd name="connsiteX2" fmla="*/ 30991 w 106060"/>
                <a:gd name="connsiteY2" fmla="*/ 148675 h 148484"/>
                <a:gd name="connsiteX3" fmla="*/ 15909 w 106060"/>
                <a:gd name="connsiteY3" fmla="*/ 147933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79800" y="15909"/>
                  </a:moveTo>
                  <a:lnTo>
                    <a:pt x="94881" y="16673"/>
                  </a:lnTo>
                  <a:lnTo>
                    <a:pt x="30991" y="148675"/>
                  </a:lnTo>
                  <a:lnTo>
                    <a:pt x="15909" y="147933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27DB22D-0032-40C0-AB71-6FF2F795C1C4}"/>
                </a:ext>
              </a:extLst>
            </p:cNvPr>
            <p:cNvSpPr/>
            <p:nvPr/>
          </p:nvSpPr>
          <p:spPr>
            <a:xfrm>
              <a:off x="5436699" y="3156929"/>
              <a:ext cx="281940" cy="156633"/>
            </a:xfrm>
            <a:custGeom>
              <a:avLst/>
              <a:gdLst>
                <a:gd name="connsiteX0" fmla="*/ 15909 w 190908"/>
                <a:gd name="connsiteY0" fmla="*/ 15909 h 106060"/>
                <a:gd name="connsiteX1" fmla="*/ 30991 w 190908"/>
                <a:gd name="connsiteY1" fmla="*/ 16694 h 106060"/>
                <a:gd name="connsiteX2" fmla="*/ 190208 w 190908"/>
                <a:gd name="connsiteY2" fmla="*/ 99166 h 106060"/>
                <a:gd name="connsiteX3" fmla="*/ 175127 w 190908"/>
                <a:gd name="connsiteY3" fmla="*/ 98403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06060">
                  <a:moveTo>
                    <a:pt x="15909" y="15909"/>
                  </a:moveTo>
                  <a:lnTo>
                    <a:pt x="30991" y="16694"/>
                  </a:lnTo>
                  <a:lnTo>
                    <a:pt x="190208" y="99166"/>
                  </a:lnTo>
                  <a:lnTo>
                    <a:pt x="175127" y="98403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F13970F-9A4C-422A-B35E-4371D6456FD7}"/>
                </a:ext>
              </a:extLst>
            </p:cNvPr>
            <p:cNvSpPr/>
            <p:nvPr/>
          </p:nvSpPr>
          <p:spPr>
            <a:xfrm>
              <a:off x="5644551" y="2540732"/>
              <a:ext cx="156633" cy="219286"/>
            </a:xfrm>
            <a:custGeom>
              <a:avLst/>
              <a:gdLst>
                <a:gd name="connsiteX0" fmla="*/ 77084 w 106060"/>
                <a:gd name="connsiteY0" fmla="*/ 15909 h 148484"/>
                <a:gd name="connsiteX1" fmla="*/ 92166 w 106060"/>
                <a:gd name="connsiteY1" fmla="*/ 16673 h 148484"/>
                <a:gd name="connsiteX2" fmla="*/ 30991 w 106060"/>
                <a:gd name="connsiteY2" fmla="*/ 143075 h 148484"/>
                <a:gd name="connsiteX3" fmla="*/ 15909 w 106060"/>
                <a:gd name="connsiteY3" fmla="*/ 142311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77084" y="15909"/>
                  </a:moveTo>
                  <a:lnTo>
                    <a:pt x="92166" y="16673"/>
                  </a:lnTo>
                  <a:lnTo>
                    <a:pt x="30991" y="143075"/>
                  </a:lnTo>
                  <a:lnTo>
                    <a:pt x="15909" y="142311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4BFF4CB-1505-4B86-BF84-BAF2EAB622B6}"/>
                </a:ext>
              </a:extLst>
            </p:cNvPr>
            <p:cNvSpPr/>
            <p:nvPr/>
          </p:nvSpPr>
          <p:spPr>
            <a:xfrm>
              <a:off x="5746926" y="2391649"/>
              <a:ext cx="125307" cy="156633"/>
            </a:xfrm>
            <a:custGeom>
              <a:avLst/>
              <a:gdLst>
                <a:gd name="connsiteX0" fmla="*/ 56615 w 84848"/>
                <a:gd name="connsiteY0" fmla="*/ 15909 h 106060"/>
                <a:gd name="connsiteX1" fmla="*/ 71697 w 84848"/>
                <a:gd name="connsiteY1" fmla="*/ 16673 h 106060"/>
                <a:gd name="connsiteX2" fmla="*/ 30970 w 84848"/>
                <a:gd name="connsiteY2" fmla="*/ 100800 h 106060"/>
                <a:gd name="connsiteX3" fmla="*/ 15909 w 84848"/>
                <a:gd name="connsiteY3" fmla="*/ 100036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06060">
                  <a:moveTo>
                    <a:pt x="56615" y="15909"/>
                  </a:moveTo>
                  <a:lnTo>
                    <a:pt x="71697" y="16673"/>
                  </a:lnTo>
                  <a:lnTo>
                    <a:pt x="30970" y="100800"/>
                  </a:lnTo>
                  <a:lnTo>
                    <a:pt x="15909" y="100036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BB525B6-E383-4235-9463-B62FA535E064}"/>
                </a:ext>
              </a:extLst>
            </p:cNvPr>
            <p:cNvSpPr/>
            <p:nvPr/>
          </p:nvSpPr>
          <p:spPr>
            <a:xfrm>
              <a:off x="5782921" y="2379149"/>
              <a:ext cx="62653" cy="31327"/>
            </a:xfrm>
            <a:custGeom>
              <a:avLst/>
              <a:gdLst>
                <a:gd name="connsiteX0" fmla="*/ 15909 w 42424"/>
                <a:gd name="connsiteY0" fmla="*/ 15909 h 21212"/>
                <a:gd name="connsiteX1" fmla="*/ 30991 w 42424"/>
                <a:gd name="connsiteY1" fmla="*/ 16673 h 21212"/>
                <a:gd name="connsiteX2" fmla="*/ 47324 w 42424"/>
                <a:gd name="connsiteY2" fmla="*/ 25136 h 21212"/>
                <a:gd name="connsiteX3" fmla="*/ 32242 w 42424"/>
                <a:gd name="connsiteY3" fmla="*/ 243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21212">
                  <a:moveTo>
                    <a:pt x="15909" y="15909"/>
                  </a:moveTo>
                  <a:lnTo>
                    <a:pt x="30991" y="16673"/>
                  </a:lnTo>
                  <a:lnTo>
                    <a:pt x="47324" y="25136"/>
                  </a:lnTo>
                  <a:lnTo>
                    <a:pt x="32242" y="24373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95E9C56-D838-4C02-97F7-ADCB2CCBC7D3}"/>
                </a:ext>
              </a:extLst>
            </p:cNvPr>
            <p:cNvSpPr/>
            <p:nvPr/>
          </p:nvSpPr>
          <p:spPr>
            <a:xfrm>
              <a:off x="5538198" y="2947227"/>
              <a:ext cx="281940" cy="156633"/>
            </a:xfrm>
            <a:custGeom>
              <a:avLst/>
              <a:gdLst>
                <a:gd name="connsiteX0" fmla="*/ 15909 w 190908"/>
                <a:gd name="connsiteY0" fmla="*/ 15909 h 106060"/>
                <a:gd name="connsiteX1" fmla="*/ 30991 w 190908"/>
                <a:gd name="connsiteY1" fmla="*/ 16651 h 106060"/>
                <a:gd name="connsiteX2" fmla="*/ 190208 w 190908"/>
                <a:gd name="connsiteY2" fmla="*/ 99145 h 106060"/>
                <a:gd name="connsiteX3" fmla="*/ 175126 w 190908"/>
                <a:gd name="connsiteY3" fmla="*/ 98381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06060">
                  <a:moveTo>
                    <a:pt x="15909" y="15909"/>
                  </a:moveTo>
                  <a:lnTo>
                    <a:pt x="30991" y="16651"/>
                  </a:lnTo>
                  <a:lnTo>
                    <a:pt x="190208" y="99145"/>
                  </a:lnTo>
                  <a:lnTo>
                    <a:pt x="175126" y="98381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259E984-B13F-4960-A3C2-FA30A027639A}"/>
                </a:ext>
              </a:extLst>
            </p:cNvPr>
            <p:cNvSpPr/>
            <p:nvPr/>
          </p:nvSpPr>
          <p:spPr>
            <a:xfrm>
              <a:off x="5644551" y="2727407"/>
              <a:ext cx="281940" cy="156633"/>
            </a:xfrm>
            <a:custGeom>
              <a:avLst/>
              <a:gdLst>
                <a:gd name="connsiteX0" fmla="*/ 15909 w 190908"/>
                <a:gd name="connsiteY0" fmla="*/ 15909 h 106060"/>
                <a:gd name="connsiteX1" fmla="*/ 30991 w 190908"/>
                <a:gd name="connsiteY1" fmla="*/ 16673 h 106060"/>
                <a:gd name="connsiteX2" fmla="*/ 190208 w 190908"/>
                <a:gd name="connsiteY2" fmla="*/ 99145 h 106060"/>
                <a:gd name="connsiteX3" fmla="*/ 175127 w 190908"/>
                <a:gd name="connsiteY3" fmla="*/ 98403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06060">
                  <a:moveTo>
                    <a:pt x="15909" y="15909"/>
                  </a:moveTo>
                  <a:lnTo>
                    <a:pt x="30991" y="16673"/>
                  </a:lnTo>
                  <a:lnTo>
                    <a:pt x="190208" y="99145"/>
                  </a:lnTo>
                  <a:lnTo>
                    <a:pt x="175127" y="98403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1428975-91FB-4D5B-8F8B-754D773983E9}"/>
                </a:ext>
              </a:extLst>
            </p:cNvPr>
            <p:cNvSpPr/>
            <p:nvPr/>
          </p:nvSpPr>
          <p:spPr>
            <a:xfrm>
              <a:off x="5746926" y="2515891"/>
              <a:ext cx="281940" cy="156633"/>
            </a:xfrm>
            <a:custGeom>
              <a:avLst/>
              <a:gdLst>
                <a:gd name="connsiteX0" fmla="*/ 15909 w 190908"/>
                <a:gd name="connsiteY0" fmla="*/ 15909 h 106060"/>
                <a:gd name="connsiteX1" fmla="*/ 30970 w 190908"/>
                <a:gd name="connsiteY1" fmla="*/ 16673 h 106060"/>
                <a:gd name="connsiteX2" fmla="*/ 190187 w 190908"/>
                <a:gd name="connsiteY2" fmla="*/ 99145 h 106060"/>
                <a:gd name="connsiteX3" fmla="*/ 175105 w 190908"/>
                <a:gd name="connsiteY3" fmla="*/ 98381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06060">
                  <a:moveTo>
                    <a:pt x="15909" y="15909"/>
                  </a:moveTo>
                  <a:lnTo>
                    <a:pt x="30970" y="16673"/>
                  </a:lnTo>
                  <a:lnTo>
                    <a:pt x="190187" y="99145"/>
                  </a:lnTo>
                  <a:lnTo>
                    <a:pt x="175105" y="98381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3AAA435-4E6F-449E-AE83-C36E080CFACC}"/>
                </a:ext>
              </a:extLst>
            </p:cNvPr>
            <p:cNvSpPr/>
            <p:nvPr/>
          </p:nvSpPr>
          <p:spPr>
            <a:xfrm>
              <a:off x="6042181" y="2513479"/>
              <a:ext cx="62653" cy="31327"/>
            </a:xfrm>
            <a:custGeom>
              <a:avLst/>
              <a:gdLst>
                <a:gd name="connsiteX0" fmla="*/ 15909 w 42424"/>
                <a:gd name="connsiteY0" fmla="*/ 15909 h 21212"/>
                <a:gd name="connsiteX1" fmla="*/ 30970 w 42424"/>
                <a:gd name="connsiteY1" fmla="*/ 16673 h 21212"/>
                <a:gd name="connsiteX2" fmla="*/ 47154 w 42424"/>
                <a:gd name="connsiteY2" fmla="*/ 25051 h 21212"/>
                <a:gd name="connsiteX3" fmla="*/ 32073 w 42424"/>
                <a:gd name="connsiteY3" fmla="*/ 2428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21212">
                  <a:moveTo>
                    <a:pt x="15909" y="15909"/>
                  </a:moveTo>
                  <a:lnTo>
                    <a:pt x="30970" y="16673"/>
                  </a:lnTo>
                  <a:lnTo>
                    <a:pt x="47154" y="25051"/>
                  </a:lnTo>
                  <a:lnTo>
                    <a:pt x="32073" y="24288"/>
                  </a:lnTo>
                  <a:close/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E6F02BE-358B-4EF8-9C48-69EDB1CDFDD6}"/>
                </a:ext>
              </a:extLst>
            </p:cNvPr>
            <p:cNvSpPr/>
            <p:nvPr/>
          </p:nvSpPr>
          <p:spPr>
            <a:xfrm>
              <a:off x="5329624" y="2379118"/>
              <a:ext cx="783167" cy="1127760"/>
            </a:xfrm>
            <a:custGeom>
              <a:avLst/>
              <a:gdLst>
                <a:gd name="connsiteX0" fmla="*/ 498398 w 530300"/>
                <a:gd name="connsiteY0" fmla="*/ 106887 h 763632"/>
                <a:gd name="connsiteX1" fmla="*/ 514583 w 530300"/>
                <a:gd name="connsiteY1" fmla="*/ 115266 h 763632"/>
                <a:gd name="connsiteX2" fmla="*/ 207645 w 530300"/>
                <a:gd name="connsiteY2" fmla="*/ 749569 h 763632"/>
                <a:gd name="connsiteX3" fmla="*/ 191460 w 530300"/>
                <a:gd name="connsiteY3" fmla="*/ 741169 h 763632"/>
                <a:gd name="connsiteX4" fmla="*/ 239505 w 530300"/>
                <a:gd name="connsiteY4" fmla="*/ 641897 h 763632"/>
                <a:gd name="connsiteX5" fmla="*/ 80288 w 530300"/>
                <a:gd name="connsiteY5" fmla="*/ 559404 h 763632"/>
                <a:gd name="connsiteX6" fmla="*/ 32242 w 530300"/>
                <a:gd name="connsiteY6" fmla="*/ 658676 h 763632"/>
                <a:gd name="connsiteX7" fmla="*/ 15909 w 530300"/>
                <a:gd name="connsiteY7" fmla="*/ 650212 h 763632"/>
                <a:gd name="connsiteX8" fmla="*/ 322847 w 530300"/>
                <a:gd name="connsiteY8" fmla="*/ 15909 h 763632"/>
                <a:gd name="connsiteX9" fmla="*/ 339180 w 530300"/>
                <a:gd name="connsiteY9" fmla="*/ 24373 h 763632"/>
                <a:gd name="connsiteX10" fmla="*/ 298475 w 530300"/>
                <a:gd name="connsiteY10" fmla="*/ 108478 h 763632"/>
                <a:gd name="connsiteX11" fmla="*/ 457671 w 530300"/>
                <a:gd name="connsiteY11" fmla="*/ 190972 h 763632"/>
                <a:gd name="connsiteX12" fmla="*/ 498398 w 530300"/>
                <a:gd name="connsiteY12" fmla="*/ 106887 h 763632"/>
                <a:gd name="connsiteX13" fmla="*/ 316356 w 530300"/>
                <a:gd name="connsiteY13" fmla="*/ 483062 h 763632"/>
                <a:gd name="connsiteX14" fmla="*/ 380247 w 530300"/>
                <a:gd name="connsiteY14" fmla="*/ 351038 h 763632"/>
                <a:gd name="connsiteX15" fmla="*/ 221029 w 530300"/>
                <a:gd name="connsiteY15" fmla="*/ 268544 h 763632"/>
                <a:gd name="connsiteX16" fmla="*/ 157139 w 530300"/>
                <a:gd name="connsiteY16" fmla="*/ 400568 h 763632"/>
                <a:gd name="connsiteX17" fmla="*/ 316356 w 530300"/>
                <a:gd name="connsiteY17" fmla="*/ 483062 h 763632"/>
                <a:gd name="connsiteX18" fmla="*/ 388371 w 530300"/>
                <a:gd name="connsiteY18" fmla="*/ 334238 h 763632"/>
                <a:gd name="connsiteX19" fmla="*/ 449525 w 530300"/>
                <a:gd name="connsiteY19" fmla="*/ 207835 h 763632"/>
                <a:gd name="connsiteX20" fmla="*/ 290329 w 530300"/>
                <a:gd name="connsiteY20" fmla="*/ 125342 h 763632"/>
                <a:gd name="connsiteX21" fmla="*/ 229154 w 530300"/>
                <a:gd name="connsiteY21" fmla="*/ 251744 h 763632"/>
                <a:gd name="connsiteX22" fmla="*/ 388371 w 530300"/>
                <a:gd name="connsiteY22" fmla="*/ 334238 h 763632"/>
                <a:gd name="connsiteX23" fmla="*/ 247629 w 530300"/>
                <a:gd name="connsiteY23" fmla="*/ 625076 h 763632"/>
                <a:gd name="connsiteX24" fmla="*/ 308211 w 530300"/>
                <a:gd name="connsiteY24" fmla="*/ 499883 h 763632"/>
                <a:gd name="connsiteX25" fmla="*/ 148993 w 530300"/>
                <a:gd name="connsiteY25" fmla="*/ 417389 h 763632"/>
                <a:gd name="connsiteX26" fmla="*/ 88412 w 530300"/>
                <a:gd name="connsiteY26" fmla="*/ 542583 h 763632"/>
                <a:gd name="connsiteX27" fmla="*/ 247629 w 530300"/>
                <a:gd name="connsiteY27" fmla="*/ 625076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30300" h="763632">
                  <a:moveTo>
                    <a:pt x="498398" y="106887"/>
                  </a:moveTo>
                  <a:lnTo>
                    <a:pt x="514583" y="115266"/>
                  </a:lnTo>
                  <a:lnTo>
                    <a:pt x="207645" y="749569"/>
                  </a:lnTo>
                  <a:lnTo>
                    <a:pt x="191460" y="741169"/>
                  </a:lnTo>
                  <a:lnTo>
                    <a:pt x="239505" y="641897"/>
                  </a:lnTo>
                  <a:lnTo>
                    <a:pt x="80288" y="559404"/>
                  </a:lnTo>
                  <a:lnTo>
                    <a:pt x="32242" y="658676"/>
                  </a:lnTo>
                  <a:lnTo>
                    <a:pt x="15909" y="650212"/>
                  </a:lnTo>
                  <a:lnTo>
                    <a:pt x="322847" y="15909"/>
                  </a:lnTo>
                  <a:lnTo>
                    <a:pt x="339180" y="24373"/>
                  </a:lnTo>
                  <a:lnTo>
                    <a:pt x="298475" y="108478"/>
                  </a:lnTo>
                  <a:lnTo>
                    <a:pt x="457671" y="190972"/>
                  </a:lnTo>
                  <a:lnTo>
                    <a:pt x="498398" y="106887"/>
                  </a:lnTo>
                  <a:close/>
                  <a:moveTo>
                    <a:pt x="316356" y="483062"/>
                  </a:moveTo>
                  <a:lnTo>
                    <a:pt x="380247" y="351038"/>
                  </a:lnTo>
                  <a:lnTo>
                    <a:pt x="221029" y="268544"/>
                  </a:lnTo>
                  <a:lnTo>
                    <a:pt x="157139" y="400568"/>
                  </a:lnTo>
                  <a:lnTo>
                    <a:pt x="316356" y="483062"/>
                  </a:lnTo>
                  <a:moveTo>
                    <a:pt x="388371" y="334238"/>
                  </a:moveTo>
                  <a:lnTo>
                    <a:pt x="449525" y="207835"/>
                  </a:lnTo>
                  <a:lnTo>
                    <a:pt x="290329" y="125342"/>
                  </a:lnTo>
                  <a:lnTo>
                    <a:pt x="229154" y="251744"/>
                  </a:lnTo>
                  <a:lnTo>
                    <a:pt x="388371" y="334238"/>
                  </a:lnTo>
                  <a:moveTo>
                    <a:pt x="247629" y="625076"/>
                  </a:moveTo>
                  <a:lnTo>
                    <a:pt x="308211" y="499883"/>
                  </a:lnTo>
                  <a:lnTo>
                    <a:pt x="148993" y="417389"/>
                  </a:lnTo>
                  <a:lnTo>
                    <a:pt x="88412" y="542583"/>
                  </a:lnTo>
                  <a:lnTo>
                    <a:pt x="247629" y="625076"/>
                  </a:lnTo>
                </a:path>
              </a:pathLst>
            </a:custGeom>
            <a:solidFill>
              <a:srgbClr val="C4C4C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BFA5565-F614-421D-911E-76D0AA19A8C1}"/>
                </a:ext>
              </a:extLst>
            </p:cNvPr>
            <p:cNvSpPr/>
            <p:nvPr/>
          </p:nvSpPr>
          <p:spPr>
            <a:xfrm>
              <a:off x="5612754" y="2525852"/>
              <a:ext cx="501226" cy="971127"/>
            </a:xfrm>
            <a:custGeom>
              <a:avLst/>
              <a:gdLst>
                <a:gd name="connsiteX0" fmla="*/ 322847 w 339392"/>
                <a:gd name="connsiteY0" fmla="*/ 15909 h 657572"/>
                <a:gd name="connsiteX1" fmla="*/ 337929 w 339392"/>
                <a:gd name="connsiteY1" fmla="*/ 16673 h 657572"/>
                <a:gd name="connsiteX2" fmla="*/ 30991 w 339392"/>
                <a:gd name="connsiteY2" fmla="*/ 650955 h 657572"/>
                <a:gd name="connsiteX3" fmla="*/ 15909 w 339392"/>
                <a:gd name="connsiteY3" fmla="*/ 650212 h 65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392" h="657572">
                  <a:moveTo>
                    <a:pt x="322847" y="15909"/>
                  </a:moveTo>
                  <a:lnTo>
                    <a:pt x="337929" y="16673"/>
                  </a:lnTo>
                  <a:lnTo>
                    <a:pt x="30991" y="650955"/>
                  </a:lnTo>
                  <a:lnTo>
                    <a:pt x="15909" y="650212"/>
                  </a:lnTo>
                  <a:close/>
                </a:path>
              </a:pathLst>
            </a:custGeom>
            <a:solidFill>
              <a:srgbClr val="9A9A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BE89833-ACED-40F6-8ADB-DB8070DE4B51}"/>
                </a:ext>
              </a:extLst>
            </p:cNvPr>
            <p:cNvSpPr/>
            <p:nvPr/>
          </p:nvSpPr>
          <p:spPr>
            <a:xfrm>
              <a:off x="5022936" y="3324360"/>
              <a:ext cx="469899" cy="250613"/>
            </a:xfrm>
            <a:custGeom>
              <a:avLst/>
              <a:gdLst>
                <a:gd name="connsiteX0" fmla="*/ 38670 w 318180"/>
                <a:gd name="connsiteY0" fmla="*/ 82712 h 169696"/>
                <a:gd name="connsiteX1" fmla="*/ 57909 w 318180"/>
                <a:gd name="connsiteY1" fmla="*/ 75648 h 169696"/>
                <a:gd name="connsiteX2" fmla="*/ 110430 w 318180"/>
                <a:gd name="connsiteY2" fmla="*/ 91367 h 169696"/>
                <a:gd name="connsiteX3" fmla="*/ 89812 w 318180"/>
                <a:gd name="connsiteY3" fmla="*/ 115718 h 169696"/>
                <a:gd name="connsiteX4" fmla="*/ 63615 w 318180"/>
                <a:gd name="connsiteY4" fmla="*/ 114021 h 169696"/>
                <a:gd name="connsiteX5" fmla="*/ 87903 w 318180"/>
                <a:gd name="connsiteY5" fmla="*/ 144524 h 169696"/>
                <a:gd name="connsiteX6" fmla="*/ 95879 w 318180"/>
                <a:gd name="connsiteY6" fmla="*/ 146900 h 169696"/>
                <a:gd name="connsiteX7" fmla="*/ 145473 w 318180"/>
                <a:gd name="connsiteY7" fmla="*/ 141024 h 169696"/>
                <a:gd name="connsiteX8" fmla="*/ 148103 w 318180"/>
                <a:gd name="connsiteY8" fmla="*/ 145669 h 169696"/>
                <a:gd name="connsiteX9" fmla="*/ 200603 w 318180"/>
                <a:gd name="connsiteY9" fmla="*/ 161324 h 169696"/>
                <a:gd name="connsiteX10" fmla="*/ 221178 w 318180"/>
                <a:gd name="connsiteY10" fmla="*/ 136993 h 169696"/>
                <a:gd name="connsiteX11" fmla="*/ 216681 w 318180"/>
                <a:gd name="connsiteY11" fmla="*/ 132582 h 169696"/>
                <a:gd name="connsiteX12" fmla="*/ 259636 w 318180"/>
                <a:gd name="connsiteY12" fmla="*/ 127491 h 169696"/>
                <a:gd name="connsiteX13" fmla="*/ 262754 w 318180"/>
                <a:gd name="connsiteY13" fmla="*/ 123779 h 169696"/>
                <a:gd name="connsiteX14" fmla="*/ 247757 w 318180"/>
                <a:gd name="connsiteY14" fmla="*/ 104942 h 169696"/>
                <a:gd name="connsiteX15" fmla="*/ 283202 w 318180"/>
                <a:gd name="connsiteY15" fmla="*/ 77579 h 169696"/>
                <a:gd name="connsiteX16" fmla="*/ 315042 w 318180"/>
                <a:gd name="connsiteY16" fmla="*/ 68330 h 169696"/>
                <a:gd name="connsiteX17" fmla="*/ 309908 w 318180"/>
                <a:gd name="connsiteY17" fmla="*/ 46758 h 169696"/>
                <a:gd name="connsiteX18" fmla="*/ 290393 w 318180"/>
                <a:gd name="connsiteY18" fmla="*/ 33415 h 169696"/>
                <a:gd name="connsiteX19" fmla="*/ 241075 w 318180"/>
                <a:gd name="connsiteY19" fmla="*/ 32397 h 169696"/>
                <a:gd name="connsiteX20" fmla="*/ 208197 w 318180"/>
                <a:gd name="connsiteY20" fmla="*/ 15958 h 169696"/>
                <a:gd name="connsiteX21" fmla="*/ 175318 w 318180"/>
                <a:gd name="connsiteY21" fmla="*/ 26224 h 169696"/>
                <a:gd name="connsiteX22" fmla="*/ 149503 w 318180"/>
                <a:gd name="connsiteY22" fmla="*/ 35642 h 169696"/>
                <a:gd name="connsiteX23" fmla="*/ 19537 w 318180"/>
                <a:gd name="connsiteY23" fmla="*/ 51064 h 169696"/>
                <a:gd name="connsiteX24" fmla="*/ 16419 w 318180"/>
                <a:gd name="connsiteY24" fmla="*/ 54754 h 169696"/>
                <a:gd name="connsiteX25" fmla="*/ 38670 w 318180"/>
                <a:gd name="connsiteY25" fmla="*/ 82712 h 169696"/>
                <a:gd name="connsiteX26" fmla="*/ 207157 w 318180"/>
                <a:gd name="connsiteY26" fmla="*/ 52930 h 169696"/>
                <a:gd name="connsiteX27" fmla="*/ 207306 w 318180"/>
                <a:gd name="connsiteY27" fmla="*/ 54203 h 169696"/>
                <a:gd name="connsiteX28" fmla="*/ 199924 w 318180"/>
                <a:gd name="connsiteY28" fmla="*/ 44933 h 169696"/>
                <a:gd name="connsiteX29" fmla="*/ 207157 w 318180"/>
                <a:gd name="connsiteY29" fmla="*/ 52930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8180" h="169696">
                  <a:moveTo>
                    <a:pt x="38670" y="82712"/>
                  </a:moveTo>
                  <a:cubicBezTo>
                    <a:pt x="42764" y="79255"/>
                    <a:pt x="49297" y="76688"/>
                    <a:pt x="57909" y="75648"/>
                  </a:cubicBezTo>
                  <a:cubicBezTo>
                    <a:pt x="78103" y="73251"/>
                    <a:pt x="101627" y="80294"/>
                    <a:pt x="110430" y="91367"/>
                  </a:cubicBezTo>
                  <a:cubicBezTo>
                    <a:pt x="119212" y="102418"/>
                    <a:pt x="110006" y="113300"/>
                    <a:pt x="89812" y="115718"/>
                  </a:cubicBezTo>
                  <a:cubicBezTo>
                    <a:pt x="81200" y="116715"/>
                    <a:pt x="72058" y="116036"/>
                    <a:pt x="63615" y="114021"/>
                  </a:cubicBezTo>
                  <a:lnTo>
                    <a:pt x="87903" y="144524"/>
                  </a:lnTo>
                  <a:cubicBezTo>
                    <a:pt x="89261" y="146200"/>
                    <a:pt x="92803" y="147260"/>
                    <a:pt x="95879" y="146900"/>
                  </a:cubicBezTo>
                  <a:lnTo>
                    <a:pt x="145473" y="141024"/>
                  </a:lnTo>
                  <a:cubicBezTo>
                    <a:pt x="146024" y="142530"/>
                    <a:pt x="146851" y="144100"/>
                    <a:pt x="148103" y="145669"/>
                  </a:cubicBezTo>
                  <a:cubicBezTo>
                    <a:pt x="156906" y="156721"/>
                    <a:pt x="180409" y="163742"/>
                    <a:pt x="200603" y="161324"/>
                  </a:cubicBezTo>
                  <a:cubicBezTo>
                    <a:pt x="220797" y="158948"/>
                    <a:pt x="229960" y="148024"/>
                    <a:pt x="221178" y="136993"/>
                  </a:cubicBezTo>
                  <a:cubicBezTo>
                    <a:pt x="219927" y="135424"/>
                    <a:pt x="218421" y="133960"/>
                    <a:pt x="216681" y="132582"/>
                  </a:cubicBezTo>
                  <a:lnTo>
                    <a:pt x="259636" y="127491"/>
                  </a:lnTo>
                  <a:cubicBezTo>
                    <a:pt x="262712" y="127130"/>
                    <a:pt x="264090" y="125475"/>
                    <a:pt x="262754" y="123779"/>
                  </a:cubicBezTo>
                  <a:lnTo>
                    <a:pt x="247757" y="104942"/>
                  </a:lnTo>
                  <a:cubicBezTo>
                    <a:pt x="256030" y="95206"/>
                    <a:pt x="266148" y="76857"/>
                    <a:pt x="283202" y="77579"/>
                  </a:cubicBezTo>
                  <a:cubicBezTo>
                    <a:pt x="307872" y="78597"/>
                    <a:pt x="316081" y="79636"/>
                    <a:pt x="315042" y="68330"/>
                  </a:cubicBezTo>
                  <a:cubicBezTo>
                    <a:pt x="314023" y="57024"/>
                    <a:pt x="312984" y="51891"/>
                    <a:pt x="309908" y="46758"/>
                  </a:cubicBezTo>
                  <a:cubicBezTo>
                    <a:pt x="306811" y="41624"/>
                    <a:pt x="311966" y="35452"/>
                    <a:pt x="290393" y="33415"/>
                  </a:cubicBezTo>
                  <a:cubicBezTo>
                    <a:pt x="268821" y="31358"/>
                    <a:pt x="252381" y="35473"/>
                    <a:pt x="241075" y="32397"/>
                  </a:cubicBezTo>
                  <a:cubicBezTo>
                    <a:pt x="229769" y="29300"/>
                    <a:pt x="208197" y="15958"/>
                    <a:pt x="208197" y="15958"/>
                  </a:cubicBezTo>
                  <a:cubicBezTo>
                    <a:pt x="203339" y="15215"/>
                    <a:pt x="188682" y="23149"/>
                    <a:pt x="175318" y="26224"/>
                  </a:cubicBezTo>
                  <a:cubicBezTo>
                    <a:pt x="166600" y="28239"/>
                    <a:pt x="154106" y="31570"/>
                    <a:pt x="149503" y="35642"/>
                  </a:cubicBezTo>
                  <a:lnTo>
                    <a:pt x="19537" y="51064"/>
                  </a:lnTo>
                  <a:cubicBezTo>
                    <a:pt x="16461" y="51445"/>
                    <a:pt x="15082" y="53079"/>
                    <a:pt x="16419" y="54754"/>
                  </a:cubicBezTo>
                  <a:lnTo>
                    <a:pt x="38670" y="82712"/>
                  </a:lnTo>
                  <a:close/>
                  <a:moveTo>
                    <a:pt x="207157" y="52930"/>
                  </a:moveTo>
                  <a:cubicBezTo>
                    <a:pt x="207157" y="53312"/>
                    <a:pt x="207285" y="53800"/>
                    <a:pt x="207306" y="54203"/>
                  </a:cubicBezTo>
                  <a:lnTo>
                    <a:pt x="199924" y="44933"/>
                  </a:lnTo>
                  <a:cubicBezTo>
                    <a:pt x="204315" y="46142"/>
                    <a:pt x="207157" y="48539"/>
                    <a:pt x="207157" y="5293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9BBA74D-97B9-485C-8821-552AAD1CB30D}"/>
                </a:ext>
              </a:extLst>
            </p:cNvPr>
            <p:cNvSpPr/>
            <p:nvPr/>
          </p:nvSpPr>
          <p:spPr>
            <a:xfrm>
              <a:off x="5181177" y="3535115"/>
              <a:ext cx="407246" cy="250613"/>
            </a:xfrm>
            <a:custGeom>
              <a:avLst/>
              <a:gdLst>
                <a:gd name="connsiteX0" fmla="*/ 273119 w 275756"/>
                <a:gd name="connsiteY0" fmla="*/ 108131 h 169696"/>
                <a:gd name="connsiteX1" fmla="*/ 201635 w 275756"/>
                <a:gd name="connsiteY1" fmla="*/ 18361 h 169696"/>
                <a:gd name="connsiteX2" fmla="*/ 193680 w 275756"/>
                <a:gd name="connsiteY2" fmla="*/ 15986 h 169696"/>
                <a:gd name="connsiteX3" fmla="*/ 142687 w 275756"/>
                <a:gd name="connsiteY3" fmla="*/ 22031 h 169696"/>
                <a:gd name="connsiteX4" fmla="*/ 160590 w 275756"/>
                <a:gd name="connsiteY4" fmla="*/ 33571 h 169696"/>
                <a:gd name="connsiteX5" fmla="*/ 139971 w 275756"/>
                <a:gd name="connsiteY5" fmla="*/ 57922 h 169696"/>
                <a:gd name="connsiteX6" fmla="*/ 87514 w 275756"/>
                <a:gd name="connsiteY6" fmla="*/ 42225 h 169696"/>
                <a:gd name="connsiteX7" fmla="*/ 85541 w 275756"/>
                <a:gd name="connsiteY7" fmla="*/ 28798 h 169696"/>
                <a:gd name="connsiteX8" fmla="*/ 29924 w 275756"/>
                <a:gd name="connsiteY8" fmla="*/ 35416 h 169696"/>
                <a:gd name="connsiteX9" fmla="*/ 26784 w 275756"/>
                <a:gd name="connsiteY9" fmla="*/ 39107 h 169696"/>
                <a:gd name="connsiteX10" fmla="*/ 48463 w 275756"/>
                <a:gd name="connsiteY10" fmla="*/ 66343 h 169696"/>
                <a:gd name="connsiteX11" fmla="*/ 39808 w 275756"/>
                <a:gd name="connsiteY11" fmla="*/ 66767 h 169696"/>
                <a:gd name="connsiteX12" fmla="*/ 19254 w 275756"/>
                <a:gd name="connsiteY12" fmla="*/ 91119 h 169696"/>
                <a:gd name="connsiteX13" fmla="*/ 71732 w 275756"/>
                <a:gd name="connsiteY13" fmla="*/ 106837 h 169696"/>
                <a:gd name="connsiteX14" fmla="*/ 79538 w 275756"/>
                <a:gd name="connsiteY14" fmla="*/ 105331 h 169696"/>
                <a:gd name="connsiteX15" fmla="*/ 98290 w 275756"/>
                <a:gd name="connsiteY15" fmla="*/ 128876 h 169696"/>
                <a:gd name="connsiteX16" fmla="*/ 106244 w 275756"/>
                <a:gd name="connsiteY16" fmla="*/ 131252 h 169696"/>
                <a:gd name="connsiteX17" fmla="*/ 147332 w 275756"/>
                <a:gd name="connsiteY17" fmla="*/ 126394 h 169696"/>
                <a:gd name="connsiteX18" fmla="*/ 130808 w 275756"/>
                <a:gd name="connsiteY18" fmla="*/ 144488 h 169696"/>
                <a:gd name="connsiteX19" fmla="*/ 163687 w 275756"/>
                <a:gd name="connsiteY19" fmla="*/ 167079 h 169696"/>
                <a:gd name="connsiteX20" fmla="*/ 207871 w 275756"/>
                <a:gd name="connsiteY20" fmla="*/ 158849 h 169696"/>
                <a:gd name="connsiteX21" fmla="*/ 241789 w 275756"/>
                <a:gd name="connsiteY21" fmla="*/ 125970 h 169696"/>
                <a:gd name="connsiteX22" fmla="*/ 264719 w 275756"/>
                <a:gd name="connsiteY22" fmla="*/ 112458 h 169696"/>
                <a:gd name="connsiteX23" fmla="*/ 270022 w 275756"/>
                <a:gd name="connsiteY23" fmla="*/ 111843 h 169696"/>
                <a:gd name="connsiteX24" fmla="*/ 273119 w 275756"/>
                <a:gd name="connsiteY24" fmla="*/ 108131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5756" h="169696">
                  <a:moveTo>
                    <a:pt x="273119" y="108131"/>
                  </a:moveTo>
                  <a:lnTo>
                    <a:pt x="201635" y="18361"/>
                  </a:lnTo>
                  <a:cubicBezTo>
                    <a:pt x="200299" y="16686"/>
                    <a:pt x="196756" y="15604"/>
                    <a:pt x="193680" y="15986"/>
                  </a:cubicBezTo>
                  <a:lnTo>
                    <a:pt x="142687" y="22031"/>
                  </a:lnTo>
                  <a:cubicBezTo>
                    <a:pt x="150365" y="24874"/>
                    <a:pt x="156835" y="28840"/>
                    <a:pt x="160590" y="33571"/>
                  </a:cubicBezTo>
                  <a:cubicBezTo>
                    <a:pt x="169393" y="44622"/>
                    <a:pt x="160144" y="55525"/>
                    <a:pt x="139971" y="57922"/>
                  </a:cubicBezTo>
                  <a:cubicBezTo>
                    <a:pt x="119778" y="60319"/>
                    <a:pt x="96317" y="53255"/>
                    <a:pt x="87514" y="42225"/>
                  </a:cubicBezTo>
                  <a:cubicBezTo>
                    <a:pt x="83760" y="37495"/>
                    <a:pt x="83272" y="32828"/>
                    <a:pt x="85541" y="28798"/>
                  </a:cubicBezTo>
                  <a:lnTo>
                    <a:pt x="29924" y="35416"/>
                  </a:lnTo>
                  <a:cubicBezTo>
                    <a:pt x="26848" y="35777"/>
                    <a:pt x="25448" y="37431"/>
                    <a:pt x="26784" y="39107"/>
                  </a:cubicBezTo>
                  <a:lnTo>
                    <a:pt x="48463" y="66343"/>
                  </a:lnTo>
                  <a:cubicBezTo>
                    <a:pt x="45536" y="66280"/>
                    <a:pt x="42651" y="66428"/>
                    <a:pt x="39808" y="66767"/>
                  </a:cubicBezTo>
                  <a:cubicBezTo>
                    <a:pt x="19614" y="69164"/>
                    <a:pt x="10451" y="80089"/>
                    <a:pt x="19254" y="91119"/>
                  </a:cubicBezTo>
                  <a:cubicBezTo>
                    <a:pt x="28057" y="102191"/>
                    <a:pt x="51517" y="109234"/>
                    <a:pt x="71732" y="106837"/>
                  </a:cubicBezTo>
                  <a:cubicBezTo>
                    <a:pt x="74575" y="106476"/>
                    <a:pt x="77163" y="105967"/>
                    <a:pt x="79538" y="105331"/>
                  </a:cubicBezTo>
                  <a:lnTo>
                    <a:pt x="98290" y="128876"/>
                  </a:lnTo>
                  <a:cubicBezTo>
                    <a:pt x="99626" y="130552"/>
                    <a:pt x="103190" y="131613"/>
                    <a:pt x="106244" y="131252"/>
                  </a:cubicBezTo>
                  <a:lnTo>
                    <a:pt x="147332" y="126394"/>
                  </a:lnTo>
                  <a:cubicBezTo>
                    <a:pt x="140184" y="133246"/>
                    <a:pt x="134181" y="140522"/>
                    <a:pt x="130808" y="144488"/>
                  </a:cubicBezTo>
                  <a:cubicBezTo>
                    <a:pt x="124635" y="151679"/>
                    <a:pt x="148265" y="171215"/>
                    <a:pt x="163687" y="167079"/>
                  </a:cubicBezTo>
                  <a:cubicBezTo>
                    <a:pt x="179108" y="162985"/>
                    <a:pt x="193489" y="180443"/>
                    <a:pt x="207871" y="158849"/>
                  </a:cubicBezTo>
                  <a:cubicBezTo>
                    <a:pt x="222253" y="137276"/>
                    <a:pt x="225626" y="132376"/>
                    <a:pt x="241789" y="125970"/>
                  </a:cubicBezTo>
                  <a:cubicBezTo>
                    <a:pt x="253604" y="121304"/>
                    <a:pt x="263935" y="117422"/>
                    <a:pt x="264719" y="112458"/>
                  </a:cubicBezTo>
                  <a:lnTo>
                    <a:pt x="270022" y="111843"/>
                  </a:lnTo>
                  <a:cubicBezTo>
                    <a:pt x="273077" y="111482"/>
                    <a:pt x="274477" y="109828"/>
                    <a:pt x="273119" y="10813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D405AE8-BCC4-450D-987C-BA86D25D7C32}"/>
                </a:ext>
              </a:extLst>
            </p:cNvPr>
            <p:cNvSpPr/>
            <p:nvPr/>
          </p:nvSpPr>
          <p:spPr>
            <a:xfrm>
              <a:off x="4634001" y="3300623"/>
              <a:ext cx="407246" cy="250613"/>
            </a:xfrm>
            <a:custGeom>
              <a:avLst/>
              <a:gdLst>
                <a:gd name="connsiteX0" fmla="*/ 129000 w 275756"/>
                <a:gd name="connsiteY0" fmla="*/ 156757 h 169696"/>
                <a:gd name="connsiteX1" fmla="*/ 149597 w 275756"/>
                <a:gd name="connsiteY1" fmla="*/ 132405 h 169696"/>
                <a:gd name="connsiteX2" fmla="*/ 202075 w 275756"/>
                <a:gd name="connsiteY2" fmla="*/ 148102 h 169696"/>
                <a:gd name="connsiteX3" fmla="*/ 204027 w 275756"/>
                <a:gd name="connsiteY3" fmla="*/ 161508 h 169696"/>
                <a:gd name="connsiteX4" fmla="*/ 259645 w 275756"/>
                <a:gd name="connsiteY4" fmla="*/ 154911 h 169696"/>
                <a:gd name="connsiteX5" fmla="*/ 262763 w 275756"/>
                <a:gd name="connsiteY5" fmla="*/ 151199 h 169696"/>
                <a:gd name="connsiteX6" fmla="*/ 241105 w 275756"/>
                <a:gd name="connsiteY6" fmla="*/ 124006 h 169696"/>
                <a:gd name="connsiteX7" fmla="*/ 249760 w 275756"/>
                <a:gd name="connsiteY7" fmla="*/ 123560 h 169696"/>
                <a:gd name="connsiteX8" fmla="*/ 270314 w 275756"/>
                <a:gd name="connsiteY8" fmla="*/ 99187 h 169696"/>
                <a:gd name="connsiteX9" fmla="*/ 217857 w 275756"/>
                <a:gd name="connsiteY9" fmla="*/ 83490 h 169696"/>
                <a:gd name="connsiteX10" fmla="*/ 210030 w 275756"/>
                <a:gd name="connsiteY10" fmla="*/ 84975 h 169696"/>
                <a:gd name="connsiteX11" fmla="*/ 191257 w 275756"/>
                <a:gd name="connsiteY11" fmla="*/ 61430 h 169696"/>
                <a:gd name="connsiteX12" fmla="*/ 183303 w 275756"/>
                <a:gd name="connsiteY12" fmla="*/ 59054 h 169696"/>
                <a:gd name="connsiteX13" fmla="*/ 163745 w 275756"/>
                <a:gd name="connsiteY13" fmla="*/ 61366 h 169696"/>
                <a:gd name="connsiteX14" fmla="*/ 175666 w 275756"/>
                <a:gd name="connsiteY14" fmla="*/ 45373 h 169696"/>
                <a:gd name="connsiteX15" fmla="*/ 151421 w 275756"/>
                <a:gd name="connsiteY15" fmla="*/ 25667 h 169696"/>
                <a:gd name="connsiteX16" fmla="*/ 107788 w 275756"/>
                <a:gd name="connsiteY16" fmla="*/ 15909 h 169696"/>
                <a:gd name="connsiteX17" fmla="*/ 68800 w 275756"/>
                <a:gd name="connsiteY17" fmla="*/ 40239 h 169696"/>
                <a:gd name="connsiteX18" fmla="*/ 34882 w 275756"/>
                <a:gd name="connsiteY18" fmla="*/ 53603 h 169696"/>
                <a:gd name="connsiteX19" fmla="*/ 46740 w 275756"/>
                <a:gd name="connsiteY19" fmla="*/ 75260 h 169696"/>
                <a:gd name="connsiteX20" fmla="*/ 19546 w 275756"/>
                <a:gd name="connsiteY20" fmla="*/ 78484 h 169696"/>
                <a:gd name="connsiteX21" fmla="*/ 16428 w 275756"/>
                <a:gd name="connsiteY21" fmla="*/ 82175 h 169696"/>
                <a:gd name="connsiteX22" fmla="*/ 87912 w 275756"/>
                <a:gd name="connsiteY22" fmla="*/ 171966 h 169696"/>
                <a:gd name="connsiteX23" fmla="*/ 95867 w 275756"/>
                <a:gd name="connsiteY23" fmla="*/ 174320 h 169696"/>
                <a:gd name="connsiteX24" fmla="*/ 146861 w 275756"/>
                <a:gd name="connsiteY24" fmla="*/ 168275 h 169696"/>
                <a:gd name="connsiteX25" fmla="*/ 129000 w 275756"/>
                <a:gd name="connsiteY25" fmla="*/ 156757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5756" h="169696">
                  <a:moveTo>
                    <a:pt x="129000" y="156757"/>
                  </a:moveTo>
                  <a:cubicBezTo>
                    <a:pt x="120176" y="145705"/>
                    <a:pt x="129403" y="134781"/>
                    <a:pt x="149597" y="132405"/>
                  </a:cubicBezTo>
                  <a:cubicBezTo>
                    <a:pt x="169727" y="130008"/>
                    <a:pt x="193251" y="137051"/>
                    <a:pt x="202075" y="148102"/>
                  </a:cubicBezTo>
                  <a:cubicBezTo>
                    <a:pt x="205830" y="152833"/>
                    <a:pt x="206297" y="157478"/>
                    <a:pt x="204027" y="161508"/>
                  </a:cubicBezTo>
                  <a:lnTo>
                    <a:pt x="259645" y="154911"/>
                  </a:lnTo>
                  <a:cubicBezTo>
                    <a:pt x="262721" y="154530"/>
                    <a:pt x="264099" y="152896"/>
                    <a:pt x="262763" y="151199"/>
                  </a:cubicBezTo>
                  <a:lnTo>
                    <a:pt x="241105" y="124006"/>
                  </a:lnTo>
                  <a:cubicBezTo>
                    <a:pt x="244012" y="124027"/>
                    <a:pt x="246918" y="123921"/>
                    <a:pt x="249760" y="123560"/>
                  </a:cubicBezTo>
                  <a:cubicBezTo>
                    <a:pt x="269911" y="121184"/>
                    <a:pt x="279117" y="110260"/>
                    <a:pt x="270314" y="99187"/>
                  </a:cubicBezTo>
                  <a:cubicBezTo>
                    <a:pt x="261490" y="88115"/>
                    <a:pt x="238009" y="81115"/>
                    <a:pt x="217857" y="83490"/>
                  </a:cubicBezTo>
                  <a:cubicBezTo>
                    <a:pt x="215015" y="83830"/>
                    <a:pt x="212406" y="84339"/>
                    <a:pt x="210030" y="84975"/>
                  </a:cubicBezTo>
                  <a:lnTo>
                    <a:pt x="191257" y="61430"/>
                  </a:lnTo>
                  <a:cubicBezTo>
                    <a:pt x="189921" y="59733"/>
                    <a:pt x="186378" y="58672"/>
                    <a:pt x="183303" y="59054"/>
                  </a:cubicBezTo>
                  <a:lnTo>
                    <a:pt x="163745" y="61366"/>
                  </a:lnTo>
                  <a:cubicBezTo>
                    <a:pt x="170066" y="55851"/>
                    <a:pt x="175666" y="48851"/>
                    <a:pt x="175666" y="45373"/>
                  </a:cubicBezTo>
                  <a:cubicBezTo>
                    <a:pt x="175666" y="39200"/>
                    <a:pt x="157000" y="29570"/>
                    <a:pt x="151421" y="25667"/>
                  </a:cubicBezTo>
                  <a:cubicBezTo>
                    <a:pt x="145864" y="21742"/>
                    <a:pt x="107788" y="15909"/>
                    <a:pt x="107788" y="15909"/>
                  </a:cubicBezTo>
                  <a:cubicBezTo>
                    <a:pt x="107788" y="15909"/>
                    <a:pt x="84200" y="39221"/>
                    <a:pt x="68800" y="40239"/>
                  </a:cubicBezTo>
                  <a:cubicBezTo>
                    <a:pt x="53379" y="41257"/>
                    <a:pt x="35922" y="43336"/>
                    <a:pt x="34882" y="53603"/>
                  </a:cubicBezTo>
                  <a:cubicBezTo>
                    <a:pt x="34267" y="59733"/>
                    <a:pt x="39209" y="69087"/>
                    <a:pt x="46740" y="75260"/>
                  </a:cubicBezTo>
                  <a:lnTo>
                    <a:pt x="19546" y="78484"/>
                  </a:lnTo>
                  <a:cubicBezTo>
                    <a:pt x="16470" y="78845"/>
                    <a:pt x="15070" y="80500"/>
                    <a:pt x="16428" y="82175"/>
                  </a:cubicBezTo>
                  <a:lnTo>
                    <a:pt x="87912" y="171966"/>
                  </a:lnTo>
                  <a:cubicBezTo>
                    <a:pt x="89249" y="173642"/>
                    <a:pt x="92812" y="174702"/>
                    <a:pt x="95867" y="174320"/>
                  </a:cubicBezTo>
                  <a:lnTo>
                    <a:pt x="146861" y="168275"/>
                  </a:lnTo>
                  <a:cubicBezTo>
                    <a:pt x="139203" y="165433"/>
                    <a:pt x="132754" y="161508"/>
                    <a:pt x="129000" y="15675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9429B5B-A4AE-4A29-AE17-145349FFB590}"/>
                </a:ext>
              </a:extLst>
            </p:cNvPr>
            <p:cNvSpPr/>
            <p:nvPr/>
          </p:nvSpPr>
          <p:spPr>
            <a:xfrm>
              <a:off x="4798668" y="3564830"/>
              <a:ext cx="407246" cy="281940"/>
            </a:xfrm>
            <a:custGeom>
              <a:avLst/>
              <a:gdLst>
                <a:gd name="connsiteX0" fmla="*/ 241181 w 275756"/>
                <a:gd name="connsiteY0" fmla="*/ 95053 h 190908"/>
                <a:gd name="connsiteX1" fmla="*/ 221941 w 275756"/>
                <a:gd name="connsiteY1" fmla="*/ 102116 h 190908"/>
                <a:gd name="connsiteX2" fmla="*/ 169420 w 275756"/>
                <a:gd name="connsiteY2" fmla="*/ 86419 h 190908"/>
                <a:gd name="connsiteX3" fmla="*/ 190017 w 275756"/>
                <a:gd name="connsiteY3" fmla="*/ 62047 h 190908"/>
                <a:gd name="connsiteX4" fmla="*/ 216235 w 275756"/>
                <a:gd name="connsiteY4" fmla="*/ 63701 h 190908"/>
                <a:gd name="connsiteX5" fmla="*/ 191969 w 275756"/>
                <a:gd name="connsiteY5" fmla="*/ 33241 h 190908"/>
                <a:gd name="connsiteX6" fmla="*/ 183993 w 275756"/>
                <a:gd name="connsiteY6" fmla="*/ 30823 h 190908"/>
                <a:gd name="connsiteX7" fmla="*/ 134399 w 275756"/>
                <a:gd name="connsiteY7" fmla="*/ 36698 h 190908"/>
                <a:gd name="connsiteX8" fmla="*/ 131790 w 275756"/>
                <a:gd name="connsiteY8" fmla="*/ 32095 h 190908"/>
                <a:gd name="connsiteX9" fmla="*/ 79269 w 275756"/>
                <a:gd name="connsiteY9" fmla="*/ 16377 h 190908"/>
                <a:gd name="connsiteX10" fmla="*/ 58672 w 275756"/>
                <a:gd name="connsiteY10" fmla="*/ 40750 h 190908"/>
                <a:gd name="connsiteX11" fmla="*/ 63212 w 275756"/>
                <a:gd name="connsiteY11" fmla="*/ 45119 h 190908"/>
                <a:gd name="connsiteX12" fmla="*/ 20257 w 275756"/>
                <a:gd name="connsiteY12" fmla="*/ 50232 h 190908"/>
                <a:gd name="connsiteX13" fmla="*/ 17160 w 275756"/>
                <a:gd name="connsiteY13" fmla="*/ 53965 h 190908"/>
                <a:gd name="connsiteX14" fmla="*/ 53603 w 275756"/>
                <a:gd name="connsiteY14" fmla="*/ 99719 h 190908"/>
                <a:gd name="connsiteX15" fmla="*/ 15909 w 275756"/>
                <a:gd name="connsiteY15" fmla="*/ 141783 h 190908"/>
                <a:gd name="connsiteX16" fmla="*/ 48788 w 275756"/>
                <a:gd name="connsiteY16" fmla="*/ 177737 h 190908"/>
                <a:gd name="connsiteX17" fmla="*/ 105296 w 275756"/>
                <a:gd name="connsiteY17" fmla="*/ 195195 h 190908"/>
                <a:gd name="connsiteX18" fmla="*/ 139193 w 275756"/>
                <a:gd name="connsiteY18" fmla="*/ 182870 h 190908"/>
                <a:gd name="connsiteX19" fmla="*/ 137921 w 275756"/>
                <a:gd name="connsiteY19" fmla="*/ 176019 h 190908"/>
                <a:gd name="connsiteX20" fmla="*/ 187090 w 275756"/>
                <a:gd name="connsiteY20" fmla="*/ 135356 h 190908"/>
                <a:gd name="connsiteX21" fmla="*/ 260356 w 275756"/>
                <a:gd name="connsiteY21" fmla="*/ 126680 h 190908"/>
                <a:gd name="connsiteX22" fmla="*/ 263453 w 275756"/>
                <a:gd name="connsiteY22" fmla="*/ 122947 h 190908"/>
                <a:gd name="connsiteX23" fmla="*/ 241181 w 275756"/>
                <a:gd name="connsiteY23" fmla="*/ 95053 h 190908"/>
                <a:gd name="connsiteX24" fmla="*/ 126805 w 275756"/>
                <a:gd name="connsiteY24" fmla="*/ 151074 h 190908"/>
                <a:gd name="connsiteX25" fmla="*/ 111384 w 275756"/>
                <a:gd name="connsiteY25" fmla="*/ 163398 h 190908"/>
                <a:gd name="connsiteX26" fmla="*/ 116645 w 275756"/>
                <a:gd name="connsiteY26" fmla="*/ 166134 h 190908"/>
                <a:gd name="connsiteX27" fmla="*/ 96557 w 275756"/>
                <a:gd name="connsiteY27" fmla="*/ 146152 h 190908"/>
                <a:gd name="connsiteX28" fmla="*/ 145239 w 275756"/>
                <a:gd name="connsiteY28" fmla="*/ 140383 h 190908"/>
                <a:gd name="connsiteX29" fmla="*/ 126805 w 275756"/>
                <a:gd name="connsiteY29" fmla="*/ 15107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75756" h="190908">
                  <a:moveTo>
                    <a:pt x="241181" y="95053"/>
                  </a:moveTo>
                  <a:cubicBezTo>
                    <a:pt x="237087" y="98510"/>
                    <a:pt x="230554" y="101098"/>
                    <a:pt x="221941" y="102116"/>
                  </a:cubicBezTo>
                  <a:cubicBezTo>
                    <a:pt x="201748" y="104492"/>
                    <a:pt x="178223" y="97471"/>
                    <a:pt x="169420" y="86419"/>
                  </a:cubicBezTo>
                  <a:cubicBezTo>
                    <a:pt x="160596" y="75347"/>
                    <a:pt x="169823" y="64422"/>
                    <a:pt x="190017" y="62047"/>
                  </a:cubicBezTo>
                  <a:cubicBezTo>
                    <a:pt x="198629" y="61007"/>
                    <a:pt x="207814" y="61729"/>
                    <a:pt x="216235" y="63701"/>
                  </a:cubicBezTo>
                  <a:lnTo>
                    <a:pt x="191969" y="33241"/>
                  </a:lnTo>
                  <a:cubicBezTo>
                    <a:pt x="190632" y="31544"/>
                    <a:pt x="187048" y="30462"/>
                    <a:pt x="183993" y="30823"/>
                  </a:cubicBezTo>
                  <a:lnTo>
                    <a:pt x="134399" y="36698"/>
                  </a:lnTo>
                  <a:cubicBezTo>
                    <a:pt x="133827" y="35192"/>
                    <a:pt x="133042" y="33644"/>
                    <a:pt x="131790" y="32095"/>
                  </a:cubicBezTo>
                  <a:cubicBezTo>
                    <a:pt x="122966" y="21023"/>
                    <a:pt x="99463" y="13980"/>
                    <a:pt x="79269" y="16377"/>
                  </a:cubicBezTo>
                  <a:cubicBezTo>
                    <a:pt x="59075" y="18774"/>
                    <a:pt x="49848" y="29698"/>
                    <a:pt x="58672" y="40750"/>
                  </a:cubicBezTo>
                  <a:cubicBezTo>
                    <a:pt x="59903" y="42320"/>
                    <a:pt x="61451" y="43762"/>
                    <a:pt x="63212" y="45119"/>
                  </a:cubicBezTo>
                  <a:lnTo>
                    <a:pt x="20257" y="50232"/>
                  </a:lnTo>
                  <a:cubicBezTo>
                    <a:pt x="17182" y="50613"/>
                    <a:pt x="15824" y="52268"/>
                    <a:pt x="17160" y="53965"/>
                  </a:cubicBezTo>
                  <a:lnTo>
                    <a:pt x="53603" y="99719"/>
                  </a:lnTo>
                  <a:cubicBezTo>
                    <a:pt x="38818" y="110071"/>
                    <a:pt x="15909" y="141783"/>
                    <a:pt x="15909" y="141783"/>
                  </a:cubicBezTo>
                  <a:cubicBezTo>
                    <a:pt x="16927" y="147955"/>
                    <a:pt x="28233" y="170546"/>
                    <a:pt x="48788" y="177737"/>
                  </a:cubicBezTo>
                  <a:cubicBezTo>
                    <a:pt x="69342" y="184928"/>
                    <a:pt x="88857" y="197252"/>
                    <a:pt x="105296" y="195195"/>
                  </a:cubicBezTo>
                  <a:cubicBezTo>
                    <a:pt x="121736" y="193137"/>
                    <a:pt x="140211" y="189043"/>
                    <a:pt x="139193" y="182870"/>
                  </a:cubicBezTo>
                  <a:cubicBezTo>
                    <a:pt x="138811" y="180622"/>
                    <a:pt x="138705" y="178225"/>
                    <a:pt x="137921" y="176019"/>
                  </a:cubicBezTo>
                  <a:cubicBezTo>
                    <a:pt x="142757" y="171649"/>
                    <a:pt x="176378" y="144116"/>
                    <a:pt x="187090" y="135356"/>
                  </a:cubicBezTo>
                  <a:lnTo>
                    <a:pt x="260356" y="126680"/>
                  </a:lnTo>
                  <a:cubicBezTo>
                    <a:pt x="263432" y="126319"/>
                    <a:pt x="264790" y="124622"/>
                    <a:pt x="263453" y="122947"/>
                  </a:cubicBezTo>
                  <a:lnTo>
                    <a:pt x="241181" y="95053"/>
                  </a:lnTo>
                  <a:close/>
                  <a:moveTo>
                    <a:pt x="126805" y="151074"/>
                  </a:moveTo>
                  <a:cubicBezTo>
                    <a:pt x="122690" y="154149"/>
                    <a:pt x="111384" y="163398"/>
                    <a:pt x="111384" y="163398"/>
                  </a:cubicBezTo>
                  <a:lnTo>
                    <a:pt x="116645" y="166134"/>
                  </a:lnTo>
                  <a:cubicBezTo>
                    <a:pt x="106187" y="162592"/>
                    <a:pt x="105106" y="154234"/>
                    <a:pt x="96557" y="146152"/>
                  </a:cubicBezTo>
                  <a:lnTo>
                    <a:pt x="145239" y="140383"/>
                  </a:lnTo>
                  <a:cubicBezTo>
                    <a:pt x="137242" y="144519"/>
                    <a:pt x="129160" y="149292"/>
                    <a:pt x="126805" y="15107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0E4AA0C-267B-478F-9307-AC9103EE82A3}"/>
                </a:ext>
              </a:extLst>
            </p:cNvPr>
            <p:cNvSpPr/>
            <p:nvPr/>
          </p:nvSpPr>
          <p:spPr>
            <a:xfrm>
              <a:off x="5164916" y="2872043"/>
              <a:ext cx="156633" cy="62653"/>
            </a:xfrm>
            <a:custGeom>
              <a:avLst/>
              <a:gdLst>
                <a:gd name="connsiteX0" fmla="*/ 82065 w 106060"/>
                <a:gd name="connsiteY0" fmla="*/ 15909 h 42424"/>
                <a:gd name="connsiteX1" fmla="*/ 33192 w 106060"/>
                <a:gd name="connsiteY1" fmla="*/ 18242 h 42424"/>
                <a:gd name="connsiteX2" fmla="*/ 17750 w 106060"/>
                <a:gd name="connsiteY2" fmla="*/ 18964 h 42424"/>
                <a:gd name="connsiteX3" fmla="*/ 17495 w 106060"/>
                <a:gd name="connsiteY3" fmla="*/ 34979 h 42424"/>
                <a:gd name="connsiteX4" fmla="*/ 70398 w 106060"/>
                <a:gd name="connsiteY4" fmla="*/ 38521 h 42424"/>
                <a:gd name="connsiteX5" fmla="*/ 90231 w 106060"/>
                <a:gd name="connsiteY5" fmla="*/ 38245 h 42424"/>
                <a:gd name="connsiteX6" fmla="*/ 82065 w 106060"/>
                <a:gd name="connsiteY6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60" h="42424">
                  <a:moveTo>
                    <a:pt x="82065" y="15909"/>
                  </a:moveTo>
                  <a:cubicBezTo>
                    <a:pt x="82065" y="15909"/>
                    <a:pt x="40341" y="17670"/>
                    <a:pt x="33192" y="18242"/>
                  </a:cubicBezTo>
                  <a:cubicBezTo>
                    <a:pt x="26044" y="18815"/>
                    <a:pt x="17750" y="18964"/>
                    <a:pt x="17750" y="18964"/>
                  </a:cubicBezTo>
                  <a:cubicBezTo>
                    <a:pt x="17750" y="18964"/>
                    <a:pt x="13783" y="34215"/>
                    <a:pt x="17495" y="34979"/>
                  </a:cubicBezTo>
                  <a:cubicBezTo>
                    <a:pt x="21165" y="35742"/>
                    <a:pt x="55847" y="37609"/>
                    <a:pt x="70398" y="38521"/>
                  </a:cubicBezTo>
                  <a:cubicBezTo>
                    <a:pt x="84950" y="39433"/>
                    <a:pt x="90231" y="38245"/>
                    <a:pt x="90231" y="38245"/>
                  </a:cubicBezTo>
                  <a:lnTo>
                    <a:pt x="82065" y="15909"/>
                  </a:ln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0B0600-7479-4555-B2C8-882348EE4837}"/>
                </a:ext>
              </a:extLst>
            </p:cNvPr>
            <p:cNvSpPr/>
            <p:nvPr/>
          </p:nvSpPr>
          <p:spPr>
            <a:xfrm>
              <a:off x="5259633" y="2833208"/>
              <a:ext cx="156633" cy="93980"/>
            </a:xfrm>
            <a:custGeom>
              <a:avLst/>
              <a:gdLst>
                <a:gd name="connsiteX0" fmla="*/ 94144 w 106060"/>
                <a:gd name="connsiteY0" fmla="*/ 31005 h 63636"/>
                <a:gd name="connsiteX1" fmla="*/ 26096 w 106060"/>
                <a:gd name="connsiteY1" fmla="*/ 64542 h 63636"/>
                <a:gd name="connsiteX2" fmla="*/ 22045 w 106060"/>
                <a:gd name="connsiteY2" fmla="*/ 39087 h 63636"/>
                <a:gd name="connsiteX3" fmla="*/ 72869 w 106060"/>
                <a:gd name="connsiteY3" fmla="*/ 16475 h 63636"/>
                <a:gd name="connsiteX4" fmla="*/ 94144 w 106060"/>
                <a:gd name="connsiteY4" fmla="*/ 3100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60" h="63636">
                  <a:moveTo>
                    <a:pt x="94144" y="31005"/>
                  </a:moveTo>
                  <a:lnTo>
                    <a:pt x="26096" y="64542"/>
                  </a:lnTo>
                  <a:cubicBezTo>
                    <a:pt x="26096" y="64542"/>
                    <a:pt x="6178" y="47551"/>
                    <a:pt x="22045" y="39087"/>
                  </a:cubicBezTo>
                  <a:cubicBezTo>
                    <a:pt x="37890" y="30581"/>
                    <a:pt x="58126" y="12487"/>
                    <a:pt x="72869" y="16475"/>
                  </a:cubicBezTo>
                  <a:cubicBezTo>
                    <a:pt x="87653" y="20421"/>
                    <a:pt x="94144" y="31005"/>
                    <a:pt x="94144" y="31005"/>
                  </a:cubicBez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D95B487-C8E6-4A93-AAA7-3352D80072D2}"/>
                </a:ext>
              </a:extLst>
            </p:cNvPr>
            <p:cNvSpPr/>
            <p:nvPr/>
          </p:nvSpPr>
          <p:spPr>
            <a:xfrm>
              <a:off x="5369879" y="3116924"/>
              <a:ext cx="93980" cy="313266"/>
            </a:xfrm>
            <a:custGeom>
              <a:avLst/>
              <a:gdLst>
                <a:gd name="connsiteX0" fmla="*/ 33579 w 63636"/>
                <a:gd name="connsiteY0" fmla="*/ 184651 h 212120"/>
                <a:gd name="connsiteX1" fmla="*/ 44821 w 63636"/>
                <a:gd name="connsiteY1" fmla="*/ 162145 h 212120"/>
                <a:gd name="connsiteX2" fmla="*/ 45500 w 63636"/>
                <a:gd name="connsiteY2" fmla="*/ 157372 h 212120"/>
                <a:gd name="connsiteX3" fmla="*/ 44206 w 63636"/>
                <a:gd name="connsiteY3" fmla="*/ 148802 h 212120"/>
                <a:gd name="connsiteX4" fmla="*/ 47176 w 63636"/>
                <a:gd name="connsiteY4" fmla="*/ 109242 h 212120"/>
                <a:gd name="connsiteX5" fmla="*/ 50273 w 63636"/>
                <a:gd name="connsiteY5" fmla="*/ 69109 h 212120"/>
                <a:gd name="connsiteX6" fmla="*/ 53454 w 63636"/>
                <a:gd name="connsiteY6" fmla="*/ 15909 h 212120"/>
                <a:gd name="connsiteX7" fmla="*/ 15909 w 63636"/>
                <a:gd name="connsiteY7" fmla="*/ 31988 h 212120"/>
                <a:gd name="connsiteX8" fmla="*/ 22421 w 63636"/>
                <a:gd name="connsiteY8" fmla="*/ 91742 h 212120"/>
                <a:gd name="connsiteX9" fmla="*/ 24245 w 63636"/>
                <a:gd name="connsiteY9" fmla="*/ 109603 h 212120"/>
                <a:gd name="connsiteX10" fmla="*/ 29358 w 63636"/>
                <a:gd name="connsiteY10" fmla="*/ 145493 h 212120"/>
                <a:gd name="connsiteX11" fmla="*/ 27618 w 63636"/>
                <a:gd name="connsiteY11" fmla="*/ 168466 h 212120"/>
                <a:gd name="connsiteX12" fmla="*/ 22167 w 63636"/>
                <a:gd name="connsiteY12" fmla="*/ 181766 h 212120"/>
                <a:gd name="connsiteX13" fmla="*/ 18667 w 63636"/>
                <a:gd name="connsiteY13" fmla="*/ 190781 h 212120"/>
                <a:gd name="connsiteX14" fmla="*/ 18985 w 63636"/>
                <a:gd name="connsiteY14" fmla="*/ 194960 h 212120"/>
                <a:gd name="connsiteX15" fmla="*/ 33579 w 63636"/>
                <a:gd name="connsiteY15" fmla="*/ 184651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36" h="212120">
                  <a:moveTo>
                    <a:pt x="33579" y="184651"/>
                  </a:moveTo>
                  <a:cubicBezTo>
                    <a:pt x="37948" y="173599"/>
                    <a:pt x="42742" y="164733"/>
                    <a:pt x="44821" y="162145"/>
                  </a:cubicBezTo>
                  <a:cubicBezTo>
                    <a:pt x="45818" y="160893"/>
                    <a:pt x="45776" y="159005"/>
                    <a:pt x="45500" y="157372"/>
                  </a:cubicBezTo>
                  <a:cubicBezTo>
                    <a:pt x="45033" y="156205"/>
                    <a:pt x="44248" y="150033"/>
                    <a:pt x="44206" y="148802"/>
                  </a:cubicBezTo>
                  <a:cubicBezTo>
                    <a:pt x="44100" y="145833"/>
                    <a:pt x="48576" y="119424"/>
                    <a:pt x="47176" y="109242"/>
                  </a:cubicBezTo>
                  <a:cubicBezTo>
                    <a:pt x="45754" y="99124"/>
                    <a:pt x="49339" y="75685"/>
                    <a:pt x="50273" y="69109"/>
                  </a:cubicBezTo>
                  <a:cubicBezTo>
                    <a:pt x="51121" y="62469"/>
                    <a:pt x="53454" y="15909"/>
                    <a:pt x="53454" y="15909"/>
                  </a:cubicBezTo>
                  <a:lnTo>
                    <a:pt x="15909" y="31988"/>
                  </a:lnTo>
                  <a:cubicBezTo>
                    <a:pt x="15909" y="31988"/>
                    <a:pt x="21615" y="88115"/>
                    <a:pt x="22421" y="91742"/>
                  </a:cubicBezTo>
                  <a:cubicBezTo>
                    <a:pt x="23291" y="95348"/>
                    <a:pt x="24245" y="109603"/>
                    <a:pt x="24245" y="109603"/>
                  </a:cubicBezTo>
                  <a:cubicBezTo>
                    <a:pt x="24245" y="109603"/>
                    <a:pt x="29103" y="136754"/>
                    <a:pt x="29358" y="145493"/>
                  </a:cubicBezTo>
                  <a:cubicBezTo>
                    <a:pt x="29676" y="154211"/>
                    <a:pt x="27618" y="168466"/>
                    <a:pt x="27618" y="168466"/>
                  </a:cubicBezTo>
                  <a:cubicBezTo>
                    <a:pt x="27618" y="168466"/>
                    <a:pt x="24733" y="171499"/>
                    <a:pt x="22167" y="181766"/>
                  </a:cubicBezTo>
                  <a:cubicBezTo>
                    <a:pt x="21297" y="185202"/>
                    <a:pt x="19982" y="188193"/>
                    <a:pt x="18667" y="190781"/>
                  </a:cubicBezTo>
                  <a:cubicBezTo>
                    <a:pt x="18667" y="192202"/>
                    <a:pt x="18688" y="193623"/>
                    <a:pt x="18985" y="194960"/>
                  </a:cubicBezTo>
                  <a:cubicBezTo>
                    <a:pt x="20258" y="201111"/>
                    <a:pt x="29167" y="195745"/>
                    <a:pt x="33579" y="184651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7643322-7413-4DBF-A0F4-454179A900C2}"/>
                </a:ext>
              </a:extLst>
            </p:cNvPr>
            <p:cNvSpPr/>
            <p:nvPr/>
          </p:nvSpPr>
          <p:spPr>
            <a:xfrm>
              <a:off x="5364878" y="3325811"/>
              <a:ext cx="93980" cy="125307"/>
            </a:xfrm>
            <a:custGeom>
              <a:avLst/>
              <a:gdLst>
                <a:gd name="connsiteX0" fmla="*/ 17026 w 63636"/>
                <a:gd name="connsiteY0" fmla="*/ 68260 h 84848"/>
                <a:gd name="connsiteX1" fmla="*/ 25893 w 63636"/>
                <a:gd name="connsiteY1" fmla="*/ 72545 h 84848"/>
                <a:gd name="connsiteX2" fmla="*/ 42396 w 63636"/>
                <a:gd name="connsiteY2" fmla="*/ 63784 h 84848"/>
                <a:gd name="connsiteX3" fmla="*/ 44538 w 63636"/>
                <a:gd name="connsiteY3" fmla="*/ 41194 h 84848"/>
                <a:gd name="connsiteX4" fmla="*/ 46405 w 63636"/>
                <a:gd name="connsiteY4" fmla="*/ 54218 h 84848"/>
                <a:gd name="connsiteX5" fmla="*/ 47996 w 63636"/>
                <a:gd name="connsiteY5" fmla="*/ 58503 h 84848"/>
                <a:gd name="connsiteX6" fmla="*/ 51241 w 63636"/>
                <a:gd name="connsiteY6" fmla="*/ 57676 h 84848"/>
                <a:gd name="connsiteX7" fmla="*/ 51008 w 63636"/>
                <a:gd name="connsiteY7" fmla="*/ 38415 h 84848"/>
                <a:gd name="connsiteX8" fmla="*/ 51538 w 63636"/>
                <a:gd name="connsiteY8" fmla="*/ 20554 h 84848"/>
                <a:gd name="connsiteX9" fmla="*/ 48908 w 63636"/>
                <a:gd name="connsiteY9" fmla="*/ 15909 h 84848"/>
                <a:gd name="connsiteX10" fmla="*/ 48229 w 63636"/>
                <a:gd name="connsiteY10" fmla="*/ 20682 h 84848"/>
                <a:gd name="connsiteX11" fmla="*/ 36987 w 63636"/>
                <a:gd name="connsiteY11" fmla="*/ 43188 h 84848"/>
                <a:gd name="connsiteX12" fmla="*/ 22393 w 63636"/>
                <a:gd name="connsiteY12" fmla="*/ 53497 h 84848"/>
                <a:gd name="connsiteX13" fmla="*/ 22075 w 63636"/>
                <a:gd name="connsiteY13" fmla="*/ 49318 h 84848"/>
                <a:gd name="connsiteX14" fmla="*/ 16708 w 63636"/>
                <a:gd name="connsiteY14" fmla="*/ 58079 h 84848"/>
                <a:gd name="connsiteX15" fmla="*/ 17026 w 63636"/>
                <a:gd name="connsiteY15" fmla="*/ 68260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36" h="84848">
                  <a:moveTo>
                    <a:pt x="17026" y="68260"/>
                  </a:moveTo>
                  <a:cubicBezTo>
                    <a:pt x="19275" y="71845"/>
                    <a:pt x="23644" y="72375"/>
                    <a:pt x="25893" y="72545"/>
                  </a:cubicBezTo>
                  <a:cubicBezTo>
                    <a:pt x="29775" y="72969"/>
                    <a:pt x="42523" y="70382"/>
                    <a:pt x="42396" y="63784"/>
                  </a:cubicBezTo>
                  <a:cubicBezTo>
                    <a:pt x="42162" y="57272"/>
                    <a:pt x="43159" y="43357"/>
                    <a:pt x="44538" y="41194"/>
                  </a:cubicBezTo>
                  <a:cubicBezTo>
                    <a:pt x="45875" y="38945"/>
                    <a:pt x="46405" y="54218"/>
                    <a:pt x="46405" y="54218"/>
                  </a:cubicBezTo>
                  <a:lnTo>
                    <a:pt x="47996" y="58503"/>
                  </a:lnTo>
                  <a:cubicBezTo>
                    <a:pt x="47996" y="58503"/>
                    <a:pt x="51305" y="59521"/>
                    <a:pt x="51241" y="57676"/>
                  </a:cubicBezTo>
                  <a:cubicBezTo>
                    <a:pt x="51199" y="55872"/>
                    <a:pt x="49693" y="43124"/>
                    <a:pt x="51008" y="38415"/>
                  </a:cubicBezTo>
                  <a:cubicBezTo>
                    <a:pt x="52302" y="33621"/>
                    <a:pt x="53447" y="23397"/>
                    <a:pt x="51538" y="20554"/>
                  </a:cubicBezTo>
                  <a:cubicBezTo>
                    <a:pt x="50435" y="18963"/>
                    <a:pt x="49587" y="17415"/>
                    <a:pt x="48908" y="15909"/>
                  </a:cubicBezTo>
                  <a:cubicBezTo>
                    <a:pt x="49205" y="17542"/>
                    <a:pt x="49247" y="19430"/>
                    <a:pt x="48229" y="20682"/>
                  </a:cubicBezTo>
                  <a:cubicBezTo>
                    <a:pt x="46150" y="23270"/>
                    <a:pt x="41356" y="32136"/>
                    <a:pt x="36987" y="43188"/>
                  </a:cubicBezTo>
                  <a:cubicBezTo>
                    <a:pt x="32575" y="54282"/>
                    <a:pt x="23666" y="59648"/>
                    <a:pt x="22393" y="53497"/>
                  </a:cubicBezTo>
                  <a:cubicBezTo>
                    <a:pt x="22096" y="52160"/>
                    <a:pt x="22075" y="50760"/>
                    <a:pt x="22075" y="49318"/>
                  </a:cubicBezTo>
                  <a:cubicBezTo>
                    <a:pt x="19465" y="54579"/>
                    <a:pt x="16708" y="58079"/>
                    <a:pt x="16708" y="58079"/>
                  </a:cubicBezTo>
                  <a:cubicBezTo>
                    <a:pt x="16708" y="58079"/>
                    <a:pt x="14714" y="64654"/>
                    <a:pt x="17026" y="68260"/>
                  </a:cubicBezTo>
                  <a:close/>
                </a:path>
              </a:pathLst>
            </a:custGeom>
            <a:solidFill>
              <a:srgbClr val="9E206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C6B4D69-388B-4132-AF4C-BC945B894C44}"/>
                </a:ext>
              </a:extLst>
            </p:cNvPr>
            <p:cNvSpPr/>
            <p:nvPr/>
          </p:nvSpPr>
          <p:spPr>
            <a:xfrm>
              <a:off x="5293331" y="3100477"/>
              <a:ext cx="93980" cy="281940"/>
            </a:xfrm>
            <a:custGeom>
              <a:avLst/>
              <a:gdLst>
                <a:gd name="connsiteX0" fmla="*/ 31342 w 63636"/>
                <a:gd name="connsiteY0" fmla="*/ 170545 h 190908"/>
                <a:gd name="connsiteX1" fmla="*/ 44366 w 63636"/>
                <a:gd name="connsiteY1" fmla="*/ 148972 h 190908"/>
                <a:gd name="connsiteX2" fmla="*/ 45448 w 63636"/>
                <a:gd name="connsiteY2" fmla="*/ 144305 h 190908"/>
                <a:gd name="connsiteX3" fmla="*/ 44769 w 63636"/>
                <a:gd name="connsiteY3" fmla="*/ 135545 h 190908"/>
                <a:gd name="connsiteX4" fmla="*/ 50836 w 63636"/>
                <a:gd name="connsiteY4" fmla="*/ 96430 h 190908"/>
                <a:gd name="connsiteX5" fmla="*/ 57114 w 63636"/>
                <a:gd name="connsiteY5" fmla="*/ 56700 h 190908"/>
                <a:gd name="connsiteX6" fmla="*/ 57560 w 63636"/>
                <a:gd name="connsiteY6" fmla="*/ 15909 h 190908"/>
                <a:gd name="connsiteX7" fmla="*/ 25848 w 63636"/>
                <a:gd name="connsiteY7" fmla="*/ 16991 h 190908"/>
                <a:gd name="connsiteX8" fmla="*/ 27651 w 63636"/>
                <a:gd name="connsiteY8" fmla="*/ 77021 h 190908"/>
                <a:gd name="connsiteX9" fmla="*/ 28012 w 63636"/>
                <a:gd name="connsiteY9" fmla="*/ 95009 h 190908"/>
                <a:gd name="connsiteX10" fmla="*/ 30281 w 63636"/>
                <a:gd name="connsiteY10" fmla="*/ 131133 h 190908"/>
                <a:gd name="connsiteX11" fmla="*/ 26654 w 63636"/>
                <a:gd name="connsiteY11" fmla="*/ 153957 h 190908"/>
                <a:gd name="connsiteX12" fmla="*/ 20248 w 63636"/>
                <a:gd name="connsiteY12" fmla="*/ 166811 h 190908"/>
                <a:gd name="connsiteX13" fmla="*/ 16027 w 63636"/>
                <a:gd name="connsiteY13" fmla="*/ 175487 h 190908"/>
                <a:gd name="connsiteX14" fmla="*/ 16005 w 63636"/>
                <a:gd name="connsiteY14" fmla="*/ 179687 h 190908"/>
                <a:gd name="connsiteX15" fmla="*/ 31342 w 63636"/>
                <a:gd name="connsiteY15" fmla="*/ 170545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36" h="190908">
                  <a:moveTo>
                    <a:pt x="31342" y="170545"/>
                  </a:moveTo>
                  <a:cubicBezTo>
                    <a:pt x="36560" y="159875"/>
                    <a:pt x="42054" y="151390"/>
                    <a:pt x="44366" y="148972"/>
                  </a:cubicBezTo>
                  <a:cubicBezTo>
                    <a:pt x="45405" y="147827"/>
                    <a:pt x="45554" y="146002"/>
                    <a:pt x="45448" y="144305"/>
                  </a:cubicBezTo>
                  <a:cubicBezTo>
                    <a:pt x="45024" y="143011"/>
                    <a:pt x="44705" y="136881"/>
                    <a:pt x="44769" y="135545"/>
                  </a:cubicBezTo>
                  <a:cubicBezTo>
                    <a:pt x="44896" y="132681"/>
                    <a:pt x="51472" y="106696"/>
                    <a:pt x="50836" y="96430"/>
                  </a:cubicBezTo>
                  <a:cubicBezTo>
                    <a:pt x="50242" y="86227"/>
                    <a:pt x="55693" y="63169"/>
                    <a:pt x="57114" y="56700"/>
                  </a:cubicBezTo>
                  <a:cubicBezTo>
                    <a:pt x="58493" y="50166"/>
                    <a:pt x="57560" y="15909"/>
                    <a:pt x="57560" y="15909"/>
                  </a:cubicBezTo>
                  <a:lnTo>
                    <a:pt x="25848" y="16991"/>
                  </a:lnTo>
                  <a:cubicBezTo>
                    <a:pt x="25848" y="16991"/>
                    <a:pt x="27078" y="73351"/>
                    <a:pt x="27651" y="77021"/>
                  </a:cubicBezTo>
                  <a:cubicBezTo>
                    <a:pt x="28181" y="80691"/>
                    <a:pt x="28012" y="95009"/>
                    <a:pt x="28012" y="95009"/>
                  </a:cubicBezTo>
                  <a:cubicBezTo>
                    <a:pt x="28012" y="95009"/>
                    <a:pt x="30727" y="122436"/>
                    <a:pt x="30281" y="131133"/>
                  </a:cubicBezTo>
                  <a:cubicBezTo>
                    <a:pt x="29878" y="139893"/>
                    <a:pt x="26654" y="153957"/>
                    <a:pt x="26654" y="153957"/>
                  </a:cubicBezTo>
                  <a:cubicBezTo>
                    <a:pt x="26654" y="153957"/>
                    <a:pt x="23642" y="156693"/>
                    <a:pt x="20248" y="166811"/>
                  </a:cubicBezTo>
                  <a:cubicBezTo>
                    <a:pt x="19102" y="170142"/>
                    <a:pt x="17554" y="172963"/>
                    <a:pt x="16027" y="175487"/>
                  </a:cubicBezTo>
                  <a:cubicBezTo>
                    <a:pt x="15921" y="176951"/>
                    <a:pt x="15836" y="178329"/>
                    <a:pt x="16005" y="179687"/>
                  </a:cubicBezTo>
                  <a:cubicBezTo>
                    <a:pt x="16769" y="185881"/>
                    <a:pt x="26102" y="181257"/>
                    <a:pt x="31342" y="170545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E9C3977-B759-409D-9FE1-D2D09ED6C918}"/>
                </a:ext>
              </a:extLst>
            </p:cNvPr>
            <p:cNvSpPr/>
            <p:nvPr/>
          </p:nvSpPr>
          <p:spPr>
            <a:xfrm>
              <a:off x="5282686" y="3290067"/>
              <a:ext cx="93980" cy="125307"/>
            </a:xfrm>
            <a:custGeom>
              <a:avLst/>
              <a:gdLst>
                <a:gd name="connsiteX0" fmla="*/ 16680 w 63636"/>
                <a:gd name="connsiteY0" fmla="*/ 65545 h 84848"/>
                <a:gd name="connsiteX1" fmla="*/ 25207 w 63636"/>
                <a:gd name="connsiteY1" fmla="*/ 70572 h 84848"/>
                <a:gd name="connsiteX2" fmla="*/ 42304 w 63636"/>
                <a:gd name="connsiteY2" fmla="*/ 63127 h 84848"/>
                <a:gd name="connsiteX3" fmla="*/ 46271 w 63636"/>
                <a:gd name="connsiteY3" fmla="*/ 40727 h 84848"/>
                <a:gd name="connsiteX4" fmla="*/ 47162 w 63636"/>
                <a:gd name="connsiteY4" fmla="*/ 53836 h 84848"/>
                <a:gd name="connsiteX5" fmla="*/ 48371 w 63636"/>
                <a:gd name="connsiteY5" fmla="*/ 58312 h 84848"/>
                <a:gd name="connsiteX6" fmla="*/ 51680 w 63636"/>
                <a:gd name="connsiteY6" fmla="*/ 57718 h 84848"/>
                <a:gd name="connsiteX7" fmla="*/ 52974 w 63636"/>
                <a:gd name="connsiteY7" fmla="*/ 38500 h 84848"/>
                <a:gd name="connsiteX8" fmla="*/ 54947 w 63636"/>
                <a:gd name="connsiteY8" fmla="*/ 20724 h 84848"/>
                <a:gd name="connsiteX9" fmla="*/ 52698 w 63636"/>
                <a:gd name="connsiteY9" fmla="*/ 15909 h 84848"/>
                <a:gd name="connsiteX10" fmla="*/ 51616 w 63636"/>
                <a:gd name="connsiteY10" fmla="*/ 20576 h 84848"/>
                <a:gd name="connsiteX11" fmla="*/ 38592 w 63636"/>
                <a:gd name="connsiteY11" fmla="*/ 42148 h 84848"/>
                <a:gd name="connsiteX12" fmla="*/ 23213 w 63636"/>
                <a:gd name="connsiteY12" fmla="*/ 51269 h 84848"/>
                <a:gd name="connsiteX13" fmla="*/ 23235 w 63636"/>
                <a:gd name="connsiteY13" fmla="*/ 47069 h 84848"/>
                <a:gd name="connsiteX14" fmla="*/ 17189 w 63636"/>
                <a:gd name="connsiteY14" fmla="*/ 55385 h 84848"/>
                <a:gd name="connsiteX15" fmla="*/ 16680 w 63636"/>
                <a:gd name="connsiteY15" fmla="*/ 65545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636" h="84848">
                  <a:moveTo>
                    <a:pt x="16680" y="65545"/>
                  </a:moveTo>
                  <a:cubicBezTo>
                    <a:pt x="18653" y="69278"/>
                    <a:pt x="22938" y="70191"/>
                    <a:pt x="25207" y="70572"/>
                  </a:cubicBezTo>
                  <a:cubicBezTo>
                    <a:pt x="29047" y="71230"/>
                    <a:pt x="41944" y="69639"/>
                    <a:pt x="42304" y="63127"/>
                  </a:cubicBezTo>
                  <a:cubicBezTo>
                    <a:pt x="42622" y="56594"/>
                    <a:pt x="44722" y="42848"/>
                    <a:pt x="46271" y="40727"/>
                  </a:cubicBezTo>
                  <a:cubicBezTo>
                    <a:pt x="47841" y="38542"/>
                    <a:pt x="47162" y="53836"/>
                    <a:pt x="47162" y="53836"/>
                  </a:cubicBezTo>
                  <a:lnTo>
                    <a:pt x="48371" y="58312"/>
                  </a:lnTo>
                  <a:cubicBezTo>
                    <a:pt x="48371" y="58312"/>
                    <a:pt x="51616" y="59542"/>
                    <a:pt x="51680" y="57718"/>
                  </a:cubicBezTo>
                  <a:cubicBezTo>
                    <a:pt x="51765" y="55894"/>
                    <a:pt x="51277" y="43145"/>
                    <a:pt x="52974" y="38500"/>
                  </a:cubicBezTo>
                  <a:cubicBezTo>
                    <a:pt x="54607" y="33833"/>
                    <a:pt x="56537" y="23736"/>
                    <a:pt x="54947" y="20724"/>
                  </a:cubicBezTo>
                  <a:cubicBezTo>
                    <a:pt x="53992" y="18985"/>
                    <a:pt x="53228" y="17436"/>
                    <a:pt x="52698" y="15909"/>
                  </a:cubicBezTo>
                  <a:cubicBezTo>
                    <a:pt x="52804" y="17606"/>
                    <a:pt x="52677" y="19430"/>
                    <a:pt x="51616" y="20576"/>
                  </a:cubicBezTo>
                  <a:cubicBezTo>
                    <a:pt x="49304" y="22994"/>
                    <a:pt x="43810" y="31479"/>
                    <a:pt x="38592" y="42148"/>
                  </a:cubicBezTo>
                  <a:cubicBezTo>
                    <a:pt x="33353" y="52860"/>
                    <a:pt x="24019" y="57506"/>
                    <a:pt x="23213" y="51269"/>
                  </a:cubicBezTo>
                  <a:cubicBezTo>
                    <a:pt x="23065" y="49912"/>
                    <a:pt x="23150" y="48533"/>
                    <a:pt x="23235" y="47069"/>
                  </a:cubicBezTo>
                  <a:cubicBezTo>
                    <a:pt x="20201" y="52118"/>
                    <a:pt x="17189" y="55385"/>
                    <a:pt x="17189" y="55385"/>
                  </a:cubicBezTo>
                  <a:cubicBezTo>
                    <a:pt x="17189" y="55385"/>
                    <a:pt x="14686" y="61812"/>
                    <a:pt x="16680" y="65545"/>
                  </a:cubicBezTo>
                  <a:close/>
                </a:path>
              </a:pathLst>
            </a:custGeom>
            <a:solidFill>
              <a:srgbClr val="9E206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DF6EED4-5E7B-449E-8B73-98AD6B85519B}"/>
                </a:ext>
              </a:extLst>
            </p:cNvPr>
            <p:cNvSpPr/>
            <p:nvPr/>
          </p:nvSpPr>
          <p:spPr>
            <a:xfrm>
              <a:off x="5301751" y="2821926"/>
              <a:ext cx="93980" cy="156633"/>
            </a:xfrm>
            <a:custGeom>
              <a:avLst/>
              <a:gdLst>
                <a:gd name="connsiteX0" fmla="*/ 51328 w 63636"/>
                <a:gd name="connsiteY0" fmla="*/ 15927 h 106060"/>
                <a:gd name="connsiteX1" fmla="*/ 39174 w 63636"/>
                <a:gd name="connsiteY1" fmla="*/ 90826 h 106060"/>
                <a:gd name="connsiteX2" fmla="*/ 16053 w 63636"/>
                <a:gd name="connsiteY2" fmla="*/ 79350 h 106060"/>
                <a:gd name="connsiteX3" fmla="*/ 27125 w 63636"/>
                <a:gd name="connsiteY3" fmla="*/ 24814 h 106060"/>
                <a:gd name="connsiteX4" fmla="*/ 51328 w 63636"/>
                <a:gd name="connsiteY4" fmla="*/ 15927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36" h="106060">
                  <a:moveTo>
                    <a:pt x="51328" y="15927"/>
                  </a:moveTo>
                  <a:lnTo>
                    <a:pt x="39174" y="90826"/>
                  </a:lnTo>
                  <a:cubicBezTo>
                    <a:pt x="39174" y="90826"/>
                    <a:pt x="13783" y="97190"/>
                    <a:pt x="16053" y="79350"/>
                  </a:cubicBezTo>
                  <a:cubicBezTo>
                    <a:pt x="18301" y="61511"/>
                    <a:pt x="15310" y="34508"/>
                    <a:pt x="27125" y="24814"/>
                  </a:cubicBezTo>
                  <a:cubicBezTo>
                    <a:pt x="38962" y="15099"/>
                    <a:pt x="51328" y="15927"/>
                    <a:pt x="51328" y="15927"/>
                  </a:cubicBez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0764684-57A2-4189-B4A9-C55125D55BC9}"/>
                </a:ext>
              </a:extLst>
            </p:cNvPr>
            <p:cNvSpPr/>
            <p:nvPr/>
          </p:nvSpPr>
          <p:spPr>
            <a:xfrm>
              <a:off x="5299394" y="3030274"/>
              <a:ext cx="156633" cy="187960"/>
            </a:xfrm>
            <a:custGeom>
              <a:avLst/>
              <a:gdLst>
                <a:gd name="connsiteX0" fmla="*/ 27109 w 106060"/>
                <a:gd name="connsiteY0" fmla="*/ 23270 h 127272"/>
                <a:gd name="connsiteX1" fmla="*/ 15909 w 106060"/>
                <a:gd name="connsiteY1" fmla="*/ 100057 h 127272"/>
                <a:gd name="connsiteX2" fmla="*/ 34427 w 106060"/>
                <a:gd name="connsiteY2" fmla="*/ 120506 h 127272"/>
                <a:gd name="connsiteX3" fmla="*/ 87288 w 106060"/>
                <a:gd name="connsiteY3" fmla="*/ 119360 h 127272"/>
                <a:gd name="connsiteX4" fmla="*/ 103494 w 106060"/>
                <a:gd name="connsiteY4" fmla="*/ 109306 h 127272"/>
                <a:gd name="connsiteX5" fmla="*/ 100418 w 106060"/>
                <a:gd name="connsiteY5" fmla="*/ 58757 h 127272"/>
                <a:gd name="connsiteX6" fmla="*/ 100015 w 106060"/>
                <a:gd name="connsiteY6" fmla="*/ 31754 h 127272"/>
                <a:gd name="connsiteX7" fmla="*/ 88815 w 106060"/>
                <a:gd name="connsiteY7" fmla="*/ 15909 h 127272"/>
                <a:gd name="connsiteX8" fmla="*/ 27109 w 106060"/>
                <a:gd name="connsiteY8" fmla="*/ 23270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060" h="127272">
                  <a:moveTo>
                    <a:pt x="27109" y="23270"/>
                  </a:moveTo>
                  <a:lnTo>
                    <a:pt x="15909" y="100057"/>
                  </a:lnTo>
                  <a:cubicBezTo>
                    <a:pt x="15909" y="100057"/>
                    <a:pt x="17839" y="116263"/>
                    <a:pt x="34427" y="120506"/>
                  </a:cubicBezTo>
                  <a:cubicBezTo>
                    <a:pt x="51015" y="124769"/>
                    <a:pt x="76088" y="125130"/>
                    <a:pt x="87288" y="119360"/>
                  </a:cubicBezTo>
                  <a:cubicBezTo>
                    <a:pt x="98487" y="113569"/>
                    <a:pt x="103494" y="109306"/>
                    <a:pt x="103494" y="109306"/>
                  </a:cubicBezTo>
                  <a:cubicBezTo>
                    <a:pt x="103494" y="109306"/>
                    <a:pt x="100418" y="66097"/>
                    <a:pt x="100418" y="58757"/>
                  </a:cubicBezTo>
                  <a:cubicBezTo>
                    <a:pt x="100418" y="51439"/>
                    <a:pt x="101542" y="37948"/>
                    <a:pt x="100015" y="31754"/>
                  </a:cubicBezTo>
                  <a:cubicBezTo>
                    <a:pt x="98487" y="25582"/>
                    <a:pt x="88815" y="15909"/>
                    <a:pt x="88815" y="15909"/>
                  </a:cubicBezTo>
                  <a:lnTo>
                    <a:pt x="27109" y="23270"/>
                  </a:lnTo>
                  <a:close/>
                </a:path>
              </a:pathLst>
            </a:custGeom>
            <a:solidFill>
              <a:srgbClr val="8EC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4D90699-7B43-4129-8929-0DDD82A19934}"/>
                </a:ext>
              </a:extLst>
            </p:cNvPr>
            <p:cNvSpPr/>
            <p:nvPr/>
          </p:nvSpPr>
          <p:spPr>
            <a:xfrm>
              <a:off x="5316436" y="3030306"/>
              <a:ext cx="156633" cy="187960"/>
            </a:xfrm>
            <a:custGeom>
              <a:avLst/>
              <a:gdLst>
                <a:gd name="connsiteX0" fmla="*/ 64548 w 106060"/>
                <a:gd name="connsiteY0" fmla="*/ 47557 h 127272"/>
                <a:gd name="connsiteX1" fmla="*/ 84615 w 106060"/>
                <a:gd name="connsiteY1" fmla="*/ 83066 h 127272"/>
                <a:gd name="connsiteX2" fmla="*/ 83194 w 106060"/>
                <a:gd name="connsiteY2" fmla="*/ 115181 h 127272"/>
                <a:gd name="connsiteX3" fmla="*/ 91954 w 106060"/>
                <a:gd name="connsiteY3" fmla="*/ 109306 h 127272"/>
                <a:gd name="connsiteX4" fmla="*/ 88878 w 106060"/>
                <a:gd name="connsiteY4" fmla="*/ 58757 h 127272"/>
                <a:gd name="connsiteX5" fmla="*/ 88475 w 106060"/>
                <a:gd name="connsiteY5" fmla="*/ 31754 h 127272"/>
                <a:gd name="connsiteX6" fmla="*/ 77275 w 106060"/>
                <a:gd name="connsiteY6" fmla="*/ 15909 h 127272"/>
                <a:gd name="connsiteX7" fmla="*/ 55215 w 106060"/>
                <a:gd name="connsiteY7" fmla="*/ 18561 h 127272"/>
                <a:gd name="connsiteX8" fmla="*/ 15909 w 106060"/>
                <a:gd name="connsiteY8" fmla="*/ 25964 h 127272"/>
                <a:gd name="connsiteX9" fmla="*/ 64548 w 106060"/>
                <a:gd name="connsiteY9" fmla="*/ 47557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060" h="127272">
                  <a:moveTo>
                    <a:pt x="64548" y="47557"/>
                  </a:moveTo>
                  <a:cubicBezTo>
                    <a:pt x="87712" y="48321"/>
                    <a:pt x="82303" y="61451"/>
                    <a:pt x="84615" y="83066"/>
                  </a:cubicBezTo>
                  <a:cubicBezTo>
                    <a:pt x="86036" y="96324"/>
                    <a:pt x="84551" y="108054"/>
                    <a:pt x="83194" y="115181"/>
                  </a:cubicBezTo>
                  <a:cubicBezTo>
                    <a:pt x="89154" y="111639"/>
                    <a:pt x="91954" y="109306"/>
                    <a:pt x="91954" y="109306"/>
                  </a:cubicBezTo>
                  <a:cubicBezTo>
                    <a:pt x="91954" y="109306"/>
                    <a:pt x="88878" y="66097"/>
                    <a:pt x="88878" y="58757"/>
                  </a:cubicBezTo>
                  <a:cubicBezTo>
                    <a:pt x="88878" y="51439"/>
                    <a:pt x="90003" y="37948"/>
                    <a:pt x="88475" y="31754"/>
                  </a:cubicBezTo>
                  <a:cubicBezTo>
                    <a:pt x="86948" y="25582"/>
                    <a:pt x="77275" y="15909"/>
                    <a:pt x="77275" y="15909"/>
                  </a:cubicBezTo>
                  <a:lnTo>
                    <a:pt x="55215" y="18561"/>
                  </a:lnTo>
                  <a:cubicBezTo>
                    <a:pt x="35063" y="22230"/>
                    <a:pt x="15909" y="25964"/>
                    <a:pt x="15909" y="25964"/>
                  </a:cubicBezTo>
                  <a:cubicBezTo>
                    <a:pt x="15909" y="25964"/>
                    <a:pt x="41406" y="46815"/>
                    <a:pt x="64548" y="47557"/>
                  </a:cubicBezTo>
                  <a:close/>
                </a:path>
              </a:pathLst>
            </a:custGeom>
            <a:solidFill>
              <a:srgbClr val="7CAB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1C31895-74F3-4267-8E5B-45F54C028904}"/>
                </a:ext>
              </a:extLst>
            </p:cNvPr>
            <p:cNvSpPr/>
            <p:nvPr/>
          </p:nvSpPr>
          <p:spPr>
            <a:xfrm>
              <a:off x="5313443" y="2816313"/>
              <a:ext cx="125307" cy="250613"/>
            </a:xfrm>
            <a:custGeom>
              <a:avLst/>
              <a:gdLst>
                <a:gd name="connsiteX0" fmla="*/ 26697 w 84848"/>
                <a:gd name="connsiteY0" fmla="*/ 33070 h 169696"/>
                <a:gd name="connsiteX1" fmla="*/ 18466 w 84848"/>
                <a:gd name="connsiteY1" fmla="*/ 105699 h 169696"/>
                <a:gd name="connsiteX2" fmla="*/ 20036 w 84848"/>
                <a:gd name="connsiteY2" fmla="*/ 164711 h 169696"/>
                <a:gd name="connsiteX3" fmla="*/ 62736 w 84848"/>
                <a:gd name="connsiteY3" fmla="*/ 169293 h 169696"/>
                <a:gd name="connsiteX4" fmla="*/ 80724 w 84848"/>
                <a:gd name="connsiteY4" fmla="*/ 111766 h 169696"/>
                <a:gd name="connsiteX5" fmla="*/ 79705 w 84848"/>
                <a:gd name="connsiteY5" fmla="*/ 69385 h 169696"/>
                <a:gd name="connsiteX6" fmla="*/ 80724 w 84848"/>
                <a:gd name="connsiteY6" fmla="*/ 33579 h 169696"/>
                <a:gd name="connsiteX7" fmla="*/ 79196 w 84848"/>
                <a:gd name="connsiteY7" fmla="*/ 18963 h 169696"/>
                <a:gd name="connsiteX8" fmla="*/ 73554 w 84848"/>
                <a:gd name="connsiteY8" fmla="*/ 15909 h 169696"/>
                <a:gd name="connsiteX9" fmla="*/ 26697 w 84848"/>
                <a:gd name="connsiteY9" fmla="*/ 33070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169696">
                  <a:moveTo>
                    <a:pt x="26697" y="33070"/>
                  </a:moveTo>
                  <a:cubicBezTo>
                    <a:pt x="26697" y="33070"/>
                    <a:pt x="20036" y="66860"/>
                    <a:pt x="18466" y="105699"/>
                  </a:cubicBezTo>
                  <a:cubicBezTo>
                    <a:pt x="16939" y="144539"/>
                    <a:pt x="12824" y="160214"/>
                    <a:pt x="20036" y="164711"/>
                  </a:cubicBezTo>
                  <a:cubicBezTo>
                    <a:pt x="27227" y="169293"/>
                    <a:pt x="49351" y="176845"/>
                    <a:pt x="62736" y="169293"/>
                  </a:cubicBezTo>
                  <a:cubicBezTo>
                    <a:pt x="76121" y="161742"/>
                    <a:pt x="81742" y="122902"/>
                    <a:pt x="80724" y="111766"/>
                  </a:cubicBezTo>
                  <a:cubicBezTo>
                    <a:pt x="79705" y="100693"/>
                    <a:pt x="78730" y="84551"/>
                    <a:pt x="79705" y="69385"/>
                  </a:cubicBezTo>
                  <a:cubicBezTo>
                    <a:pt x="80724" y="54239"/>
                    <a:pt x="80724" y="41109"/>
                    <a:pt x="80724" y="33579"/>
                  </a:cubicBezTo>
                  <a:cubicBezTo>
                    <a:pt x="80724" y="26027"/>
                    <a:pt x="79196" y="18963"/>
                    <a:pt x="79196" y="18963"/>
                  </a:cubicBezTo>
                  <a:cubicBezTo>
                    <a:pt x="79196" y="18963"/>
                    <a:pt x="75081" y="15909"/>
                    <a:pt x="73554" y="15909"/>
                  </a:cubicBezTo>
                  <a:cubicBezTo>
                    <a:pt x="71984" y="15909"/>
                    <a:pt x="26697" y="33070"/>
                    <a:pt x="26697" y="33070"/>
                  </a:cubicBezTo>
                  <a:close/>
                </a:path>
              </a:pathLst>
            </a:custGeom>
            <a:solidFill>
              <a:srgbClr val="EE2E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26A2F28-8591-49B3-8B80-A680B244AEDA}"/>
                </a:ext>
              </a:extLst>
            </p:cNvPr>
            <p:cNvSpPr/>
            <p:nvPr/>
          </p:nvSpPr>
          <p:spPr>
            <a:xfrm>
              <a:off x="5354478" y="2813767"/>
              <a:ext cx="93980" cy="281940"/>
            </a:xfrm>
            <a:custGeom>
              <a:avLst/>
              <a:gdLst>
                <a:gd name="connsiteX0" fmla="*/ 47804 w 63636"/>
                <a:gd name="connsiteY0" fmla="*/ 16084 h 190908"/>
                <a:gd name="connsiteX1" fmla="*/ 16941 w 63636"/>
                <a:gd name="connsiteY1" fmla="*/ 66527 h 190908"/>
                <a:gd name="connsiteX2" fmla="*/ 20016 w 63636"/>
                <a:gd name="connsiteY2" fmla="*/ 108696 h 190908"/>
                <a:gd name="connsiteX3" fmla="*/ 28268 w 63636"/>
                <a:gd name="connsiteY3" fmla="*/ 152923 h 190908"/>
                <a:gd name="connsiteX4" fmla="*/ 32383 w 63636"/>
                <a:gd name="connsiteY4" fmla="*/ 183765 h 190908"/>
                <a:gd name="connsiteX5" fmla="*/ 63246 w 63636"/>
                <a:gd name="connsiteY5" fmla="*/ 170402 h 190908"/>
                <a:gd name="connsiteX6" fmla="*/ 58113 w 63636"/>
                <a:gd name="connsiteY6" fmla="*/ 124117 h 190908"/>
                <a:gd name="connsiteX7" fmla="*/ 66195 w 63636"/>
                <a:gd name="connsiteY7" fmla="*/ 34093 h 190908"/>
                <a:gd name="connsiteX8" fmla="*/ 55016 w 63636"/>
                <a:gd name="connsiteY8" fmla="*/ 18121 h 190908"/>
                <a:gd name="connsiteX9" fmla="*/ 47804 w 63636"/>
                <a:gd name="connsiteY9" fmla="*/ 1608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36" h="190908">
                  <a:moveTo>
                    <a:pt x="47804" y="16084"/>
                  </a:moveTo>
                  <a:cubicBezTo>
                    <a:pt x="47804" y="16084"/>
                    <a:pt x="18956" y="57257"/>
                    <a:pt x="16941" y="66527"/>
                  </a:cubicBezTo>
                  <a:cubicBezTo>
                    <a:pt x="14883" y="75775"/>
                    <a:pt x="15901" y="99448"/>
                    <a:pt x="20016" y="108696"/>
                  </a:cubicBezTo>
                  <a:cubicBezTo>
                    <a:pt x="24153" y="117944"/>
                    <a:pt x="27228" y="135423"/>
                    <a:pt x="28268" y="152923"/>
                  </a:cubicBezTo>
                  <a:cubicBezTo>
                    <a:pt x="29286" y="170402"/>
                    <a:pt x="32383" y="183765"/>
                    <a:pt x="32383" y="183765"/>
                  </a:cubicBezTo>
                  <a:cubicBezTo>
                    <a:pt x="32383" y="183765"/>
                    <a:pt x="59131" y="177614"/>
                    <a:pt x="63246" y="170402"/>
                  </a:cubicBezTo>
                  <a:cubicBezTo>
                    <a:pt x="67383" y="163232"/>
                    <a:pt x="58113" y="137502"/>
                    <a:pt x="58113" y="124117"/>
                  </a:cubicBezTo>
                  <a:cubicBezTo>
                    <a:pt x="58113" y="110732"/>
                    <a:pt x="69292" y="45442"/>
                    <a:pt x="66195" y="34093"/>
                  </a:cubicBezTo>
                  <a:cubicBezTo>
                    <a:pt x="63119" y="22745"/>
                    <a:pt x="59153" y="21218"/>
                    <a:pt x="55016" y="18121"/>
                  </a:cubicBezTo>
                  <a:cubicBezTo>
                    <a:pt x="50880" y="15024"/>
                    <a:pt x="47804" y="16084"/>
                    <a:pt x="47804" y="16084"/>
                  </a:cubicBezTo>
                  <a:close/>
                </a:path>
              </a:pathLst>
            </a:custGeom>
            <a:solidFill>
              <a:srgbClr val="3240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D4762F2-50C8-4FC0-B503-0DA9D88BA513}"/>
                </a:ext>
              </a:extLst>
            </p:cNvPr>
            <p:cNvSpPr/>
            <p:nvPr/>
          </p:nvSpPr>
          <p:spPr>
            <a:xfrm>
              <a:off x="5315716" y="2924265"/>
              <a:ext cx="62653" cy="125307"/>
            </a:xfrm>
            <a:custGeom>
              <a:avLst/>
              <a:gdLst>
                <a:gd name="connsiteX0" fmla="*/ 15909 w 42424"/>
                <a:gd name="connsiteY0" fmla="*/ 15909 h 84848"/>
                <a:gd name="connsiteX1" fmla="*/ 46751 w 42424"/>
                <a:gd name="connsiteY1" fmla="*/ 26685 h 84848"/>
                <a:gd name="connsiteX2" fmla="*/ 23609 w 42424"/>
                <a:gd name="connsiteY2" fmla="*/ 54982 h 84848"/>
                <a:gd name="connsiteX3" fmla="*/ 20024 w 42424"/>
                <a:gd name="connsiteY3" fmla="*/ 89451 h 84848"/>
                <a:gd name="connsiteX4" fmla="*/ 15909 w 42424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84848">
                  <a:moveTo>
                    <a:pt x="15909" y="15909"/>
                  </a:moveTo>
                  <a:cubicBezTo>
                    <a:pt x="20024" y="21530"/>
                    <a:pt x="30842" y="26176"/>
                    <a:pt x="46751" y="26685"/>
                  </a:cubicBezTo>
                  <a:cubicBezTo>
                    <a:pt x="43188" y="30800"/>
                    <a:pt x="22591" y="25136"/>
                    <a:pt x="23609" y="54982"/>
                  </a:cubicBezTo>
                  <a:cubicBezTo>
                    <a:pt x="24585" y="84042"/>
                    <a:pt x="20024" y="89451"/>
                    <a:pt x="20024" y="89451"/>
                  </a:cubicBezTo>
                  <a:lnTo>
                    <a:pt x="15909" y="15909"/>
                  </a:lnTo>
                  <a:close/>
                </a:path>
              </a:pathLst>
            </a:custGeom>
            <a:solidFill>
              <a:srgbClr val="CC1C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CCEFF6F-C6C5-46BF-A7FC-9B0AB79F8CE3}"/>
                </a:ext>
              </a:extLst>
            </p:cNvPr>
            <p:cNvSpPr/>
            <p:nvPr/>
          </p:nvSpPr>
          <p:spPr>
            <a:xfrm>
              <a:off x="5352103" y="2826964"/>
              <a:ext cx="62653" cy="219286"/>
            </a:xfrm>
            <a:custGeom>
              <a:avLst/>
              <a:gdLst>
                <a:gd name="connsiteX0" fmla="*/ 45805 w 42424"/>
                <a:gd name="connsiteY0" fmla="*/ 15909 h 148484"/>
                <a:gd name="connsiteX1" fmla="*/ 37575 w 42424"/>
                <a:gd name="connsiteY1" fmla="*/ 46751 h 148484"/>
                <a:gd name="connsiteX2" fmla="*/ 29366 w 42424"/>
                <a:gd name="connsiteY2" fmla="*/ 49360 h 148484"/>
                <a:gd name="connsiteX3" fmla="*/ 35518 w 42424"/>
                <a:gd name="connsiteY3" fmla="*/ 56021 h 148484"/>
                <a:gd name="connsiteX4" fmla="*/ 26269 w 42424"/>
                <a:gd name="connsiteY4" fmla="*/ 92569 h 148484"/>
                <a:gd name="connsiteX5" fmla="*/ 29854 w 42424"/>
                <a:gd name="connsiteY5" fmla="*/ 134760 h 148484"/>
                <a:gd name="connsiteX6" fmla="*/ 15960 w 42424"/>
                <a:gd name="connsiteY6" fmla="*/ 76618 h 148484"/>
                <a:gd name="connsiteX7" fmla="*/ 21115 w 42424"/>
                <a:gd name="connsiteY7" fmla="*/ 50379 h 148484"/>
                <a:gd name="connsiteX8" fmla="*/ 40142 w 42424"/>
                <a:gd name="connsiteY8" fmla="*/ 18454 h 148484"/>
                <a:gd name="connsiteX9" fmla="*/ 45805 w 42424"/>
                <a:gd name="connsiteY9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148484">
                  <a:moveTo>
                    <a:pt x="45805" y="15909"/>
                  </a:moveTo>
                  <a:lnTo>
                    <a:pt x="37575" y="46751"/>
                  </a:lnTo>
                  <a:lnTo>
                    <a:pt x="29366" y="49360"/>
                  </a:lnTo>
                  <a:lnTo>
                    <a:pt x="35518" y="56021"/>
                  </a:lnTo>
                  <a:cubicBezTo>
                    <a:pt x="35518" y="56021"/>
                    <a:pt x="23660" y="75557"/>
                    <a:pt x="26269" y="92569"/>
                  </a:cubicBezTo>
                  <a:cubicBezTo>
                    <a:pt x="28857" y="109518"/>
                    <a:pt x="29854" y="134760"/>
                    <a:pt x="29854" y="134760"/>
                  </a:cubicBezTo>
                  <a:cubicBezTo>
                    <a:pt x="29854" y="134760"/>
                    <a:pt x="16469" y="84339"/>
                    <a:pt x="15960" y="76618"/>
                  </a:cubicBezTo>
                  <a:cubicBezTo>
                    <a:pt x="15472" y="68897"/>
                    <a:pt x="18569" y="57060"/>
                    <a:pt x="21115" y="50379"/>
                  </a:cubicBezTo>
                  <a:cubicBezTo>
                    <a:pt x="23681" y="43697"/>
                    <a:pt x="40142" y="18454"/>
                    <a:pt x="40142" y="18454"/>
                  </a:cubicBezTo>
                  <a:lnTo>
                    <a:pt x="45805" y="15909"/>
                  </a:ln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57C983D-69FA-42B4-9403-4935365D617C}"/>
                </a:ext>
              </a:extLst>
            </p:cNvPr>
            <p:cNvSpPr/>
            <p:nvPr/>
          </p:nvSpPr>
          <p:spPr>
            <a:xfrm>
              <a:off x="5332692" y="2810017"/>
              <a:ext cx="62653" cy="62653"/>
            </a:xfrm>
            <a:custGeom>
              <a:avLst/>
              <a:gdLst>
                <a:gd name="connsiteX0" fmla="*/ 42150 w 42424"/>
                <a:gd name="connsiteY0" fmla="*/ 22867 h 42424"/>
                <a:gd name="connsiteX1" fmla="*/ 20153 w 42424"/>
                <a:gd name="connsiteY1" fmla="*/ 15909 h 42424"/>
                <a:gd name="connsiteX2" fmla="*/ 18244 w 42424"/>
                <a:gd name="connsiteY2" fmla="*/ 24797 h 42424"/>
                <a:gd name="connsiteX3" fmla="*/ 20556 w 42424"/>
                <a:gd name="connsiteY3" fmla="*/ 46030 h 42424"/>
                <a:gd name="connsiteX4" fmla="*/ 44229 w 42424"/>
                <a:gd name="connsiteY4" fmla="*/ 37821 h 42424"/>
                <a:gd name="connsiteX5" fmla="*/ 42150 w 42424"/>
                <a:gd name="connsiteY5" fmla="*/ 2286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24" h="42424">
                  <a:moveTo>
                    <a:pt x="42150" y="22867"/>
                  </a:moveTo>
                  <a:cubicBezTo>
                    <a:pt x="29423" y="23630"/>
                    <a:pt x="20153" y="15909"/>
                    <a:pt x="20153" y="15909"/>
                  </a:cubicBezTo>
                  <a:cubicBezTo>
                    <a:pt x="20153" y="15909"/>
                    <a:pt x="19792" y="22103"/>
                    <a:pt x="18244" y="24797"/>
                  </a:cubicBezTo>
                  <a:cubicBezTo>
                    <a:pt x="16695" y="27470"/>
                    <a:pt x="12856" y="41024"/>
                    <a:pt x="20556" y="46030"/>
                  </a:cubicBezTo>
                  <a:cubicBezTo>
                    <a:pt x="26050" y="49615"/>
                    <a:pt x="37780" y="44863"/>
                    <a:pt x="44229" y="37821"/>
                  </a:cubicBezTo>
                  <a:cubicBezTo>
                    <a:pt x="48153" y="30460"/>
                    <a:pt x="50104" y="22400"/>
                    <a:pt x="42150" y="22867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9F288F0-2735-49E2-8190-37552C6D7379}"/>
                </a:ext>
              </a:extLst>
            </p:cNvPr>
            <p:cNvSpPr/>
            <p:nvPr/>
          </p:nvSpPr>
          <p:spPr>
            <a:xfrm>
              <a:off x="5338960" y="2795011"/>
              <a:ext cx="62653" cy="93980"/>
            </a:xfrm>
            <a:custGeom>
              <a:avLst/>
              <a:gdLst>
                <a:gd name="connsiteX0" fmla="*/ 42933 w 42424"/>
                <a:gd name="connsiteY0" fmla="*/ 18751 h 63636"/>
                <a:gd name="connsiteX1" fmla="*/ 39773 w 42424"/>
                <a:gd name="connsiteY1" fmla="*/ 15909 h 63636"/>
                <a:gd name="connsiteX2" fmla="*/ 15909 w 42424"/>
                <a:gd name="connsiteY2" fmla="*/ 26070 h 63636"/>
                <a:gd name="connsiteX3" fmla="*/ 37906 w 42424"/>
                <a:gd name="connsiteY3" fmla="*/ 33027 h 63636"/>
                <a:gd name="connsiteX4" fmla="*/ 39985 w 42424"/>
                <a:gd name="connsiteY4" fmla="*/ 47982 h 63636"/>
                <a:gd name="connsiteX5" fmla="*/ 44482 w 42424"/>
                <a:gd name="connsiteY5" fmla="*/ 38839 h 63636"/>
                <a:gd name="connsiteX6" fmla="*/ 42933 w 42424"/>
                <a:gd name="connsiteY6" fmla="*/ 1875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63636">
                  <a:moveTo>
                    <a:pt x="42933" y="18751"/>
                  </a:moveTo>
                  <a:cubicBezTo>
                    <a:pt x="43188" y="16567"/>
                    <a:pt x="41830" y="15909"/>
                    <a:pt x="39773" y="15909"/>
                  </a:cubicBezTo>
                  <a:cubicBezTo>
                    <a:pt x="31924" y="18985"/>
                    <a:pt x="15909" y="26070"/>
                    <a:pt x="15909" y="26070"/>
                  </a:cubicBezTo>
                  <a:cubicBezTo>
                    <a:pt x="15909" y="26070"/>
                    <a:pt x="25179" y="33791"/>
                    <a:pt x="37906" y="33027"/>
                  </a:cubicBezTo>
                  <a:cubicBezTo>
                    <a:pt x="45860" y="32560"/>
                    <a:pt x="43909" y="40600"/>
                    <a:pt x="39985" y="47982"/>
                  </a:cubicBezTo>
                  <a:cubicBezTo>
                    <a:pt x="42573" y="45160"/>
                    <a:pt x="44376" y="42021"/>
                    <a:pt x="44482" y="38839"/>
                  </a:cubicBezTo>
                  <a:cubicBezTo>
                    <a:pt x="44863" y="27639"/>
                    <a:pt x="41788" y="28403"/>
                    <a:pt x="42933" y="18751"/>
                  </a:cubicBez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1E5E670-6D11-404A-A318-4F1ED976D983}"/>
                </a:ext>
              </a:extLst>
            </p:cNvPr>
            <p:cNvSpPr/>
            <p:nvPr/>
          </p:nvSpPr>
          <p:spPr>
            <a:xfrm>
              <a:off x="5317219" y="2842221"/>
              <a:ext cx="62653" cy="93980"/>
            </a:xfrm>
            <a:custGeom>
              <a:avLst/>
              <a:gdLst>
                <a:gd name="connsiteX0" fmla="*/ 15909 w 42424"/>
                <a:gd name="connsiteY0" fmla="*/ 39030 h 63636"/>
                <a:gd name="connsiteX1" fmla="*/ 28254 w 42424"/>
                <a:gd name="connsiteY1" fmla="*/ 47769 h 63636"/>
                <a:gd name="connsiteX2" fmla="*/ 31351 w 42424"/>
                <a:gd name="connsiteY2" fmla="*/ 33876 h 63636"/>
                <a:gd name="connsiteX3" fmla="*/ 24118 w 42424"/>
                <a:gd name="connsiteY3" fmla="*/ 15909 h 63636"/>
                <a:gd name="connsiteX4" fmla="*/ 15909 w 42424"/>
                <a:gd name="connsiteY4" fmla="*/ 3903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63636">
                  <a:moveTo>
                    <a:pt x="15909" y="39030"/>
                  </a:moveTo>
                  <a:cubicBezTo>
                    <a:pt x="15909" y="39030"/>
                    <a:pt x="21064" y="50845"/>
                    <a:pt x="28254" y="47769"/>
                  </a:cubicBezTo>
                  <a:cubicBezTo>
                    <a:pt x="35467" y="44673"/>
                    <a:pt x="37015" y="44673"/>
                    <a:pt x="31351" y="33876"/>
                  </a:cubicBezTo>
                  <a:cubicBezTo>
                    <a:pt x="25667" y="23079"/>
                    <a:pt x="24118" y="15909"/>
                    <a:pt x="24118" y="15909"/>
                  </a:cubicBezTo>
                  <a:lnTo>
                    <a:pt x="15909" y="39030"/>
                  </a:lnTo>
                  <a:close/>
                </a:path>
              </a:pathLst>
            </a:custGeom>
            <a:solidFill>
              <a:srgbClr val="CC1C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1036BC1-94F4-4435-960E-DB8BA9C16614}"/>
                </a:ext>
              </a:extLst>
            </p:cNvPr>
            <p:cNvSpPr/>
            <p:nvPr/>
          </p:nvSpPr>
          <p:spPr>
            <a:xfrm>
              <a:off x="5297314" y="2814027"/>
              <a:ext cx="93980" cy="281940"/>
            </a:xfrm>
            <a:custGeom>
              <a:avLst/>
              <a:gdLst>
                <a:gd name="connsiteX0" fmla="*/ 48414 w 63636"/>
                <a:gd name="connsiteY0" fmla="*/ 15909 h 190908"/>
                <a:gd name="connsiteX1" fmla="*/ 34032 w 63636"/>
                <a:gd name="connsiteY1" fmla="*/ 63233 h 190908"/>
                <a:gd name="connsiteX2" fmla="*/ 32993 w 63636"/>
                <a:gd name="connsiteY2" fmla="*/ 144518 h 190908"/>
                <a:gd name="connsiteX3" fmla="*/ 32993 w 63636"/>
                <a:gd name="connsiteY3" fmla="*/ 178478 h 190908"/>
                <a:gd name="connsiteX4" fmla="*/ 20648 w 63636"/>
                <a:gd name="connsiteY4" fmla="*/ 171245 h 190908"/>
                <a:gd name="connsiteX5" fmla="*/ 26820 w 63636"/>
                <a:gd name="connsiteY5" fmla="*/ 127039 h 190908"/>
                <a:gd name="connsiteX6" fmla="*/ 25802 w 63636"/>
                <a:gd name="connsiteY6" fmla="*/ 100312 h 190908"/>
                <a:gd name="connsiteX7" fmla="*/ 16532 w 63636"/>
                <a:gd name="connsiteY7" fmla="*/ 68409 h 190908"/>
                <a:gd name="connsiteX8" fmla="*/ 28878 w 63636"/>
                <a:gd name="connsiteY8" fmla="*/ 41639 h 190908"/>
                <a:gd name="connsiteX9" fmla="*/ 34032 w 63636"/>
                <a:gd name="connsiteY9" fmla="*/ 23100 h 190908"/>
                <a:gd name="connsiteX10" fmla="*/ 48414 w 63636"/>
                <a:gd name="connsiteY10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636" h="190908">
                  <a:moveTo>
                    <a:pt x="48414" y="15909"/>
                  </a:moveTo>
                  <a:cubicBezTo>
                    <a:pt x="48414" y="15909"/>
                    <a:pt x="35051" y="49827"/>
                    <a:pt x="34032" y="63233"/>
                  </a:cubicBezTo>
                  <a:cubicBezTo>
                    <a:pt x="32993" y="76597"/>
                    <a:pt x="32993" y="120866"/>
                    <a:pt x="32993" y="144518"/>
                  </a:cubicBezTo>
                  <a:cubicBezTo>
                    <a:pt x="32993" y="168190"/>
                    <a:pt x="32993" y="178478"/>
                    <a:pt x="32993" y="178478"/>
                  </a:cubicBezTo>
                  <a:cubicBezTo>
                    <a:pt x="32993" y="178478"/>
                    <a:pt x="22705" y="178478"/>
                    <a:pt x="20648" y="171245"/>
                  </a:cubicBezTo>
                  <a:cubicBezTo>
                    <a:pt x="18590" y="164096"/>
                    <a:pt x="26820" y="135269"/>
                    <a:pt x="26820" y="127039"/>
                  </a:cubicBezTo>
                  <a:cubicBezTo>
                    <a:pt x="26820" y="118787"/>
                    <a:pt x="28878" y="106442"/>
                    <a:pt x="25802" y="100312"/>
                  </a:cubicBezTo>
                  <a:cubicBezTo>
                    <a:pt x="22726" y="94118"/>
                    <a:pt x="13435" y="82812"/>
                    <a:pt x="16532" y="68409"/>
                  </a:cubicBezTo>
                  <a:cubicBezTo>
                    <a:pt x="19629" y="53963"/>
                    <a:pt x="24763" y="47791"/>
                    <a:pt x="28878" y="41639"/>
                  </a:cubicBezTo>
                  <a:cubicBezTo>
                    <a:pt x="32972" y="35467"/>
                    <a:pt x="34032" y="23100"/>
                    <a:pt x="34032" y="23100"/>
                  </a:cubicBezTo>
                  <a:lnTo>
                    <a:pt x="48414" y="15909"/>
                  </a:lnTo>
                  <a:close/>
                </a:path>
              </a:pathLst>
            </a:custGeom>
            <a:solidFill>
              <a:srgbClr val="3240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6479B01-7619-490B-B3FC-EB4ACE4B5E0D}"/>
                </a:ext>
              </a:extLst>
            </p:cNvPr>
            <p:cNvSpPr/>
            <p:nvPr/>
          </p:nvSpPr>
          <p:spPr>
            <a:xfrm>
              <a:off x="5311925" y="2819352"/>
              <a:ext cx="62653" cy="219286"/>
            </a:xfrm>
            <a:custGeom>
              <a:avLst/>
              <a:gdLst>
                <a:gd name="connsiteX0" fmla="*/ 37503 w 42424"/>
                <a:gd name="connsiteY0" fmla="*/ 15909 h 148484"/>
                <a:gd name="connsiteX1" fmla="*/ 23630 w 42424"/>
                <a:gd name="connsiteY1" fmla="*/ 72503 h 148484"/>
                <a:gd name="connsiteX2" fmla="*/ 22591 w 42424"/>
                <a:gd name="connsiteY2" fmla="*/ 135757 h 148484"/>
                <a:gd name="connsiteX3" fmla="*/ 17967 w 42424"/>
                <a:gd name="connsiteY3" fmla="*/ 89960 h 148484"/>
                <a:gd name="connsiteX4" fmla="*/ 15909 w 42424"/>
                <a:gd name="connsiteY4" fmla="*/ 60136 h 148484"/>
                <a:gd name="connsiteX5" fmla="*/ 19494 w 42424"/>
                <a:gd name="connsiteY5" fmla="*/ 54494 h 148484"/>
                <a:gd name="connsiteX6" fmla="*/ 16397 w 42424"/>
                <a:gd name="connsiteY6" fmla="*/ 48809 h 148484"/>
                <a:gd name="connsiteX7" fmla="*/ 32306 w 42424"/>
                <a:gd name="connsiteY7" fmla="*/ 18454 h 148484"/>
                <a:gd name="connsiteX8" fmla="*/ 37503 w 42424"/>
                <a:gd name="connsiteY8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424" h="148484">
                  <a:moveTo>
                    <a:pt x="37503" y="15909"/>
                  </a:moveTo>
                  <a:cubicBezTo>
                    <a:pt x="37503" y="15909"/>
                    <a:pt x="24160" y="44715"/>
                    <a:pt x="23630" y="72503"/>
                  </a:cubicBezTo>
                  <a:cubicBezTo>
                    <a:pt x="23100" y="100269"/>
                    <a:pt x="22591" y="135757"/>
                    <a:pt x="22591" y="135757"/>
                  </a:cubicBezTo>
                  <a:cubicBezTo>
                    <a:pt x="22591" y="135757"/>
                    <a:pt x="19494" y="101754"/>
                    <a:pt x="17967" y="89960"/>
                  </a:cubicBezTo>
                  <a:cubicBezTo>
                    <a:pt x="16418" y="78124"/>
                    <a:pt x="15909" y="60136"/>
                    <a:pt x="15909" y="60136"/>
                  </a:cubicBezTo>
                  <a:lnTo>
                    <a:pt x="19494" y="54494"/>
                  </a:lnTo>
                  <a:lnTo>
                    <a:pt x="16397" y="48809"/>
                  </a:lnTo>
                  <a:lnTo>
                    <a:pt x="32306" y="18454"/>
                  </a:lnTo>
                  <a:lnTo>
                    <a:pt x="37503" y="15909"/>
                  </a:ln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EDEFDF4-C19D-43D9-9A7E-4C2D1D771711}"/>
                </a:ext>
              </a:extLst>
            </p:cNvPr>
            <p:cNvSpPr/>
            <p:nvPr/>
          </p:nvSpPr>
          <p:spPr>
            <a:xfrm>
              <a:off x="5308918" y="2771485"/>
              <a:ext cx="62653" cy="156633"/>
            </a:xfrm>
            <a:custGeom>
              <a:avLst/>
              <a:gdLst>
                <a:gd name="connsiteX0" fmla="*/ 15909 w 42424"/>
                <a:gd name="connsiteY0" fmla="*/ 15909 h 106060"/>
                <a:gd name="connsiteX1" fmla="*/ 22061 w 42424"/>
                <a:gd name="connsiteY1" fmla="*/ 47791 h 106060"/>
                <a:gd name="connsiteX2" fmla="*/ 17967 w 42424"/>
                <a:gd name="connsiteY2" fmla="*/ 79715 h 106060"/>
                <a:gd name="connsiteX3" fmla="*/ 36506 w 42424"/>
                <a:gd name="connsiteY3" fmla="*/ 95157 h 106060"/>
                <a:gd name="connsiteX4" fmla="*/ 33409 w 42424"/>
                <a:gd name="connsiteY4" fmla="*/ 56000 h 106060"/>
                <a:gd name="connsiteX5" fmla="*/ 42679 w 42424"/>
                <a:gd name="connsiteY5" fmla="*/ 35445 h 106060"/>
                <a:gd name="connsiteX6" fmla="*/ 42679 w 42424"/>
                <a:gd name="connsiteY6" fmla="*/ 24139 h 106060"/>
                <a:gd name="connsiteX7" fmla="*/ 15909 w 42424"/>
                <a:gd name="connsiteY7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106060">
                  <a:moveTo>
                    <a:pt x="15909" y="15909"/>
                  </a:moveTo>
                  <a:cubicBezTo>
                    <a:pt x="15909" y="15909"/>
                    <a:pt x="27194" y="37503"/>
                    <a:pt x="22061" y="47791"/>
                  </a:cubicBezTo>
                  <a:cubicBezTo>
                    <a:pt x="16906" y="58079"/>
                    <a:pt x="13873" y="70445"/>
                    <a:pt x="17967" y="79715"/>
                  </a:cubicBezTo>
                  <a:cubicBezTo>
                    <a:pt x="22061" y="88963"/>
                    <a:pt x="36506" y="95157"/>
                    <a:pt x="36506" y="95157"/>
                  </a:cubicBezTo>
                  <a:cubicBezTo>
                    <a:pt x="36506" y="95157"/>
                    <a:pt x="22082" y="66330"/>
                    <a:pt x="33409" y="56000"/>
                  </a:cubicBezTo>
                  <a:cubicBezTo>
                    <a:pt x="44418" y="46009"/>
                    <a:pt x="42679" y="35445"/>
                    <a:pt x="42679" y="35445"/>
                  </a:cubicBezTo>
                  <a:lnTo>
                    <a:pt x="42679" y="2413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AA8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83FCA19-8B48-4917-A224-895E62B6D59D}"/>
                </a:ext>
              </a:extLst>
            </p:cNvPr>
            <p:cNvSpPr/>
            <p:nvPr/>
          </p:nvSpPr>
          <p:spPr>
            <a:xfrm>
              <a:off x="5338271" y="2821169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09 h 21212"/>
                <a:gd name="connsiteX2" fmla="*/ 17097 w 21212"/>
                <a:gd name="connsiteY2" fmla="*/ 18433 h 21212"/>
                <a:gd name="connsiteX3" fmla="*/ 15909 w 21212"/>
                <a:gd name="connsiteY3" fmla="*/ 17967 h 21212"/>
                <a:gd name="connsiteX4" fmla="*/ 17648 w 21212"/>
                <a:gd name="connsiteY4" fmla="*/ 19112 h 21212"/>
                <a:gd name="connsiteX5" fmla="*/ 19473 w 21212"/>
                <a:gd name="connsiteY5" fmla="*/ 17309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79" y="16142"/>
                    <a:pt x="18921" y="16354"/>
                    <a:pt x="18921" y="16609"/>
                  </a:cubicBezTo>
                  <a:cubicBezTo>
                    <a:pt x="18921" y="17627"/>
                    <a:pt x="18115" y="18433"/>
                    <a:pt x="17097" y="18433"/>
                  </a:cubicBezTo>
                  <a:cubicBezTo>
                    <a:pt x="16651" y="18433"/>
                    <a:pt x="16227" y="18285"/>
                    <a:pt x="15909" y="17967"/>
                  </a:cubicBezTo>
                  <a:cubicBezTo>
                    <a:pt x="16185" y="18667"/>
                    <a:pt x="16842" y="19112"/>
                    <a:pt x="17648" y="19112"/>
                  </a:cubicBezTo>
                  <a:cubicBezTo>
                    <a:pt x="18603" y="19112"/>
                    <a:pt x="19473" y="18306"/>
                    <a:pt x="19473" y="17309"/>
                  </a:cubicBezTo>
                  <a:cubicBezTo>
                    <a:pt x="19473" y="16736"/>
                    <a:pt x="19197" y="16227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0A3BF4C-B2DA-40E4-A2EA-4FF2E8352059}"/>
                </a:ext>
              </a:extLst>
            </p:cNvPr>
            <p:cNvSpPr/>
            <p:nvPr/>
          </p:nvSpPr>
          <p:spPr>
            <a:xfrm>
              <a:off x="5338146" y="2820479"/>
              <a:ext cx="31327" cy="31327"/>
            </a:xfrm>
            <a:custGeom>
              <a:avLst/>
              <a:gdLst>
                <a:gd name="connsiteX0" fmla="*/ 19027 w 21212"/>
                <a:gd name="connsiteY0" fmla="*/ 17076 h 21212"/>
                <a:gd name="connsiteX1" fmla="*/ 18879 w 21212"/>
                <a:gd name="connsiteY1" fmla="*/ 16376 h 21212"/>
                <a:gd name="connsiteX2" fmla="*/ 17755 w 21212"/>
                <a:gd name="connsiteY2" fmla="*/ 15909 h 21212"/>
                <a:gd name="connsiteX3" fmla="*/ 15909 w 21212"/>
                <a:gd name="connsiteY3" fmla="*/ 17776 h 21212"/>
                <a:gd name="connsiteX4" fmla="*/ 16015 w 21212"/>
                <a:gd name="connsiteY4" fmla="*/ 18433 h 21212"/>
                <a:gd name="connsiteX5" fmla="*/ 17203 w 21212"/>
                <a:gd name="connsiteY5" fmla="*/ 18900 h 21212"/>
                <a:gd name="connsiteX6" fmla="*/ 19027 w 21212"/>
                <a:gd name="connsiteY6" fmla="*/ 1707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76"/>
                  </a:moveTo>
                  <a:cubicBezTo>
                    <a:pt x="19027" y="16821"/>
                    <a:pt x="18985" y="16609"/>
                    <a:pt x="18879" y="16376"/>
                  </a:cubicBezTo>
                  <a:cubicBezTo>
                    <a:pt x="18582" y="16100"/>
                    <a:pt x="18179" y="15909"/>
                    <a:pt x="17755" y="15909"/>
                  </a:cubicBezTo>
                  <a:cubicBezTo>
                    <a:pt x="16736" y="15909"/>
                    <a:pt x="15909" y="16779"/>
                    <a:pt x="15909" y="17776"/>
                  </a:cubicBezTo>
                  <a:cubicBezTo>
                    <a:pt x="15909" y="17988"/>
                    <a:pt x="15930" y="18264"/>
                    <a:pt x="16015" y="18433"/>
                  </a:cubicBezTo>
                  <a:cubicBezTo>
                    <a:pt x="16333" y="18773"/>
                    <a:pt x="16758" y="18900"/>
                    <a:pt x="17203" y="18900"/>
                  </a:cubicBezTo>
                  <a:cubicBezTo>
                    <a:pt x="18221" y="18921"/>
                    <a:pt x="19027" y="18094"/>
                    <a:pt x="19027" y="1707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46B6EAC-F108-46CA-A7F1-406E77DF6688}"/>
                </a:ext>
              </a:extLst>
            </p:cNvPr>
            <p:cNvSpPr/>
            <p:nvPr/>
          </p:nvSpPr>
          <p:spPr>
            <a:xfrm>
              <a:off x="5307069" y="2739845"/>
              <a:ext cx="125307" cy="93980"/>
            </a:xfrm>
            <a:custGeom>
              <a:avLst/>
              <a:gdLst>
                <a:gd name="connsiteX0" fmla="*/ 71485 w 84848"/>
                <a:gd name="connsiteY0" fmla="*/ 37566 h 63636"/>
                <a:gd name="connsiteX1" fmla="*/ 67624 w 84848"/>
                <a:gd name="connsiteY1" fmla="*/ 26770 h 63636"/>
                <a:gd name="connsiteX2" fmla="*/ 62978 w 84848"/>
                <a:gd name="connsiteY2" fmla="*/ 42191 h 63636"/>
                <a:gd name="connsiteX3" fmla="*/ 61430 w 84848"/>
                <a:gd name="connsiteY3" fmla="*/ 22888 h 63636"/>
                <a:gd name="connsiteX4" fmla="*/ 46772 w 84848"/>
                <a:gd name="connsiteY4" fmla="*/ 26770 h 63636"/>
                <a:gd name="connsiteX5" fmla="*/ 17139 w 84848"/>
                <a:gd name="connsiteY5" fmla="*/ 15909 h 63636"/>
                <a:gd name="connsiteX6" fmla="*/ 15909 w 84848"/>
                <a:gd name="connsiteY6" fmla="*/ 26770 h 63636"/>
                <a:gd name="connsiteX7" fmla="*/ 46772 w 84848"/>
                <a:gd name="connsiteY7" fmla="*/ 67666 h 63636"/>
                <a:gd name="connsiteX8" fmla="*/ 68472 w 84848"/>
                <a:gd name="connsiteY8" fmla="*/ 55809 h 63636"/>
                <a:gd name="connsiteX9" fmla="*/ 71485 w 84848"/>
                <a:gd name="connsiteY9" fmla="*/ 37566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63636">
                  <a:moveTo>
                    <a:pt x="71485" y="37566"/>
                  </a:moveTo>
                  <a:cubicBezTo>
                    <a:pt x="73797" y="28297"/>
                    <a:pt x="67624" y="26770"/>
                    <a:pt x="67624" y="26770"/>
                  </a:cubicBezTo>
                  <a:lnTo>
                    <a:pt x="62978" y="42191"/>
                  </a:lnTo>
                  <a:lnTo>
                    <a:pt x="61430" y="22888"/>
                  </a:lnTo>
                  <a:cubicBezTo>
                    <a:pt x="61430" y="22888"/>
                    <a:pt x="66839" y="20597"/>
                    <a:pt x="46772" y="26770"/>
                  </a:cubicBezTo>
                  <a:cubicBezTo>
                    <a:pt x="32200" y="31245"/>
                    <a:pt x="21785" y="21551"/>
                    <a:pt x="17139" y="15909"/>
                  </a:cubicBezTo>
                  <a:cubicBezTo>
                    <a:pt x="16418" y="19345"/>
                    <a:pt x="15909" y="22973"/>
                    <a:pt x="15909" y="26770"/>
                  </a:cubicBezTo>
                  <a:cubicBezTo>
                    <a:pt x="15909" y="49339"/>
                    <a:pt x="29697" y="67666"/>
                    <a:pt x="46772" y="67666"/>
                  </a:cubicBezTo>
                  <a:cubicBezTo>
                    <a:pt x="55215" y="67666"/>
                    <a:pt x="62872" y="63106"/>
                    <a:pt x="68472" y="55809"/>
                  </a:cubicBezTo>
                  <a:cubicBezTo>
                    <a:pt x="66118" y="51227"/>
                    <a:pt x="69682" y="44948"/>
                    <a:pt x="71485" y="37566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3277CEE-6457-45E4-9D2D-C3985A867C52}"/>
                </a:ext>
              </a:extLst>
            </p:cNvPr>
            <p:cNvSpPr/>
            <p:nvPr/>
          </p:nvSpPr>
          <p:spPr>
            <a:xfrm>
              <a:off x="5297359" y="2695455"/>
              <a:ext cx="125307" cy="125307"/>
            </a:xfrm>
            <a:custGeom>
              <a:avLst/>
              <a:gdLst>
                <a:gd name="connsiteX0" fmla="*/ 53348 w 84848"/>
                <a:gd name="connsiteY0" fmla="*/ 15909 h 84848"/>
                <a:gd name="connsiteX1" fmla="*/ 28594 w 84848"/>
                <a:gd name="connsiteY1" fmla="*/ 32964 h 84848"/>
                <a:gd name="connsiteX2" fmla="*/ 21318 w 84848"/>
                <a:gd name="connsiteY2" fmla="*/ 26748 h 84848"/>
                <a:gd name="connsiteX3" fmla="*/ 20151 w 84848"/>
                <a:gd name="connsiteY3" fmla="*/ 24839 h 84848"/>
                <a:gd name="connsiteX4" fmla="*/ 22845 w 84848"/>
                <a:gd name="connsiteY4" fmla="*/ 36400 h 84848"/>
                <a:gd name="connsiteX5" fmla="*/ 15909 w 84848"/>
                <a:gd name="connsiteY5" fmla="*/ 34470 h 84848"/>
                <a:gd name="connsiteX6" fmla="*/ 18603 w 84848"/>
                <a:gd name="connsiteY6" fmla="*/ 40239 h 84848"/>
                <a:gd name="connsiteX7" fmla="*/ 23715 w 84848"/>
                <a:gd name="connsiteY7" fmla="*/ 45903 h 84848"/>
                <a:gd name="connsiteX8" fmla="*/ 23694 w 84848"/>
                <a:gd name="connsiteY8" fmla="*/ 45988 h 84848"/>
                <a:gd name="connsiteX9" fmla="*/ 53327 w 84848"/>
                <a:gd name="connsiteY9" fmla="*/ 56848 h 84848"/>
                <a:gd name="connsiteX10" fmla="*/ 67985 w 84848"/>
                <a:gd name="connsiteY10" fmla="*/ 52966 h 84848"/>
                <a:gd name="connsiteX11" fmla="*/ 69533 w 84848"/>
                <a:gd name="connsiteY11" fmla="*/ 72269 h 84848"/>
                <a:gd name="connsiteX12" fmla="*/ 74178 w 84848"/>
                <a:gd name="connsiteY12" fmla="*/ 56848 h 84848"/>
                <a:gd name="connsiteX13" fmla="*/ 78039 w 84848"/>
                <a:gd name="connsiteY13" fmla="*/ 67645 h 84848"/>
                <a:gd name="connsiteX14" fmla="*/ 75048 w 84848"/>
                <a:gd name="connsiteY14" fmla="*/ 85909 h 84848"/>
                <a:gd name="connsiteX15" fmla="*/ 84190 w 84848"/>
                <a:gd name="connsiteY15" fmla="*/ 56848 h 84848"/>
                <a:gd name="connsiteX16" fmla="*/ 53348 w 84848"/>
                <a:gd name="connsiteY16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848" h="84848">
                  <a:moveTo>
                    <a:pt x="53348" y="15909"/>
                  </a:moveTo>
                  <a:cubicBezTo>
                    <a:pt x="43060" y="15909"/>
                    <a:pt x="34151" y="22739"/>
                    <a:pt x="28594" y="32964"/>
                  </a:cubicBezTo>
                  <a:cubicBezTo>
                    <a:pt x="26324" y="32157"/>
                    <a:pt x="22336" y="28445"/>
                    <a:pt x="21318" y="26748"/>
                  </a:cubicBezTo>
                  <a:cubicBezTo>
                    <a:pt x="20151" y="24839"/>
                    <a:pt x="20151" y="24839"/>
                    <a:pt x="20151" y="24839"/>
                  </a:cubicBezTo>
                  <a:lnTo>
                    <a:pt x="22845" y="36400"/>
                  </a:lnTo>
                  <a:lnTo>
                    <a:pt x="15909" y="34470"/>
                  </a:lnTo>
                  <a:lnTo>
                    <a:pt x="18603" y="40239"/>
                  </a:lnTo>
                  <a:cubicBezTo>
                    <a:pt x="18603" y="40239"/>
                    <a:pt x="20576" y="42912"/>
                    <a:pt x="23715" y="45903"/>
                  </a:cubicBezTo>
                  <a:cubicBezTo>
                    <a:pt x="23715" y="45945"/>
                    <a:pt x="23694" y="45966"/>
                    <a:pt x="23694" y="45988"/>
                  </a:cubicBezTo>
                  <a:cubicBezTo>
                    <a:pt x="28339" y="51630"/>
                    <a:pt x="38754" y="61324"/>
                    <a:pt x="53327" y="56848"/>
                  </a:cubicBezTo>
                  <a:cubicBezTo>
                    <a:pt x="73394" y="50676"/>
                    <a:pt x="67985" y="52966"/>
                    <a:pt x="67985" y="52966"/>
                  </a:cubicBezTo>
                  <a:lnTo>
                    <a:pt x="69533" y="72269"/>
                  </a:lnTo>
                  <a:lnTo>
                    <a:pt x="74178" y="56848"/>
                  </a:lnTo>
                  <a:cubicBezTo>
                    <a:pt x="74178" y="56848"/>
                    <a:pt x="80372" y="58375"/>
                    <a:pt x="78039" y="67645"/>
                  </a:cubicBezTo>
                  <a:cubicBezTo>
                    <a:pt x="76236" y="75006"/>
                    <a:pt x="72672" y="81306"/>
                    <a:pt x="75048" y="85909"/>
                  </a:cubicBezTo>
                  <a:cubicBezTo>
                    <a:pt x="80691" y="78485"/>
                    <a:pt x="84190" y="68239"/>
                    <a:pt x="84190" y="56848"/>
                  </a:cubicBezTo>
                  <a:cubicBezTo>
                    <a:pt x="84212" y="34236"/>
                    <a:pt x="70403" y="15909"/>
                    <a:pt x="53348" y="15909"/>
                  </a:cubicBezTo>
                  <a:close/>
                </a:path>
              </a:pathLst>
            </a:custGeom>
            <a:solidFill>
              <a:srgbClr val="AA8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2B47419-0344-40FC-A218-55D331A25E59}"/>
                </a:ext>
              </a:extLst>
            </p:cNvPr>
            <p:cNvSpPr/>
            <p:nvPr/>
          </p:nvSpPr>
          <p:spPr>
            <a:xfrm>
              <a:off x="5375612" y="2828467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21 w 21212"/>
                <a:gd name="connsiteY1" fmla="*/ 16609 h 21212"/>
                <a:gd name="connsiteX2" fmla="*/ 17097 w 21212"/>
                <a:gd name="connsiteY2" fmla="*/ 18433 h 21212"/>
                <a:gd name="connsiteX3" fmla="*/ 15909 w 21212"/>
                <a:gd name="connsiteY3" fmla="*/ 17967 h 21212"/>
                <a:gd name="connsiteX4" fmla="*/ 17627 w 21212"/>
                <a:gd name="connsiteY4" fmla="*/ 19112 h 21212"/>
                <a:gd name="connsiteX5" fmla="*/ 19451 w 21212"/>
                <a:gd name="connsiteY5" fmla="*/ 17288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79" y="16121"/>
                    <a:pt x="18921" y="16354"/>
                    <a:pt x="18921" y="16609"/>
                  </a:cubicBezTo>
                  <a:cubicBezTo>
                    <a:pt x="18921" y="17627"/>
                    <a:pt x="18115" y="18433"/>
                    <a:pt x="17097" y="18433"/>
                  </a:cubicBezTo>
                  <a:cubicBezTo>
                    <a:pt x="16630" y="18433"/>
                    <a:pt x="16248" y="18285"/>
                    <a:pt x="15909" y="17967"/>
                  </a:cubicBezTo>
                  <a:cubicBezTo>
                    <a:pt x="16206" y="18667"/>
                    <a:pt x="16842" y="19112"/>
                    <a:pt x="17627" y="19112"/>
                  </a:cubicBezTo>
                  <a:cubicBezTo>
                    <a:pt x="18624" y="19112"/>
                    <a:pt x="19451" y="18306"/>
                    <a:pt x="19451" y="17288"/>
                  </a:cubicBezTo>
                  <a:cubicBezTo>
                    <a:pt x="19430" y="16694"/>
                    <a:pt x="19197" y="16206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6C98D20-3845-4B33-93A2-3A40C94015BC}"/>
                </a:ext>
              </a:extLst>
            </p:cNvPr>
            <p:cNvSpPr/>
            <p:nvPr/>
          </p:nvSpPr>
          <p:spPr>
            <a:xfrm>
              <a:off x="5375455" y="2827779"/>
              <a:ext cx="31327" cy="31327"/>
            </a:xfrm>
            <a:custGeom>
              <a:avLst/>
              <a:gdLst>
                <a:gd name="connsiteX0" fmla="*/ 19027 w 21212"/>
                <a:gd name="connsiteY0" fmla="*/ 17076 h 21212"/>
                <a:gd name="connsiteX1" fmla="*/ 18900 w 21212"/>
                <a:gd name="connsiteY1" fmla="*/ 16376 h 21212"/>
                <a:gd name="connsiteX2" fmla="*/ 17733 w 21212"/>
                <a:gd name="connsiteY2" fmla="*/ 15909 h 21212"/>
                <a:gd name="connsiteX3" fmla="*/ 15909 w 21212"/>
                <a:gd name="connsiteY3" fmla="*/ 17755 h 21212"/>
                <a:gd name="connsiteX4" fmla="*/ 16015 w 21212"/>
                <a:gd name="connsiteY4" fmla="*/ 18433 h 21212"/>
                <a:gd name="connsiteX5" fmla="*/ 17203 w 21212"/>
                <a:gd name="connsiteY5" fmla="*/ 18900 h 21212"/>
                <a:gd name="connsiteX6" fmla="*/ 19027 w 21212"/>
                <a:gd name="connsiteY6" fmla="*/ 1707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76"/>
                  </a:moveTo>
                  <a:cubicBezTo>
                    <a:pt x="19027" y="16821"/>
                    <a:pt x="19006" y="16588"/>
                    <a:pt x="18900" y="16376"/>
                  </a:cubicBezTo>
                  <a:cubicBezTo>
                    <a:pt x="18561" y="16100"/>
                    <a:pt x="18179" y="15909"/>
                    <a:pt x="17733" y="15909"/>
                  </a:cubicBezTo>
                  <a:cubicBezTo>
                    <a:pt x="16715" y="15909"/>
                    <a:pt x="15909" y="16736"/>
                    <a:pt x="15909" y="17755"/>
                  </a:cubicBezTo>
                  <a:cubicBezTo>
                    <a:pt x="15909" y="17988"/>
                    <a:pt x="15951" y="18242"/>
                    <a:pt x="16015" y="18433"/>
                  </a:cubicBezTo>
                  <a:cubicBezTo>
                    <a:pt x="16354" y="18751"/>
                    <a:pt x="16736" y="18900"/>
                    <a:pt x="17203" y="18900"/>
                  </a:cubicBezTo>
                  <a:cubicBezTo>
                    <a:pt x="18200" y="18900"/>
                    <a:pt x="19027" y="18094"/>
                    <a:pt x="19027" y="1707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51C0ABC-B390-430C-BA68-D4BB05B48924}"/>
                </a:ext>
              </a:extLst>
            </p:cNvPr>
            <p:cNvSpPr/>
            <p:nvPr/>
          </p:nvSpPr>
          <p:spPr>
            <a:xfrm>
              <a:off x="5315403" y="2777280"/>
              <a:ext cx="31327" cy="62653"/>
            </a:xfrm>
            <a:custGeom>
              <a:avLst/>
              <a:gdLst>
                <a:gd name="connsiteX0" fmla="*/ 21127 w 21212"/>
                <a:gd name="connsiteY0" fmla="*/ 15909 h 42424"/>
                <a:gd name="connsiteX1" fmla="*/ 15909 w 21212"/>
                <a:gd name="connsiteY1" fmla="*/ 29824 h 42424"/>
                <a:gd name="connsiteX2" fmla="*/ 24288 w 21212"/>
                <a:gd name="connsiteY2" fmla="*/ 29082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12" h="42424">
                  <a:moveTo>
                    <a:pt x="21127" y="15909"/>
                  </a:moveTo>
                  <a:lnTo>
                    <a:pt x="15909" y="29824"/>
                  </a:lnTo>
                  <a:lnTo>
                    <a:pt x="24288" y="29082"/>
                  </a:ln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A31B1B7-4B2A-4246-A618-B2E2C187BE36}"/>
                </a:ext>
              </a:extLst>
            </p:cNvPr>
            <p:cNvSpPr/>
            <p:nvPr/>
          </p:nvSpPr>
          <p:spPr>
            <a:xfrm>
              <a:off x="5377131" y="2755884"/>
              <a:ext cx="93980" cy="125307"/>
            </a:xfrm>
            <a:custGeom>
              <a:avLst/>
              <a:gdLst>
                <a:gd name="connsiteX0" fmla="*/ 17022 w 63636"/>
                <a:gd name="connsiteY0" fmla="*/ 50166 h 84848"/>
                <a:gd name="connsiteX1" fmla="*/ 18062 w 63636"/>
                <a:gd name="connsiteY1" fmla="*/ 71760 h 84848"/>
                <a:gd name="connsiteX2" fmla="*/ 35541 w 63636"/>
                <a:gd name="connsiteY2" fmla="*/ 65566 h 84848"/>
                <a:gd name="connsiteX3" fmla="*/ 49944 w 63636"/>
                <a:gd name="connsiteY3" fmla="*/ 66563 h 84848"/>
                <a:gd name="connsiteX4" fmla="*/ 34268 w 63636"/>
                <a:gd name="connsiteY4" fmla="*/ 40876 h 84848"/>
                <a:gd name="connsiteX5" fmla="*/ 30195 w 63636"/>
                <a:gd name="connsiteY5" fmla="*/ 15909 h 84848"/>
                <a:gd name="connsiteX6" fmla="*/ 20098 w 63636"/>
                <a:gd name="connsiteY6" fmla="*/ 40876 h 84848"/>
                <a:gd name="connsiteX7" fmla="*/ 17022 w 63636"/>
                <a:gd name="connsiteY7" fmla="*/ 50166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84848">
                  <a:moveTo>
                    <a:pt x="17022" y="50166"/>
                  </a:moveTo>
                  <a:cubicBezTo>
                    <a:pt x="17022" y="50166"/>
                    <a:pt x="13925" y="62512"/>
                    <a:pt x="18062" y="71760"/>
                  </a:cubicBezTo>
                  <a:cubicBezTo>
                    <a:pt x="22177" y="81030"/>
                    <a:pt x="26271" y="66606"/>
                    <a:pt x="35541" y="65566"/>
                  </a:cubicBezTo>
                  <a:cubicBezTo>
                    <a:pt x="44810" y="64527"/>
                    <a:pt x="49944" y="66563"/>
                    <a:pt x="49944" y="66563"/>
                  </a:cubicBezTo>
                  <a:cubicBezTo>
                    <a:pt x="49944" y="66563"/>
                    <a:pt x="38404" y="52203"/>
                    <a:pt x="34268" y="40876"/>
                  </a:cubicBezTo>
                  <a:cubicBezTo>
                    <a:pt x="30153" y="29570"/>
                    <a:pt x="30195" y="15909"/>
                    <a:pt x="30195" y="15909"/>
                  </a:cubicBezTo>
                  <a:lnTo>
                    <a:pt x="20098" y="40876"/>
                  </a:lnTo>
                  <a:lnTo>
                    <a:pt x="17022" y="50166"/>
                  </a:lnTo>
                  <a:close/>
                </a:path>
              </a:pathLst>
            </a:custGeom>
            <a:solidFill>
              <a:srgbClr val="AA8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FB068F9-0E8F-435F-BBD6-7EBE70C05DB1}"/>
                </a:ext>
              </a:extLst>
            </p:cNvPr>
            <p:cNvSpPr/>
            <p:nvPr/>
          </p:nvSpPr>
          <p:spPr>
            <a:xfrm>
              <a:off x="5335796" y="2824927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21 w 21212"/>
                <a:gd name="connsiteY1" fmla="*/ 16630 h 21212"/>
                <a:gd name="connsiteX2" fmla="*/ 17097 w 21212"/>
                <a:gd name="connsiteY2" fmla="*/ 18455 h 21212"/>
                <a:gd name="connsiteX3" fmla="*/ 15909 w 21212"/>
                <a:gd name="connsiteY3" fmla="*/ 18030 h 21212"/>
                <a:gd name="connsiteX4" fmla="*/ 17627 w 21212"/>
                <a:gd name="connsiteY4" fmla="*/ 19154 h 21212"/>
                <a:gd name="connsiteX5" fmla="*/ 19451 w 21212"/>
                <a:gd name="connsiteY5" fmla="*/ 17288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79" y="16164"/>
                    <a:pt x="18921" y="16354"/>
                    <a:pt x="18921" y="16630"/>
                  </a:cubicBezTo>
                  <a:cubicBezTo>
                    <a:pt x="18921" y="17648"/>
                    <a:pt x="18115" y="18455"/>
                    <a:pt x="17097" y="18455"/>
                  </a:cubicBezTo>
                  <a:cubicBezTo>
                    <a:pt x="16651" y="18455"/>
                    <a:pt x="16270" y="18306"/>
                    <a:pt x="15909" y="18030"/>
                  </a:cubicBezTo>
                  <a:cubicBezTo>
                    <a:pt x="16185" y="18667"/>
                    <a:pt x="16864" y="19154"/>
                    <a:pt x="17627" y="19154"/>
                  </a:cubicBezTo>
                  <a:cubicBezTo>
                    <a:pt x="18624" y="19154"/>
                    <a:pt x="19451" y="18306"/>
                    <a:pt x="19451" y="17288"/>
                  </a:cubicBezTo>
                  <a:cubicBezTo>
                    <a:pt x="19451" y="16715"/>
                    <a:pt x="19197" y="16248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8C5DEBB-FFFD-4F9E-BBFB-007845EE533E}"/>
                </a:ext>
              </a:extLst>
            </p:cNvPr>
            <p:cNvSpPr/>
            <p:nvPr/>
          </p:nvSpPr>
          <p:spPr>
            <a:xfrm>
              <a:off x="5335640" y="2824301"/>
              <a:ext cx="31327" cy="31327"/>
            </a:xfrm>
            <a:custGeom>
              <a:avLst/>
              <a:gdLst>
                <a:gd name="connsiteX0" fmla="*/ 19027 w 21212"/>
                <a:gd name="connsiteY0" fmla="*/ 17054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12 h 21212"/>
                <a:gd name="connsiteX4" fmla="*/ 16015 w 21212"/>
                <a:gd name="connsiteY4" fmla="*/ 18455 h 21212"/>
                <a:gd name="connsiteX5" fmla="*/ 17203 w 21212"/>
                <a:gd name="connsiteY5" fmla="*/ 18879 h 21212"/>
                <a:gd name="connsiteX6" fmla="*/ 19027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54"/>
                  </a:moveTo>
                  <a:cubicBezTo>
                    <a:pt x="19027" y="16779"/>
                    <a:pt x="18985" y="16588"/>
                    <a:pt x="18900" y="16333"/>
                  </a:cubicBezTo>
                  <a:cubicBezTo>
                    <a:pt x="18561" y="16079"/>
                    <a:pt x="18179" y="15909"/>
                    <a:pt x="17733" y="15909"/>
                  </a:cubicBezTo>
                  <a:cubicBezTo>
                    <a:pt x="16715" y="15909"/>
                    <a:pt x="15909" y="16715"/>
                    <a:pt x="15909" y="17712"/>
                  </a:cubicBezTo>
                  <a:cubicBezTo>
                    <a:pt x="15909" y="17967"/>
                    <a:pt x="15973" y="18200"/>
                    <a:pt x="16015" y="18455"/>
                  </a:cubicBezTo>
                  <a:cubicBezTo>
                    <a:pt x="16376" y="18730"/>
                    <a:pt x="16736" y="18879"/>
                    <a:pt x="17203" y="18879"/>
                  </a:cubicBezTo>
                  <a:cubicBezTo>
                    <a:pt x="18200" y="18879"/>
                    <a:pt x="19027" y="18073"/>
                    <a:pt x="19027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C65F972-27D9-4C6B-971A-E40B22580B1F}"/>
                </a:ext>
              </a:extLst>
            </p:cNvPr>
            <p:cNvSpPr/>
            <p:nvPr/>
          </p:nvSpPr>
          <p:spPr>
            <a:xfrm>
              <a:off x="5334104" y="2828906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30 h 21212"/>
                <a:gd name="connsiteX2" fmla="*/ 17054 w 21212"/>
                <a:gd name="connsiteY2" fmla="*/ 18476 h 21212"/>
                <a:gd name="connsiteX3" fmla="*/ 15909 w 21212"/>
                <a:gd name="connsiteY3" fmla="*/ 18009 h 21212"/>
                <a:gd name="connsiteX4" fmla="*/ 17585 w 21212"/>
                <a:gd name="connsiteY4" fmla="*/ 19154 h 21212"/>
                <a:gd name="connsiteX5" fmla="*/ 19451 w 21212"/>
                <a:gd name="connsiteY5" fmla="*/ 17330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57" y="16142"/>
                    <a:pt x="18921" y="16376"/>
                    <a:pt x="18921" y="16630"/>
                  </a:cubicBezTo>
                  <a:cubicBezTo>
                    <a:pt x="18921" y="17627"/>
                    <a:pt x="18073" y="18476"/>
                    <a:pt x="17054" y="18476"/>
                  </a:cubicBezTo>
                  <a:cubicBezTo>
                    <a:pt x="16609" y="18476"/>
                    <a:pt x="16227" y="18285"/>
                    <a:pt x="15909" y="18009"/>
                  </a:cubicBezTo>
                  <a:cubicBezTo>
                    <a:pt x="16164" y="18688"/>
                    <a:pt x="16821" y="19154"/>
                    <a:pt x="17585" y="19154"/>
                  </a:cubicBezTo>
                  <a:cubicBezTo>
                    <a:pt x="18624" y="19154"/>
                    <a:pt x="19451" y="18327"/>
                    <a:pt x="19451" y="17330"/>
                  </a:cubicBezTo>
                  <a:cubicBezTo>
                    <a:pt x="19451" y="16715"/>
                    <a:pt x="19176" y="16248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F364DC1-0403-42B0-93F5-8E9DE4A4E073}"/>
                </a:ext>
              </a:extLst>
            </p:cNvPr>
            <p:cNvSpPr/>
            <p:nvPr/>
          </p:nvSpPr>
          <p:spPr>
            <a:xfrm>
              <a:off x="5333885" y="2828280"/>
              <a:ext cx="31327" cy="31327"/>
            </a:xfrm>
            <a:custGeom>
              <a:avLst/>
              <a:gdLst>
                <a:gd name="connsiteX0" fmla="*/ 19070 w 21212"/>
                <a:gd name="connsiteY0" fmla="*/ 17054 h 21212"/>
                <a:gd name="connsiteX1" fmla="*/ 18921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58 w 21212"/>
                <a:gd name="connsiteY4" fmla="*/ 18433 h 21212"/>
                <a:gd name="connsiteX5" fmla="*/ 17203 w 21212"/>
                <a:gd name="connsiteY5" fmla="*/ 18900 h 21212"/>
                <a:gd name="connsiteX6" fmla="*/ 19070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70" y="17054"/>
                  </a:moveTo>
                  <a:cubicBezTo>
                    <a:pt x="19070" y="16800"/>
                    <a:pt x="19006" y="16567"/>
                    <a:pt x="18921" y="16333"/>
                  </a:cubicBezTo>
                  <a:cubicBezTo>
                    <a:pt x="18603" y="16058"/>
                    <a:pt x="18200" y="15909"/>
                    <a:pt x="17733" y="15909"/>
                  </a:cubicBezTo>
                  <a:cubicBezTo>
                    <a:pt x="16736" y="15909"/>
                    <a:pt x="15909" y="16736"/>
                    <a:pt x="15909" y="17733"/>
                  </a:cubicBezTo>
                  <a:cubicBezTo>
                    <a:pt x="15909" y="17967"/>
                    <a:pt x="15951" y="18200"/>
                    <a:pt x="16058" y="18433"/>
                  </a:cubicBezTo>
                  <a:cubicBezTo>
                    <a:pt x="16376" y="18730"/>
                    <a:pt x="16758" y="18900"/>
                    <a:pt x="17203" y="18900"/>
                  </a:cubicBezTo>
                  <a:cubicBezTo>
                    <a:pt x="18242" y="18921"/>
                    <a:pt x="19070" y="18073"/>
                    <a:pt x="19070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0A1854A-4094-4CCB-8F41-FF309C3817E2}"/>
                </a:ext>
              </a:extLst>
            </p:cNvPr>
            <p:cNvSpPr/>
            <p:nvPr/>
          </p:nvSpPr>
          <p:spPr>
            <a:xfrm>
              <a:off x="5332631" y="2832322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30 h 21212"/>
                <a:gd name="connsiteX2" fmla="*/ 17076 w 21212"/>
                <a:gd name="connsiteY2" fmla="*/ 18455 h 21212"/>
                <a:gd name="connsiteX3" fmla="*/ 15909 w 21212"/>
                <a:gd name="connsiteY3" fmla="*/ 18009 h 21212"/>
                <a:gd name="connsiteX4" fmla="*/ 17606 w 21212"/>
                <a:gd name="connsiteY4" fmla="*/ 19154 h 21212"/>
                <a:gd name="connsiteX5" fmla="*/ 19451 w 21212"/>
                <a:gd name="connsiteY5" fmla="*/ 17309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57" y="16142"/>
                    <a:pt x="18921" y="16354"/>
                    <a:pt x="18921" y="16630"/>
                  </a:cubicBezTo>
                  <a:cubicBezTo>
                    <a:pt x="18921" y="17627"/>
                    <a:pt x="18073" y="18455"/>
                    <a:pt x="17076" y="18455"/>
                  </a:cubicBezTo>
                  <a:cubicBezTo>
                    <a:pt x="16630" y="18455"/>
                    <a:pt x="16227" y="18285"/>
                    <a:pt x="15909" y="18009"/>
                  </a:cubicBezTo>
                  <a:cubicBezTo>
                    <a:pt x="16206" y="18688"/>
                    <a:pt x="16842" y="19154"/>
                    <a:pt x="17606" y="19154"/>
                  </a:cubicBezTo>
                  <a:cubicBezTo>
                    <a:pt x="18624" y="19154"/>
                    <a:pt x="19451" y="18327"/>
                    <a:pt x="19451" y="17309"/>
                  </a:cubicBezTo>
                  <a:cubicBezTo>
                    <a:pt x="19451" y="16715"/>
                    <a:pt x="19197" y="16206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87EAF9E-8A3D-4786-97F5-5D2D4BA4D6A6}"/>
                </a:ext>
              </a:extLst>
            </p:cNvPr>
            <p:cNvSpPr/>
            <p:nvPr/>
          </p:nvSpPr>
          <p:spPr>
            <a:xfrm>
              <a:off x="5332444" y="2831663"/>
              <a:ext cx="31327" cy="31327"/>
            </a:xfrm>
            <a:custGeom>
              <a:avLst/>
              <a:gdLst>
                <a:gd name="connsiteX0" fmla="*/ 19048 w 21212"/>
                <a:gd name="connsiteY0" fmla="*/ 17076 h 21212"/>
                <a:gd name="connsiteX1" fmla="*/ 18900 w 21212"/>
                <a:gd name="connsiteY1" fmla="*/ 16354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36 w 21212"/>
                <a:gd name="connsiteY4" fmla="*/ 18433 h 21212"/>
                <a:gd name="connsiteX5" fmla="*/ 17203 w 21212"/>
                <a:gd name="connsiteY5" fmla="*/ 18879 h 21212"/>
                <a:gd name="connsiteX6" fmla="*/ 19048 w 21212"/>
                <a:gd name="connsiteY6" fmla="*/ 1707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76"/>
                  </a:moveTo>
                  <a:cubicBezTo>
                    <a:pt x="19048" y="16800"/>
                    <a:pt x="19006" y="16588"/>
                    <a:pt x="18900" y="16354"/>
                  </a:cubicBezTo>
                  <a:cubicBezTo>
                    <a:pt x="18582" y="16079"/>
                    <a:pt x="18179" y="15909"/>
                    <a:pt x="17733" y="15909"/>
                  </a:cubicBezTo>
                  <a:cubicBezTo>
                    <a:pt x="16715" y="15909"/>
                    <a:pt x="15909" y="16736"/>
                    <a:pt x="15909" y="17733"/>
                  </a:cubicBezTo>
                  <a:cubicBezTo>
                    <a:pt x="15909" y="17988"/>
                    <a:pt x="15973" y="18200"/>
                    <a:pt x="16036" y="18433"/>
                  </a:cubicBezTo>
                  <a:cubicBezTo>
                    <a:pt x="16354" y="18709"/>
                    <a:pt x="16758" y="18879"/>
                    <a:pt x="17203" y="18879"/>
                  </a:cubicBezTo>
                  <a:cubicBezTo>
                    <a:pt x="18200" y="18900"/>
                    <a:pt x="19048" y="18073"/>
                    <a:pt x="19048" y="1707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82A2F35-B7DD-462E-8876-A0BB7911E365}"/>
                </a:ext>
              </a:extLst>
            </p:cNvPr>
            <p:cNvSpPr/>
            <p:nvPr/>
          </p:nvSpPr>
          <p:spPr>
            <a:xfrm>
              <a:off x="5331284" y="2835704"/>
              <a:ext cx="31327" cy="31327"/>
            </a:xfrm>
            <a:custGeom>
              <a:avLst/>
              <a:gdLst>
                <a:gd name="connsiteX0" fmla="*/ 18751 w 21212"/>
                <a:gd name="connsiteY0" fmla="*/ 15909 h 21212"/>
                <a:gd name="connsiteX1" fmla="*/ 18921 w 21212"/>
                <a:gd name="connsiteY1" fmla="*/ 16651 h 21212"/>
                <a:gd name="connsiteX2" fmla="*/ 17076 w 21212"/>
                <a:gd name="connsiteY2" fmla="*/ 18476 h 21212"/>
                <a:gd name="connsiteX3" fmla="*/ 15909 w 21212"/>
                <a:gd name="connsiteY3" fmla="*/ 18030 h 21212"/>
                <a:gd name="connsiteX4" fmla="*/ 17606 w 21212"/>
                <a:gd name="connsiteY4" fmla="*/ 19154 h 21212"/>
                <a:gd name="connsiteX5" fmla="*/ 19430 w 21212"/>
                <a:gd name="connsiteY5" fmla="*/ 17351 h 21212"/>
                <a:gd name="connsiteX6" fmla="*/ 18751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51" y="15909"/>
                  </a:moveTo>
                  <a:cubicBezTo>
                    <a:pt x="18879" y="16164"/>
                    <a:pt x="18921" y="16376"/>
                    <a:pt x="18921" y="16651"/>
                  </a:cubicBezTo>
                  <a:cubicBezTo>
                    <a:pt x="18921" y="17648"/>
                    <a:pt x="18073" y="18476"/>
                    <a:pt x="17076" y="18476"/>
                  </a:cubicBezTo>
                  <a:cubicBezTo>
                    <a:pt x="16609" y="18476"/>
                    <a:pt x="16248" y="18306"/>
                    <a:pt x="15909" y="18030"/>
                  </a:cubicBezTo>
                  <a:cubicBezTo>
                    <a:pt x="16185" y="18709"/>
                    <a:pt x="16842" y="19154"/>
                    <a:pt x="17606" y="19154"/>
                  </a:cubicBezTo>
                  <a:cubicBezTo>
                    <a:pt x="18603" y="19154"/>
                    <a:pt x="19430" y="18348"/>
                    <a:pt x="19430" y="17351"/>
                  </a:cubicBezTo>
                  <a:cubicBezTo>
                    <a:pt x="19430" y="16736"/>
                    <a:pt x="19176" y="16270"/>
                    <a:pt x="18751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1BEAABF-A57B-4543-AF71-910C95E488AB}"/>
                </a:ext>
              </a:extLst>
            </p:cNvPr>
            <p:cNvSpPr/>
            <p:nvPr/>
          </p:nvSpPr>
          <p:spPr>
            <a:xfrm>
              <a:off x="5331097" y="2835046"/>
              <a:ext cx="31327" cy="31327"/>
            </a:xfrm>
            <a:custGeom>
              <a:avLst/>
              <a:gdLst>
                <a:gd name="connsiteX0" fmla="*/ 19048 w 21212"/>
                <a:gd name="connsiteY0" fmla="*/ 17097 h 21212"/>
                <a:gd name="connsiteX1" fmla="*/ 18879 w 21212"/>
                <a:gd name="connsiteY1" fmla="*/ 16354 h 21212"/>
                <a:gd name="connsiteX2" fmla="*/ 17733 w 21212"/>
                <a:gd name="connsiteY2" fmla="*/ 15909 h 21212"/>
                <a:gd name="connsiteX3" fmla="*/ 15909 w 21212"/>
                <a:gd name="connsiteY3" fmla="*/ 17754 h 21212"/>
                <a:gd name="connsiteX4" fmla="*/ 16036 w 21212"/>
                <a:gd name="connsiteY4" fmla="*/ 18433 h 21212"/>
                <a:gd name="connsiteX5" fmla="*/ 17203 w 21212"/>
                <a:gd name="connsiteY5" fmla="*/ 18879 h 21212"/>
                <a:gd name="connsiteX6" fmla="*/ 19048 w 21212"/>
                <a:gd name="connsiteY6" fmla="*/ 1709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97"/>
                  </a:moveTo>
                  <a:cubicBezTo>
                    <a:pt x="19048" y="16821"/>
                    <a:pt x="19006" y="16609"/>
                    <a:pt x="18879" y="16354"/>
                  </a:cubicBezTo>
                  <a:cubicBezTo>
                    <a:pt x="18561" y="16100"/>
                    <a:pt x="18179" y="15909"/>
                    <a:pt x="17733" y="15909"/>
                  </a:cubicBezTo>
                  <a:cubicBezTo>
                    <a:pt x="16715" y="15909"/>
                    <a:pt x="15909" y="16758"/>
                    <a:pt x="15909" y="17754"/>
                  </a:cubicBezTo>
                  <a:cubicBezTo>
                    <a:pt x="15909" y="17967"/>
                    <a:pt x="15951" y="18221"/>
                    <a:pt x="16036" y="18433"/>
                  </a:cubicBezTo>
                  <a:cubicBezTo>
                    <a:pt x="16376" y="18730"/>
                    <a:pt x="16736" y="18879"/>
                    <a:pt x="17203" y="18879"/>
                  </a:cubicBezTo>
                  <a:cubicBezTo>
                    <a:pt x="18200" y="18921"/>
                    <a:pt x="19048" y="18094"/>
                    <a:pt x="19048" y="1709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6D37F4E-33CE-4780-B20D-A0F25AA38009}"/>
                </a:ext>
              </a:extLst>
            </p:cNvPr>
            <p:cNvSpPr/>
            <p:nvPr/>
          </p:nvSpPr>
          <p:spPr>
            <a:xfrm>
              <a:off x="5331473" y="2839682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21 w 21212"/>
                <a:gd name="connsiteY1" fmla="*/ 16630 h 21212"/>
                <a:gd name="connsiteX2" fmla="*/ 17076 w 21212"/>
                <a:gd name="connsiteY2" fmla="*/ 18497 h 21212"/>
                <a:gd name="connsiteX3" fmla="*/ 15909 w 21212"/>
                <a:gd name="connsiteY3" fmla="*/ 18030 h 21212"/>
                <a:gd name="connsiteX4" fmla="*/ 17627 w 21212"/>
                <a:gd name="connsiteY4" fmla="*/ 19154 h 21212"/>
                <a:gd name="connsiteX5" fmla="*/ 19451 w 21212"/>
                <a:gd name="connsiteY5" fmla="*/ 17330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57" y="16164"/>
                    <a:pt x="18921" y="16376"/>
                    <a:pt x="18921" y="16630"/>
                  </a:cubicBezTo>
                  <a:cubicBezTo>
                    <a:pt x="18921" y="17627"/>
                    <a:pt x="18094" y="18497"/>
                    <a:pt x="17076" y="18497"/>
                  </a:cubicBezTo>
                  <a:cubicBezTo>
                    <a:pt x="16630" y="18497"/>
                    <a:pt x="16248" y="18306"/>
                    <a:pt x="15909" y="18030"/>
                  </a:cubicBezTo>
                  <a:cubicBezTo>
                    <a:pt x="16206" y="18688"/>
                    <a:pt x="16821" y="19154"/>
                    <a:pt x="17627" y="19154"/>
                  </a:cubicBezTo>
                  <a:cubicBezTo>
                    <a:pt x="18624" y="19154"/>
                    <a:pt x="19451" y="18348"/>
                    <a:pt x="19451" y="17330"/>
                  </a:cubicBezTo>
                  <a:cubicBezTo>
                    <a:pt x="19451" y="16758"/>
                    <a:pt x="19197" y="16248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F60B332-FB51-4360-AED5-EE01C29CDE6E}"/>
                </a:ext>
              </a:extLst>
            </p:cNvPr>
            <p:cNvSpPr/>
            <p:nvPr/>
          </p:nvSpPr>
          <p:spPr>
            <a:xfrm>
              <a:off x="5331315" y="2839056"/>
              <a:ext cx="31327" cy="31327"/>
            </a:xfrm>
            <a:custGeom>
              <a:avLst/>
              <a:gdLst>
                <a:gd name="connsiteX0" fmla="*/ 19027 w 21212"/>
                <a:gd name="connsiteY0" fmla="*/ 17054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15 w 21212"/>
                <a:gd name="connsiteY4" fmla="*/ 18433 h 21212"/>
                <a:gd name="connsiteX5" fmla="*/ 17182 w 21212"/>
                <a:gd name="connsiteY5" fmla="*/ 18900 h 21212"/>
                <a:gd name="connsiteX6" fmla="*/ 19027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54"/>
                  </a:moveTo>
                  <a:cubicBezTo>
                    <a:pt x="19027" y="16821"/>
                    <a:pt x="18964" y="16588"/>
                    <a:pt x="18900" y="16333"/>
                  </a:cubicBezTo>
                  <a:cubicBezTo>
                    <a:pt x="18582" y="16100"/>
                    <a:pt x="18179" y="15909"/>
                    <a:pt x="17733" y="15909"/>
                  </a:cubicBezTo>
                  <a:cubicBezTo>
                    <a:pt x="16715" y="15909"/>
                    <a:pt x="15909" y="16736"/>
                    <a:pt x="15909" y="17733"/>
                  </a:cubicBezTo>
                  <a:cubicBezTo>
                    <a:pt x="15909" y="17967"/>
                    <a:pt x="15973" y="18179"/>
                    <a:pt x="16015" y="18433"/>
                  </a:cubicBezTo>
                  <a:cubicBezTo>
                    <a:pt x="16354" y="18709"/>
                    <a:pt x="16758" y="18900"/>
                    <a:pt x="17182" y="18900"/>
                  </a:cubicBezTo>
                  <a:cubicBezTo>
                    <a:pt x="18221" y="18921"/>
                    <a:pt x="19027" y="18073"/>
                    <a:pt x="19027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E393D1B-0E3E-4598-B6AE-596898D77520}"/>
                </a:ext>
              </a:extLst>
            </p:cNvPr>
            <p:cNvSpPr/>
            <p:nvPr/>
          </p:nvSpPr>
          <p:spPr>
            <a:xfrm>
              <a:off x="5334198" y="2842252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00 w 21212"/>
                <a:gd name="connsiteY1" fmla="*/ 16651 h 21212"/>
                <a:gd name="connsiteX2" fmla="*/ 17076 w 21212"/>
                <a:gd name="connsiteY2" fmla="*/ 18476 h 21212"/>
                <a:gd name="connsiteX3" fmla="*/ 15909 w 21212"/>
                <a:gd name="connsiteY3" fmla="*/ 18009 h 21212"/>
                <a:gd name="connsiteX4" fmla="*/ 17606 w 21212"/>
                <a:gd name="connsiteY4" fmla="*/ 19154 h 21212"/>
                <a:gd name="connsiteX5" fmla="*/ 19430 w 21212"/>
                <a:gd name="connsiteY5" fmla="*/ 17351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57" y="16185"/>
                    <a:pt x="18900" y="16397"/>
                    <a:pt x="18900" y="16651"/>
                  </a:cubicBezTo>
                  <a:cubicBezTo>
                    <a:pt x="18900" y="17648"/>
                    <a:pt x="18073" y="18476"/>
                    <a:pt x="17076" y="18476"/>
                  </a:cubicBezTo>
                  <a:cubicBezTo>
                    <a:pt x="16630" y="18476"/>
                    <a:pt x="16227" y="18327"/>
                    <a:pt x="15909" y="18009"/>
                  </a:cubicBezTo>
                  <a:cubicBezTo>
                    <a:pt x="16185" y="18709"/>
                    <a:pt x="16842" y="19154"/>
                    <a:pt x="17606" y="19154"/>
                  </a:cubicBezTo>
                  <a:cubicBezTo>
                    <a:pt x="18624" y="19154"/>
                    <a:pt x="19430" y="18370"/>
                    <a:pt x="19430" y="17351"/>
                  </a:cubicBezTo>
                  <a:cubicBezTo>
                    <a:pt x="19430" y="16758"/>
                    <a:pt x="19176" y="16270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93B4D70-40BD-4799-9E56-9D8B61871EA8}"/>
                </a:ext>
              </a:extLst>
            </p:cNvPr>
            <p:cNvSpPr/>
            <p:nvPr/>
          </p:nvSpPr>
          <p:spPr>
            <a:xfrm>
              <a:off x="5334042" y="2841593"/>
              <a:ext cx="31327" cy="31327"/>
            </a:xfrm>
            <a:custGeom>
              <a:avLst/>
              <a:gdLst>
                <a:gd name="connsiteX0" fmla="*/ 19027 w 21212"/>
                <a:gd name="connsiteY0" fmla="*/ 17097 h 21212"/>
                <a:gd name="connsiteX1" fmla="*/ 18900 w 21212"/>
                <a:gd name="connsiteY1" fmla="*/ 16354 h 21212"/>
                <a:gd name="connsiteX2" fmla="*/ 17733 w 21212"/>
                <a:gd name="connsiteY2" fmla="*/ 15909 h 21212"/>
                <a:gd name="connsiteX3" fmla="*/ 15909 w 21212"/>
                <a:gd name="connsiteY3" fmla="*/ 17776 h 21212"/>
                <a:gd name="connsiteX4" fmla="*/ 16036 w 21212"/>
                <a:gd name="connsiteY4" fmla="*/ 18433 h 21212"/>
                <a:gd name="connsiteX5" fmla="*/ 17203 w 21212"/>
                <a:gd name="connsiteY5" fmla="*/ 18900 h 21212"/>
                <a:gd name="connsiteX6" fmla="*/ 19027 w 21212"/>
                <a:gd name="connsiteY6" fmla="*/ 1709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97"/>
                  </a:moveTo>
                  <a:cubicBezTo>
                    <a:pt x="19027" y="16842"/>
                    <a:pt x="18985" y="16630"/>
                    <a:pt x="18900" y="16354"/>
                  </a:cubicBezTo>
                  <a:cubicBezTo>
                    <a:pt x="18561" y="16121"/>
                    <a:pt x="18179" y="15909"/>
                    <a:pt x="17733" y="15909"/>
                  </a:cubicBezTo>
                  <a:cubicBezTo>
                    <a:pt x="16715" y="15909"/>
                    <a:pt x="15909" y="16758"/>
                    <a:pt x="15909" y="17776"/>
                  </a:cubicBezTo>
                  <a:cubicBezTo>
                    <a:pt x="15909" y="17988"/>
                    <a:pt x="15973" y="18242"/>
                    <a:pt x="16036" y="18433"/>
                  </a:cubicBezTo>
                  <a:cubicBezTo>
                    <a:pt x="16355" y="18773"/>
                    <a:pt x="16758" y="18900"/>
                    <a:pt x="17203" y="18900"/>
                  </a:cubicBezTo>
                  <a:cubicBezTo>
                    <a:pt x="18200" y="18921"/>
                    <a:pt x="19027" y="18094"/>
                    <a:pt x="19027" y="1709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1C78D3C-0E85-4B9B-ACF8-067104509FF5}"/>
                </a:ext>
              </a:extLst>
            </p:cNvPr>
            <p:cNvSpPr/>
            <p:nvPr/>
          </p:nvSpPr>
          <p:spPr>
            <a:xfrm>
              <a:off x="5338082" y="2844256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09 h 21212"/>
                <a:gd name="connsiteX2" fmla="*/ 17097 w 21212"/>
                <a:gd name="connsiteY2" fmla="*/ 18433 h 21212"/>
                <a:gd name="connsiteX3" fmla="*/ 15909 w 21212"/>
                <a:gd name="connsiteY3" fmla="*/ 17988 h 21212"/>
                <a:gd name="connsiteX4" fmla="*/ 17627 w 21212"/>
                <a:gd name="connsiteY4" fmla="*/ 19133 h 21212"/>
                <a:gd name="connsiteX5" fmla="*/ 19451 w 21212"/>
                <a:gd name="connsiteY5" fmla="*/ 17309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79" y="16142"/>
                    <a:pt x="18921" y="16354"/>
                    <a:pt x="18921" y="16609"/>
                  </a:cubicBezTo>
                  <a:cubicBezTo>
                    <a:pt x="18921" y="17627"/>
                    <a:pt x="18094" y="18433"/>
                    <a:pt x="17097" y="18433"/>
                  </a:cubicBezTo>
                  <a:cubicBezTo>
                    <a:pt x="16651" y="18433"/>
                    <a:pt x="16248" y="18285"/>
                    <a:pt x="15909" y="17988"/>
                  </a:cubicBezTo>
                  <a:cubicBezTo>
                    <a:pt x="16206" y="18645"/>
                    <a:pt x="16821" y="19133"/>
                    <a:pt x="17627" y="19133"/>
                  </a:cubicBezTo>
                  <a:cubicBezTo>
                    <a:pt x="18624" y="19133"/>
                    <a:pt x="19451" y="18327"/>
                    <a:pt x="19451" y="17309"/>
                  </a:cubicBezTo>
                  <a:cubicBezTo>
                    <a:pt x="19473" y="16715"/>
                    <a:pt x="19197" y="16270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28BC078-E6FB-4475-ACA0-5837E43274F2}"/>
                </a:ext>
              </a:extLst>
            </p:cNvPr>
            <p:cNvSpPr/>
            <p:nvPr/>
          </p:nvSpPr>
          <p:spPr>
            <a:xfrm>
              <a:off x="5337957" y="2843661"/>
              <a:ext cx="31327" cy="31327"/>
            </a:xfrm>
            <a:custGeom>
              <a:avLst/>
              <a:gdLst>
                <a:gd name="connsiteX0" fmla="*/ 19027 w 21212"/>
                <a:gd name="connsiteY0" fmla="*/ 17033 h 21212"/>
                <a:gd name="connsiteX1" fmla="*/ 18879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15 w 21212"/>
                <a:gd name="connsiteY4" fmla="*/ 18433 h 21212"/>
                <a:gd name="connsiteX5" fmla="*/ 17203 w 21212"/>
                <a:gd name="connsiteY5" fmla="*/ 18879 h 21212"/>
                <a:gd name="connsiteX6" fmla="*/ 19027 w 21212"/>
                <a:gd name="connsiteY6" fmla="*/ 1703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33"/>
                  </a:moveTo>
                  <a:cubicBezTo>
                    <a:pt x="19027" y="16779"/>
                    <a:pt x="18985" y="16567"/>
                    <a:pt x="18879" y="16333"/>
                  </a:cubicBezTo>
                  <a:cubicBezTo>
                    <a:pt x="18561" y="16058"/>
                    <a:pt x="18200" y="15909"/>
                    <a:pt x="17733" y="15909"/>
                  </a:cubicBezTo>
                  <a:cubicBezTo>
                    <a:pt x="16736" y="15909"/>
                    <a:pt x="15909" y="16715"/>
                    <a:pt x="15909" y="17733"/>
                  </a:cubicBezTo>
                  <a:cubicBezTo>
                    <a:pt x="15909" y="17988"/>
                    <a:pt x="15930" y="18200"/>
                    <a:pt x="16015" y="18433"/>
                  </a:cubicBezTo>
                  <a:cubicBezTo>
                    <a:pt x="16355" y="18730"/>
                    <a:pt x="16758" y="18879"/>
                    <a:pt x="17203" y="18879"/>
                  </a:cubicBezTo>
                  <a:cubicBezTo>
                    <a:pt x="18200" y="18857"/>
                    <a:pt x="19027" y="18051"/>
                    <a:pt x="19027" y="1703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441BF60-B22D-48A2-A30F-F9BF1C124FD9}"/>
                </a:ext>
              </a:extLst>
            </p:cNvPr>
            <p:cNvSpPr/>
            <p:nvPr/>
          </p:nvSpPr>
          <p:spPr>
            <a:xfrm>
              <a:off x="5343002" y="2844602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21 w 21212"/>
                <a:gd name="connsiteY1" fmla="*/ 16673 h 21212"/>
                <a:gd name="connsiteX2" fmla="*/ 17097 w 21212"/>
                <a:gd name="connsiteY2" fmla="*/ 18476 h 21212"/>
                <a:gd name="connsiteX3" fmla="*/ 15909 w 21212"/>
                <a:gd name="connsiteY3" fmla="*/ 18009 h 21212"/>
                <a:gd name="connsiteX4" fmla="*/ 17648 w 21212"/>
                <a:gd name="connsiteY4" fmla="*/ 19154 h 21212"/>
                <a:gd name="connsiteX5" fmla="*/ 19473 w 21212"/>
                <a:gd name="connsiteY5" fmla="*/ 17330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79" y="16185"/>
                    <a:pt x="18921" y="16376"/>
                    <a:pt x="18921" y="16673"/>
                  </a:cubicBezTo>
                  <a:cubicBezTo>
                    <a:pt x="18921" y="17691"/>
                    <a:pt x="18115" y="18476"/>
                    <a:pt x="17097" y="18476"/>
                  </a:cubicBezTo>
                  <a:cubicBezTo>
                    <a:pt x="16651" y="18476"/>
                    <a:pt x="16270" y="18285"/>
                    <a:pt x="15909" y="18009"/>
                  </a:cubicBezTo>
                  <a:cubicBezTo>
                    <a:pt x="16206" y="18709"/>
                    <a:pt x="16885" y="19154"/>
                    <a:pt x="17648" y="19154"/>
                  </a:cubicBezTo>
                  <a:cubicBezTo>
                    <a:pt x="18645" y="19154"/>
                    <a:pt x="19473" y="18327"/>
                    <a:pt x="19473" y="17330"/>
                  </a:cubicBezTo>
                  <a:cubicBezTo>
                    <a:pt x="19451" y="16757"/>
                    <a:pt x="19218" y="16270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329F836F-B046-4D56-9D9B-AFA0C2A2D9F1}"/>
                </a:ext>
              </a:extLst>
            </p:cNvPr>
            <p:cNvSpPr/>
            <p:nvPr/>
          </p:nvSpPr>
          <p:spPr>
            <a:xfrm>
              <a:off x="5342844" y="2843943"/>
              <a:ext cx="31327" cy="31327"/>
            </a:xfrm>
            <a:custGeom>
              <a:avLst/>
              <a:gdLst>
                <a:gd name="connsiteX0" fmla="*/ 19027 w 21212"/>
                <a:gd name="connsiteY0" fmla="*/ 17118 h 21212"/>
                <a:gd name="connsiteX1" fmla="*/ 18900 w 21212"/>
                <a:gd name="connsiteY1" fmla="*/ 16354 h 21212"/>
                <a:gd name="connsiteX2" fmla="*/ 17733 w 21212"/>
                <a:gd name="connsiteY2" fmla="*/ 15909 h 21212"/>
                <a:gd name="connsiteX3" fmla="*/ 15909 w 21212"/>
                <a:gd name="connsiteY3" fmla="*/ 17754 h 21212"/>
                <a:gd name="connsiteX4" fmla="*/ 15994 w 21212"/>
                <a:gd name="connsiteY4" fmla="*/ 18433 h 21212"/>
                <a:gd name="connsiteX5" fmla="*/ 17182 w 21212"/>
                <a:gd name="connsiteY5" fmla="*/ 18900 h 21212"/>
                <a:gd name="connsiteX6" fmla="*/ 19027 w 21212"/>
                <a:gd name="connsiteY6" fmla="*/ 1711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118"/>
                  </a:moveTo>
                  <a:cubicBezTo>
                    <a:pt x="19027" y="16821"/>
                    <a:pt x="18985" y="16630"/>
                    <a:pt x="18900" y="16354"/>
                  </a:cubicBezTo>
                  <a:cubicBezTo>
                    <a:pt x="18561" y="16100"/>
                    <a:pt x="18200" y="15909"/>
                    <a:pt x="17733" y="15909"/>
                  </a:cubicBezTo>
                  <a:cubicBezTo>
                    <a:pt x="16694" y="15909"/>
                    <a:pt x="15909" y="16736"/>
                    <a:pt x="15909" y="17754"/>
                  </a:cubicBezTo>
                  <a:cubicBezTo>
                    <a:pt x="15909" y="17967"/>
                    <a:pt x="15951" y="18221"/>
                    <a:pt x="15994" y="18433"/>
                  </a:cubicBezTo>
                  <a:cubicBezTo>
                    <a:pt x="16354" y="18709"/>
                    <a:pt x="16736" y="18900"/>
                    <a:pt x="17182" y="18900"/>
                  </a:cubicBezTo>
                  <a:cubicBezTo>
                    <a:pt x="18221" y="18921"/>
                    <a:pt x="19027" y="18136"/>
                    <a:pt x="19027" y="1711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77FC2A8-6005-4FBF-8F58-BA300B9631E0}"/>
                </a:ext>
              </a:extLst>
            </p:cNvPr>
            <p:cNvSpPr/>
            <p:nvPr/>
          </p:nvSpPr>
          <p:spPr>
            <a:xfrm>
              <a:off x="5347386" y="2843568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00 w 21212"/>
                <a:gd name="connsiteY1" fmla="*/ 16609 h 21212"/>
                <a:gd name="connsiteX2" fmla="*/ 17054 w 21212"/>
                <a:gd name="connsiteY2" fmla="*/ 18454 h 21212"/>
                <a:gd name="connsiteX3" fmla="*/ 15909 w 21212"/>
                <a:gd name="connsiteY3" fmla="*/ 17967 h 21212"/>
                <a:gd name="connsiteX4" fmla="*/ 17606 w 21212"/>
                <a:gd name="connsiteY4" fmla="*/ 19133 h 21212"/>
                <a:gd name="connsiteX5" fmla="*/ 19430 w 21212"/>
                <a:gd name="connsiteY5" fmla="*/ 17309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36" y="16142"/>
                    <a:pt x="18900" y="16354"/>
                    <a:pt x="18900" y="16609"/>
                  </a:cubicBezTo>
                  <a:cubicBezTo>
                    <a:pt x="18900" y="17627"/>
                    <a:pt x="18073" y="18454"/>
                    <a:pt x="17054" y="18454"/>
                  </a:cubicBezTo>
                  <a:cubicBezTo>
                    <a:pt x="16609" y="18454"/>
                    <a:pt x="16227" y="18306"/>
                    <a:pt x="15909" y="17967"/>
                  </a:cubicBezTo>
                  <a:cubicBezTo>
                    <a:pt x="16185" y="18667"/>
                    <a:pt x="16842" y="19133"/>
                    <a:pt x="17606" y="19133"/>
                  </a:cubicBezTo>
                  <a:cubicBezTo>
                    <a:pt x="18624" y="19133"/>
                    <a:pt x="19430" y="18306"/>
                    <a:pt x="19430" y="17309"/>
                  </a:cubicBezTo>
                  <a:cubicBezTo>
                    <a:pt x="19430" y="16736"/>
                    <a:pt x="19197" y="16248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86EEA87-9A13-4D53-8FA9-8E17A6E456D0}"/>
                </a:ext>
              </a:extLst>
            </p:cNvPr>
            <p:cNvSpPr/>
            <p:nvPr/>
          </p:nvSpPr>
          <p:spPr>
            <a:xfrm>
              <a:off x="5347199" y="2842940"/>
              <a:ext cx="31327" cy="31327"/>
            </a:xfrm>
            <a:custGeom>
              <a:avLst/>
              <a:gdLst>
                <a:gd name="connsiteX0" fmla="*/ 19027 w 21212"/>
                <a:gd name="connsiteY0" fmla="*/ 17033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36 w 21212"/>
                <a:gd name="connsiteY4" fmla="*/ 18391 h 21212"/>
                <a:gd name="connsiteX5" fmla="*/ 17182 w 21212"/>
                <a:gd name="connsiteY5" fmla="*/ 18879 h 21212"/>
                <a:gd name="connsiteX6" fmla="*/ 19027 w 21212"/>
                <a:gd name="connsiteY6" fmla="*/ 1703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33"/>
                  </a:moveTo>
                  <a:cubicBezTo>
                    <a:pt x="19027" y="16779"/>
                    <a:pt x="18964" y="16567"/>
                    <a:pt x="18900" y="16333"/>
                  </a:cubicBezTo>
                  <a:cubicBezTo>
                    <a:pt x="18561" y="16058"/>
                    <a:pt x="18200" y="15909"/>
                    <a:pt x="17733" y="15909"/>
                  </a:cubicBezTo>
                  <a:cubicBezTo>
                    <a:pt x="16736" y="15909"/>
                    <a:pt x="15909" y="16736"/>
                    <a:pt x="15909" y="17733"/>
                  </a:cubicBezTo>
                  <a:cubicBezTo>
                    <a:pt x="15909" y="17945"/>
                    <a:pt x="15951" y="18200"/>
                    <a:pt x="16036" y="18391"/>
                  </a:cubicBezTo>
                  <a:cubicBezTo>
                    <a:pt x="16376" y="18730"/>
                    <a:pt x="16736" y="18879"/>
                    <a:pt x="17182" y="18879"/>
                  </a:cubicBezTo>
                  <a:cubicBezTo>
                    <a:pt x="18221" y="18879"/>
                    <a:pt x="19027" y="18073"/>
                    <a:pt x="19027" y="1703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42B347B-74A4-476B-A41B-EED7C9CBCB3C}"/>
                </a:ext>
              </a:extLst>
            </p:cNvPr>
            <p:cNvSpPr/>
            <p:nvPr/>
          </p:nvSpPr>
          <p:spPr>
            <a:xfrm>
              <a:off x="5370068" y="2941088"/>
              <a:ext cx="125307" cy="125307"/>
            </a:xfrm>
            <a:custGeom>
              <a:avLst/>
              <a:gdLst>
                <a:gd name="connsiteX0" fmla="*/ 15909 w 84848"/>
                <a:gd name="connsiteY0" fmla="*/ 28297 h 84848"/>
                <a:gd name="connsiteX1" fmla="*/ 18667 w 84848"/>
                <a:gd name="connsiteY1" fmla="*/ 61430 h 84848"/>
                <a:gd name="connsiteX2" fmla="*/ 20851 w 84848"/>
                <a:gd name="connsiteY2" fmla="*/ 81348 h 84848"/>
                <a:gd name="connsiteX3" fmla="*/ 47091 w 84848"/>
                <a:gd name="connsiteY3" fmla="*/ 85654 h 84848"/>
                <a:gd name="connsiteX4" fmla="*/ 76830 w 84848"/>
                <a:gd name="connsiteY4" fmla="*/ 69236 h 84848"/>
                <a:gd name="connsiteX5" fmla="*/ 72460 w 84848"/>
                <a:gd name="connsiteY5" fmla="*/ 40133 h 84848"/>
                <a:gd name="connsiteX6" fmla="*/ 64930 w 84848"/>
                <a:gd name="connsiteY6" fmla="*/ 15909 h 84848"/>
                <a:gd name="connsiteX7" fmla="*/ 36400 w 84848"/>
                <a:gd name="connsiteY7" fmla="*/ 33430 h 84848"/>
                <a:gd name="connsiteX8" fmla="*/ 15909 w 84848"/>
                <a:gd name="connsiteY8" fmla="*/ 28297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84848">
                  <a:moveTo>
                    <a:pt x="15909" y="28297"/>
                  </a:moveTo>
                  <a:cubicBezTo>
                    <a:pt x="15909" y="28297"/>
                    <a:pt x="19218" y="53200"/>
                    <a:pt x="18667" y="61430"/>
                  </a:cubicBezTo>
                  <a:cubicBezTo>
                    <a:pt x="18073" y="69554"/>
                    <a:pt x="12515" y="78463"/>
                    <a:pt x="20851" y="81348"/>
                  </a:cubicBezTo>
                  <a:cubicBezTo>
                    <a:pt x="29188" y="84254"/>
                    <a:pt x="39879" y="93142"/>
                    <a:pt x="47091" y="85654"/>
                  </a:cubicBezTo>
                  <a:cubicBezTo>
                    <a:pt x="54260" y="78188"/>
                    <a:pt x="72248" y="74985"/>
                    <a:pt x="76830" y="69236"/>
                  </a:cubicBezTo>
                  <a:cubicBezTo>
                    <a:pt x="81475" y="63488"/>
                    <a:pt x="77318" y="54091"/>
                    <a:pt x="72460" y="40133"/>
                  </a:cubicBezTo>
                  <a:cubicBezTo>
                    <a:pt x="67582" y="26154"/>
                    <a:pt x="64930" y="15909"/>
                    <a:pt x="64930" y="15909"/>
                  </a:cubicBezTo>
                  <a:lnTo>
                    <a:pt x="36400" y="33430"/>
                  </a:lnTo>
                  <a:lnTo>
                    <a:pt x="15909" y="28297"/>
                  </a:lnTo>
                  <a:close/>
                </a:path>
              </a:pathLst>
            </a:custGeom>
            <a:solidFill>
              <a:srgbClr val="20A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C1DE6BFF-1286-41B7-BEA9-D4278C799569}"/>
                </a:ext>
              </a:extLst>
            </p:cNvPr>
            <p:cNvSpPr/>
            <p:nvPr/>
          </p:nvSpPr>
          <p:spPr>
            <a:xfrm>
              <a:off x="5371508" y="2964394"/>
              <a:ext cx="62653" cy="125307"/>
            </a:xfrm>
            <a:custGeom>
              <a:avLst/>
              <a:gdLst>
                <a:gd name="connsiteX0" fmla="*/ 16312 w 42424"/>
                <a:gd name="connsiteY0" fmla="*/ 15909 h 84848"/>
                <a:gd name="connsiteX1" fmla="*/ 21891 w 42424"/>
                <a:gd name="connsiteY1" fmla="*/ 18221 h 84848"/>
                <a:gd name="connsiteX2" fmla="*/ 32794 w 42424"/>
                <a:gd name="connsiteY2" fmla="*/ 40663 h 84848"/>
                <a:gd name="connsiteX3" fmla="*/ 39051 w 42424"/>
                <a:gd name="connsiteY3" fmla="*/ 68854 h 84848"/>
                <a:gd name="connsiteX4" fmla="*/ 27363 w 42424"/>
                <a:gd name="connsiteY4" fmla="*/ 67348 h 84848"/>
                <a:gd name="connsiteX5" fmla="*/ 15909 w 42424"/>
                <a:gd name="connsiteY5" fmla="*/ 58906 h 84848"/>
                <a:gd name="connsiteX6" fmla="*/ 19070 w 42424"/>
                <a:gd name="connsiteY6" fmla="*/ 43209 h 84848"/>
                <a:gd name="connsiteX7" fmla="*/ 16312 w 42424"/>
                <a:gd name="connsiteY7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84848">
                  <a:moveTo>
                    <a:pt x="16312" y="15909"/>
                  </a:moveTo>
                  <a:lnTo>
                    <a:pt x="21891" y="18221"/>
                  </a:lnTo>
                  <a:cubicBezTo>
                    <a:pt x="21891" y="18221"/>
                    <a:pt x="30991" y="20661"/>
                    <a:pt x="32794" y="40663"/>
                  </a:cubicBezTo>
                  <a:cubicBezTo>
                    <a:pt x="34597" y="60624"/>
                    <a:pt x="38373" y="64633"/>
                    <a:pt x="39051" y="68854"/>
                  </a:cubicBezTo>
                  <a:cubicBezTo>
                    <a:pt x="39773" y="73054"/>
                    <a:pt x="30673" y="70615"/>
                    <a:pt x="27363" y="67348"/>
                  </a:cubicBezTo>
                  <a:cubicBezTo>
                    <a:pt x="24012" y="64124"/>
                    <a:pt x="15909" y="64315"/>
                    <a:pt x="15909" y="58906"/>
                  </a:cubicBezTo>
                  <a:cubicBezTo>
                    <a:pt x="15909" y="52309"/>
                    <a:pt x="19388" y="47833"/>
                    <a:pt x="19070" y="43209"/>
                  </a:cubicBezTo>
                  <a:cubicBezTo>
                    <a:pt x="18709" y="38563"/>
                    <a:pt x="16312" y="15909"/>
                    <a:pt x="16312" y="15909"/>
                  </a:cubicBezTo>
                  <a:close/>
                </a:path>
              </a:pathLst>
            </a:custGeom>
            <a:solidFill>
              <a:srgbClr val="D2D3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8C30223-19D5-4205-A6AB-04578D407B89}"/>
                </a:ext>
              </a:extLst>
            </p:cNvPr>
            <p:cNvSpPr/>
            <p:nvPr/>
          </p:nvSpPr>
          <p:spPr>
            <a:xfrm>
              <a:off x="5371508" y="2964394"/>
              <a:ext cx="62653" cy="125307"/>
            </a:xfrm>
            <a:custGeom>
              <a:avLst/>
              <a:gdLst>
                <a:gd name="connsiteX0" fmla="*/ 39051 w 42424"/>
                <a:gd name="connsiteY0" fmla="*/ 68854 h 84848"/>
                <a:gd name="connsiteX1" fmla="*/ 38563 w 42424"/>
                <a:gd name="connsiteY1" fmla="*/ 66966 h 84848"/>
                <a:gd name="connsiteX2" fmla="*/ 22548 w 42424"/>
                <a:gd name="connsiteY2" fmla="*/ 59203 h 84848"/>
                <a:gd name="connsiteX3" fmla="*/ 23121 w 42424"/>
                <a:gd name="connsiteY3" fmla="*/ 45648 h 84848"/>
                <a:gd name="connsiteX4" fmla="*/ 20045 w 42424"/>
                <a:gd name="connsiteY4" fmla="*/ 17479 h 84848"/>
                <a:gd name="connsiteX5" fmla="*/ 16333 w 42424"/>
                <a:gd name="connsiteY5" fmla="*/ 15909 h 84848"/>
                <a:gd name="connsiteX6" fmla="*/ 19070 w 42424"/>
                <a:gd name="connsiteY6" fmla="*/ 43188 h 84848"/>
                <a:gd name="connsiteX7" fmla="*/ 15909 w 42424"/>
                <a:gd name="connsiteY7" fmla="*/ 58885 h 84848"/>
                <a:gd name="connsiteX8" fmla="*/ 27363 w 42424"/>
                <a:gd name="connsiteY8" fmla="*/ 67327 h 84848"/>
                <a:gd name="connsiteX9" fmla="*/ 39051 w 42424"/>
                <a:gd name="connsiteY9" fmla="*/ 6885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84848">
                  <a:moveTo>
                    <a:pt x="39051" y="68854"/>
                  </a:moveTo>
                  <a:cubicBezTo>
                    <a:pt x="38966" y="68260"/>
                    <a:pt x="38776" y="67603"/>
                    <a:pt x="38563" y="66966"/>
                  </a:cubicBezTo>
                  <a:cubicBezTo>
                    <a:pt x="31776" y="68663"/>
                    <a:pt x="26557" y="62682"/>
                    <a:pt x="22548" y="59203"/>
                  </a:cubicBezTo>
                  <a:cubicBezTo>
                    <a:pt x="18009" y="55279"/>
                    <a:pt x="23036" y="50230"/>
                    <a:pt x="23121" y="45648"/>
                  </a:cubicBezTo>
                  <a:cubicBezTo>
                    <a:pt x="23121" y="41767"/>
                    <a:pt x="20851" y="23567"/>
                    <a:pt x="20045" y="17479"/>
                  </a:cubicBezTo>
                  <a:lnTo>
                    <a:pt x="16333" y="15909"/>
                  </a:lnTo>
                  <a:cubicBezTo>
                    <a:pt x="16333" y="15909"/>
                    <a:pt x="18730" y="38563"/>
                    <a:pt x="19070" y="43188"/>
                  </a:cubicBezTo>
                  <a:cubicBezTo>
                    <a:pt x="19388" y="47812"/>
                    <a:pt x="15909" y="52288"/>
                    <a:pt x="15909" y="58885"/>
                  </a:cubicBezTo>
                  <a:cubicBezTo>
                    <a:pt x="15909" y="64294"/>
                    <a:pt x="24012" y="64103"/>
                    <a:pt x="27363" y="67327"/>
                  </a:cubicBezTo>
                  <a:cubicBezTo>
                    <a:pt x="30673" y="70594"/>
                    <a:pt x="39773" y="73054"/>
                    <a:pt x="39051" y="68854"/>
                  </a:cubicBezTo>
                  <a:close/>
                </a:path>
              </a:pathLst>
            </a:custGeom>
            <a:solidFill>
              <a:srgbClr val="BDBE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DC37E9E-4977-49AE-8B92-3BFE3CC2FDCE}"/>
                </a:ext>
              </a:extLst>
            </p:cNvPr>
            <p:cNvSpPr/>
            <p:nvPr/>
          </p:nvSpPr>
          <p:spPr>
            <a:xfrm>
              <a:off x="5370068" y="2930379"/>
              <a:ext cx="93980" cy="93980"/>
            </a:xfrm>
            <a:custGeom>
              <a:avLst/>
              <a:gdLst>
                <a:gd name="connsiteX0" fmla="*/ 15909 w 63636"/>
                <a:gd name="connsiteY0" fmla="*/ 35548 h 63636"/>
                <a:gd name="connsiteX1" fmla="*/ 58227 w 63636"/>
                <a:gd name="connsiteY1" fmla="*/ 16287 h 63636"/>
                <a:gd name="connsiteX2" fmla="*/ 67518 w 63636"/>
                <a:gd name="connsiteY2" fmla="*/ 38051 h 63636"/>
                <a:gd name="connsiteX3" fmla="*/ 65842 w 63636"/>
                <a:gd name="connsiteY3" fmla="*/ 52475 h 63636"/>
                <a:gd name="connsiteX4" fmla="*/ 43739 w 63636"/>
                <a:gd name="connsiteY4" fmla="*/ 62190 h 63636"/>
                <a:gd name="connsiteX5" fmla="*/ 15909 w 63636"/>
                <a:gd name="connsiteY5" fmla="*/ 3554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36" h="63636">
                  <a:moveTo>
                    <a:pt x="15909" y="35548"/>
                  </a:moveTo>
                  <a:cubicBezTo>
                    <a:pt x="15909" y="35548"/>
                    <a:pt x="51439" y="18706"/>
                    <a:pt x="58227" y="16287"/>
                  </a:cubicBezTo>
                  <a:cubicBezTo>
                    <a:pt x="65015" y="13869"/>
                    <a:pt x="67178" y="23266"/>
                    <a:pt x="67518" y="38051"/>
                  </a:cubicBezTo>
                  <a:cubicBezTo>
                    <a:pt x="67730" y="46133"/>
                    <a:pt x="65842" y="52475"/>
                    <a:pt x="65842" y="52475"/>
                  </a:cubicBezTo>
                  <a:cubicBezTo>
                    <a:pt x="65842" y="52475"/>
                    <a:pt x="62257" y="67069"/>
                    <a:pt x="43739" y="62190"/>
                  </a:cubicBezTo>
                  <a:cubicBezTo>
                    <a:pt x="35509" y="60069"/>
                    <a:pt x="15909" y="35548"/>
                    <a:pt x="15909" y="35548"/>
                  </a:cubicBezTo>
                  <a:close/>
                </a:path>
              </a:pathLst>
            </a:custGeom>
            <a:solidFill>
              <a:srgbClr val="3BBE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87F300D-DE6B-45C3-B164-8E982273C8BA}"/>
                </a:ext>
              </a:extLst>
            </p:cNvPr>
            <p:cNvSpPr/>
            <p:nvPr/>
          </p:nvSpPr>
          <p:spPr>
            <a:xfrm>
              <a:off x="5421724" y="2980433"/>
              <a:ext cx="31327" cy="31327"/>
            </a:xfrm>
            <a:custGeom>
              <a:avLst/>
              <a:gdLst>
                <a:gd name="connsiteX0" fmla="*/ 24394 w 21212"/>
                <a:gd name="connsiteY0" fmla="*/ 20151 h 21212"/>
                <a:gd name="connsiteX1" fmla="*/ 20151 w 21212"/>
                <a:gd name="connsiteY1" fmla="*/ 24394 h 21212"/>
                <a:gd name="connsiteX2" fmla="*/ 15909 w 21212"/>
                <a:gd name="connsiteY2" fmla="*/ 20151 h 21212"/>
                <a:gd name="connsiteX3" fmla="*/ 20151 w 21212"/>
                <a:gd name="connsiteY3" fmla="*/ 15909 h 21212"/>
                <a:gd name="connsiteX4" fmla="*/ 24394 w 21212"/>
                <a:gd name="connsiteY4" fmla="*/ 201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4394" y="20151"/>
                  </a:moveTo>
                  <a:cubicBezTo>
                    <a:pt x="24394" y="22494"/>
                    <a:pt x="22494" y="24394"/>
                    <a:pt x="20151" y="24394"/>
                  </a:cubicBezTo>
                  <a:cubicBezTo>
                    <a:pt x="17808" y="24394"/>
                    <a:pt x="15909" y="22494"/>
                    <a:pt x="15909" y="20151"/>
                  </a:cubicBezTo>
                  <a:cubicBezTo>
                    <a:pt x="15909" y="17808"/>
                    <a:pt x="17808" y="15909"/>
                    <a:pt x="20151" y="15909"/>
                  </a:cubicBezTo>
                  <a:cubicBezTo>
                    <a:pt x="22494" y="15909"/>
                    <a:pt x="24394" y="17808"/>
                    <a:pt x="24394" y="20151"/>
                  </a:cubicBezTo>
                  <a:close/>
                </a:path>
              </a:pathLst>
            </a:custGeom>
            <a:solidFill>
              <a:srgbClr val="20A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EE4EEF3-C3FD-427B-872E-5CF549E532AF}"/>
                </a:ext>
              </a:extLst>
            </p:cNvPr>
            <p:cNvSpPr/>
            <p:nvPr/>
          </p:nvSpPr>
          <p:spPr>
            <a:xfrm>
              <a:off x="5423353" y="2979181"/>
              <a:ext cx="31327" cy="31327"/>
            </a:xfrm>
            <a:custGeom>
              <a:avLst/>
              <a:gdLst>
                <a:gd name="connsiteX0" fmla="*/ 24394 w 21212"/>
                <a:gd name="connsiteY0" fmla="*/ 20151 h 21212"/>
                <a:gd name="connsiteX1" fmla="*/ 20151 w 21212"/>
                <a:gd name="connsiteY1" fmla="*/ 24394 h 21212"/>
                <a:gd name="connsiteX2" fmla="*/ 15909 w 21212"/>
                <a:gd name="connsiteY2" fmla="*/ 20151 h 21212"/>
                <a:gd name="connsiteX3" fmla="*/ 20151 w 21212"/>
                <a:gd name="connsiteY3" fmla="*/ 15909 h 21212"/>
                <a:gd name="connsiteX4" fmla="*/ 24394 w 21212"/>
                <a:gd name="connsiteY4" fmla="*/ 201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4394" y="20151"/>
                  </a:moveTo>
                  <a:cubicBezTo>
                    <a:pt x="24394" y="22494"/>
                    <a:pt x="22494" y="24394"/>
                    <a:pt x="20151" y="24394"/>
                  </a:cubicBezTo>
                  <a:cubicBezTo>
                    <a:pt x="17808" y="24394"/>
                    <a:pt x="15909" y="22494"/>
                    <a:pt x="15909" y="20151"/>
                  </a:cubicBezTo>
                  <a:cubicBezTo>
                    <a:pt x="15909" y="17808"/>
                    <a:pt x="17808" y="15909"/>
                    <a:pt x="20151" y="15909"/>
                  </a:cubicBezTo>
                  <a:cubicBezTo>
                    <a:pt x="22494" y="15909"/>
                    <a:pt x="24394" y="17808"/>
                    <a:pt x="24394" y="20151"/>
                  </a:cubicBezTo>
                  <a:close/>
                </a:path>
              </a:pathLst>
            </a:custGeom>
            <a:solidFill>
              <a:srgbClr val="FBB0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84B691E-30DA-4D77-A4F8-7C14EB8193BA}"/>
                </a:ext>
              </a:extLst>
            </p:cNvPr>
            <p:cNvSpPr/>
            <p:nvPr/>
          </p:nvSpPr>
          <p:spPr>
            <a:xfrm>
              <a:off x="5351616" y="2842847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21 w 21212"/>
                <a:gd name="connsiteY1" fmla="*/ 16630 h 21212"/>
                <a:gd name="connsiteX2" fmla="*/ 17097 w 21212"/>
                <a:gd name="connsiteY2" fmla="*/ 18433 h 21212"/>
                <a:gd name="connsiteX3" fmla="*/ 15909 w 21212"/>
                <a:gd name="connsiteY3" fmla="*/ 17988 h 21212"/>
                <a:gd name="connsiteX4" fmla="*/ 17627 w 21212"/>
                <a:gd name="connsiteY4" fmla="*/ 19112 h 21212"/>
                <a:gd name="connsiteX5" fmla="*/ 19451 w 21212"/>
                <a:gd name="connsiteY5" fmla="*/ 17288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79" y="16142"/>
                    <a:pt x="18921" y="16354"/>
                    <a:pt x="18921" y="16630"/>
                  </a:cubicBezTo>
                  <a:cubicBezTo>
                    <a:pt x="18921" y="17648"/>
                    <a:pt x="18094" y="18433"/>
                    <a:pt x="17097" y="18433"/>
                  </a:cubicBezTo>
                  <a:cubicBezTo>
                    <a:pt x="16630" y="18433"/>
                    <a:pt x="16248" y="18306"/>
                    <a:pt x="15909" y="17988"/>
                  </a:cubicBezTo>
                  <a:cubicBezTo>
                    <a:pt x="16185" y="18667"/>
                    <a:pt x="16864" y="19112"/>
                    <a:pt x="17627" y="19112"/>
                  </a:cubicBezTo>
                  <a:cubicBezTo>
                    <a:pt x="18645" y="19112"/>
                    <a:pt x="19451" y="18285"/>
                    <a:pt x="19451" y="17288"/>
                  </a:cubicBezTo>
                  <a:cubicBezTo>
                    <a:pt x="19451" y="16736"/>
                    <a:pt x="19218" y="16248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97203BFA-206B-4B4F-A7BF-EF26412F3FBF}"/>
                </a:ext>
              </a:extLst>
            </p:cNvPr>
            <p:cNvSpPr/>
            <p:nvPr/>
          </p:nvSpPr>
          <p:spPr>
            <a:xfrm>
              <a:off x="5351459" y="2842221"/>
              <a:ext cx="31327" cy="31327"/>
            </a:xfrm>
            <a:custGeom>
              <a:avLst/>
              <a:gdLst>
                <a:gd name="connsiteX0" fmla="*/ 19027 w 21212"/>
                <a:gd name="connsiteY0" fmla="*/ 17054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12 h 21212"/>
                <a:gd name="connsiteX4" fmla="*/ 16015 w 21212"/>
                <a:gd name="connsiteY4" fmla="*/ 18412 h 21212"/>
                <a:gd name="connsiteX5" fmla="*/ 17203 w 21212"/>
                <a:gd name="connsiteY5" fmla="*/ 18857 h 21212"/>
                <a:gd name="connsiteX6" fmla="*/ 19027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27" y="17054"/>
                  </a:moveTo>
                  <a:cubicBezTo>
                    <a:pt x="19027" y="16779"/>
                    <a:pt x="18985" y="16567"/>
                    <a:pt x="18900" y="16333"/>
                  </a:cubicBezTo>
                  <a:cubicBezTo>
                    <a:pt x="18582" y="16058"/>
                    <a:pt x="18179" y="15909"/>
                    <a:pt x="17733" y="15909"/>
                  </a:cubicBezTo>
                  <a:cubicBezTo>
                    <a:pt x="16715" y="15909"/>
                    <a:pt x="15909" y="16715"/>
                    <a:pt x="15909" y="17712"/>
                  </a:cubicBezTo>
                  <a:cubicBezTo>
                    <a:pt x="15909" y="17945"/>
                    <a:pt x="15951" y="18200"/>
                    <a:pt x="16015" y="18412"/>
                  </a:cubicBezTo>
                  <a:cubicBezTo>
                    <a:pt x="16354" y="18709"/>
                    <a:pt x="16736" y="18857"/>
                    <a:pt x="17203" y="18857"/>
                  </a:cubicBezTo>
                  <a:cubicBezTo>
                    <a:pt x="18221" y="18857"/>
                    <a:pt x="19027" y="18073"/>
                    <a:pt x="19027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D151D56-77D2-427C-B3B0-55BA9B8553A8}"/>
                </a:ext>
              </a:extLst>
            </p:cNvPr>
            <p:cNvSpPr/>
            <p:nvPr/>
          </p:nvSpPr>
          <p:spPr>
            <a:xfrm>
              <a:off x="5356503" y="2841280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09 h 21212"/>
                <a:gd name="connsiteX2" fmla="*/ 17097 w 21212"/>
                <a:gd name="connsiteY2" fmla="*/ 18455 h 21212"/>
                <a:gd name="connsiteX3" fmla="*/ 15909 w 21212"/>
                <a:gd name="connsiteY3" fmla="*/ 17988 h 21212"/>
                <a:gd name="connsiteX4" fmla="*/ 17585 w 21212"/>
                <a:gd name="connsiteY4" fmla="*/ 19112 h 21212"/>
                <a:gd name="connsiteX5" fmla="*/ 19451 w 21212"/>
                <a:gd name="connsiteY5" fmla="*/ 17288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57" y="16121"/>
                    <a:pt x="18921" y="16354"/>
                    <a:pt x="18921" y="16609"/>
                  </a:cubicBezTo>
                  <a:cubicBezTo>
                    <a:pt x="18921" y="17606"/>
                    <a:pt x="18094" y="18455"/>
                    <a:pt x="17097" y="18455"/>
                  </a:cubicBezTo>
                  <a:cubicBezTo>
                    <a:pt x="16609" y="18455"/>
                    <a:pt x="16227" y="18285"/>
                    <a:pt x="15909" y="17988"/>
                  </a:cubicBezTo>
                  <a:cubicBezTo>
                    <a:pt x="16185" y="18645"/>
                    <a:pt x="16821" y="19112"/>
                    <a:pt x="17585" y="19112"/>
                  </a:cubicBezTo>
                  <a:cubicBezTo>
                    <a:pt x="18603" y="19112"/>
                    <a:pt x="19451" y="18285"/>
                    <a:pt x="19451" y="17288"/>
                  </a:cubicBezTo>
                  <a:cubicBezTo>
                    <a:pt x="19451" y="16694"/>
                    <a:pt x="19176" y="16248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0318EB6-5C77-486B-8FE1-C3C57993219A}"/>
                </a:ext>
              </a:extLst>
            </p:cNvPr>
            <p:cNvSpPr/>
            <p:nvPr/>
          </p:nvSpPr>
          <p:spPr>
            <a:xfrm>
              <a:off x="5356283" y="2840623"/>
              <a:ext cx="31327" cy="31327"/>
            </a:xfrm>
            <a:custGeom>
              <a:avLst/>
              <a:gdLst>
                <a:gd name="connsiteX0" fmla="*/ 19070 w 21212"/>
                <a:gd name="connsiteY0" fmla="*/ 17054 h 21212"/>
                <a:gd name="connsiteX1" fmla="*/ 18921 w 21212"/>
                <a:gd name="connsiteY1" fmla="*/ 16354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58 w 21212"/>
                <a:gd name="connsiteY4" fmla="*/ 18433 h 21212"/>
                <a:gd name="connsiteX5" fmla="*/ 17245 w 21212"/>
                <a:gd name="connsiteY5" fmla="*/ 18900 h 21212"/>
                <a:gd name="connsiteX6" fmla="*/ 19070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70" y="17054"/>
                  </a:moveTo>
                  <a:cubicBezTo>
                    <a:pt x="19070" y="16800"/>
                    <a:pt x="19027" y="16567"/>
                    <a:pt x="18921" y="16354"/>
                  </a:cubicBezTo>
                  <a:cubicBezTo>
                    <a:pt x="18603" y="16079"/>
                    <a:pt x="18242" y="15909"/>
                    <a:pt x="17733" y="15909"/>
                  </a:cubicBezTo>
                  <a:cubicBezTo>
                    <a:pt x="16757" y="15909"/>
                    <a:pt x="15909" y="16715"/>
                    <a:pt x="15909" y="17733"/>
                  </a:cubicBezTo>
                  <a:cubicBezTo>
                    <a:pt x="15909" y="17967"/>
                    <a:pt x="15973" y="18221"/>
                    <a:pt x="16058" y="18433"/>
                  </a:cubicBezTo>
                  <a:cubicBezTo>
                    <a:pt x="16376" y="18730"/>
                    <a:pt x="16757" y="18900"/>
                    <a:pt x="17245" y="18900"/>
                  </a:cubicBezTo>
                  <a:cubicBezTo>
                    <a:pt x="18242" y="18921"/>
                    <a:pt x="19070" y="18073"/>
                    <a:pt x="19070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C253239-07BE-41C0-89AA-438996156F03}"/>
                </a:ext>
              </a:extLst>
            </p:cNvPr>
            <p:cNvSpPr/>
            <p:nvPr/>
          </p:nvSpPr>
          <p:spPr>
            <a:xfrm>
              <a:off x="5361013" y="2838994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42 w 21212"/>
                <a:gd name="connsiteY1" fmla="*/ 16630 h 21212"/>
                <a:gd name="connsiteX2" fmla="*/ 17076 w 21212"/>
                <a:gd name="connsiteY2" fmla="*/ 18476 h 21212"/>
                <a:gd name="connsiteX3" fmla="*/ 15909 w 21212"/>
                <a:gd name="connsiteY3" fmla="*/ 18030 h 21212"/>
                <a:gd name="connsiteX4" fmla="*/ 17606 w 21212"/>
                <a:gd name="connsiteY4" fmla="*/ 19133 h 21212"/>
                <a:gd name="connsiteX5" fmla="*/ 19430 w 21212"/>
                <a:gd name="connsiteY5" fmla="*/ 17309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900" y="16164"/>
                    <a:pt x="18942" y="16354"/>
                    <a:pt x="18942" y="16630"/>
                  </a:cubicBezTo>
                  <a:cubicBezTo>
                    <a:pt x="18942" y="17648"/>
                    <a:pt x="18115" y="18476"/>
                    <a:pt x="17076" y="18476"/>
                  </a:cubicBezTo>
                  <a:cubicBezTo>
                    <a:pt x="16630" y="18476"/>
                    <a:pt x="16248" y="18306"/>
                    <a:pt x="15909" y="18030"/>
                  </a:cubicBezTo>
                  <a:cubicBezTo>
                    <a:pt x="16185" y="18688"/>
                    <a:pt x="16842" y="19133"/>
                    <a:pt x="17606" y="19133"/>
                  </a:cubicBezTo>
                  <a:cubicBezTo>
                    <a:pt x="18603" y="19133"/>
                    <a:pt x="19430" y="18306"/>
                    <a:pt x="19430" y="17309"/>
                  </a:cubicBezTo>
                  <a:cubicBezTo>
                    <a:pt x="19452" y="16715"/>
                    <a:pt x="19218" y="16248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4548E4FA-190B-4790-ADDD-C08B807143FD}"/>
                </a:ext>
              </a:extLst>
            </p:cNvPr>
            <p:cNvSpPr/>
            <p:nvPr/>
          </p:nvSpPr>
          <p:spPr>
            <a:xfrm>
              <a:off x="5360889" y="2838366"/>
              <a:ext cx="31327" cy="31327"/>
            </a:xfrm>
            <a:custGeom>
              <a:avLst/>
              <a:gdLst>
                <a:gd name="connsiteX0" fmla="*/ 19048 w 21212"/>
                <a:gd name="connsiteY0" fmla="*/ 17054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36 w 21212"/>
                <a:gd name="connsiteY4" fmla="*/ 18454 h 21212"/>
                <a:gd name="connsiteX5" fmla="*/ 17203 w 21212"/>
                <a:gd name="connsiteY5" fmla="*/ 18900 h 21212"/>
                <a:gd name="connsiteX6" fmla="*/ 19048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54"/>
                  </a:moveTo>
                  <a:cubicBezTo>
                    <a:pt x="19048" y="16779"/>
                    <a:pt x="19006" y="16588"/>
                    <a:pt x="18900" y="16333"/>
                  </a:cubicBezTo>
                  <a:cubicBezTo>
                    <a:pt x="18561" y="16058"/>
                    <a:pt x="18200" y="15909"/>
                    <a:pt x="17733" y="15909"/>
                  </a:cubicBezTo>
                  <a:cubicBezTo>
                    <a:pt x="16715" y="15909"/>
                    <a:pt x="15909" y="16715"/>
                    <a:pt x="15909" y="17733"/>
                  </a:cubicBezTo>
                  <a:cubicBezTo>
                    <a:pt x="15909" y="18009"/>
                    <a:pt x="15951" y="18221"/>
                    <a:pt x="16036" y="18454"/>
                  </a:cubicBezTo>
                  <a:cubicBezTo>
                    <a:pt x="16376" y="18730"/>
                    <a:pt x="16758" y="18900"/>
                    <a:pt x="17203" y="18900"/>
                  </a:cubicBezTo>
                  <a:cubicBezTo>
                    <a:pt x="18221" y="18900"/>
                    <a:pt x="19048" y="18073"/>
                    <a:pt x="19048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DE56F32-D808-4346-9C9E-E3444A121E55}"/>
                </a:ext>
              </a:extLst>
            </p:cNvPr>
            <p:cNvSpPr/>
            <p:nvPr/>
          </p:nvSpPr>
          <p:spPr>
            <a:xfrm>
              <a:off x="5364648" y="2837209"/>
              <a:ext cx="31327" cy="31327"/>
            </a:xfrm>
            <a:custGeom>
              <a:avLst/>
              <a:gdLst>
                <a:gd name="connsiteX0" fmla="*/ 18794 w 21212"/>
                <a:gd name="connsiteY0" fmla="*/ 15909 h 21212"/>
                <a:gd name="connsiteX1" fmla="*/ 18942 w 21212"/>
                <a:gd name="connsiteY1" fmla="*/ 16630 h 21212"/>
                <a:gd name="connsiteX2" fmla="*/ 17076 w 21212"/>
                <a:gd name="connsiteY2" fmla="*/ 18454 h 21212"/>
                <a:gd name="connsiteX3" fmla="*/ 15909 w 21212"/>
                <a:gd name="connsiteY3" fmla="*/ 18009 h 21212"/>
                <a:gd name="connsiteX4" fmla="*/ 17627 w 21212"/>
                <a:gd name="connsiteY4" fmla="*/ 19154 h 21212"/>
                <a:gd name="connsiteX5" fmla="*/ 19451 w 21212"/>
                <a:gd name="connsiteY5" fmla="*/ 17330 h 21212"/>
                <a:gd name="connsiteX6" fmla="*/ 18794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94" y="15909"/>
                  </a:moveTo>
                  <a:cubicBezTo>
                    <a:pt x="18879" y="16164"/>
                    <a:pt x="18942" y="16354"/>
                    <a:pt x="18942" y="16630"/>
                  </a:cubicBezTo>
                  <a:cubicBezTo>
                    <a:pt x="18942" y="17648"/>
                    <a:pt x="18115" y="18454"/>
                    <a:pt x="17076" y="18454"/>
                  </a:cubicBezTo>
                  <a:cubicBezTo>
                    <a:pt x="16630" y="18454"/>
                    <a:pt x="16248" y="18306"/>
                    <a:pt x="15909" y="18009"/>
                  </a:cubicBezTo>
                  <a:cubicBezTo>
                    <a:pt x="16206" y="18688"/>
                    <a:pt x="16864" y="19154"/>
                    <a:pt x="17627" y="19154"/>
                  </a:cubicBezTo>
                  <a:cubicBezTo>
                    <a:pt x="18645" y="19154"/>
                    <a:pt x="19451" y="18306"/>
                    <a:pt x="19451" y="17330"/>
                  </a:cubicBezTo>
                  <a:cubicBezTo>
                    <a:pt x="19473" y="16715"/>
                    <a:pt x="19218" y="16248"/>
                    <a:pt x="18794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202CE77-3B56-4DBD-BFDA-FD0775E99E24}"/>
                </a:ext>
              </a:extLst>
            </p:cNvPr>
            <p:cNvSpPr/>
            <p:nvPr/>
          </p:nvSpPr>
          <p:spPr>
            <a:xfrm>
              <a:off x="5364491" y="2836581"/>
              <a:ext cx="31327" cy="31327"/>
            </a:xfrm>
            <a:custGeom>
              <a:avLst/>
              <a:gdLst>
                <a:gd name="connsiteX0" fmla="*/ 19048 w 21212"/>
                <a:gd name="connsiteY0" fmla="*/ 17054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15 w 21212"/>
                <a:gd name="connsiteY4" fmla="*/ 18433 h 21212"/>
                <a:gd name="connsiteX5" fmla="*/ 17182 w 21212"/>
                <a:gd name="connsiteY5" fmla="*/ 18879 h 21212"/>
                <a:gd name="connsiteX6" fmla="*/ 19048 w 21212"/>
                <a:gd name="connsiteY6" fmla="*/ 170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54"/>
                  </a:moveTo>
                  <a:cubicBezTo>
                    <a:pt x="19048" y="16779"/>
                    <a:pt x="18985" y="16588"/>
                    <a:pt x="18900" y="16333"/>
                  </a:cubicBezTo>
                  <a:cubicBezTo>
                    <a:pt x="18582" y="16058"/>
                    <a:pt x="18200" y="15909"/>
                    <a:pt x="17733" y="15909"/>
                  </a:cubicBezTo>
                  <a:cubicBezTo>
                    <a:pt x="16715" y="15909"/>
                    <a:pt x="15909" y="16736"/>
                    <a:pt x="15909" y="17733"/>
                  </a:cubicBezTo>
                  <a:cubicBezTo>
                    <a:pt x="15909" y="17988"/>
                    <a:pt x="15952" y="18221"/>
                    <a:pt x="16015" y="18433"/>
                  </a:cubicBezTo>
                  <a:cubicBezTo>
                    <a:pt x="16376" y="18730"/>
                    <a:pt x="16758" y="18879"/>
                    <a:pt x="17182" y="18879"/>
                  </a:cubicBezTo>
                  <a:cubicBezTo>
                    <a:pt x="18221" y="18879"/>
                    <a:pt x="19048" y="18073"/>
                    <a:pt x="19048" y="170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FCA6FA8-DE90-415A-86ED-01DE756995ED}"/>
                </a:ext>
              </a:extLst>
            </p:cNvPr>
            <p:cNvSpPr/>
            <p:nvPr/>
          </p:nvSpPr>
          <p:spPr>
            <a:xfrm>
              <a:off x="5368688" y="2835265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30 h 21212"/>
                <a:gd name="connsiteX2" fmla="*/ 17097 w 21212"/>
                <a:gd name="connsiteY2" fmla="*/ 18454 h 21212"/>
                <a:gd name="connsiteX3" fmla="*/ 15909 w 21212"/>
                <a:gd name="connsiteY3" fmla="*/ 18009 h 21212"/>
                <a:gd name="connsiteX4" fmla="*/ 17627 w 21212"/>
                <a:gd name="connsiteY4" fmla="*/ 19154 h 21212"/>
                <a:gd name="connsiteX5" fmla="*/ 19451 w 21212"/>
                <a:gd name="connsiteY5" fmla="*/ 17288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79" y="16164"/>
                    <a:pt x="18921" y="16354"/>
                    <a:pt x="18921" y="16630"/>
                  </a:cubicBezTo>
                  <a:cubicBezTo>
                    <a:pt x="18921" y="17648"/>
                    <a:pt x="18136" y="18454"/>
                    <a:pt x="17097" y="18454"/>
                  </a:cubicBezTo>
                  <a:cubicBezTo>
                    <a:pt x="16651" y="18454"/>
                    <a:pt x="16248" y="18285"/>
                    <a:pt x="15909" y="18009"/>
                  </a:cubicBezTo>
                  <a:cubicBezTo>
                    <a:pt x="16206" y="18688"/>
                    <a:pt x="16842" y="19154"/>
                    <a:pt x="17627" y="19154"/>
                  </a:cubicBezTo>
                  <a:cubicBezTo>
                    <a:pt x="18645" y="19154"/>
                    <a:pt x="19451" y="18306"/>
                    <a:pt x="19451" y="17288"/>
                  </a:cubicBezTo>
                  <a:cubicBezTo>
                    <a:pt x="19451" y="16715"/>
                    <a:pt x="19197" y="16227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C98AB5E-6F3D-4EC2-9899-9327A0B52AC1}"/>
                </a:ext>
              </a:extLst>
            </p:cNvPr>
            <p:cNvSpPr/>
            <p:nvPr/>
          </p:nvSpPr>
          <p:spPr>
            <a:xfrm>
              <a:off x="5368501" y="2834608"/>
              <a:ext cx="31327" cy="31327"/>
            </a:xfrm>
            <a:custGeom>
              <a:avLst/>
              <a:gdLst>
                <a:gd name="connsiteX0" fmla="*/ 19048 w 21212"/>
                <a:gd name="connsiteY0" fmla="*/ 17076 h 21212"/>
                <a:gd name="connsiteX1" fmla="*/ 18900 w 21212"/>
                <a:gd name="connsiteY1" fmla="*/ 16354 h 21212"/>
                <a:gd name="connsiteX2" fmla="*/ 17754 w 21212"/>
                <a:gd name="connsiteY2" fmla="*/ 15909 h 21212"/>
                <a:gd name="connsiteX3" fmla="*/ 15909 w 21212"/>
                <a:gd name="connsiteY3" fmla="*/ 17733 h 21212"/>
                <a:gd name="connsiteX4" fmla="*/ 16036 w 21212"/>
                <a:gd name="connsiteY4" fmla="*/ 18454 h 21212"/>
                <a:gd name="connsiteX5" fmla="*/ 17224 w 21212"/>
                <a:gd name="connsiteY5" fmla="*/ 18900 h 21212"/>
                <a:gd name="connsiteX6" fmla="*/ 19048 w 21212"/>
                <a:gd name="connsiteY6" fmla="*/ 1707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76"/>
                  </a:moveTo>
                  <a:cubicBezTo>
                    <a:pt x="19048" y="16800"/>
                    <a:pt x="19027" y="16609"/>
                    <a:pt x="18900" y="16354"/>
                  </a:cubicBezTo>
                  <a:cubicBezTo>
                    <a:pt x="18582" y="16079"/>
                    <a:pt x="18221" y="15909"/>
                    <a:pt x="17754" y="15909"/>
                  </a:cubicBezTo>
                  <a:cubicBezTo>
                    <a:pt x="16758" y="15909"/>
                    <a:pt x="15909" y="16715"/>
                    <a:pt x="15909" y="17733"/>
                  </a:cubicBezTo>
                  <a:cubicBezTo>
                    <a:pt x="15909" y="17967"/>
                    <a:pt x="15951" y="18221"/>
                    <a:pt x="16036" y="18454"/>
                  </a:cubicBezTo>
                  <a:cubicBezTo>
                    <a:pt x="16376" y="18730"/>
                    <a:pt x="16779" y="18900"/>
                    <a:pt x="17224" y="18900"/>
                  </a:cubicBezTo>
                  <a:cubicBezTo>
                    <a:pt x="18264" y="18900"/>
                    <a:pt x="19048" y="18094"/>
                    <a:pt x="19048" y="1707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016C97A-D018-48C7-884F-55EC380522CC}"/>
                </a:ext>
              </a:extLst>
            </p:cNvPr>
            <p:cNvSpPr/>
            <p:nvPr/>
          </p:nvSpPr>
          <p:spPr>
            <a:xfrm>
              <a:off x="5373200" y="2832322"/>
              <a:ext cx="31327" cy="31327"/>
            </a:xfrm>
            <a:custGeom>
              <a:avLst/>
              <a:gdLst>
                <a:gd name="connsiteX0" fmla="*/ 18773 w 21212"/>
                <a:gd name="connsiteY0" fmla="*/ 15909 h 21212"/>
                <a:gd name="connsiteX1" fmla="*/ 18921 w 21212"/>
                <a:gd name="connsiteY1" fmla="*/ 16651 h 21212"/>
                <a:gd name="connsiteX2" fmla="*/ 17097 w 21212"/>
                <a:gd name="connsiteY2" fmla="*/ 18497 h 21212"/>
                <a:gd name="connsiteX3" fmla="*/ 15909 w 21212"/>
                <a:gd name="connsiteY3" fmla="*/ 18030 h 21212"/>
                <a:gd name="connsiteX4" fmla="*/ 17606 w 21212"/>
                <a:gd name="connsiteY4" fmla="*/ 19176 h 21212"/>
                <a:gd name="connsiteX5" fmla="*/ 19473 w 21212"/>
                <a:gd name="connsiteY5" fmla="*/ 17330 h 21212"/>
                <a:gd name="connsiteX6" fmla="*/ 18773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773" y="15909"/>
                  </a:moveTo>
                  <a:cubicBezTo>
                    <a:pt x="18879" y="16185"/>
                    <a:pt x="18921" y="16376"/>
                    <a:pt x="18921" y="16651"/>
                  </a:cubicBezTo>
                  <a:cubicBezTo>
                    <a:pt x="18921" y="17648"/>
                    <a:pt x="18094" y="18497"/>
                    <a:pt x="17097" y="18497"/>
                  </a:cubicBezTo>
                  <a:cubicBezTo>
                    <a:pt x="16609" y="18497"/>
                    <a:pt x="16248" y="18306"/>
                    <a:pt x="15909" y="18030"/>
                  </a:cubicBezTo>
                  <a:cubicBezTo>
                    <a:pt x="16206" y="18688"/>
                    <a:pt x="16842" y="19176"/>
                    <a:pt x="17606" y="19176"/>
                  </a:cubicBezTo>
                  <a:cubicBezTo>
                    <a:pt x="18624" y="19176"/>
                    <a:pt x="19473" y="18348"/>
                    <a:pt x="19473" y="17330"/>
                  </a:cubicBezTo>
                  <a:cubicBezTo>
                    <a:pt x="19452" y="16715"/>
                    <a:pt x="19176" y="16248"/>
                    <a:pt x="18773" y="15909"/>
                  </a:cubicBezTo>
                  <a:close/>
                </a:path>
              </a:pathLst>
            </a:custGeom>
            <a:solidFill>
              <a:srgbClr val="A8AA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F37BD53-9ACF-4034-8B8E-29E9D6213C57}"/>
                </a:ext>
              </a:extLst>
            </p:cNvPr>
            <p:cNvSpPr/>
            <p:nvPr/>
          </p:nvSpPr>
          <p:spPr>
            <a:xfrm>
              <a:off x="5372980" y="2831694"/>
              <a:ext cx="31327" cy="31327"/>
            </a:xfrm>
            <a:custGeom>
              <a:avLst/>
              <a:gdLst>
                <a:gd name="connsiteX0" fmla="*/ 19048 w 21212"/>
                <a:gd name="connsiteY0" fmla="*/ 17076 h 21212"/>
                <a:gd name="connsiteX1" fmla="*/ 18900 w 21212"/>
                <a:gd name="connsiteY1" fmla="*/ 16333 h 21212"/>
                <a:gd name="connsiteX2" fmla="*/ 17733 w 21212"/>
                <a:gd name="connsiteY2" fmla="*/ 15909 h 21212"/>
                <a:gd name="connsiteX3" fmla="*/ 15909 w 21212"/>
                <a:gd name="connsiteY3" fmla="*/ 17733 h 21212"/>
                <a:gd name="connsiteX4" fmla="*/ 16036 w 21212"/>
                <a:gd name="connsiteY4" fmla="*/ 18433 h 21212"/>
                <a:gd name="connsiteX5" fmla="*/ 17224 w 21212"/>
                <a:gd name="connsiteY5" fmla="*/ 18900 h 21212"/>
                <a:gd name="connsiteX6" fmla="*/ 19048 w 21212"/>
                <a:gd name="connsiteY6" fmla="*/ 1707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9048" y="17076"/>
                  </a:moveTo>
                  <a:cubicBezTo>
                    <a:pt x="19048" y="16800"/>
                    <a:pt x="19006" y="16609"/>
                    <a:pt x="18900" y="16333"/>
                  </a:cubicBezTo>
                  <a:cubicBezTo>
                    <a:pt x="18603" y="16079"/>
                    <a:pt x="18221" y="15909"/>
                    <a:pt x="17733" y="15909"/>
                  </a:cubicBezTo>
                  <a:cubicBezTo>
                    <a:pt x="16736" y="15909"/>
                    <a:pt x="15909" y="16715"/>
                    <a:pt x="15909" y="17733"/>
                  </a:cubicBezTo>
                  <a:cubicBezTo>
                    <a:pt x="15909" y="17988"/>
                    <a:pt x="15973" y="18179"/>
                    <a:pt x="16036" y="18433"/>
                  </a:cubicBezTo>
                  <a:cubicBezTo>
                    <a:pt x="16376" y="18730"/>
                    <a:pt x="16736" y="18900"/>
                    <a:pt x="17224" y="18900"/>
                  </a:cubicBezTo>
                  <a:cubicBezTo>
                    <a:pt x="18242" y="18921"/>
                    <a:pt x="19048" y="18073"/>
                    <a:pt x="19048" y="1707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3B2BB3D-2657-48C5-9A55-68250261830F}"/>
                </a:ext>
              </a:extLst>
            </p:cNvPr>
            <p:cNvSpPr/>
            <p:nvPr/>
          </p:nvSpPr>
          <p:spPr>
            <a:xfrm>
              <a:off x="5400495" y="2830411"/>
              <a:ext cx="93980" cy="156633"/>
            </a:xfrm>
            <a:custGeom>
              <a:avLst/>
              <a:gdLst>
                <a:gd name="connsiteX0" fmla="*/ 33085 w 63636"/>
                <a:gd name="connsiteY0" fmla="*/ 15909 h 106060"/>
                <a:gd name="connsiteX1" fmla="*/ 61127 w 63636"/>
                <a:gd name="connsiteY1" fmla="*/ 86375 h 106060"/>
                <a:gd name="connsiteX2" fmla="*/ 35418 w 63636"/>
                <a:gd name="connsiteY2" fmla="*/ 88412 h 106060"/>
                <a:gd name="connsiteX3" fmla="*/ 16879 w 63636"/>
                <a:gd name="connsiteY3" fmla="*/ 35954 h 106060"/>
                <a:gd name="connsiteX4" fmla="*/ 33085 w 63636"/>
                <a:gd name="connsiteY4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36" h="106060">
                  <a:moveTo>
                    <a:pt x="33085" y="15909"/>
                  </a:moveTo>
                  <a:lnTo>
                    <a:pt x="61127" y="86375"/>
                  </a:lnTo>
                  <a:cubicBezTo>
                    <a:pt x="61127" y="86375"/>
                    <a:pt x="42609" y="104915"/>
                    <a:pt x="35418" y="88412"/>
                  </a:cubicBezTo>
                  <a:cubicBezTo>
                    <a:pt x="28185" y="71951"/>
                    <a:pt x="11767" y="50357"/>
                    <a:pt x="16879" y="35954"/>
                  </a:cubicBezTo>
                  <a:cubicBezTo>
                    <a:pt x="22033" y="21551"/>
                    <a:pt x="33085" y="15909"/>
                    <a:pt x="33085" y="15909"/>
                  </a:cubicBez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4A8CCA0-C239-4F84-8458-F2FA3FB86079}"/>
                </a:ext>
              </a:extLst>
            </p:cNvPr>
            <p:cNvSpPr/>
            <p:nvPr/>
          </p:nvSpPr>
          <p:spPr>
            <a:xfrm>
              <a:off x="5376114" y="2966117"/>
              <a:ext cx="31327" cy="62653"/>
            </a:xfrm>
            <a:custGeom>
              <a:avLst/>
              <a:gdLst>
                <a:gd name="connsiteX0" fmla="*/ 17988 w 21212"/>
                <a:gd name="connsiteY0" fmla="*/ 32412 h 42424"/>
                <a:gd name="connsiteX1" fmla="*/ 24139 w 21212"/>
                <a:gd name="connsiteY1" fmla="*/ 34767 h 42424"/>
                <a:gd name="connsiteX2" fmla="*/ 22039 w 21212"/>
                <a:gd name="connsiteY2" fmla="*/ 16418 h 42424"/>
                <a:gd name="connsiteX3" fmla="*/ 15909 w 21212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42424">
                  <a:moveTo>
                    <a:pt x="17988" y="32412"/>
                  </a:moveTo>
                  <a:lnTo>
                    <a:pt x="24139" y="34767"/>
                  </a:lnTo>
                  <a:lnTo>
                    <a:pt x="22039" y="16418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20A0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B7BB8F3-A7B7-4B77-B683-C113889D42AB}"/>
                </a:ext>
              </a:extLst>
            </p:cNvPr>
            <p:cNvSpPr/>
            <p:nvPr/>
          </p:nvSpPr>
          <p:spPr>
            <a:xfrm>
              <a:off x="5373845" y="2827528"/>
              <a:ext cx="93980" cy="156633"/>
            </a:xfrm>
            <a:custGeom>
              <a:avLst/>
              <a:gdLst>
                <a:gd name="connsiteX0" fmla="*/ 45742 w 63636"/>
                <a:gd name="connsiteY0" fmla="*/ 15909 h 106060"/>
                <a:gd name="connsiteX1" fmla="*/ 27330 w 63636"/>
                <a:gd name="connsiteY1" fmla="*/ 32136 h 106060"/>
                <a:gd name="connsiteX2" fmla="*/ 25569 w 63636"/>
                <a:gd name="connsiteY2" fmla="*/ 38267 h 106060"/>
                <a:gd name="connsiteX3" fmla="*/ 16469 w 63636"/>
                <a:gd name="connsiteY3" fmla="*/ 101924 h 106060"/>
                <a:gd name="connsiteX4" fmla="*/ 17445 w 63636"/>
                <a:gd name="connsiteY4" fmla="*/ 109751 h 106060"/>
                <a:gd name="connsiteX5" fmla="*/ 23596 w 63636"/>
                <a:gd name="connsiteY5" fmla="*/ 110260 h 106060"/>
                <a:gd name="connsiteX6" fmla="*/ 22578 w 63636"/>
                <a:gd name="connsiteY6" fmla="*/ 101224 h 106060"/>
                <a:gd name="connsiteX7" fmla="*/ 31487 w 63636"/>
                <a:gd name="connsiteY7" fmla="*/ 40027 h 106060"/>
                <a:gd name="connsiteX8" fmla="*/ 33333 w 63636"/>
                <a:gd name="connsiteY8" fmla="*/ 33664 h 106060"/>
                <a:gd name="connsiteX9" fmla="*/ 51151 w 63636"/>
                <a:gd name="connsiteY9" fmla="*/ 17861 h 106060"/>
                <a:gd name="connsiteX10" fmla="*/ 45742 w 63636"/>
                <a:gd name="connsiteY10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636" h="106060">
                  <a:moveTo>
                    <a:pt x="45742" y="15909"/>
                  </a:moveTo>
                  <a:cubicBezTo>
                    <a:pt x="43684" y="16651"/>
                    <a:pt x="30384" y="20448"/>
                    <a:pt x="27330" y="32136"/>
                  </a:cubicBezTo>
                  <a:cubicBezTo>
                    <a:pt x="26927" y="33727"/>
                    <a:pt x="26290" y="35763"/>
                    <a:pt x="25569" y="38267"/>
                  </a:cubicBezTo>
                  <a:cubicBezTo>
                    <a:pt x="21454" y="52224"/>
                    <a:pt x="13775" y="78166"/>
                    <a:pt x="16469" y="101924"/>
                  </a:cubicBezTo>
                  <a:lnTo>
                    <a:pt x="17445" y="109751"/>
                  </a:lnTo>
                  <a:lnTo>
                    <a:pt x="23596" y="110260"/>
                  </a:lnTo>
                  <a:lnTo>
                    <a:pt x="22578" y="101224"/>
                  </a:lnTo>
                  <a:cubicBezTo>
                    <a:pt x="20054" y="78739"/>
                    <a:pt x="27499" y="53539"/>
                    <a:pt x="31487" y="40027"/>
                  </a:cubicBezTo>
                  <a:cubicBezTo>
                    <a:pt x="32272" y="37503"/>
                    <a:pt x="32887" y="35276"/>
                    <a:pt x="33333" y="33664"/>
                  </a:cubicBezTo>
                  <a:cubicBezTo>
                    <a:pt x="35199" y="26451"/>
                    <a:pt x="46442" y="19515"/>
                    <a:pt x="51151" y="17861"/>
                  </a:cubicBezTo>
                  <a:lnTo>
                    <a:pt x="45742" y="15909"/>
                  </a:lnTo>
                  <a:close/>
                </a:path>
              </a:pathLst>
            </a:custGeom>
            <a:solidFill>
              <a:srgbClr val="3BBEB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3A79FF9-EA6E-4BE6-973D-928E259E1BCA}"/>
                </a:ext>
              </a:extLst>
            </p:cNvPr>
            <p:cNvSpPr/>
            <p:nvPr/>
          </p:nvSpPr>
          <p:spPr>
            <a:xfrm>
              <a:off x="5400548" y="3293481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6991 w 21212"/>
                <a:gd name="connsiteY1" fmla="*/ 20003 h 21212"/>
                <a:gd name="connsiteX2" fmla="*/ 15909 w 21212"/>
                <a:gd name="connsiteY2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cubicBezTo>
                    <a:pt x="15951" y="17351"/>
                    <a:pt x="16397" y="18667"/>
                    <a:pt x="16991" y="20003"/>
                  </a:cubicBezTo>
                  <a:cubicBezTo>
                    <a:pt x="16630" y="17776"/>
                    <a:pt x="15909" y="15909"/>
                    <a:pt x="15909" y="15909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E460672-607C-4C48-AA51-21D7D111DFAA}"/>
                </a:ext>
              </a:extLst>
            </p:cNvPr>
            <p:cNvSpPr/>
            <p:nvPr/>
          </p:nvSpPr>
          <p:spPr>
            <a:xfrm>
              <a:off x="5011607" y="2900080"/>
              <a:ext cx="31327" cy="125307"/>
            </a:xfrm>
            <a:custGeom>
              <a:avLst/>
              <a:gdLst>
                <a:gd name="connsiteX0" fmla="*/ 24069 w 21212"/>
                <a:gd name="connsiteY0" fmla="*/ 17373 h 84848"/>
                <a:gd name="connsiteX1" fmla="*/ 16432 w 21212"/>
                <a:gd name="connsiteY1" fmla="*/ 73903 h 84848"/>
                <a:gd name="connsiteX2" fmla="*/ 15923 w 21212"/>
                <a:gd name="connsiteY2" fmla="*/ 72418 h 84848"/>
                <a:gd name="connsiteX3" fmla="*/ 23581 w 21212"/>
                <a:gd name="connsiteY3" fmla="*/ 15909 h 84848"/>
                <a:gd name="connsiteX4" fmla="*/ 24069 w 21212"/>
                <a:gd name="connsiteY4" fmla="*/ 17373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069" y="17373"/>
                  </a:moveTo>
                  <a:lnTo>
                    <a:pt x="16432" y="73903"/>
                  </a:lnTo>
                  <a:cubicBezTo>
                    <a:pt x="16008" y="73394"/>
                    <a:pt x="15860" y="72884"/>
                    <a:pt x="15923" y="72418"/>
                  </a:cubicBezTo>
                  <a:lnTo>
                    <a:pt x="23581" y="15909"/>
                  </a:lnTo>
                  <a:cubicBezTo>
                    <a:pt x="23517" y="16376"/>
                    <a:pt x="23666" y="16864"/>
                    <a:pt x="24069" y="17373"/>
                  </a:cubicBezTo>
                </a:path>
              </a:pathLst>
            </a:custGeom>
            <a:solidFill>
              <a:srgbClr val="055B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7BD982B-BDDB-44AA-A9E9-90FDDD122D04}"/>
                </a:ext>
              </a:extLst>
            </p:cNvPr>
            <p:cNvSpPr/>
            <p:nvPr/>
          </p:nvSpPr>
          <p:spPr>
            <a:xfrm>
              <a:off x="5012380" y="2902242"/>
              <a:ext cx="62653" cy="156633"/>
            </a:xfrm>
            <a:custGeom>
              <a:avLst/>
              <a:gdLst>
                <a:gd name="connsiteX0" fmla="*/ 45818 w 42424"/>
                <a:gd name="connsiteY0" fmla="*/ 43866 h 106060"/>
                <a:gd name="connsiteX1" fmla="*/ 38160 w 42424"/>
                <a:gd name="connsiteY1" fmla="*/ 100375 h 106060"/>
                <a:gd name="connsiteX2" fmla="*/ 15909 w 42424"/>
                <a:gd name="connsiteY2" fmla="*/ 72439 h 106060"/>
                <a:gd name="connsiteX3" fmla="*/ 23545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45818" y="43866"/>
                  </a:moveTo>
                  <a:lnTo>
                    <a:pt x="38160" y="100375"/>
                  </a:lnTo>
                  <a:lnTo>
                    <a:pt x="15909" y="72439"/>
                  </a:lnTo>
                  <a:lnTo>
                    <a:pt x="23545" y="15909"/>
                  </a:lnTo>
                  <a:close/>
                </a:path>
              </a:pathLst>
            </a:custGeom>
            <a:solidFill>
              <a:srgbClr val="0559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AA6496C-DFAA-4924-B0B1-9CD8D9746C7D}"/>
                </a:ext>
              </a:extLst>
            </p:cNvPr>
            <p:cNvSpPr/>
            <p:nvPr/>
          </p:nvSpPr>
          <p:spPr>
            <a:xfrm>
              <a:off x="5045272" y="2932364"/>
              <a:ext cx="156633" cy="156633"/>
            </a:xfrm>
            <a:custGeom>
              <a:avLst/>
              <a:gdLst>
                <a:gd name="connsiteX0" fmla="*/ 95306 w 106060"/>
                <a:gd name="connsiteY0" fmla="*/ 32124 h 106060"/>
                <a:gd name="connsiteX1" fmla="*/ 91403 w 106060"/>
                <a:gd name="connsiteY1" fmla="*/ 28221 h 106060"/>
                <a:gd name="connsiteX2" fmla="*/ 89642 w 106060"/>
                <a:gd name="connsiteY2" fmla="*/ 26991 h 106060"/>
                <a:gd name="connsiteX3" fmla="*/ 86545 w 106060"/>
                <a:gd name="connsiteY3" fmla="*/ 24828 h 106060"/>
                <a:gd name="connsiteX4" fmla="*/ 86354 w 106060"/>
                <a:gd name="connsiteY4" fmla="*/ 24721 h 106060"/>
                <a:gd name="connsiteX5" fmla="*/ 85654 w 106060"/>
                <a:gd name="connsiteY5" fmla="*/ 24340 h 106060"/>
                <a:gd name="connsiteX6" fmla="*/ 82387 w 106060"/>
                <a:gd name="connsiteY6" fmla="*/ 22621 h 106060"/>
                <a:gd name="connsiteX7" fmla="*/ 80712 w 106060"/>
                <a:gd name="connsiteY7" fmla="*/ 21879 h 106060"/>
                <a:gd name="connsiteX8" fmla="*/ 79651 w 106060"/>
                <a:gd name="connsiteY8" fmla="*/ 21434 h 106060"/>
                <a:gd name="connsiteX9" fmla="*/ 78633 w 106060"/>
                <a:gd name="connsiteY9" fmla="*/ 20988 h 106060"/>
                <a:gd name="connsiteX10" fmla="*/ 75069 w 106060"/>
                <a:gd name="connsiteY10" fmla="*/ 19715 h 106060"/>
                <a:gd name="connsiteX11" fmla="*/ 73733 w 106060"/>
                <a:gd name="connsiteY11" fmla="*/ 19312 h 106060"/>
                <a:gd name="connsiteX12" fmla="*/ 72842 w 106060"/>
                <a:gd name="connsiteY12" fmla="*/ 19037 h 106060"/>
                <a:gd name="connsiteX13" fmla="*/ 71485 w 106060"/>
                <a:gd name="connsiteY13" fmla="*/ 18634 h 106060"/>
                <a:gd name="connsiteX14" fmla="*/ 67857 w 106060"/>
                <a:gd name="connsiteY14" fmla="*/ 17743 h 106060"/>
                <a:gd name="connsiteX15" fmla="*/ 66436 w 106060"/>
                <a:gd name="connsiteY15" fmla="*/ 17467 h 106060"/>
                <a:gd name="connsiteX16" fmla="*/ 65482 w 106060"/>
                <a:gd name="connsiteY16" fmla="*/ 17276 h 106060"/>
                <a:gd name="connsiteX17" fmla="*/ 64060 w 106060"/>
                <a:gd name="connsiteY17" fmla="*/ 17000 h 106060"/>
                <a:gd name="connsiteX18" fmla="*/ 59945 w 106060"/>
                <a:gd name="connsiteY18" fmla="*/ 16406 h 106060"/>
                <a:gd name="connsiteX19" fmla="*/ 58863 w 106060"/>
                <a:gd name="connsiteY19" fmla="*/ 16321 h 106060"/>
                <a:gd name="connsiteX20" fmla="*/ 57527 w 106060"/>
                <a:gd name="connsiteY20" fmla="*/ 16194 h 106060"/>
                <a:gd name="connsiteX21" fmla="*/ 55321 w 106060"/>
                <a:gd name="connsiteY21" fmla="*/ 16003 h 106060"/>
                <a:gd name="connsiteX22" fmla="*/ 52033 w 106060"/>
                <a:gd name="connsiteY22" fmla="*/ 15940 h 106060"/>
                <a:gd name="connsiteX23" fmla="*/ 49954 w 106060"/>
                <a:gd name="connsiteY23" fmla="*/ 15918 h 106060"/>
                <a:gd name="connsiteX24" fmla="*/ 49212 w 106060"/>
                <a:gd name="connsiteY24" fmla="*/ 15918 h 106060"/>
                <a:gd name="connsiteX25" fmla="*/ 42806 w 106060"/>
                <a:gd name="connsiteY25" fmla="*/ 16364 h 106060"/>
                <a:gd name="connsiteX26" fmla="*/ 36909 w 106060"/>
                <a:gd name="connsiteY26" fmla="*/ 17382 h 106060"/>
                <a:gd name="connsiteX27" fmla="*/ 35191 w 106060"/>
                <a:gd name="connsiteY27" fmla="*/ 17870 h 106060"/>
                <a:gd name="connsiteX28" fmla="*/ 32073 w 106060"/>
                <a:gd name="connsiteY28" fmla="*/ 18761 h 106060"/>
                <a:gd name="connsiteX29" fmla="*/ 31776 w 106060"/>
                <a:gd name="connsiteY29" fmla="*/ 18867 h 106060"/>
                <a:gd name="connsiteX30" fmla="*/ 29994 w 106060"/>
                <a:gd name="connsiteY30" fmla="*/ 19652 h 106060"/>
                <a:gd name="connsiteX31" fmla="*/ 27788 w 106060"/>
                <a:gd name="connsiteY31" fmla="*/ 20606 h 106060"/>
                <a:gd name="connsiteX32" fmla="*/ 27385 w 106060"/>
                <a:gd name="connsiteY32" fmla="*/ 20840 h 106060"/>
                <a:gd name="connsiteX33" fmla="*/ 26494 w 106060"/>
                <a:gd name="connsiteY33" fmla="*/ 21370 h 106060"/>
                <a:gd name="connsiteX34" fmla="*/ 24988 w 106060"/>
                <a:gd name="connsiteY34" fmla="*/ 22282 h 106060"/>
                <a:gd name="connsiteX35" fmla="*/ 23545 w 106060"/>
                <a:gd name="connsiteY35" fmla="*/ 23406 h 106060"/>
                <a:gd name="connsiteX36" fmla="*/ 15909 w 106060"/>
                <a:gd name="connsiteY36" fmla="*/ 79915 h 106060"/>
                <a:gd name="connsiteX37" fmla="*/ 18857 w 106060"/>
                <a:gd name="connsiteY37" fmla="*/ 77879 h 106060"/>
                <a:gd name="connsiteX38" fmla="*/ 19727 w 106060"/>
                <a:gd name="connsiteY38" fmla="*/ 77348 h 106060"/>
                <a:gd name="connsiteX39" fmla="*/ 22315 w 106060"/>
                <a:gd name="connsiteY39" fmla="*/ 76139 h 106060"/>
                <a:gd name="connsiteX40" fmla="*/ 24118 w 106060"/>
                <a:gd name="connsiteY40" fmla="*/ 75355 h 106060"/>
                <a:gd name="connsiteX41" fmla="*/ 27385 w 106060"/>
                <a:gd name="connsiteY41" fmla="*/ 74379 h 106060"/>
                <a:gd name="connsiteX42" fmla="*/ 29251 w 106060"/>
                <a:gd name="connsiteY42" fmla="*/ 73848 h 106060"/>
                <a:gd name="connsiteX43" fmla="*/ 35148 w 106060"/>
                <a:gd name="connsiteY43" fmla="*/ 72830 h 106060"/>
                <a:gd name="connsiteX44" fmla="*/ 42276 w 106060"/>
                <a:gd name="connsiteY44" fmla="*/ 72406 h 106060"/>
                <a:gd name="connsiteX45" fmla="*/ 44354 w 106060"/>
                <a:gd name="connsiteY45" fmla="*/ 72427 h 106060"/>
                <a:gd name="connsiteX46" fmla="*/ 49891 w 106060"/>
                <a:gd name="connsiteY46" fmla="*/ 72682 h 106060"/>
                <a:gd name="connsiteX47" fmla="*/ 51142 w 106060"/>
                <a:gd name="connsiteY47" fmla="*/ 72788 h 106060"/>
                <a:gd name="connsiteX48" fmla="*/ 57803 w 106060"/>
                <a:gd name="connsiteY48" fmla="*/ 73742 h 106060"/>
                <a:gd name="connsiteX49" fmla="*/ 58757 w 106060"/>
                <a:gd name="connsiteY49" fmla="*/ 73933 h 106060"/>
                <a:gd name="connsiteX50" fmla="*/ 65206 w 106060"/>
                <a:gd name="connsiteY50" fmla="*/ 75524 h 106060"/>
                <a:gd name="connsiteX51" fmla="*/ 66097 w 106060"/>
                <a:gd name="connsiteY51" fmla="*/ 75779 h 106060"/>
                <a:gd name="connsiteX52" fmla="*/ 71994 w 106060"/>
                <a:gd name="connsiteY52" fmla="*/ 77879 h 106060"/>
                <a:gd name="connsiteX53" fmla="*/ 73075 w 106060"/>
                <a:gd name="connsiteY53" fmla="*/ 78345 h 106060"/>
                <a:gd name="connsiteX54" fmla="*/ 78039 w 106060"/>
                <a:gd name="connsiteY54" fmla="*/ 80785 h 106060"/>
                <a:gd name="connsiteX55" fmla="*/ 78697 w 106060"/>
                <a:gd name="connsiteY55" fmla="*/ 81124 h 106060"/>
                <a:gd name="connsiteX56" fmla="*/ 82091 w 106060"/>
                <a:gd name="connsiteY56" fmla="*/ 83458 h 106060"/>
                <a:gd name="connsiteX57" fmla="*/ 83766 w 106060"/>
                <a:gd name="connsiteY57" fmla="*/ 84624 h 106060"/>
                <a:gd name="connsiteX58" fmla="*/ 87690 w 106060"/>
                <a:gd name="connsiteY58" fmla="*/ 88527 h 106060"/>
                <a:gd name="connsiteX59" fmla="*/ 90936 w 106060"/>
                <a:gd name="connsiteY59" fmla="*/ 98221 h 106060"/>
                <a:gd name="connsiteX60" fmla="*/ 98572 w 106060"/>
                <a:gd name="connsiteY60" fmla="*/ 41712 h 106060"/>
                <a:gd name="connsiteX61" fmla="*/ 95306 w 106060"/>
                <a:gd name="connsiteY61" fmla="*/ 32124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06060" h="106060">
                  <a:moveTo>
                    <a:pt x="95306" y="32124"/>
                  </a:moveTo>
                  <a:cubicBezTo>
                    <a:pt x="94224" y="30767"/>
                    <a:pt x="92888" y="29452"/>
                    <a:pt x="91403" y="28221"/>
                  </a:cubicBezTo>
                  <a:cubicBezTo>
                    <a:pt x="90872" y="27776"/>
                    <a:pt x="90194" y="27415"/>
                    <a:pt x="89642" y="26991"/>
                  </a:cubicBezTo>
                  <a:cubicBezTo>
                    <a:pt x="88645" y="26249"/>
                    <a:pt x="87669" y="25506"/>
                    <a:pt x="86545" y="24828"/>
                  </a:cubicBezTo>
                  <a:cubicBezTo>
                    <a:pt x="86481" y="24785"/>
                    <a:pt x="86418" y="24764"/>
                    <a:pt x="86354" y="24721"/>
                  </a:cubicBezTo>
                  <a:cubicBezTo>
                    <a:pt x="86121" y="24594"/>
                    <a:pt x="85866" y="24467"/>
                    <a:pt x="85654" y="24340"/>
                  </a:cubicBezTo>
                  <a:cubicBezTo>
                    <a:pt x="84594" y="23746"/>
                    <a:pt x="83533" y="23173"/>
                    <a:pt x="82387" y="22621"/>
                  </a:cubicBezTo>
                  <a:cubicBezTo>
                    <a:pt x="81836" y="22367"/>
                    <a:pt x="81263" y="22134"/>
                    <a:pt x="80712" y="21879"/>
                  </a:cubicBezTo>
                  <a:cubicBezTo>
                    <a:pt x="80351" y="21731"/>
                    <a:pt x="80012" y="21582"/>
                    <a:pt x="79651" y="21434"/>
                  </a:cubicBezTo>
                  <a:cubicBezTo>
                    <a:pt x="79291" y="21306"/>
                    <a:pt x="78972" y="21137"/>
                    <a:pt x="78633" y="20988"/>
                  </a:cubicBezTo>
                  <a:cubicBezTo>
                    <a:pt x="77466" y="20543"/>
                    <a:pt x="76278" y="20118"/>
                    <a:pt x="75069" y="19715"/>
                  </a:cubicBezTo>
                  <a:cubicBezTo>
                    <a:pt x="74624" y="19567"/>
                    <a:pt x="74178" y="19461"/>
                    <a:pt x="73733" y="19312"/>
                  </a:cubicBezTo>
                  <a:cubicBezTo>
                    <a:pt x="73457" y="19228"/>
                    <a:pt x="73160" y="19143"/>
                    <a:pt x="72842" y="19037"/>
                  </a:cubicBezTo>
                  <a:cubicBezTo>
                    <a:pt x="72397" y="18909"/>
                    <a:pt x="71951" y="18761"/>
                    <a:pt x="71485" y="18634"/>
                  </a:cubicBezTo>
                  <a:cubicBezTo>
                    <a:pt x="70297" y="18315"/>
                    <a:pt x="69088" y="18018"/>
                    <a:pt x="67857" y="17743"/>
                  </a:cubicBezTo>
                  <a:cubicBezTo>
                    <a:pt x="67391" y="17637"/>
                    <a:pt x="66903" y="17552"/>
                    <a:pt x="66436" y="17467"/>
                  </a:cubicBezTo>
                  <a:cubicBezTo>
                    <a:pt x="66118" y="17403"/>
                    <a:pt x="65800" y="17340"/>
                    <a:pt x="65482" y="17276"/>
                  </a:cubicBezTo>
                  <a:cubicBezTo>
                    <a:pt x="64994" y="17191"/>
                    <a:pt x="64527" y="17085"/>
                    <a:pt x="64060" y="17000"/>
                  </a:cubicBezTo>
                  <a:cubicBezTo>
                    <a:pt x="62703" y="16767"/>
                    <a:pt x="61324" y="16555"/>
                    <a:pt x="59945" y="16406"/>
                  </a:cubicBezTo>
                  <a:cubicBezTo>
                    <a:pt x="59585" y="16364"/>
                    <a:pt x="59224" y="16343"/>
                    <a:pt x="58863" y="16321"/>
                  </a:cubicBezTo>
                  <a:cubicBezTo>
                    <a:pt x="58418" y="16279"/>
                    <a:pt x="57973" y="16237"/>
                    <a:pt x="57527" y="16194"/>
                  </a:cubicBezTo>
                  <a:cubicBezTo>
                    <a:pt x="56785" y="16131"/>
                    <a:pt x="56063" y="16046"/>
                    <a:pt x="55321" y="16003"/>
                  </a:cubicBezTo>
                  <a:cubicBezTo>
                    <a:pt x="54218" y="15940"/>
                    <a:pt x="53115" y="15961"/>
                    <a:pt x="52033" y="15940"/>
                  </a:cubicBezTo>
                  <a:cubicBezTo>
                    <a:pt x="51333" y="15940"/>
                    <a:pt x="50654" y="15897"/>
                    <a:pt x="49954" y="15918"/>
                  </a:cubicBezTo>
                  <a:cubicBezTo>
                    <a:pt x="49700" y="15918"/>
                    <a:pt x="49466" y="15897"/>
                    <a:pt x="49212" y="15918"/>
                  </a:cubicBezTo>
                  <a:cubicBezTo>
                    <a:pt x="47048" y="15961"/>
                    <a:pt x="44906" y="16109"/>
                    <a:pt x="42806" y="16364"/>
                  </a:cubicBezTo>
                  <a:cubicBezTo>
                    <a:pt x="40706" y="16618"/>
                    <a:pt x="38754" y="16958"/>
                    <a:pt x="36909" y="17382"/>
                  </a:cubicBezTo>
                  <a:cubicBezTo>
                    <a:pt x="36294" y="17531"/>
                    <a:pt x="35763" y="17721"/>
                    <a:pt x="35191" y="17870"/>
                  </a:cubicBezTo>
                  <a:cubicBezTo>
                    <a:pt x="34130" y="18146"/>
                    <a:pt x="33027" y="18421"/>
                    <a:pt x="32073" y="18761"/>
                  </a:cubicBezTo>
                  <a:cubicBezTo>
                    <a:pt x="31967" y="18782"/>
                    <a:pt x="31882" y="18846"/>
                    <a:pt x="31776" y="18867"/>
                  </a:cubicBezTo>
                  <a:cubicBezTo>
                    <a:pt x="31139" y="19100"/>
                    <a:pt x="30588" y="19376"/>
                    <a:pt x="29994" y="19652"/>
                  </a:cubicBezTo>
                  <a:cubicBezTo>
                    <a:pt x="29251" y="19970"/>
                    <a:pt x="28467" y="20246"/>
                    <a:pt x="27788" y="20606"/>
                  </a:cubicBezTo>
                  <a:cubicBezTo>
                    <a:pt x="27639" y="20670"/>
                    <a:pt x="27533" y="20776"/>
                    <a:pt x="27385" y="20840"/>
                  </a:cubicBezTo>
                  <a:cubicBezTo>
                    <a:pt x="27067" y="21009"/>
                    <a:pt x="26791" y="21200"/>
                    <a:pt x="26494" y="21370"/>
                  </a:cubicBezTo>
                  <a:cubicBezTo>
                    <a:pt x="26006" y="21667"/>
                    <a:pt x="25454" y="21964"/>
                    <a:pt x="24988" y="22282"/>
                  </a:cubicBezTo>
                  <a:cubicBezTo>
                    <a:pt x="24479" y="22643"/>
                    <a:pt x="23991" y="23003"/>
                    <a:pt x="23545" y="23406"/>
                  </a:cubicBezTo>
                  <a:lnTo>
                    <a:pt x="15909" y="79915"/>
                  </a:lnTo>
                  <a:cubicBezTo>
                    <a:pt x="16779" y="79194"/>
                    <a:pt x="17776" y="78536"/>
                    <a:pt x="18857" y="77879"/>
                  </a:cubicBezTo>
                  <a:cubicBezTo>
                    <a:pt x="19154" y="77709"/>
                    <a:pt x="19409" y="77497"/>
                    <a:pt x="19727" y="77348"/>
                  </a:cubicBezTo>
                  <a:cubicBezTo>
                    <a:pt x="20512" y="76903"/>
                    <a:pt x="21445" y="76521"/>
                    <a:pt x="22315" y="76139"/>
                  </a:cubicBezTo>
                  <a:cubicBezTo>
                    <a:pt x="22930" y="75885"/>
                    <a:pt x="23482" y="75609"/>
                    <a:pt x="24118" y="75355"/>
                  </a:cubicBezTo>
                  <a:cubicBezTo>
                    <a:pt x="25115" y="74973"/>
                    <a:pt x="26260" y="74676"/>
                    <a:pt x="27385" y="74379"/>
                  </a:cubicBezTo>
                  <a:cubicBezTo>
                    <a:pt x="28021" y="74209"/>
                    <a:pt x="28594" y="73997"/>
                    <a:pt x="29251" y="73848"/>
                  </a:cubicBezTo>
                  <a:cubicBezTo>
                    <a:pt x="31097" y="73424"/>
                    <a:pt x="33048" y="73064"/>
                    <a:pt x="35148" y="72830"/>
                  </a:cubicBezTo>
                  <a:cubicBezTo>
                    <a:pt x="37482" y="72555"/>
                    <a:pt x="39879" y="72427"/>
                    <a:pt x="42276" y="72406"/>
                  </a:cubicBezTo>
                  <a:cubicBezTo>
                    <a:pt x="42954" y="72406"/>
                    <a:pt x="43654" y="72427"/>
                    <a:pt x="44354" y="72427"/>
                  </a:cubicBezTo>
                  <a:cubicBezTo>
                    <a:pt x="46200" y="72449"/>
                    <a:pt x="48045" y="72533"/>
                    <a:pt x="49891" y="72682"/>
                  </a:cubicBezTo>
                  <a:cubicBezTo>
                    <a:pt x="50315" y="72724"/>
                    <a:pt x="50718" y="72745"/>
                    <a:pt x="51142" y="72788"/>
                  </a:cubicBezTo>
                  <a:cubicBezTo>
                    <a:pt x="53369" y="73000"/>
                    <a:pt x="55618" y="73318"/>
                    <a:pt x="57803" y="73742"/>
                  </a:cubicBezTo>
                  <a:cubicBezTo>
                    <a:pt x="58142" y="73806"/>
                    <a:pt x="58439" y="73870"/>
                    <a:pt x="58757" y="73933"/>
                  </a:cubicBezTo>
                  <a:cubicBezTo>
                    <a:pt x="60963" y="74379"/>
                    <a:pt x="63106" y="74909"/>
                    <a:pt x="65206" y="75524"/>
                  </a:cubicBezTo>
                  <a:cubicBezTo>
                    <a:pt x="65482" y="75609"/>
                    <a:pt x="65800" y="75694"/>
                    <a:pt x="66097" y="75779"/>
                  </a:cubicBezTo>
                  <a:cubicBezTo>
                    <a:pt x="68133" y="76394"/>
                    <a:pt x="70085" y="77115"/>
                    <a:pt x="71994" y="77879"/>
                  </a:cubicBezTo>
                  <a:cubicBezTo>
                    <a:pt x="72354" y="78027"/>
                    <a:pt x="72715" y="78197"/>
                    <a:pt x="73075" y="78345"/>
                  </a:cubicBezTo>
                  <a:cubicBezTo>
                    <a:pt x="74815" y="79109"/>
                    <a:pt x="76469" y="79915"/>
                    <a:pt x="78039" y="80785"/>
                  </a:cubicBezTo>
                  <a:cubicBezTo>
                    <a:pt x="78251" y="80891"/>
                    <a:pt x="78485" y="80997"/>
                    <a:pt x="78697" y="81124"/>
                  </a:cubicBezTo>
                  <a:cubicBezTo>
                    <a:pt x="79948" y="81845"/>
                    <a:pt x="80988" y="82651"/>
                    <a:pt x="82091" y="83458"/>
                  </a:cubicBezTo>
                  <a:cubicBezTo>
                    <a:pt x="82621" y="83861"/>
                    <a:pt x="83257" y="84200"/>
                    <a:pt x="83766" y="84624"/>
                  </a:cubicBezTo>
                  <a:cubicBezTo>
                    <a:pt x="85272" y="85855"/>
                    <a:pt x="86588" y="87170"/>
                    <a:pt x="87690" y="88527"/>
                  </a:cubicBezTo>
                  <a:cubicBezTo>
                    <a:pt x="90321" y="91836"/>
                    <a:pt x="91339" y="95145"/>
                    <a:pt x="90936" y="98221"/>
                  </a:cubicBezTo>
                  <a:lnTo>
                    <a:pt x="98572" y="41712"/>
                  </a:lnTo>
                  <a:cubicBezTo>
                    <a:pt x="98975" y="38743"/>
                    <a:pt x="97957" y="35434"/>
                    <a:pt x="95306" y="32124"/>
                  </a:cubicBezTo>
                  <a:close/>
                </a:path>
              </a:pathLst>
            </a:custGeom>
            <a:solidFill>
              <a:srgbClr val="0174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7C92D41-249D-4D33-A2BB-F45B1CD946DC}"/>
                </a:ext>
              </a:extLst>
            </p:cNvPr>
            <p:cNvSpPr/>
            <p:nvPr/>
          </p:nvSpPr>
          <p:spPr>
            <a:xfrm>
              <a:off x="5376865" y="3006404"/>
              <a:ext cx="31327" cy="125307"/>
            </a:xfrm>
            <a:custGeom>
              <a:avLst/>
              <a:gdLst>
                <a:gd name="connsiteX0" fmla="*/ 23567 w 21212"/>
                <a:gd name="connsiteY0" fmla="*/ 15909 h 84848"/>
                <a:gd name="connsiteX1" fmla="*/ 15909 w 21212"/>
                <a:gd name="connsiteY1" fmla="*/ 72418 h 84848"/>
                <a:gd name="connsiteX2" fmla="*/ 15909 w 21212"/>
                <a:gd name="connsiteY2" fmla="*/ 72418 h 84848"/>
                <a:gd name="connsiteX3" fmla="*/ 23567 w 21212"/>
                <a:gd name="connsiteY3" fmla="*/ 15909 h 84848"/>
                <a:gd name="connsiteX4" fmla="*/ 23567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567" y="15909"/>
                  </a:moveTo>
                  <a:lnTo>
                    <a:pt x="15909" y="72418"/>
                  </a:lnTo>
                  <a:lnTo>
                    <a:pt x="15909" y="72418"/>
                  </a:lnTo>
                  <a:lnTo>
                    <a:pt x="23567" y="15909"/>
                  </a:lnTo>
                  <a:lnTo>
                    <a:pt x="23567" y="15909"/>
                  </a:lnTo>
                </a:path>
              </a:pathLst>
            </a:custGeom>
            <a:solidFill>
              <a:srgbClr val="0362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E27B657-A981-4F78-ACDC-04A35CB842EE}"/>
                </a:ext>
              </a:extLst>
            </p:cNvPr>
            <p:cNvSpPr/>
            <p:nvPr/>
          </p:nvSpPr>
          <p:spPr>
            <a:xfrm>
              <a:off x="5376771" y="3006404"/>
              <a:ext cx="31327" cy="125307"/>
            </a:xfrm>
            <a:custGeom>
              <a:avLst/>
              <a:gdLst>
                <a:gd name="connsiteX0" fmla="*/ 23630 w 21212"/>
                <a:gd name="connsiteY0" fmla="*/ 15909 h 84848"/>
                <a:gd name="connsiteX1" fmla="*/ 15973 w 21212"/>
                <a:gd name="connsiteY1" fmla="*/ 72418 h 84848"/>
                <a:gd name="connsiteX2" fmla="*/ 15909 w 21212"/>
                <a:gd name="connsiteY2" fmla="*/ 72715 h 84848"/>
                <a:gd name="connsiteX3" fmla="*/ 23545 w 21212"/>
                <a:gd name="connsiteY3" fmla="*/ 16206 h 84848"/>
                <a:gd name="connsiteX4" fmla="*/ 2363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630" y="15909"/>
                  </a:moveTo>
                  <a:lnTo>
                    <a:pt x="15973" y="72418"/>
                  </a:lnTo>
                  <a:lnTo>
                    <a:pt x="15909" y="72715"/>
                  </a:lnTo>
                  <a:lnTo>
                    <a:pt x="23545" y="16206"/>
                  </a:lnTo>
                  <a:lnTo>
                    <a:pt x="23630" y="15909"/>
                  </a:lnTo>
                </a:path>
              </a:pathLst>
            </a:custGeom>
            <a:solidFill>
              <a:srgbClr val="0866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E806C7BC-1664-440C-B06F-17B789526B6B}"/>
                </a:ext>
              </a:extLst>
            </p:cNvPr>
            <p:cNvSpPr/>
            <p:nvPr/>
          </p:nvSpPr>
          <p:spPr>
            <a:xfrm>
              <a:off x="5376583" y="3006842"/>
              <a:ext cx="31327" cy="125307"/>
            </a:xfrm>
            <a:custGeom>
              <a:avLst/>
              <a:gdLst>
                <a:gd name="connsiteX0" fmla="*/ 23673 w 21212"/>
                <a:gd name="connsiteY0" fmla="*/ 15909 h 84848"/>
                <a:gd name="connsiteX1" fmla="*/ 16036 w 21212"/>
                <a:gd name="connsiteY1" fmla="*/ 72418 h 84848"/>
                <a:gd name="connsiteX2" fmla="*/ 15909 w 21212"/>
                <a:gd name="connsiteY2" fmla="*/ 72694 h 84848"/>
                <a:gd name="connsiteX3" fmla="*/ 23567 w 21212"/>
                <a:gd name="connsiteY3" fmla="*/ 16185 h 84848"/>
                <a:gd name="connsiteX4" fmla="*/ 23673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673" y="15909"/>
                  </a:moveTo>
                  <a:lnTo>
                    <a:pt x="16036" y="72418"/>
                  </a:lnTo>
                  <a:lnTo>
                    <a:pt x="15909" y="72694"/>
                  </a:lnTo>
                  <a:lnTo>
                    <a:pt x="23567" y="16185"/>
                  </a:lnTo>
                  <a:lnTo>
                    <a:pt x="23673" y="15909"/>
                  </a:lnTo>
                </a:path>
              </a:pathLst>
            </a:custGeom>
            <a:solidFill>
              <a:srgbClr val="0469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0624D6E-C789-458F-A2F6-931AC9A1BC7C}"/>
                </a:ext>
              </a:extLst>
            </p:cNvPr>
            <p:cNvSpPr/>
            <p:nvPr/>
          </p:nvSpPr>
          <p:spPr>
            <a:xfrm>
              <a:off x="5376332" y="3007248"/>
              <a:ext cx="31327" cy="125307"/>
            </a:xfrm>
            <a:custGeom>
              <a:avLst/>
              <a:gdLst>
                <a:gd name="connsiteX0" fmla="*/ 23736 w 21212"/>
                <a:gd name="connsiteY0" fmla="*/ 15909 h 84848"/>
                <a:gd name="connsiteX1" fmla="*/ 16079 w 21212"/>
                <a:gd name="connsiteY1" fmla="*/ 72418 h 84848"/>
                <a:gd name="connsiteX2" fmla="*/ 15909 w 21212"/>
                <a:gd name="connsiteY2" fmla="*/ 72672 h 84848"/>
                <a:gd name="connsiteX3" fmla="*/ 23567 w 21212"/>
                <a:gd name="connsiteY3" fmla="*/ 16164 h 84848"/>
                <a:gd name="connsiteX4" fmla="*/ 23736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736" y="15909"/>
                  </a:moveTo>
                  <a:lnTo>
                    <a:pt x="16079" y="72418"/>
                  </a:lnTo>
                  <a:lnTo>
                    <a:pt x="15909" y="72672"/>
                  </a:lnTo>
                  <a:lnTo>
                    <a:pt x="23567" y="16164"/>
                  </a:lnTo>
                  <a:lnTo>
                    <a:pt x="23736" y="15909"/>
                  </a:lnTo>
                </a:path>
              </a:pathLst>
            </a:custGeom>
            <a:solidFill>
              <a:srgbClr val="086C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8991156-18C8-42B7-940F-0A314869C36B}"/>
                </a:ext>
              </a:extLst>
            </p:cNvPr>
            <p:cNvSpPr/>
            <p:nvPr/>
          </p:nvSpPr>
          <p:spPr>
            <a:xfrm>
              <a:off x="5375988" y="3007625"/>
              <a:ext cx="31327" cy="125307"/>
            </a:xfrm>
            <a:custGeom>
              <a:avLst/>
              <a:gdLst>
                <a:gd name="connsiteX0" fmla="*/ 23800 w 21212"/>
                <a:gd name="connsiteY0" fmla="*/ 15909 h 84848"/>
                <a:gd name="connsiteX1" fmla="*/ 16142 w 21212"/>
                <a:gd name="connsiteY1" fmla="*/ 72418 h 84848"/>
                <a:gd name="connsiteX2" fmla="*/ 15909 w 21212"/>
                <a:gd name="connsiteY2" fmla="*/ 72672 h 84848"/>
                <a:gd name="connsiteX3" fmla="*/ 23545 w 21212"/>
                <a:gd name="connsiteY3" fmla="*/ 16164 h 84848"/>
                <a:gd name="connsiteX4" fmla="*/ 2380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800" y="15909"/>
                  </a:moveTo>
                  <a:lnTo>
                    <a:pt x="16142" y="72418"/>
                  </a:lnTo>
                  <a:lnTo>
                    <a:pt x="15909" y="72672"/>
                  </a:lnTo>
                  <a:lnTo>
                    <a:pt x="23545" y="16164"/>
                  </a:lnTo>
                  <a:lnTo>
                    <a:pt x="23800" y="15909"/>
                  </a:lnTo>
                </a:path>
              </a:pathLst>
            </a:custGeom>
            <a:solidFill>
              <a:srgbClr val="0270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1821B2A-860F-488A-9406-A4CD45493E5B}"/>
                </a:ext>
              </a:extLst>
            </p:cNvPr>
            <p:cNvSpPr/>
            <p:nvPr/>
          </p:nvSpPr>
          <p:spPr>
            <a:xfrm>
              <a:off x="5375519" y="3008002"/>
              <a:ext cx="31327" cy="125307"/>
            </a:xfrm>
            <a:custGeom>
              <a:avLst/>
              <a:gdLst>
                <a:gd name="connsiteX0" fmla="*/ 23864 w 21212"/>
                <a:gd name="connsiteY0" fmla="*/ 15909 h 84848"/>
                <a:gd name="connsiteX1" fmla="*/ 16227 w 21212"/>
                <a:gd name="connsiteY1" fmla="*/ 72418 h 84848"/>
                <a:gd name="connsiteX2" fmla="*/ 15909 w 21212"/>
                <a:gd name="connsiteY2" fmla="*/ 72672 h 84848"/>
                <a:gd name="connsiteX3" fmla="*/ 23567 w 21212"/>
                <a:gd name="connsiteY3" fmla="*/ 16164 h 84848"/>
                <a:gd name="connsiteX4" fmla="*/ 23864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864" y="15909"/>
                  </a:moveTo>
                  <a:lnTo>
                    <a:pt x="16227" y="72418"/>
                  </a:lnTo>
                  <a:cubicBezTo>
                    <a:pt x="16142" y="72503"/>
                    <a:pt x="16036" y="72588"/>
                    <a:pt x="15909" y="72672"/>
                  </a:cubicBezTo>
                  <a:lnTo>
                    <a:pt x="23567" y="16164"/>
                  </a:lnTo>
                  <a:cubicBezTo>
                    <a:pt x="23673" y="16058"/>
                    <a:pt x="23779" y="15973"/>
                    <a:pt x="23864" y="15909"/>
                  </a:cubicBezTo>
                </a:path>
              </a:pathLst>
            </a:custGeom>
            <a:solidFill>
              <a:srgbClr val="0174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AE75D01-4D63-4784-AC44-9E514AD91B3B}"/>
                </a:ext>
              </a:extLst>
            </p:cNvPr>
            <p:cNvSpPr/>
            <p:nvPr/>
          </p:nvSpPr>
          <p:spPr>
            <a:xfrm>
              <a:off x="5374923" y="3008346"/>
              <a:ext cx="31327" cy="125307"/>
            </a:xfrm>
            <a:custGeom>
              <a:avLst/>
              <a:gdLst>
                <a:gd name="connsiteX0" fmla="*/ 23970 w 21212"/>
                <a:gd name="connsiteY0" fmla="*/ 15909 h 84848"/>
                <a:gd name="connsiteX1" fmla="*/ 16312 w 21212"/>
                <a:gd name="connsiteY1" fmla="*/ 72418 h 84848"/>
                <a:gd name="connsiteX2" fmla="*/ 15909 w 21212"/>
                <a:gd name="connsiteY2" fmla="*/ 72672 h 84848"/>
                <a:gd name="connsiteX3" fmla="*/ 23545 w 21212"/>
                <a:gd name="connsiteY3" fmla="*/ 16142 h 84848"/>
                <a:gd name="connsiteX4" fmla="*/ 2397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970" y="15909"/>
                  </a:moveTo>
                  <a:lnTo>
                    <a:pt x="16312" y="72418"/>
                  </a:lnTo>
                  <a:cubicBezTo>
                    <a:pt x="16185" y="72503"/>
                    <a:pt x="16036" y="72588"/>
                    <a:pt x="15909" y="72672"/>
                  </a:cubicBezTo>
                  <a:lnTo>
                    <a:pt x="23545" y="16142"/>
                  </a:lnTo>
                  <a:cubicBezTo>
                    <a:pt x="23694" y="16079"/>
                    <a:pt x="23842" y="16015"/>
                    <a:pt x="23970" y="15909"/>
                  </a:cubicBezTo>
                </a:path>
              </a:pathLst>
            </a:custGeom>
            <a:solidFill>
              <a:srgbClr val="0077A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4A2EEC5-E750-425A-B126-9620D66EE401}"/>
                </a:ext>
              </a:extLst>
            </p:cNvPr>
            <p:cNvSpPr/>
            <p:nvPr/>
          </p:nvSpPr>
          <p:spPr>
            <a:xfrm>
              <a:off x="5373983" y="3008690"/>
              <a:ext cx="31327" cy="125307"/>
            </a:xfrm>
            <a:custGeom>
              <a:avLst/>
              <a:gdLst>
                <a:gd name="connsiteX0" fmla="*/ 24203 w 21212"/>
                <a:gd name="connsiteY0" fmla="*/ 15909 h 84848"/>
                <a:gd name="connsiteX1" fmla="*/ 16567 w 21212"/>
                <a:gd name="connsiteY1" fmla="*/ 72439 h 84848"/>
                <a:gd name="connsiteX2" fmla="*/ 15909 w 21212"/>
                <a:gd name="connsiteY2" fmla="*/ 72715 h 84848"/>
                <a:gd name="connsiteX3" fmla="*/ 23567 w 21212"/>
                <a:gd name="connsiteY3" fmla="*/ 16206 h 84848"/>
                <a:gd name="connsiteX4" fmla="*/ 24203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203" y="15909"/>
                  </a:moveTo>
                  <a:lnTo>
                    <a:pt x="16567" y="72439"/>
                  </a:lnTo>
                  <a:cubicBezTo>
                    <a:pt x="16376" y="72524"/>
                    <a:pt x="16142" y="72630"/>
                    <a:pt x="15909" y="72715"/>
                  </a:cubicBezTo>
                  <a:lnTo>
                    <a:pt x="23567" y="16206"/>
                  </a:lnTo>
                  <a:cubicBezTo>
                    <a:pt x="23800" y="16121"/>
                    <a:pt x="23991" y="16036"/>
                    <a:pt x="24203" y="15909"/>
                  </a:cubicBezTo>
                </a:path>
              </a:pathLst>
            </a:custGeom>
            <a:solidFill>
              <a:srgbClr val="037B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907F8D1-F38D-4B87-8522-04CAA002598B}"/>
                </a:ext>
              </a:extLst>
            </p:cNvPr>
            <p:cNvSpPr/>
            <p:nvPr/>
          </p:nvSpPr>
          <p:spPr>
            <a:xfrm>
              <a:off x="5371540" y="3009128"/>
              <a:ext cx="31327" cy="125307"/>
            </a:xfrm>
            <a:custGeom>
              <a:avLst/>
              <a:gdLst>
                <a:gd name="connsiteX0" fmla="*/ 25221 w 21212"/>
                <a:gd name="connsiteY0" fmla="*/ 15909 h 84848"/>
                <a:gd name="connsiteX1" fmla="*/ 17564 w 21212"/>
                <a:gd name="connsiteY1" fmla="*/ 72418 h 84848"/>
                <a:gd name="connsiteX2" fmla="*/ 15909 w 21212"/>
                <a:gd name="connsiteY2" fmla="*/ 72778 h 84848"/>
                <a:gd name="connsiteX3" fmla="*/ 23567 w 21212"/>
                <a:gd name="connsiteY3" fmla="*/ 16270 h 84848"/>
                <a:gd name="connsiteX4" fmla="*/ 25221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5221" y="15909"/>
                  </a:moveTo>
                  <a:lnTo>
                    <a:pt x="17564" y="72418"/>
                  </a:lnTo>
                  <a:cubicBezTo>
                    <a:pt x="17097" y="72587"/>
                    <a:pt x="16545" y="72715"/>
                    <a:pt x="15909" y="72778"/>
                  </a:cubicBezTo>
                  <a:lnTo>
                    <a:pt x="23567" y="16270"/>
                  </a:lnTo>
                  <a:cubicBezTo>
                    <a:pt x="24160" y="16206"/>
                    <a:pt x="24733" y="16079"/>
                    <a:pt x="25221" y="15909"/>
                  </a:cubicBezTo>
                </a:path>
              </a:pathLst>
            </a:custGeom>
            <a:solidFill>
              <a:srgbClr val="087E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3D475E87-B623-435E-B0A3-672C03A6352F}"/>
                </a:ext>
              </a:extLst>
            </p:cNvPr>
            <p:cNvSpPr/>
            <p:nvPr/>
          </p:nvSpPr>
          <p:spPr>
            <a:xfrm>
              <a:off x="5308103" y="3009693"/>
              <a:ext cx="93980" cy="125307"/>
            </a:xfrm>
            <a:custGeom>
              <a:avLst/>
              <a:gdLst>
                <a:gd name="connsiteX0" fmla="*/ 23545 w 63636"/>
                <a:gd name="connsiteY0" fmla="*/ 21000 h 84848"/>
                <a:gd name="connsiteX1" fmla="*/ 15909 w 63636"/>
                <a:gd name="connsiteY1" fmla="*/ 77509 h 84848"/>
                <a:gd name="connsiteX2" fmla="*/ 58863 w 63636"/>
                <a:gd name="connsiteY2" fmla="*/ 72397 h 84848"/>
                <a:gd name="connsiteX3" fmla="*/ 66500 w 63636"/>
                <a:gd name="connsiteY3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84848">
                  <a:moveTo>
                    <a:pt x="23545" y="21000"/>
                  </a:moveTo>
                  <a:lnTo>
                    <a:pt x="15909" y="77509"/>
                  </a:lnTo>
                  <a:lnTo>
                    <a:pt x="58863" y="72397"/>
                  </a:lnTo>
                  <a:lnTo>
                    <a:pt x="66500" y="15909"/>
                  </a:lnTo>
                  <a:close/>
                </a:path>
              </a:pathLst>
            </a:custGeom>
            <a:solidFill>
              <a:srgbClr val="0688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4825216-FC87-44CD-8E22-C88E1C3C04CC}"/>
                </a:ext>
              </a:extLst>
            </p:cNvPr>
            <p:cNvSpPr/>
            <p:nvPr/>
          </p:nvSpPr>
          <p:spPr>
            <a:xfrm>
              <a:off x="5082082" y="2989800"/>
              <a:ext cx="93980" cy="156633"/>
            </a:xfrm>
            <a:custGeom>
              <a:avLst/>
              <a:gdLst>
                <a:gd name="connsiteX0" fmla="*/ 47833 w 63636"/>
                <a:gd name="connsiteY0" fmla="*/ 46391 h 106060"/>
                <a:gd name="connsiteX1" fmla="*/ 40197 w 63636"/>
                <a:gd name="connsiteY1" fmla="*/ 102921 h 106060"/>
                <a:gd name="connsiteX2" fmla="*/ 15909 w 63636"/>
                <a:gd name="connsiteY2" fmla="*/ 72439 h 106060"/>
                <a:gd name="connsiteX3" fmla="*/ 23567 w 63636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106060">
                  <a:moveTo>
                    <a:pt x="47833" y="46391"/>
                  </a:moveTo>
                  <a:lnTo>
                    <a:pt x="40197" y="102921"/>
                  </a:lnTo>
                  <a:lnTo>
                    <a:pt x="15909" y="72439"/>
                  </a:lnTo>
                  <a:lnTo>
                    <a:pt x="23567" y="15909"/>
                  </a:lnTo>
                  <a:close/>
                </a:path>
              </a:pathLst>
            </a:custGeom>
            <a:solidFill>
              <a:srgbClr val="0559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65919640-7320-4F7B-AC47-3914CEB04207}"/>
                </a:ext>
              </a:extLst>
            </p:cNvPr>
            <p:cNvSpPr/>
            <p:nvPr/>
          </p:nvSpPr>
          <p:spPr>
            <a:xfrm>
              <a:off x="5129729" y="3029679"/>
              <a:ext cx="125307" cy="125307"/>
            </a:xfrm>
            <a:custGeom>
              <a:avLst/>
              <a:gdLst>
                <a:gd name="connsiteX0" fmla="*/ 23545 w 84848"/>
                <a:gd name="connsiteY0" fmla="*/ 21785 h 84848"/>
                <a:gd name="connsiteX1" fmla="*/ 15909 w 84848"/>
                <a:gd name="connsiteY1" fmla="*/ 78294 h 84848"/>
                <a:gd name="connsiteX2" fmla="*/ 65482 w 84848"/>
                <a:gd name="connsiteY2" fmla="*/ 72418 h 84848"/>
                <a:gd name="connsiteX3" fmla="*/ 73139 w 84848"/>
                <a:gd name="connsiteY3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84848">
                  <a:moveTo>
                    <a:pt x="23545" y="21785"/>
                  </a:moveTo>
                  <a:lnTo>
                    <a:pt x="15909" y="78294"/>
                  </a:lnTo>
                  <a:lnTo>
                    <a:pt x="65482" y="72418"/>
                  </a:lnTo>
                  <a:lnTo>
                    <a:pt x="73139" y="15909"/>
                  </a:lnTo>
                  <a:close/>
                </a:path>
              </a:pathLst>
            </a:custGeom>
            <a:solidFill>
              <a:srgbClr val="0688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49623A-F57C-4D49-AA4A-761F95591819}"/>
                </a:ext>
              </a:extLst>
            </p:cNvPr>
            <p:cNvSpPr/>
            <p:nvPr/>
          </p:nvSpPr>
          <p:spPr>
            <a:xfrm>
              <a:off x="5118013" y="3034816"/>
              <a:ext cx="62653" cy="125307"/>
            </a:xfrm>
            <a:custGeom>
              <a:avLst/>
              <a:gdLst>
                <a:gd name="connsiteX0" fmla="*/ 29188 w 42424"/>
                <a:gd name="connsiteY0" fmla="*/ 18327 h 84848"/>
                <a:gd name="connsiteX1" fmla="*/ 29103 w 42424"/>
                <a:gd name="connsiteY1" fmla="*/ 18327 h 84848"/>
                <a:gd name="connsiteX2" fmla="*/ 26876 w 42424"/>
                <a:gd name="connsiteY2" fmla="*/ 17882 h 84848"/>
                <a:gd name="connsiteX3" fmla="*/ 26854 w 42424"/>
                <a:gd name="connsiteY3" fmla="*/ 17882 h 84848"/>
                <a:gd name="connsiteX4" fmla="*/ 24924 w 42424"/>
                <a:gd name="connsiteY4" fmla="*/ 17054 h 84848"/>
                <a:gd name="connsiteX5" fmla="*/ 24924 w 42424"/>
                <a:gd name="connsiteY5" fmla="*/ 17033 h 84848"/>
                <a:gd name="connsiteX6" fmla="*/ 23545 w 42424"/>
                <a:gd name="connsiteY6" fmla="*/ 15909 h 84848"/>
                <a:gd name="connsiteX7" fmla="*/ 15909 w 42424"/>
                <a:gd name="connsiteY7" fmla="*/ 72418 h 84848"/>
                <a:gd name="connsiteX8" fmla="*/ 17245 w 42424"/>
                <a:gd name="connsiteY8" fmla="*/ 73542 h 84848"/>
                <a:gd name="connsiteX9" fmla="*/ 17267 w 42424"/>
                <a:gd name="connsiteY9" fmla="*/ 73542 h 84848"/>
                <a:gd name="connsiteX10" fmla="*/ 17309 w 42424"/>
                <a:gd name="connsiteY10" fmla="*/ 73563 h 84848"/>
                <a:gd name="connsiteX11" fmla="*/ 17861 w 42424"/>
                <a:gd name="connsiteY11" fmla="*/ 73860 h 84848"/>
                <a:gd name="connsiteX12" fmla="*/ 18433 w 42424"/>
                <a:gd name="connsiteY12" fmla="*/ 74115 h 84848"/>
                <a:gd name="connsiteX13" fmla="*/ 18964 w 42424"/>
                <a:gd name="connsiteY13" fmla="*/ 74306 h 84848"/>
                <a:gd name="connsiteX14" fmla="*/ 19197 w 42424"/>
                <a:gd name="connsiteY14" fmla="*/ 74369 h 84848"/>
                <a:gd name="connsiteX15" fmla="*/ 19261 w 42424"/>
                <a:gd name="connsiteY15" fmla="*/ 74391 h 84848"/>
                <a:gd name="connsiteX16" fmla="*/ 19515 w 42424"/>
                <a:gd name="connsiteY16" fmla="*/ 74454 h 84848"/>
                <a:gd name="connsiteX17" fmla="*/ 20045 w 42424"/>
                <a:gd name="connsiteY17" fmla="*/ 74603 h 84848"/>
                <a:gd name="connsiteX18" fmla="*/ 20618 w 42424"/>
                <a:gd name="connsiteY18" fmla="*/ 74709 h 84848"/>
                <a:gd name="connsiteX19" fmla="*/ 21255 w 42424"/>
                <a:gd name="connsiteY19" fmla="*/ 74794 h 84848"/>
                <a:gd name="connsiteX20" fmla="*/ 21467 w 42424"/>
                <a:gd name="connsiteY20" fmla="*/ 74815 h 84848"/>
                <a:gd name="connsiteX21" fmla="*/ 21551 w 42424"/>
                <a:gd name="connsiteY21" fmla="*/ 74815 h 84848"/>
                <a:gd name="connsiteX22" fmla="*/ 21933 w 42424"/>
                <a:gd name="connsiteY22" fmla="*/ 74857 h 84848"/>
                <a:gd name="connsiteX23" fmla="*/ 22867 w 42424"/>
                <a:gd name="connsiteY23" fmla="*/ 74857 h 84848"/>
                <a:gd name="connsiteX24" fmla="*/ 23842 w 42424"/>
                <a:gd name="connsiteY24" fmla="*/ 74794 h 84848"/>
                <a:gd name="connsiteX25" fmla="*/ 31479 w 42424"/>
                <a:gd name="connsiteY25" fmla="*/ 18285 h 84848"/>
                <a:gd name="connsiteX26" fmla="*/ 29188 w 42424"/>
                <a:gd name="connsiteY26" fmla="*/ 18327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424" h="84848">
                  <a:moveTo>
                    <a:pt x="29188" y="18327"/>
                  </a:moveTo>
                  <a:cubicBezTo>
                    <a:pt x="29167" y="18327"/>
                    <a:pt x="29124" y="18327"/>
                    <a:pt x="29103" y="18327"/>
                  </a:cubicBezTo>
                  <a:cubicBezTo>
                    <a:pt x="28339" y="18264"/>
                    <a:pt x="27597" y="18094"/>
                    <a:pt x="26876" y="17882"/>
                  </a:cubicBezTo>
                  <a:cubicBezTo>
                    <a:pt x="26876" y="17882"/>
                    <a:pt x="26854" y="17882"/>
                    <a:pt x="26854" y="17882"/>
                  </a:cubicBezTo>
                  <a:cubicBezTo>
                    <a:pt x="26133" y="17670"/>
                    <a:pt x="25476" y="17394"/>
                    <a:pt x="24924" y="17054"/>
                  </a:cubicBezTo>
                  <a:lnTo>
                    <a:pt x="24924" y="17033"/>
                  </a:lnTo>
                  <a:cubicBezTo>
                    <a:pt x="24351" y="16715"/>
                    <a:pt x="23885" y="16333"/>
                    <a:pt x="23545" y="15909"/>
                  </a:cubicBezTo>
                  <a:lnTo>
                    <a:pt x="15909" y="72418"/>
                  </a:lnTo>
                  <a:cubicBezTo>
                    <a:pt x="16227" y="72842"/>
                    <a:pt x="16694" y="73203"/>
                    <a:pt x="17245" y="73542"/>
                  </a:cubicBezTo>
                  <a:cubicBezTo>
                    <a:pt x="17245" y="73542"/>
                    <a:pt x="17267" y="73542"/>
                    <a:pt x="17267" y="73542"/>
                  </a:cubicBezTo>
                  <a:cubicBezTo>
                    <a:pt x="17288" y="73563"/>
                    <a:pt x="17309" y="73563"/>
                    <a:pt x="17309" y="73563"/>
                  </a:cubicBezTo>
                  <a:cubicBezTo>
                    <a:pt x="17479" y="73669"/>
                    <a:pt x="17670" y="73775"/>
                    <a:pt x="17861" y="73860"/>
                  </a:cubicBezTo>
                  <a:cubicBezTo>
                    <a:pt x="18051" y="73945"/>
                    <a:pt x="18242" y="74030"/>
                    <a:pt x="18433" y="74115"/>
                  </a:cubicBezTo>
                  <a:cubicBezTo>
                    <a:pt x="18603" y="74178"/>
                    <a:pt x="18794" y="74242"/>
                    <a:pt x="18964" y="74306"/>
                  </a:cubicBezTo>
                  <a:cubicBezTo>
                    <a:pt x="19048" y="74327"/>
                    <a:pt x="19112" y="74348"/>
                    <a:pt x="19197" y="74369"/>
                  </a:cubicBezTo>
                  <a:cubicBezTo>
                    <a:pt x="19218" y="74369"/>
                    <a:pt x="19239" y="74369"/>
                    <a:pt x="19261" y="74391"/>
                  </a:cubicBezTo>
                  <a:cubicBezTo>
                    <a:pt x="19345" y="74412"/>
                    <a:pt x="19430" y="74433"/>
                    <a:pt x="19515" y="74454"/>
                  </a:cubicBezTo>
                  <a:cubicBezTo>
                    <a:pt x="19685" y="74497"/>
                    <a:pt x="19876" y="74560"/>
                    <a:pt x="20045" y="74603"/>
                  </a:cubicBezTo>
                  <a:cubicBezTo>
                    <a:pt x="20236" y="74645"/>
                    <a:pt x="20427" y="74666"/>
                    <a:pt x="20618" y="74709"/>
                  </a:cubicBezTo>
                  <a:cubicBezTo>
                    <a:pt x="20830" y="74751"/>
                    <a:pt x="21042" y="74772"/>
                    <a:pt x="21255" y="74794"/>
                  </a:cubicBezTo>
                  <a:cubicBezTo>
                    <a:pt x="21318" y="74794"/>
                    <a:pt x="21382" y="74794"/>
                    <a:pt x="21467" y="74815"/>
                  </a:cubicBezTo>
                  <a:cubicBezTo>
                    <a:pt x="21488" y="74815"/>
                    <a:pt x="21530" y="74815"/>
                    <a:pt x="21551" y="74815"/>
                  </a:cubicBezTo>
                  <a:cubicBezTo>
                    <a:pt x="21679" y="74815"/>
                    <a:pt x="21806" y="74857"/>
                    <a:pt x="21933" y="74857"/>
                  </a:cubicBezTo>
                  <a:cubicBezTo>
                    <a:pt x="22251" y="74878"/>
                    <a:pt x="22570" y="74878"/>
                    <a:pt x="22867" y="74857"/>
                  </a:cubicBezTo>
                  <a:cubicBezTo>
                    <a:pt x="23206" y="74857"/>
                    <a:pt x="23524" y="74836"/>
                    <a:pt x="23842" y="74794"/>
                  </a:cubicBezTo>
                  <a:lnTo>
                    <a:pt x="31479" y="18285"/>
                  </a:lnTo>
                  <a:cubicBezTo>
                    <a:pt x="30736" y="18412"/>
                    <a:pt x="29951" y="18412"/>
                    <a:pt x="29188" y="18327"/>
                  </a:cubicBezTo>
                  <a:close/>
                </a:path>
              </a:pathLst>
            </a:custGeom>
            <a:solidFill>
              <a:srgbClr val="055B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DD1B5D3D-C3B9-49FC-B2CA-1E197F450F4F}"/>
                </a:ext>
              </a:extLst>
            </p:cNvPr>
            <p:cNvSpPr/>
            <p:nvPr/>
          </p:nvSpPr>
          <p:spPr>
            <a:xfrm>
              <a:off x="5022846" y="2867992"/>
              <a:ext cx="407246" cy="219286"/>
            </a:xfrm>
            <a:custGeom>
              <a:avLst/>
              <a:gdLst>
                <a:gd name="connsiteX0" fmla="*/ 183333 w 275756"/>
                <a:gd name="connsiteY0" fmla="*/ 15979 h 148484"/>
                <a:gd name="connsiteX1" fmla="*/ 191288 w 275756"/>
                <a:gd name="connsiteY1" fmla="*/ 18355 h 148484"/>
                <a:gd name="connsiteX2" fmla="*/ 262772 w 275756"/>
                <a:gd name="connsiteY2" fmla="*/ 108124 h 148484"/>
                <a:gd name="connsiteX3" fmla="*/ 259654 w 275756"/>
                <a:gd name="connsiteY3" fmla="*/ 111836 h 148484"/>
                <a:gd name="connsiteX4" fmla="*/ 216699 w 275756"/>
                <a:gd name="connsiteY4" fmla="*/ 116927 h 148484"/>
                <a:gd name="connsiteX5" fmla="*/ 221196 w 275756"/>
                <a:gd name="connsiteY5" fmla="*/ 121340 h 148484"/>
                <a:gd name="connsiteX6" fmla="*/ 200621 w 275756"/>
                <a:gd name="connsiteY6" fmla="*/ 145691 h 148484"/>
                <a:gd name="connsiteX7" fmla="*/ 148121 w 275756"/>
                <a:gd name="connsiteY7" fmla="*/ 130015 h 148484"/>
                <a:gd name="connsiteX8" fmla="*/ 145491 w 275756"/>
                <a:gd name="connsiteY8" fmla="*/ 125370 h 148484"/>
                <a:gd name="connsiteX9" fmla="*/ 95897 w 275756"/>
                <a:gd name="connsiteY9" fmla="*/ 131246 h 148484"/>
                <a:gd name="connsiteX10" fmla="*/ 87921 w 275756"/>
                <a:gd name="connsiteY10" fmla="*/ 128849 h 148484"/>
                <a:gd name="connsiteX11" fmla="*/ 63634 w 275756"/>
                <a:gd name="connsiteY11" fmla="*/ 98346 h 148484"/>
                <a:gd name="connsiteX12" fmla="*/ 89830 w 275756"/>
                <a:gd name="connsiteY12" fmla="*/ 100021 h 148484"/>
                <a:gd name="connsiteX13" fmla="*/ 110448 w 275756"/>
                <a:gd name="connsiteY13" fmla="*/ 75670 h 148484"/>
                <a:gd name="connsiteX14" fmla="*/ 57927 w 275756"/>
                <a:gd name="connsiteY14" fmla="*/ 59952 h 148484"/>
                <a:gd name="connsiteX15" fmla="*/ 38688 w 275756"/>
                <a:gd name="connsiteY15" fmla="*/ 67016 h 148484"/>
                <a:gd name="connsiteX16" fmla="*/ 16416 w 275756"/>
                <a:gd name="connsiteY16" fmla="*/ 39058 h 148484"/>
                <a:gd name="connsiteX17" fmla="*/ 19534 w 275756"/>
                <a:gd name="connsiteY17" fmla="*/ 35367 h 148484"/>
                <a:gd name="connsiteX18" fmla="*/ 183333 w 275756"/>
                <a:gd name="connsiteY18" fmla="*/ 1597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5756" h="148484">
                  <a:moveTo>
                    <a:pt x="183333" y="15979"/>
                  </a:moveTo>
                  <a:cubicBezTo>
                    <a:pt x="186387" y="15619"/>
                    <a:pt x="189951" y="16679"/>
                    <a:pt x="191288" y="18355"/>
                  </a:cubicBezTo>
                  <a:lnTo>
                    <a:pt x="262772" y="108124"/>
                  </a:lnTo>
                  <a:cubicBezTo>
                    <a:pt x="264108" y="109821"/>
                    <a:pt x="262730" y="111455"/>
                    <a:pt x="259654" y="111836"/>
                  </a:cubicBezTo>
                  <a:lnTo>
                    <a:pt x="216699" y="116927"/>
                  </a:lnTo>
                  <a:cubicBezTo>
                    <a:pt x="218439" y="118285"/>
                    <a:pt x="219966" y="119770"/>
                    <a:pt x="221196" y="121340"/>
                  </a:cubicBezTo>
                  <a:cubicBezTo>
                    <a:pt x="229999" y="132391"/>
                    <a:pt x="220815" y="143294"/>
                    <a:pt x="200621" y="145691"/>
                  </a:cubicBezTo>
                  <a:cubicBezTo>
                    <a:pt x="180427" y="148088"/>
                    <a:pt x="156924" y="141067"/>
                    <a:pt x="148121" y="130015"/>
                  </a:cubicBezTo>
                  <a:cubicBezTo>
                    <a:pt x="146870" y="128446"/>
                    <a:pt x="146042" y="126897"/>
                    <a:pt x="145491" y="125370"/>
                  </a:cubicBezTo>
                  <a:lnTo>
                    <a:pt x="95897" y="131246"/>
                  </a:lnTo>
                  <a:cubicBezTo>
                    <a:pt x="92821" y="131606"/>
                    <a:pt x="89279" y="130545"/>
                    <a:pt x="87921" y="128849"/>
                  </a:cubicBezTo>
                  <a:lnTo>
                    <a:pt x="63634" y="98346"/>
                  </a:lnTo>
                  <a:cubicBezTo>
                    <a:pt x="72076" y="100361"/>
                    <a:pt x="81218" y="101040"/>
                    <a:pt x="89830" y="100021"/>
                  </a:cubicBezTo>
                  <a:cubicBezTo>
                    <a:pt x="110024" y="97624"/>
                    <a:pt x="119230" y="86721"/>
                    <a:pt x="110448" y="75670"/>
                  </a:cubicBezTo>
                  <a:cubicBezTo>
                    <a:pt x="101624" y="64597"/>
                    <a:pt x="78121" y="57555"/>
                    <a:pt x="57927" y="59952"/>
                  </a:cubicBezTo>
                  <a:cubicBezTo>
                    <a:pt x="49315" y="60970"/>
                    <a:pt x="42782" y="63558"/>
                    <a:pt x="38688" y="67016"/>
                  </a:cubicBezTo>
                  <a:lnTo>
                    <a:pt x="16416" y="39058"/>
                  </a:lnTo>
                  <a:cubicBezTo>
                    <a:pt x="15079" y="37382"/>
                    <a:pt x="16479" y="35728"/>
                    <a:pt x="19534" y="35367"/>
                  </a:cubicBezTo>
                  <a:lnTo>
                    <a:pt x="183333" y="15979"/>
                  </a:lnTo>
                  <a:close/>
                </a:path>
              </a:pathLst>
            </a:custGeom>
            <a:solidFill>
              <a:srgbClr val="2BACE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7FFEFF5A-4246-4452-893D-E63274AB54DF}"/>
                </a:ext>
              </a:extLst>
            </p:cNvPr>
            <p:cNvSpPr/>
            <p:nvPr/>
          </p:nvSpPr>
          <p:spPr>
            <a:xfrm>
              <a:off x="5202971" y="3029679"/>
              <a:ext cx="156633" cy="156633"/>
            </a:xfrm>
            <a:custGeom>
              <a:avLst/>
              <a:gdLst>
                <a:gd name="connsiteX0" fmla="*/ 101839 w 106060"/>
                <a:gd name="connsiteY0" fmla="*/ 23927 h 106060"/>
                <a:gd name="connsiteX1" fmla="*/ 101563 w 106060"/>
                <a:gd name="connsiteY1" fmla="*/ 24521 h 106060"/>
                <a:gd name="connsiteX2" fmla="*/ 100566 w 106060"/>
                <a:gd name="connsiteY2" fmla="*/ 26239 h 106060"/>
                <a:gd name="connsiteX3" fmla="*/ 100206 w 106060"/>
                <a:gd name="connsiteY3" fmla="*/ 26770 h 106060"/>
                <a:gd name="connsiteX4" fmla="*/ 98339 w 106060"/>
                <a:gd name="connsiteY4" fmla="*/ 28785 h 106060"/>
                <a:gd name="connsiteX5" fmla="*/ 97830 w 106060"/>
                <a:gd name="connsiteY5" fmla="*/ 29230 h 106060"/>
                <a:gd name="connsiteX6" fmla="*/ 95942 w 106060"/>
                <a:gd name="connsiteY6" fmla="*/ 30630 h 106060"/>
                <a:gd name="connsiteX7" fmla="*/ 94754 w 106060"/>
                <a:gd name="connsiteY7" fmla="*/ 31351 h 106060"/>
                <a:gd name="connsiteX8" fmla="*/ 93036 w 106060"/>
                <a:gd name="connsiteY8" fmla="*/ 32263 h 106060"/>
                <a:gd name="connsiteX9" fmla="*/ 90575 w 106060"/>
                <a:gd name="connsiteY9" fmla="*/ 33324 h 106060"/>
                <a:gd name="connsiteX10" fmla="*/ 88921 w 106060"/>
                <a:gd name="connsiteY10" fmla="*/ 33960 h 106060"/>
                <a:gd name="connsiteX11" fmla="*/ 85697 w 106060"/>
                <a:gd name="connsiteY11" fmla="*/ 34873 h 106060"/>
                <a:gd name="connsiteX12" fmla="*/ 84106 w 106060"/>
                <a:gd name="connsiteY12" fmla="*/ 35297 h 106060"/>
                <a:gd name="connsiteX13" fmla="*/ 78675 w 106060"/>
                <a:gd name="connsiteY13" fmla="*/ 36209 h 106060"/>
                <a:gd name="connsiteX14" fmla="*/ 71506 w 106060"/>
                <a:gd name="connsiteY14" fmla="*/ 36654 h 106060"/>
                <a:gd name="connsiteX15" fmla="*/ 69554 w 106060"/>
                <a:gd name="connsiteY15" fmla="*/ 36612 h 106060"/>
                <a:gd name="connsiteX16" fmla="*/ 63933 w 106060"/>
                <a:gd name="connsiteY16" fmla="*/ 36357 h 106060"/>
                <a:gd name="connsiteX17" fmla="*/ 62660 w 106060"/>
                <a:gd name="connsiteY17" fmla="*/ 36251 h 106060"/>
                <a:gd name="connsiteX18" fmla="*/ 56021 w 106060"/>
                <a:gd name="connsiteY18" fmla="*/ 35297 h 106060"/>
                <a:gd name="connsiteX19" fmla="*/ 55066 w 106060"/>
                <a:gd name="connsiteY19" fmla="*/ 35106 h 106060"/>
                <a:gd name="connsiteX20" fmla="*/ 48618 w 106060"/>
                <a:gd name="connsiteY20" fmla="*/ 33536 h 106060"/>
                <a:gd name="connsiteX21" fmla="*/ 47748 w 106060"/>
                <a:gd name="connsiteY21" fmla="*/ 33282 h 106060"/>
                <a:gd name="connsiteX22" fmla="*/ 41851 w 106060"/>
                <a:gd name="connsiteY22" fmla="*/ 31161 h 106060"/>
                <a:gd name="connsiteX23" fmla="*/ 40748 w 106060"/>
                <a:gd name="connsiteY23" fmla="*/ 30715 h 106060"/>
                <a:gd name="connsiteX24" fmla="*/ 35806 w 106060"/>
                <a:gd name="connsiteY24" fmla="*/ 28276 h 106060"/>
                <a:gd name="connsiteX25" fmla="*/ 35127 w 106060"/>
                <a:gd name="connsiteY25" fmla="*/ 27915 h 106060"/>
                <a:gd name="connsiteX26" fmla="*/ 31839 w 106060"/>
                <a:gd name="connsiteY26" fmla="*/ 25667 h 106060"/>
                <a:gd name="connsiteX27" fmla="*/ 30079 w 106060"/>
                <a:gd name="connsiteY27" fmla="*/ 24436 h 106060"/>
                <a:gd name="connsiteX28" fmla="*/ 26197 w 106060"/>
                <a:gd name="connsiteY28" fmla="*/ 20554 h 106060"/>
                <a:gd name="connsiteX29" fmla="*/ 23567 w 106060"/>
                <a:gd name="connsiteY29" fmla="*/ 15909 h 106060"/>
                <a:gd name="connsiteX30" fmla="*/ 15909 w 106060"/>
                <a:gd name="connsiteY30" fmla="*/ 72418 h 106060"/>
                <a:gd name="connsiteX31" fmla="*/ 18539 w 106060"/>
                <a:gd name="connsiteY31" fmla="*/ 77063 h 106060"/>
                <a:gd name="connsiteX32" fmla="*/ 22442 w 106060"/>
                <a:gd name="connsiteY32" fmla="*/ 80945 h 106060"/>
                <a:gd name="connsiteX33" fmla="*/ 24160 w 106060"/>
                <a:gd name="connsiteY33" fmla="*/ 82133 h 106060"/>
                <a:gd name="connsiteX34" fmla="*/ 27300 w 106060"/>
                <a:gd name="connsiteY34" fmla="*/ 84339 h 106060"/>
                <a:gd name="connsiteX35" fmla="*/ 27512 w 106060"/>
                <a:gd name="connsiteY35" fmla="*/ 84445 h 106060"/>
                <a:gd name="connsiteX36" fmla="*/ 28233 w 106060"/>
                <a:gd name="connsiteY36" fmla="*/ 84806 h 106060"/>
                <a:gd name="connsiteX37" fmla="*/ 31457 w 106060"/>
                <a:gd name="connsiteY37" fmla="*/ 86524 h 106060"/>
                <a:gd name="connsiteX38" fmla="*/ 33176 w 106060"/>
                <a:gd name="connsiteY38" fmla="*/ 87266 h 106060"/>
                <a:gd name="connsiteX39" fmla="*/ 34215 w 106060"/>
                <a:gd name="connsiteY39" fmla="*/ 87712 h 106060"/>
                <a:gd name="connsiteX40" fmla="*/ 35233 w 106060"/>
                <a:gd name="connsiteY40" fmla="*/ 88157 h 106060"/>
                <a:gd name="connsiteX41" fmla="*/ 38797 w 106060"/>
                <a:gd name="connsiteY41" fmla="*/ 89430 h 106060"/>
                <a:gd name="connsiteX42" fmla="*/ 40133 w 106060"/>
                <a:gd name="connsiteY42" fmla="*/ 89833 h 106060"/>
                <a:gd name="connsiteX43" fmla="*/ 41024 w 106060"/>
                <a:gd name="connsiteY43" fmla="*/ 90109 h 106060"/>
                <a:gd name="connsiteX44" fmla="*/ 42382 w 106060"/>
                <a:gd name="connsiteY44" fmla="*/ 90512 h 106060"/>
                <a:gd name="connsiteX45" fmla="*/ 46009 w 106060"/>
                <a:gd name="connsiteY45" fmla="*/ 91403 h 106060"/>
                <a:gd name="connsiteX46" fmla="*/ 47451 w 106060"/>
                <a:gd name="connsiteY46" fmla="*/ 91678 h 106060"/>
                <a:gd name="connsiteX47" fmla="*/ 48385 w 106060"/>
                <a:gd name="connsiteY47" fmla="*/ 91869 h 106060"/>
                <a:gd name="connsiteX48" fmla="*/ 49827 w 106060"/>
                <a:gd name="connsiteY48" fmla="*/ 92145 h 106060"/>
                <a:gd name="connsiteX49" fmla="*/ 53921 w 106060"/>
                <a:gd name="connsiteY49" fmla="*/ 92739 h 106060"/>
                <a:gd name="connsiteX50" fmla="*/ 55066 w 106060"/>
                <a:gd name="connsiteY50" fmla="*/ 92824 h 106060"/>
                <a:gd name="connsiteX51" fmla="*/ 56339 w 106060"/>
                <a:gd name="connsiteY51" fmla="*/ 92951 h 106060"/>
                <a:gd name="connsiteX52" fmla="*/ 58566 w 106060"/>
                <a:gd name="connsiteY52" fmla="*/ 93142 h 106060"/>
                <a:gd name="connsiteX53" fmla="*/ 61918 w 106060"/>
                <a:gd name="connsiteY53" fmla="*/ 93185 h 106060"/>
                <a:gd name="connsiteX54" fmla="*/ 63912 w 106060"/>
                <a:gd name="connsiteY54" fmla="*/ 93227 h 106060"/>
                <a:gd name="connsiteX55" fmla="*/ 64675 w 106060"/>
                <a:gd name="connsiteY55" fmla="*/ 93227 h 106060"/>
                <a:gd name="connsiteX56" fmla="*/ 71082 w 106060"/>
                <a:gd name="connsiteY56" fmla="*/ 92781 h 106060"/>
                <a:gd name="connsiteX57" fmla="*/ 76512 w 106060"/>
                <a:gd name="connsiteY57" fmla="*/ 91891 h 106060"/>
                <a:gd name="connsiteX58" fmla="*/ 78166 w 106060"/>
                <a:gd name="connsiteY58" fmla="*/ 91445 h 106060"/>
                <a:gd name="connsiteX59" fmla="*/ 81306 w 106060"/>
                <a:gd name="connsiteY59" fmla="*/ 90554 h 106060"/>
                <a:gd name="connsiteX60" fmla="*/ 81942 w 106060"/>
                <a:gd name="connsiteY60" fmla="*/ 90363 h 106060"/>
                <a:gd name="connsiteX61" fmla="*/ 83024 w 106060"/>
                <a:gd name="connsiteY61" fmla="*/ 89897 h 106060"/>
                <a:gd name="connsiteX62" fmla="*/ 85442 w 106060"/>
                <a:gd name="connsiteY62" fmla="*/ 88857 h 106060"/>
                <a:gd name="connsiteX63" fmla="*/ 86184 w 106060"/>
                <a:gd name="connsiteY63" fmla="*/ 88539 h 106060"/>
                <a:gd name="connsiteX64" fmla="*/ 87181 w 106060"/>
                <a:gd name="connsiteY64" fmla="*/ 87924 h 106060"/>
                <a:gd name="connsiteX65" fmla="*/ 88348 w 106060"/>
                <a:gd name="connsiteY65" fmla="*/ 87224 h 106060"/>
                <a:gd name="connsiteX66" fmla="*/ 88900 w 106060"/>
                <a:gd name="connsiteY66" fmla="*/ 86884 h 106060"/>
                <a:gd name="connsiteX67" fmla="*/ 90257 w 106060"/>
                <a:gd name="connsiteY67" fmla="*/ 85781 h 106060"/>
                <a:gd name="connsiteX68" fmla="*/ 90745 w 106060"/>
                <a:gd name="connsiteY68" fmla="*/ 85378 h 106060"/>
                <a:gd name="connsiteX69" fmla="*/ 90894 w 106060"/>
                <a:gd name="connsiteY69" fmla="*/ 85251 h 106060"/>
                <a:gd name="connsiteX70" fmla="*/ 92421 w 106060"/>
                <a:gd name="connsiteY70" fmla="*/ 83618 h 106060"/>
                <a:gd name="connsiteX71" fmla="*/ 92612 w 106060"/>
                <a:gd name="connsiteY71" fmla="*/ 83342 h 106060"/>
                <a:gd name="connsiteX72" fmla="*/ 92930 w 106060"/>
                <a:gd name="connsiteY72" fmla="*/ 82854 h 106060"/>
                <a:gd name="connsiteX73" fmla="*/ 93587 w 106060"/>
                <a:gd name="connsiteY73" fmla="*/ 81921 h 106060"/>
                <a:gd name="connsiteX74" fmla="*/ 93948 w 106060"/>
                <a:gd name="connsiteY74" fmla="*/ 81094 h 106060"/>
                <a:gd name="connsiteX75" fmla="*/ 94224 w 106060"/>
                <a:gd name="connsiteY75" fmla="*/ 80521 h 106060"/>
                <a:gd name="connsiteX76" fmla="*/ 94394 w 106060"/>
                <a:gd name="connsiteY76" fmla="*/ 80139 h 106060"/>
                <a:gd name="connsiteX77" fmla="*/ 94860 w 106060"/>
                <a:gd name="connsiteY77" fmla="*/ 78209 h 106060"/>
                <a:gd name="connsiteX78" fmla="*/ 102497 w 106060"/>
                <a:gd name="connsiteY78" fmla="*/ 21679 h 106060"/>
                <a:gd name="connsiteX79" fmla="*/ 102497 w 106060"/>
                <a:gd name="connsiteY79" fmla="*/ 21657 h 106060"/>
                <a:gd name="connsiteX80" fmla="*/ 101839 w 106060"/>
                <a:gd name="connsiteY80" fmla="*/ 23927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6060" h="106060">
                  <a:moveTo>
                    <a:pt x="101839" y="23927"/>
                  </a:moveTo>
                  <a:cubicBezTo>
                    <a:pt x="101754" y="24139"/>
                    <a:pt x="101648" y="24330"/>
                    <a:pt x="101563" y="24521"/>
                  </a:cubicBezTo>
                  <a:cubicBezTo>
                    <a:pt x="101287" y="25115"/>
                    <a:pt x="100948" y="25688"/>
                    <a:pt x="100566" y="26239"/>
                  </a:cubicBezTo>
                  <a:cubicBezTo>
                    <a:pt x="100439" y="26409"/>
                    <a:pt x="100333" y="26600"/>
                    <a:pt x="100206" y="26770"/>
                  </a:cubicBezTo>
                  <a:cubicBezTo>
                    <a:pt x="99675" y="27470"/>
                    <a:pt x="99039" y="28127"/>
                    <a:pt x="98339" y="28785"/>
                  </a:cubicBezTo>
                  <a:cubicBezTo>
                    <a:pt x="98191" y="28933"/>
                    <a:pt x="97978" y="29061"/>
                    <a:pt x="97830" y="29230"/>
                  </a:cubicBezTo>
                  <a:cubicBezTo>
                    <a:pt x="97236" y="29718"/>
                    <a:pt x="96600" y="30164"/>
                    <a:pt x="95942" y="30630"/>
                  </a:cubicBezTo>
                  <a:cubicBezTo>
                    <a:pt x="95560" y="30864"/>
                    <a:pt x="95157" y="31118"/>
                    <a:pt x="94754" y="31351"/>
                  </a:cubicBezTo>
                  <a:cubicBezTo>
                    <a:pt x="94224" y="31670"/>
                    <a:pt x="93630" y="31988"/>
                    <a:pt x="93036" y="32263"/>
                  </a:cubicBezTo>
                  <a:cubicBezTo>
                    <a:pt x="92251" y="32667"/>
                    <a:pt x="91424" y="33006"/>
                    <a:pt x="90575" y="33324"/>
                  </a:cubicBezTo>
                  <a:cubicBezTo>
                    <a:pt x="90024" y="33536"/>
                    <a:pt x="89494" y="33770"/>
                    <a:pt x="88921" y="33960"/>
                  </a:cubicBezTo>
                  <a:cubicBezTo>
                    <a:pt x="87903" y="34300"/>
                    <a:pt x="86821" y="34597"/>
                    <a:pt x="85697" y="34873"/>
                  </a:cubicBezTo>
                  <a:cubicBezTo>
                    <a:pt x="85187" y="35021"/>
                    <a:pt x="84678" y="35170"/>
                    <a:pt x="84106" y="35297"/>
                  </a:cubicBezTo>
                  <a:cubicBezTo>
                    <a:pt x="82409" y="35657"/>
                    <a:pt x="80606" y="35997"/>
                    <a:pt x="78675" y="36209"/>
                  </a:cubicBezTo>
                  <a:cubicBezTo>
                    <a:pt x="76342" y="36485"/>
                    <a:pt x="73924" y="36612"/>
                    <a:pt x="71506" y="36654"/>
                  </a:cubicBezTo>
                  <a:cubicBezTo>
                    <a:pt x="70869" y="36676"/>
                    <a:pt x="70191" y="36633"/>
                    <a:pt x="69554" y="36612"/>
                  </a:cubicBezTo>
                  <a:cubicBezTo>
                    <a:pt x="67688" y="36591"/>
                    <a:pt x="65821" y="36527"/>
                    <a:pt x="63933" y="36357"/>
                  </a:cubicBezTo>
                  <a:cubicBezTo>
                    <a:pt x="63509" y="36336"/>
                    <a:pt x="63085" y="36294"/>
                    <a:pt x="62660" y="36251"/>
                  </a:cubicBezTo>
                  <a:cubicBezTo>
                    <a:pt x="60433" y="36018"/>
                    <a:pt x="58206" y="35700"/>
                    <a:pt x="56021" y="35297"/>
                  </a:cubicBezTo>
                  <a:cubicBezTo>
                    <a:pt x="55703" y="35233"/>
                    <a:pt x="55385" y="35170"/>
                    <a:pt x="55066" y="35106"/>
                  </a:cubicBezTo>
                  <a:cubicBezTo>
                    <a:pt x="52860" y="34661"/>
                    <a:pt x="50697" y="34151"/>
                    <a:pt x="48618" y="33536"/>
                  </a:cubicBezTo>
                  <a:cubicBezTo>
                    <a:pt x="48342" y="33451"/>
                    <a:pt x="48066" y="33367"/>
                    <a:pt x="47748" y="33282"/>
                  </a:cubicBezTo>
                  <a:cubicBezTo>
                    <a:pt x="45712" y="32667"/>
                    <a:pt x="43739" y="31945"/>
                    <a:pt x="41851" y="31161"/>
                  </a:cubicBezTo>
                  <a:cubicBezTo>
                    <a:pt x="41470" y="31033"/>
                    <a:pt x="41109" y="30864"/>
                    <a:pt x="40748" y="30715"/>
                  </a:cubicBezTo>
                  <a:cubicBezTo>
                    <a:pt x="39009" y="29951"/>
                    <a:pt x="37376" y="29145"/>
                    <a:pt x="35806" y="28276"/>
                  </a:cubicBezTo>
                  <a:cubicBezTo>
                    <a:pt x="35594" y="28148"/>
                    <a:pt x="35360" y="28042"/>
                    <a:pt x="35127" y="27915"/>
                  </a:cubicBezTo>
                  <a:cubicBezTo>
                    <a:pt x="33939" y="27215"/>
                    <a:pt x="32900" y="26430"/>
                    <a:pt x="31839" y="25667"/>
                  </a:cubicBezTo>
                  <a:cubicBezTo>
                    <a:pt x="31267" y="25242"/>
                    <a:pt x="30588" y="24882"/>
                    <a:pt x="30079" y="24436"/>
                  </a:cubicBezTo>
                  <a:cubicBezTo>
                    <a:pt x="28594" y="23206"/>
                    <a:pt x="27279" y="21912"/>
                    <a:pt x="26197" y="20554"/>
                  </a:cubicBezTo>
                  <a:cubicBezTo>
                    <a:pt x="24945" y="18985"/>
                    <a:pt x="24118" y="17436"/>
                    <a:pt x="23567" y="15909"/>
                  </a:cubicBezTo>
                  <a:lnTo>
                    <a:pt x="15909" y="72418"/>
                  </a:lnTo>
                  <a:cubicBezTo>
                    <a:pt x="16461" y="73924"/>
                    <a:pt x="17288" y="75494"/>
                    <a:pt x="18539" y="77063"/>
                  </a:cubicBezTo>
                  <a:cubicBezTo>
                    <a:pt x="19621" y="78421"/>
                    <a:pt x="20936" y="79715"/>
                    <a:pt x="22442" y="80945"/>
                  </a:cubicBezTo>
                  <a:cubicBezTo>
                    <a:pt x="22951" y="81369"/>
                    <a:pt x="23588" y="81730"/>
                    <a:pt x="24160" y="82133"/>
                  </a:cubicBezTo>
                  <a:cubicBezTo>
                    <a:pt x="25179" y="82876"/>
                    <a:pt x="26154" y="83639"/>
                    <a:pt x="27300" y="84339"/>
                  </a:cubicBezTo>
                  <a:cubicBezTo>
                    <a:pt x="27364" y="84360"/>
                    <a:pt x="27448" y="84403"/>
                    <a:pt x="27512" y="84445"/>
                  </a:cubicBezTo>
                  <a:cubicBezTo>
                    <a:pt x="27745" y="84572"/>
                    <a:pt x="27979" y="84700"/>
                    <a:pt x="28233" y="84806"/>
                  </a:cubicBezTo>
                  <a:cubicBezTo>
                    <a:pt x="29273" y="85400"/>
                    <a:pt x="30333" y="85972"/>
                    <a:pt x="31457" y="86524"/>
                  </a:cubicBezTo>
                  <a:cubicBezTo>
                    <a:pt x="32009" y="86778"/>
                    <a:pt x="32603" y="87012"/>
                    <a:pt x="33176" y="87266"/>
                  </a:cubicBezTo>
                  <a:cubicBezTo>
                    <a:pt x="33536" y="87415"/>
                    <a:pt x="33854" y="87563"/>
                    <a:pt x="34215" y="87712"/>
                  </a:cubicBezTo>
                  <a:cubicBezTo>
                    <a:pt x="34554" y="87839"/>
                    <a:pt x="34873" y="88009"/>
                    <a:pt x="35233" y="88157"/>
                  </a:cubicBezTo>
                  <a:cubicBezTo>
                    <a:pt x="36379" y="88603"/>
                    <a:pt x="37566" y="89027"/>
                    <a:pt x="38797" y="89430"/>
                  </a:cubicBezTo>
                  <a:cubicBezTo>
                    <a:pt x="39242" y="89578"/>
                    <a:pt x="39688" y="89706"/>
                    <a:pt x="40133" y="89833"/>
                  </a:cubicBezTo>
                  <a:cubicBezTo>
                    <a:pt x="40430" y="89918"/>
                    <a:pt x="40706" y="90003"/>
                    <a:pt x="41024" y="90109"/>
                  </a:cubicBezTo>
                  <a:cubicBezTo>
                    <a:pt x="41470" y="90236"/>
                    <a:pt x="41915" y="90384"/>
                    <a:pt x="42382" y="90512"/>
                  </a:cubicBezTo>
                  <a:cubicBezTo>
                    <a:pt x="43591" y="90851"/>
                    <a:pt x="44779" y="91148"/>
                    <a:pt x="46009" y="91403"/>
                  </a:cubicBezTo>
                  <a:cubicBezTo>
                    <a:pt x="46497" y="91488"/>
                    <a:pt x="46963" y="91572"/>
                    <a:pt x="47451" y="91678"/>
                  </a:cubicBezTo>
                  <a:cubicBezTo>
                    <a:pt x="47769" y="91742"/>
                    <a:pt x="48066" y="91785"/>
                    <a:pt x="48385" y="91869"/>
                  </a:cubicBezTo>
                  <a:cubicBezTo>
                    <a:pt x="48873" y="91954"/>
                    <a:pt x="49318" y="92060"/>
                    <a:pt x="49827" y="92145"/>
                  </a:cubicBezTo>
                  <a:cubicBezTo>
                    <a:pt x="51185" y="92378"/>
                    <a:pt x="52542" y="92590"/>
                    <a:pt x="53921" y="92739"/>
                  </a:cubicBezTo>
                  <a:cubicBezTo>
                    <a:pt x="54303" y="92781"/>
                    <a:pt x="54685" y="92781"/>
                    <a:pt x="55066" y="92824"/>
                  </a:cubicBezTo>
                  <a:cubicBezTo>
                    <a:pt x="55491" y="92866"/>
                    <a:pt x="55915" y="92909"/>
                    <a:pt x="56339" y="92951"/>
                  </a:cubicBezTo>
                  <a:cubicBezTo>
                    <a:pt x="57082" y="93015"/>
                    <a:pt x="57824" y="93078"/>
                    <a:pt x="58566" y="93142"/>
                  </a:cubicBezTo>
                  <a:cubicBezTo>
                    <a:pt x="59691" y="93206"/>
                    <a:pt x="60794" y="93163"/>
                    <a:pt x="61918" y="93185"/>
                  </a:cubicBezTo>
                  <a:cubicBezTo>
                    <a:pt x="62575" y="93206"/>
                    <a:pt x="63254" y="93227"/>
                    <a:pt x="63912" y="93227"/>
                  </a:cubicBezTo>
                  <a:cubicBezTo>
                    <a:pt x="64166" y="93227"/>
                    <a:pt x="64421" y="93248"/>
                    <a:pt x="64675" y="93227"/>
                  </a:cubicBezTo>
                  <a:cubicBezTo>
                    <a:pt x="66839" y="93185"/>
                    <a:pt x="68981" y="93036"/>
                    <a:pt x="71082" y="92781"/>
                  </a:cubicBezTo>
                  <a:cubicBezTo>
                    <a:pt x="72991" y="92569"/>
                    <a:pt x="74794" y="92251"/>
                    <a:pt x="76512" y="91891"/>
                  </a:cubicBezTo>
                  <a:cubicBezTo>
                    <a:pt x="77084" y="91763"/>
                    <a:pt x="77594" y="91594"/>
                    <a:pt x="78166" y="91445"/>
                  </a:cubicBezTo>
                  <a:cubicBezTo>
                    <a:pt x="79248" y="91169"/>
                    <a:pt x="80330" y="90872"/>
                    <a:pt x="81306" y="90554"/>
                  </a:cubicBezTo>
                  <a:cubicBezTo>
                    <a:pt x="81497" y="90490"/>
                    <a:pt x="81751" y="90448"/>
                    <a:pt x="81942" y="90363"/>
                  </a:cubicBezTo>
                  <a:cubicBezTo>
                    <a:pt x="82345" y="90236"/>
                    <a:pt x="82663" y="90045"/>
                    <a:pt x="83024" y="89897"/>
                  </a:cubicBezTo>
                  <a:cubicBezTo>
                    <a:pt x="83872" y="89578"/>
                    <a:pt x="84678" y="89218"/>
                    <a:pt x="85442" y="88857"/>
                  </a:cubicBezTo>
                  <a:cubicBezTo>
                    <a:pt x="85654" y="88730"/>
                    <a:pt x="85930" y="88645"/>
                    <a:pt x="86184" y="88539"/>
                  </a:cubicBezTo>
                  <a:cubicBezTo>
                    <a:pt x="86545" y="88327"/>
                    <a:pt x="86863" y="88115"/>
                    <a:pt x="87181" y="87924"/>
                  </a:cubicBezTo>
                  <a:cubicBezTo>
                    <a:pt x="87584" y="87712"/>
                    <a:pt x="87966" y="87478"/>
                    <a:pt x="88348" y="87224"/>
                  </a:cubicBezTo>
                  <a:cubicBezTo>
                    <a:pt x="88518" y="87118"/>
                    <a:pt x="88751" y="87012"/>
                    <a:pt x="88900" y="86884"/>
                  </a:cubicBezTo>
                  <a:cubicBezTo>
                    <a:pt x="89387" y="86524"/>
                    <a:pt x="89833" y="86142"/>
                    <a:pt x="90257" y="85781"/>
                  </a:cubicBezTo>
                  <a:cubicBezTo>
                    <a:pt x="90427" y="85654"/>
                    <a:pt x="90618" y="85527"/>
                    <a:pt x="90745" y="85378"/>
                  </a:cubicBezTo>
                  <a:cubicBezTo>
                    <a:pt x="90809" y="85336"/>
                    <a:pt x="90851" y="85294"/>
                    <a:pt x="90894" y="85251"/>
                  </a:cubicBezTo>
                  <a:cubicBezTo>
                    <a:pt x="91445" y="84721"/>
                    <a:pt x="91975" y="84169"/>
                    <a:pt x="92421" y="83618"/>
                  </a:cubicBezTo>
                  <a:cubicBezTo>
                    <a:pt x="92484" y="83533"/>
                    <a:pt x="92527" y="83427"/>
                    <a:pt x="92612" y="83342"/>
                  </a:cubicBezTo>
                  <a:cubicBezTo>
                    <a:pt x="92718" y="83194"/>
                    <a:pt x="92824" y="83024"/>
                    <a:pt x="92930" y="82854"/>
                  </a:cubicBezTo>
                  <a:cubicBezTo>
                    <a:pt x="93163" y="82536"/>
                    <a:pt x="93397" y="82239"/>
                    <a:pt x="93587" y="81921"/>
                  </a:cubicBezTo>
                  <a:cubicBezTo>
                    <a:pt x="93736" y="81645"/>
                    <a:pt x="93821" y="81369"/>
                    <a:pt x="93948" y="81094"/>
                  </a:cubicBezTo>
                  <a:cubicBezTo>
                    <a:pt x="94033" y="80903"/>
                    <a:pt x="94139" y="80691"/>
                    <a:pt x="94224" y="80521"/>
                  </a:cubicBezTo>
                  <a:cubicBezTo>
                    <a:pt x="94266" y="80394"/>
                    <a:pt x="94351" y="80266"/>
                    <a:pt x="94394" y="80139"/>
                  </a:cubicBezTo>
                  <a:cubicBezTo>
                    <a:pt x="94606" y="79503"/>
                    <a:pt x="94775" y="78845"/>
                    <a:pt x="94860" y="78209"/>
                  </a:cubicBezTo>
                  <a:lnTo>
                    <a:pt x="102497" y="21679"/>
                  </a:lnTo>
                  <a:cubicBezTo>
                    <a:pt x="102497" y="21657"/>
                    <a:pt x="102497" y="21657"/>
                    <a:pt x="102497" y="21657"/>
                  </a:cubicBezTo>
                  <a:cubicBezTo>
                    <a:pt x="102390" y="22379"/>
                    <a:pt x="102136" y="23164"/>
                    <a:pt x="101839" y="23927"/>
                  </a:cubicBezTo>
                  <a:close/>
                </a:path>
              </a:pathLst>
            </a:custGeom>
            <a:solidFill>
              <a:srgbClr val="01749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38E8353A-23FB-4C0E-A548-2223DB45BDD2}"/>
                </a:ext>
              </a:extLst>
            </p:cNvPr>
            <p:cNvSpPr/>
            <p:nvPr/>
          </p:nvSpPr>
          <p:spPr>
            <a:xfrm>
              <a:off x="5141300" y="2871981"/>
              <a:ext cx="62653" cy="62653"/>
            </a:xfrm>
            <a:custGeom>
              <a:avLst/>
              <a:gdLst>
                <a:gd name="connsiteX0" fmla="*/ 33741 w 42424"/>
                <a:gd name="connsiteY0" fmla="*/ 19005 h 42424"/>
                <a:gd name="connsiteX1" fmla="*/ 34632 w 42424"/>
                <a:gd name="connsiteY1" fmla="*/ 23863 h 42424"/>
                <a:gd name="connsiteX2" fmla="*/ 33804 w 42424"/>
                <a:gd name="connsiteY2" fmla="*/ 27957 h 42424"/>
                <a:gd name="connsiteX3" fmla="*/ 30941 w 42424"/>
                <a:gd name="connsiteY3" fmla="*/ 24669 h 42424"/>
                <a:gd name="connsiteX4" fmla="*/ 27441 w 42424"/>
                <a:gd name="connsiteY4" fmla="*/ 23036 h 42424"/>
                <a:gd name="connsiteX5" fmla="*/ 26614 w 42424"/>
                <a:gd name="connsiteY5" fmla="*/ 28360 h 42424"/>
                <a:gd name="connsiteX6" fmla="*/ 20865 w 42424"/>
                <a:gd name="connsiteY6" fmla="*/ 30205 h 42424"/>
                <a:gd name="connsiteX7" fmla="*/ 16962 w 42424"/>
                <a:gd name="connsiteY7" fmla="*/ 27936 h 42424"/>
                <a:gd name="connsiteX8" fmla="*/ 15944 w 42424"/>
                <a:gd name="connsiteY8" fmla="*/ 21169 h 42424"/>
                <a:gd name="connsiteX9" fmla="*/ 19847 w 42424"/>
                <a:gd name="connsiteY9" fmla="*/ 16248 h 42424"/>
                <a:gd name="connsiteX10" fmla="*/ 30304 w 42424"/>
                <a:gd name="connsiteY10" fmla="*/ 16863 h 42424"/>
                <a:gd name="connsiteX11" fmla="*/ 33741 w 42424"/>
                <a:gd name="connsiteY11" fmla="*/ 19005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24" h="42424">
                  <a:moveTo>
                    <a:pt x="33741" y="19005"/>
                  </a:moveTo>
                  <a:cubicBezTo>
                    <a:pt x="33741" y="19005"/>
                    <a:pt x="33423" y="21805"/>
                    <a:pt x="34632" y="23863"/>
                  </a:cubicBezTo>
                  <a:cubicBezTo>
                    <a:pt x="35883" y="25921"/>
                    <a:pt x="35056" y="27766"/>
                    <a:pt x="33804" y="27957"/>
                  </a:cubicBezTo>
                  <a:cubicBezTo>
                    <a:pt x="32574" y="28169"/>
                    <a:pt x="30941" y="28784"/>
                    <a:pt x="30941" y="24669"/>
                  </a:cubicBezTo>
                  <a:cubicBezTo>
                    <a:pt x="30941" y="20554"/>
                    <a:pt x="28268" y="22208"/>
                    <a:pt x="27441" y="23036"/>
                  </a:cubicBezTo>
                  <a:cubicBezTo>
                    <a:pt x="26614" y="23863"/>
                    <a:pt x="26614" y="28360"/>
                    <a:pt x="26614" y="28360"/>
                  </a:cubicBezTo>
                  <a:lnTo>
                    <a:pt x="20865" y="30205"/>
                  </a:lnTo>
                  <a:cubicBezTo>
                    <a:pt x="20865" y="30205"/>
                    <a:pt x="17365" y="31033"/>
                    <a:pt x="16962" y="27936"/>
                  </a:cubicBezTo>
                  <a:cubicBezTo>
                    <a:pt x="16538" y="24860"/>
                    <a:pt x="15732" y="23418"/>
                    <a:pt x="15944" y="21169"/>
                  </a:cubicBezTo>
                  <a:cubicBezTo>
                    <a:pt x="16156" y="18921"/>
                    <a:pt x="17598" y="17054"/>
                    <a:pt x="19847" y="16248"/>
                  </a:cubicBezTo>
                  <a:cubicBezTo>
                    <a:pt x="22095" y="15442"/>
                    <a:pt x="28883" y="16248"/>
                    <a:pt x="30304" y="16863"/>
                  </a:cubicBezTo>
                  <a:cubicBezTo>
                    <a:pt x="31768" y="17499"/>
                    <a:pt x="33741" y="19005"/>
                    <a:pt x="33741" y="19005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1665651-977A-456D-9101-09580940E260}"/>
                </a:ext>
              </a:extLst>
            </p:cNvPr>
            <p:cNvSpPr/>
            <p:nvPr/>
          </p:nvSpPr>
          <p:spPr>
            <a:xfrm>
              <a:off x="5132492" y="2873515"/>
              <a:ext cx="62653" cy="62653"/>
            </a:xfrm>
            <a:custGeom>
              <a:avLst/>
              <a:gdLst>
                <a:gd name="connsiteX0" fmla="*/ 24517 w 42424"/>
                <a:gd name="connsiteY0" fmla="*/ 15909 h 42424"/>
                <a:gd name="connsiteX1" fmla="*/ 21505 w 42424"/>
                <a:gd name="connsiteY1" fmla="*/ 17691 h 42424"/>
                <a:gd name="connsiteX2" fmla="*/ 18896 w 42424"/>
                <a:gd name="connsiteY2" fmla="*/ 18518 h 42424"/>
                <a:gd name="connsiteX3" fmla="*/ 17538 w 42424"/>
                <a:gd name="connsiteY3" fmla="*/ 21127 h 42424"/>
                <a:gd name="connsiteX4" fmla="*/ 16711 w 42424"/>
                <a:gd name="connsiteY4" fmla="*/ 24670 h 42424"/>
                <a:gd name="connsiteX5" fmla="*/ 16181 w 42424"/>
                <a:gd name="connsiteY5" fmla="*/ 28509 h 42424"/>
                <a:gd name="connsiteX6" fmla="*/ 18641 w 42424"/>
                <a:gd name="connsiteY6" fmla="*/ 27406 h 42424"/>
                <a:gd name="connsiteX7" fmla="*/ 20275 w 42424"/>
                <a:gd name="connsiteY7" fmla="*/ 29039 h 42424"/>
                <a:gd name="connsiteX8" fmla="*/ 22205 w 42424"/>
                <a:gd name="connsiteY8" fmla="*/ 26579 h 42424"/>
                <a:gd name="connsiteX9" fmla="*/ 23287 w 42424"/>
                <a:gd name="connsiteY9" fmla="*/ 23164 h 42424"/>
                <a:gd name="connsiteX10" fmla="*/ 26575 w 42424"/>
                <a:gd name="connsiteY10" fmla="*/ 20279 h 42424"/>
                <a:gd name="connsiteX11" fmla="*/ 24517 w 42424"/>
                <a:gd name="connsiteY11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24" h="42424">
                  <a:moveTo>
                    <a:pt x="24517" y="15909"/>
                  </a:moveTo>
                  <a:cubicBezTo>
                    <a:pt x="23838" y="16333"/>
                    <a:pt x="22459" y="17691"/>
                    <a:pt x="21505" y="17691"/>
                  </a:cubicBezTo>
                  <a:cubicBezTo>
                    <a:pt x="20550" y="17691"/>
                    <a:pt x="19575" y="18115"/>
                    <a:pt x="18896" y="18518"/>
                  </a:cubicBezTo>
                  <a:cubicBezTo>
                    <a:pt x="18217" y="18942"/>
                    <a:pt x="17665" y="20300"/>
                    <a:pt x="17538" y="21127"/>
                  </a:cubicBezTo>
                  <a:cubicBezTo>
                    <a:pt x="17411" y="21954"/>
                    <a:pt x="17114" y="23991"/>
                    <a:pt x="16711" y="24670"/>
                  </a:cubicBezTo>
                  <a:cubicBezTo>
                    <a:pt x="16308" y="25348"/>
                    <a:pt x="15481" y="27554"/>
                    <a:pt x="16181" y="28509"/>
                  </a:cubicBezTo>
                  <a:cubicBezTo>
                    <a:pt x="16859" y="29464"/>
                    <a:pt x="18238" y="28233"/>
                    <a:pt x="18641" y="27406"/>
                  </a:cubicBezTo>
                  <a:cubicBezTo>
                    <a:pt x="19065" y="26579"/>
                    <a:pt x="18768" y="29039"/>
                    <a:pt x="20275" y="29039"/>
                  </a:cubicBezTo>
                  <a:cubicBezTo>
                    <a:pt x="21781" y="29039"/>
                    <a:pt x="21653" y="28085"/>
                    <a:pt x="22205" y="26579"/>
                  </a:cubicBezTo>
                  <a:cubicBezTo>
                    <a:pt x="22735" y="25073"/>
                    <a:pt x="23287" y="23164"/>
                    <a:pt x="23287" y="23164"/>
                  </a:cubicBezTo>
                  <a:lnTo>
                    <a:pt x="26575" y="20279"/>
                  </a:lnTo>
                  <a:lnTo>
                    <a:pt x="24517" y="15909"/>
                  </a:ln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702639B-8B22-4249-85DB-22B05C3F6EBE}"/>
                </a:ext>
              </a:extLst>
            </p:cNvPr>
            <p:cNvSpPr/>
            <p:nvPr/>
          </p:nvSpPr>
          <p:spPr>
            <a:xfrm>
              <a:off x="5349630" y="3025230"/>
              <a:ext cx="62653" cy="31327"/>
            </a:xfrm>
            <a:custGeom>
              <a:avLst/>
              <a:gdLst>
                <a:gd name="connsiteX0" fmla="*/ 18081 w 42424"/>
                <a:gd name="connsiteY0" fmla="*/ 20873 h 21212"/>
                <a:gd name="connsiteX1" fmla="*/ 18166 w 42424"/>
                <a:gd name="connsiteY1" fmla="*/ 25263 h 21212"/>
                <a:gd name="connsiteX2" fmla="*/ 30341 w 42424"/>
                <a:gd name="connsiteY2" fmla="*/ 19939 h 21212"/>
                <a:gd name="connsiteX3" fmla="*/ 33353 w 42424"/>
                <a:gd name="connsiteY3" fmla="*/ 15909 h 21212"/>
                <a:gd name="connsiteX4" fmla="*/ 18081 w 42424"/>
                <a:gd name="connsiteY4" fmla="*/ 208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21212">
                  <a:moveTo>
                    <a:pt x="18081" y="20873"/>
                  </a:moveTo>
                  <a:cubicBezTo>
                    <a:pt x="18081" y="20873"/>
                    <a:pt x="13138" y="26812"/>
                    <a:pt x="18166" y="25263"/>
                  </a:cubicBezTo>
                  <a:cubicBezTo>
                    <a:pt x="23172" y="23715"/>
                    <a:pt x="30341" y="19939"/>
                    <a:pt x="30341" y="19939"/>
                  </a:cubicBezTo>
                  <a:lnTo>
                    <a:pt x="33353" y="15909"/>
                  </a:lnTo>
                  <a:lnTo>
                    <a:pt x="18081" y="20873"/>
                  </a:ln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EDCFFF2-985E-4BE8-B1B1-72F76A1E1F0E}"/>
                </a:ext>
              </a:extLst>
            </p:cNvPr>
            <p:cNvSpPr/>
            <p:nvPr/>
          </p:nvSpPr>
          <p:spPr>
            <a:xfrm>
              <a:off x="5356120" y="3020970"/>
              <a:ext cx="62653" cy="62653"/>
            </a:xfrm>
            <a:custGeom>
              <a:avLst/>
              <a:gdLst>
                <a:gd name="connsiteX0" fmla="*/ 16549 w 42424"/>
                <a:gd name="connsiteY0" fmla="*/ 26388 h 42424"/>
                <a:gd name="connsiteX1" fmla="*/ 17462 w 42424"/>
                <a:gd name="connsiteY1" fmla="*/ 29018 h 42424"/>
                <a:gd name="connsiteX2" fmla="*/ 31483 w 42424"/>
                <a:gd name="connsiteY2" fmla="*/ 19261 h 42424"/>
                <a:gd name="connsiteX3" fmla="*/ 32098 w 42424"/>
                <a:gd name="connsiteY3" fmla="*/ 15909 h 42424"/>
                <a:gd name="connsiteX4" fmla="*/ 16549 w 42424"/>
                <a:gd name="connsiteY4" fmla="*/ 26388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42424">
                  <a:moveTo>
                    <a:pt x="16549" y="26388"/>
                  </a:moveTo>
                  <a:cubicBezTo>
                    <a:pt x="16549" y="26388"/>
                    <a:pt x="14619" y="30248"/>
                    <a:pt x="17462" y="29018"/>
                  </a:cubicBezTo>
                  <a:cubicBezTo>
                    <a:pt x="20304" y="27788"/>
                    <a:pt x="31483" y="19261"/>
                    <a:pt x="31483" y="19261"/>
                  </a:cubicBezTo>
                  <a:lnTo>
                    <a:pt x="32098" y="15909"/>
                  </a:lnTo>
                  <a:lnTo>
                    <a:pt x="16549" y="26388"/>
                  </a:ln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A264922-209B-4FD3-876C-27608D7FEA23}"/>
                </a:ext>
              </a:extLst>
            </p:cNvPr>
            <p:cNvSpPr/>
            <p:nvPr/>
          </p:nvSpPr>
          <p:spPr>
            <a:xfrm>
              <a:off x="5344911" y="2998822"/>
              <a:ext cx="62653" cy="62653"/>
            </a:xfrm>
            <a:custGeom>
              <a:avLst/>
              <a:gdLst>
                <a:gd name="connsiteX0" fmla="*/ 35615 w 42424"/>
                <a:gd name="connsiteY0" fmla="*/ 15909 h 42424"/>
                <a:gd name="connsiteX1" fmla="*/ 27279 w 42424"/>
                <a:gd name="connsiteY1" fmla="*/ 22739 h 42424"/>
                <a:gd name="connsiteX2" fmla="*/ 21657 w 42424"/>
                <a:gd name="connsiteY2" fmla="*/ 26897 h 42424"/>
                <a:gd name="connsiteX3" fmla="*/ 25667 w 42424"/>
                <a:gd name="connsiteY3" fmla="*/ 28360 h 42424"/>
                <a:gd name="connsiteX4" fmla="*/ 31203 w 42424"/>
                <a:gd name="connsiteY4" fmla="*/ 29315 h 42424"/>
                <a:gd name="connsiteX5" fmla="*/ 15909 w 42424"/>
                <a:gd name="connsiteY5" fmla="*/ 39242 h 42424"/>
                <a:gd name="connsiteX6" fmla="*/ 17712 w 42424"/>
                <a:gd name="connsiteY6" fmla="*/ 41957 h 42424"/>
                <a:gd name="connsiteX7" fmla="*/ 25030 w 42424"/>
                <a:gd name="connsiteY7" fmla="*/ 38966 h 42424"/>
                <a:gd name="connsiteX8" fmla="*/ 31818 w 42424"/>
                <a:gd name="connsiteY8" fmla="*/ 37757 h 42424"/>
                <a:gd name="connsiteX9" fmla="*/ 38224 w 42424"/>
                <a:gd name="connsiteY9" fmla="*/ 35551 h 42424"/>
                <a:gd name="connsiteX10" fmla="*/ 43973 w 42424"/>
                <a:gd name="connsiteY10" fmla="*/ 29760 h 42424"/>
                <a:gd name="connsiteX11" fmla="*/ 46157 w 42424"/>
                <a:gd name="connsiteY11" fmla="*/ 21954 h 42424"/>
                <a:gd name="connsiteX12" fmla="*/ 45012 w 42424"/>
                <a:gd name="connsiteY12" fmla="*/ 16312 h 42424"/>
                <a:gd name="connsiteX13" fmla="*/ 35615 w 42424"/>
                <a:gd name="connsiteY1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24" h="42424">
                  <a:moveTo>
                    <a:pt x="35615" y="15909"/>
                  </a:moveTo>
                  <a:cubicBezTo>
                    <a:pt x="35615" y="15909"/>
                    <a:pt x="29039" y="20470"/>
                    <a:pt x="27279" y="22739"/>
                  </a:cubicBezTo>
                  <a:cubicBezTo>
                    <a:pt x="25476" y="24988"/>
                    <a:pt x="21657" y="26897"/>
                    <a:pt x="21657" y="26897"/>
                  </a:cubicBezTo>
                  <a:cubicBezTo>
                    <a:pt x="21657" y="26897"/>
                    <a:pt x="22506" y="30036"/>
                    <a:pt x="25667" y="28360"/>
                  </a:cubicBezTo>
                  <a:cubicBezTo>
                    <a:pt x="28891" y="26685"/>
                    <a:pt x="32730" y="27533"/>
                    <a:pt x="31203" y="29315"/>
                  </a:cubicBezTo>
                  <a:cubicBezTo>
                    <a:pt x="29570" y="31076"/>
                    <a:pt x="15909" y="39242"/>
                    <a:pt x="15909" y="39242"/>
                  </a:cubicBezTo>
                  <a:cubicBezTo>
                    <a:pt x="15909" y="39242"/>
                    <a:pt x="16164" y="42594"/>
                    <a:pt x="17712" y="41957"/>
                  </a:cubicBezTo>
                  <a:cubicBezTo>
                    <a:pt x="19430" y="41279"/>
                    <a:pt x="25030" y="38966"/>
                    <a:pt x="25030" y="38966"/>
                  </a:cubicBezTo>
                  <a:cubicBezTo>
                    <a:pt x="25030" y="38966"/>
                    <a:pt x="30715" y="37842"/>
                    <a:pt x="31818" y="37757"/>
                  </a:cubicBezTo>
                  <a:cubicBezTo>
                    <a:pt x="32964" y="37694"/>
                    <a:pt x="36888" y="36082"/>
                    <a:pt x="38224" y="35551"/>
                  </a:cubicBezTo>
                  <a:cubicBezTo>
                    <a:pt x="39560" y="35021"/>
                    <a:pt x="42827" y="31776"/>
                    <a:pt x="43973" y="29760"/>
                  </a:cubicBezTo>
                  <a:cubicBezTo>
                    <a:pt x="45033" y="27745"/>
                    <a:pt x="46157" y="21954"/>
                    <a:pt x="46157" y="21954"/>
                  </a:cubicBezTo>
                  <a:lnTo>
                    <a:pt x="45012" y="16312"/>
                  </a:lnTo>
                  <a:lnTo>
                    <a:pt x="35615" y="15909"/>
                  </a:ln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6DA243C-6CC0-419D-9DBF-51DE3173C0CD}"/>
                </a:ext>
              </a:extLst>
            </p:cNvPr>
            <p:cNvSpPr/>
            <p:nvPr/>
          </p:nvSpPr>
          <p:spPr>
            <a:xfrm>
              <a:off x="5374516" y="2922542"/>
              <a:ext cx="125307" cy="125307"/>
            </a:xfrm>
            <a:custGeom>
              <a:avLst/>
              <a:gdLst>
                <a:gd name="connsiteX0" fmla="*/ 56063 w 84848"/>
                <a:gd name="connsiteY0" fmla="*/ 15909 h 84848"/>
                <a:gd name="connsiteX1" fmla="*/ 25560 w 84848"/>
                <a:gd name="connsiteY1" fmla="*/ 54154 h 84848"/>
                <a:gd name="connsiteX2" fmla="*/ 15909 w 84848"/>
                <a:gd name="connsiteY2" fmla="*/ 66245 h 84848"/>
                <a:gd name="connsiteX3" fmla="*/ 27788 w 84848"/>
                <a:gd name="connsiteY3" fmla="*/ 77000 h 84848"/>
                <a:gd name="connsiteX4" fmla="*/ 65354 w 84848"/>
                <a:gd name="connsiteY4" fmla="*/ 39582 h 84848"/>
                <a:gd name="connsiteX5" fmla="*/ 78251 w 84848"/>
                <a:gd name="connsiteY5" fmla="*/ 24500 h 84848"/>
                <a:gd name="connsiteX6" fmla="*/ 56063 w 84848"/>
                <a:gd name="connsiteY6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48" h="84848">
                  <a:moveTo>
                    <a:pt x="56063" y="15909"/>
                  </a:moveTo>
                  <a:cubicBezTo>
                    <a:pt x="56063" y="15909"/>
                    <a:pt x="29845" y="48406"/>
                    <a:pt x="25560" y="54154"/>
                  </a:cubicBezTo>
                  <a:cubicBezTo>
                    <a:pt x="21254" y="59903"/>
                    <a:pt x="15909" y="66245"/>
                    <a:pt x="15909" y="66245"/>
                  </a:cubicBezTo>
                  <a:cubicBezTo>
                    <a:pt x="15909" y="66245"/>
                    <a:pt x="24776" y="79269"/>
                    <a:pt x="27788" y="77000"/>
                  </a:cubicBezTo>
                  <a:cubicBezTo>
                    <a:pt x="30779" y="74730"/>
                    <a:pt x="55066" y="49912"/>
                    <a:pt x="65354" y="39582"/>
                  </a:cubicBezTo>
                  <a:cubicBezTo>
                    <a:pt x="75642" y="29273"/>
                    <a:pt x="78251" y="24500"/>
                    <a:pt x="78251" y="24500"/>
                  </a:cubicBezTo>
                  <a:lnTo>
                    <a:pt x="56063" y="15909"/>
                  </a:lnTo>
                  <a:close/>
                </a:path>
              </a:pathLst>
            </a:custGeom>
            <a:solidFill>
              <a:srgbClr val="2831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25B5F444-5AE0-4858-8381-0454CD9B681C}"/>
                </a:ext>
              </a:extLst>
            </p:cNvPr>
            <p:cNvSpPr/>
            <p:nvPr/>
          </p:nvSpPr>
          <p:spPr>
            <a:xfrm>
              <a:off x="5357129" y="3064671"/>
              <a:ext cx="62653" cy="156633"/>
            </a:xfrm>
            <a:custGeom>
              <a:avLst/>
              <a:gdLst>
                <a:gd name="connsiteX0" fmla="*/ 41448 w 42424"/>
                <a:gd name="connsiteY0" fmla="*/ 27448 h 106060"/>
                <a:gd name="connsiteX1" fmla="*/ 37821 w 42424"/>
                <a:gd name="connsiteY1" fmla="*/ 23821 h 106060"/>
                <a:gd name="connsiteX2" fmla="*/ 36379 w 42424"/>
                <a:gd name="connsiteY2" fmla="*/ 22760 h 106060"/>
                <a:gd name="connsiteX3" fmla="*/ 33197 w 42424"/>
                <a:gd name="connsiteY3" fmla="*/ 20554 h 106060"/>
                <a:gd name="connsiteX4" fmla="*/ 32666 w 42424"/>
                <a:gd name="connsiteY4" fmla="*/ 20173 h 106060"/>
                <a:gd name="connsiteX5" fmla="*/ 30163 w 42424"/>
                <a:gd name="connsiteY5" fmla="*/ 18857 h 106060"/>
                <a:gd name="connsiteX6" fmla="*/ 28721 w 42424"/>
                <a:gd name="connsiteY6" fmla="*/ 18094 h 106060"/>
                <a:gd name="connsiteX7" fmla="*/ 28467 w 42424"/>
                <a:gd name="connsiteY7" fmla="*/ 17967 h 106060"/>
                <a:gd name="connsiteX8" fmla="*/ 24691 w 42424"/>
                <a:gd name="connsiteY8" fmla="*/ 16333 h 106060"/>
                <a:gd name="connsiteX9" fmla="*/ 23545 w 42424"/>
                <a:gd name="connsiteY9" fmla="*/ 15909 h 106060"/>
                <a:gd name="connsiteX10" fmla="*/ 15909 w 42424"/>
                <a:gd name="connsiteY10" fmla="*/ 72418 h 106060"/>
                <a:gd name="connsiteX11" fmla="*/ 21148 w 42424"/>
                <a:gd name="connsiteY11" fmla="*/ 74645 h 106060"/>
                <a:gd name="connsiteX12" fmla="*/ 22400 w 42424"/>
                <a:gd name="connsiteY12" fmla="*/ 75303 h 106060"/>
                <a:gd name="connsiteX13" fmla="*/ 25582 w 42424"/>
                <a:gd name="connsiteY13" fmla="*/ 77063 h 106060"/>
                <a:gd name="connsiteX14" fmla="*/ 28700 w 42424"/>
                <a:gd name="connsiteY14" fmla="*/ 79227 h 106060"/>
                <a:gd name="connsiteX15" fmla="*/ 30206 w 42424"/>
                <a:gd name="connsiteY15" fmla="*/ 80330 h 106060"/>
                <a:gd name="connsiteX16" fmla="*/ 33833 w 42424"/>
                <a:gd name="connsiteY16" fmla="*/ 83957 h 106060"/>
                <a:gd name="connsiteX17" fmla="*/ 37057 w 42424"/>
                <a:gd name="connsiteY17" fmla="*/ 93630 h 106060"/>
                <a:gd name="connsiteX18" fmla="*/ 44715 w 42424"/>
                <a:gd name="connsiteY18" fmla="*/ 37121 h 106060"/>
                <a:gd name="connsiteX19" fmla="*/ 41448 w 42424"/>
                <a:gd name="connsiteY19" fmla="*/ 27448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424" h="106060">
                  <a:moveTo>
                    <a:pt x="41448" y="27448"/>
                  </a:moveTo>
                  <a:cubicBezTo>
                    <a:pt x="40451" y="26176"/>
                    <a:pt x="39200" y="24966"/>
                    <a:pt x="37821" y="23821"/>
                  </a:cubicBezTo>
                  <a:cubicBezTo>
                    <a:pt x="37376" y="23439"/>
                    <a:pt x="36866" y="23121"/>
                    <a:pt x="36379" y="22760"/>
                  </a:cubicBezTo>
                  <a:cubicBezTo>
                    <a:pt x="35382" y="21997"/>
                    <a:pt x="34342" y="21254"/>
                    <a:pt x="33197" y="20554"/>
                  </a:cubicBezTo>
                  <a:cubicBezTo>
                    <a:pt x="33006" y="20448"/>
                    <a:pt x="32857" y="20300"/>
                    <a:pt x="32666" y="20173"/>
                  </a:cubicBezTo>
                  <a:cubicBezTo>
                    <a:pt x="31882" y="19706"/>
                    <a:pt x="31012" y="19282"/>
                    <a:pt x="30163" y="18857"/>
                  </a:cubicBezTo>
                  <a:cubicBezTo>
                    <a:pt x="29676" y="18603"/>
                    <a:pt x="29230" y="18348"/>
                    <a:pt x="28721" y="18094"/>
                  </a:cubicBezTo>
                  <a:cubicBezTo>
                    <a:pt x="28636" y="18051"/>
                    <a:pt x="28551" y="18009"/>
                    <a:pt x="28467" y="17967"/>
                  </a:cubicBezTo>
                  <a:cubicBezTo>
                    <a:pt x="27257" y="17394"/>
                    <a:pt x="25985" y="16842"/>
                    <a:pt x="24691" y="16333"/>
                  </a:cubicBezTo>
                  <a:cubicBezTo>
                    <a:pt x="24309" y="16185"/>
                    <a:pt x="23927" y="16057"/>
                    <a:pt x="23545" y="15909"/>
                  </a:cubicBezTo>
                  <a:lnTo>
                    <a:pt x="15909" y="72418"/>
                  </a:lnTo>
                  <a:cubicBezTo>
                    <a:pt x="17733" y="73097"/>
                    <a:pt x="19473" y="73839"/>
                    <a:pt x="21148" y="74645"/>
                  </a:cubicBezTo>
                  <a:cubicBezTo>
                    <a:pt x="21594" y="74836"/>
                    <a:pt x="21976" y="75091"/>
                    <a:pt x="22400" y="75303"/>
                  </a:cubicBezTo>
                  <a:cubicBezTo>
                    <a:pt x="23503" y="75875"/>
                    <a:pt x="24563" y="76448"/>
                    <a:pt x="25582" y="77063"/>
                  </a:cubicBezTo>
                  <a:cubicBezTo>
                    <a:pt x="26706" y="77742"/>
                    <a:pt x="27703" y="78484"/>
                    <a:pt x="28700" y="79227"/>
                  </a:cubicBezTo>
                  <a:cubicBezTo>
                    <a:pt x="29188" y="79609"/>
                    <a:pt x="29739" y="79948"/>
                    <a:pt x="30206" y="80330"/>
                  </a:cubicBezTo>
                  <a:cubicBezTo>
                    <a:pt x="31585" y="81475"/>
                    <a:pt x="32815" y="82684"/>
                    <a:pt x="33833" y="83957"/>
                  </a:cubicBezTo>
                  <a:cubicBezTo>
                    <a:pt x="36485" y="87266"/>
                    <a:pt x="37482" y="90575"/>
                    <a:pt x="37057" y="93630"/>
                  </a:cubicBezTo>
                  <a:lnTo>
                    <a:pt x="44715" y="37121"/>
                  </a:lnTo>
                  <a:cubicBezTo>
                    <a:pt x="45118" y="34066"/>
                    <a:pt x="44079" y="30779"/>
                    <a:pt x="41448" y="27448"/>
                  </a:cubicBezTo>
                  <a:close/>
                </a:path>
              </a:pathLst>
            </a:custGeom>
            <a:solidFill>
              <a:srgbClr val="8A18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0D51436-E5D5-4A3F-9E32-E6DF11787018}"/>
                </a:ext>
              </a:extLst>
            </p:cNvPr>
            <p:cNvSpPr/>
            <p:nvPr/>
          </p:nvSpPr>
          <p:spPr>
            <a:xfrm>
              <a:off x="5271545" y="3074664"/>
              <a:ext cx="31327" cy="125307"/>
            </a:xfrm>
            <a:custGeom>
              <a:avLst/>
              <a:gdLst>
                <a:gd name="connsiteX0" fmla="*/ 24373 w 21212"/>
                <a:gd name="connsiteY0" fmla="*/ 15909 h 84848"/>
                <a:gd name="connsiteX1" fmla="*/ 16715 w 21212"/>
                <a:gd name="connsiteY1" fmla="*/ 72418 h 84848"/>
                <a:gd name="connsiteX2" fmla="*/ 15909 w 21212"/>
                <a:gd name="connsiteY2" fmla="*/ 74178 h 84848"/>
                <a:gd name="connsiteX3" fmla="*/ 23545 w 21212"/>
                <a:gd name="connsiteY3" fmla="*/ 17670 h 84848"/>
                <a:gd name="connsiteX4" fmla="*/ 24373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373" y="15909"/>
                  </a:moveTo>
                  <a:lnTo>
                    <a:pt x="16715" y="72418"/>
                  </a:lnTo>
                  <a:cubicBezTo>
                    <a:pt x="16376" y="72990"/>
                    <a:pt x="16121" y="73584"/>
                    <a:pt x="15909" y="74178"/>
                  </a:cubicBezTo>
                  <a:lnTo>
                    <a:pt x="23545" y="17670"/>
                  </a:lnTo>
                  <a:cubicBezTo>
                    <a:pt x="23779" y="17097"/>
                    <a:pt x="24033" y="16503"/>
                    <a:pt x="24373" y="15909"/>
                  </a:cubicBezTo>
                </a:path>
              </a:pathLst>
            </a:custGeom>
            <a:solidFill>
              <a:srgbClr val="8F1A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5A09E42-6494-4954-892E-8C645B922B6A}"/>
                </a:ext>
              </a:extLst>
            </p:cNvPr>
            <p:cNvSpPr/>
            <p:nvPr/>
          </p:nvSpPr>
          <p:spPr>
            <a:xfrm>
              <a:off x="5270824" y="3077264"/>
              <a:ext cx="31327" cy="125307"/>
            </a:xfrm>
            <a:custGeom>
              <a:avLst/>
              <a:gdLst>
                <a:gd name="connsiteX0" fmla="*/ 24033 w 21212"/>
                <a:gd name="connsiteY0" fmla="*/ 15909 h 84848"/>
                <a:gd name="connsiteX1" fmla="*/ 16397 w 21212"/>
                <a:gd name="connsiteY1" fmla="*/ 72418 h 84848"/>
                <a:gd name="connsiteX2" fmla="*/ 15909 w 21212"/>
                <a:gd name="connsiteY2" fmla="*/ 74348 h 84848"/>
                <a:gd name="connsiteX3" fmla="*/ 23567 w 21212"/>
                <a:gd name="connsiteY3" fmla="*/ 17839 h 84848"/>
                <a:gd name="connsiteX4" fmla="*/ 24033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033" y="15909"/>
                  </a:moveTo>
                  <a:lnTo>
                    <a:pt x="16397" y="72418"/>
                  </a:lnTo>
                  <a:cubicBezTo>
                    <a:pt x="16164" y="73054"/>
                    <a:pt x="15994" y="73691"/>
                    <a:pt x="15909" y="74348"/>
                  </a:cubicBezTo>
                  <a:lnTo>
                    <a:pt x="23567" y="17839"/>
                  </a:lnTo>
                  <a:cubicBezTo>
                    <a:pt x="23673" y="17203"/>
                    <a:pt x="23842" y="16545"/>
                    <a:pt x="24033" y="15909"/>
                  </a:cubicBezTo>
                </a:path>
              </a:pathLst>
            </a:custGeom>
            <a:solidFill>
              <a:srgbClr val="8A18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2C3C7F6-A3B6-4BDD-9CD7-A8AAA6B6C8BD}"/>
                </a:ext>
              </a:extLst>
            </p:cNvPr>
            <p:cNvSpPr/>
            <p:nvPr/>
          </p:nvSpPr>
          <p:spPr>
            <a:xfrm>
              <a:off x="5270824" y="3080146"/>
              <a:ext cx="31327" cy="125307"/>
            </a:xfrm>
            <a:custGeom>
              <a:avLst/>
              <a:gdLst>
                <a:gd name="connsiteX0" fmla="*/ 23588 w 21212"/>
                <a:gd name="connsiteY0" fmla="*/ 15909 h 84848"/>
                <a:gd name="connsiteX1" fmla="*/ 15930 w 21212"/>
                <a:gd name="connsiteY1" fmla="*/ 72418 h 84848"/>
                <a:gd name="connsiteX2" fmla="*/ 15909 w 21212"/>
                <a:gd name="connsiteY2" fmla="*/ 72460 h 84848"/>
                <a:gd name="connsiteX3" fmla="*/ 23588 w 21212"/>
                <a:gd name="connsiteY3" fmla="*/ 15951 h 84848"/>
                <a:gd name="connsiteX4" fmla="*/ 23588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588" y="15909"/>
                  </a:moveTo>
                  <a:lnTo>
                    <a:pt x="15930" y="72418"/>
                  </a:lnTo>
                  <a:lnTo>
                    <a:pt x="15909" y="72460"/>
                  </a:lnTo>
                  <a:lnTo>
                    <a:pt x="23588" y="15951"/>
                  </a:lnTo>
                  <a:lnTo>
                    <a:pt x="23588" y="15909"/>
                  </a:lnTo>
                </a:path>
              </a:pathLst>
            </a:custGeom>
            <a:solidFill>
              <a:srgbClr val="85171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8BEB7A77-8962-495F-89A6-B7F96E390FAE}"/>
                </a:ext>
              </a:extLst>
            </p:cNvPr>
            <p:cNvSpPr/>
            <p:nvPr/>
          </p:nvSpPr>
          <p:spPr>
            <a:xfrm>
              <a:off x="5185251" y="3087727"/>
              <a:ext cx="31327" cy="125307"/>
            </a:xfrm>
            <a:custGeom>
              <a:avLst/>
              <a:gdLst>
                <a:gd name="connsiteX0" fmla="*/ 24047 w 21212"/>
                <a:gd name="connsiteY0" fmla="*/ 17373 h 84848"/>
                <a:gd name="connsiteX1" fmla="*/ 16411 w 21212"/>
                <a:gd name="connsiteY1" fmla="*/ 73881 h 84848"/>
                <a:gd name="connsiteX2" fmla="*/ 15923 w 21212"/>
                <a:gd name="connsiteY2" fmla="*/ 72418 h 84848"/>
                <a:gd name="connsiteX3" fmla="*/ 23559 w 21212"/>
                <a:gd name="connsiteY3" fmla="*/ 15909 h 84848"/>
                <a:gd name="connsiteX4" fmla="*/ 24047 w 21212"/>
                <a:gd name="connsiteY4" fmla="*/ 17373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047" y="17373"/>
                  </a:moveTo>
                  <a:lnTo>
                    <a:pt x="16411" y="73881"/>
                  </a:lnTo>
                  <a:cubicBezTo>
                    <a:pt x="16008" y="73394"/>
                    <a:pt x="15860" y="72884"/>
                    <a:pt x="15923" y="72418"/>
                  </a:cubicBezTo>
                  <a:lnTo>
                    <a:pt x="23559" y="15909"/>
                  </a:lnTo>
                  <a:cubicBezTo>
                    <a:pt x="23496" y="16354"/>
                    <a:pt x="23644" y="16864"/>
                    <a:pt x="24047" y="17373"/>
                  </a:cubicBezTo>
                </a:path>
              </a:pathLst>
            </a:custGeom>
            <a:solidFill>
              <a:srgbClr val="7B131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9C2E95C7-484D-473C-B2A2-AC93F957BB7F}"/>
                </a:ext>
              </a:extLst>
            </p:cNvPr>
            <p:cNvSpPr/>
            <p:nvPr/>
          </p:nvSpPr>
          <p:spPr>
            <a:xfrm>
              <a:off x="5185992" y="3089889"/>
              <a:ext cx="62653" cy="156633"/>
            </a:xfrm>
            <a:custGeom>
              <a:avLst/>
              <a:gdLst>
                <a:gd name="connsiteX0" fmla="*/ 45224 w 42424"/>
                <a:gd name="connsiteY0" fmla="*/ 43124 h 106060"/>
                <a:gd name="connsiteX1" fmla="*/ 37588 w 42424"/>
                <a:gd name="connsiteY1" fmla="*/ 99633 h 106060"/>
                <a:gd name="connsiteX2" fmla="*/ 15909 w 42424"/>
                <a:gd name="connsiteY2" fmla="*/ 72418 h 106060"/>
                <a:gd name="connsiteX3" fmla="*/ 23545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45224" y="43124"/>
                  </a:moveTo>
                  <a:lnTo>
                    <a:pt x="37588" y="99633"/>
                  </a:lnTo>
                  <a:lnTo>
                    <a:pt x="15909" y="72418"/>
                  </a:lnTo>
                  <a:lnTo>
                    <a:pt x="23545" y="15909"/>
                  </a:lnTo>
                  <a:close/>
                </a:path>
              </a:pathLst>
            </a:custGeom>
            <a:solidFill>
              <a:srgbClr val="7812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DC6A341-AF4D-4B70-84C6-DE1825D6B24E}"/>
                </a:ext>
              </a:extLst>
            </p:cNvPr>
            <p:cNvSpPr/>
            <p:nvPr/>
          </p:nvSpPr>
          <p:spPr>
            <a:xfrm>
              <a:off x="5550478" y="3194019"/>
              <a:ext cx="31327" cy="125307"/>
            </a:xfrm>
            <a:custGeom>
              <a:avLst/>
              <a:gdLst>
                <a:gd name="connsiteX0" fmla="*/ 23567 w 21212"/>
                <a:gd name="connsiteY0" fmla="*/ 15909 h 84848"/>
                <a:gd name="connsiteX1" fmla="*/ 15909 w 21212"/>
                <a:gd name="connsiteY1" fmla="*/ 72439 h 84848"/>
                <a:gd name="connsiteX2" fmla="*/ 15909 w 21212"/>
                <a:gd name="connsiteY2" fmla="*/ 72460 h 84848"/>
                <a:gd name="connsiteX3" fmla="*/ 23567 w 21212"/>
                <a:gd name="connsiteY3" fmla="*/ 15930 h 84848"/>
                <a:gd name="connsiteX4" fmla="*/ 23567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567" y="15909"/>
                  </a:moveTo>
                  <a:lnTo>
                    <a:pt x="15909" y="72439"/>
                  </a:lnTo>
                  <a:lnTo>
                    <a:pt x="15909" y="72460"/>
                  </a:lnTo>
                  <a:lnTo>
                    <a:pt x="23567" y="15930"/>
                  </a:lnTo>
                  <a:lnTo>
                    <a:pt x="23567" y="15909"/>
                  </a:lnTo>
                </a:path>
              </a:pathLst>
            </a:custGeom>
            <a:solidFill>
              <a:srgbClr val="85171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3B68702-9999-49A4-B31D-D005F8D86E71}"/>
                </a:ext>
              </a:extLst>
            </p:cNvPr>
            <p:cNvSpPr/>
            <p:nvPr/>
          </p:nvSpPr>
          <p:spPr>
            <a:xfrm>
              <a:off x="5550383" y="3194050"/>
              <a:ext cx="31327" cy="125307"/>
            </a:xfrm>
            <a:custGeom>
              <a:avLst/>
              <a:gdLst>
                <a:gd name="connsiteX0" fmla="*/ 23630 w 21212"/>
                <a:gd name="connsiteY0" fmla="*/ 15909 h 84848"/>
                <a:gd name="connsiteX1" fmla="*/ 15973 w 21212"/>
                <a:gd name="connsiteY1" fmla="*/ 72439 h 84848"/>
                <a:gd name="connsiteX2" fmla="*/ 15909 w 21212"/>
                <a:gd name="connsiteY2" fmla="*/ 72694 h 84848"/>
                <a:gd name="connsiteX3" fmla="*/ 23545 w 21212"/>
                <a:gd name="connsiteY3" fmla="*/ 16206 h 84848"/>
                <a:gd name="connsiteX4" fmla="*/ 2363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630" y="15909"/>
                  </a:moveTo>
                  <a:lnTo>
                    <a:pt x="15973" y="72439"/>
                  </a:lnTo>
                  <a:lnTo>
                    <a:pt x="15909" y="72694"/>
                  </a:lnTo>
                  <a:lnTo>
                    <a:pt x="23545" y="16206"/>
                  </a:lnTo>
                  <a:lnTo>
                    <a:pt x="23630" y="15909"/>
                  </a:lnTo>
                </a:path>
              </a:pathLst>
            </a:custGeom>
            <a:solidFill>
              <a:srgbClr val="8A18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0B8A655-52C9-428E-B318-CEBB04AEEA53}"/>
                </a:ext>
              </a:extLst>
            </p:cNvPr>
            <p:cNvSpPr/>
            <p:nvPr/>
          </p:nvSpPr>
          <p:spPr>
            <a:xfrm>
              <a:off x="5550196" y="3194489"/>
              <a:ext cx="31327" cy="125307"/>
            </a:xfrm>
            <a:custGeom>
              <a:avLst/>
              <a:gdLst>
                <a:gd name="connsiteX0" fmla="*/ 23673 w 21212"/>
                <a:gd name="connsiteY0" fmla="*/ 15909 h 84848"/>
                <a:gd name="connsiteX1" fmla="*/ 16036 w 21212"/>
                <a:gd name="connsiteY1" fmla="*/ 72397 h 84848"/>
                <a:gd name="connsiteX2" fmla="*/ 15909 w 21212"/>
                <a:gd name="connsiteY2" fmla="*/ 72672 h 84848"/>
                <a:gd name="connsiteX3" fmla="*/ 23567 w 21212"/>
                <a:gd name="connsiteY3" fmla="*/ 16164 h 84848"/>
                <a:gd name="connsiteX4" fmla="*/ 23673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673" y="15909"/>
                  </a:moveTo>
                  <a:lnTo>
                    <a:pt x="16036" y="72397"/>
                  </a:lnTo>
                  <a:lnTo>
                    <a:pt x="15909" y="72672"/>
                  </a:lnTo>
                  <a:lnTo>
                    <a:pt x="23567" y="16164"/>
                  </a:lnTo>
                  <a:lnTo>
                    <a:pt x="23673" y="15909"/>
                  </a:lnTo>
                </a:path>
              </a:pathLst>
            </a:custGeom>
            <a:solidFill>
              <a:srgbClr val="8F1A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5BA074D-C695-4772-8BDC-13493BDFCD8A}"/>
                </a:ext>
              </a:extLst>
            </p:cNvPr>
            <p:cNvSpPr/>
            <p:nvPr/>
          </p:nvSpPr>
          <p:spPr>
            <a:xfrm>
              <a:off x="5549914" y="3194864"/>
              <a:ext cx="31327" cy="125307"/>
            </a:xfrm>
            <a:custGeom>
              <a:avLst/>
              <a:gdLst>
                <a:gd name="connsiteX0" fmla="*/ 23757 w 21212"/>
                <a:gd name="connsiteY0" fmla="*/ 15909 h 84848"/>
                <a:gd name="connsiteX1" fmla="*/ 16100 w 21212"/>
                <a:gd name="connsiteY1" fmla="*/ 72418 h 84848"/>
                <a:gd name="connsiteX2" fmla="*/ 15909 w 21212"/>
                <a:gd name="connsiteY2" fmla="*/ 72694 h 84848"/>
                <a:gd name="connsiteX3" fmla="*/ 23588 w 21212"/>
                <a:gd name="connsiteY3" fmla="*/ 16185 h 84848"/>
                <a:gd name="connsiteX4" fmla="*/ 23757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757" y="15909"/>
                  </a:moveTo>
                  <a:lnTo>
                    <a:pt x="16100" y="72418"/>
                  </a:lnTo>
                  <a:lnTo>
                    <a:pt x="15909" y="72694"/>
                  </a:lnTo>
                  <a:lnTo>
                    <a:pt x="23588" y="16185"/>
                  </a:lnTo>
                  <a:lnTo>
                    <a:pt x="23757" y="15909"/>
                  </a:lnTo>
                </a:path>
              </a:pathLst>
            </a:custGeom>
            <a:solidFill>
              <a:srgbClr val="941B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72C5A6AB-AF9A-4605-9895-E787B8928FC9}"/>
                </a:ext>
              </a:extLst>
            </p:cNvPr>
            <p:cNvSpPr/>
            <p:nvPr/>
          </p:nvSpPr>
          <p:spPr>
            <a:xfrm>
              <a:off x="5549601" y="3195272"/>
              <a:ext cx="31327" cy="125307"/>
            </a:xfrm>
            <a:custGeom>
              <a:avLst/>
              <a:gdLst>
                <a:gd name="connsiteX0" fmla="*/ 23800 w 21212"/>
                <a:gd name="connsiteY0" fmla="*/ 15909 h 84848"/>
                <a:gd name="connsiteX1" fmla="*/ 16121 w 21212"/>
                <a:gd name="connsiteY1" fmla="*/ 72418 h 84848"/>
                <a:gd name="connsiteX2" fmla="*/ 15909 w 21212"/>
                <a:gd name="connsiteY2" fmla="*/ 72651 h 84848"/>
                <a:gd name="connsiteX3" fmla="*/ 23545 w 21212"/>
                <a:gd name="connsiteY3" fmla="*/ 16142 h 84848"/>
                <a:gd name="connsiteX4" fmla="*/ 2380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800" y="15909"/>
                  </a:moveTo>
                  <a:lnTo>
                    <a:pt x="16121" y="72418"/>
                  </a:lnTo>
                  <a:lnTo>
                    <a:pt x="15909" y="72651"/>
                  </a:lnTo>
                  <a:lnTo>
                    <a:pt x="23545" y="16142"/>
                  </a:lnTo>
                  <a:lnTo>
                    <a:pt x="23800" y="15909"/>
                  </a:lnTo>
                </a:path>
              </a:pathLst>
            </a:custGeom>
            <a:solidFill>
              <a:srgbClr val="981C1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EBCB632F-187F-4381-B8A1-17F5A989F9C1}"/>
                </a:ext>
              </a:extLst>
            </p:cNvPr>
            <p:cNvSpPr/>
            <p:nvPr/>
          </p:nvSpPr>
          <p:spPr>
            <a:xfrm>
              <a:off x="5549131" y="3195616"/>
              <a:ext cx="31327" cy="125307"/>
            </a:xfrm>
            <a:custGeom>
              <a:avLst/>
              <a:gdLst>
                <a:gd name="connsiteX0" fmla="*/ 23864 w 21212"/>
                <a:gd name="connsiteY0" fmla="*/ 15909 h 84848"/>
                <a:gd name="connsiteX1" fmla="*/ 16227 w 21212"/>
                <a:gd name="connsiteY1" fmla="*/ 72418 h 84848"/>
                <a:gd name="connsiteX2" fmla="*/ 15909 w 21212"/>
                <a:gd name="connsiteY2" fmla="*/ 72651 h 84848"/>
                <a:gd name="connsiteX3" fmla="*/ 23567 w 21212"/>
                <a:gd name="connsiteY3" fmla="*/ 16142 h 84848"/>
                <a:gd name="connsiteX4" fmla="*/ 23864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864" y="15909"/>
                  </a:moveTo>
                  <a:lnTo>
                    <a:pt x="16227" y="72418"/>
                  </a:lnTo>
                  <a:cubicBezTo>
                    <a:pt x="16121" y="72503"/>
                    <a:pt x="16015" y="72566"/>
                    <a:pt x="15909" y="72651"/>
                  </a:cubicBezTo>
                  <a:lnTo>
                    <a:pt x="23567" y="16142"/>
                  </a:lnTo>
                  <a:cubicBezTo>
                    <a:pt x="23673" y="16079"/>
                    <a:pt x="23779" y="15994"/>
                    <a:pt x="23864" y="15909"/>
                  </a:cubicBezTo>
                </a:path>
              </a:pathLst>
            </a:custGeom>
            <a:solidFill>
              <a:srgbClr val="9D1D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D1ED5DF1-D53C-4C30-A41E-E9B3C99B0DAC}"/>
                </a:ext>
              </a:extLst>
            </p:cNvPr>
            <p:cNvSpPr/>
            <p:nvPr/>
          </p:nvSpPr>
          <p:spPr>
            <a:xfrm>
              <a:off x="5548536" y="3195992"/>
              <a:ext cx="31327" cy="125307"/>
            </a:xfrm>
            <a:custGeom>
              <a:avLst/>
              <a:gdLst>
                <a:gd name="connsiteX0" fmla="*/ 23970 w 21212"/>
                <a:gd name="connsiteY0" fmla="*/ 15909 h 84848"/>
                <a:gd name="connsiteX1" fmla="*/ 16312 w 21212"/>
                <a:gd name="connsiteY1" fmla="*/ 72418 h 84848"/>
                <a:gd name="connsiteX2" fmla="*/ 15909 w 21212"/>
                <a:gd name="connsiteY2" fmla="*/ 72651 h 84848"/>
                <a:gd name="connsiteX3" fmla="*/ 23567 w 21212"/>
                <a:gd name="connsiteY3" fmla="*/ 16164 h 84848"/>
                <a:gd name="connsiteX4" fmla="*/ 23970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3970" y="15909"/>
                  </a:moveTo>
                  <a:lnTo>
                    <a:pt x="16312" y="72418"/>
                  </a:lnTo>
                  <a:cubicBezTo>
                    <a:pt x="16185" y="72503"/>
                    <a:pt x="16058" y="72588"/>
                    <a:pt x="15909" y="72651"/>
                  </a:cubicBezTo>
                  <a:lnTo>
                    <a:pt x="23567" y="16164"/>
                  </a:lnTo>
                  <a:cubicBezTo>
                    <a:pt x="23694" y="16079"/>
                    <a:pt x="23821" y="15994"/>
                    <a:pt x="23970" y="15909"/>
                  </a:cubicBezTo>
                </a:path>
              </a:pathLst>
            </a:custGeom>
            <a:solidFill>
              <a:srgbClr val="A11E2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E6EBD76-518E-41E1-AFAC-89D8D8931BC6}"/>
                </a:ext>
              </a:extLst>
            </p:cNvPr>
            <p:cNvSpPr/>
            <p:nvPr/>
          </p:nvSpPr>
          <p:spPr>
            <a:xfrm>
              <a:off x="5547564" y="3196367"/>
              <a:ext cx="31327" cy="125307"/>
            </a:xfrm>
            <a:custGeom>
              <a:avLst/>
              <a:gdLst>
                <a:gd name="connsiteX0" fmla="*/ 24224 w 21212"/>
                <a:gd name="connsiteY0" fmla="*/ 15909 h 84848"/>
                <a:gd name="connsiteX1" fmla="*/ 16567 w 21212"/>
                <a:gd name="connsiteY1" fmla="*/ 72397 h 84848"/>
                <a:gd name="connsiteX2" fmla="*/ 15909 w 21212"/>
                <a:gd name="connsiteY2" fmla="*/ 72694 h 84848"/>
                <a:gd name="connsiteX3" fmla="*/ 23567 w 21212"/>
                <a:gd name="connsiteY3" fmla="*/ 16185 h 84848"/>
                <a:gd name="connsiteX4" fmla="*/ 24224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224" y="15909"/>
                  </a:moveTo>
                  <a:lnTo>
                    <a:pt x="16567" y="72397"/>
                  </a:lnTo>
                  <a:cubicBezTo>
                    <a:pt x="16376" y="72503"/>
                    <a:pt x="16142" y="72609"/>
                    <a:pt x="15909" y="72694"/>
                  </a:cubicBezTo>
                  <a:lnTo>
                    <a:pt x="23567" y="16185"/>
                  </a:lnTo>
                  <a:cubicBezTo>
                    <a:pt x="23821" y="16100"/>
                    <a:pt x="24012" y="15994"/>
                    <a:pt x="24224" y="15909"/>
                  </a:cubicBezTo>
                </a:path>
              </a:pathLst>
            </a:custGeom>
            <a:solidFill>
              <a:srgbClr val="A51E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AF0BFE7-CAA2-4D39-8837-D44DBEF8AC77}"/>
                </a:ext>
              </a:extLst>
            </p:cNvPr>
            <p:cNvSpPr/>
            <p:nvPr/>
          </p:nvSpPr>
          <p:spPr>
            <a:xfrm>
              <a:off x="5545121" y="3196744"/>
              <a:ext cx="31327" cy="125307"/>
            </a:xfrm>
            <a:custGeom>
              <a:avLst/>
              <a:gdLst>
                <a:gd name="connsiteX0" fmla="*/ 25221 w 21212"/>
                <a:gd name="connsiteY0" fmla="*/ 15909 h 84848"/>
                <a:gd name="connsiteX1" fmla="*/ 17564 w 21212"/>
                <a:gd name="connsiteY1" fmla="*/ 72418 h 84848"/>
                <a:gd name="connsiteX2" fmla="*/ 15909 w 21212"/>
                <a:gd name="connsiteY2" fmla="*/ 72800 h 84848"/>
                <a:gd name="connsiteX3" fmla="*/ 23567 w 21212"/>
                <a:gd name="connsiteY3" fmla="*/ 16291 h 84848"/>
                <a:gd name="connsiteX4" fmla="*/ 25221 w 21212"/>
                <a:gd name="connsiteY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5221" y="15909"/>
                  </a:moveTo>
                  <a:lnTo>
                    <a:pt x="17564" y="72418"/>
                  </a:lnTo>
                  <a:cubicBezTo>
                    <a:pt x="17097" y="72588"/>
                    <a:pt x="16545" y="72715"/>
                    <a:pt x="15909" y="72800"/>
                  </a:cubicBezTo>
                  <a:lnTo>
                    <a:pt x="23567" y="16291"/>
                  </a:lnTo>
                  <a:cubicBezTo>
                    <a:pt x="24182" y="16227"/>
                    <a:pt x="24754" y="16079"/>
                    <a:pt x="25221" y="15909"/>
                  </a:cubicBezTo>
                </a:path>
              </a:pathLst>
            </a:custGeom>
            <a:solidFill>
              <a:srgbClr val="AB1F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2878D9F-99B2-4561-9D74-8BF74EA074DA}"/>
                </a:ext>
              </a:extLst>
            </p:cNvPr>
            <p:cNvSpPr/>
            <p:nvPr/>
          </p:nvSpPr>
          <p:spPr>
            <a:xfrm>
              <a:off x="5169846" y="3152417"/>
              <a:ext cx="125307" cy="156633"/>
            </a:xfrm>
            <a:custGeom>
              <a:avLst/>
              <a:gdLst>
                <a:gd name="connsiteX0" fmla="*/ 79405 w 84848"/>
                <a:gd name="connsiteY0" fmla="*/ 41300 h 106060"/>
                <a:gd name="connsiteX1" fmla="*/ 72214 w 84848"/>
                <a:gd name="connsiteY1" fmla="*/ 41745 h 106060"/>
                <a:gd name="connsiteX2" fmla="*/ 70262 w 84848"/>
                <a:gd name="connsiteY2" fmla="*/ 41724 h 106060"/>
                <a:gd name="connsiteX3" fmla="*/ 64641 w 84848"/>
                <a:gd name="connsiteY3" fmla="*/ 41470 h 106060"/>
                <a:gd name="connsiteX4" fmla="*/ 63411 w 84848"/>
                <a:gd name="connsiteY4" fmla="*/ 41364 h 106060"/>
                <a:gd name="connsiteX5" fmla="*/ 56708 w 84848"/>
                <a:gd name="connsiteY5" fmla="*/ 40388 h 106060"/>
                <a:gd name="connsiteX6" fmla="*/ 55817 w 84848"/>
                <a:gd name="connsiteY6" fmla="*/ 40218 h 106060"/>
                <a:gd name="connsiteX7" fmla="*/ 49347 w 84848"/>
                <a:gd name="connsiteY7" fmla="*/ 38627 h 106060"/>
                <a:gd name="connsiteX8" fmla="*/ 48456 w 84848"/>
                <a:gd name="connsiteY8" fmla="*/ 38351 h 106060"/>
                <a:gd name="connsiteX9" fmla="*/ 42560 w 84848"/>
                <a:gd name="connsiteY9" fmla="*/ 36251 h 106060"/>
                <a:gd name="connsiteX10" fmla="*/ 41499 w 84848"/>
                <a:gd name="connsiteY10" fmla="*/ 35806 h 106060"/>
                <a:gd name="connsiteX11" fmla="*/ 36535 w 84848"/>
                <a:gd name="connsiteY11" fmla="*/ 33345 h 106060"/>
                <a:gd name="connsiteX12" fmla="*/ 35878 w 84848"/>
                <a:gd name="connsiteY12" fmla="*/ 33006 h 106060"/>
                <a:gd name="connsiteX13" fmla="*/ 32866 w 84848"/>
                <a:gd name="connsiteY13" fmla="*/ 30927 h 106060"/>
                <a:gd name="connsiteX14" fmla="*/ 30787 w 84848"/>
                <a:gd name="connsiteY14" fmla="*/ 29506 h 106060"/>
                <a:gd name="connsiteX15" fmla="*/ 26905 w 84848"/>
                <a:gd name="connsiteY15" fmla="*/ 25603 h 106060"/>
                <a:gd name="connsiteX16" fmla="*/ 23660 w 84848"/>
                <a:gd name="connsiteY16" fmla="*/ 15909 h 106060"/>
                <a:gd name="connsiteX17" fmla="*/ 16002 w 84848"/>
                <a:gd name="connsiteY17" fmla="*/ 72418 h 106060"/>
                <a:gd name="connsiteX18" fmla="*/ 19247 w 84848"/>
                <a:gd name="connsiteY18" fmla="*/ 82133 h 106060"/>
                <a:gd name="connsiteX19" fmla="*/ 23172 w 84848"/>
                <a:gd name="connsiteY19" fmla="*/ 86057 h 106060"/>
                <a:gd name="connsiteX20" fmla="*/ 24869 w 84848"/>
                <a:gd name="connsiteY20" fmla="*/ 87245 h 106060"/>
                <a:gd name="connsiteX21" fmla="*/ 28050 w 84848"/>
                <a:gd name="connsiteY21" fmla="*/ 89430 h 106060"/>
                <a:gd name="connsiteX22" fmla="*/ 28220 w 84848"/>
                <a:gd name="connsiteY22" fmla="*/ 89515 h 106060"/>
                <a:gd name="connsiteX23" fmla="*/ 28857 w 84848"/>
                <a:gd name="connsiteY23" fmla="*/ 89875 h 106060"/>
                <a:gd name="connsiteX24" fmla="*/ 32187 w 84848"/>
                <a:gd name="connsiteY24" fmla="*/ 91636 h 106060"/>
                <a:gd name="connsiteX25" fmla="*/ 33820 w 84848"/>
                <a:gd name="connsiteY25" fmla="*/ 92336 h 106060"/>
                <a:gd name="connsiteX26" fmla="*/ 34923 w 84848"/>
                <a:gd name="connsiteY26" fmla="*/ 92824 h 106060"/>
                <a:gd name="connsiteX27" fmla="*/ 35941 w 84848"/>
                <a:gd name="connsiteY27" fmla="*/ 93248 h 106060"/>
                <a:gd name="connsiteX28" fmla="*/ 39526 w 84848"/>
                <a:gd name="connsiteY28" fmla="*/ 94521 h 106060"/>
                <a:gd name="connsiteX29" fmla="*/ 40735 w 84848"/>
                <a:gd name="connsiteY29" fmla="*/ 94903 h 106060"/>
                <a:gd name="connsiteX30" fmla="*/ 41732 w 84848"/>
                <a:gd name="connsiteY30" fmla="*/ 95200 h 106060"/>
                <a:gd name="connsiteX31" fmla="*/ 43090 w 84848"/>
                <a:gd name="connsiteY31" fmla="*/ 95581 h 106060"/>
                <a:gd name="connsiteX32" fmla="*/ 46696 w 84848"/>
                <a:gd name="connsiteY32" fmla="*/ 96472 h 106060"/>
                <a:gd name="connsiteX33" fmla="*/ 48096 w 84848"/>
                <a:gd name="connsiteY33" fmla="*/ 96727 h 106060"/>
                <a:gd name="connsiteX34" fmla="*/ 49029 w 84848"/>
                <a:gd name="connsiteY34" fmla="*/ 96918 h 106060"/>
                <a:gd name="connsiteX35" fmla="*/ 50493 w 84848"/>
                <a:gd name="connsiteY35" fmla="*/ 97215 h 106060"/>
                <a:gd name="connsiteX36" fmla="*/ 54608 w 84848"/>
                <a:gd name="connsiteY36" fmla="*/ 97787 h 106060"/>
                <a:gd name="connsiteX37" fmla="*/ 55669 w 84848"/>
                <a:gd name="connsiteY37" fmla="*/ 97894 h 106060"/>
                <a:gd name="connsiteX38" fmla="*/ 57005 w 84848"/>
                <a:gd name="connsiteY38" fmla="*/ 98000 h 106060"/>
                <a:gd name="connsiteX39" fmla="*/ 59232 w 84848"/>
                <a:gd name="connsiteY39" fmla="*/ 98169 h 106060"/>
                <a:gd name="connsiteX40" fmla="*/ 62456 w 84848"/>
                <a:gd name="connsiteY40" fmla="*/ 98233 h 106060"/>
                <a:gd name="connsiteX41" fmla="*/ 64599 w 84848"/>
                <a:gd name="connsiteY41" fmla="*/ 98254 h 106060"/>
                <a:gd name="connsiteX42" fmla="*/ 65299 w 84848"/>
                <a:gd name="connsiteY42" fmla="*/ 98275 h 106060"/>
                <a:gd name="connsiteX43" fmla="*/ 71705 w 84848"/>
                <a:gd name="connsiteY43" fmla="*/ 97830 h 106060"/>
                <a:gd name="connsiteX44" fmla="*/ 79532 w 84848"/>
                <a:gd name="connsiteY44" fmla="*/ 96345 h 106060"/>
                <a:gd name="connsiteX45" fmla="*/ 87190 w 84848"/>
                <a:gd name="connsiteY45" fmla="*/ 39815 h 106060"/>
                <a:gd name="connsiteX46" fmla="*/ 79405 w 84848"/>
                <a:gd name="connsiteY46" fmla="*/ 4130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84848" h="106060">
                  <a:moveTo>
                    <a:pt x="79405" y="41300"/>
                  </a:moveTo>
                  <a:cubicBezTo>
                    <a:pt x="77050" y="41576"/>
                    <a:pt x="74632" y="41724"/>
                    <a:pt x="72214" y="41745"/>
                  </a:cubicBezTo>
                  <a:cubicBezTo>
                    <a:pt x="71556" y="41745"/>
                    <a:pt x="70899" y="41724"/>
                    <a:pt x="70262" y="41724"/>
                  </a:cubicBezTo>
                  <a:cubicBezTo>
                    <a:pt x="68396" y="41703"/>
                    <a:pt x="66508" y="41639"/>
                    <a:pt x="64641" y="41470"/>
                  </a:cubicBezTo>
                  <a:cubicBezTo>
                    <a:pt x="64238" y="41427"/>
                    <a:pt x="63814" y="41406"/>
                    <a:pt x="63411" y="41364"/>
                  </a:cubicBezTo>
                  <a:cubicBezTo>
                    <a:pt x="61162" y="41130"/>
                    <a:pt x="58914" y="40812"/>
                    <a:pt x="56708" y="40388"/>
                  </a:cubicBezTo>
                  <a:cubicBezTo>
                    <a:pt x="56411" y="40345"/>
                    <a:pt x="56114" y="40282"/>
                    <a:pt x="55817" y="40218"/>
                  </a:cubicBezTo>
                  <a:cubicBezTo>
                    <a:pt x="53611" y="39773"/>
                    <a:pt x="51426" y="39242"/>
                    <a:pt x="49347" y="38627"/>
                  </a:cubicBezTo>
                  <a:cubicBezTo>
                    <a:pt x="49050" y="38542"/>
                    <a:pt x="48753" y="38457"/>
                    <a:pt x="48456" y="38351"/>
                  </a:cubicBezTo>
                  <a:cubicBezTo>
                    <a:pt x="46420" y="37736"/>
                    <a:pt x="44447" y="37015"/>
                    <a:pt x="42560" y="36251"/>
                  </a:cubicBezTo>
                  <a:cubicBezTo>
                    <a:pt x="42199" y="36103"/>
                    <a:pt x="41860" y="35954"/>
                    <a:pt x="41499" y="35806"/>
                  </a:cubicBezTo>
                  <a:cubicBezTo>
                    <a:pt x="39738" y="35042"/>
                    <a:pt x="38084" y="34236"/>
                    <a:pt x="36535" y="33345"/>
                  </a:cubicBezTo>
                  <a:cubicBezTo>
                    <a:pt x="36323" y="33218"/>
                    <a:pt x="36090" y="33112"/>
                    <a:pt x="35878" y="33006"/>
                  </a:cubicBezTo>
                  <a:cubicBezTo>
                    <a:pt x="34775" y="32348"/>
                    <a:pt x="33841" y="31648"/>
                    <a:pt x="32866" y="30927"/>
                  </a:cubicBezTo>
                  <a:cubicBezTo>
                    <a:pt x="32187" y="30461"/>
                    <a:pt x="31402" y="29994"/>
                    <a:pt x="30787" y="29506"/>
                  </a:cubicBezTo>
                  <a:cubicBezTo>
                    <a:pt x="29302" y="28276"/>
                    <a:pt x="27966" y="26982"/>
                    <a:pt x="26905" y="25603"/>
                  </a:cubicBezTo>
                  <a:cubicBezTo>
                    <a:pt x="24253" y="22273"/>
                    <a:pt x="23235" y="18964"/>
                    <a:pt x="23660" y="15909"/>
                  </a:cubicBezTo>
                  <a:lnTo>
                    <a:pt x="16002" y="72418"/>
                  </a:lnTo>
                  <a:cubicBezTo>
                    <a:pt x="15578" y="75494"/>
                    <a:pt x="16596" y="78803"/>
                    <a:pt x="19247" y="82133"/>
                  </a:cubicBezTo>
                  <a:cubicBezTo>
                    <a:pt x="20329" y="83491"/>
                    <a:pt x="21666" y="84785"/>
                    <a:pt x="23172" y="86057"/>
                  </a:cubicBezTo>
                  <a:cubicBezTo>
                    <a:pt x="23660" y="86482"/>
                    <a:pt x="24317" y="86842"/>
                    <a:pt x="24869" y="87245"/>
                  </a:cubicBezTo>
                  <a:cubicBezTo>
                    <a:pt x="25908" y="87988"/>
                    <a:pt x="26884" y="88751"/>
                    <a:pt x="28050" y="89430"/>
                  </a:cubicBezTo>
                  <a:cubicBezTo>
                    <a:pt x="28093" y="89472"/>
                    <a:pt x="28178" y="89494"/>
                    <a:pt x="28220" y="89515"/>
                  </a:cubicBezTo>
                  <a:cubicBezTo>
                    <a:pt x="28411" y="89642"/>
                    <a:pt x="28644" y="89748"/>
                    <a:pt x="28857" y="89875"/>
                  </a:cubicBezTo>
                  <a:cubicBezTo>
                    <a:pt x="29938" y="90469"/>
                    <a:pt x="31020" y="91084"/>
                    <a:pt x="32187" y="91636"/>
                  </a:cubicBezTo>
                  <a:cubicBezTo>
                    <a:pt x="32696" y="91891"/>
                    <a:pt x="33290" y="92103"/>
                    <a:pt x="33820" y="92336"/>
                  </a:cubicBezTo>
                  <a:cubicBezTo>
                    <a:pt x="34202" y="92506"/>
                    <a:pt x="34541" y="92654"/>
                    <a:pt x="34923" y="92824"/>
                  </a:cubicBezTo>
                  <a:cubicBezTo>
                    <a:pt x="35263" y="92951"/>
                    <a:pt x="35602" y="93121"/>
                    <a:pt x="35941" y="93248"/>
                  </a:cubicBezTo>
                  <a:cubicBezTo>
                    <a:pt x="37108" y="93694"/>
                    <a:pt x="38296" y="94118"/>
                    <a:pt x="39526" y="94521"/>
                  </a:cubicBezTo>
                  <a:cubicBezTo>
                    <a:pt x="39929" y="94648"/>
                    <a:pt x="40332" y="94754"/>
                    <a:pt x="40735" y="94903"/>
                  </a:cubicBezTo>
                  <a:cubicBezTo>
                    <a:pt x="41075" y="95009"/>
                    <a:pt x="41414" y="95115"/>
                    <a:pt x="41732" y="95200"/>
                  </a:cubicBezTo>
                  <a:cubicBezTo>
                    <a:pt x="42178" y="95327"/>
                    <a:pt x="42623" y="95475"/>
                    <a:pt x="43090" y="95581"/>
                  </a:cubicBezTo>
                  <a:cubicBezTo>
                    <a:pt x="44278" y="95921"/>
                    <a:pt x="45487" y="96218"/>
                    <a:pt x="46696" y="96472"/>
                  </a:cubicBezTo>
                  <a:cubicBezTo>
                    <a:pt x="47163" y="96557"/>
                    <a:pt x="47629" y="96642"/>
                    <a:pt x="48096" y="96727"/>
                  </a:cubicBezTo>
                  <a:cubicBezTo>
                    <a:pt x="48414" y="96812"/>
                    <a:pt x="48711" y="96854"/>
                    <a:pt x="49029" y="96918"/>
                  </a:cubicBezTo>
                  <a:cubicBezTo>
                    <a:pt x="49517" y="97024"/>
                    <a:pt x="49984" y="97130"/>
                    <a:pt x="50493" y="97215"/>
                  </a:cubicBezTo>
                  <a:cubicBezTo>
                    <a:pt x="51850" y="97448"/>
                    <a:pt x="53208" y="97660"/>
                    <a:pt x="54608" y="97787"/>
                  </a:cubicBezTo>
                  <a:cubicBezTo>
                    <a:pt x="54947" y="97809"/>
                    <a:pt x="55308" y="97851"/>
                    <a:pt x="55669" y="97894"/>
                  </a:cubicBezTo>
                  <a:cubicBezTo>
                    <a:pt x="56114" y="97915"/>
                    <a:pt x="56559" y="97957"/>
                    <a:pt x="57005" y="98000"/>
                  </a:cubicBezTo>
                  <a:cubicBezTo>
                    <a:pt x="57747" y="98063"/>
                    <a:pt x="58490" y="98148"/>
                    <a:pt x="59232" y="98169"/>
                  </a:cubicBezTo>
                  <a:cubicBezTo>
                    <a:pt x="60314" y="98254"/>
                    <a:pt x="61396" y="98212"/>
                    <a:pt x="62456" y="98233"/>
                  </a:cubicBezTo>
                  <a:cubicBezTo>
                    <a:pt x="63156" y="98254"/>
                    <a:pt x="63878" y="98275"/>
                    <a:pt x="64599" y="98254"/>
                  </a:cubicBezTo>
                  <a:cubicBezTo>
                    <a:pt x="64853" y="98254"/>
                    <a:pt x="65065" y="98275"/>
                    <a:pt x="65299" y="98275"/>
                  </a:cubicBezTo>
                  <a:cubicBezTo>
                    <a:pt x="67462" y="98233"/>
                    <a:pt x="69605" y="98063"/>
                    <a:pt x="71705" y="97830"/>
                  </a:cubicBezTo>
                  <a:cubicBezTo>
                    <a:pt x="74568" y="97490"/>
                    <a:pt x="77135" y="96960"/>
                    <a:pt x="79532" y="96345"/>
                  </a:cubicBezTo>
                  <a:lnTo>
                    <a:pt x="87190" y="39815"/>
                  </a:lnTo>
                  <a:cubicBezTo>
                    <a:pt x="84835" y="40430"/>
                    <a:pt x="82247" y="40982"/>
                    <a:pt x="79405" y="41300"/>
                  </a:cubicBezTo>
                  <a:close/>
                </a:path>
              </a:pathLst>
            </a:custGeom>
            <a:solidFill>
              <a:srgbClr val="7B131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CB0E742B-0D41-47F5-940F-0220113DA257}"/>
                </a:ext>
              </a:extLst>
            </p:cNvPr>
            <p:cNvSpPr/>
            <p:nvPr/>
          </p:nvSpPr>
          <p:spPr>
            <a:xfrm>
              <a:off x="5263870" y="3187659"/>
              <a:ext cx="62653" cy="156633"/>
            </a:xfrm>
            <a:custGeom>
              <a:avLst/>
              <a:gdLst>
                <a:gd name="connsiteX0" fmla="*/ 42318 w 42424"/>
                <a:gd name="connsiteY0" fmla="*/ 39476 h 106060"/>
                <a:gd name="connsiteX1" fmla="*/ 34660 w 42424"/>
                <a:gd name="connsiteY1" fmla="*/ 96006 h 106060"/>
                <a:gd name="connsiteX2" fmla="*/ 15909 w 42424"/>
                <a:gd name="connsiteY2" fmla="*/ 72439 h 106060"/>
                <a:gd name="connsiteX3" fmla="*/ 23545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42318" y="39476"/>
                  </a:moveTo>
                  <a:lnTo>
                    <a:pt x="34660" y="96006"/>
                  </a:lnTo>
                  <a:lnTo>
                    <a:pt x="15909" y="72439"/>
                  </a:lnTo>
                  <a:lnTo>
                    <a:pt x="23545" y="15909"/>
                  </a:lnTo>
                  <a:close/>
                </a:path>
              </a:pathLst>
            </a:custGeom>
            <a:solidFill>
              <a:srgbClr val="7812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FE9E2A28-E6C5-4EC4-9668-57A3F39AECD6}"/>
                </a:ext>
              </a:extLst>
            </p:cNvPr>
            <p:cNvSpPr/>
            <p:nvPr/>
          </p:nvSpPr>
          <p:spPr>
            <a:xfrm>
              <a:off x="5303341" y="3197308"/>
              <a:ext cx="281940" cy="156633"/>
            </a:xfrm>
            <a:custGeom>
              <a:avLst/>
              <a:gdLst>
                <a:gd name="connsiteX0" fmla="*/ 187281 w 190908"/>
                <a:gd name="connsiteY0" fmla="*/ 15909 h 106060"/>
                <a:gd name="connsiteX1" fmla="*/ 179645 w 190908"/>
                <a:gd name="connsiteY1" fmla="*/ 72418 h 106060"/>
                <a:gd name="connsiteX2" fmla="*/ 15909 w 190908"/>
                <a:gd name="connsiteY2" fmla="*/ 91848 h 106060"/>
                <a:gd name="connsiteX3" fmla="*/ 23545 w 190908"/>
                <a:gd name="connsiteY3" fmla="*/ 3533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06060">
                  <a:moveTo>
                    <a:pt x="187281" y="15909"/>
                  </a:moveTo>
                  <a:lnTo>
                    <a:pt x="179645" y="72418"/>
                  </a:lnTo>
                  <a:lnTo>
                    <a:pt x="15909" y="91848"/>
                  </a:lnTo>
                  <a:lnTo>
                    <a:pt x="23545" y="35339"/>
                  </a:lnTo>
                  <a:close/>
                </a:path>
              </a:pathLst>
            </a:custGeom>
            <a:solidFill>
              <a:srgbClr val="B720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14C40A3-CF28-41BA-9910-FC9A9AE6B675}"/>
                </a:ext>
              </a:extLst>
            </p:cNvPr>
            <p:cNvSpPr/>
            <p:nvPr/>
          </p:nvSpPr>
          <p:spPr>
            <a:xfrm>
              <a:off x="5181208" y="3055629"/>
              <a:ext cx="407246" cy="187960"/>
            </a:xfrm>
            <a:custGeom>
              <a:avLst/>
              <a:gdLst>
                <a:gd name="connsiteX0" fmla="*/ 193659 w 275756"/>
                <a:gd name="connsiteY0" fmla="*/ 15986 h 127272"/>
                <a:gd name="connsiteX1" fmla="*/ 201614 w 275756"/>
                <a:gd name="connsiteY1" fmla="*/ 18361 h 127272"/>
                <a:gd name="connsiteX2" fmla="*/ 273098 w 275756"/>
                <a:gd name="connsiteY2" fmla="*/ 108131 h 127272"/>
                <a:gd name="connsiteX3" fmla="*/ 269980 w 275756"/>
                <a:gd name="connsiteY3" fmla="*/ 111843 h 127272"/>
                <a:gd name="connsiteX4" fmla="*/ 106244 w 275756"/>
                <a:gd name="connsiteY4" fmla="*/ 131252 h 127272"/>
                <a:gd name="connsiteX5" fmla="*/ 98290 w 275756"/>
                <a:gd name="connsiteY5" fmla="*/ 128876 h 127272"/>
                <a:gd name="connsiteX6" fmla="*/ 79538 w 275756"/>
                <a:gd name="connsiteY6" fmla="*/ 105310 h 127272"/>
                <a:gd name="connsiteX7" fmla="*/ 71732 w 275756"/>
                <a:gd name="connsiteY7" fmla="*/ 106816 h 127272"/>
                <a:gd name="connsiteX8" fmla="*/ 19254 w 275756"/>
                <a:gd name="connsiteY8" fmla="*/ 91098 h 127272"/>
                <a:gd name="connsiteX9" fmla="*/ 39808 w 275756"/>
                <a:gd name="connsiteY9" fmla="*/ 66746 h 127272"/>
                <a:gd name="connsiteX10" fmla="*/ 48463 w 275756"/>
                <a:gd name="connsiteY10" fmla="*/ 66301 h 127272"/>
                <a:gd name="connsiteX11" fmla="*/ 26784 w 275756"/>
                <a:gd name="connsiteY11" fmla="*/ 39064 h 127272"/>
                <a:gd name="connsiteX12" fmla="*/ 29924 w 275756"/>
                <a:gd name="connsiteY12" fmla="*/ 35374 h 127272"/>
                <a:gd name="connsiteX13" fmla="*/ 85541 w 275756"/>
                <a:gd name="connsiteY13" fmla="*/ 28777 h 127272"/>
                <a:gd name="connsiteX14" fmla="*/ 87514 w 275756"/>
                <a:gd name="connsiteY14" fmla="*/ 42204 h 127272"/>
                <a:gd name="connsiteX15" fmla="*/ 139971 w 275756"/>
                <a:gd name="connsiteY15" fmla="*/ 57901 h 127272"/>
                <a:gd name="connsiteX16" fmla="*/ 160590 w 275756"/>
                <a:gd name="connsiteY16" fmla="*/ 33549 h 127272"/>
                <a:gd name="connsiteX17" fmla="*/ 142687 w 275756"/>
                <a:gd name="connsiteY17" fmla="*/ 22010 h 127272"/>
                <a:gd name="connsiteX18" fmla="*/ 193659 w 275756"/>
                <a:gd name="connsiteY18" fmla="*/ 15986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5756" h="127272">
                  <a:moveTo>
                    <a:pt x="193659" y="15986"/>
                  </a:moveTo>
                  <a:cubicBezTo>
                    <a:pt x="196735" y="15604"/>
                    <a:pt x="200277" y="16686"/>
                    <a:pt x="201614" y="18361"/>
                  </a:cubicBezTo>
                  <a:lnTo>
                    <a:pt x="273098" y="108131"/>
                  </a:lnTo>
                  <a:cubicBezTo>
                    <a:pt x="274435" y="109828"/>
                    <a:pt x="273056" y="111461"/>
                    <a:pt x="269980" y="111843"/>
                  </a:cubicBezTo>
                  <a:lnTo>
                    <a:pt x="106244" y="131252"/>
                  </a:lnTo>
                  <a:cubicBezTo>
                    <a:pt x="103169" y="131613"/>
                    <a:pt x="99605" y="130552"/>
                    <a:pt x="98290" y="128876"/>
                  </a:cubicBezTo>
                  <a:lnTo>
                    <a:pt x="79538" y="105310"/>
                  </a:lnTo>
                  <a:cubicBezTo>
                    <a:pt x="77163" y="105946"/>
                    <a:pt x="74575" y="106497"/>
                    <a:pt x="71732" y="106816"/>
                  </a:cubicBezTo>
                  <a:cubicBezTo>
                    <a:pt x="51517" y="109213"/>
                    <a:pt x="28078" y="102170"/>
                    <a:pt x="19254" y="91098"/>
                  </a:cubicBezTo>
                  <a:cubicBezTo>
                    <a:pt x="10451" y="80046"/>
                    <a:pt x="19614" y="69143"/>
                    <a:pt x="39808" y="66746"/>
                  </a:cubicBezTo>
                  <a:cubicBezTo>
                    <a:pt x="42651" y="66407"/>
                    <a:pt x="45557" y="66280"/>
                    <a:pt x="48463" y="66301"/>
                  </a:cubicBezTo>
                  <a:lnTo>
                    <a:pt x="26784" y="39064"/>
                  </a:lnTo>
                  <a:cubicBezTo>
                    <a:pt x="25448" y="37389"/>
                    <a:pt x="26848" y="35734"/>
                    <a:pt x="29924" y="35374"/>
                  </a:cubicBezTo>
                  <a:lnTo>
                    <a:pt x="85541" y="28777"/>
                  </a:lnTo>
                  <a:cubicBezTo>
                    <a:pt x="83272" y="32786"/>
                    <a:pt x="83760" y="37495"/>
                    <a:pt x="87514" y="42204"/>
                  </a:cubicBezTo>
                  <a:cubicBezTo>
                    <a:pt x="96317" y="53255"/>
                    <a:pt x="119778" y="60298"/>
                    <a:pt x="139971" y="57901"/>
                  </a:cubicBezTo>
                  <a:cubicBezTo>
                    <a:pt x="160144" y="55504"/>
                    <a:pt x="169393" y="44580"/>
                    <a:pt x="160590" y="33549"/>
                  </a:cubicBezTo>
                  <a:cubicBezTo>
                    <a:pt x="156835" y="28819"/>
                    <a:pt x="150365" y="24852"/>
                    <a:pt x="142687" y="22010"/>
                  </a:cubicBezTo>
                  <a:lnTo>
                    <a:pt x="193659" y="15986"/>
                  </a:lnTo>
                  <a:close/>
                </a:path>
              </a:pathLst>
            </a:custGeom>
            <a:solidFill>
              <a:srgbClr val="EC222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9E98C19-18CB-4C12-AD19-D2FB38EA1F87}"/>
                </a:ext>
              </a:extLst>
            </p:cNvPr>
            <p:cNvSpPr/>
            <p:nvPr/>
          </p:nvSpPr>
          <p:spPr>
            <a:xfrm>
              <a:off x="5291562" y="3222494"/>
              <a:ext cx="62653" cy="125307"/>
            </a:xfrm>
            <a:custGeom>
              <a:avLst/>
              <a:gdLst>
                <a:gd name="connsiteX0" fmla="*/ 29209 w 42424"/>
                <a:gd name="connsiteY0" fmla="*/ 18306 h 84848"/>
                <a:gd name="connsiteX1" fmla="*/ 29124 w 42424"/>
                <a:gd name="connsiteY1" fmla="*/ 18306 h 84848"/>
                <a:gd name="connsiteX2" fmla="*/ 26897 w 42424"/>
                <a:gd name="connsiteY2" fmla="*/ 17861 h 84848"/>
                <a:gd name="connsiteX3" fmla="*/ 26897 w 42424"/>
                <a:gd name="connsiteY3" fmla="*/ 17861 h 84848"/>
                <a:gd name="connsiteX4" fmla="*/ 23567 w 42424"/>
                <a:gd name="connsiteY4" fmla="*/ 15909 h 84848"/>
                <a:gd name="connsiteX5" fmla="*/ 15909 w 42424"/>
                <a:gd name="connsiteY5" fmla="*/ 72439 h 84848"/>
                <a:gd name="connsiteX6" fmla="*/ 17245 w 42424"/>
                <a:gd name="connsiteY6" fmla="*/ 73521 h 84848"/>
                <a:gd name="connsiteX7" fmla="*/ 17267 w 42424"/>
                <a:gd name="connsiteY7" fmla="*/ 73542 h 84848"/>
                <a:gd name="connsiteX8" fmla="*/ 17351 w 42424"/>
                <a:gd name="connsiteY8" fmla="*/ 73585 h 84848"/>
                <a:gd name="connsiteX9" fmla="*/ 17861 w 42424"/>
                <a:gd name="connsiteY9" fmla="*/ 73860 h 84848"/>
                <a:gd name="connsiteX10" fmla="*/ 18433 w 42424"/>
                <a:gd name="connsiteY10" fmla="*/ 74094 h 84848"/>
                <a:gd name="connsiteX11" fmla="*/ 18964 w 42424"/>
                <a:gd name="connsiteY11" fmla="*/ 74285 h 84848"/>
                <a:gd name="connsiteX12" fmla="*/ 19176 w 42424"/>
                <a:gd name="connsiteY12" fmla="*/ 74348 h 84848"/>
                <a:gd name="connsiteX13" fmla="*/ 19282 w 42424"/>
                <a:gd name="connsiteY13" fmla="*/ 74391 h 84848"/>
                <a:gd name="connsiteX14" fmla="*/ 19494 w 42424"/>
                <a:gd name="connsiteY14" fmla="*/ 74433 h 84848"/>
                <a:gd name="connsiteX15" fmla="*/ 20045 w 42424"/>
                <a:gd name="connsiteY15" fmla="*/ 74582 h 84848"/>
                <a:gd name="connsiteX16" fmla="*/ 20618 w 42424"/>
                <a:gd name="connsiteY16" fmla="*/ 74688 h 84848"/>
                <a:gd name="connsiteX17" fmla="*/ 21255 w 42424"/>
                <a:gd name="connsiteY17" fmla="*/ 74772 h 84848"/>
                <a:gd name="connsiteX18" fmla="*/ 21488 w 42424"/>
                <a:gd name="connsiteY18" fmla="*/ 74794 h 84848"/>
                <a:gd name="connsiteX19" fmla="*/ 21551 w 42424"/>
                <a:gd name="connsiteY19" fmla="*/ 74794 h 84848"/>
                <a:gd name="connsiteX20" fmla="*/ 21954 w 42424"/>
                <a:gd name="connsiteY20" fmla="*/ 74815 h 84848"/>
                <a:gd name="connsiteX21" fmla="*/ 22888 w 42424"/>
                <a:gd name="connsiteY21" fmla="*/ 74836 h 84848"/>
                <a:gd name="connsiteX22" fmla="*/ 23864 w 42424"/>
                <a:gd name="connsiteY22" fmla="*/ 74751 h 84848"/>
                <a:gd name="connsiteX23" fmla="*/ 31500 w 42424"/>
                <a:gd name="connsiteY23" fmla="*/ 18242 h 84848"/>
                <a:gd name="connsiteX24" fmla="*/ 29209 w 42424"/>
                <a:gd name="connsiteY24" fmla="*/ 18306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424" h="84848">
                  <a:moveTo>
                    <a:pt x="29209" y="18306"/>
                  </a:moveTo>
                  <a:cubicBezTo>
                    <a:pt x="29188" y="18306"/>
                    <a:pt x="29167" y="18306"/>
                    <a:pt x="29124" y="18306"/>
                  </a:cubicBezTo>
                  <a:cubicBezTo>
                    <a:pt x="28361" y="18242"/>
                    <a:pt x="27597" y="18073"/>
                    <a:pt x="26897" y="17861"/>
                  </a:cubicBezTo>
                  <a:lnTo>
                    <a:pt x="26897" y="17861"/>
                  </a:lnTo>
                  <a:cubicBezTo>
                    <a:pt x="25454" y="17415"/>
                    <a:pt x="24224" y="16736"/>
                    <a:pt x="23567" y="15909"/>
                  </a:cubicBezTo>
                  <a:lnTo>
                    <a:pt x="15909" y="72439"/>
                  </a:lnTo>
                  <a:cubicBezTo>
                    <a:pt x="16248" y="72842"/>
                    <a:pt x="16694" y="73224"/>
                    <a:pt x="17245" y="73521"/>
                  </a:cubicBezTo>
                  <a:cubicBezTo>
                    <a:pt x="17245" y="73542"/>
                    <a:pt x="17245" y="73542"/>
                    <a:pt x="17267" y="73542"/>
                  </a:cubicBezTo>
                  <a:cubicBezTo>
                    <a:pt x="17288" y="73542"/>
                    <a:pt x="17330" y="73563"/>
                    <a:pt x="17351" y="73585"/>
                  </a:cubicBezTo>
                  <a:cubicBezTo>
                    <a:pt x="17521" y="73691"/>
                    <a:pt x="17691" y="73776"/>
                    <a:pt x="17861" y="73860"/>
                  </a:cubicBezTo>
                  <a:cubicBezTo>
                    <a:pt x="18051" y="73945"/>
                    <a:pt x="18242" y="74030"/>
                    <a:pt x="18433" y="74094"/>
                  </a:cubicBezTo>
                  <a:cubicBezTo>
                    <a:pt x="18603" y="74178"/>
                    <a:pt x="18794" y="74242"/>
                    <a:pt x="18964" y="74285"/>
                  </a:cubicBezTo>
                  <a:cubicBezTo>
                    <a:pt x="19027" y="74306"/>
                    <a:pt x="19112" y="74327"/>
                    <a:pt x="19176" y="74348"/>
                  </a:cubicBezTo>
                  <a:cubicBezTo>
                    <a:pt x="19218" y="74348"/>
                    <a:pt x="19239" y="74369"/>
                    <a:pt x="19282" y="74391"/>
                  </a:cubicBezTo>
                  <a:cubicBezTo>
                    <a:pt x="19345" y="74391"/>
                    <a:pt x="19430" y="74412"/>
                    <a:pt x="19494" y="74433"/>
                  </a:cubicBezTo>
                  <a:cubicBezTo>
                    <a:pt x="19685" y="74497"/>
                    <a:pt x="19876" y="74539"/>
                    <a:pt x="20045" y="74582"/>
                  </a:cubicBezTo>
                  <a:cubicBezTo>
                    <a:pt x="20236" y="74603"/>
                    <a:pt x="20427" y="74666"/>
                    <a:pt x="20618" y="74688"/>
                  </a:cubicBezTo>
                  <a:cubicBezTo>
                    <a:pt x="20830" y="74709"/>
                    <a:pt x="21042" y="74751"/>
                    <a:pt x="21255" y="74772"/>
                  </a:cubicBezTo>
                  <a:cubicBezTo>
                    <a:pt x="21318" y="74772"/>
                    <a:pt x="21403" y="74772"/>
                    <a:pt x="21488" y="74794"/>
                  </a:cubicBezTo>
                  <a:cubicBezTo>
                    <a:pt x="21509" y="74794"/>
                    <a:pt x="21530" y="74794"/>
                    <a:pt x="21551" y="74794"/>
                  </a:cubicBezTo>
                  <a:cubicBezTo>
                    <a:pt x="21700" y="74794"/>
                    <a:pt x="21827" y="74815"/>
                    <a:pt x="21954" y="74815"/>
                  </a:cubicBezTo>
                  <a:cubicBezTo>
                    <a:pt x="22251" y="74836"/>
                    <a:pt x="22570" y="74836"/>
                    <a:pt x="22888" y="74836"/>
                  </a:cubicBezTo>
                  <a:cubicBezTo>
                    <a:pt x="23206" y="74836"/>
                    <a:pt x="23545" y="74794"/>
                    <a:pt x="23864" y="74751"/>
                  </a:cubicBezTo>
                  <a:lnTo>
                    <a:pt x="31500" y="18242"/>
                  </a:lnTo>
                  <a:cubicBezTo>
                    <a:pt x="30757" y="18370"/>
                    <a:pt x="29973" y="18370"/>
                    <a:pt x="29209" y="18306"/>
                  </a:cubicBezTo>
                  <a:close/>
                </a:path>
              </a:pathLst>
            </a:custGeom>
            <a:solidFill>
              <a:srgbClr val="7B131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F192075-33AE-4643-8EA2-E47404B1B759}"/>
                </a:ext>
              </a:extLst>
            </p:cNvPr>
            <p:cNvSpPr/>
            <p:nvPr/>
          </p:nvSpPr>
          <p:spPr>
            <a:xfrm>
              <a:off x="5290090" y="3235133"/>
              <a:ext cx="62653" cy="93980"/>
            </a:xfrm>
            <a:custGeom>
              <a:avLst/>
              <a:gdLst>
                <a:gd name="connsiteX0" fmla="*/ 37651 w 42424"/>
                <a:gd name="connsiteY0" fmla="*/ 46912 h 63636"/>
                <a:gd name="connsiteX1" fmla="*/ 34024 w 42424"/>
                <a:gd name="connsiteY1" fmla="*/ 35224 h 63636"/>
                <a:gd name="connsiteX2" fmla="*/ 32009 w 42424"/>
                <a:gd name="connsiteY2" fmla="*/ 27566 h 63636"/>
                <a:gd name="connsiteX3" fmla="*/ 28806 w 42424"/>
                <a:gd name="connsiteY3" fmla="*/ 31172 h 63636"/>
                <a:gd name="connsiteX4" fmla="*/ 24373 w 42424"/>
                <a:gd name="connsiteY4" fmla="*/ 31596 h 63636"/>
                <a:gd name="connsiteX5" fmla="*/ 21551 w 42424"/>
                <a:gd name="connsiteY5" fmla="*/ 16260 h 63636"/>
                <a:gd name="connsiteX6" fmla="*/ 17924 w 42424"/>
                <a:gd name="connsiteY6" fmla="*/ 17066 h 63636"/>
                <a:gd name="connsiteX7" fmla="*/ 17924 w 42424"/>
                <a:gd name="connsiteY7" fmla="*/ 25954 h 63636"/>
                <a:gd name="connsiteX8" fmla="*/ 16312 w 42424"/>
                <a:gd name="connsiteY8" fmla="*/ 33590 h 63636"/>
                <a:gd name="connsiteX9" fmla="*/ 15909 w 42424"/>
                <a:gd name="connsiteY9" fmla="*/ 41269 h 63636"/>
                <a:gd name="connsiteX10" fmla="*/ 19536 w 42424"/>
                <a:gd name="connsiteY10" fmla="*/ 49690 h 63636"/>
                <a:gd name="connsiteX11" fmla="*/ 26791 w 42424"/>
                <a:gd name="connsiteY11" fmla="*/ 55375 h 63636"/>
                <a:gd name="connsiteX12" fmla="*/ 33239 w 42424"/>
                <a:gd name="connsiteY12" fmla="*/ 56584 h 63636"/>
                <a:gd name="connsiteX13" fmla="*/ 37651 w 42424"/>
                <a:gd name="connsiteY13" fmla="*/ 46912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24" h="63636">
                  <a:moveTo>
                    <a:pt x="37651" y="46912"/>
                  </a:moveTo>
                  <a:cubicBezTo>
                    <a:pt x="37651" y="46912"/>
                    <a:pt x="35636" y="38045"/>
                    <a:pt x="34024" y="35224"/>
                  </a:cubicBezTo>
                  <a:cubicBezTo>
                    <a:pt x="32412" y="32381"/>
                    <a:pt x="32009" y="27566"/>
                    <a:pt x="32009" y="27566"/>
                  </a:cubicBezTo>
                  <a:cubicBezTo>
                    <a:pt x="32009" y="27566"/>
                    <a:pt x="28382" y="27163"/>
                    <a:pt x="28806" y="31172"/>
                  </a:cubicBezTo>
                  <a:cubicBezTo>
                    <a:pt x="29209" y="35202"/>
                    <a:pt x="25582" y="33993"/>
                    <a:pt x="24373" y="31596"/>
                  </a:cubicBezTo>
                  <a:cubicBezTo>
                    <a:pt x="23142" y="29178"/>
                    <a:pt x="21551" y="16260"/>
                    <a:pt x="21551" y="16260"/>
                  </a:cubicBezTo>
                  <a:cubicBezTo>
                    <a:pt x="21551" y="16260"/>
                    <a:pt x="17924" y="15072"/>
                    <a:pt x="17924" y="17066"/>
                  </a:cubicBezTo>
                  <a:cubicBezTo>
                    <a:pt x="17924" y="19102"/>
                    <a:pt x="17924" y="25954"/>
                    <a:pt x="17924" y="25954"/>
                  </a:cubicBezTo>
                  <a:cubicBezTo>
                    <a:pt x="17924" y="25954"/>
                    <a:pt x="16736" y="32381"/>
                    <a:pt x="16312" y="33590"/>
                  </a:cubicBezTo>
                  <a:cubicBezTo>
                    <a:pt x="15909" y="34821"/>
                    <a:pt x="15909" y="39636"/>
                    <a:pt x="15909" y="41269"/>
                  </a:cubicBezTo>
                  <a:cubicBezTo>
                    <a:pt x="15909" y="42881"/>
                    <a:pt x="17924" y="47696"/>
                    <a:pt x="19536" y="49690"/>
                  </a:cubicBezTo>
                  <a:cubicBezTo>
                    <a:pt x="21148" y="51727"/>
                    <a:pt x="26791" y="55375"/>
                    <a:pt x="26791" y="55375"/>
                  </a:cubicBezTo>
                  <a:lnTo>
                    <a:pt x="33239" y="56584"/>
                  </a:lnTo>
                  <a:lnTo>
                    <a:pt x="37651" y="46912"/>
                  </a:ln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5BA09B3-5A54-46A5-A482-335474B9ED33}"/>
                </a:ext>
              </a:extLst>
            </p:cNvPr>
            <p:cNvSpPr/>
            <p:nvPr/>
          </p:nvSpPr>
          <p:spPr>
            <a:xfrm>
              <a:off x="5440145" y="3151101"/>
              <a:ext cx="93980" cy="62653"/>
            </a:xfrm>
            <a:custGeom>
              <a:avLst/>
              <a:gdLst>
                <a:gd name="connsiteX0" fmla="*/ 51503 w 63636"/>
                <a:gd name="connsiteY0" fmla="*/ 23121 h 42424"/>
                <a:gd name="connsiteX1" fmla="*/ 51142 w 63636"/>
                <a:gd name="connsiteY1" fmla="*/ 27067 h 42424"/>
                <a:gd name="connsiteX2" fmla="*/ 19133 w 63636"/>
                <a:gd name="connsiteY2" fmla="*/ 32476 h 42424"/>
                <a:gd name="connsiteX3" fmla="*/ 15909 w 63636"/>
                <a:gd name="connsiteY3" fmla="*/ 32836 h 42424"/>
                <a:gd name="connsiteX4" fmla="*/ 18412 w 63636"/>
                <a:gd name="connsiteY4" fmla="*/ 22739 h 42424"/>
                <a:gd name="connsiteX5" fmla="*/ 17691 w 63636"/>
                <a:gd name="connsiteY5" fmla="*/ 15909 h 42424"/>
                <a:gd name="connsiteX6" fmla="*/ 47557 w 63636"/>
                <a:gd name="connsiteY6" fmla="*/ 22018 h 42424"/>
                <a:gd name="connsiteX7" fmla="*/ 51503 w 63636"/>
                <a:gd name="connsiteY7" fmla="*/ 2312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42424">
                  <a:moveTo>
                    <a:pt x="51503" y="23121"/>
                  </a:moveTo>
                  <a:lnTo>
                    <a:pt x="51142" y="27067"/>
                  </a:lnTo>
                  <a:lnTo>
                    <a:pt x="19133" y="32476"/>
                  </a:lnTo>
                  <a:lnTo>
                    <a:pt x="15909" y="32836"/>
                  </a:lnTo>
                  <a:cubicBezTo>
                    <a:pt x="15909" y="32836"/>
                    <a:pt x="19133" y="29591"/>
                    <a:pt x="18412" y="22739"/>
                  </a:cubicBezTo>
                  <a:cubicBezTo>
                    <a:pt x="17691" y="15909"/>
                    <a:pt x="17691" y="15909"/>
                    <a:pt x="17691" y="15909"/>
                  </a:cubicBezTo>
                  <a:lnTo>
                    <a:pt x="47557" y="22018"/>
                  </a:lnTo>
                  <a:lnTo>
                    <a:pt x="51503" y="23121"/>
                  </a:ln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33BB0C2-5197-406E-AA04-1E6F5CF5B8AE}"/>
                </a:ext>
              </a:extLst>
            </p:cNvPr>
            <p:cNvSpPr/>
            <p:nvPr/>
          </p:nvSpPr>
          <p:spPr>
            <a:xfrm>
              <a:off x="5417276" y="3105396"/>
              <a:ext cx="31327" cy="62653"/>
            </a:xfrm>
            <a:custGeom>
              <a:avLst/>
              <a:gdLst>
                <a:gd name="connsiteX0" fmla="*/ 20236 w 21212"/>
                <a:gd name="connsiteY0" fmla="*/ 15909 h 42424"/>
                <a:gd name="connsiteX1" fmla="*/ 15909 w 21212"/>
                <a:gd name="connsiteY1" fmla="*/ 30673 h 42424"/>
                <a:gd name="connsiteX2" fmla="*/ 20936 w 21212"/>
                <a:gd name="connsiteY2" fmla="*/ 33918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12" h="42424">
                  <a:moveTo>
                    <a:pt x="20236" y="15909"/>
                  </a:moveTo>
                  <a:lnTo>
                    <a:pt x="15909" y="30673"/>
                  </a:lnTo>
                  <a:lnTo>
                    <a:pt x="20936" y="33918"/>
                  </a:ln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D327C117-141B-4000-BED3-73F25BE7F0C1}"/>
                </a:ext>
              </a:extLst>
            </p:cNvPr>
            <p:cNvSpPr/>
            <p:nvPr/>
          </p:nvSpPr>
          <p:spPr>
            <a:xfrm>
              <a:off x="5421537" y="3090233"/>
              <a:ext cx="62653" cy="93980"/>
            </a:xfrm>
            <a:custGeom>
              <a:avLst/>
              <a:gdLst>
                <a:gd name="connsiteX0" fmla="*/ 15909 w 42424"/>
                <a:gd name="connsiteY0" fmla="*/ 30885 h 63636"/>
                <a:gd name="connsiteX1" fmla="*/ 18348 w 42424"/>
                <a:gd name="connsiteY1" fmla="*/ 15909 h 63636"/>
                <a:gd name="connsiteX2" fmla="*/ 20936 w 42424"/>
                <a:gd name="connsiteY2" fmla="*/ 18264 h 63636"/>
                <a:gd name="connsiteX3" fmla="*/ 25285 w 42424"/>
                <a:gd name="connsiteY3" fmla="*/ 25455 h 63636"/>
                <a:gd name="connsiteX4" fmla="*/ 23864 w 42424"/>
                <a:gd name="connsiteY4" fmla="*/ 31203 h 63636"/>
                <a:gd name="connsiteX5" fmla="*/ 22379 w 42424"/>
                <a:gd name="connsiteY5" fmla="*/ 40579 h 63636"/>
                <a:gd name="connsiteX6" fmla="*/ 28148 w 42424"/>
                <a:gd name="connsiteY6" fmla="*/ 29039 h 63636"/>
                <a:gd name="connsiteX7" fmla="*/ 31012 w 42424"/>
                <a:gd name="connsiteY7" fmla="*/ 39115 h 63636"/>
                <a:gd name="connsiteX8" fmla="*/ 32157 w 42424"/>
                <a:gd name="connsiteY8" fmla="*/ 64400 h 63636"/>
                <a:gd name="connsiteX9" fmla="*/ 23439 w 42424"/>
                <a:gd name="connsiteY9" fmla="*/ 60709 h 63636"/>
                <a:gd name="connsiteX10" fmla="*/ 15909 w 42424"/>
                <a:gd name="connsiteY10" fmla="*/ 3088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24" h="63636">
                  <a:moveTo>
                    <a:pt x="15909" y="30885"/>
                  </a:moveTo>
                  <a:cubicBezTo>
                    <a:pt x="15909" y="25561"/>
                    <a:pt x="16757" y="20491"/>
                    <a:pt x="18348" y="15909"/>
                  </a:cubicBezTo>
                  <a:cubicBezTo>
                    <a:pt x="18794" y="17012"/>
                    <a:pt x="19409" y="18009"/>
                    <a:pt x="20936" y="18264"/>
                  </a:cubicBezTo>
                  <a:cubicBezTo>
                    <a:pt x="25285" y="18964"/>
                    <a:pt x="25285" y="25455"/>
                    <a:pt x="25285" y="25455"/>
                  </a:cubicBezTo>
                  <a:lnTo>
                    <a:pt x="23864" y="31203"/>
                  </a:lnTo>
                  <a:lnTo>
                    <a:pt x="22379" y="40579"/>
                  </a:lnTo>
                  <a:cubicBezTo>
                    <a:pt x="22379" y="40579"/>
                    <a:pt x="25985" y="29803"/>
                    <a:pt x="28148" y="29039"/>
                  </a:cubicBezTo>
                  <a:cubicBezTo>
                    <a:pt x="30291" y="28339"/>
                    <a:pt x="33176" y="33388"/>
                    <a:pt x="31012" y="39115"/>
                  </a:cubicBezTo>
                  <a:cubicBezTo>
                    <a:pt x="29251" y="43866"/>
                    <a:pt x="31309" y="58991"/>
                    <a:pt x="32157" y="64400"/>
                  </a:cubicBezTo>
                  <a:cubicBezTo>
                    <a:pt x="29294" y="62469"/>
                    <a:pt x="25667" y="63572"/>
                    <a:pt x="23439" y="60709"/>
                  </a:cubicBezTo>
                  <a:cubicBezTo>
                    <a:pt x="18136" y="53879"/>
                    <a:pt x="15909" y="41109"/>
                    <a:pt x="15909" y="30885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3D02B83-5570-4F4F-A79E-3CC4ACDE9FC5}"/>
                </a:ext>
              </a:extLst>
            </p:cNvPr>
            <p:cNvSpPr/>
            <p:nvPr/>
          </p:nvSpPr>
          <p:spPr>
            <a:xfrm>
              <a:off x="5463752" y="3657246"/>
              <a:ext cx="125307" cy="62653"/>
            </a:xfrm>
            <a:custGeom>
              <a:avLst/>
              <a:gdLst>
                <a:gd name="connsiteX0" fmla="*/ 69457 w 84848"/>
                <a:gd name="connsiteY0" fmla="*/ 30206 h 42424"/>
                <a:gd name="connsiteX1" fmla="*/ 66614 w 84848"/>
                <a:gd name="connsiteY1" fmla="*/ 36888 h 42424"/>
                <a:gd name="connsiteX2" fmla="*/ 51999 w 84848"/>
                <a:gd name="connsiteY2" fmla="*/ 38797 h 42424"/>
                <a:gd name="connsiteX3" fmla="*/ 38933 w 84848"/>
                <a:gd name="connsiteY3" fmla="*/ 33409 h 42424"/>
                <a:gd name="connsiteX4" fmla="*/ 16087 w 84848"/>
                <a:gd name="connsiteY4" fmla="*/ 24479 h 42424"/>
                <a:gd name="connsiteX5" fmla="*/ 16724 w 84848"/>
                <a:gd name="connsiteY5" fmla="*/ 17182 h 42424"/>
                <a:gd name="connsiteX6" fmla="*/ 26863 w 84848"/>
                <a:gd name="connsiteY6" fmla="*/ 15909 h 42424"/>
                <a:gd name="connsiteX7" fmla="*/ 69457 w 84848"/>
                <a:gd name="connsiteY7" fmla="*/ 30206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69457" y="30206"/>
                  </a:moveTo>
                  <a:cubicBezTo>
                    <a:pt x="69457" y="30206"/>
                    <a:pt x="69542" y="34936"/>
                    <a:pt x="66614" y="36888"/>
                  </a:cubicBezTo>
                  <a:cubicBezTo>
                    <a:pt x="63772" y="38797"/>
                    <a:pt x="54863" y="40091"/>
                    <a:pt x="51999" y="38797"/>
                  </a:cubicBezTo>
                  <a:cubicBezTo>
                    <a:pt x="49136" y="37503"/>
                    <a:pt x="42751" y="34342"/>
                    <a:pt x="38933" y="33409"/>
                  </a:cubicBezTo>
                  <a:cubicBezTo>
                    <a:pt x="35136" y="32412"/>
                    <a:pt x="16724" y="27363"/>
                    <a:pt x="16087" y="24479"/>
                  </a:cubicBezTo>
                  <a:cubicBezTo>
                    <a:pt x="15451" y="21636"/>
                    <a:pt x="16724" y="17182"/>
                    <a:pt x="16724" y="17182"/>
                  </a:cubicBezTo>
                  <a:lnTo>
                    <a:pt x="26863" y="15909"/>
                  </a:lnTo>
                  <a:lnTo>
                    <a:pt x="69457" y="30206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CB60F83-E6BC-4B8E-AFC1-9EAB203C1CD7}"/>
                </a:ext>
              </a:extLst>
            </p:cNvPr>
            <p:cNvSpPr/>
            <p:nvPr/>
          </p:nvSpPr>
          <p:spPr>
            <a:xfrm>
              <a:off x="5463886" y="3653048"/>
              <a:ext cx="125307" cy="62653"/>
            </a:xfrm>
            <a:custGeom>
              <a:avLst/>
              <a:gdLst>
                <a:gd name="connsiteX0" fmla="*/ 46500 w 84848"/>
                <a:gd name="connsiteY0" fmla="*/ 15909 h 42424"/>
                <a:gd name="connsiteX1" fmla="*/ 23930 w 84848"/>
                <a:gd name="connsiteY1" fmla="*/ 16567 h 42424"/>
                <a:gd name="connsiteX2" fmla="*/ 16655 w 84848"/>
                <a:gd name="connsiteY2" fmla="*/ 20024 h 42424"/>
                <a:gd name="connsiteX3" fmla="*/ 21724 w 84848"/>
                <a:gd name="connsiteY3" fmla="*/ 27979 h 42424"/>
                <a:gd name="connsiteX4" fmla="*/ 50361 w 84848"/>
                <a:gd name="connsiteY4" fmla="*/ 37800 h 42424"/>
                <a:gd name="connsiteX5" fmla="*/ 67500 w 84848"/>
                <a:gd name="connsiteY5" fmla="*/ 35594 h 42424"/>
                <a:gd name="connsiteX6" fmla="*/ 68454 w 84848"/>
                <a:gd name="connsiteY6" fmla="*/ 23185 h 42424"/>
                <a:gd name="connsiteX7" fmla="*/ 46500 w 84848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46500" y="15909"/>
                  </a:moveTo>
                  <a:lnTo>
                    <a:pt x="23930" y="16567"/>
                  </a:lnTo>
                  <a:cubicBezTo>
                    <a:pt x="23930" y="16567"/>
                    <a:pt x="17588" y="17479"/>
                    <a:pt x="16655" y="20024"/>
                  </a:cubicBezTo>
                  <a:cubicBezTo>
                    <a:pt x="15700" y="22570"/>
                    <a:pt x="14406" y="25412"/>
                    <a:pt x="21724" y="27979"/>
                  </a:cubicBezTo>
                  <a:cubicBezTo>
                    <a:pt x="29043" y="30482"/>
                    <a:pt x="47794" y="36527"/>
                    <a:pt x="50361" y="37800"/>
                  </a:cubicBezTo>
                  <a:cubicBezTo>
                    <a:pt x="52885" y="39115"/>
                    <a:pt x="63342" y="38776"/>
                    <a:pt x="67500" y="35594"/>
                  </a:cubicBezTo>
                  <a:cubicBezTo>
                    <a:pt x="71636" y="32412"/>
                    <a:pt x="70342" y="27639"/>
                    <a:pt x="68454" y="23185"/>
                  </a:cubicBezTo>
                  <a:cubicBezTo>
                    <a:pt x="66524" y="18773"/>
                    <a:pt x="46500" y="15909"/>
                    <a:pt x="46500" y="15909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A25678B5-6FF9-4FD1-894C-8219F8868DDA}"/>
                </a:ext>
              </a:extLst>
            </p:cNvPr>
            <p:cNvSpPr/>
            <p:nvPr/>
          </p:nvSpPr>
          <p:spPr>
            <a:xfrm>
              <a:off x="5493974" y="3651733"/>
              <a:ext cx="31327" cy="31327"/>
            </a:xfrm>
            <a:custGeom>
              <a:avLst/>
              <a:gdLst>
                <a:gd name="connsiteX0" fmla="*/ 22647 w 21212"/>
                <a:gd name="connsiteY0" fmla="*/ 16206 h 21212"/>
                <a:gd name="connsiteX1" fmla="*/ 18681 w 21212"/>
                <a:gd name="connsiteY1" fmla="*/ 20851 h 21212"/>
                <a:gd name="connsiteX2" fmla="*/ 16114 w 21212"/>
                <a:gd name="connsiteY2" fmla="*/ 20597 h 21212"/>
                <a:gd name="connsiteX3" fmla="*/ 19763 w 21212"/>
                <a:gd name="connsiteY3" fmla="*/ 15909 h 21212"/>
                <a:gd name="connsiteX4" fmla="*/ 22647 w 21212"/>
                <a:gd name="connsiteY4" fmla="*/ 1620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2647" y="16206"/>
                  </a:moveTo>
                  <a:cubicBezTo>
                    <a:pt x="22647" y="16206"/>
                    <a:pt x="19232" y="20045"/>
                    <a:pt x="18681" y="20851"/>
                  </a:cubicBezTo>
                  <a:cubicBezTo>
                    <a:pt x="18172" y="21679"/>
                    <a:pt x="15096" y="22315"/>
                    <a:pt x="16114" y="20597"/>
                  </a:cubicBezTo>
                  <a:cubicBezTo>
                    <a:pt x="17132" y="18900"/>
                    <a:pt x="19763" y="15909"/>
                    <a:pt x="19763" y="15909"/>
                  </a:cubicBezTo>
                  <a:lnTo>
                    <a:pt x="22647" y="16206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EF210808-4718-4148-A9C8-D9DF57EDA778}"/>
                </a:ext>
              </a:extLst>
            </p:cNvPr>
            <p:cNvSpPr/>
            <p:nvPr/>
          </p:nvSpPr>
          <p:spPr>
            <a:xfrm>
              <a:off x="5486038" y="3651733"/>
              <a:ext cx="31327" cy="31327"/>
            </a:xfrm>
            <a:custGeom>
              <a:avLst/>
              <a:gdLst>
                <a:gd name="connsiteX0" fmla="*/ 22634 w 21212"/>
                <a:gd name="connsiteY0" fmla="*/ 16206 h 21212"/>
                <a:gd name="connsiteX1" fmla="*/ 18667 w 21212"/>
                <a:gd name="connsiteY1" fmla="*/ 20851 h 21212"/>
                <a:gd name="connsiteX2" fmla="*/ 16122 w 21212"/>
                <a:gd name="connsiteY2" fmla="*/ 20597 h 21212"/>
                <a:gd name="connsiteX3" fmla="*/ 19749 w 21212"/>
                <a:gd name="connsiteY3" fmla="*/ 15909 h 21212"/>
                <a:gd name="connsiteX4" fmla="*/ 22634 w 21212"/>
                <a:gd name="connsiteY4" fmla="*/ 1620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2634" y="16206"/>
                  </a:moveTo>
                  <a:cubicBezTo>
                    <a:pt x="22634" y="16206"/>
                    <a:pt x="19176" y="20045"/>
                    <a:pt x="18667" y="20851"/>
                  </a:cubicBezTo>
                  <a:cubicBezTo>
                    <a:pt x="18158" y="21679"/>
                    <a:pt x="15083" y="22315"/>
                    <a:pt x="16122" y="20597"/>
                  </a:cubicBezTo>
                  <a:cubicBezTo>
                    <a:pt x="17140" y="18900"/>
                    <a:pt x="19749" y="15909"/>
                    <a:pt x="19749" y="15909"/>
                  </a:cubicBezTo>
                  <a:lnTo>
                    <a:pt x="22634" y="16206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A6AA7594-C48B-4751-A29C-54A209676270}"/>
                </a:ext>
              </a:extLst>
            </p:cNvPr>
            <p:cNvSpPr/>
            <p:nvPr/>
          </p:nvSpPr>
          <p:spPr>
            <a:xfrm>
              <a:off x="5360105" y="3720682"/>
              <a:ext cx="125307" cy="62653"/>
            </a:xfrm>
            <a:custGeom>
              <a:avLst/>
              <a:gdLst>
                <a:gd name="connsiteX0" fmla="*/ 76555 w 84848"/>
                <a:gd name="connsiteY0" fmla="*/ 32094 h 42424"/>
                <a:gd name="connsiteX1" fmla="*/ 73331 w 84848"/>
                <a:gd name="connsiteY1" fmla="*/ 39667 h 42424"/>
                <a:gd name="connsiteX2" fmla="*/ 56785 w 84848"/>
                <a:gd name="connsiteY2" fmla="*/ 41851 h 42424"/>
                <a:gd name="connsiteX3" fmla="*/ 42022 w 84848"/>
                <a:gd name="connsiteY3" fmla="*/ 35700 h 42424"/>
                <a:gd name="connsiteX4" fmla="*/ 16101 w 84848"/>
                <a:gd name="connsiteY4" fmla="*/ 25624 h 42424"/>
                <a:gd name="connsiteX5" fmla="*/ 16843 w 84848"/>
                <a:gd name="connsiteY5" fmla="*/ 17330 h 42424"/>
                <a:gd name="connsiteX6" fmla="*/ 28382 w 84848"/>
                <a:gd name="connsiteY6" fmla="*/ 15909 h 42424"/>
                <a:gd name="connsiteX7" fmla="*/ 76555 w 84848"/>
                <a:gd name="connsiteY7" fmla="*/ 3209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76555" y="32094"/>
                  </a:moveTo>
                  <a:cubicBezTo>
                    <a:pt x="76555" y="32094"/>
                    <a:pt x="76682" y="37418"/>
                    <a:pt x="73331" y="39667"/>
                  </a:cubicBezTo>
                  <a:cubicBezTo>
                    <a:pt x="70106" y="41851"/>
                    <a:pt x="60010" y="43273"/>
                    <a:pt x="56785" y="41851"/>
                  </a:cubicBezTo>
                  <a:cubicBezTo>
                    <a:pt x="53519" y="40409"/>
                    <a:pt x="46349" y="36845"/>
                    <a:pt x="42022" y="35700"/>
                  </a:cubicBezTo>
                  <a:cubicBezTo>
                    <a:pt x="37716" y="34618"/>
                    <a:pt x="16843" y="28912"/>
                    <a:pt x="16101" y="25624"/>
                  </a:cubicBezTo>
                  <a:cubicBezTo>
                    <a:pt x="15401" y="22421"/>
                    <a:pt x="16843" y="17330"/>
                    <a:pt x="16843" y="17330"/>
                  </a:cubicBezTo>
                  <a:lnTo>
                    <a:pt x="28382" y="15909"/>
                  </a:lnTo>
                  <a:lnTo>
                    <a:pt x="76555" y="32094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D746E61-729B-4130-BE19-46DAF1FDF0B6}"/>
                </a:ext>
              </a:extLst>
            </p:cNvPr>
            <p:cNvSpPr/>
            <p:nvPr/>
          </p:nvSpPr>
          <p:spPr>
            <a:xfrm>
              <a:off x="5360236" y="3715983"/>
              <a:ext cx="125307" cy="62653"/>
            </a:xfrm>
            <a:custGeom>
              <a:avLst/>
              <a:gdLst>
                <a:gd name="connsiteX0" fmla="*/ 50565 w 84848"/>
                <a:gd name="connsiteY0" fmla="*/ 15909 h 42424"/>
                <a:gd name="connsiteX1" fmla="*/ 25026 w 84848"/>
                <a:gd name="connsiteY1" fmla="*/ 16567 h 42424"/>
                <a:gd name="connsiteX2" fmla="*/ 16732 w 84848"/>
                <a:gd name="connsiteY2" fmla="*/ 20533 h 42424"/>
                <a:gd name="connsiteX3" fmla="*/ 22502 w 84848"/>
                <a:gd name="connsiteY3" fmla="*/ 29548 h 42424"/>
                <a:gd name="connsiteX4" fmla="*/ 54871 w 84848"/>
                <a:gd name="connsiteY4" fmla="*/ 40727 h 42424"/>
                <a:gd name="connsiteX5" fmla="*/ 74301 w 84848"/>
                <a:gd name="connsiteY5" fmla="*/ 38203 h 42424"/>
                <a:gd name="connsiteX6" fmla="*/ 75383 w 84848"/>
                <a:gd name="connsiteY6" fmla="*/ 24182 h 42424"/>
                <a:gd name="connsiteX7" fmla="*/ 50565 w 84848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50565" y="15909"/>
                  </a:moveTo>
                  <a:lnTo>
                    <a:pt x="25026" y="16567"/>
                  </a:lnTo>
                  <a:cubicBezTo>
                    <a:pt x="25026" y="16567"/>
                    <a:pt x="17835" y="17670"/>
                    <a:pt x="16732" y="20533"/>
                  </a:cubicBezTo>
                  <a:cubicBezTo>
                    <a:pt x="15671" y="23439"/>
                    <a:pt x="14229" y="26685"/>
                    <a:pt x="22502" y="29548"/>
                  </a:cubicBezTo>
                  <a:cubicBezTo>
                    <a:pt x="30796" y="32454"/>
                    <a:pt x="51965" y="39263"/>
                    <a:pt x="54871" y="40727"/>
                  </a:cubicBezTo>
                  <a:cubicBezTo>
                    <a:pt x="57735" y="42148"/>
                    <a:pt x="69635" y="41766"/>
                    <a:pt x="74301" y="38203"/>
                  </a:cubicBezTo>
                  <a:cubicBezTo>
                    <a:pt x="78968" y="34554"/>
                    <a:pt x="77526" y="29167"/>
                    <a:pt x="75383" y="24182"/>
                  </a:cubicBezTo>
                  <a:cubicBezTo>
                    <a:pt x="73241" y="19112"/>
                    <a:pt x="50565" y="15909"/>
                    <a:pt x="50565" y="15909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FE608CA-2B9D-4A7E-B9DB-28EB8AFB1F40}"/>
                </a:ext>
              </a:extLst>
            </p:cNvPr>
            <p:cNvSpPr/>
            <p:nvPr/>
          </p:nvSpPr>
          <p:spPr>
            <a:xfrm>
              <a:off x="5394370" y="3714387"/>
              <a:ext cx="31327" cy="31327"/>
            </a:xfrm>
            <a:custGeom>
              <a:avLst/>
              <a:gdLst>
                <a:gd name="connsiteX0" fmla="*/ 23507 w 21212"/>
                <a:gd name="connsiteY0" fmla="*/ 16291 h 21212"/>
                <a:gd name="connsiteX1" fmla="*/ 19031 w 21212"/>
                <a:gd name="connsiteY1" fmla="*/ 21551 h 21212"/>
                <a:gd name="connsiteX2" fmla="*/ 16147 w 21212"/>
                <a:gd name="connsiteY2" fmla="*/ 21297 h 21212"/>
                <a:gd name="connsiteX3" fmla="*/ 20325 w 21212"/>
                <a:gd name="connsiteY3" fmla="*/ 15909 h 21212"/>
                <a:gd name="connsiteX4" fmla="*/ 23507 w 21212"/>
                <a:gd name="connsiteY4" fmla="*/ 1629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3507" y="16291"/>
                  </a:moveTo>
                  <a:cubicBezTo>
                    <a:pt x="23507" y="16291"/>
                    <a:pt x="19647" y="20576"/>
                    <a:pt x="19031" y="21551"/>
                  </a:cubicBezTo>
                  <a:cubicBezTo>
                    <a:pt x="18459" y="22548"/>
                    <a:pt x="14980" y="23227"/>
                    <a:pt x="16147" y="21297"/>
                  </a:cubicBezTo>
                  <a:cubicBezTo>
                    <a:pt x="17292" y="19345"/>
                    <a:pt x="20325" y="15909"/>
                    <a:pt x="20325" y="15909"/>
                  </a:cubicBezTo>
                  <a:lnTo>
                    <a:pt x="23507" y="16291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CEA779A-AB44-4D45-A1FD-80E60337CC44}"/>
                </a:ext>
              </a:extLst>
            </p:cNvPr>
            <p:cNvSpPr/>
            <p:nvPr/>
          </p:nvSpPr>
          <p:spPr>
            <a:xfrm>
              <a:off x="5385317" y="3714387"/>
              <a:ext cx="31327" cy="31327"/>
            </a:xfrm>
            <a:custGeom>
              <a:avLst/>
              <a:gdLst>
                <a:gd name="connsiteX0" fmla="*/ 23528 w 21212"/>
                <a:gd name="connsiteY0" fmla="*/ 16291 h 21212"/>
                <a:gd name="connsiteX1" fmla="*/ 19053 w 21212"/>
                <a:gd name="connsiteY1" fmla="*/ 21551 h 21212"/>
                <a:gd name="connsiteX2" fmla="*/ 16147 w 21212"/>
                <a:gd name="connsiteY2" fmla="*/ 21297 h 21212"/>
                <a:gd name="connsiteX3" fmla="*/ 20283 w 21212"/>
                <a:gd name="connsiteY3" fmla="*/ 15909 h 21212"/>
                <a:gd name="connsiteX4" fmla="*/ 23528 w 21212"/>
                <a:gd name="connsiteY4" fmla="*/ 1629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3528" y="16291"/>
                  </a:moveTo>
                  <a:cubicBezTo>
                    <a:pt x="23528" y="16291"/>
                    <a:pt x="19647" y="20576"/>
                    <a:pt x="19053" y="21551"/>
                  </a:cubicBezTo>
                  <a:cubicBezTo>
                    <a:pt x="18459" y="22548"/>
                    <a:pt x="14980" y="23227"/>
                    <a:pt x="16147" y="21297"/>
                  </a:cubicBezTo>
                  <a:cubicBezTo>
                    <a:pt x="17334" y="19345"/>
                    <a:pt x="20283" y="15909"/>
                    <a:pt x="20283" y="15909"/>
                  </a:cubicBezTo>
                  <a:lnTo>
                    <a:pt x="23528" y="16291"/>
                  </a:lnTo>
                  <a:close/>
                </a:path>
              </a:pathLst>
            </a:custGeom>
            <a:solidFill>
              <a:srgbClr val="424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A210FD0-B68B-4241-8A86-387AFDE690DD}"/>
                </a:ext>
              </a:extLst>
            </p:cNvPr>
            <p:cNvSpPr/>
            <p:nvPr/>
          </p:nvSpPr>
          <p:spPr>
            <a:xfrm>
              <a:off x="5477705" y="3170774"/>
              <a:ext cx="125307" cy="156633"/>
            </a:xfrm>
            <a:custGeom>
              <a:avLst/>
              <a:gdLst>
                <a:gd name="connsiteX0" fmla="*/ 42785 w 84848"/>
                <a:gd name="connsiteY0" fmla="*/ 15909 h 106060"/>
                <a:gd name="connsiteX1" fmla="*/ 58906 w 84848"/>
                <a:gd name="connsiteY1" fmla="*/ 23524 h 106060"/>
                <a:gd name="connsiteX2" fmla="*/ 79333 w 84848"/>
                <a:gd name="connsiteY2" fmla="*/ 81751 h 106060"/>
                <a:gd name="connsiteX3" fmla="*/ 48173 w 84848"/>
                <a:gd name="connsiteY3" fmla="*/ 109412 h 106060"/>
                <a:gd name="connsiteX4" fmla="*/ 15909 w 84848"/>
                <a:gd name="connsiteY4" fmla="*/ 94139 h 106060"/>
                <a:gd name="connsiteX5" fmla="*/ 20215 w 84848"/>
                <a:gd name="connsiteY5" fmla="*/ 51227 h 106060"/>
                <a:gd name="connsiteX6" fmla="*/ 39051 w 84848"/>
                <a:gd name="connsiteY6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48" h="106060">
                  <a:moveTo>
                    <a:pt x="42785" y="15909"/>
                  </a:moveTo>
                  <a:cubicBezTo>
                    <a:pt x="42785" y="15909"/>
                    <a:pt x="53539" y="16864"/>
                    <a:pt x="58906" y="23524"/>
                  </a:cubicBezTo>
                  <a:cubicBezTo>
                    <a:pt x="64294" y="30227"/>
                    <a:pt x="78230" y="67433"/>
                    <a:pt x="79333" y="81751"/>
                  </a:cubicBezTo>
                  <a:cubicBezTo>
                    <a:pt x="80394" y="96048"/>
                    <a:pt x="48173" y="109412"/>
                    <a:pt x="48173" y="109412"/>
                  </a:cubicBezTo>
                  <a:cubicBezTo>
                    <a:pt x="48173" y="109412"/>
                    <a:pt x="15909" y="97024"/>
                    <a:pt x="15909" y="94139"/>
                  </a:cubicBezTo>
                  <a:cubicBezTo>
                    <a:pt x="15909" y="91275"/>
                    <a:pt x="16970" y="56933"/>
                    <a:pt x="20215" y="51227"/>
                  </a:cubicBezTo>
                  <a:cubicBezTo>
                    <a:pt x="23418" y="45500"/>
                    <a:pt x="39051" y="15909"/>
                    <a:pt x="39051" y="15909"/>
                  </a:cubicBezTo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0E7E077-D4FD-4BE1-8294-288373B651DC}"/>
                </a:ext>
              </a:extLst>
            </p:cNvPr>
            <p:cNvSpPr/>
            <p:nvPr/>
          </p:nvSpPr>
          <p:spPr>
            <a:xfrm>
              <a:off x="5424012" y="3164917"/>
              <a:ext cx="125307" cy="62653"/>
            </a:xfrm>
            <a:custGeom>
              <a:avLst/>
              <a:gdLst>
                <a:gd name="connsiteX0" fmla="*/ 67815 w 84848"/>
                <a:gd name="connsiteY0" fmla="*/ 20936 h 42424"/>
                <a:gd name="connsiteX1" fmla="*/ 66033 w 84848"/>
                <a:gd name="connsiteY1" fmla="*/ 15909 h 42424"/>
                <a:gd name="connsiteX2" fmla="*/ 22845 w 84848"/>
                <a:gd name="connsiteY2" fmla="*/ 24182 h 42424"/>
                <a:gd name="connsiteX3" fmla="*/ 15909 w 84848"/>
                <a:gd name="connsiteY3" fmla="*/ 30036 h 42424"/>
                <a:gd name="connsiteX4" fmla="*/ 69278 w 84848"/>
                <a:gd name="connsiteY4" fmla="*/ 20618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48" h="42424">
                  <a:moveTo>
                    <a:pt x="67815" y="20936"/>
                  </a:moveTo>
                  <a:lnTo>
                    <a:pt x="66033" y="15909"/>
                  </a:lnTo>
                  <a:lnTo>
                    <a:pt x="22845" y="24182"/>
                  </a:lnTo>
                  <a:lnTo>
                    <a:pt x="15909" y="30036"/>
                  </a:lnTo>
                  <a:lnTo>
                    <a:pt x="69278" y="20618"/>
                  </a:lnTo>
                </a:path>
              </a:pathLst>
            </a:custGeom>
            <a:solidFill>
              <a:srgbClr val="E7E7E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DFBF53D-0749-4641-BE31-928B8A47B52F}"/>
                </a:ext>
              </a:extLst>
            </p:cNvPr>
            <p:cNvSpPr/>
            <p:nvPr/>
          </p:nvSpPr>
          <p:spPr>
            <a:xfrm>
              <a:off x="5400420" y="3411598"/>
              <a:ext cx="187960" cy="344593"/>
            </a:xfrm>
            <a:custGeom>
              <a:avLst/>
              <a:gdLst>
                <a:gd name="connsiteX0" fmla="*/ 16548 w 127272"/>
                <a:gd name="connsiteY0" fmla="*/ 21328 h 233332"/>
                <a:gd name="connsiteX1" fmla="*/ 46775 w 127272"/>
                <a:gd name="connsiteY1" fmla="*/ 16068 h 233332"/>
                <a:gd name="connsiteX2" fmla="*/ 109117 w 127272"/>
                <a:gd name="connsiteY2" fmla="*/ 18931 h 233332"/>
                <a:gd name="connsiteX3" fmla="*/ 112511 w 127272"/>
                <a:gd name="connsiteY3" fmla="*/ 64007 h 233332"/>
                <a:gd name="connsiteX4" fmla="*/ 110072 w 127272"/>
                <a:gd name="connsiteY4" fmla="*/ 134537 h 233332"/>
                <a:gd name="connsiteX5" fmla="*/ 112511 w 127272"/>
                <a:gd name="connsiteY5" fmla="*/ 174373 h 233332"/>
                <a:gd name="connsiteX6" fmla="*/ 112957 w 127272"/>
                <a:gd name="connsiteY6" fmla="*/ 186337 h 233332"/>
                <a:gd name="connsiteX7" fmla="*/ 99317 w 127272"/>
                <a:gd name="connsiteY7" fmla="*/ 190600 h 233332"/>
                <a:gd name="connsiteX8" fmla="*/ 91851 w 127272"/>
                <a:gd name="connsiteY8" fmla="*/ 137888 h 233332"/>
                <a:gd name="connsiteX9" fmla="*/ 82263 w 127272"/>
                <a:gd name="connsiteY9" fmla="*/ 79874 h 233332"/>
                <a:gd name="connsiteX10" fmla="*/ 62493 w 127272"/>
                <a:gd name="connsiteY10" fmla="*/ 69713 h 233332"/>
                <a:gd name="connsiteX11" fmla="*/ 53945 w 127272"/>
                <a:gd name="connsiteY11" fmla="*/ 83225 h 233332"/>
                <a:gd name="connsiteX12" fmla="*/ 51527 w 127272"/>
                <a:gd name="connsiteY12" fmla="*/ 122573 h 233332"/>
                <a:gd name="connsiteX13" fmla="*/ 48154 w 127272"/>
                <a:gd name="connsiteY13" fmla="*/ 142216 h 233332"/>
                <a:gd name="connsiteX14" fmla="*/ 49130 w 127272"/>
                <a:gd name="connsiteY14" fmla="*/ 209882 h 233332"/>
                <a:gd name="connsiteX15" fmla="*/ 49957 w 127272"/>
                <a:gd name="connsiteY15" fmla="*/ 231709 h 233332"/>
                <a:gd name="connsiteX16" fmla="*/ 30909 w 127272"/>
                <a:gd name="connsiteY16" fmla="*/ 232409 h 233332"/>
                <a:gd name="connsiteX17" fmla="*/ 19857 w 127272"/>
                <a:gd name="connsiteY17" fmla="*/ 215164 h 233332"/>
                <a:gd name="connsiteX18" fmla="*/ 21278 w 127272"/>
                <a:gd name="connsiteY18" fmla="*/ 136467 h 233332"/>
                <a:gd name="connsiteX19" fmla="*/ 16018 w 127272"/>
                <a:gd name="connsiteY19" fmla="*/ 40568 h 233332"/>
                <a:gd name="connsiteX20" fmla="*/ 16548 w 127272"/>
                <a:gd name="connsiteY20" fmla="*/ 21328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7272" h="233332">
                  <a:moveTo>
                    <a:pt x="16548" y="21328"/>
                  </a:moveTo>
                  <a:cubicBezTo>
                    <a:pt x="16548" y="21328"/>
                    <a:pt x="38163" y="17022"/>
                    <a:pt x="46775" y="16068"/>
                  </a:cubicBezTo>
                  <a:cubicBezTo>
                    <a:pt x="55408" y="15092"/>
                    <a:pt x="109117" y="18931"/>
                    <a:pt x="109117" y="18931"/>
                  </a:cubicBezTo>
                  <a:cubicBezTo>
                    <a:pt x="110560" y="21328"/>
                    <a:pt x="114420" y="54440"/>
                    <a:pt x="112511" y="64007"/>
                  </a:cubicBezTo>
                  <a:cubicBezTo>
                    <a:pt x="110560" y="73595"/>
                    <a:pt x="110072" y="130740"/>
                    <a:pt x="110072" y="134537"/>
                  </a:cubicBezTo>
                  <a:cubicBezTo>
                    <a:pt x="110072" y="138376"/>
                    <a:pt x="112511" y="174373"/>
                    <a:pt x="112511" y="174373"/>
                  </a:cubicBezTo>
                  <a:lnTo>
                    <a:pt x="112957" y="186337"/>
                  </a:lnTo>
                  <a:cubicBezTo>
                    <a:pt x="112957" y="186337"/>
                    <a:pt x="105596" y="189476"/>
                    <a:pt x="99317" y="190600"/>
                  </a:cubicBezTo>
                  <a:cubicBezTo>
                    <a:pt x="97748" y="177513"/>
                    <a:pt x="93717" y="145101"/>
                    <a:pt x="91851" y="137888"/>
                  </a:cubicBezTo>
                  <a:cubicBezTo>
                    <a:pt x="89475" y="128788"/>
                    <a:pt x="85636" y="87065"/>
                    <a:pt x="82263" y="79874"/>
                  </a:cubicBezTo>
                  <a:cubicBezTo>
                    <a:pt x="79251" y="73404"/>
                    <a:pt x="68221" y="62861"/>
                    <a:pt x="62493" y="69713"/>
                  </a:cubicBezTo>
                  <a:cubicBezTo>
                    <a:pt x="59057" y="71855"/>
                    <a:pt x="55536" y="76098"/>
                    <a:pt x="53945" y="83225"/>
                  </a:cubicBezTo>
                  <a:cubicBezTo>
                    <a:pt x="51081" y="96186"/>
                    <a:pt x="51527" y="118776"/>
                    <a:pt x="51527" y="122573"/>
                  </a:cubicBezTo>
                  <a:cubicBezTo>
                    <a:pt x="51527" y="126413"/>
                    <a:pt x="48154" y="139819"/>
                    <a:pt x="48154" y="142216"/>
                  </a:cubicBezTo>
                  <a:cubicBezTo>
                    <a:pt x="48154" y="144613"/>
                    <a:pt x="47687" y="196434"/>
                    <a:pt x="49130" y="209882"/>
                  </a:cubicBezTo>
                  <a:cubicBezTo>
                    <a:pt x="50551" y="223309"/>
                    <a:pt x="49957" y="231709"/>
                    <a:pt x="49957" y="231709"/>
                  </a:cubicBezTo>
                  <a:cubicBezTo>
                    <a:pt x="49957" y="231709"/>
                    <a:pt x="38821" y="234573"/>
                    <a:pt x="30909" y="232409"/>
                  </a:cubicBezTo>
                  <a:cubicBezTo>
                    <a:pt x="21745" y="229927"/>
                    <a:pt x="16887" y="224497"/>
                    <a:pt x="19857" y="215164"/>
                  </a:cubicBezTo>
                  <a:cubicBezTo>
                    <a:pt x="22063" y="208185"/>
                    <a:pt x="21278" y="144613"/>
                    <a:pt x="21278" y="136467"/>
                  </a:cubicBezTo>
                  <a:cubicBezTo>
                    <a:pt x="21278" y="128343"/>
                    <a:pt x="16527" y="47271"/>
                    <a:pt x="16018" y="40568"/>
                  </a:cubicBezTo>
                  <a:cubicBezTo>
                    <a:pt x="15593" y="33801"/>
                    <a:pt x="16548" y="21328"/>
                    <a:pt x="16548" y="21328"/>
                  </a:cubicBezTo>
                  <a:close/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5F7C156D-D020-4A13-BD79-EC9F5F2C9568}"/>
                </a:ext>
              </a:extLst>
            </p:cNvPr>
            <p:cNvSpPr/>
            <p:nvPr/>
          </p:nvSpPr>
          <p:spPr>
            <a:xfrm>
              <a:off x="5469247" y="3487753"/>
              <a:ext cx="93980" cy="219286"/>
            </a:xfrm>
            <a:custGeom>
              <a:avLst/>
              <a:gdLst>
                <a:gd name="connsiteX0" fmla="*/ 35657 w 63636"/>
                <a:gd name="connsiteY0" fmla="*/ 28308 h 148484"/>
                <a:gd name="connsiteX1" fmla="*/ 45245 w 63636"/>
                <a:gd name="connsiteY1" fmla="*/ 86322 h 148484"/>
                <a:gd name="connsiteX2" fmla="*/ 52712 w 63636"/>
                <a:gd name="connsiteY2" fmla="*/ 139034 h 148484"/>
                <a:gd name="connsiteX3" fmla="*/ 46221 w 63636"/>
                <a:gd name="connsiteY3" fmla="*/ 139098 h 148484"/>
                <a:gd name="connsiteX4" fmla="*/ 37100 w 63636"/>
                <a:gd name="connsiteY4" fmla="*/ 129977 h 148484"/>
                <a:gd name="connsiteX5" fmla="*/ 37100 w 63636"/>
                <a:gd name="connsiteY5" fmla="*/ 89674 h 148484"/>
                <a:gd name="connsiteX6" fmla="*/ 32306 w 63636"/>
                <a:gd name="connsiteY6" fmla="*/ 49414 h 148484"/>
                <a:gd name="connsiteX7" fmla="*/ 22718 w 63636"/>
                <a:gd name="connsiteY7" fmla="*/ 17256 h 148484"/>
                <a:gd name="connsiteX8" fmla="*/ 15909 w 63636"/>
                <a:gd name="connsiteY8" fmla="*/ 18126 h 148484"/>
                <a:gd name="connsiteX9" fmla="*/ 35657 w 63636"/>
                <a:gd name="connsiteY9" fmla="*/ 28308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36" h="148484">
                  <a:moveTo>
                    <a:pt x="35657" y="28308"/>
                  </a:moveTo>
                  <a:cubicBezTo>
                    <a:pt x="39030" y="35520"/>
                    <a:pt x="42870" y="77244"/>
                    <a:pt x="45245" y="86322"/>
                  </a:cubicBezTo>
                  <a:cubicBezTo>
                    <a:pt x="47112" y="93556"/>
                    <a:pt x="51121" y="125947"/>
                    <a:pt x="52712" y="139034"/>
                  </a:cubicBezTo>
                  <a:cubicBezTo>
                    <a:pt x="50188" y="139522"/>
                    <a:pt x="47833" y="139650"/>
                    <a:pt x="46221" y="139098"/>
                  </a:cubicBezTo>
                  <a:cubicBezTo>
                    <a:pt x="40451" y="137168"/>
                    <a:pt x="37100" y="129977"/>
                    <a:pt x="37100" y="129977"/>
                  </a:cubicBezTo>
                  <a:cubicBezTo>
                    <a:pt x="37100" y="129977"/>
                    <a:pt x="40006" y="100725"/>
                    <a:pt x="37100" y="89674"/>
                  </a:cubicBezTo>
                  <a:cubicBezTo>
                    <a:pt x="34236" y="78665"/>
                    <a:pt x="33239" y="58047"/>
                    <a:pt x="32306" y="49414"/>
                  </a:cubicBezTo>
                  <a:cubicBezTo>
                    <a:pt x="31373" y="40823"/>
                    <a:pt x="25603" y="20141"/>
                    <a:pt x="22718" y="17256"/>
                  </a:cubicBezTo>
                  <a:cubicBezTo>
                    <a:pt x="21403" y="15920"/>
                    <a:pt x="18688" y="16344"/>
                    <a:pt x="15909" y="18126"/>
                  </a:cubicBezTo>
                  <a:cubicBezTo>
                    <a:pt x="21615" y="11295"/>
                    <a:pt x="32645" y="21838"/>
                    <a:pt x="35657" y="28308"/>
                  </a:cubicBezTo>
                  <a:close/>
                </a:path>
              </a:pathLst>
            </a:custGeom>
            <a:solidFill>
              <a:srgbClr val="4A3B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F524ECD7-CAFC-4EA2-A5E5-33E23DDCDDA3}"/>
                </a:ext>
              </a:extLst>
            </p:cNvPr>
            <p:cNvSpPr/>
            <p:nvPr/>
          </p:nvSpPr>
          <p:spPr>
            <a:xfrm>
              <a:off x="5399393" y="3170780"/>
              <a:ext cx="187960" cy="281940"/>
            </a:xfrm>
            <a:custGeom>
              <a:avLst/>
              <a:gdLst>
                <a:gd name="connsiteX0" fmla="*/ 18303 w 127272"/>
                <a:gd name="connsiteY0" fmla="*/ 178984 h 190908"/>
                <a:gd name="connsiteX1" fmla="*/ 16267 w 127272"/>
                <a:gd name="connsiteY1" fmla="*/ 54872 h 190908"/>
                <a:gd name="connsiteX2" fmla="*/ 23882 w 127272"/>
                <a:gd name="connsiteY2" fmla="*/ 34275 h 190908"/>
                <a:gd name="connsiteX3" fmla="*/ 32579 w 127272"/>
                <a:gd name="connsiteY3" fmla="*/ 26087 h 190908"/>
                <a:gd name="connsiteX4" fmla="*/ 85948 w 127272"/>
                <a:gd name="connsiteY4" fmla="*/ 16669 h 190908"/>
                <a:gd name="connsiteX5" fmla="*/ 92079 w 127272"/>
                <a:gd name="connsiteY5" fmla="*/ 15927 h 190908"/>
                <a:gd name="connsiteX6" fmla="*/ 114394 w 127272"/>
                <a:gd name="connsiteY6" fmla="*/ 53684 h 190908"/>
                <a:gd name="connsiteX7" fmla="*/ 111148 w 127272"/>
                <a:gd name="connsiteY7" fmla="*/ 102217 h 190908"/>
                <a:gd name="connsiteX8" fmla="*/ 109939 w 127272"/>
                <a:gd name="connsiteY8" fmla="*/ 172726 h 190908"/>
                <a:gd name="connsiteX9" fmla="*/ 109685 w 127272"/>
                <a:gd name="connsiteY9" fmla="*/ 181444 h 190908"/>
                <a:gd name="connsiteX10" fmla="*/ 91591 w 127272"/>
                <a:gd name="connsiteY10" fmla="*/ 189441 h 190908"/>
                <a:gd name="connsiteX11" fmla="*/ 88006 w 127272"/>
                <a:gd name="connsiteY11" fmla="*/ 190523 h 190908"/>
                <a:gd name="connsiteX12" fmla="*/ 38688 w 127272"/>
                <a:gd name="connsiteY12" fmla="*/ 195211 h 190908"/>
                <a:gd name="connsiteX13" fmla="*/ 37882 w 127272"/>
                <a:gd name="connsiteY13" fmla="*/ 195062 h 190908"/>
                <a:gd name="connsiteX14" fmla="*/ 17221 w 127272"/>
                <a:gd name="connsiteY14" fmla="*/ 184414 h 190908"/>
                <a:gd name="connsiteX15" fmla="*/ 18303 w 127272"/>
                <a:gd name="connsiteY15" fmla="*/ 17898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272" h="190908">
                  <a:moveTo>
                    <a:pt x="18303" y="178984"/>
                  </a:moveTo>
                  <a:cubicBezTo>
                    <a:pt x="18303" y="178984"/>
                    <a:pt x="14803" y="75384"/>
                    <a:pt x="16267" y="54872"/>
                  </a:cubicBezTo>
                  <a:cubicBezTo>
                    <a:pt x="16903" y="45581"/>
                    <a:pt x="20318" y="38921"/>
                    <a:pt x="23882" y="34275"/>
                  </a:cubicBezTo>
                  <a:cubicBezTo>
                    <a:pt x="28146" y="28675"/>
                    <a:pt x="32579" y="26087"/>
                    <a:pt x="32579" y="26087"/>
                  </a:cubicBezTo>
                  <a:lnTo>
                    <a:pt x="85948" y="16669"/>
                  </a:lnTo>
                  <a:cubicBezTo>
                    <a:pt x="85948" y="16669"/>
                    <a:pt x="86988" y="16669"/>
                    <a:pt x="92079" y="15927"/>
                  </a:cubicBezTo>
                  <a:cubicBezTo>
                    <a:pt x="97085" y="15206"/>
                    <a:pt x="110406" y="36418"/>
                    <a:pt x="114394" y="53684"/>
                  </a:cubicBezTo>
                  <a:cubicBezTo>
                    <a:pt x="115751" y="59666"/>
                    <a:pt x="113015" y="82151"/>
                    <a:pt x="111148" y="102217"/>
                  </a:cubicBezTo>
                  <a:cubicBezTo>
                    <a:pt x="108327" y="132402"/>
                    <a:pt x="110406" y="157178"/>
                    <a:pt x="109939" y="172726"/>
                  </a:cubicBezTo>
                  <a:cubicBezTo>
                    <a:pt x="109791" y="178050"/>
                    <a:pt x="109685" y="181444"/>
                    <a:pt x="109685" y="181444"/>
                  </a:cubicBezTo>
                  <a:lnTo>
                    <a:pt x="91591" y="189441"/>
                  </a:lnTo>
                  <a:lnTo>
                    <a:pt x="88006" y="190523"/>
                  </a:lnTo>
                  <a:cubicBezTo>
                    <a:pt x="88006" y="190523"/>
                    <a:pt x="57058" y="197735"/>
                    <a:pt x="38688" y="195211"/>
                  </a:cubicBezTo>
                  <a:cubicBezTo>
                    <a:pt x="38412" y="195168"/>
                    <a:pt x="38200" y="195062"/>
                    <a:pt x="37882" y="195062"/>
                  </a:cubicBezTo>
                  <a:cubicBezTo>
                    <a:pt x="20170" y="192220"/>
                    <a:pt x="17221" y="184414"/>
                    <a:pt x="17221" y="184414"/>
                  </a:cubicBezTo>
                  <a:lnTo>
                    <a:pt x="18303" y="178984"/>
                  </a:lnTo>
                  <a:close/>
                </a:path>
              </a:pathLst>
            </a:custGeom>
            <a:solidFill>
              <a:srgbClr val="7367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47250F08-593E-449A-AA52-4EB849B63633}"/>
                </a:ext>
              </a:extLst>
            </p:cNvPr>
            <p:cNvSpPr/>
            <p:nvPr/>
          </p:nvSpPr>
          <p:spPr>
            <a:xfrm>
              <a:off x="5410385" y="3167940"/>
              <a:ext cx="125307" cy="62653"/>
            </a:xfrm>
            <a:custGeom>
              <a:avLst/>
              <a:gdLst>
                <a:gd name="connsiteX0" fmla="*/ 81391 w 84848"/>
                <a:gd name="connsiteY0" fmla="*/ 18168 h 42424"/>
                <a:gd name="connsiteX1" fmla="*/ 76003 w 84848"/>
                <a:gd name="connsiteY1" fmla="*/ 16025 h 42424"/>
                <a:gd name="connsiteX2" fmla="*/ 26727 w 84848"/>
                <a:gd name="connsiteY2" fmla="*/ 25019 h 42424"/>
                <a:gd name="connsiteX3" fmla="*/ 15909 w 84848"/>
                <a:gd name="connsiteY3" fmla="*/ 35435 h 42424"/>
                <a:gd name="connsiteX4" fmla="*/ 29188 w 84848"/>
                <a:gd name="connsiteY4" fmla="*/ 28244 h 42424"/>
                <a:gd name="connsiteX5" fmla="*/ 81391 w 84848"/>
                <a:gd name="connsiteY5" fmla="*/ 18168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848" h="42424">
                  <a:moveTo>
                    <a:pt x="81391" y="18168"/>
                  </a:moveTo>
                  <a:cubicBezTo>
                    <a:pt x="81391" y="18168"/>
                    <a:pt x="78527" y="15304"/>
                    <a:pt x="76003" y="16025"/>
                  </a:cubicBezTo>
                  <a:cubicBezTo>
                    <a:pt x="73500" y="16726"/>
                    <a:pt x="26727" y="25019"/>
                    <a:pt x="26727" y="25019"/>
                  </a:cubicBezTo>
                  <a:lnTo>
                    <a:pt x="15909" y="35435"/>
                  </a:lnTo>
                  <a:cubicBezTo>
                    <a:pt x="15909" y="35435"/>
                    <a:pt x="25242" y="28944"/>
                    <a:pt x="29188" y="28244"/>
                  </a:cubicBezTo>
                  <a:cubicBezTo>
                    <a:pt x="33176" y="27522"/>
                    <a:pt x="81391" y="18168"/>
                    <a:pt x="81391" y="18168"/>
                  </a:cubicBezTo>
                  <a:close/>
                </a:path>
              </a:pathLst>
            </a:custGeom>
            <a:solidFill>
              <a:srgbClr val="7367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2674FF5-FEF7-4B74-B963-CD69E778F400}"/>
                </a:ext>
              </a:extLst>
            </p:cNvPr>
            <p:cNvSpPr/>
            <p:nvPr/>
          </p:nvSpPr>
          <p:spPr>
            <a:xfrm>
              <a:off x="5423386" y="3052580"/>
              <a:ext cx="125307" cy="156633"/>
            </a:xfrm>
            <a:custGeom>
              <a:avLst/>
              <a:gdLst>
                <a:gd name="connsiteX0" fmla="*/ 79185 w 84848"/>
                <a:gd name="connsiteY0" fmla="*/ 45584 h 106060"/>
                <a:gd name="connsiteX1" fmla="*/ 61451 w 84848"/>
                <a:gd name="connsiteY1" fmla="*/ 20999 h 106060"/>
                <a:gd name="connsiteX2" fmla="*/ 56721 w 84848"/>
                <a:gd name="connsiteY2" fmla="*/ 19090 h 106060"/>
                <a:gd name="connsiteX3" fmla="*/ 55639 w 84848"/>
                <a:gd name="connsiteY3" fmla="*/ 18454 h 106060"/>
                <a:gd name="connsiteX4" fmla="*/ 55469 w 84848"/>
                <a:gd name="connsiteY4" fmla="*/ 18581 h 106060"/>
                <a:gd name="connsiteX5" fmla="*/ 30418 w 84848"/>
                <a:gd name="connsiteY5" fmla="*/ 18963 h 106060"/>
                <a:gd name="connsiteX6" fmla="*/ 15909 w 84848"/>
                <a:gd name="connsiteY6" fmla="*/ 41935 h 106060"/>
                <a:gd name="connsiteX7" fmla="*/ 23397 w 84848"/>
                <a:gd name="connsiteY7" fmla="*/ 47493 h 106060"/>
                <a:gd name="connsiteX8" fmla="*/ 24012 w 84848"/>
                <a:gd name="connsiteY8" fmla="*/ 50951 h 106060"/>
                <a:gd name="connsiteX9" fmla="*/ 22591 w 84848"/>
                <a:gd name="connsiteY9" fmla="*/ 56699 h 106060"/>
                <a:gd name="connsiteX10" fmla="*/ 21106 w 84848"/>
                <a:gd name="connsiteY10" fmla="*/ 66075 h 106060"/>
                <a:gd name="connsiteX11" fmla="*/ 26876 w 84848"/>
                <a:gd name="connsiteY11" fmla="*/ 54535 h 106060"/>
                <a:gd name="connsiteX12" fmla="*/ 28085 w 84848"/>
                <a:gd name="connsiteY12" fmla="*/ 54875 h 106060"/>
                <a:gd name="connsiteX13" fmla="*/ 29951 w 84848"/>
                <a:gd name="connsiteY13" fmla="*/ 57335 h 106060"/>
                <a:gd name="connsiteX14" fmla="*/ 29739 w 84848"/>
                <a:gd name="connsiteY14" fmla="*/ 64611 h 106060"/>
                <a:gd name="connsiteX15" fmla="*/ 30885 w 84848"/>
                <a:gd name="connsiteY15" fmla="*/ 89896 h 106060"/>
                <a:gd name="connsiteX16" fmla="*/ 31203 w 84848"/>
                <a:gd name="connsiteY16" fmla="*/ 91975 h 106060"/>
                <a:gd name="connsiteX17" fmla="*/ 36209 w 84848"/>
                <a:gd name="connsiteY17" fmla="*/ 96281 h 106060"/>
                <a:gd name="connsiteX18" fmla="*/ 45076 w 84848"/>
                <a:gd name="connsiteY18" fmla="*/ 94753 h 106060"/>
                <a:gd name="connsiteX19" fmla="*/ 45924 w 84848"/>
                <a:gd name="connsiteY19" fmla="*/ 94860 h 106060"/>
                <a:gd name="connsiteX20" fmla="*/ 55088 w 84848"/>
                <a:gd name="connsiteY20" fmla="*/ 92993 h 106060"/>
                <a:gd name="connsiteX21" fmla="*/ 65015 w 84848"/>
                <a:gd name="connsiteY21" fmla="*/ 91275 h 106060"/>
                <a:gd name="connsiteX22" fmla="*/ 67857 w 84848"/>
                <a:gd name="connsiteY22" fmla="*/ 83808 h 106060"/>
                <a:gd name="connsiteX23" fmla="*/ 75748 w 84848"/>
                <a:gd name="connsiteY23" fmla="*/ 67454 h 106060"/>
                <a:gd name="connsiteX24" fmla="*/ 76342 w 84848"/>
                <a:gd name="connsiteY24" fmla="*/ 67326 h 106060"/>
                <a:gd name="connsiteX25" fmla="*/ 79185 w 84848"/>
                <a:gd name="connsiteY25" fmla="*/ 45584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4848" h="106060">
                  <a:moveTo>
                    <a:pt x="79185" y="45584"/>
                  </a:moveTo>
                  <a:cubicBezTo>
                    <a:pt x="78760" y="36314"/>
                    <a:pt x="68303" y="23417"/>
                    <a:pt x="61451" y="20999"/>
                  </a:cubicBezTo>
                  <a:cubicBezTo>
                    <a:pt x="60009" y="20490"/>
                    <a:pt x="58418" y="19790"/>
                    <a:pt x="56721" y="19090"/>
                  </a:cubicBezTo>
                  <a:cubicBezTo>
                    <a:pt x="56360" y="18899"/>
                    <a:pt x="55979" y="18645"/>
                    <a:pt x="55639" y="18454"/>
                  </a:cubicBezTo>
                  <a:cubicBezTo>
                    <a:pt x="55597" y="18475"/>
                    <a:pt x="55512" y="18539"/>
                    <a:pt x="55469" y="18581"/>
                  </a:cubicBezTo>
                  <a:cubicBezTo>
                    <a:pt x="49212" y="16099"/>
                    <a:pt x="41130" y="13914"/>
                    <a:pt x="30418" y="18963"/>
                  </a:cubicBezTo>
                  <a:cubicBezTo>
                    <a:pt x="15909" y="25814"/>
                    <a:pt x="15909" y="41935"/>
                    <a:pt x="15909" y="41935"/>
                  </a:cubicBezTo>
                  <a:lnTo>
                    <a:pt x="23397" y="47493"/>
                  </a:lnTo>
                  <a:cubicBezTo>
                    <a:pt x="23991" y="49254"/>
                    <a:pt x="24012" y="50951"/>
                    <a:pt x="24012" y="50951"/>
                  </a:cubicBezTo>
                  <a:lnTo>
                    <a:pt x="22591" y="56699"/>
                  </a:lnTo>
                  <a:lnTo>
                    <a:pt x="21106" y="66075"/>
                  </a:lnTo>
                  <a:cubicBezTo>
                    <a:pt x="21106" y="66075"/>
                    <a:pt x="24712" y="55299"/>
                    <a:pt x="26876" y="54535"/>
                  </a:cubicBezTo>
                  <a:cubicBezTo>
                    <a:pt x="27257" y="54408"/>
                    <a:pt x="27661" y="54663"/>
                    <a:pt x="28085" y="54875"/>
                  </a:cubicBezTo>
                  <a:cubicBezTo>
                    <a:pt x="28594" y="55639"/>
                    <a:pt x="29209" y="56444"/>
                    <a:pt x="29951" y="57335"/>
                  </a:cubicBezTo>
                  <a:cubicBezTo>
                    <a:pt x="30630" y="59202"/>
                    <a:pt x="30779" y="61811"/>
                    <a:pt x="29739" y="64611"/>
                  </a:cubicBezTo>
                  <a:cubicBezTo>
                    <a:pt x="27979" y="69363"/>
                    <a:pt x="30036" y="84487"/>
                    <a:pt x="30885" y="89896"/>
                  </a:cubicBezTo>
                  <a:cubicBezTo>
                    <a:pt x="31076" y="91105"/>
                    <a:pt x="31203" y="91975"/>
                    <a:pt x="31203" y="91975"/>
                  </a:cubicBezTo>
                  <a:lnTo>
                    <a:pt x="36209" y="96281"/>
                  </a:lnTo>
                  <a:lnTo>
                    <a:pt x="45076" y="94753"/>
                  </a:lnTo>
                  <a:cubicBezTo>
                    <a:pt x="45351" y="94775"/>
                    <a:pt x="45627" y="94860"/>
                    <a:pt x="45924" y="94860"/>
                  </a:cubicBezTo>
                  <a:cubicBezTo>
                    <a:pt x="49127" y="94860"/>
                    <a:pt x="52160" y="94096"/>
                    <a:pt x="55088" y="92993"/>
                  </a:cubicBezTo>
                  <a:lnTo>
                    <a:pt x="65015" y="91275"/>
                  </a:lnTo>
                  <a:cubicBezTo>
                    <a:pt x="65015" y="91275"/>
                    <a:pt x="66309" y="88029"/>
                    <a:pt x="67857" y="83808"/>
                  </a:cubicBezTo>
                  <a:cubicBezTo>
                    <a:pt x="71548" y="79375"/>
                    <a:pt x="74200" y="73711"/>
                    <a:pt x="75748" y="67454"/>
                  </a:cubicBezTo>
                  <a:cubicBezTo>
                    <a:pt x="76109" y="67390"/>
                    <a:pt x="76342" y="67326"/>
                    <a:pt x="76342" y="67326"/>
                  </a:cubicBezTo>
                  <a:cubicBezTo>
                    <a:pt x="76342" y="67326"/>
                    <a:pt x="79566" y="54854"/>
                    <a:pt x="79185" y="45584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D691DA6C-EF3E-40F5-B199-9BCF6541C3CA}"/>
                </a:ext>
              </a:extLst>
            </p:cNvPr>
            <p:cNvSpPr/>
            <p:nvPr/>
          </p:nvSpPr>
          <p:spPr>
            <a:xfrm>
              <a:off x="5393563" y="3192189"/>
              <a:ext cx="62653" cy="156633"/>
            </a:xfrm>
            <a:custGeom>
              <a:avLst/>
              <a:gdLst>
                <a:gd name="connsiteX0" fmla="*/ 31267 w 42424"/>
                <a:gd name="connsiteY0" fmla="*/ 15939 h 106060"/>
                <a:gd name="connsiteX1" fmla="*/ 15909 w 42424"/>
                <a:gd name="connsiteY1" fmla="*/ 46018 h 106060"/>
                <a:gd name="connsiteX2" fmla="*/ 16439 w 42424"/>
                <a:gd name="connsiteY2" fmla="*/ 90626 h 106060"/>
                <a:gd name="connsiteX3" fmla="*/ 32030 w 42424"/>
                <a:gd name="connsiteY3" fmla="*/ 105687 h 106060"/>
                <a:gd name="connsiteX4" fmla="*/ 42806 w 42424"/>
                <a:gd name="connsiteY4" fmla="*/ 68057 h 106060"/>
                <a:gd name="connsiteX5" fmla="*/ 40536 w 42424"/>
                <a:gd name="connsiteY5" fmla="*/ 30045 h 106060"/>
                <a:gd name="connsiteX6" fmla="*/ 31267 w 42424"/>
                <a:gd name="connsiteY6" fmla="*/ 1593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106060">
                  <a:moveTo>
                    <a:pt x="31267" y="15939"/>
                  </a:moveTo>
                  <a:cubicBezTo>
                    <a:pt x="26388" y="15260"/>
                    <a:pt x="15909" y="26163"/>
                    <a:pt x="15909" y="46018"/>
                  </a:cubicBezTo>
                  <a:cubicBezTo>
                    <a:pt x="15909" y="65914"/>
                    <a:pt x="16439" y="90626"/>
                    <a:pt x="16439" y="90626"/>
                  </a:cubicBezTo>
                  <a:lnTo>
                    <a:pt x="32030" y="105687"/>
                  </a:lnTo>
                  <a:cubicBezTo>
                    <a:pt x="32030" y="105687"/>
                    <a:pt x="43866" y="99217"/>
                    <a:pt x="42806" y="68057"/>
                  </a:cubicBezTo>
                  <a:cubicBezTo>
                    <a:pt x="41703" y="36875"/>
                    <a:pt x="41745" y="36515"/>
                    <a:pt x="40536" y="30045"/>
                  </a:cubicBezTo>
                  <a:cubicBezTo>
                    <a:pt x="39751" y="25951"/>
                    <a:pt x="36145" y="16639"/>
                    <a:pt x="31267" y="15939"/>
                  </a:cubicBezTo>
                  <a:close/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F12AF2B-F9E0-48A1-B180-9BF462A14641}"/>
                </a:ext>
              </a:extLst>
            </p:cNvPr>
            <p:cNvSpPr/>
            <p:nvPr/>
          </p:nvSpPr>
          <p:spPr>
            <a:xfrm>
              <a:off x="5306098" y="3275065"/>
              <a:ext cx="156633" cy="93980"/>
            </a:xfrm>
            <a:custGeom>
              <a:avLst/>
              <a:gdLst>
                <a:gd name="connsiteX0" fmla="*/ 92400 w 106060"/>
                <a:gd name="connsiteY0" fmla="*/ 44945 h 63636"/>
                <a:gd name="connsiteX1" fmla="*/ 62618 w 106060"/>
                <a:gd name="connsiteY1" fmla="*/ 50439 h 63636"/>
                <a:gd name="connsiteX2" fmla="*/ 15909 w 106060"/>
                <a:gd name="connsiteY2" fmla="*/ 30966 h 63636"/>
                <a:gd name="connsiteX3" fmla="*/ 29209 w 106060"/>
                <a:gd name="connsiteY3" fmla="*/ 17879 h 63636"/>
                <a:gd name="connsiteX4" fmla="*/ 75981 w 106060"/>
                <a:gd name="connsiteY4" fmla="*/ 25854 h 63636"/>
                <a:gd name="connsiteX5" fmla="*/ 92400 w 106060"/>
                <a:gd name="connsiteY5" fmla="*/ 4494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60" h="63636">
                  <a:moveTo>
                    <a:pt x="92400" y="44945"/>
                  </a:moveTo>
                  <a:cubicBezTo>
                    <a:pt x="92400" y="44945"/>
                    <a:pt x="94436" y="56994"/>
                    <a:pt x="62618" y="50439"/>
                  </a:cubicBezTo>
                  <a:cubicBezTo>
                    <a:pt x="30800" y="43863"/>
                    <a:pt x="15909" y="30966"/>
                    <a:pt x="15909" y="30966"/>
                  </a:cubicBezTo>
                  <a:cubicBezTo>
                    <a:pt x="15909" y="30966"/>
                    <a:pt x="17521" y="9415"/>
                    <a:pt x="29209" y="17879"/>
                  </a:cubicBezTo>
                  <a:cubicBezTo>
                    <a:pt x="37100" y="23606"/>
                    <a:pt x="75981" y="25854"/>
                    <a:pt x="75981" y="25854"/>
                  </a:cubicBezTo>
                  <a:lnTo>
                    <a:pt x="92400" y="44945"/>
                  </a:lnTo>
                  <a:close/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CF41C9D-BBEA-465E-9CB6-9E33C8335D68}"/>
                </a:ext>
              </a:extLst>
            </p:cNvPr>
            <p:cNvSpPr/>
            <p:nvPr/>
          </p:nvSpPr>
          <p:spPr>
            <a:xfrm>
              <a:off x="5397259" y="3309833"/>
              <a:ext cx="62653" cy="62653"/>
            </a:xfrm>
            <a:custGeom>
              <a:avLst/>
              <a:gdLst>
                <a:gd name="connsiteX0" fmla="*/ 15909 w 42424"/>
                <a:gd name="connsiteY0" fmla="*/ 27957 h 42424"/>
                <a:gd name="connsiteX1" fmla="*/ 26409 w 42424"/>
                <a:gd name="connsiteY1" fmla="*/ 17076 h 42424"/>
                <a:gd name="connsiteX2" fmla="*/ 36527 w 42424"/>
                <a:gd name="connsiteY2" fmla="*/ 15909 h 42424"/>
                <a:gd name="connsiteX3" fmla="*/ 29548 w 42424"/>
                <a:gd name="connsiteY3" fmla="*/ 26048 h 42424"/>
                <a:gd name="connsiteX4" fmla="*/ 15909 w 42424"/>
                <a:gd name="connsiteY4" fmla="*/ 2795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42424">
                  <a:moveTo>
                    <a:pt x="15909" y="27957"/>
                  </a:moveTo>
                  <a:cubicBezTo>
                    <a:pt x="15909" y="27957"/>
                    <a:pt x="19409" y="17818"/>
                    <a:pt x="26409" y="17076"/>
                  </a:cubicBezTo>
                  <a:cubicBezTo>
                    <a:pt x="33409" y="16291"/>
                    <a:pt x="36527" y="15909"/>
                    <a:pt x="36527" y="15909"/>
                  </a:cubicBezTo>
                  <a:cubicBezTo>
                    <a:pt x="36527" y="15909"/>
                    <a:pt x="34024" y="24500"/>
                    <a:pt x="29548" y="26048"/>
                  </a:cubicBezTo>
                  <a:cubicBezTo>
                    <a:pt x="18242" y="29888"/>
                    <a:pt x="15909" y="27957"/>
                    <a:pt x="15909" y="27957"/>
                  </a:cubicBezTo>
                  <a:close/>
                </a:path>
              </a:pathLst>
            </a:custGeom>
            <a:solidFill>
              <a:srgbClr val="2E25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F1A8D7E6-9A97-4B16-A5C1-ADDD31002959}"/>
                </a:ext>
              </a:extLst>
            </p:cNvPr>
            <p:cNvSpPr/>
            <p:nvPr/>
          </p:nvSpPr>
          <p:spPr>
            <a:xfrm>
              <a:off x="5558467" y="3255826"/>
              <a:ext cx="31327" cy="62653"/>
            </a:xfrm>
            <a:custGeom>
              <a:avLst/>
              <a:gdLst>
                <a:gd name="connsiteX0" fmla="*/ 22611 w 21212"/>
                <a:gd name="connsiteY0" fmla="*/ 15909 h 42424"/>
                <a:gd name="connsiteX1" fmla="*/ 15992 w 21212"/>
                <a:gd name="connsiteY1" fmla="*/ 28764 h 42424"/>
                <a:gd name="connsiteX2" fmla="*/ 16777 w 21212"/>
                <a:gd name="connsiteY2" fmla="*/ 37694 h 42424"/>
                <a:gd name="connsiteX3" fmla="*/ 24159 w 21212"/>
                <a:gd name="connsiteY3" fmla="*/ 28360 h 42424"/>
                <a:gd name="connsiteX4" fmla="*/ 22611 w 21212"/>
                <a:gd name="connsiteY4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42424">
                  <a:moveTo>
                    <a:pt x="22611" y="15909"/>
                  </a:moveTo>
                  <a:cubicBezTo>
                    <a:pt x="22611" y="15909"/>
                    <a:pt x="16395" y="22145"/>
                    <a:pt x="15992" y="28764"/>
                  </a:cubicBezTo>
                  <a:cubicBezTo>
                    <a:pt x="15589" y="35360"/>
                    <a:pt x="16777" y="37694"/>
                    <a:pt x="16777" y="37694"/>
                  </a:cubicBezTo>
                  <a:cubicBezTo>
                    <a:pt x="16777" y="37694"/>
                    <a:pt x="22971" y="34597"/>
                    <a:pt x="24159" y="28360"/>
                  </a:cubicBezTo>
                  <a:cubicBezTo>
                    <a:pt x="25347" y="22145"/>
                    <a:pt x="22611" y="15909"/>
                    <a:pt x="22611" y="15909"/>
                  </a:cubicBezTo>
                  <a:close/>
                </a:path>
              </a:pathLst>
            </a:custGeom>
            <a:solidFill>
              <a:srgbClr val="2E25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F5BEA5BF-E03A-4DEE-88A9-40BEA2C94E10}"/>
                </a:ext>
              </a:extLst>
            </p:cNvPr>
            <p:cNvSpPr/>
            <p:nvPr/>
          </p:nvSpPr>
          <p:spPr>
            <a:xfrm>
              <a:off x="4782566" y="2804566"/>
              <a:ext cx="156633" cy="156633"/>
            </a:xfrm>
            <a:custGeom>
              <a:avLst/>
              <a:gdLst>
                <a:gd name="connsiteX0" fmla="*/ 105063 w 106060"/>
                <a:gd name="connsiteY0" fmla="*/ 78909 h 106060"/>
                <a:gd name="connsiteX1" fmla="*/ 53306 w 106060"/>
                <a:gd name="connsiteY1" fmla="*/ 54260 h 106060"/>
                <a:gd name="connsiteX2" fmla="*/ 15909 w 106060"/>
                <a:gd name="connsiteY2" fmla="*/ 15909 h 106060"/>
                <a:gd name="connsiteX3" fmla="*/ 23821 w 106060"/>
                <a:gd name="connsiteY3" fmla="*/ 63169 h 106060"/>
                <a:gd name="connsiteX4" fmla="*/ 52691 w 106060"/>
                <a:gd name="connsiteY4" fmla="*/ 77700 h 106060"/>
                <a:gd name="connsiteX5" fmla="*/ 78972 w 106060"/>
                <a:gd name="connsiteY5" fmla="*/ 83872 h 106060"/>
                <a:gd name="connsiteX6" fmla="*/ 94372 w 106060"/>
                <a:gd name="connsiteY6" fmla="*/ 92697 h 106060"/>
                <a:gd name="connsiteX7" fmla="*/ 96175 w 106060"/>
                <a:gd name="connsiteY7" fmla="*/ 97703 h 106060"/>
                <a:gd name="connsiteX8" fmla="*/ 100948 w 106060"/>
                <a:gd name="connsiteY8" fmla="*/ 96175 h 106060"/>
                <a:gd name="connsiteX9" fmla="*/ 105063 w 106060"/>
                <a:gd name="connsiteY9" fmla="*/ 78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060" h="106060">
                  <a:moveTo>
                    <a:pt x="105063" y="78909"/>
                  </a:moveTo>
                  <a:cubicBezTo>
                    <a:pt x="105063" y="78909"/>
                    <a:pt x="61515" y="61663"/>
                    <a:pt x="53306" y="54260"/>
                  </a:cubicBezTo>
                  <a:cubicBezTo>
                    <a:pt x="45097" y="46857"/>
                    <a:pt x="15909" y="15909"/>
                    <a:pt x="15909" y="15909"/>
                  </a:cubicBezTo>
                  <a:lnTo>
                    <a:pt x="23821" y="63169"/>
                  </a:lnTo>
                  <a:cubicBezTo>
                    <a:pt x="30036" y="66585"/>
                    <a:pt x="46857" y="75684"/>
                    <a:pt x="52691" y="77700"/>
                  </a:cubicBezTo>
                  <a:cubicBezTo>
                    <a:pt x="59882" y="80160"/>
                    <a:pt x="78972" y="83872"/>
                    <a:pt x="78972" y="83872"/>
                  </a:cubicBezTo>
                  <a:cubicBezTo>
                    <a:pt x="78972" y="83872"/>
                    <a:pt x="93969" y="92081"/>
                    <a:pt x="94372" y="92697"/>
                  </a:cubicBezTo>
                  <a:cubicBezTo>
                    <a:pt x="94606" y="93057"/>
                    <a:pt x="95624" y="95327"/>
                    <a:pt x="96175" y="97703"/>
                  </a:cubicBezTo>
                  <a:cubicBezTo>
                    <a:pt x="98127" y="97257"/>
                    <a:pt x="99824" y="96748"/>
                    <a:pt x="100948" y="96175"/>
                  </a:cubicBezTo>
                  <a:cubicBezTo>
                    <a:pt x="105890" y="93694"/>
                    <a:pt x="105063" y="78909"/>
                    <a:pt x="105063" y="78909"/>
                  </a:cubicBezTo>
                  <a:close/>
                </a:path>
              </a:pathLst>
            </a:custGeom>
            <a:solidFill>
              <a:srgbClr val="0F2A3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84EBB0B-4C7E-4F4A-BB9B-C1B571F5DCC1}"/>
                </a:ext>
              </a:extLst>
            </p:cNvPr>
            <p:cNvSpPr/>
            <p:nvPr/>
          </p:nvSpPr>
          <p:spPr>
            <a:xfrm>
              <a:off x="4902092" y="2893941"/>
              <a:ext cx="62653" cy="62653"/>
            </a:xfrm>
            <a:custGeom>
              <a:avLst/>
              <a:gdLst>
                <a:gd name="connsiteX0" fmla="*/ 21457 w 42424"/>
                <a:gd name="connsiteY0" fmla="*/ 17161 h 42424"/>
                <a:gd name="connsiteX1" fmla="*/ 15921 w 42424"/>
                <a:gd name="connsiteY1" fmla="*/ 22909 h 42424"/>
                <a:gd name="connsiteX2" fmla="*/ 19421 w 42424"/>
                <a:gd name="connsiteY2" fmla="*/ 27830 h 42424"/>
                <a:gd name="connsiteX3" fmla="*/ 27227 w 42424"/>
                <a:gd name="connsiteY3" fmla="*/ 35233 h 42424"/>
                <a:gd name="connsiteX4" fmla="*/ 32763 w 42424"/>
                <a:gd name="connsiteY4" fmla="*/ 34003 h 42424"/>
                <a:gd name="connsiteX5" fmla="*/ 34609 w 42424"/>
                <a:gd name="connsiteY5" fmla="*/ 26812 h 42424"/>
                <a:gd name="connsiteX6" fmla="*/ 32763 w 42424"/>
                <a:gd name="connsiteY6" fmla="*/ 20448 h 42424"/>
                <a:gd name="connsiteX7" fmla="*/ 28669 w 42424"/>
                <a:gd name="connsiteY7" fmla="*/ 17564 h 42424"/>
                <a:gd name="connsiteX8" fmla="*/ 23748 w 42424"/>
                <a:gd name="connsiteY8" fmla="*/ 15909 h 42424"/>
                <a:gd name="connsiteX9" fmla="*/ 21457 w 42424"/>
                <a:gd name="connsiteY9" fmla="*/ 1716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42424">
                  <a:moveTo>
                    <a:pt x="21457" y="17161"/>
                  </a:moveTo>
                  <a:cubicBezTo>
                    <a:pt x="21457" y="17161"/>
                    <a:pt x="16133" y="21891"/>
                    <a:pt x="15921" y="22909"/>
                  </a:cubicBezTo>
                  <a:cubicBezTo>
                    <a:pt x="15709" y="23927"/>
                    <a:pt x="18382" y="26409"/>
                    <a:pt x="19421" y="27830"/>
                  </a:cubicBezTo>
                  <a:cubicBezTo>
                    <a:pt x="20460" y="29251"/>
                    <a:pt x="24766" y="34809"/>
                    <a:pt x="27227" y="35233"/>
                  </a:cubicBezTo>
                  <a:cubicBezTo>
                    <a:pt x="29688" y="35636"/>
                    <a:pt x="31321" y="36251"/>
                    <a:pt x="32763" y="34003"/>
                  </a:cubicBezTo>
                  <a:cubicBezTo>
                    <a:pt x="34206" y="31754"/>
                    <a:pt x="34609" y="29485"/>
                    <a:pt x="34609" y="26812"/>
                  </a:cubicBezTo>
                  <a:cubicBezTo>
                    <a:pt x="34609" y="24139"/>
                    <a:pt x="34397" y="21467"/>
                    <a:pt x="32763" y="20448"/>
                  </a:cubicBezTo>
                  <a:cubicBezTo>
                    <a:pt x="31130" y="19430"/>
                    <a:pt x="30091" y="17988"/>
                    <a:pt x="28669" y="17564"/>
                  </a:cubicBezTo>
                  <a:cubicBezTo>
                    <a:pt x="27227" y="17161"/>
                    <a:pt x="23748" y="15909"/>
                    <a:pt x="23748" y="15909"/>
                  </a:cubicBezTo>
                  <a:lnTo>
                    <a:pt x="21457" y="1716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633E48D7-174B-4AA3-B74A-39E2B7DD09D6}"/>
                </a:ext>
              </a:extLst>
            </p:cNvPr>
            <p:cNvSpPr/>
            <p:nvPr/>
          </p:nvSpPr>
          <p:spPr>
            <a:xfrm>
              <a:off x="4659692" y="3033657"/>
              <a:ext cx="187960" cy="344593"/>
            </a:xfrm>
            <a:custGeom>
              <a:avLst/>
              <a:gdLst>
                <a:gd name="connsiteX0" fmla="*/ 109971 w 127272"/>
                <a:gd name="connsiteY0" fmla="*/ 193984 h 233332"/>
                <a:gd name="connsiteX1" fmla="*/ 111010 w 127272"/>
                <a:gd name="connsiteY1" fmla="*/ 139193 h 233332"/>
                <a:gd name="connsiteX2" fmla="*/ 111668 w 127272"/>
                <a:gd name="connsiteY2" fmla="*/ 128396 h 233332"/>
                <a:gd name="connsiteX3" fmla="*/ 115189 w 127272"/>
                <a:gd name="connsiteY3" fmla="*/ 92675 h 233332"/>
                <a:gd name="connsiteX4" fmla="*/ 112856 w 127272"/>
                <a:gd name="connsiteY4" fmla="*/ 15909 h 233332"/>
                <a:gd name="connsiteX5" fmla="*/ 20583 w 127272"/>
                <a:gd name="connsiteY5" fmla="*/ 27554 h 233332"/>
                <a:gd name="connsiteX6" fmla="*/ 16702 w 127272"/>
                <a:gd name="connsiteY6" fmla="*/ 67900 h 233332"/>
                <a:gd name="connsiteX7" fmla="*/ 22620 w 127272"/>
                <a:gd name="connsiteY7" fmla="*/ 132575 h 233332"/>
                <a:gd name="connsiteX8" fmla="*/ 24147 w 127272"/>
                <a:gd name="connsiteY8" fmla="*/ 211590 h 233332"/>
                <a:gd name="connsiteX9" fmla="*/ 23214 w 127272"/>
                <a:gd name="connsiteY9" fmla="*/ 220244 h 233332"/>
                <a:gd name="connsiteX10" fmla="*/ 32398 w 127272"/>
                <a:gd name="connsiteY10" fmla="*/ 231296 h 233332"/>
                <a:gd name="connsiteX11" fmla="*/ 52083 w 127272"/>
                <a:gd name="connsiteY11" fmla="*/ 232399 h 233332"/>
                <a:gd name="connsiteX12" fmla="*/ 47947 w 127272"/>
                <a:gd name="connsiteY12" fmla="*/ 224317 h 233332"/>
                <a:gd name="connsiteX13" fmla="*/ 48965 w 127272"/>
                <a:gd name="connsiteY13" fmla="*/ 162887 h 233332"/>
                <a:gd name="connsiteX14" fmla="*/ 50429 w 127272"/>
                <a:gd name="connsiteY14" fmla="*/ 135927 h 233332"/>
                <a:gd name="connsiteX15" fmla="*/ 55456 w 127272"/>
                <a:gd name="connsiteY15" fmla="*/ 105063 h 233332"/>
                <a:gd name="connsiteX16" fmla="*/ 67292 w 127272"/>
                <a:gd name="connsiteY16" fmla="*/ 80627 h 233332"/>
                <a:gd name="connsiteX17" fmla="*/ 73847 w 127272"/>
                <a:gd name="connsiteY17" fmla="*/ 69427 h 233332"/>
                <a:gd name="connsiteX18" fmla="*/ 90371 w 127272"/>
                <a:gd name="connsiteY18" fmla="*/ 119042 h 233332"/>
                <a:gd name="connsiteX19" fmla="*/ 88313 w 127272"/>
                <a:gd name="connsiteY19" fmla="*/ 167151 h 233332"/>
                <a:gd name="connsiteX20" fmla="*/ 91410 w 127272"/>
                <a:gd name="connsiteY20" fmla="*/ 188851 h 233332"/>
                <a:gd name="connsiteX21" fmla="*/ 90392 w 127272"/>
                <a:gd name="connsiteY21" fmla="*/ 196657 h 233332"/>
                <a:gd name="connsiteX22" fmla="*/ 94444 w 127272"/>
                <a:gd name="connsiteY22" fmla="*/ 200199 h 233332"/>
                <a:gd name="connsiteX23" fmla="*/ 114128 w 127272"/>
                <a:gd name="connsiteY23" fmla="*/ 201196 h 233332"/>
                <a:gd name="connsiteX24" fmla="*/ 109971 w 127272"/>
                <a:gd name="connsiteY24" fmla="*/ 193984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272" h="233332">
                  <a:moveTo>
                    <a:pt x="109971" y="193984"/>
                  </a:moveTo>
                  <a:cubicBezTo>
                    <a:pt x="109971" y="193984"/>
                    <a:pt x="106874" y="168169"/>
                    <a:pt x="111010" y="139193"/>
                  </a:cubicBezTo>
                  <a:lnTo>
                    <a:pt x="111668" y="128396"/>
                  </a:lnTo>
                  <a:cubicBezTo>
                    <a:pt x="112622" y="121290"/>
                    <a:pt x="115189" y="100948"/>
                    <a:pt x="115189" y="92675"/>
                  </a:cubicBezTo>
                  <a:cubicBezTo>
                    <a:pt x="115189" y="82621"/>
                    <a:pt x="112856" y="15909"/>
                    <a:pt x="112856" y="15909"/>
                  </a:cubicBezTo>
                  <a:lnTo>
                    <a:pt x="20583" y="27554"/>
                  </a:lnTo>
                  <a:cubicBezTo>
                    <a:pt x="20583" y="27554"/>
                    <a:pt x="13605" y="52394"/>
                    <a:pt x="16702" y="67900"/>
                  </a:cubicBezTo>
                  <a:cubicBezTo>
                    <a:pt x="19289" y="80839"/>
                    <a:pt x="21856" y="119954"/>
                    <a:pt x="22620" y="132575"/>
                  </a:cubicBezTo>
                  <a:cubicBezTo>
                    <a:pt x="22832" y="143287"/>
                    <a:pt x="24147" y="203593"/>
                    <a:pt x="24147" y="211590"/>
                  </a:cubicBezTo>
                  <a:cubicBezTo>
                    <a:pt x="24147" y="214242"/>
                    <a:pt x="23701" y="217232"/>
                    <a:pt x="23214" y="220244"/>
                  </a:cubicBezTo>
                  <a:cubicBezTo>
                    <a:pt x="24359" y="222578"/>
                    <a:pt x="27562" y="228114"/>
                    <a:pt x="32398" y="231296"/>
                  </a:cubicBezTo>
                  <a:cubicBezTo>
                    <a:pt x="38592" y="235326"/>
                    <a:pt x="48965" y="233587"/>
                    <a:pt x="52083" y="232399"/>
                  </a:cubicBezTo>
                  <a:cubicBezTo>
                    <a:pt x="55180" y="231211"/>
                    <a:pt x="47947" y="224317"/>
                    <a:pt x="47947" y="224317"/>
                  </a:cubicBezTo>
                  <a:cubicBezTo>
                    <a:pt x="47947" y="224317"/>
                    <a:pt x="44850" y="195363"/>
                    <a:pt x="48965" y="162887"/>
                  </a:cubicBezTo>
                  <a:lnTo>
                    <a:pt x="50429" y="135927"/>
                  </a:lnTo>
                  <a:cubicBezTo>
                    <a:pt x="51617" y="126848"/>
                    <a:pt x="53526" y="113251"/>
                    <a:pt x="55456" y="105063"/>
                  </a:cubicBezTo>
                  <a:cubicBezTo>
                    <a:pt x="57492" y="96409"/>
                    <a:pt x="63177" y="86481"/>
                    <a:pt x="67292" y="80627"/>
                  </a:cubicBezTo>
                  <a:cubicBezTo>
                    <a:pt x="69498" y="76512"/>
                    <a:pt x="71959" y="72015"/>
                    <a:pt x="73847" y="69427"/>
                  </a:cubicBezTo>
                  <a:cubicBezTo>
                    <a:pt x="77983" y="63721"/>
                    <a:pt x="90371" y="111321"/>
                    <a:pt x="90371" y="119042"/>
                  </a:cubicBezTo>
                  <a:cubicBezTo>
                    <a:pt x="90371" y="126784"/>
                    <a:pt x="87783" y="156799"/>
                    <a:pt x="88313" y="167151"/>
                  </a:cubicBezTo>
                  <a:cubicBezTo>
                    <a:pt x="88844" y="177439"/>
                    <a:pt x="91410" y="188851"/>
                    <a:pt x="91410" y="188851"/>
                  </a:cubicBezTo>
                  <a:cubicBezTo>
                    <a:pt x="91410" y="188851"/>
                    <a:pt x="90392" y="192584"/>
                    <a:pt x="90392" y="196657"/>
                  </a:cubicBezTo>
                  <a:cubicBezTo>
                    <a:pt x="91622" y="197908"/>
                    <a:pt x="92810" y="199223"/>
                    <a:pt x="94444" y="200199"/>
                  </a:cubicBezTo>
                  <a:cubicBezTo>
                    <a:pt x="100638" y="203826"/>
                    <a:pt x="111031" y="202278"/>
                    <a:pt x="114128" y="201196"/>
                  </a:cubicBezTo>
                  <a:cubicBezTo>
                    <a:pt x="117204" y="200157"/>
                    <a:pt x="109971" y="193984"/>
                    <a:pt x="109971" y="193984"/>
                  </a:cubicBezTo>
                  <a:close/>
                </a:path>
              </a:pathLst>
            </a:custGeom>
            <a:solidFill>
              <a:srgbClr val="1A3A4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EF7743C-1D7F-4160-A666-D8A2C59C1B56}"/>
                </a:ext>
              </a:extLst>
            </p:cNvPr>
            <p:cNvSpPr/>
            <p:nvPr/>
          </p:nvSpPr>
          <p:spPr>
            <a:xfrm>
              <a:off x="4757401" y="3303004"/>
              <a:ext cx="125307" cy="62653"/>
            </a:xfrm>
            <a:custGeom>
              <a:avLst/>
              <a:gdLst>
                <a:gd name="connsiteX0" fmla="*/ 72234 w 84848"/>
                <a:gd name="connsiteY0" fmla="*/ 34894 h 42424"/>
                <a:gd name="connsiteX1" fmla="*/ 68883 w 84848"/>
                <a:gd name="connsiteY1" fmla="*/ 41088 h 42424"/>
                <a:gd name="connsiteX2" fmla="*/ 44086 w 84848"/>
                <a:gd name="connsiteY2" fmla="*/ 39157 h 42424"/>
                <a:gd name="connsiteX3" fmla="*/ 17719 w 84848"/>
                <a:gd name="connsiteY3" fmla="*/ 26748 h 42424"/>
                <a:gd name="connsiteX4" fmla="*/ 18101 w 84848"/>
                <a:gd name="connsiteY4" fmla="*/ 15909 h 42424"/>
                <a:gd name="connsiteX5" fmla="*/ 24295 w 84848"/>
                <a:gd name="connsiteY5" fmla="*/ 18985 h 42424"/>
                <a:gd name="connsiteX6" fmla="*/ 53398 w 84848"/>
                <a:gd name="connsiteY6" fmla="*/ 29888 h 42424"/>
                <a:gd name="connsiteX7" fmla="*/ 72234 w 84848"/>
                <a:gd name="connsiteY7" fmla="*/ 3489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72234" y="34894"/>
                  </a:moveTo>
                  <a:cubicBezTo>
                    <a:pt x="72234" y="34894"/>
                    <a:pt x="73358" y="36167"/>
                    <a:pt x="68883" y="41088"/>
                  </a:cubicBezTo>
                  <a:cubicBezTo>
                    <a:pt x="65022" y="45351"/>
                    <a:pt x="51828" y="42254"/>
                    <a:pt x="44086" y="39157"/>
                  </a:cubicBezTo>
                  <a:cubicBezTo>
                    <a:pt x="36174" y="36018"/>
                    <a:pt x="21983" y="28318"/>
                    <a:pt x="17719" y="26748"/>
                  </a:cubicBezTo>
                  <a:cubicBezTo>
                    <a:pt x="13434" y="25179"/>
                    <a:pt x="18101" y="15909"/>
                    <a:pt x="18101" y="15909"/>
                  </a:cubicBezTo>
                  <a:lnTo>
                    <a:pt x="24295" y="18985"/>
                  </a:lnTo>
                  <a:cubicBezTo>
                    <a:pt x="24295" y="18985"/>
                    <a:pt x="49877" y="29082"/>
                    <a:pt x="53398" y="29888"/>
                  </a:cubicBezTo>
                  <a:cubicBezTo>
                    <a:pt x="56877" y="30588"/>
                    <a:pt x="72234" y="34894"/>
                    <a:pt x="72234" y="34894"/>
                  </a:cubicBezTo>
                  <a:close/>
                </a:path>
              </a:pathLst>
            </a:custGeom>
            <a:solidFill>
              <a:srgbClr val="595A5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C52B577D-197D-40FD-8E32-5CA64E6453B2}"/>
                </a:ext>
              </a:extLst>
            </p:cNvPr>
            <p:cNvSpPr/>
            <p:nvPr/>
          </p:nvSpPr>
          <p:spPr>
            <a:xfrm>
              <a:off x="4759278" y="3291288"/>
              <a:ext cx="125307" cy="93980"/>
            </a:xfrm>
            <a:custGeom>
              <a:avLst/>
              <a:gdLst>
                <a:gd name="connsiteX0" fmla="*/ 58045 w 84848"/>
                <a:gd name="connsiteY0" fmla="*/ 48470 h 63636"/>
                <a:gd name="connsiteX1" fmla="*/ 34309 w 84848"/>
                <a:gd name="connsiteY1" fmla="*/ 39709 h 63636"/>
                <a:gd name="connsiteX2" fmla="*/ 16681 w 84848"/>
                <a:gd name="connsiteY2" fmla="*/ 30906 h 63636"/>
                <a:gd name="connsiteX3" fmla="*/ 17806 w 84848"/>
                <a:gd name="connsiteY3" fmla="*/ 15909 h 63636"/>
                <a:gd name="connsiteX4" fmla="*/ 27012 w 84848"/>
                <a:gd name="connsiteY4" fmla="*/ 25751 h 63636"/>
                <a:gd name="connsiteX5" fmla="*/ 46696 w 84848"/>
                <a:gd name="connsiteY5" fmla="*/ 26748 h 63636"/>
                <a:gd name="connsiteX6" fmla="*/ 42560 w 84848"/>
                <a:gd name="connsiteY6" fmla="*/ 19536 h 63636"/>
                <a:gd name="connsiteX7" fmla="*/ 70984 w 84848"/>
                <a:gd name="connsiteY7" fmla="*/ 42827 h 63636"/>
                <a:gd name="connsiteX8" fmla="*/ 58045 w 84848"/>
                <a:gd name="connsiteY8" fmla="*/ 4847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63636">
                  <a:moveTo>
                    <a:pt x="58045" y="48470"/>
                  </a:moveTo>
                  <a:cubicBezTo>
                    <a:pt x="49242" y="46921"/>
                    <a:pt x="38402" y="42827"/>
                    <a:pt x="34309" y="39709"/>
                  </a:cubicBezTo>
                  <a:cubicBezTo>
                    <a:pt x="30130" y="36612"/>
                    <a:pt x="19248" y="34512"/>
                    <a:pt x="16681" y="30906"/>
                  </a:cubicBezTo>
                  <a:cubicBezTo>
                    <a:pt x="14900" y="28403"/>
                    <a:pt x="16596" y="22103"/>
                    <a:pt x="17806" y="15909"/>
                  </a:cubicBezTo>
                  <a:cubicBezTo>
                    <a:pt x="18993" y="18009"/>
                    <a:pt x="22175" y="22909"/>
                    <a:pt x="27012" y="25751"/>
                  </a:cubicBezTo>
                  <a:cubicBezTo>
                    <a:pt x="33206" y="29379"/>
                    <a:pt x="43599" y="27830"/>
                    <a:pt x="46696" y="26748"/>
                  </a:cubicBezTo>
                  <a:cubicBezTo>
                    <a:pt x="49793" y="25709"/>
                    <a:pt x="42560" y="19536"/>
                    <a:pt x="42560" y="19536"/>
                  </a:cubicBezTo>
                  <a:lnTo>
                    <a:pt x="70984" y="42827"/>
                  </a:lnTo>
                  <a:cubicBezTo>
                    <a:pt x="70963" y="42827"/>
                    <a:pt x="66848" y="50018"/>
                    <a:pt x="58045" y="48470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C53D65A-45B5-4DE5-8EAD-52E76EB30DBF}"/>
                </a:ext>
              </a:extLst>
            </p:cNvPr>
            <p:cNvSpPr/>
            <p:nvPr/>
          </p:nvSpPr>
          <p:spPr>
            <a:xfrm>
              <a:off x="4665794" y="3348459"/>
              <a:ext cx="125307" cy="62653"/>
            </a:xfrm>
            <a:custGeom>
              <a:avLst/>
              <a:gdLst>
                <a:gd name="connsiteX0" fmla="*/ 72218 w 84848"/>
                <a:gd name="connsiteY0" fmla="*/ 37227 h 42424"/>
                <a:gd name="connsiteX1" fmla="*/ 68909 w 84848"/>
                <a:gd name="connsiteY1" fmla="*/ 44163 h 42424"/>
                <a:gd name="connsiteX2" fmla="*/ 44070 w 84848"/>
                <a:gd name="connsiteY2" fmla="*/ 42000 h 42424"/>
                <a:gd name="connsiteX3" fmla="*/ 17724 w 84848"/>
                <a:gd name="connsiteY3" fmla="*/ 28085 h 42424"/>
                <a:gd name="connsiteX4" fmla="*/ 18085 w 84848"/>
                <a:gd name="connsiteY4" fmla="*/ 15909 h 42424"/>
                <a:gd name="connsiteX5" fmla="*/ 24279 w 84848"/>
                <a:gd name="connsiteY5" fmla="*/ 19430 h 42424"/>
                <a:gd name="connsiteX6" fmla="*/ 53382 w 84848"/>
                <a:gd name="connsiteY6" fmla="*/ 31563 h 42424"/>
                <a:gd name="connsiteX7" fmla="*/ 72218 w 84848"/>
                <a:gd name="connsiteY7" fmla="*/ 3722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72218" y="37227"/>
                  </a:moveTo>
                  <a:cubicBezTo>
                    <a:pt x="72218" y="37227"/>
                    <a:pt x="73385" y="38606"/>
                    <a:pt x="68909" y="44163"/>
                  </a:cubicBezTo>
                  <a:cubicBezTo>
                    <a:pt x="65027" y="48957"/>
                    <a:pt x="51812" y="45457"/>
                    <a:pt x="44070" y="42000"/>
                  </a:cubicBezTo>
                  <a:cubicBezTo>
                    <a:pt x="36200" y="38479"/>
                    <a:pt x="21988" y="29824"/>
                    <a:pt x="17724" y="28085"/>
                  </a:cubicBezTo>
                  <a:cubicBezTo>
                    <a:pt x="13439" y="26345"/>
                    <a:pt x="18085" y="15909"/>
                    <a:pt x="18085" y="15909"/>
                  </a:cubicBezTo>
                  <a:lnTo>
                    <a:pt x="24279" y="19430"/>
                  </a:lnTo>
                  <a:cubicBezTo>
                    <a:pt x="24279" y="19430"/>
                    <a:pt x="49882" y="30715"/>
                    <a:pt x="53382" y="31563"/>
                  </a:cubicBezTo>
                  <a:cubicBezTo>
                    <a:pt x="56860" y="32454"/>
                    <a:pt x="72218" y="37227"/>
                    <a:pt x="72218" y="37227"/>
                  </a:cubicBezTo>
                  <a:close/>
                </a:path>
              </a:pathLst>
            </a:custGeom>
            <a:solidFill>
              <a:srgbClr val="595A5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980A850D-249A-40B7-BC9D-1105A044F653}"/>
                </a:ext>
              </a:extLst>
            </p:cNvPr>
            <p:cNvSpPr/>
            <p:nvPr/>
          </p:nvSpPr>
          <p:spPr>
            <a:xfrm>
              <a:off x="4667629" y="3335395"/>
              <a:ext cx="125307" cy="93980"/>
            </a:xfrm>
            <a:custGeom>
              <a:avLst/>
              <a:gdLst>
                <a:gd name="connsiteX0" fmla="*/ 58079 w 84848"/>
                <a:gd name="connsiteY0" fmla="*/ 52436 h 63636"/>
                <a:gd name="connsiteX1" fmla="*/ 34300 w 84848"/>
                <a:gd name="connsiteY1" fmla="*/ 42551 h 63636"/>
                <a:gd name="connsiteX2" fmla="*/ 16694 w 84848"/>
                <a:gd name="connsiteY2" fmla="*/ 32730 h 63636"/>
                <a:gd name="connsiteX3" fmla="*/ 17840 w 84848"/>
                <a:gd name="connsiteY3" fmla="*/ 15909 h 63636"/>
                <a:gd name="connsiteX4" fmla="*/ 27025 w 84848"/>
                <a:gd name="connsiteY4" fmla="*/ 26960 h 63636"/>
                <a:gd name="connsiteX5" fmla="*/ 46709 w 84848"/>
                <a:gd name="connsiteY5" fmla="*/ 28063 h 63636"/>
                <a:gd name="connsiteX6" fmla="*/ 42573 w 84848"/>
                <a:gd name="connsiteY6" fmla="*/ 19982 h 63636"/>
                <a:gd name="connsiteX7" fmla="*/ 70976 w 84848"/>
                <a:gd name="connsiteY7" fmla="*/ 46051 h 63636"/>
                <a:gd name="connsiteX8" fmla="*/ 58079 w 84848"/>
                <a:gd name="connsiteY8" fmla="*/ 52436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63636">
                  <a:moveTo>
                    <a:pt x="58079" y="52436"/>
                  </a:moveTo>
                  <a:cubicBezTo>
                    <a:pt x="49255" y="50654"/>
                    <a:pt x="38415" y="46051"/>
                    <a:pt x="34300" y="42551"/>
                  </a:cubicBezTo>
                  <a:cubicBezTo>
                    <a:pt x="30143" y="39094"/>
                    <a:pt x="19282" y="36782"/>
                    <a:pt x="16694" y="32730"/>
                  </a:cubicBezTo>
                  <a:cubicBezTo>
                    <a:pt x="14891" y="29909"/>
                    <a:pt x="16588" y="22866"/>
                    <a:pt x="17840" y="15909"/>
                  </a:cubicBezTo>
                  <a:cubicBezTo>
                    <a:pt x="18985" y="18242"/>
                    <a:pt x="22188" y="23779"/>
                    <a:pt x="27025" y="26960"/>
                  </a:cubicBezTo>
                  <a:cubicBezTo>
                    <a:pt x="33219" y="30991"/>
                    <a:pt x="43591" y="29251"/>
                    <a:pt x="46709" y="28063"/>
                  </a:cubicBezTo>
                  <a:cubicBezTo>
                    <a:pt x="49806" y="26876"/>
                    <a:pt x="42573" y="19982"/>
                    <a:pt x="42573" y="19982"/>
                  </a:cubicBezTo>
                  <a:lnTo>
                    <a:pt x="70976" y="46051"/>
                  </a:lnTo>
                  <a:cubicBezTo>
                    <a:pt x="70976" y="46072"/>
                    <a:pt x="66882" y="54154"/>
                    <a:pt x="58079" y="52436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7E3D48D1-9FCA-439A-AB65-DAD8280547A8}"/>
                </a:ext>
              </a:extLst>
            </p:cNvPr>
            <p:cNvSpPr/>
            <p:nvPr/>
          </p:nvSpPr>
          <p:spPr>
            <a:xfrm>
              <a:off x="4735545" y="3112027"/>
              <a:ext cx="62653" cy="219286"/>
            </a:xfrm>
            <a:custGeom>
              <a:avLst/>
              <a:gdLst>
                <a:gd name="connsiteX0" fmla="*/ 36930 w 42424"/>
                <a:gd name="connsiteY0" fmla="*/ 114107 h 148484"/>
                <a:gd name="connsiteX1" fmla="*/ 38988 w 42424"/>
                <a:gd name="connsiteY1" fmla="*/ 65998 h 148484"/>
                <a:gd name="connsiteX2" fmla="*/ 22464 w 42424"/>
                <a:gd name="connsiteY2" fmla="*/ 16383 h 148484"/>
                <a:gd name="connsiteX3" fmla="*/ 15909 w 42424"/>
                <a:gd name="connsiteY3" fmla="*/ 27583 h 148484"/>
                <a:gd name="connsiteX4" fmla="*/ 20342 w 42424"/>
                <a:gd name="connsiteY4" fmla="*/ 22555 h 148484"/>
                <a:gd name="connsiteX5" fmla="*/ 32751 w 42424"/>
                <a:gd name="connsiteY5" fmla="*/ 63579 h 148484"/>
                <a:gd name="connsiteX6" fmla="*/ 34809 w 42424"/>
                <a:gd name="connsiteY6" fmla="*/ 129549 h 148484"/>
                <a:gd name="connsiteX7" fmla="*/ 33833 w 42424"/>
                <a:gd name="connsiteY7" fmla="*/ 137313 h 148484"/>
                <a:gd name="connsiteX8" fmla="*/ 38988 w 42424"/>
                <a:gd name="connsiteY8" fmla="*/ 143612 h 148484"/>
                <a:gd name="connsiteX9" fmla="*/ 40006 w 42424"/>
                <a:gd name="connsiteY9" fmla="*/ 135806 h 148484"/>
                <a:gd name="connsiteX10" fmla="*/ 36930 w 42424"/>
                <a:gd name="connsiteY10" fmla="*/ 114107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24" h="148484">
                  <a:moveTo>
                    <a:pt x="36930" y="114107"/>
                  </a:moveTo>
                  <a:cubicBezTo>
                    <a:pt x="36400" y="103755"/>
                    <a:pt x="38988" y="73740"/>
                    <a:pt x="38988" y="65998"/>
                  </a:cubicBezTo>
                  <a:cubicBezTo>
                    <a:pt x="38988" y="58255"/>
                    <a:pt x="26600" y="10677"/>
                    <a:pt x="22464" y="16383"/>
                  </a:cubicBezTo>
                  <a:cubicBezTo>
                    <a:pt x="20576" y="18971"/>
                    <a:pt x="18115" y="23446"/>
                    <a:pt x="15909" y="27583"/>
                  </a:cubicBezTo>
                  <a:cubicBezTo>
                    <a:pt x="18051" y="24549"/>
                    <a:pt x="19770" y="22555"/>
                    <a:pt x="20342" y="22555"/>
                  </a:cubicBezTo>
                  <a:cubicBezTo>
                    <a:pt x="21912" y="22577"/>
                    <a:pt x="30418" y="54607"/>
                    <a:pt x="32751" y="63579"/>
                  </a:cubicBezTo>
                  <a:cubicBezTo>
                    <a:pt x="32900" y="67546"/>
                    <a:pt x="34809" y="122103"/>
                    <a:pt x="34809" y="129549"/>
                  </a:cubicBezTo>
                  <a:cubicBezTo>
                    <a:pt x="34809" y="131946"/>
                    <a:pt x="34364" y="134576"/>
                    <a:pt x="33833" y="137313"/>
                  </a:cubicBezTo>
                  <a:cubicBezTo>
                    <a:pt x="34597" y="138649"/>
                    <a:pt x="36527" y="141216"/>
                    <a:pt x="38988" y="143612"/>
                  </a:cubicBezTo>
                  <a:cubicBezTo>
                    <a:pt x="38988" y="139540"/>
                    <a:pt x="40006" y="135806"/>
                    <a:pt x="40006" y="135806"/>
                  </a:cubicBezTo>
                  <a:cubicBezTo>
                    <a:pt x="40006" y="135806"/>
                    <a:pt x="37460" y="124394"/>
                    <a:pt x="36930" y="114107"/>
                  </a:cubicBezTo>
                  <a:close/>
                </a:path>
              </a:pathLst>
            </a:custGeom>
            <a:solidFill>
              <a:srgbClr val="0F2A3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E643B033-77E4-41AA-892D-6E642EDC16A7}"/>
                </a:ext>
              </a:extLst>
            </p:cNvPr>
            <p:cNvSpPr/>
            <p:nvPr/>
          </p:nvSpPr>
          <p:spPr>
            <a:xfrm>
              <a:off x="4665561" y="2795857"/>
              <a:ext cx="156633" cy="313266"/>
            </a:xfrm>
            <a:custGeom>
              <a:avLst/>
              <a:gdLst>
                <a:gd name="connsiteX0" fmla="*/ 25306 w 106060"/>
                <a:gd name="connsiteY0" fmla="*/ 194472 h 212120"/>
                <a:gd name="connsiteX1" fmla="*/ 34979 w 106060"/>
                <a:gd name="connsiteY1" fmla="*/ 138833 h 212120"/>
                <a:gd name="connsiteX2" fmla="*/ 29315 w 106060"/>
                <a:gd name="connsiteY2" fmla="*/ 97321 h 212120"/>
                <a:gd name="connsiteX3" fmla="*/ 28509 w 106060"/>
                <a:gd name="connsiteY3" fmla="*/ 69915 h 212120"/>
                <a:gd name="connsiteX4" fmla="*/ 15909 w 106060"/>
                <a:gd name="connsiteY4" fmla="*/ 48703 h 212120"/>
                <a:gd name="connsiteX5" fmla="*/ 18306 w 106060"/>
                <a:gd name="connsiteY5" fmla="*/ 41703 h 212120"/>
                <a:gd name="connsiteX6" fmla="*/ 81688 w 106060"/>
                <a:gd name="connsiteY6" fmla="*/ 15909 h 212120"/>
                <a:gd name="connsiteX7" fmla="*/ 95157 w 106060"/>
                <a:gd name="connsiteY7" fmla="*/ 21806 h 212120"/>
                <a:gd name="connsiteX8" fmla="*/ 108054 w 106060"/>
                <a:gd name="connsiteY8" fmla="*/ 57272 h 212120"/>
                <a:gd name="connsiteX9" fmla="*/ 110175 w 106060"/>
                <a:gd name="connsiteY9" fmla="*/ 199139 h 212120"/>
                <a:gd name="connsiteX10" fmla="*/ 91360 w 106060"/>
                <a:gd name="connsiteY10" fmla="*/ 208811 h 212120"/>
                <a:gd name="connsiteX11" fmla="*/ 86524 w 106060"/>
                <a:gd name="connsiteY11" fmla="*/ 185160 h 212120"/>
                <a:gd name="connsiteX12" fmla="*/ 81178 w 106060"/>
                <a:gd name="connsiteY12" fmla="*/ 210954 h 212120"/>
                <a:gd name="connsiteX13" fmla="*/ 74178 w 106060"/>
                <a:gd name="connsiteY13" fmla="*/ 212035 h 212120"/>
                <a:gd name="connsiteX14" fmla="*/ 38818 w 106060"/>
                <a:gd name="connsiteY14" fmla="*/ 215090 h 212120"/>
                <a:gd name="connsiteX15" fmla="*/ 25306 w 106060"/>
                <a:gd name="connsiteY15" fmla="*/ 194472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6060" h="212120">
                  <a:moveTo>
                    <a:pt x="25306" y="194472"/>
                  </a:moveTo>
                  <a:cubicBezTo>
                    <a:pt x="23694" y="179942"/>
                    <a:pt x="33770" y="155760"/>
                    <a:pt x="34979" y="138833"/>
                  </a:cubicBezTo>
                  <a:cubicBezTo>
                    <a:pt x="36188" y="121927"/>
                    <a:pt x="29315" y="98530"/>
                    <a:pt x="29315" y="97321"/>
                  </a:cubicBezTo>
                  <a:cubicBezTo>
                    <a:pt x="29315" y="97321"/>
                    <a:pt x="28509" y="71124"/>
                    <a:pt x="28509" y="69915"/>
                  </a:cubicBezTo>
                  <a:cubicBezTo>
                    <a:pt x="28509" y="68918"/>
                    <a:pt x="19070" y="53751"/>
                    <a:pt x="15909" y="48703"/>
                  </a:cubicBezTo>
                  <a:cubicBezTo>
                    <a:pt x="16609" y="45224"/>
                    <a:pt x="17394" y="42679"/>
                    <a:pt x="18306" y="41703"/>
                  </a:cubicBezTo>
                  <a:cubicBezTo>
                    <a:pt x="26367" y="33091"/>
                    <a:pt x="81688" y="15909"/>
                    <a:pt x="81688" y="15909"/>
                  </a:cubicBezTo>
                  <a:cubicBezTo>
                    <a:pt x="81688" y="15909"/>
                    <a:pt x="89218" y="15909"/>
                    <a:pt x="95157" y="21806"/>
                  </a:cubicBezTo>
                  <a:cubicBezTo>
                    <a:pt x="101075" y="27703"/>
                    <a:pt x="106442" y="39539"/>
                    <a:pt x="108054" y="57272"/>
                  </a:cubicBezTo>
                  <a:cubicBezTo>
                    <a:pt x="109666" y="74985"/>
                    <a:pt x="112890" y="194281"/>
                    <a:pt x="110175" y="199139"/>
                  </a:cubicBezTo>
                  <a:cubicBezTo>
                    <a:pt x="107481" y="203954"/>
                    <a:pt x="91360" y="208811"/>
                    <a:pt x="91360" y="208811"/>
                  </a:cubicBezTo>
                  <a:lnTo>
                    <a:pt x="86524" y="185160"/>
                  </a:lnTo>
                  <a:lnTo>
                    <a:pt x="81178" y="210954"/>
                  </a:lnTo>
                  <a:cubicBezTo>
                    <a:pt x="81178" y="210954"/>
                    <a:pt x="81688" y="207178"/>
                    <a:pt x="74178" y="212035"/>
                  </a:cubicBezTo>
                  <a:cubicBezTo>
                    <a:pt x="69109" y="215281"/>
                    <a:pt x="52436" y="216766"/>
                    <a:pt x="38818" y="215090"/>
                  </a:cubicBezTo>
                  <a:cubicBezTo>
                    <a:pt x="33260" y="210423"/>
                    <a:pt x="26261" y="203041"/>
                    <a:pt x="25306" y="194472"/>
                  </a:cubicBezTo>
                  <a:close/>
                </a:path>
              </a:pathLst>
            </a:custGeom>
            <a:solidFill>
              <a:srgbClr val="0F2A3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4162B31-9D45-4A40-B718-878B4C8A217A}"/>
                </a:ext>
              </a:extLst>
            </p:cNvPr>
            <p:cNvSpPr/>
            <p:nvPr/>
          </p:nvSpPr>
          <p:spPr>
            <a:xfrm>
              <a:off x="4658404" y="2844288"/>
              <a:ext cx="62653" cy="281940"/>
            </a:xfrm>
            <a:custGeom>
              <a:avLst/>
              <a:gdLst>
                <a:gd name="connsiteX0" fmla="*/ 16173 w 42424"/>
                <a:gd name="connsiteY0" fmla="*/ 141633 h 190908"/>
                <a:gd name="connsiteX1" fmla="*/ 20755 w 42424"/>
                <a:gd name="connsiteY1" fmla="*/ 15909 h 190908"/>
                <a:gd name="connsiteX2" fmla="*/ 33355 w 42424"/>
                <a:gd name="connsiteY2" fmla="*/ 37121 h 190908"/>
                <a:gd name="connsiteX3" fmla="*/ 39252 w 42424"/>
                <a:gd name="connsiteY3" fmla="*/ 47070 h 190908"/>
                <a:gd name="connsiteX4" fmla="*/ 39804 w 42424"/>
                <a:gd name="connsiteY4" fmla="*/ 106039 h 190908"/>
                <a:gd name="connsiteX5" fmla="*/ 40610 w 42424"/>
                <a:gd name="connsiteY5" fmla="*/ 159239 h 190908"/>
                <a:gd name="connsiteX6" fmla="*/ 43664 w 42424"/>
                <a:gd name="connsiteY6" fmla="*/ 182296 h 190908"/>
                <a:gd name="connsiteX7" fmla="*/ 27988 w 42424"/>
                <a:gd name="connsiteY7" fmla="*/ 177608 h 190908"/>
                <a:gd name="connsiteX8" fmla="*/ 16173 w 42424"/>
                <a:gd name="connsiteY8" fmla="*/ 141633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424" h="190908">
                  <a:moveTo>
                    <a:pt x="16173" y="141633"/>
                  </a:moveTo>
                  <a:cubicBezTo>
                    <a:pt x="15707" y="139236"/>
                    <a:pt x="15219" y="43442"/>
                    <a:pt x="20755" y="15909"/>
                  </a:cubicBezTo>
                  <a:cubicBezTo>
                    <a:pt x="23916" y="20958"/>
                    <a:pt x="33355" y="36145"/>
                    <a:pt x="33355" y="37121"/>
                  </a:cubicBezTo>
                  <a:cubicBezTo>
                    <a:pt x="33355" y="38330"/>
                    <a:pt x="39252" y="47070"/>
                    <a:pt x="39252" y="47070"/>
                  </a:cubicBezTo>
                  <a:cubicBezTo>
                    <a:pt x="38700" y="55406"/>
                    <a:pt x="41013" y="89112"/>
                    <a:pt x="39804" y="106039"/>
                  </a:cubicBezTo>
                  <a:cubicBezTo>
                    <a:pt x="38594" y="122966"/>
                    <a:pt x="38976" y="144751"/>
                    <a:pt x="40610" y="159239"/>
                  </a:cubicBezTo>
                  <a:cubicBezTo>
                    <a:pt x="41564" y="167830"/>
                    <a:pt x="38085" y="177630"/>
                    <a:pt x="43664" y="182296"/>
                  </a:cubicBezTo>
                  <a:cubicBezTo>
                    <a:pt x="37258" y="181490"/>
                    <a:pt x="31425" y="180048"/>
                    <a:pt x="27988" y="177608"/>
                  </a:cubicBezTo>
                  <a:cubicBezTo>
                    <a:pt x="17213" y="170099"/>
                    <a:pt x="16682" y="144327"/>
                    <a:pt x="16173" y="141633"/>
                  </a:cubicBezTo>
                  <a:close/>
                </a:path>
              </a:pathLst>
            </a:custGeom>
            <a:solidFill>
              <a:srgbClr val="0C1B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3F6101E-46B3-4C17-BAF6-47743DBAB0A1}"/>
                </a:ext>
              </a:extLst>
            </p:cNvPr>
            <p:cNvSpPr/>
            <p:nvPr/>
          </p:nvSpPr>
          <p:spPr>
            <a:xfrm>
              <a:off x="4745508" y="2805380"/>
              <a:ext cx="62653" cy="156633"/>
            </a:xfrm>
            <a:custGeom>
              <a:avLst/>
              <a:gdLst>
                <a:gd name="connsiteX0" fmla="*/ 27194 w 42424"/>
                <a:gd name="connsiteY0" fmla="*/ 98530 h 106060"/>
                <a:gd name="connsiteX1" fmla="*/ 36464 w 42424"/>
                <a:gd name="connsiteY1" fmla="*/ 56997 h 106060"/>
                <a:gd name="connsiteX2" fmla="*/ 30821 w 42424"/>
                <a:gd name="connsiteY2" fmla="*/ 52585 h 106060"/>
                <a:gd name="connsiteX3" fmla="*/ 36464 w 42424"/>
                <a:gd name="connsiteY3" fmla="*/ 45733 h 106060"/>
                <a:gd name="connsiteX4" fmla="*/ 28021 w 42424"/>
                <a:gd name="connsiteY4" fmla="*/ 21954 h 106060"/>
                <a:gd name="connsiteX5" fmla="*/ 15909 w 42424"/>
                <a:gd name="connsiteY5" fmla="*/ 15909 h 106060"/>
                <a:gd name="connsiteX6" fmla="*/ 27194 w 42424"/>
                <a:gd name="connsiteY6" fmla="*/ 9853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106060">
                  <a:moveTo>
                    <a:pt x="27194" y="98530"/>
                  </a:moveTo>
                  <a:lnTo>
                    <a:pt x="36464" y="56997"/>
                  </a:lnTo>
                  <a:lnTo>
                    <a:pt x="30821" y="52585"/>
                  </a:lnTo>
                  <a:lnTo>
                    <a:pt x="36464" y="45733"/>
                  </a:lnTo>
                  <a:cubicBezTo>
                    <a:pt x="36464" y="45733"/>
                    <a:pt x="31224" y="27194"/>
                    <a:pt x="28021" y="21954"/>
                  </a:cubicBezTo>
                  <a:cubicBezTo>
                    <a:pt x="24797" y="16715"/>
                    <a:pt x="15909" y="15909"/>
                    <a:pt x="15909" y="15909"/>
                  </a:cubicBezTo>
                  <a:lnTo>
                    <a:pt x="27194" y="98530"/>
                  </a:lnTo>
                  <a:close/>
                </a:path>
              </a:pathLst>
            </a:custGeom>
            <a:solidFill>
              <a:srgbClr val="1B37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5673D128-DF8F-4C26-86A4-96DED1CF91B3}"/>
                </a:ext>
              </a:extLst>
            </p:cNvPr>
            <p:cNvSpPr/>
            <p:nvPr/>
          </p:nvSpPr>
          <p:spPr>
            <a:xfrm>
              <a:off x="4708773" y="2804910"/>
              <a:ext cx="93980" cy="93980"/>
            </a:xfrm>
            <a:custGeom>
              <a:avLst/>
              <a:gdLst>
                <a:gd name="connsiteX0" fmla="*/ 21650 w 63636"/>
                <a:gd name="connsiteY0" fmla="*/ 23164 h 63636"/>
                <a:gd name="connsiteX1" fmla="*/ 44622 w 63636"/>
                <a:gd name="connsiteY1" fmla="*/ 15909 h 63636"/>
                <a:gd name="connsiteX2" fmla="*/ 46637 w 63636"/>
                <a:gd name="connsiteY2" fmla="*/ 25179 h 63636"/>
                <a:gd name="connsiteX3" fmla="*/ 44219 w 63636"/>
                <a:gd name="connsiteY3" fmla="*/ 47345 h 63636"/>
                <a:gd name="connsiteX4" fmla="*/ 19507 w 63636"/>
                <a:gd name="connsiteY4" fmla="*/ 38776 h 63636"/>
                <a:gd name="connsiteX5" fmla="*/ 21650 w 63636"/>
                <a:gd name="connsiteY5" fmla="*/ 2316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36" h="63636">
                  <a:moveTo>
                    <a:pt x="21650" y="23164"/>
                  </a:moveTo>
                  <a:cubicBezTo>
                    <a:pt x="34928" y="23970"/>
                    <a:pt x="44622" y="15909"/>
                    <a:pt x="44622" y="15909"/>
                  </a:cubicBezTo>
                  <a:cubicBezTo>
                    <a:pt x="44622" y="15909"/>
                    <a:pt x="45025" y="22357"/>
                    <a:pt x="46637" y="25179"/>
                  </a:cubicBezTo>
                  <a:cubicBezTo>
                    <a:pt x="48250" y="28000"/>
                    <a:pt x="52280" y="42106"/>
                    <a:pt x="44219" y="47345"/>
                  </a:cubicBezTo>
                  <a:cubicBezTo>
                    <a:pt x="38471" y="51100"/>
                    <a:pt x="26231" y="46136"/>
                    <a:pt x="19507" y="38776"/>
                  </a:cubicBezTo>
                  <a:cubicBezTo>
                    <a:pt x="15371" y="31097"/>
                    <a:pt x="13335" y="22654"/>
                    <a:pt x="21650" y="23164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A0A7EA1-8AF9-46A8-BE04-6C24E9728D63}"/>
                </a:ext>
              </a:extLst>
            </p:cNvPr>
            <p:cNvSpPr/>
            <p:nvPr/>
          </p:nvSpPr>
          <p:spPr>
            <a:xfrm>
              <a:off x="4707023" y="2789247"/>
              <a:ext cx="62653" cy="93980"/>
            </a:xfrm>
            <a:custGeom>
              <a:avLst/>
              <a:gdLst>
                <a:gd name="connsiteX0" fmla="*/ 17574 w 42424"/>
                <a:gd name="connsiteY0" fmla="*/ 18858 h 63636"/>
                <a:gd name="connsiteX1" fmla="*/ 20862 w 42424"/>
                <a:gd name="connsiteY1" fmla="*/ 15909 h 63636"/>
                <a:gd name="connsiteX2" fmla="*/ 45786 w 42424"/>
                <a:gd name="connsiteY2" fmla="*/ 26515 h 63636"/>
                <a:gd name="connsiteX3" fmla="*/ 22813 w 42424"/>
                <a:gd name="connsiteY3" fmla="*/ 33770 h 63636"/>
                <a:gd name="connsiteX4" fmla="*/ 20650 w 42424"/>
                <a:gd name="connsiteY4" fmla="*/ 49382 h 63636"/>
                <a:gd name="connsiteX5" fmla="*/ 15941 w 42424"/>
                <a:gd name="connsiteY5" fmla="*/ 39815 h 63636"/>
                <a:gd name="connsiteX6" fmla="*/ 17574 w 42424"/>
                <a:gd name="connsiteY6" fmla="*/ 1885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63636">
                  <a:moveTo>
                    <a:pt x="17574" y="18858"/>
                  </a:moveTo>
                  <a:cubicBezTo>
                    <a:pt x="17319" y="16588"/>
                    <a:pt x="18741" y="15888"/>
                    <a:pt x="20862" y="15909"/>
                  </a:cubicBezTo>
                  <a:cubicBezTo>
                    <a:pt x="29071" y="19113"/>
                    <a:pt x="45786" y="26515"/>
                    <a:pt x="45786" y="26515"/>
                  </a:cubicBezTo>
                  <a:cubicBezTo>
                    <a:pt x="45786" y="26515"/>
                    <a:pt x="36113" y="34576"/>
                    <a:pt x="22813" y="33770"/>
                  </a:cubicBezTo>
                  <a:cubicBezTo>
                    <a:pt x="14498" y="33282"/>
                    <a:pt x="16556" y="41703"/>
                    <a:pt x="20650" y="49382"/>
                  </a:cubicBezTo>
                  <a:cubicBezTo>
                    <a:pt x="17977" y="46434"/>
                    <a:pt x="16068" y="43167"/>
                    <a:pt x="15941" y="39815"/>
                  </a:cubicBezTo>
                  <a:cubicBezTo>
                    <a:pt x="15559" y="28128"/>
                    <a:pt x="18783" y="28934"/>
                    <a:pt x="17574" y="18858"/>
                  </a:cubicBez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F742E1A-7610-45FA-974C-0FE9ECAA58E5}"/>
                </a:ext>
              </a:extLst>
            </p:cNvPr>
            <p:cNvSpPr/>
            <p:nvPr/>
          </p:nvSpPr>
          <p:spPr>
            <a:xfrm>
              <a:off x="4697967" y="2731575"/>
              <a:ext cx="125307" cy="125307"/>
            </a:xfrm>
            <a:custGeom>
              <a:avLst/>
              <a:gdLst>
                <a:gd name="connsiteX0" fmla="*/ 16452 w 84848"/>
                <a:gd name="connsiteY0" fmla="*/ 38563 h 84848"/>
                <a:gd name="connsiteX1" fmla="*/ 20482 w 84848"/>
                <a:gd name="connsiteY1" fmla="*/ 27257 h 84848"/>
                <a:gd name="connsiteX2" fmla="*/ 25318 w 84848"/>
                <a:gd name="connsiteY2" fmla="*/ 43400 h 84848"/>
                <a:gd name="connsiteX3" fmla="*/ 26930 w 84848"/>
                <a:gd name="connsiteY3" fmla="*/ 23248 h 84848"/>
                <a:gd name="connsiteX4" fmla="*/ 42245 w 84848"/>
                <a:gd name="connsiteY4" fmla="*/ 27257 h 84848"/>
                <a:gd name="connsiteX5" fmla="*/ 73194 w 84848"/>
                <a:gd name="connsiteY5" fmla="*/ 15909 h 84848"/>
                <a:gd name="connsiteX6" fmla="*/ 74488 w 84848"/>
                <a:gd name="connsiteY6" fmla="*/ 27257 h 84848"/>
                <a:gd name="connsiteX7" fmla="*/ 42245 w 84848"/>
                <a:gd name="connsiteY7" fmla="*/ 70000 h 84848"/>
                <a:gd name="connsiteX8" fmla="*/ 19570 w 84848"/>
                <a:gd name="connsiteY8" fmla="*/ 57633 h 84848"/>
                <a:gd name="connsiteX9" fmla="*/ 16452 w 84848"/>
                <a:gd name="connsiteY9" fmla="*/ 38563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84848">
                  <a:moveTo>
                    <a:pt x="16452" y="38563"/>
                  </a:moveTo>
                  <a:cubicBezTo>
                    <a:pt x="14033" y="28891"/>
                    <a:pt x="20482" y="27257"/>
                    <a:pt x="20482" y="27257"/>
                  </a:cubicBezTo>
                  <a:lnTo>
                    <a:pt x="25318" y="43400"/>
                  </a:lnTo>
                  <a:lnTo>
                    <a:pt x="26930" y="23248"/>
                  </a:lnTo>
                  <a:cubicBezTo>
                    <a:pt x="26930" y="23248"/>
                    <a:pt x="21288" y="20830"/>
                    <a:pt x="42245" y="27257"/>
                  </a:cubicBezTo>
                  <a:cubicBezTo>
                    <a:pt x="57454" y="31967"/>
                    <a:pt x="68357" y="21848"/>
                    <a:pt x="73194" y="15909"/>
                  </a:cubicBezTo>
                  <a:cubicBezTo>
                    <a:pt x="73957" y="19515"/>
                    <a:pt x="74488" y="23312"/>
                    <a:pt x="74488" y="27257"/>
                  </a:cubicBezTo>
                  <a:cubicBezTo>
                    <a:pt x="74488" y="50866"/>
                    <a:pt x="60063" y="70000"/>
                    <a:pt x="42245" y="70000"/>
                  </a:cubicBezTo>
                  <a:cubicBezTo>
                    <a:pt x="33421" y="70000"/>
                    <a:pt x="25424" y="65269"/>
                    <a:pt x="19570" y="57633"/>
                  </a:cubicBezTo>
                  <a:cubicBezTo>
                    <a:pt x="22052" y="52797"/>
                    <a:pt x="18382" y="46221"/>
                    <a:pt x="16452" y="38563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64810FD0-5399-4CF8-9B22-4212FA2CD2B1}"/>
                </a:ext>
              </a:extLst>
            </p:cNvPr>
            <p:cNvSpPr/>
            <p:nvPr/>
          </p:nvSpPr>
          <p:spPr>
            <a:xfrm>
              <a:off x="4689276" y="2685273"/>
              <a:ext cx="125307" cy="125307"/>
            </a:xfrm>
            <a:custGeom>
              <a:avLst/>
              <a:gdLst>
                <a:gd name="connsiteX0" fmla="*/ 48130 w 84848"/>
                <a:gd name="connsiteY0" fmla="*/ 15909 h 84848"/>
                <a:gd name="connsiteX1" fmla="*/ 73988 w 84848"/>
                <a:gd name="connsiteY1" fmla="*/ 33685 h 84848"/>
                <a:gd name="connsiteX2" fmla="*/ 81582 w 84848"/>
                <a:gd name="connsiteY2" fmla="*/ 27194 h 84848"/>
                <a:gd name="connsiteX3" fmla="*/ 82791 w 84848"/>
                <a:gd name="connsiteY3" fmla="*/ 25179 h 84848"/>
                <a:gd name="connsiteX4" fmla="*/ 79969 w 84848"/>
                <a:gd name="connsiteY4" fmla="*/ 37270 h 84848"/>
                <a:gd name="connsiteX5" fmla="*/ 87224 w 84848"/>
                <a:gd name="connsiteY5" fmla="*/ 35276 h 84848"/>
                <a:gd name="connsiteX6" fmla="*/ 84403 w 84848"/>
                <a:gd name="connsiteY6" fmla="*/ 41300 h 84848"/>
                <a:gd name="connsiteX7" fmla="*/ 79079 w 84848"/>
                <a:gd name="connsiteY7" fmla="*/ 47218 h 84848"/>
                <a:gd name="connsiteX8" fmla="*/ 79100 w 84848"/>
                <a:gd name="connsiteY8" fmla="*/ 47282 h 84848"/>
                <a:gd name="connsiteX9" fmla="*/ 48151 w 84848"/>
                <a:gd name="connsiteY9" fmla="*/ 58630 h 84848"/>
                <a:gd name="connsiteX10" fmla="*/ 32836 w 84848"/>
                <a:gd name="connsiteY10" fmla="*/ 54621 h 84848"/>
                <a:gd name="connsiteX11" fmla="*/ 31224 w 84848"/>
                <a:gd name="connsiteY11" fmla="*/ 74772 h 84848"/>
                <a:gd name="connsiteX12" fmla="*/ 26388 w 84848"/>
                <a:gd name="connsiteY12" fmla="*/ 58630 h 84848"/>
                <a:gd name="connsiteX13" fmla="*/ 22358 w 84848"/>
                <a:gd name="connsiteY13" fmla="*/ 69936 h 84848"/>
                <a:gd name="connsiteX14" fmla="*/ 25476 w 84848"/>
                <a:gd name="connsiteY14" fmla="*/ 89006 h 84848"/>
                <a:gd name="connsiteX15" fmla="*/ 15909 w 84848"/>
                <a:gd name="connsiteY15" fmla="*/ 58630 h 84848"/>
                <a:gd name="connsiteX16" fmla="*/ 48130 w 84848"/>
                <a:gd name="connsiteY16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848" h="84848">
                  <a:moveTo>
                    <a:pt x="48130" y="15909"/>
                  </a:moveTo>
                  <a:cubicBezTo>
                    <a:pt x="58842" y="15909"/>
                    <a:pt x="68175" y="23015"/>
                    <a:pt x="73988" y="33685"/>
                  </a:cubicBezTo>
                  <a:cubicBezTo>
                    <a:pt x="76342" y="32836"/>
                    <a:pt x="80521" y="28976"/>
                    <a:pt x="81582" y="27194"/>
                  </a:cubicBezTo>
                  <a:cubicBezTo>
                    <a:pt x="82791" y="25179"/>
                    <a:pt x="82791" y="25179"/>
                    <a:pt x="82791" y="25179"/>
                  </a:cubicBezTo>
                  <a:lnTo>
                    <a:pt x="79969" y="37270"/>
                  </a:lnTo>
                  <a:lnTo>
                    <a:pt x="87224" y="35276"/>
                  </a:lnTo>
                  <a:lnTo>
                    <a:pt x="84403" y="41300"/>
                  </a:lnTo>
                  <a:cubicBezTo>
                    <a:pt x="84403" y="41300"/>
                    <a:pt x="82345" y="44079"/>
                    <a:pt x="79079" y="47218"/>
                  </a:cubicBezTo>
                  <a:cubicBezTo>
                    <a:pt x="79079" y="47239"/>
                    <a:pt x="79100" y="47260"/>
                    <a:pt x="79100" y="47282"/>
                  </a:cubicBezTo>
                  <a:cubicBezTo>
                    <a:pt x="74242" y="53221"/>
                    <a:pt x="63360" y="63318"/>
                    <a:pt x="48151" y="58630"/>
                  </a:cubicBezTo>
                  <a:cubicBezTo>
                    <a:pt x="27194" y="52203"/>
                    <a:pt x="32836" y="54621"/>
                    <a:pt x="32836" y="54621"/>
                  </a:cubicBezTo>
                  <a:lnTo>
                    <a:pt x="31224" y="74772"/>
                  </a:lnTo>
                  <a:lnTo>
                    <a:pt x="26388" y="58630"/>
                  </a:lnTo>
                  <a:cubicBezTo>
                    <a:pt x="26388" y="58630"/>
                    <a:pt x="19939" y="60263"/>
                    <a:pt x="22358" y="69936"/>
                  </a:cubicBezTo>
                  <a:cubicBezTo>
                    <a:pt x="24288" y="77594"/>
                    <a:pt x="27957" y="84169"/>
                    <a:pt x="25476" y="89006"/>
                  </a:cubicBezTo>
                  <a:cubicBezTo>
                    <a:pt x="19579" y="81242"/>
                    <a:pt x="15909" y="70530"/>
                    <a:pt x="15909" y="58630"/>
                  </a:cubicBezTo>
                  <a:cubicBezTo>
                    <a:pt x="15888" y="35021"/>
                    <a:pt x="30354" y="15909"/>
                    <a:pt x="48130" y="15909"/>
                  </a:cubicBezTo>
                  <a:close/>
                </a:path>
              </a:pathLst>
            </a:custGeom>
            <a:solidFill>
              <a:srgbClr val="AA8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16E040CC-348F-4E3E-89B0-CC2332DCE8AC}"/>
                </a:ext>
              </a:extLst>
            </p:cNvPr>
            <p:cNvSpPr/>
            <p:nvPr/>
          </p:nvSpPr>
          <p:spPr>
            <a:xfrm>
              <a:off x="4762893" y="2770670"/>
              <a:ext cx="31327" cy="62653"/>
            </a:xfrm>
            <a:custGeom>
              <a:avLst/>
              <a:gdLst>
                <a:gd name="connsiteX0" fmla="*/ 19197 w 21212"/>
                <a:gd name="connsiteY0" fmla="*/ 15909 h 42424"/>
                <a:gd name="connsiteX1" fmla="*/ 24648 w 21212"/>
                <a:gd name="connsiteY1" fmla="*/ 30439 h 42424"/>
                <a:gd name="connsiteX2" fmla="*/ 15909 w 21212"/>
                <a:gd name="connsiteY2" fmla="*/ 2969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12" h="42424">
                  <a:moveTo>
                    <a:pt x="19197" y="15909"/>
                  </a:moveTo>
                  <a:lnTo>
                    <a:pt x="24648" y="30439"/>
                  </a:lnTo>
                  <a:lnTo>
                    <a:pt x="15909" y="29697"/>
                  </a:lnTo>
                  <a:close/>
                </a:path>
              </a:pathLst>
            </a:custGeom>
            <a:solidFill>
              <a:srgbClr val="E2AC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B1AF8592-9EFD-4AED-9E8D-45DA1B367639}"/>
                </a:ext>
              </a:extLst>
            </p:cNvPr>
            <p:cNvSpPr/>
            <p:nvPr/>
          </p:nvSpPr>
          <p:spPr>
            <a:xfrm>
              <a:off x="4727057" y="2832759"/>
              <a:ext cx="62653" cy="125307"/>
            </a:xfrm>
            <a:custGeom>
              <a:avLst/>
              <a:gdLst>
                <a:gd name="connsiteX0" fmla="*/ 39688 w 42424"/>
                <a:gd name="connsiteY0" fmla="*/ 15909 h 84848"/>
                <a:gd name="connsiteX1" fmla="*/ 38479 w 42424"/>
                <a:gd name="connsiteY1" fmla="*/ 72736 h 84848"/>
                <a:gd name="connsiteX2" fmla="*/ 15909 w 42424"/>
                <a:gd name="connsiteY2" fmla="*/ 20724 h 84848"/>
                <a:gd name="connsiteX3" fmla="*/ 28021 w 42424"/>
                <a:gd name="connsiteY3" fmla="*/ 22336 h 84848"/>
                <a:gd name="connsiteX4" fmla="*/ 34873 w 42424"/>
                <a:gd name="connsiteY4" fmla="*/ 20724 h 84848"/>
                <a:gd name="connsiteX5" fmla="*/ 39688 w 42424"/>
                <a:gd name="connsiteY5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24" h="84848">
                  <a:moveTo>
                    <a:pt x="39688" y="15909"/>
                  </a:moveTo>
                  <a:lnTo>
                    <a:pt x="38479" y="72736"/>
                  </a:lnTo>
                  <a:lnTo>
                    <a:pt x="15909" y="20724"/>
                  </a:lnTo>
                  <a:cubicBezTo>
                    <a:pt x="15909" y="20724"/>
                    <a:pt x="23185" y="22336"/>
                    <a:pt x="28021" y="22336"/>
                  </a:cubicBezTo>
                  <a:cubicBezTo>
                    <a:pt x="32857" y="22336"/>
                    <a:pt x="34873" y="20724"/>
                    <a:pt x="34873" y="20724"/>
                  </a:cubicBezTo>
                  <a:lnTo>
                    <a:pt x="39688" y="15909"/>
                  </a:lnTo>
                  <a:close/>
                </a:path>
              </a:pathLst>
            </a:custGeom>
            <a:solidFill>
              <a:srgbClr val="C7C6C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1A0A1A93-FEE2-4BC0-AC8A-2DF9BB8A2F25}"/>
                </a:ext>
              </a:extLst>
            </p:cNvPr>
            <p:cNvSpPr/>
            <p:nvPr/>
          </p:nvSpPr>
          <p:spPr>
            <a:xfrm>
              <a:off x="4747889" y="2858354"/>
              <a:ext cx="62653" cy="93980"/>
            </a:xfrm>
            <a:custGeom>
              <a:avLst/>
              <a:gdLst>
                <a:gd name="connsiteX0" fmla="*/ 22761 w 42424"/>
                <a:gd name="connsiteY0" fmla="*/ 15909 h 63636"/>
                <a:gd name="connsiteX1" fmla="*/ 26770 w 42424"/>
                <a:gd name="connsiteY1" fmla="*/ 44524 h 63636"/>
                <a:gd name="connsiteX2" fmla="*/ 25582 w 42424"/>
                <a:gd name="connsiteY2" fmla="*/ 59436 h 63636"/>
                <a:gd name="connsiteX3" fmla="*/ 18730 w 42424"/>
                <a:gd name="connsiteY3" fmla="*/ 52988 h 63636"/>
                <a:gd name="connsiteX4" fmla="*/ 17118 w 42424"/>
                <a:gd name="connsiteY4" fmla="*/ 38903 h 63636"/>
                <a:gd name="connsiteX5" fmla="*/ 15909 w 42424"/>
                <a:gd name="connsiteY5" fmla="*/ 19558 h 63636"/>
                <a:gd name="connsiteX6" fmla="*/ 22761 w 42424"/>
                <a:gd name="connsiteY6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63636">
                  <a:moveTo>
                    <a:pt x="22761" y="15909"/>
                  </a:moveTo>
                  <a:lnTo>
                    <a:pt x="26770" y="44524"/>
                  </a:lnTo>
                  <a:lnTo>
                    <a:pt x="25582" y="59436"/>
                  </a:lnTo>
                  <a:cubicBezTo>
                    <a:pt x="25582" y="59436"/>
                    <a:pt x="18730" y="54197"/>
                    <a:pt x="18730" y="52988"/>
                  </a:cubicBezTo>
                  <a:cubicBezTo>
                    <a:pt x="18730" y="51779"/>
                    <a:pt x="17118" y="38903"/>
                    <a:pt x="17118" y="38903"/>
                  </a:cubicBezTo>
                  <a:lnTo>
                    <a:pt x="15909" y="19558"/>
                  </a:lnTo>
                  <a:lnTo>
                    <a:pt x="22761" y="15909"/>
                  </a:lnTo>
                  <a:close/>
                </a:path>
              </a:pathLst>
            </a:custGeom>
            <a:solidFill>
              <a:srgbClr val="B720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F793AACB-74DF-4B6F-B56D-7628A42AFAEF}"/>
                </a:ext>
              </a:extLst>
            </p:cNvPr>
            <p:cNvSpPr/>
            <p:nvPr/>
          </p:nvSpPr>
          <p:spPr>
            <a:xfrm>
              <a:off x="4701367" y="2816689"/>
              <a:ext cx="93980" cy="156633"/>
            </a:xfrm>
            <a:custGeom>
              <a:avLst/>
              <a:gdLst>
                <a:gd name="connsiteX0" fmla="*/ 16376 w 63636"/>
                <a:gd name="connsiteY0" fmla="*/ 15909 h 106060"/>
                <a:gd name="connsiteX1" fmla="*/ 17585 w 63636"/>
                <a:gd name="connsiteY1" fmla="*/ 32030 h 106060"/>
                <a:gd name="connsiteX2" fmla="*/ 21615 w 63636"/>
                <a:gd name="connsiteY2" fmla="*/ 48554 h 106060"/>
                <a:gd name="connsiteX3" fmla="*/ 30885 w 63636"/>
                <a:gd name="connsiteY3" fmla="*/ 48554 h 106060"/>
                <a:gd name="connsiteX4" fmla="*/ 29273 w 63636"/>
                <a:gd name="connsiteY4" fmla="*/ 57421 h 106060"/>
                <a:gd name="connsiteX5" fmla="*/ 55470 w 63636"/>
                <a:gd name="connsiteY5" fmla="*/ 99336 h 106060"/>
                <a:gd name="connsiteX6" fmla="*/ 55067 w 63636"/>
                <a:gd name="connsiteY6" fmla="*/ 81200 h 106060"/>
                <a:gd name="connsiteX7" fmla="*/ 36930 w 63636"/>
                <a:gd name="connsiteY7" fmla="*/ 35276 h 106060"/>
                <a:gd name="connsiteX8" fmla="*/ 16376 w 63636"/>
                <a:gd name="connsiteY8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106060">
                  <a:moveTo>
                    <a:pt x="16376" y="15909"/>
                  </a:moveTo>
                  <a:cubicBezTo>
                    <a:pt x="16376" y="15909"/>
                    <a:pt x="14743" y="23567"/>
                    <a:pt x="17585" y="32030"/>
                  </a:cubicBezTo>
                  <a:cubicBezTo>
                    <a:pt x="20406" y="40494"/>
                    <a:pt x="21615" y="48554"/>
                    <a:pt x="21615" y="48554"/>
                  </a:cubicBezTo>
                  <a:lnTo>
                    <a:pt x="30885" y="48554"/>
                  </a:lnTo>
                  <a:lnTo>
                    <a:pt x="29273" y="57421"/>
                  </a:lnTo>
                  <a:lnTo>
                    <a:pt x="55470" y="99336"/>
                  </a:lnTo>
                  <a:cubicBezTo>
                    <a:pt x="55470" y="99336"/>
                    <a:pt x="59097" y="90491"/>
                    <a:pt x="55067" y="81200"/>
                  </a:cubicBezTo>
                  <a:cubicBezTo>
                    <a:pt x="51037" y="71951"/>
                    <a:pt x="36930" y="35276"/>
                    <a:pt x="36930" y="35276"/>
                  </a:cubicBezTo>
                  <a:lnTo>
                    <a:pt x="16376" y="15909"/>
                  </a:lnTo>
                  <a:close/>
                </a:path>
              </a:pathLst>
            </a:custGeom>
            <a:solidFill>
              <a:srgbClr val="1B37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7AC90F08-89C0-4804-82FA-D0A63F9828BF}"/>
                </a:ext>
              </a:extLst>
            </p:cNvPr>
            <p:cNvSpPr/>
            <p:nvPr/>
          </p:nvSpPr>
          <p:spPr>
            <a:xfrm>
              <a:off x="4740714" y="2839902"/>
              <a:ext cx="62653" cy="62653"/>
            </a:xfrm>
            <a:custGeom>
              <a:avLst/>
              <a:gdLst>
                <a:gd name="connsiteX0" fmla="*/ 28827 w 42424"/>
                <a:gd name="connsiteY0" fmla="*/ 21551 h 42424"/>
                <a:gd name="connsiteX1" fmla="*/ 27618 w 42424"/>
                <a:gd name="connsiteY1" fmla="*/ 28403 h 42424"/>
                <a:gd name="connsiteX2" fmla="*/ 20767 w 42424"/>
                <a:gd name="connsiteY2" fmla="*/ 32051 h 42424"/>
                <a:gd name="connsiteX3" fmla="*/ 15909 w 42424"/>
                <a:gd name="connsiteY3" fmla="*/ 23185 h 42424"/>
                <a:gd name="connsiteX4" fmla="*/ 15909 w 42424"/>
                <a:gd name="connsiteY4" fmla="*/ 19133 h 42424"/>
                <a:gd name="connsiteX5" fmla="*/ 21148 w 42424"/>
                <a:gd name="connsiteY5" fmla="*/ 17521 h 42424"/>
                <a:gd name="connsiteX6" fmla="*/ 25603 w 42424"/>
                <a:gd name="connsiteY6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42424">
                  <a:moveTo>
                    <a:pt x="28827" y="21551"/>
                  </a:moveTo>
                  <a:lnTo>
                    <a:pt x="27618" y="28403"/>
                  </a:lnTo>
                  <a:lnTo>
                    <a:pt x="20767" y="32051"/>
                  </a:lnTo>
                  <a:lnTo>
                    <a:pt x="15909" y="23185"/>
                  </a:lnTo>
                  <a:lnTo>
                    <a:pt x="15909" y="19133"/>
                  </a:lnTo>
                  <a:lnTo>
                    <a:pt x="21148" y="17521"/>
                  </a:lnTo>
                  <a:lnTo>
                    <a:pt x="25603" y="15909"/>
                  </a:lnTo>
                  <a:close/>
                </a:path>
              </a:pathLst>
            </a:custGeom>
            <a:solidFill>
              <a:srgbClr val="B720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ADEE9DD-A373-49AA-9F23-986E980C19BC}"/>
                </a:ext>
              </a:extLst>
            </p:cNvPr>
            <p:cNvSpPr/>
            <p:nvPr/>
          </p:nvSpPr>
          <p:spPr>
            <a:xfrm>
              <a:off x="4702089" y="2806570"/>
              <a:ext cx="62653" cy="93980"/>
            </a:xfrm>
            <a:custGeom>
              <a:avLst/>
              <a:gdLst>
                <a:gd name="connsiteX0" fmla="*/ 44503 w 42424"/>
                <a:gd name="connsiteY0" fmla="*/ 59457 h 63636"/>
                <a:gd name="connsiteX1" fmla="*/ 47324 w 42424"/>
                <a:gd name="connsiteY1" fmla="*/ 40091 h 63636"/>
                <a:gd name="connsiteX2" fmla="*/ 20321 w 42424"/>
                <a:gd name="connsiteY2" fmla="*/ 21148 h 63636"/>
                <a:gd name="connsiteX3" fmla="*/ 20745 w 42424"/>
                <a:gd name="connsiteY3" fmla="*/ 15909 h 63636"/>
                <a:gd name="connsiteX4" fmla="*/ 15909 w 42424"/>
                <a:gd name="connsiteY4" fmla="*/ 22760 h 63636"/>
                <a:gd name="connsiteX5" fmla="*/ 21551 w 42424"/>
                <a:gd name="connsiteY5" fmla="*/ 41300 h 63636"/>
                <a:gd name="connsiteX6" fmla="*/ 44503 w 42424"/>
                <a:gd name="connsiteY6" fmla="*/ 5945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63636">
                  <a:moveTo>
                    <a:pt x="44503" y="59457"/>
                  </a:moveTo>
                  <a:lnTo>
                    <a:pt x="47324" y="40091"/>
                  </a:lnTo>
                  <a:lnTo>
                    <a:pt x="20321" y="21148"/>
                  </a:lnTo>
                  <a:lnTo>
                    <a:pt x="20745" y="15909"/>
                  </a:lnTo>
                  <a:cubicBezTo>
                    <a:pt x="20745" y="15909"/>
                    <a:pt x="15909" y="19939"/>
                    <a:pt x="15909" y="22760"/>
                  </a:cubicBezTo>
                  <a:cubicBezTo>
                    <a:pt x="15909" y="25582"/>
                    <a:pt x="17118" y="36866"/>
                    <a:pt x="21551" y="41300"/>
                  </a:cubicBezTo>
                  <a:cubicBezTo>
                    <a:pt x="25942" y="45754"/>
                    <a:pt x="44503" y="59457"/>
                    <a:pt x="44503" y="59457"/>
                  </a:cubicBezTo>
                  <a:close/>
                </a:path>
              </a:pathLst>
            </a:custGeom>
            <a:solidFill>
              <a:srgbClr val="FAF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5B2CD33-1B14-474F-8950-641C0FA4B642}"/>
                </a:ext>
              </a:extLst>
            </p:cNvPr>
            <p:cNvSpPr/>
            <p:nvPr/>
          </p:nvSpPr>
          <p:spPr>
            <a:xfrm>
              <a:off x="4748451" y="2811927"/>
              <a:ext cx="31327" cy="62653"/>
            </a:xfrm>
            <a:custGeom>
              <a:avLst/>
              <a:gdLst>
                <a:gd name="connsiteX0" fmla="*/ 15909 w 21212"/>
                <a:gd name="connsiteY0" fmla="*/ 36464 h 42424"/>
                <a:gd name="connsiteX1" fmla="*/ 20342 w 21212"/>
                <a:gd name="connsiteY1" fmla="*/ 22761 h 42424"/>
                <a:gd name="connsiteX2" fmla="*/ 18327 w 21212"/>
                <a:gd name="connsiteY2" fmla="*/ 15909 h 42424"/>
                <a:gd name="connsiteX3" fmla="*/ 25179 w 21212"/>
                <a:gd name="connsiteY3" fmla="*/ 30015 h 42424"/>
                <a:gd name="connsiteX4" fmla="*/ 26367 w 21212"/>
                <a:gd name="connsiteY4" fmla="*/ 45733 h 42424"/>
                <a:gd name="connsiteX5" fmla="*/ 15909 w 21212"/>
                <a:gd name="connsiteY5" fmla="*/ 3646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12" h="42424">
                  <a:moveTo>
                    <a:pt x="15909" y="36464"/>
                  </a:moveTo>
                  <a:cubicBezTo>
                    <a:pt x="15909" y="36464"/>
                    <a:pt x="22357" y="29612"/>
                    <a:pt x="20342" y="22761"/>
                  </a:cubicBezTo>
                  <a:cubicBezTo>
                    <a:pt x="18327" y="15909"/>
                    <a:pt x="18327" y="15909"/>
                    <a:pt x="18327" y="15909"/>
                  </a:cubicBezTo>
                  <a:cubicBezTo>
                    <a:pt x="18327" y="15909"/>
                    <a:pt x="24373" y="23970"/>
                    <a:pt x="25179" y="30015"/>
                  </a:cubicBezTo>
                  <a:cubicBezTo>
                    <a:pt x="25985" y="36060"/>
                    <a:pt x="26367" y="45733"/>
                    <a:pt x="26367" y="45733"/>
                  </a:cubicBezTo>
                  <a:lnTo>
                    <a:pt x="15909" y="36464"/>
                  </a:lnTo>
                  <a:close/>
                </a:path>
              </a:pathLst>
            </a:custGeom>
            <a:solidFill>
              <a:srgbClr val="FAF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53ACE7AF-7EFB-4918-875C-0B3A3FAB9BA6}"/>
                </a:ext>
              </a:extLst>
            </p:cNvPr>
            <p:cNvSpPr/>
            <p:nvPr/>
          </p:nvSpPr>
          <p:spPr>
            <a:xfrm>
              <a:off x="4759792" y="2933977"/>
              <a:ext cx="31327" cy="31327"/>
            </a:xfrm>
            <a:custGeom>
              <a:avLst/>
              <a:gdLst>
                <a:gd name="connsiteX0" fmla="*/ 19133 w 21212"/>
                <a:gd name="connsiteY0" fmla="*/ 18518 h 21212"/>
                <a:gd name="connsiteX1" fmla="*/ 17521 w 21212"/>
                <a:gd name="connsiteY1" fmla="*/ 21127 h 21212"/>
                <a:gd name="connsiteX2" fmla="*/ 15909 w 21212"/>
                <a:gd name="connsiteY2" fmla="*/ 18518 h 21212"/>
                <a:gd name="connsiteX3" fmla="*/ 17521 w 21212"/>
                <a:gd name="connsiteY3" fmla="*/ 15909 h 21212"/>
                <a:gd name="connsiteX4" fmla="*/ 19133 w 21212"/>
                <a:gd name="connsiteY4" fmla="*/ 1851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9133" y="18518"/>
                  </a:moveTo>
                  <a:cubicBezTo>
                    <a:pt x="19133" y="19959"/>
                    <a:pt x="18411" y="21127"/>
                    <a:pt x="17521" y="21127"/>
                  </a:cubicBezTo>
                  <a:cubicBezTo>
                    <a:pt x="16631" y="21127"/>
                    <a:pt x="15909" y="19959"/>
                    <a:pt x="15909" y="18518"/>
                  </a:cubicBezTo>
                  <a:cubicBezTo>
                    <a:pt x="15909" y="17077"/>
                    <a:pt x="16631" y="15909"/>
                    <a:pt x="17521" y="15909"/>
                  </a:cubicBezTo>
                  <a:cubicBezTo>
                    <a:pt x="18411" y="15909"/>
                    <a:pt x="19133" y="17077"/>
                    <a:pt x="19133" y="18518"/>
                  </a:cubicBezTo>
                  <a:close/>
                </a:path>
              </a:pathLst>
            </a:custGeom>
            <a:solidFill>
              <a:srgbClr val="0A16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AC76B727-5797-4D53-9C4B-8F12037341E8}"/>
                </a:ext>
              </a:extLst>
            </p:cNvPr>
            <p:cNvSpPr/>
            <p:nvPr/>
          </p:nvSpPr>
          <p:spPr>
            <a:xfrm>
              <a:off x="4763363" y="2969062"/>
              <a:ext cx="31327" cy="31327"/>
            </a:xfrm>
            <a:custGeom>
              <a:avLst/>
              <a:gdLst>
                <a:gd name="connsiteX0" fmla="*/ 19133 w 21212"/>
                <a:gd name="connsiteY0" fmla="*/ 18539 h 21212"/>
                <a:gd name="connsiteX1" fmla="*/ 17521 w 21212"/>
                <a:gd name="connsiteY1" fmla="*/ 21170 h 21212"/>
                <a:gd name="connsiteX2" fmla="*/ 15909 w 21212"/>
                <a:gd name="connsiteY2" fmla="*/ 18539 h 21212"/>
                <a:gd name="connsiteX3" fmla="*/ 17521 w 21212"/>
                <a:gd name="connsiteY3" fmla="*/ 15909 h 21212"/>
                <a:gd name="connsiteX4" fmla="*/ 19133 w 21212"/>
                <a:gd name="connsiteY4" fmla="*/ 1853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9133" y="18539"/>
                  </a:moveTo>
                  <a:cubicBezTo>
                    <a:pt x="19133" y="19992"/>
                    <a:pt x="18411" y="21170"/>
                    <a:pt x="17521" y="21170"/>
                  </a:cubicBezTo>
                  <a:cubicBezTo>
                    <a:pt x="16631" y="21170"/>
                    <a:pt x="15909" y="19992"/>
                    <a:pt x="15909" y="18539"/>
                  </a:cubicBezTo>
                  <a:cubicBezTo>
                    <a:pt x="15909" y="17087"/>
                    <a:pt x="16631" y="15909"/>
                    <a:pt x="17521" y="15909"/>
                  </a:cubicBezTo>
                  <a:cubicBezTo>
                    <a:pt x="18411" y="15909"/>
                    <a:pt x="19133" y="17087"/>
                    <a:pt x="19133" y="18539"/>
                  </a:cubicBezTo>
                  <a:close/>
                </a:path>
              </a:pathLst>
            </a:custGeom>
            <a:solidFill>
              <a:srgbClr val="0A16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0AC342B-76D0-4369-BFF7-4E0B89D370DE}"/>
                </a:ext>
              </a:extLst>
            </p:cNvPr>
            <p:cNvSpPr/>
            <p:nvPr/>
          </p:nvSpPr>
          <p:spPr>
            <a:xfrm>
              <a:off x="4765149" y="3002738"/>
              <a:ext cx="31327" cy="31327"/>
            </a:xfrm>
            <a:custGeom>
              <a:avLst/>
              <a:gdLst>
                <a:gd name="connsiteX0" fmla="*/ 19133 w 21212"/>
                <a:gd name="connsiteY0" fmla="*/ 18518 h 21212"/>
                <a:gd name="connsiteX1" fmla="*/ 17521 w 21212"/>
                <a:gd name="connsiteY1" fmla="*/ 21127 h 21212"/>
                <a:gd name="connsiteX2" fmla="*/ 15909 w 21212"/>
                <a:gd name="connsiteY2" fmla="*/ 18518 h 21212"/>
                <a:gd name="connsiteX3" fmla="*/ 17521 w 21212"/>
                <a:gd name="connsiteY3" fmla="*/ 15909 h 21212"/>
                <a:gd name="connsiteX4" fmla="*/ 19133 w 21212"/>
                <a:gd name="connsiteY4" fmla="*/ 1851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9133" y="18518"/>
                  </a:moveTo>
                  <a:cubicBezTo>
                    <a:pt x="19133" y="19959"/>
                    <a:pt x="18411" y="21127"/>
                    <a:pt x="17521" y="21127"/>
                  </a:cubicBezTo>
                  <a:cubicBezTo>
                    <a:pt x="16631" y="21127"/>
                    <a:pt x="15909" y="19959"/>
                    <a:pt x="15909" y="18518"/>
                  </a:cubicBezTo>
                  <a:cubicBezTo>
                    <a:pt x="15909" y="17077"/>
                    <a:pt x="16631" y="15909"/>
                    <a:pt x="17521" y="15909"/>
                  </a:cubicBezTo>
                  <a:cubicBezTo>
                    <a:pt x="18411" y="15909"/>
                    <a:pt x="19133" y="17077"/>
                    <a:pt x="19133" y="18518"/>
                  </a:cubicBezTo>
                  <a:close/>
                </a:path>
              </a:pathLst>
            </a:custGeom>
            <a:solidFill>
              <a:srgbClr val="0A16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4B8FF9A2-8D38-4FA5-B3BD-B49ADB4B458A}"/>
                </a:ext>
              </a:extLst>
            </p:cNvPr>
            <p:cNvSpPr/>
            <p:nvPr/>
          </p:nvSpPr>
          <p:spPr>
            <a:xfrm>
              <a:off x="4767467" y="3041958"/>
              <a:ext cx="31327" cy="31327"/>
            </a:xfrm>
            <a:custGeom>
              <a:avLst/>
              <a:gdLst>
                <a:gd name="connsiteX0" fmla="*/ 19133 w 21212"/>
                <a:gd name="connsiteY0" fmla="*/ 18539 h 21212"/>
                <a:gd name="connsiteX1" fmla="*/ 17521 w 21212"/>
                <a:gd name="connsiteY1" fmla="*/ 21170 h 21212"/>
                <a:gd name="connsiteX2" fmla="*/ 15909 w 21212"/>
                <a:gd name="connsiteY2" fmla="*/ 18539 h 21212"/>
                <a:gd name="connsiteX3" fmla="*/ 17521 w 21212"/>
                <a:gd name="connsiteY3" fmla="*/ 15909 h 21212"/>
                <a:gd name="connsiteX4" fmla="*/ 19133 w 21212"/>
                <a:gd name="connsiteY4" fmla="*/ 1853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9133" y="18539"/>
                  </a:moveTo>
                  <a:cubicBezTo>
                    <a:pt x="19133" y="19992"/>
                    <a:pt x="18411" y="21170"/>
                    <a:pt x="17521" y="21170"/>
                  </a:cubicBezTo>
                  <a:cubicBezTo>
                    <a:pt x="16631" y="21170"/>
                    <a:pt x="15909" y="19992"/>
                    <a:pt x="15909" y="18539"/>
                  </a:cubicBezTo>
                  <a:cubicBezTo>
                    <a:pt x="15909" y="17087"/>
                    <a:pt x="16631" y="15909"/>
                    <a:pt x="17521" y="15909"/>
                  </a:cubicBezTo>
                  <a:cubicBezTo>
                    <a:pt x="18411" y="15909"/>
                    <a:pt x="19133" y="17087"/>
                    <a:pt x="19133" y="18539"/>
                  </a:cubicBezTo>
                  <a:close/>
                </a:path>
              </a:pathLst>
            </a:custGeom>
            <a:solidFill>
              <a:srgbClr val="0A16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B1307E2-1727-43AF-88CF-FE82ECB603F9}"/>
                </a:ext>
              </a:extLst>
            </p:cNvPr>
            <p:cNvSpPr/>
            <p:nvPr/>
          </p:nvSpPr>
          <p:spPr>
            <a:xfrm>
              <a:off x="4659171" y="3058311"/>
              <a:ext cx="62653" cy="31327"/>
            </a:xfrm>
            <a:custGeom>
              <a:avLst/>
              <a:gdLst>
                <a:gd name="connsiteX0" fmla="*/ 37291 w 42424"/>
                <a:gd name="connsiteY0" fmla="*/ 15909 h 21212"/>
                <a:gd name="connsiteX1" fmla="*/ 38479 w 42424"/>
                <a:gd name="connsiteY1" fmla="*/ 21997 h 21212"/>
                <a:gd name="connsiteX2" fmla="*/ 17139 w 42424"/>
                <a:gd name="connsiteY2" fmla="*/ 26006 h 21212"/>
                <a:gd name="connsiteX3" fmla="*/ 15909 w 42424"/>
                <a:gd name="connsiteY3" fmla="*/ 1754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21212">
                  <a:moveTo>
                    <a:pt x="37291" y="15909"/>
                  </a:moveTo>
                  <a:lnTo>
                    <a:pt x="38479" y="21997"/>
                  </a:lnTo>
                  <a:lnTo>
                    <a:pt x="17139" y="26006"/>
                  </a:lnTo>
                  <a:lnTo>
                    <a:pt x="15909" y="17542"/>
                  </a:lnTo>
                  <a:close/>
                </a:path>
              </a:pathLst>
            </a:custGeom>
            <a:solidFill>
              <a:srgbClr val="E5E5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CCA12F9-EDD8-4AB7-8D7F-907E2A76ACDF}"/>
                </a:ext>
              </a:extLst>
            </p:cNvPr>
            <p:cNvSpPr/>
            <p:nvPr/>
          </p:nvSpPr>
          <p:spPr>
            <a:xfrm>
              <a:off x="4622749" y="2916808"/>
              <a:ext cx="31327" cy="125307"/>
            </a:xfrm>
            <a:custGeom>
              <a:avLst/>
              <a:gdLst>
                <a:gd name="connsiteX0" fmla="*/ 24047 w 21212"/>
                <a:gd name="connsiteY0" fmla="*/ 17394 h 84848"/>
                <a:gd name="connsiteX1" fmla="*/ 16411 w 21212"/>
                <a:gd name="connsiteY1" fmla="*/ 73903 h 84848"/>
                <a:gd name="connsiteX2" fmla="*/ 15923 w 21212"/>
                <a:gd name="connsiteY2" fmla="*/ 72418 h 84848"/>
                <a:gd name="connsiteX3" fmla="*/ 23560 w 21212"/>
                <a:gd name="connsiteY3" fmla="*/ 15909 h 84848"/>
                <a:gd name="connsiteX4" fmla="*/ 24047 w 21212"/>
                <a:gd name="connsiteY4" fmla="*/ 1739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047" y="17394"/>
                  </a:moveTo>
                  <a:lnTo>
                    <a:pt x="16411" y="73903"/>
                  </a:lnTo>
                  <a:cubicBezTo>
                    <a:pt x="16008" y="73394"/>
                    <a:pt x="15860" y="72884"/>
                    <a:pt x="15923" y="72418"/>
                  </a:cubicBezTo>
                  <a:lnTo>
                    <a:pt x="23560" y="15909"/>
                  </a:lnTo>
                  <a:cubicBezTo>
                    <a:pt x="23496" y="16376"/>
                    <a:pt x="23644" y="16885"/>
                    <a:pt x="24047" y="17394"/>
                  </a:cubicBezTo>
                </a:path>
              </a:pathLst>
            </a:custGeom>
            <a:solidFill>
              <a:srgbClr val="835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3363CE4B-DF49-4B19-BD28-12F41463F836}"/>
                </a:ext>
              </a:extLst>
            </p:cNvPr>
            <p:cNvSpPr/>
            <p:nvPr/>
          </p:nvSpPr>
          <p:spPr>
            <a:xfrm>
              <a:off x="4955334" y="2958505"/>
              <a:ext cx="93980" cy="125307"/>
            </a:xfrm>
            <a:custGeom>
              <a:avLst/>
              <a:gdLst>
                <a:gd name="connsiteX0" fmla="*/ 55321 w 63636"/>
                <a:gd name="connsiteY0" fmla="*/ 18264 h 84848"/>
                <a:gd name="connsiteX1" fmla="*/ 55045 w 63636"/>
                <a:gd name="connsiteY1" fmla="*/ 18879 h 84848"/>
                <a:gd name="connsiteX2" fmla="*/ 54048 w 63636"/>
                <a:gd name="connsiteY2" fmla="*/ 20618 h 84848"/>
                <a:gd name="connsiteX3" fmla="*/ 53709 w 63636"/>
                <a:gd name="connsiteY3" fmla="*/ 21127 h 84848"/>
                <a:gd name="connsiteX4" fmla="*/ 51842 w 63636"/>
                <a:gd name="connsiteY4" fmla="*/ 23142 h 84848"/>
                <a:gd name="connsiteX5" fmla="*/ 51312 w 63636"/>
                <a:gd name="connsiteY5" fmla="*/ 23567 h 84848"/>
                <a:gd name="connsiteX6" fmla="*/ 49403 w 63636"/>
                <a:gd name="connsiteY6" fmla="*/ 24988 h 84848"/>
                <a:gd name="connsiteX7" fmla="*/ 48236 w 63636"/>
                <a:gd name="connsiteY7" fmla="*/ 25688 h 84848"/>
                <a:gd name="connsiteX8" fmla="*/ 46497 w 63636"/>
                <a:gd name="connsiteY8" fmla="*/ 26621 h 84848"/>
                <a:gd name="connsiteX9" fmla="*/ 44079 w 63636"/>
                <a:gd name="connsiteY9" fmla="*/ 27682 h 84848"/>
                <a:gd name="connsiteX10" fmla="*/ 42382 w 63636"/>
                <a:gd name="connsiteY10" fmla="*/ 28318 h 84848"/>
                <a:gd name="connsiteX11" fmla="*/ 39221 w 63636"/>
                <a:gd name="connsiteY11" fmla="*/ 29209 h 84848"/>
                <a:gd name="connsiteX12" fmla="*/ 37609 w 63636"/>
                <a:gd name="connsiteY12" fmla="*/ 29633 h 84848"/>
                <a:gd name="connsiteX13" fmla="*/ 32200 w 63636"/>
                <a:gd name="connsiteY13" fmla="*/ 30545 h 84848"/>
                <a:gd name="connsiteX14" fmla="*/ 23545 w 63636"/>
                <a:gd name="connsiteY14" fmla="*/ 30991 h 84848"/>
                <a:gd name="connsiteX15" fmla="*/ 15909 w 63636"/>
                <a:gd name="connsiteY15" fmla="*/ 87500 h 84848"/>
                <a:gd name="connsiteX16" fmla="*/ 18306 w 63636"/>
                <a:gd name="connsiteY16" fmla="*/ 87500 h 84848"/>
                <a:gd name="connsiteX17" fmla="*/ 24563 w 63636"/>
                <a:gd name="connsiteY17" fmla="*/ 87075 h 84848"/>
                <a:gd name="connsiteX18" fmla="*/ 29973 w 63636"/>
                <a:gd name="connsiteY18" fmla="*/ 86163 h 84848"/>
                <a:gd name="connsiteX19" fmla="*/ 31542 w 63636"/>
                <a:gd name="connsiteY19" fmla="*/ 85760 h 84848"/>
                <a:gd name="connsiteX20" fmla="*/ 34788 w 63636"/>
                <a:gd name="connsiteY20" fmla="*/ 84827 h 84848"/>
                <a:gd name="connsiteX21" fmla="*/ 35360 w 63636"/>
                <a:gd name="connsiteY21" fmla="*/ 84657 h 84848"/>
                <a:gd name="connsiteX22" fmla="*/ 36379 w 63636"/>
                <a:gd name="connsiteY22" fmla="*/ 84212 h 84848"/>
                <a:gd name="connsiteX23" fmla="*/ 38903 w 63636"/>
                <a:gd name="connsiteY23" fmla="*/ 83130 h 84848"/>
                <a:gd name="connsiteX24" fmla="*/ 39624 w 63636"/>
                <a:gd name="connsiteY24" fmla="*/ 82812 h 84848"/>
                <a:gd name="connsiteX25" fmla="*/ 40600 w 63636"/>
                <a:gd name="connsiteY25" fmla="*/ 82218 h 84848"/>
                <a:gd name="connsiteX26" fmla="*/ 41809 w 63636"/>
                <a:gd name="connsiteY26" fmla="*/ 81475 h 84848"/>
                <a:gd name="connsiteX27" fmla="*/ 42339 w 63636"/>
                <a:gd name="connsiteY27" fmla="*/ 81157 h 84848"/>
                <a:gd name="connsiteX28" fmla="*/ 43654 w 63636"/>
                <a:gd name="connsiteY28" fmla="*/ 80097 h 84848"/>
                <a:gd name="connsiteX29" fmla="*/ 44227 w 63636"/>
                <a:gd name="connsiteY29" fmla="*/ 79651 h 84848"/>
                <a:gd name="connsiteX30" fmla="*/ 44354 w 63636"/>
                <a:gd name="connsiteY30" fmla="*/ 79545 h 84848"/>
                <a:gd name="connsiteX31" fmla="*/ 45903 w 63636"/>
                <a:gd name="connsiteY31" fmla="*/ 77912 h 84848"/>
                <a:gd name="connsiteX32" fmla="*/ 46072 w 63636"/>
                <a:gd name="connsiteY32" fmla="*/ 77657 h 84848"/>
                <a:gd name="connsiteX33" fmla="*/ 46433 w 63636"/>
                <a:gd name="connsiteY33" fmla="*/ 77127 h 84848"/>
                <a:gd name="connsiteX34" fmla="*/ 47048 w 63636"/>
                <a:gd name="connsiteY34" fmla="*/ 76215 h 84848"/>
                <a:gd name="connsiteX35" fmla="*/ 47430 w 63636"/>
                <a:gd name="connsiteY35" fmla="*/ 75388 h 84848"/>
                <a:gd name="connsiteX36" fmla="*/ 47706 w 63636"/>
                <a:gd name="connsiteY36" fmla="*/ 74794 h 84848"/>
                <a:gd name="connsiteX37" fmla="*/ 47876 w 63636"/>
                <a:gd name="connsiteY37" fmla="*/ 74412 h 84848"/>
                <a:gd name="connsiteX38" fmla="*/ 48342 w 63636"/>
                <a:gd name="connsiteY38" fmla="*/ 72460 h 84848"/>
                <a:gd name="connsiteX39" fmla="*/ 48342 w 63636"/>
                <a:gd name="connsiteY39" fmla="*/ 72418 h 84848"/>
                <a:gd name="connsiteX40" fmla="*/ 55979 w 63636"/>
                <a:gd name="connsiteY40" fmla="*/ 15909 h 84848"/>
                <a:gd name="connsiteX41" fmla="*/ 55321 w 63636"/>
                <a:gd name="connsiteY41" fmla="*/ 1826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3636" h="84848">
                  <a:moveTo>
                    <a:pt x="55321" y="18264"/>
                  </a:moveTo>
                  <a:cubicBezTo>
                    <a:pt x="55236" y="18476"/>
                    <a:pt x="55130" y="18688"/>
                    <a:pt x="55045" y="18879"/>
                  </a:cubicBezTo>
                  <a:cubicBezTo>
                    <a:pt x="54769" y="19473"/>
                    <a:pt x="54430" y="20045"/>
                    <a:pt x="54048" y="20618"/>
                  </a:cubicBezTo>
                  <a:cubicBezTo>
                    <a:pt x="53921" y="20788"/>
                    <a:pt x="53836" y="20958"/>
                    <a:pt x="53709" y="21127"/>
                  </a:cubicBezTo>
                  <a:cubicBezTo>
                    <a:pt x="53157" y="21827"/>
                    <a:pt x="52542" y="22485"/>
                    <a:pt x="51842" y="23142"/>
                  </a:cubicBezTo>
                  <a:cubicBezTo>
                    <a:pt x="51672" y="23291"/>
                    <a:pt x="51460" y="23418"/>
                    <a:pt x="51312" y="23567"/>
                  </a:cubicBezTo>
                  <a:cubicBezTo>
                    <a:pt x="50739" y="24054"/>
                    <a:pt x="50082" y="24542"/>
                    <a:pt x="49403" y="24988"/>
                  </a:cubicBezTo>
                  <a:cubicBezTo>
                    <a:pt x="49042" y="25242"/>
                    <a:pt x="48639" y="25454"/>
                    <a:pt x="48236" y="25688"/>
                  </a:cubicBezTo>
                  <a:cubicBezTo>
                    <a:pt x="47685" y="26027"/>
                    <a:pt x="47112" y="26324"/>
                    <a:pt x="46497" y="26621"/>
                  </a:cubicBezTo>
                  <a:cubicBezTo>
                    <a:pt x="45733" y="27003"/>
                    <a:pt x="44927" y="27342"/>
                    <a:pt x="44079" y="27682"/>
                  </a:cubicBezTo>
                  <a:cubicBezTo>
                    <a:pt x="43527" y="27894"/>
                    <a:pt x="42976" y="28127"/>
                    <a:pt x="42382" y="28318"/>
                  </a:cubicBezTo>
                  <a:cubicBezTo>
                    <a:pt x="41385" y="28657"/>
                    <a:pt x="40303" y="28933"/>
                    <a:pt x="39221" y="29209"/>
                  </a:cubicBezTo>
                  <a:cubicBezTo>
                    <a:pt x="38691" y="29358"/>
                    <a:pt x="38160" y="29506"/>
                    <a:pt x="37609" y="29633"/>
                  </a:cubicBezTo>
                  <a:cubicBezTo>
                    <a:pt x="35912" y="30015"/>
                    <a:pt x="34109" y="30333"/>
                    <a:pt x="32200" y="30545"/>
                  </a:cubicBezTo>
                  <a:cubicBezTo>
                    <a:pt x="29357" y="30885"/>
                    <a:pt x="26451" y="31012"/>
                    <a:pt x="23545" y="30991"/>
                  </a:cubicBezTo>
                  <a:lnTo>
                    <a:pt x="15909" y="87500"/>
                  </a:lnTo>
                  <a:cubicBezTo>
                    <a:pt x="16715" y="87500"/>
                    <a:pt x="17500" y="87500"/>
                    <a:pt x="18306" y="87500"/>
                  </a:cubicBezTo>
                  <a:cubicBezTo>
                    <a:pt x="20406" y="87457"/>
                    <a:pt x="22506" y="87309"/>
                    <a:pt x="24563" y="87075"/>
                  </a:cubicBezTo>
                  <a:cubicBezTo>
                    <a:pt x="26473" y="86842"/>
                    <a:pt x="28276" y="86524"/>
                    <a:pt x="29973" y="86163"/>
                  </a:cubicBezTo>
                  <a:cubicBezTo>
                    <a:pt x="30524" y="86036"/>
                    <a:pt x="31012" y="85887"/>
                    <a:pt x="31542" y="85760"/>
                  </a:cubicBezTo>
                  <a:cubicBezTo>
                    <a:pt x="32666" y="85463"/>
                    <a:pt x="33770" y="85166"/>
                    <a:pt x="34788" y="84827"/>
                  </a:cubicBezTo>
                  <a:cubicBezTo>
                    <a:pt x="34957" y="84763"/>
                    <a:pt x="35191" y="84721"/>
                    <a:pt x="35360" y="84657"/>
                  </a:cubicBezTo>
                  <a:cubicBezTo>
                    <a:pt x="35742" y="84530"/>
                    <a:pt x="36018" y="84339"/>
                    <a:pt x="36379" y="84212"/>
                  </a:cubicBezTo>
                  <a:cubicBezTo>
                    <a:pt x="37270" y="83872"/>
                    <a:pt x="38097" y="83512"/>
                    <a:pt x="38903" y="83130"/>
                  </a:cubicBezTo>
                  <a:cubicBezTo>
                    <a:pt x="39115" y="83024"/>
                    <a:pt x="39391" y="82939"/>
                    <a:pt x="39624" y="82812"/>
                  </a:cubicBezTo>
                  <a:cubicBezTo>
                    <a:pt x="39985" y="82621"/>
                    <a:pt x="40260" y="82409"/>
                    <a:pt x="40600" y="82218"/>
                  </a:cubicBezTo>
                  <a:cubicBezTo>
                    <a:pt x="41024" y="81985"/>
                    <a:pt x="41427" y="81751"/>
                    <a:pt x="41809" y="81475"/>
                  </a:cubicBezTo>
                  <a:cubicBezTo>
                    <a:pt x="41979" y="81369"/>
                    <a:pt x="42169" y="81285"/>
                    <a:pt x="42339" y="81157"/>
                  </a:cubicBezTo>
                  <a:cubicBezTo>
                    <a:pt x="42806" y="80818"/>
                    <a:pt x="43230" y="80457"/>
                    <a:pt x="43654" y="80097"/>
                  </a:cubicBezTo>
                  <a:cubicBezTo>
                    <a:pt x="43845" y="79948"/>
                    <a:pt x="44057" y="79800"/>
                    <a:pt x="44227" y="79651"/>
                  </a:cubicBezTo>
                  <a:cubicBezTo>
                    <a:pt x="44269" y="79609"/>
                    <a:pt x="44312" y="79588"/>
                    <a:pt x="44354" y="79545"/>
                  </a:cubicBezTo>
                  <a:cubicBezTo>
                    <a:pt x="44927" y="79015"/>
                    <a:pt x="45436" y="78485"/>
                    <a:pt x="45903" y="77912"/>
                  </a:cubicBezTo>
                  <a:cubicBezTo>
                    <a:pt x="45966" y="77827"/>
                    <a:pt x="46009" y="77742"/>
                    <a:pt x="46072" y="77657"/>
                  </a:cubicBezTo>
                  <a:cubicBezTo>
                    <a:pt x="46200" y="77488"/>
                    <a:pt x="46306" y="77297"/>
                    <a:pt x="46433" y="77127"/>
                  </a:cubicBezTo>
                  <a:cubicBezTo>
                    <a:pt x="46645" y="76830"/>
                    <a:pt x="46879" y="76533"/>
                    <a:pt x="47048" y="76215"/>
                  </a:cubicBezTo>
                  <a:cubicBezTo>
                    <a:pt x="47197" y="75960"/>
                    <a:pt x="47303" y="75663"/>
                    <a:pt x="47430" y="75388"/>
                  </a:cubicBezTo>
                  <a:cubicBezTo>
                    <a:pt x="47515" y="75197"/>
                    <a:pt x="47621" y="74985"/>
                    <a:pt x="47706" y="74794"/>
                  </a:cubicBezTo>
                  <a:cubicBezTo>
                    <a:pt x="47748" y="74666"/>
                    <a:pt x="47833" y="74539"/>
                    <a:pt x="47876" y="74412"/>
                  </a:cubicBezTo>
                  <a:cubicBezTo>
                    <a:pt x="48109" y="73775"/>
                    <a:pt x="48257" y="73118"/>
                    <a:pt x="48342" y="72460"/>
                  </a:cubicBezTo>
                  <a:cubicBezTo>
                    <a:pt x="48342" y="72460"/>
                    <a:pt x="48342" y="72439"/>
                    <a:pt x="48342" y="72418"/>
                  </a:cubicBezTo>
                  <a:lnTo>
                    <a:pt x="55979" y="15909"/>
                  </a:lnTo>
                  <a:cubicBezTo>
                    <a:pt x="55872" y="16715"/>
                    <a:pt x="55618" y="17500"/>
                    <a:pt x="55321" y="18264"/>
                  </a:cubicBezTo>
                  <a:close/>
                </a:path>
              </a:pathLst>
            </a:custGeom>
            <a:solidFill>
              <a:srgbClr val="B07C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9160E44-DBEA-4BAF-B53A-913B946A15AE}"/>
                </a:ext>
              </a:extLst>
            </p:cNvPr>
            <p:cNvSpPr/>
            <p:nvPr/>
          </p:nvSpPr>
          <p:spPr>
            <a:xfrm>
              <a:off x="4982682" y="3023132"/>
              <a:ext cx="62653" cy="125307"/>
            </a:xfrm>
            <a:custGeom>
              <a:avLst/>
              <a:gdLst>
                <a:gd name="connsiteX0" fmla="*/ 27151 w 42424"/>
                <a:gd name="connsiteY0" fmla="*/ 15909 h 84848"/>
                <a:gd name="connsiteX1" fmla="*/ 27151 w 42424"/>
                <a:gd name="connsiteY1" fmla="*/ 15909 h 84848"/>
                <a:gd name="connsiteX2" fmla="*/ 27151 w 42424"/>
                <a:gd name="connsiteY2" fmla="*/ 15909 h 84848"/>
                <a:gd name="connsiteX3" fmla="*/ 26833 w 42424"/>
                <a:gd name="connsiteY3" fmla="*/ 16651 h 84848"/>
                <a:gd name="connsiteX4" fmla="*/ 26833 w 42424"/>
                <a:gd name="connsiteY4" fmla="*/ 16673 h 84848"/>
                <a:gd name="connsiteX5" fmla="*/ 26133 w 42424"/>
                <a:gd name="connsiteY5" fmla="*/ 17309 h 84848"/>
                <a:gd name="connsiteX6" fmla="*/ 26048 w 42424"/>
                <a:gd name="connsiteY6" fmla="*/ 17351 h 84848"/>
                <a:gd name="connsiteX7" fmla="*/ 25094 w 42424"/>
                <a:gd name="connsiteY7" fmla="*/ 17797 h 84848"/>
                <a:gd name="connsiteX8" fmla="*/ 23545 w 42424"/>
                <a:gd name="connsiteY8" fmla="*/ 18158 h 84848"/>
                <a:gd name="connsiteX9" fmla="*/ 15909 w 42424"/>
                <a:gd name="connsiteY9" fmla="*/ 74666 h 84848"/>
                <a:gd name="connsiteX10" fmla="*/ 17458 w 42424"/>
                <a:gd name="connsiteY10" fmla="*/ 74306 h 84848"/>
                <a:gd name="connsiteX11" fmla="*/ 17542 w 42424"/>
                <a:gd name="connsiteY11" fmla="*/ 74284 h 84848"/>
                <a:gd name="connsiteX12" fmla="*/ 18200 w 42424"/>
                <a:gd name="connsiteY12" fmla="*/ 74009 h 84848"/>
                <a:gd name="connsiteX13" fmla="*/ 18412 w 42424"/>
                <a:gd name="connsiteY13" fmla="*/ 73882 h 84848"/>
                <a:gd name="connsiteX14" fmla="*/ 18497 w 42424"/>
                <a:gd name="connsiteY14" fmla="*/ 73839 h 84848"/>
                <a:gd name="connsiteX15" fmla="*/ 18603 w 42424"/>
                <a:gd name="connsiteY15" fmla="*/ 73776 h 84848"/>
                <a:gd name="connsiteX16" fmla="*/ 18900 w 42424"/>
                <a:gd name="connsiteY16" fmla="*/ 73521 h 84848"/>
                <a:gd name="connsiteX17" fmla="*/ 19133 w 42424"/>
                <a:gd name="connsiteY17" fmla="*/ 73266 h 84848"/>
                <a:gd name="connsiteX18" fmla="*/ 19176 w 42424"/>
                <a:gd name="connsiteY18" fmla="*/ 73224 h 84848"/>
                <a:gd name="connsiteX19" fmla="*/ 19176 w 42424"/>
                <a:gd name="connsiteY19" fmla="*/ 73203 h 84848"/>
                <a:gd name="connsiteX20" fmla="*/ 19303 w 42424"/>
                <a:gd name="connsiteY20" fmla="*/ 73012 h 84848"/>
                <a:gd name="connsiteX21" fmla="*/ 19430 w 42424"/>
                <a:gd name="connsiteY21" fmla="*/ 72736 h 84848"/>
                <a:gd name="connsiteX22" fmla="*/ 19494 w 42424"/>
                <a:gd name="connsiteY22" fmla="*/ 72439 h 84848"/>
                <a:gd name="connsiteX23" fmla="*/ 21573 w 42424"/>
                <a:gd name="connsiteY23" fmla="*/ 57145 h 84848"/>
                <a:gd name="connsiteX24" fmla="*/ 27151 w 42424"/>
                <a:gd name="connsiteY24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424" h="84848">
                  <a:moveTo>
                    <a:pt x="27151" y="15909"/>
                  </a:moveTo>
                  <a:lnTo>
                    <a:pt x="27151" y="15909"/>
                  </a:lnTo>
                  <a:lnTo>
                    <a:pt x="27151" y="15909"/>
                  </a:lnTo>
                  <a:cubicBezTo>
                    <a:pt x="27109" y="16185"/>
                    <a:pt x="27003" y="16418"/>
                    <a:pt x="26833" y="16651"/>
                  </a:cubicBezTo>
                  <a:cubicBezTo>
                    <a:pt x="26833" y="16651"/>
                    <a:pt x="26833" y="16673"/>
                    <a:pt x="26833" y="16673"/>
                  </a:cubicBezTo>
                  <a:cubicBezTo>
                    <a:pt x="26664" y="16906"/>
                    <a:pt x="26409" y="17118"/>
                    <a:pt x="26133" y="17309"/>
                  </a:cubicBezTo>
                  <a:cubicBezTo>
                    <a:pt x="26112" y="17330"/>
                    <a:pt x="26091" y="17330"/>
                    <a:pt x="26048" y="17351"/>
                  </a:cubicBezTo>
                  <a:cubicBezTo>
                    <a:pt x="25773" y="17521"/>
                    <a:pt x="25454" y="17670"/>
                    <a:pt x="25094" y="17797"/>
                  </a:cubicBezTo>
                  <a:cubicBezTo>
                    <a:pt x="24648" y="17945"/>
                    <a:pt x="24139" y="18073"/>
                    <a:pt x="23545" y="18158"/>
                  </a:cubicBezTo>
                  <a:lnTo>
                    <a:pt x="15909" y="74666"/>
                  </a:lnTo>
                  <a:cubicBezTo>
                    <a:pt x="16482" y="74603"/>
                    <a:pt x="16991" y="74475"/>
                    <a:pt x="17458" y="74306"/>
                  </a:cubicBezTo>
                  <a:cubicBezTo>
                    <a:pt x="17479" y="74306"/>
                    <a:pt x="17521" y="74306"/>
                    <a:pt x="17542" y="74284"/>
                  </a:cubicBezTo>
                  <a:cubicBezTo>
                    <a:pt x="17776" y="74200"/>
                    <a:pt x="17988" y="74115"/>
                    <a:pt x="18200" y="74009"/>
                  </a:cubicBezTo>
                  <a:cubicBezTo>
                    <a:pt x="18264" y="73966"/>
                    <a:pt x="18327" y="73924"/>
                    <a:pt x="18412" y="73882"/>
                  </a:cubicBezTo>
                  <a:cubicBezTo>
                    <a:pt x="18433" y="73860"/>
                    <a:pt x="18455" y="73860"/>
                    <a:pt x="18497" y="73839"/>
                  </a:cubicBezTo>
                  <a:cubicBezTo>
                    <a:pt x="18539" y="73818"/>
                    <a:pt x="18561" y="73797"/>
                    <a:pt x="18603" y="73776"/>
                  </a:cubicBezTo>
                  <a:cubicBezTo>
                    <a:pt x="18709" y="73691"/>
                    <a:pt x="18815" y="73627"/>
                    <a:pt x="18900" y="73521"/>
                  </a:cubicBezTo>
                  <a:cubicBezTo>
                    <a:pt x="18985" y="73457"/>
                    <a:pt x="19070" y="73351"/>
                    <a:pt x="19133" y="73266"/>
                  </a:cubicBezTo>
                  <a:cubicBezTo>
                    <a:pt x="19154" y="73266"/>
                    <a:pt x="19154" y="73245"/>
                    <a:pt x="19176" y="73224"/>
                  </a:cubicBezTo>
                  <a:lnTo>
                    <a:pt x="19176" y="73203"/>
                  </a:lnTo>
                  <a:cubicBezTo>
                    <a:pt x="19218" y="73139"/>
                    <a:pt x="19261" y="73075"/>
                    <a:pt x="19303" y="73012"/>
                  </a:cubicBezTo>
                  <a:cubicBezTo>
                    <a:pt x="19345" y="72927"/>
                    <a:pt x="19388" y="72842"/>
                    <a:pt x="19430" y="72736"/>
                  </a:cubicBezTo>
                  <a:cubicBezTo>
                    <a:pt x="19473" y="72630"/>
                    <a:pt x="19494" y="72545"/>
                    <a:pt x="19494" y="72439"/>
                  </a:cubicBezTo>
                  <a:lnTo>
                    <a:pt x="21573" y="57145"/>
                  </a:lnTo>
                  <a:lnTo>
                    <a:pt x="27151" y="15909"/>
                  </a:lnTo>
                  <a:close/>
                </a:path>
              </a:pathLst>
            </a:custGeom>
            <a:solidFill>
              <a:srgbClr val="B580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8DCBEBE1-53A0-49B9-99AF-5816A9543060}"/>
                </a:ext>
              </a:extLst>
            </p:cNvPr>
            <p:cNvSpPr/>
            <p:nvPr/>
          </p:nvSpPr>
          <p:spPr>
            <a:xfrm>
              <a:off x="4784947" y="2992462"/>
              <a:ext cx="156633" cy="156633"/>
            </a:xfrm>
            <a:custGeom>
              <a:avLst/>
              <a:gdLst>
                <a:gd name="connsiteX0" fmla="*/ 99845 w 106060"/>
                <a:gd name="connsiteY0" fmla="*/ 32094 h 106060"/>
                <a:gd name="connsiteX1" fmla="*/ 95942 w 106060"/>
                <a:gd name="connsiteY1" fmla="*/ 28191 h 106060"/>
                <a:gd name="connsiteX2" fmla="*/ 94118 w 106060"/>
                <a:gd name="connsiteY2" fmla="*/ 26918 h 106060"/>
                <a:gd name="connsiteX3" fmla="*/ 91063 w 106060"/>
                <a:gd name="connsiteY3" fmla="*/ 24797 h 106060"/>
                <a:gd name="connsiteX4" fmla="*/ 90872 w 106060"/>
                <a:gd name="connsiteY4" fmla="*/ 24691 h 106060"/>
                <a:gd name="connsiteX5" fmla="*/ 90194 w 106060"/>
                <a:gd name="connsiteY5" fmla="*/ 24330 h 106060"/>
                <a:gd name="connsiteX6" fmla="*/ 86906 w 106060"/>
                <a:gd name="connsiteY6" fmla="*/ 22591 h 106060"/>
                <a:gd name="connsiteX7" fmla="*/ 85251 w 106060"/>
                <a:gd name="connsiteY7" fmla="*/ 21891 h 106060"/>
                <a:gd name="connsiteX8" fmla="*/ 84169 w 106060"/>
                <a:gd name="connsiteY8" fmla="*/ 21424 h 106060"/>
                <a:gd name="connsiteX9" fmla="*/ 83151 w 106060"/>
                <a:gd name="connsiteY9" fmla="*/ 20979 h 106060"/>
                <a:gd name="connsiteX10" fmla="*/ 79588 w 106060"/>
                <a:gd name="connsiteY10" fmla="*/ 19706 h 106060"/>
                <a:gd name="connsiteX11" fmla="*/ 78272 w 106060"/>
                <a:gd name="connsiteY11" fmla="*/ 19303 h 106060"/>
                <a:gd name="connsiteX12" fmla="*/ 77403 w 106060"/>
                <a:gd name="connsiteY12" fmla="*/ 19048 h 106060"/>
                <a:gd name="connsiteX13" fmla="*/ 76003 w 106060"/>
                <a:gd name="connsiteY13" fmla="*/ 18624 h 106060"/>
                <a:gd name="connsiteX14" fmla="*/ 72375 w 106060"/>
                <a:gd name="connsiteY14" fmla="*/ 17733 h 106060"/>
                <a:gd name="connsiteX15" fmla="*/ 70975 w 106060"/>
                <a:gd name="connsiteY15" fmla="*/ 17458 h 106060"/>
                <a:gd name="connsiteX16" fmla="*/ 70042 w 106060"/>
                <a:gd name="connsiteY16" fmla="*/ 17288 h 106060"/>
                <a:gd name="connsiteX17" fmla="*/ 68579 w 106060"/>
                <a:gd name="connsiteY17" fmla="*/ 16991 h 106060"/>
                <a:gd name="connsiteX18" fmla="*/ 64463 w 106060"/>
                <a:gd name="connsiteY18" fmla="*/ 16397 h 106060"/>
                <a:gd name="connsiteX19" fmla="*/ 63360 w 106060"/>
                <a:gd name="connsiteY19" fmla="*/ 16312 h 106060"/>
                <a:gd name="connsiteX20" fmla="*/ 62088 w 106060"/>
                <a:gd name="connsiteY20" fmla="*/ 16206 h 106060"/>
                <a:gd name="connsiteX21" fmla="*/ 59839 w 106060"/>
                <a:gd name="connsiteY21" fmla="*/ 16015 h 106060"/>
                <a:gd name="connsiteX22" fmla="*/ 56530 w 106060"/>
                <a:gd name="connsiteY22" fmla="*/ 15952 h 106060"/>
                <a:gd name="connsiteX23" fmla="*/ 54515 w 106060"/>
                <a:gd name="connsiteY23" fmla="*/ 15930 h 106060"/>
                <a:gd name="connsiteX24" fmla="*/ 53751 w 106060"/>
                <a:gd name="connsiteY24" fmla="*/ 15909 h 106060"/>
                <a:gd name="connsiteX25" fmla="*/ 47366 w 106060"/>
                <a:gd name="connsiteY25" fmla="*/ 16354 h 106060"/>
                <a:gd name="connsiteX26" fmla="*/ 41957 w 106060"/>
                <a:gd name="connsiteY26" fmla="*/ 17267 h 106060"/>
                <a:gd name="connsiteX27" fmla="*/ 40282 w 106060"/>
                <a:gd name="connsiteY27" fmla="*/ 17712 h 106060"/>
                <a:gd name="connsiteX28" fmla="*/ 37142 w 106060"/>
                <a:gd name="connsiteY28" fmla="*/ 18603 h 106060"/>
                <a:gd name="connsiteX29" fmla="*/ 36527 w 106060"/>
                <a:gd name="connsiteY29" fmla="*/ 18773 h 106060"/>
                <a:gd name="connsiteX30" fmla="*/ 35445 w 106060"/>
                <a:gd name="connsiteY30" fmla="*/ 19239 h 106060"/>
                <a:gd name="connsiteX31" fmla="*/ 33048 w 106060"/>
                <a:gd name="connsiteY31" fmla="*/ 20279 h 106060"/>
                <a:gd name="connsiteX32" fmla="*/ 32285 w 106060"/>
                <a:gd name="connsiteY32" fmla="*/ 20597 h 106060"/>
                <a:gd name="connsiteX33" fmla="*/ 31267 w 106060"/>
                <a:gd name="connsiteY33" fmla="*/ 21212 h 106060"/>
                <a:gd name="connsiteX34" fmla="*/ 30121 w 106060"/>
                <a:gd name="connsiteY34" fmla="*/ 21912 h 106060"/>
                <a:gd name="connsiteX35" fmla="*/ 29570 w 106060"/>
                <a:gd name="connsiteY35" fmla="*/ 22251 h 106060"/>
                <a:gd name="connsiteX36" fmla="*/ 28212 w 106060"/>
                <a:gd name="connsiteY36" fmla="*/ 23333 h 106060"/>
                <a:gd name="connsiteX37" fmla="*/ 27703 w 106060"/>
                <a:gd name="connsiteY37" fmla="*/ 23758 h 106060"/>
                <a:gd name="connsiteX38" fmla="*/ 27555 w 106060"/>
                <a:gd name="connsiteY38" fmla="*/ 23885 h 106060"/>
                <a:gd name="connsiteX39" fmla="*/ 26027 w 106060"/>
                <a:gd name="connsiteY39" fmla="*/ 25518 h 106060"/>
                <a:gd name="connsiteX40" fmla="*/ 25857 w 106060"/>
                <a:gd name="connsiteY40" fmla="*/ 25773 h 106060"/>
                <a:gd name="connsiteX41" fmla="*/ 25497 w 106060"/>
                <a:gd name="connsiteY41" fmla="*/ 26282 h 106060"/>
                <a:gd name="connsiteX42" fmla="*/ 24861 w 106060"/>
                <a:gd name="connsiteY42" fmla="*/ 27215 h 106060"/>
                <a:gd name="connsiteX43" fmla="*/ 24479 w 106060"/>
                <a:gd name="connsiteY43" fmla="*/ 28042 h 106060"/>
                <a:gd name="connsiteX44" fmla="*/ 24203 w 106060"/>
                <a:gd name="connsiteY44" fmla="*/ 28636 h 106060"/>
                <a:gd name="connsiteX45" fmla="*/ 24033 w 106060"/>
                <a:gd name="connsiteY45" fmla="*/ 29018 h 106060"/>
                <a:gd name="connsiteX46" fmla="*/ 23567 w 106060"/>
                <a:gd name="connsiteY46" fmla="*/ 30970 h 106060"/>
                <a:gd name="connsiteX47" fmla="*/ 21870 w 106060"/>
                <a:gd name="connsiteY47" fmla="*/ 43527 h 106060"/>
                <a:gd name="connsiteX48" fmla="*/ 15909 w 106060"/>
                <a:gd name="connsiteY48" fmla="*/ 87542 h 106060"/>
                <a:gd name="connsiteX49" fmla="*/ 16567 w 106060"/>
                <a:gd name="connsiteY49" fmla="*/ 85166 h 106060"/>
                <a:gd name="connsiteX50" fmla="*/ 16842 w 106060"/>
                <a:gd name="connsiteY50" fmla="*/ 84572 h 106060"/>
                <a:gd name="connsiteX51" fmla="*/ 17839 w 106060"/>
                <a:gd name="connsiteY51" fmla="*/ 82833 h 106060"/>
                <a:gd name="connsiteX52" fmla="*/ 18200 w 106060"/>
                <a:gd name="connsiteY52" fmla="*/ 82324 h 106060"/>
                <a:gd name="connsiteX53" fmla="*/ 20045 w 106060"/>
                <a:gd name="connsiteY53" fmla="*/ 80309 h 106060"/>
                <a:gd name="connsiteX54" fmla="*/ 20597 w 106060"/>
                <a:gd name="connsiteY54" fmla="*/ 79863 h 106060"/>
                <a:gd name="connsiteX55" fmla="*/ 22485 w 106060"/>
                <a:gd name="connsiteY55" fmla="*/ 78463 h 106060"/>
                <a:gd name="connsiteX56" fmla="*/ 23630 w 106060"/>
                <a:gd name="connsiteY56" fmla="*/ 77763 h 106060"/>
                <a:gd name="connsiteX57" fmla="*/ 25370 w 106060"/>
                <a:gd name="connsiteY57" fmla="*/ 76830 h 106060"/>
                <a:gd name="connsiteX58" fmla="*/ 27851 w 106060"/>
                <a:gd name="connsiteY58" fmla="*/ 75748 h 106060"/>
                <a:gd name="connsiteX59" fmla="*/ 29464 w 106060"/>
                <a:gd name="connsiteY59" fmla="*/ 75133 h 106060"/>
                <a:gd name="connsiteX60" fmla="*/ 32730 w 106060"/>
                <a:gd name="connsiteY60" fmla="*/ 74200 h 106060"/>
                <a:gd name="connsiteX61" fmla="*/ 34279 w 106060"/>
                <a:gd name="connsiteY61" fmla="*/ 73797 h 106060"/>
                <a:gd name="connsiteX62" fmla="*/ 39709 w 106060"/>
                <a:gd name="connsiteY62" fmla="*/ 72885 h 106060"/>
                <a:gd name="connsiteX63" fmla="*/ 46857 w 106060"/>
                <a:gd name="connsiteY63" fmla="*/ 72460 h 106060"/>
                <a:gd name="connsiteX64" fmla="*/ 48830 w 106060"/>
                <a:gd name="connsiteY64" fmla="*/ 72482 h 106060"/>
                <a:gd name="connsiteX65" fmla="*/ 54430 w 106060"/>
                <a:gd name="connsiteY65" fmla="*/ 72736 h 106060"/>
                <a:gd name="connsiteX66" fmla="*/ 55703 w 106060"/>
                <a:gd name="connsiteY66" fmla="*/ 72842 h 106060"/>
                <a:gd name="connsiteX67" fmla="*/ 62363 w 106060"/>
                <a:gd name="connsiteY67" fmla="*/ 73818 h 106060"/>
                <a:gd name="connsiteX68" fmla="*/ 63297 w 106060"/>
                <a:gd name="connsiteY68" fmla="*/ 73988 h 106060"/>
                <a:gd name="connsiteX69" fmla="*/ 69745 w 106060"/>
                <a:gd name="connsiteY69" fmla="*/ 75578 h 106060"/>
                <a:gd name="connsiteX70" fmla="*/ 70615 w 106060"/>
                <a:gd name="connsiteY70" fmla="*/ 75833 h 106060"/>
                <a:gd name="connsiteX71" fmla="*/ 76533 w 106060"/>
                <a:gd name="connsiteY71" fmla="*/ 77954 h 106060"/>
                <a:gd name="connsiteX72" fmla="*/ 77594 w 106060"/>
                <a:gd name="connsiteY72" fmla="*/ 78400 h 106060"/>
                <a:gd name="connsiteX73" fmla="*/ 82557 w 106060"/>
                <a:gd name="connsiteY73" fmla="*/ 80860 h 106060"/>
                <a:gd name="connsiteX74" fmla="*/ 83215 w 106060"/>
                <a:gd name="connsiteY74" fmla="*/ 81221 h 106060"/>
                <a:gd name="connsiteX75" fmla="*/ 86524 w 106060"/>
                <a:gd name="connsiteY75" fmla="*/ 83469 h 106060"/>
                <a:gd name="connsiteX76" fmla="*/ 88285 w 106060"/>
                <a:gd name="connsiteY76" fmla="*/ 84700 h 106060"/>
                <a:gd name="connsiteX77" fmla="*/ 92187 w 106060"/>
                <a:gd name="connsiteY77" fmla="*/ 88603 h 106060"/>
                <a:gd name="connsiteX78" fmla="*/ 95433 w 106060"/>
                <a:gd name="connsiteY78" fmla="*/ 98254 h 106060"/>
                <a:gd name="connsiteX79" fmla="*/ 103090 w 106060"/>
                <a:gd name="connsiteY79" fmla="*/ 41745 h 106060"/>
                <a:gd name="connsiteX80" fmla="*/ 99845 w 106060"/>
                <a:gd name="connsiteY80" fmla="*/ 32094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6060" h="106060">
                  <a:moveTo>
                    <a:pt x="99845" y="32094"/>
                  </a:moveTo>
                  <a:cubicBezTo>
                    <a:pt x="98763" y="30736"/>
                    <a:pt x="97448" y="29442"/>
                    <a:pt x="95942" y="28191"/>
                  </a:cubicBezTo>
                  <a:cubicBezTo>
                    <a:pt x="95412" y="27745"/>
                    <a:pt x="94712" y="27364"/>
                    <a:pt x="94118" y="26918"/>
                  </a:cubicBezTo>
                  <a:cubicBezTo>
                    <a:pt x="93121" y="26197"/>
                    <a:pt x="92187" y="25454"/>
                    <a:pt x="91063" y="24797"/>
                  </a:cubicBezTo>
                  <a:cubicBezTo>
                    <a:pt x="91000" y="24754"/>
                    <a:pt x="90936" y="24733"/>
                    <a:pt x="90872" y="24691"/>
                  </a:cubicBezTo>
                  <a:cubicBezTo>
                    <a:pt x="90660" y="24585"/>
                    <a:pt x="90406" y="24457"/>
                    <a:pt x="90194" y="24330"/>
                  </a:cubicBezTo>
                  <a:cubicBezTo>
                    <a:pt x="89133" y="23736"/>
                    <a:pt x="88051" y="23142"/>
                    <a:pt x="86906" y="22591"/>
                  </a:cubicBezTo>
                  <a:cubicBezTo>
                    <a:pt x="86375" y="22336"/>
                    <a:pt x="85803" y="22124"/>
                    <a:pt x="85251" y="21891"/>
                  </a:cubicBezTo>
                  <a:cubicBezTo>
                    <a:pt x="84891" y="21721"/>
                    <a:pt x="84530" y="21573"/>
                    <a:pt x="84169" y="21424"/>
                  </a:cubicBezTo>
                  <a:cubicBezTo>
                    <a:pt x="83830" y="21297"/>
                    <a:pt x="83512" y="21127"/>
                    <a:pt x="83151" y="20979"/>
                  </a:cubicBezTo>
                  <a:cubicBezTo>
                    <a:pt x="81985" y="20533"/>
                    <a:pt x="80797" y="20088"/>
                    <a:pt x="79588" y="19706"/>
                  </a:cubicBezTo>
                  <a:cubicBezTo>
                    <a:pt x="79163" y="19558"/>
                    <a:pt x="78718" y="19451"/>
                    <a:pt x="78272" y="19303"/>
                  </a:cubicBezTo>
                  <a:cubicBezTo>
                    <a:pt x="77975" y="19218"/>
                    <a:pt x="77700" y="19133"/>
                    <a:pt x="77403" y="19048"/>
                  </a:cubicBezTo>
                  <a:cubicBezTo>
                    <a:pt x="76936" y="18921"/>
                    <a:pt x="76491" y="18751"/>
                    <a:pt x="76003" y="18624"/>
                  </a:cubicBezTo>
                  <a:cubicBezTo>
                    <a:pt x="74815" y="18306"/>
                    <a:pt x="73585" y="18009"/>
                    <a:pt x="72375" y="17733"/>
                  </a:cubicBezTo>
                  <a:cubicBezTo>
                    <a:pt x="71909" y="17627"/>
                    <a:pt x="71442" y="17542"/>
                    <a:pt x="70975" y="17458"/>
                  </a:cubicBezTo>
                  <a:cubicBezTo>
                    <a:pt x="70657" y="17394"/>
                    <a:pt x="70360" y="17351"/>
                    <a:pt x="70042" y="17288"/>
                  </a:cubicBezTo>
                  <a:cubicBezTo>
                    <a:pt x="69554" y="17203"/>
                    <a:pt x="69066" y="17076"/>
                    <a:pt x="68579" y="16991"/>
                  </a:cubicBezTo>
                  <a:cubicBezTo>
                    <a:pt x="67221" y="16758"/>
                    <a:pt x="65842" y="16567"/>
                    <a:pt x="64463" y="16397"/>
                  </a:cubicBezTo>
                  <a:cubicBezTo>
                    <a:pt x="64082" y="16354"/>
                    <a:pt x="63721" y="16333"/>
                    <a:pt x="63360" y="16312"/>
                  </a:cubicBezTo>
                  <a:cubicBezTo>
                    <a:pt x="62936" y="16270"/>
                    <a:pt x="62512" y="16248"/>
                    <a:pt x="62088" y="16206"/>
                  </a:cubicBezTo>
                  <a:cubicBezTo>
                    <a:pt x="61324" y="16142"/>
                    <a:pt x="60582" y="16058"/>
                    <a:pt x="59839" y="16015"/>
                  </a:cubicBezTo>
                  <a:cubicBezTo>
                    <a:pt x="58736" y="15952"/>
                    <a:pt x="57633" y="15973"/>
                    <a:pt x="56530" y="15952"/>
                  </a:cubicBezTo>
                  <a:cubicBezTo>
                    <a:pt x="55851" y="15952"/>
                    <a:pt x="55194" y="15909"/>
                    <a:pt x="54515" y="15930"/>
                  </a:cubicBezTo>
                  <a:cubicBezTo>
                    <a:pt x="54260" y="15930"/>
                    <a:pt x="54006" y="15909"/>
                    <a:pt x="53751" y="15909"/>
                  </a:cubicBezTo>
                  <a:cubicBezTo>
                    <a:pt x="51588" y="15952"/>
                    <a:pt x="49466" y="16100"/>
                    <a:pt x="47366" y="16354"/>
                  </a:cubicBezTo>
                  <a:cubicBezTo>
                    <a:pt x="45457" y="16588"/>
                    <a:pt x="43654" y="16906"/>
                    <a:pt x="41957" y="17267"/>
                  </a:cubicBezTo>
                  <a:cubicBezTo>
                    <a:pt x="41363" y="17394"/>
                    <a:pt x="40854" y="17564"/>
                    <a:pt x="40282" y="17712"/>
                  </a:cubicBezTo>
                  <a:cubicBezTo>
                    <a:pt x="39200" y="17988"/>
                    <a:pt x="38118" y="18285"/>
                    <a:pt x="37142" y="18603"/>
                  </a:cubicBezTo>
                  <a:cubicBezTo>
                    <a:pt x="36951" y="18667"/>
                    <a:pt x="36718" y="18709"/>
                    <a:pt x="36527" y="18773"/>
                  </a:cubicBezTo>
                  <a:cubicBezTo>
                    <a:pt x="36145" y="18900"/>
                    <a:pt x="35827" y="19091"/>
                    <a:pt x="35445" y="19239"/>
                  </a:cubicBezTo>
                  <a:cubicBezTo>
                    <a:pt x="34597" y="19579"/>
                    <a:pt x="33791" y="19918"/>
                    <a:pt x="33048" y="20279"/>
                  </a:cubicBezTo>
                  <a:cubicBezTo>
                    <a:pt x="32815" y="20385"/>
                    <a:pt x="32518" y="20491"/>
                    <a:pt x="32285" y="20597"/>
                  </a:cubicBezTo>
                  <a:cubicBezTo>
                    <a:pt x="31924" y="20788"/>
                    <a:pt x="31606" y="21021"/>
                    <a:pt x="31267" y="21212"/>
                  </a:cubicBezTo>
                  <a:cubicBezTo>
                    <a:pt x="30864" y="21445"/>
                    <a:pt x="30482" y="21657"/>
                    <a:pt x="30121" y="21912"/>
                  </a:cubicBezTo>
                  <a:cubicBezTo>
                    <a:pt x="29951" y="22018"/>
                    <a:pt x="29739" y="22124"/>
                    <a:pt x="29570" y="22251"/>
                  </a:cubicBezTo>
                  <a:cubicBezTo>
                    <a:pt x="29082" y="22591"/>
                    <a:pt x="28657" y="22973"/>
                    <a:pt x="28212" y="23333"/>
                  </a:cubicBezTo>
                  <a:cubicBezTo>
                    <a:pt x="28042" y="23482"/>
                    <a:pt x="27851" y="23609"/>
                    <a:pt x="27703" y="23758"/>
                  </a:cubicBezTo>
                  <a:cubicBezTo>
                    <a:pt x="27661" y="23800"/>
                    <a:pt x="27597" y="23842"/>
                    <a:pt x="27555" y="23885"/>
                  </a:cubicBezTo>
                  <a:cubicBezTo>
                    <a:pt x="26982" y="24415"/>
                    <a:pt x="26473" y="24967"/>
                    <a:pt x="26027" y="25518"/>
                  </a:cubicBezTo>
                  <a:cubicBezTo>
                    <a:pt x="25964" y="25603"/>
                    <a:pt x="25921" y="25688"/>
                    <a:pt x="25857" y="25773"/>
                  </a:cubicBezTo>
                  <a:cubicBezTo>
                    <a:pt x="25730" y="25942"/>
                    <a:pt x="25624" y="26112"/>
                    <a:pt x="25497" y="26282"/>
                  </a:cubicBezTo>
                  <a:cubicBezTo>
                    <a:pt x="25285" y="26600"/>
                    <a:pt x="25051" y="26897"/>
                    <a:pt x="24861" y="27215"/>
                  </a:cubicBezTo>
                  <a:cubicBezTo>
                    <a:pt x="24712" y="27491"/>
                    <a:pt x="24606" y="27767"/>
                    <a:pt x="24479" y="28042"/>
                  </a:cubicBezTo>
                  <a:cubicBezTo>
                    <a:pt x="24394" y="28233"/>
                    <a:pt x="24288" y="28445"/>
                    <a:pt x="24203" y="28636"/>
                  </a:cubicBezTo>
                  <a:cubicBezTo>
                    <a:pt x="24160" y="28764"/>
                    <a:pt x="24076" y="28891"/>
                    <a:pt x="24033" y="29018"/>
                  </a:cubicBezTo>
                  <a:cubicBezTo>
                    <a:pt x="23800" y="29654"/>
                    <a:pt x="23651" y="30312"/>
                    <a:pt x="23567" y="30970"/>
                  </a:cubicBezTo>
                  <a:lnTo>
                    <a:pt x="21870" y="43527"/>
                  </a:lnTo>
                  <a:lnTo>
                    <a:pt x="15909" y="87542"/>
                  </a:lnTo>
                  <a:cubicBezTo>
                    <a:pt x="16015" y="86736"/>
                    <a:pt x="16270" y="85930"/>
                    <a:pt x="16567" y="85166"/>
                  </a:cubicBezTo>
                  <a:cubicBezTo>
                    <a:pt x="16651" y="84975"/>
                    <a:pt x="16758" y="84763"/>
                    <a:pt x="16842" y="84572"/>
                  </a:cubicBezTo>
                  <a:cubicBezTo>
                    <a:pt x="17118" y="83978"/>
                    <a:pt x="17458" y="83385"/>
                    <a:pt x="17839" y="82833"/>
                  </a:cubicBezTo>
                  <a:cubicBezTo>
                    <a:pt x="17967" y="82663"/>
                    <a:pt x="18073" y="82494"/>
                    <a:pt x="18200" y="82324"/>
                  </a:cubicBezTo>
                  <a:cubicBezTo>
                    <a:pt x="18730" y="81624"/>
                    <a:pt x="19345" y="80966"/>
                    <a:pt x="20045" y="80309"/>
                  </a:cubicBezTo>
                  <a:cubicBezTo>
                    <a:pt x="20215" y="80160"/>
                    <a:pt x="20427" y="80012"/>
                    <a:pt x="20597" y="79863"/>
                  </a:cubicBezTo>
                  <a:cubicBezTo>
                    <a:pt x="21170" y="79375"/>
                    <a:pt x="21806" y="78909"/>
                    <a:pt x="22485" y="78463"/>
                  </a:cubicBezTo>
                  <a:cubicBezTo>
                    <a:pt x="22845" y="78230"/>
                    <a:pt x="23248" y="77997"/>
                    <a:pt x="23630" y="77763"/>
                  </a:cubicBezTo>
                  <a:cubicBezTo>
                    <a:pt x="24182" y="77424"/>
                    <a:pt x="24755" y="77127"/>
                    <a:pt x="25370" y="76830"/>
                  </a:cubicBezTo>
                  <a:cubicBezTo>
                    <a:pt x="26154" y="76448"/>
                    <a:pt x="26982" y="76088"/>
                    <a:pt x="27851" y="75748"/>
                  </a:cubicBezTo>
                  <a:cubicBezTo>
                    <a:pt x="28382" y="75536"/>
                    <a:pt x="28891" y="75324"/>
                    <a:pt x="29464" y="75133"/>
                  </a:cubicBezTo>
                  <a:cubicBezTo>
                    <a:pt x="30482" y="74772"/>
                    <a:pt x="31606" y="74475"/>
                    <a:pt x="32730" y="74200"/>
                  </a:cubicBezTo>
                  <a:cubicBezTo>
                    <a:pt x="33239" y="74072"/>
                    <a:pt x="33727" y="73924"/>
                    <a:pt x="34279" y="73797"/>
                  </a:cubicBezTo>
                  <a:cubicBezTo>
                    <a:pt x="35997" y="73415"/>
                    <a:pt x="37800" y="73097"/>
                    <a:pt x="39709" y="72885"/>
                  </a:cubicBezTo>
                  <a:cubicBezTo>
                    <a:pt x="42063" y="72609"/>
                    <a:pt x="44460" y="72482"/>
                    <a:pt x="46857" y="72460"/>
                  </a:cubicBezTo>
                  <a:cubicBezTo>
                    <a:pt x="47515" y="72460"/>
                    <a:pt x="48194" y="72482"/>
                    <a:pt x="48830" y="72482"/>
                  </a:cubicBezTo>
                  <a:cubicBezTo>
                    <a:pt x="50697" y="72503"/>
                    <a:pt x="52563" y="72566"/>
                    <a:pt x="54430" y="72736"/>
                  </a:cubicBezTo>
                  <a:cubicBezTo>
                    <a:pt x="54854" y="72757"/>
                    <a:pt x="55279" y="72800"/>
                    <a:pt x="55703" y="72842"/>
                  </a:cubicBezTo>
                  <a:cubicBezTo>
                    <a:pt x="57951" y="73076"/>
                    <a:pt x="60157" y="73394"/>
                    <a:pt x="62363" y="73818"/>
                  </a:cubicBezTo>
                  <a:cubicBezTo>
                    <a:pt x="62682" y="73860"/>
                    <a:pt x="62979" y="73924"/>
                    <a:pt x="63297" y="73988"/>
                  </a:cubicBezTo>
                  <a:cubicBezTo>
                    <a:pt x="65503" y="74433"/>
                    <a:pt x="67645" y="74963"/>
                    <a:pt x="69745" y="75578"/>
                  </a:cubicBezTo>
                  <a:cubicBezTo>
                    <a:pt x="70042" y="75663"/>
                    <a:pt x="70318" y="75748"/>
                    <a:pt x="70615" y="75833"/>
                  </a:cubicBezTo>
                  <a:cubicBezTo>
                    <a:pt x="72672" y="76448"/>
                    <a:pt x="74645" y="77169"/>
                    <a:pt x="76533" y="77954"/>
                  </a:cubicBezTo>
                  <a:cubicBezTo>
                    <a:pt x="76894" y="78103"/>
                    <a:pt x="77233" y="78251"/>
                    <a:pt x="77594" y="78400"/>
                  </a:cubicBezTo>
                  <a:cubicBezTo>
                    <a:pt x="79354" y="79163"/>
                    <a:pt x="81009" y="79969"/>
                    <a:pt x="82557" y="80860"/>
                  </a:cubicBezTo>
                  <a:cubicBezTo>
                    <a:pt x="82769" y="80966"/>
                    <a:pt x="83003" y="81094"/>
                    <a:pt x="83215" y="81221"/>
                  </a:cubicBezTo>
                  <a:cubicBezTo>
                    <a:pt x="84424" y="81921"/>
                    <a:pt x="85442" y="82706"/>
                    <a:pt x="86524" y="83469"/>
                  </a:cubicBezTo>
                  <a:cubicBezTo>
                    <a:pt x="87097" y="83894"/>
                    <a:pt x="87754" y="84275"/>
                    <a:pt x="88285" y="84700"/>
                  </a:cubicBezTo>
                  <a:cubicBezTo>
                    <a:pt x="89791" y="85930"/>
                    <a:pt x="91106" y="87245"/>
                    <a:pt x="92187" y="88603"/>
                  </a:cubicBezTo>
                  <a:cubicBezTo>
                    <a:pt x="94839" y="91912"/>
                    <a:pt x="95836" y="95200"/>
                    <a:pt x="95433" y="98254"/>
                  </a:cubicBezTo>
                  <a:lnTo>
                    <a:pt x="103090" y="41745"/>
                  </a:lnTo>
                  <a:cubicBezTo>
                    <a:pt x="103494" y="38691"/>
                    <a:pt x="102475" y="35424"/>
                    <a:pt x="99845" y="32094"/>
                  </a:cubicBezTo>
                  <a:close/>
                </a:path>
              </a:pathLst>
            </a:custGeom>
            <a:solidFill>
              <a:srgbClr val="8D642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186E680-26D1-4F01-BE03-D19ED6CA5C0E}"/>
                </a:ext>
              </a:extLst>
            </p:cNvPr>
            <p:cNvSpPr/>
            <p:nvPr/>
          </p:nvSpPr>
          <p:spPr>
            <a:xfrm>
              <a:off x="4900480" y="3026421"/>
              <a:ext cx="125307" cy="125307"/>
            </a:xfrm>
            <a:custGeom>
              <a:avLst/>
              <a:gdLst>
                <a:gd name="connsiteX0" fmla="*/ 79184 w 84848"/>
                <a:gd name="connsiteY0" fmla="*/ 15909 h 84848"/>
                <a:gd name="connsiteX1" fmla="*/ 71527 w 84848"/>
                <a:gd name="connsiteY1" fmla="*/ 72418 h 84848"/>
                <a:gd name="connsiteX2" fmla="*/ 15909 w 84848"/>
                <a:gd name="connsiteY2" fmla="*/ 79036 h 84848"/>
                <a:gd name="connsiteX3" fmla="*/ 23567 w 84848"/>
                <a:gd name="connsiteY3" fmla="*/ 22506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84848">
                  <a:moveTo>
                    <a:pt x="79184" y="15909"/>
                  </a:moveTo>
                  <a:lnTo>
                    <a:pt x="71527" y="72418"/>
                  </a:lnTo>
                  <a:lnTo>
                    <a:pt x="15909" y="79036"/>
                  </a:lnTo>
                  <a:lnTo>
                    <a:pt x="23567" y="22506"/>
                  </a:lnTo>
                  <a:close/>
                </a:path>
              </a:pathLst>
            </a:custGeom>
            <a:solidFill>
              <a:srgbClr val="C288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C0CED56A-3A5D-4099-BC00-7AD4633E2905}"/>
                </a:ext>
              </a:extLst>
            </p:cNvPr>
            <p:cNvSpPr/>
            <p:nvPr/>
          </p:nvSpPr>
          <p:spPr>
            <a:xfrm>
              <a:off x="4623490" y="2919002"/>
              <a:ext cx="156633" cy="250613"/>
            </a:xfrm>
            <a:custGeom>
              <a:avLst/>
              <a:gdLst>
                <a:gd name="connsiteX0" fmla="*/ 95030 w 106060"/>
                <a:gd name="connsiteY0" fmla="*/ 105699 h 169696"/>
                <a:gd name="connsiteX1" fmla="*/ 87394 w 106060"/>
                <a:gd name="connsiteY1" fmla="*/ 162208 h 169696"/>
                <a:gd name="connsiteX2" fmla="*/ 15909 w 106060"/>
                <a:gd name="connsiteY2" fmla="*/ 72418 h 169696"/>
                <a:gd name="connsiteX3" fmla="*/ 23545 w 106060"/>
                <a:gd name="connsiteY3" fmla="*/ 159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69696">
                  <a:moveTo>
                    <a:pt x="95030" y="105699"/>
                  </a:moveTo>
                  <a:lnTo>
                    <a:pt x="87394" y="162208"/>
                  </a:lnTo>
                  <a:lnTo>
                    <a:pt x="15909" y="72418"/>
                  </a:lnTo>
                  <a:lnTo>
                    <a:pt x="23545" y="15909"/>
                  </a:lnTo>
                  <a:close/>
                </a:path>
              </a:pathLst>
            </a:custGeom>
            <a:solidFill>
              <a:srgbClr val="7F5A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3FC05759-496C-4752-B5A6-3276DBBF340E}"/>
                </a:ext>
              </a:extLst>
            </p:cNvPr>
            <p:cNvSpPr/>
            <p:nvPr/>
          </p:nvSpPr>
          <p:spPr>
            <a:xfrm>
              <a:off x="4740809" y="3046188"/>
              <a:ext cx="125307" cy="125307"/>
            </a:xfrm>
            <a:custGeom>
              <a:avLst/>
              <a:gdLst>
                <a:gd name="connsiteX0" fmla="*/ 23567 w 84848"/>
                <a:gd name="connsiteY0" fmla="*/ 21954 h 84848"/>
                <a:gd name="connsiteX1" fmla="*/ 15909 w 84848"/>
                <a:gd name="connsiteY1" fmla="*/ 78463 h 84848"/>
                <a:gd name="connsiteX2" fmla="*/ 66903 w 84848"/>
                <a:gd name="connsiteY2" fmla="*/ 72418 h 84848"/>
                <a:gd name="connsiteX3" fmla="*/ 74539 w 84848"/>
                <a:gd name="connsiteY3" fmla="*/ 159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84848">
                  <a:moveTo>
                    <a:pt x="23567" y="21954"/>
                  </a:moveTo>
                  <a:lnTo>
                    <a:pt x="15909" y="78463"/>
                  </a:lnTo>
                  <a:lnTo>
                    <a:pt x="66903" y="72418"/>
                  </a:lnTo>
                  <a:lnTo>
                    <a:pt x="74539" y="15909"/>
                  </a:lnTo>
                  <a:close/>
                </a:path>
              </a:pathLst>
            </a:custGeom>
            <a:solidFill>
              <a:srgbClr val="C288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13D8826-3829-45A6-939B-3C30792C9C98}"/>
                </a:ext>
              </a:extLst>
            </p:cNvPr>
            <p:cNvSpPr/>
            <p:nvPr/>
          </p:nvSpPr>
          <p:spPr>
            <a:xfrm>
              <a:off x="4634014" y="2884742"/>
              <a:ext cx="407246" cy="187960"/>
            </a:xfrm>
            <a:custGeom>
              <a:avLst/>
              <a:gdLst>
                <a:gd name="connsiteX0" fmla="*/ 183272 w 275756"/>
                <a:gd name="connsiteY0" fmla="*/ 15986 h 127272"/>
                <a:gd name="connsiteX1" fmla="*/ 191227 w 275756"/>
                <a:gd name="connsiteY1" fmla="*/ 18362 h 127272"/>
                <a:gd name="connsiteX2" fmla="*/ 210000 w 275756"/>
                <a:gd name="connsiteY2" fmla="*/ 41907 h 127272"/>
                <a:gd name="connsiteX3" fmla="*/ 217827 w 275756"/>
                <a:gd name="connsiteY3" fmla="*/ 40422 h 127272"/>
                <a:gd name="connsiteX4" fmla="*/ 270284 w 275756"/>
                <a:gd name="connsiteY4" fmla="*/ 56119 h 127272"/>
                <a:gd name="connsiteX5" fmla="*/ 249730 w 275756"/>
                <a:gd name="connsiteY5" fmla="*/ 80492 h 127272"/>
                <a:gd name="connsiteX6" fmla="*/ 241075 w 275756"/>
                <a:gd name="connsiteY6" fmla="*/ 80937 h 127272"/>
                <a:gd name="connsiteX7" fmla="*/ 262733 w 275756"/>
                <a:gd name="connsiteY7" fmla="*/ 108131 h 127272"/>
                <a:gd name="connsiteX8" fmla="*/ 259615 w 275756"/>
                <a:gd name="connsiteY8" fmla="*/ 111843 h 127272"/>
                <a:gd name="connsiteX9" fmla="*/ 203997 w 275756"/>
                <a:gd name="connsiteY9" fmla="*/ 118440 h 127272"/>
                <a:gd name="connsiteX10" fmla="*/ 202045 w 275756"/>
                <a:gd name="connsiteY10" fmla="*/ 105034 h 127272"/>
                <a:gd name="connsiteX11" fmla="*/ 149567 w 275756"/>
                <a:gd name="connsiteY11" fmla="*/ 89316 h 127272"/>
                <a:gd name="connsiteX12" fmla="*/ 128970 w 275756"/>
                <a:gd name="connsiteY12" fmla="*/ 113688 h 127272"/>
                <a:gd name="connsiteX13" fmla="*/ 146851 w 275756"/>
                <a:gd name="connsiteY13" fmla="*/ 125206 h 127272"/>
                <a:gd name="connsiteX14" fmla="*/ 95858 w 275756"/>
                <a:gd name="connsiteY14" fmla="*/ 131252 h 127272"/>
                <a:gd name="connsiteX15" fmla="*/ 87903 w 275756"/>
                <a:gd name="connsiteY15" fmla="*/ 128876 h 127272"/>
                <a:gd name="connsiteX16" fmla="*/ 16419 w 275756"/>
                <a:gd name="connsiteY16" fmla="*/ 39107 h 127272"/>
                <a:gd name="connsiteX17" fmla="*/ 19537 w 275756"/>
                <a:gd name="connsiteY17" fmla="*/ 35416 h 127272"/>
                <a:gd name="connsiteX18" fmla="*/ 183272 w 275756"/>
                <a:gd name="connsiteY18" fmla="*/ 15986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5756" h="127272">
                  <a:moveTo>
                    <a:pt x="183272" y="15986"/>
                  </a:moveTo>
                  <a:cubicBezTo>
                    <a:pt x="186348" y="15604"/>
                    <a:pt x="189912" y="16686"/>
                    <a:pt x="191227" y="18362"/>
                  </a:cubicBezTo>
                  <a:lnTo>
                    <a:pt x="210000" y="41907"/>
                  </a:lnTo>
                  <a:cubicBezTo>
                    <a:pt x="212375" y="41270"/>
                    <a:pt x="214984" y="40761"/>
                    <a:pt x="217827" y="40422"/>
                  </a:cubicBezTo>
                  <a:cubicBezTo>
                    <a:pt x="237957" y="38046"/>
                    <a:pt x="261460" y="45046"/>
                    <a:pt x="270284" y="56119"/>
                  </a:cubicBezTo>
                  <a:cubicBezTo>
                    <a:pt x="279108" y="67192"/>
                    <a:pt x="269881" y="78116"/>
                    <a:pt x="249730" y="80492"/>
                  </a:cubicBezTo>
                  <a:cubicBezTo>
                    <a:pt x="246887" y="80831"/>
                    <a:pt x="243981" y="80958"/>
                    <a:pt x="241075" y="80937"/>
                  </a:cubicBezTo>
                  <a:lnTo>
                    <a:pt x="262733" y="108131"/>
                  </a:lnTo>
                  <a:cubicBezTo>
                    <a:pt x="264069" y="109828"/>
                    <a:pt x="262690" y="111461"/>
                    <a:pt x="259615" y="111843"/>
                  </a:cubicBezTo>
                  <a:lnTo>
                    <a:pt x="203997" y="118440"/>
                  </a:lnTo>
                  <a:cubicBezTo>
                    <a:pt x="206266" y="114431"/>
                    <a:pt x="205800" y="109743"/>
                    <a:pt x="202045" y="105034"/>
                  </a:cubicBezTo>
                  <a:cubicBezTo>
                    <a:pt x="193221" y="93982"/>
                    <a:pt x="169718" y="86940"/>
                    <a:pt x="149567" y="89316"/>
                  </a:cubicBezTo>
                  <a:cubicBezTo>
                    <a:pt x="129373" y="91713"/>
                    <a:pt x="120145" y="102616"/>
                    <a:pt x="128970" y="113688"/>
                  </a:cubicBezTo>
                  <a:cubicBezTo>
                    <a:pt x="132724" y="118419"/>
                    <a:pt x="139173" y="122364"/>
                    <a:pt x="146851" y="125206"/>
                  </a:cubicBezTo>
                  <a:lnTo>
                    <a:pt x="95858" y="131252"/>
                  </a:lnTo>
                  <a:cubicBezTo>
                    <a:pt x="92782" y="131613"/>
                    <a:pt x="89240" y="130552"/>
                    <a:pt x="87903" y="128876"/>
                  </a:cubicBezTo>
                  <a:lnTo>
                    <a:pt x="16419" y="39107"/>
                  </a:lnTo>
                  <a:cubicBezTo>
                    <a:pt x="15082" y="37410"/>
                    <a:pt x="16461" y="35777"/>
                    <a:pt x="19537" y="35416"/>
                  </a:cubicBezTo>
                  <a:lnTo>
                    <a:pt x="183272" y="15986"/>
                  </a:lnTo>
                  <a:close/>
                </a:path>
              </a:pathLst>
            </a:custGeom>
            <a:solidFill>
              <a:srgbClr val="FBB0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9C6E7F37-2C0F-49AF-81D5-04D0463F1265}"/>
                </a:ext>
              </a:extLst>
            </p:cNvPr>
            <p:cNvSpPr/>
            <p:nvPr/>
          </p:nvSpPr>
          <p:spPr>
            <a:xfrm>
              <a:off x="4729092" y="3051608"/>
              <a:ext cx="62653" cy="125307"/>
            </a:xfrm>
            <a:custGeom>
              <a:avLst/>
              <a:gdLst>
                <a:gd name="connsiteX0" fmla="*/ 29188 w 42424"/>
                <a:gd name="connsiteY0" fmla="*/ 18285 h 84848"/>
                <a:gd name="connsiteX1" fmla="*/ 29103 w 42424"/>
                <a:gd name="connsiteY1" fmla="*/ 18285 h 84848"/>
                <a:gd name="connsiteX2" fmla="*/ 26897 w 42424"/>
                <a:gd name="connsiteY2" fmla="*/ 17839 h 84848"/>
                <a:gd name="connsiteX3" fmla="*/ 26833 w 42424"/>
                <a:gd name="connsiteY3" fmla="*/ 17839 h 84848"/>
                <a:gd name="connsiteX4" fmla="*/ 24945 w 42424"/>
                <a:gd name="connsiteY4" fmla="*/ 17033 h 84848"/>
                <a:gd name="connsiteX5" fmla="*/ 24924 w 42424"/>
                <a:gd name="connsiteY5" fmla="*/ 17033 h 84848"/>
                <a:gd name="connsiteX6" fmla="*/ 23545 w 42424"/>
                <a:gd name="connsiteY6" fmla="*/ 15909 h 84848"/>
                <a:gd name="connsiteX7" fmla="*/ 15909 w 42424"/>
                <a:gd name="connsiteY7" fmla="*/ 72418 h 84848"/>
                <a:gd name="connsiteX8" fmla="*/ 17245 w 42424"/>
                <a:gd name="connsiteY8" fmla="*/ 73521 h 84848"/>
                <a:gd name="connsiteX9" fmla="*/ 17267 w 42424"/>
                <a:gd name="connsiteY9" fmla="*/ 73521 h 84848"/>
                <a:gd name="connsiteX10" fmla="*/ 17309 w 42424"/>
                <a:gd name="connsiteY10" fmla="*/ 73542 h 84848"/>
                <a:gd name="connsiteX11" fmla="*/ 17861 w 42424"/>
                <a:gd name="connsiteY11" fmla="*/ 73839 h 84848"/>
                <a:gd name="connsiteX12" fmla="*/ 18433 w 42424"/>
                <a:gd name="connsiteY12" fmla="*/ 74072 h 84848"/>
                <a:gd name="connsiteX13" fmla="*/ 18963 w 42424"/>
                <a:gd name="connsiteY13" fmla="*/ 74263 h 84848"/>
                <a:gd name="connsiteX14" fmla="*/ 19197 w 42424"/>
                <a:gd name="connsiteY14" fmla="*/ 74327 h 84848"/>
                <a:gd name="connsiteX15" fmla="*/ 19282 w 42424"/>
                <a:gd name="connsiteY15" fmla="*/ 74348 h 84848"/>
                <a:gd name="connsiteX16" fmla="*/ 19515 w 42424"/>
                <a:gd name="connsiteY16" fmla="*/ 74412 h 84848"/>
                <a:gd name="connsiteX17" fmla="*/ 20067 w 42424"/>
                <a:gd name="connsiteY17" fmla="*/ 74560 h 84848"/>
                <a:gd name="connsiteX18" fmla="*/ 20639 w 42424"/>
                <a:gd name="connsiteY18" fmla="*/ 74666 h 84848"/>
                <a:gd name="connsiteX19" fmla="*/ 21254 w 42424"/>
                <a:gd name="connsiteY19" fmla="*/ 74751 h 84848"/>
                <a:gd name="connsiteX20" fmla="*/ 21467 w 42424"/>
                <a:gd name="connsiteY20" fmla="*/ 74772 h 84848"/>
                <a:gd name="connsiteX21" fmla="*/ 21551 w 42424"/>
                <a:gd name="connsiteY21" fmla="*/ 74772 h 84848"/>
                <a:gd name="connsiteX22" fmla="*/ 21954 w 42424"/>
                <a:gd name="connsiteY22" fmla="*/ 74794 h 84848"/>
                <a:gd name="connsiteX23" fmla="*/ 22888 w 42424"/>
                <a:gd name="connsiteY23" fmla="*/ 74815 h 84848"/>
                <a:gd name="connsiteX24" fmla="*/ 23864 w 42424"/>
                <a:gd name="connsiteY24" fmla="*/ 74751 h 84848"/>
                <a:gd name="connsiteX25" fmla="*/ 31500 w 42424"/>
                <a:gd name="connsiteY25" fmla="*/ 18242 h 84848"/>
                <a:gd name="connsiteX26" fmla="*/ 29188 w 42424"/>
                <a:gd name="connsiteY26" fmla="*/ 18285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424" h="84848">
                  <a:moveTo>
                    <a:pt x="29188" y="18285"/>
                  </a:moveTo>
                  <a:cubicBezTo>
                    <a:pt x="29167" y="18285"/>
                    <a:pt x="29124" y="18285"/>
                    <a:pt x="29103" y="18285"/>
                  </a:cubicBezTo>
                  <a:cubicBezTo>
                    <a:pt x="28339" y="18200"/>
                    <a:pt x="27597" y="18051"/>
                    <a:pt x="26897" y="17839"/>
                  </a:cubicBezTo>
                  <a:cubicBezTo>
                    <a:pt x="26876" y="17839"/>
                    <a:pt x="26854" y="17839"/>
                    <a:pt x="26833" y="17839"/>
                  </a:cubicBezTo>
                  <a:cubicBezTo>
                    <a:pt x="26133" y="17627"/>
                    <a:pt x="25497" y="17351"/>
                    <a:pt x="24945" y="17033"/>
                  </a:cubicBezTo>
                  <a:lnTo>
                    <a:pt x="24924" y="17033"/>
                  </a:lnTo>
                  <a:cubicBezTo>
                    <a:pt x="24351" y="16694"/>
                    <a:pt x="23885" y="16312"/>
                    <a:pt x="23545" y="15909"/>
                  </a:cubicBezTo>
                  <a:lnTo>
                    <a:pt x="15909" y="72418"/>
                  </a:lnTo>
                  <a:cubicBezTo>
                    <a:pt x="16227" y="72842"/>
                    <a:pt x="16694" y="73203"/>
                    <a:pt x="17245" y="73521"/>
                  </a:cubicBezTo>
                  <a:lnTo>
                    <a:pt x="17267" y="73521"/>
                  </a:lnTo>
                  <a:cubicBezTo>
                    <a:pt x="17267" y="73521"/>
                    <a:pt x="17288" y="73542"/>
                    <a:pt x="17309" y="73542"/>
                  </a:cubicBezTo>
                  <a:cubicBezTo>
                    <a:pt x="17479" y="73648"/>
                    <a:pt x="17670" y="73733"/>
                    <a:pt x="17861" y="73839"/>
                  </a:cubicBezTo>
                  <a:cubicBezTo>
                    <a:pt x="18051" y="73924"/>
                    <a:pt x="18242" y="74009"/>
                    <a:pt x="18433" y="74072"/>
                  </a:cubicBezTo>
                  <a:cubicBezTo>
                    <a:pt x="18603" y="74136"/>
                    <a:pt x="18794" y="74200"/>
                    <a:pt x="18963" y="74263"/>
                  </a:cubicBezTo>
                  <a:cubicBezTo>
                    <a:pt x="19027" y="74285"/>
                    <a:pt x="19112" y="74306"/>
                    <a:pt x="19197" y="74327"/>
                  </a:cubicBezTo>
                  <a:cubicBezTo>
                    <a:pt x="19218" y="74327"/>
                    <a:pt x="19239" y="74348"/>
                    <a:pt x="19282" y="74348"/>
                  </a:cubicBezTo>
                  <a:cubicBezTo>
                    <a:pt x="19367" y="74369"/>
                    <a:pt x="19430" y="74391"/>
                    <a:pt x="19515" y="74412"/>
                  </a:cubicBezTo>
                  <a:cubicBezTo>
                    <a:pt x="19706" y="74454"/>
                    <a:pt x="19897" y="74518"/>
                    <a:pt x="20067" y="74560"/>
                  </a:cubicBezTo>
                  <a:cubicBezTo>
                    <a:pt x="20236" y="74603"/>
                    <a:pt x="20448" y="74624"/>
                    <a:pt x="20639" y="74666"/>
                  </a:cubicBezTo>
                  <a:cubicBezTo>
                    <a:pt x="20851" y="74688"/>
                    <a:pt x="21064" y="74730"/>
                    <a:pt x="21254" y="74751"/>
                  </a:cubicBezTo>
                  <a:cubicBezTo>
                    <a:pt x="21318" y="74751"/>
                    <a:pt x="21403" y="74772"/>
                    <a:pt x="21467" y="74772"/>
                  </a:cubicBezTo>
                  <a:cubicBezTo>
                    <a:pt x="21488" y="74772"/>
                    <a:pt x="21530" y="74772"/>
                    <a:pt x="21551" y="74772"/>
                  </a:cubicBezTo>
                  <a:cubicBezTo>
                    <a:pt x="21679" y="74772"/>
                    <a:pt x="21806" y="74794"/>
                    <a:pt x="21954" y="74794"/>
                  </a:cubicBezTo>
                  <a:cubicBezTo>
                    <a:pt x="22273" y="74815"/>
                    <a:pt x="22570" y="74815"/>
                    <a:pt x="22888" y="74815"/>
                  </a:cubicBezTo>
                  <a:cubicBezTo>
                    <a:pt x="23206" y="74815"/>
                    <a:pt x="23545" y="74794"/>
                    <a:pt x="23864" y="74751"/>
                  </a:cubicBezTo>
                  <a:lnTo>
                    <a:pt x="31500" y="18242"/>
                  </a:lnTo>
                  <a:cubicBezTo>
                    <a:pt x="30736" y="18370"/>
                    <a:pt x="29973" y="18370"/>
                    <a:pt x="29188" y="18285"/>
                  </a:cubicBezTo>
                  <a:close/>
                </a:path>
              </a:pathLst>
            </a:custGeom>
            <a:solidFill>
              <a:srgbClr val="835D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ED6F7D6A-942A-4501-A106-F9FC69E530FA}"/>
                </a:ext>
              </a:extLst>
            </p:cNvPr>
            <p:cNvSpPr/>
            <p:nvPr/>
          </p:nvSpPr>
          <p:spPr>
            <a:xfrm>
              <a:off x="4895075" y="2893504"/>
              <a:ext cx="62653" cy="62653"/>
            </a:xfrm>
            <a:custGeom>
              <a:avLst/>
              <a:gdLst>
                <a:gd name="connsiteX0" fmla="*/ 17999 w 42424"/>
                <a:gd name="connsiteY0" fmla="*/ 19917 h 42424"/>
                <a:gd name="connsiteX1" fmla="*/ 16557 w 42424"/>
                <a:gd name="connsiteY1" fmla="*/ 24647 h 42424"/>
                <a:gd name="connsiteX2" fmla="*/ 22115 w 42424"/>
                <a:gd name="connsiteY2" fmla="*/ 22992 h 42424"/>
                <a:gd name="connsiteX3" fmla="*/ 25402 w 42424"/>
                <a:gd name="connsiteY3" fmla="*/ 24647 h 42424"/>
                <a:gd name="connsiteX4" fmla="*/ 22115 w 42424"/>
                <a:gd name="connsiteY4" fmla="*/ 28550 h 42424"/>
                <a:gd name="connsiteX5" fmla="*/ 23960 w 42424"/>
                <a:gd name="connsiteY5" fmla="*/ 32877 h 42424"/>
                <a:gd name="connsiteX6" fmla="*/ 27460 w 42424"/>
                <a:gd name="connsiteY6" fmla="*/ 33089 h 42424"/>
                <a:gd name="connsiteX7" fmla="*/ 28287 w 42424"/>
                <a:gd name="connsiteY7" fmla="*/ 36377 h 42424"/>
                <a:gd name="connsiteX8" fmla="*/ 31787 w 42424"/>
                <a:gd name="connsiteY8" fmla="*/ 38435 h 42424"/>
                <a:gd name="connsiteX9" fmla="*/ 37112 w 42424"/>
                <a:gd name="connsiteY9" fmla="*/ 31265 h 42424"/>
                <a:gd name="connsiteX10" fmla="*/ 38342 w 42424"/>
                <a:gd name="connsiteY10" fmla="*/ 25919 h 42424"/>
                <a:gd name="connsiteX11" fmla="*/ 34842 w 42424"/>
                <a:gd name="connsiteY11" fmla="*/ 19747 h 42424"/>
                <a:gd name="connsiteX12" fmla="*/ 26018 w 42424"/>
                <a:gd name="connsiteY12" fmla="*/ 16056 h 42424"/>
                <a:gd name="connsiteX13" fmla="*/ 17999 w 42424"/>
                <a:gd name="connsiteY13" fmla="*/ 1991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24" h="42424">
                  <a:moveTo>
                    <a:pt x="17999" y="19917"/>
                  </a:moveTo>
                  <a:cubicBezTo>
                    <a:pt x="17999" y="19917"/>
                    <a:pt x="14499" y="24010"/>
                    <a:pt x="16557" y="24647"/>
                  </a:cubicBezTo>
                  <a:cubicBezTo>
                    <a:pt x="18615" y="25262"/>
                    <a:pt x="20057" y="23629"/>
                    <a:pt x="22115" y="22992"/>
                  </a:cubicBezTo>
                  <a:cubicBezTo>
                    <a:pt x="24172" y="22377"/>
                    <a:pt x="26209" y="23820"/>
                    <a:pt x="25402" y="24647"/>
                  </a:cubicBezTo>
                  <a:cubicBezTo>
                    <a:pt x="24575" y="25474"/>
                    <a:pt x="22115" y="28550"/>
                    <a:pt x="22115" y="28550"/>
                  </a:cubicBezTo>
                  <a:cubicBezTo>
                    <a:pt x="22115" y="28550"/>
                    <a:pt x="21499" y="34107"/>
                    <a:pt x="23960" y="32877"/>
                  </a:cubicBezTo>
                  <a:cubicBezTo>
                    <a:pt x="26421" y="31647"/>
                    <a:pt x="27651" y="32050"/>
                    <a:pt x="27460" y="33089"/>
                  </a:cubicBezTo>
                  <a:cubicBezTo>
                    <a:pt x="27269" y="34107"/>
                    <a:pt x="28287" y="36377"/>
                    <a:pt x="28287" y="36377"/>
                  </a:cubicBezTo>
                  <a:cubicBezTo>
                    <a:pt x="28287" y="36377"/>
                    <a:pt x="30727" y="38986"/>
                    <a:pt x="31787" y="38435"/>
                  </a:cubicBezTo>
                  <a:cubicBezTo>
                    <a:pt x="32848" y="37883"/>
                    <a:pt x="36305" y="33110"/>
                    <a:pt x="37112" y="31265"/>
                  </a:cubicBezTo>
                  <a:cubicBezTo>
                    <a:pt x="37939" y="29419"/>
                    <a:pt x="39572" y="28380"/>
                    <a:pt x="38342" y="25919"/>
                  </a:cubicBezTo>
                  <a:cubicBezTo>
                    <a:pt x="37112" y="23459"/>
                    <a:pt x="36496" y="21401"/>
                    <a:pt x="34842" y="19747"/>
                  </a:cubicBezTo>
                  <a:cubicBezTo>
                    <a:pt x="33208" y="18092"/>
                    <a:pt x="30112" y="15229"/>
                    <a:pt x="26018" y="16056"/>
                  </a:cubicBezTo>
                  <a:cubicBezTo>
                    <a:pt x="21902" y="16841"/>
                    <a:pt x="17999" y="19917"/>
                    <a:pt x="17999" y="19917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6589014C-B651-49A2-BB11-D26654458776}"/>
                </a:ext>
              </a:extLst>
            </p:cNvPr>
            <p:cNvSpPr/>
            <p:nvPr/>
          </p:nvSpPr>
          <p:spPr>
            <a:xfrm>
              <a:off x="4919683" y="2910324"/>
              <a:ext cx="31327" cy="62653"/>
            </a:xfrm>
            <a:custGeom>
              <a:avLst/>
              <a:gdLst>
                <a:gd name="connsiteX0" fmla="*/ 22082 w 21212"/>
                <a:gd name="connsiteY0" fmla="*/ 15909 h 42424"/>
                <a:gd name="connsiteX1" fmla="*/ 21064 w 21212"/>
                <a:gd name="connsiteY1" fmla="*/ 22082 h 42424"/>
                <a:gd name="connsiteX2" fmla="*/ 17564 w 21212"/>
                <a:gd name="connsiteY2" fmla="*/ 27406 h 42424"/>
                <a:gd name="connsiteX3" fmla="*/ 15909 w 21212"/>
                <a:gd name="connsiteY3" fmla="*/ 25348 h 42424"/>
                <a:gd name="connsiteX4" fmla="*/ 22082 w 21212"/>
                <a:gd name="connsiteY4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42424">
                  <a:moveTo>
                    <a:pt x="22082" y="15909"/>
                  </a:moveTo>
                  <a:cubicBezTo>
                    <a:pt x="22082" y="15909"/>
                    <a:pt x="22082" y="20024"/>
                    <a:pt x="21064" y="22082"/>
                  </a:cubicBezTo>
                  <a:cubicBezTo>
                    <a:pt x="20045" y="24139"/>
                    <a:pt x="18179" y="27003"/>
                    <a:pt x="17564" y="27406"/>
                  </a:cubicBezTo>
                  <a:cubicBezTo>
                    <a:pt x="16948" y="27830"/>
                    <a:pt x="15909" y="25348"/>
                    <a:pt x="15909" y="25348"/>
                  </a:cubicBezTo>
                  <a:lnTo>
                    <a:pt x="22082" y="15909"/>
                  </a:ln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4815FD1-34B8-4E5B-9F23-7ED715E4EAD5}"/>
                </a:ext>
              </a:extLst>
            </p:cNvPr>
            <p:cNvSpPr/>
            <p:nvPr/>
          </p:nvSpPr>
          <p:spPr>
            <a:xfrm>
              <a:off x="4605427" y="2833951"/>
              <a:ext cx="125307" cy="219286"/>
            </a:xfrm>
            <a:custGeom>
              <a:avLst/>
              <a:gdLst>
                <a:gd name="connsiteX0" fmla="*/ 59024 w 84848"/>
                <a:gd name="connsiteY0" fmla="*/ 15909 h 148484"/>
                <a:gd name="connsiteX1" fmla="*/ 33591 w 84848"/>
                <a:gd name="connsiteY1" fmla="*/ 53666 h 148484"/>
                <a:gd name="connsiteX2" fmla="*/ 20037 w 84848"/>
                <a:gd name="connsiteY2" fmla="*/ 73394 h 148484"/>
                <a:gd name="connsiteX3" fmla="*/ 15943 w 84848"/>
                <a:gd name="connsiteY3" fmla="*/ 111999 h 148484"/>
                <a:gd name="connsiteX4" fmla="*/ 21670 w 84848"/>
                <a:gd name="connsiteY4" fmla="*/ 138408 h 148484"/>
                <a:gd name="connsiteX5" fmla="*/ 36773 w 84848"/>
                <a:gd name="connsiteY5" fmla="*/ 130687 h 148484"/>
                <a:gd name="connsiteX6" fmla="*/ 39361 w 84848"/>
                <a:gd name="connsiteY6" fmla="*/ 83639 h 148484"/>
                <a:gd name="connsiteX7" fmla="*/ 73046 w 84848"/>
                <a:gd name="connsiteY7" fmla="*/ 50782 h 148484"/>
                <a:gd name="connsiteX8" fmla="*/ 59024 w 84848"/>
                <a:gd name="connsiteY8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148484">
                  <a:moveTo>
                    <a:pt x="59024" y="15909"/>
                  </a:moveTo>
                  <a:cubicBezTo>
                    <a:pt x="59024" y="15909"/>
                    <a:pt x="39764" y="44630"/>
                    <a:pt x="33591" y="53666"/>
                  </a:cubicBezTo>
                  <a:cubicBezTo>
                    <a:pt x="27419" y="62703"/>
                    <a:pt x="20864" y="70509"/>
                    <a:pt x="20037" y="73394"/>
                  </a:cubicBezTo>
                  <a:cubicBezTo>
                    <a:pt x="19209" y="76257"/>
                    <a:pt x="15519" y="108712"/>
                    <a:pt x="15943" y="111999"/>
                  </a:cubicBezTo>
                  <a:cubicBezTo>
                    <a:pt x="16367" y="115287"/>
                    <a:pt x="21670" y="138408"/>
                    <a:pt x="21670" y="138408"/>
                  </a:cubicBezTo>
                  <a:lnTo>
                    <a:pt x="36773" y="130687"/>
                  </a:lnTo>
                  <a:lnTo>
                    <a:pt x="39361" y="83639"/>
                  </a:lnTo>
                  <a:lnTo>
                    <a:pt x="73046" y="50782"/>
                  </a:lnTo>
                  <a:lnTo>
                    <a:pt x="59024" y="15909"/>
                  </a:lnTo>
                  <a:close/>
                </a:path>
              </a:pathLst>
            </a:custGeom>
            <a:solidFill>
              <a:srgbClr val="0F2A3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65AD71E-EAFE-45FE-B96E-A1634478F0AC}"/>
                </a:ext>
              </a:extLst>
            </p:cNvPr>
            <p:cNvSpPr/>
            <p:nvPr/>
          </p:nvSpPr>
          <p:spPr>
            <a:xfrm>
              <a:off x="4613904" y="3003490"/>
              <a:ext cx="62653" cy="62653"/>
            </a:xfrm>
            <a:custGeom>
              <a:avLst/>
              <a:gdLst>
                <a:gd name="connsiteX0" fmla="*/ 38012 w 42424"/>
                <a:gd name="connsiteY0" fmla="*/ 29273 h 42424"/>
                <a:gd name="connsiteX1" fmla="*/ 41809 w 42424"/>
                <a:gd name="connsiteY1" fmla="*/ 32942 h 42424"/>
                <a:gd name="connsiteX2" fmla="*/ 44948 w 42424"/>
                <a:gd name="connsiteY2" fmla="*/ 33494 h 42424"/>
                <a:gd name="connsiteX3" fmla="*/ 41597 w 42424"/>
                <a:gd name="connsiteY3" fmla="*/ 28467 h 42424"/>
                <a:gd name="connsiteX4" fmla="*/ 36654 w 42424"/>
                <a:gd name="connsiteY4" fmla="*/ 20936 h 42424"/>
                <a:gd name="connsiteX5" fmla="*/ 31012 w 42424"/>
                <a:gd name="connsiteY5" fmla="*/ 15909 h 42424"/>
                <a:gd name="connsiteX6" fmla="*/ 15909 w 42424"/>
                <a:gd name="connsiteY6" fmla="*/ 23630 h 42424"/>
                <a:gd name="connsiteX7" fmla="*/ 20257 w 42424"/>
                <a:gd name="connsiteY7" fmla="*/ 34915 h 42424"/>
                <a:gd name="connsiteX8" fmla="*/ 24733 w 42424"/>
                <a:gd name="connsiteY8" fmla="*/ 41321 h 42424"/>
                <a:gd name="connsiteX9" fmla="*/ 35912 w 42424"/>
                <a:gd name="connsiteY9" fmla="*/ 41173 h 42424"/>
                <a:gd name="connsiteX10" fmla="*/ 42360 w 42424"/>
                <a:gd name="connsiteY10" fmla="*/ 40473 h 42424"/>
                <a:gd name="connsiteX11" fmla="*/ 40303 w 42424"/>
                <a:gd name="connsiteY11" fmla="*/ 37460 h 42424"/>
                <a:gd name="connsiteX12" fmla="*/ 38245 w 42424"/>
                <a:gd name="connsiteY12" fmla="*/ 34724 h 42424"/>
                <a:gd name="connsiteX13" fmla="*/ 35976 w 42424"/>
                <a:gd name="connsiteY13" fmla="*/ 31712 h 42424"/>
                <a:gd name="connsiteX14" fmla="*/ 38012 w 42424"/>
                <a:gd name="connsiteY14" fmla="*/ 29273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424" h="42424">
                  <a:moveTo>
                    <a:pt x="38012" y="29273"/>
                  </a:moveTo>
                  <a:cubicBezTo>
                    <a:pt x="39454" y="30609"/>
                    <a:pt x="41257" y="32327"/>
                    <a:pt x="41809" y="32942"/>
                  </a:cubicBezTo>
                  <a:cubicBezTo>
                    <a:pt x="42763" y="34024"/>
                    <a:pt x="44948" y="33494"/>
                    <a:pt x="44948" y="33494"/>
                  </a:cubicBezTo>
                  <a:lnTo>
                    <a:pt x="41597" y="28467"/>
                  </a:lnTo>
                  <a:cubicBezTo>
                    <a:pt x="41597" y="28467"/>
                    <a:pt x="38330" y="22824"/>
                    <a:pt x="36654" y="20936"/>
                  </a:cubicBezTo>
                  <a:cubicBezTo>
                    <a:pt x="34957" y="19027"/>
                    <a:pt x="31012" y="15909"/>
                    <a:pt x="31012" y="15909"/>
                  </a:cubicBezTo>
                  <a:lnTo>
                    <a:pt x="15909" y="23630"/>
                  </a:lnTo>
                  <a:lnTo>
                    <a:pt x="20257" y="34915"/>
                  </a:lnTo>
                  <a:cubicBezTo>
                    <a:pt x="20257" y="34915"/>
                    <a:pt x="20491" y="39624"/>
                    <a:pt x="24733" y="41321"/>
                  </a:cubicBezTo>
                  <a:cubicBezTo>
                    <a:pt x="27491" y="42445"/>
                    <a:pt x="32836" y="42212"/>
                    <a:pt x="35912" y="41173"/>
                  </a:cubicBezTo>
                  <a:cubicBezTo>
                    <a:pt x="39051" y="40727"/>
                    <a:pt x="42360" y="40473"/>
                    <a:pt x="42360" y="40473"/>
                  </a:cubicBezTo>
                  <a:lnTo>
                    <a:pt x="40303" y="37460"/>
                  </a:lnTo>
                  <a:lnTo>
                    <a:pt x="38245" y="34724"/>
                  </a:lnTo>
                  <a:cubicBezTo>
                    <a:pt x="37800" y="33282"/>
                    <a:pt x="36485" y="32921"/>
                    <a:pt x="35976" y="31712"/>
                  </a:cubicBezTo>
                  <a:cubicBezTo>
                    <a:pt x="35488" y="30545"/>
                    <a:pt x="36654" y="29760"/>
                    <a:pt x="38012" y="29273"/>
                  </a:cubicBezTo>
                  <a:close/>
                </a:path>
              </a:pathLst>
            </a:custGeom>
            <a:solidFill>
              <a:srgbClr val="F8C7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8EA510D-AE6F-4AC1-B9FE-BB0B1347FF3E}"/>
                </a:ext>
              </a:extLst>
            </p:cNvPr>
            <p:cNvSpPr/>
            <p:nvPr/>
          </p:nvSpPr>
          <p:spPr>
            <a:xfrm>
              <a:off x="4610708" y="2991429"/>
              <a:ext cx="62653" cy="62653"/>
            </a:xfrm>
            <a:custGeom>
              <a:avLst/>
              <a:gdLst>
                <a:gd name="connsiteX0" fmla="*/ 15909 w 42424"/>
                <a:gd name="connsiteY0" fmla="*/ 23312 h 42424"/>
                <a:gd name="connsiteX1" fmla="*/ 18073 w 42424"/>
                <a:gd name="connsiteY1" fmla="*/ 31776 h 42424"/>
                <a:gd name="connsiteX2" fmla="*/ 33176 w 42424"/>
                <a:gd name="connsiteY2" fmla="*/ 24054 h 42424"/>
                <a:gd name="connsiteX3" fmla="*/ 33833 w 42424"/>
                <a:gd name="connsiteY3" fmla="*/ 15909 h 42424"/>
                <a:gd name="connsiteX4" fmla="*/ 15909 w 42424"/>
                <a:gd name="connsiteY4" fmla="*/ 23312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42424">
                  <a:moveTo>
                    <a:pt x="15909" y="23312"/>
                  </a:moveTo>
                  <a:cubicBezTo>
                    <a:pt x="15909" y="23736"/>
                    <a:pt x="18073" y="31776"/>
                    <a:pt x="18073" y="31776"/>
                  </a:cubicBezTo>
                  <a:lnTo>
                    <a:pt x="33176" y="24054"/>
                  </a:lnTo>
                  <a:lnTo>
                    <a:pt x="33833" y="15909"/>
                  </a:lnTo>
                  <a:lnTo>
                    <a:pt x="15909" y="23312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6CB8733-B565-492C-B988-7FA409939AAD}"/>
                </a:ext>
              </a:extLst>
            </p:cNvPr>
            <p:cNvSpPr/>
            <p:nvPr/>
          </p:nvSpPr>
          <p:spPr>
            <a:xfrm>
              <a:off x="4845553" y="3107746"/>
              <a:ext cx="62653" cy="125307"/>
            </a:xfrm>
            <a:custGeom>
              <a:avLst/>
              <a:gdLst>
                <a:gd name="connsiteX0" fmla="*/ 31423 w 42424"/>
                <a:gd name="connsiteY0" fmla="*/ 29994 h 84848"/>
                <a:gd name="connsiteX1" fmla="*/ 23787 w 42424"/>
                <a:gd name="connsiteY1" fmla="*/ 86524 h 84848"/>
                <a:gd name="connsiteX2" fmla="*/ 19247 w 42424"/>
                <a:gd name="connsiteY2" fmla="*/ 82133 h 84848"/>
                <a:gd name="connsiteX3" fmla="*/ 16002 w 42424"/>
                <a:gd name="connsiteY3" fmla="*/ 72418 h 84848"/>
                <a:gd name="connsiteX4" fmla="*/ 23638 w 42424"/>
                <a:gd name="connsiteY4" fmla="*/ 15909 h 84848"/>
                <a:gd name="connsiteX5" fmla="*/ 26905 w 42424"/>
                <a:gd name="connsiteY5" fmla="*/ 25624 h 84848"/>
                <a:gd name="connsiteX6" fmla="*/ 31423 w 42424"/>
                <a:gd name="connsiteY6" fmla="*/ 2999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84848">
                  <a:moveTo>
                    <a:pt x="31423" y="29994"/>
                  </a:moveTo>
                  <a:lnTo>
                    <a:pt x="23787" y="86524"/>
                  </a:lnTo>
                  <a:cubicBezTo>
                    <a:pt x="22026" y="85145"/>
                    <a:pt x="20478" y="83724"/>
                    <a:pt x="19247" y="82133"/>
                  </a:cubicBezTo>
                  <a:cubicBezTo>
                    <a:pt x="16596" y="78803"/>
                    <a:pt x="15578" y="75494"/>
                    <a:pt x="16002" y="72418"/>
                  </a:cubicBezTo>
                  <a:lnTo>
                    <a:pt x="23638" y="15909"/>
                  </a:lnTo>
                  <a:cubicBezTo>
                    <a:pt x="23214" y="18985"/>
                    <a:pt x="24253" y="22294"/>
                    <a:pt x="26905" y="25624"/>
                  </a:cubicBezTo>
                  <a:cubicBezTo>
                    <a:pt x="28135" y="27173"/>
                    <a:pt x="29684" y="28615"/>
                    <a:pt x="31423" y="29994"/>
                  </a:cubicBezTo>
                </a:path>
              </a:pathLst>
            </a:custGeom>
            <a:solidFill>
              <a:srgbClr val="215F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34C5D2C3-9EDF-415B-8846-235395C9F9BD}"/>
                </a:ext>
              </a:extLst>
            </p:cNvPr>
            <p:cNvSpPr/>
            <p:nvPr/>
          </p:nvSpPr>
          <p:spPr>
            <a:xfrm>
              <a:off x="4788435" y="3139385"/>
              <a:ext cx="31327" cy="125307"/>
            </a:xfrm>
            <a:custGeom>
              <a:avLst/>
              <a:gdLst>
                <a:gd name="connsiteX0" fmla="*/ 24047 w 21212"/>
                <a:gd name="connsiteY0" fmla="*/ 17394 h 84848"/>
                <a:gd name="connsiteX1" fmla="*/ 16411 w 21212"/>
                <a:gd name="connsiteY1" fmla="*/ 73903 h 84848"/>
                <a:gd name="connsiteX2" fmla="*/ 15923 w 21212"/>
                <a:gd name="connsiteY2" fmla="*/ 72418 h 84848"/>
                <a:gd name="connsiteX3" fmla="*/ 23559 w 21212"/>
                <a:gd name="connsiteY3" fmla="*/ 15909 h 84848"/>
                <a:gd name="connsiteX4" fmla="*/ 24047 w 21212"/>
                <a:gd name="connsiteY4" fmla="*/ 1739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84848">
                  <a:moveTo>
                    <a:pt x="24047" y="17394"/>
                  </a:moveTo>
                  <a:lnTo>
                    <a:pt x="16411" y="73903"/>
                  </a:lnTo>
                  <a:cubicBezTo>
                    <a:pt x="16008" y="73415"/>
                    <a:pt x="15860" y="72906"/>
                    <a:pt x="15923" y="72418"/>
                  </a:cubicBezTo>
                  <a:lnTo>
                    <a:pt x="23559" y="15909"/>
                  </a:lnTo>
                  <a:cubicBezTo>
                    <a:pt x="23475" y="16376"/>
                    <a:pt x="23644" y="16885"/>
                    <a:pt x="24047" y="17394"/>
                  </a:cubicBezTo>
                </a:path>
              </a:pathLst>
            </a:custGeom>
            <a:solidFill>
              <a:srgbClr val="215F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7CE184BD-3EED-464C-A523-F319D65B4811}"/>
                </a:ext>
              </a:extLst>
            </p:cNvPr>
            <p:cNvSpPr/>
            <p:nvPr/>
          </p:nvSpPr>
          <p:spPr>
            <a:xfrm>
              <a:off x="4980425" y="3124004"/>
              <a:ext cx="187960" cy="187960"/>
            </a:xfrm>
            <a:custGeom>
              <a:avLst/>
              <a:gdLst>
                <a:gd name="connsiteX0" fmla="*/ 72121 w 127272"/>
                <a:gd name="connsiteY0" fmla="*/ 92082 h 127272"/>
                <a:gd name="connsiteX1" fmla="*/ 73479 w 127272"/>
                <a:gd name="connsiteY1" fmla="*/ 92188 h 127272"/>
                <a:gd name="connsiteX2" fmla="*/ 78230 w 127272"/>
                <a:gd name="connsiteY2" fmla="*/ 92718 h 127272"/>
                <a:gd name="connsiteX3" fmla="*/ 79609 w 127272"/>
                <a:gd name="connsiteY3" fmla="*/ 92909 h 127272"/>
                <a:gd name="connsiteX4" fmla="*/ 85484 w 127272"/>
                <a:gd name="connsiteY4" fmla="*/ 94033 h 127272"/>
                <a:gd name="connsiteX5" fmla="*/ 93142 w 127272"/>
                <a:gd name="connsiteY5" fmla="*/ 37524 h 127272"/>
                <a:gd name="connsiteX6" fmla="*/ 92018 w 127272"/>
                <a:gd name="connsiteY6" fmla="*/ 37270 h 127272"/>
                <a:gd name="connsiteX7" fmla="*/ 88136 w 127272"/>
                <a:gd name="connsiteY7" fmla="*/ 36527 h 127272"/>
                <a:gd name="connsiteX8" fmla="*/ 87245 w 127272"/>
                <a:gd name="connsiteY8" fmla="*/ 36400 h 127272"/>
                <a:gd name="connsiteX9" fmla="*/ 85972 w 127272"/>
                <a:gd name="connsiteY9" fmla="*/ 36209 h 127272"/>
                <a:gd name="connsiteX10" fmla="*/ 84000 w 127272"/>
                <a:gd name="connsiteY10" fmla="*/ 35933 h 127272"/>
                <a:gd name="connsiteX11" fmla="*/ 81030 w 127272"/>
                <a:gd name="connsiteY11" fmla="*/ 35679 h 127272"/>
                <a:gd name="connsiteX12" fmla="*/ 79779 w 127272"/>
                <a:gd name="connsiteY12" fmla="*/ 35573 h 127272"/>
                <a:gd name="connsiteX13" fmla="*/ 79333 w 127272"/>
                <a:gd name="connsiteY13" fmla="*/ 35530 h 127272"/>
                <a:gd name="connsiteX14" fmla="*/ 74709 w 127272"/>
                <a:gd name="connsiteY14" fmla="*/ 35445 h 127272"/>
                <a:gd name="connsiteX15" fmla="*/ 73394 w 127272"/>
                <a:gd name="connsiteY15" fmla="*/ 35424 h 127272"/>
                <a:gd name="connsiteX16" fmla="*/ 73288 w 127272"/>
                <a:gd name="connsiteY16" fmla="*/ 35424 h 127272"/>
                <a:gd name="connsiteX17" fmla="*/ 66924 w 127272"/>
                <a:gd name="connsiteY17" fmla="*/ 35870 h 127272"/>
                <a:gd name="connsiteX18" fmla="*/ 61494 w 127272"/>
                <a:gd name="connsiteY18" fmla="*/ 36782 h 127272"/>
                <a:gd name="connsiteX19" fmla="*/ 59924 w 127272"/>
                <a:gd name="connsiteY19" fmla="*/ 37206 h 127272"/>
                <a:gd name="connsiteX20" fmla="*/ 56679 w 127272"/>
                <a:gd name="connsiteY20" fmla="*/ 38139 h 127272"/>
                <a:gd name="connsiteX21" fmla="*/ 56085 w 127272"/>
                <a:gd name="connsiteY21" fmla="*/ 38309 h 127272"/>
                <a:gd name="connsiteX22" fmla="*/ 55066 w 127272"/>
                <a:gd name="connsiteY22" fmla="*/ 38754 h 127272"/>
                <a:gd name="connsiteX23" fmla="*/ 52542 w 127272"/>
                <a:gd name="connsiteY23" fmla="*/ 39836 h 127272"/>
                <a:gd name="connsiteX24" fmla="*/ 51842 w 127272"/>
                <a:gd name="connsiteY24" fmla="*/ 40154 h 127272"/>
                <a:gd name="connsiteX25" fmla="*/ 50866 w 127272"/>
                <a:gd name="connsiteY25" fmla="*/ 40748 h 127272"/>
                <a:gd name="connsiteX26" fmla="*/ 49679 w 127272"/>
                <a:gd name="connsiteY26" fmla="*/ 41470 h 127272"/>
                <a:gd name="connsiteX27" fmla="*/ 49127 w 127272"/>
                <a:gd name="connsiteY27" fmla="*/ 41809 h 127272"/>
                <a:gd name="connsiteX28" fmla="*/ 47791 w 127272"/>
                <a:gd name="connsiteY28" fmla="*/ 42870 h 127272"/>
                <a:gd name="connsiteX29" fmla="*/ 47239 w 127272"/>
                <a:gd name="connsiteY29" fmla="*/ 43315 h 127272"/>
                <a:gd name="connsiteX30" fmla="*/ 47091 w 127272"/>
                <a:gd name="connsiteY30" fmla="*/ 43421 h 127272"/>
                <a:gd name="connsiteX31" fmla="*/ 45542 w 127272"/>
                <a:gd name="connsiteY31" fmla="*/ 45054 h 127272"/>
                <a:gd name="connsiteX32" fmla="*/ 45373 w 127272"/>
                <a:gd name="connsiteY32" fmla="*/ 45330 h 127272"/>
                <a:gd name="connsiteX33" fmla="*/ 45012 w 127272"/>
                <a:gd name="connsiteY33" fmla="*/ 45839 h 127272"/>
                <a:gd name="connsiteX34" fmla="*/ 44376 w 127272"/>
                <a:gd name="connsiteY34" fmla="*/ 46773 h 127272"/>
                <a:gd name="connsiteX35" fmla="*/ 44015 w 127272"/>
                <a:gd name="connsiteY35" fmla="*/ 47557 h 127272"/>
                <a:gd name="connsiteX36" fmla="*/ 43718 w 127272"/>
                <a:gd name="connsiteY36" fmla="*/ 48173 h 127272"/>
                <a:gd name="connsiteX37" fmla="*/ 43548 w 127272"/>
                <a:gd name="connsiteY37" fmla="*/ 48554 h 127272"/>
                <a:gd name="connsiteX38" fmla="*/ 43082 w 127272"/>
                <a:gd name="connsiteY38" fmla="*/ 50506 h 127272"/>
                <a:gd name="connsiteX39" fmla="*/ 43082 w 127272"/>
                <a:gd name="connsiteY39" fmla="*/ 50527 h 127272"/>
                <a:gd name="connsiteX40" fmla="*/ 40112 w 127272"/>
                <a:gd name="connsiteY40" fmla="*/ 72354 h 127272"/>
                <a:gd name="connsiteX41" fmla="*/ 35424 w 127272"/>
                <a:gd name="connsiteY41" fmla="*/ 106993 h 127272"/>
                <a:gd name="connsiteX42" fmla="*/ 35424 w 127272"/>
                <a:gd name="connsiteY42" fmla="*/ 107057 h 127272"/>
                <a:gd name="connsiteX43" fmla="*/ 36082 w 127272"/>
                <a:gd name="connsiteY43" fmla="*/ 104660 h 127272"/>
                <a:gd name="connsiteX44" fmla="*/ 36357 w 127272"/>
                <a:gd name="connsiteY44" fmla="*/ 104066 h 127272"/>
                <a:gd name="connsiteX45" fmla="*/ 37376 w 127272"/>
                <a:gd name="connsiteY45" fmla="*/ 102306 h 127272"/>
                <a:gd name="connsiteX46" fmla="*/ 37736 w 127272"/>
                <a:gd name="connsiteY46" fmla="*/ 101797 h 127272"/>
                <a:gd name="connsiteX47" fmla="*/ 39582 w 127272"/>
                <a:gd name="connsiteY47" fmla="*/ 99781 h 127272"/>
                <a:gd name="connsiteX48" fmla="*/ 40112 w 127272"/>
                <a:gd name="connsiteY48" fmla="*/ 99378 h 127272"/>
                <a:gd name="connsiteX49" fmla="*/ 42021 w 127272"/>
                <a:gd name="connsiteY49" fmla="*/ 97936 h 127272"/>
                <a:gd name="connsiteX50" fmla="*/ 43188 w 127272"/>
                <a:gd name="connsiteY50" fmla="*/ 97236 h 127272"/>
                <a:gd name="connsiteX51" fmla="*/ 44906 w 127272"/>
                <a:gd name="connsiteY51" fmla="*/ 96345 h 127272"/>
                <a:gd name="connsiteX52" fmla="*/ 47430 w 127272"/>
                <a:gd name="connsiteY52" fmla="*/ 95263 h 127272"/>
                <a:gd name="connsiteX53" fmla="*/ 49021 w 127272"/>
                <a:gd name="connsiteY53" fmla="*/ 94648 h 127272"/>
                <a:gd name="connsiteX54" fmla="*/ 52373 w 127272"/>
                <a:gd name="connsiteY54" fmla="*/ 93694 h 127272"/>
                <a:gd name="connsiteX55" fmla="*/ 53815 w 127272"/>
                <a:gd name="connsiteY55" fmla="*/ 93312 h 127272"/>
                <a:gd name="connsiteX56" fmla="*/ 59288 w 127272"/>
                <a:gd name="connsiteY56" fmla="*/ 92400 h 127272"/>
                <a:gd name="connsiteX57" fmla="*/ 65736 w 127272"/>
                <a:gd name="connsiteY57" fmla="*/ 91954 h 127272"/>
                <a:gd name="connsiteX58" fmla="*/ 67051 w 127272"/>
                <a:gd name="connsiteY58" fmla="*/ 91975 h 127272"/>
                <a:gd name="connsiteX59" fmla="*/ 72121 w 127272"/>
                <a:gd name="connsiteY59" fmla="*/ 92082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27272" h="127272">
                  <a:moveTo>
                    <a:pt x="72121" y="92082"/>
                  </a:moveTo>
                  <a:cubicBezTo>
                    <a:pt x="72566" y="92103"/>
                    <a:pt x="73012" y="92166"/>
                    <a:pt x="73479" y="92188"/>
                  </a:cubicBezTo>
                  <a:cubicBezTo>
                    <a:pt x="75069" y="92315"/>
                    <a:pt x="76639" y="92484"/>
                    <a:pt x="78230" y="92718"/>
                  </a:cubicBezTo>
                  <a:cubicBezTo>
                    <a:pt x="78697" y="92781"/>
                    <a:pt x="79142" y="92824"/>
                    <a:pt x="79609" y="92909"/>
                  </a:cubicBezTo>
                  <a:cubicBezTo>
                    <a:pt x="81603" y="93227"/>
                    <a:pt x="83575" y="93588"/>
                    <a:pt x="85484" y="94033"/>
                  </a:cubicBezTo>
                  <a:lnTo>
                    <a:pt x="93142" y="37524"/>
                  </a:lnTo>
                  <a:cubicBezTo>
                    <a:pt x="92760" y="37439"/>
                    <a:pt x="92378" y="37354"/>
                    <a:pt x="92018" y="37270"/>
                  </a:cubicBezTo>
                  <a:cubicBezTo>
                    <a:pt x="90724" y="36994"/>
                    <a:pt x="89430" y="36739"/>
                    <a:pt x="88136" y="36527"/>
                  </a:cubicBezTo>
                  <a:cubicBezTo>
                    <a:pt x="87839" y="36485"/>
                    <a:pt x="87542" y="36442"/>
                    <a:pt x="87245" y="36400"/>
                  </a:cubicBezTo>
                  <a:cubicBezTo>
                    <a:pt x="86821" y="36336"/>
                    <a:pt x="86397" y="36273"/>
                    <a:pt x="85972" y="36209"/>
                  </a:cubicBezTo>
                  <a:cubicBezTo>
                    <a:pt x="85315" y="36124"/>
                    <a:pt x="84657" y="36018"/>
                    <a:pt x="84000" y="35933"/>
                  </a:cubicBezTo>
                  <a:cubicBezTo>
                    <a:pt x="83024" y="35827"/>
                    <a:pt x="82006" y="35763"/>
                    <a:pt x="81030" y="35679"/>
                  </a:cubicBezTo>
                  <a:cubicBezTo>
                    <a:pt x="80606" y="35657"/>
                    <a:pt x="80203" y="35594"/>
                    <a:pt x="79779" y="35573"/>
                  </a:cubicBezTo>
                  <a:cubicBezTo>
                    <a:pt x="79630" y="35573"/>
                    <a:pt x="79482" y="35530"/>
                    <a:pt x="79333" y="35530"/>
                  </a:cubicBezTo>
                  <a:cubicBezTo>
                    <a:pt x="77806" y="35445"/>
                    <a:pt x="76257" y="35445"/>
                    <a:pt x="74709" y="35445"/>
                  </a:cubicBezTo>
                  <a:cubicBezTo>
                    <a:pt x="74263" y="35445"/>
                    <a:pt x="73839" y="35424"/>
                    <a:pt x="73394" y="35424"/>
                  </a:cubicBezTo>
                  <a:cubicBezTo>
                    <a:pt x="73372" y="35424"/>
                    <a:pt x="73330" y="35424"/>
                    <a:pt x="73288" y="35424"/>
                  </a:cubicBezTo>
                  <a:cubicBezTo>
                    <a:pt x="71145" y="35466"/>
                    <a:pt x="69024" y="35615"/>
                    <a:pt x="66924" y="35870"/>
                  </a:cubicBezTo>
                  <a:cubicBezTo>
                    <a:pt x="65015" y="36103"/>
                    <a:pt x="63212" y="36421"/>
                    <a:pt x="61494" y="36782"/>
                  </a:cubicBezTo>
                  <a:cubicBezTo>
                    <a:pt x="60942" y="36909"/>
                    <a:pt x="60433" y="37057"/>
                    <a:pt x="59924" y="37206"/>
                  </a:cubicBezTo>
                  <a:cubicBezTo>
                    <a:pt x="58779" y="37503"/>
                    <a:pt x="57697" y="37779"/>
                    <a:pt x="56679" y="38139"/>
                  </a:cubicBezTo>
                  <a:cubicBezTo>
                    <a:pt x="56488" y="38203"/>
                    <a:pt x="56254" y="38245"/>
                    <a:pt x="56085" y="38309"/>
                  </a:cubicBezTo>
                  <a:cubicBezTo>
                    <a:pt x="55703" y="38436"/>
                    <a:pt x="55427" y="38606"/>
                    <a:pt x="55066" y="38754"/>
                  </a:cubicBezTo>
                  <a:cubicBezTo>
                    <a:pt x="54176" y="39115"/>
                    <a:pt x="53348" y="39454"/>
                    <a:pt x="52542" y="39836"/>
                  </a:cubicBezTo>
                  <a:cubicBezTo>
                    <a:pt x="52330" y="39942"/>
                    <a:pt x="52054" y="40027"/>
                    <a:pt x="51842" y="40154"/>
                  </a:cubicBezTo>
                  <a:cubicBezTo>
                    <a:pt x="51482" y="40345"/>
                    <a:pt x="51206" y="40557"/>
                    <a:pt x="50866" y="40748"/>
                  </a:cubicBezTo>
                  <a:cubicBezTo>
                    <a:pt x="50463" y="40982"/>
                    <a:pt x="50060" y="41215"/>
                    <a:pt x="49679" y="41470"/>
                  </a:cubicBezTo>
                  <a:cubicBezTo>
                    <a:pt x="49509" y="41576"/>
                    <a:pt x="49297" y="41682"/>
                    <a:pt x="49127" y="41809"/>
                  </a:cubicBezTo>
                  <a:cubicBezTo>
                    <a:pt x="48660" y="42148"/>
                    <a:pt x="48236" y="42509"/>
                    <a:pt x="47791" y="42870"/>
                  </a:cubicBezTo>
                  <a:cubicBezTo>
                    <a:pt x="47621" y="43018"/>
                    <a:pt x="47409" y="43167"/>
                    <a:pt x="47239" y="43315"/>
                  </a:cubicBezTo>
                  <a:cubicBezTo>
                    <a:pt x="47197" y="43357"/>
                    <a:pt x="47133" y="43379"/>
                    <a:pt x="47091" y="43421"/>
                  </a:cubicBezTo>
                  <a:cubicBezTo>
                    <a:pt x="46518" y="43930"/>
                    <a:pt x="46009" y="44482"/>
                    <a:pt x="45542" y="45054"/>
                  </a:cubicBezTo>
                  <a:cubicBezTo>
                    <a:pt x="45479" y="45139"/>
                    <a:pt x="45436" y="45224"/>
                    <a:pt x="45373" y="45330"/>
                  </a:cubicBezTo>
                  <a:cubicBezTo>
                    <a:pt x="45224" y="45479"/>
                    <a:pt x="45139" y="45670"/>
                    <a:pt x="45012" y="45839"/>
                  </a:cubicBezTo>
                  <a:cubicBezTo>
                    <a:pt x="44800" y="46136"/>
                    <a:pt x="44567" y="46454"/>
                    <a:pt x="44376" y="46773"/>
                  </a:cubicBezTo>
                  <a:cubicBezTo>
                    <a:pt x="44227" y="47027"/>
                    <a:pt x="44142" y="47303"/>
                    <a:pt x="44015" y="47557"/>
                  </a:cubicBezTo>
                  <a:cubicBezTo>
                    <a:pt x="43930" y="47770"/>
                    <a:pt x="43824" y="47982"/>
                    <a:pt x="43718" y="48173"/>
                  </a:cubicBezTo>
                  <a:cubicBezTo>
                    <a:pt x="43676" y="48300"/>
                    <a:pt x="43591" y="48427"/>
                    <a:pt x="43548" y="48554"/>
                  </a:cubicBezTo>
                  <a:cubicBezTo>
                    <a:pt x="43315" y="49191"/>
                    <a:pt x="43167" y="49848"/>
                    <a:pt x="43082" y="50506"/>
                  </a:cubicBezTo>
                  <a:cubicBezTo>
                    <a:pt x="43082" y="50506"/>
                    <a:pt x="43082" y="50527"/>
                    <a:pt x="43082" y="50527"/>
                  </a:cubicBezTo>
                  <a:lnTo>
                    <a:pt x="40112" y="72354"/>
                  </a:lnTo>
                  <a:lnTo>
                    <a:pt x="35424" y="106993"/>
                  </a:lnTo>
                  <a:cubicBezTo>
                    <a:pt x="35424" y="107015"/>
                    <a:pt x="35424" y="107015"/>
                    <a:pt x="35424" y="107057"/>
                  </a:cubicBezTo>
                  <a:cubicBezTo>
                    <a:pt x="35530" y="106230"/>
                    <a:pt x="35785" y="105445"/>
                    <a:pt x="36082" y="104660"/>
                  </a:cubicBezTo>
                  <a:cubicBezTo>
                    <a:pt x="36167" y="104469"/>
                    <a:pt x="36251" y="104278"/>
                    <a:pt x="36357" y="104066"/>
                  </a:cubicBezTo>
                  <a:cubicBezTo>
                    <a:pt x="36633" y="103472"/>
                    <a:pt x="36973" y="102878"/>
                    <a:pt x="37376" y="102306"/>
                  </a:cubicBezTo>
                  <a:cubicBezTo>
                    <a:pt x="37503" y="102136"/>
                    <a:pt x="37588" y="101966"/>
                    <a:pt x="37736" y="101797"/>
                  </a:cubicBezTo>
                  <a:cubicBezTo>
                    <a:pt x="38267" y="101118"/>
                    <a:pt x="38882" y="100439"/>
                    <a:pt x="39582" y="99781"/>
                  </a:cubicBezTo>
                  <a:cubicBezTo>
                    <a:pt x="39751" y="99654"/>
                    <a:pt x="39942" y="99506"/>
                    <a:pt x="40112" y="99378"/>
                  </a:cubicBezTo>
                  <a:cubicBezTo>
                    <a:pt x="40706" y="98891"/>
                    <a:pt x="41342" y="98403"/>
                    <a:pt x="42021" y="97936"/>
                  </a:cubicBezTo>
                  <a:cubicBezTo>
                    <a:pt x="42403" y="97703"/>
                    <a:pt x="42785" y="97469"/>
                    <a:pt x="43188" y="97236"/>
                  </a:cubicBezTo>
                  <a:cubicBezTo>
                    <a:pt x="43718" y="96918"/>
                    <a:pt x="44291" y="96621"/>
                    <a:pt x="44906" y="96345"/>
                  </a:cubicBezTo>
                  <a:cubicBezTo>
                    <a:pt x="45691" y="95942"/>
                    <a:pt x="46539" y="95603"/>
                    <a:pt x="47430" y="95263"/>
                  </a:cubicBezTo>
                  <a:cubicBezTo>
                    <a:pt x="47960" y="95051"/>
                    <a:pt x="48470" y="94839"/>
                    <a:pt x="49021" y="94648"/>
                  </a:cubicBezTo>
                  <a:cubicBezTo>
                    <a:pt x="50060" y="94309"/>
                    <a:pt x="51206" y="93991"/>
                    <a:pt x="52373" y="93694"/>
                  </a:cubicBezTo>
                  <a:cubicBezTo>
                    <a:pt x="52860" y="93566"/>
                    <a:pt x="53327" y="93418"/>
                    <a:pt x="53815" y="93312"/>
                  </a:cubicBezTo>
                  <a:cubicBezTo>
                    <a:pt x="55554" y="92930"/>
                    <a:pt x="57357" y="92612"/>
                    <a:pt x="59288" y="92400"/>
                  </a:cubicBezTo>
                  <a:cubicBezTo>
                    <a:pt x="61409" y="92145"/>
                    <a:pt x="63573" y="91997"/>
                    <a:pt x="65736" y="91954"/>
                  </a:cubicBezTo>
                  <a:cubicBezTo>
                    <a:pt x="66182" y="91954"/>
                    <a:pt x="66627" y="91975"/>
                    <a:pt x="67051" y="91975"/>
                  </a:cubicBezTo>
                  <a:cubicBezTo>
                    <a:pt x="68727" y="91954"/>
                    <a:pt x="70403" y="91975"/>
                    <a:pt x="72121" y="92082"/>
                  </a:cubicBezTo>
                  <a:close/>
                </a:path>
              </a:pathLst>
            </a:custGeom>
            <a:solidFill>
              <a:srgbClr val="24663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0A34DF9-D49E-4365-8BC1-E18906958AF9}"/>
                </a:ext>
              </a:extLst>
            </p:cNvPr>
            <p:cNvSpPr/>
            <p:nvPr/>
          </p:nvSpPr>
          <p:spPr>
            <a:xfrm>
              <a:off x="5119486" y="3216887"/>
              <a:ext cx="93980" cy="187960"/>
            </a:xfrm>
            <a:custGeom>
              <a:avLst/>
              <a:gdLst>
                <a:gd name="connsiteX0" fmla="*/ 46666 w 63636"/>
                <a:gd name="connsiteY0" fmla="*/ 35424 h 127272"/>
                <a:gd name="connsiteX1" fmla="*/ 46348 w 63636"/>
                <a:gd name="connsiteY1" fmla="*/ 36166 h 127272"/>
                <a:gd name="connsiteX2" fmla="*/ 46327 w 63636"/>
                <a:gd name="connsiteY2" fmla="*/ 36209 h 127272"/>
                <a:gd name="connsiteX3" fmla="*/ 45627 w 63636"/>
                <a:gd name="connsiteY3" fmla="*/ 36824 h 127272"/>
                <a:gd name="connsiteX4" fmla="*/ 45585 w 63636"/>
                <a:gd name="connsiteY4" fmla="*/ 36867 h 127272"/>
                <a:gd name="connsiteX5" fmla="*/ 44609 w 63636"/>
                <a:gd name="connsiteY5" fmla="*/ 37291 h 127272"/>
                <a:gd name="connsiteX6" fmla="*/ 43082 w 63636"/>
                <a:gd name="connsiteY6" fmla="*/ 37630 h 127272"/>
                <a:gd name="connsiteX7" fmla="*/ 35424 w 63636"/>
                <a:gd name="connsiteY7" fmla="*/ 94160 h 127272"/>
                <a:gd name="connsiteX8" fmla="*/ 36951 w 63636"/>
                <a:gd name="connsiteY8" fmla="*/ 93800 h 127272"/>
                <a:gd name="connsiteX9" fmla="*/ 37057 w 63636"/>
                <a:gd name="connsiteY9" fmla="*/ 93800 h 127272"/>
                <a:gd name="connsiteX10" fmla="*/ 37673 w 63636"/>
                <a:gd name="connsiteY10" fmla="*/ 93524 h 127272"/>
                <a:gd name="connsiteX11" fmla="*/ 37906 w 63636"/>
                <a:gd name="connsiteY11" fmla="*/ 93375 h 127272"/>
                <a:gd name="connsiteX12" fmla="*/ 37970 w 63636"/>
                <a:gd name="connsiteY12" fmla="*/ 93354 h 127272"/>
                <a:gd name="connsiteX13" fmla="*/ 38076 w 63636"/>
                <a:gd name="connsiteY13" fmla="*/ 93290 h 127272"/>
                <a:gd name="connsiteX14" fmla="*/ 38373 w 63636"/>
                <a:gd name="connsiteY14" fmla="*/ 93036 h 127272"/>
                <a:gd name="connsiteX15" fmla="*/ 38606 w 63636"/>
                <a:gd name="connsiteY15" fmla="*/ 92802 h 127272"/>
                <a:gd name="connsiteX16" fmla="*/ 38627 w 63636"/>
                <a:gd name="connsiteY16" fmla="*/ 92760 h 127272"/>
                <a:gd name="connsiteX17" fmla="*/ 38648 w 63636"/>
                <a:gd name="connsiteY17" fmla="*/ 92696 h 127272"/>
                <a:gd name="connsiteX18" fmla="*/ 38754 w 63636"/>
                <a:gd name="connsiteY18" fmla="*/ 92548 h 127272"/>
                <a:gd name="connsiteX19" fmla="*/ 38882 w 63636"/>
                <a:gd name="connsiteY19" fmla="*/ 92272 h 127272"/>
                <a:gd name="connsiteX20" fmla="*/ 38945 w 63636"/>
                <a:gd name="connsiteY20" fmla="*/ 91975 h 127272"/>
                <a:gd name="connsiteX21" fmla="*/ 38945 w 63636"/>
                <a:gd name="connsiteY21" fmla="*/ 91954 h 127272"/>
                <a:gd name="connsiteX22" fmla="*/ 44524 w 63636"/>
                <a:gd name="connsiteY22" fmla="*/ 50760 h 127272"/>
                <a:gd name="connsiteX23" fmla="*/ 46666 w 63636"/>
                <a:gd name="connsiteY23" fmla="*/ 35424 h 127272"/>
                <a:gd name="connsiteX24" fmla="*/ 46666 w 63636"/>
                <a:gd name="connsiteY24" fmla="*/ 35424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3636" h="127272">
                  <a:moveTo>
                    <a:pt x="46666" y="35424"/>
                  </a:moveTo>
                  <a:cubicBezTo>
                    <a:pt x="46624" y="35700"/>
                    <a:pt x="46518" y="35933"/>
                    <a:pt x="46348" y="36166"/>
                  </a:cubicBezTo>
                  <a:cubicBezTo>
                    <a:pt x="46348" y="36166"/>
                    <a:pt x="46327" y="36188"/>
                    <a:pt x="46327" y="36209"/>
                  </a:cubicBezTo>
                  <a:cubicBezTo>
                    <a:pt x="46157" y="36421"/>
                    <a:pt x="45924" y="36633"/>
                    <a:pt x="45627" y="36824"/>
                  </a:cubicBezTo>
                  <a:cubicBezTo>
                    <a:pt x="45606" y="36845"/>
                    <a:pt x="45585" y="36845"/>
                    <a:pt x="45585" y="36867"/>
                  </a:cubicBezTo>
                  <a:cubicBezTo>
                    <a:pt x="45309" y="37015"/>
                    <a:pt x="44970" y="37163"/>
                    <a:pt x="44609" y="37291"/>
                  </a:cubicBezTo>
                  <a:cubicBezTo>
                    <a:pt x="44163" y="37439"/>
                    <a:pt x="43676" y="37566"/>
                    <a:pt x="43082" y="37630"/>
                  </a:cubicBezTo>
                  <a:lnTo>
                    <a:pt x="35424" y="94160"/>
                  </a:lnTo>
                  <a:cubicBezTo>
                    <a:pt x="35997" y="94097"/>
                    <a:pt x="36506" y="93969"/>
                    <a:pt x="36951" y="93800"/>
                  </a:cubicBezTo>
                  <a:cubicBezTo>
                    <a:pt x="36973" y="93800"/>
                    <a:pt x="37036" y="93800"/>
                    <a:pt x="37057" y="93800"/>
                  </a:cubicBezTo>
                  <a:cubicBezTo>
                    <a:pt x="37291" y="93715"/>
                    <a:pt x="37503" y="93630"/>
                    <a:pt x="37673" y="93524"/>
                  </a:cubicBezTo>
                  <a:cubicBezTo>
                    <a:pt x="37779" y="93460"/>
                    <a:pt x="37842" y="93439"/>
                    <a:pt x="37906" y="93375"/>
                  </a:cubicBezTo>
                  <a:cubicBezTo>
                    <a:pt x="37948" y="93375"/>
                    <a:pt x="37948" y="93354"/>
                    <a:pt x="37970" y="93354"/>
                  </a:cubicBezTo>
                  <a:cubicBezTo>
                    <a:pt x="38012" y="93333"/>
                    <a:pt x="38033" y="93312"/>
                    <a:pt x="38076" y="93290"/>
                  </a:cubicBezTo>
                  <a:cubicBezTo>
                    <a:pt x="38182" y="93206"/>
                    <a:pt x="38288" y="93121"/>
                    <a:pt x="38373" y="93036"/>
                  </a:cubicBezTo>
                  <a:cubicBezTo>
                    <a:pt x="38457" y="92951"/>
                    <a:pt x="38542" y="92866"/>
                    <a:pt x="38606" y="92802"/>
                  </a:cubicBezTo>
                  <a:cubicBezTo>
                    <a:pt x="38606" y="92760"/>
                    <a:pt x="38627" y="92760"/>
                    <a:pt x="38627" y="92760"/>
                  </a:cubicBezTo>
                  <a:cubicBezTo>
                    <a:pt x="38648" y="92739"/>
                    <a:pt x="38648" y="92739"/>
                    <a:pt x="38648" y="92696"/>
                  </a:cubicBezTo>
                  <a:cubicBezTo>
                    <a:pt x="38691" y="92654"/>
                    <a:pt x="38733" y="92590"/>
                    <a:pt x="38754" y="92548"/>
                  </a:cubicBezTo>
                  <a:cubicBezTo>
                    <a:pt x="38797" y="92442"/>
                    <a:pt x="38860" y="92357"/>
                    <a:pt x="38882" y="92272"/>
                  </a:cubicBezTo>
                  <a:cubicBezTo>
                    <a:pt x="38903" y="92166"/>
                    <a:pt x="38924" y="92060"/>
                    <a:pt x="38945" y="91975"/>
                  </a:cubicBezTo>
                  <a:lnTo>
                    <a:pt x="38945" y="91954"/>
                  </a:lnTo>
                  <a:lnTo>
                    <a:pt x="44524" y="50760"/>
                  </a:lnTo>
                  <a:lnTo>
                    <a:pt x="46666" y="35424"/>
                  </a:lnTo>
                  <a:lnTo>
                    <a:pt x="46666" y="35424"/>
                  </a:lnTo>
                  <a:close/>
                </a:path>
              </a:pathLst>
            </a:custGeom>
            <a:solidFill>
              <a:srgbClr val="2C834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5E15CBF-5E91-4566-8E9E-4120D0AE08F4}"/>
                </a:ext>
              </a:extLst>
            </p:cNvPr>
            <p:cNvSpPr/>
            <p:nvPr/>
          </p:nvSpPr>
          <p:spPr>
            <a:xfrm>
              <a:off x="4789146" y="3141578"/>
              <a:ext cx="156633" cy="250613"/>
            </a:xfrm>
            <a:custGeom>
              <a:avLst/>
              <a:gdLst>
                <a:gd name="connsiteX0" fmla="*/ 95030 w 106060"/>
                <a:gd name="connsiteY0" fmla="*/ 105657 h 169696"/>
                <a:gd name="connsiteX1" fmla="*/ 87372 w 106060"/>
                <a:gd name="connsiteY1" fmla="*/ 162166 h 169696"/>
                <a:gd name="connsiteX2" fmla="*/ 15909 w 106060"/>
                <a:gd name="connsiteY2" fmla="*/ 72418 h 169696"/>
                <a:gd name="connsiteX3" fmla="*/ 23567 w 106060"/>
                <a:gd name="connsiteY3" fmla="*/ 159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69696">
                  <a:moveTo>
                    <a:pt x="95030" y="105657"/>
                  </a:moveTo>
                  <a:lnTo>
                    <a:pt x="87372" y="162166"/>
                  </a:lnTo>
                  <a:lnTo>
                    <a:pt x="15909" y="72418"/>
                  </a:lnTo>
                  <a:lnTo>
                    <a:pt x="23567" y="15909"/>
                  </a:lnTo>
                  <a:close/>
                </a:path>
              </a:pathLst>
            </a:custGeom>
            <a:solidFill>
              <a:srgbClr val="215C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38712B9-4224-49CC-AAE6-FD00BB6E67B0}"/>
                </a:ext>
              </a:extLst>
            </p:cNvPr>
            <p:cNvSpPr/>
            <p:nvPr/>
          </p:nvSpPr>
          <p:spPr>
            <a:xfrm>
              <a:off x="4877675" y="3220177"/>
              <a:ext cx="344593" cy="187960"/>
            </a:xfrm>
            <a:custGeom>
              <a:avLst/>
              <a:gdLst>
                <a:gd name="connsiteX0" fmla="*/ 43082 w 233332"/>
                <a:gd name="connsiteY0" fmla="*/ 54854 h 127272"/>
                <a:gd name="connsiteX1" fmla="*/ 35424 w 233332"/>
                <a:gd name="connsiteY1" fmla="*/ 111342 h 127272"/>
                <a:gd name="connsiteX2" fmla="*/ 199160 w 233332"/>
                <a:gd name="connsiteY2" fmla="*/ 91933 h 127272"/>
                <a:gd name="connsiteX3" fmla="*/ 206817 w 233332"/>
                <a:gd name="connsiteY3" fmla="*/ 35424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332" h="127272">
                  <a:moveTo>
                    <a:pt x="43082" y="54854"/>
                  </a:moveTo>
                  <a:lnTo>
                    <a:pt x="35424" y="111342"/>
                  </a:lnTo>
                  <a:lnTo>
                    <a:pt x="199160" y="91933"/>
                  </a:lnTo>
                  <a:lnTo>
                    <a:pt x="206817" y="35424"/>
                  </a:lnTo>
                  <a:close/>
                </a:path>
              </a:pathLst>
            </a:custGeom>
            <a:solidFill>
              <a:srgbClr val="2E8D4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DE34796-9881-41A0-9F1B-657164DD1D9F}"/>
                </a:ext>
              </a:extLst>
            </p:cNvPr>
            <p:cNvSpPr/>
            <p:nvPr/>
          </p:nvSpPr>
          <p:spPr>
            <a:xfrm>
              <a:off x="4865895" y="3245268"/>
              <a:ext cx="125307" cy="187960"/>
            </a:xfrm>
            <a:custGeom>
              <a:avLst/>
              <a:gdLst>
                <a:gd name="connsiteX0" fmla="*/ 48724 w 84848"/>
                <a:gd name="connsiteY0" fmla="*/ 37863 h 127272"/>
                <a:gd name="connsiteX1" fmla="*/ 48660 w 84848"/>
                <a:gd name="connsiteY1" fmla="*/ 37863 h 127272"/>
                <a:gd name="connsiteX2" fmla="*/ 46433 w 84848"/>
                <a:gd name="connsiteY2" fmla="*/ 37418 h 127272"/>
                <a:gd name="connsiteX3" fmla="*/ 46391 w 84848"/>
                <a:gd name="connsiteY3" fmla="*/ 37397 h 127272"/>
                <a:gd name="connsiteX4" fmla="*/ 44460 w 84848"/>
                <a:gd name="connsiteY4" fmla="*/ 36570 h 127272"/>
                <a:gd name="connsiteX5" fmla="*/ 44439 w 84848"/>
                <a:gd name="connsiteY5" fmla="*/ 36548 h 127272"/>
                <a:gd name="connsiteX6" fmla="*/ 43082 w 84848"/>
                <a:gd name="connsiteY6" fmla="*/ 35424 h 127272"/>
                <a:gd name="connsiteX7" fmla="*/ 35424 w 84848"/>
                <a:gd name="connsiteY7" fmla="*/ 91933 h 127272"/>
                <a:gd name="connsiteX8" fmla="*/ 36760 w 84848"/>
                <a:gd name="connsiteY8" fmla="*/ 93057 h 127272"/>
                <a:gd name="connsiteX9" fmla="*/ 37397 w 84848"/>
                <a:gd name="connsiteY9" fmla="*/ 93375 h 127272"/>
                <a:gd name="connsiteX10" fmla="*/ 37970 w 84848"/>
                <a:gd name="connsiteY10" fmla="*/ 93651 h 127272"/>
                <a:gd name="connsiteX11" fmla="*/ 38521 w 84848"/>
                <a:gd name="connsiteY11" fmla="*/ 93821 h 127272"/>
                <a:gd name="connsiteX12" fmla="*/ 38712 w 84848"/>
                <a:gd name="connsiteY12" fmla="*/ 93884 h 127272"/>
                <a:gd name="connsiteX13" fmla="*/ 38797 w 84848"/>
                <a:gd name="connsiteY13" fmla="*/ 93906 h 127272"/>
                <a:gd name="connsiteX14" fmla="*/ 39073 w 84848"/>
                <a:gd name="connsiteY14" fmla="*/ 93991 h 127272"/>
                <a:gd name="connsiteX15" fmla="*/ 39624 w 84848"/>
                <a:gd name="connsiteY15" fmla="*/ 94118 h 127272"/>
                <a:gd name="connsiteX16" fmla="*/ 40197 w 84848"/>
                <a:gd name="connsiteY16" fmla="*/ 94224 h 127272"/>
                <a:gd name="connsiteX17" fmla="*/ 40812 w 84848"/>
                <a:gd name="connsiteY17" fmla="*/ 94309 h 127272"/>
                <a:gd name="connsiteX18" fmla="*/ 40960 w 84848"/>
                <a:gd name="connsiteY18" fmla="*/ 94309 h 127272"/>
                <a:gd name="connsiteX19" fmla="*/ 41088 w 84848"/>
                <a:gd name="connsiteY19" fmla="*/ 94330 h 127272"/>
                <a:gd name="connsiteX20" fmla="*/ 41491 w 84848"/>
                <a:gd name="connsiteY20" fmla="*/ 94351 h 127272"/>
                <a:gd name="connsiteX21" fmla="*/ 42403 w 84848"/>
                <a:gd name="connsiteY21" fmla="*/ 94351 h 127272"/>
                <a:gd name="connsiteX22" fmla="*/ 43357 w 84848"/>
                <a:gd name="connsiteY22" fmla="*/ 94287 h 127272"/>
                <a:gd name="connsiteX23" fmla="*/ 51015 w 84848"/>
                <a:gd name="connsiteY23" fmla="*/ 37779 h 127272"/>
                <a:gd name="connsiteX24" fmla="*/ 48724 w 84848"/>
                <a:gd name="connsiteY24" fmla="*/ 37863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4848" h="127272">
                  <a:moveTo>
                    <a:pt x="48724" y="37863"/>
                  </a:moveTo>
                  <a:cubicBezTo>
                    <a:pt x="48703" y="37863"/>
                    <a:pt x="48682" y="37863"/>
                    <a:pt x="48660" y="37863"/>
                  </a:cubicBezTo>
                  <a:cubicBezTo>
                    <a:pt x="47897" y="37779"/>
                    <a:pt x="47133" y="37630"/>
                    <a:pt x="46433" y="37418"/>
                  </a:cubicBezTo>
                  <a:cubicBezTo>
                    <a:pt x="46412" y="37418"/>
                    <a:pt x="46412" y="37418"/>
                    <a:pt x="46391" y="37397"/>
                  </a:cubicBezTo>
                  <a:cubicBezTo>
                    <a:pt x="45670" y="37185"/>
                    <a:pt x="45033" y="36909"/>
                    <a:pt x="44460" y="36570"/>
                  </a:cubicBezTo>
                  <a:cubicBezTo>
                    <a:pt x="44460" y="36570"/>
                    <a:pt x="44439" y="36570"/>
                    <a:pt x="44439" y="36548"/>
                  </a:cubicBezTo>
                  <a:cubicBezTo>
                    <a:pt x="43866" y="36230"/>
                    <a:pt x="43400" y="35848"/>
                    <a:pt x="43082" y="35424"/>
                  </a:cubicBezTo>
                  <a:lnTo>
                    <a:pt x="35424" y="91933"/>
                  </a:lnTo>
                  <a:cubicBezTo>
                    <a:pt x="35763" y="92357"/>
                    <a:pt x="36209" y="92718"/>
                    <a:pt x="36760" y="93057"/>
                  </a:cubicBezTo>
                  <a:cubicBezTo>
                    <a:pt x="36973" y="93163"/>
                    <a:pt x="37185" y="93290"/>
                    <a:pt x="37397" y="93375"/>
                  </a:cubicBezTo>
                  <a:cubicBezTo>
                    <a:pt x="37588" y="93460"/>
                    <a:pt x="37779" y="93545"/>
                    <a:pt x="37970" y="93651"/>
                  </a:cubicBezTo>
                  <a:cubicBezTo>
                    <a:pt x="38139" y="93715"/>
                    <a:pt x="38330" y="93778"/>
                    <a:pt x="38521" y="93821"/>
                  </a:cubicBezTo>
                  <a:cubicBezTo>
                    <a:pt x="38563" y="93821"/>
                    <a:pt x="38648" y="93863"/>
                    <a:pt x="38712" y="93884"/>
                  </a:cubicBezTo>
                  <a:cubicBezTo>
                    <a:pt x="38733" y="93884"/>
                    <a:pt x="38776" y="93884"/>
                    <a:pt x="38797" y="93906"/>
                  </a:cubicBezTo>
                  <a:cubicBezTo>
                    <a:pt x="38882" y="93906"/>
                    <a:pt x="38966" y="93948"/>
                    <a:pt x="39073" y="93991"/>
                  </a:cubicBezTo>
                  <a:cubicBezTo>
                    <a:pt x="39242" y="94033"/>
                    <a:pt x="39433" y="94075"/>
                    <a:pt x="39624" y="94118"/>
                  </a:cubicBezTo>
                  <a:cubicBezTo>
                    <a:pt x="39815" y="94160"/>
                    <a:pt x="40006" y="94203"/>
                    <a:pt x="40197" y="94224"/>
                  </a:cubicBezTo>
                  <a:cubicBezTo>
                    <a:pt x="40409" y="94266"/>
                    <a:pt x="40621" y="94287"/>
                    <a:pt x="40812" y="94309"/>
                  </a:cubicBezTo>
                  <a:cubicBezTo>
                    <a:pt x="40854" y="94309"/>
                    <a:pt x="40918" y="94309"/>
                    <a:pt x="40960" y="94309"/>
                  </a:cubicBezTo>
                  <a:cubicBezTo>
                    <a:pt x="41003" y="94330"/>
                    <a:pt x="41045" y="94330"/>
                    <a:pt x="41088" y="94330"/>
                  </a:cubicBezTo>
                  <a:cubicBezTo>
                    <a:pt x="41215" y="94330"/>
                    <a:pt x="41363" y="94351"/>
                    <a:pt x="41491" y="94351"/>
                  </a:cubicBezTo>
                  <a:cubicBezTo>
                    <a:pt x="41809" y="94372"/>
                    <a:pt x="42106" y="94372"/>
                    <a:pt x="42403" y="94351"/>
                  </a:cubicBezTo>
                  <a:cubicBezTo>
                    <a:pt x="42742" y="94351"/>
                    <a:pt x="43039" y="94351"/>
                    <a:pt x="43357" y="94287"/>
                  </a:cubicBezTo>
                  <a:lnTo>
                    <a:pt x="51015" y="37779"/>
                  </a:lnTo>
                  <a:cubicBezTo>
                    <a:pt x="50294" y="37948"/>
                    <a:pt x="49509" y="37927"/>
                    <a:pt x="48724" y="37863"/>
                  </a:cubicBezTo>
                  <a:close/>
                </a:path>
              </a:pathLst>
            </a:custGeom>
            <a:solidFill>
              <a:srgbClr val="215F3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AE4CB0E-4EDB-4F8D-8FA1-F236A6B44586}"/>
                </a:ext>
              </a:extLst>
            </p:cNvPr>
            <p:cNvSpPr/>
            <p:nvPr/>
          </p:nvSpPr>
          <p:spPr>
            <a:xfrm>
              <a:off x="4799701" y="3085376"/>
              <a:ext cx="407246" cy="219286"/>
            </a:xfrm>
            <a:custGeom>
              <a:avLst/>
              <a:gdLst>
                <a:gd name="connsiteX0" fmla="*/ 78528 w 275756"/>
                <a:gd name="connsiteY0" fmla="*/ 16377 h 148484"/>
                <a:gd name="connsiteX1" fmla="*/ 131049 w 275756"/>
                <a:gd name="connsiteY1" fmla="*/ 32095 h 148484"/>
                <a:gd name="connsiteX2" fmla="*/ 133658 w 275756"/>
                <a:gd name="connsiteY2" fmla="*/ 36698 h 148484"/>
                <a:gd name="connsiteX3" fmla="*/ 183252 w 275756"/>
                <a:gd name="connsiteY3" fmla="*/ 30823 h 148484"/>
                <a:gd name="connsiteX4" fmla="*/ 191227 w 275756"/>
                <a:gd name="connsiteY4" fmla="*/ 33241 h 148484"/>
                <a:gd name="connsiteX5" fmla="*/ 215494 w 275756"/>
                <a:gd name="connsiteY5" fmla="*/ 63723 h 148484"/>
                <a:gd name="connsiteX6" fmla="*/ 189276 w 275756"/>
                <a:gd name="connsiteY6" fmla="*/ 62047 h 148484"/>
                <a:gd name="connsiteX7" fmla="*/ 168679 w 275756"/>
                <a:gd name="connsiteY7" fmla="*/ 86419 h 148484"/>
                <a:gd name="connsiteX8" fmla="*/ 221200 w 275756"/>
                <a:gd name="connsiteY8" fmla="*/ 102137 h 148484"/>
                <a:gd name="connsiteX9" fmla="*/ 240439 w 275756"/>
                <a:gd name="connsiteY9" fmla="*/ 95074 h 148484"/>
                <a:gd name="connsiteX10" fmla="*/ 262669 w 275756"/>
                <a:gd name="connsiteY10" fmla="*/ 123010 h 148484"/>
                <a:gd name="connsiteX11" fmla="*/ 259572 w 275756"/>
                <a:gd name="connsiteY11" fmla="*/ 126743 h 148484"/>
                <a:gd name="connsiteX12" fmla="*/ 95879 w 275756"/>
                <a:gd name="connsiteY12" fmla="*/ 146131 h 148484"/>
                <a:gd name="connsiteX13" fmla="*/ 87904 w 275756"/>
                <a:gd name="connsiteY13" fmla="*/ 143713 h 148484"/>
                <a:gd name="connsiteX14" fmla="*/ 16419 w 275756"/>
                <a:gd name="connsiteY14" fmla="*/ 53965 h 148484"/>
                <a:gd name="connsiteX15" fmla="*/ 19516 w 275756"/>
                <a:gd name="connsiteY15" fmla="*/ 50232 h 148484"/>
                <a:gd name="connsiteX16" fmla="*/ 62470 w 275756"/>
                <a:gd name="connsiteY16" fmla="*/ 45141 h 148484"/>
                <a:gd name="connsiteX17" fmla="*/ 57931 w 275756"/>
                <a:gd name="connsiteY17" fmla="*/ 40771 h 148484"/>
                <a:gd name="connsiteX18" fmla="*/ 78528 w 275756"/>
                <a:gd name="connsiteY18" fmla="*/ 16377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5756" h="148484">
                  <a:moveTo>
                    <a:pt x="78528" y="16377"/>
                  </a:moveTo>
                  <a:cubicBezTo>
                    <a:pt x="98722" y="13980"/>
                    <a:pt x="122246" y="21023"/>
                    <a:pt x="131049" y="32095"/>
                  </a:cubicBezTo>
                  <a:cubicBezTo>
                    <a:pt x="132300" y="33665"/>
                    <a:pt x="133085" y="35171"/>
                    <a:pt x="133658" y="36698"/>
                  </a:cubicBezTo>
                  <a:lnTo>
                    <a:pt x="183252" y="30823"/>
                  </a:lnTo>
                  <a:cubicBezTo>
                    <a:pt x="186327" y="30462"/>
                    <a:pt x="189891" y="31565"/>
                    <a:pt x="191227" y="33241"/>
                  </a:cubicBezTo>
                  <a:lnTo>
                    <a:pt x="215494" y="63723"/>
                  </a:lnTo>
                  <a:cubicBezTo>
                    <a:pt x="207073" y="61750"/>
                    <a:pt x="197888" y="61028"/>
                    <a:pt x="189276" y="62047"/>
                  </a:cubicBezTo>
                  <a:cubicBezTo>
                    <a:pt x="169082" y="64444"/>
                    <a:pt x="159876" y="75368"/>
                    <a:pt x="168679" y="86419"/>
                  </a:cubicBezTo>
                  <a:cubicBezTo>
                    <a:pt x="177503" y="97492"/>
                    <a:pt x="201006" y="104534"/>
                    <a:pt x="221200" y="102137"/>
                  </a:cubicBezTo>
                  <a:cubicBezTo>
                    <a:pt x="229812" y="101119"/>
                    <a:pt x="236345" y="98531"/>
                    <a:pt x="240439" y="95074"/>
                  </a:cubicBezTo>
                  <a:lnTo>
                    <a:pt x="262669" y="123010"/>
                  </a:lnTo>
                  <a:cubicBezTo>
                    <a:pt x="264006" y="124686"/>
                    <a:pt x="262648" y="126383"/>
                    <a:pt x="259572" y="126743"/>
                  </a:cubicBezTo>
                  <a:lnTo>
                    <a:pt x="95879" y="146131"/>
                  </a:lnTo>
                  <a:cubicBezTo>
                    <a:pt x="92803" y="146492"/>
                    <a:pt x="89240" y="145389"/>
                    <a:pt x="87904" y="143713"/>
                  </a:cubicBezTo>
                  <a:lnTo>
                    <a:pt x="16419" y="53965"/>
                  </a:lnTo>
                  <a:cubicBezTo>
                    <a:pt x="15083" y="52268"/>
                    <a:pt x="16461" y="50592"/>
                    <a:pt x="19516" y="50232"/>
                  </a:cubicBezTo>
                  <a:lnTo>
                    <a:pt x="62470" y="45141"/>
                  </a:lnTo>
                  <a:cubicBezTo>
                    <a:pt x="60710" y="43783"/>
                    <a:pt x="59161" y="42341"/>
                    <a:pt x="57931" y="40771"/>
                  </a:cubicBezTo>
                  <a:cubicBezTo>
                    <a:pt x="49128" y="29698"/>
                    <a:pt x="58355" y="18774"/>
                    <a:pt x="78528" y="16377"/>
                  </a:cubicBezTo>
                  <a:close/>
                </a:path>
              </a:pathLst>
            </a:custGeom>
            <a:solidFill>
              <a:srgbClr val="8EC6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AEF48B2-338E-4531-9F13-4B14652D0558}"/>
                </a:ext>
              </a:extLst>
            </p:cNvPr>
            <p:cNvSpPr/>
            <p:nvPr/>
          </p:nvSpPr>
          <p:spPr>
            <a:xfrm>
              <a:off x="4756378" y="3177948"/>
              <a:ext cx="125307" cy="187960"/>
            </a:xfrm>
            <a:custGeom>
              <a:avLst/>
              <a:gdLst>
                <a:gd name="connsiteX0" fmla="*/ 60539 w 84848"/>
                <a:gd name="connsiteY0" fmla="*/ 71633 h 127272"/>
                <a:gd name="connsiteX1" fmla="*/ 59669 w 84848"/>
                <a:gd name="connsiteY1" fmla="*/ 68069 h 127272"/>
                <a:gd name="connsiteX2" fmla="*/ 54706 w 84848"/>
                <a:gd name="connsiteY2" fmla="*/ 47536 h 127272"/>
                <a:gd name="connsiteX3" fmla="*/ 50972 w 84848"/>
                <a:gd name="connsiteY3" fmla="*/ 35424 h 127272"/>
                <a:gd name="connsiteX4" fmla="*/ 35424 w 84848"/>
                <a:gd name="connsiteY4" fmla="*/ 40769 h 127272"/>
                <a:gd name="connsiteX5" fmla="*/ 38860 w 84848"/>
                <a:gd name="connsiteY5" fmla="*/ 76660 h 127272"/>
                <a:gd name="connsiteX6" fmla="*/ 44057 w 84848"/>
                <a:gd name="connsiteY6" fmla="*/ 103684 h 127272"/>
                <a:gd name="connsiteX7" fmla="*/ 48872 w 84848"/>
                <a:gd name="connsiteY7" fmla="*/ 95221 h 127272"/>
                <a:gd name="connsiteX8" fmla="*/ 60539 w 84848"/>
                <a:gd name="connsiteY8" fmla="*/ 71633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127272">
                  <a:moveTo>
                    <a:pt x="60539" y="71633"/>
                  </a:moveTo>
                  <a:cubicBezTo>
                    <a:pt x="60136" y="70000"/>
                    <a:pt x="59818" y="68557"/>
                    <a:pt x="59669" y="68069"/>
                  </a:cubicBezTo>
                  <a:cubicBezTo>
                    <a:pt x="59139" y="65885"/>
                    <a:pt x="56085" y="53327"/>
                    <a:pt x="54706" y="47536"/>
                  </a:cubicBezTo>
                  <a:cubicBezTo>
                    <a:pt x="53263" y="41788"/>
                    <a:pt x="50972" y="35424"/>
                    <a:pt x="50972" y="35424"/>
                  </a:cubicBezTo>
                  <a:lnTo>
                    <a:pt x="35424" y="40769"/>
                  </a:lnTo>
                  <a:cubicBezTo>
                    <a:pt x="35424" y="40769"/>
                    <a:pt x="36273" y="53560"/>
                    <a:pt x="38860" y="76660"/>
                  </a:cubicBezTo>
                  <a:cubicBezTo>
                    <a:pt x="40069" y="87521"/>
                    <a:pt x="42169" y="96727"/>
                    <a:pt x="44057" y="103684"/>
                  </a:cubicBezTo>
                  <a:cubicBezTo>
                    <a:pt x="45542" y="100906"/>
                    <a:pt x="47154" y="98084"/>
                    <a:pt x="48872" y="95221"/>
                  </a:cubicBezTo>
                  <a:cubicBezTo>
                    <a:pt x="54218" y="86418"/>
                    <a:pt x="58015" y="78082"/>
                    <a:pt x="60539" y="71633"/>
                  </a:cubicBezTo>
                  <a:close/>
                </a:path>
              </a:pathLst>
            </a:custGeom>
            <a:solidFill>
              <a:srgbClr val="E7E7E7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DFAADE81-B898-4D4C-96DA-8358882873C8}"/>
                </a:ext>
              </a:extLst>
            </p:cNvPr>
            <p:cNvSpPr/>
            <p:nvPr/>
          </p:nvSpPr>
          <p:spPr>
            <a:xfrm>
              <a:off x="4769127" y="3177197"/>
              <a:ext cx="156633" cy="219286"/>
            </a:xfrm>
            <a:custGeom>
              <a:avLst/>
              <a:gdLst>
                <a:gd name="connsiteX0" fmla="*/ 75218 w 106060"/>
                <a:gd name="connsiteY0" fmla="*/ 35424 h 148484"/>
                <a:gd name="connsiteX1" fmla="*/ 51970 w 106060"/>
                <a:gd name="connsiteY1" fmla="*/ 72291 h 148484"/>
                <a:gd name="connsiteX2" fmla="*/ 51906 w 106060"/>
                <a:gd name="connsiteY2" fmla="*/ 72142 h 148484"/>
                <a:gd name="connsiteX3" fmla="*/ 40239 w 106060"/>
                <a:gd name="connsiteY3" fmla="*/ 95730 h 148484"/>
                <a:gd name="connsiteX4" fmla="*/ 35424 w 106060"/>
                <a:gd name="connsiteY4" fmla="*/ 104193 h 148484"/>
                <a:gd name="connsiteX5" fmla="*/ 38585 w 106060"/>
                <a:gd name="connsiteY5" fmla="*/ 114545 h 148484"/>
                <a:gd name="connsiteX6" fmla="*/ 39560 w 106060"/>
                <a:gd name="connsiteY6" fmla="*/ 117260 h 148484"/>
                <a:gd name="connsiteX7" fmla="*/ 59882 w 106060"/>
                <a:gd name="connsiteY7" fmla="*/ 109221 h 148484"/>
                <a:gd name="connsiteX8" fmla="*/ 83427 w 106060"/>
                <a:gd name="connsiteY8" fmla="*/ 74984 h 148484"/>
                <a:gd name="connsiteX9" fmla="*/ 75218 w 106060"/>
                <a:gd name="connsiteY9" fmla="*/ 35424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060" h="148484">
                  <a:moveTo>
                    <a:pt x="75218" y="35424"/>
                  </a:moveTo>
                  <a:cubicBezTo>
                    <a:pt x="74624" y="36485"/>
                    <a:pt x="61642" y="54706"/>
                    <a:pt x="51970" y="72291"/>
                  </a:cubicBezTo>
                  <a:cubicBezTo>
                    <a:pt x="51948" y="72227"/>
                    <a:pt x="51948" y="72227"/>
                    <a:pt x="51906" y="72142"/>
                  </a:cubicBezTo>
                  <a:cubicBezTo>
                    <a:pt x="49360" y="78590"/>
                    <a:pt x="45585" y="86906"/>
                    <a:pt x="40239" y="95730"/>
                  </a:cubicBezTo>
                  <a:cubicBezTo>
                    <a:pt x="38500" y="98593"/>
                    <a:pt x="36909" y="101436"/>
                    <a:pt x="35424" y="104193"/>
                  </a:cubicBezTo>
                  <a:cubicBezTo>
                    <a:pt x="36654" y="108648"/>
                    <a:pt x="37800" y="112360"/>
                    <a:pt x="38585" y="114545"/>
                  </a:cubicBezTo>
                  <a:cubicBezTo>
                    <a:pt x="38818" y="116178"/>
                    <a:pt x="39157" y="117196"/>
                    <a:pt x="39560" y="117260"/>
                  </a:cubicBezTo>
                  <a:cubicBezTo>
                    <a:pt x="41024" y="117536"/>
                    <a:pt x="45373" y="126021"/>
                    <a:pt x="59882" y="109221"/>
                  </a:cubicBezTo>
                  <a:cubicBezTo>
                    <a:pt x="74348" y="92400"/>
                    <a:pt x="81560" y="81709"/>
                    <a:pt x="83427" y="74984"/>
                  </a:cubicBezTo>
                  <a:cubicBezTo>
                    <a:pt x="85294" y="68260"/>
                    <a:pt x="75218" y="35424"/>
                    <a:pt x="75218" y="35424"/>
                  </a:cubicBezTo>
                  <a:close/>
                </a:path>
              </a:pathLst>
            </a:custGeom>
            <a:solidFill>
              <a:srgbClr val="D2D3D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2345BD8B-EB3F-456F-A26D-5F6B2D2A2F0D}"/>
                </a:ext>
              </a:extLst>
            </p:cNvPr>
            <p:cNvSpPr/>
            <p:nvPr/>
          </p:nvSpPr>
          <p:spPr>
            <a:xfrm>
              <a:off x="4757599" y="3200754"/>
              <a:ext cx="156633" cy="187960"/>
            </a:xfrm>
            <a:custGeom>
              <a:avLst/>
              <a:gdLst>
                <a:gd name="connsiteX0" fmla="*/ 85230 w 106060"/>
                <a:gd name="connsiteY0" fmla="*/ 75663 h 127272"/>
                <a:gd name="connsiteX1" fmla="*/ 85230 w 106060"/>
                <a:gd name="connsiteY1" fmla="*/ 75663 h 127272"/>
                <a:gd name="connsiteX2" fmla="*/ 52882 w 106060"/>
                <a:gd name="connsiteY2" fmla="*/ 102433 h 127272"/>
                <a:gd name="connsiteX3" fmla="*/ 51397 w 106060"/>
                <a:gd name="connsiteY3" fmla="*/ 75281 h 127272"/>
                <a:gd name="connsiteX4" fmla="*/ 56954 w 106060"/>
                <a:gd name="connsiteY4" fmla="*/ 62639 h 127272"/>
                <a:gd name="connsiteX5" fmla="*/ 43209 w 106060"/>
                <a:gd name="connsiteY5" fmla="*/ 76024 h 127272"/>
                <a:gd name="connsiteX6" fmla="*/ 36527 w 106060"/>
                <a:gd name="connsiteY6" fmla="*/ 37736 h 127272"/>
                <a:gd name="connsiteX7" fmla="*/ 35424 w 106060"/>
                <a:gd name="connsiteY7" fmla="*/ 35424 h 127272"/>
                <a:gd name="connsiteX8" fmla="*/ 38054 w 106060"/>
                <a:gd name="connsiteY8" fmla="*/ 61197 h 127272"/>
                <a:gd name="connsiteX9" fmla="*/ 46412 w 106060"/>
                <a:gd name="connsiteY9" fmla="*/ 98572 h 127272"/>
                <a:gd name="connsiteX10" fmla="*/ 47388 w 106060"/>
                <a:gd name="connsiteY10" fmla="*/ 101287 h 127272"/>
                <a:gd name="connsiteX11" fmla="*/ 67709 w 106060"/>
                <a:gd name="connsiteY11" fmla="*/ 93248 h 127272"/>
                <a:gd name="connsiteX12" fmla="*/ 85230 w 106060"/>
                <a:gd name="connsiteY12" fmla="*/ 75663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060" h="127272">
                  <a:moveTo>
                    <a:pt x="85230" y="75663"/>
                  </a:moveTo>
                  <a:cubicBezTo>
                    <a:pt x="84466" y="69915"/>
                    <a:pt x="85230" y="75663"/>
                    <a:pt x="85230" y="75663"/>
                  </a:cubicBezTo>
                  <a:cubicBezTo>
                    <a:pt x="85230" y="75663"/>
                    <a:pt x="58100" y="102815"/>
                    <a:pt x="52882" y="102433"/>
                  </a:cubicBezTo>
                  <a:cubicBezTo>
                    <a:pt x="47685" y="102051"/>
                    <a:pt x="45818" y="87563"/>
                    <a:pt x="51397" y="75281"/>
                  </a:cubicBezTo>
                  <a:cubicBezTo>
                    <a:pt x="56954" y="63000"/>
                    <a:pt x="56954" y="62639"/>
                    <a:pt x="56954" y="62639"/>
                  </a:cubicBezTo>
                  <a:cubicBezTo>
                    <a:pt x="56954" y="62639"/>
                    <a:pt x="45818" y="89048"/>
                    <a:pt x="43209" y="76024"/>
                  </a:cubicBezTo>
                  <a:cubicBezTo>
                    <a:pt x="40621" y="62978"/>
                    <a:pt x="36527" y="39221"/>
                    <a:pt x="36527" y="37736"/>
                  </a:cubicBezTo>
                  <a:cubicBezTo>
                    <a:pt x="36527" y="37333"/>
                    <a:pt x="36082" y="36442"/>
                    <a:pt x="35424" y="35424"/>
                  </a:cubicBezTo>
                  <a:cubicBezTo>
                    <a:pt x="35933" y="41469"/>
                    <a:pt x="36760" y="50103"/>
                    <a:pt x="38054" y="61197"/>
                  </a:cubicBezTo>
                  <a:cubicBezTo>
                    <a:pt x="40006" y="78909"/>
                    <a:pt x="44418" y="92951"/>
                    <a:pt x="46412" y="98572"/>
                  </a:cubicBezTo>
                  <a:cubicBezTo>
                    <a:pt x="46645" y="100206"/>
                    <a:pt x="46985" y="101224"/>
                    <a:pt x="47388" y="101287"/>
                  </a:cubicBezTo>
                  <a:cubicBezTo>
                    <a:pt x="48851" y="101563"/>
                    <a:pt x="53200" y="110048"/>
                    <a:pt x="67709" y="93248"/>
                  </a:cubicBezTo>
                  <a:cubicBezTo>
                    <a:pt x="72969" y="87139"/>
                    <a:pt x="81815" y="80245"/>
                    <a:pt x="85230" y="75663"/>
                  </a:cubicBezTo>
                  <a:close/>
                </a:path>
              </a:pathLst>
            </a:custGeom>
            <a:solidFill>
              <a:srgbClr val="D2D3D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5FD540F-2B6D-432A-BCD0-360E00AF0C47}"/>
                </a:ext>
              </a:extLst>
            </p:cNvPr>
            <p:cNvSpPr/>
            <p:nvPr/>
          </p:nvSpPr>
          <p:spPr>
            <a:xfrm>
              <a:off x="4839299" y="3522010"/>
              <a:ext cx="93980" cy="281940"/>
            </a:xfrm>
            <a:custGeom>
              <a:avLst/>
              <a:gdLst>
                <a:gd name="connsiteX0" fmla="*/ 41597 w 63636"/>
                <a:gd name="connsiteY0" fmla="*/ 184460 h 190908"/>
                <a:gd name="connsiteX1" fmla="*/ 53497 w 63636"/>
                <a:gd name="connsiteY1" fmla="*/ 179496 h 190908"/>
                <a:gd name="connsiteX2" fmla="*/ 36760 w 63636"/>
                <a:gd name="connsiteY2" fmla="*/ 149884 h 190908"/>
                <a:gd name="connsiteX3" fmla="*/ 41597 w 63636"/>
                <a:gd name="connsiteY3" fmla="*/ 105615 h 190908"/>
                <a:gd name="connsiteX4" fmla="*/ 46560 w 63636"/>
                <a:gd name="connsiteY4" fmla="*/ 48639 h 190908"/>
                <a:gd name="connsiteX5" fmla="*/ 59415 w 63636"/>
                <a:gd name="connsiteY5" fmla="*/ 15909 h 190908"/>
                <a:gd name="connsiteX6" fmla="*/ 19642 w 63636"/>
                <a:gd name="connsiteY6" fmla="*/ 25688 h 190908"/>
                <a:gd name="connsiteX7" fmla="*/ 17776 w 63636"/>
                <a:gd name="connsiteY7" fmla="*/ 50209 h 190908"/>
                <a:gd name="connsiteX8" fmla="*/ 18518 w 63636"/>
                <a:gd name="connsiteY8" fmla="*/ 61345 h 190908"/>
                <a:gd name="connsiteX9" fmla="*/ 15909 w 63636"/>
                <a:gd name="connsiteY9" fmla="*/ 84381 h 190908"/>
                <a:gd name="connsiteX10" fmla="*/ 21488 w 63636"/>
                <a:gd name="connsiteY10" fmla="*/ 130136 h 190908"/>
                <a:gd name="connsiteX11" fmla="*/ 21106 w 63636"/>
                <a:gd name="connsiteY11" fmla="*/ 147996 h 190908"/>
                <a:gd name="connsiteX12" fmla="*/ 25561 w 63636"/>
                <a:gd name="connsiteY12" fmla="*/ 151327 h 190908"/>
                <a:gd name="connsiteX13" fmla="*/ 41597 w 63636"/>
                <a:gd name="connsiteY13" fmla="*/ 184460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636" h="190908">
                  <a:moveTo>
                    <a:pt x="41597" y="184460"/>
                  </a:moveTo>
                  <a:cubicBezTo>
                    <a:pt x="41809" y="184163"/>
                    <a:pt x="53094" y="179687"/>
                    <a:pt x="53497" y="179496"/>
                  </a:cubicBezTo>
                  <a:cubicBezTo>
                    <a:pt x="40876" y="167384"/>
                    <a:pt x="37270" y="150839"/>
                    <a:pt x="36760" y="149884"/>
                  </a:cubicBezTo>
                  <a:cubicBezTo>
                    <a:pt x="35657" y="147636"/>
                    <a:pt x="40112" y="116390"/>
                    <a:pt x="41597" y="105615"/>
                  </a:cubicBezTo>
                  <a:cubicBezTo>
                    <a:pt x="43103" y="94818"/>
                    <a:pt x="46179" y="54579"/>
                    <a:pt x="46560" y="48639"/>
                  </a:cubicBezTo>
                  <a:cubicBezTo>
                    <a:pt x="46900" y="42700"/>
                    <a:pt x="59415" y="15909"/>
                    <a:pt x="59415" y="15909"/>
                  </a:cubicBezTo>
                  <a:lnTo>
                    <a:pt x="19642" y="25688"/>
                  </a:lnTo>
                  <a:cubicBezTo>
                    <a:pt x="19642" y="25688"/>
                    <a:pt x="17776" y="48342"/>
                    <a:pt x="17776" y="50209"/>
                  </a:cubicBezTo>
                  <a:cubicBezTo>
                    <a:pt x="17776" y="52076"/>
                    <a:pt x="18518" y="56912"/>
                    <a:pt x="18518" y="61345"/>
                  </a:cubicBezTo>
                  <a:cubicBezTo>
                    <a:pt x="18518" y="65821"/>
                    <a:pt x="15909" y="72884"/>
                    <a:pt x="15909" y="84381"/>
                  </a:cubicBezTo>
                  <a:cubicBezTo>
                    <a:pt x="15909" y="95942"/>
                    <a:pt x="21488" y="115648"/>
                    <a:pt x="21488" y="130136"/>
                  </a:cubicBezTo>
                  <a:cubicBezTo>
                    <a:pt x="21488" y="139808"/>
                    <a:pt x="21467" y="144836"/>
                    <a:pt x="21106" y="147996"/>
                  </a:cubicBezTo>
                  <a:cubicBezTo>
                    <a:pt x="22591" y="148675"/>
                    <a:pt x="24245" y="149651"/>
                    <a:pt x="25561" y="151327"/>
                  </a:cubicBezTo>
                  <a:cubicBezTo>
                    <a:pt x="28594" y="155060"/>
                    <a:pt x="39730" y="186708"/>
                    <a:pt x="41597" y="184460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29B558E8-ECEE-489C-9987-AB796FFA4E36}"/>
                </a:ext>
              </a:extLst>
            </p:cNvPr>
            <p:cNvSpPr/>
            <p:nvPr/>
          </p:nvSpPr>
          <p:spPr>
            <a:xfrm>
              <a:off x="4852895" y="3744524"/>
              <a:ext cx="62653" cy="62653"/>
            </a:xfrm>
            <a:custGeom>
              <a:avLst/>
              <a:gdLst>
                <a:gd name="connsiteX0" fmla="*/ 35657 w 42424"/>
                <a:gd name="connsiteY0" fmla="*/ 37777 h 42424"/>
                <a:gd name="connsiteX1" fmla="*/ 30970 w 42424"/>
                <a:gd name="connsiteY1" fmla="*/ 27850 h 42424"/>
                <a:gd name="connsiteX2" fmla="*/ 23609 w 42424"/>
                <a:gd name="connsiteY2" fmla="*/ 17944 h 42424"/>
                <a:gd name="connsiteX3" fmla="*/ 16567 w 42424"/>
                <a:gd name="connsiteY3" fmla="*/ 17392 h 42424"/>
                <a:gd name="connsiteX4" fmla="*/ 15909 w 42424"/>
                <a:gd name="connsiteY4" fmla="*/ 19323 h 42424"/>
                <a:gd name="connsiteX5" fmla="*/ 15909 w 42424"/>
                <a:gd name="connsiteY5" fmla="*/ 19259 h 42424"/>
                <a:gd name="connsiteX6" fmla="*/ 21445 w 42424"/>
                <a:gd name="connsiteY6" fmla="*/ 25750 h 42424"/>
                <a:gd name="connsiteX7" fmla="*/ 23927 w 42424"/>
                <a:gd name="connsiteY7" fmla="*/ 37629 h 42424"/>
                <a:gd name="connsiteX8" fmla="*/ 32921 w 42424"/>
                <a:gd name="connsiteY8" fmla="*/ 40068 h 42424"/>
                <a:gd name="connsiteX9" fmla="*/ 38585 w 42424"/>
                <a:gd name="connsiteY9" fmla="*/ 39665 h 42424"/>
                <a:gd name="connsiteX10" fmla="*/ 35657 w 42424"/>
                <a:gd name="connsiteY10" fmla="*/ 3777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24" h="42424">
                  <a:moveTo>
                    <a:pt x="35657" y="37777"/>
                  </a:moveTo>
                  <a:cubicBezTo>
                    <a:pt x="33324" y="34044"/>
                    <a:pt x="32709" y="30501"/>
                    <a:pt x="30970" y="27850"/>
                  </a:cubicBezTo>
                  <a:cubicBezTo>
                    <a:pt x="29230" y="25198"/>
                    <a:pt x="26006" y="19704"/>
                    <a:pt x="23609" y="17944"/>
                  </a:cubicBezTo>
                  <a:cubicBezTo>
                    <a:pt x="21233" y="16226"/>
                    <a:pt x="17585" y="14656"/>
                    <a:pt x="16567" y="17392"/>
                  </a:cubicBezTo>
                  <a:cubicBezTo>
                    <a:pt x="16164" y="18453"/>
                    <a:pt x="15973" y="18898"/>
                    <a:pt x="15909" y="19323"/>
                  </a:cubicBezTo>
                  <a:cubicBezTo>
                    <a:pt x="15909" y="19280"/>
                    <a:pt x="15909" y="19259"/>
                    <a:pt x="15909" y="19259"/>
                  </a:cubicBezTo>
                  <a:cubicBezTo>
                    <a:pt x="15909" y="19259"/>
                    <a:pt x="19960" y="22547"/>
                    <a:pt x="21445" y="25750"/>
                  </a:cubicBezTo>
                  <a:cubicBezTo>
                    <a:pt x="22930" y="28995"/>
                    <a:pt x="23927" y="36844"/>
                    <a:pt x="23927" y="37629"/>
                  </a:cubicBezTo>
                  <a:cubicBezTo>
                    <a:pt x="23927" y="38307"/>
                    <a:pt x="27236" y="40004"/>
                    <a:pt x="32921" y="40068"/>
                  </a:cubicBezTo>
                  <a:cubicBezTo>
                    <a:pt x="34830" y="40110"/>
                    <a:pt x="36782" y="39983"/>
                    <a:pt x="38585" y="39665"/>
                  </a:cubicBezTo>
                  <a:cubicBezTo>
                    <a:pt x="37376" y="39432"/>
                    <a:pt x="36294" y="38838"/>
                    <a:pt x="35657" y="37777"/>
                  </a:cubicBezTo>
                  <a:close/>
                </a:path>
              </a:pathLst>
            </a:custGeom>
            <a:solidFill>
              <a:srgbClr val="8917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718D660-B509-4F89-A98E-F9D9DBCCE50B}"/>
                </a:ext>
              </a:extLst>
            </p:cNvPr>
            <p:cNvSpPr/>
            <p:nvPr/>
          </p:nvSpPr>
          <p:spPr>
            <a:xfrm>
              <a:off x="4836587" y="3711755"/>
              <a:ext cx="93980" cy="93980"/>
            </a:xfrm>
            <a:custGeom>
              <a:avLst/>
              <a:gdLst>
                <a:gd name="connsiteX0" fmla="*/ 56309 w 63636"/>
                <a:gd name="connsiteY0" fmla="*/ 58121 h 63636"/>
                <a:gd name="connsiteX1" fmla="*/ 54188 w 63636"/>
                <a:gd name="connsiteY1" fmla="*/ 49466 h 63636"/>
                <a:gd name="connsiteX2" fmla="*/ 53488 w 63636"/>
                <a:gd name="connsiteY2" fmla="*/ 48873 h 63636"/>
                <a:gd name="connsiteX3" fmla="*/ 51176 w 63636"/>
                <a:gd name="connsiteY3" fmla="*/ 50803 h 63636"/>
                <a:gd name="connsiteX4" fmla="*/ 42670 w 63636"/>
                <a:gd name="connsiteY4" fmla="*/ 41470 h 63636"/>
                <a:gd name="connsiteX5" fmla="*/ 33018 w 63636"/>
                <a:gd name="connsiteY5" fmla="*/ 27215 h 63636"/>
                <a:gd name="connsiteX6" fmla="*/ 26315 w 63636"/>
                <a:gd name="connsiteY6" fmla="*/ 18433 h 63636"/>
                <a:gd name="connsiteX7" fmla="*/ 23918 w 63636"/>
                <a:gd name="connsiteY7" fmla="*/ 16291 h 63636"/>
                <a:gd name="connsiteX8" fmla="*/ 22264 w 63636"/>
                <a:gd name="connsiteY8" fmla="*/ 15909 h 63636"/>
                <a:gd name="connsiteX9" fmla="*/ 17831 w 63636"/>
                <a:gd name="connsiteY9" fmla="*/ 23439 h 63636"/>
                <a:gd name="connsiteX10" fmla="*/ 16367 w 63636"/>
                <a:gd name="connsiteY10" fmla="*/ 33494 h 63636"/>
                <a:gd name="connsiteX11" fmla="*/ 21988 w 63636"/>
                <a:gd name="connsiteY11" fmla="*/ 48300 h 63636"/>
                <a:gd name="connsiteX12" fmla="*/ 24003 w 63636"/>
                <a:gd name="connsiteY12" fmla="*/ 64909 h 63636"/>
                <a:gd name="connsiteX13" fmla="*/ 26209 w 63636"/>
                <a:gd name="connsiteY13" fmla="*/ 64633 h 63636"/>
                <a:gd name="connsiteX14" fmla="*/ 25891 w 63636"/>
                <a:gd name="connsiteY14" fmla="*/ 47197 h 63636"/>
                <a:gd name="connsiteX15" fmla="*/ 26888 w 63636"/>
                <a:gd name="connsiteY15" fmla="*/ 41491 h 63636"/>
                <a:gd name="connsiteX16" fmla="*/ 27546 w 63636"/>
                <a:gd name="connsiteY16" fmla="*/ 39560 h 63636"/>
                <a:gd name="connsiteX17" fmla="*/ 34588 w 63636"/>
                <a:gd name="connsiteY17" fmla="*/ 40112 h 63636"/>
                <a:gd name="connsiteX18" fmla="*/ 41949 w 63636"/>
                <a:gd name="connsiteY18" fmla="*/ 50018 h 63636"/>
                <a:gd name="connsiteX19" fmla="*/ 46637 w 63636"/>
                <a:gd name="connsiteY19" fmla="*/ 59945 h 63636"/>
                <a:gd name="connsiteX20" fmla="*/ 49543 w 63636"/>
                <a:gd name="connsiteY20" fmla="*/ 61833 h 63636"/>
                <a:gd name="connsiteX21" fmla="*/ 56309 w 63636"/>
                <a:gd name="connsiteY21" fmla="*/ 5812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3636" h="63636">
                  <a:moveTo>
                    <a:pt x="56309" y="58121"/>
                  </a:moveTo>
                  <a:cubicBezTo>
                    <a:pt x="57158" y="55215"/>
                    <a:pt x="57030" y="51991"/>
                    <a:pt x="54188" y="49466"/>
                  </a:cubicBezTo>
                  <a:cubicBezTo>
                    <a:pt x="53488" y="48873"/>
                    <a:pt x="53488" y="48873"/>
                    <a:pt x="53488" y="48873"/>
                  </a:cubicBezTo>
                  <a:cubicBezTo>
                    <a:pt x="53488" y="48873"/>
                    <a:pt x="53530" y="50803"/>
                    <a:pt x="51176" y="50803"/>
                  </a:cubicBezTo>
                  <a:cubicBezTo>
                    <a:pt x="48779" y="50803"/>
                    <a:pt x="44749" y="44842"/>
                    <a:pt x="42670" y="41470"/>
                  </a:cubicBezTo>
                  <a:cubicBezTo>
                    <a:pt x="40549" y="38054"/>
                    <a:pt x="34864" y="29612"/>
                    <a:pt x="33018" y="27215"/>
                  </a:cubicBezTo>
                  <a:cubicBezTo>
                    <a:pt x="31173" y="24839"/>
                    <a:pt x="27609" y="19770"/>
                    <a:pt x="26315" y="18433"/>
                  </a:cubicBezTo>
                  <a:cubicBezTo>
                    <a:pt x="25022" y="17033"/>
                    <a:pt x="24576" y="16588"/>
                    <a:pt x="23918" y="16291"/>
                  </a:cubicBezTo>
                  <a:cubicBezTo>
                    <a:pt x="23261" y="15994"/>
                    <a:pt x="22264" y="15909"/>
                    <a:pt x="22264" y="15909"/>
                  </a:cubicBezTo>
                  <a:cubicBezTo>
                    <a:pt x="21882" y="16206"/>
                    <a:pt x="18700" y="21976"/>
                    <a:pt x="17831" y="23439"/>
                  </a:cubicBezTo>
                  <a:cubicBezTo>
                    <a:pt x="17025" y="24882"/>
                    <a:pt x="15009" y="29951"/>
                    <a:pt x="16367" y="33494"/>
                  </a:cubicBezTo>
                  <a:cubicBezTo>
                    <a:pt x="17746" y="37079"/>
                    <a:pt x="19867" y="39964"/>
                    <a:pt x="21988" y="48300"/>
                  </a:cubicBezTo>
                  <a:cubicBezTo>
                    <a:pt x="24109" y="56636"/>
                    <a:pt x="24003" y="64909"/>
                    <a:pt x="24003" y="64909"/>
                  </a:cubicBezTo>
                  <a:lnTo>
                    <a:pt x="26209" y="64633"/>
                  </a:lnTo>
                  <a:cubicBezTo>
                    <a:pt x="26209" y="64633"/>
                    <a:pt x="25340" y="51800"/>
                    <a:pt x="25891" y="47197"/>
                  </a:cubicBezTo>
                  <a:cubicBezTo>
                    <a:pt x="26379" y="43166"/>
                    <a:pt x="26803" y="41767"/>
                    <a:pt x="26888" y="41491"/>
                  </a:cubicBezTo>
                  <a:cubicBezTo>
                    <a:pt x="26952" y="41066"/>
                    <a:pt x="27143" y="40621"/>
                    <a:pt x="27546" y="39560"/>
                  </a:cubicBezTo>
                  <a:cubicBezTo>
                    <a:pt x="28564" y="36824"/>
                    <a:pt x="32212" y="38394"/>
                    <a:pt x="34588" y="40112"/>
                  </a:cubicBezTo>
                  <a:cubicBezTo>
                    <a:pt x="36985" y="41873"/>
                    <a:pt x="40209" y="47366"/>
                    <a:pt x="41949" y="50018"/>
                  </a:cubicBezTo>
                  <a:cubicBezTo>
                    <a:pt x="43688" y="52670"/>
                    <a:pt x="44303" y="56212"/>
                    <a:pt x="46637" y="59945"/>
                  </a:cubicBezTo>
                  <a:cubicBezTo>
                    <a:pt x="47273" y="61027"/>
                    <a:pt x="48355" y="61600"/>
                    <a:pt x="49543" y="61833"/>
                  </a:cubicBezTo>
                  <a:cubicBezTo>
                    <a:pt x="53021" y="61303"/>
                    <a:pt x="55758" y="60051"/>
                    <a:pt x="56309" y="58121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EABC6A15-F9BB-4BD4-B42D-C64EF40EA950}"/>
                </a:ext>
              </a:extLst>
            </p:cNvPr>
            <p:cNvSpPr/>
            <p:nvPr/>
          </p:nvSpPr>
          <p:spPr>
            <a:xfrm>
              <a:off x="4902611" y="3547227"/>
              <a:ext cx="93980" cy="281940"/>
            </a:xfrm>
            <a:custGeom>
              <a:avLst/>
              <a:gdLst>
                <a:gd name="connsiteX0" fmla="*/ 47621 w 63636"/>
                <a:gd name="connsiteY0" fmla="*/ 194344 h 190908"/>
                <a:gd name="connsiteX1" fmla="*/ 59542 w 63636"/>
                <a:gd name="connsiteY1" fmla="*/ 189381 h 190908"/>
                <a:gd name="connsiteX2" fmla="*/ 42827 w 63636"/>
                <a:gd name="connsiteY2" fmla="*/ 159769 h 190908"/>
                <a:gd name="connsiteX3" fmla="*/ 47642 w 63636"/>
                <a:gd name="connsiteY3" fmla="*/ 115542 h 190908"/>
                <a:gd name="connsiteX4" fmla="*/ 50654 w 63636"/>
                <a:gd name="connsiteY4" fmla="*/ 65715 h 190908"/>
                <a:gd name="connsiteX5" fmla="*/ 54579 w 63636"/>
                <a:gd name="connsiteY5" fmla="*/ 22845 h 190908"/>
                <a:gd name="connsiteX6" fmla="*/ 15909 w 63636"/>
                <a:gd name="connsiteY6" fmla="*/ 15909 h 190908"/>
                <a:gd name="connsiteX7" fmla="*/ 23864 w 63636"/>
                <a:gd name="connsiteY7" fmla="*/ 60115 h 190908"/>
                <a:gd name="connsiteX8" fmla="*/ 24606 w 63636"/>
                <a:gd name="connsiteY8" fmla="*/ 71272 h 190908"/>
                <a:gd name="connsiteX9" fmla="*/ 21997 w 63636"/>
                <a:gd name="connsiteY9" fmla="*/ 94330 h 190908"/>
                <a:gd name="connsiteX10" fmla="*/ 27576 w 63636"/>
                <a:gd name="connsiteY10" fmla="*/ 140084 h 190908"/>
                <a:gd name="connsiteX11" fmla="*/ 27215 w 63636"/>
                <a:gd name="connsiteY11" fmla="*/ 157945 h 190908"/>
                <a:gd name="connsiteX12" fmla="*/ 31670 w 63636"/>
                <a:gd name="connsiteY12" fmla="*/ 161254 h 190908"/>
                <a:gd name="connsiteX13" fmla="*/ 47621 w 63636"/>
                <a:gd name="connsiteY13" fmla="*/ 19434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636" h="190908">
                  <a:moveTo>
                    <a:pt x="47621" y="194344"/>
                  </a:moveTo>
                  <a:cubicBezTo>
                    <a:pt x="47854" y="194090"/>
                    <a:pt x="59118" y="189593"/>
                    <a:pt x="59542" y="189381"/>
                  </a:cubicBezTo>
                  <a:cubicBezTo>
                    <a:pt x="46900" y="177269"/>
                    <a:pt x="43294" y="160766"/>
                    <a:pt x="42827" y="159769"/>
                  </a:cubicBezTo>
                  <a:cubicBezTo>
                    <a:pt x="41682" y="157563"/>
                    <a:pt x="46157" y="126339"/>
                    <a:pt x="47642" y="115542"/>
                  </a:cubicBezTo>
                  <a:cubicBezTo>
                    <a:pt x="49148" y="104766"/>
                    <a:pt x="50273" y="71654"/>
                    <a:pt x="50654" y="65715"/>
                  </a:cubicBezTo>
                  <a:cubicBezTo>
                    <a:pt x="51015" y="59776"/>
                    <a:pt x="54579" y="22845"/>
                    <a:pt x="54579" y="22845"/>
                  </a:cubicBezTo>
                  <a:lnTo>
                    <a:pt x="15909" y="15909"/>
                  </a:lnTo>
                  <a:cubicBezTo>
                    <a:pt x="15909" y="15909"/>
                    <a:pt x="23864" y="58248"/>
                    <a:pt x="23864" y="60115"/>
                  </a:cubicBezTo>
                  <a:cubicBezTo>
                    <a:pt x="23864" y="62003"/>
                    <a:pt x="24606" y="66839"/>
                    <a:pt x="24606" y="71272"/>
                  </a:cubicBezTo>
                  <a:cubicBezTo>
                    <a:pt x="24606" y="75748"/>
                    <a:pt x="21997" y="82833"/>
                    <a:pt x="21997" y="94330"/>
                  </a:cubicBezTo>
                  <a:cubicBezTo>
                    <a:pt x="21997" y="105869"/>
                    <a:pt x="27576" y="125575"/>
                    <a:pt x="27576" y="140084"/>
                  </a:cubicBezTo>
                  <a:cubicBezTo>
                    <a:pt x="27576" y="149736"/>
                    <a:pt x="27576" y="154784"/>
                    <a:pt x="27215" y="157945"/>
                  </a:cubicBezTo>
                  <a:cubicBezTo>
                    <a:pt x="28700" y="158602"/>
                    <a:pt x="30333" y="159621"/>
                    <a:pt x="31670" y="161254"/>
                  </a:cubicBezTo>
                  <a:cubicBezTo>
                    <a:pt x="34639" y="164987"/>
                    <a:pt x="45797" y="196551"/>
                    <a:pt x="47621" y="194344"/>
                  </a:cubicBezTo>
                  <a:close/>
                </a:path>
              </a:pathLst>
            </a:custGeom>
            <a:solidFill>
              <a:srgbClr val="FBCC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67C575A-6776-499B-A06E-43BE4A98397C}"/>
                </a:ext>
              </a:extLst>
            </p:cNvPr>
            <p:cNvSpPr/>
            <p:nvPr/>
          </p:nvSpPr>
          <p:spPr>
            <a:xfrm>
              <a:off x="4925134" y="3784324"/>
              <a:ext cx="62653" cy="62653"/>
            </a:xfrm>
            <a:custGeom>
              <a:avLst/>
              <a:gdLst>
                <a:gd name="connsiteX0" fmla="*/ 35657 w 42424"/>
                <a:gd name="connsiteY0" fmla="*/ 37789 h 42424"/>
                <a:gd name="connsiteX1" fmla="*/ 30948 w 42424"/>
                <a:gd name="connsiteY1" fmla="*/ 27862 h 42424"/>
                <a:gd name="connsiteX2" fmla="*/ 23609 w 42424"/>
                <a:gd name="connsiteY2" fmla="*/ 17956 h 42424"/>
                <a:gd name="connsiteX3" fmla="*/ 16545 w 42424"/>
                <a:gd name="connsiteY3" fmla="*/ 17404 h 42424"/>
                <a:gd name="connsiteX4" fmla="*/ 15909 w 42424"/>
                <a:gd name="connsiteY4" fmla="*/ 19292 h 42424"/>
                <a:gd name="connsiteX5" fmla="*/ 15909 w 42424"/>
                <a:gd name="connsiteY5" fmla="*/ 19207 h 42424"/>
                <a:gd name="connsiteX6" fmla="*/ 21403 w 42424"/>
                <a:gd name="connsiteY6" fmla="*/ 25762 h 42424"/>
                <a:gd name="connsiteX7" fmla="*/ 23885 w 42424"/>
                <a:gd name="connsiteY7" fmla="*/ 37619 h 42424"/>
                <a:gd name="connsiteX8" fmla="*/ 32879 w 42424"/>
                <a:gd name="connsiteY8" fmla="*/ 40080 h 42424"/>
                <a:gd name="connsiteX9" fmla="*/ 38542 w 42424"/>
                <a:gd name="connsiteY9" fmla="*/ 39656 h 42424"/>
                <a:gd name="connsiteX10" fmla="*/ 35657 w 42424"/>
                <a:gd name="connsiteY10" fmla="*/ 3778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24" h="42424">
                  <a:moveTo>
                    <a:pt x="35657" y="37789"/>
                  </a:moveTo>
                  <a:cubicBezTo>
                    <a:pt x="33324" y="33992"/>
                    <a:pt x="32688" y="30534"/>
                    <a:pt x="30948" y="27862"/>
                  </a:cubicBezTo>
                  <a:cubicBezTo>
                    <a:pt x="29209" y="25210"/>
                    <a:pt x="26027" y="19695"/>
                    <a:pt x="23609" y="17956"/>
                  </a:cubicBezTo>
                  <a:cubicBezTo>
                    <a:pt x="21212" y="16195"/>
                    <a:pt x="17542" y="14668"/>
                    <a:pt x="16545" y="17404"/>
                  </a:cubicBezTo>
                  <a:cubicBezTo>
                    <a:pt x="16164" y="18444"/>
                    <a:pt x="15930" y="18910"/>
                    <a:pt x="15909" y="19292"/>
                  </a:cubicBezTo>
                  <a:cubicBezTo>
                    <a:pt x="15909" y="19250"/>
                    <a:pt x="15909" y="19207"/>
                    <a:pt x="15909" y="19207"/>
                  </a:cubicBezTo>
                  <a:cubicBezTo>
                    <a:pt x="15909" y="19207"/>
                    <a:pt x="19939" y="22516"/>
                    <a:pt x="21403" y="25762"/>
                  </a:cubicBezTo>
                  <a:cubicBezTo>
                    <a:pt x="22888" y="28986"/>
                    <a:pt x="23885" y="36877"/>
                    <a:pt x="23885" y="37619"/>
                  </a:cubicBezTo>
                  <a:cubicBezTo>
                    <a:pt x="23885" y="38319"/>
                    <a:pt x="27194" y="39995"/>
                    <a:pt x="32879" y="40080"/>
                  </a:cubicBezTo>
                  <a:cubicBezTo>
                    <a:pt x="34809" y="40122"/>
                    <a:pt x="36739" y="39974"/>
                    <a:pt x="38542" y="39656"/>
                  </a:cubicBezTo>
                  <a:cubicBezTo>
                    <a:pt x="37333" y="39422"/>
                    <a:pt x="36273" y="38850"/>
                    <a:pt x="35657" y="37789"/>
                  </a:cubicBezTo>
                  <a:close/>
                </a:path>
              </a:pathLst>
            </a:custGeom>
            <a:solidFill>
              <a:srgbClr val="8917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CE5FCF8-BF37-4A49-A7E8-8AC1C9FBB771}"/>
                </a:ext>
              </a:extLst>
            </p:cNvPr>
            <p:cNvSpPr/>
            <p:nvPr/>
          </p:nvSpPr>
          <p:spPr>
            <a:xfrm>
              <a:off x="4908853" y="3751570"/>
              <a:ext cx="93980" cy="93980"/>
            </a:xfrm>
            <a:custGeom>
              <a:avLst/>
              <a:gdLst>
                <a:gd name="connsiteX0" fmla="*/ 56312 w 63636"/>
                <a:gd name="connsiteY0" fmla="*/ 58121 h 63636"/>
                <a:gd name="connsiteX1" fmla="*/ 54191 w 63636"/>
                <a:gd name="connsiteY1" fmla="*/ 49488 h 63636"/>
                <a:gd name="connsiteX2" fmla="*/ 53469 w 63636"/>
                <a:gd name="connsiteY2" fmla="*/ 48873 h 63636"/>
                <a:gd name="connsiteX3" fmla="*/ 51157 w 63636"/>
                <a:gd name="connsiteY3" fmla="*/ 50803 h 63636"/>
                <a:gd name="connsiteX4" fmla="*/ 42630 w 63636"/>
                <a:gd name="connsiteY4" fmla="*/ 41406 h 63636"/>
                <a:gd name="connsiteX5" fmla="*/ 32979 w 63636"/>
                <a:gd name="connsiteY5" fmla="*/ 27215 h 63636"/>
                <a:gd name="connsiteX6" fmla="*/ 26318 w 63636"/>
                <a:gd name="connsiteY6" fmla="*/ 18391 h 63636"/>
                <a:gd name="connsiteX7" fmla="*/ 23921 w 63636"/>
                <a:gd name="connsiteY7" fmla="*/ 16291 h 63636"/>
                <a:gd name="connsiteX8" fmla="*/ 22245 w 63636"/>
                <a:gd name="connsiteY8" fmla="*/ 15909 h 63636"/>
                <a:gd name="connsiteX9" fmla="*/ 17833 w 63636"/>
                <a:gd name="connsiteY9" fmla="*/ 23418 h 63636"/>
                <a:gd name="connsiteX10" fmla="*/ 16391 w 63636"/>
                <a:gd name="connsiteY10" fmla="*/ 33515 h 63636"/>
                <a:gd name="connsiteX11" fmla="*/ 21991 w 63636"/>
                <a:gd name="connsiteY11" fmla="*/ 48279 h 63636"/>
                <a:gd name="connsiteX12" fmla="*/ 24006 w 63636"/>
                <a:gd name="connsiteY12" fmla="*/ 64909 h 63636"/>
                <a:gd name="connsiteX13" fmla="*/ 26212 w 63636"/>
                <a:gd name="connsiteY13" fmla="*/ 64633 h 63636"/>
                <a:gd name="connsiteX14" fmla="*/ 25936 w 63636"/>
                <a:gd name="connsiteY14" fmla="*/ 47176 h 63636"/>
                <a:gd name="connsiteX15" fmla="*/ 26933 w 63636"/>
                <a:gd name="connsiteY15" fmla="*/ 41448 h 63636"/>
                <a:gd name="connsiteX16" fmla="*/ 27569 w 63636"/>
                <a:gd name="connsiteY16" fmla="*/ 39561 h 63636"/>
                <a:gd name="connsiteX17" fmla="*/ 34633 w 63636"/>
                <a:gd name="connsiteY17" fmla="*/ 40112 h 63636"/>
                <a:gd name="connsiteX18" fmla="*/ 41972 w 63636"/>
                <a:gd name="connsiteY18" fmla="*/ 50018 h 63636"/>
                <a:gd name="connsiteX19" fmla="*/ 46682 w 63636"/>
                <a:gd name="connsiteY19" fmla="*/ 59945 h 63636"/>
                <a:gd name="connsiteX20" fmla="*/ 49566 w 63636"/>
                <a:gd name="connsiteY20" fmla="*/ 61812 h 63636"/>
                <a:gd name="connsiteX21" fmla="*/ 56312 w 63636"/>
                <a:gd name="connsiteY21" fmla="*/ 5812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3636" h="63636">
                  <a:moveTo>
                    <a:pt x="56312" y="58121"/>
                  </a:moveTo>
                  <a:cubicBezTo>
                    <a:pt x="57118" y="55151"/>
                    <a:pt x="56991" y="51948"/>
                    <a:pt x="54191" y="49488"/>
                  </a:cubicBezTo>
                  <a:cubicBezTo>
                    <a:pt x="53469" y="48873"/>
                    <a:pt x="53469" y="48873"/>
                    <a:pt x="53469" y="48873"/>
                  </a:cubicBezTo>
                  <a:cubicBezTo>
                    <a:pt x="53469" y="48873"/>
                    <a:pt x="53533" y="50803"/>
                    <a:pt x="51157" y="50803"/>
                  </a:cubicBezTo>
                  <a:cubicBezTo>
                    <a:pt x="48781" y="50803"/>
                    <a:pt x="44730" y="44821"/>
                    <a:pt x="42630" y="41406"/>
                  </a:cubicBezTo>
                  <a:cubicBezTo>
                    <a:pt x="40509" y="38055"/>
                    <a:pt x="34824" y="29633"/>
                    <a:pt x="32979" y="27215"/>
                  </a:cubicBezTo>
                  <a:cubicBezTo>
                    <a:pt x="31133" y="24839"/>
                    <a:pt x="27569" y="19770"/>
                    <a:pt x="26318" y="18391"/>
                  </a:cubicBezTo>
                  <a:cubicBezTo>
                    <a:pt x="25003" y="17033"/>
                    <a:pt x="24557" y="16588"/>
                    <a:pt x="23921" y="16291"/>
                  </a:cubicBezTo>
                  <a:cubicBezTo>
                    <a:pt x="23263" y="15994"/>
                    <a:pt x="22245" y="15909"/>
                    <a:pt x="22245" y="15909"/>
                  </a:cubicBezTo>
                  <a:cubicBezTo>
                    <a:pt x="21863" y="16185"/>
                    <a:pt x="18682" y="21955"/>
                    <a:pt x="17833" y="23418"/>
                  </a:cubicBezTo>
                  <a:cubicBezTo>
                    <a:pt x="17006" y="24882"/>
                    <a:pt x="14991" y="29951"/>
                    <a:pt x="16391" y="33515"/>
                  </a:cubicBezTo>
                  <a:cubicBezTo>
                    <a:pt x="17748" y="37121"/>
                    <a:pt x="19870" y="39964"/>
                    <a:pt x="21991" y="48279"/>
                  </a:cubicBezTo>
                  <a:cubicBezTo>
                    <a:pt x="24112" y="56657"/>
                    <a:pt x="24006" y="64909"/>
                    <a:pt x="24006" y="64909"/>
                  </a:cubicBezTo>
                  <a:lnTo>
                    <a:pt x="26212" y="64633"/>
                  </a:lnTo>
                  <a:cubicBezTo>
                    <a:pt x="26212" y="64633"/>
                    <a:pt x="25385" y="51800"/>
                    <a:pt x="25936" y="47176"/>
                  </a:cubicBezTo>
                  <a:cubicBezTo>
                    <a:pt x="26382" y="43167"/>
                    <a:pt x="26827" y="41724"/>
                    <a:pt x="26933" y="41448"/>
                  </a:cubicBezTo>
                  <a:cubicBezTo>
                    <a:pt x="26954" y="41067"/>
                    <a:pt x="27188" y="40600"/>
                    <a:pt x="27569" y="39561"/>
                  </a:cubicBezTo>
                  <a:cubicBezTo>
                    <a:pt x="28566" y="36824"/>
                    <a:pt x="32236" y="38351"/>
                    <a:pt x="34633" y="40112"/>
                  </a:cubicBezTo>
                  <a:cubicBezTo>
                    <a:pt x="37030" y="41851"/>
                    <a:pt x="40233" y="47366"/>
                    <a:pt x="41972" y="50018"/>
                  </a:cubicBezTo>
                  <a:cubicBezTo>
                    <a:pt x="43733" y="52691"/>
                    <a:pt x="44348" y="56148"/>
                    <a:pt x="46682" y="59945"/>
                  </a:cubicBezTo>
                  <a:cubicBezTo>
                    <a:pt x="47318" y="61006"/>
                    <a:pt x="48378" y="61579"/>
                    <a:pt x="49566" y="61812"/>
                  </a:cubicBezTo>
                  <a:cubicBezTo>
                    <a:pt x="53003" y="61303"/>
                    <a:pt x="55718" y="60051"/>
                    <a:pt x="56312" y="58121"/>
                  </a:cubicBezTo>
                  <a:close/>
                </a:path>
              </a:pathLst>
            </a:custGeom>
            <a:solidFill>
              <a:srgbClr val="01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D728BD4-AEC1-4FC4-B963-7376C4768DF2}"/>
                </a:ext>
              </a:extLst>
            </p:cNvPr>
            <p:cNvSpPr/>
            <p:nvPr/>
          </p:nvSpPr>
          <p:spPr>
            <a:xfrm>
              <a:off x="4804589" y="3395042"/>
              <a:ext cx="219286" cy="250613"/>
            </a:xfrm>
            <a:custGeom>
              <a:avLst/>
              <a:gdLst>
                <a:gd name="connsiteX0" fmla="*/ 35425 w 148484"/>
                <a:gd name="connsiteY0" fmla="*/ 41385 h 169696"/>
                <a:gd name="connsiteX1" fmla="*/ 38309 w 148484"/>
                <a:gd name="connsiteY1" fmla="*/ 75112 h 169696"/>
                <a:gd name="connsiteX2" fmla="*/ 36337 w 148484"/>
                <a:gd name="connsiteY2" fmla="*/ 122690 h 169696"/>
                <a:gd name="connsiteX3" fmla="*/ 43273 w 148484"/>
                <a:gd name="connsiteY3" fmla="*/ 129627 h 169696"/>
                <a:gd name="connsiteX4" fmla="*/ 50209 w 148484"/>
                <a:gd name="connsiteY4" fmla="*/ 123709 h 169696"/>
                <a:gd name="connsiteX5" fmla="*/ 56170 w 148484"/>
                <a:gd name="connsiteY5" fmla="*/ 132639 h 169696"/>
                <a:gd name="connsiteX6" fmla="*/ 111703 w 148484"/>
                <a:gd name="connsiteY6" fmla="*/ 137560 h 169696"/>
                <a:gd name="connsiteX7" fmla="*/ 124579 w 148484"/>
                <a:gd name="connsiteY7" fmla="*/ 128630 h 169696"/>
                <a:gd name="connsiteX8" fmla="*/ 119636 w 148484"/>
                <a:gd name="connsiteY8" fmla="*/ 65185 h 169696"/>
                <a:gd name="connsiteX9" fmla="*/ 114673 w 148484"/>
                <a:gd name="connsiteY9" fmla="*/ 35424 h 169696"/>
                <a:gd name="connsiteX10" fmla="*/ 35425 w 148484"/>
                <a:gd name="connsiteY10" fmla="*/ 41385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484" h="169696">
                  <a:moveTo>
                    <a:pt x="35425" y="41385"/>
                  </a:moveTo>
                  <a:cubicBezTo>
                    <a:pt x="35425" y="41385"/>
                    <a:pt x="35319" y="59224"/>
                    <a:pt x="38309" y="75112"/>
                  </a:cubicBezTo>
                  <a:cubicBezTo>
                    <a:pt x="41279" y="90978"/>
                    <a:pt x="36337" y="122690"/>
                    <a:pt x="36337" y="122690"/>
                  </a:cubicBezTo>
                  <a:lnTo>
                    <a:pt x="43273" y="129627"/>
                  </a:lnTo>
                  <a:lnTo>
                    <a:pt x="50209" y="123709"/>
                  </a:lnTo>
                  <a:lnTo>
                    <a:pt x="56170" y="132639"/>
                  </a:lnTo>
                  <a:cubicBezTo>
                    <a:pt x="56170" y="132639"/>
                    <a:pt x="100482" y="139002"/>
                    <a:pt x="111703" y="137560"/>
                  </a:cubicBezTo>
                  <a:cubicBezTo>
                    <a:pt x="119636" y="136563"/>
                    <a:pt x="124579" y="128630"/>
                    <a:pt x="124579" y="128630"/>
                  </a:cubicBezTo>
                  <a:cubicBezTo>
                    <a:pt x="124579" y="128630"/>
                    <a:pt x="119636" y="90978"/>
                    <a:pt x="119636" y="65185"/>
                  </a:cubicBezTo>
                  <a:cubicBezTo>
                    <a:pt x="119636" y="40939"/>
                    <a:pt x="114673" y="35424"/>
                    <a:pt x="114673" y="35424"/>
                  </a:cubicBezTo>
                  <a:lnTo>
                    <a:pt x="35425" y="41385"/>
                  </a:lnTo>
                  <a:close/>
                </a:path>
              </a:pathLst>
            </a:custGeom>
            <a:solidFill>
              <a:srgbClr val="0E222B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0CE0B3CE-8643-4662-9CA9-3CBF63CAE903}"/>
                </a:ext>
              </a:extLst>
            </p:cNvPr>
            <p:cNvSpPr/>
            <p:nvPr/>
          </p:nvSpPr>
          <p:spPr>
            <a:xfrm>
              <a:off x="4917397" y="3202539"/>
              <a:ext cx="125307" cy="187960"/>
            </a:xfrm>
            <a:custGeom>
              <a:avLst/>
              <a:gdLst>
                <a:gd name="connsiteX0" fmla="*/ 35424 w 84848"/>
                <a:gd name="connsiteY0" fmla="*/ 35424 h 127272"/>
                <a:gd name="connsiteX1" fmla="*/ 51779 w 84848"/>
                <a:gd name="connsiteY1" fmla="*/ 65163 h 127272"/>
                <a:gd name="connsiteX2" fmla="*/ 38754 w 84848"/>
                <a:gd name="connsiteY2" fmla="*/ 101224 h 127272"/>
                <a:gd name="connsiteX3" fmla="*/ 35424 w 84848"/>
                <a:gd name="connsiteY3" fmla="*/ 35424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27272">
                  <a:moveTo>
                    <a:pt x="35424" y="35424"/>
                  </a:moveTo>
                  <a:cubicBezTo>
                    <a:pt x="35424" y="35424"/>
                    <a:pt x="51397" y="52882"/>
                    <a:pt x="51779" y="65163"/>
                  </a:cubicBezTo>
                  <a:cubicBezTo>
                    <a:pt x="52160" y="77424"/>
                    <a:pt x="40621" y="97130"/>
                    <a:pt x="38754" y="101224"/>
                  </a:cubicBezTo>
                  <a:cubicBezTo>
                    <a:pt x="36930" y="105296"/>
                    <a:pt x="35424" y="35424"/>
                    <a:pt x="35424" y="35424"/>
                  </a:cubicBezTo>
                  <a:close/>
                </a:path>
              </a:pathLst>
            </a:custGeom>
            <a:solidFill>
              <a:srgbClr val="0F2A3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CBCE3A3D-8BA0-40D4-BFF6-58AE05A3B00D}"/>
                </a:ext>
              </a:extLst>
            </p:cNvPr>
            <p:cNvSpPr/>
            <p:nvPr/>
          </p:nvSpPr>
          <p:spPr>
            <a:xfrm>
              <a:off x="4749727" y="3122306"/>
              <a:ext cx="125307" cy="156633"/>
            </a:xfrm>
            <a:custGeom>
              <a:avLst/>
              <a:gdLst>
                <a:gd name="connsiteX0" fmla="*/ 52167 w 84848"/>
                <a:gd name="connsiteY0" fmla="*/ 68562 h 106060"/>
                <a:gd name="connsiteX1" fmla="*/ 53461 w 84848"/>
                <a:gd name="connsiteY1" fmla="*/ 57362 h 106060"/>
                <a:gd name="connsiteX2" fmla="*/ 54627 w 84848"/>
                <a:gd name="connsiteY2" fmla="*/ 50150 h 106060"/>
                <a:gd name="connsiteX3" fmla="*/ 50576 w 84848"/>
                <a:gd name="connsiteY3" fmla="*/ 51995 h 106060"/>
                <a:gd name="connsiteX4" fmla="*/ 46652 w 84848"/>
                <a:gd name="connsiteY4" fmla="*/ 50701 h 106060"/>
                <a:gd name="connsiteX5" fmla="*/ 49982 w 84848"/>
                <a:gd name="connsiteY5" fmla="*/ 36723 h 106060"/>
                <a:gd name="connsiteX6" fmla="*/ 46631 w 84848"/>
                <a:gd name="connsiteY6" fmla="*/ 36022 h 106060"/>
                <a:gd name="connsiteX7" fmla="*/ 43300 w 84848"/>
                <a:gd name="connsiteY7" fmla="*/ 43532 h 106060"/>
                <a:gd name="connsiteX8" fmla="*/ 39122 w 84848"/>
                <a:gd name="connsiteY8" fmla="*/ 49429 h 106060"/>
                <a:gd name="connsiteX9" fmla="*/ 35918 w 84848"/>
                <a:gd name="connsiteY9" fmla="*/ 55728 h 106060"/>
                <a:gd name="connsiteX10" fmla="*/ 35855 w 84848"/>
                <a:gd name="connsiteY10" fmla="*/ 64213 h 106060"/>
                <a:gd name="connsiteX11" fmla="*/ 39843 w 84848"/>
                <a:gd name="connsiteY11" fmla="*/ 71659 h 106060"/>
                <a:gd name="connsiteX12" fmla="*/ 44849 w 84848"/>
                <a:gd name="connsiteY12" fmla="*/ 75053 h 106060"/>
                <a:gd name="connsiteX13" fmla="*/ 52167 w 84848"/>
                <a:gd name="connsiteY13" fmla="*/ 68562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4848" h="106060">
                  <a:moveTo>
                    <a:pt x="52167" y="68562"/>
                  </a:moveTo>
                  <a:cubicBezTo>
                    <a:pt x="52167" y="68562"/>
                    <a:pt x="53779" y="60331"/>
                    <a:pt x="53461" y="57362"/>
                  </a:cubicBezTo>
                  <a:cubicBezTo>
                    <a:pt x="53164" y="54350"/>
                    <a:pt x="54627" y="50150"/>
                    <a:pt x="54627" y="50150"/>
                  </a:cubicBezTo>
                  <a:cubicBezTo>
                    <a:pt x="54627" y="50150"/>
                    <a:pt x="51700" y="48410"/>
                    <a:pt x="50576" y="51995"/>
                  </a:cubicBezTo>
                  <a:cubicBezTo>
                    <a:pt x="49367" y="55559"/>
                    <a:pt x="46758" y="53162"/>
                    <a:pt x="46652" y="50701"/>
                  </a:cubicBezTo>
                  <a:cubicBezTo>
                    <a:pt x="46546" y="48198"/>
                    <a:pt x="49982" y="36723"/>
                    <a:pt x="49982" y="36723"/>
                  </a:cubicBezTo>
                  <a:cubicBezTo>
                    <a:pt x="49982" y="36723"/>
                    <a:pt x="47331" y="34347"/>
                    <a:pt x="46631" y="36022"/>
                  </a:cubicBezTo>
                  <a:cubicBezTo>
                    <a:pt x="45846" y="37741"/>
                    <a:pt x="43300" y="43532"/>
                    <a:pt x="43300" y="43532"/>
                  </a:cubicBezTo>
                  <a:cubicBezTo>
                    <a:pt x="43300" y="43532"/>
                    <a:pt x="39906" y="48516"/>
                    <a:pt x="39122" y="49429"/>
                  </a:cubicBezTo>
                  <a:cubicBezTo>
                    <a:pt x="38294" y="50298"/>
                    <a:pt x="36491" y="54371"/>
                    <a:pt x="35918" y="55728"/>
                  </a:cubicBezTo>
                  <a:cubicBezTo>
                    <a:pt x="35303" y="57086"/>
                    <a:pt x="35240" y="61922"/>
                    <a:pt x="35855" y="64213"/>
                  </a:cubicBezTo>
                  <a:cubicBezTo>
                    <a:pt x="36470" y="66525"/>
                    <a:pt x="39843" y="71659"/>
                    <a:pt x="39843" y="71659"/>
                  </a:cubicBezTo>
                  <a:lnTo>
                    <a:pt x="44849" y="75053"/>
                  </a:lnTo>
                  <a:lnTo>
                    <a:pt x="52167" y="68562"/>
                  </a:lnTo>
                  <a:close/>
                </a:path>
              </a:pathLst>
            </a:custGeom>
            <a:solidFill>
              <a:srgbClr val="FBCCA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3B97C81-EC8D-4A7E-993E-162F369F50F3}"/>
                </a:ext>
              </a:extLst>
            </p:cNvPr>
            <p:cNvSpPr/>
            <p:nvPr/>
          </p:nvSpPr>
          <p:spPr>
            <a:xfrm>
              <a:off x="4846286" y="3160186"/>
              <a:ext cx="125307" cy="125307"/>
            </a:xfrm>
            <a:custGeom>
              <a:avLst/>
              <a:gdLst>
                <a:gd name="connsiteX0" fmla="*/ 35424 w 84848"/>
                <a:gd name="connsiteY0" fmla="*/ 42085 h 84848"/>
                <a:gd name="connsiteX1" fmla="*/ 35742 w 84848"/>
                <a:gd name="connsiteY1" fmla="*/ 45712 h 84848"/>
                <a:gd name="connsiteX2" fmla="*/ 65269 w 84848"/>
                <a:gd name="connsiteY2" fmla="*/ 50718 h 84848"/>
                <a:gd name="connsiteX3" fmla="*/ 68260 w 84848"/>
                <a:gd name="connsiteY3" fmla="*/ 51036 h 84848"/>
                <a:gd name="connsiteX4" fmla="*/ 65969 w 84848"/>
                <a:gd name="connsiteY4" fmla="*/ 41745 h 84848"/>
                <a:gd name="connsiteX5" fmla="*/ 66648 w 84848"/>
                <a:gd name="connsiteY5" fmla="*/ 35424 h 84848"/>
                <a:gd name="connsiteX6" fmla="*/ 39073 w 84848"/>
                <a:gd name="connsiteY6" fmla="*/ 41045 h 84848"/>
                <a:gd name="connsiteX7" fmla="*/ 35424 w 84848"/>
                <a:gd name="connsiteY7" fmla="*/ 42085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84848">
                  <a:moveTo>
                    <a:pt x="35424" y="42085"/>
                  </a:moveTo>
                  <a:lnTo>
                    <a:pt x="35742" y="45712"/>
                  </a:lnTo>
                  <a:lnTo>
                    <a:pt x="65269" y="50718"/>
                  </a:lnTo>
                  <a:lnTo>
                    <a:pt x="68260" y="51036"/>
                  </a:lnTo>
                  <a:cubicBezTo>
                    <a:pt x="68260" y="51036"/>
                    <a:pt x="65269" y="48024"/>
                    <a:pt x="65969" y="41745"/>
                  </a:cubicBezTo>
                  <a:cubicBezTo>
                    <a:pt x="66648" y="35424"/>
                    <a:pt x="66648" y="35424"/>
                    <a:pt x="66648" y="35424"/>
                  </a:cubicBezTo>
                  <a:lnTo>
                    <a:pt x="39073" y="41045"/>
                  </a:lnTo>
                  <a:lnTo>
                    <a:pt x="35424" y="42085"/>
                  </a:lnTo>
                  <a:close/>
                </a:path>
              </a:pathLst>
            </a:custGeom>
            <a:solidFill>
              <a:srgbClr val="FBCCA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73F611D-C818-4DAB-8D5A-50406B11ECA1}"/>
                </a:ext>
              </a:extLst>
            </p:cNvPr>
            <p:cNvSpPr/>
            <p:nvPr/>
          </p:nvSpPr>
          <p:spPr>
            <a:xfrm>
              <a:off x="4909001" y="3118020"/>
              <a:ext cx="93980" cy="125307"/>
            </a:xfrm>
            <a:custGeom>
              <a:avLst/>
              <a:gdLst>
                <a:gd name="connsiteX0" fmla="*/ 36082 w 63636"/>
                <a:gd name="connsiteY0" fmla="*/ 35424 h 84848"/>
                <a:gd name="connsiteX1" fmla="*/ 40091 w 63636"/>
                <a:gd name="connsiteY1" fmla="*/ 49021 h 84848"/>
                <a:gd name="connsiteX2" fmla="*/ 35424 w 63636"/>
                <a:gd name="connsiteY2" fmla="*/ 52012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636" h="84848">
                  <a:moveTo>
                    <a:pt x="36082" y="35424"/>
                  </a:moveTo>
                  <a:lnTo>
                    <a:pt x="40091" y="49021"/>
                  </a:lnTo>
                  <a:lnTo>
                    <a:pt x="35424" y="52012"/>
                  </a:lnTo>
                  <a:close/>
                </a:path>
              </a:pathLst>
            </a:custGeom>
            <a:solidFill>
              <a:srgbClr val="E2AC8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4694E25-2555-402D-AEEB-6A1377042ED2}"/>
                </a:ext>
              </a:extLst>
            </p:cNvPr>
            <p:cNvSpPr/>
            <p:nvPr/>
          </p:nvSpPr>
          <p:spPr>
            <a:xfrm>
              <a:off x="4889861" y="3104080"/>
              <a:ext cx="125307" cy="156633"/>
            </a:xfrm>
            <a:custGeom>
              <a:avLst/>
              <a:gdLst>
                <a:gd name="connsiteX0" fmla="*/ 50379 w 84848"/>
                <a:gd name="connsiteY0" fmla="*/ 49191 h 106060"/>
                <a:gd name="connsiteX1" fmla="*/ 48130 w 84848"/>
                <a:gd name="connsiteY1" fmla="*/ 35424 h 106060"/>
                <a:gd name="connsiteX2" fmla="*/ 45754 w 84848"/>
                <a:gd name="connsiteY2" fmla="*/ 37588 h 106060"/>
                <a:gd name="connsiteX3" fmla="*/ 41766 w 84848"/>
                <a:gd name="connsiteY3" fmla="*/ 44248 h 106060"/>
                <a:gd name="connsiteX4" fmla="*/ 43082 w 84848"/>
                <a:gd name="connsiteY4" fmla="*/ 49530 h 106060"/>
                <a:gd name="connsiteX5" fmla="*/ 44439 w 84848"/>
                <a:gd name="connsiteY5" fmla="*/ 58185 h 106060"/>
                <a:gd name="connsiteX6" fmla="*/ 39094 w 84848"/>
                <a:gd name="connsiteY6" fmla="*/ 47579 h 106060"/>
                <a:gd name="connsiteX7" fmla="*/ 36463 w 84848"/>
                <a:gd name="connsiteY7" fmla="*/ 56827 h 106060"/>
                <a:gd name="connsiteX8" fmla="*/ 35424 w 84848"/>
                <a:gd name="connsiteY8" fmla="*/ 80203 h 106060"/>
                <a:gd name="connsiteX9" fmla="*/ 43421 w 84848"/>
                <a:gd name="connsiteY9" fmla="*/ 76766 h 106060"/>
                <a:gd name="connsiteX10" fmla="*/ 50379 w 84848"/>
                <a:gd name="connsiteY10" fmla="*/ 49191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848" h="106060">
                  <a:moveTo>
                    <a:pt x="50379" y="49191"/>
                  </a:moveTo>
                  <a:cubicBezTo>
                    <a:pt x="50379" y="44312"/>
                    <a:pt x="49551" y="39645"/>
                    <a:pt x="48130" y="35424"/>
                  </a:cubicBezTo>
                  <a:cubicBezTo>
                    <a:pt x="47727" y="36421"/>
                    <a:pt x="47154" y="37376"/>
                    <a:pt x="45754" y="37588"/>
                  </a:cubicBezTo>
                  <a:cubicBezTo>
                    <a:pt x="41766" y="38245"/>
                    <a:pt x="41766" y="44248"/>
                    <a:pt x="41766" y="44248"/>
                  </a:cubicBezTo>
                  <a:lnTo>
                    <a:pt x="43082" y="49530"/>
                  </a:lnTo>
                  <a:lnTo>
                    <a:pt x="44439" y="58185"/>
                  </a:lnTo>
                  <a:cubicBezTo>
                    <a:pt x="44439" y="58185"/>
                    <a:pt x="41109" y="48236"/>
                    <a:pt x="39094" y="47579"/>
                  </a:cubicBezTo>
                  <a:cubicBezTo>
                    <a:pt x="37142" y="46921"/>
                    <a:pt x="34470" y="51545"/>
                    <a:pt x="36463" y="56827"/>
                  </a:cubicBezTo>
                  <a:cubicBezTo>
                    <a:pt x="38097" y="61218"/>
                    <a:pt x="36188" y="75175"/>
                    <a:pt x="35424" y="80203"/>
                  </a:cubicBezTo>
                  <a:cubicBezTo>
                    <a:pt x="38054" y="78421"/>
                    <a:pt x="41406" y="79418"/>
                    <a:pt x="43421" y="76766"/>
                  </a:cubicBezTo>
                  <a:cubicBezTo>
                    <a:pt x="48321" y="70403"/>
                    <a:pt x="50379" y="58609"/>
                    <a:pt x="50379" y="49191"/>
                  </a:cubicBezTo>
                  <a:close/>
                </a:path>
              </a:pathLst>
            </a:custGeom>
            <a:solidFill>
              <a:srgbClr val="FBCCA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23EB4FE-AE9C-4EBF-A1EF-755DF8308901}"/>
                </a:ext>
              </a:extLst>
            </p:cNvPr>
            <p:cNvSpPr/>
            <p:nvPr/>
          </p:nvSpPr>
          <p:spPr>
            <a:xfrm>
              <a:off x="4836949" y="3172967"/>
              <a:ext cx="156633" cy="93980"/>
            </a:xfrm>
            <a:custGeom>
              <a:avLst/>
              <a:gdLst>
                <a:gd name="connsiteX0" fmla="*/ 36760 w 106060"/>
                <a:gd name="connsiteY0" fmla="*/ 40048 h 63636"/>
                <a:gd name="connsiteX1" fmla="*/ 38415 w 106060"/>
                <a:gd name="connsiteY1" fmla="*/ 35424 h 63636"/>
                <a:gd name="connsiteX2" fmla="*/ 78230 w 106060"/>
                <a:gd name="connsiteY2" fmla="*/ 43018 h 63636"/>
                <a:gd name="connsiteX3" fmla="*/ 84657 w 106060"/>
                <a:gd name="connsiteY3" fmla="*/ 48448 h 63636"/>
                <a:gd name="connsiteX4" fmla="*/ 35424 w 106060"/>
                <a:gd name="connsiteY4" fmla="*/ 3975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60" h="63636">
                  <a:moveTo>
                    <a:pt x="36760" y="40048"/>
                  </a:moveTo>
                  <a:lnTo>
                    <a:pt x="38415" y="35424"/>
                  </a:lnTo>
                  <a:lnTo>
                    <a:pt x="78230" y="43018"/>
                  </a:lnTo>
                  <a:lnTo>
                    <a:pt x="84657" y="48448"/>
                  </a:lnTo>
                  <a:lnTo>
                    <a:pt x="35424" y="39751"/>
                  </a:lnTo>
                </a:path>
              </a:pathLst>
            </a:custGeom>
            <a:solidFill>
              <a:srgbClr val="E7E7E7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758B8B-923F-4E95-A5C6-8BD4CA104B69}"/>
                </a:ext>
              </a:extLst>
            </p:cNvPr>
            <p:cNvSpPr/>
            <p:nvPr/>
          </p:nvSpPr>
          <p:spPr>
            <a:xfrm>
              <a:off x="5006153" y="3249718"/>
              <a:ext cx="125307" cy="125307"/>
            </a:xfrm>
            <a:custGeom>
              <a:avLst/>
              <a:gdLst>
                <a:gd name="connsiteX0" fmla="*/ 35652 w 84848"/>
                <a:gd name="connsiteY0" fmla="*/ 54069 h 84848"/>
                <a:gd name="connsiteX1" fmla="*/ 36564 w 84848"/>
                <a:gd name="connsiteY1" fmla="*/ 48576 h 84848"/>
                <a:gd name="connsiteX2" fmla="*/ 40467 w 84848"/>
                <a:gd name="connsiteY2" fmla="*/ 41660 h 84848"/>
                <a:gd name="connsiteX3" fmla="*/ 41613 w 84848"/>
                <a:gd name="connsiteY3" fmla="*/ 36803 h 84848"/>
                <a:gd name="connsiteX4" fmla="*/ 43925 w 84848"/>
                <a:gd name="connsiteY4" fmla="*/ 39815 h 84848"/>
                <a:gd name="connsiteX5" fmla="*/ 43692 w 84848"/>
                <a:gd name="connsiteY5" fmla="*/ 46030 h 84848"/>
                <a:gd name="connsiteX6" fmla="*/ 48294 w 84848"/>
                <a:gd name="connsiteY6" fmla="*/ 45330 h 84848"/>
                <a:gd name="connsiteX7" fmla="*/ 57734 w 84848"/>
                <a:gd name="connsiteY7" fmla="*/ 36591 h 84848"/>
                <a:gd name="connsiteX8" fmla="*/ 60025 w 84848"/>
                <a:gd name="connsiteY8" fmla="*/ 35424 h 84848"/>
                <a:gd name="connsiteX9" fmla="*/ 58413 w 84848"/>
                <a:gd name="connsiteY9" fmla="*/ 40727 h 84848"/>
                <a:gd name="connsiteX10" fmla="*/ 52198 w 84848"/>
                <a:gd name="connsiteY10" fmla="*/ 47621 h 84848"/>
                <a:gd name="connsiteX11" fmla="*/ 63016 w 84848"/>
                <a:gd name="connsiteY11" fmla="*/ 40727 h 84848"/>
                <a:gd name="connsiteX12" fmla="*/ 66007 w 84848"/>
                <a:gd name="connsiteY12" fmla="*/ 41173 h 84848"/>
                <a:gd name="connsiteX13" fmla="*/ 58879 w 84848"/>
                <a:gd name="connsiteY13" fmla="*/ 47388 h 84848"/>
                <a:gd name="connsiteX14" fmla="*/ 53576 w 84848"/>
                <a:gd name="connsiteY14" fmla="*/ 50612 h 84848"/>
                <a:gd name="connsiteX15" fmla="*/ 59558 w 84848"/>
                <a:gd name="connsiteY15" fmla="*/ 48766 h 84848"/>
                <a:gd name="connsiteX16" fmla="*/ 64628 w 84848"/>
                <a:gd name="connsiteY16" fmla="*/ 46242 h 84848"/>
                <a:gd name="connsiteX17" fmla="*/ 61404 w 84848"/>
                <a:gd name="connsiteY17" fmla="*/ 51757 h 84848"/>
                <a:gd name="connsiteX18" fmla="*/ 55655 w 84848"/>
                <a:gd name="connsiteY18" fmla="*/ 54748 h 84848"/>
                <a:gd name="connsiteX19" fmla="*/ 59325 w 84848"/>
                <a:gd name="connsiteY19" fmla="*/ 54282 h 84848"/>
                <a:gd name="connsiteX20" fmla="*/ 62316 w 84848"/>
                <a:gd name="connsiteY20" fmla="*/ 53582 h 84848"/>
                <a:gd name="connsiteX21" fmla="*/ 58646 w 84848"/>
                <a:gd name="connsiteY21" fmla="*/ 57973 h 84848"/>
                <a:gd name="connsiteX22" fmla="*/ 49673 w 84848"/>
                <a:gd name="connsiteY22" fmla="*/ 62809 h 84848"/>
                <a:gd name="connsiteX23" fmla="*/ 40701 w 84848"/>
                <a:gd name="connsiteY23" fmla="*/ 66033 h 84848"/>
                <a:gd name="connsiteX24" fmla="*/ 35652 w 84848"/>
                <a:gd name="connsiteY24" fmla="*/ 5406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4848" h="84848">
                  <a:moveTo>
                    <a:pt x="35652" y="54069"/>
                  </a:moveTo>
                  <a:cubicBezTo>
                    <a:pt x="35652" y="54069"/>
                    <a:pt x="34740" y="50633"/>
                    <a:pt x="36564" y="48576"/>
                  </a:cubicBezTo>
                  <a:cubicBezTo>
                    <a:pt x="38410" y="46497"/>
                    <a:pt x="40234" y="44673"/>
                    <a:pt x="40467" y="41660"/>
                  </a:cubicBezTo>
                  <a:cubicBezTo>
                    <a:pt x="40701" y="38670"/>
                    <a:pt x="40934" y="36803"/>
                    <a:pt x="41613" y="36803"/>
                  </a:cubicBezTo>
                  <a:cubicBezTo>
                    <a:pt x="42313" y="36803"/>
                    <a:pt x="44158" y="37269"/>
                    <a:pt x="43925" y="39815"/>
                  </a:cubicBezTo>
                  <a:cubicBezTo>
                    <a:pt x="43692" y="42360"/>
                    <a:pt x="43692" y="46030"/>
                    <a:pt x="43692" y="46030"/>
                  </a:cubicBezTo>
                  <a:cubicBezTo>
                    <a:pt x="43692" y="46030"/>
                    <a:pt x="45537" y="49042"/>
                    <a:pt x="48294" y="45330"/>
                  </a:cubicBezTo>
                  <a:cubicBezTo>
                    <a:pt x="51052" y="41660"/>
                    <a:pt x="57734" y="36591"/>
                    <a:pt x="57734" y="36591"/>
                  </a:cubicBezTo>
                  <a:lnTo>
                    <a:pt x="60025" y="35424"/>
                  </a:lnTo>
                  <a:cubicBezTo>
                    <a:pt x="60025" y="35424"/>
                    <a:pt x="63016" y="37715"/>
                    <a:pt x="58413" y="40727"/>
                  </a:cubicBezTo>
                  <a:cubicBezTo>
                    <a:pt x="53810" y="43718"/>
                    <a:pt x="52198" y="47621"/>
                    <a:pt x="52198" y="47621"/>
                  </a:cubicBezTo>
                  <a:cubicBezTo>
                    <a:pt x="52198" y="47621"/>
                    <a:pt x="60704" y="41873"/>
                    <a:pt x="63016" y="40727"/>
                  </a:cubicBezTo>
                  <a:cubicBezTo>
                    <a:pt x="65307" y="39560"/>
                    <a:pt x="66685" y="40261"/>
                    <a:pt x="66007" y="41173"/>
                  </a:cubicBezTo>
                  <a:cubicBezTo>
                    <a:pt x="65307" y="42085"/>
                    <a:pt x="60958" y="46242"/>
                    <a:pt x="58879" y="47388"/>
                  </a:cubicBezTo>
                  <a:cubicBezTo>
                    <a:pt x="56801" y="48554"/>
                    <a:pt x="53576" y="50612"/>
                    <a:pt x="53576" y="50612"/>
                  </a:cubicBezTo>
                  <a:cubicBezTo>
                    <a:pt x="53576" y="50612"/>
                    <a:pt x="55655" y="51524"/>
                    <a:pt x="59558" y="48766"/>
                  </a:cubicBezTo>
                  <a:cubicBezTo>
                    <a:pt x="63482" y="46009"/>
                    <a:pt x="65540" y="43718"/>
                    <a:pt x="64628" y="46242"/>
                  </a:cubicBezTo>
                  <a:cubicBezTo>
                    <a:pt x="63716" y="48766"/>
                    <a:pt x="63482" y="50145"/>
                    <a:pt x="61404" y="51757"/>
                  </a:cubicBezTo>
                  <a:cubicBezTo>
                    <a:pt x="59346" y="53369"/>
                    <a:pt x="55655" y="54748"/>
                    <a:pt x="55655" y="54748"/>
                  </a:cubicBezTo>
                  <a:cubicBezTo>
                    <a:pt x="55655" y="54748"/>
                    <a:pt x="57946" y="54748"/>
                    <a:pt x="59325" y="54282"/>
                  </a:cubicBezTo>
                  <a:cubicBezTo>
                    <a:pt x="60704" y="53836"/>
                    <a:pt x="63016" y="50824"/>
                    <a:pt x="62316" y="53582"/>
                  </a:cubicBezTo>
                  <a:cubicBezTo>
                    <a:pt x="61637" y="56339"/>
                    <a:pt x="61404" y="57060"/>
                    <a:pt x="58646" y="57973"/>
                  </a:cubicBezTo>
                  <a:cubicBezTo>
                    <a:pt x="55888" y="58885"/>
                    <a:pt x="54510" y="60030"/>
                    <a:pt x="49673" y="62809"/>
                  </a:cubicBezTo>
                  <a:cubicBezTo>
                    <a:pt x="44837" y="65566"/>
                    <a:pt x="42991" y="66479"/>
                    <a:pt x="40701" y="66033"/>
                  </a:cubicBezTo>
                  <a:cubicBezTo>
                    <a:pt x="38410" y="65588"/>
                    <a:pt x="35652" y="54069"/>
                    <a:pt x="35652" y="54069"/>
                  </a:cubicBezTo>
                  <a:close/>
                </a:path>
              </a:pathLst>
            </a:custGeom>
            <a:solidFill>
              <a:srgbClr val="FBCCA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D46D511-04F7-4E6C-819F-8E818CC2D54A}"/>
                </a:ext>
              </a:extLst>
            </p:cNvPr>
            <p:cNvSpPr/>
            <p:nvPr/>
          </p:nvSpPr>
          <p:spPr>
            <a:xfrm>
              <a:off x="4804258" y="3178304"/>
              <a:ext cx="219286" cy="344593"/>
            </a:xfrm>
            <a:custGeom>
              <a:avLst/>
              <a:gdLst>
                <a:gd name="connsiteX0" fmla="*/ 110166 w 148484"/>
                <a:gd name="connsiteY0" fmla="*/ 142558 h 233332"/>
                <a:gd name="connsiteX1" fmla="*/ 121833 w 148484"/>
                <a:gd name="connsiteY1" fmla="*/ 71392 h 233332"/>
                <a:gd name="connsiteX2" fmla="*/ 114812 w 148484"/>
                <a:gd name="connsiteY2" fmla="*/ 52386 h 233332"/>
                <a:gd name="connsiteX3" fmla="*/ 106815 w 148484"/>
                <a:gd name="connsiteY3" fmla="*/ 44835 h 233332"/>
                <a:gd name="connsiteX4" fmla="*/ 57560 w 148484"/>
                <a:gd name="connsiteY4" fmla="*/ 36116 h 233332"/>
                <a:gd name="connsiteX5" fmla="*/ 51918 w 148484"/>
                <a:gd name="connsiteY5" fmla="*/ 35438 h 233332"/>
                <a:gd name="connsiteX6" fmla="*/ 39148 w 148484"/>
                <a:gd name="connsiteY6" fmla="*/ 72644 h 233332"/>
                <a:gd name="connsiteX7" fmla="*/ 43242 w 148484"/>
                <a:gd name="connsiteY7" fmla="*/ 131380 h 233332"/>
                <a:gd name="connsiteX8" fmla="*/ 35436 w 148484"/>
                <a:gd name="connsiteY8" fmla="*/ 180104 h 233332"/>
                <a:gd name="connsiteX9" fmla="*/ 35648 w 148484"/>
                <a:gd name="connsiteY9" fmla="*/ 188143 h 233332"/>
                <a:gd name="connsiteX10" fmla="*/ 52321 w 148484"/>
                <a:gd name="connsiteY10" fmla="*/ 195504 h 233332"/>
                <a:gd name="connsiteX11" fmla="*/ 55651 w 148484"/>
                <a:gd name="connsiteY11" fmla="*/ 196522 h 233332"/>
                <a:gd name="connsiteX12" fmla="*/ 101151 w 148484"/>
                <a:gd name="connsiteY12" fmla="*/ 200849 h 233332"/>
                <a:gd name="connsiteX13" fmla="*/ 101872 w 148484"/>
                <a:gd name="connsiteY13" fmla="*/ 200701 h 233332"/>
                <a:gd name="connsiteX14" fmla="*/ 120942 w 148484"/>
                <a:gd name="connsiteY14" fmla="*/ 190879 h 233332"/>
                <a:gd name="connsiteX15" fmla="*/ 110166 w 148484"/>
                <a:gd name="connsiteY15" fmla="*/ 142558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484" h="233332">
                  <a:moveTo>
                    <a:pt x="110166" y="142558"/>
                  </a:moveTo>
                  <a:cubicBezTo>
                    <a:pt x="110166" y="142558"/>
                    <a:pt x="123169" y="90313"/>
                    <a:pt x="121833" y="71392"/>
                  </a:cubicBezTo>
                  <a:cubicBezTo>
                    <a:pt x="121260" y="62844"/>
                    <a:pt x="118099" y="56650"/>
                    <a:pt x="114812" y="52386"/>
                  </a:cubicBezTo>
                  <a:cubicBezTo>
                    <a:pt x="110845" y="47210"/>
                    <a:pt x="106815" y="44835"/>
                    <a:pt x="106815" y="44835"/>
                  </a:cubicBezTo>
                  <a:lnTo>
                    <a:pt x="57560" y="36116"/>
                  </a:lnTo>
                  <a:cubicBezTo>
                    <a:pt x="57560" y="36116"/>
                    <a:pt x="56585" y="36116"/>
                    <a:pt x="51918" y="35438"/>
                  </a:cubicBezTo>
                  <a:cubicBezTo>
                    <a:pt x="47273" y="34801"/>
                    <a:pt x="42818" y="56692"/>
                    <a:pt x="39148" y="72644"/>
                  </a:cubicBezTo>
                  <a:cubicBezTo>
                    <a:pt x="37918" y="78159"/>
                    <a:pt x="41545" y="112904"/>
                    <a:pt x="43242" y="131380"/>
                  </a:cubicBezTo>
                  <a:cubicBezTo>
                    <a:pt x="45851" y="159273"/>
                    <a:pt x="35012" y="165764"/>
                    <a:pt x="35436" y="180104"/>
                  </a:cubicBezTo>
                  <a:cubicBezTo>
                    <a:pt x="35564" y="185004"/>
                    <a:pt x="35648" y="188143"/>
                    <a:pt x="35648" y="188143"/>
                  </a:cubicBezTo>
                  <a:lnTo>
                    <a:pt x="52321" y="195504"/>
                  </a:lnTo>
                  <a:lnTo>
                    <a:pt x="55651" y="196522"/>
                  </a:lnTo>
                  <a:cubicBezTo>
                    <a:pt x="55651" y="196522"/>
                    <a:pt x="84203" y="203182"/>
                    <a:pt x="101151" y="200849"/>
                  </a:cubicBezTo>
                  <a:cubicBezTo>
                    <a:pt x="101427" y="200807"/>
                    <a:pt x="101597" y="200722"/>
                    <a:pt x="101872" y="200701"/>
                  </a:cubicBezTo>
                  <a:cubicBezTo>
                    <a:pt x="118248" y="198070"/>
                    <a:pt x="120942" y="190879"/>
                    <a:pt x="120942" y="190879"/>
                  </a:cubicBezTo>
                  <a:lnTo>
                    <a:pt x="110166" y="142558"/>
                  </a:lnTo>
                  <a:close/>
                </a:path>
              </a:pathLst>
            </a:custGeom>
            <a:solidFill>
              <a:srgbClr val="0F2A3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FB77B237-2C4E-4CD7-A21F-F8CD8D6BE070}"/>
                </a:ext>
              </a:extLst>
            </p:cNvPr>
            <p:cNvSpPr/>
            <p:nvPr/>
          </p:nvSpPr>
          <p:spPr>
            <a:xfrm>
              <a:off x="4833034" y="3175777"/>
              <a:ext cx="187960" cy="125307"/>
            </a:xfrm>
            <a:custGeom>
              <a:avLst/>
              <a:gdLst>
                <a:gd name="connsiteX0" fmla="*/ 35424 w 127272"/>
                <a:gd name="connsiteY0" fmla="*/ 37487 h 84848"/>
                <a:gd name="connsiteX1" fmla="*/ 40388 w 127272"/>
                <a:gd name="connsiteY1" fmla="*/ 35536 h 84848"/>
                <a:gd name="connsiteX2" fmla="*/ 85866 w 127272"/>
                <a:gd name="connsiteY2" fmla="*/ 43830 h 84848"/>
                <a:gd name="connsiteX3" fmla="*/ 95857 w 127272"/>
                <a:gd name="connsiteY3" fmla="*/ 53460 h 84848"/>
                <a:gd name="connsiteX4" fmla="*/ 83554 w 127272"/>
                <a:gd name="connsiteY4" fmla="*/ 46800 h 84848"/>
                <a:gd name="connsiteX5" fmla="*/ 35424 w 127272"/>
                <a:gd name="connsiteY5" fmla="*/ 37487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2" h="84848">
                  <a:moveTo>
                    <a:pt x="35424" y="37487"/>
                  </a:moveTo>
                  <a:cubicBezTo>
                    <a:pt x="35424" y="37487"/>
                    <a:pt x="38076" y="34857"/>
                    <a:pt x="40388" y="35536"/>
                  </a:cubicBezTo>
                  <a:cubicBezTo>
                    <a:pt x="42721" y="36172"/>
                    <a:pt x="85866" y="43830"/>
                    <a:pt x="85866" y="43830"/>
                  </a:cubicBezTo>
                  <a:lnTo>
                    <a:pt x="95857" y="53460"/>
                  </a:lnTo>
                  <a:cubicBezTo>
                    <a:pt x="95857" y="53460"/>
                    <a:pt x="87224" y="47457"/>
                    <a:pt x="83554" y="46800"/>
                  </a:cubicBezTo>
                  <a:cubicBezTo>
                    <a:pt x="79885" y="46142"/>
                    <a:pt x="35424" y="37487"/>
                    <a:pt x="35424" y="37487"/>
                  </a:cubicBezTo>
                  <a:close/>
                </a:path>
              </a:pathLst>
            </a:custGeom>
            <a:solidFill>
              <a:srgbClr val="0F2A3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5AF36CC-A99A-4E30-A0A0-C27A01028883}"/>
                </a:ext>
              </a:extLst>
            </p:cNvPr>
            <p:cNvSpPr/>
            <p:nvPr/>
          </p:nvSpPr>
          <p:spPr>
            <a:xfrm>
              <a:off x="4901042" y="3198112"/>
              <a:ext cx="219286" cy="219286"/>
            </a:xfrm>
            <a:custGeom>
              <a:avLst/>
              <a:gdLst>
                <a:gd name="connsiteX0" fmla="*/ 101882 w 148484"/>
                <a:gd name="connsiteY0" fmla="*/ 88992 h 148484"/>
                <a:gd name="connsiteX1" fmla="*/ 59946 w 148484"/>
                <a:gd name="connsiteY1" fmla="*/ 96289 h 148484"/>
                <a:gd name="connsiteX2" fmla="*/ 60285 w 148484"/>
                <a:gd name="connsiteY2" fmla="*/ 63219 h 148484"/>
                <a:gd name="connsiteX3" fmla="*/ 46137 w 148484"/>
                <a:gd name="connsiteY3" fmla="*/ 35453 h 148484"/>
                <a:gd name="connsiteX4" fmla="*/ 37567 w 148484"/>
                <a:gd name="connsiteY4" fmla="*/ 48456 h 148484"/>
                <a:gd name="connsiteX5" fmla="*/ 35489 w 148484"/>
                <a:gd name="connsiteY5" fmla="*/ 83519 h 148484"/>
                <a:gd name="connsiteX6" fmla="*/ 45395 w 148484"/>
                <a:gd name="connsiteY6" fmla="*/ 118222 h 148484"/>
                <a:gd name="connsiteX7" fmla="*/ 45585 w 148484"/>
                <a:gd name="connsiteY7" fmla="*/ 118073 h 148484"/>
                <a:gd name="connsiteX8" fmla="*/ 71082 w 148484"/>
                <a:gd name="connsiteY8" fmla="*/ 119028 h 148484"/>
                <a:gd name="connsiteX9" fmla="*/ 114164 w 148484"/>
                <a:gd name="connsiteY9" fmla="*/ 101019 h 148484"/>
                <a:gd name="connsiteX10" fmla="*/ 101882 w 148484"/>
                <a:gd name="connsiteY10" fmla="*/ 88992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484" h="148484">
                  <a:moveTo>
                    <a:pt x="101882" y="88992"/>
                  </a:moveTo>
                  <a:cubicBezTo>
                    <a:pt x="95306" y="93807"/>
                    <a:pt x="65546" y="95928"/>
                    <a:pt x="59946" y="96289"/>
                  </a:cubicBezTo>
                  <a:cubicBezTo>
                    <a:pt x="60073" y="87973"/>
                    <a:pt x="60285" y="74737"/>
                    <a:pt x="60285" y="63219"/>
                  </a:cubicBezTo>
                  <a:cubicBezTo>
                    <a:pt x="60285" y="44871"/>
                    <a:pt x="50634" y="34816"/>
                    <a:pt x="46137" y="35453"/>
                  </a:cubicBezTo>
                  <a:cubicBezTo>
                    <a:pt x="41640" y="36046"/>
                    <a:pt x="38289" y="44701"/>
                    <a:pt x="37567" y="48456"/>
                  </a:cubicBezTo>
                  <a:cubicBezTo>
                    <a:pt x="36464" y="54416"/>
                    <a:pt x="36486" y="54734"/>
                    <a:pt x="35489" y="83519"/>
                  </a:cubicBezTo>
                  <a:cubicBezTo>
                    <a:pt x="34492" y="112261"/>
                    <a:pt x="45395" y="118222"/>
                    <a:pt x="45395" y="118222"/>
                  </a:cubicBezTo>
                  <a:lnTo>
                    <a:pt x="45585" y="118073"/>
                  </a:lnTo>
                  <a:cubicBezTo>
                    <a:pt x="48301" y="120449"/>
                    <a:pt x="54834" y="122401"/>
                    <a:pt x="71082" y="119028"/>
                  </a:cubicBezTo>
                  <a:cubicBezTo>
                    <a:pt x="100461" y="112919"/>
                    <a:pt x="114164" y="101019"/>
                    <a:pt x="114164" y="101019"/>
                  </a:cubicBezTo>
                  <a:cubicBezTo>
                    <a:pt x="114164" y="101019"/>
                    <a:pt x="112679" y="81164"/>
                    <a:pt x="101882" y="88992"/>
                  </a:cubicBezTo>
                  <a:close/>
                </a:path>
              </a:pathLst>
            </a:custGeom>
            <a:solidFill>
              <a:srgbClr val="E7E7E7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2E197500-8430-4D05-B1D5-032CC9D3613E}"/>
                </a:ext>
              </a:extLst>
            </p:cNvPr>
            <p:cNvSpPr/>
            <p:nvPr/>
          </p:nvSpPr>
          <p:spPr>
            <a:xfrm>
              <a:off x="4822132" y="3069377"/>
              <a:ext cx="187960" cy="187960"/>
            </a:xfrm>
            <a:custGeom>
              <a:avLst/>
              <a:gdLst>
                <a:gd name="connsiteX0" fmla="*/ 100290 w 127272"/>
                <a:gd name="connsiteY0" fmla="*/ 60153 h 127272"/>
                <a:gd name="connsiteX1" fmla="*/ 87287 w 127272"/>
                <a:gd name="connsiteY1" fmla="*/ 41910 h 127272"/>
                <a:gd name="connsiteX2" fmla="*/ 87202 w 127272"/>
                <a:gd name="connsiteY2" fmla="*/ 41995 h 127272"/>
                <a:gd name="connsiteX3" fmla="*/ 81687 w 127272"/>
                <a:gd name="connsiteY3" fmla="*/ 38240 h 127272"/>
                <a:gd name="connsiteX4" fmla="*/ 58587 w 127272"/>
                <a:gd name="connsiteY4" fmla="*/ 37880 h 127272"/>
                <a:gd name="connsiteX5" fmla="*/ 58439 w 127272"/>
                <a:gd name="connsiteY5" fmla="*/ 37753 h 127272"/>
                <a:gd name="connsiteX6" fmla="*/ 57739 w 127272"/>
                <a:gd name="connsiteY6" fmla="*/ 38198 h 127272"/>
                <a:gd name="connsiteX7" fmla="*/ 53072 w 127272"/>
                <a:gd name="connsiteY7" fmla="*/ 40065 h 127272"/>
                <a:gd name="connsiteX8" fmla="*/ 36697 w 127272"/>
                <a:gd name="connsiteY8" fmla="*/ 62740 h 127272"/>
                <a:gd name="connsiteX9" fmla="*/ 38839 w 127272"/>
                <a:gd name="connsiteY9" fmla="*/ 80877 h 127272"/>
                <a:gd name="connsiteX10" fmla="*/ 37460 w 127272"/>
                <a:gd name="connsiteY10" fmla="*/ 91377 h 127272"/>
                <a:gd name="connsiteX11" fmla="*/ 39306 w 127272"/>
                <a:gd name="connsiteY11" fmla="*/ 101792 h 127272"/>
                <a:gd name="connsiteX12" fmla="*/ 47112 w 127272"/>
                <a:gd name="connsiteY12" fmla="*/ 104740 h 127272"/>
                <a:gd name="connsiteX13" fmla="*/ 49339 w 127272"/>
                <a:gd name="connsiteY13" fmla="*/ 103892 h 127272"/>
                <a:gd name="connsiteX14" fmla="*/ 49742 w 127272"/>
                <a:gd name="connsiteY14" fmla="*/ 104867 h 127272"/>
                <a:gd name="connsiteX15" fmla="*/ 58884 w 127272"/>
                <a:gd name="connsiteY15" fmla="*/ 106458 h 127272"/>
                <a:gd name="connsiteX16" fmla="*/ 67327 w 127272"/>
                <a:gd name="connsiteY16" fmla="*/ 108177 h 127272"/>
                <a:gd name="connsiteX17" fmla="*/ 68112 w 127272"/>
                <a:gd name="connsiteY17" fmla="*/ 108113 h 127272"/>
                <a:gd name="connsiteX18" fmla="*/ 73966 w 127272"/>
                <a:gd name="connsiteY18" fmla="*/ 109110 h 127272"/>
                <a:gd name="connsiteX19" fmla="*/ 81666 w 127272"/>
                <a:gd name="connsiteY19" fmla="*/ 110701 h 127272"/>
                <a:gd name="connsiteX20" fmla="*/ 93184 w 127272"/>
                <a:gd name="connsiteY20" fmla="*/ 110319 h 127272"/>
                <a:gd name="connsiteX21" fmla="*/ 82557 w 127272"/>
                <a:gd name="connsiteY21" fmla="*/ 92395 h 127272"/>
                <a:gd name="connsiteX22" fmla="*/ 82260 w 127272"/>
                <a:gd name="connsiteY22" fmla="*/ 80283 h 127272"/>
                <a:gd name="connsiteX23" fmla="*/ 82069 w 127272"/>
                <a:gd name="connsiteY23" fmla="*/ 73601 h 127272"/>
                <a:gd name="connsiteX24" fmla="*/ 83618 w 127272"/>
                <a:gd name="connsiteY24" fmla="*/ 71395 h 127272"/>
                <a:gd name="connsiteX25" fmla="*/ 84890 w 127272"/>
                <a:gd name="connsiteY25" fmla="*/ 71034 h 127272"/>
                <a:gd name="connsiteX26" fmla="*/ 90236 w 127272"/>
                <a:gd name="connsiteY26" fmla="*/ 81640 h 127272"/>
                <a:gd name="connsiteX27" fmla="*/ 88878 w 127272"/>
                <a:gd name="connsiteY27" fmla="*/ 72986 h 127272"/>
                <a:gd name="connsiteX28" fmla="*/ 88221 w 127272"/>
                <a:gd name="connsiteY28" fmla="*/ 70440 h 127272"/>
                <a:gd name="connsiteX29" fmla="*/ 89833 w 127272"/>
                <a:gd name="connsiteY29" fmla="*/ 68298 h 127272"/>
                <a:gd name="connsiteX30" fmla="*/ 100290 w 127272"/>
                <a:gd name="connsiteY30" fmla="*/ 60153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272" h="127272">
                  <a:moveTo>
                    <a:pt x="100290" y="60153"/>
                  </a:moveTo>
                  <a:cubicBezTo>
                    <a:pt x="103260" y="54192"/>
                    <a:pt x="87287" y="41910"/>
                    <a:pt x="87287" y="41910"/>
                  </a:cubicBezTo>
                  <a:lnTo>
                    <a:pt x="87202" y="41995"/>
                  </a:lnTo>
                  <a:cubicBezTo>
                    <a:pt x="85633" y="40595"/>
                    <a:pt x="83936" y="39259"/>
                    <a:pt x="81687" y="38240"/>
                  </a:cubicBezTo>
                  <a:cubicBezTo>
                    <a:pt x="71781" y="33595"/>
                    <a:pt x="64378" y="35589"/>
                    <a:pt x="58587" y="37880"/>
                  </a:cubicBezTo>
                  <a:cubicBezTo>
                    <a:pt x="58524" y="37837"/>
                    <a:pt x="58481" y="37774"/>
                    <a:pt x="58439" y="37753"/>
                  </a:cubicBezTo>
                  <a:cubicBezTo>
                    <a:pt x="58206" y="37837"/>
                    <a:pt x="57951" y="38071"/>
                    <a:pt x="57739" y="38198"/>
                  </a:cubicBezTo>
                  <a:cubicBezTo>
                    <a:pt x="56042" y="38919"/>
                    <a:pt x="54472" y="39577"/>
                    <a:pt x="53072" y="40065"/>
                  </a:cubicBezTo>
                  <a:cubicBezTo>
                    <a:pt x="46751" y="42292"/>
                    <a:pt x="37078" y="54213"/>
                    <a:pt x="36697" y="62740"/>
                  </a:cubicBezTo>
                  <a:cubicBezTo>
                    <a:pt x="36421" y="69168"/>
                    <a:pt x="38033" y="77292"/>
                    <a:pt x="38839" y="80877"/>
                  </a:cubicBezTo>
                  <a:cubicBezTo>
                    <a:pt x="39030" y="85670"/>
                    <a:pt x="38797" y="89871"/>
                    <a:pt x="37460" y="91377"/>
                  </a:cubicBezTo>
                  <a:cubicBezTo>
                    <a:pt x="33727" y="95471"/>
                    <a:pt x="35594" y="99925"/>
                    <a:pt x="39306" y="101792"/>
                  </a:cubicBezTo>
                  <a:cubicBezTo>
                    <a:pt x="43018" y="103658"/>
                    <a:pt x="47112" y="104740"/>
                    <a:pt x="47112" y="104740"/>
                  </a:cubicBezTo>
                  <a:lnTo>
                    <a:pt x="49339" y="103892"/>
                  </a:lnTo>
                  <a:cubicBezTo>
                    <a:pt x="49487" y="104252"/>
                    <a:pt x="49742" y="104867"/>
                    <a:pt x="49742" y="104867"/>
                  </a:cubicBezTo>
                  <a:lnTo>
                    <a:pt x="58884" y="106458"/>
                  </a:lnTo>
                  <a:cubicBezTo>
                    <a:pt x="61578" y="107476"/>
                    <a:pt x="64378" y="108177"/>
                    <a:pt x="67327" y="108177"/>
                  </a:cubicBezTo>
                  <a:cubicBezTo>
                    <a:pt x="67603" y="108177"/>
                    <a:pt x="67857" y="108113"/>
                    <a:pt x="68112" y="108113"/>
                  </a:cubicBezTo>
                  <a:lnTo>
                    <a:pt x="73966" y="109110"/>
                  </a:lnTo>
                  <a:cubicBezTo>
                    <a:pt x="75303" y="109746"/>
                    <a:pt x="77615" y="110489"/>
                    <a:pt x="81666" y="110701"/>
                  </a:cubicBezTo>
                  <a:cubicBezTo>
                    <a:pt x="89112" y="111104"/>
                    <a:pt x="93184" y="110319"/>
                    <a:pt x="93184" y="110319"/>
                  </a:cubicBezTo>
                  <a:cubicBezTo>
                    <a:pt x="93184" y="110319"/>
                    <a:pt x="83087" y="100795"/>
                    <a:pt x="82557" y="92395"/>
                  </a:cubicBezTo>
                  <a:cubicBezTo>
                    <a:pt x="82981" y="87516"/>
                    <a:pt x="83109" y="82595"/>
                    <a:pt x="82260" y="80283"/>
                  </a:cubicBezTo>
                  <a:cubicBezTo>
                    <a:pt x="81305" y="77716"/>
                    <a:pt x="81433" y="75340"/>
                    <a:pt x="82069" y="73601"/>
                  </a:cubicBezTo>
                  <a:cubicBezTo>
                    <a:pt x="82769" y="72668"/>
                    <a:pt x="83087" y="72095"/>
                    <a:pt x="83618" y="71395"/>
                  </a:cubicBezTo>
                  <a:cubicBezTo>
                    <a:pt x="84042" y="71077"/>
                    <a:pt x="84487" y="70907"/>
                    <a:pt x="84890" y="71034"/>
                  </a:cubicBezTo>
                  <a:cubicBezTo>
                    <a:pt x="86905" y="71692"/>
                    <a:pt x="90236" y="81640"/>
                    <a:pt x="90236" y="81640"/>
                  </a:cubicBezTo>
                  <a:lnTo>
                    <a:pt x="88878" y="72986"/>
                  </a:lnTo>
                  <a:lnTo>
                    <a:pt x="88221" y="70440"/>
                  </a:lnTo>
                  <a:cubicBezTo>
                    <a:pt x="89599" y="72095"/>
                    <a:pt x="90915" y="72880"/>
                    <a:pt x="89833" y="68298"/>
                  </a:cubicBezTo>
                  <a:cubicBezTo>
                    <a:pt x="88009" y="60513"/>
                    <a:pt x="97321" y="66092"/>
                    <a:pt x="100290" y="60153"/>
                  </a:cubicBezTo>
                  <a:close/>
                </a:path>
              </a:pathLst>
            </a:custGeom>
            <a:solidFill>
              <a:srgbClr val="E18926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97525432-CFB8-449E-B9FB-2CCE15B31D58}"/>
                </a:ext>
              </a:extLst>
            </p:cNvPr>
            <p:cNvSpPr/>
            <p:nvPr/>
          </p:nvSpPr>
          <p:spPr>
            <a:xfrm>
              <a:off x="4755657" y="3170117"/>
              <a:ext cx="125307" cy="93980"/>
            </a:xfrm>
            <a:custGeom>
              <a:avLst/>
              <a:gdLst>
                <a:gd name="connsiteX0" fmla="*/ 35912 w 84848"/>
                <a:gd name="connsiteY0" fmla="*/ 46073 h 63636"/>
                <a:gd name="connsiteX1" fmla="*/ 35424 w 84848"/>
                <a:gd name="connsiteY1" fmla="*/ 39327 h 63636"/>
                <a:gd name="connsiteX2" fmla="*/ 49785 w 84848"/>
                <a:gd name="connsiteY2" fmla="*/ 35424 h 63636"/>
                <a:gd name="connsiteX3" fmla="*/ 51079 w 84848"/>
                <a:gd name="connsiteY3" fmla="*/ 42382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35912" y="46073"/>
                  </a:moveTo>
                  <a:lnTo>
                    <a:pt x="35424" y="39327"/>
                  </a:lnTo>
                  <a:lnTo>
                    <a:pt x="49785" y="35424"/>
                  </a:lnTo>
                  <a:lnTo>
                    <a:pt x="51079" y="42382"/>
                  </a:lnTo>
                  <a:close/>
                </a:path>
              </a:pathLst>
            </a:custGeom>
            <a:solidFill>
              <a:srgbClr val="E7E7E7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B5B822B9-03EB-486C-9178-CE5925F3F35C}"/>
                </a:ext>
              </a:extLst>
            </p:cNvPr>
            <p:cNvSpPr/>
            <p:nvPr/>
          </p:nvSpPr>
          <p:spPr>
            <a:xfrm>
              <a:off x="4901042" y="3213660"/>
              <a:ext cx="187960" cy="187960"/>
            </a:xfrm>
            <a:custGeom>
              <a:avLst/>
              <a:gdLst>
                <a:gd name="connsiteX0" fmla="*/ 100779 w 127272"/>
                <a:gd name="connsiteY0" fmla="*/ 97427 h 127272"/>
                <a:gd name="connsiteX1" fmla="*/ 83300 w 127272"/>
                <a:gd name="connsiteY1" fmla="*/ 103769 h 127272"/>
                <a:gd name="connsiteX2" fmla="*/ 51695 w 127272"/>
                <a:gd name="connsiteY2" fmla="*/ 105975 h 127272"/>
                <a:gd name="connsiteX3" fmla="*/ 58016 w 127272"/>
                <a:gd name="connsiteY3" fmla="*/ 95963 h 127272"/>
                <a:gd name="connsiteX4" fmla="*/ 59882 w 127272"/>
                <a:gd name="connsiteY4" fmla="*/ 88157 h 127272"/>
                <a:gd name="connsiteX5" fmla="*/ 52055 w 127272"/>
                <a:gd name="connsiteY5" fmla="*/ 102645 h 127272"/>
                <a:gd name="connsiteX6" fmla="*/ 50188 w 127272"/>
                <a:gd name="connsiteY6" fmla="*/ 97448 h 127272"/>
                <a:gd name="connsiteX7" fmla="*/ 46858 w 127272"/>
                <a:gd name="connsiteY7" fmla="*/ 99654 h 127272"/>
                <a:gd name="connsiteX8" fmla="*/ 38310 w 127272"/>
                <a:gd name="connsiteY8" fmla="*/ 76618 h 127272"/>
                <a:gd name="connsiteX9" fmla="*/ 38289 w 127272"/>
                <a:gd name="connsiteY9" fmla="*/ 35424 h 127272"/>
                <a:gd name="connsiteX10" fmla="*/ 37567 w 127272"/>
                <a:gd name="connsiteY10" fmla="*/ 37970 h 127272"/>
                <a:gd name="connsiteX11" fmla="*/ 35489 w 127272"/>
                <a:gd name="connsiteY11" fmla="*/ 73033 h 127272"/>
                <a:gd name="connsiteX12" fmla="*/ 45395 w 127272"/>
                <a:gd name="connsiteY12" fmla="*/ 107736 h 127272"/>
                <a:gd name="connsiteX13" fmla="*/ 45585 w 127272"/>
                <a:gd name="connsiteY13" fmla="*/ 107587 h 127272"/>
                <a:gd name="connsiteX14" fmla="*/ 71082 w 127272"/>
                <a:gd name="connsiteY14" fmla="*/ 108542 h 127272"/>
                <a:gd name="connsiteX15" fmla="*/ 110197 w 127272"/>
                <a:gd name="connsiteY15" fmla="*/ 93397 h 127272"/>
                <a:gd name="connsiteX16" fmla="*/ 100779 w 127272"/>
                <a:gd name="connsiteY16" fmla="*/ 97427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272" h="127272">
                  <a:moveTo>
                    <a:pt x="100779" y="97427"/>
                  </a:moveTo>
                  <a:cubicBezTo>
                    <a:pt x="100779" y="97427"/>
                    <a:pt x="98531" y="99188"/>
                    <a:pt x="83300" y="103769"/>
                  </a:cubicBezTo>
                  <a:cubicBezTo>
                    <a:pt x="64719" y="109327"/>
                    <a:pt x="51695" y="105975"/>
                    <a:pt x="51695" y="105975"/>
                  </a:cubicBezTo>
                  <a:cubicBezTo>
                    <a:pt x="51695" y="105975"/>
                    <a:pt x="56128" y="103769"/>
                    <a:pt x="58016" y="95963"/>
                  </a:cubicBezTo>
                  <a:cubicBezTo>
                    <a:pt x="59882" y="88157"/>
                    <a:pt x="59882" y="88157"/>
                    <a:pt x="59882" y="88157"/>
                  </a:cubicBezTo>
                  <a:cubicBezTo>
                    <a:pt x="59882" y="88157"/>
                    <a:pt x="56149" y="101118"/>
                    <a:pt x="52055" y="102645"/>
                  </a:cubicBezTo>
                  <a:cubicBezTo>
                    <a:pt x="48004" y="104109"/>
                    <a:pt x="50188" y="97448"/>
                    <a:pt x="50188" y="97448"/>
                  </a:cubicBezTo>
                  <a:lnTo>
                    <a:pt x="46858" y="99654"/>
                  </a:lnTo>
                  <a:cubicBezTo>
                    <a:pt x="46858" y="99654"/>
                    <a:pt x="38692" y="102284"/>
                    <a:pt x="38310" y="76618"/>
                  </a:cubicBezTo>
                  <a:cubicBezTo>
                    <a:pt x="38034" y="57082"/>
                    <a:pt x="37758" y="43442"/>
                    <a:pt x="38289" y="35424"/>
                  </a:cubicBezTo>
                  <a:cubicBezTo>
                    <a:pt x="38013" y="36315"/>
                    <a:pt x="37716" y="37227"/>
                    <a:pt x="37567" y="37970"/>
                  </a:cubicBezTo>
                  <a:cubicBezTo>
                    <a:pt x="36464" y="43930"/>
                    <a:pt x="36486" y="44248"/>
                    <a:pt x="35489" y="73033"/>
                  </a:cubicBezTo>
                  <a:cubicBezTo>
                    <a:pt x="34492" y="101775"/>
                    <a:pt x="45395" y="107736"/>
                    <a:pt x="45395" y="107736"/>
                  </a:cubicBezTo>
                  <a:lnTo>
                    <a:pt x="45585" y="107587"/>
                  </a:lnTo>
                  <a:cubicBezTo>
                    <a:pt x="48301" y="109963"/>
                    <a:pt x="54834" y="111915"/>
                    <a:pt x="71082" y="108542"/>
                  </a:cubicBezTo>
                  <a:cubicBezTo>
                    <a:pt x="91573" y="104278"/>
                    <a:pt x="104258" y="97278"/>
                    <a:pt x="110197" y="93397"/>
                  </a:cubicBezTo>
                  <a:cubicBezTo>
                    <a:pt x="110515" y="92506"/>
                    <a:pt x="100779" y="97427"/>
                    <a:pt x="100779" y="97427"/>
                  </a:cubicBezTo>
                  <a:close/>
                </a:path>
              </a:pathLst>
            </a:custGeom>
            <a:solidFill>
              <a:srgbClr val="D2D3D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96758137-D31B-40AC-941A-CFFF2A49C2D9}"/>
                </a:ext>
              </a:extLst>
            </p:cNvPr>
            <p:cNvSpPr/>
            <p:nvPr/>
          </p:nvSpPr>
          <p:spPr>
            <a:xfrm>
              <a:off x="5892816" y="4494420"/>
              <a:ext cx="281940" cy="344593"/>
            </a:xfrm>
            <a:custGeom>
              <a:avLst/>
              <a:gdLst>
                <a:gd name="connsiteX0" fmla="*/ 35424 w 190908"/>
                <a:gd name="connsiteY0" fmla="*/ 35424 h 233332"/>
                <a:gd name="connsiteX1" fmla="*/ 35424 w 190908"/>
                <a:gd name="connsiteY1" fmla="*/ 204526 h 233332"/>
                <a:gd name="connsiteX2" fmla="*/ 147190 w 190908"/>
                <a:gd name="connsiteY2" fmla="*/ 204526 h 233332"/>
                <a:gd name="connsiteX3" fmla="*/ 162548 w 190908"/>
                <a:gd name="connsiteY3" fmla="*/ 92081 h 233332"/>
                <a:gd name="connsiteX4" fmla="*/ 35424 w 190908"/>
                <a:gd name="connsiteY4" fmla="*/ 35424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908" h="233332">
                  <a:moveTo>
                    <a:pt x="35424" y="35424"/>
                  </a:moveTo>
                  <a:lnTo>
                    <a:pt x="35424" y="204526"/>
                  </a:lnTo>
                  <a:cubicBezTo>
                    <a:pt x="35424" y="204526"/>
                    <a:pt x="146808" y="219523"/>
                    <a:pt x="147190" y="204526"/>
                  </a:cubicBezTo>
                  <a:cubicBezTo>
                    <a:pt x="147551" y="189529"/>
                    <a:pt x="162548" y="92081"/>
                    <a:pt x="162548" y="92081"/>
                  </a:cubicBezTo>
                  <a:lnTo>
                    <a:pt x="35424" y="3542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349A1B08-38FC-4B3D-8697-3F1E3ACE14E0}"/>
                </a:ext>
              </a:extLst>
            </p:cNvPr>
            <p:cNvSpPr/>
            <p:nvPr/>
          </p:nvSpPr>
          <p:spPr>
            <a:xfrm>
              <a:off x="7224230" y="4694754"/>
              <a:ext cx="250613" cy="313266"/>
            </a:xfrm>
            <a:custGeom>
              <a:avLst/>
              <a:gdLst>
                <a:gd name="connsiteX0" fmla="*/ 172454 w 169696"/>
                <a:gd name="connsiteY0" fmla="*/ 15909 h 212120"/>
                <a:gd name="connsiteX1" fmla="*/ 172772 w 169696"/>
                <a:gd name="connsiteY1" fmla="*/ 77594 h 212120"/>
                <a:gd name="connsiteX2" fmla="*/ 16248 w 169696"/>
                <a:gd name="connsiteY2" fmla="*/ 201790 h 212120"/>
                <a:gd name="connsiteX3" fmla="*/ 15909 w 169696"/>
                <a:gd name="connsiteY3" fmla="*/ 139999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212120">
                  <a:moveTo>
                    <a:pt x="172454" y="15909"/>
                  </a:moveTo>
                  <a:lnTo>
                    <a:pt x="172772" y="77594"/>
                  </a:lnTo>
                  <a:lnTo>
                    <a:pt x="16248" y="201790"/>
                  </a:lnTo>
                  <a:lnTo>
                    <a:pt x="15909" y="139999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7E6D6A02-C0F9-4AC7-BC8C-A1A7AB3B4225}"/>
                </a:ext>
              </a:extLst>
            </p:cNvPr>
            <p:cNvSpPr/>
            <p:nvPr/>
          </p:nvSpPr>
          <p:spPr>
            <a:xfrm>
              <a:off x="6584007" y="4353450"/>
              <a:ext cx="250613" cy="313266"/>
            </a:xfrm>
            <a:custGeom>
              <a:avLst/>
              <a:gdLst>
                <a:gd name="connsiteX0" fmla="*/ 172454 w 169696"/>
                <a:gd name="connsiteY0" fmla="*/ 15909 h 212120"/>
                <a:gd name="connsiteX1" fmla="*/ 172793 w 169696"/>
                <a:gd name="connsiteY1" fmla="*/ 77594 h 212120"/>
                <a:gd name="connsiteX2" fmla="*/ 16270 w 169696"/>
                <a:gd name="connsiteY2" fmla="*/ 201769 h 212120"/>
                <a:gd name="connsiteX3" fmla="*/ 15909 w 169696"/>
                <a:gd name="connsiteY3" fmla="*/ 139978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212120">
                  <a:moveTo>
                    <a:pt x="172454" y="15909"/>
                  </a:moveTo>
                  <a:lnTo>
                    <a:pt x="172793" y="77594"/>
                  </a:lnTo>
                  <a:lnTo>
                    <a:pt x="16270" y="201769"/>
                  </a:lnTo>
                  <a:lnTo>
                    <a:pt x="15909" y="139978"/>
                  </a:lnTo>
                  <a:close/>
                </a:path>
              </a:pathLst>
            </a:custGeom>
            <a:solidFill>
              <a:srgbClr val="00837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2D57F787-B39F-4C82-944F-040A37C702EB}"/>
                </a:ext>
              </a:extLst>
            </p:cNvPr>
            <p:cNvSpPr/>
            <p:nvPr/>
          </p:nvSpPr>
          <p:spPr>
            <a:xfrm>
              <a:off x="5766475" y="4806998"/>
              <a:ext cx="313266" cy="281940"/>
            </a:xfrm>
            <a:custGeom>
              <a:avLst/>
              <a:gdLst>
                <a:gd name="connsiteX0" fmla="*/ 210381 w 212120"/>
                <a:gd name="connsiteY0" fmla="*/ 119212 h 190908"/>
                <a:gd name="connsiteX1" fmla="*/ 210763 w 212120"/>
                <a:gd name="connsiteY1" fmla="*/ 181024 h 190908"/>
                <a:gd name="connsiteX2" fmla="*/ 16206 w 212120"/>
                <a:gd name="connsiteY2" fmla="*/ 77594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381" y="119212"/>
                  </a:moveTo>
                  <a:lnTo>
                    <a:pt x="210763" y="181024"/>
                  </a:lnTo>
                  <a:lnTo>
                    <a:pt x="16206" y="77594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7540AB0-1A62-4FCC-9B07-A11226AA1DFC}"/>
                </a:ext>
              </a:extLst>
            </p:cNvPr>
            <p:cNvSpPr/>
            <p:nvPr/>
          </p:nvSpPr>
          <p:spPr>
            <a:xfrm>
              <a:off x="6904792" y="4963442"/>
              <a:ext cx="469899" cy="344593"/>
            </a:xfrm>
            <a:custGeom>
              <a:avLst/>
              <a:gdLst>
                <a:gd name="connsiteX0" fmla="*/ 288993 w 318180"/>
                <a:gd name="connsiteY0" fmla="*/ 98381 h 233332"/>
                <a:gd name="connsiteX1" fmla="*/ 288993 w 318180"/>
                <a:gd name="connsiteY1" fmla="*/ 97236 h 233332"/>
                <a:gd name="connsiteX2" fmla="*/ 288738 w 318180"/>
                <a:gd name="connsiteY2" fmla="*/ 35424 h 233332"/>
                <a:gd name="connsiteX3" fmla="*/ 288547 w 318180"/>
                <a:gd name="connsiteY3" fmla="*/ 38648 h 233332"/>
                <a:gd name="connsiteX4" fmla="*/ 287741 w 318180"/>
                <a:gd name="connsiteY4" fmla="*/ 46369 h 233332"/>
                <a:gd name="connsiteX5" fmla="*/ 287062 w 318180"/>
                <a:gd name="connsiteY5" fmla="*/ 49954 h 233332"/>
                <a:gd name="connsiteX6" fmla="*/ 284008 w 318180"/>
                <a:gd name="connsiteY6" fmla="*/ 60200 h 233332"/>
                <a:gd name="connsiteX7" fmla="*/ 278259 w 318180"/>
                <a:gd name="connsiteY7" fmla="*/ 71909 h 233332"/>
                <a:gd name="connsiteX8" fmla="*/ 276456 w 318180"/>
                <a:gd name="connsiteY8" fmla="*/ 74857 h 233332"/>
                <a:gd name="connsiteX9" fmla="*/ 273614 w 318180"/>
                <a:gd name="connsiteY9" fmla="*/ 78972 h 233332"/>
                <a:gd name="connsiteX10" fmla="*/ 270475 w 318180"/>
                <a:gd name="connsiteY10" fmla="*/ 83024 h 233332"/>
                <a:gd name="connsiteX11" fmla="*/ 267272 w 318180"/>
                <a:gd name="connsiteY11" fmla="*/ 86757 h 233332"/>
                <a:gd name="connsiteX12" fmla="*/ 264281 w 318180"/>
                <a:gd name="connsiteY12" fmla="*/ 89897 h 233332"/>
                <a:gd name="connsiteX13" fmla="*/ 253314 w 318180"/>
                <a:gd name="connsiteY13" fmla="*/ 99866 h 233332"/>
                <a:gd name="connsiteX14" fmla="*/ 232441 w 318180"/>
                <a:gd name="connsiteY14" fmla="*/ 113400 h 233332"/>
                <a:gd name="connsiteX15" fmla="*/ 230490 w 318180"/>
                <a:gd name="connsiteY15" fmla="*/ 114524 h 233332"/>
                <a:gd name="connsiteX16" fmla="*/ 207708 w 318180"/>
                <a:gd name="connsiteY16" fmla="*/ 124302 h 233332"/>
                <a:gd name="connsiteX17" fmla="*/ 204696 w 318180"/>
                <a:gd name="connsiteY17" fmla="*/ 125427 h 233332"/>
                <a:gd name="connsiteX18" fmla="*/ 151412 w 318180"/>
                <a:gd name="connsiteY18" fmla="*/ 135927 h 233332"/>
                <a:gd name="connsiteX19" fmla="*/ 146533 w 318180"/>
                <a:gd name="connsiteY19" fmla="*/ 136266 h 233332"/>
                <a:gd name="connsiteX20" fmla="*/ 119678 w 318180"/>
                <a:gd name="connsiteY20" fmla="*/ 136351 h 233332"/>
                <a:gd name="connsiteX21" fmla="*/ 117875 w 318180"/>
                <a:gd name="connsiteY21" fmla="*/ 136181 h 233332"/>
                <a:gd name="connsiteX22" fmla="*/ 92294 w 318180"/>
                <a:gd name="connsiteY22" fmla="*/ 133042 h 233332"/>
                <a:gd name="connsiteX23" fmla="*/ 88327 w 318180"/>
                <a:gd name="connsiteY23" fmla="*/ 132342 h 233332"/>
                <a:gd name="connsiteX24" fmla="*/ 63382 w 318180"/>
                <a:gd name="connsiteY24" fmla="*/ 125787 h 233332"/>
                <a:gd name="connsiteX25" fmla="*/ 61473 w 318180"/>
                <a:gd name="connsiteY25" fmla="*/ 125257 h 233332"/>
                <a:gd name="connsiteX26" fmla="*/ 60900 w 318180"/>
                <a:gd name="connsiteY26" fmla="*/ 125045 h 233332"/>
                <a:gd name="connsiteX27" fmla="*/ 35424 w 318180"/>
                <a:gd name="connsiteY27" fmla="*/ 114057 h 233332"/>
                <a:gd name="connsiteX28" fmla="*/ 35785 w 318180"/>
                <a:gd name="connsiteY28" fmla="*/ 175869 h 233332"/>
                <a:gd name="connsiteX29" fmla="*/ 61685 w 318180"/>
                <a:gd name="connsiteY29" fmla="*/ 187005 h 233332"/>
                <a:gd name="connsiteX30" fmla="*/ 63276 w 318180"/>
                <a:gd name="connsiteY30" fmla="*/ 187451 h 233332"/>
                <a:gd name="connsiteX31" fmla="*/ 83703 w 318180"/>
                <a:gd name="connsiteY31" fmla="*/ 193157 h 233332"/>
                <a:gd name="connsiteX32" fmla="*/ 87584 w 318180"/>
                <a:gd name="connsiteY32" fmla="*/ 193835 h 233332"/>
                <a:gd name="connsiteX33" fmla="*/ 94436 w 318180"/>
                <a:gd name="connsiteY33" fmla="*/ 195023 h 233332"/>
                <a:gd name="connsiteX34" fmla="*/ 102900 w 318180"/>
                <a:gd name="connsiteY34" fmla="*/ 196508 h 233332"/>
                <a:gd name="connsiteX35" fmla="*/ 118787 w 318180"/>
                <a:gd name="connsiteY35" fmla="*/ 198014 h 233332"/>
                <a:gd name="connsiteX36" fmla="*/ 119699 w 318180"/>
                <a:gd name="connsiteY36" fmla="*/ 198099 h 233332"/>
                <a:gd name="connsiteX37" fmla="*/ 121036 w 318180"/>
                <a:gd name="connsiteY37" fmla="*/ 198226 h 233332"/>
                <a:gd name="connsiteX38" fmla="*/ 139108 w 318180"/>
                <a:gd name="connsiteY38" fmla="*/ 198460 h 233332"/>
                <a:gd name="connsiteX39" fmla="*/ 146660 w 318180"/>
                <a:gd name="connsiteY39" fmla="*/ 198014 h 233332"/>
                <a:gd name="connsiteX40" fmla="*/ 151390 w 318180"/>
                <a:gd name="connsiteY40" fmla="*/ 197717 h 233332"/>
                <a:gd name="connsiteX41" fmla="*/ 157839 w 318180"/>
                <a:gd name="connsiteY41" fmla="*/ 197314 h 233332"/>
                <a:gd name="connsiteX42" fmla="*/ 177354 w 318180"/>
                <a:gd name="connsiteY42" fmla="*/ 194323 h 233332"/>
                <a:gd name="connsiteX43" fmla="*/ 182296 w 318180"/>
                <a:gd name="connsiteY43" fmla="*/ 193157 h 233332"/>
                <a:gd name="connsiteX44" fmla="*/ 203317 w 318180"/>
                <a:gd name="connsiteY44" fmla="*/ 187726 h 233332"/>
                <a:gd name="connsiteX45" fmla="*/ 204972 w 318180"/>
                <a:gd name="connsiteY45" fmla="*/ 187111 h 233332"/>
                <a:gd name="connsiteX46" fmla="*/ 207857 w 318180"/>
                <a:gd name="connsiteY46" fmla="*/ 186051 h 233332"/>
                <a:gd name="connsiteX47" fmla="*/ 231232 w 318180"/>
                <a:gd name="connsiteY47" fmla="*/ 176017 h 233332"/>
                <a:gd name="connsiteX48" fmla="*/ 232038 w 318180"/>
                <a:gd name="connsiteY48" fmla="*/ 175572 h 233332"/>
                <a:gd name="connsiteX49" fmla="*/ 253675 w 318180"/>
                <a:gd name="connsiteY49" fmla="*/ 161551 h 233332"/>
                <a:gd name="connsiteX50" fmla="*/ 264090 w 318180"/>
                <a:gd name="connsiteY50" fmla="*/ 152175 h 233332"/>
                <a:gd name="connsiteX51" fmla="*/ 265956 w 318180"/>
                <a:gd name="connsiteY51" fmla="*/ 150478 h 233332"/>
                <a:gd name="connsiteX52" fmla="*/ 268120 w 318180"/>
                <a:gd name="connsiteY52" fmla="*/ 147954 h 233332"/>
                <a:gd name="connsiteX53" fmla="*/ 270644 w 318180"/>
                <a:gd name="connsiteY53" fmla="*/ 144984 h 233332"/>
                <a:gd name="connsiteX54" fmla="*/ 273911 w 318180"/>
                <a:gd name="connsiteY54" fmla="*/ 140763 h 233332"/>
                <a:gd name="connsiteX55" fmla="*/ 276690 w 318180"/>
                <a:gd name="connsiteY55" fmla="*/ 136754 h 233332"/>
                <a:gd name="connsiteX56" fmla="*/ 278026 w 318180"/>
                <a:gd name="connsiteY56" fmla="*/ 134824 h 233332"/>
                <a:gd name="connsiteX57" fmla="*/ 278684 w 318180"/>
                <a:gd name="connsiteY57" fmla="*/ 133487 h 233332"/>
                <a:gd name="connsiteX58" fmla="*/ 284177 w 318180"/>
                <a:gd name="connsiteY58" fmla="*/ 122457 h 233332"/>
                <a:gd name="connsiteX59" fmla="*/ 284432 w 318180"/>
                <a:gd name="connsiteY59" fmla="*/ 122011 h 233332"/>
                <a:gd name="connsiteX60" fmla="*/ 285153 w 318180"/>
                <a:gd name="connsiteY60" fmla="*/ 119466 h 233332"/>
                <a:gd name="connsiteX61" fmla="*/ 287190 w 318180"/>
                <a:gd name="connsiteY61" fmla="*/ 112487 h 233332"/>
                <a:gd name="connsiteX62" fmla="*/ 287890 w 318180"/>
                <a:gd name="connsiteY62" fmla="*/ 110133 h 233332"/>
                <a:gd name="connsiteX63" fmla="*/ 288123 w 318180"/>
                <a:gd name="connsiteY63" fmla="*/ 107608 h 233332"/>
                <a:gd name="connsiteX64" fmla="*/ 288802 w 318180"/>
                <a:gd name="connsiteY64" fmla="*/ 100354 h 233332"/>
                <a:gd name="connsiteX65" fmla="*/ 288993 w 318180"/>
                <a:gd name="connsiteY65" fmla="*/ 98381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18180" h="233332">
                  <a:moveTo>
                    <a:pt x="288993" y="98381"/>
                  </a:moveTo>
                  <a:cubicBezTo>
                    <a:pt x="288993" y="98042"/>
                    <a:pt x="288993" y="97575"/>
                    <a:pt x="288993" y="97236"/>
                  </a:cubicBezTo>
                  <a:lnTo>
                    <a:pt x="288738" y="35424"/>
                  </a:lnTo>
                  <a:cubicBezTo>
                    <a:pt x="288738" y="36506"/>
                    <a:pt x="288590" y="37588"/>
                    <a:pt x="288547" y="38648"/>
                  </a:cubicBezTo>
                  <a:cubicBezTo>
                    <a:pt x="288399" y="41215"/>
                    <a:pt x="288123" y="43803"/>
                    <a:pt x="287741" y="46369"/>
                  </a:cubicBezTo>
                  <a:cubicBezTo>
                    <a:pt x="287529" y="47579"/>
                    <a:pt x="287296" y="48766"/>
                    <a:pt x="287062" y="49954"/>
                  </a:cubicBezTo>
                  <a:cubicBezTo>
                    <a:pt x="286299" y="53412"/>
                    <a:pt x="285429" y="56806"/>
                    <a:pt x="284008" y="60200"/>
                  </a:cubicBezTo>
                  <a:cubicBezTo>
                    <a:pt x="282587" y="64188"/>
                    <a:pt x="280571" y="68091"/>
                    <a:pt x="278259" y="71909"/>
                  </a:cubicBezTo>
                  <a:cubicBezTo>
                    <a:pt x="277687" y="72885"/>
                    <a:pt x="277071" y="73860"/>
                    <a:pt x="276456" y="74857"/>
                  </a:cubicBezTo>
                  <a:cubicBezTo>
                    <a:pt x="275565" y="76236"/>
                    <a:pt x="274611" y="77615"/>
                    <a:pt x="273614" y="78972"/>
                  </a:cubicBezTo>
                  <a:cubicBezTo>
                    <a:pt x="272617" y="80330"/>
                    <a:pt x="271556" y="81688"/>
                    <a:pt x="270475" y="83024"/>
                  </a:cubicBezTo>
                  <a:cubicBezTo>
                    <a:pt x="269456" y="84275"/>
                    <a:pt x="268375" y="85506"/>
                    <a:pt x="267272" y="86757"/>
                  </a:cubicBezTo>
                  <a:cubicBezTo>
                    <a:pt x="266317" y="87818"/>
                    <a:pt x="265299" y="88857"/>
                    <a:pt x="264281" y="89897"/>
                  </a:cubicBezTo>
                  <a:cubicBezTo>
                    <a:pt x="260929" y="93333"/>
                    <a:pt x="257450" y="96663"/>
                    <a:pt x="253314" y="99866"/>
                  </a:cubicBezTo>
                  <a:cubicBezTo>
                    <a:pt x="246950" y="104915"/>
                    <a:pt x="239887" y="109348"/>
                    <a:pt x="232441" y="113400"/>
                  </a:cubicBezTo>
                  <a:cubicBezTo>
                    <a:pt x="231784" y="113760"/>
                    <a:pt x="231169" y="114163"/>
                    <a:pt x="230490" y="114524"/>
                  </a:cubicBezTo>
                  <a:cubicBezTo>
                    <a:pt x="223299" y="118278"/>
                    <a:pt x="215642" y="121481"/>
                    <a:pt x="207708" y="124302"/>
                  </a:cubicBezTo>
                  <a:cubicBezTo>
                    <a:pt x="206690" y="124684"/>
                    <a:pt x="205714" y="125066"/>
                    <a:pt x="204696" y="125427"/>
                  </a:cubicBezTo>
                  <a:cubicBezTo>
                    <a:pt x="187960" y="131048"/>
                    <a:pt x="169866" y="134527"/>
                    <a:pt x="151412" y="135927"/>
                  </a:cubicBezTo>
                  <a:cubicBezTo>
                    <a:pt x="149799" y="136054"/>
                    <a:pt x="148166" y="136160"/>
                    <a:pt x="146533" y="136266"/>
                  </a:cubicBezTo>
                  <a:cubicBezTo>
                    <a:pt x="137602" y="136754"/>
                    <a:pt x="128608" y="136839"/>
                    <a:pt x="119678" y="136351"/>
                  </a:cubicBezTo>
                  <a:cubicBezTo>
                    <a:pt x="119063" y="136309"/>
                    <a:pt x="118469" y="136224"/>
                    <a:pt x="117875" y="136181"/>
                  </a:cubicBezTo>
                  <a:cubicBezTo>
                    <a:pt x="109263" y="135630"/>
                    <a:pt x="100715" y="134527"/>
                    <a:pt x="92294" y="133042"/>
                  </a:cubicBezTo>
                  <a:cubicBezTo>
                    <a:pt x="90978" y="132787"/>
                    <a:pt x="89642" y="132596"/>
                    <a:pt x="88327" y="132342"/>
                  </a:cubicBezTo>
                  <a:cubicBezTo>
                    <a:pt x="79821" y="130666"/>
                    <a:pt x="71463" y="128460"/>
                    <a:pt x="63382" y="125787"/>
                  </a:cubicBezTo>
                  <a:cubicBezTo>
                    <a:pt x="62766" y="125575"/>
                    <a:pt x="62088" y="125469"/>
                    <a:pt x="61473" y="125257"/>
                  </a:cubicBezTo>
                  <a:cubicBezTo>
                    <a:pt x="61282" y="125193"/>
                    <a:pt x="61091" y="125109"/>
                    <a:pt x="60900" y="125045"/>
                  </a:cubicBezTo>
                  <a:cubicBezTo>
                    <a:pt x="52054" y="121969"/>
                    <a:pt x="43506" y="118363"/>
                    <a:pt x="35424" y="114057"/>
                  </a:cubicBezTo>
                  <a:lnTo>
                    <a:pt x="35785" y="175869"/>
                  </a:lnTo>
                  <a:cubicBezTo>
                    <a:pt x="43994" y="180239"/>
                    <a:pt x="52670" y="184014"/>
                    <a:pt x="61685" y="187005"/>
                  </a:cubicBezTo>
                  <a:cubicBezTo>
                    <a:pt x="62194" y="187196"/>
                    <a:pt x="62766" y="187302"/>
                    <a:pt x="63276" y="187451"/>
                  </a:cubicBezTo>
                  <a:cubicBezTo>
                    <a:pt x="70000" y="189657"/>
                    <a:pt x="76788" y="191651"/>
                    <a:pt x="83703" y="193157"/>
                  </a:cubicBezTo>
                  <a:cubicBezTo>
                    <a:pt x="84975" y="193454"/>
                    <a:pt x="86291" y="193581"/>
                    <a:pt x="87584" y="193835"/>
                  </a:cubicBezTo>
                  <a:cubicBezTo>
                    <a:pt x="89854" y="194281"/>
                    <a:pt x="92145" y="194642"/>
                    <a:pt x="94436" y="195023"/>
                  </a:cubicBezTo>
                  <a:cubicBezTo>
                    <a:pt x="97278" y="195511"/>
                    <a:pt x="100078" y="196148"/>
                    <a:pt x="102900" y="196508"/>
                  </a:cubicBezTo>
                  <a:cubicBezTo>
                    <a:pt x="108139" y="197208"/>
                    <a:pt x="113442" y="197675"/>
                    <a:pt x="118787" y="198014"/>
                  </a:cubicBezTo>
                  <a:cubicBezTo>
                    <a:pt x="119106" y="198035"/>
                    <a:pt x="119381" y="198078"/>
                    <a:pt x="119699" y="198099"/>
                  </a:cubicBezTo>
                  <a:cubicBezTo>
                    <a:pt x="120145" y="198120"/>
                    <a:pt x="120590" y="198205"/>
                    <a:pt x="121036" y="198226"/>
                  </a:cubicBezTo>
                  <a:cubicBezTo>
                    <a:pt x="127102" y="198587"/>
                    <a:pt x="133042" y="198587"/>
                    <a:pt x="139108" y="198460"/>
                  </a:cubicBezTo>
                  <a:cubicBezTo>
                    <a:pt x="141654" y="198417"/>
                    <a:pt x="144115" y="198142"/>
                    <a:pt x="146660" y="198014"/>
                  </a:cubicBezTo>
                  <a:cubicBezTo>
                    <a:pt x="148230" y="197929"/>
                    <a:pt x="149778" y="197845"/>
                    <a:pt x="151390" y="197717"/>
                  </a:cubicBezTo>
                  <a:cubicBezTo>
                    <a:pt x="153533" y="197548"/>
                    <a:pt x="155739" y="197505"/>
                    <a:pt x="157839" y="197314"/>
                  </a:cubicBezTo>
                  <a:cubicBezTo>
                    <a:pt x="164478" y="196657"/>
                    <a:pt x="170927" y="195639"/>
                    <a:pt x="177354" y="194323"/>
                  </a:cubicBezTo>
                  <a:cubicBezTo>
                    <a:pt x="179030" y="194005"/>
                    <a:pt x="180620" y="193517"/>
                    <a:pt x="182296" y="193157"/>
                  </a:cubicBezTo>
                  <a:cubicBezTo>
                    <a:pt x="189487" y="191651"/>
                    <a:pt x="196593" y="189954"/>
                    <a:pt x="203317" y="187726"/>
                  </a:cubicBezTo>
                  <a:cubicBezTo>
                    <a:pt x="203890" y="187535"/>
                    <a:pt x="204420" y="187281"/>
                    <a:pt x="204972" y="187111"/>
                  </a:cubicBezTo>
                  <a:cubicBezTo>
                    <a:pt x="205948" y="186772"/>
                    <a:pt x="206881" y="186411"/>
                    <a:pt x="207857" y="186051"/>
                  </a:cubicBezTo>
                  <a:cubicBezTo>
                    <a:pt x="216044" y="183187"/>
                    <a:pt x="223872" y="179899"/>
                    <a:pt x="231232" y="176017"/>
                  </a:cubicBezTo>
                  <a:cubicBezTo>
                    <a:pt x="231508" y="175869"/>
                    <a:pt x="231741" y="175699"/>
                    <a:pt x="232038" y="175572"/>
                  </a:cubicBezTo>
                  <a:cubicBezTo>
                    <a:pt x="239781" y="171436"/>
                    <a:pt x="247056" y="166790"/>
                    <a:pt x="253675" y="161551"/>
                  </a:cubicBezTo>
                  <a:cubicBezTo>
                    <a:pt x="257514" y="158518"/>
                    <a:pt x="260887" y="155378"/>
                    <a:pt x="264090" y="152175"/>
                  </a:cubicBezTo>
                  <a:cubicBezTo>
                    <a:pt x="264641" y="151602"/>
                    <a:pt x="265426" y="151072"/>
                    <a:pt x="265956" y="150478"/>
                  </a:cubicBezTo>
                  <a:cubicBezTo>
                    <a:pt x="266741" y="149630"/>
                    <a:pt x="267356" y="148802"/>
                    <a:pt x="268120" y="147954"/>
                  </a:cubicBezTo>
                  <a:cubicBezTo>
                    <a:pt x="268990" y="146978"/>
                    <a:pt x="269817" y="145981"/>
                    <a:pt x="270644" y="144984"/>
                  </a:cubicBezTo>
                  <a:cubicBezTo>
                    <a:pt x="271790" y="143584"/>
                    <a:pt x="272872" y="142163"/>
                    <a:pt x="273911" y="140763"/>
                  </a:cubicBezTo>
                  <a:cubicBezTo>
                    <a:pt x="274887" y="139426"/>
                    <a:pt x="275799" y="138090"/>
                    <a:pt x="276690" y="136754"/>
                  </a:cubicBezTo>
                  <a:cubicBezTo>
                    <a:pt x="277114" y="136096"/>
                    <a:pt x="277623" y="135460"/>
                    <a:pt x="278026" y="134824"/>
                  </a:cubicBezTo>
                  <a:cubicBezTo>
                    <a:pt x="278302" y="134378"/>
                    <a:pt x="278429" y="133933"/>
                    <a:pt x="278684" y="133487"/>
                  </a:cubicBezTo>
                  <a:cubicBezTo>
                    <a:pt x="280826" y="129860"/>
                    <a:pt x="282714" y="126190"/>
                    <a:pt x="284177" y="122457"/>
                  </a:cubicBezTo>
                  <a:cubicBezTo>
                    <a:pt x="284241" y="122287"/>
                    <a:pt x="284368" y="122139"/>
                    <a:pt x="284432" y="122011"/>
                  </a:cubicBezTo>
                  <a:cubicBezTo>
                    <a:pt x="284771" y="121163"/>
                    <a:pt x="284878" y="120315"/>
                    <a:pt x="285153" y="119466"/>
                  </a:cubicBezTo>
                  <a:cubicBezTo>
                    <a:pt x="285938" y="117154"/>
                    <a:pt x="286659" y="114821"/>
                    <a:pt x="287190" y="112487"/>
                  </a:cubicBezTo>
                  <a:cubicBezTo>
                    <a:pt x="287381" y="111703"/>
                    <a:pt x="287720" y="110918"/>
                    <a:pt x="287890" y="110133"/>
                  </a:cubicBezTo>
                  <a:cubicBezTo>
                    <a:pt x="288038" y="109263"/>
                    <a:pt x="287996" y="108457"/>
                    <a:pt x="288123" y="107608"/>
                  </a:cubicBezTo>
                  <a:cubicBezTo>
                    <a:pt x="288505" y="105212"/>
                    <a:pt x="288696" y="102772"/>
                    <a:pt x="288802" y="100354"/>
                  </a:cubicBezTo>
                  <a:cubicBezTo>
                    <a:pt x="288844" y="99718"/>
                    <a:pt x="288972" y="99039"/>
                    <a:pt x="288993" y="9838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D963109-2C7F-46A4-9727-4E02D2F70F82}"/>
                </a:ext>
              </a:extLst>
            </p:cNvPr>
            <p:cNvSpPr/>
            <p:nvPr/>
          </p:nvSpPr>
          <p:spPr>
            <a:xfrm>
              <a:off x="5977491" y="5021836"/>
              <a:ext cx="501226" cy="313266"/>
            </a:xfrm>
            <a:custGeom>
              <a:avLst/>
              <a:gdLst>
                <a:gd name="connsiteX0" fmla="*/ 305856 w 339392"/>
                <a:gd name="connsiteY0" fmla="*/ 100481 h 212120"/>
                <a:gd name="connsiteX1" fmla="*/ 258235 w 339392"/>
                <a:gd name="connsiteY1" fmla="*/ 124345 h 212120"/>
                <a:gd name="connsiteX2" fmla="*/ 247884 w 339392"/>
                <a:gd name="connsiteY2" fmla="*/ 127060 h 212120"/>
                <a:gd name="connsiteX3" fmla="*/ 232187 w 339392"/>
                <a:gd name="connsiteY3" fmla="*/ 131006 h 212120"/>
                <a:gd name="connsiteX4" fmla="*/ 226990 w 339392"/>
                <a:gd name="connsiteY4" fmla="*/ 131769 h 212120"/>
                <a:gd name="connsiteX5" fmla="*/ 206117 w 339392"/>
                <a:gd name="connsiteY5" fmla="*/ 134251 h 212120"/>
                <a:gd name="connsiteX6" fmla="*/ 199393 w 339392"/>
                <a:gd name="connsiteY6" fmla="*/ 134675 h 212120"/>
                <a:gd name="connsiteX7" fmla="*/ 174575 w 339392"/>
                <a:gd name="connsiteY7" fmla="*/ 134569 h 212120"/>
                <a:gd name="connsiteX8" fmla="*/ 171011 w 339392"/>
                <a:gd name="connsiteY8" fmla="*/ 134230 h 212120"/>
                <a:gd name="connsiteX9" fmla="*/ 148060 w 339392"/>
                <a:gd name="connsiteY9" fmla="*/ 131260 h 212120"/>
                <a:gd name="connsiteX10" fmla="*/ 143075 w 339392"/>
                <a:gd name="connsiteY10" fmla="*/ 130390 h 212120"/>
                <a:gd name="connsiteX11" fmla="*/ 117472 w 339392"/>
                <a:gd name="connsiteY11" fmla="*/ 123560 h 212120"/>
                <a:gd name="connsiteX12" fmla="*/ 116730 w 339392"/>
                <a:gd name="connsiteY12" fmla="*/ 123263 h 212120"/>
                <a:gd name="connsiteX13" fmla="*/ 91721 w 339392"/>
                <a:gd name="connsiteY13" fmla="*/ 112466 h 212120"/>
                <a:gd name="connsiteX14" fmla="*/ 35424 w 339392"/>
                <a:gd name="connsiteY14" fmla="*/ 35424 h 212120"/>
                <a:gd name="connsiteX15" fmla="*/ 35763 w 339392"/>
                <a:gd name="connsiteY15" fmla="*/ 97236 h 212120"/>
                <a:gd name="connsiteX16" fmla="*/ 92060 w 339392"/>
                <a:gd name="connsiteY16" fmla="*/ 174278 h 212120"/>
                <a:gd name="connsiteX17" fmla="*/ 117557 w 339392"/>
                <a:gd name="connsiteY17" fmla="*/ 185266 h 212120"/>
                <a:gd name="connsiteX18" fmla="*/ 118024 w 339392"/>
                <a:gd name="connsiteY18" fmla="*/ 185478 h 212120"/>
                <a:gd name="connsiteX19" fmla="*/ 139872 w 339392"/>
                <a:gd name="connsiteY19" fmla="*/ 191460 h 212120"/>
                <a:gd name="connsiteX20" fmla="*/ 142778 w 339392"/>
                <a:gd name="connsiteY20" fmla="*/ 191969 h 212120"/>
                <a:gd name="connsiteX21" fmla="*/ 149354 w 339392"/>
                <a:gd name="connsiteY21" fmla="*/ 193136 h 212120"/>
                <a:gd name="connsiteX22" fmla="*/ 158899 w 339392"/>
                <a:gd name="connsiteY22" fmla="*/ 194811 h 212120"/>
                <a:gd name="connsiteX23" fmla="*/ 170587 w 339392"/>
                <a:gd name="connsiteY23" fmla="*/ 195851 h 212120"/>
                <a:gd name="connsiteX24" fmla="*/ 175211 w 339392"/>
                <a:gd name="connsiteY24" fmla="*/ 196275 h 212120"/>
                <a:gd name="connsiteX25" fmla="*/ 176908 w 339392"/>
                <a:gd name="connsiteY25" fmla="*/ 196423 h 212120"/>
                <a:gd name="connsiteX26" fmla="*/ 194875 w 339392"/>
                <a:gd name="connsiteY26" fmla="*/ 196678 h 212120"/>
                <a:gd name="connsiteX27" fmla="*/ 199966 w 339392"/>
                <a:gd name="connsiteY27" fmla="*/ 196381 h 212120"/>
                <a:gd name="connsiteX28" fmla="*/ 205523 w 339392"/>
                <a:gd name="connsiteY28" fmla="*/ 196063 h 212120"/>
                <a:gd name="connsiteX29" fmla="*/ 213435 w 339392"/>
                <a:gd name="connsiteY29" fmla="*/ 195617 h 212120"/>
                <a:gd name="connsiteX30" fmla="*/ 231296 w 339392"/>
                <a:gd name="connsiteY30" fmla="*/ 193008 h 212120"/>
                <a:gd name="connsiteX31" fmla="*/ 231444 w 339392"/>
                <a:gd name="connsiteY31" fmla="*/ 192987 h 212120"/>
                <a:gd name="connsiteX32" fmla="*/ 233820 w 339392"/>
                <a:gd name="connsiteY32" fmla="*/ 192626 h 212120"/>
                <a:gd name="connsiteX33" fmla="*/ 258490 w 339392"/>
                <a:gd name="connsiteY33" fmla="*/ 186263 h 212120"/>
                <a:gd name="connsiteX34" fmla="*/ 306111 w 339392"/>
                <a:gd name="connsiteY34" fmla="*/ 162166 h 212120"/>
                <a:gd name="connsiteX35" fmla="*/ 305856 w 339392"/>
                <a:gd name="connsiteY35" fmla="*/ 100481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39392" h="212120">
                  <a:moveTo>
                    <a:pt x="305856" y="100481"/>
                  </a:moveTo>
                  <a:cubicBezTo>
                    <a:pt x="292153" y="110642"/>
                    <a:pt x="275820" y="118681"/>
                    <a:pt x="258235" y="124345"/>
                  </a:cubicBezTo>
                  <a:cubicBezTo>
                    <a:pt x="254884" y="125469"/>
                    <a:pt x="251299" y="126106"/>
                    <a:pt x="247884" y="127060"/>
                  </a:cubicBezTo>
                  <a:cubicBezTo>
                    <a:pt x="242687" y="128439"/>
                    <a:pt x="237553" y="129987"/>
                    <a:pt x="232187" y="131006"/>
                  </a:cubicBezTo>
                  <a:cubicBezTo>
                    <a:pt x="230490" y="131324"/>
                    <a:pt x="228729" y="131472"/>
                    <a:pt x="226990" y="131769"/>
                  </a:cubicBezTo>
                  <a:cubicBezTo>
                    <a:pt x="220117" y="132893"/>
                    <a:pt x="213160" y="133742"/>
                    <a:pt x="206117" y="134251"/>
                  </a:cubicBezTo>
                  <a:cubicBezTo>
                    <a:pt x="203890" y="134421"/>
                    <a:pt x="201642" y="134569"/>
                    <a:pt x="199393" y="134675"/>
                  </a:cubicBezTo>
                  <a:cubicBezTo>
                    <a:pt x="191141" y="135036"/>
                    <a:pt x="182848" y="135078"/>
                    <a:pt x="174575" y="134569"/>
                  </a:cubicBezTo>
                  <a:cubicBezTo>
                    <a:pt x="173366" y="134484"/>
                    <a:pt x="172199" y="134336"/>
                    <a:pt x="171011" y="134230"/>
                  </a:cubicBezTo>
                  <a:cubicBezTo>
                    <a:pt x="163290" y="133657"/>
                    <a:pt x="155611" y="132639"/>
                    <a:pt x="148060" y="131260"/>
                  </a:cubicBezTo>
                  <a:cubicBezTo>
                    <a:pt x="146384" y="130963"/>
                    <a:pt x="144708" y="130730"/>
                    <a:pt x="143075" y="130390"/>
                  </a:cubicBezTo>
                  <a:cubicBezTo>
                    <a:pt x="134336" y="128608"/>
                    <a:pt x="125745" y="126402"/>
                    <a:pt x="117472" y="123560"/>
                  </a:cubicBezTo>
                  <a:cubicBezTo>
                    <a:pt x="117218" y="123475"/>
                    <a:pt x="116984" y="123369"/>
                    <a:pt x="116730" y="123263"/>
                  </a:cubicBezTo>
                  <a:cubicBezTo>
                    <a:pt x="108054" y="120251"/>
                    <a:pt x="99654" y="116666"/>
                    <a:pt x="91721" y="112466"/>
                  </a:cubicBezTo>
                  <a:cubicBezTo>
                    <a:pt x="54770" y="92866"/>
                    <a:pt x="35572" y="64273"/>
                    <a:pt x="35424" y="35424"/>
                  </a:cubicBezTo>
                  <a:lnTo>
                    <a:pt x="35763" y="97236"/>
                  </a:lnTo>
                  <a:cubicBezTo>
                    <a:pt x="35933" y="126063"/>
                    <a:pt x="55109" y="154424"/>
                    <a:pt x="92060" y="174278"/>
                  </a:cubicBezTo>
                  <a:cubicBezTo>
                    <a:pt x="100142" y="178542"/>
                    <a:pt x="108690" y="182211"/>
                    <a:pt x="117557" y="185266"/>
                  </a:cubicBezTo>
                  <a:cubicBezTo>
                    <a:pt x="117727" y="185329"/>
                    <a:pt x="117875" y="185414"/>
                    <a:pt x="118024" y="185478"/>
                  </a:cubicBezTo>
                  <a:cubicBezTo>
                    <a:pt x="125108" y="187896"/>
                    <a:pt x="132405" y="189848"/>
                    <a:pt x="139872" y="191460"/>
                  </a:cubicBezTo>
                  <a:cubicBezTo>
                    <a:pt x="140827" y="191672"/>
                    <a:pt x="141824" y="191778"/>
                    <a:pt x="142778" y="191969"/>
                  </a:cubicBezTo>
                  <a:cubicBezTo>
                    <a:pt x="144984" y="192414"/>
                    <a:pt x="147148" y="192733"/>
                    <a:pt x="149354" y="193136"/>
                  </a:cubicBezTo>
                  <a:cubicBezTo>
                    <a:pt x="152536" y="193687"/>
                    <a:pt x="155675" y="194408"/>
                    <a:pt x="158899" y="194811"/>
                  </a:cubicBezTo>
                  <a:cubicBezTo>
                    <a:pt x="162717" y="195320"/>
                    <a:pt x="166663" y="195554"/>
                    <a:pt x="170587" y="195851"/>
                  </a:cubicBezTo>
                  <a:cubicBezTo>
                    <a:pt x="172136" y="195978"/>
                    <a:pt x="173663" y="196190"/>
                    <a:pt x="175211" y="196275"/>
                  </a:cubicBezTo>
                  <a:cubicBezTo>
                    <a:pt x="175763" y="196296"/>
                    <a:pt x="176336" y="196402"/>
                    <a:pt x="176908" y="196423"/>
                  </a:cubicBezTo>
                  <a:cubicBezTo>
                    <a:pt x="182869" y="196784"/>
                    <a:pt x="188851" y="196890"/>
                    <a:pt x="194875" y="196678"/>
                  </a:cubicBezTo>
                  <a:cubicBezTo>
                    <a:pt x="196572" y="196635"/>
                    <a:pt x="198269" y="196444"/>
                    <a:pt x="199966" y="196381"/>
                  </a:cubicBezTo>
                  <a:cubicBezTo>
                    <a:pt x="201832" y="196296"/>
                    <a:pt x="203657" y="196190"/>
                    <a:pt x="205523" y="196063"/>
                  </a:cubicBezTo>
                  <a:cubicBezTo>
                    <a:pt x="208154" y="195893"/>
                    <a:pt x="210805" y="195851"/>
                    <a:pt x="213435" y="195617"/>
                  </a:cubicBezTo>
                  <a:cubicBezTo>
                    <a:pt x="219460" y="194917"/>
                    <a:pt x="225399" y="194048"/>
                    <a:pt x="231296" y="193008"/>
                  </a:cubicBezTo>
                  <a:cubicBezTo>
                    <a:pt x="231338" y="192987"/>
                    <a:pt x="231402" y="192987"/>
                    <a:pt x="231444" y="192987"/>
                  </a:cubicBezTo>
                  <a:cubicBezTo>
                    <a:pt x="232229" y="192838"/>
                    <a:pt x="233035" y="192775"/>
                    <a:pt x="233820" y="192626"/>
                  </a:cubicBezTo>
                  <a:cubicBezTo>
                    <a:pt x="242347" y="190887"/>
                    <a:pt x="250599" y="188808"/>
                    <a:pt x="258490" y="186263"/>
                  </a:cubicBezTo>
                  <a:cubicBezTo>
                    <a:pt x="276202" y="180514"/>
                    <a:pt x="292408" y="172433"/>
                    <a:pt x="306111" y="162166"/>
                  </a:cubicBezTo>
                  <a:lnTo>
                    <a:pt x="305856" y="10048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A7778861-A71C-4064-8C2A-FC83078E2F9E}"/>
                </a:ext>
              </a:extLst>
            </p:cNvPr>
            <p:cNvSpPr/>
            <p:nvPr/>
          </p:nvSpPr>
          <p:spPr>
            <a:xfrm>
              <a:off x="6405695" y="5146735"/>
              <a:ext cx="313266" cy="281940"/>
            </a:xfrm>
            <a:custGeom>
              <a:avLst/>
              <a:gdLst>
                <a:gd name="connsiteX0" fmla="*/ 210444 w 212120"/>
                <a:gd name="connsiteY0" fmla="*/ 119339 h 190908"/>
                <a:gd name="connsiteX1" fmla="*/ 210720 w 212120"/>
                <a:gd name="connsiteY1" fmla="*/ 181045 h 190908"/>
                <a:gd name="connsiteX2" fmla="*/ 16121 w 212120"/>
                <a:gd name="connsiteY2" fmla="*/ 77594 h 190908"/>
                <a:gd name="connsiteX3" fmla="*/ 15909 w 212120"/>
                <a:gd name="connsiteY3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0" h="190908">
                  <a:moveTo>
                    <a:pt x="210444" y="119339"/>
                  </a:moveTo>
                  <a:lnTo>
                    <a:pt x="210720" y="181045"/>
                  </a:lnTo>
                  <a:lnTo>
                    <a:pt x="16121" y="77594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457754C2-1367-44D8-8E77-9270C8335A88}"/>
                </a:ext>
              </a:extLst>
            </p:cNvPr>
            <p:cNvSpPr/>
            <p:nvPr/>
          </p:nvSpPr>
          <p:spPr>
            <a:xfrm>
              <a:off x="5766475" y="4202111"/>
              <a:ext cx="1722966" cy="1127760"/>
            </a:xfrm>
            <a:custGeom>
              <a:avLst/>
              <a:gdLst>
                <a:gd name="connsiteX0" fmla="*/ 234563 w 1166661"/>
                <a:gd name="connsiteY0" fmla="*/ 667521 h 763632"/>
                <a:gd name="connsiteX1" fmla="*/ 210381 w 1166661"/>
                <a:gd name="connsiteY1" fmla="*/ 528795 h 763632"/>
                <a:gd name="connsiteX2" fmla="*/ 15909 w 1166661"/>
                <a:gd name="connsiteY2" fmla="*/ 425492 h 763632"/>
                <a:gd name="connsiteX3" fmla="*/ 175105 w 1166661"/>
                <a:gd name="connsiteY3" fmla="*/ 300829 h 763632"/>
                <a:gd name="connsiteX4" fmla="*/ 157520 w 1166661"/>
                <a:gd name="connsiteY4" fmla="*/ 154508 h 763632"/>
                <a:gd name="connsiteX5" fmla="*/ 375644 w 1166661"/>
                <a:gd name="connsiteY5" fmla="*/ 140084 h 763632"/>
                <a:gd name="connsiteX6" fmla="*/ 532189 w 1166661"/>
                <a:gd name="connsiteY6" fmla="*/ 15909 h 763632"/>
                <a:gd name="connsiteX7" fmla="*/ 726469 w 1166661"/>
                <a:gd name="connsiteY7" fmla="*/ 119233 h 763632"/>
                <a:gd name="connsiteX8" fmla="*/ 749018 w 1166661"/>
                <a:gd name="connsiteY8" fmla="*/ 259550 h 763632"/>
                <a:gd name="connsiteX9" fmla="*/ 965359 w 1166661"/>
                <a:gd name="connsiteY9" fmla="*/ 246165 h 763632"/>
                <a:gd name="connsiteX10" fmla="*/ 1159534 w 1166661"/>
                <a:gd name="connsiteY10" fmla="*/ 349489 h 763632"/>
                <a:gd name="connsiteX11" fmla="*/ 1002989 w 1166661"/>
                <a:gd name="connsiteY11" fmla="*/ 473580 h 763632"/>
                <a:gd name="connsiteX12" fmla="*/ 1024159 w 1166661"/>
                <a:gd name="connsiteY12" fmla="*/ 615425 h 763632"/>
                <a:gd name="connsiteX13" fmla="*/ 806269 w 1166661"/>
                <a:gd name="connsiteY13" fmla="*/ 629594 h 763632"/>
                <a:gd name="connsiteX14" fmla="*/ 643276 w 1166661"/>
                <a:gd name="connsiteY14" fmla="*/ 758988 h 763632"/>
                <a:gd name="connsiteX15" fmla="*/ 448740 w 1166661"/>
                <a:gd name="connsiteY15" fmla="*/ 655558 h 763632"/>
                <a:gd name="connsiteX16" fmla="*/ 234563 w 1166661"/>
                <a:gd name="connsiteY16" fmla="*/ 667521 h 76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6661" h="763632">
                  <a:moveTo>
                    <a:pt x="234563" y="667521"/>
                  </a:moveTo>
                  <a:cubicBezTo>
                    <a:pt x="169908" y="633158"/>
                    <a:pt x="159705" y="571685"/>
                    <a:pt x="210381" y="528795"/>
                  </a:cubicBezTo>
                  <a:lnTo>
                    <a:pt x="15909" y="425492"/>
                  </a:lnTo>
                  <a:lnTo>
                    <a:pt x="175105" y="300829"/>
                  </a:lnTo>
                  <a:cubicBezTo>
                    <a:pt x="103006" y="263008"/>
                    <a:pt x="103409" y="197505"/>
                    <a:pt x="157520" y="154508"/>
                  </a:cubicBezTo>
                  <a:cubicBezTo>
                    <a:pt x="211866" y="111512"/>
                    <a:pt x="309589" y="105042"/>
                    <a:pt x="375644" y="140084"/>
                  </a:cubicBezTo>
                  <a:lnTo>
                    <a:pt x="532189" y="15909"/>
                  </a:lnTo>
                  <a:lnTo>
                    <a:pt x="726469" y="119233"/>
                  </a:lnTo>
                  <a:cubicBezTo>
                    <a:pt x="673885" y="162357"/>
                    <a:pt x="683579" y="224635"/>
                    <a:pt x="749018" y="259550"/>
                  </a:cubicBezTo>
                  <a:cubicBezTo>
                    <a:pt x="814287" y="294274"/>
                    <a:pt x="910526" y="288165"/>
                    <a:pt x="965359" y="246165"/>
                  </a:cubicBezTo>
                  <a:lnTo>
                    <a:pt x="1159534" y="349489"/>
                  </a:lnTo>
                  <a:lnTo>
                    <a:pt x="1002989" y="473580"/>
                  </a:lnTo>
                  <a:cubicBezTo>
                    <a:pt x="1069065" y="508749"/>
                    <a:pt x="1078632" y="572279"/>
                    <a:pt x="1024159" y="615425"/>
                  </a:cubicBezTo>
                  <a:cubicBezTo>
                    <a:pt x="970068" y="658315"/>
                    <a:pt x="872408" y="664764"/>
                    <a:pt x="806269" y="629594"/>
                  </a:cubicBezTo>
                  <a:lnTo>
                    <a:pt x="643276" y="758988"/>
                  </a:lnTo>
                  <a:lnTo>
                    <a:pt x="448740" y="655558"/>
                  </a:lnTo>
                  <a:cubicBezTo>
                    <a:pt x="393971" y="696370"/>
                    <a:pt x="299217" y="701906"/>
                    <a:pt x="234563" y="66752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27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4995C78-40C3-4A4A-A1BC-2A5E299F67BC}"/>
                </a:ext>
              </a:extLst>
            </p:cNvPr>
            <p:cNvSpPr/>
            <p:nvPr/>
          </p:nvSpPr>
          <p:spPr>
            <a:xfrm>
              <a:off x="6692993" y="5108390"/>
              <a:ext cx="281940" cy="313266"/>
            </a:xfrm>
            <a:custGeom>
              <a:avLst/>
              <a:gdLst>
                <a:gd name="connsiteX0" fmla="*/ 178881 w 190908"/>
                <a:gd name="connsiteY0" fmla="*/ 15909 h 212120"/>
                <a:gd name="connsiteX1" fmla="*/ 179242 w 190908"/>
                <a:gd name="connsiteY1" fmla="*/ 77721 h 212120"/>
                <a:gd name="connsiteX2" fmla="*/ 16185 w 190908"/>
                <a:gd name="connsiteY2" fmla="*/ 207008 h 212120"/>
                <a:gd name="connsiteX3" fmla="*/ 15909 w 190908"/>
                <a:gd name="connsiteY3" fmla="*/ 145303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212120">
                  <a:moveTo>
                    <a:pt x="178881" y="15909"/>
                  </a:moveTo>
                  <a:lnTo>
                    <a:pt x="179242" y="77721"/>
                  </a:lnTo>
                  <a:lnTo>
                    <a:pt x="16185" y="207008"/>
                  </a:lnTo>
                  <a:lnTo>
                    <a:pt x="15909" y="145303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0971A07-D8E5-431F-8F4E-77B18EE653C1}"/>
                </a:ext>
              </a:extLst>
            </p:cNvPr>
            <p:cNvSpPr/>
            <p:nvPr/>
          </p:nvSpPr>
          <p:spPr>
            <a:xfrm>
              <a:off x="6136412" y="4280803"/>
              <a:ext cx="156633" cy="187960"/>
            </a:xfrm>
            <a:custGeom>
              <a:avLst/>
              <a:gdLst>
                <a:gd name="connsiteX0" fmla="*/ 93969 w 106060"/>
                <a:gd name="connsiteY0" fmla="*/ 107821 h 127272"/>
                <a:gd name="connsiteX1" fmla="*/ 77551 w 106060"/>
                <a:gd name="connsiteY1" fmla="*/ 114460 h 127272"/>
                <a:gd name="connsiteX2" fmla="*/ 15909 w 106060"/>
                <a:gd name="connsiteY2" fmla="*/ 22548 h 127272"/>
                <a:gd name="connsiteX3" fmla="*/ 32306 w 106060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27272">
                  <a:moveTo>
                    <a:pt x="93969" y="107821"/>
                  </a:moveTo>
                  <a:lnTo>
                    <a:pt x="77551" y="114460"/>
                  </a:lnTo>
                  <a:lnTo>
                    <a:pt x="15909" y="22548"/>
                  </a:lnTo>
                  <a:lnTo>
                    <a:pt x="32306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DE7E75CB-46E3-48F6-8342-CB5079B96FD6}"/>
                </a:ext>
              </a:extLst>
            </p:cNvPr>
            <p:cNvSpPr/>
            <p:nvPr/>
          </p:nvSpPr>
          <p:spPr>
            <a:xfrm>
              <a:off x="6006155" y="4086610"/>
              <a:ext cx="156633" cy="219286"/>
            </a:xfrm>
            <a:custGeom>
              <a:avLst/>
              <a:gdLst>
                <a:gd name="connsiteX0" fmla="*/ 110069 w 106060"/>
                <a:gd name="connsiteY0" fmla="*/ 131833 h 148484"/>
                <a:gd name="connsiteX1" fmla="*/ 93651 w 106060"/>
                <a:gd name="connsiteY1" fmla="*/ 138472 h 148484"/>
                <a:gd name="connsiteX2" fmla="*/ 15909 w 106060"/>
                <a:gd name="connsiteY2" fmla="*/ 22548 h 148484"/>
                <a:gd name="connsiteX3" fmla="*/ 32327 w 106060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110069" y="131833"/>
                  </a:moveTo>
                  <a:lnTo>
                    <a:pt x="93651" y="138472"/>
                  </a:lnTo>
                  <a:lnTo>
                    <a:pt x="15909" y="22548"/>
                  </a:lnTo>
                  <a:lnTo>
                    <a:pt x="32327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3B1947FA-87B5-4061-AE42-D7AF49A4ED72}"/>
                </a:ext>
              </a:extLst>
            </p:cNvPr>
            <p:cNvSpPr/>
            <p:nvPr/>
          </p:nvSpPr>
          <p:spPr>
            <a:xfrm>
              <a:off x="5869665" y="3883080"/>
              <a:ext cx="187960" cy="219286"/>
            </a:xfrm>
            <a:custGeom>
              <a:avLst/>
              <a:gdLst>
                <a:gd name="connsiteX0" fmla="*/ 114205 w 127272"/>
                <a:gd name="connsiteY0" fmla="*/ 138005 h 148484"/>
                <a:gd name="connsiteX1" fmla="*/ 97787 w 127272"/>
                <a:gd name="connsiteY1" fmla="*/ 144624 h 148484"/>
                <a:gd name="connsiteX2" fmla="*/ 15909 w 127272"/>
                <a:gd name="connsiteY2" fmla="*/ 22548 h 148484"/>
                <a:gd name="connsiteX3" fmla="*/ 32327 w 127272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148484">
                  <a:moveTo>
                    <a:pt x="114205" y="138005"/>
                  </a:moveTo>
                  <a:lnTo>
                    <a:pt x="97787" y="144624"/>
                  </a:lnTo>
                  <a:lnTo>
                    <a:pt x="15909" y="22548"/>
                  </a:lnTo>
                  <a:lnTo>
                    <a:pt x="32327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53365A7-45EF-4FC2-B370-8219079BFB00}"/>
                </a:ext>
              </a:extLst>
            </p:cNvPr>
            <p:cNvSpPr/>
            <p:nvPr/>
          </p:nvSpPr>
          <p:spPr>
            <a:xfrm>
              <a:off x="5738343" y="3687257"/>
              <a:ext cx="156633" cy="219286"/>
            </a:xfrm>
            <a:custGeom>
              <a:avLst/>
              <a:gdLst>
                <a:gd name="connsiteX0" fmla="*/ 110812 w 106060"/>
                <a:gd name="connsiteY0" fmla="*/ 132936 h 148484"/>
                <a:gd name="connsiteX1" fmla="*/ 94393 w 106060"/>
                <a:gd name="connsiteY1" fmla="*/ 139554 h 148484"/>
                <a:gd name="connsiteX2" fmla="*/ 15909 w 106060"/>
                <a:gd name="connsiteY2" fmla="*/ 22548 h 148484"/>
                <a:gd name="connsiteX3" fmla="*/ 32306 w 106060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110812" y="132936"/>
                  </a:moveTo>
                  <a:lnTo>
                    <a:pt x="94393" y="139554"/>
                  </a:lnTo>
                  <a:lnTo>
                    <a:pt x="15909" y="22548"/>
                  </a:lnTo>
                  <a:lnTo>
                    <a:pt x="32306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E48B7493-AD38-4389-92FE-7E10211D9D2D}"/>
                </a:ext>
              </a:extLst>
            </p:cNvPr>
            <p:cNvSpPr/>
            <p:nvPr/>
          </p:nvSpPr>
          <p:spPr>
            <a:xfrm>
              <a:off x="5645617" y="3533818"/>
              <a:ext cx="62653" cy="62653"/>
            </a:xfrm>
            <a:custGeom>
              <a:avLst/>
              <a:gdLst>
                <a:gd name="connsiteX0" fmla="*/ 32327 w 42424"/>
                <a:gd name="connsiteY0" fmla="*/ 26197 h 42424"/>
                <a:gd name="connsiteX1" fmla="*/ 15909 w 42424"/>
                <a:gd name="connsiteY1" fmla="*/ 32836 h 42424"/>
                <a:gd name="connsiteX2" fmla="*/ 30545 w 42424"/>
                <a:gd name="connsiteY2" fmla="*/ 22527 h 42424"/>
                <a:gd name="connsiteX3" fmla="*/ 46963 w 42424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32327" y="26197"/>
                  </a:moveTo>
                  <a:lnTo>
                    <a:pt x="15909" y="32836"/>
                  </a:lnTo>
                  <a:lnTo>
                    <a:pt x="30545" y="22527"/>
                  </a:lnTo>
                  <a:lnTo>
                    <a:pt x="46963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DDF0C3E-52C1-4671-B601-048544578582}"/>
                </a:ext>
              </a:extLst>
            </p:cNvPr>
            <p:cNvSpPr/>
            <p:nvPr/>
          </p:nvSpPr>
          <p:spPr>
            <a:xfrm>
              <a:off x="5645617" y="3549012"/>
              <a:ext cx="125307" cy="156633"/>
            </a:xfrm>
            <a:custGeom>
              <a:avLst/>
              <a:gdLst>
                <a:gd name="connsiteX0" fmla="*/ 84657 w 84848"/>
                <a:gd name="connsiteY0" fmla="*/ 93948 h 106060"/>
                <a:gd name="connsiteX1" fmla="*/ 68239 w 84848"/>
                <a:gd name="connsiteY1" fmla="*/ 100566 h 106060"/>
                <a:gd name="connsiteX2" fmla="*/ 15909 w 84848"/>
                <a:gd name="connsiteY2" fmla="*/ 22548 h 106060"/>
                <a:gd name="connsiteX3" fmla="*/ 32327 w 84848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06060">
                  <a:moveTo>
                    <a:pt x="84657" y="93948"/>
                  </a:moveTo>
                  <a:lnTo>
                    <a:pt x="68239" y="100566"/>
                  </a:lnTo>
                  <a:lnTo>
                    <a:pt x="15909" y="22548"/>
                  </a:lnTo>
                  <a:lnTo>
                    <a:pt x="32327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9348A84D-4A6B-4E2B-B6BE-AC9A69544AAC}"/>
                </a:ext>
              </a:extLst>
            </p:cNvPr>
            <p:cNvSpPr/>
            <p:nvPr/>
          </p:nvSpPr>
          <p:spPr>
            <a:xfrm>
              <a:off x="5908040" y="4257810"/>
              <a:ext cx="281940" cy="187960"/>
            </a:xfrm>
            <a:custGeom>
              <a:avLst/>
              <a:gdLst>
                <a:gd name="connsiteX0" fmla="*/ 32327 w 190908"/>
                <a:gd name="connsiteY0" fmla="*/ 117218 h 127272"/>
                <a:gd name="connsiteX1" fmla="*/ 15909 w 190908"/>
                <a:gd name="connsiteY1" fmla="*/ 123857 h 127272"/>
                <a:gd name="connsiteX2" fmla="*/ 160087 w 190908"/>
                <a:gd name="connsiteY2" fmla="*/ 22548 h 127272"/>
                <a:gd name="connsiteX3" fmla="*/ 176505 w 190908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27272">
                  <a:moveTo>
                    <a:pt x="32327" y="117218"/>
                  </a:moveTo>
                  <a:lnTo>
                    <a:pt x="15909" y="123857"/>
                  </a:lnTo>
                  <a:lnTo>
                    <a:pt x="160087" y="22548"/>
                  </a:lnTo>
                  <a:lnTo>
                    <a:pt x="176505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57977954-925B-4819-983D-B29423B82416}"/>
                </a:ext>
              </a:extLst>
            </p:cNvPr>
            <p:cNvSpPr/>
            <p:nvPr/>
          </p:nvSpPr>
          <p:spPr>
            <a:xfrm>
              <a:off x="5777658" y="4063397"/>
              <a:ext cx="281940" cy="187960"/>
            </a:xfrm>
            <a:custGeom>
              <a:avLst/>
              <a:gdLst>
                <a:gd name="connsiteX0" fmla="*/ 32348 w 190908"/>
                <a:gd name="connsiteY0" fmla="*/ 117239 h 127272"/>
                <a:gd name="connsiteX1" fmla="*/ 15909 w 190908"/>
                <a:gd name="connsiteY1" fmla="*/ 123878 h 127272"/>
                <a:gd name="connsiteX2" fmla="*/ 160087 w 190908"/>
                <a:gd name="connsiteY2" fmla="*/ 22527 h 127272"/>
                <a:gd name="connsiteX3" fmla="*/ 176505 w 190908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27272">
                  <a:moveTo>
                    <a:pt x="32348" y="117239"/>
                  </a:moveTo>
                  <a:lnTo>
                    <a:pt x="15909" y="123878"/>
                  </a:lnTo>
                  <a:lnTo>
                    <a:pt x="160087" y="22527"/>
                  </a:lnTo>
                  <a:lnTo>
                    <a:pt x="176505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2284287-C656-4370-8124-32E16ACE21A3}"/>
                </a:ext>
              </a:extLst>
            </p:cNvPr>
            <p:cNvSpPr/>
            <p:nvPr/>
          </p:nvSpPr>
          <p:spPr>
            <a:xfrm>
              <a:off x="5641325" y="3860087"/>
              <a:ext cx="281940" cy="187960"/>
            </a:xfrm>
            <a:custGeom>
              <a:avLst/>
              <a:gdLst>
                <a:gd name="connsiteX0" fmla="*/ 32327 w 190908"/>
                <a:gd name="connsiteY0" fmla="*/ 117239 h 127272"/>
                <a:gd name="connsiteX1" fmla="*/ 15909 w 190908"/>
                <a:gd name="connsiteY1" fmla="*/ 123878 h 127272"/>
                <a:gd name="connsiteX2" fmla="*/ 160087 w 190908"/>
                <a:gd name="connsiteY2" fmla="*/ 22527 h 127272"/>
                <a:gd name="connsiteX3" fmla="*/ 176505 w 190908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27272">
                  <a:moveTo>
                    <a:pt x="32327" y="117239"/>
                  </a:moveTo>
                  <a:lnTo>
                    <a:pt x="15909" y="123878"/>
                  </a:lnTo>
                  <a:lnTo>
                    <a:pt x="160087" y="22527"/>
                  </a:lnTo>
                  <a:lnTo>
                    <a:pt x="176505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FCE8899-ED7A-49EF-841D-63D7E08EF451}"/>
                </a:ext>
              </a:extLst>
            </p:cNvPr>
            <p:cNvSpPr/>
            <p:nvPr/>
          </p:nvSpPr>
          <p:spPr>
            <a:xfrm>
              <a:off x="5509973" y="3664263"/>
              <a:ext cx="281940" cy="187960"/>
            </a:xfrm>
            <a:custGeom>
              <a:avLst/>
              <a:gdLst>
                <a:gd name="connsiteX0" fmla="*/ 32327 w 190908"/>
                <a:gd name="connsiteY0" fmla="*/ 117218 h 127272"/>
                <a:gd name="connsiteX1" fmla="*/ 15909 w 190908"/>
                <a:gd name="connsiteY1" fmla="*/ 123857 h 127272"/>
                <a:gd name="connsiteX2" fmla="*/ 160087 w 190908"/>
                <a:gd name="connsiteY2" fmla="*/ 22527 h 127272"/>
                <a:gd name="connsiteX3" fmla="*/ 176505 w 190908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27272">
                  <a:moveTo>
                    <a:pt x="32327" y="117218"/>
                  </a:moveTo>
                  <a:lnTo>
                    <a:pt x="15909" y="123857"/>
                  </a:lnTo>
                  <a:lnTo>
                    <a:pt x="160087" y="22527"/>
                  </a:lnTo>
                  <a:lnTo>
                    <a:pt x="176505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3D6F0CB-CF9C-46C4-9698-29DCCE09E052}"/>
                </a:ext>
              </a:extLst>
            </p:cNvPr>
            <p:cNvSpPr/>
            <p:nvPr/>
          </p:nvSpPr>
          <p:spPr>
            <a:xfrm>
              <a:off x="5411073" y="3713853"/>
              <a:ext cx="626534" cy="908474"/>
            </a:xfrm>
            <a:custGeom>
              <a:avLst/>
              <a:gdLst>
                <a:gd name="connsiteX0" fmla="*/ 426298 w 424240"/>
                <a:gd name="connsiteY0" fmla="*/ 603334 h 615148"/>
                <a:gd name="connsiteX1" fmla="*/ 409880 w 424240"/>
                <a:gd name="connsiteY1" fmla="*/ 609973 h 615148"/>
                <a:gd name="connsiteX2" fmla="*/ 15909 w 424240"/>
                <a:gd name="connsiteY2" fmla="*/ 22527 h 615148"/>
                <a:gd name="connsiteX3" fmla="*/ 32327 w 424240"/>
                <a:gd name="connsiteY3" fmla="*/ 15909 h 61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0" h="615148">
                  <a:moveTo>
                    <a:pt x="426298" y="603334"/>
                  </a:moveTo>
                  <a:lnTo>
                    <a:pt x="409880" y="609973"/>
                  </a:lnTo>
                  <a:lnTo>
                    <a:pt x="15909" y="22527"/>
                  </a:lnTo>
                  <a:lnTo>
                    <a:pt x="32327" y="15909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3085968C-5F79-4673-9BB1-88BF86929E64}"/>
                </a:ext>
              </a:extLst>
            </p:cNvPr>
            <p:cNvSpPr/>
            <p:nvPr/>
          </p:nvSpPr>
          <p:spPr>
            <a:xfrm>
              <a:off x="5435320" y="3533818"/>
              <a:ext cx="877147" cy="1065107"/>
            </a:xfrm>
            <a:custGeom>
              <a:avLst/>
              <a:gdLst>
                <a:gd name="connsiteX0" fmla="*/ 174723 w 593936"/>
                <a:gd name="connsiteY0" fmla="*/ 26197 h 721208"/>
                <a:gd name="connsiteX1" fmla="*/ 189360 w 593936"/>
                <a:gd name="connsiteY1" fmla="*/ 15909 h 721208"/>
                <a:gd name="connsiteX2" fmla="*/ 583331 w 593936"/>
                <a:gd name="connsiteY2" fmla="*/ 603334 h 721208"/>
                <a:gd name="connsiteX3" fmla="*/ 568694 w 593936"/>
                <a:gd name="connsiteY3" fmla="*/ 613622 h 721208"/>
                <a:gd name="connsiteX4" fmla="*/ 507052 w 593936"/>
                <a:gd name="connsiteY4" fmla="*/ 521710 h 721208"/>
                <a:gd name="connsiteX5" fmla="*/ 362895 w 593936"/>
                <a:gd name="connsiteY5" fmla="*/ 623019 h 721208"/>
                <a:gd name="connsiteX6" fmla="*/ 424538 w 593936"/>
                <a:gd name="connsiteY6" fmla="*/ 714951 h 721208"/>
                <a:gd name="connsiteX7" fmla="*/ 409901 w 593936"/>
                <a:gd name="connsiteY7" fmla="*/ 725218 h 721208"/>
                <a:gd name="connsiteX8" fmla="*/ 15909 w 593936"/>
                <a:gd name="connsiteY8" fmla="*/ 137815 h 721208"/>
                <a:gd name="connsiteX9" fmla="*/ 30545 w 593936"/>
                <a:gd name="connsiteY9" fmla="*/ 127527 h 721208"/>
                <a:gd name="connsiteX10" fmla="*/ 82875 w 593936"/>
                <a:gd name="connsiteY10" fmla="*/ 205566 h 721208"/>
                <a:gd name="connsiteX11" fmla="*/ 227054 w 593936"/>
                <a:gd name="connsiteY11" fmla="*/ 104257 h 721208"/>
                <a:gd name="connsiteX12" fmla="*/ 174723 w 593936"/>
                <a:gd name="connsiteY12" fmla="*/ 26197 h 721208"/>
                <a:gd name="connsiteX13" fmla="*/ 408310 w 593936"/>
                <a:gd name="connsiteY13" fmla="*/ 374498 h 721208"/>
                <a:gd name="connsiteX14" fmla="*/ 326432 w 593936"/>
                <a:gd name="connsiteY14" fmla="*/ 252402 h 721208"/>
                <a:gd name="connsiteX15" fmla="*/ 182254 w 593936"/>
                <a:gd name="connsiteY15" fmla="*/ 353732 h 721208"/>
                <a:gd name="connsiteX16" fmla="*/ 264132 w 593936"/>
                <a:gd name="connsiteY16" fmla="*/ 475828 h 721208"/>
                <a:gd name="connsiteX17" fmla="*/ 408310 w 593936"/>
                <a:gd name="connsiteY17" fmla="*/ 374498 h 721208"/>
                <a:gd name="connsiteX18" fmla="*/ 315996 w 593936"/>
                <a:gd name="connsiteY18" fmla="*/ 236832 h 721208"/>
                <a:gd name="connsiteX19" fmla="*/ 237511 w 593936"/>
                <a:gd name="connsiteY19" fmla="*/ 119806 h 721208"/>
                <a:gd name="connsiteX20" fmla="*/ 93333 w 593936"/>
                <a:gd name="connsiteY20" fmla="*/ 221114 h 721208"/>
                <a:gd name="connsiteX21" fmla="*/ 171817 w 593936"/>
                <a:gd name="connsiteY21" fmla="*/ 338162 h 721208"/>
                <a:gd name="connsiteX22" fmla="*/ 315996 w 593936"/>
                <a:gd name="connsiteY22" fmla="*/ 236832 h 721208"/>
                <a:gd name="connsiteX23" fmla="*/ 496595 w 593936"/>
                <a:gd name="connsiteY23" fmla="*/ 506140 h 721208"/>
                <a:gd name="connsiteX24" fmla="*/ 418853 w 593936"/>
                <a:gd name="connsiteY24" fmla="*/ 390216 h 721208"/>
                <a:gd name="connsiteX25" fmla="*/ 274675 w 593936"/>
                <a:gd name="connsiteY25" fmla="*/ 491525 h 721208"/>
                <a:gd name="connsiteX26" fmla="*/ 352417 w 593936"/>
                <a:gd name="connsiteY26" fmla="*/ 607449 h 721208"/>
                <a:gd name="connsiteX27" fmla="*/ 496595 w 593936"/>
                <a:gd name="connsiteY27" fmla="*/ 506140 h 72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3936" h="721208">
                  <a:moveTo>
                    <a:pt x="174723" y="26197"/>
                  </a:moveTo>
                  <a:lnTo>
                    <a:pt x="189360" y="15909"/>
                  </a:lnTo>
                  <a:lnTo>
                    <a:pt x="583331" y="603334"/>
                  </a:lnTo>
                  <a:lnTo>
                    <a:pt x="568694" y="613622"/>
                  </a:lnTo>
                  <a:lnTo>
                    <a:pt x="507052" y="521710"/>
                  </a:lnTo>
                  <a:lnTo>
                    <a:pt x="362895" y="623019"/>
                  </a:lnTo>
                  <a:lnTo>
                    <a:pt x="424538" y="714951"/>
                  </a:lnTo>
                  <a:lnTo>
                    <a:pt x="409901" y="725218"/>
                  </a:lnTo>
                  <a:lnTo>
                    <a:pt x="15909" y="137815"/>
                  </a:lnTo>
                  <a:lnTo>
                    <a:pt x="30545" y="127527"/>
                  </a:lnTo>
                  <a:lnTo>
                    <a:pt x="82875" y="205566"/>
                  </a:lnTo>
                  <a:lnTo>
                    <a:pt x="227054" y="104257"/>
                  </a:lnTo>
                  <a:lnTo>
                    <a:pt x="174723" y="26197"/>
                  </a:lnTo>
                  <a:close/>
                  <a:moveTo>
                    <a:pt x="408310" y="374498"/>
                  </a:moveTo>
                  <a:lnTo>
                    <a:pt x="326432" y="252402"/>
                  </a:lnTo>
                  <a:lnTo>
                    <a:pt x="182254" y="353732"/>
                  </a:lnTo>
                  <a:lnTo>
                    <a:pt x="264132" y="475828"/>
                  </a:lnTo>
                  <a:lnTo>
                    <a:pt x="408310" y="374498"/>
                  </a:lnTo>
                  <a:moveTo>
                    <a:pt x="315996" y="236832"/>
                  </a:moveTo>
                  <a:lnTo>
                    <a:pt x="237511" y="119806"/>
                  </a:lnTo>
                  <a:lnTo>
                    <a:pt x="93333" y="221114"/>
                  </a:lnTo>
                  <a:lnTo>
                    <a:pt x="171817" y="338162"/>
                  </a:lnTo>
                  <a:lnTo>
                    <a:pt x="315996" y="236832"/>
                  </a:lnTo>
                  <a:moveTo>
                    <a:pt x="496595" y="506140"/>
                  </a:moveTo>
                  <a:lnTo>
                    <a:pt x="418853" y="390216"/>
                  </a:lnTo>
                  <a:lnTo>
                    <a:pt x="274675" y="491525"/>
                  </a:lnTo>
                  <a:lnTo>
                    <a:pt x="352417" y="607449"/>
                  </a:lnTo>
                  <a:lnTo>
                    <a:pt x="496595" y="506140"/>
                  </a:lnTo>
                </a:path>
              </a:pathLst>
            </a:custGeom>
            <a:solidFill>
              <a:srgbClr val="E5E5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81D300F7-A4C3-47B0-8CBD-91931A44C604}"/>
                </a:ext>
              </a:extLst>
            </p:cNvPr>
            <p:cNvSpPr/>
            <p:nvPr/>
          </p:nvSpPr>
          <p:spPr>
            <a:xfrm>
              <a:off x="5411073" y="3698629"/>
              <a:ext cx="62653" cy="62653"/>
            </a:xfrm>
            <a:custGeom>
              <a:avLst/>
              <a:gdLst>
                <a:gd name="connsiteX0" fmla="*/ 32327 w 42424"/>
                <a:gd name="connsiteY0" fmla="*/ 26218 h 42424"/>
                <a:gd name="connsiteX1" fmla="*/ 15909 w 42424"/>
                <a:gd name="connsiteY1" fmla="*/ 32836 h 42424"/>
                <a:gd name="connsiteX2" fmla="*/ 30545 w 42424"/>
                <a:gd name="connsiteY2" fmla="*/ 22548 h 42424"/>
                <a:gd name="connsiteX3" fmla="*/ 46963 w 42424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32327" y="26218"/>
                  </a:moveTo>
                  <a:lnTo>
                    <a:pt x="15909" y="32836"/>
                  </a:lnTo>
                  <a:lnTo>
                    <a:pt x="30545" y="22548"/>
                  </a:lnTo>
                  <a:lnTo>
                    <a:pt x="46963" y="15909"/>
                  </a:lnTo>
                  <a:close/>
                </a:path>
              </a:pathLst>
            </a:custGeom>
            <a:solidFill>
              <a:srgbClr val="8282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CD4F01C-E904-431B-9408-57DC5958E3B0}"/>
                </a:ext>
              </a:extLst>
            </p:cNvPr>
            <p:cNvSpPr/>
            <p:nvPr/>
          </p:nvSpPr>
          <p:spPr>
            <a:xfrm>
              <a:off x="7199670" y="4463470"/>
              <a:ext cx="62653" cy="344593"/>
            </a:xfrm>
            <a:custGeom>
              <a:avLst/>
              <a:gdLst>
                <a:gd name="connsiteX0" fmla="*/ 44948 w 42424"/>
                <a:gd name="connsiteY0" fmla="*/ 15909 h 233332"/>
                <a:gd name="connsiteX1" fmla="*/ 45033 w 42424"/>
                <a:gd name="connsiteY1" fmla="*/ 209596 h 233332"/>
                <a:gd name="connsiteX2" fmla="*/ 15994 w 42424"/>
                <a:gd name="connsiteY2" fmla="*/ 227223 h 233332"/>
                <a:gd name="connsiteX3" fmla="*/ 15909 w 42424"/>
                <a:gd name="connsiteY3" fmla="*/ 33557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233332">
                  <a:moveTo>
                    <a:pt x="44948" y="15909"/>
                  </a:moveTo>
                  <a:lnTo>
                    <a:pt x="45033" y="209596"/>
                  </a:lnTo>
                  <a:lnTo>
                    <a:pt x="15994" y="227223"/>
                  </a:lnTo>
                  <a:lnTo>
                    <a:pt x="15909" y="33557"/>
                  </a:lnTo>
                  <a:close/>
                </a:path>
              </a:pathLst>
            </a:custGeom>
            <a:solidFill>
              <a:srgbClr val="009C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186D23E-4F86-4466-8E13-B12A67D8E8D0}"/>
                </a:ext>
              </a:extLst>
            </p:cNvPr>
            <p:cNvSpPr/>
            <p:nvPr/>
          </p:nvSpPr>
          <p:spPr>
            <a:xfrm>
              <a:off x="7145099" y="4464848"/>
              <a:ext cx="93980" cy="344593"/>
            </a:xfrm>
            <a:custGeom>
              <a:avLst/>
              <a:gdLst>
                <a:gd name="connsiteX0" fmla="*/ 52860 w 63636"/>
                <a:gd name="connsiteY0" fmla="*/ 32624 h 233332"/>
                <a:gd name="connsiteX1" fmla="*/ 52945 w 63636"/>
                <a:gd name="connsiteY1" fmla="*/ 226290 h 233332"/>
                <a:gd name="connsiteX2" fmla="*/ 16015 w 63636"/>
                <a:gd name="connsiteY2" fmla="*/ 209596 h 233332"/>
                <a:gd name="connsiteX3" fmla="*/ 15909 w 63636"/>
                <a:gd name="connsiteY3" fmla="*/ 15909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233332">
                  <a:moveTo>
                    <a:pt x="52860" y="32624"/>
                  </a:moveTo>
                  <a:lnTo>
                    <a:pt x="52945" y="226290"/>
                  </a:lnTo>
                  <a:lnTo>
                    <a:pt x="16015" y="209596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79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0FC0BD2-7DD1-4EBD-B51B-0220CCCA5302}"/>
                </a:ext>
              </a:extLst>
            </p:cNvPr>
            <p:cNvSpPr/>
            <p:nvPr/>
          </p:nvSpPr>
          <p:spPr>
            <a:xfrm>
              <a:off x="7145099" y="4438847"/>
              <a:ext cx="125307" cy="93980"/>
            </a:xfrm>
            <a:custGeom>
              <a:avLst/>
              <a:gdLst>
                <a:gd name="connsiteX0" fmla="*/ 81900 w 84848"/>
                <a:gd name="connsiteY0" fmla="*/ 32582 h 63636"/>
                <a:gd name="connsiteX1" fmla="*/ 52860 w 84848"/>
                <a:gd name="connsiteY1" fmla="*/ 50230 h 63636"/>
                <a:gd name="connsiteX2" fmla="*/ 15909 w 84848"/>
                <a:gd name="connsiteY2" fmla="*/ 33515 h 63636"/>
                <a:gd name="connsiteX3" fmla="*/ 44927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81900" y="32582"/>
                  </a:moveTo>
                  <a:lnTo>
                    <a:pt x="52860" y="50230"/>
                  </a:lnTo>
                  <a:lnTo>
                    <a:pt x="15909" y="33515"/>
                  </a:lnTo>
                  <a:lnTo>
                    <a:pt x="44927" y="15909"/>
                  </a:lnTo>
                  <a:close/>
                </a:path>
              </a:pathLst>
            </a:custGeom>
            <a:solidFill>
              <a:srgbClr val="97DAF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419B9D8-8A64-47CB-8FA4-543F33DBC37A}"/>
                </a:ext>
              </a:extLst>
            </p:cNvPr>
            <p:cNvSpPr/>
            <p:nvPr/>
          </p:nvSpPr>
          <p:spPr>
            <a:xfrm>
              <a:off x="7134918" y="4590624"/>
              <a:ext cx="62653" cy="250613"/>
            </a:xfrm>
            <a:custGeom>
              <a:avLst/>
              <a:gdLst>
                <a:gd name="connsiteX0" fmla="*/ 44906 w 42424"/>
                <a:gd name="connsiteY0" fmla="*/ 15909 h 169696"/>
                <a:gd name="connsiteX1" fmla="*/ 45012 w 42424"/>
                <a:gd name="connsiteY1" fmla="*/ 149015 h 169696"/>
                <a:gd name="connsiteX2" fmla="*/ 15994 w 42424"/>
                <a:gd name="connsiteY2" fmla="*/ 166663 h 169696"/>
                <a:gd name="connsiteX3" fmla="*/ 15909 w 42424"/>
                <a:gd name="connsiteY3" fmla="*/ 33515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69696">
                  <a:moveTo>
                    <a:pt x="44906" y="15909"/>
                  </a:moveTo>
                  <a:lnTo>
                    <a:pt x="45012" y="149015"/>
                  </a:lnTo>
                  <a:lnTo>
                    <a:pt x="15994" y="166663"/>
                  </a:lnTo>
                  <a:lnTo>
                    <a:pt x="15909" y="33515"/>
                  </a:lnTo>
                  <a:close/>
                </a:path>
              </a:pathLst>
            </a:custGeom>
            <a:solidFill>
              <a:srgbClr val="E489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2BC19F8-719C-416C-AEFC-6A3474D5659D}"/>
                </a:ext>
              </a:extLst>
            </p:cNvPr>
            <p:cNvSpPr/>
            <p:nvPr/>
          </p:nvSpPr>
          <p:spPr>
            <a:xfrm>
              <a:off x="7080346" y="4592002"/>
              <a:ext cx="93980" cy="250613"/>
            </a:xfrm>
            <a:custGeom>
              <a:avLst/>
              <a:gdLst>
                <a:gd name="connsiteX0" fmla="*/ 52860 w 63636"/>
                <a:gd name="connsiteY0" fmla="*/ 32582 h 169696"/>
                <a:gd name="connsiteX1" fmla="*/ 52945 w 63636"/>
                <a:gd name="connsiteY1" fmla="*/ 165730 h 169696"/>
                <a:gd name="connsiteX2" fmla="*/ 15994 w 63636"/>
                <a:gd name="connsiteY2" fmla="*/ 149036 h 169696"/>
                <a:gd name="connsiteX3" fmla="*/ 15909 w 63636"/>
                <a:gd name="connsiteY3" fmla="*/ 159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169696">
                  <a:moveTo>
                    <a:pt x="52860" y="32582"/>
                  </a:moveTo>
                  <a:lnTo>
                    <a:pt x="52945" y="165730"/>
                  </a:lnTo>
                  <a:lnTo>
                    <a:pt x="15994" y="149036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B36C1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45C8137-FFA2-47AD-BD5E-D03E1EFEF899}"/>
                </a:ext>
              </a:extLst>
            </p:cNvPr>
            <p:cNvSpPr/>
            <p:nvPr/>
          </p:nvSpPr>
          <p:spPr>
            <a:xfrm>
              <a:off x="7080346" y="4566001"/>
              <a:ext cx="125307" cy="93980"/>
            </a:xfrm>
            <a:custGeom>
              <a:avLst/>
              <a:gdLst>
                <a:gd name="connsiteX0" fmla="*/ 81857 w 84848"/>
                <a:gd name="connsiteY0" fmla="*/ 32582 h 63636"/>
                <a:gd name="connsiteX1" fmla="*/ 52860 w 84848"/>
                <a:gd name="connsiteY1" fmla="*/ 50188 h 63636"/>
                <a:gd name="connsiteX2" fmla="*/ 15909 w 84848"/>
                <a:gd name="connsiteY2" fmla="*/ 33515 h 63636"/>
                <a:gd name="connsiteX3" fmla="*/ 44906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81857" y="32582"/>
                  </a:moveTo>
                  <a:lnTo>
                    <a:pt x="52860" y="50188"/>
                  </a:lnTo>
                  <a:lnTo>
                    <a:pt x="15909" y="33515"/>
                  </a:lnTo>
                  <a:lnTo>
                    <a:pt x="44906" y="15909"/>
                  </a:lnTo>
                  <a:close/>
                </a:path>
              </a:pathLst>
            </a:custGeom>
            <a:solidFill>
              <a:srgbClr val="FAA2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90EF9841-2992-45A9-B214-6EC39A652BCE}"/>
                </a:ext>
              </a:extLst>
            </p:cNvPr>
            <p:cNvSpPr/>
            <p:nvPr/>
          </p:nvSpPr>
          <p:spPr>
            <a:xfrm>
              <a:off x="7071293" y="4682505"/>
              <a:ext cx="62653" cy="187960"/>
            </a:xfrm>
            <a:custGeom>
              <a:avLst/>
              <a:gdLst>
                <a:gd name="connsiteX0" fmla="*/ 44927 w 42424"/>
                <a:gd name="connsiteY0" fmla="*/ 15909 h 127272"/>
                <a:gd name="connsiteX1" fmla="*/ 45012 w 42424"/>
                <a:gd name="connsiteY1" fmla="*/ 113951 h 127272"/>
                <a:gd name="connsiteX2" fmla="*/ 15994 w 42424"/>
                <a:gd name="connsiteY2" fmla="*/ 131557 h 127272"/>
                <a:gd name="connsiteX3" fmla="*/ 15909 w 42424"/>
                <a:gd name="connsiteY3" fmla="*/ 33515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27272">
                  <a:moveTo>
                    <a:pt x="44927" y="15909"/>
                  </a:moveTo>
                  <a:lnTo>
                    <a:pt x="45012" y="113951"/>
                  </a:lnTo>
                  <a:lnTo>
                    <a:pt x="15994" y="131557"/>
                  </a:lnTo>
                  <a:lnTo>
                    <a:pt x="15909" y="33515"/>
                  </a:lnTo>
                  <a:close/>
                </a:path>
              </a:pathLst>
            </a:custGeom>
            <a:solidFill>
              <a:srgbClr val="D6CE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2604AC0-EAE5-42DB-9A6B-12D04A654C53}"/>
                </a:ext>
              </a:extLst>
            </p:cNvPr>
            <p:cNvSpPr/>
            <p:nvPr/>
          </p:nvSpPr>
          <p:spPr>
            <a:xfrm>
              <a:off x="7016723" y="4683916"/>
              <a:ext cx="93980" cy="187960"/>
            </a:xfrm>
            <a:custGeom>
              <a:avLst/>
              <a:gdLst>
                <a:gd name="connsiteX0" fmla="*/ 52860 w 63636"/>
                <a:gd name="connsiteY0" fmla="*/ 32561 h 127272"/>
                <a:gd name="connsiteX1" fmla="*/ 52945 w 63636"/>
                <a:gd name="connsiteY1" fmla="*/ 130603 h 127272"/>
                <a:gd name="connsiteX2" fmla="*/ 15994 w 63636"/>
                <a:gd name="connsiteY2" fmla="*/ 113930 h 127272"/>
                <a:gd name="connsiteX3" fmla="*/ 15909 w 63636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127272">
                  <a:moveTo>
                    <a:pt x="52860" y="32561"/>
                  </a:moveTo>
                  <a:lnTo>
                    <a:pt x="52945" y="130603"/>
                  </a:lnTo>
                  <a:lnTo>
                    <a:pt x="15994" y="113930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A6A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97F2E7F-77B0-4DF8-8B0E-CF721433CB67}"/>
                </a:ext>
              </a:extLst>
            </p:cNvPr>
            <p:cNvSpPr/>
            <p:nvPr/>
          </p:nvSpPr>
          <p:spPr>
            <a:xfrm>
              <a:off x="7016723" y="4657882"/>
              <a:ext cx="125307" cy="93980"/>
            </a:xfrm>
            <a:custGeom>
              <a:avLst/>
              <a:gdLst>
                <a:gd name="connsiteX0" fmla="*/ 81878 w 84848"/>
                <a:gd name="connsiteY0" fmla="*/ 32582 h 63636"/>
                <a:gd name="connsiteX1" fmla="*/ 52860 w 84848"/>
                <a:gd name="connsiteY1" fmla="*/ 50188 h 63636"/>
                <a:gd name="connsiteX2" fmla="*/ 15909 w 84848"/>
                <a:gd name="connsiteY2" fmla="*/ 33536 h 63636"/>
                <a:gd name="connsiteX3" fmla="*/ 44927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81878" y="32582"/>
                  </a:moveTo>
                  <a:lnTo>
                    <a:pt x="52860" y="50188"/>
                  </a:lnTo>
                  <a:lnTo>
                    <a:pt x="15909" y="33536"/>
                  </a:lnTo>
                  <a:lnTo>
                    <a:pt x="44927" y="15909"/>
                  </a:lnTo>
                  <a:close/>
                </a:path>
              </a:pathLst>
            </a:custGeom>
            <a:solidFill>
              <a:srgbClr val="F9ED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D269FFA-24D2-4CA3-A691-BA63E09CCBC8}"/>
                </a:ext>
              </a:extLst>
            </p:cNvPr>
            <p:cNvSpPr/>
            <p:nvPr/>
          </p:nvSpPr>
          <p:spPr>
            <a:xfrm>
              <a:off x="7008858" y="4768528"/>
              <a:ext cx="62653" cy="156633"/>
            </a:xfrm>
            <a:custGeom>
              <a:avLst/>
              <a:gdLst>
                <a:gd name="connsiteX0" fmla="*/ 44927 w 42424"/>
                <a:gd name="connsiteY0" fmla="*/ 15909 h 106060"/>
                <a:gd name="connsiteX1" fmla="*/ 45012 w 42424"/>
                <a:gd name="connsiteY1" fmla="*/ 82027 h 106060"/>
                <a:gd name="connsiteX2" fmla="*/ 16015 w 42424"/>
                <a:gd name="connsiteY2" fmla="*/ 99633 h 106060"/>
                <a:gd name="connsiteX3" fmla="*/ 15909 w 42424"/>
                <a:gd name="connsiteY3" fmla="*/ 33515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44927" y="15909"/>
                  </a:moveTo>
                  <a:lnTo>
                    <a:pt x="45012" y="82027"/>
                  </a:lnTo>
                  <a:lnTo>
                    <a:pt x="16015" y="99633"/>
                  </a:lnTo>
                  <a:lnTo>
                    <a:pt x="15909" y="33515"/>
                  </a:lnTo>
                  <a:close/>
                </a:path>
              </a:pathLst>
            </a:custGeom>
            <a:solidFill>
              <a:srgbClr val="BE1E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53C9268-0D95-4111-91B4-FA8FC8EF25F5}"/>
                </a:ext>
              </a:extLst>
            </p:cNvPr>
            <p:cNvSpPr/>
            <p:nvPr/>
          </p:nvSpPr>
          <p:spPr>
            <a:xfrm>
              <a:off x="6954257" y="4769875"/>
              <a:ext cx="93980" cy="156633"/>
            </a:xfrm>
            <a:custGeom>
              <a:avLst/>
              <a:gdLst>
                <a:gd name="connsiteX0" fmla="*/ 52882 w 63636"/>
                <a:gd name="connsiteY0" fmla="*/ 32603 h 106060"/>
                <a:gd name="connsiteX1" fmla="*/ 52988 w 63636"/>
                <a:gd name="connsiteY1" fmla="*/ 98721 h 106060"/>
                <a:gd name="connsiteX2" fmla="*/ 16015 w 63636"/>
                <a:gd name="connsiteY2" fmla="*/ 82027 h 106060"/>
                <a:gd name="connsiteX3" fmla="*/ 15909 w 63636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106060">
                  <a:moveTo>
                    <a:pt x="52882" y="32603"/>
                  </a:moveTo>
                  <a:lnTo>
                    <a:pt x="52988" y="98721"/>
                  </a:lnTo>
                  <a:lnTo>
                    <a:pt x="16015" y="82027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8B0E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991CE63-0D9A-4A70-A96E-33B52FACABBF}"/>
                </a:ext>
              </a:extLst>
            </p:cNvPr>
            <p:cNvSpPr/>
            <p:nvPr/>
          </p:nvSpPr>
          <p:spPr>
            <a:xfrm>
              <a:off x="6954257" y="4743874"/>
              <a:ext cx="125307" cy="93980"/>
            </a:xfrm>
            <a:custGeom>
              <a:avLst/>
              <a:gdLst>
                <a:gd name="connsiteX0" fmla="*/ 81900 w 84848"/>
                <a:gd name="connsiteY0" fmla="*/ 32603 h 63636"/>
                <a:gd name="connsiteX1" fmla="*/ 52882 w 84848"/>
                <a:gd name="connsiteY1" fmla="*/ 50209 h 63636"/>
                <a:gd name="connsiteX2" fmla="*/ 15909 w 84848"/>
                <a:gd name="connsiteY2" fmla="*/ 33515 h 63636"/>
                <a:gd name="connsiteX3" fmla="*/ 44948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81900" y="32603"/>
                  </a:moveTo>
                  <a:lnTo>
                    <a:pt x="52882" y="50209"/>
                  </a:lnTo>
                  <a:lnTo>
                    <a:pt x="15909" y="33515"/>
                  </a:lnTo>
                  <a:lnTo>
                    <a:pt x="44948" y="15909"/>
                  </a:lnTo>
                  <a:close/>
                </a:path>
              </a:pathLst>
            </a:custGeom>
            <a:solidFill>
              <a:srgbClr val="E41E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AF41D4A-18CD-4AF1-A932-EB72EC4712E6}"/>
                </a:ext>
              </a:extLst>
            </p:cNvPr>
            <p:cNvSpPr/>
            <p:nvPr/>
          </p:nvSpPr>
          <p:spPr>
            <a:xfrm>
              <a:off x="6967288" y="4236727"/>
              <a:ext cx="250613" cy="595207"/>
            </a:xfrm>
            <a:custGeom>
              <a:avLst/>
              <a:gdLst>
                <a:gd name="connsiteX0" fmla="*/ 151369 w 169696"/>
                <a:gd name="connsiteY0" fmla="*/ 51376 h 403028"/>
                <a:gd name="connsiteX1" fmla="*/ 155081 w 169696"/>
                <a:gd name="connsiteY1" fmla="*/ 52160 h 403028"/>
                <a:gd name="connsiteX2" fmla="*/ 153024 w 169696"/>
                <a:gd name="connsiteY2" fmla="*/ 35424 h 403028"/>
                <a:gd name="connsiteX3" fmla="*/ 144284 w 169696"/>
                <a:gd name="connsiteY3" fmla="*/ 49869 h 403028"/>
                <a:gd name="connsiteX4" fmla="*/ 147933 w 169696"/>
                <a:gd name="connsiteY4" fmla="*/ 50654 h 403028"/>
                <a:gd name="connsiteX5" fmla="*/ 120930 w 169696"/>
                <a:gd name="connsiteY5" fmla="*/ 244469 h 403028"/>
                <a:gd name="connsiteX6" fmla="*/ 101860 w 169696"/>
                <a:gd name="connsiteY6" fmla="*/ 230129 h 403028"/>
                <a:gd name="connsiteX7" fmla="*/ 103239 w 169696"/>
                <a:gd name="connsiteY7" fmla="*/ 225293 h 403028"/>
                <a:gd name="connsiteX8" fmla="*/ 94075 w 169696"/>
                <a:gd name="connsiteY8" fmla="*/ 216108 h 403028"/>
                <a:gd name="connsiteX9" fmla="*/ 84891 w 169696"/>
                <a:gd name="connsiteY9" fmla="*/ 225293 h 403028"/>
                <a:gd name="connsiteX10" fmla="*/ 89578 w 169696"/>
                <a:gd name="connsiteY10" fmla="*/ 233226 h 403028"/>
                <a:gd name="connsiteX11" fmla="*/ 78378 w 169696"/>
                <a:gd name="connsiteY11" fmla="*/ 310438 h 403028"/>
                <a:gd name="connsiteX12" fmla="*/ 57824 w 169696"/>
                <a:gd name="connsiteY12" fmla="*/ 294338 h 403028"/>
                <a:gd name="connsiteX13" fmla="*/ 58566 w 169696"/>
                <a:gd name="connsiteY13" fmla="*/ 290711 h 403028"/>
                <a:gd name="connsiteX14" fmla="*/ 49403 w 169696"/>
                <a:gd name="connsiteY14" fmla="*/ 281505 h 403028"/>
                <a:gd name="connsiteX15" fmla="*/ 40218 w 169696"/>
                <a:gd name="connsiteY15" fmla="*/ 290711 h 403028"/>
                <a:gd name="connsiteX16" fmla="*/ 45436 w 169696"/>
                <a:gd name="connsiteY16" fmla="*/ 298962 h 403028"/>
                <a:gd name="connsiteX17" fmla="*/ 35424 w 169696"/>
                <a:gd name="connsiteY17" fmla="*/ 368007 h 403028"/>
                <a:gd name="connsiteX18" fmla="*/ 38882 w 169696"/>
                <a:gd name="connsiteY18" fmla="*/ 368495 h 403028"/>
                <a:gd name="connsiteX19" fmla="*/ 48830 w 169696"/>
                <a:gd name="connsiteY19" fmla="*/ 299832 h 403028"/>
                <a:gd name="connsiteX20" fmla="*/ 49382 w 169696"/>
                <a:gd name="connsiteY20" fmla="*/ 299874 h 403028"/>
                <a:gd name="connsiteX21" fmla="*/ 55830 w 169696"/>
                <a:gd name="connsiteY21" fmla="*/ 297202 h 403028"/>
                <a:gd name="connsiteX22" fmla="*/ 79842 w 169696"/>
                <a:gd name="connsiteY22" fmla="*/ 316059 h 403028"/>
                <a:gd name="connsiteX23" fmla="*/ 81242 w 169696"/>
                <a:gd name="connsiteY23" fmla="*/ 313726 h 403028"/>
                <a:gd name="connsiteX24" fmla="*/ 81433 w 169696"/>
                <a:gd name="connsiteY24" fmla="*/ 313747 h 403028"/>
                <a:gd name="connsiteX25" fmla="*/ 81497 w 169696"/>
                <a:gd name="connsiteY25" fmla="*/ 313323 h 403028"/>
                <a:gd name="connsiteX26" fmla="*/ 81666 w 169696"/>
                <a:gd name="connsiteY26" fmla="*/ 313047 h 403028"/>
                <a:gd name="connsiteX27" fmla="*/ 81539 w 169696"/>
                <a:gd name="connsiteY27" fmla="*/ 312962 h 403028"/>
                <a:gd name="connsiteX28" fmla="*/ 92930 w 169696"/>
                <a:gd name="connsiteY28" fmla="*/ 234372 h 403028"/>
                <a:gd name="connsiteX29" fmla="*/ 94054 w 169696"/>
                <a:gd name="connsiteY29" fmla="*/ 234456 h 403028"/>
                <a:gd name="connsiteX30" fmla="*/ 99400 w 169696"/>
                <a:gd name="connsiteY30" fmla="*/ 232696 h 403028"/>
                <a:gd name="connsiteX31" fmla="*/ 122139 w 169696"/>
                <a:gd name="connsiteY31" fmla="*/ 249814 h 403028"/>
                <a:gd name="connsiteX32" fmla="*/ 124281 w 169696"/>
                <a:gd name="connsiteY32" fmla="*/ 246993 h 403028"/>
                <a:gd name="connsiteX33" fmla="*/ 124112 w 169696"/>
                <a:gd name="connsiteY33" fmla="*/ 246865 h 403028"/>
                <a:gd name="connsiteX34" fmla="*/ 151369 w 169696"/>
                <a:gd name="connsiteY34" fmla="*/ 51376 h 40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69696" h="403028">
                  <a:moveTo>
                    <a:pt x="151369" y="51376"/>
                  </a:moveTo>
                  <a:lnTo>
                    <a:pt x="155081" y="52160"/>
                  </a:lnTo>
                  <a:lnTo>
                    <a:pt x="153024" y="35424"/>
                  </a:lnTo>
                  <a:lnTo>
                    <a:pt x="144284" y="49869"/>
                  </a:lnTo>
                  <a:lnTo>
                    <a:pt x="147933" y="50654"/>
                  </a:lnTo>
                  <a:lnTo>
                    <a:pt x="120930" y="244469"/>
                  </a:lnTo>
                  <a:lnTo>
                    <a:pt x="101860" y="230129"/>
                  </a:lnTo>
                  <a:cubicBezTo>
                    <a:pt x="102730" y="228729"/>
                    <a:pt x="103239" y="227075"/>
                    <a:pt x="103239" y="225293"/>
                  </a:cubicBezTo>
                  <a:cubicBezTo>
                    <a:pt x="103239" y="220223"/>
                    <a:pt x="99145" y="216108"/>
                    <a:pt x="94075" y="216108"/>
                  </a:cubicBezTo>
                  <a:cubicBezTo>
                    <a:pt x="89006" y="216108"/>
                    <a:pt x="84891" y="220202"/>
                    <a:pt x="84891" y="225293"/>
                  </a:cubicBezTo>
                  <a:cubicBezTo>
                    <a:pt x="84891" y="228708"/>
                    <a:pt x="86778" y="231678"/>
                    <a:pt x="89578" y="233226"/>
                  </a:cubicBezTo>
                  <a:lnTo>
                    <a:pt x="78378" y="310438"/>
                  </a:lnTo>
                  <a:lnTo>
                    <a:pt x="57824" y="294338"/>
                  </a:lnTo>
                  <a:cubicBezTo>
                    <a:pt x="58312" y="293214"/>
                    <a:pt x="58566" y="292005"/>
                    <a:pt x="58566" y="290711"/>
                  </a:cubicBezTo>
                  <a:cubicBezTo>
                    <a:pt x="58566" y="285620"/>
                    <a:pt x="54472" y="281505"/>
                    <a:pt x="49403" y="281505"/>
                  </a:cubicBezTo>
                  <a:cubicBezTo>
                    <a:pt x="44312" y="281505"/>
                    <a:pt x="40218" y="285599"/>
                    <a:pt x="40218" y="290711"/>
                  </a:cubicBezTo>
                  <a:cubicBezTo>
                    <a:pt x="40218" y="294359"/>
                    <a:pt x="42360" y="297456"/>
                    <a:pt x="45436" y="298962"/>
                  </a:cubicBezTo>
                  <a:lnTo>
                    <a:pt x="35424" y="368007"/>
                  </a:lnTo>
                  <a:lnTo>
                    <a:pt x="38882" y="368495"/>
                  </a:lnTo>
                  <a:lnTo>
                    <a:pt x="48830" y="299832"/>
                  </a:lnTo>
                  <a:cubicBezTo>
                    <a:pt x="49021" y="299832"/>
                    <a:pt x="49191" y="299874"/>
                    <a:pt x="49382" y="299874"/>
                  </a:cubicBezTo>
                  <a:cubicBezTo>
                    <a:pt x="51885" y="299874"/>
                    <a:pt x="54175" y="298856"/>
                    <a:pt x="55830" y="297202"/>
                  </a:cubicBezTo>
                  <a:lnTo>
                    <a:pt x="79842" y="316059"/>
                  </a:lnTo>
                  <a:lnTo>
                    <a:pt x="81242" y="313726"/>
                  </a:lnTo>
                  <a:lnTo>
                    <a:pt x="81433" y="313747"/>
                  </a:lnTo>
                  <a:lnTo>
                    <a:pt x="81497" y="313323"/>
                  </a:lnTo>
                  <a:lnTo>
                    <a:pt x="81666" y="313047"/>
                  </a:lnTo>
                  <a:lnTo>
                    <a:pt x="81539" y="312962"/>
                  </a:lnTo>
                  <a:lnTo>
                    <a:pt x="92930" y="234372"/>
                  </a:lnTo>
                  <a:cubicBezTo>
                    <a:pt x="93312" y="234393"/>
                    <a:pt x="93651" y="234456"/>
                    <a:pt x="94054" y="234456"/>
                  </a:cubicBezTo>
                  <a:cubicBezTo>
                    <a:pt x="96069" y="234456"/>
                    <a:pt x="97894" y="233820"/>
                    <a:pt x="99400" y="232696"/>
                  </a:cubicBezTo>
                  <a:lnTo>
                    <a:pt x="122139" y="249814"/>
                  </a:lnTo>
                  <a:lnTo>
                    <a:pt x="124281" y="246993"/>
                  </a:lnTo>
                  <a:lnTo>
                    <a:pt x="124112" y="246865"/>
                  </a:lnTo>
                  <a:lnTo>
                    <a:pt x="151369" y="51376"/>
                  </a:lnTo>
                  <a:close/>
                </a:path>
              </a:pathLst>
            </a:custGeom>
            <a:solidFill>
              <a:srgbClr val="E41F26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D40EA8BB-DB25-46B4-8D0E-78C8E11A3221}"/>
                </a:ext>
              </a:extLst>
            </p:cNvPr>
            <p:cNvSpPr/>
            <p:nvPr/>
          </p:nvSpPr>
          <p:spPr>
            <a:xfrm>
              <a:off x="6335210" y="4701583"/>
              <a:ext cx="375920" cy="219286"/>
            </a:xfrm>
            <a:custGeom>
              <a:avLst/>
              <a:gdLst>
                <a:gd name="connsiteX0" fmla="*/ 250175 w 254544"/>
                <a:gd name="connsiteY0" fmla="*/ 103663 h 148484"/>
                <a:gd name="connsiteX1" fmla="*/ 188257 w 254544"/>
                <a:gd name="connsiteY1" fmla="*/ 142842 h 148484"/>
                <a:gd name="connsiteX2" fmla="*/ 15909 w 254544"/>
                <a:gd name="connsiteY2" fmla="*/ 54303 h 148484"/>
                <a:gd name="connsiteX3" fmla="*/ 77827 w 254544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44" h="148484">
                  <a:moveTo>
                    <a:pt x="250175" y="103663"/>
                  </a:moveTo>
                  <a:lnTo>
                    <a:pt x="188257" y="142842"/>
                  </a:lnTo>
                  <a:lnTo>
                    <a:pt x="15909" y="54303"/>
                  </a:lnTo>
                  <a:lnTo>
                    <a:pt x="77827" y="15909"/>
                  </a:lnTo>
                  <a:close/>
                </a:path>
              </a:pathLst>
            </a:custGeom>
            <a:solidFill>
              <a:srgbClr val="EF43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EF28AC1B-88E3-4BEB-8B42-310864247730}"/>
                </a:ext>
              </a:extLst>
            </p:cNvPr>
            <p:cNvSpPr/>
            <p:nvPr/>
          </p:nvSpPr>
          <p:spPr>
            <a:xfrm>
              <a:off x="6304510" y="4809222"/>
              <a:ext cx="281940" cy="187960"/>
            </a:xfrm>
            <a:custGeom>
              <a:avLst/>
              <a:gdLst>
                <a:gd name="connsiteX0" fmla="*/ 195745 w 190908"/>
                <a:gd name="connsiteY0" fmla="*/ 77000 h 127272"/>
                <a:gd name="connsiteX1" fmla="*/ 135418 w 190908"/>
                <a:gd name="connsiteY1" fmla="*/ 113781 h 127272"/>
                <a:gd name="connsiteX2" fmla="*/ 15909 w 190908"/>
                <a:gd name="connsiteY2" fmla="*/ 55088 h 127272"/>
                <a:gd name="connsiteX3" fmla="*/ 76278 w 190908"/>
                <a:gd name="connsiteY3" fmla="*/ 159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08" h="127272">
                  <a:moveTo>
                    <a:pt x="195745" y="77000"/>
                  </a:moveTo>
                  <a:lnTo>
                    <a:pt x="135418" y="113781"/>
                  </a:lnTo>
                  <a:lnTo>
                    <a:pt x="15909" y="55088"/>
                  </a:lnTo>
                  <a:lnTo>
                    <a:pt x="76278" y="15909"/>
                  </a:lnTo>
                  <a:close/>
                </a:path>
              </a:pathLst>
            </a:custGeom>
            <a:solidFill>
              <a:srgbClr val="00AEE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B2ECA5D-740F-4712-87F0-02A85E65F5E7}"/>
                </a:ext>
              </a:extLst>
            </p:cNvPr>
            <p:cNvSpPr/>
            <p:nvPr/>
          </p:nvSpPr>
          <p:spPr>
            <a:xfrm>
              <a:off x="6350248" y="4587084"/>
              <a:ext cx="469899" cy="250613"/>
            </a:xfrm>
            <a:custGeom>
              <a:avLst/>
              <a:gdLst>
                <a:gd name="connsiteX0" fmla="*/ 313620 w 318180"/>
                <a:gd name="connsiteY0" fmla="*/ 132618 h 169696"/>
                <a:gd name="connsiteX1" fmla="*/ 252105 w 318180"/>
                <a:gd name="connsiteY1" fmla="*/ 171011 h 169696"/>
                <a:gd name="connsiteX2" fmla="*/ 15909 w 318180"/>
                <a:gd name="connsiteY2" fmla="*/ 54345 h 169696"/>
                <a:gd name="connsiteX3" fmla="*/ 78569 w 318180"/>
                <a:gd name="connsiteY3" fmla="*/ 159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180" h="169696">
                  <a:moveTo>
                    <a:pt x="313620" y="132618"/>
                  </a:moveTo>
                  <a:lnTo>
                    <a:pt x="252105" y="171011"/>
                  </a:lnTo>
                  <a:lnTo>
                    <a:pt x="15909" y="54345"/>
                  </a:lnTo>
                  <a:lnTo>
                    <a:pt x="78569" y="15909"/>
                  </a:lnTo>
                  <a:close/>
                </a:path>
              </a:pathLst>
            </a:custGeom>
            <a:solidFill>
              <a:srgbClr val="F370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14EC135-71E0-458D-BCBA-2C8A3A7D63FA}"/>
                </a:ext>
              </a:extLst>
            </p:cNvPr>
            <p:cNvSpPr/>
            <p:nvPr/>
          </p:nvSpPr>
          <p:spPr>
            <a:xfrm>
              <a:off x="6793050" y="4596818"/>
              <a:ext cx="250613" cy="187960"/>
            </a:xfrm>
            <a:custGeom>
              <a:avLst/>
              <a:gdLst>
                <a:gd name="connsiteX0" fmla="*/ 151454 w 169696"/>
                <a:gd name="connsiteY0" fmla="*/ 60227 h 127272"/>
                <a:gd name="connsiteX1" fmla="*/ 93524 w 169696"/>
                <a:gd name="connsiteY1" fmla="*/ 108909 h 127272"/>
                <a:gd name="connsiteX2" fmla="*/ 35424 w 169696"/>
                <a:gd name="connsiteY2" fmla="*/ 86467 h 127272"/>
                <a:gd name="connsiteX3" fmla="*/ 93354 w 169696"/>
                <a:gd name="connsiteY3" fmla="*/ 37764 h 127272"/>
                <a:gd name="connsiteX4" fmla="*/ 151454 w 169696"/>
                <a:gd name="connsiteY4" fmla="*/ 60227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696" h="127272">
                  <a:moveTo>
                    <a:pt x="151454" y="60227"/>
                  </a:moveTo>
                  <a:cubicBezTo>
                    <a:pt x="151518" y="79870"/>
                    <a:pt x="125533" y="101612"/>
                    <a:pt x="93524" y="108909"/>
                  </a:cubicBezTo>
                  <a:cubicBezTo>
                    <a:pt x="61473" y="116163"/>
                    <a:pt x="35467" y="106109"/>
                    <a:pt x="35424" y="86467"/>
                  </a:cubicBezTo>
                  <a:cubicBezTo>
                    <a:pt x="35403" y="66824"/>
                    <a:pt x="61324" y="45039"/>
                    <a:pt x="93354" y="37764"/>
                  </a:cubicBezTo>
                  <a:cubicBezTo>
                    <a:pt x="125406" y="30552"/>
                    <a:pt x="151412" y="40564"/>
                    <a:pt x="151454" y="6022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221315FF-D2B8-40D2-B4AE-C86454B0A2FB}"/>
                </a:ext>
              </a:extLst>
            </p:cNvPr>
            <p:cNvSpPr/>
            <p:nvPr/>
          </p:nvSpPr>
          <p:spPr>
            <a:xfrm>
              <a:off x="6729707" y="4074768"/>
              <a:ext cx="93980" cy="93980"/>
            </a:xfrm>
            <a:custGeom>
              <a:avLst/>
              <a:gdLst>
                <a:gd name="connsiteX0" fmla="*/ 55236 w 63636"/>
                <a:gd name="connsiteY0" fmla="*/ 29379 h 63636"/>
                <a:gd name="connsiteX1" fmla="*/ 48512 w 63636"/>
                <a:gd name="connsiteY1" fmla="*/ 18158 h 63636"/>
                <a:gd name="connsiteX2" fmla="*/ 41406 w 63636"/>
                <a:gd name="connsiteY2" fmla="*/ 15909 h 63636"/>
                <a:gd name="connsiteX3" fmla="*/ 26006 w 63636"/>
                <a:gd name="connsiteY3" fmla="*/ 21530 h 63636"/>
                <a:gd name="connsiteX4" fmla="*/ 15909 w 63636"/>
                <a:gd name="connsiteY4" fmla="*/ 27533 h 63636"/>
                <a:gd name="connsiteX5" fmla="*/ 30121 w 63636"/>
                <a:gd name="connsiteY5" fmla="*/ 39900 h 63636"/>
                <a:gd name="connsiteX6" fmla="*/ 37270 w 63636"/>
                <a:gd name="connsiteY6" fmla="*/ 50018 h 63636"/>
                <a:gd name="connsiteX7" fmla="*/ 48130 w 63636"/>
                <a:gd name="connsiteY7" fmla="*/ 57888 h 63636"/>
                <a:gd name="connsiteX8" fmla="*/ 52224 w 63636"/>
                <a:gd name="connsiteY8" fmla="*/ 51885 h 63636"/>
                <a:gd name="connsiteX9" fmla="*/ 55597 w 63636"/>
                <a:gd name="connsiteY9" fmla="*/ 39539 h 63636"/>
                <a:gd name="connsiteX10" fmla="*/ 55236 w 63636"/>
                <a:gd name="connsiteY10" fmla="*/ 2937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636" h="63636">
                  <a:moveTo>
                    <a:pt x="55236" y="29379"/>
                  </a:moveTo>
                  <a:cubicBezTo>
                    <a:pt x="55236" y="29379"/>
                    <a:pt x="49594" y="18900"/>
                    <a:pt x="48512" y="18158"/>
                  </a:cubicBezTo>
                  <a:cubicBezTo>
                    <a:pt x="47366" y="17415"/>
                    <a:pt x="41406" y="15909"/>
                    <a:pt x="41406" y="15909"/>
                  </a:cubicBezTo>
                  <a:lnTo>
                    <a:pt x="26006" y="21530"/>
                  </a:lnTo>
                  <a:lnTo>
                    <a:pt x="15909" y="27533"/>
                  </a:lnTo>
                  <a:cubicBezTo>
                    <a:pt x="15909" y="27533"/>
                    <a:pt x="30121" y="38394"/>
                    <a:pt x="30121" y="39900"/>
                  </a:cubicBezTo>
                  <a:cubicBezTo>
                    <a:pt x="30121" y="41364"/>
                    <a:pt x="34639" y="45882"/>
                    <a:pt x="37270" y="50018"/>
                  </a:cubicBezTo>
                  <a:cubicBezTo>
                    <a:pt x="39879" y="54133"/>
                    <a:pt x="48130" y="57888"/>
                    <a:pt x="48130" y="57888"/>
                  </a:cubicBezTo>
                  <a:cubicBezTo>
                    <a:pt x="48130" y="57888"/>
                    <a:pt x="52224" y="54133"/>
                    <a:pt x="52224" y="51885"/>
                  </a:cubicBezTo>
                  <a:cubicBezTo>
                    <a:pt x="52224" y="49657"/>
                    <a:pt x="55597" y="40642"/>
                    <a:pt x="55597" y="39539"/>
                  </a:cubicBezTo>
                  <a:cubicBezTo>
                    <a:pt x="55618" y="38373"/>
                    <a:pt x="55236" y="29379"/>
                    <a:pt x="55236" y="29379"/>
                  </a:cubicBez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4A8D9A08-4AC3-4F53-BD02-CFF561F0B33E}"/>
                </a:ext>
              </a:extLst>
            </p:cNvPr>
            <p:cNvSpPr/>
            <p:nvPr/>
          </p:nvSpPr>
          <p:spPr>
            <a:xfrm>
              <a:off x="6674416" y="3998958"/>
              <a:ext cx="125307" cy="156633"/>
            </a:xfrm>
            <a:custGeom>
              <a:avLst/>
              <a:gdLst>
                <a:gd name="connsiteX0" fmla="*/ 15909 w 84848"/>
                <a:gd name="connsiteY0" fmla="*/ 35763 h 106060"/>
                <a:gd name="connsiteX1" fmla="*/ 64591 w 84848"/>
                <a:gd name="connsiteY1" fmla="*/ 15909 h 106060"/>
                <a:gd name="connsiteX2" fmla="*/ 90066 w 84848"/>
                <a:gd name="connsiteY2" fmla="*/ 87075 h 106060"/>
                <a:gd name="connsiteX3" fmla="*/ 46221 w 84848"/>
                <a:gd name="connsiteY3" fmla="*/ 10920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06060">
                  <a:moveTo>
                    <a:pt x="15909" y="35763"/>
                  </a:moveTo>
                  <a:lnTo>
                    <a:pt x="64591" y="15909"/>
                  </a:lnTo>
                  <a:lnTo>
                    <a:pt x="90066" y="87075"/>
                  </a:lnTo>
                  <a:lnTo>
                    <a:pt x="46221" y="10920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A7BF69D6-022D-4A66-838C-A980416E23F5}"/>
                </a:ext>
              </a:extLst>
            </p:cNvPr>
            <p:cNvSpPr/>
            <p:nvPr/>
          </p:nvSpPr>
          <p:spPr>
            <a:xfrm>
              <a:off x="6767043" y="4080250"/>
              <a:ext cx="62653" cy="93980"/>
            </a:xfrm>
            <a:custGeom>
              <a:avLst/>
              <a:gdLst>
                <a:gd name="connsiteX0" fmla="*/ 31949 w 42424"/>
                <a:gd name="connsiteY0" fmla="*/ 43845 h 63636"/>
                <a:gd name="connsiteX1" fmla="*/ 33709 w 42424"/>
                <a:gd name="connsiteY1" fmla="*/ 29400 h 63636"/>
                <a:gd name="connsiteX2" fmla="*/ 21343 w 42424"/>
                <a:gd name="connsiteY2" fmla="*/ 19282 h 63636"/>
                <a:gd name="connsiteX3" fmla="*/ 16125 w 42424"/>
                <a:gd name="connsiteY3" fmla="*/ 15909 h 63636"/>
                <a:gd name="connsiteX4" fmla="*/ 17970 w 42424"/>
                <a:gd name="connsiteY4" fmla="*/ 24903 h 63636"/>
                <a:gd name="connsiteX5" fmla="*/ 23231 w 42424"/>
                <a:gd name="connsiteY5" fmla="*/ 31627 h 63636"/>
                <a:gd name="connsiteX6" fmla="*/ 20621 w 42424"/>
                <a:gd name="connsiteY6" fmla="*/ 40642 h 63636"/>
                <a:gd name="connsiteX7" fmla="*/ 26603 w 42424"/>
                <a:gd name="connsiteY7" fmla="*/ 49636 h 63636"/>
                <a:gd name="connsiteX8" fmla="*/ 31949 w 42424"/>
                <a:gd name="connsiteY8" fmla="*/ 4384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424" h="63636">
                  <a:moveTo>
                    <a:pt x="31949" y="43845"/>
                  </a:moveTo>
                  <a:cubicBezTo>
                    <a:pt x="31949" y="43845"/>
                    <a:pt x="35958" y="36167"/>
                    <a:pt x="33709" y="29400"/>
                  </a:cubicBezTo>
                  <a:cubicBezTo>
                    <a:pt x="31482" y="22654"/>
                    <a:pt x="23973" y="22273"/>
                    <a:pt x="21343" y="19282"/>
                  </a:cubicBezTo>
                  <a:cubicBezTo>
                    <a:pt x="18734" y="16270"/>
                    <a:pt x="16125" y="15909"/>
                    <a:pt x="16125" y="15909"/>
                  </a:cubicBezTo>
                  <a:cubicBezTo>
                    <a:pt x="16125" y="15909"/>
                    <a:pt x="14979" y="22633"/>
                    <a:pt x="17970" y="24903"/>
                  </a:cubicBezTo>
                  <a:cubicBezTo>
                    <a:pt x="20982" y="27130"/>
                    <a:pt x="23231" y="31627"/>
                    <a:pt x="23231" y="31627"/>
                  </a:cubicBezTo>
                  <a:cubicBezTo>
                    <a:pt x="23231" y="31627"/>
                    <a:pt x="19879" y="36145"/>
                    <a:pt x="20621" y="40642"/>
                  </a:cubicBezTo>
                  <a:cubicBezTo>
                    <a:pt x="21343" y="45139"/>
                    <a:pt x="26603" y="49636"/>
                    <a:pt x="26603" y="49636"/>
                  </a:cubicBezTo>
                  <a:lnTo>
                    <a:pt x="31949" y="43845"/>
                  </a:ln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29367D14-DDC8-419B-8054-7CC8546BEA73}"/>
                </a:ext>
              </a:extLst>
            </p:cNvPr>
            <p:cNvSpPr/>
            <p:nvPr/>
          </p:nvSpPr>
          <p:spPr>
            <a:xfrm>
              <a:off x="6771654" y="4089131"/>
              <a:ext cx="187960" cy="156633"/>
            </a:xfrm>
            <a:custGeom>
              <a:avLst/>
              <a:gdLst>
                <a:gd name="connsiteX0" fmla="*/ 93524 w 127272"/>
                <a:gd name="connsiteY0" fmla="*/ 21690 h 106060"/>
                <a:gd name="connsiteX1" fmla="*/ 119381 w 127272"/>
                <a:gd name="connsiteY1" fmla="*/ 25720 h 106060"/>
                <a:gd name="connsiteX2" fmla="*/ 101584 w 127272"/>
                <a:gd name="connsiteY2" fmla="*/ 72620 h 106060"/>
                <a:gd name="connsiteX3" fmla="*/ 80606 w 127272"/>
                <a:gd name="connsiteY3" fmla="*/ 95189 h 106060"/>
                <a:gd name="connsiteX4" fmla="*/ 50676 w 127272"/>
                <a:gd name="connsiteY4" fmla="*/ 101702 h 106060"/>
                <a:gd name="connsiteX5" fmla="*/ 15909 w 127272"/>
                <a:gd name="connsiteY5" fmla="*/ 50793 h 106060"/>
                <a:gd name="connsiteX6" fmla="*/ 28827 w 127272"/>
                <a:gd name="connsiteY6" fmla="*/ 37853 h 106060"/>
                <a:gd name="connsiteX7" fmla="*/ 56339 w 127272"/>
                <a:gd name="connsiteY7" fmla="*/ 64496 h 106060"/>
                <a:gd name="connsiteX8" fmla="*/ 63636 w 127272"/>
                <a:gd name="connsiteY8" fmla="*/ 65323 h 106060"/>
                <a:gd name="connsiteX9" fmla="*/ 93524 w 127272"/>
                <a:gd name="connsiteY9" fmla="*/ 2169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72" h="106060">
                  <a:moveTo>
                    <a:pt x="93524" y="21690"/>
                  </a:moveTo>
                  <a:cubicBezTo>
                    <a:pt x="93524" y="21690"/>
                    <a:pt x="112127" y="6311"/>
                    <a:pt x="119381" y="25720"/>
                  </a:cubicBezTo>
                  <a:cubicBezTo>
                    <a:pt x="126615" y="45108"/>
                    <a:pt x="101584" y="72620"/>
                    <a:pt x="101584" y="72620"/>
                  </a:cubicBezTo>
                  <a:lnTo>
                    <a:pt x="80606" y="95189"/>
                  </a:lnTo>
                  <a:cubicBezTo>
                    <a:pt x="80606" y="95189"/>
                    <a:pt x="65206" y="111374"/>
                    <a:pt x="50676" y="101702"/>
                  </a:cubicBezTo>
                  <a:cubicBezTo>
                    <a:pt x="43166" y="96674"/>
                    <a:pt x="15909" y="50793"/>
                    <a:pt x="15909" y="50793"/>
                  </a:cubicBezTo>
                  <a:cubicBezTo>
                    <a:pt x="15909" y="50793"/>
                    <a:pt x="17564" y="37853"/>
                    <a:pt x="28827" y="37853"/>
                  </a:cubicBezTo>
                  <a:lnTo>
                    <a:pt x="56339" y="64496"/>
                  </a:lnTo>
                  <a:cubicBezTo>
                    <a:pt x="56339" y="64496"/>
                    <a:pt x="61133" y="69332"/>
                    <a:pt x="63636" y="65323"/>
                  </a:cubicBezTo>
                  <a:cubicBezTo>
                    <a:pt x="71697" y="52405"/>
                    <a:pt x="93524" y="21690"/>
                    <a:pt x="93524" y="21690"/>
                  </a:cubicBezTo>
                  <a:close/>
                </a:path>
              </a:pathLst>
            </a:custGeom>
            <a:solidFill>
              <a:srgbClr val="8082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1A2346C2-C28D-46C6-ACB5-C1C1824D60F5}"/>
                </a:ext>
              </a:extLst>
            </p:cNvPr>
            <p:cNvSpPr/>
            <p:nvPr/>
          </p:nvSpPr>
          <p:spPr>
            <a:xfrm>
              <a:off x="6681290" y="4011746"/>
              <a:ext cx="93980" cy="62653"/>
            </a:xfrm>
            <a:custGeom>
              <a:avLst/>
              <a:gdLst>
                <a:gd name="connsiteX0" fmla="*/ 59716 w 63636"/>
                <a:gd name="connsiteY0" fmla="*/ 20680 h 42424"/>
                <a:gd name="connsiteX1" fmla="*/ 60173 w 63636"/>
                <a:gd name="connsiteY1" fmla="*/ 21822 h 42424"/>
                <a:gd name="connsiteX2" fmla="*/ 21137 w 63636"/>
                <a:gd name="connsiteY2" fmla="*/ 37437 h 42424"/>
                <a:gd name="connsiteX3" fmla="*/ 20680 w 63636"/>
                <a:gd name="connsiteY3" fmla="*/ 36295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716" y="20680"/>
                  </a:moveTo>
                  <a:lnTo>
                    <a:pt x="60173" y="21822"/>
                  </a:lnTo>
                  <a:lnTo>
                    <a:pt x="21137" y="37437"/>
                  </a:lnTo>
                  <a:lnTo>
                    <a:pt x="20680" y="3629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4587BBD9-30AB-482F-82D0-E2E5DB4AB258}"/>
                </a:ext>
              </a:extLst>
            </p:cNvPr>
            <p:cNvSpPr/>
            <p:nvPr/>
          </p:nvSpPr>
          <p:spPr>
            <a:xfrm>
              <a:off x="6685166" y="4021308"/>
              <a:ext cx="93980" cy="62653"/>
            </a:xfrm>
            <a:custGeom>
              <a:avLst/>
              <a:gdLst>
                <a:gd name="connsiteX0" fmla="*/ 59736 w 63636"/>
                <a:gd name="connsiteY0" fmla="*/ 20593 h 42424"/>
                <a:gd name="connsiteX1" fmla="*/ 60175 w 63636"/>
                <a:gd name="connsiteY1" fmla="*/ 21719 h 42424"/>
                <a:gd name="connsiteX2" fmla="*/ 21031 w 63636"/>
                <a:gd name="connsiteY2" fmla="*/ 36940 h 42424"/>
                <a:gd name="connsiteX3" fmla="*/ 20593 w 63636"/>
                <a:gd name="connsiteY3" fmla="*/ 35813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736" y="20593"/>
                  </a:moveTo>
                  <a:lnTo>
                    <a:pt x="60175" y="21719"/>
                  </a:lnTo>
                  <a:lnTo>
                    <a:pt x="21031" y="36940"/>
                  </a:lnTo>
                  <a:lnTo>
                    <a:pt x="20593" y="3581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7BC2F39-9376-4D23-9164-327D84BF7A88}"/>
                </a:ext>
              </a:extLst>
            </p:cNvPr>
            <p:cNvSpPr/>
            <p:nvPr/>
          </p:nvSpPr>
          <p:spPr>
            <a:xfrm>
              <a:off x="6689638" y="4031326"/>
              <a:ext cx="93980" cy="62653"/>
            </a:xfrm>
            <a:custGeom>
              <a:avLst/>
              <a:gdLst>
                <a:gd name="connsiteX0" fmla="*/ 59671 w 63636"/>
                <a:gd name="connsiteY0" fmla="*/ 20736 h 42424"/>
                <a:gd name="connsiteX1" fmla="*/ 60127 w 63636"/>
                <a:gd name="connsiteY1" fmla="*/ 21856 h 42424"/>
                <a:gd name="connsiteX2" fmla="*/ 21192 w 63636"/>
                <a:gd name="connsiteY2" fmla="*/ 37718 h 42424"/>
                <a:gd name="connsiteX3" fmla="*/ 20736 w 63636"/>
                <a:gd name="connsiteY3" fmla="*/ 36598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671" y="20736"/>
                  </a:moveTo>
                  <a:lnTo>
                    <a:pt x="60127" y="21856"/>
                  </a:lnTo>
                  <a:lnTo>
                    <a:pt x="21192" y="37718"/>
                  </a:lnTo>
                  <a:lnTo>
                    <a:pt x="20736" y="3659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5CF09CB-36D8-4BAE-ABD2-F083344AB16D}"/>
                </a:ext>
              </a:extLst>
            </p:cNvPr>
            <p:cNvSpPr/>
            <p:nvPr/>
          </p:nvSpPr>
          <p:spPr>
            <a:xfrm>
              <a:off x="6696605" y="4048450"/>
              <a:ext cx="93980" cy="62653"/>
            </a:xfrm>
            <a:custGeom>
              <a:avLst/>
              <a:gdLst>
                <a:gd name="connsiteX0" fmla="*/ 59532 w 63636"/>
                <a:gd name="connsiteY0" fmla="*/ 20850 h 42424"/>
                <a:gd name="connsiteX1" fmla="*/ 59987 w 63636"/>
                <a:gd name="connsiteY1" fmla="*/ 21925 h 42424"/>
                <a:gd name="connsiteX2" fmla="*/ 21305 w 63636"/>
                <a:gd name="connsiteY2" fmla="*/ 38288 h 42424"/>
                <a:gd name="connsiteX3" fmla="*/ 20850 w 63636"/>
                <a:gd name="connsiteY3" fmla="*/ 3721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532" y="20850"/>
                  </a:moveTo>
                  <a:lnTo>
                    <a:pt x="59987" y="21925"/>
                  </a:lnTo>
                  <a:lnTo>
                    <a:pt x="21305" y="38288"/>
                  </a:lnTo>
                  <a:lnTo>
                    <a:pt x="20850" y="3721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889737F1-EDBB-46B7-9B9A-7EDB8406DAEE}"/>
                </a:ext>
              </a:extLst>
            </p:cNvPr>
            <p:cNvSpPr/>
            <p:nvPr/>
          </p:nvSpPr>
          <p:spPr>
            <a:xfrm>
              <a:off x="6700216" y="4058972"/>
              <a:ext cx="93980" cy="62653"/>
            </a:xfrm>
            <a:custGeom>
              <a:avLst/>
              <a:gdLst>
                <a:gd name="connsiteX0" fmla="*/ 59738 w 63636"/>
                <a:gd name="connsiteY0" fmla="*/ 20652 h 42424"/>
                <a:gd name="connsiteX1" fmla="*/ 60176 w 63636"/>
                <a:gd name="connsiteY1" fmla="*/ 21756 h 42424"/>
                <a:gd name="connsiteX2" fmla="*/ 21089 w 63636"/>
                <a:gd name="connsiteY2" fmla="*/ 37244 h 42424"/>
                <a:gd name="connsiteX3" fmla="*/ 20652 w 63636"/>
                <a:gd name="connsiteY3" fmla="*/ 36140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738" y="20652"/>
                  </a:moveTo>
                  <a:lnTo>
                    <a:pt x="60176" y="21756"/>
                  </a:lnTo>
                  <a:lnTo>
                    <a:pt x="21089" y="37244"/>
                  </a:lnTo>
                  <a:lnTo>
                    <a:pt x="20652" y="3614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9C86A659-550D-42C1-A15A-F47072D7504F}"/>
                </a:ext>
              </a:extLst>
            </p:cNvPr>
            <p:cNvSpPr/>
            <p:nvPr/>
          </p:nvSpPr>
          <p:spPr>
            <a:xfrm>
              <a:off x="6703486" y="4067061"/>
              <a:ext cx="93980" cy="62653"/>
            </a:xfrm>
            <a:custGeom>
              <a:avLst/>
              <a:gdLst>
                <a:gd name="connsiteX0" fmla="*/ 59677 w 63636"/>
                <a:gd name="connsiteY0" fmla="*/ 20680 h 42424"/>
                <a:gd name="connsiteX1" fmla="*/ 60134 w 63636"/>
                <a:gd name="connsiteY1" fmla="*/ 21822 h 42424"/>
                <a:gd name="connsiteX2" fmla="*/ 21137 w 63636"/>
                <a:gd name="connsiteY2" fmla="*/ 37421 h 42424"/>
                <a:gd name="connsiteX3" fmla="*/ 20680 w 63636"/>
                <a:gd name="connsiteY3" fmla="*/ 3627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9677" y="20680"/>
                  </a:moveTo>
                  <a:lnTo>
                    <a:pt x="60134" y="21822"/>
                  </a:lnTo>
                  <a:lnTo>
                    <a:pt x="21137" y="37421"/>
                  </a:lnTo>
                  <a:lnTo>
                    <a:pt x="20680" y="362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9A4A095A-674F-43C7-B73A-64CF14E8773D}"/>
                </a:ext>
              </a:extLst>
            </p:cNvPr>
            <p:cNvSpPr/>
            <p:nvPr/>
          </p:nvSpPr>
          <p:spPr>
            <a:xfrm>
              <a:off x="6884391" y="4466790"/>
              <a:ext cx="125307" cy="281940"/>
            </a:xfrm>
            <a:custGeom>
              <a:avLst/>
              <a:gdLst>
                <a:gd name="connsiteX0" fmla="*/ 42493 w 84848"/>
                <a:gd name="connsiteY0" fmla="*/ 19812 h 190908"/>
                <a:gd name="connsiteX1" fmla="*/ 42938 w 84848"/>
                <a:gd name="connsiteY1" fmla="*/ 36230 h 190908"/>
                <a:gd name="connsiteX2" fmla="*/ 42048 w 84848"/>
                <a:gd name="connsiteY2" fmla="*/ 43591 h 190908"/>
                <a:gd name="connsiteX3" fmla="*/ 43384 w 84848"/>
                <a:gd name="connsiteY3" fmla="*/ 52224 h 190908"/>
                <a:gd name="connsiteX4" fmla="*/ 49429 w 84848"/>
                <a:gd name="connsiteY4" fmla="*/ 116200 h 190908"/>
                <a:gd name="connsiteX5" fmla="*/ 44232 w 84848"/>
                <a:gd name="connsiteY5" fmla="*/ 143457 h 190908"/>
                <a:gd name="connsiteX6" fmla="*/ 44232 w 84848"/>
                <a:gd name="connsiteY6" fmla="*/ 145599 h 190908"/>
                <a:gd name="connsiteX7" fmla="*/ 18736 w 84848"/>
                <a:gd name="connsiteY7" fmla="*/ 173260 h 190908"/>
                <a:gd name="connsiteX8" fmla="*/ 23932 w 84848"/>
                <a:gd name="connsiteY8" fmla="*/ 181511 h 190908"/>
                <a:gd name="connsiteX9" fmla="*/ 50723 w 84848"/>
                <a:gd name="connsiteY9" fmla="*/ 179327 h 190908"/>
                <a:gd name="connsiteX10" fmla="*/ 65847 w 84848"/>
                <a:gd name="connsiteY10" fmla="*/ 159430 h 190908"/>
                <a:gd name="connsiteX11" fmla="*/ 72784 w 84848"/>
                <a:gd name="connsiteY11" fmla="*/ 136945 h 190908"/>
                <a:gd name="connsiteX12" fmla="*/ 71044 w 84848"/>
                <a:gd name="connsiteY12" fmla="*/ 96324 h 190908"/>
                <a:gd name="connsiteX13" fmla="*/ 69750 w 84848"/>
                <a:gd name="connsiteY13" fmla="*/ 43994 h 190908"/>
                <a:gd name="connsiteX14" fmla="*/ 74056 w 84848"/>
                <a:gd name="connsiteY14" fmla="*/ 15909 h 190908"/>
                <a:gd name="connsiteX15" fmla="*/ 42493 w 84848"/>
                <a:gd name="connsiteY15" fmla="*/ 19812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848" h="190908">
                  <a:moveTo>
                    <a:pt x="42493" y="19812"/>
                  </a:moveTo>
                  <a:lnTo>
                    <a:pt x="42938" y="36230"/>
                  </a:lnTo>
                  <a:cubicBezTo>
                    <a:pt x="42938" y="36230"/>
                    <a:pt x="42048" y="40536"/>
                    <a:pt x="42048" y="43591"/>
                  </a:cubicBezTo>
                  <a:cubicBezTo>
                    <a:pt x="42048" y="46603"/>
                    <a:pt x="43384" y="52224"/>
                    <a:pt x="43384" y="52224"/>
                  </a:cubicBezTo>
                  <a:cubicBezTo>
                    <a:pt x="43384" y="52224"/>
                    <a:pt x="49875" y="90703"/>
                    <a:pt x="49429" y="116200"/>
                  </a:cubicBezTo>
                  <a:cubicBezTo>
                    <a:pt x="48984" y="141696"/>
                    <a:pt x="44232" y="141293"/>
                    <a:pt x="44232" y="143457"/>
                  </a:cubicBezTo>
                  <a:cubicBezTo>
                    <a:pt x="44232" y="145599"/>
                    <a:pt x="44232" y="145599"/>
                    <a:pt x="44232" y="145599"/>
                  </a:cubicBezTo>
                  <a:cubicBezTo>
                    <a:pt x="44232" y="145599"/>
                    <a:pt x="25672" y="168954"/>
                    <a:pt x="18736" y="173260"/>
                  </a:cubicBezTo>
                  <a:cubicBezTo>
                    <a:pt x="11820" y="177608"/>
                    <a:pt x="19181" y="181045"/>
                    <a:pt x="23932" y="181511"/>
                  </a:cubicBezTo>
                  <a:cubicBezTo>
                    <a:pt x="28705" y="181914"/>
                    <a:pt x="46820" y="180599"/>
                    <a:pt x="50723" y="179327"/>
                  </a:cubicBezTo>
                  <a:cubicBezTo>
                    <a:pt x="54647" y="178033"/>
                    <a:pt x="61966" y="161615"/>
                    <a:pt x="65847" y="159430"/>
                  </a:cubicBezTo>
                  <a:cubicBezTo>
                    <a:pt x="69772" y="157287"/>
                    <a:pt x="75350" y="140424"/>
                    <a:pt x="72784" y="136945"/>
                  </a:cubicBezTo>
                  <a:cubicBezTo>
                    <a:pt x="70196" y="133466"/>
                    <a:pt x="68011" y="124430"/>
                    <a:pt x="71044" y="96324"/>
                  </a:cubicBezTo>
                  <a:cubicBezTo>
                    <a:pt x="74078" y="68218"/>
                    <a:pt x="70196" y="47897"/>
                    <a:pt x="69750" y="43994"/>
                  </a:cubicBezTo>
                  <a:cubicBezTo>
                    <a:pt x="69305" y="40091"/>
                    <a:pt x="74056" y="15909"/>
                    <a:pt x="74056" y="15909"/>
                  </a:cubicBezTo>
                  <a:lnTo>
                    <a:pt x="42493" y="19812"/>
                  </a:ln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DBD123DA-545E-4D5F-A6A1-59672EF6DC6D}"/>
                </a:ext>
              </a:extLst>
            </p:cNvPr>
            <p:cNvSpPr/>
            <p:nvPr/>
          </p:nvSpPr>
          <p:spPr>
            <a:xfrm>
              <a:off x="6834632" y="4444485"/>
              <a:ext cx="125307" cy="281940"/>
            </a:xfrm>
            <a:custGeom>
              <a:avLst/>
              <a:gdLst>
                <a:gd name="connsiteX0" fmla="*/ 42501 w 84848"/>
                <a:gd name="connsiteY0" fmla="*/ 19791 h 190908"/>
                <a:gd name="connsiteX1" fmla="*/ 42904 w 84848"/>
                <a:gd name="connsiteY1" fmla="*/ 36209 h 190908"/>
                <a:gd name="connsiteX2" fmla="*/ 42056 w 84848"/>
                <a:gd name="connsiteY2" fmla="*/ 43570 h 190908"/>
                <a:gd name="connsiteX3" fmla="*/ 43350 w 84848"/>
                <a:gd name="connsiteY3" fmla="*/ 52203 h 190908"/>
                <a:gd name="connsiteX4" fmla="*/ 49395 w 84848"/>
                <a:gd name="connsiteY4" fmla="*/ 116178 h 190908"/>
                <a:gd name="connsiteX5" fmla="*/ 44241 w 84848"/>
                <a:gd name="connsiteY5" fmla="*/ 143393 h 190908"/>
                <a:gd name="connsiteX6" fmla="*/ 44241 w 84848"/>
                <a:gd name="connsiteY6" fmla="*/ 145557 h 190908"/>
                <a:gd name="connsiteX7" fmla="*/ 18744 w 84848"/>
                <a:gd name="connsiteY7" fmla="*/ 173260 h 190908"/>
                <a:gd name="connsiteX8" fmla="*/ 23919 w 84848"/>
                <a:gd name="connsiteY8" fmla="*/ 181490 h 190908"/>
                <a:gd name="connsiteX9" fmla="*/ 50731 w 84848"/>
                <a:gd name="connsiteY9" fmla="*/ 179305 h 190908"/>
                <a:gd name="connsiteX10" fmla="*/ 65877 w 84848"/>
                <a:gd name="connsiteY10" fmla="*/ 159408 h 190908"/>
                <a:gd name="connsiteX11" fmla="*/ 72771 w 84848"/>
                <a:gd name="connsiteY11" fmla="*/ 136924 h 190908"/>
                <a:gd name="connsiteX12" fmla="*/ 71053 w 84848"/>
                <a:gd name="connsiteY12" fmla="*/ 96281 h 190908"/>
                <a:gd name="connsiteX13" fmla="*/ 69716 w 84848"/>
                <a:gd name="connsiteY13" fmla="*/ 43994 h 190908"/>
                <a:gd name="connsiteX14" fmla="*/ 74043 w 84848"/>
                <a:gd name="connsiteY14" fmla="*/ 15909 h 190908"/>
                <a:gd name="connsiteX15" fmla="*/ 42501 w 84848"/>
                <a:gd name="connsiteY15" fmla="*/ 19791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848" h="190908">
                  <a:moveTo>
                    <a:pt x="42501" y="19791"/>
                  </a:moveTo>
                  <a:lnTo>
                    <a:pt x="42904" y="36209"/>
                  </a:lnTo>
                  <a:cubicBezTo>
                    <a:pt x="42904" y="36209"/>
                    <a:pt x="42056" y="40536"/>
                    <a:pt x="42056" y="43570"/>
                  </a:cubicBezTo>
                  <a:cubicBezTo>
                    <a:pt x="42056" y="46582"/>
                    <a:pt x="43350" y="52203"/>
                    <a:pt x="43350" y="52203"/>
                  </a:cubicBezTo>
                  <a:cubicBezTo>
                    <a:pt x="43350" y="52203"/>
                    <a:pt x="49862" y="90681"/>
                    <a:pt x="49395" y="116178"/>
                  </a:cubicBezTo>
                  <a:cubicBezTo>
                    <a:pt x="48992" y="141696"/>
                    <a:pt x="44241" y="141230"/>
                    <a:pt x="44241" y="143393"/>
                  </a:cubicBezTo>
                  <a:cubicBezTo>
                    <a:pt x="44241" y="145557"/>
                    <a:pt x="44241" y="145557"/>
                    <a:pt x="44241" y="145557"/>
                  </a:cubicBezTo>
                  <a:cubicBezTo>
                    <a:pt x="44241" y="145557"/>
                    <a:pt x="25616" y="168933"/>
                    <a:pt x="18744" y="173260"/>
                  </a:cubicBezTo>
                  <a:cubicBezTo>
                    <a:pt x="11829" y="177566"/>
                    <a:pt x="19147" y="181023"/>
                    <a:pt x="23919" y="181490"/>
                  </a:cubicBezTo>
                  <a:cubicBezTo>
                    <a:pt x="28671" y="181935"/>
                    <a:pt x="46829" y="180578"/>
                    <a:pt x="50731" y="179305"/>
                  </a:cubicBezTo>
                  <a:cubicBezTo>
                    <a:pt x="54613" y="177990"/>
                    <a:pt x="61995" y="161551"/>
                    <a:pt x="65877" y="159408"/>
                  </a:cubicBezTo>
                  <a:cubicBezTo>
                    <a:pt x="69737" y="157245"/>
                    <a:pt x="75337" y="140402"/>
                    <a:pt x="72771" y="136924"/>
                  </a:cubicBezTo>
                  <a:cubicBezTo>
                    <a:pt x="70183" y="133487"/>
                    <a:pt x="68019" y="124408"/>
                    <a:pt x="71053" y="96281"/>
                  </a:cubicBezTo>
                  <a:cubicBezTo>
                    <a:pt x="74065" y="68218"/>
                    <a:pt x="70183" y="47918"/>
                    <a:pt x="69716" y="43994"/>
                  </a:cubicBezTo>
                  <a:cubicBezTo>
                    <a:pt x="69271" y="40091"/>
                    <a:pt x="74043" y="15909"/>
                    <a:pt x="74043" y="15909"/>
                  </a:cubicBezTo>
                  <a:lnTo>
                    <a:pt x="42501" y="19791"/>
                  </a:ln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EA6B4348-0682-4E78-B735-474D29085D2B}"/>
                </a:ext>
              </a:extLst>
            </p:cNvPr>
            <p:cNvSpPr/>
            <p:nvPr/>
          </p:nvSpPr>
          <p:spPr>
            <a:xfrm>
              <a:off x="6832529" y="4616155"/>
              <a:ext cx="125307" cy="93980"/>
            </a:xfrm>
            <a:custGeom>
              <a:avLst/>
              <a:gdLst>
                <a:gd name="connsiteX0" fmla="*/ 37858 w 84848"/>
                <a:gd name="connsiteY0" fmla="*/ 40154 h 63636"/>
                <a:gd name="connsiteX1" fmla="*/ 52982 w 84848"/>
                <a:gd name="connsiteY1" fmla="*/ 44439 h 63636"/>
                <a:gd name="connsiteX2" fmla="*/ 72009 w 84848"/>
                <a:gd name="connsiteY2" fmla="*/ 15909 h 63636"/>
                <a:gd name="connsiteX3" fmla="*/ 75446 w 84848"/>
                <a:gd name="connsiteY3" fmla="*/ 33663 h 63636"/>
                <a:gd name="connsiteX4" fmla="*/ 74152 w 84848"/>
                <a:gd name="connsiteY4" fmla="*/ 51800 h 63636"/>
                <a:gd name="connsiteX5" fmla="*/ 71097 w 84848"/>
                <a:gd name="connsiteY5" fmla="*/ 52224 h 63636"/>
                <a:gd name="connsiteX6" fmla="*/ 69825 w 84848"/>
                <a:gd name="connsiteY6" fmla="*/ 40536 h 63636"/>
                <a:gd name="connsiteX7" fmla="*/ 52091 w 84848"/>
                <a:gd name="connsiteY7" fmla="*/ 63042 h 63636"/>
                <a:gd name="connsiteX8" fmla="*/ 16201 w 84848"/>
                <a:gd name="connsiteY8" fmla="*/ 63466 h 63636"/>
                <a:gd name="connsiteX9" fmla="*/ 37858 w 84848"/>
                <a:gd name="connsiteY9" fmla="*/ 4015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63636">
                  <a:moveTo>
                    <a:pt x="37858" y="40154"/>
                  </a:moveTo>
                  <a:cubicBezTo>
                    <a:pt x="28779" y="49212"/>
                    <a:pt x="39576" y="56148"/>
                    <a:pt x="52982" y="44439"/>
                  </a:cubicBezTo>
                  <a:cubicBezTo>
                    <a:pt x="66388" y="32773"/>
                    <a:pt x="72009" y="15909"/>
                    <a:pt x="72009" y="15909"/>
                  </a:cubicBezTo>
                  <a:cubicBezTo>
                    <a:pt x="72009" y="15909"/>
                    <a:pt x="77185" y="25857"/>
                    <a:pt x="75446" y="33663"/>
                  </a:cubicBezTo>
                  <a:cubicBezTo>
                    <a:pt x="73749" y="41385"/>
                    <a:pt x="74152" y="51800"/>
                    <a:pt x="74152" y="51800"/>
                  </a:cubicBezTo>
                  <a:lnTo>
                    <a:pt x="71097" y="52224"/>
                  </a:lnTo>
                  <a:lnTo>
                    <a:pt x="69825" y="40536"/>
                  </a:lnTo>
                  <a:cubicBezTo>
                    <a:pt x="69825" y="40536"/>
                    <a:pt x="56864" y="61727"/>
                    <a:pt x="52091" y="63042"/>
                  </a:cubicBezTo>
                  <a:cubicBezTo>
                    <a:pt x="47319" y="64315"/>
                    <a:pt x="20104" y="67794"/>
                    <a:pt x="16201" y="63466"/>
                  </a:cubicBezTo>
                  <a:cubicBezTo>
                    <a:pt x="12361" y="59160"/>
                    <a:pt x="47870" y="30121"/>
                    <a:pt x="37858" y="4015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CACF6521-343D-4C21-BD90-C0001B959FEB}"/>
                </a:ext>
              </a:extLst>
            </p:cNvPr>
            <p:cNvSpPr/>
            <p:nvPr/>
          </p:nvSpPr>
          <p:spPr>
            <a:xfrm>
              <a:off x="6883252" y="4639150"/>
              <a:ext cx="125307" cy="93980"/>
            </a:xfrm>
            <a:custGeom>
              <a:avLst/>
              <a:gdLst>
                <a:gd name="connsiteX0" fmla="*/ 31194 w 84848"/>
                <a:gd name="connsiteY0" fmla="*/ 46179 h 63636"/>
                <a:gd name="connsiteX1" fmla="*/ 53234 w 84848"/>
                <a:gd name="connsiteY1" fmla="*/ 44439 h 63636"/>
                <a:gd name="connsiteX2" fmla="*/ 72240 w 84848"/>
                <a:gd name="connsiteY2" fmla="*/ 15909 h 63636"/>
                <a:gd name="connsiteX3" fmla="*/ 75697 w 84848"/>
                <a:gd name="connsiteY3" fmla="*/ 33642 h 63636"/>
                <a:gd name="connsiteX4" fmla="*/ 74382 w 84848"/>
                <a:gd name="connsiteY4" fmla="*/ 51779 h 63636"/>
                <a:gd name="connsiteX5" fmla="*/ 71349 w 84848"/>
                <a:gd name="connsiteY5" fmla="*/ 52224 h 63636"/>
                <a:gd name="connsiteX6" fmla="*/ 70055 w 84848"/>
                <a:gd name="connsiteY6" fmla="*/ 40579 h 63636"/>
                <a:gd name="connsiteX7" fmla="*/ 52343 w 84848"/>
                <a:gd name="connsiteY7" fmla="*/ 63021 h 63636"/>
                <a:gd name="connsiteX8" fmla="*/ 16431 w 84848"/>
                <a:gd name="connsiteY8" fmla="*/ 63466 h 63636"/>
                <a:gd name="connsiteX9" fmla="*/ 31194 w 84848"/>
                <a:gd name="connsiteY9" fmla="*/ 4617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63636">
                  <a:moveTo>
                    <a:pt x="31194" y="46179"/>
                  </a:moveTo>
                  <a:cubicBezTo>
                    <a:pt x="31194" y="46179"/>
                    <a:pt x="39828" y="56127"/>
                    <a:pt x="53234" y="44439"/>
                  </a:cubicBezTo>
                  <a:cubicBezTo>
                    <a:pt x="66619" y="32794"/>
                    <a:pt x="72240" y="15909"/>
                    <a:pt x="72240" y="15909"/>
                  </a:cubicBezTo>
                  <a:cubicBezTo>
                    <a:pt x="72240" y="15909"/>
                    <a:pt x="77416" y="25836"/>
                    <a:pt x="75697" y="33642"/>
                  </a:cubicBezTo>
                  <a:cubicBezTo>
                    <a:pt x="73979" y="41427"/>
                    <a:pt x="74382" y="51779"/>
                    <a:pt x="74382" y="51779"/>
                  </a:cubicBezTo>
                  <a:lnTo>
                    <a:pt x="71349" y="52224"/>
                  </a:lnTo>
                  <a:lnTo>
                    <a:pt x="70055" y="40579"/>
                  </a:lnTo>
                  <a:cubicBezTo>
                    <a:pt x="70055" y="40579"/>
                    <a:pt x="57094" y="61706"/>
                    <a:pt x="52343" y="63021"/>
                  </a:cubicBezTo>
                  <a:cubicBezTo>
                    <a:pt x="47549" y="64357"/>
                    <a:pt x="20355" y="67794"/>
                    <a:pt x="16431" y="63466"/>
                  </a:cubicBezTo>
                  <a:cubicBezTo>
                    <a:pt x="12592" y="59160"/>
                    <a:pt x="31194" y="46179"/>
                    <a:pt x="31194" y="4617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58CA6A3D-97CF-4D65-859B-4AEA13CFAC32}"/>
                </a:ext>
              </a:extLst>
            </p:cNvPr>
            <p:cNvSpPr/>
            <p:nvPr/>
          </p:nvSpPr>
          <p:spPr>
            <a:xfrm>
              <a:off x="6859149" y="4271948"/>
              <a:ext cx="156633" cy="250613"/>
            </a:xfrm>
            <a:custGeom>
              <a:avLst/>
              <a:gdLst>
                <a:gd name="connsiteX0" fmla="*/ 28191 w 106060"/>
                <a:gd name="connsiteY0" fmla="*/ 18024 h 169696"/>
                <a:gd name="connsiteX1" fmla="*/ 18136 w 106060"/>
                <a:gd name="connsiteY1" fmla="*/ 74957 h 169696"/>
                <a:gd name="connsiteX2" fmla="*/ 15909 w 106060"/>
                <a:gd name="connsiteY2" fmla="*/ 142496 h 169696"/>
                <a:gd name="connsiteX3" fmla="*/ 90809 w 106060"/>
                <a:gd name="connsiteY3" fmla="*/ 154417 h 169696"/>
                <a:gd name="connsiteX4" fmla="*/ 108415 w 106060"/>
                <a:gd name="connsiteY4" fmla="*/ 141372 h 169696"/>
                <a:gd name="connsiteX5" fmla="*/ 104427 w 106060"/>
                <a:gd name="connsiteY5" fmla="*/ 118102 h 169696"/>
                <a:gd name="connsiteX6" fmla="*/ 102178 w 106060"/>
                <a:gd name="connsiteY6" fmla="*/ 34103 h 169696"/>
                <a:gd name="connsiteX7" fmla="*/ 90257 w 106060"/>
                <a:gd name="connsiteY7" fmla="*/ 15945 h 169696"/>
                <a:gd name="connsiteX8" fmla="*/ 28191 w 106060"/>
                <a:gd name="connsiteY8" fmla="*/ 1802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060" h="169696">
                  <a:moveTo>
                    <a:pt x="28191" y="18024"/>
                  </a:moveTo>
                  <a:cubicBezTo>
                    <a:pt x="28191" y="18024"/>
                    <a:pt x="20448" y="34654"/>
                    <a:pt x="18136" y="74957"/>
                  </a:cubicBezTo>
                  <a:cubicBezTo>
                    <a:pt x="15909" y="115239"/>
                    <a:pt x="15909" y="142496"/>
                    <a:pt x="15909" y="142496"/>
                  </a:cubicBezTo>
                  <a:cubicBezTo>
                    <a:pt x="15909" y="142496"/>
                    <a:pt x="69257" y="168587"/>
                    <a:pt x="90809" y="154417"/>
                  </a:cubicBezTo>
                  <a:cubicBezTo>
                    <a:pt x="112360" y="140248"/>
                    <a:pt x="108415" y="141372"/>
                    <a:pt x="108415" y="141372"/>
                  </a:cubicBezTo>
                  <a:cubicBezTo>
                    <a:pt x="108415" y="141372"/>
                    <a:pt x="105572" y="137978"/>
                    <a:pt x="104427" y="118102"/>
                  </a:cubicBezTo>
                  <a:cubicBezTo>
                    <a:pt x="103281" y="98227"/>
                    <a:pt x="110684" y="53978"/>
                    <a:pt x="102178" y="34103"/>
                  </a:cubicBezTo>
                  <a:cubicBezTo>
                    <a:pt x="93651" y="14248"/>
                    <a:pt x="90257" y="15945"/>
                    <a:pt x="90257" y="15945"/>
                  </a:cubicBezTo>
                  <a:lnTo>
                    <a:pt x="28191" y="18024"/>
                  </a:lnTo>
                  <a:close/>
                </a:path>
              </a:pathLst>
            </a:custGeom>
            <a:solidFill>
              <a:srgbClr val="BCBE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E33939F-9786-4FB6-AB5D-E653441A66A8}"/>
                </a:ext>
              </a:extLst>
            </p:cNvPr>
            <p:cNvSpPr/>
            <p:nvPr/>
          </p:nvSpPr>
          <p:spPr>
            <a:xfrm>
              <a:off x="6923056" y="4082254"/>
              <a:ext cx="125307" cy="281940"/>
            </a:xfrm>
            <a:custGeom>
              <a:avLst/>
              <a:gdLst>
                <a:gd name="connsiteX0" fmla="*/ 74836 w 84848"/>
                <a:gd name="connsiteY0" fmla="*/ 69236 h 190908"/>
                <a:gd name="connsiteX1" fmla="*/ 63276 w 84848"/>
                <a:gd name="connsiteY1" fmla="*/ 28658 h 190908"/>
                <a:gd name="connsiteX2" fmla="*/ 51142 w 84848"/>
                <a:gd name="connsiteY2" fmla="*/ 15909 h 190908"/>
                <a:gd name="connsiteX3" fmla="*/ 50442 w 84848"/>
                <a:gd name="connsiteY3" fmla="*/ 15909 h 190908"/>
                <a:gd name="connsiteX4" fmla="*/ 24288 w 84848"/>
                <a:gd name="connsiteY4" fmla="*/ 57527 h 190908"/>
                <a:gd name="connsiteX5" fmla="*/ 16333 w 84848"/>
                <a:gd name="connsiteY5" fmla="*/ 164033 h 190908"/>
                <a:gd name="connsiteX6" fmla="*/ 15951 w 84848"/>
                <a:gd name="connsiteY6" fmla="*/ 164224 h 190908"/>
                <a:gd name="connsiteX7" fmla="*/ 16100 w 84848"/>
                <a:gd name="connsiteY7" fmla="*/ 167045 h 190908"/>
                <a:gd name="connsiteX8" fmla="*/ 15909 w 84848"/>
                <a:gd name="connsiteY8" fmla="*/ 169463 h 190908"/>
                <a:gd name="connsiteX9" fmla="*/ 16227 w 84848"/>
                <a:gd name="connsiteY9" fmla="*/ 169484 h 190908"/>
                <a:gd name="connsiteX10" fmla="*/ 16715 w 84848"/>
                <a:gd name="connsiteY10" fmla="*/ 181257 h 190908"/>
                <a:gd name="connsiteX11" fmla="*/ 53072 w 84848"/>
                <a:gd name="connsiteY11" fmla="*/ 167278 h 190908"/>
                <a:gd name="connsiteX12" fmla="*/ 56445 w 84848"/>
                <a:gd name="connsiteY12" fmla="*/ 151008 h 190908"/>
                <a:gd name="connsiteX13" fmla="*/ 74836 w 84848"/>
                <a:gd name="connsiteY13" fmla="*/ 69236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4848" h="190908">
                  <a:moveTo>
                    <a:pt x="74836" y="69236"/>
                  </a:moveTo>
                  <a:cubicBezTo>
                    <a:pt x="76024" y="37927"/>
                    <a:pt x="63276" y="28658"/>
                    <a:pt x="63276" y="28658"/>
                  </a:cubicBezTo>
                  <a:lnTo>
                    <a:pt x="51142" y="15909"/>
                  </a:lnTo>
                  <a:lnTo>
                    <a:pt x="50442" y="15909"/>
                  </a:lnTo>
                  <a:lnTo>
                    <a:pt x="24288" y="57527"/>
                  </a:lnTo>
                  <a:lnTo>
                    <a:pt x="16333" y="164033"/>
                  </a:lnTo>
                  <a:cubicBezTo>
                    <a:pt x="16248" y="164075"/>
                    <a:pt x="15951" y="164224"/>
                    <a:pt x="15951" y="164224"/>
                  </a:cubicBezTo>
                  <a:lnTo>
                    <a:pt x="16100" y="167045"/>
                  </a:lnTo>
                  <a:lnTo>
                    <a:pt x="15909" y="169463"/>
                  </a:lnTo>
                  <a:cubicBezTo>
                    <a:pt x="16036" y="169463"/>
                    <a:pt x="16121" y="169463"/>
                    <a:pt x="16227" y="169484"/>
                  </a:cubicBezTo>
                  <a:lnTo>
                    <a:pt x="16715" y="181257"/>
                  </a:lnTo>
                  <a:cubicBezTo>
                    <a:pt x="16715" y="181257"/>
                    <a:pt x="49254" y="172199"/>
                    <a:pt x="53072" y="167278"/>
                  </a:cubicBezTo>
                  <a:cubicBezTo>
                    <a:pt x="56848" y="162378"/>
                    <a:pt x="56445" y="151008"/>
                    <a:pt x="56445" y="151008"/>
                  </a:cubicBezTo>
                  <a:cubicBezTo>
                    <a:pt x="64018" y="115818"/>
                    <a:pt x="73691" y="100545"/>
                    <a:pt x="74836" y="69236"/>
                  </a:cubicBez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0C77225A-0A43-432F-8473-4D52C9309204}"/>
                </a:ext>
              </a:extLst>
            </p:cNvPr>
            <p:cNvSpPr/>
            <p:nvPr/>
          </p:nvSpPr>
          <p:spPr>
            <a:xfrm>
              <a:off x="6885996" y="4082254"/>
              <a:ext cx="125307" cy="250613"/>
            </a:xfrm>
            <a:custGeom>
              <a:avLst/>
              <a:gdLst>
                <a:gd name="connsiteX0" fmla="*/ 35000 w 84848"/>
                <a:gd name="connsiteY0" fmla="*/ 15909 h 169696"/>
                <a:gd name="connsiteX1" fmla="*/ 33663 w 84848"/>
                <a:gd name="connsiteY1" fmla="*/ 17033 h 169696"/>
                <a:gd name="connsiteX2" fmla="*/ 25942 w 84848"/>
                <a:gd name="connsiteY2" fmla="*/ 76830 h 169696"/>
                <a:gd name="connsiteX3" fmla="*/ 15909 w 84848"/>
                <a:gd name="connsiteY3" fmla="*/ 160108 h 169696"/>
                <a:gd name="connsiteX4" fmla="*/ 41003 w 84848"/>
                <a:gd name="connsiteY4" fmla="*/ 169463 h 169696"/>
                <a:gd name="connsiteX5" fmla="*/ 49382 w 84848"/>
                <a:gd name="connsiteY5" fmla="*/ 57548 h 169696"/>
                <a:gd name="connsiteX6" fmla="*/ 75536 w 84848"/>
                <a:gd name="connsiteY6" fmla="*/ 15930 h 169696"/>
                <a:gd name="connsiteX7" fmla="*/ 35000 w 84848"/>
                <a:gd name="connsiteY7" fmla="*/ 159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169696">
                  <a:moveTo>
                    <a:pt x="35000" y="15909"/>
                  </a:moveTo>
                  <a:lnTo>
                    <a:pt x="33663" y="17033"/>
                  </a:lnTo>
                  <a:cubicBezTo>
                    <a:pt x="32688" y="22357"/>
                    <a:pt x="27300" y="52436"/>
                    <a:pt x="25942" y="76830"/>
                  </a:cubicBezTo>
                  <a:cubicBezTo>
                    <a:pt x="24754" y="97597"/>
                    <a:pt x="18624" y="141251"/>
                    <a:pt x="15909" y="160108"/>
                  </a:cubicBezTo>
                  <a:cubicBezTo>
                    <a:pt x="21530" y="164584"/>
                    <a:pt x="30970" y="168084"/>
                    <a:pt x="41003" y="169463"/>
                  </a:cubicBezTo>
                  <a:lnTo>
                    <a:pt x="49382" y="57548"/>
                  </a:lnTo>
                  <a:lnTo>
                    <a:pt x="75536" y="15930"/>
                  </a:lnTo>
                  <a:lnTo>
                    <a:pt x="35000" y="15909"/>
                  </a:lnTo>
                  <a:close/>
                </a:path>
              </a:pathLst>
            </a:custGeom>
            <a:solidFill>
              <a:srgbClr val="27AA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8CB54CC-02BC-49A0-8C21-FB0B74227BA8}"/>
                </a:ext>
              </a:extLst>
            </p:cNvPr>
            <p:cNvSpPr/>
            <p:nvPr/>
          </p:nvSpPr>
          <p:spPr>
            <a:xfrm>
              <a:off x="6867209" y="4083916"/>
              <a:ext cx="62653" cy="250613"/>
            </a:xfrm>
            <a:custGeom>
              <a:avLst/>
              <a:gdLst>
                <a:gd name="connsiteX0" fmla="*/ 29924 w 42424"/>
                <a:gd name="connsiteY0" fmla="*/ 24309 h 169696"/>
                <a:gd name="connsiteX1" fmla="*/ 18766 w 42424"/>
                <a:gd name="connsiteY1" fmla="*/ 86630 h 169696"/>
                <a:gd name="connsiteX2" fmla="*/ 23836 w 42424"/>
                <a:gd name="connsiteY2" fmla="*/ 140487 h 169696"/>
                <a:gd name="connsiteX3" fmla="*/ 22733 w 42424"/>
                <a:gd name="connsiteY3" fmla="*/ 145345 h 169696"/>
                <a:gd name="connsiteX4" fmla="*/ 27293 w 42424"/>
                <a:gd name="connsiteY4" fmla="*/ 168424 h 169696"/>
                <a:gd name="connsiteX5" fmla="*/ 28290 w 42424"/>
                <a:gd name="connsiteY5" fmla="*/ 158624 h 169696"/>
                <a:gd name="connsiteX6" fmla="*/ 28630 w 42424"/>
                <a:gd name="connsiteY6" fmla="*/ 158984 h 169696"/>
                <a:gd name="connsiteX7" fmla="*/ 38663 w 42424"/>
                <a:gd name="connsiteY7" fmla="*/ 75706 h 169696"/>
                <a:gd name="connsiteX8" fmla="*/ 46384 w 42424"/>
                <a:gd name="connsiteY8" fmla="*/ 15909 h 169696"/>
                <a:gd name="connsiteX9" fmla="*/ 29924 w 42424"/>
                <a:gd name="connsiteY9" fmla="*/ 24309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169696">
                  <a:moveTo>
                    <a:pt x="29924" y="24309"/>
                  </a:moveTo>
                  <a:cubicBezTo>
                    <a:pt x="29924" y="24309"/>
                    <a:pt x="8309" y="69257"/>
                    <a:pt x="18766" y="86630"/>
                  </a:cubicBezTo>
                  <a:cubicBezTo>
                    <a:pt x="27399" y="101054"/>
                    <a:pt x="24918" y="123369"/>
                    <a:pt x="23836" y="140487"/>
                  </a:cubicBezTo>
                  <a:cubicBezTo>
                    <a:pt x="23433" y="142524"/>
                    <a:pt x="23093" y="144284"/>
                    <a:pt x="22733" y="145345"/>
                  </a:cubicBezTo>
                  <a:cubicBezTo>
                    <a:pt x="20505" y="152536"/>
                    <a:pt x="27293" y="168424"/>
                    <a:pt x="27293" y="168424"/>
                  </a:cubicBezTo>
                  <a:lnTo>
                    <a:pt x="28290" y="158624"/>
                  </a:lnTo>
                  <a:cubicBezTo>
                    <a:pt x="28439" y="158730"/>
                    <a:pt x="28460" y="158857"/>
                    <a:pt x="28630" y="158984"/>
                  </a:cubicBezTo>
                  <a:cubicBezTo>
                    <a:pt x="31345" y="140127"/>
                    <a:pt x="37475" y="96494"/>
                    <a:pt x="38663" y="75706"/>
                  </a:cubicBezTo>
                  <a:cubicBezTo>
                    <a:pt x="40020" y="51312"/>
                    <a:pt x="45408" y="21233"/>
                    <a:pt x="46384" y="15909"/>
                  </a:cubicBezTo>
                  <a:lnTo>
                    <a:pt x="29924" y="24309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851092E-3DF9-4065-9F7C-A7B414B69F9F}"/>
                </a:ext>
              </a:extLst>
            </p:cNvPr>
            <p:cNvSpPr/>
            <p:nvPr/>
          </p:nvSpPr>
          <p:spPr>
            <a:xfrm>
              <a:off x="6878916" y="3960814"/>
              <a:ext cx="125307" cy="187960"/>
            </a:xfrm>
            <a:custGeom>
              <a:avLst/>
              <a:gdLst>
                <a:gd name="connsiteX0" fmla="*/ 31691 w 84848"/>
                <a:gd name="connsiteY0" fmla="*/ 22519 h 127272"/>
                <a:gd name="connsiteX1" fmla="*/ 69300 w 84848"/>
                <a:gd name="connsiteY1" fmla="*/ 23261 h 127272"/>
                <a:gd name="connsiteX2" fmla="*/ 74539 w 84848"/>
                <a:gd name="connsiteY2" fmla="*/ 85010 h 127272"/>
                <a:gd name="connsiteX3" fmla="*/ 80500 w 84848"/>
                <a:gd name="connsiteY3" fmla="*/ 99010 h 127272"/>
                <a:gd name="connsiteX4" fmla="*/ 37079 w 84848"/>
                <a:gd name="connsiteY4" fmla="*/ 113709 h 127272"/>
                <a:gd name="connsiteX5" fmla="*/ 37079 w 84848"/>
                <a:gd name="connsiteY5" fmla="*/ 97419 h 127272"/>
                <a:gd name="connsiteX6" fmla="*/ 25709 w 84848"/>
                <a:gd name="connsiteY6" fmla="*/ 95934 h 127272"/>
                <a:gd name="connsiteX7" fmla="*/ 22230 w 84848"/>
                <a:gd name="connsiteY7" fmla="*/ 78688 h 127272"/>
                <a:gd name="connsiteX8" fmla="*/ 18624 w 84848"/>
                <a:gd name="connsiteY8" fmla="*/ 77331 h 127272"/>
                <a:gd name="connsiteX9" fmla="*/ 20851 w 84848"/>
                <a:gd name="connsiteY9" fmla="*/ 71752 h 127272"/>
                <a:gd name="connsiteX10" fmla="*/ 15909 w 84848"/>
                <a:gd name="connsiteY10" fmla="*/ 46934 h 127272"/>
                <a:gd name="connsiteX11" fmla="*/ 31691 w 84848"/>
                <a:gd name="connsiteY11" fmla="*/ 2251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848" h="127272">
                  <a:moveTo>
                    <a:pt x="31691" y="22519"/>
                  </a:moveTo>
                  <a:cubicBezTo>
                    <a:pt x="52860" y="7225"/>
                    <a:pt x="69300" y="23261"/>
                    <a:pt x="69300" y="23261"/>
                  </a:cubicBezTo>
                  <a:cubicBezTo>
                    <a:pt x="94351" y="42798"/>
                    <a:pt x="77297" y="80067"/>
                    <a:pt x="74539" y="85010"/>
                  </a:cubicBezTo>
                  <a:cubicBezTo>
                    <a:pt x="70509" y="92094"/>
                    <a:pt x="80500" y="99010"/>
                    <a:pt x="80500" y="99010"/>
                  </a:cubicBezTo>
                  <a:cubicBezTo>
                    <a:pt x="56064" y="151191"/>
                    <a:pt x="32221" y="121303"/>
                    <a:pt x="37079" y="113709"/>
                  </a:cubicBezTo>
                  <a:cubicBezTo>
                    <a:pt x="41427" y="110443"/>
                    <a:pt x="37079" y="97419"/>
                    <a:pt x="37079" y="97419"/>
                  </a:cubicBezTo>
                  <a:cubicBezTo>
                    <a:pt x="29951" y="99603"/>
                    <a:pt x="25709" y="95934"/>
                    <a:pt x="25709" y="95934"/>
                  </a:cubicBezTo>
                  <a:lnTo>
                    <a:pt x="22230" y="78688"/>
                  </a:lnTo>
                  <a:lnTo>
                    <a:pt x="18624" y="77331"/>
                  </a:lnTo>
                  <a:lnTo>
                    <a:pt x="20851" y="71752"/>
                  </a:lnTo>
                  <a:lnTo>
                    <a:pt x="15909" y="46934"/>
                  </a:lnTo>
                  <a:cubicBezTo>
                    <a:pt x="15930" y="46934"/>
                    <a:pt x="15336" y="34207"/>
                    <a:pt x="31691" y="22519"/>
                  </a:cubicBez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D2008F7C-3455-48B1-AEF0-52E10ED33DAE}"/>
                </a:ext>
              </a:extLst>
            </p:cNvPr>
            <p:cNvSpPr/>
            <p:nvPr/>
          </p:nvSpPr>
          <p:spPr>
            <a:xfrm>
              <a:off x="6923369" y="4080563"/>
              <a:ext cx="93980" cy="93980"/>
            </a:xfrm>
            <a:custGeom>
              <a:avLst/>
              <a:gdLst>
                <a:gd name="connsiteX0" fmla="*/ 17076 w 63636"/>
                <a:gd name="connsiteY0" fmla="*/ 60560 h 63636"/>
                <a:gd name="connsiteX1" fmla="*/ 15909 w 63636"/>
                <a:gd name="connsiteY1" fmla="*/ 46391 h 63636"/>
                <a:gd name="connsiteX2" fmla="*/ 37694 w 63636"/>
                <a:gd name="connsiteY2" fmla="*/ 30291 h 63636"/>
                <a:gd name="connsiteX3" fmla="*/ 50909 w 63636"/>
                <a:gd name="connsiteY3" fmla="*/ 15909 h 63636"/>
                <a:gd name="connsiteX4" fmla="*/ 47133 w 63636"/>
                <a:gd name="connsiteY4" fmla="*/ 40112 h 63636"/>
                <a:gd name="connsiteX5" fmla="*/ 40875 w 63636"/>
                <a:gd name="connsiteY5" fmla="*/ 50930 h 63636"/>
                <a:gd name="connsiteX6" fmla="*/ 32391 w 63636"/>
                <a:gd name="connsiteY6" fmla="*/ 59436 h 63636"/>
                <a:gd name="connsiteX7" fmla="*/ 17076 w 63636"/>
                <a:gd name="connsiteY7" fmla="*/ 6056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63636">
                  <a:moveTo>
                    <a:pt x="17076" y="60560"/>
                  </a:moveTo>
                  <a:lnTo>
                    <a:pt x="15909" y="46391"/>
                  </a:lnTo>
                  <a:lnTo>
                    <a:pt x="37694" y="30291"/>
                  </a:lnTo>
                  <a:cubicBezTo>
                    <a:pt x="37694" y="30291"/>
                    <a:pt x="46624" y="21933"/>
                    <a:pt x="50909" y="15909"/>
                  </a:cubicBezTo>
                  <a:cubicBezTo>
                    <a:pt x="52415" y="29145"/>
                    <a:pt x="48257" y="32179"/>
                    <a:pt x="47133" y="40112"/>
                  </a:cubicBezTo>
                  <a:cubicBezTo>
                    <a:pt x="46009" y="48088"/>
                    <a:pt x="40875" y="50930"/>
                    <a:pt x="40875" y="50930"/>
                  </a:cubicBezTo>
                  <a:lnTo>
                    <a:pt x="32391" y="59436"/>
                  </a:lnTo>
                  <a:lnTo>
                    <a:pt x="17076" y="60560"/>
                  </a:lnTo>
                  <a:close/>
                </a:path>
              </a:pathLst>
            </a:custGeom>
            <a:solidFill>
              <a:srgbClr val="E6E7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B5AD7250-471E-459B-A70B-45E2F6BC9193}"/>
                </a:ext>
              </a:extLst>
            </p:cNvPr>
            <p:cNvSpPr/>
            <p:nvPr/>
          </p:nvSpPr>
          <p:spPr>
            <a:xfrm>
              <a:off x="6900782" y="4085576"/>
              <a:ext cx="62653" cy="93980"/>
            </a:xfrm>
            <a:custGeom>
              <a:avLst/>
              <a:gdLst>
                <a:gd name="connsiteX0" fmla="*/ 31203 w 42424"/>
                <a:gd name="connsiteY0" fmla="*/ 42997 h 63636"/>
                <a:gd name="connsiteX1" fmla="*/ 17606 w 42424"/>
                <a:gd name="connsiteY1" fmla="*/ 53200 h 63636"/>
                <a:gd name="connsiteX2" fmla="*/ 15909 w 42424"/>
                <a:gd name="connsiteY2" fmla="*/ 35594 h 63636"/>
                <a:gd name="connsiteX3" fmla="*/ 22697 w 42424"/>
                <a:gd name="connsiteY3" fmla="*/ 15909 h 63636"/>
                <a:gd name="connsiteX4" fmla="*/ 26663 w 42424"/>
                <a:gd name="connsiteY4" fmla="*/ 31627 h 63636"/>
                <a:gd name="connsiteX5" fmla="*/ 31203 w 42424"/>
                <a:gd name="connsiteY5" fmla="*/ 4299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24" h="63636">
                  <a:moveTo>
                    <a:pt x="31203" y="42997"/>
                  </a:moveTo>
                  <a:lnTo>
                    <a:pt x="17606" y="53200"/>
                  </a:lnTo>
                  <a:cubicBezTo>
                    <a:pt x="17606" y="53200"/>
                    <a:pt x="15909" y="46391"/>
                    <a:pt x="15909" y="35594"/>
                  </a:cubicBezTo>
                  <a:cubicBezTo>
                    <a:pt x="15909" y="24818"/>
                    <a:pt x="22697" y="15909"/>
                    <a:pt x="22697" y="15909"/>
                  </a:cubicBezTo>
                  <a:cubicBezTo>
                    <a:pt x="22697" y="15909"/>
                    <a:pt x="23270" y="21976"/>
                    <a:pt x="26663" y="31627"/>
                  </a:cubicBezTo>
                  <a:cubicBezTo>
                    <a:pt x="30100" y="41300"/>
                    <a:pt x="31203" y="42997"/>
                    <a:pt x="31203" y="42997"/>
                  </a:cubicBezTo>
                  <a:close/>
                </a:path>
              </a:pathLst>
            </a:custGeom>
            <a:solidFill>
              <a:srgbClr val="E6E7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1479BA98-1829-4E93-8E33-FF420BE85C07}"/>
                </a:ext>
              </a:extLst>
            </p:cNvPr>
            <p:cNvSpPr/>
            <p:nvPr/>
          </p:nvSpPr>
          <p:spPr>
            <a:xfrm>
              <a:off x="6822941" y="4107285"/>
              <a:ext cx="93980" cy="93980"/>
            </a:xfrm>
            <a:custGeom>
              <a:avLst/>
              <a:gdLst>
                <a:gd name="connsiteX0" fmla="*/ 52814 w 63636"/>
                <a:gd name="connsiteY0" fmla="*/ 43591 h 63636"/>
                <a:gd name="connsiteX1" fmla="*/ 51817 w 63636"/>
                <a:gd name="connsiteY1" fmla="*/ 39391 h 63636"/>
                <a:gd name="connsiteX2" fmla="*/ 50056 w 63636"/>
                <a:gd name="connsiteY2" fmla="*/ 32009 h 63636"/>
                <a:gd name="connsiteX3" fmla="*/ 48656 w 63636"/>
                <a:gd name="connsiteY3" fmla="*/ 30333 h 63636"/>
                <a:gd name="connsiteX4" fmla="*/ 43459 w 63636"/>
                <a:gd name="connsiteY4" fmla="*/ 26748 h 63636"/>
                <a:gd name="connsiteX5" fmla="*/ 37817 w 63636"/>
                <a:gd name="connsiteY5" fmla="*/ 22188 h 63636"/>
                <a:gd name="connsiteX6" fmla="*/ 30668 w 63636"/>
                <a:gd name="connsiteY6" fmla="*/ 19133 h 63636"/>
                <a:gd name="connsiteX7" fmla="*/ 16308 w 63636"/>
                <a:gd name="connsiteY7" fmla="*/ 15909 h 63636"/>
                <a:gd name="connsiteX8" fmla="*/ 16626 w 63636"/>
                <a:gd name="connsiteY8" fmla="*/ 19133 h 63636"/>
                <a:gd name="connsiteX9" fmla="*/ 27317 w 63636"/>
                <a:gd name="connsiteY9" fmla="*/ 22867 h 63636"/>
                <a:gd name="connsiteX10" fmla="*/ 33765 w 63636"/>
                <a:gd name="connsiteY10" fmla="*/ 26451 h 63636"/>
                <a:gd name="connsiteX11" fmla="*/ 27614 w 63636"/>
                <a:gd name="connsiteY11" fmla="*/ 24033 h 63636"/>
                <a:gd name="connsiteX12" fmla="*/ 24262 w 63636"/>
                <a:gd name="connsiteY12" fmla="*/ 25561 h 63636"/>
                <a:gd name="connsiteX13" fmla="*/ 22905 w 63636"/>
                <a:gd name="connsiteY13" fmla="*/ 28594 h 63636"/>
                <a:gd name="connsiteX14" fmla="*/ 21229 w 63636"/>
                <a:gd name="connsiteY14" fmla="*/ 29782 h 63636"/>
                <a:gd name="connsiteX15" fmla="*/ 21229 w 63636"/>
                <a:gd name="connsiteY15" fmla="*/ 31818 h 63636"/>
                <a:gd name="connsiteX16" fmla="*/ 21865 w 63636"/>
                <a:gd name="connsiteY16" fmla="*/ 32370 h 63636"/>
                <a:gd name="connsiteX17" fmla="*/ 19808 w 63636"/>
                <a:gd name="connsiteY17" fmla="*/ 33579 h 63636"/>
                <a:gd name="connsiteX18" fmla="*/ 18853 w 63636"/>
                <a:gd name="connsiteY18" fmla="*/ 34724 h 63636"/>
                <a:gd name="connsiteX19" fmla="*/ 18853 w 63636"/>
                <a:gd name="connsiteY19" fmla="*/ 36739 h 63636"/>
                <a:gd name="connsiteX20" fmla="*/ 20890 w 63636"/>
                <a:gd name="connsiteY20" fmla="*/ 37121 h 63636"/>
                <a:gd name="connsiteX21" fmla="*/ 19150 w 63636"/>
                <a:gd name="connsiteY21" fmla="*/ 38203 h 63636"/>
                <a:gd name="connsiteX22" fmla="*/ 18514 w 63636"/>
                <a:gd name="connsiteY22" fmla="*/ 40197 h 63636"/>
                <a:gd name="connsiteX23" fmla="*/ 18981 w 63636"/>
                <a:gd name="connsiteY23" fmla="*/ 41215 h 63636"/>
                <a:gd name="connsiteX24" fmla="*/ 20996 w 63636"/>
                <a:gd name="connsiteY24" fmla="*/ 44630 h 63636"/>
                <a:gd name="connsiteX25" fmla="*/ 25768 w 63636"/>
                <a:gd name="connsiteY25" fmla="*/ 45966 h 63636"/>
                <a:gd name="connsiteX26" fmla="*/ 29735 w 63636"/>
                <a:gd name="connsiteY26" fmla="*/ 45966 h 63636"/>
                <a:gd name="connsiteX27" fmla="*/ 24453 w 63636"/>
                <a:gd name="connsiteY27" fmla="*/ 42233 h 63636"/>
                <a:gd name="connsiteX28" fmla="*/ 27529 w 63636"/>
                <a:gd name="connsiteY28" fmla="*/ 42466 h 63636"/>
                <a:gd name="connsiteX29" fmla="*/ 31453 w 63636"/>
                <a:gd name="connsiteY29" fmla="*/ 46348 h 63636"/>
                <a:gd name="connsiteX30" fmla="*/ 35993 w 63636"/>
                <a:gd name="connsiteY30" fmla="*/ 52754 h 63636"/>
                <a:gd name="connsiteX31" fmla="*/ 39238 w 63636"/>
                <a:gd name="connsiteY31" fmla="*/ 54875 h 63636"/>
                <a:gd name="connsiteX32" fmla="*/ 45665 w 63636"/>
                <a:gd name="connsiteY32" fmla="*/ 54494 h 63636"/>
                <a:gd name="connsiteX33" fmla="*/ 52814 w 63636"/>
                <a:gd name="connsiteY33" fmla="*/ 4359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3636" h="63636">
                  <a:moveTo>
                    <a:pt x="52814" y="43591"/>
                  </a:moveTo>
                  <a:lnTo>
                    <a:pt x="51817" y="39391"/>
                  </a:lnTo>
                  <a:lnTo>
                    <a:pt x="50056" y="32009"/>
                  </a:lnTo>
                  <a:cubicBezTo>
                    <a:pt x="50056" y="32009"/>
                    <a:pt x="50417" y="30991"/>
                    <a:pt x="48656" y="30333"/>
                  </a:cubicBezTo>
                  <a:cubicBezTo>
                    <a:pt x="47023" y="29633"/>
                    <a:pt x="43459" y="26748"/>
                    <a:pt x="43459" y="26748"/>
                  </a:cubicBezTo>
                  <a:lnTo>
                    <a:pt x="37817" y="22188"/>
                  </a:lnTo>
                  <a:cubicBezTo>
                    <a:pt x="37817" y="22188"/>
                    <a:pt x="33871" y="19473"/>
                    <a:pt x="30668" y="19133"/>
                  </a:cubicBezTo>
                  <a:cubicBezTo>
                    <a:pt x="29353" y="18963"/>
                    <a:pt x="16308" y="15909"/>
                    <a:pt x="16308" y="15909"/>
                  </a:cubicBezTo>
                  <a:cubicBezTo>
                    <a:pt x="16308" y="15909"/>
                    <a:pt x="15226" y="18412"/>
                    <a:pt x="16626" y="19133"/>
                  </a:cubicBezTo>
                  <a:cubicBezTo>
                    <a:pt x="17962" y="19791"/>
                    <a:pt x="27317" y="22867"/>
                    <a:pt x="27317" y="22867"/>
                  </a:cubicBezTo>
                  <a:cubicBezTo>
                    <a:pt x="27317" y="22867"/>
                    <a:pt x="32726" y="24754"/>
                    <a:pt x="33765" y="26451"/>
                  </a:cubicBezTo>
                  <a:lnTo>
                    <a:pt x="27614" y="24033"/>
                  </a:lnTo>
                  <a:cubicBezTo>
                    <a:pt x="27614" y="24033"/>
                    <a:pt x="24962" y="24224"/>
                    <a:pt x="24262" y="25561"/>
                  </a:cubicBezTo>
                  <a:cubicBezTo>
                    <a:pt x="23605" y="26918"/>
                    <a:pt x="26977" y="27597"/>
                    <a:pt x="22905" y="28594"/>
                  </a:cubicBezTo>
                  <a:cubicBezTo>
                    <a:pt x="21229" y="29061"/>
                    <a:pt x="21229" y="29782"/>
                    <a:pt x="21229" y="29782"/>
                  </a:cubicBezTo>
                  <a:lnTo>
                    <a:pt x="21229" y="31818"/>
                  </a:lnTo>
                  <a:lnTo>
                    <a:pt x="21865" y="32370"/>
                  </a:lnTo>
                  <a:lnTo>
                    <a:pt x="19808" y="33579"/>
                  </a:lnTo>
                  <a:lnTo>
                    <a:pt x="18853" y="34724"/>
                  </a:lnTo>
                  <a:lnTo>
                    <a:pt x="18853" y="36739"/>
                  </a:lnTo>
                  <a:lnTo>
                    <a:pt x="20890" y="37121"/>
                  </a:lnTo>
                  <a:lnTo>
                    <a:pt x="19150" y="38203"/>
                  </a:lnTo>
                  <a:cubicBezTo>
                    <a:pt x="18514" y="38691"/>
                    <a:pt x="18514" y="40197"/>
                    <a:pt x="18514" y="40197"/>
                  </a:cubicBezTo>
                  <a:lnTo>
                    <a:pt x="18981" y="41215"/>
                  </a:lnTo>
                  <a:lnTo>
                    <a:pt x="20996" y="44630"/>
                  </a:lnTo>
                  <a:lnTo>
                    <a:pt x="25768" y="45966"/>
                  </a:lnTo>
                  <a:cubicBezTo>
                    <a:pt x="25768" y="45966"/>
                    <a:pt x="30371" y="48321"/>
                    <a:pt x="29735" y="45966"/>
                  </a:cubicBezTo>
                  <a:cubicBezTo>
                    <a:pt x="29014" y="43633"/>
                    <a:pt x="24453" y="43972"/>
                    <a:pt x="24453" y="42233"/>
                  </a:cubicBezTo>
                  <a:cubicBezTo>
                    <a:pt x="24453" y="41385"/>
                    <a:pt x="27529" y="42466"/>
                    <a:pt x="27529" y="42466"/>
                  </a:cubicBezTo>
                  <a:cubicBezTo>
                    <a:pt x="27529" y="42466"/>
                    <a:pt x="28526" y="43018"/>
                    <a:pt x="31453" y="46348"/>
                  </a:cubicBezTo>
                  <a:cubicBezTo>
                    <a:pt x="32981" y="48045"/>
                    <a:pt x="35993" y="52754"/>
                    <a:pt x="35993" y="52754"/>
                  </a:cubicBezTo>
                  <a:lnTo>
                    <a:pt x="39238" y="54875"/>
                  </a:lnTo>
                  <a:cubicBezTo>
                    <a:pt x="39238" y="54875"/>
                    <a:pt x="43290" y="55491"/>
                    <a:pt x="45665" y="54494"/>
                  </a:cubicBezTo>
                  <a:cubicBezTo>
                    <a:pt x="48062" y="53391"/>
                    <a:pt x="54150" y="46645"/>
                    <a:pt x="52814" y="43591"/>
                  </a:cubicBezTo>
                  <a:close/>
                </a:path>
              </a:pathLst>
            </a:custGeom>
            <a:solidFill>
              <a:srgbClr val="EAB9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0FA74DF5-3EDE-472B-85A9-0B60A508438E}"/>
                </a:ext>
              </a:extLst>
            </p:cNvPr>
            <p:cNvSpPr/>
            <p:nvPr/>
          </p:nvSpPr>
          <p:spPr>
            <a:xfrm>
              <a:off x="6857458" y="4114042"/>
              <a:ext cx="187960" cy="156633"/>
            </a:xfrm>
            <a:custGeom>
              <a:avLst/>
              <a:gdLst>
                <a:gd name="connsiteX0" fmla="*/ 94881 w 127272"/>
                <a:gd name="connsiteY0" fmla="*/ 21791 h 106060"/>
                <a:gd name="connsiteX1" fmla="*/ 121184 w 127272"/>
                <a:gd name="connsiteY1" fmla="*/ 25864 h 106060"/>
                <a:gd name="connsiteX2" fmla="*/ 103069 w 127272"/>
                <a:gd name="connsiteY2" fmla="*/ 73570 h 106060"/>
                <a:gd name="connsiteX3" fmla="*/ 81730 w 127272"/>
                <a:gd name="connsiteY3" fmla="*/ 96564 h 106060"/>
                <a:gd name="connsiteX4" fmla="*/ 51248 w 127272"/>
                <a:gd name="connsiteY4" fmla="*/ 103139 h 106060"/>
                <a:gd name="connsiteX5" fmla="*/ 15909 w 127272"/>
                <a:gd name="connsiteY5" fmla="*/ 51403 h 106060"/>
                <a:gd name="connsiteX6" fmla="*/ 29061 w 127272"/>
                <a:gd name="connsiteY6" fmla="*/ 38252 h 106060"/>
                <a:gd name="connsiteX7" fmla="*/ 57039 w 127272"/>
                <a:gd name="connsiteY7" fmla="*/ 65318 h 106060"/>
                <a:gd name="connsiteX8" fmla="*/ 64463 w 127272"/>
                <a:gd name="connsiteY8" fmla="*/ 66167 h 106060"/>
                <a:gd name="connsiteX9" fmla="*/ 94881 w 127272"/>
                <a:gd name="connsiteY9" fmla="*/ 21791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72" h="106060">
                  <a:moveTo>
                    <a:pt x="94881" y="21791"/>
                  </a:moveTo>
                  <a:cubicBezTo>
                    <a:pt x="94881" y="21791"/>
                    <a:pt x="113802" y="6158"/>
                    <a:pt x="121184" y="25864"/>
                  </a:cubicBezTo>
                  <a:cubicBezTo>
                    <a:pt x="128545" y="45612"/>
                    <a:pt x="103069" y="73570"/>
                    <a:pt x="103069" y="73570"/>
                  </a:cubicBezTo>
                  <a:lnTo>
                    <a:pt x="81730" y="96564"/>
                  </a:lnTo>
                  <a:cubicBezTo>
                    <a:pt x="81730" y="96564"/>
                    <a:pt x="66054" y="112982"/>
                    <a:pt x="51248" y="103139"/>
                  </a:cubicBezTo>
                  <a:cubicBezTo>
                    <a:pt x="43612" y="98048"/>
                    <a:pt x="15909" y="51403"/>
                    <a:pt x="15909" y="51403"/>
                  </a:cubicBezTo>
                  <a:cubicBezTo>
                    <a:pt x="15909" y="51403"/>
                    <a:pt x="17564" y="38252"/>
                    <a:pt x="29061" y="38252"/>
                  </a:cubicBezTo>
                  <a:lnTo>
                    <a:pt x="57039" y="65318"/>
                  </a:lnTo>
                  <a:cubicBezTo>
                    <a:pt x="57039" y="65318"/>
                    <a:pt x="61897" y="70197"/>
                    <a:pt x="64463" y="66167"/>
                  </a:cubicBezTo>
                  <a:cubicBezTo>
                    <a:pt x="72694" y="53015"/>
                    <a:pt x="94881" y="21791"/>
                    <a:pt x="94881" y="21791"/>
                  </a:cubicBezTo>
                  <a:close/>
                </a:path>
              </a:pathLst>
            </a:custGeom>
            <a:solidFill>
              <a:srgbClr val="ADAF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FCED1B50-5ACF-4B3C-A136-C332275079CE}"/>
                </a:ext>
              </a:extLst>
            </p:cNvPr>
            <p:cNvSpPr/>
            <p:nvPr/>
          </p:nvSpPr>
          <p:spPr>
            <a:xfrm>
              <a:off x="6875866" y="3959553"/>
              <a:ext cx="156633" cy="187960"/>
            </a:xfrm>
            <a:custGeom>
              <a:avLst/>
              <a:gdLst>
                <a:gd name="connsiteX0" fmla="*/ 15938 w 106060"/>
                <a:gd name="connsiteY0" fmla="*/ 42102 h 127272"/>
                <a:gd name="connsiteX1" fmla="*/ 15938 w 106060"/>
                <a:gd name="connsiteY1" fmla="*/ 55063 h 127272"/>
                <a:gd name="connsiteX2" fmla="*/ 40947 w 106060"/>
                <a:gd name="connsiteY2" fmla="*/ 53578 h 127272"/>
                <a:gd name="connsiteX3" fmla="*/ 53441 w 106060"/>
                <a:gd name="connsiteY3" fmla="*/ 53112 h 127272"/>
                <a:gd name="connsiteX4" fmla="*/ 56410 w 106060"/>
                <a:gd name="connsiteY4" fmla="*/ 59093 h 127272"/>
                <a:gd name="connsiteX5" fmla="*/ 58913 w 106060"/>
                <a:gd name="connsiteY5" fmla="*/ 72054 h 127272"/>
                <a:gd name="connsiteX6" fmla="*/ 53929 w 106060"/>
                <a:gd name="connsiteY6" fmla="*/ 82533 h 127272"/>
                <a:gd name="connsiteX7" fmla="*/ 64916 w 106060"/>
                <a:gd name="connsiteY7" fmla="*/ 61045 h 127272"/>
                <a:gd name="connsiteX8" fmla="*/ 72425 w 106060"/>
                <a:gd name="connsiteY8" fmla="*/ 60069 h 127272"/>
                <a:gd name="connsiteX9" fmla="*/ 66444 w 106060"/>
                <a:gd name="connsiteY9" fmla="*/ 74557 h 127272"/>
                <a:gd name="connsiteX10" fmla="*/ 68947 w 106060"/>
                <a:gd name="connsiteY10" fmla="*/ 85545 h 127272"/>
                <a:gd name="connsiteX11" fmla="*/ 92916 w 106060"/>
                <a:gd name="connsiteY11" fmla="*/ 109005 h 127272"/>
                <a:gd name="connsiteX12" fmla="*/ 102907 w 106060"/>
                <a:gd name="connsiteY12" fmla="*/ 122496 h 127272"/>
                <a:gd name="connsiteX13" fmla="*/ 88928 w 106060"/>
                <a:gd name="connsiteY13" fmla="*/ 82533 h 127272"/>
                <a:gd name="connsiteX14" fmla="*/ 71429 w 106060"/>
                <a:gd name="connsiteY14" fmla="*/ 24115 h 127272"/>
                <a:gd name="connsiteX15" fmla="*/ 36492 w 106060"/>
                <a:gd name="connsiteY15" fmla="*/ 20593 h 127272"/>
                <a:gd name="connsiteX16" fmla="*/ 18483 w 106060"/>
                <a:gd name="connsiteY16" fmla="*/ 33596 h 127272"/>
                <a:gd name="connsiteX17" fmla="*/ 15938 w 106060"/>
                <a:gd name="connsiteY17" fmla="*/ 42102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6060" h="127272">
                  <a:moveTo>
                    <a:pt x="15938" y="42102"/>
                  </a:moveTo>
                  <a:lnTo>
                    <a:pt x="15938" y="55063"/>
                  </a:lnTo>
                  <a:cubicBezTo>
                    <a:pt x="15938" y="55063"/>
                    <a:pt x="38932" y="53578"/>
                    <a:pt x="40947" y="53578"/>
                  </a:cubicBezTo>
                  <a:cubicBezTo>
                    <a:pt x="42941" y="53578"/>
                    <a:pt x="52889" y="57587"/>
                    <a:pt x="53441" y="53112"/>
                  </a:cubicBezTo>
                  <a:cubicBezTo>
                    <a:pt x="53907" y="48593"/>
                    <a:pt x="56410" y="59093"/>
                    <a:pt x="56410" y="59093"/>
                  </a:cubicBezTo>
                  <a:cubicBezTo>
                    <a:pt x="56410" y="59093"/>
                    <a:pt x="60929" y="68087"/>
                    <a:pt x="58913" y="72054"/>
                  </a:cubicBezTo>
                  <a:cubicBezTo>
                    <a:pt x="56898" y="76042"/>
                    <a:pt x="53929" y="82533"/>
                    <a:pt x="53929" y="82533"/>
                  </a:cubicBezTo>
                  <a:cubicBezTo>
                    <a:pt x="53929" y="82533"/>
                    <a:pt x="64916" y="83551"/>
                    <a:pt x="64916" y="61045"/>
                  </a:cubicBezTo>
                  <a:cubicBezTo>
                    <a:pt x="64916" y="61045"/>
                    <a:pt x="73423" y="53090"/>
                    <a:pt x="72425" y="60069"/>
                  </a:cubicBezTo>
                  <a:cubicBezTo>
                    <a:pt x="71407" y="67069"/>
                    <a:pt x="66444" y="74557"/>
                    <a:pt x="66444" y="74557"/>
                  </a:cubicBezTo>
                  <a:cubicBezTo>
                    <a:pt x="66444" y="74557"/>
                    <a:pt x="68438" y="80072"/>
                    <a:pt x="68947" y="85545"/>
                  </a:cubicBezTo>
                  <a:cubicBezTo>
                    <a:pt x="69413" y="91039"/>
                    <a:pt x="88907" y="104551"/>
                    <a:pt x="92916" y="109005"/>
                  </a:cubicBezTo>
                  <a:cubicBezTo>
                    <a:pt x="96904" y="113502"/>
                    <a:pt x="102907" y="122496"/>
                    <a:pt x="102907" y="122496"/>
                  </a:cubicBezTo>
                  <a:cubicBezTo>
                    <a:pt x="102907" y="122496"/>
                    <a:pt x="89968" y="94051"/>
                    <a:pt x="88928" y="82533"/>
                  </a:cubicBezTo>
                  <a:cubicBezTo>
                    <a:pt x="87910" y="71057"/>
                    <a:pt x="91431" y="38093"/>
                    <a:pt x="71429" y="24115"/>
                  </a:cubicBezTo>
                  <a:cubicBezTo>
                    <a:pt x="51489" y="10136"/>
                    <a:pt x="42983" y="17603"/>
                    <a:pt x="36492" y="20593"/>
                  </a:cubicBezTo>
                  <a:cubicBezTo>
                    <a:pt x="30001" y="23606"/>
                    <a:pt x="21495" y="31115"/>
                    <a:pt x="18483" y="33596"/>
                  </a:cubicBezTo>
                  <a:cubicBezTo>
                    <a:pt x="15450" y="36100"/>
                    <a:pt x="15938" y="42102"/>
                    <a:pt x="15938" y="42102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A3656873-7765-42C6-AAD2-D198CA5CB253}"/>
                </a:ext>
              </a:extLst>
            </p:cNvPr>
            <p:cNvSpPr/>
            <p:nvPr/>
          </p:nvSpPr>
          <p:spPr>
            <a:xfrm>
              <a:off x="6060695" y="4568445"/>
              <a:ext cx="877147" cy="595207"/>
            </a:xfrm>
            <a:custGeom>
              <a:avLst/>
              <a:gdLst>
                <a:gd name="connsiteX0" fmla="*/ 35424 w 593936"/>
                <a:gd name="connsiteY0" fmla="*/ 268672 h 403028"/>
                <a:gd name="connsiteX1" fmla="*/ 216872 w 593936"/>
                <a:gd name="connsiteY1" fmla="*/ 366098 h 403028"/>
                <a:gd name="connsiteX2" fmla="*/ 308020 w 593936"/>
                <a:gd name="connsiteY2" fmla="*/ 320344 h 403028"/>
                <a:gd name="connsiteX3" fmla="*/ 446895 w 593936"/>
                <a:gd name="connsiteY3" fmla="*/ 379271 h 403028"/>
                <a:gd name="connsiteX4" fmla="*/ 553528 w 593936"/>
                <a:gd name="connsiteY4" fmla="*/ 323717 h 403028"/>
                <a:gd name="connsiteX5" fmla="*/ 447171 w 593936"/>
                <a:gd name="connsiteY5" fmla="*/ 283796 h 403028"/>
                <a:gd name="connsiteX6" fmla="*/ 578240 w 593936"/>
                <a:gd name="connsiteY6" fmla="*/ 151518 h 403028"/>
                <a:gd name="connsiteX7" fmla="*/ 391595 w 593936"/>
                <a:gd name="connsiteY7" fmla="*/ 35424 h 403028"/>
                <a:gd name="connsiteX8" fmla="*/ 144178 w 593936"/>
                <a:gd name="connsiteY8" fmla="*/ 111300 h 403028"/>
                <a:gd name="connsiteX9" fmla="*/ 187493 w 593936"/>
                <a:gd name="connsiteY9" fmla="*/ 187981 h 40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3936" h="403028">
                  <a:moveTo>
                    <a:pt x="35424" y="268672"/>
                  </a:moveTo>
                  <a:lnTo>
                    <a:pt x="216872" y="366098"/>
                  </a:lnTo>
                  <a:lnTo>
                    <a:pt x="308020" y="320344"/>
                  </a:lnTo>
                  <a:lnTo>
                    <a:pt x="446895" y="379271"/>
                  </a:lnTo>
                  <a:lnTo>
                    <a:pt x="553528" y="323717"/>
                  </a:lnTo>
                  <a:lnTo>
                    <a:pt x="447171" y="283796"/>
                  </a:lnTo>
                  <a:lnTo>
                    <a:pt x="578240" y="151518"/>
                  </a:lnTo>
                  <a:lnTo>
                    <a:pt x="391595" y="35424"/>
                  </a:lnTo>
                  <a:lnTo>
                    <a:pt x="144178" y="111300"/>
                  </a:lnTo>
                  <a:lnTo>
                    <a:pt x="187493" y="18798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2C1EFEEF-E16E-44CF-B297-1087C3389C4F}"/>
                </a:ext>
              </a:extLst>
            </p:cNvPr>
            <p:cNvSpPr/>
            <p:nvPr/>
          </p:nvSpPr>
          <p:spPr>
            <a:xfrm>
              <a:off x="6330103" y="4621073"/>
              <a:ext cx="62653" cy="156633"/>
            </a:xfrm>
            <a:custGeom>
              <a:avLst/>
              <a:gdLst>
                <a:gd name="connsiteX0" fmla="*/ 16652 w 42424"/>
                <a:gd name="connsiteY0" fmla="*/ 105275 h 106060"/>
                <a:gd name="connsiteX1" fmla="*/ 27024 w 42424"/>
                <a:gd name="connsiteY1" fmla="*/ 106018 h 106060"/>
                <a:gd name="connsiteX2" fmla="*/ 31648 w 42424"/>
                <a:gd name="connsiteY2" fmla="*/ 17606 h 106060"/>
                <a:gd name="connsiteX3" fmla="*/ 15909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16652" y="105275"/>
                  </a:moveTo>
                  <a:lnTo>
                    <a:pt x="27024" y="106018"/>
                  </a:lnTo>
                  <a:lnTo>
                    <a:pt x="31648" y="17606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2222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A9103608-7FA6-4E34-BB2D-B2B0E79E82A4}"/>
                </a:ext>
              </a:extLst>
            </p:cNvPr>
            <p:cNvSpPr/>
            <p:nvPr/>
          </p:nvSpPr>
          <p:spPr>
            <a:xfrm>
              <a:off x="6214885" y="4589559"/>
              <a:ext cx="62653" cy="156633"/>
            </a:xfrm>
            <a:custGeom>
              <a:avLst/>
              <a:gdLst>
                <a:gd name="connsiteX0" fmla="*/ 16694 w 42424"/>
                <a:gd name="connsiteY0" fmla="*/ 105254 h 106060"/>
                <a:gd name="connsiteX1" fmla="*/ 27045 w 42424"/>
                <a:gd name="connsiteY1" fmla="*/ 104787 h 106060"/>
                <a:gd name="connsiteX2" fmla="*/ 31691 w 42424"/>
                <a:gd name="connsiteY2" fmla="*/ 15909 h 106060"/>
                <a:gd name="connsiteX3" fmla="*/ 15909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16694" y="105254"/>
                  </a:moveTo>
                  <a:lnTo>
                    <a:pt x="27045" y="104787"/>
                  </a:lnTo>
                  <a:lnTo>
                    <a:pt x="31691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2222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52DBE764-851F-435E-B04F-D64D3A745944}"/>
                </a:ext>
              </a:extLst>
            </p:cNvPr>
            <p:cNvSpPr/>
            <p:nvPr/>
          </p:nvSpPr>
          <p:spPr>
            <a:xfrm>
              <a:off x="6462302" y="4551247"/>
              <a:ext cx="62653" cy="156633"/>
            </a:xfrm>
            <a:custGeom>
              <a:avLst/>
              <a:gdLst>
                <a:gd name="connsiteX0" fmla="*/ 16673 w 42424"/>
                <a:gd name="connsiteY0" fmla="*/ 105297 h 106060"/>
                <a:gd name="connsiteX1" fmla="*/ 27088 w 42424"/>
                <a:gd name="connsiteY1" fmla="*/ 106081 h 106060"/>
                <a:gd name="connsiteX2" fmla="*/ 31712 w 42424"/>
                <a:gd name="connsiteY2" fmla="*/ 17648 h 106060"/>
                <a:gd name="connsiteX3" fmla="*/ 15909 w 42424"/>
                <a:gd name="connsiteY3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16673" y="105297"/>
                  </a:moveTo>
                  <a:lnTo>
                    <a:pt x="27088" y="106081"/>
                  </a:lnTo>
                  <a:lnTo>
                    <a:pt x="31712" y="17648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2222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219A3C5-CE41-4737-8409-290EFEF57A8E}"/>
                </a:ext>
              </a:extLst>
            </p:cNvPr>
            <p:cNvSpPr/>
            <p:nvPr/>
          </p:nvSpPr>
          <p:spPr>
            <a:xfrm>
              <a:off x="6193019" y="4359645"/>
              <a:ext cx="187960" cy="250613"/>
            </a:xfrm>
            <a:custGeom>
              <a:avLst/>
              <a:gdLst>
                <a:gd name="connsiteX0" fmla="*/ 127421 w 127272"/>
                <a:gd name="connsiteY0" fmla="*/ 120362 h 169696"/>
                <a:gd name="connsiteX1" fmla="*/ 38669 w 127272"/>
                <a:gd name="connsiteY1" fmla="*/ 165670 h 169696"/>
                <a:gd name="connsiteX2" fmla="*/ 35806 w 127272"/>
                <a:gd name="connsiteY2" fmla="*/ 72104 h 169696"/>
                <a:gd name="connsiteX3" fmla="*/ 15909 w 127272"/>
                <a:gd name="connsiteY3" fmla="*/ 67713 h 169696"/>
                <a:gd name="connsiteX4" fmla="*/ 105106 w 127272"/>
                <a:gd name="connsiteY4" fmla="*/ 16210 h 169696"/>
                <a:gd name="connsiteX5" fmla="*/ 123942 w 127272"/>
                <a:gd name="connsiteY5" fmla="*/ 25438 h 169696"/>
                <a:gd name="connsiteX6" fmla="*/ 127421 w 127272"/>
                <a:gd name="connsiteY6" fmla="*/ 120362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72" h="169696">
                  <a:moveTo>
                    <a:pt x="127421" y="120362"/>
                  </a:moveTo>
                  <a:lnTo>
                    <a:pt x="38669" y="165670"/>
                  </a:lnTo>
                  <a:lnTo>
                    <a:pt x="35806" y="72104"/>
                  </a:lnTo>
                  <a:cubicBezTo>
                    <a:pt x="35806" y="72104"/>
                    <a:pt x="15909" y="79422"/>
                    <a:pt x="15909" y="67713"/>
                  </a:cubicBezTo>
                  <a:cubicBezTo>
                    <a:pt x="15909" y="56004"/>
                    <a:pt x="94627" y="18268"/>
                    <a:pt x="105106" y="16210"/>
                  </a:cubicBezTo>
                  <a:cubicBezTo>
                    <a:pt x="116836" y="13920"/>
                    <a:pt x="123942" y="25438"/>
                    <a:pt x="123942" y="25438"/>
                  </a:cubicBezTo>
                  <a:lnTo>
                    <a:pt x="127421" y="120362"/>
                  </a:lnTo>
                  <a:close/>
                </a:path>
              </a:pathLst>
            </a:custGeom>
            <a:solidFill>
              <a:srgbClr val="6364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12B5B9A5-F778-400B-953E-4C86B0436CD8}"/>
                </a:ext>
              </a:extLst>
            </p:cNvPr>
            <p:cNvSpPr/>
            <p:nvPr/>
          </p:nvSpPr>
          <p:spPr>
            <a:xfrm>
              <a:off x="6225285" y="4511743"/>
              <a:ext cx="281940" cy="156633"/>
            </a:xfrm>
            <a:custGeom>
              <a:avLst/>
              <a:gdLst>
                <a:gd name="connsiteX0" fmla="*/ 105572 w 190908"/>
                <a:gd name="connsiteY0" fmla="*/ 15909 h 106060"/>
                <a:gd name="connsiteX1" fmla="*/ 15909 w 190908"/>
                <a:gd name="connsiteY1" fmla="*/ 62342 h 106060"/>
                <a:gd name="connsiteX2" fmla="*/ 97681 w 190908"/>
                <a:gd name="connsiteY2" fmla="*/ 101669 h 106060"/>
                <a:gd name="connsiteX3" fmla="*/ 190017 w 190908"/>
                <a:gd name="connsiteY3" fmla="*/ 51736 h 106060"/>
                <a:gd name="connsiteX4" fmla="*/ 182636 w 190908"/>
                <a:gd name="connsiteY4" fmla="*/ 28382 h 106060"/>
                <a:gd name="connsiteX5" fmla="*/ 105572 w 190908"/>
                <a:gd name="connsiteY5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908" h="106060">
                  <a:moveTo>
                    <a:pt x="105572" y="15909"/>
                  </a:moveTo>
                  <a:lnTo>
                    <a:pt x="15909" y="62342"/>
                  </a:lnTo>
                  <a:lnTo>
                    <a:pt x="97681" y="101669"/>
                  </a:lnTo>
                  <a:cubicBezTo>
                    <a:pt x="97681" y="101669"/>
                    <a:pt x="164414" y="76554"/>
                    <a:pt x="190017" y="51736"/>
                  </a:cubicBezTo>
                  <a:cubicBezTo>
                    <a:pt x="197675" y="44227"/>
                    <a:pt x="182636" y="28382"/>
                    <a:pt x="182636" y="28382"/>
                  </a:cubicBezTo>
                  <a:lnTo>
                    <a:pt x="105572" y="15909"/>
                  </a:lnTo>
                  <a:close/>
                </a:path>
              </a:pathLst>
            </a:custGeom>
            <a:solidFill>
              <a:srgbClr val="46454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DE17F25F-FF78-4302-B17D-F243D1E014F6}"/>
                </a:ext>
              </a:extLst>
            </p:cNvPr>
            <p:cNvSpPr/>
            <p:nvPr/>
          </p:nvSpPr>
          <p:spPr>
            <a:xfrm>
              <a:off x="6193019" y="4428525"/>
              <a:ext cx="62653" cy="187960"/>
            </a:xfrm>
            <a:custGeom>
              <a:avLst/>
              <a:gdLst>
                <a:gd name="connsiteX0" fmla="*/ 15909 w 42424"/>
                <a:gd name="connsiteY0" fmla="*/ 22792 h 127272"/>
                <a:gd name="connsiteX1" fmla="*/ 29739 w 42424"/>
                <a:gd name="connsiteY1" fmla="*/ 115086 h 127272"/>
                <a:gd name="connsiteX2" fmla="*/ 40557 w 42424"/>
                <a:gd name="connsiteY2" fmla="*/ 117695 h 127272"/>
                <a:gd name="connsiteX3" fmla="*/ 35806 w 42424"/>
                <a:gd name="connsiteY3" fmla="*/ 25444 h 127272"/>
                <a:gd name="connsiteX4" fmla="*/ 15909 w 42424"/>
                <a:gd name="connsiteY4" fmla="*/ 22792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127272">
                  <a:moveTo>
                    <a:pt x="15909" y="22792"/>
                  </a:moveTo>
                  <a:lnTo>
                    <a:pt x="29739" y="115086"/>
                  </a:lnTo>
                  <a:lnTo>
                    <a:pt x="40557" y="117695"/>
                  </a:lnTo>
                  <a:lnTo>
                    <a:pt x="35806" y="25444"/>
                  </a:lnTo>
                  <a:cubicBezTo>
                    <a:pt x="35806" y="25444"/>
                    <a:pt x="16779" y="5886"/>
                    <a:pt x="15909" y="22792"/>
                  </a:cubicBez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CD5DCBB-AB58-473D-8EC5-AC5A10579793}"/>
                </a:ext>
              </a:extLst>
            </p:cNvPr>
            <p:cNvSpPr/>
            <p:nvPr/>
          </p:nvSpPr>
          <p:spPr>
            <a:xfrm>
              <a:off x="6213413" y="4574522"/>
              <a:ext cx="156633" cy="93980"/>
            </a:xfrm>
            <a:custGeom>
              <a:avLst/>
              <a:gdLst>
                <a:gd name="connsiteX0" fmla="*/ 16015 w 106060"/>
                <a:gd name="connsiteY0" fmla="*/ 15909 h 63636"/>
                <a:gd name="connsiteX1" fmla="*/ 96409 w 106060"/>
                <a:gd name="connsiteY1" fmla="*/ 35806 h 63636"/>
                <a:gd name="connsiteX2" fmla="*/ 106039 w 106060"/>
                <a:gd name="connsiteY2" fmla="*/ 58948 h 63636"/>
                <a:gd name="connsiteX3" fmla="*/ 15909 w 106060"/>
                <a:gd name="connsiteY3" fmla="*/ 28233 h 63636"/>
                <a:gd name="connsiteX4" fmla="*/ 16015 w 106060"/>
                <a:gd name="connsiteY4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60" h="63636">
                  <a:moveTo>
                    <a:pt x="16015" y="15909"/>
                  </a:moveTo>
                  <a:lnTo>
                    <a:pt x="96409" y="35806"/>
                  </a:lnTo>
                  <a:cubicBezTo>
                    <a:pt x="96409" y="35806"/>
                    <a:pt x="107778" y="41809"/>
                    <a:pt x="106039" y="58948"/>
                  </a:cubicBezTo>
                  <a:lnTo>
                    <a:pt x="15909" y="28233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08414B09-4173-4875-A548-1E8BE51695C7}"/>
                </a:ext>
              </a:extLst>
            </p:cNvPr>
            <p:cNvSpPr/>
            <p:nvPr/>
          </p:nvSpPr>
          <p:spPr>
            <a:xfrm>
              <a:off x="6319485" y="4823570"/>
              <a:ext cx="125307" cy="313266"/>
            </a:xfrm>
            <a:custGeom>
              <a:avLst/>
              <a:gdLst>
                <a:gd name="connsiteX0" fmla="*/ 57188 w 84848"/>
                <a:gd name="connsiteY0" fmla="*/ 193963 h 212120"/>
                <a:gd name="connsiteX1" fmla="*/ 41639 w 84848"/>
                <a:gd name="connsiteY1" fmla="*/ 193348 h 212120"/>
                <a:gd name="connsiteX2" fmla="*/ 35424 w 84848"/>
                <a:gd name="connsiteY2" fmla="*/ 35424 h 212120"/>
                <a:gd name="connsiteX3" fmla="*/ 59097 w 84848"/>
                <a:gd name="connsiteY3" fmla="*/ 35424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212120">
                  <a:moveTo>
                    <a:pt x="57188" y="193963"/>
                  </a:moveTo>
                  <a:lnTo>
                    <a:pt x="41639" y="193348"/>
                  </a:lnTo>
                  <a:lnTo>
                    <a:pt x="35424" y="35424"/>
                  </a:lnTo>
                  <a:lnTo>
                    <a:pt x="59097" y="35424"/>
                  </a:lnTo>
                  <a:close/>
                </a:path>
              </a:pathLst>
            </a:custGeom>
            <a:solidFill>
              <a:srgbClr val="77787B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42FE91C-8095-4660-8793-2EDF312A89E6}"/>
                </a:ext>
              </a:extLst>
            </p:cNvPr>
            <p:cNvSpPr/>
            <p:nvPr/>
          </p:nvSpPr>
          <p:spPr>
            <a:xfrm>
              <a:off x="6047632" y="4683351"/>
              <a:ext cx="125307" cy="313266"/>
            </a:xfrm>
            <a:custGeom>
              <a:avLst/>
              <a:gdLst>
                <a:gd name="connsiteX0" fmla="*/ 57166 w 84848"/>
                <a:gd name="connsiteY0" fmla="*/ 194090 h 212120"/>
                <a:gd name="connsiteX1" fmla="*/ 41597 w 84848"/>
                <a:gd name="connsiteY1" fmla="*/ 193454 h 212120"/>
                <a:gd name="connsiteX2" fmla="*/ 35424 w 84848"/>
                <a:gd name="connsiteY2" fmla="*/ 35424 h 212120"/>
                <a:gd name="connsiteX3" fmla="*/ 59033 w 84848"/>
                <a:gd name="connsiteY3" fmla="*/ 35424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212120">
                  <a:moveTo>
                    <a:pt x="57166" y="194090"/>
                  </a:moveTo>
                  <a:lnTo>
                    <a:pt x="41597" y="193454"/>
                  </a:lnTo>
                  <a:lnTo>
                    <a:pt x="35424" y="35424"/>
                  </a:lnTo>
                  <a:lnTo>
                    <a:pt x="59033" y="35424"/>
                  </a:lnTo>
                  <a:close/>
                </a:path>
              </a:pathLst>
            </a:custGeom>
            <a:solidFill>
              <a:srgbClr val="77787B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B5C812BA-7787-45A5-9922-64A37FC0AD0D}"/>
                </a:ext>
              </a:extLst>
            </p:cNvPr>
            <p:cNvSpPr/>
            <p:nvPr/>
          </p:nvSpPr>
          <p:spPr>
            <a:xfrm>
              <a:off x="6438626" y="4729590"/>
              <a:ext cx="125307" cy="62653"/>
            </a:xfrm>
            <a:custGeom>
              <a:avLst/>
              <a:gdLst>
                <a:gd name="connsiteX0" fmla="*/ 38326 w 84848"/>
                <a:gd name="connsiteY0" fmla="*/ 17267 h 42424"/>
                <a:gd name="connsiteX1" fmla="*/ 74365 w 84848"/>
                <a:gd name="connsiteY1" fmla="*/ 38203 h 42424"/>
                <a:gd name="connsiteX2" fmla="*/ 72117 w 84848"/>
                <a:gd name="connsiteY2" fmla="*/ 42954 h 42424"/>
                <a:gd name="connsiteX3" fmla="*/ 41126 w 84848"/>
                <a:gd name="connsiteY3" fmla="*/ 42127 h 42424"/>
                <a:gd name="connsiteX4" fmla="*/ 33299 w 84848"/>
                <a:gd name="connsiteY4" fmla="*/ 42763 h 42424"/>
                <a:gd name="connsiteX5" fmla="*/ 16966 w 84848"/>
                <a:gd name="connsiteY5" fmla="*/ 37757 h 42424"/>
                <a:gd name="connsiteX6" fmla="*/ 20593 w 84848"/>
                <a:gd name="connsiteY6" fmla="*/ 15909 h 42424"/>
                <a:gd name="connsiteX7" fmla="*/ 38326 w 84848"/>
                <a:gd name="connsiteY7" fmla="*/ 1726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38326" y="17267"/>
                  </a:moveTo>
                  <a:lnTo>
                    <a:pt x="74365" y="38203"/>
                  </a:lnTo>
                  <a:cubicBezTo>
                    <a:pt x="74365" y="38203"/>
                    <a:pt x="73920" y="41427"/>
                    <a:pt x="72117" y="42954"/>
                  </a:cubicBezTo>
                  <a:cubicBezTo>
                    <a:pt x="67599" y="46921"/>
                    <a:pt x="66071" y="46285"/>
                    <a:pt x="41126" y="42127"/>
                  </a:cubicBezTo>
                  <a:cubicBezTo>
                    <a:pt x="36968" y="41448"/>
                    <a:pt x="33299" y="42763"/>
                    <a:pt x="33299" y="42763"/>
                  </a:cubicBezTo>
                  <a:cubicBezTo>
                    <a:pt x="33299" y="42763"/>
                    <a:pt x="20635" y="42615"/>
                    <a:pt x="16966" y="37757"/>
                  </a:cubicBezTo>
                  <a:cubicBezTo>
                    <a:pt x="13232" y="32709"/>
                    <a:pt x="20593" y="15909"/>
                    <a:pt x="20593" y="15909"/>
                  </a:cubicBezTo>
                  <a:lnTo>
                    <a:pt x="38326" y="17267"/>
                  </a:lnTo>
                  <a:close/>
                </a:path>
              </a:pathLst>
            </a:custGeom>
            <a:solidFill>
              <a:srgbClr val="3D3D3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BE4C0DB-1349-4501-98E3-049B04C657CB}"/>
                </a:ext>
              </a:extLst>
            </p:cNvPr>
            <p:cNvSpPr/>
            <p:nvPr/>
          </p:nvSpPr>
          <p:spPr>
            <a:xfrm>
              <a:off x="6510912" y="4710825"/>
              <a:ext cx="125307" cy="62653"/>
            </a:xfrm>
            <a:custGeom>
              <a:avLst/>
              <a:gdLst>
                <a:gd name="connsiteX0" fmla="*/ 33139 w 84848"/>
                <a:gd name="connsiteY0" fmla="*/ 15909 h 42424"/>
                <a:gd name="connsiteX1" fmla="*/ 74142 w 84848"/>
                <a:gd name="connsiteY1" fmla="*/ 23312 h 42424"/>
                <a:gd name="connsiteX2" fmla="*/ 73633 w 84848"/>
                <a:gd name="connsiteY2" fmla="*/ 28530 h 42424"/>
                <a:gd name="connsiteX3" fmla="*/ 44254 w 84848"/>
                <a:gd name="connsiteY3" fmla="*/ 38351 h 42424"/>
                <a:gd name="connsiteX4" fmla="*/ 37148 w 84848"/>
                <a:gd name="connsiteY4" fmla="*/ 41661 h 42424"/>
                <a:gd name="connsiteX5" fmla="*/ 20051 w 84848"/>
                <a:gd name="connsiteY5" fmla="*/ 42339 h 42424"/>
                <a:gd name="connsiteX6" fmla="*/ 16021 w 84848"/>
                <a:gd name="connsiteY6" fmla="*/ 20724 h 42424"/>
                <a:gd name="connsiteX7" fmla="*/ 33139 w 84848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848" h="42424">
                  <a:moveTo>
                    <a:pt x="33139" y="15909"/>
                  </a:moveTo>
                  <a:lnTo>
                    <a:pt x="74142" y="23312"/>
                  </a:lnTo>
                  <a:cubicBezTo>
                    <a:pt x="74142" y="23312"/>
                    <a:pt x="74842" y="26473"/>
                    <a:pt x="73633" y="28530"/>
                  </a:cubicBezTo>
                  <a:cubicBezTo>
                    <a:pt x="70791" y="33770"/>
                    <a:pt x="69094" y="33770"/>
                    <a:pt x="44254" y="38351"/>
                  </a:cubicBezTo>
                  <a:cubicBezTo>
                    <a:pt x="40097" y="39073"/>
                    <a:pt x="37148" y="41661"/>
                    <a:pt x="37148" y="41661"/>
                  </a:cubicBezTo>
                  <a:cubicBezTo>
                    <a:pt x="37148" y="41661"/>
                    <a:pt x="25248" y="45860"/>
                    <a:pt x="20051" y="42339"/>
                  </a:cubicBezTo>
                  <a:cubicBezTo>
                    <a:pt x="14854" y="38988"/>
                    <a:pt x="16021" y="20724"/>
                    <a:pt x="16021" y="20724"/>
                  </a:cubicBezTo>
                  <a:lnTo>
                    <a:pt x="33139" y="15909"/>
                  </a:lnTo>
                  <a:close/>
                </a:path>
              </a:pathLst>
            </a:custGeom>
            <a:solidFill>
              <a:srgbClr val="3D3D3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A7181A64-C33D-404E-966C-4AFB784A91E5}"/>
                </a:ext>
              </a:extLst>
            </p:cNvPr>
            <p:cNvSpPr/>
            <p:nvPr/>
          </p:nvSpPr>
          <p:spPr>
            <a:xfrm>
              <a:off x="6329189" y="4472366"/>
              <a:ext cx="250613" cy="281940"/>
            </a:xfrm>
            <a:custGeom>
              <a:avLst/>
              <a:gdLst>
                <a:gd name="connsiteX0" fmla="*/ 19223 w 169696"/>
                <a:gd name="connsiteY0" fmla="*/ 15909 h 190908"/>
                <a:gd name="connsiteX1" fmla="*/ 28853 w 169696"/>
                <a:gd name="connsiteY1" fmla="*/ 73521 h 190908"/>
                <a:gd name="connsiteX2" fmla="*/ 109353 w 169696"/>
                <a:gd name="connsiteY2" fmla="*/ 107354 h 190908"/>
                <a:gd name="connsiteX3" fmla="*/ 140110 w 169696"/>
                <a:gd name="connsiteY3" fmla="*/ 184651 h 190908"/>
                <a:gd name="connsiteX4" fmla="*/ 158522 w 169696"/>
                <a:gd name="connsiteY4" fmla="*/ 178563 h 190908"/>
                <a:gd name="connsiteX5" fmla="*/ 139898 w 169696"/>
                <a:gd name="connsiteY5" fmla="*/ 74963 h 190908"/>
                <a:gd name="connsiteX6" fmla="*/ 130246 w 169696"/>
                <a:gd name="connsiteY6" fmla="*/ 66139 h 190908"/>
                <a:gd name="connsiteX7" fmla="*/ 72529 w 169696"/>
                <a:gd name="connsiteY7" fmla="*/ 40642 h 190908"/>
                <a:gd name="connsiteX8" fmla="*/ 19223 w 169696"/>
                <a:gd name="connsiteY8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696" h="190908">
                  <a:moveTo>
                    <a:pt x="19223" y="15909"/>
                  </a:moveTo>
                  <a:cubicBezTo>
                    <a:pt x="19223" y="15909"/>
                    <a:pt x="7238" y="57888"/>
                    <a:pt x="28853" y="73521"/>
                  </a:cubicBezTo>
                  <a:cubicBezTo>
                    <a:pt x="28853" y="73521"/>
                    <a:pt x="104940" y="104787"/>
                    <a:pt x="109353" y="107354"/>
                  </a:cubicBezTo>
                  <a:cubicBezTo>
                    <a:pt x="113744" y="110090"/>
                    <a:pt x="135719" y="173260"/>
                    <a:pt x="140110" y="184651"/>
                  </a:cubicBezTo>
                  <a:cubicBezTo>
                    <a:pt x="140110" y="184651"/>
                    <a:pt x="154195" y="188533"/>
                    <a:pt x="158522" y="178563"/>
                  </a:cubicBezTo>
                  <a:cubicBezTo>
                    <a:pt x="159859" y="175487"/>
                    <a:pt x="139898" y="74963"/>
                    <a:pt x="139898" y="74963"/>
                  </a:cubicBezTo>
                  <a:cubicBezTo>
                    <a:pt x="139898" y="74963"/>
                    <a:pt x="138986" y="70933"/>
                    <a:pt x="130246" y="66139"/>
                  </a:cubicBezTo>
                  <a:cubicBezTo>
                    <a:pt x="127043" y="64421"/>
                    <a:pt x="72529" y="40642"/>
                    <a:pt x="72529" y="40642"/>
                  </a:cubicBezTo>
                  <a:lnTo>
                    <a:pt x="19223" y="15909"/>
                  </a:lnTo>
                  <a:close/>
                </a:path>
              </a:pathLst>
            </a:custGeom>
            <a:solidFill>
              <a:srgbClr val="1C1B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6CE97F65-4121-4DA7-8349-AD884D970D92}"/>
                </a:ext>
              </a:extLst>
            </p:cNvPr>
            <p:cNvSpPr/>
            <p:nvPr/>
          </p:nvSpPr>
          <p:spPr>
            <a:xfrm>
              <a:off x="6258684" y="4485377"/>
              <a:ext cx="250613" cy="281940"/>
            </a:xfrm>
            <a:custGeom>
              <a:avLst/>
              <a:gdLst>
                <a:gd name="connsiteX0" fmla="*/ 18600 w 169696"/>
                <a:gd name="connsiteY0" fmla="*/ 23814 h 190908"/>
                <a:gd name="connsiteX1" fmla="*/ 33088 w 169696"/>
                <a:gd name="connsiteY1" fmla="*/ 80535 h 190908"/>
                <a:gd name="connsiteX2" fmla="*/ 112188 w 169696"/>
                <a:gd name="connsiteY2" fmla="*/ 110401 h 190908"/>
                <a:gd name="connsiteX3" fmla="*/ 139954 w 169696"/>
                <a:gd name="connsiteY3" fmla="*/ 186489 h 190908"/>
                <a:gd name="connsiteX4" fmla="*/ 159703 w 169696"/>
                <a:gd name="connsiteY4" fmla="*/ 182034 h 190908"/>
                <a:gd name="connsiteX5" fmla="*/ 153381 w 169696"/>
                <a:gd name="connsiteY5" fmla="*/ 102532 h 190908"/>
                <a:gd name="connsiteX6" fmla="*/ 147654 w 169696"/>
                <a:gd name="connsiteY6" fmla="*/ 84947 h 190908"/>
                <a:gd name="connsiteX7" fmla="*/ 65161 w 169696"/>
                <a:gd name="connsiteY7" fmla="*/ 24217 h 190908"/>
                <a:gd name="connsiteX8" fmla="*/ 18600 w 169696"/>
                <a:gd name="connsiteY8" fmla="*/ 2381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696" h="190908">
                  <a:moveTo>
                    <a:pt x="18600" y="23814"/>
                  </a:moveTo>
                  <a:cubicBezTo>
                    <a:pt x="18600" y="23814"/>
                    <a:pt x="6658" y="63353"/>
                    <a:pt x="33088" y="80535"/>
                  </a:cubicBezTo>
                  <a:cubicBezTo>
                    <a:pt x="33088" y="80535"/>
                    <a:pt x="107818" y="107750"/>
                    <a:pt x="112188" y="110401"/>
                  </a:cubicBezTo>
                  <a:cubicBezTo>
                    <a:pt x="116536" y="113032"/>
                    <a:pt x="135563" y="175056"/>
                    <a:pt x="139954" y="186489"/>
                  </a:cubicBezTo>
                  <a:cubicBezTo>
                    <a:pt x="139954" y="186489"/>
                    <a:pt x="157072" y="190710"/>
                    <a:pt x="159703" y="182034"/>
                  </a:cubicBezTo>
                  <a:cubicBezTo>
                    <a:pt x="161039" y="177686"/>
                    <a:pt x="153381" y="102532"/>
                    <a:pt x="153381" y="102532"/>
                  </a:cubicBezTo>
                  <a:cubicBezTo>
                    <a:pt x="153381" y="102532"/>
                    <a:pt x="151175" y="89317"/>
                    <a:pt x="147654" y="84947"/>
                  </a:cubicBezTo>
                  <a:cubicBezTo>
                    <a:pt x="145406" y="82083"/>
                    <a:pt x="70782" y="42671"/>
                    <a:pt x="65161" y="24217"/>
                  </a:cubicBezTo>
                  <a:cubicBezTo>
                    <a:pt x="59518" y="5762"/>
                    <a:pt x="18600" y="23814"/>
                    <a:pt x="18600" y="23814"/>
                  </a:cubicBezTo>
                  <a:close/>
                </a:path>
              </a:pathLst>
            </a:custGeom>
            <a:solidFill>
              <a:srgbClr val="2828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377C23A-9D63-450F-9E68-F6E811C2801A}"/>
                </a:ext>
              </a:extLst>
            </p:cNvPr>
            <p:cNvSpPr/>
            <p:nvPr/>
          </p:nvSpPr>
          <p:spPr>
            <a:xfrm>
              <a:off x="6830235" y="4505635"/>
              <a:ext cx="125307" cy="313266"/>
            </a:xfrm>
            <a:custGeom>
              <a:avLst/>
              <a:gdLst>
                <a:gd name="connsiteX0" fmla="*/ 57166 w 84848"/>
                <a:gd name="connsiteY0" fmla="*/ 194048 h 212120"/>
                <a:gd name="connsiteX1" fmla="*/ 41618 w 84848"/>
                <a:gd name="connsiteY1" fmla="*/ 193454 h 212120"/>
                <a:gd name="connsiteX2" fmla="*/ 35424 w 84848"/>
                <a:gd name="connsiteY2" fmla="*/ 35424 h 212120"/>
                <a:gd name="connsiteX3" fmla="*/ 59075 w 84848"/>
                <a:gd name="connsiteY3" fmla="*/ 35424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212120">
                  <a:moveTo>
                    <a:pt x="57166" y="194048"/>
                  </a:moveTo>
                  <a:lnTo>
                    <a:pt x="41618" y="193454"/>
                  </a:lnTo>
                  <a:lnTo>
                    <a:pt x="35424" y="35424"/>
                  </a:lnTo>
                  <a:lnTo>
                    <a:pt x="59075" y="35424"/>
                  </a:lnTo>
                  <a:close/>
                </a:path>
              </a:pathLst>
            </a:custGeom>
            <a:solidFill>
              <a:srgbClr val="77787B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B73636E1-234D-49DA-A5B1-83CCB76B65FD}"/>
                </a:ext>
              </a:extLst>
            </p:cNvPr>
            <p:cNvSpPr/>
            <p:nvPr/>
          </p:nvSpPr>
          <p:spPr>
            <a:xfrm>
              <a:off x="6367038" y="4513685"/>
              <a:ext cx="563879" cy="407246"/>
            </a:xfrm>
            <a:custGeom>
              <a:avLst/>
              <a:gdLst>
                <a:gd name="connsiteX0" fmla="*/ 376238 w 381816"/>
                <a:gd name="connsiteY0" fmla="*/ 15909 h 275756"/>
                <a:gd name="connsiteX1" fmla="*/ 375029 w 381816"/>
                <a:gd name="connsiteY1" fmla="*/ 45479 h 275756"/>
                <a:gd name="connsiteX2" fmla="*/ 15909 w 381816"/>
                <a:gd name="connsiteY2" fmla="*/ 269393 h 275756"/>
                <a:gd name="connsiteX3" fmla="*/ 17118 w 381816"/>
                <a:gd name="connsiteY3" fmla="*/ 239781 h 27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816" h="275756">
                  <a:moveTo>
                    <a:pt x="376238" y="15909"/>
                  </a:moveTo>
                  <a:lnTo>
                    <a:pt x="375029" y="45479"/>
                  </a:lnTo>
                  <a:lnTo>
                    <a:pt x="15909" y="269393"/>
                  </a:lnTo>
                  <a:lnTo>
                    <a:pt x="17118" y="239781"/>
                  </a:lnTo>
                  <a:close/>
                </a:path>
              </a:pathLst>
            </a:custGeom>
            <a:solidFill>
              <a:srgbClr val="A9AB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80F80402-0850-42D8-A20A-D1E5CA52038A}"/>
                </a:ext>
              </a:extLst>
            </p:cNvPr>
            <p:cNvSpPr/>
            <p:nvPr/>
          </p:nvSpPr>
          <p:spPr>
            <a:xfrm>
              <a:off x="6376145" y="4290233"/>
              <a:ext cx="156633" cy="281940"/>
            </a:xfrm>
            <a:custGeom>
              <a:avLst/>
              <a:gdLst>
                <a:gd name="connsiteX0" fmla="*/ 48115 w 106060"/>
                <a:gd name="connsiteY0" fmla="*/ 35424 h 190908"/>
                <a:gd name="connsiteX1" fmla="*/ 89160 w 106060"/>
                <a:gd name="connsiteY1" fmla="*/ 154424 h 190908"/>
                <a:gd name="connsiteX2" fmla="*/ 79890 w 106060"/>
                <a:gd name="connsiteY2" fmla="*/ 163714 h 190908"/>
                <a:gd name="connsiteX3" fmla="*/ 45760 w 106060"/>
                <a:gd name="connsiteY3" fmla="*/ 99887 h 190908"/>
                <a:gd name="connsiteX4" fmla="*/ 48115 w 106060"/>
                <a:gd name="connsiteY4" fmla="*/ 35424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60" h="190908">
                  <a:moveTo>
                    <a:pt x="48115" y="35424"/>
                  </a:moveTo>
                  <a:lnTo>
                    <a:pt x="89160" y="154424"/>
                  </a:lnTo>
                  <a:cubicBezTo>
                    <a:pt x="89160" y="154424"/>
                    <a:pt x="85427" y="163842"/>
                    <a:pt x="79890" y="163714"/>
                  </a:cubicBezTo>
                  <a:cubicBezTo>
                    <a:pt x="74312" y="163608"/>
                    <a:pt x="45760" y="99887"/>
                    <a:pt x="45760" y="99887"/>
                  </a:cubicBezTo>
                  <a:cubicBezTo>
                    <a:pt x="45760" y="99887"/>
                    <a:pt x="21006" y="63275"/>
                    <a:pt x="48115" y="35424"/>
                  </a:cubicBezTo>
                  <a:close/>
                </a:path>
              </a:pathLst>
            </a:custGeom>
            <a:solidFill>
              <a:srgbClr val="17527D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BEECCC-841D-4E49-AB01-0D1FAD462865}"/>
                </a:ext>
              </a:extLst>
            </p:cNvPr>
            <p:cNvSpPr/>
            <p:nvPr/>
          </p:nvSpPr>
          <p:spPr>
            <a:xfrm>
              <a:off x="6293677" y="4179514"/>
              <a:ext cx="187960" cy="219286"/>
            </a:xfrm>
            <a:custGeom>
              <a:avLst/>
              <a:gdLst>
                <a:gd name="connsiteX0" fmla="*/ 81896 w 127272"/>
                <a:gd name="connsiteY0" fmla="*/ 40140 h 148484"/>
                <a:gd name="connsiteX1" fmla="*/ 44139 w 127272"/>
                <a:gd name="connsiteY1" fmla="*/ 43640 h 148484"/>
                <a:gd name="connsiteX2" fmla="*/ 47214 w 127272"/>
                <a:gd name="connsiteY2" fmla="*/ 90730 h 148484"/>
                <a:gd name="connsiteX3" fmla="*/ 42378 w 127272"/>
                <a:gd name="connsiteY3" fmla="*/ 102058 h 148484"/>
                <a:gd name="connsiteX4" fmla="*/ 77505 w 127272"/>
                <a:gd name="connsiteY4" fmla="*/ 113979 h 148484"/>
                <a:gd name="connsiteX5" fmla="*/ 77505 w 127272"/>
                <a:gd name="connsiteY5" fmla="*/ 100764 h 148484"/>
                <a:gd name="connsiteX6" fmla="*/ 86732 w 127272"/>
                <a:gd name="connsiteY6" fmla="*/ 99597 h 148484"/>
                <a:gd name="connsiteX7" fmla="*/ 89553 w 127272"/>
                <a:gd name="connsiteY7" fmla="*/ 85618 h 148484"/>
                <a:gd name="connsiteX8" fmla="*/ 92460 w 127272"/>
                <a:gd name="connsiteY8" fmla="*/ 84494 h 148484"/>
                <a:gd name="connsiteX9" fmla="*/ 90635 w 127272"/>
                <a:gd name="connsiteY9" fmla="*/ 79997 h 148484"/>
                <a:gd name="connsiteX10" fmla="*/ 94666 w 127272"/>
                <a:gd name="connsiteY10" fmla="*/ 59909 h 148484"/>
                <a:gd name="connsiteX11" fmla="*/ 81896 w 127272"/>
                <a:gd name="connsiteY11" fmla="*/ 40140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7272" h="148484">
                  <a:moveTo>
                    <a:pt x="81896" y="40140"/>
                  </a:moveTo>
                  <a:cubicBezTo>
                    <a:pt x="64735" y="27773"/>
                    <a:pt x="44139" y="43640"/>
                    <a:pt x="44139" y="43640"/>
                  </a:cubicBezTo>
                  <a:cubicBezTo>
                    <a:pt x="23881" y="59443"/>
                    <a:pt x="44987" y="86700"/>
                    <a:pt x="47214" y="90730"/>
                  </a:cubicBezTo>
                  <a:cubicBezTo>
                    <a:pt x="50460" y="96479"/>
                    <a:pt x="42378" y="102058"/>
                    <a:pt x="42378" y="102058"/>
                  </a:cubicBezTo>
                  <a:cubicBezTo>
                    <a:pt x="62169" y="144291"/>
                    <a:pt x="81451" y="120088"/>
                    <a:pt x="77505" y="113979"/>
                  </a:cubicBezTo>
                  <a:cubicBezTo>
                    <a:pt x="73984" y="111327"/>
                    <a:pt x="77505" y="100764"/>
                    <a:pt x="77505" y="100764"/>
                  </a:cubicBezTo>
                  <a:cubicBezTo>
                    <a:pt x="83254" y="102545"/>
                    <a:pt x="86732" y="99597"/>
                    <a:pt x="86732" y="99597"/>
                  </a:cubicBezTo>
                  <a:lnTo>
                    <a:pt x="89553" y="85618"/>
                  </a:lnTo>
                  <a:lnTo>
                    <a:pt x="92460" y="84494"/>
                  </a:lnTo>
                  <a:lnTo>
                    <a:pt x="90635" y="79997"/>
                  </a:lnTo>
                  <a:lnTo>
                    <a:pt x="94666" y="59909"/>
                  </a:lnTo>
                  <a:cubicBezTo>
                    <a:pt x="94644" y="59888"/>
                    <a:pt x="95090" y="49579"/>
                    <a:pt x="81896" y="40140"/>
                  </a:cubicBezTo>
                  <a:close/>
                </a:path>
              </a:pathLst>
            </a:custGeom>
            <a:solidFill>
              <a:srgbClr val="EAB97F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56DD1613-4AB6-4326-BB55-BBD2F89C04B1}"/>
                </a:ext>
              </a:extLst>
            </p:cNvPr>
            <p:cNvSpPr/>
            <p:nvPr/>
          </p:nvSpPr>
          <p:spPr>
            <a:xfrm>
              <a:off x="6233183" y="4277014"/>
              <a:ext cx="250613" cy="313266"/>
            </a:xfrm>
            <a:custGeom>
              <a:avLst/>
              <a:gdLst>
                <a:gd name="connsiteX0" fmla="*/ 36439 w 169696"/>
                <a:gd name="connsiteY0" fmla="*/ 50612 h 212120"/>
                <a:gd name="connsiteX1" fmla="*/ 83403 w 169696"/>
                <a:gd name="connsiteY1" fmla="*/ 35424 h 212120"/>
                <a:gd name="connsiteX2" fmla="*/ 93542 w 169696"/>
                <a:gd name="connsiteY2" fmla="*/ 50485 h 212120"/>
                <a:gd name="connsiteX3" fmla="*/ 108009 w 169696"/>
                <a:gd name="connsiteY3" fmla="*/ 57612 h 212120"/>
                <a:gd name="connsiteX4" fmla="*/ 117384 w 169696"/>
                <a:gd name="connsiteY4" fmla="*/ 41363 h 212120"/>
                <a:gd name="connsiteX5" fmla="*/ 144281 w 169696"/>
                <a:gd name="connsiteY5" fmla="*/ 43230 h 212120"/>
                <a:gd name="connsiteX6" fmla="*/ 152045 w 169696"/>
                <a:gd name="connsiteY6" fmla="*/ 111512 h 212120"/>
                <a:gd name="connsiteX7" fmla="*/ 141333 w 169696"/>
                <a:gd name="connsiteY7" fmla="*/ 175827 h 212120"/>
                <a:gd name="connsiteX8" fmla="*/ 35845 w 169696"/>
                <a:gd name="connsiteY8" fmla="*/ 164902 h 212120"/>
                <a:gd name="connsiteX9" fmla="*/ 36439 w 169696"/>
                <a:gd name="connsiteY9" fmla="*/ 50612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696" h="212120">
                  <a:moveTo>
                    <a:pt x="36439" y="50612"/>
                  </a:moveTo>
                  <a:lnTo>
                    <a:pt x="83403" y="35424"/>
                  </a:lnTo>
                  <a:cubicBezTo>
                    <a:pt x="83403" y="35424"/>
                    <a:pt x="83381" y="44630"/>
                    <a:pt x="93542" y="50485"/>
                  </a:cubicBezTo>
                  <a:cubicBezTo>
                    <a:pt x="103788" y="56360"/>
                    <a:pt x="108009" y="57612"/>
                    <a:pt x="108009" y="57612"/>
                  </a:cubicBezTo>
                  <a:cubicBezTo>
                    <a:pt x="108009" y="57612"/>
                    <a:pt x="120524" y="52330"/>
                    <a:pt x="117384" y="41363"/>
                  </a:cubicBezTo>
                  <a:lnTo>
                    <a:pt x="144281" y="43230"/>
                  </a:lnTo>
                  <a:cubicBezTo>
                    <a:pt x="144281" y="43230"/>
                    <a:pt x="161018" y="49021"/>
                    <a:pt x="152045" y="111512"/>
                  </a:cubicBezTo>
                  <a:cubicBezTo>
                    <a:pt x="146615" y="149227"/>
                    <a:pt x="141333" y="175827"/>
                    <a:pt x="141333" y="175827"/>
                  </a:cubicBezTo>
                  <a:cubicBezTo>
                    <a:pt x="141333" y="175827"/>
                    <a:pt x="47576" y="211442"/>
                    <a:pt x="35845" y="164902"/>
                  </a:cubicBezTo>
                  <a:cubicBezTo>
                    <a:pt x="35824" y="164924"/>
                    <a:pt x="34594" y="114396"/>
                    <a:pt x="36439" y="50612"/>
                  </a:cubicBezTo>
                  <a:close/>
                </a:path>
              </a:pathLst>
            </a:custGeom>
            <a:solidFill>
              <a:srgbClr val="2E87C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819FA593-2F56-43C0-A297-EEB06CB28B1B}"/>
                </a:ext>
              </a:extLst>
            </p:cNvPr>
            <p:cNvSpPr/>
            <p:nvPr/>
          </p:nvSpPr>
          <p:spPr>
            <a:xfrm>
              <a:off x="6311684" y="4307588"/>
              <a:ext cx="125307" cy="250613"/>
            </a:xfrm>
            <a:custGeom>
              <a:avLst/>
              <a:gdLst>
                <a:gd name="connsiteX0" fmla="*/ 59012 w 84848"/>
                <a:gd name="connsiteY0" fmla="*/ 39094 h 169696"/>
                <a:gd name="connsiteX1" fmla="*/ 57188 w 84848"/>
                <a:gd name="connsiteY1" fmla="*/ 36018 h 169696"/>
                <a:gd name="connsiteX2" fmla="*/ 52563 w 84848"/>
                <a:gd name="connsiteY2" fmla="*/ 35424 h 169696"/>
                <a:gd name="connsiteX3" fmla="*/ 48342 w 84848"/>
                <a:gd name="connsiteY3" fmla="*/ 37863 h 169696"/>
                <a:gd name="connsiteX4" fmla="*/ 53136 w 84848"/>
                <a:gd name="connsiteY4" fmla="*/ 43697 h 169696"/>
                <a:gd name="connsiteX5" fmla="*/ 35424 w 84848"/>
                <a:gd name="connsiteY5" fmla="*/ 140105 h 169696"/>
                <a:gd name="connsiteX6" fmla="*/ 43145 w 84848"/>
                <a:gd name="connsiteY6" fmla="*/ 154190 h 169696"/>
                <a:gd name="connsiteX7" fmla="*/ 55682 w 84848"/>
                <a:gd name="connsiteY7" fmla="*/ 141336 h 169696"/>
                <a:gd name="connsiteX8" fmla="*/ 54473 w 84848"/>
                <a:gd name="connsiteY8" fmla="*/ 44482 h 169696"/>
                <a:gd name="connsiteX9" fmla="*/ 59012 w 84848"/>
                <a:gd name="connsiteY9" fmla="*/ 3909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169696">
                  <a:moveTo>
                    <a:pt x="59012" y="39094"/>
                  </a:moveTo>
                  <a:cubicBezTo>
                    <a:pt x="59012" y="39094"/>
                    <a:pt x="59012" y="36654"/>
                    <a:pt x="57188" y="36018"/>
                  </a:cubicBezTo>
                  <a:cubicBezTo>
                    <a:pt x="55766" y="35551"/>
                    <a:pt x="52563" y="35424"/>
                    <a:pt x="52563" y="35424"/>
                  </a:cubicBezTo>
                  <a:cubicBezTo>
                    <a:pt x="52563" y="35424"/>
                    <a:pt x="47685" y="36018"/>
                    <a:pt x="48342" y="37863"/>
                  </a:cubicBezTo>
                  <a:lnTo>
                    <a:pt x="53136" y="43697"/>
                  </a:lnTo>
                  <a:cubicBezTo>
                    <a:pt x="52288" y="48342"/>
                    <a:pt x="42212" y="132533"/>
                    <a:pt x="35424" y="140105"/>
                  </a:cubicBezTo>
                  <a:cubicBezTo>
                    <a:pt x="35424" y="140105"/>
                    <a:pt x="42827" y="148399"/>
                    <a:pt x="43145" y="154190"/>
                  </a:cubicBezTo>
                  <a:cubicBezTo>
                    <a:pt x="43145" y="154190"/>
                    <a:pt x="54791" y="146554"/>
                    <a:pt x="55682" y="141336"/>
                  </a:cubicBezTo>
                  <a:cubicBezTo>
                    <a:pt x="56509" y="136733"/>
                    <a:pt x="54663" y="56254"/>
                    <a:pt x="54473" y="44482"/>
                  </a:cubicBezTo>
                  <a:lnTo>
                    <a:pt x="59012" y="39094"/>
                  </a:lnTo>
                  <a:close/>
                </a:path>
              </a:pathLst>
            </a:custGeom>
            <a:solidFill>
              <a:srgbClr val="00180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CE5BE612-50F4-42AA-94AA-F7FDA96BD812}"/>
                </a:ext>
              </a:extLst>
            </p:cNvPr>
            <p:cNvSpPr/>
            <p:nvPr/>
          </p:nvSpPr>
          <p:spPr>
            <a:xfrm>
              <a:off x="6371678" y="4288165"/>
              <a:ext cx="156633" cy="156633"/>
            </a:xfrm>
            <a:custGeom>
              <a:avLst/>
              <a:gdLst>
                <a:gd name="connsiteX0" fmla="*/ 35634 w 106060"/>
                <a:gd name="connsiteY0" fmla="*/ 65079 h 106060"/>
                <a:gd name="connsiteX1" fmla="*/ 36716 w 106060"/>
                <a:gd name="connsiteY1" fmla="*/ 60603 h 106060"/>
                <a:gd name="connsiteX2" fmla="*/ 38561 w 106060"/>
                <a:gd name="connsiteY2" fmla="*/ 52669 h 106060"/>
                <a:gd name="connsiteX3" fmla="*/ 40025 w 106060"/>
                <a:gd name="connsiteY3" fmla="*/ 50866 h 106060"/>
                <a:gd name="connsiteX4" fmla="*/ 45625 w 106060"/>
                <a:gd name="connsiteY4" fmla="*/ 47027 h 106060"/>
                <a:gd name="connsiteX5" fmla="*/ 51649 w 106060"/>
                <a:gd name="connsiteY5" fmla="*/ 42148 h 106060"/>
                <a:gd name="connsiteX6" fmla="*/ 59285 w 106060"/>
                <a:gd name="connsiteY6" fmla="*/ 38903 h 106060"/>
                <a:gd name="connsiteX7" fmla="*/ 74749 w 106060"/>
                <a:gd name="connsiteY7" fmla="*/ 35424 h 106060"/>
                <a:gd name="connsiteX8" fmla="*/ 74388 w 106060"/>
                <a:gd name="connsiteY8" fmla="*/ 38903 h 106060"/>
                <a:gd name="connsiteX9" fmla="*/ 62891 w 106060"/>
                <a:gd name="connsiteY9" fmla="*/ 42869 h 106060"/>
                <a:gd name="connsiteX10" fmla="*/ 56019 w 106060"/>
                <a:gd name="connsiteY10" fmla="*/ 46751 h 106060"/>
                <a:gd name="connsiteX11" fmla="*/ 62594 w 106060"/>
                <a:gd name="connsiteY11" fmla="*/ 44142 h 106060"/>
                <a:gd name="connsiteX12" fmla="*/ 66200 w 106060"/>
                <a:gd name="connsiteY12" fmla="*/ 45797 h 106060"/>
                <a:gd name="connsiteX13" fmla="*/ 67664 w 106060"/>
                <a:gd name="connsiteY13" fmla="*/ 49021 h 106060"/>
                <a:gd name="connsiteX14" fmla="*/ 69488 w 106060"/>
                <a:gd name="connsiteY14" fmla="*/ 50294 h 106060"/>
                <a:gd name="connsiteX15" fmla="*/ 69488 w 106060"/>
                <a:gd name="connsiteY15" fmla="*/ 52457 h 106060"/>
                <a:gd name="connsiteX16" fmla="*/ 68788 w 106060"/>
                <a:gd name="connsiteY16" fmla="*/ 53073 h 106060"/>
                <a:gd name="connsiteX17" fmla="*/ 70994 w 106060"/>
                <a:gd name="connsiteY17" fmla="*/ 54366 h 106060"/>
                <a:gd name="connsiteX18" fmla="*/ 72013 w 106060"/>
                <a:gd name="connsiteY18" fmla="*/ 55597 h 106060"/>
                <a:gd name="connsiteX19" fmla="*/ 72013 w 106060"/>
                <a:gd name="connsiteY19" fmla="*/ 57760 h 106060"/>
                <a:gd name="connsiteX20" fmla="*/ 69849 w 106060"/>
                <a:gd name="connsiteY20" fmla="*/ 58163 h 106060"/>
                <a:gd name="connsiteX21" fmla="*/ 71694 w 106060"/>
                <a:gd name="connsiteY21" fmla="*/ 59330 h 106060"/>
                <a:gd name="connsiteX22" fmla="*/ 72394 w 106060"/>
                <a:gd name="connsiteY22" fmla="*/ 61430 h 106060"/>
                <a:gd name="connsiteX23" fmla="*/ 71907 w 106060"/>
                <a:gd name="connsiteY23" fmla="*/ 62575 h 106060"/>
                <a:gd name="connsiteX24" fmla="*/ 69679 w 106060"/>
                <a:gd name="connsiteY24" fmla="*/ 66224 h 106060"/>
                <a:gd name="connsiteX25" fmla="*/ 64652 w 106060"/>
                <a:gd name="connsiteY25" fmla="*/ 67645 h 106060"/>
                <a:gd name="connsiteX26" fmla="*/ 60410 w 106060"/>
                <a:gd name="connsiteY26" fmla="*/ 67645 h 106060"/>
                <a:gd name="connsiteX27" fmla="*/ 66052 w 106060"/>
                <a:gd name="connsiteY27" fmla="*/ 63657 h 106060"/>
                <a:gd name="connsiteX28" fmla="*/ 62785 w 106060"/>
                <a:gd name="connsiteY28" fmla="*/ 63912 h 106060"/>
                <a:gd name="connsiteX29" fmla="*/ 58607 w 106060"/>
                <a:gd name="connsiteY29" fmla="*/ 68069 h 106060"/>
                <a:gd name="connsiteX30" fmla="*/ 53749 w 106060"/>
                <a:gd name="connsiteY30" fmla="*/ 74942 h 106060"/>
                <a:gd name="connsiteX31" fmla="*/ 50270 w 106060"/>
                <a:gd name="connsiteY31" fmla="*/ 77169 h 106060"/>
                <a:gd name="connsiteX32" fmla="*/ 43398 w 106060"/>
                <a:gd name="connsiteY32" fmla="*/ 76766 h 106060"/>
                <a:gd name="connsiteX33" fmla="*/ 35634 w 106060"/>
                <a:gd name="connsiteY33" fmla="*/ 6507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6060" h="106060">
                  <a:moveTo>
                    <a:pt x="35634" y="65079"/>
                  </a:moveTo>
                  <a:lnTo>
                    <a:pt x="36716" y="60603"/>
                  </a:lnTo>
                  <a:lnTo>
                    <a:pt x="38561" y="52669"/>
                  </a:lnTo>
                  <a:cubicBezTo>
                    <a:pt x="38561" y="52669"/>
                    <a:pt x="38201" y="51588"/>
                    <a:pt x="40025" y="50866"/>
                  </a:cubicBezTo>
                  <a:cubicBezTo>
                    <a:pt x="41828" y="50103"/>
                    <a:pt x="45625" y="47027"/>
                    <a:pt x="45625" y="47027"/>
                  </a:cubicBezTo>
                  <a:lnTo>
                    <a:pt x="51649" y="42148"/>
                  </a:lnTo>
                  <a:cubicBezTo>
                    <a:pt x="51649" y="42148"/>
                    <a:pt x="55870" y="39221"/>
                    <a:pt x="59285" y="38903"/>
                  </a:cubicBezTo>
                  <a:cubicBezTo>
                    <a:pt x="60707" y="38733"/>
                    <a:pt x="74749" y="35424"/>
                    <a:pt x="74749" y="35424"/>
                  </a:cubicBezTo>
                  <a:cubicBezTo>
                    <a:pt x="74749" y="35424"/>
                    <a:pt x="75873" y="38097"/>
                    <a:pt x="74388" y="38903"/>
                  </a:cubicBezTo>
                  <a:cubicBezTo>
                    <a:pt x="72946" y="39603"/>
                    <a:pt x="62891" y="42869"/>
                    <a:pt x="62891" y="42869"/>
                  </a:cubicBezTo>
                  <a:cubicBezTo>
                    <a:pt x="62891" y="42869"/>
                    <a:pt x="57122" y="44927"/>
                    <a:pt x="56019" y="46751"/>
                  </a:cubicBezTo>
                  <a:lnTo>
                    <a:pt x="62594" y="44142"/>
                  </a:lnTo>
                  <a:cubicBezTo>
                    <a:pt x="62594" y="44142"/>
                    <a:pt x="65522" y="44333"/>
                    <a:pt x="66200" y="45797"/>
                  </a:cubicBezTo>
                  <a:cubicBezTo>
                    <a:pt x="66943" y="47260"/>
                    <a:pt x="63273" y="47982"/>
                    <a:pt x="67664" y="49021"/>
                  </a:cubicBezTo>
                  <a:cubicBezTo>
                    <a:pt x="69488" y="49509"/>
                    <a:pt x="69488" y="50294"/>
                    <a:pt x="69488" y="50294"/>
                  </a:cubicBezTo>
                  <a:lnTo>
                    <a:pt x="69488" y="52457"/>
                  </a:lnTo>
                  <a:lnTo>
                    <a:pt x="68788" y="53073"/>
                  </a:lnTo>
                  <a:lnTo>
                    <a:pt x="70994" y="54366"/>
                  </a:lnTo>
                  <a:lnTo>
                    <a:pt x="72013" y="55597"/>
                  </a:lnTo>
                  <a:lnTo>
                    <a:pt x="72013" y="57760"/>
                  </a:lnTo>
                  <a:lnTo>
                    <a:pt x="69849" y="58163"/>
                  </a:lnTo>
                  <a:lnTo>
                    <a:pt x="71694" y="59330"/>
                  </a:lnTo>
                  <a:cubicBezTo>
                    <a:pt x="72394" y="59860"/>
                    <a:pt x="72394" y="61430"/>
                    <a:pt x="72394" y="61430"/>
                  </a:cubicBezTo>
                  <a:lnTo>
                    <a:pt x="71907" y="62575"/>
                  </a:lnTo>
                  <a:lnTo>
                    <a:pt x="69679" y="66224"/>
                  </a:lnTo>
                  <a:lnTo>
                    <a:pt x="64652" y="67645"/>
                  </a:lnTo>
                  <a:cubicBezTo>
                    <a:pt x="64652" y="67645"/>
                    <a:pt x="59688" y="70191"/>
                    <a:pt x="60410" y="67645"/>
                  </a:cubicBezTo>
                  <a:cubicBezTo>
                    <a:pt x="61152" y="65163"/>
                    <a:pt x="66052" y="65503"/>
                    <a:pt x="66052" y="63657"/>
                  </a:cubicBezTo>
                  <a:cubicBezTo>
                    <a:pt x="66052" y="62766"/>
                    <a:pt x="62785" y="63912"/>
                    <a:pt x="62785" y="63912"/>
                  </a:cubicBezTo>
                  <a:cubicBezTo>
                    <a:pt x="62785" y="63912"/>
                    <a:pt x="61725" y="64527"/>
                    <a:pt x="58607" y="68069"/>
                  </a:cubicBezTo>
                  <a:cubicBezTo>
                    <a:pt x="56973" y="69894"/>
                    <a:pt x="53749" y="74942"/>
                    <a:pt x="53749" y="74942"/>
                  </a:cubicBezTo>
                  <a:lnTo>
                    <a:pt x="50270" y="77169"/>
                  </a:lnTo>
                  <a:cubicBezTo>
                    <a:pt x="50270" y="77169"/>
                    <a:pt x="45901" y="77827"/>
                    <a:pt x="43398" y="76766"/>
                  </a:cubicBezTo>
                  <a:cubicBezTo>
                    <a:pt x="40746" y="75600"/>
                    <a:pt x="34170" y="68345"/>
                    <a:pt x="35634" y="65079"/>
                  </a:cubicBezTo>
                  <a:close/>
                </a:path>
              </a:pathLst>
            </a:custGeom>
            <a:solidFill>
              <a:srgbClr val="EAB97F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A9124644-B21C-40EE-98CF-04F8DC458B50}"/>
                </a:ext>
              </a:extLst>
            </p:cNvPr>
            <p:cNvSpPr/>
            <p:nvPr/>
          </p:nvSpPr>
          <p:spPr>
            <a:xfrm>
              <a:off x="6224681" y="4295378"/>
              <a:ext cx="250613" cy="219286"/>
            </a:xfrm>
            <a:custGeom>
              <a:avLst/>
              <a:gdLst>
                <a:gd name="connsiteX0" fmla="*/ 65021 w 169696"/>
                <a:gd name="connsiteY0" fmla="*/ 41719 h 148484"/>
                <a:gd name="connsiteX1" fmla="*/ 36852 w 169696"/>
                <a:gd name="connsiteY1" fmla="*/ 46089 h 148484"/>
                <a:gd name="connsiteX2" fmla="*/ 56218 w 169696"/>
                <a:gd name="connsiteY2" fmla="*/ 97210 h 148484"/>
                <a:gd name="connsiteX3" fmla="*/ 79148 w 169696"/>
                <a:gd name="connsiteY3" fmla="*/ 121837 h 148484"/>
                <a:gd name="connsiteX4" fmla="*/ 111730 w 169696"/>
                <a:gd name="connsiteY4" fmla="*/ 128879 h 148484"/>
                <a:gd name="connsiteX5" fmla="*/ 149615 w 169696"/>
                <a:gd name="connsiteY5" fmla="*/ 73431 h 148484"/>
                <a:gd name="connsiteX6" fmla="*/ 135530 w 169696"/>
                <a:gd name="connsiteY6" fmla="*/ 59325 h 148484"/>
                <a:gd name="connsiteX7" fmla="*/ 105536 w 169696"/>
                <a:gd name="connsiteY7" fmla="*/ 88343 h 148484"/>
                <a:gd name="connsiteX8" fmla="*/ 97624 w 169696"/>
                <a:gd name="connsiteY8" fmla="*/ 89276 h 148484"/>
                <a:gd name="connsiteX9" fmla="*/ 65021 w 169696"/>
                <a:gd name="connsiteY9" fmla="*/ 4171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696" h="148484">
                  <a:moveTo>
                    <a:pt x="65021" y="41719"/>
                  </a:moveTo>
                  <a:cubicBezTo>
                    <a:pt x="65021" y="41719"/>
                    <a:pt x="44764" y="24983"/>
                    <a:pt x="36852" y="46089"/>
                  </a:cubicBezTo>
                  <a:cubicBezTo>
                    <a:pt x="28982" y="67237"/>
                    <a:pt x="56218" y="97210"/>
                    <a:pt x="56218" y="97210"/>
                  </a:cubicBezTo>
                  <a:lnTo>
                    <a:pt x="79148" y="121837"/>
                  </a:lnTo>
                  <a:cubicBezTo>
                    <a:pt x="79148" y="121837"/>
                    <a:pt x="95906" y="139443"/>
                    <a:pt x="111730" y="128879"/>
                  </a:cubicBezTo>
                  <a:cubicBezTo>
                    <a:pt x="119939" y="123407"/>
                    <a:pt x="149615" y="73431"/>
                    <a:pt x="149615" y="73431"/>
                  </a:cubicBezTo>
                  <a:cubicBezTo>
                    <a:pt x="149615" y="73431"/>
                    <a:pt x="147833" y="59325"/>
                    <a:pt x="135530" y="59325"/>
                  </a:cubicBezTo>
                  <a:lnTo>
                    <a:pt x="105536" y="88343"/>
                  </a:lnTo>
                  <a:cubicBezTo>
                    <a:pt x="105536" y="88343"/>
                    <a:pt x="100360" y="93582"/>
                    <a:pt x="97624" y="89276"/>
                  </a:cubicBezTo>
                  <a:cubicBezTo>
                    <a:pt x="88800" y="75192"/>
                    <a:pt x="65021" y="41719"/>
                    <a:pt x="65021" y="41719"/>
                  </a:cubicBezTo>
                  <a:close/>
                </a:path>
              </a:pathLst>
            </a:custGeom>
            <a:solidFill>
              <a:srgbClr val="20629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758BD19B-F6F4-4D78-8EEA-63A1120FDD86}"/>
                </a:ext>
              </a:extLst>
            </p:cNvPr>
            <p:cNvSpPr/>
            <p:nvPr/>
          </p:nvSpPr>
          <p:spPr>
            <a:xfrm>
              <a:off x="6304040" y="4277014"/>
              <a:ext cx="125307" cy="125307"/>
            </a:xfrm>
            <a:custGeom>
              <a:avLst/>
              <a:gdLst>
                <a:gd name="connsiteX0" fmla="*/ 35424 w 84848"/>
                <a:gd name="connsiteY0" fmla="*/ 35424 h 84848"/>
                <a:gd name="connsiteX1" fmla="*/ 49361 w 84848"/>
                <a:gd name="connsiteY1" fmla="*/ 63360 h 84848"/>
                <a:gd name="connsiteX2" fmla="*/ 55554 w 84848"/>
                <a:gd name="connsiteY2" fmla="*/ 55576 h 84848"/>
                <a:gd name="connsiteX3" fmla="*/ 35424 w 84848"/>
                <a:gd name="connsiteY3" fmla="*/ 3542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84848">
                  <a:moveTo>
                    <a:pt x="35424" y="35424"/>
                  </a:moveTo>
                  <a:cubicBezTo>
                    <a:pt x="35424" y="35424"/>
                    <a:pt x="37206" y="57612"/>
                    <a:pt x="49361" y="63360"/>
                  </a:cubicBezTo>
                  <a:cubicBezTo>
                    <a:pt x="49361" y="63360"/>
                    <a:pt x="46136" y="57230"/>
                    <a:pt x="55554" y="55576"/>
                  </a:cubicBezTo>
                  <a:cubicBezTo>
                    <a:pt x="55554" y="55576"/>
                    <a:pt x="44673" y="53179"/>
                    <a:pt x="35424" y="35424"/>
                  </a:cubicBezTo>
                  <a:close/>
                </a:path>
              </a:pathLst>
            </a:custGeom>
            <a:solidFill>
              <a:srgbClr val="20629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D589AB11-C9AB-405C-A9A4-A969AA88245C}"/>
                </a:ext>
              </a:extLst>
            </p:cNvPr>
            <p:cNvSpPr/>
            <p:nvPr/>
          </p:nvSpPr>
          <p:spPr>
            <a:xfrm>
              <a:off x="6340849" y="4286349"/>
              <a:ext cx="125307" cy="125307"/>
            </a:xfrm>
            <a:custGeom>
              <a:avLst/>
              <a:gdLst>
                <a:gd name="connsiteX0" fmla="*/ 44906 w 84848"/>
                <a:gd name="connsiteY0" fmla="*/ 35424 h 84848"/>
                <a:gd name="connsiteX1" fmla="*/ 41491 w 84848"/>
                <a:gd name="connsiteY1" fmla="*/ 57845 h 84848"/>
                <a:gd name="connsiteX2" fmla="*/ 35424 w 84848"/>
                <a:gd name="connsiteY2" fmla="*/ 50124 h 84848"/>
                <a:gd name="connsiteX3" fmla="*/ 44906 w 84848"/>
                <a:gd name="connsiteY3" fmla="*/ 3542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84848">
                  <a:moveTo>
                    <a:pt x="44906" y="35424"/>
                  </a:moveTo>
                  <a:cubicBezTo>
                    <a:pt x="44906" y="35424"/>
                    <a:pt x="59542" y="55045"/>
                    <a:pt x="41491" y="57845"/>
                  </a:cubicBezTo>
                  <a:cubicBezTo>
                    <a:pt x="41491" y="57845"/>
                    <a:pt x="44779" y="51736"/>
                    <a:pt x="35424" y="50124"/>
                  </a:cubicBezTo>
                  <a:cubicBezTo>
                    <a:pt x="35403" y="50103"/>
                    <a:pt x="43633" y="51736"/>
                    <a:pt x="44906" y="35424"/>
                  </a:cubicBezTo>
                  <a:close/>
                </a:path>
              </a:pathLst>
            </a:custGeom>
            <a:solidFill>
              <a:srgbClr val="20629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29CA3A9-695F-4C0D-AE8E-1B7656EA8C99}"/>
                </a:ext>
              </a:extLst>
            </p:cNvPr>
            <p:cNvSpPr/>
            <p:nvPr/>
          </p:nvSpPr>
          <p:spPr>
            <a:xfrm>
              <a:off x="6286975" y="4173095"/>
              <a:ext cx="187960" cy="187960"/>
            </a:xfrm>
            <a:custGeom>
              <a:avLst/>
              <a:gdLst>
                <a:gd name="connsiteX0" fmla="*/ 69273 w 127272"/>
                <a:gd name="connsiteY0" fmla="*/ 65550 h 127272"/>
                <a:gd name="connsiteX1" fmla="*/ 100094 w 127272"/>
                <a:gd name="connsiteY1" fmla="*/ 63790 h 127272"/>
                <a:gd name="connsiteX2" fmla="*/ 105736 w 127272"/>
                <a:gd name="connsiteY2" fmla="*/ 55008 h 127272"/>
                <a:gd name="connsiteX3" fmla="*/ 99182 w 127272"/>
                <a:gd name="connsiteY3" fmla="*/ 54138 h 127272"/>
                <a:gd name="connsiteX4" fmla="*/ 84673 w 127272"/>
                <a:gd name="connsiteY4" fmla="*/ 39205 h 127272"/>
                <a:gd name="connsiteX5" fmla="*/ 51221 w 127272"/>
                <a:gd name="connsiteY5" fmla="*/ 37869 h 127272"/>
                <a:gd name="connsiteX6" fmla="*/ 39830 w 127272"/>
                <a:gd name="connsiteY6" fmla="*/ 84090 h 127272"/>
                <a:gd name="connsiteX7" fmla="*/ 49015 w 127272"/>
                <a:gd name="connsiteY7" fmla="*/ 102056 h 127272"/>
                <a:gd name="connsiteX8" fmla="*/ 55251 w 127272"/>
                <a:gd name="connsiteY8" fmla="*/ 99850 h 127272"/>
                <a:gd name="connsiteX9" fmla="*/ 57861 w 127272"/>
                <a:gd name="connsiteY9" fmla="*/ 90220 h 127272"/>
                <a:gd name="connsiteX10" fmla="*/ 54806 w 127272"/>
                <a:gd name="connsiteY10" fmla="*/ 66017 h 127272"/>
                <a:gd name="connsiteX11" fmla="*/ 64033 w 127272"/>
                <a:gd name="connsiteY11" fmla="*/ 66865 h 127272"/>
                <a:gd name="connsiteX12" fmla="*/ 64924 w 127272"/>
                <a:gd name="connsiteY12" fmla="*/ 74841 h 127272"/>
                <a:gd name="connsiteX13" fmla="*/ 64924 w 127272"/>
                <a:gd name="connsiteY13" fmla="*/ 80526 h 127272"/>
                <a:gd name="connsiteX14" fmla="*/ 66685 w 127272"/>
                <a:gd name="connsiteY14" fmla="*/ 78744 h 127272"/>
                <a:gd name="connsiteX15" fmla="*/ 67491 w 127272"/>
                <a:gd name="connsiteY15" fmla="*/ 73929 h 127272"/>
                <a:gd name="connsiteX16" fmla="*/ 68445 w 127272"/>
                <a:gd name="connsiteY16" fmla="*/ 69559 h 127272"/>
                <a:gd name="connsiteX17" fmla="*/ 69273 w 127272"/>
                <a:gd name="connsiteY17" fmla="*/ 65550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72" h="127272">
                  <a:moveTo>
                    <a:pt x="69273" y="65550"/>
                  </a:moveTo>
                  <a:cubicBezTo>
                    <a:pt x="69273" y="65550"/>
                    <a:pt x="96106" y="69538"/>
                    <a:pt x="100094" y="63790"/>
                  </a:cubicBezTo>
                  <a:cubicBezTo>
                    <a:pt x="100094" y="63790"/>
                    <a:pt x="104888" y="61159"/>
                    <a:pt x="105736" y="55008"/>
                  </a:cubicBezTo>
                  <a:cubicBezTo>
                    <a:pt x="105736" y="55008"/>
                    <a:pt x="101345" y="55835"/>
                    <a:pt x="99182" y="54138"/>
                  </a:cubicBezTo>
                  <a:cubicBezTo>
                    <a:pt x="96976" y="52378"/>
                    <a:pt x="95194" y="44868"/>
                    <a:pt x="84673" y="39205"/>
                  </a:cubicBezTo>
                  <a:cubicBezTo>
                    <a:pt x="84673" y="39205"/>
                    <a:pt x="65306" y="31675"/>
                    <a:pt x="51221" y="37869"/>
                  </a:cubicBezTo>
                  <a:cubicBezTo>
                    <a:pt x="51221" y="37869"/>
                    <a:pt x="25343" y="51105"/>
                    <a:pt x="39830" y="84090"/>
                  </a:cubicBezTo>
                  <a:cubicBezTo>
                    <a:pt x="40552" y="85659"/>
                    <a:pt x="49015" y="98111"/>
                    <a:pt x="49015" y="102056"/>
                  </a:cubicBezTo>
                  <a:lnTo>
                    <a:pt x="55251" y="99850"/>
                  </a:lnTo>
                  <a:lnTo>
                    <a:pt x="57861" y="90220"/>
                  </a:lnTo>
                  <a:cubicBezTo>
                    <a:pt x="57861" y="90220"/>
                    <a:pt x="49503" y="72105"/>
                    <a:pt x="54806" y="66017"/>
                  </a:cubicBezTo>
                  <a:cubicBezTo>
                    <a:pt x="56567" y="63896"/>
                    <a:pt x="62633" y="63811"/>
                    <a:pt x="64033" y="66865"/>
                  </a:cubicBezTo>
                  <a:cubicBezTo>
                    <a:pt x="65327" y="70005"/>
                    <a:pt x="64924" y="73462"/>
                    <a:pt x="64924" y="74841"/>
                  </a:cubicBezTo>
                  <a:cubicBezTo>
                    <a:pt x="64924" y="76178"/>
                    <a:pt x="64924" y="80526"/>
                    <a:pt x="64924" y="80526"/>
                  </a:cubicBezTo>
                  <a:lnTo>
                    <a:pt x="66685" y="78744"/>
                  </a:lnTo>
                  <a:lnTo>
                    <a:pt x="67491" y="73929"/>
                  </a:lnTo>
                  <a:cubicBezTo>
                    <a:pt x="67491" y="73929"/>
                    <a:pt x="67958" y="70853"/>
                    <a:pt x="68445" y="69559"/>
                  </a:cubicBezTo>
                  <a:cubicBezTo>
                    <a:pt x="68848" y="68244"/>
                    <a:pt x="69273" y="65550"/>
                    <a:pt x="69273" y="65550"/>
                  </a:cubicBezTo>
                  <a:close/>
                </a:path>
              </a:pathLst>
            </a:custGeom>
            <a:solidFill>
              <a:srgbClr val="00180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511E149-BDFF-49F4-AD8E-733540DB3C4A}"/>
                </a:ext>
              </a:extLst>
            </p:cNvPr>
            <p:cNvSpPr/>
            <p:nvPr/>
          </p:nvSpPr>
          <p:spPr>
            <a:xfrm>
              <a:off x="6072913" y="4365542"/>
              <a:ext cx="845820" cy="501226"/>
            </a:xfrm>
            <a:custGeom>
              <a:avLst/>
              <a:gdLst>
                <a:gd name="connsiteX0" fmla="*/ 375029 w 572724"/>
                <a:gd name="connsiteY0" fmla="*/ 15909 h 339392"/>
                <a:gd name="connsiteX1" fmla="*/ 575397 w 572724"/>
                <a:gd name="connsiteY1" fmla="*/ 116221 h 339392"/>
                <a:gd name="connsiteX2" fmla="*/ 216278 w 572724"/>
                <a:gd name="connsiteY2" fmla="*/ 340092 h 339392"/>
                <a:gd name="connsiteX3" fmla="*/ 15909 w 572724"/>
                <a:gd name="connsiteY3" fmla="*/ 239738 h 33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724" h="339392">
                  <a:moveTo>
                    <a:pt x="375029" y="15909"/>
                  </a:moveTo>
                  <a:lnTo>
                    <a:pt x="575397" y="116221"/>
                  </a:lnTo>
                  <a:lnTo>
                    <a:pt x="216278" y="340092"/>
                  </a:lnTo>
                  <a:lnTo>
                    <a:pt x="15909" y="239738"/>
                  </a:lnTo>
                  <a:close/>
                </a:path>
              </a:pathLst>
            </a:custGeom>
            <a:solidFill>
              <a:srgbClr val="E6E7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C14798C-65C6-4060-B1FB-186FEF4D8592}"/>
                </a:ext>
              </a:extLst>
            </p:cNvPr>
            <p:cNvSpPr/>
            <p:nvPr/>
          </p:nvSpPr>
          <p:spPr>
            <a:xfrm>
              <a:off x="6080713" y="4369927"/>
              <a:ext cx="845820" cy="501226"/>
            </a:xfrm>
            <a:custGeom>
              <a:avLst/>
              <a:gdLst>
                <a:gd name="connsiteX0" fmla="*/ 15909 w 572724"/>
                <a:gd name="connsiteY0" fmla="*/ 236514 h 339392"/>
                <a:gd name="connsiteX1" fmla="*/ 369874 w 572724"/>
                <a:gd name="connsiteY1" fmla="*/ 15909 h 339392"/>
                <a:gd name="connsiteX2" fmla="*/ 564855 w 572724"/>
                <a:gd name="connsiteY2" fmla="*/ 113506 h 339392"/>
                <a:gd name="connsiteX3" fmla="*/ 210869 w 572724"/>
                <a:gd name="connsiteY3" fmla="*/ 334195 h 33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724" h="339392">
                  <a:moveTo>
                    <a:pt x="15909" y="236514"/>
                  </a:moveTo>
                  <a:lnTo>
                    <a:pt x="369874" y="15909"/>
                  </a:lnTo>
                  <a:lnTo>
                    <a:pt x="564855" y="113506"/>
                  </a:lnTo>
                  <a:lnTo>
                    <a:pt x="210869" y="334195"/>
                  </a:lnTo>
                  <a:close/>
                </a:path>
              </a:pathLst>
            </a:custGeom>
            <a:solidFill>
              <a:srgbClr val="D1D3D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0C5D3BA-4B91-40E7-ACDE-95A2FA60BE7D}"/>
                </a:ext>
              </a:extLst>
            </p:cNvPr>
            <p:cNvSpPr/>
            <p:nvPr/>
          </p:nvSpPr>
          <p:spPr>
            <a:xfrm>
              <a:off x="6071127" y="4696101"/>
              <a:ext cx="344593" cy="219286"/>
            </a:xfrm>
            <a:custGeom>
              <a:avLst/>
              <a:gdLst>
                <a:gd name="connsiteX0" fmla="*/ 217487 w 233332"/>
                <a:gd name="connsiteY0" fmla="*/ 116263 h 148484"/>
                <a:gd name="connsiteX1" fmla="*/ 216278 w 233332"/>
                <a:gd name="connsiteY1" fmla="*/ 145875 h 148484"/>
                <a:gd name="connsiteX2" fmla="*/ 15909 w 233332"/>
                <a:gd name="connsiteY2" fmla="*/ 45457 h 148484"/>
                <a:gd name="connsiteX3" fmla="*/ 17118 w 233332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332" h="148484">
                  <a:moveTo>
                    <a:pt x="217487" y="116263"/>
                  </a:moveTo>
                  <a:lnTo>
                    <a:pt x="216278" y="145875"/>
                  </a:lnTo>
                  <a:lnTo>
                    <a:pt x="15909" y="45457"/>
                  </a:lnTo>
                  <a:lnTo>
                    <a:pt x="17118" y="15909"/>
                  </a:lnTo>
                  <a:close/>
                </a:path>
              </a:pathLst>
            </a:custGeom>
            <a:solidFill>
              <a:srgbClr val="9799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36904BA-EE64-470B-9C10-E31B88F1B70C}"/>
                </a:ext>
              </a:extLst>
            </p:cNvPr>
            <p:cNvSpPr/>
            <p:nvPr/>
          </p:nvSpPr>
          <p:spPr>
            <a:xfrm>
              <a:off x="6604024" y="4415759"/>
              <a:ext cx="31327" cy="31327"/>
            </a:xfrm>
            <a:custGeom>
              <a:avLst/>
              <a:gdLst>
                <a:gd name="connsiteX0" fmla="*/ 15909 w 21212"/>
                <a:gd name="connsiteY0" fmla="*/ 18667 h 21212"/>
                <a:gd name="connsiteX1" fmla="*/ 15909 w 21212"/>
                <a:gd name="connsiteY1" fmla="*/ 18603 h 21212"/>
                <a:gd name="connsiteX2" fmla="*/ 15909 w 21212"/>
                <a:gd name="connsiteY2" fmla="*/ 18497 h 21212"/>
                <a:gd name="connsiteX3" fmla="*/ 15909 w 21212"/>
                <a:gd name="connsiteY3" fmla="*/ 18412 h 21212"/>
                <a:gd name="connsiteX4" fmla="*/ 15909 w 21212"/>
                <a:gd name="connsiteY4" fmla="*/ 18370 h 21212"/>
                <a:gd name="connsiteX5" fmla="*/ 15909 w 21212"/>
                <a:gd name="connsiteY5" fmla="*/ 18348 h 21212"/>
                <a:gd name="connsiteX6" fmla="*/ 15909 w 21212"/>
                <a:gd name="connsiteY6" fmla="*/ 18264 h 21212"/>
                <a:gd name="connsiteX7" fmla="*/ 15951 w 21212"/>
                <a:gd name="connsiteY7" fmla="*/ 18221 h 21212"/>
                <a:gd name="connsiteX8" fmla="*/ 15951 w 21212"/>
                <a:gd name="connsiteY8" fmla="*/ 18115 h 21212"/>
                <a:gd name="connsiteX9" fmla="*/ 15951 w 21212"/>
                <a:gd name="connsiteY9" fmla="*/ 18115 h 21212"/>
                <a:gd name="connsiteX10" fmla="*/ 15951 w 21212"/>
                <a:gd name="connsiteY10" fmla="*/ 18115 h 21212"/>
                <a:gd name="connsiteX11" fmla="*/ 16015 w 21212"/>
                <a:gd name="connsiteY11" fmla="*/ 17988 h 21212"/>
                <a:gd name="connsiteX12" fmla="*/ 16036 w 21212"/>
                <a:gd name="connsiteY12" fmla="*/ 17967 h 21212"/>
                <a:gd name="connsiteX13" fmla="*/ 16036 w 21212"/>
                <a:gd name="connsiteY13" fmla="*/ 17861 h 21212"/>
                <a:gd name="connsiteX14" fmla="*/ 16079 w 21212"/>
                <a:gd name="connsiteY14" fmla="*/ 17776 h 21212"/>
                <a:gd name="connsiteX15" fmla="*/ 16142 w 21212"/>
                <a:gd name="connsiteY15" fmla="*/ 17733 h 21212"/>
                <a:gd name="connsiteX16" fmla="*/ 16185 w 21212"/>
                <a:gd name="connsiteY16" fmla="*/ 17627 h 21212"/>
                <a:gd name="connsiteX17" fmla="*/ 16270 w 21212"/>
                <a:gd name="connsiteY17" fmla="*/ 17457 h 21212"/>
                <a:gd name="connsiteX18" fmla="*/ 16503 w 21212"/>
                <a:gd name="connsiteY18" fmla="*/ 17224 h 21212"/>
                <a:gd name="connsiteX19" fmla="*/ 16609 w 21212"/>
                <a:gd name="connsiteY19" fmla="*/ 17097 h 21212"/>
                <a:gd name="connsiteX20" fmla="*/ 16673 w 21212"/>
                <a:gd name="connsiteY20" fmla="*/ 17012 h 21212"/>
                <a:gd name="connsiteX21" fmla="*/ 16758 w 21212"/>
                <a:gd name="connsiteY21" fmla="*/ 16927 h 21212"/>
                <a:gd name="connsiteX22" fmla="*/ 16758 w 21212"/>
                <a:gd name="connsiteY22" fmla="*/ 16927 h 21212"/>
                <a:gd name="connsiteX23" fmla="*/ 16758 w 21212"/>
                <a:gd name="connsiteY23" fmla="*/ 16927 h 21212"/>
                <a:gd name="connsiteX24" fmla="*/ 16821 w 21212"/>
                <a:gd name="connsiteY24" fmla="*/ 16906 h 21212"/>
                <a:gd name="connsiteX25" fmla="*/ 16927 w 21212"/>
                <a:gd name="connsiteY25" fmla="*/ 16779 h 21212"/>
                <a:gd name="connsiteX26" fmla="*/ 16948 w 21212"/>
                <a:gd name="connsiteY26" fmla="*/ 16736 h 21212"/>
                <a:gd name="connsiteX27" fmla="*/ 17054 w 21212"/>
                <a:gd name="connsiteY27" fmla="*/ 16694 h 21212"/>
                <a:gd name="connsiteX28" fmla="*/ 17097 w 21212"/>
                <a:gd name="connsiteY28" fmla="*/ 16651 h 21212"/>
                <a:gd name="connsiteX29" fmla="*/ 17160 w 21212"/>
                <a:gd name="connsiteY29" fmla="*/ 16609 h 21212"/>
                <a:gd name="connsiteX30" fmla="*/ 17182 w 21212"/>
                <a:gd name="connsiteY30" fmla="*/ 16567 h 21212"/>
                <a:gd name="connsiteX31" fmla="*/ 17309 w 21212"/>
                <a:gd name="connsiteY31" fmla="*/ 16524 h 21212"/>
                <a:gd name="connsiteX32" fmla="*/ 17309 w 21212"/>
                <a:gd name="connsiteY32" fmla="*/ 16524 h 21212"/>
                <a:gd name="connsiteX33" fmla="*/ 18242 w 21212"/>
                <a:gd name="connsiteY33" fmla="*/ 16100 h 21212"/>
                <a:gd name="connsiteX34" fmla="*/ 18327 w 21212"/>
                <a:gd name="connsiteY34" fmla="*/ 16036 h 21212"/>
                <a:gd name="connsiteX35" fmla="*/ 18348 w 21212"/>
                <a:gd name="connsiteY35" fmla="*/ 16036 h 21212"/>
                <a:gd name="connsiteX36" fmla="*/ 18433 w 21212"/>
                <a:gd name="connsiteY36" fmla="*/ 15951 h 21212"/>
                <a:gd name="connsiteX37" fmla="*/ 18497 w 21212"/>
                <a:gd name="connsiteY37" fmla="*/ 15951 h 21212"/>
                <a:gd name="connsiteX38" fmla="*/ 18518 w 21212"/>
                <a:gd name="connsiteY38" fmla="*/ 15951 h 21212"/>
                <a:gd name="connsiteX39" fmla="*/ 18582 w 21212"/>
                <a:gd name="connsiteY39" fmla="*/ 15909 h 21212"/>
                <a:gd name="connsiteX40" fmla="*/ 18624 w 21212"/>
                <a:gd name="connsiteY40" fmla="*/ 15909 h 21212"/>
                <a:gd name="connsiteX41" fmla="*/ 18773 w 21212"/>
                <a:gd name="connsiteY41" fmla="*/ 15909 h 21212"/>
                <a:gd name="connsiteX42" fmla="*/ 18794 w 21212"/>
                <a:gd name="connsiteY42" fmla="*/ 15909 h 21212"/>
                <a:gd name="connsiteX43" fmla="*/ 18857 w 21212"/>
                <a:gd name="connsiteY43" fmla="*/ 15909 h 21212"/>
                <a:gd name="connsiteX44" fmla="*/ 18857 w 21212"/>
                <a:gd name="connsiteY44" fmla="*/ 15909 h 21212"/>
                <a:gd name="connsiteX45" fmla="*/ 18857 w 21212"/>
                <a:gd name="connsiteY45" fmla="*/ 15909 h 21212"/>
                <a:gd name="connsiteX46" fmla="*/ 18963 w 21212"/>
                <a:gd name="connsiteY46" fmla="*/ 15909 h 21212"/>
                <a:gd name="connsiteX47" fmla="*/ 19006 w 21212"/>
                <a:gd name="connsiteY47" fmla="*/ 15909 h 21212"/>
                <a:gd name="connsiteX48" fmla="*/ 19091 w 21212"/>
                <a:gd name="connsiteY48" fmla="*/ 15909 h 21212"/>
                <a:gd name="connsiteX49" fmla="*/ 19239 w 21212"/>
                <a:gd name="connsiteY49" fmla="*/ 15951 h 21212"/>
                <a:gd name="connsiteX50" fmla="*/ 19366 w 21212"/>
                <a:gd name="connsiteY50" fmla="*/ 16100 h 21212"/>
                <a:gd name="connsiteX51" fmla="*/ 23206 w 21212"/>
                <a:gd name="connsiteY51" fmla="*/ 18645 h 21212"/>
                <a:gd name="connsiteX52" fmla="*/ 22145 w 21212"/>
                <a:gd name="connsiteY52" fmla="*/ 18645 h 21212"/>
                <a:gd name="connsiteX53" fmla="*/ 21233 w 21212"/>
                <a:gd name="connsiteY53" fmla="*/ 19112 h 21212"/>
                <a:gd name="connsiteX54" fmla="*/ 20639 w 21212"/>
                <a:gd name="connsiteY54" fmla="*/ 19515 h 21212"/>
                <a:gd name="connsiteX55" fmla="*/ 20639 w 21212"/>
                <a:gd name="connsiteY55" fmla="*/ 19515 h 21212"/>
                <a:gd name="connsiteX56" fmla="*/ 20215 w 21212"/>
                <a:gd name="connsiteY56" fmla="*/ 20024 h 21212"/>
                <a:gd name="connsiteX57" fmla="*/ 20215 w 21212"/>
                <a:gd name="connsiteY57" fmla="*/ 20045 h 21212"/>
                <a:gd name="connsiteX58" fmla="*/ 19918 w 21212"/>
                <a:gd name="connsiteY58" fmla="*/ 20618 h 21212"/>
                <a:gd name="connsiteX59" fmla="*/ 19897 w 21212"/>
                <a:gd name="connsiteY59" fmla="*/ 20618 h 21212"/>
                <a:gd name="connsiteX60" fmla="*/ 19770 w 21212"/>
                <a:gd name="connsiteY60" fmla="*/ 21254 h 21212"/>
                <a:gd name="connsiteX61" fmla="*/ 19918 w 21212"/>
                <a:gd name="connsiteY61" fmla="*/ 21742 h 21212"/>
                <a:gd name="connsiteX62" fmla="*/ 19918 w 21212"/>
                <a:gd name="connsiteY62" fmla="*/ 21742 h 21212"/>
                <a:gd name="connsiteX63" fmla="*/ 20194 w 21212"/>
                <a:gd name="connsiteY63" fmla="*/ 22103 h 21212"/>
                <a:gd name="connsiteX64" fmla="*/ 16312 w 21212"/>
                <a:gd name="connsiteY64" fmla="*/ 19494 h 21212"/>
                <a:gd name="connsiteX65" fmla="*/ 16079 w 21212"/>
                <a:gd name="connsiteY65" fmla="*/ 19239 h 21212"/>
                <a:gd name="connsiteX66" fmla="*/ 16057 w 21212"/>
                <a:gd name="connsiteY66" fmla="*/ 19176 h 21212"/>
                <a:gd name="connsiteX67" fmla="*/ 16057 w 21212"/>
                <a:gd name="connsiteY67" fmla="*/ 19176 h 21212"/>
                <a:gd name="connsiteX68" fmla="*/ 16057 w 21212"/>
                <a:gd name="connsiteY68" fmla="*/ 19176 h 21212"/>
                <a:gd name="connsiteX69" fmla="*/ 15994 w 21212"/>
                <a:gd name="connsiteY69" fmla="*/ 19091 h 21212"/>
                <a:gd name="connsiteX70" fmla="*/ 15951 w 21212"/>
                <a:gd name="connsiteY70" fmla="*/ 19027 h 21212"/>
                <a:gd name="connsiteX71" fmla="*/ 15951 w 21212"/>
                <a:gd name="connsiteY71" fmla="*/ 18963 h 21212"/>
                <a:gd name="connsiteX72" fmla="*/ 15951 w 21212"/>
                <a:gd name="connsiteY72" fmla="*/ 18921 h 21212"/>
                <a:gd name="connsiteX73" fmla="*/ 15951 w 21212"/>
                <a:gd name="connsiteY73" fmla="*/ 18794 h 21212"/>
                <a:gd name="connsiteX74" fmla="*/ 15951 w 21212"/>
                <a:gd name="connsiteY74" fmla="*/ 18773 h 21212"/>
                <a:gd name="connsiteX75" fmla="*/ 15951 w 21212"/>
                <a:gd name="connsiteY75" fmla="*/ 18688 h 21212"/>
                <a:gd name="connsiteX76" fmla="*/ 15951 w 21212"/>
                <a:gd name="connsiteY76" fmla="*/ 18645 h 21212"/>
                <a:gd name="connsiteX77" fmla="*/ 15951 w 21212"/>
                <a:gd name="connsiteY77" fmla="*/ 18603 h 21212"/>
                <a:gd name="connsiteX78" fmla="*/ 15909 w 21212"/>
                <a:gd name="connsiteY78" fmla="*/ 1866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12" h="21212">
                  <a:moveTo>
                    <a:pt x="15909" y="18667"/>
                  </a:moveTo>
                  <a:cubicBezTo>
                    <a:pt x="15909" y="18667"/>
                    <a:pt x="15909" y="18624"/>
                    <a:pt x="15909" y="18603"/>
                  </a:cubicBezTo>
                  <a:cubicBezTo>
                    <a:pt x="15909" y="18497"/>
                    <a:pt x="15909" y="18497"/>
                    <a:pt x="15909" y="18497"/>
                  </a:cubicBezTo>
                  <a:cubicBezTo>
                    <a:pt x="15909" y="18476"/>
                    <a:pt x="15909" y="18476"/>
                    <a:pt x="15909" y="18412"/>
                  </a:cubicBezTo>
                  <a:cubicBezTo>
                    <a:pt x="15909" y="18370"/>
                    <a:pt x="15909" y="18370"/>
                    <a:pt x="15909" y="18370"/>
                  </a:cubicBezTo>
                  <a:cubicBezTo>
                    <a:pt x="15909" y="18370"/>
                    <a:pt x="15909" y="18370"/>
                    <a:pt x="15909" y="18348"/>
                  </a:cubicBezTo>
                  <a:cubicBezTo>
                    <a:pt x="15909" y="18306"/>
                    <a:pt x="15909" y="18306"/>
                    <a:pt x="15909" y="18264"/>
                  </a:cubicBezTo>
                  <a:lnTo>
                    <a:pt x="15951" y="18221"/>
                  </a:lnTo>
                  <a:cubicBezTo>
                    <a:pt x="15951" y="18179"/>
                    <a:pt x="15951" y="18115"/>
                    <a:pt x="15951" y="18115"/>
                  </a:cubicBezTo>
                  <a:lnTo>
                    <a:pt x="15951" y="18115"/>
                  </a:lnTo>
                  <a:lnTo>
                    <a:pt x="15951" y="18115"/>
                  </a:lnTo>
                  <a:cubicBezTo>
                    <a:pt x="16015" y="18115"/>
                    <a:pt x="16015" y="18073"/>
                    <a:pt x="16015" y="17988"/>
                  </a:cubicBezTo>
                  <a:cubicBezTo>
                    <a:pt x="16015" y="17988"/>
                    <a:pt x="16015" y="17967"/>
                    <a:pt x="16036" y="17967"/>
                  </a:cubicBezTo>
                  <a:cubicBezTo>
                    <a:pt x="16036" y="17903"/>
                    <a:pt x="16036" y="17903"/>
                    <a:pt x="16036" y="17861"/>
                  </a:cubicBezTo>
                  <a:cubicBezTo>
                    <a:pt x="16036" y="17818"/>
                    <a:pt x="16079" y="17818"/>
                    <a:pt x="16079" y="17776"/>
                  </a:cubicBezTo>
                  <a:lnTo>
                    <a:pt x="16142" y="17733"/>
                  </a:lnTo>
                  <a:cubicBezTo>
                    <a:pt x="16142" y="17648"/>
                    <a:pt x="16185" y="17627"/>
                    <a:pt x="16185" y="17627"/>
                  </a:cubicBezTo>
                  <a:cubicBezTo>
                    <a:pt x="16248" y="17542"/>
                    <a:pt x="16270" y="17500"/>
                    <a:pt x="16270" y="17457"/>
                  </a:cubicBezTo>
                  <a:cubicBezTo>
                    <a:pt x="16333" y="17394"/>
                    <a:pt x="16376" y="17309"/>
                    <a:pt x="16503" y="17224"/>
                  </a:cubicBezTo>
                  <a:cubicBezTo>
                    <a:pt x="16524" y="17182"/>
                    <a:pt x="16609" y="17139"/>
                    <a:pt x="16609" y="17097"/>
                  </a:cubicBezTo>
                  <a:cubicBezTo>
                    <a:pt x="16630" y="17054"/>
                    <a:pt x="16673" y="17054"/>
                    <a:pt x="16673" y="17012"/>
                  </a:cubicBezTo>
                  <a:cubicBezTo>
                    <a:pt x="16715" y="16991"/>
                    <a:pt x="16715" y="16991"/>
                    <a:pt x="16758" y="16927"/>
                  </a:cubicBezTo>
                  <a:lnTo>
                    <a:pt x="16758" y="16927"/>
                  </a:lnTo>
                  <a:lnTo>
                    <a:pt x="16758" y="16927"/>
                  </a:lnTo>
                  <a:cubicBezTo>
                    <a:pt x="16821" y="16927"/>
                    <a:pt x="16821" y="16906"/>
                    <a:pt x="16821" y="16906"/>
                  </a:cubicBezTo>
                  <a:cubicBezTo>
                    <a:pt x="16821" y="16821"/>
                    <a:pt x="16864" y="16821"/>
                    <a:pt x="16927" y="16779"/>
                  </a:cubicBezTo>
                  <a:cubicBezTo>
                    <a:pt x="16927" y="16779"/>
                    <a:pt x="16948" y="16779"/>
                    <a:pt x="16948" y="16736"/>
                  </a:cubicBezTo>
                  <a:cubicBezTo>
                    <a:pt x="16991" y="16736"/>
                    <a:pt x="16991" y="16694"/>
                    <a:pt x="17054" y="16694"/>
                  </a:cubicBezTo>
                  <a:lnTo>
                    <a:pt x="17097" y="16651"/>
                  </a:lnTo>
                  <a:cubicBezTo>
                    <a:pt x="17139" y="16609"/>
                    <a:pt x="17160" y="16609"/>
                    <a:pt x="17160" y="16609"/>
                  </a:cubicBezTo>
                  <a:cubicBezTo>
                    <a:pt x="17182" y="16609"/>
                    <a:pt x="17182" y="16609"/>
                    <a:pt x="17182" y="16567"/>
                  </a:cubicBezTo>
                  <a:cubicBezTo>
                    <a:pt x="17245" y="16567"/>
                    <a:pt x="17245" y="16567"/>
                    <a:pt x="17309" y="16524"/>
                  </a:cubicBezTo>
                  <a:lnTo>
                    <a:pt x="17309" y="16524"/>
                  </a:lnTo>
                  <a:lnTo>
                    <a:pt x="18242" y="16100"/>
                  </a:lnTo>
                  <a:cubicBezTo>
                    <a:pt x="18242" y="16100"/>
                    <a:pt x="18327" y="16100"/>
                    <a:pt x="18327" y="16036"/>
                  </a:cubicBezTo>
                  <a:cubicBezTo>
                    <a:pt x="18348" y="16036"/>
                    <a:pt x="18348" y="16036"/>
                    <a:pt x="18348" y="16036"/>
                  </a:cubicBezTo>
                  <a:cubicBezTo>
                    <a:pt x="18391" y="16036"/>
                    <a:pt x="18391" y="15951"/>
                    <a:pt x="18433" y="15951"/>
                  </a:cubicBezTo>
                  <a:lnTo>
                    <a:pt x="18497" y="15951"/>
                  </a:lnTo>
                  <a:cubicBezTo>
                    <a:pt x="18518" y="15951"/>
                    <a:pt x="18518" y="15951"/>
                    <a:pt x="18518" y="15951"/>
                  </a:cubicBezTo>
                  <a:cubicBezTo>
                    <a:pt x="18561" y="15951"/>
                    <a:pt x="18561" y="15909"/>
                    <a:pt x="18582" y="15909"/>
                  </a:cubicBezTo>
                  <a:lnTo>
                    <a:pt x="18624" y="15909"/>
                  </a:lnTo>
                  <a:cubicBezTo>
                    <a:pt x="18730" y="15909"/>
                    <a:pt x="18730" y="15909"/>
                    <a:pt x="18773" y="15909"/>
                  </a:cubicBezTo>
                  <a:lnTo>
                    <a:pt x="18794" y="15909"/>
                  </a:lnTo>
                  <a:cubicBezTo>
                    <a:pt x="18815" y="15909"/>
                    <a:pt x="18815" y="15909"/>
                    <a:pt x="18857" y="15909"/>
                  </a:cubicBezTo>
                  <a:lnTo>
                    <a:pt x="18857" y="15909"/>
                  </a:lnTo>
                  <a:lnTo>
                    <a:pt x="18857" y="15909"/>
                  </a:lnTo>
                  <a:cubicBezTo>
                    <a:pt x="18900" y="15909"/>
                    <a:pt x="18900" y="15909"/>
                    <a:pt x="18963" y="15909"/>
                  </a:cubicBezTo>
                  <a:lnTo>
                    <a:pt x="19006" y="15909"/>
                  </a:lnTo>
                  <a:cubicBezTo>
                    <a:pt x="19027" y="15909"/>
                    <a:pt x="19091" y="15909"/>
                    <a:pt x="19091" y="15909"/>
                  </a:cubicBezTo>
                  <a:cubicBezTo>
                    <a:pt x="19133" y="15909"/>
                    <a:pt x="19197" y="15951"/>
                    <a:pt x="19239" y="15951"/>
                  </a:cubicBezTo>
                  <a:cubicBezTo>
                    <a:pt x="19239" y="15951"/>
                    <a:pt x="19303" y="16036"/>
                    <a:pt x="19366" y="16100"/>
                  </a:cubicBezTo>
                  <a:lnTo>
                    <a:pt x="23206" y="18645"/>
                  </a:lnTo>
                  <a:cubicBezTo>
                    <a:pt x="22930" y="18412"/>
                    <a:pt x="22569" y="18412"/>
                    <a:pt x="22145" y="18645"/>
                  </a:cubicBezTo>
                  <a:lnTo>
                    <a:pt x="21233" y="19112"/>
                  </a:lnTo>
                  <a:cubicBezTo>
                    <a:pt x="21000" y="19239"/>
                    <a:pt x="20788" y="19409"/>
                    <a:pt x="20639" y="19515"/>
                  </a:cubicBezTo>
                  <a:lnTo>
                    <a:pt x="20639" y="19515"/>
                  </a:lnTo>
                  <a:cubicBezTo>
                    <a:pt x="20491" y="19685"/>
                    <a:pt x="20342" y="19876"/>
                    <a:pt x="20215" y="20024"/>
                  </a:cubicBezTo>
                  <a:lnTo>
                    <a:pt x="20215" y="20045"/>
                  </a:lnTo>
                  <a:cubicBezTo>
                    <a:pt x="20109" y="20236"/>
                    <a:pt x="19982" y="20448"/>
                    <a:pt x="19918" y="20618"/>
                  </a:cubicBezTo>
                  <a:cubicBezTo>
                    <a:pt x="19897" y="20618"/>
                    <a:pt x="19897" y="20618"/>
                    <a:pt x="19897" y="20618"/>
                  </a:cubicBezTo>
                  <a:cubicBezTo>
                    <a:pt x="19812" y="20873"/>
                    <a:pt x="19770" y="21063"/>
                    <a:pt x="19770" y="21254"/>
                  </a:cubicBezTo>
                  <a:cubicBezTo>
                    <a:pt x="19770" y="21488"/>
                    <a:pt x="19812" y="21573"/>
                    <a:pt x="19918" y="21742"/>
                  </a:cubicBezTo>
                  <a:lnTo>
                    <a:pt x="19918" y="21742"/>
                  </a:lnTo>
                  <a:cubicBezTo>
                    <a:pt x="19982" y="21870"/>
                    <a:pt x="20109" y="22061"/>
                    <a:pt x="20194" y="22103"/>
                  </a:cubicBezTo>
                  <a:lnTo>
                    <a:pt x="16312" y="19494"/>
                  </a:lnTo>
                  <a:cubicBezTo>
                    <a:pt x="16227" y="19451"/>
                    <a:pt x="16121" y="19409"/>
                    <a:pt x="16079" y="19239"/>
                  </a:cubicBezTo>
                  <a:cubicBezTo>
                    <a:pt x="16057" y="19239"/>
                    <a:pt x="16057" y="19218"/>
                    <a:pt x="16057" y="19176"/>
                  </a:cubicBezTo>
                  <a:lnTo>
                    <a:pt x="16057" y="19176"/>
                  </a:lnTo>
                  <a:lnTo>
                    <a:pt x="16057" y="19176"/>
                  </a:lnTo>
                  <a:cubicBezTo>
                    <a:pt x="15994" y="19133"/>
                    <a:pt x="15994" y="19133"/>
                    <a:pt x="15994" y="19091"/>
                  </a:cubicBezTo>
                  <a:lnTo>
                    <a:pt x="15951" y="19027"/>
                  </a:lnTo>
                  <a:cubicBezTo>
                    <a:pt x="15951" y="19006"/>
                    <a:pt x="15951" y="19006"/>
                    <a:pt x="15951" y="18963"/>
                  </a:cubicBezTo>
                  <a:cubicBezTo>
                    <a:pt x="15951" y="18921"/>
                    <a:pt x="15951" y="18921"/>
                    <a:pt x="15951" y="18921"/>
                  </a:cubicBezTo>
                  <a:cubicBezTo>
                    <a:pt x="15951" y="18836"/>
                    <a:pt x="15951" y="18836"/>
                    <a:pt x="15951" y="18794"/>
                  </a:cubicBezTo>
                  <a:cubicBezTo>
                    <a:pt x="15951" y="18773"/>
                    <a:pt x="15951" y="18773"/>
                    <a:pt x="15951" y="18773"/>
                  </a:cubicBezTo>
                  <a:cubicBezTo>
                    <a:pt x="15951" y="18730"/>
                    <a:pt x="15951" y="18688"/>
                    <a:pt x="15951" y="18688"/>
                  </a:cubicBezTo>
                  <a:lnTo>
                    <a:pt x="15951" y="18645"/>
                  </a:lnTo>
                  <a:lnTo>
                    <a:pt x="15951" y="18603"/>
                  </a:lnTo>
                  <a:cubicBezTo>
                    <a:pt x="15909" y="18709"/>
                    <a:pt x="15909" y="18709"/>
                    <a:pt x="15909" y="18667"/>
                  </a:cubicBezTo>
                  <a:close/>
                </a:path>
              </a:pathLst>
            </a:custGeom>
            <a:solidFill>
              <a:srgbClr val="D823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FC19073B-A217-4AFF-87CC-43682EE7FCF9}"/>
                </a:ext>
              </a:extLst>
            </p:cNvPr>
            <p:cNvSpPr/>
            <p:nvPr/>
          </p:nvSpPr>
          <p:spPr>
            <a:xfrm>
              <a:off x="6609664" y="4419686"/>
              <a:ext cx="31327" cy="31327"/>
            </a:xfrm>
            <a:custGeom>
              <a:avLst/>
              <a:gdLst>
                <a:gd name="connsiteX0" fmla="*/ 17351 w 21212"/>
                <a:gd name="connsiteY0" fmla="*/ 16516 h 21212"/>
                <a:gd name="connsiteX1" fmla="*/ 15909 w 21212"/>
                <a:gd name="connsiteY1" fmla="*/ 18680 h 21212"/>
                <a:gd name="connsiteX2" fmla="*/ 17415 w 21212"/>
                <a:gd name="connsiteY2" fmla="*/ 19528 h 21212"/>
                <a:gd name="connsiteX3" fmla="*/ 18327 w 21212"/>
                <a:gd name="connsiteY3" fmla="*/ 18998 h 21212"/>
                <a:gd name="connsiteX4" fmla="*/ 19706 w 21212"/>
                <a:gd name="connsiteY4" fmla="*/ 16834 h 21212"/>
                <a:gd name="connsiteX5" fmla="*/ 18264 w 21212"/>
                <a:gd name="connsiteY5" fmla="*/ 16049 h 21212"/>
                <a:gd name="connsiteX6" fmla="*/ 17351 w 21212"/>
                <a:gd name="connsiteY6" fmla="*/ 1651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7351" y="16516"/>
                  </a:moveTo>
                  <a:cubicBezTo>
                    <a:pt x="16524" y="16919"/>
                    <a:pt x="15909" y="17874"/>
                    <a:pt x="15909" y="18680"/>
                  </a:cubicBezTo>
                  <a:cubicBezTo>
                    <a:pt x="15909" y="19528"/>
                    <a:pt x="16609" y="19931"/>
                    <a:pt x="17415" y="19528"/>
                  </a:cubicBezTo>
                  <a:lnTo>
                    <a:pt x="18327" y="18998"/>
                  </a:lnTo>
                  <a:cubicBezTo>
                    <a:pt x="19091" y="18680"/>
                    <a:pt x="19727" y="17725"/>
                    <a:pt x="19706" y="16834"/>
                  </a:cubicBezTo>
                  <a:cubicBezTo>
                    <a:pt x="19706" y="16049"/>
                    <a:pt x="19027" y="15689"/>
                    <a:pt x="18264" y="16049"/>
                  </a:cubicBezTo>
                  <a:lnTo>
                    <a:pt x="17351" y="16516"/>
                  </a:ln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65A779B-1B66-4155-A027-94CCE38EB122}"/>
                </a:ext>
              </a:extLst>
            </p:cNvPr>
            <p:cNvSpPr/>
            <p:nvPr/>
          </p:nvSpPr>
          <p:spPr>
            <a:xfrm>
              <a:off x="6610134" y="4419925"/>
              <a:ext cx="62653" cy="62653"/>
            </a:xfrm>
            <a:custGeom>
              <a:avLst/>
              <a:gdLst>
                <a:gd name="connsiteX0" fmla="*/ 15909 w 42424"/>
                <a:gd name="connsiteY0" fmla="*/ 18454 h 42424"/>
                <a:gd name="connsiteX1" fmla="*/ 15909 w 42424"/>
                <a:gd name="connsiteY1" fmla="*/ 18412 h 42424"/>
                <a:gd name="connsiteX2" fmla="*/ 15909 w 42424"/>
                <a:gd name="connsiteY2" fmla="*/ 18370 h 42424"/>
                <a:gd name="connsiteX3" fmla="*/ 15909 w 42424"/>
                <a:gd name="connsiteY3" fmla="*/ 18285 h 42424"/>
                <a:gd name="connsiteX4" fmla="*/ 15951 w 42424"/>
                <a:gd name="connsiteY4" fmla="*/ 18200 h 42424"/>
                <a:gd name="connsiteX5" fmla="*/ 15951 w 42424"/>
                <a:gd name="connsiteY5" fmla="*/ 18179 h 42424"/>
                <a:gd name="connsiteX6" fmla="*/ 15951 w 42424"/>
                <a:gd name="connsiteY6" fmla="*/ 18115 h 42424"/>
                <a:gd name="connsiteX7" fmla="*/ 15994 w 42424"/>
                <a:gd name="connsiteY7" fmla="*/ 18030 h 42424"/>
                <a:gd name="connsiteX8" fmla="*/ 15994 w 42424"/>
                <a:gd name="connsiteY8" fmla="*/ 17945 h 42424"/>
                <a:gd name="connsiteX9" fmla="*/ 15994 w 42424"/>
                <a:gd name="connsiteY9" fmla="*/ 17945 h 42424"/>
                <a:gd name="connsiteX10" fmla="*/ 15994 w 42424"/>
                <a:gd name="connsiteY10" fmla="*/ 17945 h 42424"/>
                <a:gd name="connsiteX11" fmla="*/ 16015 w 42424"/>
                <a:gd name="connsiteY11" fmla="*/ 17860 h 42424"/>
                <a:gd name="connsiteX12" fmla="*/ 16015 w 42424"/>
                <a:gd name="connsiteY12" fmla="*/ 17839 h 42424"/>
                <a:gd name="connsiteX13" fmla="*/ 16057 w 42424"/>
                <a:gd name="connsiteY13" fmla="*/ 17754 h 42424"/>
                <a:gd name="connsiteX14" fmla="*/ 16100 w 42424"/>
                <a:gd name="connsiteY14" fmla="*/ 17669 h 42424"/>
                <a:gd name="connsiteX15" fmla="*/ 16142 w 42424"/>
                <a:gd name="connsiteY15" fmla="*/ 17606 h 42424"/>
                <a:gd name="connsiteX16" fmla="*/ 16185 w 42424"/>
                <a:gd name="connsiteY16" fmla="*/ 17542 h 42424"/>
                <a:gd name="connsiteX17" fmla="*/ 16206 w 42424"/>
                <a:gd name="connsiteY17" fmla="*/ 17351 h 42424"/>
                <a:gd name="connsiteX18" fmla="*/ 16439 w 42424"/>
                <a:gd name="connsiteY18" fmla="*/ 17118 h 42424"/>
                <a:gd name="connsiteX19" fmla="*/ 16524 w 42424"/>
                <a:gd name="connsiteY19" fmla="*/ 17033 h 42424"/>
                <a:gd name="connsiteX20" fmla="*/ 16609 w 42424"/>
                <a:gd name="connsiteY20" fmla="*/ 16927 h 42424"/>
                <a:gd name="connsiteX21" fmla="*/ 16694 w 42424"/>
                <a:gd name="connsiteY21" fmla="*/ 16885 h 42424"/>
                <a:gd name="connsiteX22" fmla="*/ 16694 w 42424"/>
                <a:gd name="connsiteY22" fmla="*/ 16885 h 42424"/>
                <a:gd name="connsiteX23" fmla="*/ 16694 w 42424"/>
                <a:gd name="connsiteY23" fmla="*/ 16885 h 42424"/>
                <a:gd name="connsiteX24" fmla="*/ 16758 w 42424"/>
                <a:gd name="connsiteY24" fmla="*/ 16800 h 42424"/>
                <a:gd name="connsiteX25" fmla="*/ 16821 w 42424"/>
                <a:gd name="connsiteY25" fmla="*/ 16736 h 42424"/>
                <a:gd name="connsiteX26" fmla="*/ 16885 w 42424"/>
                <a:gd name="connsiteY26" fmla="*/ 16715 h 42424"/>
                <a:gd name="connsiteX27" fmla="*/ 16970 w 42424"/>
                <a:gd name="connsiteY27" fmla="*/ 16630 h 42424"/>
                <a:gd name="connsiteX28" fmla="*/ 16991 w 42424"/>
                <a:gd name="connsiteY28" fmla="*/ 16630 h 42424"/>
                <a:gd name="connsiteX29" fmla="*/ 17118 w 42424"/>
                <a:gd name="connsiteY29" fmla="*/ 16630 h 42424"/>
                <a:gd name="connsiteX30" fmla="*/ 17160 w 42424"/>
                <a:gd name="connsiteY30" fmla="*/ 16609 h 42424"/>
                <a:gd name="connsiteX31" fmla="*/ 17203 w 42424"/>
                <a:gd name="connsiteY31" fmla="*/ 16503 h 42424"/>
                <a:gd name="connsiteX32" fmla="*/ 17224 w 42424"/>
                <a:gd name="connsiteY32" fmla="*/ 16503 h 42424"/>
                <a:gd name="connsiteX33" fmla="*/ 18030 w 42424"/>
                <a:gd name="connsiteY33" fmla="*/ 16057 h 42424"/>
                <a:gd name="connsiteX34" fmla="*/ 18094 w 42424"/>
                <a:gd name="connsiteY34" fmla="*/ 16057 h 42424"/>
                <a:gd name="connsiteX35" fmla="*/ 18157 w 42424"/>
                <a:gd name="connsiteY35" fmla="*/ 16015 h 42424"/>
                <a:gd name="connsiteX36" fmla="*/ 18200 w 42424"/>
                <a:gd name="connsiteY36" fmla="*/ 15994 h 42424"/>
                <a:gd name="connsiteX37" fmla="*/ 18285 w 42424"/>
                <a:gd name="connsiteY37" fmla="*/ 15994 h 42424"/>
                <a:gd name="connsiteX38" fmla="*/ 18327 w 42424"/>
                <a:gd name="connsiteY38" fmla="*/ 15951 h 42424"/>
                <a:gd name="connsiteX39" fmla="*/ 18391 w 42424"/>
                <a:gd name="connsiteY39" fmla="*/ 15951 h 42424"/>
                <a:gd name="connsiteX40" fmla="*/ 18391 w 42424"/>
                <a:gd name="connsiteY40" fmla="*/ 15951 h 42424"/>
                <a:gd name="connsiteX41" fmla="*/ 18476 w 42424"/>
                <a:gd name="connsiteY41" fmla="*/ 15951 h 42424"/>
                <a:gd name="connsiteX42" fmla="*/ 18518 w 42424"/>
                <a:gd name="connsiteY42" fmla="*/ 15909 h 42424"/>
                <a:gd name="connsiteX43" fmla="*/ 18539 w 42424"/>
                <a:gd name="connsiteY43" fmla="*/ 15909 h 42424"/>
                <a:gd name="connsiteX44" fmla="*/ 18539 w 42424"/>
                <a:gd name="connsiteY44" fmla="*/ 15909 h 42424"/>
                <a:gd name="connsiteX45" fmla="*/ 18539 w 42424"/>
                <a:gd name="connsiteY45" fmla="*/ 15909 h 42424"/>
                <a:gd name="connsiteX46" fmla="*/ 18645 w 42424"/>
                <a:gd name="connsiteY46" fmla="*/ 15909 h 42424"/>
                <a:gd name="connsiteX47" fmla="*/ 18751 w 42424"/>
                <a:gd name="connsiteY47" fmla="*/ 15951 h 42424"/>
                <a:gd name="connsiteX48" fmla="*/ 18815 w 42424"/>
                <a:gd name="connsiteY48" fmla="*/ 15951 h 42424"/>
                <a:gd name="connsiteX49" fmla="*/ 18921 w 42424"/>
                <a:gd name="connsiteY49" fmla="*/ 15994 h 42424"/>
                <a:gd name="connsiteX50" fmla="*/ 19006 w 42424"/>
                <a:gd name="connsiteY50" fmla="*/ 16057 h 42424"/>
                <a:gd name="connsiteX51" fmla="*/ 40006 w 42424"/>
                <a:gd name="connsiteY51" fmla="*/ 30185 h 42424"/>
                <a:gd name="connsiteX52" fmla="*/ 38966 w 42424"/>
                <a:gd name="connsiteY52" fmla="*/ 30185 h 42424"/>
                <a:gd name="connsiteX53" fmla="*/ 38097 w 42424"/>
                <a:gd name="connsiteY53" fmla="*/ 30630 h 42424"/>
                <a:gd name="connsiteX54" fmla="*/ 37651 w 42424"/>
                <a:gd name="connsiteY54" fmla="*/ 30991 h 42424"/>
                <a:gd name="connsiteX55" fmla="*/ 37651 w 42424"/>
                <a:gd name="connsiteY55" fmla="*/ 30991 h 42424"/>
                <a:gd name="connsiteX56" fmla="*/ 37206 w 42424"/>
                <a:gd name="connsiteY56" fmla="*/ 31500 h 42424"/>
                <a:gd name="connsiteX57" fmla="*/ 37206 w 42424"/>
                <a:gd name="connsiteY57" fmla="*/ 31500 h 42424"/>
                <a:gd name="connsiteX58" fmla="*/ 36972 w 42424"/>
                <a:gd name="connsiteY58" fmla="*/ 31988 h 42424"/>
                <a:gd name="connsiteX59" fmla="*/ 36972 w 42424"/>
                <a:gd name="connsiteY59" fmla="*/ 32051 h 42424"/>
                <a:gd name="connsiteX60" fmla="*/ 36866 w 42424"/>
                <a:gd name="connsiteY60" fmla="*/ 32603 h 42424"/>
                <a:gd name="connsiteX61" fmla="*/ 36972 w 42424"/>
                <a:gd name="connsiteY61" fmla="*/ 33006 h 42424"/>
                <a:gd name="connsiteX62" fmla="*/ 36972 w 42424"/>
                <a:gd name="connsiteY62" fmla="*/ 33006 h 42424"/>
                <a:gd name="connsiteX63" fmla="*/ 37206 w 42424"/>
                <a:gd name="connsiteY63" fmla="*/ 33345 h 42424"/>
                <a:gd name="connsiteX64" fmla="*/ 16248 w 42424"/>
                <a:gd name="connsiteY64" fmla="*/ 19260 h 42424"/>
                <a:gd name="connsiteX65" fmla="*/ 16100 w 42424"/>
                <a:gd name="connsiteY65" fmla="*/ 19048 h 42424"/>
                <a:gd name="connsiteX66" fmla="*/ 16057 w 42424"/>
                <a:gd name="connsiteY66" fmla="*/ 18942 h 42424"/>
                <a:gd name="connsiteX67" fmla="*/ 16036 w 42424"/>
                <a:gd name="connsiteY67" fmla="*/ 18879 h 42424"/>
                <a:gd name="connsiteX68" fmla="*/ 16036 w 42424"/>
                <a:gd name="connsiteY68" fmla="*/ 18879 h 42424"/>
                <a:gd name="connsiteX69" fmla="*/ 16036 w 42424"/>
                <a:gd name="connsiteY69" fmla="*/ 18857 h 42424"/>
                <a:gd name="connsiteX70" fmla="*/ 15994 w 42424"/>
                <a:gd name="connsiteY70" fmla="*/ 18751 h 42424"/>
                <a:gd name="connsiteX71" fmla="*/ 15994 w 42424"/>
                <a:gd name="connsiteY71" fmla="*/ 18751 h 42424"/>
                <a:gd name="connsiteX72" fmla="*/ 15951 w 42424"/>
                <a:gd name="connsiteY72" fmla="*/ 18730 h 42424"/>
                <a:gd name="connsiteX73" fmla="*/ 15951 w 42424"/>
                <a:gd name="connsiteY73" fmla="*/ 18645 h 42424"/>
                <a:gd name="connsiteX74" fmla="*/ 15951 w 42424"/>
                <a:gd name="connsiteY74" fmla="*/ 18582 h 42424"/>
                <a:gd name="connsiteX75" fmla="*/ 15951 w 42424"/>
                <a:gd name="connsiteY75" fmla="*/ 18476 h 42424"/>
                <a:gd name="connsiteX76" fmla="*/ 15951 w 42424"/>
                <a:gd name="connsiteY76" fmla="*/ 18476 h 42424"/>
                <a:gd name="connsiteX77" fmla="*/ 15951 w 42424"/>
                <a:gd name="connsiteY77" fmla="*/ 18433 h 42424"/>
                <a:gd name="connsiteX78" fmla="*/ 15909 w 42424"/>
                <a:gd name="connsiteY78" fmla="*/ 1845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424" h="42424">
                  <a:moveTo>
                    <a:pt x="15909" y="18454"/>
                  </a:moveTo>
                  <a:lnTo>
                    <a:pt x="15909" y="18412"/>
                  </a:lnTo>
                  <a:cubicBezTo>
                    <a:pt x="15909" y="18370"/>
                    <a:pt x="15909" y="18370"/>
                    <a:pt x="15909" y="18370"/>
                  </a:cubicBezTo>
                  <a:cubicBezTo>
                    <a:pt x="15909" y="18327"/>
                    <a:pt x="15909" y="18327"/>
                    <a:pt x="15909" y="18285"/>
                  </a:cubicBezTo>
                  <a:cubicBezTo>
                    <a:pt x="15909" y="18285"/>
                    <a:pt x="15951" y="18285"/>
                    <a:pt x="15951" y="18200"/>
                  </a:cubicBezTo>
                  <a:lnTo>
                    <a:pt x="15951" y="18179"/>
                  </a:lnTo>
                  <a:cubicBezTo>
                    <a:pt x="15951" y="18115"/>
                    <a:pt x="15951" y="18115"/>
                    <a:pt x="15951" y="18115"/>
                  </a:cubicBezTo>
                  <a:lnTo>
                    <a:pt x="15994" y="18030"/>
                  </a:lnTo>
                  <a:cubicBezTo>
                    <a:pt x="15994" y="17988"/>
                    <a:pt x="15994" y="17945"/>
                    <a:pt x="15994" y="17945"/>
                  </a:cubicBezTo>
                  <a:lnTo>
                    <a:pt x="15994" y="17945"/>
                  </a:lnTo>
                  <a:lnTo>
                    <a:pt x="15994" y="17945"/>
                  </a:lnTo>
                  <a:cubicBezTo>
                    <a:pt x="15994" y="17924"/>
                    <a:pt x="15994" y="17924"/>
                    <a:pt x="16015" y="17860"/>
                  </a:cubicBezTo>
                  <a:lnTo>
                    <a:pt x="16015" y="17839"/>
                  </a:lnTo>
                  <a:cubicBezTo>
                    <a:pt x="16015" y="17754"/>
                    <a:pt x="16057" y="17754"/>
                    <a:pt x="16057" y="17754"/>
                  </a:cubicBezTo>
                  <a:cubicBezTo>
                    <a:pt x="16057" y="17712"/>
                    <a:pt x="16100" y="17669"/>
                    <a:pt x="16100" y="17669"/>
                  </a:cubicBezTo>
                  <a:cubicBezTo>
                    <a:pt x="16100" y="17627"/>
                    <a:pt x="16142" y="17627"/>
                    <a:pt x="16142" y="17606"/>
                  </a:cubicBezTo>
                  <a:cubicBezTo>
                    <a:pt x="16142" y="17563"/>
                    <a:pt x="16185" y="17563"/>
                    <a:pt x="16185" y="17542"/>
                  </a:cubicBezTo>
                  <a:cubicBezTo>
                    <a:pt x="16185" y="17457"/>
                    <a:pt x="16206" y="17436"/>
                    <a:pt x="16206" y="17351"/>
                  </a:cubicBezTo>
                  <a:cubicBezTo>
                    <a:pt x="16312" y="17266"/>
                    <a:pt x="16354" y="17203"/>
                    <a:pt x="16439" y="17118"/>
                  </a:cubicBezTo>
                  <a:cubicBezTo>
                    <a:pt x="16439" y="17076"/>
                    <a:pt x="16439" y="17076"/>
                    <a:pt x="16524" y="17033"/>
                  </a:cubicBezTo>
                  <a:cubicBezTo>
                    <a:pt x="16545" y="16991"/>
                    <a:pt x="16545" y="16991"/>
                    <a:pt x="16609" y="16927"/>
                  </a:cubicBezTo>
                  <a:cubicBezTo>
                    <a:pt x="16609" y="16885"/>
                    <a:pt x="16694" y="16885"/>
                    <a:pt x="16694" y="16885"/>
                  </a:cubicBezTo>
                  <a:lnTo>
                    <a:pt x="16694" y="16885"/>
                  </a:lnTo>
                  <a:lnTo>
                    <a:pt x="16694" y="16885"/>
                  </a:lnTo>
                  <a:cubicBezTo>
                    <a:pt x="16715" y="16821"/>
                    <a:pt x="16758" y="16800"/>
                    <a:pt x="16758" y="16800"/>
                  </a:cubicBezTo>
                  <a:cubicBezTo>
                    <a:pt x="16779" y="16736"/>
                    <a:pt x="16779" y="16736"/>
                    <a:pt x="16821" y="16736"/>
                  </a:cubicBezTo>
                  <a:cubicBezTo>
                    <a:pt x="16821" y="16715"/>
                    <a:pt x="16885" y="16715"/>
                    <a:pt x="16885" y="16715"/>
                  </a:cubicBezTo>
                  <a:cubicBezTo>
                    <a:pt x="16927" y="16673"/>
                    <a:pt x="16927" y="16673"/>
                    <a:pt x="16970" y="16630"/>
                  </a:cubicBezTo>
                  <a:lnTo>
                    <a:pt x="16991" y="16630"/>
                  </a:lnTo>
                  <a:cubicBezTo>
                    <a:pt x="17054" y="16630"/>
                    <a:pt x="17054" y="16630"/>
                    <a:pt x="17118" y="16630"/>
                  </a:cubicBezTo>
                  <a:cubicBezTo>
                    <a:pt x="17118" y="16630"/>
                    <a:pt x="17118" y="16609"/>
                    <a:pt x="17160" y="16609"/>
                  </a:cubicBezTo>
                  <a:cubicBezTo>
                    <a:pt x="17203" y="16503"/>
                    <a:pt x="17203" y="16503"/>
                    <a:pt x="17203" y="16503"/>
                  </a:cubicBezTo>
                  <a:lnTo>
                    <a:pt x="17224" y="16503"/>
                  </a:lnTo>
                  <a:lnTo>
                    <a:pt x="18030" y="16057"/>
                  </a:lnTo>
                  <a:cubicBezTo>
                    <a:pt x="18030" y="16057"/>
                    <a:pt x="18030" y="16057"/>
                    <a:pt x="18094" y="16057"/>
                  </a:cubicBezTo>
                  <a:cubicBezTo>
                    <a:pt x="18094" y="16015"/>
                    <a:pt x="18157" y="16015"/>
                    <a:pt x="18157" y="16015"/>
                  </a:cubicBezTo>
                  <a:cubicBezTo>
                    <a:pt x="18157" y="16015"/>
                    <a:pt x="18200" y="16015"/>
                    <a:pt x="18200" y="15994"/>
                  </a:cubicBezTo>
                  <a:cubicBezTo>
                    <a:pt x="18221" y="15994"/>
                    <a:pt x="18221" y="15994"/>
                    <a:pt x="18285" y="15994"/>
                  </a:cubicBezTo>
                  <a:cubicBezTo>
                    <a:pt x="18285" y="15994"/>
                    <a:pt x="18285" y="15994"/>
                    <a:pt x="18327" y="15951"/>
                  </a:cubicBezTo>
                  <a:lnTo>
                    <a:pt x="18391" y="15951"/>
                  </a:lnTo>
                  <a:lnTo>
                    <a:pt x="18391" y="15951"/>
                  </a:lnTo>
                  <a:cubicBezTo>
                    <a:pt x="18412" y="15951"/>
                    <a:pt x="18412" y="15951"/>
                    <a:pt x="18476" y="15951"/>
                  </a:cubicBezTo>
                  <a:lnTo>
                    <a:pt x="18518" y="15909"/>
                  </a:lnTo>
                  <a:cubicBezTo>
                    <a:pt x="18539" y="15909"/>
                    <a:pt x="18539" y="15909"/>
                    <a:pt x="18539" y="15909"/>
                  </a:cubicBezTo>
                  <a:lnTo>
                    <a:pt x="18539" y="15909"/>
                  </a:lnTo>
                  <a:lnTo>
                    <a:pt x="18539" y="15909"/>
                  </a:lnTo>
                  <a:cubicBezTo>
                    <a:pt x="18561" y="15909"/>
                    <a:pt x="18645" y="15909"/>
                    <a:pt x="18645" y="15909"/>
                  </a:cubicBezTo>
                  <a:cubicBezTo>
                    <a:pt x="18645" y="15909"/>
                    <a:pt x="18645" y="15951"/>
                    <a:pt x="18751" y="15951"/>
                  </a:cubicBezTo>
                  <a:cubicBezTo>
                    <a:pt x="18751" y="15951"/>
                    <a:pt x="18773" y="15951"/>
                    <a:pt x="18815" y="15951"/>
                  </a:cubicBezTo>
                  <a:cubicBezTo>
                    <a:pt x="18815" y="15951"/>
                    <a:pt x="18879" y="15951"/>
                    <a:pt x="18921" y="15994"/>
                  </a:cubicBezTo>
                  <a:cubicBezTo>
                    <a:pt x="18963" y="15994"/>
                    <a:pt x="18985" y="16015"/>
                    <a:pt x="19006" y="16057"/>
                  </a:cubicBezTo>
                  <a:lnTo>
                    <a:pt x="40006" y="30185"/>
                  </a:lnTo>
                  <a:cubicBezTo>
                    <a:pt x="39751" y="30036"/>
                    <a:pt x="39348" y="30036"/>
                    <a:pt x="38966" y="30185"/>
                  </a:cubicBezTo>
                  <a:lnTo>
                    <a:pt x="38097" y="30630"/>
                  </a:lnTo>
                  <a:cubicBezTo>
                    <a:pt x="37970" y="30736"/>
                    <a:pt x="37757" y="30821"/>
                    <a:pt x="37651" y="30991"/>
                  </a:cubicBezTo>
                  <a:lnTo>
                    <a:pt x="37651" y="30991"/>
                  </a:lnTo>
                  <a:cubicBezTo>
                    <a:pt x="37460" y="31139"/>
                    <a:pt x="37354" y="31309"/>
                    <a:pt x="37206" y="31500"/>
                  </a:cubicBezTo>
                  <a:lnTo>
                    <a:pt x="37206" y="31500"/>
                  </a:lnTo>
                  <a:cubicBezTo>
                    <a:pt x="37121" y="31648"/>
                    <a:pt x="36972" y="31839"/>
                    <a:pt x="36972" y="31988"/>
                  </a:cubicBezTo>
                  <a:cubicBezTo>
                    <a:pt x="36972" y="31988"/>
                    <a:pt x="36972" y="31988"/>
                    <a:pt x="36972" y="32051"/>
                  </a:cubicBezTo>
                  <a:cubicBezTo>
                    <a:pt x="36909" y="32200"/>
                    <a:pt x="36866" y="32433"/>
                    <a:pt x="36866" y="32603"/>
                  </a:cubicBezTo>
                  <a:cubicBezTo>
                    <a:pt x="36909" y="32815"/>
                    <a:pt x="36909" y="32963"/>
                    <a:pt x="36972" y="33006"/>
                  </a:cubicBezTo>
                  <a:lnTo>
                    <a:pt x="36972" y="33006"/>
                  </a:lnTo>
                  <a:cubicBezTo>
                    <a:pt x="36972" y="33154"/>
                    <a:pt x="37121" y="33303"/>
                    <a:pt x="37206" y="33345"/>
                  </a:cubicBezTo>
                  <a:lnTo>
                    <a:pt x="16248" y="19260"/>
                  </a:lnTo>
                  <a:cubicBezTo>
                    <a:pt x="16227" y="19154"/>
                    <a:pt x="16142" y="19133"/>
                    <a:pt x="16100" y="19048"/>
                  </a:cubicBezTo>
                  <a:cubicBezTo>
                    <a:pt x="16057" y="18963"/>
                    <a:pt x="16057" y="18963"/>
                    <a:pt x="16057" y="18942"/>
                  </a:cubicBezTo>
                  <a:cubicBezTo>
                    <a:pt x="16036" y="18879"/>
                    <a:pt x="16036" y="18879"/>
                    <a:pt x="16036" y="18879"/>
                  </a:cubicBezTo>
                  <a:lnTo>
                    <a:pt x="16036" y="18879"/>
                  </a:lnTo>
                  <a:cubicBezTo>
                    <a:pt x="16036" y="18879"/>
                    <a:pt x="16036" y="18879"/>
                    <a:pt x="16036" y="18857"/>
                  </a:cubicBezTo>
                  <a:cubicBezTo>
                    <a:pt x="16036" y="18794"/>
                    <a:pt x="15994" y="18794"/>
                    <a:pt x="15994" y="18751"/>
                  </a:cubicBezTo>
                  <a:lnTo>
                    <a:pt x="15994" y="18751"/>
                  </a:lnTo>
                  <a:cubicBezTo>
                    <a:pt x="15994" y="18730"/>
                    <a:pt x="15994" y="18730"/>
                    <a:pt x="15951" y="18730"/>
                  </a:cubicBezTo>
                  <a:cubicBezTo>
                    <a:pt x="15951" y="18667"/>
                    <a:pt x="15951" y="18645"/>
                    <a:pt x="15951" y="18645"/>
                  </a:cubicBezTo>
                  <a:cubicBezTo>
                    <a:pt x="15951" y="18582"/>
                    <a:pt x="15951" y="18582"/>
                    <a:pt x="15951" y="18582"/>
                  </a:cubicBezTo>
                  <a:cubicBezTo>
                    <a:pt x="15951" y="18497"/>
                    <a:pt x="15951" y="18497"/>
                    <a:pt x="15951" y="18476"/>
                  </a:cubicBezTo>
                  <a:lnTo>
                    <a:pt x="15951" y="18476"/>
                  </a:lnTo>
                  <a:cubicBezTo>
                    <a:pt x="15951" y="18433"/>
                    <a:pt x="15951" y="18433"/>
                    <a:pt x="15951" y="18433"/>
                  </a:cubicBezTo>
                  <a:cubicBezTo>
                    <a:pt x="15951" y="18433"/>
                    <a:pt x="15909" y="18476"/>
                    <a:pt x="15909" y="184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FBFF60C-5C56-4FA1-87B0-24A28DB6F2D4}"/>
                </a:ext>
              </a:extLst>
            </p:cNvPr>
            <p:cNvSpPr/>
            <p:nvPr/>
          </p:nvSpPr>
          <p:spPr>
            <a:xfrm>
              <a:off x="6641022" y="4440902"/>
              <a:ext cx="31327" cy="31327"/>
            </a:xfrm>
            <a:custGeom>
              <a:avLst/>
              <a:gdLst>
                <a:gd name="connsiteX0" fmla="*/ 17139 w 21212"/>
                <a:gd name="connsiteY0" fmla="*/ 16489 h 21212"/>
                <a:gd name="connsiteX1" fmla="*/ 15909 w 21212"/>
                <a:gd name="connsiteY1" fmla="*/ 18483 h 21212"/>
                <a:gd name="connsiteX2" fmla="*/ 17203 w 21212"/>
                <a:gd name="connsiteY2" fmla="*/ 19204 h 21212"/>
                <a:gd name="connsiteX3" fmla="*/ 18115 w 21212"/>
                <a:gd name="connsiteY3" fmla="*/ 18823 h 21212"/>
                <a:gd name="connsiteX4" fmla="*/ 19345 w 21212"/>
                <a:gd name="connsiteY4" fmla="*/ 16786 h 21212"/>
                <a:gd name="connsiteX5" fmla="*/ 18009 w 21212"/>
                <a:gd name="connsiteY5" fmla="*/ 16022 h 21212"/>
                <a:gd name="connsiteX6" fmla="*/ 17139 w 21212"/>
                <a:gd name="connsiteY6" fmla="*/ 1648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7139" y="16489"/>
                  </a:moveTo>
                  <a:cubicBezTo>
                    <a:pt x="16461" y="16850"/>
                    <a:pt x="15909" y="17698"/>
                    <a:pt x="15909" y="18483"/>
                  </a:cubicBezTo>
                  <a:cubicBezTo>
                    <a:pt x="15951" y="19204"/>
                    <a:pt x="16482" y="19586"/>
                    <a:pt x="17203" y="19204"/>
                  </a:cubicBezTo>
                  <a:lnTo>
                    <a:pt x="18115" y="18823"/>
                  </a:lnTo>
                  <a:cubicBezTo>
                    <a:pt x="18815" y="18462"/>
                    <a:pt x="19388" y="17571"/>
                    <a:pt x="19345" y="16786"/>
                  </a:cubicBezTo>
                  <a:cubicBezTo>
                    <a:pt x="19345" y="16022"/>
                    <a:pt x="18751" y="15725"/>
                    <a:pt x="18009" y="16022"/>
                  </a:cubicBezTo>
                  <a:lnTo>
                    <a:pt x="17139" y="16489"/>
                  </a:ln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EFC4C59C-5646-4664-9524-182615EBE127}"/>
                </a:ext>
              </a:extLst>
            </p:cNvPr>
            <p:cNvSpPr/>
            <p:nvPr/>
          </p:nvSpPr>
          <p:spPr>
            <a:xfrm>
              <a:off x="6641835" y="4441853"/>
              <a:ext cx="31327" cy="31327"/>
            </a:xfrm>
            <a:custGeom>
              <a:avLst/>
              <a:gdLst>
                <a:gd name="connsiteX0" fmla="*/ 15909 w 21212"/>
                <a:gd name="connsiteY0" fmla="*/ 17839 h 21212"/>
                <a:gd name="connsiteX1" fmla="*/ 15909 w 21212"/>
                <a:gd name="connsiteY1" fmla="*/ 17754 h 21212"/>
                <a:gd name="connsiteX2" fmla="*/ 15909 w 21212"/>
                <a:gd name="connsiteY2" fmla="*/ 17691 h 21212"/>
                <a:gd name="connsiteX3" fmla="*/ 15909 w 21212"/>
                <a:gd name="connsiteY3" fmla="*/ 17691 h 21212"/>
                <a:gd name="connsiteX4" fmla="*/ 15951 w 21212"/>
                <a:gd name="connsiteY4" fmla="*/ 17648 h 21212"/>
                <a:gd name="connsiteX5" fmla="*/ 15951 w 21212"/>
                <a:gd name="connsiteY5" fmla="*/ 17542 h 21212"/>
                <a:gd name="connsiteX6" fmla="*/ 15951 w 21212"/>
                <a:gd name="connsiteY6" fmla="*/ 17500 h 21212"/>
                <a:gd name="connsiteX7" fmla="*/ 15951 w 21212"/>
                <a:gd name="connsiteY7" fmla="*/ 17479 h 21212"/>
                <a:gd name="connsiteX8" fmla="*/ 16036 w 21212"/>
                <a:gd name="connsiteY8" fmla="*/ 17415 h 21212"/>
                <a:gd name="connsiteX9" fmla="*/ 16036 w 21212"/>
                <a:gd name="connsiteY9" fmla="*/ 17415 h 21212"/>
                <a:gd name="connsiteX10" fmla="*/ 16036 w 21212"/>
                <a:gd name="connsiteY10" fmla="*/ 17415 h 21212"/>
                <a:gd name="connsiteX11" fmla="*/ 16036 w 21212"/>
                <a:gd name="connsiteY11" fmla="*/ 17330 h 21212"/>
                <a:gd name="connsiteX12" fmla="*/ 16036 w 21212"/>
                <a:gd name="connsiteY12" fmla="*/ 17288 h 21212"/>
                <a:gd name="connsiteX13" fmla="*/ 16079 w 21212"/>
                <a:gd name="connsiteY13" fmla="*/ 17267 h 21212"/>
                <a:gd name="connsiteX14" fmla="*/ 16079 w 21212"/>
                <a:gd name="connsiteY14" fmla="*/ 17203 h 21212"/>
                <a:gd name="connsiteX15" fmla="*/ 16079 w 21212"/>
                <a:gd name="connsiteY15" fmla="*/ 17118 h 21212"/>
                <a:gd name="connsiteX16" fmla="*/ 16142 w 21212"/>
                <a:gd name="connsiteY16" fmla="*/ 17033 h 21212"/>
                <a:gd name="connsiteX17" fmla="*/ 16206 w 21212"/>
                <a:gd name="connsiteY17" fmla="*/ 16991 h 21212"/>
                <a:gd name="connsiteX18" fmla="*/ 16312 w 21212"/>
                <a:gd name="connsiteY18" fmla="*/ 16800 h 21212"/>
                <a:gd name="connsiteX19" fmla="*/ 16418 w 21212"/>
                <a:gd name="connsiteY19" fmla="*/ 16779 h 21212"/>
                <a:gd name="connsiteX20" fmla="*/ 16482 w 21212"/>
                <a:gd name="connsiteY20" fmla="*/ 16630 h 21212"/>
                <a:gd name="connsiteX21" fmla="*/ 16503 w 21212"/>
                <a:gd name="connsiteY21" fmla="*/ 16630 h 21212"/>
                <a:gd name="connsiteX22" fmla="*/ 16503 w 21212"/>
                <a:gd name="connsiteY22" fmla="*/ 16630 h 21212"/>
                <a:gd name="connsiteX23" fmla="*/ 16503 w 21212"/>
                <a:gd name="connsiteY23" fmla="*/ 16630 h 21212"/>
                <a:gd name="connsiteX24" fmla="*/ 16588 w 21212"/>
                <a:gd name="connsiteY24" fmla="*/ 16567 h 21212"/>
                <a:gd name="connsiteX25" fmla="*/ 16609 w 21212"/>
                <a:gd name="connsiteY25" fmla="*/ 16524 h 21212"/>
                <a:gd name="connsiteX26" fmla="*/ 16651 w 21212"/>
                <a:gd name="connsiteY26" fmla="*/ 16482 h 21212"/>
                <a:gd name="connsiteX27" fmla="*/ 16673 w 21212"/>
                <a:gd name="connsiteY27" fmla="*/ 16439 h 21212"/>
                <a:gd name="connsiteX28" fmla="*/ 16715 w 21212"/>
                <a:gd name="connsiteY28" fmla="*/ 16397 h 21212"/>
                <a:gd name="connsiteX29" fmla="*/ 16736 w 21212"/>
                <a:gd name="connsiteY29" fmla="*/ 16397 h 21212"/>
                <a:gd name="connsiteX30" fmla="*/ 16842 w 21212"/>
                <a:gd name="connsiteY30" fmla="*/ 16397 h 21212"/>
                <a:gd name="connsiteX31" fmla="*/ 16885 w 21212"/>
                <a:gd name="connsiteY31" fmla="*/ 16312 h 21212"/>
                <a:gd name="connsiteX32" fmla="*/ 16885 w 21212"/>
                <a:gd name="connsiteY32" fmla="*/ 16312 h 21212"/>
                <a:gd name="connsiteX33" fmla="*/ 17542 w 21212"/>
                <a:gd name="connsiteY33" fmla="*/ 15994 h 21212"/>
                <a:gd name="connsiteX34" fmla="*/ 17585 w 21212"/>
                <a:gd name="connsiteY34" fmla="*/ 15994 h 21212"/>
                <a:gd name="connsiteX35" fmla="*/ 17627 w 21212"/>
                <a:gd name="connsiteY35" fmla="*/ 15994 h 21212"/>
                <a:gd name="connsiteX36" fmla="*/ 17712 w 21212"/>
                <a:gd name="connsiteY36" fmla="*/ 15994 h 21212"/>
                <a:gd name="connsiteX37" fmla="*/ 17712 w 21212"/>
                <a:gd name="connsiteY37" fmla="*/ 15994 h 21212"/>
                <a:gd name="connsiteX38" fmla="*/ 17733 w 21212"/>
                <a:gd name="connsiteY38" fmla="*/ 15994 h 21212"/>
                <a:gd name="connsiteX39" fmla="*/ 17733 w 21212"/>
                <a:gd name="connsiteY39" fmla="*/ 15994 h 21212"/>
                <a:gd name="connsiteX40" fmla="*/ 17839 w 21212"/>
                <a:gd name="connsiteY40" fmla="*/ 15909 h 21212"/>
                <a:gd name="connsiteX41" fmla="*/ 17860 w 21212"/>
                <a:gd name="connsiteY41" fmla="*/ 15909 h 21212"/>
                <a:gd name="connsiteX42" fmla="*/ 17860 w 21212"/>
                <a:gd name="connsiteY42" fmla="*/ 15909 h 21212"/>
                <a:gd name="connsiteX43" fmla="*/ 17924 w 21212"/>
                <a:gd name="connsiteY43" fmla="*/ 15909 h 21212"/>
                <a:gd name="connsiteX44" fmla="*/ 17924 w 21212"/>
                <a:gd name="connsiteY44" fmla="*/ 15909 h 21212"/>
                <a:gd name="connsiteX45" fmla="*/ 17924 w 21212"/>
                <a:gd name="connsiteY45" fmla="*/ 15909 h 21212"/>
                <a:gd name="connsiteX46" fmla="*/ 17988 w 21212"/>
                <a:gd name="connsiteY46" fmla="*/ 15909 h 21212"/>
                <a:gd name="connsiteX47" fmla="*/ 18051 w 21212"/>
                <a:gd name="connsiteY47" fmla="*/ 15909 h 21212"/>
                <a:gd name="connsiteX48" fmla="*/ 18136 w 21212"/>
                <a:gd name="connsiteY48" fmla="*/ 15994 h 21212"/>
                <a:gd name="connsiteX49" fmla="*/ 18157 w 21212"/>
                <a:gd name="connsiteY49" fmla="*/ 15994 h 21212"/>
                <a:gd name="connsiteX50" fmla="*/ 18306 w 21212"/>
                <a:gd name="connsiteY50" fmla="*/ 15994 h 21212"/>
                <a:gd name="connsiteX51" fmla="*/ 26133 w 21212"/>
                <a:gd name="connsiteY51" fmla="*/ 21360 h 21212"/>
                <a:gd name="connsiteX52" fmla="*/ 25370 w 21212"/>
                <a:gd name="connsiteY52" fmla="*/ 21360 h 21212"/>
                <a:gd name="connsiteX53" fmla="*/ 24754 w 21212"/>
                <a:gd name="connsiteY53" fmla="*/ 21594 h 21212"/>
                <a:gd name="connsiteX54" fmla="*/ 24309 w 21212"/>
                <a:gd name="connsiteY54" fmla="*/ 21933 h 21212"/>
                <a:gd name="connsiteX55" fmla="*/ 24309 w 21212"/>
                <a:gd name="connsiteY55" fmla="*/ 21933 h 21212"/>
                <a:gd name="connsiteX56" fmla="*/ 24076 w 21212"/>
                <a:gd name="connsiteY56" fmla="*/ 22294 h 21212"/>
                <a:gd name="connsiteX57" fmla="*/ 24076 w 21212"/>
                <a:gd name="connsiteY57" fmla="*/ 22294 h 21212"/>
                <a:gd name="connsiteX58" fmla="*/ 23800 w 21212"/>
                <a:gd name="connsiteY58" fmla="*/ 22739 h 21212"/>
                <a:gd name="connsiteX59" fmla="*/ 23800 w 21212"/>
                <a:gd name="connsiteY59" fmla="*/ 22739 h 21212"/>
                <a:gd name="connsiteX60" fmla="*/ 23715 w 21212"/>
                <a:gd name="connsiteY60" fmla="*/ 23206 h 21212"/>
                <a:gd name="connsiteX61" fmla="*/ 23800 w 21212"/>
                <a:gd name="connsiteY61" fmla="*/ 23545 h 21212"/>
                <a:gd name="connsiteX62" fmla="*/ 23800 w 21212"/>
                <a:gd name="connsiteY62" fmla="*/ 23545 h 21212"/>
                <a:gd name="connsiteX63" fmla="*/ 24076 w 21212"/>
                <a:gd name="connsiteY63" fmla="*/ 23736 h 21212"/>
                <a:gd name="connsiteX64" fmla="*/ 16227 w 21212"/>
                <a:gd name="connsiteY64" fmla="*/ 18455 h 21212"/>
                <a:gd name="connsiteX65" fmla="*/ 16100 w 21212"/>
                <a:gd name="connsiteY65" fmla="*/ 18221 h 21212"/>
                <a:gd name="connsiteX66" fmla="*/ 16057 w 21212"/>
                <a:gd name="connsiteY66" fmla="*/ 18221 h 21212"/>
                <a:gd name="connsiteX67" fmla="*/ 16057 w 21212"/>
                <a:gd name="connsiteY67" fmla="*/ 18221 h 21212"/>
                <a:gd name="connsiteX68" fmla="*/ 16057 w 21212"/>
                <a:gd name="connsiteY68" fmla="*/ 18221 h 21212"/>
                <a:gd name="connsiteX69" fmla="*/ 15973 w 21212"/>
                <a:gd name="connsiteY69" fmla="*/ 18179 h 21212"/>
                <a:gd name="connsiteX70" fmla="*/ 15973 w 21212"/>
                <a:gd name="connsiteY70" fmla="*/ 18115 h 21212"/>
                <a:gd name="connsiteX71" fmla="*/ 15973 w 21212"/>
                <a:gd name="connsiteY71" fmla="*/ 18094 h 21212"/>
                <a:gd name="connsiteX72" fmla="*/ 15930 w 21212"/>
                <a:gd name="connsiteY72" fmla="*/ 18030 h 21212"/>
                <a:gd name="connsiteX73" fmla="*/ 15930 w 21212"/>
                <a:gd name="connsiteY73" fmla="*/ 17967 h 21212"/>
                <a:gd name="connsiteX74" fmla="*/ 15930 w 21212"/>
                <a:gd name="connsiteY74" fmla="*/ 17924 h 21212"/>
                <a:gd name="connsiteX75" fmla="*/ 15930 w 21212"/>
                <a:gd name="connsiteY75" fmla="*/ 17861 h 21212"/>
                <a:gd name="connsiteX76" fmla="*/ 15930 w 21212"/>
                <a:gd name="connsiteY76" fmla="*/ 17861 h 21212"/>
                <a:gd name="connsiteX77" fmla="*/ 15909 w 21212"/>
                <a:gd name="connsiteY77" fmla="*/ 17839 h 21212"/>
                <a:gd name="connsiteX78" fmla="*/ 15909 w 21212"/>
                <a:gd name="connsiteY78" fmla="*/ 1783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12" h="21212">
                  <a:moveTo>
                    <a:pt x="15909" y="17839"/>
                  </a:moveTo>
                  <a:lnTo>
                    <a:pt x="15909" y="17754"/>
                  </a:lnTo>
                  <a:cubicBezTo>
                    <a:pt x="15909" y="17754"/>
                    <a:pt x="15909" y="17754"/>
                    <a:pt x="15909" y="17691"/>
                  </a:cubicBezTo>
                  <a:lnTo>
                    <a:pt x="15909" y="17691"/>
                  </a:lnTo>
                  <a:cubicBezTo>
                    <a:pt x="15909" y="17691"/>
                    <a:pt x="15909" y="17648"/>
                    <a:pt x="15951" y="17648"/>
                  </a:cubicBezTo>
                  <a:cubicBezTo>
                    <a:pt x="15951" y="17606"/>
                    <a:pt x="15951" y="17542"/>
                    <a:pt x="15951" y="17542"/>
                  </a:cubicBezTo>
                  <a:lnTo>
                    <a:pt x="15951" y="17500"/>
                  </a:lnTo>
                  <a:lnTo>
                    <a:pt x="15951" y="17479"/>
                  </a:lnTo>
                  <a:cubicBezTo>
                    <a:pt x="15951" y="17479"/>
                    <a:pt x="15951" y="17415"/>
                    <a:pt x="16036" y="17415"/>
                  </a:cubicBezTo>
                  <a:lnTo>
                    <a:pt x="16036" y="17415"/>
                  </a:lnTo>
                  <a:lnTo>
                    <a:pt x="16036" y="17415"/>
                  </a:lnTo>
                  <a:cubicBezTo>
                    <a:pt x="16036" y="17373"/>
                    <a:pt x="16036" y="17373"/>
                    <a:pt x="16036" y="17330"/>
                  </a:cubicBezTo>
                  <a:cubicBezTo>
                    <a:pt x="16036" y="17330"/>
                    <a:pt x="16036" y="17330"/>
                    <a:pt x="16036" y="17288"/>
                  </a:cubicBezTo>
                  <a:cubicBezTo>
                    <a:pt x="16079" y="17288"/>
                    <a:pt x="16079" y="17267"/>
                    <a:pt x="16079" y="17267"/>
                  </a:cubicBezTo>
                  <a:cubicBezTo>
                    <a:pt x="16079" y="17203"/>
                    <a:pt x="16079" y="17203"/>
                    <a:pt x="16079" y="17203"/>
                  </a:cubicBezTo>
                  <a:cubicBezTo>
                    <a:pt x="16079" y="17182"/>
                    <a:pt x="16079" y="17182"/>
                    <a:pt x="16079" y="17118"/>
                  </a:cubicBezTo>
                  <a:cubicBezTo>
                    <a:pt x="16142" y="17118"/>
                    <a:pt x="16142" y="17097"/>
                    <a:pt x="16142" y="17033"/>
                  </a:cubicBezTo>
                  <a:cubicBezTo>
                    <a:pt x="16142" y="17012"/>
                    <a:pt x="16142" y="17012"/>
                    <a:pt x="16206" y="16991"/>
                  </a:cubicBezTo>
                  <a:cubicBezTo>
                    <a:pt x="16227" y="16927"/>
                    <a:pt x="16270" y="16906"/>
                    <a:pt x="16312" y="16800"/>
                  </a:cubicBezTo>
                  <a:cubicBezTo>
                    <a:pt x="16312" y="16800"/>
                    <a:pt x="16354" y="16779"/>
                    <a:pt x="16418" y="16779"/>
                  </a:cubicBezTo>
                  <a:cubicBezTo>
                    <a:pt x="16418" y="16694"/>
                    <a:pt x="16482" y="16694"/>
                    <a:pt x="16482" y="16630"/>
                  </a:cubicBezTo>
                  <a:lnTo>
                    <a:pt x="16503" y="16630"/>
                  </a:lnTo>
                  <a:lnTo>
                    <a:pt x="16503" y="16630"/>
                  </a:lnTo>
                  <a:lnTo>
                    <a:pt x="16503" y="16630"/>
                  </a:lnTo>
                  <a:cubicBezTo>
                    <a:pt x="16588" y="16567"/>
                    <a:pt x="16588" y="16567"/>
                    <a:pt x="16588" y="16567"/>
                  </a:cubicBezTo>
                  <a:cubicBezTo>
                    <a:pt x="16609" y="16524"/>
                    <a:pt x="16609" y="16524"/>
                    <a:pt x="16609" y="16524"/>
                  </a:cubicBezTo>
                  <a:cubicBezTo>
                    <a:pt x="16609" y="16482"/>
                    <a:pt x="16609" y="16482"/>
                    <a:pt x="16651" y="16482"/>
                  </a:cubicBezTo>
                  <a:cubicBezTo>
                    <a:pt x="16651" y="16439"/>
                    <a:pt x="16673" y="16439"/>
                    <a:pt x="16673" y="16439"/>
                  </a:cubicBezTo>
                  <a:lnTo>
                    <a:pt x="16715" y="16397"/>
                  </a:lnTo>
                  <a:lnTo>
                    <a:pt x="16736" y="16397"/>
                  </a:lnTo>
                  <a:lnTo>
                    <a:pt x="16842" y="16397"/>
                  </a:lnTo>
                  <a:lnTo>
                    <a:pt x="16885" y="16312"/>
                  </a:lnTo>
                  <a:lnTo>
                    <a:pt x="16885" y="16312"/>
                  </a:lnTo>
                  <a:lnTo>
                    <a:pt x="17542" y="15994"/>
                  </a:lnTo>
                  <a:cubicBezTo>
                    <a:pt x="17542" y="15994"/>
                    <a:pt x="17542" y="15994"/>
                    <a:pt x="17585" y="15994"/>
                  </a:cubicBezTo>
                  <a:cubicBezTo>
                    <a:pt x="17585" y="15994"/>
                    <a:pt x="17585" y="15994"/>
                    <a:pt x="17627" y="15994"/>
                  </a:cubicBezTo>
                  <a:cubicBezTo>
                    <a:pt x="17627" y="15994"/>
                    <a:pt x="17627" y="15994"/>
                    <a:pt x="17712" y="15994"/>
                  </a:cubicBezTo>
                  <a:lnTo>
                    <a:pt x="17712" y="15994"/>
                  </a:lnTo>
                  <a:cubicBezTo>
                    <a:pt x="17712" y="15994"/>
                    <a:pt x="17712" y="15994"/>
                    <a:pt x="17733" y="15994"/>
                  </a:cubicBezTo>
                  <a:lnTo>
                    <a:pt x="17733" y="15994"/>
                  </a:lnTo>
                  <a:cubicBezTo>
                    <a:pt x="17797" y="15994"/>
                    <a:pt x="17797" y="15994"/>
                    <a:pt x="17839" y="15909"/>
                  </a:cubicBezTo>
                  <a:cubicBezTo>
                    <a:pt x="17839" y="15909"/>
                    <a:pt x="17839" y="15909"/>
                    <a:pt x="17860" y="15909"/>
                  </a:cubicBezTo>
                  <a:lnTo>
                    <a:pt x="17860" y="15909"/>
                  </a:lnTo>
                  <a:cubicBezTo>
                    <a:pt x="17903" y="15909"/>
                    <a:pt x="17903" y="15909"/>
                    <a:pt x="17924" y="15909"/>
                  </a:cubicBezTo>
                  <a:lnTo>
                    <a:pt x="17924" y="15909"/>
                  </a:lnTo>
                  <a:lnTo>
                    <a:pt x="17924" y="15909"/>
                  </a:lnTo>
                  <a:cubicBezTo>
                    <a:pt x="17924" y="15909"/>
                    <a:pt x="17924" y="15909"/>
                    <a:pt x="17988" y="15909"/>
                  </a:cubicBezTo>
                  <a:cubicBezTo>
                    <a:pt x="17988" y="15909"/>
                    <a:pt x="17988" y="15909"/>
                    <a:pt x="18051" y="15909"/>
                  </a:cubicBezTo>
                  <a:cubicBezTo>
                    <a:pt x="18051" y="15909"/>
                    <a:pt x="18094" y="15909"/>
                    <a:pt x="18136" y="15994"/>
                  </a:cubicBezTo>
                  <a:lnTo>
                    <a:pt x="18157" y="15994"/>
                  </a:lnTo>
                  <a:cubicBezTo>
                    <a:pt x="18221" y="15994"/>
                    <a:pt x="18285" y="15994"/>
                    <a:pt x="18306" y="15994"/>
                  </a:cubicBezTo>
                  <a:lnTo>
                    <a:pt x="26133" y="21360"/>
                  </a:lnTo>
                  <a:cubicBezTo>
                    <a:pt x="25900" y="21170"/>
                    <a:pt x="25688" y="21170"/>
                    <a:pt x="25370" y="21360"/>
                  </a:cubicBezTo>
                  <a:lnTo>
                    <a:pt x="24754" y="21594"/>
                  </a:lnTo>
                  <a:cubicBezTo>
                    <a:pt x="24563" y="21679"/>
                    <a:pt x="24457" y="21806"/>
                    <a:pt x="24309" y="21933"/>
                  </a:cubicBezTo>
                  <a:lnTo>
                    <a:pt x="24309" y="21933"/>
                  </a:lnTo>
                  <a:cubicBezTo>
                    <a:pt x="24203" y="22018"/>
                    <a:pt x="24139" y="22124"/>
                    <a:pt x="24076" y="22294"/>
                  </a:cubicBezTo>
                  <a:lnTo>
                    <a:pt x="24076" y="22294"/>
                  </a:lnTo>
                  <a:cubicBezTo>
                    <a:pt x="23948" y="22442"/>
                    <a:pt x="23864" y="22612"/>
                    <a:pt x="23800" y="22739"/>
                  </a:cubicBezTo>
                  <a:lnTo>
                    <a:pt x="23800" y="22739"/>
                  </a:lnTo>
                  <a:cubicBezTo>
                    <a:pt x="23779" y="22888"/>
                    <a:pt x="23715" y="23079"/>
                    <a:pt x="23715" y="23206"/>
                  </a:cubicBezTo>
                  <a:cubicBezTo>
                    <a:pt x="23715" y="23333"/>
                    <a:pt x="23779" y="23482"/>
                    <a:pt x="23800" y="23545"/>
                  </a:cubicBezTo>
                  <a:lnTo>
                    <a:pt x="23800" y="23545"/>
                  </a:lnTo>
                  <a:cubicBezTo>
                    <a:pt x="23864" y="23630"/>
                    <a:pt x="23948" y="23736"/>
                    <a:pt x="24076" y="23736"/>
                  </a:cubicBezTo>
                  <a:lnTo>
                    <a:pt x="16227" y="18455"/>
                  </a:lnTo>
                  <a:cubicBezTo>
                    <a:pt x="16163" y="18370"/>
                    <a:pt x="16100" y="18306"/>
                    <a:pt x="16100" y="18221"/>
                  </a:cubicBezTo>
                  <a:cubicBezTo>
                    <a:pt x="16057" y="18221"/>
                    <a:pt x="16057" y="18221"/>
                    <a:pt x="16057" y="18221"/>
                  </a:cubicBezTo>
                  <a:lnTo>
                    <a:pt x="16057" y="18221"/>
                  </a:lnTo>
                  <a:lnTo>
                    <a:pt x="16057" y="18221"/>
                  </a:lnTo>
                  <a:cubicBezTo>
                    <a:pt x="16057" y="18200"/>
                    <a:pt x="15973" y="18200"/>
                    <a:pt x="15973" y="18179"/>
                  </a:cubicBezTo>
                  <a:cubicBezTo>
                    <a:pt x="15973" y="18179"/>
                    <a:pt x="15973" y="18179"/>
                    <a:pt x="15973" y="18115"/>
                  </a:cubicBezTo>
                  <a:cubicBezTo>
                    <a:pt x="15973" y="18115"/>
                    <a:pt x="15973" y="18115"/>
                    <a:pt x="15973" y="18094"/>
                  </a:cubicBezTo>
                  <a:cubicBezTo>
                    <a:pt x="15973" y="18094"/>
                    <a:pt x="15973" y="18030"/>
                    <a:pt x="15930" y="18030"/>
                  </a:cubicBezTo>
                  <a:cubicBezTo>
                    <a:pt x="15930" y="18030"/>
                    <a:pt x="15930" y="18030"/>
                    <a:pt x="15930" y="17967"/>
                  </a:cubicBezTo>
                  <a:cubicBezTo>
                    <a:pt x="15930" y="17967"/>
                    <a:pt x="15930" y="17967"/>
                    <a:pt x="15930" y="17924"/>
                  </a:cubicBezTo>
                  <a:lnTo>
                    <a:pt x="15930" y="17861"/>
                  </a:lnTo>
                  <a:lnTo>
                    <a:pt x="15930" y="17861"/>
                  </a:lnTo>
                  <a:cubicBezTo>
                    <a:pt x="15909" y="17882"/>
                    <a:pt x="15909" y="17882"/>
                    <a:pt x="15909" y="17839"/>
                  </a:cubicBezTo>
                  <a:lnTo>
                    <a:pt x="15909" y="17839"/>
                  </a:lnTo>
                  <a:close/>
                </a:path>
              </a:pathLst>
            </a:custGeom>
            <a:solidFill>
              <a:srgbClr val="D823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D30ED07-2CB7-4540-9F63-E918DC7C77C7}"/>
                </a:ext>
              </a:extLst>
            </p:cNvPr>
            <p:cNvSpPr/>
            <p:nvPr/>
          </p:nvSpPr>
          <p:spPr>
            <a:xfrm>
              <a:off x="6653332" y="4449780"/>
              <a:ext cx="31327" cy="31327"/>
            </a:xfrm>
            <a:custGeom>
              <a:avLst/>
              <a:gdLst>
                <a:gd name="connsiteX0" fmla="*/ 16927 w 21212"/>
                <a:gd name="connsiteY0" fmla="*/ 16270 h 21212"/>
                <a:gd name="connsiteX1" fmla="*/ 15909 w 21212"/>
                <a:gd name="connsiteY1" fmla="*/ 17861 h 21212"/>
                <a:gd name="connsiteX2" fmla="*/ 16927 w 21212"/>
                <a:gd name="connsiteY2" fmla="*/ 18370 h 21212"/>
                <a:gd name="connsiteX3" fmla="*/ 17564 w 21212"/>
                <a:gd name="connsiteY3" fmla="*/ 18115 h 21212"/>
                <a:gd name="connsiteX4" fmla="*/ 18539 w 21212"/>
                <a:gd name="connsiteY4" fmla="*/ 16545 h 21212"/>
                <a:gd name="connsiteX5" fmla="*/ 17542 w 21212"/>
                <a:gd name="connsiteY5" fmla="*/ 16036 h 21212"/>
                <a:gd name="connsiteX6" fmla="*/ 16927 w 21212"/>
                <a:gd name="connsiteY6" fmla="*/ 1627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6927" y="16270"/>
                  </a:moveTo>
                  <a:cubicBezTo>
                    <a:pt x="16354" y="16609"/>
                    <a:pt x="15909" y="17267"/>
                    <a:pt x="15909" y="17861"/>
                  </a:cubicBezTo>
                  <a:cubicBezTo>
                    <a:pt x="15909" y="18370"/>
                    <a:pt x="16376" y="18667"/>
                    <a:pt x="16927" y="18370"/>
                  </a:cubicBezTo>
                  <a:lnTo>
                    <a:pt x="17564" y="18115"/>
                  </a:lnTo>
                  <a:cubicBezTo>
                    <a:pt x="18136" y="17839"/>
                    <a:pt x="18539" y="17139"/>
                    <a:pt x="18539" y="16545"/>
                  </a:cubicBezTo>
                  <a:cubicBezTo>
                    <a:pt x="18539" y="16036"/>
                    <a:pt x="18094" y="15718"/>
                    <a:pt x="17542" y="16036"/>
                  </a:cubicBezTo>
                  <a:lnTo>
                    <a:pt x="16927" y="16270"/>
                  </a:lnTo>
                  <a:close/>
                </a:path>
              </a:pathLst>
            </a:custGeom>
            <a:solidFill>
              <a:srgbClr val="2B0C5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348861C-75F5-41B9-8256-842A288E3342}"/>
                </a:ext>
              </a:extLst>
            </p:cNvPr>
            <p:cNvSpPr/>
            <p:nvPr/>
          </p:nvSpPr>
          <p:spPr>
            <a:xfrm>
              <a:off x="6608536" y="4418453"/>
              <a:ext cx="31327" cy="31327"/>
            </a:xfrm>
            <a:custGeom>
              <a:avLst/>
              <a:gdLst>
                <a:gd name="connsiteX0" fmla="*/ 16121 w 21212"/>
                <a:gd name="connsiteY0" fmla="*/ 16058 h 21212"/>
                <a:gd name="connsiteX1" fmla="*/ 22315 w 21212"/>
                <a:gd name="connsiteY1" fmla="*/ 20427 h 21212"/>
                <a:gd name="connsiteX2" fmla="*/ 22697 w 21212"/>
                <a:gd name="connsiteY2" fmla="*/ 20554 h 21212"/>
                <a:gd name="connsiteX3" fmla="*/ 22739 w 21212"/>
                <a:gd name="connsiteY3" fmla="*/ 20554 h 21212"/>
                <a:gd name="connsiteX4" fmla="*/ 23142 w 21212"/>
                <a:gd name="connsiteY4" fmla="*/ 20364 h 21212"/>
                <a:gd name="connsiteX5" fmla="*/ 23354 w 21212"/>
                <a:gd name="connsiteY5" fmla="*/ 19876 h 21212"/>
                <a:gd name="connsiteX6" fmla="*/ 23461 w 21212"/>
                <a:gd name="connsiteY6" fmla="*/ 20321 h 21212"/>
                <a:gd name="connsiteX7" fmla="*/ 23333 w 21212"/>
                <a:gd name="connsiteY7" fmla="*/ 20767 h 21212"/>
                <a:gd name="connsiteX8" fmla="*/ 23079 w 21212"/>
                <a:gd name="connsiteY8" fmla="*/ 20894 h 21212"/>
                <a:gd name="connsiteX9" fmla="*/ 22951 w 21212"/>
                <a:gd name="connsiteY9" fmla="*/ 20936 h 21212"/>
                <a:gd name="connsiteX10" fmla="*/ 22888 w 21212"/>
                <a:gd name="connsiteY10" fmla="*/ 20936 h 21212"/>
                <a:gd name="connsiteX11" fmla="*/ 22824 w 21212"/>
                <a:gd name="connsiteY11" fmla="*/ 20936 h 21212"/>
                <a:gd name="connsiteX12" fmla="*/ 22803 w 21212"/>
                <a:gd name="connsiteY12" fmla="*/ 20936 h 21212"/>
                <a:gd name="connsiteX13" fmla="*/ 22570 w 21212"/>
                <a:gd name="connsiteY13" fmla="*/ 20894 h 21212"/>
                <a:gd name="connsiteX14" fmla="*/ 22506 w 21212"/>
                <a:gd name="connsiteY14" fmla="*/ 20894 h 21212"/>
                <a:gd name="connsiteX15" fmla="*/ 22463 w 21212"/>
                <a:gd name="connsiteY15" fmla="*/ 20873 h 21212"/>
                <a:gd name="connsiteX16" fmla="*/ 16185 w 21212"/>
                <a:gd name="connsiteY16" fmla="*/ 16482 h 21212"/>
                <a:gd name="connsiteX17" fmla="*/ 16121 w 21212"/>
                <a:gd name="connsiteY17" fmla="*/ 16355 h 21212"/>
                <a:gd name="connsiteX18" fmla="*/ 16079 w 21212"/>
                <a:gd name="connsiteY18" fmla="*/ 16248 h 21212"/>
                <a:gd name="connsiteX19" fmla="*/ 15909 w 21212"/>
                <a:gd name="connsiteY19" fmla="*/ 15909 h 21212"/>
                <a:gd name="connsiteX20" fmla="*/ 16121 w 21212"/>
                <a:gd name="connsiteY20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212" h="21212">
                  <a:moveTo>
                    <a:pt x="16121" y="16058"/>
                  </a:moveTo>
                  <a:lnTo>
                    <a:pt x="22315" y="20427"/>
                  </a:lnTo>
                  <a:cubicBezTo>
                    <a:pt x="22442" y="20554"/>
                    <a:pt x="22591" y="20639"/>
                    <a:pt x="22697" y="20554"/>
                  </a:cubicBezTo>
                  <a:lnTo>
                    <a:pt x="22739" y="20554"/>
                  </a:lnTo>
                  <a:cubicBezTo>
                    <a:pt x="22888" y="20554"/>
                    <a:pt x="22994" y="20491"/>
                    <a:pt x="23142" y="20364"/>
                  </a:cubicBezTo>
                  <a:cubicBezTo>
                    <a:pt x="23333" y="20279"/>
                    <a:pt x="23376" y="20024"/>
                    <a:pt x="23354" y="19876"/>
                  </a:cubicBezTo>
                  <a:lnTo>
                    <a:pt x="23461" y="20321"/>
                  </a:lnTo>
                  <a:cubicBezTo>
                    <a:pt x="23524" y="20427"/>
                    <a:pt x="23418" y="20682"/>
                    <a:pt x="23333" y="20767"/>
                  </a:cubicBezTo>
                  <a:cubicBezTo>
                    <a:pt x="23248" y="20830"/>
                    <a:pt x="23185" y="20873"/>
                    <a:pt x="23079" y="20894"/>
                  </a:cubicBezTo>
                  <a:cubicBezTo>
                    <a:pt x="22994" y="20894"/>
                    <a:pt x="22973" y="20894"/>
                    <a:pt x="22951" y="20936"/>
                  </a:cubicBezTo>
                  <a:cubicBezTo>
                    <a:pt x="22909" y="20936"/>
                    <a:pt x="22888" y="20936"/>
                    <a:pt x="22888" y="20936"/>
                  </a:cubicBezTo>
                  <a:lnTo>
                    <a:pt x="22824" y="20936"/>
                  </a:lnTo>
                  <a:lnTo>
                    <a:pt x="22803" y="20936"/>
                  </a:lnTo>
                  <a:cubicBezTo>
                    <a:pt x="22697" y="20936"/>
                    <a:pt x="22654" y="20936"/>
                    <a:pt x="22570" y="20894"/>
                  </a:cubicBezTo>
                  <a:cubicBezTo>
                    <a:pt x="22506" y="20894"/>
                    <a:pt x="22506" y="20894"/>
                    <a:pt x="22506" y="20894"/>
                  </a:cubicBezTo>
                  <a:cubicBezTo>
                    <a:pt x="22463" y="20894"/>
                    <a:pt x="22463" y="20873"/>
                    <a:pt x="22463" y="20873"/>
                  </a:cubicBezTo>
                  <a:lnTo>
                    <a:pt x="16185" y="16482"/>
                  </a:lnTo>
                  <a:cubicBezTo>
                    <a:pt x="16121" y="16439"/>
                    <a:pt x="16121" y="16397"/>
                    <a:pt x="16121" y="16355"/>
                  </a:cubicBezTo>
                  <a:cubicBezTo>
                    <a:pt x="16121" y="16291"/>
                    <a:pt x="16079" y="16291"/>
                    <a:pt x="16079" y="16248"/>
                  </a:cubicBezTo>
                  <a:lnTo>
                    <a:pt x="15909" y="15909"/>
                  </a:lnTo>
                  <a:cubicBezTo>
                    <a:pt x="15973" y="15973"/>
                    <a:pt x="16015" y="16015"/>
                    <a:pt x="16121" y="16058"/>
                  </a:cubicBez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A1F5A6FE-A223-4746-BE73-EEFE66C762FB}"/>
                </a:ext>
              </a:extLst>
            </p:cNvPr>
            <p:cNvSpPr/>
            <p:nvPr/>
          </p:nvSpPr>
          <p:spPr>
            <a:xfrm>
              <a:off x="6608567" y="4417515"/>
              <a:ext cx="31327" cy="31327"/>
            </a:xfrm>
            <a:custGeom>
              <a:avLst/>
              <a:gdLst>
                <a:gd name="connsiteX0" fmla="*/ 16100 w 21212"/>
                <a:gd name="connsiteY0" fmla="*/ 16077 h 21212"/>
                <a:gd name="connsiteX1" fmla="*/ 16100 w 21212"/>
                <a:gd name="connsiteY1" fmla="*/ 16692 h 21212"/>
                <a:gd name="connsiteX2" fmla="*/ 22294 w 21212"/>
                <a:gd name="connsiteY2" fmla="*/ 21062 h 21212"/>
                <a:gd name="connsiteX3" fmla="*/ 23100 w 21212"/>
                <a:gd name="connsiteY3" fmla="*/ 20998 h 21212"/>
                <a:gd name="connsiteX4" fmla="*/ 23143 w 21212"/>
                <a:gd name="connsiteY4" fmla="*/ 20383 h 21212"/>
                <a:gd name="connsiteX5" fmla="*/ 16906 w 21212"/>
                <a:gd name="connsiteY5" fmla="*/ 15992 h 21212"/>
                <a:gd name="connsiteX6" fmla="*/ 16100 w 21212"/>
                <a:gd name="connsiteY6" fmla="*/ 1607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6100" y="16077"/>
                  </a:moveTo>
                  <a:cubicBezTo>
                    <a:pt x="15867" y="16268"/>
                    <a:pt x="15825" y="16565"/>
                    <a:pt x="16100" y="16692"/>
                  </a:cubicBezTo>
                  <a:lnTo>
                    <a:pt x="22294" y="21062"/>
                  </a:lnTo>
                  <a:cubicBezTo>
                    <a:pt x="22549" y="21274"/>
                    <a:pt x="22867" y="21274"/>
                    <a:pt x="23100" y="20998"/>
                  </a:cubicBezTo>
                  <a:cubicBezTo>
                    <a:pt x="23333" y="20829"/>
                    <a:pt x="23376" y="20510"/>
                    <a:pt x="23143" y="20383"/>
                  </a:cubicBezTo>
                  <a:lnTo>
                    <a:pt x="16906" y="15992"/>
                  </a:lnTo>
                  <a:cubicBezTo>
                    <a:pt x="16673" y="15844"/>
                    <a:pt x="16312" y="15907"/>
                    <a:pt x="16100" y="16077"/>
                  </a:cubicBezTo>
                  <a:close/>
                </a:path>
              </a:pathLst>
            </a:custGeom>
            <a:solidFill>
              <a:srgbClr val="BF29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B2C67C20-EEEF-4D7C-B439-42402078DB33}"/>
                </a:ext>
              </a:extLst>
            </p:cNvPr>
            <p:cNvSpPr/>
            <p:nvPr/>
          </p:nvSpPr>
          <p:spPr>
            <a:xfrm>
              <a:off x="6653290" y="4449753"/>
              <a:ext cx="31327" cy="31327"/>
            </a:xfrm>
            <a:custGeom>
              <a:avLst/>
              <a:gdLst>
                <a:gd name="connsiteX0" fmla="*/ 18420 w 21212"/>
                <a:gd name="connsiteY0" fmla="*/ 16055 h 21212"/>
                <a:gd name="connsiteX1" fmla="*/ 20223 w 21212"/>
                <a:gd name="connsiteY1" fmla="*/ 18558 h 21212"/>
                <a:gd name="connsiteX2" fmla="*/ 19650 w 21212"/>
                <a:gd name="connsiteY2" fmla="*/ 19173 h 21212"/>
                <a:gd name="connsiteX3" fmla="*/ 16490 w 21212"/>
                <a:gd name="connsiteY3" fmla="*/ 18558 h 21212"/>
                <a:gd name="connsiteX4" fmla="*/ 18420 w 21212"/>
                <a:gd name="connsiteY4" fmla="*/ 1605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8420" y="16055"/>
                  </a:moveTo>
                  <a:lnTo>
                    <a:pt x="20223" y="18558"/>
                  </a:lnTo>
                  <a:cubicBezTo>
                    <a:pt x="19990" y="18685"/>
                    <a:pt x="19756" y="18897"/>
                    <a:pt x="19650" y="19173"/>
                  </a:cubicBezTo>
                  <a:lnTo>
                    <a:pt x="16490" y="18558"/>
                  </a:lnTo>
                  <a:cubicBezTo>
                    <a:pt x="14962" y="18027"/>
                    <a:pt x="16744" y="15249"/>
                    <a:pt x="18420" y="1605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A521CF4-A1D1-4A2A-BE3B-6827D6DF267B}"/>
                </a:ext>
              </a:extLst>
            </p:cNvPr>
            <p:cNvSpPr/>
            <p:nvPr/>
          </p:nvSpPr>
          <p:spPr>
            <a:xfrm>
              <a:off x="6658783" y="4453662"/>
              <a:ext cx="31327" cy="31327"/>
            </a:xfrm>
            <a:custGeom>
              <a:avLst/>
              <a:gdLst>
                <a:gd name="connsiteX0" fmla="*/ 16503 w 21212"/>
                <a:gd name="connsiteY0" fmla="*/ 15911 h 21212"/>
                <a:gd name="connsiteX1" fmla="*/ 17097 w 21212"/>
                <a:gd name="connsiteY1" fmla="*/ 16759 h 21212"/>
                <a:gd name="connsiteX2" fmla="*/ 15909 w 21212"/>
                <a:gd name="connsiteY2" fmla="*/ 16526 h 21212"/>
                <a:gd name="connsiteX3" fmla="*/ 16503 w 21212"/>
                <a:gd name="connsiteY3" fmla="*/ 1591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16503" y="15911"/>
                  </a:moveTo>
                  <a:lnTo>
                    <a:pt x="17097" y="16759"/>
                  </a:lnTo>
                  <a:lnTo>
                    <a:pt x="15909" y="16526"/>
                  </a:lnTo>
                  <a:cubicBezTo>
                    <a:pt x="15994" y="16080"/>
                    <a:pt x="16164" y="15889"/>
                    <a:pt x="16503" y="159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08C1948D-6446-46A9-B8C0-BBCA14B38DCF}"/>
                </a:ext>
              </a:extLst>
            </p:cNvPr>
            <p:cNvSpPr/>
            <p:nvPr/>
          </p:nvSpPr>
          <p:spPr>
            <a:xfrm>
              <a:off x="6488962" y="4469547"/>
              <a:ext cx="187960" cy="125307"/>
            </a:xfrm>
            <a:custGeom>
              <a:avLst/>
              <a:gdLst>
                <a:gd name="connsiteX0" fmla="*/ 113124 w 127272"/>
                <a:gd name="connsiteY0" fmla="*/ 15909 h 84848"/>
                <a:gd name="connsiteX1" fmla="*/ 112954 w 127272"/>
                <a:gd name="connsiteY1" fmla="*/ 20703 h 84848"/>
                <a:gd name="connsiteX2" fmla="*/ 15909 w 127272"/>
                <a:gd name="connsiteY2" fmla="*/ 81157 h 84848"/>
                <a:gd name="connsiteX3" fmla="*/ 16100 w 127272"/>
                <a:gd name="connsiteY3" fmla="*/ 76257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84848">
                  <a:moveTo>
                    <a:pt x="113124" y="15909"/>
                  </a:moveTo>
                  <a:lnTo>
                    <a:pt x="112954" y="20703"/>
                  </a:lnTo>
                  <a:lnTo>
                    <a:pt x="15909" y="81157"/>
                  </a:lnTo>
                  <a:lnTo>
                    <a:pt x="16100" y="76257"/>
                  </a:lnTo>
                  <a:close/>
                </a:path>
              </a:pathLst>
            </a:custGeom>
            <a:solidFill>
              <a:srgbClr val="A9AB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4A7C4D0-A684-4293-AC14-AE7C3A423E57}"/>
                </a:ext>
              </a:extLst>
            </p:cNvPr>
            <p:cNvSpPr/>
            <p:nvPr/>
          </p:nvSpPr>
          <p:spPr>
            <a:xfrm>
              <a:off x="6408484" y="4518228"/>
              <a:ext cx="125307" cy="93980"/>
            </a:xfrm>
            <a:custGeom>
              <a:avLst/>
              <a:gdLst>
                <a:gd name="connsiteX0" fmla="*/ 70594 w 84848"/>
                <a:gd name="connsiteY0" fmla="*/ 43294 h 63636"/>
                <a:gd name="connsiteX1" fmla="*/ 70403 w 84848"/>
                <a:gd name="connsiteY1" fmla="*/ 48194 h 63636"/>
                <a:gd name="connsiteX2" fmla="*/ 15909 w 84848"/>
                <a:gd name="connsiteY2" fmla="*/ 20830 h 63636"/>
                <a:gd name="connsiteX3" fmla="*/ 16121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70594" y="43294"/>
                  </a:moveTo>
                  <a:lnTo>
                    <a:pt x="70403" y="48194"/>
                  </a:lnTo>
                  <a:lnTo>
                    <a:pt x="15909" y="20830"/>
                  </a:lnTo>
                  <a:lnTo>
                    <a:pt x="16121" y="15909"/>
                  </a:lnTo>
                  <a:close/>
                </a:path>
              </a:pathLst>
            </a:custGeom>
            <a:solidFill>
              <a:srgbClr val="6364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E1316A95-2F97-48E6-8580-B5957D81F1DA}"/>
                </a:ext>
              </a:extLst>
            </p:cNvPr>
            <p:cNvSpPr/>
            <p:nvPr/>
          </p:nvSpPr>
          <p:spPr>
            <a:xfrm>
              <a:off x="6409204" y="4429166"/>
              <a:ext cx="250613" cy="156633"/>
            </a:xfrm>
            <a:custGeom>
              <a:avLst/>
              <a:gdLst>
                <a:gd name="connsiteX0" fmla="*/ 113060 w 169696"/>
                <a:gd name="connsiteY0" fmla="*/ 15909 h 106060"/>
                <a:gd name="connsiteX1" fmla="*/ 167130 w 169696"/>
                <a:gd name="connsiteY1" fmla="*/ 43060 h 106060"/>
                <a:gd name="connsiteX2" fmla="*/ 70063 w 169696"/>
                <a:gd name="connsiteY2" fmla="*/ 103599 h 106060"/>
                <a:gd name="connsiteX3" fmla="*/ 15909 w 169696"/>
                <a:gd name="connsiteY3" fmla="*/ 76448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96" h="106060">
                  <a:moveTo>
                    <a:pt x="113060" y="15909"/>
                  </a:moveTo>
                  <a:lnTo>
                    <a:pt x="167130" y="43060"/>
                  </a:lnTo>
                  <a:lnTo>
                    <a:pt x="70063" y="103599"/>
                  </a:lnTo>
                  <a:lnTo>
                    <a:pt x="15909" y="76448"/>
                  </a:ln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244BEF8-00F0-49D5-A9F5-C6F18F62CA7A}"/>
                </a:ext>
              </a:extLst>
            </p:cNvPr>
            <p:cNvSpPr/>
            <p:nvPr/>
          </p:nvSpPr>
          <p:spPr>
            <a:xfrm>
              <a:off x="6444196" y="4450218"/>
              <a:ext cx="187960" cy="125307"/>
            </a:xfrm>
            <a:custGeom>
              <a:avLst/>
              <a:gdLst>
                <a:gd name="connsiteX0" fmla="*/ 15909 w 127272"/>
                <a:gd name="connsiteY0" fmla="*/ 66245 h 84848"/>
                <a:gd name="connsiteX1" fmla="*/ 96600 w 127272"/>
                <a:gd name="connsiteY1" fmla="*/ 15909 h 84848"/>
                <a:gd name="connsiteX2" fmla="*/ 126148 w 127272"/>
                <a:gd name="connsiteY2" fmla="*/ 30885 h 84848"/>
                <a:gd name="connsiteX3" fmla="*/ 45394 w 127272"/>
                <a:gd name="connsiteY3" fmla="*/ 81200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84848">
                  <a:moveTo>
                    <a:pt x="15909" y="66245"/>
                  </a:moveTo>
                  <a:lnTo>
                    <a:pt x="96600" y="15909"/>
                  </a:lnTo>
                  <a:lnTo>
                    <a:pt x="126148" y="30885"/>
                  </a:lnTo>
                  <a:lnTo>
                    <a:pt x="45394" y="81200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2B7B025-D9D4-47CC-BC5C-16882F9E51AA}"/>
                </a:ext>
              </a:extLst>
            </p:cNvPr>
            <p:cNvSpPr/>
            <p:nvPr/>
          </p:nvSpPr>
          <p:spPr>
            <a:xfrm>
              <a:off x="6467817" y="4474621"/>
              <a:ext cx="62653" cy="62653"/>
            </a:xfrm>
            <a:custGeom>
              <a:avLst/>
              <a:gdLst>
                <a:gd name="connsiteX0" fmla="*/ 15909 w 42424"/>
                <a:gd name="connsiteY0" fmla="*/ 24245 h 42424"/>
                <a:gd name="connsiteX1" fmla="*/ 29336 w 42424"/>
                <a:gd name="connsiteY1" fmla="*/ 15909 h 42424"/>
                <a:gd name="connsiteX2" fmla="*/ 38733 w 42424"/>
                <a:gd name="connsiteY2" fmla="*/ 21106 h 42424"/>
                <a:gd name="connsiteX3" fmla="*/ 25263 w 42424"/>
                <a:gd name="connsiteY3" fmla="*/ 2942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15909" y="24245"/>
                  </a:moveTo>
                  <a:lnTo>
                    <a:pt x="29336" y="15909"/>
                  </a:lnTo>
                  <a:lnTo>
                    <a:pt x="38733" y="21106"/>
                  </a:lnTo>
                  <a:lnTo>
                    <a:pt x="25263" y="29421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A1103DE1-03AD-4CCC-A272-14E06FB470F8}"/>
                </a:ext>
              </a:extLst>
            </p:cNvPr>
            <p:cNvSpPr/>
            <p:nvPr/>
          </p:nvSpPr>
          <p:spPr>
            <a:xfrm>
              <a:off x="6489494" y="4364383"/>
              <a:ext cx="187960" cy="219286"/>
            </a:xfrm>
            <a:custGeom>
              <a:avLst/>
              <a:gdLst>
                <a:gd name="connsiteX0" fmla="*/ 112912 w 127272"/>
                <a:gd name="connsiteY0" fmla="*/ 87224 h 148484"/>
                <a:gd name="connsiteX1" fmla="*/ 15930 w 127272"/>
                <a:gd name="connsiteY1" fmla="*/ 147508 h 148484"/>
                <a:gd name="connsiteX2" fmla="*/ 15909 w 127272"/>
                <a:gd name="connsiteY2" fmla="*/ 76194 h 148484"/>
                <a:gd name="connsiteX3" fmla="*/ 112848 w 127272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148484">
                  <a:moveTo>
                    <a:pt x="112912" y="87224"/>
                  </a:moveTo>
                  <a:lnTo>
                    <a:pt x="15930" y="147508"/>
                  </a:lnTo>
                  <a:lnTo>
                    <a:pt x="15909" y="76194"/>
                  </a:lnTo>
                  <a:lnTo>
                    <a:pt x="112848" y="15909"/>
                  </a:lnTo>
                  <a:close/>
                </a:path>
              </a:pathLst>
            </a:custGeom>
            <a:solidFill>
              <a:srgbClr val="4A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A082693F-7B78-4B48-8A43-C7DF12B082BD}"/>
                </a:ext>
              </a:extLst>
            </p:cNvPr>
            <p:cNvSpPr/>
            <p:nvPr/>
          </p:nvSpPr>
          <p:spPr>
            <a:xfrm>
              <a:off x="6420325" y="4744345"/>
              <a:ext cx="62653" cy="62653"/>
            </a:xfrm>
            <a:custGeom>
              <a:avLst/>
              <a:gdLst>
                <a:gd name="connsiteX0" fmla="*/ 37270 w 42424"/>
                <a:gd name="connsiteY0" fmla="*/ 15909 h 42424"/>
                <a:gd name="connsiteX1" fmla="*/ 37206 w 42424"/>
                <a:gd name="connsiteY1" fmla="*/ 17712 h 42424"/>
                <a:gd name="connsiteX2" fmla="*/ 15909 w 42424"/>
                <a:gd name="connsiteY2" fmla="*/ 30758 h 42424"/>
                <a:gd name="connsiteX3" fmla="*/ 15952 w 42424"/>
                <a:gd name="connsiteY3" fmla="*/ 28976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37270" y="15909"/>
                  </a:moveTo>
                  <a:lnTo>
                    <a:pt x="37206" y="17712"/>
                  </a:lnTo>
                  <a:lnTo>
                    <a:pt x="15909" y="30758"/>
                  </a:lnTo>
                  <a:lnTo>
                    <a:pt x="15952" y="28976"/>
                  </a:lnTo>
                  <a:close/>
                </a:path>
              </a:pathLst>
            </a:custGeom>
            <a:solidFill>
              <a:srgbClr val="38383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280262E8-A35E-46D3-B8E3-926D500E08A5}"/>
                </a:ext>
              </a:extLst>
            </p:cNvPr>
            <p:cNvSpPr/>
            <p:nvPr/>
          </p:nvSpPr>
          <p:spPr>
            <a:xfrm>
              <a:off x="6358956" y="4733192"/>
              <a:ext cx="93980" cy="62653"/>
            </a:xfrm>
            <a:custGeom>
              <a:avLst/>
              <a:gdLst>
                <a:gd name="connsiteX0" fmla="*/ 57506 w 63636"/>
                <a:gd name="connsiteY0" fmla="*/ 36527 h 42424"/>
                <a:gd name="connsiteX1" fmla="*/ 57463 w 63636"/>
                <a:gd name="connsiteY1" fmla="*/ 38309 h 42424"/>
                <a:gd name="connsiteX2" fmla="*/ 15909 w 63636"/>
                <a:gd name="connsiteY2" fmla="*/ 17691 h 42424"/>
                <a:gd name="connsiteX3" fmla="*/ 15930 w 63636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57506" y="36527"/>
                  </a:moveTo>
                  <a:lnTo>
                    <a:pt x="57463" y="38309"/>
                  </a:lnTo>
                  <a:lnTo>
                    <a:pt x="15909" y="17691"/>
                  </a:lnTo>
                  <a:lnTo>
                    <a:pt x="15930" y="15909"/>
                  </a:lnTo>
                  <a:close/>
                </a:path>
              </a:pathLst>
            </a:custGeom>
            <a:solidFill>
              <a:srgbClr val="1F1F1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A29FD7BF-CDB2-49A7-9776-6CC834308F6A}"/>
                </a:ext>
              </a:extLst>
            </p:cNvPr>
            <p:cNvSpPr/>
            <p:nvPr/>
          </p:nvSpPr>
          <p:spPr>
            <a:xfrm>
              <a:off x="6358987" y="4713863"/>
              <a:ext cx="125307" cy="93980"/>
            </a:xfrm>
            <a:custGeom>
              <a:avLst/>
              <a:gdLst>
                <a:gd name="connsiteX0" fmla="*/ 78803 w 84848"/>
                <a:gd name="connsiteY0" fmla="*/ 36548 h 63636"/>
                <a:gd name="connsiteX1" fmla="*/ 57485 w 84848"/>
                <a:gd name="connsiteY1" fmla="*/ 49615 h 63636"/>
                <a:gd name="connsiteX2" fmla="*/ 15909 w 84848"/>
                <a:gd name="connsiteY2" fmla="*/ 28997 h 63636"/>
                <a:gd name="connsiteX3" fmla="*/ 37206 w 84848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78803" y="36548"/>
                  </a:moveTo>
                  <a:lnTo>
                    <a:pt x="57485" y="49615"/>
                  </a:lnTo>
                  <a:lnTo>
                    <a:pt x="15909" y="28997"/>
                  </a:lnTo>
                  <a:lnTo>
                    <a:pt x="37206" y="15909"/>
                  </a:lnTo>
                  <a:close/>
                </a:path>
              </a:pathLst>
            </a:custGeom>
            <a:solidFill>
              <a:srgbClr val="57575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ED9554D-C107-4715-BD41-B8244ED3342C}"/>
                </a:ext>
              </a:extLst>
            </p:cNvPr>
            <p:cNvSpPr/>
            <p:nvPr/>
          </p:nvSpPr>
          <p:spPr>
            <a:xfrm>
              <a:off x="6368605" y="4718657"/>
              <a:ext cx="93980" cy="62653"/>
            </a:xfrm>
            <a:custGeom>
              <a:avLst/>
              <a:gdLst>
                <a:gd name="connsiteX0" fmla="*/ 62809 w 63636"/>
                <a:gd name="connsiteY0" fmla="*/ 30715 h 42424"/>
                <a:gd name="connsiteX1" fmla="*/ 45648 w 63636"/>
                <a:gd name="connsiteY1" fmla="*/ 41279 h 42424"/>
                <a:gd name="connsiteX2" fmla="*/ 15909 w 63636"/>
                <a:gd name="connsiteY2" fmla="*/ 26494 h 42424"/>
                <a:gd name="connsiteX3" fmla="*/ 33027 w 63636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62809" y="30715"/>
                  </a:moveTo>
                  <a:lnTo>
                    <a:pt x="45648" y="41279"/>
                  </a:lnTo>
                  <a:lnTo>
                    <a:pt x="15909" y="26494"/>
                  </a:lnTo>
                  <a:lnTo>
                    <a:pt x="33027" y="15909"/>
                  </a:lnTo>
                  <a:close/>
                </a:path>
              </a:pathLst>
            </a:custGeom>
            <a:solidFill>
              <a:srgbClr val="C4E9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A83C36A7-393B-425C-85DD-1695E31573C5}"/>
                </a:ext>
              </a:extLst>
            </p:cNvPr>
            <p:cNvSpPr/>
            <p:nvPr/>
          </p:nvSpPr>
          <p:spPr>
            <a:xfrm>
              <a:off x="6394700" y="4733192"/>
              <a:ext cx="31327" cy="31327"/>
            </a:xfrm>
            <a:custGeom>
              <a:avLst/>
              <a:gdLst>
                <a:gd name="connsiteX0" fmla="*/ 23376 w 21212"/>
                <a:gd name="connsiteY0" fmla="*/ 18688 h 21212"/>
                <a:gd name="connsiteX1" fmla="*/ 21424 w 21212"/>
                <a:gd name="connsiteY1" fmla="*/ 19939 h 21212"/>
                <a:gd name="connsiteX2" fmla="*/ 15909 w 21212"/>
                <a:gd name="connsiteY2" fmla="*/ 17118 h 21212"/>
                <a:gd name="connsiteX3" fmla="*/ 17882 w 21212"/>
                <a:gd name="connsiteY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23376" y="18688"/>
                  </a:moveTo>
                  <a:lnTo>
                    <a:pt x="21424" y="19939"/>
                  </a:lnTo>
                  <a:lnTo>
                    <a:pt x="15909" y="17118"/>
                  </a:lnTo>
                  <a:lnTo>
                    <a:pt x="17882" y="15909"/>
                  </a:lnTo>
                  <a:close/>
                </a:path>
              </a:pathLst>
            </a:custGeom>
            <a:solidFill>
              <a:srgbClr val="EF43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C0C2C359-5A1E-4936-8AD4-52B192F0758E}"/>
                </a:ext>
              </a:extLst>
            </p:cNvPr>
            <p:cNvSpPr/>
            <p:nvPr/>
          </p:nvSpPr>
          <p:spPr>
            <a:xfrm>
              <a:off x="6393697" y="4736637"/>
              <a:ext cx="31327" cy="31327"/>
            </a:xfrm>
            <a:custGeom>
              <a:avLst/>
              <a:gdLst>
                <a:gd name="connsiteX0" fmla="*/ 21679 w 21212"/>
                <a:gd name="connsiteY0" fmla="*/ 17882 h 21212"/>
                <a:gd name="connsiteX1" fmla="*/ 19770 w 21212"/>
                <a:gd name="connsiteY1" fmla="*/ 19048 h 21212"/>
                <a:gd name="connsiteX2" fmla="*/ 15909 w 21212"/>
                <a:gd name="connsiteY2" fmla="*/ 17161 h 21212"/>
                <a:gd name="connsiteX3" fmla="*/ 17861 w 21212"/>
                <a:gd name="connsiteY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21679" y="17882"/>
                  </a:moveTo>
                  <a:lnTo>
                    <a:pt x="19770" y="19048"/>
                  </a:lnTo>
                  <a:lnTo>
                    <a:pt x="15909" y="17161"/>
                  </a:lnTo>
                  <a:lnTo>
                    <a:pt x="17861" y="15909"/>
                  </a:lnTo>
                  <a:close/>
                </a:path>
              </a:pathLst>
            </a:custGeom>
            <a:solidFill>
              <a:srgbClr val="00AEE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9ABF92B-4DBC-4FF2-BA0D-1884EB2C78C9}"/>
                </a:ext>
              </a:extLst>
            </p:cNvPr>
            <p:cNvSpPr/>
            <p:nvPr/>
          </p:nvSpPr>
          <p:spPr>
            <a:xfrm>
              <a:off x="6395201" y="4729495"/>
              <a:ext cx="31327" cy="31327"/>
            </a:xfrm>
            <a:custGeom>
              <a:avLst/>
              <a:gdLst>
                <a:gd name="connsiteX0" fmla="*/ 25391 w 21212"/>
                <a:gd name="connsiteY0" fmla="*/ 19642 h 21212"/>
                <a:gd name="connsiteX1" fmla="*/ 23439 w 21212"/>
                <a:gd name="connsiteY1" fmla="*/ 20873 h 21212"/>
                <a:gd name="connsiteX2" fmla="*/ 15909 w 21212"/>
                <a:gd name="connsiteY2" fmla="*/ 17160 h 21212"/>
                <a:gd name="connsiteX3" fmla="*/ 17903 w 21212"/>
                <a:gd name="connsiteY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25391" y="19642"/>
                  </a:moveTo>
                  <a:lnTo>
                    <a:pt x="23439" y="20873"/>
                  </a:lnTo>
                  <a:lnTo>
                    <a:pt x="15909" y="17160"/>
                  </a:lnTo>
                  <a:lnTo>
                    <a:pt x="17903" y="15909"/>
                  </a:lnTo>
                  <a:close/>
                </a:path>
              </a:pathLst>
            </a:custGeom>
            <a:solidFill>
              <a:srgbClr val="F370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8497E4-BC85-4E53-8658-B802C1BDD931}"/>
                </a:ext>
              </a:extLst>
            </p:cNvPr>
            <p:cNvSpPr/>
            <p:nvPr/>
          </p:nvSpPr>
          <p:spPr>
            <a:xfrm>
              <a:off x="6386625" y="4717642"/>
              <a:ext cx="31327" cy="31327"/>
            </a:xfrm>
            <a:custGeom>
              <a:avLst/>
              <a:gdLst>
                <a:gd name="connsiteX0" fmla="*/ 15989 w 21212"/>
                <a:gd name="connsiteY0" fmla="*/ 17423 h 21212"/>
                <a:gd name="connsiteX1" fmla="*/ 16583 w 21212"/>
                <a:gd name="connsiteY1" fmla="*/ 17444 h 21212"/>
                <a:gd name="connsiteX2" fmla="*/ 17898 w 21212"/>
                <a:gd name="connsiteY2" fmla="*/ 16532 h 21212"/>
                <a:gd name="connsiteX3" fmla="*/ 18025 w 21212"/>
                <a:gd name="connsiteY3" fmla="*/ 16065 h 21212"/>
                <a:gd name="connsiteX4" fmla="*/ 18025 w 21212"/>
                <a:gd name="connsiteY4" fmla="*/ 16065 h 21212"/>
                <a:gd name="connsiteX5" fmla="*/ 17495 w 21212"/>
                <a:gd name="connsiteY5" fmla="*/ 15980 h 21212"/>
                <a:gd name="connsiteX6" fmla="*/ 16137 w 21212"/>
                <a:gd name="connsiteY6" fmla="*/ 16956 h 21212"/>
                <a:gd name="connsiteX7" fmla="*/ 15989 w 21212"/>
                <a:gd name="connsiteY7" fmla="*/ 17423 h 21212"/>
                <a:gd name="connsiteX8" fmla="*/ 15989 w 21212"/>
                <a:gd name="connsiteY8" fmla="*/ 1742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12" h="21212">
                  <a:moveTo>
                    <a:pt x="15989" y="17423"/>
                  </a:moveTo>
                  <a:cubicBezTo>
                    <a:pt x="16116" y="17571"/>
                    <a:pt x="16371" y="17571"/>
                    <a:pt x="16583" y="17444"/>
                  </a:cubicBezTo>
                  <a:lnTo>
                    <a:pt x="17898" y="16532"/>
                  </a:lnTo>
                  <a:cubicBezTo>
                    <a:pt x="18110" y="16383"/>
                    <a:pt x="18195" y="16171"/>
                    <a:pt x="18025" y="16065"/>
                  </a:cubicBezTo>
                  <a:lnTo>
                    <a:pt x="18025" y="16065"/>
                  </a:lnTo>
                  <a:cubicBezTo>
                    <a:pt x="17919" y="15874"/>
                    <a:pt x="17622" y="15874"/>
                    <a:pt x="17495" y="15980"/>
                  </a:cubicBezTo>
                  <a:lnTo>
                    <a:pt x="16137" y="16956"/>
                  </a:lnTo>
                  <a:cubicBezTo>
                    <a:pt x="15904" y="17020"/>
                    <a:pt x="15840" y="17253"/>
                    <a:pt x="15989" y="17423"/>
                  </a:cubicBezTo>
                  <a:lnTo>
                    <a:pt x="15989" y="17423"/>
                  </a:lnTo>
                  <a:close/>
                </a:path>
              </a:pathLst>
            </a:custGeom>
            <a:solidFill>
              <a:srgbClr val="A8A8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BDDCA16E-CDED-4085-B87D-2602AF1F2025}"/>
                </a:ext>
              </a:extLst>
            </p:cNvPr>
            <p:cNvSpPr/>
            <p:nvPr/>
          </p:nvSpPr>
          <p:spPr>
            <a:xfrm>
              <a:off x="6427617" y="4748142"/>
              <a:ext cx="31327" cy="31327"/>
            </a:xfrm>
            <a:custGeom>
              <a:avLst/>
              <a:gdLst>
                <a:gd name="connsiteX0" fmla="*/ 20665 w 21212"/>
                <a:gd name="connsiteY0" fmla="*/ 16329 h 21212"/>
                <a:gd name="connsiteX1" fmla="*/ 20772 w 21212"/>
                <a:gd name="connsiteY1" fmla="*/ 18535 h 21212"/>
                <a:gd name="connsiteX2" fmla="*/ 16805 w 21212"/>
                <a:gd name="connsiteY2" fmla="*/ 18683 h 21212"/>
                <a:gd name="connsiteX3" fmla="*/ 16657 w 21212"/>
                <a:gd name="connsiteY3" fmla="*/ 16520 h 21212"/>
                <a:gd name="connsiteX4" fmla="*/ 20665 w 21212"/>
                <a:gd name="connsiteY4" fmla="*/ 1632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20665" y="16329"/>
                  </a:moveTo>
                  <a:cubicBezTo>
                    <a:pt x="21790" y="16859"/>
                    <a:pt x="21875" y="17835"/>
                    <a:pt x="20772" y="18535"/>
                  </a:cubicBezTo>
                  <a:cubicBezTo>
                    <a:pt x="19796" y="19171"/>
                    <a:pt x="18014" y="19235"/>
                    <a:pt x="16805" y="18683"/>
                  </a:cubicBezTo>
                  <a:cubicBezTo>
                    <a:pt x="15681" y="18068"/>
                    <a:pt x="15596" y="17092"/>
                    <a:pt x="16657" y="16520"/>
                  </a:cubicBezTo>
                  <a:cubicBezTo>
                    <a:pt x="17738" y="15798"/>
                    <a:pt x="19499" y="15692"/>
                    <a:pt x="20665" y="16329"/>
                  </a:cubicBezTo>
                  <a:close/>
                </a:path>
              </a:pathLst>
            </a:custGeom>
            <a:solidFill>
              <a:srgbClr val="9D9D9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9A460173-E18C-4814-9F52-95FDF11235FA}"/>
                </a:ext>
              </a:extLst>
            </p:cNvPr>
            <p:cNvSpPr/>
            <p:nvPr/>
          </p:nvSpPr>
          <p:spPr>
            <a:xfrm>
              <a:off x="6388967" y="4723669"/>
              <a:ext cx="31327" cy="31327"/>
            </a:xfrm>
            <a:custGeom>
              <a:avLst/>
              <a:gdLst>
                <a:gd name="connsiteX0" fmla="*/ 21594 w 21212"/>
                <a:gd name="connsiteY0" fmla="*/ 17160 h 21212"/>
                <a:gd name="connsiteX1" fmla="*/ 20851 w 21212"/>
                <a:gd name="connsiteY1" fmla="*/ 15909 h 21212"/>
                <a:gd name="connsiteX2" fmla="*/ 19961 w 21212"/>
                <a:gd name="connsiteY2" fmla="*/ 17160 h 21212"/>
                <a:gd name="connsiteX3" fmla="*/ 20130 w 21212"/>
                <a:gd name="connsiteY3" fmla="*/ 17245 h 21212"/>
                <a:gd name="connsiteX4" fmla="*/ 20703 w 21212"/>
                <a:gd name="connsiteY4" fmla="*/ 16439 h 21212"/>
                <a:gd name="connsiteX5" fmla="*/ 20406 w 21212"/>
                <a:gd name="connsiteY5" fmla="*/ 20045 h 21212"/>
                <a:gd name="connsiteX6" fmla="*/ 18603 w 21212"/>
                <a:gd name="connsiteY6" fmla="*/ 19706 h 21212"/>
                <a:gd name="connsiteX7" fmla="*/ 20130 w 21212"/>
                <a:gd name="connsiteY7" fmla="*/ 22527 h 21212"/>
                <a:gd name="connsiteX8" fmla="*/ 17712 w 21212"/>
                <a:gd name="connsiteY8" fmla="*/ 22294 h 21212"/>
                <a:gd name="connsiteX9" fmla="*/ 18836 w 21212"/>
                <a:gd name="connsiteY9" fmla="*/ 24818 h 21212"/>
                <a:gd name="connsiteX10" fmla="*/ 15909 w 21212"/>
                <a:gd name="connsiteY10" fmla="*/ 25391 h 21212"/>
                <a:gd name="connsiteX11" fmla="*/ 15909 w 21212"/>
                <a:gd name="connsiteY11" fmla="*/ 25539 h 21212"/>
                <a:gd name="connsiteX12" fmla="*/ 19176 w 21212"/>
                <a:gd name="connsiteY12" fmla="*/ 25009 h 21212"/>
                <a:gd name="connsiteX13" fmla="*/ 18030 w 21212"/>
                <a:gd name="connsiteY13" fmla="*/ 22527 h 21212"/>
                <a:gd name="connsiteX14" fmla="*/ 20406 w 21212"/>
                <a:gd name="connsiteY14" fmla="*/ 22654 h 21212"/>
                <a:gd name="connsiteX15" fmla="*/ 19006 w 21212"/>
                <a:gd name="connsiteY15" fmla="*/ 19982 h 21212"/>
                <a:gd name="connsiteX16" fmla="*/ 20576 w 21212"/>
                <a:gd name="connsiteY16" fmla="*/ 20236 h 21212"/>
                <a:gd name="connsiteX17" fmla="*/ 20936 w 21212"/>
                <a:gd name="connsiteY17" fmla="*/ 16460 h 21212"/>
                <a:gd name="connsiteX18" fmla="*/ 21424 w 21212"/>
                <a:gd name="connsiteY18" fmla="*/ 1724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21594" y="17160"/>
                  </a:moveTo>
                  <a:lnTo>
                    <a:pt x="20851" y="15909"/>
                  </a:lnTo>
                  <a:lnTo>
                    <a:pt x="19961" y="17160"/>
                  </a:lnTo>
                  <a:lnTo>
                    <a:pt x="20130" y="17245"/>
                  </a:lnTo>
                  <a:lnTo>
                    <a:pt x="20703" y="16439"/>
                  </a:lnTo>
                  <a:lnTo>
                    <a:pt x="20406" y="20045"/>
                  </a:lnTo>
                  <a:lnTo>
                    <a:pt x="18603" y="19706"/>
                  </a:lnTo>
                  <a:lnTo>
                    <a:pt x="20130" y="22527"/>
                  </a:lnTo>
                  <a:lnTo>
                    <a:pt x="17712" y="22294"/>
                  </a:lnTo>
                  <a:lnTo>
                    <a:pt x="18836" y="24818"/>
                  </a:lnTo>
                  <a:lnTo>
                    <a:pt x="15909" y="25391"/>
                  </a:lnTo>
                  <a:lnTo>
                    <a:pt x="15909" y="25539"/>
                  </a:lnTo>
                  <a:lnTo>
                    <a:pt x="19176" y="25009"/>
                  </a:lnTo>
                  <a:lnTo>
                    <a:pt x="18030" y="22527"/>
                  </a:lnTo>
                  <a:lnTo>
                    <a:pt x="20406" y="22654"/>
                  </a:lnTo>
                  <a:lnTo>
                    <a:pt x="19006" y="19982"/>
                  </a:lnTo>
                  <a:lnTo>
                    <a:pt x="20576" y="20236"/>
                  </a:lnTo>
                  <a:lnTo>
                    <a:pt x="20936" y="16460"/>
                  </a:lnTo>
                  <a:lnTo>
                    <a:pt x="21424" y="17245"/>
                  </a:lnTo>
                  <a:close/>
                </a:path>
              </a:pathLst>
            </a:custGeom>
            <a:solidFill>
              <a:srgbClr val="549C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964E5E9-33F8-4026-BA26-42263626BE3A}"/>
                </a:ext>
              </a:extLst>
            </p:cNvPr>
            <p:cNvSpPr/>
            <p:nvPr/>
          </p:nvSpPr>
          <p:spPr>
            <a:xfrm>
              <a:off x="6403409" y="4744594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6121 w 21212"/>
                <a:gd name="connsiteY1" fmla="*/ 15973 h 21212"/>
                <a:gd name="connsiteX2" fmla="*/ 16206 w 21212"/>
                <a:gd name="connsiteY2" fmla="*/ 15930 h 21212"/>
                <a:gd name="connsiteX3" fmla="*/ 16227 w 21212"/>
                <a:gd name="connsiteY3" fmla="*/ 15930 h 21212"/>
                <a:gd name="connsiteX4" fmla="*/ 16079 w 21212"/>
                <a:gd name="connsiteY4" fmla="*/ 15994 h 21212"/>
                <a:gd name="connsiteX5" fmla="*/ 15909 w 21212"/>
                <a:gd name="connsiteY5" fmla="*/ 15909 h 21212"/>
                <a:gd name="connsiteX6" fmla="*/ 15909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6121" y="15973"/>
                  </a:lnTo>
                  <a:lnTo>
                    <a:pt x="16206" y="15930"/>
                  </a:lnTo>
                  <a:lnTo>
                    <a:pt x="16227" y="15930"/>
                  </a:lnTo>
                  <a:lnTo>
                    <a:pt x="16079" y="15994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2CAA2124-C85B-44A8-AC84-D02174DD58F1}"/>
                </a:ext>
              </a:extLst>
            </p:cNvPr>
            <p:cNvSpPr/>
            <p:nvPr/>
          </p:nvSpPr>
          <p:spPr>
            <a:xfrm>
              <a:off x="6403753" y="4744501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206 w 21212"/>
                <a:gd name="connsiteY1" fmla="*/ 15930 h 21212"/>
                <a:gd name="connsiteX2" fmla="*/ 16206 w 21212"/>
                <a:gd name="connsiteY2" fmla="*/ 15930 h 21212"/>
                <a:gd name="connsiteX3" fmla="*/ 16206 w 21212"/>
                <a:gd name="connsiteY3" fmla="*/ 15930 h 21212"/>
                <a:gd name="connsiteX4" fmla="*/ 16121 w 21212"/>
                <a:gd name="connsiteY4" fmla="*/ 15909 h 21212"/>
                <a:gd name="connsiteX5" fmla="*/ 16079 w 21212"/>
                <a:gd name="connsiteY5" fmla="*/ 15973 h 21212"/>
                <a:gd name="connsiteX6" fmla="*/ 16036 w 21212"/>
                <a:gd name="connsiteY6" fmla="*/ 15973 h 21212"/>
                <a:gd name="connsiteX7" fmla="*/ 15994 w 21212"/>
                <a:gd name="connsiteY7" fmla="*/ 15973 h 21212"/>
                <a:gd name="connsiteX8" fmla="*/ 15973 w 21212"/>
                <a:gd name="connsiteY8" fmla="*/ 15973 h 21212"/>
                <a:gd name="connsiteX9" fmla="*/ 15909 w 21212"/>
                <a:gd name="connsiteY9" fmla="*/ 15930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73 w 21212"/>
                <a:gd name="connsiteY12" fmla="*/ 15930 h 21212"/>
                <a:gd name="connsiteX13" fmla="*/ 15994 w 21212"/>
                <a:gd name="connsiteY13" fmla="*/ 15909 h 21212"/>
                <a:gd name="connsiteX14" fmla="*/ 16036 w 21212"/>
                <a:gd name="connsiteY14" fmla="*/ 15909 h 21212"/>
                <a:gd name="connsiteX15" fmla="*/ 16079 w 21212"/>
                <a:gd name="connsiteY15" fmla="*/ 15909 h 21212"/>
                <a:gd name="connsiteX16" fmla="*/ 16121 w 21212"/>
                <a:gd name="connsiteY16" fmla="*/ 15909 h 21212"/>
                <a:gd name="connsiteX17" fmla="*/ 16079 w 21212"/>
                <a:gd name="connsiteY17" fmla="*/ 15930 h 21212"/>
                <a:gd name="connsiteX18" fmla="*/ 16079 w 21212"/>
                <a:gd name="connsiteY18" fmla="*/ 15930 h 21212"/>
                <a:gd name="connsiteX19" fmla="*/ 16036 w 21212"/>
                <a:gd name="connsiteY19" fmla="*/ 15930 h 21212"/>
                <a:gd name="connsiteX20" fmla="*/ 15994 w 21212"/>
                <a:gd name="connsiteY20" fmla="*/ 15909 h 21212"/>
                <a:gd name="connsiteX21" fmla="*/ 15994 w 21212"/>
                <a:gd name="connsiteY21" fmla="*/ 15930 h 21212"/>
                <a:gd name="connsiteX22" fmla="*/ 15973 w 21212"/>
                <a:gd name="connsiteY22" fmla="*/ 15930 h 21212"/>
                <a:gd name="connsiteX23" fmla="*/ 15973 w 21212"/>
                <a:gd name="connsiteY23" fmla="*/ 15930 h 21212"/>
                <a:gd name="connsiteX24" fmla="*/ 15973 w 21212"/>
                <a:gd name="connsiteY24" fmla="*/ 15930 h 21212"/>
                <a:gd name="connsiteX25" fmla="*/ 15994 w 21212"/>
                <a:gd name="connsiteY25" fmla="*/ 15930 h 21212"/>
                <a:gd name="connsiteX26" fmla="*/ 15994 w 21212"/>
                <a:gd name="connsiteY26" fmla="*/ 15930 h 21212"/>
                <a:gd name="connsiteX27" fmla="*/ 16036 w 21212"/>
                <a:gd name="connsiteY27" fmla="*/ 15930 h 21212"/>
                <a:gd name="connsiteX28" fmla="*/ 16079 w 21212"/>
                <a:gd name="connsiteY28" fmla="*/ 15930 h 21212"/>
                <a:gd name="connsiteX29" fmla="*/ 16079 w 21212"/>
                <a:gd name="connsiteY29" fmla="*/ 15930 h 21212"/>
                <a:gd name="connsiteX30" fmla="*/ 16121 w 21212"/>
                <a:gd name="connsiteY30" fmla="*/ 15930 h 21212"/>
                <a:gd name="connsiteX31" fmla="*/ 16121 w 21212"/>
                <a:gd name="connsiteY31" fmla="*/ 15930 h 21212"/>
                <a:gd name="connsiteX32" fmla="*/ 16121 w 21212"/>
                <a:gd name="connsiteY32" fmla="*/ 15930 h 21212"/>
                <a:gd name="connsiteX33" fmla="*/ 16079 w 21212"/>
                <a:gd name="connsiteY33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cubicBezTo>
                    <a:pt x="16121" y="15909"/>
                    <a:pt x="16121" y="15930"/>
                    <a:pt x="16206" y="15930"/>
                  </a:cubicBezTo>
                  <a:lnTo>
                    <a:pt x="16206" y="15930"/>
                  </a:lnTo>
                  <a:lnTo>
                    <a:pt x="16206" y="15930"/>
                  </a:lnTo>
                  <a:cubicBezTo>
                    <a:pt x="16121" y="15930"/>
                    <a:pt x="16121" y="15930"/>
                    <a:pt x="16121" y="15909"/>
                  </a:cubicBezTo>
                  <a:lnTo>
                    <a:pt x="16079" y="15973"/>
                  </a:lnTo>
                  <a:cubicBezTo>
                    <a:pt x="16036" y="15973"/>
                    <a:pt x="16036" y="15973"/>
                    <a:pt x="16036" y="15973"/>
                  </a:cubicBezTo>
                  <a:cubicBezTo>
                    <a:pt x="15994" y="15973"/>
                    <a:pt x="15994" y="15973"/>
                    <a:pt x="15994" y="15973"/>
                  </a:cubicBezTo>
                  <a:lnTo>
                    <a:pt x="15973" y="15973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30"/>
                  </a:lnTo>
                  <a:lnTo>
                    <a:pt x="15973" y="15930"/>
                  </a:lnTo>
                  <a:cubicBezTo>
                    <a:pt x="15973" y="15909"/>
                    <a:pt x="15994" y="15909"/>
                    <a:pt x="15994" y="15909"/>
                  </a:cubicBezTo>
                  <a:lnTo>
                    <a:pt x="16036" y="15909"/>
                  </a:lnTo>
                  <a:cubicBezTo>
                    <a:pt x="16036" y="15909"/>
                    <a:pt x="16036" y="15909"/>
                    <a:pt x="16079" y="15909"/>
                  </a:cubicBezTo>
                  <a:lnTo>
                    <a:pt x="16121" y="15909"/>
                  </a:lnTo>
                  <a:close/>
                  <a:moveTo>
                    <a:pt x="16079" y="15930"/>
                  </a:moveTo>
                  <a:lnTo>
                    <a:pt x="16079" y="15930"/>
                  </a:lnTo>
                  <a:cubicBezTo>
                    <a:pt x="16036" y="15930"/>
                    <a:pt x="16036" y="15909"/>
                    <a:pt x="16036" y="15930"/>
                  </a:cubicBezTo>
                  <a:cubicBezTo>
                    <a:pt x="15994" y="15909"/>
                    <a:pt x="15994" y="15909"/>
                    <a:pt x="15994" y="15909"/>
                  </a:cubicBezTo>
                  <a:cubicBezTo>
                    <a:pt x="15994" y="15930"/>
                    <a:pt x="15994" y="15930"/>
                    <a:pt x="15994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6036" y="15930"/>
                  </a:lnTo>
                  <a:cubicBezTo>
                    <a:pt x="16036" y="15930"/>
                    <a:pt x="16036" y="15930"/>
                    <a:pt x="16079" y="15930"/>
                  </a:cubicBezTo>
                  <a:lnTo>
                    <a:pt x="16079" y="15930"/>
                  </a:lnTo>
                  <a:lnTo>
                    <a:pt x="16121" y="15930"/>
                  </a:lnTo>
                  <a:lnTo>
                    <a:pt x="16121" y="15930"/>
                  </a:lnTo>
                  <a:lnTo>
                    <a:pt x="16121" y="15930"/>
                  </a:lnTo>
                  <a:cubicBezTo>
                    <a:pt x="16079" y="15930"/>
                    <a:pt x="16079" y="15930"/>
                    <a:pt x="16079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FF818E8E-09CA-4A06-87E9-8C2AF8023888}"/>
                </a:ext>
              </a:extLst>
            </p:cNvPr>
            <p:cNvSpPr/>
            <p:nvPr/>
          </p:nvSpPr>
          <p:spPr>
            <a:xfrm>
              <a:off x="6404004" y="4744250"/>
              <a:ext cx="31327" cy="31327"/>
            </a:xfrm>
            <a:custGeom>
              <a:avLst/>
              <a:gdLst>
                <a:gd name="connsiteX0" fmla="*/ 16079 w 21212"/>
                <a:gd name="connsiteY0" fmla="*/ 15909 h 21212"/>
                <a:gd name="connsiteX1" fmla="*/ 16079 w 21212"/>
                <a:gd name="connsiteY1" fmla="*/ 15909 h 21212"/>
                <a:gd name="connsiteX2" fmla="*/ 16036 w 21212"/>
                <a:gd name="connsiteY2" fmla="*/ 15909 h 21212"/>
                <a:gd name="connsiteX3" fmla="*/ 16036 w 21212"/>
                <a:gd name="connsiteY3" fmla="*/ 15909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6100 w 21212"/>
                <a:gd name="connsiteY6" fmla="*/ 16079 h 21212"/>
                <a:gd name="connsiteX7" fmla="*/ 16100 w 21212"/>
                <a:gd name="connsiteY7" fmla="*/ 16100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51 w 21212"/>
                <a:gd name="connsiteY10" fmla="*/ 15973 h 21212"/>
                <a:gd name="connsiteX11" fmla="*/ 15951 w 21212"/>
                <a:gd name="connsiteY11" fmla="*/ 15973 h 21212"/>
                <a:gd name="connsiteX12" fmla="*/ 15951 w 21212"/>
                <a:gd name="connsiteY12" fmla="*/ 15909 h 21212"/>
                <a:gd name="connsiteX13" fmla="*/ 15951 w 21212"/>
                <a:gd name="connsiteY13" fmla="*/ 15909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6036 w 21212"/>
                <a:gd name="connsiteY16" fmla="*/ 15909 h 21212"/>
                <a:gd name="connsiteX17" fmla="*/ 16036 w 21212"/>
                <a:gd name="connsiteY17" fmla="*/ 15909 h 21212"/>
                <a:gd name="connsiteX18" fmla="*/ 16079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79" y="15909"/>
                  </a:moveTo>
                  <a:lnTo>
                    <a:pt x="16079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100" y="16079"/>
                  </a:lnTo>
                  <a:lnTo>
                    <a:pt x="16100" y="16100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73"/>
                    <a:pt x="15951" y="15973"/>
                    <a:pt x="15951" y="15909"/>
                  </a:cubicBezTo>
                  <a:lnTo>
                    <a:pt x="15951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7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4702D8F9-DDA3-4129-BB74-E33688BA5137}"/>
                </a:ext>
              </a:extLst>
            </p:cNvPr>
            <p:cNvSpPr/>
            <p:nvPr/>
          </p:nvSpPr>
          <p:spPr>
            <a:xfrm>
              <a:off x="6404286" y="4744094"/>
              <a:ext cx="31327" cy="31327"/>
            </a:xfrm>
            <a:custGeom>
              <a:avLst/>
              <a:gdLst>
                <a:gd name="connsiteX0" fmla="*/ 16079 w 21212"/>
                <a:gd name="connsiteY0" fmla="*/ 16015 h 21212"/>
                <a:gd name="connsiteX1" fmla="*/ 16142 w 21212"/>
                <a:gd name="connsiteY1" fmla="*/ 15994 h 21212"/>
                <a:gd name="connsiteX2" fmla="*/ 16142 w 21212"/>
                <a:gd name="connsiteY2" fmla="*/ 15994 h 21212"/>
                <a:gd name="connsiteX3" fmla="*/ 16163 w 21212"/>
                <a:gd name="connsiteY3" fmla="*/ 15994 h 21212"/>
                <a:gd name="connsiteX4" fmla="*/ 16142 w 21212"/>
                <a:gd name="connsiteY4" fmla="*/ 15994 h 21212"/>
                <a:gd name="connsiteX5" fmla="*/ 16142 w 21212"/>
                <a:gd name="connsiteY5" fmla="*/ 16015 h 21212"/>
                <a:gd name="connsiteX6" fmla="*/ 16079 w 21212"/>
                <a:gd name="connsiteY6" fmla="*/ 16015 h 21212"/>
                <a:gd name="connsiteX7" fmla="*/ 16079 w 21212"/>
                <a:gd name="connsiteY7" fmla="*/ 16015 h 21212"/>
                <a:gd name="connsiteX8" fmla="*/ 15994 w 21212"/>
                <a:gd name="connsiteY8" fmla="*/ 16015 h 21212"/>
                <a:gd name="connsiteX9" fmla="*/ 15973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94 h 21212"/>
                <a:gd name="connsiteX12" fmla="*/ 15909 w 21212"/>
                <a:gd name="connsiteY12" fmla="*/ 15994 h 21212"/>
                <a:gd name="connsiteX13" fmla="*/ 15909 w 21212"/>
                <a:gd name="connsiteY13" fmla="*/ 15973 h 21212"/>
                <a:gd name="connsiteX14" fmla="*/ 15973 w 21212"/>
                <a:gd name="connsiteY14" fmla="*/ 15973 h 21212"/>
                <a:gd name="connsiteX15" fmla="*/ 15994 w 21212"/>
                <a:gd name="connsiteY15" fmla="*/ 15909 h 21212"/>
                <a:gd name="connsiteX16" fmla="*/ 16057 w 21212"/>
                <a:gd name="connsiteY16" fmla="*/ 15909 h 21212"/>
                <a:gd name="connsiteX17" fmla="*/ 16079 w 21212"/>
                <a:gd name="connsiteY17" fmla="*/ 15973 h 21212"/>
                <a:gd name="connsiteX18" fmla="*/ 16079 w 21212"/>
                <a:gd name="connsiteY18" fmla="*/ 15973 h 21212"/>
                <a:gd name="connsiteX19" fmla="*/ 16079 w 21212"/>
                <a:gd name="connsiteY19" fmla="*/ 15973 h 21212"/>
                <a:gd name="connsiteX20" fmla="*/ 15973 w 21212"/>
                <a:gd name="connsiteY20" fmla="*/ 16015 h 21212"/>
                <a:gd name="connsiteX21" fmla="*/ 15994 w 21212"/>
                <a:gd name="connsiteY21" fmla="*/ 16015 h 21212"/>
                <a:gd name="connsiteX22" fmla="*/ 16079 w 21212"/>
                <a:gd name="connsiteY22" fmla="*/ 16015 h 21212"/>
                <a:gd name="connsiteX23" fmla="*/ 16079 w 21212"/>
                <a:gd name="connsiteY23" fmla="*/ 16015 h 21212"/>
                <a:gd name="connsiteX24" fmla="*/ 16079 w 21212"/>
                <a:gd name="connsiteY24" fmla="*/ 16015 h 21212"/>
                <a:gd name="connsiteX25" fmla="*/ 15973 w 21212"/>
                <a:gd name="connsiteY25" fmla="*/ 15973 h 21212"/>
                <a:gd name="connsiteX26" fmla="*/ 15973 w 21212"/>
                <a:gd name="connsiteY26" fmla="*/ 15973 h 21212"/>
                <a:gd name="connsiteX27" fmla="*/ 15973 w 21212"/>
                <a:gd name="connsiteY27" fmla="*/ 15973 h 21212"/>
                <a:gd name="connsiteX28" fmla="*/ 15973 w 21212"/>
                <a:gd name="connsiteY28" fmla="*/ 15973 h 21212"/>
                <a:gd name="connsiteX29" fmla="*/ 15973 w 21212"/>
                <a:gd name="connsiteY29" fmla="*/ 16015 h 21212"/>
                <a:gd name="connsiteX30" fmla="*/ 16057 w 21212"/>
                <a:gd name="connsiteY30" fmla="*/ 15973 h 21212"/>
                <a:gd name="connsiteX31" fmla="*/ 15973 w 21212"/>
                <a:gd name="connsiteY31" fmla="*/ 15973 h 21212"/>
                <a:gd name="connsiteX32" fmla="*/ 15973 w 21212"/>
                <a:gd name="connsiteY32" fmla="*/ 15973 h 21212"/>
                <a:gd name="connsiteX33" fmla="*/ 15973 w 21212"/>
                <a:gd name="connsiteY33" fmla="*/ 15973 h 21212"/>
                <a:gd name="connsiteX34" fmla="*/ 15973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6015"/>
                  </a:moveTo>
                  <a:lnTo>
                    <a:pt x="16142" y="15994"/>
                  </a:lnTo>
                  <a:lnTo>
                    <a:pt x="16142" y="15994"/>
                  </a:lnTo>
                  <a:lnTo>
                    <a:pt x="16163" y="15994"/>
                  </a:lnTo>
                  <a:lnTo>
                    <a:pt x="16142" y="15994"/>
                  </a:lnTo>
                  <a:cubicBezTo>
                    <a:pt x="16142" y="16015"/>
                    <a:pt x="16142" y="16015"/>
                    <a:pt x="16142" y="16015"/>
                  </a:cubicBez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73" y="16015"/>
                    <a:pt x="15973" y="16015"/>
                    <a:pt x="15973" y="16015"/>
                  </a:cubicBezTo>
                  <a:cubicBezTo>
                    <a:pt x="15909" y="16015"/>
                    <a:pt x="15909" y="16015"/>
                    <a:pt x="15909" y="16015"/>
                  </a:cubicBezTo>
                  <a:lnTo>
                    <a:pt x="15909" y="15994"/>
                  </a:lnTo>
                  <a:lnTo>
                    <a:pt x="15909" y="15994"/>
                  </a:lnTo>
                  <a:cubicBezTo>
                    <a:pt x="15909" y="15973"/>
                    <a:pt x="15909" y="15973"/>
                    <a:pt x="15909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94" y="15909"/>
                  </a:lnTo>
                  <a:lnTo>
                    <a:pt x="16057" y="15909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5973" y="16015"/>
                  </a:lnTo>
                  <a:lnTo>
                    <a:pt x="15994" y="16015"/>
                  </a:lnTo>
                  <a:lnTo>
                    <a:pt x="16079" y="16015"/>
                  </a:lnTo>
                  <a:cubicBezTo>
                    <a:pt x="16057" y="16015"/>
                    <a:pt x="16057" y="16015"/>
                    <a:pt x="16079" y="16015"/>
                  </a:cubicBezTo>
                  <a:lnTo>
                    <a:pt x="16079" y="16015"/>
                  </a:lnTo>
                  <a:close/>
                  <a:moveTo>
                    <a:pt x="15973" y="15973"/>
                  </a:move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cubicBezTo>
                    <a:pt x="15973" y="16015"/>
                    <a:pt x="15973" y="16015"/>
                    <a:pt x="15973" y="16015"/>
                  </a:cubicBezTo>
                  <a:lnTo>
                    <a:pt x="16057" y="15973"/>
                  </a:lnTo>
                  <a:cubicBezTo>
                    <a:pt x="16057" y="15973"/>
                    <a:pt x="16057" y="15973"/>
                    <a:pt x="15973" y="15973"/>
                  </a:cubicBezTo>
                  <a:lnTo>
                    <a:pt x="15973" y="15973"/>
                  </a:lnTo>
                  <a:cubicBezTo>
                    <a:pt x="15994" y="15973"/>
                    <a:pt x="15994" y="15973"/>
                    <a:pt x="15973" y="15973"/>
                  </a:cubicBez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F965ED-B2E4-48E5-AB6C-2515502CBA86}"/>
                </a:ext>
              </a:extLst>
            </p:cNvPr>
            <p:cNvSpPr/>
            <p:nvPr/>
          </p:nvSpPr>
          <p:spPr>
            <a:xfrm>
              <a:off x="6404505" y="4743843"/>
              <a:ext cx="31327" cy="31327"/>
            </a:xfrm>
            <a:custGeom>
              <a:avLst/>
              <a:gdLst>
                <a:gd name="connsiteX0" fmla="*/ 16206 w 21212"/>
                <a:gd name="connsiteY0" fmla="*/ 16057 h 21212"/>
                <a:gd name="connsiteX1" fmla="*/ 16206 w 21212"/>
                <a:gd name="connsiteY1" fmla="*/ 16057 h 21212"/>
                <a:gd name="connsiteX2" fmla="*/ 16036 w 21212"/>
                <a:gd name="connsiteY2" fmla="*/ 15994 h 21212"/>
                <a:gd name="connsiteX3" fmla="*/ 16036 w 21212"/>
                <a:gd name="connsiteY3" fmla="*/ 15994 h 21212"/>
                <a:gd name="connsiteX4" fmla="*/ 16036 w 21212"/>
                <a:gd name="connsiteY4" fmla="*/ 15994 h 21212"/>
                <a:gd name="connsiteX5" fmla="*/ 15994 w 21212"/>
                <a:gd name="connsiteY5" fmla="*/ 15994 h 21212"/>
                <a:gd name="connsiteX6" fmla="*/ 15994 w 21212"/>
                <a:gd name="connsiteY6" fmla="*/ 15994 h 21212"/>
                <a:gd name="connsiteX7" fmla="*/ 15973 w 21212"/>
                <a:gd name="connsiteY7" fmla="*/ 16057 h 21212"/>
                <a:gd name="connsiteX8" fmla="*/ 15973 w 21212"/>
                <a:gd name="connsiteY8" fmla="*/ 16057 h 21212"/>
                <a:gd name="connsiteX9" fmla="*/ 16121 w 21212"/>
                <a:gd name="connsiteY9" fmla="*/ 16142 h 21212"/>
                <a:gd name="connsiteX10" fmla="*/ 16036 w 21212"/>
                <a:gd name="connsiteY10" fmla="*/ 16142 h 21212"/>
                <a:gd name="connsiteX11" fmla="*/ 15909 w 21212"/>
                <a:gd name="connsiteY11" fmla="*/ 16057 h 21212"/>
                <a:gd name="connsiteX12" fmla="*/ 15909 w 21212"/>
                <a:gd name="connsiteY12" fmla="*/ 16057 h 21212"/>
                <a:gd name="connsiteX13" fmla="*/ 15973 w 21212"/>
                <a:gd name="connsiteY13" fmla="*/ 16057 h 21212"/>
                <a:gd name="connsiteX14" fmla="*/ 15973 w 21212"/>
                <a:gd name="connsiteY14" fmla="*/ 16057 h 21212"/>
                <a:gd name="connsiteX15" fmla="*/ 15973 w 21212"/>
                <a:gd name="connsiteY15" fmla="*/ 16057 h 21212"/>
                <a:gd name="connsiteX16" fmla="*/ 15973 w 21212"/>
                <a:gd name="connsiteY16" fmla="*/ 16057 h 21212"/>
                <a:gd name="connsiteX17" fmla="*/ 15973 w 21212"/>
                <a:gd name="connsiteY17" fmla="*/ 15994 h 21212"/>
                <a:gd name="connsiteX18" fmla="*/ 15973 w 21212"/>
                <a:gd name="connsiteY18" fmla="*/ 15994 h 21212"/>
                <a:gd name="connsiteX19" fmla="*/ 15994 w 21212"/>
                <a:gd name="connsiteY19" fmla="*/ 15994 h 21212"/>
                <a:gd name="connsiteX20" fmla="*/ 16036 w 21212"/>
                <a:gd name="connsiteY20" fmla="*/ 15973 h 21212"/>
                <a:gd name="connsiteX21" fmla="*/ 16036 w 21212"/>
                <a:gd name="connsiteY21" fmla="*/ 15973 h 21212"/>
                <a:gd name="connsiteX22" fmla="*/ 16036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09 h 21212"/>
                <a:gd name="connsiteX25" fmla="*/ 16142 w 21212"/>
                <a:gd name="connsiteY25" fmla="*/ 15909 h 21212"/>
                <a:gd name="connsiteX26" fmla="*/ 16206 w 21212"/>
                <a:gd name="connsiteY26" fmla="*/ 15909 h 21212"/>
                <a:gd name="connsiteX27" fmla="*/ 16206 w 21212"/>
                <a:gd name="connsiteY27" fmla="*/ 15909 h 21212"/>
                <a:gd name="connsiteX28" fmla="*/ 16291 w 21212"/>
                <a:gd name="connsiteY28" fmla="*/ 15973 h 21212"/>
                <a:gd name="connsiteX29" fmla="*/ 16291 w 21212"/>
                <a:gd name="connsiteY29" fmla="*/ 15994 h 21212"/>
                <a:gd name="connsiteX30" fmla="*/ 16206 w 21212"/>
                <a:gd name="connsiteY30" fmla="*/ 15973 h 21212"/>
                <a:gd name="connsiteX31" fmla="*/ 16206 w 21212"/>
                <a:gd name="connsiteY31" fmla="*/ 15973 h 21212"/>
                <a:gd name="connsiteX32" fmla="*/ 16142 w 21212"/>
                <a:gd name="connsiteY32" fmla="*/ 15973 h 21212"/>
                <a:gd name="connsiteX33" fmla="*/ 16121 w 21212"/>
                <a:gd name="connsiteY33" fmla="*/ 15973 h 21212"/>
                <a:gd name="connsiteX34" fmla="*/ 16121 w 21212"/>
                <a:gd name="connsiteY34" fmla="*/ 15973 h 21212"/>
                <a:gd name="connsiteX35" fmla="*/ 16121 w 21212"/>
                <a:gd name="connsiteY35" fmla="*/ 15973 h 21212"/>
                <a:gd name="connsiteX36" fmla="*/ 16121 w 21212"/>
                <a:gd name="connsiteY36" fmla="*/ 15994 h 21212"/>
                <a:gd name="connsiteX37" fmla="*/ 16206 w 21212"/>
                <a:gd name="connsiteY37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06" y="16057"/>
                  </a:moveTo>
                  <a:lnTo>
                    <a:pt x="16206" y="16057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5994" y="15994"/>
                  </a:lnTo>
                  <a:lnTo>
                    <a:pt x="15994" y="15994"/>
                  </a:lnTo>
                  <a:cubicBezTo>
                    <a:pt x="15973" y="16057"/>
                    <a:pt x="15973" y="16057"/>
                    <a:pt x="15973" y="16057"/>
                  </a:cubicBezTo>
                  <a:lnTo>
                    <a:pt x="15973" y="16057"/>
                  </a:lnTo>
                  <a:lnTo>
                    <a:pt x="16121" y="16142"/>
                  </a:lnTo>
                  <a:lnTo>
                    <a:pt x="16036" y="16142"/>
                  </a:lnTo>
                  <a:lnTo>
                    <a:pt x="15909" y="16057"/>
                  </a:lnTo>
                  <a:lnTo>
                    <a:pt x="15909" y="16057"/>
                  </a:lnTo>
                  <a:lnTo>
                    <a:pt x="15973" y="16057"/>
                  </a:lnTo>
                  <a:lnTo>
                    <a:pt x="15973" y="16057"/>
                  </a:lnTo>
                  <a:lnTo>
                    <a:pt x="15973" y="16057"/>
                  </a:lnTo>
                  <a:lnTo>
                    <a:pt x="15973" y="16057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5994" y="15994"/>
                    <a:pt x="15994" y="15994"/>
                    <a:pt x="15994" y="15994"/>
                  </a:cubicBez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6121" y="15973"/>
                    <a:pt x="16121" y="15973"/>
                    <a:pt x="16121" y="15973"/>
                  </a:cubicBezTo>
                  <a:cubicBezTo>
                    <a:pt x="16121" y="15909"/>
                    <a:pt x="16121" y="15909"/>
                    <a:pt x="16121" y="15909"/>
                  </a:cubicBezTo>
                  <a:cubicBezTo>
                    <a:pt x="16121" y="15909"/>
                    <a:pt x="16121" y="15909"/>
                    <a:pt x="16142" y="15909"/>
                  </a:cubicBezTo>
                  <a:lnTo>
                    <a:pt x="16206" y="15909"/>
                  </a:lnTo>
                  <a:lnTo>
                    <a:pt x="16206" y="15909"/>
                  </a:lnTo>
                  <a:lnTo>
                    <a:pt x="16291" y="15973"/>
                  </a:lnTo>
                  <a:lnTo>
                    <a:pt x="16291" y="15994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142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21" y="15994"/>
                  </a:cubicBezTo>
                  <a:lnTo>
                    <a:pt x="16206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5263EEE-6F9F-4170-A379-D2FC6FEC3112}"/>
                </a:ext>
              </a:extLst>
            </p:cNvPr>
            <p:cNvSpPr/>
            <p:nvPr/>
          </p:nvSpPr>
          <p:spPr>
            <a:xfrm>
              <a:off x="6404944" y="4743561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09 w 21212"/>
                <a:gd name="connsiteY1" fmla="*/ 15973 h 21212"/>
                <a:gd name="connsiteX2" fmla="*/ 15951 w 21212"/>
                <a:gd name="connsiteY2" fmla="*/ 15909 h 21212"/>
                <a:gd name="connsiteX3" fmla="*/ 15994 w 21212"/>
                <a:gd name="connsiteY3" fmla="*/ 15973 h 21212"/>
                <a:gd name="connsiteX4" fmla="*/ 15951 w 21212"/>
                <a:gd name="connsiteY4" fmla="*/ 15973 h 21212"/>
                <a:gd name="connsiteX5" fmla="*/ 16121 w 21212"/>
                <a:gd name="connsiteY5" fmla="*/ 16121 h 21212"/>
                <a:gd name="connsiteX6" fmla="*/ 15994 w 21212"/>
                <a:gd name="connsiteY6" fmla="*/ 16036 h 21212"/>
                <a:gd name="connsiteX7" fmla="*/ 15994 w 21212"/>
                <a:gd name="connsiteY7" fmla="*/ 15973 h 21212"/>
                <a:gd name="connsiteX8" fmla="*/ 16121 w 21212"/>
                <a:gd name="connsiteY8" fmla="*/ 16121 h 21212"/>
                <a:gd name="connsiteX9" fmla="*/ 16121 w 21212"/>
                <a:gd name="connsiteY9" fmla="*/ 1612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09" y="15973"/>
                  </a:lnTo>
                  <a:lnTo>
                    <a:pt x="15951" y="15909"/>
                  </a:lnTo>
                  <a:lnTo>
                    <a:pt x="15994" y="15973"/>
                  </a:lnTo>
                  <a:lnTo>
                    <a:pt x="15951" y="15973"/>
                  </a:lnTo>
                  <a:close/>
                  <a:moveTo>
                    <a:pt x="16121" y="16121"/>
                  </a:moveTo>
                  <a:lnTo>
                    <a:pt x="15994" y="16036"/>
                  </a:lnTo>
                  <a:lnTo>
                    <a:pt x="15994" y="15973"/>
                  </a:lnTo>
                  <a:lnTo>
                    <a:pt x="16121" y="16121"/>
                  </a:lnTo>
                  <a:lnTo>
                    <a:pt x="16121" y="1612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2D0DF4A-D9EB-4BB5-8DE7-75054A6867B1}"/>
                </a:ext>
              </a:extLst>
            </p:cNvPr>
            <p:cNvSpPr/>
            <p:nvPr/>
          </p:nvSpPr>
          <p:spPr>
            <a:xfrm>
              <a:off x="6405131" y="4743529"/>
              <a:ext cx="31327" cy="31327"/>
            </a:xfrm>
            <a:custGeom>
              <a:avLst/>
              <a:gdLst>
                <a:gd name="connsiteX0" fmla="*/ 16142 w 21212"/>
                <a:gd name="connsiteY0" fmla="*/ 15909 h 21212"/>
                <a:gd name="connsiteX1" fmla="*/ 16142 w 21212"/>
                <a:gd name="connsiteY1" fmla="*/ 15909 h 21212"/>
                <a:gd name="connsiteX2" fmla="*/ 16142 w 21212"/>
                <a:gd name="connsiteY2" fmla="*/ 15909 h 21212"/>
                <a:gd name="connsiteX3" fmla="*/ 16142 w 21212"/>
                <a:gd name="connsiteY3" fmla="*/ 15909 h 21212"/>
                <a:gd name="connsiteX4" fmla="*/ 16142 w 21212"/>
                <a:gd name="connsiteY4" fmla="*/ 15909 h 21212"/>
                <a:gd name="connsiteX5" fmla="*/ 16164 w 21212"/>
                <a:gd name="connsiteY5" fmla="*/ 15994 h 21212"/>
                <a:gd name="connsiteX6" fmla="*/ 16164 w 21212"/>
                <a:gd name="connsiteY6" fmla="*/ 15994 h 21212"/>
                <a:gd name="connsiteX7" fmla="*/ 16142 w 21212"/>
                <a:gd name="connsiteY7" fmla="*/ 16058 h 21212"/>
                <a:gd name="connsiteX8" fmla="*/ 16100 w 21212"/>
                <a:gd name="connsiteY8" fmla="*/ 16058 h 21212"/>
                <a:gd name="connsiteX9" fmla="*/ 16100 w 21212"/>
                <a:gd name="connsiteY9" fmla="*/ 16058 h 21212"/>
                <a:gd name="connsiteX10" fmla="*/ 16164 w 21212"/>
                <a:gd name="connsiteY10" fmla="*/ 16121 h 21212"/>
                <a:gd name="connsiteX11" fmla="*/ 16142 w 21212"/>
                <a:gd name="connsiteY11" fmla="*/ 16121 h 21212"/>
                <a:gd name="connsiteX12" fmla="*/ 15909 w 21212"/>
                <a:gd name="connsiteY12" fmla="*/ 15930 h 21212"/>
                <a:gd name="connsiteX13" fmla="*/ 15909 w 21212"/>
                <a:gd name="connsiteY13" fmla="*/ 15930 h 21212"/>
                <a:gd name="connsiteX14" fmla="*/ 15930 w 21212"/>
                <a:gd name="connsiteY14" fmla="*/ 15930 h 21212"/>
                <a:gd name="connsiteX15" fmla="*/ 15930 w 21212"/>
                <a:gd name="connsiteY15" fmla="*/ 15930 h 21212"/>
                <a:gd name="connsiteX16" fmla="*/ 15930 w 21212"/>
                <a:gd name="connsiteY16" fmla="*/ 15930 h 21212"/>
                <a:gd name="connsiteX17" fmla="*/ 15930 w 21212"/>
                <a:gd name="connsiteY17" fmla="*/ 15930 h 21212"/>
                <a:gd name="connsiteX18" fmla="*/ 15930 w 21212"/>
                <a:gd name="connsiteY18" fmla="*/ 15930 h 21212"/>
                <a:gd name="connsiteX19" fmla="*/ 15994 w 21212"/>
                <a:gd name="connsiteY19" fmla="*/ 15930 h 21212"/>
                <a:gd name="connsiteX20" fmla="*/ 15994 w 21212"/>
                <a:gd name="connsiteY20" fmla="*/ 15909 h 21212"/>
                <a:gd name="connsiteX21" fmla="*/ 16015 w 21212"/>
                <a:gd name="connsiteY21" fmla="*/ 15909 h 21212"/>
                <a:gd name="connsiteX22" fmla="*/ 16100 w 21212"/>
                <a:gd name="connsiteY22" fmla="*/ 15909 h 21212"/>
                <a:gd name="connsiteX23" fmla="*/ 16142 w 21212"/>
                <a:gd name="connsiteY23" fmla="*/ 15909 h 21212"/>
                <a:gd name="connsiteX24" fmla="*/ 16142 w 21212"/>
                <a:gd name="connsiteY24" fmla="*/ 15930 h 21212"/>
                <a:gd name="connsiteX25" fmla="*/ 16100 w 21212"/>
                <a:gd name="connsiteY25" fmla="*/ 15909 h 21212"/>
                <a:gd name="connsiteX26" fmla="*/ 16100 w 21212"/>
                <a:gd name="connsiteY26" fmla="*/ 15909 h 21212"/>
                <a:gd name="connsiteX27" fmla="*/ 16015 w 21212"/>
                <a:gd name="connsiteY27" fmla="*/ 15930 h 21212"/>
                <a:gd name="connsiteX28" fmla="*/ 15994 w 21212"/>
                <a:gd name="connsiteY28" fmla="*/ 15930 h 21212"/>
                <a:gd name="connsiteX29" fmla="*/ 15994 w 21212"/>
                <a:gd name="connsiteY29" fmla="*/ 15930 h 21212"/>
                <a:gd name="connsiteX30" fmla="*/ 15994 w 21212"/>
                <a:gd name="connsiteY30" fmla="*/ 15930 h 21212"/>
                <a:gd name="connsiteX31" fmla="*/ 15930 w 21212"/>
                <a:gd name="connsiteY31" fmla="*/ 15930 h 21212"/>
                <a:gd name="connsiteX32" fmla="*/ 15930 w 21212"/>
                <a:gd name="connsiteY32" fmla="*/ 15930 h 21212"/>
                <a:gd name="connsiteX33" fmla="*/ 16100 w 21212"/>
                <a:gd name="connsiteY33" fmla="*/ 15994 h 21212"/>
                <a:gd name="connsiteX34" fmla="*/ 16100 w 21212"/>
                <a:gd name="connsiteY34" fmla="*/ 15994 h 21212"/>
                <a:gd name="connsiteX35" fmla="*/ 16142 w 21212"/>
                <a:gd name="connsiteY35" fmla="*/ 15994 h 21212"/>
                <a:gd name="connsiteX36" fmla="*/ 16142 w 21212"/>
                <a:gd name="connsiteY36" fmla="*/ 15994 h 21212"/>
                <a:gd name="connsiteX37" fmla="*/ 16142 w 21212"/>
                <a:gd name="connsiteY37" fmla="*/ 15930 h 21212"/>
                <a:gd name="connsiteX38" fmla="*/ 16142 w 21212"/>
                <a:gd name="connsiteY38" fmla="*/ 15930 h 21212"/>
                <a:gd name="connsiteX39" fmla="*/ 16142 w 21212"/>
                <a:gd name="connsiteY3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42" y="15909"/>
                  </a:moveTo>
                  <a:cubicBezTo>
                    <a:pt x="16164" y="15909"/>
                    <a:pt x="16164" y="15930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cubicBezTo>
                    <a:pt x="16142" y="15994"/>
                    <a:pt x="16142" y="16058"/>
                    <a:pt x="16142" y="16058"/>
                  </a:cubicBezTo>
                  <a:cubicBezTo>
                    <a:pt x="16100" y="16058"/>
                    <a:pt x="16100" y="16058"/>
                    <a:pt x="16100" y="16058"/>
                  </a:cubicBezTo>
                  <a:lnTo>
                    <a:pt x="16100" y="16058"/>
                  </a:lnTo>
                  <a:lnTo>
                    <a:pt x="16164" y="16121"/>
                  </a:lnTo>
                  <a:lnTo>
                    <a:pt x="16142" y="16121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cubicBezTo>
                    <a:pt x="15930" y="15930"/>
                    <a:pt x="15930" y="15930"/>
                    <a:pt x="15994" y="15930"/>
                  </a:cubicBez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lnTo>
                    <a:pt x="16100" y="15909"/>
                  </a:lnTo>
                  <a:lnTo>
                    <a:pt x="16142" y="15909"/>
                  </a:lnTo>
                  <a:close/>
                  <a:moveTo>
                    <a:pt x="16142" y="15930"/>
                  </a:moveTo>
                  <a:lnTo>
                    <a:pt x="16100" y="15909"/>
                  </a:lnTo>
                  <a:lnTo>
                    <a:pt x="16100" y="15909"/>
                  </a:lnTo>
                  <a:cubicBezTo>
                    <a:pt x="16015" y="15909"/>
                    <a:pt x="16015" y="15909"/>
                    <a:pt x="16015" y="15930"/>
                  </a:cubicBezTo>
                  <a:cubicBezTo>
                    <a:pt x="15994" y="15930"/>
                    <a:pt x="15994" y="15930"/>
                    <a:pt x="15994" y="15930"/>
                  </a:cubicBezTo>
                  <a:lnTo>
                    <a:pt x="15994" y="15930"/>
                  </a:lnTo>
                  <a:lnTo>
                    <a:pt x="15994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6100" y="15994"/>
                  </a:lnTo>
                  <a:cubicBezTo>
                    <a:pt x="16100" y="16058"/>
                    <a:pt x="16100" y="15994"/>
                    <a:pt x="16100" y="15994"/>
                  </a:cubicBezTo>
                  <a:lnTo>
                    <a:pt x="16142" y="15994"/>
                  </a:lnTo>
                  <a:lnTo>
                    <a:pt x="16142" y="15994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6142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6DA24E9-FF4B-4540-A4D3-189116CCF149}"/>
                </a:ext>
              </a:extLst>
            </p:cNvPr>
            <p:cNvSpPr/>
            <p:nvPr/>
          </p:nvSpPr>
          <p:spPr>
            <a:xfrm>
              <a:off x="6405484" y="4743435"/>
              <a:ext cx="31327" cy="31327"/>
            </a:xfrm>
            <a:custGeom>
              <a:avLst/>
              <a:gdLst>
                <a:gd name="connsiteX0" fmla="*/ 15925 w 21212"/>
                <a:gd name="connsiteY0" fmla="*/ 15930 h 21212"/>
                <a:gd name="connsiteX1" fmla="*/ 15925 w 21212"/>
                <a:gd name="connsiteY1" fmla="*/ 15930 h 21212"/>
                <a:gd name="connsiteX2" fmla="*/ 15989 w 21212"/>
                <a:gd name="connsiteY2" fmla="*/ 15930 h 21212"/>
                <a:gd name="connsiteX3" fmla="*/ 15989 w 21212"/>
                <a:gd name="connsiteY3" fmla="*/ 15930 h 21212"/>
                <a:gd name="connsiteX4" fmla="*/ 15989 w 21212"/>
                <a:gd name="connsiteY4" fmla="*/ 15930 h 21212"/>
                <a:gd name="connsiteX5" fmla="*/ 16010 w 21212"/>
                <a:gd name="connsiteY5" fmla="*/ 15930 h 21212"/>
                <a:gd name="connsiteX6" fmla="*/ 16010 w 21212"/>
                <a:gd name="connsiteY6" fmla="*/ 15909 h 21212"/>
                <a:gd name="connsiteX7" fmla="*/ 16052 w 21212"/>
                <a:gd name="connsiteY7" fmla="*/ 15909 h 21212"/>
                <a:gd name="connsiteX8" fmla="*/ 16073 w 21212"/>
                <a:gd name="connsiteY8" fmla="*/ 15909 h 21212"/>
                <a:gd name="connsiteX9" fmla="*/ 16073 w 21212"/>
                <a:gd name="connsiteY9" fmla="*/ 15930 h 21212"/>
                <a:gd name="connsiteX10" fmla="*/ 16073 w 21212"/>
                <a:gd name="connsiteY10" fmla="*/ 15930 h 21212"/>
                <a:gd name="connsiteX11" fmla="*/ 16073 w 21212"/>
                <a:gd name="connsiteY11" fmla="*/ 15930 h 21212"/>
                <a:gd name="connsiteX12" fmla="*/ 16052 w 21212"/>
                <a:gd name="connsiteY12" fmla="*/ 15973 h 21212"/>
                <a:gd name="connsiteX13" fmla="*/ 16052 w 21212"/>
                <a:gd name="connsiteY13" fmla="*/ 15973 h 21212"/>
                <a:gd name="connsiteX14" fmla="*/ 16010 w 21212"/>
                <a:gd name="connsiteY14" fmla="*/ 15973 h 21212"/>
                <a:gd name="connsiteX15" fmla="*/ 16010 w 21212"/>
                <a:gd name="connsiteY15" fmla="*/ 15973 h 21212"/>
                <a:gd name="connsiteX16" fmla="*/ 16010 w 21212"/>
                <a:gd name="connsiteY16" fmla="*/ 15994 h 21212"/>
                <a:gd name="connsiteX17" fmla="*/ 15989 w 21212"/>
                <a:gd name="connsiteY17" fmla="*/ 15973 h 21212"/>
                <a:gd name="connsiteX18" fmla="*/ 16010 w 21212"/>
                <a:gd name="connsiteY18" fmla="*/ 15973 h 21212"/>
                <a:gd name="connsiteX19" fmla="*/ 16052 w 21212"/>
                <a:gd name="connsiteY19" fmla="*/ 15973 h 21212"/>
                <a:gd name="connsiteX20" fmla="*/ 16052 w 21212"/>
                <a:gd name="connsiteY20" fmla="*/ 15930 h 21212"/>
                <a:gd name="connsiteX21" fmla="*/ 16052 w 21212"/>
                <a:gd name="connsiteY21" fmla="*/ 15930 h 21212"/>
                <a:gd name="connsiteX22" fmla="*/ 16052 w 21212"/>
                <a:gd name="connsiteY22" fmla="*/ 15930 h 21212"/>
                <a:gd name="connsiteX23" fmla="*/ 16052 w 21212"/>
                <a:gd name="connsiteY23" fmla="*/ 15930 h 21212"/>
                <a:gd name="connsiteX24" fmla="*/ 16052 w 21212"/>
                <a:gd name="connsiteY24" fmla="*/ 15930 h 21212"/>
                <a:gd name="connsiteX25" fmla="*/ 16010 w 21212"/>
                <a:gd name="connsiteY25" fmla="*/ 15930 h 21212"/>
                <a:gd name="connsiteX26" fmla="*/ 16010 w 21212"/>
                <a:gd name="connsiteY26" fmla="*/ 15930 h 21212"/>
                <a:gd name="connsiteX27" fmla="*/ 16010 w 21212"/>
                <a:gd name="connsiteY27" fmla="*/ 15930 h 21212"/>
                <a:gd name="connsiteX28" fmla="*/ 15989 w 21212"/>
                <a:gd name="connsiteY28" fmla="*/ 15930 h 21212"/>
                <a:gd name="connsiteX29" fmla="*/ 15989 w 21212"/>
                <a:gd name="connsiteY29" fmla="*/ 15930 h 21212"/>
                <a:gd name="connsiteX30" fmla="*/ 15925 w 21212"/>
                <a:gd name="connsiteY30" fmla="*/ 15930 h 21212"/>
                <a:gd name="connsiteX31" fmla="*/ 15925 w 21212"/>
                <a:gd name="connsiteY31" fmla="*/ 15930 h 21212"/>
                <a:gd name="connsiteX32" fmla="*/ 15925 w 21212"/>
                <a:gd name="connsiteY32" fmla="*/ 15930 h 21212"/>
                <a:gd name="connsiteX33" fmla="*/ 15925 w 21212"/>
                <a:gd name="connsiteY33" fmla="*/ 15930 h 21212"/>
                <a:gd name="connsiteX34" fmla="*/ 15925 w 21212"/>
                <a:gd name="connsiteY34" fmla="*/ 15930 h 21212"/>
                <a:gd name="connsiteX35" fmla="*/ 15925 w 21212"/>
                <a:gd name="connsiteY35" fmla="*/ 15930 h 21212"/>
                <a:gd name="connsiteX36" fmla="*/ 15925 w 21212"/>
                <a:gd name="connsiteY36" fmla="*/ 15930 h 21212"/>
                <a:gd name="connsiteX37" fmla="*/ 15989 w 21212"/>
                <a:gd name="connsiteY37" fmla="*/ 15909 h 21212"/>
                <a:gd name="connsiteX38" fmla="*/ 16010 w 21212"/>
                <a:gd name="connsiteY38" fmla="*/ 15909 h 21212"/>
                <a:gd name="connsiteX39" fmla="*/ 15989 w 21212"/>
                <a:gd name="connsiteY39" fmla="*/ 15909 h 21212"/>
                <a:gd name="connsiteX40" fmla="*/ 15925 w 21212"/>
                <a:gd name="connsiteY40" fmla="*/ 15930 h 21212"/>
                <a:gd name="connsiteX41" fmla="*/ 15925 w 21212"/>
                <a:gd name="connsiteY41" fmla="*/ 15930 h 21212"/>
                <a:gd name="connsiteX42" fmla="*/ 15925 w 21212"/>
                <a:gd name="connsiteY42" fmla="*/ 15930 h 21212"/>
                <a:gd name="connsiteX43" fmla="*/ 15925 w 21212"/>
                <a:gd name="connsiteY43" fmla="*/ 15930 h 21212"/>
                <a:gd name="connsiteX44" fmla="*/ 15925 w 21212"/>
                <a:gd name="connsiteY4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25" y="15930"/>
                  </a:moveTo>
                  <a:lnTo>
                    <a:pt x="15925" y="15930"/>
                  </a:lnTo>
                  <a:lnTo>
                    <a:pt x="15989" y="15930"/>
                  </a:lnTo>
                  <a:lnTo>
                    <a:pt x="15989" y="15930"/>
                  </a:lnTo>
                  <a:lnTo>
                    <a:pt x="15989" y="15930"/>
                  </a:lnTo>
                  <a:cubicBezTo>
                    <a:pt x="16010" y="15930"/>
                    <a:pt x="16010" y="15930"/>
                    <a:pt x="16010" y="15930"/>
                  </a:cubicBezTo>
                  <a:lnTo>
                    <a:pt x="16010" y="15909"/>
                  </a:lnTo>
                  <a:cubicBezTo>
                    <a:pt x="16052" y="15909"/>
                    <a:pt x="16052" y="15909"/>
                    <a:pt x="16052" y="15909"/>
                  </a:cubicBezTo>
                  <a:lnTo>
                    <a:pt x="16073" y="15909"/>
                  </a:lnTo>
                  <a:cubicBezTo>
                    <a:pt x="16073" y="15930"/>
                    <a:pt x="16073" y="15930"/>
                    <a:pt x="16073" y="15930"/>
                  </a:cubicBezTo>
                  <a:lnTo>
                    <a:pt x="16073" y="15930"/>
                  </a:lnTo>
                  <a:lnTo>
                    <a:pt x="16073" y="15930"/>
                  </a:lnTo>
                  <a:cubicBezTo>
                    <a:pt x="16073" y="15973"/>
                    <a:pt x="16052" y="15973"/>
                    <a:pt x="16052" y="15973"/>
                  </a:cubicBezTo>
                  <a:lnTo>
                    <a:pt x="16052" y="15973"/>
                  </a:lnTo>
                  <a:lnTo>
                    <a:pt x="16010" y="15973"/>
                  </a:lnTo>
                  <a:lnTo>
                    <a:pt x="16010" y="15973"/>
                  </a:lnTo>
                  <a:cubicBezTo>
                    <a:pt x="16010" y="15994"/>
                    <a:pt x="16010" y="15994"/>
                    <a:pt x="16010" y="15994"/>
                  </a:cubicBezTo>
                  <a:lnTo>
                    <a:pt x="15989" y="15973"/>
                  </a:lnTo>
                  <a:cubicBezTo>
                    <a:pt x="16010" y="15973"/>
                    <a:pt x="16010" y="15973"/>
                    <a:pt x="16010" y="15973"/>
                  </a:cubicBezTo>
                  <a:lnTo>
                    <a:pt x="16052" y="15973"/>
                  </a:lnTo>
                  <a:cubicBezTo>
                    <a:pt x="16052" y="15973"/>
                    <a:pt x="16052" y="15973"/>
                    <a:pt x="16052" y="15930"/>
                  </a:cubicBezTo>
                  <a:lnTo>
                    <a:pt x="16052" y="15930"/>
                  </a:lnTo>
                  <a:lnTo>
                    <a:pt x="16052" y="15930"/>
                  </a:lnTo>
                  <a:lnTo>
                    <a:pt x="16052" y="15930"/>
                  </a:lnTo>
                  <a:lnTo>
                    <a:pt x="16052" y="15930"/>
                  </a:lnTo>
                  <a:lnTo>
                    <a:pt x="16010" y="15930"/>
                  </a:lnTo>
                  <a:lnTo>
                    <a:pt x="16010" y="15930"/>
                  </a:lnTo>
                  <a:lnTo>
                    <a:pt x="16010" y="15930"/>
                  </a:lnTo>
                  <a:lnTo>
                    <a:pt x="15989" y="15930"/>
                  </a:lnTo>
                  <a:lnTo>
                    <a:pt x="15989" y="15930"/>
                  </a:lnTo>
                  <a:cubicBezTo>
                    <a:pt x="15925" y="15930"/>
                    <a:pt x="15925" y="15930"/>
                    <a:pt x="15925" y="15930"/>
                  </a:cubicBezTo>
                  <a:cubicBezTo>
                    <a:pt x="15925" y="15930"/>
                    <a:pt x="15925" y="15930"/>
                    <a:pt x="15925" y="15930"/>
                  </a:cubicBezTo>
                  <a:lnTo>
                    <a:pt x="15925" y="15930"/>
                  </a:lnTo>
                  <a:lnTo>
                    <a:pt x="15925" y="15930"/>
                  </a:lnTo>
                  <a:cubicBezTo>
                    <a:pt x="15904" y="15930"/>
                    <a:pt x="15904" y="15930"/>
                    <a:pt x="15925" y="15930"/>
                  </a:cubicBezTo>
                  <a:lnTo>
                    <a:pt x="15925" y="15930"/>
                  </a:lnTo>
                  <a:cubicBezTo>
                    <a:pt x="15925" y="15909"/>
                    <a:pt x="15925" y="15909"/>
                    <a:pt x="15925" y="15930"/>
                  </a:cubicBezTo>
                  <a:cubicBezTo>
                    <a:pt x="15989" y="15909"/>
                    <a:pt x="15989" y="15909"/>
                    <a:pt x="15989" y="15909"/>
                  </a:cubicBezTo>
                  <a:lnTo>
                    <a:pt x="16010" y="15909"/>
                  </a:lnTo>
                  <a:cubicBezTo>
                    <a:pt x="15989" y="15909"/>
                    <a:pt x="15989" y="15909"/>
                    <a:pt x="15989" y="15909"/>
                  </a:cubicBezTo>
                  <a:lnTo>
                    <a:pt x="15925" y="15930"/>
                  </a:lnTo>
                  <a:lnTo>
                    <a:pt x="15925" y="15930"/>
                  </a:lnTo>
                  <a:lnTo>
                    <a:pt x="15925" y="15930"/>
                  </a:lnTo>
                  <a:lnTo>
                    <a:pt x="15925" y="15930"/>
                  </a:lnTo>
                  <a:lnTo>
                    <a:pt x="15925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74095AA1-3A51-4F50-AA33-B8158E1CFAA2}"/>
                </a:ext>
              </a:extLst>
            </p:cNvPr>
            <p:cNvSpPr/>
            <p:nvPr/>
          </p:nvSpPr>
          <p:spPr>
            <a:xfrm>
              <a:off x="6405633" y="4743153"/>
              <a:ext cx="31327" cy="31327"/>
            </a:xfrm>
            <a:custGeom>
              <a:avLst/>
              <a:gdLst>
                <a:gd name="connsiteX0" fmla="*/ 16121 w 21212"/>
                <a:gd name="connsiteY0" fmla="*/ 16100 h 21212"/>
                <a:gd name="connsiteX1" fmla="*/ 16121 w 21212"/>
                <a:gd name="connsiteY1" fmla="*/ 16100 h 21212"/>
                <a:gd name="connsiteX2" fmla="*/ 16079 w 21212"/>
                <a:gd name="connsiteY2" fmla="*/ 16100 h 21212"/>
                <a:gd name="connsiteX3" fmla="*/ 16079 w 21212"/>
                <a:gd name="connsiteY3" fmla="*/ 16100 h 21212"/>
                <a:gd name="connsiteX4" fmla="*/ 16036 w 21212"/>
                <a:gd name="connsiteY4" fmla="*/ 16100 h 21212"/>
                <a:gd name="connsiteX5" fmla="*/ 16036 w 21212"/>
                <a:gd name="connsiteY5" fmla="*/ 16100 h 21212"/>
                <a:gd name="connsiteX6" fmla="*/ 15973 w 21212"/>
                <a:gd name="connsiteY6" fmla="*/ 16100 h 21212"/>
                <a:gd name="connsiteX7" fmla="*/ 15909 w 21212"/>
                <a:gd name="connsiteY7" fmla="*/ 15973 h 21212"/>
                <a:gd name="connsiteX8" fmla="*/ 15951 w 21212"/>
                <a:gd name="connsiteY8" fmla="*/ 15973 h 21212"/>
                <a:gd name="connsiteX9" fmla="*/ 16036 w 21212"/>
                <a:gd name="connsiteY9" fmla="*/ 16100 h 21212"/>
                <a:gd name="connsiteX10" fmla="*/ 16079 w 21212"/>
                <a:gd name="connsiteY10" fmla="*/ 16100 h 21212"/>
                <a:gd name="connsiteX11" fmla="*/ 16079 w 21212"/>
                <a:gd name="connsiteY11" fmla="*/ 16100 h 21212"/>
                <a:gd name="connsiteX12" fmla="*/ 16121 w 21212"/>
                <a:gd name="connsiteY12" fmla="*/ 16100 h 21212"/>
                <a:gd name="connsiteX13" fmla="*/ 16121 w 21212"/>
                <a:gd name="connsiteY13" fmla="*/ 15973 h 21212"/>
                <a:gd name="connsiteX14" fmla="*/ 16121 w 21212"/>
                <a:gd name="connsiteY14" fmla="*/ 15973 h 21212"/>
                <a:gd name="connsiteX15" fmla="*/ 16121 w 21212"/>
                <a:gd name="connsiteY15" fmla="*/ 15973 h 21212"/>
                <a:gd name="connsiteX16" fmla="*/ 16036 w 21212"/>
                <a:gd name="connsiteY16" fmla="*/ 15952 h 21212"/>
                <a:gd name="connsiteX17" fmla="*/ 16036 w 21212"/>
                <a:gd name="connsiteY17" fmla="*/ 15909 h 21212"/>
                <a:gd name="connsiteX18" fmla="*/ 16185 w 21212"/>
                <a:gd name="connsiteY18" fmla="*/ 15973 h 21212"/>
                <a:gd name="connsiteX19" fmla="*/ 16185 w 21212"/>
                <a:gd name="connsiteY19" fmla="*/ 15973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85 w 21212"/>
                <a:gd name="connsiteY23" fmla="*/ 16058 h 21212"/>
                <a:gd name="connsiteX24" fmla="*/ 16121 w 21212"/>
                <a:gd name="connsiteY2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100"/>
                  </a:moveTo>
                  <a:lnTo>
                    <a:pt x="16121" y="16100"/>
                  </a:lnTo>
                  <a:lnTo>
                    <a:pt x="16079" y="16100"/>
                  </a:lnTo>
                  <a:lnTo>
                    <a:pt x="16079" y="16100"/>
                  </a:lnTo>
                  <a:cubicBezTo>
                    <a:pt x="16036" y="16100"/>
                    <a:pt x="16036" y="16100"/>
                    <a:pt x="16036" y="16100"/>
                  </a:cubicBezTo>
                  <a:lnTo>
                    <a:pt x="16036" y="16100"/>
                  </a:lnTo>
                  <a:cubicBezTo>
                    <a:pt x="16036" y="16100"/>
                    <a:pt x="16036" y="16100"/>
                    <a:pt x="15973" y="16100"/>
                  </a:cubicBezTo>
                  <a:lnTo>
                    <a:pt x="15909" y="15973"/>
                  </a:lnTo>
                  <a:lnTo>
                    <a:pt x="15951" y="15973"/>
                  </a:lnTo>
                  <a:lnTo>
                    <a:pt x="16036" y="16100"/>
                  </a:lnTo>
                  <a:cubicBezTo>
                    <a:pt x="16036" y="16100"/>
                    <a:pt x="16036" y="16100"/>
                    <a:pt x="16079" y="16100"/>
                  </a:cubicBezTo>
                  <a:lnTo>
                    <a:pt x="16079" y="16100"/>
                  </a:lnTo>
                  <a:cubicBezTo>
                    <a:pt x="16121" y="16100"/>
                    <a:pt x="16121" y="16100"/>
                    <a:pt x="16121" y="16100"/>
                  </a:cubicBezTo>
                  <a:cubicBezTo>
                    <a:pt x="16121" y="16058"/>
                    <a:pt x="16121" y="16058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lnTo>
                    <a:pt x="16036" y="15952"/>
                  </a:lnTo>
                  <a:lnTo>
                    <a:pt x="16036" y="15909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6058"/>
                    <a:pt x="16185" y="16058"/>
                    <a:pt x="16185" y="16058"/>
                  </a:cubicBezTo>
                  <a:cubicBezTo>
                    <a:pt x="16164" y="16100"/>
                    <a:pt x="16164" y="16100"/>
                    <a:pt x="16121" y="161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D4417DC3-E546-4F24-8AE0-A16503A88E0B}"/>
                </a:ext>
              </a:extLst>
            </p:cNvPr>
            <p:cNvSpPr/>
            <p:nvPr/>
          </p:nvSpPr>
          <p:spPr>
            <a:xfrm>
              <a:off x="6405915" y="4742903"/>
              <a:ext cx="31327" cy="31327"/>
            </a:xfrm>
            <a:custGeom>
              <a:avLst/>
              <a:gdLst>
                <a:gd name="connsiteX0" fmla="*/ 16227 w 21212"/>
                <a:gd name="connsiteY0" fmla="*/ 16079 h 21212"/>
                <a:gd name="connsiteX1" fmla="*/ 16185 w 21212"/>
                <a:gd name="connsiteY1" fmla="*/ 16079 h 21212"/>
                <a:gd name="connsiteX2" fmla="*/ 16121 w 21212"/>
                <a:gd name="connsiteY2" fmla="*/ 16015 h 21212"/>
                <a:gd name="connsiteX3" fmla="*/ 16058 w 21212"/>
                <a:gd name="connsiteY3" fmla="*/ 16015 h 21212"/>
                <a:gd name="connsiteX4" fmla="*/ 16058 w 21212"/>
                <a:gd name="connsiteY4" fmla="*/ 16015 h 21212"/>
                <a:gd name="connsiteX5" fmla="*/ 16036 w 21212"/>
                <a:gd name="connsiteY5" fmla="*/ 16015 h 21212"/>
                <a:gd name="connsiteX6" fmla="*/ 16036 w 21212"/>
                <a:gd name="connsiteY6" fmla="*/ 16015 h 21212"/>
                <a:gd name="connsiteX7" fmla="*/ 16036 w 21212"/>
                <a:gd name="connsiteY7" fmla="*/ 16015 h 21212"/>
                <a:gd name="connsiteX8" fmla="*/ 15973 w 21212"/>
                <a:gd name="connsiteY8" fmla="*/ 16079 h 21212"/>
                <a:gd name="connsiteX9" fmla="*/ 16121 w 21212"/>
                <a:gd name="connsiteY9" fmla="*/ 16121 h 21212"/>
                <a:gd name="connsiteX10" fmla="*/ 16058 w 21212"/>
                <a:gd name="connsiteY10" fmla="*/ 16142 h 21212"/>
                <a:gd name="connsiteX11" fmla="*/ 15909 w 21212"/>
                <a:gd name="connsiteY11" fmla="*/ 16079 h 21212"/>
                <a:gd name="connsiteX12" fmla="*/ 15909 w 21212"/>
                <a:gd name="connsiteY12" fmla="*/ 16079 h 21212"/>
                <a:gd name="connsiteX13" fmla="*/ 15973 w 21212"/>
                <a:gd name="connsiteY13" fmla="*/ 16079 h 21212"/>
                <a:gd name="connsiteX14" fmla="*/ 15973 w 21212"/>
                <a:gd name="connsiteY14" fmla="*/ 16079 h 21212"/>
                <a:gd name="connsiteX15" fmla="*/ 15973 w 21212"/>
                <a:gd name="connsiteY15" fmla="*/ 16015 h 21212"/>
                <a:gd name="connsiteX16" fmla="*/ 15973 w 21212"/>
                <a:gd name="connsiteY16" fmla="*/ 16015 h 21212"/>
                <a:gd name="connsiteX17" fmla="*/ 15973 w 21212"/>
                <a:gd name="connsiteY17" fmla="*/ 16015 h 21212"/>
                <a:gd name="connsiteX18" fmla="*/ 16036 w 21212"/>
                <a:gd name="connsiteY18" fmla="*/ 16015 h 21212"/>
                <a:gd name="connsiteX19" fmla="*/ 16058 w 21212"/>
                <a:gd name="connsiteY19" fmla="*/ 15973 h 21212"/>
                <a:gd name="connsiteX20" fmla="*/ 16121 w 21212"/>
                <a:gd name="connsiteY20" fmla="*/ 15973 h 21212"/>
                <a:gd name="connsiteX21" fmla="*/ 16121 w 21212"/>
                <a:gd name="connsiteY21" fmla="*/ 15973 h 21212"/>
                <a:gd name="connsiteX22" fmla="*/ 16121 w 21212"/>
                <a:gd name="connsiteY22" fmla="*/ 15973 h 21212"/>
                <a:gd name="connsiteX23" fmla="*/ 16121 w 21212"/>
                <a:gd name="connsiteY23" fmla="*/ 15909 h 21212"/>
                <a:gd name="connsiteX24" fmla="*/ 16142 w 21212"/>
                <a:gd name="connsiteY24" fmla="*/ 15909 h 21212"/>
                <a:gd name="connsiteX25" fmla="*/ 16142 w 21212"/>
                <a:gd name="connsiteY25" fmla="*/ 15909 h 21212"/>
                <a:gd name="connsiteX26" fmla="*/ 16185 w 21212"/>
                <a:gd name="connsiteY26" fmla="*/ 15909 h 21212"/>
                <a:gd name="connsiteX27" fmla="*/ 16227 w 21212"/>
                <a:gd name="connsiteY27" fmla="*/ 15909 h 21212"/>
                <a:gd name="connsiteX28" fmla="*/ 16312 w 21212"/>
                <a:gd name="connsiteY28" fmla="*/ 15973 h 21212"/>
                <a:gd name="connsiteX29" fmla="*/ 16312 w 21212"/>
                <a:gd name="connsiteY29" fmla="*/ 15973 h 21212"/>
                <a:gd name="connsiteX30" fmla="*/ 16185 w 21212"/>
                <a:gd name="connsiteY30" fmla="*/ 15909 h 21212"/>
                <a:gd name="connsiteX31" fmla="*/ 16185 w 21212"/>
                <a:gd name="connsiteY31" fmla="*/ 15909 h 21212"/>
                <a:gd name="connsiteX32" fmla="*/ 16185 w 21212"/>
                <a:gd name="connsiteY32" fmla="*/ 15909 h 21212"/>
                <a:gd name="connsiteX33" fmla="*/ 16142 w 21212"/>
                <a:gd name="connsiteY33" fmla="*/ 15909 h 21212"/>
                <a:gd name="connsiteX34" fmla="*/ 16142 w 21212"/>
                <a:gd name="connsiteY34" fmla="*/ 15909 h 21212"/>
                <a:gd name="connsiteX35" fmla="*/ 16121 w 21212"/>
                <a:gd name="connsiteY35" fmla="*/ 15973 h 21212"/>
                <a:gd name="connsiteX36" fmla="*/ 16121 w 21212"/>
                <a:gd name="connsiteY36" fmla="*/ 15973 h 21212"/>
                <a:gd name="connsiteX37" fmla="*/ 16227 w 21212"/>
                <a:gd name="connsiteY37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079"/>
                  </a:moveTo>
                  <a:lnTo>
                    <a:pt x="16185" y="16079"/>
                  </a:lnTo>
                  <a:lnTo>
                    <a:pt x="16121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058" y="16015"/>
                    <a:pt x="16058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cubicBezTo>
                    <a:pt x="15973" y="16079"/>
                    <a:pt x="15973" y="16079"/>
                    <a:pt x="15973" y="16079"/>
                  </a:cubicBezTo>
                  <a:lnTo>
                    <a:pt x="16121" y="16121"/>
                  </a:lnTo>
                  <a:lnTo>
                    <a:pt x="16058" y="16142"/>
                  </a:lnTo>
                  <a:lnTo>
                    <a:pt x="15909" y="16079"/>
                  </a:lnTo>
                  <a:lnTo>
                    <a:pt x="15909" y="16079"/>
                  </a:lnTo>
                  <a:lnTo>
                    <a:pt x="15973" y="16079"/>
                  </a:lnTo>
                  <a:lnTo>
                    <a:pt x="15973" y="16079"/>
                  </a:lnTo>
                  <a:cubicBezTo>
                    <a:pt x="15973" y="16079"/>
                    <a:pt x="15973" y="16079"/>
                    <a:pt x="15973" y="16015"/>
                  </a:cubicBezTo>
                  <a:lnTo>
                    <a:pt x="15973" y="16015"/>
                  </a:lnTo>
                  <a:lnTo>
                    <a:pt x="15973" y="16015"/>
                  </a:lnTo>
                  <a:lnTo>
                    <a:pt x="16036" y="16015"/>
                  </a:lnTo>
                  <a:cubicBezTo>
                    <a:pt x="16036" y="15973"/>
                    <a:pt x="16036" y="15973"/>
                    <a:pt x="16058" y="15973"/>
                  </a:cubicBezTo>
                  <a:cubicBezTo>
                    <a:pt x="16058" y="15973"/>
                    <a:pt x="16058" y="15973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lnTo>
                    <a:pt x="16121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85" y="15909"/>
                    <a:pt x="16185" y="15909"/>
                    <a:pt x="16185" y="15909"/>
                  </a:cubicBezTo>
                  <a:lnTo>
                    <a:pt x="16227" y="15909"/>
                  </a:lnTo>
                  <a:lnTo>
                    <a:pt x="16312" y="15973"/>
                  </a:lnTo>
                  <a:lnTo>
                    <a:pt x="16312" y="15973"/>
                  </a:lnTo>
                  <a:lnTo>
                    <a:pt x="16185" y="15909"/>
                  </a:lnTo>
                  <a:lnTo>
                    <a:pt x="16185" y="15909"/>
                  </a:lnTo>
                  <a:lnTo>
                    <a:pt x="16185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21" y="15973"/>
                    <a:pt x="16121" y="15973"/>
                    <a:pt x="16121" y="15973"/>
                  </a:cubicBezTo>
                  <a:lnTo>
                    <a:pt x="16121" y="15973"/>
                  </a:lnTo>
                  <a:lnTo>
                    <a:pt x="16227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DEA51E5C-221A-4EC0-B8BC-7B6AEDF027F2}"/>
                </a:ext>
              </a:extLst>
            </p:cNvPr>
            <p:cNvSpPr/>
            <p:nvPr/>
          </p:nvSpPr>
          <p:spPr>
            <a:xfrm>
              <a:off x="6406544" y="4742621"/>
              <a:ext cx="31327" cy="31327"/>
            </a:xfrm>
            <a:custGeom>
              <a:avLst/>
              <a:gdLst>
                <a:gd name="connsiteX0" fmla="*/ 15928 w 21212"/>
                <a:gd name="connsiteY0" fmla="*/ 16058 h 21212"/>
                <a:gd name="connsiteX1" fmla="*/ 15928 w 21212"/>
                <a:gd name="connsiteY1" fmla="*/ 16058 h 21212"/>
                <a:gd name="connsiteX2" fmla="*/ 15928 w 21212"/>
                <a:gd name="connsiteY2" fmla="*/ 16058 h 21212"/>
                <a:gd name="connsiteX3" fmla="*/ 15928 w 21212"/>
                <a:gd name="connsiteY3" fmla="*/ 16058 h 21212"/>
                <a:gd name="connsiteX4" fmla="*/ 15928 w 21212"/>
                <a:gd name="connsiteY4" fmla="*/ 16058 h 21212"/>
                <a:gd name="connsiteX5" fmla="*/ 15928 w 21212"/>
                <a:gd name="connsiteY5" fmla="*/ 15994 h 21212"/>
                <a:gd name="connsiteX6" fmla="*/ 15928 w 21212"/>
                <a:gd name="connsiteY6" fmla="*/ 15994 h 21212"/>
                <a:gd name="connsiteX7" fmla="*/ 16013 w 21212"/>
                <a:gd name="connsiteY7" fmla="*/ 15994 h 21212"/>
                <a:gd name="connsiteX8" fmla="*/ 16013 w 21212"/>
                <a:gd name="connsiteY8" fmla="*/ 15994 h 21212"/>
                <a:gd name="connsiteX9" fmla="*/ 16013 w 21212"/>
                <a:gd name="connsiteY9" fmla="*/ 15994 h 21212"/>
                <a:gd name="connsiteX10" fmla="*/ 15928 w 21212"/>
                <a:gd name="connsiteY10" fmla="*/ 15994 h 21212"/>
                <a:gd name="connsiteX11" fmla="*/ 15928 w 21212"/>
                <a:gd name="connsiteY11" fmla="*/ 15909 h 21212"/>
                <a:gd name="connsiteX12" fmla="*/ 16161 w 21212"/>
                <a:gd name="connsiteY12" fmla="*/ 16058 h 21212"/>
                <a:gd name="connsiteX13" fmla="*/ 16140 w 21212"/>
                <a:gd name="connsiteY13" fmla="*/ 16058 h 21212"/>
                <a:gd name="connsiteX14" fmla="*/ 16140 w 21212"/>
                <a:gd name="connsiteY14" fmla="*/ 16058 h 21212"/>
                <a:gd name="connsiteX15" fmla="*/ 16140 w 21212"/>
                <a:gd name="connsiteY15" fmla="*/ 16058 h 21212"/>
                <a:gd name="connsiteX16" fmla="*/ 16140 w 21212"/>
                <a:gd name="connsiteY16" fmla="*/ 16058 h 21212"/>
                <a:gd name="connsiteX17" fmla="*/ 16140 w 21212"/>
                <a:gd name="connsiteY17" fmla="*/ 16058 h 21212"/>
                <a:gd name="connsiteX18" fmla="*/ 16140 w 21212"/>
                <a:gd name="connsiteY18" fmla="*/ 16058 h 21212"/>
                <a:gd name="connsiteX19" fmla="*/ 16076 w 21212"/>
                <a:gd name="connsiteY19" fmla="*/ 16058 h 21212"/>
                <a:gd name="connsiteX20" fmla="*/ 16034 w 21212"/>
                <a:gd name="connsiteY20" fmla="*/ 16058 h 21212"/>
                <a:gd name="connsiteX21" fmla="*/ 16034 w 21212"/>
                <a:gd name="connsiteY21" fmla="*/ 16058 h 21212"/>
                <a:gd name="connsiteX22" fmla="*/ 16013 w 21212"/>
                <a:gd name="connsiteY22" fmla="*/ 16058 h 21212"/>
                <a:gd name="connsiteX23" fmla="*/ 15928 w 21212"/>
                <a:gd name="connsiteY23" fmla="*/ 16058 h 21212"/>
                <a:gd name="connsiteX24" fmla="*/ 16013 w 21212"/>
                <a:gd name="connsiteY24" fmla="*/ 16058 h 21212"/>
                <a:gd name="connsiteX25" fmla="*/ 16013 w 21212"/>
                <a:gd name="connsiteY25" fmla="*/ 16058 h 21212"/>
                <a:gd name="connsiteX26" fmla="*/ 16013 w 21212"/>
                <a:gd name="connsiteY26" fmla="*/ 16058 h 21212"/>
                <a:gd name="connsiteX27" fmla="*/ 16013 w 21212"/>
                <a:gd name="connsiteY27" fmla="*/ 16058 h 21212"/>
                <a:gd name="connsiteX28" fmla="*/ 16076 w 21212"/>
                <a:gd name="connsiteY28" fmla="*/ 16058 h 21212"/>
                <a:gd name="connsiteX29" fmla="*/ 16076 w 21212"/>
                <a:gd name="connsiteY29" fmla="*/ 16058 h 21212"/>
                <a:gd name="connsiteX30" fmla="*/ 16076 w 21212"/>
                <a:gd name="connsiteY30" fmla="*/ 16058 h 21212"/>
                <a:gd name="connsiteX31" fmla="*/ 16076 w 21212"/>
                <a:gd name="connsiteY31" fmla="*/ 16058 h 21212"/>
                <a:gd name="connsiteX32" fmla="*/ 16140 w 21212"/>
                <a:gd name="connsiteY32" fmla="*/ 16058 h 21212"/>
                <a:gd name="connsiteX33" fmla="*/ 16013 w 21212"/>
                <a:gd name="connsiteY33" fmla="*/ 15994 h 21212"/>
                <a:gd name="connsiteX34" fmla="*/ 16013 w 21212"/>
                <a:gd name="connsiteY34" fmla="*/ 15994 h 21212"/>
                <a:gd name="connsiteX35" fmla="*/ 16013 w 21212"/>
                <a:gd name="connsiteY35" fmla="*/ 15994 h 21212"/>
                <a:gd name="connsiteX36" fmla="*/ 16013 w 21212"/>
                <a:gd name="connsiteY36" fmla="*/ 16058 h 21212"/>
                <a:gd name="connsiteX37" fmla="*/ 15928 w 21212"/>
                <a:gd name="connsiteY37" fmla="*/ 16058 h 21212"/>
                <a:gd name="connsiteX38" fmla="*/ 15928 w 21212"/>
                <a:gd name="connsiteY38" fmla="*/ 16058 h 21212"/>
                <a:gd name="connsiteX39" fmla="*/ 16013 w 21212"/>
                <a:gd name="connsiteY39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28" y="16058"/>
                  </a:moveTo>
                  <a:lnTo>
                    <a:pt x="15928" y="16058"/>
                  </a:lnTo>
                  <a:lnTo>
                    <a:pt x="15928" y="16058"/>
                  </a:lnTo>
                  <a:cubicBezTo>
                    <a:pt x="15928" y="16058"/>
                    <a:pt x="15885" y="16058"/>
                    <a:pt x="15928" y="16058"/>
                  </a:cubicBezTo>
                  <a:lnTo>
                    <a:pt x="15928" y="16058"/>
                  </a:lnTo>
                  <a:lnTo>
                    <a:pt x="15928" y="15994"/>
                  </a:lnTo>
                  <a:lnTo>
                    <a:pt x="15928" y="15994"/>
                  </a:lnTo>
                  <a:lnTo>
                    <a:pt x="16013" y="15994"/>
                  </a:lnTo>
                  <a:lnTo>
                    <a:pt x="16013" y="15994"/>
                  </a:lnTo>
                  <a:lnTo>
                    <a:pt x="16013" y="15994"/>
                  </a:lnTo>
                  <a:lnTo>
                    <a:pt x="15928" y="15994"/>
                  </a:lnTo>
                  <a:lnTo>
                    <a:pt x="15928" y="15909"/>
                  </a:lnTo>
                  <a:lnTo>
                    <a:pt x="16161" y="16058"/>
                  </a:lnTo>
                  <a:lnTo>
                    <a:pt x="16140" y="16058"/>
                  </a:lnTo>
                  <a:lnTo>
                    <a:pt x="16140" y="16058"/>
                  </a:lnTo>
                  <a:lnTo>
                    <a:pt x="16140" y="16058"/>
                  </a:lnTo>
                  <a:lnTo>
                    <a:pt x="16140" y="16058"/>
                  </a:lnTo>
                  <a:lnTo>
                    <a:pt x="16140" y="16058"/>
                  </a:lnTo>
                  <a:lnTo>
                    <a:pt x="16140" y="16058"/>
                  </a:lnTo>
                  <a:cubicBezTo>
                    <a:pt x="16140" y="16058"/>
                    <a:pt x="16140" y="16058"/>
                    <a:pt x="16076" y="16058"/>
                  </a:cubicBezTo>
                  <a:cubicBezTo>
                    <a:pt x="16076" y="16058"/>
                    <a:pt x="16076" y="16058"/>
                    <a:pt x="16034" y="16058"/>
                  </a:cubicBezTo>
                  <a:lnTo>
                    <a:pt x="16034" y="16058"/>
                  </a:lnTo>
                  <a:cubicBezTo>
                    <a:pt x="16013" y="16058"/>
                    <a:pt x="16013" y="16058"/>
                    <a:pt x="16013" y="16058"/>
                  </a:cubicBezTo>
                  <a:cubicBezTo>
                    <a:pt x="16013" y="16058"/>
                    <a:pt x="16013" y="16058"/>
                    <a:pt x="15928" y="16058"/>
                  </a:cubicBezTo>
                  <a:close/>
                  <a:moveTo>
                    <a:pt x="16013" y="16058"/>
                  </a:moveTo>
                  <a:lnTo>
                    <a:pt x="16013" y="16058"/>
                  </a:lnTo>
                  <a:cubicBezTo>
                    <a:pt x="16013" y="16058"/>
                    <a:pt x="16013" y="16058"/>
                    <a:pt x="16013" y="16058"/>
                  </a:cubicBezTo>
                  <a:lnTo>
                    <a:pt x="16013" y="16058"/>
                  </a:lnTo>
                  <a:lnTo>
                    <a:pt x="16076" y="16058"/>
                  </a:lnTo>
                  <a:lnTo>
                    <a:pt x="16076" y="16058"/>
                  </a:lnTo>
                  <a:lnTo>
                    <a:pt x="16076" y="16058"/>
                  </a:lnTo>
                  <a:cubicBezTo>
                    <a:pt x="16140" y="16058"/>
                    <a:pt x="16076" y="16058"/>
                    <a:pt x="16076" y="16058"/>
                  </a:cubicBezTo>
                  <a:lnTo>
                    <a:pt x="16140" y="16058"/>
                  </a:lnTo>
                  <a:lnTo>
                    <a:pt x="16013" y="15994"/>
                  </a:lnTo>
                  <a:lnTo>
                    <a:pt x="16013" y="15994"/>
                  </a:lnTo>
                  <a:lnTo>
                    <a:pt x="16013" y="15994"/>
                  </a:lnTo>
                  <a:cubicBezTo>
                    <a:pt x="16013" y="16058"/>
                    <a:pt x="16013" y="16058"/>
                    <a:pt x="16013" y="16058"/>
                  </a:cubicBezTo>
                  <a:lnTo>
                    <a:pt x="15928" y="16058"/>
                  </a:lnTo>
                  <a:lnTo>
                    <a:pt x="15928" y="16058"/>
                  </a:lnTo>
                  <a:cubicBezTo>
                    <a:pt x="16013" y="16058"/>
                    <a:pt x="16013" y="16058"/>
                    <a:pt x="16013" y="160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08C366C4-0552-476E-B235-28B7DABE6381}"/>
                </a:ext>
              </a:extLst>
            </p:cNvPr>
            <p:cNvSpPr/>
            <p:nvPr/>
          </p:nvSpPr>
          <p:spPr>
            <a:xfrm>
              <a:off x="6406844" y="4742652"/>
              <a:ext cx="31327" cy="31327"/>
            </a:xfrm>
            <a:custGeom>
              <a:avLst/>
              <a:gdLst>
                <a:gd name="connsiteX0" fmla="*/ 16086 w 21212"/>
                <a:gd name="connsiteY0" fmla="*/ 15909 h 21212"/>
                <a:gd name="connsiteX1" fmla="*/ 16086 w 21212"/>
                <a:gd name="connsiteY1" fmla="*/ 15909 h 21212"/>
                <a:gd name="connsiteX2" fmla="*/ 16086 w 21212"/>
                <a:gd name="connsiteY2" fmla="*/ 15909 h 21212"/>
                <a:gd name="connsiteX3" fmla="*/ 16107 w 21212"/>
                <a:gd name="connsiteY3" fmla="*/ 15994 h 21212"/>
                <a:gd name="connsiteX4" fmla="*/ 16086 w 21212"/>
                <a:gd name="connsiteY4" fmla="*/ 15994 h 21212"/>
                <a:gd name="connsiteX5" fmla="*/ 16043 w 21212"/>
                <a:gd name="connsiteY5" fmla="*/ 15994 h 21212"/>
                <a:gd name="connsiteX6" fmla="*/ 16001 w 21212"/>
                <a:gd name="connsiteY6" fmla="*/ 15994 h 21212"/>
                <a:gd name="connsiteX7" fmla="*/ 15959 w 21212"/>
                <a:gd name="connsiteY7" fmla="*/ 15994 h 21212"/>
                <a:gd name="connsiteX8" fmla="*/ 15937 w 21212"/>
                <a:gd name="connsiteY8" fmla="*/ 15994 h 21212"/>
                <a:gd name="connsiteX9" fmla="*/ 15937 w 21212"/>
                <a:gd name="connsiteY9" fmla="*/ 15994 h 21212"/>
                <a:gd name="connsiteX10" fmla="*/ 15937 w 21212"/>
                <a:gd name="connsiteY10" fmla="*/ 15909 h 21212"/>
                <a:gd name="connsiteX11" fmla="*/ 15937 w 21212"/>
                <a:gd name="connsiteY11" fmla="*/ 15909 h 21212"/>
                <a:gd name="connsiteX12" fmla="*/ 15937 w 21212"/>
                <a:gd name="connsiteY12" fmla="*/ 15909 h 21212"/>
                <a:gd name="connsiteX13" fmla="*/ 15959 w 21212"/>
                <a:gd name="connsiteY13" fmla="*/ 15909 h 21212"/>
                <a:gd name="connsiteX14" fmla="*/ 16001 w 21212"/>
                <a:gd name="connsiteY14" fmla="*/ 15909 h 21212"/>
                <a:gd name="connsiteX15" fmla="*/ 16043 w 21212"/>
                <a:gd name="connsiteY15" fmla="*/ 15909 h 21212"/>
                <a:gd name="connsiteX16" fmla="*/ 16086 w 21212"/>
                <a:gd name="connsiteY16" fmla="*/ 15909 h 21212"/>
                <a:gd name="connsiteX17" fmla="*/ 16043 w 21212"/>
                <a:gd name="connsiteY17" fmla="*/ 15909 h 21212"/>
                <a:gd name="connsiteX18" fmla="*/ 16043 w 21212"/>
                <a:gd name="connsiteY18" fmla="*/ 15909 h 21212"/>
                <a:gd name="connsiteX19" fmla="*/ 16001 w 21212"/>
                <a:gd name="connsiteY19" fmla="*/ 15909 h 21212"/>
                <a:gd name="connsiteX20" fmla="*/ 15959 w 21212"/>
                <a:gd name="connsiteY20" fmla="*/ 15909 h 21212"/>
                <a:gd name="connsiteX21" fmla="*/ 15959 w 21212"/>
                <a:gd name="connsiteY21" fmla="*/ 15909 h 21212"/>
                <a:gd name="connsiteX22" fmla="*/ 15937 w 21212"/>
                <a:gd name="connsiteY22" fmla="*/ 15909 h 21212"/>
                <a:gd name="connsiteX23" fmla="*/ 15937 w 21212"/>
                <a:gd name="connsiteY23" fmla="*/ 15909 h 21212"/>
                <a:gd name="connsiteX24" fmla="*/ 15937 w 21212"/>
                <a:gd name="connsiteY24" fmla="*/ 15994 h 21212"/>
                <a:gd name="connsiteX25" fmla="*/ 15959 w 21212"/>
                <a:gd name="connsiteY25" fmla="*/ 15994 h 21212"/>
                <a:gd name="connsiteX26" fmla="*/ 15959 w 21212"/>
                <a:gd name="connsiteY26" fmla="*/ 15994 h 21212"/>
                <a:gd name="connsiteX27" fmla="*/ 16001 w 21212"/>
                <a:gd name="connsiteY27" fmla="*/ 15994 h 21212"/>
                <a:gd name="connsiteX28" fmla="*/ 16043 w 21212"/>
                <a:gd name="connsiteY28" fmla="*/ 15994 h 21212"/>
                <a:gd name="connsiteX29" fmla="*/ 16086 w 21212"/>
                <a:gd name="connsiteY29" fmla="*/ 15994 h 21212"/>
                <a:gd name="connsiteX30" fmla="*/ 16086 w 21212"/>
                <a:gd name="connsiteY30" fmla="*/ 15909 h 21212"/>
                <a:gd name="connsiteX31" fmla="*/ 16086 w 21212"/>
                <a:gd name="connsiteY31" fmla="*/ 15909 h 21212"/>
                <a:gd name="connsiteX32" fmla="*/ 16086 w 21212"/>
                <a:gd name="connsiteY32" fmla="*/ 15909 h 21212"/>
                <a:gd name="connsiteX33" fmla="*/ 16043 w 21212"/>
                <a:gd name="connsiteY3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086" y="15909"/>
                  </a:moveTo>
                  <a:lnTo>
                    <a:pt x="16086" y="15909"/>
                  </a:lnTo>
                  <a:lnTo>
                    <a:pt x="16086" y="15909"/>
                  </a:lnTo>
                  <a:lnTo>
                    <a:pt x="16107" y="15994"/>
                  </a:lnTo>
                  <a:lnTo>
                    <a:pt x="16086" y="15994"/>
                  </a:lnTo>
                  <a:lnTo>
                    <a:pt x="16043" y="15994"/>
                  </a:lnTo>
                  <a:lnTo>
                    <a:pt x="16001" y="15994"/>
                  </a:lnTo>
                  <a:lnTo>
                    <a:pt x="15959" y="15994"/>
                  </a:lnTo>
                  <a:lnTo>
                    <a:pt x="15937" y="15994"/>
                  </a:lnTo>
                  <a:lnTo>
                    <a:pt x="15937" y="15994"/>
                  </a:lnTo>
                  <a:cubicBezTo>
                    <a:pt x="15937" y="15994"/>
                    <a:pt x="15937" y="15994"/>
                    <a:pt x="15937" y="15909"/>
                  </a:cubicBezTo>
                  <a:cubicBezTo>
                    <a:pt x="15874" y="15909"/>
                    <a:pt x="15937" y="15909"/>
                    <a:pt x="15937" y="15909"/>
                  </a:cubicBezTo>
                  <a:lnTo>
                    <a:pt x="15937" y="15909"/>
                  </a:lnTo>
                  <a:cubicBezTo>
                    <a:pt x="15959" y="15909"/>
                    <a:pt x="15959" y="15909"/>
                    <a:pt x="15959" y="15909"/>
                  </a:cubicBezTo>
                  <a:lnTo>
                    <a:pt x="16001" y="15909"/>
                  </a:lnTo>
                  <a:cubicBezTo>
                    <a:pt x="16043" y="15909"/>
                    <a:pt x="16043" y="15909"/>
                    <a:pt x="16043" y="15909"/>
                  </a:cubicBezTo>
                  <a:lnTo>
                    <a:pt x="16086" y="15909"/>
                  </a:lnTo>
                  <a:close/>
                  <a:moveTo>
                    <a:pt x="16043" y="15909"/>
                  </a:moveTo>
                  <a:lnTo>
                    <a:pt x="16043" y="15909"/>
                  </a:lnTo>
                  <a:cubicBezTo>
                    <a:pt x="16001" y="15909"/>
                    <a:pt x="16001" y="15909"/>
                    <a:pt x="16001" y="15909"/>
                  </a:cubicBezTo>
                  <a:lnTo>
                    <a:pt x="15959" y="15909"/>
                  </a:lnTo>
                  <a:lnTo>
                    <a:pt x="15959" y="15909"/>
                  </a:lnTo>
                  <a:lnTo>
                    <a:pt x="15937" y="15909"/>
                  </a:lnTo>
                  <a:lnTo>
                    <a:pt x="15937" y="15909"/>
                  </a:lnTo>
                  <a:lnTo>
                    <a:pt x="15937" y="15994"/>
                  </a:lnTo>
                  <a:cubicBezTo>
                    <a:pt x="15959" y="15994"/>
                    <a:pt x="15959" y="15994"/>
                    <a:pt x="15959" y="15994"/>
                  </a:cubicBezTo>
                  <a:lnTo>
                    <a:pt x="15959" y="15994"/>
                  </a:lnTo>
                  <a:cubicBezTo>
                    <a:pt x="16001" y="15994"/>
                    <a:pt x="16001" y="15994"/>
                    <a:pt x="16001" y="15994"/>
                  </a:cubicBezTo>
                  <a:lnTo>
                    <a:pt x="16043" y="15994"/>
                  </a:lnTo>
                  <a:cubicBezTo>
                    <a:pt x="16043" y="15994"/>
                    <a:pt x="16043" y="15994"/>
                    <a:pt x="16086" y="15994"/>
                  </a:cubicBezTo>
                  <a:cubicBezTo>
                    <a:pt x="16086" y="15994"/>
                    <a:pt x="16086" y="15994"/>
                    <a:pt x="16086" y="15909"/>
                  </a:cubicBezTo>
                  <a:lnTo>
                    <a:pt x="16086" y="15909"/>
                  </a:lnTo>
                  <a:lnTo>
                    <a:pt x="16086" y="15909"/>
                  </a:lnTo>
                  <a:cubicBezTo>
                    <a:pt x="16086" y="15909"/>
                    <a:pt x="16086" y="15909"/>
                    <a:pt x="16043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0018B816-042C-4B91-A5D0-CA43D7F5CAC3}"/>
                </a:ext>
              </a:extLst>
            </p:cNvPr>
            <p:cNvSpPr/>
            <p:nvPr/>
          </p:nvSpPr>
          <p:spPr>
            <a:xfrm>
              <a:off x="6406917" y="4742370"/>
              <a:ext cx="31327" cy="31327"/>
            </a:xfrm>
            <a:custGeom>
              <a:avLst/>
              <a:gdLst>
                <a:gd name="connsiteX0" fmla="*/ 16185 w 21212"/>
                <a:gd name="connsiteY0" fmla="*/ 16100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6248 w 21212"/>
                <a:gd name="connsiteY3" fmla="*/ 16100 h 21212"/>
                <a:gd name="connsiteX4" fmla="*/ 16185 w 21212"/>
                <a:gd name="connsiteY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85" y="16100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6248" y="16100"/>
                  </a:lnTo>
                  <a:lnTo>
                    <a:pt x="16185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3DF4AA9F-3D63-453D-97AC-2439193FFE5E}"/>
                </a:ext>
              </a:extLst>
            </p:cNvPr>
            <p:cNvSpPr/>
            <p:nvPr/>
          </p:nvSpPr>
          <p:spPr>
            <a:xfrm>
              <a:off x="6407230" y="4742339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121 w 21212"/>
                <a:gd name="connsiteY1" fmla="*/ 15909 h 21212"/>
                <a:gd name="connsiteX2" fmla="*/ 16121 w 21212"/>
                <a:gd name="connsiteY2" fmla="*/ 15909 h 21212"/>
                <a:gd name="connsiteX3" fmla="*/ 16121 w 21212"/>
                <a:gd name="connsiteY3" fmla="*/ 15909 h 21212"/>
                <a:gd name="connsiteX4" fmla="*/ 16121 w 21212"/>
                <a:gd name="connsiteY4" fmla="*/ 15994 h 21212"/>
                <a:gd name="connsiteX5" fmla="*/ 16058 w 21212"/>
                <a:gd name="connsiteY5" fmla="*/ 15994 h 21212"/>
                <a:gd name="connsiteX6" fmla="*/ 16036 w 21212"/>
                <a:gd name="connsiteY6" fmla="*/ 16036 h 21212"/>
                <a:gd name="connsiteX7" fmla="*/ 16015 w 21212"/>
                <a:gd name="connsiteY7" fmla="*/ 15994 h 21212"/>
                <a:gd name="connsiteX8" fmla="*/ 15951 w 21212"/>
                <a:gd name="connsiteY8" fmla="*/ 15994 h 21212"/>
                <a:gd name="connsiteX9" fmla="*/ 15909 w 21212"/>
                <a:gd name="connsiteY9" fmla="*/ 15994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51 w 21212"/>
                <a:gd name="connsiteY12" fmla="*/ 15909 h 21212"/>
                <a:gd name="connsiteX13" fmla="*/ 16015 w 21212"/>
                <a:gd name="connsiteY13" fmla="*/ 15909 h 21212"/>
                <a:gd name="connsiteX14" fmla="*/ 16036 w 21212"/>
                <a:gd name="connsiteY14" fmla="*/ 15909 h 21212"/>
                <a:gd name="connsiteX15" fmla="*/ 16058 w 21212"/>
                <a:gd name="connsiteY15" fmla="*/ 15909 h 21212"/>
                <a:gd name="connsiteX16" fmla="*/ 16121 w 21212"/>
                <a:gd name="connsiteY16" fmla="*/ 15909 h 21212"/>
                <a:gd name="connsiteX17" fmla="*/ 16058 w 21212"/>
                <a:gd name="connsiteY17" fmla="*/ 15909 h 21212"/>
                <a:gd name="connsiteX18" fmla="*/ 16058 w 21212"/>
                <a:gd name="connsiteY18" fmla="*/ 15909 h 21212"/>
                <a:gd name="connsiteX19" fmla="*/ 16058 w 21212"/>
                <a:gd name="connsiteY19" fmla="*/ 15909 h 21212"/>
                <a:gd name="connsiteX20" fmla="*/ 16015 w 21212"/>
                <a:gd name="connsiteY20" fmla="*/ 15909 h 21212"/>
                <a:gd name="connsiteX21" fmla="*/ 16015 w 21212"/>
                <a:gd name="connsiteY21" fmla="*/ 15909 h 21212"/>
                <a:gd name="connsiteX22" fmla="*/ 15951 w 21212"/>
                <a:gd name="connsiteY22" fmla="*/ 15930 h 21212"/>
                <a:gd name="connsiteX23" fmla="*/ 15951 w 21212"/>
                <a:gd name="connsiteY23" fmla="*/ 15930 h 21212"/>
                <a:gd name="connsiteX24" fmla="*/ 15951 w 21212"/>
                <a:gd name="connsiteY24" fmla="*/ 15930 h 21212"/>
                <a:gd name="connsiteX25" fmla="*/ 16015 w 21212"/>
                <a:gd name="connsiteY25" fmla="*/ 15994 h 21212"/>
                <a:gd name="connsiteX26" fmla="*/ 16015 w 21212"/>
                <a:gd name="connsiteY26" fmla="*/ 15994 h 21212"/>
                <a:gd name="connsiteX27" fmla="*/ 16036 w 21212"/>
                <a:gd name="connsiteY27" fmla="*/ 15994 h 21212"/>
                <a:gd name="connsiteX28" fmla="*/ 16058 w 21212"/>
                <a:gd name="connsiteY28" fmla="*/ 15994 h 21212"/>
                <a:gd name="connsiteX29" fmla="*/ 16058 w 21212"/>
                <a:gd name="connsiteY29" fmla="*/ 15994 h 21212"/>
                <a:gd name="connsiteX30" fmla="*/ 16121 w 21212"/>
                <a:gd name="connsiteY30" fmla="*/ 15930 h 21212"/>
                <a:gd name="connsiteX31" fmla="*/ 16121 w 21212"/>
                <a:gd name="connsiteY31" fmla="*/ 15930 h 21212"/>
                <a:gd name="connsiteX32" fmla="*/ 16121 w 21212"/>
                <a:gd name="connsiteY32" fmla="*/ 15930 h 21212"/>
                <a:gd name="connsiteX33" fmla="*/ 16058 w 21212"/>
                <a:gd name="connsiteY3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cubicBezTo>
                    <a:pt x="16121" y="15909"/>
                    <a:pt x="16121" y="15909"/>
                    <a:pt x="16121" y="15909"/>
                  </a:cubicBezTo>
                  <a:cubicBezTo>
                    <a:pt x="16142" y="15930"/>
                    <a:pt x="16142" y="15930"/>
                    <a:pt x="16121" y="15909"/>
                  </a:cubicBezTo>
                  <a:lnTo>
                    <a:pt x="16121" y="15909"/>
                  </a:lnTo>
                  <a:cubicBezTo>
                    <a:pt x="16121" y="15994"/>
                    <a:pt x="16121" y="15994"/>
                    <a:pt x="16121" y="15994"/>
                  </a:cubicBezTo>
                  <a:lnTo>
                    <a:pt x="16058" y="15994"/>
                  </a:lnTo>
                  <a:cubicBezTo>
                    <a:pt x="16058" y="16036"/>
                    <a:pt x="16036" y="16036"/>
                    <a:pt x="16036" y="16036"/>
                  </a:cubicBezTo>
                  <a:cubicBezTo>
                    <a:pt x="16036" y="16036"/>
                    <a:pt x="16015" y="16036"/>
                    <a:pt x="16015" y="15994"/>
                  </a:cubicBezTo>
                  <a:cubicBezTo>
                    <a:pt x="15951" y="15994"/>
                    <a:pt x="15951" y="15994"/>
                    <a:pt x="15951" y="15994"/>
                  </a:cubicBezTo>
                  <a:cubicBezTo>
                    <a:pt x="15951" y="15994"/>
                    <a:pt x="15951" y="15994"/>
                    <a:pt x="15909" y="15994"/>
                  </a:cubicBez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cubicBezTo>
                    <a:pt x="15951" y="15930"/>
                    <a:pt x="15951" y="15909"/>
                    <a:pt x="15951" y="15909"/>
                  </a:cubicBezTo>
                  <a:lnTo>
                    <a:pt x="16015" y="15909"/>
                  </a:lnTo>
                  <a:lnTo>
                    <a:pt x="16036" y="15909"/>
                  </a:lnTo>
                  <a:lnTo>
                    <a:pt x="16058" y="15909"/>
                  </a:lnTo>
                  <a:lnTo>
                    <a:pt x="16121" y="15909"/>
                  </a:lnTo>
                  <a:close/>
                  <a:moveTo>
                    <a:pt x="16058" y="15909"/>
                  </a:moveTo>
                  <a:lnTo>
                    <a:pt x="16058" y="15909"/>
                  </a:lnTo>
                  <a:cubicBezTo>
                    <a:pt x="16036" y="15909"/>
                    <a:pt x="16036" y="15909"/>
                    <a:pt x="16058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lnTo>
                    <a:pt x="16015" y="15909"/>
                  </a:lnTo>
                  <a:cubicBezTo>
                    <a:pt x="15951" y="15930"/>
                    <a:pt x="15951" y="15930"/>
                    <a:pt x="15951" y="15930"/>
                  </a:cubicBezTo>
                  <a:lnTo>
                    <a:pt x="15951" y="15930"/>
                  </a:lnTo>
                  <a:lnTo>
                    <a:pt x="15951" y="15930"/>
                  </a:lnTo>
                  <a:cubicBezTo>
                    <a:pt x="15951" y="15994"/>
                    <a:pt x="15951" y="15994"/>
                    <a:pt x="16015" y="15994"/>
                  </a:cubicBezTo>
                  <a:lnTo>
                    <a:pt x="16015" y="15994"/>
                  </a:lnTo>
                  <a:lnTo>
                    <a:pt x="16036" y="15994"/>
                  </a:lnTo>
                  <a:lnTo>
                    <a:pt x="16058" y="15994"/>
                  </a:lnTo>
                  <a:lnTo>
                    <a:pt x="16058" y="15994"/>
                  </a:lnTo>
                  <a:cubicBezTo>
                    <a:pt x="16121" y="15930"/>
                    <a:pt x="16121" y="15930"/>
                    <a:pt x="16121" y="15930"/>
                  </a:cubicBezTo>
                  <a:lnTo>
                    <a:pt x="16121" y="15930"/>
                  </a:lnTo>
                  <a:lnTo>
                    <a:pt x="16121" y="15930"/>
                  </a:lnTo>
                  <a:cubicBezTo>
                    <a:pt x="16121" y="15930"/>
                    <a:pt x="16058" y="15930"/>
                    <a:pt x="16058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C635527-AC70-43D0-BB3D-F0FCB4033802}"/>
                </a:ext>
              </a:extLst>
            </p:cNvPr>
            <p:cNvSpPr/>
            <p:nvPr/>
          </p:nvSpPr>
          <p:spPr>
            <a:xfrm>
              <a:off x="6407450" y="4742121"/>
              <a:ext cx="31327" cy="31327"/>
            </a:xfrm>
            <a:custGeom>
              <a:avLst/>
              <a:gdLst>
                <a:gd name="connsiteX0" fmla="*/ 16057 w 21212"/>
                <a:gd name="connsiteY0" fmla="*/ 15909 h 21212"/>
                <a:gd name="connsiteX1" fmla="*/ 16057 w 21212"/>
                <a:gd name="connsiteY1" fmla="*/ 15909 h 21212"/>
                <a:gd name="connsiteX2" fmla="*/ 15994 w 21212"/>
                <a:gd name="connsiteY2" fmla="*/ 15951 h 21212"/>
                <a:gd name="connsiteX3" fmla="*/ 15994 w 21212"/>
                <a:gd name="connsiteY3" fmla="*/ 15951 h 21212"/>
                <a:gd name="connsiteX4" fmla="*/ 15994 w 21212"/>
                <a:gd name="connsiteY4" fmla="*/ 15951 h 21212"/>
                <a:gd name="connsiteX5" fmla="*/ 15994 w 21212"/>
                <a:gd name="connsiteY5" fmla="*/ 15994 h 21212"/>
                <a:gd name="connsiteX6" fmla="*/ 16121 w 21212"/>
                <a:gd name="connsiteY6" fmla="*/ 16058 h 21212"/>
                <a:gd name="connsiteX7" fmla="*/ 16100 w 21212"/>
                <a:gd name="connsiteY7" fmla="*/ 16058 h 21212"/>
                <a:gd name="connsiteX8" fmla="*/ 15909 w 21212"/>
                <a:gd name="connsiteY8" fmla="*/ 15951 h 21212"/>
                <a:gd name="connsiteX9" fmla="*/ 15973 w 21212"/>
                <a:gd name="connsiteY9" fmla="*/ 15951 h 21212"/>
                <a:gd name="connsiteX10" fmla="*/ 15973 w 21212"/>
                <a:gd name="connsiteY10" fmla="*/ 15951 h 21212"/>
                <a:gd name="connsiteX11" fmla="*/ 15973 w 21212"/>
                <a:gd name="connsiteY11" fmla="*/ 15951 h 21212"/>
                <a:gd name="connsiteX12" fmla="*/ 15973 w 21212"/>
                <a:gd name="connsiteY12" fmla="*/ 15951 h 21212"/>
                <a:gd name="connsiteX13" fmla="*/ 15973 w 21212"/>
                <a:gd name="connsiteY13" fmla="*/ 15951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6057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57" y="15909"/>
                  </a:moveTo>
                  <a:lnTo>
                    <a:pt x="16057" y="15909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6121" y="16058"/>
                  </a:lnTo>
                  <a:lnTo>
                    <a:pt x="16100" y="16058"/>
                  </a:lnTo>
                  <a:lnTo>
                    <a:pt x="15909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cubicBezTo>
                    <a:pt x="15994" y="15951"/>
                    <a:pt x="15994" y="15951"/>
                    <a:pt x="15994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6057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73F12C4-ABFE-49B1-82E7-01FDACE79CB8}"/>
                </a:ext>
              </a:extLst>
            </p:cNvPr>
            <p:cNvSpPr/>
            <p:nvPr/>
          </p:nvSpPr>
          <p:spPr>
            <a:xfrm>
              <a:off x="6407763" y="4741964"/>
              <a:ext cx="31327" cy="31327"/>
            </a:xfrm>
            <a:custGeom>
              <a:avLst/>
              <a:gdLst>
                <a:gd name="connsiteX0" fmla="*/ 15994 w 21212"/>
                <a:gd name="connsiteY0" fmla="*/ 15973 h 21212"/>
                <a:gd name="connsiteX1" fmla="*/ 16057 w 21212"/>
                <a:gd name="connsiteY1" fmla="*/ 15973 h 21212"/>
                <a:gd name="connsiteX2" fmla="*/ 16057 w 21212"/>
                <a:gd name="connsiteY2" fmla="*/ 15973 h 21212"/>
                <a:gd name="connsiteX3" fmla="*/ 16057 w 21212"/>
                <a:gd name="connsiteY3" fmla="*/ 15973 h 21212"/>
                <a:gd name="connsiteX4" fmla="*/ 16079 w 21212"/>
                <a:gd name="connsiteY4" fmla="*/ 15951 h 21212"/>
                <a:gd name="connsiteX5" fmla="*/ 16079 w 21212"/>
                <a:gd name="connsiteY5" fmla="*/ 15951 h 21212"/>
                <a:gd name="connsiteX6" fmla="*/ 16121 w 21212"/>
                <a:gd name="connsiteY6" fmla="*/ 15951 h 21212"/>
                <a:gd name="connsiteX7" fmla="*/ 16121 w 21212"/>
                <a:gd name="connsiteY7" fmla="*/ 15951 h 21212"/>
                <a:gd name="connsiteX8" fmla="*/ 16185 w 21212"/>
                <a:gd name="connsiteY8" fmla="*/ 15951 h 21212"/>
                <a:gd name="connsiteX9" fmla="*/ 16185 w 21212"/>
                <a:gd name="connsiteY9" fmla="*/ 15973 h 21212"/>
                <a:gd name="connsiteX10" fmla="*/ 16206 w 21212"/>
                <a:gd name="connsiteY10" fmla="*/ 15973 h 21212"/>
                <a:gd name="connsiteX11" fmla="*/ 16185 w 21212"/>
                <a:gd name="connsiteY11" fmla="*/ 16015 h 21212"/>
                <a:gd name="connsiteX12" fmla="*/ 16185 w 21212"/>
                <a:gd name="connsiteY12" fmla="*/ 16015 h 21212"/>
                <a:gd name="connsiteX13" fmla="*/ 16121 w 21212"/>
                <a:gd name="connsiteY13" fmla="*/ 16015 h 21212"/>
                <a:gd name="connsiteX14" fmla="*/ 16121 w 21212"/>
                <a:gd name="connsiteY14" fmla="*/ 16015 h 21212"/>
                <a:gd name="connsiteX15" fmla="*/ 16079 w 21212"/>
                <a:gd name="connsiteY15" fmla="*/ 16057 h 21212"/>
                <a:gd name="connsiteX16" fmla="*/ 16079 w 21212"/>
                <a:gd name="connsiteY16" fmla="*/ 16057 h 21212"/>
                <a:gd name="connsiteX17" fmla="*/ 16079 w 21212"/>
                <a:gd name="connsiteY17" fmla="*/ 16015 h 21212"/>
                <a:gd name="connsiteX18" fmla="*/ 16079 w 21212"/>
                <a:gd name="connsiteY18" fmla="*/ 16015 h 21212"/>
                <a:gd name="connsiteX19" fmla="*/ 16121 w 21212"/>
                <a:gd name="connsiteY19" fmla="*/ 16015 h 21212"/>
                <a:gd name="connsiteX20" fmla="*/ 16121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73 h 21212"/>
                <a:gd name="connsiteX25" fmla="*/ 16121 w 21212"/>
                <a:gd name="connsiteY25" fmla="*/ 15973 h 21212"/>
                <a:gd name="connsiteX26" fmla="*/ 16079 w 21212"/>
                <a:gd name="connsiteY26" fmla="*/ 15973 h 21212"/>
                <a:gd name="connsiteX27" fmla="*/ 16079 w 21212"/>
                <a:gd name="connsiteY27" fmla="*/ 15973 h 21212"/>
                <a:gd name="connsiteX28" fmla="*/ 16079 w 21212"/>
                <a:gd name="connsiteY28" fmla="*/ 15973 h 21212"/>
                <a:gd name="connsiteX29" fmla="*/ 16057 w 21212"/>
                <a:gd name="connsiteY29" fmla="*/ 15973 h 21212"/>
                <a:gd name="connsiteX30" fmla="*/ 15994 w 21212"/>
                <a:gd name="connsiteY30" fmla="*/ 16015 h 21212"/>
                <a:gd name="connsiteX31" fmla="*/ 15994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51 h 21212"/>
                <a:gd name="connsiteX35" fmla="*/ 15994 w 21212"/>
                <a:gd name="connsiteY35" fmla="*/ 15973 h 21212"/>
                <a:gd name="connsiteX36" fmla="*/ 16057 w 21212"/>
                <a:gd name="connsiteY36" fmla="*/ 15909 h 21212"/>
                <a:gd name="connsiteX37" fmla="*/ 16057 w 21212"/>
                <a:gd name="connsiteY37" fmla="*/ 15909 h 21212"/>
                <a:gd name="connsiteX38" fmla="*/ 16079 w 21212"/>
                <a:gd name="connsiteY38" fmla="*/ 15909 h 21212"/>
                <a:gd name="connsiteX39" fmla="*/ 16057 w 21212"/>
                <a:gd name="connsiteY39" fmla="*/ 15909 h 21212"/>
                <a:gd name="connsiteX40" fmla="*/ 16057 w 21212"/>
                <a:gd name="connsiteY40" fmla="*/ 15951 h 21212"/>
                <a:gd name="connsiteX41" fmla="*/ 15994 w 21212"/>
                <a:gd name="connsiteY41" fmla="*/ 15973 h 21212"/>
                <a:gd name="connsiteX42" fmla="*/ 15994 w 21212"/>
                <a:gd name="connsiteY42" fmla="*/ 15973 h 21212"/>
                <a:gd name="connsiteX43" fmla="*/ 15994 w 21212"/>
                <a:gd name="connsiteY43" fmla="*/ 15973 h 21212"/>
                <a:gd name="connsiteX44" fmla="*/ 15994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94" y="15973"/>
                  </a:moveTo>
                  <a:cubicBezTo>
                    <a:pt x="15994" y="15973"/>
                    <a:pt x="15994" y="15973"/>
                    <a:pt x="16057" y="15973"/>
                  </a:cubicBezTo>
                  <a:lnTo>
                    <a:pt x="16057" y="15973"/>
                  </a:lnTo>
                  <a:lnTo>
                    <a:pt x="16057" y="15973"/>
                  </a:lnTo>
                  <a:lnTo>
                    <a:pt x="16079" y="15951"/>
                  </a:lnTo>
                  <a:lnTo>
                    <a:pt x="16079" y="15951"/>
                  </a:lnTo>
                  <a:lnTo>
                    <a:pt x="16121" y="15951"/>
                  </a:lnTo>
                  <a:lnTo>
                    <a:pt x="16121" y="15951"/>
                  </a:lnTo>
                  <a:cubicBezTo>
                    <a:pt x="16185" y="15951"/>
                    <a:pt x="16185" y="15951"/>
                    <a:pt x="16185" y="15951"/>
                  </a:cubicBezTo>
                  <a:cubicBezTo>
                    <a:pt x="16185" y="15951"/>
                    <a:pt x="16185" y="15951"/>
                    <a:pt x="16185" y="15973"/>
                  </a:cubicBezTo>
                  <a:cubicBezTo>
                    <a:pt x="16206" y="15973"/>
                    <a:pt x="16206" y="15973"/>
                    <a:pt x="16206" y="15973"/>
                  </a:cubicBezTo>
                  <a:cubicBezTo>
                    <a:pt x="16185" y="15973"/>
                    <a:pt x="16185" y="15973"/>
                    <a:pt x="16185" y="16015"/>
                  </a:cubicBezTo>
                  <a:lnTo>
                    <a:pt x="16185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079" y="16015"/>
                    <a:pt x="16079" y="16015"/>
                    <a:pt x="16079" y="16057"/>
                  </a:cubicBezTo>
                  <a:lnTo>
                    <a:pt x="16079" y="16057"/>
                  </a:lnTo>
                  <a:lnTo>
                    <a:pt x="16079" y="16015"/>
                  </a:lnTo>
                  <a:lnTo>
                    <a:pt x="16079" y="16015"/>
                  </a:lnTo>
                  <a:cubicBezTo>
                    <a:pt x="16121" y="16015"/>
                    <a:pt x="16121" y="16015"/>
                    <a:pt x="16121" y="16015"/>
                  </a:cubicBezTo>
                  <a:cubicBezTo>
                    <a:pt x="16121" y="16015"/>
                    <a:pt x="16121" y="16015"/>
                    <a:pt x="16121" y="15973"/>
                  </a:cubicBezTo>
                  <a:lnTo>
                    <a:pt x="16185" y="15973"/>
                  </a:lnTo>
                  <a:lnTo>
                    <a:pt x="16185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cubicBezTo>
                    <a:pt x="16057" y="15973"/>
                    <a:pt x="16057" y="15973"/>
                    <a:pt x="16057" y="15973"/>
                  </a:cubicBezTo>
                  <a:cubicBezTo>
                    <a:pt x="16057" y="16015"/>
                    <a:pt x="16057" y="16015"/>
                    <a:pt x="15994" y="16015"/>
                  </a:cubicBezTo>
                  <a:cubicBezTo>
                    <a:pt x="15994" y="16015"/>
                    <a:pt x="15994" y="16015"/>
                    <a:pt x="15994" y="15973"/>
                  </a:cubicBez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51"/>
                    <a:pt x="15909" y="15951"/>
                    <a:pt x="15909" y="15951"/>
                  </a:cubicBezTo>
                  <a:lnTo>
                    <a:pt x="15994" y="15973"/>
                  </a:lnTo>
                  <a:cubicBezTo>
                    <a:pt x="15994" y="15909"/>
                    <a:pt x="16057" y="15909"/>
                    <a:pt x="16057" y="15909"/>
                  </a:cubicBezTo>
                  <a:lnTo>
                    <a:pt x="16057" y="15909"/>
                  </a:lnTo>
                  <a:lnTo>
                    <a:pt x="16079" y="15909"/>
                  </a:lnTo>
                  <a:lnTo>
                    <a:pt x="16057" y="15909"/>
                  </a:lnTo>
                  <a:lnTo>
                    <a:pt x="16057" y="15951"/>
                  </a:lnTo>
                  <a:cubicBezTo>
                    <a:pt x="15994" y="15951"/>
                    <a:pt x="15994" y="15951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A0D89BD4-2170-47FF-B058-574CDD3B4568}"/>
                </a:ext>
              </a:extLst>
            </p:cNvPr>
            <p:cNvSpPr/>
            <p:nvPr/>
          </p:nvSpPr>
          <p:spPr>
            <a:xfrm>
              <a:off x="6408014" y="4741775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5909 w 21212"/>
                <a:gd name="connsiteY3" fmla="*/ 15973 h 21212"/>
                <a:gd name="connsiteX4" fmla="*/ 15909 w 21212"/>
                <a:gd name="connsiteY4" fmla="*/ 15973 h 21212"/>
                <a:gd name="connsiteX5" fmla="*/ 16079 w 21212"/>
                <a:gd name="connsiteY5" fmla="*/ 16079 h 21212"/>
                <a:gd name="connsiteX6" fmla="*/ 15909 w 21212"/>
                <a:gd name="connsiteY6" fmla="*/ 15973 h 21212"/>
                <a:gd name="connsiteX7" fmla="*/ 15951 w 21212"/>
                <a:gd name="connsiteY7" fmla="*/ 15973 h 21212"/>
                <a:gd name="connsiteX8" fmla="*/ 16142 w 21212"/>
                <a:gd name="connsiteY8" fmla="*/ 16079 h 21212"/>
                <a:gd name="connsiteX9" fmla="*/ 16079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5909" y="15973"/>
                  </a:lnTo>
                  <a:lnTo>
                    <a:pt x="15909" y="15973"/>
                  </a:lnTo>
                  <a:close/>
                  <a:moveTo>
                    <a:pt x="16079" y="16079"/>
                  </a:moveTo>
                  <a:lnTo>
                    <a:pt x="15909" y="15973"/>
                  </a:lnTo>
                  <a:lnTo>
                    <a:pt x="15951" y="15973"/>
                  </a:lnTo>
                  <a:lnTo>
                    <a:pt x="16142" y="16079"/>
                  </a:lnTo>
                  <a:lnTo>
                    <a:pt x="16079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3F647CEF-7CDD-4926-AA70-F3713AFC6322}"/>
                </a:ext>
              </a:extLst>
            </p:cNvPr>
            <p:cNvSpPr/>
            <p:nvPr/>
          </p:nvSpPr>
          <p:spPr>
            <a:xfrm>
              <a:off x="6408170" y="4741713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121 w 21212"/>
                <a:gd name="connsiteY1" fmla="*/ 16015 h 21212"/>
                <a:gd name="connsiteX2" fmla="*/ 16121 w 21212"/>
                <a:gd name="connsiteY2" fmla="*/ 16015 h 21212"/>
                <a:gd name="connsiteX3" fmla="*/ 16036 w 21212"/>
                <a:gd name="connsiteY3" fmla="*/ 16015 h 21212"/>
                <a:gd name="connsiteX4" fmla="*/ 16036 w 21212"/>
                <a:gd name="connsiteY4" fmla="*/ 16079 h 21212"/>
                <a:gd name="connsiteX5" fmla="*/ 16036 w 21212"/>
                <a:gd name="connsiteY5" fmla="*/ 16079 h 21212"/>
                <a:gd name="connsiteX6" fmla="*/ 16036 w 21212"/>
                <a:gd name="connsiteY6" fmla="*/ 16015 h 21212"/>
                <a:gd name="connsiteX7" fmla="*/ 15930 w 21212"/>
                <a:gd name="connsiteY7" fmla="*/ 15951 h 21212"/>
                <a:gd name="connsiteX8" fmla="*/ 15930 w 21212"/>
                <a:gd name="connsiteY8" fmla="*/ 16015 h 21212"/>
                <a:gd name="connsiteX9" fmla="*/ 15909 w 21212"/>
                <a:gd name="connsiteY9" fmla="*/ 16015 h 21212"/>
                <a:gd name="connsiteX10" fmla="*/ 15930 w 21212"/>
                <a:gd name="connsiteY10" fmla="*/ 15951 h 21212"/>
                <a:gd name="connsiteX11" fmla="*/ 15909 w 21212"/>
                <a:gd name="connsiteY11" fmla="*/ 15951 h 21212"/>
                <a:gd name="connsiteX12" fmla="*/ 15909 w 21212"/>
                <a:gd name="connsiteY12" fmla="*/ 15909 h 21212"/>
                <a:gd name="connsiteX13" fmla="*/ 15973 w 21212"/>
                <a:gd name="connsiteY13" fmla="*/ 15951 h 21212"/>
                <a:gd name="connsiteX14" fmla="*/ 15973 w 21212"/>
                <a:gd name="connsiteY14" fmla="*/ 15909 h 21212"/>
                <a:gd name="connsiteX15" fmla="*/ 16036 w 21212"/>
                <a:gd name="connsiteY15" fmla="*/ 15909 h 21212"/>
                <a:gd name="connsiteX16" fmla="*/ 15973 w 21212"/>
                <a:gd name="connsiteY16" fmla="*/ 15951 h 21212"/>
                <a:gd name="connsiteX17" fmla="*/ 16036 w 21212"/>
                <a:gd name="connsiteY17" fmla="*/ 16015 h 21212"/>
                <a:gd name="connsiteX18" fmla="*/ 16036 w 21212"/>
                <a:gd name="connsiteY18" fmla="*/ 16015 h 21212"/>
                <a:gd name="connsiteX19" fmla="*/ 16036 w 21212"/>
                <a:gd name="connsiteY19" fmla="*/ 16015 h 21212"/>
                <a:gd name="connsiteX20" fmla="*/ 16036 w 21212"/>
                <a:gd name="connsiteY20" fmla="*/ 16015 h 21212"/>
                <a:gd name="connsiteX21" fmla="*/ 16036 w 21212"/>
                <a:gd name="connsiteY21" fmla="*/ 16015 h 21212"/>
                <a:gd name="connsiteX22" fmla="*/ 16036 w 21212"/>
                <a:gd name="connsiteY22" fmla="*/ 16015 h 21212"/>
                <a:gd name="connsiteX23" fmla="*/ 16121 w 21212"/>
                <a:gd name="connsiteY23" fmla="*/ 15951 h 21212"/>
                <a:gd name="connsiteX24" fmla="*/ 16121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6121" y="16015"/>
                  </a:lnTo>
                  <a:lnTo>
                    <a:pt x="16121" y="16015"/>
                  </a:lnTo>
                  <a:lnTo>
                    <a:pt x="16036" y="16015"/>
                  </a:lnTo>
                  <a:cubicBezTo>
                    <a:pt x="16036" y="16079"/>
                    <a:pt x="16036" y="16079"/>
                    <a:pt x="16036" y="16079"/>
                  </a:cubicBezTo>
                  <a:lnTo>
                    <a:pt x="16036" y="16079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5930" y="15951"/>
                  </a:lnTo>
                  <a:lnTo>
                    <a:pt x="15930" y="16015"/>
                  </a:lnTo>
                  <a:lnTo>
                    <a:pt x="15909" y="16015"/>
                  </a:lnTo>
                  <a:lnTo>
                    <a:pt x="15930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5973" y="15951"/>
                  </a:lnTo>
                  <a:lnTo>
                    <a:pt x="15973" y="15909"/>
                  </a:lnTo>
                  <a:lnTo>
                    <a:pt x="16036" y="15909"/>
                  </a:lnTo>
                  <a:lnTo>
                    <a:pt x="15973" y="15951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121" y="15951"/>
                    <a:pt x="16121" y="15951"/>
                    <a:pt x="16121" y="15951"/>
                  </a:cubicBez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97B9D61-DA39-4CF8-B801-F3390589E1BE}"/>
                </a:ext>
              </a:extLst>
            </p:cNvPr>
            <p:cNvSpPr/>
            <p:nvPr/>
          </p:nvSpPr>
          <p:spPr>
            <a:xfrm>
              <a:off x="6408327" y="4741493"/>
              <a:ext cx="31327" cy="31327"/>
            </a:xfrm>
            <a:custGeom>
              <a:avLst/>
              <a:gdLst>
                <a:gd name="connsiteX0" fmla="*/ 16227 w 21212"/>
                <a:gd name="connsiteY0" fmla="*/ 16015 h 21212"/>
                <a:gd name="connsiteX1" fmla="*/ 16227 w 21212"/>
                <a:gd name="connsiteY1" fmla="*/ 16015 h 21212"/>
                <a:gd name="connsiteX2" fmla="*/ 16227 w 21212"/>
                <a:gd name="connsiteY2" fmla="*/ 16015 h 21212"/>
                <a:gd name="connsiteX3" fmla="*/ 16227 w 21212"/>
                <a:gd name="connsiteY3" fmla="*/ 16015 h 21212"/>
                <a:gd name="connsiteX4" fmla="*/ 16227 w 21212"/>
                <a:gd name="connsiteY4" fmla="*/ 16015 h 21212"/>
                <a:gd name="connsiteX5" fmla="*/ 16164 w 21212"/>
                <a:gd name="connsiteY5" fmla="*/ 16036 h 21212"/>
                <a:gd name="connsiteX6" fmla="*/ 16164 w 21212"/>
                <a:gd name="connsiteY6" fmla="*/ 16057 h 21212"/>
                <a:gd name="connsiteX7" fmla="*/ 16142 w 21212"/>
                <a:gd name="connsiteY7" fmla="*/ 16057 h 21212"/>
                <a:gd name="connsiteX8" fmla="*/ 16100 w 21212"/>
                <a:gd name="connsiteY8" fmla="*/ 16057 h 21212"/>
                <a:gd name="connsiteX9" fmla="*/ 16100 w 21212"/>
                <a:gd name="connsiteY9" fmla="*/ 16057 h 21212"/>
                <a:gd name="connsiteX10" fmla="*/ 16036 w 21212"/>
                <a:gd name="connsiteY10" fmla="*/ 16036 h 21212"/>
                <a:gd name="connsiteX11" fmla="*/ 16036 w 21212"/>
                <a:gd name="connsiteY11" fmla="*/ 16036 h 21212"/>
                <a:gd name="connsiteX12" fmla="*/ 16036 w 21212"/>
                <a:gd name="connsiteY12" fmla="*/ 16015 h 21212"/>
                <a:gd name="connsiteX13" fmla="*/ 16100 w 21212"/>
                <a:gd name="connsiteY13" fmla="*/ 16015 h 21212"/>
                <a:gd name="connsiteX14" fmla="*/ 16142 w 21212"/>
                <a:gd name="connsiteY14" fmla="*/ 16015 h 21212"/>
                <a:gd name="connsiteX15" fmla="*/ 16142 w 21212"/>
                <a:gd name="connsiteY15" fmla="*/ 16015 h 21212"/>
                <a:gd name="connsiteX16" fmla="*/ 16142 w 21212"/>
                <a:gd name="connsiteY16" fmla="*/ 16015 h 21212"/>
                <a:gd name="connsiteX17" fmla="*/ 16142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09 h 21212"/>
                <a:gd name="connsiteX20" fmla="*/ 16100 w 21212"/>
                <a:gd name="connsiteY20" fmla="*/ 15909 h 21212"/>
                <a:gd name="connsiteX21" fmla="*/ 16036 w 21212"/>
                <a:gd name="connsiteY21" fmla="*/ 16015 h 21212"/>
                <a:gd name="connsiteX22" fmla="*/ 16036 w 21212"/>
                <a:gd name="connsiteY22" fmla="*/ 16015 h 21212"/>
                <a:gd name="connsiteX23" fmla="*/ 15994 w 21212"/>
                <a:gd name="connsiteY23" fmla="*/ 16015 h 21212"/>
                <a:gd name="connsiteX24" fmla="*/ 15909 w 21212"/>
                <a:gd name="connsiteY24" fmla="*/ 16015 h 21212"/>
                <a:gd name="connsiteX25" fmla="*/ 15994 w 21212"/>
                <a:gd name="connsiteY25" fmla="*/ 16015 h 21212"/>
                <a:gd name="connsiteX26" fmla="*/ 15994 w 21212"/>
                <a:gd name="connsiteY26" fmla="*/ 16015 h 21212"/>
                <a:gd name="connsiteX27" fmla="*/ 15994 w 21212"/>
                <a:gd name="connsiteY27" fmla="*/ 16015 h 21212"/>
                <a:gd name="connsiteX28" fmla="*/ 16036 w 21212"/>
                <a:gd name="connsiteY28" fmla="*/ 15909 h 21212"/>
                <a:gd name="connsiteX29" fmla="*/ 16100 w 21212"/>
                <a:gd name="connsiteY29" fmla="*/ 15909 h 21212"/>
                <a:gd name="connsiteX30" fmla="*/ 16142 w 21212"/>
                <a:gd name="connsiteY30" fmla="*/ 15909 h 21212"/>
                <a:gd name="connsiteX31" fmla="*/ 16142 w 21212"/>
                <a:gd name="connsiteY31" fmla="*/ 15909 h 21212"/>
                <a:gd name="connsiteX32" fmla="*/ 16142 w 21212"/>
                <a:gd name="connsiteY32" fmla="*/ 15909 h 21212"/>
                <a:gd name="connsiteX33" fmla="*/ 16227 w 21212"/>
                <a:gd name="connsiteY33" fmla="*/ 16015 h 21212"/>
                <a:gd name="connsiteX34" fmla="*/ 16227 w 21212"/>
                <a:gd name="connsiteY34" fmla="*/ 16015 h 21212"/>
                <a:gd name="connsiteX35" fmla="*/ 16227 w 21212"/>
                <a:gd name="connsiteY35" fmla="*/ 16015 h 21212"/>
                <a:gd name="connsiteX36" fmla="*/ 16164 w 21212"/>
                <a:gd name="connsiteY36" fmla="*/ 16015 h 21212"/>
                <a:gd name="connsiteX37" fmla="*/ 16164 w 21212"/>
                <a:gd name="connsiteY37" fmla="*/ 16015 h 21212"/>
                <a:gd name="connsiteX38" fmla="*/ 16164 w 21212"/>
                <a:gd name="connsiteY38" fmla="*/ 16015 h 21212"/>
                <a:gd name="connsiteX39" fmla="*/ 16100 w 21212"/>
                <a:gd name="connsiteY39" fmla="*/ 16036 h 21212"/>
                <a:gd name="connsiteX40" fmla="*/ 16100 w 21212"/>
                <a:gd name="connsiteY40" fmla="*/ 16036 h 21212"/>
                <a:gd name="connsiteX41" fmla="*/ 16164 w 21212"/>
                <a:gd name="connsiteY41" fmla="*/ 16015 h 21212"/>
                <a:gd name="connsiteX42" fmla="*/ 16164 w 21212"/>
                <a:gd name="connsiteY42" fmla="*/ 16015 h 21212"/>
                <a:gd name="connsiteX43" fmla="*/ 16164 w 21212"/>
                <a:gd name="connsiteY43" fmla="*/ 16015 h 21212"/>
                <a:gd name="connsiteX44" fmla="*/ 16164 w 21212"/>
                <a:gd name="connsiteY44" fmla="*/ 16015 h 21212"/>
                <a:gd name="connsiteX45" fmla="*/ 16164 w 21212"/>
                <a:gd name="connsiteY45" fmla="*/ 16015 h 21212"/>
                <a:gd name="connsiteX46" fmla="*/ 16164 w 21212"/>
                <a:gd name="connsiteY46" fmla="*/ 16015 h 21212"/>
                <a:gd name="connsiteX47" fmla="*/ 16164 w 21212"/>
                <a:gd name="connsiteY47" fmla="*/ 16015 h 21212"/>
                <a:gd name="connsiteX48" fmla="*/ 16164 w 21212"/>
                <a:gd name="connsiteY48" fmla="*/ 16015 h 21212"/>
                <a:gd name="connsiteX49" fmla="*/ 16164 w 21212"/>
                <a:gd name="connsiteY4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227" y="16015"/>
                  </a:move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cubicBezTo>
                    <a:pt x="16164" y="16036"/>
                    <a:pt x="16164" y="16036"/>
                    <a:pt x="16164" y="16036"/>
                  </a:cubicBezTo>
                  <a:cubicBezTo>
                    <a:pt x="16164" y="16057"/>
                    <a:pt x="16164" y="16057"/>
                    <a:pt x="16164" y="16057"/>
                  </a:cubicBezTo>
                  <a:lnTo>
                    <a:pt x="16142" y="16057"/>
                  </a:lnTo>
                  <a:lnTo>
                    <a:pt x="16100" y="16057"/>
                  </a:lnTo>
                  <a:lnTo>
                    <a:pt x="16100" y="16057"/>
                  </a:lnTo>
                  <a:cubicBezTo>
                    <a:pt x="16100" y="16057"/>
                    <a:pt x="16036" y="16057"/>
                    <a:pt x="16036" y="16036"/>
                  </a:cubicBezTo>
                  <a:lnTo>
                    <a:pt x="16036" y="16036"/>
                  </a:lnTo>
                  <a:cubicBezTo>
                    <a:pt x="16036" y="16036"/>
                    <a:pt x="16036" y="16036"/>
                    <a:pt x="16036" y="16015"/>
                  </a:cubicBezTo>
                  <a:cubicBezTo>
                    <a:pt x="16100" y="16015"/>
                    <a:pt x="16100" y="16015"/>
                    <a:pt x="16100" y="16015"/>
                  </a:cubicBezTo>
                  <a:lnTo>
                    <a:pt x="16142" y="16015"/>
                  </a:lnTo>
                  <a:lnTo>
                    <a:pt x="16142" y="16015"/>
                  </a:lnTo>
                  <a:lnTo>
                    <a:pt x="16142" y="16015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036" y="16015"/>
                  </a:lnTo>
                  <a:lnTo>
                    <a:pt x="16036" y="16015"/>
                  </a:lnTo>
                  <a:lnTo>
                    <a:pt x="15994" y="16015"/>
                  </a:lnTo>
                  <a:lnTo>
                    <a:pt x="15909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5994" y="16015"/>
                    <a:pt x="16036" y="16015"/>
                    <a:pt x="16036" y="15909"/>
                  </a:cubicBezTo>
                  <a:lnTo>
                    <a:pt x="16100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close/>
                  <a:moveTo>
                    <a:pt x="16164" y="16015"/>
                  </a:moveTo>
                  <a:lnTo>
                    <a:pt x="16164" y="16015"/>
                  </a:lnTo>
                  <a:lnTo>
                    <a:pt x="16164" y="16015"/>
                  </a:lnTo>
                  <a:cubicBezTo>
                    <a:pt x="16100" y="16015"/>
                    <a:pt x="16100" y="16015"/>
                    <a:pt x="16100" y="16036"/>
                  </a:cubicBezTo>
                  <a:lnTo>
                    <a:pt x="16100" y="16036"/>
                  </a:lnTo>
                  <a:cubicBezTo>
                    <a:pt x="16142" y="16036"/>
                    <a:pt x="16142" y="16036"/>
                    <a:pt x="16164" y="16015"/>
                  </a:cubicBezTo>
                  <a:cubicBezTo>
                    <a:pt x="16142" y="16057"/>
                    <a:pt x="16142" y="16036"/>
                    <a:pt x="16164" y="16015"/>
                  </a:cubicBezTo>
                  <a:lnTo>
                    <a:pt x="16164" y="16015"/>
                  </a:lnTo>
                  <a:lnTo>
                    <a:pt x="16164" y="16015"/>
                  </a:lnTo>
                  <a:cubicBezTo>
                    <a:pt x="16164" y="16036"/>
                    <a:pt x="16164" y="16036"/>
                    <a:pt x="16164" y="16015"/>
                  </a:cubicBezTo>
                  <a:lnTo>
                    <a:pt x="16164" y="16015"/>
                  </a:lnTo>
                  <a:lnTo>
                    <a:pt x="16164" y="16015"/>
                  </a:lnTo>
                  <a:lnTo>
                    <a:pt x="16164" y="16015"/>
                  </a:lnTo>
                  <a:lnTo>
                    <a:pt x="16164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843C916D-CFD4-4648-8C0E-0124052FF75E}"/>
                </a:ext>
              </a:extLst>
            </p:cNvPr>
            <p:cNvSpPr/>
            <p:nvPr/>
          </p:nvSpPr>
          <p:spPr>
            <a:xfrm>
              <a:off x="6408702" y="4741308"/>
              <a:ext cx="31327" cy="31327"/>
            </a:xfrm>
            <a:custGeom>
              <a:avLst/>
              <a:gdLst>
                <a:gd name="connsiteX0" fmla="*/ 16248 w 21212"/>
                <a:gd name="connsiteY0" fmla="*/ 15991 h 21212"/>
                <a:gd name="connsiteX1" fmla="*/ 16206 w 21212"/>
                <a:gd name="connsiteY1" fmla="*/ 16034 h 21212"/>
                <a:gd name="connsiteX2" fmla="*/ 16079 w 21212"/>
                <a:gd name="connsiteY2" fmla="*/ 15991 h 21212"/>
                <a:gd name="connsiteX3" fmla="*/ 16015 w 21212"/>
                <a:gd name="connsiteY3" fmla="*/ 15991 h 21212"/>
                <a:gd name="connsiteX4" fmla="*/ 16015 w 21212"/>
                <a:gd name="connsiteY4" fmla="*/ 15970 h 21212"/>
                <a:gd name="connsiteX5" fmla="*/ 15994 w 21212"/>
                <a:gd name="connsiteY5" fmla="*/ 15991 h 21212"/>
                <a:gd name="connsiteX6" fmla="*/ 15994 w 21212"/>
                <a:gd name="connsiteY6" fmla="*/ 15991 h 21212"/>
                <a:gd name="connsiteX7" fmla="*/ 15973 w 21212"/>
                <a:gd name="connsiteY7" fmla="*/ 15991 h 21212"/>
                <a:gd name="connsiteX8" fmla="*/ 15973 w 21212"/>
                <a:gd name="connsiteY8" fmla="*/ 16034 h 21212"/>
                <a:gd name="connsiteX9" fmla="*/ 16079 w 21212"/>
                <a:gd name="connsiteY9" fmla="*/ 16055 h 21212"/>
                <a:gd name="connsiteX10" fmla="*/ 16015 w 21212"/>
                <a:gd name="connsiteY10" fmla="*/ 16055 h 21212"/>
                <a:gd name="connsiteX11" fmla="*/ 15909 w 21212"/>
                <a:gd name="connsiteY11" fmla="*/ 16034 h 21212"/>
                <a:gd name="connsiteX12" fmla="*/ 15909 w 21212"/>
                <a:gd name="connsiteY12" fmla="*/ 15991 h 21212"/>
                <a:gd name="connsiteX13" fmla="*/ 15973 w 21212"/>
                <a:gd name="connsiteY13" fmla="*/ 16034 h 21212"/>
                <a:gd name="connsiteX14" fmla="*/ 15973 w 21212"/>
                <a:gd name="connsiteY14" fmla="*/ 16034 h 21212"/>
                <a:gd name="connsiteX15" fmla="*/ 15973 w 21212"/>
                <a:gd name="connsiteY15" fmla="*/ 15991 h 21212"/>
                <a:gd name="connsiteX16" fmla="*/ 15973 w 21212"/>
                <a:gd name="connsiteY16" fmla="*/ 15991 h 21212"/>
                <a:gd name="connsiteX17" fmla="*/ 15973 w 21212"/>
                <a:gd name="connsiteY17" fmla="*/ 15991 h 21212"/>
                <a:gd name="connsiteX18" fmla="*/ 15973 w 21212"/>
                <a:gd name="connsiteY18" fmla="*/ 15970 h 21212"/>
                <a:gd name="connsiteX19" fmla="*/ 16015 w 21212"/>
                <a:gd name="connsiteY19" fmla="*/ 15970 h 21212"/>
                <a:gd name="connsiteX20" fmla="*/ 16079 w 21212"/>
                <a:gd name="connsiteY20" fmla="*/ 15970 h 21212"/>
                <a:gd name="connsiteX21" fmla="*/ 16079 w 21212"/>
                <a:gd name="connsiteY21" fmla="*/ 15970 h 21212"/>
                <a:gd name="connsiteX22" fmla="*/ 16079 w 21212"/>
                <a:gd name="connsiteY22" fmla="*/ 15928 h 21212"/>
                <a:gd name="connsiteX23" fmla="*/ 16079 w 21212"/>
                <a:gd name="connsiteY23" fmla="*/ 15928 h 21212"/>
                <a:gd name="connsiteX24" fmla="*/ 16100 w 21212"/>
                <a:gd name="connsiteY24" fmla="*/ 15928 h 21212"/>
                <a:gd name="connsiteX25" fmla="*/ 16100 w 21212"/>
                <a:gd name="connsiteY25" fmla="*/ 15928 h 21212"/>
                <a:gd name="connsiteX26" fmla="*/ 16206 w 21212"/>
                <a:gd name="connsiteY26" fmla="*/ 15928 h 21212"/>
                <a:gd name="connsiteX27" fmla="*/ 16248 w 21212"/>
                <a:gd name="connsiteY27" fmla="*/ 15928 h 21212"/>
                <a:gd name="connsiteX28" fmla="*/ 16312 w 21212"/>
                <a:gd name="connsiteY28" fmla="*/ 15970 h 21212"/>
                <a:gd name="connsiteX29" fmla="*/ 16312 w 21212"/>
                <a:gd name="connsiteY29" fmla="*/ 15970 h 21212"/>
                <a:gd name="connsiteX30" fmla="*/ 16206 w 21212"/>
                <a:gd name="connsiteY30" fmla="*/ 15928 h 21212"/>
                <a:gd name="connsiteX31" fmla="*/ 16206 w 21212"/>
                <a:gd name="connsiteY31" fmla="*/ 15928 h 21212"/>
                <a:gd name="connsiteX32" fmla="*/ 16100 w 21212"/>
                <a:gd name="connsiteY32" fmla="*/ 15928 h 21212"/>
                <a:gd name="connsiteX33" fmla="*/ 16100 w 21212"/>
                <a:gd name="connsiteY33" fmla="*/ 15928 h 21212"/>
                <a:gd name="connsiteX34" fmla="*/ 16100 w 21212"/>
                <a:gd name="connsiteY34" fmla="*/ 15928 h 21212"/>
                <a:gd name="connsiteX35" fmla="*/ 16079 w 21212"/>
                <a:gd name="connsiteY35" fmla="*/ 15928 h 21212"/>
                <a:gd name="connsiteX36" fmla="*/ 16079 w 21212"/>
                <a:gd name="connsiteY36" fmla="*/ 15970 h 21212"/>
                <a:gd name="connsiteX37" fmla="*/ 16248 w 21212"/>
                <a:gd name="connsiteY37" fmla="*/ 1599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48" y="15991"/>
                  </a:moveTo>
                  <a:lnTo>
                    <a:pt x="16206" y="16034"/>
                  </a:lnTo>
                  <a:lnTo>
                    <a:pt x="16079" y="15991"/>
                  </a:lnTo>
                  <a:lnTo>
                    <a:pt x="16015" y="15991"/>
                  </a:lnTo>
                  <a:cubicBezTo>
                    <a:pt x="16015" y="15991"/>
                    <a:pt x="16015" y="15991"/>
                    <a:pt x="16015" y="15970"/>
                  </a:cubicBezTo>
                  <a:cubicBezTo>
                    <a:pt x="16015" y="15991"/>
                    <a:pt x="15994" y="15991"/>
                    <a:pt x="15994" y="15991"/>
                  </a:cubicBezTo>
                  <a:lnTo>
                    <a:pt x="15994" y="15991"/>
                  </a:lnTo>
                  <a:lnTo>
                    <a:pt x="15973" y="15991"/>
                  </a:lnTo>
                  <a:lnTo>
                    <a:pt x="15973" y="16034"/>
                  </a:lnTo>
                  <a:lnTo>
                    <a:pt x="16079" y="16055"/>
                  </a:lnTo>
                  <a:lnTo>
                    <a:pt x="16015" y="16055"/>
                  </a:lnTo>
                  <a:lnTo>
                    <a:pt x="15909" y="16034"/>
                  </a:lnTo>
                  <a:lnTo>
                    <a:pt x="15909" y="15991"/>
                  </a:lnTo>
                  <a:lnTo>
                    <a:pt x="15973" y="16034"/>
                  </a:lnTo>
                  <a:lnTo>
                    <a:pt x="15973" y="16034"/>
                  </a:lnTo>
                  <a:lnTo>
                    <a:pt x="15973" y="15991"/>
                  </a:lnTo>
                  <a:lnTo>
                    <a:pt x="15973" y="15991"/>
                  </a:lnTo>
                  <a:lnTo>
                    <a:pt x="15973" y="15991"/>
                  </a:lnTo>
                  <a:cubicBezTo>
                    <a:pt x="15973" y="15991"/>
                    <a:pt x="15973" y="15991"/>
                    <a:pt x="15973" y="15970"/>
                  </a:cubicBezTo>
                  <a:cubicBezTo>
                    <a:pt x="15994" y="15970"/>
                    <a:pt x="15994" y="15970"/>
                    <a:pt x="16015" y="15970"/>
                  </a:cubicBezTo>
                  <a:cubicBezTo>
                    <a:pt x="16015" y="15970"/>
                    <a:pt x="16015" y="15970"/>
                    <a:pt x="16079" y="15970"/>
                  </a:cubicBezTo>
                  <a:lnTo>
                    <a:pt x="16079" y="15970"/>
                  </a:lnTo>
                  <a:cubicBezTo>
                    <a:pt x="16079" y="15970"/>
                    <a:pt x="16079" y="15970"/>
                    <a:pt x="16079" y="15928"/>
                  </a:cubicBezTo>
                  <a:lnTo>
                    <a:pt x="16079" y="15928"/>
                  </a:lnTo>
                  <a:lnTo>
                    <a:pt x="16100" y="15928"/>
                  </a:lnTo>
                  <a:lnTo>
                    <a:pt x="16100" y="15928"/>
                  </a:lnTo>
                  <a:cubicBezTo>
                    <a:pt x="16206" y="15885"/>
                    <a:pt x="16206" y="15928"/>
                    <a:pt x="16206" y="15928"/>
                  </a:cubicBezTo>
                  <a:lnTo>
                    <a:pt x="16248" y="15928"/>
                  </a:lnTo>
                  <a:lnTo>
                    <a:pt x="16312" y="15970"/>
                  </a:lnTo>
                  <a:lnTo>
                    <a:pt x="16312" y="15970"/>
                  </a:lnTo>
                  <a:lnTo>
                    <a:pt x="16206" y="15928"/>
                  </a:lnTo>
                  <a:lnTo>
                    <a:pt x="16206" y="15928"/>
                  </a:lnTo>
                  <a:cubicBezTo>
                    <a:pt x="16206" y="15928"/>
                    <a:pt x="16206" y="15928"/>
                    <a:pt x="16100" y="15928"/>
                  </a:cubicBezTo>
                  <a:lnTo>
                    <a:pt x="16100" y="15928"/>
                  </a:lnTo>
                  <a:lnTo>
                    <a:pt x="16100" y="15928"/>
                  </a:lnTo>
                  <a:cubicBezTo>
                    <a:pt x="16079" y="15928"/>
                    <a:pt x="16079" y="15928"/>
                    <a:pt x="16079" y="15928"/>
                  </a:cubicBezTo>
                  <a:cubicBezTo>
                    <a:pt x="16079" y="15970"/>
                    <a:pt x="16079" y="15970"/>
                    <a:pt x="16079" y="15970"/>
                  </a:cubicBezTo>
                  <a:lnTo>
                    <a:pt x="16248" y="1599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EFF88D89-770E-4104-92BE-232C244B6E99}"/>
                </a:ext>
              </a:extLst>
            </p:cNvPr>
            <p:cNvSpPr/>
            <p:nvPr/>
          </p:nvSpPr>
          <p:spPr>
            <a:xfrm>
              <a:off x="6409204" y="4741149"/>
              <a:ext cx="31327" cy="31327"/>
            </a:xfrm>
            <a:custGeom>
              <a:avLst/>
              <a:gdLst>
                <a:gd name="connsiteX0" fmla="*/ 16100 w 21212"/>
                <a:gd name="connsiteY0" fmla="*/ 15930 h 21212"/>
                <a:gd name="connsiteX1" fmla="*/ 16164 w 21212"/>
                <a:gd name="connsiteY1" fmla="*/ 15930 h 21212"/>
                <a:gd name="connsiteX2" fmla="*/ 16164 w 21212"/>
                <a:gd name="connsiteY2" fmla="*/ 15930 h 21212"/>
                <a:gd name="connsiteX3" fmla="*/ 16185 w 21212"/>
                <a:gd name="connsiteY3" fmla="*/ 15930 h 21212"/>
                <a:gd name="connsiteX4" fmla="*/ 16164 w 21212"/>
                <a:gd name="connsiteY4" fmla="*/ 15930 h 21212"/>
                <a:gd name="connsiteX5" fmla="*/ 16164 w 21212"/>
                <a:gd name="connsiteY5" fmla="*/ 15994 h 21212"/>
                <a:gd name="connsiteX6" fmla="*/ 16100 w 21212"/>
                <a:gd name="connsiteY6" fmla="*/ 15994 h 21212"/>
                <a:gd name="connsiteX7" fmla="*/ 16079 w 21212"/>
                <a:gd name="connsiteY7" fmla="*/ 16036 h 21212"/>
                <a:gd name="connsiteX8" fmla="*/ 15994 w 21212"/>
                <a:gd name="connsiteY8" fmla="*/ 16036 h 21212"/>
                <a:gd name="connsiteX9" fmla="*/ 15973 w 21212"/>
                <a:gd name="connsiteY9" fmla="*/ 16036 h 21212"/>
                <a:gd name="connsiteX10" fmla="*/ 15909 w 21212"/>
                <a:gd name="connsiteY10" fmla="*/ 15994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94 w 21212"/>
                <a:gd name="connsiteY15" fmla="*/ 15909 h 21212"/>
                <a:gd name="connsiteX16" fmla="*/ 16100 w 21212"/>
                <a:gd name="connsiteY16" fmla="*/ 15930 h 21212"/>
                <a:gd name="connsiteX17" fmla="*/ 16100 w 21212"/>
                <a:gd name="connsiteY17" fmla="*/ 15930 h 21212"/>
                <a:gd name="connsiteX18" fmla="*/ 16100 w 21212"/>
                <a:gd name="connsiteY18" fmla="*/ 15930 h 21212"/>
                <a:gd name="connsiteX19" fmla="*/ 16100 w 21212"/>
                <a:gd name="connsiteY19" fmla="*/ 15930 h 21212"/>
                <a:gd name="connsiteX20" fmla="*/ 15973 w 21212"/>
                <a:gd name="connsiteY20" fmla="*/ 15994 h 21212"/>
                <a:gd name="connsiteX21" fmla="*/ 15994 w 21212"/>
                <a:gd name="connsiteY21" fmla="*/ 15994 h 21212"/>
                <a:gd name="connsiteX22" fmla="*/ 16079 w 21212"/>
                <a:gd name="connsiteY22" fmla="*/ 15994 h 21212"/>
                <a:gd name="connsiteX23" fmla="*/ 16079 w 21212"/>
                <a:gd name="connsiteY23" fmla="*/ 15994 h 21212"/>
                <a:gd name="connsiteX24" fmla="*/ 16100 w 21212"/>
                <a:gd name="connsiteY24" fmla="*/ 15930 h 21212"/>
                <a:gd name="connsiteX25" fmla="*/ 15973 w 21212"/>
                <a:gd name="connsiteY25" fmla="*/ 15909 h 21212"/>
                <a:gd name="connsiteX26" fmla="*/ 15973 w 21212"/>
                <a:gd name="connsiteY26" fmla="*/ 15909 h 21212"/>
                <a:gd name="connsiteX27" fmla="*/ 15973 w 21212"/>
                <a:gd name="connsiteY27" fmla="*/ 15909 h 21212"/>
                <a:gd name="connsiteX28" fmla="*/ 15973 w 21212"/>
                <a:gd name="connsiteY28" fmla="*/ 15909 h 21212"/>
                <a:gd name="connsiteX29" fmla="*/ 15973 w 21212"/>
                <a:gd name="connsiteY29" fmla="*/ 15909 h 21212"/>
                <a:gd name="connsiteX30" fmla="*/ 16079 w 21212"/>
                <a:gd name="connsiteY30" fmla="*/ 15909 h 21212"/>
                <a:gd name="connsiteX31" fmla="*/ 16079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5930"/>
                  </a:moveTo>
                  <a:lnTo>
                    <a:pt x="16164" y="15930"/>
                  </a:lnTo>
                  <a:lnTo>
                    <a:pt x="16164" y="15930"/>
                  </a:lnTo>
                  <a:lnTo>
                    <a:pt x="16185" y="15930"/>
                  </a:lnTo>
                  <a:lnTo>
                    <a:pt x="16164" y="15930"/>
                  </a:lnTo>
                  <a:lnTo>
                    <a:pt x="16164" y="15994"/>
                  </a:lnTo>
                  <a:cubicBezTo>
                    <a:pt x="16100" y="15994"/>
                    <a:pt x="16100" y="15994"/>
                    <a:pt x="16100" y="15994"/>
                  </a:cubicBezTo>
                  <a:cubicBezTo>
                    <a:pt x="16079" y="16036"/>
                    <a:pt x="16079" y="16036"/>
                    <a:pt x="16079" y="16036"/>
                  </a:cubicBezTo>
                  <a:cubicBezTo>
                    <a:pt x="15994" y="16036"/>
                    <a:pt x="15994" y="16036"/>
                    <a:pt x="15994" y="16036"/>
                  </a:cubicBezTo>
                  <a:cubicBezTo>
                    <a:pt x="15973" y="16036"/>
                    <a:pt x="15973" y="16036"/>
                    <a:pt x="15973" y="16036"/>
                  </a:cubicBezTo>
                  <a:cubicBezTo>
                    <a:pt x="15909" y="15994"/>
                    <a:pt x="15909" y="15994"/>
                    <a:pt x="15909" y="15994"/>
                  </a:cubicBez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5973" y="15994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6079" y="15994"/>
                  </a:lnTo>
                  <a:lnTo>
                    <a:pt x="16079" y="15994"/>
                  </a:lnTo>
                  <a:cubicBezTo>
                    <a:pt x="16100" y="15994"/>
                    <a:pt x="16100" y="15994"/>
                    <a:pt x="16100" y="15930"/>
                  </a:cubicBezTo>
                  <a:close/>
                  <a:moveTo>
                    <a:pt x="15973" y="15909"/>
                  </a:moveTo>
                  <a:cubicBezTo>
                    <a:pt x="15973" y="15930"/>
                    <a:pt x="15973" y="15930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5973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E387C36-ABD8-4564-9D39-1E0E04117C57}"/>
                </a:ext>
              </a:extLst>
            </p:cNvPr>
            <p:cNvSpPr/>
            <p:nvPr/>
          </p:nvSpPr>
          <p:spPr>
            <a:xfrm>
              <a:off x="6409454" y="4741023"/>
              <a:ext cx="31327" cy="31327"/>
            </a:xfrm>
            <a:custGeom>
              <a:avLst/>
              <a:gdLst>
                <a:gd name="connsiteX0" fmla="*/ 16185 w 21212"/>
                <a:gd name="connsiteY0" fmla="*/ 15973 h 21212"/>
                <a:gd name="connsiteX1" fmla="*/ 16185 w 21212"/>
                <a:gd name="connsiteY1" fmla="*/ 15973 h 21212"/>
                <a:gd name="connsiteX2" fmla="*/ 16121 w 21212"/>
                <a:gd name="connsiteY2" fmla="*/ 15973 h 21212"/>
                <a:gd name="connsiteX3" fmla="*/ 16121 w 21212"/>
                <a:gd name="connsiteY3" fmla="*/ 15973 h 21212"/>
                <a:gd name="connsiteX4" fmla="*/ 16100 w 21212"/>
                <a:gd name="connsiteY4" fmla="*/ 15994 h 21212"/>
                <a:gd name="connsiteX5" fmla="*/ 16100 w 21212"/>
                <a:gd name="connsiteY5" fmla="*/ 15994 h 21212"/>
                <a:gd name="connsiteX6" fmla="*/ 16015 w 21212"/>
                <a:gd name="connsiteY6" fmla="*/ 15994 h 21212"/>
                <a:gd name="connsiteX7" fmla="*/ 15930 w 21212"/>
                <a:gd name="connsiteY7" fmla="*/ 15973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30 w 21212"/>
                <a:gd name="connsiteY10" fmla="*/ 15930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30 w 21212"/>
                <a:gd name="connsiteY13" fmla="*/ 15930 h 21212"/>
                <a:gd name="connsiteX14" fmla="*/ 16015 w 21212"/>
                <a:gd name="connsiteY14" fmla="*/ 15909 h 21212"/>
                <a:gd name="connsiteX15" fmla="*/ 16015 w 21212"/>
                <a:gd name="connsiteY15" fmla="*/ 15930 h 21212"/>
                <a:gd name="connsiteX16" fmla="*/ 15994 w 21212"/>
                <a:gd name="connsiteY16" fmla="*/ 15930 h 21212"/>
                <a:gd name="connsiteX17" fmla="*/ 16100 w 21212"/>
                <a:gd name="connsiteY17" fmla="*/ 15973 h 21212"/>
                <a:gd name="connsiteX18" fmla="*/ 16100 w 21212"/>
                <a:gd name="connsiteY18" fmla="*/ 15973 h 21212"/>
                <a:gd name="connsiteX19" fmla="*/ 16100 w 21212"/>
                <a:gd name="connsiteY19" fmla="*/ 15973 h 21212"/>
                <a:gd name="connsiteX20" fmla="*/ 16121 w 21212"/>
                <a:gd name="connsiteY20" fmla="*/ 15973 h 21212"/>
                <a:gd name="connsiteX21" fmla="*/ 16121 w 21212"/>
                <a:gd name="connsiteY21" fmla="*/ 15973 h 21212"/>
                <a:gd name="connsiteX22" fmla="*/ 16121 w 21212"/>
                <a:gd name="connsiteY22" fmla="*/ 15973 h 21212"/>
                <a:gd name="connsiteX23" fmla="*/ 16185 w 21212"/>
                <a:gd name="connsiteY23" fmla="*/ 15973 h 21212"/>
                <a:gd name="connsiteX24" fmla="*/ 16185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5973"/>
                  </a:moveTo>
                  <a:lnTo>
                    <a:pt x="16185" y="15973"/>
                  </a:lnTo>
                  <a:lnTo>
                    <a:pt x="16121" y="15973"/>
                  </a:lnTo>
                  <a:cubicBezTo>
                    <a:pt x="16121" y="15994"/>
                    <a:pt x="16121" y="15973"/>
                    <a:pt x="16121" y="15973"/>
                  </a:cubicBezTo>
                  <a:cubicBezTo>
                    <a:pt x="16121" y="15994"/>
                    <a:pt x="16121" y="15994"/>
                    <a:pt x="16100" y="15994"/>
                  </a:cubicBezTo>
                  <a:lnTo>
                    <a:pt x="16100" y="15994"/>
                  </a:lnTo>
                  <a:cubicBezTo>
                    <a:pt x="16100" y="15994"/>
                    <a:pt x="16100" y="15994"/>
                    <a:pt x="16015" y="15994"/>
                  </a:cubicBezTo>
                  <a:lnTo>
                    <a:pt x="15930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30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30" y="15930"/>
                  </a:lnTo>
                  <a:lnTo>
                    <a:pt x="16015" y="15909"/>
                  </a:lnTo>
                  <a:lnTo>
                    <a:pt x="16015" y="15930"/>
                  </a:lnTo>
                  <a:lnTo>
                    <a:pt x="15994" y="15930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cubicBezTo>
                    <a:pt x="16121" y="15973"/>
                    <a:pt x="16121" y="15973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85" y="15973"/>
                  </a:cubicBezTo>
                  <a:lnTo>
                    <a:pt x="16185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B154066-B097-4BE4-8C15-484767D293E6}"/>
                </a:ext>
              </a:extLst>
            </p:cNvPr>
            <p:cNvSpPr/>
            <p:nvPr/>
          </p:nvSpPr>
          <p:spPr>
            <a:xfrm>
              <a:off x="6409861" y="4741054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52 w 21212"/>
                <a:gd name="connsiteY1" fmla="*/ 15909 h 21212"/>
                <a:gd name="connsiteX2" fmla="*/ 15994 w 21212"/>
                <a:gd name="connsiteY2" fmla="*/ 15951 h 21212"/>
                <a:gd name="connsiteX3" fmla="*/ 15994 w 21212"/>
                <a:gd name="connsiteY3" fmla="*/ 15951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52" y="15909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2C0E4DEC-3488-4D9B-896C-58EC86AFCB57}"/>
                </a:ext>
              </a:extLst>
            </p:cNvPr>
            <p:cNvSpPr/>
            <p:nvPr/>
          </p:nvSpPr>
          <p:spPr>
            <a:xfrm>
              <a:off x="6409956" y="4740616"/>
              <a:ext cx="31327" cy="31327"/>
            </a:xfrm>
            <a:custGeom>
              <a:avLst/>
              <a:gdLst>
                <a:gd name="connsiteX0" fmla="*/ 15909 w 21212"/>
                <a:gd name="connsiteY0" fmla="*/ 16015 h 21212"/>
                <a:gd name="connsiteX1" fmla="*/ 15951 w 21212"/>
                <a:gd name="connsiteY1" fmla="*/ 16015 h 21212"/>
                <a:gd name="connsiteX2" fmla="*/ 15951 w 21212"/>
                <a:gd name="connsiteY2" fmla="*/ 15909 h 21212"/>
                <a:gd name="connsiteX3" fmla="*/ 15994 w 21212"/>
                <a:gd name="connsiteY3" fmla="*/ 16015 h 21212"/>
                <a:gd name="connsiteX4" fmla="*/ 15951 w 21212"/>
                <a:gd name="connsiteY4" fmla="*/ 16015 h 21212"/>
                <a:gd name="connsiteX5" fmla="*/ 15951 w 21212"/>
                <a:gd name="connsiteY5" fmla="*/ 16015 h 21212"/>
                <a:gd name="connsiteX6" fmla="*/ 15909 w 21212"/>
                <a:gd name="connsiteY6" fmla="*/ 16015 h 21212"/>
                <a:gd name="connsiteX7" fmla="*/ 15909 w 21212"/>
                <a:gd name="connsiteY7" fmla="*/ 16015 h 21212"/>
                <a:gd name="connsiteX8" fmla="*/ 15909 w 21212"/>
                <a:gd name="connsiteY8" fmla="*/ 16015 h 21212"/>
                <a:gd name="connsiteX9" fmla="*/ 15951 w 21212"/>
                <a:gd name="connsiteY9" fmla="*/ 16100 h 21212"/>
                <a:gd name="connsiteX10" fmla="*/ 15951 w 21212"/>
                <a:gd name="connsiteY10" fmla="*/ 16100 h 21212"/>
                <a:gd name="connsiteX11" fmla="*/ 15994 w 21212"/>
                <a:gd name="connsiteY11" fmla="*/ 16100 h 21212"/>
                <a:gd name="connsiteX12" fmla="*/ 15994 w 21212"/>
                <a:gd name="connsiteY12" fmla="*/ 16100 h 21212"/>
                <a:gd name="connsiteX13" fmla="*/ 15994 w 21212"/>
                <a:gd name="connsiteY13" fmla="*/ 16015 h 21212"/>
                <a:gd name="connsiteX14" fmla="*/ 16036 w 21212"/>
                <a:gd name="connsiteY14" fmla="*/ 16015 h 21212"/>
                <a:gd name="connsiteX15" fmla="*/ 16036 w 21212"/>
                <a:gd name="connsiteY15" fmla="*/ 16015 h 21212"/>
                <a:gd name="connsiteX16" fmla="*/ 16079 w 21212"/>
                <a:gd name="connsiteY16" fmla="*/ 16015 h 21212"/>
                <a:gd name="connsiteX17" fmla="*/ 16079 w 21212"/>
                <a:gd name="connsiteY17" fmla="*/ 16015 h 21212"/>
                <a:gd name="connsiteX18" fmla="*/ 16036 w 21212"/>
                <a:gd name="connsiteY18" fmla="*/ 16015 h 21212"/>
                <a:gd name="connsiteX19" fmla="*/ 16036 w 21212"/>
                <a:gd name="connsiteY19" fmla="*/ 16015 h 21212"/>
                <a:gd name="connsiteX20" fmla="*/ 16036 w 21212"/>
                <a:gd name="connsiteY20" fmla="*/ 16100 h 21212"/>
                <a:gd name="connsiteX21" fmla="*/ 15994 w 21212"/>
                <a:gd name="connsiteY21" fmla="*/ 16100 h 21212"/>
                <a:gd name="connsiteX22" fmla="*/ 15994 w 21212"/>
                <a:gd name="connsiteY22" fmla="*/ 16100 h 21212"/>
                <a:gd name="connsiteX23" fmla="*/ 15951 w 21212"/>
                <a:gd name="connsiteY23" fmla="*/ 16100 h 21212"/>
                <a:gd name="connsiteX24" fmla="*/ 15909 w 21212"/>
                <a:gd name="connsiteY24" fmla="*/ 16100 h 21212"/>
                <a:gd name="connsiteX25" fmla="*/ 15909 w 21212"/>
                <a:gd name="connsiteY25" fmla="*/ 16100 h 21212"/>
                <a:gd name="connsiteX26" fmla="*/ 15909 w 21212"/>
                <a:gd name="connsiteY26" fmla="*/ 16015 h 21212"/>
                <a:gd name="connsiteX27" fmla="*/ 15909 w 21212"/>
                <a:gd name="connsiteY27" fmla="*/ 16015 h 21212"/>
                <a:gd name="connsiteX28" fmla="*/ 15909 w 21212"/>
                <a:gd name="connsiteY28" fmla="*/ 16015 h 21212"/>
                <a:gd name="connsiteX29" fmla="*/ 15909 w 21212"/>
                <a:gd name="connsiteY29" fmla="*/ 16015 h 21212"/>
                <a:gd name="connsiteX30" fmla="*/ 15909 w 21212"/>
                <a:gd name="connsiteY30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09" y="16015"/>
                  </a:moveTo>
                  <a:cubicBezTo>
                    <a:pt x="15909" y="16015"/>
                    <a:pt x="15909" y="16015"/>
                    <a:pt x="15951" y="16015"/>
                  </a:cubicBezTo>
                  <a:lnTo>
                    <a:pt x="15951" y="15909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5951" y="16015"/>
                  </a:cubicBezTo>
                  <a:lnTo>
                    <a:pt x="15951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6015"/>
                    <a:pt x="15951" y="16015"/>
                    <a:pt x="15951" y="16100"/>
                  </a:cubicBezTo>
                  <a:lnTo>
                    <a:pt x="15951" y="16100"/>
                  </a:lnTo>
                  <a:cubicBezTo>
                    <a:pt x="15994" y="16100"/>
                    <a:pt x="15994" y="16100"/>
                    <a:pt x="15994" y="16100"/>
                  </a:cubicBezTo>
                  <a:lnTo>
                    <a:pt x="15994" y="16100"/>
                  </a:lnTo>
                  <a:cubicBezTo>
                    <a:pt x="15994" y="16100"/>
                    <a:pt x="15994" y="16100"/>
                    <a:pt x="15994" y="16015"/>
                  </a:cubicBez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036" y="16100"/>
                    <a:pt x="16036" y="16100"/>
                    <a:pt x="16036" y="16100"/>
                  </a:cubicBezTo>
                  <a:lnTo>
                    <a:pt x="15994" y="16100"/>
                  </a:lnTo>
                  <a:lnTo>
                    <a:pt x="15994" y="16100"/>
                  </a:lnTo>
                  <a:lnTo>
                    <a:pt x="15951" y="16100"/>
                  </a:lnTo>
                  <a:lnTo>
                    <a:pt x="15909" y="16100"/>
                  </a:lnTo>
                  <a:lnTo>
                    <a:pt x="15909" y="16100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444A9BF9-7F6A-45F0-B06E-26D12778B77E}"/>
                </a:ext>
              </a:extLst>
            </p:cNvPr>
            <p:cNvSpPr/>
            <p:nvPr/>
          </p:nvSpPr>
          <p:spPr>
            <a:xfrm>
              <a:off x="6410081" y="4740523"/>
              <a:ext cx="31327" cy="31327"/>
            </a:xfrm>
            <a:custGeom>
              <a:avLst/>
              <a:gdLst>
                <a:gd name="connsiteX0" fmla="*/ 16164 w 21212"/>
                <a:gd name="connsiteY0" fmla="*/ 15909 h 21212"/>
                <a:gd name="connsiteX1" fmla="*/ 16227 w 21212"/>
                <a:gd name="connsiteY1" fmla="*/ 15951 h 21212"/>
                <a:gd name="connsiteX2" fmla="*/ 16227 w 21212"/>
                <a:gd name="connsiteY2" fmla="*/ 15951 h 21212"/>
                <a:gd name="connsiteX3" fmla="*/ 16227 w 21212"/>
                <a:gd name="connsiteY3" fmla="*/ 15973 h 21212"/>
                <a:gd name="connsiteX4" fmla="*/ 16164 w 21212"/>
                <a:gd name="connsiteY4" fmla="*/ 16079 h 21212"/>
                <a:gd name="connsiteX5" fmla="*/ 16142 w 21212"/>
                <a:gd name="connsiteY5" fmla="*/ 16079 h 21212"/>
                <a:gd name="connsiteX6" fmla="*/ 16100 w 21212"/>
                <a:gd name="connsiteY6" fmla="*/ 16079 h 21212"/>
                <a:gd name="connsiteX7" fmla="*/ 15994 w 21212"/>
                <a:gd name="connsiteY7" fmla="*/ 16079 h 21212"/>
                <a:gd name="connsiteX8" fmla="*/ 15951 w 21212"/>
                <a:gd name="connsiteY8" fmla="*/ 16079 h 21212"/>
                <a:gd name="connsiteX9" fmla="*/ 15909 w 21212"/>
                <a:gd name="connsiteY9" fmla="*/ 15973 h 21212"/>
                <a:gd name="connsiteX10" fmla="*/ 15909 w 21212"/>
                <a:gd name="connsiteY10" fmla="*/ 15973 h 21212"/>
                <a:gd name="connsiteX11" fmla="*/ 15909 w 21212"/>
                <a:gd name="connsiteY11" fmla="*/ 15951 h 21212"/>
                <a:gd name="connsiteX12" fmla="*/ 15951 w 21212"/>
                <a:gd name="connsiteY12" fmla="*/ 15909 h 21212"/>
                <a:gd name="connsiteX13" fmla="*/ 15994 w 21212"/>
                <a:gd name="connsiteY13" fmla="*/ 15909 h 21212"/>
                <a:gd name="connsiteX14" fmla="*/ 16100 w 21212"/>
                <a:gd name="connsiteY14" fmla="*/ 15909 h 21212"/>
                <a:gd name="connsiteX15" fmla="*/ 16164 w 21212"/>
                <a:gd name="connsiteY15" fmla="*/ 15909 h 21212"/>
                <a:gd name="connsiteX16" fmla="*/ 16164 w 21212"/>
                <a:gd name="connsiteY16" fmla="*/ 15909 h 21212"/>
                <a:gd name="connsiteX17" fmla="*/ 16142 w 21212"/>
                <a:gd name="connsiteY17" fmla="*/ 15951 h 21212"/>
                <a:gd name="connsiteX18" fmla="*/ 16100 w 21212"/>
                <a:gd name="connsiteY18" fmla="*/ 15909 h 21212"/>
                <a:gd name="connsiteX19" fmla="*/ 16100 w 21212"/>
                <a:gd name="connsiteY19" fmla="*/ 15909 h 21212"/>
                <a:gd name="connsiteX20" fmla="*/ 15994 w 21212"/>
                <a:gd name="connsiteY20" fmla="*/ 15951 h 21212"/>
                <a:gd name="connsiteX21" fmla="*/ 15951 w 21212"/>
                <a:gd name="connsiteY21" fmla="*/ 15951 h 21212"/>
                <a:gd name="connsiteX22" fmla="*/ 15951 w 21212"/>
                <a:gd name="connsiteY22" fmla="*/ 15951 h 21212"/>
                <a:gd name="connsiteX23" fmla="*/ 15951 w 21212"/>
                <a:gd name="connsiteY23" fmla="*/ 15973 h 21212"/>
                <a:gd name="connsiteX24" fmla="*/ 15951 w 21212"/>
                <a:gd name="connsiteY24" fmla="*/ 15973 h 21212"/>
                <a:gd name="connsiteX25" fmla="*/ 15951 w 21212"/>
                <a:gd name="connsiteY25" fmla="*/ 15973 h 21212"/>
                <a:gd name="connsiteX26" fmla="*/ 15994 w 21212"/>
                <a:gd name="connsiteY26" fmla="*/ 16079 h 21212"/>
                <a:gd name="connsiteX27" fmla="*/ 16100 w 21212"/>
                <a:gd name="connsiteY27" fmla="*/ 16079 h 21212"/>
                <a:gd name="connsiteX28" fmla="*/ 16142 w 21212"/>
                <a:gd name="connsiteY28" fmla="*/ 16079 h 21212"/>
                <a:gd name="connsiteX29" fmla="*/ 16142 w 21212"/>
                <a:gd name="connsiteY29" fmla="*/ 15951 h 21212"/>
                <a:gd name="connsiteX30" fmla="*/ 16142 w 21212"/>
                <a:gd name="connsiteY30" fmla="*/ 15951 h 21212"/>
                <a:gd name="connsiteX31" fmla="*/ 16142 w 21212"/>
                <a:gd name="connsiteY31" fmla="*/ 15951 h 21212"/>
                <a:gd name="connsiteX32" fmla="*/ 16142 w 21212"/>
                <a:gd name="connsiteY32" fmla="*/ 15951 h 21212"/>
                <a:gd name="connsiteX33" fmla="*/ 16142 w 21212"/>
                <a:gd name="connsiteY33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64" y="15909"/>
                  </a:moveTo>
                  <a:cubicBezTo>
                    <a:pt x="16164" y="15951"/>
                    <a:pt x="16164" y="15951"/>
                    <a:pt x="16227" y="15951"/>
                  </a:cubicBezTo>
                  <a:lnTo>
                    <a:pt x="16227" y="15951"/>
                  </a:lnTo>
                  <a:cubicBezTo>
                    <a:pt x="16227" y="15973"/>
                    <a:pt x="16227" y="15973"/>
                    <a:pt x="16227" y="15973"/>
                  </a:cubicBezTo>
                  <a:cubicBezTo>
                    <a:pt x="16227" y="15973"/>
                    <a:pt x="16164" y="15973"/>
                    <a:pt x="16164" y="16079"/>
                  </a:cubicBezTo>
                  <a:cubicBezTo>
                    <a:pt x="16142" y="16079"/>
                    <a:pt x="16142" y="16079"/>
                    <a:pt x="16142" y="16079"/>
                  </a:cubicBezTo>
                  <a:cubicBezTo>
                    <a:pt x="16100" y="16079"/>
                    <a:pt x="16100" y="16079"/>
                    <a:pt x="16100" y="16079"/>
                  </a:cubicBezTo>
                  <a:cubicBezTo>
                    <a:pt x="15994" y="16079"/>
                    <a:pt x="15994" y="16079"/>
                    <a:pt x="15994" y="16079"/>
                  </a:cubicBezTo>
                  <a:cubicBezTo>
                    <a:pt x="15951" y="16079"/>
                    <a:pt x="15951" y="16079"/>
                    <a:pt x="15951" y="16079"/>
                  </a:cubicBezTo>
                  <a:cubicBezTo>
                    <a:pt x="15909" y="16079"/>
                    <a:pt x="15909" y="16079"/>
                    <a:pt x="15909" y="15973"/>
                  </a:cubicBezTo>
                  <a:lnTo>
                    <a:pt x="15909" y="15973"/>
                  </a:lnTo>
                  <a:lnTo>
                    <a:pt x="15909" y="15951"/>
                  </a:lnTo>
                  <a:cubicBezTo>
                    <a:pt x="15909" y="15951"/>
                    <a:pt x="15951" y="15951"/>
                    <a:pt x="15951" y="15909"/>
                  </a:cubicBezTo>
                  <a:cubicBezTo>
                    <a:pt x="15951" y="15909"/>
                    <a:pt x="15951" y="15909"/>
                    <a:pt x="15994" y="15909"/>
                  </a:cubicBezTo>
                  <a:lnTo>
                    <a:pt x="16100" y="15909"/>
                  </a:lnTo>
                  <a:lnTo>
                    <a:pt x="16164" y="15909"/>
                  </a:lnTo>
                  <a:cubicBezTo>
                    <a:pt x="16142" y="15909"/>
                    <a:pt x="16142" y="15909"/>
                    <a:pt x="16164" y="15909"/>
                  </a:cubicBezTo>
                  <a:close/>
                  <a:moveTo>
                    <a:pt x="16142" y="15951"/>
                  </a:moveTo>
                  <a:cubicBezTo>
                    <a:pt x="16142" y="15951"/>
                    <a:pt x="16142" y="15909"/>
                    <a:pt x="16100" y="15909"/>
                  </a:cubicBezTo>
                  <a:lnTo>
                    <a:pt x="16100" y="15909"/>
                  </a:lnTo>
                  <a:lnTo>
                    <a:pt x="15994" y="15951"/>
                  </a:lnTo>
                  <a:cubicBezTo>
                    <a:pt x="15994" y="15951"/>
                    <a:pt x="15994" y="15951"/>
                    <a:pt x="15951" y="15951"/>
                  </a:cubicBezTo>
                  <a:lnTo>
                    <a:pt x="15951" y="15951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94" y="15973"/>
                    <a:pt x="15994" y="16079"/>
                    <a:pt x="15994" y="16079"/>
                  </a:cubicBezTo>
                  <a:cubicBezTo>
                    <a:pt x="16100" y="16079"/>
                    <a:pt x="16100" y="16079"/>
                    <a:pt x="16100" y="16079"/>
                  </a:cubicBezTo>
                  <a:cubicBezTo>
                    <a:pt x="16100" y="16079"/>
                    <a:pt x="16100" y="15973"/>
                    <a:pt x="16142" y="16079"/>
                  </a:cubicBezTo>
                  <a:lnTo>
                    <a:pt x="16142" y="15951"/>
                  </a:lnTo>
                  <a:lnTo>
                    <a:pt x="16142" y="15951"/>
                  </a:lnTo>
                  <a:lnTo>
                    <a:pt x="16142" y="15951"/>
                  </a:lnTo>
                  <a:cubicBezTo>
                    <a:pt x="16164" y="15951"/>
                    <a:pt x="16164" y="15951"/>
                    <a:pt x="16142" y="15951"/>
                  </a:cubicBezTo>
                  <a:cubicBezTo>
                    <a:pt x="16164" y="15951"/>
                    <a:pt x="16142" y="15951"/>
                    <a:pt x="16142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989AB96E-6F28-44EA-87DB-CFBFAD2AF635}"/>
                </a:ext>
              </a:extLst>
            </p:cNvPr>
            <p:cNvSpPr/>
            <p:nvPr/>
          </p:nvSpPr>
          <p:spPr>
            <a:xfrm>
              <a:off x="6410457" y="4740334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73 h 21212"/>
                <a:gd name="connsiteX3" fmla="*/ 15973 w 21212"/>
                <a:gd name="connsiteY3" fmla="*/ 15930 h 21212"/>
                <a:gd name="connsiteX4" fmla="*/ 15973 w 21212"/>
                <a:gd name="connsiteY4" fmla="*/ 15930 h 21212"/>
                <a:gd name="connsiteX5" fmla="*/ 15973 w 21212"/>
                <a:gd name="connsiteY5" fmla="*/ 15930 h 21212"/>
                <a:gd name="connsiteX6" fmla="*/ 15973 w 21212"/>
                <a:gd name="connsiteY6" fmla="*/ 15909 h 21212"/>
                <a:gd name="connsiteX7" fmla="*/ 15994 w 21212"/>
                <a:gd name="connsiteY7" fmla="*/ 15909 h 21212"/>
                <a:gd name="connsiteX8" fmla="*/ 16015 w 21212"/>
                <a:gd name="connsiteY8" fmla="*/ 15909 h 21212"/>
                <a:gd name="connsiteX9" fmla="*/ 16057 w 21212"/>
                <a:gd name="connsiteY9" fmla="*/ 15909 h 21212"/>
                <a:gd name="connsiteX10" fmla="*/ 16185 w 21212"/>
                <a:gd name="connsiteY10" fmla="*/ 15973 h 21212"/>
                <a:gd name="connsiteX11" fmla="*/ 16121 w 21212"/>
                <a:gd name="connsiteY11" fmla="*/ 15973 h 21212"/>
                <a:gd name="connsiteX12" fmla="*/ 16015 w 21212"/>
                <a:gd name="connsiteY12" fmla="*/ 15930 h 21212"/>
                <a:gd name="connsiteX13" fmla="*/ 15994 w 21212"/>
                <a:gd name="connsiteY13" fmla="*/ 15930 h 21212"/>
                <a:gd name="connsiteX14" fmla="*/ 15973 w 21212"/>
                <a:gd name="connsiteY14" fmla="*/ 15930 h 21212"/>
                <a:gd name="connsiteX15" fmla="*/ 15973 w 21212"/>
                <a:gd name="connsiteY15" fmla="*/ 15973 h 21212"/>
                <a:gd name="connsiteX16" fmla="*/ 15973 w 21212"/>
                <a:gd name="connsiteY16" fmla="*/ 15973 h 21212"/>
                <a:gd name="connsiteX17" fmla="*/ 16015 w 21212"/>
                <a:gd name="connsiteY17" fmla="*/ 16036 h 21212"/>
                <a:gd name="connsiteX18" fmla="*/ 16015 w 21212"/>
                <a:gd name="connsiteY18" fmla="*/ 16036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09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73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09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6057" y="15909"/>
                  </a:cubicBezTo>
                  <a:lnTo>
                    <a:pt x="16185" y="15973"/>
                  </a:lnTo>
                  <a:lnTo>
                    <a:pt x="16121" y="15973"/>
                  </a:lnTo>
                  <a:lnTo>
                    <a:pt x="16015" y="15930"/>
                  </a:lnTo>
                  <a:lnTo>
                    <a:pt x="15994" y="15930"/>
                  </a:lnTo>
                  <a:cubicBezTo>
                    <a:pt x="15994" y="15930"/>
                    <a:pt x="15994" y="15930"/>
                    <a:pt x="15973" y="15930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6015" y="16036"/>
                  </a:lnTo>
                  <a:lnTo>
                    <a:pt x="16015" y="16036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8DA7CBA-BF85-419C-A9FA-E25127E8F07A}"/>
                </a:ext>
              </a:extLst>
            </p:cNvPr>
            <p:cNvSpPr/>
            <p:nvPr/>
          </p:nvSpPr>
          <p:spPr>
            <a:xfrm>
              <a:off x="6410677" y="4740210"/>
              <a:ext cx="31327" cy="31327"/>
            </a:xfrm>
            <a:custGeom>
              <a:avLst/>
              <a:gdLst>
                <a:gd name="connsiteX0" fmla="*/ 15973 w 21212"/>
                <a:gd name="connsiteY0" fmla="*/ 15951 h 21212"/>
                <a:gd name="connsiteX1" fmla="*/ 15973 w 21212"/>
                <a:gd name="connsiteY1" fmla="*/ 15951 h 21212"/>
                <a:gd name="connsiteX2" fmla="*/ 16036 w 21212"/>
                <a:gd name="connsiteY2" fmla="*/ 15951 h 21212"/>
                <a:gd name="connsiteX3" fmla="*/ 16036 w 21212"/>
                <a:gd name="connsiteY3" fmla="*/ 15951 h 21212"/>
                <a:gd name="connsiteX4" fmla="*/ 16121 w 21212"/>
                <a:gd name="connsiteY4" fmla="*/ 15951 h 21212"/>
                <a:gd name="connsiteX5" fmla="*/ 16121 w 21212"/>
                <a:gd name="connsiteY5" fmla="*/ 15951 h 21212"/>
                <a:gd name="connsiteX6" fmla="*/ 16121 w 21212"/>
                <a:gd name="connsiteY6" fmla="*/ 15909 h 21212"/>
                <a:gd name="connsiteX7" fmla="*/ 16121 w 21212"/>
                <a:gd name="connsiteY7" fmla="*/ 15909 h 21212"/>
                <a:gd name="connsiteX8" fmla="*/ 16164 w 21212"/>
                <a:gd name="connsiteY8" fmla="*/ 15909 h 21212"/>
                <a:gd name="connsiteX9" fmla="*/ 16164 w 21212"/>
                <a:gd name="connsiteY9" fmla="*/ 15951 h 21212"/>
                <a:gd name="connsiteX10" fmla="*/ 16164 w 21212"/>
                <a:gd name="connsiteY10" fmla="*/ 15951 h 21212"/>
                <a:gd name="connsiteX11" fmla="*/ 16164 w 21212"/>
                <a:gd name="connsiteY11" fmla="*/ 15994 h 21212"/>
                <a:gd name="connsiteX12" fmla="*/ 16121 w 21212"/>
                <a:gd name="connsiteY12" fmla="*/ 15994 h 21212"/>
                <a:gd name="connsiteX13" fmla="*/ 16121 w 21212"/>
                <a:gd name="connsiteY13" fmla="*/ 16015 h 21212"/>
                <a:gd name="connsiteX14" fmla="*/ 16121 w 21212"/>
                <a:gd name="connsiteY14" fmla="*/ 16015 h 21212"/>
                <a:gd name="connsiteX15" fmla="*/ 16121 w 21212"/>
                <a:gd name="connsiteY15" fmla="*/ 16015 h 21212"/>
                <a:gd name="connsiteX16" fmla="*/ 16121 w 21212"/>
                <a:gd name="connsiteY16" fmla="*/ 16015 h 21212"/>
                <a:gd name="connsiteX17" fmla="*/ 16036 w 21212"/>
                <a:gd name="connsiteY17" fmla="*/ 16015 h 21212"/>
                <a:gd name="connsiteX18" fmla="*/ 16121 w 21212"/>
                <a:gd name="connsiteY18" fmla="*/ 15994 h 21212"/>
                <a:gd name="connsiteX19" fmla="*/ 16121 w 21212"/>
                <a:gd name="connsiteY19" fmla="*/ 15994 h 21212"/>
                <a:gd name="connsiteX20" fmla="*/ 16121 w 21212"/>
                <a:gd name="connsiteY20" fmla="*/ 15994 h 21212"/>
                <a:gd name="connsiteX21" fmla="*/ 16121 w 21212"/>
                <a:gd name="connsiteY21" fmla="*/ 15994 h 21212"/>
                <a:gd name="connsiteX22" fmla="*/ 16121 w 21212"/>
                <a:gd name="connsiteY22" fmla="*/ 15951 h 21212"/>
                <a:gd name="connsiteX23" fmla="*/ 16121 w 21212"/>
                <a:gd name="connsiteY23" fmla="*/ 15951 h 21212"/>
                <a:gd name="connsiteX24" fmla="*/ 16121 w 21212"/>
                <a:gd name="connsiteY24" fmla="*/ 15951 h 21212"/>
                <a:gd name="connsiteX25" fmla="*/ 16121 w 21212"/>
                <a:gd name="connsiteY25" fmla="*/ 15951 h 21212"/>
                <a:gd name="connsiteX26" fmla="*/ 16121 w 21212"/>
                <a:gd name="connsiteY26" fmla="*/ 15951 h 21212"/>
                <a:gd name="connsiteX27" fmla="*/ 16121 w 21212"/>
                <a:gd name="connsiteY27" fmla="*/ 15994 h 21212"/>
                <a:gd name="connsiteX28" fmla="*/ 16036 w 21212"/>
                <a:gd name="connsiteY28" fmla="*/ 15994 h 21212"/>
                <a:gd name="connsiteX29" fmla="*/ 16036 w 21212"/>
                <a:gd name="connsiteY29" fmla="*/ 15994 h 21212"/>
                <a:gd name="connsiteX30" fmla="*/ 15973 w 21212"/>
                <a:gd name="connsiteY30" fmla="*/ 15994 h 21212"/>
                <a:gd name="connsiteX31" fmla="*/ 15909 w 21212"/>
                <a:gd name="connsiteY31" fmla="*/ 15994 h 21212"/>
                <a:gd name="connsiteX32" fmla="*/ 15909 w 21212"/>
                <a:gd name="connsiteY32" fmla="*/ 15951 h 21212"/>
                <a:gd name="connsiteX33" fmla="*/ 15909 w 21212"/>
                <a:gd name="connsiteY33" fmla="*/ 15951 h 21212"/>
                <a:gd name="connsiteX34" fmla="*/ 15909 w 21212"/>
                <a:gd name="connsiteY34" fmla="*/ 15909 h 21212"/>
                <a:gd name="connsiteX35" fmla="*/ 15973 w 21212"/>
                <a:gd name="connsiteY35" fmla="*/ 15909 h 21212"/>
                <a:gd name="connsiteX36" fmla="*/ 16036 w 21212"/>
                <a:gd name="connsiteY36" fmla="*/ 15909 h 21212"/>
                <a:gd name="connsiteX37" fmla="*/ 16036 w 21212"/>
                <a:gd name="connsiteY37" fmla="*/ 15909 h 21212"/>
                <a:gd name="connsiteX38" fmla="*/ 16121 w 21212"/>
                <a:gd name="connsiteY38" fmla="*/ 15909 h 21212"/>
                <a:gd name="connsiteX39" fmla="*/ 16036 w 21212"/>
                <a:gd name="connsiteY39" fmla="*/ 15909 h 21212"/>
                <a:gd name="connsiteX40" fmla="*/ 16036 w 21212"/>
                <a:gd name="connsiteY40" fmla="*/ 15909 h 21212"/>
                <a:gd name="connsiteX41" fmla="*/ 15973 w 21212"/>
                <a:gd name="connsiteY41" fmla="*/ 15909 h 21212"/>
                <a:gd name="connsiteX42" fmla="*/ 15973 w 21212"/>
                <a:gd name="connsiteY42" fmla="*/ 15951 h 21212"/>
                <a:gd name="connsiteX43" fmla="*/ 15973 w 21212"/>
                <a:gd name="connsiteY43" fmla="*/ 15951 h 21212"/>
                <a:gd name="connsiteX44" fmla="*/ 15973 w 21212"/>
                <a:gd name="connsiteY4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51"/>
                  </a:moveTo>
                  <a:lnTo>
                    <a:pt x="15973" y="15951"/>
                  </a:lnTo>
                  <a:lnTo>
                    <a:pt x="16036" y="15951"/>
                  </a:lnTo>
                  <a:lnTo>
                    <a:pt x="16036" y="15951"/>
                  </a:lnTo>
                  <a:cubicBezTo>
                    <a:pt x="16036" y="15951"/>
                    <a:pt x="16036" y="15951"/>
                    <a:pt x="16121" y="15951"/>
                  </a:cubicBezTo>
                  <a:lnTo>
                    <a:pt x="16121" y="15951"/>
                  </a:lnTo>
                  <a:cubicBezTo>
                    <a:pt x="16121" y="15951"/>
                    <a:pt x="16121" y="15951"/>
                    <a:pt x="16121" y="15909"/>
                  </a:cubicBezTo>
                  <a:lnTo>
                    <a:pt x="16121" y="15909"/>
                  </a:lnTo>
                  <a:cubicBezTo>
                    <a:pt x="16164" y="15909"/>
                    <a:pt x="16164" y="15909"/>
                    <a:pt x="16164" y="15909"/>
                  </a:cubicBezTo>
                  <a:cubicBezTo>
                    <a:pt x="16164" y="15951"/>
                    <a:pt x="16164" y="15951"/>
                    <a:pt x="16164" y="15951"/>
                  </a:cubicBezTo>
                  <a:lnTo>
                    <a:pt x="16164" y="15951"/>
                  </a:lnTo>
                  <a:cubicBezTo>
                    <a:pt x="16164" y="15994"/>
                    <a:pt x="16164" y="15994"/>
                    <a:pt x="16164" y="15994"/>
                  </a:cubicBezTo>
                  <a:cubicBezTo>
                    <a:pt x="16164" y="15994"/>
                    <a:pt x="16164" y="15994"/>
                    <a:pt x="16121" y="15994"/>
                  </a:cubicBez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36" y="16015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cubicBezTo>
                    <a:pt x="16121" y="15951"/>
                    <a:pt x="16121" y="15951"/>
                    <a:pt x="16121" y="15994"/>
                  </a:cubicBez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5909" y="15994"/>
                  </a:cubicBezTo>
                  <a:cubicBezTo>
                    <a:pt x="15909" y="15994"/>
                    <a:pt x="15909" y="15994"/>
                    <a:pt x="15909" y="15951"/>
                  </a:cubicBezTo>
                  <a:lnTo>
                    <a:pt x="15909" y="15951"/>
                  </a:lnTo>
                  <a:cubicBezTo>
                    <a:pt x="15909" y="15951"/>
                    <a:pt x="15909" y="15951"/>
                    <a:pt x="15909" y="15909"/>
                  </a:cubicBezTo>
                  <a:lnTo>
                    <a:pt x="15973" y="15909"/>
                  </a:lnTo>
                  <a:cubicBezTo>
                    <a:pt x="15973" y="15909"/>
                    <a:pt x="15973" y="15909"/>
                    <a:pt x="16036" y="15909"/>
                  </a:cubicBezTo>
                  <a:lnTo>
                    <a:pt x="16036" y="15909"/>
                  </a:lnTo>
                  <a:lnTo>
                    <a:pt x="16121" y="15909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036" y="15909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1C2A0D1-4074-4B51-AC7B-FE16674FE9E8}"/>
                </a:ext>
              </a:extLst>
            </p:cNvPr>
            <p:cNvSpPr/>
            <p:nvPr/>
          </p:nvSpPr>
          <p:spPr>
            <a:xfrm>
              <a:off x="6410990" y="4740052"/>
              <a:ext cx="31327" cy="31327"/>
            </a:xfrm>
            <a:custGeom>
              <a:avLst/>
              <a:gdLst>
                <a:gd name="connsiteX0" fmla="*/ 16079 w 21212"/>
                <a:gd name="connsiteY0" fmla="*/ 15994 h 21212"/>
                <a:gd name="connsiteX1" fmla="*/ 16142 w 21212"/>
                <a:gd name="connsiteY1" fmla="*/ 15994 h 21212"/>
                <a:gd name="connsiteX2" fmla="*/ 16142 w 21212"/>
                <a:gd name="connsiteY2" fmla="*/ 15909 h 21212"/>
                <a:gd name="connsiteX3" fmla="*/ 16164 w 21212"/>
                <a:gd name="connsiteY3" fmla="*/ 15994 h 21212"/>
                <a:gd name="connsiteX4" fmla="*/ 16142 w 21212"/>
                <a:gd name="connsiteY4" fmla="*/ 15994 h 21212"/>
                <a:gd name="connsiteX5" fmla="*/ 16142 w 21212"/>
                <a:gd name="connsiteY5" fmla="*/ 16015 h 21212"/>
                <a:gd name="connsiteX6" fmla="*/ 16079 w 21212"/>
                <a:gd name="connsiteY6" fmla="*/ 15994 h 21212"/>
                <a:gd name="connsiteX7" fmla="*/ 16079 w 21212"/>
                <a:gd name="connsiteY7" fmla="*/ 15994 h 21212"/>
                <a:gd name="connsiteX8" fmla="*/ 15994 w 21212"/>
                <a:gd name="connsiteY8" fmla="*/ 16015 h 21212"/>
                <a:gd name="connsiteX9" fmla="*/ 15951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94 h 21212"/>
                <a:gd name="connsiteX12" fmla="*/ 15909 w 21212"/>
                <a:gd name="connsiteY12" fmla="*/ 15909 h 21212"/>
                <a:gd name="connsiteX13" fmla="*/ 15951 w 21212"/>
                <a:gd name="connsiteY13" fmla="*/ 15909 h 21212"/>
                <a:gd name="connsiteX14" fmla="*/ 15951 w 21212"/>
                <a:gd name="connsiteY14" fmla="*/ 15909 h 21212"/>
                <a:gd name="connsiteX15" fmla="*/ 15994 w 21212"/>
                <a:gd name="connsiteY15" fmla="*/ 15909 h 21212"/>
                <a:gd name="connsiteX16" fmla="*/ 16057 w 21212"/>
                <a:gd name="connsiteY16" fmla="*/ 15909 h 21212"/>
                <a:gd name="connsiteX17" fmla="*/ 16079 w 21212"/>
                <a:gd name="connsiteY17" fmla="*/ 15909 h 21212"/>
                <a:gd name="connsiteX18" fmla="*/ 16079 w 21212"/>
                <a:gd name="connsiteY18" fmla="*/ 15909 h 21212"/>
                <a:gd name="connsiteX19" fmla="*/ 16142 w 21212"/>
                <a:gd name="connsiteY19" fmla="*/ 15909 h 21212"/>
                <a:gd name="connsiteX20" fmla="*/ 15994 w 21212"/>
                <a:gd name="connsiteY20" fmla="*/ 16015 h 21212"/>
                <a:gd name="connsiteX21" fmla="*/ 15994 w 21212"/>
                <a:gd name="connsiteY21" fmla="*/ 16015 h 21212"/>
                <a:gd name="connsiteX22" fmla="*/ 16079 w 21212"/>
                <a:gd name="connsiteY22" fmla="*/ 15994 h 21212"/>
                <a:gd name="connsiteX23" fmla="*/ 16079 w 21212"/>
                <a:gd name="connsiteY23" fmla="*/ 15994 h 21212"/>
                <a:gd name="connsiteX24" fmla="*/ 16079 w 21212"/>
                <a:gd name="connsiteY24" fmla="*/ 15994 h 21212"/>
                <a:gd name="connsiteX25" fmla="*/ 15951 w 21212"/>
                <a:gd name="connsiteY25" fmla="*/ 15930 h 21212"/>
                <a:gd name="connsiteX26" fmla="*/ 15951 w 21212"/>
                <a:gd name="connsiteY26" fmla="*/ 15930 h 21212"/>
                <a:gd name="connsiteX27" fmla="*/ 15951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6015 h 21212"/>
                <a:gd name="connsiteX30" fmla="*/ 16057 w 21212"/>
                <a:gd name="connsiteY30" fmla="*/ 15930 h 21212"/>
                <a:gd name="connsiteX31" fmla="*/ 16057 w 21212"/>
                <a:gd name="connsiteY31" fmla="*/ 15930 h 21212"/>
                <a:gd name="connsiteX32" fmla="*/ 15994 w 21212"/>
                <a:gd name="connsiteY32" fmla="*/ 15930 h 21212"/>
                <a:gd name="connsiteX33" fmla="*/ 15994 w 21212"/>
                <a:gd name="connsiteY33" fmla="*/ 15930 h 21212"/>
                <a:gd name="connsiteX34" fmla="*/ 15951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5994"/>
                  </a:moveTo>
                  <a:cubicBezTo>
                    <a:pt x="16142" y="15994"/>
                    <a:pt x="16142" y="15994"/>
                    <a:pt x="16142" y="15994"/>
                  </a:cubicBezTo>
                  <a:lnTo>
                    <a:pt x="16142" y="15909"/>
                  </a:lnTo>
                  <a:lnTo>
                    <a:pt x="16164" y="15994"/>
                  </a:lnTo>
                  <a:cubicBezTo>
                    <a:pt x="16164" y="15994"/>
                    <a:pt x="16164" y="15994"/>
                    <a:pt x="16142" y="15994"/>
                  </a:cubicBezTo>
                  <a:lnTo>
                    <a:pt x="16142" y="16015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5994" y="16015"/>
                  </a:lnTo>
                  <a:cubicBezTo>
                    <a:pt x="15951" y="16015"/>
                    <a:pt x="15951" y="16015"/>
                    <a:pt x="15951" y="16015"/>
                  </a:cubicBezTo>
                  <a:lnTo>
                    <a:pt x="15909" y="16015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09"/>
                  </a:lnTo>
                  <a:lnTo>
                    <a:pt x="15951" y="15909"/>
                  </a:lnTo>
                  <a:lnTo>
                    <a:pt x="15951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57" y="15909"/>
                    <a:pt x="16057" y="15909"/>
                    <a:pt x="16057" y="15909"/>
                  </a:cubicBez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lnTo>
                    <a:pt x="16142" y="15909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6057" y="16015"/>
                    <a:pt x="16057" y="16015"/>
                    <a:pt x="16079" y="15994"/>
                  </a:cubicBezTo>
                  <a:lnTo>
                    <a:pt x="16079" y="15994"/>
                  </a:lnTo>
                  <a:cubicBezTo>
                    <a:pt x="16079" y="16015"/>
                    <a:pt x="16079" y="16015"/>
                    <a:pt x="16079" y="15994"/>
                  </a:cubicBezTo>
                  <a:close/>
                  <a:moveTo>
                    <a:pt x="15951" y="15930"/>
                  </a:moveTo>
                  <a:lnTo>
                    <a:pt x="15951" y="15930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6057" y="15930"/>
                  </a:lnTo>
                  <a:lnTo>
                    <a:pt x="16057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51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7C3CE0AE-3556-439A-B70A-17C65D08ED8D}"/>
                </a:ext>
              </a:extLst>
            </p:cNvPr>
            <p:cNvSpPr/>
            <p:nvPr/>
          </p:nvSpPr>
          <p:spPr>
            <a:xfrm>
              <a:off x="6411208" y="4739895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6058 w 21212"/>
                <a:gd name="connsiteY2" fmla="*/ 15909 h 21212"/>
                <a:gd name="connsiteX3" fmla="*/ 16058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5973 w 21212"/>
                <a:gd name="connsiteY6" fmla="*/ 15909 h 21212"/>
                <a:gd name="connsiteX7" fmla="*/ 15973 w 21212"/>
                <a:gd name="connsiteY7" fmla="*/ 15951 h 21212"/>
                <a:gd name="connsiteX8" fmla="*/ 15973 w 21212"/>
                <a:gd name="connsiteY8" fmla="*/ 15973 h 21212"/>
                <a:gd name="connsiteX9" fmla="*/ 15994 w 21212"/>
                <a:gd name="connsiteY9" fmla="*/ 15973 h 21212"/>
                <a:gd name="connsiteX10" fmla="*/ 16058 w 21212"/>
                <a:gd name="connsiteY10" fmla="*/ 15973 h 21212"/>
                <a:gd name="connsiteX11" fmla="*/ 16058 w 21212"/>
                <a:gd name="connsiteY11" fmla="*/ 15973 h 21212"/>
                <a:gd name="connsiteX12" fmla="*/ 16079 w 21212"/>
                <a:gd name="connsiteY12" fmla="*/ 15973 h 21212"/>
                <a:gd name="connsiteX13" fmla="*/ 16142 w 21212"/>
                <a:gd name="connsiteY13" fmla="*/ 15973 h 21212"/>
                <a:gd name="connsiteX14" fmla="*/ 16142 w 21212"/>
                <a:gd name="connsiteY14" fmla="*/ 15973 h 21212"/>
                <a:gd name="connsiteX15" fmla="*/ 16142 w 21212"/>
                <a:gd name="connsiteY15" fmla="*/ 15951 h 21212"/>
                <a:gd name="connsiteX16" fmla="*/ 16142 w 21212"/>
                <a:gd name="connsiteY16" fmla="*/ 15973 h 21212"/>
                <a:gd name="connsiteX17" fmla="*/ 16142 w 21212"/>
                <a:gd name="connsiteY17" fmla="*/ 15973 h 21212"/>
                <a:gd name="connsiteX18" fmla="*/ 16142 w 21212"/>
                <a:gd name="connsiteY18" fmla="*/ 15973 h 21212"/>
                <a:gd name="connsiteX19" fmla="*/ 16142 w 21212"/>
                <a:gd name="connsiteY19" fmla="*/ 15973 h 21212"/>
                <a:gd name="connsiteX20" fmla="*/ 16142 w 21212"/>
                <a:gd name="connsiteY20" fmla="*/ 15973 h 21212"/>
                <a:gd name="connsiteX21" fmla="*/ 16079 w 21212"/>
                <a:gd name="connsiteY21" fmla="*/ 15973 h 21212"/>
                <a:gd name="connsiteX22" fmla="*/ 16079 w 21212"/>
                <a:gd name="connsiteY22" fmla="*/ 16036 h 21212"/>
                <a:gd name="connsiteX23" fmla="*/ 15994 w 21212"/>
                <a:gd name="connsiteY23" fmla="*/ 16036 h 21212"/>
                <a:gd name="connsiteX24" fmla="*/ 15973 w 21212"/>
                <a:gd name="connsiteY24" fmla="*/ 16036 h 21212"/>
                <a:gd name="connsiteX25" fmla="*/ 15973 w 21212"/>
                <a:gd name="connsiteY25" fmla="*/ 15973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73 w 21212"/>
                <a:gd name="connsiteY28" fmla="*/ 15951 h 21212"/>
                <a:gd name="connsiteX29" fmla="*/ 15973 w 21212"/>
                <a:gd name="connsiteY29" fmla="*/ 15909 h 21212"/>
                <a:gd name="connsiteX30" fmla="*/ 15973 w 21212"/>
                <a:gd name="connsiteY30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cubicBezTo>
                    <a:pt x="15994" y="15909"/>
                    <a:pt x="15994" y="15909"/>
                    <a:pt x="15973" y="15909"/>
                  </a:cubicBezTo>
                  <a:cubicBezTo>
                    <a:pt x="15994" y="15909"/>
                    <a:pt x="15994" y="15909"/>
                    <a:pt x="16058" y="15909"/>
                  </a:cubicBezTo>
                  <a:lnTo>
                    <a:pt x="16058" y="15909"/>
                  </a:lnTo>
                  <a:cubicBezTo>
                    <a:pt x="16058" y="15909"/>
                    <a:pt x="16058" y="15909"/>
                    <a:pt x="15973" y="15909"/>
                  </a:cubicBezTo>
                  <a:lnTo>
                    <a:pt x="15973" y="15909"/>
                  </a:lnTo>
                  <a:cubicBezTo>
                    <a:pt x="15994" y="15909"/>
                    <a:pt x="15994" y="15909"/>
                    <a:pt x="15973" y="15909"/>
                  </a:cubicBezTo>
                  <a:cubicBezTo>
                    <a:pt x="15973" y="15951"/>
                    <a:pt x="15973" y="15951"/>
                    <a:pt x="15973" y="15951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94" y="15973"/>
                  </a:lnTo>
                  <a:lnTo>
                    <a:pt x="16058" y="15973"/>
                  </a:lnTo>
                  <a:lnTo>
                    <a:pt x="16058" y="15973"/>
                  </a:lnTo>
                  <a:lnTo>
                    <a:pt x="16079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51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079" y="15973"/>
                  </a:lnTo>
                  <a:cubicBezTo>
                    <a:pt x="16079" y="16036"/>
                    <a:pt x="16079" y="16036"/>
                    <a:pt x="16079" y="16036"/>
                  </a:cubicBezTo>
                  <a:cubicBezTo>
                    <a:pt x="16058" y="16036"/>
                    <a:pt x="16058" y="16036"/>
                    <a:pt x="15994" y="16036"/>
                  </a:cubicBezTo>
                  <a:cubicBezTo>
                    <a:pt x="15994" y="16036"/>
                    <a:pt x="15994" y="16036"/>
                    <a:pt x="15973" y="16036"/>
                  </a:cubicBez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73"/>
                    <a:pt x="15973" y="15973"/>
                    <a:pt x="15909" y="15973"/>
                  </a:cubicBezTo>
                  <a:cubicBezTo>
                    <a:pt x="15973" y="15973"/>
                    <a:pt x="15909" y="15973"/>
                    <a:pt x="15909" y="15973"/>
                  </a:cubicBezTo>
                  <a:cubicBezTo>
                    <a:pt x="15909" y="15951"/>
                    <a:pt x="15909" y="15951"/>
                    <a:pt x="15973" y="15951"/>
                  </a:cubicBez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91C094A8-F3FA-45F7-9987-9FE3E1126F6E}"/>
                </a:ext>
              </a:extLst>
            </p:cNvPr>
            <p:cNvSpPr/>
            <p:nvPr/>
          </p:nvSpPr>
          <p:spPr>
            <a:xfrm>
              <a:off x="6411428" y="4739738"/>
              <a:ext cx="31327" cy="31327"/>
            </a:xfrm>
            <a:custGeom>
              <a:avLst/>
              <a:gdLst>
                <a:gd name="connsiteX0" fmla="*/ 16121 w 21212"/>
                <a:gd name="connsiteY0" fmla="*/ 15951 h 21212"/>
                <a:gd name="connsiteX1" fmla="*/ 16121 w 21212"/>
                <a:gd name="connsiteY1" fmla="*/ 16015 h 21212"/>
                <a:gd name="connsiteX2" fmla="*/ 16121 w 21212"/>
                <a:gd name="connsiteY2" fmla="*/ 16015 h 21212"/>
                <a:gd name="connsiteX3" fmla="*/ 16079 w 21212"/>
                <a:gd name="connsiteY3" fmla="*/ 16015 h 21212"/>
                <a:gd name="connsiteX4" fmla="*/ 16079 w 21212"/>
                <a:gd name="connsiteY4" fmla="*/ 16015 h 21212"/>
                <a:gd name="connsiteX5" fmla="*/ 16057 w 21212"/>
                <a:gd name="connsiteY5" fmla="*/ 16015 h 21212"/>
                <a:gd name="connsiteX6" fmla="*/ 15994 w 21212"/>
                <a:gd name="connsiteY6" fmla="*/ 16015 h 21212"/>
                <a:gd name="connsiteX7" fmla="*/ 15930 w 21212"/>
                <a:gd name="connsiteY7" fmla="*/ 15951 h 21212"/>
                <a:gd name="connsiteX8" fmla="*/ 15930 w 21212"/>
                <a:gd name="connsiteY8" fmla="*/ 16015 h 21212"/>
                <a:gd name="connsiteX9" fmla="*/ 15909 w 21212"/>
                <a:gd name="connsiteY9" fmla="*/ 15951 h 21212"/>
                <a:gd name="connsiteX10" fmla="*/ 15930 w 21212"/>
                <a:gd name="connsiteY10" fmla="*/ 15951 h 21212"/>
                <a:gd name="connsiteX11" fmla="*/ 15909 w 21212"/>
                <a:gd name="connsiteY11" fmla="*/ 15951 h 21212"/>
                <a:gd name="connsiteX12" fmla="*/ 15909 w 21212"/>
                <a:gd name="connsiteY12" fmla="*/ 15909 h 21212"/>
                <a:gd name="connsiteX13" fmla="*/ 15930 w 21212"/>
                <a:gd name="connsiteY13" fmla="*/ 15951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5994 w 21212"/>
                <a:gd name="connsiteY16" fmla="*/ 15951 h 21212"/>
                <a:gd name="connsiteX17" fmla="*/ 16057 w 21212"/>
                <a:gd name="connsiteY17" fmla="*/ 16015 h 21212"/>
                <a:gd name="connsiteX18" fmla="*/ 16057 w 21212"/>
                <a:gd name="connsiteY18" fmla="*/ 16015 h 21212"/>
                <a:gd name="connsiteX19" fmla="*/ 16079 w 21212"/>
                <a:gd name="connsiteY19" fmla="*/ 16015 h 21212"/>
                <a:gd name="connsiteX20" fmla="*/ 16079 w 21212"/>
                <a:gd name="connsiteY20" fmla="*/ 16015 h 21212"/>
                <a:gd name="connsiteX21" fmla="*/ 16121 w 21212"/>
                <a:gd name="connsiteY21" fmla="*/ 15951 h 21212"/>
                <a:gd name="connsiteX22" fmla="*/ 16121 w 21212"/>
                <a:gd name="connsiteY22" fmla="*/ 15951 h 21212"/>
                <a:gd name="connsiteX23" fmla="*/ 16121 w 21212"/>
                <a:gd name="connsiteY23" fmla="*/ 15951 h 21212"/>
                <a:gd name="connsiteX24" fmla="*/ 16121 w 21212"/>
                <a:gd name="connsiteY2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5951"/>
                  </a:move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57" y="16015"/>
                  </a:lnTo>
                  <a:cubicBezTo>
                    <a:pt x="16057" y="16015"/>
                    <a:pt x="16057" y="16015"/>
                    <a:pt x="15994" y="16015"/>
                  </a:cubicBezTo>
                  <a:lnTo>
                    <a:pt x="15930" y="15951"/>
                  </a:lnTo>
                  <a:lnTo>
                    <a:pt x="15930" y="16015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5930" y="15951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5994" y="15951"/>
                  </a:lnTo>
                  <a:lnTo>
                    <a:pt x="16057" y="16015"/>
                  </a:lnTo>
                  <a:lnTo>
                    <a:pt x="16057" y="16015"/>
                  </a:lnTo>
                  <a:lnTo>
                    <a:pt x="16079" y="16015"/>
                  </a:lnTo>
                  <a:lnTo>
                    <a:pt x="16079" y="16015"/>
                  </a:lnTo>
                  <a:cubicBezTo>
                    <a:pt x="16079" y="16015"/>
                    <a:pt x="16079" y="16015"/>
                    <a:pt x="16121" y="15951"/>
                  </a:cubicBez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A8E8957A-1536-42F4-932D-A21C84796EE6}"/>
                </a:ext>
              </a:extLst>
            </p:cNvPr>
            <p:cNvSpPr/>
            <p:nvPr/>
          </p:nvSpPr>
          <p:spPr>
            <a:xfrm>
              <a:off x="6411647" y="4739645"/>
              <a:ext cx="31327" cy="31327"/>
            </a:xfrm>
            <a:custGeom>
              <a:avLst/>
              <a:gdLst>
                <a:gd name="connsiteX0" fmla="*/ 16079 w 21212"/>
                <a:gd name="connsiteY0" fmla="*/ 15973 h 21212"/>
                <a:gd name="connsiteX1" fmla="*/ 16079 w 21212"/>
                <a:gd name="connsiteY1" fmla="*/ 15930 h 21212"/>
                <a:gd name="connsiteX2" fmla="*/ 16100 w 21212"/>
                <a:gd name="connsiteY2" fmla="*/ 15930 h 21212"/>
                <a:gd name="connsiteX3" fmla="*/ 16100 w 21212"/>
                <a:gd name="connsiteY3" fmla="*/ 15930 h 21212"/>
                <a:gd name="connsiteX4" fmla="*/ 16079 w 21212"/>
                <a:gd name="connsiteY4" fmla="*/ 15973 h 21212"/>
                <a:gd name="connsiteX5" fmla="*/ 16079 w 21212"/>
                <a:gd name="connsiteY5" fmla="*/ 15973 h 21212"/>
                <a:gd name="connsiteX6" fmla="*/ 16058 w 21212"/>
                <a:gd name="connsiteY6" fmla="*/ 16015 h 21212"/>
                <a:gd name="connsiteX7" fmla="*/ 16036 w 21212"/>
                <a:gd name="connsiteY7" fmla="*/ 16015 h 21212"/>
                <a:gd name="connsiteX8" fmla="*/ 15973 w 21212"/>
                <a:gd name="connsiteY8" fmla="*/ 16015 h 21212"/>
                <a:gd name="connsiteX9" fmla="*/ 15930 w 21212"/>
                <a:gd name="connsiteY9" fmla="*/ 15973 h 21212"/>
                <a:gd name="connsiteX10" fmla="*/ 15909 w 21212"/>
                <a:gd name="connsiteY10" fmla="*/ 15973 h 21212"/>
                <a:gd name="connsiteX11" fmla="*/ 15909 w 21212"/>
                <a:gd name="connsiteY11" fmla="*/ 15930 h 21212"/>
                <a:gd name="connsiteX12" fmla="*/ 15930 w 21212"/>
                <a:gd name="connsiteY12" fmla="*/ 15930 h 21212"/>
                <a:gd name="connsiteX13" fmla="*/ 15930 w 21212"/>
                <a:gd name="connsiteY13" fmla="*/ 15930 h 21212"/>
                <a:gd name="connsiteX14" fmla="*/ 15973 w 21212"/>
                <a:gd name="connsiteY14" fmla="*/ 15909 h 21212"/>
                <a:gd name="connsiteX15" fmla="*/ 16036 w 21212"/>
                <a:gd name="connsiteY15" fmla="*/ 15909 h 21212"/>
                <a:gd name="connsiteX16" fmla="*/ 16058 w 21212"/>
                <a:gd name="connsiteY16" fmla="*/ 15909 h 21212"/>
                <a:gd name="connsiteX17" fmla="*/ 16079 w 21212"/>
                <a:gd name="connsiteY17" fmla="*/ 15909 h 21212"/>
                <a:gd name="connsiteX18" fmla="*/ 16079 w 21212"/>
                <a:gd name="connsiteY18" fmla="*/ 15909 h 21212"/>
                <a:gd name="connsiteX19" fmla="*/ 16079 w 21212"/>
                <a:gd name="connsiteY19" fmla="*/ 15909 h 21212"/>
                <a:gd name="connsiteX20" fmla="*/ 15973 w 21212"/>
                <a:gd name="connsiteY20" fmla="*/ 15973 h 21212"/>
                <a:gd name="connsiteX21" fmla="*/ 16036 w 21212"/>
                <a:gd name="connsiteY21" fmla="*/ 15973 h 21212"/>
                <a:gd name="connsiteX22" fmla="*/ 16079 w 21212"/>
                <a:gd name="connsiteY22" fmla="*/ 15973 h 21212"/>
                <a:gd name="connsiteX23" fmla="*/ 16079 w 21212"/>
                <a:gd name="connsiteY23" fmla="*/ 15973 h 21212"/>
                <a:gd name="connsiteX24" fmla="*/ 16079 w 21212"/>
                <a:gd name="connsiteY24" fmla="*/ 15973 h 21212"/>
                <a:gd name="connsiteX25" fmla="*/ 15973 w 21212"/>
                <a:gd name="connsiteY25" fmla="*/ 15930 h 21212"/>
                <a:gd name="connsiteX26" fmla="*/ 15973 w 21212"/>
                <a:gd name="connsiteY26" fmla="*/ 15930 h 21212"/>
                <a:gd name="connsiteX27" fmla="*/ 15930 w 21212"/>
                <a:gd name="connsiteY27" fmla="*/ 15930 h 21212"/>
                <a:gd name="connsiteX28" fmla="*/ 15930 w 21212"/>
                <a:gd name="connsiteY28" fmla="*/ 15930 h 21212"/>
                <a:gd name="connsiteX29" fmla="*/ 15973 w 21212"/>
                <a:gd name="connsiteY29" fmla="*/ 15973 h 21212"/>
                <a:gd name="connsiteX30" fmla="*/ 16058 w 21212"/>
                <a:gd name="connsiteY30" fmla="*/ 15930 h 21212"/>
                <a:gd name="connsiteX31" fmla="*/ 16036 w 21212"/>
                <a:gd name="connsiteY31" fmla="*/ 15930 h 21212"/>
                <a:gd name="connsiteX32" fmla="*/ 16036 w 21212"/>
                <a:gd name="connsiteY32" fmla="*/ 15930 h 21212"/>
                <a:gd name="connsiteX33" fmla="*/ 15973 w 21212"/>
                <a:gd name="connsiteY33" fmla="*/ 15930 h 21212"/>
                <a:gd name="connsiteX34" fmla="*/ 15973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5973"/>
                  </a:moveTo>
                  <a:lnTo>
                    <a:pt x="16079" y="15930"/>
                  </a:lnTo>
                  <a:lnTo>
                    <a:pt x="16100" y="15930"/>
                  </a:lnTo>
                  <a:lnTo>
                    <a:pt x="16100" y="15930"/>
                  </a:lnTo>
                  <a:cubicBezTo>
                    <a:pt x="16100" y="15930"/>
                    <a:pt x="16100" y="15930"/>
                    <a:pt x="16079" y="15973"/>
                  </a:cubicBezTo>
                  <a:lnTo>
                    <a:pt x="16079" y="15973"/>
                  </a:lnTo>
                  <a:cubicBezTo>
                    <a:pt x="16079" y="15973"/>
                    <a:pt x="16079" y="15973"/>
                    <a:pt x="16058" y="16015"/>
                  </a:cubicBezTo>
                  <a:cubicBezTo>
                    <a:pt x="16058" y="15973"/>
                    <a:pt x="16058" y="16015"/>
                    <a:pt x="16036" y="16015"/>
                  </a:cubicBezTo>
                  <a:cubicBezTo>
                    <a:pt x="16036" y="16015"/>
                    <a:pt x="16036" y="16015"/>
                    <a:pt x="15973" y="16015"/>
                  </a:cubicBezTo>
                  <a:cubicBezTo>
                    <a:pt x="15973" y="16015"/>
                    <a:pt x="15973" y="16015"/>
                    <a:pt x="15930" y="15973"/>
                  </a:cubicBezTo>
                  <a:cubicBezTo>
                    <a:pt x="15930" y="15973"/>
                    <a:pt x="15930" y="15973"/>
                    <a:pt x="15909" y="15973"/>
                  </a:cubicBezTo>
                  <a:cubicBezTo>
                    <a:pt x="15909" y="15973"/>
                    <a:pt x="15909" y="15973"/>
                    <a:pt x="15909" y="15930"/>
                  </a:cubicBezTo>
                  <a:cubicBezTo>
                    <a:pt x="15909" y="15930"/>
                    <a:pt x="15909" y="15930"/>
                    <a:pt x="15930" y="15930"/>
                  </a:cubicBezTo>
                  <a:lnTo>
                    <a:pt x="15930" y="15930"/>
                  </a:lnTo>
                  <a:cubicBezTo>
                    <a:pt x="15973" y="15930"/>
                    <a:pt x="15973" y="15909"/>
                    <a:pt x="15973" y="15909"/>
                  </a:cubicBezTo>
                  <a:lnTo>
                    <a:pt x="16036" y="15909"/>
                  </a:lnTo>
                  <a:cubicBezTo>
                    <a:pt x="16036" y="15909"/>
                    <a:pt x="16036" y="15909"/>
                    <a:pt x="16058" y="15909"/>
                  </a:cubicBezTo>
                  <a:cubicBezTo>
                    <a:pt x="16058" y="15909"/>
                    <a:pt x="16058" y="15909"/>
                    <a:pt x="16079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5973" y="15973"/>
                  </a:lnTo>
                  <a:lnTo>
                    <a:pt x="16036" y="15973"/>
                  </a:lnTo>
                  <a:cubicBezTo>
                    <a:pt x="16036" y="15973"/>
                    <a:pt x="16036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close/>
                  <a:moveTo>
                    <a:pt x="15973" y="15930"/>
                  </a:moveTo>
                  <a:lnTo>
                    <a:pt x="15973" y="15930"/>
                  </a:lnTo>
                  <a:cubicBezTo>
                    <a:pt x="15930" y="15930"/>
                    <a:pt x="15930" y="15930"/>
                    <a:pt x="15930" y="15930"/>
                  </a:cubicBezTo>
                  <a:lnTo>
                    <a:pt x="15930" y="15930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6058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5973" y="15930"/>
                  </a:lnTo>
                  <a:lnTo>
                    <a:pt x="15973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6EAC3B7A-E46B-4CFB-BB9D-6E2E38B7C367}"/>
                </a:ext>
              </a:extLst>
            </p:cNvPr>
            <p:cNvSpPr/>
            <p:nvPr/>
          </p:nvSpPr>
          <p:spPr>
            <a:xfrm>
              <a:off x="6411836" y="4739582"/>
              <a:ext cx="31327" cy="31327"/>
            </a:xfrm>
            <a:custGeom>
              <a:avLst/>
              <a:gdLst>
                <a:gd name="connsiteX0" fmla="*/ 16206 w 21212"/>
                <a:gd name="connsiteY0" fmla="*/ 15951 h 21212"/>
                <a:gd name="connsiteX1" fmla="*/ 16206 w 21212"/>
                <a:gd name="connsiteY1" fmla="*/ 15951 h 21212"/>
                <a:gd name="connsiteX2" fmla="*/ 16164 w 21212"/>
                <a:gd name="connsiteY2" fmla="*/ 15951 h 21212"/>
                <a:gd name="connsiteX3" fmla="*/ 16164 w 21212"/>
                <a:gd name="connsiteY3" fmla="*/ 15951 h 21212"/>
                <a:gd name="connsiteX4" fmla="*/ 16142 w 21212"/>
                <a:gd name="connsiteY4" fmla="*/ 15951 h 21212"/>
                <a:gd name="connsiteX5" fmla="*/ 16057 w 21212"/>
                <a:gd name="connsiteY5" fmla="*/ 15951 h 21212"/>
                <a:gd name="connsiteX6" fmla="*/ 16057 w 21212"/>
                <a:gd name="connsiteY6" fmla="*/ 15951 h 21212"/>
                <a:gd name="connsiteX7" fmla="*/ 15951 w 21212"/>
                <a:gd name="connsiteY7" fmla="*/ 15951 h 21212"/>
                <a:gd name="connsiteX8" fmla="*/ 15930 w 21212"/>
                <a:gd name="connsiteY8" fmla="*/ 15951 h 21212"/>
                <a:gd name="connsiteX9" fmla="*/ 15930 w 21212"/>
                <a:gd name="connsiteY9" fmla="*/ 15951 h 21212"/>
                <a:gd name="connsiteX10" fmla="*/ 15930 w 21212"/>
                <a:gd name="connsiteY10" fmla="*/ 15951 h 21212"/>
                <a:gd name="connsiteX11" fmla="*/ 15909 w 21212"/>
                <a:gd name="connsiteY11" fmla="*/ 15909 h 21212"/>
                <a:gd name="connsiteX12" fmla="*/ 15930 w 21212"/>
                <a:gd name="connsiteY12" fmla="*/ 15909 h 21212"/>
                <a:gd name="connsiteX13" fmla="*/ 15951 w 21212"/>
                <a:gd name="connsiteY13" fmla="*/ 15909 h 21212"/>
                <a:gd name="connsiteX14" fmla="*/ 15973 w 21212"/>
                <a:gd name="connsiteY14" fmla="*/ 15909 h 21212"/>
                <a:gd name="connsiteX15" fmla="*/ 16057 w 21212"/>
                <a:gd name="connsiteY15" fmla="*/ 15909 h 21212"/>
                <a:gd name="connsiteX16" fmla="*/ 15973 w 21212"/>
                <a:gd name="connsiteY16" fmla="*/ 15951 h 21212"/>
                <a:gd name="connsiteX17" fmla="*/ 16057 w 21212"/>
                <a:gd name="connsiteY17" fmla="*/ 15951 h 21212"/>
                <a:gd name="connsiteX18" fmla="*/ 16142 w 21212"/>
                <a:gd name="connsiteY18" fmla="*/ 15951 h 21212"/>
                <a:gd name="connsiteX19" fmla="*/ 16142 w 21212"/>
                <a:gd name="connsiteY19" fmla="*/ 15951 h 21212"/>
                <a:gd name="connsiteX20" fmla="*/ 16164 w 21212"/>
                <a:gd name="connsiteY20" fmla="*/ 15951 h 21212"/>
                <a:gd name="connsiteX21" fmla="*/ 16164 w 21212"/>
                <a:gd name="connsiteY21" fmla="*/ 15951 h 21212"/>
                <a:gd name="connsiteX22" fmla="*/ 16164 w 21212"/>
                <a:gd name="connsiteY22" fmla="*/ 15951 h 21212"/>
                <a:gd name="connsiteX23" fmla="*/ 16164 w 21212"/>
                <a:gd name="connsiteY23" fmla="*/ 15951 h 21212"/>
                <a:gd name="connsiteX24" fmla="*/ 16206 w 21212"/>
                <a:gd name="connsiteY2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51"/>
                  </a:moveTo>
                  <a:lnTo>
                    <a:pt x="16206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42" y="15951"/>
                  </a:lnTo>
                  <a:cubicBezTo>
                    <a:pt x="16142" y="15951"/>
                    <a:pt x="16142" y="15951"/>
                    <a:pt x="16057" y="15951"/>
                  </a:cubicBezTo>
                  <a:lnTo>
                    <a:pt x="16057" y="15951"/>
                  </a:lnTo>
                  <a:lnTo>
                    <a:pt x="15951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09" y="15909"/>
                  </a:lnTo>
                  <a:lnTo>
                    <a:pt x="15930" y="15909"/>
                  </a:lnTo>
                  <a:lnTo>
                    <a:pt x="15951" y="15909"/>
                  </a:lnTo>
                  <a:lnTo>
                    <a:pt x="15973" y="15909"/>
                  </a:lnTo>
                  <a:lnTo>
                    <a:pt x="16057" y="15909"/>
                  </a:lnTo>
                  <a:lnTo>
                    <a:pt x="15973" y="15951"/>
                  </a:lnTo>
                  <a:lnTo>
                    <a:pt x="16057" y="15951"/>
                  </a:lnTo>
                  <a:lnTo>
                    <a:pt x="16142" y="15951"/>
                  </a:lnTo>
                  <a:lnTo>
                    <a:pt x="16142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206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8D3976CD-76BC-4C6D-93D2-D29C7272E7DF}"/>
                </a:ext>
              </a:extLst>
            </p:cNvPr>
            <p:cNvSpPr/>
            <p:nvPr/>
          </p:nvSpPr>
          <p:spPr>
            <a:xfrm>
              <a:off x="6412055" y="4739301"/>
              <a:ext cx="31327" cy="31327"/>
            </a:xfrm>
            <a:custGeom>
              <a:avLst/>
              <a:gdLst>
                <a:gd name="connsiteX0" fmla="*/ 16185 w 21212"/>
                <a:gd name="connsiteY0" fmla="*/ 16100 h 21212"/>
                <a:gd name="connsiteX1" fmla="*/ 16121 w 21212"/>
                <a:gd name="connsiteY1" fmla="*/ 16100 h 21212"/>
                <a:gd name="connsiteX2" fmla="*/ 16100 w 21212"/>
                <a:gd name="connsiteY2" fmla="*/ 16142 h 21212"/>
                <a:gd name="connsiteX3" fmla="*/ 16100 w 21212"/>
                <a:gd name="connsiteY3" fmla="*/ 16142 h 21212"/>
                <a:gd name="connsiteX4" fmla="*/ 16058 w 21212"/>
                <a:gd name="connsiteY4" fmla="*/ 16100 h 21212"/>
                <a:gd name="connsiteX5" fmla="*/ 16058 w 21212"/>
                <a:gd name="connsiteY5" fmla="*/ 16100 h 21212"/>
                <a:gd name="connsiteX6" fmla="*/ 16015 w 21212"/>
                <a:gd name="connsiteY6" fmla="*/ 16100 h 21212"/>
                <a:gd name="connsiteX7" fmla="*/ 15909 w 21212"/>
                <a:gd name="connsiteY7" fmla="*/ 16079 h 21212"/>
                <a:gd name="connsiteX8" fmla="*/ 15994 w 21212"/>
                <a:gd name="connsiteY8" fmla="*/ 16079 h 21212"/>
                <a:gd name="connsiteX9" fmla="*/ 16058 w 21212"/>
                <a:gd name="connsiteY9" fmla="*/ 16100 h 21212"/>
                <a:gd name="connsiteX10" fmla="*/ 16100 w 21212"/>
                <a:gd name="connsiteY10" fmla="*/ 16100 h 21212"/>
                <a:gd name="connsiteX11" fmla="*/ 16100 w 21212"/>
                <a:gd name="connsiteY11" fmla="*/ 16100 h 21212"/>
                <a:gd name="connsiteX12" fmla="*/ 16121 w 21212"/>
                <a:gd name="connsiteY12" fmla="*/ 16100 h 21212"/>
                <a:gd name="connsiteX13" fmla="*/ 16185 w 21212"/>
                <a:gd name="connsiteY13" fmla="*/ 16100 h 21212"/>
                <a:gd name="connsiteX14" fmla="*/ 16185 w 21212"/>
                <a:gd name="connsiteY14" fmla="*/ 16100 h 21212"/>
                <a:gd name="connsiteX15" fmla="*/ 16121 w 21212"/>
                <a:gd name="connsiteY15" fmla="*/ 16079 h 21212"/>
                <a:gd name="connsiteX16" fmla="*/ 16058 w 21212"/>
                <a:gd name="connsiteY16" fmla="*/ 15909 h 21212"/>
                <a:gd name="connsiteX17" fmla="*/ 16058 w 21212"/>
                <a:gd name="connsiteY17" fmla="*/ 15909 h 21212"/>
                <a:gd name="connsiteX18" fmla="*/ 16185 w 21212"/>
                <a:gd name="connsiteY18" fmla="*/ 15973 h 21212"/>
                <a:gd name="connsiteX19" fmla="*/ 16185 w 21212"/>
                <a:gd name="connsiteY19" fmla="*/ 15973 h 21212"/>
                <a:gd name="connsiteX20" fmla="*/ 16185 w 21212"/>
                <a:gd name="connsiteY20" fmla="*/ 16100 h 21212"/>
                <a:gd name="connsiteX21" fmla="*/ 16185 w 21212"/>
                <a:gd name="connsiteY21" fmla="*/ 16100 h 21212"/>
                <a:gd name="connsiteX22" fmla="*/ 16185 w 21212"/>
                <a:gd name="connsiteY22" fmla="*/ 16100 h 21212"/>
                <a:gd name="connsiteX23" fmla="*/ 16185 w 21212"/>
                <a:gd name="connsiteY23" fmla="*/ 16100 h 21212"/>
                <a:gd name="connsiteX24" fmla="*/ 16185 w 21212"/>
                <a:gd name="connsiteY2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100"/>
                  </a:moveTo>
                  <a:cubicBezTo>
                    <a:pt x="16121" y="16100"/>
                    <a:pt x="16121" y="16100"/>
                    <a:pt x="16121" y="16100"/>
                  </a:cubicBezTo>
                  <a:cubicBezTo>
                    <a:pt x="16121" y="16100"/>
                    <a:pt x="16100" y="16100"/>
                    <a:pt x="16100" y="16142"/>
                  </a:cubicBezTo>
                  <a:lnTo>
                    <a:pt x="16100" y="16142"/>
                  </a:lnTo>
                  <a:cubicBezTo>
                    <a:pt x="16058" y="16142"/>
                    <a:pt x="16058" y="16142"/>
                    <a:pt x="16058" y="16100"/>
                  </a:cubicBezTo>
                  <a:lnTo>
                    <a:pt x="16058" y="16100"/>
                  </a:lnTo>
                  <a:lnTo>
                    <a:pt x="16015" y="16100"/>
                  </a:lnTo>
                  <a:lnTo>
                    <a:pt x="15909" y="16079"/>
                  </a:lnTo>
                  <a:lnTo>
                    <a:pt x="15994" y="16079"/>
                  </a:lnTo>
                  <a:lnTo>
                    <a:pt x="16058" y="16100"/>
                  </a:lnTo>
                  <a:cubicBezTo>
                    <a:pt x="16058" y="16100"/>
                    <a:pt x="16058" y="16100"/>
                    <a:pt x="16100" y="16100"/>
                  </a:cubicBezTo>
                  <a:lnTo>
                    <a:pt x="16100" y="16100"/>
                  </a:lnTo>
                  <a:lnTo>
                    <a:pt x="16121" y="16100"/>
                  </a:lnTo>
                  <a:cubicBezTo>
                    <a:pt x="16121" y="16079"/>
                    <a:pt x="16185" y="16079"/>
                    <a:pt x="16185" y="16100"/>
                  </a:cubicBezTo>
                  <a:lnTo>
                    <a:pt x="16185" y="16100"/>
                  </a:lnTo>
                  <a:cubicBezTo>
                    <a:pt x="16121" y="16079"/>
                    <a:pt x="16121" y="16079"/>
                    <a:pt x="16121" y="1607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6079"/>
                    <a:pt x="16185" y="16079"/>
                    <a:pt x="16185" y="16100"/>
                  </a:cubicBezTo>
                  <a:lnTo>
                    <a:pt x="16185" y="16100"/>
                  </a:lnTo>
                  <a:lnTo>
                    <a:pt x="16185" y="16100"/>
                  </a:lnTo>
                  <a:lnTo>
                    <a:pt x="16185" y="16100"/>
                  </a:lnTo>
                  <a:lnTo>
                    <a:pt x="16185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FF24F13-80C7-4771-894B-A86BC6BB927A}"/>
                </a:ext>
              </a:extLst>
            </p:cNvPr>
            <p:cNvSpPr/>
            <p:nvPr/>
          </p:nvSpPr>
          <p:spPr>
            <a:xfrm>
              <a:off x="6412368" y="4739269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09 h 21212"/>
                <a:gd name="connsiteX3" fmla="*/ 16015 w 21212"/>
                <a:gd name="connsiteY3" fmla="*/ 15909 h 21212"/>
                <a:gd name="connsiteX4" fmla="*/ 15973 w 21212"/>
                <a:gd name="connsiteY4" fmla="*/ 15909 h 21212"/>
                <a:gd name="connsiteX5" fmla="*/ 16015 w 21212"/>
                <a:gd name="connsiteY5" fmla="*/ 15909 h 21212"/>
                <a:gd name="connsiteX6" fmla="*/ 16100 w 21212"/>
                <a:gd name="connsiteY6" fmla="*/ 15930 h 21212"/>
                <a:gd name="connsiteX7" fmla="*/ 16058 w 21212"/>
                <a:gd name="connsiteY7" fmla="*/ 15994 h 21212"/>
                <a:gd name="connsiteX8" fmla="*/ 15909 w 21212"/>
                <a:gd name="connsiteY8" fmla="*/ 15909 h 21212"/>
                <a:gd name="connsiteX9" fmla="*/ 15909 w 21212"/>
                <a:gd name="connsiteY9" fmla="*/ 15909 h 21212"/>
                <a:gd name="connsiteX10" fmla="*/ 15973 w 21212"/>
                <a:gd name="connsiteY10" fmla="*/ 15909 h 21212"/>
                <a:gd name="connsiteX11" fmla="*/ 15973 w 21212"/>
                <a:gd name="connsiteY11" fmla="*/ 15909 h 21212"/>
                <a:gd name="connsiteX12" fmla="*/ 15973 w 21212"/>
                <a:gd name="connsiteY12" fmla="*/ 15909 h 21212"/>
                <a:gd name="connsiteX13" fmla="*/ 15973 w 21212"/>
                <a:gd name="connsiteY13" fmla="*/ 15909 h 21212"/>
                <a:gd name="connsiteX14" fmla="*/ 15973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6015" y="15909"/>
                    <a:pt x="16015" y="15909"/>
                    <a:pt x="15973" y="15909"/>
                  </a:cubicBezTo>
                  <a:cubicBezTo>
                    <a:pt x="16015" y="15909"/>
                    <a:pt x="15973" y="15909"/>
                    <a:pt x="16015" y="15909"/>
                  </a:cubicBezTo>
                  <a:lnTo>
                    <a:pt x="16100" y="15930"/>
                  </a:lnTo>
                  <a:lnTo>
                    <a:pt x="16058" y="15994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4531AA9E-0C3F-4FCF-97E9-6D73BDC45417}"/>
                </a:ext>
              </a:extLst>
            </p:cNvPr>
            <p:cNvSpPr/>
            <p:nvPr/>
          </p:nvSpPr>
          <p:spPr>
            <a:xfrm>
              <a:off x="6412713" y="4739019"/>
              <a:ext cx="31327" cy="31327"/>
            </a:xfrm>
            <a:custGeom>
              <a:avLst/>
              <a:gdLst>
                <a:gd name="connsiteX0" fmla="*/ 16142 w 21212"/>
                <a:gd name="connsiteY0" fmla="*/ 15994 h 21212"/>
                <a:gd name="connsiteX1" fmla="*/ 16142 w 21212"/>
                <a:gd name="connsiteY1" fmla="*/ 15994 h 21212"/>
                <a:gd name="connsiteX2" fmla="*/ 16142 w 21212"/>
                <a:gd name="connsiteY2" fmla="*/ 15994 h 21212"/>
                <a:gd name="connsiteX3" fmla="*/ 16142 w 21212"/>
                <a:gd name="connsiteY3" fmla="*/ 15994 h 21212"/>
                <a:gd name="connsiteX4" fmla="*/ 16142 w 21212"/>
                <a:gd name="connsiteY4" fmla="*/ 15994 h 21212"/>
                <a:gd name="connsiteX5" fmla="*/ 16079 w 21212"/>
                <a:gd name="connsiteY5" fmla="*/ 15994 h 21212"/>
                <a:gd name="connsiteX6" fmla="*/ 16079 w 21212"/>
                <a:gd name="connsiteY6" fmla="*/ 16079 h 21212"/>
                <a:gd name="connsiteX7" fmla="*/ 16057 w 21212"/>
                <a:gd name="connsiteY7" fmla="*/ 16079 h 21212"/>
                <a:gd name="connsiteX8" fmla="*/ 16015 w 21212"/>
                <a:gd name="connsiteY8" fmla="*/ 16079 h 21212"/>
                <a:gd name="connsiteX9" fmla="*/ 16015 w 21212"/>
                <a:gd name="connsiteY9" fmla="*/ 16079 h 21212"/>
                <a:gd name="connsiteX10" fmla="*/ 16015 w 21212"/>
                <a:gd name="connsiteY10" fmla="*/ 15994 h 21212"/>
                <a:gd name="connsiteX11" fmla="*/ 15973 w 21212"/>
                <a:gd name="connsiteY11" fmla="*/ 15994 h 21212"/>
                <a:gd name="connsiteX12" fmla="*/ 16015 w 21212"/>
                <a:gd name="connsiteY12" fmla="*/ 15994 h 21212"/>
                <a:gd name="connsiteX13" fmla="*/ 16015 w 21212"/>
                <a:gd name="connsiteY13" fmla="*/ 15994 h 21212"/>
                <a:gd name="connsiteX14" fmla="*/ 16057 w 21212"/>
                <a:gd name="connsiteY14" fmla="*/ 15994 h 21212"/>
                <a:gd name="connsiteX15" fmla="*/ 16057 w 21212"/>
                <a:gd name="connsiteY15" fmla="*/ 15994 h 21212"/>
                <a:gd name="connsiteX16" fmla="*/ 16057 w 21212"/>
                <a:gd name="connsiteY16" fmla="*/ 15994 h 21212"/>
                <a:gd name="connsiteX17" fmla="*/ 16057 w 21212"/>
                <a:gd name="connsiteY17" fmla="*/ 15994 h 21212"/>
                <a:gd name="connsiteX18" fmla="*/ 16057 w 21212"/>
                <a:gd name="connsiteY18" fmla="*/ 15994 h 21212"/>
                <a:gd name="connsiteX19" fmla="*/ 16057 w 21212"/>
                <a:gd name="connsiteY19" fmla="*/ 15994 h 21212"/>
                <a:gd name="connsiteX20" fmla="*/ 16015 w 21212"/>
                <a:gd name="connsiteY20" fmla="*/ 15909 h 21212"/>
                <a:gd name="connsiteX21" fmla="*/ 15973 w 21212"/>
                <a:gd name="connsiteY21" fmla="*/ 15994 h 21212"/>
                <a:gd name="connsiteX22" fmla="*/ 15973 w 21212"/>
                <a:gd name="connsiteY22" fmla="*/ 15994 h 21212"/>
                <a:gd name="connsiteX23" fmla="*/ 15909 w 21212"/>
                <a:gd name="connsiteY23" fmla="*/ 15994 h 21212"/>
                <a:gd name="connsiteX24" fmla="*/ 15909 w 21212"/>
                <a:gd name="connsiteY24" fmla="*/ 15994 h 21212"/>
                <a:gd name="connsiteX25" fmla="*/ 15909 w 21212"/>
                <a:gd name="connsiteY25" fmla="*/ 15994 h 21212"/>
                <a:gd name="connsiteX26" fmla="*/ 15909 w 21212"/>
                <a:gd name="connsiteY26" fmla="*/ 15994 h 21212"/>
                <a:gd name="connsiteX27" fmla="*/ 15909 w 21212"/>
                <a:gd name="connsiteY27" fmla="*/ 15994 h 21212"/>
                <a:gd name="connsiteX28" fmla="*/ 15973 w 21212"/>
                <a:gd name="connsiteY28" fmla="*/ 15994 h 21212"/>
                <a:gd name="connsiteX29" fmla="*/ 16015 w 21212"/>
                <a:gd name="connsiteY29" fmla="*/ 15909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6079 w 21212"/>
                <a:gd name="connsiteY32" fmla="*/ 15909 h 21212"/>
                <a:gd name="connsiteX33" fmla="*/ 16142 w 21212"/>
                <a:gd name="connsiteY33" fmla="*/ 15994 h 21212"/>
                <a:gd name="connsiteX34" fmla="*/ 16142 w 21212"/>
                <a:gd name="connsiteY34" fmla="*/ 15994 h 21212"/>
                <a:gd name="connsiteX35" fmla="*/ 16142 w 21212"/>
                <a:gd name="connsiteY35" fmla="*/ 15994 h 21212"/>
                <a:gd name="connsiteX36" fmla="*/ 16079 w 21212"/>
                <a:gd name="connsiteY36" fmla="*/ 15994 h 21212"/>
                <a:gd name="connsiteX37" fmla="*/ 16079 w 21212"/>
                <a:gd name="connsiteY37" fmla="*/ 15994 h 21212"/>
                <a:gd name="connsiteX38" fmla="*/ 16079 w 21212"/>
                <a:gd name="connsiteY38" fmla="*/ 15994 h 21212"/>
                <a:gd name="connsiteX39" fmla="*/ 16015 w 21212"/>
                <a:gd name="connsiteY39" fmla="*/ 15994 h 21212"/>
                <a:gd name="connsiteX40" fmla="*/ 16079 w 21212"/>
                <a:gd name="connsiteY40" fmla="*/ 15994 h 21212"/>
                <a:gd name="connsiteX41" fmla="*/ 16079 w 21212"/>
                <a:gd name="connsiteY41" fmla="*/ 15994 h 21212"/>
                <a:gd name="connsiteX42" fmla="*/ 16079 w 21212"/>
                <a:gd name="connsiteY42" fmla="*/ 15994 h 21212"/>
                <a:gd name="connsiteX43" fmla="*/ 16079 w 21212"/>
                <a:gd name="connsiteY43" fmla="*/ 15994 h 21212"/>
                <a:gd name="connsiteX44" fmla="*/ 16079 w 21212"/>
                <a:gd name="connsiteY44" fmla="*/ 15994 h 21212"/>
                <a:gd name="connsiteX45" fmla="*/ 16079 w 21212"/>
                <a:gd name="connsiteY45" fmla="*/ 15994 h 21212"/>
                <a:gd name="connsiteX46" fmla="*/ 16079 w 21212"/>
                <a:gd name="connsiteY46" fmla="*/ 15994 h 21212"/>
                <a:gd name="connsiteX47" fmla="*/ 16079 w 21212"/>
                <a:gd name="connsiteY47" fmla="*/ 15994 h 21212"/>
                <a:gd name="connsiteX48" fmla="*/ 16142 w 21212"/>
                <a:gd name="connsiteY48" fmla="*/ 15994 h 21212"/>
                <a:gd name="connsiteX49" fmla="*/ 16079 w 21212"/>
                <a:gd name="connsiteY49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94"/>
                  </a:move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079" y="15994"/>
                  </a:lnTo>
                  <a:cubicBezTo>
                    <a:pt x="16079" y="16079"/>
                    <a:pt x="16079" y="16079"/>
                    <a:pt x="16079" y="16079"/>
                  </a:cubicBezTo>
                  <a:lnTo>
                    <a:pt x="16057" y="16079"/>
                  </a:lnTo>
                  <a:cubicBezTo>
                    <a:pt x="16057" y="16079"/>
                    <a:pt x="16057" y="16079"/>
                    <a:pt x="16015" y="16079"/>
                  </a:cubicBezTo>
                  <a:lnTo>
                    <a:pt x="16015" y="16079"/>
                  </a:lnTo>
                  <a:cubicBezTo>
                    <a:pt x="16015" y="16079"/>
                    <a:pt x="16015" y="16079"/>
                    <a:pt x="16015" y="15994"/>
                  </a:cubicBezTo>
                  <a:lnTo>
                    <a:pt x="15973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6057" y="15994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15" y="15994"/>
                    <a:pt x="16015" y="15994"/>
                    <a:pt x="15973" y="15994"/>
                  </a:cubicBezTo>
                  <a:lnTo>
                    <a:pt x="15973" y="15994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94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09" y="15994"/>
                  </a:lnTo>
                  <a:cubicBezTo>
                    <a:pt x="15973" y="15994"/>
                    <a:pt x="15973" y="15994"/>
                    <a:pt x="15973" y="15994"/>
                  </a:cubicBezTo>
                  <a:cubicBezTo>
                    <a:pt x="15973" y="15909"/>
                    <a:pt x="16015" y="15909"/>
                    <a:pt x="16015" y="15909"/>
                  </a:cubicBezTo>
                  <a:lnTo>
                    <a:pt x="16057" y="15909"/>
                  </a:lnTo>
                  <a:lnTo>
                    <a:pt x="16057" y="15909"/>
                  </a:lnTo>
                  <a:lnTo>
                    <a:pt x="16079" y="15909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close/>
                  <a:moveTo>
                    <a:pt x="16079" y="15994"/>
                  </a:moveTo>
                  <a:lnTo>
                    <a:pt x="16079" y="15994"/>
                  </a:lnTo>
                  <a:cubicBezTo>
                    <a:pt x="16057" y="15994"/>
                    <a:pt x="16057" y="15994"/>
                    <a:pt x="16079" y="15994"/>
                  </a:cubicBezTo>
                  <a:lnTo>
                    <a:pt x="16015" y="15994"/>
                  </a:lnTo>
                  <a:cubicBezTo>
                    <a:pt x="16015" y="15994"/>
                    <a:pt x="16015" y="15994"/>
                    <a:pt x="16079" y="15994"/>
                  </a:cubicBez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142" y="15994"/>
                  </a:lnTo>
                  <a:lnTo>
                    <a:pt x="16079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A70FB2BB-5FA1-4624-87CA-57C54EF5F06B}"/>
                </a:ext>
              </a:extLst>
            </p:cNvPr>
            <p:cNvSpPr/>
            <p:nvPr/>
          </p:nvSpPr>
          <p:spPr>
            <a:xfrm>
              <a:off x="6412963" y="4738768"/>
              <a:ext cx="31327" cy="31327"/>
            </a:xfrm>
            <a:custGeom>
              <a:avLst/>
              <a:gdLst>
                <a:gd name="connsiteX0" fmla="*/ 15994 w 21212"/>
                <a:gd name="connsiteY0" fmla="*/ 16079 h 21212"/>
                <a:gd name="connsiteX1" fmla="*/ 15994 w 21212"/>
                <a:gd name="connsiteY1" fmla="*/ 16079 h 21212"/>
                <a:gd name="connsiteX2" fmla="*/ 15909 w 21212"/>
                <a:gd name="connsiteY2" fmla="*/ 16058 h 21212"/>
                <a:gd name="connsiteX3" fmla="*/ 15909 w 21212"/>
                <a:gd name="connsiteY3" fmla="*/ 16015 h 21212"/>
                <a:gd name="connsiteX4" fmla="*/ 15973 w 21212"/>
                <a:gd name="connsiteY4" fmla="*/ 16015 h 21212"/>
                <a:gd name="connsiteX5" fmla="*/ 15973 w 21212"/>
                <a:gd name="connsiteY5" fmla="*/ 16015 h 21212"/>
                <a:gd name="connsiteX6" fmla="*/ 15973 w 21212"/>
                <a:gd name="connsiteY6" fmla="*/ 16015 h 21212"/>
                <a:gd name="connsiteX7" fmla="*/ 15994 w 21212"/>
                <a:gd name="connsiteY7" fmla="*/ 15973 h 21212"/>
                <a:gd name="connsiteX8" fmla="*/ 16036 w 21212"/>
                <a:gd name="connsiteY8" fmla="*/ 15973 h 21212"/>
                <a:gd name="connsiteX9" fmla="*/ 16036 w 21212"/>
                <a:gd name="connsiteY9" fmla="*/ 15973 h 21212"/>
                <a:gd name="connsiteX10" fmla="*/ 15973 w 21212"/>
                <a:gd name="connsiteY10" fmla="*/ 15909 h 21212"/>
                <a:gd name="connsiteX11" fmla="*/ 15973 w 21212"/>
                <a:gd name="connsiteY11" fmla="*/ 15909 h 21212"/>
                <a:gd name="connsiteX12" fmla="*/ 16206 w 21212"/>
                <a:gd name="connsiteY12" fmla="*/ 16015 h 21212"/>
                <a:gd name="connsiteX13" fmla="*/ 16121 w 21212"/>
                <a:gd name="connsiteY13" fmla="*/ 16015 h 21212"/>
                <a:gd name="connsiteX14" fmla="*/ 16121 w 21212"/>
                <a:gd name="connsiteY14" fmla="*/ 16015 h 21212"/>
                <a:gd name="connsiteX15" fmla="*/ 16121 w 21212"/>
                <a:gd name="connsiteY15" fmla="*/ 16015 h 21212"/>
                <a:gd name="connsiteX16" fmla="*/ 16121 w 21212"/>
                <a:gd name="connsiteY16" fmla="*/ 16058 h 21212"/>
                <a:gd name="connsiteX17" fmla="*/ 16121 w 21212"/>
                <a:gd name="connsiteY17" fmla="*/ 16058 h 21212"/>
                <a:gd name="connsiteX18" fmla="*/ 16079 w 21212"/>
                <a:gd name="connsiteY18" fmla="*/ 16058 h 21212"/>
                <a:gd name="connsiteX19" fmla="*/ 16079 w 21212"/>
                <a:gd name="connsiteY19" fmla="*/ 16079 h 21212"/>
                <a:gd name="connsiteX20" fmla="*/ 16036 w 21212"/>
                <a:gd name="connsiteY20" fmla="*/ 16079 h 21212"/>
                <a:gd name="connsiteX21" fmla="*/ 16036 w 21212"/>
                <a:gd name="connsiteY21" fmla="*/ 16079 h 21212"/>
                <a:gd name="connsiteX22" fmla="*/ 15994 w 21212"/>
                <a:gd name="connsiteY22" fmla="*/ 16079 h 21212"/>
                <a:gd name="connsiteX23" fmla="*/ 15994 w 21212"/>
                <a:gd name="connsiteY23" fmla="*/ 16079 h 21212"/>
                <a:gd name="connsiteX24" fmla="*/ 15994 w 21212"/>
                <a:gd name="connsiteY24" fmla="*/ 16079 h 21212"/>
                <a:gd name="connsiteX25" fmla="*/ 16036 w 21212"/>
                <a:gd name="connsiteY25" fmla="*/ 16079 h 21212"/>
                <a:gd name="connsiteX26" fmla="*/ 16036 w 21212"/>
                <a:gd name="connsiteY26" fmla="*/ 16079 h 21212"/>
                <a:gd name="connsiteX27" fmla="*/ 16036 w 21212"/>
                <a:gd name="connsiteY27" fmla="*/ 16079 h 21212"/>
                <a:gd name="connsiteX28" fmla="*/ 16079 w 21212"/>
                <a:gd name="connsiteY28" fmla="*/ 16058 h 21212"/>
                <a:gd name="connsiteX29" fmla="*/ 16079 w 21212"/>
                <a:gd name="connsiteY29" fmla="*/ 16058 h 21212"/>
                <a:gd name="connsiteX30" fmla="*/ 16079 w 21212"/>
                <a:gd name="connsiteY30" fmla="*/ 16058 h 21212"/>
                <a:gd name="connsiteX31" fmla="*/ 16079 w 21212"/>
                <a:gd name="connsiteY31" fmla="*/ 16015 h 21212"/>
                <a:gd name="connsiteX32" fmla="*/ 16079 w 21212"/>
                <a:gd name="connsiteY32" fmla="*/ 16015 h 21212"/>
                <a:gd name="connsiteX33" fmla="*/ 16036 w 21212"/>
                <a:gd name="connsiteY33" fmla="*/ 15973 h 21212"/>
                <a:gd name="connsiteX34" fmla="*/ 16036 w 21212"/>
                <a:gd name="connsiteY34" fmla="*/ 16015 h 21212"/>
                <a:gd name="connsiteX35" fmla="*/ 15994 w 21212"/>
                <a:gd name="connsiteY35" fmla="*/ 16015 h 21212"/>
                <a:gd name="connsiteX36" fmla="*/ 15994 w 21212"/>
                <a:gd name="connsiteY36" fmla="*/ 16015 h 21212"/>
                <a:gd name="connsiteX37" fmla="*/ 15973 w 21212"/>
                <a:gd name="connsiteY37" fmla="*/ 16015 h 21212"/>
                <a:gd name="connsiteX38" fmla="*/ 15994 w 21212"/>
                <a:gd name="connsiteY38" fmla="*/ 16079 h 21212"/>
                <a:gd name="connsiteX39" fmla="*/ 15994 w 21212"/>
                <a:gd name="connsiteY3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94" y="16079"/>
                  </a:moveTo>
                  <a:cubicBezTo>
                    <a:pt x="15973" y="16079"/>
                    <a:pt x="15973" y="16079"/>
                    <a:pt x="15994" y="16079"/>
                  </a:cubicBezTo>
                  <a:lnTo>
                    <a:pt x="15909" y="16058"/>
                  </a:lnTo>
                  <a:cubicBezTo>
                    <a:pt x="15909" y="16058"/>
                    <a:pt x="15909" y="16058"/>
                    <a:pt x="15909" y="16015"/>
                  </a:cubicBez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6036" y="15973"/>
                  </a:lnTo>
                  <a:lnTo>
                    <a:pt x="16036" y="15973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206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121" y="16058"/>
                  </a:cubicBezTo>
                  <a:lnTo>
                    <a:pt x="16121" y="16058"/>
                  </a:lnTo>
                  <a:cubicBezTo>
                    <a:pt x="16121" y="16058"/>
                    <a:pt x="16121" y="16058"/>
                    <a:pt x="16079" y="16058"/>
                  </a:cubicBezTo>
                  <a:cubicBezTo>
                    <a:pt x="16079" y="16079"/>
                    <a:pt x="16079" y="16079"/>
                    <a:pt x="16079" y="16079"/>
                  </a:cubicBezTo>
                  <a:cubicBezTo>
                    <a:pt x="16079" y="16079"/>
                    <a:pt x="16079" y="16079"/>
                    <a:pt x="16036" y="16079"/>
                  </a:cubicBezTo>
                  <a:lnTo>
                    <a:pt x="16036" y="16079"/>
                  </a:lnTo>
                  <a:cubicBezTo>
                    <a:pt x="16036" y="16079"/>
                    <a:pt x="16036" y="16079"/>
                    <a:pt x="15994" y="16079"/>
                  </a:cubicBezTo>
                  <a:lnTo>
                    <a:pt x="15994" y="16079"/>
                  </a:lnTo>
                  <a:close/>
                  <a:moveTo>
                    <a:pt x="15994" y="16079"/>
                  </a:moveTo>
                  <a:lnTo>
                    <a:pt x="16036" y="16079"/>
                  </a:lnTo>
                  <a:lnTo>
                    <a:pt x="16036" y="16079"/>
                  </a:lnTo>
                  <a:lnTo>
                    <a:pt x="16036" y="16079"/>
                  </a:lnTo>
                  <a:cubicBezTo>
                    <a:pt x="16036" y="16058"/>
                    <a:pt x="16079" y="16058"/>
                    <a:pt x="16079" y="16058"/>
                  </a:cubicBezTo>
                  <a:lnTo>
                    <a:pt x="16079" y="16058"/>
                  </a:lnTo>
                  <a:lnTo>
                    <a:pt x="16079" y="16058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lnTo>
                    <a:pt x="16036" y="15973"/>
                  </a:lnTo>
                  <a:lnTo>
                    <a:pt x="16036" y="16015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6015"/>
                  </a:lnTo>
                  <a:lnTo>
                    <a:pt x="15973" y="16015"/>
                  </a:lnTo>
                  <a:lnTo>
                    <a:pt x="15994" y="16079"/>
                  </a:lnTo>
                  <a:cubicBezTo>
                    <a:pt x="15994" y="16058"/>
                    <a:pt x="15994" y="16058"/>
                    <a:pt x="15994" y="1607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F40AC97-515F-414F-92E8-13C3FE9CEBBE}"/>
                </a:ext>
              </a:extLst>
            </p:cNvPr>
            <p:cNvSpPr/>
            <p:nvPr/>
          </p:nvSpPr>
          <p:spPr>
            <a:xfrm>
              <a:off x="6413152" y="4738674"/>
              <a:ext cx="31327" cy="31327"/>
            </a:xfrm>
            <a:custGeom>
              <a:avLst/>
              <a:gdLst>
                <a:gd name="connsiteX0" fmla="*/ 15909 w 21212"/>
                <a:gd name="connsiteY0" fmla="*/ 15930 h 21212"/>
                <a:gd name="connsiteX1" fmla="*/ 15909 w 21212"/>
                <a:gd name="connsiteY1" fmla="*/ 15930 h 21212"/>
                <a:gd name="connsiteX2" fmla="*/ 15909 w 21212"/>
                <a:gd name="connsiteY2" fmla="*/ 15930 h 21212"/>
                <a:gd name="connsiteX3" fmla="*/ 15909 w 21212"/>
                <a:gd name="connsiteY3" fmla="*/ 15930 h 21212"/>
                <a:gd name="connsiteX4" fmla="*/ 15909 w 21212"/>
                <a:gd name="connsiteY4" fmla="*/ 15930 h 21212"/>
                <a:gd name="connsiteX5" fmla="*/ 16100 w 21212"/>
                <a:gd name="connsiteY5" fmla="*/ 16079 h 21212"/>
                <a:gd name="connsiteX6" fmla="*/ 15951 w 21212"/>
                <a:gd name="connsiteY6" fmla="*/ 15973 h 21212"/>
                <a:gd name="connsiteX7" fmla="*/ 15951 w 21212"/>
                <a:gd name="connsiteY7" fmla="*/ 15909 h 21212"/>
                <a:gd name="connsiteX8" fmla="*/ 16142 w 21212"/>
                <a:gd name="connsiteY8" fmla="*/ 16036 h 21212"/>
                <a:gd name="connsiteX9" fmla="*/ 16100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30"/>
                  </a:move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close/>
                  <a:moveTo>
                    <a:pt x="16100" y="16079"/>
                  </a:moveTo>
                  <a:lnTo>
                    <a:pt x="15951" y="15973"/>
                  </a:lnTo>
                  <a:lnTo>
                    <a:pt x="15951" y="15909"/>
                  </a:lnTo>
                  <a:lnTo>
                    <a:pt x="16142" y="16036"/>
                  </a:lnTo>
                  <a:lnTo>
                    <a:pt x="16100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41725C29-30F3-40AB-BAD8-259B61D8273F}"/>
                </a:ext>
              </a:extLst>
            </p:cNvPr>
            <p:cNvSpPr/>
            <p:nvPr/>
          </p:nvSpPr>
          <p:spPr>
            <a:xfrm>
              <a:off x="6413401" y="4738581"/>
              <a:ext cx="31327" cy="31327"/>
            </a:xfrm>
            <a:custGeom>
              <a:avLst/>
              <a:gdLst>
                <a:gd name="connsiteX0" fmla="*/ 16100 w 21212"/>
                <a:gd name="connsiteY0" fmla="*/ 15909 h 21212"/>
                <a:gd name="connsiteX1" fmla="*/ 16100 w 21212"/>
                <a:gd name="connsiteY1" fmla="*/ 15951 h 21212"/>
                <a:gd name="connsiteX2" fmla="*/ 16100 w 21212"/>
                <a:gd name="connsiteY2" fmla="*/ 15951 h 21212"/>
                <a:gd name="connsiteX3" fmla="*/ 16100 w 21212"/>
                <a:gd name="connsiteY3" fmla="*/ 15951 h 21212"/>
                <a:gd name="connsiteX4" fmla="*/ 16100 w 21212"/>
                <a:gd name="connsiteY4" fmla="*/ 15994 h 21212"/>
                <a:gd name="connsiteX5" fmla="*/ 16100 w 21212"/>
                <a:gd name="connsiteY5" fmla="*/ 15994 h 21212"/>
                <a:gd name="connsiteX6" fmla="*/ 16100 w 21212"/>
                <a:gd name="connsiteY6" fmla="*/ 15994 h 21212"/>
                <a:gd name="connsiteX7" fmla="*/ 16100 w 21212"/>
                <a:gd name="connsiteY7" fmla="*/ 16057 h 21212"/>
                <a:gd name="connsiteX8" fmla="*/ 16057 w 21212"/>
                <a:gd name="connsiteY8" fmla="*/ 16057 h 21212"/>
                <a:gd name="connsiteX9" fmla="*/ 16057 w 21212"/>
                <a:gd name="connsiteY9" fmla="*/ 16057 h 21212"/>
                <a:gd name="connsiteX10" fmla="*/ 16100 w 21212"/>
                <a:gd name="connsiteY10" fmla="*/ 16121 h 21212"/>
                <a:gd name="connsiteX11" fmla="*/ 16100 w 21212"/>
                <a:gd name="connsiteY11" fmla="*/ 16121 h 21212"/>
                <a:gd name="connsiteX12" fmla="*/ 15909 w 21212"/>
                <a:gd name="connsiteY12" fmla="*/ 15994 h 21212"/>
                <a:gd name="connsiteX13" fmla="*/ 15909 w 21212"/>
                <a:gd name="connsiteY13" fmla="*/ 15951 h 21212"/>
                <a:gd name="connsiteX14" fmla="*/ 15930 w 21212"/>
                <a:gd name="connsiteY14" fmla="*/ 15994 h 21212"/>
                <a:gd name="connsiteX15" fmla="*/ 15930 w 21212"/>
                <a:gd name="connsiteY15" fmla="*/ 15994 h 21212"/>
                <a:gd name="connsiteX16" fmla="*/ 15909 w 21212"/>
                <a:gd name="connsiteY16" fmla="*/ 15951 h 21212"/>
                <a:gd name="connsiteX17" fmla="*/ 15930 w 21212"/>
                <a:gd name="connsiteY17" fmla="*/ 15951 h 21212"/>
                <a:gd name="connsiteX18" fmla="*/ 15930 w 21212"/>
                <a:gd name="connsiteY18" fmla="*/ 15951 h 21212"/>
                <a:gd name="connsiteX19" fmla="*/ 15930 w 21212"/>
                <a:gd name="connsiteY19" fmla="*/ 15951 h 21212"/>
                <a:gd name="connsiteX20" fmla="*/ 15973 w 21212"/>
                <a:gd name="connsiteY20" fmla="*/ 15909 h 21212"/>
                <a:gd name="connsiteX21" fmla="*/ 16036 w 21212"/>
                <a:gd name="connsiteY21" fmla="*/ 15909 h 21212"/>
                <a:gd name="connsiteX22" fmla="*/ 16057 w 21212"/>
                <a:gd name="connsiteY22" fmla="*/ 15909 h 21212"/>
                <a:gd name="connsiteX23" fmla="*/ 16100 w 21212"/>
                <a:gd name="connsiteY23" fmla="*/ 15909 h 21212"/>
                <a:gd name="connsiteX24" fmla="*/ 16057 w 21212"/>
                <a:gd name="connsiteY24" fmla="*/ 15951 h 21212"/>
                <a:gd name="connsiteX25" fmla="*/ 16057 w 21212"/>
                <a:gd name="connsiteY25" fmla="*/ 15951 h 21212"/>
                <a:gd name="connsiteX26" fmla="*/ 16057 w 21212"/>
                <a:gd name="connsiteY26" fmla="*/ 15951 h 21212"/>
                <a:gd name="connsiteX27" fmla="*/ 15973 w 21212"/>
                <a:gd name="connsiteY27" fmla="*/ 15951 h 21212"/>
                <a:gd name="connsiteX28" fmla="*/ 15973 w 21212"/>
                <a:gd name="connsiteY28" fmla="*/ 15951 h 21212"/>
                <a:gd name="connsiteX29" fmla="*/ 15973 w 21212"/>
                <a:gd name="connsiteY29" fmla="*/ 15951 h 21212"/>
                <a:gd name="connsiteX30" fmla="*/ 15930 w 21212"/>
                <a:gd name="connsiteY30" fmla="*/ 15951 h 21212"/>
                <a:gd name="connsiteX31" fmla="*/ 15930 w 21212"/>
                <a:gd name="connsiteY31" fmla="*/ 15994 h 21212"/>
                <a:gd name="connsiteX32" fmla="*/ 15930 w 21212"/>
                <a:gd name="connsiteY32" fmla="*/ 15994 h 21212"/>
                <a:gd name="connsiteX33" fmla="*/ 16036 w 21212"/>
                <a:gd name="connsiteY33" fmla="*/ 16057 h 21212"/>
                <a:gd name="connsiteX34" fmla="*/ 16057 w 21212"/>
                <a:gd name="connsiteY34" fmla="*/ 15994 h 21212"/>
                <a:gd name="connsiteX35" fmla="*/ 16100 w 21212"/>
                <a:gd name="connsiteY35" fmla="*/ 15994 h 21212"/>
                <a:gd name="connsiteX36" fmla="*/ 16100 w 21212"/>
                <a:gd name="connsiteY36" fmla="*/ 15994 h 21212"/>
                <a:gd name="connsiteX37" fmla="*/ 16100 w 21212"/>
                <a:gd name="connsiteY37" fmla="*/ 15994 h 21212"/>
                <a:gd name="connsiteX38" fmla="*/ 16100 w 21212"/>
                <a:gd name="connsiteY38" fmla="*/ 15951 h 21212"/>
                <a:gd name="connsiteX39" fmla="*/ 16057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00" y="15909"/>
                  </a:moveTo>
                  <a:lnTo>
                    <a:pt x="16100" y="15951"/>
                  </a:lnTo>
                  <a:lnTo>
                    <a:pt x="16100" y="15951"/>
                  </a:lnTo>
                  <a:lnTo>
                    <a:pt x="16100" y="15951"/>
                  </a:lnTo>
                  <a:cubicBezTo>
                    <a:pt x="16100" y="15994"/>
                    <a:pt x="16100" y="15994"/>
                    <a:pt x="16100" y="15994"/>
                  </a:cubicBez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6057"/>
                    <a:pt x="16100" y="16057"/>
                    <a:pt x="16100" y="16057"/>
                  </a:cubicBezTo>
                  <a:cubicBezTo>
                    <a:pt x="16057" y="16057"/>
                    <a:pt x="16057" y="16057"/>
                    <a:pt x="16057" y="16057"/>
                  </a:cubicBezTo>
                  <a:lnTo>
                    <a:pt x="16057" y="16057"/>
                  </a:lnTo>
                  <a:lnTo>
                    <a:pt x="16100" y="16121"/>
                  </a:lnTo>
                  <a:lnTo>
                    <a:pt x="16100" y="16121"/>
                  </a:lnTo>
                  <a:lnTo>
                    <a:pt x="15909" y="15994"/>
                  </a:lnTo>
                  <a:lnTo>
                    <a:pt x="15909" y="15951"/>
                  </a:lnTo>
                  <a:lnTo>
                    <a:pt x="15930" y="15994"/>
                  </a:lnTo>
                  <a:lnTo>
                    <a:pt x="15930" y="15994"/>
                  </a:lnTo>
                  <a:cubicBezTo>
                    <a:pt x="15930" y="15951"/>
                    <a:pt x="15930" y="15951"/>
                    <a:pt x="15909" y="15951"/>
                  </a:cubicBezTo>
                  <a:cubicBezTo>
                    <a:pt x="15930" y="15951"/>
                    <a:pt x="15930" y="15951"/>
                    <a:pt x="15930" y="15951"/>
                  </a:cubicBezTo>
                  <a:lnTo>
                    <a:pt x="15930" y="15951"/>
                  </a:lnTo>
                  <a:lnTo>
                    <a:pt x="15930" y="15951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6036" y="15909"/>
                  </a:lnTo>
                  <a:lnTo>
                    <a:pt x="16057" y="15909"/>
                  </a:lnTo>
                  <a:lnTo>
                    <a:pt x="16100" y="15909"/>
                  </a:lnTo>
                  <a:close/>
                  <a:moveTo>
                    <a:pt x="16057" y="15951"/>
                  </a:moveTo>
                  <a:lnTo>
                    <a:pt x="16057" y="15951"/>
                  </a:lnTo>
                  <a:cubicBezTo>
                    <a:pt x="16036" y="15951"/>
                    <a:pt x="16036" y="15909"/>
                    <a:pt x="16057" y="15951"/>
                  </a:cubicBezTo>
                  <a:cubicBezTo>
                    <a:pt x="16036" y="15951"/>
                    <a:pt x="16036" y="15951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cubicBezTo>
                    <a:pt x="15930" y="15951"/>
                    <a:pt x="15930" y="15951"/>
                    <a:pt x="15930" y="15951"/>
                  </a:cubicBezTo>
                  <a:lnTo>
                    <a:pt x="15930" y="15994"/>
                  </a:lnTo>
                  <a:lnTo>
                    <a:pt x="15930" y="15994"/>
                  </a:lnTo>
                  <a:lnTo>
                    <a:pt x="16036" y="16057"/>
                  </a:lnTo>
                  <a:lnTo>
                    <a:pt x="16057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51"/>
                    <a:pt x="16100" y="15951"/>
                    <a:pt x="16100" y="15951"/>
                  </a:cubicBezTo>
                  <a:cubicBezTo>
                    <a:pt x="16100" y="15951"/>
                    <a:pt x="16100" y="15951"/>
                    <a:pt x="16057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5E3E0AFB-565A-4369-A1D2-094A6BB413E8}"/>
                </a:ext>
              </a:extLst>
            </p:cNvPr>
            <p:cNvSpPr/>
            <p:nvPr/>
          </p:nvSpPr>
          <p:spPr>
            <a:xfrm>
              <a:off x="6413590" y="4738486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  <a:gd name="connsiteX5" fmla="*/ 16079 w 21212"/>
                <a:gd name="connsiteY5" fmla="*/ 16015 h 21212"/>
                <a:gd name="connsiteX6" fmla="*/ 15930 w 21212"/>
                <a:gd name="connsiteY6" fmla="*/ 15930 h 21212"/>
                <a:gd name="connsiteX7" fmla="*/ 15973 w 21212"/>
                <a:gd name="connsiteY7" fmla="*/ 15909 h 21212"/>
                <a:gd name="connsiteX8" fmla="*/ 16142 w 21212"/>
                <a:gd name="connsiteY8" fmla="*/ 15973 h 21212"/>
                <a:gd name="connsiteX9" fmla="*/ 16079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6079" y="16015"/>
                  </a:moveTo>
                  <a:lnTo>
                    <a:pt x="15930" y="15930"/>
                  </a:lnTo>
                  <a:lnTo>
                    <a:pt x="15973" y="15909"/>
                  </a:lnTo>
                  <a:lnTo>
                    <a:pt x="16142" y="15973"/>
                  </a:lnTo>
                  <a:lnTo>
                    <a:pt x="1607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A668D1A6-F998-46C8-AA39-7555085A01E5}"/>
                </a:ext>
              </a:extLst>
            </p:cNvPr>
            <p:cNvSpPr/>
            <p:nvPr/>
          </p:nvSpPr>
          <p:spPr>
            <a:xfrm>
              <a:off x="6413816" y="4738330"/>
              <a:ext cx="31327" cy="31327"/>
            </a:xfrm>
            <a:custGeom>
              <a:avLst/>
              <a:gdLst>
                <a:gd name="connsiteX0" fmla="*/ 15925 w 21212"/>
                <a:gd name="connsiteY0" fmla="*/ 16015 h 21212"/>
                <a:gd name="connsiteX1" fmla="*/ 15925 w 21212"/>
                <a:gd name="connsiteY1" fmla="*/ 16015 h 21212"/>
                <a:gd name="connsiteX2" fmla="*/ 15989 w 21212"/>
                <a:gd name="connsiteY2" fmla="*/ 16015 h 21212"/>
                <a:gd name="connsiteX3" fmla="*/ 15989 w 21212"/>
                <a:gd name="connsiteY3" fmla="*/ 16015 h 21212"/>
                <a:gd name="connsiteX4" fmla="*/ 15989 w 21212"/>
                <a:gd name="connsiteY4" fmla="*/ 15994 h 21212"/>
                <a:gd name="connsiteX5" fmla="*/ 16073 w 21212"/>
                <a:gd name="connsiteY5" fmla="*/ 15994 h 21212"/>
                <a:gd name="connsiteX6" fmla="*/ 16073 w 21212"/>
                <a:gd name="connsiteY6" fmla="*/ 15994 h 21212"/>
                <a:gd name="connsiteX7" fmla="*/ 16095 w 21212"/>
                <a:gd name="connsiteY7" fmla="*/ 15994 h 21212"/>
                <a:gd name="connsiteX8" fmla="*/ 16137 w 21212"/>
                <a:gd name="connsiteY8" fmla="*/ 15994 h 21212"/>
                <a:gd name="connsiteX9" fmla="*/ 16137 w 21212"/>
                <a:gd name="connsiteY9" fmla="*/ 16015 h 21212"/>
                <a:gd name="connsiteX10" fmla="*/ 16137 w 21212"/>
                <a:gd name="connsiteY10" fmla="*/ 16015 h 21212"/>
                <a:gd name="connsiteX11" fmla="*/ 16137 w 21212"/>
                <a:gd name="connsiteY11" fmla="*/ 16015 h 21212"/>
                <a:gd name="connsiteX12" fmla="*/ 16095 w 21212"/>
                <a:gd name="connsiteY12" fmla="*/ 16015 h 21212"/>
                <a:gd name="connsiteX13" fmla="*/ 16095 w 21212"/>
                <a:gd name="connsiteY13" fmla="*/ 16036 h 21212"/>
                <a:gd name="connsiteX14" fmla="*/ 16073 w 21212"/>
                <a:gd name="connsiteY14" fmla="*/ 16036 h 21212"/>
                <a:gd name="connsiteX15" fmla="*/ 16073 w 21212"/>
                <a:gd name="connsiteY15" fmla="*/ 16036 h 21212"/>
                <a:gd name="connsiteX16" fmla="*/ 16073 w 21212"/>
                <a:gd name="connsiteY16" fmla="*/ 16079 h 21212"/>
                <a:gd name="connsiteX17" fmla="*/ 15989 w 21212"/>
                <a:gd name="connsiteY17" fmla="*/ 16036 h 21212"/>
                <a:gd name="connsiteX18" fmla="*/ 16073 w 21212"/>
                <a:gd name="connsiteY18" fmla="*/ 16036 h 21212"/>
                <a:gd name="connsiteX19" fmla="*/ 16073 w 21212"/>
                <a:gd name="connsiteY19" fmla="*/ 16015 h 21212"/>
                <a:gd name="connsiteX20" fmla="*/ 16095 w 21212"/>
                <a:gd name="connsiteY20" fmla="*/ 16015 h 21212"/>
                <a:gd name="connsiteX21" fmla="*/ 16095 w 21212"/>
                <a:gd name="connsiteY21" fmla="*/ 16015 h 21212"/>
                <a:gd name="connsiteX22" fmla="*/ 16095 w 21212"/>
                <a:gd name="connsiteY22" fmla="*/ 16015 h 21212"/>
                <a:gd name="connsiteX23" fmla="*/ 16095 w 21212"/>
                <a:gd name="connsiteY23" fmla="*/ 16015 h 21212"/>
                <a:gd name="connsiteX24" fmla="*/ 16095 w 21212"/>
                <a:gd name="connsiteY24" fmla="*/ 16015 h 21212"/>
                <a:gd name="connsiteX25" fmla="*/ 16073 w 21212"/>
                <a:gd name="connsiteY25" fmla="*/ 16015 h 21212"/>
                <a:gd name="connsiteX26" fmla="*/ 16073 w 21212"/>
                <a:gd name="connsiteY26" fmla="*/ 16015 h 21212"/>
                <a:gd name="connsiteX27" fmla="*/ 15989 w 21212"/>
                <a:gd name="connsiteY27" fmla="*/ 16015 h 21212"/>
                <a:gd name="connsiteX28" fmla="*/ 15989 w 21212"/>
                <a:gd name="connsiteY28" fmla="*/ 16015 h 21212"/>
                <a:gd name="connsiteX29" fmla="*/ 15925 w 21212"/>
                <a:gd name="connsiteY29" fmla="*/ 16015 h 21212"/>
                <a:gd name="connsiteX30" fmla="*/ 15925 w 21212"/>
                <a:gd name="connsiteY30" fmla="*/ 16015 h 21212"/>
                <a:gd name="connsiteX31" fmla="*/ 15925 w 21212"/>
                <a:gd name="connsiteY31" fmla="*/ 16015 h 21212"/>
                <a:gd name="connsiteX32" fmla="*/ 15925 w 21212"/>
                <a:gd name="connsiteY32" fmla="*/ 16015 h 21212"/>
                <a:gd name="connsiteX33" fmla="*/ 15925 w 21212"/>
                <a:gd name="connsiteY33" fmla="*/ 16015 h 21212"/>
                <a:gd name="connsiteX34" fmla="*/ 15925 w 21212"/>
                <a:gd name="connsiteY34" fmla="*/ 16015 h 21212"/>
                <a:gd name="connsiteX35" fmla="*/ 15925 w 21212"/>
                <a:gd name="connsiteY35" fmla="*/ 16015 h 21212"/>
                <a:gd name="connsiteX36" fmla="*/ 15925 w 21212"/>
                <a:gd name="connsiteY36" fmla="*/ 15909 h 21212"/>
                <a:gd name="connsiteX37" fmla="*/ 15989 w 21212"/>
                <a:gd name="connsiteY37" fmla="*/ 15909 h 21212"/>
                <a:gd name="connsiteX38" fmla="*/ 15989 w 21212"/>
                <a:gd name="connsiteY38" fmla="*/ 15909 h 21212"/>
                <a:gd name="connsiteX39" fmla="*/ 15989 w 21212"/>
                <a:gd name="connsiteY39" fmla="*/ 15909 h 21212"/>
                <a:gd name="connsiteX40" fmla="*/ 15925 w 21212"/>
                <a:gd name="connsiteY40" fmla="*/ 16015 h 21212"/>
                <a:gd name="connsiteX41" fmla="*/ 15925 w 21212"/>
                <a:gd name="connsiteY41" fmla="*/ 16015 h 21212"/>
                <a:gd name="connsiteX42" fmla="*/ 15925 w 21212"/>
                <a:gd name="connsiteY42" fmla="*/ 16015 h 21212"/>
                <a:gd name="connsiteX43" fmla="*/ 15925 w 21212"/>
                <a:gd name="connsiteY43" fmla="*/ 16015 h 21212"/>
                <a:gd name="connsiteX44" fmla="*/ 15925 w 21212"/>
                <a:gd name="connsiteY4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25" y="16015"/>
                  </a:moveTo>
                  <a:lnTo>
                    <a:pt x="15925" y="16015"/>
                  </a:lnTo>
                  <a:lnTo>
                    <a:pt x="15989" y="16015"/>
                  </a:lnTo>
                  <a:lnTo>
                    <a:pt x="15989" y="16015"/>
                  </a:lnTo>
                  <a:lnTo>
                    <a:pt x="15989" y="15994"/>
                  </a:lnTo>
                  <a:lnTo>
                    <a:pt x="16073" y="15994"/>
                  </a:lnTo>
                  <a:lnTo>
                    <a:pt x="16073" y="15994"/>
                  </a:lnTo>
                  <a:cubicBezTo>
                    <a:pt x="16095" y="15994"/>
                    <a:pt x="16095" y="15994"/>
                    <a:pt x="16095" y="15994"/>
                  </a:cubicBezTo>
                  <a:cubicBezTo>
                    <a:pt x="16095" y="15994"/>
                    <a:pt x="16095" y="15994"/>
                    <a:pt x="16137" y="15994"/>
                  </a:cubicBezTo>
                  <a:cubicBezTo>
                    <a:pt x="16137" y="15994"/>
                    <a:pt x="16137" y="15994"/>
                    <a:pt x="16137" y="16015"/>
                  </a:cubicBezTo>
                  <a:lnTo>
                    <a:pt x="16137" y="16015"/>
                  </a:lnTo>
                  <a:lnTo>
                    <a:pt x="16137" y="16015"/>
                  </a:lnTo>
                  <a:lnTo>
                    <a:pt x="16095" y="16015"/>
                  </a:lnTo>
                  <a:cubicBezTo>
                    <a:pt x="16095" y="16036"/>
                    <a:pt x="16095" y="16036"/>
                    <a:pt x="16095" y="16036"/>
                  </a:cubicBezTo>
                  <a:cubicBezTo>
                    <a:pt x="16073" y="16036"/>
                    <a:pt x="16073" y="16036"/>
                    <a:pt x="16073" y="16036"/>
                  </a:cubicBezTo>
                  <a:lnTo>
                    <a:pt x="16073" y="16036"/>
                  </a:lnTo>
                  <a:lnTo>
                    <a:pt x="16073" y="16079"/>
                  </a:lnTo>
                  <a:lnTo>
                    <a:pt x="15989" y="16036"/>
                  </a:lnTo>
                  <a:lnTo>
                    <a:pt x="16073" y="16036"/>
                  </a:lnTo>
                  <a:lnTo>
                    <a:pt x="16073" y="16015"/>
                  </a:lnTo>
                  <a:lnTo>
                    <a:pt x="16095" y="16015"/>
                  </a:lnTo>
                  <a:lnTo>
                    <a:pt x="16095" y="16015"/>
                  </a:lnTo>
                  <a:lnTo>
                    <a:pt x="16095" y="16015"/>
                  </a:lnTo>
                  <a:lnTo>
                    <a:pt x="16095" y="16015"/>
                  </a:lnTo>
                  <a:lnTo>
                    <a:pt x="16095" y="16015"/>
                  </a:lnTo>
                  <a:lnTo>
                    <a:pt x="16073" y="16015"/>
                  </a:lnTo>
                  <a:lnTo>
                    <a:pt x="16073" y="16015"/>
                  </a:lnTo>
                  <a:lnTo>
                    <a:pt x="15989" y="16015"/>
                  </a:lnTo>
                  <a:lnTo>
                    <a:pt x="15989" y="16015"/>
                  </a:lnTo>
                  <a:cubicBezTo>
                    <a:pt x="15967" y="16015"/>
                    <a:pt x="15967" y="16015"/>
                    <a:pt x="15925" y="16015"/>
                  </a:cubicBezTo>
                  <a:lnTo>
                    <a:pt x="15925" y="16015"/>
                  </a:lnTo>
                  <a:cubicBezTo>
                    <a:pt x="15925" y="16015"/>
                    <a:pt x="15925" y="16015"/>
                    <a:pt x="15925" y="16015"/>
                  </a:cubicBezTo>
                  <a:lnTo>
                    <a:pt x="15925" y="16015"/>
                  </a:lnTo>
                  <a:lnTo>
                    <a:pt x="15925" y="16015"/>
                  </a:lnTo>
                  <a:cubicBezTo>
                    <a:pt x="15904" y="15994"/>
                    <a:pt x="15904" y="15994"/>
                    <a:pt x="15925" y="16015"/>
                  </a:cubicBezTo>
                  <a:cubicBezTo>
                    <a:pt x="15904" y="15994"/>
                    <a:pt x="15904" y="15994"/>
                    <a:pt x="15925" y="16015"/>
                  </a:cubicBezTo>
                  <a:cubicBezTo>
                    <a:pt x="15925" y="15909"/>
                    <a:pt x="15925" y="15909"/>
                    <a:pt x="15925" y="15909"/>
                  </a:cubicBezTo>
                  <a:cubicBezTo>
                    <a:pt x="15989" y="15909"/>
                    <a:pt x="15989" y="15909"/>
                    <a:pt x="15989" y="15909"/>
                  </a:cubicBezTo>
                  <a:lnTo>
                    <a:pt x="15989" y="15909"/>
                  </a:lnTo>
                  <a:lnTo>
                    <a:pt x="15989" y="15909"/>
                  </a:lnTo>
                  <a:lnTo>
                    <a:pt x="15925" y="16015"/>
                  </a:lnTo>
                  <a:lnTo>
                    <a:pt x="15925" y="16015"/>
                  </a:lnTo>
                  <a:lnTo>
                    <a:pt x="15925" y="16015"/>
                  </a:lnTo>
                  <a:lnTo>
                    <a:pt x="15925" y="16015"/>
                  </a:lnTo>
                  <a:lnTo>
                    <a:pt x="1592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0B27796-EDCC-40A9-A986-F998F7313915}"/>
                </a:ext>
              </a:extLst>
            </p:cNvPr>
            <p:cNvSpPr/>
            <p:nvPr/>
          </p:nvSpPr>
          <p:spPr>
            <a:xfrm>
              <a:off x="6414060" y="4738235"/>
              <a:ext cx="31327" cy="31327"/>
            </a:xfrm>
            <a:custGeom>
              <a:avLst/>
              <a:gdLst>
                <a:gd name="connsiteX0" fmla="*/ 15951 w 21212"/>
                <a:gd name="connsiteY0" fmla="*/ 15909 h 21212"/>
                <a:gd name="connsiteX1" fmla="*/ 15951 w 21212"/>
                <a:gd name="connsiteY1" fmla="*/ 15909 h 21212"/>
                <a:gd name="connsiteX2" fmla="*/ 15951 w 21212"/>
                <a:gd name="connsiteY2" fmla="*/ 15909 h 21212"/>
                <a:gd name="connsiteX3" fmla="*/ 15951 w 21212"/>
                <a:gd name="connsiteY3" fmla="*/ 15909 h 21212"/>
                <a:gd name="connsiteX4" fmla="*/ 15951 w 21212"/>
                <a:gd name="connsiteY4" fmla="*/ 15909 h 21212"/>
                <a:gd name="connsiteX5" fmla="*/ 15951 w 21212"/>
                <a:gd name="connsiteY5" fmla="*/ 15951 h 21212"/>
                <a:gd name="connsiteX6" fmla="*/ 15951 w 21212"/>
                <a:gd name="connsiteY6" fmla="*/ 15951 h 21212"/>
                <a:gd name="connsiteX7" fmla="*/ 15951 w 21212"/>
                <a:gd name="connsiteY7" fmla="*/ 15951 h 21212"/>
                <a:gd name="connsiteX8" fmla="*/ 15951 w 21212"/>
                <a:gd name="connsiteY8" fmla="*/ 15973 h 21212"/>
                <a:gd name="connsiteX9" fmla="*/ 15951 w 21212"/>
                <a:gd name="connsiteY9" fmla="*/ 15973 h 21212"/>
                <a:gd name="connsiteX10" fmla="*/ 15973 w 21212"/>
                <a:gd name="connsiteY10" fmla="*/ 15973 h 21212"/>
                <a:gd name="connsiteX11" fmla="*/ 16036 w 21212"/>
                <a:gd name="connsiteY11" fmla="*/ 15973 h 21212"/>
                <a:gd name="connsiteX12" fmla="*/ 16036 w 21212"/>
                <a:gd name="connsiteY12" fmla="*/ 15973 h 21212"/>
                <a:gd name="connsiteX13" fmla="*/ 16079 w 21212"/>
                <a:gd name="connsiteY13" fmla="*/ 15973 h 21212"/>
                <a:gd name="connsiteX14" fmla="*/ 16121 w 21212"/>
                <a:gd name="connsiteY14" fmla="*/ 15973 h 21212"/>
                <a:gd name="connsiteX15" fmla="*/ 16121 w 21212"/>
                <a:gd name="connsiteY15" fmla="*/ 15951 h 21212"/>
                <a:gd name="connsiteX16" fmla="*/ 16121 w 21212"/>
                <a:gd name="connsiteY16" fmla="*/ 15951 h 21212"/>
                <a:gd name="connsiteX17" fmla="*/ 16121 w 21212"/>
                <a:gd name="connsiteY17" fmla="*/ 15973 h 21212"/>
                <a:gd name="connsiteX18" fmla="*/ 16121 w 21212"/>
                <a:gd name="connsiteY18" fmla="*/ 15973 h 21212"/>
                <a:gd name="connsiteX19" fmla="*/ 16121 w 21212"/>
                <a:gd name="connsiteY19" fmla="*/ 15973 h 21212"/>
                <a:gd name="connsiteX20" fmla="*/ 16121 w 21212"/>
                <a:gd name="connsiteY20" fmla="*/ 15973 h 21212"/>
                <a:gd name="connsiteX21" fmla="*/ 16079 w 21212"/>
                <a:gd name="connsiteY21" fmla="*/ 15973 h 21212"/>
                <a:gd name="connsiteX22" fmla="*/ 16036 w 21212"/>
                <a:gd name="connsiteY22" fmla="*/ 16058 h 21212"/>
                <a:gd name="connsiteX23" fmla="*/ 15973 w 21212"/>
                <a:gd name="connsiteY23" fmla="*/ 15973 h 21212"/>
                <a:gd name="connsiteX24" fmla="*/ 15951 w 21212"/>
                <a:gd name="connsiteY24" fmla="*/ 15973 h 21212"/>
                <a:gd name="connsiteX25" fmla="*/ 15909 w 21212"/>
                <a:gd name="connsiteY25" fmla="*/ 15973 h 21212"/>
                <a:gd name="connsiteX26" fmla="*/ 15909 w 21212"/>
                <a:gd name="connsiteY26" fmla="*/ 15973 h 21212"/>
                <a:gd name="connsiteX27" fmla="*/ 15909 w 21212"/>
                <a:gd name="connsiteY27" fmla="*/ 15951 h 21212"/>
                <a:gd name="connsiteX28" fmla="*/ 15909 w 21212"/>
                <a:gd name="connsiteY28" fmla="*/ 15951 h 21212"/>
                <a:gd name="connsiteX29" fmla="*/ 15909 w 21212"/>
                <a:gd name="connsiteY29" fmla="*/ 15951 h 21212"/>
                <a:gd name="connsiteX30" fmla="*/ 15951 w 21212"/>
                <a:gd name="connsiteY30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51" y="15909"/>
                  </a:moveTo>
                  <a:lnTo>
                    <a:pt x="15951" y="15909"/>
                  </a:lnTo>
                  <a:cubicBezTo>
                    <a:pt x="15973" y="15909"/>
                    <a:pt x="15973" y="15909"/>
                    <a:pt x="15951" y="15909"/>
                  </a:cubicBezTo>
                  <a:lnTo>
                    <a:pt x="15951" y="15909"/>
                  </a:lnTo>
                  <a:lnTo>
                    <a:pt x="15951" y="15909"/>
                  </a:lnTo>
                  <a:cubicBezTo>
                    <a:pt x="15973" y="15909"/>
                    <a:pt x="15951" y="15909"/>
                    <a:pt x="15951" y="15951"/>
                  </a:cubicBezTo>
                  <a:lnTo>
                    <a:pt x="15951" y="15951"/>
                  </a:lnTo>
                  <a:lnTo>
                    <a:pt x="15951" y="15951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73"/>
                    <a:pt x="15973" y="15973"/>
                    <a:pt x="16036" y="15973"/>
                  </a:cubicBezTo>
                  <a:lnTo>
                    <a:pt x="16036" y="15973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121" y="15973"/>
                  </a:lnTo>
                  <a:cubicBezTo>
                    <a:pt x="16121" y="15951"/>
                    <a:pt x="16121" y="15951"/>
                    <a:pt x="16121" y="15951"/>
                  </a:cubicBezTo>
                  <a:lnTo>
                    <a:pt x="16121" y="15951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079" y="15973"/>
                    <a:pt x="16079" y="15973"/>
                    <a:pt x="16079" y="15973"/>
                  </a:cubicBezTo>
                  <a:cubicBezTo>
                    <a:pt x="16036" y="15973"/>
                    <a:pt x="16036" y="16058"/>
                    <a:pt x="16036" y="16058"/>
                  </a:cubicBezTo>
                  <a:cubicBezTo>
                    <a:pt x="15973" y="16058"/>
                    <a:pt x="15973" y="16058"/>
                    <a:pt x="15973" y="15973"/>
                  </a:cubicBez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5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72A0685C-A2A4-4486-8EDC-95E6FE7D7D4D}"/>
                </a:ext>
              </a:extLst>
            </p:cNvPr>
            <p:cNvSpPr/>
            <p:nvPr/>
          </p:nvSpPr>
          <p:spPr>
            <a:xfrm>
              <a:off x="6414153" y="4738047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5973 w 21212"/>
                <a:gd name="connsiteY3" fmla="*/ 15909 h 21212"/>
                <a:gd name="connsiteX4" fmla="*/ 15909 w 21212"/>
                <a:gd name="connsiteY4" fmla="*/ 15973 h 21212"/>
                <a:gd name="connsiteX5" fmla="*/ 16142 w 21212"/>
                <a:gd name="connsiteY5" fmla="*/ 16079 h 21212"/>
                <a:gd name="connsiteX6" fmla="*/ 15973 w 21212"/>
                <a:gd name="connsiteY6" fmla="*/ 15973 h 21212"/>
                <a:gd name="connsiteX7" fmla="*/ 16015 w 21212"/>
                <a:gd name="connsiteY7" fmla="*/ 15973 h 21212"/>
                <a:gd name="connsiteX8" fmla="*/ 16142 w 21212"/>
                <a:gd name="connsiteY8" fmla="*/ 16079 h 21212"/>
                <a:gd name="connsiteX9" fmla="*/ 16142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09" y="15973"/>
                  </a:lnTo>
                  <a:close/>
                  <a:moveTo>
                    <a:pt x="16142" y="16079"/>
                  </a:moveTo>
                  <a:lnTo>
                    <a:pt x="15973" y="15973"/>
                  </a:lnTo>
                  <a:lnTo>
                    <a:pt x="16015" y="15973"/>
                  </a:lnTo>
                  <a:lnTo>
                    <a:pt x="16142" y="16079"/>
                  </a:lnTo>
                  <a:lnTo>
                    <a:pt x="16142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FAAD362A-417C-4FDA-AFF6-35ECE49C77DB}"/>
                </a:ext>
              </a:extLst>
            </p:cNvPr>
            <p:cNvSpPr/>
            <p:nvPr/>
          </p:nvSpPr>
          <p:spPr>
            <a:xfrm>
              <a:off x="6414373" y="4738047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5973 w 21212"/>
                <a:gd name="connsiteY6" fmla="*/ 15909 h 21212"/>
                <a:gd name="connsiteX7" fmla="*/ 16036 w 21212"/>
                <a:gd name="connsiteY7" fmla="*/ 15909 h 21212"/>
                <a:gd name="connsiteX8" fmla="*/ 16121 w 21212"/>
                <a:gd name="connsiteY8" fmla="*/ 15909 h 21212"/>
                <a:gd name="connsiteX9" fmla="*/ 16121 w 21212"/>
                <a:gd name="connsiteY9" fmla="*/ 15909 h 21212"/>
                <a:gd name="connsiteX10" fmla="*/ 16206 w 21212"/>
                <a:gd name="connsiteY10" fmla="*/ 15909 h 21212"/>
                <a:gd name="connsiteX11" fmla="*/ 16206 w 21212"/>
                <a:gd name="connsiteY11" fmla="*/ 15909 h 21212"/>
                <a:gd name="connsiteX12" fmla="*/ 16121 w 21212"/>
                <a:gd name="connsiteY12" fmla="*/ 15909 h 21212"/>
                <a:gd name="connsiteX13" fmla="*/ 16036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6121 w 21212"/>
                <a:gd name="connsiteY17" fmla="*/ 15973 h 21212"/>
                <a:gd name="connsiteX18" fmla="*/ 16121 w 21212"/>
                <a:gd name="connsiteY18" fmla="*/ 16036 h 21212"/>
                <a:gd name="connsiteX19" fmla="*/ 15909 w 21212"/>
                <a:gd name="connsiteY19" fmla="*/ 15909 h 21212"/>
                <a:gd name="connsiteX20" fmla="*/ 15909 w 21212"/>
                <a:gd name="connsiteY20" fmla="*/ 15909 h 21212"/>
                <a:gd name="connsiteX21" fmla="*/ 15973 w 21212"/>
                <a:gd name="connsiteY21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121" y="15909"/>
                  </a:lnTo>
                  <a:lnTo>
                    <a:pt x="16121" y="15909"/>
                  </a:lnTo>
                  <a:lnTo>
                    <a:pt x="16206" y="15909"/>
                  </a:lnTo>
                  <a:lnTo>
                    <a:pt x="16206" y="15909"/>
                  </a:lnTo>
                  <a:lnTo>
                    <a:pt x="16121" y="15909"/>
                  </a:lnTo>
                  <a:lnTo>
                    <a:pt x="16036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121" y="15973"/>
                  </a:lnTo>
                  <a:lnTo>
                    <a:pt x="16121" y="16036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6C1A2DA2-B294-4C1B-B3BB-C5C265788F83}"/>
                </a:ext>
              </a:extLst>
            </p:cNvPr>
            <p:cNvSpPr/>
            <p:nvPr/>
          </p:nvSpPr>
          <p:spPr>
            <a:xfrm>
              <a:off x="6414717" y="4737827"/>
              <a:ext cx="31327" cy="31327"/>
            </a:xfrm>
            <a:custGeom>
              <a:avLst/>
              <a:gdLst>
                <a:gd name="connsiteX0" fmla="*/ 15909 w 21212"/>
                <a:gd name="connsiteY0" fmla="*/ 15951 h 21212"/>
                <a:gd name="connsiteX1" fmla="*/ 15973 w 21212"/>
                <a:gd name="connsiteY1" fmla="*/ 15951 h 21212"/>
                <a:gd name="connsiteX2" fmla="*/ 15973 w 21212"/>
                <a:gd name="connsiteY2" fmla="*/ 15951 h 21212"/>
                <a:gd name="connsiteX3" fmla="*/ 15973 w 21212"/>
                <a:gd name="connsiteY3" fmla="*/ 15951 h 21212"/>
                <a:gd name="connsiteX4" fmla="*/ 15973 w 21212"/>
                <a:gd name="connsiteY4" fmla="*/ 15951 h 21212"/>
                <a:gd name="connsiteX5" fmla="*/ 15973 w 21212"/>
                <a:gd name="connsiteY5" fmla="*/ 15951 h 21212"/>
                <a:gd name="connsiteX6" fmla="*/ 15973 w 21212"/>
                <a:gd name="connsiteY6" fmla="*/ 15909 h 21212"/>
                <a:gd name="connsiteX7" fmla="*/ 15973 w 21212"/>
                <a:gd name="connsiteY7" fmla="*/ 15909 h 21212"/>
                <a:gd name="connsiteX8" fmla="*/ 16121 w 21212"/>
                <a:gd name="connsiteY8" fmla="*/ 15973 h 21212"/>
                <a:gd name="connsiteX9" fmla="*/ 16142 w 21212"/>
                <a:gd name="connsiteY9" fmla="*/ 15973 h 21212"/>
                <a:gd name="connsiteX10" fmla="*/ 16142 w 21212"/>
                <a:gd name="connsiteY10" fmla="*/ 16058 h 21212"/>
                <a:gd name="connsiteX11" fmla="*/ 16121 w 21212"/>
                <a:gd name="connsiteY11" fmla="*/ 16058 h 21212"/>
                <a:gd name="connsiteX12" fmla="*/ 16121 w 21212"/>
                <a:gd name="connsiteY12" fmla="*/ 16058 h 21212"/>
                <a:gd name="connsiteX13" fmla="*/ 16057 w 21212"/>
                <a:gd name="connsiteY13" fmla="*/ 16058 h 21212"/>
                <a:gd name="connsiteX14" fmla="*/ 16036 w 21212"/>
                <a:gd name="connsiteY14" fmla="*/ 16058 h 21212"/>
                <a:gd name="connsiteX15" fmla="*/ 16036 w 21212"/>
                <a:gd name="connsiteY15" fmla="*/ 16058 h 21212"/>
                <a:gd name="connsiteX16" fmla="*/ 16036 w 21212"/>
                <a:gd name="connsiteY16" fmla="*/ 16058 h 21212"/>
                <a:gd name="connsiteX17" fmla="*/ 16036 w 21212"/>
                <a:gd name="connsiteY17" fmla="*/ 16058 h 21212"/>
                <a:gd name="connsiteX18" fmla="*/ 16057 w 21212"/>
                <a:gd name="connsiteY18" fmla="*/ 16058 h 21212"/>
                <a:gd name="connsiteX19" fmla="*/ 16057 w 21212"/>
                <a:gd name="connsiteY19" fmla="*/ 16058 h 21212"/>
                <a:gd name="connsiteX20" fmla="*/ 16121 w 21212"/>
                <a:gd name="connsiteY20" fmla="*/ 16058 h 21212"/>
                <a:gd name="connsiteX21" fmla="*/ 16057 w 21212"/>
                <a:gd name="connsiteY21" fmla="*/ 15973 h 21212"/>
                <a:gd name="connsiteX22" fmla="*/ 16057 w 21212"/>
                <a:gd name="connsiteY22" fmla="*/ 15973 h 21212"/>
                <a:gd name="connsiteX23" fmla="*/ 16057 w 21212"/>
                <a:gd name="connsiteY23" fmla="*/ 15973 h 21212"/>
                <a:gd name="connsiteX24" fmla="*/ 16057 w 21212"/>
                <a:gd name="connsiteY24" fmla="*/ 15973 h 21212"/>
                <a:gd name="connsiteX25" fmla="*/ 16036 w 21212"/>
                <a:gd name="connsiteY25" fmla="*/ 16058 h 21212"/>
                <a:gd name="connsiteX26" fmla="*/ 16036 w 21212"/>
                <a:gd name="connsiteY26" fmla="*/ 16058 h 21212"/>
                <a:gd name="connsiteX27" fmla="*/ 15994 w 21212"/>
                <a:gd name="connsiteY27" fmla="*/ 16058 h 21212"/>
                <a:gd name="connsiteX28" fmla="*/ 15994 w 21212"/>
                <a:gd name="connsiteY28" fmla="*/ 16058 h 21212"/>
                <a:gd name="connsiteX29" fmla="*/ 15973 w 21212"/>
                <a:gd name="connsiteY29" fmla="*/ 16058 h 21212"/>
                <a:gd name="connsiteX30" fmla="*/ 15973 w 21212"/>
                <a:gd name="connsiteY30" fmla="*/ 16058 h 21212"/>
                <a:gd name="connsiteX31" fmla="*/ 15973 w 21212"/>
                <a:gd name="connsiteY31" fmla="*/ 16058 h 21212"/>
                <a:gd name="connsiteX32" fmla="*/ 15909 w 21212"/>
                <a:gd name="connsiteY32" fmla="*/ 15951 h 21212"/>
                <a:gd name="connsiteX33" fmla="*/ 15909 w 21212"/>
                <a:gd name="connsiteY33" fmla="*/ 15951 h 21212"/>
                <a:gd name="connsiteX34" fmla="*/ 15909 w 21212"/>
                <a:gd name="connsiteY34" fmla="*/ 15951 h 21212"/>
                <a:gd name="connsiteX35" fmla="*/ 15909 w 21212"/>
                <a:gd name="connsiteY35" fmla="*/ 15951 h 21212"/>
                <a:gd name="connsiteX36" fmla="*/ 15973 w 21212"/>
                <a:gd name="connsiteY36" fmla="*/ 15973 h 21212"/>
                <a:gd name="connsiteX37" fmla="*/ 15973 w 21212"/>
                <a:gd name="connsiteY37" fmla="*/ 16058 h 21212"/>
                <a:gd name="connsiteX38" fmla="*/ 15994 w 21212"/>
                <a:gd name="connsiteY38" fmla="*/ 16058 h 21212"/>
                <a:gd name="connsiteX39" fmla="*/ 15994 w 21212"/>
                <a:gd name="connsiteY39" fmla="*/ 16058 h 21212"/>
                <a:gd name="connsiteX40" fmla="*/ 16036 w 21212"/>
                <a:gd name="connsiteY40" fmla="*/ 15973 h 21212"/>
                <a:gd name="connsiteX41" fmla="*/ 16036 w 21212"/>
                <a:gd name="connsiteY41" fmla="*/ 15973 h 21212"/>
                <a:gd name="connsiteX42" fmla="*/ 16036 w 21212"/>
                <a:gd name="connsiteY42" fmla="*/ 15973 h 21212"/>
                <a:gd name="connsiteX43" fmla="*/ 15973 w 21212"/>
                <a:gd name="connsiteY43" fmla="*/ 15973 h 21212"/>
                <a:gd name="connsiteX44" fmla="*/ 15973 w 21212"/>
                <a:gd name="connsiteY44" fmla="*/ 15973 h 21212"/>
                <a:gd name="connsiteX45" fmla="*/ 15973 w 21212"/>
                <a:gd name="connsiteY45" fmla="*/ 15973 h 21212"/>
                <a:gd name="connsiteX46" fmla="*/ 15973 w 21212"/>
                <a:gd name="connsiteY46" fmla="*/ 15973 h 21212"/>
                <a:gd name="connsiteX47" fmla="*/ 15973 w 21212"/>
                <a:gd name="connsiteY47" fmla="*/ 15973 h 21212"/>
                <a:gd name="connsiteX48" fmla="*/ 15973 w 21212"/>
                <a:gd name="connsiteY48" fmla="*/ 15973 h 21212"/>
                <a:gd name="connsiteX49" fmla="*/ 15909 w 21212"/>
                <a:gd name="connsiteY49" fmla="*/ 15973 h 21212"/>
                <a:gd name="connsiteX50" fmla="*/ 15973 w 21212"/>
                <a:gd name="connsiteY50" fmla="*/ 15973 h 21212"/>
                <a:gd name="connsiteX51" fmla="*/ 15973 w 21212"/>
                <a:gd name="connsiteY5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09" y="15951"/>
                  </a:move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42" y="15973"/>
                  </a:cubicBezTo>
                  <a:cubicBezTo>
                    <a:pt x="16142" y="15973"/>
                    <a:pt x="16142" y="15973"/>
                    <a:pt x="16142" y="16058"/>
                  </a:cubicBezTo>
                  <a:cubicBezTo>
                    <a:pt x="16142" y="16058"/>
                    <a:pt x="16142" y="16058"/>
                    <a:pt x="16121" y="16058"/>
                  </a:cubicBezTo>
                  <a:lnTo>
                    <a:pt x="16121" y="16058"/>
                  </a:lnTo>
                  <a:cubicBezTo>
                    <a:pt x="16057" y="16058"/>
                    <a:pt x="16057" y="16058"/>
                    <a:pt x="16057" y="16058"/>
                  </a:cubicBezTo>
                  <a:cubicBezTo>
                    <a:pt x="16057" y="16058"/>
                    <a:pt x="16057" y="16058"/>
                    <a:pt x="16036" y="16058"/>
                  </a:cubicBezTo>
                  <a:lnTo>
                    <a:pt x="16036" y="16058"/>
                  </a:lnTo>
                  <a:lnTo>
                    <a:pt x="16036" y="16058"/>
                  </a:lnTo>
                  <a:lnTo>
                    <a:pt x="16036" y="16058"/>
                  </a:lnTo>
                  <a:cubicBezTo>
                    <a:pt x="16057" y="16058"/>
                    <a:pt x="16057" y="16058"/>
                    <a:pt x="16057" y="16058"/>
                  </a:cubicBezTo>
                  <a:lnTo>
                    <a:pt x="16057" y="16058"/>
                  </a:lnTo>
                  <a:cubicBezTo>
                    <a:pt x="16121" y="16058"/>
                    <a:pt x="16121" y="16058"/>
                    <a:pt x="16121" y="16058"/>
                  </a:cubicBezTo>
                  <a:cubicBezTo>
                    <a:pt x="16121" y="15973"/>
                    <a:pt x="16121" y="15973"/>
                    <a:pt x="16057" y="15973"/>
                  </a:cubicBezTo>
                  <a:lnTo>
                    <a:pt x="16057" y="15973"/>
                  </a:lnTo>
                  <a:lnTo>
                    <a:pt x="16057" y="15973"/>
                  </a:lnTo>
                  <a:lnTo>
                    <a:pt x="16057" y="15973"/>
                  </a:lnTo>
                  <a:lnTo>
                    <a:pt x="16036" y="16058"/>
                  </a:lnTo>
                  <a:lnTo>
                    <a:pt x="16036" y="16058"/>
                  </a:lnTo>
                  <a:lnTo>
                    <a:pt x="15994" y="16058"/>
                  </a:lnTo>
                  <a:lnTo>
                    <a:pt x="15994" y="16058"/>
                  </a:lnTo>
                  <a:cubicBezTo>
                    <a:pt x="15973" y="16058"/>
                    <a:pt x="15973" y="16058"/>
                    <a:pt x="15973" y="16058"/>
                  </a:cubicBezTo>
                  <a:lnTo>
                    <a:pt x="15973" y="16058"/>
                  </a:lnTo>
                  <a:lnTo>
                    <a:pt x="15973" y="16058"/>
                  </a:lnTo>
                  <a:cubicBezTo>
                    <a:pt x="15909" y="16058"/>
                    <a:pt x="15909" y="16058"/>
                    <a:pt x="15909" y="15951"/>
                  </a:cubicBez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close/>
                  <a:moveTo>
                    <a:pt x="15973" y="15973"/>
                  </a:moveTo>
                  <a:lnTo>
                    <a:pt x="15973" y="16058"/>
                  </a:lnTo>
                  <a:cubicBezTo>
                    <a:pt x="15973" y="16058"/>
                    <a:pt x="15973" y="16058"/>
                    <a:pt x="15994" y="16058"/>
                  </a:cubicBezTo>
                  <a:lnTo>
                    <a:pt x="15994" y="16058"/>
                  </a:lnTo>
                  <a:cubicBezTo>
                    <a:pt x="16036" y="16058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6036" y="15973"/>
                    <a:pt x="16057" y="15973"/>
                    <a:pt x="16036" y="15973"/>
                  </a:cubicBezTo>
                  <a:lnTo>
                    <a:pt x="15973" y="15973"/>
                  </a:lnTo>
                  <a:cubicBezTo>
                    <a:pt x="15973" y="15951"/>
                    <a:pt x="15973" y="15951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73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CBC51B04-0F49-47E9-81F9-C237A0B260D8}"/>
                </a:ext>
              </a:extLst>
            </p:cNvPr>
            <p:cNvSpPr/>
            <p:nvPr/>
          </p:nvSpPr>
          <p:spPr>
            <a:xfrm>
              <a:off x="6414999" y="4737514"/>
              <a:ext cx="31327" cy="31327"/>
            </a:xfrm>
            <a:custGeom>
              <a:avLst/>
              <a:gdLst>
                <a:gd name="connsiteX0" fmla="*/ 16121 w 21212"/>
                <a:gd name="connsiteY0" fmla="*/ 16036 h 21212"/>
                <a:gd name="connsiteX1" fmla="*/ 16121 w 21212"/>
                <a:gd name="connsiteY1" fmla="*/ 16036 h 21212"/>
                <a:gd name="connsiteX2" fmla="*/ 16185 w 21212"/>
                <a:gd name="connsiteY2" fmla="*/ 16036 h 21212"/>
                <a:gd name="connsiteX3" fmla="*/ 16185 w 21212"/>
                <a:gd name="connsiteY3" fmla="*/ 16036 h 21212"/>
                <a:gd name="connsiteX4" fmla="*/ 16185 w 21212"/>
                <a:gd name="connsiteY4" fmla="*/ 16036 h 21212"/>
                <a:gd name="connsiteX5" fmla="*/ 16142 w 21212"/>
                <a:gd name="connsiteY5" fmla="*/ 16079 h 21212"/>
                <a:gd name="connsiteX6" fmla="*/ 16121 w 21212"/>
                <a:gd name="connsiteY6" fmla="*/ 16079 h 21212"/>
                <a:gd name="connsiteX7" fmla="*/ 16058 w 21212"/>
                <a:gd name="connsiteY7" fmla="*/ 16079 h 21212"/>
                <a:gd name="connsiteX8" fmla="*/ 15973 w 21212"/>
                <a:gd name="connsiteY8" fmla="*/ 16079 h 21212"/>
                <a:gd name="connsiteX9" fmla="*/ 15930 w 21212"/>
                <a:gd name="connsiteY9" fmla="*/ 16079 h 21212"/>
                <a:gd name="connsiteX10" fmla="*/ 15909 w 21212"/>
                <a:gd name="connsiteY10" fmla="*/ 16079 h 21212"/>
                <a:gd name="connsiteX11" fmla="*/ 15909 w 21212"/>
                <a:gd name="connsiteY11" fmla="*/ 16036 h 21212"/>
                <a:gd name="connsiteX12" fmla="*/ 15909 w 21212"/>
                <a:gd name="connsiteY12" fmla="*/ 16015 h 21212"/>
                <a:gd name="connsiteX13" fmla="*/ 15930 w 21212"/>
                <a:gd name="connsiteY13" fmla="*/ 16015 h 21212"/>
                <a:gd name="connsiteX14" fmla="*/ 15973 w 21212"/>
                <a:gd name="connsiteY14" fmla="*/ 16015 h 21212"/>
                <a:gd name="connsiteX15" fmla="*/ 16058 w 21212"/>
                <a:gd name="connsiteY15" fmla="*/ 15909 h 21212"/>
                <a:gd name="connsiteX16" fmla="*/ 16058 w 21212"/>
                <a:gd name="connsiteY16" fmla="*/ 16015 h 21212"/>
                <a:gd name="connsiteX17" fmla="*/ 16121 w 21212"/>
                <a:gd name="connsiteY17" fmla="*/ 16036 h 21212"/>
                <a:gd name="connsiteX18" fmla="*/ 16121 w 21212"/>
                <a:gd name="connsiteY18" fmla="*/ 16036 h 21212"/>
                <a:gd name="connsiteX19" fmla="*/ 16121 w 21212"/>
                <a:gd name="connsiteY19" fmla="*/ 16036 h 21212"/>
                <a:gd name="connsiteX20" fmla="*/ 15973 w 21212"/>
                <a:gd name="connsiteY20" fmla="*/ 16079 h 21212"/>
                <a:gd name="connsiteX21" fmla="*/ 16058 w 21212"/>
                <a:gd name="connsiteY21" fmla="*/ 16079 h 21212"/>
                <a:gd name="connsiteX22" fmla="*/ 16058 w 21212"/>
                <a:gd name="connsiteY22" fmla="*/ 16079 h 21212"/>
                <a:gd name="connsiteX23" fmla="*/ 16121 w 21212"/>
                <a:gd name="connsiteY23" fmla="*/ 16079 h 21212"/>
                <a:gd name="connsiteX24" fmla="*/ 16121 w 21212"/>
                <a:gd name="connsiteY24" fmla="*/ 16036 h 21212"/>
                <a:gd name="connsiteX25" fmla="*/ 15951 w 21212"/>
                <a:gd name="connsiteY25" fmla="*/ 16015 h 21212"/>
                <a:gd name="connsiteX26" fmla="*/ 15951 w 21212"/>
                <a:gd name="connsiteY26" fmla="*/ 16015 h 21212"/>
                <a:gd name="connsiteX27" fmla="*/ 15951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6015 h 21212"/>
                <a:gd name="connsiteX30" fmla="*/ 16079 w 21212"/>
                <a:gd name="connsiteY30" fmla="*/ 16015 h 21212"/>
                <a:gd name="connsiteX31" fmla="*/ 16079 w 21212"/>
                <a:gd name="connsiteY31" fmla="*/ 16015 h 21212"/>
                <a:gd name="connsiteX32" fmla="*/ 15994 w 21212"/>
                <a:gd name="connsiteY32" fmla="*/ 16015 h 21212"/>
                <a:gd name="connsiteX33" fmla="*/ 15994 w 21212"/>
                <a:gd name="connsiteY33" fmla="*/ 16015 h 21212"/>
                <a:gd name="connsiteX34" fmla="*/ 15951 w 21212"/>
                <a:gd name="connsiteY3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21" y="16036"/>
                  </a:moveTo>
                  <a:cubicBezTo>
                    <a:pt x="16142" y="16036"/>
                    <a:pt x="16142" y="16036"/>
                    <a:pt x="16121" y="16036"/>
                  </a:cubicBez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cubicBezTo>
                    <a:pt x="16142" y="16036"/>
                    <a:pt x="16142" y="16036"/>
                    <a:pt x="16142" y="16079"/>
                  </a:cubicBezTo>
                  <a:lnTo>
                    <a:pt x="16121" y="16079"/>
                  </a:lnTo>
                  <a:lnTo>
                    <a:pt x="16058" y="16079"/>
                  </a:lnTo>
                  <a:lnTo>
                    <a:pt x="15973" y="16079"/>
                  </a:lnTo>
                  <a:lnTo>
                    <a:pt x="15930" y="16079"/>
                  </a:lnTo>
                  <a:lnTo>
                    <a:pt x="15909" y="16079"/>
                  </a:lnTo>
                  <a:cubicBezTo>
                    <a:pt x="15909" y="16036"/>
                    <a:pt x="15909" y="16036"/>
                    <a:pt x="15909" y="16036"/>
                  </a:cubicBezTo>
                  <a:lnTo>
                    <a:pt x="15909" y="16015"/>
                  </a:lnTo>
                  <a:lnTo>
                    <a:pt x="15930" y="16015"/>
                  </a:lnTo>
                  <a:cubicBezTo>
                    <a:pt x="15930" y="16015"/>
                    <a:pt x="15930" y="16015"/>
                    <a:pt x="15973" y="16015"/>
                  </a:cubicBezTo>
                  <a:cubicBezTo>
                    <a:pt x="15973" y="15909"/>
                    <a:pt x="15973" y="15909"/>
                    <a:pt x="16058" y="15909"/>
                  </a:cubicBezTo>
                  <a:cubicBezTo>
                    <a:pt x="16058" y="15909"/>
                    <a:pt x="16058" y="15909"/>
                    <a:pt x="16058" y="16015"/>
                  </a:cubicBezTo>
                  <a:cubicBezTo>
                    <a:pt x="16121" y="16015"/>
                    <a:pt x="16121" y="16015"/>
                    <a:pt x="16121" y="16036"/>
                  </a:cubicBezTo>
                  <a:lnTo>
                    <a:pt x="16121" y="16036"/>
                  </a:lnTo>
                  <a:lnTo>
                    <a:pt x="16121" y="16036"/>
                  </a:lnTo>
                  <a:lnTo>
                    <a:pt x="15973" y="16079"/>
                  </a:lnTo>
                  <a:cubicBezTo>
                    <a:pt x="15973" y="16079"/>
                    <a:pt x="15973" y="16079"/>
                    <a:pt x="16058" y="16079"/>
                  </a:cubicBezTo>
                  <a:lnTo>
                    <a:pt x="16058" y="16079"/>
                  </a:lnTo>
                  <a:lnTo>
                    <a:pt x="16121" y="16079"/>
                  </a:lnTo>
                  <a:cubicBezTo>
                    <a:pt x="16121" y="16079"/>
                    <a:pt x="16121" y="16079"/>
                    <a:pt x="16121" y="16036"/>
                  </a:cubicBezTo>
                  <a:close/>
                  <a:moveTo>
                    <a:pt x="15951" y="16015"/>
                  </a:moveTo>
                  <a:cubicBezTo>
                    <a:pt x="15951" y="16015"/>
                    <a:pt x="15951" y="16015"/>
                    <a:pt x="15951" y="16015"/>
                  </a:cubicBezTo>
                  <a:lnTo>
                    <a:pt x="15951" y="16015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5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59DAF6DE-75D2-44A1-A18E-FF3A75836774}"/>
                </a:ext>
              </a:extLst>
            </p:cNvPr>
            <p:cNvSpPr/>
            <p:nvPr/>
          </p:nvSpPr>
          <p:spPr>
            <a:xfrm>
              <a:off x="6415094" y="4737389"/>
              <a:ext cx="31327" cy="31327"/>
            </a:xfrm>
            <a:custGeom>
              <a:avLst/>
              <a:gdLst>
                <a:gd name="connsiteX0" fmla="*/ 16164 w 21212"/>
                <a:gd name="connsiteY0" fmla="*/ 16100 h 21212"/>
                <a:gd name="connsiteX1" fmla="*/ 15909 w 21212"/>
                <a:gd name="connsiteY1" fmla="*/ 15909 h 21212"/>
                <a:gd name="connsiteX2" fmla="*/ 15994 w 21212"/>
                <a:gd name="connsiteY2" fmla="*/ 15909 h 21212"/>
                <a:gd name="connsiteX3" fmla="*/ 16206 w 21212"/>
                <a:gd name="connsiteY3" fmla="*/ 16100 h 21212"/>
                <a:gd name="connsiteX4" fmla="*/ 16164 w 21212"/>
                <a:gd name="connsiteY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100"/>
                  </a:moveTo>
                  <a:lnTo>
                    <a:pt x="15909" y="15909"/>
                  </a:lnTo>
                  <a:lnTo>
                    <a:pt x="15994" y="15909"/>
                  </a:lnTo>
                  <a:lnTo>
                    <a:pt x="16206" y="16100"/>
                  </a:lnTo>
                  <a:lnTo>
                    <a:pt x="16164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31BDE5DD-BD68-4773-B83A-D67E34C15CBD}"/>
                </a:ext>
              </a:extLst>
            </p:cNvPr>
            <p:cNvSpPr/>
            <p:nvPr/>
          </p:nvSpPr>
          <p:spPr>
            <a:xfrm>
              <a:off x="6415343" y="4737389"/>
              <a:ext cx="31327" cy="31327"/>
            </a:xfrm>
            <a:custGeom>
              <a:avLst/>
              <a:gdLst>
                <a:gd name="connsiteX0" fmla="*/ 15909 w 21212"/>
                <a:gd name="connsiteY0" fmla="*/ 15930 h 21212"/>
                <a:gd name="connsiteX1" fmla="*/ 15909 w 21212"/>
                <a:gd name="connsiteY1" fmla="*/ 15930 h 21212"/>
                <a:gd name="connsiteX2" fmla="*/ 15909 w 21212"/>
                <a:gd name="connsiteY2" fmla="*/ 15930 h 21212"/>
                <a:gd name="connsiteX3" fmla="*/ 15951 w 21212"/>
                <a:gd name="connsiteY3" fmla="*/ 15909 h 21212"/>
                <a:gd name="connsiteX4" fmla="*/ 15909 w 21212"/>
                <a:gd name="connsiteY4" fmla="*/ 15930 h 21212"/>
                <a:gd name="connsiteX5" fmla="*/ 16121 w 21212"/>
                <a:gd name="connsiteY5" fmla="*/ 16015 h 21212"/>
                <a:gd name="connsiteX6" fmla="*/ 15951 w 21212"/>
                <a:gd name="connsiteY6" fmla="*/ 15930 h 21212"/>
                <a:gd name="connsiteX7" fmla="*/ 15951 w 21212"/>
                <a:gd name="connsiteY7" fmla="*/ 15930 h 21212"/>
                <a:gd name="connsiteX8" fmla="*/ 16121 w 21212"/>
                <a:gd name="connsiteY8" fmla="*/ 15951 h 21212"/>
                <a:gd name="connsiteX9" fmla="*/ 16121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30"/>
                  </a:moveTo>
                  <a:lnTo>
                    <a:pt x="15909" y="15930"/>
                  </a:lnTo>
                  <a:lnTo>
                    <a:pt x="15909" y="15930"/>
                  </a:lnTo>
                  <a:lnTo>
                    <a:pt x="15951" y="15909"/>
                  </a:lnTo>
                  <a:lnTo>
                    <a:pt x="15909" y="15930"/>
                  </a:lnTo>
                  <a:close/>
                  <a:moveTo>
                    <a:pt x="16121" y="16015"/>
                  </a:moveTo>
                  <a:lnTo>
                    <a:pt x="15951" y="15930"/>
                  </a:lnTo>
                  <a:lnTo>
                    <a:pt x="15951" y="15930"/>
                  </a:lnTo>
                  <a:lnTo>
                    <a:pt x="16121" y="15951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28E3433-1F0B-4BF4-8E8B-742F41D6791D}"/>
                </a:ext>
              </a:extLst>
            </p:cNvPr>
            <p:cNvSpPr/>
            <p:nvPr/>
          </p:nvSpPr>
          <p:spPr>
            <a:xfrm>
              <a:off x="6415469" y="4737265"/>
              <a:ext cx="31327" cy="31327"/>
            </a:xfrm>
            <a:custGeom>
              <a:avLst/>
              <a:gdLst>
                <a:gd name="connsiteX0" fmla="*/ 16227 w 21212"/>
                <a:gd name="connsiteY0" fmla="*/ 15994 h 21212"/>
                <a:gd name="connsiteX1" fmla="*/ 16227 w 21212"/>
                <a:gd name="connsiteY1" fmla="*/ 15994 h 21212"/>
                <a:gd name="connsiteX2" fmla="*/ 16185 w 21212"/>
                <a:gd name="connsiteY2" fmla="*/ 16015 h 21212"/>
                <a:gd name="connsiteX3" fmla="*/ 16185 w 21212"/>
                <a:gd name="connsiteY3" fmla="*/ 16015 h 21212"/>
                <a:gd name="connsiteX4" fmla="*/ 16121 w 21212"/>
                <a:gd name="connsiteY4" fmla="*/ 16015 h 21212"/>
                <a:gd name="connsiteX5" fmla="*/ 16058 w 21212"/>
                <a:gd name="connsiteY5" fmla="*/ 16015 h 21212"/>
                <a:gd name="connsiteX6" fmla="*/ 16058 w 21212"/>
                <a:gd name="connsiteY6" fmla="*/ 16015 h 21212"/>
                <a:gd name="connsiteX7" fmla="*/ 15973 w 21212"/>
                <a:gd name="connsiteY7" fmla="*/ 15994 h 21212"/>
                <a:gd name="connsiteX8" fmla="*/ 15951 w 21212"/>
                <a:gd name="connsiteY8" fmla="*/ 16015 h 21212"/>
                <a:gd name="connsiteX9" fmla="*/ 15909 w 21212"/>
                <a:gd name="connsiteY9" fmla="*/ 15994 h 21212"/>
                <a:gd name="connsiteX10" fmla="*/ 15951 w 21212"/>
                <a:gd name="connsiteY10" fmla="*/ 15994 h 21212"/>
                <a:gd name="connsiteX11" fmla="*/ 15909 w 21212"/>
                <a:gd name="connsiteY11" fmla="*/ 15930 h 21212"/>
                <a:gd name="connsiteX12" fmla="*/ 15951 w 21212"/>
                <a:gd name="connsiteY12" fmla="*/ 15930 h 21212"/>
                <a:gd name="connsiteX13" fmla="*/ 15973 w 21212"/>
                <a:gd name="connsiteY13" fmla="*/ 15930 h 21212"/>
                <a:gd name="connsiteX14" fmla="*/ 16036 w 21212"/>
                <a:gd name="connsiteY14" fmla="*/ 15909 h 21212"/>
                <a:gd name="connsiteX15" fmla="*/ 16036 w 21212"/>
                <a:gd name="connsiteY15" fmla="*/ 15930 h 21212"/>
                <a:gd name="connsiteX16" fmla="*/ 15973 w 21212"/>
                <a:gd name="connsiteY16" fmla="*/ 15994 h 21212"/>
                <a:gd name="connsiteX17" fmla="*/ 16058 w 21212"/>
                <a:gd name="connsiteY17" fmla="*/ 16015 h 21212"/>
                <a:gd name="connsiteX18" fmla="*/ 16121 w 21212"/>
                <a:gd name="connsiteY18" fmla="*/ 16015 h 21212"/>
                <a:gd name="connsiteX19" fmla="*/ 16121 w 21212"/>
                <a:gd name="connsiteY19" fmla="*/ 16015 h 21212"/>
                <a:gd name="connsiteX20" fmla="*/ 16121 w 21212"/>
                <a:gd name="connsiteY20" fmla="*/ 16015 h 21212"/>
                <a:gd name="connsiteX21" fmla="*/ 16185 w 21212"/>
                <a:gd name="connsiteY21" fmla="*/ 16015 h 21212"/>
                <a:gd name="connsiteX22" fmla="*/ 16185 w 21212"/>
                <a:gd name="connsiteY22" fmla="*/ 15994 h 21212"/>
                <a:gd name="connsiteX23" fmla="*/ 16185 w 21212"/>
                <a:gd name="connsiteY23" fmla="*/ 15994 h 21212"/>
                <a:gd name="connsiteX24" fmla="*/ 16227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94"/>
                  </a:moveTo>
                  <a:cubicBezTo>
                    <a:pt x="16227" y="16015"/>
                    <a:pt x="16227" y="16015"/>
                    <a:pt x="16227" y="15994"/>
                  </a:cubicBezTo>
                  <a:cubicBezTo>
                    <a:pt x="16185" y="16015"/>
                    <a:pt x="16185" y="16015"/>
                    <a:pt x="16185" y="16015"/>
                  </a:cubicBezTo>
                  <a:lnTo>
                    <a:pt x="16185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058" y="16015"/>
                  </a:lnTo>
                  <a:lnTo>
                    <a:pt x="16058" y="16015"/>
                  </a:lnTo>
                  <a:lnTo>
                    <a:pt x="15973" y="15994"/>
                  </a:lnTo>
                  <a:lnTo>
                    <a:pt x="15951" y="16015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5909" y="15930"/>
                  </a:lnTo>
                  <a:lnTo>
                    <a:pt x="15951" y="15930"/>
                  </a:lnTo>
                  <a:lnTo>
                    <a:pt x="15973" y="15930"/>
                  </a:lnTo>
                  <a:lnTo>
                    <a:pt x="16036" y="15909"/>
                  </a:lnTo>
                  <a:lnTo>
                    <a:pt x="16036" y="15930"/>
                  </a:lnTo>
                  <a:lnTo>
                    <a:pt x="15973" y="15994"/>
                  </a:lnTo>
                  <a:lnTo>
                    <a:pt x="16058" y="16015"/>
                  </a:lnTo>
                  <a:cubicBezTo>
                    <a:pt x="16058" y="16015"/>
                    <a:pt x="16058" y="16015"/>
                    <a:pt x="16121" y="16015"/>
                  </a:cubicBezTo>
                  <a:lnTo>
                    <a:pt x="16121" y="16015"/>
                  </a:lnTo>
                  <a:lnTo>
                    <a:pt x="16121" y="16015"/>
                  </a:lnTo>
                  <a:cubicBezTo>
                    <a:pt x="16185" y="16015"/>
                    <a:pt x="16185" y="16015"/>
                    <a:pt x="16185" y="16015"/>
                  </a:cubicBezTo>
                  <a:cubicBezTo>
                    <a:pt x="16185" y="16015"/>
                    <a:pt x="16185" y="16015"/>
                    <a:pt x="16185" y="15994"/>
                  </a:cubicBezTo>
                  <a:lnTo>
                    <a:pt x="16185" y="15994"/>
                  </a:lnTo>
                  <a:lnTo>
                    <a:pt x="16227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D63C58AA-FF67-4262-9CFA-4B8F66900549}"/>
                </a:ext>
              </a:extLst>
            </p:cNvPr>
            <p:cNvSpPr/>
            <p:nvPr/>
          </p:nvSpPr>
          <p:spPr>
            <a:xfrm>
              <a:off x="6415939" y="4737296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51 w 21212"/>
                <a:gd name="connsiteY3" fmla="*/ 15909 h 21212"/>
                <a:gd name="connsiteX4" fmla="*/ 15951 w 21212"/>
                <a:gd name="connsiteY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3425D7C9-7747-4EFE-9C24-DFB4962ACA5F}"/>
                </a:ext>
              </a:extLst>
            </p:cNvPr>
            <p:cNvSpPr/>
            <p:nvPr/>
          </p:nvSpPr>
          <p:spPr>
            <a:xfrm>
              <a:off x="6415939" y="4736888"/>
              <a:ext cx="31327" cy="31327"/>
            </a:xfrm>
            <a:custGeom>
              <a:avLst/>
              <a:gdLst>
                <a:gd name="connsiteX0" fmla="*/ 16164 w 21212"/>
                <a:gd name="connsiteY0" fmla="*/ 16121 h 21212"/>
                <a:gd name="connsiteX1" fmla="*/ 16121 w 21212"/>
                <a:gd name="connsiteY1" fmla="*/ 16121 h 21212"/>
                <a:gd name="connsiteX2" fmla="*/ 15909 w 21212"/>
                <a:gd name="connsiteY2" fmla="*/ 16058 h 21212"/>
                <a:gd name="connsiteX3" fmla="*/ 15951 w 21212"/>
                <a:gd name="connsiteY3" fmla="*/ 16015 h 21212"/>
                <a:gd name="connsiteX4" fmla="*/ 15973 w 21212"/>
                <a:gd name="connsiteY4" fmla="*/ 15909 h 21212"/>
                <a:gd name="connsiteX5" fmla="*/ 16036 w 21212"/>
                <a:gd name="connsiteY5" fmla="*/ 15909 h 21212"/>
                <a:gd name="connsiteX6" fmla="*/ 16058 w 21212"/>
                <a:gd name="connsiteY6" fmla="*/ 15909 h 21212"/>
                <a:gd name="connsiteX7" fmla="*/ 16121 w 21212"/>
                <a:gd name="connsiteY7" fmla="*/ 15909 h 21212"/>
                <a:gd name="connsiteX8" fmla="*/ 16164 w 21212"/>
                <a:gd name="connsiteY8" fmla="*/ 15909 h 21212"/>
                <a:gd name="connsiteX9" fmla="*/ 16164 w 21212"/>
                <a:gd name="connsiteY9" fmla="*/ 16015 h 21212"/>
                <a:gd name="connsiteX10" fmla="*/ 16121 w 21212"/>
                <a:gd name="connsiteY10" fmla="*/ 16058 h 21212"/>
                <a:gd name="connsiteX11" fmla="*/ 16058 w 21212"/>
                <a:gd name="connsiteY11" fmla="*/ 16058 h 21212"/>
                <a:gd name="connsiteX12" fmla="*/ 16058 w 21212"/>
                <a:gd name="connsiteY12" fmla="*/ 16079 h 21212"/>
                <a:gd name="connsiteX13" fmla="*/ 16164 w 21212"/>
                <a:gd name="connsiteY13" fmla="*/ 16121 h 21212"/>
                <a:gd name="connsiteX14" fmla="*/ 16036 w 21212"/>
                <a:gd name="connsiteY14" fmla="*/ 16079 h 21212"/>
                <a:gd name="connsiteX15" fmla="*/ 16036 w 21212"/>
                <a:gd name="connsiteY15" fmla="*/ 16079 h 21212"/>
                <a:gd name="connsiteX16" fmla="*/ 16036 w 21212"/>
                <a:gd name="connsiteY16" fmla="*/ 16079 h 21212"/>
                <a:gd name="connsiteX17" fmla="*/ 16036 w 21212"/>
                <a:gd name="connsiteY17" fmla="*/ 16079 h 21212"/>
                <a:gd name="connsiteX18" fmla="*/ 16121 w 21212"/>
                <a:gd name="connsiteY18" fmla="*/ 16015 h 21212"/>
                <a:gd name="connsiteX19" fmla="*/ 16121 w 21212"/>
                <a:gd name="connsiteY19" fmla="*/ 16015 h 21212"/>
                <a:gd name="connsiteX20" fmla="*/ 16058 w 21212"/>
                <a:gd name="connsiteY20" fmla="*/ 16015 h 21212"/>
                <a:gd name="connsiteX21" fmla="*/ 16058 w 21212"/>
                <a:gd name="connsiteY21" fmla="*/ 15909 h 21212"/>
                <a:gd name="connsiteX22" fmla="*/ 16036 w 21212"/>
                <a:gd name="connsiteY22" fmla="*/ 15909 h 21212"/>
                <a:gd name="connsiteX23" fmla="*/ 15973 w 21212"/>
                <a:gd name="connsiteY23" fmla="*/ 16015 h 21212"/>
                <a:gd name="connsiteX24" fmla="*/ 15973 w 21212"/>
                <a:gd name="connsiteY24" fmla="*/ 16015 h 21212"/>
                <a:gd name="connsiteX25" fmla="*/ 15951 w 21212"/>
                <a:gd name="connsiteY25" fmla="*/ 16058 h 21212"/>
                <a:gd name="connsiteX26" fmla="*/ 16036 w 21212"/>
                <a:gd name="connsiteY26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12" h="21212">
                  <a:moveTo>
                    <a:pt x="16164" y="16121"/>
                  </a:moveTo>
                  <a:lnTo>
                    <a:pt x="16121" y="16121"/>
                  </a:lnTo>
                  <a:lnTo>
                    <a:pt x="15909" y="16058"/>
                  </a:lnTo>
                  <a:lnTo>
                    <a:pt x="15951" y="16015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6036" y="15909"/>
                  </a:cubicBezTo>
                  <a:cubicBezTo>
                    <a:pt x="16036" y="15909"/>
                    <a:pt x="16036" y="15909"/>
                    <a:pt x="16058" y="15909"/>
                  </a:cubicBezTo>
                  <a:lnTo>
                    <a:pt x="16121" y="15909"/>
                  </a:lnTo>
                  <a:cubicBezTo>
                    <a:pt x="16121" y="15909"/>
                    <a:pt x="16121" y="15909"/>
                    <a:pt x="16164" y="15909"/>
                  </a:cubicBezTo>
                  <a:cubicBezTo>
                    <a:pt x="16164" y="16015"/>
                    <a:pt x="16164" y="16015"/>
                    <a:pt x="16164" y="16015"/>
                  </a:cubicBezTo>
                  <a:cubicBezTo>
                    <a:pt x="16121" y="16015"/>
                    <a:pt x="16121" y="16058"/>
                    <a:pt x="16121" y="16058"/>
                  </a:cubicBezTo>
                  <a:lnTo>
                    <a:pt x="16058" y="16058"/>
                  </a:lnTo>
                  <a:cubicBezTo>
                    <a:pt x="16058" y="16079"/>
                    <a:pt x="16058" y="16079"/>
                    <a:pt x="16058" y="16079"/>
                  </a:cubicBezTo>
                  <a:lnTo>
                    <a:pt x="16164" y="16121"/>
                  </a:lnTo>
                  <a:close/>
                  <a:moveTo>
                    <a:pt x="16036" y="16079"/>
                  </a:moveTo>
                  <a:lnTo>
                    <a:pt x="16036" y="16079"/>
                  </a:lnTo>
                  <a:lnTo>
                    <a:pt x="16036" y="16079"/>
                  </a:lnTo>
                  <a:cubicBezTo>
                    <a:pt x="16058" y="16058"/>
                    <a:pt x="16058" y="16058"/>
                    <a:pt x="16036" y="16079"/>
                  </a:cubicBez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lnTo>
                    <a:pt x="16058" y="16015"/>
                  </a:lnTo>
                  <a:cubicBezTo>
                    <a:pt x="16058" y="15909"/>
                    <a:pt x="16058" y="15909"/>
                    <a:pt x="16058" y="15909"/>
                  </a:cubicBezTo>
                  <a:lnTo>
                    <a:pt x="16036" y="15909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51" y="16058"/>
                  </a:lnTo>
                  <a:lnTo>
                    <a:pt x="16036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B4C04B28-BE50-4E38-93CA-A97B68389F0A}"/>
                </a:ext>
              </a:extLst>
            </p:cNvPr>
            <p:cNvSpPr/>
            <p:nvPr/>
          </p:nvSpPr>
          <p:spPr>
            <a:xfrm>
              <a:off x="6416284" y="4736795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09 h 21212"/>
                <a:gd name="connsiteX3" fmla="*/ 16015 w 21212"/>
                <a:gd name="connsiteY3" fmla="*/ 15909 h 21212"/>
                <a:gd name="connsiteX4" fmla="*/ 16015 w 21212"/>
                <a:gd name="connsiteY4" fmla="*/ 15909 h 21212"/>
                <a:gd name="connsiteX5" fmla="*/ 15994 w 21212"/>
                <a:gd name="connsiteY5" fmla="*/ 15973 h 21212"/>
                <a:gd name="connsiteX6" fmla="*/ 16058 w 21212"/>
                <a:gd name="connsiteY6" fmla="*/ 16079 h 21212"/>
                <a:gd name="connsiteX7" fmla="*/ 16058 w 21212"/>
                <a:gd name="connsiteY7" fmla="*/ 16079 h 21212"/>
                <a:gd name="connsiteX8" fmla="*/ 15909 w 21212"/>
                <a:gd name="connsiteY8" fmla="*/ 15930 h 21212"/>
                <a:gd name="connsiteX9" fmla="*/ 15930 w 21212"/>
                <a:gd name="connsiteY9" fmla="*/ 15930 h 21212"/>
                <a:gd name="connsiteX10" fmla="*/ 15930 w 21212"/>
                <a:gd name="connsiteY10" fmla="*/ 15930 h 21212"/>
                <a:gd name="connsiteX11" fmla="*/ 15930 w 21212"/>
                <a:gd name="connsiteY11" fmla="*/ 15930 h 21212"/>
                <a:gd name="connsiteX12" fmla="*/ 15930 w 21212"/>
                <a:gd name="connsiteY12" fmla="*/ 15930 h 21212"/>
                <a:gd name="connsiteX13" fmla="*/ 15930 w 21212"/>
                <a:gd name="connsiteY13" fmla="*/ 15909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6058" y="16079"/>
                  </a:lnTo>
                  <a:lnTo>
                    <a:pt x="16058" y="16079"/>
                  </a:lnTo>
                  <a:lnTo>
                    <a:pt x="15909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cubicBezTo>
                    <a:pt x="15930" y="15930"/>
                    <a:pt x="15930" y="15930"/>
                    <a:pt x="15930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39DD646D-F142-430C-A5A1-A458A5A8E6FB}"/>
                </a:ext>
              </a:extLst>
            </p:cNvPr>
            <p:cNvSpPr/>
            <p:nvPr/>
          </p:nvSpPr>
          <p:spPr>
            <a:xfrm>
              <a:off x="6416441" y="4736670"/>
              <a:ext cx="31327" cy="31327"/>
            </a:xfrm>
            <a:custGeom>
              <a:avLst/>
              <a:gdLst>
                <a:gd name="connsiteX0" fmla="*/ 16142 w 21212"/>
                <a:gd name="connsiteY0" fmla="*/ 15952 h 21212"/>
                <a:gd name="connsiteX1" fmla="*/ 16142 w 21212"/>
                <a:gd name="connsiteY1" fmla="*/ 15952 h 21212"/>
                <a:gd name="connsiteX2" fmla="*/ 16142 w 21212"/>
                <a:gd name="connsiteY2" fmla="*/ 15994 h 21212"/>
                <a:gd name="connsiteX3" fmla="*/ 16142 w 21212"/>
                <a:gd name="connsiteY3" fmla="*/ 15994 h 21212"/>
                <a:gd name="connsiteX4" fmla="*/ 16121 w 21212"/>
                <a:gd name="connsiteY4" fmla="*/ 15994 h 21212"/>
                <a:gd name="connsiteX5" fmla="*/ 16121 w 21212"/>
                <a:gd name="connsiteY5" fmla="*/ 16015 h 21212"/>
                <a:gd name="connsiteX6" fmla="*/ 16058 w 21212"/>
                <a:gd name="connsiteY6" fmla="*/ 16015 h 21212"/>
                <a:gd name="connsiteX7" fmla="*/ 16058 w 21212"/>
                <a:gd name="connsiteY7" fmla="*/ 16015 h 21212"/>
                <a:gd name="connsiteX8" fmla="*/ 16036 w 21212"/>
                <a:gd name="connsiteY8" fmla="*/ 16015 h 21212"/>
                <a:gd name="connsiteX9" fmla="*/ 15994 w 21212"/>
                <a:gd name="connsiteY9" fmla="*/ 16015 h 21212"/>
                <a:gd name="connsiteX10" fmla="*/ 15994 w 21212"/>
                <a:gd name="connsiteY10" fmla="*/ 15994 h 21212"/>
                <a:gd name="connsiteX11" fmla="*/ 15994 w 21212"/>
                <a:gd name="connsiteY11" fmla="*/ 15994 h 21212"/>
                <a:gd name="connsiteX12" fmla="*/ 15994 w 21212"/>
                <a:gd name="connsiteY12" fmla="*/ 15994 h 21212"/>
                <a:gd name="connsiteX13" fmla="*/ 16036 w 21212"/>
                <a:gd name="connsiteY13" fmla="*/ 15952 h 21212"/>
                <a:gd name="connsiteX14" fmla="*/ 16036 w 21212"/>
                <a:gd name="connsiteY14" fmla="*/ 15952 h 21212"/>
                <a:gd name="connsiteX15" fmla="*/ 16058 w 21212"/>
                <a:gd name="connsiteY15" fmla="*/ 15952 h 21212"/>
                <a:gd name="connsiteX16" fmla="*/ 16058 w 21212"/>
                <a:gd name="connsiteY16" fmla="*/ 15952 h 21212"/>
                <a:gd name="connsiteX17" fmla="*/ 16058 w 21212"/>
                <a:gd name="connsiteY17" fmla="*/ 15952 h 21212"/>
                <a:gd name="connsiteX18" fmla="*/ 16036 w 21212"/>
                <a:gd name="connsiteY18" fmla="*/ 15952 h 21212"/>
                <a:gd name="connsiteX19" fmla="*/ 16036 w 21212"/>
                <a:gd name="connsiteY19" fmla="*/ 15952 h 21212"/>
                <a:gd name="connsiteX20" fmla="*/ 16036 w 21212"/>
                <a:gd name="connsiteY20" fmla="*/ 15952 h 21212"/>
                <a:gd name="connsiteX21" fmla="*/ 15994 w 21212"/>
                <a:gd name="connsiteY21" fmla="*/ 15952 h 21212"/>
                <a:gd name="connsiteX22" fmla="*/ 15952 w 21212"/>
                <a:gd name="connsiteY22" fmla="*/ 15952 h 21212"/>
                <a:gd name="connsiteX23" fmla="*/ 15952 w 21212"/>
                <a:gd name="connsiteY23" fmla="*/ 15994 h 21212"/>
                <a:gd name="connsiteX24" fmla="*/ 15909 w 21212"/>
                <a:gd name="connsiteY24" fmla="*/ 15952 h 21212"/>
                <a:gd name="connsiteX25" fmla="*/ 15909 w 21212"/>
                <a:gd name="connsiteY25" fmla="*/ 15952 h 21212"/>
                <a:gd name="connsiteX26" fmla="*/ 15952 w 21212"/>
                <a:gd name="connsiteY26" fmla="*/ 15952 h 21212"/>
                <a:gd name="connsiteX27" fmla="*/ 15952 w 21212"/>
                <a:gd name="connsiteY27" fmla="*/ 15952 h 21212"/>
                <a:gd name="connsiteX28" fmla="*/ 15952 w 21212"/>
                <a:gd name="connsiteY28" fmla="*/ 15952 h 21212"/>
                <a:gd name="connsiteX29" fmla="*/ 16036 w 21212"/>
                <a:gd name="connsiteY29" fmla="*/ 15909 h 21212"/>
                <a:gd name="connsiteX30" fmla="*/ 16058 w 21212"/>
                <a:gd name="connsiteY30" fmla="*/ 15909 h 21212"/>
                <a:gd name="connsiteX31" fmla="*/ 16058 w 21212"/>
                <a:gd name="connsiteY31" fmla="*/ 15909 h 21212"/>
                <a:gd name="connsiteX32" fmla="*/ 16058 w 21212"/>
                <a:gd name="connsiteY32" fmla="*/ 15909 h 21212"/>
                <a:gd name="connsiteX33" fmla="*/ 16185 w 21212"/>
                <a:gd name="connsiteY33" fmla="*/ 15952 h 21212"/>
                <a:gd name="connsiteX34" fmla="*/ 16142 w 21212"/>
                <a:gd name="connsiteY34" fmla="*/ 15994 h 21212"/>
                <a:gd name="connsiteX35" fmla="*/ 16142 w 21212"/>
                <a:gd name="connsiteY35" fmla="*/ 15952 h 21212"/>
                <a:gd name="connsiteX36" fmla="*/ 16121 w 21212"/>
                <a:gd name="connsiteY36" fmla="*/ 15952 h 21212"/>
                <a:gd name="connsiteX37" fmla="*/ 16058 w 21212"/>
                <a:gd name="connsiteY37" fmla="*/ 15952 h 21212"/>
                <a:gd name="connsiteX38" fmla="*/ 16036 w 21212"/>
                <a:gd name="connsiteY38" fmla="*/ 15994 h 21212"/>
                <a:gd name="connsiteX39" fmla="*/ 16036 w 21212"/>
                <a:gd name="connsiteY39" fmla="*/ 15994 h 21212"/>
                <a:gd name="connsiteX40" fmla="*/ 16036 w 21212"/>
                <a:gd name="connsiteY40" fmla="*/ 15994 h 21212"/>
                <a:gd name="connsiteX41" fmla="*/ 16036 w 21212"/>
                <a:gd name="connsiteY41" fmla="*/ 15994 h 21212"/>
                <a:gd name="connsiteX42" fmla="*/ 16058 w 21212"/>
                <a:gd name="connsiteY42" fmla="*/ 15994 h 21212"/>
                <a:gd name="connsiteX43" fmla="*/ 16058 w 21212"/>
                <a:gd name="connsiteY43" fmla="*/ 15994 h 21212"/>
                <a:gd name="connsiteX44" fmla="*/ 16121 w 21212"/>
                <a:gd name="connsiteY44" fmla="*/ 15994 h 21212"/>
                <a:gd name="connsiteX45" fmla="*/ 16121 w 21212"/>
                <a:gd name="connsiteY45" fmla="*/ 15994 h 21212"/>
                <a:gd name="connsiteX46" fmla="*/ 16121 w 21212"/>
                <a:gd name="connsiteY46" fmla="*/ 15994 h 21212"/>
                <a:gd name="connsiteX47" fmla="*/ 16121 w 21212"/>
                <a:gd name="connsiteY47" fmla="*/ 15952 h 21212"/>
                <a:gd name="connsiteX48" fmla="*/ 16121 w 21212"/>
                <a:gd name="connsiteY48" fmla="*/ 15952 h 21212"/>
                <a:gd name="connsiteX49" fmla="*/ 16121 w 21212"/>
                <a:gd name="connsiteY49" fmla="*/ 1595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52"/>
                  </a:moveTo>
                  <a:lnTo>
                    <a:pt x="16142" y="15952"/>
                  </a:lnTo>
                  <a:cubicBezTo>
                    <a:pt x="16142" y="15994"/>
                    <a:pt x="16142" y="15994"/>
                    <a:pt x="16142" y="15994"/>
                  </a:cubicBezTo>
                  <a:lnTo>
                    <a:pt x="16142" y="15994"/>
                  </a:lnTo>
                  <a:lnTo>
                    <a:pt x="16121" y="15994"/>
                  </a:lnTo>
                  <a:cubicBezTo>
                    <a:pt x="16121" y="15994"/>
                    <a:pt x="16121" y="15994"/>
                    <a:pt x="16121" y="16015"/>
                  </a:cubicBezTo>
                  <a:cubicBezTo>
                    <a:pt x="16121" y="16015"/>
                    <a:pt x="16121" y="16015"/>
                    <a:pt x="16058" y="16015"/>
                  </a:cubicBezTo>
                  <a:lnTo>
                    <a:pt x="16058" y="16015"/>
                  </a:lnTo>
                  <a:cubicBezTo>
                    <a:pt x="16036" y="16015"/>
                    <a:pt x="16036" y="16015"/>
                    <a:pt x="16036" y="16015"/>
                  </a:cubicBezTo>
                  <a:cubicBezTo>
                    <a:pt x="16036" y="16015"/>
                    <a:pt x="16036" y="16015"/>
                    <a:pt x="15994" y="16015"/>
                  </a:cubicBezTo>
                  <a:cubicBezTo>
                    <a:pt x="15994" y="16015"/>
                    <a:pt x="15994" y="16015"/>
                    <a:pt x="15994" y="15994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6036" y="15952"/>
                  </a:lnTo>
                  <a:lnTo>
                    <a:pt x="16036" y="15952"/>
                  </a:lnTo>
                  <a:lnTo>
                    <a:pt x="16058" y="15952"/>
                  </a:lnTo>
                  <a:lnTo>
                    <a:pt x="16058" y="15952"/>
                  </a:lnTo>
                  <a:lnTo>
                    <a:pt x="16058" y="15952"/>
                  </a:lnTo>
                  <a:lnTo>
                    <a:pt x="16036" y="15952"/>
                  </a:lnTo>
                  <a:lnTo>
                    <a:pt x="16036" y="15952"/>
                  </a:lnTo>
                  <a:lnTo>
                    <a:pt x="16036" y="15952"/>
                  </a:lnTo>
                  <a:cubicBezTo>
                    <a:pt x="15994" y="15952"/>
                    <a:pt x="15994" y="15952"/>
                    <a:pt x="15994" y="15952"/>
                  </a:cubicBezTo>
                  <a:cubicBezTo>
                    <a:pt x="15952" y="15952"/>
                    <a:pt x="15952" y="15952"/>
                    <a:pt x="15952" y="15952"/>
                  </a:cubicBezTo>
                  <a:lnTo>
                    <a:pt x="15952" y="15994"/>
                  </a:lnTo>
                  <a:lnTo>
                    <a:pt x="15909" y="15952"/>
                  </a:lnTo>
                  <a:lnTo>
                    <a:pt x="15909" y="15952"/>
                  </a:lnTo>
                  <a:cubicBezTo>
                    <a:pt x="15952" y="15952"/>
                    <a:pt x="15952" y="15952"/>
                    <a:pt x="15952" y="15952"/>
                  </a:cubicBezTo>
                  <a:lnTo>
                    <a:pt x="15952" y="15952"/>
                  </a:lnTo>
                  <a:lnTo>
                    <a:pt x="15952" y="15952"/>
                  </a:lnTo>
                  <a:cubicBezTo>
                    <a:pt x="15994" y="15952"/>
                    <a:pt x="15994" y="15909"/>
                    <a:pt x="16036" y="15909"/>
                  </a:cubicBezTo>
                  <a:cubicBezTo>
                    <a:pt x="16036" y="15909"/>
                    <a:pt x="16036" y="15909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185" y="15952"/>
                  </a:lnTo>
                  <a:lnTo>
                    <a:pt x="16142" y="15994"/>
                  </a:lnTo>
                  <a:lnTo>
                    <a:pt x="16142" y="15952"/>
                  </a:lnTo>
                  <a:close/>
                  <a:moveTo>
                    <a:pt x="16121" y="15952"/>
                  </a:moveTo>
                  <a:cubicBezTo>
                    <a:pt x="16058" y="15952"/>
                    <a:pt x="16058" y="15952"/>
                    <a:pt x="16058" y="15952"/>
                  </a:cubicBezTo>
                  <a:cubicBezTo>
                    <a:pt x="16058" y="15952"/>
                    <a:pt x="16058" y="15952"/>
                    <a:pt x="16036" y="15994"/>
                  </a:cubicBez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58" y="15994"/>
                  </a:lnTo>
                  <a:lnTo>
                    <a:pt x="16058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cubicBezTo>
                    <a:pt x="16121" y="15994"/>
                    <a:pt x="16121" y="15994"/>
                    <a:pt x="16121" y="15952"/>
                  </a:cubicBezTo>
                  <a:lnTo>
                    <a:pt x="16121" y="15952"/>
                  </a:lnTo>
                  <a:lnTo>
                    <a:pt x="16121" y="15952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EF6889E-39CC-4A5F-A625-6C36EC5A05CC}"/>
                </a:ext>
              </a:extLst>
            </p:cNvPr>
            <p:cNvSpPr/>
            <p:nvPr/>
          </p:nvSpPr>
          <p:spPr>
            <a:xfrm>
              <a:off x="6416754" y="4736481"/>
              <a:ext cx="31327" cy="31327"/>
            </a:xfrm>
            <a:custGeom>
              <a:avLst/>
              <a:gdLst>
                <a:gd name="connsiteX0" fmla="*/ 16142 w 21212"/>
                <a:gd name="connsiteY0" fmla="*/ 16015 h 21212"/>
                <a:gd name="connsiteX1" fmla="*/ 16142 w 21212"/>
                <a:gd name="connsiteY1" fmla="*/ 16015 h 21212"/>
                <a:gd name="connsiteX2" fmla="*/ 16185 w 21212"/>
                <a:gd name="connsiteY2" fmla="*/ 16015 h 21212"/>
                <a:gd name="connsiteX3" fmla="*/ 16185 w 21212"/>
                <a:gd name="connsiteY3" fmla="*/ 16015 h 21212"/>
                <a:gd name="connsiteX4" fmla="*/ 16185 w 21212"/>
                <a:gd name="connsiteY4" fmla="*/ 16015 h 21212"/>
                <a:gd name="connsiteX5" fmla="*/ 16142 w 21212"/>
                <a:gd name="connsiteY5" fmla="*/ 16015 h 21212"/>
                <a:gd name="connsiteX6" fmla="*/ 16058 w 21212"/>
                <a:gd name="connsiteY6" fmla="*/ 16036 h 21212"/>
                <a:gd name="connsiteX7" fmla="*/ 15994 w 21212"/>
                <a:gd name="connsiteY7" fmla="*/ 16036 h 21212"/>
                <a:gd name="connsiteX8" fmla="*/ 15973 w 21212"/>
                <a:gd name="connsiteY8" fmla="*/ 16036 h 21212"/>
                <a:gd name="connsiteX9" fmla="*/ 15930 w 21212"/>
                <a:gd name="connsiteY9" fmla="*/ 16036 h 21212"/>
                <a:gd name="connsiteX10" fmla="*/ 15909 w 21212"/>
                <a:gd name="connsiteY10" fmla="*/ 16015 h 21212"/>
                <a:gd name="connsiteX11" fmla="*/ 15909 w 21212"/>
                <a:gd name="connsiteY11" fmla="*/ 16015 h 21212"/>
                <a:gd name="connsiteX12" fmla="*/ 15909 w 21212"/>
                <a:gd name="connsiteY12" fmla="*/ 16015 h 21212"/>
                <a:gd name="connsiteX13" fmla="*/ 15930 w 21212"/>
                <a:gd name="connsiteY13" fmla="*/ 15930 h 21212"/>
                <a:gd name="connsiteX14" fmla="*/ 15973 w 21212"/>
                <a:gd name="connsiteY14" fmla="*/ 15930 h 21212"/>
                <a:gd name="connsiteX15" fmla="*/ 15973 w 21212"/>
                <a:gd name="connsiteY15" fmla="*/ 15909 h 21212"/>
                <a:gd name="connsiteX16" fmla="*/ 15994 w 21212"/>
                <a:gd name="connsiteY16" fmla="*/ 15909 h 21212"/>
                <a:gd name="connsiteX17" fmla="*/ 16142 w 21212"/>
                <a:gd name="connsiteY17" fmla="*/ 15930 h 21212"/>
                <a:gd name="connsiteX18" fmla="*/ 16142 w 21212"/>
                <a:gd name="connsiteY18" fmla="*/ 15930 h 21212"/>
                <a:gd name="connsiteX19" fmla="*/ 16142 w 21212"/>
                <a:gd name="connsiteY19" fmla="*/ 15930 h 21212"/>
                <a:gd name="connsiteX20" fmla="*/ 15973 w 21212"/>
                <a:gd name="connsiteY20" fmla="*/ 16015 h 21212"/>
                <a:gd name="connsiteX21" fmla="*/ 15994 w 21212"/>
                <a:gd name="connsiteY21" fmla="*/ 16036 h 21212"/>
                <a:gd name="connsiteX22" fmla="*/ 15994 w 21212"/>
                <a:gd name="connsiteY22" fmla="*/ 16036 h 21212"/>
                <a:gd name="connsiteX23" fmla="*/ 16058 w 21212"/>
                <a:gd name="connsiteY23" fmla="*/ 16036 h 21212"/>
                <a:gd name="connsiteX24" fmla="*/ 16142 w 21212"/>
                <a:gd name="connsiteY24" fmla="*/ 16015 h 21212"/>
                <a:gd name="connsiteX25" fmla="*/ 15930 w 21212"/>
                <a:gd name="connsiteY25" fmla="*/ 15930 h 21212"/>
                <a:gd name="connsiteX26" fmla="*/ 15930 w 21212"/>
                <a:gd name="connsiteY26" fmla="*/ 16015 h 21212"/>
                <a:gd name="connsiteX27" fmla="*/ 15930 w 21212"/>
                <a:gd name="connsiteY27" fmla="*/ 16015 h 21212"/>
                <a:gd name="connsiteX28" fmla="*/ 15930 w 21212"/>
                <a:gd name="connsiteY28" fmla="*/ 16015 h 21212"/>
                <a:gd name="connsiteX29" fmla="*/ 15930 w 21212"/>
                <a:gd name="connsiteY29" fmla="*/ 16015 h 21212"/>
                <a:gd name="connsiteX30" fmla="*/ 15994 w 21212"/>
                <a:gd name="connsiteY30" fmla="*/ 15930 h 21212"/>
                <a:gd name="connsiteX31" fmla="*/ 15994 w 21212"/>
                <a:gd name="connsiteY31" fmla="*/ 15930 h 21212"/>
                <a:gd name="connsiteX32" fmla="*/ 15973 w 21212"/>
                <a:gd name="connsiteY32" fmla="*/ 15930 h 21212"/>
                <a:gd name="connsiteX33" fmla="*/ 15973 w 21212"/>
                <a:gd name="connsiteY33" fmla="*/ 15930 h 21212"/>
                <a:gd name="connsiteX34" fmla="*/ 15930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42" y="16015"/>
                  </a:moveTo>
                  <a:lnTo>
                    <a:pt x="16142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ubicBezTo>
                    <a:pt x="16185" y="16015"/>
                    <a:pt x="16142" y="16015"/>
                    <a:pt x="16142" y="16015"/>
                  </a:cubicBezTo>
                  <a:cubicBezTo>
                    <a:pt x="16142" y="16036"/>
                    <a:pt x="16142" y="16036"/>
                    <a:pt x="16058" y="16036"/>
                  </a:cubicBezTo>
                  <a:lnTo>
                    <a:pt x="15994" y="16036"/>
                  </a:lnTo>
                  <a:lnTo>
                    <a:pt x="15973" y="16036"/>
                  </a:lnTo>
                  <a:cubicBezTo>
                    <a:pt x="15973" y="16036"/>
                    <a:pt x="15973" y="16036"/>
                    <a:pt x="15930" y="16036"/>
                  </a:cubicBezTo>
                  <a:cubicBezTo>
                    <a:pt x="15930" y="16036"/>
                    <a:pt x="15930" y="16036"/>
                    <a:pt x="15909" y="16015"/>
                  </a:cubicBezTo>
                  <a:lnTo>
                    <a:pt x="15909" y="16015"/>
                  </a:lnTo>
                  <a:lnTo>
                    <a:pt x="15909" y="16015"/>
                  </a:lnTo>
                  <a:cubicBezTo>
                    <a:pt x="15930" y="15930"/>
                    <a:pt x="15930" y="15930"/>
                    <a:pt x="15930" y="15930"/>
                  </a:cubicBezTo>
                  <a:lnTo>
                    <a:pt x="15973" y="15930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58" y="15909"/>
                    <a:pt x="16058" y="15930"/>
                    <a:pt x="16142" y="15930"/>
                  </a:cubicBezTo>
                  <a:lnTo>
                    <a:pt x="16142" y="15930"/>
                  </a:lnTo>
                  <a:lnTo>
                    <a:pt x="16142" y="15930"/>
                  </a:lnTo>
                  <a:lnTo>
                    <a:pt x="15973" y="16015"/>
                  </a:lnTo>
                  <a:cubicBezTo>
                    <a:pt x="15973" y="16036"/>
                    <a:pt x="15973" y="16036"/>
                    <a:pt x="15994" y="16036"/>
                  </a:cubicBezTo>
                  <a:lnTo>
                    <a:pt x="15994" y="16036"/>
                  </a:lnTo>
                  <a:lnTo>
                    <a:pt x="16058" y="16036"/>
                  </a:lnTo>
                  <a:cubicBezTo>
                    <a:pt x="16058" y="16015"/>
                    <a:pt x="16058" y="16015"/>
                    <a:pt x="16142" y="16015"/>
                  </a:cubicBezTo>
                  <a:close/>
                  <a:moveTo>
                    <a:pt x="15930" y="15930"/>
                  </a:moveTo>
                  <a:cubicBezTo>
                    <a:pt x="15930" y="15930"/>
                    <a:pt x="15930" y="15930"/>
                    <a:pt x="15930" y="16015"/>
                  </a:cubicBezTo>
                  <a:lnTo>
                    <a:pt x="15930" y="16015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94" y="15930"/>
                    <a:pt x="15994" y="15930"/>
                    <a:pt x="15973" y="15930"/>
                  </a:cubicBezTo>
                  <a:lnTo>
                    <a:pt x="15973" y="15930"/>
                  </a:lnTo>
                  <a:cubicBezTo>
                    <a:pt x="15973" y="15930"/>
                    <a:pt x="15973" y="15930"/>
                    <a:pt x="15930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E57BB577-98D3-4A47-9590-8F473A7D5D9B}"/>
                </a:ext>
              </a:extLst>
            </p:cNvPr>
            <p:cNvSpPr/>
            <p:nvPr/>
          </p:nvSpPr>
          <p:spPr>
            <a:xfrm>
              <a:off x="6416972" y="4736388"/>
              <a:ext cx="31327" cy="31327"/>
            </a:xfrm>
            <a:custGeom>
              <a:avLst/>
              <a:gdLst>
                <a:gd name="connsiteX0" fmla="*/ 15994 w 21212"/>
                <a:gd name="connsiteY0" fmla="*/ 15973 h 21212"/>
                <a:gd name="connsiteX1" fmla="*/ 16036 w 21212"/>
                <a:gd name="connsiteY1" fmla="*/ 15973 h 21212"/>
                <a:gd name="connsiteX2" fmla="*/ 16036 w 21212"/>
                <a:gd name="connsiteY2" fmla="*/ 15973 h 21212"/>
                <a:gd name="connsiteX3" fmla="*/ 16036 w 21212"/>
                <a:gd name="connsiteY3" fmla="*/ 15973 h 21212"/>
                <a:gd name="connsiteX4" fmla="*/ 16079 w 21212"/>
                <a:gd name="connsiteY4" fmla="*/ 15973 h 21212"/>
                <a:gd name="connsiteX5" fmla="*/ 16079 w 21212"/>
                <a:gd name="connsiteY5" fmla="*/ 15930 h 21212"/>
                <a:gd name="connsiteX6" fmla="*/ 16121 w 21212"/>
                <a:gd name="connsiteY6" fmla="*/ 15930 h 21212"/>
                <a:gd name="connsiteX7" fmla="*/ 16121 w 21212"/>
                <a:gd name="connsiteY7" fmla="*/ 15930 h 21212"/>
                <a:gd name="connsiteX8" fmla="*/ 16185 w 21212"/>
                <a:gd name="connsiteY8" fmla="*/ 15930 h 21212"/>
                <a:gd name="connsiteX9" fmla="*/ 16185 w 21212"/>
                <a:gd name="connsiteY9" fmla="*/ 15973 h 21212"/>
                <a:gd name="connsiteX10" fmla="*/ 16185 w 21212"/>
                <a:gd name="connsiteY10" fmla="*/ 15973 h 21212"/>
                <a:gd name="connsiteX11" fmla="*/ 16185 w 21212"/>
                <a:gd name="connsiteY11" fmla="*/ 15973 h 21212"/>
                <a:gd name="connsiteX12" fmla="*/ 16185 w 21212"/>
                <a:gd name="connsiteY12" fmla="*/ 15994 h 21212"/>
                <a:gd name="connsiteX13" fmla="*/ 16121 w 21212"/>
                <a:gd name="connsiteY13" fmla="*/ 15994 h 21212"/>
                <a:gd name="connsiteX14" fmla="*/ 16121 w 21212"/>
                <a:gd name="connsiteY14" fmla="*/ 15994 h 21212"/>
                <a:gd name="connsiteX15" fmla="*/ 16079 w 21212"/>
                <a:gd name="connsiteY15" fmla="*/ 15994 h 21212"/>
                <a:gd name="connsiteX16" fmla="*/ 16079 w 21212"/>
                <a:gd name="connsiteY16" fmla="*/ 15994 h 21212"/>
                <a:gd name="connsiteX17" fmla="*/ 16079 w 21212"/>
                <a:gd name="connsiteY17" fmla="*/ 15994 h 21212"/>
                <a:gd name="connsiteX18" fmla="*/ 16079 w 21212"/>
                <a:gd name="connsiteY18" fmla="*/ 15994 h 21212"/>
                <a:gd name="connsiteX19" fmla="*/ 16121 w 21212"/>
                <a:gd name="connsiteY19" fmla="*/ 15973 h 21212"/>
                <a:gd name="connsiteX20" fmla="*/ 16121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73 h 21212"/>
                <a:gd name="connsiteX25" fmla="*/ 16121 w 21212"/>
                <a:gd name="connsiteY25" fmla="*/ 15973 h 21212"/>
                <a:gd name="connsiteX26" fmla="*/ 16079 w 21212"/>
                <a:gd name="connsiteY26" fmla="*/ 15973 h 21212"/>
                <a:gd name="connsiteX27" fmla="*/ 16079 w 21212"/>
                <a:gd name="connsiteY27" fmla="*/ 15973 h 21212"/>
                <a:gd name="connsiteX28" fmla="*/ 16036 w 21212"/>
                <a:gd name="connsiteY28" fmla="*/ 15973 h 21212"/>
                <a:gd name="connsiteX29" fmla="*/ 16036 w 21212"/>
                <a:gd name="connsiteY29" fmla="*/ 15973 h 21212"/>
                <a:gd name="connsiteX30" fmla="*/ 15994 w 21212"/>
                <a:gd name="connsiteY30" fmla="*/ 15973 h 21212"/>
                <a:gd name="connsiteX31" fmla="*/ 15994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30 h 21212"/>
                <a:gd name="connsiteX34" fmla="*/ 15994 w 21212"/>
                <a:gd name="connsiteY34" fmla="*/ 15930 h 21212"/>
                <a:gd name="connsiteX35" fmla="*/ 15994 w 21212"/>
                <a:gd name="connsiteY35" fmla="*/ 15909 h 21212"/>
                <a:gd name="connsiteX36" fmla="*/ 16036 w 21212"/>
                <a:gd name="connsiteY36" fmla="*/ 15909 h 21212"/>
                <a:gd name="connsiteX37" fmla="*/ 16036 w 21212"/>
                <a:gd name="connsiteY37" fmla="*/ 15909 h 21212"/>
                <a:gd name="connsiteX38" fmla="*/ 16079 w 21212"/>
                <a:gd name="connsiteY38" fmla="*/ 15909 h 21212"/>
                <a:gd name="connsiteX39" fmla="*/ 16036 w 21212"/>
                <a:gd name="connsiteY39" fmla="*/ 15909 h 21212"/>
                <a:gd name="connsiteX40" fmla="*/ 16036 w 21212"/>
                <a:gd name="connsiteY40" fmla="*/ 15909 h 21212"/>
                <a:gd name="connsiteX41" fmla="*/ 15994 w 21212"/>
                <a:gd name="connsiteY41" fmla="*/ 15930 h 21212"/>
                <a:gd name="connsiteX42" fmla="*/ 15994 w 21212"/>
                <a:gd name="connsiteY42" fmla="*/ 15930 h 21212"/>
                <a:gd name="connsiteX43" fmla="*/ 15994 w 21212"/>
                <a:gd name="connsiteY43" fmla="*/ 15973 h 21212"/>
                <a:gd name="connsiteX44" fmla="*/ 15994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94" y="15973"/>
                  </a:move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cubicBezTo>
                    <a:pt x="16036" y="15930"/>
                    <a:pt x="16079" y="15973"/>
                    <a:pt x="16079" y="15973"/>
                  </a:cubicBezTo>
                  <a:cubicBezTo>
                    <a:pt x="16079" y="15930"/>
                    <a:pt x="16079" y="15930"/>
                    <a:pt x="16079" y="15930"/>
                  </a:cubicBezTo>
                  <a:cubicBezTo>
                    <a:pt x="16121" y="15930"/>
                    <a:pt x="16121" y="15930"/>
                    <a:pt x="16121" y="15930"/>
                  </a:cubicBezTo>
                  <a:lnTo>
                    <a:pt x="16121" y="15930"/>
                  </a:lnTo>
                  <a:cubicBezTo>
                    <a:pt x="16185" y="15930"/>
                    <a:pt x="16185" y="15930"/>
                    <a:pt x="16185" y="15930"/>
                  </a:cubicBezTo>
                  <a:cubicBezTo>
                    <a:pt x="16185" y="15930"/>
                    <a:pt x="16185" y="15930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5973"/>
                    <a:pt x="16185" y="15973"/>
                    <a:pt x="16185" y="15994"/>
                  </a:cubicBezTo>
                  <a:lnTo>
                    <a:pt x="16121" y="15994"/>
                  </a:lnTo>
                  <a:lnTo>
                    <a:pt x="16121" y="15994"/>
                  </a:lnTo>
                  <a:cubicBezTo>
                    <a:pt x="16121" y="15994"/>
                    <a:pt x="16121" y="15994"/>
                    <a:pt x="16079" y="15994"/>
                  </a:cubicBez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cubicBezTo>
                    <a:pt x="16121" y="15994"/>
                    <a:pt x="16121" y="15973"/>
                    <a:pt x="16121" y="15973"/>
                  </a:cubicBezTo>
                  <a:lnTo>
                    <a:pt x="16121" y="15973"/>
                  </a:lnTo>
                  <a:cubicBezTo>
                    <a:pt x="16185" y="15973"/>
                    <a:pt x="16185" y="15973"/>
                    <a:pt x="16185" y="15973"/>
                  </a:cubicBezTo>
                  <a:lnTo>
                    <a:pt x="16185" y="15973"/>
                  </a:lnTo>
                  <a:cubicBezTo>
                    <a:pt x="16185" y="15973"/>
                    <a:pt x="16185" y="15973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079" y="15973"/>
                  </a:cubicBezTo>
                  <a:lnTo>
                    <a:pt x="16079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30"/>
                  </a:cubicBezTo>
                  <a:cubicBezTo>
                    <a:pt x="15909" y="15930"/>
                    <a:pt x="15909" y="15930"/>
                    <a:pt x="15994" y="15930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6036" y="15909"/>
                  </a:cubicBezTo>
                  <a:lnTo>
                    <a:pt x="16036" y="15909"/>
                  </a:lnTo>
                  <a:lnTo>
                    <a:pt x="16079" y="15909"/>
                  </a:lnTo>
                  <a:lnTo>
                    <a:pt x="16036" y="15909"/>
                  </a:lnTo>
                  <a:cubicBezTo>
                    <a:pt x="16036" y="15909"/>
                    <a:pt x="16036" y="15930"/>
                    <a:pt x="16036" y="15909"/>
                  </a:cubicBezTo>
                  <a:cubicBezTo>
                    <a:pt x="15994" y="15930"/>
                    <a:pt x="15994" y="15930"/>
                    <a:pt x="15994" y="15930"/>
                  </a:cubicBezTo>
                  <a:lnTo>
                    <a:pt x="15994" y="15930"/>
                  </a:lnTo>
                  <a:cubicBezTo>
                    <a:pt x="15994" y="15930"/>
                    <a:pt x="15994" y="15930"/>
                    <a:pt x="15994" y="15973"/>
                  </a:cubicBezTo>
                  <a:lnTo>
                    <a:pt x="1599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C5FDF4FA-72CE-49FF-A5E0-F1DCC6BCEECB}"/>
                </a:ext>
              </a:extLst>
            </p:cNvPr>
            <p:cNvSpPr/>
            <p:nvPr/>
          </p:nvSpPr>
          <p:spPr>
            <a:xfrm>
              <a:off x="6417285" y="4736293"/>
              <a:ext cx="31327" cy="31327"/>
            </a:xfrm>
            <a:custGeom>
              <a:avLst/>
              <a:gdLst>
                <a:gd name="connsiteX0" fmla="*/ 16100 w 21212"/>
                <a:gd name="connsiteY0" fmla="*/ 15909 h 21212"/>
                <a:gd name="connsiteX1" fmla="*/ 16100 w 21212"/>
                <a:gd name="connsiteY1" fmla="*/ 15909 h 21212"/>
                <a:gd name="connsiteX2" fmla="*/ 16100 w 21212"/>
                <a:gd name="connsiteY2" fmla="*/ 15909 h 21212"/>
                <a:gd name="connsiteX3" fmla="*/ 16164 w 21212"/>
                <a:gd name="connsiteY3" fmla="*/ 15909 h 21212"/>
                <a:gd name="connsiteX4" fmla="*/ 16164 w 21212"/>
                <a:gd name="connsiteY4" fmla="*/ 15909 h 21212"/>
                <a:gd name="connsiteX5" fmla="*/ 16100 w 21212"/>
                <a:gd name="connsiteY5" fmla="*/ 15973 h 21212"/>
                <a:gd name="connsiteX6" fmla="*/ 16079 w 21212"/>
                <a:gd name="connsiteY6" fmla="*/ 15973 h 21212"/>
                <a:gd name="connsiteX7" fmla="*/ 16015 w 21212"/>
                <a:gd name="connsiteY7" fmla="*/ 15973 h 21212"/>
                <a:gd name="connsiteX8" fmla="*/ 15994 w 21212"/>
                <a:gd name="connsiteY8" fmla="*/ 15973 h 21212"/>
                <a:gd name="connsiteX9" fmla="*/ 15973 w 21212"/>
                <a:gd name="connsiteY9" fmla="*/ 15973 h 21212"/>
                <a:gd name="connsiteX10" fmla="*/ 15909 w 21212"/>
                <a:gd name="connsiteY10" fmla="*/ 15973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73 w 21212"/>
                <a:gd name="connsiteY13" fmla="*/ 15909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6015 w 21212"/>
                <a:gd name="connsiteY16" fmla="*/ 15909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100 w 21212"/>
                <a:gd name="connsiteY19" fmla="*/ 15909 h 21212"/>
                <a:gd name="connsiteX20" fmla="*/ 15994 w 21212"/>
                <a:gd name="connsiteY20" fmla="*/ 15973 h 21212"/>
                <a:gd name="connsiteX21" fmla="*/ 15994 w 21212"/>
                <a:gd name="connsiteY21" fmla="*/ 15973 h 21212"/>
                <a:gd name="connsiteX22" fmla="*/ 16015 w 21212"/>
                <a:gd name="connsiteY22" fmla="*/ 15973 h 21212"/>
                <a:gd name="connsiteX23" fmla="*/ 16079 w 21212"/>
                <a:gd name="connsiteY23" fmla="*/ 15973 h 21212"/>
                <a:gd name="connsiteX24" fmla="*/ 16100 w 21212"/>
                <a:gd name="connsiteY24" fmla="*/ 15909 h 21212"/>
                <a:gd name="connsiteX25" fmla="*/ 15973 w 21212"/>
                <a:gd name="connsiteY25" fmla="*/ 15909 h 21212"/>
                <a:gd name="connsiteX26" fmla="*/ 15973 w 21212"/>
                <a:gd name="connsiteY26" fmla="*/ 15909 h 21212"/>
                <a:gd name="connsiteX27" fmla="*/ 15973 w 21212"/>
                <a:gd name="connsiteY27" fmla="*/ 15909 h 21212"/>
                <a:gd name="connsiteX28" fmla="*/ 15973 w 21212"/>
                <a:gd name="connsiteY28" fmla="*/ 15909 h 21212"/>
                <a:gd name="connsiteX29" fmla="*/ 15973 w 21212"/>
                <a:gd name="connsiteY29" fmla="*/ 15909 h 21212"/>
                <a:gd name="connsiteX30" fmla="*/ 16079 w 21212"/>
                <a:gd name="connsiteY30" fmla="*/ 15909 h 21212"/>
                <a:gd name="connsiteX31" fmla="*/ 16015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5909"/>
                  </a:moveTo>
                  <a:lnTo>
                    <a:pt x="16100" y="15909"/>
                  </a:lnTo>
                  <a:lnTo>
                    <a:pt x="16100" y="15909"/>
                  </a:lnTo>
                  <a:lnTo>
                    <a:pt x="16164" y="15909"/>
                  </a:lnTo>
                  <a:lnTo>
                    <a:pt x="16164" y="15909"/>
                  </a:lnTo>
                  <a:lnTo>
                    <a:pt x="16100" y="15973"/>
                  </a:lnTo>
                  <a:lnTo>
                    <a:pt x="16079" y="15973"/>
                  </a:lnTo>
                  <a:cubicBezTo>
                    <a:pt x="16079" y="15973"/>
                    <a:pt x="16079" y="15973"/>
                    <a:pt x="16015" y="15973"/>
                  </a:cubicBezTo>
                  <a:lnTo>
                    <a:pt x="15994" y="15973"/>
                  </a:lnTo>
                  <a:lnTo>
                    <a:pt x="15973" y="15973"/>
                  </a:lnTo>
                  <a:cubicBezTo>
                    <a:pt x="15973" y="15973"/>
                    <a:pt x="15973" y="15973"/>
                    <a:pt x="15909" y="15973"/>
                  </a:cubicBezTo>
                  <a:cubicBezTo>
                    <a:pt x="15909" y="15909"/>
                    <a:pt x="15909" y="15909"/>
                    <a:pt x="15909" y="15909"/>
                  </a:cubicBez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09"/>
                    <a:pt x="15973" y="15909"/>
                    <a:pt x="15994" y="15909"/>
                  </a:cubicBezTo>
                  <a:lnTo>
                    <a:pt x="15994" y="15909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79" y="15909"/>
                    <a:pt x="16079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5994" y="15973"/>
                  </a:lnTo>
                  <a:lnTo>
                    <a:pt x="15994" y="15973"/>
                  </a:lnTo>
                  <a:cubicBezTo>
                    <a:pt x="16015" y="15973"/>
                    <a:pt x="16015" y="15973"/>
                    <a:pt x="16015" y="15973"/>
                  </a:cubicBezTo>
                  <a:lnTo>
                    <a:pt x="16079" y="15973"/>
                  </a:lnTo>
                  <a:cubicBezTo>
                    <a:pt x="16079" y="15909"/>
                    <a:pt x="16079" y="15973"/>
                    <a:pt x="16100" y="15909"/>
                  </a:cubicBezTo>
                  <a:close/>
                  <a:moveTo>
                    <a:pt x="15973" y="15909"/>
                  </a:move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079" y="15909"/>
                  </a:lnTo>
                  <a:cubicBezTo>
                    <a:pt x="16015" y="15909"/>
                    <a:pt x="16015" y="15909"/>
                    <a:pt x="16015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35A048B6-4B68-4B8A-AADF-6E37C85D8315}"/>
                </a:ext>
              </a:extLst>
            </p:cNvPr>
            <p:cNvSpPr/>
            <p:nvPr/>
          </p:nvSpPr>
          <p:spPr>
            <a:xfrm>
              <a:off x="6417568" y="4736105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73 h 21212"/>
                <a:gd name="connsiteX3" fmla="*/ 15909 w 21212"/>
                <a:gd name="connsiteY3" fmla="*/ 15973 h 21212"/>
                <a:gd name="connsiteX4" fmla="*/ 15909 w 21212"/>
                <a:gd name="connsiteY4" fmla="*/ 15909 h 21212"/>
                <a:gd name="connsiteX5" fmla="*/ 15973 w 21212"/>
                <a:gd name="connsiteY5" fmla="*/ 15909 h 21212"/>
                <a:gd name="connsiteX6" fmla="*/ 16058 w 21212"/>
                <a:gd name="connsiteY6" fmla="*/ 15909 h 21212"/>
                <a:gd name="connsiteX7" fmla="*/ 16058 w 21212"/>
                <a:gd name="connsiteY7" fmla="*/ 15909 h 21212"/>
                <a:gd name="connsiteX8" fmla="*/ 16058 w 21212"/>
                <a:gd name="connsiteY8" fmla="*/ 15909 h 21212"/>
                <a:gd name="connsiteX9" fmla="*/ 16121 w 21212"/>
                <a:gd name="connsiteY9" fmla="*/ 15909 h 21212"/>
                <a:gd name="connsiteX10" fmla="*/ 16185 w 21212"/>
                <a:gd name="connsiteY10" fmla="*/ 15951 h 21212"/>
                <a:gd name="connsiteX11" fmla="*/ 16142 w 21212"/>
                <a:gd name="connsiteY11" fmla="*/ 15973 h 21212"/>
                <a:gd name="connsiteX12" fmla="*/ 16058 w 21212"/>
                <a:gd name="connsiteY12" fmla="*/ 15951 h 21212"/>
                <a:gd name="connsiteX13" fmla="*/ 16058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51 h 21212"/>
                <a:gd name="connsiteX16" fmla="*/ 15973 w 21212"/>
                <a:gd name="connsiteY16" fmla="*/ 15973 h 21212"/>
                <a:gd name="connsiteX17" fmla="*/ 16058 w 21212"/>
                <a:gd name="connsiteY17" fmla="*/ 16058 h 21212"/>
                <a:gd name="connsiteX18" fmla="*/ 16058 w 21212"/>
                <a:gd name="connsiteY18" fmla="*/ 16058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09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51"/>
                    <a:pt x="15909" y="15951"/>
                    <a:pt x="15909" y="15909"/>
                  </a:cubicBezTo>
                  <a:lnTo>
                    <a:pt x="15973" y="15909"/>
                  </a:lnTo>
                  <a:cubicBezTo>
                    <a:pt x="15973" y="15909"/>
                    <a:pt x="15973" y="15909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cubicBezTo>
                    <a:pt x="16058" y="15909"/>
                    <a:pt x="16058" y="15909"/>
                    <a:pt x="16121" y="15909"/>
                  </a:cubicBezTo>
                  <a:lnTo>
                    <a:pt x="16185" y="15951"/>
                  </a:lnTo>
                  <a:lnTo>
                    <a:pt x="16142" y="15973"/>
                  </a:lnTo>
                  <a:lnTo>
                    <a:pt x="16058" y="15951"/>
                  </a:lnTo>
                  <a:cubicBezTo>
                    <a:pt x="16058" y="15909"/>
                    <a:pt x="16058" y="15909"/>
                    <a:pt x="16058" y="15909"/>
                  </a:cubicBezTo>
                  <a:cubicBezTo>
                    <a:pt x="16058" y="15909"/>
                    <a:pt x="16058" y="15909"/>
                    <a:pt x="15973" y="15909"/>
                  </a:cubicBezTo>
                  <a:cubicBezTo>
                    <a:pt x="15973" y="15951"/>
                    <a:pt x="15973" y="15951"/>
                    <a:pt x="15973" y="15951"/>
                  </a:cubicBezTo>
                  <a:cubicBezTo>
                    <a:pt x="15909" y="15951"/>
                    <a:pt x="15973" y="15973"/>
                    <a:pt x="15973" y="15973"/>
                  </a:cubicBezTo>
                  <a:lnTo>
                    <a:pt x="16058" y="16058"/>
                  </a:lnTo>
                  <a:lnTo>
                    <a:pt x="16058" y="16058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E0349F75-D032-4F82-97CC-C6E40E3A297A}"/>
                </a:ext>
              </a:extLst>
            </p:cNvPr>
            <p:cNvSpPr/>
            <p:nvPr/>
          </p:nvSpPr>
          <p:spPr>
            <a:xfrm>
              <a:off x="6417757" y="4735949"/>
              <a:ext cx="31327" cy="31327"/>
            </a:xfrm>
            <a:custGeom>
              <a:avLst/>
              <a:gdLst>
                <a:gd name="connsiteX0" fmla="*/ 16142 w 21212"/>
                <a:gd name="connsiteY0" fmla="*/ 15973 h 21212"/>
                <a:gd name="connsiteX1" fmla="*/ 16142 w 21212"/>
                <a:gd name="connsiteY1" fmla="*/ 15973 h 21212"/>
                <a:gd name="connsiteX2" fmla="*/ 16142 w 21212"/>
                <a:gd name="connsiteY2" fmla="*/ 15973 h 21212"/>
                <a:gd name="connsiteX3" fmla="*/ 16100 w 21212"/>
                <a:gd name="connsiteY3" fmla="*/ 16015 h 21212"/>
                <a:gd name="connsiteX4" fmla="*/ 16100 w 21212"/>
                <a:gd name="connsiteY4" fmla="*/ 16015 h 21212"/>
                <a:gd name="connsiteX5" fmla="*/ 16100 w 21212"/>
                <a:gd name="connsiteY5" fmla="*/ 16015 h 21212"/>
                <a:gd name="connsiteX6" fmla="*/ 16036 w 21212"/>
                <a:gd name="connsiteY6" fmla="*/ 16015 h 21212"/>
                <a:gd name="connsiteX7" fmla="*/ 15973 w 21212"/>
                <a:gd name="connsiteY7" fmla="*/ 15973 h 21212"/>
                <a:gd name="connsiteX8" fmla="*/ 15973 w 21212"/>
                <a:gd name="connsiteY8" fmla="*/ 15973 h 21212"/>
                <a:gd name="connsiteX9" fmla="*/ 15909 w 21212"/>
                <a:gd name="connsiteY9" fmla="*/ 15973 h 21212"/>
                <a:gd name="connsiteX10" fmla="*/ 15973 w 21212"/>
                <a:gd name="connsiteY10" fmla="*/ 15973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73 w 21212"/>
                <a:gd name="connsiteY13" fmla="*/ 15909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5994 w 21212"/>
                <a:gd name="connsiteY16" fmla="*/ 15909 h 21212"/>
                <a:gd name="connsiteX17" fmla="*/ 16100 w 21212"/>
                <a:gd name="connsiteY17" fmla="*/ 15973 h 21212"/>
                <a:gd name="connsiteX18" fmla="*/ 16100 w 21212"/>
                <a:gd name="connsiteY18" fmla="*/ 15973 h 21212"/>
                <a:gd name="connsiteX19" fmla="*/ 16100 w 21212"/>
                <a:gd name="connsiteY19" fmla="*/ 15973 h 21212"/>
                <a:gd name="connsiteX20" fmla="*/ 16100 w 21212"/>
                <a:gd name="connsiteY20" fmla="*/ 15973 h 21212"/>
                <a:gd name="connsiteX21" fmla="*/ 16100 w 21212"/>
                <a:gd name="connsiteY21" fmla="*/ 15973 h 21212"/>
                <a:gd name="connsiteX22" fmla="*/ 16142 w 21212"/>
                <a:gd name="connsiteY22" fmla="*/ 15973 h 21212"/>
                <a:gd name="connsiteX23" fmla="*/ 16142 w 21212"/>
                <a:gd name="connsiteY23" fmla="*/ 15973 h 21212"/>
                <a:gd name="connsiteX24" fmla="*/ 16142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73"/>
                  </a:moveTo>
                  <a:lnTo>
                    <a:pt x="16142" y="15973"/>
                  </a:lnTo>
                  <a:lnTo>
                    <a:pt x="16142" y="15973"/>
                  </a:lnTo>
                  <a:cubicBezTo>
                    <a:pt x="16142" y="16015"/>
                    <a:pt x="16100" y="16015"/>
                    <a:pt x="16100" y="16015"/>
                  </a:cubicBezTo>
                  <a:lnTo>
                    <a:pt x="16100" y="16015"/>
                  </a:lnTo>
                  <a:lnTo>
                    <a:pt x="16100" y="16015"/>
                  </a:lnTo>
                  <a:lnTo>
                    <a:pt x="16036" y="16015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94" y="15909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B6D5CC2-A682-4779-BFC3-FC45D49629C0}"/>
                </a:ext>
              </a:extLst>
            </p:cNvPr>
            <p:cNvSpPr/>
            <p:nvPr/>
          </p:nvSpPr>
          <p:spPr>
            <a:xfrm>
              <a:off x="6404004" y="4744814"/>
              <a:ext cx="31327" cy="31327"/>
            </a:xfrm>
            <a:custGeom>
              <a:avLst/>
              <a:gdLst>
                <a:gd name="connsiteX0" fmla="*/ 16164 w 21212"/>
                <a:gd name="connsiteY0" fmla="*/ 15909 h 21212"/>
                <a:gd name="connsiteX1" fmla="*/ 16185 w 21212"/>
                <a:gd name="connsiteY1" fmla="*/ 15951 h 21212"/>
                <a:gd name="connsiteX2" fmla="*/ 16185 w 21212"/>
                <a:gd name="connsiteY2" fmla="*/ 15951 h 21212"/>
                <a:gd name="connsiteX3" fmla="*/ 16185 w 21212"/>
                <a:gd name="connsiteY3" fmla="*/ 15951 h 21212"/>
                <a:gd name="connsiteX4" fmla="*/ 16185 w 21212"/>
                <a:gd name="connsiteY4" fmla="*/ 15973 h 21212"/>
                <a:gd name="connsiteX5" fmla="*/ 16185 w 21212"/>
                <a:gd name="connsiteY5" fmla="*/ 15973 h 21212"/>
                <a:gd name="connsiteX6" fmla="*/ 16185 w 21212"/>
                <a:gd name="connsiteY6" fmla="*/ 15973 h 21212"/>
                <a:gd name="connsiteX7" fmla="*/ 16164 w 21212"/>
                <a:gd name="connsiteY7" fmla="*/ 16058 h 21212"/>
                <a:gd name="connsiteX8" fmla="*/ 16100 w 21212"/>
                <a:gd name="connsiteY8" fmla="*/ 16058 h 21212"/>
                <a:gd name="connsiteX9" fmla="*/ 16100 w 21212"/>
                <a:gd name="connsiteY9" fmla="*/ 16058 h 21212"/>
                <a:gd name="connsiteX10" fmla="*/ 16185 w 21212"/>
                <a:gd name="connsiteY10" fmla="*/ 16100 h 21212"/>
                <a:gd name="connsiteX11" fmla="*/ 16164 w 21212"/>
                <a:gd name="connsiteY11" fmla="*/ 16100 h 21212"/>
                <a:gd name="connsiteX12" fmla="*/ 15909 w 21212"/>
                <a:gd name="connsiteY12" fmla="*/ 15951 h 21212"/>
                <a:gd name="connsiteX13" fmla="*/ 15951 w 21212"/>
                <a:gd name="connsiteY13" fmla="*/ 15951 h 21212"/>
                <a:gd name="connsiteX14" fmla="*/ 15951 w 21212"/>
                <a:gd name="connsiteY14" fmla="*/ 15951 h 21212"/>
                <a:gd name="connsiteX15" fmla="*/ 15951 w 21212"/>
                <a:gd name="connsiteY15" fmla="*/ 15951 h 21212"/>
                <a:gd name="connsiteX16" fmla="*/ 15951 w 21212"/>
                <a:gd name="connsiteY16" fmla="*/ 15951 h 21212"/>
                <a:gd name="connsiteX17" fmla="*/ 15951 w 21212"/>
                <a:gd name="connsiteY17" fmla="*/ 15951 h 21212"/>
                <a:gd name="connsiteX18" fmla="*/ 15951 w 21212"/>
                <a:gd name="connsiteY18" fmla="*/ 15951 h 21212"/>
                <a:gd name="connsiteX19" fmla="*/ 16036 w 21212"/>
                <a:gd name="connsiteY19" fmla="*/ 15909 h 21212"/>
                <a:gd name="connsiteX20" fmla="*/ 16079 w 21212"/>
                <a:gd name="connsiteY20" fmla="*/ 15909 h 21212"/>
                <a:gd name="connsiteX21" fmla="*/ 16100 w 21212"/>
                <a:gd name="connsiteY21" fmla="*/ 15909 h 21212"/>
                <a:gd name="connsiteX22" fmla="*/ 16164 w 21212"/>
                <a:gd name="connsiteY22" fmla="*/ 15909 h 21212"/>
                <a:gd name="connsiteX23" fmla="*/ 16164 w 21212"/>
                <a:gd name="connsiteY23" fmla="*/ 15909 h 21212"/>
                <a:gd name="connsiteX24" fmla="*/ 16164 w 21212"/>
                <a:gd name="connsiteY24" fmla="*/ 15951 h 21212"/>
                <a:gd name="connsiteX25" fmla="*/ 16100 w 21212"/>
                <a:gd name="connsiteY25" fmla="*/ 15909 h 21212"/>
                <a:gd name="connsiteX26" fmla="*/ 16100 w 21212"/>
                <a:gd name="connsiteY26" fmla="*/ 15909 h 21212"/>
                <a:gd name="connsiteX27" fmla="*/ 16079 w 21212"/>
                <a:gd name="connsiteY27" fmla="*/ 15909 h 21212"/>
                <a:gd name="connsiteX28" fmla="*/ 16036 w 21212"/>
                <a:gd name="connsiteY28" fmla="*/ 15951 h 21212"/>
                <a:gd name="connsiteX29" fmla="*/ 16036 w 21212"/>
                <a:gd name="connsiteY29" fmla="*/ 15951 h 21212"/>
                <a:gd name="connsiteX30" fmla="*/ 16036 w 21212"/>
                <a:gd name="connsiteY30" fmla="*/ 15951 h 21212"/>
                <a:gd name="connsiteX31" fmla="*/ 16036 w 21212"/>
                <a:gd name="connsiteY31" fmla="*/ 15951 h 21212"/>
                <a:gd name="connsiteX32" fmla="*/ 16036 w 21212"/>
                <a:gd name="connsiteY32" fmla="*/ 15951 h 21212"/>
                <a:gd name="connsiteX33" fmla="*/ 16100 w 21212"/>
                <a:gd name="connsiteY33" fmla="*/ 16058 h 21212"/>
                <a:gd name="connsiteX34" fmla="*/ 16100 w 21212"/>
                <a:gd name="connsiteY34" fmla="*/ 15973 h 21212"/>
                <a:gd name="connsiteX35" fmla="*/ 16164 w 21212"/>
                <a:gd name="connsiteY35" fmla="*/ 15951 h 21212"/>
                <a:gd name="connsiteX36" fmla="*/ 16164 w 21212"/>
                <a:gd name="connsiteY36" fmla="*/ 15951 h 21212"/>
                <a:gd name="connsiteX37" fmla="*/ 16164 w 21212"/>
                <a:gd name="connsiteY37" fmla="*/ 15951 h 21212"/>
                <a:gd name="connsiteX38" fmla="*/ 16164 w 21212"/>
                <a:gd name="connsiteY38" fmla="*/ 15951 h 21212"/>
                <a:gd name="connsiteX39" fmla="*/ 16164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64" y="15909"/>
                  </a:moveTo>
                  <a:cubicBezTo>
                    <a:pt x="16185" y="15909"/>
                    <a:pt x="16185" y="15951"/>
                    <a:pt x="16185" y="15951"/>
                  </a:cubicBezTo>
                  <a:lnTo>
                    <a:pt x="16185" y="15951"/>
                  </a:lnTo>
                  <a:lnTo>
                    <a:pt x="16185" y="15951"/>
                  </a:lnTo>
                  <a:cubicBezTo>
                    <a:pt x="16185" y="15951"/>
                    <a:pt x="16185" y="15951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cubicBezTo>
                    <a:pt x="16164" y="15973"/>
                    <a:pt x="16164" y="16058"/>
                    <a:pt x="16164" y="16058"/>
                  </a:cubicBezTo>
                  <a:lnTo>
                    <a:pt x="16100" y="16058"/>
                  </a:lnTo>
                  <a:lnTo>
                    <a:pt x="16100" y="16058"/>
                  </a:lnTo>
                  <a:lnTo>
                    <a:pt x="16185" y="16100"/>
                  </a:lnTo>
                  <a:lnTo>
                    <a:pt x="16164" y="16100"/>
                  </a:lnTo>
                  <a:lnTo>
                    <a:pt x="15909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cubicBezTo>
                    <a:pt x="16036" y="15951"/>
                    <a:pt x="16036" y="15951"/>
                    <a:pt x="16036" y="15909"/>
                  </a:cubicBezTo>
                  <a:cubicBezTo>
                    <a:pt x="16036" y="15909"/>
                    <a:pt x="16036" y="15909"/>
                    <a:pt x="16079" y="15909"/>
                  </a:cubicBezTo>
                  <a:cubicBezTo>
                    <a:pt x="16079" y="15909"/>
                    <a:pt x="16079" y="15909"/>
                    <a:pt x="16100" y="15909"/>
                  </a:cubicBezTo>
                  <a:cubicBezTo>
                    <a:pt x="16100" y="15909"/>
                    <a:pt x="16100" y="15909"/>
                    <a:pt x="16164" y="15909"/>
                  </a:cubicBezTo>
                  <a:lnTo>
                    <a:pt x="16164" y="15909"/>
                  </a:lnTo>
                  <a:close/>
                  <a:moveTo>
                    <a:pt x="16164" y="15951"/>
                  </a:moveTo>
                  <a:cubicBezTo>
                    <a:pt x="16164" y="15951"/>
                    <a:pt x="16164" y="15951"/>
                    <a:pt x="16100" y="15909"/>
                  </a:cubicBezTo>
                  <a:lnTo>
                    <a:pt x="16100" y="15909"/>
                  </a:lnTo>
                  <a:cubicBezTo>
                    <a:pt x="16079" y="15909"/>
                    <a:pt x="16079" y="15909"/>
                    <a:pt x="16079" y="15909"/>
                  </a:cubicBezTo>
                  <a:cubicBezTo>
                    <a:pt x="16079" y="15951"/>
                    <a:pt x="16036" y="15951"/>
                    <a:pt x="16036" y="15951"/>
                  </a:cubicBezTo>
                  <a:lnTo>
                    <a:pt x="16036" y="15951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6100" y="16058"/>
                  </a:lnTo>
                  <a:cubicBezTo>
                    <a:pt x="16100" y="16058"/>
                    <a:pt x="16100" y="16058"/>
                    <a:pt x="16100" y="15973"/>
                  </a:cubicBezTo>
                  <a:lnTo>
                    <a:pt x="16164" y="15951"/>
                  </a:lnTo>
                  <a:lnTo>
                    <a:pt x="16164" y="15951"/>
                  </a:lnTo>
                  <a:cubicBezTo>
                    <a:pt x="16164" y="15951"/>
                    <a:pt x="16164" y="15951"/>
                    <a:pt x="16164" y="15951"/>
                  </a:cubicBezTo>
                  <a:cubicBezTo>
                    <a:pt x="16185" y="15951"/>
                    <a:pt x="16164" y="15951"/>
                    <a:pt x="16164" y="15951"/>
                  </a:cubicBezTo>
                  <a:lnTo>
                    <a:pt x="16164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709CE3D4-5402-42E9-B28D-EB4DDB73D30E}"/>
                </a:ext>
              </a:extLst>
            </p:cNvPr>
            <p:cNvSpPr/>
            <p:nvPr/>
          </p:nvSpPr>
          <p:spPr>
            <a:xfrm>
              <a:off x="6404379" y="4744689"/>
              <a:ext cx="31327" cy="31327"/>
            </a:xfrm>
            <a:custGeom>
              <a:avLst/>
              <a:gdLst>
                <a:gd name="connsiteX0" fmla="*/ 16100 w 21212"/>
                <a:gd name="connsiteY0" fmla="*/ 15909 h 21212"/>
                <a:gd name="connsiteX1" fmla="*/ 16142 w 21212"/>
                <a:gd name="connsiteY1" fmla="*/ 15909 h 21212"/>
                <a:gd name="connsiteX2" fmla="*/ 16142 w 21212"/>
                <a:gd name="connsiteY2" fmla="*/ 15930 h 21212"/>
                <a:gd name="connsiteX3" fmla="*/ 16142 w 21212"/>
                <a:gd name="connsiteY3" fmla="*/ 15930 h 21212"/>
                <a:gd name="connsiteX4" fmla="*/ 16100 w 21212"/>
                <a:gd name="connsiteY4" fmla="*/ 15909 h 21212"/>
                <a:gd name="connsiteX5" fmla="*/ 16079 w 21212"/>
                <a:gd name="connsiteY5" fmla="*/ 15994 h 21212"/>
                <a:gd name="connsiteX6" fmla="*/ 16015 w 21212"/>
                <a:gd name="connsiteY6" fmla="*/ 15994 h 21212"/>
                <a:gd name="connsiteX7" fmla="*/ 15994 w 21212"/>
                <a:gd name="connsiteY7" fmla="*/ 15994 h 21212"/>
                <a:gd name="connsiteX8" fmla="*/ 15930 w 21212"/>
                <a:gd name="connsiteY8" fmla="*/ 15994 h 21212"/>
                <a:gd name="connsiteX9" fmla="*/ 15930 w 21212"/>
                <a:gd name="connsiteY9" fmla="*/ 15930 h 21212"/>
                <a:gd name="connsiteX10" fmla="*/ 15909 w 21212"/>
                <a:gd name="connsiteY10" fmla="*/ 15930 h 21212"/>
                <a:gd name="connsiteX11" fmla="*/ 15930 w 21212"/>
                <a:gd name="connsiteY11" fmla="*/ 15930 h 21212"/>
                <a:gd name="connsiteX12" fmla="*/ 15930 w 21212"/>
                <a:gd name="connsiteY12" fmla="*/ 15909 h 21212"/>
                <a:gd name="connsiteX13" fmla="*/ 15994 w 21212"/>
                <a:gd name="connsiteY13" fmla="*/ 15909 h 21212"/>
                <a:gd name="connsiteX14" fmla="*/ 16015 w 21212"/>
                <a:gd name="connsiteY14" fmla="*/ 15909 h 21212"/>
                <a:gd name="connsiteX15" fmla="*/ 16100 w 21212"/>
                <a:gd name="connsiteY15" fmla="*/ 15909 h 21212"/>
                <a:gd name="connsiteX16" fmla="*/ 16100 w 21212"/>
                <a:gd name="connsiteY16" fmla="*/ 15909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015 w 21212"/>
                <a:gd name="connsiteY19" fmla="*/ 15909 h 21212"/>
                <a:gd name="connsiteX20" fmla="*/ 16015 w 21212"/>
                <a:gd name="connsiteY20" fmla="*/ 15909 h 21212"/>
                <a:gd name="connsiteX21" fmla="*/ 15994 w 21212"/>
                <a:gd name="connsiteY21" fmla="*/ 15909 h 21212"/>
                <a:gd name="connsiteX22" fmla="*/ 15930 w 21212"/>
                <a:gd name="connsiteY22" fmla="*/ 15930 h 21212"/>
                <a:gd name="connsiteX23" fmla="*/ 15930 w 21212"/>
                <a:gd name="connsiteY23" fmla="*/ 15930 h 21212"/>
                <a:gd name="connsiteX24" fmla="*/ 15930 w 21212"/>
                <a:gd name="connsiteY24" fmla="*/ 15930 h 21212"/>
                <a:gd name="connsiteX25" fmla="*/ 15994 w 21212"/>
                <a:gd name="connsiteY25" fmla="*/ 15930 h 21212"/>
                <a:gd name="connsiteX26" fmla="*/ 16015 w 21212"/>
                <a:gd name="connsiteY26" fmla="*/ 15930 h 21212"/>
                <a:gd name="connsiteX27" fmla="*/ 16015 w 21212"/>
                <a:gd name="connsiteY27" fmla="*/ 15930 h 21212"/>
                <a:gd name="connsiteX28" fmla="*/ 16100 w 21212"/>
                <a:gd name="connsiteY28" fmla="*/ 15909 h 21212"/>
                <a:gd name="connsiteX29" fmla="*/ 16100 w 21212"/>
                <a:gd name="connsiteY29" fmla="*/ 15909 h 21212"/>
                <a:gd name="connsiteX30" fmla="*/ 16100 w 21212"/>
                <a:gd name="connsiteY30" fmla="*/ 15909 h 21212"/>
                <a:gd name="connsiteX31" fmla="*/ 16100 w 21212"/>
                <a:gd name="connsiteY31" fmla="*/ 15909 h 21212"/>
                <a:gd name="connsiteX32" fmla="*/ 16100 w 21212"/>
                <a:gd name="connsiteY32" fmla="*/ 15909 h 21212"/>
                <a:gd name="connsiteX33" fmla="*/ 16100 w 21212"/>
                <a:gd name="connsiteY3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00" y="15909"/>
                  </a:moveTo>
                  <a:cubicBezTo>
                    <a:pt x="16142" y="15909"/>
                    <a:pt x="16142" y="15909"/>
                    <a:pt x="16142" y="15909"/>
                  </a:cubicBezTo>
                  <a:lnTo>
                    <a:pt x="16142" y="15930"/>
                  </a:lnTo>
                  <a:lnTo>
                    <a:pt x="16142" y="15930"/>
                  </a:lnTo>
                  <a:cubicBezTo>
                    <a:pt x="16121" y="15930"/>
                    <a:pt x="16121" y="15930"/>
                    <a:pt x="16100" y="15909"/>
                  </a:cubicBezTo>
                  <a:cubicBezTo>
                    <a:pt x="16100" y="15930"/>
                    <a:pt x="16100" y="15994"/>
                    <a:pt x="16079" y="15994"/>
                  </a:cubicBezTo>
                  <a:cubicBezTo>
                    <a:pt x="16079" y="15994"/>
                    <a:pt x="16079" y="15994"/>
                    <a:pt x="16015" y="15994"/>
                  </a:cubicBezTo>
                  <a:cubicBezTo>
                    <a:pt x="16015" y="15994"/>
                    <a:pt x="16015" y="15994"/>
                    <a:pt x="15994" y="15994"/>
                  </a:cubicBezTo>
                  <a:lnTo>
                    <a:pt x="15930" y="15994"/>
                  </a:lnTo>
                  <a:cubicBezTo>
                    <a:pt x="15930" y="15930"/>
                    <a:pt x="15930" y="15930"/>
                    <a:pt x="15930" y="15930"/>
                  </a:cubicBezTo>
                  <a:lnTo>
                    <a:pt x="15909" y="15930"/>
                  </a:lnTo>
                  <a:cubicBezTo>
                    <a:pt x="15909" y="15930"/>
                    <a:pt x="15909" y="15930"/>
                    <a:pt x="15930" y="15930"/>
                  </a:cubicBezTo>
                  <a:cubicBezTo>
                    <a:pt x="15930" y="15909"/>
                    <a:pt x="15930" y="15909"/>
                    <a:pt x="15930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79" y="15909"/>
                    <a:pt x="16079" y="15909"/>
                    <a:pt x="16100" y="15909"/>
                  </a:cubicBezTo>
                  <a:cubicBezTo>
                    <a:pt x="16100" y="15909"/>
                    <a:pt x="16100" y="15909"/>
                    <a:pt x="16100" y="15909"/>
                  </a:cubicBezTo>
                  <a:close/>
                  <a:moveTo>
                    <a:pt x="16100" y="15909"/>
                  </a:moveTo>
                  <a:cubicBezTo>
                    <a:pt x="16079" y="15909"/>
                    <a:pt x="16079" y="15909"/>
                    <a:pt x="16100" y="15909"/>
                  </a:cubicBezTo>
                  <a:lnTo>
                    <a:pt x="16015" y="15909"/>
                  </a:lnTo>
                  <a:lnTo>
                    <a:pt x="16015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5994" y="15909"/>
                    <a:pt x="15930" y="15909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lnTo>
                    <a:pt x="15994" y="15930"/>
                  </a:lnTo>
                  <a:lnTo>
                    <a:pt x="16015" y="15930"/>
                  </a:lnTo>
                  <a:cubicBezTo>
                    <a:pt x="16015" y="15994"/>
                    <a:pt x="16015" y="15994"/>
                    <a:pt x="16015" y="15930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cubicBezTo>
                    <a:pt x="16100" y="15909"/>
                    <a:pt x="16100" y="15909"/>
                    <a:pt x="16100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134B7544-7C0E-4B04-A354-FE15A29D057D}"/>
                </a:ext>
              </a:extLst>
            </p:cNvPr>
            <p:cNvSpPr/>
            <p:nvPr/>
          </p:nvSpPr>
          <p:spPr>
            <a:xfrm>
              <a:off x="6404599" y="4744532"/>
              <a:ext cx="31327" cy="31327"/>
            </a:xfrm>
            <a:custGeom>
              <a:avLst/>
              <a:gdLst>
                <a:gd name="connsiteX0" fmla="*/ 16058 w 21212"/>
                <a:gd name="connsiteY0" fmla="*/ 15909 h 21212"/>
                <a:gd name="connsiteX1" fmla="*/ 16058 w 21212"/>
                <a:gd name="connsiteY1" fmla="*/ 15909 h 21212"/>
                <a:gd name="connsiteX2" fmla="*/ 16058 w 21212"/>
                <a:gd name="connsiteY2" fmla="*/ 15909 h 21212"/>
                <a:gd name="connsiteX3" fmla="*/ 16058 w 21212"/>
                <a:gd name="connsiteY3" fmla="*/ 15951 h 21212"/>
                <a:gd name="connsiteX4" fmla="*/ 15973 w 21212"/>
                <a:gd name="connsiteY4" fmla="*/ 15951 h 21212"/>
                <a:gd name="connsiteX5" fmla="*/ 15973 w 21212"/>
                <a:gd name="connsiteY5" fmla="*/ 15951 h 21212"/>
                <a:gd name="connsiteX6" fmla="*/ 16142 w 21212"/>
                <a:gd name="connsiteY6" fmla="*/ 16015 h 21212"/>
                <a:gd name="connsiteX7" fmla="*/ 16058 w 21212"/>
                <a:gd name="connsiteY7" fmla="*/ 16015 h 21212"/>
                <a:gd name="connsiteX8" fmla="*/ 15909 w 21212"/>
                <a:gd name="connsiteY8" fmla="*/ 15951 h 21212"/>
                <a:gd name="connsiteX9" fmla="*/ 15930 w 21212"/>
                <a:gd name="connsiteY9" fmla="*/ 15951 h 21212"/>
                <a:gd name="connsiteX10" fmla="*/ 15973 w 21212"/>
                <a:gd name="connsiteY10" fmla="*/ 15951 h 21212"/>
                <a:gd name="connsiteX11" fmla="*/ 15973 w 21212"/>
                <a:gd name="connsiteY11" fmla="*/ 15951 h 21212"/>
                <a:gd name="connsiteX12" fmla="*/ 15973 w 21212"/>
                <a:gd name="connsiteY12" fmla="*/ 15951 h 21212"/>
                <a:gd name="connsiteX13" fmla="*/ 15973 w 21212"/>
                <a:gd name="connsiteY13" fmla="*/ 15909 h 21212"/>
                <a:gd name="connsiteX14" fmla="*/ 15973 w 21212"/>
                <a:gd name="connsiteY14" fmla="*/ 15909 h 21212"/>
                <a:gd name="connsiteX15" fmla="*/ 16058 w 21212"/>
                <a:gd name="connsiteY15" fmla="*/ 15909 h 21212"/>
                <a:gd name="connsiteX16" fmla="*/ 16058 w 21212"/>
                <a:gd name="connsiteY16" fmla="*/ 15909 h 21212"/>
                <a:gd name="connsiteX17" fmla="*/ 16058 w 21212"/>
                <a:gd name="connsiteY17" fmla="*/ 15909 h 21212"/>
                <a:gd name="connsiteX18" fmla="*/ 16058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58" y="15909"/>
                  </a:moveTo>
                  <a:lnTo>
                    <a:pt x="16058" y="15909"/>
                  </a:lnTo>
                  <a:lnTo>
                    <a:pt x="16058" y="15909"/>
                  </a:lnTo>
                  <a:lnTo>
                    <a:pt x="16058" y="15951"/>
                  </a:ln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6142" y="16015"/>
                  </a:lnTo>
                  <a:lnTo>
                    <a:pt x="16058" y="16015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cubicBezTo>
                    <a:pt x="15973" y="15951"/>
                    <a:pt x="15973" y="15951"/>
                    <a:pt x="15973" y="15909"/>
                  </a:cubicBezTo>
                  <a:lnTo>
                    <a:pt x="15973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44D8D8DE-C2D8-47BD-8BA6-3CA0109918BB}"/>
                </a:ext>
              </a:extLst>
            </p:cNvPr>
            <p:cNvSpPr/>
            <p:nvPr/>
          </p:nvSpPr>
          <p:spPr>
            <a:xfrm>
              <a:off x="6404818" y="4744501"/>
              <a:ext cx="31327" cy="31327"/>
            </a:xfrm>
            <a:custGeom>
              <a:avLst/>
              <a:gdLst>
                <a:gd name="connsiteX0" fmla="*/ 16121 w 21212"/>
                <a:gd name="connsiteY0" fmla="*/ 15930 h 21212"/>
                <a:gd name="connsiteX1" fmla="*/ 16121 w 21212"/>
                <a:gd name="connsiteY1" fmla="*/ 15930 h 21212"/>
                <a:gd name="connsiteX2" fmla="*/ 16121 w 21212"/>
                <a:gd name="connsiteY2" fmla="*/ 15930 h 21212"/>
                <a:gd name="connsiteX3" fmla="*/ 16079 w 21212"/>
                <a:gd name="connsiteY3" fmla="*/ 15930 h 21212"/>
                <a:gd name="connsiteX4" fmla="*/ 16079 w 21212"/>
                <a:gd name="connsiteY4" fmla="*/ 15973 h 21212"/>
                <a:gd name="connsiteX5" fmla="*/ 16036 w 21212"/>
                <a:gd name="connsiteY5" fmla="*/ 15973 h 21212"/>
                <a:gd name="connsiteX6" fmla="*/ 16036 w 21212"/>
                <a:gd name="connsiteY6" fmla="*/ 15973 h 21212"/>
                <a:gd name="connsiteX7" fmla="*/ 15909 w 21212"/>
                <a:gd name="connsiteY7" fmla="*/ 15930 h 21212"/>
                <a:gd name="connsiteX8" fmla="*/ 15909 w 21212"/>
                <a:gd name="connsiteY8" fmla="*/ 15930 h 21212"/>
                <a:gd name="connsiteX9" fmla="*/ 15909 w 21212"/>
                <a:gd name="connsiteY9" fmla="*/ 15930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09 w 21212"/>
                <a:gd name="connsiteY12" fmla="*/ 15909 h 21212"/>
                <a:gd name="connsiteX13" fmla="*/ 15930 w 21212"/>
                <a:gd name="connsiteY13" fmla="*/ 15930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5994 w 21212"/>
                <a:gd name="connsiteY16" fmla="*/ 15930 h 21212"/>
                <a:gd name="connsiteX17" fmla="*/ 16036 w 21212"/>
                <a:gd name="connsiteY17" fmla="*/ 15930 h 21212"/>
                <a:gd name="connsiteX18" fmla="*/ 16079 w 21212"/>
                <a:gd name="connsiteY18" fmla="*/ 15930 h 21212"/>
                <a:gd name="connsiteX19" fmla="*/ 16079 w 21212"/>
                <a:gd name="connsiteY19" fmla="*/ 15930 h 21212"/>
                <a:gd name="connsiteX20" fmla="*/ 16079 w 21212"/>
                <a:gd name="connsiteY20" fmla="*/ 15930 h 21212"/>
                <a:gd name="connsiteX21" fmla="*/ 16079 w 21212"/>
                <a:gd name="connsiteY21" fmla="*/ 15930 h 21212"/>
                <a:gd name="connsiteX22" fmla="*/ 16121 w 21212"/>
                <a:gd name="connsiteY22" fmla="*/ 15930 h 21212"/>
                <a:gd name="connsiteX23" fmla="*/ 16121 w 21212"/>
                <a:gd name="connsiteY23" fmla="*/ 15930 h 21212"/>
                <a:gd name="connsiteX24" fmla="*/ 16121 w 21212"/>
                <a:gd name="connsiteY2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5930"/>
                  </a:moveTo>
                  <a:lnTo>
                    <a:pt x="16121" y="15930"/>
                  </a:lnTo>
                  <a:lnTo>
                    <a:pt x="16121" y="15930"/>
                  </a:lnTo>
                  <a:lnTo>
                    <a:pt x="16079" y="15930"/>
                  </a:lnTo>
                  <a:lnTo>
                    <a:pt x="16079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09"/>
                  </a:lnTo>
                  <a:lnTo>
                    <a:pt x="15930" y="15930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5994" y="15930"/>
                  </a:lnTo>
                  <a:lnTo>
                    <a:pt x="16036" y="15930"/>
                  </a:lnTo>
                  <a:cubicBezTo>
                    <a:pt x="16036" y="15930"/>
                    <a:pt x="16036" y="15930"/>
                    <a:pt x="16079" y="15930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cubicBezTo>
                    <a:pt x="16121" y="15930"/>
                    <a:pt x="16121" y="15930"/>
                    <a:pt x="16121" y="15930"/>
                  </a:cubicBezTo>
                  <a:lnTo>
                    <a:pt x="16121" y="15930"/>
                  </a:lnTo>
                  <a:lnTo>
                    <a:pt x="16121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9FB3749E-ADEC-4CC5-B611-8AD0BE28BFCB}"/>
                </a:ext>
              </a:extLst>
            </p:cNvPr>
            <p:cNvSpPr/>
            <p:nvPr/>
          </p:nvSpPr>
          <p:spPr>
            <a:xfrm>
              <a:off x="6405006" y="4744250"/>
              <a:ext cx="31327" cy="31327"/>
            </a:xfrm>
            <a:custGeom>
              <a:avLst/>
              <a:gdLst>
                <a:gd name="connsiteX0" fmla="*/ 16079 w 21212"/>
                <a:gd name="connsiteY0" fmla="*/ 16079 h 21212"/>
                <a:gd name="connsiteX1" fmla="*/ 16079 w 21212"/>
                <a:gd name="connsiteY1" fmla="*/ 16079 h 21212"/>
                <a:gd name="connsiteX2" fmla="*/ 16079 w 21212"/>
                <a:gd name="connsiteY2" fmla="*/ 16079 h 21212"/>
                <a:gd name="connsiteX3" fmla="*/ 16079 w 21212"/>
                <a:gd name="connsiteY3" fmla="*/ 16079 h 21212"/>
                <a:gd name="connsiteX4" fmla="*/ 16079 w 21212"/>
                <a:gd name="connsiteY4" fmla="*/ 16079 h 21212"/>
                <a:gd name="connsiteX5" fmla="*/ 16079 w 21212"/>
                <a:gd name="connsiteY5" fmla="*/ 16079 h 21212"/>
                <a:gd name="connsiteX6" fmla="*/ 16015 w 21212"/>
                <a:gd name="connsiteY6" fmla="*/ 16100 h 21212"/>
                <a:gd name="connsiteX7" fmla="*/ 15994 w 21212"/>
                <a:gd name="connsiteY7" fmla="*/ 16100 h 21212"/>
                <a:gd name="connsiteX8" fmla="*/ 15994 w 21212"/>
                <a:gd name="connsiteY8" fmla="*/ 16100 h 21212"/>
                <a:gd name="connsiteX9" fmla="*/ 15994 w 21212"/>
                <a:gd name="connsiteY9" fmla="*/ 16100 h 21212"/>
                <a:gd name="connsiteX10" fmla="*/ 15994 w 21212"/>
                <a:gd name="connsiteY10" fmla="*/ 16100 h 21212"/>
                <a:gd name="connsiteX11" fmla="*/ 15994 w 21212"/>
                <a:gd name="connsiteY11" fmla="*/ 16079 h 21212"/>
                <a:gd name="connsiteX12" fmla="*/ 15994 w 21212"/>
                <a:gd name="connsiteY12" fmla="*/ 16079 h 21212"/>
                <a:gd name="connsiteX13" fmla="*/ 15994 w 21212"/>
                <a:gd name="connsiteY13" fmla="*/ 15973 h 21212"/>
                <a:gd name="connsiteX14" fmla="*/ 15994 w 21212"/>
                <a:gd name="connsiteY14" fmla="*/ 15973 h 21212"/>
                <a:gd name="connsiteX15" fmla="*/ 16015 w 21212"/>
                <a:gd name="connsiteY15" fmla="*/ 15973 h 21212"/>
                <a:gd name="connsiteX16" fmla="*/ 16015 w 21212"/>
                <a:gd name="connsiteY16" fmla="*/ 15973 h 21212"/>
                <a:gd name="connsiteX17" fmla="*/ 16015 w 21212"/>
                <a:gd name="connsiteY17" fmla="*/ 15973 h 21212"/>
                <a:gd name="connsiteX18" fmla="*/ 15994 w 21212"/>
                <a:gd name="connsiteY18" fmla="*/ 15973 h 21212"/>
                <a:gd name="connsiteX19" fmla="*/ 15994 w 21212"/>
                <a:gd name="connsiteY19" fmla="*/ 15973 h 21212"/>
                <a:gd name="connsiteX20" fmla="*/ 15994 w 21212"/>
                <a:gd name="connsiteY20" fmla="*/ 15973 h 21212"/>
                <a:gd name="connsiteX21" fmla="*/ 15951 w 21212"/>
                <a:gd name="connsiteY21" fmla="*/ 15973 h 21212"/>
                <a:gd name="connsiteX22" fmla="*/ 15951 w 21212"/>
                <a:gd name="connsiteY22" fmla="*/ 15973 h 21212"/>
                <a:gd name="connsiteX23" fmla="*/ 15951 w 21212"/>
                <a:gd name="connsiteY23" fmla="*/ 16079 h 21212"/>
                <a:gd name="connsiteX24" fmla="*/ 15909 w 21212"/>
                <a:gd name="connsiteY24" fmla="*/ 16079 h 21212"/>
                <a:gd name="connsiteX25" fmla="*/ 15909 w 21212"/>
                <a:gd name="connsiteY25" fmla="*/ 15973 h 21212"/>
                <a:gd name="connsiteX26" fmla="*/ 15909 w 21212"/>
                <a:gd name="connsiteY26" fmla="*/ 15973 h 21212"/>
                <a:gd name="connsiteX27" fmla="*/ 15951 w 21212"/>
                <a:gd name="connsiteY27" fmla="*/ 15973 h 21212"/>
                <a:gd name="connsiteX28" fmla="*/ 15951 w 21212"/>
                <a:gd name="connsiteY28" fmla="*/ 15973 h 21212"/>
                <a:gd name="connsiteX29" fmla="*/ 15994 w 21212"/>
                <a:gd name="connsiteY29" fmla="*/ 15909 h 21212"/>
                <a:gd name="connsiteX30" fmla="*/ 15994 w 21212"/>
                <a:gd name="connsiteY30" fmla="*/ 15909 h 21212"/>
                <a:gd name="connsiteX31" fmla="*/ 16015 w 21212"/>
                <a:gd name="connsiteY31" fmla="*/ 15909 h 21212"/>
                <a:gd name="connsiteX32" fmla="*/ 16015 w 21212"/>
                <a:gd name="connsiteY32" fmla="*/ 15909 h 21212"/>
                <a:gd name="connsiteX33" fmla="*/ 16185 w 21212"/>
                <a:gd name="connsiteY33" fmla="*/ 15973 h 21212"/>
                <a:gd name="connsiteX34" fmla="*/ 16079 w 21212"/>
                <a:gd name="connsiteY34" fmla="*/ 16079 h 21212"/>
                <a:gd name="connsiteX35" fmla="*/ 16079 w 21212"/>
                <a:gd name="connsiteY35" fmla="*/ 16079 h 21212"/>
                <a:gd name="connsiteX36" fmla="*/ 16015 w 21212"/>
                <a:gd name="connsiteY36" fmla="*/ 15973 h 21212"/>
                <a:gd name="connsiteX37" fmla="*/ 16015 w 21212"/>
                <a:gd name="connsiteY37" fmla="*/ 15973 h 21212"/>
                <a:gd name="connsiteX38" fmla="*/ 15994 w 21212"/>
                <a:gd name="connsiteY38" fmla="*/ 16079 h 21212"/>
                <a:gd name="connsiteX39" fmla="*/ 15994 w 21212"/>
                <a:gd name="connsiteY39" fmla="*/ 16079 h 21212"/>
                <a:gd name="connsiteX40" fmla="*/ 15994 w 21212"/>
                <a:gd name="connsiteY40" fmla="*/ 16100 h 21212"/>
                <a:gd name="connsiteX41" fmla="*/ 15994 w 21212"/>
                <a:gd name="connsiteY41" fmla="*/ 16100 h 21212"/>
                <a:gd name="connsiteX42" fmla="*/ 16015 w 21212"/>
                <a:gd name="connsiteY42" fmla="*/ 16100 h 21212"/>
                <a:gd name="connsiteX43" fmla="*/ 16015 w 21212"/>
                <a:gd name="connsiteY43" fmla="*/ 16100 h 21212"/>
                <a:gd name="connsiteX44" fmla="*/ 16015 w 21212"/>
                <a:gd name="connsiteY44" fmla="*/ 16079 h 21212"/>
                <a:gd name="connsiteX45" fmla="*/ 16079 w 21212"/>
                <a:gd name="connsiteY45" fmla="*/ 16079 h 21212"/>
                <a:gd name="connsiteX46" fmla="*/ 16079 w 21212"/>
                <a:gd name="connsiteY46" fmla="*/ 16079 h 21212"/>
                <a:gd name="connsiteX47" fmla="*/ 16079 w 21212"/>
                <a:gd name="connsiteY47" fmla="*/ 16079 h 21212"/>
                <a:gd name="connsiteX48" fmla="*/ 16079 w 21212"/>
                <a:gd name="connsiteY48" fmla="*/ 15973 h 21212"/>
                <a:gd name="connsiteX49" fmla="*/ 16015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079" y="16079"/>
                  </a:move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cubicBezTo>
                    <a:pt x="16015" y="16100"/>
                    <a:pt x="16015" y="16100"/>
                    <a:pt x="16015" y="16100"/>
                  </a:cubicBezTo>
                  <a:cubicBezTo>
                    <a:pt x="16015" y="16100"/>
                    <a:pt x="16015" y="16100"/>
                    <a:pt x="15994" y="16100"/>
                  </a:cubicBezTo>
                  <a:lnTo>
                    <a:pt x="15994" y="16100"/>
                  </a:lnTo>
                  <a:lnTo>
                    <a:pt x="15994" y="16100"/>
                  </a:lnTo>
                  <a:lnTo>
                    <a:pt x="15994" y="16100"/>
                  </a:lnTo>
                  <a:cubicBezTo>
                    <a:pt x="15994" y="16079"/>
                    <a:pt x="15994" y="16079"/>
                    <a:pt x="15994" y="16079"/>
                  </a:cubicBezTo>
                  <a:lnTo>
                    <a:pt x="15994" y="16079"/>
                  </a:lnTo>
                  <a:cubicBezTo>
                    <a:pt x="15994" y="16079"/>
                    <a:pt x="15994" y="16079"/>
                    <a:pt x="15994" y="15973"/>
                  </a:cubicBezTo>
                  <a:lnTo>
                    <a:pt x="15994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cubicBezTo>
                    <a:pt x="15994" y="15973"/>
                    <a:pt x="15994" y="15973"/>
                    <a:pt x="15951" y="15973"/>
                  </a:cubicBezTo>
                  <a:lnTo>
                    <a:pt x="15951" y="15973"/>
                  </a:lnTo>
                  <a:lnTo>
                    <a:pt x="15951" y="16079"/>
                  </a:lnTo>
                  <a:lnTo>
                    <a:pt x="15909" y="16079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185" y="15973"/>
                  </a:lnTo>
                  <a:lnTo>
                    <a:pt x="16079" y="16079"/>
                  </a:lnTo>
                  <a:lnTo>
                    <a:pt x="16079" y="16079"/>
                  </a:lnTo>
                  <a:close/>
                  <a:moveTo>
                    <a:pt x="16015" y="15973"/>
                  </a:moveTo>
                  <a:lnTo>
                    <a:pt x="16015" y="15973"/>
                  </a:lnTo>
                  <a:lnTo>
                    <a:pt x="15994" y="16079"/>
                  </a:lnTo>
                  <a:lnTo>
                    <a:pt x="15994" y="16079"/>
                  </a:lnTo>
                  <a:cubicBezTo>
                    <a:pt x="15994" y="16079"/>
                    <a:pt x="15994" y="16079"/>
                    <a:pt x="15994" y="16100"/>
                  </a:cubicBezTo>
                  <a:lnTo>
                    <a:pt x="15994" y="16100"/>
                  </a:lnTo>
                  <a:lnTo>
                    <a:pt x="16015" y="16100"/>
                  </a:lnTo>
                  <a:lnTo>
                    <a:pt x="16015" y="16100"/>
                  </a:lnTo>
                  <a:cubicBezTo>
                    <a:pt x="16015" y="16079"/>
                    <a:pt x="16015" y="16079"/>
                    <a:pt x="16015" y="16079"/>
                  </a:cubicBez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015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2858BCBF-A64F-4AE9-AE80-9ADE6F72A3B6}"/>
                </a:ext>
              </a:extLst>
            </p:cNvPr>
            <p:cNvSpPr/>
            <p:nvPr/>
          </p:nvSpPr>
          <p:spPr>
            <a:xfrm>
              <a:off x="6405413" y="4744063"/>
              <a:ext cx="31327" cy="31327"/>
            </a:xfrm>
            <a:custGeom>
              <a:avLst/>
              <a:gdLst>
                <a:gd name="connsiteX0" fmla="*/ 16058 w 21212"/>
                <a:gd name="connsiteY0" fmla="*/ 15994 h 21212"/>
                <a:gd name="connsiteX1" fmla="*/ 16100 w 21212"/>
                <a:gd name="connsiteY1" fmla="*/ 15994 h 21212"/>
                <a:gd name="connsiteX2" fmla="*/ 16100 w 21212"/>
                <a:gd name="connsiteY2" fmla="*/ 15930 h 21212"/>
                <a:gd name="connsiteX3" fmla="*/ 16121 w 21212"/>
                <a:gd name="connsiteY3" fmla="*/ 15994 h 21212"/>
                <a:gd name="connsiteX4" fmla="*/ 16100 w 21212"/>
                <a:gd name="connsiteY4" fmla="*/ 15994 h 21212"/>
                <a:gd name="connsiteX5" fmla="*/ 16058 w 21212"/>
                <a:gd name="connsiteY5" fmla="*/ 15994 h 21212"/>
                <a:gd name="connsiteX6" fmla="*/ 16058 w 21212"/>
                <a:gd name="connsiteY6" fmla="*/ 15994 h 21212"/>
                <a:gd name="connsiteX7" fmla="*/ 16058 w 21212"/>
                <a:gd name="connsiteY7" fmla="*/ 15994 h 21212"/>
                <a:gd name="connsiteX8" fmla="*/ 15973 w 21212"/>
                <a:gd name="connsiteY8" fmla="*/ 16036 h 21212"/>
                <a:gd name="connsiteX9" fmla="*/ 15951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94 h 21212"/>
                <a:gd name="connsiteX12" fmla="*/ 15909 w 21212"/>
                <a:gd name="connsiteY12" fmla="*/ 15930 h 21212"/>
                <a:gd name="connsiteX13" fmla="*/ 15909 w 21212"/>
                <a:gd name="connsiteY13" fmla="*/ 15930 h 21212"/>
                <a:gd name="connsiteX14" fmla="*/ 15951 w 21212"/>
                <a:gd name="connsiteY14" fmla="*/ 15930 h 21212"/>
                <a:gd name="connsiteX15" fmla="*/ 15973 w 21212"/>
                <a:gd name="connsiteY15" fmla="*/ 15909 h 21212"/>
                <a:gd name="connsiteX16" fmla="*/ 16036 w 21212"/>
                <a:gd name="connsiteY16" fmla="*/ 15909 h 21212"/>
                <a:gd name="connsiteX17" fmla="*/ 16058 w 21212"/>
                <a:gd name="connsiteY17" fmla="*/ 15930 h 21212"/>
                <a:gd name="connsiteX18" fmla="*/ 16058 w 21212"/>
                <a:gd name="connsiteY18" fmla="*/ 15930 h 21212"/>
                <a:gd name="connsiteX19" fmla="*/ 16058 w 21212"/>
                <a:gd name="connsiteY19" fmla="*/ 15930 h 21212"/>
                <a:gd name="connsiteX20" fmla="*/ 15951 w 21212"/>
                <a:gd name="connsiteY20" fmla="*/ 16015 h 21212"/>
                <a:gd name="connsiteX21" fmla="*/ 15973 w 21212"/>
                <a:gd name="connsiteY21" fmla="*/ 16015 h 21212"/>
                <a:gd name="connsiteX22" fmla="*/ 16058 w 21212"/>
                <a:gd name="connsiteY22" fmla="*/ 15994 h 21212"/>
                <a:gd name="connsiteX23" fmla="*/ 16058 w 21212"/>
                <a:gd name="connsiteY23" fmla="*/ 15994 h 21212"/>
                <a:gd name="connsiteX24" fmla="*/ 16058 w 21212"/>
                <a:gd name="connsiteY24" fmla="*/ 15994 h 21212"/>
                <a:gd name="connsiteX25" fmla="*/ 15951 w 21212"/>
                <a:gd name="connsiteY25" fmla="*/ 15930 h 21212"/>
                <a:gd name="connsiteX26" fmla="*/ 15951 w 21212"/>
                <a:gd name="connsiteY26" fmla="*/ 15930 h 21212"/>
                <a:gd name="connsiteX27" fmla="*/ 15909 w 21212"/>
                <a:gd name="connsiteY27" fmla="*/ 15994 h 21212"/>
                <a:gd name="connsiteX28" fmla="*/ 15951 w 21212"/>
                <a:gd name="connsiteY28" fmla="*/ 15994 h 21212"/>
                <a:gd name="connsiteX29" fmla="*/ 15951 w 21212"/>
                <a:gd name="connsiteY29" fmla="*/ 15994 h 21212"/>
                <a:gd name="connsiteX30" fmla="*/ 16036 w 21212"/>
                <a:gd name="connsiteY30" fmla="*/ 15930 h 21212"/>
                <a:gd name="connsiteX31" fmla="*/ 16036 w 21212"/>
                <a:gd name="connsiteY31" fmla="*/ 15930 h 21212"/>
                <a:gd name="connsiteX32" fmla="*/ 15951 w 21212"/>
                <a:gd name="connsiteY32" fmla="*/ 15930 h 21212"/>
                <a:gd name="connsiteX33" fmla="*/ 15951 w 21212"/>
                <a:gd name="connsiteY33" fmla="*/ 15930 h 21212"/>
                <a:gd name="connsiteX34" fmla="*/ 15951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8" y="15994"/>
                  </a:moveTo>
                  <a:lnTo>
                    <a:pt x="16100" y="15994"/>
                  </a:lnTo>
                  <a:cubicBezTo>
                    <a:pt x="16100" y="15994"/>
                    <a:pt x="16100" y="15994"/>
                    <a:pt x="16100" y="15930"/>
                  </a:cubicBezTo>
                  <a:lnTo>
                    <a:pt x="16121" y="15994"/>
                  </a:lnTo>
                  <a:lnTo>
                    <a:pt x="16100" y="15994"/>
                  </a:lnTo>
                  <a:cubicBezTo>
                    <a:pt x="16100" y="15994"/>
                    <a:pt x="16100" y="15994"/>
                    <a:pt x="16058" y="15994"/>
                  </a:cubicBezTo>
                  <a:lnTo>
                    <a:pt x="16058" y="15994"/>
                  </a:lnTo>
                  <a:cubicBezTo>
                    <a:pt x="16036" y="16015"/>
                    <a:pt x="16036" y="16015"/>
                    <a:pt x="16058" y="15994"/>
                  </a:cubicBezTo>
                  <a:cubicBezTo>
                    <a:pt x="15973" y="16015"/>
                    <a:pt x="15973" y="16036"/>
                    <a:pt x="15973" y="16036"/>
                  </a:cubicBezTo>
                  <a:cubicBezTo>
                    <a:pt x="15951" y="16015"/>
                    <a:pt x="15951" y="16015"/>
                    <a:pt x="15951" y="16015"/>
                  </a:cubicBezTo>
                  <a:cubicBezTo>
                    <a:pt x="15909" y="16015"/>
                    <a:pt x="15909" y="16015"/>
                    <a:pt x="15909" y="16015"/>
                  </a:cubicBez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30"/>
                  </a:lnTo>
                  <a:lnTo>
                    <a:pt x="15909" y="15930"/>
                  </a:lnTo>
                  <a:cubicBezTo>
                    <a:pt x="15951" y="15930"/>
                    <a:pt x="15951" y="15930"/>
                    <a:pt x="15951" y="15930"/>
                  </a:cubicBezTo>
                  <a:cubicBezTo>
                    <a:pt x="15951" y="15909"/>
                    <a:pt x="15973" y="15909"/>
                    <a:pt x="15973" y="15909"/>
                  </a:cubicBezTo>
                  <a:lnTo>
                    <a:pt x="16036" y="15909"/>
                  </a:lnTo>
                  <a:lnTo>
                    <a:pt x="16058" y="15930"/>
                  </a:lnTo>
                  <a:lnTo>
                    <a:pt x="16058" y="15930"/>
                  </a:lnTo>
                  <a:lnTo>
                    <a:pt x="16058" y="15930"/>
                  </a:lnTo>
                  <a:lnTo>
                    <a:pt x="15951" y="16015"/>
                  </a:lnTo>
                  <a:lnTo>
                    <a:pt x="15973" y="16015"/>
                  </a:lnTo>
                  <a:cubicBezTo>
                    <a:pt x="15973" y="16015"/>
                    <a:pt x="15973" y="16015"/>
                    <a:pt x="16058" y="15994"/>
                  </a:cubicBezTo>
                  <a:lnTo>
                    <a:pt x="16058" y="15994"/>
                  </a:lnTo>
                  <a:cubicBezTo>
                    <a:pt x="16058" y="16015"/>
                    <a:pt x="16058" y="15994"/>
                    <a:pt x="16058" y="15994"/>
                  </a:cubicBezTo>
                  <a:close/>
                  <a:moveTo>
                    <a:pt x="15951" y="15930"/>
                  </a:moveTo>
                  <a:lnTo>
                    <a:pt x="15951" y="15930"/>
                  </a:lnTo>
                  <a:cubicBezTo>
                    <a:pt x="15951" y="15930"/>
                    <a:pt x="15909" y="15930"/>
                    <a:pt x="15909" y="15994"/>
                  </a:cubicBezTo>
                  <a:lnTo>
                    <a:pt x="15951" y="15994"/>
                  </a:lnTo>
                  <a:lnTo>
                    <a:pt x="15951" y="15994"/>
                  </a:lnTo>
                  <a:lnTo>
                    <a:pt x="16036" y="15930"/>
                  </a:lnTo>
                  <a:lnTo>
                    <a:pt x="16036" y="15930"/>
                  </a:lnTo>
                  <a:cubicBezTo>
                    <a:pt x="15973" y="15930"/>
                    <a:pt x="15973" y="15930"/>
                    <a:pt x="15951" y="15930"/>
                  </a:cubicBezTo>
                  <a:lnTo>
                    <a:pt x="15951" y="15930"/>
                  </a:lnTo>
                  <a:lnTo>
                    <a:pt x="15951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1DCEDCA0-F2B9-4F2C-B3FC-7A2289F43D71}"/>
                </a:ext>
              </a:extLst>
            </p:cNvPr>
            <p:cNvSpPr/>
            <p:nvPr/>
          </p:nvSpPr>
          <p:spPr>
            <a:xfrm>
              <a:off x="6405508" y="4743937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6164 w 21212"/>
                <a:gd name="connsiteY3" fmla="*/ 16015 h 21212"/>
                <a:gd name="connsiteX4" fmla="*/ 16121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6164" y="16015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8F970C73-D34D-4545-AF5A-EE30148399B6}"/>
                </a:ext>
              </a:extLst>
            </p:cNvPr>
            <p:cNvSpPr/>
            <p:nvPr/>
          </p:nvSpPr>
          <p:spPr>
            <a:xfrm>
              <a:off x="6405726" y="4743874"/>
              <a:ext cx="31327" cy="31327"/>
            </a:xfrm>
            <a:custGeom>
              <a:avLst/>
              <a:gdLst>
                <a:gd name="connsiteX0" fmla="*/ 16164 w 21212"/>
                <a:gd name="connsiteY0" fmla="*/ 15973 h 21212"/>
                <a:gd name="connsiteX1" fmla="*/ 16164 w 21212"/>
                <a:gd name="connsiteY1" fmla="*/ 15973 h 21212"/>
                <a:gd name="connsiteX2" fmla="*/ 16164 w 21212"/>
                <a:gd name="connsiteY2" fmla="*/ 15973 h 21212"/>
                <a:gd name="connsiteX3" fmla="*/ 16164 w 21212"/>
                <a:gd name="connsiteY3" fmla="*/ 15973 h 21212"/>
                <a:gd name="connsiteX4" fmla="*/ 16164 w 21212"/>
                <a:gd name="connsiteY4" fmla="*/ 15973 h 21212"/>
                <a:gd name="connsiteX5" fmla="*/ 16164 w 21212"/>
                <a:gd name="connsiteY5" fmla="*/ 15973 h 21212"/>
                <a:gd name="connsiteX6" fmla="*/ 16100 w 21212"/>
                <a:gd name="connsiteY6" fmla="*/ 15994 h 21212"/>
                <a:gd name="connsiteX7" fmla="*/ 16036 w 21212"/>
                <a:gd name="connsiteY7" fmla="*/ 15994 h 21212"/>
                <a:gd name="connsiteX8" fmla="*/ 15994 w 21212"/>
                <a:gd name="connsiteY8" fmla="*/ 15994 h 21212"/>
                <a:gd name="connsiteX9" fmla="*/ 15973 w 21212"/>
                <a:gd name="connsiteY9" fmla="*/ 15994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09 h 21212"/>
                <a:gd name="connsiteX13" fmla="*/ 15973 w 21212"/>
                <a:gd name="connsiteY13" fmla="*/ 15909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57 w 21212"/>
                <a:gd name="connsiteY16" fmla="*/ 15909 h 21212"/>
                <a:gd name="connsiteX17" fmla="*/ 16121 w 21212"/>
                <a:gd name="connsiteY17" fmla="*/ 15909 h 21212"/>
                <a:gd name="connsiteX18" fmla="*/ 16185 w 21212"/>
                <a:gd name="connsiteY18" fmla="*/ 15909 h 21212"/>
                <a:gd name="connsiteX19" fmla="*/ 16185 w 21212"/>
                <a:gd name="connsiteY19" fmla="*/ 15909 h 21212"/>
                <a:gd name="connsiteX20" fmla="*/ 16015 w 21212"/>
                <a:gd name="connsiteY20" fmla="*/ 15973 h 21212"/>
                <a:gd name="connsiteX21" fmla="*/ 16015 w 21212"/>
                <a:gd name="connsiteY21" fmla="*/ 15994 h 21212"/>
                <a:gd name="connsiteX22" fmla="*/ 16057 w 21212"/>
                <a:gd name="connsiteY22" fmla="*/ 15994 h 21212"/>
                <a:gd name="connsiteX23" fmla="*/ 16121 w 21212"/>
                <a:gd name="connsiteY23" fmla="*/ 15994 h 21212"/>
                <a:gd name="connsiteX24" fmla="*/ 16164 w 21212"/>
                <a:gd name="connsiteY24" fmla="*/ 15973 h 21212"/>
                <a:gd name="connsiteX25" fmla="*/ 15973 w 21212"/>
                <a:gd name="connsiteY25" fmla="*/ 15909 h 21212"/>
                <a:gd name="connsiteX26" fmla="*/ 15973 w 21212"/>
                <a:gd name="connsiteY26" fmla="*/ 15909 h 21212"/>
                <a:gd name="connsiteX27" fmla="*/ 15973 w 21212"/>
                <a:gd name="connsiteY27" fmla="*/ 15973 h 21212"/>
                <a:gd name="connsiteX28" fmla="*/ 15973 w 21212"/>
                <a:gd name="connsiteY28" fmla="*/ 15973 h 21212"/>
                <a:gd name="connsiteX29" fmla="*/ 15973 w 21212"/>
                <a:gd name="connsiteY29" fmla="*/ 15973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6015 w 21212"/>
                <a:gd name="connsiteY32" fmla="*/ 15909 h 21212"/>
                <a:gd name="connsiteX33" fmla="*/ 16015 w 21212"/>
                <a:gd name="connsiteY33" fmla="*/ 15909 h 21212"/>
                <a:gd name="connsiteX34" fmla="*/ 15973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64" y="15973"/>
                  </a:moveTo>
                  <a:lnTo>
                    <a:pt x="16164" y="15973"/>
                  </a:lnTo>
                  <a:cubicBezTo>
                    <a:pt x="16164" y="15973"/>
                    <a:pt x="16164" y="15973"/>
                    <a:pt x="16164" y="15973"/>
                  </a:cubicBez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5973"/>
                    <a:pt x="16164" y="15973"/>
                    <a:pt x="16164" y="15973"/>
                  </a:cubicBezTo>
                  <a:cubicBezTo>
                    <a:pt x="16164" y="15994"/>
                    <a:pt x="16100" y="15994"/>
                    <a:pt x="16100" y="15994"/>
                  </a:cubicBezTo>
                  <a:lnTo>
                    <a:pt x="16036" y="15994"/>
                  </a:lnTo>
                  <a:lnTo>
                    <a:pt x="15994" y="15994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5909" y="15973"/>
                  </a:cubicBezTo>
                  <a:lnTo>
                    <a:pt x="15909" y="15973"/>
                  </a:lnTo>
                  <a:cubicBezTo>
                    <a:pt x="15909" y="15973"/>
                    <a:pt x="15909" y="15973"/>
                    <a:pt x="15909" y="15909"/>
                  </a:cubicBez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09"/>
                    <a:pt x="15973" y="15909"/>
                    <a:pt x="16015" y="15909"/>
                  </a:cubicBezTo>
                  <a:lnTo>
                    <a:pt x="16015" y="15909"/>
                  </a:lnTo>
                  <a:cubicBezTo>
                    <a:pt x="16057" y="15909"/>
                    <a:pt x="16057" y="15909"/>
                    <a:pt x="16057" y="15909"/>
                  </a:cubicBezTo>
                  <a:cubicBezTo>
                    <a:pt x="16121" y="15909"/>
                    <a:pt x="16121" y="15909"/>
                    <a:pt x="16121" y="15909"/>
                  </a:cubicBezTo>
                  <a:lnTo>
                    <a:pt x="16185" y="15909"/>
                  </a:lnTo>
                  <a:lnTo>
                    <a:pt x="16185" y="15909"/>
                  </a:lnTo>
                  <a:lnTo>
                    <a:pt x="16015" y="15973"/>
                  </a:lnTo>
                  <a:cubicBezTo>
                    <a:pt x="16015" y="15994"/>
                    <a:pt x="16015" y="15994"/>
                    <a:pt x="16015" y="15994"/>
                  </a:cubicBezTo>
                  <a:cubicBezTo>
                    <a:pt x="16057" y="15994"/>
                    <a:pt x="16057" y="15994"/>
                    <a:pt x="16057" y="15994"/>
                  </a:cubicBezTo>
                  <a:lnTo>
                    <a:pt x="16121" y="15994"/>
                  </a:lnTo>
                  <a:cubicBezTo>
                    <a:pt x="16100" y="15973"/>
                    <a:pt x="16100" y="15973"/>
                    <a:pt x="16164" y="15973"/>
                  </a:cubicBezTo>
                  <a:close/>
                  <a:moveTo>
                    <a:pt x="15973" y="15909"/>
                  </a:moveTo>
                  <a:lnTo>
                    <a:pt x="15973" y="15909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lnTo>
                    <a:pt x="16057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015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5973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FA448C8-97EA-4640-9223-313A42F233EC}"/>
                </a:ext>
              </a:extLst>
            </p:cNvPr>
            <p:cNvSpPr/>
            <p:nvPr/>
          </p:nvSpPr>
          <p:spPr>
            <a:xfrm>
              <a:off x="6406008" y="4743529"/>
              <a:ext cx="31327" cy="31327"/>
            </a:xfrm>
            <a:custGeom>
              <a:avLst/>
              <a:gdLst>
                <a:gd name="connsiteX0" fmla="*/ 16206 w 21212"/>
                <a:gd name="connsiteY0" fmla="*/ 16058 h 21212"/>
                <a:gd name="connsiteX1" fmla="*/ 16163 w 21212"/>
                <a:gd name="connsiteY1" fmla="*/ 16058 h 21212"/>
                <a:gd name="connsiteX2" fmla="*/ 16079 w 21212"/>
                <a:gd name="connsiteY2" fmla="*/ 15994 h 21212"/>
                <a:gd name="connsiteX3" fmla="*/ 16057 w 21212"/>
                <a:gd name="connsiteY3" fmla="*/ 15994 h 21212"/>
                <a:gd name="connsiteX4" fmla="*/ 16057 w 21212"/>
                <a:gd name="connsiteY4" fmla="*/ 15994 h 21212"/>
                <a:gd name="connsiteX5" fmla="*/ 15994 w 21212"/>
                <a:gd name="connsiteY5" fmla="*/ 15994 h 21212"/>
                <a:gd name="connsiteX6" fmla="*/ 15994 w 21212"/>
                <a:gd name="connsiteY6" fmla="*/ 15994 h 21212"/>
                <a:gd name="connsiteX7" fmla="*/ 15994 w 21212"/>
                <a:gd name="connsiteY7" fmla="*/ 16058 h 21212"/>
                <a:gd name="connsiteX8" fmla="*/ 15994 w 21212"/>
                <a:gd name="connsiteY8" fmla="*/ 16121 h 21212"/>
                <a:gd name="connsiteX9" fmla="*/ 16079 w 21212"/>
                <a:gd name="connsiteY9" fmla="*/ 16142 h 21212"/>
                <a:gd name="connsiteX10" fmla="*/ 16057 w 21212"/>
                <a:gd name="connsiteY10" fmla="*/ 16142 h 21212"/>
                <a:gd name="connsiteX11" fmla="*/ 15909 w 21212"/>
                <a:gd name="connsiteY11" fmla="*/ 16058 h 21212"/>
                <a:gd name="connsiteX12" fmla="*/ 15909 w 21212"/>
                <a:gd name="connsiteY12" fmla="*/ 16058 h 21212"/>
                <a:gd name="connsiteX13" fmla="*/ 15973 w 21212"/>
                <a:gd name="connsiteY13" fmla="*/ 16058 h 21212"/>
                <a:gd name="connsiteX14" fmla="*/ 15973 w 21212"/>
                <a:gd name="connsiteY14" fmla="*/ 16058 h 21212"/>
                <a:gd name="connsiteX15" fmla="*/ 15973 w 21212"/>
                <a:gd name="connsiteY15" fmla="*/ 16058 h 21212"/>
                <a:gd name="connsiteX16" fmla="*/ 15973 w 21212"/>
                <a:gd name="connsiteY16" fmla="*/ 16058 h 21212"/>
                <a:gd name="connsiteX17" fmla="*/ 15973 w 21212"/>
                <a:gd name="connsiteY17" fmla="*/ 15994 h 21212"/>
                <a:gd name="connsiteX18" fmla="*/ 15994 w 21212"/>
                <a:gd name="connsiteY18" fmla="*/ 15994 h 21212"/>
                <a:gd name="connsiteX19" fmla="*/ 16057 w 21212"/>
                <a:gd name="connsiteY19" fmla="*/ 15930 h 21212"/>
                <a:gd name="connsiteX20" fmla="*/ 16079 w 21212"/>
                <a:gd name="connsiteY20" fmla="*/ 15930 h 21212"/>
                <a:gd name="connsiteX21" fmla="*/ 16079 w 21212"/>
                <a:gd name="connsiteY21" fmla="*/ 15930 h 21212"/>
                <a:gd name="connsiteX22" fmla="*/ 16079 w 21212"/>
                <a:gd name="connsiteY22" fmla="*/ 15930 h 21212"/>
                <a:gd name="connsiteX23" fmla="*/ 16121 w 21212"/>
                <a:gd name="connsiteY23" fmla="*/ 15909 h 21212"/>
                <a:gd name="connsiteX24" fmla="*/ 16121 w 21212"/>
                <a:gd name="connsiteY24" fmla="*/ 15909 h 21212"/>
                <a:gd name="connsiteX25" fmla="*/ 16121 w 21212"/>
                <a:gd name="connsiteY25" fmla="*/ 15909 h 21212"/>
                <a:gd name="connsiteX26" fmla="*/ 16163 w 21212"/>
                <a:gd name="connsiteY26" fmla="*/ 15909 h 21212"/>
                <a:gd name="connsiteX27" fmla="*/ 16206 w 21212"/>
                <a:gd name="connsiteY27" fmla="*/ 15909 h 21212"/>
                <a:gd name="connsiteX28" fmla="*/ 16291 w 21212"/>
                <a:gd name="connsiteY28" fmla="*/ 15930 h 21212"/>
                <a:gd name="connsiteX29" fmla="*/ 16291 w 21212"/>
                <a:gd name="connsiteY29" fmla="*/ 15994 h 21212"/>
                <a:gd name="connsiteX30" fmla="*/ 16206 w 21212"/>
                <a:gd name="connsiteY30" fmla="*/ 15930 h 21212"/>
                <a:gd name="connsiteX31" fmla="*/ 16163 w 21212"/>
                <a:gd name="connsiteY31" fmla="*/ 15930 h 21212"/>
                <a:gd name="connsiteX32" fmla="*/ 16163 w 21212"/>
                <a:gd name="connsiteY32" fmla="*/ 15909 h 21212"/>
                <a:gd name="connsiteX33" fmla="*/ 16121 w 21212"/>
                <a:gd name="connsiteY33" fmla="*/ 15930 h 21212"/>
                <a:gd name="connsiteX34" fmla="*/ 16121 w 21212"/>
                <a:gd name="connsiteY34" fmla="*/ 15930 h 21212"/>
                <a:gd name="connsiteX35" fmla="*/ 16079 w 21212"/>
                <a:gd name="connsiteY35" fmla="*/ 15930 h 21212"/>
                <a:gd name="connsiteX36" fmla="*/ 16079 w 21212"/>
                <a:gd name="connsiteY36" fmla="*/ 15994 h 21212"/>
                <a:gd name="connsiteX37" fmla="*/ 16206 w 21212"/>
                <a:gd name="connsiteY37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06" y="16058"/>
                  </a:moveTo>
                  <a:lnTo>
                    <a:pt x="16163" y="16058"/>
                  </a:lnTo>
                  <a:lnTo>
                    <a:pt x="16079" y="15994"/>
                  </a:lnTo>
                  <a:lnTo>
                    <a:pt x="16057" y="15994"/>
                  </a:lnTo>
                  <a:lnTo>
                    <a:pt x="16057" y="15994"/>
                  </a:lnTo>
                  <a:cubicBezTo>
                    <a:pt x="16057" y="15994"/>
                    <a:pt x="16057" y="15994"/>
                    <a:pt x="15994" y="15994"/>
                  </a:cubicBezTo>
                  <a:lnTo>
                    <a:pt x="15994" y="15994"/>
                  </a:lnTo>
                  <a:cubicBezTo>
                    <a:pt x="15994" y="16058"/>
                    <a:pt x="15994" y="16058"/>
                    <a:pt x="15994" y="16058"/>
                  </a:cubicBezTo>
                  <a:cubicBezTo>
                    <a:pt x="15994" y="16058"/>
                    <a:pt x="15973" y="16058"/>
                    <a:pt x="15994" y="16121"/>
                  </a:cubicBezTo>
                  <a:lnTo>
                    <a:pt x="16079" y="16142"/>
                  </a:lnTo>
                  <a:lnTo>
                    <a:pt x="16057" y="16142"/>
                  </a:lnTo>
                  <a:lnTo>
                    <a:pt x="15909" y="16058"/>
                  </a:lnTo>
                  <a:lnTo>
                    <a:pt x="15909" y="16058"/>
                  </a:lnTo>
                  <a:lnTo>
                    <a:pt x="15973" y="16058"/>
                  </a:lnTo>
                  <a:lnTo>
                    <a:pt x="15973" y="16058"/>
                  </a:lnTo>
                  <a:lnTo>
                    <a:pt x="15973" y="16058"/>
                  </a:lnTo>
                  <a:lnTo>
                    <a:pt x="15973" y="16058"/>
                  </a:lnTo>
                  <a:cubicBezTo>
                    <a:pt x="15973" y="15994"/>
                    <a:pt x="15973" y="15994"/>
                    <a:pt x="15973" y="15994"/>
                  </a:cubicBezTo>
                  <a:lnTo>
                    <a:pt x="15994" y="15994"/>
                  </a:lnTo>
                  <a:cubicBezTo>
                    <a:pt x="15994" y="15994"/>
                    <a:pt x="15994" y="15994"/>
                    <a:pt x="16057" y="15930"/>
                  </a:cubicBezTo>
                  <a:cubicBezTo>
                    <a:pt x="16057" y="15930"/>
                    <a:pt x="16057" y="15930"/>
                    <a:pt x="16079" y="15930"/>
                  </a:cubicBezTo>
                  <a:lnTo>
                    <a:pt x="16079" y="15930"/>
                  </a:lnTo>
                  <a:lnTo>
                    <a:pt x="16079" y="15930"/>
                  </a:lnTo>
                  <a:cubicBezTo>
                    <a:pt x="16079" y="15930"/>
                    <a:pt x="16079" y="15930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cubicBezTo>
                    <a:pt x="16163" y="15909"/>
                    <a:pt x="16163" y="15909"/>
                    <a:pt x="16163" y="15909"/>
                  </a:cubicBezTo>
                  <a:cubicBezTo>
                    <a:pt x="16206" y="15909"/>
                    <a:pt x="16206" y="15909"/>
                    <a:pt x="16206" y="15909"/>
                  </a:cubicBezTo>
                  <a:lnTo>
                    <a:pt x="16291" y="15930"/>
                  </a:lnTo>
                  <a:lnTo>
                    <a:pt x="16291" y="15994"/>
                  </a:lnTo>
                  <a:lnTo>
                    <a:pt x="16206" y="15930"/>
                  </a:lnTo>
                  <a:cubicBezTo>
                    <a:pt x="16163" y="15930"/>
                    <a:pt x="16163" y="15909"/>
                    <a:pt x="16163" y="15930"/>
                  </a:cubicBezTo>
                  <a:cubicBezTo>
                    <a:pt x="16163" y="15909"/>
                    <a:pt x="16163" y="15909"/>
                    <a:pt x="16163" y="15909"/>
                  </a:cubicBezTo>
                  <a:lnTo>
                    <a:pt x="16121" y="15930"/>
                  </a:lnTo>
                  <a:lnTo>
                    <a:pt x="16121" y="15930"/>
                  </a:lnTo>
                  <a:lnTo>
                    <a:pt x="16079" y="15930"/>
                  </a:lnTo>
                  <a:cubicBezTo>
                    <a:pt x="16079" y="15930"/>
                    <a:pt x="16079" y="15930"/>
                    <a:pt x="16079" y="15994"/>
                  </a:cubicBezTo>
                  <a:lnTo>
                    <a:pt x="16206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AFAAF65-9192-47AB-B3B5-2D4249262E41}"/>
                </a:ext>
              </a:extLst>
            </p:cNvPr>
            <p:cNvSpPr/>
            <p:nvPr/>
          </p:nvSpPr>
          <p:spPr>
            <a:xfrm>
              <a:off x="6406510" y="4743435"/>
              <a:ext cx="31327" cy="31327"/>
            </a:xfrm>
            <a:custGeom>
              <a:avLst/>
              <a:gdLst>
                <a:gd name="connsiteX0" fmla="*/ 16057 w 21212"/>
                <a:gd name="connsiteY0" fmla="*/ 15930 h 21212"/>
                <a:gd name="connsiteX1" fmla="*/ 16100 w 21212"/>
                <a:gd name="connsiteY1" fmla="*/ 15930 h 21212"/>
                <a:gd name="connsiteX2" fmla="*/ 16164 w 21212"/>
                <a:gd name="connsiteY2" fmla="*/ 15930 h 21212"/>
                <a:gd name="connsiteX3" fmla="*/ 16164 w 21212"/>
                <a:gd name="connsiteY3" fmla="*/ 15930 h 21212"/>
                <a:gd name="connsiteX4" fmla="*/ 16164 w 21212"/>
                <a:gd name="connsiteY4" fmla="*/ 15930 h 21212"/>
                <a:gd name="connsiteX5" fmla="*/ 16100 w 21212"/>
                <a:gd name="connsiteY5" fmla="*/ 15930 h 21212"/>
                <a:gd name="connsiteX6" fmla="*/ 16057 w 21212"/>
                <a:gd name="connsiteY6" fmla="*/ 15973 h 21212"/>
                <a:gd name="connsiteX7" fmla="*/ 16036 w 21212"/>
                <a:gd name="connsiteY7" fmla="*/ 15973 h 21212"/>
                <a:gd name="connsiteX8" fmla="*/ 16036 w 21212"/>
                <a:gd name="connsiteY8" fmla="*/ 15973 h 21212"/>
                <a:gd name="connsiteX9" fmla="*/ 15951 w 21212"/>
                <a:gd name="connsiteY9" fmla="*/ 15973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51 w 21212"/>
                <a:gd name="connsiteY13" fmla="*/ 15909 h 21212"/>
                <a:gd name="connsiteX14" fmla="*/ 15951 w 21212"/>
                <a:gd name="connsiteY14" fmla="*/ 15909 h 21212"/>
                <a:gd name="connsiteX15" fmla="*/ 16057 w 21212"/>
                <a:gd name="connsiteY15" fmla="*/ 15930 h 21212"/>
                <a:gd name="connsiteX16" fmla="*/ 16057 w 21212"/>
                <a:gd name="connsiteY16" fmla="*/ 15930 h 21212"/>
                <a:gd name="connsiteX17" fmla="*/ 16057 w 21212"/>
                <a:gd name="connsiteY17" fmla="*/ 15930 h 21212"/>
                <a:gd name="connsiteX18" fmla="*/ 16057 w 21212"/>
                <a:gd name="connsiteY18" fmla="*/ 15930 h 21212"/>
                <a:gd name="connsiteX19" fmla="*/ 16057 w 21212"/>
                <a:gd name="connsiteY19" fmla="*/ 15930 h 21212"/>
                <a:gd name="connsiteX20" fmla="*/ 15951 w 21212"/>
                <a:gd name="connsiteY20" fmla="*/ 15973 h 21212"/>
                <a:gd name="connsiteX21" fmla="*/ 16036 w 21212"/>
                <a:gd name="connsiteY21" fmla="*/ 15973 h 21212"/>
                <a:gd name="connsiteX22" fmla="*/ 16036 w 21212"/>
                <a:gd name="connsiteY22" fmla="*/ 15973 h 21212"/>
                <a:gd name="connsiteX23" fmla="*/ 16057 w 21212"/>
                <a:gd name="connsiteY23" fmla="*/ 15930 h 21212"/>
                <a:gd name="connsiteX24" fmla="*/ 16057 w 21212"/>
                <a:gd name="connsiteY24" fmla="*/ 15930 h 21212"/>
                <a:gd name="connsiteX25" fmla="*/ 15951 w 21212"/>
                <a:gd name="connsiteY25" fmla="*/ 15909 h 21212"/>
                <a:gd name="connsiteX26" fmla="*/ 15951 w 21212"/>
                <a:gd name="connsiteY26" fmla="*/ 15909 h 21212"/>
                <a:gd name="connsiteX27" fmla="*/ 15951 w 21212"/>
                <a:gd name="connsiteY27" fmla="*/ 15909 h 21212"/>
                <a:gd name="connsiteX28" fmla="*/ 15951 w 21212"/>
                <a:gd name="connsiteY28" fmla="*/ 15909 h 21212"/>
                <a:gd name="connsiteX29" fmla="*/ 15951 w 21212"/>
                <a:gd name="connsiteY29" fmla="*/ 15909 h 21212"/>
                <a:gd name="connsiteX30" fmla="*/ 16036 w 21212"/>
                <a:gd name="connsiteY30" fmla="*/ 15909 h 21212"/>
                <a:gd name="connsiteX31" fmla="*/ 16036 w 21212"/>
                <a:gd name="connsiteY31" fmla="*/ 15909 h 21212"/>
                <a:gd name="connsiteX32" fmla="*/ 16036 w 21212"/>
                <a:gd name="connsiteY32" fmla="*/ 15909 h 21212"/>
                <a:gd name="connsiteX33" fmla="*/ 16036 w 21212"/>
                <a:gd name="connsiteY33" fmla="*/ 15909 h 21212"/>
                <a:gd name="connsiteX34" fmla="*/ 15951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30"/>
                  </a:moveTo>
                  <a:cubicBezTo>
                    <a:pt x="16100" y="15930"/>
                    <a:pt x="16100" y="15930"/>
                    <a:pt x="16100" y="15930"/>
                  </a:cubicBezTo>
                  <a:cubicBezTo>
                    <a:pt x="16100" y="15930"/>
                    <a:pt x="16100" y="15930"/>
                    <a:pt x="16164" y="15930"/>
                  </a:cubicBezTo>
                  <a:lnTo>
                    <a:pt x="16164" y="15930"/>
                  </a:lnTo>
                  <a:lnTo>
                    <a:pt x="16164" y="15930"/>
                  </a:lnTo>
                  <a:lnTo>
                    <a:pt x="16100" y="15930"/>
                  </a:lnTo>
                  <a:cubicBezTo>
                    <a:pt x="16057" y="15973"/>
                    <a:pt x="16057" y="15973"/>
                    <a:pt x="16057" y="15973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09" y="15973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30"/>
                  </a:lnTo>
                  <a:cubicBezTo>
                    <a:pt x="15909" y="15909"/>
                    <a:pt x="15909" y="15909"/>
                    <a:pt x="15951" y="15909"/>
                  </a:cubicBezTo>
                  <a:lnTo>
                    <a:pt x="15951" y="15909"/>
                  </a:lnTo>
                  <a:lnTo>
                    <a:pt x="16057" y="15930"/>
                  </a:lnTo>
                  <a:lnTo>
                    <a:pt x="16057" y="15930"/>
                  </a:lnTo>
                  <a:cubicBezTo>
                    <a:pt x="16057" y="15909"/>
                    <a:pt x="16057" y="15909"/>
                    <a:pt x="16057" y="15930"/>
                  </a:cubicBezTo>
                  <a:lnTo>
                    <a:pt x="16057" y="15930"/>
                  </a:lnTo>
                  <a:lnTo>
                    <a:pt x="16057" y="15930"/>
                  </a:lnTo>
                  <a:lnTo>
                    <a:pt x="15951" y="15973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6036" y="15973"/>
                    <a:pt x="16036" y="15973"/>
                    <a:pt x="16057" y="15930"/>
                  </a:cubicBezTo>
                  <a:lnTo>
                    <a:pt x="16057" y="15930"/>
                  </a:lnTo>
                  <a:close/>
                  <a:moveTo>
                    <a:pt x="15951" y="15909"/>
                  </a:moveTo>
                  <a:cubicBezTo>
                    <a:pt x="15951" y="15909"/>
                    <a:pt x="15951" y="15909"/>
                    <a:pt x="15951" y="15909"/>
                  </a:cubicBezTo>
                  <a:lnTo>
                    <a:pt x="15951" y="15909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5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2AD3D24-11B0-4A12-9F46-28A280E3904D}"/>
                </a:ext>
              </a:extLst>
            </p:cNvPr>
            <p:cNvSpPr/>
            <p:nvPr/>
          </p:nvSpPr>
          <p:spPr>
            <a:xfrm>
              <a:off x="6406729" y="4743153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51 w 21212"/>
                <a:gd name="connsiteY1" fmla="*/ 15973 h 21212"/>
                <a:gd name="connsiteX2" fmla="*/ 15951 w 21212"/>
                <a:gd name="connsiteY2" fmla="*/ 15973 h 21212"/>
                <a:gd name="connsiteX3" fmla="*/ 15951 w 21212"/>
                <a:gd name="connsiteY3" fmla="*/ 15973 h 21212"/>
                <a:gd name="connsiteX4" fmla="*/ 15951 w 21212"/>
                <a:gd name="connsiteY4" fmla="*/ 15973 h 21212"/>
                <a:gd name="connsiteX5" fmla="*/ 16015 w 21212"/>
                <a:gd name="connsiteY5" fmla="*/ 15952 h 21212"/>
                <a:gd name="connsiteX6" fmla="*/ 16015 w 21212"/>
                <a:gd name="connsiteY6" fmla="*/ 15909 h 21212"/>
                <a:gd name="connsiteX7" fmla="*/ 16036 w 21212"/>
                <a:gd name="connsiteY7" fmla="*/ 15909 h 21212"/>
                <a:gd name="connsiteX8" fmla="*/ 16036 w 21212"/>
                <a:gd name="connsiteY8" fmla="*/ 15909 h 21212"/>
                <a:gd name="connsiteX9" fmla="*/ 16079 w 21212"/>
                <a:gd name="connsiteY9" fmla="*/ 15952 h 21212"/>
                <a:gd name="connsiteX10" fmla="*/ 16185 w 21212"/>
                <a:gd name="connsiteY10" fmla="*/ 15973 h 21212"/>
                <a:gd name="connsiteX11" fmla="*/ 16164 w 21212"/>
                <a:gd name="connsiteY11" fmla="*/ 15973 h 21212"/>
                <a:gd name="connsiteX12" fmla="*/ 16036 w 21212"/>
                <a:gd name="connsiteY12" fmla="*/ 15952 h 21212"/>
                <a:gd name="connsiteX13" fmla="*/ 16036 w 21212"/>
                <a:gd name="connsiteY13" fmla="*/ 15952 h 21212"/>
                <a:gd name="connsiteX14" fmla="*/ 16015 w 21212"/>
                <a:gd name="connsiteY14" fmla="*/ 15952 h 21212"/>
                <a:gd name="connsiteX15" fmla="*/ 16015 w 21212"/>
                <a:gd name="connsiteY15" fmla="*/ 15973 h 21212"/>
                <a:gd name="connsiteX16" fmla="*/ 15951 w 21212"/>
                <a:gd name="connsiteY16" fmla="*/ 15973 h 21212"/>
                <a:gd name="connsiteX17" fmla="*/ 16079 w 21212"/>
                <a:gd name="connsiteY17" fmla="*/ 16100 h 21212"/>
                <a:gd name="connsiteX18" fmla="*/ 16036 w 21212"/>
                <a:gd name="connsiteY18" fmla="*/ 16100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51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52"/>
                    <a:pt x="15951" y="15952"/>
                    <a:pt x="15951" y="15973"/>
                  </a:cubicBezTo>
                  <a:lnTo>
                    <a:pt x="16015" y="15952"/>
                  </a:lnTo>
                  <a:cubicBezTo>
                    <a:pt x="16015" y="15952"/>
                    <a:pt x="16015" y="15952"/>
                    <a:pt x="16015" y="15909"/>
                  </a:cubicBezTo>
                  <a:cubicBezTo>
                    <a:pt x="16015" y="15909"/>
                    <a:pt x="16015" y="15909"/>
                    <a:pt x="16036" y="15909"/>
                  </a:cubicBezTo>
                  <a:lnTo>
                    <a:pt x="16036" y="15909"/>
                  </a:lnTo>
                  <a:lnTo>
                    <a:pt x="16079" y="15952"/>
                  </a:lnTo>
                  <a:lnTo>
                    <a:pt x="16185" y="15973"/>
                  </a:lnTo>
                  <a:lnTo>
                    <a:pt x="16164" y="15973"/>
                  </a:lnTo>
                  <a:lnTo>
                    <a:pt x="16036" y="15952"/>
                  </a:lnTo>
                  <a:lnTo>
                    <a:pt x="16036" y="15952"/>
                  </a:lnTo>
                  <a:cubicBezTo>
                    <a:pt x="16015" y="15952"/>
                    <a:pt x="16015" y="15952"/>
                    <a:pt x="16015" y="15952"/>
                  </a:cubicBezTo>
                  <a:lnTo>
                    <a:pt x="16015" y="15973"/>
                  </a:lnTo>
                  <a:lnTo>
                    <a:pt x="15951" y="15973"/>
                  </a:lnTo>
                  <a:lnTo>
                    <a:pt x="16079" y="16100"/>
                  </a:lnTo>
                  <a:lnTo>
                    <a:pt x="16036" y="16100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F32EF02C-7D6B-4829-AC49-67586A8EB1F5}"/>
                </a:ext>
              </a:extLst>
            </p:cNvPr>
            <p:cNvSpPr/>
            <p:nvPr/>
          </p:nvSpPr>
          <p:spPr>
            <a:xfrm>
              <a:off x="6406886" y="4742996"/>
              <a:ext cx="31327" cy="31327"/>
            </a:xfrm>
            <a:custGeom>
              <a:avLst/>
              <a:gdLst>
                <a:gd name="connsiteX0" fmla="*/ 16248 w 21212"/>
                <a:gd name="connsiteY0" fmla="*/ 16015 h 21212"/>
                <a:gd name="connsiteX1" fmla="*/ 16248 w 21212"/>
                <a:gd name="connsiteY1" fmla="*/ 16015 h 21212"/>
                <a:gd name="connsiteX2" fmla="*/ 16185 w 21212"/>
                <a:gd name="connsiteY2" fmla="*/ 16015 h 21212"/>
                <a:gd name="connsiteX3" fmla="*/ 16185 w 21212"/>
                <a:gd name="connsiteY3" fmla="*/ 16015 h 21212"/>
                <a:gd name="connsiteX4" fmla="*/ 16142 w 21212"/>
                <a:gd name="connsiteY4" fmla="*/ 16058 h 21212"/>
                <a:gd name="connsiteX5" fmla="*/ 16142 w 21212"/>
                <a:gd name="connsiteY5" fmla="*/ 16058 h 21212"/>
                <a:gd name="connsiteX6" fmla="*/ 16057 w 21212"/>
                <a:gd name="connsiteY6" fmla="*/ 16015 h 21212"/>
                <a:gd name="connsiteX7" fmla="*/ 15994 w 21212"/>
                <a:gd name="connsiteY7" fmla="*/ 16015 h 21212"/>
                <a:gd name="connsiteX8" fmla="*/ 15951 w 21212"/>
                <a:gd name="connsiteY8" fmla="*/ 16015 h 21212"/>
                <a:gd name="connsiteX9" fmla="*/ 15951 w 21212"/>
                <a:gd name="connsiteY9" fmla="*/ 16015 h 21212"/>
                <a:gd name="connsiteX10" fmla="*/ 15951 w 21212"/>
                <a:gd name="connsiteY10" fmla="*/ 15951 h 21212"/>
                <a:gd name="connsiteX11" fmla="*/ 15909 w 21212"/>
                <a:gd name="connsiteY11" fmla="*/ 15951 h 21212"/>
                <a:gd name="connsiteX12" fmla="*/ 15951 w 21212"/>
                <a:gd name="connsiteY12" fmla="*/ 15909 h 21212"/>
                <a:gd name="connsiteX13" fmla="*/ 15994 w 21212"/>
                <a:gd name="connsiteY13" fmla="*/ 15951 h 21212"/>
                <a:gd name="connsiteX14" fmla="*/ 16036 w 21212"/>
                <a:gd name="connsiteY14" fmla="*/ 15909 h 21212"/>
                <a:gd name="connsiteX15" fmla="*/ 16057 w 21212"/>
                <a:gd name="connsiteY15" fmla="*/ 15909 h 21212"/>
                <a:gd name="connsiteX16" fmla="*/ 16036 w 21212"/>
                <a:gd name="connsiteY16" fmla="*/ 15951 h 21212"/>
                <a:gd name="connsiteX17" fmla="*/ 16142 w 21212"/>
                <a:gd name="connsiteY17" fmla="*/ 16015 h 21212"/>
                <a:gd name="connsiteX18" fmla="*/ 16142 w 21212"/>
                <a:gd name="connsiteY18" fmla="*/ 16015 h 21212"/>
                <a:gd name="connsiteX19" fmla="*/ 16142 w 21212"/>
                <a:gd name="connsiteY19" fmla="*/ 16015 h 21212"/>
                <a:gd name="connsiteX20" fmla="*/ 16185 w 21212"/>
                <a:gd name="connsiteY20" fmla="*/ 16015 h 21212"/>
                <a:gd name="connsiteX21" fmla="*/ 16185 w 21212"/>
                <a:gd name="connsiteY21" fmla="*/ 16015 h 21212"/>
                <a:gd name="connsiteX22" fmla="*/ 16185 w 21212"/>
                <a:gd name="connsiteY22" fmla="*/ 16015 h 21212"/>
                <a:gd name="connsiteX23" fmla="*/ 16248 w 21212"/>
                <a:gd name="connsiteY23" fmla="*/ 16015 h 21212"/>
                <a:gd name="connsiteX24" fmla="*/ 16248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48" y="16015"/>
                  </a:moveTo>
                  <a:lnTo>
                    <a:pt x="16248" y="16015"/>
                  </a:lnTo>
                  <a:cubicBezTo>
                    <a:pt x="16248" y="16015"/>
                    <a:pt x="16248" y="16015"/>
                    <a:pt x="16185" y="16015"/>
                  </a:cubicBezTo>
                  <a:lnTo>
                    <a:pt x="16185" y="16015"/>
                  </a:lnTo>
                  <a:cubicBezTo>
                    <a:pt x="16185" y="16015"/>
                    <a:pt x="16185" y="16058"/>
                    <a:pt x="16142" y="16058"/>
                  </a:cubicBezTo>
                  <a:lnTo>
                    <a:pt x="16142" y="16058"/>
                  </a:lnTo>
                  <a:cubicBezTo>
                    <a:pt x="16142" y="16058"/>
                    <a:pt x="16057" y="16058"/>
                    <a:pt x="16057" y="16015"/>
                  </a:cubicBezTo>
                  <a:lnTo>
                    <a:pt x="15994" y="16015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5951" y="15951"/>
                  </a:lnTo>
                  <a:lnTo>
                    <a:pt x="15909" y="15951"/>
                  </a:lnTo>
                  <a:lnTo>
                    <a:pt x="15951" y="15909"/>
                  </a:lnTo>
                  <a:lnTo>
                    <a:pt x="15994" y="15951"/>
                  </a:lnTo>
                  <a:lnTo>
                    <a:pt x="16036" y="15909"/>
                  </a:lnTo>
                  <a:lnTo>
                    <a:pt x="16057" y="15909"/>
                  </a:lnTo>
                  <a:lnTo>
                    <a:pt x="16036" y="15951"/>
                  </a:lnTo>
                  <a:lnTo>
                    <a:pt x="16142" y="16015"/>
                  </a:lnTo>
                  <a:lnTo>
                    <a:pt x="16142" y="16015"/>
                  </a:lnTo>
                  <a:lnTo>
                    <a:pt x="16142" y="16015"/>
                  </a:lnTo>
                  <a:cubicBezTo>
                    <a:pt x="16185" y="16015"/>
                    <a:pt x="16185" y="16015"/>
                    <a:pt x="16185" y="16015"/>
                  </a:cubicBezTo>
                  <a:lnTo>
                    <a:pt x="16185" y="16015"/>
                  </a:lnTo>
                  <a:lnTo>
                    <a:pt x="16185" y="16015"/>
                  </a:lnTo>
                  <a:cubicBezTo>
                    <a:pt x="16206" y="16015"/>
                    <a:pt x="16206" y="16015"/>
                    <a:pt x="16248" y="16015"/>
                  </a:cubicBezTo>
                  <a:lnTo>
                    <a:pt x="16248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D928F45-BC73-4C01-A386-2A7D391012E1}"/>
                </a:ext>
              </a:extLst>
            </p:cNvPr>
            <p:cNvSpPr/>
            <p:nvPr/>
          </p:nvSpPr>
          <p:spPr>
            <a:xfrm>
              <a:off x="6407106" y="4742840"/>
              <a:ext cx="31327" cy="31327"/>
            </a:xfrm>
            <a:custGeom>
              <a:avLst/>
              <a:gdLst>
                <a:gd name="connsiteX0" fmla="*/ 16206 w 21212"/>
                <a:gd name="connsiteY0" fmla="*/ 16015 h 21212"/>
                <a:gd name="connsiteX1" fmla="*/ 16142 w 21212"/>
                <a:gd name="connsiteY1" fmla="*/ 16057 h 21212"/>
                <a:gd name="connsiteX2" fmla="*/ 16142 w 21212"/>
                <a:gd name="connsiteY2" fmla="*/ 16057 h 21212"/>
                <a:gd name="connsiteX3" fmla="*/ 16121 w 21212"/>
                <a:gd name="connsiteY3" fmla="*/ 16057 h 21212"/>
                <a:gd name="connsiteX4" fmla="*/ 16100 w 21212"/>
                <a:gd name="connsiteY4" fmla="*/ 16057 h 21212"/>
                <a:gd name="connsiteX5" fmla="*/ 16100 w 21212"/>
                <a:gd name="connsiteY5" fmla="*/ 16057 h 21212"/>
                <a:gd name="connsiteX6" fmla="*/ 16036 w 21212"/>
                <a:gd name="connsiteY6" fmla="*/ 16057 h 21212"/>
                <a:gd name="connsiteX7" fmla="*/ 15909 w 21212"/>
                <a:gd name="connsiteY7" fmla="*/ 16015 h 21212"/>
                <a:gd name="connsiteX8" fmla="*/ 15994 w 21212"/>
                <a:gd name="connsiteY8" fmla="*/ 15951 h 21212"/>
                <a:gd name="connsiteX9" fmla="*/ 16100 w 21212"/>
                <a:gd name="connsiteY9" fmla="*/ 16015 h 21212"/>
                <a:gd name="connsiteX10" fmla="*/ 16121 w 21212"/>
                <a:gd name="connsiteY10" fmla="*/ 16015 h 21212"/>
                <a:gd name="connsiteX11" fmla="*/ 16121 w 21212"/>
                <a:gd name="connsiteY11" fmla="*/ 16015 h 21212"/>
                <a:gd name="connsiteX12" fmla="*/ 16142 w 21212"/>
                <a:gd name="connsiteY12" fmla="*/ 16015 h 21212"/>
                <a:gd name="connsiteX13" fmla="*/ 16206 w 21212"/>
                <a:gd name="connsiteY13" fmla="*/ 16015 h 21212"/>
                <a:gd name="connsiteX14" fmla="*/ 16206 w 21212"/>
                <a:gd name="connsiteY14" fmla="*/ 15951 h 21212"/>
                <a:gd name="connsiteX15" fmla="*/ 16142 w 21212"/>
                <a:gd name="connsiteY15" fmla="*/ 15951 h 21212"/>
                <a:gd name="connsiteX16" fmla="*/ 16100 w 21212"/>
                <a:gd name="connsiteY16" fmla="*/ 15909 h 21212"/>
                <a:gd name="connsiteX17" fmla="*/ 16121 w 21212"/>
                <a:gd name="connsiteY17" fmla="*/ 15909 h 21212"/>
                <a:gd name="connsiteX18" fmla="*/ 16206 w 21212"/>
                <a:gd name="connsiteY18" fmla="*/ 15951 h 21212"/>
                <a:gd name="connsiteX19" fmla="*/ 16206 w 21212"/>
                <a:gd name="connsiteY19" fmla="*/ 15951 h 21212"/>
                <a:gd name="connsiteX20" fmla="*/ 16227 w 21212"/>
                <a:gd name="connsiteY20" fmla="*/ 15951 h 21212"/>
                <a:gd name="connsiteX21" fmla="*/ 16227 w 21212"/>
                <a:gd name="connsiteY21" fmla="*/ 15951 h 21212"/>
                <a:gd name="connsiteX22" fmla="*/ 16206 w 21212"/>
                <a:gd name="connsiteY22" fmla="*/ 16015 h 21212"/>
                <a:gd name="connsiteX23" fmla="*/ 16206 w 21212"/>
                <a:gd name="connsiteY23" fmla="*/ 16015 h 21212"/>
                <a:gd name="connsiteX24" fmla="*/ 16206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6015"/>
                  </a:moveTo>
                  <a:lnTo>
                    <a:pt x="16142" y="16057"/>
                  </a:lnTo>
                  <a:lnTo>
                    <a:pt x="16142" y="16057"/>
                  </a:lnTo>
                  <a:cubicBezTo>
                    <a:pt x="16121" y="16057"/>
                    <a:pt x="16121" y="16057"/>
                    <a:pt x="16121" y="16057"/>
                  </a:cubicBezTo>
                  <a:lnTo>
                    <a:pt x="16100" y="16057"/>
                  </a:lnTo>
                  <a:lnTo>
                    <a:pt x="16100" y="16057"/>
                  </a:lnTo>
                  <a:cubicBezTo>
                    <a:pt x="16100" y="16057"/>
                    <a:pt x="16100" y="16057"/>
                    <a:pt x="16036" y="16057"/>
                  </a:cubicBezTo>
                  <a:lnTo>
                    <a:pt x="15909" y="16015"/>
                  </a:lnTo>
                  <a:lnTo>
                    <a:pt x="15994" y="15951"/>
                  </a:lnTo>
                  <a:lnTo>
                    <a:pt x="16100" y="16015"/>
                  </a:lnTo>
                  <a:cubicBezTo>
                    <a:pt x="16100" y="16015"/>
                    <a:pt x="16100" y="16015"/>
                    <a:pt x="16121" y="16015"/>
                  </a:cubicBezTo>
                  <a:lnTo>
                    <a:pt x="16121" y="16015"/>
                  </a:lnTo>
                  <a:cubicBezTo>
                    <a:pt x="16142" y="16015"/>
                    <a:pt x="16142" y="16015"/>
                    <a:pt x="16142" y="16015"/>
                  </a:cubicBezTo>
                  <a:lnTo>
                    <a:pt x="16206" y="16015"/>
                  </a:lnTo>
                  <a:lnTo>
                    <a:pt x="16206" y="15951"/>
                  </a:lnTo>
                  <a:lnTo>
                    <a:pt x="16142" y="15951"/>
                  </a:lnTo>
                  <a:lnTo>
                    <a:pt x="16100" y="15909"/>
                  </a:lnTo>
                  <a:lnTo>
                    <a:pt x="16121" y="15909"/>
                  </a:lnTo>
                  <a:lnTo>
                    <a:pt x="16206" y="15951"/>
                  </a:lnTo>
                  <a:lnTo>
                    <a:pt x="16206" y="15951"/>
                  </a:lnTo>
                  <a:cubicBezTo>
                    <a:pt x="16206" y="15951"/>
                    <a:pt x="16206" y="15951"/>
                    <a:pt x="16227" y="15951"/>
                  </a:cubicBezTo>
                  <a:lnTo>
                    <a:pt x="16227" y="15951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206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030215B0-5104-4F56-A2AA-F1461FDC68F5}"/>
                </a:ext>
              </a:extLst>
            </p:cNvPr>
            <p:cNvSpPr/>
            <p:nvPr/>
          </p:nvSpPr>
          <p:spPr>
            <a:xfrm>
              <a:off x="6407450" y="4742621"/>
              <a:ext cx="31327" cy="31327"/>
            </a:xfrm>
            <a:custGeom>
              <a:avLst/>
              <a:gdLst>
                <a:gd name="connsiteX0" fmla="*/ 16270 w 21212"/>
                <a:gd name="connsiteY0" fmla="*/ 16058 h 21212"/>
                <a:gd name="connsiteX1" fmla="*/ 16206 w 21212"/>
                <a:gd name="connsiteY1" fmla="*/ 16058 h 21212"/>
                <a:gd name="connsiteX2" fmla="*/ 16100 w 21212"/>
                <a:gd name="connsiteY2" fmla="*/ 16058 h 21212"/>
                <a:gd name="connsiteX3" fmla="*/ 16100 w 21212"/>
                <a:gd name="connsiteY3" fmla="*/ 15994 h 21212"/>
                <a:gd name="connsiteX4" fmla="*/ 16057 w 21212"/>
                <a:gd name="connsiteY4" fmla="*/ 15994 h 21212"/>
                <a:gd name="connsiteX5" fmla="*/ 16057 w 21212"/>
                <a:gd name="connsiteY5" fmla="*/ 16058 h 21212"/>
                <a:gd name="connsiteX6" fmla="*/ 15994 w 21212"/>
                <a:gd name="connsiteY6" fmla="*/ 16058 h 21212"/>
                <a:gd name="connsiteX7" fmla="*/ 15994 w 21212"/>
                <a:gd name="connsiteY7" fmla="*/ 16058 h 21212"/>
                <a:gd name="connsiteX8" fmla="*/ 15994 w 21212"/>
                <a:gd name="connsiteY8" fmla="*/ 16058 h 21212"/>
                <a:gd name="connsiteX9" fmla="*/ 16100 w 21212"/>
                <a:gd name="connsiteY9" fmla="*/ 16058 h 21212"/>
                <a:gd name="connsiteX10" fmla="*/ 16100 w 21212"/>
                <a:gd name="connsiteY10" fmla="*/ 16100 h 21212"/>
                <a:gd name="connsiteX11" fmla="*/ 15909 w 21212"/>
                <a:gd name="connsiteY11" fmla="*/ 16058 h 21212"/>
                <a:gd name="connsiteX12" fmla="*/ 15909 w 21212"/>
                <a:gd name="connsiteY12" fmla="*/ 16058 h 21212"/>
                <a:gd name="connsiteX13" fmla="*/ 15973 w 21212"/>
                <a:gd name="connsiteY13" fmla="*/ 16058 h 21212"/>
                <a:gd name="connsiteX14" fmla="*/ 15973 w 21212"/>
                <a:gd name="connsiteY14" fmla="*/ 16058 h 21212"/>
                <a:gd name="connsiteX15" fmla="*/ 15973 w 21212"/>
                <a:gd name="connsiteY15" fmla="*/ 16058 h 21212"/>
                <a:gd name="connsiteX16" fmla="*/ 15973 w 21212"/>
                <a:gd name="connsiteY16" fmla="*/ 16058 h 21212"/>
                <a:gd name="connsiteX17" fmla="*/ 15973 w 21212"/>
                <a:gd name="connsiteY17" fmla="*/ 16058 h 21212"/>
                <a:gd name="connsiteX18" fmla="*/ 15994 w 21212"/>
                <a:gd name="connsiteY18" fmla="*/ 15994 h 21212"/>
                <a:gd name="connsiteX19" fmla="*/ 16057 w 21212"/>
                <a:gd name="connsiteY19" fmla="*/ 15994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00 w 21212"/>
                <a:gd name="connsiteY22" fmla="*/ 15994 h 21212"/>
                <a:gd name="connsiteX23" fmla="*/ 16121 w 21212"/>
                <a:gd name="connsiteY23" fmla="*/ 15994 h 21212"/>
                <a:gd name="connsiteX24" fmla="*/ 16121 w 21212"/>
                <a:gd name="connsiteY24" fmla="*/ 15994 h 21212"/>
                <a:gd name="connsiteX25" fmla="*/ 16121 w 21212"/>
                <a:gd name="connsiteY25" fmla="*/ 15909 h 21212"/>
                <a:gd name="connsiteX26" fmla="*/ 16206 w 21212"/>
                <a:gd name="connsiteY26" fmla="*/ 15994 h 21212"/>
                <a:gd name="connsiteX27" fmla="*/ 16270 w 21212"/>
                <a:gd name="connsiteY27" fmla="*/ 15994 h 21212"/>
                <a:gd name="connsiteX28" fmla="*/ 16397 w 21212"/>
                <a:gd name="connsiteY28" fmla="*/ 15994 h 21212"/>
                <a:gd name="connsiteX29" fmla="*/ 16333 w 21212"/>
                <a:gd name="connsiteY29" fmla="*/ 15994 h 21212"/>
                <a:gd name="connsiteX30" fmla="*/ 16270 w 21212"/>
                <a:gd name="connsiteY30" fmla="*/ 15994 h 21212"/>
                <a:gd name="connsiteX31" fmla="*/ 16206 w 21212"/>
                <a:gd name="connsiteY31" fmla="*/ 15994 h 21212"/>
                <a:gd name="connsiteX32" fmla="*/ 16206 w 21212"/>
                <a:gd name="connsiteY32" fmla="*/ 15994 h 21212"/>
                <a:gd name="connsiteX33" fmla="*/ 16121 w 21212"/>
                <a:gd name="connsiteY33" fmla="*/ 15994 h 21212"/>
                <a:gd name="connsiteX34" fmla="*/ 16121 w 21212"/>
                <a:gd name="connsiteY34" fmla="*/ 15994 h 21212"/>
                <a:gd name="connsiteX35" fmla="*/ 16121 w 21212"/>
                <a:gd name="connsiteY35" fmla="*/ 15994 h 21212"/>
                <a:gd name="connsiteX36" fmla="*/ 16100 w 21212"/>
                <a:gd name="connsiteY36" fmla="*/ 15994 h 21212"/>
                <a:gd name="connsiteX37" fmla="*/ 16270 w 21212"/>
                <a:gd name="connsiteY37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70" y="16058"/>
                  </a:moveTo>
                  <a:lnTo>
                    <a:pt x="16206" y="16058"/>
                  </a:lnTo>
                  <a:lnTo>
                    <a:pt x="16100" y="16058"/>
                  </a:lnTo>
                  <a:lnTo>
                    <a:pt x="16100" y="15994"/>
                  </a:lnTo>
                  <a:lnTo>
                    <a:pt x="16057" y="15994"/>
                  </a:lnTo>
                  <a:cubicBezTo>
                    <a:pt x="16057" y="15994"/>
                    <a:pt x="16057" y="15994"/>
                    <a:pt x="16057" y="16058"/>
                  </a:cubicBezTo>
                  <a:cubicBezTo>
                    <a:pt x="15994" y="16058"/>
                    <a:pt x="15994" y="16058"/>
                    <a:pt x="15994" y="16058"/>
                  </a:cubicBezTo>
                  <a:lnTo>
                    <a:pt x="15994" y="16058"/>
                  </a:lnTo>
                  <a:lnTo>
                    <a:pt x="15994" y="16058"/>
                  </a:lnTo>
                  <a:lnTo>
                    <a:pt x="16100" y="16058"/>
                  </a:lnTo>
                  <a:lnTo>
                    <a:pt x="16100" y="16100"/>
                  </a:lnTo>
                  <a:lnTo>
                    <a:pt x="15909" y="16058"/>
                  </a:lnTo>
                  <a:lnTo>
                    <a:pt x="15909" y="16058"/>
                  </a:lnTo>
                  <a:lnTo>
                    <a:pt x="15973" y="16058"/>
                  </a:lnTo>
                  <a:lnTo>
                    <a:pt x="15973" y="16058"/>
                  </a:lnTo>
                  <a:lnTo>
                    <a:pt x="15973" y="16058"/>
                  </a:lnTo>
                  <a:lnTo>
                    <a:pt x="15973" y="16058"/>
                  </a:lnTo>
                  <a:lnTo>
                    <a:pt x="15973" y="16058"/>
                  </a:lnTo>
                  <a:cubicBezTo>
                    <a:pt x="15994" y="16058"/>
                    <a:pt x="15994" y="16058"/>
                    <a:pt x="15994" y="15994"/>
                  </a:cubicBezTo>
                  <a:cubicBezTo>
                    <a:pt x="15994" y="15994"/>
                    <a:pt x="15994" y="15994"/>
                    <a:pt x="16057" y="15994"/>
                  </a:cubicBez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94"/>
                    <a:pt x="16100" y="15994"/>
                    <a:pt x="16121" y="15994"/>
                  </a:cubicBezTo>
                  <a:lnTo>
                    <a:pt x="16121" y="15994"/>
                  </a:lnTo>
                  <a:cubicBezTo>
                    <a:pt x="16121" y="15909"/>
                    <a:pt x="16121" y="15909"/>
                    <a:pt x="16121" y="15909"/>
                  </a:cubicBezTo>
                  <a:cubicBezTo>
                    <a:pt x="16206" y="15909"/>
                    <a:pt x="16206" y="15909"/>
                    <a:pt x="16206" y="15994"/>
                  </a:cubicBezTo>
                  <a:cubicBezTo>
                    <a:pt x="16270" y="15994"/>
                    <a:pt x="16270" y="15994"/>
                    <a:pt x="16270" y="15994"/>
                  </a:cubicBezTo>
                  <a:lnTo>
                    <a:pt x="16397" y="15994"/>
                  </a:lnTo>
                  <a:lnTo>
                    <a:pt x="16333" y="15994"/>
                  </a:lnTo>
                  <a:lnTo>
                    <a:pt x="16270" y="15994"/>
                  </a:lnTo>
                  <a:cubicBezTo>
                    <a:pt x="16206" y="15994"/>
                    <a:pt x="16206" y="15994"/>
                    <a:pt x="16206" y="15994"/>
                  </a:cubicBezTo>
                  <a:lnTo>
                    <a:pt x="16206" y="15994"/>
                  </a:lnTo>
                  <a:cubicBezTo>
                    <a:pt x="16121" y="15994"/>
                    <a:pt x="16121" y="15994"/>
                    <a:pt x="16121" y="15994"/>
                  </a:cubicBezTo>
                  <a:lnTo>
                    <a:pt x="16121" y="15994"/>
                  </a:lnTo>
                  <a:lnTo>
                    <a:pt x="16121" y="15994"/>
                  </a:lnTo>
                  <a:lnTo>
                    <a:pt x="16100" y="15994"/>
                  </a:lnTo>
                  <a:lnTo>
                    <a:pt x="16270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268C82C-3BB4-47A1-BAA1-18DCCA88E9EE}"/>
                </a:ext>
              </a:extLst>
            </p:cNvPr>
            <p:cNvSpPr/>
            <p:nvPr/>
          </p:nvSpPr>
          <p:spPr>
            <a:xfrm>
              <a:off x="6407983" y="4742465"/>
              <a:ext cx="31327" cy="31327"/>
            </a:xfrm>
            <a:custGeom>
              <a:avLst/>
              <a:gdLst>
                <a:gd name="connsiteX0" fmla="*/ 16164 w 21212"/>
                <a:gd name="connsiteY0" fmla="*/ 16036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6164 w 21212"/>
                <a:gd name="connsiteY3" fmla="*/ 16036 h 21212"/>
                <a:gd name="connsiteX4" fmla="*/ 16164 w 21212"/>
                <a:gd name="connsiteY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036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6164" y="16036"/>
                  </a:lnTo>
                  <a:lnTo>
                    <a:pt x="16164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B6527B6F-4E71-4186-BFD9-14CF0EB238B7}"/>
                </a:ext>
              </a:extLst>
            </p:cNvPr>
            <p:cNvSpPr/>
            <p:nvPr/>
          </p:nvSpPr>
          <p:spPr>
            <a:xfrm>
              <a:off x="6408265" y="4742339"/>
              <a:ext cx="31327" cy="31327"/>
            </a:xfrm>
            <a:custGeom>
              <a:avLst/>
              <a:gdLst>
                <a:gd name="connsiteX0" fmla="*/ 16057 w 21212"/>
                <a:gd name="connsiteY0" fmla="*/ 15994 h 21212"/>
                <a:gd name="connsiteX1" fmla="*/ 16100 w 21212"/>
                <a:gd name="connsiteY1" fmla="*/ 15994 h 21212"/>
                <a:gd name="connsiteX2" fmla="*/ 16100 w 21212"/>
                <a:gd name="connsiteY2" fmla="*/ 15930 h 21212"/>
                <a:gd name="connsiteX3" fmla="*/ 16164 w 21212"/>
                <a:gd name="connsiteY3" fmla="*/ 15994 h 21212"/>
                <a:gd name="connsiteX4" fmla="*/ 16100 w 21212"/>
                <a:gd name="connsiteY4" fmla="*/ 15994 h 21212"/>
                <a:gd name="connsiteX5" fmla="*/ 16100 w 21212"/>
                <a:gd name="connsiteY5" fmla="*/ 15994 h 21212"/>
                <a:gd name="connsiteX6" fmla="*/ 16057 w 21212"/>
                <a:gd name="connsiteY6" fmla="*/ 16036 h 21212"/>
                <a:gd name="connsiteX7" fmla="*/ 15973 w 21212"/>
                <a:gd name="connsiteY7" fmla="*/ 16036 h 21212"/>
                <a:gd name="connsiteX8" fmla="*/ 15973 w 21212"/>
                <a:gd name="connsiteY8" fmla="*/ 16036 h 21212"/>
                <a:gd name="connsiteX9" fmla="*/ 15973 w 21212"/>
                <a:gd name="connsiteY9" fmla="*/ 16036 h 21212"/>
                <a:gd name="connsiteX10" fmla="*/ 15909 w 21212"/>
                <a:gd name="connsiteY10" fmla="*/ 15994 h 21212"/>
                <a:gd name="connsiteX11" fmla="*/ 15909 w 21212"/>
                <a:gd name="connsiteY11" fmla="*/ 15994 h 21212"/>
                <a:gd name="connsiteX12" fmla="*/ 15909 w 21212"/>
                <a:gd name="connsiteY12" fmla="*/ 15930 h 21212"/>
                <a:gd name="connsiteX13" fmla="*/ 15909 w 21212"/>
                <a:gd name="connsiteY13" fmla="*/ 15930 h 21212"/>
                <a:gd name="connsiteX14" fmla="*/ 15973 w 21212"/>
                <a:gd name="connsiteY14" fmla="*/ 15930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6057 w 21212"/>
                <a:gd name="connsiteY17" fmla="*/ 15930 h 21212"/>
                <a:gd name="connsiteX18" fmla="*/ 16057 w 21212"/>
                <a:gd name="connsiteY18" fmla="*/ 15930 h 21212"/>
                <a:gd name="connsiteX19" fmla="*/ 16057 w 21212"/>
                <a:gd name="connsiteY19" fmla="*/ 15930 h 21212"/>
                <a:gd name="connsiteX20" fmla="*/ 15973 w 21212"/>
                <a:gd name="connsiteY20" fmla="*/ 15994 h 21212"/>
                <a:gd name="connsiteX21" fmla="*/ 15973 w 21212"/>
                <a:gd name="connsiteY21" fmla="*/ 16036 h 21212"/>
                <a:gd name="connsiteX22" fmla="*/ 15973 w 21212"/>
                <a:gd name="connsiteY22" fmla="*/ 16036 h 21212"/>
                <a:gd name="connsiteX23" fmla="*/ 15973 w 21212"/>
                <a:gd name="connsiteY23" fmla="*/ 16036 h 21212"/>
                <a:gd name="connsiteX24" fmla="*/ 16057 w 21212"/>
                <a:gd name="connsiteY24" fmla="*/ 15994 h 21212"/>
                <a:gd name="connsiteX25" fmla="*/ 15973 w 21212"/>
                <a:gd name="connsiteY25" fmla="*/ 15930 h 21212"/>
                <a:gd name="connsiteX26" fmla="*/ 15973 w 21212"/>
                <a:gd name="connsiteY26" fmla="*/ 15930 h 21212"/>
                <a:gd name="connsiteX27" fmla="*/ 15909 w 21212"/>
                <a:gd name="connsiteY27" fmla="*/ 15930 h 21212"/>
                <a:gd name="connsiteX28" fmla="*/ 15973 w 21212"/>
                <a:gd name="connsiteY28" fmla="*/ 15994 h 21212"/>
                <a:gd name="connsiteX29" fmla="*/ 15973 w 21212"/>
                <a:gd name="connsiteY29" fmla="*/ 15994 h 21212"/>
                <a:gd name="connsiteX30" fmla="*/ 15973 w 21212"/>
                <a:gd name="connsiteY30" fmla="*/ 15930 h 21212"/>
                <a:gd name="connsiteX31" fmla="*/ 15973 w 21212"/>
                <a:gd name="connsiteY31" fmla="*/ 15930 h 21212"/>
                <a:gd name="connsiteX32" fmla="*/ 15973 w 21212"/>
                <a:gd name="connsiteY32" fmla="*/ 15930 h 21212"/>
                <a:gd name="connsiteX33" fmla="*/ 15973 w 21212"/>
                <a:gd name="connsiteY33" fmla="*/ 15930 h 21212"/>
                <a:gd name="connsiteX34" fmla="*/ 15973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94"/>
                  </a:moveTo>
                  <a:cubicBezTo>
                    <a:pt x="16100" y="15994"/>
                    <a:pt x="16100" y="15994"/>
                    <a:pt x="16100" y="15994"/>
                  </a:cubicBezTo>
                  <a:cubicBezTo>
                    <a:pt x="16100" y="15930"/>
                    <a:pt x="16100" y="15994"/>
                    <a:pt x="16100" y="15930"/>
                  </a:cubicBezTo>
                  <a:lnTo>
                    <a:pt x="16164" y="15994"/>
                  </a:lnTo>
                  <a:cubicBezTo>
                    <a:pt x="16164" y="15994"/>
                    <a:pt x="16164" y="15994"/>
                    <a:pt x="16100" y="15994"/>
                  </a:cubicBezTo>
                  <a:lnTo>
                    <a:pt x="16100" y="15994"/>
                  </a:lnTo>
                  <a:cubicBezTo>
                    <a:pt x="16100" y="16036"/>
                    <a:pt x="16057" y="16036"/>
                    <a:pt x="16057" y="16036"/>
                  </a:cubicBez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cubicBezTo>
                    <a:pt x="15909" y="16036"/>
                    <a:pt x="15909" y="16036"/>
                    <a:pt x="15909" y="15994"/>
                  </a:cubicBezTo>
                  <a:lnTo>
                    <a:pt x="15909" y="15994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cubicBezTo>
                    <a:pt x="15973" y="15930"/>
                    <a:pt x="15973" y="15930"/>
                    <a:pt x="15973" y="15930"/>
                  </a:cubicBez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cubicBezTo>
                    <a:pt x="15973" y="15930"/>
                    <a:pt x="16057" y="15930"/>
                    <a:pt x="16057" y="15930"/>
                  </a:cubicBezTo>
                  <a:lnTo>
                    <a:pt x="16057" y="15930"/>
                  </a:lnTo>
                  <a:lnTo>
                    <a:pt x="16057" y="15930"/>
                  </a:lnTo>
                  <a:lnTo>
                    <a:pt x="15973" y="15994"/>
                  </a:lnTo>
                  <a:cubicBezTo>
                    <a:pt x="15973" y="16036"/>
                    <a:pt x="15973" y="16036"/>
                    <a:pt x="15973" y="16036"/>
                  </a:cubicBezTo>
                  <a:lnTo>
                    <a:pt x="15973" y="16036"/>
                  </a:lnTo>
                  <a:lnTo>
                    <a:pt x="15973" y="16036"/>
                  </a:lnTo>
                  <a:lnTo>
                    <a:pt x="16057" y="15994"/>
                  </a:lnTo>
                  <a:close/>
                  <a:moveTo>
                    <a:pt x="15973" y="15930"/>
                  </a:moveTo>
                  <a:lnTo>
                    <a:pt x="15973" y="15930"/>
                  </a:lnTo>
                  <a:cubicBezTo>
                    <a:pt x="15909" y="15930"/>
                    <a:pt x="15909" y="15930"/>
                    <a:pt x="15909" y="15930"/>
                  </a:cubicBezTo>
                  <a:cubicBezTo>
                    <a:pt x="15909" y="15994"/>
                    <a:pt x="15909" y="15994"/>
                    <a:pt x="15973" y="15994"/>
                  </a:cubicBezTo>
                  <a:lnTo>
                    <a:pt x="15973" y="15994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FFE13F09-3C40-4DBC-8AE3-0DAFB14001A1}"/>
                </a:ext>
              </a:extLst>
            </p:cNvPr>
            <p:cNvSpPr/>
            <p:nvPr/>
          </p:nvSpPr>
          <p:spPr>
            <a:xfrm>
              <a:off x="6408484" y="4742183"/>
              <a:ext cx="31327" cy="31327"/>
            </a:xfrm>
            <a:custGeom>
              <a:avLst/>
              <a:gdLst>
                <a:gd name="connsiteX0" fmla="*/ 15951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09 h 21212"/>
                <a:gd name="connsiteX3" fmla="*/ 16058 w 21212"/>
                <a:gd name="connsiteY3" fmla="*/ 15909 h 21212"/>
                <a:gd name="connsiteX4" fmla="*/ 16015 w 21212"/>
                <a:gd name="connsiteY4" fmla="*/ 15909 h 21212"/>
                <a:gd name="connsiteX5" fmla="*/ 16015 w 21212"/>
                <a:gd name="connsiteY5" fmla="*/ 15909 h 21212"/>
                <a:gd name="connsiteX6" fmla="*/ 15951 w 21212"/>
                <a:gd name="connsiteY6" fmla="*/ 15951 h 21212"/>
                <a:gd name="connsiteX7" fmla="*/ 15951 w 21212"/>
                <a:gd name="connsiteY7" fmla="*/ 15951 h 21212"/>
                <a:gd name="connsiteX8" fmla="*/ 15951 w 21212"/>
                <a:gd name="connsiteY8" fmla="*/ 16015 h 21212"/>
                <a:gd name="connsiteX9" fmla="*/ 16015 w 21212"/>
                <a:gd name="connsiteY9" fmla="*/ 16015 h 21212"/>
                <a:gd name="connsiteX10" fmla="*/ 16058 w 21212"/>
                <a:gd name="connsiteY10" fmla="*/ 16015 h 21212"/>
                <a:gd name="connsiteX11" fmla="*/ 16058 w 21212"/>
                <a:gd name="connsiteY11" fmla="*/ 16015 h 21212"/>
                <a:gd name="connsiteX12" fmla="*/ 16079 w 21212"/>
                <a:gd name="connsiteY12" fmla="*/ 16015 h 21212"/>
                <a:gd name="connsiteX13" fmla="*/ 16142 w 21212"/>
                <a:gd name="connsiteY13" fmla="*/ 16015 h 21212"/>
                <a:gd name="connsiteX14" fmla="*/ 16142 w 21212"/>
                <a:gd name="connsiteY14" fmla="*/ 16015 h 21212"/>
                <a:gd name="connsiteX15" fmla="*/ 16142 w 21212"/>
                <a:gd name="connsiteY15" fmla="*/ 15951 h 21212"/>
                <a:gd name="connsiteX16" fmla="*/ 16164 w 21212"/>
                <a:gd name="connsiteY16" fmla="*/ 16015 h 21212"/>
                <a:gd name="connsiteX17" fmla="*/ 16164 w 21212"/>
                <a:gd name="connsiteY17" fmla="*/ 16015 h 21212"/>
                <a:gd name="connsiteX18" fmla="*/ 16142 w 21212"/>
                <a:gd name="connsiteY18" fmla="*/ 16015 h 21212"/>
                <a:gd name="connsiteX19" fmla="*/ 16142 w 21212"/>
                <a:gd name="connsiteY19" fmla="*/ 16015 h 21212"/>
                <a:gd name="connsiteX20" fmla="*/ 16142 w 21212"/>
                <a:gd name="connsiteY20" fmla="*/ 16015 h 21212"/>
                <a:gd name="connsiteX21" fmla="*/ 16079 w 21212"/>
                <a:gd name="connsiteY21" fmla="*/ 16015 h 21212"/>
                <a:gd name="connsiteX22" fmla="*/ 16058 w 21212"/>
                <a:gd name="connsiteY22" fmla="*/ 16036 h 21212"/>
                <a:gd name="connsiteX23" fmla="*/ 16015 w 21212"/>
                <a:gd name="connsiteY23" fmla="*/ 16036 h 21212"/>
                <a:gd name="connsiteX24" fmla="*/ 15951 w 21212"/>
                <a:gd name="connsiteY24" fmla="*/ 16015 h 21212"/>
                <a:gd name="connsiteX25" fmla="*/ 15951 w 21212"/>
                <a:gd name="connsiteY25" fmla="*/ 16015 h 21212"/>
                <a:gd name="connsiteX26" fmla="*/ 15909 w 21212"/>
                <a:gd name="connsiteY26" fmla="*/ 16015 h 21212"/>
                <a:gd name="connsiteX27" fmla="*/ 15909 w 21212"/>
                <a:gd name="connsiteY27" fmla="*/ 15951 h 21212"/>
                <a:gd name="connsiteX28" fmla="*/ 15909 w 21212"/>
                <a:gd name="connsiteY28" fmla="*/ 15951 h 21212"/>
                <a:gd name="connsiteX29" fmla="*/ 15951 w 21212"/>
                <a:gd name="connsiteY29" fmla="*/ 15951 h 21212"/>
                <a:gd name="connsiteX30" fmla="*/ 15951 w 21212"/>
                <a:gd name="connsiteY30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51" y="15909"/>
                  </a:moveTo>
                  <a:lnTo>
                    <a:pt x="16015" y="15909"/>
                  </a:lnTo>
                  <a:lnTo>
                    <a:pt x="16015" y="15909"/>
                  </a:lnTo>
                  <a:lnTo>
                    <a:pt x="16058" y="15909"/>
                  </a:lnTo>
                  <a:cubicBezTo>
                    <a:pt x="16058" y="15909"/>
                    <a:pt x="16058" y="15909"/>
                    <a:pt x="16015" y="15909"/>
                  </a:cubicBezTo>
                  <a:lnTo>
                    <a:pt x="16015" y="15909"/>
                  </a:lnTo>
                  <a:cubicBezTo>
                    <a:pt x="16015" y="15951"/>
                    <a:pt x="16015" y="15951"/>
                    <a:pt x="15951" y="15951"/>
                  </a:cubicBezTo>
                  <a:lnTo>
                    <a:pt x="15951" y="15951"/>
                  </a:lnTo>
                  <a:lnTo>
                    <a:pt x="15951" y="16015"/>
                  </a:lnTo>
                  <a:lnTo>
                    <a:pt x="16015" y="16015"/>
                  </a:lnTo>
                  <a:cubicBezTo>
                    <a:pt x="16015" y="16015"/>
                    <a:pt x="16015" y="16015"/>
                    <a:pt x="16058" y="16015"/>
                  </a:cubicBezTo>
                  <a:lnTo>
                    <a:pt x="16058" y="16015"/>
                  </a:lnTo>
                  <a:cubicBezTo>
                    <a:pt x="16058" y="16015"/>
                    <a:pt x="16058" y="16015"/>
                    <a:pt x="16079" y="16015"/>
                  </a:cubicBezTo>
                  <a:cubicBezTo>
                    <a:pt x="16079" y="16015"/>
                    <a:pt x="16079" y="16015"/>
                    <a:pt x="16142" y="16015"/>
                  </a:cubicBezTo>
                  <a:lnTo>
                    <a:pt x="16142" y="16015"/>
                  </a:lnTo>
                  <a:cubicBezTo>
                    <a:pt x="16142" y="15951"/>
                    <a:pt x="16142" y="15951"/>
                    <a:pt x="16142" y="15951"/>
                  </a:cubicBezTo>
                  <a:lnTo>
                    <a:pt x="16164" y="16015"/>
                  </a:lnTo>
                  <a:lnTo>
                    <a:pt x="16164" y="16015"/>
                  </a:lnTo>
                  <a:cubicBezTo>
                    <a:pt x="16164" y="16015"/>
                    <a:pt x="16164" y="16015"/>
                    <a:pt x="16142" y="16015"/>
                  </a:cubicBezTo>
                  <a:lnTo>
                    <a:pt x="16142" y="16015"/>
                  </a:lnTo>
                  <a:lnTo>
                    <a:pt x="16142" y="16015"/>
                  </a:lnTo>
                  <a:lnTo>
                    <a:pt x="16079" y="16015"/>
                  </a:lnTo>
                  <a:cubicBezTo>
                    <a:pt x="16079" y="16036"/>
                    <a:pt x="16058" y="16036"/>
                    <a:pt x="16058" y="16036"/>
                  </a:cubicBezTo>
                  <a:lnTo>
                    <a:pt x="16015" y="16036"/>
                  </a:lnTo>
                  <a:cubicBezTo>
                    <a:pt x="16015" y="16036"/>
                    <a:pt x="16015" y="16015"/>
                    <a:pt x="15951" y="16015"/>
                  </a:cubicBezTo>
                  <a:lnTo>
                    <a:pt x="15951" y="16015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09" y="15951"/>
                  </a:cubicBezTo>
                  <a:lnTo>
                    <a:pt x="15909" y="15951"/>
                  </a:lnTo>
                  <a:lnTo>
                    <a:pt x="15951" y="15951"/>
                  </a:lnTo>
                  <a:lnTo>
                    <a:pt x="1595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0E771C2E-44AD-4174-8E34-4C69A7ED623D}"/>
                </a:ext>
              </a:extLst>
            </p:cNvPr>
            <p:cNvSpPr/>
            <p:nvPr/>
          </p:nvSpPr>
          <p:spPr>
            <a:xfrm>
              <a:off x="6408671" y="4742057"/>
              <a:ext cx="31327" cy="31327"/>
            </a:xfrm>
            <a:custGeom>
              <a:avLst/>
              <a:gdLst>
                <a:gd name="connsiteX0" fmla="*/ 16121 w 21212"/>
                <a:gd name="connsiteY0" fmla="*/ 15951 h 21212"/>
                <a:gd name="connsiteX1" fmla="*/ 16121 w 21212"/>
                <a:gd name="connsiteY1" fmla="*/ 15994 h 21212"/>
                <a:gd name="connsiteX2" fmla="*/ 16121 w 21212"/>
                <a:gd name="connsiteY2" fmla="*/ 15994 h 21212"/>
                <a:gd name="connsiteX3" fmla="*/ 16100 w 21212"/>
                <a:gd name="connsiteY3" fmla="*/ 15994 h 21212"/>
                <a:gd name="connsiteX4" fmla="*/ 16036 w 21212"/>
                <a:gd name="connsiteY4" fmla="*/ 15994 h 21212"/>
                <a:gd name="connsiteX5" fmla="*/ 16036 w 21212"/>
                <a:gd name="connsiteY5" fmla="*/ 15994 h 21212"/>
                <a:gd name="connsiteX6" fmla="*/ 16015 w 21212"/>
                <a:gd name="connsiteY6" fmla="*/ 15994 h 21212"/>
                <a:gd name="connsiteX7" fmla="*/ 15930 w 21212"/>
                <a:gd name="connsiteY7" fmla="*/ 15951 h 21212"/>
                <a:gd name="connsiteX8" fmla="*/ 15909 w 21212"/>
                <a:gd name="connsiteY8" fmla="*/ 15994 h 21212"/>
                <a:gd name="connsiteX9" fmla="*/ 15909 w 21212"/>
                <a:gd name="connsiteY9" fmla="*/ 15951 h 21212"/>
                <a:gd name="connsiteX10" fmla="*/ 15909 w 21212"/>
                <a:gd name="connsiteY10" fmla="*/ 15951 h 21212"/>
                <a:gd name="connsiteX11" fmla="*/ 15909 w 21212"/>
                <a:gd name="connsiteY11" fmla="*/ 15951 h 21212"/>
                <a:gd name="connsiteX12" fmla="*/ 15909 w 21212"/>
                <a:gd name="connsiteY12" fmla="*/ 15909 h 21212"/>
                <a:gd name="connsiteX13" fmla="*/ 15930 w 21212"/>
                <a:gd name="connsiteY13" fmla="*/ 15951 h 21212"/>
                <a:gd name="connsiteX14" fmla="*/ 15994 w 21212"/>
                <a:gd name="connsiteY14" fmla="*/ 15909 h 21212"/>
                <a:gd name="connsiteX15" fmla="*/ 16015 w 21212"/>
                <a:gd name="connsiteY15" fmla="*/ 15909 h 21212"/>
                <a:gd name="connsiteX16" fmla="*/ 15994 w 21212"/>
                <a:gd name="connsiteY16" fmla="*/ 15951 h 21212"/>
                <a:gd name="connsiteX17" fmla="*/ 16036 w 21212"/>
                <a:gd name="connsiteY17" fmla="*/ 15994 h 21212"/>
                <a:gd name="connsiteX18" fmla="*/ 16036 w 21212"/>
                <a:gd name="connsiteY18" fmla="*/ 15994 h 21212"/>
                <a:gd name="connsiteX19" fmla="*/ 16100 w 21212"/>
                <a:gd name="connsiteY19" fmla="*/ 15994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21 w 21212"/>
                <a:gd name="connsiteY22" fmla="*/ 15951 h 21212"/>
                <a:gd name="connsiteX23" fmla="*/ 16121 w 21212"/>
                <a:gd name="connsiteY23" fmla="*/ 15951 h 21212"/>
                <a:gd name="connsiteX24" fmla="*/ 16121 w 21212"/>
                <a:gd name="connsiteY2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5951"/>
                  </a:moveTo>
                  <a:cubicBezTo>
                    <a:pt x="16121" y="15994"/>
                    <a:pt x="16121" y="15994"/>
                    <a:pt x="16121" y="15994"/>
                  </a:cubicBezTo>
                  <a:lnTo>
                    <a:pt x="16121" y="15994"/>
                  </a:lnTo>
                  <a:cubicBezTo>
                    <a:pt x="16100" y="15994"/>
                    <a:pt x="16100" y="15994"/>
                    <a:pt x="16100" y="15994"/>
                  </a:cubicBezTo>
                  <a:cubicBezTo>
                    <a:pt x="16100" y="15994"/>
                    <a:pt x="16100" y="15994"/>
                    <a:pt x="16036" y="15994"/>
                  </a:cubicBezTo>
                  <a:lnTo>
                    <a:pt x="16036" y="15994"/>
                  </a:lnTo>
                  <a:lnTo>
                    <a:pt x="16015" y="15994"/>
                  </a:lnTo>
                  <a:lnTo>
                    <a:pt x="15930" y="15951"/>
                  </a:lnTo>
                  <a:lnTo>
                    <a:pt x="15909" y="15994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5930" y="15951"/>
                  </a:lnTo>
                  <a:lnTo>
                    <a:pt x="15994" y="15909"/>
                  </a:lnTo>
                  <a:lnTo>
                    <a:pt x="16015" y="15909"/>
                  </a:lnTo>
                  <a:lnTo>
                    <a:pt x="15994" y="15951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6036" y="15994"/>
                    <a:pt x="16036" y="15994"/>
                    <a:pt x="16100" y="15994"/>
                  </a:cubicBez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94"/>
                    <a:pt x="16100" y="15994"/>
                    <a:pt x="16121" y="15951"/>
                  </a:cubicBezTo>
                  <a:cubicBezTo>
                    <a:pt x="16121" y="15951"/>
                    <a:pt x="16121" y="15951"/>
                    <a:pt x="16121" y="15951"/>
                  </a:cubicBezTo>
                  <a:lnTo>
                    <a:pt x="16121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61E5867-9E64-4EA1-A43A-8DE649F0653F}"/>
                </a:ext>
              </a:extLst>
            </p:cNvPr>
            <p:cNvSpPr/>
            <p:nvPr/>
          </p:nvSpPr>
          <p:spPr>
            <a:xfrm>
              <a:off x="6408828" y="4741870"/>
              <a:ext cx="31327" cy="31327"/>
            </a:xfrm>
            <a:custGeom>
              <a:avLst/>
              <a:gdLst>
                <a:gd name="connsiteX0" fmla="*/ 16164 w 21212"/>
                <a:gd name="connsiteY0" fmla="*/ 16036 h 21212"/>
                <a:gd name="connsiteX1" fmla="*/ 16164 w 21212"/>
                <a:gd name="connsiteY1" fmla="*/ 16036 h 21212"/>
                <a:gd name="connsiteX2" fmla="*/ 16164 w 21212"/>
                <a:gd name="connsiteY2" fmla="*/ 16079 h 21212"/>
                <a:gd name="connsiteX3" fmla="*/ 16121 w 21212"/>
                <a:gd name="connsiteY3" fmla="*/ 16079 h 21212"/>
                <a:gd name="connsiteX4" fmla="*/ 16015 w 21212"/>
                <a:gd name="connsiteY4" fmla="*/ 16036 h 21212"/>
                <a:gd name="connsiteX5" fmla="*/ 16015 w 21212"/>
                <a:gd name="connsiteY5" fmla="*/ 16036 h 21212"/>
                <a:gd name="connsiteX6" fmla="*/ 16015 w 21212"/>
                <a:gd name="connsiteY6" fmla="*/ 16036 h 21212"/>
                <a:gd name="connsiteX7" fmla="*/ 15909 w 21212"/>
                <a:gd name="connsiteY7" fmla="*/ 16015 h 21212"/>
                <a:gd name="connsiteX8" fmla="*/ 15930 w 21212"/>
                <a:gd name="connsiteY8" fmla="*/ 15973 h 21212"/>
                <a:gd name="connsiteX9" fmla="*/ 16015 w 21212"/>
                <a:gd name="connsiteY9" fmla="*/ 16036 h 21212"/>
                <a:gd name="connsiteX10" fmla="*/ 16121 w 21212"/>
                <a:gd name="connsiteY10" fmla="*/ 16036 h 21212"/>
                <a:gd name="connsiteX11" fmla="*/ 16164 w 21212"/>
                <a:gd name="connsiteY11" fmla="*/ 16036 h 21212"/>
                <a:gd name="connsiteX12" fmla="*/ 16164 w 21212"/>
                <a:gd name="connsiteY12" fmla="*/ 16036 h 21212"/>
                <a:gd name="connsiteX13" fmla="*/ 16164 w 21212"/>
                <a:gd name="connsiteY13" fmla="*/ 16036 h 21212"/>
                <a:gd name="connsiteX14" fmla="*/ 16164 w 21212"/>
                <a:gd name="connsiteY14" fmla="*/ 16036 h 21212"/>
                <a:gd name="connsiteX15" fmla="*/ 16164 w 21212"/>
                <a:gd name="connsiteY15" fmla="*/ 15973 h 21212"/>
                <a:gd name="connsiteX16" fmla="*/ 16015 w 21212"/>
                <a:gd name="connsiteY16" fmla="*/ 15909 h 21212"/>
                <a:gd name="connsiteX17" fmla="*/ 16121 w 21212"/>
                <a:gd name="connsiteY17" fmla="*/ 15909 h 21212"/>
                <a:gd name="connsiteX18" fmla="*/ 16164 w 21212"/>
                <a:gd name="connsiteY18" fmla="*/ 15973 h 21212"/>
                <a:gd name="connsiteX19" fmla="*/ 16164 w 21212"/>
                <a:gd name="connsiteY19" fmla="*/ 15973 h 21212"/>
                <a:gd name="connsiteX20" fmla="*/ 16227 w 21212"/>
                <a:gd name="connsiteY20" fmla="*/ 15973 h 21212"/>
                <a:gd name="connsiteX21" fmla="*/ 16227 w 21212"/>
                <a:gd name="connsiteY21" fmla="*/ 16015 h 21212"/>
                <a:gd name="connsiteX22" fmla="*/ 16227 w 21212"/>
                <a:gd name="connsiteY22" fmla="*/ 16015 h 21212"/>
                <a:gd name="connsiteX23" fmla="*/ 16164 w 21212"/>
                <a:gd name="connsiteY23" fmla="*/ 16036 h 21212"/>
                <a:gd name="connsiteX24" fmla="*/ 16164 w 21212"/>
                <a:gd name="connsiteY2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6036"/>
                  </a:moveTo>
                  <a:lnTo>
                    <a:pt x="16164" y="16036"/>
                  </a:lnTo>
                  <a:lnTo>
                    <a:pt x="16164" y="16079"/>
                  </a:lnTo>
                  <a:cubicBezTo>
                    <a:pt x="16121" y="16079"/>
                    <a:pt x="16121" y="16079"/>
                    <a:pt x="16121" y="16079"/>
                  </a:cubicBezTo>
                  <a:cubicBezTo>
                    <a:pt x="16121" y="16079"/>
                    <a:pt x="16121" y="16036"/>
                    <a:pt x="16015" y="16036"/>
                  </a:cubicBezTo>
                  <a:lnTo>
                    <a:pt x="16015" y="16036"/>
                  </a:lnTo>
                  <a:lnTo>
                    <a:pt x="16015" y="16036"/>
                  </a:lnTo>
                  <a:lnTo>
                    <a:pt x="15909" y="16015"/>
                  </a:lnTo>
                  <a:lnTo>
                    <a:pt x="15930" y="15973"/>
                  </a:lnTo>
                  <a:lnTo>
                    <a:pt x="16015" y="16036"/>
                  </a:lnTo>
                  <a:lnTo>
                    <a:pt x="16121" y="16036"/>
                  </a:lnTo>
                  <a:lnTo>
                    <a:pt x="16164" y="16036"/>
                  </a:lnTo>
                  <a:lnTo>
                    <a:pt x="16164" y="16036"/>
                  </a:lnTo>
                  <a:cubicBezTo>
                    <a:pt x="16164" y="16015"/>
                    <a:pt x="16164" y="16015"/>
                    <a:pt x="16164" y="16036"/>
                  </a:cubicBezTo>
                  <a:lnTo>
                    <a:pt x="16164" y="16036"/>
                  </a:lnTo>
                  <a:cubicBezTo>
                    <a:pt x="16164" y="16015"/>
                    <a:pt x="16164" y="16015"/>
                    <a:pt x="16164" y="15973"/>
                  </a:cubicBezTo>
                  <a:lnTo>
                    <a:pt x="16015" y="15909"/>
                  </a:lnTo>
                  <a:lnTo>
                    <a:pt x="16121" y="15909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227" y="15973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164" y="16036"/>
                  </a:lnTo>
                  <a:cubicBezTo>
                    <a:pt x="16164" y="16036"/>
                    <a:pt x="16164" y="16036"/>
                    <a:pt x="16164" y="160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D5E78B97-91B8-4765-9F08-A1D321288513}"/>
                </a:ext>
              </a:extLst>
            </p:cNvPr>
            <p:cNvSpPr/>
            <p:nvPr/>
          </p:nvSpPr>
          <p:spPr>
            <a:xfrm>
              <a:off x="6409204" y="4741713"/>
              <a:ext cx="31327" cy="31327"/>
            </a:xfrm>
            <a:custGeom>
              <a:avLst/>
              <a:gdLst>
                <a:gd name="connsiteX0" fmla="*/ 15909 w 21212"/>
                <a:gd name="connsiteY0" fmla="*/ 16015 h 21212"/>
                <a:gd name="connsiteX1" fmla="*/ 15973 w 21212"/>
                <a:gd name="connsiteY1" fmla="*/ 16015 h 21212"/>
                <a:gd name="connsiteX2" fmla="*/ 15973 w 21212"/>
                <a:gd name="connsiteY2" fmla="*/ 16015 h 21212"/>
                <a:gd name="connsiteX3" fmla="*/ 15973 w 21212"/>
                <a:gd name="connsiteY3" fmla="*/ 16015 h 21212"/>
                <a:gd name="connsiteX4" fmla="*/ 15994 w 21212"/>
                <a:gd name="connsiteY4" fmla="*/ 15951 h 21212"/>
                <a:gd name="connsiteX5" fmla="*/ 15994 w 21212"/>
                <a:gd name="connsiteY5" fmla="*/ 15951 h 21212"/>
                <a:gd name="connsiteX6" fmla="*/ 16079 w 21212"/>
                <a:gd name="connsiteY6" fmla="*/ 15951 h 21212"/>
                <a:gd name="connsiteX7" fmla="*/ 16100 w 21212"/>
                <a:gd name="connsiteY7" fmla="*/ 15951 h 21212"/>
                <a:gd name="connsiteX8" fmla="*/ 16100 w 21212"/>
                <a:gd name="connsiteY8" fmla="*/ 15951 h 21212"/>
                <a:gd name="connsiteX9" fmla="*/ 16100 w 21212"/>
                <a:gd name="connsiteY9" fmla="*/ 15951 h 21212"/>
                <a:gd name="connsiteX10" fmla="*/ 16164 w 21212"/>
                <a:gd name="connsiteY10" fmla="*/ 16015 h 21212"/>
                <a:gd name="connsiteX11" fmla="*/ 16100 w 21212"/>
                <a:gd name="connsiteY11" fmla="*/ 16015 h 21212"/>
                <a:gd name="connsiteX12" fmla="*/ 16100 w 21212"/>
                <a:gd name="connsiteY12" fmla="*/ 16079 h 21212"/>
                <a:gd name="connsiteX13" fmla="*/ 16079 w 21212"/>
                <a:gd name="connsiteY13" fmla="*/ 16079 h 21212"/>
                <a:gd name="connsiteX14" fmla="*/ 16079 w 21212"/>
                <a:gd name="connsiteY14" fmla="*/ 16079 h 21212"/>
                <a:gd name="connsiteX15" fmla="*/ 16079 w 21212"/>
                <a:gd name="connsiteY15" fmla="*/ 16079 h 21212"/>
                <a:gd name="connsiteX16" fmla="*/ 15994 w 21212"/>
                <a:gd name="connsiteY16" fmla="*/ 16079 h 21212"/>
                <a:gd name="connsiteX17" fmla="*/ 15994 w 21212"/>
                <a:gd name="connsiteY17" fmla="*/ 16079 h 21212"/>
                <a:gd name="connsiteX18" fmla="*/ 15994 w 21212"/>
                <a:gd name="connsiteY18" fmla="*/ 16079 h 21212"/>
                <a:gd name="connsiteX19" fmla="*/ 16079 w 21212"/>
                <a:gd name="connsiteY19" fmla="*/ 16015 h 21212"/>
                <a:gd name="connsiteX20" fmla="*/ 16079 w 21212"/>
                <a:gd name="connsiteY20" fmla="*/ 16015 h 21212"/>
                <a:gd name="connsiteX21" fmla="*/ 16100 w 21212"/>
                <a:gd name="connsiteY21" fmla="*/ 16015 h 21212"/>
                <a:gd name="connsiteX22" fmla="*/ 16100 w 21212"/>
                <a:gd name="connsiteY22" fmla="*/ 16015 h 21212"/>
                <a:gd name="connsiteX23" fmla="*/ 16100 w 21212"/>
                <a:gd name="connsiteY23" fmla="*/ 15951 h 21212"/>
                <a:gd name="connsiteX24" fmla="*/ 16079 w 21212"/>
                <a:gd name="connsiteY24" fmla="*/ 15951 h 21212"/>
                <a:gd name="connsiteX25" fmla="*/ 16079 w 21212"/>
                <a:gd name="connsiteY25" fmla="*/ 15951 h 21212"/>
                <a:gd name="connsiteX26" fmla="*/ 16079 w 21212"/>
                <a:gd name="connsiteY26" fmla="*/ 16015 h 21212"/>
                <a:gd name="connsiteX27" fmla="*/ 15994 w 21212"/>
                <a:gd name="connsiteY27" fmla="*/ 16015 h 21212"/>
                <a:gd name="connsiteX28" fmla="*/ 15994 w 21212"/>
                <a:gd name="connsiteY28" fmla="*/ 16015 h 21212"/>
                <a:gd name="connsiteX29" fmla="*/ 15973 w 21212"/>
                <a:gd name="connsiteY29" fmla="*/ 16015 h 21212"/>
                <a:gd name="connsiteX30" fmla="*/ 15973 w 21212"/>
                <a:gd name="connsiteY30" fmla="*/ 16015 h 21212"/>
                <a:gd name="connsiteX31" fmla="*/ 15909 w 21212"/>
                <a:gd name="connsiteY31" fmla="*/ 16015 h 21212"/>
                <a:gd name="connsiteX32" fmla="*/ 15909 w 21212"/>
                <a:gd name="connsiteY32" fmla="*/ 16015 h 21212"/>
                <a:gd name="connsiteX33" fmla="*/ 15909 w 21212"/>
                <a:gd name="connsiteY33" fmla="*/ 15951 h 21212"/>
                <a:gd name="connsiteX34" fmla="*/ 15909 w 21212"/>
                <a:gd name="connsiteY34" fmla="*/ 15951 h 21212"/>
                <a:gd name="connsiteX35" fmla="*/ 15909 w 21212"/>
                <a:gd name="connsiteY35" fmla="*/ 15951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5994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51 h 21212"/>
                <a:gd name="connsiteX41" fmla="*/ 15909 w 21212"/>
                <a:gd name="connsiteY41" fmla="*/ 15951 h 21212"/>
                <a:gd name="connsiteX42" fmla="*/ 15909 w 21212"/>
                <a:gd name="connsiteY42" fmla="*/ 15951 h 21212"/>
                <a:gd name="connsiteX43" fmla="*/ 15909 w 21212"/>
                <a:gd name="connsiteY43" fmla="*/ 15951 h 21212"/>
                <a:gd name="connsiteX44" fmla="*/ 15909 w 21212"/>
                <a:gd name="connsiteY4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09" y="16015"/>
                  </a:move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5994" y="15951"/>
                    <a:pt x="15994" y="15951"/>
                    <a:pt x="15994" y="15951"/>
                  </a:cubicBezTo>
                  <a:lnTo>
                    <a:pt x="15994" y="15951"/>
                  </a:lnTo>
                  <a:cubicBezTo>
                    <a:pt x="16079" y="15951"/>
                    <a:pt x="16079" y="15951"/>
                    <a:pt x="16079" y="15951"/>
                  </a:cubicBezTo>
                  <a:lnTo>
                    <a:pt x="16100" y="15951"/>
                  </a:lnTo>
                  <a:lnTo>
                    <a:pt x="16100" y="15951"/>
                  </a:lnTo>
                  <a:lnTo>
                    <a:pt x="16100" y="15951"/>
                  </a:lnTo>
                  <a:cubicBezTo>
                    <a:pt x="16164" y="16015"/>
                    <a:pt x="16164" y="16015"/>
                    <a:pt x="16164" y="16015"/>
                  </a:cubicBezTo>
                  <a:lnTo>
                    <a:pt x="16100" y="16015"/>
                  </a:lnTo>
                  <a:cubicBezTo>
                    <a:pt x="16100" y="16015"/>
                    <a:pt x="16100" y="16015"/>
                    <a:pt x="16100" y="16079"/>
                  </a:cubicBez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cubicBezTo>
                    <a:pt x="15994" y="16079"/>
                    <a:pt x="15994" y="16079"/>
                    <a:pt x="15994" y="16079"/>
                  </a:cubicBezTo>
                  <a:lnTo>
                    <a:pt x="15994" y="16079"/>
                  </a:lnTo>
                  <a:lnTo>
                    <a:pt x="15994" y="16079"/>
                  </a:lnTo>
                  <a:cubicBezTo>
                    <a:pt x="16079" y="16079"/>
                    <a:pt x="16079" y="16079"/>
                    <a:pt x="16079" y="16015"/>
                  </a:cubicBezTo>
                  <a:lnTo>
                    <a:pt x="16079" y="16015"/>
                  </a:lnTo>
                  <a:lnTo>
                    <a:pt x="16100" y="16015"/>
                  </a:lnTo>
                  <a:lnTo>
                    <a:pt x="16100" y="16015"/>
                  </a:lnTo>
                  <a:cubicBezTo>
                    <a:pt x="16100" y="16015"/>
                    <a:pt x="16100" y="16015"/>
                    <a:pt x="16100" y="15951"/>
                  </a:cubicBezTo>
                  <a:lnTo>
                    <a:pt x="16079" y="15951"/>
                  </a:lnTo>
                  <a:lnTo>
                    <a:pt x="16079" y="15951"/>
                  </a:lnTo>
                  <a:lnTo>
                    <a:pt x="16079" y="16015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5973" y="16015"/>
                    <a:pt x="15973" y="16015"/>
                    <a:pt x="15973" y="16015"/>
                  </a:cubicBezTo>
                  <a:lnTo>
                    <a:pt x="15973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94" y="15909"/>
                  </a:lnTo>
                  <a:cubicBezTo>
                    <a:pt x="15994" y="15909"/>
                    <a:pt x="15994" y="15909"/>
                    <a:pt x="15973" y="15909"/>
                  </a:cubicBezTo>
                  <a:cubicBezTo>
                    <a:pt x="15973" y="15951"/>
                    <a:pt x="15973" y="15951"/>
                    <a:pt x="15973" y="15951"/>
                  </a:cubicBez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cubicBezTo>
                    <a:pt x="15909" y="16015"/>
                    <a:pt x="15909" y="16015"/>
                    <a:pt x="15909" y="16015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2D630530-328B-4D81-B09F-8215B0796B38}"/>
                </a:ext>
              </a:extLst>
            </p:cNvPr>
            <p:cNvSpPr/>
            <p:nvPr/>
          </p:nvSpPr>
          <p:spPr>
            <a:xfrm>
              <a:off x="6409612" y="4741713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94 w 21212"/>
                <a:gd name="connsiteY1" fmla="*/ 15909 h 21212"/>
                <a:gd name="connsiteX2" fmla="*/ 16015 w 21212"/>
                <a:gd name="connsiteY2" fmla="*/ 15951 h 21212"/>
                <a:gd name="connsiteX3" fmla="*/ 15994 w 21212"/>
                <a:gd name="connsiteY3" fmla="*/ 16015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94" y="15909"/>
                  </a:lnTo>
                  <a:lnTo>
                    <a:pt x="16015" y="15951"/>
                  </a:lnTo>
                  <a:lnTo>
                    <a:pt x="15994" y="16015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5ED5D3AA-9CF4-49A3-9B90-26BC2D568614}"/>
                </a:ext>
              </a:extLst>
            </p:cNvPr>
            <p:cNvSpPr/>
            <p:nvPr/>
          </p:nvSpPr>
          <p:spPr>
            <a:xfrm>
              <a:off x="6409745" y="4741400"/>
              <a:ext cx="31327" cy="31327"/>
            </a:xfrm>
            <a:custGeom>
              <a:avLst/>
              <a:gdLst>
                <a:gd name="connsiteX0" fmla="*/ 15925 w 21212"/>
                <a:gd name="connsiteY0" fmla="*/ 15973 h 21212"/>
                <a:gd name="connsiteX1" fmla="*/ 15925 w 21212"/>
                <a:gd name="connsiteY1" fmla="*/ 15973 h 21212"/>
                <a:gd name="connsiteX2" fmla="*/ 15989 w 21212"/>
                <a:gd name="connsiteY2" fmla="*/ 15973 h 21212"/>
                <a:gd name="connsiteX3" fmla="*/ 15989 w 21212"/>
                <a:gd name="connsiteY3" fmla="*/ 15973 h 21212"/>
                <a:gd name="connsiteX4" fmla="*/ 16031 w 21212"/>
                <a:gd name="connsiteY4" fmla="*/ 15952 h 21212"/>
                <a:gd name="connsiteX5" fmla="*/ 16031 w 21212"/>
                <a:gd name="connsiteY5" fmla="*/ 15952 h 21212"/>
                <a:gd name="connsiteX6" fmla="*/ 16073 w 21212"/>
                <a:gd name="connsiteY6" fmla="*/ 15952 h 21212"/>
                <a:gd name="connsiteX7" fmla="*/ 16073 w 21212"/>
                <a:gd name="connsiteY7" fmla="*/ 15952 h 21212"/>
                <a:gd name="connsiteX8" fmla="*/ 16073 w 21212"/>
                <a:gd name="connsiteY8" fmla="*/ 15952 h 21212"/>
                <a:gd name="connsiteX9" fmla="*/ 16073 w 21212"/>
                <a:gd name="connsiteY9" fmla="*/ 15952 h 21212"/>
                <a:gd name="connsiteX10" fmla="*/ 16073 w 21212"/>
                <a:gd name="connsiteY10" fmla="*/ 15973 h 21212"/>
                <a:gd name="connsiteX11" fmla="*/ 16073 w 21212"/>
                <a:gd name="connsiteY11" fmla="*/ 15973 h 21212"/>
                <a:gd name="connsiteX12" fmla="*/ 16073 w 21212"/>
                <a:gd name="connsiteY12" fmla="*/ 16079 h 21212"/>
                <a:gd name="connsiteX13" fmla="*/ 16073 w 21212"/>
                <a:gd name="connsiteY13" fmla="*/ 16079 h 21212"/>
                <a:gd name="connsiteX14" fmla="*/ 16073 w 21212"/>
                <a:gd name="connsiteY14" fmla="*/ 16079 h 21212"/>
                <a:gd name="connsiteX15" fmla="*/ 16031 w 21212"/>
                <a:gd name="connsiteY15" fmla="*/ 16079 h 21212"/>
                <a:gd name="connsiteX16" fmla="*/ 16031 w 21212"/>
                <a:gd name="connsiteY16" fmla="*/ 16079 h 21212"/>
                <a:gd name="connsiteX17" fmla="*/ 16031 w 21212"/>
                <a:gd name="connsiteY17" fmla="*/ 16079 h 21212"/>
                <a:gd name="connsiteX18" fmla="*/ 16031 w 21212"/>
                <a:gd name="connsiteY18" fmla="*/ 16079 h 21212"/>
                <a:gd name="connsiteX19" fmla="*/ 16073 w 21212"/>
                <a:gd name="connsiteY19" fmla="*/ 16079 h 21212"/>
                <a:gd name="connsiteX20" fmla="*/ 16073 w 21212"/>
                <a:gd name="connsiteY20" fmla="*/ 16079 h 21212"/>
                <a:gd name="connsiteX21" fmla="*/ 16073 w 21212"/>
                <a:gd name="connsiteY21" fmla="*/ 15973 h 21212"/>
                <a:gd name="connsiteX22" fmla="*/ 16073 w 21212"/>
                <a:gd name="connsiteY22" fmla="*/ 15973 h 21212"/>
                <a:gd name="connsiteX23" fmla="*/ 16073 w 21212"/>
                <a:gd name="connsiteY23" fmla="*/ 15973 h 21212"/>
                <a:gd name="connsiteX24" fmla="*/ 16073 w 21212"/>
                <a:gd name="connsiteY24" fmla="*/ 15973 h 21212"/>
                <a:gd name="connsiteX25" fmla="*/ 16031 w 21212"/>
                <a:gd name="connsiteY25" fmla="*/ 15973 h 21212"/>
                <a:gd name="connsiteX26" fmla="*/ 16031 w 21212"/>
                <a:gd name="connsiteY26" fmla="*/ 15973 h 21212"/>
                <a:gd name="connsiteX27" fmla="*/ 16031 w 21212"/>
                <a:gd name="connsiteY27" fmla="*/ 15973 h 21212"/>
                <a:gd name="connsiteX28" fmla="*/ 15989 w 21212"/>
                <a:gd name="connsiteY28" fmla="*/ 15973 h 21212"/>
                <a:gd name="connsiteX29" fmla="*/ 15925 w 21212"/>
                <a:gd name="connsiteY29" fmla="*/ 15973 h 21212"/>
                <a:gd name="connsiteX30" fmla="*/ 15925 w 21212"/>
                <a:gd name="connsiteY30" fmla="*/ 15973 h 21212"/>
                <a:gd name="connsiteX31" fmla="*/ 15925 w 21212"/>
                <a:gd name="connsiteY31" fmla="*/ 15973 h 21212"/>
                <a:gd name="connsiteX32" fmla="*/ 15925 w 21212"/>
                <a:gd name="connsiteY32" fmla="*/ 15973 h 21212"/>
                <a:gd name="connsiteX33" fmla="*/ 15925 w 21212"/>
                <a:gd name="connsiteY33" fmla="*/ 15973 h 21212"/>
                <a:gd name="connsiteX34" fmla="*/ 15925 w 21212"/>
                <a:gd name="connsiteY34" fmla="*/ 15973 h 21212"/>
                <a:gd name="connsiteX35" fmla="*/ 15925 w 21212"/>
                <a:gd name="connsiteY35" fmla="*/ 15973 h 21212"/>
                <a:gd name="connsiteX36" fmla="*/ 15925 w 21212"/>
                <a:gd name="connsiteY36" fmla="*/ 15973 h 21212"/>
                <a:gd name="connsiteX37" fmla="*/ 15989 w 21212"/>
                <a:gd name="connsiteY37" fmla="*/ 15909 h 21212"/>
                <a:gd name="connsiteX38" fmla="*/ 16031 w 21212"/>
                <a:gd name="connsiteY38" fmla="*/ 15952 h 21212"/>
                <a:gd name="connsiteX39" fmla="*/ 15989 w 21212"/>
                <a:gd name="connsiteY39" fmla="*/ 15952 h 21212"/>
                <a:gd name="connsiteX40" fmla="*/ 15925 w 21212"/>
                <a:gd name="connsiteY40" fmla="*/ 15973 h 21212"/>
                <a:gd name="connsiteX41" fmla="*/ 15925 w 21212"/>
                <a:gd name="connsiteY41" fmla="*/ 15973 h 21212"/>
                <a:gd name="connsiteX42" fmla="*/ 15925 w 21212"/>
                <a:gd name="connsiteY42" fmla="*/ 15973 h 21212"/>
                <a:gd name="connsiteX43" fmla="*/ 15925 w 21212"/>
                <a:gd name="connsiteY43" fmla="*/ 15973 h 21212"/>
                <a:gd name="connsiteX44" fmla="*/ 15925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25" y="15973"/>
                  </a:moveTo>
                  <a:lnTo>
                    <a:pt x="15925" y="15973"/>
                  </a:lnTo>
                  <a:lnTo>
                    <a:pt x="15989" y="15973"/>
                  </a:lnTo>
                  <a:lnTo>
                    <a:pt x="15989" y="15973"/>
                  </a:lnTo>
                  <a:cubicBezTo>
                    <a:pt x="15989" y="15952"/>
                    <a:pt x="16031" y="15952"/>
                    <a:pt x="16031" y="15952"/>
                  </a:cubicBezTo>
                  <a:lnTo>
                    <a:pt x="16031" y="15952"/>
                  </a:lnTo>
                  <a:lnTo>
                    <a:pt x="16073" y="15952"/>
                  </a:lnTo>
                  <a:lnTo>
                    <a:pt x="16073" y="15952"/>
                  </a:lnTo>
                  <a:lnTo>
                    <a:pt x="16073" y="15952"/>
                  </a:lnTo>
                  <a:lnTo>
                    <a:pt x="16073" y="15952"/>
                  </a:lnTo>
                  <a:cubicBezTo>
                    <a:pt x="16073" y="15973"/>
                    <a:pt x="16073" y="15973"/>
                    <a:pt x="16073" y="15973"/>
                  </a:cubicBezTo>
                  <a:lnTo>
                    <a:pt x="16073" y="15973"/>
                  </a:lnTo>
                  <a:cubicBezTo>
                    <a:pt x="16073" y="16079"/>
                    <a:pt x="16073" y="16079"/>
                    <a:pt x="16073" y="16079"/>
                  </a:cubicBezTo>
                  <a:lnTo>
                    <a:pt x="16073" y="16079"/>
                  </a:lnTo>
                  <a:lnTo>
                    <a:pt x="16073" y="16079"/>
                  </a:lnTo>
                  <a:cubicBezTo>
                    <a:pt x="16031" y="16079"/>
                    <a:pt x="16031" y="16079"/>
                    <a:pt x="16031" y="16079"/>
                  </a:cubicBezTo>
                  <a:lnTo>
                    <a:pt x="16031" y="16079"/>
                  </a:lnTo>
                  <a:lnTo>
                    <a:pt x="16031" y="16079"/>
                  </a:lnTo>
                  <a:lnTo>
                    <a:pt x="16031" y="16079"/>
                  </a:lnTo>
                  <a:cubicBezTo>
                    <a:pt x="16031" y="16079"/>
                    <a:pt x="16031" y="16079"/>
                    <a:pt x="16073" y="16079"/>
                  </a:cubicBezTo>
                  <a:lnTo>
                    <a:pt x="16073" y="16079"/>
                  </a:lnTo>
                  <a:cubicBezTo>
                    <a:pt x="16073" y="15973"/>
                    <a:pt x="16073" y="15973"/>
                    <a:pt x="16073" y="15973"/>
                  </a:cubicBezTo>
                  <a:lnTo>
                    <a:pt x="16073" y="15973"/>
                  </a:lnTo>
                  <a:lnTo>
                    <a:pt x="16073" y="15973"/>
                  </a:lnTo>
                  <a:lnTo>
                    <a:pt x="16073" y="15973"/>
                  </a:lnTo>
                  <a:lnTo>
                    <a:pt x="16031" y="15973"/>
                  </a:lnTo>
                  <a:lnTo>
                    <a:pt x="16031" y="15973"/>
                  </a:lnTo>
                  <a:lnTo>
                    <a:pt x="16031" y="15973"/>
                  </a:lnTo>
                  <a:lnTo>
                    <a:pt x="15989" y="15973"/>
                  </a:lnTo>
                  <a:cubicBezTo>
                    <a:pt x="15989" y="15973"/>
                    <a:pt x="15989" y="15973"/>
                    <a:pt x="15925" y="15973"/>
                  </a:cubicBezTo>
                  <a:lnTo>
                    <a:pt x="15925" y="15973"/>
                  </a:lnTo>
                  <a:cubicBezTo>
                    <a:pt x="15925" y="15973"/>
                    <a:pt x="15925" y="15973"/>
                    <a:pt x="15925" y="15973"/>
                  </a:cubicBezTo>
                  <a:lnTo>
                    <a:pt x="15925" y="15973"/>
                  </a:lnTo>
                  <a:cubicBezTo>
                    <a:pt x="15904" y="15973"/>
                    <a:pt x="15904" y="15973"/>
                    <a:pt x="15925" y="15973"/>
                  </a:cubicBezTo>
                  <a:lnTo>
                    <a:pt x="15925" y="15973"/>
                  </a:lnTo>
                  <a:lnTo>
                    <a:pt x="15925" y="15973"/>
                  </a:lnTo>
                  <a:lnTo>
                    <a:pt x="15925" y="15973"/>
                  </a:lnTo>
                  <a:cubicBezTo>
                    <a:pt x="15989" y="15952"/>
                    <a:pt x="15989" y="15909"/>
                    <a:pt x="15989" y="15909"/>
                  </a:cubicBezTo>
                  <a:lnTo>
                    <a:pt x="16031" y="15952"/>
                  </a:lnTo>
                  <a:lnTo>
                    <a:pt x="15989" y="15952"/>
                  </a:lnTo>
                  <a:cubicBezTo>
                    <a:pt x="15989" y="15952"/>
                    <a:pt x="15989" y="15952"/>
                    <a:pt x="15925" y="15973"/>
                  </a:cubicBezTo>
                  <a:lnTo>
                    <a:pt x="15925" y="15973"/>
                  </a:lnTo>
                  <a:lnTo>
                    <a:pt x="15925" y="15973"/>
                  </a:lnTo>
                  <a:cubicBezTo>
                    <a:pt x="15925" y="15952"/>
                    <a:pt x="15925" y="15952"/>
                    <a:pt x="15925" y="15973"/>
                  </a:cubicBezTo>
                  <a:lnTo>
                    <a:pt x="15925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82B25677-7868-4C35-9D68-6FA8FEA34E3D}"/>
                </a:ext>
              </a:extLst>
            </p:cNvPr>
            <p:cNvSpPr/>
            <p:nvPr/>
          </p:nvSpPr>
          <p:spPr>
            <a:xfrm>
              <a:off x="6409956" y="4741336"/>
              <a:ext cx="31327" cy="31327"/>
            </a:xfrm>
            <a:custGeom>
              <a:avLst/>
              <a:gdLst>
                <a:gd name="connsiteX0" fmla="*/ 15994 w 21212"/>
                <a:gd name="connsiteY0" fmla="*/ 15973 h 21212"/>
                <a:gd name="connsiteX1" fmla="*/ 16036 w 21212"/>
                <a:gd name="connsiteY1" fmla="*/ 15973 h 21212"/>
                <a:gd name="connsiteX2" fmla="*/ 16036 w 21212"/>
                <a:gd name="connsiteY2" fmla="*/ 15951 h 21212"/>
                <a:gd name="connsiteX3" fmla="*/ 16079 w 21212"/>
                <a:gd name="connsiteY3" fmla="*/ 15951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5994 w 21212"/>
                <a:gd name="connsiteY6" fmla="*/ 16015 h 21212"/>
                <a:gd name="connsiteX7" fmla="*/ 15994 w 21212"/>
                <a:gd name="connsiteY7" fmla="*/ 16015 h 21212"/>
                <a:gd name="connsiteX8" fmla="*/ 15951 w 21212"/>
                <a:gd name="connsiteY8" fmla="*/ 16015 h 21212"/>
                <a:gd name="connsiteX9" fmla="*/ 15909 w 21212"/>
                <a:gd name="connsiteY9" fmla="*/ 16015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51 h 21212"/>
                <a:gd name="connsiteX13" fmla="*/ 15909 w 21212"/>
                <a:gd name="connsiteY13" fmla="*/ 15909 h 21212"/>
                <a:gd name="connsiteX14" fmla="*/ 15909 w 21212"/>
                <a:gd name="connsiteY14" fmla="*/ 15909 h 21212"/>
                <a:gd name="connsiteX15" fmla="*/ 15951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5994 w 21212"/>
                <a:gd name="connsiteY18" fmla="*/ 15909 h 21212"/>
                <a:gd name="connsiteX19" fmla="*/ 15994 w 21212"/>
                <a:gd name="connsiteY19" fmla="*/ 15909 h 21212"/>
                <a:gd name="connsiteX20" fmla="*/ 15951 w 21212"/>
                <a:gd name="connsiteY20" fmla="*/ 15973 h 21212"/>
                <a:gd name="connsiteX21" fmla="*/ 15951 w 21212"/>
                <a:gd name="connsiteY21" fmla="*/ 15973 h 21212"/>
                <a:gd name="connsiteX22" fmla="*/ 15994 w 21212"/>
                <a:gd name="connsiteY22" fmla="*/ 15973 h 21212"/>
                <a:gd name="connsiteX23" fmla="*/ 15994 w 21212"/>
                <a:gd name="connsiteY23" fmla="*/ 15973 h 21212"/>
                <a:gd name="connsiteX24" fmla="*/ 15994 w 21212"/>
                <a:gd name="connsiteY24" fmla="*/ 15973 h 21212"/>
                <a:gd name="connsiteX25" fmla="*/ 15909 w 21212"/>
                <a:gd name="connsiteY25" fmla="*/ 15951 h 21212"/>
                <a:gd name="connsiteX26" fmla="*/ 15909 w 21212"/>
                <a:gd name="connsiteY26" fmla="*/ 15951 h 21212"/>
                <a:gd name="connsiteX27" fmla="*/ 15909 w 21212"/>
                <a:gd name="connsiteY27" fmla="*/ 15951 h 21212"/>
                <a:gd name="connsiteX28" fmla="*/ 15909 w 21212"/>
                <a:gd name="connsiteY28" fmla="*/ 15951 h 21212"/>
                <a:gd name="connsiteX29" fmla="*/ 15909 w 21212"/>
                <a:gd name="connsiteY29" fmla="*/ 15951 h 21212"/>
                <a:gd name="connsiteX30" fmla="*/ 15994 w 21212"/>
                <a:gd name="connsiteY30" fmla="*/ 15951 h 21212"/>
                <a:gd name="connsiteX31" fmla="*/ 15994 w 21212"/>
                <a:gd name="connsiteY31" fmla="*/ 15909 h 21212"/>
                <a:gd name="connsiteX32" fmla="*/ 15951 w 21212"/>
                <a:gd name="connsiteY32" fmla="*/ 15909 h 21212"/>
                <a:gd name="connsiteX33" fmla="*/ 15951 w 21212"/>
                <a:gd name="connsiteY33" fmla="*/ 15909 h 21212"/>
                <a:gd name="connsiteX34" fmla="*/ 15909 w 21212"/>
                <a:gd name="connsiteY3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5994" y="15973"/>
                  </a:moveTo>
                  <a:lnTo>
                    <a:pt x="16036" y="15973"/>
                  </a:lnTo>
                  <a:cubicBezTo>
                    <a:pt x="16036" y="15951"/>
                    <a:pt x="16036" y="15951"/>
                    <a:pt x="16036" y="15951"/>
                  </a:cubicBezTo>
                  <a:lnTo>
                    <a:pt x="16079" y="15951"/>
                  </a:lnTo>
                  <a:cubicBezTo>
                    <a:pt x="16079" y="15973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5994" y="15973"/>
                    <a:pt x="15994" y="15973"/>
                    <a:pt x="15994" y="16015"/>
                  </a:cubicBezTo>
                  <a:lnTo>
                    <a:pt x="15994" y="16015"/>
                  </a:lnTo>
                  <a:cubicBezTo>
                    <a:pt x="15951" y="16015"/>
                    <a:pt x="15951" y="16015"/>
                    <a:pt x="15951" y="16015"/>
                  </a:cubicBezTo>
                  <a:lnTo>
                    <a:pt x="15909" y="16015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lnTo>
                    <a:pt x="15909" y="15951"/>
                  </a:lnTo>
                  <a:cubicBezTo>
                    <a:pt x="15909" y="15951"/>
                    <a:pt x="15909" y="15951"/>
                    <a:pt x="15909" y="15909"/>
                  </a:cubicBezTo>
                  <a:lnTo>
                    <a:pt x="15909" y="15909"/>
                  </a:lnTo>
                  <a:lnTo>
                    <a:pt x="15951" y="15909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close/>
                  <a:moveTo>
                    <a:pt x="15909" y="15951"/>
                  </a:moveTo>
                  <a:lnTo>
                    <a:pt x="15909" y="15951"/>
                  </a:lnTo>
                  <a:cubicBezTo>
                    <a:pt x="15909" y="15951"/>
                    <a:pt x="15909" y="15951"/>
                    <a:pt x="15909" y="15951"/>
                  </a:cubicBezTo>
                  <a:lnTo>
                    <a:pt x="15909" y="15951"/>
                  </a:lnTo>
                  <a:lnTo>
                    <a:pt x="15909" y="15951"/>
                  </a:lnTo>
                  <a:lnTo>
                    <a:pt x="15994" y="15951"/>
                  </a:lnTo>
                  <a:cubicBezTo>
                    <a:pt x="15994" y="15951"/>
                    <a:pt x="15994" y="15951"/>
                    <a:pt x="15994" y="15909"/>
                  </a:cubicBezTo>
                  <a:lnTo>
                    <a:pt x="15951" y="15909"/>
                  </a:lnTo>
                  <a:lnTo>
                    <a:pt x="15951" y="15909"/>
                  </a:lnTo>
                  <a:lnTo>
                    <a:pt x="15909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F91B2B25-4BB1-4570-9D16-B238F1BF706B}"/>
                </a:ext>
              </a:extLst>
            </p:cNvPr>
            <p:cNvSpPr/>
            <p:nvPr/>
          </p:nvSpPr>
          <p:spPr>
            <a:xfrm>
              <a:off x="6410081" y="4741118"/>
              <a:ext cx="31327" cy="31327"/>
            </a:xfrm>
            <a:custGeom>
              <a:avLst/>
              <a:gdLst>
                <a:gd name="connsiteX0" fmla="*/ 15951 w 21212"/>
                <a:gd name="connsiteY0" fmla="*/ 16057 h 21212"/>
                <a:gd name="connsiteX1" fmla="*/ 15951 w 21212"/>
                <a:gd name="connsiteY1" fmla="*/ 16057 h 21212"/>
                <a:gd name="connsiteX2" fmla="*/ 15909 w 21212"/>
                <a:gd name="connsiteY2" fmla="*/ 16015 h 21212"/>
                <a:gd name="connsiteX3" fmla="*/ 15909 w 21212"/>
                <a:gd name="connsiteY3" fmla="*/ 16015 h 21212"/>
                <a:gd name="connsiteX4" fmla="*/ 15909 w 21212"/>
                <a:gd name="connsiteY4" fmla="*/ 15951 h 21212"/>
                <a:gd name="connsiteX5" fmla="*/ 15951 w 21212"/>
                <a:gd name="connsiteY5" fmla="*/ 15951 h 21212"/>
                <a:gd name="connsiteX6" fmla="*/ 15951 w 21212"/>
                <a:gd name="connsiteY6" fmla="*/ 15951 h 21212"/>
                <a:gd name="connsiteX7" fmla="*/ 15994 w 21212"/>
                <a:gd name="connsiteY7" fmla="*/ 15930 h 21212"/>
                <a:gd name="connsiteX8" fmla="*/ 16100 w 21212"/>
                <a:gd name="connsiteY8" fmla="*/ 15930 h 21212"/>
                <a:gd name="connsiteX9" fmla="*/ 16100 w 21212"/>
                <a:gd name="connsiteY9" fmla="*/ 15930 h 21212"/>
                <a:gd name="connsiteX10" fmla="*/ 15909 w 21212"/>
                <a:gd name="connsiteY10" fmla="*/ 15909 h 21212"/>
                <a:gd name="connsiteX11" fmla="*/ 15951 w 21212"/>
                <a:gd name="connsiteY11" fmla="*/ 15909 h 21212"/>
                <a:gd name="connsiteX12" fmla="*/ 16248 w 21212"/>
                <a:gd name="connsiteY12" fmla="*/ 15951 h 21212"/>
                <a:gd name="connsiteX13" fmla="*/ 16227 w 21212"/>
                <a:gd name="connsiteY13" fmla="*/ 16015 h 21212"/>
                <a:gd name="connsiteX14" fmla="*/ 16227 w 21212"/>
                <a:gd name="connsiteY14" fmla="*/ 16015 h 21212"/>
                <a:gd name="connsiteX15" fmla="*/ 16227 w 21212"/>
                <a:gd name="connsiteY15" fmla="*/ 16015 h 21212"/>
                <a:gd name="connsiteX16" fmla="*/ 16227 w 21212"/>
                <a:gd name="connsiteY16" fmla="*/ 16015 h 21212"/>
                <a:gd name="connsiteX17" fmla="*/ 16227 w 21212"/>
                <a:gd name="connsiteY17" fmla="*/ 16015 h 21212"/>
                <a:gd name="connsiteX18" fmla="*/ 16164 w 21212"/>
                <a:gd name="connsiteY18" fmla="*/ 16057 h 21212"/>
                <a:gd name="connsiteX19" fmla="*/ 16164 w 21212"/>
                <a:gd name="connsiteY19" fmla="*/ 16057 h 21212"/>
                <a:gd name="connsiteX20" fmla="*/ 16142 w 21212"/>
                <a:gd name="connsiteY20" fmla="*/ 16057 h 21212"/>
                <a:gd name="connsiteX21" fmla="*/ 16100 w 21212"/>
                <a:gd name="connsiteY21" fmla="*/ 16057 h 21212"/>
                <a:gd name="connsiteX22" fmla="*/ 15994 w 21212"/>
                <a:gd name="connsiteY22" fmla="*/ 16057 h 21212"/>
                <a:gd name="connsiteX23" fmla="*/ 15951 w 21212"/>
                <a:gd name="connsiteY23" fmla="*/ 16057 h 21212"/>
                <a:gd name="connsiteX24" fmla="*/ 15994 w 21212"/>
                <a:gd name="connsiteY24" fmla="*/ 16057 h 21212"/>
                <a:gd name="connsiteX25" fmla="*/ 16100 w 21212"/>
                <a:gd name="connsiteY25" fmla="*/ 16057 h 21212"/>
                <a:gd name="connsiteX26" fmla="*/ 16100 w 21212"/>
                <a:gd name="connsiteY26" fmla="*/ 16057 h 21212"/>
                <a:gd name="connsiteX27" fmla="*/ 16142 w 21212"/>
                <a:gd name="connsiteY27" fmla="*/ 16057 h 21212"/>
                <a:gd name="connsiteX28" fmla="*/ 16142 w 21212"/>
                <a:gd name="connsiteY28" fmla="*/ 16015 h 21212"/>
                <a:gd name="connsiteX29" fmla="*/ 16164 w 21212"/>
                <a:gd name="connsiteY29" fmla="*/ 16015 h 21212"/>
                <a:gd name="connsiteX30" fmla="*/ 16164 w 21212"/>
                <a:gd name="connsiteY30" fmla="*/ 16015 h 21212"/>
                <a:gd name="connsiteX31" fmla="*/ 16164 w 21212"/>
                <a:gd name="connsiteY31" fmla="*/ 15951 h 21212"/>
                <a:gd name="connsiteX32" fmla="*/ 16164 w 21212"/>
                <a:gd name="connsiteY32" fmla="*/ 15951 h 21212"/>
                <a:gd name="connsiteX33" fmla="*/ 16100 w 21212"/>
                <a:gd name="connsiteY33" fmla="*/ 15951 h 21212"/>
                <a:gd name="connsiteX34" fmla="*/ 15994 w 21212"/>
                <a:gd name="connsiteY34" fmla="*/ 15951 h 21212"/>
                <a:gd name="connsiteX35" fmla="*/ 15994 w 21212"/>
                <a:gd name="connsiteY35" fmla="*/ 15951 h 21212"/>
                <a:gd name="connsiteX36" fmla="*/ 15951 w 21212"/>
                <a:gd name="connsiteY36" fmla="*/ 15951 h 21212"/>
                <a:gd name="connsiteX37" fmla="*/ 15951 w 21212"/>
                <a:gd name="connsiteY37" fmla="*/ 15951 h 21212"/>
                <a:gd name="connsiteX38" fmla="*/ 15951 w 21212"/>
                <a:gd name="connsiteY38" fmla="*/ 16015 h 21212"/>
                <a:gd name="connsiteX39" fmla="*/ 15994 w 21212"/>
                <a:gd name="connsiteY39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51" y="16057"/>
                  </a:moveTo>
                  <a:lnTo>
                    <a:pt x="15951" y="16057"/>
                  </a:lnTo>
                  <a:cubicBezTo>
                    <a:pt x="15909" y="16057"/>
                    <a:pt x="15909" y="16015"/>
                    <a:pt x="15909" y="16015"/>
                  </a:cubicBezTo>
                  <a:lnTo>
                    <a:pt x="15909" y="16015"/>
                  </a:lnTo>
                  <a:cubicBezTo>
                    <a:pt x="15909" y="15951"/>
                    <a:pt x="15909" y="15951"/>
                    <a:pt x="15909" y="15951"/>
                  </a:cubicBezTo>
                  <a:cubicBezTo>
                    <a:pt x="15909" y="15951"/>
                    <a:pt x="15909" y="15951"/>
                    <a:pt x="15951" y="15951"/>
                  </a:cubicBezTo>
                  <a:lnTo>
                    <a:pt x="15951" y="15951"/>
                  </a:lnTo>
                  <a:cubicBezTo>
                    <a:pt x="15951" y="15951"/>
                    <a:pt x="15951" y="15951"/>
                    <a:pt x="15994" y="15930"/>
                  </a:cubicBezTo>
                  <a:cubicBezTo>
                    <a:pt x="15994" y="15930"/>
                    <a:pt x="15994" y="15951"/>
                    <a:pt x="16100" y="15930"/>
                  </a:cubicBezTo>
                  <a:lnTo>
                    <a:pt x="16100" y="15930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6248" y="15951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227" y="16015"/>
                  </a:lnTo>
                  <a:lnTo>
                    <a:pt x="16164" y="16057"/>
                  </a:lnTo>
                  <a:lnTo>
                    <a:pt x="16164" y="16057"/>
                  </a:lnTo>
                  <a:lnTo>
                    <a:pt x="16142" y="16057"/>
                  </a:lnTo>
                  <a:lnTo>
                    <a:pt x="16100" y="16057"/>
                  </a:lnTo>
                  <a:cubicBezTo>
                    <a:pt x="16100" y="16057"/>
                    <a:pt x="16100" y="16057"/>
                    <a:pt x="15994" y="16057"/>
                  </a:cubicBezTo>
                  <a:lnTo>
                    <a:pt x="15951" y="16057"/>
                  </a:lnTo>
                  <a:close/>
                  <a:moveTo>
                    <a:pt x="15994" y="16057"/>
                  </a:moveTo>
                  <a:cubicBezTo>
                    <a:pt x="15994" y="16057"/>
                    <a:pt x="15994" y="16057"/>
                    <a:pt x="16100" y="16057"/>
                  </a:cubicBezTo>
                  <a:lnTo>
                    <a:pt x="16100" y="16057"/>
                  </a:lnTo>
                  <a:lnTo>
                    <a:pt x="16142" y="16057"/>
                  </a:lnTo>
                  <a:cubicBezTo>
                    <a:pt x="16142" y="16057"/>
                    <a:pt x="16142" y="16057"/>
                    <a:pt x="16142" y="16015"/>
                  </a:cubicBezTo>
                  <a:lnTo>
                    <a:pt x="16164" y="16015"/>
                  </a:lnTo>
                  <a:lnTo>
                    <a:pt x="16164" y="16015"/>
                  </a:lnTo>
                  <a:cubicBezTo>
                    <a:pt x="16164" y="16015"/>
                    <a:pt x="16164" y="16015"/>
                    <a:pt x="16164" y="15951"/>
                  </a:cubicBezTo>
                  <a:lnTo>
                    <a:pt x="16164" y="15951"/>
                  </a:lnTo>
                  <a:lnTo>
                    <a:pt x="16100" y="15951"/>
                  </a:lnTo>
                  <a:cubicBezTo>
                    <a:pt x="16100" y="15951"/>
                    <a:pt x="16100" y="15951"/>
                    <a:pt x="15994" y="15951"/>
                  </a:cubicBezTo>
                  <a:lnTo>
                    <a:pt x="15994" y="15951"/>
                  </a:lnTo>
                  <a:cubicBezTo>
                    <a:pt x="15951" y="15951"/>
                    <a:pt x="15951" y="15951"/>
                    <a:pt x="15951" y="15951"/>
                  </a:cubicBezTo>
                  <a:lnTo>
                    <a:pt x="15951" y="15951"/>
                  </a:lnTo>
                  <a:cubicBezTo>
                    <a:pt x="15951" y="16015"/>
                    <a:pt x="15951" y="16015"/>
                    <a:pt x="15951" y="16015"/>
                  </a:cubicBezTo>
                  <a:cubicBezTo>
                    <a:pt x="15951" y="16015"/>
                    <a:pt x="15951" y="16057"/>
                    <a:pt x="15994" y="1605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C5B8376-2272-4BCB-B76E-45909BDFAE4B}"/>
                </a:ext>
              </a:extLst>
            </p:cNvPr>
            <p:cNvSpPr/>
            <p:nvPr/>
          </p:nvSpPr>
          <p:spPr>
            <a:xfrm>
              <a:off x="6410551" y="4740772"/>
              <a:ext cx="31327" cy="31327"/>
            </a:xfrm>
            <a:custGeom>
              <a:avLst/>
              <a:gdLst>
                <a:gd name="connsiteX0" fmla="*/ 16206 w 21212"/>
                <a:gd name="connsiteY0" fmla="*/ 16100 h 21212"/>
                <a:gd name="connsiteX1" fmla="*/ 16206 w 21212"/>
                <a:gd name="connsiteY1" fmla="*/ 16100 h 21212"/>
                <a:gd name="connsiteX2" fmla="*/ 16057 w 21212"/>
                <a:gd name="connsiteY2" fmla="*/ 16079 h 21212"/>
                <a:gd name="connsiteX3" fmla="*/ 16057 w 21212"/>
                <a:gd name="connsiteY3" fmla="*/ 16079 h 21212"/>
                <a:gd name="connsiteX4" fmla="*/ 15994 w 21212"/>
                <a:gd name="connsiteY4" fmla="*/ 16079 h 21212"/>
                <a:gd name="connsiteX5" fmla="*/ 15994 w 21212"/>
                <a:gd name="connsiteY5" fmla="*/ 16079 h 21212"/>
                <a:gd name="connsiteX6" fmla="*/ 15951 w 21212"/>
                <a:gd name="connsiteY6" fmla="*/ 16079 h 21212"/>
                <a:gd name="connsiteX7" fmla="*/ 15951 w 21212"/>
                <a:gd name="connsiteY7" fmla="*/ 16100 h 21212"/>
                <a:gd name="connsiteX8" fmla="*/ 15951 w 21212"/>
                <a:gd name="connsiteY8" fmla="*/ 16100 h 21212"/>
                <a:gd name="connsiteX9" fmla="*/ 16057 w 21212"/>
                <a:gd name="connsiteY9" fmla="*/ 16142 h 21212"/>
                <a:gd name="connsiteX10" fmla="*/ 16057 w 21212"/>
                <a:gd name="connsiteY10" fmla="*/ 16164 h 21212"/>
                <a:gd name="connsiteX11" fmla="*/ 15909 w 21212"/>
                <a:gd name="connsiteY11" fmla="*/ 16100 h 21212"/>
                <a:gd name="connsiteX12" fmla="*/ 15909 w 21212"/>
                <a:gd name="connsiteY12" fmla="*/ 16100 h 21212"/>
                <a:gd name="connsiteX13" fmla="*/ 15930 w 21212"/>
                <a:gd name="connsiteY13" fmla="*/ 16100 h 21212"/>
                <a:gd name="connsiteX14" fmla="*/ 15930 w 21212"/>
                <a:gd name="connsiteY14" fmla="*/ 16100 h 21212"/>
                <a:gd name="connsiteX15" fmla="*/ 15930 w 21212"/>
                <a:gd name="connsiteY15" fmla="*/ 16100 h 21212"/>
                <a:gd name="connsiteX16" fmla="*/ 15930 w 21212"/>
                <a:gd name="connsiteY16" fmla="*/ 16079 h 21212"/>
                <a:gd name="connsiteX17" fmla="*/ 15951 w 21212"/>
                <a:gd name="connsiteY17" fmla="*/ 16079 h 21212"/>
                <a:gd name="connsiteX18" fmla="*/ 15951 w 21212"/>
                <a:gd name="connsiteY18" fmla="*/ 16079 h 21212"/>
                <a:gd name="connsiteX19" fmla="*/ 15994 w 21212"/>
                <a:gd name="connsiteY19" fmla="*/ 15994 h 21212"/>
                <a:gd name="connsiteX20" fmla="*/ 16057 w 21212"/>
                <a:gd name="connsiteY20" fmla="*/ 15994 h 21212"/>
                <a:gd name="connsiteX21" fmla="*/ 16057 w 21212"/>
                <a:gd name="connsiteY21" fmla="*/ 15994 h 21212"/>
                <a:gd name="connsiteX22" fmla="*/ 16057 w 21212"/>
                <a:gd name="connsiteY22" fmla="*/ 15994 h 21212"/>
                <a:gd name="connsiteX23" fmla="*/ 16121 w 21212"/>
                <a:gd name="connsiteY23" fmla="*/ 15994 h 21212"/>
                <a:gd name="connsiteX24" fmla="*/ 16121 w 21212"/>
                <a:gd name="connsiteY24" fmla="*/ 15994 h 21212"/>
                <a:gd name="connsiteX25" fmla="*/ 16206 w 21212"/>
                <a:gd name="connsiteY25" fmla="*/ 15909 h 21212"/>
                <a:gd name="connsiteX26" fmla="*/ 16206 w 21212"/>
                <a:gd name="connsiteY26" fmla="*/ 15909 h 21212"/>
                <a:gd name="connsiteX27" fmla="*/ 16206 w 21212"/>
                <a:gd name="connsiteY27" fmla="*/ 15994 h 21212"/>
                <a:gd name="connsiteX28" fmla="*/ 16354 w 21212"/>
                <a:gd name="connsiteY28" fmla="*/ 15994 h 21212"/>
                <a:gd name="connsiteX29" fmla="*/ 16291 w 21212"/>
                <a:gd name="connsiteY29" fmla="*/ 15994 h 21212"/>
                <a:gd name="connsiteX30" fmla="*/ 16206 w 21212"/>
                <a:gd name="connsiteY30" fmla="*/ 15994 h 21212"/>
                <a:gd name="connsiteX31" fmla="*/ 16206 w 21212"/>
                <a:gd name="connsiteY31" fmla="*/ 15994 h 21212"/>
                <a:gd name="connsiteX32" fmla="*/ 16206 w 21212"/>
                <a:gd name="connsiteY32" fmla="*/ 15994 h 21212"/>
                <a:gd name="connsiteX33" fmla="*/ 16121 w 21212"/>
                <a:gd name="connsiteY33" fmla="*/ 15994 h 21212"/>
                <a:gd name="connsiteX34" fmla="*/ 16121 w 21212"/>
                <a:gd name="connsiteY34" fmla="*/ 15994 h 21212"/>
                <a:gd name="connsiteX35" fmla="*/ 16057 w 21212"/>
                <a:gd name="connsiteY35" fmla="*/ 15994 h 21212"/>
                <a:gd name="connsiteX36" fmla="*/ 16057 w 21212"/>
                <a:gd name="connsiteY36" fmla="*/ 15994 h 21212"/>
                <a:gd name="connsiteX37" fmla="*/ 16206 w 21212"/>
                <a:gd name="connsiteY37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06" y="16100"/>
                  </a:moveTo>
                  <a:lnTo>
                    <a:pt x="16206" y="16100"/>
                  </a:lnTo>
                  <a:lnTo>
                    <a:pt x="16057" y="16079"/>
                  </a:lnTo>
                  <a:lnTo>
                    <a:pt x="16057" y="16079"/>
                  </a:lnTo>
                  <a:cubicBezTo>
                    <a:pt x="15994" y="16079"/>
                    <a:pt x="15994" y="16079"/>
                    <a:pt x="15994" y="16079"/>
                  </a:cubicBezTo>
                  <a:lnTo>
                    <a:pt x="15994" y="16079"/>
                  </a:lnTo>
                  <a:cubicBezTo>
                    <a:pt x="15951" y="16079"/>
                    <a:pt x="15951" y="16079"/>
                    <a:pt x="15951" y="16079"/>
                  </a:cubicBezTo>
                  <a:cubicBezTo>
                    <a:pt x="15951" y="16079"/>
                    <a:pt x="15951" y="16079"/>
                    <a:pt x="15951" y="16100"/>
                  </a:cubicBezTo>
                  <a:lnTo>
                    <a:pt x="15951" y="16100"/>
                  </a:lnTo>
                  <a:lnTo>
                    <a:pt x="16057" y="16142"/>
                  </a:lnTo>
                  <a:lnTo>
                    <a:pt x="16057" y="16164"/>
                  </a:lnTo>
                  <a:lnTo>
                    <a:pt x="15909" y="16100"/>
                  </a:lnTo>
                  <a:lnTo>
                    <a:pt x="15909" y="16100"/>
                  </a:lnTo>
                  <a:lnTo>
                    <a:pt x="15930" y="16100"/>
                  </a:lnTo>
                  <a:lnTo>
                    <a:pt x="15930" y="16100"/>
                  </a:lnTo>
                  <a:lnTo>
                    <a:pt x="15930" y="16100"/>
                  </a:lnTo>
                  <a:cubicBezTo>
                    <a:pt x="15930" y="16100"/>
                    <a:pt x="15930" y="16100"/>
                    <a:pt x="15930" y="16079"/>
                  </a:cubicBezTo>
                  <a:cubicBezTo>
                    <a:pt x="15930" y="16079"/>
                    <a:pt x="15930" y="16079"/>
                    <a:pt x="15951" y="16079"/>
                  </a:cubicBezTo>
                  <a:lnTo>
                    <a:pt x="15951" y="16079"/>
                  </a:lnTo>
                  <a:cubicBezTo>
                    <a:pt x="15951" y="15994"/>
                    <a:pt x="15994" y="15994"/>
                    <a:pt x="15994" y="15994"/>
                  </a:cubicBezTo>
                  <a:lnTo>
                    <a:pt x="16057" y="15994"/>
                  </a:lnTo>
                  <a:lnTo>
                    <a:pt x="16057" y="15994"/>
                  </a:lnTo>
                  <a:lnTo>
                    <a:pt x="16057" y="15994"/>
                  </a:lnTo>
                  <a:cubicBezTo>
                    <a:pt x="16057" y="15994"/>
                    <a:pt x="16057" y="15994"/>
                    <a:pt x="16121" y="15994"/>
                  </a:cubicBezTo>
                  <a:lnTo>
                    <a:pt x="16121" y="15994"/>
                  </a:lnTo>
                  <a:cubicBezTo>
                    <a:pt x="16121" y="15994"/>
                    <a:pt x="16121" y="15994"/>
                    <a:pt x="16206" y="15909"/>
                  </a:cubicBezTo>
                  <a:lnTo>
                    <a:pt x="16206" y="15909"/>
                  </a:lnTo>
                  <a:cubicBezTo>
                    <a:pt x="16206" y="15909"/>
                    <a:pt x="16206" y="15909"/>
                    <a:pt x="16206" y="15994"/>
                  </a:cubicBezTo>
                  <a:lnTo>
                    <a:pt x="16354" y="15994"/>
                  </a:lnTo>
                  <a:lnTo>
                    <a:pt x="16291" y="15994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121" y="15994"/>
                  </a:lnTo>
                  <a:lnTo>
                    <a:pt x="16121" y="15994"/>
                  </a:lnTo>
                  <a:cubicBezTo>
                    <a:pt x="16121" y="15994"/>
                    <a:pt x="16121" y="15994"/>
                    <a:pt x="16057" y="15994"/>
                  </a:cubicBezTo>
                  <a:lnTo>
                    <a:pt x="16057" y="15994"/>
                  </a:lnTo>
                  <a:lnTo>
                    <a:pt x="16206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B19E531-F49A-45FF-942D-3A1625B99156}"/>
                </a:ext>
              </a:extLst>
            </p:cNvPr>
            <p:cNvSpPr/>
            <p:nvPr/>
          </p:nvSpPr>
          <p:spPr>
            <a:xfrm>
              <a:off x="6411021" y="4740616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121 w 21212"/>
                <a:gd name="connsiteY1" fmla="*/ 16015 h 21212"/>
                <a:gd name="connsiteX2" fmla="*/ 16121 w 21212"/>
                <a:gd name="connsiteY2" fmla="*/ 16015 h 21212"/>
                <a:gd name="connsiteX3" fmla="*/ 16121 w 21212"/>
                <a:gd name="connsiteY3" fmla="*/ 16015 h 21212"/>
                <a:gd name="connsiteX4" fmla="*/ 16121 w 21212"/>
                <a:gd name="connsiteY4" fmla="*/ 16015 h 21212"/>
                <a:gd name="connsiteX5" fmla="*/ 16121 w 21212"/>
                <a:gd name="connsiteY5" fmla="*/ 16015 h 21212"/>
                <a:gd name="connsiteX6" fmla="*/ 16100 w 21212"/>
                <a:gd name="connsiteY6" fmla="*/ 16100 h 21212"/>
                <a:gd name="connsiteX7" fmla="*/ 16036 w 21212"/>
                <a:gd name="connsiteY7" fmla="*/ 16100 h 21212"/>
                <a:gd name="connsiteX8" fmla="*/ 16015 w 21212"/>
                <a:gd name="connsiteY8" fmla="*/ 16100 h 21212"/>
                <a:gd name="connsiteX9" fmla="*/ 16015 w 21212"/>
                <a:gd name="connsiteY9" fmla="*/ 16100 h 21212"/>
                <a:gd name="connsiteX10" fmla="*/ 15951 w 21212"/>
                <a:gd name="connsiteY10" fmla="*/ 16015 h 21212"/>
                <a:gd name="connsiteX11" fmla="*/ 15951 w 21212"/>
                <a:gd name="connsiteY11" fmla="*/ 16015 h 21212"/>
                <a:gd name="connsiteX12" fmla="*/ 15951 w 21212"/>
                <a:gd name="connsiteY12" fmla="*/ 16015 h 21212"/>
                <a:gd name="connsiteX13" fmla="*/ 16015 w 21212"/>
                <a:gd name="connsiteY13" fmla="*/ 16015 h 21212"/>
                <a:gd name="connsiteX14" fmla="*/ 16036 w 21212"/>
                <a:gd name="connsiteY14" fmla="*/ 16015 h 21212"/>
                <a:gd name="connsiteX15" fmla="*/ 16036 w 21212"/>
                <a:gd name="connsiteY15" fmla="*/ 16015 h 21212"/>
                <a:gd name="connsiteX16" fmla="*/ 16036 w 21212"/>
                <a:gd name="connsiteY16" fmla="*/ 16015 h 21212"/>
                <a:gd name="connsiteX17" fmla="*/ 16036 w 21212"/>
                <a:gd name="connsiteY17" fmla="*/ 16015 h 21212"/>
                <a:gd name="connsiteX18" fmla="*/ 16036 w 21212"/>
                <a:gd name="connsiteY18" fmla="*/ 16015 h 21212"/>
                <a:gd name="connsiteX19" fmla="*/ 16036 w 21212"/>
                <a:gd name="connsiteY19" fmla="*/ 15909 h 21212"/>
                <a:gd name="connsiteX20" fmla="*/ 16015 w 21212"/>
                <a:gd name="connsiteY20" fmla="*/ 16015 h 21212"/>
                <a:gd name="connsiteX21" fmla="*/ 15951 w 21212"/>
                <a:gd name="connsiteY21" fmla="*/ 16015 h 21212"/>
                <a:gd name="connsiteX22" fmla="*/ 15909 w 21212"/>
                <a:gd name="connsiteY22" fmla="*/ 16015 h 21212"/>
                <a:gd name="connsiteX23" fmla="*/ 15909 w 21212"/>
                <a:gd name="connsiteY23" fmla="*/ 16015 h 21212"/>
                <a:gd name="connsiteX24" fmla="*/ 15909 w 21212"/>
                <a:gd name="connsiteY24" fmla="*/ 16015 h 21212"/>
                <a:gd name="connsiteX25" fmla="*/ 15909 w 21212"/>
                <a:gd name="connsiteY25" fmla="*/ 16015 h 21212"/>
                <a:gd name="connsiteX26" fmla="*/ 15909 w 21212"/>
                <a:gd name="connsiteY26" fmla="*/ 16015 h 21212"/>
                <a:gd name="connsiteX27" fmla="*/ 15909 w 21212"/>
                <a:gd name="connsiteY27" fmla="*/ 16015 h 21212"/>
                <a:gd name="connsiteX28" fmla="*/ 15951 w 21212"/>
                <a:gd name="connsiteY28" fmla="*/ 15909 h 21212"/>
                <a:gd name="connsiteX29" fmla="*/ 16015 w 21212"/>
                <a:gd name="connsiteY29" fmla="*/ 15909 h 21212"/>
                <a:gd name="connsiteX30" fmla="*/ 16036 w 21212"/>
                <a:gd name="connsiteY30" fmla="*/ 15909 h 21212"/>
                <a:gd name="connsiteX31" fmla="*/ 16036 w 21212"/>
                <a:gd name="connsiteY31" fmla="*/ 15909 h 21212"/>
                <a:gd name="connsiteX32" fmla="*/ 16100 w 21212"/>
                <a:gd name="connsiteY32" fmla="*/ 15909 h 21212"/>
                <a:gd name="connsiteX33" fmla="*/ 16185 w 21212"/>
                <a:gd name="connsiteY33" fmla="*/ 16015 h 21212"/>
                <a:gd name="connsiteX34" fmla="*/ 16185 w 21212"/>
                <a:gd name="connsiteY34" fmla="*/ 16015 h 21212"/>
                <a:gd name="connsiteX35" fmla="*/ 16121 w 21212"/>
                <a:gd name="connsiteY35" fmla="*/ 16015 h 21212"/>
                <a:gd name="connsiteX36" fmla="*/ 16100 w 21212"/>
                <a:gd name="connsiteY36" fmla="*/ 16015 h 21212"/>
                <a:gd name="connsiteX37" fmla="*/ 16036 w 21212"/>
                <a:gd name="connsiteY37" fmla="*/ 16015 h 21212"/>
                <a:gd name="connsiteX38" fmla="*/ 16036 w 21212"/>
                <a:gd name="connsiteY38" fmla="*/ 16015 h 21212"/>
                <a:gd name="connsiteX39" fmla="*/ 16015 w 21212"/>
                <a:gd name="connsiteY39" fmla="*/ 16015 h 21212"/>
                <a:gd name="connsiteX40" fmla="*/ 16036 w 21212"/>
                <a:gd name="connsiteY40" fmla="*/ 16015 h 21212"/>
                <a:gd name="connsiteX41" fmla="*/ 16036 w 21212"/>
                <a:gd name="connsiteY41" fmla="*/ 16015 h 21212"/>
                <a:gd name="connsiteX42" fmla="*/ 16036 w 21212"/>
                <a:gd name="connsiteY42" fmla="*/ 16015 h 21212"/>
                <a:gd name="connsiteX43" fmla="*/ 16036 w 21212"/>
                <a:gd name="connsiteY43" fmla="*/ 16015 h 21212"/>
                <a:gd name="connsiteX44" fmla="*/ 16100 w 21212"/>
                <a:gd name="connsiteY44" fmla="*/ 16015 h 21212"/>
                <a:gd name="connsiteX45" fmla="*/ 16100 w 21212"/>
                <a:gd name="connsiteY45" fmla="*/ 16015 h 21212"/>
                <a:gd name="connsiteX46" fmla="*/ 16100 w 21212"/>
                <a:gd name="connsiteY46" fmla="*/ 16015 h 21212"/>
                <a:gd name="connsiteX47" fmla="*/ 16100 w 21212"/>
                <a:gd name="connsiteY47" fmla="*/ 16015 h 21212"/>
                <a:gd name="connsiteX48" fmla="*/ 16100 w 21212"/>
                <a:gd name="connsiteY48" fmla="*/ 16015 h 21212"/>
                <a:gd name="connsiteX49" fmla="*/ 16100 w 21212"/>
                <a:gd name="connsiteY4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00" y="16015"/>
                    <a:pt x="16100" y="16015"/>
                    <a:pt x="16121" y="16015"/>
                  </a:cubicBezTo>
                  <a:lnTo>
                    <a:pt x="16100" y="16100"/>
                  </a:lnTo>
                  <a:cubicBezTo>
                    <a:pt x="16036" y="16100"/>
                    <a:pt x="16036" y="16100"/>
                    <a:pt x="16036" y="16100"/>
                  </a:cubicBezTo>
                  <a:cubicBezTo>
                    <a:pt x="16036" y="16100"/>
                    <a:pt x="16036" y="16100"/>
                    <a:pt x="16015" y="16100"/>
                  </a:cubicBezTo>
                  <a:lnTo>
                    <a:pt x="16015" y="16100"/>
                  </a:lnTo>
                  <a:cubicBezTo>
                    <a:pt x="16015" y="16100"/>
                    <a:pt x="15951" y="16100"/>
                    <a:pt x="15951" y="16015"/>
                  </a:cubicBezTo>
                  <a:lnTo>
                    <a:pt x="15951" y="16015"/>
                  </a:lnTo>
                  <a:lnTo>
                    <a:pt x="15951" y="16015"/>
                  </a:lnTo>
                  <a:cubicBezTo>
                    <a:pt x="16015" y="16015"/>
                    <a:pt x="16015" y="16015"/>
                    <a:pt x="16015" y="16015"/>
                  </a:cubicBez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5909"/>
                  </a:lnTo>
                  <a:cubicBezTo>
                    <a:pt x="16015" y="15909"/>
                    <a:pt x="16015" y="16015"/>
                    <a:pt x="16015" y="16015"/>
                  </a:cubicBezTo>
                  <a:lnTo>
                    <a:pt x="15951" y="16015"/>
                  </a:lnTo>
                  <a:cubicBezTo>
                    <a:pt x="15951" y="16015"/>
                    <a:pt x="15951" y="16015"/>
                    <a:pt x="15909" y="16015"/>
                  </a:cubicBez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51" y="15909"/>
                  </a:cubicBezTo>
                  <a:cubicBezTo>
                    <a:pt x="15951" y="15909"/>
                    <a:pt x="15951" y="15909"/>
                    <a:pt x="16015" y="15909"/>
                  </a:cubicBez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6100" y="15909"/>
                  </a:cubicBezTo>
                  <a:lnTo>
                    <a:pt x="16185" y="16015"/>
                  </a:lnTo>
                  <a:lnTo>
                    <a:pt x="16185" y="16015"/>
                  </a:lnTo>
                  <a:lnTo>
                    <a:pt x="16121" y="16015"/>
                  </a:lnTo>
                  <a:close/>
                  <a:moveTo>
                    <a:pt x="16100" y="16015"/>
                  </a:moveTo>
                  <a:lnTo>
                    <a:pt x="16036" y="16015"/>
                  </a:lnTo>
                  <a:lnTo>
                    <a:pt x="16036" y="16015"/>
                  </a:lnTo>
                  <a:cubicBezTo>
                    <a:pt x="16015" y="16015"/>
                    <a:pt x="16015" y="16015"/>
                    <a:pt x="16015" y="16015"/>
                  </a:cubicBezTo>
                  <a:cubicBezTo>
                    <a:pt x="16015" y="16015"/>
                    <a:pt x="16015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100" y="16015"/>
                  </a:lnTo>
                  <a:lnTo>
                    <a:pt x="16100" y="16015"/>
                  </a:lnTo>
                  <a:lnTo>
                    <a:pt x="16100" y="16015"/>
                  </a:lnTo>
                  <a:cubicBezTo>
                    <a:pt x="16121" y="16015"/>
                    <a:pt x="16100" y="16015"/>
                    <a:pt x="16100" y="16015"/>
                  </a:cubicBezTo>
                  <a:lnTo>
                    <a:pt x="16100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142B46AF-7FFD-4E15-AEF5-988511BF595F}"/>
                </a:ext>
              </a:extLst>
            </p:cNvPr>
            <p:cNvSpPr/>
            <p:nvPr/>
          </p:nvSpPr>
          <p:spPr>
            <a:xfrm>
              <a:off x="6411208" y="4740428"/>
              <a:ext cx="31327" cy="31327"/>
            </a:xfrm>
            <a:custGeom>
              <a:avLst/>
              <a:gdLst>
                <a:gd name="connsiteX0" fmla="*/ 16058 w 21212"/>
                <a:gd name="connsiteY0" fmla="*/ 15973 h 21212"/>
                <a:gd name="connsiteX1" fmla="*/ 16058 w 21212"/>
                <a:gd name="connsiteY1" fmla="*/ 15909 h 21212"/>
                <a:gd name="connsiteX2" fmla="*/ 16079 w 21212"/>
                <a:gd name="connsiteY2" fmla="*/ 15909 h 21212"/>
                <a:gd name="connsiteX3" fmla="*/ 16058 w 21212"/>
                <a:gd name="connsiteY3" fmla="*/ 15973 h 21212"/>
                <a:gd name="connsiteX4" fmla="*/ 16227 w 21212"/>
                <a:gd name="connsiteY4" fmla="*/ 15973 h 21212"/>
                <a:gd name="connsiteX5" fmla="*/ 16206 w 21212"/>
                <a:gd name="connsiteY5" fmla="*/ 16015 h 21212"/>
                <a:gd name="connsiteX6" fmla="*/ 16079 w 21212"/>
                <a:gd name="connsiteY6" fmla="*/ 16015 h 21212"/>
                <a:gd name="connsiteX7" fmla="*/ 16079 w 21212"/>
                <a:gd name="connsiteY7" fmla="*/ 16015 h 21212"/>
                <a:gd name="connsiteX8" fmla="*/ 16079 w 21212"/>
                <a:gd name="connsiteY8" fmla="*/ 16036 h 21212"/>
                <a:gd name="connsiteX9" fmla="*/ 16079 w 21212"/>
                <a:gd name="connsiteY9" fmla="*/ 16142 h 21212"/>
                <a:gd name="connsiteX10" fmla="*/ 16058 w 21212"/>
                <a:gd name="connsiteY10" fmla="*/ 16015 h 21212"/>
                <a:gd name="connsiteX11" fmla="*/ 15909 w 21212"/>
                <a:gd name="connsiteY11" fmla="*/ 16015 h 21212"/>
                <a:gd name="connsiteX12" fmla="*/ 15973 w 21212"/>
                <a:gd name="connsiteY12" fmla="*/ 16015 h 21212"/>
                <a:gd name="connsiteX13" fmla="*/ 16058 w 21212"/>
                <a:gd name="connsiteY13" fmla="*/ 15973 h 21212"/>
                <a:gd name="connsiteX14" fmla="*/ 16058 w 21212"/>
                <a:gd name="connsiteY1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2" h="21212">
                  <a:moveTo>
                    <a:pt x="16058" y="15973"/>
                  </a:moveTo>
                  <a:lnTo>
                    <a:pt x="16058" y="15909"/>
                  </a:lnTo>
                  <a:lnTo>
                    <a:pt x="16079" y="15909"/>
                  </a:lnTo>
                  <a:lnTo>
                    <a:pt x="16058" y="15973"/>
                  </a:lnTo>
                  <a:lnTo>
                    <a:pt x="16227" y="15973"/>
                  </a:lnTo>
                  <a:lnTo>
                    <a:pt x="16206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79" y="16036"/>
                  </a:lnTo>
                  <a:lnTo>
                    <a:pt x="16079" y="16142"/>
                  </a:lnTo>
                  <a:lnTo>
                    <a:pt x="16058" y="16015"/>
                  </a:lnTo>
                  <a:lnTo>
                    <a:pt x="15909" y="16015"/>
                  </a:lnTo>
                  <a:lnTo>
                    <a:pt x="15973" y="16015"/>
                  </a:lnTo>
                  <a:lnTo>
                    <a:pt x="16058" y="15973"/>
                  </a:lnTo>
                  <a:lnTo>
                    <a:pt x="16058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DC16234-558E-40B9-A9FD-37C4B9324EC2}"/>
                </a:ext>
              </a:extLst>
            </p:cNvPr>
            <p:cNvSpPr/>
            <p:nvPr/>
          </p:nvSpPr>
          <p:spPr>
            <a:xfrm>
              <a:off x="6411459" y="4740366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  <a:gd name="connsiteX5" fmla="*/ 16100 w 21212"/>
                <a:gd name="connsiteY5" fmla="*/ 16015 h 21212"/>
                <a:gd name="connsiteX6" fmla="*/ 15973 w 21212"/>
                <a:gd name="connsiteY6" fmla="*/ 15951 h 21212"/>
                <a:gd name="connsiteX7" fmla="*/ 15973 w 21212"/>
                <a:gd name="connsiteY7" fmla="*/ 15909 h 21212"/>
                <a:gd name="connsiteX8" fmla="*/ 16100 w 21212"/>
                <a:gd name="connsiteY8" fmla="*/ 16015 h 21212"/>
                <a:gd name="connsiteX9" fmla="*/ 16100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6100" y="16015"/>
                  </a:moveTo>
                  <a:lnTo>
                    <a:pt x="15973" y="15951"/>
                  </a:lnTo>
                  <a:lnTo>
                    <a:pt x="15973" y="15909"/>
                  </a:lnTo>
                  <a:lnTo>
                    <a:pt x="16100" y="16015"/>
                  </a:lnTo>
                  <a:lnTo>
                    <a:pt x="16100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9A54BFF8-14B3-41E0-84FC-D25FB3FECE8E}"/>
                </a:ext>
              </a:extLst>
            </p:cNvPr>
            <p:cNvSpPr/>
            <p:nvPr/>
          </p:nvSpPr>
          <p:spPr>
            <a:xfrm>
              <a:off x="6411647" y="4740177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00 w 21212"/>
                <a:gd name="connsiteY1" fmla="*/ 16015 h 21212"/>
                <a:gd name="connsiteX2" fmla="*/ 16058 w 21212"/>
                <a:gd name="connsiteY2" fmla="*/ 15973 h 21212"/>
                <a:gd name="connsiteX3" fmla="*/ 16058 w 21212"/>
                <a:gd name="connsiteY3" fmla="*/ 15973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5973 w 21212"/>
                <a:gd name="connsiteY6" fmla="*/ 15973 h 21212"/>
                <a:gd name="connsiteX7" fmla="*/ 15973 w 21212"/>
                <a:gd name="connsiteY7" fmla="*/ 16015 h 21212"/>
                <a:gd name="connsiteX8" fmla="*/ 15973 w 21212"/>
                <a:gd name="connsiteY8" fmla="*/ 16015 h 21212"/>
                <a:gd name="connsiteX9" fmla="*/ 16058 w 21212"/>
                <a:gd name="connsiteY9" fmla="*/ 16079 h 21212"/>
                <a:gd name="connsiteX10" fmla="*/ 16058 w 21212"/>
                <a:gd name="connsiteY10" fmla="*/ 16079 h 21212"/>
                <a:gd name="connsiteX11" fmla="*/ 15909 w 21212"/>
                <a:gd name="connsiteY11" fmla="*/ 16015 h 21212"/>
                <a:gd name="connsiteX12" fmla="*/ 15909 w 21212"/>
                <a:gd name="connsiteY12" fmla="*/ 16015 h 21212"/>
                <a:gd name="connsiteX13" fmla="*/ 15930 w 21212"/>
                <a:gd name="connsiteY13" fmla="*/ 16015 h 21212"/>
                <a:gd name="connsiteX14" fmla="*/ 15930 w 21212"/>
                <a:gd name="connsiteY14" fmla="*/ 16015 h 21212"/>
                <a:gd name="connsiteX15" fmla="*/ 15930 w 21212"/>
                <a:gd name="connsiteY15" fmla="*/ 16015 h 21212"/>
                <a:gd name="connsiteX16" fmla="*/ 15930 w 21212"/>
                <a:gd name="connsiteY16" fmla="*/ 15973 h 21212"/>
                <a:gd name="connsiteX17" fmla="*/ 15930 w 21212"/>
                <a:gd name="connsiteY17" fmla="*/ 15973 h 21212"/>
                <a:gd name="connsiteX18" fmla="*/ 15973 w 21212"/>
                <a:gd name="connsiteY18" fmla="*/ 15973 h 21212"/>
                <a:gd name="connsiteX19" fmla="*/ 16036 w 21212"/>
                <a:gd name="connsiteY19" fmla="*/ 15930 h 21212"/>
                <a:gd name="connsiteX20" fmla="*/ 16058 w 21212"/>
                <a:gd name="connsiteY20" fmla="*/ 15930 h 21212"/>
                <a:gd name="connsiteX21" fmla="*/ 16058 w 21212"/>
                <a:gd name="connsiteY21" fmla="*/ 15930 h 21212"/>
                <a:gd name="connsiteX22" fmla="*/ 16058 w 21212"/>
                <a:gd name="connsiteY22" fmla="*/ 15930 h 21212"/>
                <a:gd name="connsiteX23" fmla="*/ 16058 w 21212"/>
                <a:gd name="connsiteY23" fmla="*/ 15909 h 21212"/>
                <a:gd name="connsiteX24" fmla="*/ 16079 w 21212"/>
                <a:gd name="connsiteY24" fmla="*/ 15909 h 21212"/>
                <a:gd name="connsiteX25" fmla="*/ 16079 w 21212"/>
                <a:gd name="connsiteY25" fmla="*/ 15909 h 21212"/>
                <a:gd name="connsiteX26" fmla="*/ 16100 w 21212"/>
                <a:gd name="connsiteY26" fmla="*/ 15909 h 21212"/>
                <a:gd name="connsiteX27" fmla="*/ 16185 w 21212"/>
                <a:gd name="connsiteY27" fmla="*/ 15909 h 21212"/>
                <a:gd name="connsiteX28" fmla="*/ 16333 w 21212"/>
                <a:gd name="connsiteY28" fmla="*/ 15930 h 21212"/>
                <a:gd name="connsiteX29" fmla="*/ 16291 w 21212"/>
                <a:gd name="connsiteY29" fmla="*/ 15930 h 21212"/>
                <a:gd name="connsiteX30" fmla="*/ 16100 w 21212"/>
                <a:gd name="connsiteY30" fmla="*/ 15930 h 21212"/>
                <a:gd name="connsiteX31" fmla="*/ 16100 w 21212"/>
                <a:gd name="connsiteY31" fmla="*/ 15909 h 21212"/>
                <a:gd name="connsiteX32" fmla="*/ 16100 w 21212"/>
                <a:gd name="connsiteY32" fmla="*/ 15909 h 21212"/>
                <a:gd name="connsiteX33" fmla="*/ 16079 w 21212"/>
                <a:gd name="connsiteY33" fmla="*/ 15930 h 21212"/>
                <a:gd name="connsiteX34" fmla="*/ 16079 w 21212"/>
                <a:gd name="connsiteY34" fmla="*/ 15930 h 21212"/>
                <a:gd name="connsiteX35" fmla="*/ 16058 w 21212"/>
                <a:gd name="connsiteY35" fmla="*/ 15930 h 21212"/>
                <a:gd name="connsiteX36" fmla="*/ 16058 w 21212"/>
                <a:gd name="connsiteY36" fmla="*/ 15930 h 21212"/>
                <a:gd name="connsiteX37" fmla="*/ 16185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00" y="16015"/>
                  </a:lnTo>
                  <a:lnTo>
                    <a:pt x="16058" y="15973"/>
                  </a:lnTo>
                  <a:lnTo>
                    <a:pt x="16058" y="15973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73"/>
                    <a:pt x="15973" y="15973"/>
                    <a:pt x="15973" y="16015"/>
                  </a:cubicBezTo>
                  <a:lnTo>
                    <a:pt x="15973" y="16015"/>
                  </a:lnTo>
                  <a:lnTo>
                    <a:pt x="16058" y="16079"/>
                  </a:lnTo>
                  <a:lnTo>
                    <a:pt x="16058" y="16079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5930" y="15973"/>
                  </a:lnTo>
                  <a:lnTo>
                    <a:pt x="15930" y="15973"/>
                  </a:ln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30"/>
                    <a:pt x="15973" y="15930"/>
                    <a:pt x="16036" y="15930"/>
                  </a:cubicBezTo>
                  <a:cubicBezTo>
                    <a:pt x="16036" y="15930"/>
                    <a:pt x="16036" y="15930"/>
                    <a:pt x="16058" y="15930"/>
                  </a:cubicBezTo>
                  <a:lnTo>
                    <a:pt x="16058" y="15930"/>
                  </a:lnTo>
                  <a:lnTo>
                    <a:pt x="16058" y="15930"/>
                  </a:lnTo>
                  <a:lnTo>
                    <a:pt x="16058" y="15909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cubicBezTo>
                    <a:pt x="16100" y="15909"/>
                    <a:pt x="16100" y="15909"/>
                    <a:pt x="16100" y="15909"/>
                  </a:cubicBezTo>
                  <a:cubicBezTo>
                    <a:pt x="16185" y="15909"/>
                    <a:pt x="16185" y="15909"/>
                    <a:pt x="16185" y="15909"/>
                  </a:cubicBezTo>
                  <a:lnTo>
                    <a:pt x="16333" y="15930"/>
                  </a:lnTo>
                  <a:lnTo>
                    <a:pt x="16291" y="15930"/>
                  </a:lnTo>
                  <a:lnTo>
                    <a:pt x="16100" y="15930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100" y="15909"/>
                  </a:lnTo>
                  <a:cubicBezTo>
                    <a:pt x="16100" y="15909"/>
                    <a:pt x="16079" y="15909"/>
                    <a:pt x="16079" y="15930"/>
                  </a:cubicBezTo>
                  <a:lnTo>
                    <a:pt x="16079" y="15930"/>
                  </a:lnTo>
                  <a:lnTo>
                    <a:pt x="16058" y="15930"/>
                  </a:lnTo>
                  <a:lnTo>
                    <a:pt x="16058" y="15930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B051B150-3F94-465F-A05A-8D8D5C282934}"/>
                </a:ext>
              </a:extLst>
            </p:cNvPr>
            <p:cNvSpPr/>
            <p:nvPr/>
          </p:nvSpPr>
          <p:spPr>
            <a:xfrm>
              <a:off x="6412055" y="4739895"/>
              <a:ext cx="31327" cy="31327"/>
            </a:xfrm>
            <a:custGeom>
              <a:avLst/>
              <a:gdLst>
                <a:gd name="connsiteX0" fmla="*/ 16185 w 21212"/>
                <a:gd name="connsiteY0" fmla="*/ 16036 h 21212"/>
                <a:gd name="connsiteX1" fmla="*/ 16121 w 21212"/>
                <a:gd name="connsiteY1" fmla="*/ 16121 h 21212"/>
                <a:gd name="connsiteX2" fmla="*/ 16100 w 21212"/>
                <a:gd name="connsiteY2" fmla="*/ 16121 h 21212"/>
                <a:gd name="connsiteX3" fmla="*/ 16100 w 21212"/>
                <a:gd name="connsiteY3" fmla="*/ 16121 h 21212"/>
                <a:gd name="connsiteX4" fmla="*/ 16058 w 21212"/>
                <a:gd name="connsiteY4" fmla="*/ 16121 h 21212"/>
                <a:gd name="connsiteX5" fmla="*/ 16058 w 21212"/>
                <a:gd name="connsiteY5" fmla="*/ 16121 h 21212"/>
                <a:gd name="connsiteX6" fmla="*/ 16015 w 21212"/>
                <a:gd name="connsiteY6" fmla="*/ 16121 h 21212"/>
                <a:gd name="connsiteX7" fmla="*/ 15909 w 21212"/>
                <a:gd name="connsiteY7" fmla="*/ 16036 h 21212"/>
                <a:gd name="connsiteX8" fmla="*/ 15994 w 21212"/>
                <a:gd name="connsiteY8" fmla="*/ 15973 h 21212"/>
                <a:gd name="connsiteX9" fmla="*/ 16058 w 21212"/>
                <a:gd name="connsiteY9" fmla="*/ 16036 h 21212"/>
                <a:gd name="connsiteX10" fmla="*/ 16058 w 21212"/>
                <a:gd name="connsiteY10" fmla="*/ 16036 h 21212"/>
                <a:gd name="connsiteX11" fmla="*/ 16100 w 21212"/>
                <a:gd name="connsiteY11" fmla="*/ 16036 h 21212"/>
                <a:gd name="connsiteX12" fmla="*/ 16121 w 21212"/>
                <a:gd name="connsiteY12" fmla="*/ 16036 h 21212"/>
                <a:gd name="connsiteX13" fmla="*/ 16185 w 21212"/>
                <a:gd name="connsiteY13" fmla="*/ 16036 h 21212"/>
                <a:gd name="connsiteX14" fmla="*/ 16185 w 21212"/>
                <a:gd name="connsiteY14" fmla="*/ 15973 h 21212"/>
                <a:gd name="connsiteX15" fmla="*/ 16121 w 21212"/>
                <a:gd name="connsiteY15" fmla="*/ 15973 h 21212"/>
                <a:gd name="connsiteX16" fmla="*/ 16058 w 21212"/>
                <a:gd name="connsiteY16" fmla="*/ 15951 h 21212"/>
                <a:gd name="connsiteX17" fmla="*/ 16100 w 21212"/>
                <a:gd name="connsiteY17" fmla="*/ 15909 h 21212"/>
                <a:gd name="connsiteX18" fmla="*/ 16185 w 21212"/>
                <a:gd name="connsiteY18" fmla="*/ 15973 h 21212"/>
                <a:gd name="connsiteX19" fmla="*/ 16185 w 21212"/>
                <a:gd name="connsiteY19" fmla="*/ 15973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6036 h 21212"/>
                <a:gd name="connsiteX23" fmla="*/ 16185 w 21212"/>
                <a:gd name="connsiteY23" fmla="*/ 16036 h 21212"/>
                <a:gd name="connsiteX24" fmla="*/ 16185 w 21212"/>
                <a:gd name="connsiteY2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36"/>
                  </a:moveTo>
                  <a:cubicBezTo>
                    <a:pt x="16121" y="16121"/>
                    <a:pt x="16121" y="16121"/>
                    <a:pt x="16121" y="16121"/>
                  </a:cubicBezTo>
                  <a:lnTo>
                    <a:pt x="16100" y="16121"/>
                  </a:lnTo>
                  <a:lnTo>
                    <a:pt x="16100" y="16121"/>
                  </a:lnTo>
                  <a:cubicBezTo>
                    <a:pt x="16058" y="16121"/>
                    <a:pt x="16058" y="16121"/>
                    <a:pt x="16058" y="16121"/>
                  </a:cubicBezTo>
                  <a:lnTo>
                    <a:pt x="16058" y="16121"/>
                  </a:lnTo>
                  <a:lnTo>
                    <a:pt x="16015" y="16121"/>
                  </a:lnTo>
                  <a:lnTo>
                    <a:pt x="15909" y="16036"/>
                  </a:lnTo>
                  <a:lnTo>
                    <a:pt x="15994" y="15973"/>
                  </a:lnTo>
                  <a:lnTo>
                    <a:pt x="16058" y="16036"/>
                  </a:lnTo>
                  <a:lnTo>
                    <a:pt x="16058" y="16036"/>
                  </a:lnTo>
                  <a:cubicBezTo>
                    <a:pt x="16100" y="16036"/>
                    <a:pt x="16100" y="16036"/>
                    <a:pt x="16100" y="16036"/>
                  </a:cubicBezTo>
                  <a:lnTo>
                    <a:pt x="16121" y="16036"/>
                  </a:lnTo>
                  <a:lnTo>
                    <a:pt x="16185" y="16036"/>
                  </a:lnTo>
                  <a:cubicBezTo>
                    <a:pt x="16185" y="16036"/>
                    <a:pt x="16185" y="16036"/>
                    <a:pt x="16185" y="15973"/>
                  </a:cubicBezTo>
                  <a:lnTo>
                    <a:pt x="16121" y="15973"/>
                  </a:lnTo>
                  <a:lnTo>
                    <a:pt x="16058" y="15951"/>
                  </a:lnTo>
                  <a:lnTo>
                    <a:pt x="16100" y="15909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6036"/>
                    <a:pt x="16185" y="16036"/>
                    <a:pt x="16185" y="16036"/>
                  </a:cubicBezTo>
                  <a:lnTo>
                    <a:pt x="16185" y="16036"/>
                  </a:lnTo>
                  <a:lnTo>
                    <a:pt x="16185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92E986BD-A591-4A25-AE08-4CB352194A71}"/>
                </a:ext>
              </a:extLst>
            </p:cNvPr>
            <p:cNvSpPr/>
            <p:nvPr/>
          </p:nvSpPr>
          <p:spPr>
            <a:xfrm>
              <a:off x="6412368" y="4739802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6015 w 21212"/>
                <a:gd name="connsiteY1" fmla="*/ 15973 h 21212"/>
                <a:gd name="connsiteX2" fmla="*/ 16015 w 21212"/>
                <a:gd name="connsiteY2" fmla="*/ 15973 h 21212"/>
                <a:gd name="connsiteX3" fmla="*/ 16015 w 21212"/>
                <a:gd name="connsiteY3" fmla="*/ 15973 h 21212"/>
                <a:gd name="connsiteX4" fmla="*/ 16058 w 21212"/>
                <a:gd name="connsiteY4" fmla="*/ 15973 h 21212"/>
                <a:gd name="connsiteX5" fmla="*/ 16058 w 21212"/>
                <a:gd name="connsiteY5" fmla="*/ 15973 h 21212"/>
                <a:gd name="connsiteX6" fmla="*/ 16100 w 21212"/>
                <a:gd name="connsiteY6" fmla="*/ 15909 h 21212"/>
                <a:gd name="connsiteX7" fmla="*/ 16100 w 21212"/>
                <a:gd name="connsiteY7" fmla="*/ 15909 h 21212"/>
                <a:gd name="connsiteX8" fmla="*/ 16164 w 21212"/>
                <a:gd name="connsiteY8" fmla="*/ 15973 h 21212"/>
                <a:gd name="connsiteX9" fmla="*/ 16164 w 21212"/>
                <a:gd name="connsiteY9" fmla="*/ 15973 h 21212"/>
                <a:gd name="connsiteX10" fmla="*/ 16164 w 21212"/>
                <a:gd name="connsiteY10" fmla="*/ 15973 h 21212"/>
                <a:gd name="connsiteX11" fmla="*/ 16164 w 21212"/>
                <a:gd name="connsiteY11" fmla="*/ 15973 h 21212"/>
                <a:gd name="connsiteX12" fmla="*/ 16100 w 21212"/>
                <a:gd name="connsiteY12" fmla="*/ 16036 h 21212"/>
                <a:gd name="connsiteX13" fmla="*/ 16100 w 21212"/>
                <a:gd name="connsiteY13" fmla="*/ 16036 h 21212"/>
                <a:gd name="connsiteX14" fmla="*/ 16100 w 21212"/>
                <a:gd name="connsiteY14" fmla="*/ 16036 h 21212"/>
                <a:gd name="connsiteX15" fmla="*/ 16058 w 21212"/>
                <a:gd name="connsiteY15" fmla="*/ 16036 h 21212"/>
                <a:gd name="connsiteX16" fmla="*/ 16058 w 21212"/>
                <a:gd name="connsiteY16" fmla="*/ 16036 h 21212"/>
                <a:gd name="connsiteX17" fmla="*/ 16058 w 21212"/>
                <a:gd name="connsiteY17" fmla="*/ 16036 h 21212"/>
                <a:gd name="connsiteX18" fmla="*/ 16058 w 21212"/>
                <a:gd name="connsiteY18" fmla="*/ 16036 h 21212"/>
                <a:gd name="connsiteX19" fmla="*/ 16100 w 21212"/>
                <a:gd name="connsiteY19" fmla="*/ 16015 h 21212"/>
                <a:gd name="connsiteX20" fmla="*/ 16100 w 21212"/>
                <a:gd name="connsiteY20" fmla="*/ 16015 h 21212"/>
                <a:gd name="connsiteX21" fmla="*/ 16100 w 21212"/>
                <a:gd name="connsiteY21" fmla="*/ 15973 h 21212"/>
                <a:gd name="connsiteX22" fmla="*/ 16100 w 21212"/>
                <a:gd name="connsiteY22" fmla="*/ 15973 h 21212"/>
                <a:gd name="connsiteX23" fmla="*/ 16100 w 21212"/>
                <a:gd name="connsiteY23" fmla="*/ 15973 h 21212"/>
                <a:gd name="connsiteX24" fmla="*/ 16100 w 21212"/>
                <a:gd name="connsiteY24" fmla="*/ 15973 h 21212"/>
                <a:gd name="connsiteX25" fmla="*/ 16100 w 21212"/>
                <a:gd name="connsiteY25" fmla="*/ 15973 h 21212"/>
                <a:gd name="connsiteX26" fmla="*/ 16058 w 21212"/>
                <a:gd name="connsiteY26" fmla="*/ 15973 h 21212"/>
                <a:gd name="connsiteX27" fmla="*/ 16058 w 21212"/>
                <a:gd name="connsiteY27" fmla="*/ 15973 h 21212"/>
                <a:gd name="connsiteX28" fmla="*/ 16015 w 21212"/>
                <a:gd name="connsiteY28" fmla="*/ 15973 h 21212"/>
                <a:gd name="connsiteX29" fmla="*/ 16015 w 21212"/>
                <a:gd name="connsiteY29" fmla="*/ 15973 h 21212"/>
                <a:gd name="connsiteX30" fmla="*/ 15973 w 21212"/>
                <a:gd name="connsiteY30" fmla="*/ 15973 h 21212"/>
                <a:gd name="connsiteX31" fmla="*/ 15973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09 h 21212"/>
                <a:gd name="connsiteX35" fmla="*/ 15973 w 21212"/>
                <a:gd name="connsiteY35" fmla="*/ 15909 h 21212"/>
                <a:gd name="connsiteX36" fmla="*/ 16015 w 21212"/>
                <a:gd name="connsiteY36" fmla="*/ 15909 h 21212"/>
                <a:gd name="connsiteX37" fmla="*/ 16015 w 21212"/>
                <a:gd name="connsiteY37" fmla="*/ 15909 h 21212"/>
                <a:gd name="connsiteX38" fmla="*/ 16058 w 21212"/>
                <a:gd name="connsiteY38" fmla="*/ 15909 h 21212"/>
                <a:gd name="connsiteX39" fmla="*/ 16015 w 21212"/>
                <a:gd name="connsiteY39" fmla="*/ 15909 h 21212"/>
                <a:gd name="connsiteX40" fmla="*/ 15973 w 21212"/>
                <a:gd name="connsiteY40" fmla="*/ 15909 h 21212"/>
                <a:gd name="connsiteX41" fmla="*/ 15973 w 21212"/>
                <a:gd name="connsiteY41" fmla="*/ 15909 h 21212"/>
                <a:gd name="connsiteX42" fmla="*/ 15973 w 21212"/>
                <a:gd name="connsiteY42" fmla="*/ 15973 h 21212"/>
                <a:gd name="connsiteX43" fmla="*/ 15973 w 21212"/>
                <a:gd name="connsiteY43" fmla="*/ 15973 h 21212"/>
                <a:gd name="connsiteX44" fmla="*/ 15973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cubicBezTo>
                    <a:pt x="15973" y="15973"/>
                    <a:pt x="15973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cubicBezTo>
                    <a:pt x="16015" y="15973"/>
                    <a:pt x="16015" y="15973"/>
                    <a:pt x="16058" y="15973"/>
                  </a:cubicBezTo>
                  <a:lnTo>
                    <a:pt x="16058" y="15973"/>
                  </a:lnTo>
                  <a:cubicBezTo>
                    <a:pt x="16058" y="15973"/>
                    <a:pt x="16100" y="15973"/>
                    <a:pt x="16100" y="15909"/>
                  </a:cubicBezTo>
                  <a:lnTo>
                    <a:pt x="16100" y="15909"/>
                  </a:lnTo>
                  <a:cubicBezTo>
                    <a:pt x="16164" y="15909"/>
                    <a:pt x="16164" y="15909"/>
                    <a:pt x="16164" y="15973"/>
                  </a:cubicBez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6015"/>
                    <a:pt x="16164" y="16015"/>
                    <a:pt x="16100" y="16036"/>
                  </a:cubicBezTo>
                  <a:lnTo>
                    <a:pt x="16100" y="16036"/>
                  </a:lnTo>
                  <a:lnTo>
                    <a:pt x="16100" y="16036"/>
                  </a:lnTo>
                  <a:lnTo>
                    <a:pt x="16058" y="16036"/>
                  </a:lnTo>
                  <a:lnTo>
                    <a:pt x="16058" y="16036"/>
                  </a:lnTo>
                  <a:lnTo>
                    <a:pt x="16058" y="16036"/>
                  </a:lnTo>
                  <a:lnTo>
                    <a:pt x="16058" y="16036"/>
                  </a:lnTo>
                  <a:cubicBezTo>
                    <a:pt x="16058" y="16015"/>
                    <a:pt x="16100" y="16015"/>
                    <a:pt x="16100" y="16015"/>
                  </a:cubicBezTo>
                  <a:lnTo>
                    <a:pt x="16100" y="16015"/>
                  </a:lnTo>
                  <a:cubicBezTo>
                    <a:pt x="16100" y="15973"/>
                    <a:pt x="16100" y="15973"/>
                    <a:pt x="16100" y="15973"/>
                  </a:cubicBez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058" y="15973"/>
                  </a:lnTo>
                  <a:lnTo>
                    <a:pt x="16058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73"/>
                    <a:pt x="15909" y="15973"/>
                    <a:pt x="15909" y="15909"/>
                  </a:cubicBez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09"/>
                    <a:pt x="15973" y="15909"/>
                    <a:pt x="16015" y="15909"/>
                  </a:cubicBezTo>
                  <a:lnTo>
                    <a:pt x="16015" y="15909"/>
                  </a:lnTo>
                  <a:lnTo>
                    <a:pt x="16058" y="15909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15" y="15909"/>
                    <a:pt x="16015" y="15909"/>
                    <a:pt x="15973" y="15909"/>
                  </a:cubicBezTo>
                  <a:lnTo>
                    <a:pt x="15973" y="15909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E33BEF0B-02CE-4F6B-A2DD-4AFCB4DB3AD9}"/>
                </a:ext>
              </a:extLst>
            </p:cNvPr>
            <p:cNvSpPr/>
            <p:nvPr/>
          </p:nvSpPr>
          <p:spPr>
            <a:xfrm>
              <a:off x="6412557" y="4739645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6185 w 21212"/>
                <a:gd name="connsiteY3" fmla="*/ 15973 h 21212"/>
                <a:gd name="connsiteX4" fmla="*/ 16185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6185" y="15973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B046BEFA-1366-42F5-A237-88AB84B6DEAE}"/>
                </a:ext>
              </a:extLst>
            </p:cNvPr>
            <p:cNvSpPr/>
            <p:nvPr/>
          </p:nvSpPr>
          <p:spPr>
            <a:xfrm>
              <a:off x="6412932" y="4739598"/>
              <a:ext cx="31327" cy="31327"/>
            </a:xfrm>
            <a:custGeom>
              <a:avLst/>
              <a:gdLst>
                <a:gd name="connsiteX0" fmla="*/ 16058 w 21212"/>
                <a:gd name="connsiteY0" fmla="*/ 15941 h 21212"/>
                <a:gd name="connsiteX1" fmla="*/ 16058 w 21212"/>
                <a:gd name="connsiteY1" fmla="*/ 15941 h 21212"/>
                <a:gd name="connsiteX2" fmla="*/ 16058 w 21212"/>
                <a:gd name="connsiteY2" fmla="*/ 15941 h 21212"/>
                <a:gd name="connsiteX3" fmla="*/ 16100 w 21212"/>
                <a:gd name="connsiteY3" fmla="*/ 15941 h 21212"/>
                <a:gd name="connsiteX4" fmla="*/ 16058 w 21212"/>
                <a:gd name="connsiteY4" fmla="*/ 15941 h 21212"/>
                <a:gd name="connsiteX5" fmla="*/ 16058 w 21212"/>
                <a:gd name="connsiteY5" fmla="*/ 15941 h 21212"/>
                <a:gd name="connsiteX6" fmla="*/ 16058 w 21212"/>
                <a:gd name="connsiteY6" fmla="*/ 15941 h 21212"/>
                <a:gd name="connsiteX7" fmla="*/ 16015 w 21212"/>
                <a:gd name="connsiteY7" fmla="*/ 15962 h 21212"/>
                <a:gd name="connsiteX8" fmla="*/ 15994 w 21212"/>
                <a:gd name="connsiteY8" fmla="*/ 15962 h 21212"/>
                <a:gd name="connsiteX9" fmla="*/ 15930 w 21212"/>
                <a:gd name="connsiteY9" fmla="*/ 15962 h 21212"/>
                <a:gd name="connsiteX10" fmla="*/ 15909 w 21212"/>
                <a:gd name="connsiteY10" fmla="*/ 15941 h 21212"/>
                <a:gd name="connsiteX11" fmla="*/ 15909 w 21212"/>
                <a:gd name="connsiteY11" fmla="*/ 15941 h 21212"/>
                <a:gd name="connsiteX12" fmla="*/ 15909 w 21212"/>
                <a:gd name="connsiteY12" fmla="*/ 15941 h 21212"/>
                <a:gd name="connsiteX13" fmla="*/ 15930 w 21212"/>
                <a:gd name="connsiteY13" fmla="*/ 15941 h 21212"/>
                <a:gd name="connsiteX14" fmla="*/ 15930 w 21212"/>
                <a:gd name="connsiteY14" fmla="*/ 15941 h 21212"/>
                <a:gd name="connsiteX15" fmla="*/ 15994 w 21212"/>
                <a:gd name="connsiteY15" fmla="*/ 15941 h 21212"/>
                <a:gd name="connsiteX16" fmla="*/ 16015 w 21212"/>
                <a:gd name="connsiteY16" fmla="*/ 15941 h 21212"/>
                <a:gd name="connsiteX17" fmla="*/ 16058 w 21212"/>
                <a:gd name="connsiteY17" fmla="*/ 15941 h 21212"/>
                <a:gd name="connsiteX18" fmla="*/ 16058 w 21212"/>
                <a:gd name="connsiteY18" fmla="*/ 15941 h 21212"/>
                <a:gd name="connsiteX19" fmla="*/ 16058 w 21212"/>
                <a:gd name="connsiteY19" fmla="*/ 15941 h 21212"/>
                <a:gd name="connsiteX20" fmla="*/ 15994 w 21212"/>
                <a:gd name="connsiteY20" fmla="*/ 15962 h 21212"/>
                <a:gd name="connsiteX21" fmla="*/ 15994 w 21212"/>
                <a:gd name="connsiteY21" fmla="*/ 15962 h 21212"/>
                <a:gd name="connsiteX22" fmla="*/ 16015 w 21212"/>
                <a:gd name="connsiteY22" fmla="*/ 15962 h 21212"/>
                <a:gd name="connsiteX23" fmla="*/ 16058 w 21212"/>
                <a:gd name="connsiteY23" fmla="*/ 15941 h 21212"/>
                <a:gd name="connsiteX24" fmla="*/ 16058 w 21212"/>
                <a:gd name="connsiteY24" fmla="*/ 15941 h 21212"/>
                <a:gd name="connsiteX25" fmla="*/ 15930 w 21212"/>
                <a:gd name="connsiteY25" fmla="*/ 15941 h 21212"/>
                <a:gd name="connsiteX26" fmla="*/ 15930 w 21212"/>
                <a:gd name="connsiteY26" fmla="*/ 15941 h 21212"/>
                <a:gd name="connsiteX27" fmla="*/ 15930 w 21212"/>
                <a:gd name="connsiteY27" fmla="*/ 15941 h 21212"/>
                <a:gd name="connsiteX28" fmla="*/ 15930 w 21212"/>
                <a:gd name="connsiteY28" fmla="*/ 15941 h 21212"/>
                <a:gd name="connsiteX29" fmla="*/ 15930 w 21212"/>
                <a:gd name="connsiteY29" fmla="*/ 15941 h 21212"/>
                <a:gd name="connsiteX30" fmla="*/ 16015 w 21212"/>
                <a:gd name="connsiteY30" fmla="*/ 15941 h 21212"/>
                <a:gd name="connsiteX31" fmla="*/ 16015 w 21212"/>
                <a:gd name="connsiteY31" fmla="*/ 15941 h 21212"/>
                <a:gd name="connsiteX32" fmla="*/ 15994 w 21212"/>
                <a:gd name="connsiteY32" fmla="*/ 15941 h 21212"/>
                <a:gd name="connsiteX33" fmla="*/ 15994 w 21212"/>
                <a:gd name="connsiteY33" fmla="*/ 15941 h 21212"/>
                <a:gd name="connsiteX34" fmla="*/ 15930 w 21212"/>
                <a:gd name="connsiteY34" fmla="*/ 1594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8" y="15941"/>
                  </a:moveTo>
                  <a:lnTo>
                    <a:pt x="16058" y="15941"/>
                  </a:lnTo>
                  <a:lnTo>
                    <a:pt x="16058" y="15941"/>
                  </a:lnTo>
                  <a:lnTo>
                    <a:pt x="16100" y="15941"/>
                  </a:lnTo>
                  <a:cubicBezTo>
                    <a:pt x="16100" y="15941"/>
                    <a:pt x="16100" y="15941"/>
                    <a:pt x="16058" y="15941"/>
                  </a:cubicBezTo>
                  <a:lnTo>
                    <a:pt x="16058" y="15941"/>
                  </a:lnTo>
                  <a:lnTo>
                    <a:pt x="16058" y="15941"/>
                  </a:lnTo>
                  <a:lnTo>
                    <a:pt x="16015" y="15962"/>
                  </a:lnTo>
                  <a:lnTo>
                    <a:pt x="15994" y="15962"/>
                  </a:lnTo>
                  <a:cubicBezTo>
                    <a:pt x="15930" y="15962"/>
                    <a:pt x="15930" y="15962"/>
                    <a:pt x="15930" y="15962"/>
                  </a:cubicBezTo>
                  <a:cubicBezTo>
                    <a:pt x="15930" y="15962"/>
                    <a:pt x="15909" y="15962"/>
                    <a:pt x="15909" y="15941"/>
                  </a:cubicBezTo>
                  <a:lnTo>
                    <a:pt x="15909" y="15941"/>
                  </a:lnTo>
                  <a:lnTo>
                    <a:pt x="15909" y="15941"/>
                  </a:lnTo>
                  <a:lnTo>
                    <a:pt x="15930" y="15941"/>
                  </a:lnTo>
                  <a:lnTo>
                    <a:pt x="15930" y="15941"/>
                  </a:lnTo>
                  <a:cubicBezTo>
                    <a:pt x="15994" y="15898"/>
                    <a:pt x="15994" y="15898"/>
                    <a:pt x="15994" y="15941"/>
                  </a:cubicBezTo>
                  <a:cubicBezTo>
                    <a:pt x="16015" y="15941"/>
                    <a:pt x="16015" y="15941"/>
                    <a:pt x="16015" y="15941"/>
                  </a:cubicBezTo>
                  <a:cubicBezTo>
                    <a:pt x="16058" y="15941"/>
                    <a:pt x="16058" y="15941"/>
                    <a:pt x="16058" y="15941"/>
                  </a:cubicBezTo>
                  <a:lnTo>
                    <a:pt x="16058" y="15941"/>
                  </a:lnTo>
                  <a:lnTo>
                    <a:pt x="16058" y="15941"/>
                  </a:lnTo>
                  <a:lnTo>
                    <a:pt x="15994" y="15962"/>
                  </a:lnTo>
                  <a:lnTo>
                    <a:pt x="15994" y="15962"/>
                  </a:lnTo>
                  <a:cubicBezTo>
                    <a:pt x="16015" y="15962"/>
                    <a:pt x="16015" y="15962"/>
                    <a:pt x="16015" y="15962"/>
                  </a:cubicBezTo>
                  <a:cubicBezTo>
                    <a:pt x="16015" y="15962"/>
                    <a:pt x="16015" y="15962"/>
                    <a:pt x="16058" y="15941"/>
                  </a:cubicBezTo>
                  <a:cubicBezTo>
                    <a:pt x="16058" y="15941"/>
                    <a:pt x="16058" y="15941"/>
                    <a:pt x="16058" y="15941"/>
                  </a:cubicBezTo>
                  <a:close/>
                  <a:moveTo>
                    <a:pt x="15930" y="15941"/>
                  </a:moveTo>
                  <a:lnTo>
                    <a:pt x="15930" y="15941"/>
                  </a:lnTo>
                  <a:lnTo>
                    <a:pt x="15930" y="15941"/>
                  </a:lnTo>
                  <a:lnTo>
                    <a:pt x="15930" y="15941"/>
                  </a:lnTo>
                  <a:lnTo>
                    <a:pt x="15930" y="15941"/>
                  </a:lnTo>
                  <a:lnTo>
                    <a:pt x="16015" y="15941"/>
                  </a:lnTo>
                  <a:lnTo>
                    <a:pt x="16015" y="15941"/>
                  </a:lnTo>
                  <a:lnTo>
                    <a:pt x="15994" y="15941"/>
                  </a:lnTo>
                  <a:lnTo>
                    <a:pt x="15994" y="15941"/>
                  </a:lnTo>
                  <a:lnTo>
                    <a:pt x="15930" y="1594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779D54C-5F5D-4169-AB89-B5573D24F6F7}"/>
                </a:ext>
              </a:extLst>
            </p:cNvPr>
            <p:cNvSpPr/>
            <p:nvPr/>
          </p:nvSpPr>
          <p:spPr>
            <a:xfrm>
              <a:off x="6413152" y="4739301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51 w 21212"/>
                <a:gd name="connsiteY1" fmla="*/ 15909 h 21212"/>
                <a:gd name="connsiteX2" fmla="*/ 15994 w 21212"/>
                <a:gd name="connsiteY2" fmla="*/ 15909 h 21212"/>
                <a:gd name="connsiteX3" fmla="*/ 15994 w 21212"/>
                <a:gd name="connsiteY3" fmla="*/ 15973 h 21212"/>
                <a:gd name="connsiteX4" fmla="*/ 15951 w 21212"/>
                <a:gd name="connsiteY4" fmla="*/ 15973 h 21212"/>
                <a:gd name="connsiteX5" fmla="*/ 15951 w 21212"/>
                <a:gd name="connsiteY5" fmla="*/ 16079 h 21212"/>
                <a:gd name="connsiteX6" fmla="*/ 15909 w 21212"/>
                <a:gd name="connsiteY6" fmla="*/ 16079 h 21212"/>
                <a:gd name="connsiteX7" fmla="*/ 15909 w 21212"/>
                <a:gd name="connsiteY7" fmla="*/ 16079 h 21212"/>
                <a:gd name="connsiteX8" fmla="*/ 15909 w 21212"/>
                <a:gd name="connsiteY8" fmla="*/ 16079 h 21212"/>
                <a:gd name="connsiteX9" fmla="*/ 15951 w 21212"/>
                <a:gd name="connsiteY9" fmla="*/ 16100 h 21212"/>
                <a:gd name="connsiteX10" fmla="*/ 15994 w 21212"/>
                <a:gd name="connsiteY10" fmla="*/ 16100 h 21212"/>
                <a:gd name="connsiteX11" fmla="*/ 15994 w 21212"/>
                <a:gd name="connsiteY11" fmla="*/ 16100 h 21212"/>
                <a:gd name="connsiteX12" fmla="*/ 16079 w 21212"/>
                <a:gd name="connsiteY12" fmla="*/ 16100 h 21212"/>
                <a:gd name="connsiteX13" fmla="*/ 16079 w 21212"/>
                <a:gd name="connsiteY13" fmla="*/ 16100 h 21212"/>
                <a:gd name="connsiteX14" fmla="*/ 16100 w 21212"/>
                <a:gd name="connsiteY14" fmla="*/ 16079 h 21212"/>
                <a:gd name="connsiteX15" fmla="*/ 16100 w 21212"/>
                <a:gd name="connsiteY15" fmla="*/ 16079 h 21212"/>
                <a:gd name="connsiteX16" fmla="*/ 16142 w 21212"/>
                <a:gd name="connsiteY16" fmla="*/ 16079 h 21212"/>
                <a:gd name="connsiteX17" fmla="*/ 16142 w 21212"/>
                <a:gd name="connsiteY17" fmla="*/ 16079 h 21212"/>
                <a:gd name="connsiteX18" fmla="*/ 16142 w 21212"/>
                <a:gd name="connsiteY18" fmla="*/ 16100 h 21212"/>
                <a:gd name="connsiteX19" fmla="*/ 16100 w 21212"/>
                <a:gd name="connsiteY19" fmla="*/ 16100 h 21212"/>
                <a:gd name="connsiteX20" fmla="*/ 16100 w 21212"/>
                <a:gd name="connsiteY20" fmla="*/ 16100 h 21212"/>
                <a:gd name="connsiteX21" fmla="*/ 16079 w 21212"/>
                <a:gd name="connsiteY21" fmla="*/ 16142 h 21212"/>
                <a:gd name="connsiteX22" fmla="*/ 15994 w 21212"/>
                <a:gd name="connsiteY22" fmla="*/ 16142 h 21212"/>
                <a:gd name="connsiteX23" fmla="*/ 15951 w 21212"/>
                <a:gd name="connsiteY23" fmla="*/ 16142 h 21212"/>
                <a:gd name="connsiteX24" fmla="*/ 15909 w 21212"/>
                <a:gd name="connsiteY24" fmla="*/ 16100 h 21212"/>
                <a:gd name="connsiteX25" fmla="*/ 15909 w 21212"/>
                <a:gd name="connsiteY25" fmla="*/ 16100 h 21212"/>
                <a:gd name="connsiteX26" fmla="*/ 15909 w 21212"/>
                <a:gd name="connsiteY26" fmla="*/ 16079 h 21212"/>
                <a:gd name="connsiteX27" fmla="*/ 15909 w 21212"/>
                <a:gd name="connsiteY27" fmla="*/ 16079 h 21212"/>
                <a:gd name="connsiteX28" fmla="*/ 15909 w 21212"/>
                <a:gd name="connsiteY28" fmla="*/ 16079 h 21212"/>
                <a:gd name="connsiteX29" fmla="*/ 15909 w 21212"/>
                <a:gd name="connsiteY29" fmla="*/ 16079 h 21212"/>
                <a:gd name="connsiteX30" fmla="*/ 15909 w 21212"/>
                <a:gd name="connsiteY30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51" y="15909"/>
                  </a:lnTo>
                  <a:cubicBezTo>
                    <a:pt x="15951" y="15909"/>
                    <a:pt x="15951" y="15909"/>
                    <a:pt x="15994" y="15909"/>
                  </a:cubicBezTo>
                  <a:lnTo>
                    <a:pt x="15994" y="15973"/>
                  </a:lnTo>
                  <a:cubicBezTo>
                    <a:pt x="15994" y="15973"/>
                    <a:pt x="15994" y="15973"/>
                    <a:pt x="15951" y="15973"/>
                  </a:cubicBezTo>
                  <a:cubicBezTo>
                    <a:pt x="15951" y="15973"/>
                    <a:pt x="15951" y="15973"/>
                    <a:pt x="15951" y="16079"/>
                  </a:cubicBezTo>
                  <a:cubicBezTo>
                    <a:pt x="15951" y="16079"/>
                    <a:pt x="15951" y="16079"/>
                    <a:pt x="15909" y="16079"/>
                  </a:cubicBezTo>
                  <a:lnTo>
                    <a:pt x="15909" y="16079"/>
                  </a:lnTo>
                  <a:lnTo>
                    <a:pt x="15909" y="16079"/>
                  </a:lnTo>
                  <a:cubicBezTo>
                    <a:pt x="15909" y="16100"/>
                    <a:pt x="15951" y="16100"/>
                    <a:pt x="15951" y="16100"/>
                  </a:cubicBezTo>
                  <a:cubicBezTo>
                    <a:pt x="15951" y="16100"/>
                    <a:pt x="15951" y="16100"/>
                    <a:pt x="15994" y="16100"/>
                  </a:cubicBezTo>
                  <a:lnTo>
                    <a:pt x="15994" y="16100"/>
                  </a:lnTo>
                  <a:cubicBezTo>
                    <a:pt x="16079" y="16100"/>
                    <a:pt x="16079" y="16100"/>
                    <a:pt x="16079" y="16100"/>
                  </a:cubicBezTo>
                  <a:lnTo>
                    <a:pt x="16079" y="16100"/>
                  </a:lnTo>
                  <a:cubicBezTo>
                    <a:pt x="16100" y="16079"/>
                    <a:pt x="16100" y="16079"/>
                    <a:pt x="16100" y="16079"/>
                  </a:cubicBezTo>
                  <a:lnTo>
                    <a:pt x="16100" y="16079"/>
                  </a:lnTo>
                  <a:lnTo>
                    <a:pt x="16142" y="16079"/>
                  </a:lnTo>
                  <a:lnTo>
                    <a:pt x="16142" y="16079"/>
                  </a:lnTo>
                  <a:cubicBezTo>
                    <a:pt x="16142" y="16079"/>
                    <a:pt x="16142" y="16079"/>
                    <a:pt x="16142" y="16100"/>
                  </a:cubicBezTo>
                  <a:cubicBezTo>
                    <a:pt x="16142" y="16100"/>
                    <a:pt x="16142" y="16100"/>
                    <a:pt x="16100" y="16100"/>
                  </a:cubicBezTo>
                  <a:lnTo>
                    <a:pt x="16100" y="16100"/>
                  </a:lnTo>
                  <a:cubicBezTo>
                    <a:pt x="16100" y="16100"/>
                    <a:pt x="16079" y="16100"/>
                    <a:pt x="16079" y="16142"/>
                  </a:cubicBezTo>
                  <a:cubicBezTo>
                    <a:pt x="16079" y="16142"/>
                    <a:pt x="16079" y="16142"/>
                    <a:pt x="15994" y="16142"/>
                  </a:cubicBezTo>
                  <a:cubicBezTo>
                    <a:pt x="15994" y="16142"/>
                    <a:pt x="15994" y="16142"/>
                    <a:pt x="15951" y="16142"/>
                  </a:cubicBezTo>
                  <a:cubicBezTo>
                    <a:pt x="15951" y="16142"/>
                    <a:pt x="15951" y="16100"/>
                    <a:pt x="15909" y="16100"/>
                  </a:cubicBezTo>
                  <a:lnTo>
                    <a:pt x="15909" y="16100"/>
                  </a:lnTo>
                  <a:cubicBezTo>
                    <a:pt x="15909" y="16100"/>
                    <a:pt x="15909" y="16100"/>
                    <a:pt x="15909" y="16079"/>
                  </a:cubicBezTo>
                  <a:lnTo>
                    <a:pt x="15909" y="16079"/>
                  </a:lnTo>
                  <a:lnTo>
                    <a:pt x="15909" y="16079"/>
                  </a:lnTo>
                  <a:lnTo>
                    <a:pt x="15909" y="16079"/>
                  </a:lnTo>
                  <a:lnTo>
                    <a:pt x="1590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4827E207-B70F-432A-8E7D-07BDCD8EC592}"/>
                </a:ext>
              </a:extLst>
            </p:cNvPr>
            <p:cNvSpPr/>
            <p:nvPr/>
          </p:nvSpPr>
          <p:spPr>
            <a:xfrm>
              <a:off x="6413276" y="4739269"/>
              <a:ext cx="31327" cy="31327"/>
            </a:xfrm>
            <a:custGeom>
              <a:avLst/>
              <a:gdLst>
                <a:gd name="connsiteX0" fmla="*/ 16185 w 21212"/>
                <a:gd name="connsiteY0" fmla="*/ 15930 h 21212"/>
                <a:gd name="connsiteX1" fmla="*/ 16185 w 21212"/>
                <a:gd name="connsiteY1" fmla="*/ 15930 h 21212"/>
                <a:gd name="connsiteX2" fmla="*/ 16185 w 21212"/>
                <a:gd name="connsiteY2" fmla="*/ 15930 h 21212"/>
                <a:gd name="connsiteX3" fmla="*/ 16142 w 21212"/>
                <a:gd name="connsiteY3" fmla="*/ 15994 h 21212"/>
                <a:gd name="connsiteX4" fmla="*/ 16121 w 21212"/>
                <a:gd name="connsiteY4" fmla="*/ 15994 h 21212"/>
                <a:gd name="connsiteX5" fmla="*/ 16121 w 21212"/>
                <a:gd name="connsiteY5" fmla="*/ 15994 h 21212"/>
                <a:gd name="connsiteX6" fmla="*/ 16121 w 21212"/>
                <a:gd name="connsiteY6" fmla="*/ 15994 h 21212"/>
                <a:gd name="connsiteX7" fmla="*/ 15994 w 21212"/>
                <a:gd name="connsiteY7" fmla="*/ 15930 h 21212"/>
                <a:gd name="connsiteX8" fmla="*/ 15909 w 21212"/>
                <a:gd name="connsiteY8" fmla="*/ 15930 h 21212"/>
                <a:gd name="connsiteX9" fmla="*/ 15909 w 21212"/>
                <a:gd name="connsiteY9" fmla="*/ 15930 h 21212"/>
                <a:gd name="connsiteX10" fmla="*/ 15994 w 21212"/>
                <a:gd name="connsiteY10" fmla="*/ 15930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94 w 21212"/>
                <a:gd name="connsiteY13" fmla="*/ 15909 h 21212"/>
                <a:gd name="connsiteX14" fmla="*/ 16058 w 21212"/>
                <a:gd name="connsiteY14" fmla="*/ 15909 h 21212"/>
                <a:gd name="connsiteX15" fmla="*/ 16058 w 21212"/>
                <a:gd name="connsiteY15" fmla="*/ 15909 h 21212"/>
                <a:gd name="connsiteX16" fmla="*/ 16015 w 21212"/>
                <a:gd name="connsiteY16" fmla="*/ 15909 h 21212"/>
                <a:gd name="connsiteX17" fmla="*/ 16121 w 21212"/>
                <a:gd name="connsiteY17" fmla="*/ 15930 h 21212"/>
                <a:gd name="connsiteX18" fmla="*/ 16121 w 21212"/>
                <a:gd name="connsiteY18" fmla="*/ 15930 h 21212"/>
                <a:gd name="connsiteX19" fmla="*/ 16142 w 21212"/>
                <a:gd name="connsiteY19" fmla="*/ 15930 h 21212"/>
                <a:gd name="connsiteX20" fmla="*/ 16142 w 21212"/>
                <a:gd name="connsiteY20" fmla="*/ 15930 h 21212"/>
                <a:gd name="connsiteX21" fmla="*/ 16142 w 21212"/>
                <a:gd name="connsiteY21" fmla="*/ 15930 h 21212"/>
                <a:gd name="connsiteX22" fmla="*/ 16185 w 21212"/>
                <a:gd name="connsiteY22" fmla="*/ 15930 h 21212"/>
                <a:gd name="connsiteX23" fmla="*/ 16185 w 21212"/>
                <a:gd name="connsiteY23" fmla="*/ 15930 h 21212"/>
                <a:gd name="connsiteX24" fmla="*/ 16185 w 21212"/>
                <a:gd name="connsiteY2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5930"/>
                  </a:moveTo>
                  <a:lnTo>
                    <a:pt x="16185" y="15930"/>
                  </a:lnTo>
                  <a:lnTo>
                    <a:pt x="16185" y="15930"/>
                  </a:lnTo>
                  <a:cubicBezTo>
                    <a:pt x="16185" y="15994"/>
                    <a:pt x="16142" y="15994"/>
                    <a:pt x="16142" y="15994"/>
                  </a:cubicBezTo>
                  <a:cubicBezTo>
                    <a:pt x="16142" y="15994"/>
                    <a:pt x="16142" y="15994"/>
                    <a:pt x="16121" y="15994"/>
                  </a:cubicBezTo>
                  <a:cubicBezTo>
                    <a:pt x="16121" y="16100"/>
                    <a:pt x="16121" y="15994"/>
                    <a:pt x="16121" y="15994"/>
                  </a:cubicBezTo>
                  <a:lnTo>
                    <a:pt x="16121" y="15994"/>
                  </a:lnTo>
                  <a:lnTo>
                    <a:pt x="15994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94" y="15930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94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15" y="15909"/>
                  </a:lnTo>
                  <a:lnTo>
                    <a:pt x="16121" y="15930"/>
                  </a:lnTo>
                  <a:lnTo>
                    <a:pt x="16121" y="15930"/>
                  </a:lnTo>
                  <a:cubicBezTo>
                    <a:pt x="16121" y="15930"/>
                    <a:pt x="16121" y="15930"/>
                    <a:pt x="16142" y="15930"/>
                  </a:cubicBezTo>
                  <a:lnTo>
                    <a:pt x="16142" y="15930"/>
                  </a:lnTo>
                  <a:lnTo>
                    <a:pt x="16142" y="15930"/>
                  </a:lnTo>
                  <a:cubicBezTo>
                    <a:pt x="16185" y="15930"/>
                    <a:pt x="16185" y="15930"/>
                    <a:pt x="16185" y="15930"/>
                  </a:cubicBezTo>
                  <a:lnTo>
                    <a:pt x="16185" y="15930"/>
                  </a:lnTo>
                  <a:lnTo>
                    <a:pt x="16185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535D8499-4E22-4460-888A-EA521BE6BD40}"/>
                </a:ext>
              </a:extLst>
            </p:cNvPr>
            <p:cNvSpPr/>
            <p:nvPr/>
          </p:nvSpPr>
          <p:spPr>
            <a:xfrm>
              <a:off x="6413496" y="4739143"/>
              <a:ext cx="31327" cy="31327"/>
            </a:xfrm>
            <a:custGeom>
              <a:avLst/>
              <a:gdLst>
                <a:gd name="connsiteX0" fmla="*/ 16142 w 21212"/>
                <a:gd name="connsiteY0" fmla="*/ 15994 h 21212"/>
                <a:gd name="connsiteX1" fmla="*/ 16142 w 21212"/>
                <a:gd name="connsiteY1" fmla="*/ 15994 h 21212"/>
                <a:gd name="connsiteX2" fmla="*/ 16142 w 21212"/>
                <a:gd name="connsiteY2" fmla="*/ 15994 h 21212"/>
                <a:gd name="connsiteX3" fmla="*/ 16036 w 21212"/>
                <a:gd name="connsiteY3" fmla="*/ 15994 h 21212"/>
                <a:gd name="connsiteX4" fmla="*/ 16036 w 21212"/>
                <a:gd name="connsiteY4" fmla="*/ 15994 h 21212"/>
                <a:gd name="connsiteX5" fmla="*/ 16036 w 21212"/>
                <a:gd name="connsiteY5" fmla="*/ 15994 h 21212"/>
                <a:gd name="connsiteX6" fmla="*/ 16036 w 21212"/>
                <a:gd name="connsiteY6" fmla="*/ 15994 h 21212"/>
                <a:gd name="connsiteX7" fmla="*/ 15909 w 21212"/>
                <a:gd name="connsiteY7" fmla="*/ 15994 h 21212"/>
                <a:gd name="connsiteX8" fmla="*/ 15973 w 21212"/>
                <a:gd name="connsiteY8" fmla="*/ 15994 h 21212"/>
                <a:gd name="connsiteX9" fmla="*/ 16036 w 21212"/>
                <a:gd name="connsiteY9" fmla="*/ 15994 h 21212"/>
                <a:gd name="connsiteX10" fmla="*/ 16036 w 21212"/>
                <a:gd name="connsiteY10" fmla="*/ 15994 h 21212"/>
                <a:gd name="connsiteX11" fmla="*/ 16142 w 21212"/>
                <a:gd name="connsiteY11" fmla="*/ 15994 h 21212"/>
                <a:gd name="connsiteX12" fmla="*/ 16142 w 21212"/>
                <a:gd name="connsiteY12" fmla="*/ 15994 h 21212"/>
                <a:gd name="connsiteX13" fmla="*/ 16142 w 21212"/>
                <a:gd name="connsiteY13" fmla="*/ 15994 h 21212"/>
                <a:gd name="connsiteX14" fmla="*/ 16142 w 21212"/>
                <a:gd name="connsiteY14" fmla="*/ 15994 h 21212"/>
                <a:gd name="connsiteX15" fmla="*/ 16142 w 21212"/>
                <a:gd name="connsiteY15" fmla="*/ 15909 h 21212"/>
                <a:gd name="connsiteX16" fmla="*/ 16036 w 21212"/>
                <a:gd name="connsiteY16" fmla="*/ 15909 h 21212"/>
                <a:gd name="connsiteX17" fmla="*/ 16036 w 21212"/>
                <a:gd name="connsiteY17" fmla="*/ 15909 h 21212"/>
                <a:gd name="connsiteX18" fmla="*/ 16142 w 21212"/>
                <a:gd name="connsiteY18" fmla="*/ 15909 h 21212"/>
                <a:gd name="connsiteX19" fmla="*/ 16206 w 21212"/>
                <a:gd name="connsiteY19" fmla="*/ 15909 h 21212"/>
                <a:gd name="connsiteX20" fmla="*/ 16206 w 21212"/>
                <a:gd name="connsiteY20" fmla="*/ 15909 h 21212"/>
                <a:gd name="connsiteX21" fmla="*/ 16206 w 21212"/>
                <a:gd name="connsiteY21" fmla="*/ 15994 h 21212"/>
                <a:gd name="connsiteX22" fmla="*/ 16206 w 21212"/>
                <a:gd name="connsiteY22" fmla="*/ 15994 h 21212"/>
                <a:gd name="connsiteX23" fmla="*/ 16206 w 21212"/>
                <a:gd name="connsiteY23" fmla="*/ 15994 h 21212"/>
                <a:gd name="connsiteX24" fmla="*/ 16142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94"/>
                  </a:moveTo>
                  <a:lnTo>
                    <a:pt x="16142" y="15994"/>
                  </a:lnTo>
                  <a:cubicBezTo>
                    <a:pt x="16121" y="15994"/>
                    <a:pt x="16121" y="15994"/>
                    <a:pt x="16142" y="15994"/>
                  </a:cubicBez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5909" y="15994"/>
                  </a:lnTo>
                  <a:lnTo>
                    <a:pt x="15973" y="15994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6036" y="15994"/>
                    <a:pt x="16036" y="15994"/>
                    <a:pt x="16142" y="15994"/>
                  </a:cubicBezTo>
                  <a:cubicBezTo>
                    <a:pt x="16121" y="15994"/>
                    <a:pt x="16121" y="15994"/>
                    <a:pt x="16142" y="15994"/>
                  </a:cubicBez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142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206" y="15909"/>
                  </a:cubicBezTo>
                  <a:lnTo>
                    <a:pt x="16206" y="15909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206" y="15994"/>
                  </a:lnTo>
                  <a:cubicBezTo>
                    <a:pt x="16142" y="15994"/>
                    <a:pt x="16142" y="15994"/>
                    <a:pt x="16142" y="1599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77E55328-DB13-40C2-9DCB-8B485A778E1D}"/>
                </a:ext>
              </a:extLst>
            </p:cNvPr>
            <p:cNvSpPr/>
            <p:nvPr/>
          </p:nvSpPr>
          <p:spPr>
            <a:xfrm>
              <a:off x="6413809" y="4738987"/>
              <a:ext cx="31327" cy="31327"/>
            </a:xfrm>
            <a:custGeom>
              <a:avLst/>
              <a:gdLst>
                <a:gd name="connsiteX0" fmla="*/ 15973 w 21212"/>
                <a:gd name="connsiteY0" fmla="*/ 15930 h 21212"/>
                <a:gd name="connsiteX1" fmla="*/ 15973 w 21212"/>
                <a:gd name="connsiteY1" fmla="*/ 16015 h 21212"/>
                <a:gd name="connsiteX2" fmla="*/ 15973 w 21212"/>
                <a:gd name="connsiteY2" fmla="*/ 15930 h 21212"/>
                <a:gd name="connsiteX3" fmla="*/ 15973 w 21212"/>
                <a:gd name="connsiteY3" fmla="*/ 15930 h 21212"/>
                <a:gd name="connsiteX4" fmla="*/ 16058 w 21212"/>
                <a:gd name="connsiteY4" fmla="*/ 15930 h 21212"/>
                <a:gd name="connsiteX5" fmla="*/ 16058 w 21212"/>
                <a:gd name="connsiteY5" fmla="*/ 15930 h 21212"/>
                <a:gd name="connsiteX6" fmla="*/ 16079 w 21212"/>
                <a:gd name="connsiteY6" fmla="*/ 15930 h 21212"/>
                <a:gd name="connsiteX7" fmla="*/ 16121 w 21212"/>
                <a:gd name="connsiteY7" fmla="*/ 15930 h 21212"/>
                <a:gd name="connsiteX8" fmla="*/ 16121 w 21212"/>
                <a:gd name="connsiteY8" fmla="*/ 15930 h 21212"/>
                <a:gd name="connsiteX9" fmla="*/ 16142 w 21212"/>
                <a:gd name="connsiteY9" fmla="*/ 15930 h 21212"/>
                <a:gd name="connsiteX10" fmla="*/ 16142 w 21212"/>
                <a:gd name="connsiteY10" fmla="*/ 16015 h 21212"/>
                <a:gd name="connsiteX11" fmla="*/ 16121 w 21212"/>
                <a:gd name="connsiteY11" fmla="*/ 16015 h 21212"/>
                <a:gd name="connsiteX12" fmla="*/ 16121 w 21212"/>
                <a:gd name="connsiteY12" fmla="*/ 16015 h 21212"/>
                <a:gd name="connsiteX13" fmla="*/ 16079 w 21212"/>
                <a:gd name="connsiteY13" fmla="*/ 16015 h 21212"/>
                <a:gd name="connsiteX14" fmla="*/ 16079 w 21212"/>
                <a:gd name="connsiteY14" fmla="*/ 16015 h 21212"/>
                <a:gd name="connsiteX15" fmla="*/ 16079 w 21212"/>
                <a:gd name="connsiteY15" fmla="*/ 16015 h 21212"/>
                <a:gd name="connsiteX16" fmla="*/ 16058 w 21212"/>
                <a:gd name="connsiteY16" fmla="*/ 16015 h 21212"/>
                <a:gd name="connsiteX17" fmla="*/ 16058 w 21212"/>
                <a:gd name="connsiteY17" fmla="*/ 16015 h 21212"/>
                <a:gd name="connsiteX18" fmla="*/ 16079 w 21212"/>
                <a:gd name="connsiteY18" fmla="*/ 16015 h 21212"/>
                <a:gd name="connsiteX19" fmla="*/ 16079 w 21212"/>
                <a:gd name="connsiteY19" fmla="*/ 16015 h 21212"/>
                <a:gd name="connsiteX20" fmla="*/ 16121 w 21212"/>
                <a:gd name="connsiteY20" fmla="*/ 16015 h 21212"/>
                <a:gd name="connsiteX21" fmla="*/ 16121 w 21212"/>
                <a:gd name="connsiteY21" fmla="*/ 16015 h 21212"/>
                <a:gd name="connsiteX22" fmla="*/ 16121 w 21212"/>
                <a:gd name="connsiteY22" fmla="*/ 16015 h 21212"/>
                <a:gd name="connsiteX23" fmla="*/ 16121 w 21212"/>
                <a:gd name="connsiteY23" fmla="*/ 15930 h 21212"/>
                <a:gd name="connsiteX24" fmla="*/ 16079 w 21212"/>
                <a:gd name="connsiteY24" fmla="*/ 15930 h 21212"/>
                <a:gd name="connsiteX25" fmla="*/ 16079 w 21212"/>
                <a:gd name="connsiteY25" fmla="*/ 15930 h 21212"/>
                <a:gd name="connsiteX26" fmla="*/ 16079 w 21212"/>
                <a:gd name="connsiteY26" fmla="*/ 15930 h 21212"/>
                <a:gd name="connsiteX27" fmla="*/ 16058 w 21212"/>
                <a:gd name="connsiteY27" fmla="*/ 16015 h 21212"/>
                <a:gd name="connsiteX28" fmla="*/ 16058 w 21212"/>
                <a:gd name="connsiteY28" fmla="*/ 16015 h 21212"/>
                <a:gd name="connsiteX29" fmla="*/ 15973 w 21212"/>
                <a:gd name="connsiteY29" fmla="*/ 16015 h 21212"/>
                <a:gd name="connsiteX30" fmla="*/ 15973 w 21212"/>
                <a:gd name="connsiteY30" fmla="*/ 16015 h 21212"/>
                <a:gd name="connsiteX31" fmla="*/ 15909 w 21212"/>
                <a:gd name="connsiteY31" fmla="*/ 16015 h 21212"/>
                <a:gd name="connsiteX32" fmla="*/ 15909 w 21212"/>
                <a:gd name="connsiteY32" fmla="*/ 16015 h 21212"/>
                <a:gd name="connsiteX33" fmla="*/ 15909 w 21212"/>
                <a:gd name="connsiteY33" fmla="*/ 15930 h 21212"/>
                <a:gd name="connsiteX34" fmla="*/ 15909 w 21212"/>
                <a:gd name="connsiteY34" fmla="*/ 15930 h 21212"/>
                <a:gd name="connsiteX35" fmla="*/ 15909 w 21212"/>
                <a:gd name="connsiteY35" fmla="*/ 15930 h 21212"/>
                <a:gd name="connsiteX36" fmla="*/ 15973 w 21212"/>
                <a:gd name="connsiteY36" fmla="*/ 15930 h 21212"/>
                <a:gd name="connsiteX37" fmla="*/ 16058 w 21212"/>
                <a:gd name="connsiteY37" fmla="*/ 15909 h 21212"/>
                <a:gd name="connsiteX38" fmla="*/ 16058 w 21212"/>
                <a:gd name="connsiteY38" fmla="*/ 15909 h 21212"/>
                <a:gd name="connsiteX39" fmla="*/ 15973 w 21212"/>
                <a:gd name="connsiteY39" fmla="*/ 15930 h 21212"/>
                <a:gd name="connsiteX40" fmla="*/ 15973 w 21212"/>
                <a:gd name="connsiteY40" fmla="*/ 15930 h 21212"/>
                <a:gd name="connsiteX41" fmla="*/ 15973 w 21212"/>
                <a:gd name="connsiteY41" fmla="*/ 15930 h 21212"/>
                <a:gd name="connsiteX42" fmla="*/ 15973 w 21212"/>
                <a:gd name="connsiteY42" fmla="*/ 15930 h 21212"/>
                <a:gd name="connsiteX43" fmla="*/ 15973 w 21212"/>
                <a:gd name="connsiteY43" fmla="*/ 15930 h 21212"/>
                <a:gd name="connsiteX44" fmla="*/ 15973 w 21212"/>
                <a:gd name="connsiteY4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30"/>
                  </a:moveTo>
                  <a:cubicBezTo>
                    <a:pt x="15973" y="16015"/>
                    <a:pt x="15973" y="16015"/>
                    <a:pt x="15973" y="16015"/>
                  </a:cubicBezTo>
                  <a:lnTo>
                    <a:pt x="15973" y="15930"/>
                  </a:lnTo>
                  <a:lnTo>
                    <a:pt x="15973" y="15930"/>
                  </a:lnTo>
                  <a:cubicBezTo>
                    <a:pt x="16058" y="15930"/>
                    <a:pt x="16058" y="15930"/>
                    <a:pt x="16058" y="15930"/>
                  </a:cubicBezTo>
                  <a:lnTo>
                    <a:pt x="16058" y="15930"/>
                  </a:lnTo>
                  <a:cubicBezTo>
                    <a:pt x="16079" y="15930"/>
                    <a:pt x="16079" y="15930"/>
                    <a:pt x="16079" y="15930"/>
                  </a:cubicBezTo>
                  <a:lnTo>
                    <a:pt x="16121" y="15930"/>
                  </a:lnTo>
                  <a:lnTo>
                    <a:pt x="16121" y="15930"/>
                  </a:lnTo>
                  <a:lnTo>
                    <a:pt x="16142" y="15930"/>
                  </a:lnTo>
                  <a:lnTo>
                    <a:pt x="16142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079" y="16015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058" y="16015"/>
                    <a:pt x="16058" y="16015"/>
                    <a:pt x="16079" y="16015"/>
                  </a:cubicBezTo>
                  <a:lnTo>
                    <a:pt x="16079" y="16015"/>
                  </a:lnTo>
                  <a:cubicBezTo>
                    <a:pt x="16079" y="16015"/>
                    <a:pt x="16079" y="16015"/>
                    <a:pt x="16121" y="16015"/>
                  </a:cubicBez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121" y="15930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5973" y="16015"/>
                    <a:pt x="15973" y="16015"/>
                    <a:pt x="15973" y="16015"/>
                  </a:cubicBezTo>
                  <a:lnTo>
                    <a:pt x="15973" y="16015"/>
                  </a:lnTo>
                  <a:cubicBezTo>
                    <a:pt x="15909" y="16015"/>
                    <a:pt x="15909" y="16015"/>
                    <a:pt x="15909" y="16015"/>
                  </a:cubicBezTo>
                  <a:lnTo>
                    <a:pt x="15909" y="16015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cubicBezTo>
                    <a:pt x="15973" y="15909"/>
                    <a:pt x="15973" y="15909"/>
                    <a:pt x="15973" y="15930"/>
                  </a:cubicBezTo>
                  <a:cubicBezTo>
                    <a:pt x="15973" y="15909"/>
                    <a:pt x="15973" y="15909"/>
                    <a:pt x="16058" y="15909"/>
                  </a:cubicBezTo>
                  <a:lnTo>
                    <a:pt x="16058" y="15909"/>
                  </a:lnTo>
                  <a:cubicBezTo>
                    <a:pt x="16058" y="15909"/>
                    <a:pt x="16058" y="15909"/>
                    <a:pt x="15973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5D43A68-126A-47AB-BFDD-60E81FBC215B}"/>
                </a:ext>
              </a:extLst>
            </p:cNvPr>
            <p:cNvSpPr/>
            <p:nvPr/>
          </p:nvSpPr>
          <p:spPr>
            <a:xfrm>
              <a:off x="6414122" y="4738674"/>
              <a:ext cx="31327" cy="31327"/>
            </a:xfrm>
            <a:custGeom>
              <a:avLst/>
              <a:gdLst>
                <a:gd name="connsiteX0" fmla="*/ 16142 w 21212"/>
                <a:gd name="connsiteY0" fmla="*/ 16079 h 21212"/>
                <a:gd name="connsiteX1" fmla="*/ 16079 w 21212"/>
                <a:gd name="connsiteY1" fmla="*/ 16036 h 21212"/>
                <a:gd name="connsiteX2" fmla="*/ 16036 w 21212"/>
                <a:gd name="connsiteY2" fmla="*/ 15909 h 21212"/>
                <a:gd name="connsiteX3" fmla="*/ 16079 w 21212"/>
                <a:gd name="connsiteY3" fmla="*/ 15909 h 21212"/>
                <a:gd name="connsiteX4" fmla="*/ 16142 w 21212"/>
                <a:gd name="connsiteY4" fmla="*/ 16079 h 21212"/>
                <a:gd name="connsiteX5" fmla="*/ 16142 w 21212"/>
                <a:gd name="connsiteY5" fmla="*/ 16079 h 21212"/>
                <a:gd name="connsiteX6" fmla="*/ 15909 w 21212"/>
                <a:gd name="connsiteY6" fmla="*/ 16036 h 21212"/>
                <a:gd name="connsiteX7" fmla="*/ 15930 w 21212"/>
                <a:gd name="connsiteY7" fmla="*/ 16036 h 21212"/>
                <a:gd name="connsiteX8" fmla="*/ 16079 w 21212"/>
                <a:gd name="connsiteY8" fmla="*/ 16036 h 21212"/>
                <a:gd name="connsiteX9" fmla="*/ 16142 w 21212"/>
                <a:gd name="connsiteY9" fmla="*/ 16079 h 21212"/>
                <a:gd name="connsiteX10" fmla="*/ 16142 w 21212"/>
                <a:gd name="connsiteY10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42" y="16079"/>
                  </a:moveTo>
                  <a:cubicBezTo>
                    <a:pt x="16142" y="16036"/>
                    <a:pt x="16079" y="16036"/>
                    <a:pt x="16079" y="16036"/>
                  </a:cubicBezTo>
                  <a:lnTo>
                    <a:pt x="16036" y="15909"/>
                  </a:lnTo>
                  <a:lnTo>
                    <a:pt x="16079" y="15909"/>
                  </a:lnTo>
                  <a:lnTo>
                    <a:pt x="16142" y="16079"/>
                  </a:lnTo>
                  <a:lnTo>
                    <a:pt x="16142" y="16079"/>
                  </a:lnTo>
                  <a:lnTo>
                    <a:pt x="15909" y="16036"/>
                  </a:lnTo>
                  <a:lnTo>
                    <a:pt x="15930" y="16036"/>
                  </a:lnTo>
                  <a:lnTo>
                    <a:pt x="16079" y="16036"/>
                  </a:lnTo>
                  <a:lnTo>
                    <a:pt x="16142" y="16079"/>
                  </a:lnTo>
                  <a:lnTo>
                    <a:pt x="16142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F4BC586F-A1AC-47CE-BF26-1C259C6B8AC4}"/>
                </a:ext>
              </a:extLst>
            </p:cNvPr>
            <p:cNvSpPr/>
            <p:nvPr/>
          </p:nvSpPr>
          <p:spPr>
            <a:xfrm>
              <a:off x="6414466" y="4738581"/>
              <a:ext cx="31327" cy="31327"/>
            </a:xfrm>
            <a:custGeom>
              <a:avLst/>
              <a:gdLst>
                <a:gd name="connsiteX0" fmla="*/ 16079 w 21212"/>
                <a:gd name="connsiteY0" fmla="*/ 15994 h 21212"/>
                <a:gd name="connsiteX1" fmla="*/ 16079 w 21212"/>
                <a:gd name="connsiteY1" fmla="*/ 15994 h 21212"/>
                <a:gd name="connsiteX2" fmla="*/ 16079 w 21212"/>
                <a:gd name="connsiteY2" fmla="*/ 15994 h 21212"/>
                <a:gd name="connsiteX3" fmla="*/ 16079 w 21212"/>
                <a:gd name="connsiteY3" fmla="*/ 15994 h 21212"/>
                <a:gd name="connsiteX4" fmla="*/ 16079 w 21212"/>
                <a:gd name="connsiteY4" fmla="*/ 15994 h 21212"/>
                <a:gd name="connsiteX5" fmla="*/ 16079 w 21212"/>
                <a:gd name="connsiteY5" fmla="*/ 16057 h 21212"/>
                <a:gd name="connsiteX6" fmla="*/ 16079 w 21212"/>
                <a:gd name="connsiteY6" fmla="*/ 16057 h 21212"/>
                <a:gd name="connsiteX7" fmla="*/ 16057 w 21212"/>
                <a:gd name="connsiteY7" fmla="*/ 16057 h 21212"/>
                <a:gd name="connsiteX8" fmla="*/ 15973 w 21212"/>
                <a:gd name="connsiteY8" fmla="*/ 16057 h 21212"/>
                <a:gd name="connsiteX9" fmla="*/ 15973 w 21212"/>
                <a:gd name="connsiteY9" fmla="*/ 16057 h 21212"/>
                <a:gd name="connsiteX10" fmla="*/ 15973 w 21212"/>
                <a:gd name="connsiteY10" fmla="*/ 16057 h 21212"/>
                <a:gd name="connsiteX11" fmla="*/ 15930 w 21212"/>
                <a:gd name="connsiteY11" fmla="*/ 15994 h 21212"/>
                <a:gd name="connsiteX12" fmla="*/ 15973 w 21212"/>
                <a:gd name="connsiteY12" fmla="*/ 15994 h 21212"/>
                <a:gd name="connsiteX13" fmla="*/ 15973 w 21212"/>
                <a:gd name="connsiteY13" fmla="*/ 15994 h 21212"/>
                <a:gd name="connsiteX14" fmla="*/ 16057 w 21212"/>
                <a:gd name="connsiteY14" fmla="*/ 15951 h 21212"/>
                <a:gd name="connsiteX15" fmla="*/ 16079 w 21212"/>
                <a:gd name="connsiteY15" fmla="*/ 15951 h 21212"/>
                <a:gd name="connsiteX16" fmla="*/ 16079 w 21212"/>
                <a:gd name="connsiteY16" fmla="*/ 15951 h 21212"/>
                <a:gd name="connsiteX17" fmla="*/ 16057 w 21212"/>
                <a:gd name="connsiteY17" fmla="*/ 15951 h 21212"/>
                <a:gd name="connsiteX18" fmla="*/ 16057 w 21212"/>
                <a:gd name="connsiteY18" fmla="*/ 15951 h 21212"/>
                <a:gd name="connsiteX19" fmla="*/ 16057 w 21212"/>
                <a:gd name="connsiteY19" fmla="*/ 15951 h 21212"/>
                <a:gd name="connsiteX20" fmla="*/ 15973 w 21212"/>
                <a:gd name="connsiteY20" fmla="*/ 15951 h 21212"/>
                <a:gd name="connsiteX21" fmla="*/ 15930 w 21212"/>
                <a:gd name="connsiteY21" fmla="*/ 15951 h 21212"/>
                <a:gd name="connsiteX22" fmla="*/ 15930 w 21212"/>
                <a:gd name="connsiteY22" fmla="*/ 15951 h 21212"/>
                <a:gd name="connsiteX23" fmla="*/ 15909 w 21212"/>
                <a:gd name="connsiteY23" fmla="*/ 15994 h 21212"/>
                <a:gd name="connsiteX24" fmla="*/ 15909 w 21212"/>
                <a:gd name="connsiteY24" fmla="*/ 15994 h 21212"/>
                <a:gd name="connsiteX25" fmla="*/ 15909 w 21212"/>
                <a:gd name="connsiteY25" fmla="*/ 15951 h 21212"/>
                <a:gd name="connsiteX26" fmla="*/ 15909 w 21212"/>
                <a:gd name="connsiteY26" fmla="*/ 15951 h 21212"/>
                <a:gd name="connsiteX27" fmla="*/ 15930 w 21212"/>
                <a:gd name="connsiteY27" fmla="*/ 15951 h 21212"/>
                <a:gd name="connsiteX28" fmla="*/ 15930 w 21212"/>
                <a:gd name="connsiteY28" fmla="*/ 15951 h 21212"/>
                <a:gd name="connsiteX29" fmla="*/ 15973 w 21212"/>
                <a:gd name="connsiteY29" fmla="*/ 15909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6079 w 21212"/>
                <a:gd name="connsiteY32" fmla="*/ 15909 h 21212"/>
                <a:gd name="connsiteX33" fmla="*/ 16142 w 21212"/>
                <a:gd name="connsiteY33" fmla="*/ 15994 h 21212"/>
                <a:gd name="connsiteX34" fmla="*/ 16142 w 21212"/>
                <a:gd name="connsiteY34" fmla="*/ 15994 h 21212"/>
                <a:gd name="connsiteX35" fmla="*/ 16079 w 21212"/>
                <a:gd name="connsiteY35" fmla="*/ 15994 h 21212"/>
                <a:gd name="connsiteX36" fmla="*/ 16079 w 21212"/>
                <a:gd name="connsiteY36" fmla="*/ 15951 h 21212"/>
                <a:gd name="connsiteX37" fmla="*/ 16079 w 21212"/>
                <a:gd name="connsiteY37" fmla="*/ 15951 h 21212"/>
                <a:gd name="connsiteX38" fmla="*/ 16057 w 21212"/>
                <a:gd name="connsiteY38" fmla="*/ 15994 h 21212"/>
                <a:gd name="connsiteX39" fmla="*/ 15973 w 21212"/>
                <a:gd name="connsiteY39" fmla="*/ 15994 h 21212"/>
                <a:gd name="connsiteX40" fmla="*/ 16057 w 21212"/>
                <a:gd name="connsiteY40" fmla="*/ 15994 h 21212"/>
                <a:gd name="connsiteX41" fmla="*/ 16057 w 21212"/>
                <a:gd name="connsiteY41" fmla="*/ 16057 h 21212"/>
                <a:gd name="connsiteX42" fmla="*/ 16057 w 21212"/>
                <a:gd name="connsiteY42" fmla="*/ 15994 h 21212"/>
                <a:gd name="connsiteX43" fmla="*/ 16079 w 21212"/>
                <a:gd name="connsiteY43" fmla="*/ 16057 h 21212"/>
                <a:gd name="connsiteX44" fmla="*/ 16079 w 21212"/>
                <a:gd name="connsiteY44" fmla="*/ 15994 h 21212"/>
                <a:gd name="connsiteX45" fmla="*/ 16079 w 21212"/>
                <a:gd name="connsiteY45" fmla="*/ 15994 h 21212"/>
                <a:gd name="connsiteX46" fmla="*/ 16079 w 21212"/>
                <a:gd name="connsiteY46" fmla="*/ 15994 h 21212"/>
                <a:gd name="connsiteX47" fmla="*/ 16079 w 21212"/>
                <a:gd name="connsiteY47" fmla="*/ 15994 h 21212"/>
                <a:gd name="connsiteX48" fmla="*/ 16079 w 21212"/>
                <a:gd name="connsiteY48" fmla="*/ 15951 h 21212"/>
                <a:gd name="connsiteX49" fmla="*/ 16079 w 21212"/>
                <a:gd name="connsiteY4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079" y="15994"/>
                  </a:move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6057"/>
                  </a:lnTo>
                  <a:lnTo>
                    <a:pt x="16079" y="16057"/>
                  </a:lnTo>
                  <a:lnTo>
                    <a:pt x="16057" y="16057"/>
                  </a:lnTo>
                  <a:cubicBezTo>
                    <a:pt x="16057" y="16057"/>
                    <a:pt x="16057" y="16057"/>
                    <a:pt x="15973" y="16057"/>
                  </a:cubicBezTo>
                  <a:lnTo>
                    <a:pt x="15973" y="16057"/>
                  </a:lnTo>
                  <a:lnTo>
                    <a:pt x="15973" y="16057"/>
                  </a:lnTo>
                  <a:lnTo>
                    <a:pt x="15930" y="15994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5973" y="15951"/>
                    <a:pt x="16057" y="15951"/>
                    <a:pt x="16057" y="15951"/>
                  </a:cubicBezTo>
                  <a:lnTo>
                    <a:pt x="16079" y="15951"/>
                  </a:lnTo>
                  <a:lnTo>
                    <a:pt x="16079" y="15951"/>
                  </a:lnTo>
                  <a:lnTo>
                    <a:pt x="16057" y="15951"/>
                  </a:lnTo>
                  <a:lnTo>
                    <a:pt x="16057" y="15951"/>
                  </a:lnTo>
                  <a:lnTo>
                    <a:pt x="16057" y="15951"/>
                  </a:lnTo>
                  <a:lnTo>
                    <a:pt x="15973" y="15951"/>
                  </a:lnTo>
                  <a:lnTo>
                    <a:pt x="15930" y="15951"/>
                  </a:lnTo>
                  <a:lnTo>
                    <a:pt x="15930" y="15951"/>
                  </a:lnTo>
                  <a:cubicBezTo>
                    <a:pt x="15930" y="15994"/>
                    <a:pt x="15909" y="15994"/>
                    <a:pt x="15909" y="15994"/>
                  </a:cubicBezTo>
                  <a:lnTo>
                    <a:pt x="15909" y="15994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73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79" y="15909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079" y="15994"/>
                  </a:lnTo>
                  <a:close/>
                  <a:moveTo>
                    <a:pt x="16079" y="15951"/>
                  </a:moveTo>
                  <a:lnTo>
                    <a:pt x="16079" y="15951"/>
                  </a:lnTo>
                  <a:lnTo>
                    <a:pt x="16057" y="15994"/>
                  </a:lnTo>
                  <a:cubicBezTo>
                    <a:pt x="15973" y="15994"/>
                    <a:pt x="15973" y="15994"/>
                    <a:pt x="15973" y="15994"/>
                  </a:cubicBezTo>
                  <a:cubicBezTo>
                    <a:pt x="15973" y="15994"/>
                    <a:pt x="15973" y="15994"/>
                    <a:pt x="16057" y="15994"/>
                  </a:cubicBezTo>
                  <a:cubicBezTo>
                    <a:pt x="16057" y="15994"/>
                    <a:pt x="16057" y="15994"/>
                    <a:pt x="16057" y="16057"/>
                  </a:cubicBezTo>
                  <a:cubicBezTo>
                    <a:pt x="16057" y="15994"/>
                    <a:pt x="16057" y="15994"/>
                    <a:pt x="16057" y="15994"/>
                  </a:cubicBezTo>
                  <a:lnTo>
                    <a:pt x="16079" y="16057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51"/>
                  </a:lnTo>
                  <a:lnTo>
                    <a:pt x="16079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71EA48DA-94B6-484C-9350-A29DB039254F}"/>
                </a:ext>
              </a:extLst>
            </p:cNvPr>
            <p:cNvSpPr/>
            <p:nvPr/>
          </p:nvSpPr>
          <p:spPr>
            <a:xfrm>
              <a:off x="6414717" y="4738486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6036 w 21212"/>
                <a:gd name="connsiteY6" fmla="*/ 15973 h 21212"/>
                <a:gd name="connsiteX7" fmla="*/ 15994 w 21212"/>
                <a:gd name="connsiteY7" fmla="*/ 16015 h 21212"/>
                <a:gd name="connsiteX8" fmla="*/ 15909 w 21212"/>
                <a:gd name="connsiteY8" fmla="*/ 15930 h 21212"/>
                <a:gd name="connsiteX9" fmla="*/ 15909 w 21212"/>
                <a:gd name="connsiteY9" fmla="*/ 15909 h 21212"/>
                <a:gd name="connsiteX10" fmla="*/ 15909 w 21212"/>
                <a:gd name="connsiteY10" fmla="*/ 15909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5973 w 21212"/>
                <a:gd name="connsiteY17" fmla="*/ 15909 h 21212"/>
                <a:gd name="connsiteX18" fmla="*/ 15973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30"/>
                    <a:pt x="15973" y="15930"/>
                    <a:pt x="15973" y="15909"/>
                  </a:cubicBezTo>
                  <a:lnTo>
                    <a:pt x="16036" y="15973"/>
                  </a:lnTo>
                  <a:lnTo>
                    <a:pt x="15994" y="16015"/>
                  </a:lnTo>
                  <a:lnTo>
                    <a:pt x="15909" y="15930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4CD4055-C265-44A0-97FD-A3FFF2CCDEC8}"/>
                </a:ext>
              </a:extLst>
            </p:cNvPr>
            <p:cNvSpPr/>
            <p:nvPr/>
          </p:nvSpPr>
          <p:spPr>
            <a:xfrm>
              <a:off x="6414812" y="4738330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  <a:gd name="connsiteX5" fmla="*/ 16057 w 21212"/>
                <a:gd name="connsiteY5" fmla="*/ 16036 h 21212"/>
                <a:gd name="connsiteX6" fmla="*/ 15909 w 21212"/>
                <a:gd name="connsiteY6" fmla="*/ 15994 h 21212"/>
                <a:gd name="connsiteX7" fmla="*/ 15930 w 21212"/>
                <a:gd name="connsiteY7" fmla="*/ 15909 h 21212"/>
                <a:gd name="connsiteX8" fmla="*/ 16057 w 21212"/>
                <a:gd name="connsiteY8" fmla="*/ 16036 h 21212"/>
                <a:gd name="connsiteX9" fmla="*/ 16057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6057" y="16036"/>
                  </a:moveTo>
                  <a:lnTo>
                    <a:pt x="15909" y="15994"/>
                  </a:lnTo>
                  <a:lnTo>
                    <a:pt x="15930" y="15909"/>
                  </a:lnTo>
                  <a:lnTo>
                    <a:pt x="16057" y="16036"/>
                  </a:lnTo>
                  <a:lnTo>
                    <a:pt x="16057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9F9841FE-0A4D-4A52-9302-5689DFBCDE3E}"/>
                </a:ext>
              </a:extLst>
            </p:cNvPr>
            <p:cNvSpPr/>
            <p:nvPr/>
          </p:nvSpPr>
          <p:spPr>
            <a:xfrm>
              <a:off x="6414874" y="4738235"/>
              <a:ext cx="31327" cy="31327"/>
            </a:xfrm>
            <a:custGeom>
              <a:avLst/>
              <a:gdLst>
                <a:gd name="connsiteX0" fmla="*/ 16206 w 21212"/>
                <a:gd name="connsiteY0" fmla="*/ 15973 h 21212"/>
                <a:gd name="connsiteX1" fmla="*/ 16142 w 21212"/>
                <a:gd name="connsiteY1" fmla="*/ 16058 h 21212"/>
                <a:gd name="connsiteX2" fmla="*/ 16057 w 21212"/>
                <a:gd name="connsiteY2" fmla="*/ 16058 h 21212"/>
                <a:gd name="connsiteX3" fmla="*/ 16057 w 21212"/>
                <a:gd name="connsiteY3" fmla="*/ 16058 h 21212"/>
                <a:gd name="connsiteX4" fmla="*/ 16015 w 21212"/>
                <a:gd name="connsiteY4" fmla="*/ 16058 h 21212"/>
                <a:gd name="connsiteX5" fmla="*/ 16015 w 21212"/>
                <a:gd name="connsiteY5" fmla="*/ 16058 h 21212"/>
                <a:gd name="connsiteX6" fmla="*/ 15994 w 21212"/>
                <a:gd name="connsiteY6" fmla="*/ 16058 h 21212"/>
                <a:gd name="connsiteX7" fmla="*/ 15909 w 21212"/>
                <a:gd name="connsiteY7" fmla="*/ 15973 h 21212"/>
                <a:gd name="connsiteX8" fmla="*/ 15930 w 21212"/>
                <a:gd name="connsiteY8" fmla="*/ 15951 h 21212"/>
                <a:gd name="connsiteX9" fmla="*/ 16015 w 21212"/>
                <a:gd name="connsiteY9" fmla="*/ 15973 h 21212"/>
                <a:gd name="connsiteX10" fmla="*/ 16057 w 21212"/>
                <a:gd name="connsiteY10" fmla="*/ 16058 h 21212"/>
                <a:gd name="connsiteX11" fmla="*/ 16142 w 21212"/>
                <a:gd name="connsiteY11" fmla="*/ 16058 h 21212"/>
                <a:gd name="connsiteX12" fmla="*/ 16142 w 21212"/>
                <a:gd name="connsiteY12" fmla="*/ 15973 h 21212"/>
                <a:gd name="connsiteX13" fmla="*/ 16206 w 21212"/>
                <a:gd name="connsiteY13" fmla="*/ 15973 h 21212"/>
                <a:gd name="connsiteX14" fmla="*/ 16206 w 21212"/>
                <a:gd name="connsiteY14" fmla="*/ 15973 h 21212"/>
                <a:gd name="connsiteX15" fmla="*/ 16142 w 21212"/>
                <a:gd name="connsiteY15" fmla="*/ 15951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206 w 21212"/>
                <a:gd name="connsiteY18" fmla="*/ 15973 h 21212"/>
                <a:gd name="connsiteX19" fmla="*/ 16206 w 21212"/>
                <a:gd name="connsiteY19" fmla="*/ 15973 h 21212"/>
                <a:gd name="connsiteX20" fmla="*/ 16206 w 21212"/>
                <a:gd name="connsiteY20" fmla="*/ 15973 h 21212"/>
                <a:gd name="connsiteX21" fmla="*/ 16206 w 21212"/>
                <a:gd name="connsiteY21" fmla="*/ 15973 h 21212"/>
                <a:gd name="connsiteX22" fmla="*/ 16206 w 21212"/>
                <a:gd name="connsiteY22" fmla="*/ 15973 h 21212"/>
                <a:gd name="connsiteX23" fmla="*/ 16206 w 21212"/>
                <a:gd name="connsiteY23" fmla="*/ 15973 h 21212"/>
                <a:gd name="connsiteX24" fmla="*/ 16206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73"/>
                  </a:moveTo>
                  <a:cubicBezTo>
                    <a:pt x="16142" y="16058"/>
                    <a:pt x="16142" y="16058"/>
                    <a:pt x="16142" y="16058"/>
                  </a:cubicBezTo>
                  <a:cubicBezTo>
                    <a:pt x="16142" y="16058"/>
                    <a:pt x="16142" y="16058"/>
                    <a:pt x="16057" y="16058"/>
                  </a:cubicBezTo>
                  <a:lnTo>
                    <a:pt x="16057" y="16058"/>
                  </a:lnTo>
                  <a:cubicBezTo>
                    <a:pt x="16015" y="16058"/>
                    <a:pt x="16015" y="16058"/>
                    <a:pt x="16015" y="16058"/>
                  </a:cubicBezTo>
                  <a:lnTo>
                    <a:pt x="16015" y="16058"/>
                  </a:lnTo>
                  <a:lnTo>
                    <a:pt x="15994" y="16058"/>
                  </a:lnTo>
                  <a:lnTo>
                    <a:pt x="15909" y="15973"/>
                  </a:lnTo>
                  <a:lnTo>
                    <a:pt x="15930" y="15951"/>
                  </a:lnTo>
                  <a:lnTo>
                    <a:pt x="16015" y="15973"/>
                  </a:lnTo>
                  <a:cubicBezTo>
                    <a:pt x="16015" y="16058"/>
                    <a:pt x="16015" y="16058"/>
                    <a:pt x="16057" y="16058"/>
                  </a:cubicBezTo>
                  <a:cubicBezTo>
                    <a:pt x="16057" y="16058"/>
                    <a:pt x="16057" y="16058"/>
                    <a:pt x="16142" y="16058"/>
                  </a:cubicBezTo>
                  <a:cubicBezTo>
                    <a:pt x="16142" y="15973"/>
                    <a:pt x="16142" y="15973"/>
                    <a:pt x="16142" y="15973"/>
                  </a:cubicBezTo>
                  <a:lnTo>
                    <a:pt x="16206" y="15973"/>
                  </a:lnTo>
                  <a:lnTo>
                    <a:pt x="16206" y="15973"/>
                  </a:lnTo>
                  <a:cubicBezTo>
                    <a:pt x="16206" y="15973"/>
                    <a:pt x="16142" y="15973"/>
                    <a:pt x="16142" y="15951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ED8AE749-8370-44C2-8983-F1464BC6C9C4}"/>
                </a:ext>
              </a:extLst>
            </p:cNvPr>
            <p:cNvSpPr/>
            <p:nvPr/>
          </p:nvSpPr>
          <p:spPr>
            <a:xfrm>
              <a:off x="6415219" y="4738047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5973 w 21212"/>
                <a:gd name="connsiteY1" fmla="*/ 16036 h 21212"/>
                <a:gd name="connsiteX2" fmla="*/ 15973 w 21212"/>
                <a:gd name="connsiteY2" fmla="*/ 15973 h 21212"/>
                <a:gd name="connsiteX3" fmla="*/ 15973 w 21212"/>
                <a:gd name="connsiteY3" fmla="*/ 15973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6079 w 21212"/>
                <a:gd name="connsiteY6" fmla="*/ 15973 h 21212"/>
                <a:gd name="connsiteX7" fmla="*/ 16079 w 21212"/>
                <a:gd name="connsiteY7" fmla="*/ 15973 h 21212"/>
                <a:gd name="connsiteX8" fmla="*/ 16121 w 21212"/>
                <a:gd name="connsiteY8" fmla="*/ 15973 h 21212"/>
                <a:gd name="connsiteX9" fmla="*/ 16121 w 21212"/>
                <a:gd name="connsiteY9" fmla="*/ 15973 h 21212"/>
                <a:gd name="connsiteX10" fmla="*/ 16121 w 21212"/>
                <a:gd name="connsiteY10" fmla="*/ 16036 h 21212"/>
                <a:gd name="connsiteX11" fmla="*/ 16121 w 21212"/>
                <a:gd name="connsiteY11" fmla="*/ 16036 h 21212"/>
                <a:gd name="connsiteX12" fmla="*/ 16079 w 21212"/>
                <a:gd name="connsiteY12" fmla="*/ 16036 h 21212"/>
                <a:gd name="connsiteX13" fmla="*/ 16079 w 21212"/>
                <a:gd name="connsiteY13" fmla="*/ 16079 h 21212"/>
                <a:gd name="connsiteX14" fmla="*/ 16079 w 21212"/>
                <a:gd name="connsiteY14" fmla="*/ 16079 h 21212"/>
                <a:gd name="connsiteX15" fmla="*/ 16036 w 21212"/>
                <a:gd name="connsiteY15" fmla="*/ 16079 h 21212"/>
                <a:gd name="connsiteX16" fmla="*/ 16036 w 21212"/>
                <a:gd name="connsiteY16" fmla="*/ 16079 h 21212"/>
                <a:gd name="connsiteX17" fmla="*/ 16036 w 21212"/>
                <a:gd name="connsiteY17" fmla="*/ 16079 h 21212"/>
                <a:gd name="connsiteX18" fmla="*/ 16036 w 21212"/>
                <a:gd name="connsiteY18" fmla="*/ 16079 h 21212"/>
                <a:gd name="connsiteX19" fmla="*/ 16079 w 21212"/>
                <a:gd name="connsiteY19" fmla="*/ 16036 h 21212"/>
                <a:gd name="connsiteX20" fmla="*/ 16079 w 21212"/>
                <a:gd name="connsiteY20" fmla="*/ 16036 h 21212"/>
                <a:gd name="connsiteX21" fmla="*/ 16079 w 21212"/>
                <a:gd name="connsiteY21" fmla="*/ 16036 h 21212"/>
                <a:gd name="connsiteX22" fmla="*/ 16079 w 21212"/>
                <a:gd name="connsiteY22" fmla="*/ 15973 h 21212"/>
                <a:gd name="connsiteX23" fmla="*/ 16079 w 21212"/>
                <a:gd name="connsiteY23" fmla="*/ 15973 h 21212"/>
                <a:gd name="connsiteX24" fmla="*/ 16079 w 21212"/>
                <a:gd name="connsiteY24" fmla="*/ 15973 h 21212"/>
                <a:gd name="connsiteX25" fmla="*/ 16079 w 21212"/>
                <a:gd name="connsiteY25" fmla="*/ 15973 h 21212"/>
                <a:gd name="connsiteX26" fmla="*/ 16036 w 21212"/>
                <a:gd name="connsiteY26" fmla="*/ 15973 h 21212"/>
                <a:gd name="connsiteX27" fmla="*/ 16036 w 21212"/>
                <a:gd name="connsiteY27" fmla="*/ 16036 h 21212"/>
                <a:gd name="connsiteX28" fmla="*/ 15994 w 21212"/>
                <a:gd name="connsiteY28" fmla="*/ 16036 h 21212"/>
                <a:gd name="connsiteX29" fmla="*/ 15994 w 21212"/>
                <a:gd name="connsiteY29" fmla="*/ 16036 h 21212"/>
                <a:gd name="connsiteX30" fmla="*/ 15973 w 21212"/>
                <a:gd name="connsiteY30" fmla="*/ 16036 h 21212"/>
                <a:gd name="connsiteX31" fmla="*/ 15973 w 21212"/>
                <a:gd name="connsiteY31" fmla="*/ 16036 h 21212"/>
                <a:gd name="connsiteX32" fmla="*/ 15909 w 21212"/>
                <a:gd name="connsiteY32" fmla="*/ 16036 h 21212"/>
                <a:gd name="connsiteX33" fmla="*/ 15909 w 21212"/>
                <a:gd name="connsiteY33" fmla="*/ 15973 h 21212"/>
                <a:gd name="connsiteX34" fmla="*/ 15909 w 21212"/>
                <a:gd name="connsiteY34" fmla="*/ 15973 h 21212"/>
                <a:gd name="connsiteX35" fmla="*/ 15973 w 21212"/>
                <a:gd name="connsiteY35" fmla="*/ 15973 h 21212"/>
                <a:gd name="connsiteX36" fmla="*/ 15994 w 21212"/>
                <a:gd name="connsiteY36" fmla="*/ 15909 h 21212"/>
                <a:gd name="connsiteX37" fmla="*/ 15994 w 21212"/>
                <a:gd name="connsiteY37" fmla="*/ 15909 h 21212"/>
                <a:gd name="connsiteX38" fmla="*/ 16036 w 21212"/>
                <a:gd name="connsiteY38" fmla="*/ 15909 h 21212"/>
                <a:gd name="connsiteX39" fmla="*/ 15994 w 21212"/>
                <a:gd name="connsiteY39" fmla="*/ 15909 h 21212"/>
                <a:gd name="connsiteX40" fmla="*/ 15973 w 21212"/>
                <a:gd name="connsiteY40" fmla="*/ 15973 h 21212"/>
                <a:gd name="connsiteX41" fmla="*/ 15973 w 21212"/>
                <a:gd name="connsiteY41" fmla="*/ 15973 h 21212"/>
                <a:gd name="connsiteX42" fmla="*/ 15973 w 21212"/>
                <a:gd name="connsiteY42" fmla="*/ 15973 h 21212"/>
                <a:gd name="connsiteX43" fmla="*/ 15973 w 21212"/>
                <a:gd name="connsiteY43" fmla="*/ 15973 h 21212"/>
                <a:gd name="connsiteX44" fmla="*/ 15973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lnTo>
                    <a:pt x="15973" y="16036"/>
                  </a:lnTo>
                  <a:cubicBezTo>
                    <a:pt x="15973" y="16036"/>
                    <a:pt x="15994" y="16036"/>
                    <a:pt x="15973" y="15973"/>
                  </a:cubicBezTo>
                  <a:lnTo>
                    <a:pt x="15973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21" y="16036"/>
                  </a:cubicBezTo>
                  <a:lnTo>
                    <a:pt x="16121" y="16036"/>
                  </a:lnTo>
                  <a:cubicBezTo>
                    <a:pt x="16121" y="16036"/>
                    <a:pt x="16121" y="16036"/>
                    <a:pt x="16079" y="16036"/>
                  </a:cubicBezTo>
                  <a:lnTo>
                    <a:pt x="16079" y="16079"/>
                  </a:lnTo>
                  <a:lnTo>
                    <a:pt x="16079" y="16079"/>
                  </a:lnTo>
                  <a:cubicBezTo>
                    <a:pt x="16036" y="16079"/>
                    <a:pt x="16036" y="16079"/>
                    <a:pt x="16036" y="16079"/>
                  </a:cubicBezTo>
                  <a:lnTo>
                    <a:pt x="16036" y="16079"/>
                  </a:lnTo>
                  <a:lnTo>
                    <a:pt x="16036" y="16079"/>
                  </a:lnTo>
                  <a:lnTo>
                    <a:pt x="16036" y="16079"/>
                  </a:lnTo>
                  <a:cubicBezTo>
                    <a:pt x="16036" y="16036"/>
                    <a:pt x="16079" y="16036"/>
                    <a:pt x="16079" y="16036"/>
                  </a:cubicBezTo>
                  <a:lnTo>
                    <a:pt x="16079" y="16036"/>
                  </a:lnTo>
                  <a:lnTo>
                    <a:pt x="16079" y="16036"/>
                  </a:lnTo>
                  <a:cubicBezTo>
                    <a:pt x="16079" y="16036"/>
                    <a:pt x="16079" y="16036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6036"/>
                  </a:lnTo>
                  <a:lnTo>
                    <a:pt x="15994" y="16036"/>
                  </a:lnTo>
                  <a:lnTo>
                    <a:pt x="15994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09" y="16036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lnTo>
                    <a:pt x="15973" y="15973"/>
                  </a:lnTo>
                  <a:cubicBezTo>
                    <a:pt x="15973" y="15909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6036" y="15909"/>
                  </a:lnTo>
                  <a:lnTo>
                    <a:pt x="15994" y="15909"/>
                  </a:lnTo>
                  <a:lnTo>
                    <a:pt x="15973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00546BD4-3709-47FB-A47F-A9AC00CDB8A8}"/>
                </a:ext>
              </a:extLst>
            </p:cNvPr>
            <p:cNvSpPr/>
            <p:nvPr/>
          </p:nvSpPr>
          <p:spPr>
            <a:xfrm>
              <a:off x="6415469" y="4737922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51 w 21212"/>
                <a:gd name="connsiteY3" fmla="*/ 15909 h 21212"/>
                <a:gd name="connsiteX4" fmla="*/ 15909 w 21212"/>
                <a:gd name="connsiteY4" fmla="*/ 15909 h 21212"/>
                <a:gd name="connsiteX5" fmla="*/ 16121 w 21212"/>
                <a:gd name="connsiteY5" fmla="*/ 15994 h 21212"/>
                <a:gd name="connsiteX6" fmla="*/ 15951 w 21212"/>
                <a:gd name="connsiteY6" fmla="*/ 15994 h 21212"/>
                <a:gd name="connsiteX7" fmla="*/ 15973 w 21212"/>
                <a:gd name="connsiteY7" fmla="*/ 15909 h 21212"/>
                <a:gd name="connsiteX8" fmla="*/ 16185 w 21212"/>
                <a:gd name="connsiteY8" fmla="*/ 15994 h 21212"/>
                <a:gd name="connsiteX9" fmla="*/ 16121 w 21212"/>
                <a:gd name="connsiteY9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5909" y="15909"/>
                  </a:lnTo>
                  <a:close/>
                  <a:moveTo>
                    <a:pt x="16121" y="15994"/>
                  </a:moveTo>
                  <a:lnTo>
                    <a:pt x="15951" y="15994"/>
                  </a:lnTo>
                  <a:lnTo>
                    <a:pt x="15973" y="15909"/>
                  </a:lnTo>
                  <a:lnTo>
                    <a:pt x="16185" y="15994"/>
                  </a:lnTo>
                  <a:lnTo>
                    <a:pt x="16121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87B1EED2-F25E-4271-A2C0-166D799DA5BD}"/>
                </a:ext>
              </a:extLst>
            </p:cNvPr>
            <p:cNvSpPr/>
            <p:nvPr/>
          </p:nvSpPr>
          <p:spPr>
            <a:xfrm>
              <a:off x="6415689" y="4737765"/>
              <a:ext cx="31327" cy="31327"/>
            </a:xfrm>
            <a:custGeom>
              <a:avLst/>
              <a:gdLst>
                <a:gd name="connsiteX0" fmla="*/ 15973 w 21212"/>
                <a:gd name="connsiteY0" fmla="*/ 16100 h 21212"/>
                <a:gd name="connsiteX1" fmla="*/ 15909 w 21212"/>
                <a:gd name="connsiteY1" fmla="*/ 16015 h 21212"/>
                <a:gd name="connsiteX2" fmla="*/ 15909 w 21212"/>
                <a:gd name="connsiteY2" fmla="*/ 16015 h 21212"/>
                <a:gd name="connsiteX3" fmla="*/ 15909 w 21212"/>
                <a:gd name="connsiteY3" fmla="*/ 15994 h 21212"/>
                <a:gd name="connsiteX4" fmla="*/ 15909 w 21212"/>
                <a:gd name="connsiteY4" fmla="*/ 15994 h 21212"/>
                <a:gd name="connsiteX5" fmla="*/ 15909 w 21212"/>
                <a:gd name="connsiteY5" fmla="*/ 15994 h 21212"/>
                <a:gd name="connsiteX6" fmla="*/ 15973 w 21212"/>
                <a:gd name="connsiteY6" fmla="*/ 15994 h 21212"/>
                <a:gd name="connsiteX7" fmla="*/ 16036 w 21212"/>
                <a:gd name="connsiteY7" fmla="*/ 15951 h 21212"/>
                <a:gd name="connsiteX8" fmla="*/ 16036 w 21212"/>
                <a:gd name="connsiteY8" fmla="*/ 15951 h 21212"/>
                <a:gd name="connsiteX9" fmla="*/ 16036 w 21212"/>
                <a:gd name="connsiteY9" fmla="*/ 15951 h 21212"/>
                <a:gd name="connsiteX10" fmla="*/ 15909 w 21212"/>
                <a:gd name="connsiteY10" fmla="*/ 15909 h 21212"/>
                <a:gd name="connsiteX11" fmla="*/ 15973 w 21212"/>
                <a:gd name="connsiteY11" fmla="*/ 15909 h 21212"/>
                <a:gd name="connsiteX12" fmla="*/ 16206 w 21212"/>
                <a:gd name="connsiteY12" fmla="*/ 15994 h 21212"/>
                <a:gd name="connsiteX13" fmla="*/ 16206 w 21212"/>
                <a:gd name="connsiteY13" fmla="*/ 15994 h 21212"/>
                <a:gd name="connsiteX14" fmla="*/ 16142 w 21212"/>
                <a:gd name="connsiteY14" fmla="*/ 15994 h 21212"/>
                <a:gd name="connsiteX15" fmla="*/ 16142 w 21212"/>
                <a:gd name="connsiteY15" fmla="*/ 15994 h 21212"/>
                <a:gd name="connsiteX16" fmla="*/ 16142 w 21212"/>
                <a:gd name="connsiteY16" fmla="*/ 16015 h 21212"/>
                <a:gd name="connsiteX17" fmla="*/ 16142 w 21212"/>
                <a:gd name="connsiteY17" fmla="*/ 16015 h 21212"/>
                <a:gd name="connsiteX18" fmla="*/ 16142 w 21212"/>
                <a:gd name="connsiteY18" fmla="*/ 16015 h 21212"/>
                <a:gd name="connsiteX19" fmla="*/ 16142 w 21212"/>
                <a:gd name="connsiteY19" fmla="*/ 16015 h 21212"/>
                <a:gd name="connsiteX20" fmla="*/ 16121 w 21212"/>
                <a:gd name="connsiteY20" fmla="*/ 16100 h 21212"/>
                <a:gd name="connsiteX21" fmla="*/ 16079 w 21212"/>
                <a:gd name="connsiteY21" fmla="*/ 16100 h 21212"/>
                <a:gd name="connsiteX22" fmla="*/ 16036 w 21212"/>
                <a:gd name="connsiteY22" fmla="*/ 16100 h 21212"/>
                <a:gd name="connsiteX23" fmla="*/ 15973 w 21212"/>
                <a:gd name="connsiteY23" fmla="*/ 16100 h 21212"/>
                <a:gd name="connsiteX24" fmla="*/ 16036 w 21212"/>
                <a:gd name="connsiteY24" fmla="*/ 16015 h 21212"/>
                <a:gd name="connsiteX25" fmla="*/ 16036 w 21212"/>
                <a:gd name="connsiteY25" fmla="*/ 16015 h 21212"/>
                <a:gd name="connsiteX26" fmla="*/ 16079 w 21212"/>
                <a:gd name="connsiteY26" fmla="*/ 16015 h 21212"/>
                <a:gd name="connsiteX27" fmla="*/ 16079 w 21212"/>
                <a:gd name="connsiteY27" fmla="*/ 16015 h 21212"/>
                <a:gd name="connsiteX28" fmla="*/ 16121 w 21212"/>
                <a:gd name="connsiteY28" fmla="*/ 16015 h 21212"/>
                <a:gd name="connsiteX29" fmla="*/ 16121 w 21212"/>
                <a:gd name="connsiteY29" fmla="*/ 16015 h 21212"/>
                <a:gd name="connsiteX30" fmla="*/ 16142 w 21212"/>
                <a:gd name="connsiteY30" fmla="*/ 16015 h 21212"/>
                <a:gd name="connsiteX31" fmla="*/ 16142 w 21212"/>
                <a:gd name="connsiteY31" fmla="*/ 15994 h 21212"/>
                <a:gd name="connsiteX32" fmla="*/ 16142 w 21212"/>
                <a:gd name="connsiteY32" fmla="*/ 15994 h 21212"/>
                <a:gd name="connsiteX33" fmla="*/ 16079 w 21212"/>
                <a:gd name="connsiteY33" fmla="*/ 15994 h 21212"/>
                <a:gd name="connsiteX34" fmla="*/ 16036 w 21212"/>
                <a:gd name="connsiteY34" fmla="*/ 16015 h 21212"/>
                <a:gd name="connsiteX35" fmla="*/ 15973 w 21212"/>
                <a:gd name="connsiteY35" fmla="*/ 15994 h 21212"/>
                <a:gd name="connsiteX36" fmla="*/ 15973 w 21212"/>
                <a:gd name="connsiteY36" fmla="*/ 15994 h 21212"/>
                <a:gd name="connsiteX37" fmla="*/ 15973 w 21212"/>
                <a:gd name="connsiteY37" fmla="*/ 15994 h 21212"/>
                <a:gd name="connsiteX38" fmla="*/ 15973 w 21212"/>
                <a:gd name="connsiteY38" fmla="*/ 16015 h 21212"/>
                <a:gd name="connsiteX39" fmla="*/ 16036 w 21212"/>
                <a:gd name="connsiteY3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73" y="16100"/>
                  </a:moveTo>
                  <a:cubicBezTo>
                    <a:pt x="15973" y="16015"/>
                    <a:pt x="15909" y="16015"/>
                    <a:pt x="15909" y="16015"/>
                  </a:cubicBezTo>
                  <a:lnTo>
                    <a:pt x="15909" y="16015"/>
                  </a:lnTo>
                  <a:cubicBezTo>
                    <a:pt x="15909" y="16015"/>
                    <a:pt x="15909" y="16015"/>
                    <a:pt x="15909" y="15994"/>
                  </a:cubicBezTo>
                  <a:lnTo>
                    <a:pt x="15909" y="15994"/>
                  </a:lnTo>
                  <a:lnTo>
                    <a:pt x="15909" y="15994"/>
                  </a:lnTo>
                  <a:lnTo>
                    <a:pt x="15973" y="15994"/>
                  </a:lnTo>
                  <a:cubicBezTo>
                    <a:pt x="15973" y="15994"/>
                    <a:pt x="15973" y="15951"/>
                    <a:pt x="16036" y="15951"/>
                  </a:cubicBezTo>
                  <a:lnTo>
                    <a:pt x="16036" y="15951"/>
                  </a:lnTo>
                  <a:lnTo>
                    <a:pt x="16036" y="15951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6015"/>
                  </a:lnTo>
                  <a:lnTo>
                    <a:pt x="16142" y="16015"/>
                  </a:lnTo>
                  <a:lnTo>
                    <a:pt x="16142" y="16015"/>
                  </a:lnTo>
                  <a:lnTo>
                    <a:pt x="16142" y="16015"/>
                  </a:lnTo>
                  <a:cubicBezTo>
                    <a:pt x="16121" y="16100"/>
                    <a:pt x="16121" y="16015"/>
                    <a:pt x="16121" y="16100"/>
                  </a:cubicBezTo>
                  <a:cubicBezTo>
                    <a:pt x="16079" y="16100"/>
                    <a:pt x="16079" y="16100"/>
                    <a:pt x="16079" y="16100"/>
                  </a:cubicBezTo>
                  <a:lnTo>
                    <a:pt x="16036" y="16100"/>
                  </a:lnTo>
                  <a:lnTo>
                    <a:pt x="15973" y="16100"/>
                  </a:lnTo>
                  <a:close/>
                  <a:moveTo>
                    <a:pt x="16036" y="16015"/>
                  </a:moveTo>
                  <a:lnTo>
                    <a:pt x="16036" y="16015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lnTo>
                    <a:pt x="16142" y="16015"/>
                  </a:lnTo>
                  <a:cubicBezTo>
                    <a:pt x="16142" y="15994"/>
                    <a:pt x="16142" y="15994"/>
                    <a:pt x="16142" y="15994"/>
                  </a:cubicBezTo>
                  <a:lnTo>
                    <a:pt x="16142" y="15994"/>
                  </a:lnTo>
                  <a:lnTo>
                    <a:pt x="16079" y="15994"/>
                  </a:lnTo>
                  <a:lnTo>
                    <a:pt x="16036" y="16015"/>
                  </a:lnTo>
                  <a:cubicBezTo>
                    <a:pt x="16036" y="15994"/>
                    <a:pt x="16036" y="15994"/>
                    <a:pt x="15973" y="15994"/>
                  </a:cubicBezTo>
                  <a:lnTo>
                    <a:pt x="15973" y="15994"/>
                  </a:lnTo>
                  <a:lnTo>
                    <a:pt x="15973" y="15994"/>
                  </a:lnTo>
                  <a:lnTo>
                    <a:pt x="15973" y="16015"/>
                  </a:lnTo>
                  <a:cubicBezTo>
                    <a:pt x="15973" y="16015"/>
                    <a:pt x="15973" y="16015"/>
                    <a:pt x="16036" y="16015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340933D7-0033-4A3C-9574-0536200B71AC}"/>
                </a:ext>
              </a:extLst>
            </p:cNvPr>
            <p:cNvSpPr/>
            <p:nvPr/>
          </p:nvSpPr>
          <p:spPr>
            <a:xfrm>
              <a:off x="6416159" y="4737765"/>
              <a:ext cx="31327" cy="31327"/>
            </a:xfrm>
            <a:custGeom>
              <a:avLst/>
              <a:gdLst>
                <a:gd name="connsiteX0" fmla="*/ 15973 w 21212"/>
                <a:gd name="connsiteY0" fmla="*/ 15994 h 21212"/>
                <a:gd name="connsiteX1" fmla="*/ 15909 w 21212"/>
                <a:gd name="connsiteY1" fmla="*/ 15951 h 21212"/>
                <a:gd name="connsiteX2" fmla="*/ 15973 w 21212"/>
                <a:gd name="connsiteY2" fmla="*/ 15909 h 21212"/>
                <a:gd name="connsiteX3" fmla="*/ 16015 w 21212"/>
                <a:gd name="connsiteY3" fmla="*/ 15951 h 21212"/>
                <a:gd name="connsiteX4" fmla="*/ 15973 w 21212"/>
                <a:gd name="connsiteY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73" y="15994"/>
                  </a:moveTo>
                  <a:lnTo>
                    <a:pt x="15909" y="15951"/>
                  </a:lnTo>
                  <a:lnTo>
                    <a:pt x="15973" y="15909"/>
                  </a:lnTo>
                  <a:lnTo>
                    <a:pt x="16015" y="15951"/>
                  </a:ln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3CD481D5-8DCE-4000-AAA0-25217794B4D8}"/>
                </a:ext>
              </a:extLst>
            </p:cNvPr>
            <p:cNvSpPr/>
            <p:nvPr/>
          </p:nvSpPr>
          <p:spPr>
            <a:xfrm>
              <a:off x="6416159" y="4737421"/>
              <a:ext cx="31327" cy="31327"/>
            </a:xfrm>
            <a:custGeom>
              <a:avLst/>
              <a:gdLst>
                <a:gd name="connsiteX0" fmla="*/ 15973 w 21212"/>
                <a:gd name="connsiteY0" fmla="*/ 15994 h 21212"/>
                <a:gd name="connsiteX1" fmla="*/ 16015 w 21212"/>
                <a:gd name="connsiteY1" fmla="*/ 15994 h 21212"/>
                <a:gd name="connsiteX2" fmla="*/ 16015 w 21212"/>
                <a:gd name="connsiteY2" fmla="*/ 15994 h 21212"/>
                <a:gd name="connsiteX3" fmla="*/ 16036 w 21212"/>
                <a:gd name="connsiteY3" fmla="*/ 15994 h 21212"/>
                <a:gd name="connsiteX4" fmla="*/ 16036 w 21212"/>
                <a:gd name="connsiteY4" fmla="*/ 15930 h 21212"/>
                <a:gd name="connsiteX5" fmla="*/ 16100 w 21212"/>
                <a:gd name="connsiteY5" fmla="*/ 15930 h 21212"/>
                <a:gd name="connsiteX6" fmla="*/ 16121 w 21212"/>
                <a:gd name="connsiteY6" fmla="*/ 15930 h 21212"/>
                <a:gd name="connsiteX7" fmla="*/ 16164 w 21212"/>
                <a:gd name="connsiteY7" fmla="*/ 15930 h 21212"/>
                <a:gd name="connsiteX8" fmla="*/ 16206 w 21212"/>
                <a:gd name="connsiteY8" fmla="*/ 15930 h 21212"/>
                <a:gd name="connsiteX9" fmla="*/ 16206 w 21212"/>
                <a:gd name="connsiteY9" fmla="*/ 15930 h 21212"/>
                <a:gd name="connsiteX10" fmla="*/ 16206 w 21212"/>
                <a:gd name="connsiteY10" fmla="*/ 15994 h 21212"/>
                <a:gd name="connsiteX11" fmla="*/ 16206 w 21212"/>
                <a:gd name="connsiteY11" fmla="*/ 16100 h 21212"/>
                <a:gd name="connsiteX12" fmla="*/ 16164 w 21212"/>
                <a:gd name="connsiteY12" fmla="*/ 16100 h 21212"/>
                <a:gd name="connsiteX13" fmla="*/ 16164 w 21212"/>
                <a:gd name="connsiteY13" fmla="*/ 16100 h 21212"/>
                <a:gd name="connsiteX14" fmla="*/ 16121 w 21212"/>
                <a:gd name="connsiteY14" fmla="*/ 16121 h 21212"/>
                <a:gd name="connsiteX15" fmla="*/ 16121 w 21212"/>
                <a:gd name="connsiteY15" fmla="*/ 16121 h 21212"/>
                <a:gd name="connsiteX16" fmla="*/ 16100 w 21212"/>
                <a:gd name="connsiteY16" fmla="*/ 16121 h 21212"/>
                <a:gd name="connsiteX17" fmla="*/ 16100 w 21212"/>
                <a:gd name="connsiteY17" fmla="*/ 16121 h 21212"/>
                <a:gd name="connsiteX18" fmla="*/ 16100 w 21212"/>
                <a:gd name="connsiteY18" fmla="*/ 16121 h 21212"/>
                <a:gd name="connsiteX19" fmla="*/ 16121 w 21212"/>
                <a:gd name="connsiteY19" fmla="*/ 16100 h 21212"/>
                <a:gd name="connsiteX20" fmla="*/ 16121 w 21212"/>
                <a:gd name="connsiteY20" fmla="*/ 16100 h 21212"/>
                <a:gd name="connsiteX21" fmla="*/ 16121 w 21212"/>
                <a:gd name="connsiteY21" fmla="*/ 16100 h 21212"/>
                <a:gd name="connsiteX22" fmla="*/ 16164 w 21212"/>
                <a:gd name="connsiteY22" fmla="*/ 16100 h 21212"/>
                <a:gd name="connsiteX23" fmla="*/ 16164 w 21212"/>
                <a:gd name="connsiteY23" fmla="*/ 15994 h 21212"/>
                <a:gd name="connsiteX24" fmla="*/ 16164 w 21212"/>
                <a:gd name="connsiteY24" fmla="*/ 15994 h 21212"/>
                <a:gd name="connsiteX25" fmla="*/ 16164 w 21212"/>
                <a:gd name="connsiteY25" fmla="*/ 15994 h 21212"/>
                <a:gd name="connsiteX26" fmla="*/ 16164 w 21212"/>
                <a:gd name="connsiteY26" fmla="*/ 15930 h 21212"/>
                <a:gd name="connsiteX27" fmla="*/ 16121 w 21212"/>
                <a:gd name="connsiteY27" fmla="*/ 15994 h 21212"/>
                <a:gd name="connsiteX28" fmla="*/ 16100 w 21212"/>
                <a:gd name="connsiteY28" fmla="*/ 15994 h 21212"/>
                <a:gd name="connsiteX29" fmla="*/ 16100 w 21212"/>
                <a:gd name="connsiteY29" fmla="*/ 15994 h 21212"/>
                <a:gd name="connsiteX30" fmla="*/ 16036 w 21212"/>
                <a:gd name="connsiteY30" fmla="*/ 15994 h 21212"/>
                <a:gd name="connsiteX31" fmla="*/ 16036 w 21212"/>
                <a:gd name="connsiteY31" fmla="*/ 15994 h 21212"/>
                <a:gd name="connsiteX32" fmla="*/ 15973 w 21212"/>
                <a:gd name="connsiteY32" fmla="*/ 16100 h 21212"/>
                <a:gd name="connsiteX33" fmla="*/ 15973 w 21212"/>
                <a:gd name="connsiteY33" fmla="*/ 15994 h 21212"/>
                <a:gd name="connsiteX34" fmla="*/ 15909 w 21212"/>
                <a:gd name="connsiteY34" fmla="*/ 15994 h 21212"/>
                <a:gd name="connsiteX35" fmla="*/ 15909 w 21212"/>
                <a:gd name="connsiteY35" fmla="*/ 15930 h 21212"/>
                <a:gd name="connsiteX36" fmla="*/ 15973 w 21212"/>
                <a:gd name="connsiteY36" fmla="*/ 15930 h 21212"/>
                <a:gd name="connsiteX37" fmla="*/ 15973 w 21212"/>
                <a:gd name="connsiteY37" fmla="*/ 15909 h 21212"/>
                <a:gd name="connsiteX38" fmla="*/ 16015 w 21212"/>
                <a:gd name="connsiteY38" fmla="*/ 15909 h 21212"/>
                <a:gd name="connsiteX39" fmla="*/ 16036 w 21212"/>
                <a:gd name="connsiteY39" fmla="*/ 15909 h 21212"/>
                <a:gd name="connsiteX40" fmla="*/ 16100 w 21212"/>
                <a:gd name="connsiteY40" fmla="*/ 15909 h 21212"/>
                <a:gd name="connsiteX41" fmla="*/ 16036 w 21212"/>
                <a:gd name="connsiteY41" fmla="*/ 15909 h 21212"/>
                <a:gd name="connsiteX42" fmla="*/ 16015 w 21212"/>
                <a:gd name="connsiteY42" fmla="*/ 15930 h 21212"/>
                <a:gd name="connsiteX43" fmla="*/ 15973 w 21212"/>
                <a:gd name="connsiteY43" fmla="*/ 15930 h 21212"/>
                <a:gd name="connsiteX44" fmla="*/ 15973 w 21212"/>
                <a:gd name="connsiteY44" fmla="*/ 15930 h 21212"/>
                <a:gd name="connsiteX45" fmla="*/ 15973 w 21212"/>
                <a:gd name="connsiteY45" fmla="*/ 15994 h 21212"/>
                <a:gd name="connsiteX46" fmla="*/ 15973 w 21212"/>
                <a:gd name="connsiteY46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212" h="21212">
                  <a:moveTo>
                    <a:pt x="15973" y="15994"/>
                  </a:moveTo>
                  <a:cubicBezTo>
                    <a:pt x="16015" y="15994"/>
                    <a:pt x="16015" y="15994"/>
                    <a:pt x="16015" y="15994"/>
                  </a:cubicBezTo>
                  <a:lnTo>
                    <a:pt x="16015" y="15994"/>
                  </a:lnTo>
                  <a:lnTo>
                    <a:pt x="16036" y="15994"/>
                  </a:lnTo>
                  <a:cubicBezTo>
                    <a:pt x="16036" y="15994"/>
                    <a:pt x="16036" y="15994"/>
                    <a:pt x="16036" y="15930"/>
                  </a:cubicBezTo>
                  <a:cubicBezTo>
                    <a:pt x="16100" y="15930"/>
                    <a:pt x="16100" y="15930"/>
                    <a:pt x="16100" y="15930"/>
                  </a:cubicBezTo>
                  <a:cubicBezTo>
                    <a:pt x="16121" y="15930"/>
                    <a:pt x="16121" y="15930"/>
                    <a:pt x="16121" y="15930"/>
                  </a:cubicBezTo>
                  <a:lnTo>
                    <a:pt x="16164" y="15930"/>
                  </a:lnTo>
                  <a:lnTo>
                    <a:pt x="16206" y="15930"/>
                  </a:lnTo>
                  <a:lnTo>
                    <a:pt x="16206" y="15930"/>
                  </a:lnTo>
                  <a:cubicBezTo>
                    <a:pt x="16248" y="15994"/>
                    <a:pt x="16206" y="15994"/>
                    <a:pt x="16206" y="15994"/>
                  </a:cubicBezTo>
                  <a:cubicBezTo>
                    <a:pt x="16206" y="15994"/>
                    <a:pt x="16206" y="15994"/>
                    <a:pt x="16206" y="16100"/>
                  </a:cubicBezTo>
                  <a:lnTo>
                    <a:pt x="16164" y="16100"/>
                  </a:lnTo>
                  <a:lnTo>
                    <a:pt x="16164" y="16100"/>
                  </a:lnTo>
                  <a:cubicBezTo>
                    <a:pt x="16121" y="16100"/>
                    <a:pt x="16121" y="16121"/>
                    <a:pt x="16121" y="16121"/>
                  </a:cubicBezTo>
                  <a:lnTo>
                    <a:pt x="16121" y="16121"/>
                  </a:lnTo>
                  <a:cubicBezTo>
                    <a:pt x="16100" y="16121"/>
                    <a:pt x="16100" y="16121"/>
                    <a:pt x="16100" y="16121"/>
                  </a:cubicBezTo>
                  <a:lnTo>
                    <a:pt x="16100" y="16121"/>
                  </a:lnTo>
                  <a:lnTo>
                    <a:pt x="16100" y="16121"/>
                  </a:lnTo>
                  <a:cubicBezTo>
                    <a:pt x="16100" y="16100"/>
                    <a:pt x="16100" y="16100"/>
                    <a:pt x="16121" y="16100"/>
                  </a:cubicBezTo>
                  <a:lnTo>
                    <a:pt x="16121" y="16100"/>
                  </a:lnTo>
                  <a:lnTo>
                    <a:pt x="16121" y="16100"/>
                  </a:lnTo>
                  <a:cubicBezTo>
                    <a:pt x="16164" y="16100"/>
                    <a:pt x="16164" y="16100"/>
                    <a:pt x="16164" y="16100"/>
                  </a:cubicBez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cubicBezTo>
                    <a:pt x="16164" y="15930"/>
                    <a:pt x="16164" y="15930"/>
                    <a:pt x="16164" y="15930"/>
                  </a:cubicBezTo>
                  <a:cubicBezTo>
                    <a:pt x="16121" y="15930"/>
                    <a:pt x="16121" y="15930"/>
                    <a:pt x="16121" y="15994"/>
                  </a:cubicBezTo>
                  <a:cubicBezTo>
                    <a:pt x="16121" y="15994"/>
                    <a:pt x="16121" y="15994"/>
                    <a:pt x="16100" y="15994"/>
                  </a:cubicBezTo>
                  <a:lnTo>
                    <a:pt x="16100" y="15994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6015" y="16100"/>
                    <a:pt x="16015" y="16100"/>
                    <a:pt x="15973" y="16100"/>
                  </a:cubicBezTo>
                  <a:lnTo>
                    <a:pt x="15973" y="15994"/>
                  </a:lnTo>
                  <a:lnTo>
                    <a:pt x="15909" y="15994"/>
                  </a:lnTo>
                  <a:cubicBezTo>
                    <a:pt x="15909" y="15994"/>
                    <a:pt x="15909" y="15994"/>
                    <a:pt x="15909" y="15930"/>
                  </a:cubicBezTo>
                  <a:lnTo>
                    <a:pt x="15973" y="15930"/>
                  </a:lnTo>
                  <a:cubicBezTo>
                    <a:pt x="15973" y="15930"/>
                    <a:pt x="15973" y="15930"/>
                    <a:pt x="15973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lnTo>
                    <a:pt x="16036" y="15909"/>
                  </a:lnTo>
                  <a:lnTo>
                    <a:pt x="16100" y="15909"/>
                  </a:lnTo>
                  <a:cubicBezTo>
                    <a:pt x="16036" y="15909"/>
                    <a:pt x="16036" y="15909"/>
                    <a:pt x="16036" y="15909"/>
                  </a:cubicBezTo>
                  <a:cubicBezTo>
                    <a:pt x="16036" y="15909"/>
                    <a:pt x="16015" y="15909"/>
                    <a:pt x="16015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94"/>
                  </a:ln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E20094F3-9966-4E8E-83E8-74255CE2AADD}"/>
                </a:ext>
              </a:extLst>
            </p:cNvPr>
            <p:cNvSpPr/>
            <p:nvPr/>
          </p:nvSpPr>
          <p:spPr>
            <a:xfrm>
              <a:off x="6416503" y="4737265"/>
              <a:ext cx="31327" cy="31327"/>
            </a:xfrm>
            <a:custGeom>
              <a:avLst/>
              <a:gdLst>
                <a:gd name="connsiteX0" fmla="*/ 16100 w 21212"/>
                <a:gd name="connsiteY0" fmla="*/ 16015 h 21212"/>
                <a:gd name="connsiteX1" fmla="*/ 16100 w 21212"/>
                <a:gd name="connsiteY1" fmla="*/ 16015 h 21212"/>
                <a:gd name="connsiteX2" fmla="*/ 16100 w 21212"/>
                <a:gd name="connsiteY2" fmla="*/ 16015 h 21212"/>
                <a:gd name="connsiteX3" fmla="*/ 16015 w 21212"/>
                <a:gd name="connsiteY3" fmla="*/ 16036 h 21212"/>
                <a:gd name="connsiteX4" fmla="*/ 16015 w 21212"/>
                <a:gd name="connsiteY4" fmla="*/ 16036 h 21212"/>
                <a:gd name="connsiteX5" fmla="*/ 15994 w 21212"/>
                <a:gd name="connsiteY5" fmla="*/ 16036 h 21212"/>
                <a:gd name="connsiteX6" fmla="*/ 15994 w 21212"/>
                <a:gd name="connsiteY6" fmla="*/ 16015 h 21212"/>
                <a:gd name="connsiteX7" fmla="*/ 15909 w 21212"/>
                <a:gd name="connsiteY7" fmla="*/ 16015 h 21212"/>
                <a:gd name="connsiteX8" fmla="*/ 15909 w 21212"/>
                <a:gd name="connsiteY8" fmla="*/ 15994 h 21212"/>
                <a:gd name="connsiteX9" fmla="*/ 16015 w 21212"/>
                <a:gd name="connsiteY9" fmla="*/ 16015 h 21212"/>
                <a:gd name="connsiteX10" fmla="*/ 16015 w 21212"/>
                <a:gd name="connsiteY10" fmla="*/ 16015 h 21212"/>
                <a:gd name="connsiteX11" fmla="*/ 16100 w 21212"/>
                <a:gd name="connsiteY11" fmla="*/ 16015 h 21212"/>
                <a:gd name="connsiteX12" fmla="*/ 16100 w 21212"/>
                <a:gd name="connsiteY12" fmla="*/ 16015 h 21212"/>
                <a:gd name="connsiteX13" fmla="*/ 16100 w 21212"/>
                <a:gd name="connsiteY13" fmla="*/ 16015 h 21212"/>
                <a:gd name="connsiteX14" fmla="*/ 16100 w 21212"/>
                <a:gd name="connsiteY14" fmla="*/ 16015 h 21212"/>
                <a:gd name="connsiteX15" fmla="*/ 16100 w 21212"/>
                <a:gd name="connsiteY15" fmla="*/ 16015 h 21212"/>
                <a:gd name="connsiteX16" fmla="*/ 15994 w 21212"/>
                <a:gd name="connsiteY16" fmla="*/ 15930 h 21212"/>
                <a:gd name="connsiteX17" fmla="*/ 16015 w 21212"/>
                <a:gd name="connsiteY17" fmla="*/ 15909 h 21212"/>
                <a:gd name="connsiteX18" fmla="*/ 16142 w 21212"/>
                <a:gd name="connsiteY18" fmla="*/ 15930 h 21212"/>
                <a:gd name="connsiteX19" fmla="*/ 16142 w 21212"/>
                <a:gd name="connsiteY19" fmla="*/ 15994 h 21212"/>
                <a:gd name="connsiteX20" fmla="*/ 16142 w 21212"/>
                <a:gd name="connsiteY20" fmla="*/ 15994 h 21212"/>
                <a:gd name="connsiteX21" fmla="*/ 16142 w 21212"/>
                <a:gd name="connsiteY21" fmla="*/ 15994 h 21212"/>
                <a:gd name="connsiteX22" fmla="*/ 16142 w 21212"/>
                <a:gd name="connsiteY22" fmla="*/ 16015 h 21212"/>
                <a:gd name="connsiteX23" fmla="*/ 16142 w 21212"/>
                <a:gd name="connsiteY23" fmla="*/ 16015 h 21212"/>
                <a:gd name="connsiteX24" fmla="*/ 16100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00" y="16015"/>
                  </a:moveTo>
                  <a:cubicBezTo>
                    <a:pt x="16100" y="16015"/>
                    <a:pt x="16100" y="16015"/>
                    <a:pt x="16100" y="16015"/>
                  </a:cubicBezTo>
                  <a:cubicBezTo>
                    <a:pt x="16079" y="16015"/>
                    <a:pt x="16079" y="16036"/>
                    <a:pt x="16100" y="16015"/>
                  </a:cubicBezTo>
                  <a:cubicBezTo>
                    <a:pt x="16079" y="16036"/>
                    <a:pt x="16079" y="16036"/>
                    <a:pt x="16015" y="16036"/>
                  </a:cubicBezTo>
                  <a:lnTo>
                    <a:pt x="16015" y="16036"/>
                  </a:lnTo>
                  <a:lnTo>
                    <a:pt x="15994" y="16036"/>
                  </a:lnTo>
                  <a:cubicBezTo>
                    <a:pt x="15994" y="16036"/>
                    <a:pt x="15994" y="16036"/>
                    <a:pt x="15994" y="16015"/>
                  </a:cubicBezTo>
                  <a:lnTo>
                    <a:pt x="15909" y="16015"/>
                  </a:lnTo>
                  <a:lnTo>
                    <a:pt x="15909" y="15994"/>
                  </a:lnTo>
                  <a:lnTo>
                    <a:pt x="16015" y="16015"/>
                  </a:lnTo>
                  <a:lnTo>
                    <a:pt x="16015" y="16015"/>
                  </a:lnTo>
                  <a:cubicBezTo>
                    <a:pt x="16079" y="16015"/>
                    <a:pt x="16079" y="16015"/>
                    <a:pt x="16100" y="16015"/>
                  </a:cubicBezTo>
                  <a:cubicBezTo>
                    <a:pt x="16079" y="16015"/>
                    <a:pt x="16079" y="16015"/>
                    <a:pt x="16100" y="16015"/>
                  </a:cubicBezTo>
                  <a:lnTo>
                    <a:pt x="16100" y="16015"/>
                  </a:lnTo>
                  <a:lnTo>
                    <a:pt x="16100" y="16015"/>
                  </a:lnTo>
                  <a:lnTo>
                    <a:pt x="16100" y="16015"/>
                  </a:lnTo>
                  <a:lnTo>
                    <a:pt x="15994" y="15930"/>
                  </a:lnTo>
                  <a:lnTo>
                    <a:pt x="16015" y="15909"/>
                  </a:lnTo>
                  <a:lnTo>
                    <a:pt x="16142" y="15930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142" y="16015"/>
                  </a:cubicBezTo>
                  <a:lnTo>
                    <a:pt x="16142" y="16015"/>
                  </a:lnTo>
                  <a:lnTo>
                    <a:pt x="16100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D709045B-9F81-4D99-94DE-2AE22C777B27}"/>
                </a:ext>
              </a:extLst>
            </p:cNvPr>
            <p:cNvSpPr/>
            <p:nvPr/>
          </p:nvSpPr>
          <p:spPr>
            <a:xfrm>
              <a:off x="6416785" y="4737139"/>
              <a:ext cx="31327" cy="31327"/>
            </a:xfrm>
            <a:custGeom>
              <a:avLst/>
              <a:gdLst>
                <a:gd name="connsiteX0" fmla="*/ 15951 w 21212"/>
                <a:gd name="connsiteY0" fmla="*/ 15994 h 21212"/>
                <a:gd name="connsiteX1" fmla="*/ 15951 w 21212"/>
                <a:gd name="connsiteY1" fmla="*/ 15994 h 21212"/>
                <a:gd name="connsiteX2" fmla="*/ 15951 w 21212"/>
                <a:gd name="connsiteY2" fmla="*/ 15994 h 21212"/>
                <a:gd name="connsiteX3" fmla="*/ 15951 w 21212"/>
                <a:gd name="connsiteY3" fmla="*/ 15994 h 21212"/>
                <a:gd name="connsiteX4" fmla="*/ 15951 w 21212"/>
                <a:gd name="connsiteY4" fmla="*/ 15994 h 21212"/>
                <a:gd name="connsiteX5" fmla="*/ 16036 w 21212"/>
                <a:gd name="connsiteY5" fmla="*/ 15951 h 21212"/>
                <a:gd name="connsiteX6" fmla="*/ 16121 w 21212"/>
                <a:gd name="connsiteY6" fmla="*/ 15951 h 21212"/>
                <a:gd name="connsiteX7" fmla="*/ 16121 w 21212"/>
                <a:gd name="connsiteY7" fmla="*/ 15951 h 21212"/>
                <a:gd name="connsiteX8" fmla="*/ 16164 w 21212"/>
                <a:gd name="connsiteY8" fmla="*/ 15951 h 21212"/>
                <a:gd name="connsiteX9" fmla="*/ 16164 w 21212"/>
                <a:gd name="connsiteY9" fmla="*/ 15951 h 21212"/>
                <a:gd name="connsiteX10" fmla="*/ 16164 w 21212"/>
                <a:gd name="connsiteY10" fmla="*/ 15994 h 21212"/>
                <a:gd name="connsiteX11" fmla="*/ 16164 w 21212"/>
                <a:gd name="connsiteY11" fmla="*/ 15994 h 21212"/>
                <a:gd name="connsiteX12" fmla="*/ 16121 w 21212"/>
                <a:gd name="connsiteY12" fmla="*/ 16015 h 21212"/>
                <a:gd name="connsiteX13" fmla="*/ 16121 w 21212"/>
                <a:gd name="connsiteY13" fmla="*/ 16015 h 21212"/>
                <a:gd name="connsiteX14" fmla="*/ 16036 w 21212"/>
                <a:gd name="connsiteY14" fmla="*/ 16015 h 21212"/>
                <a:gd name="connsiteX15" fmla="*/ 16036 w 21212"/>
                <a:gd name="connsiteY15" fmla="*/ 16015 h 21212"/>
                <a:gd name="connsiteX16" fmla="*/ 16036 w 21212"/>
                <a:gd name="connsiteY16" fmla="*/ 16015 h 21212"/>
                <a:gd name="connsiteX17" fmla="*/ 15951 w 21212"/>
                <a:gd name="connsiteY17" fmla="*/ 15994 h 21212"/>
                <a:gd name="connsiteX18" fmla="*/ 16036 w 21212"/>
                <a:gd name="connsiteY18" fmla="*/ 16015 h 21212"/>
                <a:gd name="connsiteX19" fmla="*/ 16036 w 21212"/>
                <a:gd name="connsiteY19" fmla="*/ 16015 h 21212"/>
                <a:gd name="connsiteX20" fmla="*/ 16121 w 21212"/>
                <a:gd name="connsiteY20" fmla="*/ 15994 h 21212"/>
                <a:gd name="connsiteX21" fmla="*/ 16121 w 21212"/>
                <a:gd name="connsiteY21" fmla="*/ 15994 h 21212"/>
                <a:gd name="connsiteX22" fmla="*/ 16121 w 21212"/>
                <a:gd name="connsiteY22" fmla="*/ 15994 h 21212"/>
                <a:gd name="connsiteX23" fmla="*/ 16121 w 21212"/>
                <a:gd name="connsiteY23" fmla="*/ 15994 h 21212"/>
                <a:gd name="connsiteX24" fmla="*/ 16121 w 21212"/>
                <a:gd name="connsiteY24" fmla="*/ 15994 h 21212"/>
                <a:gd name="connsiteX25" fmla="*/ 16036 w 21212"/>
                <a:gd name="connsiteY25" fmla="*/ 15994 h 21212"/>
                <a:gd name="connsiteX26" fmla="*/ 16036 w 21212"/>
                <a:gd name="connsiteY26" fmla="*/ 15994 h 21212"/>
                <a:gd name="connsiteX27" fmla="*/ 15951 w 21212"/>
                <a:gd name="connsiteY27" fmla="*/ 15994 h 21212"/>
                <a:gd name="connsiteX28" fmla="*/ 15951 w 21212"/>
                <a:gd name="connsiteY28" fmla="*/ 15994 h 21212"/>
                <a:gd name="connsiteX29" fmla="*/ 15951 w 21212"/>
                <a:gd name="connsiteY29" fmla="*/ 15994 h 21212"/>
                <a:gd name="connsiteX30" fmla="*/ 15951 w 21212"/>
                <a:gd name="connsiteY30" fmla="*/ 15994 h 21212"/>
                <a:gd name="connsiteX31" fmla="*/ 15909 w 21212"/>
                <a:gd name="connsiteY31" fmla="*/ 15994 h 21212"/>
                <a:gd name="connsiteX32" fmla="*/ 15909 w 21212"/>
                <a:gd name="connsiteY32" fmla="*/ 15994 h 21212"/>
                <a:gd name="connsiteX33" fmla="*/ 15909 w 21212"/>
                <a:gd name="connsiteY33" fmla="*/ 15994 h 21212"/>
                <a:gd name="connsiteX34" fmla="*/ 15909 w 21212"/>
                <a:gd name="connsiteY34" fmla="*/ 15951 h 21212"/>
                <a:gd name="connsiteX35" fmla="*/ 15909 w 21212"/>
                <a:gd name="connsiteY35" fmla="*/ 15951 h 21212"/>
                <a:gd name="connsiteX36" fmla="*/ 15951 w 21212"/>
                <a:gd name="connsiteY36" fmla="*/ 15909 h 21212"/>
                <a:gd name="connsiteX37" fmla="*/ 15973 w 21212"/>
                <a:gd name="connsiteY37" fmla="*/ 15909 h 21212"/>
                <a:gd name="connsiteX38" fmla="*/ 15973 w 21212"/>
                <a:gd name="connsiteY38" fmla="*/ 15909 h 21212"/>
                <a:gd name="connsiteX39" fmla="*/ 15973 w 21212"/>
                <a:gd name="connsiteY39" fmla="*/ 15951 h 21212"/>
                <a:gd name="connsiteX40" fmla="*/ 15951 w 21212"/>
                <a:gd name="connsiteY40" fmla="*/ 15951 h 21212"/>
                <a:gd name="connsiteX41" fmla="*/ 15951 w 21212"/>
                <a:gd name="connsiteY41" fmla="*/ 15951 h 21212"/>
                <a:gd name="connsiteX42" fmla="*/ 15951 w 21212"/>
                <a:gd name="connsiteY42" fmla="*/ 15951 h 21212"/>
                <a:gd name="connsiteX43" fmla="*/ 15951 w 21212"/>
                <a:gd name="connsiteY43" fmla="*/ 15994 h 21212"/>
                <a:gd name="connsiteX44" fmla="*/ 15951 w 21212"/>
                <a:gd name="connsiteY4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94"/>
                  </a:move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cubicBezTo>
                    <a:pt x="15973" y="15951"/>
                    <a:pt x="15973" y="15994"/>
                    <a:pt x="15951" y="15994"/>
                  </a:cubicBezTo>
                  <a:cubicBezTo>
                    <a:pt x="15973" y="15951"/>
                    <a:pt x="16036" y="15951"/>
                    <a:pt x="16036" y="15951"/>
                  </a:cubicBezTo>
                  <a:cubicBezTo>
                    <a:pt x="16036" y="15951"/>
                    <a:pt x="16036" y="15951"/>
                    <a:pt x="16121" y="15951"/>
                  </a:cubicBezTo>
                  <a:lnTo>
                    <a:pt x="16121" y="15951"/>
                  </a:lnTo>
                  <a:cubicBezTo>
                    <a:pt x="16121" y="15951"/>
                    <a:pt x="16121" y="15951"/>
                    <a:pt x="16164" y="15951"/>
                  </a:cubicBezTo>
                  <a:lnTo>
                    <a:pt x="16164" y="15951"/>
                  </a:ln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cubicBezTo>
                    <a:pt x="16121" y="15994"/>
                    <a:pt x="16121" y="16015"/>
                    <a:pt x="16121" y="16015"/>
                  </a:cubicBezTo>
                  <a:lnTo>
                    <a:pt x="16121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5951" y="15994"/>
                  </a:lnTo>
                  <a:cubicBezTo>
                    <a:pt x="15973" y="16015"/>
                    <a:pt x="15973" y="16015"/>
                    <a:pt x="16036" y="16015"/>
                  </a:cubicBezTo>
                  <a:lnTo>
                    <a:pt x="16036" y="16015"/>
                  </a:lnTo>
                  <a:cubicBezTo>
                    <a:pt x="16121" y="16015"/>
                    <a:pt x="16121" y="15994"/>
                    <a:pt x="16121" y="15994"/>
                  </a:cubicBez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09" y="15994"/>
                  </a:lnTo>
                  <a:cubicBezTo>
                    <a:pt x="15909" y="15951"/>
                    <a:pt x="15909" y="15951"/>
                    <a:pt x="15909" y="15951"/>
                  </a:cubicBezTo>
                  <a:lnTo>
                    <a:pt x="15909" y="15951"/>
                  </a:lnTo>
                  <a:cubicBezTo>
                    <a:pt x="15951" y="15951"/>
                    <a:pt x="15951" y="15951"/>
                    <a:pt x="15951" y="15909"/>
                  </a:cubicBez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51"/>
                    <a:pt x="15973" y="15951"/>
                    <a:pt x="15973" y="15951"/>
                  </a:cubicBezTo>
                  <a:cubicBezTo>
                    <a:pt x="15951" y="15951"/>
                    <a:pt x="15951" y="15951"/>
                    <a:pt x="15951" y="15951"/>
                  </a:cubicBezTo>
                  <a:lnTo>
                    <a:pt x="15951" y="15951"/>
                  </a:lnTo>
                  <a:lnTo>
                    <a:pt x="15951" y="15951"/>
                  </a:lnTo>
                  <a:lnTo>
                    <a:pt x="15951" y="15994"/>
                  </a:lnTo>
                  <a:lnTo>
                    <a:pt x="15951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7241781E-8C78-45FE-BB11-BA69AB41EBB0}"/>
                </a:ext>
              </a:extLst>
            </p:cNvPr>
            <p:cNvSpPr/>
            <p:nvPr/>
          </p:nvSpPr>
          <p:spPr>
            <a:xfrm>
              <a:off x="6416972" y="4737045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185 w 21212"/>
                <a:gd name="connsiteY1" fmla="*/ 15909 h 21212"/>
                <a:gd name="connsiteX2" fmla="*/ 16206 w 21212"/>
                <a:gd name="connsiteY2" fmla="*/ 15952 h 21212"/>
                <a:gd name="connsiteX3" fmla="*/ 16206 w 21212"/>
                <a:gd name="connsiteY3" fmla="*/ 15952 h 21212"/>
                <a:gd name="connsiteX4" fmla="*/ 16206 w 21212"/>
                <a:gd name="connsiteY4" fmla="*/ 15973 h 21212"/>
                <a:gd name="connsiteX5" fmla="*/ 16206 w 21212"/>
                <a:gd name="connsiteY5" fmla="*/ 15973 h 21212"/>
                <a:gd name="connsiteX6" fmla="*/ 16185 w 21212"/>
                <a:gd name="connsiteY6" fmla="*/ 15973 h 21212"/>
                <a:gd name="connsiteX7" fmla="*/ 16185 w 21212"/>
                <a:gd name="connsiteY7" fmla="*/ 15973 h 21212"/>
                <a:gd name="connsiteX8" fmla="*/ 16121 w 21212"/>
                <a:gd name="connsiteY8" fmla="*/ 16015 h 21212"/>
                <a:gd name="connsiteX9" fmla="*/ 16121 w 21212"/>
                <a:gd name="connsiteY9" fmla="*/ 16015 h 21212"/>
                <a:gd name="connsiteX10" fmla="*/ 16206 w 21212"/>
                <a:gd name="connsiteY10" fmla="*/ 16015 h 21212"/>
                <a:gd name="connsiteX11" fmla="*/ 16185 w 21212"/>
                <a:gd name="connsiteY11" fmla="*/ 16058 h 21212"/>
                <a:gd name="connsiteX12" fmla="*/ 15909 w 21212"/>
                <a:gd name="connsiteY12" fmla="*/ 15952 h 21212"/>
                <a:gd name="connsiteX13" fmla="*/ 15909 w 21212"/>
                <a:gd name="connsiteY13" fmla="*/ 15952 h 21212"/>
                <a:gd name="connsiteX14" fmla="*/ 15994 w 21212"/>
                <a:gd name="connsiteY14" fmla="*/ 15952 h 21212"/>
                <a:gd name="connsiteX15" fmla="*/ 15994 w 21212"/>
                <a:gd name="connsiteY15" fmla="*/ 15952 h 21212"/>
                <a:gd name="connsiteX16" fmla="*/ 15994 w 21212"/>
                <a:gd name="connsiteY16" fmla="*/ 15952 h 21212"/>
                <a:gd name="connsiteX17" fmla="*/ 15994 w 21212"/>
                <a:gd name="connsiteY17" fmla="*/ 15952 h 21212"/>
                <a:gd name="connsiteX18" fmla="*/ 15994 w 21212"/>
                <a:gd name="connsiteY18" fmla="*/ 15952 h 21212"/>
                <a:gd name="connsiteX19" fmla="*/ 16036 w 21212"/>
                <a:gd name="connsiteY19" fmla="*/ 15909 h 21212"/>
                <a:gd name="connsiteX20" fmla="*/ 16079 w 21212"/>
                <a:gd name="connsiteY20" fmla="*/ 15909 h 21212"/>
                <a:gd name="connsiteX21" fmla="*/ 16079 w 21212"/>
                <a:gd name="connsiteY21" fmla="*/ 15909 h 21212"/>
                <a:gd name="connsiteX22" fmla="*/ 16185 w 21212"/>
                <a:gd name="connsiteY22" fmla="*/ 15909 h 21212"/>
                <a:gd name="connsiteX23" fmla="*/ 16185 w 21212"/>
                <a:gd name="connsiteY23" fmla="*/ 15909 h 21212"/>
                <a:gd name="connsiteX24" fmla="*/ 16185 w 21212"/>
                <a:gd name="connsiteY24" fmla="*/ 15952 h 21212"/>
                <a:gd name="connsiteX25" fmla="*/ 16121 w 21212"/>
                <a:gd name="connsiteY25" fmla="*/ 15909 h 21212"/>
                <a:gd name="connsiteX26" fmla="*/ 16079 w 21212"/>
                <a:gd name="connsiteY26" fmla="*/ 15909 h 21212"/>
                <a:gd name="connsiteX27" fmla="*/ 16079 w 21212"/>
                <a:gd name="connsiteY27" fmla="*/ 15909 h 21212"/>
                <a:gd name="connsiteX28" fmla="*/ 16036 w 21212"/>
                <a:gd name="connsiteY28" fmla="*/ 15952 h 21212"/>
                <a:gd name="connsiteX29" fmla="*/ 16036 w 21212"/>
                <a:gd name="connsiteY29" fmla="*/ 15952 h 21212"/>
                <a:gd name="connsiteX30" fmla="*/ 16036 w 21212"/>
                <a:gd name="connsiteY30" fmla="*/ 15952 h 21212"/>
                <a:gd name="connsiteX31" fmla="*/ 16036 w 21212"/>
                <a:gd name="connsiteY31" fmla="*/ 15952 h 21212"/>
                <a:gd name="connsiteX32" fmla="*/ 16036 w 21212"/>
                <a:gd name="connsiteY32" fmla="*/ 15973 h 21212"/>
                <a:gd name="connsiteX33" fmla="*/ 16079 w 21212"/>
                <a:gd name="connsiteY33" fmla="*/ 15973 h 21212"/>
                <a:gd name="connsiteX34" fmla="*/ 16121 w 21212"/>
                <a:gd name="connsiteY34" fmla="*/ 15973 h 21212"/>
                <a:gd name="connsiteX35" fmla="*/ 16185 w 21212"/>
                <a:gd name="connsiteY35" fmla="*/ 15952 h 21212"/>
                <a:gd name="connsiteX36" fmla="*/ 16185 w 21212"/>
                <a:gd name="connsiteY36" fmla="*/ 15952 h 21212"/>
                <a:gd name="connsiteX37" fmla="*/ 16185 w 21212"/>
                <a:gd name="connsiteY37" fmla="*/ 15952 h 21212"/>
                <a:gd name="connsiteX38" fmla="*/ 16185 w 21212"/>
                <a:gd name="connsiteY38" fmla="*/ 15952 h 21212"/>
                <a:gd name="connsiteX39" fmla="*/ 16185 w 21212"/>
                <a:gd name="connsiteY39" fmla="*/ 1595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cubicBezTo>
                    <a:pt x="16206" y="15909"/>
                    <a:pt x="16206" y="15909"/>
                    <a:pt x="16185" y="15909"/>
                  </a:cubicBezTo>
                  <a:cubicBezTo>
                    <a:pt x="16206" y="15952"/>
                    <a:pt x="16206" y="15952"/>
                    <a:pt x="16206" y="15952"/>
                  </a:cubicBezTo>
                  <a:lnTo>
                    <a:pt x="16206" y="15952"/>
                  </a:lnTo>
                  <a:cubicBezTo>
                    <a:pt x="16206" y="15952"/>
                    <a:pt x="16206" y="15952"/>
                    <a:pt x="16206" y="15973"/>
                  </a:cubicBezTo>
                  <a:lnTo>
                    <a:pt x="16206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206" y="16015"/>
                  </a:lnTo>
                  <a:lnTo>
                    <a:pt x="16185" y="16058"/>
                  </a:lnTo>
                  <a:lnTo>
                    <a:pt x="15909" y="15952"/>
                  </a:lnTo>
                  <a:lnTo>
                    <a:pt x="15909" y="15952"/>
                  </a:lnTo>
                  <a:lnTo>
                    <a:pt x="15994" y="15952"/>
                  </a:lnTo>
                  <a:lnTo>
                    <a:pt x="15994" y="15952"/>
                  </a:lnTo>
                  <a:lnTo>
                    <a:pt x="15994" y="15952"/>
                  </a:lnTo>
                  <a:lnTo>
                    <a:pt x="15994" y="15952"/>
                  </a:lnTo>
                  <a:lnTo>
                    <a:pt x="15994" y="15952"/>
                  </a:lnTo>
                  <a:cubicBezTo>
                    <a:pt x="16036" y="15909"/>
                    <a:pt x="16036" y="15909"/>
                    <a:pt x="16036" y="15909"/>
                  </a:cubicBezTo>
                  <a:cubicBezTo>
                    <a:pt x="16036" y="15909"/>
                    <a:pt x="16036" y="15909"/>
                    <a:pt x="16079" y="15909"/>
                  </a:cubicBezTo>
                  <a:lnTo>
                    <a:pt x="16079" y="15909"/>
                  </a:lnTo>
                  <a:cubicBezTo>
                    <a:pt x="16121" y="15909"/>
                    <a:pt x="16121" y="15909"/>
                    <a:pt x="16185" y="15909"/>
                  </a:cubicBezTo>
                  <a:lnTo>
                    <a:pt x="16185" y="15909"/>
                  </a:lnTo>
                  <a:close/>
                  <a:moveTo>
                    <a:pt x="16185" y="15952"/>
                  </a:moveTo>
                  <a:cubicBezTo>
                    <a:pt x="16185" y="15909"/>
                    <a:pt x="16121" y="15909"/>
                    <a:pt x="16121" y="15909"/>
                  </a:cubicBezTo>
                  <a:cubicBezTo>
                    <a:pt x="16121" y="15909"/>
                    <a:pt x="16121" y="15909"/>
                    <a:pt x="16079" y="15909"/>
                  </a:cubicBezTo>
                  <a:lnTo>
                    <a:pt x="16079" y="15909"/>
                  </a:lnTo>
                  <a:cubicBezTo>
                    <a:pt x="16036" y="15909"/>
                    <a:pt x="16036" y="15909"/>
                    <a:pt x="16036" y="15952"/>
                  </a:cubicBezTo>
                  <a:lnTo>
                    <a:pt x="16036" y="15952"/>
                  </a:lnTo>
                  <a:lnTo>
                    <a:pt x="16036" y="15952"/>
                  </a:lnTo>
                  <a:lnTo>
                    <a:pt x="16036" y="15952"/>
                  </a:lnTo>
                  <a:cubicBezTo>
                    <a:pt x="16036" y="15952"/>
                    <a:pt x="16036" y="15952"/>
                    <a:pt x="16036" y="15973"/>
                  </a:cubicBezTo>
                  <a:lnTo>
                    <a:pt x="16079" y="15973"/>
                  </a:lnTo>
                  <a:cubicBezTo>
                    <a:pt x="16121" y="15973"/>
                    <a:pt x="16121" y="15973"/>
                    <a:pt x="16121" y="15973"/>
                  </a:cubicBezTo>
                  <a:cubicBezTo>
                    <a:pt x="16185" y="15973"/>
                    <a:pt x="16185" y="15973"/>
                    <a:pt x="16185" y="15952"/>
                  </a:cubicBezTo>
                  <a:lnTo>
                    <a:pt x="16185" y="15952"/>
                  </a:lnTo>
                  <a:cubicBezTo>
                    <a:pt x="16185" y="15973"/>
                    <a:pt x="16185" y="15973"/>
                    <a:pt x="16185" y="15952"/>
                  </a:cubicBezTo>
                  <a:lnTo>
                    <a:pt x="16185" y="15952"/>
                  </a:lnTo>
                  <a:lnTo>
                    <a:pt x="16185" y="15952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078D80E-960D-4ACE-AEC5-6C33F5B7F15B}"/>
                </a:ext>
              </a:extLst>
            </p:cNvPr>
            <p:cNvSpPr/>
            <p:nvPr/>
          </p:nvSpPr>
          <p:spPr>
            <a:xfrm>
              <a:off x="6417380" y="4736795"/>
              <a:ext cx="31327" cy="31327"/>
            </a:xfrm>
            <a:custGeom>
              <a:avLst/>
              <a:gdLst>
                <a:gd name="connsiteX0" fmla="*/ 16100 w 21212"/>
                <a:gd name="connsiteY0" fmla="*/ 15973 h 21212"/>
                <a:gd name="connsiteX1" fmla="*/ 16100 w 21212"/>
                <a:gd name="connsiteY1" fmla="*/ 15973 h 21212"/>
                <a:gd name="connsiteX2" fmla="*/ 16185 w 21212"/>
                <a:gd name="connsiteY2" fmla="*/ 15930 h 21212"/>
                <a:gd name="connsiteX3" fmla="*/ 16185 w 21212"/>
                <a:gd name="connsiteY3" fmla="*/ 15930 h 21212"/>
                <a:gd name="connsiteX4" fmla="*/ 16185 w 21212"/>
                <a:gd name="connsiteY4" fmla="*/ 15973 h 21212"/>
                <a:gd name="connsiteX5" fmla="*/ 16100 w 21212"/>
                <a:gd name="connsiteY5" fmla="*/ 15973 h 21212"/>
                <a:gd name="connsiteX6" fmla="*/ 16036 w 21212"/>
                <a:gd name="connsiteY6" fmla="*/ 15973 h 21212"/>
                <a:gd name="connsiteX7" fmla="*/ 16015 w 21212"/>
                <a:gd name="connsiteY7" fmla="*/ 16079 h 21212"/>
                <a:gd name="connsiteX8" fmla="*/ 15951 w 21212"/>
                <a:gd name="connsiteY8" fmla="*/ 16079 h 21212"/>
                <a:gd name="connsiteX9" fmla="*/ 15930 w 21212"/>
                <a:gd name="connsiteY9" fmla="*/ 16079 h 21212"/>
                <a:gd name="connsiteX10" fmla="*/ 15930 w 21212"/>
                <a:gd name="connsiteY10" fmla="*/ 15973 h 21212"/>
                <a:gd name="connsiteX11" fmla="*/ 15909 w 21212"/>
                <a:gd name="connsiteY11" fmla="*/ 15973 h 21212"/>
                <a:gd name="connsiteX12" fmla="*/ 15930 w 21212"/>
                <a:gd name="connsiteY12" fmla="*/ 15930 h 21212"/>
                <a:gd name="connsiteX13" fmla="*/ 15930 w 21212"/>
                <a:gd name="connsiteY13" fmla="*/ 15909 h 21212"/>
                <a:gd name="connsiteX14" fmla="*/ 15951 w 21212"/>
                <a:gd name="connsiteY14" fmla="*/ 15909 h 21212"/>
                <a:gd name="connsiteX15" fmla="*/ 16015 w 21212"/>
                <a:gd name="connsiteY15" fmla="*/ 15909 h 21212"/>
                <a:gd name="connsiteX16" fmla="*/ 16036 w 21212"/>
                <a:gd name="connsiteY16" fmla="*/ 15909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100 w 21212"/>
                <a:gd name="connsiteY19" fmla="*/ 15909 h 21212"/>
                <a:gd name="connsiteX20" fmla="*/ 15951 w 21212"/>
                <a:gd name="connsiteY20" fmla="*/ 15973 h 21212"/>
                <a:gd name="connsiteX21" fmla="*/ 16015 w 21212"/>
                <a:gd name="connsiteY21" fmla="*/ 15973 h 21212"/>
                <a:gd name="connsiteX22" fmla="*/ 16015 w 21212"/>
                <a:gd name="connsiteY22" fmla="*/ 15973 h 21212"/>
                <a:gd name="connsiteX23" fmla="*/ 16036 w 21212"/>
                <a:gd name="connsiteY23" fmla="*/ 15973 h 21212"/>
                <a:gd name="connsiteX24" fmla="*/ 16100 w 21212"/>
                <a:gd name="connsiteY24" fmla="*/ 15973 h 21212"/>
                <a:gd name="connsiteX25" fmla="*/ 15930 w 21212"/>
                <a:gd name="connsiteY25" fmla="*/ 15930 h 21212"/>
                <a:gd name="connsiteX26" fmla="*/ 15930 w 21212"/>
                <a:gd name="connsiteY26" fmla="*/ 15930 h 21212"/>
                <a:gd name="connsiteX27" fmla="*/ 15930 w 21212"/>
                <a:gd name="connsiteY27" fmla="*/ 15973 h 21212"/>
                <a:gd name="connsiteX28" fmla="*/ 15930 w 21212"/>
                <a:gd name="connsiteY28" fmla="*/ 15973 h 21212"/>
                <a:gd name="connsiteX29" fmla="*/ 15951 w 21212"/>
                <a:gd name="connsiteY29" fmla="*/ 15973 h 21212"/>
                <a:gd name="connsiteX30" fmla="*/ 16036 w 21212"/>
                <a:gd name="connsiteY30" fmla="*/ 15909 h 21212"/>
                <a:gd name="connsiteX31" fmla="*/ 16015 w 21212"/>
                <a:gd name="connsiteY31" fmla="*/ 15909 h 21212"/>
                <a:gd name="connsiteX32" fmla="*/ 16015 w 21212"/>
                <a:gd name="connsiteY32" fmla="*/ 15909 h 21212"/>
                <a:gd name="connsiteX33" fmla="*/ 15930 w 21212"/>
                <a:gd name="connsiteY33" fmla="*/ 15930 h 21212"/>
                <a:gd name="connsiteX34" fmla="*/ 15930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5973"/>
                  </a:moveTo>
                  <a:lnTo>
                    <a:pt x="16100" y="15973"/>
                  </a:lnTo>
                  <a:lnTo>
                    <a:pt x="16185" y="15930"/>
                  </a:lnTo>
                  <a:lnTo>
                    <a:pt x="16185" y="15930"/>
                  </a:lnTo>
                  <a:cubicBezTo>
                    <a:pt x="16185" y="15973"/>
                    <a:pt x="16185" y="15973"/>
                    <a:pt x="16185" y="15973"/>
                  </a:cubicBezTo>
                  <a:cubicBezTo>
                    <a:pt x="16185" y="15973"/>
                    <a:pt x="16164" y="15973"/>
                    <a:pt x="16100" y="15973"/>
                  </a:cubicBezTo>
                  <a:cubicBezTo>
                    <a:pt x="16100" y="15973"/>
                    <a:pt x="16100" y="15973"/>
                    <a:pt x="16036" y="15973"/>
                  </a:cubicBezTo>
                  <a:cubicBezTo>
                    <a:pt x="16036" y="16079"/>
                    <a:pt x="16036" y="16079"/>
                    <a:pt x="16015" y="16079"/>
                  </a:cubicBezTo>
                  <a:cubicBezTo>
                    <a:pt x="16015" y="16079"/>
                    <a:pt x="16015" y="16079"/>
                    <a:pt x="15951" y="16079"/>
                  </a:cubicBezTo>
                  <a:lnTo>
                    <a:pt x="15930" y="16079"/>
                  </a:lnTo>
                  <a:cubicBezTo>
                    <a:pt x="15930" y="15973"/>
                    <a:pt x="15930" y="15973"/>
                    <a:pt x="15930" y="15973"/>
                  </a:cubicBezTo>
                  <a:cubicBezTo>
                    <a:pt x="15909" y="15973"/>
                    <a:pt x="15909" y="15973"/>
                    <a:pt x="15909" y="15973"/>
                  </a:cubicBezTo>
                  <a:cubicBezTo>
                    <a:pt x="15909" y="15973"/>
                    <a:pt x="15909" y="15930"/>
                    <a:pt x="15930" y="15930"/>
                  </a:cubicBezTo>
                  <a:lnTo>
                    <a:pt x="15930" y="15909"/>
                  </a:lnTo>
                  <a:lnTo>
                    <a:pt x="15951" y="15909"/>
                  </a:lnTo>
                  <a:lnTo>
                    <a:pt x="16015" y="15909"/>
                  </a:lnTo>
                  <a:cubicBezTo>
                    <a:pt x="16015" y="15909"/>
                    <a:pt x="16015" y="15909"/>
                    <a:pt x="16036" y="15909"/>
                  </a:cubicBezTo>
                  <a:cubicBezTo>
                    <a:pt x="16036" y="15909"/>
                    <a:pt x="16036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5951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100" y="15973"/>
                  </a:lnTo>
                  <a:close/>
                  <a:moveTo>
                    <a:pt x="15930" y="15930"/>
                  </a:moveTo>
                  <a:lnTo>
                    <a:pt x="15930" y="15930"/>
                  </a:lnTo>
                  <a:cubicBezTo>
                    <a:pt x="15930" y="15930"/>
                    <a:pt x="15930" y="15930"/>
                    <a:pt x="15930" y="15973"/>
                  </a:cubicBezTo>
                  <a:lnTo>
                    <a:pt x="15930" y="15973"/>
                  </a:lnTo>
                  <a:cubicBezTo>
                    <a:pt x="15930" y="15973"/>
                    <a:pt x="15930" y="15973"/>
                    <a:pt x="15951" y="15973"/>
                  </a:cubicBezTo>
                  <a:lnTo>
                    <a:pt x="16036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5951" y="15909"/>
                    <a:pt x="15951" y="15909"/>
                    <a:pt x="15930" y="15930"/>
                  </a:cubicBezTo>
                  <a:cubicBezTo>
                    <a:pt x="15951" y="15909"/>
                    <a:pt x="15951" y="15909"/>
                    <a:pt x="15930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35425AB7-1B30-4377-B3D8-92F09B56336B}"/>
                </a:ext>
              </a:extLst>
            </p:cNvPr>
            <p:cNvSpPr/>
            <p:nvPr/>
          </p:nvSpPr>
          <p:spPr>
            <a:xfrm>
              <a:off x="6417568" y="4736637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5973 w 21212"/>
                <a:gd name="connsiteY1" fmla="*/ 15973 h 21212"/>
                <a:gd name="connsiteX2" fmla="*/ 15973 w 21212"/>
                <a:gd name="connsiteY2" fmla="*/ 15973 h 21212"/>
                <a:gd name="connsiteX3" fmla="*/ 15973 w 21212"/>
                <a:gd name="connsiteY3" fmla="*/ 15930 h 21212"/>
                <a:gd name="connsiteX4" fmla="*/ 16058 w 21212"/>
                <a:gd name="connsiteY4" fmla="*/ 15930 h 21212"/>
                <a:gd name="connsiteX5" fmla="*/ 16058 w 21212"/>
                <a:gd name="connsiteY5" fmla="*/ 15930 h 21212"/>
                <a:gd name="connsiteX6" fmla="*/ 16058 w 21212"/>
                <a:gd name="connsiteY6" fmla="*/ 15909 h 21212"/>
                <a:gd name="connsiteX7" fmla="*/ 16058 w 21212"/>
                <a:gd name="connsiteY7" fmla="*/ 15909 h 21212"/>
                <a:gd name="connsiteX8" fmla="*/ 16121 w 21212"/>
                <a:gd name="connsiteY8" fmla="*/ 15909 h 21212"/>
                <a:gd name="connsiteX9" fmla="*/ 16121 w 21212"/>
                <a:gd name="connsiteY9" fmla="*/ 15909 h 21212"/>
                <a:gd name="connsiteX10" fmla="*/ 16248 w 21212"/>
                <a:gd name="connsiteY10" fmla="*/ 15973 h 21212"/>
                <a:gd name="connsiteX11" fmla="*/ 16185 w 21212"/>
                <a:gd name="connsiteY11" fmla="*/ 15973 h 21212"/>
                <a:gd name="connsiteX12" fmla="*/ 16121 w 21212"/>
                <a:gd name="connsiteY12" fmla="*/ 15930 h 21212"/>
                <a:gd name="connsiteX13" fmla="*/ 16058 w 21212"/>
                <a:gd name="connsiteY13" fmla="*/ 15930 h 21212"/>
                <a:gd name="connsiteX14" fmla="*/ 16058 w 21212"/>
                <a:gd name="connsiteY14" fmla="*/ 15930 h 21212"/>
                <a:gd name="connsiteX15" fmla="*/ 16058 w 21212"/>
                <a:gd name="connsiteY15" fmla="*/ 15930 h 21212"/>
                <a:gd name="connsiteX16" fmla="*/ 16058 w 21212"/>
                <a:gd name="connsiteY16" fmla="*/ 15973 h 21212"/>
                <a:gd name="connsiteX17" fmla="*/ 16121 w 21212"/>
                <a:gd name="connsiteY17" fmla="*/ 16015 h 21212"/>
                <a:gd name="connsiteX18" fmla="*/ 16121 w 21212"/>
                <a:gd name="connsiteY18" fmla="*/ 16015 h 21212"/>
                <a:gd name="connsiteX19" fmla="*/ 15909 w 21212"/>
                <a:gd name="connsiteY19" fmla="*/ 15973 h 21212"/>
                <a:gd name="connsiteX20" fmla="*/ 15973 w 21212"/>
                <a:gd name="connsiteY20" fmla="*/ 15973 h 21212"/>
                <a:gd name="connsiteX21" fmla="*/ 15973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lnTo>
                    <a:pt x="15973" y="15973"/>
                  </a:lnTo>
                  <a:lnTo>
                    <a:pt x="15973" y="15973"/>
                  </a:lnTo>
                  <a:cubicBezTo>
                    <a:pt x="15973" y="15930"/>
                    <a:pt x="15973" y="15930"/>
                    <a:pt x="15973" y="15930"/>
                  </a:cubicBezTo>
                  <a:cubicBezTo>
                    <a:pt x="16058" y="15930"/>
                    <a:pt x="16058" y="15930"/>
                    <a:pt x="16058" y="15930"/>
                  </a:cubicBezTo>
                  <a:lnTo>
                    <a:pt x="16058" y="15930"/>
                  </a:lnTo>
                  <a:cubicBezTo>
                    <a:pt x="16058" y="15909"/>
                    <a:pt x="16058" y="15909"/>
                    <a:pt x="16058" y="15909"/>
                  </a:cubicBezTo>
                  <a:lnTo>
                    <a:pt x="16058" y="15909"/>
                  </a:lnTo>
                  <a:cubicBezTo>
                    <a:pt x="16121" y="15909"/>
                    <a:pt x="16121" y="15909"/>
                    <a:pt x="16121" y="15909"/>
                  </a:cubicBezTo>
                  <a:lnTo>
                    <a:pt x="16121" y="15909"/>
                  </a:lnTo>
                  <a:lnTo>
                    <a:pt x="16248" y="15973"/>
                  </a:lnTo>
                  <a:lnTo>
                    <a:pt x="16185" y="15973"/>
                  </a:lnTo>
                  <a:lnTo>
                    <a:pt x="16121" y="15930"/>
                  </a:lnTo>
                  <a:lnTo>
                    <a:pt x="16058" y="15930"/>
                  </a:lnTo>
                  <a:lnTo>
                    <a:pt x="16058" y="15930"/>
                  </a:lnTo>
                  <a:lnTo>
                    <a:pt x="16058" y="15930"/>
                  </a:lnTo>
                  <a:cubicBezTo>
                    <a:pt x="16058" y="15973"/>
                    <a:pt x="16058" y="15973"/>
                    <a:pt x="16058" y="15973"/>
                  </a:cubicBezTo>
                  <a:lnTo>
                    <a:pt x="16121" y="16015"/>
                  </a:lnTo>
                  <a:lnTo>
                    <a:pt x="16121" y="16015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9CB259-E281-42E7-8739-DB5A41351559}"/>
                </a:ext>
              </a:extLst>
            </p:cNvPr>
            <p:cNvSpPr/>
            <p:nvPr/>
          </p:nvSpPr>
          <p:spPr>
            <a:xfrm>
              <a:off x="6417882" y="4736388"/>
              <a:ext cx="31327" cy="31327"/>
            </a:xfrm>
            <a:custGeom>
              <a:avLst/>
              <a:gdLst>
                <a:gd name="connsiteX0" fmla="*/ 15951 w 21212"/>
                <a:gd name="connsiteY0" fmla="*/ 16079 h 21212"/>
                <a:gd name="connsiteX1" fmla="*/ 15951 w 21212"/>
                <a:gd name="connsiteY1" fmla="*/ 16079 h 21212"/>
                <a:gd name="connsiteX2" fmla="*/ 15909 w 21212"/>
                <a:gd name="connsiteY2" fmla="*/ 16079 h 21212"/>
                <a:gd name="connsiteX3" fmla="*/ 15909 w 21212"/>
                <a:gd name="connsiteY3" fmla="*/ 15994 h 21212"/>
                <a:gd name="connsiteX4" fmla="*/ 15909 w 21212"/>
                <a:gd name="connsiteY4" fmla="*/ 15994 h 21212"/>
                <a:gd name="connsiteX5" fmla="*/ 15951 w 21212"/>
                <a:gd name="connsiteY5" fmla="*/ 15973 h 21212"/>
                <a:gd name="connsiteX6" fmla="*/ 15951 w 21212"/>
                <a:gd name="connsiteY6" fmla="*/ 15973 h 21212"/>
                <a:gd name="connsiteX7" fmla="*/ 16015 w 21212"/>
                <a:gd name="connsiteY7" fmla="*/ 15973 h 21212"/>
                <a:gd name="connsiteX8" fmla="*/ 16015 w 21212"/>
                <a:gd name="connsiteY8" fmla="*/ 15973 h 21212"/>
                <a:gd name="connsiteX9" fmla="*/ 16015 w 21212"/>
                <a:gd name="connsiteY9" fmla="*/ 15973 h 21212"/>
                <a:gd name="connsiteX10" fmla="*/ 15951 w 21212"/>
                <a:gd name="connsiteY10" fmla="*/ 15909 h 21212"/>
                <a:gd name="connsiteX11" fmla="*/ 15951 w 21212"/>
                <a:gd name="connsiteY11" fmla="*/ 15909 h 21212"/>
                <a:gd name="connsiteX12" fmla="*/ 16185 w 21212"/>
                <a:gd name="connsiteY12" fmla="*/ 15994 h 21212"/>
                <a:gd name="connsiteX13" fmla="*/ 16121 w 21212"/>
                <a:gd name="connsiteY13" fmla="*/ 15994 h 21212"/>
                <a:gd name="connsiteX14" fmla="*/ 16121 w 21212"/>
                <a:gd name="connsiteY14" fmla="*/ 15994 h 21212"/>
                <a:gd name="connsiteX15" fmla="*/ 16121 w 21212"/>
                <a:gd name="connsiteY15" fmla="*/ 15994 h 21212"/>
                <a:gd name="connsiteX16" fmla="*/ 16121 w 21212"/>
                <a:gd name="connsiteY16" fmla="*/ 15994 h 21212"/>
                <a:gd name="connsiteX17" fmla="*/ 16121 w 21212"/>
                <a:gd name="connsiteY17" fmla="*/ 15994 h 21212"/>
                <a:gd name="connsiteX18" fmla="*/ 16100 w 21212"/>
                <a:gd name="connsiteY18" fmla="*/ 16079 h 21212"/>
                <a:gd name="connsiteX19" fmla="*/ 16100 w 21212"/>
                <a:gd name="connsiteY19" fmla="*/ 16079 h 21212"/>
                <a:gd name="connsiteX20" fmla="*/ 16057 w 21212"/>
                <a:gd name="connsiteY20" fmla="*/ 16079 h 21212"/>
                <a:gd name="connsiteX21" fmla="*/ 16057 w 21212"/>
                <a:gd name="connsiteY21" fmla="*/ 16079 h 21212"/>
                <a:gd name="connsiteX22" fmla="*/ 16015 w 21212"/>
                <a:gd name="connsiteY22" fmla="*/ 16079 h 21212"/>
                <a:gd name="connsiteX23" fmla="*/ 15951 w 21212"/>
                <a:gd name="connsiteY23" fmla="*/ 16079 h 21212"/>
                <a:gd name="connsiteX24" fmla="*/ 16015 w 21212"/>
                <a:gd name="connsiteY24" fmla="*/ 16079 h 21212"/>
                <a:gd name="connsiteX25" fmla="*/ 16015 w 21212"/>
                <a:gd name="connsiteY25" fmla="*/ 16079 h 21212"/>
                <a:gd name="connsiteX26" fmla="*/ 16015 w 21212"/>
                <a:gd name="connsiteY26" fmla="*/ 16079 h 21212"/>
                <a:gd name="connsiteX27" fmla="*/ 16057 w 21212"/>
                <a:gd name="connsiteY27" fmla="*/ 16079 h 21212"/>
                <a:gd name="connsiteX28" fmla="*/ 16100 w 21212"/>
                <a:gd name="connsiteY28" fmla="*/ 16079 h 21212"/>
                <a:gd name="connsiteX29" fmla="*/ 16100 w 21212"/>
                <a:gd name="connsiteY29" fmla="*/ 16079 h 21212"/>
                <a:gd name="connsiteX30" fmla="*/ 16100 w 21212"/>
                <a:gd name="connsiteY30" fmla="*/ 15994 h 21212"/>
                <a:gd name="connsiteX31" fmla="*/ 16100 w 21212"/>
                <a:gd name="connsiteY31" fmla="*/ 15994 h 21212"/>
                <a:gd name="connsiteX32" fmla="*/ 16100 w 21212"/>
                <a:gd name="connsiteY32" fmla="*/ 15994 h 21212"/>
                <a:gd name="connsiteX33" fmla="*/ 16015 w 21212"/>
                <a:gd name="connsiteY33" fmla="*/ 15973 h 21212"/>
                <a:gd name="connsiteX34" fmla="*/ 16015 w 21212"/>
                <a:gd name="connsiteY34" fmla="*/ 15973 h 21212"/>
                <a:gd name="connsiteX35" fmla="*/ 16015 w 21212"/>
                <a:gd name="connsiteY35" fmla="*/ 15973 h 21212"/>
                <a:gd name="connsiteX36" fmla="*/ 15951 w 21212"/>
                <a:gd name="connsiteY36" fmla="*/ 15973 h 21212"/>
                <a:gd name="connsiteX37" fmla="*/ 15951 w 21212"/>
                <a:gd name="connsiteY37" fmla="*/ 15994 h 21212"/>
                <a:gd name="connsiteX38" fmla="*/ 15951 w 21212"/>
                <a:gd name="connsiteY38" fmla="*/ 15994 h 21212"/>
                <a:gd name="connsiteX39" fmla="*/ 16015 w 21212"/>
                <a:gd name="connsiteY3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51" y="16079"/>
                  </a:moveTo>
                  <a:lnTo>
                    <a:pt x="15951" y="16079"/>
                  </a:lnTo>
                  <a:cubicBezTo>
                    <a:pt x="15951" y="16079"/>
                    <a:pt x="15951" y="16079"/>
                    <a:pt x="15909" y="16079"/>
                  </a:cubicBez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94"/>
                  </a:lnTo>
                  <a:cubicBezTo>
                    <a:pt x="15951" y="15973"/>
                    <a:pt x="15951" y="15973"/>
                    <a:pt x="15951" y="15973"/>
                  </a:cubicBezTo>
                  <a:lnTo>
                    <a:pt x="15951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6185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cubicBezTo>
                    <a:pt x="16121" y="16079"/>
                    <a:pt x="16100" y="16079"/>
                    <a:pt x="16100" y="16079"/>
                  </a:cubicBezTo>
                  <a:lnTo>
                    <a:pt x="16100" y="16079"/>
                  </a:lnTo>
                  <a:cubicBezTo>
                    <a:pt x="16100" y="16079"/>
                    <a:pt x="16100" y="16079"/>
                    <a:pt x="16057" y="16079"/>
                  </a:cubicBezTo>
                  <a:lnTo>
                    <a:pt x="16057" y="16079"/>
                  </a:lnTo>
                  <a:cubicBezTo>
                    <a:pt x="16015" y="16079"/>
                    <a:pt x="16015" y="16079"/>
                    <a:pt x="16015" y="16079"/>
                  </a:cubicBezTo>
                  <a:cubicBezTo>
                    <a:pt x="16015" y="16079"/>
                    <a:pt x="16015" y="16079"/>
                    <a:pt x="15951" y="16079"/>
                  </a:cubicBezTo>
                  <a:close/>
                  <a:moveTo>
                    <a:pt x="16015" y="16079"/>
                  </a:moveTo>
                  <a:lnTo>
                    <a:pt x="16015" y="16079"/>
                  </a:lnTo>
                  <a:lnTo>
                    <a:pt x="16015" y="16079"/>
                  </a:lnTo>
                  <a:lnTo>
                    <a:pt x="16057" y="16079"/>
                  </a:lnTo>
                  <a:cubicBezTo>
                    <a:pt x="16057" y="16079"/>
                    <a:pt x="16057" y="16079"/>
                    <a:pt x="16100" y="16079"/>
                  </a:cubicBezTo>
                  <a:lnTo>
                    <a:pt x="16100" y="16079"/>
                  </a:lnTo>
                  <a:cubicBezTo>
                    <a:pt x="16100" y="15994"/>
                    <a:pt x="16100" y="15994"/>
                    <a:pt x="16100" y="15994"/>
                  </a:cubicBezTo>
                  <a:lnTo>
                    <a:pt x="16100" y="15994"/>
                  </a:lnTo>
                  <a:lnTo>
                    <a:pt x="16100" y="15994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5951" y="15973"/>
                  </a:lnTo>
                  <a:cubicBezTo>
                    <a:pt x="15951" y="15994"/>
                    <a:pt x="15951" y="15994"/>
                    <a:pt x="15951" y="15994"/>
                  </a:cubicBezTo>
                  <a:lnTo>
                    <a:pt x="15951" y="15994"/>
                  </a:lnTo>
                  <a:cubicBezTo>
                    <a:pt x="15951" y="16079"/>
                    <a:pt x="16015" y="16079"/>
                    <a:pt x="16015" y="1607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20706D0-793B-4422-8AFC-F2B43D99C612}"/>
                </a:ext>
              </a:extLst>
            </p:cNvPr>
            <p:cNvSpPr/>
            <p:nvPr/>
          </p:nvSpPr>
          <p:spPr>
            <a:xfrm>
              <a:off x="6418039" y="4736293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51 w 21212"/>
                <a:gd name="connsiteY3" fmla="*/ 15909 h 21212"/>
                <a:gd name="connsiteX4" fmla="*/ 15951 w 21212"/>
                <a:gd name="connsiteY4" fmla="*/ 15973 h 21212"/>
                <a:gd name="connsiteX5" fmla="*/ 16142 w 21212"/>
                <a:gd name="connsiteY5" fmla="*/ 16036 h 21212"/>
                <a:gd name="connsiteX6" fmla="*/ 15994 w 21212"/>
                <a:gd name="connsiteY6" fmla="*/ 15973 h 21212"/>
                <a:gd name="connsiteX7" fmla="*/ 15994 w 21212"/>
                <a:gd name="connsiteY7" fmla="*/ 15973 h 21212"/>
                <a:gd name="connsiteX8" fmla="*/ 16142 w 21212"/>
                <a:gd name="connsiteY8" fmla="*/ 16036 h 21212"/>
                <a:gd name="connsiteX9" fmla="*/ 16142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5951" y="15973"/>
                  </a:lnTo>
                  <a:close/>
                  <a:moveTo>
                    <a:pt x="16142" y="16036"/>
                  </a:moveTo>
                  <a:lnTo>
                    <a:pt x="15994" y="15973"/>
                  </a:lnTo>
                  <a:lnTo>
                    <a:pt x="15994" y="15973"/>
                  </a:lnTo>
                  <a:lnTo>
                    <a:pt x="16142" y="16036"/>
                  </a:lnTo>
                  <a:lnTo>
                    <a:pt x="16142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B6CF1EB4-6BED-460E-8368-8E7EFDFA73F6}"/>
                </a:ext>
              </a:extLst>
            </p:cNvPr>
            <p:cNvSpPr/>
            <p:nvPr/>
          </p:nvSpPr>
          <p:spPr>
            <a:xfrm>
              <a:off x="6418288" y="4736293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5973 w 21212"/>
                <a:gd name="connsiteY4" fmla="*/ 15909 h 21212"/>
                <a:gd name="connsiteX5" fmla="*/ 16036 w 21212"/>
                <a:gd name="connsiteY5" fmla="*/ 15909 h 21212"/>
                <a:gd name="connsiteX6" fmla="*/ 16100 w 21212"/>
                <a:gd name="connsiteY6" fmla="*/ 15909 h 21212"/>
                <a:gd name="connsiteX7" fmla="*/ 16100 w 21212"/>
                <a:gd name="connsiteY7" fmla="*/ 15909 h 21212"/>
                <a:gd name="connsiteX8" fmla="*/ 16142 w 21212"/>
                <a:gd name="connsiteY8" fmla="*/ 15909 h 21212"/>
                <a:gd name="connsiteX9" fmla="*/ 16142 w 21212"/>
                <a:gd name="connsiteY9" fmla="*/ 15909 h 21212"/>
                <a:gd name="connsiteX10" fmla="*/ 16142 w 21212"/>
                <a:gd name="connsiteY10" fmla="*/ 15909 h 21212"/>
                <a:gd name="connsiteX11" fmla="*/ 16142 w 21212"/>
                <a:gd name="connsiteY11" fmla="*/ 15973 h 21212"/>
                <a:gd name="connsiteX12" fmla="*/ 16100 w 21212"/>
                <a:gd name="connsiteY12" fmla="*/ 15973 h 21212"/>
                <a:gd name="connsiteX13" fmla="*/ 16100 w 21212"/>
                <a:gd name="connsiteY13" fmla="*/ 15973 h 21212"/>
                <a:gd name="connsiteX14" fmla="*/ 16036 w 21212"/>
                <a:gd name="connsiteY14" fmla="*/ 15973 h 21212"/>
                <a:gd name="connsiteX15" fmla="*/ 16036 w 21212"/>
                <a:gd name="connsiteY15" fmla="*/ 15994 h 21212"/>
                <a:gd name="connsiteX16" fmla="*/ 16036 w 21212"/>
                <a:gd name="connsiteY16" fmla="*/ 15994 h 21212"/>
                <a:gd name="connsiteX17" fmla="*/ 15994 w 21212"/>
                <a:gd name="connsiteY17" fmla="*/ 15973 h 21212"/>
                <a:gd name="connsiteX18" fmla="*/ 16036 w 21212"/>
                <a:gd name="connsiteY18" fmla="*/ 15973 h 21212"/>
                <a:gd name="connsiteX19" fmla="*/ 16100 w 21212"/>
                <a:gd name="connsiteY19" fmla="*/ 15973 h 21212"/>
                <a:gd name="connsiteX20" fmla="*/ 16100 w 21212"/>
                <a:gd name="connsiteY20" fmla="*/ 15973 h 21212"/>
                <a:gd name="connsiteX21" fmla="*/ 16100 w 21212"/>
                <a:gd name="connsiteY21" fmla="*/ 15909 h 21212"/>
                <a:gd name="connsiteX22" fmla="*/ 16100 w 21212"/>
                <a:gd name="connsiteY22" fmla="*/ 15909 h 21212"/>
                <a:gd name="connsiteX23" fmla="*/ 16100 w 21212"/>
                <a:gd name="connsiteY23" fmla="*/ 15909 h 21212"/>
                <a:gd name="connsiteX24" fmla="*/ 16100 w 21212"/>
                <a:gd name="connsiteY24" fmla="*/ 15909 h 21212"/>
                <a:gd name="connsiteX25" fmla="*/ 16036 w 21212"/>
                <a:gd name="connsiteY25" fmla="*/ 15909 h 21212"/>
                <a:gd name="connsiteX26" fmla="*/ 16036 w 21212"/>
                <a:gd name="connsiteY26" fmla="*/ 15909 h 21212"/>
                <a:gd name="connsiteX27" fmla="*/ 16036 w 21212"/>
                <a:gd name="connsiteY27" fmla="*/ 15909 h 21212"/>
                <a:gd name="connsiteX28" fmla="*/ 15973 w 21212"/>
                <a:gd name="connsiteY28" fmla="*/ 15909 h 21212"/>
                <a:gd name="connsiteX29" fmla="*/ 15973 w 21212"/>
                <a:gd name="connsiteY29" fmla="*/ 15973 h 21212"/>
                <a:gd name="connsiteX30" fmla="*/ 15973 w 21212"/>
                <a:gd name="connsiteY30" fmla="*/ 15973 h 21212"/>
                <a:gd name="connsiteX31" fmla="*/ 15909 w 21212"/>
                <a:gd name="connsiteY31" fmla="*/ 15909 h 21212"/>
                <a:gd name="connsiteX32" fmla="*/ 15909 w 21212"/>
                <a:gd name="connsiteY32" fmla="*/ 15909 h 21212"/>
                <a:gd name="connsiteX33" fmla="*/ 15909 w 21212"/>
                <a:gd name="connsiteY33" fmla="*/ 15909 h 21212"/>
                <a:gd name="connsiteX34" fmla="*/ 15909 w 21212"/>
                <a:gd name="connsiteY34" fmla="*/ 15909 h 21212"/>
                <a:gd name="connsiteX35" fmla="*/ 15973 w 21212"/>
                <a:gd name="connsiteY35" fmla="*/ 15909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6036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09 h 21212"/>
                <a:gd name="connsiteX41" fmla="*/ 15973 w 21212"/>
                <a:gd name="connsiteY41" fmla="*/ 15909 h 21212"/>
                <a:gd name="connsiteX42" fmla="*/ 15973 w 21212"/>
                <a:gd name="connsiteY42" fmla="*/ 15909 h 21212"/>
                <a:gd name="connsiteX43" fmla="*/ 15973 w 21212"/>
                <a:gd name="connsiteY43" fmla="*/ 15909 h 21212"/>
                <a:gd name="connsiteX44" fmla="*/ 15973 w 21212"/>
                <a:gd name="connsiteY4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6036" y="15909"/>
                    <a:pt x="16036" y="15909"/>
                    <a:pt x="16036" y="15909"/>
                  </a:cubicBezTo>
                  <a:cubicBezTo>
                    <a:pt x="16036" y="15909"/>
                    <a:pt x="16036" y="15909"/>
                    <a:pt x="16100" y="15909"/>
                  </a:cubicBezTo>
                  <a:lnTo>
                    <a:pt x="16100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142" y="15973"/>
                  </a:cubicBezTo>
                  <a:lnTo>
                    <a:pt x="16100" y="15973"/>
                  </a:lnTo>
                  <a:lnTo>
                    <a:pt x="16100" y="15973"/>
                  </a:lnTo>
                  <a:lnTo>
                    <a:pt x="16036" y="15973"/>
                  </a:lnTo>
                  <a:cubicBezTo>
                    <a:pt x="16036" y="15973"/>
                    <a:pt x="16036" y="15973"/>
                    <a:pt x="16036" y="15994"/>
                  </a:cubicBezTo>
                  <a:lnTo>
                    <a:pt x="16036" y="15994"/>
                  </a:lnTo>
                  <a:lnTo>
                    <a:pt x="15994" y="15973"/>
                  </a:lnTo>
                  <a:cubicBezTo>
                    <a:pt x="16036" y="15973"/>
                    <a:pt x="16036" y="15973"/>
                    <a:pt x="16036" y="15973"/>
                  </a:cubicBezTo>
                  <a:cubicBezTo>
                    <a:pt x="16036" y="15973"/>
                    <a:pt x="16036" y="15973"/>
                    <a:pt x="16100" y="15973"/>
                  </a:cubicBezTo>
                  <a:lnTo>
                    <a:pt x="16100" y="15973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5994" y="15909"/>
                    <a:pt x="15994" y="15909"/>
                    <a:pt x="15973" y="15909"/>
                  </a:cubicBezTo>
                  <a:cubicBezTo>
                    <a:pt x="15994" y="15909"/>
                    <a:pt x="15994" y="15909"/>
                    <a:pt x="15973" y="15973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5909" y="15909"/>
                  </a:cubicBez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6036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9140A4C-F66C-453A-9070-85A1D251240A}"/>
                </a:ext>
              </a:extLst>
            </p:cNvPr>
            <p:cNvSpPr/>
            <p:nvPr/>
          </p:nvSpPr>
          <p:spPr>
            <a:xfrm>
              <a:off x="6418477" y="4736129"/>
              <a:ext cx="31327" cy="31327"/>
            </a:xfrm>
            <a:custGeom>
              <a:avLst/>
              <a:gdLst>
                <a:gd name="connsiteX0" fmla="*/ 16015 w 21212"/>
                <a:gd name="connsiteY0" fmla="*/ 15957 h 21212"/>
                <a:gd name="connsiteX1" fmla="*/ 16015 w 21212"/>
                <a:gd name="connsiteY1" fmla="*/ 15957 h 21212"/>
                <a:gd name="connsiteX2" fmla="*/ 16015 w 21212"/>
                <a:gd name="connsiteY2" fmla="*/ 15957 h 21212"/>
                <a:gd name="connsiteX3" fmla="*/ 16015 w 21212"/>
                <a:gd name="connsiteY3" fmla="*/ 15957 h 21212"/>
                <a:gd name="connsiteX4" fmla="*/ 16015 w 21212"/>
                <a:gd name="connsiteY4" fmla="*/ 15957 h 21212"/>
                <a:gd name="connsiteX5" fmla="*/ 16079 w 21212"/>
                <a:gd name="connsiteY5" fmla="*/ 15957 h 21212"/>
                <a:gd name="connsiteX6" fmla="*/ 16079 w 21212"/>
                <a:gd name="connsiteY6" fmla="*/ 15957 h 21212"/>
                <a:gd name="connsiteX7" fmla="*/ 16100 w 21212"/>
                <a:gd name="connsiteY7" fmla="*/ 15957 h 21212"/>
                <a:gd name="connsiteX8" fmla="*/ 16100 w 21212"/>
                <a:gd name="connsiteY8" fmla="*/ 15957 h 21212"/>
                <a:gd name="connsiteX9" fmla="*/ 16164 w 21212"/>
                <a:gd name="connsiteY9" fmla="*/ 15957 h 21212"/>
                <a:gd name="connsiteX10" fmla="*/ 16164 w 21212"/>
                <a:gd name="connsiteY10" fmla="*/ 15957 h 21212"/>
                <a:gd name="connsiteX11" fmla="*/ 16100 w 21212"/>
                <a:gd name="connsiteY11" fmla="*/ 16042 h 21212"/>
                <a:gd name="connsiteX12" fmla="*/ 16100 w 21212"/>
                <a:gd name="connsiteY12" fmla="*/ 16042 h 21212"/>
                <a:gd name="connsiteX13" fmla="*/ 16079 w 21212"/>
                <a:gd name="connsiteY13" fmla="*/ 16042 h 21212"/>
                <a:gd name="connsiteX14" fmla="*/ 16079 w 21212"/>
                <a:gd name="connsiteY14" fmla="*/ 16042 h 21212"/>
                <a:gd name="connsiteX15" fmla="*/ 16079 w 21212"/>
                <a:gd name="connsiteY15" fmla="*/ 16042 h 21212"/>
                <a:gd name="connsiteX16" fmla="*/ 16015 w 21212"/>
                <a:gd name="connsiteY16" fmla="*/ 16042 h 21212"/>
                <a:gd name="connsiteX17" fmla="*/ 16015 w 21212"/>
                <a:gd name="connsiteY17" fmla="*/ 16042 h 21212"/>
                <a:gd name="connsiteX18" fmla="*/ 16079 w 21212"/>
                <a:gd name="connsiteY18" fmla="*/ 16042 h 21212"/>
                <a:gd name="connsiteX19" fmla="*/ 16079 w 21212"/>
                <a:gd name="connsiteY19" fmla="*/ 16042 h 21212"/>
                <a:gd name="connsiteX20" fmla="*/ 16100 w 21212"/>
                <a:gd name="connsiteY20" fmla="*/ 15957 h 21212"/>
                <a:gd name="connsiteX21" fmla="*/ 16100 w 21212"/>
                <a:gd name="connsiteY21" fmla="*/ 15957 h 21212"/>
                <a:gd name="connsiteX22" fmla="*/ 16100 w 21212"/>
                <a:gd name="connsiteY22" fmla="*/ 15957 h 21212"/>
                <a:gd name="connsiteX23" fmla="*/ 16100 w 21212"/>
                <a:gd name="connsiteY23" fmla="*/ 15957 h 21212"/>
                <a:gd name="connsiteX24" fmla="*/ 16079 w 21212"/>
                <a:gd name="connsiteY24" fmla="*/ 15957 h 21212"/>
                <a:gd name="connsiteX25" fmla="*/ 16079 w 21212"/>
                <a:gd name="connsiteY25" fmla="*/ 15957 h 21212"/>
                <a:gd name="connsiteX26" fmla="*/ 16079 w 21212"/>
                <a:gd name="connsiteY26" fmla="*/ 15957 h 21212"/>
                <a:gd name="connsiteX27" fmla="*/ 16015 w 21212"/>
                <a:gd name="connsiteY27" fmla="*/ 15957 h 21212"/>
                <a:gd name="connsiteX28" fmla="*/ 16015 w 21212"/>
                <a:gd name="connsiteY28" fmla="*/ 15957 h 21212"/>
                <a:gd name="connsiteX29" fmla="*/ 16015 w 21212"/>
                <a:gd name="connsiteY29" fmla="*/ 16042 h 21212"/>
                <a:gd name="connsiteX30" fmla="*/ 16015 w 21212"/>
                <a:gd name="connsiteY30" fmla="*/ 16042 h 21212"/>
                <a:gd name="connsiteX31" fmla="*/ 15973 w 21212"/>
                <a:gd name="connsiteY31" fmla="*/ 15957 h 21212"/>
                <a:gd name="connsiteX32" fmla="*/ 15973 w 21212"/>
                <a:gd name="connsiteY32" fmla="*/ 15957 h 21212"/>
                <a:gd name="connsiteX33" fmla="*/ 15909 w 21212"/>
                <a:gd name="connsiteY33" fmla="*/ 15957 h 21212"/>
                <a:gd name="connsiteX34" fmla="*/ 15973 w 21212"/>
                <a:gd name="connsiteY34" fmla="*/ 15957 h 21212"/>
                <a:gd name="connsiteX35" fmla="*/ 15973 w 21212"/>
                <a:gd name="connsiteY35" fmla="*/ 15936 h 21212"/>
                <a:gd name="connsiteX36" fmla="*/ 16015 w 21212"/>
                <a:gd name="connsiteY36" fmla="*/ 15957 h 21212"/>
                <a:gd name="connsiteX37" fmla="*/ 16015 w 21212"/>
                <a:gd name="connsiteY37" fmla="*/ 15957 h 21212"/>
                <a:gd name="connsiteX38" fmla="*/ 16015 w 21212"/>
                <a:gd name="connsiteY38" fmla="*/ 15957 h 21212"/>
                <a:gd name="connsiteX39" fmla="*/ 16015 w 21212"/>
                <a:gd name="connsiteY39" fmla="*/ 15957 h 21212"/>
                <a:gd name="connsiteX40" fmla="*/ 16015 w 21212"/>
                <a:gd name="connsiteY40" fmla="*/ 15957 h 21212"/>
                <a:gd name="connsiteX41" fmla="*/ 16015 w 21212"/>
                <a:gd name="connsiteY41" fmla="*/ 15957 h 21212"/>
                <a:gd name="connsiteX42" fmla="*/ 15973 w 21212"/>
                <a:gd name="connsiteY42" fmla="*/ 15957 h 21212"/>
                <a:gd name="connsiteX43" fmla="*/ 15973 w 21212"/>
                <a:gd name="connsiteY43" fmla="*/ 15957 h 21212"/>
                <a:gd name="connsiteX44" fmla="*/ 16015 w 21212"/>
                <a:gd name="connsiteY44" fmla="*/ 159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6015" y="15957"/>
                  </a:moveTo>
                  <a:lnTo>
                    <a:pt x="16015" y="15957"/>
                  </a:lnTo>
                  <a:lnTo>
                    <a:pt x="16015" y="15957"/>
                  </a:lnTo>
                  <a:lnTo>
                    <a:pt x="16015" y="15957"/>
                  </a:lnTo>
                  <a:lnTo>
                    <a:pt x="16015" y="15957"/>
                  </a:lnTo>
                  <a:cubicBezTo>
                    <a:pt x="16015" y="15957"/>
                    <a:pt x="16015" y="15957"/>
                    <a:pt x="16079" y="15957"/>
                  </a:cubicBezTo>
                  <a:lnTo>
                    <a:pt x="16079" y="15957"/>
                  </a:lnTo>
                  <a:cubicBezTo>
                    <a:pt x="16079" y="15957"/>
                    <a:pt x="16079" y="15957"/>
                    <a:pt x="16100" y="15957"/>
                  </a:cubicBezTo>
                  <a:lnTo>
                    <a:pt x="16100" y="15957"/>
                  </a:lnTo>
                  <a:cubicBezTo>
                    <a:pt x="16100" y="15957"/>
                    <a:pt x="16100" y="15957"/>
                    <a:pt x="16164" y="15957"/>
                  </a:cubicBezTo>
                  <a:lnTo>
                    <a:pt x="16164" y="15957"/>
                  </a:lnTo>
                  <a:cubicBezTo>
                    <a:pt x="16164" y="15957"/>
                    <a:pt x="16100" y="15957"/>
                    <a:pt x="16100" y="16042"/>
                  </a:cubicBezTo>
                  <a:lnTo>
                    <a:pt x="16100" y="16042"/>
                  </a:lnTo>
                  <a:cubicBezTo>
                    <a:pt x="16100" y="16042"/>
                    <a:pt x="16100" y="16042"/>
                    <a:pt x="16079" y="16042"/>
                  </a:cubicBezTo>
                  <a:lnTo>
                    <a:pt x="16079" y="16042"/>
                  </a:lnTo>
                  <a:lnTo>
                    <a:pt x="16079" y="16042"/>
                  </a:lnTo>
                  <a:cubicBezTo>
                    <a:pt x="16079" y="16042"/>
                    <a:pt x="16079" y="16042"/>
                    <a:pt x="16015" y="16042"/>
                  </a:cubicBezTo>
                  <a:lnTo>
                    <a:pt x="16015" y="16042"/>
                  </a:lnTo>
                  <a:cubicBezTo>
                    <a:pt x="16015" y="16042"/>
                    <a:pt x="16015" y="16042"/>
                    <a:pt x="16079" y="16042"/>
                  </a:cubicBezTo>
                  <a:lnTo>
                    <a:pt x="16079" y="16042"/>
                  </a:lnTo>
                  <a:cubicBezTo>
                    <a:pt x="16079" y="16042"/>
                    <a:pt x="16079" y="16042"/>
                    <a:pt x="16100" y="15957"/>
                  </a:cubicBezTo>
                  <a:lnTo>
                    <a:pt x="16100" y="15957"/>
                  </a:lnTo>
                  <a:lnTo>
                    <a:pt x="16100" y="15957"/>
                  </a:lnTo>
                  <a:lnTo>
                    <a:pt x="16100" y="15957"/>
                  </a:lnTo>
                  <a:lnTo>
                    <a:pt x="16079" y="15957"/>
                  </a:lnTo>
                  <a:lnTo>
                    <a:pt x="16079" y="15957"/>
                  </a:lnTo>
                  <a:lnTo>
                    <a:pt x="16079" y="15957"/>
                  </a:lnTo>
                  <a:cubicBezTo>
                    <a:pt x="16015" y="15957"/>
                    <a:pt x="16015" y="15957"/>
                    <a:pt x="16015" y="15957"/>
                  </a:cubicBezTo>
                  <a:lnTo>
                    <a:pt x="16015" y="15957"/>
                  </a:lnTo>
                  <a:cubicBezTo>
                    <a:pt x="16015" y="15957"/>
                    <a:pt x="16015" y="15957"/>
                    <a:pt x="16015" y="16042"/>
                  </a:cubicBezTo>
                  <a:lnTo>
                    <a:pt x="16015" y="16042"/>
                  </a:lnTo>
                  <a:cubicBezTo>
                    <a:pt x="15973" y="16042"/>
                    <a:pt x="15973" y="15957"/>
                    <a:pt x="15973" y="15957"/>
                  </a:cubicBezTo>
                  <a:lnTo>
                    <a:pt x="15973" y="15957"/>
                  </a:lnTo>
                  <a:cubicBezTo>
                    <a:pt x="15909" y="15957"/>
                    <a:pt x="15909" y="15957"/>
                    <a:pt x="15909" y="15957"/>
                  </a:cubicBezTo>
                  <a:cubicBezTo>
                    <a:pt x="15973" y="15957"/>
                    <a:pt x="15973" y="15957"/>
                    <a:pt x="15973" y="15957"/>
                  </a:cubicBezTo>
                  <a:lnTo>
                    <a:pt x="15973" y="15936"/>
                  </a:lnTo>
                  <a:lnTo>
                    <a:pt x="16015" y="15957"/>
                  </a:lnTo>
                  <a:cubicBezTo>
                    <a:pt x="16015" y="15893"/>
                    <a:pt x="16015" y="15893"/>
                    <a:pt x="16015" y="15957"/>
                  </a:cubicBezTo>
                  <a:lnTo>
                    <a:pt x="16015" y="15957"/>
                  </a:lnTo>
                  <a:lnTo>
                    <a:pt x="16015" y="15957"/>
                  </a:lnTo>
                  <a:lnTo>
                    <a:pt x="16015" y="15957"/>
                  </a:lnTo>
                  <a:lnTo>
                    <a:pt x="16015" y="15957"/>
                  </a:lnTo>
                  <a:lnTo>
                    <a:pt x="15973" y="15957"/>
                  </a:lnTo>
                  <a:lnTo>
                    <a:pt x="15973" y="15957"/>
                  </a:lnTo>
                  <a:lnTo>
                    <a:pt x="16015" y="159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BBA15083-1286-44AB-809B-9E002CE7BBCE}"/>
                </a:ext>
              </a:extLst>
            </p:cNvPr>
            <p:cNvSpPr/>
            <p:nvPr/>
          </p:nvSpPr>
          <p:spPr>
            <a:xfrm>
              <a:off x="6418714" y="4735949"/>
              <a:ext cx="31327" cy="31327"/>
            </a:xfrm>
            <a:custGeom>
              <a:avLst/>
              <a:gdLst>
                <a:gd name="connsiteX0" fmla="*/ 16173 w 21212"/>
                <a:gd name="connsiteY0" fmla="*/ 16015 h 21212"/>
                <a:gd name="connsiteX1" fmla="*/ 16173 w 21212"/>
                <a:gd name="connsiteY1" fmla="*/ 16015 h 21212"/>
                <a:gd name="connsiteX2" fmla="*/ 16194 w 21212"/>
                <a:gd name="connsiteY2" fmla="*/ 15973 h 21212"/>
                <a:gd name="connsiteX3" fmla="*/ 16194 w 21212"/>
                <a:gd name="connsiteY3" fmla="*/ 15973 h 21212"/>
                <a:gd name="connsiteX4" fmla="*/ 16173 w 21212"/>
                <a:gd name="connsiteY4" fmla="*/ 16015 h 21212"/>
                <a:gd name="connsiteX5" fmla="*/ 16173 w 21212"/>
                <a:gd name="connsiteY5" fmla="*/ 16015 h 21212"/>
                <a:gd name="connsiteX6" fmla="*/ 16173 w 21212"/>
                <a:gd name="connsiteY6" fmla="*/ 16057 h 21212"/>
                <a:gd name="connsiteX7" fmla="*/ 16109 w 21212"/>
                <a:gd name="connsiteY7" fmla="*/ 16057 h 21212"/>
                <a:gd name="connsiteX8" fmla="*/ 15982 w 21212"/>
                <a:gd name="connsiteY8" fmla="*/ 16057 h 21212"/>
                <a:gd name="connsiteX9" fmla="*/ 15918 w 21212"/>
                <a:gd name="connsiteY9" fmla="*/ 16057 h 21212"/>
                <a:gd name="connsiteX10" fmla="*/ 15918 w 21212"/>
                <a:gd name="connsiteY10" fmla="*/ 16015 h 21212"/>
                <a:gd name="connsiteX11" fmla="*/ 15918 w 21212"/>
                <a:gd name="connsiteY11" fmla="*/ 15973 h 21212"/>
                <a:gd name="connsiteX12" fmla="*/ 15918 w 21212"/>
                <a:gd name="connsiteY12" fmla="*/ 15973 h 21212"/>
                <a:gd name="connsiteX13" fmla="*/ 15918 w 21212"/>
                <a:gd name="connsiteY13" fmla="*/ 15973 h 21212"/>
                <a:gd name="connsiteX14" fmla="*/ 15982 w 21212"/>
                <a:gd name="connsiteY14" fmla="*/ 15909 h 21212"/>
                <a:gd name="connsiteX15" fmla="*/ 16088 w 21212"/>
                <a:gd name="connsiteY15" fmla="*/ 15909 h 21212"/>
                <a:gd name="connsiteX16" fmla="*/ 16109 w 21212"/>
                <a:gd name="connsiteY16" fmla="*/ 15909 h 21212"/>
                <a:gd name="connsiteX17" fmla="*/ 16173 w 21212"/>
                <a:gd name="connsiteY17" fmla="*/ 15909 h 21212"/>
                <a:gd name="connsiteX18" fmla="*/ 16173 w 21212"/>
                <a:gd name="connsiteY18" fmla="*/ 15909 h 21212"/>
                <a:gd name="connsiteX19" fmla="*/ 16173 w 21212"/>
                <a:gd name="connsiteY19" fmla="*/ 15973 h 21212"/>
                <a:gd name="connsiteX20" fmla="*/ 15982 w 21212"/>
                <a:gd name="connsiteY20" fmla="*/ 16015 h 21212"/>
                <a:gd name="connsiteX21" fmla="*/ 16088 w 21212"/>
                <a:gd name="connsiteY21" fmla="*/ 16057 h 21212"/>
                <a:gd name="connsiteX22" fmla="*/ 16109 w 21212"/>
                <a:gd name="connsiteY22" fmla="*/ 16057 h 21212"/>
                <a:gd name="connsiteX23" fmla="*/ 16109 w 21212"/>
                <a:gd name="connsiteY23" fmla="*/ 16015 h 21212"/>
                <a:gd name="connsiteX24" fmla="*/ 16173 w 21212"/>
                <a:gd name="connsiteY24" fmla="*/ 16015 h 21212"/>
                <a:gd name="connsiteX25" fmla="*/ 16003 w 21212"/>
                <a:gd name="connsiteY25" fmla="*/ 15973 h 21212"/>
                <a:gd name="connsiteX26" fmla="*/ 15940 w 21212"/>
                <a:gd name="connsiteY26" fmla="*/ 15973 h 21212"/>
                <a:gd name="connsiteX27" fmla="*/ 15940 w 21212"/>
                <a:gd name="connsiteY27" fmla="*/ 15973 h 21212"/>
                <a:gd name="connsiteX28" fmla="*/ 15940 w 21212"/>
                <a:gd name="connsiteY28" fmla="*/ 16015 h 21212"/>
                <a:gd name="connsiteX29" fmla="*/ 16003 w 21212"/>
                <a:gd name="connsiteY29" fmla="*/ 16015 h 21212"/>
                <a:gd name="connsiteX30" fmla="*/ 16130 w 21212"/>
                <a:gd name="connsiteY30" fmla="*/ 15973 h 21212"/>
                <a:gd name="connsiteX31" fmla="*/ 16109 w 21212"/>
                <a:gd name="connsiteY31" fmla="*/ 15909 h 21212"/>
                <a:gd name="connsiteX32" fmla="*/ 16109 w 21212"/>
                <a:gd name="connsiteY32" fmla="*/ 15909 h 21212"/>
                <a:gd name="connsiteX33" fmla="*/ 16003 w 21212"/>
                <a:gd name="connsiteY33" fmla="*/ 15973 h 21212"/>
                <a:gd name="connsiteX34" fmla="*/ 16003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73" y="16015"/>
                  </a:moveTo>
                  <a:cubicBezTo>
                    <a:pt x="16173" y="16015"/>
                    <a:pt x="16173" y="15973"/>
                    <a:pt x="16173" y="16015"/>
                  </a:cubicBezTo>
                  <a:cubicBezTo>
                    <a:pt x="16194" y="15973"/>
                    <a:pt x="16194" y="15973"/>
                    <a:pt x="16194" y="15973"/>
                  </a:cubicBezTo>
                  <a:lnTo>
                    <a:pt x="16194" y="15973"/>
                  </a:lnTo>
                  <a:lnTo>
                    <a:pt x="16173" y="16015"/>
                  </a:lnTo>
                  <a:lnTo>
                    <a:pt x="16173" y="16015"/>
                  </a:lnTo>
                  <a:lnTo>
                    <a:pt x="16173" y="16057"/>
                  </a:lnTo>
                  <a:cubicBezTo>
                    <a:pt x="16109" y="16057"/>
                    <a:pt x="16109" y="16057"/>
                    <a:pt x="16109" y="16057"/>
                  </a:cubicBezTo>
                  <a:cubicBezTo>
                    <a:pt x="16088" y="16057"/>
                    <a:pt x="16088" y="16057"/>
                    <a:pt x="15982" y="16057"/>
                  </a:cubicBezTo>
                  <a:cubicBezTo>
                    <a:pt x="15982" y="16057"/>
                    <a:pt x="15982" y="16057"/>
                    <a:pt x="15918" y="16057"/>
                  </a:cubicBezTo>
                  <a:lnTo>
                    <a:pt x="15918" y="16015"/>
                  </a:lnTo>
                  <a:cubicBezTo>
                    <a:pt x="15918" y="16015"/>
                    <a:pt x="15897" y="16015"/>
                    <a:pt x="15918" y="15973"/>
                  </a:cubicBezTo>
                  <a:cubicBezTo>
                    <a:pt x="15897" y="15973"/>
                    <a:pt x="15918" y="15973"/>
                    <a:pt x="15918" y="15973"/>
                  </a:cubicBezTo>
                  <a:lnTo>
                    <a:pt x="15918" y="15973"/>
                  </a:lnTo>
                  <a:cubicBezTo>
                    <a:pt x="15918" y="15909"/>
                    <a:pt x="15982" y="15909"/>
                    <a:pt x="15982" y="15909"/>
                  </a:cubicBezTo>
                  <a:lnTo>
                    <a:pt x="16088" y="15909"/>
                  </a:lnTo>
                  <a:lnTo>
                    <a:pt x="16109" y="15909"/>
                  </a:lnTo>
                  <a:cubicBezTo>
                    <a:pt x="16109" y="15909"/>
                    <a:pt x="16109" y="15909"/>
                    <a:pt x="16173" y="15909"/>
                  </a:cubicBezTo>
                  <a:lnTo>
                    <a:pt x="16173" y="15909"/>
                  </a:lnTo>
                  <a:cubicBezTo>
                    <a:pt x="16173" y="15909"/>
                    <a:pt x="16173" y="15909"/>
                    <a:pt x="16173" y="15973"/>
                  </a:cubicBezTo>
                  <a:lnTo>
                    <a:pt x="15982" y="16015"/>
                  </a:lnTo>
                  <a:lnTo>
                    <a:pt x="16088" y="16057"/>
                  </a:lnTo>
                  <a:cubicBezTo>
                    <a:pt x="16088" y="16057"/>
                    <a:pt x="16088" y="16057"/>
                    <a:pt x="16109" y="16057"/>
                  </a:cubicBezTo>
                  <a:lnTo>
                    <a:pt x="16109" y="16015"/>
                  </a:lnTo>
                  <a:lnTo>
                    <a:pt x="16173" y="16015"/>
                  </a:lnTo>
                  <a:close/>
                  <a:moveTo>
                    <a:pt x="16003" y="15973"/>
                  </a:moveTo>
                  <a:cubicBezTo>
                    <a:pt x="15940" y="15973"/>
                    <a:pt x="15940" y="15973"/>
                    <a:pt x="15940" y="15973"/>
                  </a:cubicBezTo>
                  <a:lnTo>
                    <a:pt x="15940" y="15973"/>
                  </a:lnTo>
                  <a:cubicBezTo>
                    <a:pt x="15940" y="15973"/>
                    <a:pt x="15940" y="15973"/>
                    <a:pt x="15940" y="16015"/>
                  </a:cubicBezTo>
                  <a:cubicBezTo>
                    <a:pt x="15940" y="16015"/>
                    <a:pt x="15940" y="16015"/>
                    <a:pt x="16003" y="16015"/>
                  </a:cubicBezTo>
                  <a:lnTo>
                    <a:pt x="16130" y="15973"/>
                  </a:lnTo>
                  <a:cubicBezTo>
                    <a:pt x="16130" y="15909"/>
                    <a:pt x="16109" y="15909"/>
                    <a:pt x="16109" y="15909"/>
                  </a:cubicBezTo>
                  <a:lnTo>
                    <a:pt x="16109" y="15909"/>
                  </a:lnTo>
                  <a:cubicBezTo>
                    <a:pt x="16109" y="15909"/>
                    <a:pt x="16003" y="15909"/>
                    <a:pt x="16003" y="15973"/>
                  </a:cubicBezTo>
                  <a:lnTo>
                    <a:pt x="1600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3192C93C-A635-4093-AACF-8F38569C4223}"/>
                </a:ext>
              </a:extLst>
            </p:cNvPr>
            <p:cNvSpPr/>
            <p:nvPr/>
          </p:nvSpPr>
          <p:spPr>
            <a:xfrm>
              <a:off x="6404630" y="4745033"/>
              <a:ext cx="31327" cy="31327"/>
            </a:xfrm>
            <a:custGeom>
              <a:avLst/>
              <a:gdLst>
                <a:gd name="connsiteX0" fmla="*/ 15951 w 21212"/>
                <a:gd name="connsiteY0" fmla="*/ 16079 h 21212"/>
                <a:gd name="connsiteX1" fmla="*/ 15951 w 21212"/>
                <a:gd name="connsiteY1" fmla="*/ 16079 h 21212"/>
                <a:gd name="connsiteX2" fmla="*/ 15909 w 21212"/>
                <a:gd name="connsiteY2" fmla="*/ 16036 h 21212"/>
                <a:gd name="connsiteX3" fmla="*/ 15909 w 21212"/>
                <a:gd name="connsiteY3" fmla="*/ 16036 h 21212"/>
                <a:gd name="connsiteX4" fmla="*/ 15909 w 21212"/>
                <a:gd name="connsiteY4" fmla="*/ 16015 h 21212"/>
                <a:gd name="connsiteX5" fmla="*/ 15951 w 21212"/>
                <a:gd name="connsiteY5" fmla="*/ 16015 h 21212"/>
                <a:gd name="connsiteX6" fmla="*/ 15951 w 21212"/>
                <a:gd name="connsiteY6" fmla="*/ 16015 h 21212"/>
                <a:gd name="connsiteX7" fmla="*/ 16036 w 21212"/>
                <a:gd name="connsiteY7" fmla="*/ 15951 h 21212"/>
                <a:gd name="connsiteX8" fmla="*/ 16036 w 21212"/>
                <a:gd name="connsiteY8" fmla="*/ 15951 h 21212"/>
                <a:gd name="connsiteX9" fmla="*/ 16036 w 21212"/>
                <a:gd name="connsiteY9" fmla="*/ 15951 h 21212"/>
                <a:gd name="connsiteX10" fmla="*/ 15909 w 21212"/>
                <a:gd name="connsiteY10" fmla="*/ 15909 h 21212"/>
                <a:gd name="connsiteX11" fmla="*/ 15951 w 21212"/>
                <a:gd name="connsiteY11" fmla="*/ 15909 h 21212"/>
                <a:gd name="connsiteX12" fmla="*/ 16206 w 21212"/>
                <a:gd name="connsiteY12" fmla="*/ 16036 h 21212"/>
                <a:gd name="connsiteX13" fmla="*/ 16164 w 21212"/>
                <a:gd name="connsiteY13" fmla="*/ 16036 h 21212"/>
                <a:gd name="connsiteX14" fmla="*/ 16164 w 21212"/>
                <a:gd name="connsiteY14" fmla="*/ 16036 h 21212"/>
                <a:gd name="connsiteX15" fmla="*/ 16164 w 21212"/>
                <a:gd name="connsiteY15" fmla="*/ 16036 h 21212"/>
                <a:gd name="connsiteX16" fmla="*/ 16164 w 21212"/>
                <a:gd name="connsiteY16" fmla="*/ 16036 h 21212"/>
                <a:gd name="connsiteX17" fmla="*/ 16164 w 21212"/>
                <a:gd name="connsiteY17" fmla="*/ 16036 h 21212"/>
                <a:gd name="connsiteX18" fmla="*/ 16121 w 21212"/>
                <a:gd name="connsiteY18" fmla="*/ 16079 h 21212"/>
                <a:gd name="connsiteX19" fmla="*/ 16121 w 21212"/>
                <a:gd name="connsiteY19" fmla="*/ 16079 h 21212"/>
                <a:gd name="connsiteX20" fmla="*/ 16121 w 21212"/>
                <a:gd name="connsiteY20" fmla="*/ 16079 h 21212"/>
                <a:gd name="connsiteX21" fmla="*/ 16058 w 21212"/>
                <a:gd name="connsiteY21" fmla="*/ 16079 h 21212"/>
                <a:gd name="connsiteX22" fmla="*/ 16036 w 21212"/>
                <a:gd name="connsiteY22" fmla="*/ 16079 h 21212"/>
                <a:gd name="connsiteX23" fmla="*/ 15951 w 21212"/>
                <a:gd name="connsiteY23" fmla="*/ 16079 h 21212"/>
                <a:gd name="connsiteX24" fmla="*/ 16036 w 21212"/>
                <a:gd name="connsiteY24" fmla="*/ 16079 h 21212"/>
                <a:gd name="connsiteX25" fmla="*/ 16036 w 21212"/>
                <a:gd name="connsiteY25" fmla="*/ 16079 h 21212"/>
                <a:gd name="connsiteX26" fmla="*/ 16036 w 21212"/>
                <a:gd name="connsiteY26" fmla="*/ 16079 h 21212"/>
                <a:gd name="connsiteX27" fmla="*/ 16121 w 21212"/>
                <a:gd name="connsiteY27" fmla="*/ 16079 h 21212"/>
                <a:gd name="connsiteX28" fmla="*/ 16121 w 21212"/>
                <a:gd name="connsiteY28" fmla="*/ 16079 h 21212"/>
                <a:gd name="connsiteX29" fmla="*/ 16121 w 21212"/>
                <a:gd name="connsiteY29" fmla="*/ 16036 h 21212"/>
                <a:gd name="connsiteX30" fmla="*/ 16121 w 21212"/>
                <a:gd name="connsiteY30" fmla="*/ 16036 h 21212"/>
                <a:gd name="connsiteX31" fmla="*/ 16121 w 21212"/>
                <a:gd name="connsiteY31" fmla="*/ 16036 h 21212"/>
                <a:gd name="connsiteX32" fmla="*/ 16121 w 21212"/>
                <a:gd name="connsiteY32" fmla="*/ 16015 h 21212"/>
                <a:gd name="connsiteX33" fmla="*/ 16036 w 21212"/>
                <a:gd name="connsiteY33" fmla="*/ 15951 h 21212"/>
                <a:gd name="connsiteX34" fmla="*/ 16036 w 21212"/>
                <a:gd name="connsiteY34" fmla="*/ 16015 h 21212"/>
                <a:gd name="connsiteX35" fmla="*/ 16036 w 21212"/>
                <a:gd name="connsiteY35" fmla="*/ 16015 h 21212"/>
                <a:gd name="connsiteX36" fmla="*/ 15951 w 21212"/>
                <a:gd name="connsiteY36" fmla="*/ 16015 h 21212"/>
                <a:gd name="connsiteX37" fmla="*/ 15951 w 21212"/>
                <a:gd name="connsiteY37" fmla="*/ 16036 h 21212"/>
                <a:gd name="connsiteX38" fmla="*/ 15951 w 21212"/>
                <a:gd name="connsiteY38" fmla="*/ 16036 h 21212"/>
                <a:gd name="connsiteX39" fmla="*/ 16036 w 21212"/>
                <a:gd name="connsiteY3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51" y="16079"/>
                  </a:moveTo>
                  <a:lnTo>
                    <a:pt x="15951" y="16079"/>
                  </a:lnTo>
                  <a:lnTo>
                    <a:pt x="15909" y="16036"/>
                  </a:lnTo>
                  <a:lnTo>
                    <a:pt x="15909" y="16036"/>
                  </a:lnTo>
                  <a:cubicBezTo>
                    <a:pt x="15909" y="16036"/>
                    <a:pt x="15909" y="16036"/>
                    <a:pt x="15909" y="16015"/>
                  </a:cubicBezTo>
                  <a:cubicBezTo>
                    <a:pt x="15951" y="16015"/>
                    <a:pt x="15951" y="16015"/>
                    <a:pt x="15951" y="16015"/>
                  </a:cubicBezTo>
                  <a:lnTo>
                    <a:pt x="15951" y="16015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6206" y="16036"/>
                  </a:lnTo>
                  <a:lnTo>
                    <a:pt x="16164" y="16036"/>
                  </a:lnTo>
                  <a:lnTo>
                    <a:pt x="16164" y="16036"/>
                  </a:lnTo>
                  <a:lnTo>
                    <a:pt x="16164" y="16036"/>
                  </a:lnTo>
                  <a:lnTo>
                    <a:pt x="16164" y="16036"/>
                  </a:lnTo>
                  <a:lnTo>
                    <a:pt x="16164" y="16036"/>
                  </a:lnTo>
                  <a:lnTo>
                    <a:pt x="16121" y="16079"/>
                  </a:lnTo>
                  <a:lnTo>
                    <a:pt x="16121" y="16079"/>
                  </a:lnTo>
                  <a:lnTo>
                    <a:pt x="16121" y="16079"/>
                  </a:lnTo>
                  <a:lnTo>
                    <a:pt x="16058" y="16079"/>
                  </a:lnTo>
                  <a:cubicBezTo>
                    <a:pt x="16036" y="16079"/>
                    <a:pt x="16036" y="16079"/>
                    <a:pt x="16036" y="16079"/>
                  </a:cubicBezTo>
                  <a:cubicBezTo>
                    <a:pt x="16036" y="16079"/>
                    <a:pt x="16036" y="16079"/>
                    <a:pt x="15951" y="16079"/>
                  </a:cubicBezTo>
                  <a:close/>
                  <a:moveTo>
                    <a:pt x="16036" y="16079"/>
                  </a:moveTo>
                  <a:lnTo>
                    <a:pt x="16036" y="16079"/>
                  </a:lnTo>
                  <a:lnTo>
                    <a:pt x="16036" y="16079"/>
                  </a:lnTo>
                  <a:cubicBezTo>
                    <a:pt x="16036" y="16079"/>
                    <a:pt x="16058" y="16079"/>
                    <a:pt x="16121" y="16079"/>
                  </a:cubicBezTo>
                  <a:lnTo>
                    <a:pt x="16121" y="16079"/>
                  </a:lnTo>
                  <a:lnTo>
                    <a:pt x="16121" y="16036"/>
                  </a:lnTo>
                  <a:lnTo>
                    <a:pt x="16121" y="16036"/>
                  </a:lnTo>
                  <a:lnTo>
                    <a:pt x="16121" y="16036"/>
                  </a:lnTo>
                  <a:lnTo>
                    <a:pt x="16121" y="16015"/>
                  </a:lnTo>
                  <a:lnTo>
                    <a:pt x="16036" y="15951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5951" y="16015"/>
                  </a:lnTo>
                  <a:cubicBezTo>
                    <a:pt x="15951" y="16036"/>
                    <a:pt x="15951" y="16015"/>
                    <a:pt x="15951" y="16036"/>
                  </a:cubicBezTo>
                  <a:lnTo>
                    <a:pt x="15951" y="16036"/>
                  </a:lnTo>
                  <a:cubicBezTo>
                    <a:pt x="15951" y="16036"/>
                    <a:pt x="16036" y="16036"/>
                    <a:pt x="16036" y="1607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9295AC34-D6E1-443A-A136-59E2832462DB}"/>
                </a:ext>
              </a:extLst>
            </p:cNvPr>
            <p:cNvSpPr/>
            <p:nvPr/>
          </p:nvSpPr>
          <p:spPr>
            <a:xfrm>
              <a:off x="6404818" y="4744907"/>
              <a:ext cx="31327" cy="31327"/>
            </a:xfrm>
            <a:custGeom>
              <a:avLst/>
              <a:gdLst>
                <a:gd name="connsiteX0" fmla="*/ 15930 w 21212"/>
                <a:gd name="connsiteY0" fmla="*/ 15994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5994 w 21212"/>
                <a:gd name="connsiteY3" fmla="*/ 15909 h 21212"/>
                <a:gd name="connsiteX4" fmla="*/ 15930 w 21212"/>
                <a:gd name="connsiteY4" fmla="*/ 15994 h 21212"/>
                <a:gd name="connsiteX5" fmla="*/ 16121 w 21212"/>
                <a:gd name="connsiteY5" fmla="*/ 16100 h 21212"/>
                <a:gd name="connsiteX6" fmla="*/ 15994 w 21212"/>
                <a:gd name="connsiteY6" fmla="*/ 15994 h 21212"/>
                <a:gd name="connsiteX7" fmla="*/ 15994 w 21212"/>
                <a:gd name="connsiteY7" fmla="*/ 15994 h 21212"/>
                <a:gd name="connsiteX8" fmla="*/ 16121 w 21212"/>
                <a:gd name="connsiteY8" fmla="*/ 16036 h 21212"/>
                <a:gd name="connsiteX9" fmla="*/ 16121 w 21212"/>
                <a:gd name="connsiteY9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30" y="15994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5994" y="15909"/>
                  </a:lnTo>
                  <a:lnTo>
                    <a:pt x="15930" y="15994"/>
                  </a:lnTo>
                  <a:close/>
                  <a:moveTo>
                    <a:pt x="16121" y="16100"/>
                  </a:moveTo>
                  <a:lnTo>
                    <a:pt x="15994" y="15994"/>
                  </a:lnTo>
                  <a:lnTo>
                    <a:pt x="15994" y="15994"/>
                  </a:lnTo>
                  <a:lnTo>
                    <a:pt x="16121" y="16036"/>
                  </a:lnTo>
                  <a:lnTo>
                    <a:pt x="16121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D19CBA7D-BC6C-4686-AD69-A6B1DD410378}"/>
                </a:ext>
              </a:extLst>
            </p:cNvPr>
            <p:cNvSpPr/>
            <p:nvPr/>
          </p:nvSpPr>
          <p:spPr>
            <a:xfrm>
              <a:off x="6405069" y="4744814"/>
              <a:ext cx="31327" cy="31327"/>
            </a:xfrm>
            <a:custGeom>
              <a:avLst/>
              <a:gdLst>
                <a:gd name="connsiteX0" fmla="*/ 15951 w 21212"/>
                <a:gd name="connsiteY0" fmla="*/ 15951 h 21212"/>
                <a:gd name="connsiteX1" fmla="*/ 15951 w 21212"/>
                <a:gd name="connsiteY1" fmla="*/ 15951 h 21212"/>
                <a:gd name="connsiteX2" fmla="*/ 15973 w 21212"/>
                <a:gd name="connsiteY2" fmla="*/ 15909 h 21212"/>
                <a:gd name="connsiteX3" fmla="*/ 15951 w 21212"/>
                <a:gd name="connsiteY3" fmla="*/ 15951 h 21212"/>
                <a:gd name="connsiteX4" fmla="*/ 15951 w 21212"/>
                <a:gd name="connsiteY4" fmla="*/ 15951 h 21212"/>
                <a:gd name="connsiteX5" fmla="*/ 15951 w 21212"/>
                <a:gd name="connsiteY5" fmla="*/ 15951 h 21212"/>
                <a:gd name="connsiteX6" fmla="*/ 15951 w 21212"/>
                <a:gd name="connsiteY6" fmla="*/ 15951 h 21212"/>
                <a:gd name="connsiteX7" fmla="*/ 15951 w 21212"/>
                <a:gd name="connsiteY7" fmla="*/ 15951 h 21212"/>
                <a:gd name="connsiteX8" fmla="*/ 15951 w 21212"/>
                <a:gd name="connsiteY8" fmla="*/ 15951 h 21212"/>
                <a:gd name="connsiteX9" fmla="*/ 15951 w 21212"/>
                <a:gd name="connsiteY9" fmla="*/ 15951 h 21212"/>
                <a:gd name="connsiteX10" fmla="*/ 15973 w 21212"/>
                <a:gd name="connsiteY10" fmla="*/ 16058 h 21212"/>
                <a:gd name="connsiteX11" fmla="*/ 15973 w 21212"/>
                <a:gd name="connsiteY11" fmla="*/ 16058 h 21212"/>
                <a:gd name="connsiteX12" fmla="*/ 16036 w 21212"/>
                <a:gd name="connsiteY12" fmla="*/ 16058 h 21212"/>
                <a:gd name="connsiteX13" fmla="*/ 16058 w 21212"/>
                <a:gd name="connsiteY13" fmla="*/ 15973 h 21212"/>
                <a:gd name="connsiteX14" fmla="*/ 16058 w 21212"/>
                <a:gd name="connsiteY14" fmla="*/ 15973 h 21212"/>
                <a:gd name="connsiteX15" fmla="*/ 16142 w 21212"/>
                <a:gd name="connsiteY15" fmla="*/ 15973 h 21212"/>
                <a:gd name="connsiteX16" fmla="*/ 16142 w 21212"/>
                <a:gd name="connsiteY16" fmla="*/ 15973 h 21212"/>
                <a:gd name="connsiteX17" fmla="*/ 16142 w 21212"/>
                <a:gd name="connsiteY17" fmla="*/ 15973 h 21212"/>
                <a:gd name="connsiteX18" fmla="*/ 16142 w 21212"/>
                <a:gd name="connsiteY18" fmla="*/ 15973 h 21212"/>
                <a:gd name="connsiteX19" fmla="*/ 16142 w 21212"/>
                <a:gd name="connsiteY19" fmla="*/ 15973 h 21212"/>
                <a:gd name="connsiteX20" fmla="*/ 16058 w 21212"/>
                <a:gd name="connsiteY20" fmla="*/ 16058 h 21212"/>
                <a:gd name="connsiteX21" fmla="*/ 16036 w 21212"/>
                <a:gd name="connsiteY21" fmla="*/ 16058 h 21212"/>
                <a:gd name="connsiteX22" fmla="*/ 15973 w 21212"/>
                <a:gd name="connsiteY22" fmla="*/ 16058 h 21212"/>
                <a:gd name="connsiteX23" fmla="*/ 15951 w 21212"/>
                <a:gd name="connsiteY23" fmla="*/ 16058 h 21212"/>
                <a:gd name="connsiteX24" fmla="*/ 15951 w 21212"/>
                <a:gd name="connsiteY24" fmla="*/ 16058 h 21212"/>
                <a:gd name="connsiteX25" fmla="*/ 15951 w 21212"/>
                <a:gd name="connsiteY25" fmla="*/ 16058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09 w 21212"/>
                <a:gd name="connsiteY28" fmla="*/ 15951 h 21212"/>
                <a:gd name="connsiteX29" fmla="*/ 15951 w 21212"/>
                <a:gd name="connsiteY29" fmla="*/ 15951 h 21212"/>
                <a:gd name="connsiteX30" fmla="*/ 15951 w 21212"/>
                <a:gd name="connsiteY30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51" y="15951"/>
                  </a:moveTo>
                  <a:lnTo>
                    <a:pt x="15951" y="15951"/>
                  </a:lnTo>
                  <a:cubicBezTo>
                    <a:pt x="15951" y="15909"/>
                    <a:pt x="15951" y="15909"/>
                    <a:pt x="15973" y="15909"/>
                  </a:cubicBezTo>
                  <a:lnTo>
                    <a:pt x="15951" y="15951"/>
                  </a:lnTo>
                  <a:cubicBezTo>
                    <a:pt x="15973" y="15951"/>
                    <a:pt x="15973" y="15951"/>
                    <a:pt x="15951" y="15951"/>
                  </a:cubicBez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cubicBezTo>
                    <a:pt x="15951" y="16058"/>
                    <a:pt x="15951" y="16058"/>
                    <a:pt x="15973" y="16058"/>
                  </a:cubicBezTo>
                  <a:lnTo>
                    <a:pt x="15973" y="16058"/>
                  </a:lnTo>
                  <a:lnTo>
                    <a:pt x="16036" y="16058"/>
                  </a:lnTo>
                  <a:cubicBezTo>
                    <a:pt x="16036" y="16058"/>
                    <a:pt x="16036" y="15973"/>
                    <a:pt x="16058" y="15973"/>
                  </a:cubicBezTo>
                  <a:lnTo>
                    <a:pt x="16058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058" y="16058"/>
                  </a:lnTo>
                  <a:cubicBezTo>
                    <a:pt x="16058" y="16058"/>
                    <a:pt x="16058" y="16058"/>
                    <a:pt x="16036" y="16058"/>
                  </a:cubicBezTo>
                  <a:cubicBezTo>
                    <a:pt x="16036" y="16058"/>
                    <a:pt x="16036" y="16058"/>
                    <a:pt x="15973" y="16058"/>
                  </a:cubicBezTo>
                  <a:cubicBezTo>
                    <a:pt x="15973" y="16058"/>
                    <a:pt x="15973" y="16058"/>
                    <a:pt x="15951" y="16058"/>
                  </a:cubicBezTo>
                  <a:lnTo>
                    <a:pt x="15951" y="16058"/>
                  </a:lnTo>
                  <a:lnTo>
                    <a:pt x="15951" y="16058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51"/>
                    <a:pt x="15909" y="15951"/>
                    <a:pt x="15909" y="15951"/>
                  </a:cubicBezTo>
                  <a:cubicBezTo>
                    <a:pt x="15951" y="15951"/>
                    <a:pt x="15951" y="15951"/>
                    <a:pt x="15951" y="15951"/>
                  </a:cubicBezTo>
                  <a:lnTo>
                    <a:pt x="15951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3B66988-AE8E-4EAF-80A2-BAA56E5AE0D9}"/>
                </a:ext>
              </a:extLst>
            </p:cNvPr>
            <p:cNvSpPr/>
            <p:nvPr/>
          </p:nvSpPr>
          <p:spPr>
            <a:xfrm>
              <a:off x="6405164" y="4744720"/>
              <a:ext cx="31327" cy="31327"/>
            </a:xfrm>
            <a:custGeom>
              <a:avLst/>
              <a:gdLst>
                <a:gd name="connsiteX0" fmla="*/ 16206 w 21212"/>
                <a:gd name="connsiteY0" fmla="*/ 15973 h 21212"/>
                <a:gd name="connsiteX1" fmla="*/ 16206 w 21212"/>
                <a:gd name="connsiteY1" fmla="*/ 15973 h 21212"/>
                <a:gd name="connsiteX2" fmla="*/ 16206 w 21212"/>
                <a:gd name="connsiteY2" fmla="*/ 16015 h 21212"/>
                <a:gd name="connsiteX3" fmla="*/ 16142 w 21212"/>
                <a:gd name="connsiteY3" fmla="*/ 16015 h 21212"/>
                <a:gd name="connsiteX4" fmla="*/ 16121 w 21212"/>
                <a:gd name="connsiteY4" fmla="*/ 16015 h 21212"/>
                <a:gd name="connsiteX5" fmla="*/ 16121 w 21212"/>
                <a:gd name="connsiteY5" fmla="*/ 16015 h 21212"/>
                <a:gd name="connsiteX6" fmla="*/ 16079 w 21212"/>
                <a:gd name="connsiteY6" fmla="*/ 16015 h 21212"/>
                <a:gd name="connsiteX7" fmla="*/ 15973 w 21212"/>
                <a:gd name="connsiteY7" fmla="*/ 15973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73 w 21212"/>
                <a:gd name="connsiteY10" fmla="*/ 15909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73 w 21212"/>
                <a:gd name="connsiteY13" fmla="*/ 15909 h 21212"/>
                <a:gd name="connsiteX14" fmla="*/ 16079 w 21212"/>
                <a:gd name="connsiteY14" fmla="*/ 15909 h 21212"/>
                <a:gd name="connsiteX15" fmla="*/ 16079 w 21212"/>
                <a:gd name="connsiteY15" fmla="*/ 15909 h 21212"/>
                <a:gd name="connsiteX16" fmla="*/ 15994 w 21212"/>
                <a:gd name="connsiteY16" fmla="*/ 15909 h 21212"/>
                <a:gd name="connsiteX17" fmla="*/ 16121 w 21212"/>
                <a:gd name="connsiteY17" fmla="*/ 15973 h 21212"/>
                <a:gd name="connsiteX18" fmla="*/ 16121 w 21212"/>
                <a:gd name="connsiteY18" fmla="*/ 15973 h 21212"/>
                <a:gd name="connsiteX19" fmla="*/ 16121 w 21212"/>
                <a:gd name="connsiteY19" fmla="*/ 16015 h 21212"/>
                <a:gd name="connsiteX20" fmla="*/ 16142 w 21212"/>
                <a:gd name="connsiteY20" fmla="*/ 15973 h 21212"/>
                <a:gd name="connsiteX21" fmla="*/ 16142 w 21212"/>
                <a:gd name="connsiteY21" fmla="*/ 15973 h 21212"/>
                <a:gd name="connsiteX22" fmla="*/ 16142 w 21212"/>
                <a:gd name="connsiteY22" fmla="*/ 15973 h 21212"/>
                <a:gd name="connsiteX23" fmla="*/ 16206 w 21212"/>
                <a:gd name="connsiteY23" fmla="*/ 15973 h 21212"/>
                <a:gd name="connsiteX24" fmla="*/ 16206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73"/>
                  </a:moveTo>
                  <a:lnTo>
                    <a:pt x="16206" y="15973"/>
                  </a:lnTo>
                  <a:cubicBezTo>
                    <a:pt x="16206" y="15973"/>
                    <a:pt x="16206" y="15973"/>
                    <a:pt x="16206" y="16015"/>
                  </a:cubicBezTo>
                  <a:cubicBezTo>
                    <a:pt x="16142" y="16015"/>
                    <a:pt x="16142" y="16015"/>
                    <a:pt x="16142" y="16015"/>
                  </a:cubicBezTo>
                  <a:lnTo>
                    <a:pt x="16121" y="16015"/>
                  </a:lnTo>
                  <a:lnTo>
                    <a:pt x="16121" y="16015"/>
                  </a:lnTo>
                  <a:lnTo>
                    <a:pt x="16079" y="16015"/>
                  </a:lnTo>
                  <a:lnTo>
                    <a:pt x="15973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73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5994" y="15909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6015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206" y="15973"/>
                  </a:lnTo>
                  <a:lnTo>
                    <a:pt x="16206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5DF09B7-1C19-45C9-AEA7-604AE5821D7D}"/>
                </a:ext>
              </a:extLst>
            </p:cNvPr>
            <p:cNvSpPr/>
            <p:nvPr/>
          </p:nvSpPr>
          <p:spPr>
            <a:xfrm>
              <a:off x="6405413" y="4744594"/>
              <a:ext cx="31327" cy="31327"/>
            </a:xfrm>
            <a:custGeom>
              <a:avLst/>
              <a:gdLst>
                <a:gd name="connsiteX0" fmla="*/ 16121 w 21212"/>
                <a:gd name="connsiteY0" fmla="*/ 15994 h 21212"/>
                <a:gd name="connsiteX1" fmla="*/ 16121 w 21212"/>
                <a:gd name="connsiteY1" fmla="*/ 15994 h 21212"/>
                <a:gd name="connsiteX2" fmla="*/ 16121 w 21212"/>
                <a:gd name="connsiteY2" fmla="*/ 15994 h 21212"/>
                <a:gd name="connsiteX3" fmla="*/ 16058 w 21212"/>
                <a:gd name="connsiteY3" fmla="*/ 15994 h 21212"/>
                <a:gd name="connsiteX4" fmla="*/ 16058 w 21212"/>
                <a:gd name="connsiteY4" fmla="*/ 15994 h 21212"/>
                <a:gd name="connsiteX5" fmla="*/ 16036 w 21212"/>
                <a:gd name="connsiteY5" fmla="*/ 15994 h 21212"/>
                <a:gd name="connsiteX6" fmla="*/ 16036 w 21212"/>
                <a:gd name="connsiteY6" fmla="*/ 15994 h 21212"/>
                <a:gd name="connsiteX7" fmla="*/ 15909 w 21212"/>
                <a:gd name="connsiteY7" fmla="*/ 15973 h 21212"/>
                <a:gd name="connsiteX8" fmla="*/ 15951 w 21212"/>
                <a:gd name="connsiteY8" fmla="*/ 15973 h 21212"/>
                <a:gd name="connsiteX9" fmla="*/ 16036 w 21212"/>
                <a:gd name="connsiteY9" fmla="*/ 15994 h 21212"/>
                <a:gd name="connsiteX10" fmla="*/ 16058 w 21212"/>
                <a:gd name="connsiteY10" fmla="*/ 15994 h 21212"/>
                <a:gd name="connsiteX11" fmla="*/ 16121 w 21212"/>
                <a:gd name="connsiteY11" fmla="*/ 15994 h 21212"/>
                <a:gd name="connsiteX12" fmla="*/ 16121 w 21212"/>
                <a:gd name="connsiteY12" fmla="*/ 15994 h 21212"/>
                <a:gd name="connsiteX13" fmla="*/ 16121 w 21212"/>
                <a:gd name="connsiteY13" fmla="*/ 15994 h 21212"/>
                <a:gd name="connsiteX14" fmla="*/ 16121 w 21212"/>
                <a:gd name="connsiteY14" fmla="*/ 15994 h 21212"/>
                <a:gd name="connsiteX15" fmla="*/ 16121 w 21212"/>
                <a:gd name="connsiteY15" fmla="*/ 15994 h 21212"/>
                <a:gd name="connsiteX16" fmla="*/ 16036 w 21212"/>
                <a:gd name="connsiteY16" fmla="*/ 15909 h 21212"/>
                <a:gd name="connsiteX17" fmla="*/ 16058 w 21212"/>
                <a:gd name="connsiteY17" fmla="*/ 15909 h 21212"/>
                <a:gd name="connsiteX18" fmla="*/ 16121 w 21212"/>
                <a:gd name="connsiteY18" fmla="*/ 15930 h 21212"/>
                <a:gd name="connsiteX19" fmla="*/ 16121 w 21212"/>
                <a:gd name="connsiteY19" fmla="*/ 15994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21 w 21212"/>
                <a:gd name="connsiteY23" fmla="*/ 15994 h 21212"/>
                <a:gd name="connsiteX24" fmla="*/ 16121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5994"/>
                  </a:moveTo>
                  <a:lnTo>
                    <a:pt x="16121" y="15994"/>
                  </a:lnTo>
                  <a:lnTo>
                    <a:pt x="16121" y="15994"/>
                  </a:lnTo>
                  <a:cubicBezTo>
                    <a:pt x="16058" y="15994"/>
                    <a:pt x="16058" y="15994"/>
                    <a:pt x="16058" y="15994"/>
                  </a:cubicBezTo>
                  <a:lnTo>
                    <a:pt x="16058" y="15994"/>
                  </a:ln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6036" y="15994"/>
                  </a:lnTo>
                  <a:cubicBezTo>
                    <a:pt x="16058" y="15994"/>
                    <a:pt x="16058" y="15994"/>
                    <a:pt x="16058" y="15994"/>
                  </a:cubicBezTo>
                  <a:cubicBezTo>
                    <a:pt x="16058" y="15994"/>
                    <a:pt x="16058" y="15994"/>
                    <a:pt x="16121" y="15994"/>
                  </a:cubicBezTo>
                  <a:lnTo>
                    <a:pt x="16121" y="15994"/>
                  </a:lnTo>
                  <a:cubicBezTo>
                    <a:pt x="16121" y="15973"/>
                    <a:pt x="16121" y="15973"/>
                    <a:pt x="16121" y="15994"/>
                  </a:cubicBezTo>
                  <a:lnTo>
                    <a:pt x="16121" y="15994"/>
                  </a:lnTo>
                  <a:cubicBezTo>
                    <a:pt x="16121" y="15973"/>
                    <a:pt x="16121" y="15973"/>
                    <a:pt x="16121" y="15994"/>
                  </a:cubicBezTo>
                  <a:lnTo>
                    <a:pt x="16036" y="15909"/>
                  </a:lnTo>
                  <a:lnTo>
                    <a:pt x="16058" y="15909"/>
                  </a:lnTo>
                  <a:lnTo>
                    <a:pt x="16121" y="15930"/>
                  </a:lnTo>
                  <a:lnTo>
                    <a:pt x="16121" y="15994"/>
                  </a:lnTo>
                  <a:cubicBezTo>
                    <a:pt x="16185" y="15973"/>
                    <a:pt x="16185" y="15973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5973"/>
                    <a:pt x="16185" y="15973"/>
                    <a:pt x="16121" y="15994"/>
                  </a:cubicBezTo>
                  <a:lnTo>
                    <a:pt x="16121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EE05EB6-2243-4336-9333-3268A515EAB9}"/>
                </a:ext>
              </a:extLst>
            </p:cNvPr>
            <p:cNvSpPr/>
            <p:nvPr/>
          </p:nvSpPr>
          <p:spPr>
            <a:xfrm>
              <a:off x="6405695" y="4744345"/>
              <a:ext cx="31327" cy="31327"/>
            </a:xfrm>
            <a:custGeom>
              <a:avLst/>
              <a:gdLst>
                <a:gd name="connsiteX0" fmla="*/ 16206 w 21212"/>
                <a:gd name="connsiteY0" fmla="*/ 16036 h 21212"/>
                <a:gd name="connsiteX1" fmla="*/ 16206 w 21212"/>
                <a:gd name="connsiteY1" fmla="*/ 16036 h 21212"/>
                <a:gd name="connsiteX2" fmla="*/ 16057 w 21212"/>
                <a:gd name="connsiteY2" fmla="*/ 16036 h 21212"/>
                <a:gd name="connsiteX3" fmla="*/ 16057 w 21212"/>
                <a:gd name="connsiteY3" fmla="*/ 16036 h 21212"/>
                <a:gd name="connsiteX4" fmla="*/ 16015 w 21212"/>
                <a:gd name="connsiteY4" fmla="*/ 16036 h 21212"/>
                <a:gd name="connsiteX5" fmla="*/ 16015 w 21212"/>
                <a:gd name="connsiteY5" fmla="*/ 16036 h 21212"/>
                <a:gd name="connsiteX6" fmla="*/ 15994 w 21212"/>
                <a:gd name="connsiteY6" fmla="*/ 16036 h 21212"/>
                <a:gd name="connsiteX7" fmla="*/ 15994 w 21212"/>
                <a:gd name="connsiteY7" fmla="*/ 16036 h 21212"/>
                <a:gd name="connsiteX8" fmla="*/ 15994 w 21212"/>
                <a:gd name="connsiteY8" fmla="*/ 16036 h 21212"/>
                <a:gd name="connsiteX9" fmla="*/ 16079 w 21212"/>
                <a:gd name="connsiteY9" fmla="*/ 16100 h 21212"/>
                <a:gd name="connsiteX10" fmla="*/ 16079 w 21212"/>
                <a:gd name="connsiteY10" fmla="*/ 16100 h 21212"/>
                <a:gd name="connsiteX11" fmla="*/ 15909 w 21212"/>
                <a:gd name="connsiteY11" fmla="*/ 16036 h 21212"/>
                <a:gd name="connsiteX12" fmla="*/ 15930 w 21212"/>
                <a:gd name="connsiteY12" fmla="*/ 16036 h 21212"/>
                <a:gd name="connsiteX13" fmla="*/ 15930 w 21212"/>
                <a:gd name="connsiteY13" fmla="*/ 16036 h 21212"/>
                <a:gd name="connsiteX14" fmla="*/ 15930 w 21212"/>
                <a:gd name="connsiteY14" fmla="*/ 16036 h 21212"/>
                <a:gd name="connsiteX15" fmla="*/ 15930 w 21212"/>
                <a:gd name="connsiteY15" fmla="*/ 16036 h 21212"/>
                <a:gd name="connsiteX16" fmla="*/ 15994 w 21212"/>
                <a:gd name="connsiteY16" fmla="*/ 16036 h 21212"/>
                <a:gd name="connsiteX17" fmla="*/ 15994 w 21212"/>
                <a:gd name="connsiteY17" fmla="*/ 16036 h 21212"/>
                <a:gd name="connsiteX18" fmla="*/ 15994 w 21212"/>
                <a:gd name="connsiteY18" fmla="*/ 16036 h 21212"/>
                <a:gd name="connsiteX19" fmla="*/ 16036 w 21212"/>
                <a:gd name="connsiteY19" fmla="*/ 16036 h 21212"/>
                <a:gd name="connsiteX20" fmla="*/ 16079 w 21212"/>
                <a:gd name="connsiteY20" fmla="*/ 16036 h 21212"/>
                <a:gd name="connsiteX21" fmla="*/ 16079 w 21212"/>
                <a:gd name="connsiteY21" fmla="*/ 16036 h 21212"/>
                <a:gd name="connsiteX22" fmla="*/ 16079 w 21212"/>
                <a:gd name="connsiteY22" fmla="*/ 16015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206 w 21212"/>
                <a:gd name="connsiteY25" fmla="*/ 15909 h 21212"/>
                <a:gd name="connsiteX26" fmla="*/ 16227 w 21212"/>
                <a:gd name="connsiteY26" fmla="*/ 15909 h 21212"/>
                <a:gd name="connsiteX27" fmla="*/ 16227 w 21212"/>
                <a:gd name="connsiteY27" fmla="*/ 15909 h 21212"/>
                <a:gd name="connsiteX28" fmla="*/ 16354 w 21212"/>
                <a:gd name="connsiteY28" fmla="*/ 16015 h 21212"/>
                <a:gd name="connsiteX29" fmla="*/ 16312 w 21212"/>
                <a:gd name="connsiteY29" fmla="*/ 16036 h 21212"/>
                <a:gd name="connsiteX30" fmla="*/ 16206 w 21212"/>
                <a:gd name="connsiteY30" fmla="*/ 16036 h 21212"/>
                <a:gd name="connsiteX31" fmla="*/ 16206 w 21212"/>
                <a:gd name="connsiteY31" fmla="*/ 16036 h 21212"/>
                <a:gd name="connsiteX32" fmla="*/ 16206 w 21212"/>
                <a:gd name="connsiteY32" fmla="*/ 16036 h 21212"/>
                <a:gd name="connsiteX33" fmla="*/ 16121 w 21212"/>
                <a:gd name="connsiteY33" fmla="*/ 16015 h 21212"/>
                <a:gd name="connsiteX34" fmla="*/ 16121 w 21212"/>
                <a:gd name="connsiteY34" fmla="*/ 16015 h 21212"/>
                <a:gd name="connsiteX35" fmla="*/ 16057 w 21212"/>
                <a:gd name="connsiteY35" fmla="*/ 16015 h 21212"/>
                <a:gd name="connsiteX36" fmla="*/ 16057 w 21212"/>
                <a:gd name="connsiteY36" fmla="*/ 16036 h 21212"/>
                <a:gd name="connsiteX37" fmla="*/ 16206 w 21212"/>
                <a:gd name="connsiteY37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06" y="16036"/>
                  </a:moveTo>
                  <a:lnTo>
                    <a:pt x="16206" y="16036"/>
                  </a:lnTo>
                  <a:lnTo>
                    <a:pt x="16057" y="16036"/>
                  </a:lnTo>
                  <a:lnTo>
                    <a:pt x="16057" y="16036"/>
                  </a:lnTo>
                  <a:cubicBezTo>
                    <a:pt x="16015" y="16036"/>
                    <a:pt x="16015" y="16036"/>
                    <a:pt x="16015" y="16036"/>
                  </a:cubicBezTo>
                  <a:lnTo>
                    <a:pt x="16015" y="16036"/>
                  </a:lnTo>
                  <a:lnTo>
                    <a:pt x="15994" y="16036"/>
                  </a:lnTo>
                  <a:lnTo>
                    <a:pt x="15994" y="16036"/>
                  </a:lnTo>
                  <a:lnTo>
                    <a:pt x="15994" y="16036"/>
                  </a:lnTo>
                  <a:lnTo>
                    <a:pt x="16079" y="16100"/>
                  </a:lnTo>
                  <a:lnTo>
                    <a:pt x="16079" y="16100"/>
                  </a:lnTo>
                  <a:lnTo>
                    <a:pt x="15909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30" y="16036"/>
                    <a:pt x="15930" y="16036"/>
                    <a:pt x="15994" y="16036"/>
                  </a:cubicBezTo>
                  <a:lnTo>
                    <a:pt x="15994" y="16036"/>
                  </a:lnTo>
                  <a:lnTo>
                    <a:pt x="15994" y="16036"/>
                  </a:lnTo>
                  <a:lnTo>
                    <a:pt x="16036" y="16036"/>
                  </a:lnTo>
                  <a:cubicBezTo>
                    <a:pt x="16036" y="16036"/>
                    <a:pt x="16036" y="16036"/>
                    <a:pt x="16079" y="16036"/>
                  </a:cubicBezTo>
                  <a:lnTo>
                    <a:pt x="16079" y="16036"/>
                  </a:lnTo>
                  <a:cubicBezTo>
                    <a:pt x="16079" y="16015"/>
                    <a:pt x="16079" y="16015"/>
                    <a:pt x="16079" y="16015"/>
                  </a:cubicBezTo>
                  <a:cubicBezTo>
                    <a:pt x="16079" y="16015"/>
                    <a:pt x="16079" y="16015"/>
                    <a:pt x="16142" y="15909"/>
                  </a:cubicBezTo>
                  <a:lnTo>
                    <a:pt x="16142" y="15909"/>
                  </a:lnTo>
                  <a:lnTo>
                    <a:pt x="16206" y="15909"/>
                  </a:lnTo>
                  <a:cubicBezTo>
                    <a:pt x="16206" y="15909"/>
                    <a:pt x="16206" y="15909"/>
                    <a:pt x="16227" y="15909"/>
                  </a:cubicBezTo>
                  <a:lnTo>
                    <a:pt x="16227" y="15909"/>
                  </a:lnTo>
                  <a:lnTo>
                    <a:pt x="16354" y="16015"/>
                  </a:lnTo>
                  <a:lnTo>
                    <a:pt x="16312" y="16036"/>
                  </a:lnTo>
                  <a:lnTo>
                    <a:pt x="16206" y="16036"/>
                  </a:lnTo>
                  <a:lnTo>
                    <a:pt x="16206" y="16036"/>
                  </a:lnTo>
                  <a:lnTo>
                    <a:pt x="16206" y="16036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57" y="16015"/>
                  </a:lnTo>
                  <a:lnTo>
                    <a:pt x="16057" y="16036"/>
                  </a:lnTo>
                  <a:lnTo>
                    <a:pt x="16206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6FE86A00-E4EB-4C18-80AF-2D58E62BA8CB}"/>
                </a:ext>
              </a:extLst>
            </p:cNvPr>
            <p:cNvSpPr/>
            <p:nvPr/>
          </p:nvSpPr>
          <p:spPr>
            <a:xfrm>
              <a:off x="6406259" y="4744094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079 w 21212"/>
                <a:gd name="connsiteY1" fmla="*/ 15994 h 21212"/>
                <a:gd name="connsiteX2" fmla="*/ 16036 w 21212"/>
                <a:gd name="connsiteY2" fmla="*/ 15909 h 21212"/>
                <a:gd name="connsiteX3" fmla="*/ 16036 w 21212"/>
                <a:gd name="connsiteY3" fmla="*/ 15909 h 21212"/>
                <a:gd name="connsiteX4" fmla="*/ 16121 w 21212"/>
                <a:gd name="connsiteY4" fmla="*/ 16015 h 21212"/>
                <a:gd name="connsiteX5" fmla="*/ 16121 w 21212"/>
                <a:gd name="connsiteY5" fmla="*/ 16015 h 21212"/>
                <a:gd name="connsiteX6" fmla="*/ 15909 w 21212"/>
                <a:gd name="connsiteY6" fmla="*/ 15994 h 21212"/>
                <a:gd name="connsiteX7" fmla="*/ 15951 w 21212"/>
                <a:gd name="connsiteY7" fmla="*/ 15994 h 21212"/>
                <a:gd name="connsiteX8" fmla="*/ 16036 w 21212"/>
                <a:gd name="connsiteY8" fmla="*/ 15994 h 21212"/>
                <a:gd name="connsiteX9" fmla="*/ 16121 w 21212"/>
                <a:gd name="connsiteY9" fmla="*/ 16015 h 21212"/>
                <a:gd name="connsiteX10" fmla="*/ 16121 w 21212"/>
                <a:gd name="connsiteY10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cubicBezTo>
                    <a:pt x="16079" y="15994"/>
                    <a:pt x="16079" y="15994"/>
                    <a:pt x="16079" y="15994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6036" y="15994"/>
                  </a:lnTo>
                  <a:cubicBezTo>
                    <a:pt x="16079" y="15994"/>
                    <a:pt x="16079" y="16015"/>
                    <a:pt x="16121" y="16015"/>
                  </a:cubicBez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9BAD95F6-73E5-4706-A418-5EE21989E5C1}"/>
                </a:ext>
              </a:extLst>
            </p:cNvPr>
            <p:cNvSpPr/>
            <p:nvPr/>
          </p:nvSpPr>
          <p:spPr>
            <a:xfrm>
              <a:off x="6406573" y="4743968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21 w 21212"/>
                <a:gd name="connsiteY2" fmla="*/ 15973 h 21212"/>
                <a:gd name="connsiteX3" fmla="*/ 16121 w 21212"/>
                <a:gd name="connsiteY3" fmla="*/ 15973 h 21212"/>
                <a:gd name="connsiteX4" fmla="*/ 16121 w 21212"/>
                <a:gd name="connsiteY4" fmla="*/ 15973 h 21212"/>
                <a:gd name="connsiteX5" fmla="*/ 16057 w 21212"/>
                <a:gd name="connsiteY5" fmla="*/ 15994 h 21212"/>
                <a:gd name="connsiteX6" fmla="*/ 16015 w 21212"/>
                <a:gd name="connsiteY6" fmla="*/ 16058 h 21212"/>
                <a:gd name="connsiteX7" fmla="*/ 16015 w 21212"/>
                <a:gd name="connsiteY7" fmla="*/ 16058 h 21212"/>
                <a:gd name="connsiteX8" fmla="*/ 15994 w 21212"/>
                <a:gd name="connsiteY8" fmla="*/ 16058 h 21212"/>
                <a:gd name="connsiteX9" fmla="*/ 15994 w 21212"/>
                <a:gd name="connsiteY9" fmla="*/ 15994 h 21212"/>
                <a:gd name="connsiteX10" fmla="*/ 15994 w 21212"/>
                <a:gd name="connsiteY10" fmla="*/ 15994 h 21212"/>
                <a:gd name="connsiteX11" fmla="*/ 15994 w 21212"/>
                <a:gd name="connsiteY11" fmla="*/ 15994 h 21212"/>
                <a:gd name="connsiteX12" fmla="*/ 15994 w 21212"/>
                <a:gd name="connsiteY12" fmla="*/ 15994 h 21212"/>
                <a:gd name="connsiteX13" fmla="*/ 15994 w 21212"/>
                <a:gd name="connsiteY13" fmla="*/ 15973 h 21212"/>
                <a:gd name="connsiteX14" fmla="*/ 16015 w 21212"/>
                <a:gd name="connsiteY14" fmla="*/ 15973 h 21212"/>
                <a:gd name="connsiteX15" fmla="*/ 16015 w 21212"/>
                <a:gd name="connsiteY15" fmla="*/ 15973 h 21212"/>
                <a:gd name="connsiteX16" fmla="*/ 16015 w 21212"/>
                <a:gd name="connsiteY16" fmla="*/ 15973 h 21212"/>
                <a:gd name="connsiteX17" fmla="*/ 16015 w 21212"/>
                <a:gd name="connsiteY17" fmla="*/ 15973 h 21212"/>
                <a:gd name="connsiteX18" fmla="*/ 16015 w 21212"/>
                <a:gd name="connsiteY18" fmla="*/ 15909 h 21212"/>
                <a:gd name="connsiteX19" fmla="*/ 15994 w 21212"/>
                <a:gd name="connsiteY19" fmla="*/ 15909 h 21212"/>
                <a:gd name="connsiteX20" fmla="*/ 15994 w 21212"/>
                <a:gd name="connsiteY20" fmla="*/ 15909 h 21212"/>
                <a:gd name="connsiteX21" fmla="*/ 15994 w 21212"/>
                <a:gd name="connsiteY21" fmla="*/ 15973 h 21212"/>
                <a:gd name="connsiteX22" fmla="*/ 15909 w 21212"/>
                <a:gd name="connsiteY22" fmla="*/ 15973 h 21212"/>
                <a:gd name="connsiteX23" fmla="*/ 15909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73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09 w 21212"/>
                <a:gd name="connsiteY28" fmla="*/ 15909 h 21212"/>
                <a:gd name="connsiteX29" fmla="*/ 15994 w 21212"/>
                <a:gd name="connsiteY29" fmla="*/ 15909 h 21212"/>
                <a:gd name="connsiteX30" fmla="*/ 16015 w 21212"/>
                <a:gd name="connsiteY30" fmla="*/ 15909 h 21212"/>
                <a:gd name="connsiteX31" fmla="*/ 16015 w 21212"/>
                <a:gd name="connsiteY31" fmla="*/ 15909 h 21212"/>
                <a:gd name="connsiteX32" fmla="*/ 16015 w 21212"/>
                <a:gd name="connsiteY32" fmla="*/ 15909 h 21212"/>
                <a:gd name="connsiteX33" fmla="*/ 16121 w 21212"/>
                <a:gd name="connsiteY33" fmla="*/ 15973 h 21212"/>
                <a:gd name="connsiteX34" fmla="*/ 16121 w 21212"/>
                <a:gd name="connsiteY34" fmla="*/ 15973 h 21212"/>
                <a:gd name="connsiteX35" fmla="*/ 16121 w 21212"/>
                <a:gd name="connsiteY35" fmla="*/ 15973 h 21212"/>
                <a:gd name="connsiteX36" fmla="*/ 16057 w 21212"/>
                <a:gd name="connsiteY36" fmla="*/ 15973 h 21212"/>
                <a:gd name="connsiteX37" fmla="*/ 16015 w 21212"/>
                <a:gd name="connsiteY37" fmla="*/ 15973 h 21212"/>
                <a:gd name="connsiteX38" fmla="*/ 16015 w 21212"/>
                <a:gd name="connsiteY38" fmla="*/ 15973 h 21212"/>
                <a:gd name="connsiteX39" fmla="*/ 15994 w 21212"/>
                <a:gd name="connsiteY39" fmla="*/ 15994 h 21212"/>
                <a:gd name="connsiteX40" fmla="*/ 15994 w 21212"/>
                <a:gd name="connsiteY40" fmla="*/ 15994 h 21212"/>
                <a:gd name="connsiteX41" fmla="*/ 16015 w 21212"/>
                <a:gd name="connsiteY41" fmla="*/ 15994 h 21212"/>
                <a:gd name="connsiteX42" fmla="*/ 16015 w 21212"/>
                <a:gd name="connsiteY42" fmla="*/ 15994 h 21212"/>
                <a:gd name="connsiteX43" fmla="*/ 16015 w 21212"/>
                <a:gd name="connsiteY43" fmla="*/ 15994 h 21212"/>
                <a:gd name="connsiteX44" fmla="*/ 16057 w 21212"/>
                <a:gd name="connsiteY44" fmla="*/ 15973 h 21212"/>
                <a:gd name="connsiteX45" fmla="*/ 16057 w 21212"/>
                <a:gd name="connsiteY45" fmla="*/ 15973 h 21212"/>
                <a:gd name="connsiteX46" fmla="*/ 16121 w 21212"/>
                <a:gd name="connsiteY46" fmla="*/ 15994 h 21212"/>
                <a:gd name="connsiteX47" fmla="*/ 16121 w 21212"/>
                <a:gd name="connsiteY47" fmla="*/ 15973 h 21212"/>
                <a:gd name="connsiteX48" fmla="*/ 16121 w 21212"/>
                <a:gd name="connsiteY48" fmla="*/ 15973 h 21212"/>
                <a:gd name="connsiteX49" fmla="*/ 16057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94"/>
                    <a:pt x="16121" y="15994"/>
                    <a:pt x="16057" y="15994"/>
                  </a:cubicBezTo>
                  <a:cubicBezTo>
                    <a:pt x="16057" y="15994"/>
                    <a:pt x="16057" y="16058"/>
                    <a:pt x="16015" y="16058"/>
                  </a:cubicBezTo>
                  <a:lnTo>
                    <a:pt x="16015" y="16058"/>
                  </a:lnTo>
                  <a:lnTo>
                    <a:pt x="15994" y="16058"/>
                  </a:lnTo>
                  <a:cubicBezTo>
                    <a:pt x="15994" y="16058"/>
                    <a:pt x="15994" y="16058"/>
                    <a:pt x="15994" y="15994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cubicBezTo>
                    <a:pt x="15994" y="15973"/>
                    <a:pt x="15994" y="15973"/>
                    <a:pt x="15994" y="15973"/>
                  </a:cubicBezTo>
                  <a:cubicBezTo>
                    <a:pt x="15994" y="15973"/>
                    <a:pt x="15994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15" y="15909"/>
                    <a:pt x="16015" y="15909"/>
                    <a:pt x="15994" y="15909"/>
                  </a:cubicBezTo>
                  <a:lnTo>
                    <a:pt x="15994" y="15909"/>
                  </a:lnTo>
                  <a:lnTo>
                    <a:pt x="15994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lose/>
                  <a:moveTo>
                    <a:pt x="16057" y="15973"/>
                  </a:moveTo>
                  <a:lnTo>
                    <a:pt x="16015" y="15973"/>
                  </a:lnTo>
                  <a:lnTo>
                    <a:pt x="16015" y="15973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5994" y="15994"/>
                  </a:lnTo>
                  <a:cubicBezTo>
                    <a:pt x="16015" y="15994"/>
                    <a:pt x="16015" y="15994"/>
                    <a:pt x="16015" y="15994"/>
                  </a:cubicBezTo>
                  <a:lnTo>
                    <a:pt x="16015" y="15994"/>
                  </a:lnTo>
                  <a:lnTo>
                    <a:pt x="16015" y="15994"/>
                  </a:lnTo>
                  <a:lnTo>
                    <a:pt x="16057" y="15973"/>
                  </a:lnTo>
                  <a:lnTo>
                    <a:pt x="16057" y="15973"/>
                  </a:lnTo>
                  <a:lnTo>
                    <a:pt x="16121" y="15994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057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81ED9AA2-4FA5-485F-B231-CCE1B6F30D18}"/>
                </a:ext>
              </a:extLst>
            </p:cNvPr>
            <p:cNvSpPr/>
            <p:nvPr/>
          </p:nvSpPr>
          <p:spPr>
            <a:xfrm>
              <a:off x="6406729" y="4743874"/>
              <a:ext cx="31327" cy="31327"/>
            </a:xfrm>
            <a:custGeom>
              <a:avLst/>
              <a:gdLst>
                <a:gd name="connsiteX0" fmla="*/ 16036 w 21212"/>
                <a:gd name="connsiteY0" fmla="*/ 15909 h 21212"/>
                <a:gd name="connsiteX1" fmla="*/ 16036 w 21212"/>
                <a:gd name="connsiteY1" fmla="*/ 15909 h 21212"/>
                <a:gd name="connsiteX2" fmla="*/ 16036 w 21212"/>
                <a:gd name="connsiteY2" fmla="*/ 15909 h 21212"/>
                <a:gd name="connsiteX3" fmla="*/ 16036 w 21212"/>
                <a:gd name="connsiteY3" fmla="*/ 15909 h 21212"/>
                <a:gd name="connsiteX4" fmla="*/ 16015 w 21212"/>
                <a:gd name="connsiteY4" fmla="*/ 15973 h 21212"/>
                <a:gd name="connsiteX5" fmla="*/ 16015 w 21212"/>
                <a:gd name="connsiteY5" fmla="*/ 15973 h 21212"/>
                <a:gd name="connsiteX6" fmla="*/ 16121 w 21212"/>
                <a:gd name="connsiteY6" fmla="*/ 15994 h 21212"/>
                <a:gd name="connsiteX7" fmla="*/ 16079 w 21212"/>
                <a:gd name="connsiteY7" fmla="*/ 16058 h 21212"/>
                <a:gd name="connsiteX8" fmla="*/ 15909 w 21212"/>
                <a:gd name="connsiteY8" fmla="*/ 15973 h 21212"/>
                <a:gd name="connsiteX9" fmla="*/ 15951 w 21212"/>
                <a:gd name="connsiteY9" fmla="*/ 15973 h 21212"/>
                <a:gd name="connsiteX10" fmla="*/ 16015 w 21212"/>
                <a:gd name="connsiteY10" fmla="*/ 15973 h 21212"/>
                <a:gd name="connsiteX11" fmla="*/ 16015 w 21212"/>
                <a:gd name="connsiteY11" fmla="*/ 15973 h 21212"/>
                <a:gd name="connsiteX12" fmla="*/ 16036 w 21212"/>
                <a:gd name="connsiteY12" fmla="*/ 15909 h 21212"/>
                <a:gd name="connsiteX13" fmla="*/ 16036 w 21212"/>
                <a:gd name="connsiteY13" fmla="*/ 15909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6036 w 21212"/>
                <a:gd name="connsiteY16" fmla="*/ 15909 h 21212"/>
                <a:gd name="connsiteX17" fmla="*/ 16036 w 21212"/>
                <a:gd name="connsiteY17" fmla="*/ 15909 h 21212"/>
                <a:gd name="connsiteX18" fmla="*/ 16036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36" y="15909"/>
                  </a:move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015" y="15973"/>
                  </a:lnTo>
                  <a:lnTo>
                    <a:pt x="16015" y="15973"/>
                  </a:lnTo>
                  <a:lnTo>
                    <a:pt x="16121" y="15994"/>
                  </a:lnTo>
                  <a:lnTo>
                    <a:pt x="16079" y="16058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6015" y="15973"/>
                    <a:pt x="16015" y="15973"/>
                    <a:pt x="16036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34A881FE-59B5-44DE-A66F-2E8FDF8383BC}"/>
                </a:ext>
              </a:extLst>
            </p:cNvPr>
            <p:cNvSpPr/>
            <p:nvPr/>
          </p:nvSpPr>
          <p:spPr>
            <a:xfrm>
              <a:off x="6406886" y="4743750"/>
              <a:ext cx="31327" cy="31327"/>
            </a:xfrm>
            <a:custGeom>
              <a:avLst/>
              <a:gdLst>
                <a:gd name="connsiteX0" fmla="*/ 15930 w 21212"/>
                <a:gd name="connsiteY0" fmla="*/ 15973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5930 w 21212"/>
                <a:gd name="connsiteY3" fmla="*/ 15909 h 21212"/>
                <a:gd name="connsiteX4" fmla="*/ 15930 w 21212"/>
                <a:gd name="connsiteY4" fmla="*/ 15973 h 21212"/>
                <a:gd name="connsiteX5" fmla="*/ 16079 w 21212"/>
                <a:gd name="connsiteY5" fmla="*/ 16057 h 21212"/>
                <a:gd name="connsiteX6" fmla="*/ 15973 w 21212"/>
                <a:gd name="connsiteY6" fmla="*/ 15973 h 21212"/>
                <a:gd name="connsiteX7" fmla="*/ 15973 w 21212"/>
                <a:gd name="connsiteY7" fmla="*/ 15973 h 21212"/>
                <a:gd name="connsiteX8" fmla="*/ 16163 w 21212"/>
                <a:gd name="connsiteY8" fmla="*/ 15994 h 21212"/>
                <a:gd name="connsiteX9" fmla="*/ 16079 w 21212"/>
                <a:gd name="connsiteY9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30" y="15973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30" y="15973"/>
                  </a:lnTo>
                  <a:close/>
                  <a:moveTo>
                    <a:pt x="16079" y="16057"/>
                  </a:moveTo>
                  <a:lnTo>
                    <a:pt x="15973" y="15973"/>
                  </a:lnTo>
                  <a:lnTo>
                    <a:pt x="15973" y="15973"/>
                  </a:lnTo>
                  <a:lnTo>
                    <a:pt x="16163" y="15994"/>
                  </a:lnTo>
                  <a:lnTo>
                    <a:pt x="16079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7CF29420-8B0A-4386-9E21-22B24A0DDE5E}"/>
                </a:ext>
              </a:extLst>
            </p:cNvPr>
            <p:cNvSpPr/>
            <p:nvPr/>
          </p:nvSpPr>
          <p:spPr>
            <a:xfrm>
              <a:off x="6407073" y="4743561"/>
              <a:ext cx="31327" cy="31327"/>
            </a:xfrm>
            <a:custGeom>
              <a:avLst/>
              <a:gdLst>
                <a:gd name="connsiteX0" fmla="*/ 16142 w 21212"/>
                <a:gd name="connsiteY0" fmla="*/ 16100 h 21212"/>
                <a:gd name="connsiteX1" fmla="*/ 16142 w 21212"/>
                <a:gd name="connsiteY1" fmla="*/ 16100 h 21212"/>
                <a:gd name="connsiteX2" fmla="*/ 16142 w 21212"/>
                <a:gd name="connsiteY2" fmla="*/ 16100 h 21212"/>
                <a:gd name="connsiteX3" fmla="*/ 16057 w 21212"/>
                <a:gd name="connsiteY3" fmla="*/ 16100 h 21212"/>
                <a:gd name="connsiteX4" fmla="*/ 16057 w 21212"/>
                <a:gd name="connsiteY4" fmla="*/ 16100 h 21212"/>
                <a:gd name="connsiteX5" fmla="*/ 16015 w 21212"/>
                <a:gd name="connsiteY5" fmla="*/ 16100 h 21212"/>
                <a:gd name="connsiteX6" fmla="*/ 16015 w 21212"/>
                <a:gd name="connsiteY6" fmla="*/ 16100 h 21212"/>
                <a:gd name="connsiteX7" fmla="*/ 15909 w 21212"/>
                <a:gd name="connsiteY7" fmla="*/ 16036 h 21212"/>
                <a:gd name="connsiteX8" fmla="*/ 15909 w 21212"/>
                <a:gd name="connsiteY8" fmla="*/ 15973 h 21212"/>
                <a:gd name="connsiteX9" fmla="*/ 16057 w 21212"/>
                <a:gd name="connsiteY9" fmla="*/ 16036 h 21212"/>
                <a:gd name="connsiteX10" fmla="*/ 16057 w 21212"/>
                <a:gd name="connsiteY10" fmla="*/ 16100 h 21212"/>
                <a:gd name="connsiteX11" fmla="*/ 16142 w 21212"/>
                <a:gd name="connsiteY11" fmla="*/ 16100 h 21212"/>
                <a:gd name="connsiteX12" fmla="*/ 16142 w 21212"/>
                <a:gd name="connsiteY12" fmla="*/ 16036 h 21212"/>
                <a:gd name="connsiteX13" fmla="*/ 16142 w 21212"/>
                <a:gd name="connsiteY13" fmla="*/ 16036 h 21212"/>
                <a:gd name="connsiteX14" fmla="*/ 16142 w 21212"/>
                <a:gd name="connsiteY14" fmla="*/ 15973 h 21212"/>
                <a:gd name="connsiteX15" fmla="*/ 16142 w 21212"/>
                <a:gd name="connsiteY15" fmla="*/ 15973 h 21212"/>
                <a:gd name="connsiteX16" fmla="*/ 16015 w 21212"/>
                <a:gd name="connsiteY16" fmla="*/ 15909 h 21212"/>
                <a:gd name="connsiteX17" fmla="*/ 16057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73 h 21212"/>
                <a:gd name="connsiteX20" fmla="*/ 16164 w 21212"/>
                <a:gd name="connsiteY20" fmla="*/ 15973 h 21212"/>
                <a:gd name="connsiteX21" fmla="*/ 16164 w 21212"/>
                <a:gd name="connsiteY21" fmla="*/ 15973 h 21212"/>
                <a:gd name="connsiteX22" fmla="*/ 16164 w 21212"/>
                <a:gd name="connsiteY22" fmla="*/ 16036 h 21212"/>
                <a:gd name="connsiteX23" fmla="*/ 16164 w 21212"/>
                <a:gd name="connsiteY23" fmla="*/ 16036 h 21212"/>
                <a:gd name="connsiteX24" fmla="*/ 16142 w 21212"/>
                <a:gd name="connsiteY2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100"/>
                  </a:moveTo>
                  <a:cubicBezTo>
                    <a:pt x="16142" y="16100"/>
                    <a:pt x="16142" y="16100"/>
                    <a:pt x="16142" y="16100"/>
                  </a:cubicBezTo>
                  <a:lnTo>
                    <a:pt x="16142" y="16100"/>
                  </a:lnTo>
                  <a:lnTo>
                    <a:pt x="16057" y="16100"/>
                  </a:lnTo>
                  <a:lnTo>
                    <a:pt x="16057" y="16100"/>
                  </a:lnTo>
                  <a:lnTo>
                    <a:pt x="16015" y="16100"/>
                  </a:lnTo>
                  <a:lnTo>
                    <a:pt x="16015" y="16100"/>
                  </a:lnTo>
                  <a:lnTo>
                    <a:pt x="15909" y="16036"/>
                  </a:lnTo>
                  <a:lnTo>
                    <a:pt x="15909" y="15973"/>
                  </a:lnTo>
                  <a:lnTo>
                    <a:pt x="16057" y="16036"/>
                  </a:lnTo>
                  <a:cubicBezTo>
                    <a:pt x="16057" y="16100"/>
                    <a:pt x="16057" y="16100"/>
                    <a:pt x="16057" y="16100"/>
                  </a:cubicBezTo>
                  <a:lnTo>
                    <a:pt x="16142" y="16100"/>
                  </a:lnTo>
                  <a:cubicBezTo>
                    <a:pt x="16121" y="16036"/>
                    <a:pt x="16121" y="16100"/>
                    <a:pt x="16142" y="16036"/>
                  </a:cubicBezTo>
                  <a:lnTo>
                    <a:pt x="16142" y="16036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015" y="15909"/>
                  </a:lnTo>
                  <a:lnTo>
                    <a:pt x="16057" y="15909"/>
                  </a:lnTo>
                  <a:lnTo>
                    <a:pt x="16142" y="15909"/>
                  </a:lnTo>
                  <a:cubicBezTo>
                    <a:pt x="16142" y="15973"/>
                    <a:pt x="16142" y="15973"/>
                    <a:pt x="16142" y="15973"/>
                  </a:cubicBezTo>
                  <a:cubicBezTo>
                    <a:pt x="16164" y="15973"/>
                    <a:pt x="16164" y="15973"/>
                    <a:pt x="16164" y="15973"/>
                  </a:cubicBezTo>
                  <a:lnTo>
                    <a:pt x="16164" y="15973"/>
                  </a:lnTo>
                  <a:lnTo>
                    <a:pt x="16164" y="16036"/>
                  </a:lnTo>
                  <a:lnTo>
                    <a:pt x="16164" y="16036"/>
                  </a:lnTo>
                  <a:cubicBezTo>
                    <a:pt x="16142" y="16036"/>
                    <a:pt x="16142" y="16100"/>
                    <a:pt x="16142" y="161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42960C90-8EB7-4105-AACA-EB0AD622733D}"/>
                </a:ext>
              </a:extLst>
            </p:cNvPr>
            <p:cNvSpPr/>
            <p:nvPr/>
          </p:nvSpPr>
          <p:spPr>
            <a:xfrm>
              <a:off x="6407419" y="4743467"/>
              <a:ext cx="31327" cy="31327"/>
            </a:xfrm>
            <a:custGeom>
              <a:avLst/>
              <a:gdLst>
                <a:gd name="connsiteX0" fmla="*/ 15930 w 21212"/>
                <a:gd name="connsiteY0" fmla="*/ 15951 h 21212"/>
                <a:gd name="connsiteX1" fmla="*/ 15930 w 21212"/>
                <a:gd name="connsiteY1" fmla="*/ 15951 h 21212"/>
                <a:gd name="connsiteX2" fmla="*/ 15930 w 21212"/>
                <a:gd name="connsiteY2" fmla="*/ 15951 h 21212"/>
                <a:gd name="connsiteX3" fmla="*/ 15994 w 21212"/>
                <a:gd name="connsiteY3" fmla="*/ 15951 h 21212"/>
                <a:gd name="connsiteX4" fmla="*/ 15994 w 21212"/>
                <a:gd name="connsiteY4" fmla="*/ 15951 h 21212"/>
                <a:gd name="connsiteX5" fmla="*/ 16015 w 21212"/>
                <a:gd name="connsiteY5" fmla="*/ 15951 h 21212"/>
                <a:gd name="connsiteX6" fmla="*/ 16015 w 21212"/>
                <a:gd name="connsiteY6" fmla="*/ 15909 h 21212"/>
                <a:gd name="connsiteX7" fmla="*/ 16079 w 21212"/>
                <a:gd name="connsiteY7" fmla="*/ 15909 h 21212"/>
                <a:gd name="connsiteX8" fmla="*/ 16079 w 21212"/>
                <a:gd name="connsiteY8" fmla="*/ 15909 h 21212"/>
                <a:gd name="connsiteX9" fmla="*/ 16121 w 21212"/>
                <a:gd name="connsiteY9" fmla="*/ 15951 h 21212"/>
                <a:gd name="connsiteX10" fmla="*/ 16121 w 21212"/>
                <a:gd name="connsiteY10" fmla="*/ 15951 h 21212"/>
                <a:gd name="connsiteX11" fmla="*/ 16121 w 21212"/>
                <a:gd name="connsiteY11" fmla="*/ 15973 h 21212"/>
                <a:gd name="connsiteX12" fmla="*/ 16079 w 21212"/>
                <a:gd name="connsiteY12" fmla="*/ 15973 h 21212"/>
                <a:gd name="connsiteX13" fmla="*/ 16015 w 21212"/>
                <a:gd name="connsiteY13" fmla="*/ 15973 h 21212"/>
                <a:gd name="connsiteX14" fmla="*/ 16015 w 21212"/>
                <a:gd name="connsiteY14" fmla="*/ 15973 h 21212"/>
                <a:gd name="connsiteX15" fmla="*/ 16015 w 21212"/>
                <a:gd name="connsiteY15" fmla="*/ 15973 h 21212"/>
                <a:gd name="connsiteX16" fmla="*/ 16015 w 21212"/>
                <a:gd name="connsiteY16" fmla="*/ 16036 h 21212"/>
                <a:gd name="connsiteX17" fmla="*/ 15994 w 21212"/>
                <a:gd name="connsiteY17" fmla="*/ 15973 h 21212"/>
                <a:gd name="connsiteX18" fmla="*/ 16015 w 21212"/>
                <a:gd name="connsiteY18" fmla="*/ 15973 h 21212"/>
                <a:gd name="connsiteX19" fmla="*/ 16015 w 21212"/>
                <a:gd name="connsiteY19" fmla="*/ 15973 h 21212"/>
                <a:gd name="connsiteX20" fmla="*/ 16079 w 21212"/>
                <a:gd name="connsiteY20" fmla="*/ 15973 h 21212"/>
                <a:gd name="connsiteX21" fmla="*/ 16079 w 21212"/>
                <a:gd name="connsiteY21" fmla="*/ 15973 h 21212"/>
                <a:gd name="connsiteX22" fmla="*/ 16079 w 21212"/>
                <a:gd name="connsiteY22" fmla="*/ 15951 h 21212"/>
                <a:gd name="connsiteX23" fmla="*/ 16079 w 21212"/>
                <a:gd name="connsiteY23" fmla="*/ 15951 h 21212"/>
                <a:gd name="connsiteX24" fmla="*/ 16015 w 21212"/>
                <a:gd name="connsiteY24" fmla="*/ 15951 h 21212"/>
                <a:gd name="connsiteX25" fmla="*/ 16015 w 21212"/>
                <a:gd name="connsiteY25" fmla="*/ 15951 h 21212"/>
                <a:gd name="connsiteX26" fmla="*/ 16015 w 21212"/>
                <a:gd name="connsiteY26" fmla="*/ 15951 h 21212"/>
                <a:gd name="connsiteX27" fmla="*/ 15994 w 21212"/>
                <a:gd name="connsiteY27" fmla="*/ 15951 h 21212"/>
                <a:gd name="connsiteX28" fmla="*/ 15994 w 21212"/>
                <a:gd name="connsiteY28" fmla="*/ 15951 h 21212"/>
                <a:gd name="connsiteX29" fmla="*/ 15930 w 21212"/>
                <a:gd name="connsiteY29" fmla="*/ 15951 h 21212"/>
                <a:gd name="connsiteX30" fmla="*/ 15930 w 21212"/>
                <a:gd name="connsiteY30" fmla="*/ 15951 h 21212"/>
                <a:gd name="connsiteX31" fmla="*/ 15930 w 21212"/>
                <a:gd name="connsiteY31" fmla="*/ 15951 h 21212"/>
                <a:gd name="connsiteX32" fmla="*/ 15930 w 21212"/>
                <a:gd name="connsiteY32" fmla="*/ 15951 h 21212"/>
                <a:gd name="connsiteX33" fmla="*/ 15930 w 21212"/>
                <a:gd name="connsiteY33" fmla="*/ 15951 h 21212"/>
                <a:gd name="connsiteX34" fmla="*/ 15909 w 21212"/>
                <a:gd name="connsiteY34" fmla="*/ 15909 h 21212"/>
                <a:gd name="connsiteX35" fmla="*/ 15909 w 21212"/>
                <a:gd name="connsiteY35" fmla="*/ 15909 h 21212"/>
                <a:gd name="connsiteX36" fmla="*/ 15930 w 21212"/>
                <a:gd name="connsiteY36" fmla="*/ 15909 h 21212"/>
                <a:gd name="connsiteX37" fmla="*/ 15994 w 21212"/>
                <a:gd name="connsiteY37" fmla="*/ 15909 h 21212"/>
                <a:gd name="connsiteX38" fmla="*/ 15994 w 21212"/>
                <a:gd name="connsiteY38" fmla="*/ 15909 h 21212"/>
                <a:gd name="connsiteX39" fmla="*/ 15994 w 21212"/>
                <a:gd name="connsiteY39" fmla="*/ 15909 h 21212"/>
                <a:gd name="connsiteX40" fmla="*/ 15930 w 21212"/>
                <a:gd name="connsiteY40" fmla="*/ 15909 h 21212"/>
                <a:gd name="connsiteX41" fmla="*/ 15930 w 21212"/>
                <a:gd name="connsiteY41" fmla="*/ 15909 h 21212"/>
                <a:gd name="connsiteX42" fmla="*/ 15930 w 21212"/>
                <a:gd name="connsiteY42" fmla="*/ 15951 h 21212"/>
                <a:gd name="connsiteX43" fmla="*/ 15930 w 21212"/>
                <a:gd name="connsiteY43" fmla="*/ 15951 h 21212"/>
                <a:gd name="connsiteX44" fmla="*/ 15930 w 21212"/>
                <a:gd name="connsiteY4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30" y="15951"/>
                  </a:moveTo>
                  <a:lnTo>
                    <a:pt x="15930" y="15951"/>
                  </a:lnTo>
                  <a:lnTo>
                    <a:pt x="15930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6015" y="15951"/>
                  </a:lnTo>
                  <a:cubicBezTo>
                    <a:pt x="16015" y="15909"/>
                    <a:pt x="16015" y="15909"/>
                    <a:pt x="16015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73"/>
                  </a:lnTo>
                  <a:lnTo>
                    <a:pt x="16079" y="15973"/>
                  </a:lnTo>
                  <a:cubicBezTo>
                    <a:pt x="16079" y="15973"/>
                    <a:pt x="16079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lnTo>
                    <a:pt x="16015" y="16036"/>
                  </a:lnTo>
                  <a:lnTo>
                    <a:pt x="15994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079" y="15951"/>
                    <a:pt x="16079" y="15951"/>
                    <a:pt x="16079" y="15951"/>
                  </a:cubicBezTo>
                  <a:lnTo>
                    <a:pt x="16079" y="15951"/>
                  </a:lnTo>
                  <a:lnTo>
                    <a:pt x="16015" y="15951"/>
                  </a:lnTo>
                  <a:lnTo>
                    <a:pt x="16015" y="15951"/>
                  </a:lnTo>
                  <a:lnTo>
                    <a:pt x="16015" y="15951"/>
                  </a:lnTo>
                  <a:lnTo>
                    <a:pt x="15994" y="15951"/>
                  </a:lnTo>
                  <a:lnTo>
                    <a:pt x="15994" y="15951"/>
                  </a:lnTo>
                  <a:cubicBezTo>
                    <a:pt x="15994" y="15973"/>
                    <a:pt x="15930" y="15973"/>
                    <a:pt x="15930" y="15951"/>
                  </a:cubicBez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09" y="15909"/>
                  </a:lnTo>
                  <a:lnTo>
                    <a:pt x="15909" y="15909"/>
                  </a:lnTo>
                  <a:cubicBezTo>
                    <a:pt x="15930" y="15909"/>
                    <a:pt x="15930" y="15909"/>
                    <a:pt x="15930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697EF85D-AD50-41C3-919F-A129D61D3F53}"/>
                </a:ext>
              </a:extLst>
            </p:cNvPr>
            <p:cNvSpPr/>
            <p:nvPr/>
          </p:nvSpPr>
          <p:spPr>
            <a:xfrm>
              <a:off x="6407732" y="4743060"/>
              <a:ext cx="31327" cy="31327"/>
            </a:xfrm>
            <a:custGeom>
              <a:avLst/>
              <a:gdLst>
                <a:gd name="connsiteX0" fmla="*/ 16227 w 21212"/>
                <a:gd name="connsiteY0" fmla="*/ 16036 h 21212"/>
                <a:gd name="connsiteX1" fmla="*/ 16206 w 21212"/>
                <a:gd name="connsiteY1" fmla="*/ 16121 h 21212"/>
                <a:gd name="connsiteX2" fmla="*/ 16100 w 21212"/>
                <a:gd name="connsiteY2" fmla="*/ 16036 h 21212"/>
                <a:gd name="connsiteX3" fmla="*/ 16079 w 21212"/>
                <a:gd name="connsiteY3" fmla="*/ 16015 h 21212"/>
                <a:gd name="connsiteX4" fmla="*/ 16079 w 21212"/>
                <a:gd name="connsiteY4" fmla="*/ 16015 h 21212"/>
                <a:gd name="connsiteX5" fmla="*/ 16015 w 21212"/>
                <a:gd name="connsiteY5" fmla="*/ 16036 h 21212"/>
                <a:gd name="connsiteX6" fmla="*/ 16015 w 21212"/>
                <a:gd name="connsiteY6" fmla="*/ 16036 h 21212"/>
                <a:gd name="connsiteX7" fmla="*/ 15930 w 21212"/>
                <a:gd name="connsiteY7" fmla="*/ 16036 h 21212"/>
                <a:gd name="connsiteX8" fmla="*/ 15930 w 21212"/>
                <a:gd name="connsiteY8" fmla="*/ 16036 h 21212"/>
                <a:gd name="connsiteX9" fmla="*/ 16100 w 21212"/>
                <a:gd name="connsiteY9" fmla="*/ 16164 h 21212"/>
                <a:gd name="connsiteX10" fmla="*/ 16079 w 21212"/>
                <a:gd name="connsiteY10" fmla="*/ 16164 h 21212"/>
                <a:gd name="connsiteX11" fmla="*/ 15909 w 21212"/>
                <a:gd name="connsiteY11" fmla="*/ 16036 h 21212"/>
                <a:gd name="connsiteX12" fmla="*/ 15909 w 21212"/>
                <a:gd name="connsiteY12" fmla="*/ 16036 h 21212"/>
                <a:gd name="connsiteX13" fmla="*/ 15930 w 21212"/>
                <a:gd name="connsiteY13" fmla="*/ 16036 h 21212"/>
                <a:gd name="connsiteX14" fmla="*/ 15930 w 21212"/>
                <a:gd name="connsiteY14" fmla="*/ 16036 h 21212"/>
                <a:gd name="connsiteX15" fmla="*/ 15930 w 21212"/>
                <a:gd name="connsiteY15" fmla="*/ 16036 h 21212"/>
                <a:gd name="connsiteX16" fmla="*/ 15930 w 21212"/>
                <a:gd name="connsiteY16" fmla="*/ 16036 h 21212"/>
                <a:gd name="connsiteX17" fmla="*/ 15930 w 21212"/>
                <a:gd name="connsiteY17" fmla="*/ 16036 h 21212"/>
                <a:gd name="connsiteX18" fmla="*/ 15930 w 21212"/>
                <a:gd name="connsiteY18" fmla="*/ 16015 h 21212"/>
                <a:gd name="connsiteX19" fmla="*/ 16015 w 21212"/>
                <a:gd name="connsiteY19" fmla="*/ 16015 h 21212"/>
                <a:gd name="connsiteX20" fmla="*/ 16100 w 21212"/>
                <a:gd name="connsiteY20" fmla="*/ 16015 h 21212"/>
                <a:gd name="connsiteX21" fmla="*/ 16100 w 21212"/>
                <a:gd name="connsiteY21" fmla="*/ 16015 h 21212"/>
                <a:gd name="connsiteX22" fmla="*/ 16100 w 21212"/>
                <a:gd name="connsiteY22" fmla="*/ 15973 h 21212"/>
                <a:gd name="connsiteX23" fmla="*/ 16100 w 21212"/>
                <a:gd name="connsiteY23" fmla="*/ 15973 h 21212"/>
                <a:gd name="connsiteX24" fmla="*/ 16142 w 21212"/>
                <a:gd name="connsiteY24" fmla="*/ 15973 h 21212"/>
                <a:gd name="connsiteX25" fmla="*/ 16142 w 21212"/>
                <a:gd name="connsiteY25" fmla="*/ 15973 h 21212"/>
                <a:gd name="connsiteX26" fmla="*/ 16206 w 21212"/>
                <a:gd name="connsiteY26" fmla="*/ 15909 h 21212"/>
                <a:gd name="connsiteX27" fmla="*/ 16227 w 21212"/>
                <a:gd name="connsiteY27" fmla="*/ 15973 h 21212"/>
                <a:gd name="connsiteX28" fmla="*/ 16333 w 21212"/>
                <a:gd name="connsiteY28" fmla="*/ 16015 h 21212"/>
                <a:gd name="connsiteX29" fmla="*/ 16270 w 21212"/>
                <a:gd name="connsiteY29" fmla="*/ 16015 h 21212"/>
                <a:gd name="connsiteX30" fmla="*/ 16206 w 21212"/>
                <a:gd name="connsiteY30" fmla="*/ 15973 h 21212"/>
                <a:gd name="connsiteX31" fmla="*/ 16206 w 21212"/>
                <a:gd name="connsiteY31" fmla="*/ 15973 h 21212"/>
                <a:gd name="connsiteX32" fmla="*/ 16142 w 21212"/>
                <a:gd name="connsiteY32" fmla="*/ 15973 h 21212"/>
                <a:gd name="connsiteX33" fmla="*/ 16142 w 21212"/>
                <a:gd name="connsiteY33" fmla="*/ 15973 h 21212"/>
                <a:gd name="connsiteX34" fmla="*/ 16100 w 21212"/>
                <a:gd name="connsiteY34" fmla="*/ 15973 h 21212"/>
                <a:gd name="connsiteX35" fmla="*/ 16100 w 21212"/>
                <a:gd name="connsiteY35" fmla="*/ 15973 h 21212"/>
                <a:gd name="connsiteX36" fmla="*/ 16100 w 21212"/>
                <a:gd name="connsiteY36" fmla="*/ 16015 h 21212"/>
                <a:gd name="connsiteX37" fmla="*/ 16227 w 21212"/>
                <a:gd name="connsiteY37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036"/>
                  </a:moveTo>
                  <a:lnTo>
                    <a:pt x="16206" y="16121"/>
                  </a:lnTo>
                  <a:lnTo>
                    <a:pt x="16100" y="16036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cubicBezTo>
                    <a:pt x="16079" y="16015"/>
                    <a:pt x="16079" y="16015"/>
                    <a:pt x="16015" y="16036"/>
                  </a:cubicBezTo>
                  <a:lnTo>
                    <a:pt x="16015" y="16036"/>
                  </a:lnTo>
                  <a:cubicBezTo>
                    <a:pt x="15930" y="16036"/>
                    <a:pt x="15930" y="16036"/>
                    <a:pt x="15930" y="16036"/>
                  </a:cubicBezTo>
                  <a:lnTo>
                    <a:pt x="15930" y="16036"/>
                  </a:lnTo>
                  <a:lnTo>
                    <a:pt x="16100" y="16164"/>
                  </a:lnTo>
                  <a:lnTo>
                    <a:pt x="16079" y="16164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30" y="16036"/>
                    <a:pt x="15930" y="16036"/>
                    <a:pt x="15930" y="16015"/>
                  </a:cubicBezTo>
                  <a:cubicBezTo>
                    <a:pt x="16015" y="16015"/>
                    <a:pt x="16015" y="16015"/>
                    <a:pt x="16015" y="16015"/>
                  </a:cubicBezTo>
                  <a:cubicBezTo>
                    <a:pt x="16079" y="16015"/>
                    <a:pt x="16079" y="16015"/>
                    <a:pt x="16100" y="16015"/>
                  </a:cubicBezTo>
                  <a:lnTo>
                    <a:pt x="16100" y="16015"/>
                  </a:lnTo>
                  <a:cubicBezTo>
                    <a:pt x="16079" y="16015"/>
                    <a:pt x="16079" y="16015"/>
                    <a:pt x="16100" y="15973"/>
                  </a:cubicBezTo>
                  <a:lnTo>
                    <a:pt x="16100" y="15973"/>
                  </a:lnTo>
                  <a:lnTo>
                    <a:pt x="16142" y="15973"/>
                  </a:lnTo>
                  <a:lnTo>
                    <a:pt x="16142" y="15973"/>
                  </a:lnTo>
                  <a:cubicBezTo>
                    <a:pt x="16206" y="15909"/>
                    <a:pt x="16206" y="15909"/>
                    <a:pt x="16206" y="15909"/>
                  </a:cubicBezTo>
                  <a:lnTo>
                    <a:pt x="16227" y="15973"/>
                  </a:lnTo>
                  <a:lnTo>
                    <a:pt x="16333" y="16015"/>
                  </a:lnTo>
                  <a:lnTo>
                    <a:pt x="16270" y="16015"/>
                  </a:lnTo>
                  <a:lnTo>
                    <a:pt x="16206" y="15973"/>
                  </a:lnTo>
                  <a:lnTo>
                    <a:pt x="16206" y="15973"/>
                  </a:lnTo>
                  <a:cubicBezTo>
                    <a:pt x="16206" y="15973"/>
                    <a:pt x="16206" y="15973"/>
                    <a:pt x="16142" y="15973"/>
                  </a:cubicBezTo>
                  <a:lnTo>
                    <a:pt x="16142" y="15973"/>
                  </a:lnTo>
                  <a:cubicBezTo>
                    <a:pt x="16142" y="15973"/>
                    <a:pt x="16142" y="15973"/>
                    <a:pt x="16100" y="15973"/>
                  </a:cubicBezTo>
                  <a:lnTo>
                    <a:pt x="16100" y="15973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227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B5CAD1D3-E1F2-4D96-90F2-AD8539B9A4B3}"/>
                </a:ext>
              </a:extLst>
            </p:cNvPr>
            <p:cNvSpPr/>
            <p:nvPr/>
          </p:nvSpPr>
          <p:spPr>
            <a:xfrm>
              <a:off x="6408265" y="4742903"/>
              <a:ext cx="31327" cy="31327"/>
            </a:xfrm>
            <a:custGeom>
              <a:avLst/>
              <a:gdLst>
                <a:gd name="connsiteX0" fmla="*/ 16057 w 21212"/>
                <a:gd name="connsiteY0" fmla="*/ 16015 h 21212"/>
                <a:gd name="connsiteX1" fmla="*/ 16100 w 21212"/>
                <a:gd name="connsiteY1" fmla="*/ 15973 h 21212"/>
                <a:gd name="connsiteX2" fmla="*/ 16100 w 21212"/>
                <a:gd name="connsiteY2" fmla="*/ 15973 h 21212"/>
                <a:gd name="connsiteX3" fmla="*/ 16164 w 21212"/>
                <a:gd name="connsiteY3" fmla="*/ 15973 h 21212"/>
                <a:gd name="connsiteX4" fmla="*/ 16100 w 21212"/>
                <a:gd name="connsiteY4" fmla="*/ 15973 h 21212"/>
                <a:gd name="connsiteX5" fmla="*/ 16100 w 21212"/>
                <a:gd name="connsiteY5" fmla="*/ 16015 h 21212"/>
                <a:gd name="connsiteX6" fmla="*/ 16057 w 21212"/>
                <a:gd name="connsiteY6" fmla="*/ 16015 h 21212"/>
                <a:gd name="connsiteX7" fmla="*/ 15973 w 21212"/>
                <a:gd name="connsiteY7" fmla="*/ 16079 h 21212"/>
                <a:gd name="connsiteX8" fmla="*/ 15973 w 21212"/>
                <a:gd name="connsiteY8" fmla="*/ 16079 h 21212"/>
                <a:gd name="connsiteX9" fmla="*/ 15909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73 h 21212"/>
                <a:gd name="connsiteX12" fmla="*/ 15909 w 21212"/>
                <a:gd name="connsiteY12" fmla="*/ 15973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6057 w 21212"/>
                <a:gd name="connsiteY17" fmla="*/ 15909 h 21212"/>
                <a:gd name="connsiteX18" fmla="*/ 16057 w 21212"/>
                <a:gd name="connsiteY18" fmla="*/ 15909 h 21212"/>
                <a:gd name="connsiteX19" fmla="*/ 16057 w 21212"/>
                <a:gd name="connsiteY19" fmla="*/ 15909 h 21212"/>
                <a:gd name="connsiteX20" fmla="*/ 15973 w 21212"/>
                <a:gd name="connsiteY20" fmla="*/ 16015 h 21212"/>
                <a:gd name="connsiteX21" fmla="*/ 15973 w 21212"/>
                <a:gd name="connsiteY21" fmla="*/ 16015 h 21212"/>
                <a:gd name="connsiteX22" fmla="*/ 15973 w 21212"/>
                <a:gd name="connsiteY22" fmla="*/ 16015 h 21212"/>
                <a:gd name="connsiteX23" fmla="*/ 15973 w 21212"/>
                <a:gd name="connsiteY23" fmla="*/ 16015 h 21212"/>
                <a:gd name="connsiteX24" fmla="*/ 16057 w 21212"/>
                <a:gd name="connsiteY24" fmla="*/ 16015 h 21212"/>
                <a:gd name="connsiteX25" fmla="*/ 15973 w 21212"/>
                <a:gd name="connsiteY25" fmla="*/ 15973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09 w 21212"/>
                <a:gd name="connsiteY28" fmla="*/ 15973 h 21212"/>
                <a:gd name="connsiteX29" fmla="*/ 15973 w 21212"/>
                <a:gd name="connsiteY29" fmla="*/ 16015 h 21212"/>
                <a:gd name="connsiteX30" fmla="*/ 15973 w 21212"/>
                <a:gd name="connsiteY30" fmla="*/ 15973 h 21212"/>
                <a:gd name="connsiteX31" fmla="*/ 15973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6015"/>
                  </a:moveTo>
                  <a:cubicBezTo>
                    <a:pt x="16057" y="15973"/>
                    <a:pt x="16100" y="15973"/>
                    <a:pt x="16100" y="15973"/>
                  </a:cubicBezTo>
                  <a:lnTo>
                    <a:pt x="16100" y="15973"/>
                  </a:lnTo>
                  <a:lnTo>
                    <a:pt x="16164" y="15973"/>
                  </a:lnTo>
                  <a:lnTo>
                    <a:pt x="16100" y="15973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057" y="16015"/>
                  </a:lnTo>
                  <a:cubicBezTo>
                    <a:pt x="15973" y="16015"/>
                    <a:pt x="15973" y="16079"/>
                    <a:pt x="15973" y="16079"/>
                  </a:cubicBezTo>
                  <a:lnTo>
                    <a:pt x="15973" y="16079"/>
                  </a:lnTo>
                  <a:cubicBezTo>
                    <a:pt x="15973" y="16079"/>
                    <a:pt x="15973" y="16079"/>
                    <a:pt x="15909" y="16015"/>
                  </a:cubicBezTo>
                  <a:lnTo>
                    <a:pt x="15909" y="16015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6057" y="16015"/>
                    <a:pt x="16057" y="16015"/>
                    <a:pt x="16057" y="16015"/>
                  </a:cubicBezTo>
                  <a:close/>
                  <a:moveTo>
                    <a:pt x="15973" y="15973"/>
                  </a:move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73" y="15973"/>
                    <a:pt x="15973" y="16015"/>
                    <a:pt x="15973" y="16015"/>
                  </a:cubicBezTo>
                  <a:lnTo>
                    <a:pt x="15973" y="15973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73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DA71BAE1-3756-46E2-80AC-08B98142EDA4}"/>
                </a:ext>
              </a:extLst>
            </p:cNvPr>
            <p:cNvSpPr/>
            <p:nvPr/>
          </p:nvSpPr>
          <p:spPr>
            <a:xfrm>
              <a:off x="6408327" y="4742840"/>
              <a:ext cx="31327" cy="31327"/>
            </a:xfrm>
            <a:custGeom>
              <a:avLst/>
              <a:gdLst>
                <a:gd name="connsiteX0" fmla="*/ 16227 w 21212"/>
                <a:gd name="connsiteY0" fmla="*/ 15909 h 21212"/>
                <a:gd name="connsiteX1" fmla="*/ 16227 w 21212"/>
                <a:gd name="connsiteY1" fmla="*/ 15909 h 21212"/>
                <a:gd name="connsiteX2" fmla="*/ 16227 w 21212"/>
                <a:gd name="connsiteY2" fmla="*/ 15951 h 21212"/>
                <a:gd name="connsiteX3" fmla="*/ 16164 w 21212"/>
                <a:gd name="connsiteY3" fmla="*/ 15951 h 21212"/>
                <a:gd name="connsiteX4" fmla="*/ 16142 w 21212"/>
                <a:gd name="connsiteY4" fmla="*/ 15951 h 21212"/>
                <a:gd name="connsiteX5" fmla="*/ 16142 w 21212"/>
                <a:gd name="connsiteY5" fmla="*/ 15951 h 21212"/>
                <a:gd name="connsiteX6" fmla="*/ 16100 w 21212"/>
                <a:gd name="connsiteY6" fmla="*/ 15951 h 21212"/>
                <a:gd name="connsiteX7" fmla="*/ 15994 w 21212"/>
                <a:gd name="connsiteY7" fmla="*/ 15909 h 21212"/>
                <a:gd name="connsiteX8" fmla="*/ 15909 w 21212"/>
                <a:gd name="connsiteY8" fmla="*/ 15909 h 21212"/>
                <a:gd name="connsiteX9" fmla="*/ 15909 w 21212"/>
                <a:gd name="connsiteY9" fmla="*/ 15909 h 21212"/>
                <a:gd name="connsiteX10" fmla="*/ 15909 w 21212"/>
                <a:gd name="connsiteY10" fmla="*/ 15909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94 w 21212"/>
                <a:gd name="connsiteY13" fmla="*/ 15909 h 21212"/>
                <a:gd name="connsiteX14" fmla="*/ 16100 w 21212"/>
                <a:gd name="connsiteY14" fmla="*/ 15909 h 21212"/>
                <a:gd name="connsiteX15" fmla="*/ 16100 w 21212"/>
                <a:gd name="connsiteY15" fmla="*/ 15909 h 21212"/>
                <a:gd name="connsiteX16" fmla="*/ 16036 w 21212"/>
                <a:gd name="connsiteY16" fmla="*/ 15909 h 21212"/>
                <a:gd name="connsiteX17" fmla="*/ 16142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51 h 21212"/>
                <a:gd name="connsiteX20" fmla="*/ 16164 w 21212"/>
                <a:gd name="connsiteY20" fmla="*/ 15909 h 21212"/>
                <a:gd name="connsiteX21" fmla="*/ 16164 w 21212"/>
                <a:gd name="connsiteY21" fmla="*/ 15909 h 21212"/>
                <a:gd name="connsiteX22" fmla="*/ 16164 w 21212"/>
                <a:gd name="connsiteY22" fmla="*/ 15909 h 21212"/>
                <a:gd name="connsiteX23" fmla="*/ 16227 w 21212"/>
                <a:gd name="connsiteY23" fmla="*/ 15909 h 21212"/>
                <a:gd name="connsiteX24" fmla="*/ 16227 w 21212"/>
                <a:gd name="connsiteY2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09"/>
                  </a:moveTo>
                  <a:lnTo>
                    <a:pt x="16227" y="15909"/>
                  </a:lnTo>
                  <a:cubicBezTo>
                    <a:pt x="16227" y="15951"/>
                    <a:pt x="16227" y="15951"/>
                    <a:pt x="16227" y="15951"/>
                  </a:cubicBezTo>
                  <a:cubicBezTo>
                    <a:pt x="16164" y="15951"/>
                    <a:pt x="16164" y="15951"/>
                    <a:pt x="16164" y="15951"/>
                  </a:cubicBezTo>
                  <a:lnTo>
                    <a:pt x="16142" y="15951"/>
                  </a:lnTo>
                  <a:lnTo>
                    <a:pt x="16142" y="15951"/>
                  </a:lnTo>
                  <a:lnTo>
                    <a:pt x="16100" y="15951"/>
                  </a:lnTo>
                  <a:lnTo>
                    <a:pt x="15994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94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036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51"/>
                    <a:pt x="16142" y="15951"/>
                    <a:pt x="16142" y="15951"/>
                  </a:cubicBezTo>
                  <a:cubicBezTo>
                    <a:pt x="16142" y="15909"/>
                    <a:pt x="16164" y="15909"/>
                    <a:pt x="16164" y="15909"/>
                  </a:cubicBezTo>
                  <a:lnTo>
                    <a:pt x="16164" y="15909"/>
                  </a:lnTo>
                  <a:lnTo>
                    <a:pt x="16164" y="15909"/>
                  </a:lnTo>
                  <a:lnTo>
                    <a:pt x="16227" y="15909"/>
                  </a:lnTo>
                  <a:lnTo>
                    <a:pt x="16227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218665E-9DDA-4FC8-93AD-E180EAC22198}"/>
                </a:ext>
              </a:extLst>
            </p:cNvPr>
            <p:cNvSpPr/>
            <p:nvPr/>
          </p:nvSpPr>
          <p:spPr>
            <a:xfrm>
              <a:off x="6408609" y="4742747"/>
              <a:ext cx="31327" cy="31327"/>
            </a:xfrm>
            <a:custGeom>
              <a:avLst/>
              <a:gdLst>
                <a:gd name="connsiteX0" fmla="*/ 16142 w 21212"/>
                <a:gd name="connsiteY0" fmla="*/ 15973 h 21212"/>
                <a:gd name="connsiteX1" fmla="*/ 16079 w 21212"/>
                <a:gd name="connsiteY1" fmla="*/ 15973 h 21212"/>
                <a:gd name="connsiteX2" fmla="*/ 16058 w 21212"/>
                <a:gd name="connsiteY2" fmla="*/ 15973 h 21212"/>
                <a:gd name="connsiteX3" fmla="*/ 16058 w 21212"/>
                <a:gd name="connsiteY3" fmla="*/ 15973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6036 w 21212"/>
                <a:gd name="connsiteY6" fmla="*/ 15973 h 21212"/>
                <a:gd name="connsiteX7" fmla="*/ 15909 w 21212"/>
                <a:gd name="connsiteY7" fmla="*/ 15973 h 21212"/>
                <a:gd name="connsiteX8" fmla="*/ 15952 w 21212"/>
                <a:gd name="connsiteY8" fmla="*/ 15909 h 21212"/>
                <a:gd name="connsiteX9" fmla="*/ 16036 w 21212"/>
                <a:gd name="connsiteY9" fmla="*/ 15973 h 21212"/>
                <a:gd name="connsiteX10" fmla="*/ 16058 w 21212"/>
                <a:gd name="connsiteY10" fmla="*/ 15973 h 21212"/>
                <a:gd name="connsiteX11" fmla="*/ 16079 w 21212"/>
                <a:gd name="connsiteY11" fmla="*/ 15973 h 21212"/>
                <a:gd name="connsiteX12" fmla="*/ 16079 w 21212"/>
                <a:gd name="connsiteY12" fmla="*/ 15973 h 21212"/>
                <a:gd name="connsiteX13" fmla="*/ 16142 w 21212"/>
                <a:gd name="connsiteY13" fmla="*/ 15973 h 21212"/>
                <a:gd name="connsiteX14" fmla="*/ 16142 w 21212"/>
                <a:gd name="connsiteY14" fmla="*/ 15909 h 21212"/>
                <a:gd name="connsiteX15" fmla="*/ 16079 w 21212"/>
                <a:gd name="connsiteY15" fmla="*/ 15909 h 21212"/>
                <a:gd name="connsiteX16" fmla="*/ 16036 w 21212"/>
                <a:gd name="connsiteY16" fmla="*/ 15909 h 21212"/>
                <a:gd name="connsiteX17" fmla="*/ 16058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09 h 21212"/>
                <a:gd name="connsiteX20" fmla="*/ 16164 w 21212"/>
                <a:gd name="connsiteY20" fmla="*/ 15909 h 21212"/>
                <a:gd name="connsiteX21" fmla="*/ 16164 w 21212"/>
                <a:gd name="connsiteY21" fmla="*/ 15909 h 21212"/>
                <a:gd name="connsiteX22" fmla="*/ 16142 w 21212"/>
                <a:gd name="connsiteY22" fmla="*/ 15973 h 21212"/>
                <a:gd name="connsiteX23" fmla="*/ 16142 w 21212"/>
                <a:gd name="connsiteY23" fmla="*/ 15973 h 21212"/>
                <a:gd name="connsiteX24" fmla="*/ 16142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73"/>
                  </a:moveTo>
                  <a:lnTo>
                    <a:pt x="16079" y="15973"/>
                  </a:lnTo>
                  <a:cubicBezTo>
                    <a:pt x="16079" y="15973"/>
                    <a:pt x="16079" y="15973"/>
                    <a:pt x="16058" y="15973"/>
                  </a:cubicBezTo>
                  <a:lnTo>
                    <a:pt x="16058" y="15973"/>
                  </a:lnTo>
                  <a:cubicBezTo>
                    <a:pt x="16058" y="15973"/>
                    <a:pt x="16058" y="15973"/>
                    <a:pt x="16036" y="15973"/>
                  </a:cubicBezTo>
                  <a:lnTo>
                    <a:pt x="16036" y="15973"/>
                  </a:lnTo>
                  <a:lnTo>
                    <a:pt x="16036" y="15973"/>
                  </a:lnTo>
                  <a:lnTo>
                    <a:pt x="15909" y="15973"/>
                  </a:lnTo>
                  <a:lnTo>
                    <a:pt x="15952" y="15909"/>
                  </a:lnTo>
                  <a:lnTo>
                    <a:pt x="16036" y="15973"/>
                  </a:lnTo>
                  <a:lnTo>
                    <a:pt x="16058" y="15973"/>
                  </a:lnTo>
                  <a:cubicBezTo>
                    <a:pt x="16058" y="15973"/>
                    <a:pt x="16058" y="15973"/>
                    <a:pt x="16079" y="15973"/>
                  </a:cubicBezTo>
                  <a:lnTo>
                    <a:pt x="16079" y="15973"/>
                  </a:lnTo>
                  <a:cubicBezTo>
                    <a:pt x="16142" y="15973"/>
                    <a:pt x="16142" y="15973"/>
                    <a:pt x="16142" y="15973"/>
                  </a:cubicBezTo>
                  <a:cubicBezTo>
                    <a:pt x="16142" y="15909"/>
                    <a:pt x="16142" y="15909"/>
                    <a:pt x="16142" y="15909"/>
                  </a:cubicBezTo>
                  <a:cubicBezTo>
                    <a:pt x="16142" y="15909"/>
                    <a:pt x="16142" y="15909"/>
                    <a:pt x="16079" y="15909"/>
                  </a:cubicBezTo>
                  <a:lnTo>
                    <a:pt x="16036" y="15909"/>
                  </a:lnTo>
                  <a:lnTo>
                    <a:pt x="16058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164" y="15909"/>
                  </a:cubicBezTo>
                  <a:lnTo>
                    <a:pt x="16164" y="15909"/>
                  </a:lnTo>
                  <a:cubicBezTo>
                    <a:pt x="16164" y="15930"/>
                    <a:pt x="16164" y="15930"/>
                    <a:pt x="16142" y="15973"/>
                  </a:cubicBezTo>
                  <a:cubicBezTo>
                    <a:pt x="16164" y="15973"/>
                    <a:pt x="16164" y="15973"/>
                    <a:pt x="16142" y="15973"/>
                  </a:cubicBezTo>
                  <a:lnTo>
                    <a:pt x="16142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D29A69D4-2650-454A-8BBD-BEB798D4CAAA}"/>
                </a:ext>
              </a:extLst>
            </p:cNvPr>
            <p:cNvSpPr/>
            <p:nvPr/>
          </p:nvSpPr>
          <p:spPr>
            <a:xfrm>
              <a:off x="6408859" y="4742652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6100 w 21212"/>
                <a:gd name="connsiteY4" fmla="*/ 15909 h 21212"/>
                <a:gd name="connsiteX5" fmla="*/ 16142 w 21212"/>
                <a:gd name="connsiteY5" fmla="*/ 15909 h 21212"/>
                <a:gd name="connsiteX6" fmla="*/ 16142 w 21212"/>
                <a:gd name="connsiteY6" fmla="*/ 15909 h 21212"/>
                <a:gd name="connsiteX7" fmla="*/ 16142 w 21212"/>
                <a:gd name="connsiteY7" fmla="*/ 15909 h 21212"/>
                <a:gd name="connsiteX8" fmla="*/ 16142 w 21212"/>
                <a:gd name="connsiteY8" fmla="*/ 15909 h 21212"/>
                <a:gd name="connsiteX9" fmla="*/ 16206 w 21212"/>
                <a:gd name="connsiteY9" fmla="*/ 15909 h 21212"/>
                <a:gd name="connsiteX10" fmla="*/ 16206 w 21212"/>
                <a:gd name="connsiteY10" fmla="*/ 15909 h 21212"/>
                <a:gd name="connsiteX11" fmla="*/ 16142 w 21212"/>
                <a:gd name="connsiteY11" fmla="*/ 15994 h 21212"/>
                <a:gd name="connsiteX12" fmla="*/ 16142 w 21212"/>
                <a:gd name="connsiteY12" fmla="*/ 15994 h 21212"/>
                <a:gd name="connsiteX13" fmla="*/ 16142 w 21212"/>
                <a:gd name="connsiteY13" fmla="*/ 15994 h 21212"/>
                <a:gd name="connsiteX14" fmla="*/ 16142 w 21212"/>
                <a:gd name="connsiteY14" fmla="*/ 15994 h 21212"/>
                <a:gd name="connsiteX15" fmla="*/ 16142 w 21212"/>
                <a:gd name="connsiteY15" fmla="*/ 15994 h 21212"/>
                <a:gd name="connsiteX16" fmla="*/ 16100 w 21212"/>
                <a:gd name="connsiteY16" fmla="*/ 15994 h 21212"/>
                <a:gd name="connsiteX17" fmla="*/ 16100 w 21212"/>
                <a:gd name="connsiteY17" fmla="*/ 15994 h 21212"/>
                <a:gd name="connsiteX18" fmla="*/ 16142 w 21212"/>
                <a:gd name="connsiteY18" fmla="*/ 15994 h 21212"/>
                <a:gd name="connsiteX19" fmla="*/ 16142 w 21212"/>
                <a:gd name="connsiteY19" fmla="*/ 15994 h 21212"/>
                <a:gd name="connsiteX20" fmla="*/ 16142 w 21212"/>
                <a:gd name="connsiteY20" fmla="*/ 15994 h 21212"/>
                <a:gd name="connsiteX21" fmla="*/ 16142 w 21212"/>
                <a:gd name="connsiteY21" fmla="*/ 15909 h 21212"/>
                <a:gd name="connsiteX22" fmla="*/ 16142 w 21212"/>
                <a:gd name="connsiteY22" fmla="*/ 15909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142 w 21212"/>
                <a:gd name="connsiteY25" fmla="*/ 15909 h 21212"/>
                <a:gd name="connsiteX26" fmla="*/ 16142 w 21212"/>
                <a:gd name="connsiteY26" fmla="*/ 15909 h 21212"/>
                <a:gd name="connsiteX27" fmla="*/ 16100 w 21212"/>
                <a:gd name="connsiteY27" fmla="*/ 15909 h 21212"/>
                <a:gd name="connsiteX28" fmla="*/ 16100 w 21212"/>
                <a:gd name="connsiteY28" fmla="*/ 15909 h 21212"/>
                <a:gd name="connsiteX29" fmla="*/ 15994 w 21212"/>
                <a:gd name="connsiteY29" fmla="*/ 15994 h 21212"/>
                <a:gd name="connsiteX30" fmla="*/ 15973 w 21212"/>
                <a:gd name="connsiteY30" fmla="*/ 15994 h 21212"/>
                <a:gd name="connsiteX31" fmla="*/ 15973 w 21212"/>
                <a:gd name="connsiteY31" fmla="*/ 15994 h 21212"/>
                <a:gd name="connsiteX32" fmla="*/ 15909 w 21212"/>
                <a:gd name="connsiteY32" fmla="*/ 15909 h 21212"/>
                <a:gd name="connsiteX33" fmla="*/ 15909 w 21212"/>
                <a:gd name="connsiteY33" fmla="*/ 15909 h 21212"/>
                <a:gd name="connsiteX34" fmla="*/ 15973 w 21212"/>
                <a:gd name="connsiteY34" fmla="*/ 15909 h 21212"/>
                <a:gd name="connsiteX35" fmla="*/ 15973 w 21212"/>
                <a:gd name="connsiteY35" fmla="*/ 15909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6100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09 h 21212"/>
                <a:gd name="connsiteX41" fmla="*/ 15973 w 21212"/>
                <a:gd name="connsiteY41" fmla="*/ 15909 h 21212"/>
                <a:gd name="connsiteX42" fmla="*/ 15973 w 21212"/>
                <a:gd name="connsiteY42" fmla="*/ 15909 h 21212"/>
                <a:gd name="connsiteX43" fmla="*/ 15973 w 21212"/>
                <a:gd name="connsiteY43" fmla="*/ 15909 h 21212"/>
                <a:gd name="connsiteX44" fmla="*/ 15973 w 21212"/>
                <a:gd name="connsiteY4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6100" y="15909"/>
                    <a:pt x="16100" y="15909"/>
                    <a:pt x="16100" y="15909"/>
                  </a:cubicBezTo>
                  <a:cubicBezTo>
                    <a:pt x="16100" y="15909"/>
                    <a:pt x="16100" y="15909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206" y="15909"/>
                  </a:cubicBezTo>
                  <a:lnTo>
                    <a:pt x="16206" y="15909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94"/>
                    <a:pt x="16100" y="15994"/>
                    <a:pt x="16142" y="15994"/>
                  </a:cubicBezTo>
                  <a:lnTo>
                    <a:pt x="16142" y="15994"/>
                  </a:lnTo>
                  <a:lnTo>
                    <a:pt x="16142" y="15994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100" y="15909"/>
                  </a:lnTo>
                  <a:cubicBezTo>
                    <a:pt x="15994" y="15909"/>
                    <a:pt x="15994" y="15994"/>
                    <a:pt x="15994" y="15994"/>
                  </a:cubicBezTo>
                  <a:cubicBezTo>
                    <a:pt x="15994" y="15994"/>
                    <a:pt x="15994" y="15994"/>
                    <a:pt x="15973" y="15994"/>
                  </a:cubicBezTo>
                  <a:lnTo>
                    <a:pt x="15973" y="15994"/>
                  </a:lnTo>
                  <a:cubicBezTo>
                    <a:pt x="15973" y="15909"/>
                    <a:pt x="15973" y="15909"/>
                    <a:pt x="15909" y="15909"/>
                  </a:cubicBez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6100" y="15909"/>
                  </a:lnTo>
                  <a:cubicBezTo>
                    <a:pt x="16100" y="15909"/>
                    <a:pt x="16100" y="15909"/>
                    <a:pt x="15973" y="15909"/>
                  </a:cubicBezTo>
                  <a:lnTo>
                    <a:pt x="15973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84EB49E0-EA64-4FAB-9BAD-470311656CE4}"/>
                </a:ext>
              </a:extLst>
            </p:cNvPr>
            <p:cNvSpPr/>
            <p:nvPr/>
          </p:nvSpPr>
          <p:spPr>
            <a:xfrm>
              <a:off x="6409204" y="4742339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270 w 21212"/>
                <a:gd name="connsiteY1" fmla="*/ 15930 h 21212"/>
                <a:gd name="connsiteX2" fmla="*/ 16270 w 21212"/>
                <a:gd name="connsiteY2" fmla="*/ 15930 h 21212"/>
                <a:gd name="connsiteX3" fmla="*/ 16270 w 21212"/>
                <a:gd name="connsiteY3" fmla="*/ 15994 h 21212"/>
                <a:gd name="connsiteX4" fmla="*/ 16185 w 21212"/>
                <a:gd name="connsiteY4" fmla="*/ 15994 h 21212"/>
                <a:gd name="connsiteX5" fmla="*/ 16164 w 21212"/>
                <a:gd name="connsiteY5" fmla="*/ 15994 h 21212"/>
                <a:gd name="connsiteX6" fmla="*/ 16164 w 21212"/>
                <a:gd name="connsiteY6" fmla="*/ 16036 h 21212"/>
                <a:gd name="connsiteX7" fmla="*/ 16164 w 21212"/>
                <a:gd name="connsiteY7" fmla="*/ 16036 h 21212"/>
                <a:gd name="connsiteX8" fmla="*/ 16100 w 21212"/>
                <a:gd name="connsiteY8" fmla="*/ 16036 h 21212"/>
                <a:gd name="connsiteX9" fmla="*/ 16100 w 21212"/>
                <a:gd name="connsiteY9" fmla="*/ 16036 h 21212"/>
                <a:gd name="connsiteX10" fmla="*/ 16164 w 21212"/>
                <a:gd name="connsiteY10" fmla="*/ 16036 h 21212"/>
                <a:gd name="connsiteX11" fmla="*/ 16100 w 21212"/>
                <a:gd name="connsiteY11" fmla="*/ 16121 h 21212"/>
                <a:gd name="connsiteX12" fmla="*/ 15909 w 21212"/>
                <a:gd name="connsiteY12" fmla="*/ 15930 h 21212"/>
                <a:gd name="connsiteX13" fmla="*/ 15909 w 21212"/>
                <a:gd name="connsiteY13" fmla="*/ 15909 h 21212"/>
                <a:gd name="connsiteX14" fmla="*/ 15973 w 21212"/>
                <a:gd name="connsiteY14" fmla="*/ 15930 h 21212"/>
                <a:gd name="connsiteX15" fmla="*/ 15973 w 21212"/>
                <a:gd name="connsiteY15" fmla="*/ 15930 h 21212"/>
                <a:gd name="connsiteX16" fmla="*/ 15994 w 21212"/>
                <a:gd name="connsiteY16" fmla="*/ 15930 h 21212"/>
                <a:gd name="connsiteX17" fmla="*/ 15994 w 21212"/>
                <a:gd name="connsiteY17" fmla="*/ 15909 h 21212"/>
                <a:gd name="connsiteX18" fmla="*/ 16079 w 21212"/>
                <a:gd name="connsiteY18" fmla="*/ 15909 h 21212"/>
                <a:gd name="connsiteX19" fmla="*/ 16079 w 21212"/>
                <a:gd name="connsiteY19" fmla="*/ 15909 h 21212"/>
                <a:gd name="connsiteX20" fmla="*/ 16100 w 21212"/>
                <a:gd name="connsiteY20" fmla="*/ 15909 h 21212"/>
                <a:gd name="connsiteX21" fmla="*/ 16100 w 21212"/>
                <a:gd name="connsiteY21" fmla="*/ 15909 h 21212"/>
                <a:gd name="connsiteX22" fmla="*/ 16185 w 21212"/>
                <a:gd name="connsiteY22" fmla="*/ 15909 h 21212"/>
                <a:gd name="connsiteX23" fmla="*/ 16185 w 21212"/>
                <a:gd name="connsiteY23" fmla="*/ 15909 h 21212"/>
                <a:gd name="connsiteX24" fmla="*/ 16164 w 21212"/>
                <a:gd name="connsiteY24" fmla="*/ 15930 h 21212"/>
                <a:gd name="connsiteX25" fmla="*/ 16100 w 21212"/>
                <a:gd name="connsiteY25" fmla="*/ 15909 h 21212"/>
                <a:gd name="connsiteX26" fmla="*/ 16100 w 21212"/>
                <a:gd name="connsiteY26" fmla="*/ 15909 h 21212"/>
                <a:gd name="connsiteX27" fmla="*/ 16079 w 21212"/>
                <a:gd name="connsiteY27" fmla="*/ 15909 h 21212"/>
                <a:gd name="connsiteX28" fmla="*/ 16079 w 21212"/>
                <a:gd name="connsiteY28" fmla="*/ 15930 h 21212"/>
                <a:gd name="connsiteX29" fmla="*/ 15994 w 21212"/>
                <a:gd name="connsiteY29" fmla="*/ 15930 h 21212"/>
                <a:gd name="connsiteX30" fmla="*/ 15994 w 21212"/>
                <a:gd name="connsiteY30" fmla="*/ 15930 h 21212"/>
                <a:gd name="connsiteX31" fmla="*/ 16100 w 21212"/>
                <a:gd name="connsiteY31" fmla="*/ 15994 h 21212"/>
                <a:gd name="connsiteX32" fmla="*/ 16100 w 21212"/>
                <a:gd name="connsiteY32" fmla="*/ 15994 h 21212"/>
                <a:gd name="connsiteX33" fmla="*/ 16164 w 21212"/>
                <a:gd name="connsiteY33" fmla="*/ 15994 h 21212"/>
                <a:gd name="connsiteX34" fmla="*/ 16164 w 21212"/>
                <a:gd name="connsiteY34" fmla="*/ 15994 h 21212"/>
                <a:gd name="connsiteX35" fmla="*/ 16164 w 21212"/>
                <a:gd name="connsiteY35" fmla="*/ 15994 h 21212"/>
                <a:gd name="connsiteX36" fmla="*/ 16164 w 21212"/>
                <a:gd name="connsiteY36" fmla="*/ 15930 h 21212"/>
                <a:gd name="connsiteX37" fmla="*/ 16164 w 21212"/>
                <a:gd name="connsiteY37" fmla="*/ 15930 h 21212"/>
                <a:gd name="connsiteX38" fmla="*/ 16164 w 21212"/>
                <a:gd name="connsiteY38" fmla="*/ 15930 h 21212"/>
                <a:gd name="connsiteX39" fmla="*/ 16164 w 21212"/>
                <a:gd name="connsiteY3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cubicBezTo>
                    <a:pt x="16185" y="15909"/>
                    <a:pt x="16185" y="15930"/>
                    <a:pt x="16270" y="15930"/>
                  </a:cubicBezTo>
                  <a:lnTo>
                    <a:pt x="16270" y="15930"/>
                  </a:lnTo>
                  <a:cubicBezTo>
                    <a:pt x="16270" y="15930"/>
                    <a:pt x="16270" y="15930"/>
                    <a:pt x="16270" y="15994"/>
                  </a:cubicBezTo>
                  <a:lnTo>
                    <a:pt x="16185" y="15994"/>
                  </a:lnTo>
                  <a:lnTo>
                    <a:pt x="16164" y="15994"/>
                  </a:lnTo>
                  <a:lnTo>
                    <a:pt x="16164" y="16036"/>
                  </a:lnTo>
                  <a:lnTo>
                    <a:pt x="16164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64" y="16036"/>
                  </a:lnTo>
                  <a:lnTo>
                    <a:pt x="16100" y="16121"/>
                  </a:lnTo>
                  <a:lnTo>
                    <a:pt x="15909" y="15930"/>
                  </a:lnTo>
                  <a:lnTo>
                    <a:pt x="15909" y="15909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73" y="15930"/>
                    <a:pt x="15973" y="15930"/>
                    <a:pt x="15994" y="15930"/>
                  </a:cubicBezTo>
                  <a:cubicBezTo>
                    <a:pt x="15994" y="15930"/>
                    <a:pt x="15994" y="15930"/>
                    <a:pt x="15994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100" y="15909"/>
                  </a:lnTo>
                  <a:lnTo>
                    <a:pt x="16100" y="15909"/>
                  </a:lnTo>
                  <a:cubicBezTo>
                    <a:pt x="16164" y="15909"/>
                    <a:pt x="16164" y="15909"/>
                    <a:pt x="16185" y="15909"/>
                  </a:cubicBezTo>
                  <a:lnTo>
                    <a:pt x="16185" y="15909"/>
                  </a:lnTo>
                  <a:close/>
                  <a:moveTo>
                    <a:pt x="16164" y="15930"/>
                  </a:moveTo>
                  <a:cubicBezTo>
                    <a:pt x="16164" y="15930"/>
                    <a:pt x="16164" y="15930"/>
                    <a:pt x="16100" y="15909"/>
                  </a:cubicBezTo>
                  <a:lnTo>
                    <a:pt x="16100" y="15909"/>
                  </a:lnTo>
                  <a:cubicBezTo>
                    <a:pt x="16079" y="15930"/>
                    <a:pt x="16079" y="15930"/>
                    <a:pt x="16079" y="15909"/>
                  </a:cubicBezTo>
                  <a:cubicBezTo>
                    <a:pt x="16079" y="15930"/>
                    <a:pt x="16079" y="15930"/>
                    <a:pt x="16079" y="15930"/>
                  </a:cubicBezTo>
                  <a:lnTo>
                    <a:pt x="15994" y="15930"/>
                  </a:lnTo>
                  <a:lnTo>
                    <a:pt x="15994" y="15930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94"/>
                    <a:pt x="16100" y="15994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cubicBezTo>
                    <a:pt x="16164" y="15994"/>
                    <a:pt x="16185" y="15994"/>
                    <a:pt x="16164" y="15930"/>
                  </a:cubicBezTo>
                  <a:lnTo>
                    <a:pt x="16164" y="15930"/>
                  </a:lnTo>
                  <a:lnTo>
                    <a:pt x="16164" y="15930"/>
                  </a:lnTo>
                  <a:lnTo>
                    <a:pt x="16164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D4A70029-36D5-4896-9A2B-70D86C116904}"/>
                </a:ext>
              </a:extLst>
            </p:cNvPr>
            <p:cNvSpPr/>
            <p:nvPr/>
          </p:nvSpPr>
          <p:spPr>
            <a:xfrm>
              <a:off x="6409486" y="4742183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73 w 21212"/>
                <a:gd name="connsiteY3" fmla="*/ 15909 h 21212"/>
                <a:gd name="connsiteX4" fmla="*/ 15909 w 21212"/>
                <a:gd name="connsiteY4" fmla="*/ 15909 h 21212"/>
                <a:gd name="connsiteX5" fmla="*/ 16163 w 21212"/>
                <a:gd name="connsiteY5" fmla="*/ 16015 h 21212"/>
                <a:gd name="connsiteX6" fmla="*/ 15973 w 21212"/>
                <a:gd name="connsiteY6" fmla="*/ 15951 h 21212"/>
                <a:gd name="connsiteX7" fmla="*/ 15994 w 21212"/>
                <a:gd name="connsiteY7" fmla="*/ 15909 h 21212"/>
                <a:gd name="connsiteX8" fmla="*/ 16206 w 21212"/>
                <a:gd name="connsiteY8" fmla="*/ 16015 h 21212"/>
                <a:gd name="connsiteX9" fmla="*/ 16163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09" y="15909"/>
                  </a:lnTo>
                  <a:close/>
                  <a:moveTo>
                    <a:pt x="16163" y="16015"/>
                  </a:moveTo>
                  <a:lnTo>
                    <a:pt x="15973" y="15951"/>
                  </a:lnTo>
                  <a:lnTo>
                    <a:pt x="15994" y="15909"/>
                  </a:lnTo>
                  <a:lnTo>
                    <a:pt x="16206" y="16015"/>
                  </a:lnTo>
                  <a:lnTo>
                    <a:pt x="16163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A1E02F1-6A8C-452E-9715-D245B3B30F68}"/>
                </a:ext>
              </a:extLst>
            </p:cNvPr>
            <p:cNvSpPr/>
            <p:nvPr/>
          </p:nvSpPr>
          <p:spPr>
            <a:xfrm>
              <a:off x="6409548" y="4742057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227 w 21212"/>
                <a:gd name="connsiteY1" fmla="*/ 15951 h 21212"/>
                <a:gd name="connsiteX2" fmla="*/ 16227 w 21212"/>
                <a:gd name="connsiteY2" fmla="*/ 15951 h 21212"/>
                <a:gd name="connsiteX3" fmla="*/ 16227 w 21212"/>
                <a:gd name="connsiteY3" fmla="*/ 15994 h 21212"/>
                <a:gd name="connsiteX4" fmla="*/ 16227 w 21212"/>
                <a:gd name="connsiteY4" fmla="*/ 15994 h 21212"/>
                <a:gd name="connsiteX5" fmla="*/ 16185 w 21212"/>
                <a:gd name="connsiteY5" fmla="*/ 15994 h 21212"/>
                <a:gd name="connsiteX6" fmla="*/ 16185 w 21212"/>
                <a:gd name="connsiteY6" fmla="*/ 16036 h 21212"/>
                <a:gd name="connsiteX7" fmla="*/ 16185 w 21212"/>
                <a:gd name="connsiteY7" fmla="*/ 16036 h 21212"/>
                <a:gd name="connsiteX8" fmla="*/ 16185 w 21212"/>
                <a:gd name="connsiteY8" fmla="*/ 16036 h 21212"/>
                <a:gd name="connsiteX9" fmla="*/ 16185 w 21212"/>
                <a:gd name="connsiteY9" fmla="*/ 16036 h 21212"/>
                <a:gd name="connsiteX10" fmla="*/ 16185 w 21212"/>
                <a:gd name="connsiteY10" fmla="*/ 16036 h 21212"/>
                <a:gd name="connsiteX11" fmla="*/ 16185 w 21212"/>
                <a:gd name="connsiteY11" fmla="*/ 16100 h 21212"/>
                <a:gd name="connsiteX12" fmla="*/ 15909 w 21212"/>
                <a:gd name="connsiteY12" fmla="*/ 15951 h 21212"/>
                <a:gd name="connsiteX13" fmla="*/ 15930 w 21212"/>
                <a:gd name="connsiteY13" fmla="*/ 15909 h 21212"/>
                <a:gd name="connsiteX14" fmla="*/ 16036 w 21212"/>
                <a:gd name="connsiteY14" fmla="*/ 15951 h 21212"/>
                <a:gd name="connsiteX15" fmla="*/ 16036 w 21212"/>
                <a:gd name="connsiteY15" fmla="*/ 15951 h 21212"/>
                <a:gd name="connsiteX16" fmla="*/ 16036 w 21212"/>
                <a:gd name="connsiteY16" fmla="*/ 15951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142 w 21212"/>
                <a:gd name="connsiteY19" fmla="*/ 15909 h 21212"/>
                <a:gd name="connsiteX20" fmla="*/ 16142 w 21212"/>
                <a:gd name="connsiteY20" fmla="*/ 15909 h 21212"/>
                <a:gd name="connsiteX21" fmla="*/ 16185 w 21212"/>
                <a:gd name="connsiteY21" fmla="*/ 15909 h 21212"/>
                <a:gd name="connsiteX22" fmla="*/ 16185 w 21212"/>
                <a:gd name="connsiteY22" fmla="*/ 15909 h 21212"/>
                <a:gd name="connsiteX23" fmla="*/ 16185 w 21212"/>
                <a:gd name="connsiteY23" fmla="*/ 15909 h 21212"/>
                <a:gd name="connsiteX24" fmla="*/ 16185 w 21212"/>
                <a:gd name="connsiteY24" fmla="*/ 15951 h 21212"/>
                <a:gd name="connsiteX25" fmla="*/ 16185 w 21212"/>
                <a:gd name="connsiteY25" fmla="*/ 15909 h 21212"/>
                <a:gd name="connsiteX26" fmla="*/ 16142 w 21212"/>
                <a:gd name="connsiteY26" fmla="*/ 15909 h 21212"/>
                <a:gd name="connsiteX27" fmla="*/ 16142 w 21212"/>
                <a:gd name="connsiteY27" fmla="*/ 15951 h 21212"/>
                <a:gd name="connsiteX28" fmla="*/ 16100 w 21212"/>
                <a:gd name="connsiteY28" fmla="*/ 15951 h 21212"/>
                <a:gd name="connsiteX29" fmla="*/ 16100 w 21212"/>
                <a:gd name="connsiteY29" fmla="*/ 15951 h 21212"/>
                <a:gd name="connsiteX30" fmla="*/ 16036 w 21212"/>
                <a:gd name="connsiteY30" fmla="*/ 15994 h 21212"/>
                <a:gd name="connsiteX31" fmla="*/ 16142 w 21212"/>
                <a:gd name="connsiteY31" fmla="*/ 15994 h 21212"/>
                <a:gd name="connsiteX32" fmla="*/ 16185 w 21212"/>
                <a:gd name="connsiteY32" fmla="*/ 15994 h 21212"/>
                <a:gd name="connsiteX33" fmla="*/ 16185 w 21212"/>
                <a:gd name="connsiteY33" fmla="*/ 15994 h 21212"/>
                <a:gd name="connsiteX34" fmla="*/ 16185 w 21212"/>
                <a:gd name="connsiteY34" fmla="*/ 15994 h 21212"/>
                <a:gd name="connsiteX35" fmla="*/ 16185 w 21212"/>
                <a:gd name="connsiteY35" fmla="*/ 15994 h 21212"/>
                <a:gd name="connsiteX36" fmla="*/ 16185 w 21212"/>
                <a:gd name="connsiteY36" fmla="*/ 15994 h 21212"/>
                <a:gd name="connsiteX37" fmla="*/ 16227 w 21212"/>
                <a:gd name="connsiteY37" fmla="*/ 15951 h 21212"/>
                <a:gd name="connsiteX38" fmla="*/ 16185 w 21212"/>
                <a:gd name="connsiteY38" fmla="*/ 15951 h 21212"/>
                <a:gd name="connsiteX39" fmla="*/ 16185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lnTo>
                    <a:pt x="16227" y="15951"/>
                  </a:lnTo>
                  <a:lnTo>
                    <a:pt x="16227" y="15951"/>
                  </a:lnTo>
                  <a:lnTo>
                    <a:pt x="16227" y="15994"/>
                  </a:lnTo>
                  <a:lnTo>
                    <a:pt x="16227" y="15994"/>
                  </a:lnTo>
                  <a:cubicBezTo>
                    <a:pt x="16227" y="15994"/>
                    <a:pt x="16185" y="16036"/>
                    <a:pt x="16185" y="15994"/>
                  </a:cubicBezTo>
                  <a:cubicBezTo>
                    <a:pt x="16185" y="15994"/>
                    <a:pt x="16185" y="15994"/>
                    <a:pt x="16185" y="16036"/>
                  </a:cubicBez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100"/>
                  </a:lnTo>
                  <a:lnTo>
                    <a:pt x="15909" y="15951"/>
                  </a:lnTo>
                  <a:lnTo>
                    <a:pt x="15930" y="15909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6036" y="15951"/>
                  </a:lnTo>
                  <a:cubicBezTo>
                    <a:pt x="16036" y="15951"/>
                    <a:pt x="16036" y="15951"/>
                    <a:pt x="16100" y="15909"/>
                  </a:cubicBezTo>
                  <a:lnTo>
                    <a:pt x="16100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85" y="15909"/>
                  </a:lnTo>
                  <a:lnTo>
                    <a:pt x="16185" y="15909"/>
                  </a:lnTo>
                  <a:lnTo>
                    <a:pt x="16185" y="15909"/>
                  </a:lnTo>
                  <a:close/>
                  <a:moveTo>
                    <a:pt x="16185" y="15951"/>
                  </a:moveTo>
                  <a:lnTo>
                    <a:pt x="16185" y="15909"/>
                  </a:lnTo>
                  <a:cubicBezTo>
                    <a:pt x="16185" y="15909"/>
                    <a:pt x="16185" y="15909"/>
                    <a:pt x="16142" y="15909"/>
                  </a:cubicBezTo>
                  <a:cubicBezTo>
                    <a:pt x="16142" y="15951"/>
                    <a:pt x="16142" y="15951"/>
                    <a:pt x="16142" y="15951"/>
                  </a:cubicBezTo>
                  <a:lnTo>
                    <a:pt x="16100" y="15951"/>
                  </a:lnTo>
                  <a:lnTo>
                    <a:pt x="16100" y="15951"/>
                  </a:lnTo>
                  <a:cubicBezTo>
                    <a:pt x="16100" y="15951"/>
                    <a:pt x="16036" y="15951"/>
                    <a:pt x="16036" y="15994"/>
                  </a:cubicBezTo>
                  <a:lnTo>
                    <a:pt x="16142" y="15994"/>
                  </a:lnTo>
                  <a:lnTo>
                    <a:pt x="16185" y="15994"/>
                  </a:lnTo>
                  <a:lnTo>
                    <a:pt x="16185" y="15994"/>
                  </a:lnTo>
                  <a:lnTo>
                    <a:pt x="16185" y="15994"/>
                  </a:lnTo>
                  <a:lnTo>
                    <a:pt x="16185" y="15994"/>
                  </a:lnTo>
                  <a:lnTo>
                    <a:pt x="16185" y="15994"/>
                  </a:lnTo>
                  <a:lnTo>
                    <a:pt x="16227" y="15951"/>
                  </a:lnTo>
                  <a:lnTo>
                    <a:pt x="16185" y="15951"/>
                  </a:lnTo>
                  <a:lnTo>
                    <a:pt x="16185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A41BF81C-DD81-4C2D-95C8-B8896A1764FD}"/>
                </a:ext>
              </a:extLst>
            </p:cNvPr>
            <p:cNvSpPr/>
            <p:nvPr/>
          </p:nvSpPr>
          <p:spPr>
            <a:xfrm>
              <a:off x="6409991" y="4741870"/>
              <a:ext cx="31327" cy="31327"/>
            </a:xfrm>
            <a:custGeom>
              <a:avLst/>
              <a:gdLst>
                <a:gd name="connsiteX0" fmla="*/ 16055 w 21212"/>
                <a:gd name="connsiteY0" fmla="*/ 16015 h 21212"/>
                <a:gd name="connsiteX1" fmla="*/ 16161 w 21212"/>
                <a:gd name="connsiteY1" fmla="*/ 15973 h 21212"/>
                <a:gd name="connsiteX2" fmla="*/ 16161 w 21212"/>
                <a:gd name="connsiteY2" fmla="*/ 15973 h 21212"/>
                <a:gd name="connsiteX3" fmla="*/ 16161 w 21212"/>
                <a:gd name="connsiteY3" fmla="*/ 15973 h 21212"/>
                <a:gd name="connsiteX4" fmla="*/ 16161 w 21212"/>
                <a:gd name="connsiteY4" fmla="*/ 16015 h 21212"/>
                <a:gd name="connsiteX5" fmla="*/ 16055 w 21212"/>
                <a:gd name="connsiteY5" fmla="*/ 16015 h 21212"/>
                <a:gd name="connsiteX6" fmla="*/ 16013 w 21212"/>
                <a:gd name="connsiteY6" fmla="*/ 16036 h 21212"/>
                <a:gd name="connsiteX7" fmla="*/ 15970 w 21212"/>
                <a:gd name="connsiteY7" fmla="*/ 16036 h 21212"/>
                <a:gd name="connsiteX8" fmla="*/ 15970 w 21212"/>
                <a:gd name="connsiteY8" fmla="*/ 16036 h 21212"/>
                <a:gd name="connsiteX9" fmla="*/ 15928 w 21212"/>
                <a:gd name="connsiteY9" fmla="*/ 16036 h 21212"/>
                <a:gd name="connsiteX10" fmla="*/ 15928 w 21212"/>
                <a:gd name="connsiteY10" fmla="*/ 16015 h 21212"/>
                <a:gd name="connsiteX11" fmla="*/ 15928 w 21212"/>
                <a:gd name="connsiteY11" fmla="*/ 15973 h 21212"/>
                <a:gd name="connsiteX12" fmla="*/ 15928 w 21212"/>
                <a:gd name="connsiteY12" fmla="*/ 15973 h 21212"/>
                <a:gd name="connsiteX13" fmla="*/ 15928 w 21212"/>
                <a:gd name="connsiteY13" fmla="*/ 15973 h 21212"/>
                <a:gd name="connsiteX14" fmla="*/ 15970 w 21212"/>
                <a:gd name="connsiteY14" fmla="*/ 15909 h 21212"/>
                <a:gd name="connsiteX15" fmla="*/ 15970 w 21212"/>
                <a:gd name="connsiteY15" fmla="*/ 15909 h 21212"/>
                <a:gd name="connsiteX16" fmla="*/ 16013 w 21212"/>
                <a:gd name="connsiteY16" fmla="*/ 15909 h 21212"/>
                <a:gd name="connsiteX17" fmla="*/ 16055 w 21212"/>
                <a:gd name="connsiteY17" fmla="*/ 15909 h 21212"/>
                <a:gd name="connsiteX18" fmla="*/ 16055 w 21212"/>
                <a:gd name="connsiteY18" fmla="*/ 15973 h 21212"/>
                <a:gd name="connsiteX19" fmla="*/ 16055 w 21212"/>
                <a:gd name="connsiteY19" fmla="*/ 15973 h 21212"/>
                <a:gd name="connsiteX20" fmla="*/ 15970 w 21212"/>
                <a:gd name="connsiteY20" fmla="*/ 16015 h 21212"/>
                <a:gd name="connsiteX21" fmla="*/ 15970 w 21212"/>
                <a:gd name="connsiteY21" fmla="*/ 16015 h 21212"/>
                <a:gd name="connsiteX22" fmla="*/ 15970 w 21212"/>
                <a:gd name="connsiteY22" fmla="*/ 16015 h 21212"/>
                <a:gd name="connsiteX23" fmla="*/ 16013 w 21212"/>
                <a:gd name="connsiteY23" fmla="*/ 16015 h 21212"/>
                <a:gd name="connsiteX24" fmla="*/ 16055 w 21212"/>
                <a:gd name="connsiteY24" fmla="*/ 16015 h 21212"/>
                <a:gd name="connsiteX25" fmla="*/ 15970 w 21212"/>
                <a:gd name="connsiteY25" fmla="*/ 15973 h 21212"/>
                <a:gd name="connsiteX26" fmla="*/ 15928 w 21212"/>
                <a:gd name="connsiteY26" fmla="*/ 15973 h 21212"/>
                <a:gd name="connsiteX27" fmla="*/ 15928 w 21212"/>
                <a:gd name="connsiteY27" fmla="*/ 15973 h 21212"/>
                <a:gd name="connsiteX28" fmla="*/ 15928 w 21212"/>
                <a:gd name="connsiteY28" fmla="*/ 16015 h 21212"/>
                <a:gd name="connsiteX29" fmla="*/ 15970 w 21212"/>
                <a:gd name="connsiteY29" fmla="*/ 16015 h 21212"/>
                <a:gd name="connsiteX30" fmla="*/ 16013 w 21212"/>
                <a:gd name="connsiteY30" fmla="*/ 15973 h 21212"/>
                <a:gd name="connsiteX31" fmla="*/ 15970 w 21212"/>
                <a:gd name="connsiteY31" fmla="*/ 15973 h 21212"/>
                <a:gd name="connsiteX32" fmla="*/ 15970 w 21212"/>
                <a:gd name="connsiteY32" fmla="*/ 15973 h 21212"/>
                <a:gd name="connsiteX33" fmla="*/ 15970 w 21212"/>
                <a:gd name="connsiteY33" fmla="*/ 15973 h 21212"/>
                <a:gd name="connsiteX34" fmla="*/ 15970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5" y="16015"/>
                  </a:moveTo>
                  <a:cubicBezTo>
                    <a:pt x="16055" y="16015"/>
                    <a:pt x="16055" y="16015"/>
                    <a:pt x="16161" y="15973"/>
                  </a:cubicBezTo>
                  <a:lnTo>
                    <a:pt x="16161" y="15973"/>
                  </a:lnTo>
                  <a:lnTo>
                    <a:pt x="16161" y="15973"/>
                  </a:lnTo>
                  <a:cubicBezTo>
                    <a:pt x="16161" y="15973"/>
                    <a:pt x="16161" y="15973"/>
                    <a:pt x="16161" y="16015"/>
                  </a:cubicBezTo>
                  <a:cubicBezTo>
                    <a:pt x="16161" y="16015"/>
                    <a:pt x="16161" y="16015"/>
                    <a:pt x="16055" y="16015"/>
                  </a:cubicBezTo>
                  <a:cubicBezTo>
                    <a:pt x="16055" y="16036"/>
                    <a:pt x="16055" y="16036"/>
                    <a:pt x="16013" y="16036"/>
                  </a:cubicBezTo>
                  <a:cubicBezTo>
                    <a:pt x="16013" y="16036"/>
                    <a:pt x="16013" y="16036"/>
                    <a:pt x="15970" y="16036"/>
                  </a:cubicBezTo>
                  <a:lnTo>
                    <a:pt x="15970" y="16036"/>
                  </a:lnTo>
                  <a:cubicBezTo>
                    <a:pt x="15970" y="16036"/>
                    <a:pt x="15970" y="16036"/>
                    <a:pt x="15928" y="16036"/>
                  </a:cubicBezTo>
                  <a:lnTo>
                    <a:pt x="15928" y="16015"/>
                  </a:lnTo>
                  <a:cubicBezTo>
                    <a:pt x="15928" y="16015"/>
                    <a:pt x="15885" y="16015"/>
                    <a:pt x="15928" y="15973"/>
                  </a:cubicBezTo>
                  <a:lnTo>
                    <a:pt x="15928" y="15973"/>
                  </a:lnTo>
                  <a:lnTo>
                    <a:pt x="15928" y="15973"/>
                  </a:lnTo>
                  <a:cubicBezTo>
                    <a:pt x="15970" y="15973"/>
                    <a:pt x="15970" y="15909"/>
                    <a:pt x="15970" y="15909"/>
                  </a:cubicBezTo>
                  <a:lnTo>
                    <a:pt x="15970" y="15909"/>
                  </a:lnTo>
                  <a:cubicBezTo>
                    <a:pt x="15970" y="15909"/>
                    <a:pt x="15970" y="15909"/>
                    <a:pt x="16013" y="15909"/>
                  </a:cubicBezTo>
                  <a:cubicBezTo>
                    <a:pt x="16013" y="15909"/>
                    <a:pt x="16013" y="15909"/>
                    <a:pt x="16055" y="15909"/>
                  </a:cubicBezTo>
                  <a:cubicBezTo>
                    <a:pt x="16055" y="15909"/>
                    <a:pt x="16055" y="15909"/>
                    <a:pt x="16055" y="15973"/>
                  </a:cubicBezTo>
                  <a:lnTo>
                    <a:pt x="16055" y="15973"/>
                  </a:lnTo>
                  <a:lnTo>
                    <a:pt x="15970" y="16015"/>
                  </a:lnTo>
                  <a:lnTo>
                    <a:pt x="15970" y="16015"/>
                  </a:lnTo>
                  <a:lnTo>
                    <a:pt x="15970" y="16015"/>
                  </a:lnTo>
                  <a:cubicBezTo>
                    <a:pt x="16013" y="16015"/>
                    <a:pt x="16013" y="16015"/>
                    <a:pt x="16013" y="16015"/>
                  </a:cubicBezTo>
                  <a:lnTo>
                    <a:pt x="16055" y="16015"/>
                  </a:lnTo>
                  <a:close/>
                  <a:moveTo>
                    <a:pt x="15970" y="15973"/>
                  </a:moveTo>
                  <a:cubicBezTo>
                    <a:pt x="15970" y="15973"/>
                    <a:pt x="15970" y="15973"/>
                    <a:pt x="15928" y="15973"/>
                  </a:cubicBezTo>
                  <a:lnTo>
                    <a:pt x="15928" y="15973"/>
                  </a:lnTo>
                  <a:cubicBezTo>
                    <a:pt x="15928" y="15973"/>
                    <a:pt x="15928" y="15973"/>
                    <a:pt x="15928" y="16015"/>
                  </a:cubicBezTo>
                  <a:cubicBezTo>
                    <a:pt x="15970" y="16015"/>
                    <a:pt x="15970" y="16015"/>
                    <a:pt x="15970" y="16015"/>
                  </a:cubicBezTo>
                  <a:lnTo>
                    <a:pt x="16013" y="15973"/>
                  </a:lnTo>
                  <a:cubicBezTo>
                    <a:pt x="15970" y="15973"/>
                    <a:pt x="15970" y="15973"/>
                    <a:pt x="15970" y="15973"/>
                  </a:cubicBezTo>
                  <a:lnTo>
                    <a:pt x="15970" y="15973"/>
                  </a:lnTo>
                  <a:lnTo>
                    <a:pt x="15970" y="15973"/>
                  </a:lnTo>
                  <a:lnTo>
                    <a:pt x="15970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BBA5DBE0-A2B5-43D6-9D79-25327592ED51}"/>
                </a:ext>
              </a:extLst>
            </p:cNvPr>
            <p:cNvSpPr/>
            <p:nvPr/>
          </p:nvSpPr>
          <p:spPr>
            <a:xfrm>
              <a:off x="6410144" y="4741682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51 w 21212"/>
                <a:gd name="connsiteY1" fmla="*/ 15973 h 21212"/>
                <a:gd name="connsiteX2" fmla="*/ 15951 w 21212"/>
                <a:gd name="connsiteY2" fmla="*/ 15973 h 21212"/>
                <a:gd name="connsiteX3" fmla="*/ 16058 w 21212"/>
                <a:gd name="connsiteY3" fmla="*/ 15930 h 21212"/>
                <a:gd name="connsiteX4" fmla="*/ 16058 w 21212"/>
                <a:gd name="connsiteY4" fmla="*/ 15930 h 21212"/>
                <a:gd name="connsiteX5" fmla="*/ 16058 w 21212"/>
                <a:gd name="connsiteY5" fmla="*/ 15930 h 21212"/>
                <a:gd name="connsiteX6" fmla="*/ 16100 w 21212"/>
                <a:gd name="connsiteY6" fmla="*/ 15930 h 21212"/>
                <a:gd name="connsiteX7" fmla="*/ 16100 w 21212"/>
                <a:gd name="connsiteY7" fmla="*/ 15909 h 21212"/>
                <a:gd name="connsiteX8" fmla="*/ 16121 w 21212"/>
                <a:gd name="connsiteY8" fmla="*/ 15909 h 21212"/>
                <a:gd name="connsiteX9" fmla="*/ 16185 w 21212"/>
                <a:gd name="connsiteY9" fmla="*/ 15930 h 21212"/>
                <a:gd name="connsiteX10" fmla="*/ 16227 w 21212"/>
                <a:gd name="connsiteY10" fmla="*/ 15973 h 21212"/>
                <a:gd name="connsiteX11" fmla="*/ 16206 w 21212"/>
                <a:gd name="connsiteY11" fmla="*/ 15973 h 21212"/>
                <a:gd name="connsiteX12" fmla="*/ 16121 w 21212"/>
                <a:gd name="connsiteY12" fmla="*/ 15930 h 21212"/>
                <a:gd name="connsiteX13" fmla="*/ 16100 w 21212"/>
                <a:gd name="connsiteY13" fmla="*/ 15930 h 21212"/>
                <a:gd name="connsiteX14" fmla="*/ 16058 w 21212"/>
                <a:gd name="connsiteY14" fmla="*/ 15930 h 21212"/>
                <a:gd name="connsiteX15" fmla="*/ 16058 w 21212"/>
                <a:gd name="connsiteY15" fmla="*/ 15973 h 21212"/>
                <a:gd name="connsiteX16" fmla="*/ 16058 w 21212"/>
                <a:gd name="connsiteY16" fmla="*/ 15973 h 21212"/>
                <a:gd name="connsiteX17" fmla="*/ 16185 w 21212"/>
                <a:gd name="connsiteY17" fmla="*/ 16036 h 21212"/>
                <a:gd name="connsiteX18" fmla="*/ 16121 w 21212"/>
                <a:gd name="connsiteY18" fmla="*/ 16100 h 21212"/>
                <a:gd name="connsiteX19" fmla="*/ 15909 w 21212"/>
                <a:gd name="connsiteY19" fmla="*/ 15973 h 21212"/>
                <a:gd name="connsiteX20" fmla="*/ 15951 w 21212"/>
                <a:gd name="connsiteY20" fmla="*/ 15973 h 21212"/>
                <a:gd name="connsiteX21" fmla="*/ 15951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73"/>
                    <a:pt x="15951" y="15930"/>
                    <a:pt x="16058" y="15930"/>
                  </a:cubicBezTo>
                  <a:lnTo>
                    <a:pt x="16058" y="15930"/>
                  </a:lnTo>
                  <a:lnTo>
                    <a:pt x="16058" y="15930"/>
                  </a:lnTo>
                  <a:cubicBezTo>
                    <a:pt x="16058" y="15930"/>
                    <a:pt x="16058" y="15930"/>
                    <a:pt x="16100" y="15930"/>
                  </a:cubicBezTo>
                  <a:lnTo>
                    <a:pt x="16100" y="15909"/>
                  </a:lnTo>
                  <a:cubicBezTo>
                    <a:pt x="16121" y="15909"/>
                    <a:pt x="16121" y="15909"/>
                    <a:pt x="16121" y="15909"/>
                  </a:cubicBezTo>
                  <a:cubicBezTo>
                    <a:pt x="16121" y="15909"/>
                    <a:pt x="16185" y="15909"/>
                    <a:pt x="16185" y="15930"/>
                  </a:cubicBezTo>
                  <a:lnTo>
                    <a:pt x="16227" y="15973"/>
                  </a:lnTo>
                  <a:lnTo>
                    <a:pt x="16206" y="15973"/>
                  </a:lnTo>
                  <a:lnTo>
                    <a:pt x="16121" y="15930"/>
                  </a:lnTo>
                  <a:cubicBezTo>
                    <a:pt x="16121" y="15930"/>
                    <a:pt x="16121" y="15930"/>
                    <a:pt x="16100" y="15930"/>
                  </a:cubicBezTo>
                  <a:cubicBezTo>
                    <a:pt x="16100" y="15930"/>
                    <a:pt x="16100" y="15930"/>
                    <a:pt x="16058" y="15930"/>
                  </a:cubicBezTo>
                  <a:cubicBezTo>
                    <a:pt x="16058" y="15930"/>
                    <a:pt x="16058" y="15930"/>
                    <a:pt x="16058" y="15973"/>
                  </a:cubicBezTo>
                  <a:lnTo>
                    <a:pt x="16058" y="15973"/>
                  </a:lnTo>
                  <a:lnTo>
                    <a:pt x="16185" y="16036"/>
                  </a:lnTo>
                  <a:lnTo>
                    <a:pt x="16121" y="16100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62E52F0-5933-4E75-99AC-7AFEE963442A}"/>
                </a:ext>
              </a:extLst>
            </p:cNvPr>
            <p:cNvSpPr/>
            <p:nvPr/>
          </p:nvSpPr>
          <p:spPr>
            <a:xfrm>
              <a:off x="6410582" y="4741400"/>
              <a:ext cx="31327" cy="31327"/>
            </a:xfrm>
            <a:custGeom>
              <a:avLst/>
              <a:gdLst>
                <a:gd name="connsiteX0" fmla="*/ 15909 w 21212"/>
                <a:gd name="connsiteY0" fmla="*/ 16100 h 21212"/>
                <a:gd name="connsiteX1" fmla="*/ 15909 w 21212"/>
                <a:gd name="connsiteY1" fmla="*/ 16100 h 21212"/>
                <a:gd name="connsiteX2" fmla="*/ 15909 w 21212"/>
                <a:gd name="connsiteY2" fmla="*/ 16100 h 21212"/>
                <a:gd name="connsiteX3" fmla="*/ 15909 w 21212"/>
                <a:gd name="connsiteY3" fmla="*/ 16100 h 21212"/>
                <a:gd name="connsiteX4" fmla="*/ 15909 w 21212"/>
                <a:gd name="connsiteY4" fmla="*/ 16100 h 21212"/>
                <a:gd name="connsiteX5" fmla="*/ 15909 w 21212"/>
                <a:gd name="connsiteY5" fmla="*/ 15973 h 21212"/>
                <a:gd name="connsiteX6" fmla="*/ 15909 w 21212"/>
                <a:gd name="connsiteY6" fmla="*/ 15973 h 21212"/>
                <a:gd name="connsiteX7" fmla="*/ 15930 w 21212"/>
                <a:gd name="connsiteY7" fmla="*/ 15973 h 21212"/>
                <a:gd name="connsiteX8" fmla="*/ 15973 w 21212"/>
                <a:gd name="connsiteY8" fmla="*/ 15952 h 21212"/>
                <a:gd name="connsiteX9" fmla="*/ 15973 w 21212"/>
                <a:gd name="connsiteY9" fmla="*/ 15952 h 21212"/>
                <a:gd name="connsiteX10" fmla="*/ 15909 w 21212"/>
                <a:gd name="connsiteY10" fmla="*/ 15952 h 21212"/>
                <a:gd name="connsiteX11" fmla="*/ 15909 w 21212"/>
                <a:gd name="connsiteY11" fmla="*/ 15909 h 21212"/>
                <a:gd name="connsiteX12" fmla="*/ 16185 w 21212"/>
                <a:gd name="connsiteY12" fmla="*/ 16079 h 21212"/>
                <a:gd name="connsiteX13" fmla="*/ 16185 w 21212"/>
                <a:gd name="connsiteY13" fmla="*/ 16079 h 21212"/>
                <a:gd name="connsiteX14" fmla="*/ 16185 w 21212"/>
                <a:gd name="connsiteY14" fmla="*/ 16079 h 21212"/>
                <a:gd name="connsiteX15" fmla="*/ 16185 w 21212"/>
                <a:gd name="connsiteY15" fmla="*/ 16079 h 21212"/>
                <a:gd name="connsiteX16" fmla="*/ 16185 w 21212"/>
                <a:gd name="connsiteY16" fmla="*/ 16079 h 21212"/>
                <a:gd name="connsiteX17" fmla="*/ 16185 w 21212"/>
                <a:gd name="connsiteY17" fmla="*/ 16079 h 21212"/>
                <a:gd name="connsiteX18" fmla="*/ 16100 w 21212"/>
                <a:gd name="connsiteY18" fmla="*/ 16079 h 21212"/>
                <a:gd name="connsiteX19" fmla="*/ 16100 w 21212"/>
                <a:gd name="connsiteY19" fmla="*/ 16100 h 21212"/>
                <a:gd name="connsiteX20" fmla="*/ 16036 w 21212"/>
                <a:gd name="connsiteY20" fmla="*/ 16121 h 21212"/>
                <a:gd name="connsiteX21" fmla="*/ 15973 w 21212"/>
                <a:gd name="connsiteY21" fmla="*/ 16121 h 21212"/>
                <a:gd name="connsiteX22" fmla="*/ 15909 w 21212"/>
                <a:gd name="connsiteY22" fmla="*/ 16100 h 21212"/>
                <a:gd name="connsiteX23" fmla="*/ 15909 w 21212"/>
                <a:gd name="connsiteY23" fmla="*/ 16100 h 21212"/>
                <a:gd name="connsiteX24" fmla="*/ 15930 w 21212"/>
                <a:gd name="connsiteY24" fmla="*/ 16079 h 21212"/>
                <a:gd name="connsiteX25" fmla="*/ 15930 w 21212"/>
                <a:gd name="connsiteY25" fmla="*/ 16079 h 21212"/>
                <a:gd name="connsiteX26" fmla="*/ 15973 w 21212"/>
                <a:gd name="connsiteY26" fmla="*/ 16100 h 21212"/>
                <a:gd name="connsiteX27" fmla="*/ 16036 w 21212"/>
                <a:gd name="connsiteY27" fmla="*/ 16100 h 21212"/>
                <a:gd name="connsiteX28" fmla="*/ 16100 w 21212"/>
                <a:gd name="connsiteY28" fmla="*/ 16100 h 21212"/>
                <a:gd name="connsiteX29" fmla="*/ 16100 w 21212"/>
                <a:gd name="connsiteY29" fmla="*/ 16079 h 21212"/>
                <a:gd name="connsiteX30" fmla="*/ 16100 w 21212"/>
                <a:gd name="connsiteY30" fmla="*/ 16079 h 21212"/>
                <a:gd name="connsiteX31" fmla="*/ 16100 w 21212"/>
                <a:gd name="connsiteY31" fmla="*/ 16079 h 21212"/>
                <a:gd name="connsiteX32" fmla="*/ 16100 w 21212"/>
                <a:gd name="connsiteY32" fmla="*/ 16079 h 21212"/>
                <a:gd name="connsiteX33" fmla="*/ 15973 w 21212"/>
                <a:gd name="connsiteY33" fmla="*/ 15973 h 21212"/>
                <a:gd name="connsiteX34" fmla="*/ 15973 w 21212"/>
                <a:gd name="connsiteY34" fmla="*/ 15973 h 21212"/>
                <a:gd name="connsiteX35" fmla="*/ 15930 w 21212"/>
                <a:gd name="connsiteY35" fmla="*/ 15973 h 21212"/>
                <a:gd name="connsiteX36" fmla="*/ 15930 w 21212"/>
                <a:gd name="connsiteY36" fmla="*/ 16079 h 21212"/>
                <a:gd name="connsiteX37" fmla="*/ 15930 w 21212"/>
                <a:gd name="connsiteY37" fmla="*/ 16079 h 21212"/>
                <a:gd name="connsiteX38" fmla="*/ 15930 w 21212"/>
                <a:gd name="connsiteY38" fmla="*/ 16079 h 21212"/>
                <a:gd name="connsiteX39" fmla="*/ 15930 w 21212"/>
                <a:gd name="connsiteY3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09" y="16100"/>
                  </a:moveTo>
                  <a:lnTo>
                    <a:pt x="15909" y="16100"/>
                  </a:lnTo>
                  <a:lnTo>
                    <a:pt x="15909" y="16100"/>
                  </a:lnTo>
                  <a:lnTo>
                    <a:pt x="15909" y="16100"/>
                  </a:lnTo>
                  <a:lnTo>
                    <a:pt x="15909" y="16100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30" y="15973"/>
                  </a:lnTo>
                  <a:cubicBezTo>
                    <a:pt x="15930" y="15973"/>
                    <a:pt x="15930" y="15973"/>
                    <a:pt x="15973" y="15952"/>
                  </a:cubicBezTo>
                  <a:lnTo>
                    <a:pt x="15973" y="15952"/>
                  </a:lnTo>
                  <a:lnTo>
                    <a:pt x="15909" y="15952"/>
                  </a:lnTo>
                  <a:lnTo>
                    <a:pt x="15909" y="15909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00" y="16079"/>
                  </a:lnTo>
                  <a:cubicBezTo>
                    <a:pt x="16100" y="16100"/>
                    <a:pt x="16100" y="16100"/>
                    <a:pt x="16100" y="16100"/>
                  </a:cubicBezTo>
                  <a:cubicBezTo>
                    <a:pt x="16100" y="16100"/>
                    <a:pt x="16100" y="16100"/>
                    <a:pt x="16036" y="16121"/>
                  </a:cubicBezTo>
                  <a:cubicBezTo>
                    <a:pt x="16036" y="16100"/>
                    <a:pt x="16036" y="16121"/>
                    <a:pt x="15973" y="16121"/>
                  </a:cubicBezTo>
                  <a:cubicBezTo>
                    <a:pt x="15973" y="16121"/>
                    <a:pt x="15973" y="16121"/>
                    <a:pt x="15909" y="16100"/>
                  </a:cubicBezTo>
                  <a:cubicBezTo>
                    <a:pt x="15930" y="16121"/>
                    <a:pt x="15930" y="16121"/>
                    <a:pt x="15909" y="16100"/>
                  </a:cubicBezTo>
                  <a:close/>
                  <a:moveTo>
                    <a:pt x="15930" y="16079"/>
                  </a:moveTo>
                  <a:cubicBezTo>
                    <a:pt x="15930" y="16100"/>
                    <a:pt x="15930" y="16100"/>
                    <a:pt x="15930" y="16079"/>
                  </a:cubicBezTo>
                  <a:cubicBezTo>
                    <a:pt x="15973" y="16100"/>
                    <a:pt x="15973" y="16100"/>
                    <a:pt x="15973" y="16100"/>
                  </a:cubicBezTo>
                  <a:cubicBezTo>
                    <a:pt x="16036" y="16100"/>
                    <a:pt x="16036" y="16100"/>
                    <a:pt x="16036" y="16100"/>
                  </a:cubicBezTo>
                  <a:lnTo>
                    <a:pt x="16100" y="16100"/>
                  </a:lnTo>
                  <a:cubicBezTo>
                    <a:pt x="16100" y="16079"/>
                    <a:pt x="16100" y="16079"/>
                    <a:pt x="16100" y="16079"/>
                  </a:cubicBezTo>
                  <a:lnTo>
                    <a:pt x="16100" y="16079"/>
                  </a:lnTo>
                  <a:lnTo>
                    <a:pt x="16100" y="16079"/>
                  </a:lnTo>
                  <a:lnTo>
                    <a:pt x="16100" y="16079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5930" y="15973"/>
                    <a:pt x="15930" y="15973"/>
                    <a:pt x="15930" y="15973"/>
                  </a:cubicBezTo>
                  <a:cubicBezTo>
                    <a:pt x="15930" y="16079"/>
                    <a:pt x="15930" y="16079"/>
                    <a:pt x="15930" y="16079"/>
                  </a:cubicBezTo>
                  <a:lnTo>
                    <a:pt x="15930" y="16079"/>
                  </a:lnTo>
                  <a:lnTo>
                    <a:pt x="15930" y="16079"/>
                  </a:lnTo>
                  <a:lnTo>
                    <a:pt x="15930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74575472-E7E1-488F-AE5D-4D0A2DF25900}"/>
                </a:ext>
              </a:extLst>
            </p:cNvPr>
            <p:cNvSpPr/>
            <p:nvPr/>
          </p:nvSpPr>
          <p:spPr>
            <a:xfrm>
              <a:off x="6410864" y="4741305"/>
              <a:ext cx="31327" cy="31327"/>
            </a:xfrm>
            <a:custGeom>
              <a:avLst/>
              <a:gdLst>
                <a:gd name="connsiteX0" fmla="*/ 16142 w 21212"/>
                <a:gd name="connsiteY0" fmla="*/ 16015 h 21212"/>
                <a:gd name="connsiteX1" fmla="*/ 16079 w 21212"/>
                <a:gd name="connsiteY1" fmla="*/ 16015 h 21212"/>
                <a:gd name="connsiteX2" fmla="*/ 16079 w 21212"/>
                <a:gd name="connsiteY2" fmla="*/ 16036 h 21212"/>
                <a:gd name="connsiteX3" fmla="*/ 16036 w 21212"/>
                <a:gd name="connsiteY3" fmla="*/ 16015 h 21212"/>
                <a:gd name="connsiteX4" fmla="*/ 16036 w 21212"/>
                <a:gd name="connsiteY4" fmla="*/ 16015 h 21212"/>
                <a:gd name="connsiteX5" fmla="*/ 15994 w 21212"/>
                <a:gd name="connsiteY5" fmla="*/ 16015 h 21212"/>
                <a:gd name="connsiteX6" fmla="*/ 15994 w 21212"/>
                <a:gd name="connsiteY6" fmla="*/ 16015 h 21212"/>
                <a:gd name="connsiteX7" fmla="*/ 15909 w 21212"/>
                <a:gd name="connsiteY7" fmla="*/ 15973 h 21212"/>
                <a:gd name="connsiteX8" fmla="*/ 15909 w 21212"/>
                <a:gd name="connsiteY8" fmla="*/ 15973 h 21212"/>
                <a:gd name="connsiteX9" fmla="*/ 15994 w 21212"/>
                <a:gd name="connsiteY9" fmla="*/ 16015 h 21212"/>
                <a:gd name="connsiteX10" fmla="*/ 16036 w 21212"/>
                <a:gd name="connsiteY10" fmla="*/ 16015 h 21212"/>
                <a:gd name="connsiteX11" fmla="*/ 16079 w 21212"/>
                <a:gd name="connsiteY11" fmla="*/ 16015 h 21212"/>
                <a:gd name="connsiteX12" fmla="*/ 16079 w 21212"/>
                <a:gd name="connsiteY12" fmla="*/ 16015 h 21212"/>
                <a:gd name="connsiteX13" fmla="*/ 16142 w 21212"/>
                <a:gd name="connsiteY13" fmla="*/ 15973 h 21212"/>
                <a:gd name="connsiteX14" fmla="*/ 16142 w 21212"/>
                <a:gd name="connsiteY14" fmla="*/ 15973 h 21212"/>
                <a:gd name="connsiteX15" fmla="*/ 16079 w 21212"/>
                <a:gd name="connsiteY15" fmla="*/ 15973 h 21212"/>
                <a:gd name="connsiteX16" fmla="*/ 15994 w 21212"/>
                <a:gd name="connsiteY16" fmla="*/ 15951 h 21212"/>
                <a:gd name="connsiteX17" fmla="*/ 16036 w 21212"/>
                <a:gd name="connsiteY17" fmla="*/ 15909 h 21212"/>
                <a:gd name="connsiteX18" fmla="*/ 16142 w 21212"/>
                <a:gd name="connsiteY18" fmla="*/ 15973 h 21212"/>
                <a:gd name="connsiteX19" fmla="*/ 16164 w 21212"/>
                <a:gd name="connsiteY19" fmla="*/ 15973 h 21212"/>
                <a:gd name="connsiteX20" fmla="*/ 16164 w 21212"/>
                <a:gd name="connsiteY20" fmla="*/ 15973 h 21212"/>
                <a:gd name="connsiteX21" fmla="*/ 16164 w 21212"/>
                <a:gd name="connsiteY21" fmla="*/ 15973 h 21212"/>
                <a:gd name="connsiteX22" fmla="*/ 16164 w 21212"/>
                <a:gd name="connsiteY22" fmla="*/ 15973 h 21212"/>
                <a:gd name="connsiteX23" fmla="*/ 16142 w 21212"/>
                <a:gd name="connsiteY23" fmla="*/ 16015 h 21212"/>
                <a:gd name="connsiteX24" fmla="*/ 16142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015"/>
                  </a:moveTo>
                  <a:lnTo>
                    <a:pt x="16079" y="16015"/>
                  </a:lnTo>
                  <a:cubicBezTo>
                    <a:pt x="16079" y="16015"/>
                    <a:pt x="16079" y="16015"/>
                    <a:pt x="16079" y="16036"/>
                  </a:cubicBez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6015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94" y="16015"/>
                  </a:lnTo>
                  <a:cubicBezTo>
                    <a:pt x="16036" y="16015"/>
                    <a:pt x="16036" y="16015"/>
                    <a:pt x="16036" y="16015"/>
                  </a:cubicBezTo>
                  <a:cubicBezTo>
                    <a:pt x="16036" y="16015"/>
                    <a:pt x="16036" y="16015"/>
                    <a:pt x="16079" y="16015"/>
                  </a:cubicBezTo>
                  <a:lnTo>
                    <a:pt x="16079" y="16015"/>
                  </a:lnTo>
                  <a:cubicBezTo>
                    <a:pt x="16142" y="16015"/>
                    <a:pt x="16142" y="16015"/>
                    <a:pt x="16142" y="15973"/>
                  </a:cubicBezTo>
                  <a:lnTo>
                    <a:pt x="16142" y="15973"/>
                  </a:lnTo>
                  <a:cubicBezTo>
                    <a:pt x="16142" y="15973"/>
                    <a:pt x="16142" y="15973"/>
                    <a:pt x="16079" y="15973"/>
                  </a:cubicBezTo>
                  <a:lnTo>
                    <a:pt x="15994" y="15951"/>
                  </a:lnTo>
                  <a:lnTo>
                    <a:pt x="16036" y="15909"/>
                  </a:lnTo>
                  <a:lnTo>
                    <a:pt x="16142" y="15973"/>
                  </a:lnTo>
                  <a:cubicBezTo>
                    <a:pt x="16142" y="15973"/>
                    <a:pt x="16142" y="15973"/>
                    <a:pt x="16164" y="15973"/>
                  </a:cubicBez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5994"/>
                    <a:pt x="16164" y="16015"/>
                    <a:pt x="16142" y="16015"/>
                  </a:cubicBezTo>
                  <a:lnTo>
                    <a:pt x="16142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4AAFCA75-03B7-41FA-A6B0-CF4182D1B092}"/>
                </a:ext>
              </a:extLst>
            </p:cNvPr>
            <p:cNvSpPr/>
            <p:nvPr/>
          </p:nvSpPr>
          <p:spPr>
            <a:xfrm>
              <a:off x="6411084" y="4741118"/>
              <a:ext cx="31327" cy="31327"/>
            </a:xfrm>
            <a:custGeom>
              <a:avLst/>
              <a:gdLst>
                <a:gd name="connsiteX0" fmla="*/ 16227 w 21212"/>
                <a:gd name="connsiteY0" fmla="*/ 16015 h 21212"/>
                <a:gd name="connsiteX1" fmla="*/ 16164 w 21212"/>
                <a:gd name="connsiteY1" fmla="*/ 16057 h 21212"/>
                <a:gd name="connsiteX2" fmla="*/ 16079 w 21212"/>
                <a:gd name="connsiteY2" fmla="*/ 15951 h 21212"/>
                <a:gd name="connsiteX3" fmla="*/ 16079 w 21212"/>
                <a:gd name="connsiteY3" fmla="*/ 15951 h 21212"/>
                <a:gd name="connsiteX4" fmla="*/ 16058 w 21212"/>
                <a:gd name="connsiteY4" fmla="*/ 15951 h 21212"/>
                <a:gd name="connsiteX5" fmla="*/ 16058 w 21212"/>
                <a:gd name="connsiteY5" fmla="*/ 15951 h 21212"/>
                <a:gd name="connsiteX6" fmla="*/ 15994 w 21212"/>
                <a:gd name="connsiteY6" fmla="*/ 15951 h 21212"/>
                <a:gd name="connsiteX7" fmla="*/ 15994 w 21212"/>
                <a:gd name="connsiteY7" fmla="*/ 16015 h 21212"/>
                <a:gd name="connsiteX8" fmla="*/ 15994 w 21212"/>
                <a:gd name="connsiteY8" fmla="*/ 16057 h 21212"/>
                <a:gd name="connsiteX9" fmla="*/ 16079 w 21212"/>
                <a:gd name="connsiteY9" fmla="*/ 16100 h 21212"/>
                <a:gd name="connsiteX10" fmla="*/ 16079 w 21212"/>
                <a:gd name="connsiteY10" fmla="*/ 16100 h 21212"/>
                <a:gd name="connsiteX11" fmla="*/ 15909 w 21212"/>
                <a:gd name="connsiteY11" fmla="*/ 16057 h 21212"/>
                <a:gd name="connsiteX12" fmla="*/ 15973 w 21212"/>
                <a:gd name="connsiteY12" fmla="*/ 16015 h 21212"/>
                <a:gd name="connsiteX13" fmla="*/ 15973 w 21212"/>
                <a:gd name="connsiteY13" fmla="*/ 16015 h 21212"/>
                <a:gd name="connsiteX14" fmla="*/ 15973 w 21212"/>
                <a:gd name="connsiteY14" fmla="*/ 16015 h 21212"/>
                <a:gd name="connsiteX15" fmla="*/ 15973 w 21212"/>
                <a:gd name="connsiteY15" fmla="*/ 16015 h 21212"/>
                <a:gd name="connsiteX16" fmla="*/ 15973 w 21212"/>
                <a:gd name="connsiteY16" fmla="*/ 16015 h 21212"/>
                <a:gd name="connsiteX17" fmla="*/ 15994 w 21212"/>
                <a:gd name="connsiteY17" fmla="*/ 15951 h 21212"/>
                <a:gd name="connsiteX18" fmla="*/ 15994 w 21212"/>
                <a:gd name="connsiteY18" fmla="*/ 15951 h 21212"/>
                <a:gd name="connsiteX19" fmla="*/ 16058 w 21212"/>
                <a:gd name="connsiteY19" fmla="*/ 15951 h 21212"/>
                <a:gd name="connsiteX20" fmla="*/ 16079 w 21212"/>
                <a:gd name="connsiteY20" fmla="*/ 15951 h 21212"/>
                <a:gd name="connsiteX21" fmla="*/ 16079 w 21212"/>
                <a:gd name="connsiteY21" fmla="*/ 15951 h 21212"/>
                <a:gd name="connsiteX22" fmla="*/ 16079 w 21212"/>
                <a:gd name="connsiteY22" fmla="*/ 15930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164 w 21212"/>
                <a:gd name="connsiteY25" fmla="*/ 15909 h 21212"/>
                <a:gd name="connsiteX26" fmla="*/ 16164 w 21212"/>
                <a:gd name="connsiteY26" fmla="*/ 15909 h 21212"/>
                <a:gd name="connsiteX27" fmla="*/ 16227 w 21212"/>
                <a:gd name="connsiteY27" fmla="*/ 15909 h 21212"/>
                <a:gd name="connsiteX28" fmla="*/ 16312 w 21212"/>
                <a:gd name="connsiteY28" fmla="*/ 15951 h 21212"/>
                <a:gd name="connsiteX29" fmla="*/ 16291 w 21212"/>
                <a:gd name="connsiteY29" fmla="*/ 15951 h 21212"/>
                <a:gd name="connsiteX30" fmla="*/ 16227 w 21212"/>
                <a:gd name="connsiteY30" fmla="*/ 15930 h 21212"/>
                <a:gd name="connsiteX31" fmla="*/ 16164 w 21212"/>
                <a:gd name="connsiteY31" fmla="*/ 15930 h 21212"/>
                <a:gd name="connsiteX32" fmla="*/ 16164 w 21212"/>
                <a:gd name="connsiteY32" fmla="*/ 15930 h 21212"/>
                <a:gd name="connsiteX33" fmla="*/ 16164 w 21212"/>
                <a:gd name="connsiteY33" fmla="*/ 15930 h 21212"/>
                <a:gd name="connsiteX34" fmla="*/ 16142 w 21212"/>
                <a:gd name="connsiteY34" fmla="*/ 15930 h 21212"/>
                <a:gd name="connsiteX35" fmla="*/ 16142 w 21212"/>
                <a:gd name="connsiteY35" fmla="*/ 15951 h 21212"/>
                <a:gd name="connsiteX36" fmla="*/ 16142 w 21212"/>
                <a:gd name="connsiteY36" fmla="*/ 15951 h 21212"/>
                <a:gd name="connsiteX37" fmla="*/ 16227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015"/>
                  </a:moveTo>
                  <a:lnTo>
                    <a:pt x="16164" y="16057"/>
                  </a:lnTo>
                  <a:lnTo>
                    <a:pt x="16079" y="15951"/>
                  </a:lnTo>
                  <a:lnTo>
                    <a:pt x="16079" y="15951"/>
                  </a:lnTo>
                  <a:lnTo>
                    <a:pt x="16058" y="15951"/>
                  </a:lnTo>
                  <a:lnTo>
                    <a:pt x="16058" y="15951"/>
                  </a:lnTo>
                  <a:cubicBezTo>
                    <a:pt x="16058" y="15951"/>
                    <a:pt x="16058" y="15951"/>
                    <a:pt x="15994" y="15951"/>
                  </a:cubicBez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94" y="16057"/>
                    <a:pt x="15994" y="16057"/>
                    <a:pt x="15994" y="16057"/>
                  </a:cubicBezTo>
                  <a:lnTo>
                    <a:pt x="16079" y="16100"/>
                  </a:lnTo>
                  <a:lnTo>
                    <a:pt x="16079" y="16100"/>
                  </a:lnTo>
                  <a:lnTo>
                    <a:pt x="15909" y="16057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5973" y="16015"/>
                    <a:pt x="15994" y="16015"/>
                    <a:pt x="15994" y="15951"/>
                  </a:cubicBezTo>
                  <a:lnTo>
                    <a:pt x="15994" y="15951"/>
                  </a:lnTo>
                  <a:lnTo>
                    <a:pt x="16058" y="15951"/>
                  </a:lnTo>
                  <a:lnTo>
                    <a:pt x="16079" y="15951"/>
                  </a:lnTo>
                  <a:lnTo>
                    <a:pt x="16079" y="15951"/>
                  </a:lnTo>
                  <a:cubicBezTo>
                    <a:pt x="16079" y="15951"/>
                    <a:pt x="16079" y="15951"/>
                    <a:pt x="16079" y="15930"/>
                  </a:cubicBezTo>
                  <a:cubicBezTo>
                    <a:pt x="16079" y="15930"/>
                    <a:pt x="16079" y="15930"/>
                    <a:pt x="16142" y="15909"/>
                  </a:cubicBezTo>
                  <a:lnTo>
                    <a:pt x="16142" y="15909"/>
                  </a:lnTo>
                  <a:lnTo>
                    <a:pt x="16164" y="15909"/>
                  </a:lnTo>
                  <a:lnTo>
                    <a:pt x="16164" y="15909"/>
                  </a:lnTo>
                  <a:cubicBezTo>
                    <a:pt x="16227" y="15909"/>
                    <a:pt x="16227" y="15909"/>
                    <a:pt x="16227" y="15909"/>
                  </a:cubicBezTo>
                  <a:lnTo>
                    <a:pt x="16312" y="15951"/>
                  </a:lnTo>
                  <a:lnTo>
                    <a:pt x="16291" y="15951"/>
                  </a:lnTo>
                  <a:lnTo>
                    <a:pt x="16227" y="15930"/>
                  </a:lnTo>
                  <a:cubicBezTo>
                    <a:pt x="16164" y="15930"/>
                    <a:pt x="16164" y="15930"/>
                    <a:pt x="16164" y="15930"/>
                  </a:cubicBezTo>
                  <a:lnTo>
                    <a:pt x="16164" y="15930"/>
                  </a:lnTo>
                  <a:cubicBezTo>
                    <a:pt x="16164" y="15909"/>
                    <a:pt x="16164" y="15930"/>
                    <a:pt x="16164" y="15930"/>
                  </a:cubicBezTo>
                  <a:cubicBezTo>
                    <a:pt x="16142" y="15930"/>
                    <a:pt x="16142" y="15930"/>
                    <a:pt x="16142" y="15930"/>
                  </a:cubicBezTo>
                  <a:cubicBezTo>
                    <a:pt x="16142" y="15930"/>
                    <a:pt x="16142" y="15930"/>
                    <a:pt x="16142" y="15951"/>
                  </a:cubicBezTo>
                  <a:lnTo>
                    <a:pt x="16142" y="15951"/>
                  </a:lnTo>
                  <a:lnTo>
                    <a:pt x="16227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788B09CC-9D79-4E2D-9916-45DF4609D29E}"/>
                </a:ext>
              </a:extLst>
            </p:cNvPr>
            <p:cNvSpPr/>
            <p:nvPr/>
          </p:nvSpPr>
          <p:spPr>
            <a:xfrm>
              <a:off x="6411679" y="4740898"/>
              <a:ext cx="31327" cy="31327"/>
            </a:xfrm>
            <a:custGeom>
              <a:avLst/>
              <a:gdLst>
                <a:gd name="connsiteX0" fmla="*/ 16079 w 21212"/>
                <a:gd name="connsiteY0" fmla="*/ 15994 h 21212"/>
                <a:gd name="connsiteX1" fmla="*/ 16079 w 21212"/>
                <a:gd name="connsiteY1" fmla="*/ 15994 h 21212"/>
                <a:gd name="connsiteX2" fmla="*/ 16079 w 21212"/>
                <a:gd name="connsiteY2" fmla="*/ 15994 h 21212"/>
                <a:gd name="connsiteX3" fmla="*/ 16163 w 21212"/>
                <a:gd name="connsiteY3" fmla="*/ 15994 h 21212"/>
                <a:gd name="connsiteX4" fmla="*/ 16163 w 21212"/>
                <a:gd name="connsiteY4" fmla="*/ 15994 h 21212"/>
                <a:gd name="connsiteX5" fmla="*/ 16079 w 21212"/>
                <a:gd name="connsiteY5" fmla="*/ 15994 h 21212"/>
                <a:gd name="connsiteX6" fmla="*/ 16079 w 21212"/>
                <a:gd name="connsiteY6" fmla="*/ 15994 h 21212"/>
                <a:gd name="connsiteX7" fmla="*/ 16036 w 21212"/>
                <a:gd name="connsiteY7" fmla="*/ 16015 h 21212"/>
                <a:gd name="connsiteX8" fmla="*/ 16015 w 21212"/>
                <a:gd name="connsiteY8" fmla="*/ 16015 h 21212"/>
                <a:gd name="connsiteX9" fmla="*/ 15951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94 h 21212"/>
                <a:gd name="connsiteX12" fmla="*/ 15909 w 21212"/>
                <a:gd name="connsiteY12" fmla="*/ 15994 h 21212"/>
                <a:gd name="connsiteX13" fmla="*/ 15951 w 21212"/>
                <a:gd name="connsiteY13" fmla="*/ 15909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36 w 21212"/>
                <a:gd name="connsiteY16" fmla="*/ 15909 h 21212"/>
                <a:gd name="connsiteX17" fmla="*/ 16057 w 21212"/>
                <a:gd name="connsiteY17" fmla="*/ 15909 h 21212"/>
                <a:gd name="connsiteX18" fmla="*/ 16057 w 21212"/>
                <a:gd name="connsiteY18" fmla="*/ 15909 h 21212"/>
                <a:gd name="connsiteX19" fmla="*/ 16079 w 21212"/>
                <a:gd name="connsiteY19" fmla="*/ 15909 h 21212"/>
                <a:gd name="connsiteX20" fmla="*/ 16015 w 21212"/>
                <a:gd name="connsiteY20" fmla="*/ 16015 h 21212"/>
                <a:gd name="connsiteX21" fmla="*/ 16015 w 21212"/>
                <a:gd name="connsiteY21" fmla="*/ 16015 h 21212"/>
                <a:gd name="connsiteX22" fmla="*/ 16036 w 21212"/>
                <a:gd name="connsiteY22" fmla="*/ 16015 h 21212"/>
                <a:gd name="connsiteX23" fmla="*/ 16079 w 21212"/>
                <a:gd name="connsiteY23" fmla="*/ 15994 h 21212"/>
                <a:gd name="connsiteX24" fmla="*/ 16079 w 21212"/>
                <a:gd name="connsiteY24" fmla="*/ 15994 h 21212"/>
                <a:gd name="connsiteX25" fmla="*/ 15951 w 21212"/>
                <a:gd name="connsiteY25" fmla="*/ 15909 h 21212"/>
                <a:gd name="connsiteX26" fmla="*/ 15951 w 21212"/>
                <a:gd name="connsiteY26" fmla="*/ 15994 h 21212"/>
                <a:gd name="connsiteX27" fmla="*/ 15951 w 21212"/>
                <a:gd name="connsiteY27" fmla="*/ 15994 h 21212"/>
                <a:gd name="connsiteX28" fmla="*/ 15951 w 21212"/>
                <a:gd name="connsiteY28" fmla="*/ 15994 h 21212"/>
                <a:gd name="connsiteX29" fmla="*/ 15951 w 21212"/>
                <a:gd name="connsiteY29" fmla="*/ 16015 h 21212"/>
                <a:gd name="connsiteX30" fmla="*/ 16036 w 21212"/>
                <a:gd name="connsiteY30" fmla="*/ 15909 h 21212"/>
                <a:gd name="connsiteX31" fmla="*/ 16036 w 21212"/>
                <a:gd name="connsiteY31" fmla="*/ 15909 h 21212"/>
                <a:gd name="connsiteX32" fmla="*/ 16015 w 21212"/>
                <a:gd name="connsiteY32" fmla="*/ 15909 h 21212"/>
                <a:gd name="connsiteX33" fmla="*/ 16015 w 21212"/>
                <a:gd name="connsiteY33" fmla="*/ 15909 h 21212"/>
                <a:gd name="connsiteX34" fmla="*/ 15951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5994"/>
                  </a:moveTo>
                  <a:lnTo>
                    <a:pt x="16079" y="15994"/>
                  </a:lnTo>
                  <a:lnTo>
                    <a:pt x="16079" y="15994"/>
                  </a:lnTo>
                  <a:lnTo>
                    <a:pt x="16163" y="15994"/>
                  </a:lnTo>
                  <a:lnTo>
                    <a:pt x="16163" y="15994"/>
                  </a:lnTo>
                  <a:cubicBezTo>
                    <a:pt x="16079" y="16015"/>
                    <a:pt x="16079" y="16015"/>
                    <a:pt x="16079" y="15994"/>
                  </a:cubicBezTo>
                  <a:lnTo>
                    <a:pt x="16079" y="15994"/>
                  </a:lnTo>
                  <a:lnTo>
                    <a:pt x="16036" y="16015"/>
                  </a:lnTo>
                  <a:lnTo>
                    <a:pt x="16015" y="16015"/>
                  </a:lnTo>
                  <a:lnTo>
                    <a:pt x="15951" y="16015"/>
                  </a:lnTo>
                  <a:lnTo>
                    <a:pt x="15909" y="16015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94"/>
                  </a:lnTo>
                  <a:cubicBezTo>
                    <a:pt x="15951" y="15909"/>
                    <a:pt x="15951" y="15909"/>
                    <a:pt x="15951" y="15909"/>
                  </a:cubicBezTo>
                  <a:cubicBezTo>
                    <a:pt x="15951" y="15909"/>
                    <a:pt x="15951" y="15909"/>
                    <a:pt x="16015" y="15909"/>
                  </a:cubicBezTo>
                  <a:lnTo>
                    <a:pt x="16015" y="15909"/>
                  </a:lnTo>
                  <a:cubicBezTo>
                    <a:pt x="16036" y="15909"/>
                    <a:pt x="16036" y="15909"/>
                    <a:pt x="16036" y="15909"/>
                  </a:cubicBezTo>
                  <a:cubicBezTo>
                    <a:pt x="16057" y="15909"/>
                    <a:pt x="16057" y="15909"/>
                    <a:pt x="16057" y="15909"/>
                  </a:cubicBezTo>
                  <a:lnTo>
                    <a:pt x="16057" y="15909"/>
                  </a:lnTo>
                  <a:lnTo>
                    <a:pt x="16079" y="15909"/>
                  </a:lnTo>
                  <a:lnTo>
                    <a:pt x="16015" y="16015"/>
                  </a:lnTo>
                  <a:lnTo>
                    <a:pt x="16015" y="16015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079" y="15994"/>
                  </a:lnTo>
                  <a:cubicBezTo>
                    <a:pt x="16057" y="16015"/>
                    <a:pt x="16057" y="16015"/>
                    <a:pt x="16079" y="15994"/>
                  </a:cubicBezTo>
                  <a:close/>
                  <a:moveTo>
                    <a:pt x="15951" y="15909"/>
                  </a:moveTo>
                  <a:cubicBezTo>
                    <a:pt x="15951" y="15909"/>
                    <a:pt x="15951" y="15909"/>
                    <a:pt x="15951" y="15994"/>
                  </a:cubicBezTo>
                  <a:lnTo>
                    <a:pt x="15951" y="15994"/>
                  </a:lnTo>
                  <a:lnTo>
                    <a:pt x="15951" y="15994"/>
                  </a:lnTo>
                  <a:lnTo>
                    <a:pt x="15951" y="16015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6015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5951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B418A3EF-EC85-442E-BF19-97BAA8D11C7E}"/>
                </a:ext>
              </a:extLst>
            </p:cNvPr>
            <p:cNvSpPr/>
            <p:nvPr/>
          </p:nvSpPr>
          <p:spPr>
            <a:xfrm>
              <a:off x="6411916" y="4740616"/>
              <a:ext cx="31327" cy="31327"/>
            </a:xfrm>
            <a:custGeom>
              <a:avLst/>
              <a:gdLst>
                <a:gd name="connsiteX0" fmla="*/ 15918 w 21212"/>
                <a:gd name="connsiteY0" fmla="*/ 16015 h 21212"/>
                <a:gd name="connsiteX1" fmla="*/ 16003 w 21212"/>
                <a:gd name="connsiteY1" fmla="*/ 16015 h 21212"/>
                <a:gd name="connsiteX2" fmla="*/ 16003 w 21212"/>
                <a:gd name="connsiteY2" fmla="*/ 16015 h 21212"/>
                <a:gd name="connsiteX3" fmla="*/ 16003 w 21212"/>
                <a:gd name="connsiteY3" fmla="*/ 16015 h 21212"/>
                <a:gd name="connsiteX4" fmla="*/ 16088 w 21212"/>
                <a:gd name="connsiteY4" fmla="*/ 16015 h 21212"/>
                <a:gd name="connsiteX5" fmla="*/ 16088 w 21212"/>
                <a:gd name="connsiteY5" fmla="*/ 16015 h 21212"/>
                <a:gd name="connsiteX6" fmla="*/ 16003 w 21212"/>
                <a:gd name="connsiteY6" fmla="*/ 16015 h 21212"/>
                <a:gd name="connsiteX7" fmla="*/ 16088 w 21212"/>
                <a:gd name="connsiteY7" fmla="*/ 15909 h 21212"/>
                <a:gd name="connsiteX8" fmla="*/ 16215 w 21212"/>
                <a:gd name="connsiteY8" fmla="*/ 16015 h 21212"/>
                <a:gd name="connsiteX9" fmla="*/ 16279 w 21212"/>
                <a:gd name="connsiteY9" fmla="*/ 16015 h 21212"/>
                <a:gd name="connsiteX10" fmla="*/ 16279 w 21212"/>
                <a:gd name="connsiteY10" fmla="*/ 16100 h 21212"/>
                <a:gd name="connsiteX11" fmla="*/ 16215 w 21212"/>
                <a:gd name="connsiteY11" fmla="*/ 16100 h 21212"/>
                <a:gd name="connsiteX12" fmla="*/ 16194 w 21212"/>
                <a:gd name="connsiteY12" fmla="*/ 16100 h 21212"/>
                <a:gd name="connsiteX13" fmla="*/ 16194 w 21212"/>
                <a:gd name="connsiteY13" fmla="*/ 16185 h 21212"/>
                <a:gd name="connsiteX14" fmla="*/ 16152 w 21212"/>
                <a:gd name="connsiteY14" fmla="*/ 16185 h 21212"/>
                <a:gd name="connsiteX15" fmla="*/ 16109 w 21212"/>
                <a:gd name="connsiteY15" fmla="*/ 16185 h 21212"/>
                <a:gd name="connsiteX16" fmla="*/ 16152 w 21212"/>
                <a:gd name="connsiteY16" fmla="*/ 16100 h 21212"/>
                <a:gd name="connsiteX17" fmla="*/ 16152 w 21212"/>
                <a:gd name="connsiteY17" fmla="*/ 16100 h 21212"/>
                <a:gd name="connsiteX18" fmla="*/ 16152 w 21212"/>
                <a:gd name="connsiteY18" fmla="*/ 16100 h 21212"/>
                <a:gd name="connsiteX19" fmla="*/ 16194 w 21212"/>
                <a:gd name="connsiteY19" fmla="*/ 16100 h 21212"/>
                <a:gd name="connsiteX20" fmla="*/ 16215 w 21212"/>
                <a:gd name="connsiteY20" fmla="*/ 16100 h 21212"/>
                <a:gd name="connsiteX21" fmla="*/ 16194 w 21212"/>
                <a:gd name="connsiteY21" fmla="*/ 16015 h 21212"/>
                <a:gd name="connsiteX22" fmla="*/ 16194 w 21212"/>
                <a:gd name="connsiteY22" fmla="*/ 16015 h 21212"/>
                <a:gd name="connsiteX23" fmla="*/ 16194 w 21212"/>
                <a:gd name="connsiteY23" fmla="*/ 16015 h 21212"/>
                <a:gd name="connsiteX24" fmla="*/ 16152 w 21212"/>
                <a:gd name="connsiteY24" fmla="*/ 16100 h 21212"/>
                <a:gd name="connsiteX25" fmla="*/ 16152 w 21212"/>
                <a:gd name="connsiteY25" fmla="*/ 16100 h 21212"/>
                <a:gd name="connsiteX26" fmla="*/ 16152 w 21212"/>
                <a:gd name="connsiteY26" fmla="*/ 16100 h 21212"/>
                <a:gd name="connsiteX27" fmla="*/ 16109 w 21212"/>
                <a:gd name="connsiteY27" fmla="*/ 16100 h 21212"/>
                <a:gd name="connsiteX28" fmla="*/ 16088 w 21212"/>
                <a:gd name="connsiteY28" fmla="*/ 16100 h 21212"/>
                <a:gd name="connsiteX29" fmla="*/ 16088 w 21212"/>
                <a:gd name="connsiteY29" fmla="*/ 16100 h 21212"/>
                <a:gd name="connsiteX30" fmla="*/ 16003 w 21212"/>
                <a:gd name="connsiteY30" fmla="*/ 16100 h 21212"/>
                <a:gd name="connsiteX31" fmla="*/ 15918 w 21212"/>
                <a:gd name="connsiteY31" fmla="*/ 16100 h 21212"/>
                <a:gd name="connsiteX32" fmla="*/ 15918 w 21212"/>
                <a:gd name="connsiteY32" fmla="*/ 16100 h 21212"/>
                <a:gd name="connsiteX33" fmla="*/ 15918 w 21212"/>
                <a:gd name="connsiteY33" fmla="*/ 16015 h 21212"/>
                <a:gd name="connsiteX34" fmla="*/ 15918 w 21212"/>
                <a:gd name="connsiteY34" fmla="*/ 16015 h 21212"/>
                <a:gd name="connsiteX35" fmla="*/ 15918 w 21212"/>
                <a:gd name="connsiteY35" fmla="*/ 16015 h 21212"/>
                <a:gd name="connsiteX36" fmla="*/ 16003 w 21212"/>
                <a:gd name="connsiteY36" fmla="*/ 16100 h 21212"/>
                <a:gd name="connsiteX37" fmla="*/ 16088 w 21212"/>
                <a:gd name="connsiteY37" fmla="*/ 16100 h 21212"/>
                <a:gd name="connsiteX38" fmla="*/ 16109 w 21212"/>
                <a:gd name="connsiteY38" fmla="*/ 16100 h 21212"/>
                <a:gd name="connsiteX39" fmla="*/ 16109 w 21212"/>
                <a:gd name="connsiteY39" fmla="*/ 16100 h 21212"/>
                <a:gd name="connsiteX40" fmla="*/ 16152 w 21212"/>
                <a:gd name="connsiteY40" fmla="*/ 16100 h 21212"/>
                <a:gd name="connsiteX41" fmla="*/ 16152 w 21212"/>
                <a:gd name="connsiteY41" fmla="*/ 16015 h 21212"/>
                <a:gd name="connsiteX42" fmla="*/ 16152 w 21212"/>
                <a:gd name="connsiteY42" fmla="*/ 16015 h 21212"/>
                <a:gd name="connsiteX43" fmla="*/ 16088 w 21212"/>
                <a:gd name="connsiteY43" fmla="*/ 16015 h 21212"/>
                <a:gd name="connsiteX44" fmla="*/ 16088 w 21212"/>
                <a:gd name="connsiteY44" fmla="*/ 16015 h 21212"/>
                <a:gd name="connsiteX45" fmla="*/ 16003 w 21212"/>
                <a:gd name="connsiteY45" fmla="*/ 16015 h 21212"/>
                <a:gd name="connsiteX46" fmla="*/ 16003 w 21212"/>
                <a:gd name="connsiteY46" fmla="*/ 16015 h 21212"/>
                <a:gd name="connsiteX47" fmla="*/ 16003 w 21212"/>
                <a:gd name="connsiteY47" fmla="*/ 16015 h 21212"/>
                <a:gd name="connsiteX48" fmla="*/ 15918 w 21212"/>
                <a:gd name="connsiteY48" fmla="*/ 16015 h 21212"/>
                <a:gd name="connsiteX49" fmla="*/ 15918 w 21212"/>
                <a:gd name="connsiteY49" fmla="*/ 16015 h 21212"/>
                <a:gd name="connsiteX50" fmla="*/ 15918 w 21212"/>
                <a:gd name="connsiteY50" fmla="*/ 16100 h 21212"/>
                <a:gd name="connsiteX51" fmla="*/ 16003 w 21212"/>
                <a:gd name="connsiteY51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18" y="16015"/>
                  </a:moveTo>
                  <a:cubicBezTo>
                    <a:pt x="15918" y="16015"/>
                    <a:pt x="15918" y="16015"/>
                    <a:pt x="16003" y="16015"/>
                  </a:cubicBezTo>
                  <a:lnTo>
                    <a:pt x="16003" y="16015"/>
                  </a:lnTo>
                  <a:lnTo>
                    <a:pt x="16003" y="16015"/>
                  </a:lnTo>
                  <a:lnTo>
                    <a:pt x="16088" y="16015"/>
                  </a:lnTo>
                  <a:lnTo>
                    <a:pt x="16088" y="16015"/>
                  </a:lnTo>
                  <a:lnTo>
                    <a:pt x="16003" y="16015"/>
                  </a:lnTo>
                  <a:lnTo>
                    <a:pt x="16088" y="15909"/>
                  </a:lnTo>
                  <a:lnTo>
                    <a:pt x="16215" y="16015"/>
                  </a:lnTo>
                  <a:cubicBezTo>
                    <a:pt x="16215" y="16015"/>
                    <a:pt x="16215" y="16015"/>
                    <a:pt x="16279" y="16015"/>
                  </a:cubicBezTo>
                  <a:cubicBezTo>
                    <a:pt x="16279" y="16100"/>
                    <a:pt x="16279" y="16100"/>
                    <a:pt x="16279" y="16100"/>
                  </a:cubicBezTo>
                  <a:cubicBezTo>
                    <a:pt x="16279" y="16100"/>
                    <a:pt x="16279" y="16100"/>
                    <a:pt x="16215" y="16100"/>
                  </a:cubicBezTo>
                  <a:cubicBezTo>
                    <a:pt x="16215" y="16100"/>
                    <a:pt x="16215" y="16100"/>
                    <a:pt x="16194" y="16100"/>
                  </a:cubicBezTo>
                  <a:cubicBezTo>
                    <a:pt x="16194" y="16100"/>
                    <a:pt x="16194" y="16100"/>
                    <a:pt x="16194" y="16185"/>
                  </a:cubicBezTo>
                  <a:cubicBezTo>
                    <a:pt x="16152" y="16185"/>
                    <a:pt x="16152" y="16185"/>
                    <a:pt x="16152" y="16185"/>
                  </a:cubicBezTo>
                  <a:lnTo>
                    <a:pt x="16109" y="16185"/>
                  </a:lnTo>
                  <a:cubicBezTo>
                    <a:pt x="16152" y="16185"/>
                    <a:pt x="16152" y="16185"/>
                    <a:pt x="16152" y="16100"/>
                  </a:cubicBezTo>
                  <a:lnTo>
                    <a:pt x="16152" y="16100"/>
                  </a:lnTo>
                  <a:lnTo>
                    <a:pt x="16152" y="16100"/>
                  </a:lnTo>
                  <a:cubicBezTo>
                    <a:pt x="16194" y="16100"/>
                    <a:pt x="16194" y="16100"/>
                    <a:pt x="16194" y="16100"/>
                  </a:cubicBezTo>
                  <a:lnTo>
                    <a:pt x="16215" y="16100"/>
                  </a:lnTo>
                  <a:cubicBezTo>
                    <a:pt x="16215" y="16100"/>
                    <a:pt x="16194" y="16100"/>
                    <a:pt x="16194" y="16015"/>
                  </a:cubicBezTo>
                  <a:lnTo>
                    <a:pt x="16194" y="16015"/>
                  </a:lnTo>
                  <a:lnTo>
                    <a:pt x="16194" y="16015"/>
                  </a:lnTo>
                  <a:cubicBezTo>
                    <a:pt x="16194" y="16015"/>
                    <a:pt x="16194" y="16100"/>
                    <a:pt x="16152" y="16100"/>
                  </a:cubicBezTo>
                  <a:lnTo>
                    <a:pt x="16152" y="16100"/>
                  </a:lnTo>
                  <a:lnTo>
                    <a:pt x="16152" y="16100"/>
                  </a:lnTo>
                  <a:lnTo>
                    <a:pt x="16109" y="16100"/>
                  </a:lnTo>
                  <a:lnTo>
                    <a:pt x="16088" y="16100"/>
                  </a:lnTo>
                  <a:lnTo>
                    <a:pt x="16088" y="16100"/>
                  </a:lnTo>
                  <a:lnTo>
                    <a:pt x="16003" y="16100"/>
                  </a:lnTo>
                  <a:lnTo>
                    <a:pt x="15918" y="16100"/>
                  </a:lnTo>
                  <a:lnTo>
                    <a:pt x="15918" y="16100"/>
                  </a:lnTo>
                  <a:cubicBezTo>
                    <a:pt x="15918" y="16015"/>
                    <a:pt x="15897" y="16015"/>
                    <a:pt x="15918" y="16015"/>
                  </a:cubicBezTo>
                  <a:lnTo>
                    <a:pt x="15918" y="16015"/>
                  </a:lnTo>
                  <a:lnTo>
                    <a:pt x="15918" y="16015"/>
                  </a:lnTo>
                  <a:close/>
                  <a:moveTo>
                    <a:pt x="16003" y="16100"/>
                  </a:moveTo>
                  <a:cubicBezTo>
                    <a:pt x="16003" y="16100"/>
                    <a:pt x="16003" y="16100"/>
                    <a:pt x="16088" y="16100"/>
                  </a:cubicBezTo>
                  <a:cubicBezTo>
                    <a:pt x="16088" y="16100"/>
                    <a:pt x="16088" y="16100"/>
                    <a:pt x="16109" y="16100"/>
                  </a:cubicBezTo>
                  <a:lnTo>
                    <a:pt x="16109" y="16100"/>
                  </a:lnTo>
                  <a:cubicBezTo>
                    <a:pt x="16109" y="16100"/>
                    <a:pt x="16109" y="16100"/>
                    <a:pt x="16152" y="16100"/>
                  </a:cubicBezTo>
                  <a:lnTo>
                    <a:pt x="16152" y="16015"/>
                  </a:lnTo>
                  <a:lnTo>
                    <a:pt x="16152" y="16015"/>
                  </a:lnTo>
                  <a:lnTo>
                    <a:pt x="16088" y="16015"/>
                  </a:lnTo>
                  <a:lnTo>
                    <a:pt x="16088" y="16015"/>
                  </a:lnTo>
                  <a:cubicBezTo>
                    <a:pt x="16088" y="16015"/>
                    <a:pt x="16088" y="16015"/>
                    <a:pt x="16003" y="16015"/>
                  </a:cubicBezTo>
                  <a:lnTo>
                    <a:pt x="16003" y="16015"/>
                  </a:lnTo>
                  <a:lnTo>
                    <a:pt x="16003" y="16015"/>
                  </a:lnTo>
                  <a:cubicBezTo>
                    <a:pt x="15918" y="16015"/>
                    <a:pt x="15918" y="16015"/>
                    <a:pt x="15918" y="16015"/>
                  </a:cubicBezTo>
                  <a:lnTo>
                    <a:pt x="15918" y="16015"/>
                  </a:lnTo>
                  <a:cubicBezTo>
                    <a:pt x="15918" y="16015"/>
                    <a:pt x="15918" y="16015"/>
                    <a:pt x="15918" y="16100"/>
                  </a:cubicBezTo>
                  <a:lnTo>
                    <a:pt x="16003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E8229C99-ACB9-4A3D-855C-591C98B536CE}"/>
                </a:ext>
              </a:extLst>
            </p:cNvPr>
            <p:cNvSpPr/>
            <p:nvPr/>
          </p:nvSpPr>
          <p:spPr>
            <a:xfrm>
              <a:off x="6412242" y="4740523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64 w 21212"/>
                <a:gd name="connsiteY2" fmla="*/ 15951 h 21212"/>
                <a:gd name="connsiteX3" fmla="*/ 16164 w 21212"/>
                <a:gd name="connsiteY3" fmla="*/ 15951 h 21212"/>
                <a:gd name="connsiteX4" fmla="*/ 16164 w 21212"/>
                <a:gd name="connsiteY4" fmla="*/ 15973 h 21212"/>
                <a:gd name="connsiteX5" fmla="*/ 16121 w 21212"/>
                <a:gd name="connsiteY5" fmla="*/ 15973 h 21212"/>
                <a:gd name="connsiteX6" fmla="*/ 16079 w 21212"/>
                <a:gd name="connsiteY6" fmla="*/ 16079 h 21212"/>
                <a:gd name="connsiteX7" fmla="*/ 16036 w 21212"/>
                <a:gd name="connsiteY7" fmla="*/ 16079 h 21212"/>
                <a:gd name="connsiteX8" fmla="*/ 15973 w 21212"/>
                <a:gd name="connsiteY8" fmla="*/ 16079 h 21212"/>
                <a:gd name="connsiteX9" fmla="*/ 15951 w 21212"/>
                <a:gd name="connsiteY9" fmla="*/ 15973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51 h 21212"/>
                <a:gd name="connsiteX13" fmla="*/ 15951 w 21212"/>
                <a:gd name="connsiteY13" fmla="*/ 15909 h 21212"/>
                <a:gd name="connsiteX14" fmla="*/ 15973 w 21212"/>
                <a:gd name="connsiteY14" fmla="*/ 15909 h 21212"/>
                <a:gd name="connsiteX15" fmla="*/ 16036 w 21212"/>
                <a:gd name="connsiteY15" fmla="*/ 15909 h 21212"/>
                <a:gd name="connsiteX16" fmla="*/ 16036 w 21212"/>
                <a:gd name="connsiteY16" fmla="*/ 15909 h 21212"/>
                <a:gd name="connsiteX17" fmla="*/ 16079 w 21212"/>
                <a:gd name="connsiteY17" fmla="*/ 15909 h 21212"/>
                <a:gd name="connsiteX18" fmla="*/ 16079 w 21212"/>
                <a:gd name="connsiteY18" fmla="*/ 15909 h 21212"/>
                <a:gd name="connsiteX19" fmla="*/ 16121 w 21212"/>
                <a:gd name="connsiteY19" fmla="*/ 15909 h 21212"/>
                <a:gd name="connsiteX20" fmla="*/ 15973 w 21212"/>
                <a:gd name="connsiteY20" fmla="*/ 15973 h 21212"/>
                <a:gd name="connsiteX21" fmla="*/ 16036 w 21212"/>
                <a:gd name="connsiteY21" fmla="*/ 15973 h 21212"/>
                <a:gd name="connsiteX22" fmla="*/ 16036 w 21212"/>
                <a:gd name="connsiteY22" fmla="*/ 15973 h 21212"/>
                <a:gd name="connsiteX23" fmla="*/ 16079 w 21212"/>
                <a:gd name="connsiteY23" fmla="*/ 15973 h 21212"/>
                <a:gd name="connsiteX24" fmla="*/ 16121 w 21212"/>
                <a:gd name="connsiteY24" fmla="*/ 15973 h 21212"/>
                <a:gd name="connsiteX25" fmla="*/ 15973 w 21212"/>
                <a:gd name="connsiteY25" fmla="*/ 15909 h 21212"/>
                <a:gd name="connsiteX26" fmla="*/ 15973 w 21212"/>
                <a:gd name="connsiteY26" fmla="*/ 15951 h 21212"/>
                <a:gd name="connsiteX27" fmla="*/ 15973 w 21212"/>
                <a:gd name="connsiteY27" fmla="*/ 15951 h 21212"/>
                <a:gd name="connsiteX28" fmla="*/ 15973 w 21212"/>
                <a:gd name="connsiteY28" fmla="*/ 15973 h 21212"/>
                <a:gd name="connsiteX29" fmla="*/ 15973 w 21212"/>
                <a:gd name="connsiteY29" fmla="*/ 15973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cubicBezTo>
                    <a:pt x="16121" y="15973"/>
                    <a:pt x="16121" y="15973"/>
                    <a:pt x="16121" y="15973"/>
                  </a:cubicBezTo>
                  <a:cubicBezTo>
                    <a:pt x="16121" y="15951"/>
                    <a:pt x="16121" y="15951"/>
                    <a:pt x="16164" y="15951"/>
                  </a:cubicBezTo>
                  <a:lnTo>
                    <a:pt x="16164" y="15951"/>
                  </a:lnTo>
                  <a:lnTo>
                    <a:pt x="16164" y="15973"/>
                  </a:lnTo>
                  <a:lnTo>
                    <a:pt x="16121" y="15973"/>
                  </a:lnTo>
                  <a:cubicBezTo>
                    <a:pt x="16121" y="15973"/>
                    <a:pt x="16079" y="15973"/>
                    <a:pt x="16079" y="16079"/>
                  </a:cubicBezTo>
                  <a:lnTo>
                    <a:pt x="16036" y="16079"/>
                  </a:lnTo>
                  <a:lnTo>
                    <a:pt x="15973" y="16079"/>
                  </a:lnTo>
                  <a:cubicBezTo>
                    <a:pt x="15973" y="16079"/>
                    <a:pt x="15951" y="16079"/>
                    <a:pt x="15951" y="15973"/>
                  </a:cubicBez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51"/>
                    <a:pt x="15909" y="15951"/>
                    <a:pt x="15909" y="15951"/>
                  </a:cubicBezTo>
                  <a:lnTo>
                    <a:pt x="15951" y="15909"/>
                  </a:lnTo>
                  <a:cubicBezTo>
                    <a:pt x="15951" y="15909"/>
                    <a:pt x="15951" y="15909"/>
                    <a:pt x="15973" y="15909"/>
                  </a:cubicBezTo>
                  <a:cubicBezTo>
                    <a:pt x="15973" y="15909"/>
                    <a:pt x="15973" y="15909"/>
                    <a:pt x="16036" y="15909"/>
                  </a:cubicBezTo>
                  <a:lnTo>
                    <a:pt x="16036" y="15909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cubicBezTo>
                    <a:pt x="16079" y="15909"/>
                    <a:pt x="16079" y="15909"/>
                    <a:pt x="16121" y="15909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6036" y="15973"/>
                  </a:cubicBezTo>
                  <a:lnTo>
                    <a:pt x="16036" y="15973"/>
                  </a:lnTo>
                  <a:lnTo>
                    <a:pt x="16079" y="15973"/>
                  </a:lnTo>
                  <a:cubicBezTo>
                    <a:pt x="16100" y="15973"/>
                    <a:pt x="16100" y="15973"/>
                    <a:pt x="16121" y="15973"/>
                  </a:cubicBezTo>
                  <a:close/>
                  <a:moveTo>
                    <a:pt x="15973" y="15909"/>
                  </a:move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6057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FDB9E931-E16F-488D-809D-D72157DBC395}"/>
                </a:ext>
              </a:extLst>
            </p:cNvPr>
            <p:cNvSpPr/>
            <p:nvPr/>
          </p:nvSpPr>
          <p:spPr>
            <a:xfrm>
              <a:off x="6412493" y="4740334"/>
              <a:ext cx="31327" cy="31327"/>
            </a:xfrm>
            <a:custGeom>
              <a:avLst/>
              <a:gdLst>
                <a:gd name="connsiteX0" fmla="*/ 15952 w 21212"/>
                <a:gd name="connsiteY0" fmla="*/ 15973 h 21212"/>
                <a:gd name="connsiteX1" fmla="*/ 15994 w 21212"/>
                <a:gd name="connsiteY1" fmla="*/ 15973 h 21212"/>
                <a:gd name="connsiteX2" fmla="*/ 15994 w 21212"/>
                <a:gd name="connsiteY2" fmla="*/ 15973 h 21212"/>
                <a:gd name="connsiteX3" fmla="*/ 15994 w 21212"/>
                <a:gd name="connsiteY3" fmla="*/ 15973 h 21212"/>
                <a:gd name="connsiteX4" fmla="*/ 16058 w 21212"/>
                <a:gd name="connsiteY4" fmla="*/ 15973 h 21212"/>
                <a:gd name="connsiteX5" fmla="*/ 16058 w 21212"/>
                <a:gd name="connsiteY5" fmla="*/ 15973 h 21212"/>
                <a:gd name="connsiteX6" fmla="*/ 16121 w 21212"/>
                <a:gd name="connsiteY6" fmla="*/ 15973 h 21212"/>
                <a:gd name="connsiteX7" fmla="*/ 16121 w 21212"/>
                <a:gd name="connsiteY7" fmla="*/ 15973 h 21212"/>
                <a:gd name="connsiteX8" fmla="*/ 16164 w 21212"/>
                <a:gd name="connsiteY8" fmla="*/ 15973 h 21212"/>
                <a:gd name="connsiteX9" fmla="*/ 16164 w 21212"/>
                <a:gd name="connsiteY9" fmla="*/ 15973 h 21212"/>
                <a:gd name="connsiteX10" fmla="*/ 16164 w 21212"/>
                <a:gd name="connsiteY10" fmla="*/ 15973 h 21212"/>
                <a:gd name="connsiteX11" fmla="*/ 16164 w 21212"/>
                <a:gd name="connsiteY11" fmla="*/ 16036 h 21212"/>
                <a:gd name="connsiteX12" fmla="*/ 16164 w 21212"/>
                <a:gd name="connsiteY12" fmla="*/ 16036 h 21212"/>
                <a:gd name="connsiteX13" fmla="*/ 16121 w 21212"/>
                <a:gd name="connsiteY13" fmla="*/ 16036 h 21212"/>
                <a:gd name="connsiteX14" fmla="*/ 16121 w 21212"/>
                <a:gd name="connsiteY14" fmla="*/ 16036 h 21212"/>
                <a:gd name="connsiteX15" fmla="*/ 16058 w 21212"/>
                <a:gd name="connsiteY15" fmla="*/ 16036 h 21212"/>
                <a:gd name="connsiteX16" fmla="*/ 16058 w 21212"/>
                <a:gd name="connsiteY16" fmla="*/ 16079 h 21212"/>
                <a:gd name="connsiteX17" fmla="*/ 16058 w 21212"/>
                <a:gd name="connsiteY17" fmla="*/ 16036 h 21212"/>
                <a:gd name="connsiteX18" fmla="*/ 16058 w 21212"/>
                <a:gd name="connsiteY18" fmla="*/ 16036 h 21212"/>
                <a:gd name="connsiteX19" fmla="*/ 16121 w 21212"/>
                <a:gd name="connsiteY19" fmla="*/ 16036 h 21212"/>
                <a:gd name="connsiteX20" fmla="*/ 16121 w 21212"/>
                <a:gd name="connsiteY20" fmla="*/ 16036 h 21212"/>
                <a:gd name="connsiteX21" fmla="*/ 16164 w 21212"/>
                <a:gd name="connsiteY21" fmla="*/ 15973 h 21212"/>
                <a:gd name="connsiteX22" fmla="*/ 16164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73 h 21212"/>
                <a:gd name="connsiteX25" fmla="*/ 16121 w 21212"/>
                <a:gd name="connsiteY25" fmla="*/ 15973 h 21212"/>
                <a:gd name="connsiteX26" fmla="*/ 16058 w 21212"/>
                <a:gd name="connsiteY26" fmla="*/ 15973 h 21212"/>
                <a:gd name="connsiteX27" fmla="*/ 16058 w 21212"/>
                <a:gd name="connsiteY27" fmla="*/ 15973 h 21212"/>
                <a:gd name="connsiteX28" fmla="*/ 15994 w 21212"/>
                <a:gd name="connsiteY28" fmla="*/ 15973 h 21212"/>
                <a:gd name="connsiteX29" fmla="*/ 15994 w 21212"/>
                <a:gd name="connsiteY29" fmla="*/ 16036 h 21212"/>
                <a:gd name="connsiteX30" fmla="*/ 15952 w 21212"/>
                <a:gd name="connsiteY30" fmla="*/ 16036 h 21212"/>
                <a:gd name="connsiteX31" fmla="*/ 15952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73 h 21212"/>
                <a:gd name="connsiteX35" fmla="*/ 15952 w 21212"/>
                <a:gd name="connsiteY35" fmla="*/ 15930 h 21212"/>
                <a:gd name="connsiteX36" fmla="*/ 15952 w 21212"/>
                <a:gd name="connsiteY36" fmla="*/ 15930 h 21212"/>
                <a:gd name="connsiteX37" fmla="*/ 15994 w 21212"/>
                <a:gd name="connsiteY37" fmla="*/ 15909 h 21212"/>
                <a:gd name="connsiteX38" fmla="*/ 16058 w 21212"/>
                <a:gd name="connsiteY38" fmla="*/ 15930 h 21212"/>
                <a:gd name="connsiteX39" fmla="*/ 15994 w 21212"/>
                <a:gd name="connsiteY39" fmla="*/ 15930 h 21212"/>
                <a:gd name="connsiteX40" fmla="*/ 15994 w 21212"/>
                <a:gd name="connsiteY40" fmla="*/ 15973 h 21212"/>
                <a:gd name="connsiteX41" fmla="*/ 15952 w 21212"/>
                <a:gd name="connsiteY41" fmla="*/ 15973 h 21212"/>
                <a:gd name="connsiteX42" fmla="*/ 15952 w 21212"/>
                <a:gd name="connsiteY42" fmla="*/ 15973 h 21212"/>
                <a:gd name="connsiteX43" fmla="*/ 15952 w 21212"/>
                <a:gd name="connsiteY43" fmla="*/ 15973 h 21212"/>
                <a:gd name="connsiteX44" fmla="*/ 15952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2" y="15973"/>
                  </a:move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6058" y="15973"/>
                  </a:lnTo>
                  <a:lnTo>
                    <a:pt x="16058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6036"/>
                  </a:lnTo>
                  <a:lnTo>
                    <a:pt x="16164" y="16036"/>
                  </a:lnTo>
                  <a:cubicBezTo>
                    <a:pt x="16121" y="16036"/>
                    <a:pt x="16121" y="16036"/>
                    <a:pt x="16121" y="16036"/>
                  </a:cubicBezTo>
                  <a:lnTo>
                    <a:pt x="16121" y="16036"/>
                  </a:lnTo>
                  <a:lnTo>
                    <a:pt x="16058" y="16036"/>
                  </a:lnTo>
                  <a:lnTo>
                    <a:pt x="16058" y="16079"/>
                  </a:lnTo>
                  <a:lnTo>
                    <a:pt x="16058" y="16036"/>
                  </a:lnTo>
                  <a:lnTo>
                    <a:pt x="16058" y="16036"/>
                  </a:lnTo>
                  <a:lnTo>
                    <a:pt x="16121" y="16036"/>
                  </a:lnTo>
                  <a:lnTo>
                    <a:pt x="16121" y="16036"/>
                  </a:lnTo>
                  <a:cubicBezTo>
                    <a:pt x="16121" y="15973"/>
                    <a:pt x="16121" y="15973"/>
                    <a:pt x="16164" y="15973"/>
                  </a:cubicBezTo>
                  <a:lnTo>
                    <a:pt x="16164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058" y="15973"/>
                    <a:pt x="16058" y="15973"/>
                    <a:pt x="16058" y="15973"/>
                  </a:cubicBezTo>
                  <a:lnTo>
                    <a:pt x="16058" y="15973"/>
                  </a:lnTo>
                  <a:lnTo>
                    <a:pt x="15994" y="15973"/>
                  </a:lnTo>
                  <a:cubicBezTo>
                    <a:pt x="15994" y="16036"/>
                    <a:pt x="15994" y="16036"/>
                    <a:pt x="15994" y="16036"/>
                  </a:cubicBezTo>
                  <a:lnTo>
                    <a:pt x="15952" y="16036"/>
                  </a:lnTo>
                  <a:cubicBezTo>
                    <a:pt x="15952" y="16036"/>
                    <a:pt x="15952" y="16036"/>
                    <a:pt x="15952" y="15973"/>
                  </a:cubicBez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lnTo>
                    <a:pt x="15909" y="15973"/>
                  </a:lnTo>
                  <a:cubicBezTo>
                    <a:pt x="15952" y="15973"/>
                    <a:pt x="15952" y="15930"/>
                    <a:pt x="15952" y="15930"/>
                  </a:cubicBezTo>
                  <a:lnTo>
                    <a:pt x="15952" y="15930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6058" y="15930"/>
                  </a:lnTo>
                  <a:lnTo>
                    <a:pt x="15994" y="15930"/>
                  </a:lnTo>
                  <a:cubicBezTo>
                    <a:pt x="15994" y="15930"/>
                    <a:pt x="15994" y="15930"/>
                    <a:pt x="15994" y="15973"/>
                  </a:cubicBezTo>
                  <a:lnTo>
                    <a:pt x="15952" y="15973"/>
                  </a:lnTo>
                  <a:lnTo>
                    <a:pt x="15952" y="15973"/>
                  </a:lnTo>
                  <a:lnTo>
                    <a:pt x="15952" y="15973"/>
                  </a:lnTo>
                  <a:lnTo>
                    <a:pt x="15952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9397A749-DF70-47CC-99D8-65E70DD5F50C}"/>
                </a:ext>
              </a:extLst>
            </p:cNvPr>
            <p:cNvSpPr/>
            <p:nvPr/>
          </p:nvSpPr>
          <p:spPr>
            <a:xfrm>
              <a:off x="6412713" y="4740210"/>
              <a:ext cx="31327" cy="31327"/>
            </a:xfrm>
            <a:custGeom>
              <a:avLst/>
              <a:gdLst>
                <a:gd name="connsiteX0" fmla="*/ 16164 w 21212"/>
                <a:gd name="connsiteY0" fmla="*/ 15994 h 21212"/>
                <a:gd name="connsiteX1" fmla="*/ 16164 w 21212"/>
                <a:gd name="connsiteY1" fmla="*/ 15994 h 21212"/>
                <a:gd name="connsiteX2" fmla="*/ 16164 w 21212"/>
                <a:gd name="connsiteY2" fmla="*/ 15994 h 21212"/>
                <a:gd name="connsiteX3" fmla="*/ 16164 w 21212"/>
                <a:gd name="connsiteY3" fmla="*/ 15994 h 21212"/>
                <a:gd name="connsiteX4" fmla="*/ 16079 w 21212"/>
                <a:gd name="connsiteY4" fmla="*/ 16015 h 21212"/>
                <a:gd name="connsiteX5" fmla="*/ 16079 w 21212"/>
                <a:gd name="connsiteY5" fmla="*/ 16015 h 21212"/>
                <a:gd name="connsiteX6" fmla="*/ 16057 w 21212"/>
                <a:gd name="connsiteY6" fmla="*/ 16015 h 21212"/>
                <a:gd name="connsiteX7" fmla="*/ 15973 w 21212"/>
                <a:gd name="connsiteY7" fmla="*/ 15994 h 21212"/>
                <a:gd name="connsiteX8" fmla="*/ 15909 w 21212"/>
                <a:gd name="connsiteY8" fmla="*/ 15994 h 21212"/>
                <a:gd name="connsiteX9" fmla="*/ 15909 w 21212"/>
                <a:gd name="connsiteY9" fmla="*/ 15994 h 21212"/>
                <a:gd name="connsiteX10" fmla="*/ 15973 w 21212"/>
                <a:gd name="connsiteY10" fmla="*/ 15951 h 21212"/>
                <a:gd name="connsiteX11" fmla="*/ 15909 w 21212"/>
                <a:gd name="connsiteY11" fmla="*/ 15951 h 21212"/>
                <a:gd name="connsiteX12" fmla="*/ 15909 w 21212"/>
                <a:gd name="connsiteY12" fmla="*/ 15909 h 21212"/>
                <a:gd name="connsiteX13" fmla="*/ 15973 w 21212"/>
                <a:gd name="connsiteY13" fmla="*/ 15951 h 21212"/>
                <a:gd name="connsiteX14" fmla="*/ 16057 w 21212"/>
                <a:gd name="connsiteY14" fmla="*/ 15909 h 21212"/>
                <a:gd name="connsiteX15" fmla="*/ 16057 w 21212"/>
                <a:gd name="connsiteY15" fmla="*/ 15909 h 21212"/>
                <a:gd name="connsiteX16" fmla="*/ 16015 w 21212"/>
                <a:gd name="connsiteY16" fmla="*/ 15951 h 21212"/>
                <a:gd name="connsiteX17" fmla="*/ 16079 w 21212"/>
                <a:gd name="connsiteY17" fmla="*/ 15994 h 21212"/>
                <a:gd name="connsiteX18" fmla="*/ 16079 w 21212"/>
                <a:gd name="connsiteY18" fmla="*/ 15994 h 21212"/>
                <a:gd name="connsiteX19" fmla="*/ 16079 w 21212"/>
                <a:gd name="connsiteY19" fmla="*/ 15994 h 21212"/>
                <a:gd name="connsiteX20" fmla="*/ 16164 w 21212"/>
                <a:gd name="connsiteY20" fmla="*/ 15994 h 21212"/>
                <a:gd name="connsiteX21" fmla="*/ 16164 w 21212"/>
                <a:gd name="connsiteY21" fmla="*/ 15994 h 21212"/>
                <a:gd name="connsiteX22" fmla="*/ 16164 w 21212"/>
                <a:gd name="connsiteY22" fmla="*/ 15994 h 21212"/>
                <a:gd name="connsiteX23" fmla="*/ 16164 w 21212"/>
                <a:gd name="connsiteY23" fmla="*/ 15994 h 21212"/>
                <a:gd name="connsiteX24" fmla="*/ 16164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5994"/>
                  </a:moveTo>
                  <a:lnTo>
                    <a:pt x="16164" y="15994"/>
                  </a:lnTo>
                  <a:lnTo>
                    <a:pt x="16164" y="15994"/>
                  </a:lnTo>
                  <a:cubicBezTo>
                    <a:pt x="16142" y="16015"/>
                    <a:pt x="16142" y="16015"/>
                    <a:pt x="16164" y="15994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6057" y="16015"/>
                  </a:lnTo>
                  <a:lnTo>
                    <a:pt x="15973" y="15994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73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5973" y="15951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15" y="15951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6164" y="15994"/>
                  </a:lnTo>
                  <a:lnTo>
                    <a:pt x="16164" y="15994"/>
                  </a:lnTo>
                  <a:cubicBezTo>
                    <a:pt x="16142" y="15994"/>
                    <a:pt x="16142" y="15994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AC6CA1E-9AAC-4F9D-BF7C-36121CF62296}"/>
                </a:ext>
              </a:extLst>
            </p:cNvPr>
            <p:cNvSpPr/>
            <p:nvPr/>
          </p:nvSpPr>
          <p:spPr>
            <a:xfrm>
              <a:off x="6412963" y="4740052"/>
              <a:ext cx="31327" cy="31327"/>
            </a:xfrm>
            <a:custGeom>
              <a:avLst/>
              <a:gdLst>
                <a:gd name="connsiteX0" fmla="*/ 16079 w 21212"/>
                <a:gd name="connsiteY0" fmla="*/ 16015 h 21212"/>
                <a:gd name="connsiteX1" fmla="*/ 16079 w 21212"/>
                <a:gd name="connsiteY1" fmla="*/ 16015 h 21212"/>
                <a:gd name="connsiteX2" fmla="*/ 16079 w 21212"/>
                <a:gd name="connsiteY2" fmla="*/ 16015 h 21212"/>
                <a:gd name="connsiteX3" fmla="*/ 16079 w 21212"/>
                <a:gd name="connsiteY3" fmla="*/ 16015 h 21212"/>
                <a:gd name="connsiteX4" fmla="*/ 16079 w 21212"/>
                <a:gd name="connsiteY4" fmla="*/ 16015 h 21212"/>
                <a:gd name="connsiteX5" fmla="*/ 16036 w 21212"/>
                <a:gd name="connsiteY5" fmla="*/ 16058 h 21212"/>
                <a:gd name="connsiteX6" fmla="*/ 16036 w 21212"/>
                <a:gd name="connsiteY6" fmla="*/ 16058 h 21212"/>
                <a:gd name="connsiteX7" fmla="*/ 16036 w 21212"/>
                <a:gd name="connsiteY7" fmla="*/ 16058 h 21212"/>
                <a:gd name="connsiteX8" fmla="*/ 15994 w 21212"/>
                <a:gd name="connsiteY8" fmla="*/ 16058 h 21212"/>
                <a:gd name="connsiteX9" fmla="*/ 15994 w 21212"/>
                <a:gd name="connsiteY9" fmla="*/ 16058 h 21212"/>
                <a:gd name="connsiteX10" fmla="*/ 15973 w 21212"/>
                <a:gd name="connsiteY10" fmla="*/ 16058 h 21212"/>
                <a:gd name="connsiteX11" fmla="*/ 15973 w 21212"/>
                <a:gd name="connsiteY11" fmla="*/ 16015 h 21212"/>
                <a:gd name="connsiteX12" fmla="*/ 15994 w 21212"/>
                <a:gd name="connsiteY12" fmla="*/ 16015 h 21212"/>
                <a:gd name="connsiteX13" fmla="*/ 15994 w 21212"/>
                <a:gd name="connsiteY13" fmla="*/ 16015 h 21212"/>
                <a:gd name="connsiteX14" fmla="*/ 16036 w 21212"/>
                <a:gd name="connsiteY14" fmla="*/ 15994 h 21212"/>
                <a:gd name="connsiteX15" fmla="*/ 16036 w 21212"/>
                <a:gd name="connsiteY15" fmla="*/ 15994 h 21212"/>
                <a:gd name="connsiteX16" fmla="*/ 16036 w 21212"/>
                <a:gd name="connsiteY16" fmla="*/ 15994 h 21212"/>
                <a:gd name="connsiteX17" fmla="*/ 16036 w 21212"/>
                <a:gd name="connsiteY17" fmla="*/ 15994 h 21212"/>
                <a:gd name="connsiteX18" fmla="*/ 16036 w 21212"/>
                <a:gd name="connsiteY18" fmla="*/ 15994 h 21212"/>
                <a:gd name="connsiteX19" fmla="*/ 16036 w 21212"/>
                <a:gd name="connsiteY19" fmla="*/ 15994 h 21212"/>
                <a:gd name="connsiteX20" fmla="*/ 15994 w 21212"/>
                <a:gd name="connsiteY20" fmla="*/ 15994 h 21212"/>
                <a:gd name="connsiteX21" fmla="*/ 15973 w 21212"/>
                <a:gd name="connsiteY21" fmla="*/ 15994 h 21212"/>
                <a:gd name="connsiteX22" fmla="*/ 15973 w 21212"/>
                <a:gd name="connsiteY22" fmla="*/ 16015 h 21212"/>
                <a:gd name="connsiteX23" fmla="*/ 15909 w 21212"/>
                <a:gd name="connsiteY23" fmla="*/ 16015 h 21212"/>
                <a:gd name="connsiteX24" fmla="*/ 15909 w 21212"/>
                <a:gd name="connsiteY24" fmla="*/ 16015 h 21212"/>
                <a:gd name="connsiteX25" fmla="*/ 15909 w 21212"/>
                <a:gd name="connsiteY25" fmla="*/ 16015 h 21212"/>
                <a:gd name="connsiteX26" fmla="*/ 15909 w 21212"/>
                <a:gd name="connsiteY26" fmla="*/ 15994 h 21212"/>
                <a:gd name="connsiteX27" fmla="*/ 15909 w 21212"/>
                <a:gd name="connsiteY27" fmla="*/ 15994 h 21212"/>
                <a:gd name="connsiteX28" fmla="*/ 15973 w 21212"/>
                <a:gd name="connsiteY28" fmla="*/ 15994 h 21212"/>
                <a:gd name="connsiteX29" fmla="*/ 15994 w 21212"/>
                <a:gd name="connsiteY29" fmla="*/ 15909 h 21212"/>
                <a:gd name="connsiteX30" fmla="*/ 16036 w 21212"/>
                <a:gd name="connsiteY30" fmla="*/ 15909 h 21212"/>
                <a:gd name="connsiteX31" fmla="*/ 16036 w 21212"/>
                <a:gd name="connsiteY31" fmla="*/ 15909 h 21212"/>
                <a:gd name="connsiteX32" fmla="*/ 16036 w 21212"/>
                <a:gd name="connsiteY32" fmla="*/ 15909 h 21212"/>
                <a:gd name="connsiteX33" fmla="*/ 16121 w 21212"/>
                <a:gd name="connsiteY33" fmla="*/ 16015 h 21212"/>
                <a:gd name="connsiteX34" fmla="*/ 16121 w 21212"/>
                <a:gd name="connsiteY34" fmla="*/ 16015 h 21212"/>
                <a:gd name="connsiteX35" fmla="*/ 16079 w 21212"/>
                <a:gd name="connsiteY35" fmla="*/ 16015 h 21212"/>
                <a:gd name="connsiteX36" fmla="*/ 16036 w 21212"/>
                <a:gd name="connsiteY36" fmla="*/ 15994 h 21212"/>
                <a:gd name="connsiteX37" fmla="*/ 16036 w 21212"/>
                <a:gd name="connsiteY37" fmla="*/ 15994 h 21212"/>
                <a:gd name="connsiteX38" fmla="*/ 16036 w 21212"/>
                <a:gd name="connsiteY38" fmla="*/ 15994 h 21212"/>
                <a:gd name="connsiteX39" fmla="*/ 15994 w 21212"/>
                <a:gd name="connsiteY39" fmla="*/ 16015 h 21212"/>
                <a:gd name="connsiteX40" fmla="*/ 15994 w 21212"/>
                <a:gd name="connsiteY40" fmla="*/ 16058 h 21212"/>
                <a:gd name="connsiteX41" fmla="*/ 16036 w 21212"/>
                <a:gd name="connsiteY41" fmla="*/ 16058 h 21212"/>
                <a:gd name="connsiteX42" fmla="*/ 16036 w 21212"/>
                <a:gd name="connsiteY42" fmla="*/ 16058 h 21212"/>
                <a:gd name="connsiteX43" fmla="*/ 16036 w 21212"/>
                <a:gd name="connsiteY43" fmla="*/ 16058 h 21212"/>
                <a:gd name="connsiteX44" fmla="*/ 16036 w 21212"/>
                <a:gd name="connsiteY44" fmla="*/ 15994 h 21212"/>
                <a:gd name="connsiteX45" fmla="*/ 16036 w 21212"/>
                <a:gd name="connsiteY45" fmla="*/ 15994 h 21212"/>
                <a:gd name="connsiteX46" fmla="*/ 16036 w 21212"/>
                <a:gd name="connsiteY46" fmla="*/ 15994 h 21212"/>
                <a:gd name="connsiteX47" fmla="*/ 16079 w 21212"/>
                <a:gd name="connsiteY47" fmla="*/ 16015 h 21212"/>
                <a:gd name="connsiteX48" fmla="*/ 16079 w 21212"/>
                <a:gd name="connsiteY48" fmla="*/ 16015 h 21212"/>
                <a:gd name="connsiteX49" fmla="*/ 16036 w 21212"/>
                <a:gd name="connsiteY49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079" y="16015"/>
                  </a:move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36" y="16058"/>
                  </a:lnTo>
                  <a:lnTo>
                    <a:pt x="16036" y="16058"/>
                  </a:lnTo>
                  <a:lnTo>
                    <a:pt x="16036" y="16058"/>
                  </a:lnTo>
                  <a:lnTo>
                    <a:pt x="15994" y="16058"/>
                  </a:lnTo>
                  <a:lnTo>
                    <a:pt x="15994" y="16058"/>
                  </a:lnTo>
                  <a:lnTo>
                    <a:pt x="15973" y="16058"/>
                  </a:lnTo>
                  <a:lnTo>
                    <a:pt x="15973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5973" y="15994"/>
                  </a:lnTo>
                  <a:lnTo>
                    <a:pt x="15973" y="16015"/>
                  </a:lnTo>
                  <a:cubicBezTo>
                    <a:pt x="15909" y="16015"/>
                    <a:pt x="15909" y="16015"/>
                    <a:pt x="15909" y="16015"/>
                  </a:cubicBez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09" y="15994"/>
                  </a:cubicBezTo>
                  <a:lnTo>
                    <a:pt x="15909" y="15994"/>
                  </a:lnTo>
                  <a:lnTo>
                    <a:pt x="15973" y="15994"/>
                  </a:lnTo>
                  <a:lnTo>
                    <a:pt x="15994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79" y="16015"/>
                  </a:lnTo>
                  <a:close/>
                  <a:moveTo>
                    <a:pt x="16036" y="15994"/>
                  </a:moveTo>
                  <a:lnTo>
                    <a:pt x="16036" y="15994"/>
                  </a:lnTo>
                  <a:lnTo>
                    <a:pt x="16036" y="15994"/>
                  </a:ln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94" y="16015"/>
                    <a:pt x="15994" y="16015"/>
                    <a:pt x="15994" y="16058"/>
                  </a:cubicBezTo>
                  <a:cubicBezTo>
                    <a:pt x="16036" y="16058"/>
                    <a:pt x="16036" y="16058"/>
                    <a:pt x="16036" y="16058"/>
                  </a:cubicBezTo>
                  <a:lnTo>
                    <a:pt x="16036" y="16058"/>
                  </a:lnTo>
                  <a:lnTo>
                    <a:pt x="16036" y="16058"/>
                  </a:lnTo>
                  <a:cubicBezTo>
                    <a:pt x="16036" y="16015"/>
                    <a:pt x="16036" y="16015"/>
                    <a:pt x="16036" y="15994"/>
                  </a:cubicBezTo>
                  <a:lnTo>
                    <a:pt x="16036" y="15994"/>
                  </a:lnTo>
                  <a:lnTo>
                    <a:pt x="16036" y="15994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lnTo>
                    <a:pt x="16036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6263EF68-D33E-4499-A5F1-C6A4EBD54275}"/>
                </a:ext>
              </a:extLst>
            </p:cNvPr>
            <p:cNvSpPr/>
            <p:nvPr/>
          </p:nvSpPr>
          <p:spPr>
            <a:xfrm>
              <a:off x="6413152" y="4739959"/>
              <a:ext cx="31327" cy="31327"/>
            </a:xfrm>
            <a:custGeom>
              <a:avLst/>
              <a:gdLst>
                <a:gd name="connsiteX0" fmla="*/ 15951 w 21212"/>
                <a:gd name="connsiteY0" fmla="*/ 15994 h 21212"/>
                <a:gd name="connsiteX1" fmla="*/ 15994 w 21212"/>
                <a:gd name="connsiteY1" fmla="*/ 15994 h 21212"/>
                <a:gd name="connsiteX2" fmla="*/ 15994 w 21212"/>
                <a:gd name="connsiteY2" fmla="*/ 15994 h 21212"/>
                <a:gd name="connsiteX3" fmla="*/ 15994 w 21212"/>
                <a:gd name="connsiteY3" fmla="*/ 15930 h 21212"/>
                <a:gd name="connsiteX4" fmla="*/ 16079 w 21212"/>
                <a:gd name="connsiteY4" fmla="*/ 15930 h 21212"/>
                <a:gd name="connsiteX5" fmla="*/ 16079 w 21212"/>
                <a:gd name="connsiteY5" fmla="*/ 15930 h 21212"/>
                <a:gd name="connsiteX6" fmla="*/ 16100 w 21212"/>
                <a:gd name="connsiteY6" fmla="*/ 15930 h 21212"/>
                <a:gd name="connsiteX7" fmla="*/ 16100 w 21212"/>
                <a:gd name="connsiteY7" fmla="*/ 15930 h 21212"/>
                <a:gd name="connsiteX8" fmla="*/ 16142 w 21212"/>
                <a:gd name="connsiteY8" fmla="*/ 15930 h 21212"/>
                <a:gd name="connsiteX9" fmla="*/ 16142 w 21212"/>
                <a:gd name="connsiteY9" fmla="*/ 15930 h 21212"/>
                <a:gd name="connsiteX10" fmla="*/ 16142 w 21212"/>
                <a:gd name="connsiteY10" fmla="*/ 15994 h 21212"/>
                <a:gd name="connsiteX11" fmla="*/ 16142 w 21212"/>
                <a:gd name="connsiteY11" fmla="*/ 15994 h 21212"/>
                <a:gd name="connsiteX12" fmla="*/ 16100 w 21212"/>
                <a:gd name="connsiteY12" fmla="*/ 15994 h 21212"/>
                <a:gd name="connsiteX13" fmla="*/ 16100 w 21212"/>
                <a:gd name="connsiteY13" fmla="*/ 16079 h 21212"/>
                <a:gd name="connsiteX14" fmla="*/ 16079 w 21212"/>
                <a:gd name="connsiteY14" fmla="*/ 16079 h 21212"/>
                <a:gd name="connsiteX15" fmla="*/ 16079 w 21212"/>
                <a:gd name="connsiteY15" fmla="*/ 16079 h 21212"/>
                <a:gd name="connsiteX16" fmla="*/ 16079 w 21212"/>
                <a:gd name="connsiteY16" fmla="*/ 16079 h 21212"/>
                <a:gd name="connsiteX17" fmla="*/ 16079 w 21212"/>
                <a:gd name="connsiteY17" fmla="*/ 16079 h 21212"/>
                <a:gd name="connsiteX18" fmla="*/ 16079 w 21212"/>
                <a:gd name="connsiteY18" fmla="*/ 15994 h 21212"/>
                <a:gd name="connsiteX19" fmla="*/ 16100 w 21212"/>
                <a:gd name="connsiteY19" fmla="*/ 15994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00 w 21212"/>
                <a:gd name="connsiteY22" fmla="*/ 15994 h 21212"/>
                <a:gd name="connsiteX23" fmla="*/ 16100 w 21212"/>
                <a:gd name="connsiteY23" fmla="*/ 15930 h 21212"/>
                <a:gd name="connsiteX24" fmla="*/ 16100 w 21212"/>
                <a:gd name="connsiteY24" fmla="*/ 15930 h 21212"/>
                <a:gd name="connsiteX25" fmla="*/ 16079 w 21212"/>
                <a:gd name="connsiteY25" fmla="*/ 15930 h 21212"/>
                <a:gd name="connsiteX26" fmla="*/ 16079 w 21212"/>
                <a:gd name="connsiteY26" fmla="*/ 15930 h 21212"/>
                <a:gd name="connsiteX27" fmla="*/ 16079 w 21212"/>
                <a:gd name="connsiteY27" fmla="*/ 15994 h 21212"/>
                <a:gd name="connsiteX28" fmla="*/ 15994 w 21212"/>
                <a:gd name="connsiteY28" fmla="*/ 15994 h 21212"/>
                <a:gd name="connsiteX29" fmla="*/ 15994 w 21212"/>
                <a:gd name="connsiteY29" fmla="*/ 15994 h 21212"/>
                <a:gd name="connsiteX30" fmla="*/ 15951 w 21212"/>
                <a:gd name="connsiteY30" fmla="*/ 15994 h 21212"/>
                <a:gd name="connsiteX31" fmla="*/ 15951 w 21212"/>
                <a:gd name="connsiteY31" fmla="*/ 15994 h 21212"/>
                <a:gd name="connsiteX32" fmla="*/ 15909 w 21212"/>
                <a:gd name="connsiteY32" fmla="*/ 15930 h 21212"/>
                <a:gd name="connsiteX33" fmla="*/ 15909 w 21212"/>
                <a:gd name="connsiteY33" fmla="*/ 15930 h 21212"/>
                <a:gd name="connsiteX34" fmla="*/ 15951 w 21212"/>
                <a:gd name="connsiteY34" fmla="*/ 15930 h 21212"/>
                <a:gd name="connsiteX35" fmla="*/ 15951 w 21212"/>
                <a:gd name="connsiteY35" fmla="*/ 15930 h 21212"/>
                <a:gd name="connsiteX36" fmla="*/ 15994 w 21212"/>
                <a:gd name="connsiteY36" fmla="*/ 15909 h 21212"/>
                <a:gd name="connsiteX37" fmla="*/ 15994 w 21212"/>
                <a:gd name="connsiteY37" fmla="*/ 15909 h 21212"/>
                <a:gd name="connsiteX38" fmla="*/ 16079 w 21212"/>
                <a:gd name="connsiteY38" fmla="*/ 15909 h 21212"/>
                <a:gd name="connsiteX39" fmla="*/ 15994 w 21212"/>
                <a:gd name="connsiteY39" fmla="*/ 15930 h 21212"/>
                <a:gd name="connsiteX40" fmla="*/ 15994 w 21212"/>
                <a:gd name="connsiteY40" fmla="*/ 15930 h 21212"/>
                <a:gd name="connsiteX41" fmla="*/ 15951 w 21212"/>
                <a:gd name="connsiteY41" fmla="*/ 15930 h 21212"/>
                <a:gd name="connsiteX42" fmla="*/ 15951 w 21212"/>
                <a:gd name="connsiteY42" fmla="*/ 15930 h 21212"/>
                <a:gd name="connsiteX43" fmla="*/ 15951 w 21212"/>
                <a:gd name="connsiteY43" fmla="*/ 15930 h 21212"/>
                <a:gd name="connsiteX44" fmla="*/ 15951 w 21212"/>
                <a:gd name="connsiteY4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94"/>
                  </a:moveTo>
                  <a:cubicBezTo>
                    <a:pt x="15951" y="15994"/>
                    <a:pt x="15951" y="15994"/>
                    <a:pt x="15994" y="15994"/>
                  </a:cubicBezTo>
                  <a:lnTo>
                    <a:pt x="15994" y="15994"/>
                  </a:lnTo>
                  <a:cubicBezTo>
                    <a:pt x="15994" y="15930"/>
                    <a:pt x="15994" y="15930"/>
                    <a:pt x="15994" y="15930"/>
                  </a:cubicBezTo>
                  <a:cubicBezTo>
                    <a:pt x="16079" y="15930"/>
                    <a:pt x="16079" y="15930"/>
                    <a:pt x="16079" y="15930"/>
                  </a:cubicBezTo>
                  <a:lnTo>
                    <a:pt x="16079" y="15930"/>
                  </a:lnTo>
                  <a:cubicBezTo>
                    <a:pt x="16079" y="15930"/>
                    <a:pt x="16079" y="15930"/>
                    <a:pt x="16100" y="15930"/>
                  </a:cubicBezTo>
                  <a:lnTo>
                    <a:pt x="16100" y="15930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100" y="15994"/>
                  </a:cubicBezTo>
                  <a:cubicBezTo>
                    <a:pt x="16100" y="15994"/>
                    <a:pt x="16100" y="15994"/>
                    <a:pt x="16100" y="16079"/>
                  </a:cubicBezTo>
                  <a:cubicBezTo>
                    <a:pt x="16100" y="16079"/>
                    <a:pt x="16100" y="16079"/>
                    <a:pt x="16079" y="16079"/>
                  </a:cubicBezTo>
                  <a:lnTo>
                    <a:pt x="16079" y="16079"/>
                  </a:lnTo>
                  <a:lnTo>
                    <a:pt x="16079" y="16079"/>
                  </a:lnTo>
                  <a:lnTo>
                    <a:pt x="16079" y="16079"/>
                  </a:lnTo>
                  <a:cubicBezTo>
                    <a:pt x="16079" y="16079"/>
                    <a:pt x="16079" y="16079"/>
                    <a:pt x="16079" y="15994"/>
                  </a:cubicBezTo>
                  <a:cubicBezTo>
                    <a:pt x="16079" y="15994"/>
                    <a:pt x="16079" y="15994"/>
                    <a:pt x="16100" y="15994"/>
                  </a:cubicBez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100" y="15930"/>
                    <a:pt x="16100" y="15930"/>
                    <a:pt x="16100" y="15930"/>
                  </a:cubicBezTo>
                  <a:lnTo>
                    <a:pt x="16100" y="15930"/>
                  </a:lnTo>
                  <a:cubicBezTo>
                    <a:pt x="16100" y="15930"/>
                    <a:pt x="16100" y="15930"/>
                    <a:pt x="16079" y="15930"/>
                  </a:cubicBezTo>
                  <a:lnTo>
                    <a:pt x="16079" y="15930"/>
                  </a:lnTo>
                  <a:lnTo>
                    <a:pt x="16079" y="15994"/>
                  </a:lnTo>
                  <a:cubicBezTo>
                    <a:pt x="16079" y="15994"/>
                    <a:pt x="16079" y="15994"/>
                    <a:pt x="15994" y="15994"/>
                  </a:cubicBezTo>
                  <a:lnTo>
                    <a:pt x="15994" y="15994"/>
                  </a:lnTo>
                  <a:lnTo>
                    <a:pt x="15951" y="15994"/>
                  </a:lnTo>
                  <a:lnTo>
                    <a:pt x="15951" y="15994"/>
                  </a:lnTo>
                  <a:cubicBezTo>
                    <a:pt x="15909" y="15994"/>
                    <a:pt x="15909" y="15994"/>
                    <a:pt x="15909" y="15930"/>
                  </a:cubicBezTo>
                  <a:lnTo>
                    <a:pt x="15909" y="15930"/>
                  </a:lnTo>
                  <a:cubicBezTo>
                    <a:pt x="15909" y="15930"/>
                    <a:pt x="15909" y="15930"/>
                    <a:pt x="15951" y="15930"/>
                  </a:cubicBezTo>
                  <a:lnTo>
                    <a:pt x="15951" y="15930"/>
                  </a:lnTo>
                  <a:cubicBezTo>
                    <a:pt x="15951" y="15930"/>
                    <a:pt x="15951" y="15909"/>
                    <a:pt x="15994" y="15909"/>
                  </a:cubicBezTo>
                  <a:lnTo>
                    <a:pt x="15994" y="15909"/>
                  </a:lnTo>
                  <a:lnTo>
                    <a:pt x="16079" y="15909"/>
                  </a:lnTo>
                  <a:cubicBezTo>
                    <a:pt x="16079" y="15909"/>
                    <a:pt x="15994" y="15909"/>
                    <a:pt x="15994" y="15930"/>
                  </a:cubicBezTo>
                  <a:lnTo>
                    <a:pt x="15994" y="15930"/>
                  </a:lnTo>
                  <a:cubicBezTo>
                    <a:pt x="15951" y="15930"/>
                    <a:pt x="15951" y="15930"/>
                    <a:pt x="15951" y="15930"/>
                  </a:cubicBezTo>
                  <a:lnTo>
                    <a:pt x="15951" y="15930"/>
                  </a:lnTo>
                  <a:lnTo>
                    <a:pt x="15951" y="15930"/>
                  </a:lnTo>
                  <a:cubicBezTo>
                    <a:pt x="15951" y="15930"/>
                    <a:pt x="15951" y="15930"/>
                    <a:pt x="15951" y="1599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1EDFFA2-AAB0-452D-AD13-8FED8437D3E4}"/>
                </a:ext>
              </a:extLst>
            </p:cNvPr>
            <p:cNvSpPr/>
            <p:nvPr/>
          </p:nvSpPr>
          <p:spPr>
            <a:xfrm>
              <a:off x="6413621" y="4739990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51 w 21212"/>
                <a:gd name="connsiteY3" fmla="*/ 15909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40AE67D-BA3C-47BB-9FF6-2A805586456D}"/>
                </a:ext>
              </a:extLst>
            </p:cNvPr>
            <p:cNvSpPr/>
            <p:nvPr/>
          </p:nvSpPr>
          <p:spPr>
            <a:xfrm>
              <a:off x="6413558" y="4739645"/>
              <a:ext cx="31327" cy="31327"/>
            </a:xfrm>
            <a:custGeom>
              <a:avLst/>
              <a:gdLst>
                <a:gd name="connsiteX0" fmla="*/ 16227 w 21212"/>
                <a:gd name="connsiteY0" fmla="*/ 15909 h 21212"/>
                <a:gd name="connsiteX1" fmla="*/ 16227 w 21212"/>
                <a:gd name="connsiteY1" fmla="*/ 15909 h 21212"/>
                <a:gd name="connsiteX2" fmla="*/ 16227 w 21212"/>
                <a:gd name="connsiteY2" fmla="*/ 15909 h 21212"/>
                <a:gd name="connsiteX3" fmla="*/ 16227 w 21212"/>
                <a:gd name="connsiteY3" fmla="*/ 15909 h 21212"/>
                <a:gd name="connsiteX4" fmla="*/ 16248 w 21212"/>
                <a:gd name="connsiteY4" fmla="*/ 15973 h 21212"/>
                <a:gd name="connsiteX5" fmla="*/ 16227 w 21212"/>
                <a:gd name="connsiteY5" fmla="*/ 15973 h 21212"/>
                <a:gd name="connsiteX6" fmla="*/ 16142 w 21212"/>
                <a:gd name="connsiteY6" fmla="*/ 16015 h 21212"/>
                <a:gd name="connsiteX7" fmla="*/ 16079 w 21212"/>
                <a:gd name="connsiteY7" fmla="*/ 16015 h 21212"/>
                <a:gd name="connsiteX8" fmla="*/ 15909 w 21212"/>
                <a:gd name="connsiteY8" fmla="*/ 15930 h 21212"/>
                <a:gd name="connsiteX9" fmla="*/ 15930 w 21212"/>
                <a:gd name="connsiteY9" fmla="*/ 15909 h 21212"/>
                <a:gd name="connsiteX10" fmla="*/ 15973 w 21212"/>
                <a:gd name="connsiteY10" fmla="*/ 15909 h 21212"/>
                <a:gd name="connsiteX11" fmla="*/ 15973 w 21212"/>
                <a:gd name="connsiteY11" fmla="*/ 15909 h 21212"/>
                <a:gd name="connsiteX12" fmla="*/ 16057 w 21212"/>
                <a:gd name="connsiteY12" fmla="*/ 15909 h 21212"/>
                <a:gd name="connsiteX13" fmla="*/ 16079 w 21212"/>
                <a:gd name="connsiteY13" fmla="*/ 15909 h 21212"/>
                <a:gd name="connsiteX14" fmla="*/ 16142 w 21212"/>
                <a:gd name="connsiteY14" fmla="*/ 15909 h 21212"/>
                <a:gd name="connsiteX15" fmla="*/ 16227 w 21212"/>
                <a:gd name="connsiteY15" fmla="*/ 15909 h 21212"/>
                <a:gd name="connsiteX16" fmla="*/ 16227 w 21212"/>
                <a:gd name="connsiteY16" fmla="*/ 15909 h 21212"/>
                <a:gd name="connsiteX17" fmla="*/ 16079 w 21212"/>
                <a:gd name="connsiteY17" fmla="*/ 15909 h 21212"/>
                <a:gd name="connsiteX18" fmla="*/ 15973 w 21212"/>
                <a:gd name="connsiteY18" fmla="*/ 15909 h 21212"/>
                <a:gd name="connsiteX19" fmla="*/ 15973 w 21212"/>
                <a:gd name="connsiteY19" fmla="*/ 15909 h 21212"/>
                <a:gd name="connsiteX20" fmla="*/ 15973 w 21212"/>
                <a:gd name="connsiteY20" fmla="*/ 15930 h 21212"/>
                <a:gd name="connsiteX21" fmla="*/ 15930 w 21212"/>
                <a:gd name="connsiteY21" fmla="*/ 15930 h 21212"/>
                <a:gd name="connsiteX22" fmla="*/ 16079 w 21212"/>
                <a:gd name="connsiteY22" fmla="*/ 16015 h 21212"/>
                <a:gd name="connsiteX23" fmla="*/ 16142 w 21212"/>
                <a:gd name="connsiteY23" fmla="*/ 15973 h 21212"/>
                <a:gd name="connsiteX24" fmla="*/ 16142 w 21212"/>
                <a:gd name="connsiteY24" fmla="*/ 15973 h 21212"/>
                <a:gd name="connsiteX25" fmla="*/ 16227 w 21212"/>
                <a:gd name="connsiteY25" fmla="*/ 15973 h 21212"/>
                <a:gd name="connsiteX26" fmla="*/ 16227 w 21212"/>
                <a:gd name="connsiteY26" fmla="*/ 15909 h 21212"/>
                <a:gd name="connsiteX27" fmla="*/ 16227 w 21212"/>
                <a:gd name="connsiteY27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212" h="21212">
                  <a:moveTo>
                    <a:pt x="16227" y="15909"/>
                  </a:moveTo>
                  <a:cubicBezTo>
                    <a:pt x="16248" y="15909"/>
                    <a:pt x="16248" y="15909"/>
                    <a:pt x="16227" y="15909"/>
                  </a:cubicBezTo>
                  <a:cubicBezTo>
                    <a:pt x="16248" y="15909"/>
                    <a:pt x="16248" y="15909"/>
                    <a:pt x="16227" y="15909"/>
                  </a:cubicBezTo>
                  <a:lnTo>
                    <a:pt x="16227" y="15909"/>
                  </a:lnTo>
                  <a:lnTo>
                    <a:pt x="16248" y="15973"/>
                  </a:lnTo>
                  <a:lnTo>
                    <a:pt x="16227" y="15973"/>
                  </a:lnTo>
                  <a:cubicBezTo>
                    <a:pt x="16227" y="15973"/>
                    <a:pt x="16227" y="15973"/>
                    <a:pt x="16142" y="16015"/>
                  </a:cubicBezTo>
                  <a:lnTo>
                    <a:pt x="16079" y="16015"/>
                  </a:lnTo>
                  <a:lnTo>
                    <a:pt x="15909" y="15930"/>
                  </a:lnTo>
                  <a:lnTo>
                    <a:pt x="15930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6057" y="15909"/>
                  </a:lnTo>
                  <a:cubicBezTo>
                    <a:pt x="16079" y="15909"/>
                    <a:pt x="16079" y="15909"/>
                    <a:pt x="16079" y="15909"/>
                  </a:cubicBezTo>
                  <a:cubicBezTo>
                    <a:pt x="16142" y="15909"/>
                    <a:pt x="16142" y="15909"/>
                    <a:pt x="16142" y="15909"/>
                  </a:cubicBezTo>
                  <a:cubicBezTo>
                    <a:pt x="16227" y="15909"/>
                    <a:pt x="16227" y="15909"/>
                    <a:pt x="16227" y="15909"/>
                  </a:cubicBezTo>
                  <a:close/>
                  <a:moveTo>
                    <a:pt x="16227" y="15909"/>
                  </a:moveTo>
                  <a:cubicBezTo>
                    <a:pt x="16142" y="15909"/>
                    <a:pt x="16142" y="15909"/>
                    <a:pt x="16079" y="15909"/>
                  </a:cubicBezTo>
                  <a:cubicBezTo>
                    <a:pt x="16079" y="15909"/>
                    <a:pt x="16057" y="15909"/>
                    <a:pt x="15973" y="15909"/>
                  </a:cubicBezTo>
                  <a:lnTo>
                    <a:pt x="15973" y="15909"/>
                  </a:lnTo>
                  <a:cubicBezTo>
                    <a:pt x="15973" y="15930"/>
                    <a:pt x="15973" y="15930"/>
                    <a:pt x="15973" y="15930"/>
                  </a:cubicBezTo>
                  <a:lnTo>
                    <a:pt x="15930" y="15930"/>
                  </a:lnTo>
                  <a:lnTo>
                    <a:pt x="16079" y="16015"/>
                  </a:lnTo>
                  <a:lnTo>
                    <a:pt x="16142" y="15973"/>
                  </a:lnTo>
                  <a:lnTo>
                    <a:pt x="16142" y="15973"/>
                  </a:lnTo>
                  <a:cubicBezTo>
                    <a:pt x="16227" y="15973"/>
                    <a:pt x="16227" y="15973"/>
                    <a:pt x="16227" y="15973"/>
                  </a:cubicBezTo>
                  <a:cubicBezTo>
                    <a:pt x="16227" y="15930"/>
                    <a:pt x="16227" y="15930"/>
                    <a:pt x="16227" y="15909"/>
                  </a:cubicBezTo>
                  <a:cubicBezTo>
                    <a:pt x="16227" y="15930"/>
                    <a:pt x="16227" y="15909"/>
                    <a:pt x="16227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22D3CBA-E963-4DD3-B185-394A512642E2}"/>
                </a:ext>
              </a:extLst>
            </p:cNvPr>
            <p:cNvSpPr/>
            <p:nvPr/>
          </p:nvSpPr>
          <p:spPr>
            <a:xfrm>
              <a:off x="6414029" y="4739551"/>
              <a:ext cx="31327" cy="31327"/>
            </a:xfrm>
            <a:custGeom>
              <a:avLst/>
              <a:gdLst>
                <a:gd name="connsiteX0" fmla="*/ 16142 w 21212"/>
                <a:gd name="connsiteY0" fmla="*/ 15973 h 21212"/>
                <a:gd name="connsiteX1" fmla="*/ 16100 w 21212"/>
                <a:gd name="connsiteY1" fmla="*/ 15973 h 21212"/>
                <a:gd name="connsiteX2" fmla="*/ 16100 w 21212"/>
                <a:gd name="connsiteY2" fmla="*/ 15973 h 21212"/>
                <a:gd name="connsiteX3" fmla="*/ 16057 w 21212"/>
                <a:gd name="connsiteY3" fmla="*/ 15973 h 21212"/>
                <a:gd name="connsiteX4" fmla="*/ 15994 w 21212"/>
                <a:gd name="connsiteY4" fmla="*/ 15973 h 21212"/>
                <a:gd name="connsiteX5" fmla="*/ 15994 w 21212"/>
                <a:gd name="connsiteY5" fmla="*/ 15973 h 21212"/>
                <a:gd name="connsiteX6" fmla="*/ 15994 w 21212"/>
                <a:gd name="connsiteY6" fmla="*/ 15973 h 21212"/>
                <a:gd name="connsiteX7" fmla="*/ 15909 w 21212"/>
                <a:gd name="connsiteY7" fmla="*/ 15973 h 21212"/>
                <a:gd name="connsiteX8" fmla="*/ 15930 w 21212"/>
                <a:gd name="connsiteY8" fmla="*/ 15930 h 21212"/>
                <a:gd name="connsiteX9" fmla="*/ 15994 w 21212"/>
                <a:gd name="connsiteY9" fmla="*/ 15973 h 21212"/>
                <a:gd name="connsiteX10" fmla="*/ 16057 w 21212"/>
                <a:gd name="connsiteY10" fmla="*/ 15973 h 21212"/>
                <a:gd name="connsiteX11" fmla="*/ 16100 w 21212"/>
                <a:gd name="connsiteY11" fmla="*/ 15973 h 21212"/>
                <a:gd name="connsiteX12" fmla="*/ 16100 w 21212"/>
                <a:gd name="connsiteY12" fmla="*/ 15973 h 21212"/>
                <a:gd name="connsiteX13" fmla="*/ 16142 w 21212"/>
                <a:gd name="connsiteY13" fmla="*/ 15973 h 21212"/>
                <a:gd name="connsiteX14" fmla="*/ 16142 w 21212"/>
                <a:gd name="connsiteY14" fmla="*/ 15930 h 21212"/>
                <a:gd name="connsiteX15" fmla="*/ 16142 w 21212"/>
                <a:gd name="connsiteY15" fmla="*/ 15930 h 21212"/>
                <a:gd name="connsiteX16" fmla="*/ 15994 w 21212"/>
                <a:gd name="connsiteY16" fmla="*/ 15909 h 21212"/>
                <a:gd name="connsiteX17" fmla="*/ 16057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09 h 21212"/>
                <a:gd name="connsiteX20" fmla="*/ 16142 w 21212"/>
                <a:gd name="connsiteY20" fmla="*/ 15930 h 21212"/>
                <a:gd name="connsiteX21" fmla="*/ 16206 w 21212"/>
                <a:gd name="connsiteY21" fmla="*/ 15930 h 21212"/>
                <a:gd name="connsiteX22" fmla="*/ 16206 w 21212"/>
                <a:gd name="connsiteY22" fmla="*/ 15973 h 21212"/>
                <a:gd name="connsiteX23" fmla="*/ 16142 w 21212"/>
                <a:gd name="connsiteY23" fmla="*/ 15973 h 21212"/>
                <a:gd name="connsiteX24" fmla="*/ 16142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73"/>
                  </a:moveTo>
                  <a:lnTo>
                    <a:pt x="16100" y="15973"/>
                  </a:lnTo>
                  <a:lnTo>
                    <a:pt x="16100" y="15973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09" y="15973"/>
                  </a:lnTo>
                  <a:lnTo>
                    <a:pt x="15930" y="15930"/>
                  </a:lnTo>
                  <a:lnTo>
                    <a:pt x="15994" y="15973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6100" y="15973"/>
                  </a:cubicBezTo>
                  <a:lnTo>
                    <a:pt x="16100" y="15973"/>
                  </a:lnTo>
                  <a:lnTo>
                    <a:pt x="16142" y="15973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5994" y="15909"/>
                  </a:lnTo>
                  <a:lnTo>
                    <a:pt x="16057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30"/>
                    <a:pt x="16142" y="15930"/>
                    <a:pt x="16142" y="15930"/>
                  </a:cubicBezTo>
                  <a:lnTo>
                    <a:pt x="16206" y="15930"/>
                  </a:lnTo>
                  <a:cubicBezTo>
                    <a:pt x="16206" y="15930"/>
                    <a:pt x="16206" y="15930"/>
                    <a:pt x="16206" y="15973"/>
                  </a:cubicBezTo>
                  <a:lnTo>
                    <a:pt x="16142" y="15973"/>
                  </a:lnTo>
                  <a:lnTo>
                    <a:pt x="16142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B95D9D92-6F5F-4F39-815A-BA52E3DEC018}"/>
                </a:ext>
              </a:extLst>
            </p:cNvPr>
            <p:cNvSpPr/>
            <p:nvPr/>
          </p:nvSpPr>
          <p:spPr>
            <a:xfrm>
              <a:off x="6414248" y="4739301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52 w 21212"/>
                <a:gd name="connsiteY3" fmla="*/ 15909 h 21212"/>
                <a:gd name="connsiteX4" fmla="*/ 15909 w 21212"/>
                <a:gd name="connsiteY4" fmla="*/ 15909 h 21212"/>
                <a:gd name="connsiteX5" fmla="*/ 16121 w 21212"/>
                <a:gd name="connsiteY5" fmla="*/ 16079 h 21212"/>
                <a:gd name="connsiteX6" fmla="*/ 15952 w 21212"/>
                <a:gd name="connsiteY6" fmla="*/ 15909 h 21212"/>
                <a:gd name="connsiteX7" fmla="*/ 15994 w 21212"/>
                <a:gd name="connsiteY7" fmla="*/ 15909 h 21212"/>
                <a:gd name="connsiteX8" fmla="*/ 16121 w 21212"/>
                <a:gd name="connsiteY8" fmla="*/ 16079 h 21212"/>
                <a:gd name="connsiteX9" fmla="*/ 16121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52" y="15909"/>
                  </a:lnTo>
                  <a:lnTo>
                    <a:pt x="15909" y="15909"/>
                  </a:lnTo>
                  <a:close/>
                  <a:moveTo>
                    <a:pt x="16121" y="16079"/>
                  </a:moveTo>
                  <a:lnTo>
                    <a:pt x="15952" y="15909"/>
                  </a:lnTo>
                  <a:lnTo>
                    <a:pt x="15994" y="15909"/>
                  </a:lnTo>
                  <a:lnTo>
                    <a:pt x="16121" y="16079"/>
                  </a:lnTo>
                  <a:lnTo>
                    <a:pt x="16121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EB0B1E9F-E05C-4A2E-A478-F1F709C7A457}"/>
                </a:ext>
              </a:extLst>
            </p:cNvPr>
            <p:cNvSpPr/>
            <p:nvPr/>
          </p:nvSpPr>
          <p:spPr>
            <a:xfrm>
              <a:off x="6414466" y="4739269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73 w 21212"/>
                <a:gd name="connsiteY2" fmla="*/ 15909 h 21212"/>
                <a:gd name="connsiteX3" fmla="*/ 16057 w 21212"/>
                <a:gd name="connsiteY3" fmla="*/ 15909 h 21212"/>
                <a:gd name="connsiteX4" fmla="*/ 16057 w 21212"/>
                <a:gd name="connsiteY4" fmla="*/ 15909 h 21212"/>
                <a:gd name="connsiteX5" fmla="*/ 16079 w 21212"/>
                <a:gd name="connsiteY5" fmla="*/ 15909 h 21212"/>
                <a:gd name="connsiteX6" fmla="*/ 16079 w 21212"/>
                <a:gd name="connsiteY6" fmla="*/ 15909 h 21212"/>
                <a:gd name="connsiteX7" fmla="*/ 16079 w 21212"/>
                <a:gd name="connsiteY7" fmla="*/ 15909 h 21212"/>
                <a:gd name="connsiteX8" fmla="*/ 16142 w 21212"/>
                <a:gd name="connsiteY8" fmla="*/ 15909 h 21212"/>
                <a:gd name="connsiteX9" fmla="*/ 16142 w 21212"/>
                <a:gd name="connsiteY9" fmla="*/ 15909 h 21212"/>
                <a:gd name="connsiteX10" fmla="*/ 16142 w 21212"/>
                <a:gd name="connsiteY10" fmla="*/ 15930 h 21212"/>
                <a:gd name="connsiteX11" fmla="*/ 16142 w 21212"/>
                <a:gd name="connsiteY11" fmla="*/ 15930 h 21212"/>
                <a:gd name="connsiteX12" fmla="*/ 16079 w 21212"/>
                <a:gd name="connsiteY12" fmla="*/ 15930 h 21212"/>
                <a:gd name="connsiteX13" fmla="*/ 16079 w 21212"/>
                <a:gd name="connsiteY13" fmla="*/ 15930 h 21212"/>
                <a:gd name="connsiteX14" fmla="*/ 16079 w 21212"/>
                <a:gd name="connsiteY14" fmla="*/ 15994 h 21212"/>
                <a:gd name="connsiteX15" fmla="*/ 16079 w 21212"/>
                <a:gd name="connsiteY15" fmla="*/ 15994 h 21212"/>
                <a:gd name="connsiteX16" fmla="*/ 16057 w 21212"/>
                <a:gd name="connsiteY16" fmla="*/ 15994 h 21212"/>
                <a:gd name="connsiteX17" fmla="*/ 16057 w 21212"/>
                <a:gd name="connsiteY17" fmla="*/ 15994 h 21212"/>
                <a:gd name="connsiteX18" fmla="*/ 16079 w 21212"/>
                <a:gd name="connsiteY18" fmla="*/ 15930 h 21212"/>
                <a:gd name="connsiteX19" fmla="*/ 16079 w 21212"/>
                <a:gd name="connsiteY19" fmla="*/ 15930 h 21212"/>
                <a:gd name="connsiteX20" fmla="*/ 16079 w 21212"/>
                <a:gd name="connsiteY20" fmla="*/ 15930 h 21212"/>
                <a:gd name="connsiteX21" fmla="*/ 16079 w 21212"/>
                <a:gd name="connsiteY21" fmla="*/ 15930 h 21212"/>
                <a:gd name="connsiteX22" fmla="*/ 16079 w 21212"/>
                <a:gd name="connsiteY22" fmla="*/ 15930 h 21212"/>
                <a:gd name="connsiteX23" fmla="*/ 16079 w 21212"/>
                <a:gd name="connsiteY23" fmla="*/ 15909 h 21212"/>
                <a:gd name="connsiteX24" fmla="*/ 16079 w 21212"/>
                <a:gd name="connsiteY24" fmla="*/ 15909 h 21212"/>
                <a:gd name="connsiteX25" fmla="*/ 16079 w 21212"/>
                <a:gd name="connsiteY25" fmla="*/ 15909 h 21212"/>
                <a:gd name="connsiteX26" fmla="*/ 16079 w 21212"/>
                <a:gd name="connsiteY26" fmla="*/ 15909 h 21212"/>
                <a:gd name="connsiteX27" fmla="*/ 16057 w 21212"/>
                <a:gd name="connsiteY27" fmla="*/ 15930 h 21212"/>
                <a:gd name="connsiteX28" fmla="*/ 15973 w 21212"/>
                <a:gd name="connsiteY28" fmla="*/ 15909 h 21212"/>
                <a:gd name="connsiteX29" fmla="*/ 15973 w 21212"/>
                <a:gd name="connsiteY29" fmla="*/ 15909 h 21212"/>
                <a:gd name="connsiteX30" fmla="*/ 15973 w 21212"/>
                <a:gd name="connsiteY30" fmla="*/ 15909 h 21212"/>
                <a:gd name="connsiteX31" fmla="*/ 15930 w 21212"/>
                <a:gd name="connsiteY31" fmla="*/ 15930 h 21212"/>
                <a:gd name="connsiteX32" fmla="*/ 15909 w 21212"/>
                <a:gd name="connsiteY32" fmla="*/ 15930 h 21212"/>
                <a:gd name="connsiteX33" fmla="*/ 15909 w 21212"/>
                <a:gd name="connsiteY33" fmla="*/ 15909 h 21212"/>
                <a:gd name="connsiteX34" fmla="*/ 15930 w 21212"/>
                <a:gd name="connsiteY34" fmla="*/ 15909 h 21212"/>
                <a:gd name="connsiteX35" fmla="*/ 15930 w 21212"/>
                <a:gd name="connsiteY35" fmla="*/ 15909 h 21212"/>
                <a:gd name="connsiteX36" fmla="*/ 15973 w 21212"/>
                <a:gd name="connsiteY36" fmla="*/ 15909 h 21212"/>
                <a:gd name="connsiteX37" fmla="*/ 16057 w 21212"/>
                <a:gd name="connsiteY37" fmla="*/ 15909 h 21212"/>
                <a:gd name="connsiteX38" fmla="*/ 16057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09 h 21212"/>
                <a:gd name="connsiteX41" fmla="*/ 15930 w 21212"/>
                <a:gd name="connsiteY41" fmla="*/ 15909 h 21212"/>
                <a:gd name="connsiteX42" fmla="*/ 15930 w 21212"/>
                <a:gd name="connsiteY42" fmla="*/ 15909 h 21212"/>
                <a:gd name="connsiteX43" fmla="*/ 15930 w 21212"/>
                <a:gd name="connsiteY43" fmla="*/ 15909 h 21212"/>
                <a:gd name="connsiteX44" fmla="*/ 15973 w 21212"/>
                <a:gd name="connsiteY4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cubicBezTo>
                    <a:pt x="15973" y="15909"/>
                    <a:pt x="15973" y="15930"/>
                    <a:pt x="15973" y="15909"/>
                  </a:cubicBezTo>
                  <a:cubicBezTo>
                    <a:pt x="15973" y="15930"/>
                    <a:pt x="15973" y="15909"/>
                    <a:pt x="15973" y="15909"/>
                  </a:cubicBezTo>
                  <a:lnTo>
                    <a:pt x="16057" y="15909"/>
                  </a:lnTo>
                  <a:lnTo>
                    <a:pt x="16057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079" y="15909"/>
                    <a:pt x="16079" y="15909"/>
                    <a:pt x="16142" y="15909"/>
                  </a:cubicBezTo>
                  <a:lnTo>
                    <a:pt x="16142" y="15909"/>
                  </a:lnTo>
                  <a:cubicBezTo>
                    <a:pt x="16142" y="15909"/>
                    <a:pt x="16142" y="15909"/>
                    <a:pt x="16142" y="15930"/>
                  </a:cubicBezTo>
                  <a:lnTo>
                    <a:pt x="16142" y="15930"/>
                  </a:lnTo>
                  <a:cubicBezTo>
                    <a:pt x="16079" y="15930"/>
                    <a:pt x="16079" y="15930"/>
                    <a:pt x="16079" y="15930"/>
                  </a:cubicBezTo>
                  <a:lnTo>
                    <a:pt x="16079" y="15930"/>
                  </a:lnTo>
                  <a:cubicBezTo>
                    <a:pt x="16079" y="15994"/>
                    <a:pt x="16079" y="15994"/>
                    <a:pt x="16079" y="15994"/>
                  </a:cubicBezTo>
                  <a:lnTo>
                    <a:pt x="16079" y="15994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079" y="15909"/>
                    <a:pt x="16057" y="15909"/>
                    <a:pt x="16057" y="15930"/>
                  </a:cubicBezTo>
                  <a:cubicBezTo>
                    <a:pt x="16057" y="15930"/>
                    <a:pt x="16057" y="15930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ubicBezTo>
                    <a:pt x="15930" y="15930"/>
                    <a:pt x="15930" y="15930"/>
                    <a:pt x="15930" y="15930"/>
                  </a:cubicBezTo>
                  <a:cubicBezTo>
                    <a:pt x="15930" y="15930"/>
                    <a:pt x="15930" y="15930"/>
                    <a:pt x="15909" y="15930"/>
                  </a:cubicBezTo>
                  <a:lnTo>
                    <a:pt x="15909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73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FACF6B0A-EF7A-4E10-81D5-A12111426805}"/>
                </a:ext>
              </a:extLst>
            </p:cNvPr>
            <p:cNvSpPr/>
            <p:nvPr/>
          </p:nvSpPr>
          <p:spPr>
            <a:xfrm>
              <a:off x="6414812" y="4738987"/>
              <a:ext cx="31327" cy="31327"/>
            </a:xfrm>
            <a:custGeom>
              <a:avLst/>
              <a:gdLst>
                <a:gd name="connsiteX0" fmla="*/ 15909 w 21212"/>
                <a:gd name="connsiteY0" fmla="*/ 16015 h 21212"/>
                <a:gd name="connsiteX1" fmla="*/ 15909 w 21212"/>
                <a:gd name="connsiteY1" fmla="*/ 16015 h 21212"/>
                <a:gd name="connsiteX2" fmla="*/ 15909 w 21212"/>
                <a:gd name="connsiteY2" fmla="*/ 16015 h 21212"/>
                <a:gd name="connsiteX3" fmla="*/ 15909 w 21212"/>
                <a:gd name="connsiteY3" fmla="*/ 16015 h 21212"/>
                <a:gd name="connsiteX4" fmla="*/ 15909 w 21212"/>
                <a:gd name="connsiteY4" fmla="*/ 15930 h 21212"/>
                <a:gd name="connsiteX5" fmla="*/ 15930 w 21212"/>
                <a:gd name="connsiteY5" fmla="*/ 15930 h 21212"/>
                <a:gd name="connsiteX6" fmla="*/ 15930 w 21212"/>
                <a:gd name="connsiteY6" fmla="*/ 15930 h 21212"/>
                <a:gd name="connsiteX7" fmla="*/ 15973 w 21212"/>
                <a:gd name="connsiteY7" fmla="*/ 15909 h 21212"/>
                <a:gd name="connsiteX8" fmla="*/ 15994 w 21212"/>
                <a:gd name="connsiteY8" fmla="*/ 15930 h 21212"/>
                <a:gd name="connsiteX9" fmla="*/ 15994 w 21212"/>
                <a:gd name="connsiteY9" fmla="*/ 15930 h 21212"/>
                <a:gd name="connsiteX10" fmla="*/ 16121 w 21212"/>
                <a:gd name="connsiteY10" fmla="*/ 16015 h 21212"/>
                <a:gd name="connsiteX11" fmla="*/ 16079 w 21212"/>
                <a:gd name="connsiteY11" fmla="*/ 16015 h 21212"/>
                <a:gd name="connsiteX12" fmla="*/ 15994 w 21212"/>
                <a:gd name="connsiteY12" fmla="*/ 15930 h 21212"/>
                <a:gd name="connsiteX13" fmla="*/ 15973 w 21212"/>
                <a:gd name="connsiteY13" fmla="*/ 15930 h 21212"/>
                <a:gd name="connsiteX14" fmla="*/ 15930 w 21212"/>
                <a:gd name="connsiteY14" fmla="*/ 15930 h 21212"/>
                <a:gd name="connsiteX15" fmla="*/ 15909 w 21212"/>
                <a:gd name="connsiteY15" fmla="*/ 16015 h 21212"/>
                <a:gd name="connsiteX16" fmla="*/ 15909 w 21212"/>
                <a:gd name="connsiteY16" fmla="*/ 16015 h 21212"/>
                <a:gd name="connsiteX17" fmla="*/ 15994 w 21212"/>
                <a:gd name="connsiteY17" fmla="*/ 16015 h 21212"/>
                <a:gd name="connsiteX18" fmla="*/ 15973 w 21212"/>
                <a:gd name="connsiteY18" fmla="*/ 16100 h 21212"/>
                <a:gd name="connsiteX19" fmla="*/ 15909 w 21212"/>
                <a:gd name="connsiteY19" fmla="*/ 16015 h 21212"/>
                <a:gd name="connsiteX20" fmla="*/ 15909 w 21212"/>
                <a:gd name="connsiteY20" fmla="*/ 16015 h 21212"/>
                <a:gd name="connsiteX21" fmla="*/ 15909 w 21212"/>
                <a:gd name="connsiteY21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09" y="16015"/>
                  </a:move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30" y="15930"/>
                  </a:lnTo>
                  <a:lnTo>
                    <a:pt x="15930" y="15930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30"/>
                    <a:pt x="15973" y="15930"/>
                    <a:pt x="15994" y="15930"/>
                  </a:cubicBezTo>
                  <a:lnTo>
                    <a:pt x="15994" y="15930"/>
                  </a:lnTo>
                  <a:lnTo>
                    <a:pt x="16121" y="16015"/>
                  </a:lnTo>
                  <a:lnTo>
                    <a:pt x="16079" y="16015"/>
                  </a:lnTo>
                  <a:lnTo>
                    <a:pt x="15994" y="15930"/>
                  </a:lnTo>
                  <a:cubicBezTo>
                    <a:pt x="15973" y="15930"/>
                    <a:pt x="15973" y="15930"/>
                    <a:pt x="15973" y="15930"/>
                  </a:cubicBezTo>
                  <a:lnTo>
                    <a:pt x="15930" y="15930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09" y="16015"/>
                  </a:cubicBezTo>
                  <a:lnTo>
                    <a:pt x="15994" y="16015"/>
                  </a:lnTo>
                  <a:lnTo>
                    <a:pt x="15973" y="16100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6E577AC1-AC62-4BC1-AE2E-C654FC42763D}"/>
                </a:ext>
              </a:extLst>
            </p:cNvPr>
            <p:cNvSpPr/>
            <p:nvPr/>
          </p:nvSpPr>
          <p:spPr>
            <a:xfrm>
              <a:off x="6414905" y="4738863"/>
              <a:ext cx="31327" cy="31327"/>
            </a:xfrm>
            <a:custGeom>
              <a:avLst/>
              <a:gdLst>
                <a:gd name="connsiteX0" fmla="*/ 15930 w 21212"/>
                <a:gd name="connsiteY0" fmla="*/ 15951 h 21212"/>
                <a:gd name="connsiteX1" fmla="*/ 15930 w 21212"/>
                <a:gd name="connsiteY1" fmla="*/ 15951 h 21212"/>
                <a:gd name="connsiteX2" fmla="*/ 15930 w 21212"/>
                <a:gd name="connsiteY2" fmla="*/ 15909 h 21212"/>
                <a:gd name="connsiteX3" fmla="*/ 15930 w 21212"/>
                <a:gd name="connsiteY3" fmla="*/ 15909 h 21212"/>
                <a:gd name="connsiteX4" fmla="*/ 15930 w 21212"/>
                <a:gd name="connsiteY4" fmla="*/ 15951 h 21212"/>
                <a:gd name="connsiteX5" fmla="*/ 16121 w 21212"/>
                <a:gd name="connsiteY5" fmla="*/ 16015 h 21212"/>
                <a:gd name="connsiteX6" fmla="*/ 15909 w 21212"/>
                <a:gd name="connsiteY6" fmla="*/ 15951 h 21212"/>
                <a:gd name="connsiteX7" fmla="*/ 15973 w 21212"/>
                <a:gd name="connsiteY7" fmla="*/ 15951 h 21212"/>
                <a:gd name="connsiteX8" fmla="*/ 16185 w 21212"/>
                <a:gd name="connsiteY8" fmla="*/ 16015 h 21212"/>
                <a:gd name="connsiteX9" fmla="*/ 16121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30" y="15951"/>
                  </a:moveTo>
                  <a:lnTo>
                    <a:pt x="15930" y="15951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30" y="15951"/>
                  </a:lnTo>
                  <a:close/>
                  <a:moveTo>
                    <a:pt x="16121" y="16015"/>
                  </a:moveTo>
                  <a:lnTo>
                    <a:pt x="15909" y="15951"/>
                  </a:lnTo>
                  <a:lnTo>
                    <a:pt x="15973" y="15951"/>
                  </a:lnTo>
                  <a:lnTo>
                    <a:pt x="16185" y="16015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625A10B-F0F7-411E-8E80-4CC93AAC2B8F}"/>
                </a:ext>
              </a:extLst>
            </p:cNvPr>
            <p:cNvSpPr/>
            <p:nvPr/>
          </p:nvSpPr>
          <p:spPr>
            <a:xfrm>
              <a:off x="6415094" y="4738768"/>
              <a:ext cx="31327" cy="31327"/>
            </a:xfrm>
            <a:custGeom>
              <a:avLst/>
              <a:gdLst>
                <a:gd name="connsiteX0" fmla="*/ 15994 w 21212"/>
                <a:gd name="connsiteY0" fmla="*/ 15973 h 21212"/>
                <a:gd name="connsiteX1" fmla="*/ 15994 w 21212"/>
                <a:gd name="connsiteY1" fmla="*/ 15973 h 21212"/>
                <a:gd name="connsiteX2" fmla="*/ 16058 w 21212"/>
                <a:gd name="connsiteY2" fmla="*/ 15973 h 21212"/>
                <a:gd name="connsiteX3" fmla="*/ 16058 w 21212"/>
                <a:gd name="connsiteY3" fmla="*/ 15973 h 21212"/>
                <a:gd name="connsiteX4" fmla="*/ 16058 w 21212"/>
                <a:gd name="connsiteY4" fmla="*/ 15973 h 21212"/>
                <a:gd name="connsiteX5" fmla="*/ 16079 w 21212"/>
                <a:gd name="connsiteY5" fmla="*/ 15909 h 21212"/>
                <a:gd name="connsiteX6" fmla="*/ 16079 w 21212"/>
                <a:gd name="connsiteY6" fmla="*/ 15909 h 21212"/>
                <a:gd name="connsiteX7" fmla="*/ 16121 w 21212"/>
                <a:gd name="connsiteY7" fmla="*/ 15909 h 21212"/>
                <a:gd name="connsiteX8" fmla="*/ 16121 w 21212"/>
                <a:gd name="connsiteY8" fmla="*/ 15973 h 21212"/>
                <a:gd name="connsiteX9" fmla="*/ 16164 w 21212"/>
                <a:gd name="connsiteY9" fmla="*/ 15973 h 21212"/>
                <a:gd name="connsiteX10" fmla="*/ 16164 w 21212"/>
                <a:gd name="connsiteY10" fmla="*/ 15973 h 21212"/>
                <a:gd name="connsiteX11" fmla="*/ 16164 w 21212"/>
                <a:gd name="connsiteY11" fmla="*/ 16015 h 21212"/>
                <a:gd name="connsiteX12" fmla="*/ 16121 w 21212"/>
                <a:gd name="connsiteY12" fmla="*/ 16015 h 21212"/>
                <a:gd name="connsiteX13" fmla="*/ 16121 w 21212"/>
                <a:gd name="connsiteY13" fmla="*/ 16015 h 21212"/>
                <a:gd name="connsiteX14" fmla="*/ 16079 w 21212"/>
                <a:gd name="connsiteY14" fmla="*/ 16058 h 21212"/>
                <a:gd name="connsiteX15" fmla="*/ 16079 w 21212"/>
                <a:gd name="connsiteY15" fmla="*/ 16015 h 21212"/>
                <a:gd name="connsiteX16" fmla="*/ 16079 w 21212"/>
                <a:gd name="connsiteY16" fmla="*/ 16015 h 21212"/>
                <a:gd name="connsiteX17" fmla="*/ 16058 w 21212"/>
                <a:gd name="connsiteY17" fmla="*/ 16015 h 21212"/>
                <a:gd name="connsiteX18" fmla="*/ 16079 w 21212"/>
                <a:gd name="connsiteY18" fmla="*/ 16015 h 21212"/>
                <a:gd name="connsiteX19" fmla="*/ 16121 w 21212"/>
                <a:gd name="connsiteY19" fmla="*/ 16015 h 21212"/>
                <a:gd name="connsiteX20" fmla="*/ 16121 w 21212"/>
                <a:gd name="connsiteY20" fmla="*/ 16015 h 21212"/>
                <a:gd name="connsiteX21" fmla="*/ 16121 w 21212"/>
                <a:gd name="connsiteY21" fmla="*/ 16015 h 21212"/>
                <a:gd name="connsiteX22" fmla="*/ 16121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73 h 21212"/>
                <a:gd name="connsiteX25" fmla="*/ 16079 w 21212"/>
                <a:gd name="connsiteY25" fmla="*/ 15973 h 21212"/>
                <a:gd name="connsiteX26" fmla="*/ 16079 w 21212"/>
                <a:gd name="connsiteY26" fmla="*/ 15973 h 21212"/>
                <a:gd name="connsiteX27" fmla="*/ 16079 w 21212"/>
                <a:gd name="connsiteY27" fmla="*/ 15973 h 21212"/>
                <a:gd name="connsiteX28" fmla="*/ 16058 w 21212"/>
                <a:gd name="connsiteY28" fmla="*/ 16015 h 21212"/>
                <a:gd name="connsiteX29" fmla="*/ 15994 w 21212"/>
                <a:gd name="connsiteY29" fmla="*/ 16015 h 21212"/>
                <a:gd name="connsiteX30" fmla="*/ 15994 w 21212"/>
                <a:gd name="connsiteY30" fmla="*/ 16015 h 21212"/>
                <a:gd name="connsiteX31" fmla="*/ 15909 w 21212"/>
                <a:gd name="connsiteY31" fmla="*/ 16015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09 h 21212"/>
                <a:gd name="connsiteX35" fmla="*/ 15994 w 21212"/>
                <a:gd name="connsiteY35" fmla="*/ 15909 h 21212"/>
                <a:gd name="connsiteX36" fmla="*/ 15994 w 21212"/>
                <a:gd name="connsiteY36" fmla="*/ 15909 h 21212"/>
                <a:gd name="connsiteX37" fmla="*/ 16058 w 21212"/>
                <a:gd name="connsiteY37" fmla="*/ 15909 h 21212"/>
                <a:gd name="connsiteX38" fmla="*/ 16058 w 21212"/>
                <a:gd name="connsiteY38" fmla="*/ 15909 h 21212"/>
                <a:gd name="connsiteX39" fmla="*/ 16058 w 21212"/>
                <a:gd name="connsiteY39" fmla="*/ 15909 h 21212"/>
                <a:gd name="connsiteX40" fmla="*/ 15994 w 21212"/>
                <a:gd name="connsiteY40" fmla="*/ 15909 h 21212"/>
                <a:gd name="connsiteX41" fmla="*/ 15994 w 21212"/>
                <a:gd name="connsiteY41" fmla="*/ 15973 h 21212"/>
                <a:gd name="connsiteX42" fmla="*/ 15994 w 21212"/>
                <a:gd name="connsiteY42" fmla="*/ 15973 h 21212"/>
                <a:gd name="connsiteX43" fmla="*/ 15994 w 21212"/>
                <a:gd name="connsiteY43" fmla="*/ 15973 h 21212"/>
                <a:gd name="connsiteX44" fmla="*/ 15994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94" y="15973"/>
                  </a:moveTo>
                  <a:lnTo>
                    <a:pt x="15994" y="15973"/>
                  </a:lnTo>
                  <a:lnTo>
                    <a:pt x="16058" y="15973"/>
                  </a:lnTo>
                  <a:lnTo>
                    <a:pt x="16058" y="15973"/>
                  </a:lnTo>
                  <a:lnTo>
                    <a:pt x="16058" y="15973"/>
                  </a:lnTo>
                  <a:cubicBezTo>
                    <a:pt x="16058" y="15973"/>
                    <a:pt x="16079" y="15973"/>
                    <a:pt x="16079" y="15909"/>
                  </a:cubicBezTo>
                  <a:lnTo>
                    <a:pt x="16079" y="15909"/>
                  </a:lnTo>
                  <a:lnTo>
                    <a:pt x="16121" y="15909"/>
                  </a:lnTo>
                  <a:lnTo>
                    <a:pt x="16121" y="15973"/>
                  </a:lnTo>
                  <a:cubicBezTo>
                    <a:pt x="16164" y="15973"/>
                    <a:pt x="16164" y="15973"/>
                    <a:pt x="16164" y="15973"/>
                  </a:cubicBezTo>
                  <a:lnTo>
                    <a:pt x="16164" y="15973"/>
                  </a:lnTo>
                  <a:lnTo>
                    <a:pt x="16164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079" y="16015"/>
                    <a:pt x="16079" y="16058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6058" y="16015"/>
                  </a:lnTo>
                  <a:lnTo>
                    <a:pt x="16079" y="16015"/>
                  </a:lnTo>
                  <a:cubicBezTo>
                    <a:pt x="16079" y="16015"/>
                    <a:pt x="16079" y="16015"/>
                    <a:pt x="16121" y="16015"/>
                  </a:cubicBezTo>
                  <a:lnTo>
                    <a:pt x="16121" y="16015"/>
                  </a:lnTo>
                  <a:lnTo>
                    <a:pt x="16121" y="16015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058" y="15973"/>
                    <a:pt x="16058" y="16015"/>
                    <a:pt x="16058" y="16015"/>
                  </a:cubicBezTo>
                  <a:cubicBezTo>
                    <a:pt x="16058" y="16015"/>
                    <a:pt x="16058" y="16015"/>
                    <a:pt x="15994" y="16015"/>
                  </a:cubicBezTo>
                  <a:lnTo>
                    <a:pt x="15994" y="16015"/>
                  </a:lnTo>
                  <a:cubicBezTo>
                    <a:pt x="15994" y="16015"/>
                    <a:pt x="15994" y="16015"/>
                    <a:pt x="15909" y="16015"/>
                  </a:cubicBezTo>
                  <a:lnTo>
                    <a:pt x="15909" y="15973"/>
                  </a:lnTo>
                  <a:lnTo>
                    <a:pt x="15909" y="15973"/>
                  </a:lnTo>
                  <a:lnTo>
                    <a:pt x="15909" y="15909"/>
                  </a:lnTo>
                  <a:lnTo>
                    <a:pt x="15994" y="15909"/>
                  </a:lnTo>
                  <a:lnTo>
                    <a:pt x="15994" y="15909"/>
                  </a:lnTo>
                  <a:cubicBezTo>
                    <a:pt x="16058" y="15909"/>
                    <a:pt x="16058" y="15909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5994" y="15909"/>
                  </a:lnTo>
                  <a:cubicBezTo>
                    <a:pt x="15994" y="15930"/>
                    <a:pt x="15994" y="15930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029F86B0-DDBB-4274-A54A-11730BB5EF0B}"/>
                </a:ext>
              </a:extLst>
            </p:cNvPr>
            <p:cNvSpPr/>
            <p:nvPr/>
          </p:nvSpPr>
          <p:spPr>
            <a:xfrm>
              <a:off x="6415219" y="4738643"/>
              <a:ext cx="31327" cy="31327"/>
            </a:xfrm>
            <a:custGeom>
              <a:avLst/>
              <a:gdLst>
                <a:gd name="connsiteX0" fmla="*/ 16142 w 21212"/>
                <a:gd name="connsiteY0" fmla="*/ 16015 h 21212"/>
                <a:gd name="connsiteX1" fmla="*/ 15909 w 21212"/>
                <a:gd name="connsiteY1" fmla="*/ 15909 h 21212"/>
                <a:gd name="connsiteX2" fmla="*/ 15973 w 21212"/>
                <a:gd name="connsiteY2" fmla="*/ 15909 h 21212"/>
                <a:gd name="connsiteX3" fmla="*/ 16142 w 21212"/>
                <a:gd name="connsiteY3" fmla="*/ 16015 h 21212"/>
                <a:gd name="connsiteX4" fmla="*/ 16142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42" y="16015"/>
                  </a:moveTo>
                  <a:lnTo>
                    <a:pt x="15909" y="15909"/>
                  </a:lnTo>
                  <a:lnTo>
                    <a:pt x="15973" y="15909"/>
                  </a:lnTo>
                  <a:lnTo>
                    <a:pt x="16142" y="16015"/>
                  </a:lnTo>
                  <a:lnTo>
                    <a:pt x="16142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E6D7174B-395E-4DAB-94D2-F68395AD4456}"/>
                </a:ext>
              </a:extLst>
            </p:cNvPr>
            <p:cNvSpPr/>
            <p:nvPr/>
          </p:nvSpPr>
          <p:spPr>
            <a:xfrm>
              <a:off x="6415658" y="4738486"/>
              <a:ext cx="31327" cy="31327"/>
            </a:xfrm>
            <a:custGeom>
              <a:avLst/>
              <a:gdLst>
                <a:gd name="connsiteX0" fmla="*/ 16100 w 21212"/>
                <a:gd name="connsiteY0" fmla="*/ 15973 h 21212"/>
                <a:gd name="connsiteX1" fmla="*/ 16142 w 21212"/>
                <a:gd name="connsiteY1" fmla="*/ 15973 h 21212"/>
                <a:gd name="connsiteX2" fmla="*/ 16142 w 21212"/>
                <a:gd name="connsiteY2" fmla="*/ 15930 h 21212"/>
                <a:gd name="connsiteX3" fmla="*/ 16142 w 21212"/>
                <a:gd name="connsiteY3" fmla="*/ 15930 h 21212"/>
                <a:gd name="connsiteX4" fmla="*/ 16142 w 21212"/>
                <a:gd name="connsiteY4" fmla="*/ 15973 h 21212"/>
                <a:gd name="connsiteX5" fmla="*/ 16100 w 21212"/>
                <a:gd name="connsiteY5" fmla="*/ 15973 h 21212"/>
                <a:gd name="connsiteX6" fmla="*/ 16100 w 21212"/>
                <a:gd name="connsiteY6" fmla="*/ 16015 h 21212"/>
                <a:gd name="connsiteX7" fmla="*/ 16057 w 21212"/>
                <a:gd name="connsiteY7" fmla="*/ 16015 h 21212"/>
                <a:gd name="connsiteX8" fmla="*/ 15930 w 21212"/>
                <a:gd name="connsiteY8" fmla="*/ 16015 h 21212"/>
                <a:gd name="connsiteX9" fmla="*/ 15909 w 21212"/>
                <a:gd name="connsiteY9" fmla="*/ 16015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30 h 21212"/>
                <a:gd name="connsiteX13" fmla="*/ 15909 w 21212"/>
                <a:gd name="connsiteY13" fmla="*/ 15909 h 21212"/>
                <a:gd name="connsiteX14" fmla="*/ 15930 w 21212"/>
                <a:gd name="connsiteY14" fmla="*/ 15909 h 21212"/>
                <a:gd name="connsiteX15" fmla="*/ 15994 w 21212"/>
                <a:gd name="connsiteY15" fmla="*/ 15909 h 21212"/>
                <a:gd name="connsiteX16" fmla="*/ 16057 w 21212"/>
                <a:gd name="connsiteY16" fmla="*/ 15909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100 w 21212"/>
                <a:gd name="connsiteY19" fmla="*/ 15909 h 21212"/>
                <a:gd name="connsiteX20" fmla="*/ 15930 w 21212"/>
                <a:gd name="connsiteY20" fmla="*/ 15973 h 21212"/>
                <a:gd name="connsiteX21" fmla="*/ 15994 w 21212"/>
                <a:gd name="connsiteY21" fmla="*/ 16015 h 21212"/>
                <a:gd name="connsiteX22" fmla="*/ 16057 w 21212"/>
                <a:gd name="connsiteY22" fmla="*/ 15973 h 21212"/>
                <a:gd name="connsiteX23" fmla="*/ 16057 w 21212"/>
                <a:gd name="connsiteY23" fmla="*/ 15973 h 21212"/>
                <a:gd name="connsiteX24" fmla="*/ 16100 w 21212"/>
                <a:gd name="connsiteY24" fmla="*/ 15973 h 21212"/>
                <a:gd name="connsiteX25" fmla="*/ 15930 w 21212"/>
                <a:gd name="connsiteY25" fmla="*/ 15909 h 21212"/>
                <a:gd name="connsiteX26" fmla="*/ 15930 w 21212"/>
                <a:gd name="connsiteY26" fmla="*/ 15909 h 21212"/>
                <a:gd name="connsiteX27" fmla="*/ 15909 w 21212"/>
                <a:gd name="connsiteY27" fmla="*/ 15973 h 21212"/>
                <a:gd name="connsiteX28" fmla="*/ 15909 w 21212"/>
                <a:gd name="connsiteY28" fmla="*/ 15973 h 21212"/>
                <a:gd name="connsiteX29" fmla="*/ 15930 w 21212"/>
                <a:gd name="connsiteY29" fmla="*/ 15973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5994 w 21212"/>
                <a:gd name="connsiteY32" fmla="*/ 15909 h 21212"/>
                <a:gd name="connsiteX33" fmla="*/ 15930 w 21212"/>
                <a:gd name="connsiteY33" fmla="*/ 15909 h 21212"/>
                <a:gd name="connsiteX34" fmla="*/ 15930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5973"/>
                  </a:moveTo>
                  <a:cubicBezTo>
                    <a:pt x="16100" y="15973"/>
                    <a:pt x="16100" y="15973"/>
                    <a:pt x="16142" y="15973"/>
                  </a:cubicBezTo>
                  <a:lnTo>
                    <a:pt x="16142" y="15930"/>
                  </a:lnTo>
                  <a:lnTo>
                    <a:pt x="16142" y="15930"/>
                  </a:lnTo>
                  <a:cubicBezTo>
                    <a:pt x="16142" y="15973"/>
                    <a:pt x="16142" y="15973"/>
                    <a:pt x="16142" y="15973"/>
                  </a:cubicBezTo>
                  <a:cubicBezTo>
                    <a:pt x="16142" y="15973"/>
                    <a:pt x="16142" y="15973"/>
                    <a:pt x="16100" y="15973"/>
                  </a:cubicBezTo>
                  <a:cubicBezTo>
                    <a:pt x="16100" y="16015"/>
                    <a:pt x="16100" y="16015"/>
                    <a:pt x="16100" y="16015"/>
                  </a:cubicBezTo>
                  <a:cubicBezTo>
                    <a:pt x="16057" y="16015"/>
                    <a:pt x="16057" y="16015"/>
                    <a:pt x="16057" y="16015"/>
                  </a:cubicBezTo>
                  <a:cubicBezTo>
                    <a:pt x="15994" y="16015"/>
                    <a:pt x="15994" y="16015"/>
                    <a:pt x="15930" y="16015"/>
                  </a:cubicBezTo>
                  <a:cubicBezTo>
                    <a:pt x="15930" y="16015"/>
                    <a:pt x="15930" y="16015"/>
                    <a:pt x="15909" y="16015"/>
                  </a:cubicBezTo>
                  <a:lnTo>
                    <a:pt x="15909" y="15973"/>
                  </a:lnTo>
                  <a:lnTo>
                    <a:pt x="15909" y="15973"/>
                  </a:lnTo>
                  <a:lnTo>
                    <a:pt x="15909" y="15930"/>
                  </a:lnTo>
                  <a:lnTo>
                    <a:pt x="15909" y="15909"/>
                  </a:lnTo>
                  <a:cubicBezTo>
                    <a:pt x="15930" y="15909"/>
                    <a:pt x="15930" y="15909"/>
                    <a:pt x="15930" y="15909"/>
                  </a:cubicBezTo>
                  <a:lnTo>
                    <a:pt x="15994" y="15909"/>
                  </a:lnTo>
                  <a:lnTo>
                    <a:pt x="16057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5930" y="15973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6057" y="15973"/>
                  </a:cubicBezTo>
                  <a:lnTo>
                    <a:pt x="16057" y="15973"/>
                  </a:lnTo>
                  <a:cubicBezTo>
                    <a:pt x="16100" y="15973"/>
                    <a:pt x="16100" y="15973"/>
                    <a:pt x="16100" y="15973"/>
                  </a:cubicBezTo>
                  <a:close/>
                  <a:moveTo>
                    <a:pt x="15930" y="15909"/>
                  </a:moveTo>
                  <a:cubicBezTo>
                    <a:pt x="15930" y="15930"/>
                    <a:pt x="15930" y="15930"/>
                    <a:pt x="15930" y="15909"/>
                  </a:cubicBezTo>
                  <a:cubicBezTo>
                    <a:pt x="15909" y="15930"/>
                    <a:pt x="15909" y="15930"/>
                    <a:pt x="15909" y="15973"/>
                  </a:cubicBezTo>
                  <a:lnTo>
                    <a:pt x="15909" y="15973"/>
                  </a:lnTo>
                  <a:cubicBezTo>
                    <a:pt x="15930" y="15973"/>
                    <a:pt x="15930" y="15973"/>
                    <a:pt x="15930" y="15973"/>
                  </a:cubicBezTo>
                  <a:lnTo>
                    <a:pt x="16057" y="15909"/>
                  </a:lnTo>
                  <a:lnTo>
                    <a:pt x="16057" y="15909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30" y="15909"/>
                  </a:lnTo>
                  <a:lnTo>
                    <a:pt x="15930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4E6D2C7-BE13-4BC7-8A97-DEEE1AD421D8}"/>
                </a:ext>
              </a:extLst>
            </p:cNvPr>
            <p:cNvSpPr/>
            <p:nvPr/>
          </p:nvSpPr>
          <p:spPr>
            <a:xfrm>
              <a:off x="6415877" y="4738330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09 h 21212"/>
                <a:gd name="connsiteX3" fmla="*/ 16015 w 21212"/>
                <a:gd name="connsiteY3" fmla="*/ 15909 h 21212"/>
                <a:gd name="connsiteX4" fmla="*/ 15994 w 21212"/>
                <a:gd name="connsiteY4" fmla="*/ 15994 h 21212"/>
                <a:gd name="connsiteX5" fmla="*/ 15994 w 21212"/>
                <a:gd name="connsiteY5" fmla="*/ 15994 h 21212"/>
                <a:gd name="connsiteX6" fmla="*/ 16100 w 21212"/>
                <a:gd name="connsiteY6" fmla="*/ 16015 h 21212"/>
                <a:gd name="connsiteX7" fmla="*/ 16079 w 21212"/>
                <a:gd name="connsiteY7" fmla="*/ 16015 h 21212"/>
                <a:gd name="connsiteX8" fmla="*/ 15909 w 21212"/>
                <a:gd name="connsiteY8" fmla="*/ 15994 h 21212"/>
                <a:gd name="connsiteX9" fmla="*/ 15951 w 21212"/>
                <a:gd name="connsiteY9" fmla="*/ 15909 h 21212"/>
                <a:gd name="connsiteX10" fmla="*/ 15951 w 21212"/>
                <a:gd name="connsiteY10" fmla="*/ 15994 h 21212"/>
                <a:gd name="connsiteX11" fmla="*/ 15951 w 21212"/>
                <a:gd name="connsiteY11" fmla="*/ 15994 h 21212"/>
                <a:gd name="connsiteX12" fmla="*/ 15951 w 21212"/>
                <a:gd name="connsiteY12" fmla="*/ 15909 h 21212"/>
                <a:gd name="connsiteX13" fmla="*/ 16015 w 21212"/>
                <a:gd name="connsiteY13" fmla="*/ 15909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lnTo>
                    <a:pt x="16015" y="15909"/>
                  </a:lnTo>
                  <a:cubicBezTo>
                    <a:pt x="15994" y="15909"/>
                    <a:pt x="15994" y="15909"/>
                    <a:pt x="16015" y="15909"/>
                  </a:cubicBezTo>
                  <a:cubicBezTo>
                    <a:pt x="15994" y="15909"/>
                    <a:pt x="15994" y="15909"/>
                    <a:pt x="15994" y="15994"/>
                  </a:cubicBezTo>
                  <a:lnTo>
                    <a:pt x="15994" y="15994"/>
                  </a:lnTo>
                  <a:lnTo>
                    <a:pt x="16100" y="16015"/>
                  </a:lnTo>
                  <a:lnTo>
                    <a:pt x="16079" y="16015"/>
                  </a:lnTo>
                  <a:lnTo>
                    <a:pt x="15909" y="15994"/>
                  </a:lnTo>
                  <a:lnTo>
                    <a:pt x="15951" y="15909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09"/>
                  </a:lnTo>
                  <a:cubicBezTo>
                    <a:pt x="15951" y="15909"/>
                    <a:pt x="15951" y="15909"/>
                    <a:pt x="16015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E519D2DB-5CAD-4931-8091-BF0DBDB4CA3A}"/>
                </a:ext>
              </a:extLst>
            </p:cNvPr>
            <p:cNvSpPr/>
            <p:nvPr/>
          </p:nvSpPr>
          <p:spPr>
            <a:xfrm>
              <a:off x="6416128" y="4738142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21 w 21212"/>
                <a:gd name="connsiteY2" fmla="*/ 16015 h 21212"/>
                <a:gd name="connsiteX3" fmla="*/ 16121 w 21212"/>
                <a:gd name="connsiteY3" fmla="*/ 16015 h 21212"/>
                <a:gd name="connsiteX4" fmla="*/ 16121 w 21212"/>
                <a:gd name="connsiteY4" fmla="*/ 16036 h 21212"/>
                <a:gd name="connsiteX5" fmla="*/ 16057 w 21212"/>
                <a:gd name="connsiteY5" fmla="*/ 16036 h 21212"/>
                <a:gd name="connsiteX6" fmla="*/ 16036 w 21212"/>
                <a:gd name="connsiteY6" fmla="*/ 16036 h 21212"/>
                <a:gd name="connsiteX7" fmla="*/ 15994 w 21212"/>
                <a:gd name="connsiteY7" fmla="*/ 16036 h 21212"/>
                <a:gd name="connsiteX8" fmla="*/ 15930 w 21212"/>
                <a:gd name="connsiteY8" fmla="*/ 16036 h 21212"/>
                <a:gd name="connsiteX9" fmla="*/ 15909 w 21212"/>
                <a:gd name="connsiteY9" fmla="*/ 16036 h 21212"/>
                <a:gd name="connsiteX10" fmla="*/ 15909 w 21212"/>
                <a:gd name="connsiteY10" fmla="*/ 16015 h 21212"/>
                <a:gd name="connsiteX11" fmla="*/ 15909 w 21212"/>
                <a:gd name="connsiteY11" fmla="*/ 16015 h 21212"/>
                <a:gd name="connsiteX12" fmla="*/ 15930 w 21212"/>
                <a:gd name="connsiteY12" fmla="*/ 15973 h 21212"/>
                <a:gd name="connsiteX13" fmla="*/ 15994 w 21212"/>
                <a:gd name="connsiteY13" fmla="*/ 15973 h 21212"/>
                <a:gd name="connsiteX14" fmla="*/ 16036 w 21212"/>
                <a:gd name="connsiteY14" fmla="*/ 15909 h 21212"/>
                <a:gd name="connsiteX15" fmla="*/ 16057 w 21212"/>
                <a:gd name="connsiteY15" fmla="*/ 15973 h 21212"/>
                <a:gd name="connsiteX16" fmla="*/ 16121 w 21212"/>
                <a:gd name="connsiteY16" fmla="*/ 15973 h 21212"/>
                <a:gd name="connsiteX17" fmla="*/ 16057 w 21212"/>
                <a:gd name="connsiteY17" fmla="*/ 15973 h 21212"/>
                <a:gd name="connsiteX18" fmla="*/ 16057 w 21212"/>
                <a:gd name="connsiteY18" fmla="*/ 15973 h 21212"/>
                <a:gd name="connsiteX19" fmla="*/ 16057 w 21212"/>
                <a:gd name="connsiteY19" fmla="*/ 15973 h 21212"/>
                <a:gd name="connsiteX20" fmla="*/ 15994 w 21212"/>
                <a:gd name="connsiteY20" fmla="*/ 15973 h 21212"/>
                <a:gd name="connsiteX21" fmla="*/ 15930 w 21212"/>
                <a:gd name="connsiteY21" fmla="*/ 15973 h 21212"/>
                <a:gd name="connsiteX22" fmla="*/ 15930 w 21212"/>
                <a:gd name="connsiteY22" fmla="*/ 16015 h 21212"/>
                <a:gd name="connsiteX23" fmla="*/ 15930 w 21212"/>
                <a:gd name="connsiteY23" fmla="*/ 16015 h 21212"/>
                <a:gd name="connsiteX24" fmla="*/ 15930 w 21212"/>
                <a:gd name="connsiteY24" fmla="*/ 16015 h 21212"/>
                <a:gd name="connsiteX25" fmla="*/ 15994 w 21212"/>
                <a:gd name="connsiteY25" fmla="*/ 16036 h 21212"/>
                <a:gd name="connsiteX26" fmla="*/ 15994 w 21212"/>
                <a:gd name="connsiteY26" fmla="*/ 16036 h 21212"/>
                <a:gd name="connsiteX27" fmla="*/ 16036 w 21212"/>
                <a:gd name="connsiteY27" fmla="*/ 16036 h 21212"/>
                <a:gd name="connsiteX28" fmla="*/ 16036 w 21212"/>
                <a:gd name="connsiteY28" fmla="*/ 16036 h 21212"/>
                <a:gd name="connsiteX29" fmla="*/ 16057 w 21212"/>
                <a:gd name="connsiteY29" fmla="*/ 16036 h 21212"/>
                <a:gd name="connsiteX30" fmla="*/ 16121 w 21212"/>
                <a:gd name="connsiteY30" fmla="*/ 16015 h 21212"/>
                <a:gd name="connsiteX31" fmla="*/ 16057 w 21212"/>
                <a:gd name="connsiteY31" fmla="*/ 16015 h 21212"/>
                <a:gd name="connsiteX32" fmla="*/ 16121 w 21212"/>
                <a:gd name="connsiteY32" fmla="*/ 16015 h 21212"/>
                <a:gd name="connsiteX33" fmla="*/ 16057 w 21212"/>
                <a:gd name="connsiteY33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lnTo>
                    <a:pt x="16121" y="15973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121" y="16036"/>
                    <a:pt x="16121" y="16036"/>
                    <a:pt x="16121" y="16036"/>
                  </a:cubicBezTo>
                  <a:cubicBezTo>
                    <a:pt x="16057" y="16036"/>
                    <a:pt x="16057" y="16036"/>
                    <a:pt x="16057" y="16036"/>
                  </a:cubicBezTo>
                  <a:lnTo>
                    <a:pt x="16036" y="16036"/>
                  </a:lnTo>
                  <a:lnTo>
                    <a:pt x="15994" y="16036"/>
                  </a:lnTo>
                  <a:lnTo>
                    <a:pt x="15930" y="16036"/>
                  </a:lnTo>
                  <a:lnTo>
                    <a:pt x="15909" y="16036"/>
                  </a:ln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5973"/>
                    <a:pt x="15909" y="15973"/>
                    <a:pt x="15930" y="15973"/>
                  </a:cubicBezTo>
                  <a:lnTo>
                    <a:pt x="15994" y="15973"/>
                  </a:lnTo>
                  <a:cubicBezTo>
                    <a:pt x="15994" y="15973"/>
                    <a:pt x="16036" y="15973"/>
                    <a:pt x="16036" y="15909"/>
                  </a:cubicBezTo>
                  <a:lnTo>
                    <a:pt x="16057" y="15973"/>
                  </a:lnTo>
                  <a:cubicBezTo>
                    <a:pt x="16057" y="15973"/>
                    <a:pt x="16057" y="15973"/>
                    <a:pt x="16121" y="15973"/>
                  </a:cubicBezTo>
                  <a:close/>
                  <a:moveTo>
                    <a:pt x="16057" y="15973"/>
                  </a:moveTo>
                  <a:lnTo>
                    <a:pt x="16057" y="15973"/>
                  </a:lnTo>
                  <a:cubicBezTo>
                    <a:pt x="16036" y="15973"/>
                    <a:pt x="16036" y="15973"/>
                    <a:pt x="16057" y="15973"/>
                  </a:cubicBezTo>
                  <a:lnTo>
                    <a:pt x="15994" y="15973"/>
                  </a:lnTo>
                  <a:cubicBezTo>
                    <a:pt x="15994" y="15973"/>
                    <a:pt x="15994" y="15973"/>
                    <a:pt x="15930" y="15973"/>
                  </a:cubicBezTo>
                  <a:cubicBezTo>
                    <a:pt x="15930" y="16015"/>
                    <a:pt x="15930" y="16015"/>
                    <a:pt x="15930" y="16015"/>
                  </a:cubicBezTo>
                  <a:lnTo>
                    <a:pt x="15930" y="16015"/>
                  </a:lnTo>
                  <a:lnTo>
                    <a:pt x="15930" y="16015"/>
                  </a:lnTo>
                  <a:cubicBezTo>
                    <a:pt x="15930" y="16015"/>
                    <a:pt x="15930" y="16036"/>
                    <a:pt x="15994" y="16036"/>
                  </a:cubicBezTo>
                  <a:lnTo>
                    <a:pt x="15994" y="16036"/>
                  </a:lnTo>
                  <a:cubicBezTo>
                    <a:pt x="16036" y="16036"/>
                    <a:pt x="16036" y="16036"/>
                    <a:pt x="16036" y="16036"/>
                  </a:cubicBezTo>
                  <a:lnTo>
                    <a:pt x="16036" y="16036"/>
                  </a:lnTo>
                  <a:cubicBezTo>
                    <a:pt x="16057" y="16036"/>
                    <a:pt x="16057" y="16036"/>
                    <a:pt x="16057" y="16036"/>
                  </a:cubicBezTo>
                  <a:cubicBezTo>
                    <a:pt x="16057" y="16036"/>
                    <a:pt x="16057" y="16015"/>
                    <a:pt x="16121" y="16015"/>
                  </a:cubicBezTo>
                  <a:lnTo>
                    <a:pt x="16057" y="16015"/>
                  </a:lnTo>
                  <a:cubicBezTo>
                    <a:pt x="16121" y="16015"/>
                    <a:pt x="16121" y="16015"/>
                    <a:pt x="16121" y="16015"/>
                  </a:cubicBezTo>
                  <a:cubicBezTo>
                    <a:pt x="16057" y="15973"/>
                    <a:pt x="16057" y="15973"/>
                    <a:pt x="16057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A404A6C-069A-45C0-A301-F2D158F26A28}"/>
                </a:ext>
              </a:extLst>
            </p:cNvPr>
            <p:cNvSpPr/>
            <p:nvPr/>
          </p:nvSpPr>
          <p:spPr>
            <a:xfrm>
              <a:off x="6416346" y="4738047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94 w 21212"/>
                <a:gd name="connsiteY1" fmla="*/ 15973 h 21212"/>
                <a:gd name="connsiteX2" fmla="*/ 15994 w 21212"/>
                <a:gd name="connsiteY2" fmla="*/ 15973 h 21212"/>
                <a:gd name="connsiteX3" fmla="*/ 15994 w 21212"/>
                <a:gd name="connsiteY3" fmla="*/ 15973 h 21212"/>
                <a:gd name="connsiteX4" fmla="*/ 16036 w 21212"/>
                <a:gd name="connsiteY4" fmla="*/ 15909 h 21212"/>
                <a:gd name="connsiteX5" fmla="*/ 16036 w 21212"/>
                <a:gd name="connsiteY5" fmla="*/ 15909 h 21212"/>
                <a:gd name="connsiteX6" fmla="*/ 16079 w 21212"/>
                <a:gd name="connsiteY6" fmla="*/ 15909 h 21212"/>
                <a:gd name="connsiteX7" fmla="*/ 16121 w 21212"/>
                <a:gd name="connsiteY7" fmla="*/ 15909 h 21212"/>
                <a:gd name="connsiteX8" fmla="*/ 16121 w 21212"/>
                <a:gd name="connsiteY8" fmla="*/ 15909 h 21212"/>
                <a:gd name="connsiteX9" fmla="*/ 16142 w 21212"/>
                <a:gd name="connsiteY9" fmla="*/ 15909 h 21212"/>
                <a:gd name="connsiteX10" fmla="*/ 16142 w 21212"/>
                <a:gd name="connsiteY10" fmla="*/ 15973 h 21212"/>
                <a:gd name="connsiteX11" fmla="*/ 16121 w 21212"/>
                <a:gd name="connsiteY11" fmla="*/ 15973 h 21212"/>
                <a:gd name="connsiteX12" fmla="*/ 16121 w 21212"/>
                <a:gd name="connsiteY12" fmla="*/ 16036 h 21212"/>
                <a:gd name="connsiteX13" fmla="*/ 16079 w 21212"/>
                <a:gd name="connsiteY13" fmla="*/ 16036 h 21212"/>
                <a:gd name="connsiteX14" fmla="*/ 16079 w 21212"/>
                <a:gd name="connsiteY14" fmla="*/ 16036 h 21212"/>
                <a:gd name="connsiteX15" fmla="*/ 16036 w 21212"/>
                <a:gd name="connsiteY15" fmla="*/ 16036 h 21212"/>
                <a:gd name="connsiteX16" fmla="*/ 16036 w 21212"/>
                <a:gd name="connsiteY16" fmla="*/ 16036 h 21212"/>
                <a:gd name="connsiteX17" fmla="*/ 16036 w 21212"/>
                <a:gd name="connsiteY17" fmla="*/ 16036 h 21212"/>
                <a:gd name="connsiteX18" fmla="*/ 16036 w 21212"/>
                <a:gd name="connsiteY18" fmla="*/ 16036 h 21212"/>
                <a:gd name="connsiteX19" fmla="*/ 16079 w 21212"/>
                <a:gd name="connsiteY19" fmla="*/ 15973 h 21212"/>
                <a:gd name="connsiteX20" fmla="*/ 16121 w 21212"/>
                <a:gd name="connsiteY20" fmla="*/ 15973 h 21212"/>
                <a:gd name="connsiteX21" fmla="*/ 16121 w 21212"/>
                <a:gd name="connsiteY21" fmla="*/ 15973 h 21212"/>
                <a:gd name="connsiteX22" fmla="*/ 16121 w 21212"/>
                <a:gd name="connsiteY22" fmla="*/ 15973 h 21212"/>
                <a:gd name="connsiteX23" fmla="*/ 16121 w 21212"/>
                <a:gd name="connsiteY23" fmla="*/ 15973 h 21212"/>
                <a:gd name="connsiteX24" fmla="*/ 16079 w 21212"/>
                <a:gd name="connsiteY24" fmla="*/ 15909 h 21212"/>
                <a:gd name="connsiteX25" fmla="*/ 16079 w 21212"/>
                <a:gd name="connsiteY25" fmla="*/ 15909 h 21212"/>
                <a:gd name="connsiteX26" fmla="*/ 16036 w 21212"/>
                <a:gd name="connsiteY26" fmla="*/ 15973 h 21212"/>
                <a:gd name="connsiteX27" fmla="*/ 16036 w 21212"/>
                <a:gd name="connsiteY27" fmla="*/ 15973 h 21212"/>
                <a:gd name="connsiteX28" fmla="*/ 16036 w 21212"/>
                <a:gd name="connsiteY28" fmla="*/ 15973 h 21212"/>
                <a:gd name="connsiteX29" fmla="*/ 15994 w 21212"/>
                <a:gd name="connsiteY29" fmla="*/ 15973 h 21212"/>
                <a:gd name="connsiteX30" fmla="*/ 15973 w 21212"/>
                <a:gd name="connsiteY30" fmla="*/ 15973 h 21212"/>
                <a:gd name="connsiteX31" fmla="*/ 15973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09 h 21212"/>
                <a:gd name="connsiteX34" fmla="*/ 15909 w 21212"/>
                <a:gd name="connsiteY34" fmla="*/ 15909 h 21212"/>
                <a:gd name="connsiteX35" fmla="*/ 15973 w 21212"/>
                <a:gd name="connsiteY35" fmla="*/ 15909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6036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09 h 21212"/>
                <a:gd name="connsiteX41" fmla="*/ 15973 w 21212"/>
                <a:gd name="connsiteY41" fmla="*/ 15909 h 21212"/>
                <a:gd name="connsiteX42" fmla="*/ 15973 w 21212"/>
                <a:gd name="connsiteY42" fmla="*/ 15909 h 21212"/>
                <a:gd name="connsiteX43" fmla="*/ 15973 w 21212"/>
                <a:gd name="connsiteY43" fmla="*/ 15909 h 21212"/>
                <a:gd name="connsiteX44" fmla="*/ 15973 w 21212"/>
                <a:gd name="connsiteY4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cubicBezTo>
                    <a:pt x="15973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cubicBezTo>
                    <a:pt x="16036" y="15973"/>
                    <a:pt x="16036" y="15909"/>
                    <a:pt x="16036" y="15909"/>
                  </a:cubicBezTo>
                  <a:lnTo>
                    <a:pt x="16036" y="15909"/>
                  </a:lnTo>
                  <a:cubicBezTo>
                    <a:pt x="16079" y="15909"/>
                    <a:pt x="16079" y="15909"/>
                    <a:pt x="16079" y="15909"/>
                  </a:cubicBezTo>
                  <a:cubicBezTo>
                    <a:pt x="16079" y="15909"/>
                    <a:pt x="16079" y="15909"/>
                    <a:pt x="16121" y="15909"/>
                  </a:cubicBezTo>
                  <a:lnTo>
                    <a:pt x="16121" y="15909"/>
                  </a:lnTo>
                  <a:lnTo>
                    <a:pt x="16142" y="15909"/>
                  </a:lnTo>
                  <a:lnTo>
                    <a:pt x="16142" y="15973"/>
                  </a:lnTo>
                  <a:cubicBezTo>
                    <a:pt x="16121" y="15973"/>
                    <a:pt x="16121" y="15973"/>
                    <a:pt x="16121" y="15973"/>
                  </a:cubicBezTo>
                  <a:cubicBezTo>
                    <a:pt x="16121" y="15973"/>
                    <a:pt x="16121" y="15973"/>
                    <a:pt x="16121" y="16036"/>
                  </a:cubicBezTo>
                  <a:cubicBezTo>
                    <a:pt x="16079" y="16036"/>
                    <a:pt x="16079" y="16036"/>
                    <a:pt x="16079" y="16036"/>
                  </a:cubicBezTo>
                  <a:lnTo>
                    <a:pt x="16079" y="16036"/>
                  </a:lnTo>
                  <a:cubicBezTo>
                    <a:pt x="16079" y="16036"/>
                    <a:pt x="16079" y="16036"/>
                    <a:pt x="16036" y="16036"/>
                  </a:cubicBezTo>
                  <a:lnTo>
                    <a:pt x="16036" y="16036"/>
                  </a:lnTo>
                  <a:lnTo>
                    <a:pt x="16036" y="16036"/>
                  </a:lnTo>
                  <a:lnTo>
                    <a:pt x="16036" y="16036"/>
                  </a:lnTo>
                  <a:cubicBezTo>
                    <a:pt x="16079" y="16036"/>
                    <a:pt x="16079" y="16036"/>
                    <a:pt x="16079" y="15973"/>
                  </a:cubicBez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cubicBezTo>
                    <a:pt x="16079" y="15973"/>
                    <a:pt x="16079" y="15973"/>
                    <a:pt x="16036" y="15973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5994" y="15973"/>
                    <a:pt x="15994" y="15973"/>
                    <a:pt x="15994" y="15973"/>
                  </a:cubicBezTo>
                  <a:cubicBezTo>
                    <a:pt x="15994" y="15973"/>
                    <a:pt x="15994" y="15973"/>
                    <a:pt x="15973" y="15973"/>
                  </a:cubicBezTo>
                  <a:lnTo>
                    <a:pt x="15973" y="15973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09"/>
                  </a:ln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6036" y="15909"/>
                  </a:lnTo>
                  <a:cubicBezTo>
                    <a:pt x="16015" y="15909"/>
                    <a:pt x="16015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221F42C-3EB8-4FDF-94B9-C6D7920C8EFA}"/>
                </a:ext>
              </a:extLst>
            </p:cNvPr>
            <p:cNvSpPr/>
            <p:nvPr/>
          </p:nvSpPr>
          <p:spPr>
            <a:xfrm>
              <a:off x="6416659" y="4738047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73 w 21212"/>
                <a:gd name="connsiteY1" fmla="*/ 15909 h 21212"/>
                <a:gd name="connsiteX2" fmla="*/ 16036 w 21212"/>
                <a:gd name="connsiteY2" fmla="*/ 15909 h 21212"/>
                <a:gd name="connsiteX3" fmla="*/ 15994 w 21212"/>
                <a:gd name="connsiteY3" fmla="*/ 15973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73" y="15909"/>
                  </a:lnTo>
                  <a:lnTo>
                    <a:pt x="16036" y="15909"/>
                  </a:lnTo>
                  <a:lnTo>
                    <a:pt x="15994" y="15973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DD65AC93-9BD7-4BA3-B713-3EAF750591B2}"/>
                </a:ext>
              </a:extLst>
            </p:cNvPr>
            <p:cNvSpPr/>
            <p:nvPr/>
          </p:nvSpPr>
          <p:spPr>
            <a:xfrm>
              <a:off x="6416785" y="4737671"/>
              <a:ext cx="31327" cy="31327"/>
            </a:xfrm>
            <a:custGeom>
              <a:avLst/>
              <a:gdLst>
                <a:gd name="connsiteX0" fmla="*/ 16248 w 21212"/>
                <a:gd name="connsiteY0" fmla="*/ 16015 h 21212"/>
                <a:gd name="connsiteX1" fmla="*/ 16206 w 21212"/>
                <a:gd name="connsiteY1" fmla="*/ 16057 h 21212"/>
                <a:gd name="connsiteX2" fmla="*/ 16121 w 21212"/>
                <a:gd name="connsiteY2" fmla="*/ 16015 h 21212"/>
                <a:gd name="connsiteX3" fmla="*/ 16036 w 21212"/>
                <a:gd name="connsiteY3" fmla="*/ 15973 h 21212"/>
                <a:gd name="connsiteX4" fmla="*/ 16036 w 21212"/>
                <a:gd name="connsiteY4" fmla="*/ 15973 h 21212"/>
                <a:gd name="connsiteX5" fmla="*/ 15973 w 21212"/>
                <a:gd name="connsiteY5" fmla="*/ 16015 h 21212"/>
                <a:gd name="connsiteX6" fmla="*/ 15973 w 21212"/>
                <a:gd name="connsiteY6" fmla="*/ 16015 h 21212"/>
                <a:gd name="connsiteX7" fmla="*/ 15951 w 21212"/>
                <a:gd name="connsiteY7" fmla="*/ 16015 h 21212"/>
                <a:gd name="connsiteX8" fmla="*/ 15951 w 21212"/>
                <a:gd name="connsiteY8" fmla="*/ 16057 h 21212"/>
                <a:gd name="connsiteX9" fmla="*/ 16121 w 21212"/>
                <a:gd name="connsiteY9" fmla="*/ 16079 h 21212"/>
                <a:gd name="connsiteX10" fmla="*/ 16036 w 21212"/>
                <a:gd name="connsiteY10" fmla="*/ 16079 h 21212"/>
                <a:gd name="connsiteX11" fmla="*/ 15909 w 21212"/>
                <a:gd name="connsiteY11" fmla="*/ 16057 h 21212"/>
                <a:gd name="connsiteX12" fmla="*/ 15909 w 21212"/>
                <a:gd name="connsiteY12" fmla="*/ 16015 h 21212"/>
                <a:gd name="connsiteX13" fmla="*/ 15951 w 21212"/>
                <a:gd name="connsiteY13" fmla="*/ 16057 h 21212"/>
                <a:gd name="connsiteX14" fmla="*/ 15951 w 21212"/>
                <a:gd name="connsiteY14" fmla="*/ 16057 h 21212"/>
                <a:gd name="connsiteX15" fmla="*/ 15951 w 21212"/>
                <a:gd name="connsiteY15" fmla="*/ 16015 h 21212"/>
                <a:gd name="connsiteX16" fmla="*/ 15951 w 21212"/>
                <a:gd name="connsiteY16" fmla="*/ 16015 h 21212"/>
                <a:gd name="connsiteX17" fmla="*/ 15951 w 21212"/>
                <a:gd name="connsiteY17" fmla="*/ 16015 h 21212"/>
                <a:gd name="connsiteX18" fmla="*/ 15951 w 21212"/>
                <a:gd name="connsiteY18" fmla="*/ 15973 h 21212"/>
                <a:gd name="connsiteX19" fmla="*/ 15973 w 21212"/>
                <a:gd name="connsiteY19" fmla="*/ 15973 h 21212"/>
                <a:gd name="connsiteX20" fmla="*/ 16121 w 21212"/>
                <a:gd name="connsiteY20" fmla="*/ 15973 h 21212"/>
                <a:gd name="connsiteX21" fmla="*/ 16121 w 21212"/>
                <a:gd name="connsiteY21" fmla="*/ 15973 h 21212"/>
                <a:gd name="connsiteX22" fmla="*/ 16121 w 21212"/>
                <a:gd name="connsiteY22" fmla="*/ 15930 h 21212"/>
                <a:gd name="connsiteX23" fmla="*/ 16121 w 21212"/>
                <a:gd name="connsiteY23" fmla="*/ 15930 h 21212"/>
                <a:gd name="connsiteX24" fmla="*/ 16164 w 21212"/>
                <a:gd name="connsiteY24" fmla="*/ 15909 h 21212"/>
                <a:gd name="connsiteX25" fmla="*/ 16164 w 21212"/>
                <a:gd name="connsiteY25" fmla="*/ 15909 h 21212"/>
                <a:gd name="connsiteX26" fmla="*/ 16206 w 21212"/>
                <a:gd name="connsiteY26" fmla="*/ 15909 h 21212"/>
                <a:gd name="connsiteX27" fmla="*/ 16248 w 21212"/>
                <a:gd name="connsiteY27" fmla="*/ 15909 h 21212"/>
                <a:gd name="connsiteX28" fmla="*/ 16333 w 21212"/>
                <a:gd name="connsiteY28" fmla="*/ 15973 h 21212"/>
                <a:gd name="connsiteX29" fmla="*/ 16333 w 21212"/>
                <a:gd name="connsiteY29" fmla="*/ 15973 h 21212"/>
                <a:gd name="connsiteX30" fmla="*/ 16206 w 21212"/>
                <a:gd name="connsiteY30" fmla="*/ 15930 h 21212"/>
                <a:gd name="connsiteX31" fmla="*/ 16206 w 21212"/>
                <a:gd name="connsiteY31" fmla="*/ 15930 h 21212"/>
                <a:gd name="connsiteX32" fmla="*/ 16206 w 21212"/>
                <a:gd name="connsiteY32" fmla="*/ 15930 h 21212"/>
                <a:gd name="connsiteX33" fmla="*/ 16164 w 21212"/>
                <a:gd name="connsiteY33" fmla="*/ 15930 h 21212"/>
                <a:gd name="connsiteX34" fmla="*/ 16164 w 21212"/>
                <a:gd name="connsiteY34" fmla="*/ 15930 h 21212"/>
                <a:gd name="connsiteX35" fmla="*/ 16121 w 21212"/>
                <a:gd name="connsiteY35" fmla="*/ 15930 h 21212"/>
                <a:gd name="connsiteX36" fmla="*/ 16121 w 21212"/>
                <a:gd name="connsiteY36" fmla="*/ 15973 h 21212"/>
                <a:gd name="connsiteX37" fmla="*/ 16248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48" y="16015"/>
                  </a:moveTo>
                  <a:lnTo>
                    <a:pt x="16206" y="16057"/>
                  </a:lnTo>
                  <a:lnTo>
                    <a:pt x="16121" y="16015"/>
                  </a:lnTo>
                  <a:lnTo>
                    <a:pt x="16036" y="15973"/>
                  </a:lnTo>
                  <a:lnTo>
                    <a:pt x="16036" y="15973"/>
                  </a:lnTo>
                  <a:cubicBezTo>
                    <a:pt x="16036" y="15973"/>
                    <a:pt x="15973" y="15973"/>
                    <a:pt x="15973" y="16015"/>
                  </a:cubicBezTo>
                  <a:lnTo>
                    <a:pt x="15973" y="16015"/>
                  </a:lnTo>
                  <a:cubicBezTo>
                    <a:pt x="15973" y="16015"/>
                    <a:pt x="15973" y="16015"/>
                    <a:pt x="15951" y="16015"/>
                  </a:cubicBezTo>
                  <a:lnTo>
                    <a:pt x="15951" y="16057"/>
                  </a:lnTo>
                  <a:lnTo>
                    <a:pt x="16121" y="16079"/>
                  </a:lnTo>
                  <a:lnTo>
                    <a:pt x="16036" y="16079"/>
                  </a:lnTo>
                  <a:lnTo>
                    <a:pt x="15909" y="16057"/>
                  </a:lnTo>
                  <a:lnTo>
                    <a:pt x="15909" y="16015"/>
                  </a:lnTo>
                  <a:lnTo>
                    <a:pt x="15951" y="16057"/>
                  </a:lnTo>
                  <a:lnTo>
                    <a:pt x="15951" y="16057"/>
                  </a:lnTo>
                  <a:cubicBezTo>
                    <a:pt x="15951" y="16015"/>
                    <a:pt x="15951" y="16015"/>
                    <a:pt x="15951" y="16015"/>
                  </a:cubicBezTo>
                  <a:lnTo>
                    <a:pt x="15951" y="16015"/>
                  </a:lnTo>
                  <a:lnTo>
                    <a:pt x="15951" y="16015"/>
                  </a:ln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cubicBezTo>
                    <a:pt x="16036" y="15973"/>
                    <a:pt x="16036" y="15973"/>
                    <a:pt x="16121" y="15973"/>
                  </a:cubicBezTo>
                  <a:lnTo>
                    <a:pt x="16121" y="15973"/>
                  </a:lnTo>
                  <a:lnTo>
                    <a:pt x="16121" y="15930"/>
                  </a:lnTo>
                  <a:lnTo>
                    <a:pt x="16121" y="15930"/>
                  </a:lnTo>
                  <a:cubicBezTo>
                    <a:pt x="16164" y="15930"/>
                    <a:pt x="16164" y="15909"/>
                    <a:pt x="16164" y="15909"/>
                  </a:cubicBezTo>
                  <a:lnTo>
                    <a:pt x="16164" y="15909"/>
                  </a:lnTo>
                  <a:lnTo>
                    <a:pt x="16206" y="15909"/>
                  </a:lnTo>
                  <a:lnTo>
                    <a:pt x="16248" y="15909"/>
                  </a:lnTo>
                  <a:lnTo>
                    <a:pt x="16333" y="15973"/>
                  </a:lnTo>
                  <a:lnTo>
                    <a:pt x="16333" y="15973"/>
                  </a:lnTo>
                  <a:lnTo>
                    <a:pt x="16206" y="15930"/>
                  </a:lnTo>
                  <a:lnTo>
                    <a:pt x="16206" y="15930"/>
                  </a:lnTo>
                  <a:lnTo>
                    <a:pt x="16206" y="15930"/>
                  </a:lnTo>
                  <a:lnTo>
                    <a:pt x="16164" y="15930"/>
                  </a:lnTo>
                  <a:lnTo>
                    <a:pt x="16164" y="15930"/>
                  </a:lnTo>
                  <a:cubicBezTo>
                    <a:pt x="16121" y="15930"/>
                    <a:pt x="16121" y="15930"/>
                    <a:pt x="16121" y="15930"/>
                  </a:cubicBezTo>
                  <a:cubicBezTo>
                    <a:pt x="16121" y="15973"/>
                    <a:pt x="16121" y="15973"/>
                    <a:pt x="16121" y="15973"/>
                  </a:cubicBezTo>
                  <a:lnTo>
                    <a:pt x="16248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D1700932-84BA-495E-93BE-41D68C973085}"/>
                </a:ext>
              </a:extLst>
            </p:cNvPr>
            <p:cNvSpPr/>
            <p:nvPr/>
          </p:nvSpPr>
          <p:spPr>
            <a:xfrm>
              <a:off x="6417285" y="4737452"/>
              <a:ext cx="31327" cy="31327"/>
            </a:xfrm>
            <a:custGeom>
              <a:avLst/>
              <a:gdLst>
                <a:gd name="connsiteX0" fmla="*/ 16164 w 21212"/>
                <a:gd name="connsiteY0" fmla="*/ 15973 h 21212"/>
                <a:gd name="connsiteX1" fmla="*/ 16164 w 21212"/>
                <a:gd name="connsiteY1" fmla="*/ 15973 h 21212"/>
                <a:gd name="connsiteX2" fmla="*/ 16164 w 21212"/>
                <a:gd name="connsiteY2" fmla="*/ 15973 h 21212"/>
                <a:gd name="connsiteX3" fmla="*/ 16100 w 21212"/>
                <a:gd name="connsiteY3" fmla="*/ 16079 h 21212"/>
                <a:gd name="connsiteX4" fmla="*/ 16100 w 21212"/>
                <a:gd name="connsiteY4" fmla="*/ 16079 h 21212"/>
                <a:gd name="connsiteX5" fmla="*/ 16100 w 21212"/>
                <a:gd name="connsiteY5" fmla="*/ 16079 h 21212"/>
                <a:gd name="connsiteX6" fmla="*/ 16079 w 21212"/>
                <a:gd name="connsiteY6" fmla="*/ 16079 h 21212"/>
                <a:gd name="connsiteX7" fmla="*/ 16079 w 21212"/>
                <a:gd name="connsiteY7" fmla="*/ 16079 h 21212"/>
                <a:gd name="connsiteX8" fmla="*/ 16015 w 21212"/>
                <a:gd name="connsiteY8" fmla="*/ 16100 h 21212"/>
                <a:gd name="connsiteX9" fmla="*/ 15994 w 21212"/>
                <a:gd name="connsiteY9" fmla="*/ 16079 h 21212"/>
                <a:gd name="connsiteX10" fmla="*/ 15994 w 21212"/>
                <a:gd name="connsiteY10" fmla="*/ 16079 h 21212"/>
                <a:gd name="connsiteX11" fmla="*/ 15994 w 21212"/>
                <a:gd name="connsiteY11" fmla="*/ 16079 h 21212"/>
                <a:gd name="connsiteX12" fmla="*/ 15994 w 21212"/>
                <a:gd name="connsiteY12" fmla="*/ 15973 h 21212"/>
                <a:gd name="connsiteX13" fmla="*/ 16015 w 21212"/>
                <a:gd name="connsiteY13" fmla="*/ 15973 h 21212"/>
                <a:gd name="connsiteX14" fmla="*/ 16015 w 21212"/>
                <a:gd name="connsiteY14" fmla="*/ 15973 h 21212"/>
                <a:gd name="connsiteX15" fmla="*/ 16079 w 21212"/>
                <a:gd name="connsiteY15" fmla="*/ 15909 h 21212"/>
                <a:gd name="connsiteX16" fmla="*/ 16079 w 21212"/>
                <a:gd name="connsiteY16" fmla="*/ 15909 h 21212"/>
                <a:gd name="connsiteX17" fmla="*/ 16079 w 21212"/>
                <a:gd name="connsiteY17" fmla="*/ 15909 h 21212"/>
                <a:gd name="connsiteX18" fmla="*/ 16015 w 21212"/>
                <a:gd name="connsiteY18" fmla="*/ 15909 h 21212"/>
                <a:gd name="connsiteX19" fmla="*/ 16015 w 21212"/>
                <a:gd name="connsiteY19" fmla="*/ 15909 h 21212"/>
                <a:gd name="connsiteX20" fmla="*/ 15994 w 21212"/>
                <a:gd name="connsiteY20" fmla="*/ 15909 h 21212"/>
                <a:gd name="connsiteX21" fmla="*/ 15994 w 21212"/>
                <a:gd name="connsiteY21" fmla="*/ 15973 h 21212"/>
                <a:gd name="connsiteX22" fmla="*/ 15973 w 21212"/>
                <a:gd name="connsiteY22" fmla="*/ 15973 h 21212"/>
                <a:gd name="connsiteX23" fmla="*/ 15973 w 21212"/>
                <a:gd name="connsiteY23" fmla="*/ 15973 h 21212"/>
                <a:gd name="connsiteX24" fmla="*/ 15909 w 21212"/>
                <a:gd name="connsiteY24" fmla="*/ 15973 h 21212"/>
                <a:gd name="connsiteX25" fmla="*/ 15973 w 21212"/>
                <a:gd name="connsiteY25" fmla="*/ 15973 h 21212"/>
                <a:gd name="connsiteX26" fmla="*/ 15973 w 21212"/>
                <a:gd name="connsiteY26" fmla="*/ 15973 h 21212"/>
                <a:gd name="connsiteX27" fmla="*/ 15973 w 21212"/>
                <a:gd name="connsiteY27" fmla="*/ 15909 h 21212"/>
                <a:gd name="connsiteX28" fmla="*/ 15973 w 21212"/>
                <a:gd name="connsiteY28" fmla="*/ 15909 h 21212"/>
                <a:gd name="connsiteX29" fmla="*/ 15994 w 21212"/>
                <a:gd name="connsiteY29" fmla="*/ 15909 h 21212"/>
                <a:gd name="connsiteX30" fmla="*/ 16079 w 21212"/>
                <a:gd name="connsiteY30" fmla="*/ 15909 h 21212"/>
                <a:gd name="connsiteX31" fmla="*/ 16079 w 21212"/>
                <a:gd name="connsiteY31" fmla="*/ 15909 h 21212"/>
                <a:gd name="connsiteX32" fmla="*/ 16079 w 21212"/>
                <a:gd name="connsiteY32" fmla="*/ 15909 h 21212"/>
                <a:gd name="connsiteX33" fmla="*/ 16249 w 21212"/>
                <a:gd name="connsiteY33" fmla="*/ 15973 h 21212"/>
                <a:gd name="connsiteX34" fmla="*/ 16164 w 21212"/>
                <a:gd name="connsiteY34" fmla="*/ 15973 h 21212"/>
                <a:gd name="connsiteX35" fmla="*/ 16164 w 21212"/>
                <a:gd name="connsiteY35" fmla="*/ 15973 h 21212"/>
                <a:gd name="connsiteX36" fmla="*/ 16079 w 21212"/>
                <a:gd name="connsiteY36" fmla="*/ 15973 h 21212"/>
                <a:gd name="connsiteX37" fmla="*/ 16079 w 21212"/>
                <a:gd name="connsiteY37" fmla="*/ 15973 h 21212"/>
                <a:gd name="connsiteX38" fmla="*/ 16015 w 21212"/>
                <a:gd name="connsiteY38" fmla="*/ 15973 h 21212"/>
                <a:gd name="connsiteX39" fmla="*/ 16015 w 21212"/>
                <a:gd name="connsiteY39" fmla="*/ 16079 h 21212"/>
                <a:gd name="connsiteX40" fmla="*/ 16015 w 21212"/>
                <a:gd name="connsiteY40" fmla="*/ 16079 h 21212"/>
                <a:gd name="connsiteX41" fmla="*/ 16015 w 21212"/>
                <a:gd name="connsiteY41" fmla="*/ 16079 h 21212"/>
                <a:gd name="connsiteX42" fmla="*/ 16079 w 21212"/>
                <a:gd name="connsiteY42" fmla="*/ 16079 h 21212"/>
                <a:gd name="connsiteX43" fmla="*/ 16079 w 21212"/>
                <a:gd name="connsiteY43" fmla="*/ 16079 h 21212"/>
                <a:gd name="connsiteX44" fmla="*/ 16079 w 21212"/>
                <a:gd name="connsiteY44" fmla="*/ 16079 h 21212"/>
                <a:gd name="connsiteX45" fmla="*/ 16100 w 21212"/>
                <a:gd name="connsiteY45" fmla="*/ 16079 h 21212"/>
                <a:gd name="connsiteX46" fmla="*/ 16079 w 21212"/>
                <a:gd name="connsiteY46" fmla="*/ 15973 h 21212"/>
                <a:gd name="connsiteX47" fmla="*/ 16079 w 21212"/>
                <a:gd name="connsiteY47" fmla="*/ 15973 h 21212"/>
                <a:gd name="connsiteX48" fmla="*/ 16079 w 21212"/>
                <a:gd name="connsiteY48" fmla="*/ 15973 h 21212"/>
                <a:gd name="connsiteX49" fmla="*/ 16079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64" y="15973"/>
                  </a:move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5973"/>
                    <a:pt x="16100" y="15973"/>
                    <a:pt x="16100" y="16079"/>
                  </a:cubicBezTo>
                  <a:lnTo>
                    <a:pt x="16100" y="16079"/>
                  </a:lnTo>
                  <a:lnTo>
                    <a:pt x="16100" y="16079"/>
                  </a:lnTo>
                  <a:cubicBezTo>
                    <a:pt x="16100" y="16079"/>
                    <a:pt x="16100" y="16079"/>
                    <a:pt x="16079" y="16079"/>
                  </a:cubicBezTo>
                  <a:lnTo>
                    <a:pt x="16079" y="16079"/>
                  </a:lnTo>
                  <a:cubicBezTo>
                    <a:pt x="16015" y="16100"/>
                    <a:pt x="16015" y="16100"/>
                    <a:pt x="16015" y="16100"/>
                  </a:cubicBezTo>
                  <a:cubicBezTo>
                    <a:pt x="16015" y="16079"/>
                    <a:pt x="15994" y="16079"/>
                    <a:pt x="15994" y="16079"/>
                  </a:cubicBezTo>
                  <a:lnTo>
                    <a:pt x="15994" y="16079"/>
                  </a:lnTo>
                  <a:lnTo>
                    <a:pt x="15994" y="16079"/>
                  </a:lnTo>
                  <a:lnTo>
                    <a:pt x="15994" y="15973"/>
                  </a:lnTo>
                  <a:cubicBezTo>
                    <a:pt x="15994" y="15973"/>
                    <a:pt x="15994" y="15973"/>
                    <a:pt x="16015" y="15973"/>
                  </a:cubicBezTo>
                  <a:lnTo>
                    <a:pt x="16015" y="15973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079" y="15909"/>
                    <a:pt x="16079" y="15909"/>
                    <a:pt x="16015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5994" y="15909"/>
                  </a:cubicBezTo>
                  <a:cubicBezTo>
                    <a:pt x="15994" y="15909"/>
                    <a:pt x="15994" y="15909"/>
                    <a:pt x="15994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15" y="15909"/>
                    <a:pt x="16015" y="15909"/>
                    <a:pt x="16079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249" y="15973"/>
                  </a:lnTo>
                  <a:lnTo>
                    <a:pt x="16164" y="15973"/>
                  </a:lnTo>
                  <a:lnTo>
                    <a:pt x="16164" y="15973"/>
                  </a:lnTo>
                  <a:close/>
                  <a:moveTo>
                    <a:pt x="16079" y="15973"/>
                  </a:moveTo>
                  <a:lnTo>
                    <a:pt x="16079" y="15973"/>
                  </a:lnTo>
                  <a:lnTo>
                    <a:pt x="16015" y="15973"/>
                  </a:lnTo>
                  <a:cubicBezTo>
                    <a:pt x="16015" y="15973"/>
                    <a:pt x="16015" y="15973"/>
                    <a:pt x="16015" y="16079"/>
                  </a:cubicBezTo>
                  <a:lnTo>
                    <a:pt x="16015" y="16079"/>
                  </a:lnTo>
                  <a:lnTo>
                    <a:pt x="16015" y="16079"/>
                  </a:lnTo>
                  <a:cubicBezTo>
                    <a:pt x="16079" y="16079"/>
                    <a:pt x="16079" y="16079"/>
                    <a:pt x="16079" y="16079"/>
                  </a:cubicBezTo>
                  <a:lnTo>
                    <a:pt x="16079" y="16079"/>
                  </a:lnTo>
                  <a:lnTo>
                    <a:pt x="16079" y="16079"/>
                  </a:lnTo>
                  <a:cubicBezTo>
                    <a:pt x="16100" y="16079"/>
                    <a:pt x="16100" y="16079"/>
                    <a:pt x="16100" y="16079"/>
                  </a:cubicBezTo>
                  <a:cubicBezTo>
                    <a:pt x="16100" y="15973"/>
                    <a:pt x="16100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8553E8DE-B49C-45F0-93BF-DFFA38071972}"/>
                </a:ext>
              </a:extLst>
            </p:cNvPr>
            <p:cNvSpPr/>
            <p:nvPr/>
          </p:nvSpPr>
          <p:spPr>
            <a:xfrm>
              <a:off x="6417380" y="4737296"/>
              <a:ext cx="31327" cy="31327"/>
            </a:xfrm>
            <a:custGeom>
              <a:avLst/>
              <a:gdLst>
                <a:gd name="connsiteX0" fmla="*/ 16164 w 21212"/>
                <a:gd name="connsiteY0" fmla="*/ 16015 h 21212"/>
                <a:gd name="connsiteX1" fmla="*/ 15909 w 21212"/>
                <a:gd name="connsiteY1" fmla="*/ 15973 h 21212"/>
                <a:gd name="connsiteX2" fmla="*/ 15930 w 21212"/>
                <a:gd name="connsiteY2" fmla="*/ 15909 h 21212"/>
                <a:gd name="connsiteX3" fmla="*/ 16227 w 21212"/>
                <a:gd name="connsiteY3" fmla="*/ 16015 h 21212"/>
                <a:gd name="connsiteX4" fmla="*/ 16164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015"/>
                  </a:moveTo>
                  <a:lnTo>
                    <a:pt x="15909" y="15973"/>
                  </a:lnTo>
                  <a:lnTo>
                    <a:pt x="15930" y="15909"/>
                  </a:lnTo>
                  <a:lnTo>
                    <a:pt x="16227" y="16015"/>
                  </a:lnTo>
                  <a:lnTo>
                    <a:pt x="16164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C53C9D9-6D4F-42D8-BCF6-EEC5CFA90AB3}"/>
                </a:ext>
              </a:extLst>
            </p:cNvPr>
            <p:cNvSpPr/>
            <p:nvPr/>
          </p:nvSpPr>
          <p:spPr>
            <a:xfrm>
              <a:off x="6417757" y="4737265"/>
              <a:ext cx="31327" cy="31327"/>
            </a:xfrm>
            <a:custGeom>
              <a:avLst/>
              <a:gdLst>
                <a:gd name="connsiteX0" fmla="*/ 16100 w 21212"/>
                <a:gd name="connsiteY0" fmla="*/ 15994 h 21212"/>
                <a:gd name="connsiteX1" fmla="*/ 16100 w 21212"/>
                <a:gd name="connsiteY1" fmla="*/ 15930 h 21212"/>
                <a:gd name="connsiteX2" fmla="*/ 16100 w 21212"/>
                <a:gd name="connsiteY2" fmla="*/ 15930 h 21212"/>
                <a:gd name="connsiteX3" fmla="*/ 16100 w 21212"/>
                <a:gd name="connsiteY3" fmla="*/ 15930 h 21212"/>
                <a:gd name="connsiteX4" fmla="*/ 16100 w 21212"/>
                <a:gd name="connsiteY4" fmla="*/ 15930 h 21212"/>
                <a:gd name="connsiteX5" fmla="*/ 16100 w 21212"/>
                <a:gd name="connsiteY5" fmla="*/ 15994 h 21212"/>
                <a:gd name="connsiteX6" fmla="*/ 16036 w 21212"/>
                <a:gd name="connsiteY6" fmla="*/ 16015 h 21212"/>
                <a:gd name="connsiteX7" fmla="*/ 15994 w 21212"/>
                <a:gd name="connsiteY7" fmla="*/ 16015 h 21212"/>
                <a:gd name="connsiteX8" fmla="*/ 15973 w 21212"/>
                <a:gd name="connsiteY8" fmla="*/ 16015 h 21212"/>
                <a:gd name="connsiteX9" fmla="*/ 15909 w 21212"/>
                <a:gd name="connsiteY9" fmla="*/ 16015 h 21212"/>
                <a:gd name="connsiteX10" fmla="*/ 15909 w 21212"/>
                <a:gd name="connsiteY10" fmla="*/ 15994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5994 w 21212"/>
                <a:gd name="connsiteY16" fmla="*/ 15909 h 21212"/>
                <a:gd name="connsiteX17" fmla="*/ 16036 w 21212"/>
                <a:gd name="connsiteY17" fmla="*/ 15909 h 21212"/>
                <a:gd name="connsiteX18" fmla="*/ 16036 w 21212"/>
                <a:gd name="connsiteY18" fmla="*/ 15909 h 21212"/>
                <a:gd name="connsiteX19" fmla="*/ 16100 w 21212"/>
                <a:gd name="connsiteY19" fmla="*/ 15909 h 21212"/>
                <a:gd name="connsiteX20" fmla="*/ 15973 w 21212"/>
                <a:gd name="connsiteY20" fmla="*/ 15994 h 21212"/>
                <a:gd name="connsiteX21" fmla="*/ 15973 w 21212"/>
                <a:gd name="connsiteY21" fmla="*/ 15994 h 21212"/>
                <a:gd name="connsiteX22" fmla="*/ 15994 w 21212"/>
                <a:gd name="connsiteY22" fmla="*/ 15994 h 21212"/>
                <a:gd name="connsiteX23" fmla="*/ 16036 w 21212"/>
                <a:gd name="connsiteY23" fmla="*/ 15994 h 21212"/>
                <a:gd name="connsiteX24" fmla="*/ 16100 w 21212"/>
                <a:gd name="connsiteY24" fmla="*/ 15994 h 21212"/>
                <a:gd name="connsiteX25" fmla="*/ 15909 w 21212"/>
                <a:gd name="connsiteY25" fmla="*/ 15909 h 21212"/>
                <a:gd name="connsiteX26" fmla="*/ 15909 w 21212"/>
                <a:gd name="connsiteY26" fmla="*/ 15909 h 21212"/>
                <a:gd name="connsiteX27" fmla="*/ 15909 w 21212"/>
                <a:gd name="connsiteY27" fmla="*/ 15909 h 21212"/>
                <a:gd name="connsiteX28" fmla="*/ 15909 w 21212"/>
                <a:gd name="connsiteY28" fmla="*/ 15909 h 21212"/>
                <a:gd name="connsiteX29" fmla="*/ 15909 w 21212"/>
                <a:gd name="connsiteY29" fmla="*/ 15994 h 21212"/>
                <a:gd name="connsiteX30" fmla="*/ 15994 w 21212"/>
                <a:gd name="connsiteY30" fmla="*/ 15909 h 21212"/>
                <a:gd name="connsiteX31" fmla="*/ 15994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09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5994"/>
                  </a:move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cubicBezTo>
                    <a:pt x="16100" y="15994"/>
                    <a:pt x="16100" y="15994"/>
                    <a:pt x="16100" y="15994"/>
                  </a:cubicBezTo>
                  <a:lnTo>
                    <a:pt x="16036" y="16015"/>
                  </a:lnTo>
                  <a:lnTo>
                    <a:pt x="15994" y="16015"/>
                  </a:lnTo>
                  <a:lnTo>
                    <a:pt x="15973" y="16015"/>
                  </a:lnTo>
                  <a:lnTo>
                    <a:pt x="15909" y="16015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30"/>
                  </a:lnTo>
                  <a:lnTo>
                    <a:pt x="15909" y="15930"/>
                  </a:lnTo>
                  <a:cubicBezTo>
                    <a:pt x="15909" y="15909"/>
                    <a:pt x="15909" y="15909"/>
                    <a:pt x="15909" y="15909"/>
                  </a:cubicBezTo>
                  <a:cubicBezTo>
                    <a:pt x="15909" y="15909"/>
                    <a:pt x="15909" y="15909"/>
                    <a:pt x="15973" y="15909"/>
                  </a:cubicBezTo>
                  <a:lnTo>
                    <a:pt x="15973" y="15909"/>
                  </a:lnTo>
                  <a:lnTo>
                    <a:pt x="15994" y="15909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036" y="15909"/>
                  </a:lnTo>
                  <a:lnTo>
                    <a:pt x="16100" y="15909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6036" y="15994"/>
                  </a:lnTo>
                  <a:cubicBezTo>
                    <a:pt x="16036" y="15994"/>
                    <a:pt x="16036" y="15994"/>
                    <a:pt x="16100" y="15994"/>
                  </a:cubicBezTo>
                  <a:close/>
                  <a:moveTo>
                    <a:pt x="15909" y="15909"/>
                  </a:moveTo>
                  <a:cubicBezTo>
                    <a:pt x="15909" y="15909"/>
                    <a:pt x="15909" y="15909"/>
                    <a:pt x="15909" y="15909"/>
                  </a:cubicBezTo>
                  <a:lnTo>
                    <a:pt x="15909" y="15909"/>
                  </a:lnTo>
                  <a:lnTo>
                    <a:pt x="15909" y="15909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94" y="15909"/>
                  </a:lnTo>
                  <a:lnTo>
                    <a:pt x="15994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5973" y="15909"/>
                  </a:lnTo>
                  <a:cubicBezTo>
                    <a:pt x="15973" y="15909"/>
                    <a:pt x="15973" y="15909"/>
                    <a:pt x="15909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BCC2D772-3582-4FBF-A166-FAA8FEDBFCF7}"/>
                </a:ext>
              </a:extLst>
            </p:cNvPr>
            <p:cNvSpPr/>
            <p:nvPr/>
          </p:nvSpPr>
          <p:spPr>
            <a:xfrm>
              <a:off x="6417944" y="4737108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5973 w 21212"/>
                <a:gd name="connsiteY1" fmla="*/ 15973 h 21212"/>
                <a:gd name="connsiteX2" fmla="*/ 15973 w 21212"/>
                <a:gd name="connsiteY2" fmla="*/ 15973 h 21212"/>
                <a:gd name="connsiteX3" fmla="*/ 15973 w 21212"/>
                <a:gd name="connsiteY3" fmla="*/ 15973 h 21212"/>
                <a:gd name="connsiteX4" fmla="*/ 16015 w 21212"/>
                <a:gd name="connsiteY4" fmla="*/ 15973 h 21212"/>
                <a:gd name="connsiteX5" fmla="*/ 16015 w 21212"/>
                <a:gd name="connsiteY5" fmla="*/ 15930 h 21212"/>
                <a:gd name="connsiteX6" fmla="*/ 16057 w 21212"/>
                <a:gd name="connsiteY6" fmla="*/ 15930 h 21212"/>
                <a:gd name="connsiteX7" fmla="*/ 16057 w 21212"/>
                <a:gd name="connsiteY7" fmla="*/ 15930 h 21212"/>
                <a:gd name="connsiteX8" fmla="*/ 16079 w 21212"/>
                <a:gd name="connsiteY8" fmla="*/ 15930 h 21212"/>
                <a:gd name="connsiteX9" fmla="*/ 16142 w 21212"/>
                <a:gd name="connsiteY9" fmla="*/ 15930 h 21212"/>
                <a:gd name="connsiteX10" fmla="*/ 16079 w 21212"/>
                <a:gd name="connsiteY10" fmla="*/ 15973 h 21212"/>
                <a:gd name="connsiteX11" fmla="*/ 16079 w 21212"/>
                <a:gd name="connsiteY11" fmla="*/ 15973 h 21212"/>
                <a:gd name="connsiteX12" fmla="*/ 16057 w 21212"/>
                <a:gd name="connsiteY12" fmla="*/ 16015 h 21212"/>
                <a:gd name="connsiteX13" fmla="*/ 16057 w 21212"/>
                <a:gd name="connsiteY13" fmla="*/ 16015 h 21212"/>
                <a:gd name="connsiteX14" fmla="*/ 16057 w 21212"/>
                <a:gd name="connsiteY14" fmla="*/ 16015 h 21212"/>
                <a:gd name="connsiteX15" fmla="*/ 16015 w 21212"/>
                <a:gd name="connsiteY15" fmla="*/ 16015 h 21212"/>
                <a:gd name="connsiteX16" fmla="*/ 16015 w 21212"/>
                <a:gd name="connsiteY16" fmla="*/ 16015 h 21212"/>
                <a:gd name="connsiteX17" fmla="*/ 16015 w 21212"/>
                <a:gd name="connsiteY17" fmla="*/ 16015 h 21212"/>
                <a:gd name="connsiteX18" fmla="*/ 16015 w 21212"/>
                <a:gd name="connsiteY18" fmla="*/ 16015 h 21212"/>
                <a:gd name="connsiteX19" fmla="*/ 16057 w 21212"/>
                <a:gd name="connsiteY19" fmla="*/ 16015 h 21212"/>
                <a:gd name="connsiteX20" fmla="*/ 16057 w 21212"/>
                <a:gd name="connsiteY20" fmla="*/ 15973 h 21212"/>
                <a:gd name="connsiteX21" fmla="*/ 16079 w 21212"/>
                <a:gd name="connsiteY21" fmla="*/ 15973 h 21212"/>
                <a:gd name="connsiteX22" fmla="*/ 16057 w 21212"/>
                <a:gd name="connsiteY22" fmla="*/ 15973 h 21212"/>
                <a:gd name="connsiteX23" fmla="*/ 16057 w 21212"/>
                <a:gd name="connsiteY23" fmla="*/ 15973 h 21212"/>
                <a:gd name="connsiteX24" fmla="*/ 16057 w 21212"/>
                <a:gd name="connsiteY24" fmla="*/ 15973 h 21212"/>
                <a:gd name="connsiteX25" fmla="*/ 16057 w 21212"/>
                <a:gd name="connsiteY25" fmla="*/ 15973 h 21212"/>
                <a:gd name="connsiteX26" fmla="*/ 16015 w 21212"/>
                <a:gd name="connsiteY26" fmla="*/ 15973 h 21212"/>
                <a:gd name="connsiteX27" fmla="*/ 16015 w 21212"/>
                <a:gd name="connsiteY27" fmla="*/ 15973 h 21212"/>
                <a:gd name="connsiteX28" fmla="*/ 16015 w 21212"/>
                <a:gd name="connsiteY28" fmla="*/ 15973 h 21212"/>
                <a:gd name="connsiteX29" fmla="*/ 15973 w 21212"/>
                <a:gd name="connsiteY29" fmla="*/ 15973 h 21212"/>
                <a:gd name="connsiteX30" fmla="*/ 15973 w 21212"/>
                <a:gd name="connsiteY30" fmla="*/ 15973 h 21212"/>
                <a:gd name="connsiteX31" fmla="*/ 15973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30 h 21212"/>
                <a:gd name="connsiteX35" fmla="*/ 15973 w 21212"/>
                <a:gd name="connsiteY35" fmla="*/ 15930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6015 w 21212"/>
                <a:gd name="connsiteY38" fmla="*/ 15909 h 21212"/>
                <a:gd name="connsiteX39" fmla="*/ 15973 w 21212"/>
                <a:gd name="connsiteY39" fmla="*/ 15930 h 21212"/>
                <a:gd name="connsiteX40" fmla="*/ 15973 w 21212"/>
                <a:gd name="connsiteY40" fmla="*/ 15930 h 21212"/>
                <a:gd name="connsiteX41" fmla="*/ 15973 w 21212"/>
                <a:gd name="connsiteY41" fmla="*/ 15930 h 21212"/>
                <a:gd name="connsiteX42" fmla="*/ 15973 w 21212"/>
                <a:gd name="connsiteY42" fmla="*/ 15930 h 21212"/>
                <a:gd name="connsiteX43" fmla="*/ 15973 w 21212"/>
                <a:gd name="connsiteY43" fmla="*/ 15973 h 21212"/>
                <a:gd name="connsiteX44" fmla="*/ 15973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6015" y="15973"/>
                    <a:pt x="16015" y="15973"/>
                    <a:pt x="16015" y="15973"/>
                  </a:cubicBezTo>
                  <a:cubicBezTo>
                    <a:pt x="16015" y="15930"/>
                    <a:pt x="16015" y="15930"/>
                    <a:pt x="16015" y="15930"/>
                  </a:cubicBezTo>
                  <a:lnTo>
                    <a:pt x="16057" y="15930"/>
                  </a:lnTo>
                  <a:lnTo>
                    <a:pt x="16057" y="15930"/>
                  </a:lnTo>
                  <a:cubicBezTo>
                    <a:pt x="16079" y="15930"/>
                    <a:pt x="16079" y="15930"/>
                    <a:pt x="16079" y="15930"/>
                  </a:cubicBezTo>
                  <a:lnTo>
                    <a:pt x="16142" y="15930"/>
                  </a:lnTo>
                  <a:cubicBezTo>
                    <a:pt x="16142" y="15973"/>
                    <a:pt x="16079" y="15973"/>
                    <a:pt x="16079" y="15973"/>
                  </a:cubicBezTo>
                  <a:lnTo>
                    <a:pt x="16079" y="15973"/>
                  </a:lnTo>
                  <a:cubicBezTo>
                    <a:pt x="16079" y="16015"/>
                    <a:pt x="16079" y="16015"/>
                    <a:pt x="16057" y="16015"/>
                  </a:cubicBezTo>
                  <a:lnTo>
                    <a:pt x="16057" y="16015"/>
                  </a:lnTo>
                  <a:lnTo>
                    <a:pt x="16057" y="16015"/>
                  </a:lnTo>
                  <a:cubicBezTo>
                    <a:pt x="16057" y="16015"/>
                    <a:pt x="16057" y="16015"/>
                    <a:pt x="16015" y="16015"/>
                  </a:cubicBezTo>
                  <a:lnTo>
                    <a:pt x="16015" y="16015"/>
                  </a:lnTo>
                  <a:lnTo>
                    <a:pt x="16015" y="16015"/>
                  </a:lnTo>
                  <a:lnTo>
                    <a:pt x="16015" y="16015"/>
                  </a:lnTo>
                  <a:lnTo>
                    <a:pt x="16057" y="16015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6079" y="15973"/>
                  </a:cubicBezTo>
                  <a:cubicBezTo>
                    <a:pt x="16079" y="15973"/>
                    <a:pt x="16079" y="15973"/>
                    <a:pt x="16057" y="15973"/>
                  </a:cubicBezTo>
                  <a:lnTo>
                    <a:pt x="16057" y="15973"/>
                  </a:lnTo>
                  <a:lnTo>
                    <a:pt x="16057" y="15973"/>
                  </a:lnTo>
                  <a:lnTo>
                    <a:pt x="16057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73" y="15973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30"/>
                    <a:pt x="15909" y="15930"/>
                    <a:pt x="15909" y="15930"/>
                  </a:cubicBezTo>
                  <a:cubicBezTo>
                    <a:pt x="15973" y="15930"/>
                    <a:pt x="15973" y="15930"/>
                    <a:pt x="15973" y="15930"/>
                  </a:cubicBezTo>
                  <a:cubicBezTo>
                    <a:pt x="15973" y="15930"/>
                    <a:pt x="15973" y="15930"/>
                    <a:pt x="15973" y="15909"/>
                  </a:cubicBezTo>
                  <a:lnTo>
                    <a:pt x="15973" y="15909"/>
                  </a:lnTo>
                  <a:lnTo>
                    <a:pt x="16015" y="15909"/>
                  </a:lnTo>
                  <a:cubicBezTo>
                    <a:pt x="16015" y="15930"/>
                    <a:pt x="15973" y="15930"/>
                    <a:pt x="15973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61B9EE0-6C70-4E60-88F1-903C85A5B926}"/>
                </a:ext>
              </a:extLst>
            </p:cNvPr>
            <p:cNvSpPr/>
            <p:nvPr/>
          </p:nvSpPr>
          <p:spPr>
            <a:xfrm>
              <a:off x="6418101" y="4736888"/>
              <a:ext cx="31327" cy="31327"/>
            </a:xfrm>
            <a:custGeom>
              <a:avLst/>
              <a:gdLst>
                <a:gd name="connsiteX0" fmla="*/ 16164 w 21212"/>
                <a:gd name="connsiteY0" fmla="*/ 16058 h 21212"/>
                <a:gd name="connsiteX1" fmla="*/ 16121 w 21212"/>
                <a:gd name="connsiteY1" fmla="*/ 16058 h 21212"/>
                <a:gd name="connsiteX2" fmla="*/ 16121 w 21212"/>
                <a:gd name="connsiteY2" fmla="*/ 16079 h 21212"/>
                <a:gd name="connsiteX3" fmla="*/ 16100 w 21212"/>
                <a:gd name="connsiteY3" fmla="*/ 16079 h 21212"/>
                <a:gd name="connsiteX4" fmla="*/ 16036 w 21212"/>
                <a:gd name="connsiteY4" fmla="*/ 16079 h 21212"/>
                <a:gd name="connsiteX5" fmla="*/ 16036 w 21212"/>
                <a:gd name="connsiteY5" fmla="*/ 16079 h 21212"/>
                <a:gd name="connsiteX6" fmla="*/ 16036 w 21212"/>
                <a:gd name="connsiteY6" fmla="*/ 16079 h 21212"/>
                <a:gd name="connsiteX7" fmla="*/ 15909 w 21212"/>
                <a:gd name="connsiteY7" fmla="*/ 16015 h 21212"/>
                <a:gd name="connsiteX8" fmla="*/ 15951 w 21212"/>
                <a:gd name="connsiteY8" fmla="*/ 16015 h 21212"/>
                <a:gd name="connsiteX9" fmla="*/ 16036 w 21212"/>
                <a:gd name="connsiteY9" fmla="*/ 16058 h 21212"/>
                <a:gd name="connsiteX10" fmla="*/ 16100 w 21212"/>
                <a:gd name="connsiteY10" fmla="*/ 16058 h 21212"/>
                <a:gd name="connsiteX11" fmla="*/ 16121 w 21212"/>
                <a:gd name="connsiteY11" fmla="*/ 16058 h 21212"/>
                <a:gd name="connsiteX12" fmla="*/ 16121 w 21212"/>
                <a:gd name="connsiteY12" fmla="*/ 16058 h 21212"/>
                <a:gd name="connsiteX13" fmla="*/ 16164 w 21212"/>
                <a:gd name="connsiteY13" fmla="*/ 16058 h 21212"/>
                <a:gd name="connsiteX14" fmla="*/ 16164 w 21212"/>
                <a:gd name="connsiteY14" fmla="*/ 16015 h 21212"/>
                <a:gd name="connsiteX15" fmla="*/ 16121 w 21212"/>
                <a:gd name="connsiteY15" fmla="*/ 16015 h 21212"/>
                <a:gd name="connsiteX16" fmla="*/ 16036 w 21212"/>
                <a:gd name="connsiteY16" fmla="*/ 15909 h 21212"/>
                <a:gd name="connsiteX17" fmla="*/ 16100 w 21212"/>
                <a:gd name="connsiteY17" fmla="*/ 15909 h 21212"/>
                <a:gd name="connsiteX18" fmla="*/ 16164 w 21212"/>
                <a:gd name="connsiteY18" fmla="*/ 15909 h 21212"/>
                <a:gd name="connsiteX19" fmla="*/ 16164 w 21212"/>
                <a:gd name="connsiteY19" fmla="*/ 15909 h 21212"/>
                <a:gd name="connsiteX20" fmla="*/ 16164 w 21212"/>
                <a:gd name="connsiteY20" fmla="*/ 16015 h 21212"/>
                <a:gd name="connsiteX21" fmla="*/ 16227 w 21212"/>
                <a:gd name="connsiteY21" fmla="*/ 16015 h 21212"/>
                <a:gd name="connsiteX22" fmla="*/ 16227 w 21212"/>
                <a:gd name="connsiteY22" fmla="*/ 16015 h 21212"/>
                <a:gd name="connsiteX23" fmla="*/ 16164 w 21212"/>
                <a:gd name="connsiteY23" fmla="*/ 16058 h 21212"/>
                <a:gd name="connsiteX24" fmla="*/ 16164 w 21212"/>
                <a:gd name="connsiteY2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6058"/>
                  </a:moveTo>
                  <a:lnTo>
                    <a:pt x="16121" y="16058"/>
                  </a:lnTo>
                  <a:cubicBezTo>
                    <a:pt x="16121" y="16079"/>
                    <a:pt x="16121" y="16079"/>
                    <a:pt x="16121" y="16079"/>
                  </a:cubicBezTo>
                  <a:cubicBezTo>
                    <a:pt x="16100" y="16079"/>
                    <a:pt x="16100" y="16079"/>
                    <a:pt x="16100" y="16079"/>
                  </a:cubicBezTo>
                  <a:lnTo>
                    <a:pt x="16036" y="16079"/>
                  </a:lnTo>
                  <a:lnTo>
                    <a:pt x="16036" y="16079"/>
                  </a:lnTo>
                  <a:lnTo>
                    <a:pt x="16036" y="16079"/>
                  </a:lnTo>
                  <a:lnTo>
                    <a:pt x="15909" y="16015"/>
                  </a:lnTo>
                  <a:lnTo>
                    <a:pt x="15951" y="16015"/>
                  </a:lnTo>
                  <a:lnTo>
                    <a:pt x="16036" y="16058"/>
                  </a:lnTo>
                  <a:cubicBezTo>
                    <a:pt x="16100" y="16058"/>
                    <a:pt x="16100" y="16058"/>
                    <a:pt x="16100" y="16058"/>
                  </a:cubicBezTo>
                  <a:cubicBezTo>
                    <a:pt x="16100" y="16058"/>
                    <a:pt x="16100" y="16058"/>
                    <a:pt x="16121" y="16058"/>
                  </a:cubicBezTo>
                  <a:lnTo>
                    <a:pt x="16121" y="16058"/>
                  </a:lnTo>
                  <a:lnTo>
                    <a:pt x="16164" y="16058"/>
                  </a:lnTo>
                  <a:cubicBezTo>
                    <a:pt x="16164" y="16015"/>
                    <a:pt x="16164" y="16015"/>
                    <a:pt x="16164" y="16015"/>
                  </a:cubicBezTo>
                  <a:lnTo>
                    <a:pt x="16121" y="16015"/>
                  </a:lnTo>
                  <a:lnTo>
                    <a:pt x="16036" y="15909"/>
                  </a:lnTo>
                  <a:lnTo>
                    <a:pt x="16100" y="15909"/>
                  </a:lnTo>
                  <a:lnTo>
                    <a:pt x="16164" y="15909"/>
                  </a:lnTo>
                  <a:lnTo>
                    <a:pt x="16164" y="15909"/>
                  </a:lnTo>
                  <a:cubicBezTo>
                    <a:pt x="16164" y="16015"/>
                    <a:pt x="16164" y="16015"/>
                    <a:pt x="16164" y="16015"/>
                  </a:cubicBezTo>
                  <a:cubicBezTo>
                    <a:pt x="16227" y="16015"/>
                    <a:pt x="16227" y="16015"/>
                    <a:pt x="16227" y="16015"/>
                  </a:cubicBezTo>
                  <a:lnTo>
                    <a:pt x="16227" y="16015"/>
                  </a:lnTo>
                  <a:cubicBezTo>
                    <a:pt x="16164" y="16058"/>
                    <a:pt x="16164" y="16058"/>
                    <a:pt x="16164" y="16058"/>
                  </a:cubicBezTo>
                  <a:lnTo>
                    <a:pt x="16164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5A7C6CF-26CA-4378-B32E-B09AA4187DC2}"/>
                </a:ext>
              </a:extLst>
            </p:cNvPr>
            <p:cNvSpPr/>
            <p:nvPr/>
          </p:nvSpPr>
          <p:spPr>
            <a:xfrm>
              <a:off x="6418414" y="4736732"/>
              <a:ext cx="31327" cy="31327"/>
            </a:xfrm>
            <a:custGeom>
              <a:avLst/>
              <a:gdLst>
                <a:gd name="connsiteX0" fmla="*/ 16142 w 21212"/>
                <a:gd name="connsiteY0" fmla="*/ 15951 h 21212"/>
                <a:gd name="connsiteX1" fmla="*/ 16142 w 21212"/>
                <a:gd name="connsiteY1" fmla="*/ 15951 h 21212"/>
                <a:gd name="connsiteX2" fmla="*/ 16142 w 21212"/>
                <a:gd name="connsiteY2" fmla="*/ 15951 h 21212"/>
                <a:gd name="connsiteX3" fmla="*/ 16142 w 21212"/>
                <a:gd name="connsiteY3" fmla="*/ 15951 h 21212"/>
                <a:gd name="connsiteX4" fmla="*/ 16121 w 21212"/>
                <a:gd name="connsiteY4" fmla="*/ 16015 h 21212"/>
                <a:gd name="connsiteX5" fmla="*/ 16121 w 21212"/>
                <a:gd name="connsiteY5" fmla="*/ 16015 h 21212"/>
                <a:gd name="connsiteX6" fmla="*/ 16058 w 21212"/>
                <a:gd name="connsiteY6" fmla="*/ 16015 h 21212"/>
                <a:gd name="connsiteX7" fmla="*/ 16058 w 21212"/>
                <a:gd name="connsiteY7" fmla="*/ 16015 h 21212"/>
                <a:gd name="connsiteX8" fmla="*/ 16058 w 21212"/>
                <a:gd name="connsiteY8" fmla="*/ 16015 h 21212"/>
                <a:gd name="connsiteX9" fmla="*/ 16015 w 21212"/>
                <a:gd name="connsiteY9" fmla="*/ 16015 h 21212"/>
                <a:gd name="connsiteX10" fmla="*/ 16015 w 21212"/>
                <a:gd name="connsiteY10" fmla="*/ 16015 h 21212"/>
                <a:gd name="connsiteX11" fmla="*/ 16015 w 21212"/>
                <a:gd name="connsiteY11" fmla="*/ 16015 h 21212"/>
                <a:gd name="connsiteX12" fmla="*/ 16015 w 21212"/>
                <a:gd name="connsiteY12" fmla="*/ 15973 h 21212"/>
                <a:gd name="connsiteX13" fmla="*/ 16058 w 21212"/>
                <a:gd name="connsiteY13" fmla="*/ 15951 h 21212"/>
                <a:gd name="connsiteX14" fmla="*/ 16058 w 21212"/>
                <a:gd name="connsiteY14" fmla="*/ 15951 h 21212"/>
                <a:gd name="connsiteX15" fmla="*/ 16058 w 21212"/>
                <a:gd name="connsiteY15" fmla="*/ 15951 h 21212"/>
                <a:gd name="connsiteX16" fmla="*/ 16058 w 21212"/>
                <a:gd name="connsiteY16" fmla="*/ 15951 h 21212"/>
                <a:gd name="connsiteX17" fmla="*/ 16058 w 21212"/>
                <a:gd name="connsiteY17" fmla="*/ 15951 h 21212"/>
                <a:gd name="connsiteX18" fmla="*/ 16058 w 21212"/>
                <a:gd name="connsiteY18" fmla="*/ 15951 h 21212"/>
                <a:gd name="connsiteX19" fmla="*/ 16058 w 21212"/>
                <a:gd name="connsiteY19" fmla="*/ 15951 h 21212"/>
                <a:gd name="connsiteX20" fmla="*/ 16015 w 21212"/>
                <a:gd name="connsiteY20" fmla="*/ 15909 h 21212"/>
                <a:gd name="connsiteX21" fmla="*/ 16015 w 21212"/>
                <a:gd name="connsiteY21" fmla="*/ 15951 h 21212"/>
                <a:gd name="connsiteX22" fmla="*/ 15951 w 21212"/>
                <a:gd name="connsiteY22" fmla="*/ 15951 h 21212"/>
                <a:gd name="connsiteX23" fmla="*/ 15951 w 21212"/>
                <a:gd name="connsiteY23" fmla="*/ 15973 h 21212"/>
                <a:gd name="connsiteX24" fmla="*/ 15909 w 21212"/>
                <a:gd name="connsiteY24" fmla="*/ 15951 h 21212"/>
                <a:gd name="connsiteX25" fmla="*/ 15909 w 21212"/>
                <a:gd name="connsiteY25" fmla="*/ 15951 h 21212"/>
                <a:gd name="connsiteX26" fmla="*/ 15951 w 21212"/>
                <a:gd name="connsiteY26" fmla="*/ 15951 h 21212"/>
                <a:gd name="connsiteX27" fmla="*/ 15951 w 21212"/>
                <a:gd name="connsiteY27" fmla="*/ 15951 h 21212"/>
                <a:gd name="connsiteX28" fmla="*/ 15951 w 21212"/>
                <a:gd name="connsiteY28" fmla="*/ 15951 h 21212"/>
                <a:gd name="connsiteX29" fmla="*/ 16058 w 21212"/>
                <a:gd name="connsiteY29" fmla="*/ 15909 h 21212"/>
                <a:gd name="connsiteX30" fmla="*/ 16058 w 21212"/>
                <a:gd name="connsiteY30" fmla="*/ 15909 h 21212"/>
                <a:gd name="connsiteX31" fmla="*/ 16058 w 21212"/>
                <a:gd name="connsiteY31" fmla="*/ 15909 h 21212"/>
                <a:gd name="connsiteX32" fmla="*/ 16058 w 21212"/>
                <a:gd name="connsiteY32" fmla="*/ 15909 h 21212"/>
                <a:gd name="connsiteX33" fmla="*/ 16206 w 21212"/>
                <a:gd name="connsiteY33" fmla="*/ 15951 h 21212"/>
                <a:gd name="connsiteX34" fmla="*/ 16142 w 21212"/>
                <a:gd name="connsiteY34" fmla="*/ 15951 h 21212"/>
                <a:gd name="connsiteX35" fmla="*/ 16142 w 21212"/>
                <a:gd name="connsiteY35" fmla="*/ 15951 h 21212"/>
                <a:gd name="connsiteX36" fmla="*/ 16058 w 21212"/>
                <a:gd name="connsiteY36" fmla="*/ 15951 h 21212"/>
                <a:gd name="connsiteX37" fmla="*/ 16058 w 21212"/>
                <a:gd name="connsiteY37" fmla="*/ 15951 h 21212"/>
                <a:gd name="connsiteX38" fmla="*/ 16058 w 21212"/>
                <a:gd name="connsiteY38" fmla="*/ 15951 h 21212"/>
                <a:gd name="connsiteX39" fmla="*/ 16058 w 21212"/>
                <a:gd name="connsiteY39" fmla="*/ 15951 h 21212"/>
                <a:gd name="connsiteX40" fmla="*/ 16058 w 21212"/>
                <a:gd name="connsiteY40" fmla="*/ 16015 h 21212"/>
                <a:gd name="connsiteX41" fmla="*/ 16058 w 21212"/>
                <a:gd name="connsiteY41" fmla="*/ 16015 h 21212"/>
                <a:gd name="connsiteX42" fmla="*/ 16058 w 21212"/>
                <a:gd name="connsiteY42" fmla="*/ 16015 h 21212"/>
                <a:gd name="connsiteX43" fmla="*/ 16058 w 21212"/>
                <a:gd name="connsiteY43" fmla="*/ 16015 h 21212"/>
                <a:gd name="connsiteX44" fmla="*/ 16121 w 21212"/>
                <a:gd name="connsiteY44" fmla="*/ 15973 h 21212"/>
                <a:gd name="connsiteX45" fmla="*/ 16121 w 21212"/>
                <a:gd name="connsiteY45" fmla="*/ 15973 h 21212"/>
                <a:gd name="connsiteX46" fmla="*/ 16121 w 21212"/>
                <a:gd name="connsiteY46" fmla="*/ 15973 h 21212"/>
                <a:gd name="connsiteX47" fmla="*/ 16121 w 21212"/>
                <a:gd name="connsiteY47" fmla="*/ 15951 h 21212"/>
                <a:gd name="connsiteX48" fmla="*/ 16121 w 21212"/>
                <a:gd name="connsiteY48" fmla="*/ 15951 h 21212"/>
                <a:gd name="connsiteX49" fmla="*/ 16058 w 21212"/>
                <a:gd name="connsiteY4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51"/>
                  </a:moveTo>
                  <a:lnTo>
                    <a:pt x="16142" y="15951"/>
                  </a:lnTo>
                  <a:cubicBezTo>
                    <a:pt x="16142" y="15973"/>
                    <a:pt x="16142" y="15973"/>
                    <a:pt x="16142" y="15951"/>
                  </a:cubicBezTo>
                  <a:lnTo>
                    <a:pt x="16142" y="15951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058" y="16015"/>
                  </a:cubicBezTo>
                  <a:lnTo>
                    <a:pt x="16058" y="16015"/>
                  </a:lnTo>
                  <a:lnTo>
                    <a:pt x="16058" y="16015"/>
                  </a:lnTo>
                  <a:cubicBezTo>
                    <a:pt x="16058" y="16015"/>
                    <a:pt x="16058" y="16015"/>
                    <a:pt x="16015" y="16015"/>
                  </a:cubicBezTo>
                  <a:lnTo>
                    <a:pt x="16015" y="16015"/>
                  </a:lnTo>
                  <a:lnTo>
                    <a:pt x="16015" y="16015"/>
                  </a:lnTo>
                  <a:cubicBezTo>
                    <a:pt x="16015" y="15973"/>
                    <a:pt x="16015" y="15973"/>
                    <a:pt x="16015" y="15973"/>
                  </a:cubicBezTo>
                  <a:cubicBezTo>
                    <a:pt x="16015" y="15973"/>
                    <a:pt x="16015" y="15951"/>
                    <a:pt x="16058" y="15951"/>
                  </a:cubicBezTo>
                  <a:lnTo>
                    <a:pt x="16058" y="15951"/>
                  </a:lnTo>
                  <a:lnTo>
                    <a:pt x="16058" y="15951"/>
                  </a:lnTo>
                  <a:lnTo>
                    <a:pt x="16058" y="15951"/>
                  </a:lnTo>
                  <a:lnTo>
                    <a:pt x="16058" y="15951"/>
                  </a:lnTo>
                  <a:lnTo>
                    <a:pt x="16058" y="15951"/>
                  </a:lnTo>
                  <a:cubicBezTo>
                    <a:pt x="16058" y="15909"/>
                    <a:pt x="16058" y="15951"/>
                    <a:pt x="16058" y="15951"/>
                  </a:cubicBezTo>
                  <a:cubicBezTo>
                    <a:pt x="16058" y="15909"/>
                    <a:pt x="16058" y="15951"/>
                    <a:pt x="16015" y="15909"/>
                  </a:cubicBezTo>
                  <a:lnTo>
                    <a:pt x="16015" y="15951"/>
                  </a:lnTo>
                  <a:cubicBezTo>
                    <a:pt x="15951" y="15951"/>
                    <a:pt x="15951" y="15951"/>
                    <a:pt x="15951" y="15951"/>
                  </a:cubicBezTo>
                  <a:lnTo>
                    <a:pt x="15951" y="15973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cubicBezTo>
                    <a:pt x="16015" y="15909"/>
                    <a:pt x="16015" y="15909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206" y="15951"/>
                  </a:lnTo>
                  <a:lnTo>
                    <a:pt x="16142" y="15951"/>
                  </a:lnTo>
                  <a:lnTo>
                    <a:pt x="16142" y="15951"/>
                  </a:lnTo>
                  <a:close/>
                  <a:moveTo>
                    <a:pt x="16058" y="15951"/>
                  </a:moveTo>
                  <a:lnTo>
                    <a:pt x="16058" y="15951"/>
                  </a:lnTo>
                  <a:lnTo>
                    <a:pt x="16058" y="15951"/>
                  </a:lnTo>
                  <a:cubicBezTo>
                    <a:pt x="16058" y="15973"/>
                    <a:pt x="16058" y="15973"/>
                    <a:pt x="16058" y="15951"/>
                  </a:cubicBez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058" y="16015"/>
                    <a:pt x="16058" y="16015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21" y="15951"/>
                  </a:cubicBezTo>
                  <a:lnTo>
                    <a:pt x="16121" y="15951"/>
                  </a:lnTo>
                  <a:lnTo>
                    <a:pt x="16058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E576701F-FCB1-4684-9B78-250DB03A0C1A}"/>
                </a:ext>
              </a:extLst>
            </p:cNvPr>
            <p:cNvSpPr/>
            <p:nvPr/>
          </p:nvSpPr>
          <p:spPr>
            <a:xfrm>
              <a:off x="6418727" y="4736481"/>
              <a:ext cx="31327" cy="31327"/>
            </a:xfrm>
            <a:custGeom>
              <a:avLst/>
              <a:gdLst>
                <a:gd name="connsiteX0" fmla="*/ 15930 w 21212"/>
                <a:gd name="connsiteY0" fmla="*/ 16079 h 21212"/>
                <a:gd name="connsiteX1" fmla="*/ 15930 w 21212"/>
                <a:gd name="connsiteY1" fmla="*/ 16079 h 21212"/>
                <a:gd name="connsiteX2" fmla="*/ 15909 w 21212"/>
                <a:gd name="connsiteY2" fmla="*/ 16036 h 21212"/>
                <a:gd name="connsiteX3" fmla="*/ 15909 w 21212"/>
                <a:gd name="connsiteY3" fmla="*/ 16036 h 21212"/>
                <a:gd name="connsiteX4" fmla="*/ 15909 w 21212"/>
                <a:gd name="connsiteY4" fmla="*/ 16015 h 21212"/>
                <a:gd name="connsiteX5" fmla="*/ 15909 w 21212"/>
                <a:gd name="connsiteY5" fmla="*/ 16015 h 21212"/>
                <a:gd name="connsiteX6" fmla="*/ 15930 w 21212"/>
                <a:gd name="connsiteY6" fmla="*/ 16015 h 21212"/>
                <a:gd name="connsiteX7" fmla="*/ 15994 w 21212"/>
                <a:gd name="connsiteY7" fmla="*/ 16015 h 21212"/>
                <a:gd name="connsiteX8" fmla="*/ 15994 w 21212"/>
                <a:gd name="connsiteY8" fmla="*/ 16015 h 21212"/>
                <a:gd name="connsiteX9" fmla="*/ 15994 w 21212"/>
                <a:gd name="connsiteY9" fmla="*/ 16015 h 21212"/>
                <a:gd name="connsiteX10" fmla="*/ 15909 w 21212"/>
                <a:gd name="connsiteY10" fmla="*/ 15909 h 21212"/>
                <a:gd name="connsiteX11" fmla="*/ 15930 w 21212"/>
                <a:gd name="connsiteY11" fmla="*/ 15909 h 21212"/>
                <a:gd name="connsiteX12" fmla="*/ 16227 w 21212"/>
                <a:gd name="connsiteY12" fmla="*/ 16015 h 21212"/>
                <a:gd name="connsiteX13" fmla="*/ 16206 w 21212"/>
                <a:gd name="connsiteY13" fmla="*/ 16036 h 21212"/>
                <a:gd name="connsiteX14" fmla="*/ 16185 w 21212"/>
                <a:gd name="connsiteY14" fmla="*/ 16036 h 21212"/>
                <a:gd name="connsiteX15" fmla="*/ 16185 w 21212"/>
                <a:gd name="connsiteY15" fmla="*/ 16036 h 21212"/>
                <a:gd name="connsiteX16" fmla="*/ 16185 w 21212"/>
                <a:gd name="connsiteY16" fmla="*/ 16036 h 21212"/>
                <a:gd name="connsiteX17" fmla="*/ 16185 w 21212"/>
                <a:gd name="connsiteY17" fmla="*/ 16036 h 21212"/>
                <a:gd name="connsiteX18" fmla="*/ 16185 w 21212"/>
                <a:gd name="connsiteY18" fmla="*/ 16079 h 21212"/>
                <a:gd name="connsiteX19" fmla="*/ 16185 w 21212"/>
                <a:gd name="connsiteY19" fmla="*/ 16079 h 21212"/>
                <a:gd name="connsiteX20" fmla="*/ 16121 w 21212"/>
                <a:gd name="connsiteY20" fmla="*/ 16079 h 21212"/>
                <a:gd name="connsiteX21" fmla="*/ 16100 w 21212"/>
                <a:gd name="connsiteY21" fmla="*/ 16079 h 21212"/>
                <a:gd name="connsiteX22" fmla="*/ 15994 w 21212"/>
                <a:gd name="connsiteY22" fmla="*/ 16079 h 21212"/>
                <a:gd name="connsiteX23" fmla="*/ 15930 w 21212"/>
                <a:gd name="connsiteY23" fmla="*/ 16079 h 21212"/>
                <a:gd name="connsiteX24" fmla="*/ 15994 w 21212"/>
                <a:gd name="connsiteY24" fmla="*/ 16079 h 21212"/>
                <a:gd name="connsiteX25" fmla="*/ 15994 w 21212"/>
                <a:gd name="connsiteY25" fmla="*/ 16079 h 21212"/>
                <a:gd name="connsiteX26" fmla="*/ 16100 w 21212"/>
                <a:gd name="connsiteY26" fmla="*/ 16079 h 21212"/>
                <a:gd name="connsiteX27" fmla="*/ 16121 w 21212"/>
                <a:gd name="connsiteY27" fmla="*/ 16079 h 21212"/>
                <a:gd name="connsiteX28" fmla="*/ 16121 w 21212"/>
                <a:gd name="connsiteY28" fmla="*/ 16079 h 21212"/>
                <a:gd name="connsiteX29" fmla="*/ 16185 w 21212"/>
                <a:gd name="connsiteY29" fmla="*/ 16036 h 21212"/>
                <a:gd name="connsiteX30" fmla="*/ 16185 w 21212"/>
                <a:gd name="connsiteY30" fmla="*/ 16036 h 21212"/>
                <a:gd name="connsiteX31" fmla="*/ 16185 w 21212"/>
                <a:gd name="connsiteY31" fmla="*/ 16036 h 21212"/>
                <a:gd name="connsiteX32" fmla="*/ 16185 w 21212"/>
                <a:gd name="connsiteY32" fmla="*/ 16036 h 21212"/>
                <a:gd name="connsiteX33" fmla="*/ 16100 w 21212"/>
                <a:gd name="connsiteY33" fmla="*/ 16015 h 21212"/>
                <a:gd name="connsiteX34" fmla="*/ 15994 w 21212"/>
                <a:gd name="connsiteY34" fmla="*/ 16015 h 21212"/>
                <a:gd name="connsiteX35" fmla="*/ 15930 w 21212"/>
                <a:gd name="connsiteY35" fmla="*/ 16015 h 21212"/>
                <a:gd name="connsiteX36" fmla="*/ 15930 w 21212"/>
                <a:gd name="connsiteY36" fmla="*/ 16015 h 21212"/>
                <a:gd name="connsiteX37" fmla="*/ 15930 w 21212"/>
                <a:gd name="connsiteY37" fmla="*/ 16036 h 21212"/>
                <a:gd name="connsiteX38" fmla="*/ 15930 w 21212"/>
                <a:gd name="connsiteY38" fmla="*/ 16036 h 21212"/>
                <a:gd name="connsiteX39" fmla="*/ 15994 w 21212"/>
                <a:gd name="connsiteY3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30" y="16079"/>
                  </a:moveTo>
                  <a:cubicBezTo>
                    <a:pt x="15930" y="16079"/>
                    <a:pt x="15930" y="16079"/>
                    <a:pt x="15930" y="16079"/>
                  </a:cubicBezTo>
                  <a:cubicBezTo>
                    <a:pt x="15909" y="16079"/>
                    <a:pt x="15909" y="16079"/>
                    <a:pt x="15909" y="16036"/>
                  </a:cubicBezTo>
                  <a:lnTo>
                    <a:pt x="15909" y="16036"/>
                  </a:lnTo>
                  <a:cubicBezTo>
                    <a:pt x="15909" y="16036"/>
                    <a:pt x="15909" y="16036"/>
                    <a:pt x="15909" y="16015"/>
                  </a:cubicBezTo>
                  <a:lnTo>
                    <a:pt x="15909" y="16015"/>
                  </a:lnTo>
                  <a:cubicBezTo>
                    <a:pt x="15930" y="16015"/>
                    <a:pt x="15930" y="16015"/>
                    <a:pt x="15930" y="16015"/>
                  </a:cubicBezTo>
                  <a:cubicBezTo>
                    <a:pt x="15930" y="16015"/>
                    <a:pt x="15930" y="16015"/>
                    <a:pt x="15994" y="16015"/>
                  </a:cubicBezTo>
                  <a:lnTo>
                    <a:pt x="15994" y="16015"/>
                  </a:lnTo>
                  <a:lnTo>
                    <a:pt x="15994" y="16015"/>
                  </a:lnTo>
                  <a:lnTo>
                    <a:pt x="15909" y="15909"/>
                  </a:lnTo>
                  <a:lnTo>
                    <a:pt x="15930" y="15909"/>
                  </a:lnTo>
                  <a:lnTo>
                    <a:pt x="16227" y="16015"/>
                  </a:lnTo>
                  <a:lnTo>
                    <a:pt x="16206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79"/>
                  </a:lnTo>
                  <a:lnTo>
                    <a:pt x="16185" y="16079"/>
                  </a:lnTo>
                  <a:lnTo>
                    <a:pt x="16121" y="16079"/>
                  </a:lnTo>
                  <a:lnTo>
                    <a:pt x="16100" y="16079"/>
                  </a:lnTo>
                  <a:lnTo>
                    <a:pt x="15994" y="16079"/>
                  </a:lnTo>
                  <a:cubicBezTo>
                    <a:pt x="15930" y="16079"/>
                    <a:pt x="15930" y="16079"/>
                    <a:pt x="15930" y="16079"/>
                  </a:cubicBezTo>
                  <a:close/>
                  <a:moveTo>
                    <a:pt x="15994" y="16079"/>
                  </a:moveTo>
                  <a:lnTo>
                    <a:pt x="15994" y="16079"/>
                  </a:lnTo>
                  <a:lnTo>
                    <a:pt x="16100" y="16079"/>
                  </a:lnTo>
                  <a:lnTo>
                    <a:pt x="16121" y="16079"/>
                  </a:lnTo>
                  <a:lnTo>
                    <a:pt x="16121" y="16079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00" y="16015"/>
                  </a:lnTo>
                  <a:lnTo>
                    <a:pt x="15994" y="16015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30" y="16036"/>
                    <a:pt x="15930" y="16036"/>
                    <a:pt x="15994" y="1607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56CCB9B9-0A3B-48D9-9483-C008E3465992}"/>
                </a:ext>
              </a:extLst>
            </p:cNvPr>
            <p:cNvSpPr/>
            <p:nvPr/>
          </p:nvSpPr>
          <p:spPr>
            <a:xfrm>
              <a:off x="6419009" y="4736388"/>
              <a:ext cx="31327" cy="31327"/>
            </a:xfrm>
            <a:custGeom>
              <a:avLst/>
              <a:gdLst>
                <a:gd name="connsiteX0" fmla="*/ 16142 w 21212"/>
                <a:gd name="connsiteY0" fmla="*/ 15973 h 21212"/>
                <a:gd name="connsiteX1" fmla="*/ 16142 w 21212"/>
                <a:gd name="connsiteY1" fmla="*/ 15973 h 21212"/>
                <a:gd name="connsiteX2" fmla="*/ 16142 w 21212"/>
                <a:gd name="connsiteY2" fmla="*/ 15973 h 21212"/>
                <a:gd name="connsiteX3" fmla="*/ 16142 w 21212"/>
                <a:gd name="connsiteY3" fmla="*/ 15973 h 21212"/>
                <a:gd name="connsiteX4" fmla="*/ 16100 w 21212"/>
                <a:gd name="connsiteY4" fmla="*/ 15994 h 21212"/>
                <a:gd name="connsiteX5" fmla="*/ 16100 w 21212"/>
                <a:gd name="connsiteY5" fmla="*/ 15994 h 21212"/>
                <a:gd name="connsiteX6" fmla="*/ 16079 w 21212"/>
                <a:gd name="connsiteY6" fmla="*/ 16079 h 21212"/>
                <a:gd name="connsiteX7" fmla="*/ 16079 w 21212"/>
                <a:gd name="connsiteY7" fmla="*/ 16079 h 21212"/>
                <a:gd name="connsiteX8" fmla="*/ 16015 w 21212"/>
                <a:gd name="connsiteY8" fmla="*/ 16079 h 21212"/>
                <a:gd name="connsiteX9" fmla="*/ 15994 w 21212"/>
                <a:gd name="connsiteY9" fmla="*/ 16079 h 21212"/>
                <a:gd name="connsiteX10" fmla="*/ 15994 w 21212"/>
                <a:gd name="connsiteY10" fmla="*/ 15994 h 21212"/>
                <a:gd name="connsiteX11" fmla="*/ 15994 w 21212"/>
                <a:gd name="connsiteY11" fmla="*/ 15994 h 21212"/>
                <a:gd name="connsiteX12" fmla="*/ 15994 w 21212"/>
                <a:gd name="connsiteY12" fmla="*/ 15973 h 21212"/>
                <a:gd name="connsiteX13" fmla="*/ 16015 w 21212"/>
                <a:gd name="connsiteY13" fmla="*/ 15973 h 21212"/>
                <a:gd name="connsiteX14" fmla="*/ 16015 w 21212"/>
                <a:gd name="connsiteY14" fmla="*/ 15973 h 21212"/>
                <a:gd name="connsiteX15" fmla="*/ 16079 w 21212"/>
                <a:gd name="connsiteY15" fmla="*/ 15973 h 21212"/>
                <a:gd name="connsiteX16" fmla="*/ 16079 w 21212"/>
                <a:gd name="connsiteY16" fmla="*/ 15973 h 21212"/>
                <a:gd name="connsiteX17" fmla="*/ 16079 w 21212"/>
                <a:gd name="connsiteY17" fmla="*/ 15973 h 21212"/>
                <a:gd name="connsiteX18" fmla="*/ 16079 w 21212"/>
                <a:gd name="connsiteY18" fmla="*/ 15930 h 21212"/>
                <a:gd name="connsiteX19" fmla="*/ 16015 w 21212"/>
                <a:gd name="connsiteY19" fmla="*/ 15930 h 21212"/>
                <a:gd name="connsiteX20" fmla="*/ 16015 w 21212"/>
                <a:gd name="connsiteY20" fmla="*/ 15930 h 21212"/>
                <a:gd name="connsiteX21" fmla="*/ 15994 w 21212"/>
                <a:gd name="connsiteY21" fmla="*/ 15973 h 21212"/>
                <a:gd name="connsiteX22" fmla="*/ 15973 w 21212"/>
                <a:gd name="connsiteY22" fmla="*/ 15973 h 21212"/>
                <a:gd name="connsiteX23" fmla="*/ 15973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73 h 21212"/>
                <a:gd name="connsiteX26" fmla="*/ 15973 w 21212"/>
                <a:gd name="connsiteY26" fmla="*/ 15973 h 21212"/>
                <a:gd name="connsiteX27" fmla="*/ 15973 w 21212"/>
                <a:gd name="connsiteY27" fmla="*/ 15973 h 21212"/>
                <a:gd name="connsiteX28" fmla="*/ 15973 w 21212"/>
                <a:gd name="connsiteY28" fmla="*/ 15930 h 21212"/>
                <a:gd name="connsiteX29" fmla="*/ 16015 w 21212"/>
                <a:gd name="connsiteY29" fmla="*/ 15930 h 21212"/>
                <a:gd name="connsiteX30" fmla="*/ 16079 w 21212"/>
                <a:gd name="connsiteY30" fmla="*/ 15909 h 21212"/>
                <a:gd name="connsiteX31" fmla="*/ 16079 w 21212"/>
                <a:gd name="connsiteY31" fmla="*/ 15930 h 21212"/>
                <a:gd name="connsiteX32" fmla="*/ 16079 w 21212"/>
                <a:gd name="connsiteY32" fmla="*/ 15930 h 21212"/>
                <a:gd name="connsiteX33" fmla="*/ 16206 w 21212"/>
                <a:gd name="connsiteY33" fmla="*/ 15973 h 21212"/>
                <a:gd name="connsiteX34" fmla="*/ 16142 w 21212"/>
                <a:gd name="connsiteY34" fmla="*/ 15973 h 21212"/>
                <a:gd name="connsiteX35" fmla="*/ 16142 w 21212"/>
                <a:gd name="connsiteY35" fmla="*/ 15973 h 21212"/>
                <a:gd name="connsiteX36" fmla="*/ 16079 w 21212"/>
                <a:gd name="connsiteY36" fmla="*/ 15973 h 21212"/>
                <a:gd name="connsiteX37" fmla="*/ 16079 w 21212"/>
                <a:gd name="connsiteY37" fmla="*/ 15973 h 21212"/>
                <a:gd name="connsiteX38" fmla="*/ 16079 w 21212"/>
                <a:gd name="connsiteY38" fmla="*/ 15973 h 21212"/>
                <a:gd name="connsiteX39" fmla="*/ 16015 w 21212"/>
                <a:gd name="connsiteY39" fmla="*/ 15994 h 21212"/>
                <a:gd name="connsiteX40" fmla="*/ 16015 w 21212"/>
                <a:gd name="connsiteY40" fmla="*/ 15994 h 21212"/>
                <a:gd name="connsiteX41" fmla="*/ 16079 w 21212"/>
                <a:gd name="connsiteY41" fmla="*/ 15973 h 21212"/>
                <a:gd name="connsiteX42" fmla="*/ 16079 w 21212"/>
                <a:gd name="connsiteY42" fmla="*/ 15973 h 21212"/>
                <a:gd name="connsiteX43" fmla="*/ 16079 w 21212"/>
                <a:gd name="connsiteY43" fmla="*/ 15973 h 21212"/>
                <a:gd name="connsiteX44" fmla="*/ 16079 w 21212"/>
                <a:gd name="connsiteY44" fmla="*/ 15973 h 21212"/>
                <a:gd name="connsiteX45" fmla="*/ 16079 w 21212"/>
                <a:gd name="connsiteY45" fmla="*/ 15973 h 21212"/>
                <a:gd name="connsiteX46" fmla="*/ 16079 w 21212"/>
                <a:gd name="connsiteY46" fmla="*/ 15973 h 21212"/>
                <a:gd name="connsiteX47" fmla="*/ 16079 w 21212"/>
                <a:gd name="connsiteY47" fmla="*/ 15973 h 21212"/>
                <a:gd name="connsiteX48" fmla="*/ 16079 w 21212"/>
                <a:gd name="connsiteY48" fmla="*/ 15973 h 21212"/>
                <a:gd name="connsiteX49" fmla="*/ 16079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73"/>
                  </a:move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079" y="16079"/>
                  </a:lnTo>
                  <a:lnTo>
                    <a:pt x="16079" y="16079"/>
                  </a:lnTo>
                  <a:lnTo>
                    <a:pt x="16015" y="16079"/>
                  </a:lnTo>
                  <a:cubicBezTo>
                    <a:pt x="16015" y="16079"/>
                    <a:pt x="16015" y="16079"/>
                    <a:pt x="15994" y="16079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5994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cubicBezTo>
                    <a:pt x="16079" y="15930"/>
                    <a:pt x="16079" y="15930"/>
                    <a:pt x="16079" y="15930"/>
                  </a:cubicBezTo>
                  <a:lnTo>
                    <a:pt x="16015" y="15930"/>
                  </a:lnTo>
                  <a:lnTo>
                    <a:pt x="16015" y="15930"/>
                  </a:lnTo>
                  <a:cubicBezTo>
                    <a:pt x="15994" y="15930"/>
                    <a:pt x="15994" y="15973"/>
                    <a:pt x="15994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5973" y="15930"/>
                  </a:cubicBezTo>
                  <a:cubicBezTo>
                    <a:pt x="15994" y="15930"/>
                    <a:pt x="15994" y="15930"/>
                    <a:pt x="16015" y="15930"/>
                  </a:cubicBezTo>
                  <a:cubicBezTo>
                    <a:pt x="16015" y="15930"/>
                    <a:pt x="16015" y="15909"/>
                    <a:pt x="16079" y="15909"/>
                  </a:cubicBezTo>
                  <a:cubicBezTo>
                    <a:pt x="16079" y="15909"/>
                    <a:pt x="16079" y="15909"/>
                    <a:pt x="16079" y="15930"/>
                  </a:cubicBezTo>
                  <a:lnTo>
                    <a:pt x="16079" y="15930"/>
                  </a:lnTo>
                  <a:lnTo>
                    <a:pt x="16206" y="15973"/>
                  </a:lnTo>
                  <a:lnTo>
                    <a:pt x="16142" y="15973"/>
                  </a:lnTo>
                  <a:lnTo>
                    <a:pt x="16142" y="15973"/>
                  </a:lnTo>
                  <a:close/>
                  <a:moveTo>
                    <a:pt x="16079" y="15973"/>
                  </a:moveTo>
                  <a:lnTo>
                    <a:pt x="16079" y="15973"/>
                  </a:lnTo>
                  <a:lnTo>
                    <a:pt x="16079" y="15973"/>
                  </a:lnTo>
                  <a:cubicBezTo>
                    <a:pt x="16015" y="15973"/>
                    <a:pt x="16015" y="15973"/>
                    <a:pt x="16015" y="15994"/>
                  </a:cubicBezTo>
                  <a:lnTo>
                    <a:pt x="16015" y="15994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7D414F9-FFF8-4A24-B282-389FC260423A}"/>
                </a:ext>
              </a:extLst>
            </p:cNvPr>
            <p:cNvSpPr/>
            <p:nvPr/>
          </p:nvSpPr>
          <p:spPr>
            <a:xfrm>
              <a:off x="6405164" y="4745346"/>
              <a:ext cx="31327" cy="31327"/>
            </a:xfrm>
            <a:custGeom>
              <a:avLst/>
              <a:gdLst>
                <a:gd name="connsiteX0" fmla="*/ 15973 w 21212"/>
                <a:gd name="connsiteY0" fmla="*/ 15930 h 21212"/>
                <a:gd name="connsiteX1" fmla="*/ 15973 w 21212"/>
                <a:gd name="connsiteY1" fmla="*/ 15930 h 21212"/>
                <a:gd name="connsiteX2" fmla="*/ 15973 w 21212"/>
                <a:gd name="connsiteY2" fmla="*/ 15930 h 21212"/>
                <a:gd name="connsiteX3" fmla="*/ 15973 w 21212"/>
                <a:gd name="connsiteY3" fmla="*/ 15930 h 21212"/>
                <a:gd name="connsiteX4" fmla="*/ 15973 w 21212"/>
                <a:gd name="connsiteY4" fmla="*/ 15930 h 21212"/>
                <a:gd name="connsiteX5" fmla="*/ 15973 w 21212"/>
                <a:gd name="connsiteY5" fmla="*/ 15930 h 21212"/>
                <a:gd name="connsiteX6" fmla="*/ 15973 w 21212"/>
                <a:gd name="connsiteY6" fmla="*/ 15930 h 21212"/>
                <a:gd name="connsiteX7" fmla="*/ 16079 w 21212"/>
                <a:gd name="connsiteY7" fmla="*/ 15909 h 21212"/>
                <a:gd name="connsiteX8" fmla="*/ 16206 w 21212"/>
                <a:gd name="connsiteY8" fmla="*/ 15994 h 21212"/>
                <a:gd name="connsiteX9" fmla="*/ 16227 w 21212"/>
                <a:gd name="connsiteY9" fmla="*/ 16015 h 21212"/>
                <a:gd name="connsiteX10" fmla="*/ 16227 w 21212"/>
                <a:gd name="connsiteY10" fmla="*/ 16015 h 21212"/>
                <a:gd name="connsiteX11" fmla="*/ 16227 w 21212"/>
                <a:gd name="connsiteY11" fmla="*/ 16015 h 21212"/>
                <a:gd name="connsiteX12" fmla="*/ 16206 w 21212"/>
                <a:gd name="connsiteY12" fmla="*/ 16058 h 21212"/>
                <a:gd name="connsiteX13" fmla="*/ 16142 w 21212"/>
                <a:gd name="connsiteY13" fmla="*/ 16142 h 21212"/>
                <a:gd name="connsiteX14" fmla="*/ 16121 w 21212"/>
                <a:gd name="connsiteY14" fmla="*/ 16142 h 21212"/>
                <a:gd name="connsiteX15" fmla="*/ 16121 w 21212"/>
                <a:gd name="connsiteY15" fmla="*/ 16142 h 21212"/>
                <a:gd name="connsiteX16" fmla="*/ 16121 w 21212"/>
                <a:gd name="connsiteY16" fmla="*/ 16142 h 21212"/>
                <a:gd name="connsiteX17" fmla="*/ 16142 w 21212"/>
                <a:gd name="connsiteY17" fmla="*/ 16142 h 21212"/>
                <a:gd name="connsiteX18" fmla="*/ 16142 w 21212"/>
                <a:gd name="connsiteY18" fmla="*/ 16058 h 21212"/>
                <a:gd name="connsiteX19" fmla="*/ 16142 w 21212"/>
                <a:gd name="connsiteY19" fmla="*/ 16058 h 21212"/>
                <a:gd name="connsiteX20" fmla="*/ 16206 w 21212"/>
                <a:gd name="connsiteY20" fmla="*/ 16015 h 21212"/>
                <a:gd name="connsiteX21" fmla="*/ 16206 w 21212"/>
                <a:gd name="connsiteY21" fmla="*/ 15994 h 21212"/>
                <a:gd name="connsiteX22" fmla="*/ 16142 w 21212"/>
                <a:gd name="connsiteY22" fmla="*/ 15994 h 21212"/>
                <a:gd name="connsiteX23" fmla="*/ 16142 w 21212"/>
                <a:gd name="connsiteY23" fmla="*/ 15994 h 21212"/>
                <a:gd name="connsiteX24" fmla="*/ 16142 w 21212"/>
                <a:gd name="connsiteY24" fmla="*/ 16015 h 21212"/>
                <a:gd name="connsiteX25" fmla="*/ 16142 w 21212"/>
                <a:gd name="connsiteY25" fmla="*/ 16015 h 21212"/>
                <a:gd name="connsiteX26" fmla="*/ 16121 w 21212"/>
                <a:gd name="connsiteY26" fmla="*/ 16015 h 21212"/>
                <a:gd name="connsiteX27" fmla="*/ 16121 w 21212"/>
                <a:gd name="connsiteY27" fmla="*/ 16015 h 21212"/>
                <a:gd name="connsiteX28" fmla="*/ 16079 w 21212"/>
                <a:gd name="connsiteY28" fmla="*/ 16015 h 21212"/>
                <a:gd name="connsiteX29" fmla="*/ 15994 w 21212"/>
                <a:gd name="connsiteY29" fmla="*/ 16058 h 21212"/>
                <a:gd name="connsiteX30" fmla="*/ 15973 w 21212"/>
                <a:gd name="connsiteY30" fmla="*/ 16015 h 21212"/>
                <a:gd name="connsiteX31" fmla="*/ 15973 w 21212"/>
                <a:gd name="connsiteY31" fmla="*/ 16015 h 21212"/>
                <a:gd name="connsiteX32" fmla="*/ 15909 w 21212"/>
                <a:gd name="connsiteY32" fmla="*/ 16015 h 21212"/>
                <a:gd name="connsiteX33" fmla="*/ 15909 w 21212"/>
                <a:gd name="connsiteY33" fmla="*/ 15994 h 21212"/>
                <a:gd name="connsiteX34" fmla="*/ 15909 w 21212"/>
                <a:gd name="connsiteY34" fmla="*/ 15994 h 21212"/>
                <a:gd name="connsiteX35" fmla="*/ 15973 w 21212"/>
                <a:gd name="connsiteY35" fmla="*/ 15930 h 21212"/>
                <a:gd name="connsiteX36" fmla="*/ 15973 w 21212"/>
                <a:gd name="connsiteY36" fmla="*/ 16015 h 21212"/>
                <a:gd name="connsiteX37" fmla="*/ 15973 w 21212"/>
                <a:gd name="connsiteY37" fmla="*/ 16015 h 21212"/>
                <a:gd name="connsiteX38" fmla="*/ 16079 w 21212"/>
                <a:gd name="connsiteY38" fmla="*/ 16015 h 21212"/>
                <a:gd name="connsiteX39" fmla="*/ 16079 w 21212"/>
                <a:gd name="connsiteY39" fmla="*/ 16015 h 21212"/>
                <a:gd name="connsiteX40" fmla="*/ 16121 w 21212"/>
                <a:gd name="connsiteY40" fmla="*/ 16015 h 21212"/>
                <a:gd name="connsiteX41" fmla="*/ 16121 w 21212"/>
                <a:gd name="connsiteY41" fmla="*/ 16015 h 21212"/>
                <a:gd name="connsiteX42" fmla="*/ 16142 w 21212"/>
                <a:gd name="connsiteY42" fmla="*/ 15994 h 21212"/>
                <a:gd name="connsiteX43" fmla="*/ 16079 w 21212"/>
                <a:gd name="connsiteY43" fmla="*/ 15930 h 21212"/>
                <a:gd name="connsiteX44" fmla="*/ 16079 w 21212"/>
                <a:gd name="connsiteY44" fmla="*/ 15930 h 21212"/>
                <a:gd name="connsiteX45" fmla="*/ 15994 w 21212"/>
                <a:gd name="connsiteY45" fmla="*/ 15930 h 21212"/>
                <a:gd name="connsiteX46" fmla="*/ 15994 w 21212"/>
                <a:gd name="connsiteY46" fmla="*/ 15930 h 21212"/>
                <a:gd name="connsiteX47" fmla="*/ 15973 w 21212"/>
                <a:gd name="connsiteY47" fmla="*/ 16015 h 21212"/>
                <a:gd name="connsiteX48" fmla="*/ 15973 w 21212"/>
                <a:gd name="connsiteY48" fmla="*/ 16015 h 21212"/>
                <a:gd name="connsiteX49" fmla="*/ 15973 w 21212"/>
                <a:gd name="connsiteY49" fmla="*/ 16015 h 21212"/>
                <a:gd name="connsiteX50" fmla="*/ 15973 w 21212"/>
                <a:gd name="connsiteY50" fmla="*/ 16015 h 21212"/>
                <a:gd name="connsiteX51" fmla="*/ 15973 w 21212"/>
                <a:gd name="connsiteY51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73" y="15930"/>
                  </a:moveTo>
                  <a:lnTo>
                    <a:pt x="15973" y="15930"/>
                  </a:lnTo>
                  <a:cubicBezTo>
                    <a:pt x="15973" y="15930"/>
                    <a:pt x="15973" y="15930"/>
                    <a:pt x="15973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6079" y="15909"/>
                  </a:lnTo>
                  <a:lnTo>
                    <a:pt x="16206" y="15994"/>
                  </a:lnTo>
                  <a:cubicBezTo>
                    <a:pt x="16227" y="15994"/>
                    <a:pt x="16227" y="16015"/>
                    <a:pt x="16227" y="16015"/>
                  </a:cubicBezTo>
                  <a:lnTo>
                    <a:pt x="16227" y="16015"/>
                  </a:lnTo>
                  <a:lnTo>
                    <a:pt x="16227" y="16015"/>
                  </a:lnTo>
                  <a:cubicBezTo>
                    <a:pt x="16206" y="16058"/>
                    <a:pt x="16206" y="16058"/>
                    <a:pt x="16206" y="16058"/>
                  </a:cubicBezTo>
                  <a:cubicBezTo>
                    <a:pt x="16206" y="16142"/>
                    <a:pt x="16142" y="16142"/>
                    <a:pt x="16142" y="16142"/>
                  </a:cubicBezTo>
                  <a:lnTo>
                    <a:pt x="16121" y="16142"/>
                  </a:lnTo>
                  <a:lnTo>
                    <a:pt x="16121" y="16142"/>
                  </a:lnTo>
                  <a:lnTo>
                    <a:pt x="16121" y="16142"/>
                  </a:lnTo>
                  <a:cubicBezTo>
                    <a:pt x="16121" y="16142"/>
                    <a:pt x="16121" y="16058"/>
                    <a:pt x="16142" y="16142"/>
                  </a:cubicBezTo>
                  <a:lnTo>
                    <a:pt x="16142" y="16058"/>
                  </a:lnTo>
                  <a:lnTo>
                    <a:pt x="16142" y="16058"/>
                  </a:lnTo>
                  <a:cubicBezTo>
                    <a:pt x="16206" y="16015"/>
                    <a:pt x="16206" y="16015"/>
                    <a:pt x="16206" y="16015"/>
                  </a:cubicBezTo>
                  <a:cubicBezTo>
                    <a:pt x="16206" y="16015"/>
                    <a:pt x="16206" y="16015"/>
                    <a:pt x="16206" y="15994"/>
                  </a:cubicBezTo>
                  <a:lnTo>
                    <a:pt x="16142" y="15994"/>
                  </a:lnTo>
                  <a:lnTo>
                    <a:pt x="16142" y="15994"/>
                  </a:lnTo>
                  <a:lnTo>
                    <a:pt x="16142" y="16015"/>
                  </a:lnTo>
                  <a:lnTo>
                    <a:pt x="16142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5994" y="16058"/>
                  </a:lnTo>
                  <a:cubicBezTo>
                    <a:pt x="15994" y="16058"/>
                    <a:pt x="15994" y="16058"/>
                    <a:pt x="15973" y="16015"/>
                  </a:cubicBezTo>
                  <a:lnTo>
                    <a:pt x="15973" y="16015"/>
                  </a:lnTo>
                  <a:cubicBezTo>
                    <a:pt x="15909" y="16015"/>
                    <a:pt x="15909" y="16015"/>
                    <a:pt x="15909" y="16015"/>
                  </a:cubicBezTo>
                  <a:cubicBezTo>
                    <a:pt x="15909" y="16015"/>
                    <a:pt x="15909" y="16015"/>
                    <a:pt x="15909" y="15994"/>
                  </a:cubicBezTo>
                  <a:lnTo>
                    <a:pt x="15909" y="15994"/>
                  </a:lnTo>
                  <a:cubicBezTo>
                    <a:pt x="15909" y="15994"/>
                    <a:pt x="15909" y="15994"/>
                    <a:pt x="15973" y="15930"/>
                  </a:cubicBezTo>
                  <a:close/>
                  <a:moveTo>
                    <a:pt x="15973" y="16015"/>
                  </a:moveTo>
                  <a:cubicBezTo>
                    <a:pt x="15994" y="16015"/>
                    <a:pt x="15994" y="16015"/>
                    <a:pt x="15973" y="16015"/>
                  </a:cubicBezTo>
                  <a:lnTo>
                    <a:pt x="16079" y="16015"/>
                  </a:lnTo>
                  <a:lnTo>
                    <a:pt x="16079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142" y="15994"/>
                    <a:pt x="16142" y="15994"/>
                    <a:pt x="16142" y="15994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73" y="15994"/>
                    <a:pt x="15973" y="15994"/>
                    <a:pt x="15973" y="16015"/>
                  </a:cubicBez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E129F76E-761F-4AD5-BC79-69722D562935}"/>
                </a:ext>
              </a:extLst>
            </p:cNvPr>
            <p:cNvSpPr/>
            <p:nvPr/>
          </p:nvSpPr>
          <p:spPr>
            <a:xfrm>
              <a:off x="6405477" y="4745220"/>
              <a:ext cx="31327" cy="31327"/>
            </a:xfrm>
            <a:custGeom>
              <a:avLst/>
              <a:gdLst>
                <a:gd name="connsiteX0" fmla="*/ 16015 w 21212"/>
                <a:gd name="connsiteY0" fmla="*/ 15951 h 21212"/>
                <a:gd name="connsiteX1" fmla="*/ 16015 w 21212"/>
                <a:gd name="connsiteY1" fmla="*/ 15951 h 21212"/>
                <a:gd name="connsiteX2" fmla="*/ 16015 w 21212"/>
                <a:gd name="connsiteY2" fmla="*/ 15951 h 21212"/>
                <a:gd name="connsiteX3" fmla="*/ 16015 w 21212"/>
                <a:gd name="connsiteY3" fmla="*/ 15951 h 21212"/>
                <a:gd name="connsiteX4" fmla="*/ 16015 w 21212"/>
                <a:gd name="connsiteY4" fmla="*/ 15951 h 21212"/>
                <a:gd name="connsiteX5" fmla="*/ 15930 w 21212"/>
                <a:gd name="connsiteY5" fmla="*/ 16015 h 21212"/>
                <a:gd name="connsiteX6" fmla="*/ 16058 w 21212"/>
                <a:gd name="connsiteY6" fmla="*/ 16036 h 21212"/>
                <a:gd name="connsiteX7" fmla="*/ 16015 w 21212"/>
                <a:gd name="connsiteY7" fmla="*/ 16036 h 21212"/>
                <a:gd name="connsiteX8" fmla="*/ 15909 w 21212"/>
                <a:gd name="connsiteY8" fmla="*/ 16015 h 21212"/>
                <a:gd name="connsiteX9" fmla="*/ 15909 w 21212"/>
                <a:gd name="connsiteY9" fmla="*/ 15951 h 21212"/>
                <a:gd name="connsiteX10" fmla="*/ 15930 w 21212"/>
                <a:gd name="connsiteY10" fmla="*/ 15951 h 21212"/>
                <a:gd name="connsiteX11" fmla="*/ 15930 w 21212"/>
                <a:gd name="connsiteY11" fmla="*/ 15951 h 21212"/>
                <a:gd name="connsiteX12" fmla="*/ 15930 w 21212"/>
                <a:gd name="connsiteY12" fmla="*/ 15951 h 21212"/>
                <a:gd name="connsiteX13" fmla="*/ 15930 w 21212"/>
                <a:gd name="connsiteY13" fmla="*/ 15951 h 21212"/>
                <a:gd name="connsiteX14" fmla="*/ 15930 w 21212"/>
                <a:gd name="connsiteY14" fmla="*/ 15951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6015 w 21212"/>
                <a:gd name="connsiteY18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51"/>
                  </a:moveTo>
                  <a:lnTo>
                    <a:pt x="16015" y="15951"/>
                  </a:lnTo>
                  <a:cubicBezTo>
                    <a:pt x="15994" y="15951"/>
                    <a:pt x="15994" y="15951"/>
                    <a:pt x="16015" y="15951"/>
                  </a:cubicBezTo>
                  <a:lnTo>
                    <a:pt x="16015" y="15951"/>
                  </a:lnTo>
                  <a:lnTo>
                    <a:pt x="16015" y="15951"/>
                  </a:lnTo>
                  <a:lnTo>
                    <a:pt x="15930" y="16015"/>
                  </a:lnTo>
                  <a:lnTo>
                    <a:pt x="16058" y="16036"/>
                  </a:lnTo>
                  <a:lnTo>
                    <a:pt x="16015" y="16036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lnTo>
                    <a:pt x="15930" y="15951"/>
                  </a:lnTo>
                  <a:cubicBezTo>
                    <a:pt x="15930" y="15951"/>
                    <a:pt x="15994" y="15951"/>
                    <a:pt x="15994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6015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FA3732D-B2BA-45D6-8405-99D5CBC6BD01}"/>
                </a:ext>
              </a:extLst>
            </p:cNvPr>
            <p:cNvSpPr/>
            <p:nvPr/>
          </p:nvSpPr>
          <p:spPr>
            <a:xfrm>
              <a:off x="6405633" y="4745096"/>
              <a:ext cx="31327" cy="31327"/>
            </a:xfrm>
            <a:custGeom>
              <a:avLst/>
              <a:gdLst>
                <a:gd name="connsiteX0" fmla="*/ 16121 w 21212"/>
                <a:gd name="connsiteY0" fmla="*/ 15994 h 21212"/>
                <a:gd name="connsiteX1" fmla="*/ 16121 w 21212"/>
                <a:gd name="connsiteY1" fmla="*/ 15994 h 21212"/>
                <a:gd name="connsiteX2" fmla="*/ 16121 w 21212"/>
                <a:gd name="connsiteY2" fmla="*/ 15994 h 21212"/>
                <a:gd name="connsiteX3" fmla="*/ 16121 w 21212"/>
                <a:gd name="connsiteY3" fmla="*/ 15994 h 21212"/>
                <a:gd name="connsiteX4" fmla="*/ 16121 w 21212"/>
                <a:gd name="connsiteY4" fmla="*/ 16036 h 21212"/>
                <a:gd name="connsiteX5" fmla="*/ 16121 w 21212"/>
                <a:gd name="connsiteY5" fmla="*/ 16036 h 21212"/>
                <a:gd name="connsiteX6" fmla="*/ 16079 w 21212"/>
                <a:gd name="connsiteY6" fmla="*/ 16036 h 21212"/>
                <a:gd name="connsiteX7" fmla="*/ 16036 w 21212"/>
                <a:gd name="connsiteY7" fmla="*/ 16036 h 21212"/>
                <a:gd name="connsiteX8" fmla="*/ 16036 w 21212"/>
                <a:gd name="connsiteY8" fmla="*/ 16036 h 21212"/>
                <a:gd name="connsiteX9" fmla="*/ 15973 w 21212"/>
                <a:gd name="connsiteY9" fmla="*/ 16036 h 21212"/>
                <a:gd name="connsiteX10" fmla="*/ 15973 w 21212"/>
                <a:gd name="connsiteY10" fmla="*/ 16036 h 21212"/>
                <a:gd name="connsiteX11" fmla="*/ 15973 w 21212"/>
                <a:gd name="connsiteY11" fmla="*/ 16036 h 21212"/>
                <a:gd name="connsiteX12" fmla="*/ 15973 w 21212"/>
                <a:gd name="connsiteY12" fmla="*/ 15994 h 21212"/>
                <a:gd name="connsiteX13" fmla="*/ 16036 w 21212"/>
                <a:gd name="connsiteY13" fmla="*/ 15994 h 21212"/>
                <a:gd name="connsiteX14" fmla="*/ 16036 w 21212"/>
                <a:gd name="connsiteY14" fmla="*/ 15973 h 21212"/>
                <a:gd name="connsiteX15" fmla="*/ 16079 w 21212"/>
                <a:gd name="connsiteY15" fmla="*/ 15973 h 21212"/>
                <a:gd name="connsiteX16" fmla="*/ 16079 w 21212"/>
                <a:gd name="connsiteY16" fmla="*/ 15973 h 21212"/>
                <a:gd name="connsiteX17" fmla="*/ 16036 w 21212"/>
                <a:gd name="connsiteY17" fmla="*/ 15973 h 21212"/>
                <a:gd name="connsiteX18" fmla="*/ 16036 w 21212"/>
                <a:gd name="connsiteY18" fmla="*/ 15973 h 21212"/>
                <a:gd name="connsiteX19" fmla="*/ 16036 w 21212"/>
                <a:gd name="connsiteY19" fmla="*/ 15973 h 21212"/>
                <a:gd name="connsiteX20" fmla="*/ 15973 w 21212"/>
                <a:gd name="connsiteY20" fmla="*/ 15973 h 21212"/>
                <a:gd name="connsiteX21" fmla="*/ 15951 w 21212"/>
                <a:gd name="connsiteY21" fmla="*/ 15973 h 21212"/>
                <a:gd name="connsiteX22" fmla="*/ 15951 w 21212"/>
                <a:gd name="connsiteY22" fmla="*/ 15994 h 21212"/>
                <a:gd name="connsiteX23" fmla="*/ 15951 w 21212"/>
                <a:gd name="connsiteY23" fmla="*/ 15994 h 21212"/>
                <a:gd name="connsiteX24" fmla="*/ 15909 w 21212"/>
                <a:gd name="connsiteY24" fmla="*/ 15994 h 21212"/>
                <a:gd name="connsiteX25" fmla="*/ 15909 w 21212"/>
                <a:gd name="connsiteY25" fmla="*/ 15973 h 21212"/>
                <a:gd name="connsiteX26" fmla="*/ 15909 w 21212"/>
                <a:gd name="connsiteY26" fmla="*/ 15973 h 21212"/>
                <a:gd name="connsiteX27" fmla="*/ 15951 w 21212"/>
                <a:gd name="connsiteY27" fmla="*/ 15973 h 21212"/>
                <a:gd name="connsiteX28" fmla="*/ 15951 w 21212"/>
                <a:gd name="connsiteY28" fmla="*/ 15973 h 21212"/>
                <a:gd name="connsiteX29" fmla="*/ 15973 w 21212"/>
                <a:gd name="connsiteY29" fmla="*/ 15909 h 21212"/>
                <a:gd name="connsiteX30" fmla="*/ 16036 w 21212"/>
                <a:gd name="connsiteY30" fmla="*/ 15909 h 21212"/>
                <a:gd name="connsiteX31" fmla="*/ 16079 w 21212"/>
                <a:gd name="connsiteY31" fmla="*/ 15909 h 21212"/>
                <a:gd name="connsiteX32" fmla="*/ 16079 w 21212"/>
                <a:gd name="connsiteY32" fmla="*/ 15909 h 21212"/>
                <a:gd name="connsiteX33" fmla="*/ 16185 w 21212"/>
                <a:gd name="connsiteY33" fmla="*/ 15994 h 21212"/>
                <a:gd name="connsiteX34" fmla="*/ 16185 w 21212"/>
                <a:gd name="connsiteY34" fmla="*/ 15994 h 21212"/>
                <a:gd name="connsiteX35" fmla="*/ 16121 w 21212"/>
                <a:gd name="connsiteY35" fmla="*/ 15994 h 21212"/>
                <a:gd name="connsiteX36" fmla="*/ 16079 w 21212"/>
                <a:gd name="connsiteY36" fmla="*/ 15973 h 21212"/>
                <a:gd name="connsiteX37" fmla="*/ 16079 w 21212"/>
                <a:gd name="connsiteY37" fmla="*/ 15973 h 21212"/>
                <a:gd name="connsiteX38" fmla="*/ 16036 w 21212"/>
                <a:gd name="connsiteY38" fmla="*/ 15994 h 21212"/>
                <a:gd name="connsiteX39" fmla="*/ 16036 w 21212"/>
                <a:gd name="connsiteY39" fmla="*/ 15994 h 21212"/>
                <a:gd name="connsiteX40" fmla="*/ 16036 w 21212"/>
                <a:gd name="connsiteY40" fmla="*/ 16036 h 21212"/>
                <a:gd name="connsiteX41" fmla="*/ 16036 w 21212"/>
                <a:gd name="connsiteY41" fmla="*/ 16036 h 21212"/>
                <a:gd name="connsiteX42" fmla="*/ 16036 w 21212"/>
                <a:gd name="connsiteY42" fmla="*/ 16036 h 21212"/>
                <a:gd name="connsiteX43" fmla="*/ 16079 w 21212"/>
                <a:gd name="connsiteY43" fmla="*/ 16036 h 21212"/>
                <a:gd name="connsiteX44" fmla="*/ 16079 w 21212"/>
                <a:gd name="connsiteY44" fmla="*/ 16036 h 21212"/>
                <a:gd name="connsiteX45" fmla="*/ 16079 w 21212"/>
                <a:gd name="connsiteY45" fmla="*/ 15973 h 21212"/>
                <a:gd name="connsiteX46" fmla="*/ 16121 w 21212"/>
                <a:gd name="connsiteY46" fmla="*/ 15994 h 21212"/>
                <a:gd name="connsiteX47" fmla="*/ 16121 w 21212"/>
                <a:gd name="connsiteY47" fmla="*/ 15994 h 21212"/>
                <a:gd name="connsiteX48" fmla="*/ 16121 w 21212"/>
                <a:gd name="connsiteY48" fmla="*/ 15994 h 21212"/>
                <a:gd name="connsiteX49" fmla="*/ 16079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21" y="15994"/>
                  </a:move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6036"/>
                  </a:lnTo>
                  <a:lnTo>
                    <a:pt x="16121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036" y="16036"/>
                  </a:lnTo>
                  <a:cubicBezTo>
                    <a:pt x="16036" y="16036"/>
                    <a:pt x="16036" y="16100"/>
                    <a:pt x="16036" y="16036"/>
                  </a:cubicBez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6036" y="15994"/>
                  </a:cubicBezTo>
                  <a:lnTo>
                    <a:pt x="16036" y="15973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cubicBezTo>
                    <a:pt x="16036" y="15973"/>
                    <a:pt x="16036" y="15973"/>
                    <a:pt x="15973" y="15973"/>
                  </a:cubicBezTo>
                  <a:cubicBezTo>
                    <a:pt x="15973" y="15973"/>
                    <a:pt x="15973" y="15973"/>
                    <a:pt x="15951" y="15973"/>
                  </a:cubicBezTo>
                  <a:lnTo>
                    <a:pt x="15951" y="15994"/>
                  </a:lnTo>
                  <a:lnTo>
                    <a:pt x="15951" y="15994"/>
                  </a:lnTo>
                  <a:lnTo>
                    <a:pt x="15909" y="15994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6036" y="15909"/>
                    <a:pt x="16036" y="15909"/>
                    <a:pt x="16036" y="15909"/>
                  </a:cubicBezTo>
                  <a:cubicBezTo>
                    <a:pt x="16036" y="15909"/>
                    <a:pt x="16036" y="15909"/>
                    <a:pt x="16079" y="15909"/>
                  </a:cubicBezTo>
                  <a:lnTo>
                    <a:pt x="16079" y="15909"/>
                  </a:lnTo>
                  <a:lnTo>
                    <a:pt x="16185" y="15994"/>
                  </a:lnTo>
                  <a:lnTo>
                    <a:pt x="16185" y="15994"/>
                  </a:lnTo>
                  <a:lnTo>
                    <a:pt x="16121" y="15994"/>
                  </a:lnTo>
                  <a:close/>
                  <a:moveTo>
                    <a:pt x="16079" y="15973"/>
                  </a:moveTo>
                  <a:lnTo>
                    <a:pt x="16079" y="15973"/>
                  </a:ln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cubicBezTo>
                    <a:pt x="16036" y="16036"/>
                    <a:pt x="16036" y="16036"/>
                    <a:pt x="16036" y="16036"/>
                  </a:cubicBezTo>
                  <a:lnTo>
                    <a:pt x="16036" y="16036"/>
                  </a:lnTo>
                  <a:lnTo>
                    <a:pt x="16036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079" y="16036"/>
                  </a:lnTo>
                  <a:lnTo>
                    <a:pt x="16079" y="15973"/>
                  </a:lnTo>
                  <a:cubicBezTo>
                    <a:pt x="16121" y="15994"/>
                    <a:pt x="16121" y="15994"/>
                    <a:pt x="16121" y="15994"/>
                  </a:cubicBezTo>
                  <a:lnTo>
                    <a:pt x="16121" y="15994"/>
                  </a:lnTo>
                  <a:lnTo>
                    <a:pt x="16121" y="15994"/>
                  </a:lnTo>
                  <a:lnTo>
                    <a:pt x="1607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95F66F09-E4E2-4D1D-A81D-494096EECC45}"/>
                </a:ext>
              </a:extLst>
            </p:cNvPr>
            <p:cNvSpPr/>
            <p:nvPr/>
          </p:nvSpPr>
          <p:spPr>
            <a:xfrm>
              <a:off x="6405852" y="4744876"/>
              <a:ext cx="31327" cy="31327"/>
            </a:xfrm>
            <a:custGeom>
              <a:avLst/>
              <a:gdLst>
                <a:gd name="connsiteX0" fmla="*/ 16100 w 21212"/>
                <a:gd name="connsiteY0" fmla="*/ 16058 h 21212"/>
                <a:gd name="connsiteX1" fmla="*/ 16100 w 21212"/>
                <a:gd name="connsiteY1" fmla="*/ 16015 h 21212"/>
                <a:gd name="connsiteX2" fmla="*/ 16079 w 21212"/>
                <a:gd name="connsiteY2" fmla="*/ 15909 h 21212"/>
                <a:gd name="connsiteX3" fmla="*/ 16079 w 21212"/>
                <a:gd name="connsiteY3" fmla="*/ 15909 h 21212"/>
                <a:gd name="connsiteX4" fmla="*/ 16185 w 21212"/>
                <a:gd name="connsiteY4" fmla="*/ 16058 h 21212"/>
                <a:gd name="connsiteX5" fmla="*/ 16164 w 21212"/>
                <a:gd name="connsiteY5" fmla="*/ 16058 h 21212"/>
                <a:gd name="connsiteX6" fmla="*/ 15909 w 21212"/>
                <a:gd name="connsiteY6" fmla="*/ 16058 h 21212"/>
                <a:gd name="connsiteX7" fmla="*/ 15909 w 21212"/>
                <a:gd name="connsiteY7" fmla="*/ 16015 h 21212"/>
                <a:gd name="connsiteX8" fmla="*/ 16100 w 21212"/>
                <a:gd name="connsiteY8" fmla="*/ 16058 h 21212"/>
                <a:gd name="connsiteX9" fmla="*/ 16100 w 21212"/>
                <a:gd name="connsiteY9" fmla="*/ 16058 h 21212"/>
                <a:gd name="connsiteX10" fmla="*/ 16100 w 21212"/>
                <a:gd name="connsiteY10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00" y="16058"/>
                  </a:moveTo>
                  <a:lnTo>
                    <a:pt x="16100" y="16015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185" y="16058"/>
                  </a:lnTo>
                  <a:lnTo>
                    <a:pt x="16164" y="16058"/>
                  </a:lnTo>
                  <a:lnTo>
                    <a:pt x="15909" y="16058"/>
                  </a:lnTo>
                  <a:lnTo>
                    <a:pt x="15909" y="16015"/>
                  </a:lnTo>
                  <a:lnTo>
                    <a:pt x="16100" y="16058"/>
                  </a:lnTo>
                  <a:cubicBezTo>
                    <a:pt x="16100" y="16058"/>
                    <a:pt x="16100" y="16058"/>
                    <a:pt x="16100" y="16058"/>
                  </a:cubicBezTo>
                  <a:lnTo>
                    <a:pt x="16100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4876DC42-E34E-4C0A-A82F-693782512027}"/>
                </a:ext>
              </a:extLst>
            </p:cNvPr>
            <p:cNvSpPr/>
            <p:nvPr/>
          </p:nvSpPr>
          <p:spPr>
            <a:xfrm>
              <a:off x="6406103" y="4744720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5909 w 21212"/>
                <a:gd name="connsiteY3" fmla="*/ 15973 h 21212"/>
                <a:gd name="connsiteX4" fmla="*/ 15909 w 21212"/>
                <a:gd name="connsiteY4" fmla="*/ 15973 h 21212"/>
                <a:gd name="connsiteX5" fmla="*/ 16100 w 21212"/>
                <a:gd name="connsiteY5" fmla="*/ 16036 h 21212"/>
                <a:gd name="connsiteX6" fmla="*/ 15930 w 21212"/>
                <a:gd name="connsiteY6" fmla="*/ 16015 h 21212"/>
                <a:gd name="connsiteX7" fmla="*/ 15994 w 21212"/>
                <a:gd name="connsiteY7" fmla="*/ 15973 h 21212"/>
                <a:gd name="connsiteX8" fmla="*/ 16142 w 21212"/>
                <a:gd name="connsiteY8" fmla="*/ 16036 h 21212"/>
                <a:gd name="connsiteX9" fmla="*/ 16100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5909" y="15973"/>
                  </a:lnTo>
                  <a:lnTo>
                    <a:pt x="15909" y="15973"/>
                  </a:lnTo>
                  <a:close/>
                  <a:moveTo>
                    <a:pt x="16100" y="16036"/>
                  </a:moveTo>
                  <a:lnTo>
                    <a:pt x="15930" y="16015"/>
                  </a:lnTo>
                  <a:lnTo>
                    <a:pt x="15994" y="15973"/>
                  </a:lnTo>
                  <a:lnTo>
                    <a:pt x="16142" y="16036"/>
                  </a:lnTo>
                  <a:lnTo>
                    <a:pt x="16100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C081C47A-6A4E-4128-A71F-A9D0E2C8F69A}"/>
                </a:ext>
              </a:extLst>
            </p:cNvPr>
            <p:cNvSpPr/>
            <p:nvPr/>
          </p:nvSpPr>
          <p:spPr>
            <a:xfrm>
              <a:off x="6406321" y="4744627"/>
              <a:ext cx="31327" cy="31327"/>
            </a:xfrm>
            <a:custGeom>
              <a:avLst/>
              <a:gdLst>
                <a:gd name="connsiteX0" fmla="*/ 15951 w 21212"/>
                <a:gd name="connsiteY0" fmla="*/ 16079 h 21212"/>
                <a:gd name="connsiteX1" fmla="*/ 15909 w 21212"/>
                <a:gd name="connsiteY1" fmla="*/ 16036 h 21212"/>
                <a:gd name="connsiteX2" fmla="*/ 15909 w 21212"/>
                <a:gd name="connsiteY2" fmla="*/ 16036 h 21212"/>
                <a:gd name="connsiteX3" fmla="*/ 15909 w 21212"/>
                <a:gd name="connsiteY3" fmla="*/ 15973 h 21212"/>
                <a:gd name="connsiteX4" fmla="*/ 15909 w 21212"/>
                <a:gd name="connsiteY4" fmla="*/ 15973 h 21212"/>
                <a:gd name="connsiteX5" fmla="*/ 15909 w 21212"/>
                <a:gd name="connsiteY5" fmla="*/ 15973 h 21212"/>
                <a:gd name="connsiteX6" fmla="*/ 15951 w 21212"/>
                <a:gd name="connsiteY6" fmla="*/ 15973 h 21212"/>
                <a:gd name="connsiteX7" fmla="*/ 15994 w 21212"/>
                <a:gd name="connsiteY7" fmla="*/ 15973 h 21212"/>
                <a:gd name="connsiteX8" fmla="*/ 15994 w 21212"/>
                <a:gd name="connsiteY8" fmla="*/ 15951 h 21212"/>
                <a:gd name="connsiteX9" fmla="*/ 15994 w 21212"/>
                <a:gd name="connsiteY9" fmla="*/ 15951 h 21212"/>
                <a:gd name="connsiteX10" fmla="*/ 15909 w 21212"/>
                <a:gd name="connsiteY10" fmla="*/ 15951 h 21212"/>
                <a:gd name="connsiteX11" fmla="*/ 15951 w 21212"/>
                <a:gd name="connsiteY11" fmla="*/ 15909 h 21212"/>
                <a:gd name="connsiteX12" fmla="*/ 16164 w 21212"/>
                <a:gd name="connsiteY12" fmla="*/ 15973 h 21212"/>
                <a:gd name="connsiteX13" fmla="*/ 16164 w 21212"/>
                <a:gd name="connsiteY13" fmla="*/ 15973 h 21212"/>
                <a:gd name="connsiteX14" fmla="*/ 16164 w 21212"/>
                <a:gd name="connsiteY14" fmla="*/ 15973 h 21212"/>
                <a:gd name="connsiteX15" fmla="*/ 16164 w 21212"/>
                <a:gd name="connsiteY15" fmla="*/ 15973 h 21212"/>
                <a:gd name="connsiteX16" fmla="*/ 16164 w 21212"/>
                <a:gd name="connsiteY16" fmla="*/ 16036 h 21212"/>
                <a:gd name="connsiteX17" fmla="*/ 16164 w 21212"/>
                <a:gd name="connsiteY17" fmla="*/ 16036 h 21212"/>
                <a:gd name="connsiteX18" fmla="*/ 16164 w 21212"/>
                <a:gd name="connsiteY18" fmla="*/ 16036 h 21212"/>
                <a:gd name="connsiteX19" fmla="*/ 16079 w 21212"/>
                <a:gd name="connsiteY19" fmla="*/ 16036 h 21212"/>
                <a:gd name="connsiteX20" fmla="*/ 16079 w 21212"/>
                <a:gd name="connsiteY20" fmla="*/ 16079 h 21212"/>
                <a:gd name="connsiteX21" fmla="*/ 16036 w 21212"/>
                <a:gd name="connsiteY21" fmla="*/ 16079 h 21212"/>
                <a:gd name="connsiteX22" fmla="*/ 15994 w 21212"/>
                <a:gd name="connsiteY22" fmla="*/ 16079 h 21212"/>
                <a:gd name="connsiteX23" fmla="*/ 15951 w 21212"/>
                <a:gd name="connsiteY23" fmla="*/ 16079 h 21212"/>
                <a:gd name="connsiteX24" fmla="*/ 15994 w 21212"/>
                <a:gd name="connsiteY24" fmla="*/ 16036 h 21212"/>
                <a:gd name="connsiteX25" fmla="*/ 15994 w 21212"/>
                <a:gd name="connsiteY25" fmla="*/ 16036 h 21212"/>
                <a:gd name="connsiteX26" fmla="*/ 16036 w 21212"/>
                <a:gd name="connsiteY26" fmla="*/ 16079 h 21212"/>
                <a:gd name="connsiteX27" fmla="*/ 16079 w 21212"/>
                <a:gd name="connsiteY27" fmla="*/ 16036 h 21212"/>
                <a:gd name="connsiteX28" fmla="*/ 16079 w 21212"/>
                <a:gd name="connsiteY28" fmla="*/ 16036 h 21212"/>
                <a:gd name="connsiteX29" fmla="*/ 16079 w 21212"/>
                <a:gd name="connsiteY29" fmla="*/ 16036 h 21212"/>
                <a:gd name="connsiteX30" fmla="*/ 16164 w 21212"/>
                <a:gd name="connsiteY30" fmla="*/ 15973 h 21212"/>
                <a:gd name="connsiteX31" fmla="*/ 16164 w 21212"/>
                <a:gd name="connsiteY31" fmla="*/ 15973 h 21212"/>
                <a:gd name="connsiteX32" fmla="*/ 16164 w 21212"/>
                <a:gd name="connsiteY32" fmla="*/ 15973 h 21212"/>
                <a:gd name="connsiteX33" fmla="*/ 16036 w 21212"/>
                <a:gd name="connsiteY33" fmla="*/ 15973 h 21212"/>
                <a:gd name="connsiteX34" fmla="*/ 15994 w 21212"/>
                <a:gd name="connsiteY34" fmla="*/ 15973 h 21212"/>
                <a:gd name="connsiteX35" fmla="*/ 15951 w 21212"/>
                <a:gd name="connsiteY35" fmla="*/ 15973 h 21212"/>
                <a:gd name="connsiteX36" fmla="*/ 15951 w 21212"/>
                <a:gd name="connsiteY36" fmla="*/ 15973 h 21212"/>
                <a:gd name="connsiteX37" fmla="*/ 15951 w 21212"/>
                <a:gd name="connsiteY37" fmla="*/ 15973 h 21212"/>
                <a:gd name="connsiteX38" fmla="*/ 15951 w 21212"/>
                <a:gd name="connsiteY38" fmla="*/ 16036 h 21212"/>
                <a:gd name="connsiteX39" fmla="*/ 15994 w 21212"/>
                <a:gd name="connsiteY3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51" y="16079"/>
                  </a:moveTo>
                  <a:cubicBezTo>
                    <a:pt x="15909" y="16036"/>
                    <a:pt x="15909" y="16036"/>
                    <a:pt x="15909" y="16036"/>
                  </a:cubicBezTo>
                  <a:lnTo>
                    <a:pt x="15909" y="16036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51" y="15973"/>
                  </a:lnTo>
                  <a:cubicBezTo>
                    <a:pt x="15951" y="15973"/>
                    <a:pt x="15951" y="15973"/>
                    <a:pt x="15994" y="15973"/>
                  </a:cubicBezTo>
                  <a:cubicBezTo>
                    <a:pt x="15994" y="15951"/>
                    <a:pt x="15994" y="15951"/>
                    <a:pt x="15994" y="15951"/>
                  </a:cubicBezTo>
                  <a:lnTo>
                    <a:pt x="15994" y="15951"/>
                  </a:lnTo>
                  <a:lnTo>
                    <a:pt x="15909" y="15951"/>
                  </a:lnTo>
                  <a:lnTo>
                    <a:pt x="15951" y="15909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5973"/>
                    <a:pt x="16164" y="15973"/>
                    <a:pt x="16164" y="16036"/>
                  </a:cubicBezTo>
                  <a:lnTo>
                    <a:pt x="16164" y="16036"/>
                  </a:lnTo>
                  <a:lnTo>
                    <a:pt x="16164" y="16036"/>
                  </a:lnTo>
                  <a:cubicBezTo>
                    <a:pt x="16164" y="16036"/>
                    <a:pt x="16164" y="16036"/>
                    <a:pt x="16079" y="16036"/>
                  </a:cubicBezTo>
                  <a:cubicBezTo>
                    <a:pt x="16079" y="16079"/>
                    <a:pt x="16079" y="16079"/>
                    <a:pt x="16079" y="16079"/>
                  </a:cubicBezTo>
                  <a:cubicBezTo>
                    <a:pt x="16036" y="16079"/>
                    <a:pt x="16036" y="16079"/>
                    <a:pt x="16036" y="16079"/>
                  </a:cubicBezTo>
                  <a:cubicBezTo>
                    <a:pt x="15994" y="16079"/>
                    <a:pt x="15994" y="16079"/>
                    <a:pt x="15994" y="16079"/>
                  </a:cubicBezTo>
                  <a:lnTo>
                    <a:pt x="15951" y="16079"/>
                  </a:lnTo>
                  <a:close/>
                  <a:moveTo>
                    <a:pt x="15994" y="16036"/>
                  </a:moveTo>
                  <a:lnTo>
                    <a:pt x="15994" y="16036"/>
                  </a:lnTo>
                  <a:cubicBezTo>
                    <a:pt x="15994" y="16079"/>
                    <a:pt x="16036" y="16079"/>
                    <a:pt x="16036" y="16079"/>
                  </a:cubicBezTo>
                  <a:cubicBezTo>
                    <a:pt x="16036" y="16079"/>
                    <a:pt x="16036" y="16036"/>
                    <a:pt x="16079" y="16036"/>
                  </a:cubicBezTo>
                  <a:lnTo>
                    <a:pt x="16079" y="16036"/>
                  </a:lnTo>
                  <a:lnTo>
                    <a:pt x="16079" y="16036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036" y="15973"/>
                  </a:lnTo>
                  <a:lnTo>
                    <a:pt x="15994" y="15973"/>
                  </a:lnTo>
                  <a:cubicBezTo>
                    <a:pt x="15994" y="15973"/>
                    <a:pt x="15994" y="15973"/>
                    <a:pt x="15951" y="15973"/>
                  </a:cubicBez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73"/>
                    <a:pt x="15951" y="15973"/>
                    <a:pt x="15951" y="16036"/>
                  </a:cubicBezTo>
                  <a:cubicBezTo>
                    <a:pt x="15951" y="16036"/>
                    <a:pt x="15951" y="16036"/>
                    <a:pt x="15994" y="160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B9EE7DFB-F823-42F9-AB13-47F971284A19}"/>
                </a:ext>
              </a:extLst>
            </p:cNvPr>
            <p:cNvSpPr/>
            <p:nvPr/>
          </p:nvSpPr>
          <p:spPr>
            <a:xfrm>
              <a:off x="6406573" y="4744532"/>
              <a:ext cx="31327" cy="31327"/>
            </a:xfrm>
            <a:custGeom>
              <a:avLst/>
              <a:gdLst>
                <a:gd name="connsiteX0" fmla="*/ 16142 w 21212"/>
                <a:gd name="connsiteY0" fmla="*/ 15973 h 21212"/>
                <a:gd name="connsiteX1" fmla="*/ 16142 w 21212"/>
                <a:gd name="connsiteY1" fmla="*/ 15973 h 21212"/>
                <a:gd name="connsiteX2" fmla="*/ 16142 w 21212"/>
                <a:gd name="connsiteY2" fmla="*/ 16015 h 21212"/>
                <a:gd name="connsiteX3" fmla="*/ 16121 w 21212"/>
                <a:gd name="connsiteY3" fmla="*/ 16015 h 21212"/>
                <a:gd name="connsiteX4" fmla="*/ 16121 w 21212"/>
                <a:gd name="connsiteY4" fmla="*/ 16015 h 21212"/>
                <a:gd name="connsiteX5" fmla="*/ 16121 w 21212"/>
                <a:gd name="connsiteY5" fmla="*/ 16015 h 21212"/>
                <a:gd name="connsiteX6" fmla="*/ 16057 w 21212"/>
                <a:gd name="connsiteY6" fmla="*/ 16015 h 21212"/>
                <a:gd name="connsiteX7" fmla="*/ 16057 w 21212"/>
                <a:gd name="connsiteY7" fmla="*/ 16036 h 21212"/>
                <a:gd name="connsiteX8" fmla="*/ 16015 w 21212"/>
                <a:gd name="connsiteY8" fmla="*/ 16015 h 21212"/>
                <a:gd name="connsiteX9" fmla="*/ 15994 w 21212"/>
                <a:gd name="connsiteY9" fmla="*/ 16015 h 21212"/>
                <a:gd name="connsiteX10" fmla="*/ 15994 w 21212"/>
                <a:gd name="connsiteY10" fmla="*/ 16015 h 21212"/>
                <a:gd name="connsiteX11" fmla="*/ 15994 w 21212"/>
                <a:gd name="connsiteY11" fmla="*/ 16015 h 21212"/>
                <a:gd name="connsiteX12" fmla="*/ 15994 w 21212"/>
                <a:gd name="connsiteY12" fmla="*/ 16015 h 21212"/>
                <a:gd name="connsiteX13" fmla="*/ 16015 w 21212"/>
                <a:gd name="connsiteY13" fmla="*/ 15973 h 21212"/>
                <a:gd name="connsiteX14" fmla="*/ 16015 w 21212"/>
                <a:gd name="connsiteY14" fmla="*/ 15973 h 21212"/>
                <a:gd name="connsiteX15" fmla="*/ 16057 w 21212"/>
                <a:gd name="connsiteY15" fmla="*/ 15951 h 21212"/>
                <a:gd name="connsiteX16" fmla="*/ 16057 w 21212"/>
                <a:gd name="connsiteY16" fmla="*/ 15951 h 21212"/>
                <a:gd name="connsiteX17" fmla="*/ 16057 w 21212"/>
                <a:gd name="connsiteY17" fmla="*/ 15951 h 21212"/>
                <a:gd name="connsiteX18" fmla="*/ 16015 w 21212"/>
                <a:gd name="connsiteY18" fmla="*/ 15951 h 21212"/>
                <a:gd name="connsiteX19" fmla="*/ 16015 w 21212"/>
                <a:gd name="connsiteY19" fmla="*/ 15951 h 21212"/>
                <a:gd name="connsiteX20" fmla="*/ 16015 w 21212"/>
                <a:gd name="connsiteY20" fmla="*/ 15951 h 21212"/>
                <a:gd name="connsiteX21" fmla="*/ 15994 w 21212"/>
                <a:gd name="connsiteY21" fmla="*/ 15973 h 21212"/>
                <a:gd name="connsiteX22" fmla="*/ 15994 w 21212"/>
                <a:gd name="connsiteY22" fmla="*/ 15973 h 21212"/>
                <a:gd name="connsiteX23" fmla="*/ 15994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73 h 21212"/>
                <a:gd name="connsiteX26" fmla="*/ 15994 w 21212"/>
                <a:gd name="connsiteY26" fmla="*/ 15973 h 21212"/>
                <a:gd name="connsiteX27" fmla="*/ 15994 w 21212"/>
                <a:gd name="connsiteY27" fmla="*/ 15973 h 21212"/>
                <a:gd name="connsiteX28" fmla="*/ 15994 w 21212"/>
                <a:gd name="connsiteY28" fmla="*/ 15951 h 21212"/>
                <a:gd name="connsiteX29" fmla="*/ 16015 w 21212"/>
                <a:gd name="connsiteY29" fmla="*/ 15909 h 21212"/>
                <a:gd name="connsiteX30" fmla="*/ 16057 w 21212"/>
                <a:gd name="connsiteY30" fmla="*/ 15951 h 21212"/>
                <a:gd name="connsiteX31" fmla="*/ 16057 w 21212"/>
                <a:gd name="connsiteY31" fmla="*/ 15951 h 21212"/>
                <a:gd name="connsiteX32" fmla="*/ 16057 w 21212"/>
                <a:gd name="connsiteY32" fmla="*/ 15951 h 21212"/>
                <a:gd name="connsiteX33" fmla="*/ 16185 w 21212"/>
                <a:gd name="connsiteY33" fmla="*/ 15973 h 21212"/>
                <a:gd name="connsiteX34" fmla="*/ 16142 w 21212"/>
                <a:gd name="connsiteY34" fmla="*/ 16015 h 21212"/>
                <a:gd name="connsiteX35" fmla="*/ 16142 w 21212"/>
                <a:gd name="connsiteY35" fmla="*/ 15973 h 21212"/>
                <a:gd name="connsiteX36" fmla="*/ 16121 w 21212"/>
                <a:gd name="connsiteY36" fmla="*/ 15973 h 21212"/>
                <a:gd name="connsiteX37" fmla="*/ 16057 w 21212"/>
                <a:gd name="connsiteY37" fmla="*/ 15973 h 21212"/>
                <a:gd name="connsiteX38" fmla="*/ 16015 w 21212"/>
                <a:gd name="connsiteY38" fmla="*/ 15973 h 21212"/>
                <a:gd name="connsiteX39" fmla="*/ 16015 w 21212"/>
                <a:gd name="connsiteY39" fmla="*/ 16015 h 21212"/>
                <a:gd name="connsiteX40" fmla="*/ 16015 w 21212"/>
                <a:gd name="connsiteY40" fmla="*/ 16015 h 21212"/>
                <a:gd name="connsiteX41" fmla="*/ 16015 w 21212"/>
                <a:gd name="connsiteY41" fmla="*/ 16015 h 21212"/>
                <a:gd name="connsiteX42" fmla="*/ 16057 w 21212"/>
                <a:gd name="connsiteY42" fmla="*/ 16015 h 21212"/>
                <a:gd name="connsiteX43" fmla="*/ 16057 w 21212"/>
                <a:gd name="connsiteY43" fmla="*/ 16015 h 21212"/>
                <a:gd name="connsiteX44" fmla="*/ 16121 w 21212"/>
                <a:gd name="connsiteY44" fmla="*/ 16015 h 21212"/>
                <a:gd name="connsiteX45" fmla="*/ 16121 w 21212"/>
                <a:gd name="connsiteY45" fmla="*/ 16015 h 21212"/>
                <a:gd name="connsiteX46" fmla="*/ 16121 w 21212"/>
                <a:gd name="connsiteY46" fmla="*/ 15973 h 21212"/>
                <a:gd name="connsiteX47" fmla="*/ 16121 w 21212"/>
                <a:gd name="connsiteY47" fmla="*/ 15973 h 21212"/>
                <a:gd name="connsiteX48" fmla="*/ 16121 w 21212"/>
                <a:gd name="connsiteY48" fmla="*/ 15973 h 21212"/>
                <a:gd name="connsiteX49" fmla="*/ 16121 w 21212"/>
                <a:gd name="connsiteY4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73"/>
                  </a:moveTo>
                  <a:lnTo>
                    <a:pt x="16142" y="15973"/>
                  </a:lnTo>
                  <a:lnTo>
                    <a:pt x="16142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57" y="16015"/>
                  </a:lnTo>
                  <a:cubicBezTo>
                    <a:pt x="16057" y="16036"/>
                    <a:pt x="16057" y="16036"/>
                    <a:pt x="16057" y="16036"/>
                  </a:cubicBezTo>
                  <a:cubicBezTo>
                    <a:pt x="16015" y="16036"/>
                    <a:pt x="16015" y="16036"/>
                    <a:pt x="16015" y="16015"/>
                  </a:cubicBezTo>
                  <a:lnTo>
                    <a:pt x="15994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5994" y="15973"/>
                    <a:pt x="16015" y="15973"/>
                    <a:pt x="16015" y="15973"/>
                  </a:cubicBezTo>
                  <a:lnTo>
                    <a:pt x="16015" y="15973"/>
                  </a:lnTo>
                  <a:cubicBezTo>
                    <a:pt x="16015" y="15951"/>
                    <a:pt x="16057" y="15951"/>
                    <a:pt x="16057" y="15951"/>
                  </a:cubicBezTo>
                  <a:lnTo>
                    <a:pt x="16057" y="15951"/>
                  </a:lnTo>
                  <a:lnTo>
                    <a:pt x="16057" y="15951"/>
                  </a:lnTo>
                  <a:lnTo>
                    <a:pt x="16015" y="15951"/>
                  </a:lnTo>
                  <a:lnTo>
                    <a:pt x="16015" y="15951"/>
                  </a:lnTo>
                  <a:lnTo>
                    <a:pt x="16015" y="15951"/>
                  </a:lnTo>
                  <a:cubicBezTo>
                    <a:pt x="15994" y="15951"/>
                    <a:pt x="15994" y="15951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94" y="15973"/>
                  </a:cubicBezTo>
                  <a:lnTo>
                    <a:pt x="15994" y="15973"/>
                  </a:lnTo>
                  <a:cubicBezTo>
                    <a:pt x="15994" y="15951"/>
                    <a:pt x="15994" y="15951"/>
                    <a:pt x="15994" y="15951"/>
                  </a:cubicBezTo>
                  <a:cubicBezTo>
                    <a:pt x="15994" y="15951"/>
                    <a:pt x="15994" y="15951"/>
                    <a:pt x="16015" y="15909"/>
                  </a:cubicBezTo>
                  <a:cubicBezTo>
                    <a:pt x="16015" y="15909"/>
                    <a:pt x="16015" y="15909"/>
                    <a:pt x="16057" y="15951"/>
                  </a:cubicBezTo>
                  <a:cubicBezTo>
                    <a:pt x="16057" y="15909"/>
                    <a:pt x="16057" y="15909"/>
                    <a:pt x="16057" y="15951"/>
                  </a:cubicBezTo>
                  <a:lnTo>
                    <a:pt x="16057" y="15951"/>
                  </a:lnTo>
                  <a:lnTo>
                    <a:pt x="16185" y="15973"/>
                  </a:lnTo>
                  <a:lnTo>
                    <a:pt x="16142" y="16015"/>
                  </a:lnTo>
                  <a:lnTo>
                    <a:pt x="16142" y="15973"/>
                  </a:lnTo>
                  <a:close/>
                  <a:moveTo>
                    <a:pt x="16121" y="15973"/>
                  </a:moveTo>
                  <a:lnTo>
                    <a:pt x="16057" y="15973"/>
                  </a:lnTo>
                  <a:lnTo>
                    <a:pt x="16015" y="15973"/>
                  </a:lnTo>
                  <a:lnTo>
                    <a:pt x="16015" y="16015"/>
                  </a:lnTo>
                  <a:lnTo>
                    <a:pt x="16015" y="16015"/>
                  </a:lnTo>
                  <a:lnTo>
                    <a:pt x="16015" y="16015"/>
                  </a:lnTo>
                  <a:cubicBezTo>
                    <a:pt x="16015" y="16015"/>
                    <a:pt x="16015" y="16015"/>
                    <a:pt x="16057" y="16015"/>
                  </a:cubicBezTo>
                  <a:lnTo>
                    <a:pt x="16057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5A1C9EF1-D7F9-470F-916E-04E6FF76BB4B}"/>
                </a:ext>
              </a:extLst>
            </p:cNvPr>
            <p:cNvSpPr/>
            <p:nvPr/>
          </p:nvSpPr>
          <p:spPr>
            <a:xfrm>
              <a:off x="6406886" y="4744250"/>
              <a:ext cx="31327" cy="31327"/>
            </a:xfrm>
            <a:custGeom>
              <a:avLst/>
              <a:gdLst>
                <a:gd name="connsiteX0" fmla="*/ 15973 w 21212"/>
                <a:gd name="connsiteY0" fmla="*/ 15909 h 21212"/>
                <a:gd name="connsiteX1" fmla="*/ 15973 w 21212"/>
                <a:gd name="connsiteY1" fmla="*/ 15909 h 21212"/>
                <a:gd name="connsiteX2" fmla="*/ 15930 w 21212"/>
                <a:gd name="connsiteY2" fmla="*/ 15973 h 21212"/>
                <a:gd name="connsiteX3" fmla="*/ 15930 w 21212"/>
                <a:gd name="connsiteY3" fmla="*/ 15973 h 21212"/>
                <a:gd name="connsiteX4" fmla="*/ 15930 w 21212"/>
                <a:gd name="connsiteY4" fmla="*/ 15973 h 21212"/>
                <a:gd name="connsiteX5" fmla="*/ 15930 w 21212"/>
                <a:gd name="connsiteY5" fmla="*/ 15973 h 21212"/>
                <a:gd name="connsiteX6" fmla="*/ 15930 w 21212"/>
                <a:gd name="connsiteY6" fmla="*/ 15973 h 21212"/>
                <a:gd name="connsiteX7" fmla="*/ 15973 w 21212"/>
                <a:gd name="connsiteY7" fmla="*/ 16079 h 21212"/>
                <a:gd name="connsiteX8" fmla="*/ 16015 w 21212"/>
                <a:gd name="connsiteY8" fmla="*/ 15973 h 21212"/>
                <a:gd name="connsiteX9" fmla="*/ 16057 w 21212"/>
                <a:gd name="connsiteY9" fmla="*/ 15973 h 21212"/>
                <a:gd name="connsiteX10" fmla="*/ 16015 w 21212"/>
                <a:gd name="connsiteY10" fmla="*/ 16079 h 21212"/>
                <a:gd name="connsiteX11" fmla="*/ 16163 w 21212"/>
                <a:gd name="connsiteY11" fmla="*/ 16100 h 21212"/>
                <a:gd name="connsiteX12" fmla="*/ 16079 w 21212"/>
                <a:gd name="connsiteY12" fmla="*/ 16100 h 21212"/>
                <a:gd name="connsiteX13" fmla="*/ 15973 w 21212"/>
                <a:gd name="connsiteY13" fmla="*/ 16079 h 21212"/>
                <a:gd name="connsiteX14" fmla="*/ 15930 w 21212"/>
                <a:gd name="connsiteY14" fmla="*/ 16100 h 21212"/>
                <a:gd name="connsiteX15" fmla="*/ 15930 w 21212"/>
                <a:gd name="connsiteY15" fmla="*/ 16100 h 21212"/>
                <a:gd name="connsiteX16" fmla="*/ 15930 w 21212"/>
                <a:gd name="connsiteY16" fmla="*/ 16079 h 21212"/>
                <a:gd name="connsiteX17" fmla="*/ 15930 w 21212"/>
                <a:gd name="connsiteY17" fmla="*/ 16079 h 21212"/>
                <a:gd name="connsiteX18" fmla="*/ 15909 w 21212"/>
                <a:gd name="connsiteY18" fmla="*/ 16079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30 w 21212"/>
                <a:gd name="connsiteY21" fmla="*/ 15909 h 21212"/>
                <a:gd name="connsiteX22" fmla="*/ 15930 w 21212"/>
                <a:gd name="connsiteY22" fmla="*/ 15909 h 21212"/>
                <a:gd name="connsiteX23" fmla="*/ 15930 w 21212"/>
                <a:gd name="connsiteY23" fmla="*/ 15909 h 21212"/>
                <a:gd name="connsiteX24" fmla="*/ 15973 w 21212"/>
                <a:gd name="connsiteY2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5973" y="15909"/>
                  </a:moveTo>
                  <a:lnTo>
                    <a:pt x="15973" y="15909"/>
                  </a:lnTo>
                  <a:lnTo>
                    <a:pt x="15930" y="15973"/>
                  </a:lnTo>
                  <a:lnTo>
                    <a:pt x="15930" y="15973"/>
                  </a:lnTo>
                  <a:lnTo>
                    <a:pt x="15930" y="15973"/>
                  </a:lnTo>
                  <a:lnTo>
                    <a:pt x="15930" y="15973"/>
                  </a:lnTo>
                  <a:lnTo>
                    <a:pt x="15930" y="15973"/>
                  </a:lnTo>
                  <a:lnTo>
                    <a:pt x="15973" y="16079"/>
                  </a:lnTo>
                  <a:lnTo>
                    <a:pt x="16015" y="15973"/>
                  </a:lnTo>
                  <a:lnTo>
                    <a:pt x="16057" y="15973"/>
                  </a:lnTo>
                  <a:lnTo>
                    <a:pt x="16015" y="16079"/>
                  </a:lnTo>
                  <a:lnTo>
                    <a:pt x="16163" y="16100"/>
                  </a:lnTo>
                  <a:lnTo>
                    <a:pt x="16079" y="16100"/>
                  </a:lnTo>
                  <a:lnTo>
                    <a:pt x="15973" y="16079"/>
                  </a:lnTo>
                  <a:lnTo>
                    <a:pt x="15930" y="16100"/>
                  </a:lnTo>
                  <a:lnTo>
                    <a:pt x="15930" y="16100"/>
                  </a:lnTo>
                  <a:lnTo>
                    <a:pt x="15930" y="16079"/>
                  </a:lnTo>
                  <a:lnTo>
                    <a:pt x="15930" y="16079"/>
                  </a:lnTo>
                  <a:lnTo>
                    <a:pt x="15909" y="16079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09"/>
                    <a:pt x="15930" y="15973"/>
                    <a:pt x="15930" y="15909"/>
                  </a:cubicBezTo>
                  <a:lnTo>
                    <a:pt x="15930" y="15909"/>
                  </a:lnTo>
                  <a:lnTo>
                    <a:pt x="15930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99DEF9AB-B470-47E8-8E58-833F670A4AA9}"/>
                </a:ext>
              </a:extLst>
            </p:cNvPr>
            <p:cNvSpPr/>
            <p:nvPr/>
          </p:nvSpPr>
          <p:spPr>
            <a:xfrm>
              <a:off x="6407106" y="4744219"/>
              <a:ext cx="31327" cy="31327"/>
            </a:xfrm>
            <a:custGeom>
              <a:avLst/>
              <a:gdLst>
                <a:gd name="connsiteX0" fmla="*/ 16058 w 21212"/>
                <a:gd name="connsiteY0" fmla="*/ 15930 h 21212"/>
                <a:gd name="connsiteX1" fmla="*/ 16058 w 21212"/>
                <a:gd name="connsiteY1" fmla="*/ 15930 h 21212"/>
                <a:gd name="connsiteX2" fmla="*/ 16015 w 21212"/>
                <a:gd name="connsiteY2" fmla="*/ 15930 h 21212"/>
                <a:gd name="connsiteX3" fmla="*/ 16015 w 21212"/>
                <a:gd name="connsiteY3" fmla="*/ 15930 h 21212"/>
                <a:gd name="connsiteX4" fmla="*/ 16015 w 21212"/>
                <a:gd name="connsiteY4" fmla="*/ 15994 h 21212"/>
                <a:gd name="connsiteX5" fmla="*/ 16015 w 21212"/>
                <a:gd name="connsiteY5" fmla="*/ 15994 h 21212"/>
                <a:gd name="connsiteX6" fmla="*/ 16121 w 21212"/>
                <a:gd name="connsiteY6" fmla="*/ 16100 h 21212"/>
                <a:gd name="connsiteX7" fmla="*/ 16121 w 21212"/>
                <a:gd name="connsiteY7" fmla="*/ 16100 h 21212"/>
                <a:gd name="connsiteX8" fmla="*/ 15909 w 21212"/>
                <a:gd name="connsiteY8" fmla="*/ 15994 h 21212"/>
                <a:gd name="connsiteX9" fmla="*/ 15930 w 21212"/>
                <a:gd name="connsiteY9" fmla="*/ 15930 h 21212"/>
                <a:gd name="connsiteX10" fmla="*/ 15930 w 21212"/>
                <a:gd name="connsiteY10" fmla="*/ 15994 h 21212"/>
                <a:gd name="connsiteX11" fmla="*/ 15930 w 21212"/>
                <a:gd name="connsiteY11" fmla="*/ 15994 h 21212"/>
                <a:gd name="connsiteX12" fmla="*/ 15930 w 21212"/>
                <a:gd name="connsiteY12" fmla="*/ 15930 h 21212"/>
                <a:gd name="connsiteX13" fmla="*/ 15930 w 21212"/>
                <a:gd name="connsiteY13" fmla="*/ 15930 h 21212"/>
                <a:gd name="connsiteX14" fmla="*/ 15930 w 21212"/>
                <a:gd name="connsiteY14" fmla="*/ 15930 h 21212"/>
                <a:gd name="connsiteX15" fmla="*/ 16015 w 21212"/>
                <a:gd name="connsiteY15" fmla="*/ 15930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58 w 21212"/>
                <a:gd name="connsiteY18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58" y="15930"/>
                  </a:moveTo>
                  <a:lnTo>
                    <a:pt x="16058" y="15930"/>
                  </a:lnTo>
                  <a:lnTo>
                    <a:pt x="16015" y="15930"/>
                  </a:lnTo>
                  <a:lnTo>
                    <a:pt x="16015" y="15930"/>
                  </a:lnTo>
                  <a:cubicBezTo>
                    <a:pt x="16015" y="15930"/>
                    <a:pt x="16015" y="15930"/>
                    <a:pt x="16015" y="15994"/>
                  </a:cubicBezTo>
                  <a:lnTo>
                    <a:pt x="16015" y="15994"/>
                  </a:lnTo>
                  <a:lnTo>
                    <a:pt x="16121" y="16100"/>
                  </a:lnTo>
                  <a:lnTo>
                    <a:pt x="16121" y="16100"/>
                  </a:lnTo>
                  <a:lnTo>
                    <a:pt x="15909" y="15994"/>
                  </a:lnTo>
                  <a:lnTo>
                    <a:pt x="15930" y="15930"/>
                  </a:lnTo>
                  <a:lnTo>
                    <a:pt x="15930" y="15994"/>
                  </a:lnTo>
                  <a:lnTo>
                    <a:pt x="15930" y="15994"/>
                  </a:lnTo>
                  <a:cubicBezTo>
                    <a:pt x="15930" y="15930"/>
                    <a:pt x="15930" y="15930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lnTo>
                    <a:pt x="16015" y="15930"/>
                  </a:lnTo>
                  <a:cubicBezTo>
                    <a:pt x="16015" y="15930"/>
                    <a:pt x="16015" y="15930"/>
                    <a:pt x="16015" y="15909"/>
                  </a:cubicBezTo>
                  <a:lnTo>
                    <a:pt x="16015" y="15909"/>
                  </a:lnTo>
                  <a:lnTo>
                    <a:pt x="16058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4D8CD48-8DCF-4ABD-8C1F-6F90E2BD905D}"/>
                </a:ext>
              </a:extLst>
            </p:cNvPr>
            <p:cNvSpPr/>
            <p:nvPr/>
          </p:nvSpPr>
          <p:spPr>
            <a:xfrm>
              <a:off x="6407137" y="4744188"/>
              <a:ext cx="31327" cy="31327"/>
            </a:xfrm>
            <a:custGeom>
              <a:avLst/>
              <a:gdLst>
                <a:gd name="connsiteX0" fmla="*/ 15994 w 21212"/>
                <a:gd name="connsiteY0" fmla="*/ 15930 h 21212"/>
                <a:gd name="connsiteX1" fmla="*/ 15909 w 21212"/>
                <a:gd name="connsiteY1" fmla="*/ 15909 h 21212"/>
                <a:gd name="connsiteX2" fmla="*/ 15994 w 21212"/>
                <a:gd name="connsiteY2" fmla="*/ 15930 h 21212"/>
                <a:gd name="connsiteX3" fmla="*/ 16036 w 21212"/>
                <a:gd name="connsiteY3" fmla="*/ 15909 h 21212"/>
                <a:gd name="connsiteX4" fmla="*/ 15994 w 21212"/>
                <a:gd name="connsiteY4" fmla="*/ 15930 h 21212"/>
                <a:gd name="connsiteX5" fmla="*/ 16185 w 21212"/>
                <a:gd name="connsiteY5" fmla="*/ 16015 h 21212"/>
                <a:gd name="connsiteX6" fmla="*/ 16015 w 21212"/>
                <a:gd name="connsiteY6" fmla="*/ 15930 h 21212"/>
                <a:gd name="connsiteX7" fmla="*/ 16079 w 21212"/>
                <a:gd name="connsiteY7" fmla="*/ 15930 h 21212"/>
                <a:gd name="connsiteX8" fmla="*/ 16185 w 21212"/>
                <a:gd name="connsiteY8" fmla="*/ 15951 h 21212"/>
                <a:gd name="connsiteX9" fmla="*/ 16185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94" y="15930"/>
                  </a:moveTo>
                  <a:lnTo>
                    <a:pt x="15909" y="15909"/>
                  </a:lnTo>
                  <a:lnTo>
                    <a:pt x="15994" y="15930"/>
                  </a:lnTo>
                  <a:lnTo>
                    <a:pt x="16036" y="15909"/>
                  </a:lnTo>
                  <a:lnTo>
                    <a:pt x="15994" y="15930"/>
                  </a:lnTo>
                  <a:close/>
                  <a:moveTo>
                    <a:pt x="16185" y="16015"/>
                  </a:moveTo>
                  <a:lnTo>
                    <a:pt x="16015" y="15930"/>
                  </a:lnTo>
                  <a:lnTo>
                    <a:pt x="16079" y="15930"/>
                  </a:lnTo>
                  <a:lnTo>
                    <a:pt x="16185" y="15951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B619FC70-CF6B-47E6-9883-26A30BE394FF}"/>
                </a:ext>
              </a:extLst>
            </p:cNvPr>
            <p:cNvSpPr/>
            <p:nvPr/>
          </p:nvSpPr>
          <p:spPr>
            <a:xfrm>
              <a:off x="6407419" y="4744063"/>
              <a:ext cx="31327" cy="31327"/>
            </a:xfrm>
            <a:custGeom>
              <a:avLst/>
              <a:gdLst>
                <a:gd name="connsiteX0" fmla="*/ 15930 w 21212"/>
                <a:gd name="connsiteY0" fmla="*/ 15930 h 21212"/>
                <a:gd name="connsiteX1" fmla="*/ 15930 w 21212"/>
                <a:gd name="connsiteY1" fmla="*/ 15930 h 21212"/>
                <a:gd name="connsiteX2" fmla="*/ 15930 w 21212"/>
                <a:gd name="connsiteY2" fmla="*/ 15930 h 21212"/>
                <a:gd name="connsiteX3" fmla="*/ 15930 w 21212"/>
                <a:gd name="connsiteY3" fmla="*/ 15930 h 21212"/>
                <a:gd name="connsiteX4" fmla="*/ 15994 w 21212"/>
                <a:gd name="connsiteY4" fmla="*/ 15930 h 21212"/>
                <a:gd name="connsiteX5" fmla="*/ 15994 w 21212"/>
                <a:gd name="connsiteY5" fmla="*/ 15909 h 21212"/>
                <a:gd name="connsiteX6" fmla="*/ 16015 w 21212"/>
                <a:gd name="connsiteY6" fmla="*/ 15909 h 21212"/>
                <a:gd name="connsiteX7" fmla="*/ 16015 w 21212"/>
                <a:gd name="connsiteY7" fmla="*/ 15909 h 21212"/>
                <a:gd name="connsiteX8" fmla="*/ 16079 w 21212"/>
                <a:gd name="connsiteY8" fmla="*/ 15909 h 21212"/>
                <a:gd name="connsiteX9" fmla="*/ 16079 w 21212"/>
                <a:gd name="connsiteY9" fmla="*/ 15909 h 21212"/>
                <a:gd name="connsiteX10" fmla="*/ 16227 w 21212"/>
                <a:gd name="connsiteY10" fmla="*/ 15930 h 21212"/>
                <a:gd name="connsiteX11" fmla="*/ 16142 w 21212"/>
                <a:gd name="connsiteY11" fmla="*/ 15994 h 21212"/>
                <a:gd name="connsiteX12" fmla="*/ 16079 w 21212"/>
                <a:gd name="connsiteY12" fmla="*/ 15930 h 21212"/>
                <a:gd name="connsiteX13" fmla="*/ 16015 w 21212"/>
                <a:gd name="connsiteY13" fmla="*/ 15909 h 21212"/>
                <a:gd name="connsiteX14" fmla="*/ 15994 w 21212"/>
                <a:gd name="connsiteY14" fmla="*/ 15930 h 21212"/>
                <a:gd name="connsiteX15" fmla="*/ 15994 w 21212"/>
                <a:gd name="connsiteY15" fmla="*/ 15930 h 21212"/>
                <a:gd name="connsiteX16" fmla="*/ 15994 w 21212"/>
                <a:gd name="connsiteY16" fmla="*/ 15994 h 21212"/>
                <a:gd name="connsiteX17" fmla="*/ 16079 w 21212"/>
                <a:gd name="connsiteY17" fmla="*/ 16015 h 21212"/>
                <a:gd name="connsiteX18" fmla="*/ 16079 w 21212"/>
                <a:gd name="connsiteY18" fmla="*/ 16036 h 21212"/>
                <a:gd name="connsiteX19" fmla="*/ 15909 w 21212"/>
                <a:gd name="connsiteY19" fmla="*/ 15994 h 21212"/>
                <a:gd name="connsiteX20" fmla="*/ 15930 w 21212"/>
                <a:gd name="connsiteY20" fmla="*/ 15930 h 21212"/>
                <a:gd name="connsiteX21" fmla="*/ 15930 w 21212"/>
                <a:gd name="connsiteY21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30" y="15930"/>
                  </a:move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94" y="15930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5994" y="15909"/>
                    <a:pt x="15994" y="15909"/>
                    <a:pt x="16015" y="15909"/>
                  </a:cubicBezTo>
                  <a:lnTo>
                    <a:pt x="16015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227" y="15930"/>
                  </a:lnTo>
                  <a:lnTo>
                    <a:pt x="16142" y="15994"/>
                  </a:lnTo>
                  <a:lnTo>
                    <a:pt x="16079" y="15930"/>
                  </a:lnTo>
                  <a:cubicBezTo>
                    <a:pt x="16079" y="15909"/>
                    <a:pt x="16015" y="15909"/>
                    <a:pt x="16015" y="15909"/>
                  </a:cubicBezTo>
                  <a:cubicBezTo>
                    <a:pt x="16015" y="15909"/>
                    <a:pt x="16015" y="15909"/>
                    <a:pt x="15994" y="15930"/>
                  </a:cubicBezTo>
                  <a:lnTo>
                    <a:pt x="15994" y="15930"/>
                  </a:lnTo>
                  <a:cubicBezTo>
                    <a:pt x="15994" y="15930"/>
                    <a:pt x="15994" y="15930"/>
                    <a:pt x="15994" y="15994"/>
                  </a:cubicBezTo>
                  <a:lnTo>
                    <a:pt x="16079" y="16015"/>
                  </a:lnTo>
                  <a:lnTo>
                    <a:pt x="16079" y="16036"/>
                  </a:lnTo>
                  <a:lnTo>
                    <a:pt x="15909" y="15994"/>
                  </a:lnTo>
                  <a:lnTo>
                    <a:pt x="15930" y="15930"/>
                  </a:lnTo>
                  <a:lnTo>
                    <a:pt x="1593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A7C00FD0-61C3-4DE3-B218-76938F9A81ED}"/>
                </a:ext>
              </a:extLst>
            </p:cNvPr>
            <p:cNvSpPr/>
            <p:nvPr/>
          </p:nvSpPr>
          <p:spPr>
            <a:xfrm>
              <a:off x="6407750" y="4743874"/>
              <a:ext cx="31327" cy="31327"/>
            </a:xfrm>
            <a:custGeom>
              <a:avLst/>
              <a:gdLst>
                <a:gd name="connsiteX0" fmla="*/ 15919 w 21212"/>
                <a:gd name="connsiteY0" fmla="*/ 15973 h 21212"/>
                <a:gd name="connsiteX1" fmla="*/ 16003 w 21212"/>
                <a:gd name="connsiteY1" fmla="*/ 15973 h 21212"/>
                <a:gd name="connsiteX2" fmla="*/ 16003 w 21212"/>
                <a:gd name="connsiteY2" fmla="*/ 15909 h 21212"/>
                <a:gd name="connsiteX3" fmla="*/ 16067 w 21212"/>
                <a:gd name="connsiteY3" fmla="*/ 15909 h 21212"/>
                <a:gd name="connsiteX4" fmla="*/ 16067 w 21212"/>
                <a:gd name="connsiteY4" fmla="*/ 15909 h 21212"/>
                <a:gd name="connsiteX5" fmla="*/ 16067 w 21212"/>
                <a:gd name="connsiteY5" fmla="*/ 15909 h 21212"/>
                <a:gd name="connsiteX6" fmla="*/ 16067 w 21212"/>
                <a:gd name="connsiteY6" fmla="*/ 15909 h 21212"/>
                <a:gd name="connsiteX7" fmla="*/ 16067 w 21212"/>
                <a:gd name="connsiteY7" fmla="*/ 15909 h 21212"/>
                <a:gd name="connsiteX8" fmla="*/ 16215 w 21212"/>
                <a:gd name="connsiteY8" fmla="*/ 15973 h 21212"/>
                <a:gd name="connsiteX9" fmla="*/ 16258 w 21212"/>
                <a:gd name="connsiteY9" fmla="*/ 15994 h 21212"/>
                <a:gd name="connsiteX10" fmla="*/ 16258 w 21212"/>
                <a:gd name="connsiteY10" fmla="*/ 15994 h 21212"/>
                <a:gd name="connsiteX11" fmla="*/ 16215 w 21212"/>
                <a:gd name="connsiteY11" fmla="*/ 16058 h 21212"/>
                <a:gd name="connsiteX12" fmla="*/ 16215 w 21212"/>
                <a:gd name="connsiteY12" fmla="*/ 16079 h 21212"/>
                <a:gd name="connsiteX13" fmla="*/ 16194 w 21212"/>
                <a:gd name="connsiteY13" fmla="*/ 16079 h 21212"/>
                <a:gd name="connsiteX14" fmla="*/ 16131 w 21212"/>
                <a:gd name="connsiteY14" fmla="*/ 16079 h 21212"/>
                <a:gd name="connsiteX15" fmla="*/ 16088 w 21212"/>
                <a:gd name="connsiteY15" fmla="*/ 16079 h 21212"/>
                <a:gd name="connsiteX16" fmla="*/ 16131 w 21212"/>
                <a:gd name="connsiteY16" fmla="*/ 16079 h 21212"/>
                <a:gd name="connsiteX17" fmla="*/ 16131 w 21212"/>
                <a:gd name="connsiteY17" fmla="*/ 16079 h 21212"/>
                <a:gd name="connsiteX18" fmla="*/ 16194 w 21212"/>
                <a:gd name="connsiteY18" fmla="*/ 16079 h 21212"/>
                <a:gd name="connsiteX19" fmla="*/ 16194 w 21212"/>
                <a:gd name="connsiteY19" fmla="*/ 16058 h 21212"/>
                <a:gd name="connsiteX20" fmla="*/ 16215 w 21212"/>
                <a:gd name="connsiteY20" fmla="*/ 15994 h 21212"/>
                <a:gd name="connsiteX21" fmla="*/ 16194 w 21212"/>
                <a:gd name="connsiteY21" fmla="*/ 15994 h 21212"/>
                <a:gd name="connsiteX22" fmla="*/ 16194 w 21212"/>
                <a:gd name="connsiteY22" fmla="*/ 15973 h 21212"/>
                <a:gd name="connsiteX23" fmla="*/ 16194 w 21212"/>
                <a:gd name="connsiteY23" fmla="*/ 15973 h 21212"/>
                <a:gd name="connsiteX24" fmla="*/ 16194 w 21212"/>
                <a:gd name="connsiteY24" fmla="*/ 15994 h 21212"/>
                <a:gd name="connsiteX25" fmla="*/ 16131 w 21212"/>
                <a:gd name="connsiteY25" fmla="*/ 16058 h 21212"/>
                <a:gd name="connsiteX26" fmla="*/ 16131 w 21212"/>
                <a:gd name="connsiteY26" fmla="*/ 16058 h 21212"/>
                <a:gd name="connsiteX27" fmla="*/ 16088 w 21212"/>
                <a:gd name="connsiteY27" fmla="*/ 16058 h 21212"/>
                <a:gd name="connsiteX28" fmla="*/ 16067 w 21212"/>
                <a:gd name="connsiteY28" fmla="*/ 16058 h 21212"/>
                <a:gd name="connsiteX29" fmla="*/ 16067 w 21212"/>
                <a:gd name="connsiteY29" fmla="*/ 16058 h 21212"/>
                <a:gd name="connsiteX30" fmla="*/ 16003 w 21212"/>
                <a:gd name="connsiteY30" fmla="*/ 16058 h 21212"/>
                <a:gd name="connsiteX31" fmla="*/ 15919 w 21212"/>
                <a:gd name="connsiteY31" fmla="*/ 16058 h 21212"/>
                <a:gd name="connsiteX32" fmla="*/ 15919 w 21212"/>
                <a:gd name="connsiteY32" fmla="*/ 15973 h 21212"/>
                <a:gd name="connsiteX33" fmla="*/ 15919 w 21212"/>
                <a:gd name="connsiteY33" fmla="*/ 15973 h 21212"/>
                <a:gd name="connsiteX34" fmla="*/ 15919 w 21212"/>
                <a:gd name="connsiteY34" fmla="*/ 15973 h 21212"/>
                <a:gd name="connsiteX35" fmla="*/ 15919 w 21212"/>
                <a:gd name="connsiteY35" fmla="*/ 15973 h 21212"/>
                <a:gd name="connsiteX36" fmla="*/ 16003 w 21212"/>
                <a:gd name="connsiteY36" fmla="*/ 15994 h 21212"/>
                <a:gd name="connsiteX37" fmla="*/ 16067 w 21212"/>
                <a:gd name="connsiteY37" fmla="*/ 16058 h 21212"/>
                <a:gd name="connsiteX38" fmla="*/ 16088 w 21212"/>
                <a:gd name="connsiteY38" fmla="*/ 16058 h 21212"/>
                <a:gd name="connsiteX39" fmla="*/ 16088 w 21212"/>
                <a:gd name="connsiteY39" fmla="*/ 16058 h 21212"/>
                <a:gd name="connsiteX40" fmla="*/ 16131 w 21212"/>
                <a:gd name="connsiteY40" fmla="*/ 15994 h 21212"/>
                <a:gd name="connsiteX41" fmla="*/ 16131 w 21212"/>
                <a:gd name="connsiteY41" fmla="*/ 15994 h 21212"/>
                <a:gd name="connsiteX42" fmla="*/ 16131 w 21212"/>
                <a:gd name="connsiteY42" fmla="*/ 15973 h 21212"/>
                <a:gd name="connsiteX43" fmla="*/ 16067 w 21212"/>
                <a:gd name="connsiteY43" fmla="*/ 15973 h 21212"/>
                <a:gd name="connsiteX44" fmla="*/ 16067 w 21212"/>
                <a:gd name="connsiteY44" fmla="*/ 15973 h 21212"/>
                <a:gd name="connsiteX45" fmla="*/ 16067 w 21212"/>
                <a:gd name="connsiteY45" fmla="*/ 15973 h 21212"/>
                <a:gd name="connsiteX46" fmla="*/ 16003 w 21212"/>
                <a:gd name="connsiteY46" fmla="*/ 15994 h 21212"/>
                <a:gd name="connsiteX47" fmla="*/ 16003 w 21212"/>
                <a:gd name="connsiteY47" fmla="*/ 15994 h 21212"/>
                <a:gd name="connsiteX48" fmla="*/ 15919 w 21212"/>
                <a:gd name="connsiteY48" fmla="*/ 15973 h 21212"/>
                <a:gd name="connsiteX49" fmla="*/ 15919 w 21212"/>
                <a:gd name="connsiteY49" fmla="*/ 15973 h 21212"/>
                <a:gd name="connsiteX50" fmla="*/ 15919 w 21212"/>
                <a:gd name="connsiteY50" fmla="*/ 15994 h 21212"/>
                <a:gd name="connsiteX51" fmla="*/ 16003 w 21212"/>
                <a:gd name="connsiteY51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19" y="15973"/>
                  </a:moveTo>
                  <a:cubicBezTo>
                    <a:pt x="15919" y="15973"/>
                    <a:pt x="15919" y="15973"/>
                    <a:pt x="16003" y="15973"/>
                  </a:cubicBezTo>
                  <a:lnTo>
                    <a:pt x="16003" y="15909"/>
                  </a:lnTo>
                  <a:lnTo>
                    <a:pt x="16067" y="15909"/>
                  </a:lnTo>
                  <a:lnTo>
                    <a:pt x="16067" y="15909"/>
                  </a:lnTo>
                  <a:lnTo>
                    <a:pt x="16067" y="15909"/>
                  </a:lnTo>
                  <a:lnTo>
                    <a:pt x="16067" y="15909"/>
                  </a:lnTo>
                  <a:lnTo>
                    <a:pt x="16067" y="15909"/>
                  </a:lnTo>
                  <a:lnTo>
                    <a:pt x="16215" y="15973"/>
                  </a:lnTo>
                  <a:cubicBezTo>
                    <a:pt x="16215" y="15994"/>
                    <a:pt x="16215" y="15994"/>
                    <a:pt x="16258" y="15994"/>
                  </a:cubicBezTo>
                  <a:lnTo>
                    <a:pt x="16258" y="15994"/>
                  </a:lnTo>
                  <a:cubicBezTo>
                    <a:pt x="16258" y="16058"/>
                    <a:pt x="16215" y="16058"/>
                    <a:pt x="16215" y="16058"/>
                  </a:cubicBezTo>
                  <a:cubicBezTo>
                    <a:pt x="16215" y="16058"/>
                    <a:pt x="16215" y="16058"/>
                    <a:pt x="16215" y="16079"/>
                  </a:cubicBezTo>
                  <a:cubicBezTo>
                    <a:pt x="16194" y="16079"/>
                    <a:pt x="16194" y="16079"/>
                    <a:pt x="16194" y="16079"/>
                  </a:cubicBezTo>
                  <a:cubicBezTo>
                    <a:pt x="16131" y="16079"/>
                    <a:pt x="16131" y="16079"/>
                    <a:pt x="16131" y="16079"/>
                  </a:cubicBezTo>
                  <a:lnTo>
                    <a:pt x="16088" y="16079"/>
                  </a:lnTo>
                  <a:cubicBezTo>
                    <a:pt x="16131" y="16079"/>
                    <a:pt x="16131" y="16079"/>
                    <a:pt x="16131" y="16079"/>
                  </a:cubicBezTo>
                  <a:lnTo>
                    <a:pt x="16131" y="16079"/>
                  </a:lnTo>
                  <a:cubicBezTo>
                    <a:pt x="16131" y="16079"/>
                    <a:pt x="16131" y="16079"/>
                    <a:pt x="16194" y="16079"/>
                  </a:cubicBezTo>
                  <a:lnTo>
                    <a:pt x="16194" y="16058"/>
                  </a:lnTo>
                  <a:cubicBezTo>
                    <a:pt x="16194" y="16058"/>
                    <a:pt x="16215" y="16058"/>
                    <a:pt x="16215" y="15994"/>
                  </a:cubicBezTo>
                  <a:cubicBezTo>
                    <a:pt x="16215" y="15994"/>
                    <a:pt x="16215" y="15994"/>
                    <a:pt x="16194" y="15994"/>
                  </a:cubicBezTo>
                  <a:lnTo>
                    <a:pt x="16194" y="15973"/>
                  </a:lnTo>
                  <a:lnTo>
                    <a:pt x="16194" y="15973"/>
                  </a:lnTo>
                  <a:cubicBezTo>
                    <a:pt x="16194" y="15994"/>
                    <a:pt x="16194" y="15994"/>
                    <a:pt x="16194" y="15994"/>
                  </a:cubicBezTo>
                  <a:cubicBezTo>
                    <a:pt x="16131" y="15994"/>
                    <a:pt x="16131" y="15994"/>
                    <a:pt x="16131" y="16058"/>
                  </a:cubicBezTo>
                  <a:lnTo>
                    <a:pt x="16131" y="16058"/>
                  </a:lnTo>
                  <a:cubicBezTo>
                    <a:pt x="16088" y="16058"/>
                    <a:pt x="16088" y="16058"/>
                    <a:pt x="16088" y="16058"/>
                  </a:cubicBezTo>
                  <a:cubicBezTo>
                    <a:pt x="16088" y="16058"/>
                    <a:pt x="16088" y="16058"/>
                    <a:pt x="16067" y="16058"/>
                  </a:cubicBezTo>
                  <a:lnTo>
                    <a:pt x="16067" y="16058"/>
                  </a:lnTo>
                  <a:cubicBezTo>
                    <a:pt x="16003" y="16058"/>
                    <a:pt x="16003" y="16058"/>
                    <a:pt x="16003" y="16058"/>
                  </a:cubicBezTo>
                  <a:lnTo>
                    <a:pt x="15919" y="16058"/>
                  </a:lnTo>
                  <a:cubicBezTo>
                    <a:pt x="15919" y="16036"/>
                    <a:pt x="15919" y="16036"/>
                    <a:pt x="15919" y="15973"/>
                  </a:cubicBezTo>
                  <a:lnTo>
                    <a:pt x="15919" y="15973"/>
                  </a:lnTo>
                  <a:cubicBezTo>
                    <a:pt x="15897" y="15973"/>
                    <a:pt x="15919" y="15973"/>
                    <a:pt x="15919" y="15973"/>
                  </a:cubicBezTo>
                  <a:lnTo>
                    <a:pt x="15919" y="15973"/>
                  </a:lnTo>
                  <a:close/>
                  <a:moveTo>
                    <a:pt x="16003" y="15994"/>
                  </a:moveTo>
                  <a:lnTo>
                    <a:pt x="16067" y="16058"/>
                  </a:lnTo>
                  <a:cubicBezTo>
                    <a:pt x="16067" y="16058"/>
                    <a:pt x="16067" y="16058"/>
                    <a:pt x="16088" y="16058"/>
                  </a:cubicBezTo>
                  <a:lnTo>
                    <a:pt x="16088" y="16058"/>
                  </a:lnTo>
                  <a:cubicBezTo>
                    <a:pt x="16088" y="15994"/>
                    <a:pt x="16088" y="15994"/>
                    <a:pt x="16131" y="15994"/>
                  </a:cubicBezTo>
                  <a:lnTo>
                    <a:pt x="16131" y="15994"/>
                  </a:lnTo>
                  <a:lnTo>
                    <a:pt x="16131" y="15973"/>
                  </a:lnTo>
                  <a:lnTo>
                    <a:pt x="16067" y="15973"/>
                  </a:lnTo>
                  <a:lnTo>
                    <a:pt x="16067" y="15973"/>
                  </a:lnTo>
                  <a:lnTo>
                    <a:pt x="16067" y="15973"/>
                  </a:lnTo>
                  <a:lnTo>
                    <a:pt x="16003" y="15994"/>
                  </a:lnTo>
                  <a:lnTo>
                    <a:pt x="16003" y="15994"/>
                  </a:lnTo>
                  <a:cubicBezTo>
                    <a:pt x="15919" y="15973"/>
                    <a:pt x="15919" y="15973"/>
                    <a:pt x="15919" y="15973"/>
                  </a:cubicBezTo>
                  <a:lnTo>
                    <a:pt x="15919" y="15973"/>
                  </a:lnTo>
                  <a:cubicBezTo>
                    <a:pt x="15919" y="15994"/>
                    <a:pt x="15919" y="15994"/>
                    <a:pt x="15919" y="15994"/>
                  </a:cubicBezTo>
                  <a:cubicBezTo>
                    <a:pt x="16003" y="15994"/>
                    <a:pt x="16003" y="15994"/>
                    <a:pt x="16003" y="1599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B3E4805-306C-403A-BE8B-D0A61920D365}"/>
                </a:ext>
              </a:extLst>
            </p:cNvPr>
            <p:cNvSpPr/>
            <p:nvPr/>
          </p:nvSpPr>
          <p:spPr>
            <a:xfrm>
              <a:off x="6407983" y="4743750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5930 w 21212"/>
                <a:gd name="connsiteY3" fmla="*/ 15909 h 21212"/>
                <a:gd name="connsiteX4" fmla="*/ 15909 w 21212"/>
                <a:gd name="connsiteY4" fmla="*/ 15973 h 21212"/>
                <a:gd name="connsiteX5" fmla="*/ 16100 w 21212"/>
                <a:gd name="connsiteY5" fmla="*/ 16057 h 21212"/>
                <a:gd name="connsiteX6" fmla="*/ 15930 w 21212"/>
                <a:gd name="connsiteY6" fmla="*/ 15973 h 21212"/>
                <a:gd name="connsiteX7" fmla="*/ 15973 w 21212"/>
                <a:gd name="connsiteY7" fmla="*/ 15973 h 21212"/>
                <a:gd name="connsiteX8" fmla="*/ 16164 w 21212"/>
                <a:gd name="connsiteY8" fmla="*/ 15994 h 21212"/>
                <a:gd name="connsiteX9" fmla="*/ 16100 w 21212"/>
                <a:gd name="connsiteY9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09" y="15973"/>
                  </a:lnTo>
                  <a:close/>
                  <a:moveTo>
                    <a:pt x="16100" y="16057"/>
                  </a:moveTo>
                  <a:lnTo>
                    <a:pt x="15930" y="15973"/>
                  </a:lnTo>
                  <a:lnTo>
                    <a:pt x="15973" y="15973"/>
                  </a:lnTo>
                  <a:lnTo>
                    <a:pt x="16164" y="15994"/>
                  </a:lnTo>
                  <a:lnTo>
                    <a:pt x="16100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5C29C604-98CF-41E5-B0F1-370FC0C044F1}"/>
                </a:ext>
              </a:extLst>
            </p:cNvPr>
            <p:cNvSpPr/>
            <p:nvPr/>
          </p:nvSpPr>
          <p:spPr>
            <a:xfrm>
              <a:off x="6408076" y="4743561"/>
              <a:ext cx="31327" cy="31327"/>
            </a:xfrm>
            <a:custGeom>
              <a:avLst/>
              <a:gdLst>
                <a:gd name="connsiteX0" fmla="*/ 16100 w 21212"/>
                <a:gd name="connsiteY0" fmla="*/ 16121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6100 w 21212"/>
                <a:gd name="connsiteY3" fmla="*/ 16121 h 21212"/>
                <a:gd name="connsiteX4" fmla="*/ 16100 w 21212"/>
                <a:gd name="connsiteY4" fmla="*/ 1612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00" y="16121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6100" y="16121"/>
                  </a:lnTo>
                  <a:lnTo>
                    <a:pt x="16100" y="1612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352F190-F4DB-4844-AEE9-1A483DC462BE}"/>
                </a:ext>
              </a:extLst>
            </p:cNvPr>
            <p:cNvSpPr/>
            <p:nvPr/>
          </p:nvSpPr>
          <p:spPr>
            <a:xfrm>
              <a:off x="6408201" y="4743529"/>
              <a:ext cx="31327" cy="31327"/>
            </a:xfrm>
            <a:custGeom>
              <a:avLst/>
              <a:gdLst>
                <a:gd name="connsiteX0" fmla="*/ 16100 w 21212"/>
                <a:gd name="connsiteY0" fmla="*/ 16058 h 21212"/>
                <a:gd name="connsiteX1" fmla="*/ 15909 w 21212"/>
                <a:gd name="connsiteY1" fmla="*/ 15930 h 21212"/>
                <a:gd name="connsiteX2" fmla="*/ 15909 w 21212"/>
                <a:gd name="connsiteY2" fmla="*/ 15909 h 21212"/>
                <a:gd name="connsiteX3" fmla="*/ 16142 w 21212"/>
                <a:gd name="connsiteY3" fmla="*/ 16058 h 21212"/>
                <a:gd name="connsiteX4" fmla="*/ 16100 w 21212"/>
                <a:gd name="connsiteY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00" y="16058"/>
                  </a:moveTo>
                  <a:lnTo>
                    <a:pt x="15909" y="15930"/>
                  </a:lnTo>
                  <a:lnTo>
                    <a:pt x="15909" y="15909"/>
                  </a:lnTo>
                  <a:lnTo>
                    <a:pt x="16142" y="16058"/>
                  </a:lnTo>
                  <a:lnTo>
                    <a:pt x="16100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FCA798D5-35A4-46EE-8A3B-05863E18ACA0}"/>
                </a:ext>
              </a:extLst>
            </p:cNvPr>
            <p:cNvSpPr/>
            <p:nvPr/>
          </p:nvSpPr>
          <p:spPr>
            <a:xfrm>
              <a:off x="6408327" y="4743467"/>
              <a:ext cx="31327" cy="31327"/>
            </a:xfrm>
            <a:custGeom>
              <a:avLst/>
              <a:gdLst>
                <a:gd name="connsiteX0" fmla="*/ 16164 w 21212"/>
                <a:gd name="connsiteY0" fmla="*/ 15951 h 21212"/>
                <a:gd name="connsiteX1" fmla="*/ 16164 w 21212"/>
                <a:gd name="connsiteY1" fmla="*/ 15951 h 21212"/>
                <a:gd name="connsiteX2" fmla="*/ 16164 w 21212"/>
                <a:gd name="connsiteY2" fmla="*/ 15951 h 21212"/>
                <a:gd name="connsiteX3" fmla="*/ 16164 w 21212"/>
                <a:gd name="connsiteY3" fmla="*/ 15951 h 21212"/>
                <a:gd name="connsiteX4" fmla="*/ 16164 w 21212"/>
                <a:gd name="connsiteY4" fmla="*/ 15951 h 21212"/>
                <a:gd name="connsiteX5" fmla="*/ 16164 w 21212"/>
                <a:gd name="connsiteY5" fmla="*/ 15951 h 21212"/>
                <a:gd name="connsiteX6" fmla="*/ 16164 w 21212"/>
                <a:gd name="connsiteY6" fmla="*/ 15951 h 21212"/>
                <a:gd name="connsiteX7" fmla="*/ 16100 w 21212"/>
                <a:gd name="connsiteY7" fmla="*/ 16036 h 21212"/>
                <a:gd name="connsiteX8" fmla="*/ 16100 w 21212"/>
                <a:gd name="connsiteY8" fmla="*/ 16036 h 21212"/>
                <a:gd name="connsiteX9" fmla="*/ 16036 w 21212"/>
                <a:gd name="connsiteY9" fmla="*/ 15973 h 21212"/>
                <a:gd name="connsiteX10" fmla="*/ 16036 w 21212"/>
                <a:gd name="connsiteY10" fmla="*/ 15973 h 21212"/>
                <a:gd name="connsiteX11" fmla="*/ 16036 w 21212"/>
                <a:gd name="connsiteY11" fmla="*/ 15973 h 21212"/>
                <a:gd name="connsiteX12" fmla="*/ 16036 w 21212"/>
                <a:gd name="connsiteY12" fmla="*/ 15951 h 21212"/>
                <a:gd name="connsiteX13" fmla="*/ 16036 w 21212"/>
                <a:gd name="connsiteY13" fmla="*/ 15951 h 21212"/>
                <a:gd name="connsiteX14" fmla="*/ 16100 w 21212"/>
                <a:gd name="connsiteY14" fmla="*/ 15951 h 21212"/>
                <a:gd name="connsiteX15" fmla="*/ 16100 w 21212"/>
                <a:gd name="connsiteY15" fmla="*/ 15909 h 21212"/>
                <a:gd name="connsiteX16" fmla="*/ 16100 w 21212"/>
                <a:gd name="connsiteY16" fmla="*/ 15909 h 21212"/>
                <a:gd name="connsiteX17" fmla="*/ 16100 w 21212"/>
                <a:gd name="connsiteY17" fmla="*/ 15909 h 21212"/>
                <a:gd name="connsiteX18" fmla="*/ 16100 w 21212"/>
                <a:gd name="connsiteY18" fmla="*/ 15909 h 21212"/>
                <a:gd name="connsiteX19" fmla="*/ 16100 w 21212"/>
                <a:gd name="connsiteY19" fmla="*/ 15909 h 21212"/>
                <a:gd name="connsiteX20" fmla="*/ 16036 w 21212"/>
                <a:gd name="connsiteY20" fmla="*/ 15909 h 21212"/>
                <a:gd name="connsiteX21" fmla="*/ 15994 w 21212"/>
                <a:gd name="connsiteY21" fmla="*/ 15909 h 21212"/>
                <a:gd name="connsiteX22" fmla="*/ 15994 w 21212"/>
                <a:gd name="connsiteY22" fmla="*/ 15951 h 21212"/>
                <a:gd name="connsiteX23" fmla="*/ 15909 w 21212"/>
                <a:gd name="connsiteY23" fmla="*/ 15973 h 21212"/>
                <a:gd name="connsiteX24" fmla="*/ 15909 w 21212"/>
                <a:gd name="connsiteY24" fmla="*/ 15951 h 21212"/>
                <a:gd name="connsiteX25" fmla="*/ 15909 w 21212"/>
                <a:gd name="connsiteY25" fmla="*/ 15951 h 21212"/>
                <a:gd name="connsiteX26" fmla="*/ 15909 w 21212"/>
                <a:gd name="connsiteY26" fmla="*/ 15951 h 21212"/>
                <a:gd name="connsiteX27" fmla="*/ 15909 w 21212"/>
                <a:gd name="connsiteY27" fmla="*/ 15909 h 21212"/>
                <a:gd name="connsiteX28" fmla="*/ 15994 w 21212"/>
                <a:gd name="connsiteY28" fmla="*/ 15909 h 21212"/>
                <a:gd name="connsiteX29" fmla="*/ 16036 w 21212"/>
                <a:gd name="connsiteY29" fmla="*/ 15909 h 21212"/>
                <a:gd name="connsiteX30" fmla="*/ 16100 w 21212"/>
                <a:gd name="connsiteY30" fmla="*/ 15909 h 21212"/>
                <a:gd name="connsiteX31" fmla="*/ 16100 w 21212"/>
                <a:gd name="connsiteY31" fmla="*/ 15909 h 21212"/>
                <a:gd name="connsiteX32" fmla="*/ 16142 w 21212"/>
                <a:gd name="connsiteY32" fmla="*/ 15909 h 21212"/>
                <a:gd name="connsiteX33" fmla="*/ 16227 w 21212"/>
                <a:gd name="connsiteY33" fmla="*/ 15951 h 21212"/>
                <a:gd name="connsiteX34" fmla="*/ 16227 w 21212"/>
                <a:gd name="connsiteY34" fmla="*/ 15951 h 21212"/>
                <a:gd name="connsiteX35" fmla="*/ 16164 w 21212"/>
                <a:gd name="connsiteY35" fmla="*/ 15951 h 21212"/>
                <a:gd name="connsiteX36" fmla="*/ 16142 w 21212"/>
                <a:gd name="connsiteY36" fmla="*/ 15951 h 21212"/>
                <a:gd name="connsiteX37" fmla="*/ 16142 w 21212"/>
                <a:gd name="connsiteY37" fmla="*/ 15951 h 21212"/>
                <a:gd name="connsiteX38" fmla="*/ 16100 w 21212"/>
                <a:gd name="connsiteY38" fmla="*/ 15951 h 21212"/>
                <a:gd name="connsiteX39" fmla="*/ 16036 w 21212"/>
                <a:gd name="connsiteY39" fmla="*/ 15973 h 21212"/>
                <a:gd name="connsiteX40" fmla="*/ 16100 w 21212"/>
                <a:gd name="connsiteY40" fmla="*/ 15973 h 21212"/>
                <a:gd name="connsiteX41" fmla="*/ 16100 w 21212"/>
                <a:gd name="connsiteY41" fmla="*/ 15973 h 21212"/>
                <a:gd name="connsiteX42" fmla="*/ 16100 w 21212"/>
                <a:gd name="connsiteY42" fmla="*/ 15973 h 21212"/>
                <a:gd name="connsiteX43" fmla="*/ 16142 w 21212"/>
                <a:gd name="connsiteY43" fmla="*/ 15951 h 21212"/>
                <a:gd name="connsiteX44" fmla="*/ 16142 w 21212"/>
                <a:gd name="connsiteY44" fmla="*/ 15951 h 21212"/>
                <a:gd name="connsiteX45" fmla="*/ 16142 w 21212"/>
                <a:gd name="connsiteY45" fmla="*/ 15951 h 21212"/>
                <a:gd name="connsiteX46" fmla="*/ 16142 w 21212"/>
                <a:gd name="connsiteY46" fmla="*/ 15951 h 21212"/>
                <a:gd name="connsiteX47" fmla="*/ 16142 w 21212"/>
                <a:gd name="connsiteY47" fmla="*/ 15951 h 21212"/>
                <a:gd name="connsiteX48" fmla="*/ 16142 w 21212"/>
                <a:gd name="connsiteY48" fmla="*/ 15951 h 21212"/>
                <a:gd name="connsiteX49" fmla="*/ 16142 w 21212"/>
                <a:gd name="connsiteY4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64" y="15951"/>
                  </a:moveTo>
                  <a:lnTo>
                    <a:pt x="16164" y="15951"/>
                  </a:lnTo>
                  <a:cubicBezTo>
                    <a:pt x="16164" y="15951"/>
                    <a:pt x="16164" y="15951"/>
                    <a:pt x="16164" y="15951"/>
                  </a:cubicBezTo>
                  <a:lnTo>
                    <a:pt x="16164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64" y="15951"/>
                  </a:lnTo>
                  <a:cubicBezTo>
                    <a:pt x="16142" y="15973"/>
                    <a:pt x="16100" y="15973"/>
                    <a:pt x="16100" y="16036"/>
                  </a:cubicBezTo>
                  <a:lnTo>
                    <a:pt x="16100" y="16036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5994" y="15973"/>
                    <a:pt x="15994" y="15973"/>
                    <a:pt x="16036" y="15973"/>
                  </a:cubicBezTo>
                  <a:cubicBezTo>
                    <a:pt x="16036" y="15973"/>
                    <a:pt x="16036" y="15973"/>
                    <a:pt x="16036" y="15951"/>
                  </a:cubicBezTo>
                  <a:lnTo>
                    <a:pt x="16036" y="15951"/>
                  </a:lnTo>
                  <a:cubicBezTo>
                    <a:pt x="16100" y="15951"/>
                    <a:pt x="16100" y="15951"/>
                    <a:pt x="16100" y="15951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5994" y="15909"/>
                  </a:cubicBezTo>
                  <a:cubicBezTo>
                    <a:pt x="15994" y="15951"/>
                    <a:pt x="15994" y="15951"/>
                    <a:pt x="15994" y="15951"/>
                  </a:cubicBezTo>
                  <a:cubicBezTo>
                    <a:pt x="15994" y="15951"/>
                    <a:pt x="15909" y="15951"/>
                    <a:pt x="15909" y="15973"/>
                  </a:cubicBez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5994" y="15909"/>
                  </a:lnTo>
                  <a:lnTo>
                    <a:pt x="16036" y="15909"/>
                  </a:lnTo>
                  <a:lnTo>
                    <a:pt x="16100" y="15909"/>
                  </a:lnTo>
                  <a:lnTo>
                    <a:pt x="16100" y="15909"/>
                  </a:lnTo>
                  <a:cubicBezTo>
                    <a:pt x="16142" y="15909"/>
                    <a:pt x="16142" y="15909"/>
                    <a:pt x="16142" y="15909"/>
                  </a:cubicBezTo>
                  <a:lnTo>
                    <a:pt x="16227" y="15951"/>
                  </a:lnTo>
                  <a:lnTo>
                    <a:pt x="16227" y="15951"/>
                  </a:lnTo>
                  <a:lnTo>
                    <a:pt x="16164" y="15951"/>
                  </a:lnTo>
                  <a:close/>
                  <a:moveTo>
                    <a:pt x="16142" y="15951"/>
                  </a:moveTo>
                  <a:lnTo>
                    <a:pt x="16142" y="15951"/>
                  </a:lnTo>
                  <a:cubicBezTo>
                    <a:pt x="16100" y="15951"/>
                    <a:pt x="16100" y="15951"/>
                    <a:pt x="16100" y="15951"/>
                  </a:cubicBezTo>
                  <a:lnTo>
                    <a:pt x="16036" y="15973"/>
                  </a:lnTo>
                  <a:cubicBezTo>
                    <a:pt x="16036" y="15973"/>
                    <a:pt x="16036" y="15973"/>
                    <a:pt x="16100" y="15973"/>
                  </a:cubicBezTo>
                  <a:lnTo>
                    <a:pt x="16100" y="15973"/>
                  </a:lnTo>
                  <a:lnTo>
                    <a:pt x="16100" y="15973"/>
                  </a:lnTo>
                  <a:lnTo>
                    <a:pt x="16142" y="15951"/>
                  </a:lnTo>
                  <a:lnTo>
                    <a:pt x="16142" y="15951"/>
                  </a:lnTo>
                  <a:lnTo>
                    <a:pt x="16142" y="15951"/>
                  </a:lnTo>
                  <a:lnTo>
                    <a:pt x="16142" y="15951"/>
                  </a:lnTo>
                  <a:cubicBezTo>
                    <a:pt x="16142" y="15951"/>
                    <a:pt x="16142" y="15951"/>
                    <a:pt x="16142" y="15951"/>
                  </a:cubicBezTo>
                  <a:lnTo>
                    <a:pt x="16142" y="15951"/>
                  </a:lnTo>
                  <a:lnTo>
                    <a:pt x="16142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EE5D56B1-2DDA-43F1-843F-1A6717EDA969}"/>
                </a:ext>
              </a:extLst>
            </p:cNvPr>
            <p:cNvSpPr/>
            <p:nvPr/>
          </p:nvSpPr>
          <p:spPr>
            <a:xfrm>
              <a:off x="6408797" y="4743216"/>
              <a:ext cx="31327" cy="31327"/>
            </a:xfrm>
            <a:custGeom>
              <a:avLst/>
              <a:gdLst>
                <a:gd name="connsiteX0" fmla="*/ 15930 w 21212"/>
                <a:gd name="connsiteY0" fmla="*/ 15930 h 21212"/>
                <a:gd name="connsiteX1" fmla="*/ 15930 w 21212"/>
                <a:gd name="connsiteY1" fmla="*/ 16015 h 21212"/>
                <a:gd name="connsiteX2" fmla="*/ 15951 w 21212"/>
                <a:gd name="connsiteY2" fmla="*/ 16015 h 21212"/>
                <a:gd name="connsiteX3" fmla="*/ 15930 w 21212"/>
                <a:gd name="connsiteY3" fmla="*/ 15930 h 21212"/>
                <a:gd name="connsiteX4" fmla="*/ 16015 w 21212"/>
                <a:gd name="connsiteY4" fmla="*/ 15930 h 21212"/>
                <a:gd name="connsiteX5" fmla="*/ 16015 w 21212"/>
                <a:gd name="connsiteY5" fmla="*/ 15930 h 21212"/>
                <a:gd name="connsiteX6" fmla="*/ 16036 w 21212"/>
                <a:gd name="connsiteY6" fmla="*/ 15930 h 21212"/>
                <a:gd name="connsiteX7" fmla="*/ 16036 w 21212"/>
                <a:gd name="connsiteY7" fmla="*/ 15930 h 21212"/>
                <a:gd name="connsiteX8" fmla="*/ 16142 w 21212"/>
                <a:gd name="connsiteY8" fmla="*/ 15930 h 21212"/>
                <a:gd name="connsiteX9" fmla="*/ 16142 w 21212"/>
                <a:gd name="connsiteY9" fmla="*/ 15930 h 21212"/>
                <a:gd name="connsiteX10" fmla="*/ 16142 w 21212"/>
                <a:gd name="connsiteY10" fmla="*/ 16015 h 21212"/>
                <a:gd name="connsiteX11" fmla="*/ 16142 w 21212"/>
                <a:gd name="connsiteY11" fmla="*/ 16057 h 21212"/>
                <a:gd name="connsiteX12" fmla="*/ 16036 w 21212"/>
                <a:gd name="connsiteY12" fmla="*/ 16057 h 21212"/>
                <a:gd name="connsiteX13" fmla="*/ 16036 w 21212"/>
                <a:gd name="connsiteY13" fmla="*/ 16057 h 21212"/>
                <a:gd name="connsiteX14" fmla="*/ 16036 w 21212"/>
                <a:gd name="connsiteY14" fmla="*/ 16057 h 21212"/>
                <a:gd name="connsiteX15" fmla="*/ 16015 w 21212"/>
                <a:gd name="connsiteY15" fmla="*/ 16057 h 21212"/>
                <a:gd name="connsiteX16" fmla="*/ 16015 w 21212"/>
                <a:gd name="connsiteY16" fmla="*/ 16057 h 21212"/>
                <a:gd name="connsiteX17" fmla="*/ 15951 w 21212"/>
                <a:gd name="connsiteY17" fmla="*/ 16057 h 21212"/>
                <a:gd name="connsiteX18" fmla="*/ 16015 w 21212"/>
                <a:gd name="connsiteY18" fmla="*/ 16057 h 21212"/>
                <a:gd name="connsiteX19" fmla="*/ 16036 w 21212"/>
                <a:gd name="connsiteY19" fmla="*/ 16057 h 21212"/>
                <a:gd name="connsiteX20" fmla="*/ 16036 w 21212"/>
                <a:gd name="connsiteY20" fmla="*/ 16057 h 21212"/>
                <a:gd name="connsiteX21" fmla="*/ 16036 w 21212"/>
                <a:gd name="connsiteY21" fmla="*/ 16015 h 21212"/>
                <a:gd name="connsiteX22" fmla="*/ 16036 w 21212"/>
                <a:gd name="connsiteY22" fmla="*/ 16015 h 21212"/>
                <a:gd name="connsiteX23" fmla="*/ 16036 w 21212"/>
                <a:gd name="connsiteY23" fmla="*/ 15930 h 21212"/>
                <a:gd name="connsiteX24" fmla="*/ 16036 w 21212"/>
                <a:gd name="connsiteY24" fmla="*/ 15930 h 21212"/>
                <a:gd name="connsiteX25" fmla="*/ 16015 w 21212"/>
                <a:gd name="connsiteY25" fmla="*/ 15930 h 21212"/>
                <a:gd name="connsiteX26" fmla="*/ 16015 w 21212"/>
                <a:gd name="connsiteY26" fmla="*/ 15930 h 21212"/>
                <a:gd name="connsiteX27" fmla="*/ 16015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6057 h 21212"/>
                <a:gd name="connsiteX30" fmla="*/ 15930 w 21212"/>
                <a:gd name="connsiteY30" fmla="*/ 16057 h 21212"/>
                <a:gd name="connsiteX31" fmla="*/ 15909 w 21212"/>
                <a:gd name="connsiteY31" fmla="*/ 16015 h 21212"/>
                <a:gd name="connsiteX32" fmla="*/ 15909 w 21212"/>
                <a:gd name="connsiteY32" fmla="*/ 16015 h 21212"/>
                <a:gd name="connsiteX33" fmla="*/ 15930 w 21212"/>
                <a:gd name="connsiteY33" fmla="*/ 15930 h 21212"/>
                <a:gd name="connsiteX34" fmla="*/ 15930 w 21212"/>
                <a:gd name="connsiteY34" fmla="*/ 15930 h 21212"/>
                <a:gd name="connsiteX35" fmla="*/ 15930 w 21212"/>
                <a:gd name="connsiteY35" fmla="*/ 15930 h 21212"/>
                <a:gd name="connsiteX36" fmla="*/ 15930 w 21212"/>
                <a:gd name="connsiteY36" fmla="*/ 15930 h 21212"/>
                <a:gd name="connsiteX37" fmla="*/ 15930 w 21212"/>
                <a:gd name="connsiteY37" fmla="*/ 15930 h 21212"/>
                <a:gd name="connsiteX38" fmla="*/ 16015 w 21212"/>
                <a:gd name="connsiteY38" fmla="*/ 15909 h 21212"/>
                <a:gd name="connsiteX39" fmla="*/ 15930 w 21212"/>
                <a:gd name="connsiteY39" fmla="*/ 15930 h 21212"/>
                <a:gd name="connsiteX40" fmla="*/ 15930 w 21212"/>
                <a:gd name="connsiteY40" fmla="*/ 15930 h 21212"/>
                <a:gd name="connsiteX41" fmla="*/ 15930 w 21212"/>
                <a:gd name="connsiteY41" fmla="*/ 15930 h 21212"/>
                <a:gd name="connsiteX42" fmla="*/ 15930 w 21212"/>
                <a:gd name="connsiteY42" fmla="*/ 15930 h 21212"/>
                <a:gd name="connsiteX43" fmla="*/ 15930 w 21212"/>
                <a:gd name="connsiteY43" fmla="*/ 15930 h 21212"/>
                <a:gd name="connsiteX44" fmla="*/ 15930 w 21212"/>
                <a:gd name="connsiteY4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30" y="15930"/>
                  </a:moveTo>
                  <a:lnTo>
                    <a:pt x="15930" y="16015"/>
                  </a:lnTo>
                  <a:lnTo>
                    <a:pt x="15951" y="16015"/>
                  </a:lnTo>
                  <a:cubicBezTo>
                    <a:pt x="15951" y="15930"/>
                    <a:pt x="15951" y="15930"/>
                    <a:pt x="15930" y="15930"/>
                  </a:cubicBezTo>
                  <a:cubicBezTo>
                    <a:pt x="15951" y="15930"/>
                    <a:pt x="15951" y="15930"/>
                    <a:pt x="16015" y="15930"/>
                  </a:cubicBezTo>
                  <a:lnTo>
                    <a:pt x="16015" y="15930"/>
                  </a:lnTo>
                  <a:cubicBezTo>
                    <a:pt x="16015" y="15930"/>
                    <a:pt x="16015" y="15930"/>
                    <a:pt x="16036" y="15930"/>
                  </a:cubicBezTo>
                  <a:lnTo>
                    <a:pt x="16036" y="15930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6142" y="16015"/>
                  </a:lnTo>
                  <a:lnTo>
                    <a:pt x="16142" y="16057"/>
                  </a:lnTo>
                  <a:cubicBezTo>
                    <a:pt x="16142" y="16057"/>
                    <a:pt x="16142" y="16057"/>
                    <a:pt x="16036" y="16057"/>
                  </a:cubicBezTo>
                  <a:lnTo>
                    <a:pt x="16036" y="16057"/>
                  </a:lnTo>
                  <a:lnTo>
                    <a:pt x="16036" y="16057"/>
                  </a:lnTo>
                  <a:cubicBezTo>
                    <a:pt x="16015" y="16057"/>
                    <a:pt x="16015" y="16057"/>
                    <a:pt x="16015" y="16057"/>
                  </a:cubicBezTo>
                  <a:lnTo>
                    <a:pt x="16015" y="16057"/>
                  </a:lnTo>
                  <a:lnTo>
                    <a:pt x="15951" y="16057"/>
                  </a:lnTo>
                  <a:cubicBezTo>
                    <a:pt x="16015" y="16057"/>
                    <a:pt x="16015" y="16057"/>
                    <a:pt x="16015" y="16057"/>
                  </a:cubicBezTo>
                  <a:cubicBezTo>
                    <a:pt x="16015" y="16057"/>
                    <a:pt x="16015" y="16057"/>
                    <a:pt x="16036" y="16057"/>
                  </a:cubicBezTo>
                  <a:lnTo>
                    <a:pt x="16036" y="16057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cubicBezTo>
                    <a:pt x="16036" y="16015"/>
                    <a:pt x="16036" y="16015"/>
                    <a:pt x="16036" y="15930"/>
                  </a:cubicBezTo>
                  <a:lnTo>
                    <a:pt x="16036" y="15930"/>
                  </a:lnTo>
                  <a:cubicBezTo>
                    <a:pt x="16036" y="15930"/>
                    <a:pt x="16036" y="15930"/>
                    <a:pt x="16015" y="15930"/>
                  </a:cubicBezTo>
                  <a:lnTo>
                    <a:pt x="16015" y="15930"/>
                  </a:lnTo>
                  <a:lnTo>
                    <a:pt x="16015" y="16015"/>
                  </a:lnTo>
                  <a:lnTo>
                    <a:pt x="15951" y="16015"/>
                  </a:lnTo>
                  <a:lnTo>
                    <a:pt x="15951" y="16057"/>
                  </a:lnTo>
                  <a:cubicBezTo>
                    <a:pt x="15930" y="16057"/>
                    <a:pt x="15930" y="16057"/>
                    <a:pt x="15930" y="16057"/>
                  </a:cubicBez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5930"/>
                    <a:pt x="15909" y="15930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cubicBezTo>
                    <a:pt x="15951" y="15909"/>
                    <a:pt x="15951" y="15909"/>
                    <a:pt x="15930" y="15930"/>
                  </a:cubicBezTo>
                  <a:lnTo>
                    <a:pt x="16015" y="15909"/>
                  </a:lnTo>
                  <a:cubicBezTo>
                    <a:pt x="15951" y="15930"/>
                    <a:pt x="15951" y="15909"/>
                    <a:pt x="15930" y="15930"/>
                  </a:cubicBezTo>
                  <a:cubicBezTo>
                    <a:pt x="15951" y="15930"/>
                    <a:pt x="15951" y="15930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2918B53-0753-48F0-93E2-B5429B4EF427}"/>
                </a:ext>
              </a:extLst>
            </p:cNvPr>
            <p:cNvSpPr/>
            <p:nvPr/>
          </p:nvSpPr>
          <p:spPr>
            <a:xfrm>
              <a:off x="6408984" y="4743060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21 w 21212"/>
                <a:gd name="connsiteY2" fmla="*/ 15973 h 21212"/>
                <a:gd name="connsiteX3" fmla="*/ 16227 w 21212"/>
                <a:gd name="connsiteY3" fmla="*/ 15973 h 21212"/>
                <a:gd name="connsiteX4" fmla="*/ 16227 w 21212"/>
                <a:gd name="connsiteY4" fmla="*/ 15973 h 21212"/>
                <a:gd name="connsiteX5" fmla="*/ 16142 w 21212"/>
                <a:gd name="connsiteY5" fmla="*/ 16015 h 21212"/>
                <a:gd name="connsiteX6" fmla="*/ 16121 w 21212"/>
                <a:gd name="connsiteY6" fmla="*/ 16015 h 21212"/>
                <a:gd name="connsiteX7" fmla="*/ 16058 w 21212"/>
                <a:gd name="connsiteY7" fmla="*/ 16036 h 21212"/>
                <a:gd name="connsiteX8" fmla="*/ 16058 w 21212"/>
                <a:gd name="connsiteY8" fmla="*/ 16036 h 21212"/>
                <a:gd name="connsiteX9" fmla="*/ 16015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73 h 21212"/>
                <a:gd name="connsiteX12" fmla="*/ 15909 w 21212"/>
                <a:gd name="connsiteY12" fmla="*/ 15973 h 21212"/>
                <a:gd name="connsiteX13" fmla="*/ 16015 w 21212"/>
                <a:gd name="connsiteY13" fmla="*/ 15909 h 21212"/>
                <a:gd name="connsiteX14" fmla="*/ 16058 w 21212"/>
                <a:gd name="connsiteY14" fmla="*/ 15909 h 21212"/>
                <a:gd name="connsiteX15" fmla="*/ 16058 w 21212"/>
                <a:gd name="connsiteY15" fmla="*/ 15909 h 21212"/>
                <a:gd name="connsiteX16" fmla="*/ 16058 w 21212"/>
                <a:gd name="connsiteY16" fmla="*/ 15909 h 21212"/>
                <a:gd name="connsiteX17" fmla="*/ 16121 w 21212"/>
                <a:gd name="connsiteY17" fmla="*/ 15909 h 21212"/>
                <a:gd name="connsiteX18" fmla="*/ 16121 w 21212"/>
                <a:gd name="connsiteY18" fmla="*/ 15909 h 21212"/>
                <a:gd name="connsiteX19" fmla="*/ 16121 w 21212"/>
                <a:gd name="connsiteY19" fmla="*/ 15909 h 21212"/>
                <a:gd name="connsiteX20" fmla="*/ 16058 w 21212"/>
                <a:gd name="connsiteY20" fmla="*/ 16015 h 21212"/>
                <a:gd name="connsiteX21" fmla="*/ 16058 w 21212"/>
                <a:gd name="connsiteY21" fmla="*/ 16015 h 21212"/>
                <a:gd name="connsiteX22" fmla="*/ 16058 w 21212"/>
                <a:gd name="connsiteY22" fmla="*/ 16015 h 21212"/>
                <a:gd name="connsiteX23" fmla="*/ 16058 w 21212"/>
                <a:gd name="connsiteY23" fmla="*/ 16015 h 21212"/>
                <a:gd name="connsiteX24" fmla="*/ 16121 w 21212"/>
                <a:gd name="connsiteY24" fmla="*/ 15973 h 21212"/>
                <a:gd name="connsiteX25" fmla="*/ 16015 w 21212"/>
                <a:gd name="connsiteY25" fmla="*/ 15973 h 21212"/>
                <a:gd name="connsiteX26" fmla="*/ 16015 w 21212"/>
                <a:gd name="connsiteY26" fmla="*/ 15973 h 21212"/>
                <a:gd name="connsiteX27" fmla="*/ 16015 w 21212"/>
                <a:gd name="connsiteY27" fmla="*/ 15973 h 21212"/>
                <a:gd name="connsiteX28" fmla="*/ 16015 w 21212"/>
                <a:gd name="connsiteY28" fmla="*/ 15973 h 21212"/>
                <a:gd name="connsiteX29" fmla="*/ 16015 w 21212"/>
                <a:gd name="connsiteY29" fmla="*/ 15973 h 21212"/>
                <a:gd name="connsiteX30" fmla="*/ 16058 w 21212"/>
                <a:gd name="connsiteY30" fmla="*/ 15909 h 21212"/>
                <a:gd name="connsiteX31" fmla="*/ 16058 w 21212"/>
                <a:gd name="connsiteY31" fmla="*/ 15909 h 21212"/>
                <a:gd name="connsiteX32" fmla="*/ 16058 w 21212"/>
                <a:gd name="connsiteY32" fmla="*/ 15909 h 21212"/>
                <a:gd name="connsiteX33" fmla="*/ 16058 w 21212"/>
                <a:gd name="connsiteY33" fmla="*/ 15909 h 21212"/>
                <a:gd name="connsiteX34" fmla="*/ 16015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lnTo>
                    <a:pt x="16121" y="15973"/>
                  </a:lnTo>
                  <a:lnTo>
                    <a:pt x="16121" y="15973"/>
                  </a:lnTo>
                  <a:lnTo>
                    <a:pt x="16227" y="15973"/>
                  </a:lnTo>
                  <a:lnTo>
                    <a:pt x="16227" y="15973"/>
                  </a:lnTo>
                  <a:cubicBezTo>
                    <a:pt x="16142" y="16015"/>
                    <a:pt x="16142" y="16015"/>
                    <a:pt x="16142" y="16015"/>
                  </a:cubicBezTo>
                  <a:lnTo>
                    <a:pt x="16121" y="16015"/>
                  </a:lnTo>
                  <a:cubicBezTo>
                    <a:pt x="16121" y="16036"/>
                    <a:pt x="16058" y="16036"/>
                    <a:pt x="16058" y="16036"/>
                  </a:cubicBezTo>
                  <a:lnTo>
                    <a:pt x="16058" y="16036"/>
                  </a:lnTo>
                  <a:lnTo>
                    <a:pt x="16015" y="16015"/>
                  </a:lnTo>
                  <a:lnTo>
                    <a:pt x="15909" y="16015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09" y="15973"/>
                  </a:lnTo>
                  <a:cubicBezTo>
                    <a:pt x="15909" y="15973"/>
                    <a:pt x="15909" y="15973"/>
                    <a:pt x="16015" y="15909"/>
                  </a:cubicBezTo>
                  <a:cubicBezTo>
                    <a:pt x="16015" y="15909"/>
                    <a:pt x="16015" y="15909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121" y="16015"/>
                    <a:pt x="16121" y="16015"/>
                    <a:pt x="16121" y="15973"/>
                  </a:cubicBezTo>
                  <a:close/>
                  <a:moveTo>
                    <a:pt x="16015" y="15973"/>
                  </a:move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cubicBezTo>
                    <a:pt x="16058" y="15909"/>
                    <a:pt x="16058" y="15973"/>
                    <a:pt x="16015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6C72DB9E-3015-41B6-A974-F0825ED3F0CD}"/>
                </a:ext>
              </a:extLst>
            </p:cNvPr>
            <p:cNvSpPr/>
            <p:nvPr/>
          </p:nvSpPr>
          <p:spPr>
            <a:xfrm>
              <a:off x="6409297" y="4742840"/>
              <a:ext cx="31327" cy="31327"/>
            </a:xfrm>
            <a:custGeom>
              <a:avLst/>
              <a:gdLst>
                <a:gd name="connsiteX0" fmla="*/ 15930 w 21212"/>
                <a:gd name="connsiteY0" fmla="*/ 16057 h 21212"/>
                <a:gd name="connsiteX1" fmla="*/ 15930 w 21212"/>
                <a:gd name="connsiteY1" fmla="*/ 16015 h 21212"/>
                <a:gd name="connsiteX2" fmla="*/ 15909 w 21212"/>
                <a:gd name="connsiteY2" fmla="*/ 16015 h 21212"/>
                <a:gd name="connsiteX3" fmla="*/ 15909 w 21212"/>
                <a:gd name="connsiteY3" fmla="*/ 16015 h 21212"/>
                <a:gd name="connsiteX4" fmla="*/ 15909 w 21212"/>
                <a:gd name="connsiteY4" fmla="*/ 15951 h 21212"/>
                <a:gd name="connsiteX5" fmla="*/ 15930 w 21212"/>
                <a:gd name="connsiteY5" fmla="*/ 15951 h 21212"/>
                <a:gd name="connsiteX6" fmla="*/ 15930 w 21212"/>
                <a:gd name="connsiteY6" fmla="*/ 15951 h 21212"/>
                <a:gd name="connsiteX7" fmla="*/ 16015 w 21212"/>
                <a:gd name="connsiteY7" fmla="*/ 15909 h 21212"/>
                <a:gd name="connsiteX8" fmla="*/ 16036 w 21212"/>
                <a:gd name="connsiteY8" fmla="*/ 15909 h 21212"/>
                <a:gd name="connsiteX9" fmla="*/ 16036 w 21212"/>
                <a:gd name="connsiteY9" fmla="*/ 15909 h 21212"/>
                <a:gd name="connsiteX10" fmla="*/ 15909 w 21212"/>
                <a:gd name="connsiteY10" fmla="*/ 15909 h 21212"/>
                <a:gd name="connsiteX11" fmla="*/ 15930 w 21212"/>
                <a:gd name="connsiteY11" fmla="*/ 15909 h 21212"/>
                <a:gd name="connsiteX12" fmla="*/ 16227 w 21212"/>
                <a:gd name="connsiteY12" fmla="*/ 15951 h 21212"/>
                <a:gd name="connsiteX13" fmla="*/ 16206 w 21212"/>
                <a:gd name="connsiteY13" fmla="*/ 16015 h 21212"/>
                <a:gd name="connsiteX14" fmla="*/ 16206 w 21212"/>
                <a:gd name="connsiteY14" fmla="*/ 16015 h 21212"/>
                <a:gd name="connsiteX15" fmla="*/ 16206 w 21212"/>
                <a:gd name="connsiteY15" fmla="*/ 16015 h 21212"/>
                <a:gd name="connsiteX16" fmla="*/ 16206 w 21212"/>
                <a:gd name="connsiteY16" fmla="*/ 16015 h 21212"/>
                <a:gd name="connsiteX17" fmla="*/ 16206 w 21212"/>
                <a:gd name="connsiteY17" fmla="*/ 16015 h 21212"/>
                <a:gd name="connsiteX18" fmla="*/ 16121 w 21212"/>
                <a:gd name="connsiteY18" fmla="*/ 16015 h 21212"/>
                <a:gd name="connsiteX19" fmla="*/ 16121 w 21212"/>
                <a:gd name="connsiteY19" fmla="*/ 16015 h 21212"/>
                <a:gd name="connsiteX20" fmla="*/ 16100 w 21212"/>
                <a:gd name="connsiteY20" fmla="*/ 16057 h 21212"/>
                <a:gd name="connsiteX21" fmla="*/ 16036 w 21212"/>
                <a:gd name="connsiteY21" fmla="*/ 16057 h 21212"/>
                <a:gd name="connsiteX22" fmla="*/ 16015 w 21212"/>
                <a:gd name="connsiteY22" fmla="*/ 16057 h 21212"/>
                <a:gd name="connsiteX23" fmla="*/ 15930 w 21212"/>
                <a:gd name="connsiteY23" fmla="*/ 16057 h 21212"/>
                <a:gd name="connsiteX24" fmla="*/ 16015 w 21212"/>
                <a:gd name="connsiteY24" fmla="*/ 16015 h 21212"/>
                <a:gd name="connsiteX25" fmla="*/ 16015 w 21212"/>
                <a:gd name="connsiteY25" fmla="*/ 16015 h 21212"/>
                <a:gd name="connsiteX26" fmla="*/ 16036 w 21212"/>
                <a:gd name="connsiteY26" fmla="*/ 16057 h 21212"/>
                <a:gd name="connsiteX27" fmla="*/ 16100 w 21212"/>
                <a:gd name="connsiteY27" fmla="*/ 16015 h 21212"/>
                <a:gd name="connsiteX28" fmla="*/ 16121 w 21212"/>
                <a:gd name="connsiteY28" fmla="*/ 16015 h 21212"/>
                <a:gd name="connsiteX29" fmla="*/ 16121 w 21212"/>
                <a:gd name="connsiteY29" fmla="*/ 16015 h 21212"/>
                <a:gd name="connsiteX30" fmla="*/ 16121 w 21212"/>
                <a:gd name="connsiteY30" fmla="*/ 16015 h 21212"/>
                <a:gd name="connsiteX31" fmla="*/ 16121 w 21212"/>
                <a:gd name="connsiteY31" fmla="*/ 16015 h 21212"/>
                <a:gd name="connsiteX32" fmla="*/ 16121 w 21212"/>
                <a:gd name="connsiteY32" fmla="*/ 16015 h 21212"/>
                <a:gd name="connsiteX33" fmla="*/ 16036 w 21212"/>
                <a:gd name="connsiteY33" fmla="*/ 15951 h 21212"/>
                <a:gd name="connsiteX34" fmla="*/ 16036 w 21212"/>
                <a:gd name="connsiteY34" fmla="*/ 15951 h 21212"/>
                <a:gd name="connsiteX35" fmla="*/ 16015 w 21212"/>
                <a:gd name="connsiteY35" fmla="*/ 15951 h 21212"/>
                <a:gd name="connsiteX36" fmla="*/ 15930 w 21212"/>
                <a:gd name="connsiteY36" fmla="*/ 15951 h 21212"/>
                <a:gd name="connsiteX37" fmla="*/ 15930 w 21212"/>
                <a:gd name="connsiteY37" fmla="*/ 16015 h 21212"/>
                <a:gd name="connsiteX38" fmla="*/ 15930 w 21212"/>
                <a:gd name="connsiteY38" fmla="*/ 16015 h 21212"/>
                <a:gd name="connsiteX39" fmla="*/ 16015 w 21212"/>
                <a:gd name="connsiteY3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30" y="16057"/>
                  </a:moveTo>
                  <a:cubicBezTo>
                    <a:pt x="15930" y="16015"/>
                    <a:pt x="15930" y="16015"/>
                    <a:pt x="15930" y="16015"/>
                  </a:cubicBezTo>
                  <a:lnTo>
                    <a:pt x="15909" y="16015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30" y="15951"/>
                  </a:lnTo>
                  <a:cubicBezTo>
                    <a:pt x="15930" y="15951"/>
                    <a:pt x="16015" y="15951"/>
                    <a:pt x="16015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5909" y="15909"/>
                  </a:lnTo>
                  <a:lnTo>
                    <a:pt x="15930" y="15909"/>
                  </a:lnTo>
                  <a:lnTo>
                    <a:pt x="16227" y="15951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57"/>
                    <a:pt x="16100" y="16057"/>
                    <a:pt x="16100" y="16057"/>
                  </a:cubicBezTo>
                  <a:cubicBezTo>
                    <a:pt x="16100" y="16057"/>
                    <a:pt x="16100" y="16057"/>
                    <a:pt x="16036" y="16057"/>
                  </a:cubicBezTo>
                  <a:cubicBezTo>
                    <a:pt x="16036" y="16057"/>
                    <a:pt x="16036" y="16057"/>
                    <a:pt x="16015" y="16057"/>
                  </a:cubicBezTo>
                  <a:cubicBezTo>
                    <a:pt x="16015" y="16057"/>
                    <a:pt x="16015" y="16057"/>
                    <a:pt x="15930" y="16057"/>
                  </a:cubicBezTo>
                  <a:close/>
                  <a:moveTo>
                    <a:pt x="16015" y="16015"/>
                  </a:moveTo>
                  <a:lnTo>
                    <a:pt x="16015" y="16015"/>
                  </a:lnTo>
                  <a:cubicBezTo>
                    <a:pt x="16036" y="16057"/>
                    <a:pt x="16036" y="16057"/>
                    <a:pt x="16036" y="16057"/>
                  </a:cubicBezTo>
                  <a:lnTo>
                    <a:pt x="16100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36" y="15951"/>
                  </a:lnTo>
                  <a:lnTo>
                    <a:pt x="16036" y="15951"/>
                  </a:lnTo>
                  <a:cubicBezTo>
                    <a:pt x="16015" y="15951"/>
                    <a:pt x="16015" y="15951"/>
                    <a:pt x="16015" y="15951"/>
                  </a:cubicBezTo>
                  <a:lnTo>
                    <a:pt x="15930" y="15951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601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976800FE-E3B5-4C0E-8930-AE63148F045B}"/>
                </a:ext>
              </a:extLst>
            </p:cNvPr>
            <p:cNvSpPr/>
            <p:nvPr/>
          </p:nvSpPr>
          <p:spPr>
            <a:xfrm>
              <a:off x="6409768" y="4742840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73 w 21212"/>
                <a:gd name="connsiteY1" fmla="*/ 15909 h 21212"/>
                <a:gd name="connsiteX2" fmla="*/ 16058 w 21212"/>
                <a:gd name="connsiteY2" fmla="*/ 15951 h 21212"/>
                <a:gd name="connsiteX3" fmla="*/ 16015 w 21212"/>
                <a:gd name="connsiteY3" fmla="*/ 16015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73" y="15909"/>
                  </a:lnTo>
                  <a:lnTo>
                    <a:pt x="16058" y="15951"/>
                  </a:lnTo>
                  <a:lnTo>
                    <a:pt x="16015" y="16015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22ACFCDC-AE6C-4755-885B-FE991240D62A}"/>
                </a:ext>
              </a:extLst>
            </p:cNvPr>
            <p:cNvSpPr/>
            <p:nvPr/>
          </p:nvSpPr>
          <p:spPr>
            <a:xfrm>
              <a:off x="6409892" y="4742652"/>
              <a:ext cx="31327" cy="31327"/>
            </a:xfrm>
            <a:custGeom>
              <a:avLst/>
              <a:gdLst>
                <a:gd name="connsiteX0" fmla="*/ 15952 w 21212"/>
                <a:gd name="connsiteY0" fmla="*/ 15909 h 21212"/>
                <a:gd name="connsiteX1" fmla="*/ 15952 w 21212"/>
                <a:gd name="connsiteY1" fmla="*/ 15909 h 21212"/>
                <a:gd name="connsiteX2" fmla="*/ 15952 w 21212"/>
                <a:gd name="connsiteY2" fmla="*/ 15909 h 21212"/>
                <a:gd name="connsiteX3" fmla="*/ 15952 w 21212"/>
                <a:gd name="connsiteY3" fmla="*/ 15994 h 21212"/>
                <a:gd name="connsiteX4" fmla="*/ 15952 w 21212"/>
                <a:gd name="connsiteY4" fmla="*/ 15994 h 21212"/>
                <a:gd name="connsiteX5" fmla="*/ 15952 w 21212"/>
                <a:gd name="connsiteY5" fmla="*/ 15994 h 21212"/>
                <a:gd name="connsiteX6" fmla="*/ 16036 w 21212"/>
                <a:gd name="connsiteY6" fmla="*/ 16058 h 21212"/>
                <a:gd name="connsiteX7" fmla="*/ 15994 w 21212"/>
                <a:gd name="connsiteY7" fmla="*/ 16058 h 21212"/>
                <a:gd name="connsiteX8" fmla="*/ 15909 w 21212"/>
                <a:gd name="connsiteY8" fmla="*/ 15994 h 21212"/>
                <a:gd name="connsiteX9" fmla="*/ 15909 w 21212"/>
                <a:gd name="connsiteY9" fmla="*/ 15994 h 21212"/>
                <a:gd name="connsiteX10" fmla="*/ 15952 w 21212"/>
                <a:gd name="connsiteY10" fmla="*/ 15994 h 21212"/>
                <a:gd name="connsiteX11" fmla="*/ 15952 w 21212"/>
                <a:gd name="connsiteY11" fmla="*/ 15994 h 21212"/>
                <a:gd name="connsiteX12" fmla="*/ 15952 w 21212"/>
                <a:gd name="connsiteY12" fmla="*/ 15994 h 21212"/>
                <a:gd name="connsiteX13" fmla="*/ 15952 w 21212"/>
                <a:gd name="connsiteY13" fmla="*/ 15994 h 21212"/>
                <a:gd name="connsiteX14" fmla="*/ 15952 w 21212"/>
                <a:gd name="connsiteY14" fmla="*/ 15909 h 21212"/>
                <a:gd name="connsiteX15" fmla="*/ 15952 w 21212"/>
                <a:gd name="connsiteY15" fmla="*/ 15909 h 21212"/>
                <a:gd name="connsiteX16" fmla="*/ 15952 w 21212"/>
                <a:gd name="connsiteY16" fmla="*/ 15909 h 21212"/>
                <a:gd name="connsiteX17" fmla="*/ 15952 w 21212"/>
                <a:gd name="connsiteY17" fmla="*/ 15909 h 21212"/>
                <a:gd name="connsiteX18" fmla="*/ 15952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5952" y="15909"/>
                  </a:moveTo>
                  <a:lnTo>
                    <a:pt x="15952" y="15909"/>
                  </a:lnTo>
                  <a:lnTo>
                    <a:pt x="15952" y="15909"/>
                  </a:lnTo>
                  <a:cubicBezTo>
                    <a:pt x="15952" y="15994"/>
                    <a:pt x="15952" y="15994"/>
                    <a:pt x="15952" y="15994"/>
                  </a:cubicBezTo>
                  <a:lnTo>
                    <a:pt x="15952" y="15994"/>
                  </a:lnTo>
                  <a:lnTo>
                    <a:pt x="15952" y="15994"/>
                  </a:lnTo>
                  <a:lnTo>
                    <a:pt x="16036" y="16058"/>
                  </a:lnTo>
                  <a:lnTo>
                    <a:pt x="15994" y="16058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52" y="15994"/>
                  </a:lnTo>
                  <a:lnTo>
                    <a:pt x="15952" y="15994"/>
                  </a:lnTo>
                  <a:lnTo>
                    <a:pt x="15952" y="15994"/>
                  </a:lnTo>
                  <a:lnTo>
                    <a:pt x="15952" y="15994"/>
                  </a:lnTo>
                  <a:lnTo>
                    <a:pt x="15952" y="15909"/>
                  </a:lnTo>
                  <a:lnTo>
                    <a:pt x="15952" y="15909"/>
                  </a:lnTo>
                  <a:lnTo>
                    <a:pt x="15952" y="15909"/>
                  </a:lnTo>
                  <a:lnTo>
                    <a:pt x="15952" y="15909"/>
                  </a:lnTo>
                  <a:lnTo>
                    <a:pt x="15952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B8515F7D-0CD1-46AA-A826-0C99F0A52517}"/>
                </a:ext>
              </a:extLst>
            </p:cNvPr>
            <p:cNvSpPr/>
            <p:nvPr/>
          </p:nvSpPr>
          <p:spPr>
            <a:xfrm>
              <a:off x="6409956" y="4742465"/>
              <a:ext cx="31327" cy="31327"/>
            </a:xfrm>
            <a:custGeom>
              <a:avLst/>
              <a:gdLst>
                <a:gd name="connsiteX0" fmla="*/ 16185 w 21212"/>
                <a:gd name="connsiteY0" fmla="*/ 16036 h 21212"/>
                <a:gd name="connsiteX1" fmla="*/ 16079 w 21212"/>
                <a:gd name="connsiteY1" fmla="*/ 16121 h 21212"/>
                <a:gd name="connsiteX2" fmla="*/ 16036 w 21212"/>
                <a:gd name="connsiteY2" fmla="*/ 16121 h 21212"/>
                <a:gd name="connsiteX3" fmla="*/ 16036 w 21212"/>
                <a:gd name="connsiteY3" fmla="*/ 16121 h 21212"/>
                <a:gd name="connsiteX4" fmla="*/ 15994 w 21212"/>
                <a:gd name="connsiteY4" fmla="*/ 16121 h 21212"/>
                <a:gd name="connsiteX5" fmla="*/ 15994 w 21212"/>
                <a:gd name="connsiteY5" fmla="*/ 16121 h 21212"/>
                <a:gd name="connsiteX6" fmla="*/ 15994 w 21212"/>
                <a:gd name="connsiteY6" fmla="*/ 16121 h 21212"/>
                <a:gd name="connsiteX7" fmla="*/ 15909 w 21212"/>
                <a:gd name="connsiteY7" fmla="*/ 16036 h 21212"/>
                <a:gd name="connsiteX8" fmla="*/ 15951 w 21212"/>
                <a:gd name="connsiteY8" fmla="*/ 16036 h 21212"/>
                <a:gd name="connsiteX9" fmla="*/ 15994 w 21212"/>
                <a:gd name="connsiteY9" fmla="*/ 16036 h 21212"/>
                <a:gd name="connsiteX10" fmla="*/ 16036 w 21212"/>
                <a:gd name="connsiteY10" fmla="*/ 16036 h 21212"/>
                <a:gd name="connsiteX11" fmla="*/ 16036 w 21212"/>
                <a:gd name="connsiteY11" fmla="*/ 16036 h 21212"/>
                <a:gd name="connsiteX12" fmla="*/ 16079 w 21212"/>
                <a:gd name="connsiteY12" fmla="*/ 16036 h 21212"/>
                <a:gd name="connsiteX13" fmla="*/ 16185 w 21212"/>
                <a:gd name="connsiteY13" fmla="*/ 16036 h 21212"/>
                <a:gd name="connsiteX14" fmla="*/ 16185 w 21212"/>
                <a:gd name="connsiteY14" fmla="*/ 16036 h 21212"/>
                <a:gd name="connsiteX15" fmla="*/ 16079 w 21212"/>
                <a:gd name="connsiteY15" fmla="*/ 16036 h 21212"/>
                <a:gd name="connsiteX16" fmla="*/ 15994 w 21212"/>
                <a:gd name="connsiteY16" fmla="*/ 15951 h 21212"/>
                <a:gd name="connsiteX17" fmla="*/ 16036 w 21212"/>
                <a:gd name="connsiteY17" fmla="*/ 15909 h 21212"/>
                <a:gd name="connsiteX18" fmla="*/ 16185 w 21212"/>
                <a:gd name="connsiteY18" fmla="*/ 16036 h 21212"/>
                <a:gd name="connsiteX19" fmla="*/ 16185 w 21212"/>
                <a:gd name="connsiteY19" fmla="*/ 16036 h 21212"/>
                <a:gd name="connsiteX20" fmla="*/ 16185 w 21212"/>
                <a:gd name="connsiteY20" fmla="*/ 16036 h 21212"/>
                <a:gd name="connsiteX21" fmla="*/ 16185 w 21212"/>
                <a:gd name="connsiteY21" fmla="*/ 16036 h 21212"/>
                <a:gd name="connsiteX22" fmla="*/ 16185 w 21212"/>
                <a:gd name="connsiteY22" fmla="*/ 16036 h 21212"/>
                <a:gd name="connsiteX23" fmla="*/ 16185 w 21212"/>
                <a:gd name="connsiteY23" fmla="*/ 16036 h 21212"/>
                <a:gd name="connsiteX24" fmla="*/ 16185 w 21212"/>
                <a:gd name="connsiteY2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36"/>
                  </a:moveTo>
                  <a:cubicBezTo>
                    <a:pt x="16079" y="16036"/>
                    <a:pt x="16079" y="16036"/>
                    <a:pt x="16079" y="16121"/>
                  </a:cubicBezTo>
                  <a:lnTo>
                    <a:pt x="16036" y="16121"/>
                  </a:lnTo>
                  <a:lnTo>
                    <a:pt x="16036" y="16121"/>
                  </a:lnTo>
                  <a:lnTo>
                    <a:pt x="15994" y="16121"/>
                  </a:lnTo>
                  <a:lnTo>
                    <a:pt x="15994" y="16121"/>
                  </a:lnTo>
                  <a:lnTo>
                    <a:pt x="15994" y="16121"/>
                  </a:lnTo>
                  <a:lnTo>
                    <a:pt x="15909" y="16036"/>
                  </a:lnTo>
                  <a:lnTo>
                    <a:pt x="15951" y="16036"/>
                  </a:lnTo>
                  <a:lnTo>
                    <a:pt x="15994" y="16036"/>
                  </a:lnTo>
                  <a:cubicBezTo>
                    <a:pt x="15994" y="16036"/>
                    <a:pt x="15994" y="16036"/>
                    <a:pt x="16036" y="16036"/>
                  </a:cubicBezTo>
                  <a:lnTo>
                    <a:pt x="16036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185" y="16036"/>
                  </a:lnTo>
                  <a:lnTo>
                    <a:pt x="16185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5994" y="15951"/>
                  </a:lnTo>
                  <a:lnTo>
                    <a:pt x="16036" y="15909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lnTo>
                    <a:pt x="16185" y="16036"/>
                  </a:lnTo>
                  <a:cubicBezTo>
                    <a:pt x="16227" y="16036"/>
                    <a:pt x="16185" y="16036"/>
                    <a:pt x="16185" y="16036"/>
                  </a:cubicBezTo>
                  <a:lnTo>
                    <a:pt x="16185" y="16036"/>
                  </a:lnTo>
                  <a:lnTo>
                    <a:pt x="16185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BD4C5C9-4222-4A54-A1DD-8F2B1CB50BF5}"/>
                </a:ext>
              </a:extLst>
            </p:cNvPr>
            <p:cNvSpPr/>
            <p:nvPr/>
          </p:nvSpPr>
          <p:spPr>
            <a:xfrm>
              <a:off x="6410144" y="4742370"/>
              <a:ext cx="31327" cy="31327"/>
            </a:xfrm>
            <a:custGeom>
              <a:avLst/>
              <a:gdLst>
                <a:gd name="connsiteX0" fmla="*/ 16227 w 21212"/>
                <a:gd name="connsiteY0" fmla="*/ 15973 h 21212"/>
                <a:gd name="connsiteX1" fmla="*/ 16227 w 21212"/>
                <a:gd name="connsiteY1" fmla="*/ 15973 h 21212"/>
                <a:gd name="connsiteX2" fmla="*/ 16206 w 21212"/>
                <a:gd name="connsiteY2" fmla="*/ 16015 h 21212"/>
                <a:gd name="connsiteX3" fmla="*/ 16185 w 21212"/>
                <a:gd name="connsiteY3" fmla="*/ 16015 h 21212"/>
                <a:gd name="connsiteX4" fmla="*/ 16185 w 21212"/>
                <a:gd name="connsiteY4" fmla="*/ 16015 h 21212"/>
                <a:gd name="connsiteX5" fmla="*/ 16121 w 21212"/>
                <a:gd name="connsiteY5" fmla="*/ 16015 h 21212"/>
                <a:gd name="connsiteX6" fmla="*/ 16121 w 21212"/>
                <a:gd name="connsiteY6" fmla="*/ 16015 h 21212"/>
                <a:gd name="connsiteX7" fmla="*/ 16058 w 21212"/>
                <a:gd name="connsiteY7" fmla="*/ 15973 h 21212"/>
                <a:gd name="connsiteX8" fmla="*/ 15951 w 21212"/>
                <a:gd name="connsiteY8" fmla="*/ 15973 h 21212"/>
                <a:gd name="connsiteX9" fmla="*/ 15909 w 21212"/>
                <a:gd name="connsiteY9" fmla="*/ 15973 h 21212"/>
                <a:gd name="connsiteX10" fmla="*/ 15951 w 21212"/>
                <a:gd name="connsiteY10" fmla="*/ 15909 h 21212"/>
                <a:gd name="connsiteX11" fmla="*/ 15909 w 21212"/>
                <a:gd name="connsiteY11" fmla="*/ 15909 h 21212"/>
                <a:gd name="connsiteX12" fmla="*/ 15951 w 21212"/>
                <a:gd name="connsiteY12" fmla="*/ 15909 h 21212"/>
                <a:gd name="connsiteX13" fmla="*/ 16058 w 21212"/>
                <a:gd name="connsiteY13" fmla="*/ 15909 h 21212"/>
                <a:gd name="connsiteX14" fmla="*/ 16100 w 21212"/>
                <a:gd name="connsiteY14" fmla="*/ 15909 h 21212"/>
                <a:gd name="connsiteX15" fmla="*/ 16100 w 21212"/>
                <a:gd name="connsiteY15" fmla="*/ 15909 h 21212"/>
                <a:gd name="connsiteX16" fmla="*/ 16058 w 21212"/>
                <a:gd name="connsiteY16" fmla="*/ 15909 h 21212"/>
                <a:gd name="connsiteX17" fmla="*/ 16185 w 21212"/>
                <a:gd name="connsiteY17" fmla="*/ 15973 h 21212"/>
                <a:gd name="connsiteX18" fmla="*/ 16185 w 21212"/>
                <a:gd name="connsiteY18" fmla="*/ 15973 h 21212"/>
                <a:gd name="connsiteX19" fmla="*/ 16185 w 21212"/>
                <a:gd name="connsiteY19" fmla="*/ 15973 h 21212"/>
                <a:gd name="connsiteX20" fmla="*/ 16185 w 21212"/>
                <a:gd name="connsiteY20" fmla="*/ 15973 h 21212"/>
                <a:gd name="connsiteX21" fmla="*/ 16227 w 21212"/>
                <a:gd name="connsiteY21" fmla="*/ 15973 h 21212"/>
                <a:gd name="connsiteX22" fmla="*/ 16227 w 21212"/>
                <a:gd name="connsiteY22" fmla="*/ 15973 h 21212"/>
                <a:gd name="connsiteX23" fmla="*/ 16227 w 21212"/>
                <a:gd name="connsiteY23" fmla="*/ 15973 h 21212"/>
                <a:gd name="connsiteX24" fmla="*/ 16227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73"/>
                  </a:moveTo>
                  <a:lnTo>
                    <a:pt x="16227" y="15973"/>
                  </a:lnTo>
                  <a:cubicBezTo>
                    <a:pt x="16206" y="15973"/>
                    <a:pt x="16206" y="15973"/>
                    <a:pt x="16206" y="16015"/>
                  </a:cubicBezTo>
                  <a:cubicBezTo>
                    <a:pt x="16206" y="16015"/>
                    <a:pt x="16206" y="16015"/>
                    <a:pt x="16185" y="16015"/>
                  </a:cubicBezTo>
                  <a:lnTo>
                    <a:pt x="16185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058" y="15973"/>
                  </a:lnTo>
                  <a:lnTo>
                    <a:pt x="15951" y="15973"/>
                  </a:lnTo>
                  <a:lnTo>
                    <a:pt x="15909" y="15973"/>
                  </a:lnTo>
                  <a:lnTo>
                    <a:pt x="15951" y="15909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6058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058" y="15909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5973"/>
                    <a:pt x="16185" y="15973"/>
                    <a:pt x="16227" y="15973"/>
                  </a:cubicBezTo>
                  <a:lnTo>
                    <a:pt x="16227" y="15973"/>
                  </a:lnTo>
                  <a:lnTo>
                    <a:pt x="16227" y="15973"/>
                  </a:lnTo>
                  <a:lnTo>
                    <a:pt x="16227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CB918D90-BA80-44F0-86F8-9A1D1D905DD2}"/>
                </a:ext>
              </a:extLst>
            </p:cNvPr>
            <p:cNvSpPr/>
            <p:nvPr/>
          </p:nvSpPr>
          <p:spPr>
            <a:xfrm>
              <a:off x="6410457" y="4742245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09 h 21212"/>
                <a:gd name="connsiteX3" fmla="*/ 15994 w 21212"/>
                <a:gd name="connsiteY3" fmla="*/ 15973 h 21212"/>
                <a:gd name="connsiteX4" fmla="*/ 15994 w 21212"/>
                <a:gd name="connsiteY4" fmla="*/ 15973 h 21212"/>
                <a:gd name="connsiteX5" fmla="*/ 15994 w 21212"/>
                <a:gd name="connsiteY5" fmla="*/ 15973 h 21212"/>
                <a:gd name="connsiteX6" fmla="*/ 16057 w 21212"/>
                <a:gd name="connsiteY6" fmla="*/ 15994 h 21212"/>
                <a:gd name="connsiteX7" fmla="*/ 16057 w 21212"/>
                <a:gd name="connsiteY7" fmla="*/ 15994 h 21212"/>
                <a:gd name="connsiteX8" fmla="*/ 15909 w 21212"/>
                <a:gd name="connsiteY8" fmla="*/ 15973 h 21212"/>
                <a:gd name="connsiteX9" fmla="*/ 15973 w 21212"/>
                <a:gd name="connsiteY9" fmla="*/ 15973 h 21212"/>
                <a:gd name="connsiteX10" fmla="*/ 15973 w 21212"/>
                <a:gd name="connsiteY10" fmla="*/ 15973 h 21212"/>
                <a:gd name="connsiteX11" fmla="*/ 15973 w 21212"/>
                <a:gd name="connsiteY11" fmla="*/ 15973 h 21212"/>
                <a:gd name="connsiteX12" fmla="*/ 15973 w 21212"/>
                <a:gd name="connsiteY12" fmla="*/ 15973 h 21212"/>
                <a:gd name="connsiteX13" fmla="*/ 15973 w 21212"/>
                <a:gd name="connsiteY13" fmla="*/ 15909 h 21212"/>
                <a:gd name="connsiteX14" fmla="*/ 15973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lnTo>
                    <a:pt x="16015" y="15909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6057" y="15994"/>
                  </a:lnTo>
                  <a:lnTo>
                    <a:pt x="16057" y="15994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94" y="15909"/>
                    <a:pt x="15994" y="15909"/>
                    <a:pt x="16015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620ADDA0-E360-4334-86E6-C15C103C0355}"/>
                </a:ext>
              </a:extLst>
            </p:cNvPr>
            <p:cNvSpPr/>
            <p:nvPr/>
          </p:nvSpPr>
          <p:spPr>
            <a:xfrm>
              <a:off x="6410613" y="4742057"/>
              <a:ext cx="31327" cy="31327"/>
            </a:xfrm>
            <a:custGeom>
              <a:avLst/>
              <a:gdLst>
                <a:gd name="connsiteX0" fmla="*/ 16164 w 21212"/>
                <a:gd name="connsiteY0" fmla="*/ 16036 h 21212"/>
                <a:gd name="connsiteX1" fmla="*/ 16164 w 21212"/>
                <a:gd name="connsiteY1" fmla="*/ 16036 h 21212"/>
                <a:gd name="connsiteX2" fmla="*/ 16164 w 21212"/>
                <a:gd name="connsiteY2" fmla="*/ 16100 h 21212"/>
                <a:gd name="connsiteX3" fmla="*/ 16079 w 21212"/>
                <a:gd name="connsiteY3" fmla="*/ 16100 h 21212"/>
                <a:gd name="connsiteX4" fmla="*/ 16079 w 21212"/>
                <a:gd name="connsiteY4" fmla="*/ 16100 h 21212"/>
                <a:gd name="connsiteX5" fmla="*/ 16015 w 21212"/>
                <a:gd name="connsiteY5" fmla="*/ 16100 h 21212"/>
                <a:gd name="connsiteX6" fmla="*/ 16015 w 21212"/>
                <a:gd name="connsiteY6" fmla="*/ 16036 h 21212"/>
                <a:gd name="connsiteX7" fmla="*/ 15909 w 21212"/>
                <a:gd name="connsiteY7" fmla="*/ 15994 h 21212"/>
                <a:gd name="connsiteX8" fmla="*/ 15909 w 21212"/>
                <a:gd name="connsiteY8" fmla="*/ 15994 h 21212"/>
                <a:gd name="connsiteX9" fmla="*/ 16079 w 21212"/>
                <a:gd name="connsiteY9" fmla="*/ 16036 h 21212"/>
                <a:gd name="connsiteX10" fmla="*/ 16079 w 21212"/>
                <a:gd name="connsiteY10" fmla="*/ 16036 h 21212"/>
                <a:gd name="connsiteX11" fmla="*/ 16164 w 21212"/>
                <a:gd name="connsiteY11" fmla="*/ 16036 h 21212"/>
                <a:gd name="connsiteX12" fmla="*/ 16164 w 21212"/>
                <a:gd name="connsiteY12" fmla="*/ 16036 h 21212"/>
                <a:gd name="connsiteX13" fmla="*/ 16164 w 21212"/>
                <a:gd name="connsiteY13" fmla="*/ 15994 h 21212"/>
                <a:gd name="connsiteX14" fmla="*/ 16164 w 21212"/>
                <a:gd name="connsiteY14" fmla="*/ 15994 h 21212"/>
                <a:gd name="connsiteX15" fmla="*/ 16164 w 21212"/>
                <a:gd name="connsiteY15" fmla="*/ 15994 h 21212"/>
                <a:gd name="connsiteX16" fmla="*/ 16079 w 21212"/>
                <a:gd name="connsiteY16" fmla="*/ 15951 h 21212"/>
                <a:gd name="connsiteX17" fmla="*/ 16079 w 21212"/>
                <a:gd name="connsiteY17" fmla="*/ 15909 h 21212"/>
                <a:gd name="connsiteX18" fmla="*/ 16164 w 21212"/>
                <a:gd name="connsiteY18" fmla="*/ 15951 h 21212"/>
                <a:gd name="connsiteX19" fmla="*/ 16206 w 21212"/>
                <a:gd name="connsiteY19" fmla="*/ 15951 h 21212"/>
                <a:gd name="connsiteX20" fmla="*/ 16206 w 21212"/>
                <a:gd name="connsiteY20" fmla="*/ 15951 h 21212"/>
                <a:gd name="connsiteX21" fmla="*/ 16206 w 21212"/>
                <a:gd name="connsiteY21" fmla="*/ 15994 h 21212"/>
                <a:gd name="connsiteX22" fmla="*/ 16206 w 21212"/>
                <a:gd name="connsiteY22" fmla="*/ 15994 h 21212"/>
                <a:gd name="connsiteX23" fmla="*/ 16206 w 21212"/>
                <a:gd name="connsiteY23" fmla="*/ 16036 h 21212"/>
                <a:gd name="connsiteX24" fmla="*/ 16164 w 21212"/>
                <a:gd name="connsiteY2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6036"/>
                  </a:moveTo>
                  <a:lnTo>
                    <a:pt x="16164" y="16036"/>
                  </a:lnTo>
                  <a:cubicBezTo>
                    <a:pt x="16164" y="16036"/>
                    <a:pt x="16164" y="16036"/>
                    <a:pt x="16164" y="16100"/>
                  </a:cubicBezTo>
                  <a:lnTo>
                    <a:pt x="16079" y="16100"/>
                  </a:lnTo>
                  <a:lnTo>
                    <a:pt x="16079" y="16100"/>
                  </a:lnTo>
                  <a:lnTo>
                    <a:pt x="16015" y="16100"/>
                  </a:lnTo>
                  <a:lnTo>
                    <a:pt x="16015" y="16036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6079" y="16036"/>
                  </a:lnTo>
                  <a:lnTo>
                    <a:pt x="16079" y="16036"/>
                  </a:lnTo>
                  <a:lnTo>
                    <a:pt x="16164" y="16036"/>
                  </a:lnTo>
                  <a:lnTo>
                    <a:pt x="16164" y="16036"/>
                  </a:ln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lnTo>
                    <a:pt x="16079" y="15951"/>
                  </a:lnTo>
                  <a:lnTo>
                    <a:pt x="16079" y="15909"/>
                  </a:lnTo>
                  <a:lnTo>
                    <a:pt x="16164" y="15951"/>
                  </a:lnTo>
                  <a:cubicBezTo>
                    <a:pt x="16206" y="15951"/>
                    <a:pt x="16206" y="15951"/>
                    <a:pt x="16206" y="15951"/>
                  </a:cubicBezTo>
                  <a:lnTo>
                    <a:pt x="16206" y="15951"/>
                  </a:lnTo>
                  <a:cubicBezTo>
                    <a:pt x="16206" y="15994"/>
                    <a:pt x="16206" y="15994"/>
                    <a:pt x="16206" y="15994"/>
                  </a:cubicBezTo>
                  <a:lnTo>
                    <a:pt x="16206" y="15994"/>
                  </a:lnTo>
                  <a:cubicBezTo>
                    <a:pt x="16206" y="15994"/>
                    <a:pt x="16206" y="15994"/>
                    <a:pt x="16206" y="16036"/>
                  </a:cubicBezTo>
                  <a:cubicBezTo>
                    <a:pt x="16206" y="16036"/>
                    <a:pt x="16206" y="16036"/>
                    <a:pt x="16164" y="160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A44F8C-A3C5-4447-96CB-5D9D996A0B7A}"/>
                </a:ext>
              </a:extLst>
            </p:cNvPr>
            <p:cNvSpPr/>
            <p:nvPr/>
          </p:nvSpPr>
          <p:spPr>
            <a:xfrm>
              <a:off x="6410959" y="4741775"/>
              <a:ext cx="31327" cy="31327"/>
            </a:xfrm>
            <a:custGeom>
              <a:avLst/>
              <a:gdLst>
                <a:gd name="connsiteX0" fmla="*/ 16227 w 21212"/>
                <a:gd name="connsiteY0" fmla="*/ 16079 h 21212"/>
                <a:gd name="connsiteX1" fmla="*/ 16164 w 21212"/>
                <a:gd name="connsiteY1" fmla="*/ 16079 h 21212"/>
                <a:gd name="connsiteX2" fmla="*/ 16079 w 21212"/>
                <a:gd name="connsiteY2" fmla="*/ 16036 h 21212"/>
                <a:gd name="connsiteX3" fmla="*/ 16057 w 21212"/>
                <a:gd name="connsiteY3" fmla="*/ 16036 h 21212"/>
                <a:gd name="connsiteX4" fmla="*/ 16057 w 21212"/>
                <a:gd name="connsiteY4" fmla="*/ 16036 h 21212"/>
                <a:gd name="connsiteX5" fmla="*/ 15994 w 21212"/>
                <a:gd name="connsiteY5" fmla="*/ 16036 h 21212"/>
                <a:gd name="connsiteX6" fmla="*/ 15994 w 21212"/>
                <a:gd name="connsiteY6" fmla="*/ 16036 h 21212"/>
                <a:gd name="connsiteX7" fmla="*/ 15951 w 21212"/>
                <a:gd name="connsiteY7" fmla="*/ 16079 h 21212"/>
                <a:gd name="connsiteX8" fmla="*/ 15951 w 21212"/>
                <a:gd name="connsiteY8" fmla="*/ 16079 h 21212"/>
                <a:gd name="connsiteX9" fmla="*/ 16079 w 21212"/>
                <a:gd name="connsiteY9" fmla="*/ 16142 h 21212"/>
                <a:gd name="connsiteX10" fmla="*/ 16057 w 21212"/>
                <a:gd name="connsiteY10" fmla="*/ 16142 h 21212"/>
                <a:gd name="connsiteX11" fmla="*/ 15909 w 21212"/>
                <a:gd name="connsiteY11" fmla="*/ 16079 h 21212"/>
                <a:gd name="connsiteX12" fmla="*/ 15909 w 21212"/>
                <a:gd name="connsiteY12" fmla="*/ 16079 h 21212"/>
                <a:gd name="connsiteX13" fmla="*/ 15951 w 21212"/>
                <a:gd name="connsiteY13" fmla="*/ 16079 h 21212"/>
                <a:gd name="connsiteX14" fmla="*/ 15951 w 21212"/>
                <a:gd name="connsiteY14" fmla="*/ 16079 h 21212"/>
                <a:gd name="connsiteX15" fmla="*/ 15951 w 21212"/>
                <a:gd name="connsiteY15" fmla="*/ 16079 h 21212"/>
                <a:gd name="connsiteX16" fmla="*/ 15951 w 21212"/>
                <a:gd name="connsiteY16" fmla="*/ 16036 h 21212"/>
                <a:gd name="connsiteX17" fmla="*/ 15951 w 21212"/>
                <a:gd name="connsiteY17" fmla="*/ 16036 h 21212"/>
                <a:gd name="connsiteX18" fmla="*/ 15951 w 21212"/>
                <a:gd name="connsiteY18" fmla="*/ 16036 h 21212"/>
                <a:gd name="connsiteX19" fmla="*/ 15994 w 21212"/>
                <a:gd name="connsiteY19" fmla="*/ 16036 h 21212"/>
                <a:gd name="connsiteX20" fmla="*/ 16057 w 21212"/>
                <a:gd name="connsiteY20" fmla="*/ 16036 h 21212"/>
                <a:gd name="connsiteX21" fmla="*/ 16057 w 21212"/>
                <a:gd name="connsiteY21" fmla="*/ 16036 h 21212"/>
                <a:gd name="connsiteX22" fmla="*/ 16057 w 21212"/>
                <a:gd name="connsiteY22" fmla="*/ 15973 h 21212"/>
                <a:gd name="connsiteX23" fmla="*/ 16079 w 21212"/>
                <a:gd name="connsiteY23" fmla="*/ 15973 h 21212"/>
                <a:gd name="connsiteX24" fmla="*/ 16142 w 21212"/>
                <a:gd name="connsiteY24" fmla="*/ 15909 h 21212"/>
                <a:gd name="connsiteX25" fmla="*/ 16142 w 21212"/>
                <a:gd name="connsiteY25" fmla="*/ 15909 h 21212"/>
                <a:gd name="connsiteX26" fmla="*/ 16164 w 21212"/>
                <a:gd name="connsiteY26" fmla="*/ 15909 h 21212"/>
                <a:gd name="connsiteX27" fmla="*/ 16227 w 21212"/>
                <a:gd name="connsiteY27" fmla="*/ 15909 h 21212"/>
                <a:gd name="connsiteX28" fmla="*/ 16312 w 21212"/>
                <a:gd name="connsiteY28" fmla="*/ 15973 h 21212"/>
                <a:gd name="connsiteX29" fmla="*/ 16248 w 21212"/>
                <a:gd name="connsiteY29" fmla="*/ 16036 h 21212"/>
                <a:gd name="connsiteX30" fmla="*/ 16164 w 21212"/>
                <a:gd name="connsiteY30" fmla="*/ 15973 h 21212"/>
                <a:gd name="connsiteX31" fmla="*/ 16164 w 21212"/>
                <a:gd name="connsiteY31" fmla="*/ 15973 h 21212"/>
                <a:gd name="connsiteX32" fmla="*/ 16142 w 21212"/>
                <a:gd name="connsiteY32" fmla="*/ 15973 h 21212"/>
                <a:gd name="connsiteX33" fmla="*/ 16142 w 21212"/>
                <a:gd name="connsiteY33" fmla="*/ 15973 h 21212"/>
                <a:gd name="connsiteX34" fmla="*/ 16079 w 21212"/>
                <a:gd name="connsiteY34" fmla="*/ 15973 h 21212"/>
                <a:gd name="connsiteX35" fmla="*/ 16079 w 21212"/>
                <a:gd name="connsiteY35" fmla="*/ 15973 h 21212"/>
                <a:gd name="connsiteX36" fmla="*/ 16079 w 21212"/>
                <a:gd name="connsiteY36" fmla="*/ 16036 h 21212"/>
                <a:gd name="connsiteX37" fmla="*/ 16227 w 21212"/>
                <a:gd name="connsiteY37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079"/>
                  </a:moveTo>
                  <a:lnTo>
                    <a:pt x="16164" y="16079"/>
                  </a:lnTo>
                  <a:lnTo>
                    <a:pt x="16079" y="16036"/>
                  </a:lnTo>
                  <a:cubicBezTo>
                    <a:pt x="16057" y="16036"/>
                    <a:pt x="16057" y="16036"/>
                    <a:pt x="16057" y="16036"/>
                  </a:cubicBezTo>
                  <a:lnTo>
                    <a:pt x="16057" y="16036"/>
                  </a:lnTo>
                  <a:lnTo>
                    <a:pt x="15994" y="16036"/>
                  </a:lnTo>
                  <a:lnTo>
                    <a:pt x="15994" y="16036"/>
                  </a:lnTo>
                  <a:cubicBezTo>
                    <a:pt x="15951" y="16036"/>
                    <a:pt x="15951" y="16036"/>
                    <a:pt x="15951" y="16079"/>
                  </a:cubicBezTo>
                  <a:lnTo>
                    <a:pt x="15951" y="16079"/>
                  </a:lnTo>
                  <a:lnTo>
                    <a:pt x="16079" y="16142"/>
                  </a:lnTo>
                  <a:lnTo>
                    <a:pt x="16057" y="16142"/>
                  </a:lnTo>
                  <a:lnTo>
                    <a:pt x="15909" y="16079"/>
                  </a:lnTo>
                  <a:lnTo>
                    <a:pt x="15909" y="16079"/>
                  </a:lnTo>
                  <a:lnTo>
                    <a:pt x="15951" y="16079"/>
                  </a:lnTo>
                  <a:lnTo>
                    <a:pt x="15951" y="16079"/>
                  </a:lnTo>
                  <a:lnTo>
                    <a:pt x="15951" y="16079"/>
                  </a:lnTo>
                  <a:lnTo>
                    <a:pt x="15951" y="16036"/>
                  </a:lnTo>
                  <a:lnTo>
                    <a:pt x="15951" y="16036"/>
                  </a:lnTo>
                  <a:lnTo>
                    <a:pt x="15951" y="16036"/>
                  </a:lnTo>
                  <a:cubicBezTo>
                    <a:pt x="15994" y="16036"/>
                    <a:pt x="15994" y="16036"/>
                    <a:pt x="15994" y="16036"/>
                  </a:cubicBezTo>
                  <a:cubicBezTo>
                    <a:pt x="16057" y="16036"/>
                    <a:pt x="16057" y="16036"/>
                    <a:pt x="16057" y="16036"/>
                  </a:cubicBezTo>
                  <a:lnTo>
                    <a:pt x="16057" y="16036"/>
                  </a:lnTo>
                  <a:cubicBezTo>
                    <a:pt x="16057" y="15973"/>
                    <a:pt x="16057" y="15973"/>
                    <a:pt x="16057" y="15973"/>
                  </a:cubicBezTo>
                  <a:cubicBezTo>
                    <a:pt x="16079" y="15973"/>
                    <a:pt x="16079" y="15973"/>
                    <a:pt x="16079" y="15973"/>
                  </a:cubicBezTo>
                  <a:cubicBezTo>
                    <a:pt x="16079" y="15909"/>
                    <a:pt x="16079" y="15909"/>
                    <a:pt x="16142" y="15909"/>
                  </a:cubicBezTo>
                  <a:lnTo>
                    <a:pt x="16142" y="15909"/>
                  </a:lnTo>
                  <a:lnTo>
                    <a:pt x="16164" y="15909"/>
                  </a:lnTo>
                  <a:lnTo>
                    <a:pt x="16227" y="15909"/>
                  </a:lnTo>
                  <a:lnTo>
                    <a:pt x="16312" y="15973"/>
                  </a:lnTo>
                  <a:lnTo>
                    <a:pt x="16248" y="16036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42" y="15973"/>
                  </a:lnTo>
                  <a:lnTo>
                    <a:pt x="16142" y="15973"/>
                  </a:lnTo>
                  <a:cubicBezTo>
                    <a:pt x="16142" y="15973"/>
                    <a:pt x="16142" y="15973"/>
                    <a:pt x="16079" y="15973"/>
                  </a:cubicBezTo>
                  <a:lnTo>
                    <a:pt x="16079" y="15973"/>
                  </a:lnTo>
                  <a:lnTo>
                    <a:pt x="16079" y="16036"/>
                  </a:lnTo>
                  <a:lnTo>
                    <a:pt x="16227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F4027E-276E-4FF1-8A8C-7C3D9A88C23F}"/>
                </a:ext>
              </a:extLst>
            </p:cNvPr>
            <p:cNvSpPr/>
            <p:nvPr/>
          </p:nvSpPr>
          <p:spPr>
            <a:xfrm>
              <a:off x="6411459" y="4741493"/>
              <a:ext cx="31327" cy="31327"/>
            </a:xfrm>
            <a:custGeom>
              <a:avLst/>
              <a:gdLst>
                <a:gd name="connsiteX0" fmla="*/ 15973 w 21212"/>
                <a:gd name="connsiteY0" fmla="*/ 16015 h 21212"/>
                <a:gd name="connsiteX1" fmla="*/ 15973 w 21212"/>
                <a:gd name="connsiteY1" fmla="*/ 16015 h 21212"/>
                <a:gd name="connsiteX2" fmla="*/ 15973 w 21212"/>
                <a:gd name="connsiteY2" fmla="*/ 16015 h 21212"/>
                <a:gd name="connsiteX3" fmla="*/ 15973 w 21212"/>
                <a:gd name="connsiteY3" fmla="*/ 16015 h 21212"/>
                <a:gd name="connsiteX4" fmla="*/ 15973 w 21212"/>
                <a:gd name="connsiteY4" fmla="*/ 16015 h 21212"/>
                <a:gd name="connsiteX5" fmla="*/ 16036 w 21212"/>
                <a:gd name="connsiteY5" fmla="*/ 16015 h 21212"/>
                <a:gd name="connsiteX6" fmla="*/ 16036 w 21212"/>
                <a:gd name="connsiteY6" fmla="*/ 15909 h 21212"/>
                <a:gd name="connsiteX7" fmla="*/ 16058 w 21212"/>
                <a:gd name="connsiteY7" fmla="*/ 15909 h 21212"/>
                <a:gd name="connsiteX8" fmla="*/ 16100 w 21212"/>
                <a:gd name="connsiteY8" fmla="*/ 15909 h 21212"/>
                <a:gd name="connsiteX9" fmla="*/ 16100 w 21212"/>
                <a:gd name="connsiteY9" fmla="*/ 15909 h 21212"/>
                <a:gd name="connsiteX10" fmla="*/ 16206 w 21212"/>
                <a:gd name="connsiteY10" fmla="*/ 16015 h 21212"/>
                <a:gd name="connsiteX11" fmla="*/ 16185 w 21212"/>
                <a:gd name="connsiteY11" fmla="*/ 16036 h 21212"/>
                <a:gd name="connsiteX12" fmla="*/ 16100 w 21212"/>
                <a:gd name="connsiteY12" fmla="*/ 16015 h 21212"/>
                <a:gd name="connsiteX13" fmla="*/ 16058 w 21212"/>
                <a:gd name="connsiteY13" fmla="*/ 16015 h 21212"/>
                <a:gd name="connsiteX14" fmla="*/ 16036 w 21212"/>
                <a:gd name="connsiteY14" fmla="*/ 16015 h 21212"/>
                <a:gd name="connsiteX15" fmla="*/ 15973 w 21212"/>
                <a:gd name="connsiteY15" fmla="*/ 16015 h 21212"/>
                <a:gd name="connsiteX16" fmla="*/ 15973 w 21212"/>
                <a:gd name="connsiteY16" fmla="*/ 16015 h 21212"/>
                <a:gd name="connsiteX17" fmla="*/ 16100 w 21212"/>
                <a:gd name="connsiteY17" fmla="*/ 16057 h 21212"/>
                <a:gd name="connsiteX18" fmla="*/ 16058 w 21212"/>
                <a:gd name="connsiteY18" fmla="*/ 16100 h 21212"/>
                <a:gd name="connsiteX19" fmla="*/ 15909 w 21212"/>
                <a:gd name="connsiteY19" fmla="*/ 16036 h 21212"/>
                <a:gd name="connsiteX20" fmla="*/ 15973 w 21212"/>
                <a:gd name="connsiteY20" fmla="*/ 16015 h 21212"/>
                <a:gd name="connsiteX21" fmla="*/ 15973 w 21212"/>
                <a:gd name="connsiteY21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73" y="16015"/>
                  </a:move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5973" y="16015"/>
                    <a:pt x="15973" y="16015"/>
                    <a:pt x="16036" y="16015"/>
                  </a:cubicBezTo>
                  <a:cubicBezTo>
                    <a:pt x="16036" y="15909"/>
                    <a:pt x="16036" y="15909"/>
                    <a:pt x="16036" y="15909"/>
                  </a:cubicBezTo>
                  <a:lnTo>
                    <a:pt x="16058" y="15909"/>
                  </a:lnTo>
                  <a:cubicBezTo>
                    <a:pt x="16058" y="15909"/>
                    <a:pt x="16058" y="15909"/>
                    <a:pt x="16100" y="15909"/>
                  </a:cubicBezTo>
                  <a:lnTo>
                    <a:pt x="16100" y="15909"/>
                  </a:lnTo>
                  <a:lnTo>
                    <a:pt x="16206" y="16015"/>
                  </a:lnTo>
                  <a:lnTo>
                    <a:pt x="16185" y="16036"/>
                  </a:lnTo>
                  <a:lnTo>
                    <a:pt x="16100" y="16015"/>
                  </a:lnTo>
                  <a:cubicBezTo>
                    <a:pt x="16058" y="16015"/>
                    <a:pt x="16058" y="16015"/>
                    <a:pt x="16058" y="16015"/>
                  </a:cubicBezTo>
                  <a:cubicBezTo>
                    <a:pt x="16036" y="16015"/>
                    <a:pt x="16036" y="16015"/>
                    <a:pt x="16036" y="16015"/>
                  </a:cubicBezTo>
                  <a:lnTo>
                    <a:pt x="15973" y="16015"/>
                  </a:lnTo>
                  <a:cubicBezTo>
                    <a:pt x="15973" y="16015"/>
                    <a:pt x="15973" y="16015"/>
                    <a:pt x="15973" y="16015"/>
                  </a:cubicBezTo>
                  <a:lnTo>
                    <a:pt x="16100" y="16057"/>
                  </a:lnTo>
                  <a:lnTo>
                    <a:pt x="16058" y="16100"/>
                  </a:lnTo>
                  <a:lnTo>
                    <a:pt x="15909" y="16036"/>
                  </a:lnTo>
                  <a:lnTo>
                    <a:pt x="15973" y="16015"/>
                  </a:lnTo>
                  <a:lnTo>
                    <a:pt x="15973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26F12BD9-101E-46CB-B142-509081AE1D28}"/>
                </a:ext>
              </a:extLst>
            </p:cNvPr>
            <p:cNvSpPr/>
            <p:nvPr/>
          </p:nvSpPr>
          <p:spPr>
            <a:xfrm>
              <a:off x="6411836" y="4741376"/>
              <a:ext cx="31327" cy="31327"/>
            </a:xfrm>
            <a:custGeom>
              <a:avLst/>
              <a:gdLst>
                <a:gd name="connsiteX0" fmla="*/ 16057 w 21212"/>
                <a:gd name="connsiteY0" fmla="*/ 15967 h 21212"/>
                <a:gd name="connsiteX1" fmla="*/ 16142 w 21212"/>
                <a:gd name="connsiteY1" fmla="*/ 15967 h 21212"/>
                <a:gd name="connsiteX2" fmla="*/ 16142 w 21212"/>
                <a:gd name="connsiteY2" fmla="*/ 15967 h 21212"/>
                <a:gd name="connsiteX3" fmla="*/ 16164 w 21212"/>
                <a:gd name="connsiteY3" fmla="*/ 15967 h 21212"/>
                <a:gd name="connsiteX4" fmla="*/ 16164 w 21212"/>
                <a:gd name="connsiteY4" fmla="*/ 15967 h 21212"/>
                <a:gd name="connsiteX5" fmla="*/ 16142 w 21212"/>
                <a:gd name="connsiteY5" fmla="*/ 15967 h 21212"/>
                <a:gd name="connsiteX6" fmla="*/ 16057 w 21212"/>
                <a:gd name="connsiteY6" fmla="*/ 15967 h 21212"/>
                <a:gd name="connsiteX7" fmla="*/ 15973 w 21212"/>
                <a:gd name="connsiteY7" fmla="*/ 15989 h 21212"/>
                <a:gd name="connsiteX8" fmla="*/ 15951 w 21212"/>
                <a:gd name="connsiteY8" fmla="*/ 15989 h 21212"/>
                <a:gd name="connsiteX9" fmla="*/ 15930 w 21212"/>
                <a:gd name="connsiteY9" fmla="*/ 15989 h 21212"/>
                <a:gd name="connsiteX10" fmla="*/ 15909 w 21212"/>
                <a:gd name="connsiteY10" fmla="*/ 15967 h 21212"/>
                <a:gd name="connsiteX11" fmla="*/ 15909 w 21212"/>
                <a:gd name="connsiteY11" fmla="*/ 15967 h 21212"/>
                <a:gd name="connsiteX12" fmla="*/ 15909 w 21212"/>
                <a:gd name="connsiteY12" fmla="*/ 15925 h 21212"/>
                <a:gd name="connsiteX13" fmla="*/ 15930 w 21212"/>
                <a:gd name="connsiteY13" fmla="*/ 15925 h 21212"/>
                <a:gd name="connsiteX14" fmla="*/ 15951 w 21212"/>
                <a:gd name="connsiteY14" fmla="*/ 15925 h 21212"/>
                <a:gd name="connsiteX15" fmla="*/ 15951 w 21212"/>
                <a:gd name="connsiteY15" fmla="*/ 15925 h 21212"/>
                <a:gd name="connsiteX16" fmla="*/ 15973 w 21212"/>
                <a:gd name="connsiteY16" fmla="*/ 15925 h 21212"/>
                <a:gd name="connsiteX17" fmla="*/ 16057 w 21212"/>
                <a:gd name="connsiteY17" fmla="*/ 15925 h 21212"/>
                <a:gd name="connsiteX18" fmla="*/ 16057 w 21212"/>
                <a:gd name="connsiteY18" fmla="*/ 15925 h 21212"/>
                <a:gd name="connsiteX19" fmla="*/ 16057 w 21212"/>
                <a:gd name="connsiteY19" fmla="*/ 15925 h 21212"/>
                <a:gd name="connsiteX20" fmla="*/ 15951 w 21212"/>
                <a:gd name="connsiteY20" fmla="*/ 15967 h 21212"/>
                <a:gd name="connsiteX21" fmla="*/ 15951 w 21212"/>
                <a:gd name="connsiteY21" fmla="*/ 15989 h 21212"/>
                <a:gd name="connsiteX22" fmla="*/ 15973 w 21212"/>
                <a:gd name="connsiteY22" fmla="*/ 15989 h 21212"/>
                <a:gd name="connsiteX23" fmla="*/ 16057 w 21212"/>
                <a:gd name="connsiteY23" fmla="*/ 15967 h 21212"/>
                <a:gd name="connsiteX24" fmla="*/ 16057 w 21212"/>
                <a:gd name="connsiteY24" fmla="*/ 15967 h 21212"/>
                <a:gd name="connsiteX25" fmla="*/ 15930 w 21212"/>
                <a:gd name="connsiteY25" fmla="*/ 15946 h 21212"/>
                <a:gd name="connsiteX26" fmla="*/ 15930 w 21212"/>
                <a:gd name="connsiteY26" fmla="*/ 15946 h 21212"/>
                <a:gd name="connsiteX27" fmla="*/ 15930 w 21212"/>
                <a:gd name="connsiteY27" fmla="*/ 15989 h 21212"/>
                <a:gd name="connsiteX28" fmla="*/ 15930 w 21212"/>
                <a:gd name="connsiteY28" fmla="*/ 15989 h 21212"/>
                <a:gd name="connsiteX29" fmla="*/ 15930 w 21212"/>
                <a:gd name="connsiteY29" fmla="*/ 15989 h 21212"/>
                <a:gd name="connsiteX30" fmla="*/ 15973 w 21212"/>
                <a:gd name="connsiteY30" fmla="*/ 15946 h 21212"/>
                <a:gd name="connsiteX31" fmla="*/ 15973 w 21212"/>
                <a:gd name="connsiteY31" fmla="*/ 15946 h 21212"/>
                <a:gd name="connsiteX32" fmla="*/ 15930 w 21212"/>
                <a:gd name="connsiteY32" fmla="*/ 15946 h 21212"/>
                <a:gd name="connsiteX33" fmla="*/ 15930 w 21212"/>
                <a:gd name="connsiteY33" fmla="*/ 15946 h 21212"/>
                <a:gd name="connsiteX34" fmla="*/ 15930 w 21212"/>
                <a:gd name="connsiteY34" fmla="*/ 1594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67"/>
                  </a:moveTo>
                  <a:lnTo>
                    <a:pt x="16142" y="15967"/>
                  </a:lnTo>
                  <a:lnTo>
                    <a:pt x="16142" y="15967"/>
                  </a:lnTo>
                  <a:lnTo>
                    <a:pt x="16164" y="15967"/>
                  </a:lnTo>
                  <a:lnTo>
                    <a:pt x="16164" y="15967"/>
                  </a:lnTo>
                  <a:cubicBezTo>
                    <a:pt x="16142" y="15967"/>
                    <a:pt x="16142" y="15967"/>
                    <a:pt x="16142" y="15967"/>
                  </a:cubicBezTo>
                  <a:cubicBezTo>
                    <a:pt x="16142" y="15989"/>
                    <a:pt x="16057" y="15989"/>
                    <a:pt x="16057" y="15967"/>
                  </a:cubicBezTo>
                  <a:cubicBezTo>
                    <a:pt x="15973" y="15989"/>
                    <a:pt x="15973" y="15989"/>
                    <a:pt x="15973" y="15989"/>
                  </a:cubicBezTo>
                  <a:lnTo>
                    <a:pt x="15951" y="15989"/>
                  </a:lnTo>
                  <a:lnTo>
                    <a:pt x="15930" y="15989"/>
                  </a:lnTo>
                  <a:cubicBezTo>
                    <a:pt x="15930" y="15989"/>
                    <a:pt x="15909" y="15989"/>
                    <a:pt x="15909" y="15967"/>
                  </a:cubicBezTo>
                  <a:lnTo>
                    <a:pt x="15909" y="15967"/>
                  </a:lnTo>
                  <a:cubicBezTo>
                    <a:pt x="15909" y="15967"/>
                    <a:pt x="15909" y="15967"/>
                    <a:pt x="15909" y="15925"/>
                  </a:cubicBezTo>
                  <a:lnTo>
                    <a:pt x="15930" y="15925"/>
                  </a:lnTo>
                  <a:cubicBezTo>
                    <a:pt x="15930" y="15925"/>
                    <a:pt x="15930" y="15925"/>
                    <a:pt x="15951" y="15925"/>
                  </a:cubicBezTo>
                  <a:lnTo>
                    <a:pt x="15951" y="15925"/>
                  </a:lnTo>
                  <a:cubicBezTo>
                    <a:pt x="15973" y="15904"/>
                    <a:pt x="15973" y="15904"/>
                    <a:pt x="15973" y="15925"/>
                  </a:cubicBezTo>
                  <a:lnTo>
                    <a:pt x="16057" y="15925"/>
                  </a:lnTo>
                  <a:lnTo>
                    <a:pt x="16057" y="15925"/>
                  </a:lnTo>
                  <a:lnTo>
                    <a:pt x="16057" y="15925"/>
                  </a:lnTo>
                  <a:lnTo>
                    <a:pt x="15951" y="15967"/>
                  </a:lnTo>
                  <a:cubicBezTo>
                    <a:pt x="15951" y="15989"/>
                    <a:pt x="15951" y="15989"/>
                    <a:pt x="15951" y="15989"/>
                  </a:cubicBezTo>
                  <a:lnTo>
                    <a:pt x="15973" y="15989"/>
                  </a:lnTo>
                  <a:cubicBezTo>
                    <a:pt x="15973" y="15989"/>
                    <a:pt x="15973" y="15989"/>
                    <a:pt x="16057" y="15967"/>
                  </a:cubicBezTo>
                  <a:cubicBezTo>
                    <a:pt x="16057" y="15967"/>
                    <a:pt x="16057" y="15967"/>
                    <a:pt x="16057" y="15967"/>
                  </a:cubicBezTo>
                  <a:close/>
                  <a:moveTo>
                    <a:pt x="15930" y="15946"/>
                  </a:moveTo>
                  <a:lnTo>
                    <a:pt x="15930" y="15946"/>
                  </a:lnTo>
                  <a:cubicBezTo>
                    <a:pt x="15930" y="15989"/>
                    <a:pt x="15930" y="15989"/>
                    <a:pt x="15930" y="15989"/>
                  </a:cubicBezTo>
                  <a:lnTo>
                    <a:pt x="15930" y="15989"/>
                  </a:lnTo>
                  <a:lnTo>
                    <a:pt x="15930" y="15989"/>
                  </a:lnTo>
                  <a:lnTo>
                    <a:pt x="15973" y="15946"/>
                  </a:lnTo>
                  <a:lnTo>
                    <a:pt x="15973" y="15946"/>
                  </a:lnTo>
                  <a:lnTo>
                    <a:pt x="15930" y="15946"/>
                  </a:lnTo>
                  <a:lnTo>
                    <a:pt x="15930" y="15946"/>
                  </a:lnTo>
                  <a:lnTo>
                    <a:pt x="15930" y="1594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32260F8F-930B-40D9-A244-EF5DC5C91FF9}"/>
                </a:ext>
              </a:extLst>
            </p:cNvPr>
            <p:cNvSpPr/>
            <p:nvPr/>
          </p:nvSpPr>
          <p:spPr>
            <a:xfrm>
              <a:off x="6412055" y="4741180"/>
              <a:ext cx="31327" cy="31327"/>
            </a:xfrm>
            <a:custGeom>
              <a:avLst/>
              <a:gdLst>
                <a:gd name="connsiteX0" fmla="*/ 15994 w 21212"/>
                <a:gd name="connsiteY0" fmla="*/ 15973 h 21212"/>
                <a:gd name="connsiteX1" fmla="*/ 15994 w 21212"/>
                <a:gd name="connsiteY1" fmla="*/ 15973 h 21212"/>
                <a:gd name="connsiteX2" fmla="*/ 16058 w 21212"/>
                <a:gd name="connsiteY2" fmla="*/ 15909 h 21212"/>
                <a:gd name="connsiteX3" fmla="*/ 16058 w 21212"/>
                <a:gd name="connsiteY3" fmla="*/ 15973 h 21212"/>
                <a:gd name="connsiteX4" fmla="*/ 15994 w 21212"/>
                <a:gd name="connsiteY4" fmla="*/ 15973 h 21212"/>
                <a:gd name="connsiteX5" fmla="*/ 16015 w 21212"/>
                <a:gd name="connsiteY5" fmla="*/ 16015 h 21212"/>
                <a:gd name="connsiteX6" fmla="*/ 16015 w 21212"/>
                <a:gd name="connsiteY6" fmla="*/ 16015 h 21212"/>
                <a:gd name="connsiteX7" fmla="*/ 15994 w 21212"/>
                <a:gd name="connsiteY7" fmla="*/ 16015 h 21212"/>
                <a:gd name="connsiteX8" fmla="*/ 16015 w 21212"/>
                <a:gd name="connsiteY8" fmla="*/ 16015 h 21212"/>
                <a:gd name="connsiteX9" fmla="*/ 16015 w 21212"/>
                <a:gd name="connsiteY9" fmla="*/ 16057 h 21212"/>
                <a:gd name="connsiteX10" fmla="*/ 16058 w 21212"/>
                <a:gd name="connsiteY10" fmla="*/ 16057 h 21212"/>
                <a:gd name="connsiteX11" fmla="*/ 16058 w 21212"/>
                <a:gd name="connsiteY11" fmla="*/ 16057 h 21212"/>
                <a:gd name="connsiteX12" fmla="*/ 16100 w 21212"/>
                <a:gd name="connsiteY12" fmla="*/ 16057 h 21212"/>
                <a:gd name="connsiteX13" fmla="*/ 16121 w 21212"/>
                <a:gd name="connsiteY13" fmla="*/ 16057 h 21212"/>
                <a:gd name="connsiteX14" fmla="*/ 16121 w 21212"/>
                <a:gd name="connsiteY14" fmla="*/ 16015 h 21212"/>
                <a:gd name="connsiteX15" fmla="*/ 16185 w 21212"/>
                <a:gd name="connsiteY15" fmla="*/ 16015 h 21212"/>
                <a:gd name="connsiteX16" fmla="*/ 16185 w 21212"/>
                <a:gd name="connsiteY16" fmla="*/ 16015 h 21212"/>
                <a:gd name="connsiteX17" fmla="*/ 16185 w 21212"/>
                <a:gd name="connsiteY17" fmla="*/ 16015 h 21212"/>
                <a:gd name="connsiteX18" fmla="*/ 16185 w 21212"/>
                <a:gd name="connsiteY18" fmla="*/ 16015 h 21212"/>
                <a:gd name="connsiteX19" fmla="*/ 16185 w 21212"/>
                <a:gd name="connsiteY19" fmla="*/ 16057 h 21212"/>
                <a:gd name="connsiteX20" fmla="*/ 16121 w 21212"/>
                <a:gd name="connsiteY20" fmla="*/ 16057 h 21212"/>
                <a:gd name="connsiteX21" fmla="*/ 16100 w 21212"/>
                <a:gd name="connsiteY21" fmla="*/ 16079 h 21212"/>
                <a:gd name="connsiteX22" fmla="*/ 16058 w 21212"/>
                <a:gd name="connsiteY22" fmla="*/ 16079 h 21212"/>
                <a:gd name="connsiteX23" fmla="*/ 16015 w 21212"/>
                <a:gd name="connsiteY23" fmla="*/ 16079 h 21212"/>
                <a:gd name="connsiteX24" fmla="*/ 15994 w 21212"/>
                <a:gd name="connsiteY24" fmla="*/ 16057 h 21212"/>
                <a:gd name="connsiteX25" fmla="*/ 15994 w 21212"/>
                <a:gd name="connsiteY25" fmla="*/ 16057 h 21212"/>
                <a:gd name="connsiteX26" fmla="*/ 15909 w 21212"/>
                <a:gd name="connsiteY26" fmla="*/ 16057 h 21212"/>
                <a:gd name="connsiteX27" fmla="*/ 15909 w 21212"/>
                <a:gd name="connsiteY27" fmla="*/ 16015 h 21212"/>
                <a:gd name="connsiteX28" fmla="*/ 15909 w 21212"/>
                <a:gd name="connsiteY28" fmla="*/ 16015 h 21212"/>
                <a:gd name="connsiteX29" fmla="*/ 15994 w 21212"/>
                <a:gd name="connsiteY29" fmla="*/ 16015 h 21212"/>
                <a:gd name="connsiteX30" fmla="*/ 15994 w 21212"/>
                <a:gd name="connsiteY30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94" y="15973"/>
                  </a:moveTo>
                  <a:cubicBezTo>
                    <a:pt x="16015" y="15973"/>
                    <a:pt x="16015" y="15973"/>
                    <a:pt x="15994" y="15973"/>
                  </a:cubicBezTo>
                  <a:cubicBezTo>
                    <a:pt x="16015" y="15973"/>
                    <a:pt x="16015" y="15909"/>
                    <a:pt x="16058" y="15909"/>
                  </a:cubicBezTo>
                  <a:lnTo>
                    <a:pt x="16058" y="15973"/>
                  </a:lnTo>
                  <a:cubicBezTo>
                    <a:pt x="16058" y="15973"/>
                    <a:pt x="16058" y="15973"/>
                    <a:pt x="15994" y="15973"/>
                  </a:cubicBezTo>
                  <a:lnTo>
                    <a:pt x="16015" y="16015"/>
                  </a:lnTo>
                  <a:lnTo>
                    <a:pt x="16015" y="16015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6015" y="16015"/>
                  </a:cubicBezTo>
                  <a:cubicBezTo>
                    <a:pt x="16015" y="16057"/>
                    <a:pt x="16015" y="16057"/>
                    <a:pt x="16015" y="16057"/>
                  </a:cubicBezTo>
                  <a:lnTo>
                    <a:pt x="16058" y="16057"/>
                  </a:lnTo>
                  <a:lnTo>
                    <a:pt x="16058" y="16057"/>
                  </a:lnTo>
                  <a:cubicBezTo>
                    <a:pt x="16100" y="16057"/>
                    <a:pt x="16100" y="16057"/>
                    <a:pt x="16100" y="16057"/>
                  </a:cubicBezTo>
                  <a:cubicBezTo>
                    <a:pt x="16100" y="16057"/>
                    <a:pt x="16100" y="16057"/>
                    <a:pt x="16121" y="16057"/>
                  </a:cubicBezTo>
                  <a:lnTo>
                    <a:pt x="16121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ubicBezTo>
                    <a:pt x="16185" y="16057"/>
                    <a:pt x="16185" y="16057"/>
                    <a:pt x="16185" y="16057"/>
                  </a:cubicBezTo>
                  <a:lnTo>
                    <a:pt x="16121" y="16057"/>
                  </a:lnTo>
                  <a:cubicBezTo>
                    <a:pt x="16121" y="16057"/>
                    <a:pt x="16121" y="16057"/>
                    <a:pt x="16100" y="16079"/>
                  </a:cubicBezTo>
                  <a:cubicBezTo>
                    <a:pt x="16100" y="16079"/>
                    <a:pt x="16100" y="16079"/>
                    <a:pt x="16058" y="16079"/>
                  </a:cubicBezTo>
                  <a:cubicBezTo>
                    <a:pt x="16058" y="16079"/>
                    <a:pt x="16058" y="16079"/>
                    <a:pt x="16015" y="16079"/>
                  </a:cubicBezTo>
                  <a:cubicBezTo>
                    <a:pt x="16015" y="16079"/>
                    <a:pt x="16015" y="16079"/>
                    <a:pt x="15994" y="16057"/>
                  </a:cubicBezTo>
                  <a:lnTo>
                    <a:pt x="15994" y="16057"/>
                  </a:lnTo>
                  <a:cubicBezTo>
                    <a:pt x="15909" y="16057"/>
                    <a:pt x="15909" y="16057"/>
                    <a:pt x="15909" y="16057"/>
                  </a:cubicBezTo>
                  <a:cubicBezTo>
                    <a:pt x="15909" y="16015"/>
                    <a:pt x="15909" y="16015"/>
                    <a:pt x="15909" y="16015"/>
                  </a:cubicBezTo>
                  <a:lnTo>
                    <a:pt x="15909" y="16015"/>
                  </a:lnTo>
                  <a:lnTo>
                    <a:pt x="15994" y="16015"/>
                  </a:lnTo>
                  <a:cubicBezTo>
                    <a:pt x="15994" y="15973"/>
                    <a:pt x="15994" y="15973"/>
                    <a:pt x="15994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AAE5E252-51F1-4A4C-A4C9-60DDCE516FF9}"/>
                </a:ext>
              </a:extLst>
            </p:cNvPr>
            <p:cNvSpPr/>
            <p:nvPr/>
          </p:nvSpPr>
          <p:spPr>
            <a:xfrm>
              <a:off x="6412462" y="4741054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51 w 21212"/>
                <a:gd name="connsiteY1" fmla="*/ 15973 h 21212"/>
                <a:gd name="connsiteX2" fmla="*/ 15951 w 21212"/>
                <a:gd name="connsiteY2" fmla="*/ 15973 h 21212"/>
                <a:gd name="connsiteX3" fmla="*/ 15994 w 21212"/>
                <a:gd name="connsiteY3" fmla="*/ 15973 h 21212"/>
                <a:gd name="connsiteX4" fmla="*/ 15994 w 21212"/>
                <a:gd name="connsiteY4" fmla="*/ 15973 h 21212"/>
                <a:gd name="connsiteX5" fmla="*/ 16036 w 21212"/>
                <a:gd name="connsiteY5" fmla="*/ 15951 h 21212"/>
                <a:gd name="connsiteX6" fmla="*/ 16036 w 21212"/>
                <a:gd name="connsiteY6" fmla="*/ 15951 h 21212"/>
                <a:gd name="connsiteX7" fmla="*/ 16100 w 21212"/>
                <a:gd name="connsiteY7" fmla="*/ 15951 h 21212"/>
                <a:gd name="connsiteX8" fmla="*/ 16164 w 21212"/>
                <a:gd name="connsiteY8" fmla="*/ 15951 h 21212"/>
                <a:gd name="connsiteX9" fmla="*/ 16164 w 21212"/>
                <a:gd name="connsiteY9" fmla="*/ 15973 h 21212"/>
                <a:gd name="connsiteX10" fmla="*/ 16164 w 21212"/>
                <a:gd name="connsiteY10" fmla="*/ 15973 h 21212"/>
                <a:gd name="connsiteX11" fmla="*/ 16164 w 21212"/>
                <a:gd name="connsiteY11" fmla="*/ 15994 h 21212"/>
                <a:gd name="connsiteX12" fmla="*/ 16079 w 21212"/>
                <a:gd name="connsiteY12" fmla="*/ 15994 h 21212"/>
                <a:gd name="connsiteX13" fmla="*/ 16079 w 21212"/>
                <a:gd name="connsiteY13" fmla="*/ 15994 h 21212"/>
                <a:gd name="connsiteX14" fmla="*/ 16015 w 21212"/>
                <a:gd name="connsiteY14" fmla="*/ 15994 h 21212"/>
                <a:gd name="connsiteX15" fmla="*/ 16015 w 21212"/>
                <a:gd name="connsiteY15" fmla="*/ 16057 h 21212"/>
                <a:gd name="connsiteX16" fmla="*/ 16015 w 21212"/>
                <a:gd name="connsiteY16" fmla="*/ 16057 h 21212"/>
                <a:gd name="connsiteX17" fmla="*/ 15973 w 21212"/>
                <a:gd name="connsiteY17" fmla="*/ 15994 h 21212"/>
                <a:gd name="connsiteX18" fmla="*/ 16015 w 21212"/>
                <a:gd name="connsiteY18" fmla="*/ 15994 h 21212"/>
                <a:gd name="connsiteX19" fmla="*/ 16015 w 21212"/>
                <a:gd name="connsiteY19" fmla="*/ 15994 h 21212"/>
                <a:gd name="connsiteX20" fmla="*/ 16079 w 21212"/>
                <a:gd name="connsiteY20" fmla="*/ 15994 h 21212"/>
                <a:gd name="connsiteX21" fmla="*/ 16079 w 21212"/>
                <a:gd name="connsiteY21" fmla="*/ 15973 h 21212"/>
                <a:gd name="connsiteX22" fmla="*/ 16079 w 21212"/>
                <a:gd name="connsiteY22" fmla="*/ 15973 h 21212"/>
                <a:gd name="connsiteX23" fmla="*/ 16079 w 21212"/>
                <a:gd name="connsiteY23" fmla="*/ 15973 h 21212"/>
                <a:gd name="connsiteX24" fmla="*/ 16015 w 21212"/>
                <a:gd name="connsiteY24" fmla="*/ 15973 h 21212"/>
                <a:gd name="connsiteX25" fmla="*/ 16015 w 21212"/>
                <a:gd name="connsiteY25" fmla="*/ 15973 h 21212"/>
                <a:gd name="connsiteX26" fmla="*/ 16015 w 21212"/>
                <a:gd name="connsiteY26" fmla="*/ 15973 h 21212"/>
                <a:gd name="connsiteX27" fmla="*/ 16015 w 21212"/>
                <a:gd name="connsiteY27" fmla="*/ 15973 h 21212"/>
                <a:gd name="connsiteX28" fmla="*/ 15973 w 21212"/>
                <a:gd name="connsiteY28" fmla="*/ 15994 h 21212"/>
                <a:gd name="connsiteX29" fmla="*/ 15951 w 21212"/>
                <a:gd name="connsiteY29" fmla="*/ 15973 h 21212"/>
                <a:gd name="connsiteX30" fmla="*/ 15951 w 21212"/>
                <a:gd name="connsiteY30" fmla="*/ 15973 h 21212"/>
                <a:gd name="connsiteX31" fmla="*/ 15909 w 21212"/>
                <a:gd name="connsiteY31" fmla="*/ 15973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51 h 21212"/>
                <a:gd name="connsiteX35" fmla="*/ 15951 w 21212"/>
                <a:gd name="connsiteY35" fmla="*/ 15973 h 21212"/>
                <a:gd name="connsiteX36" fmla="*/ 15951 w 21212"/>
                <a:gd name="connsiteY36" fmla="*/ 15973 h 21212"/>
                <a:gd name="connsiteX37" fmla="*/ 15994 w 21212"/>
                <a:gd name="connsiteY37" fmla="*/ 15909 h 21212"/>
                <a:gd name="connsiteX38" fmla="*/ 15994 w 21212"/>
                <a:gd name="connsiteY38" fmla="*/ 15951 h 21212"/>
                <a:gd name="connsiteX39" fmla="*/ 15994 w 21212"/>
                <a:gd name="connsiteY39" fmla="*/ 15951 h 21212"/>
                <a:gd name="connsiteX40" fmla="*/ 15951 w 21212"/>
                <a:gd name="connsiteY40" fmla="*/ 15973 h 21212"/>
                <a:gd name="connsiteX41" fmla="*/ 15951 w 21212"/>
                <a:gd name="connsiteY41" fmla="*/ 15973 h 21212"/>
                <a:gd name="connsiteX42" fmla="*/ 15951 w 21212"/>
                <a:gd name="connsiteY42" fmla="*/ 15973 h 21212"/>
                <a:gd name="connsiteX43" fmla="*/ 15951 w 21212"/>
                <a:gd name="connsiteY43" fmla="*/ 15973 h 21212"/>
                <a:gd name="connsiteX44" fmla="*/ 15951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51" y="15973"/>
                  </a:lnTo>
                  <a:lnTo>
                    <a:pt x="15951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6036" y="15951"/>
                  </a:lnTo>
                  <a:lnTo>
                    <a:pt x="16036" y="15951"/>
                  </a:lnTo>
                  <a:lnTo>
                    <a:pt x="16100" y="15951"/>
                  </a:lnTo>
                  <a:cubicBezTo>
                    <a:pt x="16100" y="15951"/>
                    <a:pt x="16100" y="15951"/>
                    <a:pt x="16164" y="15951"/>
                  </a:cubicBezTo>
                  <a:cubicBezTo>
                    <a:pt x="16164" y="15973"/>
                    <a:pt x="16164" y="15973"/>
                    <a:pt x="16164" y="15973"/>
                  </a:cubicBezTo>
                  <a:lnTo>
                    <a:pt x="16164" y="15973"/>
                  </a:lnTo>
                  <a:cubicBezTo>
                    <a:pt x="16164" y="15973"/>
                    <a:pt x="16164" y="15973"/>
                    <a:pt x="16164" y="15994"/>
                  </a:cubicBezTo>
                  <a:lnTo>
                    <a:pt x="16079" y="15994"/>
                  </a:lnTo>
                  <a:lnTo>
                    <a:pt x="16079" y="15994"/>
                  </a:lnTo>
                  <a:cubicBezTo>
                    <a:pt x="16015" y="15994"/>
                    <a:pt x="16015" y="15994"/>
                    <a:pt x="16015" y="15994"/>
                  </a:cubicBezTo>
                  <a:cubicBezTo>
                    <a:pt x="16015" y="15994"/>
                    <a:pt x="16015" y="15994"/>
                    <a:pt x="16015" y="16057"/>
                  </a:cubicBezTo>
                  <a:lnTo>
                    <a:pt x="16015" y="16057"/>
                  </a:lnTo>
                  <a:lnTo>
                    <a:pt x="15973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79" y="15994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079" y="15973"/>
                    <a:pt x="16079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5973" y="15973"/>
                    <a:pt x="15973" y="15973"/>
                    <a:pt x="15973" y="15994"/>
                  </a:cubicBez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94"/>
                    <a:pt x="15909" y="15994"/>
                    <a:pt x="15909" y="15973"/>
                  </a:cubicBez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51"/>
                  </a:cubicBezTo>
                  <a:cubicBezTo>
                    <a:pt x="15909" y="15951"/>
                    <a:pt x="15909" y="15951"/>
                    <a:pt x="15951" y="15973"/>
                  </a:cubicBezTo>
                  <a:lnTo>
                    <a:pt x="15951" y="15973"/>
                  </a:lnTo>
                  <a:cubicBezTo>
                    <a:pt x="15951" y="15909"/>
                    <a:pt x="15994" y="15909"/>
                    <a:pt x="15994" y="15909"/>
                  </a:cubicBezTo>
                  <a:lnTo>
                    <a:pt x="15994" y="15951"/>
                  </a:lnTo>
                  <a:lnTo>
                    <a:pt x="15994" y="15951"/>
                  </a:lnTo>
                  <a:cubicBezTo>
                    <a:pt x="15951" y="15951"/>
                    <a:pt x="15951" y="15951"/>
                    <a:pt x="15951" y="15973"/>
                  </a:cubicBezTo>
                  <a:lnTo>
                    <a:pt x="15951" y="15973"/>
                  </a:lnTo>
                  <a:cubicBezTo>
                    <a:pt x="15951" y="15973"/>
                    <a:pt x="15951" y="15973"/>
                    <a:pt x="15951" y="15973"/>
                  </a:cubicBezTo>
                  <a:lnTo>
                    <a:pt x="15951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97A11AF5-F539-4C7B-A80C-493C444F3D72}"/>
                </a:ext>
              </a:extLst>
            </p:cNvPr>
            <p:cNvSpPr/>
            <p:nvPr/>
          </p:nvSpPr>
          <p:spPr>
            <a:xfrm>
              <a:off x="6412713" y="4740898"/>
              <a:ext cx="31327" cy="31327"/>
            </a:xfrm>
            <a:custGeom>
              <a:avLst/>
              <a:gdLst>
                <a:gd name="connsiteX0" fmla="*/ 16079 w 21212"/>
                <a:gd name="connsiteY0" fmla="*/ 16015 h 21212"/>
                <a:gd name="connsiteX1" fmla="*/ 16079 w 21212"/>
                <a:gd name="connsiteY1" fmla="*/ 16015 h 21212"/>
                <a:gd name="connsiteX2" fmla="*/ 16142 w 21212"/>
                <a:gd name="connsiteY2" fmla="*/ 15994 h 21212"/>
                <a:gd name="connsiteX3" fmla="*/ 16164 w 21212"/>
                <a:gd name="connsiteY3" fmla="*/ 16015 h 21212"/>
                <a:gd name="connsiteX4" fmla="*/ 16142 w 21212"/>
                <a:gd name="connsiteY4" fmla="*/ 16015 h 21212"/>
                <a:gd name="connsiteX5" fmla="*/ 16079 w 21212"/>
                <a:gd name="connsiteY5" fmla="*/ 16015 h 21212"/>
                <a:gd name="connsiteX6" fmla="*/ 16079 w 21212"/>
                <a:gd name="connsiteY6" fmla="*/ 16058 h 21212"/>
                <a:gd name="connsiteX7" fmla="*/ 16057 w 21212"/>
                <a:gd name="connsiteY7" fmla="*/ 16058 h 21212"/>
                <a:gd name="connsiteX8" fmla="*/ 16015 w 21212"/>
                <a:gd name="connsiteY8" fmla="*/ 16058 h 21212"/>
                <a:gd name="connsiteX9" fmla="*/ 15973 w 21212"/>
                <a:gd name="connsiteY9" fmla="*/ 16058 h 21212"/>
                <a:gd name="connsiteX10" fmla="*/ 15909 w 21212"/>
                <a:gd name="connsiteY10" fmla="*/ 16015 h 21212"/>
                <a:gd name="connsiteX11" fmla="*/ 15909 w 21212"/>
                <a:gd name="connsiteY11" fmla="*/ 16015 h 21212"/>
                <a:gd name="connsiteX12" fmla="*/ 15909 w 21212"/>
                <a:gd name="connsiteY12" fmla="*/ 15994 h 21212"/>
                <a:gd name="connsiteX13" fmla="*/ 15909 w 21212"/>
                <a:gd name="connsiteY13" fmla="*/ 15994 h 21212"/>
                <a:gd name="connsiteX14" fmla="*/ 15973 w 21212"/>
                <a:gd name="connsiteY14" fmla="*/ 15909 h 21212"/>
                <a:gd name="connsiteX15" fmla="*/ 16015 w 21212"/>
                <a:gd name="connsiteY15" fmla="*/ 15909 h 21212"/>
                <a:gd name="connsiteX16" fmla="*/ 16057 w 21212"/>
                <a:gd name="connsiteY16" fmla="*/ 15909 h 21212"/>
                <a:gd name="connsiteX17" fmla="*/ 16079 w 21212"/>
                <a:gd name="connsiteY17" fmla="*/ 16015 h 21212"/>
                <a:gd name="connsiteX18" fmla="*/ 16079 w 21212"/>
                <a:gd name="connsiteY18" fmla="*/ 16015 h 21212"/>
                <a:gd name="connsiteX19" fmla="*/ 16079 w 21212"/>
                <a:gd name="connsiteY19" fmla="*/ 16015 h 21212"/>
                <a:gd name="connsiteX20" fmla="*/ 15973 w 21212"/>
                <a:gd name="connsiteY20" fmla="*/ 16015 h 21212"/>
                <a:gd name="connsiteX21" fmla="*/ 16015 w 21212"/>
                <a:gd name="connsiteY21" fmla="*/ 16015 h 21212"/>
                <a:gd name="connsiteX22" fmla="*/ 16057 w 21212"/>
                <a:gd name="connsiteY22" fmla="*/ 16058 h 21212"/>
                <a:gd name="connsiteX23" fmla="*/ 16079 w 21212"/>
                <a:gd name="connsiteY23" fmla="*/ 16015 h 21212"/>
                <a:gd name="connsiteX24" fmla="*/ 16079 w 21212"/>
                <a:gd name="connsiteY24" fmla="*/ 16015 h 21212"/>
                <a:gd name="connsiteX25" fmla="*/ 15973 w 21212"/>
                <a:gd name="connsiteY25" fmla="*/ 15994 h 21212"/>
                <a:gd name="connsiteX26" fmla="*/ 15973 w 21212"/>
                <a:gd name="connsiteY26" fmla="*/ 15994 h 21212"/>
                <a:gd name="connsiteX27" fmla="*/ 15973 w 21212"/>
                <a:gd name="connsiteY27" fmla="*/ 15994 h 21212"/>
                <a:gd name="connsiteX28" fmla="*/ 15909 w 21212"/>
                <a:gd name="connsiteY28" fmla="*/ 16015 h 21212"/>
                <a:gd name="connsiteX29" fmla="*/ 15973 w 21212"/>
                <a:gd name="connsiteY29" fmla="*/ 15994 h 21212"/>
                <a:gd name="connsiteX30" fmla="*/ 16057 w 21212"/>
                <a:gd name="connsiteY30" fmla="*/ 15994 h 21212"/>
                <a:gd name="connsiteX31" fmla="*/ 16057 w 21212"/>
                <a:gd name="connsiteY31" fmla="*/ 15994 h 21212"/>
                <a:gd name="connsiteX32" fmla="*/ 16015 w 21212"/>
                <a:gd name="connsiteY32" fmla="*/ 15994 h 21212"/>
                <a:gd name="connsiteX33" fmla="*/ 15973 w 21212"/>
                <a:gd name="connsiteY33" fmla="*/ 15994 h 21212"/>
                <a:gd name="connsiteX34" fmla="*/ 15973 w 21212"/>
                <a:gd name="connsiteY3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6015"/>
                  </a:moveTo>
                  <a:lnTo>
                    <a:pt x="16079" y="16015"/>
                  </a:lnTo>
                  <a:cubicBezTo>
                    <a:pt x="16079" y="16015"/>
                    <a:pt x="16142" y="16015"/>
                    <a:pt x="16142" y="15994"/>
                  </a:cubicBezTo>
                  <a:lnTo>
                    <a:pt x="16164" y="16015"/>
                  </a:lnTo>
                  <a:lnTo>
                    <a:pt x="16142" y="16015"/>
                  </a:lnTo>
                  <a:cubicBezTo>
                    <a:pt x="16142" y="16015"/>
                    <a:pt x="16142" y="16015"/>
                    <a:pt x="16079" y="16015"/>
                  </a:cubicBezTo>
                  <a:lnTo>
                    <a:pt x="16079" y="16058"/>
                  </a:lnTo>
                  <a:cubicBezTo>
                    <a:pt x="16057" y="16058"/>
                    <a:pt x="16057" y="16058"/>
                    <a:pt x="16057" y="16058"/>
                  </a:cubicBezTo>
                  <a:cubicBezTo>
                    <a:pt x="16015" y="16058"/>
                    <a:pt x="16015" y="16058"/>
                    <a:pt x="16015" y="16058"/>
                  </a:cubicBezTo>
                  <a:cubicBezTo>
                    <a:pt x="15973" y="16058"/>
                    <a:pt x="15973" y="16058"/>
                    <a:pt x="15973" y="16058"/>
                  </a:cubicBezTo>
                  <a:cubicBezTo>
                    <a:pt x="15909" y="16058"/>
                    <a:pt x="15909" y="16015"/>
                    <a:pt x="15909" y="16015"/>
                  </a:cubicBezTo>
                  <a:lnTo>
                    <a:pt x="15909" y="16015"/>
                  </a:lnTo>
                  <a:lnTo>
                    <a:pt x="15909" y="15994"/>
                  </a:lnTo>
                  <a:lnTo>
                    <a:pt x="15909" y="15994"/>
                  </a:lnTo>
                  <a:cubicBezTo>
                    <a:pt x="15973" y="15994"/>
                    <a:pt x="15973" y="15909"/>
                    <a:pt x="15973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lnTo>
                    <a:pt x="16057" y="15909"/>
                  </a:lnTo>
                  <a:cubicBezTo>
                    <a:pt x="16057" y="15909"/>
                    <a:pt x="16079" y="15909"/>
                    <a:pt x="16079" y="16015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5973" y="16015"/>
                  </a:lnTo>
                  <a:cubicBezTo>
                    <a:pt x="16015" y="16015"/>
                    <a:pt x="16015" y="16015"/>
                    <a:pt x="16015" y="16015"/>
                  </a:cubicBezTo>
                  <a:lnTo>
                    <a:pt x="16057" y="16058"/>
                  </a:lnTo>
                  <a:lnTo>
                    <a:pt x="16079" y="16015"/>
                  </a:lnTo>
                  <a:lnTo>
                    <a:pt x="16079" y="16015"/>
                  </a:lnTo>
                  <a:close/>
                  <a:moveTo>
                    <a:pt x="15973" y="15994"/>
                  </a:moveTo>
                  <a:lnTo>
                    <a:pt x="15973" y="15994"/>
                  </a:lnTo>
                  <a:cubicBezTo>
                    <a:pt x="15973" y="15994"/>
                    <a:pt x="15973" y="15994"/>
                    <a:pt x="15973" y="15994"/>
                  </a:cubicBezTo>
                  <a:lnTo>
                    <a:pt x="15909" y="16015"/>
                  </a:lnTo>
                  <a:cubicBezTo>
                    <a:pt x="15973" y="16015"/>
                    <a:pt x="15973" y="16015"/>
                    <a:pt x="15973" y="15994"/>
                  </a:cubicBezTo>
                  <a:lnTo>
                    <a:pt x="16057" y="15994"/>
                  </a:lnTo>
                  <a:lnTo>
                    <a:pt x="16057" y="15994"/>
                  </a:lnTo>
                  <a:lnTo>
                    <a:pt x="16015" y="15994"/>
                  </a:lnTo>
                  <a:cubicBezTo>
                    <a:pt x="16015" y="15994"/>
                    <a:pt x="16015" y="15994"/>
                    <a:pt x="15973" y="15994"/>
                  </a:cubicBez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652ED0D-BB78-4433-8580-44B05389A269}"/>
                </a:ext>
              </a:extLst>
            </p:cNvPr>
            <p:cNvSpPr/>
            <p:nvPr/>
          </p:nvSpPr>
          <p:spPr>
            <a:xfrm>
              <a:off x="6412932" y="4740616"/>
              <a:ext cx="31327" cy="31327"/>
            </a:xfrm>
            <a:custGeom>
              <a:avLst/>
              <a:gdLst>
                <a:gd name="connsiteX0" fmla="*/ 16142 w 21212"/>
                <a:gd name="connsiteY0" fmla="*/ 16100 h 21212"/>
                <a:gd name="connsiteX1" fmla="*/ 16142 w 21212"/>
                <a:gd name="connsiteY1" fmla="*/ 16100 h 21212"/>
                <a:gd name="connsiteX2" fmla="*/ 16058 w 21212"/>
                <a:gd name="connsiteY2" fmla="*/ 16015 h 21212"/>
                <a:gd name="connsiteX3" fmla="*/ 16058 w 21212"/>
                <a:gd name="connsiteY3" fmla="*/ 16015 h 21212"/>
                <a:gd name="connsiteX4" fmla="*/ 16058 w 21212"/>
                <a:gd name="connsiteY4" fmla="*/ 16015 h 21212"/>
                <a:gd name="connsiteX5" fmla="*/ 16015 w 21212"/>
                <a:gd name="connsiteY5" fmla="*/ 16015 h 21212"/>
                <a:gd name="connsiteX6" fmla="*/ 16015 w 21212"/>
                <a:gd name="connsiteY6" fmla="*/ 16015 h 21212"/>
                <a:gd name="connsiteX7" fmla="*/ 15994 w 21212"/>
                <a:gd name="connsiteY7" fmla="*/ 16100 h 21212"/>
                <a:gd name="connsiteX8" fmla="*/ 15994 w 21212"/>
                <a:gd name="connsiteY8" fmla="*/ 16100 h 21212"/>
                <a:gd name="connsiteX9" fmla="*/ 16058 w 21212"/>
                <a:gd name="connsiteY9" fmla="*/ 16100 h 21212"/>
                <a:gd name="connsiteX10" fmla="*/ 16058 w 21212"/>
                <a:gd name="connsiteY10" fmla="*/ 16185 h 21212"/>
                <a:gd name="connsiteX11" fmla="*/ 15909 w 21212"/>
                <a:gd name="connsiteY11" fmla="*/ 16100 h 21212"/>
                <a:gd name="connsiteX12" fmla="*/ 15930 w 21212"/>
                <a:gd name="connsiteY12" fmla="*/ 16100 h 21212"/>
                <a:gd name="connsiteX13" fmla="*/ 15930 w 21212"/>
                <a:gd name="connsiteY13" fmla="*/ 16100 h 21212"/>
                <a:gd name="connsiteX14" fmla="*/ 15930 w 21212"/>
                <a:gd name="connsiteY14" fmla="*/ 16100 h 21212"/>
                <a:gd name="connsiteX15" fmla="*/ 15930 w 21212"/>
                <a:gd name="connsiteY15" fmla="*/ 16015 h 21212"/>
                <a:gd name="connsiteX16" fmla="*/ 15930 w 21212"/>
                <a:gd name="connsiteY16" fmla="*/ 16015 h 21212"/>
                <a:gd name="connsiteX17" fmla="*/ 15994 w 21212"/>
                <a:gd name="connsiteY17" fmla="*/ 16015 h 21212"/>
                <a:gd name="connsiteX18" fmla="*/ 15994 w 21212"/>
                <a:gd name="connsiteY18" fmla="*/ 16015 h 21212"/>
                <a:gd name="connsiteX19" fmla="*/ 16015 w 21212"/>
                <a:gd name="connsiteY19" fmla="*/ 16015 h 21212"/>
                <a:gd name="connsiteX20" fmla="*/ 16058 w 21212"/>
                <a:gd name="connsiteY20" fmla="*/ 16015 h 21212"/>
                <a:gd name="connsiteX21" fmla="*/ 16058 w 21212"/>
                <a:gd name="connsiteY21" fmla="*/ 16015 h 21212"/>
                <a:gd name="connsiteX22" fmla="*/ 16058 w 21212"/>
                <a:gd name="connsiteY22" fmla="*/ 16015 h 21212"/>
                <a:gd name="connsiteX23" fmla="*/ 16058 w 21212"/>
                <a:gd name="connsiteY23" fmla="*/ 15909 h 21212"/>
                <a:gd name="connsiteX24" fmla="*/ 16058 w 21212"/>
                <a:gd name="connsiteY24" fmla="*/ 15909 h 21212"/>
                <a:gd name="connsiteX25" fmla="*/ 16100 w 21212"/>
                <a:gd name="connsiteY25" fmla="*/ 15909 h 21212"/>
                <a:gd name="connsiteX26" fmla="*/ 16142 w 21212"/>
                <a:gd name="connsiteY26" fmla="*/ 15909 h 21212"/>
                <a:gd name="connsiteX27" fmla="*/ 16227 w 21212"/>
                <a:gd name="connsiteY27" fmla="*/ 15909 h 21212"/>
                <a:gd name="connsiteX28" fmla="*/ 16291 w 21212"/>
                <a:gd name="connsiteY28" fmla="*/ 16015 h 21212"/>
                <a:gd name="connsiteX29" fmla="*/ 16249 w 21212"/>
                <a:gd name="connsiteY29" fmla="*/ 16015 h 21212"/>
                <a:gd name="connsiteX30" fmla="*/ 16142 w 21212"/>
                <a:gd name="connsiteY30" fmla="*/ 15909 h 21212"/>
                <a:gd name="connsiteX31" fmla="*/ 16100 w 21212"/>
                <a:gd name="connsiteY31" fmla="*/ 15909 h 21212"/>
                <a:gd name="connsiteX32" fmla="*/ 16100 w 21212"/>
                <a:gd name="connsiteY32" fmla="*/ 15909 h 21212"/>
                <a:gd name="connsiteX33" fmla="*/ 16100 w 21212"/>
                <a:gd name="connsiteY33" fmla="*/ 15909 h 21212"/>
                <a:gd name="connsiteX34" fmla="*/ 16058 w 21212"/>
                <a:gd name="connsiteY34" fmla="*/ 15909 h 21212"/>
                <a:gd name="connsiteX35" fmla="*/ 16058 w 21212"/>
                <a:gd name="connsiteY35" fmla="*/ 16015 h 21212"/>
                <a:gd name="connsiteX36" fmla="*/ 16058 w 21212"/>
                <a:gd name="connsiteY36" fmla="*/ 16015 h 21212"/>
                <a:gd name="connsiteX37" fmla="*/ 16142 w 21212"/>
                <a:gd name="connsiteY37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42" y="16100"/>
                  </a:moveTo>
                  <a:lnTo>
                    <a:pt x="16142" y="16100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015" y="16015"/>
                    <a:pt x="16015" y="16015"/>
                    <a:pt x="16015" y="16015"/>
                  </a:cubicBezTo>
                  <a:lnTo>
                    <a:pt x="16015" y="16015"/>
                  </a:lnTo>
                  <a:cubicBezTo>
                    <a:pt x="15994" y="16015"/>
                    <a:pt x="15994" y="16015"/>
                    <a:pt x="15994" y="16100"/>
                  </a:cubicBezTo>
                  <a:lnTo>
                    <a:pt x="15994" y="16100"/>
                  </a:lnTo>
                  <a:lnTo>
                    <a:pt x="16058" y="16100"/>
                  </a:lnTo>
                  <a:lnTo>
                    <a:pt x="16058" y="16185"/>
                  </a:lnTo>
                  <a:lnTo>
                    <a:pt x="15909" y="16100"/>
                  </a:lnTo>
                  <a:lnTo>
                    <a:pt x="15930" y="16100"/>
                  </a:lnTo>
                  <a:lnTo>
                    <a:pt x="15930" y="16100"/>
                  </a:lnTo>
                  <a:lnTo>
                    <a:pt x="15930" y="16100"/>
                  </a:lnTo>
                  <a:lnTo>
                    <a:pt x="15930" y="16015"/>
                  </a:lnTo>
                  <a:lnTo>
                    <a:pt x="15930" y="16015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6015" y="16015"/>
                    <a:pt x="16015" y="16015"/>
                    <a:pt x="16015" y="16015"/>
                  </a:cubicBez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5909"/>
                  </a:lnTo>
                  <a:lnTo>
                    <a:pt x="16058" y="15909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142" y="15909"/>
                  </a:lnTo>
                  <a:cubicBezTo>
                    <a:pt x="16142" y="15909"/>
                    <a:pt x="16142" y="15909"/>
                    <a:pt x="16227" y="15909"/>
                  </a:cubicBezTo>
                  <a:lnTo>
                    <a:pt x="16291" y="16015"/>
                  </a:lnTo>
                  <a:lnTo>
                    <a:pt x="16249" y="16015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058" y="15909"/>
                  </a:lnTo>
                  <a:cubicBezTo>
                    <a:pt x="16058" y="16015"/>
                    <a:pt x="16058" y="16015"/>
                    <a:pt x="16058" y="16015"/>
                  </a:cubicBezTo>
                  <a:lnTo>
                    <a:pt x="16058" y="16015"/>
                  </a:lnTo>
                  <a:lnTo>
                    <a:pt x="16142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ACE0E431-67F1-40AA-A0CF-DDF6D485A8D3}"/>
                </a:ext>
              </a:extLst>
            </p:cNvPr>
            <p:cNvSpPr/>
            <p:nvPr/>
          </p:nvSpPr>
          <p:spPr>
            <a:xfrm>
              <a:off x="6413590" y="4740616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5CFC2E70-634B-4B9E-9B84-D82C27D0AE53}"/>
                </a:ext>
              </a:extLst>
            </p:cNvPr>
            <p:cNvSpPr/>
            <p:nvPr/>
          </p:nvSpPr>
          <p:spPr>
            <a:xfrm>
              <a:off x="6413621" y="4740272"/>
              <a:ext cx="31327" cy="31327"/>
            </a:xfrm>
            <a:custGeom>
              <a:avLst/>
              <a:gdLst>
                <a:gd name="connsiteX0" fmla="*/ 16036 w 21212"/>
                <a:gd name="connsiteY0" fmla="*/ 16079 h 21212"/>
                <a:gd name="connsiteX1" fmla="*/ 15909 w 21212"/>
                <a:gd name="connsiteY1" fmla="*/ 15951 h 21212"/>
                <a:gd name="connsiteX2" fmla="*/ 15951 w 21212"/>
                <a:gd name="connsiteY2" fmla="*/ 15909 h 21212"/>
                <a:gd name="connsiteX3" fmla="*/ 16270 w 21212"/>
                <a:gd name="connsiteY3" fmla="*/ 15951 h 21212"/>
                <a:gd name="connsiteX4" fmla="*/ 16227 w 21212"/>
                <a:gd name="connsiteY4" fmla="*/ 15951 h 21212"/>
                <a:gd name="connsiteX5" fmla="*/ 16121 w 21212"/>
                <a:gd name="connsiteY5" fmla="*/ 15951 h 21212"/>
                <a:gd name="connsiteX6" fmla="*/ 15951 w 21212"/>
                <a:gd name="connsiteY6" fmla="*/ 16015 h 21212"/>
                <a:gd name="connsiteX7" fmla="*/ 16036 w 21212"/>
                <a:gd name="connsiteY7" fmla="*/ 16079 h 21212"/>
                <a:gd name="connsiteX8" fmla="*/ 16036 w 21212"/>
                <a:gd name="connsiteY8" fmla="*/ 16079 h 21212"/>
                <a:gd name="connsiteX9" fmla="*/ 15951 w 21212"/>
                <a:gd name="connsiteY9" fmla="*/ 15951 h 21212"/>
                <a:gd name="connsiteX10" fmla="*/ 15951 w 21212"/>
                <a:gd name="connsiteY10" fmla="*/ 15951 h 21212"/>
                <a:gd name="connsiteX11" fmla="*/ 15951 w 21212"/>
                <a:gd name="connsiteY11" fmla="*/ 16015 h 21212"/>
                <a:gd name="connsiteX12" fmla="*/ 16058 w 21212"/>
                <a:gd name="connsiteY12" fmla="*/ 15951 h 21212"/>
                <a:gd name="connsiteX13" fmla="*/ 16058 w 21212"/>
                <a:gd name="connsiteY13" fmla="*/ 15951 h 21212"/>
                <a:gd name="connsiteX14" fmla="*/ 15951 w 21212"/>
                <a:gd name="connsiteY14" fmla="*/ 15951 h 21212"/>
                <a:gd name="connsiteX15" fmla="*/ 15951 w 21212"/>
                <a:gd name="connsiteY15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12" h="21212">
                  <a:moveTo>
                    <a:pt x="16036" y="16079"/>
                  </a:moveTo>
                  <a:lnTo>
                    <a:pt x="15909" y="15951"/>
                  </a:lnTo>
                  <a:lnTo>
                    <a:pt x="15951" y="15909"/>
                  </a:lnTo>
                  <a:lnTo>
                    <a:pt x="16270" y="15951"/>
                  </a:lnTo>
                  <a:lnTo>
                    <a:pt x="16227" y="15951"/>
                  </a:lnTo>
                  <a:lnTo>
                    <a:pt x="16121" y="15951"/>
                  </a:lnTo>
                  <a:lnTo>
                    <a:pt x="15951" y="16015"/>
                  </a:lnTo>
                  <a:lnTo>
                    <a:pt x="16036" y="16079"/>
                  </a:lnTo>
                  <a:lnTo>
                    <a:pt x="16036" y="16079"/>
                  </a:lnTo>
                  <a:close/>
                  <a:moveTo>
                    <a:pt x="15951" y="15951"/>
                  </a:moveTo>
                  <a:lnTo>
                    <a:pt x="15951" y="15951"/>
                  </a:lnTo>
                  <a:lnTo>
                    <a:pt x="15951" y="16015"/>
                  </a:lnTo>
                  <a:lnTo>
                    <a:pt x="16058" y="15951"/>
                  </a:lnTo>
                  <a:lnTo>
                    <a:pt x="16058" y="15951"/>
                  </a:lnTo>
                  <a:cubicBezTo>
                    <a:pt x="16036" y="15951"/>
                    <a:pt x="15951" y="15951"/>
                    <a:pt x="15951" y="15951"/>
                  </a:cubicBezTo>
                  <a:lnTo>
                    <a:pt x="15951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1A00CFCD-9294-4929-B8E0-E906F089F28B}"/>
                </a:ext>
              </a:extLst>
            </p:cNvPr>
            <p:cNvSpPr/>
            <p:nvPr/>
          </p:nvSpPr>
          <p:spPr>
            <a:xfrm>
              <a:off x="6413778" y="4740052"/>
              <a:ext cx="31327" cy="31327"/>
            </a:xfrm>
            <a:custGeom>
              <a:avLst/>
              <a:gdLst>
                <a:gd name="connsiteX0" fmla="*/ 16164 w 21212"/>
                <a:gd name="connsiteY0" fmla="*/ 16100 h 21212"/>
                <a:gd name="connsiteX1" fmla="*/ 15909 w 21212"/>
                <a:gd name="connsiteY1" fmla="*/ 15994 h 21212"/>
                <a:gd name="connsiteX2" fmla="*/ 15930 w 21212"/>
                <a:gd name="connsiteY2" fmla="*/ 15909 h 21212"/>
                <a:gd name="connsiteX3" fmla="*/ 16164 w 21212"/>
                <a:gd name="connsiteY3" fmla="*/ 16058 h 21212"/>
                <a:gd name="connsiteX4" fmla="*/ 16164 w 21212"/>
                <a:gd name="connsiteY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100"/>
                  </a:moveTo>
                  <a:lnTo>
                    <a:pt x="15909" y="15994"/>
                  </a:lnTo>
                  <a:lnTo>
                    <a:pt x="15930" y="15909"/>
                  </a:lnTo>
                  <a:lnTo>
                    <a:pt x="16164" y="16058"/>
                  </a:lnTo>
                  <a:lnTo>
                    <a:pt x="16164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E5E19243-E7DA-4F2D-885D-E5A45913C59E}"/>
                </a:ext>
              </a:extLst>
            </p:cNvPr>
            <p:cNvSpPr/>
            <p:nvPr/>
          </p:nvSpPr>
          <p:spPr>
            <a:xfrm>
              <a:off x="6414029" y="4740052"/>
              <a:ext cx="31327" cy="31327"/>
            </a:xfrm>
            <a:custGeom>
              <a:avLst/>
              <a:gdLst>
                <a:gd name="connsiteX0" fmla="*/ 15909 w 21212"/>
                <a:gd name="connsiteY0" fmla="*/ 15930 h 21212"/>
                <a:gd name="connsiteX1" fmla="*/ 15909 w 21212"/>
                <a:gd name="connsiteY1" fmla="*/ 15930 h 21212"/>
                <a:gd name="connsiteX2" fmla="*/ 15909 w 21212"/>
                <a:gd name="connsiteY2" fmla="*/ 15930 h 21212"/>
                <a:gd name="connsiteX3" fmla="*/ 15909 w 21212"/>
                <a:gd name="connsiteY3" fmla="*/ 15930 h 21212"/>
                <a:gd name="connsiteX4" fmla="*/ 15909 w 21212"/>
                <a:gd name="connsiteY4" fmla="*/ 15930 h 21212"/>
                <a:gd name="connsiteX5" fmla="*/ 16100 w 21212"/>
                <a:gd name="connsiteY5" fmla="*/ 16015 h 21212"/>
                <a:gd name="connsiteX6" fmla="*/ 15930 w 21212"/>
                <a:gd name="connsiteY6" fmla="*/ 15994 h 21212"/>
                <a:gd name="connsiteX7" fmla="*/ 15973 w 21212"/>
                <a:gd name="connsiteY7" fmla="*/ 15909 h 21212"/>
                <a:gd name="connsiteX8" fmla="*/ 16100 w 21212"/>
                <a:gd name="connsiteY8" fmla="*/ 16015 h 21212"/>
                <a:gd name="connsiteX9" fmla="*/ 16100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30"/>
                  </a:move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close/>
                  <a:moveTo>
                    <a:pt x="16100" y="16015"/>
                  </a:moveTo>
                  <a:lnTo>
                    <a:pt x="15930" y="15994"/>
                  </a:lnTo>
                  <a:lnTo>
                    <a:pt x="15973" y="15909"/>
                  </a:lnTo>
                  <a:lnTo>
                    <a:pt x="16100" y="16015"/>
                  </a:lnTo>
                  <a:lnTo>
                    <a:pt x="16100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80C0370-6ABA-42EC-986E-4566660CCD1C}"/>
                </a:ext>
              </a:extLst>
            </p:cNvPr>
            <p:cNvSpPr/>
            <p:nvPr/>
          </p:nvSpPr>
          <p:spPr>
            <a:xfrm>
              <a:off x="6414248" y="4739895"/>
              <a:ext cx="31327" cy="31327"/>
            </a:xfrm>
            <a:custGeom>
              <a:avLst/>
              <a:gdLst>
                <a:gd name="connsiteX0" fmla="*/ 15952 w 21212"/>
                <a:gd name="connsiteY0" fmla="*/ 16036 h 21212"/>
                <a:gd name="connsiteX1" fmla="*/ 15909 w 21212"/>
                <a:gd name="connsiteY1" fmla="*/ 16036 h 21212"/>
                <a:gd name="connsiteX2" fmla="*/ 15909 w 21212"/>
                <a:gd name="connsiteY2" fmla="*/ 16036 h 21212"/>
                <a:gd name="connsiteX3" fmla="*/ 15909 w 21212"/>
                <a:gd name="connsiteY3" fmla="*/ 15973 h 21212"/>
                <a:gd name="connsiteX4" fmla="*/ 15952 w 21212"/>
                <a:gd name="connsiteY4" fmla="*/ 15973 h 21212"/>
                <a:gd name="connsiteX5" fmla="*/ 15952 w 21212"/>
                <a:gd name="connsiteY5" fmla="*/ 15951 h 21212"/>
                <a:gd name="connsiteX6" fmla="*/ 15994 w 21212"/>
                <a:gd name="connsiteY6" fmla="*/ 15951 h 21212"/>
                <a:gd name="connsiteX7" fmla="*/ 15994 w 21212"/>
                <a:gd name="connsiteY7" fmla="*/ 15951 h 21212"/>
                <a:gd name="connsiteX8" fmla="*/ 15994 w 21212"/>
                <a:gd name="connsiteY8" fmla="*/ 15951 h 21212"/>
                <a:gd name="connsiteX9" fmla="*/ 15994 w 21212"/>
                <a:gd name="connsiteY9" fmla="*/ 15951 h 21212"/>
                <a:gd name="connsiteX10" fmla="*/ 15994 w 21212"/>
                <a:gd name="connsiteY10" fmla="*/ 15951 h 21212"/>
                <a:gd name="connsiteX11" fmla="*/ 16058 w 21212"/>
                <a:gd name="connsiteY11" fmla="*/ 15909 h 21212"/>
                <a:gd name="connsiteX12" fmla="*/ 16227 w 21212"/>
                <a:gd name="connsiteY12" fmla="*/ 16036 h 21212"/>
                <a:gd name="connsiteX13" fmla="*/ 16227 w 21212"/>
                <a:gd name="connsiteY13" fmla="*/ 16036 h 21212"/>
                <a:gd name="connsiteX14" fmla="*/ 16121 w 21212"/>
                <a:gd name="connsiteY14" fmla="*/ 15973 h 21212"/>
                <a:gd name="connsiteX15" fmla="*/ 16121 w 21212"/>
                <a:gd name="connsiteY15" fmla="*/ 15973 h 21212"/>
                <a:gd name="connsiteX16" fmla="*/ 16121 w 21212"/>
                <a:gd name="connsiteY16" fmla="*/ 16036 h 21212"/>
                <a:gd name="connsiteX17" fmla="*/ 16079 w 21212"/>
                <a:gd name="connsiteY17" fmla="*/ 16036 h 21212"/>
                <a:gd name="connsiteX18" fmla="*/ 16079 w 21212"/>
                <a:gd name="connsiteY18" fmla="*/ 16036 h 21212"/>
                <a:gd name="connsiteX19" fmla="*/ 16079 w 21212"/>
                <a:gd name="connsiteY19" fmla="*/ 16121 h 21212"/>
                <a:gd name="connsiteX20" fmla="*/ 16058 w 21212"/>
                <a:gd name="connsiteY20" fmla="*/ 16121 h 21212"/>
                <a:gd name="connsiteX21" fmla="*/ 15994 w 21212"/>
                <a:gd name="connsiteY21" fmla="*/ 16121 h 21212"/>
                <a:gd name="connsiteX22" fmla="*/ 15994 w 21212"/>
                <a:gd name="connsiteY22" fmla="*/ 16121 h 21212"/>
                <a:gd name="connsiteX23" fmla="*/ 15952 w 21212"/>
                <a:gd name="connsiteY23" fmla="*/ 16036 h 21212"/>
                <a:gd name="connsiteX24" fmla="*/ 15952 w 21212"/>
                <a:gd name="connsiteY24" fmla="*/ 16036 h 21212"/>
                <a:gd name="connsiteX25" fmla="*/ 15994 w 21212"/>
                <a:gd name="connsiteY25" fmla="*/ 16036 h 21212"/>
                <a:gd name="connsiteX26" fmla="*/ 16058 w 21212"/>
                <a:gd name="connsiteY26" fmla="*/ 16036 h 21212"/>
                <a:gd name="connsiteX27" fmla="*/ 16058 w 21212"/>
                <a:gd name="connsiteY27" fmla="*/ 16036 h 21212"/>
                <a:gd name="connsiteX28" fmla="*/ 16079 w 21212"/>
                <a:gd name="connsiteY28" fmla="*/ 16036 h 21212"/>
                <a:gd name="connsiteX29" fmla="*/ 16079 w 21212"/>
                <a:gd name="connsiteY29" fmla="*/ 16036 h 21212"/>
                <a:gd name="connsiteX30" fmla="*/ 16121 w 21212"/>
                <a:gd name="connsiteY30" fmla="*/ 15973 h 21212"/>
                <a:gd name="connsiteX31" fmla="*/ 16058 w 21212"/>
                <a:gd name="connsiteY31" fmla="*/ 15973 h 21212"/>
                <a:gd name="connsiteX32" fmla="*/ 15994 w 21212"/>
                <a:gd name="connsiteY32" fmla="*/ 15973 h 21212"/>
                <a:gd name="connsiteX33" fmla="*/ 15994 w 21212"/>
                <a:gd name="connsiteY33" fmla="*/ 15973 h 21212"/>
                <a:gd name="connsiteX34" fmla="*/ 15994 w 21212"/>
                <a:gd name="connsiteY34" fmla="*/ 15973 h 21212"/>
                <a:gd name="connsiteX35" fmla="*/ 15952 w 21212"/>
                <a:gd name="connsiteY35" fmla="*/ 15973 h 21212"/>
                <a:gd name="connsiteX36" fmla="*/ 15952 w 21212"/>
                <a:gd name="connsiteY36" fmla="*/ 15973 h 21212"/>
                <a:gd name="connsiteX37" fmla="*/ 15952 w 21212"/>
                <a:gd name="connsiteY37" fmla="*/ 15973 h 21212"/>
                <a:gd name="connsiteX38" fmla="*/ 15952 w 21212"/>
                <a:gd name="connsiteY38" fmla="*/ 16036 h 21212"/>
                <a:gd name="connsiteX39" fmla="*/ 15952 w 21212"/>
                <a:gd name="connsiteY3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52" y="16036"/>
                  </a:moveTo>
                  <a:lnTo>
                    <a:pt x="15909" y="16036"/>
                  </a:lnTo>
                  <a:lnTo>
                    <a:pt x="15909" y="16036"/>
                  </a:lnTo>
                  <a:cubicBezTo>
                    <a:pt x="15909" y="15973"/>
                    <a:pt x="15909" y="15973"/>
                    <a:pt x="15909" y="15973"/>
                  </a:cubicBezTo>
                  <a:lnTo>
                    <a:pt x="15952" y="15973"/>
                  </a:lnTo>
                  <a:cubicBezTo>
                    <a:pt x="15952" y="15973"/>
                    <a:pt x="15952" y="15973"/>
                    <a:pt x="15952" y="15951"/>
                  </a:cubicBez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6058" y="15909"/>
                  </a:lnTo>
                  <a:lnTo>
                    <a:pt x="16227" y="16036"/>
                  </a:lnTo>
                  <a:lnTo>
                    <a:pt x="16227" y="16036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6036"/>
                    <a:pt x="16121" y="16036"/>
                    <a:pt x="16121" y="16036"/>
                  </a:cubicBezTo>
                  <a:cubicBezTo>
                    <a:pt x="16121" y="16036"/>
                    <a:pt x="16121" y="16036"/>
                    <a:pt x="16079" y="16036"/>
                  </a:cubicBezTo>
                  <a:lnTo>
                    <a:pt x="16079" y="16036"/>
                  </a:lnTo>
                  <a:cubicBezTo>
                    <a:pt x="16079" y="16036"/>
                    <a:pt x="16079" y="16036"/>
                    <a:pt x="16079" y="16121"/>
                  </a:cubicBezTo>
                  <a:lnTo>
                    <a:pt x="16058" y="16121"/>
                  </a:lnTo>
                  <a:cubicBezTo>
                    <a:pt x="15994" y="16121"/>
                    <a:pt x="15994" y="16121"/>
                    <a:pt x="15994" y="16121"/>
                  </a:cubicBezTo>
                  <a:lnTo>
                    <a:pt x="15994" y="16121"/>
                  </a:lnTo>
                  <a:cubicBezTo>
                    <a:pt x="15952" y="16100"/>
                    <a:pt x="15952" y="16036"/>
                    <a:pt x="15952" y="16036"/>
                  </a:cubicBezTo>
                  <a:close/>
                  <a:moveTo>
                    <a:pt x="15952" y="16036"/>
                  </a:moveTo>
                  <a:lnTo>
                    <a:pt x="15994" y="16036"/>
                  </a:lnTo>
                  <a:cubicBezTo>
                    <a:pt x="16058" y="16036"/>
                    <a:pt x="16058" y="16036"/>
                    <a:pt x="16058" y="16036"/>
                  </a:cubicBezTo>
                  <a:lnTo>
                    <a:pt x="16058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079" y="16036"/>
                  </a:lnTo>
                  <a:lnTo>
                    <a:pt x="16121" y="15973"/>
                  </a:lnTo>
                  <a:lnTo>
                    <a:pt x="16058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5952" y="15973"/>
                  </a:lnTo>
                  <a:lnTo>
                    <a:pt x="15952" y="15973"/>
                  </a:lnTo>
                  <a:lnTo>
                    <a:pt x="15952" y="15973"/>
                  </a:lnTo>
                  <a:cubicBezTo>
                    <a:pt x="15952" y="16036"/>
                    <a:pt x="15952" y="16036"/>
                    <a:pt x="15952" y="16036"/>
                  </a:cubicBezTo>
                  <a:lnTo>
                    <a:pt x="15952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123ADD0E-62DE-4817-B0AC-F03763FCC948}"/>
                </a:ext>
              </a:extLst>
            </p:cNvPr>
            <p:cNvSpPr/>
            <p:nvPr/>
          </p:nvSpPr>
          <p:spPr>
            <a:xfrm>
              <a:off x="6414499" y="4739738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121 w 21212"/>
                <a:gd name="connsiteY1" fmla="*/ 16015 h 21212"/>
                <a:gd name="connsiteX2" fmla="*/ 16058 w 21212"/>
                <a:gd name="connsiteY2" fmla="*/ 16057 h 21212"/>
                <a:gd name="connsiteX3" fmla="*/ 16058 w 21212"/>
                <a:gd name="connsiteY3" fmla="*/ 16057 h 21212"/>
                <a:gd name="connsiteX4" fmla="*/ 16058 w 21212"/>
                <a:gd name="connsiteY4" fmla="*/ 16057 h 21212"/>
                <a:gd name="connsiteX5" fmla="*/ 16036 w 21212"/>
                <a:gd name="connsiteY5" fmla="*/ 16057 h 21212"/>
                <a:gd name="connsiteX6" fmla="*/ 16036 w 21212"/>
                <a:gd name="connsiteY6" fmla="*/ 16057 h 21212"/>
                <a:gd name="connsiteX7" fmla="*/ 15909 w 21212"/>
                <a:gd name="connsiteY7" fmla="*/ 16015 h 21212"/>
                <a:gd name="connsiteX8" fmla="*/ 15909 w 21212"/>
                <a:gd name="connsiteY8" fmla="*/ 15951 h 21212"/>
                <a:gd name="connsiteX9" fmla="*/ 16058 w 21212"/>
                <a:gd name="connsiteY9" fmla="*/ 16015 h 21212"/>
                <a:gd name="connsiteX10" fmla="*/ 16058 w 21212"/>
                <a:gd name="connsiteY10" fmla="*/ 16015 h 21212"/>
                <a:gd name="connsiteX11" fmla="*/ 16058 w 21212"/>
                <a:gd name="connsiteY11" fmla="*/ 16015 h 21212"/>
                <a:gd name="connsiteX12" fmla="*/ 16121 w 21212"/>
                <a:gd name="connsiteY12" fmla="*/ 16015 h 21212"/>
                <a:gd name="connsiteX13" fmla="*/ 16121 w 21212"/>
                <a:gd name="connsiteY13" fmla="*/ 16015 h 21212"/>
                <a:gd name="connsiteX14" fmla="*/ 16121 w 21212"/>
                <a:gd name="connsiteY14" fmla="*/ 15951 h 21212"/>
                <a:gd name="connsiteX15" fmla="*/ 16121 w 21212"/>
                <a:gd name="connsiteY15" fmla="*/ 15951 h 21212"/>
                <a:gd name="connsiteX16" fmla="*/ 16036 w 21212"/>
                <a:gd name="connsiteY16" fmla="*/ 15909 h 21212"/>
                <a:gd name="connsiteX17" fmla="*/ 16058 w 21212"/>
                <a:gd name="connsiteY17" fmla="*/ 15909 h 21212"/>
                <a:gd name="connsiteX18" fmla="*/ 16121 w 21212"/>
                <a:gd name="connsiteY18" fmla="*/ 15951 h 21212"/>
                <a:gd name="connsiteX19" fmla="*/ 16121 w 21212"/>
                <a:gd name="connsiteY19" fmla="*/ 15951 h 21212"/>
                <a:gd name="connsiteX20" fmla="*/ 16121 w 21212"/>
                <a:gd name="connsiteY20" fmla="*/ 15951 h 21212"/>
                <a:gd name="connsiteX21" fmla="*/ 16121 w 21212"/>
                <a:gd name="connsiteY21" fmla="*/ 15951 h 21212"/>
                <a:gd name="connsiteX22" fmla="*/ 16121 w 21212"/>
                <a:gd name="connsiteY22" fmla="*/ 16015 h 21212"/>
                <a:gd name="connsiteX23" fmla="*/ 16121 w 21212"/>
                <a:gd name="connsiteY23" fmla="*/ 16015 h 21212"/>
                <a:gd name="connsiteX24" fmla="*/ 16121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6121" y="16015"/>
                  </a:lnTo>
                  <a:cubicBezTo>
                    <a:pt x="16121" y="16057"/>
                    <a:pt x="16058" y="16057"/>
                    <a:pt x="16058" y="16057"/>
                  </a:cubicBezTo>
                  <a:lnTo>
                    <a:pt x="16058" y="16057"/>
                  </a:lnTo>
                  <a:lnTo>
                    <a:pt x="16058" y="16057"/>
                  </a:lnTo>
                  <a:lnTo>
                    <a:pt x="16036" y="16057"/>
                  </a:lnTo>
                  <a:lnTo>
                    <a:pt x="16036" y="16057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036" y="15909"/>
                  </a:lnTo>
                  <a:lnTo>
                    <a:pt x="16058" y="15909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CD8269D-1A8F-400B-9094-A65E005A8AAB}"/>
                </a:ext>
              </a:extLst>
            </p:cNvPr>
            <p:cNvSpPr/>
            <p:nvPr/>
          </p:nvSpPr>
          <p:spPr>
            <a:xfrm>
              <a:off x="6414812" y="4739645"/>
              <a:ext cx="31327" cy="31327"/>
            </a:xfrm>
            <a:custGeom>
              <a:avLst/>
              <a:gdLst>
                <a:gd name="connsiteX0" fmla="*/ 16057 w 21212"/>
                <a:gd name="connsiteY0" fmla="*/ 15930 h 21212"/>
                <a:gd name="connsiteX1" fmla="*/ 16057 w 21212"/>
                <a:gd name="connsiteY1" fmla="*/ 15930 h 21212"/>
                <a:gd name="connsiteX2" fmla="*/ 16057 w 21212"/>
                <a:gd name="connsiteY2" fmla="*/ 15930 h 21212"/>
                <a:gd name="connsiteX3" fmla="*/ 16057 w 21212"/>
                <a:gd name="connsiteY3" fmla="*/ 15973 h 21212"/>
                <a:gd name="connsiteX4" fmla="*/ 16057 w 21212"/>
                <a:gd name="connsiteY4" fmla="*/ 15973 h 21212"/>
                <a:gd name="connsiteX5" fmla="*/ 15994 w 21212"/>
                <a:gd name="connsiteY5" fmla="*/ 15973 h 21212"/>
                <a:gd name="connsiteX6" fmla="*/ 15994 w 21212"/>
                <a:gd name="connsiteY6" fmla="*/ 15973 h 21212"/>
                <a:gd name="connsiteX7" fmla="*/ 15973 w 21212"/>
                <a:gd name="connsiteY7" fmla="*/ 16015 h 21212"/>
                <a:gd name="connsiteX8" fmla="*/ 15973 w 21212"/>
                <a:gd name="connsiteY8" fmla="*/ 16015 h 21212"/>
                <a:gd name="connsiteX9" fmla="*/ 15930 w 21212"/>
                <a:gd name="connsiteY9" fmla="*/ 15973 h 21212"/>
                <a:gd name="connsiteX10" fmla="*/ 15930 w 21212"/>
                <a:gd name="connsiteY10" fmla="*/ 15973 h 21212"/>
                <a:gd name="connsiteX11" fmla="*/ 15930 w 21212"/>
                <a:gd name="connsiteY11" fmla="*/ 15973 h 21212"/>
                <a:gd name="connsiteX12" fmla="*/ 15930 w 21212"/>
                <a:gd name="connsiteY12" fmla="*/ 15930 h 21212"/>
                <a:gd name="connsiteX13" fmla="*/ 15930 w 21212"/>
                <a:gd name="connsiteY13" fmla="*/ 15930 h 21212"/>
                <a:gd name="connsiteX14" fmla="*/ 15973 w 21212"/>
                <a:gd name="connsiteY14" fmla="*/ 15930 h 21212"/>
                <a:gd name="connsiteX15" fmla="*/ 15994 w 21212"/>
                <a:gd name="connsiteY15" fmla="*/ 15930 h 21212"/>
                <a:gd name="connsiteX16" fmla="*/ 15994 w 21212"/>
                <a:gd name="connsiteY16" fmla="*/ 15930 h 21212"/>
                <a:gd name="connsiteX17" fmla="*/ 15973 w 21212"/>
                <a:gd name="connsiteY17" fmla="*/ 15930 h 21212"/>
                <a:gd name="connsiteX18" fmla="*/ 15973 w 21212"/>
                <a:gd name="connsiteY18" fmla="*/ 15930 h 21212"/>
                <a:gd name="connsiteX19" fmla="*/ 15973 w 21212"/>
                <a:gd name="connsiteY19" fmla="*/ 15909 h 21212"/>
                <a:gd name="connsiteX20" fmla="*/ 15930 w 21212"/>
                <a:gd name="connsiteY20" fmla="*/ 15930 h 21212"/>
                <a:gd name="connsiteX21" fmla="*/ 15909 w 21212"/>
                <a:gd name="connsiteY21" fmla="*/ 15930 h 21212"/>
                <a:gd name="connsiteX22" fmla="*/ 15909 w 21212"/>
                <a:gd name="connsiteY22" fmla="*/ 15930 h 21212"/>
                <a:gd name="connsiteX23" fmla="*/ 15909 w 21212"/>
                <a:gd name="connsiteY23" fmla="*/ 15930 h 21212"/>
                <a:gd name="connsiteX24" fmla="*/ 15909 w 21212"/>
                <a:gd name="connsiteY24" fmla="*/ 15930 h 21212"/>
                <a:gd name="connsiteX25" fmla="*/ 15909 w 21212"/>
                <a:gd name="connsiteY25" fmla="*/ 15930 h 21212"/>
                <a:gd name="connsiteX26" fmla="*/ 15909 w 21212"/>
                <a:gd name="connsiteY26" fmla="*/ 15930 h 21212"/>
                <a:gd name="connsiteX27" fmla="*/ 15909 w 21212"/>
                <a:gd name="connsiteY27" fmla="*/ 15930 h 21212"/>
                <a:gd name="connsiteX28" fmla="*/ 15909 w 21212"/>
                <a:gd name="connsiteY28" fmla="*/ 15909 h 21212"/>
                <a:gd name="connsiteX29" fmla="*/ 15930 w 21212"/>
                <a:gd name="connsiteY29" fmla="*/ 15909 h 21212"/>
                <a:gd name="connsiteX30" fmla="*/ 15973 w 21212"/>
                <a:gd name="connsiteY30" fmla="*/ 15909 h 21212"/>
                <a:gd name="connsiteX31" fmla="*/ 15994 w 21212"/>
                <a:gd name="connsiteY31" fmla="*/ 15909 h 21212"/>
                <a:gd name="connsiteX32" fmla="*/ 15994 w 21212"/>
                <a:gd name="connsiteY32" fmla="*/ 15909 h 21212"/>
                <a:gd name="connsiteX33" fmla="*/ 16057 w 21212"/>
                <a:gd name="connsiteY33" fmla="*/ 15930 h 21212"/>
                <a:gd name="connsiteX34" fmla="*/ 16057 w 21212"/>
                <a:gd name="connsiteY34" fmla="*/ 15930 h 21212"/>
                <a:gd name="connsiteX35" fmla="*/ 16057 w 21212"/>
                <a:gd name="connsiteY35" fmla="*/ 15930 h 21212"/>
                <a:gd name="connsiteX36" fmla="*/ 15994 w 21212"/>
                <a:gd name="connsiteY36" fmla="*/ 15930 h 21212"/>
                <a:gd name="connsiteX37" fmla="*/ 15994 w 21212"/>
                <a:gd name="connsiteY37" fmla="*/ 15930 h 21212"/>
                <a:gd name="connsiteX38" fmla="*/ 15994 w 21212"/>
                <a:gd name="connsiteY38" fmla="*/ 15930 h 21212"/>
                <a:gd name="connsiteX39" fmla="*/ 15973 w 21212"/>
                <a:gd name="connsiteY39" fmla="*/ 15973 h 21212"/>
                <a:gd name="connsiteX40" fmla="*/ 15930 w 21212"/>
                <a:gd name="connsiteY40" fmla="*/ 15973 h 21212"/>
                <a:gd name="connsiteX41" fmla="*/ 15973 w 21212"/>
                <a:gd name="connsiteY41" fmla="*/ 15973 h 21212"/>
                <a:gd name="connsiteX42" fmla="*/ 15994 w 21212"/>
                <a:gd name="connsiteY42" fmla="*/ 15973 h 21212"/>
                <a:gd name="connsiteX43" fmla="*/ 15994 w 21212"/>
                <a:gd name="connsiteY43" fmla="*/ 15973 h 21212"/>
                <a:gd name="connsiteX44" fmla="*/ 15994 w 21212"/>
                <a:gd name="connsiteY44" fmla="*/ 15973 h 21212"/>
                <a:gd name="connsiteX45" fmla="*/ 15994 w 21212"/>
                <a:gd name="connsiteY45" fmla="*/ 15973 h 21212"/>
                <a:gd name="connsiteX46" fmla="*/ 16057 w 21212"/>
                <a:gd name="connsiteY46" fmla="*/ 15930 h 21212"/>
                <a:gd name="connsiteX47" fmla="*/ 16057 w 21212"/>
                <a:gd name="connsiteY47" fmla="*/ 15930 h 21212"/>
                <a:gd name="connsiteX48" fmla="*/ 16057 w 21212"/>
                <a:gd name="connsiteY48" fmla="*/ 15930 h 21212"/>
                <a:gd name="connsiteX49" fmla="*/ 15994 w 21212"/>
                <a:gd name="connsiteY4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057" y="15930"/>
                  </a:moveTo>
                  <a:lnTo>
                    <a:pt x="16057" y="15930"/>
                  </a:lnTo>
                  <a:lnTo>
                    <a:pt x="16057" y="15930"/>
                  </a:lnTo>
                  <a:cubicBezTo>
                    <a:pt x="16057" y="15973"/>
                    <a:pt x="16057" y="15973"/>
                    <a:pt x="16057" y="15973"/>
                  </a:cubicBezTo>
                  <a:lnTo>
                    <a:pt x="16057" y="15973"/>
                  </a:lnTo>
                  <a:cubicBezTo>
                    <a:pt x="16057" y="15973"/>
                    <a:pt x="16057" y="15973"/>
                    <a:pt x="15994" y="15973"/>
                  </a:cubicBezTo>
                  <a:lnTo>
                    <a:pt x="15994" y="15973"/>
                  </a:lnTo>
                  <a:cubicBezTo>
                    <a:pt x="15994" y="16015"/>
                    <a:pt x="15973" y="16015"/>
                    <a:pt x="15973" y="16015"/>
                  </a:cubicBezTo>
                  <a:lnTo>
                    <a:pt x="15973" y="16015"/>
                  </a:lnTo>
                  <a:lnTo>
                    <a:pt x="15930" y="15973"/>
                  </a:lnTo>
                  <a:lnTo>
                    <a:pt x="15930" y="15973"/>
                  </a:lnTo>
                  <a:cubicBezTo>
                    <a:pt x="15930" y="15973"/>
                    <a:pt x="15909" y="15973"/>
                    <a:pt x="15930" y="15973"/>
                  </a:cubicBezTo>
                  <a:cubicBezTo>
                    <a:pt x="15930" y="15973"/>
                    <a:pt x="15930" y="15973"/>
                    <a:pt x="15930" y="15930"/>
                  </a:cubicBezTo>
                  <a:lnTo>
                    <a:pt x="15930" y="15930"/>
                  </a:lnTo>
                  <a:cubicBezTo>
                    <a:pt x="15973" y="15930"/>
                    <a:pt x="15973" y="15930"/>
                    <a:pt x="15973" y="15930"/>
                  </a:cubicBezTo>
                  <a:cubicBezTo>
                    <a:pt x="15973" y="15930"/>
                    <a:pt x="15973" y="15930"/>
                    <a:pt x="15994" y="15930"/>
                  </a:cubicBezTo>
                  <a:lnTo>
                    <a:pt x="15994" y="15930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73" y="15909"/>
                    <a:pt x="15973" y="15909"/>
                    <a:pt x="15973" y="15909"/>
                  </a:cubicBezTo>
                  <a:cubicBezTo>
                    <a:pt x="15973" y="15909"/>
                    <a:pt x="15930" y="15909"/>
                    <a:pt x="15930" y="15930"/>
                  </a:cubicBezTo>
                  <a:cubicBezTo>
                    <a:pt x="15930" y="15909"/>
                    <a:pt x="15930" y="15930"/>
                    <a:pt x="15909" y="15930"/>
                  </a:cubicBez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cubicBezTo>
                    <a:pt x="15909" y="15930"/>
                    <a:pt x="15909" y="15930"/>
                    <a:pt x="15909" y="15909"/>
                  </a:cubicBezTo>
                  <a:lnTo>
                    <a:pt x="15930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close/>
                  <a:moveTo>
                    <a:pt x="15994" y="15930"/>
                  </a:moveTo>
                  <a:lnTo>
                    <a:pt x="15994" y="15930"/>
                  </a:lnTo>
                  <a:cubicBezTo>
                    <a:pt x="15973" y="15930"/>
                    <a:pt x="15973" y="15930"/>
                    <a:pt x="15994" y="15930"/>
                  </a:cubicBezTo>
                  <a:cubicBezTo>
                    <a:pt x="15973" y="15930"/>
                    <a:pt x="15973" y="15930"/>
                    <a:pt x="15973" y="15973"/>
                  </a:cubicBezTo>
                  <a:cubicBezTo>
                    <a:pt x="15930" y="15973"/>
                    <a:pt x="15930" y="15973"/>
                    <a:pt x="15930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73"/>
                    <a:pt x="15973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cubicBezTo>
                    <a:pt x="15994" y="15973"/>
                    <a:pt x="16057" y="15973"/>
                    <a:pt x="16057" y="15930"/>
                  </a:cubicBezTo>
                  <a:lnTo>
                    <a:pt x="16057" y="15930"/>
                  </a:lnTo>
                  <a:lnTo>
                    <a:pt x="16057" y="15930"/>
                  </a:lnTo>
                  <a:lnTo>
                    <a:pt x="15994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A2FED2D2-0C6B-4E41-8BFE-7ECCF3579924}"/>
                </a:ext>
              </a:extLst>
            </p:cNvPr>
            <p:cNvSpPr/>
            <p:nvPr/>
          </p:nvSpPr>
          <p:spPr>
            <a:xfrm>
              <a:off x="6414905" y="4739301"/>
              <a:ext cx="31327" cy="31327"/>
            </a:xfrm>
            <a:custGeom>
              <a:avLst/>
              <a:gdLst>
                <a:gd name="connsiteX0" fmla="*/ 16248 w 21212"/>
                <a:gd name="connsiteY0" fmla="*/ 16142 h 21212"/>
                <a:gd name="connsiteX1" fmla="*/ 16206 w 21212"/>
                <a:gd name="connsiteY1" fmla="*/ 16142 h 21212"/>
                <a:gd name="connsiteX2" fmla="*/ 16121 w 21212"/>
                <a:gd name="connsiteY2" fmla="*/ 16100 h 21212"/>
                <a:gd name="connsiteX3" fmla="*/ 16121 w 21212"/>
                <a:gd name="connsiteY3" fmla="*/ 16079 h 21212"/>
                <a:gd name="connsiteX4" fmla="*/ 16036 w 21212"/>
                <a:gd name="connsiteY4" fmla="*/ 16079 h 21212"/>
                <a:gd name="connsiteX5" fmla="*/ 15994 w 21212"/>
                <a:gd name="connsiteY5" fmla="*/ 16100 h 21212"/>
                <a:gd name="connsiteX6" fmla="*/ 15994 w 21212"/>
                <a:gd name="connsiteY6" fmla="*/ 16100 h 21212"/>
                <a:gd name="connsiteX7" fmla="*/ 15994 w 21212"/>
                <a:gd name="connsiteY7" fmla="*/ 16100 h 21212"/>
                <a:gd name="connsiteX8" fmla="*/ 15994 w 21212"/>
                <a:gd name="connsiteY8" fmla="*/ 16142 h 21212"/>
                <a:gd name="connsiteX9" fmla="*/ 16121 w 21212"/>
                <a:gd name="connsiteY9" fmla="*/ 16142 h 21212"/>
                <a:gd name="connsiteX10" fmla="*/ 16121 w 21212"/>
                <a:gd name="connsiteY10" fmla="*/ 16163 h 21212"/>
                <a:gd name="connsiteX11" fmla="*/ 15909 w 21212"/>
                <a:gd name="connsiteY11" fmla="*/ 16142 h 21212"/>
                <a:gd name="connsiteX12" fmla="*/ 15973 w 21212"/>
                <a:gd name="connsiteY12" fmla="*/ 16142 h 21212"/>
                <a:gd name="connsiteX13" fmla="*/ 15973 w 21212"/>
                <a:gd name="connsiteY13" fmla="*/ 16142 h 21212"/>
                <a:gd name="connsiteX14" fmla="*/ 15973 w 21212"/>
                <a:gd name="connsiteY14" fmla="*/ 16142 h 21212"/>
                <a:gd name="connsiteX15" fmla="*/ 15973 w 21212"/>
                <a:gd name="connsiteY15" fmla="*/ 16100 h 21212"/>
                <a:gd name="connsiteX16" fmla="*/ 15973 w 21212"/>
                <a:gd name="connsiteY16" fmla="*/ 16100 h 21212"/>
                <a:gd name="connsiteX17" fmla="*/ 15973 w 21212"/>
                <a:gd name="connsiteY17" fmla="*/ 16100 h 21212"/>
                <a:gd name="connsiteX18" fmla="*/ 15994 w 21212"/>
                <a:gd name="connsiteY18" fmla="*/ 16079 h 21212"/>
                <a:gd name="connsiteX19" fmla="*/ 16036 w 21212"/>
                <a:gd name="connsiteY19" fmla="*/ 16079 h 21212"/>
                <a:gd name="connsiteX20" fmla="*/ 16121 w 21212"/>
                <a:gd name="connsiteY20" fmla="*/ 16079 h 21212"/>
                <a:gd name="connsiteX21" fmla="*/ 16121 w 21212"/>
                <a:gd name="connsiteY21" fmla="*/ 16079 h 21212"/>
                <a:gd name="connsiteX22" fmla="*/ 16121 w 21212"/>
                <a:gd name="connsiteY22" fmla="*/ 16079 h 21212"/>
                <a:gd name="connsiteX23" fmla="*/ 16185 w 21212"/>
                <a:gd name="connsiteY23" fmla="*/ 15973 h 21212"/>
                <a:gd name="connsiteX24" fmla="*/ 16185 w 21212"/>
                <a:gd name="connsiteY24" fmla="*/ 15909 h 21212"/>
                <a:gd name="connsiteX25" fmla="*/ 16206 w 21212"/>
                <a:gd name="connsiteY25" fmla="*/ 15909 h 21212"/>
                <a:gd name="connsiteX26" fmla="*/ 16206 w 21212"/>
                <a:gd name="connsiteY26" fmla="*/ 15909 h 21212"/>
                <a:gd name="connsiteX27" fmla="*/ 16248 w 21212"/>
                <a:gd name="connsiteY27" fmla="*/ 15909 h 21212"/>
                <a:gd name="connsiteX28" fmla="*/ 16354 w 21212"/>
                <a:gd name="connsiteY28" fmla="*/ 16079 h 21212"/>
                <a:gd name="connsiteX29" fmla="*/ 16333 w 21212"/>
                <a:gd name="connsiteY29" fmla="*/ 16079 h 21212"/>
                <a:gd name="connsiteX30" fmla="*/ 16248 w 21212"/>
                <a:gd name="connsiteY30" fmla="*/ 15973 h 21212"/>
                <a:gd name="connsiteX31" fmla="*/ 16206 w 21212"/>
                <a:gd name="connsiteY31" fmla="*/ 15973 h 21212"/>
                <a:gd name="connsiteX32" fmla="*/ 16206 w 21212"/>
                <a:gd name="connsiteY32" fmla="*/ 15909 h 21212"/>
                <a:gd name="connsiteX33" fmla="*/ 16185 w 21212"/>
                <a:gd name="connsiteY33" fmla="*/ 15973 h 21212"/>
                <a:gd name="connsiteX34" fmla="*/ 16185 w 21212"/>
                <a:gd name="connsiteY34" fmla="*/ 15973 h 21212"/>
                <a:gd name="connsiteX35" fmla="*/ 16185 w 21212"/>
                <a:gd name="connsiteY35" fmla="*/ 16079 h 21212"/>
                <a:gd name="connsiteX36" fmla="*/ 16121 w 21212"/>
                <a:gd name="connsiteY36" fmla="*/ 16079 h 21212"/>
                <a:gd name="connsiteX37" fmla="*/ 16248 w 21212"/>
                <a:gd name="connsiteY37" fmla="*/ 1614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48" y="16142"/>
                  </a:moveTo>
                  <a:lnTo>
                    <a:pt x="16206" y="16142"/>
                  </a:lnTo>
                  <a:lnTo>
                    <a:pt x="16121" y="16100"/>
                  </a:lnTo>
                  <a:cubicBezTo>
                    <a:pt x="16121" y="16100"/>
                    <a:pt x="16121" y="16100"/>
                    <a:pt x="16121" y="16079"/>
                  </a:cubicBezTo>
                  <a:lnTo>
                    <a:pt x="16036" y="16079"/>
                  </a:lnTo>
                  <a:cubicBezTo>
                    <a:pt x="16036" y="16100"/>
                    <a:pt x="16036" y="16100"/>
                    <a:pt x="15994" y="16100"/>
                  </a:cubicBezTo>
                  <a:lnTo>
                    <a:pt x="15994" y="16100"/>
                  </a:lnTo>
                  <a:lnTo>
                    <a:pt x="15994" y="16100"/>
                  </a:lnTo>
                  <a:cubicBezTo>
                    <a:pt x="15994" y="16142"/>
                    <a:pt x="15994" y="16142"/>
                    <a:pt x="15994" y="16142"/>
                  </a:cubicBezTo>
                  <a:lnTo>
                    <a:pt x="16121" y="16142"/>
                  </a:lnTo>
                  <a:lnTo>
                    <a:pt x="16121" y="16163"/>
                  </a:lnTo>
                  <a:lnTo>
                    <a:pt x="15909" y="16142"/>
                  </a:lnTo>
                  <a:lnTo>
                    <a:pt x="15973" y="16142"/>
                  </a:lnTo>
                  <a:lnTo>
                    <a:pt x="15973" y="16142"/>
                  </a:lnTo>
                  <a:lnTo>
                    <a:pt x="15973" y="16142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94" y="16079"/>
                  </a:lnTo>
                  <a:cubicBezTo>
                    <a:pt x="15994" y="16079"/>
                    <a:pt x="15994" y="16079"/>
                    <a:pt x="16036" y="16079"/>
                  </a:cubicBezTo>
                  <a:lnTo>
                    <a:pt x="16121" y="16079"/>
                  </a:lnTo>
                  <a:lnTo>
                    <a:pt x="16121" y="16079"/>
                  </a:lnTo>
                  <a:lnTo>
                    <a:pt x="16121" y="16079"/>
                  </a:lnTo>
                  <a:cubicBezTo>
                    <a:pt x="16121" y="15973"/>
                    <a:pt x="16121" y="15973"/>
                    <a:pt x="16185" y="15973"/>
                  </a:cubicBezTo>
                  <a:cubicBezTo>
                    <a:pt x="16185" y="15909"/>
                    <a:pt x="16185" y="15909"/>
                    <a:pt x="16185" y="15909"/>
                  </a:cubicBezTo>
                  <a:lnTo>
                    <a:pt x="16206" y="15909"/>
                  </a:lnTo>
                  <a:lnTo>
                    <a:pt x="16206" y="15909"/>
                  </a:lnTo>
                  <a:cubicBezTo>
                    <a:pt x="16248" y="15909"/>
                    <a:pt x="16248" y="15909"/>
                    <a:pt x="16248" y="15909"/>
                  </a:cubicBezTo>
                  <a:lnTo>
                    <a:pt x="16354" y="16079"/>
                  </a:lnTo>
                  <a:lnTo>
                    <a:pt x="16333" y="16079"/>
                  </a:lnTo>
                  <a:lnTo>
                    <a:pt x="16248" y="15973"/>
                  </a:lnTo>
                  <a:lnTo>
                    <a:pt x="16206" y="15973"/>
                  </a:lnTo>
                  <a:cubicBezTo>
                    <a:pt x="16206" y="15909"/>
                    <a:pt x="16206" y="15909"/>
                    <a:pt x="16206" y="15909"/>
                  </a:cubicBezTo>
                  <a:cubicBezTo>
                    <a:pt x="16206" y="15973"/>
                    <a:pt x="16185" y="15973"/>
                    <a:pt x="16185" y="15973"/>
                  </a:cubicBezTo>
                  <a:lnTo>
                    <a:pt x="16185" y="15973"/>
                  </a:lnTo>
                  <a:cubicBezTo>
                    <a:pt x="16185" y="16079"/>
                    <a:pt x="16185" y="16079"/>
                    <a:pt x="16185" y="16079"/>
                  </a:cubicBezTo>
                  <a:cubicBezTo>
                    <a:pt x="16121" y="16079"/>
                    <a:pt x="16121" y="16079"/>
                    <a:pt x="16121" y="16079"/>
                  </a:cubicBezTo>
                  <a:lnTo>
                    <a:pt x="16248" y="16142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BE4F9FFB-D0C5-48AC-82B2-49B05274F503}"/>
                </a:ext>
              </a:extLst>
            </p:cNvPr>
            <p:cNvSpPr/>
            <p:nvPr/>
          </p:nvSpPr>
          <p:spPr>
            <a:xfrm>
              <a:off x="6415469" y="4739143"/>
              <a:ext cx="31327" cy="31327"/>
            </a:xfrm>
            <a:custGeom>
              <a:avLst/>
              <a:gdLst>
                <a:gd name="connsiteX0" fmla="*/ 16185 w 21212"/>
                <a:gd name="connsiteY0" fmla="*/ 15994 h 21212"/>
                <a:gd name="connsiteX1" fmla="*/ 16121 w 21212"/>
                <a:gd name="connsiteY1" fmla="*/ 15994 h 21212"/>
                <a:gd name="connsiteX2" fmla="*/ 16058 w 21212"/>
                <a:gd name="connsiteY2" fmla="*/ 15909 h 21212"/>
                <a:gd name="connsiteX3" fmla="*/ 16058 w 21212"/>
                <a:gd name="connsiteY3" fmla="*/ 15909 h 21212"/>
                <a:gd name="connsiteX4" fmla="*/ 16227 w 21212"/>
                <a:gd name="connsiteY4" fmla="*/ 15994 h 21212"/>
                <a:gd name="connsiteX5" fmla="*/ 16185 w 21212"/>
                <a:gd name="connsiteY5" fmla="*/ 15994 h 21212"/>
                <a:gd name="connsiteX6" fmla="*/ 15909 w 21212"/>
                <a:gd name="connsiteY6" fmla="*/ 15994 h 21212"/>
                <a:gd name="connsiteX7" fmla="*/ 15951 w 21212"/>
                <a:gd name="connsiteY7" fmla="*/ 15994 h 21212"/>
                <a:gd name="connsiteX8" fmla="*/ 16058 w 21212"/>
                <a:gd name="connsiteY8" fmla="*/ 15994 h 21212"/>
                <a:gd name="connsiteX9" fmla="*/ 16185 w 21212"/>
                <a:gd name="connsiteY9" fmla="*/ 15994 h 21212"/>
                <a:gd name="connsiteX10" fmla="*/ 16185 w 21212"/>
                <a:gd name="connsiteY10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85" y="15994"/>
                  </a:moveTo>
                  <a:cubicBezTo>
                    <a:pt x="16121" y="15994"/>
                    <a:pt x="16121" y="15994"/>
                    <a:pt x="16121" y="15994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227" y="15994"/>
                  </a:lnTo>
                  <a:lnTo>
                    <a:pt x="16185" y="15994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6058" y="15994"/>
                  </a:lnTo>
                  <a:cubicBezTo>
                    <a:pt x="16121" y="15994"/>
                    <a:pt x="16121" y="15994"/>
                    <a:pt x="16185" y="15994"/>
                  </a:cubicBezTo>
                  <a:lnTo>
                    <a:pt x="16185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0836737E-EC0E-4A98-8B5F-644BFFDDFCD7}"/>
                </a:ext>
              </a:extLst>
            </p:cNvPr>
            <p:cNvSpPr/>
            <p:nvPr/>
          </p:nvSpPr>
          <p:spPr>
            <a:xfrm>
              <a:off x="6415877" y="4738987"/>
              <a:ext cx="31327" cy="31327"/>
            </a:xfrm>
            <a:custGeom>
              <a:avLst/>
              <a:gdLst>
                <a:gd name="connsiteX0" fmla="*/ 16079 w 21212"/>
                <a:gd name="connsiteY0" fmla="*/ 16015 h 21212"/>
                <a:gd name="connsiteX1" fmla="*/ 16079 w 21212"/>
                <a:gd name="connsiteY1" fmla="*/ 16015 h 21212"/>
                <a:gd name="connsiteX2" fmla="*/ 16100 w 21212"/>
                <a:gd name="connsiteY2" fmla="*/ 15930 h 21212"/>
                <a:gd name="connsiteX3" fmla="*/ 16164 w 21212"/>
                <a:gd name="connsiteY3" fmla="*/ 15930 h 21212"/>
                <a:gd name="connsiteX4" fmla="*/ 16164 w 21212"/>
                <a:gd name="connsiteY4" fmla="*/ 16015 h 21212"/>
                <a:gd name="connsiteX5" fmla="*/ 16079 w 21212"/>
                <a:gd name="connsiteY5" fmla="*/ 16015 h 21212"/>
                <a:gd name="connsiteX6" fmla="*/ 16079 w 21212"/>
                <a:gd name="connsiteY6" fmla="*/ 16015 h 21212"/>
                <a:gd name="connsiteX7" fmla="*/ 16015 w 21212"/>
                <a:gd name="connsiteY7" fmla="*/ 16015 h 21212"/>
                <a:gd name="connsiteX8" fmla="*/ 15994 w 21212"/>
                <a:gd name="connsiteY8" fmla="*/ 16015 h 21212"/>
                <a:gd name="connsiteX9" fmla="*/ 15951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6015 h 21212"/>
                <a:gd name="connsiteX12" fmla="*/ 15909 w 21212"/>
                <a:gd name="connsiteY12" fmla="*/ 15930 h 21212"/>
                <a:gd name="connsiteX13" fmla="*/ 15951 w 21212"/>
                <a:gd name="connsiteY13" fmla="*/ 15930 h 21212"/>
                <a:gd name="connsiteX14" fmla="*/ 15951 w 21212"/>
                <a:gd name="connsiteY14" fmla="*/ 15909 h 21212"/>
                <a:gd name="connsiteX15" fmla="*/ 15994 w 21212"/>
                <a:gd name="connsiteY15" fmla="*/ 15909 h 21212"/>
                <a:gd name="connsiteX16" fmla="*/ 16015 w 21212"/>
                <a:gd name="connsiteY16" fmla="*/ 15909 h 21212"/>
                <a:gd name="connsiteX17" fmla="*/ 16079 w 21212"/>
                <a:gd name="connsiteY17" fmla="*/ 15930 h 21212"/>
                <a:gd name="connsiteX18" fmla="*/ 16079 w 21212"/>
                <a:gd name="connsiteY18" fmla="*/ 15930 h 21212"/>
                <a:gd name="connsiteX19" fmla="*/ 16079 w 21212"/>
                <a:gd name="connsiteY19" fmla="*/ 15930 h 21212"/>
                <a:gd name="connsiteX20" fmla="*/ 15994 w 21212"/>
                <a:gd name="connsiteY20" fmla="*/ 16015 h 21212"/>
                <a:gd name="connsiteX21" fmla="*/ 15994 w 21212"/>
                <a:gd name="connsiteY21" fmla="*/ 16015 h 21212"/>
                <a:gd name="connsiteX22" fmla="*/ 16015 w 21212"/>
                <a:gd name="connsiteY22" fmla="*/ 16015 h 21212"/>
                <a:gd name="connsiteX23" fmla="*/ 16079 w 21212"/>
                <a:gd name="connsiteY23" fmla="*/ 16015 h 21212"/>
                <a:gd name="connsiteX24" fmla="*/ 16079 w 21212"/>
                <a:gd name="connsiteY24" fmla="*/ 16015 h 21212"/>
                <a:gd name="connsiteX25" fmla="*/ 15951 w 21212"/>
                <a:gd name="connsiteY25" fmla="*/ 15930 h 21212"/>
                <a:gd name="connsiteX26" fmla="*/ 15951 w 21212"/>
                <a:gd name="connsiteY26" fmla="*/ 15930 h 21212"/>
                <a:gd name="connsiteX27" fmla="*/ 15951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6015 h 21212"/>
                <a:gd name="connsiteX30" fmla="*/ 16015 w 21212"/>
                <a:gd name="connsiteY30" fmla="*/ 15930 h 21212"/>
                <a:gd name="connsiteX31" fmla="*/ 16015 w 21212"/>
                <a:gd name="connsiteY31" fmla="*/ 15930 h 21212"/>
                <a:gd name="connsiteX32" fmla="*/ 15994 w 21212"/>
                <a:gd name="connsiteY32" fmla="*/ 15930 h 21212"/>
                <a:gd name="connsiteX33" fmla="*/ 15994 w 21212"/>
                <a:gd name="connsiteY33" fmla="*/ 15930 h 21212"/>
                <a:gd name="connsiteX34" fmla="*/ 15951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6015"/>
                  </a:moveTo>
                  <a:cubicBezTo>
                    <a:pt x="16100" y="16015"/>
                    <a:pt x="16100" y="16015"/>
                    <a:pt x="16079" y="16015"/>
                  </a:cubicBezTo>
                  <a:lnTo>
                    <a:pt x="16100" y="15930"/>
                  </a:lnTo>
                  <a:lnTo>
                    <a:pt x="16164" y="15930"/>
                  </a:lnTo>
                  <a:cubicBezTo>
                    <a:pt x="16164" y="16015"/>
                    <a:pt x="16164" y="16015"/>
                    <a:pt x="16164" y="16015"/>
                  </a:cubicBezTo>
                  <a:cubicBezTo>
                    <a:pt x="16100" y="16015"/>
                    <a:pt x="16100" y="16015"/>
                    <a:pt x="16079" y="16015"/>
                  </a:cubicBezTo>
                  <a:cubicBezTo>
                    <a:pt x="16079" y="16015"/>
                    <a:pt x="16079" y="16015"/>
                    <a:pt x="16079" y="16015"/>
                  </a:cubicBezTo>
                  <a:cubicBezTo>
                    <a:pt x="16015" y="16015"/>
                    <a:pt x="16015" y="16015"/>
                    <a:pt x="16015" y="16015"/>
                  </a:cubicBezTo>
                  <a:lnTo>
                    <a:pt x="15994" y="16015"/>
                  </a:lnTo>
                  <a:cubicBezTo>
                    <a:pt x="15951" y="16015"/>
                    <a:pt x="15951" y="16015"/>
                    <a:pt x="15951" y="16015"/>
                  </a:cubicBezTo>
                  <a:lnTo>
                    <a:pt x="15909" y="16015"/>
                  </a:lnTo>
                  <a:lnTo>
                    <a:pt x="15909" y="16015"/>
                  </a:lnTo>
                  <a:lnTo>
                    <a:pt x="15909" y="15930"/>
                  </a:lnTo>
                  <a:lnTo>
                    <a:pt x="15951" y="15930"/>
                  </a:lnTo>
                  <a:cubicBezTo>
                    <a:pt x="15951" y="15930"/>
                    <a:pt x="15951" y="15930"/>
                    <a:pt x="15951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cubicBezTo>
                    <a:pt x="16079" y="15909"/>
                    <a:pt x="16079" y="15909"/>
                    <a:pt x="16079" y="15930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6015" y="16015"/>
                  </a:lnTo>
                  <a:cubicBezTo>
                    <a:pt x="16015" y="16015"/>
                    <a:pt x="16015" y="16015"/>
                    <a:pt x="16079" y="16015"/>
                  </a:cubicBezTo>
                  <a:lnTo>
                    <a:pt x="16079" y="16015"/>
                  </a:lnTo>
                  <a:close/>
                  <a:moveTo>
                    <a:pt x="15951" y="15930"/>
                  </a:moveTo>
                  <a:lnTo>
                    <a:pt x="15951" y="15930"/>
                  </a:lnTo>
                  <a:cubicBezTo>
                    <a:pt x="15951" y="15930"/>
                    <a:pt x="15951" y="15930"/>
                    <a:pt x="15951" y="16015"/>
                  </a:cubicBezTo>
                  <a:lnTo>
                    <a:pt x="15951" y="16015"/>
                  </a:lnTo>
                  <a:lnTo>
                    <a:pt x="15951" y="16015"/>
                  </a:lnTo>
                  <a:lnTo>
                    <a:pt x="16015" y="15930"/>
                  </a:lnTo>
                  <a:lnTo>
                    <a:pt x="16015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51" y="15930"/>
                    <a:pt x="15951" y="15930"/>
                    <a:pt x="15951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11C61803-F7F9-4D3E-B6C6-C1F0C1CC0572}"/>
                </a:ext>
              </a:extLst>
            </p:cNvPr>
            <p:cNvSpPr/>
            <p:nvPr/>
          </p:nvSpPr>
          <p:spPr>
            <a:xfrm>
              <a:off x="6416002" y="4738768"/>
              <a:ext cx="31327" cy="31327"/>
            </a:xfrm>
            <a:custGeom>
              <a:avLst/>
              <a:gdLst>
                <a:gd name="connsiteX0" fmla="*/ 16121 w 21212"/>
                <a:gd name="connsiteY0" fmla="*/ 16079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6121 w 21212"/>
                <a:gd name="connsiteY3" fmla="*/ 16079 h 21212"/>
                <a:gd name="connsiteX4" fmla="*/ 16121 w 21212"/>
                <a:gd name="connsiteY4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21" y="16079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6121" y="16079"/>
                  </a:lnTo>
                  <a:lnTo>
                    <a:pt x="16121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90C8F7D-19E9-4560-B593-07016609A170}"/>
                </a:ext>
              </a:extLst>
            </p:cNvPr>
            <p:cNvSpPr/>
            <p:nvPr/>
          </p:nvSpPr>
          <p:spPr>
            <a:xfrm>
              <a:off x="6416315" y="4738643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121 w 21212"/>
                <a:gd name="connsiteY1" fmla="*/ 15951 h 21212"/>
                <a:gd name="connsiteX2" fmla="*/ 16142 w 21212"/>
                <a:gd name="connsiteY2" fmla="*/ 15951 h 21212"/>
                <a:gd name="connsiteX3" fmla="*/ 16142 w 21212"/>
                <a:gd name="connsiteY3" fmla="*/ 15951 h 21212"/>
                <a:gd name="connsiteX4" fmla="*/ 16142 w 21212"/>
                <a:gd name="connsiteY4" fmla="*/ 16015 h 21212"/>
                <a:gd name="connsiteX5" fmla="*/ 16121 w 21212"/>
                <a:gd name="connsiteY5" fmla="*/ 16015 h 21212"/>
                <a:gd name="connsiteX6" fmla="*/ 16121 w 21212"/>
                <a:gd name="connsiteY6" fmla="*/ 16015 h 21212"/>
                <a:gd name="connsiteX7" fmla="*/ 16079 w 21212"/>
                <a:gd name="connsiteY7" fmla="*/ 16015 h 21212"/>
                <a:gd name="connsiteX8" fmla="*/ 16036 w 21212"/>
                <a:gd name="connsiteY8" fmla="*/ 16079 h 21212"/>
                <a:gd name="connsiteX9" fmla="*/ 16036 w 21212"/>
                <a:gd name="connsiteY9" fmla="*/ 16079 h 21212"/>
                <a:gd name="connsiteX10" fmla="*/ 16142 w 21212"/>
                <a:gd name="connsiteY10" fmla="*/ 16121 h 21212"/>
                <a:gd name="connsiteX11" fmla="*/ 16121 w 21212"/>
                <a:gd name="connsiteY11" fmla="*/ 16121 h 21212"/>
                <a:gd name="connsiteX12" fmla="*/ 15909 w 21212"/>
                <a:gd name="connsiteY12" fmla="*/ 16015 h 21212"/>
                <a:gd name="connsiteX13" fmla="*/ 15909 w 21212"/>
                <a:gd name="connsiteY13" fmla="*/ 15951 h 21212"/>
                <a:gd name="connsiteX14" fmla="*/ 15909 w 21212"/>
                <a:gd name="connsiteY14" fmla="*/ 16015 h 21212"/>
                <a:gd name="connsiteX15" fmla="*/ 15909 w 21212"/>
                <a:gd name="connsiteY15" fmla="*/ 16015 h 21212"/>
                <a:gd name="connsiteX16" fmla="*/ 15909 w 21212"/>
                <a:gd name="connsiteY16" fmla="*/ 15951 h 21212"/>
                <a:gd name="connsiteX17" fmla="*/ 15909 w 21212"/>
                <a:gd name="connsiteY17" fmla="*/ 15951 h 21212"/>
                <a:gd name="connsiteX18" fmla="*/ 15973 w 21212"/>
                <a:gd name="connsiteY18" fmla="*/ 15951 h 21212"/>
                <a:gd name="connsiteX19" fmla="*/ 15973 w 21212"/>
                <a:gd name="connsiteY19" fmla="*/ 15951 h 21212"/>
                <a:gd name="connsiteX20" fmla="*/ 15994 w 21212"/>
                <a:gd name="connsiteY20" fmla="*/ 15909 h 21212"/>
                <a:gd name="connsiteX21" fmla="*/ 16036 w 21212"/>
                <a:gd name="connsiteY21" fmla="*/ 15909 h 21212"/>
                <a:gd name="connsiteX22" fmla="*/ 16079 w 21212"/>
                <a:gd name="connsiteY22" fmla="*/ 15909 h 21212"/>
                <a:gd name="connsiteX23" fmla="*/ 16121 w 21212"/>
                <a:gd name="connsiteY23" fmla="*/ 15909 h 21212"/>
                <a:gd name="connsiteX24" fmla="*/ 16079 w 21212"/>
                <a:gd name="connsiteY24" fmla="*/ 15951 h 21212"/>
                <a:gd name="connsiteX25" fmla="*/ 16036 w 21212"/>
                <a:gd name="connsiteY25" fmla="*/ 15951 h 21212"/>
                <a:gd name="connsiteX26" fmla="*/ 16036 w 21212"/>
                <a:gd name="connsiteY26" fmla="*/ 15951 h 21212"/>
                <a:gd name="connsiteX27" fmla="*/ 15994 w 21212"/>
                <a:gd name="connsiteY27" fmla="*/ 15951 h 21212"/>
                <a:gd name="connsiteX28" fmla="*/ 15994 w 21212"/>
                <a:gd name="connsiteY28" fmla="*/ 15951 h 21212"/>
                <a:gd name="connsiteX29" fmla="*/ 15973 w 21212"/>
                <a:gd name="connsiteY29" fmla="*/ 15951 h 21212"/>
                <a:gd name="connsiteX30" fmla="*/ 15973 w 21212"/>
                <a:gd name="connsiteY30" fmla="*/ 15951 h 21212"/>
                <a:gd name="connsiteX31" fmla="*/ 15973 w 21212"/>
                <a:gd name="connsiteY31" fmla="*/ 16015 h 21212"/>
                <a:gd name="connsiteX32" fmla="*/ 15973 w 21212"/>
                <a:gd name="connsiteY32" fmla="*/ 16015 h 21212"/>
                <a:gd name="connsiteX33" fmla="*/ 16036 w 21212"/>
                <a:gd name="connsiteY33" fmla="*/ 16015 h 21212"/>
                <a:gd name="connsiteX34" fmla="*/ 16079 w 21212"/>
                <a:gd name="connsiteY34" fmla="*/ 16015 h 21212"/>
                <a:gd name="connsiteX35" fmla="*/ 16079 w 21212"/>
                <a:gd name="connsiteY35" fmla="*/ 16015 h 21212"/>
                <a:gd name="connsiteX36" fmla="*/ 16121 w 21212"/>
                <a:gd name="connsiteY36" fmla="*/ 16015 h 21212"/>
                <a:gd name="connsiteX37" fmla="*/ 16121 w 21212"/>
                <a:gd name="connsiteY37" fmla="*/ 16015 h 21212"/>
                <a:gd name="connsiteX38" fmla="*/ 16121 w 21212"/>
                <a:gd name="connsiteY38" fmla="*/ 15951 h 21212"/>
                <a:gd name="connsiteX39" fmla="*/ 16079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lnTo>
                    <a:pt x="16121" y="15951"/>
                  </a:lnTo>
                  <a:cubicBezTo>
                    <a:pt x="16142" y="15951"/>
                    <a:pt x="16142" y="15951"/>
                    <a:pt x="16142" y="15951"/>
                  </a:cubicBezTo>
                  <a:lnTo>
                    <a:pt x="16142" y="15951"/>
                  </a:lnTo>
                  <a:cubicBezTo>
                    <a:pt x="16142" y="16015"/>
                    <a:pt x="16142" y="16015"/>
                    <a:pt x="16142" y="16015"/>
                  </a:cubicBez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121" y="16015"/>
                    <a:pt x="16121" y="16015"/>
                    <a:pt x="16079" y="16015"/>
                  </a:cubicBezTo>
                  <a:cubicBezTo>
                    <a:pt x="16079" y="16079"/>
                    <a:pt x="16079" y="16079"/>
                    <a:pt x="16036" y="16079"/>
                  </a:cubicBezTo>
                  <a:lnTo>
                    <a:pt x="16036" y="16079"/>
                  </a:lnTo>
                  <a:lnTo>
                    <a:pt x="16142" y="16121"/>
                  </a:lnTo>
                  <a:lnTo>
                    <a:pt x="16121" y="16121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73" y="15951"/>
                  </a:lnTo>
                  <a:lnTo>
                    <a:pt x="15973" y="15951"/>
                  </a:lnTo>
                  <a:cubicBezTo>
                    <a:pt x="15973" y="15909"/>
                    <a:pt x="15994" y="15909"/>
                    <a:pt x="15994" y="15909"/>
                  </a:cubicBezTo>
                  <a:lnTo>
                    <a:pt x="16036" y="15909"/>
                  </a:lnTo>
                  <a:lnTo>
                    <a:pt x="16079" y="15909"/>
                  </a:lnTo>
                  <a:lnTo>
                    <a:pt x="16121" y="15909"/>
                  </a:lnTo>
                  <a:close/>
                  <a:moveTo>
                    <a:pt x="16079" y="15951"/>
                  </a:moveTo>
                  <a:cubicBezTo>
                    <a:pt x="16079" y="15951"/>
                    <a:pt x="16079" y="15951"/>
                    <a:pt x="16036" y="15951"/>
                  </a:cubicBezTo>
                  <a:lnTo>
                    <a:pt x="16036" y="15951"/>
                  </a:lnTo>
                  <a:lnTo>
                    <a:pt x="15994" y="15951"/>
                  </a:lnTo>
                  <a:lnTo>
                    <a:pt x="15994" y="15951"/>
                  </a:ln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6036" y="16015"/>
                  </a:lnTo>
                  <a:cubicBezTo>
                    <a:pt x="16036" y="16015"/>
                    <a:pt x="16036" y="16015"/>
                    <a:pt x="16079" y="16015"/>
                  </a:cubicBezTo>
                  <a:lnTo>
                    <a:pt x="16079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121" y="15951"/>
                    <a:pt x="16121" y="15951"/>
                    <a:pt x="16121" y="15951"/>
                  </a:cubicBezTo>
                  <a:cubicBezTo>
                    <a:pt x="16121" y="15951"/>
                    <a:pt x="16121" y="15951"/>
                    <a:pt x="16079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29073E5-BFBB-4177-81AA-5DD984B28600}"/>
                </a:ext>
              </a:extLst>
            </p:cNvPr>
            <p:cNvSpPr/>
            <p:nvPr/>
          </p:nvSpPr>
          <p:spPr>
            <a:xfrm>
              <a:off x="6416628" y="4738486"/>
              <a:ext cx="31327" cy="31327"/>
            </a:xfrm>
            <a:custGeom>
              <a:avLst/>
              <a:gdLst>
                <a:gd name="connsiteX0" fmla="*/ 16057 w 21212"/>
                <a:gd name="connsiteY0" fmla="*/ 15973 h 21212"/>
                <a:gd name="connsiteX1" fmla="*/ 16057 w 21212"/>
                <a:gd name="connsiteY1" fmla="*/ 15973 h 21212"/>
                <a:gd name="connsiteX2" fmla="*/ 16057 w 21212"/>
                <a:gd name="connsiteY2" fmla="*/ 15973 h 21212"/>
                <a:gd name="connsiteX3" fmla="*/ 16142 w 21212"/>
                <a:gd name="connsiteY3" fmla="*/ 15973 h 21212"/>
                <a:gd name="connsiteX4" fmla="*/ 16057 w 21212"/>
                <a:gd name="connsiteY4" fmla="*/ 15973 h 21212"/>
                <a:gd name="connsiteX5" fmla="*/ 16079 w 21212"/>
                <a:gd name="connsiteY5" fmla="*/ 16015 h 21212"/>
                <a:gd name="connsiteX6" fmla="*/ 16057 w 21212"/>
                <a:gd name="connsiteY6" fmla="*/ 16015 h 21212"/>
                <a:gd name="connsiteX7" fmla="*/ 16015 w 21212"/>
                <a:gd name="connsiteY7" fmla="*/ 16015 h 21212"/>
                <a:gd name="connsiteX8" fmla="*/ 15994 w 21212"/>
                <a:gd name="connsiteY8" fmla="*/ 16015 h 21212"/>
                <a:gd name="connsiteX9" fmla="*/ 15930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73 h 21212"/>
                <a:gd name="connsiteX12" fmla="*/ 15909 w 21212"/>
                <a:gd name="connsiteY12" fmla="*/ 15930 h 21212"/>
                <a:gd name="connsiteX13" fmla="*/ 15930 w 21212"/>
                <a:gd name="connsiteY13" fmla="*/ 15909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6015 w 21212"/>
                <a:gd name="connsiteY16" fmla="*/ 15909 h 21212"/>
                <a:gd name="connsiteX17" fmla="*/ 16057 w 21212"/>
                <a:gd name="connsiteY17" fmla="*/ 15909 h 21212"/>
                <a:gd name="connsiteX18" fmla="*/ 16057 w 21212"/>
                <a:gd name="connsiteY18" fmla="*/ 15909 h 21212"/>
                <a:gd name="connsiteX19" fmla="*/ 16057 w 21212"/>
                <a:gd name="connsiteY19" fmla="*/ 15930 h 21212"/>
                <a:gd name="connsiteX20" fmla="*/ 15994 w 21212"/>
                <a:gd name="connsiteY20" fmla="*/ 16015 h 21212"/>
                <a:gd name="connsiteX21" fmla="*/ 15994 w 21212"/>
                <a:gd name="connsiteY21" fmla="*/ 16015 h 21212"/>
                <a:gd name="connsiteX22" fmla="*/ 16015 w 21212"/>
                <a:gd name="connsiteY22" fmla="*/ 16015 h 21212"/>
                <a:gd name="connsiteX23" fmla="*/ 16057 w 21212"/>
                <a:gd name="connsiteY23" fmla="*/ 16015 h 21212"/>
                <a:gd name="connsiteX24" fmla="*/ 16057 w 21212"/>
                <a:gd name="connsiteY24" fmla="*/ 15973 h 21212"/>
                <a:gd name="connsiteX25" fmla="*/ 15930 w 21212"/>
                <a:gd name="connsiteY25" fmla="*/ 15930 h 21212"/>
                <a:gd name="connsiteX26" fmla="*/ 15930 w 21212"/>
                <a:gd name="connsiteY26" fmla="*/ 15930 h 21212"/>
                <a:gd name="connsiteX27" fmla="*/ 15930 w 21212"/>
                <a:gd name="connsiteY27" fmla="*/ 15973 h 21212"/>
                <a:gd name="connsiteX28" fmla="*/ 15930 w 21212"/>
                <a:gd name="connsiteY28" fmla="*/ 15973 h 21212"/>
                <a:gd name="connsiteX29" fmla="*/ 15930 w 21212"/>
                <a:gd name="connsiteY29" fmla="*/ 15973 h 21212"/>
                <a:gd name="connsiteX30" fmla="*/ 16015 w 21212"/>
                <a:gd name="connsiteY30" fmla="*/ 15930 h 21212"/>
                <a:gd name="connsiteX31" fmla="*/ 16015 w 21212"/>
                <a:gd name="connsiteY31" fmla="*/ 15930 h 21212"/>
                <a:gd name="connsiteX32" fmla="*/ 15994 w 21212"/>
                <a:gd name="connsiteY32" fmla="*/ 15930 h 21212"/>
                <a:gd name="connsiteX33" fmla="*/ 15994 w 21212"/>
                <a:gd name="connsiteY33" fmla="*/ 15930 h 21212"/>
                <a:gd name="connsiteX34" fmla="*/ 15930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73"/>
                  </a:moveTo>
                  <a:cubicBezTo>
                    <a:pt x="16079" y="15973"/>
                    <a:pt x="16079" y="15973"/>
                    <a:pt x="16057" y="15973"/>
                  </a:cubicBezTo>
                  <a:lnTo>
                    <a:pt x="16057" y="15973"/>
                  </a:lnTo>
                  <a:lnTo>
                    <a:pt x="16142" y="15973"/>
                  </a:lnTo>
                  <a:cubicBezTo>
                    <a:pt x="16142" y="15973"/>
                    <a:pt x="16142" y="15973"/>
                    <a:pt x="16057" y="15973"/>
                  </a:cubicBezTo>
                  <a:cubicBezTo>
                    <a:pt x="16079" y="15973"/>
                    <a:pt x="16079" y="15973"/>
                    <a:pt x="16079" y="16015"/>
                  </a:cubicBezTo>
                  <a:cubicBezTo>
                    <a:pt x="16057" y="16015"/>
                    <a:pt x="16057" y="16015"/>
                    <a:pt x="16057" y="16015"/>
                  </a:cubicBezTo>
                  <a:lnTo>
                    <a:pt x="16015" y="16015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30" y="16015"/>
                  </a:lnTo>
                  <a:lnTo>
                    <a:pt x="15909" y="16015"/>
                  </a:lnTo>
                  <a:cubicBezTo>
                    <a:pt x="15909" y="15973"/>
                    <a:pt x="15909" y="15973"/>
                    <a:pt x="15909" y="15973"/>
                  </a:cubicBezTo>
                  <a:cubicBezTo>
                    <a:pt x="15909" y="15973"/>
                    <a:pt x="15909" y="15973"/>
                    <a:pt x="15909" y="15930"/>
                  </a:cubicBezTo>
                  <a:cubicBezTo>
                    <a:pt x="15909" y="15930"/>
                    <a:pt x="15909" y="15930"/>
                    <a:pt x="15930" y="15909"/>
                  </a:cubicBezTo>
                  <a:cubicBezTo>
                    <a:pt x="15930" y="15909"/>
                    <a:pt x="15930" y="15909"/>
                    <a:pt x="15994" y="15909"/>
                  </a:cubicBezTo>
                  <a:lnTo>
                    <a:pt x="15994" y="15909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57" y="15909"/>
                    <a:pt x="16057" y="15909"/>
                    <a:pt x="16057" y="15909"/>
                  </a:cubicBezTo>
                  <a:lnTo>
                    <a:pt x="16057" y="15909"/>
                  </a:lnTo>
                  <a:cubicBezTo>
                    <a:pt x="16057" y="15909"/>
                    <a:pt x="16057" y="15909"/>
                    <a:pt x="16057" y="15930"/>
                  </a:cubicBezTo>
                  <a:lnTo>
                    <a:pt x="15994" y="16015"/>
                  </a:lnTo>
                  <a:lnTo>
                    <a:pt x="15994" y="16015"/>
                  </a:lnTo>
                  <a:cubicBezTo>
                    <a:pt x="16015" y="16015"/>
                    <a:pt x="16015" y="16015"/>
                    <a:pt x="16015" y="16015"/>
                  </a:cubicBezTo>
                  <a:lnTo>
                    <a:pt x="16057" y="16015"/>
                  </a:lnTo>
                  <a:lnTo>
                    <a:pt x="16057" y="15973"/>
                  </a:lnTo>
                  <a:close/>
                  <a:moveTo>
                    <a:pt x="15930" y="15930"/>
                  </a:moveTo>
                  <a:lnTo>
                    <a:pt x="15930" y="15930"/>
                  </a:lnTo>
                  <a:cubicBezTo>
                    <a:pt x="15930" y="15973"/>
                    <a:pt x="15930" y="15973"/>
                    <a:pt x="15930" y="15973"/>
                  </a:cubicBezTo>
                  <a:lnTo>
                    <a:pt x="15930" y="15973"/>
                  </a:lnTo>
                  <a:lnTo>
                    <a:pt x="15930" y="15973"/>
                  </a:lnTo>
                  <a:lnTo>
                    <a:pt x="16015" y="15930"/>
                  </a:lnTo>
                  <a:lnTo>
                    <a:pt x="16015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3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4FC92096-BBD4-4122-8863-CD8293EB3AC6}"/>
                </a:ext>
              </a:extLst>
            </p:cNvPr>
            <p:cNvSpPr/>
            <p:nvPr/>
          </p:nvSpPr>
          <p:spPr>
            <a:xfrm>
              <a:off x="6416754" y="4738330"/>
              <a:ext cx="31327" cy="31327"/>
            </a:xfrm>
            <a:custGeom>
              <a:avLst/>
              <a:gdLst>
                <a:gd name="connsiteX0" fmla="*/ 16142 w 21212"/>
                <a:gd name="connsiteY0" fmla="*/ 16036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6185 w 21212"/>
                <a:gd name="connsiteY3" fmla="*/ 16015 h 21212"/>
                <a:gd name="connsiteX4" fmla="*/ 16142 w 21212"/>
                <a:gd name="connsiteY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42" y="16036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6185" y="16015"/>
                  </a:lnTo>
                  <a:lnTo>
                    <a:pt x="16142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B246FF63-3DDB-485A-AE79-90131314BA81}"/>
                </a:ext>
              </a:extLst>
            </p:cNvPr>
            <p:cNvSpPr/>
            <p:nvPr/>
          </p:nvSpPr>
          <p:spPr>
            <a:xfrm>
              <a:off x="6416848" y="4738299"/>
              <a:ext cx="31327" cy="31327"/>
            </a:xfrm>
            <a:custGeom>
              <a:avLst/>
              <a:gdLst>
                <a:gd name="connsiteX0" fmla="*/ 16164 w 21212"/>
                <a:gd name="connsiteY0" fmla="*/ 16036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6206 w 21212"/>
                <a:gd name="connsiteY3" fmla="*/ 16015 h 21212"/>
                <a:gd name="connsiteX4" fmla="*/ 16164 w 21212"/>
                <a:gd name="connsiteY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036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6206" y="16015"/>
                  </a:lnTo>
                  <a:lnTo>
                    <a:pt x="16164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8DB2F9E-6A35-45C8-A0E7-473D5FEF4A8C}"/>
                </a:ext>
              </a:extLst>
            </p:cNvPr>
            <p:cNvSpPr/>
            <p:nvPr/>
          </p:nvSpPr>
          <p:spPr>
            <a:xfrm>
              <a:off x="6417161" y="4738142"/>
              <a:ext cx="31327" cy="31327"/>
            </a:xfrm>
            <a:custGeom>
              <a:avLst/>
              <a:gdLst>
                <a:gd name="connsiteX0" fmla="*/ 16100 w 21212"/>
                <a:gd name="connsiteY0" fmla="*/ 16015 h 21212"/>
                <a:gd name="connsiteX1" fmla="*/ 16100 w 21212"/>
                <a:gd name="connsiteY1" fmla="*/ 16015 h 21212"/>
                <a:gd name="connsiteX2" fmla="*/ 16164 w 21212"/>
                <a:gd name="connsiteY2" fmla="*/ 15973 h 21212"/>
                <a:gd name="connsiteX3" fmla="*/ 16164 w 21212"/>
                <a:gd name="connsiteY3" fmla="*/ 16015 h 21212"/>
                <a:gd name="connsiteX4" fmla="*/ 16164 w 21212"/>
                <a:gd name="connsiteY4" fmla="*/ 16015 h 21212"/>
                <a:gd name="connsiteX5" fmla="*/ 16100 w 21212"/>
                <a:gd name="connsiteY5" fmla="*/ 16015 h 21212"/>
                <a:gd name="connsiteX6" fmla="*/ 16100 w 21212"/>
                <a:gd name="connsiteY6" fmla="*/ 16015 h 21212"/>
                <a:gd name="connsiteX7" fmla="*/ 16058 w 21212"/>
                <a:gd name="connsiteY7" fmla="*/ 16036 h 21212"/>
                <a:gd name="connsiteX8" fmla="*/ 15994 w 21212"/>
                <a:gd name="connsiteY8" fmla="*/ 16036 h 21212"/>
                <a:gd name="connsiteX9" fmla="*/ 15951 w 21212"/>
                <a:gd name="connsiteY9" fmla="*/ 16036 h 21212"/>
                <a:gd name="connsiteX10" fmla="*/ 15951 w 21212"/>
                <a:gd name="connsiteY10" fmla="*/ 16015 h 21212"/>
                <a:gd name="connsiteX11" fmla="*/ 15909 w 21212"/>
                <a:gd name="connsiteY11" fmla="*/ 16015 h 21212"/>
                <a:gd name="connsiteX12" fmla="*/ 15951 w 21212"/>
                <a:gd name="connsiteY12" fmla="*/ 15973 h 21212"/>
                <a:gd name="connsiteX13" fmla="*/ 15951 w 21212"/>
                <a:gd name="connsiteY13" fmla="*/ 15973 h 21212"/>
                <a:gd name="connsiteX14" fmla="*/ 15994 w 21212"/>
                <a:gd name="connsiteY14" fmla="*/ 15909 h 21212"/>
                <a:gd name="connsiteX15" fmla="*/ 16058 w 21212"/>
                <a:gd name="connsiteY15" fmla="*/ 15909 h 21212"/>
                <a:gd name="connsiteX16" fmla="*/ 16079 w 21212"/>
                <a:gd name="connsiteY16" fmla="*/ 15909 h 21212"/>
                <a:gd name="connsiteX17" fmla="*/ 16100 w 21212"/>
                <a:gd name="connsiteY17" fmla="*/ 15973 h 21212"/>
                <a:gd name="connsiteX18" fmla="*/ 16100 w 21212"/>
                <a:gd name="connsiteY18" fmla="*/ 15973 h 21212"/>
                <a:gd name="connsiteX19" fmla="*/ 16100 w 21212"/>
                <a:gd name="connsiteY19" fmla="*/ 15973 h 21212"/>
                <a:gd name="connsiteX20" fmla="*/ 15994 w 21212"/>
                <a:gd name="connsiteY20" fmla="*/ 16015 h 21212"/>
                <a:gd name="connsiteX21" fmla="*/ 16058 w 21212"/>
                <a:gd name="connsiteY21" fmla="*/ 16036 h 21212"/>
                <a:gd name="connsiteX22" fmla="*/ 16058 w 21212"/>
                <a:gd name="connsiteY22" fmla="*/ 16036 h 21212"/>
                <a:gd name="connsiteX23" fmla="*/ 16100 w 21212"/>
                <a:gd name="connsiteY23" fmla="*/ 16015 h 21212"/>
                <a:gd name="connsiteX24" fmla="*/ 16100 w 21212"/>
                <a:gd name="connsiteY24" fmla="*/ 16015 h 21212"/>
                <a:gd name="connsiteX25" fmla="*/ 15994 w 21212"/>
                <a:gd name="connsiteY25" fmla="*/ 15973 h 21212"/>
                <a:gd name="connsiteX26" fmla="*/ 15951 w 21212"/>
                <a:gd name="connsiteY26" fmla="*/ 15973 h 21212"/>
                <a:gd name="connsiteX27" fmla="*/ 15951 w 21212"/>
                <a:gd name="connsiteY27" fmla="*/ 16015 h 21212"/>
                <a:gd name="connsiteX28" fmla="*/ 15951 w 21212"/>
                <a:gd name="connsiteY28" fmla="*/ 16015 h 21212"/>
                <a:gd name="connsiteX29" fmla="*/ 15994 w 21212"/>
                <a:gd name="connsiteY29" fmla="*/ 16015 h 21212"/>
                <a:gd name="connsiteX30" fmla="*/ 16079 w 21212"/>
                <a:gd name="connsiteY30" fmla="*/ 15973 h 21212"/>
                <a:gd name="connsiteX31" fmla="*/ 16058 w 21212"/>
                <a:gd name="connsiteY31" fmla="*/ 15973 h 21212"/>
                <a:gd name="connsiteX32" fmla="*/ 16058 w 21212"/>
                <a:gd name="connsiteY32" fmla="*/ 15973 h 21212"/>
                <a:gd name="connsiteX33" fmla="*/ 15994 w 21212"/>
                <a:gd name="connsiteY33" fmla="*/ 15973 h 21212"/>
                <a:gd name="connsiteX34" fmla="*/ 15994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00" y="16015"/>
                  </a:moveTo>
                  <a:lnTo>
                    <a:pt x="16100" y="16015"/>
                  </a:lnTo>
                  <a:cubicBezTo>
                    <a:pt x="16100" y="16015"/>
                    <a:pt x="16164" y="16015"/>
                    <a:pt x="16164" y="15973"/>
                  </a:cubicBezTo>
                  <a:lnTo>
                    <a:pt x="16164" y="16015"/>
                  </a:lnTo>
                  <a:lnTo>
                    <a:pt x="16164" y="16015"/>
                  </a:lnTo>
                  <a:cubicBezTo>
                    <a:pt x="16164" y="16015"/>
                    <a:pt x="16164" y="16015"/>
                    <a:pt x="16100" y="16015"/>
                  </a:cubicBezTo>
                  <a:lnTo>
                    <a:pt x="16100" y="16015"/>
                  </a:lnTo>
                  <a:cubicBezTo>
                    <a:pt x="16079" y="16036"/>
                    <a:pt x="16079" y="16036"/>
                    <a:pt x="16058" y="16036"/>
                  </a:cubicBezTo>
                  <a:cubicBezTo>
                    <a:pt x="16058" y="16036"/>
                    <a:pt x="16058" y="16036"/>
                    <a:pt x="15994" y="16036"/>
                  </a:cubicBezTo>
                  <a:cubicBezTo>
                    <a:pt x="15994" y="16036"/>
                    <a:pt x="15994" y="16036"/>
                    <a:pt x="15951" y="16036"/>
                  </a:cubicBezTo>
                  <a:lnTo>
                    <a:pt x="15951" y="16015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51" y="15973"/>
                  </a:cubicBezTo>
                  <a:lnTo>
                    <a:pt x="15951" y="15973"/>
                  </a:lnTo>
                  <a:cubicBezTo>
                    <a:pt x="15994" y="15973"/>
                    <a:pt x="15994" y="15973"/>
                    <a:pt x="15994" y="15909"/>
                  </a:cubicBezTo>
                  <a:lnTo>
                    <a:pt x="16058" y="15909"/>
                  </a:lnTo>
                  <a:cubicBezTo>
                    <a:pt x="16058" y="15909"/>
                    <a:pt x="16058" y="15909"/>
                    <a:pt x="16079" y="15909"/>
                  </a:cubicBezTo>
                  <a:cubicBezTo>
                    <a:pt x="16079" y="15909"/>
                    <a:pt x="16079" y="15909"/>
                    <a:pt x="16100" y="15973"/>
                  </a:cubicBezTo>
                  <a:lnTo>
                    <a:pt x="16100" y="15973"/>
                  </a:lnTo>
                  <a:lnTo>
                    <a:pt x="16100" y="15973"/>
                  </a:lnTo>
                  <a:lnTo>
                    <a:pt x="15994" y="16015"/>
                  </a:lnTo>
                  <a:cubicBezTo>
                    <a:pt x="15994" y="16036"/>
                    <a:pt x="16058" y="16036"/>
                    <a:pt x="16058" y="16036"/>
                  </a:cubicBezTo>
                  <a:lnTo>
                    <a:pt x="16058" y="16036"/>
                  </a:lnTo>
                  <a:cubicBezTo>
                    <a:pt x="16079" y="16036"/>
                    <a:pt x="16079" y="16015"/>
                    <a:pt x="16100" y="16015"/>
                  </a:cubicBezTo>
                  <a:lnTo>
                    <a:pt x="16100" y="16015"/>
                  </a:lnTo>
                  <a:close/>
                  <a:moveTo>
                    <a:pt x="15994" y="15973"/>
                  </a:moveTo>
                  <a:lnTo>
                    <a:pt x="15951" y="15973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5994" y="16015"/>
                  </a:lnTo>
                  <a:lnTo>
                    <a:pt x="16079" y="15973"/>
                  </a:lnTo>
                  <a:cubicBezTo>
                    <a:pt x="16058" y="15973"/>
                    <a:pt x="16058" y="15973"/>
                    <a:pt x="16058" y="15973"/>
                  </a:cubicBezTo>
                  <a:lnTo>
                    <a:pt x="16058" y="15973"/>
                  </a:lnTo>
                  <a:lnTo>
                    <a:pt x="15994" y="15973"/>
                  </a:lnTo>
                  <a:lnTo>
                    <a:pt x="1599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E0FED67-108C-428C-9528-BF9178B1E058}"/>
                </a:ext>
              </a:extLst>
            </p:cNvPr>
            <p:cNvSpPr/>
            <p:nvPr/>
          </p:nvSpPr>
          <p:spPr>
            <a:xfrm>
              <a:off x="6417444" y="4738047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5994 w 21212"/>
                <a:gd name="connsiteY6" fmla="*/ 15909 h 21212"/>
                <a:gd name="connsiteX7" fmla="*/ 15994 w 21212"/>
                <a:gd name="connsiteY7" fmla="*/ 15909 h 21212"/>
                <a:gd name="connsiteX8" fmla="*/ 16057 w 21212"/>
                <a:gd name="connsiteY8" fmla="*/ 15909 h 21212"/>
                <a:gd name="connsiteX9" fmla="*/ 16142 w 21212"/>
                <a:gd name="connsiteY9" fmla="*/ 15909 h 21212"/>
                <a:gd name="connsiteX10" fmla="*/ 16206 w 21212"/>
                <a:gd name="connsiteY10" fmla="*/ 15909 h 21212"/>
                <a:gd name="connsiteX11" fmla="*/ 16142 w 21212"/>
                <a:gd name="connsiteY11" fmla="*/ 15909 h 21212"/>
                <a:gd name="connsiteX12" fmla="*/ 16057 w 21212"/>
                <a:gd name="connsiteY12" fmla="*/ 15909 h 21212"/>
                <a:gd name="connsiteX13" fmla="*/ 15994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6142 w 21212"/>
                <a:gd name="connsiteY17" fmla="*/ 15973 h 21212"/>
                <a:gd name="connsiteX18" fmla="*/ 16057 w 21212"/>
                <a:gd name="connsiteY18" fmla="*/ 16036 h 21212"/>
                <a:gd name="connsiteX19" fmla="*/ 15909 w 21212"/>
                <a:gd name="connsiteY19" fmla="*/ 15909 h 21212"/>
                <a:gd name="connsiteX20" fmla="*/ 15909 w 21212"/>
                <a:gd name="connsiteY20" fmla="*/ 15909 h 21212"/>
                <a:gd name="connsiteX21" fmla="*/ 15909 w 21212"/>
                <a:gd name="connsiteY21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94" y="15909"/>
                  </a:cubicBezTo>
                  <a:lnTo>
                    <a:pt x="15994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142" y="15909"/>
                  </a:cubicBezTo>
                  <a:lnTo>
                    <a:pt x="16206" y="15909"/>
                  </a:lnTo>
                  <a:lnTo>
                    <a:pt x="16142" y="15909"/>
                  </a:lnTo>
                  <a:lnTo>
                    <a:pt x="16057" y="15909"/>
                  </a:lnTo>
                  <a:lnTo>
                    <a:pt x="15994" y="15909"/>
                  </a:lnTo>
                  <a:cubicBezTo>
                    <a:pt x="15994" y="15909"/>
                    <a:pt x="15994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6142" y="15973"/>
                  </a:lnTo>
                  <a:lnTo>
                    <a:pt x="16057" y="16036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F263BFAF-73F9-41FB-8C7E-A123097A77FF}"/>
                </a:ext>
              </a:extLst>
            </p:cNvPr>
            <p:cNvSpPr/>
            <p:nvPr/>
          </p:nvSpPr>
          <p:spPr>
            <a:xfrm>
              <a:off x="6417631" y="4737891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85 w 21212"/>
                <a:gd name="connsiteY1" fmla="*/ 16015 h 21212"/>
                <a:gd name="connsiteX2" fmla="*/ 16185 w 21212"/>
                <a:gd name="connsiteY2" fmla="*/ 16015 h 21212"/>
                <a:gd name="connsiteX3" fmla="*/ 16121 w 21212"/>
                <a:gd name="connsiteY3" fmla="*/ 16015 h 21212"/>
                <a:gd name="connsiteX4" fmla="*/ 16121 w 21212"/>
                <a:gd name="connsiteY4" fmla="*/ 16015 h 21212"/>
                <a:gd name="connsiteX5" fmla="*/ 16079 w 21212"/>
                <a:gd name="connsiteY5" fmla="*/ 16015 h 21212"/>
                <a:gd name="connsiteX6" fmla="*/ 16079 w 21212"/>
                <a:gd name="connsiteY6" fmla="*/ 16015 h 21212"/>
                <a:gd name="connsiteX7" fmla="*/ 15994 w 21212"/>
                <a:gd name="connsiteY7" fmla="*/ 15930 h 21212"/>
                <a:gd name="connsiteX8" fmla="*/ 15994 w 21212"/>
                <a:gd name="connsiteY8" fmla="*/ 16015 h 21212"/>
                <a:gd name="connsiteX9" fmla="*/ 15909 w 21212"/>
                <a:gd name="connsiteY9" fmla="*/ 15930 h 21212"/>
                <a:gd name="connsiteX10" fmla="*/ 15994 w 21212"/>
                <a:gd name="connsiteY10" fmla="*/ 15930 h 21212"/>
                <a:gd name="connsiteX11" fmla="*/ 15909 w 21212"/>
                <a:gd name="connsiteY11" fmla="*/ 15930 h 21212"/>
                <a:gd name="connsiteX12" fmla="*/ 15994 w 21212"/>
                <a:gd name="connsiteY12" fmla="*/ 15909 h 21212"/>
                <a:gd name="connsiteX13" fmla="*/ 15994 w 21212"/>
                <a:gd name="connsiteY13" fmla="*/ 15930 h 21212"/>
                <a:gd name="connsiteX14" fmla="*/ 16058 w 21212"/>
                <a:gd name="connsiteY14" fmla="*/ 15909 h 21212"/>
                <a:gd name="connsiteX15" fmla="*/ 16058 w 21212"/>
                <a:gd name="connsiteY15" fmla="*/ 15909 h 21212"/>
                <a:gd name="connsiteX16" fmla="*/ 15994 w 21212"/>
                <a:gd name="connsiteY16" fmla="*/ 15930 h 21212"/>
                <a:gd name="connsiteX17" fmla="*/ 16079 w 21212"/>
                <a:gd name="connsiteY17" fmla="*/ 16015 h 21212"/>
                <a:gd name="connsiteX18" fmla="*/ 16121 w 21212"/>
                <a:gd name="connsiteY18" fmla="*/ 16015 h 21212"/>
                <a:gd name="connsiteX19" fmla="*/ 16121 w 21212"/>
                <a:gd name="connsiteY19" fmla="*/ 16015 h 21212"/>
                <a:gd name="connsiteX20" fmla="*/ 16121 w 21212"/>
                <a:gd name="connsiteY20" fmla="*/ 16015 h 21212"/>
                <a:gd name="connsiteX21" fmla="*/ 16185 w 21212"/>
                <a:gd name="connsiteY21" fmla="*/ 16015 h 21212"/>
                <a:gd name="connsiteX22" fmla="*/ 16185 w 21212"/>
                <a:gd name="connsiteY22" fmla="*/ 16015 h 21212"/>
                <a:gd name="connsiteX23" fmla="*/ 16185 w 21212"/>
                <a:gd name="connsiteY23" fmla="*/ 15930 h 21212"/>
                <a:gd name="connsiteX24" fmla="*/ 16185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85" y="16015"/>
                  </a:lnTo>
                  <a:lnTo>
                    <a:pt x="16185" y="16015"/>
                  </a:lnTo>
                  <a:cubicBezTo>
                    <a:pt x="16185" y="16015"/>
                    <a:pt x="16185" y="16015"/>
                    <a:pt x="16121" y="16015"/>
                  </a:cubicBezTo>
                  <a:lnTo>
                    <a:pt x="16121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5994" y="15930"/>
                  </a:lnTo>
                  <a:lnTo>
                    <a:pt x="15994" y="16015"/>
                  </a:lnTo>
                  <a:lnTo>
                    <a:pt x="15909" y="15930"/>
                  </a:lnTo>
                  <a:lnTo>
                    <a:pt x="15994" y="15930"/>
                  </a:lnTo>
                  <a:lnTo>
                    <a:pt x="15909" y="15930"/>
                  </a:lnTo>
                  <a:lnTo>
                    <a:pt x="15994" y="15909"/>
                  </a:lnTo>
                  <a:lnTo>
                    <a:pt x="15994" y="15930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5994" y="15930"/>
                  </a:lnTo>
                  <a:lnTo>
                    <a:pt x="16079" y="16015"/>
                  </a:lnTo>
                  <a:cubicBezTo>
                    <a:pt x="16079" y="16015"/>
                    <a:pt x="16079" y="16015"/>
                    <a:pt x="16121" y="16015"/>
                  </a:cubicBez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185" y="16015"/>
                  </a:cubicBezTo>
                  <a:lnTo>
                    <a:pt x="16185" y="16015"/>
                  </a:lnTo>
                  <a:cubicBezTo>
                    <a:pt x="16185" y="15930"/>
                    <a:pt x="16185" y="15930"/>
                    <a:pt x="16185" y="15930"/>
                  </a:cubicBez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7CDC001B-D2D1-4202-B83D-B8CDEC8625C8}"/>
                </a:ext>
              </a:extLst>
            </p:cNvPr>
            <p:cNvSpPr/>
            <p:nvPr/>
          </p:nvSpPr>
          <p:spPr>
            <a:xfrm>
              <a:off x="6417944" y="4737765"/>
              <a:ext cx="31327" cy="31327"/>
            </a:xfrm>
            <a:custGeom>
              <a:avLst/>
              <a:gdLst>
                <a:gd name="connsiteX0" fmla="*/ 16057 w 21212"/>
                <a:gd name="connsiteY0" fmla="*/ 15994 h 21212"/>
                <a:gd name="connsiteX1" fmla="*/ 16057 w 21212"/>
                <a:gd name="connsiteY1" fmla="*/ 15951 h 21212"/>
                <a:gd name="connsiteX2" fmla="*/ 16079 w 21212"/>
                <a:gd name="connsiteY2" fmla="*/ 15951 h 21212"/>
                <a:gd name="connsiteX3" fmla="*/ 16142 w 21212"/>
                <a:gd name="connsiteY3" fmla="*/ 15951 h 21212"/>
                <a:gd name="connsiteX4" fmla="*/ 16057 w 21212"/>
                <a:gd name="connsiteY4" fmla="*/ 15994 h 21212"/>
                <a:gd name="connsiteX5" fmla="*/ 16057 w 21212"/>
                <a:gd name="connsiteY5" fmla="*/ 15994 h 21212"/>
                <a:gd name="connsiteX6" fmla="*/ 16057 w 21212"/>
                <a:gd name="connsiteY6" fmla="*/ 15994 h 21212"/>
                <a:gd name="connsiteX7" fmla="*/ 16015 w 21212"/>
                <a:gd name="connsiteY7" fmla="*/ 15994 h 21212"/>
                <a:gd name="connsiteX8" fmla="*/ 15973 w 21212"/>
                <a:gd name="connsiteY8" fmla="*/ 16015 h 21212"/>
                <a:gd name="connsiteX9" fmla="*/ 15909 w 21212"/>
                <a:gd name="connsiteY9" fmla="*/ 15994 h 21212"/>
                <a:gd name="connsiteX10" fmla="*/ 15909 w 21212"/>
                <a:gd name="connsiteY10" fmla="*/ 15994 h 21212"/>
                <a:gd name="connsiteX11" fmla="*/ 15909 w 21212"/>
                <a:gd name="connsiteY11" fmla="*/ 15951 h 21212"/>
                <a:gd name="connsiteX12" fmla="*/ 15909 w 21212"/>
                <a:gd name="connsiteY12" fmla="*/ 15951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6015 w 21212"/>
                <a:gd name="connsiteY16" fmla="*/ 15909 h 21212"/>
                <a:gd name="connsiteX17" fmla="*/ 16057 w 21212"/>
                <a:gd name="connsiteY17" fmla="*/ 15909 h 21212"/>
                <a:gd name="connsiteX18" fmla="*/ 16057 w 21212"/>
                <a:gd name="connsiteY18" fmla="*/ 15909 h 21212"/>
                <a:gd name="connsiteX19" fmla="*/ 16057 w 21212"/>
                <a:gd name="connsiteY19" fmla="*/ 15909 h 21212"/>
                <a:gd name="connsiteX20" fmla="*/ 15973 w 21212"/>
                <a:gd name="connsiteY20" fmla="*/ 15994 h 21212"/>
                <a:gd name="connsiteX21" fmla="*/ 15973 w 21212"/>
                <a:gd name="connsiteY21" fmla="*/ 15994 h 21212"/>
                <a:gd name="connsiteX22" fmla="*/ 15973 w 21212"/>
                <a:gd name="connsiteY22" fmla="*/ 15994 h 21212"/>
                <a:gd name="connsiteX23" fmla="*/ 16015 w 21212"/>
                <a:gd name="connsiteY23" fmla="*/ 15994 h 21212"/>
                <a:gd name="connsiteX24" fmla="*/ 16057 w 21212"/>
                <a:gd name="connsiteY24" fmla="*/ 15994 h 21212"/>
                <a:gd name="connsiteX25" fmla="*/ 15973 w 21212"/>
                <a:gd name="connsiteY25" fmla="*/ 15951 h 21212"/>
                <a:gd name="connsiteX26" fmla="*/ 15909 w 21212"/>
                <a:gd name="connsiteY26" fmla="*/ 15951 h 21212"/>
                <a:gd name="connsiteX27" fmla="*/ 15909 w 21212"/>
                <a:gd name="connsiteY27" fmla="*/ 15951 h 21212"/>
                <a:gd name="connsiteX28" fmla="*/ 15909 w 21212"/>
                <a:gd name="connsiteY28" fmla="*/ 15994 h 21212"/>
                <a:gd name="connsiteX29" fmla="*/ 15973 w 21212"/>
                <a:gd name="connsiteY29" fmla="*/ 15994 h 21212"/>
                <a:gd name="connsiteX30" fmla="*/ 16015 w 21212"/>
                <a:gd name="connsiteY30" fmla="*/ 15909 h 21212"/>
                <a:gd name="connsiteX31" fmla="*/ 16015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94"/>
                  </a:moveTo>
                  <a:cubicBezTo>
                    <a:pt x="16057" y="15994"/>
                    <a:pt x="16057" y="15994"/>
                    <a:pt x="16057" y="15951"/>
                  </a:cubicBezTo>
                  <a:cubicBezTo>
                    <a:pt x="16079" y="15951"/>
                    <a:pt x="16079" y="15951"/>
                    <a:pt x="16079" y="15951"/>
                  </a:cubicBezTo>
                  <a:lnTo>
                    <a:pt x="16142" y="15951"/>
                  </a:lnTo>
                  <a:lnTo>
                    <a:pt x="16057" y="15994"/>
                  </a:lnTo>
                  <a:lnTo>
                    <a:pt x="16057" y="15994"/>
                  </a:lnTo>
                  <a:cubicBezTo>
                    <a:pt x="16057" y="15994"/>
                    <a:pt x="16057" y="15994"/>
                    <a:pt x="16057" y="15994"/>
                  </a:cubicBezTo>
                  <a:cubicBezTo>
                    <a:pt x="16015" y="16015"/>
                    <a:pt x="16015" y="16015"/>
                    <a:pt x="16015" y="15994"/>
                  </a:cubicBezTo>
                  <a:cubicBezTo>
                    <a:pt x="15973" y="16015"/>
                    <a:pt x="15973" y="16015"/>
                    <a:pt x="15973" y="16015"/>
                  </a:cubicBezTo>
                  <a:cubicBezTo>
                    <a:pt x="15973" y="16015"/>
                    <a:pt x="15973" y="15994"/>
                    <a:pt x="15909" y="15994"/>
                  </a:cubicBezTo>
                  <a:lnTo>
                    <a:pt x="15909" y="15994"/>
                  </a:lnTo>
                  <a:cubicBezTo>
                    <a:pt x="15909" y="15994"/>
                    <a:pt x="15909" y="15994"/>
                    <a:pt x="15909" y="15951"/>
                  </a:cubicBezTo>
                  <a:lnTo>
                    <a:pt x="15909" y="15951"/>
                  </a:lnTo>
                  <a:cubicBezTo>
                    <a:pt x="15909" y="15951"/>
                    <a:pt x="15909" y="15951"/>
                    <a:pt x="15909" y="15909"/>
                  </a:cubicBez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6015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5973" y="15994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6015" y="15994"/>
                    <a:pt x="16015" y="15994"/>
                    <a:pt x="16015" y="15994"/>
                  </a:cubicBezTo>
                  <a:cubicBezTo>
                    <a:pt x="16057" y="15994"/>
                    <a:pt x="16057" y="15994"/>
                    <a:pt x="16057" y="15994"/>
                  </a:cubicBezTo>
                  <a:close/>
                  <a:moveTo>
                    <a:pt x="15973" y="15951"/>
                  </a:moveTo>
                  <a:cubicBezTo>
                    <a:pt x="15973" y="15951"/>
                    <a:pt x="15973" y="15951"/>
                    <a:pt x="15909" y="15951"/>
                  </a:cubicBezTo>
                  <a:lnTo>
                    <a:pt x="15909" y="15951"/>
                  </a:lnTo>
                  <a:lnTo>
                    <a:pt x="15909" y="15994"/>
                  </a:lnTo>
                  <a:cubicBezTo>
                    <a:pt x="15973" y="15994"/>
                    <a:pt x="15973" y="15994"/>
                    <a:pt x="15973" y="15994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73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47DF265-2DD9-4485-82EF-8A89A2FAEB6B}"/>
                </a:ext>
              </a:extLst>
            </p:cNvPr>
            <p:cNvSpPr/>
            <p:nvPr/>
          </p:nvSpPr>
          <p:spPr>
            <a:xfrm>
              <a:off x="6418172" y="4737514"/>
              <a:ext cx="31327" cy="31327"/>
            </a:xfrm>
            <a:custGeom>
              <a:avLst/>
              <a:gdLst>
                <a:gd name="connsiteX0" fmla="*/ 15925 w 21212"/>
                <a:gd name="connsiteY0" fmla="*/ 16036 h 21212"/>
                <a:gd name="connsiteX1" fmla="*/ 15925 w 21212"/>
                <a:gd name="connsiteY1" fmla="*/ 16036 h 21212"/>
                <a:gd name="connsiteX2" fmla="*/ 15989 w 21212"/>
                <a:gd name="connsiteY2" fmla="*/ 16036 h 21212"/>
                <a:gd name="connsiteX3" fmla="*/ 15989 w 21212"/>
                <a:gd name="connsiteY3" fmla="*/ 16036 h 21212"/>
                <a:gd name="connsiteX4" fmla="*/ 15989 w 21212"/>
                <a:gd name="connsiteY4" fmla="*/ 16015 h 21212"/>
                <a:gd name="connsiteX5" fmla="*/ 16052 w 21212"/>
                <a:gd name="connsiteY5" fmla="*/ 16015 h 21212"/>
                <a:gd name="connsiteX6" fmla="*/ 16052 w 21212"/>
                <a:gd name="connsiteY6" fmla="*/ 16015 h 21212"/>
                <a:gd name="connsiteX7" fmla="*/ 16073 w 21212"/>
                <a:gd name="connsiteY7" fmla="*/ 16015 h 21212"/>
                <a:gd name="connsiteX8" fmla="*/ 16073 w 21212"/>
                <a:gd name="connsiteY8" fmla="*/ 16015 h 21212"/>
                <a:gd name="connsiteX9" fmla="*/ 16116 w 21212"/>
                <a:gd name="connsiteY9" fmla="*/ 16015 h 21212"/>
                <a:gd name="connsiteX10" fmla="*/ 16116 w 21212"/>
                <a:gd name="connsiteY10" fmla="*/ 16036 h 21212"/>
                <a:gd name="connsiteX11" fmla="*/ 16073 w 21212"/>
                <a:gd name="connsiteY11" fmla="*/ 16036 h 21212"/>
                <a:gd name="connsiteX12" fmla="*/ 16073 w 21212"/>
                <a:gd name="connsiteY12" fmla="*/ 16079 h 21212"/>
                <a:gd name="connsiteX13" fmla="*/ 16052 w 21212"/>
                <a:gd name="connsiteY13" fmla="*/ 16079 h 21212"/>
                <a:gd name="connsiteX14" fmla="*/ 16052 w 21212"/>
                <a:gd name="connsiteY14" fmla="*/ 16079 h 21212"/>
                <a:gd name="connsiteX15" fmla="*/ 16052 w 21212"/>
                <a:gd name="connsiteY15" fmla="*/ 16079 h 21212"/>
                <a:gd name="connsiteX16" fmla="*/ 15989 w 21212"/>
                <a:gd name="connsiteY16" fmla="*/ 16079 h 21212"/>
                <a:gd name="connsiteX17" fmla="*/ 15989 w 21212"/>
                <a:gd name="connsiteY17" fmla="*/ 16079 h 21212"/>
                <a:gd name="connsiteX18" fmla="*/ 16052 w 21212"/>
                <a:gd name="connsiteY18" fmla="*/ 16079 h 21212"/>
                <a:gd name="connsiteX19" fmla="*/ 16052 w 21212"/>
                <a:gd name="connsiteY19" fmla="*/ 16079 h 21212"/>
                <a:gd name="connsiteX20" fmla="*/ 16073 w 21212"/>
                <a:gd name="connsiteY20" fmla="*/ 16036 h 21212"/>
                <a:gd name="connsiteX21" fmla="*/ 16073 w 21212"/>
                <a:gd name="connsiteY21" fmla="*/ 16036 h 21212"/>
                <a:gd name="connsiteX22" fmla="*/ 16073 w 21212"/>
                <a:gd name="connsiteY22" fmla="*/ 16036 h 21212"/>
                <a:gd name="connsiteX23" fmla="*/ 16073 w 21212"/>
                <a:gd name="connsiteY23" fmla="*/ 16036 h 21212"/>
                <a:gd name="connsiteX24" fmla="*/ 16073 w 21212"/>
                <a:gd name="connsiteY24" fmla="*/ 16036 h 21212"/>
                <a:gd name="connsiteX25" fmla="*/ 16052 w 21212"/>
                <a:gd name="connsiteY25" fmla="*/ 16036 h 21212"/>
                <a:gd name="connsiteX26" fmla="*/ 16052 w 21212"/>
                <a:gd name="connsiteY26" fmla="*/ 16036 h 21212"/>
                <a:gd name="connsiteX27" fmla="*/ 15989 w 21212"/>
                <a:gd name="connsiteY27" fmla="*/ 16036 h 21212"/>
                <a:gd name="connsiteX28" fmla="*/ 15989 w 21212"/>
                <a:gd name="connsiteY28" fmla="*/ 16036 h 21212"/>
                <a:gd name="connsiteX29" fmla="*/ 15925 w 21212"/>
                <a:gd name="connsiteY29" fmla="*/ 16036 h 21212"/>
                <a:gd name="connsiteX30" fmla="*/ 15925 w 21212"/>
                <a:gd name="connsiteY30" fmla="*/ 16036 h 21212"/>
                <a:gd name="connsiteX31" fmla="*/ 15925 w 21212"/>
                <a:gd name="connsiteY31" fmla="*/ 16036 h 21212"/>
                <a:gd name="connsiteX32" fmla="*/ 15925 w 21212"/>
                <a:gd name="connsiteY32" fmla="*/ 16036 h 21212"/>
                <a:gd name="connsiteX33" fmla="*/ 15925 w 21212"/>
                <a:gd name="connsiteY33" fmla="*/ 16036 h 21212"/>
                <a:gd name="connsiteX34" fmla="*/ 15925 w 21212"/>
                <a:gd name="connsiteY34" fmla="*/ 16036 h 21212"/>
                <a:gd name="connsiteX35" fmla="*/ 15925 w 21212"/>
                <a:gd name="connsiteY35" fmla="*/ 16036 h 21212"/>
                <a:gd name="connsiteX36" fmla="*/ 15925 w 21212"/>
                <a:gd name="connsiteY36" fmla="*/ 15909 h 21212"/>
                <a:gd name="connsiteX37" fmla="*/ 15989 w 21212"/>
                <a:gd name="connsiteY37" fmla="*/ 15909 h 21212"/>
                <a:gd name="connsiteX38" fmla="*/ 15989 w 21212"/>
                <a:gd name="connsiteY38" fmla="*/ 15909 h 21212"/>
                <a:gd name="connsiteX39" fmla="*/ 15989 w 21212"/>
                <a:gd name="connsiteY39" fmla="*/ 16015 h 21212"/>
                <a:gd name="connsiteX40" fmla="*/ 15925 w 21212"/>
                <a:gd name="connsiteY40" fmla="*/ 16036 h 21212"/>
                <a:gd name="connsiteX41" fmla="*/ 15925 w 21212"/>
                <a:gd name="connsiteY41" fmla="*/ 16036 h 21212"/>
                <a:gd name="connsiteX42" fmla="*/ 15925 w 21212"/>
                <a:gd name="connsiteY42" fmla="*/ 16036 h 21212"/>
                <a:gd name="connsiteX43" fmla="*/ 15925 w 21212"/>
                <a:gd name="connsiteY43" fmla="*/ 16036 h 21212"/>
                <a:gd name="connsiteX44" fmla="*/ 15925 w 21212"/>
                <a:gd name="connsiteY4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25" y="16036"/>
                  </a:moveTo>
                  <a:lnTo>
                    <a:pt x="15925" y="16036"/>
                  </a:lnTo>
                  <a:lnTo>
                    <a:pt x="15989" y="16036"/>
                  </a:lnTo>
                  <a:lnTo>
                    <a:pt x="15989" y="16036"/>
                  </a:lnTo>
                  <a:cubicBezTo>
                    <a:pt x="15989" y="16036"/>
                    <a:pt x="15989" y="16036"/>
                    <a:pt x="15989" y="16015"/>
                  </a:cubicBezTo>
                  <a:cubicBezTo>
                    <a:pt x="15989" y="16015"/>
                    <a:pt x="15989" y="16015"/>
                    <a:pt x="16052" y="16015"/>
                  </a:cubicBezTo>
                  <a:lnTo>
                    <a:pt x="16052" y="16015"/>
                  </a:lnTo>
                  <a:lnTo>
                    <a:pt x="16073" y="16015"/>
                  </a:lnTo>
                  <a:lnTo>
                    <a:pt x="16073" y="16015"/>
                  </a:lnTo>
                  <a:lnTo>
                    <a:pt x="16116" y="16015"/>
                  </a:lnTo>
                  <a:cubicBezTo>
                    <a:pt x="16116" y="16036"/>
                    <a:pt x="16116" y="16036"/>
                    <a:pt x="16116" y="16036"/>
                  </a:cubicBezTo>
                  <a:cubicBezTo>
                    <a:pt x="16116" y="16036"/>
                    <a:pt x="16116" y="16036"/>
                    <a:pt x="16073" y="16036"/>
                  </a:cubicBezTo>
                  <a:cubicBezTo>
                    <a:pt x="16073" y="16079"/>
                    <a:pt x="16073" y="16079"/>
                    <a:pt x="16073" y="16079"/>
                  </a:cubicBezTo>
                  <a:lnTo>
                    <a:pt x="16052" y="16079"/>
                  </a:lnTo>
                  <a:lnTo>
                    <a:pt x="16052" y="16079"/>
                  </a:lnTo>
                  <a:lnTo>
                    <a:pt x="16052" y="16079"/>
                  </a:lnTo>
                  <a:lnTo>
                    <a:pt x="15989" y="16079"/>
                  </a:lnTo>
                  <a:lnTo>
                    <a:pt x="15989" y="16079"/>
                  </a:lnTo>
                  <a:lnTo>
                    <a:pt x="16052" y="16079"/>
                  </a:lnTo>
                  <a:lnTo>
                    <a:pt x="16052" y="16079"/>
                  </a:lnTo>
                  <a:cubicBezTo>
                    <a:pt x="16052" y="16079"/>
                    <a:pt x="16073" y="16079"/>
                    <a:pt x="16073" y="16036"/>
                  </a:cubicBezTo>
                  <a:lnTo>
                    <a:pt x="16073" y="16036"/>
                  </a:lnTo>
                  <a:lnTo>
                    <a:pt x="16073" y="16036"/>
                  </a:lnTo>
                  <a:lnTo>
                    <a:pt x="16073" y="16036"/>
                  </a:lnTo>
                  <a:lnTo>
                    <a:pt x="16073" y="16036"/>
                  </a:lnTo>
                  <a:cubicBezTo>
                    <a:pt x="16052" y="16036"/>
                    <a:pt x="16052" y="16036"/>
                    <a:pt x="16052" y="16036"/>
                  </a:cubicBezTo>
                  <a:lnTo>
                    <a:pt x="16052" y="16036"/>
                  </a:lnTo>
                  <a:lnTo>
                    <a:pt x="15989" y="16036"/>
                  </a:lnTo>
                  <a:lnTo>
                    <a:pt x="15989" y="16036"/>
                  </a:lnTo>
                  <a:cubicBezTo>
                    <a:pt x="15989" y="16036"/>
                    <a:pt x="15989" y="16036"/>
                    <a:pt x="15925" y="16036"/>
                  </a:cubicBezTo>
                  <a:lnTo>
                    <a:pt x="15925" y="16036"/>
                  </a:lnTo>
                  <a:cubicBezTo>
                    <a:pt x="15904" y="16036"/>
                    <a:pt x="15904" y="16036"/>
                    <a:pt x="15925" y="16036"/>
                  </a:cubicBezTo>
                  <a:lnTo>
                    <a:pt x="15925" y="16036"/>
                  </a:lnTo>
                  <a:cubicBezTo>
                    <a:pt x="15904" y="16036"/>
                    <a:pt x="15904" y="16036"/>
                    <a:pt x="15925" y="16036"/>
                  </a:cubicBezTo>
                  <a:lnTo>
                    <a:pt x="15925" y="16036"/>
                  </a:lnTo>
                  <a:lnTo>
                    <a:pt x="15925" y="16036"/>
                  </a:lnTo>
                  <a:cubicBezTo>
                    <a:pt x="15925" y="16015"/>
                    <a:pt x="15925" y="16015"/>
                    <a:pt x="15925" y="15909"/>
                  </a:cubicBezTo>
                  <a:lnTo>
                    <a:pt x="15989" y="15909"/>
                  </a:lnTo>
                  <a:lnTo>
                    <a:pt x="15989" y="15909"/>
                  </a:lnTo>
                  <a:lnTo>
                    <a:pt x="15989" y="16015"/>
                  </a:lnTo>
                  <a:lnTo>
                    <a:pt x="15925" y="16036"/>
                  </a:lnTo>
                  <a:lnTo>
                    <a:pt x="15925" y="16036"/>
                  </a:lnTo>
                  <a:cubicBezTo>
                    <a:pt x="15925" y="16015"/>
                    <a:pt x="15925" y="16015"/>
                    <a:pt x="15925" y="16036"/>
                  </a:cubicBezTo>
                  <a:cubicBezTo>
                    <a:pt x="15925" y="16015"/>
                    <a:pt x="15925" y="16015"/>
                    <a:pt x="15925" y="16036"/>
                  </a:cubicBezTo>
                  <a:cubicBezTo>
                    <a:pt x="15925" y="16036"/>
                    <a:pt x="15925" y="16036"/>
                    <a:pt x="15925" y="160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6186E0E1-39B2-484E-B50C-84EFD3708F9A}"/>
                </a:ext>
              </a:extLst>
            </p:cNvPr>
            <p:cNvSpPr/>
            <p:nvPr/>
          </p:nvSpPr>
          <p:spPr>
            <a:xfrm>
              <a:off x="6418400" y="4737389"/>
              <a:ext cx="31327" cy="31327"/>
            </a:xfrm>
            <a:custGeom>
              <a:avLst/>
              <a:gdLst>
                <a:gd name="connsiteX0" fmla="*/ 15918 w 21212"/>
                <a:gd name="connsiteY0" fmla="*/ 16100 h 21212"/>
                <a:gd name="connsiteX1" fmla="*/ 15918 w 21212"/>
                <a:gd name="connsiteY1" fmla="*/ 15994 h 21212"/>
                <a:gd name="connsiteX2" fmla="*/ 15918 w 21212"/>
                <a:gd name="connsiteY2" fmla="*/ 15930 h 21212"/>
                <a:gd name="connsiteX3" fmla="*/ 15918 w 21212"/>
                <a:gd name="connsiteY3" fmla="*/ 15930 h 21212"/>
                <a:gd name="connsiteX4" fmla="*/ 15918 w 21212"/>
                <a:gd name="connsiteY4" fmla="*/ 15909 h 21212"/>
                <a:gd name="connsiteX5" fmla="*/ 15961 w 21212"/>
                <a:gd name="connsiteY5" fmla="*/ 15909 h 21212"/>
                <a:gd name="connsiteX6" fmla="*/ 15961 w 21212"/>
                <a:gd name="connsiteY6" fmla="*/ 15909 h 21212"/>
                <a:gd name="connsiteX7" fmla="*/ 16024 w 21212"/>
                <a:gd name="connsiteY7" fmla="*/ 15909 h 21212"/>
                <a:gd name="connsiteX8" fmla="*/ 16024 w 21212"/>
                <a:gd name="connsiteY8" fmla="*/ 15909 h 21212"/>
                <a:gd name="connsiteX9" fmla="*/ 16024 w 21212"/>
                <a:gd name="connsiteY9" fmla="*/ 15909 h 21212"/>
                <a:gd name="connsiteX10" fmla="*/ 16024 w 21212"/>
                <a:gd name="connsiteY10" fmla="*/ 15909 h 21212"/>
                <a:gd name="connsiteX11" fmla="*/ 16024 w 21212"/>
                <a:gd name="connsiteY11" fmla="*/ 15909 h 21212"/>
                <a:gd name="connsiteX12" fmla="*/ 16321 w 21212"/>
                <a:gd name="connsiteY12" fmla="*/ 15994 h 21212"/>
                <a:gd name="connsiteX13" fmla="*/ 16215 w 21212"/>
                <a:gd name="connsiteY13" fmla="*/ 15994 h 21212"/>
                <a:gd name="connsiteX14" fmla="*/ 16131 w 21212"/>
                <a:gd name="connsiteY14" fmla="*/ 15930 h 21212"/>
                <a:gd name="connsiteX15" fmla="*/ 16131 w 21212"/>
                <a:gd name="connsiteY15" fmla="*/ 15930 h 21212"/>
                <a:gd name="connsiteX16" fmla="*/ 16131 w 21212"/>
                <a:gd name="connsiteY16" fmla="*/ 15994 h 21212"/>
                <a:gd name="connsiteX17" fmla="*/ 16067 w 21212"/>
                <a:gd name="connsiteY17" fmla="*/ 15994 h 21212"/>
                <a:gd name="connsiteX18" fmla="*/ 16067 w 21212"/>
                <a:gd name="connsiteY18" fmla="*/ 15994 h 21212"/>
                <a:gd name="connsiteX19" fmla="*/ 16067 w 21212"/>
                <a:gd name="connsiteY19" fmla="*/ 16100 h 21212"/>
                <a:gd name="connsiteX20" fmla="*/ 16067 w 21212"/>
                <a:gd name="connsiteY20" fmla="*/ 16100 h 21212"/>
                <a:gd name="connsiteX21" fmla="*/ 16024 w 21212"/>
                <a:gd name="connsiteY21" fmla="*/ 16100 h 21212"/>
                <a:gd name="connsiteX22" fmla="*/ 15961 w 21212"/>
                <a:gd name="connsiteY22" fmla="*/ 16100 h 21212"/>
                <a:gd name="connsiteX23" fmla="*/ 15918 w 21212"/>
                <a:gd name="connsiteY23" fmla="*/ 16100 h 21212"/>
                <a:gd name="connsiteX24" fmla="*/ 15961 w 21212"/>
                <a:gd name="connsiteY24" fmla="*/ 16015 h 21212"/>
                <a:gd name="connsiteX25" fmla="*/ 16024 w 21212"/>
                <a:gd name="connsiteY25" fmla="*/ 16015 h 21212"/>
                <a:gd name="connsiteX26" fmla="*/ 16067 w 21212"/>
                <a:gd name="connsiteY26" fmla="*/ 16015 h 21212"/>
                <a:gd name="connsiteX27" fmla="*/ 16067 w 21212"/>
                <a:gd name="connsiteY27" fmla="*/ 16015 h 21212"/>
                <a:gd name="connsiteX28" fmla="*/ 16067 w 21212"/>
                <a:gd name="connsiteY28" fmla="*/ 16015 h 21212"/>
                <a:gd name="connsiteX29" fmla="*/ 16067 w 21212"/>
                <a:gd name="connsiteY29" fmla="*/ 16015 h 21212"/>
                <a:gd name="connsiteX30" fmla="*/ 16067 w 21212"/>
                <a:gd name="connsiteY30" fmla="*/ 15951 h 21212"/>
                <a:gd name="connsiteX31" fmla="*/ 16067 w 21212"/>
                <a:gd name="connsiteY31" fmla="*/ 15930 h 21212"/>
                <a:gd name="connsiteX32" fmla="*/ 16024 w 21212"/>
                <a:gd name="connsiteY32" fmla="*/ 15930 h 21212"/>
                <a:gd name="connsiteX33" fmla="*/ 16024 w 21212"/>
                <a:gd name="connsiteY33" fmla="*/ 15930 h 21212"/>
                <a:gd name="connsiteX34" fmla="*/ 15961 w 21212"/>
                <a:gd name="connsiteY34" fmla="*/ 15951 h 21212"/>
                <a:gd name="connsiteX35" fmla="*/ 15961 w 21212"/>
                <a:gd name="connsiteY35" fmla="*/ 15951 h 21212"/>
                <a:gd name="connsiteX36" fmla="*/ 15961 w 21212"/>
                <a:gd name="connsiteY36" fmla="*/ 15951 h 21212"/>
                <a:gd name="connsiteX37" fmla="*/ 15918 w 21212"/>
                <a:gd name="connsiteY37" fmla="*/ 15951 h 21212"/>
                <a:gd name="connsiteX38" fmla="*/ 15961 w 21212"/>
                <a:gd name="connsiteY38" fmla="*/ 16015 h 21212"/>
                <a:gd name="connsiteX39" fmla="*/ 15961 w 21212"/>
                <a:gd name="connsiteY3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18" y="16100"/>
                  </a:moveTo>
                  <a:cubicBezTo>
                    <a:pt x="15918" y="15994"/>
                    <a:pt x="15918" y="15994"/>
                    <a:pt x="15918" y="15994"/>
                  </a:cubicBezTo>
                  <a:cubicBezTo>
                    <a:pt x="15897" y="15994"/>
                    <a:pt x="15918" y="15994"/>
                    <a:pt x="15918" y="15930"/>
                  </a:cubicBezTo>
                  <a:lnTo>
                    <a:pt x="15918" y="15930"/>
                  </a:lnTo>
                  <a:cubicBezTo>
                    <a:pt x="15918" y="15930"/>
                    <a:pt x="15918" y="15930"/>
                    <a:pt x="15918" y="15909"/>
                  </a:cubicBezTo>
                  <a:lnTo>
                    <a:pt x="15961" y="15909"/>
                  </a:lnTo>
                  <a:lnTo>
                    <a:pt x="15961" y="15909"/>
                  </a:lnTo>
                  <a:lnTo>
                    <a:pt x="16024" y="15909"/>
                  </a:lnTo>
                  <a:lnTo>
                    <a:pt x="16024" y="15909"/>
                  </a:lnTo>
                  <a:lnTo>
                    <a:pt x="16024" y="15909"/>
                  </a:lnTo>
                  <a:lnTo>
                    <a:pt x="16024" y="15909"/>
                  </a:lnTo>
                  <a:lnTo>
                    <a:pt x="16024" y="15909"/>
                  </a:lnTo>
                  <a:lnTo>
                    <a:pt x="16321" y="15994"/>
                  </a:lnTo>
                  <a:lnTo>
                    <a:pt x="16215" y="15994"/>
                  </a:lnTo>
                  <a:lnTo>
                    <a:pt x="16131" y="15930"/>
                  </a:lnTo>
                  <a:lnTo>
                    <a:pt x="16131" y="15930"/>
                  </a:lnTo>
                  <a:cubicBezTo>
                    <a:pt x="16131" y="15994"/>
                    <a:pt x="16131" y="15994"/>
                    <a:pt x="16131" y="15994"/>
                  </a:cubicBezTo>
                  <a:lnTo>
                    <a:pt x="16067" y="15994"/>
                  </a:lnTo>
                  <a:cubicBezTo>
                    <a:pt x="16067" y="15994"/>
                    <a:pt x="16067" y="16100"/>
                    <a:pt x="16067" y="15994"/>
                  </a:cubicBezTo>
                  <a:lnTo>
                    <a:pt x="16067" y="16100"/>
                  </a:lnTo>
                  <a:lnTo>
                    <a:pt x="16067" y="16100"/>
                  </a:lnTo>
                  <a:cubicBezTo>
                    <a:pt x="16024" y="16100"/>
                    <a:pt x="16024" y="16100"/>
                    <a:pt x="16024" y="16100"/>
                  </a:cubicBezTo>
                  <a:lnTo>
                    <a:pt x="15961" y="16100"/>
                  </a:lnTo>
                  <a:cubicBezTo>
                    <a:pt x="15961" y="16100"/>
                    <a:pt x="15961" y="16100"/>
                    <a:pt x="15918" y="16100"/>
                  </a:cubicBezTo>
                  <a:close/>
                  <a:moveTo>
                    <a:pt x="15961" y="16015"/>
                  </a:moveTo>
                  <a:lnTo>
                    <a:pt x="16024" y="16015"/>
                  </a:lnTo>
                  <a:cubicBezTo>
                    <a:pt x="16024" y="16015"/>
                    <a:pt x="16024" y="16015"/>
                    <a:pt x="16067" y="16015"/>
                  </a:cubicBezTo>
                  <a:lnTo>
                    <a:pt x="16067" y="16015"/>
                  </a:lnTo>
                  <a:lnTo>
                    <a:pt x="16067" y="16015"/>
                  </a:lnTo>
                  <a:lnTo>
                    <a:pt x="16067" y="16015"/>
                  </a:lnTo>
                  <a:cubicBezTo>
                    <a:pt x="16067" y="15951"/>
                    <a:pt x="16067" y="15951"/>
                    <a:pt x="16067" y="15951"/>
                  </a:cubicBezTo>
                  <a:lnTo>
                    <a:pt x="16067" y="15930"/>
                  </a:lnTo>
                  <a:lnTo>
                    <a:pt x="16024" y="15930"/>
                  </a:lnTo>
                  <a:lnTo>
                    <a:pt x="16024" y="15930"/>
                  </a:lnTo>
                  <a:cubicBezTo>
                    <a:pt x="16024" y="15930"/>
                    <a:pt x="16024" y="15930"/>
                    <a:pt x="15961" y="15951"/>
                  </a:cubicBezTo>
                  <a:lnTo>
                    <a:pt x="15961" y="15951"/>
                  </a:lnTo>
                  <a:lnTo>
                    <a:pt x="15961" y="15951"/>
                  </a:lnTo>
                  <a:cubicBezTo>
                    <a:pt x="15918" y="15951"/>
                    <a:pt x="15918" y="15951"/>
                    <a:pt x="15918" y="15951"/>
                  </a:cubicBezTo>
                  <a:lnTo>
                    <a:pt x="15961" y="16015"/>
                  </a:lnTo>
                  <a:lnTo>
                    <a:pt x="1596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B7CE778-A0C5-43BC-9E2C-10765E469683}"/>
                </a:ext>
              </a:extLst>
            </p:cNvPr>
            <p:cNvSpPr/>
            <p:nvPr/>
          </p:nvSpPr>
          <p:spPr>
            <a:xfrm>
              <a:off x="6418634" y="4737265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85 w 21212"/>
                <a:gd name="connsiteY1" fmla="*/ 16015 h 21212"/>
                <a:gd name="connsiteX2" fmla="*/ 16185 w 21212"/>
                <a:gd name="connsiteY2" fmla="*/ 16015 h 21212"/>
                <a:gd name="connsiteX3" fmla="*/ 16057 w 21212"/>
                <a:gd name="connsiteY3" fmla="*/ 16015 h 21212"/>
                <a:gd name="connsiteX4" fmla="*/ 15994 w 21212"/>
                <a:gd name="connsiteY4" fmla="*/ 16015 h 21212"/>
                <a:gd name="connsiteX5" fmla="*/ 15994 w 21212"/>
                <a:gd name="connsiteY5" fmla="*/ 16015 h 21212"/>
                <a:gd name="connsiteX6" fmla="*/ 15994 w 21212"/>
                <a:gd name="connsiteY6" fmla="*/ 16015 h 21212"/>
                <a:gd name="connsiteX7" fmla="*/ 15909 w 21212"/>
                <a:gd name="connsiteY7" fmla="*/ 15994 h 21212"/>
                <a:gd name="connsiteX8" fmla="*/ 15909 w 21212"/>
                <a:gd name="connsiteY8" fmla="*/ 15930 h 21212"/>
                <a:gd name="connsiteX9" fmla="*/ 15994 w 21212"/>
                <a:gd name="connsiteY9" fmla="*/ 16015 h 21212"/>
                <a:gd name="connsiteX10" fmla="*/ 16057 w 21212"/>
                <a:gd name="connsiteY10" fmla="*/ 16015 h 21212"/>
                <a:gd name="connsiteX11" fmla="*/ 16185 w 21212"/>
                <a:gd name="connsiteY11" fmla="*/ 16015 h 21212"/>
                <a:gd name="connsiteX12" fmla="*/ 16185 w 21212"/>
                <a:gd name="connsiteY12" fmla="*/ 16015 h 21212"/>
                <a:gd name="connsiteX13" fmla="*/ 16185 w 21212"/>
                <a:gd name="connsiteY13" fmla="*/ 16015 h 21212"/>
                <a:gd name="connsiteX14" fmla="*/ 16185 w 21212"/>
                <a:gd name="connsiteY14" fmla="*/ 15930 h 21212"/>
                <a:gd name="connsiteX15" fmla="*/ 16163 w 21212"/>
                <a:gd name="connsiteY15" fmla="*/ 15930 h 21212"/>
                <a:gd name="connsiteX16" fmla="*/ 15994 w 21212"/>
                <a:gd name="connsiteY16" fmla="*/ 15909 h 21212"/>
                <a:gd name="connsiteX17" fmla="*/ 16057 w 21212"/>
                <a:gd name="connsiteY17" fmla="*/ 15909 h 21212"/>
                <a:gd name="connsiteX18" fmla="*/ 16185 w 21212"/>
                <a:gd name="connsiteY18" fmla="*/ 15930 h 21212"/>
                <a:gd name="connsiteX19" fmla="*/ 16185 w 21212"/>
                <a:gd name="connsiteY19" fmla="*/ 15930 h 21212"/>
                <a:gd name="connsiteX20" fmla="*/ 16185 w 21212"/>
                <a:gd name="connsiteY20" fmla="*/ 15930 h 21212"/>
                <a:gd name="connsiteX21" fmla="*/ 16248 w 21212"/>
                <a:gd name="connsiteY21" fmla="*/ 15930 h 21212"/>
                <a:gd name="connsiteX22" fmla="*/ 16248 w 21212"/>
                <a:gd name="connsiteY22" fmla="*/ 15994 h 21212"/>
                <a:gd name="connsiteX23" fmla="*/ 16185 w 21212"/>
                <a:gd name="connsiteY23" fmla="*/ 16015 h 21212"/>
                <a:gd name="connsiteX24" fmla="*/ 16185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85" y="16015"/>
                  </a:lnTo>
                  <a:lnTo>
                    <a:pt x="16185" y="16015"/>
                  </a:lnTo>
                  <a:cubicBezTo>
                    <a:pt x="16057" y="16015"/>
                    <a:pt x="16057" y="16015"/>
                    <a:pt x="16057" y="16015"/>
                  </a:cubicBezTo>
                  <a:cubicBezTo>
                    <a:pt x="16057" y="16015"/>
                    <a:pt x="16057" y="16015"/>
                    <a:pt x="15994" y="16015"/>
                  </a:cubicBezTo>
                  <a:lnTo>
                    <a:pt x="15994" y="16015"/>
                  </a:lnTo>
                  <a:lnTo>
                    <a:pt x="15994" y="16015"/>
                  </a:lnTo>
                  <a:lnTo>
                    <a:pt x="15909" y="15994"/>
                  </a:lnTo>
                  <a:lnTo>
                    <a:pt x="15909" y="15930"/>
                  </a:lnTo>
                  <a:lnTo>
                    <a:pt x="15994" y="16015"/>
                  </a:lnTo>
                  <a:lnTo>
                    <a:pt x="16057" y="16015"/>
                  </a:lnTo>
                  <a:lnTo>
                    <a:pt x="16185" y="16015"/>
                  </a:lnTo>
                  <a:cubicBezTo>
                    <a:pt x="16163" y="16015"/>
                    <a:pt x="16163" y="16015"/>
                    <a:pt x="16185" y="16015"/>
                  </a:cubicBezTo>
                  <a:cubicBezTo>
                    <a:pt x="16185" y="15994"/>
                    <a:pt x="16185" y="15994"/>
                    <a:pt x="16185" y="16015"/>
                  </a:cubicBezTo>
                  <a:cubicBezTo>
                    <a:pt x="16185" y="15994"/>
                    <a:pt x="16185" y="15994"/>
                    <a:pt x="16185" y="15930"/>
                  </a:cubicBezTo>
                  <a:lnTo>
                    <a:pt x="16163" y="15930"/>
                  </a:lnTo>
                  <a:lnTo>
                    <a:pt x="15994" y="15909"/>
                  </a:lnTo>
                  <a:lnTo>
                    <a:pt x="16057" y="15909"/>
                  </a:lnTo>
                  <a:lnTo>
                    <a:pt x="16185" y="15930"/>
                  </a:lnTo>
                  <a:lnTo>
                    <a:pt x="16185" y="15930"/>
                  </a:lnTo>
                  <a:lnTo>
                    <a:pt x="16185" y="15930"/>
                  </a:lnTo>
                  <a:cubicBezTo>
                    <a:pt x="16248" y="15930"/>
                    <a:pt x="16248" y="15930"/>
                    <a:pt x="16248" y="15930"/>
                  </a:cubicBezTo>
                  <a:lnTo>
                    <a:pt x="16248" y="15994"/>
                  </a:lnTo>
                  <a:cubicBezTo>
                    <a:pt x="16227" y="15994"/>
                    <a:pt x="16227" y="15994"/>
                    <a:pt x="16185" y="16015"/>
                  </a:cubicBez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4DAFA819-8E80-4928-B6BF-C268A79677E3}"/>
                </a:ext>
              </a:extLst>
            </p:cNvPr>
            <p:cNvSpPr/>
            <p:nvPr/>
          </p:nvSpPr>
          <p:spPr>
            <a:xfrm>
              <a:off x="6419009" y="4737108"/>
              <a:ext cx="31327" cy="31327"/>
            </a:xfrm>
            <a:custGeom>
              <a:avLst/>
              <a:gdLst>
                <a:gd name="connsiteX0" fmla="*/ 16079 w 21212"/>
                <a:gd name="connsiteY0" fmla="*/ 15973 h 21212"/>
                <a:gd name="connsiteX1" fmla="*/ 16079 w 21212"/>
                <a:gd name="connsiteY1" fmla="*/ 15973 h 21212"/>
                <a:gd name="connsiteX2" fmla="*/ 16100 w 21212"/>
                <a:gd name="connsiteY2" fmla="*/ 15930 h 21212"/>
                <a:gd name="connsiteX3" fmla="*/ 16142 w 21212"/>
                <a:gd name="connsiteY3" fmla="*/ 15973 h 21212"/>
                <a:gd name="connsiteX4" fmla="*/ 16079 w 21212"/>
                <a:gd name="connsiteY4" fmla="*/ 15973 h 21212"/>
                <a:gd name="connsiteX5" fmla="*/ 16100 w 21212"/>
                <a:gd name="connsiteY5" fmla="*/ 16015 h 21212"/>
                <a:gd name="connsiteX6" fmla="*/ 16079 w 21212"/>
                <a:gd name="connsiteY6" fmla="*/ 16015 h 21212"/>
                <a:gd name="connsiteX7" fmla="*/ 16015 w 21212"/>
                <a:gd name="connsiteY7" fmla="*/ 16015 h 21212"/>
                <a:gd name="connsiteX8" fmla="*/ 15994 w 21212"/>
                <a:gd name="connsiteY8" fmla="*/ 16015 h 21212"/>
                <a:gd name="connsiteX9" fmla="*/ 15973 w 21212"/>
                <a:gd name="connsiteY9" fmla="*/ 16015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30 h 21212"/>
                <a:gd name="connsiteX13" fmla="*/ 15973 w 21212"/>
                <a:gd name="connsiteY13" fmla="*/ 15930 h 21212"/>
                <a:gd name="connsiteX14" fmla="*/ 15973 w 21212"/>
                <a:gd name="connsiteY14" fmla="*/ 15930 h 21212"/>
                <a:gd name="connsiteX15" fmla="*/ 15994 w 21212"/>
                <a:gd name="connsiteY15" fmla="*/ 15909 h 21212"/>
                <a:gd name="connsiteX16" fmla="*/ 16015 w 21212"/>
                <a:gd name="connsiteY16" fmla="*/ 15909 h 21212"/>
                <a:gd name="connsiteX17" fmla="*/ 16079 w 21212"/>
                <a:gd name="connsiteY17" fmla="*/ 15930 h 21212"/>
                <a:gd name="connsiteX18" fmla="*/ 16079 w 21212"/>
                <a:gd name="connsiteY18" fmla="*/ 15930 h 21212"/>
                <a:gd name="connsiteX19" fmla="*/ 16079 w 21212"/>
                <a:gd name="connsiteY19" fmla="*/ 15930 h 21212"/>
                <a:gd name="connsiteX20" fmla="*/ 15973 w 21212"/>
                <a:gd name="connsiteY20" fmla="*/ 15973 h 21212"/>
                <a:gd name="connsiteX21" fmla="*/ 15994 w 21212"/>
                <a:gd name="connsiteY21" fmla="*/ 16015 h 21212"/>
                <a:gd name="connsiteX22" fmla="*/ 16015 w 21212"/>
                <a:gd name="connsiteY22" fmla="*/ 16015 h 21212"/>
                <a:gd name="connsiteX23" fmla="*/ 16015 w 21212"/>
                <a:gd name="connsiteY23" fmla="*/ 16015 h 21212"/>
                <a:gd name="connsiteX24" fmla="*/ 16079 w 21212"/>
                <a:gd name="connsiteY24" fmla="*/ 15973 h 21212"/>
                <a:gd name="connsiteX25" fmla="*/ 15973 w 21212"/>
                <a:gd name="connsiteY25" fmla="*/ 15930 h 21212"/>
                <a:gd name="connsiteX26" fmla="*/ 15973 w 21212"/>
                <a:gd name="connsiteY26" fmla="*/ 15930 h 21212"/>
                <a:gd name="connsiteX27" fmla="*/ 15973 w 21212"/>
                <a:gd name="connsiteY27" fmla="*/ 15973 h 21212"/>
                <a:gd name="connsiteX28" fmla="*/ 15973 w 21212"/>
                <a:gd name="connsiteY28" fmla="*/ 15973 h 21212"/>
                <a:gd name="connsiteX29" fmla="*/ 15973 w 21212"/>
                <a:gd name="connsiteY29" fmla="*/ 15973 h 21212"/>
                <a:gd name="connsiteX30" fmla="*/ 16015 w 21212"/>
                <a:gd name="connsiteY30" fmla="*/ 15930 h 21212"/>
                <a:gd name="connsiteX31" fmla="*/ 16015 w 21212"/>
                <a:gd name="connsiteY31" fmla="*/ 15930 h 21212"/>
                <a:gd name="connsiteX32" fmla="*/ 15973 w 21212"/>
                <a:gd name="connsiteY32" fmla="*/ 15930 h 21212"/>
                <a:gd name="connsiteX33" fmla="*/ 15973 w 21212"/>
                <a:gd name="connsiteY33" fmla="*/ 15930 h 21212"/>
                <a:gd name="connsiteX34" fmla="*/ 15973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5973"/>
                  </a:moveTo>
                  <a:lnTo>
                    <a:pt x="16079" y="15973"/>
                  </a:lnTo>
                  <a:cubicBezTo>
                    <a:pt x="16100" y="15973"/>
                    <a:pt x="16100" y="15930"/>
                    <a:pt x="16100" y="15930"/>
                  </a:cubicBezTo>
                  <a:lnTo>
                    <a:pt x="16142" y="15973"/>
                  </a:lnTo>
                  <a:cubicBezTo>
                    <a:pt x="16142" y="15973"/>
                    <a:pt x="16142" y="15973"/>
                    <a:pt x="16079" y="15973"/>
                  </a:cubicBezTo>
                  <a:cubicBezTo>
                    <a:pt x="16100" y="15973"/>
                    <a:pt x="16100" y="15973"/>
                    <a:pt x="16100" y="16015"/>
                  </a:cubicBezTo>
                  <a:lnTo>
                    <a:pt x="16079" y="16015"/>
                  </a:lnTo>
                  <a:cubicBezTo>
                    <a:pt x="16015" y="16015"/>
                    <a:pt x="16015" y="16015"/>
                    <a:pt x="16015" y="16015"/>
                  </a:cubicBez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73" y="16015"/>
                    <a:pt x="15973" y="16015"/>
                    <a:pt x="15973" y="16015"/>
                  </a:cubicBezTo>
                  <a:cubicBezTo>
                    <a:pt x="15909" y="16015"/>
                    <a:pt x="15909" y="16015"/>
                    <a:pt x="15909" y="15973"/>
                  </a:cubicBezTo>
                  <a:lnTo>
                    <a:pt x="15909" y="15973"/>
                  </a:lnTo>
                  <a:lnTo>
                    <a:pt x="15909" y="15930"/>
                  </a:lnTo>
                  <a:cubicBezTo>
                    <a:pt x="15909" y="15930"/>
                    <a:pt x="15909" y="15930"/>
                    <a:pt x="15973" y="15930"/>
                  </a:cubicBezTo>
                  <a:lnTo>
                    <a:pt x="15973" y="15930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79" y="15909"/>
                    <a:pt x="16079" y="15930"/>
                    <a:pt x="16079" y="15930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5973" y="15973"/>
                  </a:lnTo>
                  <a:cubicBezTo>
                    <a:pt x="15994" y="16015"/>
                    <a:pt x="15994" y="16015"/>
                    <a:pt x="15994" y="16015"/>
                  </a:cubicBezTo>
                  <a:cubicBezTo>
                    <a:pt x="16015" y="16015"/>
                    <a:pt x="16015" y="16015"/>
                    <a:pt x="16015" y="16015"/>
                  </a:cubicBezTo>
                  <a:lnTo>
                    <a:pt x="16015" y="16015"/>
                  </a:lnTo>
                  <a:cubicBezTo>
                    <a:pt x="16079" y="15973"/>
                    <a:pt x="16079" y="15973"/>
                    <a:pt x="16079" y="15973"/>
                  </a:cubicBezTo>
                  <a:close/>
                  <a:moveTo>
                    <a:pt x="15973" y="15930"/>
                  </a:moveTo>
                  <a:lnTo>
                    <a:pt x="15973" y="15930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6015" y="15930"/>
                  </a:lnTo>
                  <a:lnTo>
                    <a:pt x="16015" y="15930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73" y="15930"/>
                    <a:pt x="15973" y="15930"/>
                    <a:pt x="15973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354006B2-F151-4872-B2B8-B18A2F5215A6}"/>
                </a:ext>
              </a:extLst>
            </p:cNvPr>
            <p:cNvSpPr/>
            <p:nvPr/>
          </p:nvSpPr>
          <p:spPr>
            <a:xfrm>
              <a:off x="6405726" y="4745692"/>
              <a:ext cx="31327" cy="31327"/>
            </a:xfrm>
            <a:custGeom>
              <a:avLst/>
              <a:gdLst>
                <a:gd name="connsiteX0" fmla="*/ 16164 w 21212"/>
                <a:gd name="connsiteY0" fmla="*/ 15973 h 21212"/>
                <a:gd name="connsiteX1" fmla="*/ 16164 w 21212"/>
                <a:gd name="connsiteY1" fmla="*/ 15973 h 21212"/>
                <a:gd name="connsiteX2" fmla="*/ 16164 w 21212"/>
                <a:gd name="connsiteY2" fmla="*/ 15973 h 21212"/>
                <a:gd name="connsiteX3" fmla="*/ 16164 w 21212"/>
                <a:gd name="connsiteY3" fmla="*/ 15973 h 21212"/>
                <a:gd name="connsiteX4" fmla="*/ 16164 w 21212"/>
                <a:gd name="connsiteY4" fmla="*/ 16015 h 21212"/>
                <a:gd name="connsiteX5" fmla="*/ 16100 w 21212"/>
                <a:gd name="connsiteY5" fmla="*/ 16015 h 21212"/>
                <a:gd name="connsiteX6" fmla="*/ 16100 w 21212"/>
                <a:gd name="connsiteY6" fmla="*/ 16015 h 21212"/>
                <a:gd name="connsiteX7" fmla="*/ 16036 w 21212"/>
                <a:gd name="connsiteY7" fmla="*/ 16079 h 21212"/>
                <a:gd name="connsiteX8" fmla="*/ 15994 w 21212"/>
                <a:gd name="connsiteY8" fmla="*/ 16079 h 21212"/>
                <a:gd name="connsiteX9" fmla="*/ 15994 w 21212"/>
                <a:gd name="connsiteY9" fmla="*/ 16015 h 21212"/>
                <a:gd name="connsiteX10" fmla="*/ 15973 w 21212"/>
                <a:gd name="connsiteY10" fmla="*/ 16015 h 21212"/>
                <a:gd name="connsiteX11" fmla="*/ 15973 w 21212"/>
                <a:gd name="connsiteY11" fmla="*/ 16015 h 21212"/>
                <a:gd name="connsiteX12" fmla="*/ 16015 w 21212"/>
                <a:gd name="connsiteY12" fmla="*/ 15973 h 21212"/>
                <a:gd name="connsiteX13" fmla="*/ 16015 w 21212"/>
                <a:gd name="connsiteY13" fmla="*/ 15973 h 21212"/>
                <a:gd name="connsiteX14" fmla="*/ 16057 w 21212"/>
                <a:gd name="connsiteY14" fmla="*/ 15973 h 21212"/>
                <a:gd name="connsiteX15" fmla="*/ 16057 w 21212"/>
                <a:gd name="connsiteY15" fmla="*/ 15930 h 21212"/>
                <a:gd name="connsiteX16" fmla="*/ 16057 w 21212"/>
                <a:gd name="connsiteY16" fmla="*/ 15930 h 21212"/>
                <a:gd name="connsiteX17" fmla="*/ 16057 w 21212"/>
                <a:gd name="connsiteY17" fmla="*/ 15930 h 21212"/>
                <a:gd name="connsiteX18" fmla="*/ 16057 w 21212"/>
                <a:gd name="connsiteY18" fmla="*/ 15930 h 21212"/>
                <a:gd name="connsiteX19" fmla="*/ 16057 w 21212"/>
                <a:gd name="connsiteY19" fmla="*/ 15930 h 21212"/>
                <a:gd name="connsiteX20" fmla="*/ 16015 w 21212"/>
                <a:gd name="connsiteY20" fmla="*/ 15930 h 21212"/>
                <a:gd name="connsiteX21" fmla="*/ 15973 w 21212"/>
                <a:gd name="connsiteY21" fmla="*/ 15930 h 21212"/>
                <a:gd name="connsiteX22" fmla="*/ 15973 w 21212"/>
                <a:gd name="connsiteY22" fmla="*/ 15973 h 21212"/>
                <a:gd name="connsiteX23" fmla="*/ 15909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73 h 21212"/>
                <a:gd name="connsiteX26" fmla="*/ 15909 w 21212"/>
                <a:gd name="connsiteY26" fmla="*/ 15973 h 21212"/>
                <a:gd name="connsiteX27" fmla="*/ 15973 w 21212"/>
                <a:gd name="connsiteY27" fmla="*/ 15930 h 21212"/>
                <a:gd name="connsiteX28" fmla="*/ 15973 w 21212"/>
                <a:gd name="connsiteY28" fmla="*/ 15930 h 21212"/>
                <a:gd name="connsiteX29" fmla="*/ 16015 w 21212"/>
                <a:gd name="connsiteY29" fmla="*/ 15930 h 21212"/>
                <a:gd name="connsiteX30" fmla="*/ 16057 w 21212"/>
                <a:gd name="connsiteY30" fmla="*/ 15909 h 21212"/>
                <a:gd name="connsiteX31" fmla="*/ 16057 w 21212"/>
                <a:gd name="connsiteY31" fmla="*/ 15930 h 21212"/>
                <a:gd name="connsiteX32" fmla="*/ 16121 w 21212"/>
                <a:gd name="connsiteY32" fmla="*/ 15930 h 21212"/>
                <a:gd name="connsiteX33" fmla="*/ 16164 w 21212"/>
                <a:gd name="connsiteY33" fmla="*/ 15973 h 21212"/>
                <a:gd name="connsiteX34" fmla="*/ 16164 w 21212"/>
                <a:gd name="connsiteY34" fmla="*/ 15973 h 21212"/>
                <a:gd name="connsiteX35" fmla="*/ 16164 w 21212"/>
                <a:gd name="connsiteY35" fmla="*/ 15973 h 21212"/>
                <a:gd name="connsiteX36" fmla="*/ 16100 w 21212"/>
                <a:gd name="connsiteY36" fmla="*/ 15930 h 21212"/>
                <a:gd name="connsiteX37" fmla="*/ 16036 w 21212"/>
                <a:gd name="connsiteY37" fmla="*/ 15973 h 21212"/>
                <a:gd name="connsiteX38" fmla="*/ 16036 w 21212"/>
                <a:gd name="connsiteY38" fmla="*/ 15973 h 21212"/>
                <a:gd name="connsiteX39" fmla="*/ 15994 w 21212"/>
                <a:gd name="connsiteY39" fmla="*/ 15973 h 21212"/>
                <a:gd name="connsiteX40" fmla="*/ 15994 w 21212"/>
                <a:gd name="connsiteY40" fmla="*/ 16015 h 21212"/>
                <a:gd name="connsiteX41" fmla="*/ 16036 w 21212"/>
                <a:gd name="connsiteY41" fmla="*/ 16015 h 21212"/>
                <a:gd name="connsiteX42" fmla="*/ 16036 w 21212"/>
                <a:gd name="connsiteY42" fmla="*/ 16015 h 21212"/>
                <a:gd name="connsiteX43" fmla="*/ 16036 w 21212"/>
                <a:gd name="connsiteY43" fmla="*/ 16015 h 21212"/>
                <a:gd name="connsiteX44" fmla="*/ 16100 w 21212"/>
                <a:gd name="connsiteY44" fmla="*/ 16015 h 21212"/>
                <a:gd name="connsiteX45" fmla="*/ 16100 w 21212"/>
                <a:gd name="connsiteY45" fmla="*/ 15973 h 21212"/>
                <a:gd name="connsiteX46" fmla="*/ 16164 w 21212"/>
                <a:gd name="connsiteY46" fmla="*/ 15973 h 21212"/>
                <a:gd name="connsiteX47" fmla="*/ 16164 w 21212"/>
                <a:gd name="connsiteY47" fmla="*/ 15973 h 21212"/>
                <a:gd name="connsiteX48" fmla="*/ 16164 w 21212"/>
                <a:gd name="connsiteY48" fmla="*/ 15973 h 21212"/>
                <a:gd name="connsiteX49" fmla="*/ 16100 w 21212"/>
                <a:gd name="connsiteY4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64" y="15973"/>
                  </a:move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6015"/>
                    <a:pt x="16164" y="16015"/>
                    <a:pt x="16164" y="16015"/>
                  </a:cubicBezTo>
                  <a:cubicBezTo>
                    <a:pt x="16164" y="16015"/>
                    <a:pt x="16164" y="16015"/>
                    <a:pt x="16100" y="16015"/>
                  </a:cubicBezTo>
                  <a:lnTo>
                    <a:pt x="16100" y="16015"/>
                  </a:lnTo>
                  <a:cubicBezTo>
                    <a:pt x="16036" y="16079"/>
                    <a:pt x="16036" y="16079"/>
                    <a:pt x="16036" y="16079"/>
                  </a:cubicBezTo>
                  <a:lnTo>
                    <a:pt x="15994" y="16079"/>
                  </a:lnTo>
                  <a:cubicBezTo>
                    <a:pt x="15994" y="16079"/>
                    <a:pt x="15994" y="16079"/>
                    <a:pt x="15994" y="16015"/>
                  </a:cubicBezTo>
                  <a:lnTo>
                    <a:pt x="15973" y="16015"/>
                  </a:lnTo>
                  <a:lnTo>
                    <a:pt x="15973" y="16015"/>
                  </a:lnTo>
                  <a:cubicBezTo>
                    <a:pt x="15973" y="15973"/>
                    <a:pt x="15973" y="15973"/>
                    <a:pt x="16015" y="15973"/>
                  </a:cubicBezTo>
                  <a:lnTo>
                    <a:pt x="16015" y="15973"/>
                  </a:lnTo>
                  <a:lnTo>
                    <a:pt x="16057" y="15973"/>
                  </a:lnTo>
                  <a:cubicBezTo>
                    <a:pt x="16057" y="15930"/>
                    <a:pt x="16057" y="15930"/>
                    <a:pt x="16057" y="15930"/>
                  </a:cubicBez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cubicBezTo>
                    <a:pt x="16015" y="15930"/>
                    <a:pt x="16015" y="15930"/>
                    <a:pt x="16015" y="15930"/>
                  </a:cubicBezTo>
                  <a:lnTo>
                    <a:pt x="15973" y="15930"/>
                  </a:lnTo>
                  <a:lnTo>
                    <a:pt x="15973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30"/>
                    <a:pt x="15909" y="15930"/>
                    <a:pt x="15973" y="15930"/>
                  </a:cubicBezTo>
                  <a:lnTo>
                    <a:pt x="15973" y="15930"/>
                  </a:lnTo>
                  <a:lnTo>
                    <a:pt x="16015" y="15930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057" y="15930"/>
                  </a:cubicBezTo>
                  <a:lnTo>
                    <a:pt x="16121" y="15930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lose/>
                  <a:moveTo>
                    <a:pt x="16100" y="15930"/>
                  </a:moveTo>
                  <a:cubicBezTo>
                    <a:pt x="16100" y="15973"/>
                    <a:pt x="16100" y="15973"/>
                    <a:pt x="16036" y="15973"/>
                  </a:cubicBezTo>
                  <a:lnTo>
                    <a:pt x="16036" y="15973"/>
                  </a:lnTo>
                  <a:cubicBezTo>
                    <a:pt x="15994" y="15973"/>
                    <a:pt x="15994" y="15973"/>
                    <a:pt x="15994" y="15973"/>
                  </a:cubicBezTo>
                  <a:cubicBezTo>
                    <a:pt x="15994" y="16015"/>
                    <a:pt x="15994" y="16015"/>
                    <a:pt x="15994" y="16015"/>
                  </a:cubicBez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cubicBezTo>
                    <a:pt x="16100" y="16015"/>
                    <a:pt x="16100" y="16015"/>
                    <a:pt x="16100" y="16015"/>
                  </a:cubicBezTo>
                  <a:cubicBezTo>
                    <a:pt x="16100" y="16015"/>
                    <a:pt x="16100" y="16015"/>
                    <a:pt x="16100" y="15973"/>
                  </a:cubicBez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0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62129919-8589-44AC-A187-1060273B5154}"/>
                </a:ext>
              </a:extLst>
            </p:cNvPr>
            <p:cNvSpPr/>
            <p:nvPr/>
          </p:nvSpPr>
          <p:spPr>
            <a:xfrm>
              <a:off x="6406008" y="4745472"/>
              <a:ext cx="31327" cy="31327"/>
            </a:xfrm>
            <a:custGeom>
              <a:avLst/>
              <a:gdLst>
                <a:gd name="connsiteX0" fmla="*/ 16121 w 21212"/>
                <a:gd name="connsiteY0" fmla="*/ 16057 h 21212"/>
                <a:gd name="connsiteX1" fmla="*/ 16121 w 21212"/>
                <a:gd name="connsiteY1" fmla="*/ 16057 h 21212"/>
                <a:gd name="connsiteX2" fmla="*/ 16079 w 21212"/>
                <a:gd name="connsiteY2" fmla="*/ 16079 h 21212"/>
                <a:gd name="connsiteX3" fmla="*/ 16057 w 21212"/>
                <a:gd name="connsiteY3" fmla="*/ 16079 h 21212"/>
                <a:gd name="connsiteX4" fmla="*/ 16057 w 21212"/>
                <a:gd name="connsiteY4" fmla="*/ 16079 h 21212"/>
                <a:gd name="connsiteX5" fmla="*/ 15994 w 21212"/>
                <a:gd name="connsiteY5" fmla="*/ 16079 h 21212"/>
                <a:gd name="connsiteX6" fmla="*/ 15994 w 21212"/>
                <a:gd name="connsiteY6" fmla="*/ 16057 h 21212"/>
                <a:gd name="connsiteX7" fmla="*/ 15909 w 21212"/>
                <a:gd name="connsiteY7" fmla="*/ 15973 h 21212"/>
                <a:gd name="connsiteX8" fmla="*/ 15973 w 21212"/>
                <a:gd name="connsiteY8" fmla="*/ 15973 h 21212"/>
                <a:gd name="connsiteX9" fmla="*/ 16057 w 21212"/>
                <a:gd name="connsiteY9" fmla="*/ 16057 h 21212"/>
                <a:gd name="connsiteX10" fmla="*/ 16057 w 21212"/>
                <a:gd name="connsiteY10" fmla="*/ 16057 h 21212"/>
                <a:gd name="connsiteX11" fmla="*/ 16079 w 21212"/>
                <a:gd name="connsiteY11" fmla="*/ 16057 h 21212"/>
                <a:gd name="connsiteX12" fmla="*/ 16121 w 21212"/>
                <a:gd name="connsiteY12" fmla="*/ 16057 h 21212"/>
                <a:gd name="connsiteX13" fmla="*/ 16121 w 21212"/>
                <a:gd name="connsiteY13" fmla="*/ 15973 h 21212"/>
                <a:gd name="connsiteX14" fmla="*/ 16121 w 21212"/>
                <a:gd name="connsiteY14" fmla="*/ 15973 h 21212"/>
                <a:gd name="connsiteX15" fmla="*/ 16121 w 21212"/>
                <a:gd name="connsiteY15" fmla="*/ 15930 h 21212"/>
                <a:gd name="connsiteX16" fmla="*/ 15994 w 21212"/>
                <a:gd name="connsiteY16" fmla="*/ 15930 h 21212"/>
                <a:gd name="connsiteX17" fmla="*/ 16057 w 21212"/>
                <a:gd name="connsiteY17" fmla="*/ 15909 h 21212"/>
                <a:gd name="connsiteX18" fmla="*/ 16121 w 21212"/>
                <a:gd name="connsiteY18" fmla="*/ 15930 h 21212"/>
                <a:gd name="connsiteX19" fmla="*/ 16163 w 21212"/>
                <a:gd name="connsiteY19" fmla="*/ 15930 h 21212"/>
                <a:gd name="connsiteX20" fmla="*/ 16163 w 21212"/>
                <a:gd name="connsiteY20" fmla="*/ 15930 h 21212"/>
                <a:gd name="connsiteX21" fmla="*/ 16163 w 21212"/>
                <a:gd name="connsiteY21" fmla="*/ 15973 h 21212"/>
                <a:gd name="connsiteX22" fmla="*/ 16163 w 21212"/>
                <a:gd name="connsiteY22" fmla="*/ 15973 h 21212"/>
                <a:gd name="connsiteX23" fmla="*/ 16163 w 21212"/>
                <a:gd name="connsiteY23" fmla="*/ 16057 h 21212"/>
                <a:gd name="connsiteX24" fmla="*/ 16121 w 21212"/>
                <a:gd name="connsiteY24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057"/>
                  </a:moveTo>
                  <a:lnTo>
                    <a:pt x="16121" y="16057"/>
                  </a:lnTo>
                  <a:lnTo>
                    <a:pt x="16079" y="16079"/>
                  </a:lnTo>
                  <a:lnTo>
                    <a:pt x="16057" y="16079"/>
                  </a:lnTo>
                  <a:lnTo>
                    <a:pt x="16057" y="16079"/>
                  </a:lnTo>
                  <a:cubicBezTo>
                    <a:pt x="16057" y="16079"/>
                    <a:pt x="16057" y="16079"/>
                    <a:pt x="15994" y="16079"/>
                  </a:cubicBezTo>
                  <a:lnTo>
                    <a:pt x="15994" y="16057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6057" y="16057"/>
                  </a:lnTo>
                  <a:lnTo>
                    <a:pt x="16057" y="16057"/>
                  </a:lnTo>
                  <a:lnTo>
                    <a:pt x="16079" y="16057"/>
                  </a:lnTo>
                  <a:cubicBezTo>
                    <a:pt x="16079" y="16057"/>
                    <a:pt x="16079" y="16057"/>
                    <a:pt x="16121" y="16057"/>
                  </a:cubicBezTo>
                  <a:cubicBezTo>
                    <a:pt x="16121" y="16057"/>
                    <a:pt x="16121" y="16057"/>
                    <a:pt x="16121" y="15973"/>
                  </a:cubicBezTo>
                  <a:lnTo>
                    <a:pt x="16121" y="15973"/>
                  </a:lnTo>
                  <a:cubicBezTo>
                    <a:pt x="16121" y="15973"/>
                    <a:pt x="16121" y="15973"/>
                    <a:pt x="16121" y="15930"/>
                  </a:cubicBezTo>
                  <a:lnTo>
                    <a:pt x="15994" y="15930"/>
                  </a:lnTo>
                  <a:lnTo>
                    <a:pt x="16057" y="15909"/>
                  </a:lnTo>
                  <a:lnTo>
                    <a:pt x="16121" y="15930"/>
                  </a:lnTo>
                  <a:lnTo>
                    <a:pt x="16163" y="15930"/>
                  </a:lnTo>
                  <a:lnTo>
                    <a:pt x="16163" y="15930"/>
                  </a:lnTo>
                  <a:lnTo>
                    <a:pt x="16163" y="15973"/>
                  </a:lnTo>
                  <a:lnTo>
                    <a:pt x="16163" y="15973"/>
                  </a:lnTo>
                  <a:cubicBezTo>
                    <a:pt x="16163" y="16057"/>
                    <a:pt x="16163" y="16057"/>
                    <a:pt x="16163" y="16057"/>
                  </a:cubicBezTo>
                  <a:lnTo>
                    <a:pt x="16121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CD0E444-CBF6-4F88-A9EC-C887847B1E47}"/>
                </a:ext>
              </a:extLst>
            </p:cNvPr>
            <p:cNvSpPr/>
            <p:nvPr/>
          </p:nvSpPr>
          <p:spPr>
            <a:xfrm>
              <a:off x="6406321" y="4745284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51 w 21212"/>
                <a:gd name="connsiteY1" fmla="*/ 15973 h 21212"/>
                <a:gd name="connsiteX2" fmla="*/ 15994 w 21212"/>
                <a:gd name="connsiteY2" fmla="*/ 15973 h 21212"/>
                <a:gd name="connsiteX3" fmla="*/ 15994 w 21212"/>
                <a:gd name="connsiteY3" fmla="*/ 15973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5994 w 21212"/>
                <a:gd name="connsiteY6" fmla="*/ 15973 h 21212"/>
                <a:gd name="connsiteX7" fmla="*/ 16036 w 21212"/>
                <a:gd name="connsiteY7" fmla="*/ 15909 h 21212"/>
                <a:gd name="connsiteX8" fmla="*/ 16185 w 21212"/>
                <a:gd name="connsiteY8" fmla="*/ 15994 h 21212"/>
                <a:gd name="connsiteX9" fmla="*/ 16185 w 21212"/>
                <a:gd name="connsiteY9" fmla="*/ 16058 h 21212"/>
                <a:gd name="connsiteX10" fmla="*/ 16185 w 21212"/>
                <a:gd name="connsiteY10" fmla="*/ 16058 h 21212"/>
                <a:gd name="connsiteX11" fmla="*/ 16185 w 21212"/>
                <a:gd name="connsiteY11" fmla="*/ 16079 h 21212"/>
                <a:gd name="connsiteX12" fmla="*/ 16164 w 21212"/>
                <a:gd name="connsiteY12" fmla="*/ 16079 h 21212"/>
                <a:gd name="connsiteX13" fmla="*/ 16164 w 21212"/>
                <a:gd name="connsiteY13" fmla="*/ 16079 h 21212"/>
                <a:gd name="connsiteX14" fmla="*/ 16164 w 21212"/>
                <a:gd name="connsiteY14" fmla="*/ 16121 h 21212"/>
                <a:gd name="connsiteX15" fmla="*/ 16079 w 21212"/>
                <a:gd name="connsiteY15" fmla="*/ 16079 h 21212"/>
                <a:gd name="connsiteX16" fmla="*/ 16079 w 21212"/>
                <a:gd name="connsiteY16" fmla="*/ 16079 h 21212"/>
                <a:gd name="connsiteX17" fmla="*/ 16164 w 21212"/>
                <a:gd name="connsiteY17" fmla="*/ 16079 h 21212"/>
                <a:gd name="connsiteX18" fmla="*/ 16164 w 21212"/>
                <a:gd name="connsiteY18" fmla="*/ 16079 h 21212"/>
                <a:gd name="connsiteX19" fmla="*/ 16164 w 21212"/>
                <a:gd name="connsiteY19" fmla="*/ 16079 h 21212"/>
                <a:gd name="connsiteX20" fmla="*/ 16185 w 21212"/>
                <a:gd name="connsiteY20" fmla="*/ 16058 h 21212"/>
                <a:gd name="connsiteX21" fmla="*/ 16164 w 21212"/>
                <a:gd name="connsiteY21" fmla="*/ 16058 h 21212"/>
                <a:gd name="connsiteX22" fmla="*/ 16164 w 21212"/>
                <a:gd name="connsiteY22" fmla="*/ 15994 h 21212"/>
                <a:gd name="connsiteX23" fmla="*/ 16164 w 21212"/>
                <a:gd name="connsiteY23" fmla="*/ 15994 h 21212"/>
                <a:gd name="connsiteX24" fmla="*/ 16164 w 21212"/>
                <a:gd name="connsiteY24" fmla="*/ 16058 h 21212"/>
                <a:gd name="connsiteX25" fmla="*/ 16164 w 21212"/>
                <a:gd name="connsiteY25" fmla="*/ 16058 h 21212"/>
                <a:gd name="connsiteX26" fmla="*/ 16079 w 21212"/>
                <a:gd name="connsiteY26" fmla="*/ 16079 h 21212"/>
                <a:gd name="connsiteX27" fmla="*/ 16079 w 21212"/>
                <a:gd name="connsiteY27" fmla="*/ 16079 h 21212"/>
                <a:gd name="connsiteX28" fmla="*/ 16036 w 21212"/>
                <a:gd name="connsiteY28" fmla="*/ 16079 h 21212"/>
                <a:gd name="connsiteX29" fmla="*/ 16036 w 21212"/>
                <a:gd name="connsiteY29" fmla="*/ 16079 h 21212"/>
                <a:gd name="connsiteX30" fmla="*/ 15994 w 21212"/>
                <a:gd name="connsiteY30" fmla="*/ 16079 h 21212"/>
                <a:gd name="connsiteX31" fmla="*/ 15951 w 21212"/>
                <a:gd name="connsiteY31" fmla="*/ 16079 h 21212"/>
                <a:gd name="connsiteX32" fmla="*/ 15909 w 21212"/>
                <a:gd name="connsiteY32" fmla="*/ 16058 h 21212"/>
                <a:gd name="connsiteX33" fmla="*/ 15909 w 21212"/>
                <a:gd name="connsiteY33" fmla="*/ 16058 h 21212"/>
                <a:gd name="connsiteX34" fmla="*/ 15909 w 21212"/>
                <a:gd name="connsiteY34" fmla="*/ 15994 h 21212"/>
                <a:gd name="connsiteX35" fmla="*/ 15951 w 21212"/>
                <a:gd name="connsiteY35" fmla="*/ 15973 h 21212"/>
                <a:gd name="connsiteX36" fmla="*/ 15994 w 21212"/>
                <a:gd name="connsiteY36" fmla="*/ 16036 h 21212"/>
                <a:gd name="connsiteX37" fmla="*/ 16036 w 21212"/>
                <a:gd name="connsiteY37" fmla="*/ 16036 h 21212"/>
                <a:gd name="connsiteX38" fmla="*/ 16036 w 21212"/>
                <a:gd name="connsiteY38" fmla="*/ 16036 h 21212"/>
                <a:gd name="connsiteX39" fmla="*/ 16079 w 21212"/>
                <a:gd name="connsiteY39" fmla="*/ 16036 h 21212"/>
                <a:gd name="connsiteX40" fmla="*/ 16079 w 21212"/>
                <a:gd name="connsiteY40" fmla="*/ 16036 h 21212"/>
                <a:gd name="connsiteX41" fmla="*/ 16164 w 21212"/>
                <a:gd name="connsiteY41" fmla="*/ 16036 h 21212"/>
                <a:gd name="connsiteX42" fmla="*/ 16164 w 21212"/>
                <a:gd name="connsiteY42" fmla="*/ 15973 h 21212"/>
                <a:gd name="connsiteX43" fmla="*/ 16036 w 21212"/>
                <a:gd name="connsiteY43" fmla="*/ 15951 h 21212"/>
                <a:gd name="connsiteX44" fmla="*/ 16036 w 21212"/>
                <a:gd name="connsiteY44" fmla="*/ 15951 h 21212"/>
                <a:gd name="connsiteX45" fmla="*/ 15994 w 21212"/>
                <a:gd name="connsiteY45" fmla="*/ 15951 h 21212"/>
                <a:gd name="connsiteX46" fmla="*/ 15994 w 21212"/>
                <a:gd name="connsiteY46" fmla="*/ 15973 h 21212"/>
                <a:gd name="connsiteX47" fmla="*/ 15994 w 21212"/>
                <a:gd name="connsiteY47" fmla="*/ 15973 h 21212"/>
                <a:gd name="connsiteX48" fmla="*/ 15951 w 21212"/>
                <a:gd name="connsiteY48" fmla="*/ 15973 h 21212"/>
                <a:gd name="connsiteX49" fmla="*/ 15951 w 21212"/>
                <a:gd name="connsiteY49" fmla="*/ 15973 h 21212"/>
                <a:gd name="connsiteX50" fmla="*/ 15951 w 21212"/>
                <a:gd name="connsiteY50" fmla="*/ 16036 h 21212"/>
                <a:gd name="connsiteX51" fmla="*/ 15994 w 21212"/>
                <a:gd name="connsiteY51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5994" y="15973"/>
                  </a:lnTo>
                  <a:lnTo>
                    <a:pt x="16036" y="15909"/>
                  </a:lnTo>
                  <a:lnTo>
                    <a:pt x="16185" y="15994"/>
                  </a:lnTo>
                  <a:lnTo>
                    <a:pt x="16185" y="16058"/>
                  </a:lnTo>
                  <a:lnTo>
                    <a:pt x="16185" y="16058"/>
                  </a:lnTo>
                  <a:cubicBezTo>
                    <a:pt x="16185" y="16058"/>
                    <a:pt x="16185" y="16058"/>
                    <a:pt x="16185" y="16079"/>
                  </a:cubicBezTo>
                  <a:cubicBezTo>
                    <a:pt x="16185" y="16079"/>
                    <a:pt x="16185" y="16079"/>
                    <a:pt x="16164" y="16079"/>
                  </a:cubicBezTo>
                  <a:lnTo>
                    <a:pt x="16164" y="16079"/>
                  </a:lnTo>
                  <a:cubicBezTo>
                    <a:pt x="16164" y="16121"/>
                    <a:pt x="16164" y="16121"/>
                    <a:pt x="16164" y="16121"/>
                  </a:cubicBezTo>
                  <a:lnTo>
                    <a:pt x="16079" y="16079"/>
                  </a:lnTo>
                  <a:lnTo>
                    <a:pt x="16079" y="16079"/>
                  </a:lnTo>
                  <a:lnTo>
                    <a:pt x="16164" y="16079"/>
                  </a:lnTo>
                  <a:lnTo>
                    <a:pt x="16164" y="16079"/>
                  </a:lnTo>
                  <a:lnTo>
                    <a:pt x="16164" y="16079"/>
                  </a:lnTo>
                  <a:cubicBezTo>
                    <a:pt x="16164" y="16079"/>
                    <a:pt x="16164" y="16058"/>
                    <a:pt x="16185" y="16058"/>
                  </a:cubicBezTo>
                  <a:lnTo>
                    <a:pt x="16164" y="16058"/>
                  </a:lnTo>
                  <a:lnTo>
                    <a:pt x="16164" y="15994"/>
                  </a:lnTo>
                  <a:lnTo>
                    <a:pt x="16164" y="15994"/>
                  </a:lnTo>
                  <a:cubicBezTo>
                    <a:pt x="16164" y="16058"/>
                    <a:pt x="16164" y="16058"/>
                    <a:pt x="16164" y="16058"/>
                  </a:cubicBezTo>
                  <a:lnTo>
                    <a:pt x="16164" y="16058"/>
                  </a:lnTo>
                  <a:lnTo>
                    <a:pt x="16079" y="16079"/>
                  </a:lnTo>
                  <a:lnTo>
                    <a:pt x="16079" y="16079"/>
                  </a:lnTo>
                  <a:lnTo>
                    <a:pt x="16036" y="16079"/>
                  </a:lnTo>
                  <a:lnTo>
                    <a:pt x="16036" y="16079"/>
                  </a:lnTo>
                  <a:cubicBezTo>
                    <a:pt x="15994" y="16079"/>
                    <a:pt x="15994" y="16079"/>
                    <a:pt x="15994" y="16079"/>
                  </a:cubicBezTo>
                  <a:lnTo>
                    <a:pt x="15951" y="16079"/>
                  </a:lnTo>
                  <a:cubicBezTo>
                    <a:pt x="15951" y="16058"/>
                    <a:pt x="15909" y="16058"/>
                    <a:pt x="15909" y="16058"/>
                  </a:cubicBezTo>
                  <a:lnTo>
                    <a:pt x="15909" y="16058"/>
                  </a:lnTo>
                  <a:cubicBezTo>
                    <a:pt x="15909" y="15994"/>
                    <a:pt x="15909" y="15994"/>
                    <a:pt x="15909" y="15994"/>
                  </a:cubicBezTo>
                  <a:cubicBezTo>
                    <a:pt x="15909" y="15994"/>
                    <a:pt x="15951" y="15973"/>
                    <a:pt x="15951" y="15973"/>
                  </a:cubicBezTo>
                  <a:close/>
                  <a:moveTo>
                    <a:pt x="15994" y="16036"/>
                  </a:moveTo>
                  <a:cubicBezTo>
                    <a:pt x="15994" y="16036"/>
                    <a:pt x="15994" y="16036"/>
                    <a:pt x="16036" y="16036"/>
                  </a:cubicBezTo>
                  <a:lnTo>
                    <a:pt x="16036" y="16036"/>
                  </a:lnTo>
                  <a:lnTo>
                    <a:pt x="16079" y="16036"/>
                  </a:lnTo>
                  <a:lnTo>
                    <a:pt x="16079" y="16036"/>
                  </a:lnTo>
                  <a:lnTo>
                    <a:pt x="16164" y="16036"/>
                  </a:lnTo>
                  <a:cubicBezTo>
                    <a:pt x="16164" y="15973"/>
                    <a:pt x="16164" y="15973"/>
                    <a:pt x="16164" y="15973"/>
                  </a:cubicBezTo>
                  <a:lnTo>
                    <a:pt x="16036" y="15951"/>
                  </a:lnTo>
                  <a:lnTo>
                    <a:pt x="16036" y="15951"/>
                  </a:lnTo>
                  <a:cubicBezTo>
                    <a:pt x="16036" y="15951"/>
                    <a:pt x="16036" y="15951"/>
                    <a:pt x="15994" y="15951"/>
                  </a:cubicBezTo>
                  <a:lnTo>
                    <a:pt x="15994" y="15973"/>
                  </a:lnTo>
                  <a:lnTo>
                    <a:pt x="15994" y="15973"/>
                  </a:lnTo>
                  <a:cubicBezTo>
                    <a:pt x="15951" y="15973"/>
                    <a:pt x="15951" y="15973"/>
                    <a:pt x="15951" y="15973"/>
                  </a:cubicBezTo>
                  <a:lnTo>
                    <a:pt x="15951" y="15973"/>
                  </a:lnTo>
                  <a:lnTo>
                    <a:pt x="15951" y="16036"/>
                  </a:lnTo>
                  <a:lnTo>
                    <a:pt x="15994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624FEFF2-DD46-454F-9EEE-E641F1C5F2C4}"/>
                </a:ext>
              </a:extLst>
            </p:cNvPr>
            <p:cNvSpPr/>
            <p:nvPr/>
          </p:nvSpPr>
          <p:spPr>
            <a:xfrm>
              <a:off x="6406573" y="4745096"/>
              <a:ext cx="31327" cy="31327"/>
            </a:xfrm>
            <a:custGeom>
              <a:avLst/>
              <a:gdLst>
                <a:gd name="connsiteX0" fmla="*/ 16121 w 21212"/>
                <a:gd name="connsiteY0" fmla="*/ 16100 h 21212"/>
                <a:gd name="connsiteX1" fmla="*/ 16121 w 21212"/>
                <a:gd name="connsiteY1" fmla="*/ 16100 h 21212"/>
                <a:gd name="connsiteX2" fmla="*/ 16121 w 21212"/>
                <a:gd name="connsiteY2" fmla="*/ 16100 h 21212"/>
                <a:gd name="connsiteX3" fmla="*/ 16015 w 21212"/>
                <a:gd name="connsiteY3" fmla="*/ 16100 h 21212"/>
                <a:gd name="connsiteX4" fmla="*/ 16015 w 21212"/>
                <a:gd name="connsiteY4" fmla="*/ 16100 h 21212"/>
                <a:gd name="connsiteX5" fmla="*/ 16015 w 21212"/>
                <a:gd name="connsiteY5" fmla="*/ 16100 h 21212"/>
                <a:gd name="connsiteX6" fmla="*/ 15994 w 21212"/>
                <a:gd name="connsiteY6" fmla="*/ 16100 h 21212"/>
                <a:gd name="connsiteX7" fmla="*/ 15909 w 21212"/>
                <a:gd name="connsiteY7" fmla="*/ 16036 h 21212"/>
                <a:gd name="connsiteX8" fmla="*/ 15994 w 21212"/>
                <a:gd name="connsiteY8" fmla="*/ 15994 h 21212"/>
                <a:gd name="connsiteX9" fmla="*/ 16015 w 21212"/>
                <a:gd name="connsiteY9" fmla="*/ 16036 h 21212"/>
                <a:gd name="connsiteX10" fmla="*/ 16057 w 21212"/>
                <a:gd name="connsiteY10" fmla="*/ 16100 h 21212"/>
                <a:gd name="connsiteX11" fmla="*/ 16057 w 21212"/>
                <a:gd name="connsiteY11" fmla="*/ 16100 h 21212"/>
                <a:gd name="connsiteX12" fmla="*/ 16121 w 21212"/>
                <a:gd name="connsiteY12" fmla="*/ 16036 h 21212"/>
                <a:gd name="connsiteX13" fmla="*/ 16121 w 21212"/>
                <a:gd name="connsiteY13" fmla="*/ 16036 h 21212"/>
                <a:gd name="connsiteX14" fmla="*/ 16121 w 21212"/>
                <a:gd name="connsiteY14" fmla="*/ 15994 h 21212"/>
                <a:gd name="connsiteX15" fmla="*/ 16121 w 21212"/>
                <a:gd name="connsiteY15" fmla="*/ 15994 h 21212"/>
                <a:gd name="connsiteX16" fmla="*/ 16015 w 21212"/>
                <a:gd name="connsiteY16" fmla="*/ 15973 h 21212"/>
                <a:gd name="connsiteX17" fmla="*/ 16015 w 21212"/>
                <a:gd name="connsiteY17" fmla="*/ 15909 h 21212"/>
                <a:gd name="connsiteX18" fmla="*/ 16142 w 21212"/>
                <a:gd name="connsiteY18" fmla="*/ 15994 h 21212"/>
                <a:gd name="connsiteX19" fmla="*/ 16142 w 21212"/>
                <a:gd name="connsiteY19" fmla="*/ 15994 h 21212"/>
                <a:gd name="connsiteX20" fmla="*/ 16142 w 21212"/>
                <a:gd name="connsiteY20" fmla="*/ 15994 h 21212"/>
                <a:gd name="connsiteX21" fmla="*/ 16142 w 21212"/>
                <a:gd name="connsiteY21" fmla="*/ 16036 h 21212"/>
                <a:gd name="connsiteX22" fmla="*/ 16142 w 21212"/>
                <a:gd name="connsiteY22" fmla="*/ 16036 h 21212"/>
                <a:gd name="connsiteX23" fmla="*/ 16142 w 21212"/>
                <a:gd name="connsiteY23" fmla="*/ 16036 h 21212"/>
                <a:gd name="connsiteX24" fmla="*/ 16121 w 21212"/>
                <a:gd name="connsiteY24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100"/>
                  </a:moveTo>
                  <a:lnTo>
                    <a:pt x="16121" y="16100"/>
                  </a:lnTo>
                  <a:lnTo>
                    <a:pt x="16121" y="16100"/>
                  </a:lnTo>
                  <a:cubicBezTo>
                    <a:pt x="16057" y="16100"/>
                    <a:pt x="16057" y="16100"/>
                    <a:pt x="16015" y="16100"/>
                  </a:cubicBezTo>
                  <a:lnTo>
                    <a:pt x="16015" y="16100"/>
                  </a:lnTo>
                  <a:lnTo>
                    <a:pt x="16015" y="16100"/>
                  </a:lnTo>
                  <a:cubicBezTo>
                    <a:pt x="16015" y="16100"/>
                    <a:pt x="16015" y="16100"/>
                    <a:pt x="15994" y="16100"/>
                  </a:cubicBezTo>
                  <a:lnTo>
                    <a:pt x="15909" y="16036"/>
                  </a:lnTo>
                  <a:lnTo>
                    <a:pt x="15994" y="15994"/>
                  </a:lnTo>
                  <a:lnTo>
                    <a:pt x="16015" y="16036"/>
                  </a:lnTo>
                  <a:cubicBezTo>
                    <a:pt x="16015" y="16036"/>
                    <a:pt x="16015" y="16036"/>
                    <a:pt x="16057" y="16100"/>
                  </a:cubicBezTo>
                  <a:lnTo>
                    <a:pt x="16057" y="16100"/>
                  </a:lnTo>
                  <a:lnTo>
                    <a:pt x="16121" y="16036"/>
                  </a:lnTo>
                  <a:lnTo>
                    <a:pt x="16121" y="16036"/>
                  </a:lnTo>
                  <a:cubicBezTo>
                    <a:pt x="16121" y="16036"/>
                    <a:pt x="16121" y="16036"/>
                    <a:pt x="16121" y="15994"/>
                  </a:cubicBezTo>
                  <a:lnTo>
                    <a:pt x="16121" y="15994"/>
                  </a:lnTo>
                  <a:lnTo>
                    <a:pt x="16015" y="15973"/>
                  </a:lnTo>
                  <a:lnTo>
                    <a:pt x="16015" y="15909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142" y="16036"/>
                  </a:cubicBezTo>
                  <a:lnTo>
                    <a:pt x="16142" y="16036"/>
                  </a:lnTo>
                  <a:lnTo>
                    <a:pt x="16142" y="16036"/>
                  </a:lnTo>
                  <a:cubicBezTo>
                    <a:pt x="16142" y="16036"/>
                    <a:pt x="16142" y="16036"/>
                    <a:pt x="16121" y="161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962D6C17-4E71-46AD-B972-BF130F219942}"/>
                </a:ext>
              </a:extLst>
            </p:cNvPr>
            <p:cNvSpPr/>
            <p:nvPr/>
          </p:nvSpPr>
          <p:spPr>
            <a:xfrm>
              <a:off x="6406886" y="4744907"/>
              <a:ext cx="31327" cy="31327"/>
            </a:xfrm>
            <a:custGeom>
              <a:avLst/>
              <a:gdLst>
                <a:gd name="connsiteX0" fmla="*/ 16079 w 21212"/>
                <a:gd name="connsiteY0" fmla="*/ 16036 h 21212"/>
                <a:gd name="connsiteX1" fmla="*/ 16079 w 21212"/>
                <a:gd name="connsiteY1" fmla="*/ 16036 h 21212"/>
                <a:gd name="connsiteX2" fmla="*/ 16163 w 21212"/>
                <a:gd name="connsiteY2" fmla="*/ 16036 h 21212"/>
                <a:gd name="connsiteX3" fmla="*/ 16163 w 21212"/>
                <a:gd name="connsiteY3" fmla="*/ 16036 h 21212"/>
                <a:gd name="connsiteX4" fmla="*/ 16163 w 21212"/>
                <a:gd name="connsiteY4" fmla="*/ 16036 h 21212"/>
                <a:gd name="connsiteX5" fmla="*/ 16079 w 21212"/>
                <a:gd name="connsiteY5" fmla="*/ 16036 h 21212"/>
                <a:gd name="connsiteX6" fmla="*/ 16057 w 21212"/>
                <a:gd name="connsiteY6" fmla="*/ 16100 h 21212"/>
                <a:gd name="connsiteX7" fmla="*/ 16015 w 21212"/>
                <a:gd name="connsiteY7" fmla="*/ 16100 h 21212"/>
                <a:gd name="connsiteX8" fmla="*/ 15973 w 21212"/>
                <a:gd name="connsiteY8" fmla="*/ 16100 h 21212"/>
                <a:gd name="connsiteX9" fmla="*/ 15930 w 21212"/>
                <a:gd name="connsiteY9" fmla="*/ 16100 h 21212"/>
                <a:gd name="connsiteX10" fmla="*/ 15930 w 21212"/>
                <a:gd name="connsiteY10" fmla="*/ 16036 h 21212"/>
                <a:gd name="connsiteX11" fmla="*/ 15909 w 21212"/>
                <a:gd name="connsiteY11" fmla="*/ 16036 h 21212"/>
                <a:gd name="connsiteX12" fmla="*/ 15930 w 21212"/>
                <a:gd name="connsiteY12" fmla="*/ 15994 h 21212"/>
                <a:gd name="connsiteX13" fmla="*/ 15930 w 21212"/>
                <a:gd name="connsiteY13" fmla="*/ 15994 h 21212"/>
                <a:gd name="connsiteX14" fmla="*/ 15973 w 21212"/>
                <a:gd name="connsiteY14" fmla="*/ 15994 h 21212"/>
                <a:gd name="connsiteX15" fmla="*/ 16015 w 21212"/>
                <a:gd name="connsiteY15" fmla="*/ 15909 h 21212"/>
                <a:gd name="connsiteX16" fmla="*/ 16057 w 21212"/>
                <a:gd name="connsiteY16" fmla="*/ 15909 h 21212"/>
                <a:gd name="connsiteX17" fmla="*/ 16079 w 21212"/>
                <a:gd name="connsiteY17" fmla="*/ 15994 h 21212"/>
                <a:gd name="connsiteX18" fmla="*/ 16079 w 21212"/>
                <a:gd name="connsiteY18" fmla="*/ 15994 h 21212"/>
                <a:gd name="connsiteX19" fmla="*/ 16079 w 21212"/>
                <a:gd name="connsiteY19" fmla="*/ 15994 h 21212"/>
                <a:gd name="connsiteX20" fmla="*/ 15973 w 21212"/>
                <a:gd name="connsiteY20" fmla="*/ 16036 h 21212"/>
                <a:gd name="connsiteX21" fmla="*/ 16015 w 21212"/>
                <a:gd name="connsiteY21" fmla="*/ 16036 h 21212"/>
                <a:gd name="connsiteX22" fmla="*/ 16015 w 21212"/>
                <a:gd name="connsiteY22" fmla="*/ 16100 h 21212"/>
                <a:gd name="connsiteX23" fmla="*/ 16079 w 21212"/>
                <a:gd name="connsiteY23" fmla="*/ 16036 h 21212"/>
                <a:gd name="connsiteX24" fmla="*/ 16079 w 21212"/>
                <a:gd name="connsiteY24" fmla="*/ 16036 h 21212"/>
                <a:gd name="connsiteX25" fmla="*/ 15973 w 21212"/>
                <a:gd name="connsiteY25" fmla="*/ 15994 h 21212"/>
                <a:gd name="connsiteX26" fmla="*/ 15930 w 21212"/>
                <a:gd name="connsiteY26" fmla="*/ 16036 h 21212"/>
                <a:gd name="connsiteX27" fmla="*/ 15930 w 21212"/>
                <a:gd name="connsiteY27" fmla="*/ 16036 h 21212"/>
                <a:gd name="connsiteX28" fmla="*/ 15930 w 21212"/>
                <a:gd name="connsiteY28" fmla="*/ 16036 h 21212"/>
                <a:gd name="connsiteX29" fmla="*/ 15930 w 21212"/>
                <a:gd name="connsiteY29" fmla="*/ 16036 h 21212"/>
                <a:gd name="connsiteX30" fmla="*/ 16057 w 21212"/>
                <a:gd name="connsiteY30" fmla="*/ 15994 h 21212"/>
                <a:gd name="connsiteX31" fmla="*/ 16015 w 21212"/>
                <a:gd name="connsiteY31" fmla="*/ 15994 h 21212"/>
                <a:gd name="connsiteX32" fmla="*/ 16015 w 21212"/>
                <a:gd name="connsiteY32" fmla="*/ 15994 h 21212"/>
                <a:gd name="connsiteX33" fmla="*/ 15973 w 21212"/>
                <a:gd name="connsiteY33" fmla="*/ 15994 h 21212"/>
                <a:gd name="connsiteX34" fmla="*/ 15973 w 21212"/>
                <a:gd name="connsiteY3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6036"/>
                  </a:moveTo>
                  <a:lnTo>
                    <a:pt x="16079" y="16036"/>
                  </a:lnTo>
                  <a:lnTo>
                    <a:pt x="16163" y="16036"/>
                  </a:lnTo>
                  <a:lnTo>
                    <a:pt x="16163" y="16036"/>
                  </a:lnTo>
                  <a:lnTo>
                    <a:pt x="16163" y="16036"/>
                  </a:lnTo>
                  <a:lnTo>
                    <a:pt x="16079" y="16036"/>
                  </a:lnTo>
                  <a:cubicBezTo>
                    <a:pt x="16079" y="16036"/>
                    <a:pt x="16079" y="16100"/>
                    <a:pt x="16057" y="16100"/>
                  </a:cubicBezTo>
                  <a:cubicBezTo>
                    <a:pt x="16057" y="16100"/>
                    <a:pt x="16057" y="16100"/>
                    <a:pt x="16015" y="16100"/>
                  </a:cubicBezTo>
                  <a:cubicBezTo>
                    <a:pt x="16015" y="16100"/>
                    <a:pt x="16015" y="16100"/>
                    <a:pt x="15973" y="16100"/>
                  </a:cubicBezTo>
                  <a:cubicBezTo>
                    <a:pt x="15973" y="16100"/>
                    <a:pt x="15973" y="16100"/>
                    <a:pt x="15930" y="16100"/>
                  </a:cubicBezTo>
                  <a:lnTo>
                    <a:pt x="15930" y="16036"/>
                  </a:lnTo>
                  <a:lnTo>
                    <a:pt x="15909" y="16036"/>
                  </a:lnTo>
                  <a:cubicBezTo>
                    <a:pt x="15909" y="16036"/>
                    <a:pt x="15909" y="15994"/>
                    <a:pt x="15930" y="15994"/>
                  </a:cubicBezTo>
                  <a:lnTo>
                    <a:pt x="15930" y="15994"/>
                  </a:lnTo>
                  <a:lnTo>
                    <a:pt x="15973" y="15994"/>
                  </a:lnTo>
                  <a:cubicBezTo>
                    <a:pt x="15973" y="15909"/>
                    <a:pt x="16015" y="15909"/>
                    <a:pt x="16015" y="15909"/>
                  </a:cubicBezTo>
                  <a:cubicBezTo>
                    <a:pt x="16015" y="15909"/>
                    <a:pt x="16015" y="15909"/>
                    <a:pt x="16057" y="15909"/>
                  </a:cubicBezTo>
                  <a:cubicBezTo>
                    <a:pt x="16057" y="15994"/>
                    <a:pt x="16057" y="15994"/>
                    <a:pt x="16079" y="15994"/>
                  </a:cubicBezTo>
                  <a:lnTo>
                    <a:pt x="16079" y="15994"/>
                  </a:lnTo>
                  <a:lnTo>
                    <a:pt x="16079" y="15994"/>
                  </a:lnTo>
                  <a:lnTo>
                    <a:pt x="15973" y="16036"/>
                  </a:lnTo>
                  <a:lnTo>
                    <a:pt x="16015" y="16036"/>
                  </a:lnTo>
                  <a:cubicBezTo>
                    <a:pt x="16015" y="16100"/>
                    <a:pt x="16015" y="16100"/>
                    <a:pt x="16015" y="16100"/>
                  </a:cubicBezTo>
                  <a:cubicBezTo>
                    <a:pt x="16057" y="16100"/>
                    <a:pt x="16057" y="16036"/>
                    <a:pt x="16079" y="16036"/>
                  </a:cubicBezTo>
                  <a:lnTo>
                    <a:pt x="16079" y="16036"/>
                  </a:lnTo>
                  <a:close/>
                  <a:moveTo>
                    <a:pt x="15973" y="15994"/>
                  </a:moveTo>
                  <a:cubicBezTo>
                    <a:pt x="15973" y="15994"/>
                    <a:pt x="15930" y="15994"/>
                    <a:pt x="15930" y="16036"/>
                  </a:cubicBezTo>
                  <a:cubicBezTo>
                    <a:pt x="15930" y="15994"/>
                    <a:pt x="15930" y="16036"/>
                    <a:pt x="15930" y="16036"/>
                  </a:cubicBezTo>
                  <a:lnTo>
                    <a:pt x="15930" y="16036"/>
                  </a:lnTo>
                  <a:lnTo>
                    <a:pt x="15930" y="16036"/>
                  </a:lnTo>
                  <a:lnTo>
                    <a:pt x="16057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5973" y="15994"/>
                  </a:ln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A3672C2B-A82E-436C-B5C7-96C6EEEC4D4F}"/>
                </a:ext>
              </a:extLst>
            </p:cNvPr>
            <p:cNvSpPr/>
            <p:nvPr/>
          </p:nvSpPr>
          <p:spPr>
            <a:xfrm>
              <a:off x="6407293" y="4744907"/>
              <a:ext cx="31327" cy="31327"/>
            </a:xfrm>
            <a:custGeom>
              <a:avLst/>
              <a:gdLst>
                <a:gd name="connsiteX0" fmla="*/ 15973 w 21212"/>
                <a:gd name="connsiteY0" fmla="*/ 15994 h 21212"/>
                <a:gd name="connsiteX1" fmla="*/ 15909 w 21212"/>
                <a:gd name="connsiteY1" fmla="*/ 15994 h 21212"/>
                <a:gd name="connsiteX2" fmla="*/ 15973 w 21212"/>
                <a:gd name="connsiteY2" fmla="*/ 15909 h 21212"/>
                <a:gd name="connsiteX3" fmla="*/ 15994 w 21212"/>
                <a:gd name="connsiteY3" fmla="*/ 15909 h 21212"/>
                <a:gd name="connsiteX4" fmla="*/ 15973 w 21212"/>
                <a:gd name="connsiteY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73" y="15994"/>
                  </a:moveTo>
                  <a:lnTo>
                    <a:pt x="15909" y="15994"/>
                  </a:lnTo>
                  <a:lnTo>
                    <a:pt x="15973" y="15909"/>
                  </a:lnTo>
                  <a:lnTo>
                    <a:pt x="15994" y="15909"/>
                  </a:ln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AFAE74F-AB52-4176-86F6-FB13F73347E4}"/>
                </a:ext>
              </a:extLst>
            </p:cNvPr>
            <p:cNvSpPr/>
            <p:nvPr/>
          </p:nvSpPr>
          <p:spPr>
            <a:xfrm>
              <a:off x="6407293" y="4744532"/>
              <a:ext cx="31327" cy="31327"/>
            </a:xfrm>
            <a:custGeom>
              <a:avLst/>
              <a:gdLst>
                <a:gd name="connsiteX0" fmla="*/ 16164 w 21212"/>
                <a:gd name="connsiteY0" fmla="*/ 16015 h 21212"/>
                <a:gd name="connsiteX1" fmla="*/ 16227 w 21212"/>
                <a:gd name="connsiteY1" fmla="*/ 16015 h 21212"/>
                <a:gd name="connsiteX2" fmla="*/ 16227 w 21212"/>
                <a:gd name="connsiteY2" fmla="*/ 16015 h 21212"/>
                <a:gd name="connsiteX3" fmla="*/ 16206 w 21212"/>
                <a:gd name="connsiteY3" fmla="*/ 16015 h 21212"/>
                <a:gd name="connsiteX4" fmla="*/ 16079 w 21212"/>
                <a:gd name="connsiteY4" fmla="*/ 15951 h 21212"/>
                <a:gd name="connsiteX5" fmla="*/ 16100 w 21212"/>
                <a:gd name="connsiteY5" fmla="*/ 15909 h 21212"/>
                <a:gd name="connsiteX6" fmla="*/ 16376 w 21212"/>
                <a:gd name="connsiteY6" fmla="*/ 16015 h 21212"/>
                <a:gd name="connsiteX7" fmla="*/ 16312 w 21212"/>
                <a:gd name="connsiteY7" fmla="*/ 16015 h 21212"/>
                <a:gd name="connsiteX8" fmla="*/ 16079 w 21212"/>
                <a:gd name="connsiteY8" fmla="*/ 16015 h 21212"/>
                <a:gd name="connsiteX9" fmla="*/ 15973 w 21212"/>
                <a:gd name="connsiteY9" fmla="*/ 16015 h 21212"/>
                <a:gd name="connsiteX10" fmla="*/ 15973 w 21212"/>
                <a:gd name="connsiteY10" fmla="*/ 16015 h 21212"/>
                <a:gd name="connsiteX11" fmla="*/ 16015 w 21212"/>
                <a:gd name="connsiteY11" fmla="*/ 16036 h 21212"/>
                <a:gd name="connsiteX12" fmla="*/ 16164 w 21212"/>
                <a:gd name="connsiteY12" fmla="*/ 16100 h 21212"/>
                <a:gd name="connsiteX13" fmla="*/ 16100 w 21212"/>
                <a:gd name="connsiteY13" fmla="*/ 16100 h 21212"/>
                <a:gd name="connsiteX14" fmla="*/ 15909 w 21212"/>
                <a:gd name="connsiteY14" fmla="*/ 16015 h 21212"/>
                <a:gd name="connsiteX15" fmla="*/ 15973 w 21212"/>
                <a:gd name="connsiteY15" fmla="*/ 16015 h 21212"/>
                <a:gd name="connsiteX16" fmla="*/ 16164 w 21212"/>
                <a:gd name="connsiteY16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212" h="21212">
                  <a:moveTo>
                    <a:pt x="16164" y="16015"/>
                  </a:moveTo>
                  <a:cubicBezTo>
                    <a:pt x="16206" y="16015"/>
                    <a:pt x="16206" y="16015"/>
                    <a:pt x="16227" y="16015"/>
                  </a:cubicBezTo>
                  <a:lnTo>
                    <a:pt x="16227" y="16015"/>
                  </a:lnTo>
                  <a:lnTo>
                    <a:pt x="16206" y="16015"/>
                  </a:lnTo>
                  <a:lnTo>
                    <a:pt x="16079" y="15951"/>
                  </a:lnTo>
                  <a:lnTo>
                    <a:pt x="16100" y="15909"/>
                  </a:lnTo>
                  <a:lnTo>
                    <a:pt x="16376" y="16015"/>
                  </a:lnTo>
                  <a:lnTo>
                    <a:pt x="16312" y="16015"/>
                  </a:lnTo>
                  <a:lnTo>
                    <a:pt x="16079" y="16015"/>
                  </a:lnTo>
                  <a:cubicBezTo>
                    <a:pt x="16015" y="16015"/>
                    <a:pt x="15994" y="16015"/>
                    <a:pt x="15973" y="16015"/>
                  </a:cubicBezTo>
                  <a:lnTo>
                    <a:pt x="15973" y="16015"/>
                  </a:lnTo>
                  <a:cubicBezTo>
                    <a:pt x="15994" y="16036"/>
                    <a:pt x="15994" y="16036"/>
                    <a:pt x="16015" y="16036"/>
                  </a:cubicBezTo>
                  <a:lnTo>
                    <a:pt x="16164" y="16100"/>
                  </a:lnTo>
                  <a:lnTo>
                    <a:pt x="16100" y="16100"/>
                  </a:lnTo>
                  <a:lnTo>
                    <a:pt x="15909" y="16015"/>
                  </a:lnTo>
                  <a:lnTo>
                    <a:pt x="15973" y="16015"/>
                  </a:lnTo>
                  <a:lnTo>
                    <a:pt x="16164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B12EE67-66B8-4428-AF24-EB970C1081E7}"/>
                </a:ext>
              </a:extLst>
            </p:cNvPr>
            <p:cNvSpPr/>
            <p:nvPr/>
          </p:nvSpPr>
          <p:spPr>
            <a:xfrm>
              <a:off x="6407763" y="4744532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185 w 21212"/>
                <a:gd name="connsiteY1" fmla="*/ 15909 h 21212"/>
                <a:gd name="connsiteX2" fmla="*/ 16185 w 21212"/>
                <a:gd name="connsiteY2" fmla="*/ 15951 h 21212"/>
                <a:gd name="connsiteX3" fmla="*/ 16185 w 21212"/>
                <a:gd name="connsiteY3" fmla="*/ 15951 h 21212"/>
                <a:gd name="connsiteX4" fmla="*/ 16185 w 21212"/>
                <a:gd name="connsiteY4" fmla="*/ 15951 h 21212"/>
                <a:gd name="connsiteX5" fmla="*/ 16121 w 21212"/>
                <a:gd name="connsiteY5" fmla="*/ 15973 h 21212"/>
                <a:gd name="connsiteX6" fmla="*/ 16121 w 21212"/>
                <a:gd name="connsiteY6" fmla="*/ 15973 h 21212"/>
                <a:gd name="connsiteX7" fmla="*/ 16079 w 21212"/>
                <a:gd name="connsiteY7" fmla="*/ 15973 h 21212"/>
                <a:gd name="connsiteX8" fmla="*/ 16057 w 21212"/>
                <a:gd name="connsiteY8" fmla="*/ 15973 h 21212"/>
                <a:gd name="connsiteX9" fmla="*/ 16057 w 21212"/>
                <a:gd name="connsiteY9" fmla="*/ 15973 h 21212"/>
                <a:gd name="connsiteX10" fmla="*/ 15994 w 21212"/>
                <a:gd name="connsiteY10" fmla="*/ 15973 h 21212"/>
                <a:gd name="connsiteX11" fmla="*/ 15994 w 21212"/>
                <a:gd name="connsiteY11" fmla="*/ 15951 h 21212"/>
                <a:gd name="connsiteX12" fmla="*/ 16057 w 21212"/>
                <a:gd name="connsiteY12" fmla="*/ 15951 h 21212"/>
                <a:gd name="connsiteX13" fmla="*/ 16057 w 21212"/>
                <a:gd name="connsiteY13" fmla="*/ 15909 h 21212"/>
                <a:gd name="connsiteX14" fmla="*/ 16079 w 21212"/>
                <a:gd name="connsiteY14" fmla="*/ 15909 h 21212"/>
                <a:gd name="connsiteX15" fmla="*/ 16079 w 21212"/>
                <a:gd name="connsiteY15" fmla="*/ 15909 h 21212"/>
                <a:gd name="connsiteX16" fmla="*/ 16079 w 21212"/>
                <a:gd name="connsiteY16" fmla="*/ 15909 h 21212"/>
                <a:gd name="connsiteX17" fmla="*/ 16079 w 21212"/>
                <a:gd name="connsiteY17" fmla="*/ 15909 h 21212"/>
                <a:gd name="connsiteX18" fmla="*/ 16079 w 21212"/>
                <a:gd name="connsiteY18" fmla="*/ 15909 h 21212"/>
                <a:gd name="connsiteX19" fmla="*/ 16079 w 21212"/>
                <a:gd name="connsiteY19" fmla="*/ 15909 h 21212"/>
                <a:gd name="connsiteX20" fmla="*/ 16057 w 21212"/>
                <a:gd name="connsiteY20" fmla="*/ 15909 h 21212"/>
                <a:gd name="connsiteX21" fmla="*/ 15994 w 21212"/>
                <a:gd name="connsiteY21" fmla="*/ 15909 h 21212"/>
                <a:gd name="connsiteX22" fmla="*/ 15909 w 21212"/>
                <a:gd name="connsiteY22" fmla="*/ 15909 h 21212"/>
                <a:gd name="connsiteX23" fmla="*/ 15909 w 21212"/>
                <a:gd name="connsiteY23" fmla="*/ 15951 h 21212"/>
                <a:gd name="connsiteX24" fmla="*/ 15909 w 21212"/>
                <a:gd name="connsiteY24" fmla="*/ 15909 h 21212"/>
                <a:gd name="connsiteX25" fmla="*/ 15909 w 21212"/>
                <a:gd name="connsiteY25" fmla="*/ 15909 h 21212"/>
                <a:gd name="connsiteX26" fmla="*/ 15909 w 21212"/>
                <a:gd name="connsiteY26" fmla="*/ 15909 h 21212"/>
                <a:gd name="connsiteX27" fmla="*/ 15909 w 21212"/>
                <a:gd name="connsiteY27" fmla="*/ 15909 h 21212"/>
                <a:gd name="connsiteX28" fmla="*/ 15994 w 21212"/>
                <a:gd name="connsiteY28" fmla="*/ 15909 h 21212"/>
                <a:gd name="connsiteX29" fmla="*/ 16057 w 21212"/>
                <a:gd name="connsiteY29" fmla="*/ 15909 h 21212"/>
                <a:gd name="connsiteX30" fmla="*/ 16079 w 21212"/>
                <a:gd name="connsiteY30" fmla="*/ 15909 h 21212"/>
                <a:gd name="connsiteX31" fmla="*/ 16079 w 21212"/>
                <a:gd name="connsiteY31" fmla="*/ 15909 h 21212"/>
                <a:gd name="connsiteX32" fmla="*/ 16121 w 21212"/>
                <a:gd name="connsiteY32" fmla="*/ 15909 h 21212"/>
                <a:gd name="connsiteX33" fmla="*/ 16185 w 21212"/>
                <a:gd name="connsiteY33" fmla="*/ 15909 h 21212"/>
                <a:gd name="connsiteX34" fmla="*/ 16206 w 21212"/>
                <a:gd name="connsiteY34" fmla="*/ 15951 h 21212"/>
                <a:gd name="connsiteX35" fmla="*/ 16185 w 21212"/>
                <a:gd name="connsiteY35" fmla="*/ 15909 h 21212"/>
                <a:gd name="connsiteX36" fmla="*/ 16121 w 21212"/>
                <a:gd name="connsiteY36" fmla="*/ 15909 h 21212"/>
                <a:gd name="connsiteX37" fmla="*/ 16079 w 21212"/>
                <a:gd name="connsiteY37" fmla="*/ 15909 h 21212"/>
                <a:gd name="connsiteX38" fmla="*/ 16079 w 21212"/>
                <a:gd name="connsiteY38" fmla="*/ 15909 h 21212"/>
                <a:gd name="connsiteX39" fmla="*/ 16057 w 21212"/>
                <a:gd name="connsiteY39" fmla="*/ 15951 h 21212"/>
                <a:gd name="connsiteX40" fmla="*/ 16079 w 21212"/>
                <a:gd name="connsiteY40" fmla="*/ 15951 h 21212"/>
                <a:gd name="connsiteX41" fmla="*/ 16079 w 21212"/>
                <a:gd name="connsiteY41" fmla="*/ 15951 h 21212"/>
                <a:gd name="connsiteX42" fmla="*/ 16079 w 21212"/>
                <a:gd name="connsiteY42" fmla="*/ 15951 h 21212"/>
                <a:gd name="connsiteX43" fmla="*/ 16079 w 21212"/>
                <a:gd name="connsiteY43" fmla="*/ 15951 h 21212"/>
                <a:gd name="connsiteX44" fmla="*/ 16121 w 21212"/>
                <a:gd name="connsiteY44" fmla="*/ 15951 h 21212"/>
                <a:gd name="connsiteX45" fmla="*/ 16121 w 21212"/>
                <a:gd name="connsiteY45" fmla="*/ 15951 h 21212"/>
                <a:gd name="connsiteX46" fmla="*/ 16121 w 21212"/>
                <a:gd name="connsiteY46" fmla="*/ 15951 h 21212"/>
                <a:gd name="connsiteX47" fmla="*/ 16185 w 21212"/>
                <a:gd name="connsiteY47" fmla="*/ 15909 h 21212"/>
                <a:gd name="connsiteX48" fmla="*/ 16185 w 21212"/>
                <a:gd name="connsiteY48" fmla="*/ 15909 h 21212"/>
                <a:gd name="connsiteX49" fmla="*/ 16121 w 21212"/>
                <a:gd name="connsiteY49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lnTo>
                    <a:pt x="16185" y="15909"/>
                  </a:lnTo>
                  <a:lnTo>
                    <a:pt x="16185" y="15951"/>
                  </a:lnTo>
                  <a:lnTo>
                    <a:pt x="16185" y="15951"/>
                  </a:lnTo>
                  <a:lnTo>
                    <a:pt x="16185" y="15951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079" y="15973"/>
                  </a:lnTo>
                  <a:lnTo>
                    <a:pt x="16057" y="15973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5994" y="15973"/>
                  </a:cubicBezTo>
                  <a:cubicBezTo>
                    <a:pt x="15994" y="15951"/>
                    <a:pt x="15994" y="15951"/>
                    <a:pt x="15994" y="15951"/>
                  </a:cubicBezTo>
                  <a:cubicBezTo>
                    <a:pt x="15994" y="15951"/>
                    <a:pt x="15994" y="15951"/>
                    <a:pt x="16057" y="15951"/>
                  </a:cubicBezTo>
                  <a:cubicBezTo>
                    <a:pt x="16057" y="15909"/>
                    <a:pt x="16057" y="15909"/>
                    <a:pt x="16057" y="15909"/>
                  </a:cubicBezTo>
                  <a:cubicBezTo>
                    <a:pt x="16057" y="15909"/>
                    <a:pt x="16057" y="15909"/>
                    <a:pt x="16079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057" y="15909"/>
                    <a:pt x="16057" y="15909"/>
                    <a:pt x="16057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5909" y="15909"/>
                  </a:cubicBezTo>
                  <a:cubicBezTo>
                    <a:pt x="15909" y="15909"/>
                    <a:pt x="15909" y="15909"/>
                    <a:pt x="15909" y="15951"/>
                  </a:cubicBez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ubicBezTo>
                    <a:pt x="15909" y="15909"/>
                    <a:pt x="15909" y="15909"/>
                    <a:pt x="15994" y="15909"/>
                  </a:cubicBezTo>
                  <a:lnTo>
                    <a:pt x="16057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121" y="15909"/>
                  </a:lnTo>
                  <a:lnTo>
                    <a:pt x="16185" y="15909"/>
                  </a:lnTo>
                  <a:lnTo>
                    <a:pt x="16206" y="15951"/>
                  </a:lnTo>
                  <a:lnTo>
                    <a:pt x="16185" y="15909"/>
                  </a:lnTo>
                  <a:close/>
                  <a:moveTo>
                    <a:pt x="16121" y="15909"/>
                  </a:moveTo>
                  <a:cubicBezTo>
                    <a:pt x="16121" y="15909"/>
                    <a:pt x="16121" y="15909"/>
                    <a:pt x="16079" y="15909"/>
                  </a:cubicBezTo>
                  <a:lnTo>
                    <a:pt x="16079" y="15909"/>
                  </a:lnTo>
                  <a:cubicBezTo>
                    <a:pt x="16057" y="15909"/>
                    <a:pt x="16057" y="15951"/>
                    <a:pt x="16057" y="15951"/>
                  </a:cubicBezTo>
                  <a:cubicBezTo>
                    <a:pt x="16057" y="15951"/>
                    <a:pt x="16057" y="15951"/>
                    <a:pt x="16079" y="15951"/>
                  </a:cubicBezTo>
                  <a:lnTo>
                    <a:pt x="16079" y="15951"/>
                  </a:lnTo>
                  <a:cubicBezTo>
                    <a:pt x="16079" y="15951"/>
                    <a:pt x="16079" y="15973"/>
                    <a:pt x="16079" y="15951"/>
                  </a:cubicBezTo>
                  <a:lnTo>
                    <a:pt x="16079" y="15951"/>
                  </a:lnTo>
                  <a:cubicBezTo>
                    <a:pt x="16121" y="15951"/>
                    <a:pt x="16121" y="15951"/>
                    <a:pt x="16121" y="15951"/>
                  </a:cubicBezTo>
                  <a:lnTo>
                    <a:pt x="16121" y="15951"/>
                  </a:lnTo>
                  <a:lnTo>
                    <a:pt x="16121" y="15951"/>
                  </a:lnTo>
                  <a:cubicBezTo>
                    <a:pt x="16185" y="15909"/>
                    <a:pt x="16185" y="15909"/>
                    <a:pt x="16185" y="15909"/>
                  </a:cubicBezTo>
                  <a:lnTo>
                    <a:pt x="16185" y="15909"/>
                  </a:lnTo>
                  <a:lnTo>
                    <a:pt x="1612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78267A14-867C-46C5-A4C8-5658131A2FB8}"/>
                </a:ext>
              </a:extLst>
            </p:cNvPr>
            <p:cNvSpPr/>
            <p:nvPr/>
          </p:nvSpPr>
          <p:spPr>
            <a:xfrm>
              <a:off x="6408076" y="4744188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00 w 21212"/>
                <a:gd name="connsiteY1" fmla="*/ 16121 h 21212"/>
                <a:gd name="connsiteX2" fmla="*/ 16100 w 21212"/>
                <a:gd name="connsiteY2" fmla="*/ 16015 h 21212"/>
                <a:gd name="connsiteX3" fmla="*/ 16036 w 21212"/>
                <a:gd name="connsiteY3" fmla="*/ 16015 h 21212"/>
                <a:gd name="connsiteX4" fmla="*/ 16036 w 21212"/>
                <a:gd name="connsiteY4" fmla="*/ 16015 h 21212"/>
                <a:gd name="connsiteX5" fmla="*/ 16036 w 21212"/>
                <a:gd name="connsiteY5" fmla="*/ 16015 h 21212"/>
                <a:gd name="connsiteX6" fmla="*/ 15994 w 21212"/>
                <a:gd name="connsiteY6" fmla="*/ 16015 h 21212"/>
                <a:gd name="connsiteX7" fmla="*/ 15994 w 21212"/>
                <a:gd name="connsiteY7" fmla="*/ 16015 h 21212"/>
                <a:gd name="connsiteX8" fmla="*/ 15994 w 21212"/>
                <a:gd name="connsiteY8" fmla="*/ 16121 h 21212"/>
                <a:gd name="connsiteX9" fmla="*/ 16100 w 21212"/>
                <a:gd name="connsiteY9" fmla="*/ 16142 h 21212"/>
                <a:gd name="connsiteX10" fmla="*/ 16036 w 21212"/>
                <a:gd name="connsiteY10" fmla="*/ 16142 h 21212"/>
                <a:gd name="connsiteX11" fmla="*/ 15909 w 21212"/>
                <a:gd name="connsiteY11" fmla="*/ 16121 h 21212"/>
                <a:gd name="connsiteX12" fmla="*/ 15909 w 21212"/>
                <a:gd name="connsiteY12" fmla="*/ 16121 h 21212"/>
                <a:gd name="connsiteX13" fmla="*/ 15973 w 21212"/>
                <a:gd name="connsiteY13" fmla="*/ 16121 h 21212"/>
                <a:gd name="connsiteX14" fmla="*/ 15973 w 21212"/>
                <a:gd name="connsiteY14" fmla="*/ 16121 h 21212"/>
                <a:gd name="connsiteX15" fmla="*/ 15973 w 21212"/>
                <a:gd name="connsiteY15" fmla="*/ 16015 h 21212"/>
                <a:gd name="connsiteX16" fmla="*/ 15973 w 21212"/>
                <a:gd name="connsiteY16" fmla="*/ 16015 h 21212"/>
                <a:gd name="connsiteX17" fmla="*/ 15973 w 21212"/>
                <a:gd name="connsiteY17" fmla="*/ 16015 h 21212"/>
                <a:gd name="connsiteX18" fmla="*/ 15994 w 21212"/>
                <a:gd name="connsiteY18" fmla="*/ 16015 h 21212"/>
                <a:gd name="connsiteX19" fmla="*/ 16036 w 21212"/>
                <a:gd name="connsiteY19" fmla="*/ 15951 h 21212"/>
                <a:gd name="connsiteX20" fmla="*/ 16036 w 21212"/>
                <a:gd name="connsiteY20" fmla="*/ 15951 h 21212"/>
                <a:gd name="connsiteX21" fmla="*/ 16036 w 21212"/>
                <a:gd name="connsiteY21" fmla="*/ 15951 h 21212"/>
                <a:gd name="connsiteX22" fmla="*/ 16100 w 21212"/>
                <a:gd name="connsiteY22" fmla="*/ 15951 h 21212"/>
                <a:gd name="connsiteX23" fmla="*/ 16100 w 21212"/>
                <a:gd name="connsiteY23" fmla="*/ 15930 h 21212"/>
                <a:gd name="connsiteX24" fmla="*/ 16100 w 21212"/>
                <a:gd name="connsiteY24" fmla="*/ 15930 h 21212"/>
                <a:gd name="connsiteX25" fmla="*/ 16100 w 21212"/>
                <a:gd name="connsiteY25" fmla="*/ 15930 h 21212"/>
                <a:gd name="connsiteX26" fmla="*/ 16100 w 21212"/>
                <a:gd name="connsiteY26" fmla="*/ 15909 h 21212"/>
                <a:gd name="connsiteX27" fmla="*/ 16185 w 21212"/>
                <a:gd name="connsiteY27" fmla="*/ 15930 h 21212"/>
                <a:gd name="connsiteX28" fmla="*/ 16291 w 21212"/>
                <a:gd name="connsiteY28" fmla="*/ 15951 h 21212"/>
                <a:gd name="connsiteX29" fmla="*/ 16291 w 21212"/>
                <a:gd name="connsiteY29" fmla="*/ 15951 h 21212"/>
                <a:gd name="connsiteX30" fmla="*/ 16100 w 21212"/>
                <a:gd name="connsiteY30" fmla="*/ 15930 h 21212"/>
                <a:gd name="connsiteX31" fmla="*/ 16100 w 21212"/>
                <a:gd name="connsiteY31" fmla="*/ 15930 h 21212"/>
                <a:gd name="connsiteX32" fmla="*/ 16100 w 21212"/>
                <a:gd name="connsiteY32" fmla="*/ 15930 h 21212"/>
                <a:gd name="connsiteX33" fmla="*/ 16100 w 21212"/>
                <a:gd name="connsiteY33" fmla="*/ 15930 h 21212"/>
                <a:gd name="connsiteX34" fmla="*/ 16100 w 21212"/>
                <a:gd name="connsiteY34" fmla="*/ 15951 h 21212"/>
                <a:gd name="connsiteX35" fmla="*/ 16100 w 21212"/>
                <a:gd name="connsiteY35" fmla="*/ 15951 h 21212"/>
                <a:gd name="connsiteX36" fmla="*/ 16100 w 21212"/>
                <a:gd name="connsiteY36" fmla="*/ 15951 h 21212"/>
                <a:gd name="connsiteX37" fmla="*/ 16185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00" y="16121"/>
                  </a:lnTo>
                  <a:lnTo>
                    <a:pt x="16100" y="16015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6015"/>
                  </a:lnTo>
                  <a:cubicBezTo>
                    <a:pt x="15994" y="16015"/>
                    <a:pt x="15973" y="16121"/>
                    <a:pt x="15994" y="16121"/>
                  </a:cubicBezTo>
                  <a:lnTo>
                    <a:pt x="16100" y="16142"/>
                  </a:lnTo>
                  <a:lnTo>
                    <a:pt x="16036" y="16142"/>
                  </a:lnTo>
                  <a:lnTo>
                    <a:pt x="15909" y="16121"/>
                  </a:lnTo>
                  <a:lnTo>
                    <a:pt x="15909" y="16121"/>
                  </a:lnTo>
                  <a:lnTo>
                    <a:pt x="15973" y="16121"/>
                  </a:lnTo>
                  <a:lnTo>
                    <a:pt x="15973" y="16121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94" y="16015"/>
                  </a:lnTo>
                  <a:cubicBezTo>
                    <a:pt x="15994" y="15951"/>
                    <a:pt x="15994" y="15951"/>
                    <a:pt x="16036" y="15951"/>
                  </a:cubicBezTo>
                  <a:lnTo>
                    <a:pt x="16036" y="15951"/>
                  </a:lnTo>
                  <a:lnTo>
                    <a:pt x="16036" y="15951"/>
                  </a:lnTo>
                  <a:cubicBezTo>
                    <a:pt x="16036" y="15951"/>
                    <a:pt x="16036" y="15951"/>
                    <a:pt x="16100" y="15951"/>
                  </a:cubicBez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6100" y="15909"/>
                  </a:lnTo>
                  <a:cubicBezTo>
                    <a:pt x="16100" y="15930"/>
                    <a:pt x="16185" y="15930"/>
                    <a:pt x="16185" y="15930"/>
                  </a:cubicBezTo>
                  <a:lnTo>
                    <a:pt x="16291" y="15951"/>
                  </a:lnTo>
                  <a:lnTo>
                    <a:pt x="16291" y="15951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lnTo>
                    <a:pt x="16100" y="15930"/>
                  </a:lnTo>
                  <a:cubicBezTo>
                    <a:pt x="16100" y="15930"/>
                    <a:pt x="16100" y="15930"/>
                    <a:pt x="16100" y="15951"/>
                  </a:cubicBezTo>
                  <a:lnTo>
                    <a:pt x="16100" y="15951"/>
                  </a:lnTo>
                  <a:lnTo>
                    <a:pt x="16100" y="15951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0AC79D9B-E09F-44D9-942D-91EED48DD202}"/>
                </a:ext>
              </a:extLst>
            </p:cNvPr>
            <p:cNvSpPr/>
            <p:nvPr/>
          </p:nvSpPr>
          <p:spPr>
            <a:xfrm>
              <a:off x="6408453" y="4743968"/>
              <a:ext cx="31327" cy="31327"/>
            </a:xfrm>
            <a:custGeom>
              <a:avLst/>
              <a:gdLst>
                <a:gd name="connsiteX0" fmla="*/ 16142 w 21212"/>
                <a:gd name="connsiteY0" fmla="*/ 16058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6164 w 21212"/>
                <a:gd name="connsiteY3" fmla="*/ 15994 h 21212"/>
                <a:gd name="connsiteX4" fmla="*/ 16142 w 21212"/>
                <a:gd name="connsiteY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42" y="16058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6164" y="15994"/>
                  </a:lnTo>
                  <a:lnTo>
                    <a:pt x="16142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900C941-4E1E-436D-AFFF-8A938A176E31}"/>
                </a:ext>
              </a:extLst>
            </p:cNvPr>
            <p:cNvSpPr/>
            <p:nvPr/>
          </p:nvSpPr>
          <p:spPr>
            <a:xfrm>
              <a:off x="6408797" y="4743968"/>
              <a:ext cx="31327" cy="31327"/>
            </a:xfrm>
            <a:custGeom>
              <a:avLst/>
              <a:gdLst>
                <a:gd name="connsiteX0" fmla="*/ 16036 w 21212"/>
                <a:gd name="connsiteY0" fmla="*/ 15930 h 21212"/>
                <a:gd name="connsiteX1" fmla="*/ 16142 w 21212"/>
                <a:gd name="connsiteY1" fmla="*/ 15930 h 21212"/>
                <a:gd name="connsiteX2" fmla="*/ 16142 w 21212"/>
                <a:gd name="connsiteY2" fmla="*/ 15909 h 21212"/>
                <a:gd name="connsiteX3" fmla="*/ 16185 w 21212"/>
                <a:gd name="connsiteY3" fmla="*/ 15930 h 21212"/>
                <a:gd name="connsiteX4" fmla="*/ 16142 w 21212"/>
                <a:gd name="connsiteY4" fmla="*/ 15930 h 21212"/>
                <a:gd name="connsiteX5" fmla="*/ 16036 w 21212"/>
                <a:gd name="connsiteY5" fmla="*/ 15994 h 21212"/>
                <a:gd name="connsiteX6" fmla="*/ 16036 w 21212"/>
                <a:gd name="connsiteY6" fmla="*/ 15994 h 21212"/>
                <a:gd name="connsiteX7" fmla="*/ 16015 w 21212"/>
                <a:gd name="connsiteY7" fmla="*/ 15994 h 21212"/>
                <a:gd name="connsiteX8" fmla="*/ 15951 w 21212"/>
                <a:gd name="connsiteY8" fmla="*/ 15994 h 21212"/>
                <a:gd name="connsiteX9" fmla="*/ 15909 w 21212"/>
                <a:gd name="connsiteY9" fmla="*/ 15994 h 21212"/>
                <a:gd name="connsiteX10" fmla="*/ 15909 w 21212"/>
                <a:gd name="connsiteY10" fmla="*/ 15994 h 21212"/>
                <a:gd name="connsiteX11" fmla="*/ 15909 w 21212"/>
                <a:gd name="connsiteY11" fmla="*/ 15930 h 21212"/>
                <a:gd name="connsiteX12" fmla="*/ 15909 w 21212"/>
                <a:gd name="connsiteY12" fmla="*/ 15909 h 21212"/>
                <a:gd name="connsiteX13" fmla="*/ 15909 w 21212"/>
                <a:gd name="connsiteY13" fmla="*/ 15909 h 21212"/>
                <a:gd name="connsiteX14" fmla="*/ 15930 w 21212"/>
                <a:gd name="connsiteY14" fmla="*/ 15909 h 21212"/>
                <a:gd name="connsiteX15" fmla="*/ 15951 w 21212"/>
                <a:gd name="connsiteY15" fmla="*/ 15909 h 21212"/>
                <a:gd name="connsiteX16" fmla="*/ 16036 w 21212"/>
                <a:gd name="connsiteY16" fmla="*/ 15930 h 21212"/>
                <a:gd name="connsiteX17" fmla="*/ 16036 w 21212"/>
                <a:gd name="connsiteY17" fmla="*/ 15930 h 21212"/>
                <a:gd name="connsiteX18" fmla="*/ 16036 w 21212"/>
                <a:gd name="connsiteY18" fmla="*/ 15930 h 21212"/>
                <a:gd name="connsiteX19" fmla="*/ 16036 w 21212"/>
                <a:gd name="connsiteY19" fmla="*/ 15930 h 21212"/>
                <a:gd name="connsiteX20" fmla="*/ 15930 w 21212"/>
                <a:gd name="connsiteY20" fmla="*/ 15994 h 21212"/>
                <a:gd name="connsiteX21" fmla="*/ 15951 w 21212"/>
                <a:gd name="connsiteY21" fmla="*/ 15994 h 21212"/>
                <a:gd name="connsiteX22" fmla="*/ 16015 w 21212"/>
                <a:gd name="connsiteY22" fmla="*/ 15994 h 21212"/>
                <a:gd name="connsiteX23" fmla="*/ 16015 w 21212"/>
                <a:gd name="connsiteY23" fmla="*/ 15994 h 21212"/>
                <a:gd name="connsiteX24" fmla="*/ 16036 w 21212"/>
                <a:gd name="connsiteY24" fmla="*/ 15930 h 21212"/>
                <a:gd name="connsiteX25" fmla="*/ 15930 w 21212"/>
                <a:gd name="connsiteY25" fmla="*/ 15909 h 21212"/>
                <a:gd name="connsiteX26" fmla="*/ 15930 w 21212"/>
                <a:gd name="connsiteY26" fmla="*/ 15909 h 21212"/>
                <a:gd name="connsiteX27" fmla="*/ 15930 w 21212"/>
                <a:gd name="connsiteY27" fmla="*/ 15909 h 21212"/>
                <a:gd name="connsiteX28" fmla="*/ 15930 w 21212"/>
                <a:gd name="connsiteY28" fmla="*/ 15909 h 21212"/>
                <a:gd name="connsiteX29" fmla="*/ 15930 w 21212"/>
                <a:gd name="connsiteY29" fmla="*/ 15909 h 21212"/>
                <a:gd name="connsiteX30" fmla="*/ 16015 w 21212"/>
                <a:gd name="connsiteY30" fmla="*/ 15909 h 21212"/>
                <a:gd name="connsiteX31" fmla="*/ 16015 w 21212"/>
                <a:gd name="connsiteY31" fmla="*/ 15909 h 21212"/>
                <a:gd name="connsiteX32" fmla="*/ 15930 w 21212"/>
                <a:gd name="connsiteY32" fmla="*/ 15909 h 21212"/>
                <a:gd name="connsiteX33" fmla="*/ 15930 w 21212"/>
                <a:gd name="connsiteY33" fmla="*/ 15909 h 21212"/>
                <a:gd name="connsiteX34" fmla="*/ 15930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36" y="15930"/>
                  </a:moveTo>
                  <a:cubicBezTo>
                    <a:pt x="16036" y="15930"/>
                    <a:pt x="16036" y="15930"/>
                    <a:pt x="16142" y="15930"/>
                  </a:cubicBezTo>
                  <a:cubicBezTo>
                    <a:pt x="16142" y="15930"/>
                    <a:pt x="16142" y="15930"/>
                    <a:pt x="16142" y="15909"/>
                  </a:cubicBezTo>
                  <a:lnTo>
                    <a:pt x="16185" y="15930"/>
                  </a:lnTo>
                  <a:cubicBezTo>
                    <a:pt x="16185" y="15930"/>
                    <a:pt x="16185" y="15930"/>
                    <a:pt x="16142" y="15930"/>
                  </a:cubicBezTo>
                  <a:cubicBezTo>
                    <a:pt x="16142" y="15930"/>
                    <a:pt x="16142" y="15994"/>
                    <a:pt x="16036" y="15994"/>
                  </a:cubicBezTo>
                  <a:lnTo>
                    <a:pt x="16036" y="15994"/>
                  </a:lnTo>
                  <a:cubicBezTo>
                    <a:pt x="16015" y="15994"/>
                    <a:pt x="16015" y="15994"/>
                    <a:pt x="16015" y="15994"/>
                  </a:cubicBezTo>
                  <a:cubicBezTo>
                    <a:pt x="15951" y="15994"/>
                    <a:pt x="15951" y="15994"/>
                    <a:pt x="15951" y="15994"/>
                  </a:cubicBezTo>
                  <a:cubicBezTo>
                    <a:pt x="15930" y="15994"/>
                    <a:pt x="15930" y="15994"/>
                    <a:pt x="15909" y="15994"/>
                  </a:cubicBezTo>
                  <a:lnTo>
                    <a:pt x="15909" y="15994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09"/>
                  </a:lnTo>
                  <a:lnTo>
                    <a:pt x="15909" y="15909"/>
                  </a:lnTo>
                  <a:cubicBezTo>
                    <a:pt x="15930" y="15909"/>
                    <a:pt x="15930" y="15909"/>
                    <a:pt x="15930" y="15909"/>
                  </a:cubicBezTo>
                  <a:lnTo>
                    <a:pt x="15951" y="15909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5930" y="15994"/>
                  </a:lnTo>
                  <a:lnTo>
                    <a:pt x="15951" y="15994"/>
                  </a:lnTo>
                  <a:lnTo>
                    <a:pt x="16015" y="15994"/>
                  </a:lnTo>
                  <a:lnTo>
                    <a:pt x="16015" y="15994"/>
                  </a:lnTo>
                  <a:cubicBezTo>
                    <a:pt x="16036" y="15973"/>
                    <a:pt x="16036" y="15973"/>
                    <a:pt x="16036" y="15930"/>
                  </a:cubicBezTo>
                  <a:close/>
                  <a:moveTo>
                    <a:pt x="15930" y="15909"/>
                  </a:moveTo>
                  <a:lnTo>
                    <a:pt x="15930" y="15909"/>
                  </a:lnTo>
                  <a:cubicBezTo>
                    <a:pt x="15909" y="15909"/>
                    <a:pt x="15909" y="15930"/>
                    <a:pt x="15930" y="15909"/>
                  </a:cubicBezTo>
                  <a:lnTo>
                    <a:pt x="15930" y="15909"/>
                  </a:lnTo>
                  <a:lnTo>
                    <a:pt x="15930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5951" y="15909"/>
                    <a:pt x="15951" y="15909"/>
                    <a:pt x="15930" y="15909"/>
                  </a:cubicBezTo>
                  <a:cubicBezTo>
                    <a:pt x="15951" y="15909"/>
                    <a:pt x="15951" y="15909"/>
                    <a:pt x="15930" y="15909"/>
                  </a:cubicBezTo>
                  <a:lnTo>
                    <a:pt x="15930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59DD3946-3AAC-495C-91C6-3F89F062058D}"/>
                </a:ext>
              </a:extLst>
            </p:cNvPr>
            <p:cNvSpPr/>
            <p:nvPr/>
          </p:nvSpPr>
          <p:spPr>
            <a:xfrm>
              <a:off x="6408984" y="4743750"/>
              <a:ext cx="31327" cy="31327"/>
            </a:xfrm>
            <a:custGeom>
              <a:avLst/>
              <a:gdLst>
                <a:gd name="connsiteX0" fmla="*/ 16142 w 21212"/>
                <a:gd name="connsiteY0" fmla="*/ 15909 h 21212"/>
                <a:gd name="connsiteX1" fmla="*/ 16142 w 21212"/>
                <a:gd name="connsiteY1" fmla="*/ 15973 h 21212"/>
                <a:gd name="connsiteX2" fmla="*/ 16227 w 21212"/>
                <a:gd name="connsiteY2" fmla="*/ 15973 h 21212"/>
                <a:gd name="connsiteX3" fmla="*/ 16227 w 21212"/>
                <a:gd name="connsiteY3" fmla="*/ 15994 h 21212"/>
                <a:gd name="connsiteX4" fmla="*/ 16142 w 21212"/>
                <a:gd name="connsiteY4" fmla="*/ 15994 h 21212"/>
                <a:gd name="connsiteX5" fmla="*/ 16121 w 21212"/>
                <a:gd name="connsiteY5" fmla="*/ 16057 h 21212"/>
                <a:gd name="connsiteX6" fmla="*/ 16058 w 21212"/>
                <a:gd name="connsiteY6" fmla="*/ 16057 h 21212"/>
                <a:gd name="connsiteX7" fmla="*/ 16058 w 21212"/>
                <a:gd name="connsiteY7" fmla="*/ 16057 h 21212"/>
                <a:gd name="connsiteX8" fmla="*/ 16015 w 21212"/>
                <a:gd name="connsiteY8" fmla="*/ 16057 h 21212"/>
                <a:gd name="connsiteX9" fmla="*/ 15909 w 21212"/>
                <a:gd name="connsiteY9" fmla="*/ 15994 h 21212"/>
                <a:gd name="connsiteX10" fmla="*/ 15909 w 21212"/>
                <a:gd name="connsiteY10" fmla="*/ 15994 h 21212"/>
                <a:gd name="connsiteX11" fmla="*/ 15909 w 21212"/>
                <a:gd name="connsiteY11" fmla="*/ 15973 h 21212"/>
                <a:gd name="connsiteX12" fmla="*/ 16015 w 21212"/>
                <a:gd name="connsiteY12" fmla="*/ 15909 h 21212"/>
                <a:gd name="connsiteX13" fmla="*/ 16058 w 21212"/>
                <a:gd name="connsiteY13" fmla="*/ 15909 h 21212"/>
                <a:gd name="connsiteX14" fmla="*/ 16058 w 21212"/>
                <a:gd name="connsiteY14" fmla="*/ 15909 h 21212"/>
                <a:gd name="connsiteX15" fmla="*/ 16142 w 21212"/>
                <a:gd name="connsiteY15" fmla="*/ 15909 h 21212"/>
                <a:gd name="connsiteX16" fmla="*/ 16142 w 21212"/>
                <a:gd name="connsiteY16" fmla="*/ 15909 h 21212"/>
                <a:gd name="connsiteX17" fmla="*/ 16121 w 21212"/>
                <a:gd name="connsiteY17" fmla="*/ 15973 h 21212"/>
                <a:gd name="connsiteX18" fmla="*/ 16121 w 21212"/>
                <a:gd name="connsiteY18" fmla="*/ 15909 h 21212"/>
                <a:gd name="connsiteX19" fmla="*/ 16058 w 21212"/>
                <a:gd name="connsiteY19" fmla="*/ 15909 h 21212"/>
                <a:gd name="connsiteX20" fmla="*/ 16058 w 21212"/>
                <a:gd name="connsiteY20" fmla="*/ 15909 h 21212"/>
                <a:gd name="connsiteX21" fmla="*/ 16058 w 21212"/>
                <a:gd name="connsiteY21" fmla="*/ 15973 h 21212"/>
                <a:gd name="connsiteX22" fmla="*/ 16015 w 21212"/>
                <a:gd name="connsiteY22" fmla="*/ 15973 h 21212"/>
                <a:gd name="connsiteX23" fmla="*/ 16015 w 21212"/>
                <a:gd name="connsiteY23" fmla="*/ 15994 h 21212"/>
                <a:gd name="connsiteX24" fmla="*/ 16015 w 21212"/>
                <a:gd name="connsiteY24" fmla="*/ 15994 h 21212"/>
                <a:gd name="connsiteX25" fmla="*/ 16058 w 21212"/>
                <a:gd name="connsiteY25" fmla="*/ 15994 h 21212"/>
                <a:gd name="connsiteX26" fmla="*/ 16058 w 21212"/>
                <a:gd name="connsiteY26" fmla="*/ 15994 h 21212"/>
                <a:gd name="connsiteX27" fmla="*/ 16058 w 21212"/>
                <a:gd name="connsiteY27" fmla="*/ 15994 h 21212"/>
                <a:gd name="connsiteX28" fmla="*/ 16121 w 21212"/>
                <a:gd name="connsiteY28" fmla="*/ 15973 h 21212"/>
                <a:gd name="connsiteX29" fmla="*/ 16121 w 21212"/>
                <a:gd name="connsiteY29" fmla="*/ 15973 h 21212"/>
                <a:gd name="connsiteX30" fmla="*/ 16121 w 21212"/>
                <a:gd name="connsiteY30" fmla="*/ 15973 h 21212"/>
                <a:gd name="connsiteX31" fmla="*/ 16121 w 21212"/>
                <a:gd name="connsiteY31" fmla="*/ 15973 h 21212"/>
                <a:gd name="connsiteX32" fmla="*/ 16121 w 21212"/>
                <a:gd name="connsiteY32" fmla="*/ 15973 h 21212"/>
                <a:gd name="connsiteX33" fmla="*/ 16121 w 21212"/>
                <a:gd name="connsiteY33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42" y="15909"/>
                  </a:moveTo>
                  <a:lnTo>
                    <a:pt x="16142" y="15973"/>
                  </a:lnTo>
                  <a:cubicBezTo>
                    <a:pt x="16227" y="15973"/>
                    <a:pt x="16227" y="15973"/>
                    <a:pt x="16227" y="15973"/>
                  </a:cubicBezTo>
                  <a:lnTo>
                    <a:pt x="16227" y="15994"/>
                  </a:lnTo>
                  <a:lnTo>
                    <a:pt x="16142" y="15994"/>
                  </a:lnTo>
                  <a:cubicBezTo>
                    <a:pt x="16121" y="15994"/>
                    <a:pt x="16121" y="16057"/>
                    <a:pt x="16121" y="16057"/>
                  </a:cubicBezTo>
                  <a:lnTo>
                    <a:pt x="16058" y="16057"/>
                  </a:lnTo>
                  <a:lnTo>
                    <a:pt x="16058" y="16057"/>
                  </a:lnTo>
                  <a:lnTo>
                    <a:pt x="16015" y="16057"/>
                  </a:lnTo>
                  <a:cubicBezTo>
                    <a:pt x="16015" y="15994"/>
                    <a:pt x="15909" y="15994"/>
                    <a:pt x="15909" y="15994"/>
                  </a:cubicBezTo>
                  <a:lnTo>
                    <a:pt x="15909" y="15994"/>
                  </a:lnTo>
                  <a:lnTo>
                    <a:pt x="15909" y="15973"/>
                  </a:lnTo>
                  <a:cubicBezTo>
                    <a:pt x="15909" y="15973"/>
                    <a:pt x="16015" y="15973"/>
                    <a:pt x="16015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142" y="15909"/>
                  </a:lnTo>
                  <a:cubicBezTo>
                    <a:pt x="16121" y="15909"/>
                    <a:pt x="16121" y="15909"/>
                    <a:pt x="16142" y="15909"/>
                  </a:cubicBezTo>
                  <a:close/>
                  <a:moveTo>
                    <a:pt x="16121" y="15973"/>
                  </a:moveTo>
                  <a:cubicBezTo>
                    <a:pt x="16121" y="15909"/>
                    <a:pt x="16121" y="15909"/>
                    <a:pt x="16121" y="15909"/>
                  </a:cubicBezTo>
                  <a:cubicBezTo>
                    <a:pt x="16058" y="15909"/>
                    <a:pt x="16058" y="15909"/>
                    <a:pt x="16058" y="15909"/>
                  </a:cubicBezTo>
                  <a:lnTo>
                    <a:pt x="16058" y="15909"/>
                  </a:lnTo>
                  <a:cubicBezTo>
                    <a:pt x="16058" y="15973"/>
                    <a:pt x="16058" y="15973"/>
                    <a:pt x="16058" y="15973"/>
                  </a:cubicBezTo>
                  <a:cubicBezTo>
                    <a:pt x="16015" y="15973"/>
                    <a:pt x="16015" y="15973"/>
                    <a:pt x="16015" y="15973"/>
                  </a:cubicBezTo>
                  <a:cubicBezTo>
                    <a:pt x="16015" y="15973"/>
                    <a:pt x="16015" y="15973"/>
                    <a:pt x="16015" y="15994"/>
                  </a:cubicBezTo>
                  <a:lnTo>
                    <a:pt x="16015" y="15994"/>
                  </a:lnTo>
                  <a:lnTo>
                    <a:pt x="16058" y="15994"/>
                  </a:lnTo>
                  <a:lnTo>
                    <a:pt x="16058" y="15994"/>
                  </a:lnTo>
                  <a:lnTo>
                    <a:pt x="16058" y="15994"/>
                  </a:lnTo>
                  <a:cubicBezTo>
                    <a:pt x="16058" y="15994"/>
                    <a:pt x="16058" y="15994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ubicBezTo>
                    <a:pt x="16142" y="15994"/>
                    <a:pt x="16142" y="15994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697B2561-D87E-404B-88A6-19F902BF4097}"/>
                </a:ext>
              </a:extLst>
            </p:cNvPr>
            <p:cNvSpPr/>
            <p:nvPr/>
          </p:nvSpPr>
          <p:spPr>
            <a:xfrm>
              <a:off x="6409454" y="4743467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21 w 21212"/>
                <a:gd name="connsiteY2" fmla="*/ 15973 h 21212"/>
                <a:gd name="connsiteX3" fmla="*/ 16121 w 21212"/>
                <a:gd name="connsiteY3" fmla="*/ 15973 h 21212"/>
                <a:gd name="connsiteX4" fmla="*/ 16121 w 21212"/>
                <a:gd name="connsiteY4" fmla="*/ 15973 h 21212"/>
                <a:gd name="connsiteX5" fmla="*/ 16121 w 21212"/>
                <a:gd name="connsiteY5" fmla="*/ 15973 h 21212"/>
                <a:gd name="connsiteX6" fmla="*/ 16100 w 21212"/>
                <a:gd name="connsiteY6" fmla="*/ 16036 h 21212"/>
                <a:gd name="connsiteX7" fmla="*/ 16015 w 21212"/>
                <a:gd name="connsiteY7" fmla="*/ 16036 h 21212"/>
                <a:gd name="connsiteX8" fmla="*/ 16015 w 21212"/>
                <a:gd name="connsiteY8" fmla="*/ 16036 h 21212"/>
                <a:gd name="connsiteX9" fmla="*/ 15994 w 21212"/>
                <a:gd name="connsiteY9" fmla="*/ 16036 h 21212"/>
                <a:gd name="connsiteX10" fmla="*/ 15994 w 21212"/>
                <a:gd name="connsiteY10" fmla="*/ 15973 h 21212"/>
                <a:gd name="connsiteX11" fmla="*/ 15994 w 21212"/>
                <a:gd name="connsiteY11" fmla="*/ 15973 h 21212"/>
                <a:gd name="connsiteX12" fmla="*/ 15994 w 21212"/>
                <a:gd name="connsiteY12" fmla="*/ 15973 h 21212"/>
                <a:gd name="connsiteX13" fmla="*/ 16015 w 21212"/>
                <a:gd name="connsiteY13" fmla="*/ 15951 h 21212"/>
                <a:gd name="connsiteX14" fmla="*/ 16015 w 21212"/>
                <a:gd name="connsiteY14" fmla="*/ 15951 h 21212"/>
                <a:gd name="connsiteX15" fmla="*/ 16121 w 21212"/>
                <a:gd name="connsiteY15" fmla="*/ 15973 h 21212"/>
                <a:gd name="connsiteX16" fmla="*/ 16121 w 21212"/>
                <a:gd name="connsiteY16" fmla="*/ 15973 h 21212"/>
                <a:gd name="connsiteX17" fmla="*/ 16121 w 21212"/>
                <a:gd name="connsiteY17" fmla="*/ 15973 h 21212"/>
                <a:gd name="connsiteX18" fmla="*/ 16015 w 21212"/>
                <a:gd name="connsiteY18" fmla="*/ 15909 h 21212"/>
                <a:gd name="connsiteX19" fmla="*/ 16015 w 21212"/>
                <a:gd name="connsiteY19" fmla="*/ 15909 h 21212"/>
                <a:gd name="connsiteX20" fmla="*/ 15994 w 21212"/>
                <a:gd name="connsiteY20" fmla="*/ 15951 h 21212"/>
                <a:gd name="connsiteX21" fmla="*/ 15994 w 21212"/>
                <a:gd name="connsiteY21" fmla="*/ 15951 h 21212"/>
                <a:gd name="connsiteX22" fmla="*/ 15930 w 21212"/>
                <a:gd name="connsiteY22" fmla="*/ 15951 h 21212"/>
                <a:gd name="connsiteX23" fmla="*/ 15930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51 h 21212"/>
                <a:gd name="connsiteX26" fmla="*/ 15909 w 21212"/>
                <a:gd name="connsiteY26" fmla="*/ 15951 h 21212"/>
                <a:gd name="connsiteX27" fmla="*/ 15930 w 21212"/>
                <a:gd name="connsiteY27" fmla="*/ 15951 h 21212"/>
                <a:gd name="connsiteX28" fmla="*/ 15930 w 21212"/>
                <a:gd name="connsiteY28" fmla="*/ 15909 h 21212"/>
                <a:gd name="connsiteX29" fmla="*/ 15994 w 21212"/>
                <a:gd name="connsiteY29" fmla="*/ 15909 h 21212"/>
                <a:gd name="connsiteX30" fmla="*/ 16015 w 21212"/>
                <a:gd name="connsiteY30" fmla="*/ 15909 h 21212"/>
                <a:gd name="connsiteX31" fmla="*/ 16100 w 21212"/>
                <a:gd name="connsiteY31" fmla="*/ 15909 h 21212"/>
                <a:gd name="connsiteX32" fmla="*/ 16100 w 21212"/>
                <a:gd name="connsiteY32" fmla="*/ 15909 h 21212"/>
                <a:gd name="connsiteX33" fmla="*/ 16185 w 21212"/>
                <a:gd name="connsiteY33" fmla="*/ 15951 h 21212"/>
                <a:gd name="connsiteX34" fmla="*/ 16185 w 21212"/>
                <a:gd name="connsiteY34" fmla="*/ 15973 h 21212"/>
                <a:gd name="connsiteX35" fmla="*/ 16121 w 21212"/>
                <a:gd name="connsiteY35" fmla="*/ 15973 h 21212"/>
                <a:gd name="connsiteX36" fmla="*/ 16100 w 21212"/>
                <a:gd name="connsiteY36" fmla="*/ 15951 h 21212"/>
                <a:gd name="connsiteX37" fmla="*/ 16100 w 21212"/>
                <a:gd name="connsiteY37" fmla="*/ 15951 h 21212"/>
                <a:gd name="connsiteX38" fmla="*/ 16015 w 21212"/>
                <a:gd name="connsiteY38" fmla="*/ 15973 h 21212"/>
                <a:gd name="connsiteX39" fmla="*/ 16015 w 21212"/>
                <a:gd name="connsiteY39" fmla="*/ 15973 h 21212"/>
                <a:gd name="connsiteX40" fmla="*/ 16015 w 21212"/>
                <a:gd name="connsiteY40" fmla="*/ 15973 h 21212"/>
                <a:gd name="connsiteX41" fmla="*/ 16015 w 21212"/>
                <a:gd name="connsiteY41" fmla="*/ 15973 h 21212"/>
                <a:gd name="connsiteX42" fmla="*/ 16100 w 21212"/>
                <a:gd name="connsiteY42" fmla="*/ 15951 h 21212"/>
                <a:gd name="connsiteX43" fmla="*/ 16100 w 21212"/>
                <a:gd name="connsiteY43" fmla="*/ 15951 h 21212"/>
                <a:gd name="connsiteX44" fmla="*/ 16100 w 21212"/>
                <a:gd name="connsiteY44" fmla="*/ 15951 h 21212"/>
                <a:gd name="connsiteX45" fmla="*/ 16100 w 21212"/>
                <a:gd name="connsiteY45" fmla="*/ 15951 h 21212"/>
                <a:gd name="connsiteX46" fmla="*/ 16100 w 21212"/>
                <a:gd name="connsiteY46" fmla="*/ 15951 h 21212"/>
                <a:gd name="connsiteX47" fmla="*/ 16100 w 21212"/>
                <a:gd name="connsiteY47" fmla="*/ 15951 h 21212"/>
                <a:gd name="connsiteX48" fmla="*/ 16100 w 21212"/>
                <a:gd name="connsiteY48" fmla="*/ 15951 h 21212"/>
                <a:gd name="connsiteX49" fmla="*/ 16100 w 21212"/>
                <a:gd name="connsiteY4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100" y="15973"/>
                    <a:pt x="16100" y="15973"/>
                    <a:pt x="16100" y="16036"/>
                  </a:cubicBezTo>
                  <a:cubicBezTo>
                    <a:pt x="16100" y="16036"/>
                    <a:pt x="16100" y="16036"/>
                    <a:pt x="16015" y="16036"/>
                  </a:cubicBezTo>
                  <a:lnTo>
                    <a:pt x="16015" y="16036"/>
                  </a:lnTo>
                  <a:lnTo>
                    <a:pt x="15994" y="16036"/>
                  </a:lnTo>
                  <a:cubicBezTo>
                    <a:pt x="15994" y="16036"/>
                    <a:pt x="15994" y="16036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6015" y="15951"/>
                  </a:lnTo>
                  <a:lnTo>
                    <a:pt x="16015" y="15951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cubicBezTo>
                    <a:pt x="16015" y="15951"/>
                    <a:pt x="16015" y="15909"/>
                    <a:pt x="16015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5994" y="15951"/>
                  </a:cubicBezTo>
                  <a:cubicBezTo>
                    <a:pt x="15994" y="15951"/>
                    <a:pt x="15994" y="15909"/>
                    <a:pt x="15994" y="15951"/>
                  </a:cubicBezTo>
                  <a:cubicBezTo>
                    <a:pt x="15930" y="15951"/>
                    <a:pt x="15930" y="15951"/>
                    <a:pt x="15930" y="15951"/>
                  </a:cubicBezTo>
                  <a:lnTo>
                    <a:pt x="15930" y="15973"/>
                  </a:lnTo>
                  <a:lnTo>
                    <a:pt x="15909" y="15973"/>
                  </a:lnTo>
                  <a:cubicBezTo>
                    <a:pt x="15909" y="15951"/>
                    <a:pt x="15909" y="15951"/>
                    <a:pt x="15909" y="15951"/>
                  </a:cubicBezTo>
                  <a:lnTo>
                    <a:pt x="15909" y="15951"/>
                  </a:lnTo>
                  <a:lnTo>
                    <a:pt x="15930" y="15951"/>
                  </a:lnTo>
                  <a:cubicBezTo>
                    <a:pt x="15930" y="15951"/>
                    <a:pt x="15930" y="15951"/>
                    <a:pt x="15930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100" y="15909"/>
                  </a:lnTo>
                  <a:lnTo>
                    <a:pt x="16185" y="15951"/>
                  </a:lnTo>
                  <a:lnTo>
                    <a:pt x="16185" y="15973"/>
                  </a:lnTo>
                  <a:lnTo>
                    <a:pt x="16121" y="15973"/>
                  </a:lnTo>
                  <a:close/>
                  <a:moveTo>
                    <a:pt x="16100" y="15951"/>
                  </a:moveTo>
                  <a:lnTo>
                    <a:pt x="16100" y="15951"/>
                  </a:lnTo>
                  <a:cubicBezTo>
                    <a:pt x="16015" y="15951"/>
                    <a:pt x="16015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lnTo>
                    <a:pt x="16015" y="15973"/>
                  </a:lnTo>
                  <a:cubicBezTo>
                    <a:pt x="16015" y="15973"/>
                    <a:pt x="16015" y="15973"/>
                    <a:pt x="16100" y="15951"/>
                  </a:cubicBezTo>
                  <a:lnTo>
                    <a:pt x="16100" y="15951"/>
                  </a:lnTo>
                  <a:lnTo>
                    <a:pt x="16100" y="15951"/>
                  </a:lnTo>
                  <a:lnTo>
                    <a:pt x="16100" y="15951"/>
                  </a:lnTo>
                  <a:cubicBezTo>
                    <a:pt x="16121" y="15973"/>
                    <a:pt x="16121" y="15973"/>
                    <a:pt x="16100" y="15951"/>
                  </a:cubicBezTo>
                  <a:lnTo>
                    <a:pt x="16100" y="15951"/>
                  </a:lnTo>
                  <a:cubicBezTo>
                    <a:pt x="16121" y="15951"/>
                    <a:pt x="16121" y="15951"/>
                    <a:pt x="16100" y="15951"/>
                  </a:cubicBezTo>
                  <a:lnTo>
                    <a:pt x="16100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C7591171-83FC-41BF-B405-A6481C1B3F29}"/>
                </a:ext>
              </a:extLst>
            </p:cNvPr>
            <p:cNvSpPr/>
            <p:nvPr/>
          </p:nvSpPr>
          <p:spPr>
            <a:xfrm>
              <a:off x="6409736" y="4743247"/>
              <a:ext cx="31327" cy="31327"/>
            </a:xfrm>
            <a:custGeom>
              <a:avLst/>
              <a:gdLst>
                <a:gd name="connsiteX0" fmla="*/ 16036 w 21212"/>
                <a:gd name="connsiteY0" fmla="*/ 15994 h 21212"/>
                <a:gd name="connsiteX1" fmla="*/ 16036 w 21212"/>
                <a:gd name="connsiteY1" fmla="*/ 15994 h 21212"/>
                <a:gd name="connsiteX2" fmla="*/ 15994 w 21212"/>
                <a:gd name="connsiteY2" fmla="*/ 15994 h 21212"/>
                <a:gd name="connsiteX3" fmla="*/ 15994 w 21212"/>
                <a:gd name="connsiteY3" fmla="*/ 16036 h 21212"/>
                <a:gd name="connsiteX4" fmla="*/ 15994 w 21212"/>
                <a:gd name="connsiteY4" fmla="*/ 16036 h 21212"/>
                <a:gd name="connsiteX5" fmla="*/ 15994 w 21212"/>
                <a:gd name="connsiteY5" fmla="*/ 16036 h 21212"/>
                <a:gd name="connsiteX6" fmla="*/ 16079 w 21212"/>
                <a:gd name="connsiteY6" fmla="*/ 16057 h 21212"/>
                <a:gd name="connsiteX7" fmla="*/ 16079 w 21212"/>
                <a:gd name="connsiteY7" fmla="*/ 16057 h 21212"/>
                <a:gd name="connsiteX8" fmla="*/ 15909 w 21212"/>
                <a:gd name="connsiteY8" fmla="*/ 16036 h 21212"/>
                <a:gd name="connsiteX9" fmla="*/ 15930 w 21212"/>
                <a:gd name="connsiteY9" fmla="*/ 16036 h 21212"/>
                <a:gd name="connsiteX10" fmla="*/ 15930 w 21212"/>
                <a:gd name="connsiteY10" fmla="*/ 16036 h 21212"/>
                <a:gd name="connsiteX11" fmla="*/ 15930 w 21212"/>
                <a:gd name="connsiteY11" fmla="*/ 16036 h 21212"/>
                <a:gd name="connsiteX12" fmla="*/ 15930 w 21212"/>
                <a:gd name="connsiteY12" fmla="*/ 16036 h 21212"/>
                <a:gd name="connsiteX13" fmla="*/ 15930 w 21212"/>
                <a:gd name="connsiteY13" fmla="*/ 15994 h 21212"/>
                <a:gd name="connsiteX14" fmla="*/ 15994 w 21212"/>
                <a:gd name="connsiteY14" fmla="*/ 15994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6036 w 21212"/>
                <a:gd name="connsiteY18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36" y="15994"/>
                  </a:moveTo>
                  <a:lnTo>
                    <a:pt x="16036" y="15994"/>
                  </a:lnTo>
                  <a:lnTo>
                    <a:pt x="15994" y="15994"/>
                  </a:lnTo>
                  <a:cubicBezTo>
                    <a:pt x="15994" y="15994"/>
                    <a:pt x="15994" y="15994"/>
                    <a:pt x="15994" y="16036"/>
                  </a:cubicBezTo>
                  <a:lnTo>
                    <a:pt x="15994" y="16036"/>
                  </a:lnTo>
                  <a:lnTo>
                    <a:pt x="15994" y="16036"/>
                  </a:lnTo>
                  <a:lnTo>
                    <a:pt x="16079" y="16057"/>
                  </a:lnTo>
                  <a:lnTo>
                    <a:pt x="16079" y="16057"/>
                  </a:lnTo>
                  <a:lnTo>
                    <a:pt x="15909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30" y="16036"/>
                    <a:pt x="15930" y="16036"/>
                    <a:pt x="15930" y="15994"/>
                  </a:cubicBezTo>
                  <a:lnTo>
                    <a:pt x="15994" y="15994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6036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26F816E3-AD35-44BF-94DB-CAF92514CC8A}"/>
                </a:ext>
              </a:extLst>
            </p:cNvPr>
            <p:cNvSpPr/>
            <p:nvPr/>
          </p:nvSpPr>
          <p:spPr>
            <a:xfrm>
              <a:off x="6409956" y="4743153"/>
              <a:ext cx="31327" cy="31327"/>
            </a:xfrm>
            <a:custGeom>
              <a:avLst/>
              <a:gdLst>
                <a:gd name="connsiteX0" fmla="*/ 15909 w 21212"/>
                <a:gd name="connsiteY0" fmla="*/ 15952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51 w 21212"/>
                <a:gd name="connsiteY3" fmla="*/ 15909 h 21212"/>
                <a:gd name="connsiteX4" fmla="*/ 15951 w 21212"/>
                <a:gd name="connsiteY4" fmla="*/ 15952 h 21212"/>
                <a:gd name="connsiteX5" fmla="*/ 15909 w 21212"/>
                <a:gd name="connsiteY5" fmla="*/ 15952 h 21212"/>
                <a:gd name="connsiteX6" fmla="*/ 15909 w 21212"/>
                <a:gd name="connsiteY6" fmla="*/ 15952 h 21212"/>
                <a:gd name="connsiteX7" fmla="*/ 15909 w 21212"/>
                <a:gd name="connsiteY7" fmla="*/ 15952 h 21212"/>
                <a:gd name="connsiteX8" fmla="*/ 15909 w 21212"/>
                <a:gd name="connsiteY8" fmla="*/ 15952 h 21212"/>
                <a:gd name="connsiteX9" fmla="*/ 15909 w 21212"/>
                <a:gd name="connsiteY9" fmla="*/ 15952 h 21212"/>
                <a:gd name="connsiteX10" fmla="*/ 15951 w 21212"/>
                <a:gd name="connsiteY10" fmla="*/ 16058 h 21212"/>
                <a:gd name="connsiteX11" fmla="*/ 15994 w 21212"/>
                <a:gd name="connsiteY11" fmla="*/ 16058 h 21212"/>
                <a:gd name="connsiteX12" fmla="*/ 15994 w 21212"/>
                <a:gd name="connsiteY12" fmla="*/ 16058 h 21212"/>
                <a:gd name="connsiteX13" fmla="*/ 15994 w 21212"/>
                <a:gd name="connsiteY13" fmla="*/ 15973 h 21212"/>
                <a:gd name="connsiteX14" fmla="*/ 15994 w 21212"/>
                <a:gd name="connsiteY14" fmla="*/ 15973 h 21212"/>
                <a:gd name="connsiteX15" fmla="*/ 16036 w 21212"/>
                <a:gd name="connsiteY15" fmla="*/ 15973 h 21212"/>
                <a:gd name="connsiteX16" fmla="*/ 16036 w 21212"/>
                <a:gd name="connsiteY16" fmla="*/ 15973 h 21212"/>
                <a:gd name="connsiteX17" fmla="*/ 16036 w 21212"/>
                <a:gd name="connsiteY17" fmla="*/ 15973 h 21212"/>
                <a:gd name="connsiteX18" fmla="*/ 16036 w 21212"/>
                <a:gd name="connsiteY18" fmla="*/ 15973 h 21212"/>
                <a:gd name="connsiteX19" fmla="*/ 16036 w 21212"/>
                <a:gd name="connsiteY19" fmla="*/ 15973 h 21212"/>
                <a:gd name="connsiteX20" fmla="*/ 15994 w 21212"/>
                <a:gd name="connsiteY20" fmla="*/ 15973 h 21212"/>
                <a:gd name="connsiteX21" fmla="*/ 15994 w 21212"/>
                <a:gd name="connsiteY21" fmla="*/ 16100 h 21212"/>
                <a:gd name="connsiteX22" fmla="*/ 15994 w 21212"/>
                <a:gd name="connsiteY22" fmla="*/ 16100 h 21212"/>
                <a:gd name="connsiteX23" fmla="*/ 15951 w 21212"/>
                <a:gd name="connsiteY23" fmla="*/ 16100 h 21212"/>
                <a:gd name="connsiteX24" fmla="*/ 15909 w 21212"/>
                <a:gd name="connsiteY24" fmla="*/ 16058 h 21212"/>
                <a:gd name="connsiteX25" fmla="*/ 15909 w 21212"/>
                <a:gd name="connsiteY25" fmla="*/ 15952 h 21212"/>
                <a:gd name="connsiteX26" fmla="*/ 15909 w 21212"/>
                <a:gd name="connsiteY26" fmla="*/ 15952 h 21212"/>
                <a:gd name="connsiteX27" fmla="*/ 15909 w 21212"/>
                <a:gd name="connsiteY27" fmla="*/ 15952 h 21212"/>
                <a:gd name="connsiteX28" fmla="*/ 15909 w 21212"/>
                <a:gd name="connsiteY28" fmla="*/ 15952 h 21212"/>
                <a:gd name="connsiteX29" fmla="*/ 15909 w 21212"/>
                <a:gd name="connsiteY29" fmla="*/ 15952 h 21212"/>
                <a:gd name="connsiteX30" fmla="*/ 15909 w 21212"/>
                <a:gd name="connsiteY30" fmla="*/ 1595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09" y="15952"/>
                  </a:moveTo>
                  <a:cubicBezTo>
                    <a:pt x="15909" y="15952"/>
                    <a:pt x="15909" y="15952"/>
                    <a:pt x="15909" y="15909"/>
                  </a:cubicBezTo>
                  <a:cubicBezTo>
                    <a:pt x="15951" y="15909"/>
                    <a:pt x="15951" y="15909"/>
                    <a:pt x="15951" y="15909"/>
                  </a:cubicBezTo>
                  <a:lnTo>
                    <a:pt x="15951" y="15909"/>
                  </a:lnTo>
                  <a:cubicBezTo>
                    <a:pt x="15951" y="15952"/>
                    <a:pt x="15951" y="15952"/>
                    <a:pt x="15951" y="15952"/>
                  </a:cubicBezTo>
                  <a:cubicBezTo>
                    <a:pt x="15909" y="15952"/>
                    <a:pt x="15909" y="15952"/>
                    <a:pt x="15909" y="15952"/>
                  </a:cubicBezTo>
                  <a:cubicBezTo>
                    <a:pt x="15909" y="15952"/>
                    <a:pt x="15909" y="15952"/>
                    <a:pt x="15909" y="15952"/>
                  </a:cubicBezTo>
                  <a:lnTo>
                    <a:pt x="15909" y="15952"/>
                  </a:lnTo>
                  <a:lnTo>
                    <a:pt x="15909" y="15952"/>
                  </a:lnTo>
                  <a:lnTo>
                    <a:pt x="15909" y="15952"/>
                  </a:lnTo>
                  <a:cubicBezTo>
                    <a:pt x="15951" y="15973"/>
                    <a:pt x="15951" y="15973"/>
                    <a:pt x="15951" y="16058"/>
                  </a:cubicBezTo>
                  <a:cubicBezTo>
                    <a:pt x="15951" y="16058"/>
                    <a:pt x="15951" y="16058"/>
                    <a:pt x="15994" y="16058"/>
                  </a:cubicBezTo>
                  <a:lnTo>
                    <a:pt x="15994" y="16058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5994" y="15973"/>
                  </a:lnTo>
                  <a:cubicBezTo>
                    <a:pt x="15994" y="16058"/>
                    <a:pt x="15994" y="16058"/>
                    <a:pt x="15994" y="16100"/>
                  </a:cubicBezTo>
                  <a:lnTo>
                    <a:pt x="15994" y="16100"/>
                  </a:lnTo>
                  <a:cubicBezTo>
                    <a:pt x="15951" y="16100"/>
                    <a:pt x="15951" y="16100"/>
                    <a:pt x="15951" y="16100"/>
                  </a:cubicBezTo>
                  <a:cubicBezTo>
                    <a:pt x="15909" y="16100"/>
                    <a:pt x="15909" y="16100"/>
                    <a:pt x="15909" y="16058"/>
                  </a:cubicBezTo>
                  <a:cubicBezTo>
                    <a:pt x="15909" y="16058"/>
                    <a:pt x="15909" y="16058"/>
                    <a:pt x="15909" y="15952"/>
                  </a:cubicBezTo>
                  <a:lnTo>
                    <a:pt x="15909" y="15952"/>
                  </a:lnTo>
                  <a:lnTo>
                    <a:pt x="15909" y="15952"/>
                  </a:lnTo>
                  <a:cubicBezTo>
                    <a:pt x="15909" y="15973"/>
                    <a:pt x="15909" y="15973"/>
                    <a:pt x="15909" y="15952"/>
                  </a:cubicBezTo>
                  <a:lnTo>
                    <a:pt x="15909" y="15952"/>
                  </a:lnTo>
                  <a:lnTo>
                    <a:pt x="15909" y="15952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18ACC8E6-A707-41CA-9054-0CFDF2F3E954}"/>
                </a:ext>
              </a:extLst>
            </p:cNvPr>
            <p:cNvSpPr/>
            <p:nvPr/>
          </p:nvSpPr>
          <p:spPr>
            <a:xfrm>
              <a:off x="6410081" y="4742996"/>
              <a:ext cx="31327" cy="31327"/>
            </a:xfrm>
            <a:custGeom>
              <a:avLst/>
              <a:gdLst>
                <a:gd name="connsiteX0" fmla="*/ 16142 w 21212"/>
                <a:gd name="connsiteY0" fmla="*/ 16015 h 21212"/>
                <a:gd name="connsiteX1" fmla="*/ 16142 w 21212"/>
                <a:gd name="connsiteY1" fmla="*/ 16058 h 21212"/>
                <a:gd name="connsiteX2" fmla="*/ 16100 w 21212"/>
                <a:gd name="connsiteY2" fmla="*/ 16058 h 21212"/>
                <a:gd name="connsiteX3" fmla="*/ 15994 w 21212"/>
                <a:gd name="connsiteY3" fmla="*/ 16058 h 21212"/>
                <a:gd name="connsiteX4" fmla="*/ 15994 w 21212"/>
                <a:gd name="connsiteY4" fmla="*/ 16058 h 21212"/>
                <a:gd name="connsiteX5" fmla="*/ 15951 w 21212"/>
                <a:gd name="connsiteY5" fmla="*/ 16058 h 21212"/>
                <a:gd name="connsiteX6" fmla="*/ 15951 w 21212"/>
                <a:gd name="connsiteY6" fmla="*/ 16058 h 21212"/>
                <a:gd name="connsiteX7" fmla="*/ 15909 w 21212"/>
                <a:gd name="connsiteY7" fmla="*/ 16015 h 21212"/>
                <a:gd name="connsiteX8" fmla="*/ 15909 w 21212"/>
                <a:gd name="connsiteY8" fmla="*/ 15951 h 21212"/>
                <a:gd name="connsiteX9" fmla="*/ 15994 w 21212"/>
                <a:gd name="connsiteY9" fmla="*/ 16015 h 21212"/>
                <a:gd name="connsiteX10" fmla="*/ 15994 w 21212"/>
                <a:gd name="connsiteY10" fmla="*/ 16015 h 21212"/>
                <a:gd name="connsiteX11" fmla="*/ 16100 w 21212"/>
                <a:gd name="connsiteY11" fmla="*/ 16015 h 21212"/>
                <a:gd name="connsiteX12" fmla="*/ 16142 w 21212"/>
                <a:gd name="connsiteY12" fmla="*/ 16015 h 21212"/>
                <a:gd name="connsiteX13" fmla="*/ 16142 w 21212"/>
                <a:gd name="connsiteY13" fmla="*/ 16015 h 21212"/>
                <a:gd name="connsiteX14" fmla="*/ 16142 w 21212"/>
                <a:gd name="connsiteY14" fmla="*/ 15951 h 21212"/>
                <a:gd name="connsiteX15" fmla="*/ 16142 w 21212"/>
                <a:gd name="connsiteY15" fmla="*/ 15951 h 21212"/>
                <a:gd name="connsiteX16" fmla="*/ 15951 w 21212"/>
                <a:gd name="connsiteY16" fmla="*/ 15909 h 21212"/>
                <a:gd name="connsiteX17" fmla="*/ 15994 w 21212"/>
                <a:gd name="connsiteY17" fmla="*/ 15909 h 21212"/>
                <a:gd name="connsiteX18" fmla="*/ 16142 w 21212"/>
                <a:gd name="connsiteY18" fmla="*/ 15951 h 21212"/>
                <a:gd name="connsiteX19" fmla="*/ 16164 w 21212"/>
                <a:gd name="connsiteY19" fmla="*/ 15951 h 21212"/>
                <a:gd name="connsiteX20" fmla="*/ 16164 w 21212"/>
                <a:gd name="connsiteY20" fmla="*/ 15951 h 21212"/>
                <a:gd name="connsiteX21" fmla="*/ 16164 w 21212"/>
                <a:gd name="connsiteY21" fmla="*/ 15951 h 21212"/>
                <a:gd name="connsiteX22" fmla="*/ 16142 w 21212"/>
                <a:gd name="connsiteY22" fmla="*/ 16015 h 21212"/>
                <a:gd name="connsiteX23" fmla="*/ 16142 w 21212"/>
                <a:gd name="connsiteY23" fmla="*/ 16015 h 21212"/>
                <a:gd name="connsiteX24" fmla="*/ 16142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015"/>
                  </a:moveTo>
                  <a:lnTo>
                    <a:pt x="16142" y="16058"/>
                  </a:lnTo>
                  <a:cubicBezTo>
                    <a:pt x="16100" y="16058"/>
                    <a:pt x="16100" y="16058"/>
                    <a:pt x="16100" y="16058"/>
                  </a:cubicBezTo>
                  <a:cubicBezTo>
                    <a:pt x="16100" y="16058"/>
                    <a:pt x="16100" y="16058"/>
                    <a:pt x="15994" y="16058"/>
                  </a:cubicBezTo>
                  <a:lnTo>
                    <a:pt x="15994" y="16058"/>
                  </a:lnTo>
                  <a:lnTo>
                    <a:pt x="15951" y="16058"/>
                  </a:lnTo>
                  <a:lnTo>
                    <a:pt x="15951" y="16058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6100" y="16015"/>
                    <a:pt x="16100" y="16015"/>
                    <a:pt x="16100" y="16015"/>
                  </a:cubicBezTo>
                  <a:cubicBezTo>
                    <a:pt x="16100" y="16015"/>
                    <a:pt x="16100" y="16015"/>
                    <a:pt x="16142" y="16015"/>
                  </a:cubicBezTo>
                  <a:lnTo>
                    <a:pt x="16142" y="16015"/>
                  </a:lnTo>
                  <a:cubicBezTo>
                    <a:pt x="16142" y="16015"/>
                    <a:pt x="16142" y="16015"/>
                    <a:pt x="16142" y="15951"/>
                  </a:cubicBezTo>
                  <a:lnTo>
                    <a:pt x="16142" y="15951"/>
                  </a:lnTo>
                  <a:lnTo>
                    <a:pt x="15951" y="15909"/>
                  </a:lnTo>
                  <a:lnTo>
                    <a:pt x="15994" y="15909"/>
                  </a:lnTo>
                  <a:lnTo>
                    <a:pt x="16142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64" y="15951"/>
                  </a:lnTo>
                  <a:cubicBezTo>
                    <a:pt x="16164" y="16015"/>
                    <a:pt x="16164" y="16015"/>
                    <a:pt x="16142" y="16015"/>
                  </a:cubicBezTo>
                  <a:lnTo>
                    <a:pt x="16142" y="16015"/>
                  </a:lnTo>
                  <a:lnTo>
                    <a:pt x="16142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DEA978AB-D28B-4F0E-B278-76E716EAB94F}"/>
                </a:ext>
              </a:extLst>
            </p:cNvPr>
            <p:cNvSpPr/>
            <p:nvPr/>
          </p:nvSpPr>
          <p:spPr>
            <a:xfrm>
              <a:off x="6410551" y="4742996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94 w 21212"/>
                <a:gd name="connsiteY2" fmla="*/ 15951 h 21212"/>
                <a:gd name="connsiteX3" fmla="*/ 15951 w 21212"/>
                <a:gd name="connsiteY3" fmla="*/ 16015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94" y="15951"/>
                  </a:lnTo>
                  <a:lnTo>
                    <a:pt x="15951" y="16015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7BA2F242-F54F-40BA-AB40-540183575AF8}"/>
                </a:ext>
              </a:extLst>
            </p:cNvPr>
            <p:cNvSpPr/>
            <p:nvPr/>
          </p:nvSpPr>
          <p:spPr>
            <a:xfrm>
              <a:off x="6410582" y="4742747"/>
              <a:ext cx="31327" cy="31327"/>
            </a:xfrm>
            <a:custGeom>
              <a:avLst/>
              <a:gdLst>
                <a:gd name="connsiteX0" fmla="*/ 16185 w 21212"/>
                <a:gd name="connsiteY0" fmla="*/ 15973 h 21212"/>
                <a:gd name="connsiteX1" fmla="*/ 16185 w 21212"/>
                <a:gd name="connsiteY1" fmla="*/ 15973 h 21212"/>
                <a:gd name="connsiteX2" fmla="*/ 16185 w 21212"/>
                <a:gd name="connsiteY2" fmla="*/ 15973 h 21212"/>
                <a:gd name="connsiteX3" fmla="*/ 16185 w 21212"/>
                <a:gd name="connsiteY3" fmla="*/ 15973 h 21212"/>
                <a:gd name="connsiteX4" fmla="*/ 16100 w 21212"/>
                <a:gd name="connsiteY4" fmla="*/ 15973 h 21212"/>
                <a:gd name="connsiteX5" fmla="*/ 16100 w 21212"/>
                <a:gd name="connsiteY5" fmla="*/ 15973 h 21212"/>
                <a:gd name="connsiteX6" fmla="*/ 16036 w 21212"/>
                <a:gd name="connsiteY6" fmla="*/ 15973 h 21212"/>
                <a:gd name="connsiteX7" fmla="*/ 15930 w 21212"/>
                <a:gd name="connsiteY7" fmla="*/ 15973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30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09 h 21212"/>
                <a:gd name="connsiteX13" fmla="*/ 15930 w 21212"/>
                <a:gd name="connsiteY13" fmla="*/ 15973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5973 w 21212"/>
                <a:gd name="connsiteY16" fmla="*/ 15973 h 21212"/>
                <a:gd name="connsiteX17" fmla="*/ 16100 w 21212"/>
                <a:gd name="connsiteY17" fmla="*/ 15973 h 21212"/>
                <a:gd name="connsiteX18" fmla="*/ 16100 w 21212"/>
                <a:gd name="connsiteY18" fmla="*/ 15973 h 21212"/>
                <a:gd name="connsiteX19" fmla="*/ 16185 w 21212"/>
                <a:gd name="connsiteY19" fmla="*/ 15973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85 w 21212"/>
                <a:gd name="connsiteY23" fmla="*/ 15973 h 21212"/>
                <a:gd name="connsiteX24" fmla="*/ 16185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5973"/>
                  </a:move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5973"/>
                    <a:pt x="16185" y="15973"/>
                    <a:pt x="16100" y="15973"/>
                  </a:cubicBezTo>
                  <a:lnTo>
                    <a:pt x="16100" y="15973"/>
                  </a:lnTo>
                  <a:lnTo>
                    <a:pt x="16036" y="15973"/>
                  </a:lnTo>
                  <a:lnTo>
                    <a:pt x="15930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30" y="15973"/>
                  </a:lnTo>
                  <a:lnTo>
                    <a:pt x="15909" y="15973"/>
                  </a:lnTo>
                  <a:lnTo>
                    <a:pt x="15909" y="15909"/>
                  </a:lnTo>
                  <a:lnTo>
                    <a:pt x="15930" y="15973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73" y="15973"/>
                  </a:lnTo>
                  <a:lnTo>
                    <a:pt x="16100" y="15973"/>
                  </a:lnTo>
                  <a:lnTo>
                    <a:pt x="16100" y="15973"/>
                  </a:lnTo>
                  <a:cubicBezTo>
                    <a:pt x="16100" y="15973"/>
                    <a:pt x="16100" y="15973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2EFC99AA-CC06-40FE-8F49-4EC306596441}"/>
                </a:ext>
              </a:extLst>
            </p:cNvPr>
            <p:cNvSpPr/>
            <p:nvPr/>
          </p:nvSpPr>
          <p:spPr>
            <a:xfrm>
              <a:off x="6410864" y="4742652"/>
              <a:ext cx="31327" cy="31327"/>
            </a:xfrm>
            <a:custGeom>
              <a:avLst/>
              <a:gdLst>
                <a:gd name="connsiteX0" fmla="*/ 16142 w 21212"/>
                <a:gd name="connsiteY0" fmla="*/ 15994 h 21212"/>
                <a:gd name="connsiteX1" fmla="*/ 16142 w 21212"/>
                <a:gd name="connsiteY1" fmla="*/ 15994 h 21212"/>
                <a:gd name="connsiteX2" fmla="*/ 16142 w 21212"/>
                <a:gd name="connsiteY2" fmla="*/ 15994 h 21212"/>
                <a:gd name="connsiteX3" fmla="*/ 16142 w 21212"/>
                <a:gd name="connsiteY3" fmla="*/ 15994 h 21212"/>
                <a:gd name="connsiteX4" fmla="*/ 16142 w 21212"/>
                <a:gd name="connsiteY4" fmla="*/ 15994 h 21212"/>
                <a:gd name="connsiteX5" fmla="*/ 16142 w 21212"/>
                <a:gd name="connsiteY5" fmla="*/ 15994 h 21212"/>
                <a:gd name="connsiteX6" fmla="*/ 16079 w 21212"/>
                <a:gd name="connsiteY6" fmla="*/ 16058 h 21212"/>
                <a:gd name="connsiteX7" fmla="*/ 16036 w 21212"/>
                <a:gd name="connsiteY7" fmla="*/ 16058 h 21212"/>
                <a:gd name="connsiteX8" fmla="*/ 15994 w 21212"/>
                <a:gd name="connsiteY8" fmla="*/ 16058 h 21212"/>
                <a:gd name="connsiteX9" fmla="*/ 15994 w 21212"/>
                <a:gd name="connsiteY9" fmla="*/ 15994 h 21212"/>
                <a:gd name="connsiteX10" fmla="*/ 15994 w 21212"/>
                <a:gd name="connsiteY10" fmla="*/ 15994 h 21212"/>
                <a:gd name="connsiteX11" fmla="*/ 15909 w 21212"/>
                <a:gd name="connsiteY11" fmla="*/ 15994 h 21212"/>
                <a:gd name="connsiteX12" fmla="*/ 15909 w 21212"/>
                <a:gd name="connsiteY12" fmla="*/ 15994 h 21212"/>
                <a:gd name="connsiteX13" fmla="*/ 15994 w 21212"/>
                <a:gd name="connsiteY13" fmla="*/ 15994 h 21212"/>
                <a:gd name="connsiteX14" fmla="*/ 15994 w 21212"/>
                <a:gd name="connsiteY14" fmla="*/ 15909 h 21212"/>
                <a:gd name="connsiteX15" fmla="*/ 16036 w 21212"/>
                <a:gd name="connsiteY15" fmla="*/ 15909 h 21212"/>
                <a:gd name="connsiteX16" fmla="*/ 16079 w 21212"/>
                <a:gd name="connsiteY16" fmla="*/ 15909 h 21212"/>
                <a:gd name="connsiteX17" fmla="*/ 16142 w 21212"/>
                <a:gd name="connsiteY17" fmla="*/ 15909 h 21212"/>
                <a:gd name="connsiteX18" fmla="*/ 16142 w 21212"/>
                <a:gd name="connsiteY18" fmla="*/ 15909 h 21212"/>
                <a:gd name="connsiteX19" fmla="*/ 16142 w 21212"/>
                <a:gd name="connsiteY19" fmla="*/ 15909 h 21212"/>
                <a:gd name="connsiteX20" fmla="*/ 15994 w 21212"/>
                <a:gd name="connsiteY20" fmla="*/ 15994 h 21212"/>
                <a:gd name="connsiteX21" fmla="*/ 16036 w 21212"/>
                <a:gd name="connsiteY21" fmla="*/ 15994 h 21212"/>
                <a:gd name="connsiteX22" fmla="*/ 16036 w 21212"/>
                <a:gd name="connsiteY22" fmla="*/ 15994 h 21212"/>
                <a:gd name="connsiteX23" fmla="*/ 16079 w 21212"/>
                <a:gd name="connsiteY23" fmla="*/ 15994 h 21212"/>
                <a:gd name="connsiteX24" fmla="*/ 16142 w 21212"/>
                <a:gd name="connsiteY24" fmla="*/ 15994 h 21212"/>
                <a:gd name="connsiteX25" fmla="*/ 15994 w 21212"/>
                <a:gd name="connsiteY25" fmla="*/ 15994 h 21212"/>
                <a:gd name="connsiteX26" fmla="*/ 15994 w 21212"/>
                <a:gd name="connsiteY26" fmla="*/ 15994 h 21212"/>
                <a:gd name="connsiteX27" fmla="*/ 15994 w 21212"/>
                <a:gd name="connsiteY27" fmla="*/ 15994 h 21212"/>
                <a:gd name="connsiteX28" fmla="*/ 15994 w 21212"/>
                <a:gd name="connsiteY28" fmla="*/ 15994 h 21212"/>
                <a:gd name="connsiteX29" fmla="*/ 15994 w 21212"/>
                <a:gd name="connsiteY29" fmla="*/ 15994 h 21212"/>
                <a:gd name="connsiteX30" fmla="*/ 16036 w 21212"/>
                <a:gd name="connsiteY30" fmla="*/ 15994 h 21212"/>
                <a:gd name="connsiteX31" fmla="*/ 16036 w 21212"/>
                <a:gd name="connsiteY31" fmla="*/ 15909 h 21212"/>
                <a:gd name="connsiteX32" fmla="*/ 16036 w 21212"/>
                <a:gd name="connsiteY32" fmla="*/ 15909 h 21212"/>
                <a:gd name="connsiteX33" fmla="*/ 15994 w 21212"/>
                <a:gd name="connsiteY33" fmla="*/ 15994 h 21212"/>
                <a:gd name="connsiteX34" fmla="*/ 15994 w 21212"/>
                <a:gd name="connsiteY3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42" y="15994"/>
                  </a:move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079" y="16058"/>
                  </a:cubicBezTo>
                  <a:lnTo>
                    <a:pt x="16036" y="16058"/>
                  </a:lnTo>
                  <a:cubicBezTo>
                    <a:pt x="16036" y="16058"/>
                    <a:pt x="16036" y="16058"/>
                    <a:pt x="15994" y="16058"/>
                  </a:cubicBezTo>
                  <a:cubicBezTo>
                    <a:pt x="15994" y="16058"/>
                    <a:pt x="15994" y="16058"/>
                    <a:pt x="15994" y="15994"/>
                  </a:cubicBezTo>
                  <a:lnTo>
                    <a:pt x="15994" y="15994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94"/>
                  </a:lnTo>
                  <a:cubicBezTo>
                    <a:pt x="15994" y="15994"/>
                    <a:pt x="15994" y="15994"/>
                    <a:pt x="15994" y="15994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036" y="15909"/>
                  </a:lnTo>
                  <a:cubicBezTo>
                    <a:pt x="16036" y="15909"/>
                    <a:pt x="16036" y="15909"/>
                    <a:pt x="16079" y="15909"/>
                  </a:cubicBezTo>
                  <a:cubicBezTo>
                    <a:pt x="16079" y="15909"/>
                    <a:pt x="16079" y="15909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lnTo>
                    <a:pt x="15994" y="15994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6079" y="15994"/>
                    <a:pt x="16079" y="15994"/>
                    <a:pt x="16079" y="15994"/>
                  </a:cubicBezTo>
                  <a:cubicBezTo>
                    <a:pt x="16079" y="15994"/>
                    <a:pt x="16079" y="15994"/>
                    <a:pt x="16142" y="15994"/>
                  </a:cubicBezTo>
                  <a:close/>
                  <a:moveTo>
                    <a:pt x="15994" y="15994"/>
                  </a:move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6036" y="15994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5994" y="15909"/>
                    <a:pt x="15994" y="15994"/>
                  </a:cubicBezTo>
                  <a:lnTo>
                    <a:pt x="15994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A7CF9207-7703-410A-86B7-CB9E9CC05127}"/>
                </a:ext>
              </a:extLst>
            </p:cNvPr>
            <p:cNvSpPr/>
            <p:nvPr/>
          </p:nvSpPr>
          <p:spPr>
            <a:xfrm>
              <a:off x="6411084" y="4742370"/>
              <a:ext cx="31327" cy="31327"/>
            </a:xfrm>
            <a:custGeom>
              <a:avLst/>
              <a:gdLst>
                <a:gd name="connsiteX0" fmla="*/ 16227 w 21212"/>
                <a:gd name="connsiteY0" fmla="*/ 16100 h 21212"/>
                <a:gd name="connsiteX1" fmla="*/ 16164 w 21212"/>
                <a:gd name="connsiteY1" fmla="*/ 16100 h 21212"/>
                <a:gd name="connsiteX2" fmla="*/ 16079 w 21212"/>
                <a:gd name="connsiteY2" fmla="*/ 16015 h 21212"/>
                <a:gd name="connsiteX3" fmla="*/ 16058 w 21212"/>
                <a:gd name="connsiteY3" fmla="*/ 16015 h 21212"/>
                <a:gd name="connsiteX4" fmla="*/ 16058 w 21212"/>
                <a:gd name="connsiteY4" fmla="*/ 16015 h 21212"/>
                <a:gd name="connsiteX5" fmla="*/ 16058 w 21212"/>
                <a:gd name="connsiteY5" fmla="*/ 16015 h 21212"/>
                <a:gd name="connsiteX6" fmla="*/ 15994 w 21212"/>
                <a:gd name="connsiteY6" fmla="*/ 16015 h 21212"/>
                <a:gd name="connsiteX7" fmla="*/ 15994 w 21212"/>
                <a:gd name="connsiteY7" fmla="*/ 16100 h 21212"/>
                <a:gd name="connsiteX8" fmla="*/ 15994 w 21212"/>
                <a:gd name="connsiteY8" fmla="*/ 16100 h 21212"/>
                <a:gd name="connsiteX9" fmla="*/ 16079 w 21212"/>
                <a:gd name="connsiteY9" fmla="*/ 16100 h 21212"/>
                <a:gd name="connsiteX10" fmla="*/ 16079 w 21212"/>
                <a:gd name="connsiteY10" fmla="*/ 16185 h 21212"/>
                <a:gd name="connsiteX11" fmla="*/ 15909 w 21212"/>
                <a:gd name="connsiteY11" fmla="*/ 16100 h 21212"/>
                <a:gd name="connsiteX12" fmla="*/ 15973 w 21212"/>
                <a:gd name="connsiteY12" fmla="*/ 16100 h 21212"/>
                <a:gd name="connsiteX13" fmla="*/ 15973 w 21212"/>
                <a:gd name="connsiteY13" fmla="*/ 16100 h 21212"/>
                <a:gd name="connsiteX14" fmla="*/ 15973 w 21212"/>
                <a:gd name="connsiteY14" fmla="*/ 16100 h 21212"/>
                <a:gd name="connsiteX15" fmla="*/ 15973 w 21212"/>
                <a:gd name="connsiteY15" fmla="*/ 16100 h 21212"/>
                <a:gd name="connsiteX16" fmla="*/ 15973 w 21212"/>
                <a:gd name="connsiteY16" fmla="*/ 16015 h 21212"/>
                <a:gd name="connsiteX17" fmla="*/ 15994 w 21212"/>
                <a:gd name="connsiteY17" fmla="*/ 16015 h 21212"/>
                <a:gd name="connsiteX18" fmla="*/ 15994 w 21212"/>
                <a:gd name="connsiteY18" fmla="*/ 16015 h 21212"/>
                <a:gd name="connsiteX19" fmla="*/ 16058 w 21212"/>
                <a:gd name="connsiteY19" fmla="*/ 15973 h 21212"/>
                <a:gd name="connsiteX20" fmla="*/ 16079 w 21212"/>
                <a:gd name="connsiteY20" fmla="*/ 15973 h 21212"/>
                <a:gd name="connsiteX21" fmla="*/ 16079 w 21212"/>
                <a:gd name="connsiteY21" fmla="*/ 15973 h 21212"/>
                <a:gd name="connsiteX22" fmla="*/ 16079 w 21212"/>
                <a:gd name="connsiteY22" fmla="*/ 15909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164 w 21212"/>
                <a:gd name="connsiteY25" fmla="*/ 15909 h 21212"/>
                <a:gd name="connsiteX26" fmla="*/ 16164 w 21212"/>
                <a:gd name="connsiteY26" fmla="*/ 15909 h 21212"/>
                <a:gd name="connsiteX27" fmla="*/ 16227 w 21212"/>
                <a:gd name="connsiteY27" fmla="*/ 15909 h 21212"/>
                <a:gd name="connsiteX28" fmla="*/ 16312 w 21212"/>
                <a:gd name="connsiteY28" fmla="*/ 15973 h 21212"/>
                <a:gd name="connsiteX29" fmla="*/ 16291 w 21212"/>
                <a:gd name="connsiteY29" fmla="*/ 15973 h 21212"/>
                <a:gd name="connsiteX30" fmla="*/ 16227 w 21212"/>
                <a:gd name="connsiteY30" fmla="*/ 15909 h 21212"/>
                <a:gd name="connsiteX31" fmla="*/ 16164 w 21212"/>
                <a:gd name="connsiteY31" fmla="*/ 15909 h 21212"/>
                <a:gd name="connsiteX32" fmla="*/ 16164 w 21212"/>
                <a:gd name="connsiteY32" fmla="*/ 15909 h 21212"/>
                <a:gd name="connsiteX33" fmla="*/ 16142 w 21212"/>
                <a:gd name="connsiteY33" fmla="*/ 15909 h 21212"/>
                <a:gd name="connsiteX34" fmla="*/ 16142 w 21212"/>
                <a:gd name="connsiteY34" fmla="*/ 15909 h 21212"/>
                <a:gd name="connsiteX35" fmla="*/ 16079 w 21212"/>
                <a:gd name="connsiteY35" fmla="*/ 15973 h 21212"/>
                <a:gd name="connsiteX36" fmla="*/ 16079 w 21212"/>
                <a:gd name="connsiteY36" fmla="*/ 15973 h 21212"/>
                <a:gd name="connsiteX37" fmla="*/ 16227 w 21212"/>
                <a:gd name="connsiteY37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100"/>
                  </a:moveTo>
                  <a:lnTo>
                    <a:pt x="16164" y="16100"/>
                  </a:lnTo>
                  <a:lnTo>
                    <a:pt x="16079" y="16015"/>
                  </a:lnTo>
                  <a:cubicBezTo>
                    <a:pt x="16079" y="16015"/>
                    <a:pt x="16079" y="16015"/>
                    <a:pt x="16058" y="16015"/>
                  </a:cubicBezTo>
                  <a:cubicBezTo>
                    <a:pt x="16058" y="15973"/>
                    <a:pt x="16058" y="16015"/>
                    <a:pt x="16058" y="16015"/>
                  </a:cubicBezTo>
                  <a:lnTo>
                    <a:pt x="16058" y="16015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5994" y="16100"/>
                  </a:cubicBezTo>
                  <a:lnTo>
                    <a:pt x="15994" y="16100"/>
                  </a:lnTo>
                  <a:lnTo>
                    <a:pt x="16079" y="16100"/>
                  </a:lnTo>
                  <a:lnTo>
                    <a:pt x="16079" y="16185"/>
                  </a:lnTo>
                  <a:lnTo>
                    <a:pt x="15909" y="16100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73" y="16015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5994" y="15973"/>
                    <a:pt x="16058" y="15973"/>
                    <a:pt x="16058" y="15973"/>
                  </a:cubicBezTo>
                  <a:lnTo>
                    <a:pt x="16079" y="15973"/>
                  </a:lnTo>
                  <a:lnTo>
                    <a:pt x="16079" y="15973"/>
                  </a:lnTo>
                  <a:cubicBezTo>
                    <a:pt x="16079" y="15973"/>
                    <a:pt x="16079" y="15973"/>
                    <a:pt x="16079" y="15909"/>
                  </a:cubicBezTo>
                  <a:cubicBezTo>
                    <a:pt x="16079" y="15909"/>
                    <a:pt x="16079" y="15909"/>
                    <a:pt x="16142" y="15909"/>
                  </a:cubicBezTo>
                  <a:lnTo>
                    <a:pt x="16142" y="15909"/>
                  </a:lnTo>
                  <a:lnTo>
                    <a:pt x="16164" y="15909"/>
                  </a:lnTo>
                  <a:lnTo>
                    <a:pt x="16164" y="15909"/>
                  </a:lnTo>
                  <a:lnTo>
                    <a:pt x="16227" y="15909"/>
                  </a:lnTo>
                  <a:lnTo>
                    <a:pt x="16312" y="15973"/>
                  </a:lnTo>
                  <a:lnTo>
                    <a:pt x="16291" y="15973"/>
                  </a:lnTo>
                  <a:lnTo>
                    <a:pt x="16227" y="15909"/>
                  </a:lnTo>
                  <a:lnTo>
                    <a:pt x="16164" y="15909"/>
                  </a:lnTo>
                  <a:lnTo>
                    <a:pt x="16164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42" y="15909"/>
                    <a:pt x="16142" y="15909"/>
                    <a:pt x="16079" y="15973"/>
                  </a:cubicBezTo>
                  <a:lnTo>
                    <a:pt x="16079" y="15973"/>
                  </a:lnTo>
                  <a:lnTo>
                    <a:pt x="16227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A91560C0-7758-4EF4-B877-4B7A653314E1}"/>
                </a:ext>
              </a:extLst>
            </p:cNvPr>
            <p:cNvSpPr/>
            <p:nvPr/>
          </p:nvSpPr>
          <p:spPr>
            <a:xfrm>
              <a:off x="6411554" y="4742183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121 w 21212"/>
                <a:gd name="connsiteY1" fmla="*/ 15909 h 21212"/>
                <a:gd name="connsiteX2" fmla="*/ 16142 w 21212"/>
                <a:gd name="connsiteY2" fmla="*/ 15951 h 21212"/>
                <a:gd name="connsiteX3" fmla="*/ 16142 w 21212"/>
                <a:gd name="connsiteY3" fmla="*/ 15951 h 21212"/>
                <a:gd name="connsiteX4" fmla="*/ 16142 w 21212"/>
                <a:gd name="connsiteY4" fmla="*/ 16015 h 21212"/>
                <a:gd name="connsiteX5" fmla="*/ 16121 w 21212"/>
                <a:gd name="connsiteY5" fmla="*/ 16015 h 21212"/>
                <a:gd name="connsiteX6" fmla="*/ 16121 w 21212"/>
                <a:gd name="connsiteY6" fmla="*/ 16015 h 21212"/>
                <a:gd name="connsiteX7" fmla="*/ 16100 w 21212"/>
                <a:gd name="connsiteY7" fmla="*/ 16015 h 21212"/>
                <a:gd name="connsiteX8" fmla="*/ 16036 w 21212"/>
                <a:gd name="connsiteY8" fmla="*/ 16036 h 21212"/>
                <a:gd name="connsiteX9" fmla="*/ 16036 w 21212"/>
                <a:gd name="connsiteY9" fmla="*/ 16036 h 21212"/>
                <a:gd name="connsiteX10" fmla="*/ 16121 w 21212"/>
                <a:gd name="connsiteY10" fmla="*/ 16036 h 21212"/>
                <a:gd name="connsiteX11" fmla="*/ 16121 w 21212"/>
                <a:gd name="connsiteY11" fmla="*/ 16100 h 21212"/>
                <a:gd name="connsiteX12" fmla="*/ 15909 w 21212"/>
                <a:gd name="connsiteY12" fmla="*/ 16015 h 21212"/>
                <a:gd name="connsiteX13" fmla="*/ 15909 w 21212"/>
                <a:gd name="connsiteY13" fmla="*/ 15951 h 21212"/>
                <a:gd name="connsiteX14" fmla="*/ 15909 w 21212"/>
                <a:gd name="connsiteY14" fmla="*/ 15951 h 21212"/>
                <a:gd name="connsiteX15" fmla="*/ 15909 w 21212"/>
                <a:gd name="connsiteY15" fmla="*/ 15951 h 21212"/>
                <a:gd name="connsiteX16" fmla="*/ 15909 w 21212"/>
                <a:gd name="connsiteY16" fmla="*/ 15951 h 21212"/>
                <a:gd name="connsiteX17" fmla="*/ 15909 w 21212"/>
                <a:gd name="connsiteY17" fmla="*/ 15951 h 21212"/>
                <a:gd name="connsiteX18" fmla="*/ 15973 w 21212"/>
                <a:gd name="connsiteY18" fmla="*/ 15951 h 21212"/>
                <a:gd name="connsiteX19" fmla="*/ 15973 w 21212"/>
                <a:gd name="connsiteY19" fmla="*/ 15909 h 21212"/>
                <a:gd name="connsiteX20" fmla="*/ 15994 w 21212"/>
                <a:gd name="connsiteY20" fmla="*/ 15909 h 21212"/>
                <a:gd name="connsiteX21" fmla="*/ 16036 w 21212"/>
                <a:gd name="connsiteY21" fmla="*/ 15909 h 21212"/>
                <a:gd name="connsiteX22" fmla="*/ 16121 w 21212"/>
                <a:gd name="connsiteY22" fmla="*/ 15909 h 21212"/>
                <a:gd name="connsiteX23" fmla="*/ 16121 w 21212"/>
                <a:gd name="connsiteY23" fmla="*/ 15909 h 21212"/>
                <a:gd name="connsiteX24" fmla="*/ 16100 w 21212"/>
                <a:gd name="connsiteY24" fmla="*/ 15951 h 21212"/>
                <a:gd name="connsiteX25" fmla="*/ 16100 w 21212"/>
                <a:gd name="connsiteY25" fmla="*/ 15909 h 21212"/>
                <a:gd name="connsiteX26" fmla="*/ 16036 w 21212"/>
                <a:gd name="connsiteY26" fmla="*/ 15909 h 21212"/>
                <a:gd name="connsiteX27" fmla="*/ 15994 w 21212"/>
                <a:gd name="connsiteY27" fmla="*/ 15909 h 21212"/>
                <a:gd name="connsiteX28" fmla="*/ 15973 w 21212"/>
                <a:gd name="connsiteY28" fmla="*/ 15951 h 21212"/>
                <a:gd name="connsiteX29" fmla="*/ 15973 w 21212"/>
                <a:gd name="connsiteY29" fmla="*/ 15951 h 21212"/>
                <a:gd name="connsiteX30" fmla="*/ 15973 w 21212"/>
                <a:gd name="connsiteY30" fmla="*/ 15951 h 21212"/>
                <a:gd name="connsiteX31" fmla="*/ 15973 w 21212"/>
                <a:gd name="connsiteY31" fmla="*/ 16015 h 21212"/>
                <a:gd name="connsiteX32" fmla="*/ 15973 w 21212"/>
                <a:gd name="connsiteY32" fmla="*/ 16015 h 21212"/>
                <a:gd name="connsiteX33" fmla="*/ 16036 w 21212"/>
                <a:gd name="connsiteY33" fmla="*/ 16015 h 21212"/>
                <a:gd name="connsiteX34" fmla="*/ 16100 w 21212"/>
                <a:gd name="connsiteY34" fmla="*/ 16015 h 21212"/>
                <a:gd name="connsiteX35" fmla="*/ 16100 w 21212"/>
                <a:gd name="connsiteY35" fmla="*/ 16015 h 21212"/>
                <a:gd name="connsiteX36" fmla="*/ 16121 w 21212"/>
                <a:gd name="connsiteY36" fmla="*/ 16015 h 21212"/>
                <a:gd name="connsiteX37" fmla="*/ 16100 w 21212"/>
                <a:gd name="connsiteY37" fmla="*/ 15951 h 21212"/>
                <a:gd name="connsiteX38" fmla="*/ 16100 w 21212"/>
                <a:gd name="connsiteY38" fmla="*/ 15951 h 21212"/>
                <a:gd name="connsiteX39" fmla="*/ 16100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lnTo>
                    <a:pt x="16121" y="15909"/>
                  </a:lnTo>
                  <a:cubicBezTo>
                    <a:pt x="16142" y="15951"/>
                    <a:pt x="16142" y="15951"/>
                    <a:pt x="16142" y="15951"/>
                  </a:cubicBezTo>
                  <a:lnTo>
                    <a:pt x="16142" y="15951"/>
                  </a:lnTo>
                  <a:lnTo>
                    <a:pt x="16142" y="16015"/>
                  </a:ln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121" y="16015"/>
                    <a:pt x="16121" y="16015"/>
                    <a:pt x="16100" y="16015"/>
                  </a:cubicBezTo>
                  <a:cubicBezTo>
                    <a:pt x="16100" y="16015"/>
                    <a:pt x="16100" y="16036"/>
                    <a:pt x="16036" y="16036"/>
                  </a:cubicBezTo>
                  <a:lnTo>
                    <a:pt x="16036" y="16036"/>
                  </a:lnTo>
                  <a:lnTo>
                    <a:pt x="16121" y="16036"/>
                  </a:lnTo>
                  <a:lnTo>
                    <a:pt x="16121" y="16100"/>
                  </a:lnTo>
                  <a:lnTo>
                    <a:pt x="15909" y="16015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09" y="15951"/>
                  </a:lnTo>
                  <a:lnTo>
                    <a:pt x="15973" y="15951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94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6121" y="15909"/>
                  </a:cubicBezTo>
                  <a:cubicBezTo>
                    <a:pt x="16100" y="15909"/>
                    <a:pt x="16100" y="15909"/>
                    <a:pt x="16121" y="15909"/>
                  </a:cubicBezTo>
                  <a:close/>
                  <a:moveTo>
                    <a:pt x="16100" y="15951"/>
                  </a:moveTo>
                  <a:cubicBezTo>
                    <a:pt x="16100" y="15909"/>
                    <a:pt x="16100" y="15909"/>
                    <a:pt x="16100" y="15909"/>
                  </a:cubicBezTo>
                  <a:cubicBezTo>
                    <a:pt x="16036" y="15909"/>
                    <a:pt x="16036" y="15909"/>
                    <a:pt x="16036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cubicBezTo>
                    <a:pt x="15973" y="15951"/>
                    <a:pt x="15973" y="15951"/>
                    <a:pt x="15973" y="16015"/>
                  </a:cubicBezTo>
                  <a:lnTo>
                    <a:pt x="15973" y="16015"/>
                  </a:lnTo>
                  <a:lnTo>
                    <a:pt x="16036" y="16015"/>
                  </a:lnTo>
                  <a:cubicBezTo>
                    <a:pt x="16036" y="16015"/>
                    <a:pt x="16036" y="16015"/>
                    <a:pt x="16100" y="16015"/>
                  </a:cubicBezTo>
                  <a:lnTo>
                    <a:pt x="16100" y="16015"/>
                  </a:lnTo>
                  <a:lnTo>
                    <a:pt x="16121" y="16015"/>
                  </a:lnTo>
                  <a:cubicBezTo>
                    <a:pt x="16121" y="16015"/>
                    <a:pt x="16121" y="16015"/>
                    <a:pt x="16100" y="15951"/>
                  </a:cubicBezTo>
                  <a:lnTo>
                    <a:pt x="16100" y="15951"/>
                  </a:lnTo>
                  <a:lnTo>
                    <a:pt x="16100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BEDFC12B-6991-43D7-B0F7-3ACD982EB64B}"/>
                </a:ext>
              </a:extLst>
            </p:cNvPr>
            <p:cNvSpPr/>
            <p:nvPr/>
          </p:nvSpPr>
          <p:spPr>
            <a:xfrm>
              <a:off x="6411836" y="4741964"/>
              <a:ext cx="31327" cy="31327"/>
            </a:xfrm>
            <a:custGeom>
              <a:avLst/>
              <a:gdLst>
                <a:gd name="connsiteX0" fmla="*/ 16142 w 21212"/>
                <a:gd name="connsiteY0" fmla="*/ 16057 h 21212"/>
                <a:gd name="connsiteX1" fmla="*/ 16142 w 21212"/>
                <a:gd name="connsiteY1" fmla="*/ 16057 h 21212"/>
                <a:gd name="connsiteX2" fmla="*/ 16057 w 21212"/>
                <a:gd name="connsiteY2" fmla="*/ 16057 h 21212"/>
                <a:gd name="connsiteX3" fmla="*/ 16057 w 21212"/>
                <a:gd name="connsiteY3" fmla="*/ 16057 h 21212"/>
                <a:gd name="connsiteX4" fmla="*/ 15973 w 21212"/>
                <a:gd name="connsiteY4" fmla="*/ 16057 h 21212"/>
                <a:gd name="connsiteX5" fmla="*/ 15973 w 21212"/>
                <a:gd name="connsiteY5" fmla="*/ 16057 h 21212"/>
                <a:gd name="connsiteX6" fmla="*/ 15951 w 21212"/>
                <a:gd name="connsiteY6" fmla="*/ 16057 h 21212"/>
                <a:gd name="connsiteX7" fmla="*/ 15909 w 21212"/>
                <a:gd name="connsiteY7" fmla="*/ 16015 h 21212"/>
                <a:gd name="connsiteX8" fmla="*/ 15930 w 21212"/>
                <a:gd name="connsiteY8" fmla="*/ 15973 h 21212"/>
                <a:gd name="connsiteX9" fmla="*/ 15973 w 21212"/>
                <a:gd name="connsiteY9" fmla="*/ 16015 h 21212"/>
                <a:gd name="connsiteX10" fmla="*/ 15973 w 21212"/>
                <a:gd name="connsiteY10" fmla="*/ 16015 h 21212"/>
                <a:gd name="connsiteX11" fmla="*/ 16057 w 21212"/>
                <a:gd name="connsiteY11" fmla="*/ 16015 h 21212"/>
                <a:gd name="connsiteX12" fmla="*/ 16142 w 21212"/>
                <a:gd name="connsiteY12" fmla="*/ 16015 h 21212"/>
                <a:gd name="connsiteX13" fmla="*/ 16142 w 21212"/>
                <a:gd name="connsiteY13" fmla="*/ 16015 h 21212"/>
                <a:gd name="connsiteX14" fmla="*/ 16142 w 21212"/>
                <a:gd name="connsiteY14" fmla="*/ 15973 h 21212"/>
                <a:gd name="connsiteX15" fmla="*/ 16142 w 21212"/>
                <a:gd name="connsiteY15" fmla="*/ 15973 h 21212"/>
                <a:gd name="connsiteX16" fmla="*/ 15973 w 21212"/>
                <a:gd name="connsiteY16" fmla="*/ 15951 h 21212"/>
                <a:gd name="connsiteX17" fmla="*/ 15973 w 21212"/>
                <a:gd name="connsiteY17" fmla="*/ 15909 h 21212"/>
                <a:gd name="connsiteX18" fmla="*/ 16164 w 21212"/>
                <a:gd name="connsiteY18" fmla="*/ 15973 h 21212"/>
                <a:gd name="connsiteX19" fmla="*/ 16164 w 21212"/>
                <a:gd name="connsiteY19" fmla="*/ 15973 h 21212"/>
                <a:gd name="connsiteX20" fmla="*/ 16164 w 21212"/>
                <a:gd name="connsiteY20" fmla="*/ 15973 h 21212"/>
                <a:gd name="connsiteX21" fmla="*/ 16164 w 21212"/>
                <a:gd name="connsiteY21" fmla="*/ 15973 h 21212"/>
                <a:gd name="connsiteX22" fmla="*/ 16164 w 21212"/>
                <a:gd name="connsiteY22" fmla="*/ 16015 h 21212"/>
                <a:gd name="connsiteX23" fmla="*/ 16164 w 21212"/>
                <a:gd name="connsiteY23" fmla="*/ 16015 h 21212"/>
                <a:gd name="connsiteX24" fmla="*/ 16142 w 21212"/>
                <a:gd name="connsiteY24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057"/>
                  </a:moveTo>
                  <a:lnTo>
                    <a:pt x="16142" y="16057"/>
                  </a:lnTo>
                  <a:cubicBezTo>
                    <a:pt x="16057" y="16057"/>
                    <a:pt x="16057" y="16057"/>
                    <a:pt x="16057" y="16057"/>
                  </a:cubicBezTo>
                  <a:lnTo>
                    <a:pt x="16057" y="16057"/>
                  </a:lnTo>
                  <a:lnTo>
                    <a:pt x="15973" y="16057"/>
                  </a:lnTo>
                  <a:lnTo>
                    <a:pt x="15973" y="16057"/>
                  </a:lnTo>
                  <a:lnTo>
                    <a:pt x="15951" y="16057"/>
                  </a:lnTo>
                  <a:lnTo>
                    <a:pt x="15909" y="16015"/>
                  </a:lnTo>
                  <a:lnTo>
                    <a:pt x="15930" y="15973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6057" y="16015"/>
                  </a:lnTo>
                  <a:cubicBezTo>
                    <a:pt x="16057" y="16015"/>
                    <a:pt x="16057" y="16015"/>
                    <a:pt x="16142" y="16015"/>
                  </a:cubicBezTo>
                  <a:lnTo>
                    <a:pt x="16142" y="16015"/>
                  </a:lnTo>
                  <a:cubicBezTo>
                    <a:pt x="16142" y="16015"/>
                    <a:pt x="16142" y="16015"/>
                    <a:pt x="16142" y="15973"/>
                  </a:cubicBezTo>
                  <a:lnTo>
                    <a:pt x="16142" y="15973"/>
                  </a:lnTo>
                  <a:lnTo>
                    <a:pt x="15973" y="15951"/>
                  </a:lnTo>
                  <a:lnTo>
                    <a:pt x="15973" y="15909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6015"/>
                  </a:lnTo>
                  <a:lnTo>
                    <a:pt x="16164" y="16015"/>
                  </a:lnTo>
                  <a:cubicBezTo>
                    <a:pt x="16164" y="16015"/>
                    <a:pt x="16164" y="16015"/>
                    <a:pt x="16142" y="1605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7D58680-1C85-44A9-A6A2-E3593F4C4C44}"/>
                </a:ext>
              </a:extLst>
            </p:cNvPr>
            <p:cNvSpPr/>
            <p:nvPr/>
          </p:nvSpPr>
          <p:spPr>
            <a:xfrm>
              <a:off x="6412180" y="4741775"/>
              <a:ext cx="31327" cy="31327"/>
            </a:xfrm>
            <a:custGeom>
              <a:avLst/>
              <a:gdLst>
                <a:gd name="connsiteX0" fmla="*/ 15930 w 21212"/>
                <a:gd name="connsiteY0" fmla="*/ 16036 h 21212"/>
                <a:gd name="connsiteX1" fmla="*/ 15930 w 21212"/>
                <a:gd name="connsiteY1" fmla="*/ 16036 h 21212"/>
                <a:gd name="connsiteX2" fmla="*/ 15973 w 21212"/>
                <a:gd name="connsiteY2" fmla="*/ 16036 h 21212"/>
                <a:gd name="connsiteX3" fmla="*/ 15973 w 21212"/>
                <a:gd name="connsiteY3" fmla="*/ 16036 h 21212"/>
                <a:gd name="connsiteX4" fmla="*/ 15973 w 21212"/>
                <a:gd name="connsiteY4" fmla="*/ 16036 h 21212"/>
                <a:gd name="connsiteX5" fmla="*/ 16015 w 21212"/>
                <a:gd name="connsiteY5" fmla="*/ 16036 h 21212"/>
                <a:gd name="connsiteX6" fmla="*/ 16036 w 21212"/>
                <a:gd name="connsiteY6" fmla="*/ 15973 h 21212"/>
                <a:gd name="connsiteX7" fmla="*/ 16036 w 21212"/>
                <a:gd name="connsiteY7" fmla="*/ 15973 h 21212"/>
                <a:gd name="connsiteX8" fmla="*/ 16100 w 21212"/>
                <a:gd name="connsiteY8" fmla="*/ 16036 h 21212"/>
                <a:gd name="connsiteX9" fmla="*/ 16100 w 21212"/>
                <a:gd name="connsiteY9" fmla="*/ 16036 h 21212"/>
                <a:gd name="connsiteX10" fmla="*/ 16100 w 21212"/>
                <a:gd name="connsiteY10" fmla="*/ 16036 h 21212"/>
                <a:gd name="connsiteX11" fmla="*/ 16100 w 21212"/>
                <a:gd name="connsiteY11" fmla="*/ 16036 h 21212"/>
                <a:gd name="connsiteX12" fmla="*/ 16036 w 21212"/>
                <a:gd name="connsiteY12" fmla="*/ 16079 h 21212"/>
                <a:gd name="connsiteX13" fmla="*/ 16036 w 21212"/>
                <a:gd name="connsiteY13" fmla="*/ 16079 h 21212"/>
                <a:gd name="connsiteX14" fmla="*/ 16015 w 21212"/>
                <a:gd name="connsiteY14" fmla="*/ 16079 h 21212"/>
                <a:gd name="connsiteX15" fmla="*/ 16015 w 21212"/>
                <a:gd name="connsiteY15" fmla="*/ 16079 h 21212"/>
                <a:gd name="connsiteX16" fmla="*/ 16015 w 21212"/>
                <a:gd name="connsiteY16" fmla="*/ 16100 h 21212"/>
                <a:gd name="connsiteX17" fmla="*/ 15973 w 21212"/>
                <a:gd name="connsiteY17" fmla="*/ 16079 h 21212"/>
                <a:gd name="connsiteX18" fmla="*/ 16015 w 21212"/>
                <a:gd name="connsiteY18" fmla="*/ 16079 h 21212"/>
                <a:gd name="connsiteX19" fmla="*/ 16015 w 21212"/>
                <a:gd name="connsiteY19" fmla="*/ 16079 h 21212"/>
                <a:gd name="connsiteX20" fmla="*/ 16036 w 21212"/>
                <a:gd name="connsiteY20" fmla="*/ 16036 h 21212"/>
                <a:gd name="connsiteX21" fmla="*/ 16036 w 21212"/>
                <a:gd name="connsiteY21" fmla="*/ 16036 h 21212"/>
                <a:gd name="connsiteX22" fmla="*/ 16036 w 21212"/>
                <a:gd name="connsiteY22" fmla="*/ 16036 h 21212"/>
                <a:gd name="connsiteX23" fmla="*/ 16036 w 21212"/>
                <a:gd name="connsiteY23" fmla="*/ 16036 h 21212"/>
                <a:gd name="connsiteX24" fmla="*/ 16036 w 21212"/>
                <a:gd name="connsiteY24" fmla="*/ 16036 h 21212"/>
                <a:gd name="connsiteX25" fmla="*/ 16015 w 21212"/>
                <a:gd name="connsiteY25" fmla="*/ 16036 h 21212"/>
                <a:gd name="connsiteX26" fmla="*/ 16015 w 21212"/>
                <a:gd name="connsiteY26" fmla="*/ 16036 h 21212"/>
                <a:gd name="connsiteX27" fmla="*/ 16015 w 21212"/>
                <a:gd name="connsiteY27" fmla="*/ 16036 h 21212"/>
                <a:gd name="connsiteX28" fmla="*/ 15973 w 21212"/>
                <a:gd name="connsiteY28" fmla="*/ 16036 h 21212"/>
                <a:gd name="connsiteX29" fmla="*/ 15973 w 21212"/>
                <a:gd name="connsiteY29" fmla="*/ 16036 h 21212"/>
                <a:gd name="connsiteX30" fmla="*/ 15930 w 21212"/>
                <a:gd name="connsiteY30" fmla="*/ 16036 h 21212"/>
                <a:gd name="connsiteX31" fmla="*/ 15930 w 21212"/>
                <a:gd name="connsiteY31" fmla="*/ 16036 h 21212"/>
                <a:gd name="connsiteX32" fmla="*/ 15930 w 21212"/>
                <a:gd name="connsiteY32" fmla="*/ 16036 h 21212"/>
                <a:gd name="connsiteX33" fmla="*/ 15930 w 21212"/>
                <a:gd name="connsiteY33" fmla="*/ 16036 h 21212"/>
                <a:gd name="connsiteX34" fmla="*/ 15909 w 21212"/>
                <a:gd name="connsiteY34" fmla="*/ 15973 h 21212"/>
                <a:gd name="connsiteX35" fmla="*/ 15930 w 21212"/>
                <a:gd name="connsiteY35" fmla="*/ 15973 h 21212"/>
                <a:gd name="connsiteX36" fmla="*/ 15930 w 21212"/>
                <a:gd name="connsiteY36" fmla="*/ 15973 h 21212"/>
                <a:gd name="connsiteX37" fmla="*/ 15973 w 21212"/>
                <a:gd name="connsiteY37" fmla="*/ 15909 h 21212"/>
                <a:gd name="connsiteX38" fmla="*/ 16015 w 21212"/>
                <a:gd name="connsiteY38" fmla="*/ 15973 h 21212"/>
                <a:gd name="connsiteX39" fmla="*/ 15973 w 21212"/>
                <a:gd name="connsiteY39" fmla="*/ 15973 h 21212"/>
                <a:gd name="connsiteX40" fmla="*/ 15930 w 21212"/>
                <a:gd name="connsiteY40" fmla="*/ 15973 h 21212"/>
                <a:gd name="connsiteX41" fmla="*/ 15930 w 21212"/>
                <a:gd name="connsiteY41" fmla="*/ 15973 h 21212"/>
                <a:gd name="connsiteX42" fmla="*/ 15930 w 21212"/>
                <a:gd name="connsiteY42" fmla="*/ 16036 h 21212"/>
                <a:gd name="connsiteX43" fmla="*/ 15930 w 21212"/>
                <a:gd name="connsiteY43" fmla="*/ 16036 h 21212"/>
                <a:gd name="connsiteX44" fmla="*/ 15930 w 21212"/>
                <a:gd name="connsiteY44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30" y="16036"/>
                  </a:moveTo>
                  <a:lnTo>
                    <a:pt x="15930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cubicBezTo>
                    <a:pt x="16015" y="16036"/>
                    <a:pt x="16015" y="16036"/>
                    <a:pt x="16015" y="16036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6100" y="15973"/>
                    <a:pt x="16100" y="15973"/>
                    <a:pt x="16100" y="16036"/>
                  </a:cubicBezTo>
                  <a:lnTo>
                    <a:pt x="16100" y="16036"/>
                  </a:lnTo>
                  <a:lnTo>
                    <a:pt x="16100" y="16036"/>
                  </a:lnTo>
                  <a:lnTo>
                    <a:pt x="16100" y="16036"/>
                  </a:lnTo>
                  <a:cubicBezTo>
                    <a:pt x="16100" y="16079"/>
                    <a:pt x="16100" y="16079"/>
                    <a:pt x="16036" y="16079"/>
                  </a:cubicBezTo>
                  <a:lnTo>
                    <a:pt x="16036" y="16079"/>
                  </a:lnTo>
                  <a:lnTo>
                    <a:pt x="16015" y="16079"/>
                  </a:lnTo>
                  <a:lnTo>
                    <a:pt x="16015" y="16079"/>
                  </a:lnTo>
                  <a:cubicBezTo>
                    <a:pt x="16015" y="16100"/>
                    <a:pt x="16015" y="16100"/>
                    <a:pt x="16015" y="16100"/>
                  </a:cubicBezTo>
                  <a:lnTo>
                    <a:pt x="15973" y="16079"/>
                  </a:lnTo>
                  <a:cubicBezTo>
                    <a:pt x="16015" y="16079"/>
                    <a:pt x="16015" y="16079"/>
                    <a:pt x="16015" y="16079"/>
                  </a:cubicBezTo>
                  <a:lnTo>
                    <a:pt x="16015" y="16079"/>
                  </a:lnTo>
                  <a:cubicBezTo>
                    <a:pt x="16036" y="16036"/>
                    <a:pt x="16036" y="16079"/>
                    <a:pt x="16036" y="16036"/>
                  </a:cubicBezTo>
                  <a:lnTo>
                    <a:pt x="16036" y="16036"/>
                  </a:lnTo>
                  <a:lnTo>
                    <a:pt x="16036" y="16036"/>
                  </a:lnTo>
                  <a:lnTo>
                    <a:pt x="16036" y="16036"/>
                  </a:lnTo>
                  <a:lnTo>
                    <a:pt x="16036" y="16036"/>
                  </a:lnTo>
                  <a:lnTo>
                    <a:pt x="16015" y="16036"/>
                  </a:lnTo>
                  <a:lnTo>
                    <a:pt x="16015" y="16036"/>
                  </a:lnTo>
                  <a:lnTo>
                    <a:pt x="16015" y="16036"/>
                  </a:lnTo>
                  <a:lnTo>
                    <a:pt x="15973" y="16036"/>
                  </a:lnTo>
                  <a:lnTo>
                    <a:pt x="15973" y="16036"/>
                  </a:lnTo>
                  <a:cubicBezTo>
                    <a:pt x="15930" y="16036"/>
                    <a:pt x="15930" y="16036"/>
                    <a:pt x="15930" y="16036"/>
                  </a:cubicBezTo>
                  <a:lnTo>
                    <a:pt x="15930" y="16036"/>
                  </a:lnTo>
                  <a:cubicBezTo>
                    <a:pt x="15909" y="16036"/>
                    <a:pt x="15909" y="16036"/>
                    <a:pt x="15930" y="16036"/>
                  </a:cubicBezTo>
                  <a:lnTo>
                    <a:pt x="15930" y="16036"/>
                  </a:lnTo>
                  <a:cubicBezTo>
                    <a:pt x="15909" y="16036"/>
                    <a:pt x="15909" y="16036"/>
                    <a:pt x="15909" y="15973"/>
                  </a:cubicBezTo>
                  <a:lnTo>
                    <a:pt x="15930" y="15973"/>
                  </a:lnTo>
                  <a:lnTo>
                    <a:pt x="15930" y="15973"/>
                  </a:lnTo>
                  <a:cubicBezTo>
                    <a:pt x="15973" y="15973"/>
                    <a:pt x="15973" y="15973"/>
                    <a:pt x="15973" y="15909"/>
                  </a:cubicBezTo>
                  <a:lnTo>
                    <a:pt x="16015" y="15973"/>
                  </a:lnTo>
                  <a:cubicBezTo>
                    <a:pt x="15973" y="15973"/>
                    <a:pt x="15973" y="15973"/>
                    <a:pt x="15973" y="15973"/>
                  </a:cubicBezTo>
                  <a:cubicBezTo>
                    <a:pt x="15973" y="15973"/>
                    <a:pt x="15973" y="15973"/>
                    <a:pt x="15930" y="15973"/>
                  </a:cubicBezTo>
                  <a:lnTo>
                    <a:pt x="15930" y="15973"/>
                  </a:lnTo>
                  <a:cubicBezTo>
                    <a:pt x="15930" y="16036"/>
                    <a:pt x="15930" y="16036"/>
                    <a:pt x="15930" y="16036"/>
                  </a:cubicBezTo>
                  <a:lnTo>
                    <a:pt x="15930" y="16036"/>
                  </a:lnTo>
                  <a:lnTo>
                    <a:pt x="15930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CCE684A-5190-4655-B397-EFDE018B211E}"/>
                </a:ext>
              </a:extLst>
            </p:cNvPr>
            <p:cNvSpPr/>
            <p:nvPr/>
          </p:nvSpPr>
          <p:spPr>
            <a:xfrm>
              <a:off x="6412462" y="4741649"/>
              <a:ext cx="31327" cy="31327"/>
            </a:xfrm>
            <a:custGeom>
              <a:avLst/>
              <a:gdLst>
                <a:gd name="connsiteX0" fmla="*/ 15951 w 21212"/>
                <a:gd name="connsiteY0" fmla="*/ 15951 h 21212"/>
                <a:gd name="connsiteX1" fmla="*/ 15994 w 21212"/>
                <a:gd name="connsiteY1" fmla="*/ 15951 h 21212"/>
                <a:gd name="connsiteX2" fmla="*/ 15994 w 21212"/>
                <a:gd name="connsiteY2" fmla="*/ 15951 h 21212"/>
                <a:gd name="connsiteX3" fmla="*/ 15994 w 21212"/>
                <a:gd name="connsiteY3" fmla="*/ 15951 h 21212"/>
                <a:gd name="connsiteX4" fmla="*/ 16036 w 21212"/>
                <a:gd name="connsiteY4" fmla="*/ 15951 h 21212"/>
                <a:gd name="connsiteX5" fmla="*/ 16036 w 21212"/>
                <a:gd name="connsiteY5" fmla="*/ 15930 h 21212"/>
                <a:gd name="connsiteX6" fmla="*/ 16100 w 21212"/>
                <a:gd name="connsiteY6" fmla="*/ 15930 h 21212"/>
                <a:gd name="connsiteX7" fmla="*/ 16164 w 21212"/>
                <a:gd name="connsiteY7" fmla="*/ 15930 h 21212"/>
                <a:gd name="connsiteX8" fmla="*/ 16164 w 21212"/>
                <a:gd name="connsiteY8" fmla="*/ 15930 h 21212"/>
                <a:gd name="connsiteX9" fmla="*/ 16206 w 21212"/>
                <a:gd name="connsiteY9" fmla="*/ 15951 h 21212"/>
                <a:gd name="connsiteX10" fmla="*/ 16206 w 21212"/>
                <a:gd name="connsiteY10" fmla="*/ 15951 h 21212"/>
                <a:gd name="connsiteX11" fmla="*/ 16164 w 21212"/>
                <a:gd name="connsiteY11" fmla="*/ 15951 h 21212"/>
                <a:gd name="connsiteX12" fmla="*/ 16164 w 21212"/>
                <a:gd name="connsiteY12" fmla="*/ 15994 h 21212"/>
                <a:gd name="connsiteX13" fmla="*/ 16079 w 21212"/>
                <a:gd name="connsiteY13" fmla="*/ 15994 h 21212"/>
                <a:gd name="connsiteX14" fmla="*/ 16079 w 21212"/>
                <a:gd name="connsiteY14" fmla="*/ 15994 h 21212"/>
                <a:gd name="connsiteX15" fmla="*/ 16015 w 21212"/>
                <a:gd name="connsiteY15" fmla="*/ 15994 h 21212"/>
                <a:gd name="connsiteX16" fmla="*/ 16015 w 21212"/>
                <a:gd name="connsiteY16" fmla="*/ 15994 h 21212"/>
                <a:gd name="connsiteX17" fmla="*/ 16015 w 21212"/>
                <a:gd name="connsiteY17" fmla="*/ 15994 h 21212"/>
                <a:gd name="connsiteX18" fmla="*/ 16015 w 21212"/>
                <a:gd name="connsiteY18" fmla="*/ 15994 h 21212"/>
                <a:gd name="connsiteX19" fmla="*/ 16079 w 21212"/>
                <a:gd name="connsiteY19" fmla="*/ 15994 h 21212"/>
                <a:gd name="connsiteX20" fmla="*/ 16079 w 21212"/>
                <a:gd name="connsiteY20" fmla="*/ 15951 h 21212"/>
                <a:gd name="connsiteX21" fmla="*/ 16142 w 21212"/>
                <a:gd name="connsiteY21" fmla="*/ 15951 h 21212"/>
                <a:gd name="connsiteX22" fmla="*/ 16142 w 21212"/>
                <a:gd name="connsiteY22" fmla="*/ 15951 h 21212"/>
                <a:gd name="connsiteX23" fmla="*/ 16142 w 21212"/>
                <a:gd name="connsiteY23" fmla="*/ 15951 h 21212"/>
                <a:gd name="connsiteX24" fmla="*/ 16079 w 21212"/>
                <a:gd name="connsiteY24" fmla="*/ 15951 h 21212"/>
                <a:gd name="connsiteX25" fmla="*/ 16079 w 21212"/>
                <a:gd name="connsiteY25" fmla="*/ 15951 h 21212"/>
                <a:gd name="connsiteX26" fmla="*/ 16015 w 21212"/>
                <a:gd name="connsiteY26" fmla="*/ 15951 h 21212"/>
                <a:gd name="connsiteX27" fmla="*/ 16015 w 21212"/>
                <a:gd name="connsiteY27" fmla="*/ 15951 h 21212"/>
                <a:gd name="connsiteX28" fmla="*/ 16015 w 21212"/>
                <a:gd name="connsiteY28" fmla="*/ 15951 h 21212"/>
                <a:gd name="connsiteX29" fmla="*/ 15973 w 21212"/>
                <a:gd name="connsiteY29" fmla="*/ 15951 h 21212"/>
                <a:gd name="connsiteX30" fmla="*/ 15951 w 21212"/>
                <a:gd name="connsiteY30" fmla="*/ 15951 h 21212"/>
                <a:gd name="connsiteX31" fmla="*/ 15951 w 21212"/>
                <a:gd name="connsiteY31" fmla="*/ 15951 h 21212"/>
                <a:gd name="connsiteX32" fmla="*/ 15909 w 21212"/>
                <a:gd name="connsiteY32" fmla="*/ 15951 h 21212"/>
                <a:gd name="connsiteX33" fmla="*/ 15909 w 21212"/>
                <a:gd name="connsiteY33" fmla="*/ 15951 h 21212"/>
                <a:gd name="connsiteX34" fmla="*/ 15951 w 21212"/>
                <a:gd name="connsiteY34" fmla="*/ 15951 h 21212"/>
                <a:gd name="connsiteX35" fmla="*/ 15951 w 21212"/>
                <a:gd name="connsiteY35" fmla="*/ 15951 h 21212"/>
                <a:gd name="connsiteX36" fmla="*/ 15994 w 21212"/>
                <a:gd name="connsiteY36" fmla="*/ 15909 h 21212"/>
                <a:gd name="connsiteX37" fmla="*/ 16036 w 21212"/>
                <a:gd name="connsiteY37" fmla="*/ 15909 h 21212"/>
                <a:gd name="connsiteX38" fmla="*/ 16036 w 21212"/>
                <a:gd name="connsiteY38" fmla="*/ 15909 h 21212"/>
                <a:gd name="connsiteX39" fmla="*/ 16036 w 21212"/>
                <a:gd name="connsiteY39" fmla="*/ 15909 h 21212"/>
                <a:gd name="connsiteX40" fmla="*/ 15994 w 21212"/>
                <a:gd name="connsiteY40" fmla="*/ 15930 h 21212"/>
                <a:gd name="connsiteX41" fmla="*/ 15951 w 21212"/>
                <a:gd name="connsiteY41" fmla="*/ 15951 h 21212"/>
                <a:gd name="connsiteX42" fmla="*/ 15951 w 21212"/>
                <a:gd name="connsiteY42" fmla="*/ 15951 h 21212"/>
                <a:gd name="connsiteX43" fmla="*/ 15951 w 21212"/>
                <a:gd name="connsiteY43" fmla="*/ 15951 h 21212"/>
                <a:gd name="connsiteX44" fmla="*/ 15951 w 21212"/>
                <a:gd name="connsiteY4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51"/>
                  </a:move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6036" y="15951"/>
                  </a:lnTo>
                  <a:lnTo>
                    <a:pt x="16036" y="15930"/>
                  </a:lnTo>
                  <a:lnTo>
                    <a:pt x="16100" y="15930"/>
                  </a:lnTo>
                  <a:cubicBezTo>
                    <a:pt x="16100" y="15930"/>
                    <a:pt x="16100" y="15930"/>
                    <a:pt x="16164" y="15930"/>
                  </a:cubicBezTo>
                  <a:lnTo>
                    <a:pt x="16164" y="15930"/>
                  </a:lnTo>
                  <a:cubicBezTo>
                    <a:pt x="16206" y="15951"/>
                    <a:pt x="16206" y="15951"/>
                    <a:pt x="16206" y="15951"/>
                  </a:cubicBezTo>
                  <a:lnTo>
                    <a:pt x="16206" y="15951"/>
                  </a:lnTo>
                  <a:cubicBezTo>
                    <a:pt x="16206" y="15951"/>
                    <a:pt x="16206" y="15951"/>
                    <a:pt x="16164" y="15951"/>
                  </a:cubicBezTo>
                  <a:cubicBezTo>
                    <a:pt x="16164" y="15994"/>
                    <a:pt x="16164" y="15994"/>
                    <a:pt x="16164" y="15994"/>
                  </a:cubicBezTo>
                  <a:lnTo>
                    <a:pt x="16079" y="15994"/>
                  </a:lnTo>
                  <a:lnTo>
                    <a:pt x="16079" y="15994"/>
                  </a:lnTo>
                  <a:cubicBezTo>
                    <a:pt x="16079" y="15994"/>
                    <a:pt x="16079" y="15994"/>
                    <a:pt x="16015" y="15994"/>
                  </a:cubicBez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cubicBezTo>
                    <a:pt x="16079" y="15994"/>
                    <a:pt x="16079" y="15994"/>
                    <a:pt x="16079" y="15994"/>
                  </a:cubicBezTo>
                  <a:cubicBezTo>
                    <a:pt x="16079" y="15994"/>
                    <a:pt x="16079" y="15994"/>
                    <a:pt x="16079" y="15951"/>
                  </a:cubicBezTo>
                  <a:cubicBezTo>
                    <a:pt x="16142" y="15951"/>
                    <a:pt x="16142" y="15951"/>
                    <a:pt x="16142" y="15951"/>
                  </a:cubicBezTo>
                  <a:lnTo>
                    <a:pt x="16142" y="15951"/>
                  </a:lnTo>
                  <a:lnTo>
                    <a:pt x="16142" y="15951"/>
                  </a:lnTo>
                  <a:cubicBezTo>
                    <a:pt x="16079" y="15951"/>
                    <a:pt x="16079" y="15951"/>
                    <a:pt x="16079" y="15951"/>
                  </a:cubicBezTo>
                  <a:lnTo>
                    <a:pt x="16079" y="15951"/>
                  </a:lnTo>
                  <a:cubicBezTo>
                    <a:pt x="16079" y="15951"/>
                    <a:pt x="16079" y="15951"/>
                    <a:pt x="16015" y="15951"/>
                  </a:cubicBezTo>
                  <a:lnTo>
                    <a:pt x="16015" y="15951"/>
                  </a:lnTo>
                  <a:lnTo>
                    <a:pt x="16015" y="15951"/>
                  </a:lnTo>
                  <a:cubicBezTo>
                    <a:pt x="15973" y="15951"/>
                    <a:pt x="15973" y="15951"/>
                    <a:pt x="15973" y="15951"/>
                  </a:cubicBezTo>
                  <a:cubicBezTo>
                    <a:pt x="15973" y="15951"/>
                    <a:pt x="15973" y="15951"/>
                    <a:pt x="15951" y="15951"/>
                  </a:cubicBezTo>
                  <a:lnTo>
                    <a:pt x="15951" y="15951"/>
                  </a:lnTo>
                  <a:cubicBezTo>
                    <a:pt x="15951" y="15951"/>
                    <a:pt x="15951" y="15951"/>
                    <a:pt x="15909" y="15951"/>
                  </a:cubicBezTo>
                  <a:lnTo>
                    <a:pt x="15909" y="15951"/>
                  </a:lnTo>
                  <a:cubicBezTo>
                    <a:pt x="15909" y="15930"/>
                    <a:pt x="15909" y="15930"/>
                    <a:pt x="15951" y="15951"/>
                  </a:cubicBezTo>
                  <a:lnTo>
                    <a:pt x="15951" y="15951"/>
                  </a:lnTo>
                  <a:cubicBezTo>
                    <a:pt x="15951" y="15909"/>
                    <a:pt x="15994" y="15909"/>
                    <a:pt x="15994" y="15909"/>
                  </a:cubicBezTo>
                  <a:cubicBezTo>
                    <a:pt x="15994" y="15909"/>
                    <a:pt x="15994" y="15909"/>
                    <a:pt x="16036" y="15909"/>
                  </a:cubicBezTo>
                  <a:lnTo>
                    <a:pt x="16036" y="15909"/>
                  </a:lnTo>
                  <a:lnTo>
                    <a:pt x="16036" y="15909"/>
                  </a:lnTo>
                  <a:cubicBezTo>
                    <a:pt x="15994" y="15909"/>
                    <a:pt x="15994" y="15930"/>
                    <a:pt x="15994" y="15930"/>
                  </a:cubicBezTo>
                  <a:lnTo>
                    <a:pt x="15951" y="15951"/>
                  </a:lnTo>
                  <a:cubicBezTo>
                    <a:pt x="15951" y="15951"/>
                    <a:pt x="15951" y="15951"/>
                    <a:pt x="15951" y="15951"/>
                  </a:cubicBezTo>
                  <a:lnTo>
                    <a:pt x="15951" y="15951"/>
                  </a:lnTo>
                  <a:lnTo>
                    <a:pt x="15951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40AD8F26-1E05-4ADF-9829-775FBD1039B8}"/>
                </a:ext>
              </a:extLst>
            </p:cNvPr>
            <p:cNvSpPr/>
            <p:nvPr/>
          </p:nvSpPr>
          <p:spPr>
            <a:xfrm>
              <a:off x="6412557" y="4741493"/>
              <a:ext cx="31327" cy="31327"/>
            </a:xfrm>
            <a:custGeom>
              <a:avLst/>
              <a:gdLst>
                <a:gd name="connsiteX0" fmla="*/ 15951 w 21212"/>
                <a:gd name="connsiteY0" fmla="*/ 15909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51 w 21212"/>
                <a:gd name="connsiteY3" fmla="*/ 15909 h 21212"/>
                <a:gd name="connsiteX4" fmla="*/ 15951 w 21212"/>
                <a:gd name="connsiteY4" fmla="*/ 15909 h 21212"/>
                <a:gd name="connsiteX5" fmla="*/ 16163 w 21212"/>
                <a:gd name="connsiteY5" fmla="*/ 16036 h 21212"/>
                <a:gd name="connsiteX6" fmla="*/ 16015 w 21212"/>
                <a:gd name="connsiteY6" fmla="*/ 15909 h 21212"/>
                <a:gd name="connsiteX7" fmla="*/ 16015 w 21212"/>
                <a:gd name="connsiteY7" fmla="*/ 15909 h 21212"/>
                <a:gd name="connsiteX8" fmla="*/ 16163 w 21212"/>
                <a:gd name="connsiteY8" fmla="*/ 16036 h 21212"/>
                <a:gd name="connsiteX9" fmla="*/ 16163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51" y="15909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5951" y="15909"/>
                  </a:lnTo>
                  <a:close/>
                  <a:moveTo>
                    <a:pt x="16163" y="16036"/>
                  </a:moveTo>
                  <a:lnTo>
                    <a:pt x="16015" y="15909"/>
                  </a:lnTo>
                  <a:lnTo>
                    <a:pt x="16015" y="15909"/>
                  </a:lnTo>
                  <a:lnTo>
                    <a:pt x="16163" y="16036"/>
                  </a:lnTo>
                  <a:lnTo>
                    <a:pt x="16163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ED0E56D8-467A-454F-9012-B9DD3EE140DE}"/>
                </a:ext>
              </a:extLst>
            </p:cNvPr>
            <p:cNvSpPr/>
            <p:nvPr/>
          </p:nvSpPr>
          <p:spPr>
            <a:xfrm>
              <a:off x="6412806" y="4741400"/>
              <a:ext cx="31327" cy="31327"/>
            </a:xfrm>
            <a:custGeom>
              <a:avLst/>
              <a:gdLst>
                <a:gd name="connsiteX0" fmla="*/ 16142 w 21212"/>
                <a:gd name="connsiteY0" fmla="*/ 15952 h 21212"/>
                <a:gd name="connsiteX1" fmla="*/ 16142 w 21212"/>
                <a:gd name="connsiteY1" fmla="*/ 15952 h 21212"/>
                <a:gd name="connsiteX2" fmla="*/ 16142 w 21212"/>
                <a:gd name="connsiteY2" fmla="*/ 15952 h 21212"/>
                <a:gd name="connsiteX3" fmla="*/ 16100 w 21212"/>
                <a:gd name="connsiteY3" fmla="*/ 15973 h 21212"/>
                <a:gd name="connsiteX4" fmla="*/ 16100 w 21212"/>
                <a:gd name="connsiteY4" fmla="*/ 15973 h 21212"/>
                <a:gd name="connsiteX5" fmla="*/ 16079 w 21212"/>
                <a:gd name="connsiteY5" fmla="*/ 15973 h 21212"/>
                <a:gd name="connsiteX6" fmla="*/ 16015 w 21212"/>
                <a:gd name="connsiteY6" fmla="*/ 15973 h 21212"/>
                <a:gd name="connsiteX7" fmla="*/ 15951 w 21212"/>
                <a:gd name="connsiteY7" fmla="*/ 15952 h 21212"/>
                <a:gd name="connsiteX8" fmla="*/ 15951 w 21212"/>
                <a:gd name="connsiteY8" fmla="*/ 15973 h 21212"/>
                <a:gd name="connsiteX9" fmla="*/ 15909 w 21212"/>
                <a:gd name="connsiteY9" fmla="*/ 15952 h 21212"/>
                <a:gd name="connsiteX10" fmla="*/ 15951 w 21212"/>
                <a:gd name="connsiteY10" fmla="*/ 15952 h 21212"/>
                <a:gd name="connsiteX11" fmla="*/ 15909 w 21212"/>
                <a:gd name="connsiteY11" fmla="*/ 15952 h 21212"/>
                <a:gd name="connsiteX12" fmla="*/ 15951 w 21212"/>
                <a:gd name="connsiteY12" fmla="*/ 15909 h 21212"/>
                <a:gd name="connsiteX13" fmla="*/ 15994 w 21212"/>
                <a:gd name="connsiteY13" fmla="*/ 15952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5994 w 21212"/>
                <a:gd name="connsiteY16" fmla="*/ 15952 h 21212"/>
                <a:gd name="connsiteX17" fmla="*/ 16079 w 21212"/>
                <a:gd name="connsiteY17" fmla="*/ 15973 h 21212"/>
                <a:gd name="connsiteX18" fmla="*/ 16079 w 21212"/>
                <a:gd name="connsiteY18" fmla="*/ 15973 h 21212"/>
                <a:gd name="connsiteX19" fmla="*/ 16100 w 21212"/>
                <a:gd name="connsiteY19" fmla="*/ 15973 h 21212"/>
                <a:gd name="connsiteX20" fmla="*/ 16100 w 21212"/>
                <a:gd name="connsiteY20" fmla="*/ 15973 h 21212"/>
                <a:gd name="connsiteX21" fmla="*/ 16100 w 21212"/>
                <a:gd name="connsiteY21" fmla="*/ 15973 h 21212"/>
                <a:gd name="connsiteX22" fmla="*/ 16142 w 21212"/>
                <a:gd name="connsiteY22" fmla="*/ 15952 h 21212"/>
                <a:gd name="connsiteX23" fmla="*/ 16142 w 21212"/>
                <a:gd name="connsiteY23" fmla="*/ 15952 h 21212"/>
                <a:gd name="connsiteX24" fmla="*/ 16142 w 21212"/>
                <a:gd name="connsiteY24" fmla="*/ 1595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52"/>
                  </a:moveTo>
                  <a:lnTo>
                    <a:pt x="16142" y="15952"/>
                  </a:lnTo>
                  <a:lnTo>
                    <a:pt x="16142" y="15952"/>
                  </a:lnTo>
                  <a:lnTo>
                    <a:pt x="16100" y="15973"/>
                  </a:lnTo>
                  <a:lnTo>
                    <a:pt x="16100" y="15973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015" y="15973"/>
                  </a:lnTo>
                  <a:lnTo>
                    <a:pt x="15951" y="15952"/>
                  </a:lnTo>
                  <a:lnTo>
                    <a:pt x="15951" y="15973"/>
                  </a:lnTo>
                  <a:lnTo>
                    <a:pt x="15909" y="15952"/>
                  </a:lnTo>
                  <a:lnTo>
                    <a:pt x="15951" y="15952"/>
                  </a:lnTo>
                  <a:lnTo>
                    <a:pt x="15909" y="15952"/>
                  </a:lnTo>
                  <a:lnTo>
                    <a:pt x="15951" y="15909"/>
                  </a:lnTo>
                  <a:lnTo>
                    <a:pt x="15994" y="15952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5994" y="15952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100" y="15973"/>
                    <a:pt x="16100" y="15973"/>
                    <a:pt x="16100" y="15973"/>
                  </a:cubicBezTo>
                  <a:lnTo>
                    <a:pt x="16100" y="15973"/>
                  </a:lnTo>
                  <a:lnTo>
                    <a:pt x="16100" y="15973"/>
                  </a:lnTo>
                  <a:lnTo>
                    <a:pt x="16142" y="15952"/>
                  </a:lnTo>
                  <a:lnTo>
                    <a:pt x="16142" y="15952"/>
                  </a:lnTo>
                  <a:lnTo>
                    <a:pt x="16142" y="15952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810254A3-660A-4549-B4A9-C589299A21F7}"/>
                </a:ext>
              </a:extLst>
            </p:cNvPr>
            <p:cNvSpPr/>
            <p:nvPr/>
          </p:nvSpPr>
          <p:spPr>
            <a:xfrm>
              <a:off x="6413152" y="4741180"/>
              <a:ext cx="31327" cy="31327"/>
            </a:xfrm>
            <a:custGeom>
              <a:avLst/>
              <a:gdLst>
                <a:gd name="connsiteX0" fmla="*/ 16100 w 21212"/>
                <a:gd name="connsiteY0" fmla="*/ 16015 h 21212"/>
                <a:gd name="connsiteX1" fmla="*/ 16100 w 21212"/>
                <a:gd name="connsiteY1" fmla="*/ 16015 h 21212"/>
                <a:gd name="connsiteX2" fmla="*/ 16100 w 21212"/>
                <a:gd name="connsiteY2" fmla="*/ 16015 h 21212"/>
                <a:gd name="connsiteX3" fmla="*/ 16100 w 21212"/>
                <a:gd name="connsiteY3" fmla="*/ 16057 h 21212"/>
                <a:gd name="connsiteX4" fmla="*/ 16100 w 21212"/>
                <a:gd name="connsiteY4" fmla="*/ 16057 h 21212"/>
                <a:gd name="connsiteX5" fmla="*/ 16079 w 21212"/>
                <a:gd name="connsiteY5" fmla="*/ 16057 h 21212"/>
                <a:gd name="connsiteX6" fmla="*/ 16079 w 21212"/>
                <a:gd name="connsiteY6" fmla="*/ 16079 h 21212"/>
                <a:gd name="connsiteX7" fmla="*/ 15994 w 21212"/>
                <a:gd name="connsiteY7" fmla="*/ 16079 h 21212"/>
                <a:gd name="connsiteX8" fmla="*/ 15951 w 21212"/>
                <a:gd name="connsiteY8" fmla="*/ 16079 h 21212"/>
                <a:gd name="connsiteX9" fmla="*/ 15951 w 21212"/>
                <a:gd name="connsiteY9" fmla="*/ 16079 h 21212"/>
                <a:gd name="connsiteX10" fmla="*/ 15909 w 21212"/>
                <a:gd name="connsiteY10" fmla="*/ 16057 h 21212"/>
                <a:gd name="connsiteX11" fmla="*/ 15909 w 21212"/>
                <a:gd name="connsiteY11" fmla="*/ 16057 h 21212"/>
                <a:gd name="connsiteX12" fmla="*/ 15951 w 21212"/>
                <a:gd name="connsiteY12" fmla="*/ 16015 h 21212"/>
                <a:gd name="connsiteX13" fmla="*/ 15951 w 21212"/>
                <a:gd name="connsiteY13" fmla="*/ 16015 h 21212"/>
                <a:gd name="connsiteX14" fmla="*/ 15994 w 21212"/>
                <a:gd name="connsiteY14" fmla="*/ 16015 h 21212"/>
                <a:gd name="connsiteX15" fmla="*/ 16100 w 21212"/>
                <a:gd name="connsiteY15" fmla="*/ 16015 h 21212"/>
                <a:gd name="connsiteX16" fmla="*/ 16100 w 21212"/>
                <a:gd name="connsiteY16" fmla="*/ 16015 h 21212"/>
                <a:gd name="connsiteX17" fmla="*/ 15994 w 21212"/>
                <a:gd name="connsiteY17" fmla="*/ 16015 h 21212"/>
                <a:gd name="connsiteX18" fmla="*/ 15994 w 21212"/>
                <a:gd name="connsiteY18" fmla="*/ 15973 h 21212"/>
                <a:gd name="connsiteX19" fmla="*/ 15994 w 21212"/>
                <a:gd name="connsiteY19" fmla="*/ 15973 h 21212"/>
                <a:gd name="connsiteX20" fmla="*/ 15951 w 21212"/>
                <a:gd name="connsiteY20" fmla="*/ 16015 h 21212"/>
                <a:gd name="connsiteX21" fmla="*/ 15909 w 21212"/>
                <a:gd name="connsiteY21" fmla="*/ 16015 h 21212"/>
                <a:gd name="connsiteX22" fmla="*/ 15909 w 21212"/>
                <a:gd name="connsiteY22" fmla="*/ 16015 h 21212"/>
                <a:gd name="connsiteX23" fmla="*/ 15909 w 21212"/>
                <a:gd name="connsiteY23" fmla="*/ 16015 h 21212"/>
                <a:gd name="connsiteX24" fmla="*/ 15909 w 21212"/>
                <a:gd name="connsiteY24" fmla="*/ 16015 h 21212"/>
                <a:gd name="connsiteX25" fmla="*/ 15909 w 21212"/>
                <a:gd name="connsiteY25" fmla="*/ 16015 h 21212"/>
                <a:gd name="connsiteX26" fmla="*/ 15909 w 21212"/>
                <a:gd name="connsiteY26" fmla="*/ 16015 h 21212"/>
                <a:gd name="connsiteX27" fmla="*/ 15909 w 21212"/>
                <a:gd name="connsiteY27" fmla="*/ 16015 h 21212"/>
                <a:gd name="connsiteX28" fmla="*/ 15909 w 21212"/>
                <a:gd name="connsiteY28" fmla="*/ 16015 h 21212"/>
                <a:gd name="connsiteX29" fmla="*/ 15951 w 21212"/>
                <a:gd name="connsiteY29" fmla="*/ 15973 h 21212"/>
                <a:gd name="connsiteX30" fmla="*/ 15994 w 21212"/>
                <a:gd name="connsiteY30" fmla="*/ 15909 h 21212"/>
                <a:gd name="connsiteX31" fmla="*/ 15994 w 21212"/>
                <a:gd name="connsiteY31" fmla="*/ 15973 h 21212"/>
                <a:gd name="connsiteX32" fmla="*/ 16079 w 21212"/>
                <a:gd name="connsiteY32" fmla="*/ 15973 h 21212"/>
                <a:gd name="connsiteX33" fmla="*/ 16142 w 21212"/>
                <a:gd name="connsiteY33" fmla="*/ 16015 h 21212"/>
                <a:gd name="connsiteX34" fmla="*/ 16142 w 21212"/>
                <a:gd name="connsiteY34" fmla="*/ 16015 h 21212"/>
                <a:gd name="connsiteX35" fmla="*/ 16100 w 21212"/>
                <a:gd name="connsiteY35" fmla="*/ 16015 h 21212"/>
                <a:gd name="connsiteX36" fmla="*/ 16079 w 21212"/>
                <a:gd name="connsiteY36" fmla="*/ 16015 h 21212"/>
                <a:gd name="connsiteX37" fmla="*/ 15994 w 21212"/>
                <a:gd name="connsiteY37" fmla="*/ 16015 h 21212"/>
                <a:gd name="connsiteX38" fmla="*/ 15994 w 21212"/>
                <a:gd name="connsiteY38" fmla="*/ 16015 h 21212"/>
                <a:gd name="connsiteX39" fmla="*/ 15951 w 21212"/>
                <a:gd name="connsiteY39" fmla="*/ 16057 h 21212"/>
                <a:gd name="connsiteX40" fmla="*/ 15994 w 21212"/>
                <a:gd name="connsiteY40" fmla="*/ 16057 h 21212"/>
                <a:gd name="connsiteX41" fmla="*/ 15994 w 21212"/>
                <a:gd name="connsiteY41" fmla="*/ 16057 h 21212"/>
                <a:gd name="connsiteX42" fmla="*/ 15994 w 21212"/>
                <a:gd name="connsiteY42" fmla="*/ 16079 h 21212"/>
                <a:gd name="connsiteX43" fmla="*/ 16079 w 21212"/>
                <a:gd name="connsiteY43" fmla="*/ 16057 h 21212"/>
                <a:gd name="connsiteX44" fmla="*/ 16079 w 21212"/>
                <a:gd name="connsiteY44" fmla="*/ 16057 h 21212"/>
                <a:gd name="connsiteX45" fmla="*/ 16079 w 21212"/>
                <a:gd name="connsiteY45" fmla="*/ 16057 h 21212"/>
                <a:gd name="connsiteX46" fmla="*/ 16079 w 21212"/>
                <a:gd name="connsiteY46" fmla="*/ 16015 h 21212"/>
                <a:gd name="connsiteX47" fmla="*/ 16079 w 21212"/>
                <a:gd name="connsiteY47" fmla="*/ 16015 h 21212"/>
                <a:gd name="connsiteX48" fmla="*/ 16079 w 21212"/>
                <a:gd name="connsiteY48" fmla="*/ 16015 h 21212"/>
                <a:gd name="connsiteX49" fmla="*/ 16079 w 21212"/>
                <a:gd name="connsiteY4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00" y="16015"/>
                  </a:moveTo>
                  <a:lnTo>
                    <a:pt x="16100" y="16015"/>
                  </a:lnTo>
                  <a:lnTo>
                    <a:pt x="16100" y="16015"/>
                  </a:lnTo>
                  <a:cubicBezTo>
                    <a:pt x="16100" y="16057"/>
                    <a:pt x="16100" y="16057"/>
                    <a:pt x="16100" y="16057"/>
                  </a:cubicBezTo>
                  <a:lnTo>
                    <a:pt x="16100" y="16057"/>
                  </a:lnTo>
                  <a:cubicBezTo>
                    <a:pt x="16079" y="16057"/>
                    <a:pt x="16079" y="16057"/>
                    <a:pt x="16079" y="16057"/>
                  </a:cubicBezTo>
                  <a:cubicBezTo>
                    <a:pt x="16079" y="16079"/>
                    <a:pt x="16079" y="16079"/>
                    <a:pt x="16079" y="16079"/>
                  </a:cubicBezTo>
                  <a:lnTo>
                    <a:pt x="15994" y="16079"/>
                  </a:lnTo>
                  <a:cubicBezTo>
                    <a:pt x="15994" y="16079"/>
                    <a:pt x="15994" y="16079"/>
                    <a:pt x="15951" y="16079"/>
                  </a:cubicBezTo>
                  <a:lnTo>
                    <a:pt x="15951" y="16079"/>
                  </a:lnTo>
                  <a:cubicBezTo>
                    <a:pt x="15951" y="16079"/>
                    <a:pt x="15951" y="16079"/>
                    <a:pt x="15909" y="16057"/>
                  </a:cubicBezTo>
                  <a:lnTo>
                    <a:pt x="15909" y="16057"/>
                  </a:lnTo>
                  <a:cubicBezTo>
                    <a:pt x="15909" y="16057"/>
                    <a:pt x="15909" y="16057"/>
                    <a:pt x="15951" y="16015"/>
                  </a:cubicBezTo>
                  <a:lnTo>
                    <a:pt x="15951" y="16015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6100" y="16015"/>
                  </a:cubicBezTo>
                  <a:lnTo>
                    <a:pt x="16100" y="16015"/>
                  </a:lnTo>
                  <a:lnTo>
                    <a:pt x="15994" y="16015"/>
                  </a:lnTo>
                  <a:cubicBezTo>
                    <a:pt x="15994" y="16015"/>
                    <a:pt x="15994" y="16015"/>
                    <a:pt x="15994" y="15973"/>
                  </a:cubicBezTo>
                  <a:lnTo>
                    <a:pt x="15994" y="15973"/>
                  </a:lnTo>
                  <a:cubicBezTo>
                    <a:pt x="15951" y="15973"/>
                    <a:pt x="15951" y="15973"/>
                    <a:pt x="15951" y="16015"/>
                  </a:cubicBez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cubicBezTo>
                    <a:pt x="15909" y="15973"/>
                    <a:pt x="15951" y="15973"/>
                    <a:pt x="15951" y="15973"/>
                  </a:cubicBezTo>
                  <a:cubicBezTo>
                    <a:pt x="15951" y="15973"/>
                    <a:pt x="15994" y="15973"/>
                    <a:pt x="15994" y="15909"/>
                  </a:cubicBezTo>
                  <a:cubicBezTo>
                    <a:pt x="15994" y="15973"/>
                    <a:pt x="15994" y="15973"/>
                    <a:pt x="15994" y="15973"/>
                  </a:cubicBezTo>
                  <a:cubicBezTo>
                    <a:pt x="16079" y="15973"/>
                    <a:pt x="16079" y="15973"/>
                    <a:pt x="16079" y="15973"/>
                  </a:cubicBezTo>
                  <a:lnTo>
                    <a:pt x="16142" y="16015"/>
                  </a:lnTo>
                  <a:lnTo>
                    <a:pt x="16142" y="16015"/>
                  </a:lnTo>
                  <a:lnTo>
                    <a:pt x="16100" y="16015"/>
                  </a:lnTo>
                  <a:close/>
                  <a:moveTo>
                    <a:pt x="16079" y="16015"/>
                  </a:moveTo>
                  <a:cubicBezTo>
                    <a:pt x="16079" y="16015"/>
                    <a:pt x="16079" y="16015"/>
                    <a:pt x="15994" y="16015"/>
                  </a:cubicBezTo>
                  <a:lnTo>
                    <a:pt x="15994" y="16015"/>
                  </a:lnTo>
                  <a:cubicBezTo>
                    <a:pt x="15951" y="16015"/>
                    <a:pt x="15951" y="16057"/>
                    <a:pt x="15951" y="16057"/>
                  </a:cubicBezTo>
                  <a:cubicBezTo>
                    <a:pt x="15951" y="16057"/>
                    <a:pt x="15951" y="16057"/>
                    <a:pt x="15994" y="16057"/>
                  </a:cubicBezTo>
                  <a:lnTo>
                    <a:pt x="15994" y="16057"/>
                  </a:lnTo>
                  <a:lnTo>
                    <a:pt x="15994" y="16079"/>
                  </a:lnTo>
                  <a:cubicBezTo>
                    <a:pt x="15994" y="16057"/>
                    <a:pt x="15994" y="16057"/>
                    <a:pt x="16079" y="16057"/>
                  </a:cubicBezTo>
                  <a:lnTo>
                    <a:pt x="16079" y="16057"/>
                  </a:lnTo>
                  <a:lnTo>
                    <a:pt x="16079" y="16057"/>
                  </a:lnTo>
                  <a:cubicBezTo>
                    <a:pt x="16079" y="16057"/>
                    <a:pt x="16079" y="16057"/>
                    <a:pt x="16079" y="16015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CFE67502-0B21-4E98-9799-80AE7857E2A7}"/>
                </a:ext>
              </a:extLst>
            </p:cNvPr>
            <p:cNvSpPr/>
            <p:nvPr/>
          </p:nvSpPr>
          <p:spPr>
            <a:xfrm>
              <a:off x="6413401" y="4741031"/>
              <a:ext cx="31327" cy="31327"/>
            </a:xfrm>
            <a:custGeom>
              <a:avLst/>
              <a:gdLst>
                <a:gd name="connsiteX0" fmla="*/ 16185 w 21212"/>
                <a:gd name="connsiteY0" fmla="*/ 15989 h 21212"/>
                <a:gd name="connsiteX1" fmla="*/ 16100 w 21212"/>
                <a:gd name="connsiteY1" fmla="*/ 16010 h 21212"/>
                <a:gd name="connsiteX2" fmla="*/ 16057 w 21212"/>
                <a:gd name="connsiteY2" fmla="*/ 15967 h 21212"/>
                <a:gd name="connsiteX3" fmla="*/ 16036 w 21212"/>
                <a:gd name="connsiteY3" fmla="*/ 15967 h 21212"/>
                <a:gd name="connsiteX4" fmla="*/ 16036 w 21212"/>
                <a:gd name="connsiteY4" fmla="*/ 15967 h 21212"/>
                <a:gd name="connsiteX5" fmla="*/ 16036 w 21212"/>
                <a:gd name="connsiteY5" fmla="*/ 15967 h 21212"/>
                <a:gd name="connsiteX6" fmla="*/ 15973 w 21212"/>
                <a:gd name="connsiteY6" fmla="*/ 15989 h 21212"/>
                <a:gd name="connsiteX7" fmla="*/ 15973 w 21212"/>
                <a:gd name="connsiteY7" fmla="*/ 15989 h 21212"/>
                <a:gd name="connsiteX8" fmla="*/ 15973 w 21212"/>
                <a:gd name="connsiteY8" fmla="*/ 16010 h 21212"/>
                <a:gd name="connsiteX9" fmla="*/ 16057 w 21212"/>
                <a:gd name="connsiteY9" fmla="*/ 16073 h 21212"/>
                <a:gd name="connsiteX10" fmla="*/ 16036 w 21212"/>
                <a:gd name="connsiteY10" fmla="*/ 16073 h 21212"/>
                <a:gd name="connsiteX11" fmla="*/ 15909 w 21212"/>
                <a:gd name="connsiteY11" fmla="*/ 16010 h 21212"/>
                <a:gd name="connsiteX12" fmla="*/ 15909 w 21212"/>
                <a:gd name="connsiteY12" fmla="*/ 15989 h 21212"/>
                <a:gd name="connsiteX13" fmla="*/ 15930 w 21212"/>
                <a:gd name="connsiteY13" fmla="*/ 15989 h 21212"/>
                <a:gd name="connsiteX14" fmla="*/ 15930 w 21212"/>
                <a:gd name="connsiteY14" fmla="*/ 15989 h 21212"/>
                <a:gd name="connsiteX15" fmla="*/ 15930 w 21212"/>
                <a:gd name="connsiteY15" fmla="*/ 15989 h 21212"/>
                <a:gd name="connsiteX16" fmla="*/ 15930 w 21212"/>
                <a:gd name="connsiteY16" fmla="*/ 15989 h 21212"/>
                <a:gd name="connsiteX17" fmla="*/ 15930 w 21212"/>
                <a:gd name="connsiteY17" fmla="*/ 15989 h 21212"/>
                <a:gd name="connsiteX18" fmla="*/ 15973 w 21212"/>
                <a:gd name="connsiteY18" fmla="*/ 15967 h 21212"/>
                <a:gd name="connsiteX19" fmla="*/ 16036 w 21212"/>
                <a:gd name="connsiteY19" fmla="*/ 15967 h 21212"/>
                <a:gd name="connsiteX20" fmla="*/ 16057 w 21212"/>
                <a:gd name="connsiteY20" fmla="*/ 15967 h 21212"/>
                <a:gd name="connsiteX21" fmla="*/ 16057 w 21212"/>
                <a:gd name="connsiteY21" fmla="*/ 15967 h 21212"/>
                <a:gd name="connsiteX22" fmla="*/ 16057 w 21212"/>
                <a:gd name="connsiteY22" fmla="*/ 15925 h 21212"/>
                <a:gd name="connsiteX23" fmla="*/ 16057 w 21212"/>
                <a:gd name="connsiteY23" fmla="*/ 15925 h 21212"/>
                <a:gd name="connsiteX24" fmla="*/ 16100 w 21212"/>
                <a:gd name="connsiteY24" fmla="*/ 15925 h 21212"/>
                <a:gd name="connsiteX25" fmla="*/ 16100 w 21212"/>
                <a:gd name="connsiteY25" fmla="*/ 15925 h 21212"/>
                <a:gd name="connsiteX26" fmla="*/ 16100 w 21212"/>
                <a:gd name="connsiteY26" fmla="*/ 15925 h 21212"/>
                <a:gd name="connsiteX27" fmla="*/ 16185 w 21212"/>
                <a:gd name="connsiteY27" fmla="*/ 15925 h 21212"/>
                <a:gd name="connsiteX28" fmla="*/ 16270 w 21212"/>
                <a:gd name="connsiteY28" fmla="*/ 15967 h 21212"/>
                <a:gd name="connsiteX29" fmla="*/ 16270 w 21212"/>
                <a:gd name="connsiteY29" fmla="*/ 15967 h 21212"/>
                <a:gd name="connsiteX30" fmla="*/ 16185 w 21212"/>
                <a:gd name="connsiteY30" fmla="*/ 15925 h 21212"/>
                <a:gd name="connsiteX31" fmla="*/ 16100 w 21212"/>
                <a:gd name="connsiteY31" fmla="*/ 15925 h 21212"/>
                <a:gd name="connsiteX32" fmla="*/ 16100 w 21212"/>
                <a:gd name="connsiteY32" fmla="*/ 15925 h 21212"/>
                <a:gd name="connsiteX33" fmla="*/ 16100 w 21212"/>
                <a:gd name="connsiteY33" fmla="*/ 15925 h 21212"/>
                <a:gd name="connsiteX34" fmla="*/ 16100 w 21212"/>
                <a:gd name="connsiteY34" fmla="*/ 15925 h 21212"/>
                <a:gd name="connsiteX35" fmla="*/ 16057 w 21212"/>
                <a:gd name="connsiteY35" fmla="*/ 15967 h 21212"/>
                <a:gd name="connsiteX36" fmla="*/ 16057 w 21212"/>
                <a:gd name="connsiteY36" fmla="*/ 15967 h 21212"/>
                <a:gd name="connsiteX37" fmla="*/ 16185 w 21212"/>
                <a:gd name="connsiteY37" fmla="*/ 1598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85" y="15989"/>
                  </a:moveTo>
                  <a:lnTo>
                    <a:pt x="16100" y="16010"/>
                  </a:lnTo>
                  <a:lnTo>
                    <a:pt x="16057" y="15967"/>
                  </a:lnTo>
                  <a:cubicBezTo>
                    <a:pt x="16036" y="15967"/>
                    <a:pt x="16036" y="15967"/>
                    <a:pt x="16036" y="15967"/>
                  </a:cubicBezTo>
                  <a:lnTo>
                    <a:pt x="16036" y="15967"/>
                  </a:lnTo>
                  <a:lnTo>
                    <a:pt x="16036" y="15967"/>
                  </a:lnTo>
                  <a:lnTo>
                    <a:pt x="15973" y="15989"/>
                  </a:lnTo>
                  <a:lnTo>
                    <a:pt x="15973" y="15989"/>
                  </a:lnTo>
                  <a:cubicBezTo>
                    <a:pt x="15973" y="15989"/>
                    <a:pt x="15930" y="15989"/>
                    <a:pt x="15973" y="16010"/>
                  </a:cubicBezTo>
                  <a:lnTo>
                    <a:pt x="16057" y="16073"/>
                  </a:lnTo>
                  <a:lnTo>
                    <a:pt x="16036" y="16073"/>
                  </a:lnTo>
                  <a:lnTo>
                    <a:pt x="15909" y="16010"/>
                  </a:lnTo>
                  <a:lnTo>
                    <a:pt x="15909" y="15989"/>
                  </a:lnTo>
                  <a:lnTo>
                    <a:pt x="15930" y="15989"/>
                  </a:lnTo>
                  <a:lnTo>
                    <a:pt x="15930" y="15989"/>
                  </a:lnTo>
                  <a:lnTo>
                    <a:pt x="15930" y="15989"/>
                  </a:lnTo>
                  <a:lnTo>
                    <a:pt x="15930" y="15989"/>
                  </a:lnTo>
                  <a:lnTo>
                    <a:pt x="15930" y="15989"/>
                  </a:lnTo>
                  <a:cubicBezTo>
                    <a:pt x="15930" y="15967"/>
                    <a:pt x="15973" y="15967"/>
                    <a:pt x="15973" y="15967"/>
                  </a:cubicBezTo>
                  <a:cubicBezTo>
                    <a:pt x="15973" y="15967"/>
                    <a:pt x="15973" y="15967"/>
                    <a:pt x="16036" y="15967"/>
                  </a:cubicBezTo>
                  <a:cubicBezTo>
                    <a:pt x="16036" y="15967"/>
                    <a:pt x="16036" y="15967"/>
                    <a:pt x="16057" y="15967"/>
                  </a:cubicBezTo>
                  <a:lnTo>
                    <a:pt x="16057" y="15967"/>
                  </a:lnTo>
                  <a:cubicBezTo>
                    <a:pt x="16057" y="15967"/>
                    <a:pt x="16057" y="15967"/>
                    <a:pt x="16057" y="15925"/>
                  </a:cubicBezTo>
                  <a:lnTo>
                    <a:pt x="16057" y="15925"/>
                  </a:lnTo>
                  <a:lnTo>
                    <a:pt x="16100" y="15925"/>
                  </a:lnTo>
                  <a:cubicBezTo>
                    <a:pt x="16100" y="15904"/>
                    <a:pt x="16100" y="15904"/>
                    <a:pt x="16100" y="15925"/>
                  </a:cubicBezTo>
                  <a:lnTo>
                    <a:pt x="16100" y="15925"/>
                  </a:lnTo>
                  <a:cubicBezTo>
                    <a:pt x="16185" y="15925"/>
                    <a:pt x="16185" y="15925"/>
                    <a:pt x="16185" y="15925"/>
                  </a:cubicBezTo>
                  <a:lnTo>
                    <a:pt x="16270" y="15967"/>
                  </a:lnTo>
                  <a:lnTo>
                    <a:pt x="16270" y="15967"/>
                  </a:lnTo>
                  <a:lnTo>
                    <a:pt x="16185" y="15925"/>
                  </a:lnTo>
                  <a:cubicBezTo>
                    <a:pt x="16100" y="15925"/>
                    <a:pt x="16100" y="15925"/>
                    <a:pt x="16100" y="15925"/>
                  </a:cubicBezTo>
                  <a:lnTo>
                    <a:pt x="16100" y="15925"/>
                  </a:lnTo>
                  <a:lnTo>
                    <a:pt x="16100" y="15925"/>
                  </a:lnTo>
                  <a:lnTo>
                    <a:pt x="16100" y="15925"/>
                  </a:lnTo>
                  <a:cubicBezTo>
                    <a:pt x="16100" y="15925"/>
                    <a:pt x="16057" y="15925"/>
                    <a:pt x="16057" y="15967"/>
                  </a:cubicBezTo>
                  <a:lnTo>
                    <a:pt x="16057" y="15967"/>
                  </a:lnTo>
                  <a:lnTo>
                    <a:pt x="16185" y="1598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91BF5D9F-3199-4164-84E3-55DA63EF4B9E}"/>
                </a:ext>
              </a:extLst>
            </p:cNvPr>
            <p:cNvSpPr/>
            <p:nvPr/>
          </p:nvSpPr>
          <p:spPr>
            <a:xfrm>
              <a:off x="6413809" y="4740843"/>
              <a:ext cx="31327" cy="31327"/>
            </a:xfrm>
            <a:custGeom>
              <a:avLst/>
              <a:gdLst>
                <a:gd name="connsiteX0" fmla="*/ 16121 w 21212"/>
                <a:gd name="connsiteY0" fmla="*/ 15947 h 21212"/>
                <a:gd name="connsiteX1" fmla="*/ 16121 w 21212"/>
                <a:gd name="connsiteY1" fmla="*/ 15947 h 21212"/>
                <a:gd name="connsiteX2" fmla="*/ 16121 w 21212"/>
                <a:gd name="connsiteY2" fmla="*/ 15947 h 21212"/>
                <a:gd name="connsiteX3" fmla="*/ 16206 w 21212"/>
                <a:gd name="connsiteY3" fmla="*/ 15947 h 21212"/>
                <a:gd name="connsiteX4" fmla="*/ 16121 w 21212"/>
                <a:gd name="connsiteY4" fmla="*/ 15947 h 21212"/>
                <a:gd name="connsiteX5" fmla="*/ 16142 w 21212"/>
                <a:gd name="connsiteY5" fmla="*/ 16032 h 21212"/>
                <a:gd name="connsiteX6" fmla="*/ 16121 w 21212"/>
                <a:gd name="connsiteY6" fmla="*/ 16032 h 21212"/>
                <a:gd name="connsiteX7" fmla="*/ 16079 w 21212"/>
                <a:gd name="connsiteY7" fmla="*/ 16053 h 21212"/>
                <a:gd name="connsiteX8" fmla="*/ 16058 w 21212"/>
                <a:gd name="connsiteY8" fmla="*/ 16053 h 21212"/>
                <a:gd name="connsiteX9" fmla="*/ 15973 w 21212"/>
                <a:gd name="connsiteY9" fmla="*/ 16032 h 21212"/>
                <a:gd name="connsiteX10" fmla="*/ 15909 w 21212"/>
                <a:gd name="connsiteY10" fmla="*/ 16032 h 21212"/>
                <a:gd name="connsiteX11" fmla="*/ 15909 w 21212"/>
                <a:gd name="connsiteY11" fmla="*/ 15947 h 21212"/>
                <a:gd name="connsiteX12" fmla="*/ 15909 w 21212"/>
                <a:gd name="connsiteY12" fmla="*/ 15947 h 21212"/>
                <a:gd name="connsiteX13" fmla="*/ 15973 w 21212"/>
                <a:gd name="connsiteY13" fmla="*/ 15947 h 21212"/>
                <a:gd name="connsiteX14" fmla="*/ 15973 w 21212"/>
                <a:gd name="connsiteY14" fmla="*/ 15947 h 21212"/>
                <a:gd name="connsiteX15" fmla="*/ 16058 w 21212"/>
                <a:gd name="connsiteY15" fmla="*/ 15947 h 21212"/>
                <a:gd name="connsiteX16" fmla="*/ 16079 w 21212"/>
                <a:gd name="connsiteY16" fmla="*/ 15947 h 21212"/>
                <a:gd name="connsiteX17" fmla="*/ 16121 w 21212"/>
                <a:gd name="connsiteY17" fmla="*/ 15947 h 21212"/>
                <a:gd name="connsiteX18" fmla="*/ 16121 w 21212"/>
                <a:gd name="connsiteY18" fmla="*/ 15947 h 21212"/>
                <a:gd name="connsiteX19" fmla="*/ 16121 w 21212"/>
                <a:gd name="connsiteY19" fmla="*/ 15947 h 21212"/>
                <a:gd name="connsiteX20" fmla="*/ 15973 w 21212"/>
                <a:gd name="connsiteY20" fmla="*/ 16032 h 21212"/>
                <a:gd name="connsiteX21" fmla="*/ 16058 w 21212"/>
                <a:gd name="connsiteY21" fmla="*/ 16032 h 21212"/>
                <a:gd name="connsiteX22" fmla="*/ 16079 w 21212"/>
                <a:gd name="connsiteY22" fmla="*/ 16032 h 21212"/>
                <a:gd name="connsiteX23" fmla="*/ 16121 w 21212"/>
                <a:gd name="connsiteY23" fmla="*/ 16032 h 21212"/>
                <a:gd name="connsiteX24" fmla="*/ 16121 w 21212"/>
                <a:gd name="connsiteY24" fmla="*/ 15947 h 21212"/>
                <a:gd name="connsiteX25" fmla="*/ 15973 w 21212"/>
                <a:gd name="connsiteY25" fmla="*/ 15947 h 21212"/>
                <a:gd name="connsiteX26" fmla="*/ 15973 w 21212"/>
                <a:gd name="connsiteY26" fmla="*/ 15947 h 21212"/>
                <a:gd name="connsiteX27" fmla="*/ 15973 w 21212"/>
                <a:gd name="connsiteY27" fmla="*/ 15947 h 21212"/>
                <a:gd name="connsiteX28" fmla="*/ 15973 w 21212"/>
                <a:gd name="connsiteY28" fmla="*/ 15947 h 21212"/>
                <a:gd name="connsiteX29" fmla="*/ 15973 w 21212"/>
                <a:gd name="connsiteY29" fmla="*/ 16032 h 21212"/>
                <a:gd name="connsiteX30" fmla="*/ 16079 w 21212"/>
                <a:gd name="connsiteY30" fmla="*/ 15947 h 21212"/>
                <a:gd name="connsiteX31" fmla="*/ 16079 w 21212"/>
                <a:gd name="connsiteY31" fmla="*/ 15947 h 21212"/>
                <a:gd name="connsiteX32" fmla="*/ 16058 w 21212"/>
                <a:gd name="connsiteY32" fmla="*/ 15947 h 21212"/>
                <a:gd name="connsiteX33" fmla="*/ 16058 w 21212"/>
                <a:gd name="connsiteY33" fmla="*/ 15947 h 21212"/>
                <a:gd name="connsiteX34" fmla="*/ 15973 w 21212"/>
                <a:gd name="connsiteY34" fmla="*/ 1594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21" y="15947"/>
                  </a:moveTo>
                  <a:cubicBezTo>
                    <a:pt x="16142" y="15947"/>
                    <a:pt x="16142" y="15947"/>
                    <a:pt x="16121" y="15947"/>
                  </a:cubicBezTo>
                  <a:lnTo>
                    <a:pt x="16121" y="15947"/>
                  </a:lnTo>
                  <a:lnTo>
                    <a:pt x="16206" y="15947"/>
                  </a:lnTo>
                  <a:cubicBezTo>
                    <a:pt x="16206" y="15947"/>
                    <a:pt x="16206" y="15947"/>
                    <a:pt x="16121" y="15947"/>
                  </a:cubicBezTo>
                  <a:cubicBezTo>
                    <a:pt x="16142" y="16032"/>
                    <a:pt x="16142" y="16032"/>
                    <a:pt x="16142" y="16032"/>
                  </a:cubicBezTo>
                  <a:cubicBezTo>
                    <a:pt x="16121" y="16032"/>
                    <a:pt x="16121" y="16032"/>
                    <a:pt x="16121" y="16032"/>
                  </a:cubicBezTo>
                  <a:cubicBezTo>
                    <a:pt x="16079" y="16053"/>
                    <a:pt x="16079" y="16053"/>
                    <a:pt x="16079" y="16053"/>
                  </a:cubicBezTo>
                  <a:cubicBezTo>
                    <a:pt x="16058" y="16053"/>
                    <a:pt x="16058" y="16053"/>
                    <a:pt x="16058" y="16053"/>
                  </a:cubicBezTo>
                  <a:cubicBezTo>
                    <a:pt x="15973" y="16053"/>
                    <a:pt x="15973" y="16032"/>
                    <a:pt x="15973" y="16032"/>
                  </a:cubicBezTo>
                  <a:lnTo>
                    <a:pt x="15909" y="16032"/>
                  </a:lnTo>
                  <a:cubicBezTo>
                    <a:pt x="15909" y="15947"/>
                    <a:pt x="15909" y="15947"/>
                    <a:pt x="15909" y="15947"/>
                  </a:cubicBezTo>
                  <a:lnTo>
                    <a:pt x="15909" y="15947"/>
                  </a:lnTo>
                  <a:lnTo>
                    <a:pt x="15973" y="15947"/>
                  </a:lnTo>
                  <a:lnTo>
                    <a:pt x="15973" y="15947"/>
                  </a:lnTo>
                  <a:cubicBezTo>
                    <a:pt x="16058" y="15862"/>
                    <a:pt x="16058" y="15947"/>
                    <a:pt x="16058" y="15947"/>
                  </a:cubicBezTo>
                  <a:cubicBezTo>
                    <a:pt x="16079" y="15947"/>
                    <a:pt x="16079" y="15947"/>
                    <a:pt x="16079" y="15947"/>
                  </a:cubicBezTo>
                  <a:cubicBezTo>
                    <a:pt x="16121" y="15947"/>
                    <a:pt x="16121" y="15947"/>
                    <a:pt x="16121" y="15947"/>
                  </a:cubicBezTo>
                  <a:lnTo>
                    <a:pt x="16121" y="15947"/>
                  </a:lnTo>
                  <a:lnTo>
                    <a:pt x="16121" y="15947"/>
                  </a:lnTo>
                  <a:lnTo>
                    <a:pt x="15973" y="16032"/>
                  </a:lnTo>
                  <a:cubicBezTo>
                    <a:pt x="16058" y="16032"/>
                    <a:pt x="16058" y="16032"/>
                    <a:pt x="16058" y="16032"/>
                  </a:cubicBezTo>
                  <a:lnTo>
                    <a:pt x="16079" y="16032"/>
                  </a:lnTo>
                  <a:cubicBezTo>
                    <a:pt x="16079" y="16032"/>
                    <a:pt x="16079" y="16032"/>
                    <a:pt x="16121" y="16032"/>
                  </a:cubicBezTo>
                  <a:cubicBezTo>
                    <a:pt x="16121" y="16032"/>
                    <a:pt x="16121" y="16032"/>
                    <a:pt x="16121" y="15947"/>
                  </a:cubicBezTo>
                  <a:close/>
                  <a:moveTo>
                    <a:pt x="15973" y="15947"/>
                  </a:moveTo>
                  <a:lnTo>
                    <a:pt x="15973" y="15947"/>
                  </a:lnTo>
                  <a:lnTo>
                    <a:pt x="15973" y="15947"/>
                  </a:lnTo>
                  <a:lnTo>
                    <a:pt x="15973" y="15947"/>
                  </a:lnTo>
                  <a:lnTo>
                    <a:pt x="15973" y="16032"/>
                  </a:lnTo>
                  <a:lnTo>
                    <a:pt x="16079" y="15947"/>
                  </a:lnTo>
                  <a:lnTo>
                    <a:pt x="16079" y="15947"/>
                  </a:lnTo>
                  <a:lnTo>
                    <a:pt x="16058" y="15947"/>
                  </a:lnTo>
                  <a:lnTo>
                    <a:pt x="16058" y="15947"/>
                  </a:lnTo>
                  <a:cubicBezTo>
                    <a:pt x="15973" y="15947"/>
                    <a:pt x="15973" y="15947"/>
                    <a:pt x="15973" y="1594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7A7282AF-00D6-4D6B-89DD-FEA72F4832F7}"/>
                </a:ext>
              </a:extLst>
            </p:cNvPr>
            <p:cNvSpPr/>
            <p:nvPr/>
          </p:nvSpPr>
          <p:spPr>
            <a:xfrm>
              <a:off x="6414060" y="4740616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85 w 21212"/>
                <a:gd name="connsiteY1" fmla="*/ 16015 h 21212"/>
                <a:gd name="connsiteX2" fmla="*/ 16185 w 21212"/>
                <a:gd name="connsiteY2" fmla="*/ 16015 h 21212"/>
                <a:gd name="connsiteX3" fmla="*/ 16121 w 21212"/>
                <a:gd name="connsiteY3" fmla="*/ 16100 h 21212"/>
                <a:gd name="connsiteX4" fmla="*/ 16121 w 21212"/>
                <a:gd name="connsiteY4" fmla="*/ 16100 h 21212"/>
                <a:gd name="connsiteX5" fmla="*/ 16079 w 21212"/>
                <a:gd name="connsiteY5" fmla="*/ 16100 h 21212"/>
                <a:gd name="connsiteX6" fmla="*/ 16079 w 21212"/>
                <a:gd name="connsiteY6" fmla="*/ 16100 h 21212"/>
                <a:gd name="connsiteX7" fmla="*/ 15951 w 21212"/>
                <a:gd name="connsiteY7" fmla="*/ 16015 h 21212"/>
                <a:gd name="connsiteX8" fmla="*/ 15909 w 21212"/>
                <a:gd name="connsiteY8" fmla="*/ 16015 h 21212"/>
                <a:gd name="connsiteX9" fmla="*/ 15909 w 21212"/>
                <a:gd name="connsiteY9" fmla="*/ 16015 h 21212"/>
                <a:gd name="connsiteX10" fmla="*/ 15951 w 21212"/>
                <a:gd name="connsiteY10" fmla="*/ 16015 h 21212"/>
                <a:gd name="connsiteX11" fmla="*/ 15909 w 21212"/>
                <a:gd name="connsiteY11" fmla="*/ 16015 h 21212"/>
                <a:gd name="connsiteX12" fmla="*/ 15951 w 21212"/>
                <a:gd name="connsiteY12" fmla="*/ 16015 h 21212"/>
                <a:gd name="connsiteX13" fmla="*/ 15951 w 21212"/>
                <a:gd name="connsiteY13" fmla="*/ 16015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5973 w 21212"/>
                <a:gd name="connsiteY16" fmla="*/ 16015 h 21212"/>
                <a:gd name="connsiteX17" fmla="*/ 16079 w 21212"/>
                <a:gd name="connsiteY17" fmla="*/ 16015 h 21212"/>
                <a:gd name="connsiteX18" fmla="*/ 16079 w 21212"/>
                <a:gd name="connsiteY18" fmla="*/ 16015 h 21212"/>
                <a:gd name="connsiteX19" fmla="*/ 16121 w 21212"/>
                <a:gd name="connsiteY19" fmla="*/ 16015 h 21212"/>
                <a:gd name="connsiteX20" fmla="*/ 16121 w 21212"/>
                <a:gd name="connsiteY20" fmla="*/ 16015 h 21212"/>
                <a:gd name="connsiteX21" fmla="*/ 16121 w 21212"/>
                <a:gd name="connsiteY21" fmla="*/ 16015 h 21212"/>
                <a:gd name="connsiteX22" fmla="*/ 16185 w 21212"/>
                <a:gd name="connsiteY22" fmla="*/ 16015 h 21212"/>
                <a:gd name="connsiteX23" fmla="*/ 16185 w 21212"/>
                <a:gd name="connsiteY23" fmla="*/ 16015 h 21212"/>
                <a:gd name="connsiteX24" fmla="*/ 16185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85" y="16015"/>
                  </a:lnTo>
                  <a:lnTo>
                    <a:pt x="16185" y="16015"/>
                  </a:lnTo>
                  <a:cubicBezTo>
                    <a:pt x="16121" y="16015"/>
                    <a:pt x="16121" y="16015"/>
                    <a:pt x="16121" y="16100"/>
                  </a:cubicBezTo>
                  <a:lnTo>
                    <a:pt x="16121" y="16100"/>
                  </a:lnTo>
                  <a:cubicBezTo>
                    <a:pt x="16079" y="16100"/>
                    <a:pt x="16079" y="16100"/>
                    <a:pt x="16079" y="16100"/>
                  </a:cubicBezTo>
                  <a:lnTo>
                    <a:pt x="16079" y="16100"/>
                  </a:lnTo>
                  <a:lnTo>
                    <a:pt x="15951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51" y="16015"/>
                  </a:lnTo>
                  <a:lnTo>
                    <a:pt x="15909" y="16015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73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24EFFE5D-A50F-41CD-8EE1-ACA23C8B5E4A}"/>
                </a:ext>
              </a:extLst>
            </p:cNvPr>
            <p:cNvSpPr/>
            <p:nvPr/>
          </p:nvSpPr>
          <p:spPr>
            <a:xfrm>
              <a:off x="6414466" y="4740428"/>
              <a:ext cx="31327" cy="31327"/>
            </a:xfrm>
            <a:custGeom>
              <a:avLst/>
              <a:gdLst>
                <a:gd name="connsiteX0" fmla="*/ 16079 w 21212"/>
                <a:gd name="connsiteY0" fmla="*/ 16015 h 21212"/>
                <a:gd name="connsiteX1" fmla="*/ 16079 w 21212"/>
                <a:gd name="connsiteY1" fmla="*/ 15973 h 21212"/>
                <a:gd name="connsiteX2" fmla="*/ 16142 w 21212"/>
                <a:gd name="connsiteY2" fmla="*/ 15973 h 21212"/>
                <a:gd name="connsiteX3" fmla="*/ 16142 w 21212"/>
                <a:gd name="connsiteY3" fmla="*/ 15973 h 21212"/>
                <a:gd name="connsiteX4" fmla="*/ 16142 w 21212"/>
                <a:gd name="connsiteY4" fmla="*/ 16015 h 21212"/>
                <a:gd name="connsiteX5" fmla="*/ 16079 w 21212"/>
                <a:gd name="connsiteY5" fmla="*/ 16015 h 21212"/>
                <a:gd name="connsiteX6" fmla="*/ 16079 w 21212"/>
                <a:gd name="connsiteY6" fmla="*/ 16015 h 21212"/>
                <a:gd name="connsiteX7" fmla="*/ 16079 w 21212"/>
                <a:gd name="connsiteY7" fmla="*/ 16015 h 21212"/>
                <a:gd name="connsiteX8" fmla="*/ 15973 w 21212"/>
                <a:gd name="connsiteY8" fmla="*/ 16036 h 21212"/>
                <a:gd name="connsiteX9" fmla="*/ 15930 w 21212"/>
                <a:gd name="connsiteY9" fmla="*/ 16036 h 21212"/>
                <a:gd name="connsiteX10" fmla="*/ 15930 w 21212"/>
                <a:gd name="connsiteY10" fmla="*/ 16015 h 21212"/>
                <a:gd name="connsiteX11" fmla="*/ 15909 w 21212"/>
                <a:gd name="connsiteY11" fmla="*/ 15973 h 21212"/>
                <a:gd name="connsiteX12" fmla="*/ 15909 w 21212"/>
                <a:gd name="connsiteY12" fmla="*/ 15973 h 21212"/>
                <a:gd name="connsiteX13" fmla="*/ 15930 w 21212"/>
                <a:gd name="connsiteY13" fmla="*/ 15973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6057 w 21212"/>
                <a:gd name="connsiteY16" fmla="*/ 15909 h 21212"/>
                <a:gd name="connsiteX17" fmla="*/ 16079 w 21212"/>
                <a:gd name="connsiteY17" fmla="*/ 15909 h 21212"/>
                <a:gd name="connsiteX18" fmla="*/ 16079 w 21212"/>
                <a:gd name="connsiteY18" fmla="*/ 15909 h 21212"/>
                <a:gd name="connsiteX19" fmla="*/ 16079 w 21212"/>
                <a:gd name="connsiteY19" fmla="*/ 15909 h 21212"/>
                <a:gd name="connsiteX20" fmla="*/ 15973 w 21212"/>
                <a:gd name="connsiteY20" fmla="*/ 16015 h 21212"/>
                <a:gd name="connsiteX21" fmla="*/ 15973 w 21212"/>
                <a:gd name="connsiteY21" fmla="*/ 16015 h 21212"/>
                <a:gd name="connsiteX22" fmla="*/ 16079 w 21212"/>
                <a:gd name="connsiteY22" fmla="*/ 16015 h 21212"/>
                <a:gd name="connsiteX23" fmla="*/ 16079 w 21212"/>
                <a:gd name="connsiteY23" fmla="*/ 16015 h 21212"/>
                <a:gd name="connsiteX24" fmla="*/ 16079 w 21212"/>
                <a:gd name="connsiteY24" fmla="*/ 16015 h 21212"/>
                <a:gd name="connsiteX25" fmla="*/ 15930 w 21212"/>
                <a:gd name="connsiteY25" fmla="*/ 15973 h 21212"/>
                <a:gd name="connsiteX26" fmla="*/ 15930 w 21212"/>
                <a:gd name="connsiteY26" fmla="*/ 15973 h 21212"/>
                <a:gd name="connsiteX27" fmla="*/ 15930 w 21212"/>
                <a:gd name="connsiteY27" fmla="*/ 15973 h 21212"/>
                <a:gd name="connsiteX28" fmla="*/ 15930 w 21212"/>
                <a:gd name="connsiteY28" fmla="*/ 16015 h 21212"/>
                <a:gd name="connsiteX29" fmla="*/ 15930 w 21212"/>
                <a:gd name="connsiteY29" fmla="*/ 16015 h 21212"/>
                <a:gd name="connsiteX30" fmla="*/ 16057 w 21212"/>
                <a:gd name="connsiteY30" fmla="*/ 15973 h 21212"/>
                <a:gd name="connsiteX31" fmla="*/ 16057 w 21212"/>
                <a:gd name="connsiteY31" fmla="*/ 15973 h 21212"/>
                <a:gd name="connsiteX32" fmla="*/ 15973 w 21212"/>
                <a:gd name="connsiteY32" fmla="*/ 15973 h 21212"/>
                <a:gd name="connsiteX33" fmla="*/ 15973 w 21212"/>
                <a:gd name="connsiteY33" fmla="*/ 15973 h 21212"/>
                <a:gd name="connsiteX34" fmla="*/ 15930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79" y="16015"/>
                  </a:moveTo>
                  <a:lnTo>
                    <a:pt x="16079" y="15973"/>
                  </a:lnTo>
                  <a:cubicBezTo>
                    <a:pt x="16142" y="15973"/>
                    <a:pt x="16142" y="15973"/>
                    <a:pt x="16142" y="15973"/>
                  </a:cubicBezTo>
                  <a:lnTo>
                    <a:pt x="16142" y="15973"/>
                  </a:lnTo>
                  <a:cubicBezTo>
                    <a:pt x="16142" y="15973"/>
                    <a:pt x="16142" y="15973"/>
                    <a:pt x="16142" y="16015"/>
                  </a:cubicBezTo>
                  <a:cubicBezTo>
                    <a:pt x="16142" y="16015"/>
                    <a:pt x="16142" y="16015"/>
                    <a:pt x="16079" y="16015"/>
                  </a:cubicBezTo>
                  <a:cubicBezTo>
                    <a:pt x="16079" y="16015"/>
                    <a:pt x="16079" y="16015"/>
                    <a:pt x="16079" y="16015"/>
                  </a:cubicBezTo>
                  <a:lnTo>
                    <a:pt x="16079" y="16015"/>
                  </a:lnTo>
                  <a:lnTo>
                    <a:pt x="15973" y="16036"/>
                  </a:lnTo>
                  <a:lnTo>
                    <a:pt x="15930" y="16036"/>
                  </a:lnTo>
                  <a:lnTo>
                    <a:pt x="15930" y="16015"/>
                  </a:lnTo>
                  <a:cubicBezTo>
                    <a:pt x="15909" y="16015"/>
                    <a:pt x="15909" y="16015"/>
                    <a:pt x="15909" y="15973"/>
                  </a:cubicBezTo>
                  <a:lnTo>
                    <a:pt x="15909" y="15973"/>
                  </a:lnTo>
                  <a:lnTo>
                    <a:pt x="15930" y="15973"/>
                  </a:lnTo>
                  <a:cubicBezTo>
                    <a:pt x="15930" y="15909"/>
                    <a:pt x="15930" y="15909"/>
                    <a:pt x="15973" y="15909"/>
                  </a:cubicBezTo>
                  <a:lnTo>
                    <a:pt x="15973" y="15909"/>
                  </a:lnTo>
                  <a:cubicBezTo>
                    <a:pt x="16057" y="15909"/>
                    <a:pt x="16057" y="15909"/>
                    <a:pt x="16057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6057" y="16015"/>
                    <a:pt x="16057" y="16015"/>
                    <a:pt x="16079" y="16015"/>
                  </a:cubicBezTo>
                  <a:lnTo>
                    <a:pt x="16079" y="16015"/>
                  </a:lnTo>
                  <a:lnTo>
                    <a:pt x="16079" y="16015"/>
                  </a:lnTo>
                  <a:close/>
                  <a:moveTo>
                    <a:pt x="15930" y="15973"/>
                  </a:moveTo>
                  <a:lnTo>
                    <a:pt x="15930" y="15973"/>
                  </a:lnTo>
                  <a:lnTo>
                    <a:pt x="15930" y="15973"/>
                  </a:lnTo>
                  <a:cubicBezTo>
                    <a:pt x="15930" y="15973"/>
                    <a:pt x="15930" y="15973"/>
                    <a:pt x="15930" y="16015"/>
                  </a:cubicBezTo>
                  <a:lnTo>
                    <a:pt x="15930" y="16015"/>
                  </a:lnTo>
                  <a:lnTo>
                    <a:pt x="16057" y="15973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5973" y="15973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5930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49DDCE5B-2F58-472C-9F3C-86AE929A0BB3}"/>
                </a:ext>
              </a:extLst>
            </p:cNvPr>
            <p:cNvSpPr/>
            <p:nvPr/>
          </p:nvSpPr>
          <p:spPr>
            <a:xfrm>
              <a:off x="6414717" y="4740272"/>
              <a:ext cx="31327" cy="31327"/>
            </a:xfrm>
            <a:custGeom>
              <a:avLst/>
              <a:gdLst>
                <a:gd name="connsiteX0" fmla="*/ 15973 w 21212"/>
                <a:gd name="connsiteY0" fmla="*/ 15951 h 21212"/>
                <a:gd name="connsiteX1" fmla="*/ 15973 w 21212"/>
                <a:gd name="connsiteY1" fmla="*/ 15951 h 21212"/>
                <a:gd name="connsiteX2" fmla="*/ 15973 w 21212"/>
                <a:gd name="connsiteY2" fmla="*/ 15951 h 21212"/>
                <a:gd name="connsiteX3" fmla="*/ 15973 w 21212"/>
                <a:gd name="connsiteY3" fmla="*/ 15951 h 21212"/>
                <a:gd name="connsiteX4" fmla="*/ 15973 w 21212"/>
                <a:gd name="connsiteY4" fmla="*/ 15951 h 21212"/>
                <a:gd name="connsiteX5" fmla="*/ 15973 w 21212"/>
                <a:gd name="connsiteY5" fmla="*/ 15951 h 21212"/>
                <a:gd name="connsiteX6" fmla="*/ 16036 w 21212"/>
                <a:gd name="connsiteY6" fmla="*/ 16015 h 21212"/>
                <a:gd name="connsiteX7" fmla="*/ 15994 w 21212"/>
                <a:gd name="connsiteY7" fmla="*/ 16079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09 w 21212"/>
                <a:gd name="connsiteY10" fmla="*/ 15973 h 21212"/>
                <a:gd name="connsiteX11" fmla="*/ 15909 w 21212"/>
                <a:gd name="connsiteY11" fmla="*/ 15973 h 21212"/>
                <a:gd name="connsiteX12" fmla="*/ 15909 w 21212"/>
                <a:gd name="connsiteY12" fmla="*/ 15951 h 21212"/>
                <a:gd name="connsiteX13" fmla="*/ 15909 w 21212"/>
                <a:gd name="connsiteY13" fmla="*/ 15951 h 21212"/>
                <a:gd name="connsiteX14" fmla="*/ 15973 w 21212"/>
                <a:gd name="connsiteY14" fmla="*/ 15951 h 21212"/>
                <a:gd name="connsiteX15" fmla="*/ 15973 w 21212"/>
                <a:gd name="connsiteY15" fmla="*/ 15909 h 21212"/>
                <a:gd name="connsiteX16" fmla="*/ 15973 w 21212"/>
                <a:gd name="connsiteY16" fmla="*/ 15951 h 21212"/>
                <a:gd name="connsiteX17" fmla="*/ 15973 w 21212"/>
                <a:gd name="connsiteY17" fmla="*/ 15951 h 21212"/>
                <a:gd name="connsiteX18" fmla="*/ 15973 w 21212"/>
                <a:gd name="connsiteY18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5973" y="15951"/>
                  </a:move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6036" y="16015"/>
                  </a:lnTo>
                  <a:lnTo>
                    <a:pt x="15994" y="16079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51"/>
                  </a:cubicBezTo>
                  <a:lnTo>
                    <a:pt x="15909" y="15951"/>
                  </a:lnTo>
                  <a:lnTo>
                    <a:pt x="15973" y="15951"/>
                  </a:lnTo>
                  <a:cubicBezTo>
                    <a:pt x="15973" y="15951"/>
                    <a:pt x="15973" y="15951"/>
                    <a:pt x="15973" y="15909"/>
                  </a:cubicBezTo>
                  <a:cubicBezTo>
                    <a:pt x="15973" y="15951"/>
                    <a:pt x="15973" y="15951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E72E3353-8744-4C0E-9FFB-B034FD5316CF}"/>
                </a:ext>
              </a:extLst>
            </p:cNvPr>
            <p:cNvSpPr/>
            <p:nvPr/>
          </p:nvSpPr>
          <p:spPr>
            <a:xfrm>
              <a:off x="6414843" y="4740186"/>
              <a:ext cx="31327" cy="31327"/>
            </a:xfrm>
            <a:custGeom>
              <a:avLst/>
              <a:gdLst>
                <a:gd name="connsiteX0" fmla="*/ 16057 w 21212"/>
                <a:gd name="connsiteY0" fmla="*/ 15925 h 21212"/>
                <a:gd name="connsiteX1" fmla="*/ 16100 w 21212"/>
                <a:gd name="connsiteY1" fmla="*/ 15925 h 21212"/>
                <a:gd name="connsiteX2" fmla="*/ 16185 w 21212"/>
                <a:gd name="connsiteY2" fmla="*/ 15967 h 21212"/>
                <a:gd name="connsiteX3" fmla="*/ 16100 w 21212"/>
                <a:gd name="connsiteY3" fmla="*/ 15967 h 21212"/>
                <a:gd name="connsiteX4" fmla="*/ 16057 w 21212"/>
                <a:gd name="connsiteY4" fmla="*/ 16010 h 21212"/>
                <a:gd name="connsiteX5" fmla="*/ 16036 w 21212"/>
                <a:gd name="connsiteY5" fmla="*/ 16010 h 21212"/>
                <a:gd name="connsiteX6" fmla="*/ 16036 w 21212"/>
                <a:gd name="connsiteY6" fmla="*/ 16010 h 21212"/>
                <a:gd name="connsiteX7" fmla="*/ 15973 w 21212"/>
                <a:gd name="connsiteY7" fmla="*/ 16010 h 21212"/>
                <a:gd name="connsiteX8" fmla="*/ 15951 w 21212"/>
                <a:gd name="connsiteY8" fmla="*/ 16010 h 21212"/>
                <a:gd name="connsiteX9" fmla="*/ 15909 w 21212"/>
                <a:gd name="connsiteY9" fmla="*/ 16010 h 21212"/>
                <a:gd name="connsiteX10" fmla="*/ 15909 w 21212"/>
                <a:gd name="connsiteY10" fmla="*/ 15967 h 21212"/>
                <a:gd name="connsiteX11" fmla="*/ 15909 w 21212"/>
                <a:gd name="connsiteY11" fmla="*/ 15925 h 21212"/>
                <a:gd name="connsiteX12" fmla="*/ 15951 w 21212"/>
                <a:gd name="connsiteY12" fmla="*/ 15925 h 21212"/>
                <a:gd name="connsiteX13" fmla="*/ 15973 w 21212"/>
                <a:gd name="connsiteY13" fmla="*/ 15925 h 21212"/>
                <a:gd name="connsiteX14" fmla="*/ 16057 w 21212"/>
                <a:gd name="connsiteY14" fmla="*/ 15925 h 21212"/>
                <a:gd name="connsiteX15" fmla="*/ 16057 w 21212"/>
                <a:gd name="connsiteY15" fmla="*/ 15925 h 21212"/>
                <a:gd name="connsiteX16" fmla="*/ 16057 w 21212"/>
                <a:gd name="connsiteY16" fmla="*/ 15925 h 21212"/>
                <a:gd name="connsiteX17" fmla="*/ 16057 w 21212"/>
                <a:gd name="connsiteY17" fmla="*/ 15925 h 21212"/>
                <a:gd name="connsiteX18" fmla="*/ 16057 w 21212"/>
                <a:gd name="connsiteY18" fmla="*/ 15925 h 21212"/>
                <a:gd name="connsiteX19" fmla="*/ 15973 w 21212"/>
                <a:gd name="connsiteY19" fmla="*/ 15925 h 21212"/>
                <a:gd name="connsiteX20" fmla="*/ 15973 w 21212"/>
                <a:gd name="connsiteY20" fmla="*/ 15925 h 21212"/>
                <a:gd name="connsiteX21" fmla="*/ 15951 w 21212"/>
                <a:gd name="connsiteY21" fmla="*/ 15925 h 21212"/>
                <a:gd name="connsiteX22" fmla="*/ 15951 w 21212"/>
                <a:gd name="connsiteY22" fmla="*/ 15925 h 21212"/>
                <a:gd name="connsiteX23" fmla="*/ 15951 w 21212"/>
                <a:gd name="connsiteY23" fmla="*/ 15967 h 21212"/>
                <a:gd name="connsiteX24" fmla="*/ 15951 w 21212"/>
                <a:gd name="connsiteY24" fmla="*/ 15967 h 21212"/>
                <a:gd name="connsiteX25" fmla="*/ 15951 w 21212"/>
                <a:gd name="connsiteY25" fmla="*/ 16010 h 21212"/>
                <a:gd name="connsiteX26" fmla="*/ 15973 w 21212"/>
                <a:gd name="connsiteY26" fmla="*/ 16010 h 21212"/>
                <a:gd name="connsiteX27" fmla="*/ 16036 w 21212"/>
                <a:gd name="connsiteY27" fmla="*/ 16010 h 21212"/>
                <a:gd name="connsiteX28" fmla="*/ 16036 w 21212"/>
                <a:gd name="connsiteY28" fmla="*/ 16010 h 21212"/>
                <a:gd name="connsiteX29" fmla="*/ 16057 w 21212"/>
                <a:gd name="connsiteY29" fmla="*/ 16010 h 21212"/>
                <a:gd name="connsiteX30" fmla="*/ 16057 w 21212"/>
                <a:gd name="connsiteY30" fmla="*/ 15967 h 21212"/>
                <a:gd name="connsiteX31" fmla="*/ 16057 w 21212"/>
                <a:gd name="connsiteY31" fmla="*/ 15967 h 21212"/>
                <a:gd name="connsiteX32" fmla="*/ 16057 w 21212"/>
                <a:gd name="connsiteY32" fmla="*/ 15925 h 21212"/>
                <a:gd name="connsiteX33" fmla="*/ 16057 w 21212"/>
                <a:gd name="connsiteY33" fmla="*/ 1592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057" y="15925"/>
                  </a:moveTo>
                  <a:cubicBezTo>
                    <a:pt x="16100" y="15925"/>
                    <a:pt x="16100" y="15925"/>
                    <a:pt x="16100" y="15925"/>
                  </a:cubicBezTo>
                  <a:cubicBezTo>
                    <a:pt x="16100" y="15925"/>
                    <a:pt x="16185" y="15925"/>
                    <a:pt x="16185" y="15967"/>
                  </a:cubicBezTo>
                  <a:cubicBezTo>
                    <a:pt x="16100" y="15967"/>
                    <a:pt x="16100" y="15967"/>
                    <a:pt x="16100" y="15967"/>
                  </a:cubicBezTo>
                  <a:cubicBezTo>
                    <a:pt x="16100" y="15967"/>
                    <a:pt x="16100" y="16010"/>
                    <a:pt x="16057" y="16010"/>
                  </a:cubicBezTo>
                  <a:cubicBezTo>
                    <a:pt x="16057" y="16010"/>
                    <a:pt x="16057" y="16010"/>
                    <a:pt x="16036" y="16010"/>
                  </a:cubicBezTo>
                  <a:lnTo>
                    <a:pt x="16036" y="16010"/>
                  </a:lnTo>
                  <a:cubicBezTo>
                    <a:pt x="15973" y="16010"/>
                    <a:pt x="15973" y="16010"/>
                    <a:pt x="15973" y="16010"/>
                  </a:cubicBezTo>
                  <a:cubicBezTo>
                    <a:pt x="15951" y="16010"/>
                    <a:pt x="15951" y="16010"/>
                    <a:pt x="15951" y="16010"/>
                  </a:cubicBezTo>
                  <a:lnTo>
                    <a:pt x="15909" y="16010"/>
                  </a:lnTo>
                  <a:cubicBezTo>
                    <a:pt x="15909" y="15967"/>
                    <a:pt x="15909" y="15967"/>
                    <a:pt x="15909" y="15967"/>
                  </a:cubicBezTo>
                  <a:cubicBezTo>
                    <a:pt x="15909" y="15967"/>
                    <a:pt x="15909" y="15967"/>
                    <a:pt x="15909" y="15925"/>
                  </a:cubicBezTo>
                  <a:lnTo>
                    <a:pt x="15951" y="15925"/>
                  </a:lnTo>
                  <a:cubicBezTo>
                    <a:pt x="15951" y="15925"/>
                    <a:pt x="15951" y="15925"/>
                    <a:pt x="15973" y="15925"/>
                  </a:cubicBezTo>
                  <a:cubicBezTo>
                    <a:pt x="15973" y="15904"/>
                    <a:pt x="15973" y="15904"/>
                    <a:pt x="16057" y="15925"/>
                  </a:cubicBezTo>
                  <a:cubicBezTo>
                    <a:pt x="16036" y="15904"/>
                    <a:pt x="16036" y="15904"/>
                    <a:pt x="16057" y="15925"/>
                  </a:cubicBezTo>
                  <a:lnTo>
                    <a:pt x="16057" y="15925"/>
                  </a:lnTo>
                  <a:close/>
                  <a:moveTo>
                    <a:pt x="16057" y="15925"/>
                  </a:moveTo>
                  <a:lnTo>
                    <a:pt x="16057" y="15925"/>
                  </a:lnTo>
                  <a:cubicBezTo>
                    <a:pt x="16036" y="15925"/>
                    <a:pt x="16036" y="15925"/>
                    <a:pt x="15973" y="15925"/>
                  </a:cubicBezTo>
                  <a:lnTo>
                    <a:pt x="15973" y="15925"/>
                  </a:lnTo>
                  <a:cubicBezTo>
                    <a:pt x="15973" y="15925"/>
                    <a:pt x="15973" y="15925"/>
                    <a:pt x="15951" y="15925"/>
                  </a:cubicBezTo>
                  <a:lnTo>
                    <a:pt x="15951" y="15925"/>
                  </a:lnTo>
                  <a:lnTo>
                    <a:pt x="15951" y="15967"/>
                  </a:lnTo>
                  <a:lnTo>
                    <a:pt x="15951" y="15967"/>
                  </a:lnTo>
                  <a:cubicBezTo>
                    <a:pt x="15951" y="15967"/>
                    <a:pt x="15951" y="15967"/>
                    <a:pt x="15951" y="16010"/>
                  </a:cubicBezTo>
                  <a:cubicBezTo>
                    <a:pt x="15973" y="16010"/>
                    <a:pt x="15973" y="16010"/>
                    <a:pt x="15973" y="16010"/>
                  </a:cubicBezTo>
                  <a:cubicBezTo>
                    <a:pt x="15973" y="16010"/>
                    <a:pt x="15973" y="16010"/>
                    <a:pt x="16036" y="16010"/>
                  </a:cubicBezTo>
                  <a:lnTo>
                    <a:pt x="16036" y="16010"/>
                  </a:lnTo>
                  <a:cubicBezTo>
                    <a:pt x="16057" y="16010"/>
                    <a:pt x="16057" y="16010"/>
                    <a:pt x="16057" y="16010"/>
                  </a:cubicBezTo>
                  <a:cubicBezTo>
                    <a:pt x="16057" y="15967"/>
                    <a:pt x="16057" y="15967"/>
                    <a:pt x="16057" y="15967"/>
                  </a:cubicBezTo>
                  <a:cubicBezTo>
                    <a:pt x="16057" y="15967"/>
                    <a:pt x="16100" y="15967"/>
                    <a:pt x="16057" y="15967"/>
                  </a:cubicBezTo>
                  <a:cubicBezTo>
                    <a:pt x="16057" y="15925"/>
                    <a:pt x="16057" y="15925"/>
                    <a:pt x="16057" y="15925"/>
                  </a:cubicBezTo>
                  <a:lnTo>
                    <a:pt x="16057" y="1592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DF594CA9-58E3-4C1C-8782-712B31BF053C}"/>
                </a:ext>
              </a:extLst>
            </p:cNvPr>
            <p:cNvSpPr/>
            <p:nvPr/>
          </p:nvSpPr>
          <p:spPr>
            <a:xfrm>
              <a:off x="6415061" y="4739990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6036 w 21212"/>
                <a:gd name="connsiteY1" fmla="*/ 15973 h 21212"/>
                <a:gd name="connsiteX2" fmla="*/ 16036 w 21212"/>
                <a:gd name="connsiteY2" fmla="*/ 15973 h 21212"/>
                <a:gd name="connsiteX3" fmla="*/ 16036 w 21212"/>
                <a:gd name="connsiteY3" fmla="*/ 15973 h 21212"/>
                <a:gd name="connsiteX4" fmla="*/ 16100 w 21212"/>
                <a:gd name="connsiteY4" fmla="*/ 15973 h 21212"/>
                <a:gd name="connsiteX5" fmla="*/ 16100 w 21212"/>
                <a:gd name="connsiteY5" fmla="*/ 15973 h 21212"/>
                <a:gd name="connsiteX6" fmla="*/ 16121 w 21212"/>
                <a:gd name="connsiteY6" fmla="*/ 15973 h 21212"/>
                <a:gd name="connsiteX7" fmla="*/ 16121 w 21212"/>
                <a:gd name="connsiteY7" fmla="*/ 15973 h 21212"/>
                <a:gd name="connsiteX8" fmla="*/ 16164 w 21212"/>
                <a:gd name="connsiteY8" fmla="*/ 15973 h 21212"/>
                <a:gd name="connsiteX9" fmla="*/ 16164 w 21212"/>
                <a:gd name="connsiteY9" fmla="*/ 15973 h 21212"/>
                <a:gd name="connsiteX10" fmla="*/ 16164 w 21212"/>
                <a:gd name="connsiteY10" fmla="*/ 15973 h 21212"/>
                <a:gd name="connsiteX11" fmla="*/ 16164 w 21212"/>
                <a:gd name="connsiteY11" fmla="*/ 16058 h 21212"/>
                <a:gd name="connsiteX12" fmla="*/ 16164 w 21212"/>
                <a:gd name="connsiteY12" fmla="*/ 16079 h 21212"/>
                <a:gd name="connsiteX13" fmla="*/ 16121 w 21212"/>
                <a:gd name="connsiteY13" fmla="*/ 16079 h 21212"/>
                <a:gd name="connsiteX14" fmla="*/ 16121 w 21212"/>
                <a:gd name="connsiteY14" fmla="*/ 16079 h 21212"/>
                <a:gd name="connsiteX15" fmla="*/ 16100 w 21212"/>
                <a:gd name="connsiteY15" fmla="*/ 16079 h 21212"/>
                <a:gd name="connsiteX16" fmla="*/ 16100 w 21212"/>
                <a:gd name="connsiteY16" fmla="*/ 16079 h 21212"/>
                <a:gd name="connsiteX17" fmla="*/ 16100 w 21212"/>
                <a:gd name="connsiteY17" fmla="*/ 16079 h 21212"/>
                <a:gd name="connsiteX18" fmla="*/ 16100 w 21212"/>
                <a:gd name="connsiteY18" fmla="*/ 16058 h 21212"/>
                <a:gd name="connsiteX19" fmla="*/ 16121 w 21212"/>
                <a:gd name="connsiteY19" fmla="*/ 16058 h 21212"/>
                <a:gd name="connsiteX20" fmla="*/ 16121 w 21212"/>
                <a:gd name="connsiteY20" fmla="*/ 16058 h 21212"/>
                <a:gd name="connsiteX21" fmla="*/ 16164 w 21212"/>
                <a:gd name="connsiteY21" fmla="*/ 16058 h 21212"/>
                <a:gd name="connsiteX22" fmla="*/ 16164 w 21212"/>
                <a:gd name="connsiteY22" fmla="*/ 15973 h 21212"/>
                <a:gd name="connsiteX23" fmla="*/ 16121 w 21212"/>
                <a:gd name="connsiteY23" fmla="*/ 15973 h 21212"/>
                <a:gd name="connsiteX24" fmla="*/ 16121 w 21212"/>
                <a:gd name="connsiteY24" fmla="*/ 15973 h 21212"/>
                <a:gd name="connsiteX25" fmla="*/ 16121 w 21212"/>
                <a:gd name="connsiteY25" fmla="*/ 15973 h 21212"/>
                <a:gd name="connsiteX26" fmla="*/ 16100 w 21212"/>
                <a:gd name="connsiteY26" fmla="*/ 15973 h 21212"/>
                <a:gd name="connsiteX27" fmla="*/ 16100 w 21212"/>
                <a:gd name="connsiteY27" fmla="*/ 16058 h 21212"/>
                <a:gd name="connsiteX28" fmla="*/ 16036 w 21212"/>
                <a:gd name="connsiteY28" fmla="*/ 16058 h 21212"/>
                <a:gd name="connsiteX29" fmla="*/ 16036 w 21212"/>
                <a:gd name="connsiteY29" fmla="*/ 16058 h 21212"/>
                <a:gd name="connsiteX30" fmla="*/ 15951 w 21212"/>
                <a:gd name="connsiteY30" fmla="*/ 16058 h 21212"/>
                <a:gd name="connsiteX31" fmla="*/ 15951 w 21212"/>
                <a:gd name="connsiteY31" fmla="*/ 16058 h 21212"/>
                <a:gd name="connsiteX32" fmla="*/ 15909 w 21212"/>
                <a:gd name="connsiteY32" fmla="*/ 15973 h 21212"/>
                <a:gd name="connsiteX33" fmla="*/ 15909 w 21212"/>
                <a:gd name="connsiteY33" fmla="*/ 15973 h 21212"/>
                <a:gd name="connsiteX34" fmla="*/ 15909 w 21212"/>
                <a:gd name="connsiteY34" fmla="*/ 15973 h 21212"/>
                <a:gd name="connsiteX35" fmla="*/ 15951 w 21212"/>
                <a:gd name="connsiteY35" fmla="*/ 15973 h 21212"/>
                <a:gd name="connsiteX36" fmla="*/ 16036 w 21212"/>
                <a:gd name="connsiteY36" fmla="*/ 15909 h 21212"/>
                <a:gd name="connsiteX37" fmla="*/ 16036 w 21212"/>
                <a:gd name="connsiteY37" fmla="*/ 15909 h 21212"/>
                <a:gd name="connsiteX38" fmla="*/ 16100 w 21212"/>
                <a:gd name="connsiteY38" fmla="*/ 15909 h 21212"/>
                <a:gd name="connsiteX39" fmla="*/ 16015 w 21212"/>
                <a:gd name="connsiteY39" fmla="*/ 15909 h 21212"/>
                <a:gd name="connsiteX40" fmla="*/ 16015 w 21212"/>
                <a:gd name="connsiteY40" fmla="*/ 15973 h 21212"/>
                <a:gd name="connsiteX41" fmla="*/ 15951 w 21212"/>
                <a:gd name="connsiteY41" fmla="*/ 15973 h 21212"/>
                <a:gd name="connsiteX42" fmla="*/ 15951 w 21212"/>
                <a:gd name="connsiteY42" fmla="*/ 15973 h 21212"/>
                <a:gd name="connsiteX43" fmla="*/ 15951 w 21212"/>
                <a:gd name="connsiteY43" fmla="*/ 15973 h 21212"/>
                <a:gd name="connsiteX44" fmla="*/ 15951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6058"/>
                    <a:pt x="16164" y="16058"/>
                    <a:pt x="16164" y="16058"/>
                  </a:cubicBezTo>
                  <a:cubicBezTo>
                    <a:pt x="16164" y="16058"/>
                    <a:pt x="16164" y="16058"/>
                    <a:pt x="16164" y="16079"/>
                  </a:cubicBezTo>
                  <a:cubicBezTo>
                    <a:pt x="16121" y="16079"/>
                    <a:pt x="16121" y="16079"/>
                    <a:pt x="16121" y="16079"/>
                  </a:cubicBezTo>
                  <a:lnTo>
                    <a:pt x="16121" y="16079"/>
                  </a:lnTo>
                  <a:lnTo>
                    <a:pt x="16100" y="16079"/>
                  </a:lnTo>
                  <a:lnTo>
                    <a:pt x="16100" y="16079"/>
                  </a:lnTo>
                  <a:lnTo>
                    <a:pt x="16100" y="16079"/>
                  </a:lnTo>
                  <a:cubicBezTo>
                    <a:pt x="16100" y="16079"/>
                    <a:pt x="16100" y="16079"/>
                    <a:pt x="16100" y="16058"/>
                  </a:cubicBezTo>
                  <a:cubicBezTo>
                    <a:pt x="16100" y="16079"/>
                    <a:pt x="16121" y="16079"/>
                    <a:pt x="16121" y="16058"/>
                  </a:cubicBezTo>
                  <a:lnTo>
                    <a:pt x="16121" y="16058"/>
                  </a:lnTo>
                  <a:lnTo>
                    <a:pt x="16164" y="16058"/>
                  </a:lnTo>
                  <a:lnTo>
                    <a:pt x="16164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21" y="15973"/>
                  </a:lnTo>
                  <a:lnTo>
                    <a:pt x="16100" y="15973"/>
                  </a:lnTo>
                  <a:cubicBezTo>
                    <a:pt x="16100" y="15973"/>
                    <a:pt x="16100" y="15973"/>
                    <a:pt x="16100" y="16058"/>
                  </a:cubicBezTo>
                  <a:cubicBezTo>
                    <a:pt x="16100" y="16058"/>
                    <a:pt x="16100" y="16058"/>
                    <a:pt x="16036" y="16058"/>
                  </a:cubicBezTo>
                  <a:lnTo>
                    <a:pt x="16036" y="16058"/>
                  </a:lnTo>
                  <a:lnTo>
                    <a:pt x="15951" y="16058"/>
                  </a:lnTo>
                  <a:lnTo>
                    <a:pt x="15951" y="16058"/>
                  </a:lnTo>
                  <a:cubicBezTo>
                    <a:pt x="15909" y="16058"/>
                    <a:pt x="15909" y="16058"/>
                    <a:pt x="15909" y="15973"/>
                  </a:cubicBezTo>
                  <a:lnTo>
                    <a:pt x="15909" y="15973"/>
                  </a:lnTo>
                  <a:lnTo>
                    <a:pt x="15909" y="15973"/>
                  </a:ln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51" y="15973"/>
                    <a:pt x="15951" y="15909"/>
                    <a:pt x="16036" y="15909"/>
                  </a:cubicBezTo>
                  <a:lnTo>
                    <a:pt x="16036" y="15909"/>
                  </a:lnTo>
                  <a:lnTo>
                    <a:pt x="16100" y="15909"/>
                  </a:lnTo>
                  <a:lnTo>
                    <a:pt x="16015" y="15909"/>
                  </a:lnTo>
                  <a:cubicBezTo>
                    <a:pt x="16015" y="15973"/>
                    <a:pt x="16015" y="15973"/>
                    <a:pt x="16015" y="15973"/>
                  </a:cubicBez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31B9291F-A265-4223-A7FC-44951D50708E}"/>
                </a:ext>
              </a:extLst>
            </p:cNvPr>
            <p:cNvSpPr/>
            <p:nvPr/>
          </p:nvSpPr>
          <p:spPr>
            <a:xfrm>
              <a:off x="6415407" y="4739802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5951 w 21212"/>
                <a:gd name="connsiteY1" fmla="*/ 15973 h 21212"/>
                <a:gd name="connsiteX2" fmla="*/ 15951 w 21212"/>
                <a:gd name="connsiteY2" fmla="*/ 15973 h 21212"/>
                <a:gd name="connsiteX3" fmla="*/ 15951 w 21212"/>
                <a:gd name="connsiteY3" fmla="*/ 15909 h 21212"/>
                <a:gd name="connsiteX4" fmla="*/ 15994 w 21212"/>
                <a:gd name="connsiteY4" fmla="*/ 15909 h 21212"/>
                <a:gd name="connsiteX5" fmla="*/ 15994 w 21212"/>
                <a:gd name="connsiteY5" fmla="*/ 15909 h 21212"/>
                <a:gd name="connsiteX6" fmla="*/ 16015 w 21212"/>
                <a:gd name="connsiteY6" fmla="*/ 15909 h 21212"/>
                <a:gd name="connsiteX7" fmla="*/ 16015 w 21212"/>
                <a:gd name="connsiteY7" fmla="*/ 15909 h 21212"/>
                <a:gd name="connsiteX8" fmla="*/ 16079 w 21212"/>
                <a:gd name="connsiteY8" fmla="*/ 15909 h 21212"/>
                <a:gd name="connsiteX9" fmla="*/ 16100 w 21212"/>
                <a:gd name="connsiteY9" fmla="*/ 15909 h 21212"/>
                <a:gd name="connsiteX10" fmla="*/ 16227 w 21212"/>
                <a:gd name="connsiteY10" fmla="*/ 15973 h 21212"/>
                <a:gd name="connsiteX11" fmla="*/ 16227 w 21212"/>
                <a:gd name="connsiteY11" fmla="*/ 15973 h 21212"/>
                <a:gd name="connsiteX12" fmla="*/ 16079 w 21212"/>
                <a:gd name="connsiteY12" fmla="*/ 15909 h 21212"/>
                <a:gd name="connsiteX13" fmla="*/ 16015 w 21212"/>
                <a:gd name="connsiteY13" fmla="*/ 15909 h 21212"/>
                <a:gd name="connsiteX14" fmla="*/ 16015 w 21212"/>
                <a:gd name="connsiteY14" fmla="*/ 15909 h 21212"/>
                <a:gd name="connsiteX15" fmla="*/ 15994 w 21212"/>
                <a:gd name="connsiteY15" fmla="*/ 15973 h 21212"/>
                <a:gd name="connsiteX16" fmla="*/ 15994 w 21212"/>
                <a:gd name="connsiteY16" fmla="*/ 15973 h 21212"/>
                <a:gd name="connsiteX17" fmla="*/ 16079 w 21212"/>
                <a:gd name="connsiteY17" fmla="*/ 16036 h 21212"/>
                <a:gd name="connsiteX18" fmla="*/ 16079 w 21212"/>
                <a:gd name="connsiteY18" fmla="*/ 16036 h 21212"/>
                <a:gd name="connsiteX19" fmla="*/ 15909 w 21212"/>
                <a:gd name="connsiteY19" fmla="*/ 15973 h 21212"/>
                <a:gd name="connsiteX20" fmla="*/ 15951 w 21212"/>
                <a:gd name="connsiteY20" fmla="*/ 15973 h 21212"/>
                <a:gd name="connsiteX21" fmla="*/ 15951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lnTo>
                    <a:pt x="15951" y="15973"/>
                  </a:lnTo>
                  <a:lnTo>
                    <a:pt x="15951" y="15973"/>
                  </a:lnTo>
                  <a:lnTo>
                    <a:pt x="15951" y="15909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100" y="15909"/>
                  </a:lnTo>
                  <a:lnTo>
                    <a:pt x="16227" y="15973"/>
                  </a:lnTo>
                  <a:lnTo>
                    <a:pt x="16227" y="15973"/>
                  </a:lnTo>
                  <a:lnTo>
                    <a:pt x="16079" y="15909"/>
                  </a:lnTo>
                  <a:cubicBezTo>
                    <a:pt x="16079" y="15909"/>
                    <a:pt x="16079" y="15909"/>
                    <a:pt x="16015" y="15909"/>
                  </a:cubicBezTo>
                  <a:lnTo>
                    <a:pt x="16015" y="15909"/>
                  </a:lnTo>
                  <a:cubicBezTo>
                    <a:pt x="15994" y="15909"/>
                    <a:pt x="15994" y="15909"/>
                    <a:pt x="15994" y="15973"/>
                  </a:cubicBezTo>
                  <a:lnTo>
                    <a:pt x="15994" y="15973"/>
                  </a:lnTo>
                  <a:lnTo>
                    <a:pt x="16079" y="16036"/>
                  </a:lnTo>
                  <a:lnTo>
                    <a:pt x="16079" y="16036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E287C95F-0A8C-4E41-868F-BE6633050111}"/>
                </a:ext>
              </a:extLst>
            </p:cNvPr>
            <p:cNvSpPr/>
            <p:nvPr/>
          </p:nvSpPr>
          <p:spPr>
            <a:xfrm>
              <a:off x="6415741" y="4739645"/>
              <a:ext cx="31327" cy="31327"/>
            </a:xfrm>
            <a:custGeom>
              <a:avLst/>
              <a:gdLst>
                <a:gd name="connsiteX0" fmla="*/ 16107 w 21212"/>
                <a:gd name="connsiteY0" fmla="*/ 15909 h 21212"/>
                <a:gd name="connsiteX1" fmla="*/ 16171 w 21212"/>
                <a:gd name="connsiteY1" fmla="*/ 15930 h 21212"/>
                <a:gd name="connsiteX2" fmla="*/ 16171 w 21212"/>
                <a:gd name="connsiteY2" fmla="*/ 15930 h 21212"/>
                <a:gd name="connsiteX3" fmla="*/ 16171 w 21212"/>
                <a:gd name="connsiteY3" fmla="*/ 15973 h 21212"/>
                <a:gd name="connsiteX4" fmla="*/ 16107 w 21212"/>
                <a:gd name="connsiteY4" fmla="*/ 15973 h 21212"/>
                <a:gd name="connsiteX5" fmla="*/ 16086 w 21212"/>
                <a:gd name="connsiteY5" fmla="*/ 15973 h 21212"/>
                <a:gd name="connsiteX6" fmla="*/ 16043 w 21212"/>
                <a:gd name="connsiteY6" fmla="*/ 16015 h 21212"/>
                <a:gd name="connsiteX7" fmla="*/ 16001 w 21212"/>
                <a:gd name="connsiteY7" fmla="*/ 16015 h 21212"/>
                <a:gd name="connsiteX8" fmla="*/ 16001 w 21212"/>
                <a:gd name="connsiteY8" fmla="*/ 16015 h 21212"/>
                <a:gd name="connsiteX9" fmla="*/ 15937 w 21212"/>
                <a:gd name="connsiteY9" fmla="*/ 15973 h 21212"/>
                <a:gd name="connsiteX10" fmla="*/ 15937 w 21212"/>
                <a:gd name="connsiteY10" fmla="*/ 15973 h 21212"/>
                <a:gd name="connsiteX11" fmla="*/ 15937 w 21212"/>
                <a:gd name="connsiteY11" fmla="*/ 15930 h 21212"/>
                <a:gd name="connsiteX12" fmla="*/ 16001 w 21212"/>
                <a:gd name="connsiteY12" fmla="*/ 15930 h 21212"/>
                <a:gd name="connsiteX13" fmla="*/ 16001 w 21212"/>
                <a:gd name="connsiteY13" fmla="*/ 15909 h 21212"/>
                <a:gd name="connsiteX14" fmla="*/ 16043 w 21212"/>
                <a:gd name="connsiteY14" fmla="*/ 15909 h 21212"/>
                <a:gd name="connsiteX15" fmla="*/ 16107 w 21212"/>
                <a:gd name="connsiteY15" fmla="*/ 15909 h 21212"/>
                <a:gd name="connsiteX16" fmla="*/ 16107 w 21212"/>
                <a:gd name="connsiteY16" fmla="*/ 15909 h 21212"/>
                <a:gd name="connsiteX17" fmla="*/ 16107 w 21212"/>
                <a:gd name="connsiteY17" fmla="*/ 15930 h 21212"/>
                <a:gd name="connsiteX18" fmla="*/ 16107 w 21212"/>
                <a:gd name="connsiteY18" fmla="*/ 15930 h 21212"/>
                <a:gd name="connsiteX19" fmla="*/ 16043 w 21212"/>
                <a:gd name="connsiteY19" fmla="*/ 15930 h 21212"/>
                <a:gd name="connsiteX20" fmla="*/ 16043 w 21212"/>
                <a:gd name="connsiteY20" fmla="*/ 15930 h 21212"/>
                <a:gd name="connsiteX21" fmla="*/ 16001 w 21212"/>
                <a:gd name="connsiteY21" fmla="*/ 15930 h 21212"/>
                <a:gd name="connsiteX22" fmla="*/ 16001 w 21212"/>
                <a:gd name="connsiteY22" fmla="*/ 15930 h 21212"/>
                <a:gd name="connsiteX23" fmla="*/ 16001 w 21212"/>
                <a:gd name="connsiteY23" fmla="*/ 15930 h 21212"/>
                <a:gd name="connsiteX24" fmla="*/ 16001 w 21212"/>
                <a:gd name="connsiteY24" fmla="*/ 15973 h 21212"/>
                <a:gd name="connsiteX25" fmla="*/ 16001 w 21212"/>
                <a:gd name="connsiteY25" fmla="*/ 15973 h 21212"/>
                <a:gd name="connsiteX26" fmla="*/ 16043 w 21212"/>
                <a:gd name="connsiteY26" fmla="*/ 15973 h 21212"/>
                <a:gd name="connsiteX27" fmla="*/ 16043 w 21212"/>
                <a:gd name="connsiteY27" fmla="*/ 15973 h 21212"/>
                <a:gd name="connsiteX28" fmla="*/ 16086 w 21212"/>
                <a:gd name="connsiteY28" fmla="*/ 15973 h 21212"/>
                <a:gd name="connsiteX29" fmla="*/ 16107 w 21212"/>
                <a:gd name="connsiteY29" fmla="*/ 15973 h 21212"/>
                <a:gd name="connsiteX30" fmla="*/ 16107 w 21212"/>
                <a:gd name="connsiteY30" fmla="*/ 15973 h 21212"/>
                <a:gd name="connsiteX31" fmla="*/ 16107 w 21212"/>
                <a:gd name="connsiteY31" fmla="*/ 15930 h 21212"/>
                <a:gd name="connsiteX32" fmla="*/ 16107 w 21212"/>
                <a:gd name="connsiteY32" fmla="*/ 15930 h 21212"/>
                <a:gd name="connsiteX33" fmla="*/ 16107 w 21212"/>
                <a:gd name="connsiteY33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07" y="15909"/>
                  </a:moveTo>
                  <a:cubicBezTo>
                    <a:pt x="16171" y="15909"/>
                    <a:pt x="16171" y="15930"/>
                    <a:pt x="16171" y="15930"/>
                  </a:cubicBezTo>
                  <a:lnTo>
                    <a:pt x="16171" y="15930"/>
                  </a:lnTo>
                  <a:cubicBezTo>
                    <a:pt x="16171" y="15930"/>
                    <a:pt x="16171" y="15930"/>
                    <a:pt x="16171" y="15973"/>
                  </a:cubicBezTo>
                  <a:cubicBezTo>
                    <a:pt x="16171" y="15973"/>
                    <a:pt x="16171" y="15973"/>
                    <a:pt x="16107" y="15973"/>
                  </a:cubicBezTo>
                  <a:cubicBezTo>
                    <a:pt x="16107" y="15973"/>
                    <a:pt x="16107" y="15973"/>
                    <a:pt x="16086" y="15973"/>
                  </a:cubicBezTo>
                  <a:cubicBezTo>
                    <a:pt x="16086" y="16015"/>
                    <a:pt x="16086" y="16015"/>
                    <a:pt x="16043" y="16015"/>
                  </a:cubicBezTo>
                  <a:cubicBezTo>
                    <a:pt x="16043" y="16015"/>
                    <a:pt x="16043" y="16015"/>
                    <a:pt x="16001" y="16015"/>
                  </a:cubicBezTo>
                  <a:lnTo>
                    <a:pt x="16001" y="16015"/>
                  </a:lnTo>
                  <a:cubicBezTo>
                    <a:pt x="15937" y="15973"/>
                    <a:pt x="15937" y="15973"/>
                    <a:pt x="15937" y="15973"/>
                  </a:cubicBezTo>
                  <a:cubicBezTo>
                    <a:pt x="15937" y="15973"/>
                    <a:pt x="15874" y="15973"/>
                    <a:pt x="15937" y="15973"/>
                  </a:cubicBezTo>
                  <a:cubicBezTo>
                    <a:pt x="15874" y="15930"/>
                    <a:pt x="15937" y="15930"/>
                    <a:pt x="15937" y="15930"/>
                  </a:cubicBezTo>
                  <a:cubicBezTo>
                    <a:pt x="15937" y="15930"/>
                    <a:pt x="15937" y="15930"/>
                    <a:pt x="16001" y="15930"/>
                  </a:cubicBezTo>
                  <a:lnTo>
                    <a:pt x="16001" y="15909"/>
                  </a:lnTo>
                  <a:cubicBezTo>
                    <a:pt x="16043" y="15909"/>
                    <a:pt x="16043" y="15909"/>
                    <a:pt x="16043" y="15909"/>
                  </a:cubicBezTo>
                  <a:cubicBezTo>
                    <a:pt x="16086" y="15909"/>
                    <a:pt x="16086" y="15909"/>
                    <a:pt x="16107" y="15909"/>
                  </a:cubicBezTo>
                  <a:cubicBezTo>
                    <a:pt x="16107" y="15909"/>
                    <a:pt x="16107" y="15909"/>
                    <a:pt x="16107" y="15909"/>
                  </a:cubicBezTo>
                  <a:close/>
                  <a:moveTo>
                    <a:pt x="16107" y="15930"/>
                  </a:moveTo>
                  <a:lnTo>
                    <a:pt x="16107" y="15930"/>
                  </a:lnTo>
                  <a:lnTo>
                    <a:pt x="16043" y="15930"/>
                  </a:lnTo>
                  <a:lnTo>
                    <a:pt x="16043" y="15930"/>
                  </a:lnTo>
                  <a:cubicBezTo>
                    <a:pt x="16001" y="15930"/>
                    <a:pt x="16001" y="15930"/>
                    <a:pt x="16001" y="15930"/>
                  </a:cubicBezTo>
                  <a:lnTo>
                    <a:pt x="16001" y="15930"/>
                  </a:lnTo>
                  <a:lnTo>
                    <a:pt x="16001" y="15930"/>
                  </a:lnTo>
                  <a:lnTo>
                    <a:pt x="16001" y="15973"/>
                  </a:lnTo>
                  <a:lnTo>
                    <a:pt x="16001" y="15973"/>
                  </a:lnTo>
                  <a:lnTo>
                    <a:pt x="16043" y="15973"/>
                  </a:lnTo>
                  <a:lnTo>
                    <a:pt x="16043" y="15973"/>
                  </a:lnTo>
                  <a:cubicBezTo>
                    <a:pt x="16086" y="15973"/>
                    <a:pt x="16086" y="15973"/>
                    <a:pt x="16086" y="15973"/>
                  </a:cubicBezTo>
                  <a:lnTo>
                    <a:pt x="16107" y="15973"/>
                  </a:lnTo>
                  <a:lnTo>
                    <a:pt x="16107" y="15973"/>
                  </a:lnTo>
                  <a:lnTo>
                    <a:pt x="16107" y="15930"/>
                  </a:lnTo>
                  <a:lnTo>
                    <a:pt x="16107" y="15930"/>
                  </a:lnTo>
                  <a:lnTo>
                    <a:pt x="16107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2F40F62-EFC7-4F10-B966-EB19F4724EC8}"/>
                </a:ext>
              </a:extLst>
            </p:cNvPr>
            <p:cNvSpPr/>
            <p:nvPr/>
          </p:nvSpPr>
          <p:spPr>
            <a:xfrm>
              <a:off x="6416033" y="4739551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5973 w 21212"/>
                <a:gd name="connsiteY1" fmla="*/ 15973 h 21212"/>
                <a:gd name="connsiteX2" fmla="*/ 15973 w 21212"/>
                <a:gd name="connsiteY2" fmla="*/ 15930 h 21212"/>
                <a:gd name="connsiteX3" fmla="*/ 15973 w 21212"/>
                <a:gd name="connsiteY3" fmla="*/ 15930 h 21212"/>
                <a:gd name="connsiteX4" fmla="*/ 15973 w 21212"/>
                <a:gd name="connsiteY4" fmla="*/ 15930 h 21212"/>
                <a:gd name="connsiteX5" fmla="*/ 15973 w 21212"/>
                <a:gd name="connsiteY5" fmla="*/ 15930 h 21212"/>
                <a:gd name="connsiteX6" fmla="*/ 15994 w 21212"/>
                <a:gd name="connsiteY6" fmla="*/ 15909 h 21212"/>
                <a:gd name="connsiteX7" fmla="*/ 16057 w 21212"/>
                <a:gd name="connsiteY7" fmla="*/ 15909 h 21212"/>
                <a:gd name="connsiteX8" fmla="*/ 16100 w 21212"/>
                <a:gd name="connsiteY8" fmla="*/ 15909 h 21212"/>
                <a:gd name="connsiteX9" fmla="*/ 16100 w 21212"/>
                <a:gd name="connsiteY9" fmla="*/ 15909 h 21212"/>
                <a:gd name="connsiteX10" fmla="*/ 16206 w 21212"/>
                <a:gd name="connsiteY10" fmla="*/ 15973 h 21212"/>
                <a:gd name="connsiteX11" fmla="*/ 16185 w 21212"/>
                <a:gd name="connsiteY11" fmla="*/ 15973 h 21212"/>
                <a:gd name="connsiteX12" fmla="*/ 16100 w 21212"/>
                <a:gd name="connsiteY12" fmla="*/ 15930 h 21212"/>
                <a:gd name="connsiteX13" fmla="*/ 16057 w 21212"/>
                <a:gd name="connsiteY13" fmla="*/ 15930 h 21212"/>
                <a:gd name="connsiteX14" fmla="*/ 15994 w 21212"/>
                <a:gd name="connsiteY14" fmla="*/ 15930 h 21212"/>
                <a:gd name="connsiteX15" fmla="*/ 15973 w 21212"/>
                <a:gd name="connsiteY15" fmla="*/ 15930 h 21212"/>
                <a:gd name="connsiteX16" fmla="*/ 15973 w 21212"/>
                <a:gd name="connsiteY16" fmla="*/ 15973 h 21212"/>
                <a:gd name="connsiteX17" fmla="*/ 16100 w 21212"/>
                <a:gd name="connsiteY17" fmla="*/ 15973 h 21212"/>
                <a:gd name="connsiteX18" fmla="*/ 16057 w 21212"/>
                <a:gd name="connsiteY18" fmla="*/ 15994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73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lnTo>
                    <a:pt x="15973" y="15973"/>
                  </a:lnTo>
                  <a:cubicBezTo>
                    <a:pt x="15973" y="15973"/>
                    <a:pt x="15973" y="15973"/>
                    <a:pt x="15973" y="15930"/>
                  </a:cubicBez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6057" y="15909"/>
                  </a:lnTo>
                  <a:cubicBezTo>
                    <a:pt x="16057" y="15909"/>
                    <a:pt x="16057" y="15909"/>
                    <a:pt x="16100" y="15909"/>
                  </a:cubicBezTo>
                  <a:lnTo>
                    <a:pt x="16100" y="15909"/>
                  </a:lnTo>
                  <a:lnTo>
                    <a:pt x="16206" y="15973"/>
                  </a:lnTo>
                  <a:lnTo>
                    <a:pt x="16185" y="15973"/>
                  </a:lnTo>
                  <a:lnTo>
                    <a:pt x="16100" y="15930"/>
                  </a:lnTo>
                  <a:cubicBezTo>
                    <a:pt x="16057" y="15930"/>
                    <a:pt x="16057" y="15930"/>
                    <a:pt x="16057" y="15930"/>
                  </a:cubicBezTo>
                  <a:lnTo>
                    <a:pt x="15994" y="15930"/>
                  </a:lnTo>
                  <a:lnTo>
                    <a:pt x="15973" y="15930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6100" y="15973"/>
                  </a:lnTo>
                  <a:lnTo>
                    <a:pt x="16057" y="15994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DFEAD3AE-6C86-456B-8A14-ED4A0640F16D}"/>
                </a:ext>
              </a:extLst>
            </p:cNvPr>
            <p:cNvSpPr/>
            <p:nvPr/>
          </p:nvSpPr>
          <p:spPr>
            <a:xfrm>
              <a:off x="6416441" y="4739551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52 w 21212"/>
                <a:gd name="connsiteY1" fmla="*/ 15909 h 21212"/>
                <a:gd name="connsiteX2" fmla="*/ 16036 w 21212"/>
                <a:gd name="connsiteY2" fmla="*/ 15930 h 21212"/>
                <a:gd name="connsiteX3" fmla="*/ 15994 w 21212"/>
                <a:gd name="connsiteY3" fmla="*/ 15973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52" y="15909"/>
                  </a:lnTo>
                  <a:lnTo>
                    <a:pt x="16036" y="15930"/>
                  </a:lnTo>
                  <a:lnTo>
                    <a:pt x="15994" y="15973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853D388E-E42C-4451-88D1-642381500887}"/>
                </a:ext>
              </a:extLst>
            </p:cNvPr>
            <p:cNvSpPr/>
            <p:nvPr/>
          </p:nvSpPr>
          <p:spPr>
            <a:xfrm>
              <a:off x="6416503" y="4739143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6015 w 21212"/>
                <a:gd name="connsiteY2" fmla="*/ 15994 h 21212"/>
                <a:gd name="connsiteX3" fmla="*/ 15994 w 21212"/>
                <a:gd name="connsiteY3" fmla="*/ 15994 h 21212"/>
                <a:gd name="connsiteX4" fmla="*/ 15994 w 21212"/>
                <a:gd name="connsiteY4" fmla="*/ 15994 h 21212"/>
                <a:gd name="connsiteX5" fmla="*/ 15994 w 21212"/>
                <a:gd name="connsiteY5" fmla="*/ 15994 h 21212"/>
                <a:gd name="connsiteX6" fmla="*/ 16100 w 21212"/>
                <a:gd name="connsiteY6" fmla="*/ 16015 h 21212"/>
                <a:gd name="connsiteX7" fmla="*/ 16079 w 21212"/>
                <a:gd name="connsiteY7" fmla="*/ 16015 h 21212"/>
                <a:gd name="connsiteX8" fmla="*/ 15909 w 21212"/>
                <a:gd name="connsiteY8" fmla="*/ 15994 h 21212"/>
                <a:gd name="connsiteX9" fmla="*/ 15951 w 21212"/>
                <a:gd name="connsiteY9" fmla="*/ 15994 h 21212"/>
                <a:gd name="connsiteX10" fmla="*/ 15994 w 21212"/>
                <a:gd name="connsiteY10" fmla="*/ 15994 h 21212"/>
                <a:gd name="connsiteX11" fmla="*/ 15994 w 21212"/>
                <a:gd name="connsiteY11" fmla="*/ 15994 h 21212"/>
                <a:gd name="connsiteX12" fmla="*/ 15994 w 21212"/>
                <a:gd name="connsiteY12" fmla="*/ 15994 h 21212"/>
                <a:gd name="connsiteX13" fmla="*/ 15994 w 21212"/>
                <a:gd name="connsiteY13" fmla="*/ 15994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lnTo>
                    <a:pt x="16015" y="15994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6100" y="16015"/>
                  </a:lnTo>
                  <a:lnTo>
                    <a:pt x="16079" y="16015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D016482-8B84-4FD3-98B4-C65774D6583F}"/>
                </a:ext>
              </a:extLst>
            </p:cNvPr>
            <p:cNvSpPr/>
            <p:nvPr/>
          </p:nvSpPr>
          <p:spPr>
            <a:xfrm>
              <a:off x="6416659" y="4739019"/>
              <a:ext cx="31327" cy="31327"/>
            </a:xfrm>
            <a:custGeom>
              <a:avLst/>
              <a:gdLst>
                <a:gd name="connsiteX0" fmla="*/ 16206 w 21212"/>
                <a:gd name="connsiteY0" fmla="*/ 15994 h 21212"/>
                <a:gd name="connsiteX1" fmla="*/ 16121 w 21212"/>
                <a:gd name="connsiteY1" fmla="*/ 16079 h 21212"/>
                <a:gd name="connsiteX2" fmla="*/ 16057 w 21212"/>
                <a:gd name="connsiteY2" fmla="*/ 16079 h 21212"/>
                <a:gd name="connsiteX3" fmla="*/ 16057 w 21212"/>
                <a:gd name="connsiteY3" fmla="*/ 16079 h 21212"/>
                <a:gd name="connsiteX4" fmla="*/ 16036 w 21212"/>
                <a:gd name="connsiteY4" fmla="*/ 16079 h 21212"/>
                <a:gd name="connsiteX5" fmla="*/ 16036 w 21212"/>
                <a:gd name="connsiteY5" fmla="*/ 16079 h 21212"/>
                <a:gd name="connsiteX6" fmla="*/ 16036 w 21212"/>
                <a:gd name="connsiteY6" fmla="*/ 16079 h 21212"/>
                <a:gd name="connsiteX7" fmla="*/ 15909 w 21212"/>
                <a:gd name="connsiteY7" fmla="*/ 15994 h 21212"/>
                <a:gd name="connsiteX8" fmla="*/ 15973 w 21212"/>
                <a:gd name="connsiteY8" fmla="*/ 15994 h 21212"/>
                <a:gd name="connsiteX9" fmla="*/ 16036 w 21212"/>
                <a:gd name="connsiteY9" fmla="*/ 15994 h 21212"/>
                <a:gd name="connsiteX10" fmla="*/ 16057 w 21212"/>
                <a:gd name="connsiteY10" fmla="*/ 16079 h 21212"/>
                <a:gd name="connsiteX11" fmla="*/ 16057 w 21212"/>
                <a:gd name="connsiteY11" fmla="*/ 16079 h 21212"/>
                <a:gd name="connsiteX12" fmla="*/ 16121 w 21212"/>
                <a:gd name="connsiteY12" fmla="*/ 15994 h 21212"/>
                <a:gd name="connsiteX13" fmla="*/ 16206 w 21212"/>
                <a:gd name="connsiteY13" fmla="*/ 15994 h 21212"/>
                <a:gd name="connsiteX14" fmla="*/ 16206 w 21212"/>
                <a:gd name="connsiteY14" fmla="*/ 15994 h 21212"/>
                <a:gd name="connsiteX15" fmla="*/ 16121 w 21212"/>
                <a:gd name="connsiteY15" fmla="*/ 15994 h 21212"/>
                <a:gd name="connsiteX16" fmla="*/ 16036 w 21212"/>
                <a:gd name="connsiteY16" fmla="*/ 15909 h 21212"/>
                <a:gd name="connsiteX17" fmla="*/ 16057 w 21212"/>
                <a:gd name="connsiteY17" fmla="*/ 15909 h 21212"/>
                <a:gd name="connsiteX18" fmla="*/ 16206 w 21212"/>
                <a:gd name="connsiteY18" fmla="*/ 15994 h 21212"/>
                <a:gd name="connsiteX19" fmla="*/ 16206 w 21212"/>
                <a:gd name="connsiteY19" fmla="*/ 15994 h 21212"/>
                <a:gd name="connsiteX20" fmla="*/ 16206 w 21212"/>
                <a:gd name="connsiteY20" fmla="*/ 15994 h 21212"/>
                <a:gd name="connsiteX21" fmla="*/ 16248 w 21212"/>
                <a:gd name="connsiteY21" fmla="*/ 15994 h 21212"/>
                <a:gd name="connsiteX22" fmla="*/ 16248 w 21212"/>
                <a:gd name="connsiteY22" fmla="*/ 15994 h 21212"/>
                <a:gd name="connsiteX23" fmla="*/ 16206 w 21212"/>
                <a:gd name="connsiteY23" fmla="*/ 15994 h 21212"/>
                <a:gd name="connsiteX24" fmla="*/ 16206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94"/>
                  </a:moveTo>
                  <a:lnTo>
                    <a:pt x="16121" y="16079"/>
                  </a:lnTo>
                  <a:cubicBezTo>
                    <a:pt x="16121" y="16079"/>
                    <a:pt x="16121" y="16079"/>
                    <a:pt x="16057" y="16079"/>
                  </a:cubicBezTo>
                  <a:lnTo>
                    <a:pt x="16057" y="16079"/>
                  </a:lnTo>
                  <a:lnTo>
                    <a:pt x="16036" y="16079"/>
                  </a:lnTo>
                  <a:lnTo>
                    <a:pt x="16036" y="16079"/>
                  </a:lnTo>
                  <a:lnTo>
                    <a:pt x="16036" y="16079"/>
                  </a:lnTo>
                  <a:lnTo>
                    <a:pt x="15909" y="15994"/>
                  </a:lnTo>
                  <a:lnTo>
                    <a:pt x="15973" y="15994"/>
                  </a:lnTo>
                  <a:lnTo>
                    <a:pt x="16036" y="15994"/>
                  </a:lnTo>
                  <a:cubicBezTo>
                    <a:pt x="16036" y="15994"/>
                    <a:pt x="16036" y="16079"/>
                    <a:pt x="16057" y="16079"/>
                  </a:cubicBezTo>
                  <a:lnTo>
                    <a:pt x="16057" y="16079"/>
                  </a:lnTo>
                  <a:cubicBezTo>
                    <a:pt x="16121" y="15994"/>
                    <a:pt x="16121" y="15994"/>
                    <a:pt x="16121" y="15994"/>
                  </a:cubicBezTo>
                  <a:lnTo>
                    <a:pt x="16206" y="15994"/>
                  </a:lnTo>
                  <a:lnTo>
                    <a:pt x="16206" y="15994"/>
                  </a:lnTo>
                  <a:cubicBezTo>
                    <a:pt x="16206" y="15994"/>
                    <a:pt x="16206" y="15994"/>
                    <a:pt x="16121" y="15994"/>
                  </a:cubicBezTo>
                  <a:lnTo>
                    <a:pt x="16036" y="15909"/>
                  </a:lnTo>
                  <a:lnTo>
                    <a:pt x="16057" y="15909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248" y="15994"/>
                  </a:lnTo>
                  <a:lnTo>
                    <a:pt x="16248" y="15994"/>
                  </a:lnTo>
                  <a:cubicBezTo>
                    <a:pt x="16206" y="15994"/>
                    <a:pt x="16206" y="15994"/>
                    <a:pt x="16206" y="15994"/>
                  </a:cubicBezTo>
                  <a:lnTo>
                    <a:pt x="16206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4519CD7E-3481-4DAE-9F20-2016F3A323A1}"/>
                </a:ext>
              </a:extLst>
            </p:cNvPr>
            <p:cNvSpPr/>
            <p:nvPr/>
          </p:nvSpPr>
          <p:spPr>
            <a:xfrm>
              <a:off x="6416879" y="4738863"/>
              <a:ext cx="31327" cy="31327"/>
            </a:xfrm>
            <a:custGeom>
              <a:avLst/>
              <a:gdLst>
                <a:gd name="connsiteX0" fmla="*/ 16270 w 21212"/>
                <a:gd name="connsiteY0" fmla="*/ 15994 h 21212"/>
                <a:gd name="connsiteX1" fmla="*/ 16270 w 21212"/>
                <a:gd name="connsiteY1" fmla="*/ 15994 h 21212"/>
                <a:gd name="connsiteX2" fmla="*/ 16270 w 21212"/>
                <a:gd name="connsiteY2" fmla="*/ 15994 h 21212"/>
                <a:gd name="connsiteX3" fmla="*/ 16270 w 21212"/>
                <a:gd name="connsiteY3" fmla="*/ 15994 h 21212"/>
                <a:gd name="connsiteX4" fmla="*/ 16185 w 21212"/>
                <a:gd name="connsiteY4" fmla="*/ 16015 h 21212"/>
                <a:gd name="connsiteX5" fmla="*/ 16142 w 21212"/>
                <a:gd name="connsiteY5" fmla="*/ 16015 h 21212"/>
                <a:gd name="connsiteX6" fmla="*/ 16142 w 21212"/>
                <a:gd name="connsiteY6" fmla="*/ 16015 h 21212"/>
                <a:gd name="connsiteX7" fmla="*/ 16058 w 21212"/>
                <a:gd name="connsiteY7" fmla="*/ 15994 h 21212"/>
                <a:gd name="connsiteX8" fmla="*/ 15973 w 21212"/>
                <a:gd name="connsiteY8" fmla="*/ 16015 h 21212"/>
                <a:gd name="connsiteX9" fmla="*/ 15909 w 21212"/>
                <a:gd name="connsiteY9" fmla="*/ 15994 h 21212"/>
                <a:gd name="connsiteX10" fmla="*/ 15973 w 21212"/>
                <a:gd name="connsiteY10" fmla="*/ 15951 h 21212"/>
                <a:gd name="connsiteX11" fmla="*/ 15909 w 21212"/>
                <a:gd name="connsiteY11" fmla="*/ 15951 h 21212"/>
                <a:gd name="connsiteX12" fmla="*/ 15973 w 21212"/>
                <a:gd name="connsiteY12" fmla="*/ 15951 h 21212"/>
                <a:gd name="connsiteX13" fmla="*/ 16058 w 21212"/>
                <a:gd name="connsiteY13" fmla="*/ 15951 h 21212"/>
                <a:gd name="connsiteX14" fmla="*/ 16100 w 21212"/>
                <a:gd name="connsiteY14" fmla="*/ 15909 h 21212"/>
                <a:gd name="connsiteX15" fmla="*/ 16142 w 21212"/>
                <a:gd name="connsiteY15" fmla="*/ 15951 h 21212"/>
                <a:gd name="connsiteX16" fmla="*/ 16058 w 21212"/>
                <a:gd name="connsiteY16" fmla="*/ 15951 h 21212"/>
                <a:gd name="connsiteX17" fmla="*/ 16185 w 21212"/>
                <a:gd name="connsiteY17" fmla="*/ 16015 h 21212"/>
                <a:gd name="connsiteX18" fmla="*/ 16185 w 21212"/>
                <a:gd name="connsiteY18" fmla="*/ 16015 h 21212"/>
                <a:gd name="connsiteX19" fmla="*/ 16185 w 21212"/>
                <a:gd name="connsiteY19" fmla="*/ 16015 h 21212"/>
                <a:gd name="connsiteX20" fmla="*/ 16185 w 21212"/>
                <a:gd name="connsiteY20" fmla="*/ 16015 h 21212"/>
                <a:gd name="connsiteX21" fmla="*/ 16270 w 21212"/>
                <a:gd name="connsiteY21" fmla="*/ 15994 h 21212"/>
                <a:gd name="connsiteX22" fmla="*/ 16270 w 21212"/>
                <a:gd name="connsiteY22" fmla="*/ 15994 h 21212"/>
                <a:gd name="connsiteX23" fmla="*/ 16270 w 21212"/>
                <a:gd name="connsiteY23" fmla="*/ 15994 h 21212"/>
                <a:gd name="connsiteX24" fmla="*/ 16270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70" y="15994"/>
                  </a:moveTo>
                  <a:cubicBezTo>
                    <a:pt x="16270" y="16015"/>
                    <a:pt x="16270" y="15994"/>
                    <a:pt x="16270" y="15994"/>
                  </a:cubicBezTo>
                  <a:lnTo>
                    <a:pt x="16270" y="15994"/>
                  </a:lnTo>
                  <a:lnTo>
                    <a:pt x="16270" y="15994"/>
                  </a:lnTo>
                  <a:cubicBezTo>
                    <a:pt x="16185" y="16015"/>
                    <a:pt x="16185" y="16015"/>
                    <a:pt x="16185" y="16015"/>
                  </a:cubicBezTo>
                  <a:cubicBezTo>
                    <a:pt x="16185" y="16015"/>
                    <a:pt x="16185" y="16015"/>
                    <a:pt x="16142" y="16015"/>
                  </a:cubicBezTo>
                  <a:lnTo>
                    <a:pt x="16142" y="16015"/>
                  </a:lnTo>
                  <a:lnTo>
                    <a:pt x="16058" y="15994"/>
                  </a:lnTo>
                  <a:lnTo>
                    <a:pt x="15973" y="16015"/>
                  </a:lnTo>
                  <a:lnTo>
                    <a:pt x="15909" y="15994"/>
                  </a:lnTo>
                  <a:lnTo>
                    <a:pt x="15973" y="15951"/>
                  </a:lnTo>
                  <a:lnTo>
                    <a:pt x="15909" y="15951"/>
                  </a:lnTo>
                  <a:lnTo>
                    <a:pt x="15973" y="15951"/>
                  </a:lnTo>
                  <a:lnTo>
                    <a:pt x="16058" y="15951"/>
                  </a:lnTo>
                  <a:lnTo>
                    <a:pt x="16100" y="15909"/>
                  </a:lnTo>
                  <a:lnTo>
                    <a:pt x="16142" y="15951"/>
                  </a:lnTo>
                  <a:lnTo>
                    <a:pt x="16058" y="15951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ubicBezTo>
                    <a:pt x="16249" y="16015"/>
                    <a:pt x="16249" y="16015"/>
                    <a:pt x="16270" y="15994"/>
                  </a:cubicBezTo>
                  <a:lnTo>
                    <a:pt x="16270" y="15994"/>
                  </a:lnTo>
                  <a:lnTo>
                    <a:pt x="16270" y="15994"/>
                  </a:lnTo>
                  <a:lnTo>
                    <a:pt x="16270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46168A9A-FC28-4328-8D93-DED152197CB2}"/>
                </a:ext>
              </a:extLst>
            </p:cNvPr>
            <p:cNvSpPr/>
            <p:nvPr/>
          </p:nvSpPr>
          <p:spPr>
            <a:xfrm>
              <a:off x="6417223" y="4738799"/>
              <a:ext cx="31327" cy="31327"/>
            </a:xfrm>
            <a:custGeom>
              <a:avLst/>
              <a:gdLst>
                <a:gd name="connsiteX0" fmla="*/ 16036 w 21212"/>
                <a:gd name="connsiteY0" fmla="*/ 15909 h 21212"/>
                <a:gd name="connsiteX1" fmla="*/ 16036 w 21212"/>
                <a:gd name="connsiteY1" fmla="*/ 15909 h 21212"/>
                <a:gd name="connsiteX2" fmla="*/ 16036 w 21212"/>
                <a:gd name="connsiteY2" fmla="*/ 15909 h 21212"/>
                <a:gd name="connsiteX3" fmla="*/ 16036 w 21212"/>
                <a:gd name="connsiteY3" fmla="*/ 15909 h 21212"/>
                <a:gd name="connsiteX4" fmla="*/ 16015 w 21212"/>
                <a:gd name="connsiteY4" fmla="*/ 15973 h 21212"/>
                <a:gd name="connsiteX5" fmla="*/ 16015 w 21212"/>
                <a:gd name="connsiteY5" fmla="*/ 15973 h 21212"/>
                <a:gd name="connsiteX6" fmla="*/ 16058 w 21212"/>
                <a:gd name="connsiteY6" fmla="*/ 16015 h 21212"/>
                <a:gd name="connsiteX7" fmla="*/ 16036 w 21212"/>
                <a:gd name="connsiteY7" fmla="*/ 16015 h 21212"/>
                <a:gd name="connsiteX8" fmla="*/ 15909 w 21212"/>
                <a:gd name="connsiteY8" fmla="*/ 15973 h 21212"/>
                <a:gd name="connsiteX9" fmla="*/ 15951 w 21212"/>
                <a:gd name="connsiteY9" fmla="*/ 15973 h 21212"/>
                <a:gd name="connsiteX10" fmla="*/ 15951 w 21212"/>
                <a:gd name="connsiteY10" fmla="*/ 15973 h 21212"/>
                <a:gd name="connsiteX11" fmla="*/ 15951 w 21212"/>
                <a:gd name="connsiteY11" fmla="*/ 15973 h 21212"/>
                <a:gd name="connsiteX12" fmla="*/ 15951 w 21212"/>
                <a:gd name="connsiteY12" fmla="*/ 15909 h 21212"/>
                <a:gd name="connsiteX13" fmla="*/ 16036 w 21212"/>
                <a:gd name="connsiteY13" fmla="*/ 15909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6036 w 21212"/>
                <a:gd name="connsiteY16" fmla="*/ 15909 h 21212"/>
                <a:gd name="connsiteX17" fmla="*/ 16036 w 21212"/>
                <a:gd name="connsiteY17" fmla="*/ 15909 h 21212"/>
                <a:gd name="connsiteX18" fmla="*/ 16036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36" y="15909"/>
                  </a:moveTo>
                  <a:lnTo>
                    <a:pt x="16036" y="15909"/>
                  </a:lnTo>
                  <a:cubicBezTo>
                    <a:pt x="16015" y="15909"/>
                    <a:pt x="16015" y="15909"/>
                    <a:pt x="16036" y="15909"/>
                  </a:cubicBezTo>
                  <a:lnTo>
                    <a:pt x="16036" y="15909"/>
                  </a:lnTo>
                  <a:lnTo>
                    <a:pt x="16015" y="15973"/>
                  </a:lnTo>
                  <a:lnTo>
                    <a:pt x="16015" y="15973"/>
                  </a:lnTo>
                  <a:lnTo>
                    <a:pt x="16058" y="16015"/>
                  </a:lnTo>
                  <a:lnTo>
                    <a:pt x="16036" y="16015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73"/>
                    <a:pt x="15951" y="15973"/>
                    <a:pt x="15951" y="15909"/>
                  </a:cubicBezTo>
                  <a:cubicBezTo>
                    <a:pt x="15951" y="15909"/>
                    <a:pt x="15951" y="15909"/>
                    <a:pt x="16036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1BD57C1B-77E6-45EE-853B-3A43A22CDE9B}"/>
                </a:ext>
              </a:extLst>
            </p:cNvPr>
            <p:cNvSpPr/>
            <p:nvPr/>
          </p:nvSpPr>
          <p:spPr>
            <a:xfrm>
              <a:off x="6417380" y="4738581"/>
              <a:ext cx="31327" cy="31327"/>
            </a:xfrm>
            <a:custGeom>
              <a:avLst/>
              <a:gdLst>
                <a:gd name="connsiteX0" fmla="*/ 16164 w 21212"/>
                <a:gd name="connsiteY0" fmla="*/ 16057 h 21212"/>
                <a:gd name="connsiteX1" fmla="*/ 16164 w 21212"/>
                <a:gd name="connsiteY1" fmla="*/ 16057 h 21212"/>
                <a:gd name="connsiteX2" fmla="*/ 16079 w 21212"/>
                <a:gd name="connsiteY2" fmla="*/ 16057 h 21212"/>
                <a:gd name="connsiteX3" fmla="*/ 16015 w 21212"/>
                <a:gd name="connsiteY3" fmla="*/ 16057 h 21212"/>
                <a:gd name="connsiteX4" fmla="*/ 16015 w 21212"/>
                <a:gd name="connsiteY4" fmla="*/ 16057 h 21212"/>
                <a:gd name="connsiteX5" fmla="*/ 15994 w 21212"/>
                <a:gd name="connsiteY5" fmla="*/ 16057 h 21212"/>
                <a:gd name="connsiteX6" fmla="*/ 15994 w 21212"/>
                <a:gd name="connsiteY6" fmla="*/ 16057 h 21212"/>
                <a:gd name="connsiteX7" fmla="*/ 15909 w 21212"/>
                <a:gd name="connsiteY7" fmla="*/ 15994 h 21212"/>
                <a:gd name="connsiteX8" fmla="*/ 15909 w 21212"/>
                <a:gd name="connsiteY8" fmla="*/ 15994 h 21212"/>
                <a:gd name="connsiteX9" fmla="*/ 16015 w 21212"/>
                <a:gd name="connsiteY9" fmla="*/ 16057 h 21212"/>
                <a:gd name="connsiteX10" fmla="*/ 16015 w 21212"/>
                <a:gd name="connsiteY10" fmla="*/ 16057 h 21212"/>
                <a:gd name="connsiteX11" fmla="*/ 16079 w 21212"/>
                <a:gd name="connsiteY11" fmla="*/ 16057 h 21212"/>
                <a:gd name="connsiteX12" fmla="*/ 16164 w 21212"/>
                <a:gd name="connsiteY12" fmla="*/ 16057 h 21212"/>
                <a:gd name="connsiteX13" fmla="*/ 16164 w 21212"/>
                <a:gd name="connsiteY13" fmla="*/ 15994 h 21212"/>
                <a:gd name="connsiteX14" fmla="*/ 16164 w 21212"/>
                <a:gd name="connsiteY14" fmla="*/ 15994 h 21212"/>
                <a:gd name="connsiteX15" fmla="*/ 16164 w 21212"/>
                <a:gd name="connsiteY15" fmla="*/ 15994 h 21212"/>
                <a:gd name="connsiteX16" fmla="*/ 16015 w 21212"/>
                <a:gd name="connsiteY16" fmla="*/ 15951 h 21212"/>
                <a:gd name="connsiteX17" fmla="*/ 16015 w 21212"/>
                <a:gd name="connsiteY17" fmla="*/ 15909 h 21212"/>
                <a:gd name="connsiteX18" fmla="*/ 16164 w 21212"/>
                <a:gd name="connsiteY18" fmla="*/ 15951 h 21212"/>
                <a:gd name="connsiteX19" fmla="*/ 16164 w 21212"/>
                <a:gd name="connsiteY19" fmla="*/ 15994 h 21212"/>
                <a:gd name="connsiteX20" fmla="*/ 16164 w 21212"/>
                <a:gd name="connsiteY20" fmla="*/ 15994 h 21212"/>
                <a:gd name="connsiteX21" fmla="*/ 16164 w 21212"/>
                <a:gd name="connsiteY21" fmla="*/ 15994 h 21212"/>
                <a:gd name="connsiteX22" fmla="*/ 16164 w 21212"/>
                <a:gd name="connsiteY22" fmla="*/ 15994 h 21212"/>
                <a:gd name="connsiteX23" fmla="*/ 16164 w 21212"/>
                <a:gd name="connsiteY23" fmla="*/ 16057 h 21212"/>
                <a:gd name="connsiteX24" fmla="*/ 16164 w 21212"/>
                <a:gd name="connsiteY24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6057"/>
                  </a:moveTo>
                  <a:lnTo>
                    <a:pt x="16164" y="16057"/>
                  </a:lnTo>
                  <a:lnTo>
                    <a:pt x="16079" y="16057"/>
                  </a:lnTo>
                  <a:cubicBezTo>
                    <a:pt x="16079" y="16057"/>
                    <a:pt x="16079" y="16057"/>
                    <a:pt x="16015" y="16057"/>
                  </a:cubicBezTo>
                  <a:lnTo>
                    <a:pt x="16015" y="16057"/>
                  </a:lnTo>
                  <a:cubicBezTo>
                    <a:pt x="16015" y="16057"/>
                    <a:pt x="16015" y="16057"/>
                    <a:pt x="15994" y="16057"/>
                  </a:cubicBezTo>
                  <a:lnTo>
                    <a:pt x="15994" y="16057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6015" y="16057"/>
                  </a:lnTo>
                  <a:lnTo>
                    <a:pt x="16015" y="16057"/>
                  </a:lnTo>
                  <a:cubicBezTo>
                    <a:pt x="16079" y="16057"/>
                    <a:pt x="16079" y="16057"/>
                    <a:pt x="16079" y="16057"/>
                  </a:cubicBezTo>
                  <a:lnTo>
                    <a:pt x="16164" y="16057"/>
                  </a:lnTo>
                  <a:lnTo>
                    <a:pt x="16164" y="15994"/>
                  </a:lnTo>
                  <a:lnTo>
                    <a:pt x="16164" y="15994"/>
                  </a:lnTo>
                  <a:lnTo>
                    <a:pt x="16164" y="15994"/>
                  </a:lnTo>
                  <a:lnTo>
                    <a:pt x="16015" y="15951"/>
                  </a:lnTo>
                  <a:lnTo>
                    <a:pt x="16015" y="15909"/>
                  </a:lnTo>
                  <a:lnTo>
                    <a:pt x="16164" y="15951"/>
                  </a:lnTo>
                  <a:cubicBezTo>
                    <a:pt x="16164" y="15951"/>
                    <a:pt x="16164" y="15951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lnTo>
                    <a:pt x="16164" y="15994"/>
                  </a:lnTo>
                  <a:cubicBezTo>
                    <a:pt x="16164" y="15994"/>
                    <a:pt x="16164" y="15994"/>
                    <a:pt x="16164" y="16057"/>
                  </a:cubicBezTo>
                  <a:lnTo>
                    <a:pt x="16164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975D6611-B5AA-484A-A257-9C6107676DDC}"/>
                </a:ext>
              </a:extLst>
            </p:cNvPr>
            <p:cNvSpPr/>
            <p:nvPr/>
          </p:nvSpPr>
          <p:spPr>
            <a:xfrm>
              <a:off x="6417757" y="4738330"/>
              <a:ext cx="31327" cy="31327"/>
            </a:xfrm>
            <a:custGeom>
              <a:avLst/>
              <a:gdLst>
                <a:gd name="connsiteX0" fmla="*/ 16142 w 21212"/>
                <a:gd name="connsiteY0" fmla="*/ 16036 h 21212"/>
                <a:gd name="connsiteX1" fmla="*/ 16100 w 21212"/>
                <a:gd name="connsiteY1" fmla="*/ 16079 h 21212"/>
                <a:gd name="connsiteX2" fmla="*/ 16036 w 21212"/>
                <a:gd name="connsiteY2" fmla="*/ 16015 h 21212"/>
                <a:gd name="connsiteX3" fmla="*/ 15994 w 21212"/>
                <a:gd name="connsiteY3" fmla="*/ 16015 h 21212"/>
                <a:gd name="connsiteX4" fmla="*/ 15994 w 21212"/>
                <a:gd name="connsiteY4" fmla="*/ 16015 h 21212"/>
                <a:gd name="connsiteX5" fmla="*/ 15973 w 21212"/>
                <a:gd name="connsiteY5" fmla="*/ 16015 h 21212"/>
                <a:gd name="connsiteX6" fmla="*/ 15973 w 21212"/>
                <a:gd name="connsiteY6" fmla="*/ 16015 h 21212"/>
                <a:gd name="connsiteX7" fmla="*/ 15909 w 21212"/>
                <a:gd name="connsiteY7" fmla="*/ 16036 h 21212"/>
                <a:gd name="connsiteX8" fmla="*/ 15909 w 21212"/>
                <a:gd name="connsiteY8" fmla="*/ 16079 h 21212"/>
                <a:gd name="connsiteX9" fmla="*/ 16036 w 21212"/>
                <a:gd name="connsiteY9" fmla="*/ 16121 h 21212"/>
                <a:gd name="connsiteX10" fmla="*/ 15994 w 21212"/>
                <a:gd name="connsiteY10" fmla="*/ 16121 h 21212"/>
                <a:gd name="connsiteX11" fmla="*/ 15909 w 21212"/>
                <a:gd name="connsiteY11" fmla="*/ 16079 h 21212"/>
                <a:gd name="connsiteX12" fmla="*/ 15909 w 21212"/>
                <a:gd name="connsiteY12" fmla="*/ 16036 h 21212"/>
                <a:gd name="connsiteX13" fmla="*/ 15909 w 21212"/>
                <a:gd name="connsiteY13" fmla="*/ 16036 h 21212"/>
                <a:gd name="connsiteX14" fmla="*/ 15909 w 21212"/>
                <a:gd name="connsiteY14" fmla="*/ 16036 h 21212"/>
                <a:gd name="connsiteX15" fmla="*/ 15909 w 21212"/>
                <a:gd name="connsiteY15" fmla="*/ 16036 h 21212"/>
                <a:gd name="connsiteX16" fmla="*/ 15909 w 21212"/>
                <a:gd name="connsiteY16" fmla="*/ 16036 h 21212"/>
                <a:gd name="connsiteX17" fmla="*/ 15909 w 21212"/>
                <a:gd name="connsiteY17" fmla="*/ 16015 h 21212"/>
                <a:gd name="connsiteX18" fmla="*/ 15973 w 21212"/>
                <a:gd name="connsiteY18" fmla="*/ 16015 h 21212"/>
                <a:gd name="connsiteX19" fmla="*/ 15973 w 21212"/>
                <a:gd name="connsiteY19" fmla="*/ 16015 h 21212"/>
                <a:gd name="connsiteX20" fmla="*/ 15994 w 21212"/>
                <a:gd name="connsiteY20" fmla="*/ 16015 h 21212"/>
                <a:gd name="connsiteX21" fmla="*/ 15994 w 21212"/>
                <a:gd name="connsiteY21" fmla="*/ 16015 h 21212"/>
                <a:gd name="connsiteX22" fmla="*/ 15994 w 21212"/>
                <a:gd name="connsiteY22" fmla="*/ 15994 h 21212"/>
                <a:gd name="connsiteX23" fmla="*/ 16036 w 21212"/>
                <a:gd name="connsiteY23" fmla="*/ 15909 h 21212"/>
                <a:gd name="connsiteX24" fmla="*/ 16100 w 21212"/>
                <a:gd name="connsiteY24" fmla="*/ 15909 h 21212"/>
                <a:gd name="connsiteX25" fmla="*/ 16100 w 21212"/>
                <a:gd name="connsiteY25" fmla="*/ 15909 h 21212"/>
                <a:gd name="connsiteX26" fmla="*/ 16100 w 21212"/>
                <a:gd name="connsiteY26" fmla="*/ 15909 h 21212"/>
                <a:gd name="connsiteX27" fmla="*/ 16142 w 21212"/>
                <a:gd name="connsiteY27" fmla="*/ 15909 h 21212"/>
                <a:gd name="connsiteX28" fmla="*/ 16206 w 21212"/>
                <a:gd name="connsiteY28" fmla="*/ 16015 h 21212"/>
                <a:gd name="connsiteX29" fmla="*/ 16206 w 21212"/>
                <a:gd name="connsiteY29" fmla="*/ 16015 h 21212"/>
                <a:gd name="connsiteX30" fmla="*/ 16100 w 21212"/>
                <a:gd name="connsiteY30" fmla="*/ 15994 h 21212"/>
                <a:gd name="connsiteX31" fmla="*/ 16100 w 21212"/>
                <a:gd name="connsiteY31" fmla="*/ 15994 h 21212"/>
                <a:gd name="connsiteX32" fmla="*/ 16100 w 21212"/>
                <a:gd name="connsiteY32" fmla="*/ 15909 h 21212"/>
                <a:gd name="connsiteX33" fmla="*/ 16100 w 21212"/>
                <a:gd name="connsiteY33" fmla="*/ 15909 h 21212"/>
                <a:gd name="connsiteX34" fmla="*/ 16036 w 21212"/>
                <a:gd name="connsiteY34" fmla="*/ 15994 h 21212"/>
                <a:gd name="connsiteX35" fmla="*/ 16036 w 21212"/>
                <a:gd name="connsiteY35" fmla="*/ 15994 h 21212"/>
                <a:gd name="connsiteX36" fmla="*/ 16036 w 21212"/>
                <a:gd name="connsiteY36" fmla="*/ 16015 h 21212"/>
                <a:gd name="connsiteX37" fmla="*/ 16142 w 21212"/>
                <a:gd name="connsiteY37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42" y="16036"/>
                  </a:moveTo>
                  <a:lnTo>
                    <a:pt x="16100" y="16079"/>
                  </a:lnTo>
                  <a:lnTo>
                    <a:pt x="16036" y="16015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09" y="16036"/>
                  </a:lnTo>
                  <a:lnTo>
                    <a:pt x="15909" y="16079"/>
                  </a:lnTo>
                  <a:lnTo>
                    <a:pt x="16036" y="16121"/>
                  </a:lnTo>
                  <a:lnTo>
                    <a:pt x="15994" y="16121"/>
                  </a:lnTo>
                  <a:lnTo>
                    <a:pt x="15909" y="16079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09" y="16015"/>
                  </a:lnTo>
                  <a:cubicBezTo>
                    <a:pt x="15909" y="16015"/>
                    <a:pt x="15909" y="16015"/>
                    <a:pt x="15973" y="16015"/>
                  </a:cubicBezTo>
                  <a:lnTo>
                    <a:pt x="15973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94" y="15994"/>
                  </a:lnTo>
                  <a:cubicBezTo>
                    <a:pt x="16036" y="15994"/>
                    <a:pt x="16036" y="15994"/>
                    <a:pt x="16036" y="15909"/>
                  </a:cubicBezTo>
                  <a:cubicBezTo>
                    <a:pt x="16036" y="15909"/>
                    <a:pt x="16036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42" y="15909"/>
                  </a:lnTo>
                  <a:lnTo>
                    <a:pt x="16206" y="16015"/>
                  </a:lnTo>
                  <a:lnTo>
                    <a:pt x="16206" y="16015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09"/>
                  </a:lnTo>
                  <a:lnTo>
                    <a:pt x="16100" y="15909"/>
                  </a:lnTo>
                  <a:cubicBezTo>
                    <a:pt x="16100" y="15994"/>
                    <a:pt x="16100" y="15994"/>
                    <a:pt x="16036" y="15994"/>
                  </a:cubicBezTo>
                  <a:lnTo>
                    <a:pt x="16036" y="15994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142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28F2495A-847C-4F4B-86E4-9F8008B26960}"/>
                </a:ext>
              </a:extLst>
            </p:cNvPr>
            <p:cNvSpPr/>
            <p:nvPr/>
          </p:nvSpPr>
          <p:spPr>
            <a:xfrm>
              <a:off x="6418195" y="4738047"/>
              <a:ext cx="31327" cy="31327"/>
            </a:xfrm>
            <a:custGeom>
              <a:avLst/>
              <a:gdLst>
                <a:gd name="connsiteX0" fmla="*/ 16163 w 21212"/>
                <a:gd name="connsiteY0" fmla="*/ 15973 h 21212"/>
                <a:gd name="connsiteX1" fmla="*/ 16206 w 21212"/>
                <a:gd name="connsiteY1" fmla="*/ 15973 h 21212"/>
                <a:gd name="connsiteX2" fmla="*/ 16206 w 21212"/>
                <a:gd name="connsiteY2" fmla="*/ 15973 h 21212"/>
                <a:gd name="connsiteX3" fmla="*/ 16206 w 21212"/>
                <a:gd name="connsiteY3" fmla="*/ 16036 h 21212"/>
                <a:gd name="connsiteX4" fmla="*/ 16206 w 21212"/>
                <a:gd name="connsiteY4" fmla="*/ 16036 h 21212"/>
                <a:gd name="connsiteX5" fmla="*/ 16206 w 21212"/>
                <a:gd name="connsiteY5" fmla="*/ 16079 h 21212"/>
                <a:gd name="connsiteX6" fmla="*/ 16163 w 21212"/>
                <a:gd name="connsiteY6" fmla="*/ 16079 h 21212"/>
                <a:gd name="connsiteX7" fmla="*/ 16100 w 21212"/>
                <a:gd name="connsiteY7" fmla="*/ 16079 h 21212"/>
                <a:gd name="connsiteX8" fmla="*/ 16100 w 21212"/>
                <a:gd name="connsiteY8" fmla="*/ 16079 h 21212"/>
                <a:gd name="connsiteX9" fmla="*/ 16100 w 21212"/>
                <a:gd name="connsiteY9" fmla="*/ 16079 h 21212"/>
                <a:gd name="connsiteX10" fmla="*/ 16206 w 21212"/>
                <a:gd name="connsiteY10" fmla="*/ 16100 h 21212"/>
                <a:gd name="connsiteX11" fmla="*/ 16163 w 21212"/>
                <a:gd name="connsiteY11" fmla="*/ 16100 h 21212"/>
                <a:gd name="connsiteX12" fmla="*/ 15909 w 21212"/>
                <a:gd name="connsiteY12" fmla="*/ 16036 h 21212"/>
                <a:gd name="connsiteX13" fmla="*/ 15909 w 21212"/>
                <a:gd name="connsiteY13" fmla="*/ 16036 h 21212"/>
                <a:gd name="connsiteX14" fmla="*/ 15973 w 21212"/>
                <a:gd name="connsiteY14" fmla="*/ 16036 h 21212"/>
                <a:gd name="connsiteX15" fmla="*/ 15973 w 21212"/>
                <a:gd name="connsiteY15" fmla="*/ 16036 h 21212"/>
                <a:gd name="connsiteX16" fmla="*/ 15973 w 21212"/>
                <a:gd name="connsiteY16" fmla="*/ 16036 h 21212"/>
                <a:gd name="connsiteX17" fmla="*/ 15973 w 21212"/>
                <a:gd name="connsiteY17" fmla="*/ 16036 h 21212"/>
                <a:gd name="connsiteX18" fmla="*/ 15973 w 21212"/>
                <a:gd name="connsiteY18" fmla="*/ 15973 h 21212"/>
                <a:gd name="connsiteX19" fmla="*/ 16036 w 21212"/>
                <a:gd name="connsiteY19" fmla="*/ 15973 h 21212"/>
                <a:gd name="connsiteX20" fmla="*/ 16036 w 21212"/>
                <a:gd name="connsiteY20" fmla="*/ 15973 h 21212"/>
                <a:gd name="connsiteX21" fmla="*/ 16057 w 21212"/>
                <a:gd name="connsiteY21" fmla="*/ 15909 h 21212"/>
                <a:gd name="connsiteX22" fmla="*/ 16100 w 21212"/>
                <a:gd name="connsiteY22" fmla="*/ 15909 h 21212"/>
                <a:gd name="connsiteX23" fmla="*/ 16163 w 21212"/>
                <a:gd name="connsiteY23" fmla="*/ 15973 h 21212"/>
                <a:gd name="connsiteX24" fmla="*/ 16100 w 21212"/>
                <a:gd name="connsiteY24" fmla="*/ 15973 h 21212"/>
                <a:gd name="connsiteX25" fmla="*/ 16100 w 21212"/>
                <a:gd name="connsiteY25" fmla="*/ 15973 h 21212"/>
                <a:gd name="connsiteX26" fmla="*/ 16057 w 21212"/>
                <a:gd name="connsiteY26" fmla="*/ 15973 h 21212"/>
                <a:gd name="connsiteX27" fmla="*/ 16036 w 21212"/>
                <a:gd name="connsiteY27" fmla="*/ 15973 h 21212"/>
                <a:gd name="connsiteX28" fmla="*/ 16036 w 21212"/>
                <a:gd name="connsiteY28" fmla="*/ 15973 h 21212"/>
                <a:gd name="connsiteX29" fmla="*/ 15973 w 21212"/>
                <a:gd name="connsiteY29" fmla="*/ 16036 h 21212"/>
                <a:gd name="connsiteX30" fmla="*/ 15973 w 21212"/>
                <a:gd name="connsiteY30" fmla="*/ 16036 h 21212"/>
                <a:gd name="connsiteX31" fmla="*/ 15973 w 21212"/>
                <a:gd name="connsiteY31" fmla="*/ 16036 h 21212"/>
                <a:gd name="connsiteX32" fmla="*/ 15973 w 21212"/>
                <a:gd name="connsiteY32" fmla="*/ 16036 h 21212"/>
                <a:gd name="connsiteX33" fmla="*/ 16057 w 21212"/>
                <a:gd name="connsiteY33" fmla="*/ 16079 h 21212"/>
                <a:gd name="connsiteX34" fmla="*/ 16100 w 21212"/>
                <a:gd name="connsiteY34" fmla="*/ 16079 h 21212"/>
                <a:gd name="connsiteX35" fmla="*/ 16163 w 21212"/>
                <a:gd name="connsiteY35" fmla="*/ 16036 h 21212"/>
                <a:gd name="connsiteX36" fmla="*/ 16163 w 21212"/>
                <a:gd name="connsiteY36" fmla="*/ 16036 h 21212"/>
                <a:gd name="connsiteX37" fmla="*/ 16163 w 21212"/>
                <a:gd name="connsiteY37" fmla="*/ 16036 h 21212"/>
                <a:gd name="connsiteX38" fmla="*/ 16163 w 21212"/>
                <a:gd name="connsiteY38" fmla="*/ 16036 h 21212"/>
                <a:gd name="connsiteX39" fmla="*/ 16100 w 21212"/>
                <a:gd name="connsiteY3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63" y="15973"/>
                  </a:moveTo>
                  <a:lnTo>
                    <a:pt x="16206" y="15973"/>
                  </a:lnTo>
                  <a:lnTo>
                    <a:pt x="16206" y="15973"/>
                  </a:lnTo>
                  <a:cubicBezTo>
                    <a:pt x="16206" y="16036"/>
                    <a:pt x="16206" y="16036"/>
                    <a:pt x="16206" y="16036"/>
                  </a:cubicBezTo>
                  <a:lnTo>
                    <a:pt x="16206" y="16036"/>
                  </a:lnTo>
                  <a:cubicBezTo>
                    <a:pt x="16206" y="16036"/>
                    <a:pt x="16206" y="16036"/>
                    <a:pt x="16206" y="16079"/>
                  </a:cubicBezTo>
                  <a:lnTo>
                    <a:pt x="16163" y="16079"/>
                  </a:lnTo>
                  <a:cubicBezTo>
                    <a:pt x="16163" y="16079"/>
                    <a:pt x="16163" y="16079"/>
                    <a:pt x="16100" y="16079"/>
                  </a:cubicBezTo>
                  <a:lnTo>
                    <a:pt x="16100" y="16079"/>
                  </a:lnTo>
                  <a:lnTo>
                    <a:pt x="16100" y="16079"/>
                  </a:lnTo>
                  <a:lnTo>
                    <a:pt x="16206" y="16100"/>
                  </a:lnTo>
                  <a:lnTo>
                    <a:pt x="16163" y="16100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6036" y="15909"/>
                    <a:pt x="16057" y="15973"/>
                    <a:pt x="16057" y="15909"/>
                  </a:cubicBezTo>
                  <a:lnTo>
                    <a:pt x="16100" y="15909"/>
                  </a:lnTo>
                  <a:cubicBezTo>
                    <a:pt x="16100" y="15973"/>
                    <a:pt x="16163" y="15973"/>
                    <a:pt x="16163" y="15973"/>
                  </a:cubicBezTo>
                  <a:close/>
                  <a:moveTo>
                    <a:pt x="16100" y="15973"/>
                  </a:moveTo>
                  <a:lnTo>
                    <a:pt x="16100" y="15973"/>
                  </a:lnTo>
                  <a:lnTo>
                    <a:pt x="16057" y="15973"/>
                  </a:lnTo>
                  <a:cubicBezTo>
                    <a:pt x="16057" y="15973"/>
                    <a:pt x="16057" y="15973"/>
                    <a:pt x="16036" y="15973"/>
                  </a:cubicBezTo>
                  <a:lnTo>
                    <a:pt x="16036" y="15973"/>
                  </a:lnTo>
                  <a:cubicBezTo>
                    <a:pt x="16036" y="15973"/>
                    <a:pt x="16036" y="15973"/>
                    <a:pt x="15973" y="16036"/>
                  </a:cubicBezTo>
                  <a:lnTo>
                    <a:pt x="15973" y="16036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6057" y="16079"/>
                  </a:lnTo>
                  <a:lnTo>
                    <a:pt x="16100" y="16079"/>
                  </a:lnTo>
                  <a:cubicBezTo>
                    <a:pt x="16100" y="16079"/>
                    <a:pt x="16100" y="16079"/>
                    <a:pt x="16163" y="16036"/>
                  </a:cubicBezTo>
                  <a:lnTo>
                    <a:pt x="16163" y="16036"/>
                  </a:lnTo>
                  <a:lnTo>
                    <a:pt x="16163" y="16036"/>
                  </a:lnTo>
                  <a:lnTo>
                    <a:pt x="16163" y="16036"/>
                  </a:lnTo>
                  <a:cubicBezTo>
                    <a:pt x="16163" y="16036"/>
                    <a:pt x="16163" y="15973"/>
                    <a:pt x="16100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E228BECB-120D-45E1-983E-45D3BA98D615}"/>
                </a:ext>
              </a:extLst>
            </p:cNvPr>
            <p:cNvSpPr/>
            <p:nvPr/>
          </p:nvSpPr>
          <p:spPr>
            <a:xfrm>
              <a:off x="6418477" y="4737922"/>
              <a:ext cx="31327" cy="31327"/>
            </a:xfrm>
            <a:custGeom>
              <a:avLst/>
              <a:gdLst>
                <a:gd name="connsiteX0" fmla="*/ 16015 w 21212"/>
                <a:gd name="connsiteY0" fmla="*/ 15994 h 21212"/>
                <a:gd name="connsiteX1" fmla="*/ 16015 w 21212"/>
                <a:gd name="connsiteY1" fmla="*/ 15994 h 21212"/>
                <a:gd name="connsiteX2" fmla="*/ 16015 w 21212"/>
                <a:gd name="connsiteY2" fmla="*/ 15994 h 21212"/>
                <a:gd name="connsiteX3" fmla="*/ 16015 w 21212"/>
                <a:gd name="connsiteY3" fmla="*/ 15994 h 21212"/>
                <a:gd name="connsiteX4" fmla="*/ 16015 w 21212"/>
                <a:gd name="connsiteY4" fmla="*/ 15994 h 21212"/>
                <a:gd name="connsiteX5" fmla="*/ 16015 w 21212"/>
                <a:gd name="connsiteY5" fmla="*/ 15994 h 21212"/>
                <a:gd name="connsiteX6" fmla="*/ 16100 w 21212"/>
                <a:gd name="connsiteY6" fmla="*/ 16058 h 21212"/>
                <a:gd name="connsiteX7" fmla="*/ 16079 w 21212"/>
                <a:gd name="connsiteY7" fmla="*/ 16058 h 21212"/>
                <a:gd name="connsiteX8" fmla="*/ 15909 w 21212"/>
                <a:gd name="connsiteY8" fmla="*/ 15994 h 21212"/>
                <a:gd name="connsiteX9" fmla="*/ 15973 w 21212"/>
                <a:gd name="connsiteY9" fmla="*/ 15994 h 21212"/>
                <a:gd name="connsiteX10" fmla="*/ 16015 w 21212"/>
                <a:gd name="connsiteY10" fmla="*/ 15994 h 21212"/>
                <a:gd name="connsiteX11" fmla="*/ 16015 w 21212"/>
                <a:gd name="connsiteY11" fmla="*/ 15994 h 21212"/>
                <a:gd name="connsiteX12" fmla="*/ 16015 w 21212"/>
                <a:gd name="connsiteY12" fmla="*/ 15994 h 21212"/>
                <a:gd name="connsiteX13" fmla="*/ 16015 w 21212"/>
                <a:gd name="connsiteY13" fmla="*/ 15994 h 21212"/>
                <a:gd name="connsiteX14" fmla="*/ 16015 w 21212"/>
                <a:gd name="connsiteY14" fmla="*/ 15994 h 21212"/>
                <a:gd name="connsiteX15" fmla="*/ 16015 w 21212"/>
                <a:gd name="connsiteY15" fmla="*/ 15994 h 21212"/>
                <a:gd name="connsiteX16" fmla="*/ 16015 w 21212"/>
                <a:gd name="connsiteY16" fmla="*/ 15994 h 21212"/>
                <a:gd name="connsiteX17" fmla="*/ 16015 w 21212"/>
                <a:gd name="connsiteY17" fmla="*/ 15909 h 21212"/>
                <a:gd name="connsiteX18" fmla="*/ 16015 w 21212"/>
                <a:gd name="connsiteY18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94"/>
                  </a:move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100" y="16058"/>
                  </a:lnTo>
                  <a:lnTo>
                    <a:pt x="16079" y="16058"/>
                  </a:lnTo>
                  <a:lnTo>
                    <a:pt x="15909" y="15994"/>
                  </a:lnTo>
                  <a:lnTo>
                    <a:pt x="15973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15" y="15994"/>
                  </a:lnTo>
                  <a:cubicBezTo>
                    <a:pt x="16015" y="15994"/>
                    <a:pt x="16015" y="15994"/>
                    <a:pt x="16015" y="15909"/>
                  </a:cubicBezTo>
                  <a:lnTo>
                    <a:pt x="16015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39BCC996-71DB-4E46-AE44-E62C786C0C71}"/>
                </a:ext>
              </a:extLst>
            </p:cNvPr>
            <p:cNvSpPr/>
            <p:nvPr/>
          </p:nvSpPr>
          <p:spPr>
            <a:xfrm>
              <a:off x="6418696" y="4737891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85 w 21212"/>
                <a:gd name="connsiteY1" fmla="*/ 15930 h 21212"/>
                <a:gd name="connsiteX2" fmla="*/ 16185 w 21212"/>
                <a:gd name="connsiteY2" fmla="*/ 15930 h 21212"/>
                <a:gd name="connsiteX3" fmla="*/ 16206 w 21212"/>
                <a:gd name="connsiteY3" fmla="*/ 15930 h 21212"/>
                <a:gd name="connsiteX4" fmla="*/ 16206 w 21212"/>
                <a:gd name="connsiteY4" fmla="*/ 15930 h 21212"/>
                <a:gd name="connsiteX5" fmla="*/ 16185 w 21212"/>
                <a:gd name="connsiteY5" fmla="*/ 16015 h 21212"/>
                <a:gd name="connsiteX6" fmla="*/ 16121 w 21212"/>
                <a:gd name="connsiteY6" fmla="*/ 16015 h 21212"/>
                <a:gd name="connsiteX7" fmla="*/ 16100 w 21212"/>
                <a:gd name="connsiteY7" fmla="*/ 16015 h 21212"/>
                <a:gd name="connsiteX8" fmla="*/ 15994 w 21212"/>
                <a:gd name="connsiteY8" fmla="*/ 16015 h 21212"/>
                <a:gd name="connsiteX9" fmla="*/ 15930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30 w 21212"/>
                <a:gd name="connsiteY13" fmla="*/ 15909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6100 w 21212"/>
                <a:gd name="connsiteY16" fmla="*/ 15909 h 21212"/>
                <a:gd name="connsiteX17" fmla="*/ 16121 w 21212"/>
                <a:gd name="connsiteY17" fmla="*/ 15909 h 21212"/>
                <a:gd name="connsiteX18" fmla="*/ 16121 w 21212"/>
                <a:gd name="connsiteY18" fmla="*/ 15909 h 21212"/>
                <a:gd name="connsiteX19" fmla="*/ 16121 w 21212"/>
                <a:gd name="connsiteY19" fmla="*/ 15909 h 21212"/>
                <a:gd name="connsiteX20" fmla="*/ 15994 w 21212"/>
                <a:gd name="connsiteY20" fmla="*/ 16015 h 21212"/>
                <a:gd name="connsiteX21" fmla="*/ 15994 w 21212"/>
                <a:gd name="connsiteY21" fmla="*/ 16015 h 21212"/>
                <a:gd name="connsiteX22" fmla="*/ 16100 w 21212"/>
                <a:gd name="connsiteY22" fmla="*/ 16015 h 21212"/>
                <a:gd name="connsiteX23" fmla="*/ 16121 w 21212"/>
                <a:gd name="connsiteY23" fmla="*/ 16015 h 21212"/>
                <a:gd name="connsiteX24" fmla="*/ 16185 w 21212"/>
                <a:gd name="connsiteY24" fmla="*/ 16015 h 21212"/>
                <a:gd name="connsiteX25" fmla="*/ 15951 w 21212"/>
                <a:gd name="connsiteY25" fmla="*/ 15909 h 21212"/>
                <a:gd name="connsiteX26" fmla="*/ 15951 w 21212"/>
                <a:gd name="connsiteY26" fmla="*/ 15909 h 21212"/>
                <a:gd name="connsiteX27" fmla="*/ 15951 w 21212"/>
                <a:gd name="connsiteY27" fmla="*/ 15909 h 21212"/>
                <a:gd name="connsiteX28" fmla="*/ 15951 w 21212"/>
                <a:gd name="connsiteY28" fmla="*/ 15909 h 21212"/>
                <a:gd name="connsiteX29" fmla="*/ 15951 w 21212"/>
                <a:gd name="connsiteY29" fmla="*/ 16015 h 21212"/>
                <a:gd name="connsiteX30" fmla="*/ 16121 w 21212"/>
                <a:gd name="connsiteY30" fmla="*/ 15909 h 21212"/>
                <a:gd name="connsiteX31" fmla="*/ 16121 w 21212"/>
                <a:gd name="connsiteY31" fmla="*/ 15909 h 21212"/>
                <a:gd name="connsiteX32" fmla="*/ 16015 w 21212"/>
                <a:gd name="connsiteY32" fmla="*/ 15909 h 21212"/>
                <a:gd name="connsiteX33" fmla="*/ 16015 w 21212"/>
                <a:gd name="connsiteY33" fmla="*/ 15909 h 21212"/>
                <a:gd name="connsiteX34" fmla="*/ 15951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cubicBezTo>
                    <a:pt x="16185" y="15930"/>
                    <a:pt x="16185" y="15930"/>
                    <a:pt x="16185" y="15930"/>
                  </a:cubicBezTo>
                  <a:lnTo>
                    <a:pt x="16185" y="15930"/>
                  </a:lnTo>
                  <a:lnTo>
                    <a:pt x="16206" y="15930"/>
                  </a:lnTo>
                  <a:lnTo>
                    <a:pt x="16206" y="15930"/>
                  </a:lnTo>
                  <a:cubicBezTo>
                    <a:pt x="16185" y="16015"/>
                    <a:pt x="16185" y="16015"/>
                    <a:pt x="16185" y="16015"/>
                  </a:cubicBezTo>
                  <a:lnTo>
                    <a:pt x="16121" y="16015"/>
                  </a:lnTo>
                  <a:lnTo>
                    <a:pt x="16100" y="16015"/>
                  </a:lnTo>
                  <a:lnTo>
                    <a:pt x="15994" y="16015"/>
                  </a:lnTo>
                  <a:cubicBezTo>
                    <a:pt x="15930" y="16015"/>
                    <a:pt x="15930" y="16015"/>
                    <a:pt x="15930" y="16015"/>
                  </a:cubicBezTo>
                  <a:lnTo>
                    <a:pt x="15909" y="16015"/>
                  </a:lnTo>
                  <a:lnTo>
                    <a:pt x="15909" y="15930"/>
                  </a:lnTo>
                  <a:lnTo>
                    <a:pt x="15909" y="15930"/>
                  </a:lnTo>
                  <a:cubicBezTo>
                    <a:pt x="15930" y="15909"/>
                    <a:pt x="15930" y="15909"/>
                    <a:pt x="15930" y="15909"/>
                  </a:cubicBezTo>
                  <a:cubicBezTo>
                    <a:pt x="15930" y="15909"/>
                    <a:pt x="15930" y="15909"/>
                    <a:pt x="15994" y="15909"/>
                  </a:cubicBezTo>
                  <a:lnTo>
                    <a:pt x="15994" y="15909"/>
                  </a:lnTo>
                  <a:cubicBezTo>
                    <a:pt x="16100" y="15909"/>
                    <a:pt x="16100" y="15909"/>
                    <a:pt x="16100" y="15909"/>
                  </a:cubicBezTo>
                  <a:cubicBezTo>
                    <a:pt x="16121" y="15909"/>
                    <a:pt x="16121" y="15909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lnTo>
                    <a:pt x="15994" y="16015"/>
                  </a:lnTo>
                  <a:lnTo>
                    <a:pt x="15994" y="16015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121" y="16015"/>
                  </a:lnTo>
                  <a:cubicBezTo>
                    <a:pt x="16142" y="16015"/>
                    <a:pt x="16142" y="16015"/>
                    <a:pt x="16185" y="16015"/>
                  </a:cubicBezTo>
                  <a:close/>
                  <a:moveTo>
                    <a:pt x="15951" y="15909"/>
                  </a:moveTo>
                  <a:lnTo>
                    <a:pt x="15951" y="15909"/>
                  </a:lnTo>
                  <a:lnTo>
                    <a:pt x="15951" y="15909"/>
                  </a:lnTo>
                  <a:lnTo>
                    <a:pt x="15951" y="15909"/>
                  </a:lnTo>
                  <a:lnTo>
                    <a:pt x="15951" y="16015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595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C3DBAE82-9744-40F1-8A19-F26E9F12BDBE}"/>
                </a:ext>
              </a:extLst>
            </p:cNvPr>
            <p:cNvSpPr/>
            <p:nvPr/>
          </p:nvSpPr>
          <p:spPr>
            <a:xfrm>
              <a:off x="6418978" y="4737703"/>
              <a:ext cx="31327" cy="31327"/>
            </a:xfrm>
            <a:custGeom>
              <a:avLst/>
              <a:gdLst>
                <a:gd name="connsiteX0" fmla="*/ 16164 w 21212"/>
                <a:gd name="connsiteY0" fmla="*/ 15994 h 21212"/>
                <a:gd name="connsiteX1" fmla="*/ 16121 w 21212"/>
                <a:gd name="connsiteY1" fmla="*/ 15994 h 21212"/>
                <a:gd name="connsiteX2" fmla="*/ 16121 w 21212"/>
                <a:gd name="connsiteY2" fmla="*/ 16036 h 21212"/>
                <a:gd name="connsiteX3" fmla="*/ 16100 w 21212"/>
                <a:gd name="connsiteY3" fmla="*/ 16036 h 21212"/>
                <a:gd name="connsiteX4" fmla="*/ 16100 w 21212"/>
                <a:gd name="connsiteY4" fmla="*/ 16036 h 21212"/>
                <a:gd name="connsiteX5" fmla="*/ 16036 w 21212"/>
                <a:gd name="connsiteY5" fmla="*/ 16036 h 21212"/>
                <a:gd name="connsiteX6" fmla="*/ 16036 w 21212"/>
                <a:gd name="connsiteY6" fmla="*/ 16036 h 21212"/>
                <a:gd name="connsiteX7" fmla="*/ 15994 w 21212"/>
                <a:gd name="connsiteY7" fmla="*/ 15994 h 21212"/>
                <a:gd name="connsiteX8" fmla="*/ 15930 w 21212"/>
                <a:gd name="connsiteY8" fmla="*/ 15994 h 21212"/>
                <a:gd name="connsiteX9" fmla="*/ 15909 w 21212"/>
                <a:gd name="connsiteY9" fmla="*/ 15994 h 21212"/>
                <a:gd name="connsiteX10" fmla="*/ 15930 w 21212"/>
                <a:gd name="connsiteY10" fmla="*/ 15994 h 21212"/>
                <a:gd name="connsiteX11" fmla="*/ 15909 w 21212"/>
                <a:gd name="connsiteY11" fmla="*/ 15951 h 21212"/>
                <a:gd name="connsiteX12" fmla="*/ 15930 w 21212"/>
                <a:gd name="connsiteY12" fmla="*/ 15951 h 21212"/>
                <a:gd name="connsiteX13" fmla="*/ 15994 w 21212"/>
                <a:gd name="connsiteY13" fmla="*/ 15951 h 21212"/>
                <a:gd name="connsiteX14" fmla="*/ 16015 w 21212"/>
                <a:gd name="connsiteY14" fmla="*/ 15909 h 21212"/>
                <a:gd name="connsiteX15" fmla="*/ 16036 w 21212"/>
                <a:gd name="connsiteY15" fmla="*/ 15951 h 21212"/>
                <a:gd name="connsiteX16" fmla="*/ 15994 w 21212"/>
                <a:gd name="connsiteY16" fmla="*/ 15951 h 21212"/>
                <a:gd name="connsiteX17" fmla="*/ 16036 w 21212"/>
                <a:gd name="connsiteY17" fmla="*/ 15994 h 21212"/>
                <a:gd name="connsiteX18" fmla="*/ 16100 w 21212"/>
                <a:gd name="connsiteY18" fmla="*/ 16036 h 21212"/>
                <a:gd name="connsiteX19" fmla="*/ 16100 w 21212"/>
                <a:gd name="connsiteY19" fmla="*/ 16036 h 21212"/>
                <a:gd name="connsiteX20" fmla="*/ 16100 w 21212"/>
                <a:gd name="connsiteY20" fmla="*/ 16036 h 21212"/>
                <a:gd name="connsiteX21" fmla="*/ 16100 w 21212"/>
                <a:gd name="connsiteY21" fmla="*/ 15994 h 21212"/>
                <a:gd name="connsiteX22" fmla="*/ 16121 w 21212"/>
                <a:gd name="connsiteY22" fmla="*/ 15994 h 21212"/>
                <a:gd name="connsiteX23" fmla="*/ 16121 w 21212"/>
                <a:gd name="connsiteY23" fmla="*/ 15994 h 21212"/>
                <a:gd name="connsiteX24" fmla="*/ 16164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5994"/>
                  </a:moveTo>
                  <a:lnTo>
                    <a:pt x="16121" y="15994"/>
                  </a:lnTo>
                  <a:lnTo>
                    <a:pt x="16121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036" y="16036"/>
                  </a:lnTo>
                  <a:lnTo>
                    <a:pt x="16036" y="16036"/>
                  </a:lnTo>
                  <a:lnTo>
                    <a:pt x="15994" y="15994"/>
                  </a:lnTo>
                  <a:lnTo>
                    <a:pt x="15930" y="15994"/>
                  </a:lnTo>
                  <a:lnTo>
                    <a:pt x="15909" y="15994"/>
                  </a:lnTo>
                  <a:lnTo>
                    <a:pt x="15930" y="15994"/>
                  </a:lnTo>
                  <a:lnTo>
                    <a:pt x="15909" y="15951"/>
                  </a:lnTo>
                  <a:lnTo>
                    <a:pt x="15930" y="15951"/>
                  </a:lnTo>
                  <a:lnTo>
                    <a:pt x="15994" y="15951"/>
                  </a:lnTo>
                  <a:lnTo>
                    <a:pt x="16015" y="15909"/>
                  </a:lnTo>
                  <a:lnTo>
                    <a:pt x="16036" y="15951"/>
                  </a:lnTo>
                  <a:lnTo>
                    <a:pt x="15994" y="15951"/>
                  </a:lnTo>
                  <a:lnTo>
                    <a:pt x="16036" y="15994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64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79C85CD4-0E52-4979-AD35-B839351F2A72}"/>
                </a:ext>
              </a:extLst>
            </p:cNvPr>
            <p:cNvSpPr/>
            <p:nvPr/>
          </p:nvSpPr>
          <p:spPr>
            <a:xfrm>
              <a:off x="6419134" y="4737514"/>
              <a:ext cx="31327" cy="31327"/>
            </a:xfrm>
            <a:custGeom>
              <a:avLst/>
              <a:gdLst>
                <a:gd name="connsiteX0" fmla="*/ 15909 w 21212"/>
                <a:gd name="connsiteY0" fmla="*/ 16015 h 21212"/>
                <a:gd name="connsiteX1" fmla="*/ 15909 w 21212"/>
                <a:gd name="connsiteY1" fmla="*/ 16015 h 21212"/>
                <a:gd name="connsiteX2" fmla="*/ 15909 w 21212"/>
                <a:gd name="connsiteY2" fmla="*/ 15909 h 21212"/>
                <a:gd name="connsiteX3" fmla="*/ 15909 w 21212"/>
                <a:gd name="connsiteY3" fmla="*/ 16015 h 21212"/>
                <a:gd name="connsiteX4" fmla="*/ 15909 w 21212"/>
                <a:gd name="connsiteY4" fmla="*/ 16015 h 21212"/>
                <a:gd name="connsiteX5" fmla="*/ 16121 w 21212"/>
                <a:gd name="connsiteY5" fmla="*/ 16079 h 21212"/>
                <a:gd name="connsiteX6" fmla="*/ 15930 w 21212"/>
                <a:gd name="connsiteY6" fmla="*/ 16036 h 21212"/>
                <a:gd name="connsiteX7" fmla="*/ 15994 w 21212"/>
                <a:gd name="connsiteY7" fmla="*/ 16015 h 21212"/>
                <a:gd name="connsiteX8" fmla="*/ 16121 w 21212"/>
                <a:gd name="connsiteY8" fmla="*/ 16079 h 21212"/>
                <a:gd name="connsiteX9" fmla="*/ 16121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6015"/>
                  </a:moveTo>
                  <a:lnTo>
                    <a:pt x="15909" y="16015"/>
                  </a:lnTo>
                  <a:lnTo>
                    <a:pt x="15909" y="15909"/>
                  </a:lnTo>
                  <a:lnTo>
                    <a:pt x="15909" y="16015"/>
                  </a:lnTo>
                  <a:lnTo>
                    <a:pt x="15909" y="16015"/>
                  </a:lnTo>
                  <a:close/>
                  <a:moveTo>
                    <a:pt x="16121" y="16079"/>
                  </a:moveTo>
                  <a:lnTo>
                    <a:pt x="15930" y="16036"/>
                  </a:lnTo>
                  <a:lnTo>
                    <a:pt x="15994" y="16015"/>
                  </a:lnTo>
                  <a:lnTo>
                    <a:pt x="16121" y="16079"/>
                  </a:lnTo>
                  <a:lnTo>
                    <a:pt x="16121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448F16E7-C630-462D-9EF2-2D34CB4779CB}"/>
                </a:ext>
              </a:extLst>
            </p:cNvPr>
            <p:cNvSpPr/>
            <p:nvPr/>
          </p:nvSpPr>
          <p:spPr>
            <a:xfrm>
              <a:off x="6419291" y="4737421"/>
              <a:ext cx="31327" cy="31327"/>
            </a:xfrm>
            <a:custGeom>
              <a:avLst/>
              <a:gdLst>
                <a:gd name="connsiteX0" fmla="*/ 16142 w 21212"/>
                <a:gd name="connsiteY0" fmla="*/ 16079 h 21212"/>
                <a:gd name="connsiteX1" fmla="*/ 16142 w 21212"/>
                <a:gd name="connsiteY1" fmla="*/ 16079 h 21212"/>
                <a:gd name="connsiteX2" fmla="*/ 16142 w 21212"/>
                <a:gd name="connsiteY2" fmla="*/ 16079 h 21212"/>
                <a:gd name="connsiteX3" fmla="*/ 16058 w 21212"/>
                <a:gd name="connsiteY3" fmla="*/ 16100 h 21212"/>
                <a:gd name="connsiteX4" fmla="*/ 16058 w 21212"/>
                <a:gd name="connsiteY4" fmla="*/ 16100 h 21212"/>
                <a:gd name="connsiteX5" fmla="*/ 16015 w 21212"/>
                <a:gd name="connsiteY5" fmla="*/ 16100 h 21212"/>
                <a:gd name="connsiteX6" fmla="*/ 16015 w 21212"/>
                <a:gd name="connsiteY6" fmla="*/ 16079 h 21212"/>
                <a:gd name="connsiteX7" fmla="*/ 15909 w 21212"/>
                <a:gd name="connsiteY7" fmla="*/ 15973 h 21212"/>
                <a:gd name="connsiteX8" fmla="*/ 15951 w 21212"/>
                <a:gd name="connsiteY8" fmla="*/ 15973 h 21212"/>
                <a:gd name="connsiteX9" fmla="*/ 16058 w 21212"/>
                <a:gd name="connsiteY9" fmla="*/ 16079 h 21212"/>
                <a:gd name="connsiteX10" fmla="*/ 16058 w 21212"/>
                <a:gd name="connsiteY10" fmla="*/ 16079 h 21212"/>
                <a:gd name="connsiteX11" fmla="*/ 16142 w 21212"/>
                <a:gd name="connsiteY11" fmla="*/ 16079 h 21212"/>
                <a:gd name="connsiteX12" fmla="*/ 16142 w 21212"/>
                <a:gd name="connsiteY12" fmla="*/ 16079 h 21212"/>
                <a:gd name="connsiteX13" fmla="*/ 16142 w 21212"/>
                <a:gd name="connsiteY13" fmla="*/ 15973 h 21212"/>
                <a:gd name="connsiteX14" fmla="*/ 16142 w 21212"/>
                <a:gd name="connsiteY14" fmla="*/ 15973 h 21212"/>
                <a:gd name="connsiteX15" fmla="*/ 16142 w 21212"/>
                <a:gd name="connsiteY15" fmla="*/ 15973 h 21212"/>
                <a:gd name="connsiteX16" fmla="*/ 16058 w 21212"/>
                <a:gd name="connsiteY16" fmla="*/ 15909 h 21212"/>
                <a:gd name="connsiteX17" fmla="*/ 16058 w 21212"/>
                <a:gd name="connsiteY17" fmla="*/ 15909 h 21212"/>
                <a:gd name="connsiteX18" fmla="*/ 16142 w 21212"/>
                <a:gd name="connsiteY18" fmla="*/ 15973 h 21212"/>
                <a:gd name="connsiteX19" fmla="*/ 16142 w 21212"/>
                <a:gd name="connsiteY19" fmla="*/ 15973 h 21212"/>
                <a:gd name="connsiteX20" fmla="*/ 16142 w 21212"/>
                <a:gd name="connsiteY20" fmla="*/ 15973 h 21212"/>
                <a:gd name="connsiteX21" fmla="*/ 16142 w 21212"/>
                <a:gd name="connsiteY21" fmla="*/ 15973 h 21212"/>
                <a:gd name="connsiteX22" fmla="*/ 16142 w 21212"/>
                <a:gd name="connsiteY22" fmla="*/ 16079 h 21212"/>
                <a:gd name="connsiteX23" fmla="*/ 16142 w 21212"/>
                <a:gd name="connsiteY23" fmla="*/ 16079 h 21212"/>
                <a:gd name="connsiteX24" fmla="*/ 16142 w 21212"/>
                <a:gd name="connsiteY24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079"/>
                  </a:moveTo>
                  <a:cubicBezTo>
                    <a:pt x="16142" y="16079"/>
                    <a:pt x="16142" y="16079"/>
                    <a:pt x="16142" y="16079"/>
                  </a:cubicBezTo>
                  <a:cubicBezTo>
                    <a:pt x="16121" y="16100"/>
                    <a:pt x="16121" y="16100"/>
                    <a:pt x="16142" y="16079"/>
                  </a:cubicBezTo>
                  <a:lnTo>
                    <a:pt x="16058" y="16100"/>
                  </a:lnTo>
                  <a:lnTo>
                    <a:pt x="16058" y="16100"/>
                  </a:lnTo>
                  <a:cubicBezTo>
                    <a:pt x="16058" y="16100"/>
                    <a:pt x="16058" y="16100"/>
                    <a:pt x="16015" y="16100"/>
                  </a:cubicBezTo>
                  <a:cubicBezTo>
                    <a:pt x="16015" y="16079"/>
                    <a:pt x="16015" y="16079"/>
                    <a:pt x="16015" y="16079"/>
                  </a:cubicBezTo>
                  <a:lnTo>
                    <a:pt x="15909" y="15973"/>
                  </a:lnTo>
                  <a:lnTo>
                    <a:pt x="15951" y="15973"/>
                  </a:lnTo>
                  <a:lnTo>
                    <a:pt x="16058" y="16079"/>
                  </a:lnTo>
                  <a:lnTo>
                    <a:pt x="16058" y="16079"/>
                  </a:lnTo>
                  <a:lnTo>
                    <a:pt x="16142" y="16079"/>
                  </a:lnTo>
                  <a:lnTo>
                    <a:pt x="16142" y="16079"/>
                  </a:lnTo>
                  <a:cubicBezTo>
                    <a:pt x="16142" y="16079"/>
                    <a:pt x="16142" y="16079"/>
                    <a:pt x="16142" y="15973"/>
                  </a:cubicBezTo>
                  <a:lnTo>
                    <a:pt x="16142" y="15973"/>
                  </a:lnTo>
                  <a:lnTo>
                    <a:pt x="16142" y="15973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cubicBezTo>
                    <a:pt x="16142" y="15994"/>
                    <a:pt x="16142" y="15994"/>
                    <a:pt x="16142" y="16079"/>
                  </a:cubicBezTo>
                  <a:lnTo>
                    <a:pt x="16142" y="16079"/>
                  </a:lnTo>
                  <a:lnTo>
                    <a:pt x="16142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4380329-0064-4B22-8D43-1FF42A97E4E7}"/>
                </a:ext>
              </a:extLst>
            </p:cNvPr>
            <p:cNvSpPr/>
            <p:nvPr/>
          </p:nvSpPr>
          <p:spPr>
            <a:xfrm>
              <a:off x="6419635" y="4737201"/>
              <a:ext cx="31327" cy="31327"/>
            </a:xfrm>
            <a:custGeom>
              <a:avLst/>
              <a:gdLst>
                <a:gd name="connsiteX0" fmla="*/ 16142 w 21212"/>
                <a:gd name="connsiteY0" fmla="*/ 16057 h 21212"/>
                <a:gd name="connsiteX1" fmla="*/ 16142 w 21212"/>
                <a:gd name="connsiteY1" fmla="*/ 16057 h 21212"/>
                <a:gd name="connsiteX2" fmla="*/ 15973 w 21212"/>
                <a:gd name="connsiteY2" fmla="*/ 16036 h 21212"/>
                <a:gd name="connsiteX3" fmla="*/ 15973 w 21212"/>
                <a:gd name="connsiteY3" fmla="*/ 16036 h 21212"/>
                <a:gd name="connsiteX4" fmla="*/ 15951 w 21212"/>
                <a:gd name="connsiteY4" fmla="*/ 16036 h 21212"/>
                <a:gd name="connsiteX5" fmla="*/ 15951 w 21212"/>
                <a:gd name="connsiteY5" fmla="*/ 16036 h 21212"/>
                <a:gd name="connsiteX6" fmla="*/ 15951 w 21212"/>
                <a:gd name="connsiteY6" fmla="*/ 16036 h 21212"/>
                <a:gd name="connsiteX7" fmla="*/ 15909 w 21212"/>
                <a:gd name="connsiteY7" fmla="*/ 16057 h 21212"/>
                <a:gd name="connsiteX8" fmla="*/ 15909 w 21212"/>
                <a:gd name="connsiteY8" fmla="*/ 16057 h 21212"/>
                <a:gd name="connsiteX9" fmla="*/ 16057 w 21212"/>
                <a:gd name="connsiteY9" fmla="*/ 16079 h 21212"/>
                <a:gd name="connsiteX10" fmla="*/ 15973 w 21212"/>
                <a:gd name="connsiteY10" fmla="*/ 16079 h 21212"/>
                <a:gd name="connsiteX11" fmla="*/ 15909 w 21212"/>
                <a:gd name="connsiteY11" fmla="*/ 16057 h 21212"/>
                <a:gd name="connsiteX12" fmla="*/ 15909 w 21212"/>
                <a:gd name="connsiteY12" fmla="*/ 16057 h 21212"/>
                <a:gd name="connsiteX13" fmla="*/ 15909 w 21212"/>
                <a:gd name="connsiteY13" fmla="*/ 16057 h 21212"/>
                <a:gd name="connsiteX14" fmla="*/ 15909 w 21212"/>
                <a:gd name="connsiteY14" fmla="*/ 16057 h 21212"/>
                <a:gd name="connsiteX15" fmla="*/ 15909 w 21212"/>
                <a:gd name="connsiteY15" fmla="*/ 16057 h 21212"/>
                <a:gd name="connsiteX16" fmla="*/ 15909 w 21212"/>
                <a:gd name="connsiteY16" fmla="*/ 16036 h 21212"/>
                <a:gd name="connsiteX17" fmla="*/ 15909 w 21212"/>
                <a:gd name="connsiteY17" fmla="*/ 16036 h 21212"/>
                <a:gd name="connsiteX18" fmla="*/ 15909 w 21212"/>
                <a:gd name="connsiteY18" fmla="*/ 16036 h 21212"/>
                <a:gd name="connsiteX19" fmla="*/ 15951 w 21212"/>
                <a:gd name="connsiteY19" fmla="*/ 15973 h 21212"/>
                <a:gd name="connsiteX20" fmla="*/ 15973 w 21212"/>
                <a:gd name="connsiteY20" fmla="*/ 15973 h 21212"/>
                <a:gd name="connsiteX21" fmla="*/ 15973 w 21212"/>
                <a:gd name="connsiteY21" fmla="*/ 15973 h 21212"/>
                <a:gd name="connsiteX22" fmla="*/ 15973 w 21212"/>
                <a:gd name="connsiteY22" fmla="*/ 15951 h 21212"/>
                <a:gd name="connsiteX23" fmla="*/ 16057 w 21212"/>
                <a:gd name="connsiteY23" fmla="*/ 15951 h 21212"/>
                <a:gd name="connsiteX24" fmla="*/ 16057 w 21212"/>
                <a:gd name="connsiteY24" fmla="*/ 15909 h 21212"/>
                <a:gd name="connsiteX25" fmla="*/ 16079 w 21212"/>
                <a:gd name="connsiteY25" fmla="*/ 15909 h 21212"/>
                <a:gd name="connsiteX26" fmla="*/ 16142 w 21212"/>
                <a:gd name="connsiteY26" fmla="*/ 15909 h 21212"/>
                <a:gd name="connsiteX27" fmla="*/ 16142 w 21212"/>
                <a:gd name="connsiteY27" fmla="*/ 15951 h 21212"/>
                <a:gd name="connsiteX28" fmla="*/ 16270 w 21212"/>
                <a:gd name="connsiteY28" fmla="*/ 15973 h 21212"/>
                <a:gd name="connsiteX29" fmla="*/ 16185 w 21212"/>
                <a:gd name="connsiteY29" fmla="*/ 15973 h 21212"/>
                <a:gd name="connsiteX30" fmla="*/ 16142 w 21212"/>
                <a:gd name="connsiteY30" fmla="*/ 15951 h 21212"/>
                <a:gd name="connsiteX31" fmla="*/ 16079 w 21212"/>
                <a:gd name="connsiteY31" fmla="*/ 15951 h 21212"/>
                <a:gd name="connsiteX32" fmla="*/ 16079 w 21212"/>
                <a:gd name="connsiteY32" fmla="*/ 15951 h 21212"/>
                <a:gd name="connsiteX33" fmla="*/ 16079 w 21212"/>
                <a:gd name="connsiteY33" fmla="*/ 15951 h 21212"/>
                <a:gd name="connsiteX34" fmla="*/ 16057 w 21212"/>
                <a:gd name="connsiteY34" fmla="*/ 15951 h 21212"/>
                <a:gd name="connsiteX35" fmla="*/ 16057 w 21212"/>
                <a:gd name="connsiteY35" fmla="*/ 15973 h 21212"/>
                <a:gd name="connsiteX36" fmla="*/ 16057 w 21212"/>
                <a:gd name="connsiteY36" fmla="*/ 15973 h 21212"/>
                <a:gd name="connsiteX37" fmla="*/ 16142 w 21212"/>
                <a:gd name="connsiteY37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42" y="16057"/>
                  </a:moveTo>
                  <a:lnTo>
                    <a:pt x="16142" y="16057"/>
                  </a:lnTo>
                  <a:lnTo>
                    <a:pt x="15973" y="16036"/>
                  </a:lnTo>
                  <a:lnTo>
                    <a:pt x="15973" y="16036"/>
                  </a:lnTo>
                  <a:lnTo>
                    <a:pt x="15951" y="16036"/>
                  </a:lnTo>
                  <a:lnTo>
                    <a:pt x="15951" y="16036"/>
                  </a:lnTo>
                  <a:lnTo>
                    <a:pt x="15951" y="16036"/>
                  </a:lnTo>
                  <a:cubicBezTo>
                    <a:pt x="15951" y="16036"/>
                    <a:pt x="15909" y="16036"/>
                    <a:pt x="15909" y="16057"/>
                  </a:cubicBezTo>
                  <a:lnTo>
                    <a:pt x="15909" y="16057"/>
                  </a:lnTo>
                  <a:lnTo>
                    <a:pt x="16057" y="16079"/>
                  </a:lnTo>
                  <a:lnTo>
                    <a:pt x="15973" y="16079"/>
                  </a:lnTo>
                  <a:lnTo>
                    <a:pt x="15909" y="16057"/>
                  </a:lnTo>
                  <a:lnTo>
                    <a:pt x="15909" y="16057"/>
                  </a:lnTo>
                  <a:lnTo>
                    <a:pt x="15909" y="16057"/>
                  </a:lnTo>
                  <a:lnTo>
                    <a:pt x="15909" y="16057"/>
                  </a:lnTo>
                  <a:lnTo>
                    <a:pt x="15909" y="16057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09" y="16036"/>
                  </a:ln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73" y="15973"/>
                    <a:pt x="15973" y="15973"/>
                    <a:pt x="15973" y="15973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5973" y="15951"/>
                  </a:cubicBezTo>
                  <a:lnTo>
                    <a:pt x="16057" y="15951"/>
                  </a:lnTo>
                  <a:cubicBezTo>
                    <a:pt x="16057" y="15951"/>
                    <a:pt x="16057" y="15951"/>
                    <a:pt x="16057" y="15909"/>
                  </a:cubicBezTo>
                  <a:cubicBezTo>
                    <a:pt x="16057" y="15951"/>
                    <a:pt x="16079" y="15909"/>
                    <a:pt x="16079" y="15909"/>
                  </a:cubicBezTo>
                  <a:cubicBezTo>
                    <a:pt x="16079" y="15909"/>
                    <a:pt x="16079" y="15909"/>
                    <a:pt x="16142" y="15909"/>
                  </a:cubicBezTo>
                  <a:cubicBezTo>
                    <a:pt x="16142" y="15909"/>
                    <a:pt x="16142" y="15909"/>
                    <a:pt x="16142" y="15951"/>
                  </a:cubicBezTo>
                  <a:lnTo>
                    <a:pt x="16270" y="15973"/>
                  </a:lnTo>
                  <a:lnTo>
                    <a:pt x="16185" y="15973"/>
                  </a:lnTo>
                  <a:lnTo>
                    <a:pt x="16142" y="15951"/>
                  </a:lnTo>
                  <a:lnTo>
                    <a:pt x="16079" y="15951"/>
                  </a:lnTo>
                  <a:lnTo>
                    <a:pt x="16079" y="15951"/>
                  </a:lnTo>
                  <a:lnTo>
                    <a:pt x="16079" y="15951"/>
                  </a:lnTo>
                  <a:cubicBezTo>
                    <a:pt x="16057" y="15951"/>
                    <a:pt x="16057" y="15951"/>
                    <a:pt x="16057" y="15951"/>
                  </a:cubicBezTo>
                  <a:cubicBezTo>
                    <a:pt x="16057" y="15951"/>
                    <a:pt x="16057" y="15951"/>
                    <a:pt x="16057" y="15973"/>
                  </a:cubicBezTo>
                  <a:lnTo>
                    <a:pt x="16057" y="15973"/>
                  </a:lnTo>
                  <a:lnTo>
                    <a:pt x="16142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DAB3F844-36EC-402D-BB5B-2CE0867D2C9B}"/>
                </a:ext>
              </a:extLst>
            </p:cNvPr>
            <p:cNvSpPr/>
            <p:nvPr/>
          </p:nvSpPr>
          <p:spPr>
            <a:xfrm>
              <a:off x="6406259" y="4745974"/>
              <a:ext cx="31327" cy="31327"/>
            </a:xfrm>
            <a:custGeom>
              <a:avLst/>
              <a:gdLst>
                <a:gd name="connsiteX0" fmla="*/ 16206 w 21212"/>
                <a:gd name="connsiteY0" fmla="*/ 15994 h 21212"/>
                <a:gd name="connsiteX1" fmla="*/ 16206 w 21212"/>
                <a:gd name="connsiteY1" fmla="*/ 15994 h 21212"/>
                <a:gd name="connsiteX2" fmla="*/ 16206 w 21212"/>
                <a:gd name="connsiteY2" fmla="*/ 15994 h 21212"/>
                <a:gd name="connsiteX3" fmla="*/ 16121 w 21212"/>
                <a:gd name="connsiteY3" fmla="*/ 15994 h 21212"/>
                <a:gd name="connsiteX4" fmla="*/ 16121 w 21212"/>
                <a:gd name="connsiteY4" fmla="*/ 15994 h 21212"/>
                <a:gd name="connsiteX5" fmla="*/ 16079 w 21212"/>
                <a:gd name="connsiteY5" fmla="*/ 15994 h 21212"/>
                <a:gd name="connsiteX6" fmla="*/ 16079 w 21212"/>
                <a:gd name="connsiteY6" fmla="*/ 15994 h 21212"/>
                <a:gd name="connsiteX7" fmla="*/ 15951 w 21212"/>
                <a:gd name="connsiteY7" fmla="*/ 15994 h 21212"/>
                <a:gd name="connsiteX8" fmla="*/ 15951 w 21212"/>
                <a:gd name="connsiteY8" fmla="*/ 15994 h 21212"/>
                <a:gd name="connsiteX9" fmla="*/ 15909 w 21212"/>
                <a:gd name="connsiteY9" fmla="*/ 15994 h 21212"/>
                <a:gd name="connsiteX10" fmla="*/ 15951 w 21212"/>
                <a:gd name="connsiteY10" fmla="*/ 15930 h 21212"/>
                <a:gd name="connsiteX11" fmla="*/ 15909 w 21212"/>
                <a:gd name="connsiteY11" fmla="*/ 15930 h 21212"/>
                <a:gd name="connsiteX12" fmla="*/ 15951 w 21212"/>
                <a:gd name="connsiteY12" fmla="*/ 15909 h 21212"/>
                <a:gd name="connsiteX13" fmla="*/ 15994 w 21212"/>
                <a:gd name="connsiteY13" fmla="*/ 15930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5994 w 21212"/>
                <a:gd name="connsiteY16" fmla="*/ 15930 h 21212"/>
                <a:gd name="connsiteX17" fmla="*/ 16079 w 21212"/>
                <a:gd name="connsiteY17" fmla="*/ 15994 h 21212"/>
                <a:gd name="connsiteX18" fmla="*/ 16121 w 21212"/>
                <a:gd name="connsiteY18" fmla="*/ 15994 h 21212"/>
                <a:gd name="connsiteX19" fmla="*/ 16121 w 21212"/>
                <a:gd name="connsiteY19" fmla="*/ 15994 h 21212"/>
                <a:gd name="connsiteX20" fmla="*/ 16121 w 21212"/>
                <a:gd name="connsiteY20" fmla="*/ 15994 h 21212"/>
                <a:gd name="connsiteX21" fmla="*/ 16206 w 21212"/>
                <a:gd name="connsiteY21" fmla="*/ 15994 h 21212"/>
                <a:gd name="connsiteX22" fmla="*/ 16206 w 21212"/>
                <a:gd name="connsiteY22" fmla="*/ 15994 h 21212"/>
                <a:gd name="connsiteX23" fmla="*/ 16206 w 21212"/>
                <a:gd name="connsiteY23" fmla="*/ 15994 h 21212"/>
                <a:gd name="connsiteX24" fmla="*/ 16206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94"/>
                  </a:moveTo>
                  <a:lnTo>
                    <a:pt x="16206" y="15994"/>
                  </a:lnTo>
                  <a:lnTo>
                    <a:pt x="16206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079" y="15994"/>
                  </a:lnTo>
                  <a:lnTo>
                    <a:pt x="16079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09" y="15994"/>
                  </a:lnTo>
                  <a:lnTo>
                    <a:pt x="15951" y="15930"/>
                  </a:lnTo>
                  <a:lnTo>
                    <a:pt x="15909" y="15930"/>
                  </a:lnTo>
                  <a:lnTo>
                    <a:pt x="15951" y="15909"/>
                  </a:lnTo>
                  <a:lnTo>
                    <a:pt x="15994" y="15930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94" y="15930"/>
                  </a:lnTo>
                  <a:lnTo>
                    <a:pt x="16079" y="15994"/>
                  </a:lnTo>
                  <a:lnTo>
                    <a:pt x="16121" y="15994"/>
                  </a:lnTo>
                  <a:lnTo>
                    <a:pt x="16121" y="15994"/>
                  </a:lnTo>
                  <a:lnTo>
                    <a:pt x="16121" y="15994"/>
                  </a:lnTo>
                  <a:cubicBezTo>
                    <a:pt x="16121" y="15994"/>
                    <a:pt x="16121" y="15994"/>
                    <a:pt x="16206" y="15994"/>
                  </a:cubicBezTo>
                  <a:lnTo>
                    <a:pt x="16206" y="15994"/>
                  </a:lnTo>
                  <a:lnTo>
                    <a:pt x="16206" y="15994"/>
                  </a:lnTo>
                  <a:lnTo>
                    <a:pt x="16206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B3FE653C-7700-4A18-908E-3112F6CDF83F}"/>
                </a:ext>
              </a:extLst>
            </p:cNvPr>
            <p:cNvSpPr/>
            <p:nvPr/>
          </p:nvSpPr>
          <p:spPr>
            <a:xfrm>
              <a:off x="6406573" y="4745848"/>
              <a:ext cx="31327" cy="31327"/>
            </a:xfrm>
            <a:custGeom>
              <a:avLst/>
              <a:gdLst>
                <a:gd name="connsiteX0" fmla="*/ 16057 w 21212"/>
                <a:gd name="connsiteY0" fmla="*/ 15994 h 21212"/>
                <a:gd name="connsiteX1" fmla="*/ 16121 w 21212"/>
                <a:gd name="connsiteY1" fmla="*/ 15973 h 21212"/>
                <a:gd name="connsiteX2" fmla="*/ 16121 w 21212"/>
                <a:gd name="connsiteY2" fmla="*/ 15973 h 21212"/>
                <a:gd name="connsiteX3" fmla="*/ 16121 w 21212"/>
                <a:gd name="connsiteY3" fmla="*/ 15973 h 21212"/>
                <a:gd name="connsiteX4" fmla="*/ 16121 w 21212"/>
                <a:gd name="connsiteY4" fmla="*/ 15994 h 21212"/>
                <a:gd name="connsiteX5" fmla="*/ 16121 w 21212"/>
                <a:gd name="connsiteY5" fmla="*/ 15994 h 21212"/>
                <a:gd name="connsiteX6" fmla="*/ 16015 w 21212"/>
                <a:gd name="connsiteY6" fmla="*/ 15994 h 21212"/>
                <a:gd name="connsiteX7" fmla="*/ 16015 w 21212"/>
                <a:gd name="connsiteY7" fmla="*/ 15994 h 21212"/>
                <a:gd name="connsiteX8" fmla="*/ 15994 w 21212"/>
                <a:gd name="connsiteY8" fmla="*/ 16015 h 21212"/>
                <a:gd name="connsiteX9" fmla="*/ 15909 w 21212"/>
                <a:gd name="connsiteY9" fmla="*/ 15994 h 21212"/>
                <a:gd name="connsiteX10" fmla="*/ 15909 w 21212"/>
                <a:gd name="connsiteY10" fmla="*/ 15994 h 21212"/>
                <a:gd name="connsiteX11" fmla="*/ 15909 w 21212"/>
                <a:gd name="connsiteY11" fmla="*/ 15973 h 21212"/>
                <a:gd name="connsiteX12" fmla="*/ 15909 w 21212"/>
                <a:gd name="connsiteY12" fmla="*/ 15973 h 21212"/>
                <a:gd name="connsiteX13" fmla="*/ 15909 w 21212"/>
                <a:gd name="connsiteY13" fmla="*/ 15973 h 21212"/>
                <a:gd name="connsiteX14" fmla="*/ 15994 w 21212"/>
                <a:gd name="connsiteY14" fmla="*/ 15909 h 21212"/>
                <a:gd name="connsiteX15" fmla="*/ 15994 w 21212"/>
                <a:gd name="connsiteY15" fmla="*/ 15909 h 21212"/>
                <a:gd name="connsiteX16" fmla="*/ 16015 w 21212"/>
                <a:gd name="connsiteY16" fmla="*/ 15909 h 21212"/>
                <a:gd name="connsiteX17" fmla="*/ 16057 w 21212"/>
                <a:gd name="connsiteY17" fmla="*/ 15994 h 21212"/>
                <a:gd name="connsiteX18" fmla="*/ 16057 w 21212"/>
                <a:gd name="connsiteY18" fmla="*/ 15994 h 21212"/>
                <a:gd name="connsiteX19" fmla="*/ 16057 w 21212"/>
                <a:gd name="connsiteY19" fmla="*/ 15994 h 21212"/>
                <a:gd name="connsiteX20" fmla="*/ 15994 w 21212"/>
                <a:gd name="connsiteY20" fmla="*/ 15994 h 21212"/>
                <a:gd name="connsiteX21" fmla="*/ 15994 w 21212"/>
                <a:gd name="connsiteY21" fmla="*/ 15994 h 21212"/>
                <a:gd name="connsiteX22" fmla="*/ 16015 w 21212"/>
                <a:gd name="connsiteY22" fmla="*/ 15994 h 21212"/>
                <a:gd name="connsiteX23" fmla="*/ 16015 w 21212"/>
                <a:gd name="connsiteY23" fmla="*/ 15994 h 21212"/>
                <a:gd name="connsiteX24" fmla="*/ 16057 w 21212"/>
                <a:gd name="connsiteY24" fmla="*/ 15994 h 21212"/>
                <a:gd name="connsiteX25" fmla="*/ 15994 w 21212"/>
                <a:gd name="connsiteY25" fmla="*/ 15973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09 w 21212"/>
                <a:gd name="connsiteY28" fmla="*/ 15994 h 21212"/>
                <a:gd name="connsiteX29" fmla="*/ 15994 w 21212"/>
                <a:gd name="connsiteY29" fmla="*/ 15973 h 21212"/>
                <a:gd name="connsiteX30" fmla="*/ 15994 w 21212"/>
                <a:gd name="connsiteY30" fmla="*/ 15973 h 21212"/>
                <a:gd name="connsiteX31" fmla="*/ 15994 w 21212"/>
                <a:gd name="connsiteY31" fmla="*/ 15973 h 21212"/>
                <a:gd name="connsiteX32" fmla="*/ 15994 w 21212"/>
                <a:gd name="connsiteY32" fmla="*/ 15973 h 21212"/>
                <a:gd name="connsiteX33" fmla="*/ 15994 w 21212"/>
                <a:gd name="connsiteY33" fmla="*/ 15973 h 21212"/>
                <a:gd name="connsiteX34" fmla="*/ 15994 w 21212"/>
                <a:gd name="connsiteY3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57" y="15994"/>
                  </a:moveTo>
                  <a:cubicBezTo>
                    <a:pt x="16121" y="15994"/>
                    <a:pt x="16121" y="15973"/>
                    <a:pt x="16121" y="15973"/>
                  </a:cubicBezTo>
                  <a:lnTo>
                    <a:pt x="16121" y="15973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21" y="15994"/>
                  </a:cubicBezTo>
                  <a:lnTo>
                    <a:pt x="16121" y="15994"/>
                  </a:lnTo>
                  <a:cubicBezTo>
                    <a:pt x="16057" y="15994"/>
                    <a:pt x="16057" y="15994"/>
                    <a:pt x="16015" y="15994"/>
                  </a:cubicBezTo>
                  <a:lnTo>
                    <a:pt x="16015" y="15994"/>
                  </a:ln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94" y="15994"/>
                    <a:pt x="15994" y="15994"/>
                    <a:pt x="15909" y="15994"/>
                  </a:cubicBezTo>
                  <a:lnTo>
                    <a:pt x="15909" y="15994"/>
                  </a:lnTo>
                  <a:cubicBezTo>
                    <a:pt x="15909" y="15994"/>
                    <a:pt x="15909" y="15994"/>
                    <a:pt x="15909" y="15973"/>
                  </a:cubicBezTo>
                  <a:lnTo>
                    <a:pt x="15909" y="15973"/>
                  </a:lnTo>
                  <a:lnTo>
                    <a:pt x="15909" y="15973"/>
                  </a:lnTo>
                  <a:cubicBezTo>
                    <a:pt x="15994" y="15973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6015" y="15909"/>
                  </a:lnTo>
                  <a:cubicBezTo>
                    <a:pt x="16015" y="15909"/>
                    <a:pt x="16015" y="15909"/>
                    <a:pt x="16057" y="15994"/>
                  </a:cubicBezTo>
                  <a:lnTo>
                    <a:pt x="16057" y="15994"/>
                  </a:lnTo>
                  <a:lnTo>
                    <a:pt x="16057" y="15994"/>
                  </a:lnTo>
                  <a:lnTo>
                    <a:pt x="15994" y="15994"/>
                  </a:lnTo>
                  <a:lnTo>
                    <a:pt x="15994" y="15994"/>
                  </a:lnTo>
                  <a:cubicBezTo>
                    <a:pt x="15994" y="15994"/>
                    <a:pt x="15994" y="15994"/>
                    <a:pt x="16015" y="15994"/>
                  </a:cubicBezTo>
                  <a:lnTo>
                    <a:pt x="16015" y="15994"/>
                  </a:lnTo>
                  <a:cubicBezTo>
                    <a:pt x="16057" y="15994"/>
                    <a:pt x="16057" y="15994"/>
                    <a:pt x="16057" y="15994"/>
                  </a:cubicBezTo>
                  <a:close/>
                  <a:moveTo>
                    <a:pt x="15994" y="15973"/>
                  </a:move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94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6E804531-1C1E-4351-9393-A6E17DBFBC3D}"/>
                </a:ext>
              </a:extLst>
            </p:cNvPr>
            <p:cNvSpPr/>
            <p:nvPr/>
          </p:nvSpPr>
          <p:spPr>
            <a:xfrm>
              <a:off x="6406698" y="4745723"/>
              <a:ext cx="31327" cy="31327"/>
            </a:xfrm>
            <a:custGeom>
              <a:avLst/>
              <a:gdLst>
                <a:gd name="connsiteX0" fmla="*/ 16100 w 21212"/>
                <a:gd name="connsiteY0" fmla="*/ 16058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6142 w 21212"/>
                <a:gd name="connsiteY3" fmla="*/ 15994 h 21212"/>
                <a:gd name="connsiteX4" fmla="*/ 16100 w 21212"/>
                <a:gd name="connsiteY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00" y="16058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6142" y="15994"/>
                  </a:lnTo>
                  <a:lnTo>
                    <a:pt x="16100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BB4DE0A6-4576-415D-BB9F-A58402881F96}"/>
                </a:ext>
              </a:extLst>
            </p:cNvPr>
            <p:cNvSpPr/>
            <p:nvPr/>
          </p:nvSpPr>
          <p:spPr>
            <a:xfrm>
              <a:off x="6406729" y="4745566"/>
              <a:ext cx="31327" cy="31327"/>
            </a:xfrm>
            <a:custGeom>
              <a:avLst/>
              <a:gdLst>
                <a:gd name="connsiteX0" fmla="*/ 16164 w 21212"/>
                <a:gd name="connsiteY0" fmla="*/ 16057 h 21212"/>
                <a:gd name="connsiteX1" fmla="*/ 15909 w 21212"/>
                <a:gd name="connsiteY1" fmla="*/ 15994 h 21212"/>
                <a:gd name="connsiteX2" fmla="*/ 15951 w 21212"/>
                <a:gd name="connsiteY2" fmla="*/ 15909 h 21212"/>
                <a:gd name="connsiteX3" fmla="*/ 16164 w 21212"/>
                <a:gd name="connsiteY3" fmla="*/ 16057 h 21212"/>
                <a:gd name="connsiteX4" fmla="*/ 16164 w 21212"/>
                <a:gd name="connsiteY4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64" y="16057"/>
                  </a:moveTo>
                  <a:lnTo>
                    <a:pt x="15909" y="15994"/>
                  </a:lnTo>
                  <a:lnTo>
                    <a:pt x="15951" y="15909"/>
                  </a:lnTo>
                  <a:lnTo>
                    <a:pt x="16164" y="16057"/>
                  </a:lnTo>
                  <a:lnTo>
                    <a:pt x="16164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3D29E28-499A-4C7E-8F4B-01D68E120E68}"/>
                </a:ext>
              </a:extLst>
            </p:cNvPr>
            <p:cNvSpPr/>
            <p:nvPr/>
          </p:nvSpPr>
          <p:spPr>
            <a:xfrm>
              <a:off x="6406949" y="4745472"/>
              <a:ext cx="31327" cy="31327"/>
            </a:xfrm>
            <a:custGeom>
              <a:avLst/>
              <a:gdLst>
                <a:gd name="connsiteX0" fmla="*/ 16206 w 21212"/>
                <a:gd name="connsiteY0" fmla="*/ 16057 h 21212"/>
                <a:gd name="connsiteX1" fmla="*/ 16142 w 21212"/>
                <a:gd name="connsiteY1" fmla="*/ 16079 h 21212"/>
                <a:gd name="connsiteX2" fmla="*/ 16142 w 21212"/>
                <a:gd name="connsiteY2" fmla="*/ 16079 h 21212"/>
                <a:gd name="connsiteX3" fmla="*/ 16100 w 21212"/>
                <a:gd name="connsiteY3" fmla="*/ 16079 h 21212"/>
                <a:gd name="connsiteX4" fmla="*/ 16015 w 21212"/>
                <a:gd name="connsiteY4" fmla="*/ 16079 h 21212"/>
                <a:gd name="connsiteX5" fmla="*/ 16015 w 21212"/>
                <a:gd name="connsiteY5" fmla="*/ 16079 h 21212"/>
                <a:gd name="connsiteX6" fmla="*/ 16015 w 21212"/>
                <a:gd name="connsiteY6" fmla="*/ 16057 h 21212"/>
                <a:gd name="connsiteX7" fmla="*/ 15909 w 21212"/>
                <a:gd name="connsiteY7" fmla="*/ 16057 h 21212"/>
                <a:gd name="connsiteX8" fmla="*/ 15951 w 21212"/>
                <a:gd name="connsiteY8" fmla="*/ 15973 h 21212"/>
                <a:gd name="connsiteX9" fmla="*/ 16015 w 21212"/>
                <a:gd name="connsiteY9" fmla="*/ 16057 h 21212"/>
                <a:gd name="connsiteX10" fmla="*/ 16100 w 21212"/>
                <a:gd name="connsiteY10" fmla="*/ 16057 h 21212"/>
                <a:gd name="connsiteX11" fmla="*/ 16142 w 21212"/>
                <a:gd name="connsiteY11" fmla="*/ 16057 h 21212"/>
                <a:gd name="connsiteX12" fmla="*/ 16142 w 21212"/>
                <a:gd name="connsiteY12" fmla="*/ 16057 h 21212"/>
                <a:gd name="connsiteX13" fmla="*/ 16206 w 21212"/>
                <a:gd name="connsiteY13" fmla="*/ 16057 h 21212"/>
                <a:gd name="connsiteX14" fmla="*/ 16206 w 21212"/>
                <a:gd name="connsiteY14" fmla="*/ 15973 h 21212"/>
                <a:gd name="connsiteX15" fmla="*/ 16142 w 21212"/>
                <a:gd name="connsiteY15" fmla="*/ 15930 h 21212"/>
                <a:gd name="connsiteX16" fmla="*/ 16015 w 21212"/>
                <a:gd name="connsiteY16" fmla="*/ 15930 h 21212"/>
                <a:gd name="connsiteX17" fmla="*/ 16100 w 21212"/>
                <a:gd name="connsiteY17" fmla="*/ 15909 h 21212"/>
                <a:gd name="connsiteX18" fmla="*/ 16206 w 21212"/>
                <a:gd name="connsiteY18" fmla="*/ 15930 h 21212"/>
                <a:gd name="connsiteX19" fmla="*/ 16206 w 21212"/>
                <a:gd name="connsiteY19" fmla="*/ 15930 h 21212"/>
                <a:gd name="connsiteX20" fmla="*/ 16227 w 21212"/>
                <a:gd name="connsiteY20" fmla="*/ 15973 h 21212"/>
                <a:gd name="connsiteX21" fmla="*/ 16227 w 21212"/>
                <a:gd name="connsiteY21" fmla="*/ 15973 h 21212"/>
                <a:gd name="connsiteX22" fmla="*/ 16227 w 21212"/>
                <a:gd name="connsiteY22" fmla="*/ 15973 h 21212"/>
                <a:gd name="connsiteX23" fmla="*/ 16206 w 21212"/>
                <a:gd name="connsiteY23" fmla="*/ 16057 h 21212"/>
                <a:gd name="connsiteX24" fmla="*/ 16206 w 21212"/>
                <a:gd name="connsiteY24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6057"/>
                  </a:moveTo>
                  <a:cubicBezTo>
                    <a:pt x="16206" y="16057"/>
                    <a:pt x="16142" y="16057"/>
                    <a:pt x="16142" y="16079"/>
                  </a:cubicBezTo>
                  <a:lnTo>
                    <a:pt x="16142" y="16079"/>
                  </a:lnTo>
                  <a:cubicBezTo>
                    <a:pt x="16100" y="16079"/>
                    <a:pt x="16100" y="16079"/>
                    <a:pt x="16100" y="16079"/>
                  </a:cubicBezTo>
                  <a:lnTo>
                    <a:pt x="16015" y="16079"/>
                  </a:lnTo>
                  <a:lnTo>
                    <a:pt x="16015" y="16079"/>
                  </a:lnTo>
                  <a:cubicBezTo>
                    <a:pt x="16015" y="16079"/>
                    <a:pt x="16015" y="16079"/>
                    <a:pt x="16015" y="16057"/>
                  </a:cubicBezTo>
                  <a:lnTo>
                    <a:pt x="15909" y="16057"/>
                  </a:lnTo>
                  <a:lnTo>
                    <a:pt x="15951" y="15973"/>
                  </a:lnTo>
                  <a:lnTo>
                    <a:pt x="16015" y="16057"/>
                  </a:lnTo>
                  <a:lnTo>
                    <a:pt x="16100" y="16057"/>
                  </a:lnTo>
                  <a:lnTo>
                    <a:pt x="16142" y="16057"/>
                  </a:lnTo>
                  <a:lnTo>
                    <a:pt x="16142" y="16057"/>
                  </a:lnTo>
                  <a:cubicBezTo>
                    <a:pt x="16206" y="16057"/>
                    <a:pt x="16206" y="16057"/>
                    <a:pt x="16206" y="16057"/>
                  </a:cubicBezTo>
                  <a:cubicBezTo>
                    <a:pt x="16206" y="15973"/>
                    <a:pt x="16206" y="15973"/>
                    <a:pt x="16206" y="15973"/>
                  </a:cubicBezTo>
                  <a:cubicBezTo>
                    <a:pt x="16206" y="15973"/>
                    <a:pt x="16206" y="15973"/>
                    <a:pt x="16142" y="15930"/>
                  </a:cubicBezTo>
                  <a:lnTo>
                    <a:pt x="16015" y="15930"/>
                  </a:lnTo>
                  <a:lnTo>
                    <a:pt x="16100" y="15909"/>
                  </a:lnTo>
                  <a:lnTo>
                    <a:pt x="16206" y="15930"/>
                  </a:lnTo>
                  <a:lnTo>
                    <a:pt x="16206" y="15930"/>
                  </a:lnTo>
                  <a:cubicBezTo>
                    <a:pt x="16206" y="15930"/>
                    <a:pt x="16206" y="15973"/>
                    <a:pt x="16227" y="15973"/>
                  </a:cubicBezTo>
                  <a:lnTo>
                    <a:pt x="16227" y="15973"/>
                  </a:lnTo>
                  <a:lnTo>
                    <a:pt x="16227" y="15973"/>
                  </a:lnTo>
                  <a:cubicBezTo>
                    <a:pt x="16227" y="16057"/>
                    <a:pt x="16206" y="16057"/>
                    <a:pt x="16206" y="16057"/>
                  </a:cubicBezTo>
                  <a:lnTo>
                    <a:pt x="16206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B2899513-EF5A-4167-AA63-8DC3DFC57445}"/>
                </a:ext>
              </a:extLst>
            </p:cNvPr>
            <p:cNvSpPr/>
            <p:nvPr/>
          </p:nvSpPr>
          <p:spPr>
            <a:xfrm>
              <a:off x="6407293" y="4745346"/>
              <a:ext cx="31327" cy="31327"/>
            </a:xfrm>
            <a:custGeom>
              <a:avLst/>
              <a:gdLst>
                <a:gd name="connsiteX0" fmla="*/ 15973 w 21212"/>
                <a:gd name="connsiteY0" fmla="*/ 15994 h 21212"/>
                <a:gd name="connsiteX1" fmla="*/ 15973 w 21212"/>
                <a:gd name="connsiteY1" fmla="*/ 15994 h 21212"/>
                <a:gd name="connsiteX2" fmla="*/ 15973 w 21212"/>
                <a:gd name="connsiteY2" fmla="*/ 15994 h 21212"/>
                <a:gd name="connsiteX3" fmla="*/ 15973 w 21212"/>
                <a:gd name="connsiteY3" fmla="*/ 15994 h 21212"/>
                <a:gd name="connsiteX4" fmla="*/ 16015 w 21212"/>
                <a:gd name="connsiteY4" fmla="*/ 15994 h 21212"/>
                <a:gd name="connsiteX5" fmla="*/ 16015 w 21212"/>
                <a:gd name="connsiteY5" fmla="*/ 15930 h 21212"/>
                <a:gd name="connsiteX6" fmla="*/ 16079 w 21212"/>
                <a:gd name="connsiteY6" fmla="*/ 15930 h 21212"/>
                <a:gd name="connsiteX7" fmla="*/ 16100 w 21212"/>
                <a:gd name="connsiteY7" fmla="*/ 15930 h 21212"/>
                <a:gd name="connsiteX8" fmla="*/ 16100 w 21212"/>
                <a:gd name="connsiteY8" fmla="*/ 15930 h 21212"/>
                <a:gd name="connsiteX9" fmla="*/ 16164 w 21212"/>
                <a:gd name="connsiteY9" fmla="*/ 15994 h 21212"/>
                <a:gd name="connsiteX10" fmla="*/ 16164 w 21212"/>
                <a:gd name="connsiteY10" fmla="*/ 15994 h 21212"/>
                <a:gd name="connsiteX11" fmla="*/ 16100 w 21212"/>
                <a:gd name="connsiteY11" fmla="*/ 15994 h 21212"/>
                <a:gd name="connsiteX12" fmla="*/ 16100 w 21212"/>
                <a:gd name="connsiteY12" fmla="*/ 16015 h 21212"/>
                <a:gd name="connsiteX13" fmla="*/ 16079 w 21212"/>
                <a:gd name="connsiteY13" fmla="*/ 16015 h 21212"/>
                <a:gd name="connsiteX14" fmla="*/ 16079 w 21212"/>
                <a:gd name="connsiteY14" fmla="*/ 16015 h 21212"/>
                <a:gd name="connsiteX15" fmla="*/ 16079 w 21212"/>
                <a:gd name="connsiteY15" fmla="*/ 16015 h 21212"/>
                <a:gd name="connsiteX16" fmla="*/ 16015 w 21212"/>
                <a:gd name="connsiteY16" fmla="*/ 16015 h 21212"/>
                <a:gd name="connsiteX17" fmla="*/ 16015 w 21212"/>
                <a:gd name="connsiteY17" fmla="*/ 16015 h 21212"/>
                <a:gd name="connsiteX18" fmla="*/ 16079 w 21212"/>
                <a:gd name="connsiteY18" fmla="*/ 16015 h 21212"/>
                <a:gd name="connsiteX19" fmla="*/ 16079 w 21212"/>
                <a:gd name="connsiteY19" fmla="*/ 16015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00 w 21212"/>
                <a:gd name="connsiteY22" fmla="*/ 15994 h 21212"/>
                <a:gd name="connsiteX23" fmla="*/ 16100 w 21212"/>
                <a:gd name="connsiteY23" fmla="*/ 15994 h 21212"/>
                <a:gd name="connsiteX24" fmla="*/ 16079 w 21212"/>
                <a:gd name="connsiteY24" fmla="*/ 15994 h 21212"/>
                <a:gd name="connsiteX25" fmla="*/ 16079 w 21212"/>
                <a:gd name="connsiteY25" fmla="*/ 15994 h 21212"/>
                <a:gd name="connsiteX26" fmla="*/ 16079 w 21212"/>
                <a:gd name="connsiteY26" fmla="*/ 15994 h 21212"/>
                <a:gd name="connsiteX27" fmla="*/ 16015 w 21212"/>
                <a:gd name="connsiteY27" fmla="*/ 15994 h 21212"/>
                <a:gd name="connsiteX28" fmla="*/ 16015 w 21212"/>
                <a:gd name="connsiteY28" fmla="*/ 15994 h 21212"/>
                <a:gd name="connsiteX29" fmla="*/ 15973 w 21212"/>
                <a:gd name="connsiteY29" fmla="*/ 15994 h 21212"/>
                <a:gd name="connsiteX30" fmla="*/ 15973 w 21212"/>
                <a:gd name="connsiteY30" fmla="*/ 15994 h 21212"/>
                <a:gd name="connsiteX31" fmla="*/ 15973 w 21212"/>
                <a:gd name="connsiteY31" fmla="*/ 15994 h 21212"/>
                <a:gd name="connsiteX32" fmla="*/ 15973 w 21212"/>
                <a:gd name="connsiteY32" fmla="*/ 15994 h 21212"/>
                <a:gd name="connsiteX33" fmla="*/ 15909 w 21212"/>
                <a:gd name="connsiteY33" fmla="*/ 15994 h 21212"/>
                <a:gd name="connsiteX34" fmla="*/ 15973 w 21212"/>
                <a:gd name="connsiteY34" fmla="*/ 15930 h 21212"/>
                <a:gd name="connsiteX35" fmla="*/ 15973 w 21212"/>
                <a:gd name="connsiteY35" fmla="*/ 15930 h 21212"/>
                <a:gd name="connsiteX36" fmla="*/ 15994 w 21212"/>
                <a:gd name="connsiteY36" fmla="*/ 15930 h 21212"/>
                <a:gd name="connsiteX37" fmla="*/ 15994 w 21212"/>
                <a:gd name="connsiteY37" fmla="*/ 15909 h 21212"/>
                <a:gd name="connsiteX38" fmla="*/ 16015 w 21212"/>
                <a:gd name="connsiteY38" fmla="*/ 15909 h 21212"/>
                <a:gd name="connsiteX39" fmla="*/ 15994 w 21212"/>
                <a:gd name="connsiteY39" fmla="*/ 15930 h 21212"/>
                <a:gd name="connsiteX40" fmla="*/ 15994 w 21212"/>
                <a:gd name="connsiteY40" fmla="*/ 15930 h 21212"/>
                <a:gd name="connsiteX41" fmla="*/ 15973 w 21212"/>
                <a:gd name="connsiteY41" fmla="*/ 15930 h 21212"/>
                <a:gd name="connsiteX42" fmla="*/ 15973 w 21212"/>
                <a:gd name="connsiteY42" fmla="*/ 15930 h 21212"/>
                <a:gd name="connsiteX43" fmla="*/ 15973 w 21212"/>
                <a:gd name="connsiteY43" fmla="*/ 15994 h 21212"/>
                <a:gd name="connsiteX44" fmla="*/ 15973 w 21212"/>
                <a:gd name="connsiteY4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73" y="15994"/>
                  </a:moveTo>
                  <a:lnTo>
                    <a:pt x="15973" y="15994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6015" y="15994"/>
                    <a:pt x="16015" y="15994"/>
                    <a:pt x="16015" y="15994"/>
                  </a:cubicBezTo>
                  <a:cubicBezTo>
                    <a:pt x="16015" y="15930"/>
                    <a:pt x="16015" y="15930"/>
                    <a:pt x="16015" y="15930"/>
                  </a:cubicBezTo>
                  <a:lnTo>
                    <a:pt x="16079" y="15930"/>
                  </a:lnTo>
                  <a:cubicBezTo>
                    <a:pt x="16079" y="15930"/>
                    <a:pt x="16079" y="15930"/>
                    <a:pt x="16100" y="15930"/>
                  </a:cubicBezTo>
                  <a:lnTo>
                    <a:pt x="16100" y="15930"/>
                  </a:lnTo>
                  <a:cubicBezTo>
                    <a:pt x="16100" y="15930"/>
                    <a:pt x="16100" y="15930"/>
                    <a:pt x="16164" y="15994"/>
                  </a:cubicBezTo>
                  <a:lnTo>
                    <a:pt x="16164" y="15994"/>
                  </a:lnTo>
                  <a:lnTo>
                    <a:pt x="16100" y="15994"/>
                  </a:lnTo>
                  <a:lnTo>
                    <a:pt x="16100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15" y="16015"/>
                  </a:lnTo>
                  <a:lnTo>
                    <a:pt x="16015" y="16015"/>
                  </a:lnTo>
                  <a:cubicBezTo>
                    <a:pt x="16015" y="16015"/>
                    <a:pt x="16015" y="16015"/>
                    <a:pt x="16079" y="16015"/>
                  </a:cubicBezTo>
                  <a:lnTo>
                    <a:pt x="16079" y="16015"/>
                  </a:lnTo>
                  <a:cubicBezTo>
                    <a:pt x="16079" y="16015"/>
                    <a:pt x="16079" y="15994"/>
                    <a:pt x="16100" y="15994"/>
                  </a:cubicBez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079" y="15994"/>
                    <a:pt x="16079" y="15994"/>
                    <a:pt x="16079" y="15994"/>
                  </a:cubicBezTo>
                  <a:lnTo>
                    <a:pt x="16079" y="15994"/>
                  </a:lnTo>
                  <a:lnTo>
                    <a:pt x="16079" y="15994"/>
                  </a:lnTo>
                  <a:cubicBezTo>
                    <a:pt x="16015" y="15994"/>
                    <a:pt x="16015" y="15994"/>
                    <a:pt x="16015" y="15994"/>
                  </a:cubicBezTo>
                  <a:lnTo>
                    <a:pt x="16015" y="15994"/>
                  </a:lnTo>
                  <a:cubicBezTo>
                    <a:pt x="15994" y="15994"/>
                    <a:pt x="15994" y="15994"/>
                    <a:pt x="15973" y="15994"/>
                  </a:cubicBezTo>
                  <a:cubicBezTo>
                    <a:pt x="15994" y="15994"/>
                    <a:pt x="15994" y="15994"/>
                    <a:pt x="15973" y="15994"/>
                  </a:cubicBezTo>
                  <a:lnTo>
                    <a:pt x="15973" y="15994"/>
                  </a:lnTo>
                  <a:cubicBezTo>
                    <a:pt x="15973" y="15994"/>
                    <a:pt x="15930" y="15994"/>
                    <a:pt x="15973" y="15994"/>
                  </a:cubicBezTo>
                  <a:cubicBezTo>
                    <a:pt x="15909" y="15994"/>
                    <a:pt x="15909" y="15994"/>
                    <a:pt x="15909" y="15994"/>
                  </a:cubicBezTo>
                  <a:cubicBezTo>
                    <a:pt x="15909" y="15930"/>
                    <a:pt x="15909" y="15930"/>
                    <a:pt x="15973" y="15930"/>
                  </a:cubicBezTo>
                  <a:lnTo>
                    <a:pt x="15973" y="15930"/>
                  </a:lnTo>
                  <a:lnTo>
                    <a:pt x="15994" y="15930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cubicBezTo>
                    <a:pt x="16015" y="15930"/>
                    <a:pt x="16015" y="15930"/>
                    <a:pt x="15994" y="15930"/>
                  </a:cubicBezTo>
                  <a:lnTo>
                    <a:pt x="15994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94"/>
                  </a:lnTo>
                  <a:lnTo>
                    <a:pt x="15973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092C68E1-1A4F-4B2B-A460-B59A9FBE67D4}"/>
                </a:ext>
              </a:extLst>
            </p:cNvPr>
            <p:cNvSpPr/>
            <p:nvPr/>
          </p:nvSpPr>
          <p:spPr>
            <a:xfrm>
              <a:off x="6407732" y="4745378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812CABE2-ECDD-4D00-831F-CB998128811F}"/>
                </a:ext>
              </a:extLst>
            </p:cNvPr>
            <p:cNvSpPr/>
            <p:nvPr/>
          </p:nvSpPr>
          <p:spPr>
            <a:xfrm>
              <a:off x="6407739" y="4744907"/>
              <a:ext cx="31327" cy="31327"/>
            </a:xfrm>
            <a:custGeom>
              <a:avLst/>
              <a:gdLst>
                <a:gd name="connsiteX0" fmla="*/ 15925 w 21212"/>
                <a:gd name="connsiteY0" fmla="*/ 16036 h 21212"/>
                <a:gd name="connsiteX1" fmla="*/ 15925 w 21212"/>
                <a:gd name="connsiteY1" fmla="*/ 16100 h 21212"/>
                <a:gd name="connsiteX2" fmla="*/ 16010 w 21212"/>
                <a:gd name="connsiteY2" fmla="*/ 16036 h 21212"/>
                <a:gd name="connsiteX3" fmla="*/ 16073 w 21212"/>
                <a:gd name="connsiteY3" fmla="*/ 16036 h 21212"/>
                <a:gd name="connsiteX4" fmla="*/ 16073 w 21212"/>
                <a:gd name="connsiteY4" fmla="*/ 16036 h 21212"/>
                <a:gd name="connsiteX5" fmla="*/ 16095 w 21212"/>
                <a:gd name="connsiteY5" fmla="*/ 16036 h 21212"/>
                <a:gd name="connsiteX6" fmla="*/ 16137 w 21212"/>
                <a:gd name="connsiteY6" fmla="*/ 16036 h 21212"/>
                <a:gd name="connsiteX7" fmla="*/ 16201 w 21212"/>
                <a:gd name="connsiteY7" fmla="*/ 16036 h 21212"/>
                <a:gd name="connsiteX8" fmla="*/ 16222 w 21212"/>
                <a:gd name="connsiteY8" fmla="*/ 16036 h 21212"/>
                <a:gd name="connsiteX9" fmla="*/ 16222 w 21212"/>
                <a:gd name="connsiteY9" fmla="*/ 16036 h 21212"/>
                <a:gd name="connsiteX10" fmla="*/ 16222 w 21212"/>
                <a:gd name="connsiteY10" fmla="*/ 16100 h 21212"/>
                <a:gd name="connsiteX11" fmla="*/ 16222 w 21212"/>
                <a:gd name="connsiteY11" fmla="*/ 16100 h 21212"/>
                <a:gd name="connsiteX12" fmla="*/ 16201 w 21212"/>
                <a:gd name="connsiteY12" fmla="*/ 16121 h 21212"/>
                <a:gd name="connsiteX13" fmla="*/ 16137 w 21212"/>
                <a:gd name="connsiteY13" fmla="*/ 16121 h 21212"/>
                <a:gd name="connsiteX14" fmla="*/ 16137 w 21212"/>
                <a:gd name="connsiteY14" fmla="*/ 16164 h 21212"/>
                <a:gd name="connsiteX15" fmla="*/ 16095 w 21212"/>
                <a:gd name="connsiteY15" fmla="*/ 16164 h 21212"/>
                <a:gd name="connsiteX16" fmla="*/ 16095 w 21212"/>
                <a:gd name="connsiteY16" fmla="*/ 16164 h 21212"/>
                <a:gd name="connsiteX17" fmla="*/ 16073 w 21212"/>
                <a:gd name="connsiteY17" fmla="*/ 16164 h 21212"/>
                <a:gd name="connsiteX18" fmla="*/ 16095 w 21212"/>
                <a:gd name="connsiteY18" fmla="*/ 16121 h 21212"/>
                <a:gd name="connsiteX19" fmla="*/ 16095 w 21212"/>
                <a:gd name="connsiteY19" fmla="*/ 16121 h 21212"/>
                <a:gd name="connsiteX20" fmla="*/ 16137 w 21212"/>
                <a:gd name="connsiteY20" fmla="*/ 16121 h 21212"/>
                <a:gd name="connsiteX21" fmla="*/ 16137 w 21212"/>
                <a:gd name="connsiteY21" fmla="*/ 16121 h 21212"/>
                <a:gd name="connsiteX22" fmla="*/ 16201 w 21212"/>
                <a:gd name="connsiteY22" fmla="*/ 16100 h 21212"/>
                <a:gd name="connsiteX23" fmla="*/ 16201 w 21212"/>
                <a:gd name="connsiteY23" fmla="*/ 16100 h 21212"/>
                <a:gd name="connsiteX24" fmla="*/ 16201 w 21212"/>
                <a:gd name="connsiteY24" fmla="*/ 16036 h 21212"/>
                <a:gd name="connsiteX25" fmla="*/ 16201 w 21212"/>
                <a:gd name="connsiteY25" fmla="*/ 16036 h 21212"/>
                <a:gd name="connsiteX26" fmla="*/ 16137 w 21212"/>
                <a:gd name="connsiteY26" fmla="*/ 16036 h 21212"/>
                <a:gd name="connsiteX27" fmla="*/ 16137 w 21212"/>
                <a:gd name="connsiteY27" fmla="*/ 16036 h 21212"/>
                <a:gd name="connsiteX28" fmla="*/ 16095 w 21212"/>
                <a:gd name="connsiteY28" fmla="*/ 16036 h 21212"/>
                <a:gd name="connsiteX29" fmla="*/ 16095 w 21212"/>
                <a:gd name="connsiteY29" fmla="*/ 16036 h 21212"/>
                <a:gd name="connsiteX30" fmla="*/ 16073 w 21212"/>
                <a:gd name="connsiteY30" fmla="*/ 16100 h 21212"/>
                <a:gd name="connsiteX31" fmla="*/ 16010 w 21212"/>
                <a:gd name="connsiteY31" fmla="*/ 16100 h 21212"/>
                <a:gd name="connsiteX32" fmla="*/ 15925 w 21212"/>
                <a:gd name="connsiteY32" fmla="*/ 16100 h 21212"/>
                <a:gd name="connsiteX33" fmla="*/ 15925 w 21212"/>
                <a:gd name="connsiteY33" fmla="*/ 16100 h 21212"/>
                <a:gd name="connsiteX34" fmla="*/ 15925 w 21212"/>
                <a:gd name="connsiteY34" fmla="*/ 16036 h 21212"/>
                <a:gd name="connsiteX35" fmla="*/ 15925 w 21212"/>
                <a:gd name="connsiteY35" fmla="*/ 16036 h 21212"/>
                <a:gd name="connsiteX36" fmla="*/ 15925 w 21212"/>
                <a:gd name="connsiteY36" fmla="*/ 16036 h 21212"/>
                <a:gd name="connsiteX37" fmla="*/ 15925 w 21212"/>
                <a:gd name="connsiteY37" fmla="*/ 15994 h 21212"/>
                <a:gd name="connsiteX38" fmla="*/ 16010 w 21212"/>
                <a:gd name="connsiteY38" fmla="*/ 15994 h 21212"/>
                <a:gd name="connsiteX39" fmla="*/ 16073 w 21212"/>
                <a:gd name="connsiteY39" fmla="*/ 15909 h 21212"/>
                <a:gd name="connsiteX40" fmla="*/ 16073 w 21212"/>
                <a:gd name="connsiteY40" fmla="*/ 15994 h 21212"/>
                <a:gd name="connsiteX41" fmla="*/ 16010 w 21212"/>
                <a:gd name="connsiteY41" fmla="*/ 15994 h 21212"/>
                <a:gd name="connsiteX42" fmla="*/ 15925 w 21212"/>
                <a:gd name="connsiteY42" fmla="*/ 15994 h 21212"/>
                <a:gd name="connsiteX43" fmla="*/ 15925 w 21212"/>
                <a:gd name="connsiteY43" fmla="*/ 16036 h 21212"/>
                <a:gd name="connsiteX44" fmla="*/ 15925 w 21212"/>
                <a:gd name="connsiteY44" fmla="*/ 16036 h 21212"/>
                <a:gd name="connsiteX45" fmla="*/ 15925 w 21212"/>
                <a:gd name="connsiteY45" fmla="*/ 16036 h 21212"/>
                <a:gd name="connsiteX46" fmla="*/ 15925 w 21212"/>
                <a:gd name="connsiteY46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212" h="21212">
                  <a:moveTo>
                    <a:pt x="15925" y="16036"/>
                  </a:moveTo>
                  <a:cubicBezTo>
                    <a:pt x="15925" y="16100"/>
                    <a:pt x="15925" y="16100"/>
                    <a:pt x="15925" y="16100"/>
                  </a:cubicBezTo>
                  <a:cubicBezTo>
                    <a:pt x="16010" y="16100"/>
                    <a:pt x="16010" y="16036"/>
                    <a:pt x="16010" y="16036"/>
                  </a:cubicBezTo>
                  <a:cubicBezTo>
                    <a:pt x="16010" y="16036"/>
                    <a:pt x="16010" y="16036"/>
                    <a:pt x="16073" y="16036"/>
                  </a:cubicBezTo>
                  <a:lnTo>
                    <a:pt x="16073" y="16036"/>
                  </a:lnTo>
                  <a:lnTo>
                    <a:pt x="16095" y="16036"/>
                  </a:lnTo>
                  <a:lnTo>
                    <a:pt x="16137" y="16036"/>
                  </a:lnTo>
                  <a:cubicBezTo>
                    <a:pt x="16137" y="16036"/>
                    <a:pt x="16137" y="16036"/>
                    <a:pt x="16201" y="16036"/>
                  </a:cubicBezTo>
                  <a:cubicBezTo>
                    <a:pt x="16201" y="16036"/>
                    <a:pt x="16201" y="16036"/>
                    <a:pt x="16222" y="16036"/>
                  </a:cubicBezTo>
                  <a:lnTo>
                    <a:pt x="16222" y="16036"/>
                  </a:lnTo>
                  <a:cubicBezTo>
                    <a:pt x="16222" y="16036"/>
                    <a:pt x="16222" y="16036"/>
                    <a:pt x="16222" y="16100"/>
                  </a:cubicBezTo>
                  <a:lnTo>
                    <a:pt x="16222" y="16100"/>
                  </a:lnTo>
                  <a:cubicBezTo>
                    <a:pt x="16201" y="16121"/>
                    <a:pt x="16201" y="16121"/>
                    <a:pt x="16201" y="16121"/>
                  </a:cubicBezTo>
                  <a:lnTo>
                    <a:pt x="16137" y="16121"/>
                  </a:lnTo>
                  <a:cubicBezTo>
                    <a:pt x="16137" y="16121"/>
                    <a:pt x="16137" y="16121"/>
                    <a:pt x="16137" y="16164"/>
                  </a:cubicBezTo>
                  <a:lnTo>
                    <a:pt x="16095" y="16164"/>
                  </a:lnTo>
                  <a:lnTo>
                    <a:pt x="16095" y="16164"/>
                  </a:lnTo>
                  <a:lnTo>
                    <a:pt x="16073" y="16164"/>
                  </a:lnTo>
                  <a:cubicBezTo>
                    <a:pt x="16073" y="16164"/>
                    <a:pt x="16095" y="16164"/>
                    <a:pt x="16095" y="16121"/>
                  </a:cubicBezTo>
                  <a:lnTo>
                    <a:pt x="16095" y="16121"/>
                  </a:lnTo>
                  <a:lnTo>
                    <a:pt x="16137" y="16121"/>
                  </a:lnTo>
                  <a:lnTo>
                    <a:pt x="16137" y="16121"/>
                  </a:lnTo>
                  <a:cubicBezTo>
                    <a:pt x="16137" y="16100"/>
                    <a:pt x="16201" y="16100"/>
                    <a:pt x="16201" y="16100"/>
                  </a:cubicBezTo>
                  <a:lnTo>
                    <a:pt x="16201" y="16100"/>
                  </a:lnTo>
                  <a:cubicBezTo>
                    <a:pt x="16201" y="16100"/>
                    <a:pt x="16201" y="16100"/>
                    <a:pt x="16201" y="16036"/>
                  </a:cubicBezTo>
                  <a:lnTo>
                    <a:pt x="16201" y="16036"/>
                  </a:lnTo>
                  <a:lnTo>
                    <a:pt x="16137" y="16036"/>
                  </a:lnTo>
                  <a:lnTo>
                    <a:pt x="16137" y="16036"/>
                  </a:lnTo>
                  <a:lnTo>
                    <a:pt x="16095" y="16036"/>
                  </a:lnTo>
                  <a:lnTo>
                    <a:pt x="16095" y="16036"/>
                  </a:lnTo>
                  <a:cubicBezTo>
                    <a:pt x="16073" y="16036"/>
                    <a:pt x="16073" y="16100"/>
                    <a:pt x="16073" y="16100"/>
                  </a:cubicBezTo>
                  <a:lnTo>
                    <a:pt x="16010" y="16100"/>
                  </a:lnTo>
                  <a:lnTo>
                    <a:pt x="15925" y="16100"/>
                  </a:lnTo>
                  <a:lnTo>
                    <a:pt x="15925" y="16100"/>
                  </a:lnTo>
                  <a:cubicBezTo>
                    <a:pt x="15904" y="16100"/>
                    <a:pt x="15904" y="16100"/>
                    <a:pt x="15925" y="16036"/>
                  </a:cubicBezTo>
                  <a:lnTo>
                    <a:pt x="15925" y="16036"/>
                  </a:lnTo>
                  <a:lnTo>
                    <a:pt x="15925" y="16036"/>
                  </a:lnTo>
                  <a:lnTo>
                    <a:pt x="15925" y="15994"/>
                  </a:lnTo>
                  <a:cubicBezTo>
                    <a:pt x="15925" y="15994"/>
                    <a:pt x="15925" y="15994"/>
                    <a:pt x="16010" y="15994"/>
                  </a:cubicBezTo>
                  <a:cubicBezTo>
                    <a:pt x="16010" y="15994"/>
                    <a:pt x="16010" y="15994"/>
                    <a:pt x="16073" y="15909"/>
                  </a:cubicBezTo>
                  <a:lnTo>
                    <a:pt x="16073" y="15994"/>
                  </a:lnTo>
                  <a:cubicBezTo>
                    <a:pt x="16073" y="15994"/>
                    <a:pt x="16073" y="15994"/>
                    <a:pt x="16010" y="15994"/>
                  </a:cubicBezTo>
                  <a:cubicBezTo>
                    <a:pt x="16010" y="15994"/>
                    <a:pt x="16010" y="15994"/>
                    <a:pt x="15925" y="15994"/>
                  </a:cubicBezTo>
                  <a:cubicBezTo>
                    <a:pt x="15925" y="16036"/>
                    <a:pt x="15925" y="16036"/>
                    <a:pt x="15925" y="16036"/>
                  </a:cubicBezTo>
                  <a:lnTo>
                    <a:pt x="15925" y="16036"/>
                  </a:lnTo>
                  <a:lnTo>
                    <a:pt x="15925" y="16036"/>
                  </a:lnTo>
                  <a:lnTo>
                    <a:pt x="15925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F2B1F8F7-C853-4B3F-A587-7FF9E04D9393}"/>
                </a:ext>
              </a:extLst>
            </p:cNvPr>
            <p:cNvSpPr/>
            <p:nvPr/>
          </p:nvSpPr>
          <p:spPr>
            <a:xfrm>
              <a:off x="6408170" y="4744876"/>
              <a:ext cx="31327" cy="31327"/>
            </a:xfrm>
            <a:custGeom>
              <a:avLst/>
              <a:gdLst>
                <a:gd name="connsiteX0" fmla="*/ 16036 w 21212"/>
                <a:gd name="connsiteY0" fmla="*/ 16015 h 21212"/>
                <a:gd name="connsiteX1" fmla="*/ 16036 w 21212"/>
                <a:gd name="connsiteY1" fmla="*/ 15930 h 21212"/>
                <a:gd name="connsiteX2" fmla="*/ 16036 w 21212"/>
                <a:gd name="connsiteY2" fmla="*/ 15909 h 21212"/>
                <a:gd name="connsiteX3" fmla="*/ 16121 w 21212"/>
                <a:gd name="connsiteY3" fmla="*/ 15930 h 21212"/>
                <a:gd name="connsiteX4" fmla="*/ 16121 w 21212"/>
                <a:gd name="connsiteY4" fmla="*/ 15930 h 21212"/>
                <a:gd name="connsiteX5" fmla="*/ 16036 w 21212"/>
                <a:gd name="connsiteY5" fmla="*/ 16015 h 21212"/>
                <a:gd name="connsiteX6" fmla="*/ 16036 w 21212"/>
                <a:gd name="connsiteY6" fmla="*/ 16015 h 21212"/>
                <a:gd name="connsiteX7" fmla="*/ 16036 w 21212"/>
                <a:gd name="connsiteY7" fmla="*/ 16015 h 21212"/>
                <a:gd name="connsiteX8" fmla="*/ 15973 w 21212"/>
                <a:gd name="connsiteY8" fmla="*/ 16058 h 21212"/>
                <a:gd name="connsiteX9" fmla="*/ 15930 w 21212"/>
                <a:gd name="connsiteY9" fmla="*/ 16015 h 21212"/>
                <a:gd name="connsiteX10" fmla="*/ 15909 w 21212"/>
                <a:gd name="connsiteY10" fmla="*/ 16015 h 21212"/>
                <a:gd name="connsiteX11" fmla="*/ 15909 w 21212"/>
                <a:gd name="connsiteY11" fmla="*/ 15930 h 21212"/>
                <a:gd name="connsiteX12" fmla="*/ 15909 w 21212"/>
                <a:gd name="connsiteY12" fmla="*/ 15909 h 21212"/>
                <a:gd name="connsiteX13" fmla="*/ 15930 w 21212"/>
                <a:gd name="connsiteY13" fmla="*/ 15909 h 21212"/>
                <a:gd name="connsiteX14" fmla="*/ 15973 w 21212"/>
                <a:gd name="connsiteY14" fmla="*/ 15909 h 21212"/>
                <a:gd name="connsiteX15" fmla="*/ 15973 w 21212"/>
                <a:gd name="connsiteY15" fmla="*/ 15909 h 21212"/>
                <a:gd name="connsiteX16" fmla="*/ 16036 w 21212"/>
                <a:gd name="connsiteY16" fmla="*/ 15909 h 21212"/>
                <a:gd name="connsiteX17" fmla="*/ 16036 w 21212"/>
                <a:gd name="connsiteY17" fmla="*/ 15909 h 21212"/>
                <a:gd name="connsiteX18" fmla="*/ 16036 w 21212"/>
                <a:gd name="connsiteY18" fmla="*/ 15909 h 21212"/>
                <a:gd name="connsiteX19" fmla="*/ 16036 w 21212"/>
                <a:gd name="connsiteY19" fmla="*/ 15909 h 21212"/>
                <a:gd name="connsiteX20" fmla="*/ 15973 w 21212"/>
                <a:gd name="connsiteY20" fmla="*/ 16015 h 21212"/>
                <a:gd name="connsiteX21" fmla="*/ 15973 w 21212"/>
                <a:gd name="connsiteY21" fmla="*/ 16015 h 21212"/>
                <a:gd name="connsiteX22" fmla="*/ 16036 w 21212"/>
                <a:gd name="connsiteY22" fmla="*/ 16015 h 21212"/>
                <a:gd name="connsiteX23" fmla="*/ 16036 w 21212"/>
                <a:gd name="connsiteY23" fmla="*/ 16015 h 21212"/>
                <a:gd name="connsiteX24" fmla="*/ 16036 w 21212"/>
                <a:gd name="connsiteY24" fmla="*/ 16015 h 21212"/>
                <a:gd name="connsiteX25" fmla="*/ 15973 w 21212"/>
                <a:gd name="connsiteY25" fmla="*/ 15909 h 21212"/>
                <a:gd name="connsiteX26" fmla="*/ 15930 w 21212"/>
                <a:gd name="connsiteY26" fmla="*/ 15909 h 21212"/>
                <a:gd name="connsiteX27" fmla="*/ 15930 w 21212"/>
                <a:gd name="connsiteY27" fmla="*/ 15930 h 21212"/>
                <a:gd name="connsiteX28" fmla="*/ 15930 w 21212"/>
                <a:gd name="connsiteY28" fmla="*/ 15930 h 21212"/>
                <a:gd name="connsiteX29" fmla="*/ 15930 w 21212"/>
                <a:gd name="connsiteY29" fmla="*/ 16015 h 21212"/>
                <a:gd name="connsiteX30" fmla="*/ 16036 w 21212"/>
                <a:gd name="connsiteY30" fmla="*/ 15909 h 21212"/>
                <a:gd name="connsiteX31" fmla="*/ 16036 w 21212"/>
                <a:gd name="connsiteY31" fmla="*/ 15909 h 21212"/>
                <a:gd name="connsiteX32" fmla="*/ 15973 w 21212"/>
                <a:gd name="connsiteY32" fmla="*/ 15909 h 21212"/>
                <a:gd name="connsiteX33" fmla="*/ 15973 w 21212"/>
                <a:gd name="connsiteY33" fmla="*/ 15909 h 21212"/>
                <a:gd name="connsiteX34" fmla="*/ 15973 w 21212"/>
                <a:gd name="connsiteY3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36" y="16015"/>
                  </a:moveTo>
                  <a:cubicBezTo>
                    <a:pt x="16036" y="15930"/>
                    <a:pt x="16036" y="15930"/>
                    <a:pt x="16036" y="15930"/>
                  </a:cubicBezTo>
                  <a:cubicBezTo>
                    <a:pt x="16036" y="15930"/>
                    <a:pt x="16036" y="15930"/>
                    <a:pt x="16036" y="15909"/>
                  </a:cubicBezTo>
                  <a:lnTo>
                    <a:pt x="16121" y="15930"/>
                  </a:lnTo>
                  <a:lnTo>
                    <a:pt x="16121" y="15930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036" y="16058"/>
                    <a:pt x="15973" y="16058"/>
                    <a:pt x="15973" y="16058"/>
                  </a:cubicBezTo>
                  <a:cubicBezTo>
                    <a:pt x="15973" y="16015"/>
                    <a:pt x="15930" y="16015"/>
                    <a:pt x="15930" y="16015"/>
                  </a:cubicBezTo>
                  <a:cubicBezTo>
                    <a:pt x="15930" y="16015"/>
                    <a:pt x="15930" y="16015"/>
                    <a:pt x="15909" y="16015"/>
                  </a:cubicBezTo>
                  <a:lnTo>
                    <a:pt x="15909" y="15930"/>
                  </a:lnTo>
                  <a:cubicBezTo>
                    <a:pt x="15909" y="15930"/>
                    <a:pt x="15909" y="15930"/>
                    <a:pt x="15909" y="15909"/>
                  </a:cubicBezTo>
                  <a:cubicBezTo>
                    <a:pt x="15930" y="15909"/>
                    <a:pt x="15930" y="15909"/>
                    <a:pt x="15930" y="15909"/>
                  </a:cubicBezTo>
                  <a:cubicBezTo>
                    <a:pt x="15930" y="15909"/>
                    <a:pt x="15930" y="15909"/>
                    <a:pt x="15973" y="15909"/>
                  </a:cubicBezTo>
                  <a:lnTo>
                    <a:pt x="15973" y="15909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close/>
                  <a:moveTo>
                    <a:pt x="15973" y="15909"/>
                  </a:moveTo>
                  <a:cubicBezTo>
                    <a:pt x="15930" y="15909"/>
                    <a:pt x="15930" y="15909"/>
                    <a:pt x="15930" y="15909"/>
                  </a:cubicBezTo>
                  <a:cubicBezTo>
                    <a:pt x="15930" y="15930"/>
                    <a:pt x="15930" y="15930"/>
                    <a:pt x="15930" y="15930"/>
                  </a:cubicBezTo>
                  <a:lnTo>
                    <a:pt x="15930" y="15930"/>
                  </a:lnTo>
                  <a:cubicBezTo>
                    <a:pt x="15930" y="15930"/>
                    <a:pt x="15930" y="15930"/>
                    <a:pt x="15930" y="16015"/>
                  </a:cubicBez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E5D39F05-6D17-4151-B0EE-2960A4ACC3BF}"/>
                </a:ext>
              </a:extLst>
            </p:cNvPr>
            <p:cNvSpPr/>
            <p:nvPr/>
          </p:nvSpPr>
          <p:spPr>
            <a:xfrm>
              <a:off x="6408358" y="4744627"/>
              <a:ext cx="31327" cy="31327"/>
            </a:xfrm>
            <a:custGeom>
              <a:avLst/>
              <a:gdLst>
                <a:gd name="connsiteX0" fmla="*/ 15909 w 21212"/>
                <a:gd name="connsiteY0" fmla="*/ 16079 h 21212"/>
                <a:gd name="connsiteX1" fmla="*/ 15909 w 21212"/>
                <a:gd name="connsiteY1" fmla="*/ 16036 h 21212"/>
                <a:gd name="connsiteX2" fmla="*/ 15909 w 21212"/>
                <a:gd name="connsiteY2" fmla="*/ 16036 h 21212"/>
                <a:gd name="connsiteX3" fmla="*/ 15909 w 21212"/>
                <a:gd name="connsiteY3" fmla="*/ 15973 h 21212"/>
                <a:gd name="connsiteX4" fmla="*/ 15909 w 21212"/>
                <a:gd name="connsiteY4" fmla="*/ 15973 h 21212"/>
                <a:gd name="connsiteX5" fmla="*/ 15909 w 21212"/>
                <a:gd name="connsiteY5" fmla="*/ 15973 h 21212"/>
                <a:gd name="connsiteX6" fmla="*/ 15909 w 21212"/>
                <a:gd name="connsiteY6" fmla="*/ 15973 h 21212"/>
                <a:gd name="connsiteX7" fmla="*/ 15994 w 21212"/>
                <a:gd name="connsiteY7" fmla="*/ 15973 h 21212"/>
                <a:gd name="connsiteX8" fmla="*/ 16036 w 21212"/>
                <a:gd name="connsiteY8" fmla="*/ 15951 h 21212"/>
                <a:gd name="connsiteX9" fmla="*/ 16036 w 21212"/>
                <a:gd name="connsiteY9" fmla="*/ 15951 h 21212"/>
                <a:gd name="connsiteX10" fmla="*/ 15909 w 21212"/>
                <a:gd name="connsiteY10" fmla="*/ 15951 h 21212"/>
                <a:gd name="connsiteX11" fmla="*/ 15909 w 21212"/>
                <a:gd name="connsiteY11" fmla="*/ 15909 h 21212"/>
                <a:gd name="connsiteX12" fmla="*/ 16227 w 21212"/>
                <a:gd name="connsiteY12" fmla="*/ 15973 h 21212"/>
                <a:gd name="connsiteX13" fmla="*/ 16164 w 21212"/>
                <a:gd name="connsiteY13" fmla="*/ 15973 h 21212"/>
                <a:gd name="connsiteX14" fmla="*/ 16164 w 21212"/>
                <a:gd name="connsiteY14" fmla="*/ 15973 h 21212"/>
                <a:gd name="connsiteX15" fmla="*/ 16164 w 21212"/>
                <a:gd name="connsiteY15" fmla="*/ 15973 h 21212"/>
                <a:gd name="connsiteX16" fmla="*/ 16164 w 21212"/>
                <a:gd name="connsiteY16" fmla="*/ 15973 h 21212"/>
                <a:gd name="connsiteX17" fmla="*/ 16164 w 21212"/>
                <a:gd name="connsiteY17" fmla="*/ 16036 h 21212"/>
                <a:gd name="connsiteX18" fmla="*/ 16142 w 21212"/>
                <a:gd name="connsiteY18" fmla="*/ 16036 h 21212"/>
                <a:gd name="connsiteX19" fmla="*/ 16142 w 21212"/>
                <a:gd name="connsiteY19" fmla="*/ 16036 h 21212"/>
                <a:gd name="connsiteX20" fmla="*/ 16100 w 21212"/>
                <a:gd name="connsiteY20" fmla="*/ 16079 h 21212"/>
                <a:gd name="connsiteX21" fmla="*/ 16100 w 21212"/>
                <a:gd name="connsiteY21" fmla="*/ 16079 h 21212"/>
                <a:gd name="connsiteX22" fmla="*/ 16036 w 21212"/>
                <a:gd name="connsiteY22" fmla="*/ 16079 h 21212"/>
                <a:gd name="connsiteX23" fmla="*/ 15909 w 21212"/>
                <a:gd name="connsiteY23" fmla="*/ 16079 h 21212"/>
                <a:gd name="connsiteX24" fmla="*/ 15994 w 21212"/>
                <a:gd name="connsiteY24" fmla="*/ 16036 h 21212"/>
                <a:gd name="connsiteX25" fmla="*/ 16036 w 21212"/>
                <a:gd name="connsiteY25" fmla="*/ 16036 h 21212"/>
                <a:gd name="connsiteX26" fmla="*/ 16100 w 21212"/>
                <a:gd name="connsiteY26" fmla="*/ 16036 h 21212"/>
                <a:gd name="connsiteX27" fmla="*/ 16100 w 21212"/>
                <a:gd name="connsiteY27" fmla="*/ 16036 h 21212"/>
                <a:gd name="connsiteX28" fmla="*/ 16142 w 21212"/>
                <a:gd name="connsiteY28" fmla="*/ 16036 h 21212"/>
                <a:gd name="connsiteX29" fmla="*/ 16142 w 21212"/>
                <a:gd name="connsiteY29" fmla="*/ 16036 h 21212"/>
                <a:gd name="connsiteX30" fmla="*/ 16142 w 21212"/>
                <a:gd name="connsiteY30" fmla="*/ 15973 h 21212"/>
                <a:gd name="connsiteX31" fmla="*/ 16142 w 21212"/>
                <a:gd name="connsiteY31" fmla="*/ 15973 h 21212"/>
                <a:gd name="connsiteX32" fmla="*/ 16142 w 21212"/>
                <a:gd name="connsiteY32" fmla="*/ 15973 h 21212"/>
                <a:gd name="connsiteX33" fmla="*/ 16036 w 21212"/>
                <a:gd name="connsiteY33" fmla="*/ 15973 h 21212"/>
                <a:gd name="connsiteX34" fmla="*/ 16036 w 21212"/>
                <a:gd name="connsiteY34" fmla="*/ 15973 h 21212"/>
                <a:gd name="connsiteX35" fmla="*/ 15994 w 21212"/>
                <a:gd name="connsiteY35" fmla="*/ 15973 h 21212"/>
                <a:gd name="connsiteX36" fmla="*/ 15994 w 21212"/>
                <a:gd name="connsiteY36" fmla="*/ 15973 h 21212"/>
                <a:gd name="connsiteX37" fmla="*/ 15909 w 21212"/>
                <a:gd name="connsiteY37" fmla="*/ 15973 h 21212"/>
                <a:gd name="connsiteX38" fmla="*/ 15909 w 21212"/>
                <a:gd name="connsiteY38" fmla="*/ 16036 h 21212"/>
                <a:gd name="connsiteX39" fmla="*/ 15994 w 21212"/>
                <a:gd name="connsiteY3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09" y="16079"/>
                  </a:moveTo>
                  <a:lnTo>
                    <a:pt x="15909" y="16036"/>
                  </a:lnTo>
                  <a:lnTo>
                    <a:pt x="15909" y="16036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94" y="15973"/>
                    <a:pt x="15994" y="15951"/>
                    <a:pt x="15994" y="15973"/>
                  </a:cubicBezTo>
                  <a:cubicBezTo>
                    <a:pt x="15994" y="15951"/>
                    <a:pt x="16036" y="15951"/>
                    <a:pt x="16036" y="15951"/>
                  </a:cubicBezTo>
                  <a:lnTo>
                    <a:pt x="16036" y="15951"/>
                  </a:lnTo>
                  <a:lnTo>
                    <a:pt x="15909" y="15951"/>
                  </a:lnTo>
                  <a:lnTo>
                    <a:pt x="15909" y="15909"/>
                  </a:lnTo>
                  <a:lnTo>
                    <a:pt x="16227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6036"/>
                    <a:pt x="16164" y="16036"/>
                    <a:pt x="16164" y="16036"/>
                  </a:cubicBezTo>
                  <a:cubicBezTo>
                    <a:pt x="16142" y="16036"/>
                    <a:pt x="16142" y="16036"/>
                    <a:pt x="16142" y="16036"/>
                  </a:cubicBezTo>
                  <a:lnTo>
                    <a:pt x="16142" y="16036"/>
                  </a:lnTo>
                  <a:cubicBezTo>
                    <a:pt x="16142" y="16036"/>
                    <a:pt x="16142" y="16079"/>
                    <a:pt x="16100" y="16079"/>
                  </a:cubicBezTo>
                  <a:lnTo>
                    <a:pt x="16100" y="16079"/>
                  </a:lnTo>
                  <a:cubicBezTo>
                    <a:pt x="16036" y="16079"/>
                    <a:pt x="16036" y="16079"/>
                    <a:pt x="16036" y="16079"/>
                  </a:cubicBezTo>
                  <a:cubicBezTo>
                    <a:pt x="15994" y="16079"/>
                    <a:pt x="15994" y="16079"/>
                    <a:pt x="15909" y="16079"/>
                  </a:cubicBezTo>
                  <a:close/>
                  <a:moveTo>
                    <a:pt x="15994" y="16036"/>
                  </a:moveTo>
                  <a:lnTo>
                    <a:pt x="16036" y="16036"/>
                  </a:lnTo>
                  <a:cubicBezTo>
                    <a:pt x="16036" y="16036"/>
                    <a:pt x="16036" y="16036"/>
                    <a:pt x="16100" y="16036"/>
                  </a:cubicBezTo>
                  <a:lnTo>
                    <a:pt x="16100" y="16036"/>
                  </a:lnTo>
                  <a:lnTo>
                    <a:pt x="16142" y="16036"/>
                  </a:lnTo>
                  <a:lnTo>
                    <a:pt x="16142" y="16036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142" y="15973"/>
                  </a:lnTo>
                  <a:lnTo>
                    <a:pt x="16036" y="15973"/>
                  </a:lnTo>
                  <a:lnTo>
                    <a:pt x="16036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6036"/>
                  </a:cubicBezTo>
                  <a:cubicBezTo>
                    <a:pt x="15994" y="16036"/>
                    <a:pt x="15994" y="16036"/>
                    <a:pt x="15994" y="160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C5332CAD-2607-42C4-AF13-B7924D2FB117}"/>
                </a:ext>
              </a:extLst>
            </p:cNvPr>
            <p:cNvSpPr/>
            <p:nvPr/>
          </p:nvSpPr>
          <p:spPr>
            <a:xfrm>
              <a:off x="6408702" y="4744532"/>
              <a:ext cx="31327" cy="31327"/>
            </a:xfrm>
            <a:custGeom>
              <a:avLst/>
              <a:gdLst>
                <a:gd name="connsiteX0" fmla="*/ 16206 w 21212"/>
                <a:gd name="connsiteY0" fmla="*/ 15973 h 21212"/>
                <a:gd name="connsiteX1" fmla="*/ 16100 w 21212"/>
                <a:gd name="connsiteY1" fmla="*/ 15973 h 21212"/>
                <a:gd name="connsiteX2" fmla="*/ 16079 w 21212"/>
                <a:gd name="connsiteY2" fmla="*/ 15973 h 21212"/>
                <a:gd name="connsiteX3" fmla="*/ 16079 w 21212"/>
                <a:gd name="connsiteY3" fmla="*/ 16015 h 21212"/>
                <a:gd name="connsiteX4" fmla="*/ 16015 w 21212"/>
                <a:gd name="connsiteY4" fmla="*/ 15973 h 21212"/>
                <a:gd name="connsiteX5" fmla="*/ 16015 w 21212"/>
                <a:gd name="connsiteY5" fmla="*/ 15973 h 21212"/>
                <a:gd name="connsiteX6" fmla="*/ 15994 w 21212"/>
                <a:gd name="connsiteY6" fmla="*/ 15973 h 21212"/>
                <a:gd name="connsiteX7" fmla="*/ 15909 w 21212"/>
                <a:gd name="connsiteY7" fmla="*/ 15951 h 21212"/>
                <a:gd name="connsiteX8" fmla="*/ 15973 w 21212"/>
                <a:gd name="connsiteY8" fmla="*/ 15909 h 21212"/>
                <a:gd name="connsiteX9" fmla="*/ 16015 w 21212"/>
                <a:gd name="connsiteY9" fmla="*/ 15973 h 21212"/>
                <a:gd name="connsiteX10" fmla="*/ 16079 w 21212"/>
                <a:gd name="connsiteY10" fmla="*/ 15973 h 21212"/>
                <a:gd name="connsiteX11" fmla="*/ 16079 w 21212"/>
                <a:gd name="connsiteY11" fmla="*/ 15973 h 21212"/>
                <a:gd name="connsiteX12" fmla="*/ 16100 w 21212"/>
                <a:gd name="connsiteY12" fmla="*/ 15973 h 21212"/>
                <a:gd name="connsiteX13" fmla="*/ 16206 w 21212"/>
                <a:gd name="connsiteY13" fmla="*/ 15973 h 21212"/>
                <a:gd name="connsiteX14" fmla="*/ 16206 w 21212"/>
                <a:gd name="connsiteY14" fmla="*/ 15973 h 21212"/>
                <a:gd name="connsiteX15" fmla="*/ 16100 w 21212"/>
                <a:gd name="connsiteY15" fmla="*/ 15909 h 21212"/>
                <a:gd name="connsiteX16" fmla="*/ 16015 w 21212"/>
                <a:gd name="connsiteY16" fmla="*/ 15909 h 21212"/>
                <a:gd name="connsiteX17" fmla="*/ 16079 w 21212"/>
                <a:gd name="connsiteY17" fmla="*/ 15909 h 21212"/>
                <a:gd name="connsiteX18" fmla="*/ 16206 w 21212"/>
                <a:gd name="connsiteY18" fmla="*/ 15909 h 21212"/>
                <a:gd name="connsiteX19" fmla="*/ 16206 w 21212"/>
                <a:gd name="connsiteY19" fmla="*/ 15909 h 21212"/>
                <a:gd name="connsiteX20" fmla="*/ 16248 w 21212"/>
                <a:gd name="connsiteY20" fmla="*/ 15909 h 21212"/>
                <a:gd name="connsiteX21" fmla="*/ 16248 w 21212"/>
                <a:gd name="connsiteY21" fmla="*/ 15909 h 21212"/>
                <a:gd name="connsiteX22" fmla="*/ 16248 w 21212"/>
                <a:gd name="connsiteY22" fmla="*/ 15951 h 21212"/>
                <a:gd name="connsiteX23" fmla="*/ 16206 w 21212"/>
                <a:gd name="connsiteY23" fmla="*/ 15973 h 21212"/>
                <a:gd name="connsiteX24" fmla="*/ 16206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73"/>
                  </a:moveTo>
                  <a:cubicBezTo>
                    <a:pt x="16100" y="15973"/>
                    <a:pt x="16100" y="15973"/>
                    <a:pt x="16100" y="15973"/>
                  </a:cubicBezTo>
                  <a:cubicBezTo>
                    <a:pt x="16100" y="15973"/>
                    <a:pt x="16100" y="15973"/>
                    <a:pt x="16079" y="15973"/>
                  </a:cubicBezTo>
                  <a:cubicBezTo>
                    <a:pt x="16079" y="15973"/>
                    <a:pt x="16079" y="15973"/>
                    <a:pt x="16079" y="16015"/>
                  </a:cubicBezTo>
                  <a:cubicBezTo>
                    <a:pt x="16079" y="16015"/>
                    <a:pt x="16079" y="16015"/>
                    <a:pt x="16015" y="15973"/>
                  </a:cubicBezTo>
                  <a:lnTo>
                    <a:pt x="16015" y="15973"/>
                  </a:lnTo>
                  <a:cubicBezTo>
                    <a:pt x="16015" y="15973"/>
                    <a:pt x="16015" y="15973"/>
                    <a:pt x="15994" y="15973"/>
                  </a:cubicBezTo>
                  <a:lnTo>
                    <a:pt x="15909" y="15951"/>
                  </a:lnTo>
                  <a:lnTo>
                    <a:pt x="15973" y="15909"/>
                  </a:lnTo>
                  <a:lnTo>
                    <a:pt x="16015" y="15973"/>
                  </a:lnTo>
                  <a:lnTo>
                    <a:pt x="16079" y="15973"/>
                  </a:lnTo>
                  <a:lnTo>
                    <a:pt x="16079" y="15973"/>
                  </a:lnTo>
                  <a:cubicBezTo>
                    <a:pt x="16100" y="15973"/>
                    <a:pt x="16100" y="15973"/>
                    <a:pt x="16100" y="15973"/>
                  </a:cubicBezTo>
                  <a:cubicBezTo>
                    <a:pt x="16100" y="15951"/>
                    <a:pt x="16206" y="15951"/>
                    <a:pt x="16206" y="15973"/>
                  </a:cubicBezTo>
                  <a:lnTo>
                    <a:pt x="16206" y="15973"/>
                  </a:lnTo>
                  <a:cubicBezTo>
                    <a:pt x="16206" y="15909"/>
                    <a:pt x="16100" y="15909"/>
                    <a:pt x="16100" y="15909"/>
                  </a:cubicBezTo>
                  <a:lnTo>
                    <a:pt x="16015" y="15909"/>
                  </a:lnTo>
                  <a:lnTo>
                    <a:pt x="16079" y="15909"/>
                  </a:lnTo>
                  <a:lnTo>
                    <a:pt x="16206" y="15909"/>
                  </a:lnTo>
                  <a:lnTo>
                    <a:pt x="16206" y="15909"/>
                  </a:lnTo>
                  <a:lnTo>
                    <a:pt x="16248" y="15909"/>
                  </a:lnTo>
                  <a:lnTo>
                    <a:pt x="16248" y="15909"/>
                  </a:lnTo>
                  <a:cubicBezTo>
                    <a:pt x="16248" y="15951"/>
                    <a:pt x="16248" y="15951"/>
                    <a:pt x="16248" y="15951"/>
                  </a:cubicBezTo>
                  <a:cubicBezTo>
                    <a:pt x="16248" y="15951"/>
                    <a:pt x="16248" y="15951"/>
                    <a:pt x="16206" y="15973"/>
                  </a:cubicBezTo>
                  <a:cubicBezTo>
                    <a:pt x="16206" y="15973"/>
                    <a:pt x="16206" y="15973"/>
                    <a:pt x="16206" y="15973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AC4B4A5-3A0A-44D8-94D0-E86FEEC056E6}"/>
                </a:ext>
              </a:extLst>
            </p:cNvPr>
            <p:cNvSpPr/>
            <p:nvPr/>
          </p:nvSpPr>
          <p:spPr>
            <a:xfrm>
              <a:off x="6408953" y="4744345"/>
              <a:ext cx="31327" cy="31327"/>
            </a:xfrm>
            <a:custGeom>
              <a:avLst/>
              <a:gdLst>
                <a:gd name="connsiteX0" fmla="*/ 16248 w 21212"/>
                <a:gd name="connsiteY0" fmla="*/ 16015 h 21212"/>
                <a:gd name="connsiteX1" fmla="*/ 16248 w 21212"/>
                <a:gd name="connsiteY1" fmla="*/ 16015 h 21212"/>
                <a:gd name="connsiteX2" fmla="*/ 16164 w 21212"/>
                <a:gd name="connsiteY2" fmla="*/ 16036 h 21212"/>
                <a:gd name="connsiteX3" fmla="*/ 16142 w 21212"/>
                <a:gd name="connsiteY3" fmla="*/ 16036 h 21212"/>
                <a:gd name="connsiteX4" fmla="*/ 16142 w 21212"/>
                <a:gd name="connsiteY4" fmla="*/ 16036 h 21212"/>
                <a:gd name="connsiteX5" fmla="*/ 16142 w 21212"/>
                <a:gd name="connsiteY5" fmla="*/ 16036 h 21212"/>
                <a:gd name="connsiteX6" fmla="*/ 16079 w 21212"/>
                <a:gd name="connsiteY6" fmla="*/ 16036 h 21212"/>
                <a:gd name="connsiteX7" fmla="*/ 16036 w 21212"/>
                <a:gd name="connsiteY7" fmla="*/ 16015 h 21212"/>
                <a:gd name="connsiteX8" fmla="*/ 15930 w 21212"/>
                <a:gd name="connsiteY8" fmla="*/ 16036 h 21212"/>
                <a:gd name="connsiteX9" fmla="*/ 15909 w 21212"/>
                <a:gd name="connsiteY9" fmla="*/ 16015 h 21212"/>
                <a:gd name="connsiteX10" fmla="*/ 15930 w 21212"/>
                <a:gd name="connsiteY10" fmla="*/ 16015 h 21212"/>
                <a:gd name="connsiteX11" fmla="*/ 15909 w 21212"/>
                <a:gd name="connsiteY11" fmla="*/ 16015 h 21212"/>
                <a:gd name="connsiteX12" fmla="*/ 15930 w 21212"/>
                <a:gd name="connsiteY12" fmla="*/ 15909 h 21212"/>
                <a:gd name="connsiteX13" fmla="*/ 16036 w 21212"/>
                <a:gd name="connsiteY13" fmla="*/ 16015 h 21212"/>
                <a:gd name="connsiteX14" fmla="*/ 16079 w 21212"/>
                <a:gd name="connsiteY14" fmla="*/ 15909 h 21212"/>
                <a:gd name="connsiteX15" fmla="*/ 16079 w 21212"/>
                <a:gd name="connsiteY15" fmla="*/ 15909 h 21212"/>
                <a:gd name="connsiteX16" fmla="*/ 16036 w 21212"/>
                <a:gd name="connsiteY16" fmla="*/ 16015 h 21212"/>
                <a:gd name="connsiteX17" fmla="*/ 16079 w 21212"/>
                <a:gd name="connsiteY17" fmla="*/ 16036 h 21212"/>
                <a:gd name="connsiteX18" fmla="*/ 16142 w 21212"/>
                <a:gd name="connsiteY18" fmla="*/ 16036 h 21212"/>
                <a:gd name="connsiteX19" fmla="*/ 16142 w 21212"/>
                <a:gd name="connsiteY19" fmla="*/ 16036 h 21212"/>
                <a:gd name="connsiteX20" fmla="*/ 16142 w 21212"/>
                <a:gd name="connsiteY20" fmla="*/ 16036 h 21212"/>
                <a:gd name="connsiteX21" fmla="*/ 16164 w 21212"/>
                <a:gd name="connsiteY21" fmla="*/ 16036 h 21212"/>
                <a:gd name="connsiteX22" fmla="*/ 16164 w 21212"/>
                <a:gd name="connsiteY22" fmla="*/ 16036 h 21212"/>
                <a:gd name="connsiteX23" fmla="*/ 16164 w 21212"/>
                <a:gd name="connsiteY23" fmla="*/ 16015 h 21212"/>
                <a:gd name="connsiteX24" fmla="*/ 16248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48" y="16015"/>
                  </a:moveTo>
                  <a:cubicBezTo>
                    <a:pt x="16248" y="16036"/>
                    <a:pt x="16248" y="16036"/>
                    <a:pt x="16248" y="16015"/>
                  </a:cubicBezTo>
                  <a:lnTo>
                    <a:pt x="16164" y="16036"/>
                  </a:lnTo>
                  <a:cubicBezTo>
                    <a:pt x="16164" y="16036"/>
                    <a:pt x="16164" y="16036"/>
                    <a:pt x="16142" y="16036"/>
                  </a:cubicBezTo>
                  <a:lnTo>
                    <a:pt x="16142" y="16036"/>
                  </a:lnTo>
                  <a:lnTo>
                    <a:pt x="16142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036" y="16015"/>
                  </a:lnTo>
                  <a:lnTo>
                    <a:pt x="15930" y="16036"/>
                  </a:lnTo>
                  <a:lnTo>
                    <a:pt x="15909" y="16015"/>
                  </a:lnTo>
                  <a:lnTo>
                    <a:pt x="15930" y="16015"/>
                  </a:lnTo>
                  <a:lnTo>
                    <a:pt x="15909" y="16015"/>
                  </a:lnTo>
                  <a:lnTo>
                    <a:pt x="15930" y="15909"/>
                  </a:lnTo>
                  <a:lnTo>
                    <a:pt x="16036" y="16015"/>
                  </a:lnTo>
                  <a:lnTo>
                    <a:pt x="16079" y="15909"/>
                  </a:lnTo>
                  <a:lnTo>
                    <a:pt x="16079" y="15909"/>
                  </a:lnTo>
                  <a:lnTo>
                    <a:pt x="16036" y="16015"/>
                  </a:lnTo>
                  <a:lnTo>
                    <a:pt x="16079" y="16036"/>
                  </a:lnTo>
                  <a:lnTo>
                    <a:pt x="16142" y="16036"/>
                  </a:lnTo>
                  <a:lnTo>
                    <a:pt x="16142" y="16036"/>
                  </a:lnTo>
                  <a:lnTo>
                    <a:pt x="16142" y="16036"/>
                  </a:lnTo>
                  <a:lnTo>
                    <a:pt x="16164" y="16036"/>
                  </a:lnTo>
                  <a:lnTo>
                    <a:pt x="16164" y="16036"/>
                  </a:lnTo>
                  <a:cubicBezTo>
                    <a:pt x="16164" y="16015"/>
                    <a:pt x="16164" y="16015"/>
                    <a:pt x="16164" y="16015"/>
                  </a:cubicBezTo>
                  <a:lnTo>
                    <a:pt x="16248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F5ECC23-D14F-4BA0-A1AF-5F0A338F1BC2}"/>
                </a:ext>
              </a:extLst>
            </p:cNvPr>
            <p:cNvSpPr/>
            <p:nvPr/>
          </p:nvSpPr>
          <p:spPr>
            <a:xfrm>
              <a:off x="6409297" y="4744188"/>
              <a:ext cx="31327" cy="31327"/>
            </a:xfrm>
            <a:custGeom>
              <a:avLst/>
              <a:gdLst>
                <a:gd name="connsiteX0" fmla="*/ 16206 w 21212"/>
                <a:gd name="connsiteY0" fmla="*/ 15951 h 21212"/>
                <a:gd name="connsiteX1" fmla="*/ 16206 w 21212"/>
                <a:gd name="connsiteY1" fmla="*/ 15951 h 21212"/>
                <a:gd name="connsiteX2" fmla="*/ 16206 w 21212"/>
                <a:gd name="connsiteY2" fmla="*/ 15951 h 21212"/>
                <a:gd name="connsiteX3" fmla="*/ 16121 w 21212"/>
                <a:gd name="connsiteY3" fmla="*/ 15951 h 21212"/>
                <a:gd name="connsiteX4" fmla="*/ 16121 w 21212"/>
                <a:gd name="connsiteY4" fmla="*/ 15951 h 21212"/>
                <a:gd name="connsiteX5" fmla="*/ 16121 w 21212"/>
                <a:gd name="connsiteY5" fmla="*/ 16015 h 21212"/>
                <a:gd name="connsiteX6" fmla="*/ 16100 w 21212"/>
                <a:gd name="connsiteY6" fmla="*/ 15951 h 21212"/>
                <a:gd name="connsiteX7" fmla="*/ 15930 w 21212"/>
                <a:gd name="connsiteY7" fmla="*/ 15951 h 21212"/>
                <a:gd name="connsiteX8" fmla="*/ 15930 w 21212"/>
                <a:gd name="connsiteY8" fmla="*/ 15951 h 21212"/>
                <a:gd name="connsiteX9" fmla="*/ 15909 w 21212"/>
                <a:gd name="connsiteY9" fmla="*/ 15951 h 21212"/>
                <a:gd name="connsiteX10" fmla="*/ 15930 w 21212"/>
                <a:gd name="connsiteY10" fmla="*/ 15930 h 21212"/>
                <a:gd name="connsiteX11" fmla="*/ 15909 w 21212"/>
                <a:gd name="connsiteY11" fmla="*/ 15930 h 21212"/>
                <a:gd name="connsiteX12" fmla="*/ 15930 w 21212"/>
                <a:gd name="connsiteY12" fmla="*/ 15909 h 21212"/>
                <a:gd name="connsiteX13" fmla="*/ 16015 w 21212"/>
                <a:gd name="connsiteY13" fmla="*/ 15930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6015 w 21212"/>
                <a:gd name="connsiteY16" fmla="*/ 15930 h 21212"/>
                <a:gd name="connsiteX17" fmla="*/ 16100 w 21212"/>
                <a:gd name="connsiteY17" fmla="*/ 15951 h 21212"/>
                <a:gd name="connsiteX18" fmla="*/ 16121 w 21212"/>
                <a:gd name="connsiteY18" fmla="*/ 15951 h 21212"/>
                <a:gd name="connsiteX19" fmla="*/ 16121 w 21212"/>
                <a:gd name="connsiteY19" fmla="*/ 15951 h 21212"/>
                <a:gd name="connsiteX20" fmla="*/ 16121 w 21212"/>
                <a:gd name="connsiteY20" fmla="*/ 15951 h 21212"/>
                <a:gd name="connsiteX21" fmla="*/ 16206 w 21212"/>
                <a:gd name="connsiteY21" fmla="*/ 15951 h 21212"/>
                <a:gd name="connsiteX22" fmla="*/ 16206 w 21212"/>
                <a:gd name="connsiteY22" fmla="*/ 15951 h 21212"/>
                <a:gd name="connsiteX23" fmla="*/ 16206 w 21212"/>
                <a:gd name="connsiteY23" fmla="*/ 15951 h 21212"/>
                <a:gd name="connsiteX24" fmla="*/ 16206 w 21212"/>
                <a:gd name="connsiteY2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06" y="15951"/>
                  </a:moveTo>
                  <a:lnTo>
                    <a:pt x="16206" y="15951"/>
                  </a:lnTo>
                  <a:lnTo>
                    <a:pt x="16206" y="15951"/>
                  </a:lnTo>
                  <a:cubicBezTo>
                    <a:pt x="16206" y="15951"/>
                    <a:pt x="16206" y="15951"/>
                    <a:pt x="16121" y="15951"/>
                  </a:cubicBezTo>
                  <a:lnTo>
                    <a:pt x="16121" y="15951"/>
                  </a:lnTo>
                  <a:cubicBezTo>
                    <a:pt x="16121" y="16015"/>
                    <a:pt x="16121" y="16015"/>
                    <a:pt x="16121" y="16015"/>
                  </a:cubicBezTo>
                  <a:cubicBezTo>
                    <a:pt x="16100" y="15951"/>
                    <a:pt x="16100" y="15951"/>
                    <a:pt x="16100" y="15951"/>
                  </a:cubicBezTo>
                  <a:lnTo>
                    <a:pt x="15930" y="15951"/>
                  </a:lnTo>
                  <a:lnTo>
                    <a:pt x="15930" y="15951"/>
                  </a:lnTo>
                  <a:lnTo>
                    <a:pt x="15909" y="15951"/>
                  </a:lnTo>
                  <a:lnTo>
                    <a:pt x="15930" y="15930"/>
                  </a:lnTo>
                  <a:lnTo>
                    <a:pt x="15909" y="15930"/>
                  </a:lnTo>
                  <a:lnTo>
                    <a:pt x="15930" y="15909"/>
                  </a:lnTo>
                  <a:lnTo>
                    <a:pt x="16015" y="15930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15" y="15930"/>
                  </a:lnTo>
                  <a:lnTo>
                    <a:pt x="16100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206" y="15951"/>
                  </a:lnTo>
                  <a:lnTo>
                    <a:pt x="16206" y="15951"/>
                  </a:lnTo>
                  <a:lnTo>
                    <a:pt x="16206" y="15951"/>
                  </a:lnTo>
                  <a:lnTo>
                    <a:pt x="16206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B7654797-BC6C-401B-B40C-D653CE368F18}"/>
                </a:ext>
              </a:extLst>
            </p:cNvPr>
            <p:cNvSpPr/>
            <p:nvPr/>
          </p:nvSpPr>
          <p:spPr>
            <a:xfrm>
              <a:off x="6409612" y="4744063"/>
              <a:ext cx="31327" cy="31327"/>
            </a:xfrm>
            <a:custGeom>
              <a:avLst/>
              <a:gdLst>
                <a:gd name="connsiteX0" fmla="*/ 16121 w 21212"/>
                <a:gd name="connsiteY0" fmla="*/ 15994 h 21212"/>
                <a:gd name="connsiteX1" fmla="*/ 16121 w 21212"/>
                <a:gd name="connsiteY1" fmla="*/ 15930 h 21212"/>
                <a:gd name="connsiteX2" fmla="*/ 16164 w 21212"/>
                <a:gd name="connsiteY2" fmla="*/ 15930 h 21212"/>
                <a:gd name="connsiteX3" fmla="*/ 16164 w 21212"/>
                <a:gd name="connsiteY3" fmla="*/ 15930 h 21212"/>
                <a:gd name="connsiteX4" fmla="*/ 16164 w 21212"/>
                <a:gd name="connsiteY4" fmla="*/ 15994 h 21212"/>
                <a:gd name="connsiteX5" fmla="*/ 16121 w 21212"/>
                <a:gd name="connsiteY5" fmla="*/ 15994 h 21212"/>
                <a:gd name="connsiteX6" fmla="*/ 16079 w 21212"/>
                <a:gd name="connsiteY6" fmla="*/ 16015 h 21212"/>
                <a:gd name="connsiteX7" fmla="*/ 16015 w 21212"/>
                <a:gd name="connsiteY7" fmla="*/ 16015 h 21212"/>
                <a:gd name="connsiteX8" fmla="*/ 15994 w 21212"/>
                <a:gd name="connsiteY8" fmla="*/ 16015 h 21212"/>
                <a:gd name="connsiteX9" fmla="*/ 15994 w 21212"/>
                <a:gd name="connsiteY9" fmla="*/ 15994 h 21212"/>
                <a:gd name="connsiteX10" fmla="*/ 15909 w 21212"/>
                <a:gd name="connsiteY10" fmla="*/ 15994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09 w 21212"/>
                <a:gd name="connsiteY13" fmla="*/ 15909 h 21212"/>
                <a:gd name="connsiteX14" fmla="*/ 15994 w 21212"/>
                <a:gd name="connsiteY14" fmla="*/ 15909 h 21212"/>
                <a:gd name="connsiteX15" fmla="*/ 16015 w 21212"/>
                <a:gd name="connsiteY15" fmla="*/ 15909 h 21212"/>
                <a:gd name="connsiteX16" fmla="*/ 16079 w 21212"/>
                <a:gd name="connsiteY16" fmla="*/ 15909 h 21212"/>
                <a:gd name="connsiteX17" fmla="*/ 16121 w 21212"/>
                <a:gd name="connsiteY17" fmla="*/ 15909 h 21212"/>
                <a:gd name="connsiteX18" fmla="*/ 16121 w 21212"/>
                <a:gd name="connsiteY18" fmla="*/ 15909 h 21212"/>
                <a:gd name="connsiteX19" fmla="*/ 16121 w 21212"/>
                <a:gd name="connsiteY19" fmla="*/ 15909 h 21212"/>
                <a:gd name="connsiteX20" fmla="*/ 15994 w 21212"/>
                <a:gd name="connsiteY20" fmla="*/ 15994 h 21212"/>
                <a:gd name="connsiteX21" fmla="*/ 16015 w 21212"/>
                <a:gd name="connsiteY21" fmla="*/ 15994 h 21212"/>
                <a:gd name="connsiteX22" fmla="*/ 16015 w 21212"/>
                <a:gd name="connsiteY22" fmla="*/ 15994 h 21212"/>
                <a:gd name="connsiteX23" fmla="*/ 16079 w 21212"/>
                <a:gd name="connsiteY23" fmla="*/ 15994 h 21212"/>
                <a:gd name="connsiteX24" fmla="*/ 16121 w 21212"/>
                <a:gd name="connsiteY24" fmla="*/ 15994 h 21212"/>
                <a:gd name="connsiteX25" fmla="*/ 15994 w 21212"/>
                <a:gd name="connsiteY25" fmla="*/ 15930 h 21212"/>
                <a:gd name="connsiteX26" fmla="*/ 15994 w 21212"/>
                <a:gd name="connsiteY26" fmla="*/ 15930 h 21212"/>
                <a:gd name="connsiteX27" fmla="*/ 15909 w 21212"/>
                <a:gd name="connsiteY27" fmla="*/ 15930 h 21212"/>
                <a:gd name="connsiteX28" fmla="*/ 15994 w 21212"/>
                <a:gd name="connsiteY28" fmla="*/ 15994 h 21212"/>
                <a:gd name="connsiteX29" fmla="*/ 15994 w 21212"/>
                <a:gd name="connsiteY29" fmla="*/ 15994 h 21212"/>
                <a:gd name="connsiteX30" fmla="*/ 16079 w 21212"/>
                <a:gd name="connsiteY30" fmla="*/ 15909 h 21212"/>
                <a:gd name="connsiteX31" fmla="*/ 15994 w 21212"/>
                <a:gd name="connsiteY31" fmla="*/ 15930 h 21212"/>
                <a:gd name="connsiteX32" fmla="*/ 15994 w 21212"/>
                <a:gd name="connsiteY32" fmla="*/ 15930 h 21212"/>
                <a:gd name="connsiteX33" fmla="*/ 15994 w 21212"/>
                <a:gd name="connsiteY33" fmla="*/ 15930 h 21212"/>
                <a:gd name="connsiteX34" fmla="*/ 15994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21" y="15994"/>
                  </a:moveTo>
                  <a:lnTo>
                    <a:pt x="16121" y="15930"/>
                  </a:lnTo>
                  <a:lnTo>
                    <a:pt x="16164" y="15930"/>
                  </a:lnTo>
                  <a:lnTo>
                    <a:pt x="16164" y="15930"/>
                  </a:lnTo>
                  <a:cubicBezTo>
                    <a:pt x="16164" y="15930"/>
                    <a:pt x="16164" y="15930"/>
                    <a:pt x="16164" y="15994"/>
                  </a:cubicBezTo>
                  <a:cubicBezTo>
                    <a:pt x="16142" y="15994"/>
                    <a:pt x="16142" y="15994"/>
                    <a:pt x="16121" y="15994"/>
                  </a:cubicBezTo>
                  <a:cubicBezTo>
                    <a:pt x="16121" y="15994"/>
                    <a:pt x="16121" y="15994"/>
                    <a:pt x="16079" y="16015"/>
                  </a:cubicBezTo>
                  <a:cubicBezTo>
                    <a:pt x="16079" y="16015"/>
                    <a:pt x="16079" y="16015"/>
                    <a:pt x="16015" y="16015"/>
                  </a:cubicBezTo>
                  <a:cubicBezTo>
                    <a:pt x="16015" y="16015"/>
                    <a:pt x="16015" y="16015"/>
                    <a:pt x="15994" y="16015"/>
                  </a:cubicBezTo>
                  <a:cubicBezTo>
                    <a:pt x="15994" y="16015"/>
                    <a:pt x="15994" y="16015"/>
                    <a:pt x="15994" y="15994"/>
                  </a:cubicBez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30"/>
                  </a:lnTo>
                  <a:lnTo>
                    <a:pt x="15909" y="15930"/>
                  </a:lnTo>
                  <a:lnTo>
                    <a:pt x="15909" y="15909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6079" y="15909"/>
                  </a:cubicBezTo>
                  <a:cubicBezTo>
                    <a:pt x="16079" y="15909"/>
                    <a:pt x="16079" y="15909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lnTo>
                    <a:pt x="15994" y="15994"/>
                  </a:lnTo>
                  <a:lnTo>
                    <a:pt x="16015" y="15994"/>
                  </a:lnTo>
                  <a:lnTo>
                    <a:pt x="16015" y="15994"/>
                  </a:lnTo>
                  <a:lnTo>
                    <a:pt x="16079" y="15994"/>
                  </a:lnTo>
                  <a:cubicBezTo>
                    <a:pt x="16121" y="15994"/>
                    <a:pt x="16121" y="15994"/>
                    <a:pt x="16121" y="15994"/>
                  </a:cubicBezTo>
                  <a:close/>
                  <a:moveTo>
                    <a:pt x="15994" y="15930"/>
                  </a:moveTo>
                  <a:lnTo>
                    <a:pt x="15994" y="15930"/>
                  </a:lnTo>
                  <a:cubicBezTo>
                    <a:pt x="15909" y="15930"/>
                    <a:pt x="15909" y="15930"/>
                    <a:pt x="15909" y="15930"/>
                  </a:cubicBezTo>
                  <a:cubicBezTo>
                    <a:pt x="15909" y="15930"/>
                    <a:pt x="15909" y="15930"/>
                    <a:pt x="15994" y="15994"/>
                  </a:cubicBezTo>
                  <a:lnTo>
                    <a:pt x="15994" y="15994"/>
                  </a:lnTo>
                  <a:lnTo>
                    <a:pt x="16079" y="15909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94" y="15909"/>
                    <a:pt x="15994" y="15909"/>
                    <a:pt x="15994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BE8F729C-524F-4F9A-A9C9-B998F1EB7968}"/>
                </a:ext>
              </a:extLst>
            </p:cNvPr>
            <p:cNvSpPr/>
            <p:nvPr/>
          </p:nvSpPr>
          <p:spPr>
            <a:xfrm>
              <a:off x="6409830" y="4743843"/>
              <a:ext cx="31327" cy="31327"/>
            </a:xfrm>
            <a:custGeom>
              <a:avLst/>
              <a:gdLst>
                <a:gd name="connsiteX0" fmla="*/ 16121 w 21212"/>
                <a:gd name="connsiteY0" fmla="*/ 15994 h 21212"/>
                <a:gd name="connsiteX1" fmla="*/ 16079 w 21212"/>
                <a:gd name="connsiteY1" fmla="*/ 16015 h 21212"/>
                <a:gd name="connsiteX2" fmla="*/ 16036 w 21212"/>
                <a:gd name="connsiteY2" fmla="*/ 15994 h 21212"/>
                <a:gd name="connsiteX3" fmla="*/ 16036 w 21212"/>
                <a:gd name="connsiteY3" fmla="*/ 15994 h 21212"/>
                <a:gd name="connsiteX4" fmla="*/ 15994 w 21212"/>
                <a:gd name="connsiteY4" fmla="*/ 15930 h 21212"/>
                <a:gd name="connsiteX5" fmla="*/ 15994 w 21212"/>
                <a:gd name="connsiteY5" fmla="*/ 15994 h 21212"/>
                <a:gd name="connsiteX6" fmla="*/ 15994 w 21212"/>
                <a:gd name="connsiteY6" fmla="*/ 15994 h 21212"/>
                <a:gd name="connsiteX7" fmla="*/ 15994 w 21212"/>
                <a:gd name="connsiteY7" fmla="*/ 15994 h 21212"/>
                <a:gd name="connsiteX8" fmla="*/ 15994 w 21212"/>
                <a:gd name="connsiteY8" fmla="*/ 16015 h 21212"/>
                <a:gd name="connsiteX9" fmla="*/ 16036 w 21212"/>
                <a:gd name="connsiteY9" fmla="*/ 16079 h 21212"/>
                <a:gd name="connsiteX10" fmla="*/ 16036 w 21212"/>
                <a:gd name="connsiteY10" fmla="*/ 16079 h 21212"/>
                <a:gd name="connsiteX11" fmla="*/ 15909 w 21212"/>
                <a:gd name="connsiteY11" fmla="*/ 15994 h 21212"/>
                <a:gd name="connsiteX12" fmla="*/ 15951 w 21212"/>
                <a:gd name="connsiteY12" fmla="*/ 15994 h 21212"/>
                <a:gd name="connsiteX13" fmla="*/ 15951 w 21212"/>
                <a:gd name="connsiteY13" fmla="*/ 15994 h 21212"/>
                <a:gd name="connsiteX14" fmla="*/ 15951 w 21212"/>
                <a:gd name="connsiteY14" fmla="*/ 15994 h 21212"/>
                <a:gd name="connsiteX15" fmla="*/ 15951 w 21212"/>
                <a:gd name="connsiteY15" fmla="*/ 15994 h 21212"/>
                <a:gd name="connsiteX16" fmla="*/ 15951 w 21212"/>
                <a:gd name="connsiteY16" fmla="*/ 15994 h 21212"/>
                <a:gd name="connsiteX17" fmla="*/ 15994 w 21212"/>
                <a:gd name="connsiteY17" fmla="*/ 15994 h 21212"/>
                <a:gd name="connsiteX18" fmla="*/ 15994 w 21212"/>
                <a:gd name="connsiteY18" fmla="*/ 15930 h 21212"/>
                <a:gd name="connsiteX19" fmla="*/ 15994 w 21212"/>
                <a:gd name="connsiteY19" fmla="*/ 15930 h 21212"/>
                <a:gd name="connsiteX20" fmla="*/ 16036 w 21212"/>
                <a:gd name="connsiteY20" fmla="*/ 15930 h 21212"/>
                <a:gd name="connsiteX21" fmla="*/ 16036 w 21212"/>
                <a:gd name="connsiteY21" fmla="*/ 15930 h 21212"/>
                <a:gd name="connsiteX22" fmla="*/ 16036 w 21212"/>
                <a:gd name="connsiteY22" fmla="*/ 15930 h 21212"/>
                <a:gd name="connsiteX23" fmla="*/ 16079 w 21212"/>
                <a:gd name="connsiteY23" fmla="*/ 15909 h 21212"/>
                <a:gd name="connsiteX24" fmla="*/ 16079 w 21212"/>
                <a:gd name="connsiteY24" fmla="*/ 15909 h 21212"/>
                <a:gd name="connsiteX25" fmla="*/ 16079 w 21212"/>
                <a:gd name="connsiteY25" fmla="*/ 15909 h 21212"/>
                <a:gd name="connsiteX26" fmla="*/ 16079 w 21212"/>
                <a:gd name="connsiteY26" fmla="*/ 15909 h 21212"/>
                <a:gd name="connsiteX27" fmla="*/ 16121 w 21212"/>
                <a:gd name="connsiteY27" fmla="*/ 15909 h 21212"/>
                <a:gd name="connsiteX28" fmla="*/ 16312 w 21212"/>
                <a:gd name="connsiteY28" fmla="*/ 15930 h 21212"/>
                <a:gd name="connsiteX29" fmla="*/ 16270 w 21212"/>
                <a:gd name="connsiteY29" fmla="*/ 15930 h 21212"/>
                <a:gd name="connsiteX30" fmla="*/ 16121 w 21212"/>
                <a:gd name="connsiteY30" fmla="*/ 15909 h 21212"/>
                <a:gd name="connsiteX31" fmla="*/ 16079 w 21212"/>
                <a:gd name="connsiteY31" fmla="*/ 15909 h 21212"/>
                <a:gd name="connsiteX32" fmla="*/ 16079 w 21212"/>
                <a:gd name="connsiteY32" fmla="*/ 15909 h 21212"/>
                <a:gd name="connsiteX33" fmla="*/ 16079 w 21212"/>
                <a:gd name="connsiteY33" fmla="*/ 15909 h 21212"/>
                <a:gd name="connsiteX34" fmla="*/ 16079 w 21212"/>
                <a:gd name="connsiteY34" fmla="*/ 15909 h 21212"/>
                <a:gd name="connsiteX35" fmla="*/ 16079 w 21212"/>
                <a:gd name="connsiteY35" fmla="*/ 15930 h 21212"/>
                <a:gd name="connsiteX36" fmla="*/ 16079 w 21212"/>
                <a:gd name="connsiteY36" fmla="*/ 15930 h 21212"/>
                <a:gd name="connsiteX37" fmla="*/ 16121 w 21212"/>
                <a:gd name="connsiteY37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21" y="15994"/>
                  </a:moveTo>
                  <a:lnTo>
                    <a:pt x="16079" y="16015"/>
                  </a:lnTo>
                  <a:lnTo>
                    <a:pt x="16036" y="15994"/>
                  </a:lnTo>
                  <a:lnTo>
                    <a:pt x="16036" y="15994"/>
                  </a:lnTo>
                  <a:lnTo>
                    <a:pt x="15994" y="15930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5994" y="16015"/>
                  </a:lnTo>
                  <a:lnTo>
                    <a:pt x="16036" y="16079"/>
                  </a:lnTo>
                  <a:lnTo>
                    <a:pt x="16036" y="16079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51" y="15994"/>
                  </a:lnTo>
                  <a:lnTo>
                    <a:pt x="15994" y="15994"/>
                  </a:lnTo>
                  <a:cubicBezTo>
                    <a:pt x="15994" y="15994"/>
                    <a:pt x="15994" y="15994"/>
                    <a:pt x="15994" y="15930"/>
                  </a:cubicBezTo>
                  <a:lnTo>
                    <a:pt x="15994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6036" y="15930"/>
                  </a:lnTo>
                  <a:cubicBezTo>
                    <a:pt x="16036" y="15909"/>
                    <a:pt x="16079" y="15909"/>
                    <a:pt x="16079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121" y="15909"/>
                    <a:pt x="16121" y="15909"/>
                    <a:pt x="16121" y="15909"/>
                  </a:cubicBezTo>
                  <a:lnTo>
                    <a:pt x="16312" y="15930"/>
                  </a:lnTo>
                  <a:lnTo>
                    <a:pt x="16270" y="15930"/>
                  </a:lnTo>
                  <a:lnTo>
                    <a:pt x="16121" y="15909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lnTo>
                    <a:pt x="16079" y="15909"/>
                  </a:lnTo>
                  <a:lnTo>
                    <a:pt x="16079" y="15909"/>
                  </a:lnTo>
                  <a:cubicBezTo>
                    <a:pt x="16079" y="15930"/>
                    <a:pt x="16079" y="15930"/>
                    <a:pt x="16079" y="15930"/>
                  </a:cubicBezTo>
                  <a:lnTo>
                    <a:pt x="16079" y="15930"/>
                  </a:lnTo>
                  <a:lnTo>
                    <a:pt x="16121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D398467D-A70D-4135-8189-8AA9821DB58F}"/>
                </a:ext>
              </a:extLst>
            </p:cNvPr>
            <p:cNvSpPr/>
            <p:nvPr/>
          </p:nvSpPr>
          <p:spPr>
            <a:xfrm>
              <a:off x="6410144" y="4743561"/>
              <a:ext cx="31327" cy="31327"/>
            </a:xfrm>
            <a:custGeom>
              <a:avLst/>
              <a:gdLst>
                <a:gd name="connsiteX0" fmla="*/ 16206 w 21212"/>
                <a:gd name="connsiteY0" fmla="*/ 15909 h 21212"/>
                <a:gd name="connsiteX1" fmla="*/ 16206 w 21212"/>
                <a:gd name="connsiteY1" fmla="*/ 15909 h 21212"/>
                <a:gd name="connsiteX2" fmla="*/ 16206 w 21212"/>
                <a:gd name="connsiteY2" fmla="*/ 15909 h 21212"/>
                <a:gd name="connsiteX3" fmla="*/ 16227 w 21212"/>
                <a:gd name="connsiteY3" fmla="*/ 15973 h 21212"/>
                <a:gd name="connsiteX4" fmla="*/ 16206 w 21212"/>
                <a:gd name="connsiteY4" fmla="*/ 15973 h 21212"/>
                <a:gd name="connsiteX5" fmla="*/ 16206 w 21212"/>
                <a:gd name="connsiteY5" fmla="*/ 16036 h 21212"/>
                <a:gd name="connsiteX6" fmla="*/ 16206 w 21212"/>
                <a:gd name="connsiteY6" fmla="*/ 16036 h 21212"/>
                <a:gd name="connsiteX7" fmla="*/ 16185 w 21212"/>
                <a:gd name="connsiteY7" fmla="*/ 16036 h 21212"/>
                <a:gd name="connsiteX8" fmla="*/ 16185 w 21212"/>
                <a:gd name="connsiteY8" fmla="*/ 16100 h 21212"/>
                <a:gd name="connsiteX9" fmla="*/ 16185 w 21212"/>
                <a:gd name="connsiteY9" fmla="*/ 16100 h 21212"/>
                <a:gd name="connsiteX10" fmla="*/ 16227 w 21212"/>
                <a:gd name="connsiteY10" fmla="*/ 16121 h 21212"/>
                <a:gd name="connsiteX11" fmla="*/ 16206 w 21212"/>
                <a:gd name="connsiteY11" fmla="*/ 16121 h 21212"/>
                <a:gd name="connsiteX12" fmla="*/ 15909 w 21212"/>
                <a:gd name="connsiteY12" fmla="*/ 15973 h 21212"/>
                <a:gd name="connsiteX13" fmla="*/ 15951 w 21212"/>
                <a:gd name="connsiteY13" fmla="*/ 15973 h 21212"/>
                <a:gd name="connsiteX14" fmla="*/ 15951 w 21212"/>
                <a:gd name="connsiteY14" fmla="*/ 15973 h 21212"/>
                <a:gd name="connsiteX15" fmla="*/ 15951 w 21212"/>
                <a:gd name="connsiteY15" fmla="*/ 15973 h 21212"/>
                <a:gd name="connsiteX16" fmla="*/ 16058 w 21212"/>
                <a:gd name="connsiteY16" fmla="*/ 15973 h 21212"/>
                <a:gd name="connsiteX17" fmla="*/ 16058 w 21212"/>
                <a:gd name="connsiteY17" fmla="*/ 15909 h 21212"/>
                <a:gd name="connsiteX18" fmla="*/ 16058 w 21212"/>
                <a:gd name="connsiteY18" fmla="*/ 15909 h 21212"/>
                <a:gd name="connsiteX19" fmla="*/ 16058 w 21212"/>
                <a:gd name="connsiteY19" fmla="*/ 15909 h 21212"/>
                <a:gd name="connsiteX20" fmla="*/ 16100 w 21212"/>
                <a:gd name="connsiteY20" fmla="*/ 15909 h 21212"/>
                <a:gd name="connsiteX21" fmla="*/ 16121 w 21212"/>
                <a:gd name="connsiteY21" fmla="*/ 15909 h 21212"/>
                <a:gd name="connsiteX22" fmla="*/ 16206 w 21212"/>
                <a:gd name="connsiteY22" fmla="*/ 15909 h 21212"/>
                <a:gd name="connsiteX23" fmla="*/ 16206 w 21212"/>
                <a:gd name="connsiteY23" fmla="*/ 15909 h 21212"/>
                <a:gd name="connsiteX24" fmla="*/ 16185 w 21212"/>
                <a:gd name="connsiteY24" fmla="*/ 15909 h 21212"/>
                <a:gd name="connsiteX25" fmla="*/ 16185 w 21212"/>
                <a:gd name="connsiteY25" fmla="*/ 15909 h 21212"/>
                <a:gd name="connsiteX26" fmla="*/ 16121 w 21212"/>
                <a:gd name="connsiteY26" fmla="*/ 15909 h 21212"/>
                <a:gd name="connsiteX27" fmla="*/ 16100 w 21212"/>
                <a:gd name="connsiteY27" fmla="*/ 15909 h 21212"/>
                <a:gd name="connsiteX28" fmla="*/ 16100 w 21212"/>
                <a:gd name="connsiteY28" fmla="*/ 15909 h 21212"/>
                <a:gd name="connsiteX29" fmla="*/ 16058 w 21212"/>
                <a:gd name="connsiteY29" fmla="*/ 15909 h 21212"/>
                <a:gd name="connsiteX30" fmla="*/ 16058 w 21212"/>
                <a:gd name="connsiteY30" fmla="*/ 15973 h 21212"/>
                <a:gd name="connsiteX31" fmla="*/ 16058 w 21212"/>
                <a:gd name="connsiteY31" fmla="*/ 15973 h 21212"/>
                <a:gd name="connsiteX32" fmla="*/ 16058 w 21212"/>
                <a:gd name="connsiteY32" fmla="*/ 15973 h 21212"/>
                <a:gd name="connsiteX33" fmla="*/ 16121 w 21212"/>
                <a:gd name="connsiteY33" fmla="*/ 16036 h 21212"/>
                <a:gd name="connsiteX34" fmla="*/ 16185 w 21212"/>
                <a:gd name="connsiteY34" fmla="*/ 16036 h 21212"/>
                <a:gd name="connsiteX35" fmla="*/ 16185 w 21212"/>
                <a:gd name="connsiteY35" fmla="*/ 16036 h 21212"/>
                <a:gd name="connsiteX36" fmla="*/ 16206 w 21212"/>
                <a:gd name="connsiteY36" fmla="*/ 15973 h 21212"/>
                <a:gd name="connsiteX37" fmla="*/ 16206 w 21212"/>
                <a:gd name="connsiteY37" fmla="*/ 15973 h 21212"/>
                <a:gd name="connsiteX38" fmla="*/ 16206 w 21212"/>
                <a:gd name="connsiteY38" fmla="*/ 15973 h 21212"/>
                <a:gd name="connsiteX39" fmla="*/ 16185 w 21212"/>
                <a:gd name="connsiteY39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206" y="15909"/>
                  </a:moveTo>
                  <a:lnTo>
                    <a:pt x="16206" y="15909"/>
                  </a:lnTo>
                  <a:lnTo>
                    <a:pt x="16206" y="15909"/>
                  </a:lnTo>
                  <a:cubicBezTo>
                    <a:pt x="16227" y="15973"/>
                    <a:pt x="16227" y="15973"/>
                    <a:pt x="16227" y="15973"/>
                  </a:cubicBezTo>
                  <a:lnTo>
                    <a:pt x="16206" y="15973"/>
                  </a:lnTo>
                  <a:lnTo>
                    <a:pt x="16206" y="16036"/>
                  </a:lnTo>
                  <a:lnTo>
                    <a:pt x="16206" y="16036"/>
                  </a:lnTo>
                  <a:lnTo>
                    <a:pt x="16185" y="16036"/>
                  </a:lnTo>
                  <a:cubicBezTo>
                    <a:pt x="16185" y="16036"/>
                    <a:pt x="16185" y="16036"/>
                    <a:pt x="16185" y="16100"/>
                  </a:cubicBezTo>
                  <a:lnTo>
                    <a:pt x="16185" y="16100"/>
                  </a:lnTo>
                  <a:lnTo>
                    <a:pt x="16227" y="16121"/>
                  </a:lnTo>
                  <a:lnTo>
                    <a:pt x="16206" y="16121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6058" y="15973"/>
                  </a:lnTo>
                  <a:cubicBezTo>
                    <a:pt x="16058" y="15973"/>
                    <a:pt x="16058" y="15973"/>
                    <a:pt x="16058" y="15909"/>
                  </a:cubicBezTo>
                  <a:lnTo>
                    <a:pt x="16058" y="15909"/>
                  </a:lnTo>
                  <a:lnTo>
                    <a:pt x="16058" y="15909"/>
                  </a:lnTo>
                  <a:lnTo>
                    <a:pt x="16100" y="15909"/>
                  </a:lnTo>
                  <a:lnTo>
                    <a:pt x="16121" y="15909"/>
                  </a:lnTo>
                  <a:lnTo>
                    <a:pt x="16206" y="15909"/>
                  </a:lnTo>
                  <a:cubicBezTo>
                    <a:pt x="16185" y="15909"/>
                    <a:pt x="16185" y="15909"/>
                    <a:pt x="16206" y="15909"/>
                  </a:cubicBezTo>
                  <a:close/>
                  <a:moveTo>
                    <a:pt x="16185" y="15909"/>
                  </a:moveTo>
                  <a:lnTo>
                    <a:pt x="16185" y="15909"/>
                  </a:lnTo>
                  <a:lnTo>
                    <a:pt x="16121" y="15909"/>
                  </a:lnTo>
                  <a:lnTo>
                    <a:pt x="16100" y="15909"/>
                  </a:lnTo>
                  <a:lnTo>
                    <a:pt x="16100" y="15909"/>
                  </a:lnTo>
                  <a:cubicBezTo>
                    <a:pt x="16058" y="15909"/>
                    <a:pt x="16058" y="15909"/>
                    <a:pt x="16058" y="15909"/>
                  </a:cubicBezTo>
                  <a:lnTo>
                    <a:pt x="16058" y="15973"/>
                  </a:lnTo>
                  <a:lnTo>
                    <a:pt x="16058" y="15973"/>
                  </a:lnTo>
                  <a:lnTo>
                    <a:pt x="16058" y="15973"/>
                  </a:lnTo>
                  <a:lnTo>
                    <a:pt x="16121" y="16036"/>
                  </a:lnTo>
                  <a:lnTo>
                    <a:pt x="16185" y="16036"/>
                  </a:lnTo>
                  <a:lnTo>
                    <a:pt x="16185" y="16036"/>
                  </a:lnTo>
                  <a:cubicBezTo>
                    <a:pt x="16185" y="16036"/>
                    <a:pt x="16206" y="16036"/>
                    <a:pt x="16206" y="15973"/>
                  </a:cubicBezTo>
                  <a:lnTo>
                    <a:pt x="16206" y="15973"/>
                  </a:lnTo>
                  <a:lnTo>
                    <a:pt x="16206" y="15973"/>
                  </a:lnTo>
                  <a:cubicBezTo>
                    <a:pt x="16185" y="15909"/>
                    <a:pt x="16185" y="15909"/>
                    <a:pt x="16185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71034447-F94E-4045-AF71-52729A994166}"/>
                </a:ext>
              </a:extLst>
            </p:cNvPr>
            <p:cNvSpPr/>
            <p:nvPr/>
          </p:nvSpPr>
          <p:spPr>
            <a:xfrm>
              <a:off x="6410582" y="4743435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185 w 21212"/>
                <a:gd name="connsiteY1" fmla="*/ 15909 h 21212"/>
                <a:gd name="connsiteX2" fmla="*/ 16185 w 21212"/>
                <a:gd name="connsiteY2" fmla="*/ 15909 h 21212"/>
                <a:gd name="connsiteX3" fmla="*/ 16185 w 21212"/>
                <a:gd name="connsiteY3" fmla="*/ 15909 h 21212"/>
                <a:gd name="connsiteX4" fmla="*/ 16100 w 21212"/>
                <a:gd name="connsiteY4" fmla="*/ 15973 h 21212"/>
                <a:gd name="connsiteX5" fmla="*/ 16100 w 21212"/>
                <a:gd name="connsiteY5" fmla="*/ 15994 h 21212"/>
                <a:gd name="connsiteX6" fmla="*/ 16036 w 21212"/>
                <a:gd name="connsiteY6" fmla="*/ 15994 h 21212"/>
                <a:gd name="connsiteX7" fmla="*/ 15973 w 21212"/>
                <a:gd name="connsiteY7" fmla="*/ 15994 h 21212"/>
                <a:gd name="connsiteX8" fmla="*/ 15930 w 21212"/>
                <a:gd name="connsiteY8" fmla="*/ 15994 h 21212"/>
                <a:gd name="connsiteX9" fmla="*/ 15909 w 21212"/>
                <a:gd name="connsiteY9" fmla="*/ 15973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30 w 21212"/>
                <a:gd name="connsiteY12" fmla="*/ 15909 h 21212"/>
                <a:gd name="connsiteX13" fmla="*/ 15973 w 21212"/>
                <a:gd name="connsiteY13" fmla="*/ 15909 h 21212"/>
                <a:gd name="connsiteX14" fmla="*/ 16036 w 21212"/>
                <a:gd name="connsiteY14" fmla="*/ 15909 h 21212"/>
                <a:gd name="connsiteX15" fmla="*/ 16100 w 21212"/>
                <a:gd name="connsiteY15" fmla="*/ 15909 h 21212"/>
                <a:gd name="connsiteX16" fmla="*/ 16185 w 21212"/>
                <a:gd name="connsiteY16" fmla="*/ 15909 h 21212"/>
                <a:gd name="connsiteX17" fmla="*/ 16100 w 21212"/>
                <a:gd name="connsiteY17" fmla="*/ 15930 h 21212"/>
                <a:gd name="connsiteX18" fmla="*/ 16036 w 21212"/>
                <a:gd name="connsiteY18" fmla="*/ 15909 h 21212"/>
                <a:gd name="connsiteX19" fmla="*/ 15973 w 21212"/>
                <a:gd name="connsiteY19" fmla="*/ 15909 h 21212"/>
                <a:gd name="connsiteX20" fmla="*/ 15973 w 21212"/>
                <a:gd name="connsiteY20" fmla="*/ 15909 h 21212"/>
                <a:gd name="connsiteX21" fmla="*/ 15930 w 21212"/>
                <a:gd name="connsiteY21" fmla="*/ 15930 h 21212"/>
                <a:gd name="connsiteX22" fmla="*/ 15930 w 21212"/>
                <a:gd name="connsiteY22" fmla="*/ 15930 h 21212"/>
                <a:gd name="connsiteX23" fmla="*/ 15930 w 21212"/>
                <a:gd name="connsiteY23" fmla="*/ 15930 h 21212"/>
                <a:gd name="connsiteX24" fmla="*/ 15930 w 21212"/>
                <a:gd name="connsiteY24" fmla="*/ 15973 h 21212"/>
                <a:gd name="connsiteX25" fmla="*/ 15930 w 21212"/>
                <a:gd name="connsiteY25" fmla="*/ 15973 h 21212"/>
                <a:gd name="connsiteX26" fmla="*/ 15973 w 21212"/>
                <a:gd name="connsiteY26" fmla="*/ 15973 h 21212"/>
                <a:gd name="connsiteX27" fmla="*/ 16036 w 21212"/>
                <a:gd name="connsiteY27" fmla="*/ 15973 h 21212"/>
                <a:gd name="connsiteX28" fmla="*/ 16036 w 21212"/>
                <a:gd name="connsiteY28" fmla="*/ 15973 h 21212"/>
                <a:gd name="connsiteX29" fmla="*/ 16100 w 21212"/>
                <a:gd name="connsiteY29" fmla="*/ 15973 h 21212"/>
                <a:gd name="connsiteX30" fmla="*/ 16100 w 21212"/>
                <a:gd name="connsiteY30" fmla="*/ 15930 h 21212"/>
                <a:gd name="connsiteX31" fmla="*/ 16185 w 21212"/>
                <a:gd name="connsiteY31" fmla="*/ 15930 h 21212"/>
                <a:gd name="connsiteX32" fmla="*/ 16100 w 21212"/>
                <a:gd name="connsiteY32" fmla="*/ 15930 h 21212"/>
                <a:gd name="connsiteX33" fmla="*/ 16100 w 21212"/>
                <a:gd name="connsiteY33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lnTo>
                    <a:pt x="16185" y="15909"/>
                  </a:lnTo>
                  <a:lnTo>
                    <a:pt x="16185" y="15909"/>
                  </a:lnTo>
                  <a:lnTo>
                    <a:pt x="16185" y="15909"/>
                  </a:lnTo>
                  <a:cubicBezTo>
                    <a:pt x="16185" y="15973"/>
                    <a:pt x="16185" y="15973"/>
                    <a:pt x="16100" y="15973"/>
                  </a:cubicBezTo>
                  <a:lnTo>
                    <a:pt x="16100" y="15994"/>
                  </a:lnTo>
                  <a:cubicBezTo>
                    <a:pt x="16036" y="15994"/>
                    <a:pt x="16036" y="15994"/>
                    <a:pt x="16036" y="15994"/>
                  </a:cubicBezTo>
                  <a:cubicBezTo>
                    <a:pt x="15973" y="15994"/>
                    <a:pt x="15973" y="15994"/>
                    <a:pt x="15973" y="15994"/>
                  </a:cubicBezTo>
                  <a:cubicBezTo>
                    <a:pt x="15930" y="15994"/>
                    <a:pt x="15930" y="15994"/>
                    <a:pt x="15930" y="15994"/>
                  </a:cubicBezTo>
                  <a:cubicBezTo>
                    <a:pt x="15909" y="15973"/>
                    <a:pt x="15909" y="15973"/>
                    <a:pt x="15909" y="15973"/>
                  </a:cubicBezTo>
                  <a:cubicBezTo>
                    <a:pt x="15909" y="15973"/>
                    <a:pt x="15909" y="15973"/>
                    <a:pt x="15909" y="15930"/>
                  </a:cubicBezTo>
                  <a:lnTo>
                    <a:pt x="15909" y="15930"/>
                  </a:lnTo>
                  <a:cubicBezTo>
                    <a:pt x="15909" y="15930"/>
                    <a:pt x="15909" y="15930"/>
                    <a:pt x="15930" y="15909"/>
                  </a:cubicBezTo>
                  <a:cubicBezTo>
                    <a:pt x="15930" y="15909"/>
                    <a:pt x="15930" y="15909"/>
                    <a:pt x="15973" y="15909"/>
                  </a:cubicBezTo>
                  <a:cubicBezTo>
                    <a:pt x="15973" y="15909"/>
                    <a:pt x="15973" y="15909"/>
                    <a:pt x="16036" y="15909"/>
                  </a:cubicBezTo>
                  <a:cubicBezTo>
                    <a:pt x="16036" y="15909"/>
                    <a:pt x="16036" y="15909"/>
                    <a:pt x="16100" y="15909"/>
                  </a:cubicBezTo>
                  <a:cubicBezTo>
                    <a:pt x="16100" y="15909"/>
                    <a:pt x="16100" y="15909"/>
                    <a:pt x="16185" y="15909"/>
                  </a:cubicBezTo>
                  <a:close/>
                  <a:moveTo>
                    <a:pt x="16100" y="15930"/>
                  </a:moveTo>
                  <a:cubicBezTo>
                    <a:pt x="16100" y="15909"/>
                    <a:pt x="16036" y="15909"/>
                    <a:pt x="16036" y="15909"/>
                  </a:cubicBezTo>
                  <a:cubicBezTo>
                    <a:pt x="16036" y="15909"/>
                    <a:pt x="16036" y="15909"/>
                    <a:pt x="15973" y="15909"/>
                  </a:cubicBezTo>
                  <a:lnTo>
                    <a:pt x="15973" y="15909"/>
                  </a:lnTo>
                  <a:cubicBezTo>
                    <a:pt x="15973" y="15930"/>
                    <a:pt x="15930" y="15930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cubicBezTo>
                    <a:pt x="15930" y="15930"/>
                    <a:pt x="15930" y="15930"/>
                    <a:pt x="15930" y="15973"/>
                  </a:cubicBezTo>
                  <a:lnTo>
                    <a:pt x="15930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6036" y="15973"/>
                  </a:lnTo>
                  <a:lnTo>
                    <a:pt x="16036" y="15973"/>
                  </a:lnTo>
                  <a:cubicBezTo>
                    <a:pt x="16100" y="15973"/>
                    <a:pt x="16100" y="15973"/>
                    <a:pt x="16100" y="15973"/>
                  </a:cubicBezTo>
                  <a:cubicBezTo>
                    <a:pt x="16100" y="15973"/>
                    <a:pt x="16100" y="15973"/>
                    <a:pt x="16100" y="15930"/>
                  </a:cubicBezTo>
                  <a:lnTo>
                    <a:pt x="16185" y="15930"/>
                  </a:lnTo>
                  <a:lnTo>
                    <a:pt x="16100" y="15930"/>
                  </a:lnTo>
                  <a:lnTo>
                    <a:pt x="1610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385D8D6-AB88-42AD-970C-7040843C690A}"/>
                </a:ext>
              </a:extLst>
            </p:cNvPr>
            <p:cNvSpPr/>
            <p:nvPr/>
          </p:nvSpPr>
          <p:spPr>
            <a:xfrm>
              <a:off x="6410864" y="4743216"/>
              <a:ext cx="31327" cy="31327"/>
            </a:xfrm>
            <a:custGeom>
              <a:avLst/>
              <a:gdLst>
                <a:gd name="connsiteX0" fmla="*/ 16036 w 21212"/>
                <a:gd name="connsiteY0" fmla="*/ 15909 h 21212"/>
                <a:gd name="connsiteX1" fmla="*/ 16036 w 21212"/>
                <a:gd name="connsiteY1" fmla="*/ 15909 h 21212"/>
                <a:gd name="connsiteX2" fmla="*/ 15994 w 21212"/>
                <a:gd name="connsiteY2" fmla="*/ 15930 h 21212"/>
                <a:gd name="connsiteX3" fmla="*/ 15994 w 21212"/>
                <a:gd name="connsiteY3" fmla="*/ 15930 h 21212"/>
                <a:gd name="connsiteX4" fmla="*/ 15994 w 21212"/>
                <a:gd name="connsiteY4" fmla="*/ 15930 h 21212"/>
                <a:gd name="connsiteX5" fmla="*/ 15994 w 21212"/>
                <a:gd name="connsiteY5" fmla="*/ 15930 h 21212"/>
                <a:gd name="connsiteX6" fmla="*/ 16079 w 21212"/>
                <a:gd name="connsiteY6" fmla="*/ 16057 h 21212"/>
                <a:gd name="connsiteX7" fmla="*/ 16036 w 21212"/>
                <a:gd name="connsiteY7" fmla="*/ 16057 h 21212"/>
                <a:gd name="connsiteX8" fmla="*/ 15909 w 21212"/>
                <a:gd name="connsiteY8" fmla="*/ 15930 h 21212"/>
                <a:gd name="connsiteX9" fmla="*/ 15909 w 21212"/>
                <a:gd name="connsiteY9" fmla="*/ 15930 h 21212"/>
                <a:gd name="connsiteX10" fmla="*/ 15994 w 21212"/>
                <a:gd name="connsiteY10" fmla="*/ 15930 h 21212"/>
                <a:gd name="connsiteX11" fmla="*/ 15994 w 21212"/>
                <a:gd name="connsiteY11" fmla="*/ 15930 h 21212"/>
                <a:gd name="connsiteX12" fmla="*/ 15994 w 21212"/>
                <a:gd name="connsiteY12" fmla="*/ 15930 h 21212"/>
                <a:gd name="connsiteX13" fmla="*/ 15994 w 21212"/>
                <a:gd name="connsiteY13" fmla="*/ 15930 h 21212"/>
                <a:gd name="connsiteX14" fmla="*/ 15994 w 21212"/>
                <a:gd name="connsiteY14" fmla="*/ 15930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6036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36" y="15909"/>
                  </a:moveTo>
                  <a:lnTo>
                    <a:pt x="16036" y="15909"/>
                  </a:lnTo>
                  <a:cubicBezTo>
                    <a:pt x="15994" y="15930"/>
                    <a:pt x="15994" y="15930"/>
                    <a:pt x="15994" y="15930"/>
                  </a:cubicBez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6079" y="16057"/>
                  </a:lnTo>
                  <a:lnTo>
                    <a:pt x="16036" y="16057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6036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C7980B15-C036-413B-8170-F6443F49B273}"/>
                </a:ext>
              </a:extLst>
            </p:cNvPr>
            <p:cNvSpPr/>
            <p:nvPr/>
          </p:nvSpPr>
          <p:spPr>
            <a:xfrm>
              <a:off x="6411177" y="4742903"/>
              <a:ext cx="31327" cy="31327"/>
            </a:xfrm>
            <a:custGeom>
              <a:avLst/>
              <a:gdLst>
                <a:gd name="connsiteX0" fmla="*/ 16164 w 21212"/>
                <a:gd name="connsiteY0" fmla="*/ 16015 h 21212"/>
                <a:gd name="connsiteX1" fmla="*/ 16164 w 21212"/>
                <a:gd name="connsiteY1" fmla="*/ 16079 h 21212"/>
                <a:gd name="connsiteX2" fmla="*/ 16079 w 21212"/>
                <a:gd name="connsiteY2" fmla="*/ 16015 h 21212"/>
                <a:gd name="connsiteX3" fmla="*/ 16015 w 21212"/>
                <a:gd name="connsiteY3" fmla="*/ 15973 h 21212"/>
                <a:gd name="connsiteX4" fmla="*/ 16015 w 21212"/>
                <a:gd name="connsiteY4" fmla="*/ 15973 h 21212"/>
                <a:gd name="connsiteX5" fmla="*/ 15994 w 21212"/>
                <a:gd name="connsiteY5" fmla="*/ 15973 h 21212"/>
                <a:gd name="connsiteX6" fmla="*/ 15994 w 21212"/>
                <a:gd name="connsiteY6" fmla="*/ 16015 h 21212"/>
                <a:gd name="connsiteX7" fmla="*/ 15930 w 21212"/>
                <a:gd name="connsiteY7" fmla="*/ 16015 h 21212"/>
                <a:gd name="connsiteX8" fmla="*/ 15930 w 21212"/>
                <a:gd name="connsiteY8" fmla="*/ 16079 h 21212"/>
                <a:gd name="connsiteX9" fmla="*/ 16079 w 21212"/>
                <a:gd name="connsiteY9" fmla="*/ 16121 h 21212"/>
                <a:gd name="connsiteX10" fmla="*/ 16015 w 21212"/>
                <a:gd name="connsiteY10" fmla="*/ 16121 h 21212"/>
                <a:gd name="connsiteX11" fmla="*/ 15909 w 21212"/>
                <a:gd name="connsiteY11" fmla="*/ 16079 h 21212"/>
                <a:gd name="connsiteX12" fmla="*/ 15909 w 21212"/>
                <a:gd name="connsiteY12" fmla="*/ 16015 h 21212"/>
                <a:gd name="connsiteX13" fmla="*/ 15930 w 21212"/>
                <a:gd name="connsiteY13" fmla="*/ 16079 h 21212"/>
                <a:gd name="connsiteX14" fmla="*/ 15930 w 21212"/>
                <a:gd name="connsiteY14" fmla="*/ 16079 h 21212"/>
                <a:gd name="connsiteX15" fmla="*/ 15930 w 21212"/>
                <a:gd name="connsiteY15" fmla="*/ 16015 h 21212"/>
                <a:gd name="connsiteX16" fmla="*/ 15930 w 21212"/>
                <a:gd name="connsiteY16" fmla="*/ 16015 h 21212"/>
                <a:gd name="connsiteX17" fmla="*/ 15930 w 21212"/>
                <a:gd name="connsiteY17" fmla="*/ 16015 h 21212"/>
                <a:gd name="connsiteX18" fmla="*/ 15930 w 21212"/>
                <a:gd name="connsiteY18" fmla="*/ 15973 h 21212"/>
                <a:gd name="connsiteX19" fmla="*/ 15994 w 21212"/>
                <a:gd name="connsiteY19" fmla="*/ 15973 h 21212"/>
                <a:gd name="connsiteX20" fmla="*/ 16015 w 21212"/>
                <a:gd name="connsiteY20" fmla="*/ 15973 h 21212"/>
                <a:gd name="connsiteX21" fmla="*/ 16015 w 21212"/>
                <a:gd name="connsiteY21" fmla="*/ 15973 h 21212"/>
                <a:gd name="connsiteX22" fmla="*/ 16015 w 21212"/>
                <a:gd name="connsiteY22" fmla="*/ 15973 h 21212"/>
                <a:gd name="connsiteX23" fmla="*/ 16079 w 21212"/>
                <a:gd name="connsiteY23" fmla="*/ 15909 h 21212"/>
                <a:gd name="connsiteX24" fmla="*/ 16100 w 21212"/>
                <a:gd name="connsiteY24" fmla="*/ 15909 h 21212"/>
                <a:gd name="connsiteX25" fmla="*/ 16100 w 21212"/>
                <a:gd name="connsiteY25" fmla="*/ 15909 h 21212"/>
                <a:gd name="connsiteX26" fmla="*/ 16164 w 21212"/>
                <a:gd name="connsiteY26" fmla="*/ 15909 h 21212"/>
                <a:gd name="connsiteX27" fmla="*/ 16164 w 21212"/>
                <a:gd name="connsiteY27" fmla="*/ 15909 h 21212"/>
                <a:gd name="connsiteX28" fmla="*/ 16249 w 21212"/>
                <a:gd name="connsiteY28" fmla="*/ 15973 h 21212"/>
                <a:gd name="connsiteX29" fmla="*/ 16227 w 21212"/>
                <a:gd name="connsiteY29" fmla="*/ 15973 h 21212"/>
                <a:gd name="connsiteX30" fmla="*/ 16164 w 21212"/>
                <a:gd name="connsiteY30" fmla="*/ 15909 h 21212"/>
                <a:gd name="connsiteX31" fmla="*/ 16164 w 21212"/>
                <a:gd name="connsiteY31" fmla="*/ 15909 h 21212"/>
                <a:gd name="connsiteX32" fmla="*/ 16100 w 21212"/>
                <a:gd name="connsiteY32" fmla="*/ 15909 h 21212"/>
                <a:gd name="connsiteX33" fmla="*/ 16100 w 21212"/>
                <a:gd name="connsiteY33" fmla="*/ 15909 h 21212"/>
                <a:gd name="connsiteX34" fmla="*/ 16079 w 21212"/>
                <a:gd name="connsiteY34" fmla="*/ 15909 h 21212"/>
                <a:gd name="connsiteX35" fmla="*/ 16079 w 21212"/>
                <a:gd name="connsiteY35" fmla="*/ 15973 h 21212"/>
                <a:gd name="connsiteX36" fmla="*/ 16079 w 21212"/>
                <a:gd name="connsiteY36" fmla="*/ 15973 h 21212"/>
                <a:gd name="connsiteX37" fmla="*/ 16164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64" y="16015"/>
                  </a:moveTo>
                  <a:lnTo>
                    <a:pt x="16164" y="16079"/>
                  </a:lnTo>
                  <a:lnTo>
                    <a:pt x="16079" y="16015"/>
                  </a:lnTo>
                  <a:cubicBezTo>
                    <a:pt x="16015" y="15973"/>
                    <a:pt x="16015" y="15973"/>
                    <a:pt x="16015" y="15973"/>
                  </a:cubicBezTo>
                  <a:lnTo>
                    <a:pt x="16015" y="15973"/>
                  </a:lnTo>
                  <a:cubicBezTo>
                    <a:pt x="15994" y="15973"/>
                    <a:pt x="15994" y="15973"/>
                    <a:pt x="15994" y="15973"/>
                  </a:cubicBezTo>
                  <a:cubicBezTo>
                    <a:pt x="15994" y="16015"/>
                    <a:pt x="15994" y="16015"/>
                    <a:pt x="15994" y="16015"/>
                  </a:cubicBezTo>
                  <a:lnTo>
                    <a:pt x="15930" y="16015"/>
                  </a:lnTo>
                  <a:cubicBezTo>
                    <a:pt x="15930" y="16079"/>
                    <a:pt x="15930" y="16079"/>
                    <a:pt x="15930" y="16079"/>
                  </a:cubicBezTo>
                  <a:lnTo>
                    <a:pt x="16079" y="16121"/>
                  </a:lnTo>
                  <a:lnTo>
                    <a:pt x="16015" y="16121"/>
                  </a:lnTo>
                  <a:lnTo>
                    <a:pt x="15909" y="16079"/>
                  </a:lnTo>
                  <a:lnTo>
                    <a:pt x="15909" y="16015"/>
                  </a:lnTo>
                  <a:lnTo>
                    <a:pt x="15930" y="16079"/>
                  </a:lnTo>
                  <a:lnTo>
                    <a:pt x="15930" y="16079"/>
                  </a:lnTo>
                  <a:cubicBezTo>
                    <a:pt x="15930" y="16015"/>
                    <a:pt x="15930" y="16015"/>
                    <a:pt x="15930" y="16015"/>
                  </a:cubicBezTo>
                  <a:lnTo>
                    <a:pt x="15930" y="16015"/>
                  </a:lnTo>
                  <a:lnTo>
                    <a:pt x="15930" y="16015"/>
                  </a:lnTo>
                  <a:cubicBezTo>
                    <a:pt x="15930" y="16015"/>
                    <a:pt x="15930" y="16015"/>
                    <a:pt x="15930" y="15973"/>
                  </a:cubicBezTo>
                  <a:cubicBezTo>
                    <a:pt x="15994" y="15973"/>
                    <a:pt x="15994" y="15973"/>
                    <a:pt x="15994" y="15973"/>
                  </a:cubicBezTo>
                  <a:cubicBezTo>
                    <a:pt x="16015" y="15973"/>
                    <a:pt x="16015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cubicBezTo>
                    <a:pt x="16079" y="15909"/>
                    <a:pt x="16079" y="15909"/>
                    <a:pt x="16079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64" y="15909"/>
                  </a:lnTo>
                  <a:lnTo>
                    <a:pt x="16164" y="15909"/>
                  </a:lnTo>
                  <a:lnTo>
                    <a:pt x="16249" y="15973"/>
                  </a:lnTo>
                  <a:lnTo>
                    <a:pt x="16227" y="15973"/>
                  </a:lnTo>
                  <a:lnTo>
                    <a:pt x="16164" y="15909"/>
                  </a:lnTo>
                  <a:lnTo>
                    <a:pt x="16164" y="15909"/>
                  </a:lnTo>
                  <a:cubicBezTo>
                    <a:pt x="16100" y="15909"/>
                    <a:pt x="16100" y="15909"/>
                    <a:pt x="16100" y="15909"/>
                  </a:cubicBezTo>
                  <a:lnTo>
                    <a:pt x="16100" y="15909"/>
                  </a:lnTo>
                  <a:lnTo>
                    <a:pt x="16079" y="15909"/>
                  </a:lnTo>
                  <a:lnTo>
                    <a:pt x="16079" y="15973"/>
                  </a:lnTo>
                  <a:lnTo>
                    <a:pt x="16079" y="15973"/>
                  </a:lnTo>
                  <a:lnTo>
                    <a:pt x="16164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711E6867-6AAA-4EC5-8D03-FD3570A4D8E5}"/>
                </a:ext>
              </a:extLst>
            </p:cNvPr>
            <p:cNvSpPr/>
            <p:nvPr/>
          </p:nvSpPr>
          <p:spPr>
            <a:xfrm>
              <a:off x="6411554" y="4742840"/>
              <a:ext cx="31327" cy="31327"/>
            </a:xfrm>
            <a:custGeom>
              <a:avLst/>
              <a:gdLst>
                <a:gd name="connsiteX0" fmla="*/ 16142 w 21212"/>
                <a:gd name="connsiteY0" fmla="*/ 15909 h 21212"/>
                <a:gd name="connsiteX1" fmla="*/ 16142 w 21212"/>
                <a:gd name="connsiteY1" fmla="*/ 15909 h 21212"/>
                <a:gd name="connsiteX2" fmla="*/ 16142 w 21212"/>
                <a:gd name="connsiteY2" fmla="*/ 15909 h 21212"/>
                <a:gd name="connsiteX3" fmla="*/ 16142 w 21212"/>
                <a:gd name="connsiteY3" fmla="*/ 15909 h 21212"/>
                <a:gd name="connsiteX4" fmla="*/ 16142 w 21212"/>
                <a:gd name="connsiteY4" fmla="*/ 15909 h 21212"/>
                <a:gd name="connsiteX5" fmla="*/ 16142 w 21212"/>
                <a:gd name="connsiteY5" fmla="*/ 15909 h 21212"/>
                <a:gd name="connsiteX6" fmla="*/ 16100 w 21212"/>
                <a:gd name="connsiteY6" fmla="*/ 15951 h 21212"/>
                <a:gd name="connsiteX7" fmla="*/ 16100 w 21212"/>
                <a:gd name="connsiteY7" fmla="*/ 15951 h 21212"/>
                <a:gd name="connsiteX8" fmla="*/ 16036 w 21212"/>
                <a:gd name="connsiteY8" fmla="*/ 15951 h 21212"/>
                <a:gd name="connsiteX9" fmla="*/ 15994 w 21212"/>
                <a:gd name="connsiteY9" fmla="*/ 15951 h 21212"/>
                <a:gd name="connsiteX10" fmla="*/ 15994 w 21212"/>
                <a:gd name="connsiteY10" fmla="*/ 15951 h 21212"/>
                <a:gd name="connsiteX11" fmla="*/ 15994 w 21212"/>
                <a:gd name="connsiteY11" fmla="*/ 15909 h 21212"/>
                <a:gd name="connsiteX12" fmla="*/ 15994 w 21212"/>
                <a:gd name="connsiteY12" fmla="*/ 15909 h 21212"/>
                <a:gd name="connsiteX13" fmla="*/ 16036 w 21212"/>
                <a:gd name="connsiteY13" fmla="*/ 15909 h 21212"/>
                <a:gd name="connsiteX14" fmla="*/ 16036 w 21212"/>
                <a:gd name="connsiteY14" fmla="*/ 15909 h 21212"/>
                <a:gd name="connsiteX15" fmla="*/ 16100 w 21212"/>
                <a:gd name="connsiteY15" fmla="*/ 15909 h 21212"/>
                <a:gd name="connsiteX16" fmla="*/ 16100 w 21212"/>
                <a:gd name="connsiteY16" fmla="*/ 15909 h 21212"/>
                <a:gd name="connsiteX17" fmla="*/ 16100 w 21212"/>
                <a:gd name="connsiteY17" fmla="*/ 15909 h 21212"/>
                <a:gd name="connsiteX18" fmla="*/ 16036 w 21212"/>
                <a:gd name="connsiteY18" fmla="*/ 15909 h 21212"/>
                <a:gd name="connsiteX19" fmla="*/ 16036 w 21212"/>
                <a:gd name="connsiteY19" fmla="*/ 15909 h 21212"/>
                <a:gd name="connsiteX20" fmla="*/ 15994 w 21212"/>
                <a:gd name="connsiteY20" fmla="*/ 15909 h 21212"/>
                <a:gd name="connsiteX21" fmla="*/ 15994 w 21212"/>
                <a:gd name="connsiteY21" fmla="*/ 15909 h 21212"/>
                <a:gd name="connsiteX22" fmla="*/ 15973 w 21212"/>
                <a:gd name="connsiteY22" fmla="*/ 15909 h 21212"/>
                <a:gd name="connsiteX23" fmla="*/ 15973 w 21212"/>
                <a:gd name="connsiteY23" fmla="*/ 15909 h 21212"/>
                <a:gd name="connsiteX24" fmla="*/ 15909 w 21212"/>
                <a:gd name="connsiteY24" fmla="*/ 15909 h 21212"/>
                <a:gd name="connsiteX25" fmla="*/ 15909 w 21212"/>
                <a:gd name="connsiteY25" fmla="*/ 15909 h 21212"/>
                <a:gd name="connsiteX26" fmla="*/ 15973 w 21212"/>
                <a:gd name="connsiteY26" fmla="*/ 15909 h 21212"/>
                <a:gd name="connsiteX27" fmla="*/ 15973 w 21212"/>
                <a:gd name="connsiteY27" fmla="*/ 15909 h 21212"/>
                <a:gd name="connsiteX28" fmla="*/ 15973 w 21212"/>
                <a:gd name="connsiteY28" fmla="*/ 15909 h 21212"/>
                <a:gd name="connsiteX29" fmla="*/ 15994 w 21212"/>
                <a:gd name="connsiteY29" fmla="*/ 15909 h 21212"/>
                <a:gd name="connsiteX30" fmla="*/ 16100 w 21212"/>
                <a:gd name="connsiteY30" fmla="*/ 15909 h 21212"/>
                <a:gd name="connsiteX31" fmla="*/ 16100 w 21212"/>
                <a:gd name="connsiteY31" fmla="*/ 15909 h 21212"/>
                <a:gd name="connsiteX32" fmla="*/ 16100 w 21212"/>
                <a:gd name="connsiteY32" fmla="*/ 15909 h 21212"/>
                <a:gd name="connsiteX33" fmla="*/ 16142 w 21212"/>
                <a:gd name="connsiteY33" fmla="*/ 15909 h 21212"/>
                <a:gd name="connsiteX34" fmla="*/ 16142 w 21212"/>
                <a:gd name="connsiteY34" fmla="*/ 15909 h 21212"/>
                <a:gd name="connsiteX35" fmla="*/ 16142 w 21212"/>
                <a:gd name="connsiteY35" fmla="*/ 15909 h 21212"/>
                <a:gd name="connsiteX36" fmla="*/ 16100 w 21212"/>
                <a:gd name="connsiteY36" fmla="*/ 15909 h 21212"/>
                <a:gd name="connsiteX37" fmla="*/ 16100 w 21212"/>
                <a:gd name="connsiteY37" fmla="*/ 15909 h 21212"/>
                <a:gd name="connsiteX38" fmla="*/ 16036 w 21212"/>
                <a:gd name="connsiteY38" fmla="*/ 15909 h 21212"/>
                <a:gd name="connsiteX39" fmla="*/ 16036 w 21212"/>
                <a:gd name="connsiteY39" fmla="*/ 15909 h 21212"/>
                <a:gd name="connsiteX40" fmla="*/ 16036 w 21212"/>
                <a:gd name="connsiteY40" fmla="*/ 15909 h 21212"/>
                <a:gd name="connsiteX41" fmla="*/ 16036 w 21212"/>
                <a:gd name="connsiteY41" fmla="*/ 15951 h 21212"/>
                <a:gd name="connsiteX42" fmla="*/ 16100 w 21212"/>
                <a:gd name="connsiteY42" fmla="*/ 15909 h 21212"/>
                <a:gd name="connsiteX43" fmla="*/ 16100 w 21212"/>
                <a:gd name="connsiteY43" fmla="*/ 15909 h 21212"/>
                <a:gd name="connsiteX44" fmla="*/ 16100 w 21212"/>
                <a:gd name="connsiteY44" fmla="*/ 15909 h 21212"/>
                <a:gd name="connsiteX45" fmla="*/ 16100 w 21212"/>
                <a:gd name="connsiteY45" fmla="*/ 15909 h 21212"/>
                <a:gd name="connsiteX46" fmla="*/ 16100 w 21212"/>
                <a:gd name="connsiteY46" fmla="*/ 15909 h 21212"/>
                <a:gd name="connsiteX47" fmla="*/ 16100 w 21212"/>
                <a:gd name="connsiteY47" fmla="*/ 15909 h 21212"/>
                <a:gd name="connsiteX48" fmla="*/ 16100 w 21212"/>
                <a:gd name="connsiteY48" fmla="*/ 15909 h 21212"/>
                <a:gd name="connsiteX49" fmla="*/ 16100 w 21212"/>
                <a:gd name="connsiteY49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09"/>
                  </a:moveTo>
                  <a:lnTo>
                    <a:pt x="16142" y="15909"/>
                  </a:lnTo>
                  <a:lnTo>
                    <a:pt x="16142" y="15909"/>
                  </a:lnTo>
                  <a:cubicBezTo>
                    <a:pt x="16121" y="15909"/>
                    <a:pt x="16121" y="15909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cubicBezTo>
                    <a:pt x="16121" y="15951"/>
                    <a:pt x="16100" y="15951"/>
                    <a:pt x="16100" y="15951"/>
                  </a:cubicBezTo>
                  <a:lnTo>
                    <a:pt x="16100" y="15951"/>
                  </a:lnTo>
                  <a:cubicBezTo>
                    <a:pt x="16036" y="15951"/>
                    <a:pt x="16036" y="15951"/>
                    <a:pt x="16036" y="15951"/>
                  </a:cubicBezTo>
                  <a:cubicBezTo>
                    <a:pt x="16036" y="15951"/>
                    <a:pt x="16036" y="15951"/>
                    <a:pt x="15994" y="15951"/>
                  </a:cubicBezTo>
                  <a:lnTo>
                    <a:pt x="15994" y="15951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6036" y="15909"/>
                  </a:cubicBezTo>
                  <a:lnTo>
                    <a:pt x="16036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5994" y="15909"/>
                  </a:cubicBezTo>
                  <a:lnTo>
                    <a:pt x="15994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09" y="15909"/>
                  </a:lnTo>
                  <a:lnTo>
                    <a:pt x="15909" y="15909"/>
                  </a:lnTo>
                  <a:cubicBezTo>
                    <a:pt x="15909" y="15909"/>
                    <a:pt x="15909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36" y="15909"/>
                    <a:pt x="16036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lose/>
                  <a:moveTo>
                    <a:pt x="16100" y="15909"/>
                  </a:moveTo>
                  <a:lnTo>
                    <a:pt x="16100" y="15909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6036" y="15909"/>
                    <a:pt x="16036" y="15909"/>
                    <a:pt x="16036" y="15951"/>
                  </a:cubicBezTo>
                  <a:cubicBezTo>
                    <a:pt x="16100" y="15951"/>
                    <a:pt x="16100" y="15951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cubicBezTo>
                    <a:pt x="16121" y="15909"/>
                    <a:pt x="16121" y="15909"/>
                    <a:pt x="16100" y="15909"/>
                  </a:cubicBez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6100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3574D48F-E763-4A02-87DA-0827E1A71D56}"/>
                </a:ext>
              </a:extLst>
            </p:cNvPr>
            <p:cNvSpPr/>
            <p:nvPr/>
          </p:nvSpPr>
          <p:spPr>
            <a:xfrm>
              <a:off x="6411836" y="4742652"/>
              <a:ext cx="31327" cy="31327"/>
            </a:xfrm>
            <a:custGeom>
              <a:avLst/>
              <a:gdLst>
                <a:gd name="connsiteX0" fmla="*/ 16164 w 21212"/>
                <a:gd name="connsiteY0" fmla="*/ 15994 h 21212"/>
                <a:gd name="connsiteX1" fmla="*/ 16142 w 21212"/>
                <a:gd name="connsiteY1" fmla="*/ 16058 h 21212"/>
                <a:gd name="connsiteX2" fmla="*/ 16057 w 21212"/>
                <a:gd name="connsiteY2" fmla="*/ 16058 h 21212"/>
                <a:gd name="connsiteX3" fmla="*/ 16057 w 21212"/>
                <a:gd name="connsiteY3" fmla="*/ 16058 h 21212"/>
                <a:gd name="connsiteX4" fmla="*/ 15973 w 21212"/>
                <a:gd name="connsiteY4" fmla="*/ 16058 h 21212"/>
                <a:gd name="connsiteX5" fmla="*/ 15973 w 21212"/>
                <a:gd name="connsiteY5" fmla="*/ 16058 h 21212"/>
                <a:gd name="connsiteX6" fmla="*/ 15951 w 21212"/>
                <a:gd name="connsiteY6" fmla="*/ 16058 h 21212"/>
                <a:gd name="connsiteX7" fmla="*/ 15909 w 21212"/>
                <a:gd name="connsiteY7" fmla="*/ 15994 h 21212"/>
                <a:gd name="connsiteX8" fmla="*/ 15930 w 21212"/>
                <a:gd name="connsiteY8" fmla="*/ 15994 h 21212"/>
                <a:gd name="connsiteX9" fmla="*/ 15973 w 21212"/>
                <a:gd name="connsiteY9" fmla="*/ 15994 h 21212"/>
                <a:gd name="connsiteX10" fmla="*/ 16057 w 21212"/>
                <a:gd name="connsiteY10" fmla="*/ 15994 h 21212"/>
                <a:gd name="connsiteX11" fmla="*/ 16057 w 21212"/>
                <a:gd name="connsiteY11" fmla="*/ 15994 h 21212"/>
                <a:gd name="connsiteX12" fmla="*/ 16164 w 21212"/>
                <a:gd name="connsiteY12" fmla="*/ 15994 h 21212"/>
                <a:gd name="connsiteX13" fmla="*/ 16164 w 21212"/>
                <a:gd name="connsiteY13" fmla="*/ 15994 h 21212"/>
                <a:gd name="connsiteX14" fmla="*/ 16164 w 21212"/>
                <a:gd name="connsiteY14" fmla="*/ 15994 h 21212"/>
                <a:gd name="connsiteX15" fmla="*/ 16164 w 21212"/>
                <a:gd name="connsiteY15" fmla="*/ 15994 h 21212"/>
                <a:gd name="connsiteX16" fmla="*/ 15973 w 21212"/>
                <a:gd name="connsiteY16" fmla="*/ 15909 h 21212"/>
                <a:gd name="connsiteX17" fmla="*/ 16057 w 21212"/>
                <a:gd name="connsiteY17" fmla="*/ 15909 h 21212"/>
                <a:gd name="connsiteX18" fmla="*/ 16164 w 21212"/>
                <a:gd name="connsiteY18" fmla="*/ 15994 h 21212"/>
                <a:gd name="connsiteX19" fmla="*/ 16164 w 21212"/>
                <a:gd name="connsiteY19" fmla="*/ 15994 h 21212"/>
                <a:gd name="connsiteX20" fmla="*/ 16164 w 21212"/>
                <a:gd name="connsiteY20" fmla="*/ 15994 h 21212"/>
                <a:gd name="connsiteX21" fmla="*/ 16206 w 21212"/>
                <a:gd name="connsiteY21" fmla="*/ 15994 h 21212"/>
                <a:gd name="connsiteX22" fmla="*/ 16206 w 21212"/>
                <a:gd name="connsiteY22" fmla="*/ 15994 h 21212"/>
                <a:gd name="connsiteX23" fmla="*/ 16164 w 21212"/>
                <a:gd name="connsiteY23" fmla="*/ 15994 h 21212"/>
                <a:gd name="connsiteX24" fmla="*/ 16164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5994"/>
                  </a:moveTo>
                  <a:cubicBezTo>
                    <a:pt x="16142" y="15994"/>
                    <a:pt x="16142" y="15994"/>
                    <a:pt x="16142" y="16058"/>
                  </a:cubicBezTo>
                  <a:cubicBezTo>
                    <a:pt x="16142" y="16058"/>
                    <a:pt x="16142" y="16058"/>
                    <a:pt x="16057" y="16058"/>
                  </a:cubicBezTo>
                  <a:lnTo>
                    <a:pt x="16057" y="16058"/>
                  </a:lnTo>
                  <a:lnTo>
                    <a:pt x="15973" y="16058"/>
                  </a:lnTo>
                  <a:lnTo>
                    <a:pt x="15973" y="16058"/>
                  </a:lnTo>
                  <a:cubicBezTo>
                    <a:pt x="15973" y="16058"/>
                    <a:pt x="15973" y="16058"/>
                    <a:pt x="15951" y="16058"/>
                  </a:cubicBezTo>
                  <a:lnTo>
                    <a:pt x="15909" y="15994"/>
                  </a:lnTo>
                  <a:lnTo>
                    <a:pt x="15930" y="15994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6057" y="15994"/>
                  </a:cubicBezTo>
                  <a:lnTo>
                    <a:pt x="16057" y="15994"/>
                  </a:lnTo>
                  <a:cubicBezTo>
                    <a:pt x="16142" y="15994"/>
                    <a:pt x="16142" y="15994"/>
                    <a:pt x="16164" y="15994"/>
                  </a:cubicBez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lnTo>
                    <a:pt x="16164" y="15994"/>
                  </a:lnTo>
                  <a:lnTo>
                    <a:pt x="15973" y="15909"/>
                  </a:lnTo>
                  <a:lnTo>
                    <a:pt x="16057" y="15909"/>
                  </a:lnTo>
                  <a:lnTo>
                    <a:pt x="16164" y="15994"/>
                  </a:lnTo>
                  <a:lnTo>
                    <a:pt x="16164" y="15994"/>
                  </a:lnTo>
                  <a:lnTo>
                    <a:pt x="16164" y="15994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164" y="15994"/>
                  </a:lnTo>
                  <a:lnTo>
                    <a:pt x="16164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6AE4E9B-640B-4C03-896D-3C69D75BE96A}"/>
                </a:ext>
              </a:extLst>
            </p:cNvPr>
            <p:cNvSpPr/>
            <p:nvPr/>
          </p:nvSpPr>
          <p:spPr>
            <a:xfrm>
              <a:off x="6412180" y="4742465"/>
              <a:ext cx="31327" cy="31327"/>
            </a:xfrm>
            <a:custGeom>
              <a:avLst/>
              <a:gdLst>
                <a:gd name="connsiteX0" fmla="*/ 16015 w 21212"/>
                <a:gd name="connsiteY0" fmla="*/ 15951 h 21212"/>
                <a:gd name="connsiteX1" fmla="*/ 16015 w 21212"/>
                <a:gd name="connsiteY1" fmla="*/ 15951 h 21212"/>
                <a:gd name="connsiteX2" fmla="*/ 15973 w 21212"/>
                <a:gd name="connsiteY2" fmla="*/ 15951 h 21212"/>
                <a:gd name="connsiteX3" fmla="*/ 15973 w 21212"/>
                <a:gd name="connsiteY3" fmla="*/ 15951 h 21212"/>
                <a:gd name="connsiteX4" fmla="*/ 15973 w 21212"/>
                <a:gd name="connsiteY4" fmla="*/ 16036 h 21212"/>
                <a:gd name="connsiteX5" fmla="*/ 15973 w 21212"/>
                <a:gd name="connsiteY5" fmla="*/ 16036 h 21212"/>
                <a:gd name="connsiteX6" fmla="*/ 16036 w 21212"/>
                <a:gd name="connsiteY6" fmla="*/ 16036 h 21212"/>
                <a:gd name="connsiteX7" fmla="*/ 16015 w 21212"/>
                <a:gd name="connsiteY7" fmla="*/ 16121 h 21212"/>
                <a:gd name="connsiteX8" fmla="*/ 15909 w 21212"/>
                <a:gd name="connsiteY8" fmla="*/ 16036 h 21212"/>
                <a:gd name="connsiteX9" fmla="*/ 15909 w 21212"/>
                <a:gd name="connsiteY9" fmla="*/ 16036 h 21212"/>
                <a:gd name="connsiteX10" fmla="*/ 15930 w 21212"/>
                <a:gd name="connsiteY10" fmla="*/ 16036 h 21212"/>
                <a:gd name="connsiteX11" fmla="*/ 15930 w 21212"/>
                <a:gd name="connsiteY11" fmla="*/ 16036 h 21212"/>
                <a:gd name="connsiteX12" fmla="*/ 15930 w 21212"/>
                <a:gd name="connsiteY12" fmla="*/ 16036 h 21212"/>
                <a:gd name="connsiteX13" fmla="*/ 15930 w 21212"/>
                <a:gd name="connsiteY13" fmla="*/ 15951 h 21212"/>
                <a:gd name="connsiteX14" fmla="*/ 15930 w 21212"/>
                <a:gd name="connsiteY14" fmla="*/ 15951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5973 w 21212"/>
                <a:gd name="connsiteY17" fmla="*/ 15909 h 21212"/>
                <a:gd name="connsiteX18" fmla="*/ 16015 w 21212"/>
                <a:gd name="connsiteY18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51"/>
                  </a:moveTo>
                  <a:lnTo>
                    <a:pt x="16015" y="15951"/>
                  </a:lnTo>
                  <a:lnTo>
                    <a:pt x="15973" y="15951"/>
                  </a:lnTo>
                  <a:lnTo>
                    <a:pt x="15973" y="15951"/>
                  </a:lnTo>
                  <a:cubicBezTo>
                    <a:pt x="15973" y="16036"/>
                    <a:pt x="15973" y="16036"/>
                    <a:pt x="15973" y="16036"/>
                  </a:cubicBezTo>
                  <a:lnTo>
                    <a:pt x="15973" y="16036"/>
                  </a:lnTo>
                  <a:lnTo>
                    <a:pt x="16036" y="16036"/>
                  </a:lnTo>
                  <a:lnTo>
                    <a:pt x="16015" y="16121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30" y="16036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30" y="15951"/>
                    <a:pt x="15930" y="15951"/>
                    <a:pt x="15930" y="15951"/>
                  </a:cubicBezTo>
                  <a:lnTo>
                    <a:pt x="15930" y="15951"/>
                  </a:lnTo>
                  <a:cubicBezTo>
                    <a:pt x="15973" y="15951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6015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955290E-B6FA-4FBD-927C-B5CD52932A19}"/>
                </a:ext>
              </a:extLst>
            </p:cNvPr>
            <p:cNvSpPr/>
            <p:nvPr/>
          </p:nvSpPr>
          <p:spPr>
            <a:xfrm>
              <a:off x="6412211" y="4742370"/>
              <a:ext cx="31327" cy="31327"/>
            </a:xfrm>
            <a:custGeom>
              <a:avLst/>
              <a:gdLst>
                <a:gd name="connsiteX0" fmla="*/ 15951 w 21212"/>
                <a:gd name="connsiteY0" fmla="*/ 15909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94 w 21212"/>
                <a:gd name="connsiteY3" fmla="*/ 15909 h 21212"/>
                <a:gd name="connsiteX4" fmla="*/ 15951 w 21212"/>
                <a:gd name="connsiteY4" fmla="*/ 15909 h 21212"/>
                <a:gd name="connsiteX5" fmla="*/ 16121 w 21212"/>
                <a:gd name="connsiteY5" fmla="*/ 16100 h 21212"/>
                <a:gd name="connsiteX6" fmla="*/ 15994 w 21212"/>
                <a:gd name="connsiteY6" fmla="*/ 15973 h 21212"/>
                <a:gd name="connsiteX7" fmla="*/ 15994 w 21212"/>
                <a:gd name="connsiteY7" fmla="*/ 15909 h 21212"/>
                <a:gd name="connsiteX8" fmla="*/ 16164 w 21212"/>
                <a:gd name="connsiteY8" fmla="*/ 16015 h 21212"/>
                <a:gd name="connsiteX9" fmla="*/ 16121 w 21212"/>
                <a:gd name="connsiteY9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51" y="15909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5994" y="15909"/>
                  </a:lnTo>
                  <a:lnTo>
                    <a:pt x="15951" y="15909"/>
                  </a:lnTo>
                  <a:close/>
                  <a:moveTo>
                    <a:pt x="16121" y="16100"/>
                  </a:moveTo>
                  <a:lnTo>
                    <a:pt x="15994" y="15973"/>
                  </a:lnTo>
                  <a:lnTo>
                    <a:pt x="15994" y="15909"/>
                  </a:lnTo>
                  <a:lnTo>
                    <a:pt x="16164" y="16015"/>
                  </a:lnTo>
                  <a:lnTo>
                    <a:pt x="16121" y="1610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625FB1E6-5A7B-498D-85FE-0F11923F28C1}"/>
                </a:ext>
              </a:extLst>
            </p:cNvPr>
            <p:cNvSpPr/>
            <p:nvPr/>
          </p:nvSpPr>
          <p:spPr>
            <a:xfrm>
              <a:off x="6412462" y="4742339"/>
              <a:ext cx="31327" cy="31327"/>
            </a:xfrm>
            <a:custGeom>
              <a:avLst/>
              <a:gdLst>
                <a:gd name="connsiteX0" fmla="*/ 15951 w 21212"/>
                <a:gd name="connsiteY0" fmla="*/ 15930 h 21212"/>
                <a:gd name="connsiteX1" fmla="*/ 15994 w 21212"/>
                <a:gd name="connsiteY1" fmla="*/ 15930 h 21212"/>
                <a:gd name="connsiteX2" fmla="*/ 15994 w 21212"/>
                <a:gd name="connsiteY2" fmla="*/ 15930 h 21212"/>
                <a:gd name="connsiteX3" fmla="*/ 15994 w 21212"/>
                <a:gd name="connsiteY3" fmla="*/ 15930 h 21212"/>
                <a:gd name="connsiteX4" fmla="*/ 16036 w 21212"/>
                <a:gd name="connsiteY4" fmla="*/ 15930 h 21212"/>
                <a:gd name="connsiteX5" fmla="*/ 16036 w 21212"/>
                <a:gd name="connsiteY5" fmla="*/ 15930 h 21212"/>
                <a:gd name="connsiteX6" fmla="*/ 16100 w 21212"/>
                <a:gd name="connsiteY6" fmla="*/ 15909 h 21212"/>
                <a:gd name="connsiteX7" fmla="*/ 16164 w 21212"/>
                <a:gd name="connsiteY7" fmla="*/ 15909 h 21212"/>
                <a:gd name="connsiteX8" fmla="*/ 16164 w 21212"/>
                <a:gd name="connsiteY8" fmla="*/ 15909 h 21212"/>
                <a:gd name="connsiteX9" fmla="*/ 16164 w 21212"/>
                <a:gd name="connsiteY9" fmla="*/ 15930 h 21212"/>
                <a:gd name="connsiteX10" fmla="*/ 16206 w 21212"/>
                <a:gd name="connsiteY10" fmla="*/ 15930 h 21212"/>
                <a:gd name="connsiteX11" fmla="*/ 16164 w 21212"/>
                <a:gd name="connsiteY11" fmla="*/ 15930 h 21212"/>
                <a:gd name="connsiteX12" fmla="*/ 16164 w 21212"/>
                <a:gd name="connsiteY12" fmla="*/ 15994 h 21212"/>
                <a:gd name="connsiteX13" fmla="*/ 16100 w 21212"/>
                <a:gd name="connsiteY13" fmla="*/ 15994 h 21212"/>
                <a:gd name="connsiteX14" fmla="*/ 16100 w 21212"/>
                <a:gd name="connsiteY14" fmla="*/ 15994 h 21212"/>
                <a:gd name="connsiteX15" fmla="*/ 16036 w 21212"/>
                <a:gd name="connsiteY15" fmla="*/ 15994 h 21212"/>
                <a:gd name="connsiteX16" fmla="*/ 16036 w 21212"/>
                <a:gd name="connsiteY16" fmla="*/ 15994 h 21212"/>
                <a:gd name="connsiteX17" fmla="*/ 16036 w 21212"/>
                <a:gd name="connsiteY17" fmla="*/ 15994 h 21212"/>
                <a:gd name="connsiteX18" fmla="*/ 16036 w 21212"/>
                <a:gd name="connsiteY18" fmla="*/ 15994 h 21212"/>
                <a:gd name="connsiteX19" fmla="*/ 16100 w 21212"/>
                <a:gd name="connsiteY19" fmla="*/ 15994 h 21212"/>
                <a:gd name="connsiteX20" fmla="*/ 16100 w 21212"/>
                <a:gd name="connsiteY20" fmla="*/ 15930 h 21212"/>
                <a:gd name="connsiteX21" fmla="*/ 16164 w 21212"/>
                <a:gd name="connsiteY21" fmla="*/ 15930 h 21212"/>
                <a:gd name="connsiteX22" fmla="*/ 16164 w 21212"/>
                <a:gd name="connsiteY22" fmla="*/ 15930 h 21212"/>
                <a:gd name="connsiteX23" fmla="*/ 16100 w 21212"/>
                <a:gd name="connsiteY23" fmla="*/ 15930 h 21212"/>
                <a:gd name="connsiteX24" fmla="*/ 16100 w 21212"/>
                <a:gd name="connsiteY24" fmla="*/ 15930 h 21212"/>
                <a:gd name="connsiteX25" fmla="*/ 16100 w 21212"/>
                <a:gd name="connsiteY25" fmla="*/ 15930 h 21212"/>
                <a:gd name="connsiteX26" fmla="*/ 16036 w 21212"/>
                <a:gd name="connsiteY26" fmla="*/ 15930 h 21212"/>
                <a:gd name="connsiteX27" fmla="*/ 16036 w 21212"/>
                <a:gd name="connsiteY27" fmla="*/ 15930 h 21212"/>
                <a:gd name="connsiteX28" fmla="*/ 16036 w 21212"/>
                <a:gd name="connsiteY28" fmla="*/ 15930 h 21212"/>
                <a:gd name="connsiteX29" fmla="*/ 15994 w 21212"/>
                <a:gd name="connsiteY29" fmla="*/ 15930 h 21212"/>
                <a:gd name="connsiteX30" fmla="*/ 15951 w 21212"/>
                <a:gd name="connsiteY30" fmla="*/ 15930 h 21212"/>
                <a:gd name="connsiteX31" fmla="*/ 15951 w 21212"/>
                <a:gd name="connsiteY31" fmla="*/ 15930 h 21212"/>
                <a:gd name="connsiteX32" fmla="*/ 15909 w 21212"/>
                <a:gd name="connsiteY32" fmla="*/ 15930 h 21212"/>
                <a:gd name="connsiteX33" fmla="*/ 15909 w 21212"/>
                <a:gd name="connsiteY33" fmla="*/ 15930 h 21212"/>
                <a:gd name="connsiteX34" fmla="*/ 15909 w 21212"/>
                <a:gd name="connsiteY34" fmla="*/ 15909 h 21212"/>
                <a:gd name="connsiteX35" fmla="*/ 15951 w 21212"/>
                <a:gd name="connsiteY35" fmla="*/ 15930 h 21212"/>
                <a:gd name="connsiteX36" fmla="*/ 15994 w 21212"/>
                <a:gd name="connsiteY36" fmla="*/ 15909 h 21212"/>
                <a:gd name="connsiteX37" fmla="*/ 15994 w 21212"/>
                <a:gd name="connsiteY37" fmla="*/ 15909 h 21212"/>
                <a:gd name="connsiteX38" fmla="*/ 16036 w 21212"/>
                <a:gd name="connsiteY38" fmla="*/ 15909 h 21212"/>
                <a:gd name="connsiteX39" fmla="*/ 15994 w 21212"/>
                <a:gd name="connsiteY39" fmla="*/ 15909 h 21212"/>
                <a:gd name="connsiteX40" fmla="*/ 15994 w 21212"/>
                <a:gd name="connsiteY40" fmla="*/ 15909 h 21212"/>
                <a:gd name="connsiteX41" fmla="*/ 15951 w 21212"/>
                <a:gd name="connsiteY41" fmla="*/ 15930 h 21212"/>
                <a:gd name="connsiteX42" fmla="*/ 15951 w 21212"/>
                <a:gd name="connsiteY42" fmla="*/ 15930 h 21212"/>
                <a:gd name="connsiteX43" fmla="*/ 15951 w 21212"/>
                <a:gd name="connsiteY43" fmla="*/ 15930 h 21212"/>
                <a:gd name="connsiteX44" fmla="*/ 15951 w 21212"/>
                <a:gd name="connsiteY4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30"/>
                  </a:moveTo>
                  <a:cubicBezTo>
                    <a:pt x="15951" y="15930"/>
                    <a:pt x="15951" y="15930"/>
                    <a:pt x="15994" y="15930"/>
                  </a:cubicBezTo>
                  <a:lnTo>
                    <a:pt x="15994" y="15930"/>
                  </a:lnTo>
                  <a:lnTo>
                    <a:pt x="15994" y="15930"/>
                  </a:lnTo>
                  <a:lnTo>
                    <a:pt x="16036" y="15930"/>
                  </a:lnTo>
                  <a:lnTo>
                    <a:pt x="16036" y="15930"/>
                  </a:lnTo>
                  <a:cubicBezTo>
                    <a:pt x="16036" y="15909"/>
                    <a:pt x="16100" y="15909"/>
                    <a:pt x="16100" y="15909"/>
                  </a:cubicBezTo>
                  <a:cubicBezTo>
                    <a:pt x="16100" y="15909"/>
                    <a:pt x="16100" y="15909"/>
                    <a:pt x="16164" y="15909"/>
                  </a:cubicBezTo>
                  <a:lnTo>
                    <a:pt x="16164" y="15909"/>
                  </a:lnTo>
                  <a:cubicBezTo>
                    <a:pt x="16164" y="15930"/>
                    <a:pt x="16164" y="15930"/>
                    <a:pt x="16164" y="15930"/>
                  </a:cubicBezTo>
                  <a:lnTo>
                    <a:pt x="16206" y="15930"/>
                  </a:lnTo>
                  <a:lnTo>
                    <a:pt x="16164" y="15930"/>
                  </a:lnTo>
                  <a:lnTo>
                    <a:pt x="16164" y="15994"/>
                  </a:lnTo>
                  <a:cubicBezTo>
                    <a:pt x="16100" y="15994"/>
                    <a:pt x="16100" y="15994"/>
                    <a:pt x="16100" y="15994"/>
                  </a:cubicBezTo>
                  <a:lnTo>
                    <a:pt x="16100" y="15994"/>
                  </a:ln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lnTo>
                    <a:pt x="16036" y="15994"/>
                  </a:lnTo>
                  <a:lnTo>
                    <a:pt x="16036" y="15994"/>
                  </a:lnTo>
                  <a:cubicBezTo>
                    <a:pt x="16100" y="15994"/>
                    <a:pt x="16100" y="15994"/>
                    <a:pt x="16100" y="15994"/>
                  </a:cubicBezTo>
                  <a:cubicBezTo>
                    <a:pt x="16100" y="15930"/>
                    <a:pt x="16100" y="15930"/>
                    <a:pt x="16100" y="15930"/>
                  </a:cubicBezTo>
                  <a:lnTo>
                    <a:pt x="16164" y="15930"/>
                  </a:lnTo>
                  <a:lnTo>
                    <a:pt x="16164" y="15930"/>
                  </a:lnTo>
                  <a:cubicBezTo>
                    <a:pt x="16100" y="15930"/>
                    <a:pt x="16100" y="15930"/>
                    <a:pt x="16100" y="15930"/>
                  </a:cubicBezTo>
                  <a:lnTo>
                    <a:pt x="16100" y="15930"/>
                  </a:lnTo>
                  <a:lnTo>
                    <a:pt x="16100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6036" y="15930"/>
                  </a:lnTo>
                  <a:cubicBezTo>
                    <a:pt x="15994" y="15930"/>
                    <a:pt x="15994" y="15930"/>
                    <a:pt x="15994" y="15930"/>
                  </a:cubicBezTo>
                  <a:lnTo>
                    <a:pt x="15951" y="15930"/>
                  </a:lnTo>
                  <a:lnTo>
                    <a:pt x="15951" y="15930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09"/>
                  </a:lnTo>
                  <a:cubicBezTo>
                    <a:pt x="15951" y="15909"/>
                    <a:pt x="15951" y="15909"/>
                    <a:pt x="15951" y="15930"/>
                  </a:cubicBezTo>
                  <a:cubicBezTo>
                    <a:pt x="15951" y="15909"/>
                    <a:pt x="15951" y="15909"/>
                    <a:pt x="15994" y="15909"/>
                  </a:cubicBezTo>
                  <a:lnTo>
                    <a:pt x="15994" y="15909"/>
                  </a:lnTo>
                  <a:lnTo>
                    <a:pt x="16036" y="15909"/>
                  </a:lnTo>
                  <a:lnTo>
                    <a:pt x="15994" y="15909"/>
                  </a:lnTo>
                  <a:lnTo>
                    <a:pt x="15994" y="15909"/>
                  </a:lnTo>
                  <a:cubicBezTo>
                    <a:pt x="15951" y="15909"/>
                    <a:pt x="15951" y="15909"/>
                    <a:pt x="15951" y="15930"/>
                  </a:cubicBezTo>
                  <a:lnTo>
                    <a:pt x="15951" y="15930"/>
                  </a:lnTo>
                  <a:lnTo>
                    <a:pt x="15951" y="15930"/>
                  </a:lnTo>
                  <a:lnTo>
                    <a:pt x="15951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1CC82D1E-5C4A-4F59-9EF5-DBE777B44627}"/>
                </a:ext>
              </a:extLst>
            </p:cNvPr>
            <p:cNvSpPr/>
            <p:nvPr/>
          </p:nvSpPr>
          <p:spPr>
            <a:xfrm>
              <a:off x="6412932" y="4742339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0444B1E-0D60-4A12-92E1-880A4BBA5D1D}"/>
                </a:ext>
              </a:extLst>
            </p:cNvPr>
            <p:cNvSpPr/>
            <p:nvPr/>
          </p:nvSpPr>
          <p:spPr>
            <a:xfrm>
              <a:off x="6412806" y="4741870"/>
              <a:ext cx="31327" cy="31327"/>
            </a:xfrm>
            <a:custGeom>
              <a:avLst/>
              <a:gdLst>
                <a:gd name="connsiteX0" fmla="*/ 16142 w 21212"/>
                <a:gd name="connsiteY0" fmla="*/ 16079 h 21212"/>
                <a:gd name="connsiteX1" fmla="*/ 16142 w 21212"/>
                <a:gd name="connsiteY1" fmla="*/ 16015 h 21212"/>
                <a:gd name="connsiteX2" fmla="*/ 16079 w 21212"/>
                <a:gd name="connsiteY2" fmla="*/ 15973 h 21212"/>
                <a:gd name="connsiteX3" fmla="*/ 16100 w 21212"/>
                <a:gd name="connsiteY3" fmla="*/ 15909 h 21212"/>
                <a:gd name="connsiteX4" fmla="*/ 16185 w 21212"/>
                <a:gd name="connsiteY4" fmla="*/ 16079 h 21212"/>
                <a:gd name="connsiteX5" fmla="*/ 16142 w 21212"/>
                <a:gd name="connsiteY5" fmla="*/ 16079 h 21212"/>
                <a:gd name="connsiteX6" fmla="*/ 15909 w 21212"/>
                <a:gd name="connsiteY6" fmla="*/ 16036 h 21212"/>
                <a:gd name="connsiteX7" fmla="*/ 15951 w 21212"/>
                <a:gd name="connsiteY7" fmla="*/ 16036 h 21212"/>
                <a:gd name="connsiteX8" fmla="*/ 16100 w 21212"/>
                <a:gd name="connsiteY8" fmla="*/ 16036 h 21212"/>
                <a:gd name="connsiteX9" fmla="*/ 16142 w 21212"/>
                <a:gd name="connsiteY9" fmla="*/ 16079 h 21212"/>
                <a:gd name="connsiteX10" fmla="*/ 16142 w 21212"/>
                <a:gd name="connsiteY10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42" y="16079"/>
                  </a:moveTo>
                  <a:cubicBezTo>
                    <a:pt x="16142" y="16036"/>
                    <a:pt x="16142" y="16036"/>
                    <a:pt x="16142" y="16015"/>
                  </a:cubicBezTo>
                  <a:lnTo>
                    <a:pt x="16079" y="15973"/>
                  </a:lnTo>
                  <a:lnTo>
                    <a:pt x="16100" y="15909"/>
                  </a:lnTo>
                  <a:lnTo>
                    <a:pt x="16185" y="16079"/>
                  </a:lnTo>
                  <a:lnTo>
                    <a:pt x="16142" y="16079"/>
                  </a:lnTo>
                  <a:lnTo>
                    <a:pt x="15909" y="16036"/>
                  </a:lnTo>
                  <a:lnTo>
                    <a:pt x="15951" y="16036"/>
                  </a:lnTo>
                  <a:lnTo>
                    <a:pt x="16100" y="16036"/>
                  </a:lnTo>
                  <a:cubicBezTo>
                    <a:pt x="16100" y="16079"/>
                    <a:pt x="16142" y="16079"/>
                    <a:pt x="16142" y="16079"/>
                  </a:cubicBezTo>
                  <a:lnTo>
                    <a:pt x="16142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A769EDA0-12DA-4614-8BF6-67413622E423}"/>
                </a:ext>
              </a:extLst>
            </p:cNvPr>
            <p:cNvSpPr/>
            <p:nvPr/>
          </p:nvSpPr>
          <p:spPr>
            <a:xfrm>
              <a:off x="6413152" y="4741775"/>
              <a:ext cx="31327" cy="31327"/>
            </a:xfrm>
            <a:custGeom>
              <a:avLst/>
              <a:gdLst>
                <a:gd name="connsiteX0" fmla="*/ 15909 w 21212"/>
                <a:gd name="connsiteY0" fmla="*/ 15973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5909 w 21212"/>
                <a:gd name="connsiteY3" fmla="*/ 15973 h 21212"/>
                <a:gd name="connsiteX4" fmla="*/ 15909 w 21212"/>
                <a:gd name="connsiteY4" fmla="*/ 15973 h 21212"/>
                <a:gd name="connsiteX5" fmla="*/ 16100 w 21212"/>
                <a:gd name="connsiteY5" fmla="*/ 16079 h 21212"/>
                <a:gd name="connsiteX6" fmla="*/ 15909 w 21212"/>
                <a:gd name="connsiteY6" fmla="*/ 15973 h 21212"/>
                <a:gd name="connsiteX7" fmla="*/ 15951 w 21212"/>
                <a:gd name="connsiteY7" fmla="*/ 15973 h 21212"/>
                <a:gd name="connsiteX8" fmla="*/ 16142 w 21212"/>
                <a:gd name="connsiteY8" fmla="*/ 16036 h 21212"/>
                <a:gd name="connsiteX9" fmla="*/ 16100 w 21212"/>
                <a:gd name="connsiteY9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73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5909" y="15973"/>
                  </a:lnTo>
                  <a:lnTo>
                    <a:pt x="15909" y="15973"/>
                  </a:lnTo>
                  <a:close/>
                  <a:moveTo>
                    <a:pt x="16100" y="16079"/>
                  </a:moveTo>
                  <a:lnTo>
                    <a:pt x="15909" y="15973"/>
                  </a:lnTo>
                  <a:lnTo>
                    <a:pt x="15951" y="15973"/>
                  </a:lnTo>
                  <a:lnTo>
                    <a:pt x="16142" y="16036"/>
                  </a:lnTo>
                  <a:lnTo>
                    <a:pt x="16100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ECF5DC8C-EEDD-4508-B88A-5776AA2E7A89}"/>
                </a:ext>
              </a:extLst>
            </p:cNvPr>
            <p:cNvSpPr/>
            <p:nvPr/>
          </p:nvSpPr>
          <p:spPr>
            <a:xfrm>
              <a:off x="6413276" y="4741682"/>
              <a:ext cx="31327" cy="31327"/>
            </a:xfrm>
            <a:custGeom>
              <a:avLst/>
              <a:gdLst>
                <a:gd name="connsiteX0" fmla="*/ 16142 w 21212"/>
                <a:gd name="connsiteY0" fmla="*/ 16036 h 21212"/>
                <a:gd name="connsiteX1" fmla="*/ 16121 w 21212"/>
                <a:gd name="connsiteY1" fmla="*/ 15973 h 21212"/>
                <a:gd name="connsiteX2" fmla="*/ 16058 w 21212"/>
                <a:gd name="connsiteY2" fmla="*/ 15930 h 21212"/>
                <a:gd name="connsiteX3" fmla="*/ 16121 w 21212"/>
                <a:gd name="connsiteY3" fmla="*/ 15909 h 21212"/>
                <a:gd name="connsiteX4" fmla="*/ 16185 w 21212"/>
                <a:gd name="connsiteY4" fmla="*/ 16036 h 21212"/>
                <a:gd name="connsiteX5" fmla="*/ 16142 w 21212"/>
                <a:gd name="connsiteY5" fmla="*/ 16036 h 21212"/>
                <a:gd name="connsiteX6" fmla="*/ 15909 w 21212"/>
                <a:gd name="connsiteY6" fmla="*/ 15973 h 21212"/>
                <a:gd name="connsiteX7" fmla="*/ 15994 w 21212"/>
                <a:gd name="connsiteY7" fmla="*/ 15973 h 21212"/>
                <a:gd name="connsiteX8" fmla="*/ 16058 w 21212"/>
                <a:gd name="connsiteY8" fmla="*/ 15973 h 21212"/>
                <a:gd name="connsiteX9" fmla="*/ 16142 w 21212"/>
                <a:gd name="connsiteY9" fmla="*/ 16036 h 21212"/>
                <a:gd name="connsiteX10" fmla="*/ 16142 w 21212"/>
                <a:gd name="connsiteY10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12" h="21212">
                  <a:moveTo>
                    <a:pt x="16142" y="16036"/>
                  </a:moveTo>
                  <a:cubicBezTo>
                    <a:pt x="16142" y="15973"/>
                    <a:pt x="16121" y="15973"/>
                    <a:pt x="16121" y="15973"/>
                  </a:cubicBezTo>
                  <a:lnTo>
                    <a:pt x="16058" y="15930"/>
                  </a:lnTo>
                  <a:lnTo>
                    <a:pt x="16121" y="15909"/>
                  </a:lnTo>
                  <a:lnTo>
                    <a:pt x="16185" y="16036"/>
                  </a:lnTo>
                  <a:lnTo>
                    <a:pt x="16142" y="16036"/>
                  </a:lnTo>
                  <a:lnTo>
                    <a:pt x="15909" y="15973"/>
                  </a:lnTo>
                  <a:lnTo>
                    <a:pt x="15994" y="15973"/>
                  </a:lnTo>
                  <a:lnTo>
                    <a:pt x="16058" y="15973"/>
                  </a:lnTo>
                  <a:cubicBezTo>
                    <a:pt x="16121" y="16036"/>
                    <a:pt x="16121" y="16036"/>
                    <a:pt x="16142" y="16036"/>
                  </a:cubicBezTo>
                  <a:lnTo>
                    <a:pt x="16142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B5A7391-BA53-43E8-A58D-223C69CAB19D}"/>
                </a:ext>
              </a:extLst>
            </p:cNvPr>
            <p:cNvSpPr/>
            <p:nvPr/>
          </p:nvSpPr>
          <p:spPr>
            <a:xfrm>
              <a:off x="6413590" y="4741493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121 w 21212"/>
                <a:gd name="connsiteY1" fmla="*/ 16015 h 21212"/>
                <a:gd name="connsiteX2" fmla="*/ 16121 w 21212"/>
                <a:gd name="connsiteY2" fmla="*/ 16015 h 21212"/>
                <a:gd name="connsiteX3" fmla="*/ 16121 w 21212"/>
                <a:gd name="connsiteY3" fmla="*/ 16015 h 21212"/>
                <a:gd name="connsiteX4" fmla="*/ 16121 w 21212"/>
                <a:gd name="connsiteY4" fmla="*/ 16015 h 21212"/>
                <a:gd name="connsiteX5" fmla="*/ 16057 w 21212"/>
                <a:gd name="connsiteY5" fmla="*/ 16057 h 21212"/>
                <a:gd name="connsiteX6" fmla="*/ 16057 w 21212"/>
                <a:gd name="connsiteY6" fmla="*/ 16057 h 21212"/>
                <a:gd name="connsiteX7" fmla="*/ 16036 w 21212"/>
                <a:gd name="connsiteY7" fmla="*/ 16057 h 21212"/>
                <a:gd name="connsiteX8" fmla="*/ 15951 w 21212"/>
                <a:gd name="connsiteY8" fmla="*/ 16057 h 21212"/>
                <a:gd name="connsiteX9" fmla="*/ 15951 w 21212"/>
                <a:gd name="connsiteY9" fmla="*/ 16057 h 21212"/>
                <a:gd name="connsiteX10" fmla="*/ 15951 w 21212"/>
                <a:gd name="connsiteY10" fmla="*/ 16057 h 21212"/>
                <a:gd name="connsiteX11" fmla="*/ 15951 w 21212"/>
                <a:gd name="connsiteY11" fmla="*/ 16036 h 21212"/>
                <a:gd name="connsiteX12" fmla="*/ 15951 w 21212"/>
                <a:gd name="connsiteY12" fmla="*/ 16036 h 21212"/>
                <a:gd name="connsiteX13" fmla="*/ 15951 w 21212"/>
                <a:gd name="connsiteY13" fmla="*/ 16015 h 21212"/>
                <a:gd name="connsiteX14" fmla="*/ 16036 w 21212"/>
                <a:gd name="connsiteY14" fmla="*/ 16015 h 21212"/>
                <a:gd name="connsiteX15" fmla="*/ 16057 w 21212"/>
                <a:gd name="connsiteY15" fmla="*/ 16015 h 21212"/>
                <a:gd name="connsiteX16" fmla="*/ 16057 w 21212"/>
                <a:gd name="connsiteY16" fmla="*/ 16015 h 21212"/>
                <a:gd name="connsiteX17" fmla="*/ 16036 w 21212"/>
                <a:gd name="connsiteY17" fmla="*/ 16015 h 21212"/>
                <a:gd name="connsiteX18" fmla="*/ 16036 w 21212"/>
                <a:gd name="connsiteY18" fmla="*/ 16015 h 21212"/>
                <a:gd name="connsiteX19" fmla="*/ 16036 w 21212"/>
                <a:gd name="connsiteY19" fmla="*/ 15909 h 21212"/>
                <a:gd name="connsiteX20" fmla="*/ 15951 w 21212"/>
                <a:gd name="connsiteY20" fmla="*/ 16015 h 21212"/>
                <a:gd name="connsiteX21" fmla="*/ 15951 w 21212"/>
                <a:gd name="connsiteY21" fmla="*/ 16015 h 21212"/>
                <a:gd name="connsiteX22" fmla="*/ 15951 w 21212"/>
                <a:gd name="connsiteY22" fmla="*/ 16015 h 21212"/>
                <a:gd name="connsiteX23" fmla="*/ 15909 w 21212"/>
                <a:gd name="connsiteY23" fmla="*/ 16015 h 21212"/>
                <a:gd name="connsiteX24" fmla="*/ 15909 w 21212"/>
                <a:gd name="connsiteY24" fmla="*/ 16015 h 21212"/>
                <a:gd name="connsiteX25" fmla="*/ 15909 w 21212"/>
                <a:gd name="connsiteY25" fmla="*/ 16015 h 21212"/>
                <a:gd name="connsiteX26" fmla="*/ 15909 w 21212"/>
                <a:gd name="connsiteY26" fmla="*/ 16015 h 21212"/>
                <a:gd name="connsiteX27" fmla="*/ 15909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5909 h 21212"/>
                <a:gd name="connsiteX30" fmla="*/ 16036 w 21212"/>
                <a:gd name="connsiteY30" fmla="*/ 15909 h 21212"/>
                <a:gd name="connsiteX31" fmla="*/ 16057 w 21212"/>
                <a:gd name="connsiteY31" fmla="*/ 15909 h 21212"/>
                <a:gd name="connsiteX32" fmla="*/ 16057 w 21212"/>
                <a:gd name="connsiteY32" fmla="*/ 15909 h 21212"/>
                <a:gd name="connsiteX33" fmla="*/ 16206 w 21212"/>
                <a:gd name="connsiteY33" fmla="*/ 16015 h 21212"/>
                <a:gd name="connsiteX34" fmla="*/ 16121 w 21212"/>
                <a:gd name="connsiteY34" fmla="*/ 16015 h 21212"/>
                <a:gd name="connsiteX35" fmla="*/ 16121 w 21212"/>
                <a:gd name="connsiteY35" fmla="*/ 16015 h 21212"/>
                <a:gd name="connsiteX36" fmla="*/ 16079 w 21212"/>
                <a:gd name="connsiteY36" fmla="*/ 16015 h 21212"/>
                <a:gd name="connsiteX37" fmla="*/ 16079 w 21212"/>
                <a:gd name="connsiteY37" fmla="*/ 16015 h 21212"/>
                <a:gd name="connsiteX38" fmla="*/ 16079 w 21212"/>
                <a:gd name="connsiteY38" fmla="*/ 16015 h 21212"/>
                <a:gd name="connsiteX39" fmla="*/ 15973 w 21212"/>
                <a:gd name="connsiteY39" fmla="*/ 16036 h 21212"/>
                <a:gd name="connsiteX40" fmla="*/ 15973 w 21212"/>
                <a:gd name="connsiteY40" fmla="*/ 16057 h 21212"/>
                <a:gd name="connsiteX41" fmla="*/ 16057 w 21212"/>
                <a:gd name="connsiteY41" fmla="*/ 16057 h 21212"/>
                <a:gd name="connsiteX42" fmla="*/ 16057 w 21212"/>
                <a:gd name="connsiteY42" fmla="*/ 16057 h 21212"/>
                <a:gd name="connsiteX43" fmla="*/ 16079 w 21212"/>
                <a:gd name="connsiteY43" fmla="*/ 16057 h 21212"/>
                <a:gd name="connsiteX44" fmla="*/ 16079 w 21212"/>
                <a:gd name="connsiteY44" fmla="*/ 16015 h 21212"/>
                <a:gd name="connsiteX45" fmla="*/ 16079 w 21212"/>
                <a:gd name="connsiteY45" fmla="*/ 16015 h 21212"/>
                <a:gd name="connsiteX46" fmla="*/ 16142 w 21212"/>
                <a:gd name="connsiteY46" fmla="*/ 16015 h 21212"/>
                <a:gd name="connsiteX47" fmla="*/ 16142 w 21212"/>
                <a:gd name="connsiteY47" fmla="*/ 16015 h 21212"/>
                <a:gd name="connsiteX48" fmla="*/ 16142 w 21212"/>
                <a:gd name="connsiteY48" fmla="*/ 16015 h 21212"/>
                <a:gd name="connsiteX49" fmla="*/ 16079 w 21212"/>
                <a:gd name="connsiteY4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57"/>
                    <a:pt x="16121" y="16057"/>
                    <a:pt x="16057" y="16057"/>
                  </a:cubicBezTo>
                  <a:lnTo>
                    <a:pt x="16057" y="16057"/>
                  </a:lnTo>
                  <a:lnTo>
                    <a:pt x="16036" y="16057"/>
                  </a:lnTo>
                  <a:cubicBezTo>
                    <a:pt x="16036" y="16057"/>
                    <a:pt x="16036" y="16057"/>
                    <a:pt x="15951" y="16057"/>
                  </a:cubicBezTo>
                  <a:lnTo>
                    <a:pt x="15951" y="16057"/>
                  </a:lnTo>
                  <a:lnTo>
                    <a:pt x="15951" y="16057"/>
                  </a:lnTo>
                  <a:lnTo>
                    <a:pt x="15951" y="16036"/>
                  </a:lnTo>
                  <a:lnTo>
                    <a:pt x="15951" y="16036"/>
                  </a:lnTo>
                  <a:cubicBezTo>
                    <a:pt x="15951" y="16015"/>
                    <a:pt x="15951" y="16015"/>
                    <a:pt x="15951" y="16015"/>
                  </a:cubicBezTo>
                  <a:lnTo>
                    <a:pt x="16036" y="16015"/>
                  </a:lnTo>
                  <a:cubicBezTo>
                    <a:pt x="16036" y="16015"/>
                    <a:pt x="16036" y="16015"/>
                    <a:pt x="16057" y="16015"/>
                  </a:cubicBezTo>
                  <a:lnTo>
                    <a:pt x="16057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036" y="15909"/>
                    <a:pt x="16036" y="16015"/>
                    <a:pt x="16036" y="15909"/>
                  </a:cubicBezTo>
                  <a:cubicBezTo>
                    <a:pt x="15951" y="16015"/>
                    <a:pt x="15951" y="16015"/>
                    <a:pt x="15951" y="16015"/>
                  </a:cubicBezTo>
                  <a:lnTo>
                    <a:pt x="15951" y="16015"/>
                  </a:lnTo>
                  <a:lnTo>
                    <a:pt x="15951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51" y="16015"/>
                  </a:lnTo>
                  <a:cubicBezTo>
                    <a:pt x="15951" y="15909"/>
                    <a:pt x="15951" y="15909"/>
                    <a:pt x="15951" y="15909"/>
                  </a:cubicBezTo>
                  <a:lnTo>
                    <a:pt x="16036" y="15909"/>
                  </a:lnTo>
                  <a:cubicBezTo>
                    <a:pt x="16036" y="15909"/>
                    <a:pt x="16036" y="15909"/>
                    <a:pt x="16057" y="15909"/>
                  </a:cubicBezTo>
                  <a:lnTo>
                    <a:pt x="16057" y="15909"/>
                  </a:lnTo>
                  <a:lnTo>
                    <a:pt x="16206" y="16015"/>
                  </a:lnTo>
                  <a:lnTo>
                    <a:pt x="16121" y="16015"/>
                  </a:lnTo>
                  <a:lnTo>
                    <a:pt x="16121" y="16015"/>
                  </a:lnTo>
                  <a:close/>
                  <a:moveTo>
                    <a:pt x="16079" y="16015"/>
                  </a:moveTo>
                  <a:lnTo>
                    <a:pt x="16079" y="16015"/>
                  </a:lnTo>
                  <a:cubicBezTo>
                    <a:pt x="16057" y="16015"/>
                    <a:pt x="16057" y="16015"/>
                    <a:pt x="16079" y="16015"/>
                  </a:cubicBezTo>
                  <a:cubicBezTo>
                    <a:pt x="16057" y="16036"/>
                    <a:pt x="15973" y="16036"/>
                    <a:pt x="15973" y="16036"/>
                  </a:cubicBezTo>
                  <a:lnTo>
                    <a:pt x="15973" y="16057"/>
                  </a:lnTo>
                  <a:cubicBezTo>
                    <a:pt x="16057" y="16057"/>
                    <a:pt x="16057" y="16057"/>
                    <a:pt x="16057" y="16057"/>
                  </a:cubicBezTo>
                  <a:lnTo>
                    <a:pt x="16057" y="16057"/>
                  </a:lnTo>
                  <a:cubicBezTo>
                    <a:pt x="16079" y="16057"/>
                    <a:pt x="16079" y="16057"/>
                    <a:pt x="16079" y="16057"/>
                  </a:cubicBezTo>
                  <a:lnTo>
                    <a:pt x="16079" y="16015"/>
                  </a:lnTo>
                  <a:lnTo>
                    <a:pt x="16079" y="16015"/>
                  </a:lnTo>
                  <a:cubicBezTo>
                    <a:pt x="16142" y="16036"/>
                    <a:pt x="16142" y="16036"/>
                    <a:pt x="16142" y="16015"/>
                  </a:cubicBezTo>
                  <a:lnTo>
                    <a:pt x="16142" y="16015"/>
                  </a:lnTo>
                  <a:lnTo>
                    <a:pt x="16142" y="16015"/>
                  </a:lnTo>
                  <a:lnTo>
                    <a:pt x="1607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0D9E287D-D458-459E-B637-EA841B4604EA}"/>
                </a:ext>
              </a:extLst>
            </p:cNvPr>
            <p:cNvSpPr/>
            <p:nvPr/>
          </p:nvSpPr>
          <p:spPr>
            <a:xfrm>
              <a:off x="6413809" y="4741305"/>
              <a:ext cx="31327" cy="31327"/>
            </a:xfrm>
            <a:custGeom>
              <a:avLst/>
              <a:gdLst>
                <a:gd name="connsiteX0" fmla="*/ 16249 w 21212"/>
                <a:gd name="connsiteY0" fmla="*/ 16015 h 21212"/>
                <a:gd name="connsiteX1" fmla="*/ 16206 w 21212"/>
                <a:gd name="connsiteY1" fmla="*/ 16015 h 21212"/>
                <a:gd name="connsiteX2" fmla="*/ 16121 w 21212"/>
                <a:gd name="connsiteY2" fmla="*/ 15973 h 21212"/>
                <a:gd name="connsiteX3" fmla="*/ 16079 w 21212"/>
                <a:gd name="connsiteY3" fmla="*/ 15973 h 21212"/>
                <a:gd name="connsiteX4" fmla="*/ 16079 w 21212"/>
                <a:gd name="connsiteY4" fmla="*/ 15973 h 21212"/>
                <a:gd name="connsiteX5" fmla="*/ 16079 w 21212"/>
                <a:gd name="connsiteY5" fmla="*/ 15973 h 21212"/>
                <a:gd name="connsiteX6" fmla="*/ 16058 w 21212"/>
                <a:gd name="connsiteY6" fmla="*/ 15973 h 21212"/>
                <a:gd name="connsiteX7" fmla="*/ 16058 w 21212"/>
                <a:gd name="connsiteY7" fmla="*/ 16015 h 21212"/>
                <a:gd name="connsiteX8" fmla="*/ 15973 w 21212"/>
                <a:gd name="connsiteY8" fmla="*/ 16015 h 21212"/>
                <a:gd name="connsiteX9" fmla="*/ 16121 w 21212"/>
                <a:gd name="connsiteY9" fmla="*/ 16036 h 21212"/>
                <a:gd name="connsiteX10" fmla="*/ 16079 w 21212"/>
                <a:gd name="connsiteY10" fmla="*/ 16142 h 21212"/>
                <a:gd name="connsiteX11" fmla="*/ 15909 w 21212"/>
                <a:gd name="connsiteY11" fmla="*/ 16015 h 21212"/>
                <a:gd name="connsiteX12" fmla="*/ 15909 w 21212"/>
                <a:gd name="connsiteY12" fmla="*/ 16015 h 21212"/>
                <a:gd name="connsiteX13" fmla="*/ 15973 w 21212"/>
                <a:gd name="connsiteY13" fmla="*/ 16015 h 21212"/>
                <a:gd name="connsiteX14" fmla="*/ 15973 w 21212"/>
                <a:gd name="connsiteY14" fmla="*/ 16015 h 21212"/>
                <a:gd name="connsiteX15" fmla="*/ 15973 w 21212"/>
                <a:gd name="connsiteY15" fmla="*/ 16015 h 21212"/>
                <a:gd name="connsiteX16" fmla="*/ 15973 w 21212"/>
                <a:gd name="connsiteY16" fmla="*/ 15973 h 21212"/>
                <a:gd name="connsiteX17" fmla="*/ 15973 w 21212"/>
                <a:gd name="connsiteY17" fmla="*/ 15973 h 21212"/>
                <a:gd name="connsiteX18" fmla="*/ 16058 w 21212"/>
                <a:gd name="connsiteY18" fmla="*/ 15973 h 21212"/>
                <a:gd name="connsiteX19" fmla="*/ 16058 w 21212"/>
                <a:gd name="connsiteY19" fmla="*/ 15951 h 21212"/>
                <a:gd name="connsiteX20" fmla="*/ 16121 w 21212"/>
                <a:gd name="connsiteY20" fmla="*/ 15951 h 21212"/>
                <a:gd name="connsiteX21" fmla="*/ 16121 w 21212"/>
                <a:gd name="connsiteY21" fmla="*/ 15951 h 21212"/>
                <a:gd name="connsiteX22" fmla="*/ 16121 w 21212"/>
                <a:gd name="connsiteY22" fmla="*/ 15951 h 21212"/>
                <a:gd name="connsiteX23" fmla="*/ 16121 w 21212"/>
                <a:gd name="connsiteY23" fmla="*/ 15909 h 21212"/>
                <a:gd name="connsiteX24" fmla="*/ 16142 w 21212"/>
                <a:gd name="connsiteY24" fmla="*/ 15909 h 21212"/>
                <a:gd name="connsiteX25" fmla="*/ 16206 w 21212"/>
                <a:gd name="connsiteY25" fmla="*/ 15909 h 21212"/>
                <a:gd name="connsiteX26" fmla="*/ 16206 w 21212"/>
                <a:gd name="connsiteY26" fmla="*/ 15909 h 21212"/>
                <a:gd name="connsiteX27" fmla="*/ 16249 w 21212"/>
                <a:gd name="connsiteY27" fmla="*/ 15909 h 21212"/>
                <a:gd name="connsiteX28" fmla="*/ 16376 w 21212"/>
                <a:gd name="connsiteY28" fmla="*/ 15951 h 21212"/>
                <a:gd name="connsiteX29" fmla="*/ 16355 w 21212"/>
                <a:gd name="connsiteY29" fmla="*/ 15951 h 21212"/>
                <a:gd name="connsiteX30" fmla="*/ 16249 w 21212"/>
                <a:gd name="connsiteY30" fmla="*/ 15909 h 21212"/>
                <a:gd name="connsiteX31" fmla="*/ 16206 w 21212"/>
                <a:gd name="connsiteY31" fmla="*/ 15909 h 21212"/>
                <a:gd name="connsiteX32" fmla="*/ 16206 w 21212"/>
                <a:gd name="connsiteY32" fmla="*/ 15909 h 21212"/>
                <a:gd name="connsiteX33" fmla="*/ 16142 w 21212"/>
                <a:gd name="connsiteY33" fmla="*/ 15909 h 21212"/>
                <a:gd name="connsiteX34" fmla="*/ 16142 w 21212"/>
                <a:gd name="connsiteY34" fmla="*/ 15909 h 21212"/>
                <a:gd name="connsiteX35" fmla="*/ 16121 w 21212"/>
                <a:gd name="connsiteY35" fmla="*/ 15951 h 21212"/>
                <a:gd name="connsiteX36" fmla="*/ 16121 w 21212"/>
                <a:gd name="connsiteY36" fmla="*/ 15973 h 21212"/>
                <a:gd name="connsiteX37" fmla="*/ 16249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49" y="16015"/>
                  </a:moveTo>
                  <a:lnTo>
                    <a:pt x="16206" y="16015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cubicBezTo>
                    <a:pt x="16058" y="15973"/>
                    <a:pt x="16058" y="15973"/>
                    <a:pt x="16058" y="15973"/>
                  </a:cubicBezTo>
                  <a:cubicBezTo>
                    <a:pt x="16058" y="15973"/>
                    <a:pt x="16058" y="15973"/>
                    <a:pt x="16058" y="16015"/>
                  </a:cubicBezTo>
                  <a:cubicBezTo>
                    <a:pt x="15973" y="16015"/>
                    <a:pt x="15973" y="16015"/>
                    <a:pt x="15973" y="16015"/>
                  </a:cubicBezTo>
                  <a:lnTo>
                    <a:pt x="16121" y="16036"/>
                  </a:lnTo>
                  <a:lnTo>
                    <a:pt x="16079" y="16142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6058" y="15973"/>
                  </a:lnTo>
                  <a:lnTo>
                    <a:pt x="16058" y="15951"/>
                  </a:lnTo>
                  <a:cubicBezTo>
                    <a:pt x="16079" y="15951"/>
                    <a:pt x="16079" y="15951"/>
                    <a:pt x="16121" y="15951"/>
                  </a:cubicBezTo>
                  <a:lnTo>
                    <a:pt x="16121" y="15951"/>
                  </a:lnTo>
                  <a:lnTo>
                    <a:pt x="16121" y="15951"/>
                  </a:lnTo>
                  <a:cubicBezTo>
                    <a:pt x="16121" y="15909"/>
                    <a:pt x="16121" y="15909"/>
                    <a:pt x="16121" y="15909"/>
                  </a:cubicBezTo>
                  <a:cubicBezTo>
                    <a:pt x="16142" y="15909"/>
                    <a:pt x="16142" y="15909"/>
                    <a:pt x="16142" y="15909"/>
                  </a:cubicBezTo>
                  <a:cubicBezTo>
                    <a:pt x="16142" y="15909"/>
                    <a:pt x="16142" y="15909"/>
                    <a:pt x="16206" y="15909"/>
                  </a:cubicBezTo>
                  <a:lnTo>
                    <a:pt x="16206" y="15909"/>
                  </a:lnTo>
                  <a:cubicBezTo>
                    <a:pt x="16249" y="15909"/>
                    <a:pt x="16249" y="15909"/>
                    <a:pt x="16249" y="15909"/>
                  </a:cubicBezTo>
                  <a:lnTo>
                    <a:pt x="16376" y="15951"/>
                  </a:lnTo>
                  <a:lnTo>
                    <a:pt x="16355" y="15951"/>
                  </a:lnTo>
                  <a:lnTo>
                    <a:pt x="16249" y="15909"/>
                  </a:lnTo>
                  <a:lnTo>
                    <a:pt x="16206" y="15909"/>
                  </a:lnTo>
                  <a:lnTo>
                    <a:pt x="16206" y="15909"/>
                  </a:lnTo>
                  <a:cubicBezTo>
                    <a:pt x="16142" y="15909"/>
                    <a:pt x="16142" y="15909"/>
                    <a:pt x="16142" y="15909"/>
                  </a:cubicBezTo>
                  <a:lnTo>
                    <a:pt x="16142" y="15909"/>
                  </a:lnTo>
                  <a:lnTo>
                    <a:pt x="16121" y="15951"/>
                  </a:lnTo>
                  <a:cubicBezTo>
                    <a:pt x="16121" y="15951"/>
                    <a:pt x="16121" y="15951"/>
                    <a:pt x="16121" y="15973"/>
                  </a:cubicBezTo>
                  <a:lnTo>
                    <a:pt x="16249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1A2838D0-24B1-40DF-8701-C79C0CF7BE02}"/>
                </a:ext>
              </a:extLst>
            </p:cNvPr>
            <p:cNvSpPr/>
            <p:nvPr/>
          </p:nvSpPr>
          <p:spPr>
            <a:xfrm>
              <a:off x="6414310" y="4741118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63 w 21212"/>
                <a:gd name="connsiteY1" fmla="*/ 16057 h 21212"/>
                <a:gd name="connsiteX2" fmla="*/ 16079 w 21212"/>
                <a:gd name="connsiteY2" fmla="*/ 16057 h 21212"/>
                <a:gd name="connsiteX3" fmla="*/ 16079 w 21212"/>
                <a:gd name="connsiteY3" fmla="*/ 16057 h 21212"/>
                <a:gd name="connsiteX4" fmla="*/ 16036 w 21212"/>
                <a:gd name="connsiteY4" fmla="*/ 16057 h 21212"/>
                <a:gd name="connsiteX5" fmla="*/ 16036 w 21212"/>
                <a:gd name="connsiteY5" fmla="*/ 16057 h 21212"/>
                <a:gd name="connsiteX6" fmla="*/ 16036 w 21212"/>
                <a:gd name="connsiteY6" fmla="*/ 16057 h 21212"/>
                <a:gd name="connsiteX7" fmla="*/ 15909 w 21212"/>
                <a:gd name="connsiteY7" fmla="*/ 15951 h 21212"/>
                <a:gd name="connsiteX8" fmla="*/ 15951 w 21212"/>
                <a:gd name="connsiteY8" fmla="*/ 15951 h 21212"/>
                <a:gd name="connsiteX9" fmla="*/ 16036 w 21212"/>
                <a:gd name="connsiteY9" fmla="*/ 16015 h 21212"/>
                <a:gd name="connsiteX10" fmla="*/ 16079 w 21212"/>
                <a:gd name="connsiteY10" fmla="*/ 16015 h 21212"/>
                <a:gd name="connsiteX11" fmla="*/ 16079 w 21212"/>
                <a:gd name="connsiteY11" fmla="*/ 16015 h 21212"/>
                <a:gd name="connsiteX12" fmla="*/ 16185 w 21212"/>
                <a:gd name="connsiteY12" fmla="*/ 16015 h 21212"/>
                <a:gd name="connsiteX13" fmla="*/ 16185 w 21212"/>
                <a:gd name="connsiteY13" fmla="*/ 15951 h 21212"/>
                <a:gd name="connsiteX14" fmla="*/ 16185 w 21212"/>
                <a:gd name="connsiteY14" fmla="*/ 15951 h 21212"/>
                <a:gd name="connsiteX15" fmla="*/ 16163 w 21212"/>
                <a:gd name="connsiteY15" fmla="*/ 15951 h 21212"/>
                <a:gd name="connsiteX16" fmla="*/ 16036 w 21212"/>
                <a:gd name="connsiteY16" fmla="*/ 15930 h 21212"/>
                <a:gd name="connsiteX17" fmla="*/ 16036 w 21212"/>
                <a:gd name="connsiteY17" fmla="*/ 15909 h 21212"/>
                <a:gd name="connsiteX18" fmla="*/ 16185 w 21212"/>
                <a:gd name="connsiteY18" fmla="*/ 15930 h 21212"/>
                <a:gd name="connsiteX19" fmla="*/ 16185 w 21212"/>
                <a:gd name="connsiteY19" fmla="*/ 15951 h 21212"/>
                <a:gd name="connsiteX20" fmla="*/ 16185 w 21212"/>
                <a:gd name="connsiteY20" fmla="*/ 15951 h 21212"/>
                <a:gd name="connsiteX21" fmla="*/ 16185 w 21212"/>
                <a:gd name="connsiteY21" fmla="*/ 15951 h 21212"/>
                <a:gd name="connsiteX22" fmla="*/ 16185 w 21212"/>
                <a:gd name="connsiteY22" fmla="*/ 15951 h 21212"/>
                <a:gd name="connsiteX23" fmla="*/ 16185 w 21212"/>
                <a:gd name="connsiteY23" fmla="*/ 16015 h 21212"/>
                <a:gd name="connsiteX24" fmla="*/ 16185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cubicBezTo>
                    <a:pt x="16163" y="16057"/>
                    <a:pt x="16163" y="16057"/>
                    <a:pt x="16163" y="16057"/>
                  </a:cubicBezTo>
                  <a:lnTo>
                    <a:pt x="16079" y="16057"/>
                  </a:lnTo>
                  <a:lnTo>
                    <a:pt x="16079" y="16057"/>
                  </a:lnTo>
                  <a:cubicBezTo>
                    <a:pt x="16036" y="16057"/>
                    <a:pt x="16036" y="16057"/>
                    <a:pt x="16036" y="16057"/>
                  </a:cubicBezTo>
                  <a:lnTo>
                    <a:pt x="16036" y="16057"/>
                  </a:lnTo>
                  <a:lnTo>
                    <a:pt x="16036" y="16057"/>
                  </a:lnTo>
                  <a:lnTo>
                    <a:pt x="15909" y="15951"/>
                  </a:lnTo>
                  <a:lnTo>
                    <a:pt x="15951" y="15951"/>
                  </a:lnTo>
                  <a:lnTo>
                    <a:pt x="16036" y="16015"/>
                  </a:lnTo>
                  <a:cubicBezTo>
                    <a:pt x="16036" y="16015"/>
                    <a:pt x="16036" y="16015"/>
                    <a:pt x="16079" y="16015"/>
                  </a:cubicBezTo>
                  <a:cubicBezTo>
                    <a:pt x="16079" y="16057"/>
                    <a:pt x="16079" y="16015"/>
                    <a:pt x="16079" y="16015"/>
                  </a:cubicBezTo>
                  <a:cubicBezTo>
                    <a:pt x="16163" y="16015"/>
                    <a:pt x="16163" y="16015"/>
                    <a:pt x="16185" y="16015"/>
                  </a:cubicBezTo>
                  <a:cubicBezTo>
                    <a:pt x="16163" y="16015"/>
                    <a:pt x="16185" y="16015"/>
                    <a:pt x="16185" y="15951"/>
                  </a:cubicBezTo>
                  <a:lnTo>
                    <a:pt x="16185" y="15951"/>
                  </a:lnTo>
                  <a:lnTo>
                    <a:pt x="16163" y="15951"/>
                  </a:lnTo>
                  <a:lnTo>
                    <a:pt x="16036" y="15930"/>
                  </a:lnTo>
                  <a:lnTo>
                    <a:pt x="16036" y="15909"/>
                  </a:lnTo>
                  <a:lnTo>
                    <a:pt x="16185" y="15930"/>
                  </a:lnTo>
                  <a:cubicBezTo>
                    <a:pt x="16185" y="15951"/>
                    <a:pt x="16185" y="15951"/>
                    <a:pt x="16185" y="15951"/>
                  </a:cubicBezTo>
                  <a:lnTo>
                    <a:pt x="16185" y="15951"/>
                  </a:lnTo>
                  <a:lnTo>
                    <a:pt x="16185" y="15951"/>
                  </a:lnTo>
                  <a:lnTo>
                    <a:pt x="16185" y="15951"/>
                  </a:lnTo>
                  <a:lnTo>
                    <a:pt x="16185" y="16015"/>
                  </a:lnTo>
                  <a:lnTo>
                    <a:pt x="1618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4E2282FD-BF20-4E45-9FB1-8F8E58291B8B}"/>
                </a:ext>
              </a:extLst>
            </p:cNvPr>
            <p:cNvSpPr/>
            <p:nvPr/>
          </p:nvSpPr>
          <p:spPr>
            <a:xfrm>
              <a:off x="6414686" y="4741023"/>
              <a:ext cx="31327" cy="31327"/>
            </a:xfrm>
            <a:custGeom>
              <a:avLst/>
              <a:gdLst>
                <a:gd name="connsiteX0" fmla="*/ 15930 w 21212"/>
                <a:gd name="connsiteY0" fmla="*/ 15973 h 21212"/>
                <a:gd name="connsiteX1" fmla="*/ 15930 w 21212"/>
                <a:gd name="connsiteY1" fmla="*/ 15973 h 21212"/>
                <a:gd name="connsiteX2" fmla="*/ 15930 w 21212"/>
                <a:gd name="connsiteY2" fmla="*/ 15973 h 21212"/>
                <a:gd name="connsiteX3" fmla="*/ 15994 w 21212"/>
                <a:gd name="connsiteY3" fmla="*/ 15973 h 21212"/>
                <a:gd name="connsiteX4" fmla="*/ 15994 w 21212"/>
                <a:gd name="connsiteY4" fmla="*/ 15930 h 21212"/>
                <a:gd name="connsiteX5" fmla="*/ 15994 w 21212"/>
                <a:gd name="connsiteY5" fmla="*/ 15930 h 21212"/>
                <a:gd name="connsiteX6" fmla="*/ 15994 w 21212"/>
                <a:gd name="connsiteY6" fmla="*/ 15930 h 21212"/>
                <a:gd name="connsiteX7" fmla="*/ 16015 w 21212"/>
                <a:gd name="connsiteY7" fmla="*/ 15930 h 21212"/>
                <a:gd name="connsiteX8" fmla="*/ 16015 w 21212"/>
                <a:gd name="connsiteY8" fmla="*/ 15930 h 21212"/>
                <a:gd name="connsiteX9" fmla="*/ 16058 w 21212"/>
                <a:gd name="connsiteY9" fmla="*/ 15973 h 21212"/>
                <a:gd name="connsiteX10" fmla="*/ 16058 w 21212"/>
                <a:gd name="connsiteY10" fmla="*/ 15973 h 21212"/>
                <a:gd name="connsiteX11" fmla="*/ 16015 w 21212"/>
                <a:gd name="connsiteY11" fmla="*/ 15973 h 21212"/>
                <a:gd name="connsiteX12" fmla="*/ 16015 w 21212"/>
                <a:gd name="connsiteY12" fmla="*/ 15994 h 21212"/>
                <a:gd name="connsiteX13" fmla="*/ 15994 w 21212"/>
                <a:gd name="connsiteY13" fmla="*/ 15994 h 21212"/>
                <a:gd name="connsiteX14" fmla="*/ 15994 w 21212"/>
                <a:gd name="connsiteY14" fmla="*/ 15994 h 21212"/>
                <a:gd name="connsiteX15" fmla="*/ 15994 w 21212"/>
                <a:gd name="connsiteY15" fmla="*/ 15994 h 21212"/>
                <a:gd name="connsiteX16" fmla="*/ 15994 w 21212"/>
                <a:gd name="connsiteY16" fmla="*/ 16015 h 21212"/>
                <a:gd name="connsiteX17" fmla="*/ 15994 w 21212"/>
                <a:gd name="connsiteY17" fmla="*/ 15994 h 21212"/>
                <a:gd name="connsiteX18" fmla="*/ 15994 w 21212"/>
                <a:gd name="connsiteY18" fmla="*/ 15994 h 21212"/>
                <a:gd name="connsiteX19" fmla="*/ 15994 w 21212"/>
                <a:gd name="connsiteY19" fmla="*/ 15994 h 21212"/>
                <a:gd name="connsiteX20" fmla="*/ 15994 w 21212"/>
                <a:gd name="connsiteY20" fmla="*/ 15973 h 21212"/>
                <a:gd name="connsiteX21" fmla="*/ 16015 w 21212"/>
                <a:gd name="connsiteY21" fmla="*/ 15973 h 21212"/>
                <a:gd name="connsiteX22" fmla="*/ 16015 w 21212"/>
                <a:gd name="connsiteY22" fmla="*/ 15973 h 21212"/>
                <a:gd name="connsiteX23" fmla="*/ 16015 w 21212"/>
                <a:gd name="connsiteY23" fmla="*/ 15973 h 21212"/>
                <a:gd name="connsiteX24" fmla="*/ 15994 w 21212"/>
                <a:gd name="connsiteY24" fmla="*/ 15973 h 21212"/>
                <a:gd name="connsiteX25" fmla="*/ 15994 w 21212"/>
                <a:gd name="connsiteY25" fmla="*/ 15973 h 21212"/>
                <a:gd name="connsiteX26" fmla="*/ 15994 w 21212"/>
                <a:gd name="connsiteY26" fmla="*/ 15973 h 21212"/>
                <a:gd name="connsiteX27" fmla="*/ 15994 w 21212"/>
                <a:gd name="connsiteY27" fmla="*/ 15973 h 21212"/>
                <a:gd name="connsiteX28" fmla="*/ 15994 w 21212"/>
                <a:gd name="connsiteY28" fmla="*/ 15973 h 21212"/>
                <a:gd name="connsiteX29" fmla="*/ 15930 w 21212"/>
                <a:gd name="connsiteY29" fmla="*/ 15973 h 21212"/>
                <a:gd name="connsiteX30" fmla="*/ 15930 w 21212"/>
                <a:gd name="connsiteY30" fmla="*/ 15973 h 21212"/>
                <a:gd name="connsiteX31" fmla="*/ 15930 w 21212"/>
                <a:gd name="connsiteY31" fmla="*/ 15973 h 21212"/>
                <a:gd name="connsiteX32" fmla="*/ 15930 w 21212"/>
                <a:gd name="connsiteY32" fmla="*/ 15973 h 21212"/>
                <a:gd name="connsiteX33" fmla="*/ 15930 w 21212"/>
                <a:gd name="connsiteY33" fmla="*/ 15973 h 21212"/>
                <a:gd name="connsiteX34" fmla="*/ 15909 w 21212"/>
                <a:gd name="connsiteY34" fmla="*/ 15930 h 21212"/>
                <a:gd name="connsiteX35" fmla="*/ 15930 w 21212"/>
                <a:gd name="connsiteY35" fmla="*/ 15930 h 21212"/>
                <a:gd name="connsiteX36" fmla="*/ 15930 w 21212"/>
                <a:gd name="connsiteY36" fmla="*/ 15930 h 21212"/>
                <a:gd name="connsiteX37" fmla="*/ 15994 w 21212"/>
                <a:gd name="connsiteY37" fmla="*/ 15909 h 21212"/>
                <a:gd name="connsiteX38" fmla="*/ 15994 w 21212"/>
                <a:gd name="connsiteY38" fmla="*/ 15930 h 21212"/>
                <a:gd name="connsiteX39" fmla="*/ 15930 w 21212"/>
                <a:gd name="connsiteY39" fmla="*/ 15930 h 21212"/>
                <a:gd name="connsiteX40" fmla="*/ 15930 w 21212"/>
                <a:gd name="connsiteY40" fmla="*/ 15930 h 21212"/>
                <a:gd name="connsiteX41" fmla="*/ 15930 w 21212"/>
                <a:gd name="connsiteY41" fmla="*/ 15930 h 21212"/>
                <a:gd name="connsiteX42" fmla="*/ 15930 w 21212"/>
                <a:gd name="connsiteY42" fmla="*/ 15930 h 21212"/>
                <a:gd name="connsiteX43" fmla="*/ 15930 w 21212"/>
                <a:gd name="connsiteY43" fmla="*/ 15973 h 21212"/>
                <a:gd name="connsiteX44" fmla="*/ 15930 w 21212"/>
                <a:gd name="connsiteY4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30" y="15973"/>
                  </a:moveTo>
                  <a:lnTo>
                    <a:pt x="15930" y="15973"/>
                  </a:lnTo>
                  <a:lnTo>
                    <a:pt x="15930" y="15973"/>
                  </a:lnTo>
                  <a:cubicBezTo>
                    <a:pt x="15930" y="15973"/>
                    <a:pt x="15930" y="15973"/>
                    <a:pt x="15994" y="15973"/>
                  </a:cubicBezTo>
                  <a:cubicBezTo>
                    <a:pt x="15994" y="15973"/>
                    <a:pt x="15994" y="15973"/>
                    <a:pt x="15994" y="15930"/>
                  </a:cubicBezTo>
                  <a:lnTo>
                    <a:pt x="15994" y="15930"/>
                  </a:lnTo>
                  <a:lnTo>
                    <a:pt x="15994" y="15930"/>
                  </a:lnTo>
                  <a:cubicBezTo>
                    <a:pt x="15994" y="15930"/>
                    <a:pt x="15994" y="15930"/>
                    <a:pt x="16015" y="15930"/>
                  </a:cubicBezTo>
                  <a:lnTo>
                    <a:pt x="16015" y="15930"/>
                  </a:lnTo>
                  <a:cubicBezTo>
                    <a:pt x="16015" y="15930"/>
                    <a:pt x="16058" y="15930"/>
                    <a:pt x="16058" y="15973"/>
                  </a:cubicBezTo>
                  <a:lnTo>
                    <a:pt x="16058" y="15973"/>
                  </a:lnTo>
                  <a:lnTo>
                    <a:pt x="16015" y="15973"/>
                  </a:lnTo>
                  <a:cubicBezTo>
                    <a:pt x="16015" y="15994"/>
                    <a:pt x="16015" y="15994"/>
                    <a:pt x="16015" y="15994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cubicBezTo>
                    <a:pt x="15994" y="15973"/>
                    <a:pt x="15994" y="15973"/>
                    <a:pt x="15994" y="15973"/>
                  </a:cubicBezTo>
                  <a:cubicBezTo>
                    <a:pt x="16015" y="15973"/>
                    <a:pt x="16015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5994" y="15973"/>
                  </a:lnTo>
                  <a:cubicBezTo>
                    <a:pt x="15930" y="15973"/>
                    <a:pt x="15930" y="15973"/>
                    <a:pt x="15930" y="15973"/>
                  </a:cubicBezTo>
                  <a:lnTo>
                    <a:pt x="15930" y="15973"/>
                  </a:lnTo>
                  <a:lnTo>
                    <a:pt x="15930" y="15973"/>
                  </a:lnTo>
                  <a:lnTo>
                    <a:pt x="15930" y="15973"/>
                  </a:lnTo>
                  <a:lnTo>
                    <a:pt x="15930" y="15973"/>
                  </a:lnTo>
                  <a:cubicBezTo>
                    <a:pt x="15909" y="15930"/>
                    <a:pt x="15909" y="15930"/>
                    <a:pt x="15909" y="15930"/>
                  </a:cubicBezTo>
                  <a:lnTo>
                    <a:pt x="15930" y="15930"/>
                  </a:lnTo>
                  <a:lnTo>
                    <a:pt x="15930" y="15930"/>
                  </a:lnTo>
                  <a:cubicBezTo>
                    <a:pt x="15930" y="15930"/>
                    <a:pt x="15930" y="15930"/>
                    <a:pt x="15994" y="15909"/>
                  </a:cubicBezTo>
                  <a:lnTo>
                    <a:pt x="15994" y="15930"/>
                  </a:lnTo>
                  <a:cubicBezTo>
                    <a:pt x="15994" y="15930"/>
                    <a:pt x="15994" y="15930"/>
                    <a:pt x="15930" y="15930"/>
                  </a:cubicBezTo>
                  <a:lnTo>
                    <a:pt x="15930" y="15930"/>
                  </a:lnTo>
                  <a:lnTo>
                    <a:pt x="15930" y="15930"/>
                  </a:lnTo>
                  <a:lnTo>
                    <a:pt x="15930" y="15930"/>
                  </a:lnTo>
                  <a:cubicBezTo>
                    <a:pt x="15930" y="15973"/>
                    <a:pt x="15930" y="15973"/>
                    <a:pt x="15930" y="15973"/>
                  </a:cubicBezTo>
                  <a:lnTo>
                    <a:pt x="15930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D0C4E51E-4200-4A12-AB6F-165B584412CC}"/>
                </a:ext>
              </a:extLst>
            </p:cNvPr>
            <p:cNvSpPr/>
            <p:nvPr/>
          </p:nvSpPr>
          <p:spPr>
            <a:xfrm>
              <a:off x="6414812" y="4740772"/>
              <a:ext cx="31327" cy="31327"/>
            </a:xfrm>
            <a:custGeom>
              <a:avLst/>
              <a:gdLst>
                <a:gd name="connsiteX0" fmla="*/ 16185 w 21212"/>
                <a:gd name="connsiteY0" fmla="*/ 15909 h 21212"/>
                <a:gd name="connsiteX1" fmla="*/ 16185 w 21212"/>
                <a:gd name="connsiteY1" fmla="*/ 15909 h 21212"/>
                <a:gd name="connsiteX2" fmla="*/ 16248 w 21212"/>
                <a:gd name="connsiteY2" fmla="*/ 15994 h 21212"/>
                <a:gd name="connsiteX3" fmla="*/ 16248 w 21212"/>
                <a:gd name="connsiteY3" fmla="*/ 15994 h 21212"/>
                <a:gd name="connsiteX4" fmla="*/ 16248 w 21212"/>
                <a:gd name="connsiteY4" fmla="*/ 15994 h 21212"/>
                <a:gd name="connsiteX5" fmla="*/ 16185 w 21212"/>
                <a:gd name="connsiteY5" fmla="*/ 15994 h 21212"/>
                <a:gd name="connsiteX6" fmla="*/ 16185 w 21212"/>
                <a:gd name="connsiteY6" fmla="*/ 15994 h 21212"/>
                <a:gd name="connsiteX7" fmla="*/ 16100 w 21212"/>
                <a:gd name="connsiteY7" fmla="*/ 15994 h 21212"/>
                <a:gd name="connsiteX8" fmla="*/ 16057 w 21212"/>
                <a:gd name="connsiteY8" fmla="*/ 16079 h 21212"/>
                <a:gd name="connsiteX9" fmla="*/ 16057 w 21212"/>
                <a:gd name="connsiteY9" fmla="*/ 16079 h 21212"/>
                <a:gd name="connsiteX10" fmla="*/ 16248 w 21212"/>
                <a:gd name="connsiteY10" fmla="*/ 16100 h 21212"/>
                <a:gd name="connsiteX11" fmla="*/ 16185 w 21212"/>
                <a:gd name="connsiteY11" fmla="*/ 16100 h 21212"/>
                <a:gd name="connsiteX12" fmla="*/ 15909 w 21212"/>
                <a:gd name="connsiteY12" fmla="*/ 15994 h 21212"/>
                <a:gd name="connsiteX13" fmla="*/ 15951 w 21212"/>
                <a:gd name="connsiteY13" fmla="*/ 15994 h 21212"/>
                <a:gd name="connsiteX14" fmla="*/ 15973 w 21212"/>
                <a:gd name="connsiteY14" fmla="*/ 15994 h 21212"/>
                <a:gd name="connsiteX15" fmla="*/ 15973 w 21212"/>
                <a:gd name="connsiteY15" fmla="*/ 15994 h 21212"/>
                <a:gd name="connsiteX16" fmla="*/ 15973 w 21212"/>
                <a:gd name="connsiteY16" fmla="*/ 15994 h 21212"/>
                <a:gd name="connsiteX17" fmla="*/ 15973 w 21212"/>
                <a:gd name="connsiteY17" fmla="*/ 15994 h 21212"/>
                <a:gd name="connsiteX18" fmla="*/ 15973 w 21212"/>
                <a:gd name="connsiteY18" fmla="*/ 15994 h 21212"/>
                <a:gd name="connsiteX19" fmla="*/ 15973 w 21212"/>
                <a:gd name="connsiteY19" fmla="*/ 15909 h 21212"/>
                <a:gd name="connsiteX20" fmla="*/ 16036 w 21212"/>
                <a:gd name="connsiteY20" fmla="*/ 15909 h 21212"/>
                <a:gd name="connsiteX21" fmla="*/ 16057 w 21212"/>
                <a:gd name="connsiteY21" fmla="*/ 15909 h 21212"/>
                <a:gd name="connsiteX22" fmla="*/ 16100 w 21212"/>
                <a:gd name="connsiteY22" fmla="*/ 15909 h 21212"/>
                <a:gd name="connsiteX23" fmla="*/ 16185 w 21212"/>
                <a:gd name="connsiteY23" fmla="*/ 15909 h 21212"/>
                <a:gd name="connsiteX24" fmla="*/ 16121 w 21212"/>
                <a:gd name="connsiteY24" fmla="*/ 15909 h 21212"/>
                <a:gd name="connsiteX25" fmla="*/ 16079 w 21212"/>
                <a:gd name="connsiteY25" fmla="*/ 15909 h 21212"/>
                <a:gd name="connsiteX26" fmla="*/ 16079 w 21212"/>
                <a:gd name="connsiteY26" fmla="*/ 15909 h 21212"/>
                <a:gd name="connsiteX27" fmla="*/ 16057 w 21212"/>
                <a:gd name="connsiteY27" fmla="*/ 15909 h 21212"/>
                <a:gd name="connsiteX28" fmla="*/ 16057 w 21212"/>
                <a:gd name="connsiteY28" fmla="*/ 15909 h 21212"/>
                <a:gd name="connsiteX29" fmla="*/ 15994 w 21212"/>
                <a:gd name="connsiteY29" fmla="*/ 15994 h 21212"/>
                <a:gd name="connsiteX30" fmla="*/ 15994 w 21212"/>
                <a:gd name="connsiteY30" fmla="*/ 15994 h 21212"/>
                <a:gd name="connsiteX31" fmla="*/ 15994 w 21212"/>
                <a:gd name="connsiteY31" fmla="*/ 15994 h 21212"/>
                <a:gd name="connsiteX32" fmla="*/ 15994 w 21212"/>
                <a:gd name="connsiteY32" fmla="*/ 15994 h 21212"/>
                <a:gd name="connsiteX33" fmla="*/ 16079 w 21212"/>
                <a:gd name="connsiteY33" fmla="*/ 15994 h 21212"/>
                <a:gd name="connsiteX34" fmla="*/ 16121 w 21212"/>
                <a:gd name="connsiteY34" fmla="*/ 15994 h 21212"/>
                <a:gd name="connsiteX35" fmla="*/ 16121 w 21212"/>
                <a:gd name="connsiteY35" fmla="*/ 15994 h 21212"/>
                <a:gd name="connsiteX36" fmla="*/ 16206 w 21212"/>
                <a:gd name="connsiteY36" fmla="*/ 15994 h 21212"/>
                <a:gd name="connsiteX37" fmla="*/ 16206 w 21212"/>
                <a:gd name="connsiteY37" fmla="*/ 15994 h 21212"/>
                <a:gd name="connsiteX38" fmla="*/ 16206 w 21212"/>
                <a:gd name="connsiteY38" fmla="*/ 15994 h 21212"/>
                <a:gd name="connsiteX39" fmla="*/ 16121 w 21212"/>
                <a:gd name="connsiteY39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85" y="15909"/>
                  </a:moveTo>
                  <a:lnTo>
                    <a:pt x="16185" y="15909"/>
                  </a:lnTo>
                  <a:lnTo>
                    <a:pt x="16248" y="15994"/>
                  </a:lnTo>
                  <a:lnTo>
                    <a:pt x="16248" y="15994"/>
                  </a:lnTo>
                  <a:lnTo>
                    <a:pt x="16248" y="15994"/>
                  </a:lnTo>
                  <a:lnTo>
                    <a:pt x="16185" y="15994"/>
                  </a:lnTo>
                  <a:lnTo>
                    <a:pt x="16185" y="15994"/>
                  </a:lnTo>
                  <a:cubicBezTo>
                    <a:pt x="16185" y="15994"/>
                    <a:pt x="16185" y="15994"/>
                    <a:pt x="16100" y="15994"/>
                  </a:cubicBezTo>
                  <a:cubicBezTo>
                    <a:pt x="16100" y="16079"/>
                    <a:pt x="16100" y="16079"/>
                    <a:pt x="16057" y="16079"/>
                  </a:cubicBezTo>
                  <a:lnTo>
                    <a:pt x="16057" y="16079"/>
                  </a:lnTo>
                  <a:lnTo>
                    <a:pt x="16248" y="16100"/>
                  </a:lnTo>
                  <a:lnTo>
                    <a:pt x="16185" y="16100"/>
                  </a:lnTo>
                  <a:lnTo>
                    <a:pt x="15909" y="15994"/>
                  </a:lnTo>
                  <a:lnTo>
                    <a:pt x="15951" y="15994"/>
                  </a:lnTo>
                  <a:lnTo>
                    <a:pt x="15973" y="15994"/>
                  </a:lnTo>
                  <a:lnTo>
                    <a:pt x="15973" y="15994"/>
                  </a:lnTo>
                  <a:lnTo>
                    <a:pt x="15973" y="15994"/>
                  </a:lnTo>
                  <a:lnTo>
                    <a:pt x="15973" y="15994"/>
                  </a:lnTo>
                  <a:lnTo>
                    <a:pt x="15973" y="15994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6036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100" y="15909"/>
                  </a:cubicBezTo>
                  <a:lnTo>
                    <a:pt x="16185" y="15909"/>
                  </a:lnTo>
                  <a:close/>
                  <a:moveTo>
                    <a:pt x="16121" y="15909"/>
                  </a:moveTo>
                  <a:cubicBezTo>
                    <a:pt x="16121" y="15909"/>
                    <a:pt x="16121" y="15909"/>
                    <a:pt x="16079" y="15909"/>
                  </a:cubicBezTo>
                  <a:lnTo>
                    <a:pt x="16079" y="15909"/>
                  </a:lnTo>
                  <a:lnTo>
                    <a:pt x="16057" y="15909"/>
                  </a:lnTo>
                  <a:lnTo>
                    <a:pt x="16057" y="15909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5994" y="15994"/>
                  </a:lnTo>
                  <a:lnTo>
                    <a:pt x="15994" y="15994"/>
                  </a:lnTo>
                  <a:lnTo>
                    <a:pt x="15994" y="15994"/>
                  </a:lnTo>
                  <a:lnTo>
                    <a:pt x="16079" y="15994"/>
                  </a:lnTo>
                  <a:cubicBezTo>
                    <a:pt x="16079" y="15994"/>
                    <a:pt x="16079" y="15994"/>
                    <a:pt x="16121" y="15994"/>
                  </a:cubicBezTo>
                  <a:lnTo>
                    <a:pt x="16121" y="15994"/>
                  </a:lnTo>
                  <a:lnTo>
                    <a:pt x="16206" y="15994"/>
                  </a:lnTo>
                  <a:lnTo>
                    <a:pt x="16206" y="15994"/>
                  </a:lnTo>
                  <a:lnTo>
                    <a:pt x="16206" y="15994"/>
                  </a:lnTo>
                  <a:cubicBezTo>
                    <a:pt x="16185" y="15994"/>
                    <a:pt x="16185" y="15994"/>
                    <a:pt x="16121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8CF1CE71-BE18-4AA3-A08E-A451967C056A}"/>
                </a:ext>
              </a:extLst>
            </p:cNvPr>
            <p:cNvSpPr/>
            <p:nvPr/>
          </p:nvSpPr>
          <p:spPr>
            <a:xfrm>
              <a:off x="6415219" y="4740585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121 w 21212"/>
                <a:gd name="connsiteY1" fmla="*/ 15909 h 21212"/>
                <a:gd name="connsiteX2" fmla="*/ 16121 w 21212"/>
                <a:gd name="connsiteY2" fmla="*/ 15909 h 21212"/>
                <a:gd name="connsiteX3" fmla="*/ 16121 w 21212"/>
                <a:gd name="connsiteY3" fmla="*/ 16036 h 21212"/>
                <a:gd name="connsiteX4" fmla="*/ 16079 w 21212"/>
                <a:gd name="connsiteY4" fmla="*/ 16036 h 21212"/>
                <a:gd name="connsiteX5" fmla="*/ 16079 w 21212"/>
                <a:gd name="connsiteY5" fmla="*/ 16036 h 21212"/>
                <a:gd name="connsiteX6" fmla="*/ 16036 w 21212"/>
                <a:gd name="connsiteY6" fmla="*/ 16036 h 21212"/>
                <a:gd name="connsiteX7" fmla="*/ 15994 w 21212"/>
                <a:gd name="connsiteY7" fmla="*/ 16036 h 21212"/>
                <a:gd name="connsiteX8" fmla="*/ 15973 w 21212"/>
                <a:gd name="connsiteY8" fmla="*/ 16036 h 21212"/>
                <a:gd name="connsiteX9" fmla="*/ 15909 w 21212"/>
                <a:gd name="connsiteY9" fmla="*/ 16036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73 w 21212"/>
                <a:gd name="connsiteY12" fmla="*/ 15930 h 21212"/>
                <a:gd name="connsiteX13" fmla="*/ 15994 w 21212"/>
                <a:gd name="connsiteY13" fmla="*/ 15909 h 21212"/>
                <a:gd name="connsiteX14" fmla="*/ 16036 w 21212"/>
                <a:gd name="connsiteY14" fmla="*/ 15909 h 21212"/>
                <a:gd name="connsiteX15" fmla="*/ 16079 w 21212"/>
                <a:gd name="connsiteY15" fmla="*/ 15909 h 21212"/>
                <a:gd name="connsiteX16" fmla="*/ 16121 w 21212"/>
                <a:gd name="connsiteY16" fmla="*/ 15909 h 21212"/>
                <a:gd name="connsiteX17" fmla="*/ 16079 w 21212"/>
                <a:gd name="connsiteY17" fmla="*/ 15930 h 21212"/>
                <a:gd name="connsiteX18" fmla="*/ 16036 w 21212"/>
                <a:gd name="connsiteY18" fmla="*/ 15909 h 21212"/>
                <a:gd name="connsiteX19" fmla="*/ 16036 w 21212"/>
                <a:gd name="connsiteY19" fmla="*/ 15909 h 21212"/>
                <a:gd name="connsiteX20" fmla="*/ 15994 w 21212"/>
                <a:gd name="connsiteY20" fmla="*/ 15909 h 21212"/>
                <a:gd name="connsiteX21" fmla="*/ 15973 w 21212"/>
                <a:gd name="connsiteY21" fmla="*/ 15930 h 21212"/>
                <a:gd name="connsiteX22" fmla="*/ 15973 w 21212"/>
                <a:gd name="connsiteY22" fmla="*/ 15930 h 21212"/>
                <a:gd name="connsiteX23" fmla="*/ 15973 w 21212"/>
                <a:gd name="connsiteY23" fmla="*/ 15930 h 21212"/>
                <a:gd name="connsiteX24" fmla="*/ 15973 w 21212"/>
                <a:gd name="connsiteY24" fmla="*/ 16036 h 21212"/>
                <a:gd name="connsiteX25" fmla="*/ 15973 w 21212"/>
                <a:gd name="connsiteY25" fmla="*/ 16036 h 21212"/>
                <a:gd name="connsiteX26" fmla="*/ 15994 w 21212"/>
                <a:gd name="connsiteY26" fmla="*/ 16036 h 21212"/>
                <a:gd name="connsiteX27" fmla="*/ 16036 w 21212"/>
                <a:gd name="connsiteY27" fmla="*/ 16036 h 21212"/>
                <a:gd name="connsiteX28" fmla="*/ 16036 w 21212"/>
                <a:gd name="connsiteY28" fmla="*/ 16036 h 21212"/>
                <a:gd name="connsiteX29" fmla="*/ 16079 w 21212"/>
                <a:gd name="connsiteY29" fmla="*/ 16036 h 21212"/>
                <a:gd name="connsiteX30" fmla="*/ 16079 w 21212"/>
                <a:gd name="connsiteY30" fmla="*/ 16036 h 21212"/>
                <a:gd name="connsiteX31" fmla="*/ 16121 w 21212"/>
                <a:gd name="connsiteY31" fmla="*/ 15930 h 21212"/>
                <a:gd name="connsiteX32" fmla="*/ 16079 w 21212"/>
                <a:gd name="connsiteY32" fmla="*/ 15930 h 21212"/>
                <a:gd name="connsiteX33" fmla="*/ 16079 w 21212"/>
                <a:gd name="connsiteY33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cubicBezTo>
                    <a:pt x="16121" y="15909"/>
                    <a:pt x="16121" y="15909"/>
                    <a:pt x="16121" y="15909"/>
                  </a:cubicBezTo>
                  <a:cubicBezTo>
                    <a:pt x="16121" y="15930"/>
                    <a:pt x="16121" y="15930"/>
                    <a:pt x="16121" y="15909"/>
                  </a:cubicBezTo>
                  <a:lnTo>
                    <a:pt x="16121" y="16036"/>
                  </a:lnTo>
                  <a:cubicBezTo>
                    <a:pt x="16121" y="16036"/>
                    <a:pt x="16121" y="16036"/>
                    <a:pt x="16079" y="16036"/>
                  </a:cubicBezTo>
                  <a:lnTo>
                    <a:pt x="16079" y="16036"/>
                  </a:lnTo>
                  <a:cubicBezTo>
                    <a:pt x="16036" y="16036"/>
                    <a:pt x="16036" y="16036"/>
                    <a:pt x="16036" y="16036"/>
                  </a:cubicBezTo>
                  <a:cubicBezTo>
                    <a:pt x="15994" y="16036"/>
                    <a:pt x="15994" y="16036"/>
                    <a:pt x="15994" y="16036"/>
                  </a:cubicBezTo>
                  <a:cubicBezTo>
                    <a:pt x="15973" y="16036"/>
                    <a:pt x="15973" y="16036"/>
                    <a:pt x="15973" y="16036"/>
                  </a:cubicBezTo>
                  <a:cubicBezTo>
                    <a:pt x="15909" y="16036"/>
                    <a:pt x="15909" y="16036"/>
                    <a:pt x="15909" y="16036"/>
                  </a:cubicBezTo>
                  <a:cubicBezTo>
                    <a:pt x="15909" y="16036"/>
                    <a:pt x="15909" y="16036"/>
                    <a:pt x="15909" y="15930"/>
                  </a:cubicBezTo>
                  <a:lnTo>
                    <a:pt x="15909" y="15930"/>
                  </a:lnTo>
                  <a:lnTo>
                    <a:pt x="15973" y="15930"/>
                  </a:lnTo>
                  <a:cubicBezTo>
                    <a:pt x="15973" y="15909"/>
                    <a:pt x="15973" y="15909"/>
                    <a:pt x="15994" y="15909"/>
                  </a:cubicBezTo>
                  <a:lnTo>
                    <a:pt x="16036" y="15909"/>
                  </a:lnTo>
                  <a:cubicBezTo>
                    <a:pt x="16036" y="15909"/>
                    <a:pt x="16036" y="15909"/>
                    <a:pt x="16079" y="15909"/>
                  </a:cubicBezTo>
                  <a:cubicBezTo>
                    <a:pt x="16079" y="15909"/>
                    <a:pt x="16079" y="15909"/>
                    <a:pt x="16121" y="15909"/>
                  </a:cubicBezTo>
                  <a:close/>
                  <a:moveTo>
                    <a:pt x="16079" y="15930"/>
                  </a:moveTo>
                  <a:cubicBezTo>
                    <a:pt x="16079" y="15930"/>
                    <a:pt x="16036" y="15930"/>
                    <a:pt x="16036" y="15909"/>
                  </a:cubicBezTo>
                  <a:lnTo>
                    <a:pt x="16036" y="15909"/>
                  </a:lnTo>
                  <a:lnTo>
                    <a:pt x="15994" y="15909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73" y="16036"/>
                    <a:pt x="15973" y="16036"/>
                    <a:pt x="15973" y="16036"/>
                  </a:cubicBezTo>
                  <a:lnTo>
                    <a:pt x="15973" y="16036"/>
                  </a:lnTo>
                  <a:lnTo>
                    <a:pt x="15994" y="16036"/>
                  </a:lnTo>
                  <a:lnTo>
                    <a:pt x="16036" y="16036"/>
                  </a:lnTo>
                  <a:lnTo>
                    <a:pt x="16036" y="16036"/>
                  </a:lnTo>
                  <a:cubicBezTo>
                    <a:pt x="16079" y="16036"/>
                    <a:pt x="16079" y="16036"/>
                    <a:pt x="16079" y="16036"/>
                  </a:cubicBezTo>
                  <a:lnTo>
                    <a:pt x="16079" y="16036"/>
                  </a:lnTo>
                  <a:cubicBezTo>
                    <a:pt x="16079" y="16036"/>
                    <a:pt x="16079" y="16036"/>
                    <a:pt x="16121" y="15930"/>
                  </a:cubicBezTo>
                  <a:cubicBezTo>
                    <a:pt x="16079" y="15930"/>
                    <a:pt x="16079" y="15930"/>
                    <a:pt x="16079" y="15930"/>
                  </a:cubicBezTo>
                  <a:lnTo>
                    <a:pt x="16079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883263AC-076F-4084-9CE0-B2C3A63E75EA}"/>
                </a:ext>
              </a:extLst>
            </p:cNvPr>
            <p:cNvSpPr/>
            <p:nvPr/>
          </p:nvSpPr>
          <p:spPr>
            <a:xfrm>
              <a:off x="6415469" y="4740428"/>
              <a:ext cx="31327" cy="31327"/>
            </a:xfrm>
            <a:custGeom>
              <a:avLst/>
              <a:gdLst>
                <a:gd name="connsiteX0" fmla="*/ 16036 w 21212"/>
                <a:gd name="connsiteY0" fmla="*/ 15909 h 21212"/>
                <a:gd name="connsiteX1" fmla="*/ 16036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5973 w 21212"/>
                <a:gd name="connsiteY4" fmla="*/ 15973 h 21212"/>
                <a:gd name="connsiteX5" fmla="*/ 15973 w 21212"/>
                <a:gd name="connsiteY5" fmla="*/ 15973 h 21212"/>
                <a:gd name="connsiteX6" fmla="*/ 16058 w 21212"/>
                <a:gd name="connsiteY6" fmla="*/ 16015 h 21212"/>
                <a:gd name="connsiteX7" fmla="*/ 16036 w 21212"/>
                <a:gd name="connsiteY7" fmla="*/ 16015 h 21212"/>
                <a:gd name="connsiteX8" fmla="*/ 15909 w 21212"/>
                <a:gd name="connsiteY8" fmla="*/ 15973 h 21212"/>
                <a:gd name="connsiteX9" fmla="*/ 15909 w 21212"/>
                <a:gd name="connsiteY9" fmla="*/ 15973 h 21212"/>
                <a:gd name="connsiteX10" fmla="*/ 15951 w 21212"/>
                <a:gd name="connsiteY10" fmla="*/ 15973 h 21212"/>
                <a:gd name="connsiteX11" fmla="*/ 15951 w 21212"/>
                <a:gd name="connsiteY11" fmla="*/ 15973 h 21212"/>
                <a:gd name="connsiteX12" fmla="*/ 15951 w 21212"/>
                <a:gd name="connsiteY12" fmla="*/ 15909 h 21212"/>
                <a:gd name="connsiteX13" fmla="*/ 15951 w 21212"/>
                <a:gd name="connsiteY13" fmla="*/ 15909 h 21212"/>
                <a:gd name="connsiteX14" fmla="*/ 15951 w 21212"/>
                <a:gd name="connsiteY14" fmla="*/ 15909 h 21212"/>
                <a:gd name="connsiteX15" fmla="*/ 15973 w 21212"/>
                <a:gd name="connsiteY15" fmla="*/ 15909 h 21212"/>
                <a:gd name="connsiteX16" fmla="*/ 15973 w 21212"/>
                <a:gd name="connsiteY16" fmla="*/ 15909 h 21212"/>
                <a:gd name="connsiteX17" fmla="*/ 15973 w 21212"/>
                <a:gd name="connsiteY17" fmla="*/ 15909 h 21212"/>
                <a:gd name="connsiteX18" fmla="*/ 16036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36" y="15909"/>
                  </a:moveTo>
                  <a:lnTo>
                    <a:pt x="16036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6058" y="16015"/>
                  </a:lnTo>
                  <a:lnTo>
                    <a:pt x="16036" y="16015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51" y="15973"/>
                  </a:lnTo>
                  <a:cubicBezTo>
                    <a:pt x="15951" y="15973"/>
                    <a:pt x="15951" y="15973"/>
                    <a:pt x="15951" y="15909"/>
                  </a:cubicBezTo>
                  <a:lnTo>
                    <a:pt x="15951" y="15909"/>
                  </a:lnTo>
                  <a:lnTo>
                    <a:pt x="15951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6036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D08E49B-3A69-4503-8E77-B11B1AA53CE7}"/>
                </a:ext>
              </a:extLst>
            </p:cNvPr>
            <p:cNvSpPr/>
            <p:nvPr/>
          </p:nvSpPr>
          <p:spPr>
            <a:xfrm>
              <a:off x="6415563" y="4740334"/>
              <a:ext cx="31327" cy="31327"/>
            </a:xfrm>
            <a:custGeom>
              <a:avLst/>
              <a:gdLst>
                <a:gd name="connsiteX0" fmla="*/ 16227 w 21212"/>
                <a:gd name="connsiteY0" fmla="*/ 15973 h 21212"/>
                <a:gd name="connsiteX1" fmla="*/ 16227 w 21212"/>
                <a:gd name="connsiteY1" fmla="*/ 15973 h 21212"/>
                <a:gd name="connsiteX2" fmla="*/ 16227 w 21212"/>
                <a:gd name="connsiteY2" fmla="*/ 15973 h 21212"/>
                <a:gd name="connsiteX3" fmla="*/ 16164 w 21212"/>
                <a:gd name="connsiteY3" fmla="*/ 15973 h 21212"/>
                <a:gd name="connsiteX4" fmla="*/ 16164 w 21212"/>
                <a:gd name="connsiteY4" fmla="*/ 15973 h 21212"/>
                <a:gd name="connsiteX5" fmla="*/ 16121 w 21212"/>
                <a:gd name="connsiteY5" fmla="*/ 15973 h 21212"/>
                <a:gd name="connsiteX6" fmla="*/ 16121 w 21212"/>
                <a:gd name="connsiteY6" fmla="*/ 15973 h 21212"/>
                <a:gd name="connsiteX7" fmla="*/ 15994 w 21212"/>
                <a:gd name="connsiteY7" fmla="*/ 15930 h 21212"/>
                <a:gd name="connsiteX8" fmla="*/ 15973 w 21212"/>
                <a:gd name="connsiteY8" fmla="*/ 15973 h 21212"/>
                <a:gd name="connsiteX9" fmla="*/ 15909 w 21212"/>
                <a:gd name="connsiteY9" fmla="*/ 15930 h 21212"/>
                <a:gd name="connsiteX10" fmla="*/ 15973 w 21212"/>
                <a:gd name="connsiteY10" fmla="*/ 15930 h 21212"/>
                <a:gd name="connsiteX11" fmla="*/ 15909 w 21212"/>
                <a:gd name="connsiteY11" fmla="*/ 15909 h 21212"/>
                <a:gd name="connsiteX12" fmla="*/ 15973 w 21212"/>
                <a:gd name="connsiteY12" fmla="*/ 15909 h 21212"/>
                <a:gd name="connsiteX13" fmla="*/ 15994 w 21212"/>
                <a:gd name="connsiteY13" fmla="*/ 15909 h 21212"/>
                <a:gd name="connsiteX14" fmla="*/ 16058 w 21212"/>
                <a:gd name="connsiteY14" fmla="*/ 15909 h 21212"/>
                <a:gd name="connsiteX15" fmla="*/ 16121 w 21212"/>
                <a:gd name="connsiteY15" fmla="*/ 15909 h 21212"/>
                <a:gd name="connsiteX16" fmla="*/ 15994 w 21212"/>
                <a:gd name="connsiteY16" fmla="*/ 15930 h 21212"/>
                <a:gd name="connsiteX17" fmla="*/ 16121 w 21212"/>
                <a:gd name="connsiteY17" fmla="*/ 15973 h 21212"/>
                <a:gd name="connsiteX18" fmla="*/ 16164 w 21212"/>
                <a:gd name="connsiteY18" fmla="*/ 15973 h 21212"/>
                <a:gd name="connsiteX19" fmla="*/ 16164 w 21212"/>
                <a:gd name="connsiteY19" fmla="*/ 15973 h 21212"/>
                <a:gd name="connsiteX20" fmla="*/ 16164 w 21212"/>
                <a:gd name="connsiteY20" fmla="*/ 15973 h 21212"/>
                <a:gd name="connsiteX21" fmla="*/ 16227 w 21212"/>
                <a:gd name="connsiteY21" fmla="*/ 15973 h 21212"/>
                <a:gd name="connsiteX22" fmla="*/ 16227 w 21212"/>
                <a:gd name="connsiteY22" fmla="*/ 15973 h 21212"/>
                <a:gd name="connsiteX23" fmla="*/ 16206 w 21212"/>
                <a:gd name="connsiteY23" fmla="*/ 15930 h 21212"/>
                <a:gd name="connsiteX24" fmla="*/ 16227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73"/>
                  </a:moveTo>
                  <a:lnTo>
                    <a:pt x="16227" y="15973"/>
                  </a:lnTo>
                  <a:lnTo>
                    <a:pt x="16227" y="15973"/>
                  </a:lnTo>
                  <a:cubicBezTo>
                    <a:pt x="16206" y="15973"/>
                    <a:pt x="16206" y="15973"/>
                    <a:pt x="16164" y="15973"/>
                  </a:cubicBezTo>
                  <a:lnTo>
                    <a:pt x="16164" y="15973"/>
                  </a:lnTo>
                  <a:cubicBezTo>
                    <a:pt x="16164" y="15973"/>
                    <a:pt x="16164" y="15973"/>
                    <a:pt x="16121" y="15973"/>
                  </a:cubicBezTo>
                  <a:lnTo>
                    <a:pt x="16121" y="15973"/>
                  </a:lnTo>
                  <a:lnTo>
                    <a:pt x="15994" y="15930"/>
                  </a:lnTo>
                  <a:lnTo>
                    <a:pt x="15973" y="15973"/>
                  </a:lnTo>
                  <a:lnTo>
                    <a:pt x="15909" y="15930"/>
                  </a:lnTo>
                  <a:lnTo>
                    <a:pt x="15973" y="15930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94" y="15909"/>
                  </a:lnTo>
                  <a:lnTo>
                    <a:pt x="16058" y="15909"/>
                  </a:lnTo>
                  <a:lnTo>
                    <a:pt x="16121" y="15909"/>
                  </a:lnTo>
                  <a:lnTo>
                    <a:pt x="15994" y="15930"/>
                  </a:lnTo>
                  <a:lnTo>
                    <a:pt x="16121" y="15973"/>
                  </a:lnTo>
                  <a:cubicBezTo>
                    <a:pt x="16121" y="15973"/>
                    <a:pt x="16121" y="15973"/>
                    <a:pt x="16164" y="15973"/>
                  </a:cubicBezTo>
                  <a:lnTo>
                    <a:pt x="16164" y="15973"/>
                  </a:lnTo>
                  <a:lnTo>
                    <a:pt x="16164" y="15973"/>
                  </a:lnTo>
                  <a:cubicBezTo>
                    <a:pt x="16164" y="15973"/>
                    <a:pt x="16164" y="15973"/>
                    <a:pt x="16227" y="15973"/>
                  </a:cubicBezTo>
                  <a:lnTo>
                    <a:pt x="16227" y="15973"/>
                  </a:lnTo>
                  <a:lnTo>
                    <a:pt x="16206" y="15930"/>
                  </a:lnTo>
                  <a:lnTo>
                    <a:pt x="16227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3085D1BA-299B-49D1-8E1E-88016F5253B5}"/>
                </a:ext>
              </a:extLst>
            </p:cNvPr>
            <p:cNvSpPr/>
            <p:nvPr/>
          </p:nvSpPr>
          <p:spPr>
            <a:xfrm>
              <a:off x="6415782" y="4740210"/>
              <a:ext cx="31327" cy="31327"/>
            </a:xfrm>
            <a:custGeom>
              <a:avLst/>
              <a:gdLst>
                <a:gd name="connsiteX0" fmla="*/ 16227 w 21212"/>
                <a:gd name="connsiteY0" fmla="*/ 15951 h 21212"/>
                <a:gd name="connsiteX1" fmla="*/ 16227 w 21212"/>
                <a:gd name="connsiteY1" fmla="*/ 15994 h 21212"/>
                <a:gd name="connsiteX2" fmla="*/ 16164 w 21212"/>
                <a:gd name="connsiteY2" fmla="*/ 15994 h 21212"/>
                <a:gd name="connsiteX3" fmla="*/ 16164 w 21212"/>
                <a:gd name="connsiteY3" fmla="*/ 15994 h 21212"/>
                <a:gd name="connsiteX4" fmla="*/ 16142 w 21212"/>
                <a:gd name="connsiteY4" fmla="*/ 15994 h 21212"/>
                <a:gd name="connsiteX5" fmla="*/ 16079 w 21212"/>
                <a:gd name="connsiteY5" fmla="*/ 15994 h 21212"/>
                <a:gd name="connsiteX6" fmla="*/ 16079 w 21212"/>
                <a:gd name="connsiteY6" fmla="*/ 15994 h 21212"/>
                <a:gd name="connsiteX7" fmla="*/ 16015 w 21212"/>
                <a:gd name="connsiteY7" fmla="*/ 15951 h 21212"/>
                <a:gd name="connsiteX8" fmla="*/ 15973 w 21212"/>
                <a:gd name="connsiteY8" fmla="*/ 15994 h 21212"/>
                <a:gd name="connsiteX9" fmla="*/ 15909 w 21212"/>
                <a:gd name="connsiteY9" fmla="*/ 15951 h 21212"/>
                <a:gd name="connsiteX10" fmla="*/ 15973 w 21212"/>
                <a:gd name="connsiteY10" fmla="*/ 15951 h 21212"/>
                <a:gd name="connsiteX11" fmla="*/ 15909 w 21212"/>
                <a:gd name="connsiteY11" fmla="*/ 15909 h 21212"/>
                <a:gd name="connsiteX12" fmla="*/ 15973 w 21212"/>
                <a:gd name="connsiteY12" fmla="*/ 15909 h 21212"/>
                <a:gd name="connsiteX13" fmla="*/ 16015 w 21212"/>
                <a:gd name="connsiteY13" fmla="*/ 15909 h 21212"/>
                <a:gd name="connsiteX14" fmla="*/ 16057 w 21212"/>
                <a:gd name="connsiteY14" fmla="*/ 15909 h 21212"/>
                <a:gd name="connsiteX15" fmla="*/ 16079 w 21212"/>
                <a:gd name="connsiteY15" fmla="*/ 15909 h 21212"/>
                <a:gd name="connsiteX16" fmla="*/ 16015 w 21212"/>
                <a:gd name="connsiteY16" fmla="*/ 15951 h 21212"/>
                <a:gd name="connsiteX17" fmla="*/ 16079 w 21212"/>
                <a:gd name="connsiteY17" fmla="*/ 15994 h 21212"/>
                <a:gd name="connsiteX18" fmla="*/ 16142 w 21212"/>
                <a:gd name="connsiteY18" fmla="*/ 15994 h 21212"/>
                <a:gd name="connsiteX19" fmla="*/ 16142 w 21212"/>
                <a:gd name="connsiteY19" fmla="*/ 15994 h 21212"/>
                <a:gd name="connsiteX20" fmla="*/ 16142 w 21212"/>
                <a:gd name="connsiteY20" fmla="*/ 15994 h 21212"/>
                <a:gd name="connsiteX21" fmla="*/ 16164 w 21212"/>
                <a:gd name="connsiteY21" fmla="*/ 15994 h 21212"/>
                <a:gd name="connsiteX22" fmla="*/ 16164 w 21212"/>
                <a:gd name="connsiteY22" fmla="*/ 15951 h 21212"/>
                <a:gd name="connsiteX23" fmla="*/ 16164 w 21212"/>
                <a:gd name="connsiteY23" fmla="*/ 15951 h 21212"/>
                <a:gd name="connsiteX24" fmla="*/ 16227 w 21212"/>
                <a:gd name="connsiteY2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51"/>
                  </a:moveTo>
                  <a:cubicBezTo>
                    <a:pt x="16227" y="15951"/>
                    <a:pt x="16227" y="15951"/>
                    <a:pt x="16227" y="15994"/>
                  </a:cubicBez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94"/>
                  </a:lnTo>
                  <a:cubicBezTo>
                    <a:pt x="16142" y="15994"/>
                    <a:pt x="16142" y="15994"/>
                    <a:pt x="16142" y="15994"/>
                  </a:cubicBezTo>
                  <a:cubicBezTo>
                    <a:pt x="16142" y="15994"/>
                    <a:pt x="16142" y="15994"/>
                    <a:pt x="16079" y="15994"/>
                  </a:cubicBezTo>
                  <a:lnTo>
                    <a:pt x="16079" y="15994"/>
                  </a:lnTo>
                  <a:lnTo>
                    <a:pt x="16015" y="15951"/>
                  </a:lnTo>
                  <a:lnTo>
                    <a:pt x="15973" y="15994"/>
                  </a:lnTo>
                  <a:lnTo>
                    <a:pt x="15909" y="15951"/>
                  </a:lnTo>
                  <a:lnTo>
                    <a:pt x="15973" y="15951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6015" y="15909"/>
                  </a:lnTo>
                  <a:lnTo>
                    <a:pt x="16057" y="15909"/>
                  </a:lnTo>
                  <a:lnTo>
                    <a:pt x="16079" y="15909"/>
                  </a:lnTo>
                  <a:lnTo>
                    <a:pt x="16015" y="15951"/>
                  </a:lnTo>
                  <a:lnTo>
                    <a:pt x="16079" y="15994"/>
                  </a:lnTo>
                  <a:cubicBezTo>
                    <a:pt x="16079" y="15994"/>
                    <a:pt x="16079" y="15994"/>
                    <a:pt x="16142" y="15994"/>
                  </a:cubicBezTo>
                  <a:lnTo>
                    <a:pt x="16142" y="15994"/>
                  </a:lnTo>
                  <a:lnTo>
                    <a:pt x="16142" y="15994"/>
                  </a:lnTo>
                  <a:lnTo>
                    <a:pt x="16164" y="15994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227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2DE36209-7DD2-49BF-B840-E1AC44553C21}"/>
                </a:ext>
              </a:extLst>
            </p:cNvPr>
            <p:cNvSpPr/>
            <p:nvPr/>
          </p:nvSpPr>
          <p:spPr>
            <a:xfrm>
              <a:off x="6415939" y="4740052"/>
              <a:ext cx="31327" cy="31327"/>
            </a:xfrm>
            <a:custGeom>
              <a:avLst/>
              <a:gdLst>
                <a:gd name="connsiteX0" fmla="*/ 15951 w 21212"/>
                <a:gd name="connsiteY0" fmla="*/ 15994 h 21212"/>
                <a:gd name="connsiteX1" fmla="*/ 15909 w 21212"/>
                <a:gd name="connsiteY1" fmla="*/ 15909 h 21212"/>
                <a:gd name="connsiteX2" fmla="*/ 15951 w 21212"/>
                <a:gd name="connsiteY2" fmla="*/ 15909 h 21212"/>
                <a:gd name="connsiteX3" fmla="*/ 15973 w 21212"/>
                <a:gd name="connsiteY3" fmla="*/ 15909 h 21212"/>
                <a:gd name="connsiteX4" fmla="*/ 15951 w 21212"/>
                <a:gd name="connsiteY4" fmla="*/ 15994 h 21212"/>
                <a:gd name="connsiteX5" fmla="*/ 16164 w 21212"/>
                <a:gd name="connsiteY5" fmla="*/ 16058 h 21212"/>
                <a:gd name="connsiteX6" fmla="*/ 15973 w 21212"/>
                <a:gd name="connsiteY6" fmla="*/ 15994 h 21212"/>
                <a:gd name="connsiteX7" fmla="*/ 16036 w 21212"/>
                <a:gd name="connsiteY7" fmla="*/ 15994 h 21212"/>
                <a:gd name="connsiteX8" fmla="*/ 16164 w 21212"/>
                <a:gd name="connsiteY8" fmla="*/ 16015 h 21212"/>
                <a:gd name="connsiteX9" fmla="*/ 16164 w 21212"/>
                <a:gd name="connsiteY9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51" y="15994"/>
                  </a:moveTo>
                  <a:lnTo>
                    <a:pt x="15909" y="15909"/>
                  </a:lnTo>
                  <a:lnTo>
                    <a:pt x="15951" y="15909"/>
                  </a:lnTo>
                  <a:lnTo>
                    <a:pt x="15973" y="15909"/>
                  </a:lnTo>
                  <a:lnTo>
                    <a:pt x="15951" y="15994"/>
                  </a:lnTo>
                  <a:close/>
                  <a:moveTo>
                    <a:pt x="16164" y="16058"/>
                  </a:moveTo>
                  <a:lnTo>
                    <a:pt x="15973" y="15994"/>
                  </a:lnTo>
                  <a:lnTo>
                    <a:pt x="16036" y="15994"/>
                  </a:lnTo>
                  <a:lnTo>
                    <a:pt x="16164" y="16015"/>
                  </a:lnTo>
                  <a:lnTo>
                    <a:pt x="16164" y="1605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809EC531-198D-41F9-8489-3C6E0B8B7493}"/>
                </a:ext>
              </a:extLst>
            </p:cNvPr>
            <p:cNvSpPr/>
            <p:nvPr/>
          </p:nvSpPr>
          <p:spPr>
            <a:xfrm>
              <a:off x="6416128" y="4739990"/>
              <a:ext cx="31327" cy="31327"/>
            </a:xfrm>
            <a:custGeom>
              <a:avLst/>
              <a:gdLst>
                <a:gd name="connsiteX0" fmla="*/ 16164 w 21212"/>
                <a:gd name="connsiteY0" fmla="*/ 15973 h 21212"/>
                <a:gd name="connsiteX1" fmla="*/ 16164 w 21212"/>
                <a:gd name="connsiteY1" fmla="*/ 15973 h 21212"/>
                <a:gd name="connsiteX2" fmla="*/ 16121 w 21212"/>
                <a:gd name="connsiteY2" fmla="*/ 16058 h 21212"/>
                <a:gd name="connsiteX3" fmla="*/ 16100 w 21212"/>
                <a:gd name="connsiteY3" fmla="*/ 16058 h 21212"/>
                <a:gd name="connsiteX4" fmla="*/ 16100 w 21212"/>
                <a:gd name="connsiteY4" fmla="*/ 16058 h 21212"/>
                <a:gd name="connsiteX5" fmla="*/ 16100 w 21212"/>
                <a:gd name="connsiteY5" fmla="*/ 16058 h 21212"/>
                <a:gd name="connsiteX6" fmla="*/ 16036 w 21212"/>
                <a:gd name="connsiteY6" fmla="*/ 16058 h 21212"/>
                <a:gd name="connsiteX7" fmla="*/ 15973 w 21212"/>
                <a:gd name="connsiteY7" fmla="*/ 15973 h 21212"/>
                <a:gd name="connsiteX8" fmla="*/ 15930 w 21212"/>
                <a:gd name="connsiteY8" fmla="*/ 15973 h 21212"/>
                <a:gd name="connsiteX9" fmla="*/ 15909 w 21212"/>
                <a:gd name="connsiteY9" fmla="*/ 15973 h 21212"/>
                <a:gd name="connsiteX10" fmla="*/ 15930 w 21212"/>
                <a:gd name="connsiteY10" fmla="*/ 15973 h 21212"/>
                <a:gd name="connsiteX11" fmla="*/ 15909 w 21212"/>
                <a:gd name="connsiteY11" fmla="*/ 15909 h 21212"/>
                <a:gd name="connsiteX12" fmla="*/ 15930 w 21212"/>
                <a:gd name="connsiteY12" fmla="*/ 15909 h 21212"/>
                <a:gd name="connsiteX13" fmla="*/ 15994 w 21212"/>
                <a:gd name="connsiteY13" fmla="*/ 15973 h 21212"/>
                <a:gd name="connsiteX14" fmla="*/ 16036 w 21212"/>
                <a:gd name="connsiteY14" fmla="*/ 15909 h 21212"/>
                <a:gd name="connsiteX15" fmla="*/ 16057 w 21212"/>
                <a:gd name="connsiteY15" fmla="*/ 15909 h 21212"/>
                <a:gd name="connsiteX16" fmla="*/ 16036 w 21212"/>
                <a:gd name="connsiteY16" fmla="*/ 15973 h 21212"/>
                <a:gd name="connsiteX17" fmla="*/ 16057 w 21212"/>
                <a:gd name="connsiteY17" fmla="*/ 16058 h 21212"/>
                <a:gd name="connsiteX18" fmla="*/ 16121 w 21212"/>
                <a:gd name="connsiteY18" fmla="*/ 16058 h 21212"/>
                <a:gd name="connsiteX19" fmla="*/ 16121 w 21212"/>
                <a:gd name="connsiteY19" fmla="*/ 16058 h 21212"/>
                <a:gd name="connsiteX20" fmla="*/ 16121 w 21212"/>
                <a:gd name="connsiteY20" fmla="*/ 16058 h 21212"/>
                <a:gd name="connsiteX21" fmla="*/ 16142 w 21212"/>
                <a:gd name="connsiteY21" fmla="*/ 15973 h 21212"/>
                <a:gd name="connsiteX22" fmla="*/ 16142 w 21212"/>
                <a:gd name="connsiteY22" fmla="*/ 15973 h 21212"/>
                <a:gd name="connsiteX23" fmla="*/ 16142 w 21212"/>
                <a:gd name="connsiteY23" fmla="*/ 15973 h 21212"/>
                <a:gd name="connsiteX24" fmla="*/ 16164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5973"/>
                  </a:moveTo>
                  <a:lnTo>
                    <a:pt x="16164" y="15973"/>
                  </a:lnTo>
                  <a:cubicBezTo>
                    <a:pt x="16164" y="16058"/>
                    <a:pt x="16121" y="16058"/>
                    <a:pt x="16121" y="16058"/>
                  </a:cubicBezTo>
                  <a:cubicBezTo>
                    <a:pt x="16121" y="16058"/>
                    <a:pt x="16121" y="16058"/>
                    <a:pt x="16100" y="16058"/>
                  </a:cubicBezTo>
                  <a:lnTo>
                    <a:pt x="16100" y="16058"/>
                  </a:lnTo>
                  <a:lnTo>
                    <a:pt x="16100" y="16058"/>
                  </a:lnTo>
                  <a:cubicBezTo>
                    <a:pt x="16036" y="16058"/>
                    <a:pt x="16036" y="16058"/>
                    <a:pt x="16036" y="16058"/>
                  </a:cubicBezTo>
                  <a:lnTo>
                    <a:pt x="15973" y="15973"/>
                  </a:lnTo>
                  <a:lnTo>
                    <a:pt x="15930" y="15973"/>
                  </a:lnTo>
                  <a:lnTo>
                    <a:pt x="15909" y="15973"/>
                  </a:lnTo>
                  <a:lnTo>
                    <a:pt x="15930" y="15973"/>
                  </a:lnTo>
                  <a:lnTo>
                    <a:pt x="15909" y="15909"/>
                  </a:lnTo>
                  <a:lnTo>
                    <a:pt x="15930" y="15909"/>
                  </a:lnTo>
                  <a:lnTo>
                    <a:pt x="15994" y="15973"/>
                  </a:lnTo>
                  <a:lnTo>
                    <a:pt x="16036" y="15909"/>
                  </a:lnTo>
                  <a:lnTo>
                    <a:pt x="16057" y="15909"/>
                  </a:lnTo>
                  <a:lnTo>
                    <a:pt x="16036" y="15973"/>
                  </a:lnTo>
                  <a:lnTo>
                    <a:pt x="16057" y="16058"/>
                  </a:lnTo>
                  <a:lnTo>
                    <a:pt x="16121" y="16058"/>
                  </a:lnTo>
                  <a:lnTo>
                    <a:pt x="16121" y="16058"/>
                  </a:lnTo>
                  <a:lnTo>
                    <a:pt x="16121" y="16058"/>
                  </a:lnTo>
                  <a:cubicBezTo>
                    <a:pt x="16142" y="15973"/>
                    <a:pt x="16142" y="15973"/>
                    <a:pt x="16142" y="15973"/>
                  </a:cubicBezTo>
                  <a:lnTo>
                    <a:pt x="16142" y="15973"/>
                  </a:lnTo>
                  <a:lnTo>
                    <a:pt x="16142" y="15973"/>
                  </a:lnTo>
                  <a:lnTo>
                    <a:pt x="1616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9EADC0-0D2E-429A-B6C1-C5D74BC192A9}"/>
                </a:ext>
              </a:extLst>
            </p:cNvPr>
            <p:cNvSpPr/>
            <p:nvPr/>
          </p:nvSpPr>
          <p:spPr>
            <a:xfrm>
              <a:off x="6416410" y="4739802"/>
              <a:ext cx="31327" cy="31327"/>
            </a:xfrm>
            <a:custGeom>
              <a:avLst/>
              <a:gdLst>
                <a:gd name="connsiteX0" fmla="*/ 16079 w 21212"/>
                <a:gd name="connsiteY0" fmla="*/ 15973 h 21212"/>
                <a:gd name="connsiteX1" fmla="*/ 16079 w 21212"/>
                <a:gd name="connsiteY1" fmla="*/ 15973 h 21212"/>
                <a:gd name="connsiteX2" fmla="*/ 16142 w 21212"/>
                <a:gd name="connsiteY2" fmla="*/ 16015 h 21212"/>
                <a:gd name="connsiteX3" fmla="*/ 16079 w 21212"/>
                <a:gd name="connsiteY3" fmla="*/ 16036 h 21212"/>
                <a:gd name="connsiteX4" fmla="*/ 16079 w 21212"/>
                <a:gd name="connsiteY4" fmla="*/ 16036 h 21212"/>
                <a:gd name="connsiteX5" fmla="*/ 16058 w 21212"/>
                <a:gd name="connsiteY5" fmla="*/ 16036 h 21212"/>
                <a:gd name="connsiteX6" fmla="*/ 16015 w 21212"/>
                <a:gd name="connsiteY6" fmla="*/ 16100 h 21212"/>
                <a:gd name="connsiteX7" fmla="*/ 15973 w 21212"/>
                <a:gd name="connsiteY7" fmla="*/ 16036 h 21212"/>
                <a:gd name="connsiteX8" fmla="*/ 15930 w 21212"/>
                <a:gd name="connsiteY8" fmla="*/ 16036 h 21212"/>
                <a:gd name="connsiteX9" fmla="*/ 15909 w 21212"/>
                <a:gd name="connsiteY9" fmla="*/ 16036 h 21212"/>
                <a:gd name="connsiteX10" fmla="*/ 15909 w 21212"/>
                <a:gd name="connsiteY10" fmla="*/ 16015 h 21212"/>
                <a:gd name="connsiteX11" fmla="*/ 15909 w 21212"/>
                <a:gd name="connsiteY11" fmla="*/ 15973 h 21212"/>
                <a:gd name="connsiteX12" fmla="*/ 15930 w 21212"/>
                <a:gd name="connsiteY12" fmla="*/ 15973 h 21212"/>
                <a:gd name="connsiteX13" fmla="*/ 15973 w 21212"/>
                <a:gd name="connsiteY13" fmla="*/ 15973 h 21212"/>
                <a:gd name="connsiteX14" fmla="*/ 16015 w 21212"/>
                <a:gd name="connsiteY14" fmla="*/ 15909 h 21212"/>
                <a:gd name="connsiteX15" fmla="*/ 16079 w 21212"/>
                <a:gd name="connsiteY15" fmla="*/ 15973 h 21212"/>
                <a:gd name="connsiteX16" fmla="*/ 16079 w 21212"/>
                <a:gd name="connsiteY16" fmla="*/ 15973 h 21212"/>
                <a:gd name="connsiteX17" fmla="*/ 16058 w 21212"/>
                <a:gd name="connsiteY17" fmla="*/ 15973 h 21212"/>
                <a:gd name="connsiteX18" fmla="*/ 16015 w 21212"/>
                <a:gd name="connsiteY18" fmla="*/ 15973 h 21212"/>
                <a:gd name="connsiteX19" fmla="*/ 16015 w 21212"/>
                <a:gd name="connsiteY19" fmla="*/ 15973 h 21212"/>
                <a:gd name="connsiteX20" fmla="*/ 15973 w 21212"/>
                <a:gd name="connsiteY20" fmla="*/ 15973 h 21212"/>
                <a:gd name="connsiteX21" fmla="*/ 15930 w 21212"/>
                <a:gd name="connsiteY21" fmla="*/ 15973 h 21212"/>
                <a:gd name="connsiteX22" fmla="*/ 15930 w 21212"/>
                <a:gd name="connsiteY22" fmla="*/ 15973 h 21212"/>
                <a:gd name="connsiteX23" fmla="*/ 15930 w 21212"/>
                <a:gd name="connsiteY23" fmla="*/ 16015 h 21212"/>
                <a:gd name="connsiteX24" fmla="*/ 15930 w 21212"/>
                <a:gd name="connsiteY24" fmla="*/ 16036 h 21212"/>
                <a:gd name="connsiteX25" fmla="*/ 15930 w 21212"/>
                <a:gd name="connsiteY25" fmla="*/ 16036 h 21212"/>
                <a:gd name="connsiteX26" fmla="*/ 15973 w 21212"/>
                <a:gd name="connsiteY26" fmla="*/ 16036 h 21212"/>
                <a:gd name="connsiteX27" fmla="*/ 16015 w 21212"/>
                <a:gd name="connsiteY27" fmla="*/ 16036 h 21212"/>
                <a:gd name="connsiteX28" fmla="*/ 16058 w 21212"/>
                <a:gd name="connsiteY28" fmla="*/ 16036 h 21212"/>
                <a:gd name="connsiteX29" fmla="*/ 16058 w 21212"/>
                <a:gd name="connsiteY29" fmla="*/ 16036 h 21212"/>
                <a:gd name="connsiteX30" fmla="*/ 16058 w 21212"/>
                <a:gd name="connsiteY30" fmla="*/ 16036 h 21212"/>
                <a:gd name="connsiteX31" fmla="*/ 16079 w 21212"/>
                <a:gd name="connsiteY31" fmla="*/ 16015 h 21212"/>
                <a:gd name="connsiteX32" fmla="*/ 16058 w 21212"/>
                <a:gd name="connsiteY32" fmla="*/ 15973 h 21212"/>
                <a:gd name="connsiteX33" fmla="*/ 16058 w 21212"/>
                <a:gd name="connsiteY33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079" y="15973"/>
                  </a:moveTo>
                  <a:lnTo>
                    <a:pt x="16079" y="15973"/>
                  </a:lnTo>
                  <a:cubicBezTo>
                    <a:pt x="16079" y="15973"/>
                    <a:pt x="16142" y="15973"/>
                    <a:pt x="16142" y="16015"/>
                  </a:cubicBezTo>
                  <a:cubicBezTo>
                    <a:pt x="16142" y="16015"/>
                    <a:pt x="16079" y="16015"/>
                    <a:pt x="16079" y="16036"/>
                  </a:cubicBezTo>
                  <a:lnTo>
                    <a:pt x="16079" y="16036"/>
                  </a:lnTo>
                  <a:cubicBezTo>
                    <a:pt x="16058" y="16036"/>
                    <a:pt x="16058" y="16036"/>
                    <a:pt x="16058" y="16036"/>
                  </a:cubicBezTo>
                  <a:cubicBezTo>
                    <a:pt x="16058" y="16036"/>
                    <a:pt x="16015" y="16036"/>
                    <a:pt x="16015" y="16100"/>
                  </a:cubicBezTo>
                  <a:cubicBezTo>
                    <a:pt x="15973" y="16100"/>
                    <a:pt x="15973" y="16036"/>
                    <a:pt x="15973" y="16036"/>
                  </a:cubicBezTo>
                  <a:cubicBezTo>
                    <a:pt x="15930" y="16036"/>
                    <a:pt x="15930" y="16036"/>
                    <a:pt x="15930" y="16036"/>
                  </a:cubicBezTo>
                  <a:cubicBezTo>
                    <a:pt x="15909" y="16036"/>
                    <a:pt x="15909" y="16036"/>
                    <a:pt x="15909" y="16036"/>
                  </a:cubicBezTo>
                  <a:cubicBezTo>
                    <a:pt x="15909" y="16036"/>
                    <a:pt x="15909" y="16036"/>
                    <a:pt x="15909" y="16015"/>
                  </a:cubicBezTo>
                  <a:lnTo>
                    <a:pt x="15909" y="15973"/>
                  </a:lnTo>
                  <a:cubicBezTo>
                    <a:pt x="15909" y="15973"/>
                    <a:pt x="15909" y="15973"/>
                    <a:pt x="15930" y="15973"/>
                  </a:cubicBezTo>
                  <a:cubicBezTo>
                    <a:pt x="15930" y="15973"/>
                    <a:pt x="15930" y="15973"/>
                    <a:pt x="15973" y="15973"/>
                  </a:cubicBezTo>
                  <a:cubicBezTo>
                    <a:pt x="15973" y="15909"/>
                    <a:pt x="15973" y="15909"/>
                    <a:pt x="16015" y="15909"/>
                  </a:cubicBezTo>
                  <a:cubicBezTo>
                    <a:pt x="16015" y="15909"/>
                    <a:pt x="16015" y="15909"/>
                    <a:pt x="16079" y="15973"/>
                  </a:cubicBezTo>
                  <a:cubicBezTo>
                    <a:pt x="16058" y="15973"/>
                    <a:pt x="16058" y="15973"/>
                    <a:pt x="16079" y="15973"/>
                  </a:cubicBezTo>
                  <a:close/>
                  <a:moveTo>
                    <a:pt x="16058" y="15973"/>
                  </a:moveTo>
                  <a:lnTo>
                    <a:pt x="16015" y="15973"/>
                  </a:lnTo>
                  <a:lnTo>
                    <a:pt x="16015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5930" y="15973"/>
                  </a:lnTo>
                  <a:lnTo>
                    <a:pt x="15930" y="15973"/>
                  </a:lnTo>
                  <a:lnTo>
                    <a:pt x="15930" y="16015"/>
                  </a:lnTo>
                  <a:lnTo>
                    <a:pt x="15930" y="16036"/>
                  </a:lnTo>
                  <a:lnTo>
                    <a:pt x="15930" y="16036"/>
                  </a:lnTo>
                  <a:cubicBezTo>
                    <a:pt x="15973" y="16036"/>
                    <a:pt x="15973" y="16036"/>
                    <a:pt x="15973" y="16036"/>
                  </a:cubicBezTo>
                  <a:lnTo>
                    <a:pt x="16015" y="16036"/>
                  </a:lnTo>
                  <a:cubicBezTo>
                    <a:pt x="16015" y="16036"/>
                    <a:pt x="16015" y="16036"/>
                    <a:pt x="16058" y="16036"/>
                  </a:cubicBezTo>
                  <a:lnTo>
                    <a:pt x="16058" y="16036"/>
                  </a:lnTo>
                  <a:lnTo>
                    <a:pt x="16058" y="16036"/>
                  </a:lnTo>
                  <a:cubicBezTo>
                    <a:pt x="16079" y="16015"/>
                    <a:pt x="16079" y="16015"/>
                    <a:pt x="16079" y="16015"/>
                  </a:cubicBezTo>
                  <a:cubicBezTo>
                    <a:pt x="16079" y="15973"/>
                    <a:pt x="16058" y="15973"/>
                    <a:pt x="16058" y="15973"/>
                  </a:cubicBezTo>
                  <a:lnTo>
                    <a:pt x="16058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5D2ED615-9BD7-44DA-8586-80D683965FE7}"/>
                </a:ext>
              </a:extLst>
            </p:cNvPr>
            <p:cNvSpPr/>
            <p:nvPr/>
          </p:nvSpPr>
          <p:spPr>
            <a:xfrm>
              <a:off x="6416628" y="4739676"/>
              <a:ext cx="31327" cy="31327"/>
            </a:xfrm>
            <a:custGeom>
              <a:avLst/>
              <a:gdLst>
                <a:gd name="connsiteX0" fmla="*/ 16015 w 21212"/>
                <a:gd name="connsiteY0" fmla="*/ 15909 h 21212"/>
                <a:gd name="connsiteX1" fmla="*/ 16015 w 21212"/>
                <a:gd name="connsiteY1" fmla="*/ 15909 h 21212"/>
                <a:gd name="connsiteX2" fmla="*/ 15994 w 21212"/>
                <a:gd name="connsiteY2" fmla="*/ 15952 h 21212"/>
                <a:gd name="connsiteX3" fmla="*/ 15994 w 21212"/>
                <a:gd name="connsiteY3" fmla="*/ 15952 h 21212"/>
                <a:gd name="connsiteX4" fmla="*/ 15994 w 21212"/>
                <a:gd name="connsiteY4" fmla="*/ 15952 h 21212"/>
                <a:gd name="connsiteX5" fmla="*/ 15994 w 21212"/>
                <a:gd name="connsiteY5" fmla="*/ 15994 h 21212"/>
                <a:gd name="connsiteX6" fmla="*/ 16057 w 21212"/>
                <a:gd name="connsiteY6" fmla="*/ 16058 h 21212"/>
                <a:gd name="connsiteX7" fmla="*/ 16057 w 21212"/>
                <a:gd name="connsiteY7" fmla="*/ 16058 h 21212"/>
                <a:gd name="connsiteX8" fmla="*/ 15909 w 21212"/>
                <a:gd name="connsiteY8" fmla="*/ 15952 h 21212"/>
                <a:gd name="connsiteX9" fmla="*/ 15909 w 21212"/>
                <a:gd name="connsiteY9" fmla="*/ 15952 h 21212"/>
                <a:gd name="connsiteX10" fmla="*/ 15930 w 21212"/>
                <a:gd name="connsiteY10" fmla="*/ 15952 h 21212"/>
                <a:gd name="connsiteX11" fmla="*/ 15930 w 21212"/>
                <a:gd name="connsiteY11" fmla="*/ 15952 h 21212"/>
                <a:gd name="connsiteX12" fmla="*/ 15930 w 21212"/>
                <a:gd name="connsiteY12" fmla="*/ 15952 h 21212"/>
                <a:gd name="connsiteX13" fmla="*/ 15930 w 21212"/>
                <a:gd name="connsiteY13" fmla="*/ 15952 h 21212"/>
                <a:gd name="connsiteX14" fmla="*/ 15930 w 21212"/>
                <a:gd name="connsiteY14" fmla="*/ 15952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15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15" y="15909"/>
                  </a:moveTo>
                  <a:lnTo>
                    <a:pt x="16015" y="15909"/>
                  </a:lnTo>
                  <a:cubicBezTo>
                    <a:pt x="15994" y="15952"/>
                    <a:pt x="15994" y="15952"/>
                    <a:pt x="15994" y="15952"/>
                  </a:cubicBezTo>
                  <a:lnTo>
                    <a:pt x="15994" y="15952"/>
                  </a:lnTo>
                  <a:lnTo>
                    <a:pt x="15994" y="15952"/>
                  </a:lnTo>
                  <a:lnTo>
                    <a:pt x="15994" y="15994"/>
                  </a:lnTo>
                  <a:lnTo>
                    <a:pt x="16057" y="16058"/>
                  </a:lnTo>
                  <a:lnTo>
                    <a:pt x="16057" y="16058"/>
                  </a:lnTo>
                  <a:lnTo>
                    <a:pt x="15909" y="15952"/>
                  </a:lnTo>
                  <a:lnTo>
                    <a:pt x="15909" y="15952"/>
                  </a:lnTo>
                  <a:lnTo>
                    <a:pt x="15930" y="15952"/>
                  </a:lnTo>
                  <a:lnTo>
                    <a:pt x="15930" y="15952"/>
                  </a:lnTo>
                  <a:lnTo>
                    <a:pt x="15930" y="15952"/>
                  </a:lnTo>
                  <a:lnTo>
                    <a:pt x="15930" y="15952"/>
                  </a:lnTo>
                  <a:lnTo>
                    <a:pt x="15930" y="15952"/>
                  </a:lnTo>
                  <a:cubicBezTo>
                    <a:pt x="15994" y="15909"/>
                    <a:pt x="15994" y="15909"/>
                    <a:pt x="16015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7D1563DF-79A5-4900-B9DA-B303DD8303C1}"/>
                </a:ext>
              </a:extLst>
            </p:cNvPr>
            <p:cNvSpPr/>
            <p:nvPr/>
          </p:nvSpPr>
          <p:spPr>
            <a:xfrm>
              <a:off x="6416879" y="4739551"/>
              <a:ext cx="31327" cy="31327"/>
            </a:xfrm>
            <a:custGeom>
              <a:avLst/>
              <a:gdLst>
                <a:gd name="connsiteX0" fmla="*/ 16249 w 21212"/>
                <a:gd name="connsiteY0" fmla="*/ 15973 h 21212"/>
                <a:gd name="connsiteX1" fmla="*/ 16249 w 21212"/>
                <a:gd name="connsiteY1" fmla="*/ 15973 h 21212"/>
                <a:gd name="connsiteX2" fmla="*/ 16142 w 21212"/>
                <a:gd name="connsiteY2" fmla="*/ 15973 h 21212"/>
                <a:gd name="connsiteX3" fmla="*/ 16100 w 21212"/>
                <a:gd name="connsiteY3" fmla="*/ 15973 h 21212"/>
                <a:gd name="connsiteX4" fmla="*/ 16100 w 21212"/>
                <a:gd name="connsiteY4" fmla="*/ 15973 h 21212"/>
                <a:gd name="connsiteX5" fmla="*/ 16058 w 21212"/>
                <a:gd name="connsiteY5" fmla="*/ 15973 h 21212"/>
                <a:gd name="connsiteX6" fmla="*/ 16058 w 21212"/>
                <a:gd name="connsiteY6" fmla="*/ 15973 h 21212"/>
                <a:gd name="connsiteX7" fmla="*/ 15973 w 21212"/>
                <a:gd name="connsiteY7" fmla="*/ 15973 h 21212"/>
                <a:gd name="connsiteX8" fmla="*/ 15973 w 21212"/>
                <a:gd name="connsiteY8" fmla="*/ 15973 h 21212"/>
                <a:gd name="connsiteX9" fmla="*/ 16142 w 21212"/>
                <a:gd name="connsiteY9" fmla="*/ 15994 h 21212"/>
                <a:gd name="connsiteX10" fmla="*/ 16100 w 21212"/>
                <a:gd name="connsiteY10" fmla="*/ 15994 h 21212"/>
                <a:gd name="connsiteX11" fmla="*/ 15909 w 21212"/>
                <a:gd name="connsiteY11" fmla="*/ 15973 h 21212"/>
                <a:gd name="connsiteX12" fmla="*/ 15909 w 21212"/>
                <a:gd name="connsiteY12" fmla="*/ 15973 h 21212"/>
                <a:gd name="connsiteX13" fmla="*/ 15973 w 21212"/>
                <a:gd name="connsiteY13" fmla="*/ 15973 h 21212"/>
                <a:gd name="connsiteX14" fmla="*/ 15973 w 21212"/>
                <a:gd name="connsiteY14" fmla="*/ 15973 h 21212"/>
                <a:gd name="connsiteX15" fmla="*/ 15973 w 21212"/>
                <a:gd name="connsiteY15" fmla="*/ 15973 h 21212"/>
                <a:gd name="connsiteX16" fmla="*/ 15973 w 21212"/>
                <a:gd name="connsiteY16" fmla="*/ 15973 h 21212"/>
                <a:gd name="connsiteX17" fmla="*/ 15973 w 21212"/>
                <a:gd name="connsiteY17" fmla="*/ 15973 h 21212"/>
                <a:gd name="connsiteX18" fmla="*/ 16058 w 21212"/>
                <a:gd name="connsiteY18" fmla="*/ 15973 h 21212"/>
                <a:gd name="connsiteX19" fmla="*/ 16058 w 21212"/>
                <a:gd name="connsiteY19" fmla="*/ 15930 h 21212"/>
                <a:gd name="connsiteX20" fmla="*/ 16100 w 21212"/>
                <a:gd name="connsiteY20" fmla="*/ 15930 h 21212"/>
                <a:gd name="connsiteX21" fmla="*/ 16100 w 21212"/>
                <a:gd name="connsiteY21" fmla="*/ 15930 h 21212"/>
                <a:gd name="connsiteX22" fmla="*/ 16100 w 21212"/>
                <a:gd name="connsiteY22" fmla="*/ 15930 h 21212"/>
                <a:gd name="connsiteX23" fmla="*/ 16142 w 21212"/>
                <a:gd name="connsiteY23" fmla="*/ 15909 h 21212"/>
                <a:gd name="connsiteX24" fmla="*/ 16185 w 21212"/>
                <a:gd name="connsiteY24" fmla="*/ 15909 h 21212"/>
                <a:gd name="connsiteX25" fmla="*/ 16185 w 21212"/>
                <a:gd name="connsiteY25" fmla="*/ 15909 h 21212"/>
                <a:gd name="connsiteX26" fmla="*/ 16249 w 21212"/>
                <a:gd name="connsiteY26" fmla="*/ 15909 h 21212"/>
                <a:gd name="connsiteX27" fmla="*/ 16270 w 21212"/>
                <a:gd name="connsiteY27" fmla="*/ 15909 h 21212"/>
                <a:gd name="connsiteX28" fmla="*/ 16355 w 21212"/>
                <a:gd name="connsiteY28" fmla="*/ 15930 h 21212"/>
                <a:gd name="connsiteX29" fmla="*/ 16355 w 21212"/>
                <a:gd name="connsiteY29" fmla="*/ 15930 h 21212"/>
                <a:gd name="connsiteX30" fmla="*/ 16249 w 21212"/>
                <a:gd name="connsiteY30" fmla="*/ 15909 h 21212"/>
                <a:gd name="connsiteX31" fmla="*/ 16249 w 21212"/>
                <a:gd name="connsiteY31" fmla="*/ 15909 h 21212"/>
                <a:gd name="connsiteX32" fmla="*/ 16185 w 21212"/>
                <a:gd name="connsiteY32" fmla="*/ 15909 h 21212"/>
                <a:gd name="connsiteX33" fmla="*/ 16185 w 21212"/>
                <a:gd name="connsiteY33" fmla="*/ 15909 h 21212"/>
                <a:gd name="connsiteX34" fmla="*/ 16185 w 21212"/>
                <a:gd name="connsiteY34" fmla="*/ 15909 h 21212"/>
                <a:gd name="connsiteX35" fmla="*/ 16142 w 21212"/>
                <a:gd name="connsiteY35" fmla="*/ 15930 h 21212"/>
                <a:gd name="connsiteX36" fmla="*/ 16142 w 21212"/>
                <a:gd name="connsiteY36" fmla="*/ 15973 h 21212"/>
                <a:gd name="connsiteX37" fmla="*/ 16249 w 21212"/>
                <a:gd name="connsiteY37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49" y="15973"/>
                  </a:moveTo>
                  <a:lnTo>
                    <a:pt x="16249" y="15973"/>
                  </a:lnTo>
                  <a:lnTo>
                    <a:pt x="16142" y="15973"/>
                  </a:lnTo>
                  <a:lnTo>
                    <a:pt x="16100" y="15973"/>
                  </a:lnTo>
                  <a:lnTo>
                    <a:pt x="16100" y="15973"/>
                  </a:lnTo>
                  <a:lnTo>
                    <a:pt x="16058" y="15973"/>
                  </a:lnTo>
                  <a:lnTo>
                    <a:pt x="16058" y="15973"/>
                  </a:lnTo>
                  <a:cubicBezTo>
                    <a:pt x="16058" y="15973"/>
                    <a:pt x="16058" y="15973"/>
                    <a:pt x="15973" y="15973"/>
                  </a:cubicBezTo>
                  <a:lnTo>
                    <a:pt x="15973" y="15973"/>
                  </a:lnTo>
                  <a:lnTo>
                    <a:pt x="16142" y="15994"/>
                  </a:lnTo>
                  <a:lnTo>
                    <a:pt x="16100" y="15994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5973" y="15973"/>
                    <a:pt x="15973" y="15973"/>
                    <a:pt x="16058" y="15973"/>
                  </a:cubicBezTo>
                  <a:lnTo>
                    <a:pt x="16058" y="15930"/>
                  </a:lnTo>
                  <a:cubicBezTo>
                    <a:pt x="16100" y="15930"/>
                    <a:pt x="16100" y="15930"/>
                    <a:pt x="16100" y="15930"/>
                  </a:cubicBezTo>
                  <a:lnTo>
                    <a:pt x="16100" y="15930"/>
                  </a:lnTo>
                  <a:lnTo>
                    <a:pt x="16100" y="15930"/>
                  </a:lnTo>
                  <a:cubicBezTo>
                    <a:pt x="16142" y="15909"/>
                    <a:pt x="16142" y="15909"/>
                    <a:pt x="16142" y="15909"/>
                  </a:cubicBezTo>
                  <a:lnTo>
                    <a:pt x="16185" y="15909"/>
                  </a:lnTo>
                  <a:lnTo>
                    <a:pt x="16185" y="15909"/>
                  </a:lnTo>
                  <a:cubicBezTo>
                    <a:pt x="16249" y="15909"/>
                    <a:pt x="16249" y="15909"/>
                    <a:pt x="16249" y="15909"/>
                  </a:cubicBezTo>
                  <a:cubicBezTo>
                    <a:pt x="16249" y="15909"/>
                    <a:pt x="16249" y="15909"/>
                    <a:pt x="16270" y="15909"/>
                  </a:cubicBezTo>
                  <a:lnTo>
                    <a:pt x="16355" y="15930"/>
                  </a:lnTo>
                  <a:lnTo>
                    <a:pt x="16355" y="15930"/>
                  </a:lnTo>
                  <a:lnTo>
                    <a:pt x="16249" y="15909"/>
                  </a:lnTo>
                  <a:lnTo>
                    <a:pt x="16249" y="15909"/>
                  </a:lnTo>
                  <a:cubicBezTo>
                    <a:pt x="16249" y="15909"/>
                    <a:pt x="16249" y="15909"/>
                    <a:pt x="16185" y="15909"/>
                  </a:cubicBezTo>
                  <a:lnTo>
                    <a:pt x="16185" y="15909"/>
                  </a:lnTo>
                  <a:lnTo>
                    <a:pt x="16185" y="15909"/>
                  </a:lnTo>
                  <a:cubicBezTo>
                    <a:pt x="16142" y="15909"/>
                    <a:pt x="16142" y="15930"/>
                    <a:pt x="16142" y="15930"/>
                  </a:cubicBezTo>
                  <a:cubicBezTo>
                    <a:pt x="16142" y="15930"/>
                    <a:pt x="16142" y="15930"/>
                    <a:pt x="16142" y="15973"/>
                  </a:cubicBezTo>
                  <a:lnTo>
                    <a:pt x="1624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B031AB5-A52F-4B30-8032-DE52FC525168}"/>
                </a:ext>
              </a:extLst>
            </p:cNvPr>
            <p:cNvSpPr/>
            <p:nvPr/>
          </p:nvSpPr>
          <p:spPr>
            <a:xfrm>
              <a:off x="6417411" y="4739269"/>
              <a:ext cx="31327" cy="31327"/>
            </a:xfrm>
            <a:custGeom>
              <a:avLst/>
              <a:gdLst>
                <a:gd name="connsiteX0" fmla="*/ 16142 w 21212"/>
                <a:gd name="connsiteY0" fmla="*/ 15930 h 21212"/>
                <a:gd name="connsiteX1" fmla="*/ 16142 w 21212"/>
                <a:gd name="connsiteY1" fmla="*/ 15930 h 21212"/>
                <a:gd name="connsiteX2" fmla="*/ 16142 w 21212"/>
                <a:gd name="connsiteY2" fmla="*/ 15930 h 21212"/>
                <a:gd name="connsiteX3" fmla="*/ 16142 w 21212"/>
                <a:gd name="connsiteY3" fmla="*/ 15994 h 21212"/>
                <a:gd name="connsiteX4" fmla="*/ 16142 w 21212"/>
                <a:gd name="connsiteY4" fmla="*/ 16100 h 21212"/>
                <a:gd name="connsiteX5" fmla="*/ 16142 w 21212"/>
                <a:gd name="connsiteY5" fmla="*/ 16100 h 21212"/>
                <a:gd name="connsiteX6" fmla="*/ 16057 w 21212"/>
                <a:gd name="connsiteY6" fmla="*/ 16100 h 21212"/>
                <a:gd name="connsiteX7" fmla="*/ 15994 w 21212"/>
                <a:gd name="connsiteY7" fmla="*/ 16100 h 21212"/>
                <a:gd name="connsiteX8" fmla="*/ 15994 w 21212"/>
                <a:gd name="connsiteY8" fmla="*/ 16100 h 21212"/>
                <a:gd name="connsiteX9" fmla="*/ 15973 w 21212"/>
                <a:gd name="connsiteY9" fmla="*/ 16100 h 21212"/>
                <a:gd name="connsiteX10" fmla="*/ 15973 w 21212"/>
                <a:gd name="connsiteY10" fmla="*/ 16100 h 21212"/>
                <a:gd name="connsiteX11" fmla="*/ 15973 w 21212"/>
                <a:gd name="connsiteY11" fmla="*/ 15994 h 21212"/>
                <a:gd name="connsiteX12" fmla="*/ 15973 w 21212"/>
                <a:gd name="connsiteY12" fmla="*/ 15930 h 21212"/>
                <a:gd name="connsiteX13" fmla="*/ 15994 w 21212"/>
                <a:gd name="connsiteY13" fmla="*/ 15930 h 21212"/>
                <a:gd name="connsiteX14" fmla="*/ 15994 w 21212"/>
                <a:gd name="connsiteY14" fmla="*/ 15930 h 21212"/>
                <a:gd name="connsiteX15" fmla="*/ 16057 w 21212"/>
                <a:gd name="connsiteY15" fmla="*/ 15930 h 21212"/>
                <a:gd name="connsiteX16" fmla="*/ 16057 w 21212"/>
                <a:gd name="connsiteY16" fmla="*/ 15930 h 21212"/>
                <a:gd name="connsiteX17" fmla="*/ 16057 w 21212"/>
                <a:gd name="connsiteY17" fmla="*/ 15930 h 21212"/>
                <a:gd name="connsiteX18" fmla="*/ 15994 w 21212"/>
                <a:gd name="connsiteY18" fmla="*/ 15909 h 21212"/>
                <a:gd name="connsiteX19" fmla="*/ 15994 w 21212"/>
                <a:gd name="connsiteY19" fmla="*/ 15909 h 21212"/>
                <a:gd name="connsiteX20" fmla="*/ 15973 w 21212"/>
                <a:gd name="connsiteY20" fmla="*/ 15909 h 21212"/>
                <a:gd name="connsiteX21" fmla="*/ 15973 w 21212"/>
                <a:gd name="connsiteY21" fmla="*/ 15930 h 21212"/>
                <a:gd name="connsiteX22" fmla="*/ 15909 w 21212"/>
                <a:gd name="connsiteY22" fmla="*/ 15930 h 21212"/>
                <a:gd name="connsiteX23" fmla="*/ 15909 w 21212"/>
                <a:gd name="connsiteY23" fmla="*/ 15930 h 21212"/>
                <a:gd name="connsiteX24" fmla="*/ 15909 w 21212"/>
                <a:gd name="connsiteY24" fmla="*/ 15930 h 21212"/>
                <a:gd name="connsiteX25" fmla="*/ 15909 w 21212"/>
                <a:gd name="connsiteY25" fmla="*/ 15930 h 21212"/>
                <a:gd name="connsiteX26" fmla="*/ 15909 w 21212"/>
                <a:gd name="connsiteY26" fmla="*/ 15930 h 21212"/>
                <a:gd name="connsiteX27" fmla="*/ 15930 w 21212"/>
                <a:gd name="connsiteY27" fmla="*/ 15930 h 21212"/>
                <a:gd name="connsiteX28" fmla="*/ 15930 w 21212"/>
                <a:gd name="connsiteY28" fmla="*/ 15909 h 21212"/>
                <a:gd name="connsiteX29" fmla="*/ 15994 w 21212"/>
                <a:gd name="connsiteY29" fmla="*/ 15909 h 21212"/>
                <a:gd name="connsiteX30" fmla="*/ 16015 w 21212"/>
                <a:gd name="connsiteY30" fmla="*/ 15909 h 21212"/>
                <a:gd name="connsiteX31" fmla="*/ 16079 w 21212"/>
                <a:gd name="connsiteY31" fmla="*/ 15909 h 21212"/>
                <a:gd name="connsiteX32" fmla="*/ 16079 w 21212"/>
                <a:gd name="connsiteY32" fmla="*/ 15909 h 21212"/>
                <a:gd name="connsiteX33" fmla="*/ 16227 w 21212"/>
                <a:gd name="connsiteY33" fmla="*/ 15930 h 21212"/>
                <a:gd name="connsiteX34" fmla="*/ 16142 w 21212"/>
                <a:gd name="connsiteY34" fmla="*/ 15930 h 21212"/>
                <a:gd name="connsiteX35" fmla="*/ 16142 w 21212"/>
                <a:gd name="connsiteY35" fmla="*/ 15930 h 21212"/>
                <a:gd name="connsiteX36" fmla="*/ 16079 w 21212"/>
                <a:gd name="connsiteY36" fmla="*/ 15930 h 21212"/>
                <a:gd name="connsiteX37" fmla="*/ 16079 w 21212"/>
                <a:gd name="connsiteY37" fmla="*/ 15930 h 21212"/>
                <a:gd name="connsiteX38" fmla="*/ 16015 w 21212"/>
                <a:gd name="connsiteY38" fmla="*/ 15930 h 21212"/>
                <a:gd name="connsiteX39" fmla="*/ 16015 w 21212"/>
                <a:gd name="connsiteY39" fmla="*/ 15994 h 21212"/>
                <a:gd name="connsiteX40" fmla="*/ 16015 w 21212"/>
                <a:gd name="connsiteY40" fmla="*/ 16100 h 21212"/>
                <a:gd name="connsiteX41" fmla="*/ 16015 w 21212"/>
                <a:gd name="connsiteY41" fmla="*/ 16100 h 21212"/>
                <a:gd name="connsiteX42" fmla="*/ 16015 w 21212"/>
                <a:gd name="connsiteY42" fmla="*/ 16100 h 21212"/>
                <a:gd name="connsiteX43" fmla="*/ 16079 w 21212"/>
                <a:gd name="connsiteY43" fmla="*/ 16100 h 21212"/>
                <a:gd name="connsiteX44" fmla="*/ 16079 w 21212"/>
                <a:gd name="connsiteY44" fmla="*/ 15994 h 21212"/>
                <a:gd name="connsiteX45" fmla="*/ 16164 w 21212"/>
                <a:gd name="connsiteY45" fmla="*/ 15994 h 21212"/>
                <a:gd name="connsiteX46" fmla="*/ 16164 w 21212"/>
                <a:gd name="connsiteY46" fmla="*/ 15930 h 21212"/>
                <a:gd name="connsiteX47" fmla="*/ 16164 w 21212"/>
                <a:gd name="connsiteY47" fmla="*/ 15930 h 21212"/>
                <a:gd name="connsiteX48" fmla="*/ 16164 w 21212"/>
                <a:gd name="connsiteY48" fmla="*/ 15930 h 21212"/>
                <a:gd name="connsiteX49" fmla="*/ 16079 w 21212"/>
                <a:gd name="connsiteY4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42" y="15930"/>
                  </a:moveTo>
                  <a:lnTo>
                    <a:pt x="16142" y="15930"/>
                  </a:lnTo>
                  <a:lnTo>
                    <a:pt x="16142" y="15930"/>
                  </a:lnTo>
                  <a:lnTo>
                    <a:pt x="16142" y="15994"/>
                  </a:lnTo>
                  <a:cubicBezTo>
                    <a:pt x="16142" y="15994"/>
                    <a:pt x="16142" y="15994"/>
                    <a:pt x="16142" y="16100"/>
                  </a:cubicBezTo>
                  <a:lnTo>
                    <a:pt x="16142" y="16100"/>
                  </a:lnTo>
                  <a:cubicBezTo>
                    <a:pt x="16142" y="16100"/>
                    <a:pt x="16142" y="16100"/>
                    <a:pt x="16057" y="16100"/>
                  </a:cubicBezTo>
                  <a:cubicBezTo>
                    <a:pt x="16057" y="16100"/>
                    <a:pt x="16057" y="16100"/>
                    <a:pt x="15994" y="16100"/>
                  </a:cubicBezTo>
                  <a:lnTo>
                    <a:pt x="15994" y="16100"/>
                  </a:lnTo>
                  <a:lnTo>
                    <a:pt x="15973" y="16100"/>
                  </a:lnTo>
                  <a:lnTo>
                    <a:pt x="15973" y="16100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5973" y="15930"/>
                  </a:cubicBezTo>
                  <a:cubicBezTo>
                    <a:pt x="15973" y="15930"/>
                    <a:pt x="15973" y="15930"/>
                    <a:pt x="15994" y="15930"/>
                  </a:cubicBezTo>
                  <a:lnTo>
                    <a:pt x="15994" y="15930"/>
                  </a:ln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5973" y="15909"/>
                  </a:cubicBezTo>
                  <a:cubicBezTo>
                    <a:pt x="15973" y="15909"/>
                    <a:pt x="15973" y="15909"/>
                    <a:pt x="15973" y="15930"/>
                  </a:cubicBez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30" y="15930"/>
                  </a:lnTo>
                  <a:lnTo>
                    <a:pt x="15930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79" y="15909"/>
                    <a:pt x="16079" y="15909"/>
                    <a:pt x="16079" y="15909"/>
                  </a:cubicBezTo>
                  <a:lnTo>
                    <a:pt x="16079" y="15909"/>
                  </a:lnTo>
                  <a:lnTo>
                    <a:pt x="16227" y="15930"/>
                  </a:lnTo>
                  <a:lnTo>
                    <a:pt x="16142" y="15930"/>
                  </a:lnTo>
                  <a:lnTo>
                    <a:pt x="16142" y="15930"/>
                  </a:lnTo>
                  <a:close/>
                  <a:moveTo>
                    <a:pt x="16079" y="15930"/>
                  </a:moveTo>
                  <a:lnTo>
                    <a:pt x="16079" y="15930"/>
                  </a:lnTo>
                  <a:lnTo>
                    <a:pt x="16015" y="15930"/>
                  </a:lnTo>
                  <a:cubicBezTo>
                    <a:pt x="16015" y="15930"/>
                    <a:pt x="16015" y="15930"/>
                    <a:pt x="16015" y="15994"/>
                  </a:cubicBezTo>
                  <a:cubicBezTo>
                    <a:pt x="16015" y="15994"/>
                    <a:pt x="16015" y="15994"/>
                    <a:pt x="16015" y="16100"/>
                  </a:cubicBezTo>
                  <a:lnTo>
                    <a:pt x="16015" y="16100"/>
                  </a:lnTo>
                  <a:lnTo>
                    <a:pt x="16015" y="16100"/>
                  </a:lnTo>
                  <a:cubicBezTo>
                    <a:pt x="16079" y="16100"/>
                    <a:pt x="16079" y="16100"/>
                    <a:pt x="16079" y="16100"/>
                  </a:cubicBezTo>
                  <a:cubicBezTo>
                    <a:pt x="16079" y="15994"/>
                    <a:pt x="16079" y="15994"/>
                    <a:pt x="16079" y="15994"/>
                  </a:cubicBezTo>
                  <a:cubicBezTo>
                    <a:pt x="16164" y="15994"/>
                    <a:pt x="16164" y="15994"/>
                    <a:pt x="16164" y="15994"/>
                  </a:cubicBezTo>
                  <a:lnTo>
                    <a:pt x="16164" y="15930"/>
                  </a:lnTo>
                  <a:lnTo>
                    <a:pt x="16164" y="15930"/>
                  </a:lnTo>
                  <a:lnTo>
                    <a:pt x="16164" y="15930"/>
                  </a:lnTo>
                  <a:lnTo>
                    <a:pt x="16079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A45056C1-CEF7-4894-9A51-E89CBA0C305D}"/>
                </a:ext>
              </a:extLst>
            </p:cNvPr>
            <p:cNvSpPr/>
            <p:nvPr/>
          </p:nvSpPr>
          <p:spPr>
            <a:xfrm>
              <a:off x="6417757" y="4739143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73 w 21212"/>
                <a:gd name="connsiteY2" fmla="*/ 15909 h 21212"/>
                <a:gd name="connsiteX3" fmla="*/ 15973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5973 w 21212"/>
                <a:gd name="connsiteY6" fmla="*/ 15909 h 21212"/>
                <a:gd name="connsiteX7" fmla="*/ 15994 w 21212"/>
                <a:gd name="connsiteY7" fmla="*/ 15909 h 21212"/>
                <a:gd name="connsiteX8" fmla="*/ 16142 w 21212"/>
                <a:gd name="connsiteY8" fmla="*/ 15909 h 21212"/>
                <a:gd name="connsiteX9" fmla="*/ 16142 w 21212"/>
                <a:gd name="connsiteY9" fmla="*/ 15994 h 21212"/>
                <a:gd name="connsiteX10" fmla="*/ 16142 w 21212"/>
                <a:gd name="connsiteY10" fmla="*/ 15994 h 21212"/>
                <a:gd name="connsiteX11" fmla="*/ 16142 w 21212"/>
                <a:gd name="connsiteY11" fmla="*/ 15994 h 21212"/>
                <a:gd name="connsiteX12" fmla="*/ 16100 w 21212"/>
                <a:gd name="connsiteY12" fmla="*/ 16015 h 21212"/>
                <a:gd name="connsiteX13" fmla="*/ 16100 w 21212"/>
                <a:gd name="connsiteY13" fmla="*/ 16015 h 21212"/>
                <a:gd name="connsiteX14" fmla="*/ 16100 w 21212"/>
                <a:gd name="connsiteY14" fmla="*/ 16015 h 21212"/>
                <a:gd name="connsiteX15" fmla="*/ 16036 w 21212"/>
                <a:gd name="connsiteY15" fmla="*/ 16015 h 21212"/>
                <a:gd name="connsiteX16" fmla="*/ 16036 w 21212"/>
                <a:gd name="connsiteY16" fmla="*/ 16015 h 21212"/>
                <a:gd name="connsiteX17" fmla="*/ 16100 w 21212"/>
                <a:gd name="connsiteY17" fmla="*/ 16015 h 21212"/>
                <a:gd name="connsiteX18" fmla="*/ 16100 w 21212"/>
                <a:gd name="connsiteY18" fmla="*/ 15994 h 21212"/>
                <a:gd name="connsiteX19" fmla="*/ 16100 w 21212"/>
                <a:gd name="connsiteY19" fmla="*/ 15994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00 w 21212"/>
                <a:gd name="connsiteY22" fmla="*/ 15994 h 21212"/>
                <a:gd name="connsiteX23" fmla="*/ 16100 w 21212"/>
                <a:gd name="connsiteY23" fmla="*/ 15994 h 21212"/>
                <a:gd name="connsiteX24" fmla="*/ 16100 w 21212"/>
                <a:gd name="connsiteY24" fmla="*/ 15994 h 21212"/>
                <a:gd name="connsiteX25" fmla="*/ 16100 w 21212"/>
                <a:gd name="connsiteY25" fmla="*/ 15994 h 21212"/>
                <a:gd name="connsiteX26" fmla="*/ 16036 w 21212"/>
                <a:gd name="connsiteY26" fmla="*/ 15994 h 21212"/>
                <a:gd name="connsiteX27" fmla="*/ 16036 w 21212"/>
                <a:gd name="connsiteY27" fmla="*/ 15994 h 21212"/>
                <a:gd name="connsiteX28" fmla="*/ 15994 w 21212"/>
                <a:gd name="connsiteY28" fmla="*/ 15994 h 21212"/>
                <a:gd name="connsiteX29" fmla="*/ 15973 w 21212"/>
                <a:gd name="connsiteY29" fmla="*/ 15994 h 21212"/>
                <a:gd name="connsiteX30" fmla="*/ 15973 w 21212"/>
                <a:gd name="connsiteY30" fmla="*/ 15994 h 21212"/>
                <a:gd name="connsiteX31" fmla="*/ 15909 w 21212"/>
                <a:gd name="connsiteY31" fmla="*/ 15994 h 21212"/>
                <a:gd name="connsiteX32" fmla="*/ 15909 w 21212"/>
                <a:gd name="connsiteY32" fmla="*/ 15994 h 21212"/>
                <a:gd name="connsiteX33" fmla="*/ 15909 w 21212"/>
                <a:gd name="connsiteY33" fmla="*/ 15994 h 21212"/>
                <a:gd name="connsiteX34" fmla="*/ 15909 w 21212"/>
                <a:gd name="connsiteY34" fmla="*/ 15909 h 21212"/>
                <a:gd name="connsiteX35" fmla="*/ 15909 w 21212"/>
                <a:gd name="connsiteY35" fmla="*/ 15909 h 21212"/>
                <a:gd name="connsiteX36" fmla="*/ 15973 w 21212"/>
                <a:gd name="connsiteY36" fmla="*/ 15994 h 21212"/>
                <a:gd name="connsiteX37" fmla="*/ 15973 w 21212"/>
                <a:gd name="connsiteY37" fmla="*/ 15994 h 21212"/>
                <a:gd name="connsiteX38" fmla="*/ 15973 w 21212"/>
                <a:gd name="connsiteY38" fmla="*/ 15994 h 21212"/>
                <a:gd name="connsiteX39" fmla="*/ 16036 w 21212"/>
                <a:gd name="connsiteY39" fmla="*/ 15994 h 21212"/>
                <a:gd name="connsiteX40" fmla="*/ 16036 w 21212"/>
                <a:gd name="connsiteY40" fmla="*/ 15994 h 21212"/>
                <a:gd name="connsiteX41" fmla="*/ 16100 w 21212"/>
                <a:gd name="connsiteY41" fmla="*/ 15994 h 21212"/>
                <a:gd name="connsiteX42" fmla="*/ 16100 w 21212"/>
                <a:gd name="connsiteY42" fmla="*/ 15909 h 21212"/>
                <a:gd name="connsiteX43" fmla="*/ 15994 w 21212"/>
                <a:gd name="connsiteY43" fmla="*/ 15909 h 21212"/>
                <a:gd name="connsiteX44" fmla="*/ 15994 w 21212"/>
                <a:gd name="connsiteY44" fmla="*/ 15909 h 21212"/>
                <a:gd name="connsiteX45" fmla="*/ 15973 w 21212"/>
                <a:gd name="connsiteY45" fmla="*/ 15909 h 21212"/>
                <a:gd name="connsiteX46" fmla="*/ 15973 w 21212"/>
                <a:gd name="connsiteY46" fmla="*/ 15909 h 21212"/>
                <a:gd name="connsiteX47" fmla="*/ 15909 w 21212"/>
                <a:gd name="connsiteY47" fmla="*/ 15909 h 21212"/>
                <a:gd name="connsiteX48" fmla="*/ 15909 w 21212"/>
                <a:gd name="connsiteY48" fmla="*/ 15909 h 21212"/>
                <a:gd name="connsiteX49" fmla="*/ 15909 w 21212"/>
                <a:gd name="connsiteY49" fmla="*/ 15994 h 21212"/>
                <a:gd name="connsiteX50" fmla="*/ 15909 w 21212"/>
                <a:gd name="connsiteY50" fmla="*/ 15994 h 21212"/>
                <a:gd name="connsiteX51" fmla="*/ 15973 w 21212"/>
                <a:gd name="connsiteY51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94" y="15909"/>
                  </a:lnTo>
                  <a:lnTo>
                    <a:pt x="16142" y="15909"/>
                  </a:lnTo>
                  <a:cubicBezTo>
                    <a:pt x="16142" y="15994"/>
                    <a:pt x="16142" y="15994"/>
                    <a:pt x="16142" y="15994"/>
                  </a:cubicBezTo>
                  <a:lnTo>
                    <a:pt x="16142" y="15994"/>
                  </a:lnTo>
                  <a:lnTo>
                    <a:pt x="16142" y="15994"/>
                  </a:lnTo>
                  <a:cubicBezTo>
                    <a:pt x="16142" y="15994"/>
                    <a:pt x="16100" y="15994"/>
                    <a:pt x="16100" y="16015"/>
                  </a:cubicBezTo>
                  <a:lnTo>
                    <a:pt x="16100" y="16015"/>
                  </a:lnTo>
                  <a:lnTo>
                    <a:pt x="16100" y="16015"/>
                  </a:lnTo>
                  <a:lnTo>
                    <a:pt x="16036" y="16015"/>
                  </a:lnTo>
                  <a:lnTo>
                    <a:pt x="16036" y="16015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100" y="15994"/>
                  </a:lnTo>
                  <a:cubicBezTo>
                    <a:pt x="16036" y="15994"/>
                    <a:pt x="16036" y="15994"/>
                    <a:pt x="16036" y="15994"/>
                  </a:cubicBezTo>
                  <a:lnTo>
                    <a:pt x="16036" y="15994"/>
                  </a:lnTo>
                  <a:cubicBezTo>
                    <a:pt x="15994" y="15994"/>
                    <a:pt x="15994" y="15994"/>
                    <a:pt x="15994" y="15994"/>
                  </a:cubicBezTo>
                  <a:lnTo>
                    <a:pt x="15973" y="15994"/>
                  </a:lnTo>
                  <a:lnTo>
                    <a:pt x="15973" y="15994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09" y="15994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5973" y="15994"/>
                  </a:moveTo>
                  <a:lnTo>
                    <a:pt x="15973" y="15994"/>
                  </a:lnTo>
                  <a:lnTo>
                    <a:pt x="15973" y="15994"/>
                  </a:lnTo>
                  <a:cubicBezTo>
                    <a:pt x="15994" y="15994"/>
                    <a:pt x="15994" y="15994"/>
                    <a:pt x="16036" y="15994"/>
                  </a:cubicBezTo>
                  <a:lnTo>
                    <a:pt x="16036" y="15994"/>
                  </a:lnTo>
                  <a:cubicBezTo>
                    <a:pt x="16036" y="15994"/>
                    <a:pt x="16036" y="15994"/>
                    <a:pt x="16100" y="15994"/>
                  </a:cubicBezTo>
                  <a:cubicBezTo>
                    <a:pt x="16100" y="15994"/>
                    <a:pt x="16100" y="15994"/>
                    <a:pt x="16100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09" y="15909"/>
                  </a:cubicBezTo>
                  <a:lnTo>
                    <a:pt x="15909" y="15909"/>
                  </a:lnTo>
                  <a:lnTo>
                    <a:pt x="15909" y="15994"/>
                  </a:lnTo>
                  <a:lnTo>
                    <a:pt x="15909" y="15994"/>
                  </a:lnTo>
                  <a:cubicBezTo>
                    <a:pt x="15909" y="15994"/>
                    <a:pt x="15909" y="15994"/>
                    <a:pt x="15973" y="1599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48D8521D-C5C7-4652-A175-57305D5E39E9}"/>
                </a:ext>
              </a:extLst>
            </p:cNvPr>
            <p:cNvSpPr/>
            <p:nvPr/>
          </p:nvSpPr>
          <p:spPr>
            <a:xfrm>
              <a:off x="6417944" y="4738925"/>
              <a:ext cx="31327" cy="31327"/>
            </a:xfrm>
            <a:custGeom>
              <a:avLst/>
              <a:gdLst>
                <a:gd name="connsiteX0" fmla="*/ 15973 w 21212"/>
                <a:gd name="connsiteY0" fmla="*/ 15973 h 21212"/>
                <a:gd name="connsiteX1" fmla="*/ 15973 w 21212"/>
                <a:gd name="connsiteY1" fmla="*/ 15973 h 21212"/>
                <a:gd name="connsiteX2" fmla="*/ 15973 w 21212"/>
                <a:gd name="connsiteY2" fmla="*/ 15973 h 21212"/>
                <a:gd name="connsiteX3" fmla="*/ 15973 w 21212"/>
                <a:gd name="connsiteY3" fmla="*/ 15973 h 21212"/>
                <a:gd name="connsiteX4" fmla="*/ 15973 w 21212"/>
                <a:gd name="connsiteY4" fmla="*/ 15973 h 21212"/>
                <a:gd name="connsiteX5" fmla="*/ 15973 w 21212"/>
                <a:gd name="connsiteY5" fmla="*/ 15909 h 21212"/>
                <a:gd name="connsiteX6" fmla="*/ 16015 w 21212"/>
                <a:gd name="connsiteY6" fmla="*/ 15909 h 21212"/>
                <a:gd name="connsiteX7" fmla="*/ 16015 w 21212"/>
                <a:gd name="connsiteY7" fmla="*/ 15909 h 21212"/>
                <a:gd name="connsiteX8" fmla="*/ 16057 w 21212"/>
                <a:gd name="connsiteY8" fmla="*/ 15909 h 21212"/>
                <a:gd name="connsiteX9" fmla="*/ 16079 w 21212"/>
                <a:gd name="connsiteY9" fmla="*/ 15909 h 21212"/>
                <a:gd name="connsiteX10" fmla="*/ 16206 w 21212"/>
                <a:gd name="connsiteY10" fmla="*/ 15973 h 21212"/>
                <a:gd name="connsiteX11" fmla="*/ 16142 w 21212"/>
                <a:gd name="connsiteY11" fmla="*/ 15973 h 21212"/>
                <a:gd name="connsiteX12" fmla="*/ 16057 w 21212"/>
                <a:gd name="connsiteY12" fmla="*/ 15951 h 21212"/>
                <a:gd name="connsiteX13" fmla="*/ 16015 w 21212"/>
                <a:gd name="connsiteY13" fmla="*/ 15909 h 21212"/>
                <a:gd name="connsiteX14" fmla="*/ 15973 w 21212"/>
                <a:gd name="connsiteY14" fmla="*/ 15973 h 21212"/>
                <a:gd name="connsiteX15" fmla="*/ 15973 w 21212"/>
                <a:gd name="connsiteY15" fmla="*/ 15973 h 21212"/>
                <a:gd name="connsiteX16" fmla="*/ 15973 w 21212"/>
                <a:gd name="connsiteY16" fmla="*/ 15973 h 21212"/>
                <a:gd name="connsiteX17" fmla="*/ 16057 w 21212"/>
                <a:gd name="connsiteY17" fmla="*/ 16057 h 21212"/>
                <a:gd name="connsiteX18" fmla="*/ 16057 w 21212"/>
                <a:gd name="connsiteY18" fmla="*/ 16057 h 21212"/>
                <a:gd name="connsiteX19" fmla="*/ 15909 w 21212"/>
                <a:gd name="connsiteY19" fmla="*/ 15973 h 21212"/>
                <a:gd name="connsiteX20" fmla="*/ 15909 w 21212"/>
                <a:gd name="connsiteY20" fmla="*/ 15973 h 21212"/>
                <a:gd name="connsiteX21" fmla="*/ 15973 w 21212"/>
                <a:gd name="connsiteY21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5973" y="15973"/>
                  </a:move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lnTo>
                    <a:pt x="15973" y="15973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079" y="15909"/>
                  </a:cubicBezTo>
                  <a:lnTo>
                    <a:pt x="16206" y="15973"/>
                  </a:lnTo>
                  <a:lnTo>
                    <a:pt x="16142" y="15973"/>
                  </a:lnTo>
                  <a:lnTo>
                    <a:pt x="16057" y="15951"/>
                  </a:lnTo>
                  <a:cubicBezTo>
                    <a:pt x="16057" y="15909"/>
                    <a:pt x="16015" y="15909"/>
                    <a:pt x="16015" y="15909"/>
                  </a:cubicBezTo>
                  <a:cubicBezTo>
                    <a:pt x="16015" y="15909"/>
                    <a:pt x="16015" y="15951"/>
                    <a:pt x="15973" y="15973"/>
                  </a:cubicBezTo>
                  <a:lnTo>
                    <a:pt x="15973" y="15973"/>
                  </a:lnTo>
                  <a:cubicBezTo>
                    <a:pt x="15973" y="15973"/>
                    <a:pt x="15973" y="15973"/>
                    <a:pt x="15973" y="15973"/>
                  </a:cubicBezTo>
                  <a:lnTo>
                    <a:pt x="16057" y="16057"/>
                  </a:lnTo>
                  <a:lnTo>
                    <a:pt x="16057" y="16057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73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E9728ACB-8868-41F9-A0CF-F84FA0FDDF97}"/>
                </a:ext>
              </a:extLst>
            </p:cNvPr>
            <p:cNvSpPr/>
            <p:nvPr/>
          </p:nvSpPr>
          <p:spPr>
            <a:xfrm>
              <a:off x="6418195" y="4738768"/>
              <a:ext cx="31327" cy="31327"/>
            </a:xfrm>
            <a:custGeom>
              <a:avLst/>
              <a:gdLst>
                <a:gd name="connsiteX0" fmla="*/ 16163 w 21212"/>
                <a:gd name="connsiteY0" fmla="*/ 15973 h 21212"/>
                <a:gd name="connsiteX1" fmla="*/ 16163 w 21212"/>
                <a:gd name="connsiteY1" fmla="*/ 15973 h 21212"/>
                <a:gd name="connsiteX2" fmla="*/ 16163 w 21212"/>
                <a:gd name="connsiteY2" fmla="*/ 15973 h 21212"/>
                <a:gd name="connsiteX3" fmla="*/ 16163 w 21212"/>
                <a:gd name="connsiteY3" fmla="*/ 16015 h 21212"/>
                <a:gd name="connsiteX4" fmla="*/ 16163 w 21212"/>
                <a:gd name="connsiteY4" fmla="*/ 16015 h 21212"/>
                <a:gd name="connsiteX5" fmla="*/ 16163 w 21212"/>
                <a:gd name="connsiteY5" fmla="*/ 16015 h 21212"/>
                <a:gd name="connsiteX6" fmla="*/ 16100 w 21212"/>
                <a:gd name="connsiteY6" fmla="*/ 16015 h 21212"/>
                <a:gd name="connsiteX7" fmla="*/ 16057 w 21212"/>
                <a:gd name="connsiteY7" fmla="*/ 16015 h 21212"/>
                <a:gd name="connsiteX8" fmla="*/ 16057 w 21212"/>
                <a:gd name="connsiteY8" fmla="*/ 16015 h 21212"/>
                <a:gd name="connsiteX9" fmla="*/ 16036 w 21212"/>
                <a:gd name="connsiteY9" fmla="*/ 16015 h 21212"/>
                <a:gd name="connsiteX10" fmla="*/ 16036 w 21212"/>
                <a:gd name="connsiteY10" fmla="*/ 16015 h 21212"/>
                <a:gd name="connsiteX11" fmla="*/ 16036 w 21212"/>
                <a:gd name="connsiteY11" fmla="*/ 16015 h 21212"/>
                <a:gd name="connsiteX12" fmla="*/ 16036 w 21212"/>
                <a:gd name="connsiteY12" fmla="*/ 15973 h 21212"/>
                <a:gd name="connsiteX13" fmla="*/ 16036 w 21212"/>
                <a:gd name="connsiteY13" fmla="*/ 15973 h 21212"/>
                <a:gd name="connsiteX14" fmla="*/ 16057 w 21212"/>
                <a:gd name="connsiteY14" fmla="*/ 15909 h 21212"/>
                <a:gd name="connsiteX15" fmla="*/ 16100 w 21212"/>
                <a:gd name="connsiteY15" fmla="*/ 15909 h 21212"/>
                <a:gd name="connsiteX16" fmla="*/ 16100 w 21212"/>
                <a:gd name="connsiteY16" fmla="*/ 15909 h 21212"/>
                <a:gd name="connsiteX17" fmla="*/ 16057 w 21212"/>
                <a:gd name="connsiteY17" fmla="*/ 15909 h 21212"/>
                <a:gd name="connsiteX18" fmla="*/ 16057 w 21212"/>
                <a:gd name="connsiteY18" fmla="*/ 15909 h 21212"/>
                <a:gd name="connsiteX19" fmla="*/ 16057 w 21212"/>
                <a:gd name="connsiteY19" fmla="*/ 15909 h 21212"/>
                <a:gd name="connsiteX20" fmla="*/ 16036 w 21212"/>
                <a:gd name="connsiteY20" fmla="*/ 15909 h 21212"/>
                <a:gd name="connsiteX21" fmla="*/ 16036 w 21212"/>
                <a:gd name="connsiteY21" fmla="*/ 15909 h 21212"/>
                <a:gd name="connsiteX22" fmla="*/ 15973 w 21212"/>
                <a:gd name="connsiteY22" fmla="*/ 15973 h 21212"/>
                <a:gd name="connsiteX23" fmla="*/ 15973 w 21212"/>
                <a:gd name="connsiteY23" fmla="*/ 15973 h 21212"/>
                <a:gd name="connsiteX24" fmla="*/ 15909 w 21212"/>
                <a:gd name="connsiteY24" fmla="*/ 15973 h 21212"/>
                <a:gd name="connsiteX25" fmla="*/ 15909 w 21212"/>
                <a:gd name="connsiteY25" fmla="*/ 15973 h 21212"/>
                <a:gd name="connsiteX26" fmla="*/ 15909 w 21212"/>
                <a:gd name="connsiteY26" fmla="*/ 15909 h 21212"/>
                <a:gd name="connsiteX27" fmla="*/ 15973 w 21212"/>
                <a:gd name="connsiteY27" fmla="*/ 15909 h 21212"/>
                <a:gd name="connsiteX28" fmla="*/ 15973 w 21212"/>
                <a:gd name="connsiteY28" fmla="*/ 15909 h 21212"/>
                <a:gd name="connsiteX29" fmla="*/ 16036 w 21212"/>
                <a:gd name="connsiteY29" fmla="*/ 15909 h 21212"/>
                <a:gd name="connsiteX30" fmla="*/ 16057 w 21212"/>
                <a:gd name="connsiteY30" fmla="*/ 15909 h 21212"/>
                <a:gd name="connsiteX31" fmla="*/ 16057 w 21212"/>
                <a:gd name="connsiteY31" fmla="*/ 15909 h 21212"/>
                <a:gd name="connsiteX32" fmla="*/ 16100 w 21212"/>
                <a:gd name="connsiteY32" fmla="*/ 15909 h 21212"/>
                <a:gd name="connsiteX33" fmla="*/ 16206 w 21212"/>
                <a:gd name="connsiteY33" fmla="*/ 15973 h 21212"/>
                <a:gd name="connsiteX34" fmla="*/ 16206 w 21212"/>
                <a:gd name="connsiteY34" fmla="*/ 15973 h 21212"/>
                <a:gd name="connsiteX35" fmla="*/ 16163 w 21212"/>
                <a:gd name="connsiteY35" fmla="*/ 15973 h 21212"/>
                <a:gd name="connsiteX36" fmla="*/ 16100 w 21212"/>
                <a:gd name="connsiteY36" fmla="*/ 15930 h 21212"/>
                <a:gd name="connsiteX37" fmla="*/ 16057 w 21212"/>
                <a:gd name="connsiteY37" fmla="*/ 15994 h 21212"/>
                <a:gd name="connsiteX38" fmla="*/ 16057 w 21212"/>
                <a:gd name="connsiteY38" fmla="*/ 15994 h 21212"/>
                <a:gd name="connsiteX39" fmla="*/ 16036 w 21212"/>
                <a:gd name="connsiteY39" fmla="*/ 15994 h 21212"/>
                <a:gd name="connsiteX40" fmla="*/ 16057 w 21212"/>
                <a:gd name="connsiteY40" fmla="*/ 16036 h 21212"/>
                <a:gd name="connsiteX41" fmla="*/ 16057 w 21212"/>
                <a:gd name="connsiteY41" fmla="*/ 16036 h 21212"/>
                <a:gd name="connsiteX42" fmla="*/ 16057 w 21212"/>
                <a:gd name="connsiteY42" fmla="*/ 16036 h 21212"/>
                <a:gd name="connsiteX43" fmla="*/ 16100 w 21212"/>
                <a:gd name="connsiteY43" fmla="*/ 16036 h 21212"/>
                <a:gd name="connsiteX44" fmla="*/ 16100 w 21212"/>
                <a:gd name="connsiteY44" fmla="*/ 16036 h 21212"/>
                <a:gd name="connsiteX45" fmla="*/ 16100 w 21212"/>
                <a:gd name="connsiteY45" fmla="*/ 16036 h 21212"/>
                <a:gd name="connsiteX46" fmla="*/ 16163 w 21212"/>
                <a:gd name="connsiteY46" fmla="*/ 15994 h 21212"/>
                <a:gd name="connsiteX47" fmla="*/ 16163 w 21212"/>
                <a:gd name="connsiteY47" fmla="*/ 15994 h 21212"/>
                <a:gd name="connsiteX48" fmla="*/ 16163 w 21212"/>
                <a:gd name="connsiteY48" fmla="*/ 15994 h 21212"/>
                <a:gd name="connsiteX49" fmla="*/ 16100 w 21212"/>
                <a:gd name="connsiteY49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63" y="15973"/>
                  </a:moveTo>
                  <a:lnTo>
                    <a:pt x="16163" y="15973"/>
                  </a:lnTo>
                  <a:lnTo>
                    <a:pt x="16163" y="15973"/>
                  </a:lnTo>
                  <a:lnTo>
                    <a:pt x="16163" y="16015"/>
                  </a:lnTo>
                  <a:lnTo>
                    <a:pt x="16163" y="16015"/>
                  </a:lnTo>
                  <a:lnTo>
                    <a:pt x="16163" y="16015"/>
                  </a:lnTo>
                  <a:cubicBezTo>
                    <a:pt x="16100" y="16015"/>
                    <a:pt x="16100" y="16015"/>
                    <a:pt x="16100" y="16015"/>
                  </a:cubicBezTo>
                  <a:lnTo>
                    <a:pt x="16057" y="16015"/>
                  </a:lnTo>
                  <a:lnTo>
                    <a:pt x="16057" y="16015"/>
                  </a:lnTo>
                  <a:cubicBezTo>
                    <a:pt x="16036" y="16015"/>
                    <a:pt x="16036" y="16015"/>
                    <a:pt x="16036" y="16015"/>
                  </a:cubicBezTo>
                  <a:lnTo>
                    <a:pt x="16036" y="16015"/>
                  </a:lnTo>
                  <a:lnTo>
                    <a:pt x="16036" y="16015"/>
                  </a:lnTo>
                  <a:lnTo>
                    <a:pt x="16036" y="15973"/>
                  </a:lnTo>
                  <a:lnTo>
                    <a:pt x="16036" y="15973"/>
                  </a:lnTo>
                  <a:cubicBezTo>
                    <a:pt x="16036" y="15973"/>
                    <a:pt x="16057" y="15973"/>
                    <a:pt x="16057" y="15909"/>
                  </a:cubicBezTo>
                  <a:cubicBezTo>
                    <a:pt x="16057" y="15909"/>
                    <a:pt x="16057" y="15909"/>
                    <a:pt x="16100" y="15909"/>
                  </a:cubicBezTo>
                  <a:lnTo>
                    <a:pt x="16100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57" y="15909"/>
                  </a:lnTo>
                  <a:lnTo>
                    <a:pt x="16036" y="15909"/>
                  </a:lnTo>
                  <a:lnTo>
                    <a:pt x="16036" y="15909"/>
                  </a:lnTo>
                  <a:cubicBezTo>
                    <a:pt x="15973" y="15909"/>
                    <a:pt x="15973" y="15973"/>
                    <a:pt x="15973" y="15973"/>
                  </a:cubicBezTo>
                  <a:lnTo>
                    <a:pt x="15973" y="15973"/>
                  </a:lnTo>
                  <a:lnTo>
                    <a:pt x="15909" y="15973"/>
                  </a:lnTo>
                  <a:lnTo>
                    <a:pt x="15909" y="15973"/>
                  </a:lnTo>
                  <a:cubicBezTo>
                    <a:pt x="15909" y="15973"/>
                    <a:pt x="15909" y="15973"/>
                    <a:pt x="15909" y="15909"/>
                  </a:cubicBezTo>
                  <a:lnTo>
                    <a:pt x="15973" y="15909"/>
                  </a:lnTo>
                  <a:lnTo>
                    <a:pt x="15973" y="15909"/>
                  </a:lnTo>
                  <a:lnTo>
                    <a:pt x="16036" y="15909"/>
                  </a:lnTo>
                  <a:cubicBezTo>
                    <a:pt x="16057" y="15909"/>
                    <a:pt x="16057" y="15909"/>
                    <a:pt x="16057" y="15909"/>
                  </a:cubicBezTo>
                  <a:lnTo>
                    <a:pt x="16057" y="15909"/>
                  </a:lnTo>
                  <a:lnTo>
                    <a:pt x="16100" y="15909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163" y="15973"/>
                  </a:lnTo>
                  <a:close/>
                  <a:moveTo>
                    <a:pt x="16100" y="15930"/>
                  </a:moveTo>
                  <a:lnTo>
                    <a:pt x="16057" y="15994"/>
                  </a:lnTo>
                  <a:lnTo>
                    <a:pt x="16057" y="15994"/>
                  </a:lnTo>
                  <a:lnTo>
                    <a:pt x="16036" y="15994"/>
                  </a:lnTo>
                  <a:cubicBezTo>
                    <a:pt x="16036" y="16036"/>
                    <a:pt x="16057" y="16036"/>
                    <a:pt x="16057" y="16036"/>
                  </a:cubicBezTo>
                  <a:lnTo>
                    <a:pt x="16057" y="16036"/>
                  </a:lnTo>
                  <a:lnTo>
                    <a:pt x="16057" y="16036"/>
                  </a:lnTo>
                  <a:cubicBezTo>
                    <a:pt x="16100" y="16036"/>
                    <a:pt x="16100" y="16036"/>
                    <a:pt x="16100" y="16036"/>
                  </a:cubicBezTo>
                  <a:lnTo>
                    <a:pt x="16100" y="16036"/>
                  </a:lnTo>
                  <a:lnTo>
                    <a:pt x="16100" y="16036"/>
                  </a:lnTo>
                  <a:cubicBezTo>
                    <a:pt x="16163" y="16036"/>
                    <a:pt x="16163" y="15994"/>
                    <a:pt x="16163" y="15994"/>
                  </a:cubicBezTo>
                  <a:lnTo>
                    <a:pt x="16163" y="15994"/>
                  </a:lnTo>
                  <a:lnTo>
                    <a:pt x="16163" y="15994"/>
                  </a:lnTo>
                  <a:lnTo>
                    <a:pt x="16100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A2C0346C-B5A9-4E88-AC2C-E957570324F8}"/>
                </a:ext>
              </a:extLst>
            </p:cNvPr>
            <p:cNvSpPr/>
            <p:nvPr/>
          </p:nvSpPr>
          <p:spPr>
            <a:xfrm>
              <a:off x="6418634" y="4738517"/>
              <a:ext cx="31327" cy="31327"/>
            </a:xfrm>
            <a:custGeom>
              <a:avLst/>
              <a:gdLst>
                <a:gd name="connsiteX0" fmla="*/ 16163 w 21212"/>
                <a:gd name="connsiteY0" fmla="*/ 15994 h 21212"/>
                <a:gd name="connsiteX1" fmla="*/ 16185 w 21212"/>
                <a:gd name="connsiteY1" fmla="*/ 15951 h 21212"/>
                <a:gd name="connsiteX2" fmla="*/ 16185 w 21212"/>
                <a:gd name="connsiteY2" fmla="*/ 15951 h 21212"/>
                <a:gd name="connsiteX3" fmla="*/ 16185 w 21212"/>
                <a:gd name="connsiteY3" fmla="*/ 15951 h 21212"/>
                <a:gd name="connsiteX4" fmla="*/ 16163 w 21212"/>
                <a:gd name="connsiteY4" fmla="*/ 15994 h 21212"/>
                <a:gd name="connsiteX5" fmla="*/ 16163 w 21212"/>
                <a:gd name="connsiteY5" fmla="*/ 15994 h 21212"/>
                <a:gd name="connsiteX6" fmla="*/ 16057 w 21212"/>
                <a:gd name="connsiteY6" fmla="*/ 15994 h 21212"/>
                <a:gd name="connsiteX7" fmla="*/ 15994 w 21212"/>
                <a:gd name="connsiteY7" fmla="*/ 16036 h 21212"/>
                <a:gd name="connsiteX8" fmla="*/ 15973 w 21212"/>
                <a:gd name="connsiteY8" fmla="*/ 16036 h 21212"/>
                <a:gd name="connsiteX9" fmla="*/ 15973 w 21212"/>
                <a:gd name="connsiteY9" fmla="*/ 16036 h 21212"/>
                <a:gd name="connsiteX10" fmla="*/ 15909 w 21212"/>
                <a:gd name="connsiteY10" fmla="*/ 15994 h 21212"/>
                <a:gd name="connsiteX11" fmla="*/ 15909 w 21212"/>
                <a:gd name="connsiteY11" fmla="*/ 15994 h 21212"/>
                <a:gd name="connsiteX12" fmla="*/ 15909 w 21212"/>
                <a:gd name="connsiteY12" fmla="*/ 15951 h 21212"/>
                <a:gd name="connsiteX13" fmla="*/ 15909 w 21212"/>
                <a:gd name="connsiteY13" fmla="*/ 15909 h 21212"/>
                <a:gd name="connsiteX14" fmla="*/ 15973 w 21212"/>
                <a:gd name="connsiteY14" fmla="*/ 15909 h 21212"/>
                <a:gd name="connsiteX15" fmla="*/ 15994 w 21212"/>
                <a:gd name="connsiteY15" fmla="*/ 15909 h 21212"/>
                <a:gd name="connsiteX16" fmla="*/ 16057 w 21212"/>
                <a:gd name="connsiteY16" fmla="*/ 15909 h 21212"/>
                <a:gd name="connsiteX17" fmla="*/ 16163 w 21212"/>
                <a:gd name="connsiteY17" fmla="*/ 15909 h 21212"/>
                <a:gd name="connsiteX18" fmla="*/ 16163 w 21212"/>
                <a:gd name="connsiteY18" fmla="*/ 15909 h 21212"/>
                <a:gd name="connsiteX19" fmla="*/ 16163 w 21212"/>
                <a:gd name="connsiteY19" fmla="*/ 15909 h 21212"/>
                <a:gd name="connsiteX20" fmla="*/ 15973 w 21212"/>
                <a:gd name="connsiteY20" fmla="*/ 15994 h 21212"/>
                <a:gd name="connsiteX21" fmla="*/ 15994 w 21212"/>
                <a:gd name="connsiteY21" fmla="*/ 15994 h 21212"/>
                <a:gd name="connsiteX22" fmla="*/ 16057 w 21212"/>
                <a:gd name="connsiteY22" fmla="*/ 15994 h 21212"/>
                <a:gd name="connsiteX23" fmla="*/ 16057 w 21212"/>
                <a:gd name="connsiteY23" fmla="*/ 15994 h 21212"/>
                <a:gd name="connsiteX24" fmla="*/ 16163 w 21212"/>
                <a:gd name="connsiteY24" fmla="*/ 15994 h 21212"/>
                <a:gd name="connsiteX25" fmla="*/ 15973 w 21212"/>
                <a:gd name="connsiteY25" fmla="*/ 15951 h 21212"/>
                <a:gd name="connsiteX26" fmla="*/ 15909 w 21212"/>
                <a:gd name="connsiteY26" fmla="*/ 15951 h 21212"/>
                <a:gd name="connsiteX27" fmla="*/ 15909 w 21212"/>
                <a:gd name="connsiteY27" fmla="*/ 15951 h 21212"/>
                <a:gd name="connsiteX28" fmla="*/ 15909 w 21212"/>
                <a:gd name="connsiteY28" fmla="*/ 15994 h 21212"/>
                <a:gd name="connsiteX29" fmla="*/ 15973 w 21212"/>
                <a:gd name="connsiteY29" fmla="*/ 15994 h 21212"/>
                <a:gd name="connsiteX30" fmla="*/ 16057 w 21212"/>
                <a:gd name="connsiteY30" fmla="*/ 15951 h 21212"/>
                <a:gd name="connsiteX31" fmla="*/ 15973 w 21212"/>
                <a:gd name="connsiteY31" fmla="*/ 15951 h 21212"/>
                <a:gd name="connsiteX32" fmla="*/ 15973 w 21212"/>
                <a:gd name="connsiteY32" fmla="*/ 15951 h 21212"/>
                <a:gd name="connsiteX33" fmla="*/ 15973 w 21212"/>
                <a:gd name="connsiteY33" fmla="*/ 15951 h 21212"/>
                <a:gd name="connsiteX34" fmla="*/ 15973 w 21212"/>
                <a:gd name="connsiteY3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163" y="15994"/>
                  </a:moveTo>
                  <a:cubicBezTo>
                    <a:pt x="16163" y="15994"/>
                    <a:pt x="16163" y="15994"/>
                    <a:pt x="16185" y="15951"/>
                  </a:cubicBezTo>
                  <a:lnTo>
                    <a:pt x="16185" y="15951"/>
                  </a:lnTo>
                  <a:lnTo>
                    <a:pt x="16185" y="15951"/>
                  </a:lnTo>
                  <a:cubicBezTo>
                    <a:pt x="16185" y="15951"/>
                    <a:pt x="16185" y="15951"/>
                    <a:pt x="16163" y="15994"/>
                  </a:cubicBezTo>
                  <a:cubicBezTo>
                    <a:pt x="16185" y="15994"/>
                    <a:pt x="16185" y="15994"/>
                    <a:pt x="16163" y="15994"/>
                  </a:cubicBezTo>
                  <a:cubicBezTo>
                    <a:pt x="16163" y="15994"/>
                    <a:pt x="16163" y="15994"/>
                    <a:pt x="16057" y="15994"/>
                  </a:cubicBezTo>
                  <a:cubicBezTo>
                    <a:pt x="16057" y="16036"/>
                    <a:pt x="16057" y="16036"/>
                    <a:pt x="15994" y="16036"/>
                  </a:cubicBezTo>
                  <a:cubicBezTo>
                    <a:pt x="15994" y="16036"/>
                    <a:pt x="15994" y="16036"/>
                    <a:pt x="15973" y="16036"/>
                  </a:cubicBezTo>
                  <a:lnTo>
                    <a:pt x="15973" y="16036"/>
                  </a:lnTo>
                  <a:cubicBezTo>
                    <a:pt x="15909" y="15994"/>
                    <a:pt x="15909" y="15994"/>
                    <a:pt x="15909" y="15994"/>
                  </a:cubicBezTo>
                  <a:lnTo>
                    <a:pt x="15909" y="15994"/>
                  </a:lnTo>
                  <a:cubicBezTo>
                    <a:pt x="15909" y="15951"/>
                    <a:pt x="15909" y="15951"/>
                    <a:pt x="15909" y="15951"/>
                  </a:cubicBezTo>
                  <a:cubicBezTo>
                    <a:pt x="15909" y="15951"/>
                    <a:pt x="15909" y="15951"/>
                    <a:pt x="15909" y="15909"/>
                  </a:cubicBezTo>
                  <a:cubicBezTo>
                    <a:pt x="15973" y="15909"/>
                    <a:pt x="15973" y="15909"/>
                    <a:pt x="15973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6057" y="15909"/>
                  </a:cubicBezTo>
                  <a:cubicBezTo>
                    <a:pt x="16057" y="15909"/>
                    <a:pt x="16057" y="15909"/>
                    <a:pt x="16163" y="15909"/>
                  </a:cubicBezTo>
                  <a:lnTo>
                    <a:pt x="16163" y="15909"/>
                  </a:lnTo>
                  <a:lnTo>
                    <a:pt x="16163" y="15909"/>
                  </a:lnTo>
                  <a:lnTo>
                    <a:pt x="15973" y="15994"/>
                  </a:lnTo>
                  <a:lnTo>
                    <a:pt x="15994" y="15994"/>
                  </a:lnTo>
                  <a:cubicBezTo>
                    <a:pt x="15994" y="15994"/>
                    <a:pt x="15994" y="15994"/>
                    <a:pt x="16057" y="15994"/>
                  </a:cubicBezTo>
                  <a:lnTo>
                    <a:pt x="16057" y="15994"/>
                  </a:lnTo>
                  <a:cubicBezTo>
                    <a:pt x="16163" y="15994"/>
                    <a:pt x="16163" y="15994"/>
                    <a:pt x="16163" y="15994"/>
                  </a:cubicBezTo>
                  <a:close/>
                  <a:moveTo>
                    <a:pt x="15973" y="15951"/>
                  </a:moveTo>
                  <a:cubicBezTo>
                    <a:pt x="15973" y="15951"/>
                    <a:pt x="15973" y="15951"/>
                    <a:pt x="15909" y="15951"/>
                  </a:cubicBezTo>
                  <a:lnTo>
                    <a:pt x="15909" y="15951"/>
                  </a:lnTo>
                  <a:lnTo>
                    <a:pt x="15909" y="15994"/>
                  </a:lnTo>
                  <a:cubicBezTo>
                    <a:pt x="15973" y="15994"/>
                    <a:pt x="15973" y="15994"/>
                    <a:pt x="15973" y="15994"/>
                  </a:cubicBezTo>
                  <a:lnTo>
                    <a:pt x="16057" y="15951"/>
                  </a:lnTo>
                  <a:cubicBezTo>
                    <a:pt x="15994" y="15951"/>
                    <a:pt x="15994" y="15951"/>
                    <a:pt x="15973" y="15951"/>
                  </a:cubicBezTo>
                  <a:cubicBezTo>
                    <a:pt x="15994" y="15951"/>
                    <a:pt x="15994" y="15909"/>
                    <a:pt x="15973" y="15951"/>
                  </a:cubicBezTo>
                  <a:lnTo>
                    <a:pt x="15973" y="15951"/>
                  </a:lnTo>
                  <a:lnTo>
                    <a:pt x="15973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EF01E9C2-D8F0-447F-9BB0-366C15589F5E}"/>
                </a:ext>
              </a:extLst>
            </p:cNvPr>
            <p:cNvSpPr/>
            <p:nvPr/>
          </p:nvSpPr>
          <p:spPr>
            <a:xfrm>
              <a:off x="6418852" y="4738330"/>
              <a:ext cx="31327" cy="31327"/>
            </a:xfrm>
            <a:custGeom>
              <a:avLst/>
              <a:gdLst>
                <a:gd name="connsiteX0" fmla="*/ 16015 w 21212"/>
                <a:gd name="connsiteY0" fmla="*/ 16015 h 21212"/>
                <a:gd name="connsiteX1" fmla="*/ 16015 w 21212"/>
                <a:gd name="connsiteY1" fmla="*/ 16015 h 21212"/>
                <a:gd name="connsiteX2" fmla="*/ 16015 w 21212"/>
                <a:gd name="connsiteY2" fmla="*/ 16015 h 21212"/>
                <a:gd name="connsiteX3" fmla="*/ 16015 w 21212"/>
                <a:gd name="connsiteY3" fmla="*/ 16015 h 21212"/>
                <a:gd name="connsiteX4" fmla="*/ 16015 w 21212"/>
                <a:gd name="connsiteY4" fmla="*/ 16015 h 21212"/>
                <a:gd name="connsiteX5" fmla="*/ 16036 w 21212"/>
                <a:gd name="connsiteY5" fmla="*/ 15909 h 21212"/>
                <a:gd name="connsiteX6" fmla="*/ 16100 w 21212"/>
                <a:gd name="connsiteY6" fmla="*/ 15909 h 21212"/>
                <a:gd name="connsiteX7" fmla="*/ 16100 w 21212"/>
                <a:gd name="connsiteY7" fmla="*/ 15909 h 21212"/>
                <a:gd name="connsiteX8" fmla="*/ 16121 w 21212"/>
                <a:gd name="connsiteY8" fmla="*/ 15909 h 21212"/>
                <a:gd name="connsiteX9" fmla="*/ 16142 w 21212"/>
                <a:gd name="connsiteY9" fmla="*/ 15909 h 21212"/>
                <a:gd name="connsiteX10" fmla="*/ 16227 w 21212"/>
                <a:gd name="connsiteY10" fmla="*/ 15994 h 21212"/>
                <a:gd name="connsiteX11" fmla="*/ 16206 w 21212"/>
                <a:gd name="connsiteY11" fmla="*/ 16015 h 21212"/>
                <a:gd name="connsiteX12" fmla="*/ 16121 w 21212"/>
                <a:gd name="connsiteY12" fmla="*/ 15994 h 21212"/>
                <a:gd name="connsiteX13" fmla="*/ 16100 w 21212"/>
                <a:gd name="connsiteY13" fmla="*/ 15909 h 21212"/>
                <a:gd name="connsiteX14" fmla="*/ 16100 w 21212"/>
                <a:gd name="connsiteY14" fmla="*/ 15994 h 21212"/>
                <a:gd name="connsiteX15" fmla="*/ 16015 w 21212"/>
                <a:gd name="connsiteY15" fmla="*/ 16015 h 21212"/>
                <a:gd name="connsiteX16" fmla="*/ 16015 w 21212"/>
                <a:gd name="connsiteY16" fmla="*/ 16015 h 21212"/>
                <a:gd name="connsiteX17" fmla="*/ 16142 w 21212"/>
                <a:gd name="connsiteY17" fmla="*/ 16036 h 21212"/>
                <a:gd name="connsiteX18" fmla="*/ 16121 w 21212"/>
                <a:gd name="connsiteY18" fmla="*/ 16079 h 21212"/>
                <a:gd name="connsiteX19" fmla="*/ 15909 w 21212"/>
                <a:gd name="connsiteY19" fmla="*/ 16015 h 21212"/>
                <a:gd name="connsiteX20" fmla="*/ 16015 w 21212"/>
                <a:gd name="connsiteY20" fmla="*/ 16015 h 21212"/>
                <a:gd name="connsiteX21" fmla="*/ 16015 w 21212"/>
                <a:gd name="connsiteY21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6015" y="16015"/>
                  </a:moveTo>
                  <a:lnTo>
                    <a:pt x="16015" y="16015"/>
                  </a:lnTo>
                  <a:cubicBezTo>
                    <a:pt x="16015" y="15994"/>
                    <a:pt x="16015" y="15994"/>
                    <a:pt x="16015" y="16015"/>
                  </a:cubicBezTo>
                  <a:lnTo>
                    <a:pt x="16015" y="16015"/>
                  </a:lnTo>
                  <a:lnTo>
                    <a:pt x="16015" y="16015"/>
                  </a:lnTo>
                  <a:cubicBezTo>
                    <a:pt x="16036" y="15909"/>
                    <a:pt x="16036" y="15909"/>
                    <a:pt x="16036" y="15909"/>
                  </a:cubicBezTo>
                  <a:lnTo>
                    <a:pt x="16100" y="15909"/>
                  </a:lnTo>
                  <a:lnTo>
                    <a:pt x="16100" y="15909"/>
                  </a:lnTo>
                  <a:cubicBezTo>
                    <a:pt x="16121" y="15909"/>
                    <a:pt x="16121" y="15909"/>
                    <a:pt x="16121" y="15909"/>
                  </a:cubicBezTo>
                  <a:lnTo>
                    <a:pt x="16142" y="15909"/>
                  </a:lnTo>
                  <a:lnTo>
                    <a:pt x="16227" y="15994"/>
                  </a:lnTo>
                  <a:lnTo>
                    <a:pt x="16206" y="16015"/>
                  </a:lnTo>
                  <a:lnTo>
                    <a:pt x="16121" y="15994"/>
                  </a:lnTo>
                  <a:cubicBezTo>
                    <a:pt x="16121" y="15909"/>
                    <a:pt x="16100" y="15909"/>
                    <a:pt x="16100" y="15909"/>
                  </a:cubicBezTo>
                  <a:lnTo>
                    <a:pt x="16100" y="15994"/>
                  </a:lnTo>
                  <a:cubicBezTo>
                    <a:pt x="16036" y="15994"/>
                    <a:pt x="16036" y="15994"/>
                    <a:pt x="16015" y="16015"/>
                  </a:cubicBezTo>
                  <a:lnTo>
                    <a:pt x="16015" y="16015"/>
                  </a:lnTo>
                  <a:lnTo>
                    <a:pt x="16142" y="16036"/>
                  </a:lnTo>
                  <a:lnTo>
                    <a:pt x="16121" y="16079"/>
                  </a:lnTo>
                  <a:lnTo>
                    <a:pt x="15909" y="16015"/>
                  </a:lnTo>
                  <a:lnTo>
                    <a:pt x="16015" y="16015"/>
                  </a:lnTo>
                  <a:lnTo>
                    <a:pt x="1601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FA1FFF02-66B5-46C3-B13A-26CE128207D2}"/>
                </a:ext>
              </a:extLst>
            </p:cNvPr>
            <p:cNvSpPr/>
            <p:nvPr/>
          </p:nvSpPr>
          <p:spPr>
            <a:xfrm>
              <a:off x="6419103" y="4738235"/>
              <a:ext cx="31327" cy="31327"/>
            </a:xfrm>
            <a:custGeom>
              <a:avLst/>
              <a:gdLst>
                <a:gd name="connsiteX0" fmla="*/ 15930 w 21212"/>
                <a:gd name="connsiteY0" fmla="*/ 15951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5951 w 21212"/>
                <a:gd name="connsiteY3" fmla="*/ 15909 h 21212"/>
                <a:gd name="connsiteX4" fmla="*/ 15930 w 21212"/>
                <a:gd name="connsiteY4" fmla="*/ 15951 h 21212"/>
                <a:gd name="connsiteX5" fmla="*/ 16079 w 21212"/>
                <a:gd name="connsiteY5" fmla="*/ 15973 h 21212"/>
                <a:gd name="connsiteX6" fmla="*/ 15951 w 21212"/>
                <a:gd name="connsiteY6" fmla="*/ 15951 h 21212"/>
                <a:gd name="connsiteX7" fmla="*/ 16015 w 21212"/>
                <a:gd name="connsiteY7" fmla="*/ 15951 h 21212"/>
                <a:gd name="connsiteX8" fmla="*/ 16142 w 21212"/>
                <a:gd name="connsiteY8" fmla="*/ 15973 h 21212"/>
                <a:gd name="connsiteX9" fmla="*/ 16079 w 21212"/>
                <a:gd name="connsiteY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30" y="15951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5951" y="15909"/>
                  </a:lnTo>
                  <a:lnTo>
                    <a:pt x="15930" y="15951"/>
                  </a:lnTo>
                  <a:close/>
                  <a:moveTo>
                    <a:pt x="16079" y="15973"/>
                  </a:moveTo>
                  <a:lnTo>
                    <a:pt x="15951" y="15951"/>
                  </a:lnTo>
                  <a:lnTo>
                    <a:pt x="16015" y="15951"/>
                  </a:lnTo>
                  <a:lnTo>
                    <a:pt x="16142" y="15973"/>
                  </a:lnTo>
                  <a:lnTo>
                    <a:pt x="16079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F2353DB6-0669-49BB-80BF-97FA9E646F8E}"/>
                </a:ext>
              </a:extLst>
            </p:cNvPr>
            <p:cNvSpPr/>
            <p:nvPr/>
          </p:nvSpPr>
          <p:spPr>
            <a:xfrm>
              <a:off x="6419291" y="4738047"/>
              <a:ext cx="31327" cy="31327"/>
            </a:xfrm>
            <a:custGeom>
              <a:avLst/>
              <a:gdLst>
                <a:gd name="connsiteX0" fmla="*/ 16185 w 21212"/>
                <a:gd name="connsiteY0" fmla="*/ 16036 h 21212"/>
                <a:gd name="connsiteX1" fmla="*/ 16142 w 21212"/>
                <a:gd name="connsiteY1" fmla="*/ 16036 h 21212"/>
                <a:gd name="connsiteX2" fmla="*/ 16121 w 21212"/>
                <a:gd name="connsiteY2" fmla="*/ 15973 h 21212"/>
                <a:gd name="connsiteX3" fmla="*/ 16058 w 21212"/>
                <a:gd name="connsiteY3" fmla="*/ 15973 h 21212"/>
                <a:gd name="connsiteX4" fmla="*/ 16058 w 21212"/>
                <a:gd name="connsiteY4" fmla="*/ 15973 h 21212"/>
                <a:gd name="connsiteX5" fmla="*/ 16015 w 21212"/>
                <a:gd name="connsiteY5" fmla="*/ 15973 h 21212"/>
                <a:gd name="connsiteX6" fmla="*/ 16015 w 21212"/>
                <a:gd name="connsiteY6" fmla="*/ 15973 h 21212"/>
                <a:gd name="connsiteX7" fmla="*/ 16015 w 21212"/>
                <a:gd name="connsiteY7" fmla="*/ 15973 h 21212"/>
                <a:gd name="connsiteX8" fmla="*/ 16015 w 21212"/>
                <a:gd name="connsiteY8" fmla="*/ 16036 h 21212"/>
                <a:gd name="connsiteX9" fmla="*/ 16121 w 21212"/>
                <a:gd name="connsiteY9" fmla="*/ 16079 h 21212"/>
                <a:gd name="connsiteX10" fmla="*/ 16058 w 21212"/>
                <a:gd name="connsiteY10" fmla="*/ 16079 h 21212"/>
                <a:gd name="connsiteX11" fmla="*/ 15909 w 21212"/>
                <a:gd name="connsiteY11" fmla="*/ 16036 h 21212"/>
                <a:gd name="connsiteX12" fmla="*/ 15909 w 21212"/>
                <a:gd name="connsiteY12" fmla="*/ 16036 h 21212"/>
                <a:gd name="connsiteX13" fmla="*/ 15951 w 21212"/>
                <a:gd name="connsiteY13" fmla="*/ 16036 h 21212"/>
                <a:gd name="connsiteX14" fmla="*/ 15951 w 21212"/>
                <a:gd name="connsiteY14" fmla="*/ 16036 h 21212"/>
                <a:gd name="connsiteX15" fmla="*/ 15951 w 21212"/>
                <a:gd name="connsiteY15" fmla="*/ 15973 h 21212"/>
                <a:gd name="connsiteX16" fmla="*/ 15951 w 21212"/>
                <a:gd name="connsiteY16" fmla="*/ 15973 h 21212"/>
                <a:gd name="connsiteX17" fmla="*/ 15951 w 21212"/>
                <a:gd name="connsiteY17" fmla="*/ 15973 h 21212"/>
                <a:gd name="connsiteX18" fmla="*/ 16015 w 21212"/>
                <a:gd name="connsiteY18" fmla="*/ 15973 h 21212"/>
                <a:gd name="connsiteX19" fmla="*/ 16058 w 21212"/>
                <a:gd name="connsiteY19" fmla="*/ 15909 h 21212"/>
                <a:gd name="connsiteX20" fmla="*/ 16121 w 21212"/>
                <a:gd name="connsiteY20" fmla="*/ 15909 h 21212"/>
                <a:gd name="connsiteX21" fmla="*/ 16121 w 21212"/>
                <a:gd name="connsiteY21" fmla="*/ 15909 h 21212"/>
                <a:gd name="connsiteX22" fmla="*/ 16121 w 21212"/>
                <a:gd name="connsiteY22" fmla="*/ 15909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142 w 21212"/>
                <a:gd name="connsiteY25" fmla="*/ 15909 h 21212"/>
                <a:gd name="connsiteX26" fmla="*/ 16142 w 21212"/>
                <a:gd name="connsiteY26" fmla="*/ 15909 h 21212"/>
                <a:gd name="connsiteX27" fmla="*/ 16185 w 21212"/>
                <a:gd name="connsiteY27" fmla="*/ 15909 h 21212"/>
                <a:gd name="connsiteX28" fmla="*/ 16291 w 21212"/>
                <a:gd name="connsiteY28" fmla="*/ 15909 h 21212"/>
                <a:gd name="connsiteX29" fmla="*/ 16291 w 21212"/>
                <a:gd name="connsiteY29" fmla="*/ 15909 h 21212"/>
                <a:gd name="connsiteX30" fmla="*/ 16185 w 21212"/>
                <a:gd name="connsiteY30" fmla="*/ 15909 h 21212"/>
                <a:gd name="connsiteX31" fmla="*/ 16142 w 21212"/>
                <a:gd name="connsiteY31" fmla="*/ 15909 h 21212"/>
                <a:gd name="connsiteX32" fmla="*/ 16142 w 21212"/>
                <a:gd name="connsiteY32" fmla="*/ 15909 h 21212"/>
                <a:gd name="connsiteX33" fmla="*/ 16142 w 21212"/>
                <a:gd name="connsiteY33" fmla="*/ 15909 h 21212"/>
                <a:gd name="connsiteX34" fmla="*/ 16142 w 21212"/>
                <a:gd name="connsiteY34" fmla="*/ 15909 h 21212"/>
                <a:gd name="connsiteX35" fmla="*/ 16121 w 21212"/>
                <a:gd name="connsiteY35" fmla="*/ 15909 h 21212"/>
                <a:gd name="connsiteX36" fmla="*/ 16121 w 21212"/>
                <a:gd name="connsiteY36" fmla="*/ 15909 h 21212"/>
                <a:gd name="connsiteX37" fmla="*/ 16185 w 21212"/>
                <a:gd name="connsiteY37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185" y="16036"/>
                  </a:moveTo>
                  <a:lnTo>
                    <a:pt x="16142" y="16036"/>
                  </a:lnTo>
                  <a:lnTo>
                    <a:pt x="16121" y="15973"/>
                  </a:lnTo>
                  <a:lnTo>
                    <a:pt x="16058" y="15973"/>
                  </a:lnTo>
                  <a:lnTo>
                    <a:pt x="16058" y="15973"/>
                  </a:lnTo>
                  <a:cubicBezTo>
                    <a:pt x="16058" y="15973"/>
                    <a:pt x="16058" y="15973"/>
                    <a:pt x="16015" y="15973"/>
                  </a:cubicBezTo>
                  <a:lnTo>
                    <a:pt x="16015" y="15973"/>
                  </a:lnTo>
                  <a:lnTo>
                    <a:pt x="16015" y="15973"/>
                  </a:lnTo>
                  <a:cubicBezTo>
                    <a:pt x="16015" y="16036"/>
                    <a:pt x="16015" y="16036"/>
                    <a:pt x="16015" y="16036"/>
                  </a:cubicBezTo>
                  <a:lnTo>
                    <a:pt x="16121" y="16079"/>
                  </a:lnTo>
                  <a:lnTo>
                    <a:pt x="16058" y="16079"/>
                  </a:lnTo>
                  <a:lnTo>
                    <a:pt x="15909" y="16036"/>
                  </a:lnTo>
                  <a:lnTo>
                    <a:pt x="15909" y="16036"/>
                  </a:lnTo>
                  <a:lnTo>
                    <a:pt x="15951" y="16036"/>
                  </a:lnTo>
                  <a:lnTo>
                    <a:pt x="15951" y="16036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5951" y="15973"/>
                  </a:lnTo>
                  <a:lnTo>
                    <a:pt x="16015" y="15973"/>
                  </a:lnTo>
                  <a:cubicBezTo>
                    <a:pt x="16015" y="15909"/>
                    <a:pt x="16015" y="15909"/>
                    <a:pt x="16058" y="15909"/>
                  </a:cubicBezTo>
                  <a:cubicBezTo>
                    <a:pt x="16058" y="15909"/>
                    <a:pt x="16058" y="15909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cubicBezTo>
                    <a:pt x="16121" y="15909"/>
                    <a:pt x="16121" y="15909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cubicBezTo>
                    <a:pt x="16185" y="15909"/>
                    <a:pt x="16185" y="15909"/>
                    <a:pt x="16185" y="15909"/>
                  </a:cubicBezTo>
                  <a:lnTo>
                    <a:pt x="16291" y="15909"/>
                  </a:lnTo>
                  <a:lnTo>
                    <a:pt x="16291" y="15909"/>
                  </a:lnTo>
                  <a:lnTo>
                    <a:pt x="16185" y="15909"/>
                  </a:lnTo>
                  <a:cubicBezTo>
                    <a:pt x="16142" y="15909"/>
                    <a:pt x="16142" y="15909"/>
                    <a:pt x="16142" y="15909"/>
                  </a:cubicBezTo>
                  <a:lnTo>
                    <a:pt x="16142" y="15909"/>
                  </a:lnTo>
                  <a:lnTo>
                    <a:pt x="16142" y="15909"/>
                  </a:lnTo>
                  <a:lnTo>
                    <a:pt x="16142" y="15909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185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AC71369A-369A-42E9-8FDD-28237A9AA4B9}"/>
                </a:ext>
              </a:extLst>
            </p:cNvPr>
            <p:cNvSpPr/>
            <p:nvPr/>
          </p:nvSpPr>
          <p:spPr>
            <a:xfrm>
              <a:off x="6419886" y="4738047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73 w 21212"/>
                <a:gd name="connsiteY1" fmla="*/ 15909 h 21212"/>
                <a:gd name="connsiteX2" fmla="*/ 16015 w 21212"/>
                <a:gd name="connsiteY2" fmla="*/ 15909 h 21212"/>
                <a:gd name="connsiteX3" fmla="*/ 15973 w 21212"/>
                <a:gd name="connsiteY3" fmla="*/ 15909 h 21212"/>
                <a:gd name="connsiteX4" fmla="*/ 15909 w 21212"/>
                <a:gd name="connsiteY4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73" y="15909"/>
                  </a:lnTo>
                  <a:lnTo>
                    <a:pt x="16015" y="15909"/>
                  </a:lnTo>
                  <a:lnTo>
                    <a:pt x="15973" y="15909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08A5492-E6FC-4B69-8580-EEE2C17FB658}"/>
                </a:ext>
              </a:extLst>
            </p:cNvPr>
            <p:cNvSpPr/>
            <p:nvPr/>
          </p:nvSpPr>
          <p:spPr>
            <a:xfrm>
              <a:off x="6406903" y="4746098"/>
              <a:ext cx="31327" cy="31327"/>
            </a:xfrm>
            <a:custGeom>
              <a:avLst/>
              <a:gdLst>
                <a:gd name="connsiteX0" fmla="*/ 15961 w 21212"/>
                <a:gd name="connsiteY0" fmla="*/ 16079 h 21212"/>
                <a:gd name="connsiteX1" fmla="*/ 15961 w 21212"/>
                <a:gd name="connsiteY1" fmla="*/ 16079 h 21212"/>
                <a:gd name="connsiteX2" fmla="*/ 15961 w 21212"/>
                <a:gd name="connsiteY2" fmla="*/ 16079 h 21212"/>
                <a:gd name="connsiteX3" fmla="*/ 16003 w 21212"/>
                <a:gd name="connsiteY3" fmla="*/ 16079 h 21212"/>
                <a:gd name="connsiteX4" fmla="*/ 16003 w 21212"/>
                <a:gd name="connsiteY4" fmla="*/ 16079 h 21212"/>
                <a:gd name="connsiteX5" fmla="*/ 16046 w 21212"/>
                <a:gd name="connsiteY5" fmla="*/ 16079 h 21212"/>
                <a:gd name="connsiteX6" fmla="*/ 16046 w 21212"/>
                <a:gd name="connsiteY6" fmla="*/ 16079 h 21212"/>
                <a:gd name="connsiteX7" fmla="*/ 16067 w 21212"/>
                <a:gd name="connsiteY7" fmla="*/ 16079 h 21212"/>
                <a:gd name="connsiteX8" fmla="*/ 16067 w 21212"/>
                <a:gd name="connsiteY8" fmla="*/ 16079 h 21212"/>
                <a:gd name="connsiteX9" fmla="*/ 16152 w 21212"/>
                <a:gd name="connsiteY9" fmla="*/ 16079 h 21212"/>
                <a:gd name="connsiteX10" fmla="*/ 16152 w 21212"/>
                <a:gd name="connsiteY10" fmla="*/ 16079 h 21212"/>
                <a:gd name="connsiteX11" fmla="*/ 16067 w 21212"/>
                <a:gd name="connsiteY11" fmla="*/ 16079 h 21212"/>
                <a:gd name="connsiteX12" fmla="*/ 16067 w 21212"/>
                <a:gd name="connsiteY12" fmla="*/ 16100 h 21212"/>
                <a:gd name="connsiteX13" fmla="*/ 16046 w 21212"/>
                <a:gd name="connsiteY13" fmla="*/ 16100 h 21212"/>
                <a:gd name="connsiteX14" fmla="*/ 16046 w 21212"/>
                <a:gd name="connsiteY14" fmla="*/ 16100 h 21212"/>
                <a:gd name="connsiteX15" fmla="*/ 16046 w 21212"/>
                <a:gd name="connsiteY15" fmla="*/ 16100 h 21212"/>
                <a:gd name="connsiteX16" fmla="*/ 16046 w 21212"/>
                <a:gd name="connsiteY16" fmla="*/ 16100 h 21212"/>
                <a:gd name="connsiteX17" fmla="*/ 16003 w 21212"/>
                <a:gd name="connsiteY17" fmla="*/ 16100 h 21212"/>
                <a:gd name="connsiteX18" fmla="*/ 16046 w 21212"/>
                <a:gd name="connsiteY18" fmla="*/ 16100 h 21212"/>
                <a:gd name="connsiteX19" fmla="*/ 16046 w 21212"/>
                <a:gd name="connsiteY19" fmla="*/ 16100 h 21212"/>
                <a:gd name="connsiteX20" fmla="*/ 16067 w 21212"/>
                <a:gd name="connsiteY20" fmla="*/ 16079 h 21212"/>
                <a:gd name="connsiteX21" fmla="*/ 16067 w 21212"/>
                <a:gd name="connsiteY21" fmla="*/ 16079 h 21212"/>
                <a:gd name="connsiteX22" fmla="*/ 16067 w 21212"/>
                <a:gd name="connsiteY22" fmla="*/ 16079 h 21212"/>
                <a:gd name="connsiteX23" fmla="*/ 16067 w 21212"/>
                <a:gd name="connsiteY23" fmla="*/ 16079 h 21212"/>
                <a:gd name="connsiteX24" fmla="*/ 16046 w 21212"/>
                <a:gd name="connsiteY24" fmla="*/ 16079 h 21212"/>
                <a:gd name="connsiteX25" fmla="*/ 16046 w 21212"/>
                <a:gd name="connsiteY25" fmla="*/ 16079 h 21212"/>
                <a:gd name="connsiteX26" fmla="*/ 16046 w 21212"/>
                <a:gd name="connsiteY26" fmla="*/ 16079 h 21212"/>
                <a:gd name="connsiteX27" fmla="*/ 16003 w 21212"/>
                <a:gd name="connsiteY27" fmla="*/ 16079 h 21212"/>
                <a:gd name="connsiteX28" fmla="*/ 16003 w 21212"/>
                <a:gd name="connsiteY28" fmla="*/ 16079 h 21212"/>
                <a:gd name="connsiteX29" fmla="*/ 15961 w 21212"/>
                <a:gd name="connsiteY29" fmla="*/ 16079 h 21212"/>
                <a:gd name="connsiteX30" fmla="*/ 15918 w 21212"/>
                <a:gd name="connsiteY30" fmla="*/ 16079 h 21212"/>
                <a:gd name="connsiteX31" fmla="*/ 15918 w 21212"/>
                <a:gd name="connsiteY31" fmla="*/ 16079 h 21212"/>
                <a:gd name="connsiteX32" fmla="*/ 15918 w 21212"/>
                <a:gd name="connsiteY32" fmla="*/ 16079 h 21212"/>
                <a:gd name="connsiteX33" fmla="*/ 15918 w 21212"/>
                <a:gd name="connsiteY33" fmla="*/ 16079 h 21212"/>
                <a:gd name="connsiteX34" fmla="*/ 15918 w 21212"/>
                <a:gd name="connsiteY34" fmla="*/ 16079 h 21212"/>
                <a:gd name="connsiteX35" fmla="*/ 15918 w 21212"/>
                <a:gd name="connsiteY35" fmla="*/ 16036 h 21212"/>
                <a:gd name="connsiteX36" fmla="*/ 15961 w 21212"/>
                <a:gd name="connsiteY36" fmla="*/ 16036 h 21212"/>
                <a:gd name="connsiteX37" fmla="*/ 16003 w 21212"/>
                <a:gd name="connsiteY37" fmla="*/ 15909 h 21212"/>
                <a:gd name="connsiteX38" fmla="*/ 16003 w 21212"/>
                <a:gd name="connsiteY38" fmla="*/ 16036 h 21212"/>
                <a:gd name="connsiteX39" fmla="*/ 16003 w 21212"/>
                <a:gd name="connsiteY39" fmla="*/ 16036 h 21212"/>
                <a:gd name="connsiteX40" fmla="*/ 15961 w 21212"/>
                <a:gd name="connsiteY40" fmla="*/ 16036 h 21212"/>
                <a:gd name="connsiteX41" fmla="*/ 15961 w 21212"/>
                <a:gd name="connsiteY41" fmla="*/ 16079 h 21212"/>
                <a:gd name="connsiteX42" fmla="*/ 15918 w 21212"/>
                <a:gd name="connsiteY42" fmla="*/ 16079 h 21212"/>
                <a:gd name="connsiteX43" fmla="*/ 15918 w 21212"/>
                <a:gd name="connsiteY43" fmla="*/ 16079 h 21212"/>
                <a:gd name="connsiteX44" fmla="*/ 15961 w 21212"/>
                <a:gd name="connsiteY44" fmla="*/ 1607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61" y="16079"/>
                  </a:moveTo>
                  <a:lnTo>
                    <a:pt x="15961" y="16079"/>
                  </a:lnTo>
                  <a:lnTo>
                    <a:pt x="15961" y="16079"/>
                  </a:lnTo>
                  <a:lnTo>
                    <a:pt x="16003" y="16079"/>
                  </a:lnTo>
                  <a:lnTo>
                    <a:pt x="16003" y="16079"/>
                  </a:lnTo>
                  <a:lnTo>
                    <a:pt x="16046" y="16079"/>
                  </a:lnTo>
                  <a:cubicBezTo>
                    <a:pt x="16046" y="16079"/>
                    <a:pt x="16046" y="16036"/>
                    <a:pt x="16046" y="16079"/>
                  </a:cubicBezTo>
                  <a:cubicBezTo>
                    <a:pt x="16046" y="16036"/>
                    <a:pt x="16067" y="16036"/>
                    <a:pt x="16067" y="16079"/>
                  </a:cubicBezTo>
                  <a:lnTo>
                    <a:pt x="16067" y="16079"/>
                  </a:lnTo>
                  <a:lnTo>
                    <a:pt x="16152" y="16079"/>
                  </a:lnTo>
                  <a:lnTo>
                    <a:pt x="16152" y="16079"/>
                  </a:lnTo>
                  <a:lnTo>
                    <a:pt x="16067" y="16079"/>
                  </a:lnTo>
                  <a:cubicBezTo>
                    <a:pt x="16067" y="16100"/>
                    <a:pt x="16067" y="16100"/>
                    <a:pt x="16067" y="16100"/>
                  </a:cubicBezTo>
                  <a:cubicBezTo>
                    <a:pt x="16067" y="16100"/>
                    <a:pt x="16067" y="16100"/>
                    <a:pt x="16046" y="16100"/>
                  </a:cubicBezTo>
                  <a:lnTo>
                    <a:pt x="16046" y="16100"/>
                  </a:lnTo>
                  <a:lnTo>
                    <a:pt x="16046" y="16100"/>
                  </a:lnTo>
                  <a:lnTo>
                    <a:pt x="16046" y="16100"/>
                  </a:lnTo>
                  <a:lnTo>
                    <a:pt x="16003" y="16100"/>
                  </a:lnTo>
                  <a:lnTo>
                    <a:pt x="16046" y="16100"/>
                  </a:lnTo>
                  <a:lnTo>
                    <a:pt x="16046" y="16100"/>
                  </a:lnTo>
                  <a:lnTo>
                    <a:pt x="16067" y="16079"/>
                  </a:lnTo>
                  <a:lnTo>
                    <a:pt x="16067" y="16079"/>
                  </a:lnTo>
                  <a:lnTo>
                    <a:pt x="16067" y="16079"/>
                  </a:lnTo>
                  <a:lnTo>
                    <a:pt x="16067" y="16079"/>
                  </a:lnTo>
                  <a:lnTo>
                    <a:pt x="16046" y="16079"/>
                  </a:lnTo>
                  <a:lnTo>
                    <a:pt x="16046" y="16079"/>
                  </a:lnTo>
                  <a:lnTo>
                    <a:pt x="16046" y="16079"/>
                  </a:lnTo>
                  <a:lnTo>
                    <a:pt x="16003" y="16079"/>
                  </a:lnTo>
                  <a:lnTo>
                    <a:pt x="16003" y="16079"/>
                  </a:lnTo>
                  <a:cubicBezTo>
                    <a:pt x="16003" y="16079"/>
                    <a:pt x="15961" y="16079"/>
                    <a:pt x="15961" y="16079"/>
                  </a:cubicBezTo>
                  <a:cubicBezTo>
                    <a:pt x="15961" y="16100"/>
                    <a:pt x="15961" y="16079"/>
                    <a:pt x="15918" y="16079"/>
                  </a:cubicBezTo>
                  <a:lnTo>
                    <a:pt x="15918" y="16079"/>
                  </a:lnTo>
                  <a:lnTo>
                    <a:pt x="15918" y="16079"/>
                  </a:lnTo>
                  <a:cubicBezTo>
                    <a:pt x="15897" y="16079"/>
                    <a:pt x="15918" y="16079"/>
                    <a:pt x="15918" y="16079"/>
                  </a:cubicBezTo>
                  <a:lnTo>
                    <a:pt x="15918" y="16079"/>
                  </a:lnTo>
                  <a:cubicBezTo>
                    <a:pt x="15918" y="16036"/>
                    <a:pt x="15918" y="16036"/>
                    <a:pt x="15918" y="16036"/>
                  </a:cubicBezTo>
                  <a:lnTo>
                    <a:pt x="15961" y="16036"/>
                  </a:lnTo>
                  <a:cubicBezTo>
                    <a:pt x="15961" y="15909"/>
                    <a:pt x="16003" y="15909"/>
                    <a:pt x="16003" y="15909"/>
                  </a:cubicBezTo>
                  <a:lnTo>
                    <a:pt x="16003" y="16036"/>
                  </a:lnTo>
                  <a:lnTo>
                    <a:pt x="16003" y="16036"/>
                  </a:lnTo>
                  <a:cubicBezTo>
                    <a:pt x="15961" y="16036"/>
                    <a:pt x="15961" y="16036"/>
                    <a:pt x="15961" y="16036"/>
                  </a:cubicBezTo>
                  <a:lnTo>
                    <a:pt x="15961" y="16079"/>
                  </a:lnTo>
                  <a:lnTo>
                    <a:pt x="15918" y="16079"/>
                  </a:lnTo>
                  <a:lnTo>
                    <a:pt x="15918" y="16079"/>
                  </a:lnTo>
                  <a:lnTo>
                    <a:pt x="15961" y="1607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C68BFF1F-1512-4CEA-9DAD-1D4AE54DFB61}"/>
                </a:ext>
              </a:extLst>
            </p:cNvPr>
            <p:cNvSpPr/>
            <p:nvPr/>
          </p:nvSpPr>
          <p:spPr>
            <a:xfrm>
              <a:off x="6407106" y="4746098"/>
              <a:ext cx="31327" cy="31327"/>
            </a:xfrm>
            <a:custGeom>
              <a:avLst/>
              <a:gdLst>
                <a:gd name="connsiteX0" fmla="*/ 16121 w 21212"/>
                <a:gd name="connsiteY0" fmla="*/ 15909 h 21212"/>
                <a:gd name="connsiteX1" fmla="*/ 16121 w 21212"/>
                <a:gd name="connsiteY1" fmla="*/ 15909 h 21212"/>
                <a:gd name="connsiteX2" fmla="*/ 16121 w 21212"/>
                <a:gd name="connsiteY2" fmla="*/ 15909 h 21212"/>
                <a:gd name="connsiteX3" fmla="*/ 16121 w 21212"/>
                <a:gd name="connsiteY3" fmla="*/ 15909 h 21212"/>
                <a:gd name="connsiteX4" fmla="*/ 16121 w 21212"/>
                <a:gd name="connsiteY4" fmla="*/ 15909 h 21212"/>
                <a:gd name="connsiteX5" fmla="*/ 16100 w 21212"/>
                <a:gd name="connsiteY5" fmla="*/ 16036 h 21212"/>
                <a:gd name="connsiteX6" fmla="*/ 16036 w 21212"/>
                <a:gd name="connsiteY6" fmla="*/ 16036 h 21212"/>
                <a:gd name="connsiteX7" fmla="*/ 15994 w 21212"/>
                <a:gd name="connsiteY7" fmla="*/ 16036 h 21212"/>
                <a:gd name="connsiteX8" fmla="*/ 15909 w 21212"/>
                <a:gd name="connsiteY8" fmla="*/ 16036 h 21212"/>
                <a:gd name="connsiteX9" fmla="*/ 15909 w 21212"/>
                <a:gd name="connsiteY9" fmla="*/ 15909 h 21212"/>
                <a:gd name="connsiteX10" fmla="*/ 15909 w 21212"/>
                <a:gd name="connsiteY10" fmla="*/ 15909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6036 w 21212"/>
                <a:gd name="connsiteY13" fmla="*/ 15909 h 21212"/>
                <a:gd name="connsiteX14" fmla="*/ 16036 w 21212"/>
                <a:gd name="connsiteY14" fmla="*/ 15909 h 21212"/>
                <a:gd name="connsiteX15" fmla="*/ 16121 w 21212"/>
                <a:gd name="connsiteY15" fmla="*/ 15909 h 21212"/>
                <a:gd name="connsiteX16" fmla="*/ 16121 w 21212"/>
                <a:gd name="connsiteY16" fmla="*/ 15909 h 21212"/>
                <a:gd name="connsiteX17" fmla="*/ 16121 w 21212"/>
                <a:gd name="connsiteY17" fmla="*/ 15909 h 21212"/>
                <a:gd name="connsiteX18" fmla="*/ 16121 w 21212"/>
                <a:gd name="connsiteY18" fmla="*/ 15909 h 21212"/>
                <a:gd name="connsiteX19" fmla="*/ 16036 w 21212"/>
                <a:gd name="connsiteY19" fmla="*/ 15909 h 21212"/>
                <a:gd name="connsiteX20" fmla="*/ 16036 w 21212"/>
                <a:gd name="connsiteY20" fmla="*/ 15909 h 21212"/>
                <a:gd name="connsiteX21" fmla="*/ 15994 w 21212"/>
                <a:gd name="connsiteY21" fmla="*/ 15909 h 21212"/>
                <a:gd name="connsiteX22" fmla="*/ 15909 w 21212"/>
                <a:gd name="connsiteY22" fmla="*/ 15909 h 21212"/>
                <a:gd name="connsiteX23" fmla="*/ 15909 w 21212"/>
                <a:gd name="connsiteY23" fmla="*/ 15909 h 21212"/>
                <a:gd name="connsiteX24" fmla="*/ 15909 w 21212"/>
                <a:gd name="connsiteY24" fmla="*/ 15909 h 21212"/>
                <a:gd name="connsiteX25" fmla="*/ 15994 w 21212"/>
                <a:gd name="connsiteY25" fmla="*/ 15909 h 21212"/>
                <a:gd name="connsiteX26" fmla="*/ 16036 w 21212"/>
                <a:gd name="connsiteY26" fmla="*/ 15909 h 21212"/>
                <a:gd name="connsiteX27" fmla="*/ 16036 w 21212"/>
                <a:gd name="connsiteY27" fmla="*/ 16036 h 21212"/>
                <a:gd name="connsiteX28" fmla="*/ 16121 w 21212"/>
                <a:gd name="connsiteY28" fmla="*/ 15909 h 21212"/>
                <a:gd name="connsiteX29" fmla="*/ 16121 w 21212"/>
                <a:gd name="connsiteY29" fmla="*/ 15909 h 21212"/>
                <a:gd name="connsiteX30" fmla="*/ 16121 w 21212"/>
                <a:gd name="connsiteY30" fmla="*/ 15909 h 21212"/>
                <a:gd name="connsiteX31" fmla="*/ 16121 w 21212"/>
                <a:gd name="connsiteY31" fmla="*/ 15909 h 21212"/>
                <a:gd name="connsiteX32" fmla="*/ 16121 w 21212"/>
                <a:gd name="connsiteY32" fmla="*/ 15909 h 21212"/>
                <a:gd name="connsiteX33" fmla="*/ 16121 w 21212"/>
                <a:gd name="connsiteY33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121" y="15909"/>
                  </a:moveTo>
                  <a:cubicBezTo>
                    <a:pt x="16142" y="15909"/>
                    <a:pt x="16142" y="15909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cubicBezTo>
                    <a:pt x="16142" y="15909"/>
                    <a:pt x="16142" y="15909"/>
                    <a:pt x="16121" y="15909"/>
                  </a:cubicBezTo>
                  <a:cubicBezTo>
                    <a:pt x="16121" y="15909"/>
                    <a:pt x="16121" y="16036"/>
                    <a:pt x="16100" y="16036"/>
                  </a:cubicBezTo>
                  <a:cubicBezTo>
                    <a:pt x="16100" y="16036"/>
                    <a:pt x="16100" y="16036"/>
                    <a:pt x="16036" y="16036"/>
                  </a:cubicBezTo>
                  <a:cubicBezTo>
                    <a:pt x="16036" y="16036"/>
                    <a:pt x="16036" y="16036"/>
                    <a:pt x="15994" y="16036"/>
                  </a:cubicBezTo>
                  <a:cubicBezTo>
                    <a:pt x="15994" y="16036"/>
                    <a:pt x="15994" y="16036"/>
                    <a:pt x="15909" y="16036"/>
                  </a:cubicBezTo>
                  <a:cubicBezTo>
                    <a:pt x="15909" y="15909"/>
                    <a:pt x="15909" y="15909"/>
                    <a:pt x="15909" y="15909"/>
                  </a:cubicBez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ubicBezTo>
                    <a:pt x="15994" y="15909"/>
                    <a:pt x="15994" y="15909"/>
                    <a:pt x="16036" y="15909"/>
                  </a:cubicBezTo>
                  <a:lnTo>
                    <a:pt x="16036" y="15909"/>
                  </a:lnTo>
                  <a:cubicBezTo>
                    <a:pt x="16100" y="15909"/>
                    <a:pt x="16100" y="15909"/>
                    <a:pt x="16121" y="15909"/>
                  </a:cubicBezTo>
                  <a:cubicBezTo>
                    <a:pt x="16121" y="15909"/>
                    <a:pt x="16121" y="15909"/>
                    <a:pt x="16121" y="15909"/>
                  </a:cubicBezTo>
                  <a:close/>
                  <a:moveTo>
                    <a:pt x="16121" y="15909"/>
                  </a:moveTo>
                  <a:cubicBezTo>
                    <a:pt x="16100" y="15909"/>
                    <a:pt x="16100" y="15909"/>
                    <a:pt x="16121" y="15909"/>
                  </a:cubicBezTo>
                  <a:lnTo>
                    <a:pt x="16036" y="15909"/>
                  </a:lnTo>
                  <a:lnTo>
                    <a:pt x="16036" y="15909"/>
                  </a:lnTo>
                  <a:cubicBezTo>
                    <a:pt x="15994" y="15909"/>
                    <a:pt x="15994" y="15909"/>
                    <a:pt x="15994" y="15909"/>
                  </a:cubicBezTo>
                  <a:cubicBezTo>
                    <a:pt x="15994" y="15909"/>
                    <a:pt x="15994" y="15909"/>
                    <a:pt x="15909" y="15909"/>
                  </a:cubicBezTo>
                  <a:lnTo>
                    <a:pt x="15909" y="15909"/>
                  </a:lnTo>
                  <a:cubicBezTo>
                    <a:pt x="15909" y="15909"/>
                    <a:pt x="15994" y="15909"/>
                    <a:pt x="15909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6036" y="15909"/>
                  </a:lnTo>
                  <a:lnTo>
                    <a:pt x="16036" y="16036"/>
                  </a:lnTo>
                  <a:cubicBezTo>
                    <a:pt x="16100" y="15909"/>
                    <a:pt x="16100" y="15909"/>
                    <a:pt x="16121" y="15909"/>
                  </a:cubicBezTo>
                  <a:lnTo>
                    <a:pt x="16121" y="15909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121" y="15909"/>
                  </a:lnTo>
                  <a:lnTo>
                    <a:pt x="1612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50310B4C-A76B-4F78-9147-81B445792651}"/>
                </a:ext>
              </a:extLst>
            </p:cNvPr>
            <p:cNvSpPr/>
            <p:nvPr/>
          </p:nvSpPr>
          <p:spPr>
            <a:xfrm>
              <a:off x="6407293" y="4745941"/>
              <a:ext cx="31327" cy="31327"/>
            </a:xfrm>
            <a:custGeom>
              <a:avLst/>
              <a:gdLst>
                <a:gd name="connsiteX0" fmla="*/ 16100 w 21212"/>
                <a:gd name="connsiteY0" fmla="*/ 16015 h 21212"/>
                <a:gd name="connsiteX1" fmla="*/ 15909 w 21212"/>
                <a:gd name="connsiteY1" fmla="*/ 15930 h 21212"/>
                <a:gd name="connsiteX2" fmla="*/ 15909 w 21212"/>
                <a:gd name="connsiteY2" fmla="*/ 15909 h 21212"/>
                <a:gd name="connsiteX3" fmla="*/ 16164 w 21212"/>
                <a:gd name="connsiteY3" fmla="*/ 16015 h 21212"/>
                <a:gd name="connsiteX4" fmla="*/ 16100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00" y="16015"/>
                  </a:moveTo>
                  <a:lnTo>
                    <a:pt x="15909" y="15930"/>
                  </a:lnTo>
                  <a:lnTo>
                    <a:pt x="15909" y="15909"/>
                  </a:lnTo>
                  <a:lnTo>
                    <a:pt x="16164" y="16015"/>
                  </a:lnTo>
                  <a:lnTo>
                    <a:pt x="16100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D24C775D-04C6-4A39-A302-327C6C92F22D}"/>
                </a:ext>
              </a:extLst>
            </p:cNvPr>
            <p:cNvSpPr/>
            <p:nvPr/>
          </p:nvSpPr>
          <p:spPr>
            <a:xfrm>
              <a:off x="6407419" y="4745848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5909 w 21212"/>
                <a:gd name="connsiteY1" fmla="*/ 15973 h 21212"/>
                <a:gd name="connsiteX2" fmla="*/ 15909 w 21212"/>
                <a:gd name="connsiteY2" fmla="*/ 15909 h 21212"/>
                <a:gd name="connsiteX3" fmla="*/ 16121 w 21212"/>
                <a:gd name="connsiteY3" fmla="*/ 16015 h 21212"/>
                <a:gd name="connsiteX4" fmla="*/ 16121 w 21212"/>
                <a:gd name="connsiteY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5909" y="15973"/>
                  </a:lnTo>
                  <a:lnTo>
                    <a:pt x="15909" y="15909"/>
                  </a:lnTo>
                  <a:lnTo>
                    <a:pt x="16121" y="16015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BDD59255-D44C-429A-AD11-2CE25E65C67F}"/>
                </a:ext>
              </a:extLst>
            </p:cNvPr>
            <p:cNvSpPr/>
            <p:nvPr/>
          </p:nvSpPr>
          <p:spPr>
            <a:xfrm>
              <a:off x="6407575" y="4745785"/>
              <a:ext cx="31327" cy="31327"/>
            </a:xfrm>
            <a:custGeom>
              <a:avLst/>
              <a:gdLst>
                <a:gd name="connsiteX0" fmla="*/ 15909 w 21212"/>
                <a:gd name="connsiteY0" fmla="*/ 15952 h 21212"/>
                <a:gd name="connsiteX1" fmla="*/ 15909 w 21212"/>
                <a:gd name="connsiteY1" fmla="*/ 15952 h 21212"/>
                <a:gd name="connsiteX2" fmla="*/ 15909 w 21212"/>
                <a:gd name="connsiteY2" fmla="*/ 15909 h 21212"/>
                <a:gd name="connsiteX3" fmla="*/ 15973 w 21212"/>
                <a:gd name="connsiteY3" fmla="*/ 15909 h 21212"/>
                <a:gd name="connsiteX4" fmla="*/ 15909 w 21212"/>
                <a:gd name="connsiteY4" fmla="*/ 15952 h 21212"/>
                <a:gd name="connsiteX5" fmla="*/ 16121 w 21212"/>
                <a:gd name="connsiteY5" fmla="*/ 16036 h 21212"/>
                <a:gd name="connsiteX6" fmla="*/ 15973 w 21212"/>
                <a:gd name="connsiteY6" fmla="*/ 15952 h 21212"/>
                <a:gd name="connsiteX7" fmla="*/ 15973 w 21212"/>
                <a:gd name="connsiteY7" fmla="*/ 15952 h 21212"/>
                <a:gd name="connsiteX8" fmla="*/ 16185 w 21212"/>
                <a:gd name="connsiteY8" fmla="*/ 16036 h 21212"/>
                <a:gd name="connsiteX9" fmla="*/ 16121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52"/>
                  </a:moveTo>
                  <a:lnTo>
                    <a:pt x="15909" y="15952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09" y="15952"/>
                  </a:lnTo>
                  <a:close/>
                  <a:moveTo>
                    <a:pt x="16121" y="16036"/>
                  </a:moveTo>
                  <a:lnTo>
                    <a:pt x="15973" y="15952"/>
                  </a:lnTo>
                  <a:lnTo>
                    <a:pt x="15973" y="15952"/>
                  </a:lnTo>
                  <a:lnTo>
                    <a:pt x="16185" y="16036"/>
                  </a:lnTo>
                  <a:lnTo>
                    <a:pt x="16121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A0926119-C114-4715-B2A5-F2A74EADB99A}"/>
                </a:ext>
              </a:extLst>
            </p:cNvPr>
            <p:cNvSpPr/>
            <p:nvPr/>
          </p:nvSpPr>
          <p:spPr>
            <a:xfrm>
              <a:off x="6407763" y="4745692"/>
              <a:ext cx="31327" cy="31327"/>
            </a:xfrm>
            <a:custGeom>
              <a:avLst/>
              <a:gdLst>
                <a:gd name="connsiteX0" fmla="*/ 15994 w 21212"/>
                <a:gd name="connsiteY0" fmla="*/ 15930 h 21212"/>
                <a:gd name="connsiteX1" fmla="*/ 16057 w 21212"/>
                <a:gd name="connsiteY1" fmla="*/ 15930 h 21212"/>
                <a:gd name="connsiteX2" fmla="*/ 16079 w 21212"/>
                <a:gd name="connsiteY2" fmla="*/ 15909 h 21212"/>
                <a:gd name="connsiteX3" fmla="*/ 16079 w 21212"/>
                <a:gd name="connsiteY3" fmla="*/ 15930 h 21212"/>
                <a:gd name="connsiteX4" fmla="*/ 16079 w 21212"/>
                <a:gd name="connsiteY4" fmla="*/ 15930 h 21212"/>
                <a:gd name="connsiteX5" fmla="*/ 16057 w 21212"/>
                <a:gd name="connsiteY5" fmla="*/ 15930 h 21212"/>
                <a:gd name="connsiteX6" fmla="*/ 16057 w 21212"/>
                <a:gd name="connsiteY6" fmla="*/ 15973 h 21212"/>
                <a:gd name="connsiteX7" fmla="*/ 15994 w 21212"/>
                <a:gd name="connsiteY7" fmla="*/ 15973 h 21212"/>
                <a:gd name="connsiteX8" fmla="*/ 16057 w 21212"/>
                <a:gd name="connsiteY8" fmla="*/ 15973 h 21212"/>
                <a:gd name="connsiteX9" fmla="*/ 16057 w 21212"/>
                <a:gd name="connsiteY9" fmla="*/ 16015 h 21212"/>
                <a:gd name="connsiteX10" fmla="*/ 16079 w 21212"/>
                <a:gd name="connsiteY10" fmla="*/ 16015 h 21212"/>
                <a:gd name="connsiteX11" fmla="*/ 16079 w 21212"/>
                <a:gd name="connsiteY11" fmla="*/ 16015 h 21212"/>
                <a:gd name="connsiteX12" fmla="*/ 16121 w 21212"/>
                <a:gd name="connsiteY12" fmla="*/ 16015 h 21212"/>
                <a:gd name="connsiteX13" fmla="*/ 16185 w 21212"/>
                <a:gd name="connsiteY13" fmla="*/ 15973 h 21212"/>
                <a:gd name="connsiteX14" fmla="*/ 16185 w 21212"/>
                <a:gd name="connsiteY14" fmla="*/ 15973 h 21212"/>
                <a:gd name="connsiteX15" fmla="*/ 16206 w 21212"/>
                <a:gd name="connsiteY15" fmla="*/ 15973 h 21212"/>
                <a:gd name="connsiteX16" fmla="*/ 16206 w 21212"/>
                <a:gd name="connsiteY16" fmla="*/ 15973 h 21212"/>
                <a:gd name="connsiteX17" fmla="*/ 16206 w 21212"/>
                <a:gd name="connsiteY17" fmla="*/ 15973 h 21212"/>
                <a:gd name="connsiteX18" fmla="*/ 16206 w 21212"/>
                <a:gd name="connsiteY18" fmla="*/ 15973 h 21212"/>
                <a:gd name="connsiteX19" fmla="*/ 16206 w 21212"/>
                <a:gd name="connsiteY19" fmla="*/ 15973 h 21212"/>
                <a:gd name="connsiteX20" fmla="*/ 16185 w 21212"/>
                <a:gd name="connsiteY20" fmla="*/ 16015 h 21212"/>
                <a:gd name="connsiteX21" fmla="*/ 16121 w 21212"/>
                <a:gd name="connsiteY21" fmla="*/ 16015 h 21212"/>
                <a:gd name="connsiteX22" fmla="*/ 16079 w 21212"/>
                <a:gd name="connsiteY22" fmla="*/ 16015 h 21212"/>
                <a:gd name="connsiteX23" fmla="*/ 16057 w 21212"/>
                <a:gd name="connsiteY23" fmla="*/ 16079 h 21212"/>
                <a:gd name="connsiteX24" fmla="*/ 15994 w 21212"/>
                <a:gd name="connsiteY24" fmla="*/ 16015 h 21212"/>
                <a:gd name="connsiteX25" fmla="*/ 15994 w 21212"/>
                <a:gd name="connsiteY25" fmla="*/ 16015 h 21212"/>
                <a:gd name="connsiteX26" fmla="*/ 15909 w 21212"/>
                <a:gd name="connsiteY26" fmla="*/ 15973 h 21212"/>
                <a:gd name="connsiteX27" fmla="*/ 15909 w 21212"/>
                <a:gd name="connsiteY27" fmla="*/ 15973 h 21212"/>
                <a:gd name="connsiteX28" fmla="*/ 15994 w 21212"/>
                <a:gd name="connsiteY28" fmla="*/ 15973 h 21212"/>
                <a:gd name="connsiteX29" fmla="*/ 15994 w 21212"/>
                <a:gd name="connsiteY29" fmla="*/ 15930 h 21212"/>
                <a:gd name="connsiteX30" fmla="*/ 15994 w 21212"/>
                <a:gd name="connsiteY30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94" y="15930"/>
                  </a:moveTo>
                  <a:cubicBezTo>
                    <a:pt x="16057" y="15930"/>
                    <a:pt x="16057" y="15930"/>
                    <a:pt x="16057" y="15930"/>
                  </a:cubicBezTo>
                  <a:cubicBezTo>
                    <a:pt x="16057" y="15930"/>
                    <a:pt x="16057" y="15909"/>
                    <a:pt x="16079" y="15909"/>
                  </a:cubicBezTo>
                  <a:lnTo>
                    <a:pt x="16079" y="15930"/>
                  </a:lnTo>
                  <a:lnTo>
                    <a:pt x="16079" y="15930"/>
                  </a:lnTo>
                  <a:cubicBezTo>
                    <a:pt x="16057" y="15930"/>
                    <a:pt x="16057" y="15930"/>
                    <a:pt x="16057" y="15930"/>
                  </a:cubicBezTo>
                  <a:cubicBezTo>
                    <a:pt x="16057" y="15930"/>
                    <a:pt x="16057" y="15930"/>
                    <a:pt x="16057" y="15973"/>
                  </a:cubicBezTo>
                  <a:cubicBezTo>
                    <a:pt x="15994" y="15973"/>
                    <a:pt x="15994" y="15973"/>
                    <a:pt x="15994" y="15973"/>
                  </a:cubicBezTo>
                  <a:cubicBezTo>
                    <a:pt x="15994" y="15973"/>
                    <a:pt x="15994" y="15973"/>
                    <a:pt x="16057" y="15973"/>
                  </a:cubicBezTo>
                  <a:cubicBezTo>
                    <a:pt x="16057" y="15973"/>
                    <a:pt x="16057" y="15973"/>
                    <a:pt x="16057" y="16015"/>
                  </a:cubicBezTo>
                  <a:cubicBezTo>
                    <a:pt x="16057" y="16015"/>
                    <a:pt x="16057" y="16015"/>
                    <a:pt x="16079" y="16015"/>
                  </a:cubicBezTo>
                  <a:lnTo>
                    <a:pt x="16079" y="16015"/>
                  </a:lnTo>
                  <a:cubicBezTo>
                    <a:pt x="16121" y="16015"/>
                    <a:pt x="16121" y="16015"/>
                    <a:pt x="16121" y="16015"/>
                  </a:cubicBezTo>
                  <a:cubicBezTo>
                    <a:pt x="16121" y="16015"/>
                    <a:pt x="16185" y="16015"/>
                    <a:pt x="16185" y="15973"/>
                  </a:cubicBezTo>
                  <a:lnTo>
                    <a:pt x="16185" y="15973"/>
                  </a:lnTo>
                  <a:cubicBezTo>
                    <a:pt x="16206" y="15973"/>
                    <a:pt x="16206" y="15973"/>
                    <a:pt x="16206" y="15973"/>
                  </a:cubicBez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lnTo>
                    <a:pt x="16206" y="15973"/>
                  </a:lnTo>
                  <a:cubicBezTo>
                    <a:pt x="16206" y="16015"/>
                    <a:pt x="16185" y="16015"/>
                    <a:pt x="16185" y="16015"/>
                  </a:cubicBezTo>
                  <a:cubicBezTo>
                    <a:pt x="16185" y="16015"/>
                    <a:pt x="16185" y="16015"/>
                    <a:pt x="16121" y="16015"/>
                  </a:cubicBezTo>
                  <a:cubicBezTo>
                    <a:pt x="16121" y="16079"/>
                    <a:pt x="16121" y="16079"/>
                    <a:pt x="16079" y="16015"/>
                  </a:cubicBezTo>
                  <a:cubicBezTo>
                    <a:pt x="16079" y="16079"/>
                    <a:pt x="16079" y="16079"/>
                    <a:pt x="16057" y="16079"/>
                  </a:cubicBezTo>
                  <a:cubicBezTo>
                    <a:pt x="16057" y="16015"/>
                    <a:pt x="16057" y="16015"/>
                    <a:pt x="15994" y="16015"/>
                  </a:cubicBezTo>
                  <a:lnTo>
                    <a:pt x="15994" y="16015"/>
                  </a:lnTo>
                  <a:lnTo>
                    <a:pt x="15909" y="15973"/>
                  </a:lnTo>
                  <a:lnTo>
                    <a:pt x="15909" y="15973"/>
                  </a:lnTo>
                  <a:lnTo>
                    <a:pt x="15994" y="15973"/>
                  </a:lnTo>
                  <a:cubicBezTo>
                    <a:pt x="15994" y="15930"/>
                    <a:pt x="15994" y="15930"/>
                    <a:pt x="15994" y="15930"/>
                  </a:cubicBezTo>
                  <a:lnTo>
                    <a:pt x="15994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17A813FE-F123-4FBB-B2CC-BECD44052D86}"/>
                </a:ext>
              </a:extLst>
            </p:cNvPr>
            <p:cNvSpPr/>
            <p:nvPr/>
          </p:nvSpPr>
          <p:spPr>
            <a:xfrm>
              <a:off x="6408014" y="4745503"/>
              <a:ext cx="31327" cy="31327"/>
            </a:xfrm>
            <a:custGeom>
              <a:avLst/>
              <a:gdLst>
                <a:gd name="connsiteX0" fmla="*/ 15909 w 21212"/>
                <a:gd name="connsiteY0" fmla="*/ 15951 h 21212"/>
                <a:gd name="connsiteX1" fmla="*/ 15909 w 21212"/>
                <a:gd name="connsiteY1" fmla="*/ 15951 h 21212"/>
                <a:gd name="connsiteX2" fmla="*/ 15909 w 21212"/>
                <a:gd name="connsiteY2" fmla="*/ 15909 h 21212"/>
                <a:gd name="connsiteX3" fmla="*/ 15909 w 21212"/>
                <a:gd name="connsiteY3" fmla="*/ 15951 h 21212"/>
                <a:gd name="connsiteX4" fmla="*/ 15909 w 21212"/>
                <a:gd name="connsiteY4" fmla="*/ 15951 h 21212"/>
                <a:gd name="connsiteX5" fmla="*/ 16079 w 21212"/>
                <a:gd name="connsiteY5" fmla="*/ 16057 h 21212"/>
                <a:gd name="connsiteX6" fmla="*/ 15951 w 21212"/>
                <a:gd name="connsiteY6" fmla="*/ 16036 h 21212"/>
                <a:gd name="connsiteX7" fmla="*/ 15951 w 21212"/>
                <a:gd name="connsiteY7" fmla="*/ 15951 h 21212"/>
                <a:gd name="connsiteX8" fmla="*/ 16142 w 21212"/>
                <a:gd name="connsiteY8" fmla="*/ 16057 h 21212"/>
                <a:gd name="connsiteX9" fmla="*/ 16079 w 21212"/>
                <a:gd name="connsiteY9" fmla="*/ 16057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51"/>
                  </a:moveTo>
                  <a:lnTo>
                    <a:pt x="15909" y="15951"/>
                  </a:lnTo>
                  <a:lnTo>
                    <a:pt x="15909" y="15909"/>
                  </a:lnTo>
                  <a:lnTo>
                    <a:pt x="15909" y="15951"/>
                  </a:lnTo>
                  <a:lnTo>
                    <a:pt x="15909" y="15951"/>
                  </a:lnTo>
                  <a:close/>
                  <a:moveTo>
                    <a:pt x="16079" y="16057"/>
                  </a:moveTo>
                  <a:lnTo>
                    <a:pt x="15951" y="16036"/>
                  </a:lnTo>
                  <a:lnTo>
                    <a:pt x="15951" y="15951"/>
                  </a:lnTo>
                  <a:lnTo>
                    <a:pt x="16142" y="16057"/>
                  </a:lnTo>
                  <a:lnTo>
                    <a:pt x="16079" y="16057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6EA893F8-3C6E-4A10-A5F4-26542DF795DC}"/>
                </a:ext>
              </a:extLst>
            </p:cNvPr>
            <p:cNvSpPr/>
            <p:nvPr/>
          </p:nvSpPr>
          <p:spPr>
            <a:xfrm>
              <a:off x="6408170" y="4745472"/>
              <a:ext cx="31327" cy="31327"/>
            </a:xfrm>
            <a:custGeom>
              <a:avLst/>
              <a:gdLst>
                <a:gd name="connsiteX0" fmla="*/ 16121 w 21212"/>
                <a:gd name="connsiteY0" fmla="*/ 15973 h 21212"/>
                <a:gd name="connsiteX1" fmla="*/ 16121 w 21212"/>
                <a:gd name="connsiteY1" fmla="*/ 15973 h 21212"/>
                <a:gd name="connsiteX2" fmla="*/ 16121 w 21212"/>
                <a:gd name="connsiteY2" fmla="*/ 15973 h 21212"/>
                <a:gd name="connsiteX3" fmla="*/ 16036 w 21212"/>
                <a:gd name="connsiteY3" fmla="*/ 16057 h 21212"/>
                <a:gd name="connsiteX4" fmla="*/ 16036 w 21212"/>
                <a:gd name="connsiteY4" fmla="*/ 16057 h 21212"/>
                <a:gd name="connsiteX5" fmla="*/ 16036 w 21212"/>
                <a:gd name="connsiteY5" fmla="*/ 16057 h 21212"/>
                <a:gd name="connsiteX6" fmla="*/ 16036 w 21212"/>
                <a:gd name="connsiteY6" fmla="*/ 16057 h 21212"/>
                <a:gd name="connsiteX7" fmla="*/ 15930 w 21212"/>
                <a:gd name="connsiteY7" fmla="*/ 15930 h 21212"/>
                <a:gd name="connsiteX8" fmla="*/ 15930 w 21212"/>
                <a:gd name="connsiteY8" fmla="*/ 15973 h 21212"/>
                <a:gd name="connsiteX9" fmla="*/ 15909 w 21212"/>
                <a:gd name="connsiteY9" fmla="*/ 15930 h 21212"/>
                <a:gd name="connsiteX10" fmla="*/ 15930 w 21212"/>
                <a:gd name="connsiteY10" fmla="*/ 15930 h 21212"/>
                <a:gd name="connsiteX11" fmla="*/ 15909 w 21212"/>
                <a:gd name="connsiteY11" fmla="*/ 15930 h 21212"/>
                <a:gd name="connsiteX12" fmla="*/ 15930 w 21212"/>
                <a:gd name="connsiteY12" fmla="*/ 15909 h 21212"/>
                <a:gd name="connsiteX13" fmla="*/ 15973 w 21212"/>
                <a:gd name="connsiteY13" fmla="*/ 15930 h 21212"/>
                <a:gd name="connsiteX14" fmla="*/ 16036 w 21212"/>
                <a:gd name="connsiteY14" fmla="*/ 15909 h 21212"/>
                <a:gd name="connsiteX15" fmla="*/ 16036 w 21212"/>
                <a:gd name="connsiteY15" fmla="*/ 15909 h 21212"/>
                <a:gd name="connsiteX16" fmla="*/ 15973 w 21212"/>
                <a:gd name="connsiteY16" fmla="*/ 15930 h 21212"/>
                <a:gd name="connsiteX17" fmla="*/ 16036 w 21212"/>
                <a:gd name="connsiteY17" fmla="*/ 15973 h 21212"/>
                <a:gd name="connsiteX18" fmla="*/ 16036 w 21212"/>
                <a:gd name="connsiteY18" fmla="*/ 15973 h 21212"/>
                <a:gd name="connsiteX19" fmla="*/ 16036 w 21212"/>
                <a:gd name="connsiteY19" fmla="*/ 15973 h 21212"/>
                <a:gd name="connsiteX20" fmla="*/ 16036 w 21212"/>
                <a:gd name="connsiteY20" fmla="*/ 15973 h 21212"/>
                <a:gd name="connsiteX21" fmla="*/ 16036 w 21212"/>
                <a:gd name="connsiteY21" fmla="*/ 15973 h 21212"/>
                <a:gd name="connsiteX22" fmla="*/ 16121 w 21212"/>
                <a:gd name="connsiteY22" fmla="*/ 15973 h 21212"/>
                <a:gd name="connsiteX23" fmla="*/ 16121 w 21212"/>
                <a:gd name="connsiteY23" fmla="*/ 15930 h 21212"/>
                <a:gd name="connsiteX24" fmla="*/ 16121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5973"/>
                  </a:moveTo>
                  <a:lnTo>
                    <a:pt x="16121" y="15973"/>
                  </a:lnTo>
                  <a:lnTo>
                    <a:pt x="16121" y="15973"/>
                  </a:lnTo>
                  <a:cubicBezTo>
                    <a:pt x="16036" y="16057"/>
                    <a:pt x="16036" y="16057"/>
                    <a:pt x="16036" y="16057"/>
                  </a:cubicBezTo>
                  <a:lnTo>
                    <a:pt x="16036" y="16057"/>
                  </a:lnTo>
                  <a:lnTo>
                    <a:pt x="16036" y="16057"/>
                  </a:lnTo>
                  <a:lnTo>
                    <a:pt x="16036" y="16057"/>
                  </a:lnTo>
                  <a:lnTo>
                    <a:pt x="15930" y="15930"/>
                  </a:lnTo>
                  <a:lnTo>
                    <a:pt x="15930" y="15973"/>
                  </a:lnTo>
                  <a:lnTo>
                    <a:pt x="15909" y="15930"/>
                  </a:lnTo>
                  <a:lnTo>
                    <a:pt x="15930" y="15930"/>
                  </a:lnTo>
                  <a:lnTo>
                    <a:pt x="15909" y="15930"/>
                  </a:lnTo>
                  <a:lnTo>
                    <a:pt x="15930" y="15909"/>
                  </a:lnTo>
                  <a:lnTo>
                    <a:pt x="15973" y="15930"/>
                  </a:lnTo>
                  <a:lnTo>
                    <a:pt x="16036" y="15909"/>
                  </a:lnTo>
                  <a:lnTo>
                    <a:pt x="16036" y="15909"/>
                  </a:lnTo>
                  <a:lnTo>
                    <a:pt x="15973" y="15930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036" y="15973"/>
                  </a:lnTo>
                  <a:lnTo>
                    <a:pt x="16121" y="15973"/>
                  </a:lnTo>
                  <a:lnTo>
                    <a:pt x="16121" y="15930"/>
                  </a:lnTo>
                  <a:lnTo>
                    <a:pt x="1612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4059D3C7-F866-4399-9713-96F7D3975AA7}"/>
                </a:ext>
              </a:extLst>
            </p:cNvPr>
            <p:cNvSpPr/>
            <p:nvPr/>
          </p:nvSpPr>
          <p:spPr>
            <a:xfrm>
              <a:off x="6408327" y="4745346"/>
              <a:ext cx="31327" cy="31327"/>
            </a:xfrm>
            <a:custGeom>
              <a:avLst/>
              <a:gdLst>
                <a:gd name="connsiteX0" fmla="*/ 16142 w 21212"/>
                <a:gd name="connsiteY0" fmla="*/ 15994 h 21212"/>
                <a:gd name="connsiteX1" fmla="*/ 16100 w 21212"/>
                <a:gd name="connsiteY1" fmla="*/ 16015 h 21212"/>
                <a:gd name="connsiteX2" fmla="*/ 16100 w 21212"/>
                <a:gd name="connsiteY2" fmla="*/ 16015 h 21212"/>
                <a:gd name="connsiteX3" fmla="*/ 16036 w 21212"/>
                <a:gd name="connsiteY3" fmla="*/ 16015 h 21212"/>
                <a:gd name="connsiteX4" fmla="*/ 16036 w 21212"/>
                <a:gd name="connsiteY4" fmla="*/ 16015 h 21212"/>
                <a:gd name="connsiteX5" fmla="*/ 15994 w 21212"/>
                <a:gd name="connsiteY5" fmla="*/ 16015 h 21212"/>
                <a:gd name="connsiteX6" fmla="*/ 15994 w 21212"/>
                <a:gd name="connsiteY6" fmla="*/ 16015 h 21212"/>
                <a:gd name="connsiteX7" fmla="*/ 15909 w 21212"/>
                <a:gd name="connsiteY7" fmla="*/ 15994 h 21212"/>
                <a:gd name="connsiteX8" fmla="*/ 15909 w 21212"/>
                <a:gd name="connsiteY8" fmla="*/ 15930 h 21212"/>
                <a:gd name="connsiteX9" fmla="*/ 16036 w 21212"/>
                <a:gd name="connsiteY9" fmla="*/ 15994 h 21212"/>
                <a:gd name="connsiteX10" fmla="*/ 16036 w 21212"/>
                <a:gd name="connsiteY10" fmla="*/ 16015 h 21212"/>
                <a:gd name="connsiteX11" fmla="*/ 16100 w 21212"/>
                <a:gd name="connsiteY11" fmla="*/ 15994 h 21212"/>
                <a:gd name="connsiteX12" fmla="*/ 16142 w 21212"/>
                <a:gd name="connsiteY12" fmla="*/ 15994 h 21212"/>
                <a:gd name="connsiteX13" fmla="*/ 16142 w 21212"/>
                <a:gd name="connsiteY13" fmla="*/ 15994 h 21212"/>
                <a:gd name="connsiteX14" fmla="*/ 16142 w 21212"/>
                <a:gd name="connsiteY14" fmla="*/ 15930 h 21212"/>
                <a:gd name="connsiteX15" fmla="*/ 16142 w 21212"/>
                <a:gd name="connsiteY15" fmla="*/ 15930 h 21212"/>
                <a:gd name="connsiteX16" fmla="*/ 15994 w 21212"/>
                <a:gd name="connsiteY16" fmla="*/ 15909 h 21212"/>
                <a:gd name="connsiteX17" fmla="*/ 16036 w 21212"/>
                <a:gd name="connsiteY17" fmla="*/ 15909 h 21212"/>
                <a:gd name="connsiteX18" fmla="*/ 16142 w 21212"/>
                <a:gd name="connsiteY18" fmla="*/ 15930 h 21212"/>
                <a:gd name="connsiteX19" fmla="*/ 16142 w 21212"/>
                <a:gd name="connsiteY19" fmla="*/ 15930 h 21212"/>
                <a:gd name="connsiteX20" fmla="*/ 16164 w 21212"/>
                <a:gd name="connsiteY20" fmla="*/ 15930 h 21212"/>
                <a:gd name="connsiteX21" fmla="*/ 16164 w 21212"/>
                <a:gd name="connsiteY21" fmla="*/ 15930 h 21212"/>
                <a:gd name="connsiteX22" fmla="*/ 16142 w 21212"/>
                <a:gd name="connsiteY22" fmla="*/ 15994 h 21212"/>
                <a:gd name="connsiteX23" fmla="*/ 16142 w 21212"/>
                <a:gd name="connsiteY23" fmla="*/ 15994 h 21212"/>
                <a:gd name="connsiteX24" fmla="*/ 16142 w 21212"/>
                <a:gd name="connsiteY2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5994"/>
                  </a:moveTo>
                  <a:lnTo>
                    <a:pt x="16100" y="16015"/>
                  </a:lnTo>
                  <a:lnTo>
                    <a:pt x="16100" y="16015"/>
                  </a:lnTo>
                  <a:lnTo>
                    <a:pt x="16036" y="16015"/>
                  </a:lnTo>
                  <a:lnTo>
                    <a:pt x="16036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09" y="15994"/>
                  </a:lnTo>
                  <a:lnTo>
                    <a:pt x="15909" y="15930"/>
                  </a:lnTo>
                  <a:lnTo>
                    <a:pt x="16036" y="15994"/>
                  </a:lnTo>
                  <a:cubicBezTo>
                    <a:pt x="16036" y="15994"/>
                    <a:pt x="16036" y="15994"/>
                    <a:pt x="16036" y="16015"/>
                  </a:cubicBezTo>
                  <a:cubicBezTo>
                    <a:pt x="16036" y="16015"/>
                    <a:pt x="16100" y="16015"/>
                    <a:pt x="16100" y="15994"/>
                  </a:cubicBezTo>
                  <a:cubicBezTo>
                    <a:pt x="16100" y="15994"/>
                    <a:pt x="16100" y="15994"/>
                    <a:pt x="16142" y="15994"/>
                  </a:cubicBezTo>
                  <a:lnTo>
                    <a:pt x="16142" y="15994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5994" y="15909"/>
                  </a:lnTo>
                  <a:lnTo>
                    <a:pt x="16036" y="15909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6164" y="15930"/>
                  </a:lnTo>
                  <a:lnTo>
                    <a:pt x="16164" y="15930"/>
                  </a:lnTo>
                  <a:lnTo>
                    <a:pt x="16142" y="15994"/>
                  </a:lnTo>
                  <a:cubicBezTo>
                    <a:pt x="16164" y="15994"/>
                    <a:pt x="16164" y="15994"/>
                    <a:pt x="16142" y="15994"/>
                  </a:cubicBezTo>
                  <a:lnTo>
                    <a:pt x="16142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9B78567C-BAC3-430A-95FC-29EEDFC99EF8}"/>
                </a:ext>
              </a:extLst>
            </p:cNvPr>
            <p:cNvSpPr/>
            <p:nvPr/>
          </p:nvSpPr>
          <p:spPr>
            <a:xfrm>
              <a:off x="6408671" y="4745096"/>
              <a:ext cx="31327" cy="31327"/>
            </a:xfrm>
            <a:custGeom>
              <a:avLst/>
              <a:gdLst>
                <a:gd name="connsiteX0" fmla="*/ 15930 w 21212"/>
                <a:gd name="connsiteY0" fmla="*/ 16100 h 21212"/>
                <a:gd name="connsiteX1" fmla="*/ 15930 w 21212"/>
                <a:gd name="connsiteY1" fmla="*/ 16100 h 21212"/>
                <a:gd name="connsiteX2" fmla="*/ 15909 w 21212"/>
                <a:gd name="connsiteY2" fmla="*/ 16036 h 21212"/>
                <a:gd name="connsiteX3" fmla="*/ 15909 w 21212"/>
                <a:gd name="connsiteY3" fmla="*/ 16036 h 21212"/>
                <a:gd name="connsiteX4" fmla="*/ 15909 w 21212"/>
                <a:gd name="connsiteY4" fmla="*/ 16036 h 21212"/>
                <a:gd name="connsiteX5" fmla="*/ 15909 w 21212"/>
                <a:gd name="connsiteY5" fmla="*/ 15994 h 21212"/>
                <a:gd name="connsiteX6" fmla="*/ 15930 w 21212"/>
                <a:gd name="connsiteY6" fmla="*/ 15994 h 21212"/>
                <a:gd name="connsiteX7" fmla="*/ 15930 w 21212"/>
                <a:gd name="connsiteY7" fmla="*/ 15973 h 21212"/>
                <a:gd name="connsiteX8" fmla="*/ 15994 w 21212"/>
                <a:gd name="connsiteY8" fmla="*/ 15973 h 21212"/>
                <a:gd name="connsiteX9" fmla="*/ 15994 w 21212"/>
                <a:gd name="connsiteY9" fmla="*/ 15973 h 21212"/>
                <a:gd name="connsiteX10" fmla="*/ 15909 w 21212"/>
                <a:gd name="connsiteY10" fmla="*/ 15909 h 21212"/>
                <a:gd name="connsiteX11" fmla="*/ 15930 w 21212"/>
                <a:gd name="connsiteY11" fmla="*/ 15909 h 21212"/>
                <a:gd name="connsiteX12" fmla="*/ 16121 w 21212"/>
                <a:gd name="connsiteY12" fmla="*/ 16036 h 21212"/>
                <a:gd name="connsiteX13" fmla="*/ 16121 w 21212"/>
                <a:gd name="connsiteY13" fmla="*/ 16036 h 21212"/>
                <a:gd name="connsiteX14" fmla="*/ 16100 w 21212"/>
                <a:gd name="connsiteY14" fmla="*/ 16036 h 21212"/>
                <a:gd name="connsiteX15" fmla="*/ 16100 w 21212"/>
                <a:gd name="connsiteY15" fmla="*/ 16036 h 21212"/>
                <a:gd name="connsiteX16" fmla="*/ 16100 w 21212"/>
                <a:gd name="connsiteY16" fmla="*/ 16036 h 21212"/>
                <a:gd name="connsiteX17" fmla="*/ 16100 w 21212"/>
                <a:gd name="connsiteY17" fmla="*/ 16036 h 21212"/>
                <a:gd name="connsiteX18" fmla="*/ 16100 w 21212"/>
                <a:gd name="connsiteY18" fmla="*/ 16036 h 21212"/>
                <a:gd name="connsiteX19" fmla="*/ 16100 w 21212"/>
                <a:gd name="connsiteY19" fmla="*/ 16100 h 21212"/>
                <a:gd name="connsiteX20" fmla="*/ 16036 w 21212"/>
                <a:gd name="connsiteY20" fmla="*/ 16100 h 21212"/>
                <a:gd name="connsiteX21" fmla="*/ 16015 w 21212"/>
                <a:gd name="connsiteY21" fmla="*/ 16100 h 21212"/>
                <a:gd name="connsiteX22" fmla="*/ 15994 w 21212"/>
                <a:gd name="connsiteY22" fmla="*/ 16100 h 21212"/>
                <a:gd name="connsiteX23" fmla="*/ 15930 w 21212"/>
                <a:gd name="connsiteY23" fmla="*/ 16100 h 21212"/>
                <a:gd name="connsiteX24" fmla="*/ 15994 w 21212"/>
                <a:gd name="connsiteY24" fmla="*/ 16100 h 21212"/>
                <a:gd name="connsiteX25" fmla="*/ 15994 w 21212"/>
                <a:gd name="connsiteY25" fmla="*/ 16100 h 21212"/>
                <a:gd name="connsiteX26" fmla="*/ 15994 w 21212"/>
                <a:gd name="connsiteY26" fmla="*/ 16100 h 21212"/>
                <a:gd name="connsiteX27" fmla="*/ 16036 w 21212"/>
                <a:gd name="connsiteY27" fmla="*/ 16100 h 21212"/>
                <a:gd name="connsiteX28" fmla="*/ 16036 w 21212"/>
                <a:gd name="connsiteY28" fmla="*/ 16036 h 21212"/>
                <a:gd name="connsiteX29" fmla="*/ 16036 w 21212"/>
                <a:gd name="connsiteY29" fmla="*/ 16036 h 21212"/>
                <a:gd name="connsiteX30" fmla="*/ 16100 w 21212"/>
                <a:gd name="connsiteY30" fmla="*/ 16036 h 21212"/>
                <a:gd name="connsiteX31" fmla="*/ 16100 w 21212"/>
                <a:gd name="connsiteY31" fmla="*/ 16036 h 21212"/>
                <a:gd name="connsiteX32" fmla="*/ 16100 w 21212"/>
                <a:gd name="connsiteY32" fmla="*/ 16036 h 21212"/>
                <a:gd name="connsiteX33" fmla="*/ 16015 w 21212"/>
                <a:gd name="connsiteY33" fmla="*/ 15994 h 21212"/>
                <a:gd name="connsiteX34" fmla="*/ 15994 w 21212"/>
                <a:gd name="connsiteY34" fmla="*/ 15994 h 21212"/>
                <a:gd name="connsiteX35" fmla="*/ 15930 w 21212"/>
                <a:gd name="connsiteY35" fmla="*/ 15994 h 21212"/>
                <a:gd name="connsiteX36" fmla="*/ 15930 w 21212"/>
                <a:gd name="connsiteY36" fmla="*/ 15994 h 21212"/>
                <a:gd name="connsiteX37" fmla="*/ 15930 w 21212"/>
                <a:gd name="connsiteY37" fmla="*/ 16036 h 21212"/>
                <a:gd name="connsiteX38" fmla="*/ 15930 w 21212"/>
                <a:gd name="connsiteY38" fmla="*/ 16036 h 21212"/>
                <a:gd name="connsiteX39" fmla="*/ 15994 w 21212"/>
                <a:gd name="connsiteY39" fmla="*/ 161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5930" y="16100"/>
                  </a:moveTo>
                  <a:lnTo>
                    <a:pt x="15930" y="16100"/>
                  </a:lnTo>
                  <a:cubicBezTo>
                    <a:pt x="15909" y="16036"/>
                    <a:pt x="15909" y="16036"/>
                    <a:pt x="15909" y="16036"/>
                  </a:cubicBezTo>
                  <a:lnTo>
                    <a:pt x="15909" y="16036"/>
                  </a:lnTo>
                  <a:lnTo>
                    <a:pt x="15909" y="16036"/>
                  </a:lnTo>
                  <a:lnTo>
                    <a:pt x="15909" y="15994"/>
                  </a:lnTo>
                  <a:lnTo>
                    <a:pt x="15930" y="15994"/>
                  </a:lnTo>
                  <a:cubicBezTo>
                    <a:pt x="15930" y="15994"/>
                    <a:pt x="15930" y="15994"/>
                    <a:pt x="15930" y="15973"/>
                  </a:cubicBez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lnTo>
                    <a:pt x="15909" y="15909"/>
                  </a:lnTo>
                  <a:lnTo>
                    <a:pt x="15930" y="15909"/>
                  </a:lnTo>
                  <a:lnTo>
                    <a:pt x="16121" y="16036"/>
                  </a:lnTo>
                  <a:lnTo>
                    <a:pt x="16121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6036"/>
                  </a:lnTo>
                  <a:lnTo>
                    <a:pt x="16100" y="16100"/>
                  </a:lnTo>
                  <a:cubicBezTo>
                    <a:pt x="16036" y="16100"/>
                    <a:pt x="16036" y="16100"/>
                    <a:pt x="16036" y="16100"/>
                  </a:cubicBezTo>
                  <a:lnTo>
                    <a:pt x="16015" y="16100"/>
                  </a:lnTo>
                  <a:lnTo>
                    <a:pt x="15994" y="16100"/>
                  </a:lnTo>
                  <a:lnTo>
                    <a:pt x="15930" y="16100"/>
                  </a:lnTo>
                  <a:close/>
                  <a:moveTo>
                    <a:pt x="15994" y="16100"/>
                  </a:moveTo>
                  <a:lnTo>
                    <a:pt x="15994" y="16100"/>
                  </a:lnTo>
                  <a:lnTo>
                    <a:pt x="15994" y="16100"/>
                  </a:lnTo>
                  <a:cubicBezTo>
                    <a:pt x="16015" y="16100"/>
                    <a:pt x="16015" y="16100"/>
                    <a:pt x="16036" y="16100"/>
                  </a:cubicBezTo>
                  <a:cubicBezTo>
                    <a:pt x="16036" y="16100"/>
                    <a:pt x="16036" y="16100"/>
                    <a:pt x="16036" y="16036"/>
                  </a:cubicBezTo>
                  <a:lnTo>
                    <a:pt x="16036" y="16036"/>
                  </a:lnTo>
                  <a:cubicBezTo>
                    <a:pt x="16100" y="16036"/>
                    <a:pt x="16100" y="16036"/>
                    <a:pt x="16100" y="16036"/>
                  </a:cubicBezTo>
                  <a:lnTo>
                    <a:pt x="16100" y="16036"/>
                  </a:lnTo>
                  <a:lnTo>
                    <a:pt x="16100" y="16036"/>
                  </a:lnTo>
                  <a:lnTo>
                    <a:pt x="16015" y="15994"/>
                  </a:lnTo>
                  <a:cubicBezTo>
                    <a:pt x="16015" y="15973"/>
                    <a:pt x="15994" y="15994"/>
                    <a:pt x="15994" y="15994"/>
                  </a:cubicBezTo>
                  <a:cubicBezTo>
                    <a:pt x="15994" y="15994"/>
                    <a:pt x="15994" y="15994"/>
                    <a:pt x="15930" y="15994"/>
                  </a:cubicBezTo>
                  <a:lnTo>
                    <a:pt x="15930" y="15994"/>
                  </a:lnTo>
                  <a:cubicBezTo>
                    <a:pt x="15930" y="16036"/>
                    <a:pt x="15930" y="16036"/>
                    <a:pt x="15930" y="16036"/>
                  </a:cubicBezTo>
                  <a:lnTo>
                    <a:pt x="15930" y="16036"/>
                  </a:lnTo>
                  <a:cubicBezTo>
                    <a:pt x="15930" y="16036"/>
                    <a:pt x="15930" y="16036"/>
                    <a:pt x="15994" y="161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CF73C8C-C74B-446B-9082-F23264649487}"/>
                </a:ext>
              </a:extLst>
            </p:cNvPr>
            <p:cNvSpPr/>
            <p:nvPr/>
          </p:nvSpPr>
          <p:spPr>
            <a:xfrm>
              <a:off x="6408828" y="4745033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  <a:gd name="connsiteX5" fmla="*/ 16164 w 21212"/>
                <a:gd name="connsiteY5" fmla="*/ 16036 h 21212"/>
                <a:gd name="connsiteX6" fmla="*/ 15930 w 21212"/>
                <a:gd name="connsiteY6" fmla="*/ 15951 h 21212"/>
                <a:gd name="connsiteX7" fmla="*/ 15994 w 21212"/>
                <a:gd name="connsiteY7" fmla="*/ 15951 h 21212"/>
                <a:gd name="connsiteX8" fmla="*/ 16164 w 21212"/>
                <a:gd name="connsiteY8" fmla="*/ 16036 h 21212"/>
                <a:gd name="connsiteX9" fmla="*/ 16164 w 21212"/>
                <a:gd name="connsiteY9" fmla="*/ 160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6164" y="16036"/>
                  </a:moveTo>
                  <a:lnTo>
                    <a:pt x="15930" y="15951"/>
                  </a:lnTo>
                  <a:lnTo>
                    <a:pt x="15994" y="15951"/>
                  </a:lnTo>
                  <a:lnTo>
                    <a:pt x="16164" y="16036"/>
                  </a:lnTo>
                  <a:lnTo>
                    <a:pt x="16164" y="16036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1F3F0F31-1562-49FB-BE0A-23DF81E2E465}"/>
                </a:ext>
              </a:extLst>
            </p:cNvPr>
            <p:cNvSpPr/>
            <p:nvPr/>
          </p:nvSpPr>
          <p:spPr>
            <a:xfrm>
              <a:off x="6408984" y="4744876"/>
              <a:ext cx="31327" cy="31327"/>
            </a:xfrm>
            <a:custGeom>
              <a:avLst/>
              <a:gdLst>
                <a:gd name="connsiteX0" fmla="*/ 16015 w 21212"/>
                <a:gd name="connsiteY0" fmla="*/ 16015 h 21212"/>
                <a:gd name="connsiteX1" fmla="*/ 16015 w 21212"/>
                <a:gd name="connsiteY1" fmla="*/ 16015 h 21212"/>
                <a:gd name="connsiteX2" fmla="*/ 16015 w 21212"/>
                <a:gd name="connsiteY2" fmla="*/ 15930 h 21212"/>
                <a:gd name="connsiteX3" fmla="*/ 16058 w 21212"/>
                <a:gd name="connsiteY3" fmla="*/ 15930 h 21212"/>
                <a:gd name="connsiteX4" fmla="*/ 16058 w 21212"/>
                <a:gd name="connsiteY4" fmla="*/ 15930 h 21212"/>
                <a:gd name="connsiteX5" fmla="*/ 16058 w 21212"/>
                <a:gd name="connsiteY5" fmla="*/ 15909 h 21212"/>
                <a:gd name="connsiteX6" fmla="*/ 16058 w 21212"/>
                <a:gd name="connsiteY6" fmla="*/ 15909 h 21212"/>
                <a:gd name="connsiteX7" fmla="*/ 16058 w 21212"/>
                <a:gd name="connsiteY7" fmla="*/ 15909 h 21212"/>
                <a:gd name="connsiteX8" fmla="*/ 16121 w 21212"/>
                <a:gd name="connsiteY8" fmla="*/ 15909 h 21212"/>
                <a:gd name="connsiteX9" fmla="*/ 16142 w 21212"/>
                <a:gd name="connsiteY9" fmla="*/ 15909 h 21212"/>
                <a:gd name="connsiteX10" fmla="*/ 16249 w 21212"/>
                <a:gd name="connsiteY10" fmla="*/ 15930 h 21212"/>
                <a:gd name="connsiteX11" fmla="*/ 16249 w 21212"/>
                <a:gd name="connsiteY11" fmla="*/ 16015 h 21212"/>
                <a:gd name="connsiteX12" fmla="*/ 16121 w 21212"/>
                <a:gd name="connsiteY12" fmla="*/ 15930 h 21212"/>
                <a:gd name="connsiteX13" fmla="*/ 16058 w 21212"/>
                <a:gd name="connsiteY13" fmla="*/ 15909 h 21212"/>
                <a:gd name="connsiteX14" fmla="*/ 16058 w 21212"/>
                <a:gd name="connsiteY14" fmla="*/ 15930 h 21212"/>
                <a:gd name="connsiteX15" fmla="*/ 16058 w 21212"/>
                <a:gd name="connsiteY15" fmla="*/ 15930 h 21212"/>
                <a:gd name="connsiteX16" fmla="*/ 16058 w 21212"/>
                <a:gd name="connsiteY16" fmla="*/ 16015 h 21212"/>
                <a:gd name="connsiteX17" fmla="*/ 16121 w 21212"/>
                <a:gd name="connsiteY17" fmla="*/ 16058 h 21212"/>
                <a:gd name="connsiteX18" fmla="*/ 16121 w 21212"/>
                <a:gd name="connsiteY18" fmla="*/ 16058 h 21212"/>
                <a:gd name="connsiteX19" fmla="*/ 15909 w 21212"/>
                <a:gd name="connsiteY19" fmla="*/ 16015 h 21212"/>
                <a:gd name="connsiteX20" fmla="*/ 16015 w 21212"/>
                <a:gd name="connsiteY20" fmla="*/ 15930 h 21212"/>
                <a:gd name="connsiteX21" fmla="*/ 16015 w 21212"/>
                <a:gd name="connsiteY21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212" h="21212">
                  <a:moveTo>
                    <a:pt x="16015" y="16015"/>
                  </a:moveTo>
                  <a:lnTo>
                    <a:pt x="16015" y="16015"/>
                  </a:lnTo>
                  <a:lnTo>
                    <a:pt x="16015" y="15930"/>
                  </a:lnTo>
                  <a:lnTo>
                    <a:pt x="16058" y="15930"/>
                  </a:lnTo>
                  <a:lnTo>
                    <a:pt x="16058" y="15930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058" y="15909"/>
                  </a:lnTo>
                  <a:lnTo>
                    <a:pt x="16121" y="15909"/>
                  </a:lnTo>
                  <a:cubicBezTo>
                    <a:pt x="16121" y="15909"/>
                    <a:pt x="16121" y="15909"/>
                    <a:pt x="16142" y="15909"/>
                  </a:cubicBezTo>
                  <a:lnTo>
                    <a:pt x="16249" y="15930"/>
                  </a:lnTo>
                  <a:lnTo>
                    <a:pt x="16249" y="16015"/>
                  </a:lnTo>
                  <a:lnTo>
                    <a:pt x="16121" y="15930"/>
                  </a:lnTo>
                  <a:lnTo>
                    <a:pt x="16058" y="15909"/>
                  </a:lnTo>
                  <a:cubicBezTo>
                    <a:pt x="16058" y="15909"/>
                    <a:pt x="16058" y="15909"/>
                    <a:pt x="16058" y="15930"/>
                  </a:cubicBezTo>
                  <a:lnTo>
                    <a:pt x="16058" y="15930"/>
                  </a:lnTo>
                  <a:cubicBezTo>
                    <a:pt x="16058" y="16015"/>
                    <a:pt x="16058" y="16015"/>
                    <a:pt x="16058" y="16015"/>
                  </a:cubicBezTo>
                  <a:lnTo>
                    <a:pt x="16121" y="16058"/>
                  </a:lnTo>
                  <a:lnTo>
                    <a:pt x="16121" y="16058"/>
                  </a:lnTo>
                  <a:lnTo>
                    <a:pt x="15909" y="16015"/>
                  </a:lnTo>
                  <a:lnTo>
                    <a:pt x="16015" y="15930"/>
                  </a:lnTo>
                  <a:lnTo>
                    <a:pt x="16015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D0992CFB-F4BC-45A5-89E4-614447B01210}"/>
                </a:ext>
              </a:extLst>
            </p:cNvPr>
            <p:cNvSpPr/>
            <p:nvPr/>
          </p:nvSpPr>
          <p:spPr>
            <a:xfrm>
              <a:off x="6409486" y="4744689"/>
              <a:ext cx="31327" cy="31327"/>
            </a:xfrm>
            <a:custGeom>
              <a:avLst/>
              <a:gdLst>
                <a:gd name="connsiteX0" fmla="*/ 16163 w 21212"/>
                <a:gd name="connsiteY0" fmla="*/ 15909 h 21212"/>
                <a:gd name="connsiteX1" fmla="*/ 16163 w 21212"/>
                <a:gd name="connsiteY1" fmla="*/ 15909 h 21212"/>
                <a:gd name="connsiteX2" fmla="*/ 16206 w 21212"/>
                <a:gd name="connsiteY2" fmla="*/ 15930 h 21212"/>
                <a:gd name="connsiteX3" fmla="*/ 16206 w 21212"/>
                <a:gd name="connsiteY3" fmla="*/ 15930 h 21212"/>
                <a:gd name="connsiteX4" fmla="*/ 16206 w 21212"/>
                <a:gd name="connsiteY4" fmla="*/ 15930 h 21212"/>
                <a:gd name="connsiteX5" fmla="*/ 16163 w 21212"/>
                <a:gd name="connsiteY5" fmla="*/ 15909 h 21212"/>
                <a:gd name="connsiteX6" fmla="*/ 16163 w 21212"/>
                <a:gd name="connsiteY6" fmla="*/ 15909 h 21212"/>
                <a:gd name="connsiteX7" fmla="*/ 16100 w 21212"/>
                <a:gd name="connsiteY7" fmla="*/ 15994 h 21212"/>
                <a:gd name="connsiteX8" fmla="*/ 16079 w 21212"/>
                <a:gd name="connsiteY8" fmla="*/ 15994 h 21212"/>
                <a:gd name="connsiteX9" fmla="*/ 16079 w 21212"/>
                <a:gd name="connsiteY9" fmla="*/ 15994 h 21212"/>
                <a:gd name="connsiteX10" fmla="*/ 16206 w 21212"/>
                <a:gd name="connsiteY10" fmla="*/ 16036 h 21212"/>
                <a:gd name="connsiteX11" fmla="*/ 16163 w 21212"/>
                <a:gd name="connsiteY11" fmla="*/ 16036 h 21212"/>
                <a:gd name="connsiteX12" fmla="*/ 15909 w 21212"/>
                <a:gd name="connsiteY12" fmla="*/ 15930 h 21212"/>
                <a:gd name="connsiteX13" fmla="*/ 15909 w 21212"/>
                <a:gd name="connsiteY13" fmla="*/ 15930 h 21212"/>
                <a:gd name="connsiteX14" fmla="*/ 15973 w 21212"/>
                <a:gd name="connsiteY14" fmla="*/ 15930 h 21212"/>
                <a:gd name="connsiteX15" fmla="*/ 15973 w 21212"/>
                <a:gd name="connsiteY15" fmla="*/ 15930 h 21212"/>
                <a:gd name="connsiteX16" fmla="*/ 15973 w 21212"/>
                <a:gd name="connsiteY16" fmla="*/ 15930 h 21212"/>
                <a:gd name="connsiteX17" fmla="*/ 15973 w 21212"/>
                <a:gd name="connsiteY17" fmla="*/ 15930 h 21212"/>
                <a:gd name="connsiteX18" fmla="*/ 15973 w 21212"/>
                <a:gd name="connsiteY18" fmla="*/ 15909 h 21212"/>
                <a:gd name="connsiteX19" fmla="*/ 15973 w 21212"/>
                <a:gd name="connsiteY19" fmla="*/ 15909 h 21212"/>
                <a:gd name="connsiteX20" fmla="*/ 15994 w 21212"/>
                <a:gd name="connsiteY20" fmla="*/ 15909 h 21212"/>
                <a:gd name="connsiteX21" fmla="*/ 16079 w 21212"/>
                <a:gd name="connsiteY21" fmla="*/ 15909 h 21212"/>
                <a:gd name="connsiteX22" fmla="*/ 16100 w 21212"/>
                <a:gd name="connsiteY22" fmla="*/ 15909 h 21212"/>
                <a:gd name="connsiteX23" fmla="*/ 16163 w 21212"/>
                <a:gd name="connsiteY23" fmla="*/ 15909 h 21212"/>
                <a:gd name="connsiteX24" fmla="*/ 16100 w 21212"/>
                <a:gd name="connsiteY24" fmla="*/ 15909 h 21212"/>
                <a:gd name="connsiteX25" fmla="*/ 16100 w 21212"/>
                <a:gd name="connsiteY25" fmla="*/ 15909 h 21212"/>
                <a:gd name="connsiteX26" fmla="*/ 16100 w 21212"/>
                <a:gd name="connsiteY26" fmla="*/ 15909 h 21212"/>
                <a:gd name="connsiteX27" fmla="*/ 15994 w 21212"/>
                <a:gd name="connsiteY27" fmla="*/ 15909 h 21212"/>
                <a:gd name="connsiteX28" fmla="*/ 15994 w 21212"/>
                <a:gd name="connsiteY28" fmla="*/ 15909 h 21212"/>
                <a:gd name="connsiteX29" fmla="*/ 15973 w 21212"/>
                <a:gd name="connsiteY29" fmla="*/ 15930 h 21212"/>
                <a:gd name="connsiteX30" fmla="*/ 15973 w 21212"/>
                <a:gd name="connsiteY30" fmla="*/ 15930 h 21212"/>
                <a:gd name="connsiteX31" fmla="*/ 15973 w 21212"/>
                <a:gd name="connsiteY31" fmla="*/ 15930 h 21212"/>
                <a:gd name="connsiteX32" fmla="*/ 15973 w 21212"/>
                <a:gd name="connsiteY32" fmla="*/ 15930 h 21212"/>
                <a:gd name="connsiteX33" fmla="*/ 16079 w 21212"/>
                <a:gd name="connsiteY33" fmla="*/ 15994 h 21212"/>
                <a:gd name="connsiteX34" fmla="*/ 16100 w 21212"/>
                <a:gd name="connsiteY34" fmla="*/ 15994 h 21212"/>
                <a:gd name="connsiteX35" fmla="*/ 16100 w 21212"/>
                <a:gd name="connsiteY35" fmla="*/ 15909 h 21212"/>
                <a:gd name="connsiteX36" fmla="*/ 16163 w 21212"/>
                <a:gd name="connsiteY36" fmla="*/ 15930 h 21212"/>
                <a:gd name="connsiteX37" fmla="*/ 16163 w 21212"/>
                <a:gd name="connsiteY37" fmla="*/ 15930 h 21212"/>
                <a:gd name="connsiteX38" fmla="*/ 16163 w 21212"/>
                <a:gd name="connsiteY38" fmla="*/ 15930 h 21212"/>
                <a:gd name="connsiteX39" fmla="*/ 16100 w 21212"/>
                <a:gd name="connsiteY39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63" y="15909"/>
                  </a:moveTo>
                  <a:lnTo>
                    <a:pt x="16163" y="15909"/>
                  </a:lnTo>
                  <a:cubicBezTo>
                    <a:pt x="16163" y="15909"/>
                    <a:pt x="16206" y="15909"/>
                    <a:pt x="16206" y="15930"/>
                  </a:cubicBezTo>
                  <a:lnTo>
                    <a:pt x="16206" y="15930"/>
                  </a:lnTo>
                  <a:lnTo>
                    <a:pt x="16206" y="15930"/>
                  </a:lnTo>
                  <a:lnTo>
                    <a:pt x="16163" y="15909"/>
                  </a:lnTo>
                  <a:lnTo>
                    <a:pt x="16163" y="15909"/>
                  </a:lnTo>
                  <a:cubicBezTo>
                    <a:pt x="16163" y="15994"/>
                    <a:pt x="16100" y="15994"/>
                    <a:pt x="16100" y="15994"/>
                  </a:cubicBezTo>
                  <a:cubicBezTo>
                    <a:pt x="16100" y="15994"/>
                    <a:pt x="16100" y="15994"/>
                    <a:pt x="16079" y="15994"/>
                  </a:cubicBezTo>
                  <a:lnTo>
                    <a:pt x="16079" y="15994"/>
                  </a:lnTo>
                  <a:lnTo>
                    <a:pt x="16206" y="16036"/>
                  </a:lnTo>
                  <a:lnTo>
                    <a:pt x="16163" y="16036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cubicBezTo>
                    <a:pt x="15973" y="15930"/>
                    <a:pt x="15973" y="15930"/>
                    <a:pt x="15973" y="15909"/>
                  </a:cubicBezTo>
                  <a:lnTo>
                    <a:pt x="15973" y="15909"/>
                  </a:lnTo>
                  <a:lnTo>
                    <a:pt x="15994" y="15909"/>
                  </a:lnTo>
                  <a:lnTo>
                    <a:pt x="16079" y="15909"/>
                  </a:lnTo>
                  <a:lnTo>
                    <a:pt x="16100" y="15909"/>
                  </a:lnTo>
                  <a:cubicBezTo>
                    <a:pt x="16100" y="15909"/>
                    <a:pt x="16100" y="15909"/>
                    <a:pt x="16163" y="15909"/>
                  </a:cubicBezTo>
                  <a:close/>
                  <a:moveTo>
                    <a:pt x="16100" y="15909"/>
                  </a:moveTo>
                  <a:lnTo>
                    <a:pt x="16100" y="15909"/>
                  </a:lnTo>
                  <a:cubicBezTo>
                    <a:pt x="16079" y="15909"/>
                    <a:pt x="16079" y="15909"/>
                    <a:pt x="16100" y="15909"/>
                  </a:cubicBezTo>
                  <a:cubicBezTo>
                    <a:pt x="16079" y="15909"/>
                    <a:pt x="16079" y="15909"/>
                    <a:pt x="15994" y="15909"/>
                  </a:cubicBezTo>
                  <a:lnTo>
                    <a:pt x="15994" y="15909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5973" y="15930"/>
                  </a:lnTo>
                  <a:lnTo>
                    <a:pt x="16079" y="15994"/>
                  </a:lnTo>
                  <a:cubicBezTo>
                    <a:pt x="16079" y="15994"/>
                    <a:pt x="16079" y="15994"/>
                    <a:pt x="16100" y="15994"/>
                  </a:cubicBezTo>
                  <a:cubicBezTo>
                    <a:pt x="16100" y="15930"/>
                    <a:pt x="16100" y="15930"/>
                    <a:pt x="16100" y="15909"/>
                  </a:cubicBezTo>
                  <a:lnTo>
                    <a:pt x="16163" y="15930"/>
                  </a:lnTo>
                  <a:lnTo>
                    <a:pt x="16163" y="15930"/>
                  </a:lnTo>
                  <a:lnTo>
                    <a:pt x="16163" y="15930"/>
                  </a:lnTo>
                  <a:cubicBezTo>
                    <a:pt x="16163" y="15930"/>
                    <a:pt x="16100" y="15930"/>
                    <a:pt x="16100" y="1590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ABF7E82F-3DBB-4687-B1CF-817D4668B2A7}"/>
                </a:ext>
              </a:extLst>
            </p:cNvPr>
            <p:cNvSpPr/>
            <p:nvPr/>
          </p:nvSpPr>
          <p:spPr>
            <a:xfrm>
              <a:off x="6409736" y="4744532"/>
              <a:ext cx="31327" cy="31327"/>
            </a:xfrm>
            <a:custGeom>
              <a:avLst/>
              <a:gdLst>
                <a:gd name="connsiteX0" fmla="*/ 16058 w 21212"/>
                <a:gd name="connsiteY0" fmla="*/ 15909 h 21212"/>
                <a:gd name="connsiteX1" fmla="*/ 16058 w 21212"/>
                <a:gd name="connsiteY1" fmla="*/ 15909 h 21212"/>
                <a:gd name="connsiteX2" fmla="*/ 16015 w 21212"/>
                <a:gd name="connsiteY2" fmla="*/ 15909 h 21212"/>
                <a:gd name="connsiteX3" fmla="*/ 16015 w 21212"/>
                <a:gd name="connsiteY3" fmla="*/ 15951 h 21212"/>
                <a:gd name="connsiteX4" fmla="*/ 16015 w 21212"/>
                <a:gd name="connsiteY4" fmla="*/ 15951 h 21212"/>
                <a:gd name="connsiteX5" fmla="*/ 16015 w 21212"/>
                <a:gd name="connsiteY5" fmla="*/ 15973 h 21212"/>
                <a:gd name="connsiteX6" fmla="*/ 16058 w 21212"/>
                <a:gd name="connsiteY6" fmla="*/ 16015 h 21212"/>
                <a:gd name="connsiteX7" fmla="*/ 16058 w 21212"/>
                <a:gd name="connsiteY7" fmla="*/ 16015 h 21212"/>
                <a:gd name="connsiteX8" fmla="*/ 15909 w 21212"/>
                <a:gd name="connsiteY8" fmla="*/ 15951 h 21212"/>
                <a:gd name="connsiteX9" fmla="*/ 15973 w 21212"/>
                <a:gd name="connsiteY9" fmla="*/ 15951 h 21212"/>
                <a:gd name="connsiteX10" fmla="*/ 16015 w 21212"/>
                <a:gd name="connsiteY10" fmla="*/ 15951 h 21212"/>
                <a:gd name="connsiteX11" fmla="*/ 16015 w 21212"/>
                <a:gd name="connsiteY11" fmla="*/ 15951 h 21212"/>
                <a:gd name="connsiteX12" fmla="*/ 15973 w 21212"/>
                <a:gd name="connsiteY12" fmla="*/ 15951 h 21212"/>
                <a:gd name="connsiteX13" fmla="*/ 16015 w 21212"/>
                <a:gd name="connsiteY13" fmla="*/ 15951 h 21212"/>
                <a:gd name="connsiteX14" fmla="*/ 16015 w 21212"/>
                <a:gd name="connsiteY14" fmla="*/ 15909 h 21212"/>
                <a:gd name="connsiteX15" fmla="*/ 16015 w 21212"/>
                <a:gd name="connsiteY15" fmla="*/ 15909 h 21212"/>
                <a:gd name="connsiteX16" fmla="*/ 16015 w 21212"/>
                <a:gd name="connsiteY16" fmla="*/ 15909 h 21212"/>
                <a:gd name="connsiteX17" fmla="*/ 16015 w 21212"/>
                <a:gd name="connsiteY17" fmla="*/ 15909 h 21212"/>
                <a:gd name="connsiteX18" fmla="*/ 16058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58" y="15909"/>
                  </a:moveTo>
                  <a:lnTo>
                    <a:pt x="16058" y="15909"/>
                  </a:lnTo>
                  <a:lnTo>
                    <a:pt x="16015" y="15909"/>
                  </a:lnTo>
                  <a:cubicBezTo>
                    <a:pt x="16015" y="15951"/>
                    <a:pt x="16015" y="15951"/>
                    <a:pt x="16015" y="15951"/>
                  </a:cubicBezTo>
                  <a:lnTo>
                    <a:pt x="16015" y="15951"/>
                  </a:lnTo>
                  <a:lnTo>
                    <a:pt x="16015" y="15973"/>
                  </a:lnTo>
                  <a:lnTo>
                    <a:pt x="16058" y="16015"/>
                  </a:lnTo>
                  <a:lnTo>
                    <a:pt x="16058" y="16015"/>
                  </a:lnTo>
                  <a:lnTo>
                    <a:pt x="15909" y="15951"/>
                  </a:lnTo>
                  <a:lnTo>
                    <a:pt x="15973" y="15951"/>
                  </a:lnTo>
                  <a:lnTo>
                    <a:pt x="16015" y="15951"/>
                  </a:lnTo>
                  <a:lnTo>
                    <a:pt x="16015" y="15951"/>
                  </a:lnTo>
                  <a:lnTo>
                    <a:pt x="15973" y="15951"/>
                  </a:lnTo>
                  <a:cubicBezTo>
                    <a:pt x="16015" y="15951"/>
                    <a:pt x="16015" y="15951"/>
                    <a:pt x="16015" y="15951"/>
                  </a:cubicBezTo>
                  <a:cubicBezTo>
                    <a:pt x="16015" y="15909"/>
                    <a:pt x="16015" y="15909"/>
                    <a:pt x="16015" y="15909"/>
                  </a:cubicBez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58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7FB1E9AA-31EF-49F0-B724-DB955F40EA26}"/>
                </a:ext>
              </a:extLst>
            </p:cNvPr>
            <p:cNvSpPr/>
            <p:nvPr/>
          </p:nvSpPr>
          <p:spPr>
            <a:xfrm>
              <a:off x="6409956" y="4744501"/>
              <a:ext cx="31327" cy="31327"/>
            </a:xfrm>
            <a:custGeom>
              <a:avLst/>
              <a:gdLst>
                <a:gd name="connsiteX0" fmla="*/ 16036 w 21212"/>
                <a:gd name="connsiteY0" fmla="*/ 15930 h 21212"/>
                <a:gd name="connsiteX1" fmla="*/ 16079 w 21212"/>
                <a:gd name="connsiteY1" fmla="*/ 15930 h 21212"/>
                <a:gd name="connsiteX2" fmla="*/ 16079 w 21212"/>
                <a:gd name="connsiteY2" fmla="*/ 15930 h 21212"/>
                <a:gd name="connsiteX3" fmla="*/ 16185 w 21212"/>
                <a:gd name="connsiteY3" fmla="*/ 15930 h 21212"/>
                <a:gd name="connsiteX4" fmla="*/ 16079 w 21212"/>
                <a:gd name="connsiteY4" fmla="*/ 15930 h 21212"/>
                <a:gd name="connsiteX5" fmla="*/ 16036 w 21212"/>
                <a:gd name="connsiteY5" fmla="*/ 15930 h 21212"/>
                <a:gd name="connsiteX6" fmla="*/ 16036 w 21212"/>
                <a:gd name="connsiteY6" fmla="*/ 15973 h 21212"/>
                <a:gd name="connsiteX7" fmla="*/ 15994 w 21212"/>
                <a:gd name="connsiteY7" fmla="*/ 15973 h 21212"/>
                <a:gd name="connsiteX8" fmla="*/ 15994 w 21212"/>
                <a:gd name="connsiteY8" fmla="*/ 15973 h 21212"/>
                <a:gd name="connsiteX9" fmla="*/ 15951 w 21212"/>
                <a:gd name="connsiteY9" fmla="*/ 15973 h 21212"/>
                <a:gd name="connsiteX10" fmla="*/ 15909 w 21212"/>
                <a:gd name="connsiteY10" fmla="*/ 15930 h 21212"/>
                <a:gd name="connsiteX11" fmla="*/ 15909 w 21212"/>
                <a:gd name="connsiteY11" fmla="*/ 15930 h 21212"/>
                <a:gd name="connsiteX12" fmla="*/ 15909 w 21212"/>
                <a:gd name="connsiteY12" fmla="*/ 15930 h 21212"/>
                <a:gd name="connsiteX13" fmla="*/ 15951 w 21212"/>
                <a:gd name="connsiteY13" fmla="*/ 15909 h 21212"/>
                <a:gd name="connsiteX14" fmla="*/ 15951 w 21212"/>
                <a:gd name="connsiteY14" fmla="*/ 15909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6036 w 21212"/>
                <a:gd name="connsiteY17" fmla="*/ 15930 h 21212"/>
                <a:gd name="connsiteX18" fmla="*/ 16036 w 21212"/>
                <a:gd name="connsiteY18" fmla="*/ 15930 h 21212"/>
                <a:gd name="connsiteX19" fmla="*/ 16036 w 21212"/>
                <a:gd name="connsiteY19" fmla="*/ 15930 h 21212"/>
                <a:gd name="connsiteX20" fmla="*/ 15994 w 21212"/>
                <a:gd name="connsiteY20" fmla="*/ 15930 h 21212"/>
                <a:gd name="connsiteX21" fmla="*/ 15994 w 21212"/>
                <a:gd name="connsiteY21" fmla="*/ 15930 h 21212"/>
                <a:gd name="connsiteX22" fmla="*/ 15994 w 21212"/>
                <a:gd name="connsiteY22" fmla="*/ 15930 h 21212"/>
                <a:gd name="connsiteX23" fmla="*/ 15994 w 21212"/>
                <a:gd name="connsiteY23" fmla="*/ 15930 h 21212"/>
                <a:gd name="connsiteX24" fmla="*/ 16036 w 21212"/>
                <a:gd name="connsiteY24" fmla="*/ 15930 h 21212"/>
                <a:gd name="connsiteX25" fmla="*/ 15951 w 21212"/>
                <a:gd name="connsiteY25" fmla="*/ 15930 h 21212"/>
                <a:gd name="connsiteX26" fmla="*/ 15951 w 21212"/>
                <a:gd name="connsiteY26" fmla="*/ 15930 h 21212"/>
                <a:gd name="connsiteX27" fmla="*/ 15951 w 21212"/>
                <a:gd name="connsiteY27" fmla="*/ 15930 h 21212"/>
                <a:gd name="connsiteX28" fmla="*/ 15951 w 21212"/>
                <a:gd name="connsiteY28" fmla="*/ 15930 h 21212"/>
                <a:gd name="connsiteX29" fmla="*/ 15951 w 21212"/>
                <a:gd name="connsiteY29" fmla="*/ 15930 h 21212"/>
                <a:gd name="connsiteX30" fmla="*/ 15994 w 21212"/>
                <a:gd name="connsiteY30" fmla="*/ 15930 h 21212"/>
                <a:gd name="connsiteX31" fmla="*/ 15994 w 21212"/>
                <a:gd name="connsiteY31" fmla="*/ 15930 h 21212"/>
                <a:gd name="connsiteX32" fmla="*/ 15994 w 21212"/>
                <a:gd name="connsiteY32" fmla="*/ 15930 h 21212"/>
                <a:gd name="connsiteX33" fmla="*/ 15994 w 21212"/>
                <a:gd name="connsiteY33" fmla="*/ 15930 h 21212"/>
                <a:gd name="connsiteX34" fmla="*/ 15951 w 21212"/>
                <a:gd name="connsiteY3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212" h="21212">
                  <a:moveTo>
                    <a:pt x="16036" y="15930"/>
                  </a:moveTo>
                  <a:cubicBezTo>
                    <a:pt x="16036" y="15930"/>
                    <a:pt x="16036" y="15930"/>
                    <a:pt x="16079" y="15930"/>
                  </a:cubicBezTo>
                  <a:lnTo>
                    <a:pt x="16079" y="15930"/>
                  </a:lnTo>
                  <a:lnTo>
                    <a:pt x="16185" y="15930"/>
                  </a:lnTo>
                  <a:lnTo>
                    <a:pt x="16079" y="15930"/>
                  </a:lnTo>
                  <a:cubicBezTo>
                    <a:pt x="16079" y="15930"/>
                    <a:pt x="16079" y="15930"/>
                    <a:pt x="16036" y="15930"/>
                  </a:cubicBezTo>
                  <a:lnTo>
                    <a:pt x="16036" y="15973"/>
                  </a:lnTo>
                  <a:cubicBezTo>
                    <a:pt x="15994" y="15973"/>
                    <a:pt x="15994" y="15973"/>
                    <a:pt x="15994" y="15973"/>
                  </a:cubicBezTo>
                  <a:lnTo>
                    <a:pt x="15994" y="15973"/>
                  </a:lnTo>
                  <a:cubicBezTo>
                    <a:pt x="15951" y="15973"/>
                    <a:pt x="15951" y="15973"/>
                    <a:pt x="15951" y="15973"/>
                  </a:cubicBezTo>
                  <a:cubicBezTo>
                    <a:pt x="15909" y="15930"/>
                    <a:pt x="15909" y="15930"/>
                    <a:pt x="15909" y="15930"/>
                  </a:cubicBezTo>
                  <a:lnTo>
                    <a:pt x="15909" y="15930"/>
                  </a:lnTo>
                  <a:lnTo>
                    <a:pt x="15909" y="15930"/>
                  </a:lnTo>
                  <a:cubicBezTo>
                    <a:pt x="15909" y="15930"/>
                    <a:pt x="15909" y="15930"/>
                    <a:pt x="15951" y="15909"/>
                  </a:cubicBezTo>
                  <a:cubicBezTo>
                    <a:pt x="15951" y="15930"/>
                    <a:pt x="15951" y="15909"/>
                    <a:pt x="15951" y="15909"/>
                  </a:cubicBez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6036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6036" y="15930"/>
                    <a:pt x="16036" y="15930"/>
                    <a:pt x="16036" y="15930"/>
                  </a:cubicBezTo>
                  <a:close/>
                  <a:moveTo>
                    <a:pt x="15951" y="15930"/>
                  </a:moveTo>
                  <a:lnTo>
                    <a:pt x="15951" y="15930"/>
                  </a:lnTo>
                  <a:lnTo>
                    <a:pt x="15951" y="15930"/>
                  </a:lnTo>
                  <a:lnTo>
                    <a:pt x="15951" y="15930"/>
                  </a:lnTo>
                  <a:lnTo>
                    <a:pt x="15951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30"/>
                  </a:lnTo>
                  <a:cubicBezTo>
                    <a:pt x="15951" y="15930"/>
                    <a:pt x="15951" y="15930"/>
                    <a:pt x="15951" y="1593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C26B280D-A913-494F-B4EB-0F1C07830C74}"/>
                </a:ext>
              </a:extLst>
            </p:cNvPr>
            <p:cNvSpPr/>
            <p:nvPr/>
          </p:nvSpPr>
          <p:spPr>
            <a:xfrm>
              <a:off x="6410081" y="4744250"/>
              <a:ext cx="31327" cy="31327"/>
            </a:xfrm>
            <a:custGeom>
              <a:avLst/>
              <a:gdLst>
                <a:gd name="connsiteX0" fmla="*/ 16227 w 21212"/>
                <a:gd name="connsiteY0" fmla="*/ 15973 h 21212"/>
                <a:gd name="connsiteX1" fmla="*/ 16227 w 21212"/>
                <a:gd name="connsiteY1" fmla="*/ 16079 h 21212"/>
                <a:gd name="connsiteX2" fmla="*/ 16227 w 21212"/>
                <a:gd name="connsiteY2" fmla="*/ 16079 h 21212"/>
                <a:gd name="connsiteX3" fmla="*/ 16164 w 21212"/>
                <a:gd name="connsiteY3" fmla="*/ 16079 h 21212"/>
                <a:gd name="connsiteX4" fmla="*/ 16142 w 21212"/>
                <a:gd name="connsiteY4" fmla="*/ 16079 h 21212"/>
                <a:gd name="connsiteX5" fmla="*/ 16142 w 21212"/>
                <a:gd name="connsiteY5" fmla="*/ 16079 h 21212"/>
                <a:gd name="connsiteX6" fmla="*/ 16100 w 21212"/>
                <a:gd name="connsiteY6" fmla="*/ 16079 h 21212"/>
                <a:gd name="connsiteX7" fmla="*/ 15951 w 21212"/>
                <a:gd name="connsiteY7" fmla="*/ 15973 h 21212"/>
                <a:gd name="connsiteX8" fmla="*/ 15909 w 21212"/>
                <a:gd name="connsiteY8" fmla="*/ 16079 h 21212"/>
                <a:gd name="connsiteX9" fmla="*/ 15909 w 21212"/>
                <a:gd name="connsiteY9" fmla="*/ 15973 h 21212"/>
                <a:gd name="connsiteX10" fmla="*/ 15951 w 21212"/>
                <a:gd name="connsiteY10" fmla="*/ 15973 h 21212"/>
                <a:gd name="connsiteX11" fmla="*/ 15909 w 21212"/>
                <a:gd name="connsiteY11" fmla="*/ 15909 h 21212"/>
                <a:gd name="connsiteX12" fmla="*/ 15909 w 21212"/>
                <a:gd name="connsiteY12" fmla="*/ 15909 h 21212"/>
                <a:gd name="connsiteX13" fmla="*/ 15951 w 21212"/>
                <a:gd name="connsiteY13" fmla="*/ 15909 h 21212"/>
                <a:gd name="connsiteX14" fmla="*/ 16100 w 21212"/>
                <a:gd name="connsiteY14" fmla="*/ 15909 h 21212"/>
                <a:gd name="connsiteX15" fmla="*/ 16100 w 21212"/>
                <a:gd name="connsiteY15" fmla="*/ 15909 h 21212"/>
                <a:gd name="connsiteX16" fmla="*/ 15994 w 21212"/>
                <a:gd name="connsiteY16" fmla="*/ 15973 h 21212"/>
                <a:gd name="connsiteX17" fmla="*/ 16142 w 21212"/>
                <a:gd name="connsiteY17" fmla="*/ 16079 h 21212"/>
                <a:gd name="connsiteX18" fmla="*/ 16142 w 21212"/>
                <a:gd name="connsiteY18" fmla="*/ 16079 h 21212"/>
                <a:gd name="connsiteX19" fmla="*/ 16164 w 21212"/>
                <a:gd name="connsiteY19" fmla="*/ 16079 h 21212"/>
                <a:gd name="connsiteX20" fmla="*/ 16164 w 21212"/>
                <a:gd name="connsiteY20" fmla="*/ 16079 h 21212"/>
                <a:gd name="connsiteX21" fmla="*/ 16164 w 21212"/>
                <a:gd name="connsiteY21" fmla="*/ 16079 h 21212"/>
                <a:gd name="connsiteX22" fmla="*/ 16227 w 21212"/>
                <a:gd name="connsiteY22" fmla="*/ 15973 h 21212"/>
                <a:gd name="connsiteX23" fmla="*/ 16227 w 21212"/>
                <a:gd name="connsiteY23" fmla="*/ 15973 h 21212"/>
                <a:gd name="connsiteX24" fmla="*/ 16227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73"/>
                  </a:moveTo>
                  <a:cubicBezTo>
                    <a:pt x="16227" y="15973"/>
                    <a:pt x="16227" y="15973"/>
                    <a:pt x="16227" y="16079"/>
                  </a:cubicBezTo>
                  <a:lnTo>
                    <a:pt x="16227" y="16079"/>
                  </a:lnTo>
                  <a:lnTo>
                    <a:pt x="16164" y="16079"/>
                  </a:lnTo>
                  <a:cubicBezTo>
                    <a:pt x="16164" y="16079"/>
                    <a:pt x="16164" y="16079"/>
                    <a:pt x="16142" y="16079"/>
                  </a:cubicBezTo>
                  <a:lnTo>
                    <a:pt x="16142" y="16079"/>
                  </a:lnTo>
                  <a:cubicBezTo>
                    <a:pt x="16142" y="16079"/>
                    <a:pt x="16142" y="16079"/>
                    <a:pt x="16100" y="16079"/>
                  </a:cubicBezTo>
                  <a:lnTo>
                    <a:pt x="15951" y="15973"/>
                  </a:lnTo>
                  <a:lnTo>
                    <a:pt x="15909" y="16079"/>
                  </a:lnTo>
                  <a:lnTo>
                    <a:pt x="15909" y="15973"/>
                  </a:lnTo>
                  <a:lnTo>
                    <a:pt x="15951" y="15973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51" y="15909"/>
                  </a:lnTo>
                  <a:lnTo>
                    <a:pt x="16100" y="15909"/>
                  </a:lnTo>
                  <a:lnTo>
                    <a:pt x="16100" y="15909"/>
                  </a:lnTo>
                  <a:lnTo>
                    <a:pt x="15994" y="15973"/>
                  </a:lnTo>
                  <a:lnTo>
                    <a:pt x="16142" y="16079"/>
                  </a:lnTo>
                  <a:lnTo>
                    <a:pt x="16142" y="16079"/>
                  </a:lnTo>
                  <a:cubicBezTo>
                    <a:pt x="16142" y="16079"/>
                    <a:pt x="16142" y="16079"/>
                    <a:pt x="16164" y="16079"/>
                  </a:cubicBezTo>
                  <a:lnTo>
                    <a:pt x="16164" y="16079"/>
                  </a:lnTo>
                  <a:lnTo>
                    <a:pt x="16164" y="16079"/>
                  </a:lnTo>
                  <a:cubicBezTo>
                    <a:pt x="16227" y="15973"/>
                    <a:pt x="16227" y="15973"/>
                    <a:pt x="16227" y="15973"/>
                  </a:cubicBezTo>
                  <a:lnTo>
                    <a:pt x="16227" y="15973"/>
                  </a:lnTo>
                  <a:lnTo>
                    <a:pt x="16227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64DA5776-0BF4-46C8-912A-E02437865B66}"/>
                </a:ext>
              </a:extLst>
            </p:cNvPr>
            <p:cNvSpPr/>
            <p:nvPr/>
          </p:nvSpPr>
          <p:spPr>
            <a:xfrm>
              <a:off x="6410207" y="4744188"/>
              <a:ext cx="31327" cy="31327"/>
            </a:xfrm>
            <a:custGeom>
              <a:avLst/>
              <a:gdLst>
                <a:gd name="connsiteX0" fmla="*/ 16015 w 21212"/>
                <a:gd name="connsiteY0" fmla="*/ 15930 h 21212"/>
                <a:gd name="connsiteX1" fmla="*/ 15909 w 21212"/>
                <a:gd name="connsiteY1" fmla="*/ 15909 h 21212"/>
                <a:gd name="connsiteX2" fmla="*/ 16015 w 21212"/>
                <a:gd name="connsiteY2" fmla="*/ 15930 h 21212"/>
                <a:gd name="connsiteX3" fmla="*/ 16015 w 21212"/>
                <a:gd name="connsiteY3" fmla="*/ 15930 h 21212"/>
                <a:gd name="connsiteX4" fmla="*/ 16015 w 21212"/>
                <a:gd name="connsiteY4" fmla="*/ 15930 h 21212"/>
                <a:gd name="connsiteX5" fmla="*/ 16164 w 21212"/>
                <a:gd name="connsiteY5" fmla="*/ 16015 h 21212"/>
                <a:gd name="connsiteX6" fmla="*/ 16058 w 21212"/>
                <a:gd name="connsiteY6" fmla="*/ 15930 h 21212"/>
                <a:gd name="connsiteX7" fmla="*/ 16058 w 21212"/>
                <a:gd name="connsiteY7" fmla="*/ 15930 h 21212"/>
                <a:gd name="connsiteX8" fmla="*/ 16185 w 21212"/>
                <a:gd name="connsiteY8" fmla="*/ 15951 h 21212"/>
                <a:gd name="connsiteX9" fmla="*/ 16164 w 21212"/>
                <a:gd name="connsiteY9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6015" y="15930"/>
                  </a:moveTo>
                  <a:lnTo>
                    <a:pt x="15909" y="15909"/>
                  </a:lnTo>
                  <a:lnTo>
                    <a:pt x="16015" y="15930"/>
                  </a:lnTo>
                  <a:lnTo>
                    <a:pt x="16015" y="15930"/>
                  </a:lnTo>
                  <a:lnTo>
                    <a:pt x="16015" y="15930"/>
                  </a:lnTo>
                  <a:close/>
                  <a:moveTo>
                    <a:pt x="16164" y="16015"/>
                  </a:moveTo>
                  <a:lnTo>
                    <a:pt x="16058" y="15930"/>
                  </a:lnTo>
                  <a:lnTo>
                    <a:pt x="16058" y="15930"/>
                  </a:lnTo>
                  <a:lnTo>
                    <a:pt x="16185" y="15951"/>
                  </a:lnTo>
                  <a:lnTo>
                    <a:pt x="16164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5B472FD1-C867-42CA-85F5-9F5659FB0B51}"/>
                </a:ext>
              </a:extLst>
            </p:cNvPr>
            <p:cNvSpPr/>
            <p:nvPr/>
          </p:nvSpPr>
          <p:spPr>
            <a:xfrm>
              <a:off x="6410551" y="4744063"/>
              <a:ext cx="31327" cy="31327"/>
            </a:xfrm>
            <a:custGeom>
              <a:avLst/>
              <a:gdLst>
                <a:gd name="connsiteX0" fmla="*/ 16121 w 21212"/>
                <a:gd name="connsiteY0" fmla="*/ 16015 h 21212"/>
                <a:gd name="connsiteX1" fmla="*/ 16057 w 21212"/>
                <a:gd name="connsiteY1" fmla="*/ 16015 h 21212"/>
                <a:gd name="connsiteX2" fmla="*/ 16057 w 21212"/>
                <a:gd name="connsiteY2" fmla="*/ 16015 h 21212"/>
                <a:gd name="connsiteX3" fmla="*/ 15994 w 21212"/>
                <a:gd name="connsiteY3" fmla="*/ 16015 h 21212"/>
                <a:gd name="connsiteX4" fmla="*/ 15951 w 21212"/>
                <a:gd name="connsiteY4" fmla="*/ 16015 h 21212"/>
                <a:gd name="connsiteX5" fmla="*/ 15951 w 21212"/>
                <a:gd name="connsiteY5" fmla="*/ 16015 h 21212"/>
                <a:gd name="connsiteX6" fmla="*/ 15951 w 21212"/>
                <a:gd name="connsiteY6" fmla="*/ 16015 h 21212"/>
                <a:gd name="connsiteX7" fmla="*/ 15909 w 21212"/>
                <a:gd name="connsiteY7" fmla="*/ 15994 h 21212"/>
                <a:gd name="connsiteX8" fmla="*/ 15909 w 21212"/>
                <a:gd name="connsiteY8" fmla="*/ 15930 h 21212"/>
                <a:gd name="connsiteX9" fmla="*/ 15951 w 21212"/>
                <a:gd name="connsiteY9" fmla="*/ 16015 h 21212"/>
                <a:gd name="connsiteX10" fmla="*/ 15994 w 21212"/>
                <a:gd name="connsiteY10" fmla="*/ 16015 h 21212"/>
                <a:gd name="connsiteX11" fmla="*/ 16057 w 21212"/>
                <a:gd name="connsiteY11" fmla="*/ 16015 h 21212"/>
                <a:gd name="connsiteX12" fmla="*/ 16057 w 21212"/>
                <a:gd name="connsiteY12" fmla="*/ 15994 h 21212"/>
                <a:gd name="connsiteX13" fmla="*/ 16121 w 21212"/>
                <a:gd name="connsiteY13" fmla="*/ 16015 h 21212"/>
                <a:gd name="connsiteX14" fmla="*/ 16121 w 21212"/>
                <a:gd name="connsiteY14" fmla="*/ 15930 h 21212"/>
                <a:gd name="connsiteX15" fmla="*/ 16057 w 21212"/>
                <a:gd name="connsiteY15" fmla="*/ 15930 h 21212"/>
                <a:gd name="connsiteX16" fmla="*/ 15951 w 21212"/>
                <a:gd name="connsiteY16" fmla="*/ 15909 h 21212"/>
                <a:gd name="connsiteX17" fmla="*/ 15994 w 21212"/>
                <a:gd name="connsiteY17" fmla="*/ 15909 h 21212"/>
                <a:gd name="connsiteX18" fmla="*/ 16121 w 21212"/>
                <a:gd name="connsiteY18" fmla="*/ 15930 h 21212"/>
                <a:gd name="connsiteX19" fmla="*/ 16121 w 21212"/>
                <a:gd name="connsiteY19" fmla="*/ 15930 h 21212"/>
                <a:gd name="connsiteX20" fmla="*/ 16206 w 21212"/>
                <a:gd name="connsiteY20" fmla="*/ 15930 h 21212"/>
                <a:gd name="connsiteX21" fmla="*/ 16206 w 21212"/>
                <a:gd name="connsiteY21" fmla="*/ 15994 h 21212"/>
                <a:gd name="connsiteX22" fmla="*/ 16206 w 21212"/>
                <a:gd name="connsiteY22" fmla="*/ 15994 h 21212"/>
                <a:gd name="connsiteX23" fmla="*/ 16121 w 21212"/>
                <a:gd name="connsiteY23" fmla="*/ 16015 h 21212"/>
                <a:gd name="connsiteX24" fmla="*/ 16121 w 21212"/>
                <a:gd name="connsiteY2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21" y="16015"/>
                  </a:moveTo>
                  <a:lnTo>
                    <a:pt x="16057" y="16015"/>
                  </a:lnTo>
                  <a:lnTo>
                    <a:pt x="16057" y="16015"/>
                  </a:lnTo>
                  <a:cubicBezTo>
                    <a:pt x="16057" y="16036"/>
                    <a:pt x="15994" y="16036"/>
                    <a:pt x="15994" y="16015"/>
                  </a:cubicBezTo>
                  <a:lnTo>
                    <a:pt x="15951" y="16015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5909" y="15994"/>
                  </a:lnTo>
                  <a:lnTo>
                    <a:pt x="15909" y="15930"/>
                  </a:lnTo>
                  <a:lnTo>
                    <a:pt x="15951" y="16015"/>
                  </a:lnTo>
                  <a:cubicBezTo>
                    <a:pt x="15994" y="16015"/>
                    <a:pt x="15994" y="16015"/>
                    <a:pt x="15994" y="16015"/>
                  </a:cubicBezTo>
                  <a:cubicBezTo>
                    <a:pt x="15994" y="16015"/>
                    <a:pt x="15994" y="16015"/>
                    <a:pt x="16057" y="16015"/>
                  </a:cubicBezTo>
                  <a:cubicBezTo>
                    <a:pt x="16057" y="16015"/>
                    <a:pt x="16057" y="16015"/>
                    <a:pt x="16057" y="15994"/>
                  </a:cubicBezTo>
                  <a:lnTo>
                    <a:pt x="16121" y="16015"/>
                  </a:lnTo>
                  <a:cubicBezTo>
                    <a:pt x="16121" y="15994"/>
                    <a:pt x="16121" y="15994"/>
                    <a:pt x="16121" y="15930"/>
                  </a:cubicBezTo>
                  <a:lnTo>
                    <a:pt x="16057" y="15930"/>
                  </a:lnTo>
                  <a:lnTo>
                    <a:pt x="15951" y="15909"/>
                  </a:lnTo>
                  <a:lnTo>
                    <a:pt x="15994" y="15909"/>
                  </a:lnTo>
                  <a:lnTo>
                    <a:pt x="16121" y="15930"/>
                  </a:lnTo>
                  <a:lnTo>
                    <a:pt x="16121" y="15930"/>
                  </a:lnTo>
                  <a:lnTo>
                    <a:pt x="16206" y="15930"/>
                  </a:lnTo>
                  <a:cubicBezTo>
                    <a:pt x="16206" y="15930"/>
                    <a:pt x="16206" y="15930"/>
                    <a:pt x="16206" y="15994"/>
                  </a:cubicBezTo>
                  <a:lnTo>
                    <a:pt x="16206" y="15994"/>
                  </a:lnTo>
                  <a:lnTo>
                    <a:pt x="16121" y="16015"/>
                  </a:lnTo>
                  <a:lnTo>
                    <a:pt x="1612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B51F94BF-AD4F-446B-B285-1D963184F4E3}"/>
                </a:ext>
              </a:extLst>
            </p:cNvPr>
            <p:cNvSpPr/>
            <p:nvPr/>
          </p:nvSpPr>
          <p:spPr>
            <a:xfrm>
              <a:off x="6410770" y="4743843"/>
              <a:ext cx="31327" cy="31327"/>
            </a:xfrm>
            <a:custGeom>
              <a:avLst/>
              <a:gdLst>
                <a:gd name="connsiteX0" fmla="*/ 16227 w 21212"/>
                <a:gd name="connsiteY0" fmla="*/ 16015 h 21212"/>
                <a:gd name="connsiteX1" fmla="*/ 16227 w 21212"/>
                <a:gd name="connsiteY1" fmla="*/ 16015 h 21212"/>
                <a:gd name="connsiteX2" fmla="*/ 16100 w 21212"/>
                <a:gd name="connsiteY2" fmla="*/ 15994 h 21212"/>
                <a:gd name="connsiteX3" fmla="*/ 16100 w 21212"/>
                <a:gd name="connsiteY3" fmla="*/ 15994 h 21212"/>
                <a:gd name="connsiteX4" fmla="*/ 16058 w 21212"/>
                <a:gd name="connsiteY4" fmla="*/ 15994 h 21212"/>
                <a:gd name="connsiteX5" fmla="*/ 16058 w 21212"/>
                <a:gd name="connsiteY5" fmla="*/ 15994 h 21212"/>
                <a:gd name="connsiteX6" fmla="*/ 16058 w 21212"/>
                <a:gd name="connsiteY6" fmla="*/ 15994 h 21212"/>
                <a:gd name="connsiteX7" fmla="*/ 16058 w 21212"/>
                <a:gd name="connsiteY7" fmla="*/ 16015 h 21212"/>
                <a:gd name="connsiteX8" fmla="*/ 16058 w 21212"/>
                <a:gd name="connsiteY8" fmla="*/ 16015 h 21212"/>
                <a:gd name="connsiteX9" fmla="*/ 16100 w 21212"/>
                <a:gd name="connsiteY9" fmla="*/ 16079 h 21212"/>
                <a:gd name="connsiteX10" fmla="*/ 16100 w 21212"/>
                <a:gd name="connsiteY10" fmla="*/ 16100 h 21212"/>
                <a:gd name="connsiteX11" fmla="*/ 15909 w 21212"/>
                <a:gd name="connsiteY11" fmla="*/ 16015 h 21212"/>
                <a:gd name="connsiteX12" fmla="*/ 15973 w 21212"/>
                <a:gd name="connsiteY12" fmla="*/ 15994 h 21212"/>
                <a:gd name="connsiteX13" fmla="*/ 15973 w 21212"/>
                <a:gd name="connsiteY13" fmla="*/ 16015 h 21212"/>
                <a:gd name="connsiteX14" fmla="*/ 15973 w 21212"/>
                <a:gd name="connsiteY14" fmla="*/ 16015 h 21212"/>
                <a:gd name="connsiteX15" fmla="*/ 15973 w 21212"/>
                <a:gd name="connsiteY15" fmla="*/ 16015 h 21212"/>
                <a:gd name="connsiteX16" fmla="*/ 15973 w 21212"/>
                <a:gd name="connsiteY16" fmla="*/ 15994 h 21212"/>
                <a:gd name="connsiteX17" fmla="*/ 16058 w 21212"/>
                <a:gd name="connsiteY17" fmla="*/ 15994 h 21212"/>
                <a:gd name="connsiteX18" fmla="*/ 16058 w 21212"/>
                <a:gd name="connsiteY18" fmla="*/ 15994 h 21212"/>
                <a:gd name="connsiteX19" fmla="*/ 16058 w 21212"/>
                <a:gd name="connsiteY19" fmla="*/ 15930 h 21212"/>
                <a:gd name="connsiteX20" fmla="*/ 16100 w 21212"/>
                <a:gd name="connsiteY20" fmla="*/ 15994 h 21212"/>
                <a:gd name="connsiteX21" fmla="*/ 16100 w 21212"/>
                <a:gd name="connsiteY21" fmla="*/ 15994 h 21212"/>
                <a:gd name="connsiteX22" fmla="*/ 16100 w 21212"/>
                <a:gd name="connsiteY22" fmla="*/ 15930 h 21212"/>
                <a:gd name="connsiteX23" fmla="*/ 16142 w 21212"/>
                <a:gd name="connsiteY23" fmla="*/ 15909 h 21212"/>
                <a:gd name="connsiteX24" fmla="*/ 16142 w 21212"/>
                <a:gd name="connsiteY24" fmla="*/ 15909 h 21212"/>
                <a:gd name="connsiteX25" fmla="*/ 16206 w 21212"/>
                <a:gd name="connsiteY25" fmla="*/ 15909 h 21212"/>
                <a:gd name="connsiteX26" fmla="*/ 16227 w 21212"/>
                <a:gd name="connsiteY26" fmla="*/ 15909 h 21212"/>
                <a:gd name="connsiteX27" fmla="*/ 16227 w 21212"/>
                <a:gd name="connsiteY27" fmla="*/ 15909 h 21212"/>
                <a:gd name="connsiteX28" fmla="*/ 16376 w 21212"/>
                <a:gd name="connsiteY28" fmla="*/ 15930 h 21212"/>
                <a:gd name="connsiteX29" fmla="*/ 16312 w 21212"/>
                <a:gd name="connsiteY29" fmla="*/ 15994 h 21212"/>
                <a:gd name="connsiteX30" fmla="*/ 16227 w 21212"/>
                <a:gd name="connsiteY30" fmla="*/ 15930 h 21212"/>
                <a:gd name="connsiteX31" fmla="*/ 16206 w 21212"/>
                <a:gd name="connsiteY31" fmla="*/ 15930 h 21212"/>
                <a:gd name="connsiteX32" fmla="*/ 16206 w 21212"/>
                <a:gd name="connsiteY32" fmla="*/ 15930 h 21212"/>
                <a:gd name="connsiteX33" fmla="*/ 16142 w 21212"/>
                <a:gd name="connsiteY33" fmla="*/ 15930 h 21212"/>
                <a:gd name="connsiteX34" fmla="*/ 16142 w 21212"/>
                <a:gd name="connsiteY34" fmla="*/ 15930 h 21212"/>
                <a:gd name="connsiteX35" fmla="*/ 16142 w 21212"/>
                <a:gd name="connsiteY35" fmla="*/ 15930 h 21212"/>
                <a:gd name="connsiteX36" fmla="*/ 16142 w 21212"/>
                <a:gd name="connsiteY36" fmla="*/ 15994 h 21212"/>
                <a:gd name="connsiteX37" fmla="*/ 16227 w 21212"/>
                <a:gd name="connsiteY37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12" h="21212">
                  <a:moveTo>
                    <a:pt x="16227" y="16015"/>
                  </a:moveTo>
                  <a:lnTo>
                    <a:pt x="16227" y="16015"/>
                  </a:lnTo>
                  <a:lnTo>
                    <a:pt x="16100" y="15994"/>
                  </a:lnTo>
                  <a:lnTo>
                    <a:pt x="16100" y="15994"/>
                  </a:lnTo>
                  <a:lnTo>
                    <a:pt x="16058" y="15994"/>
                  </a:lnTo>
                  <a:lnTo>
                    <a:pt x="16058" y="15994"/>
                  </a:lnTo>
                  <a:lnTo>
                    <a:pt x="16058" y="15994"/>
                  </a:lnTo>
                  <a:cubicBezTo>
                    <a:pt x="16058" y="15994"/>
                    <a:pt x="16058" y="15994"/>
                    <a:pt x="16058" y="16015"/>
                  </a:cubicBezTo>
                  <a:lnTo>
                    <a:pt x="16058" y="16015"/>
                  </a:lnTo>
                  <a:lnTo>
                    <a:pt x="16100" y="16079"/>
                  </a:lnTo>
                  <a:lnTo>
                    <a:pt x="16100" y="16100"/>
                  </a:lnTo>
                  <a:lnTo>
                    <a:pt x="15909" y="16015"/>
                  </a:lnTo>
                  <a:lnTo>
                    <a:pt x="15973" y="15994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6015"/>
                  </a:lnTo>
                  <a:cubicBezTo>
                    <a:pt x="15973" y="15994"/>
                    <a:pt x="15973" y="15994"/>
                    <a:pt x="15973" y="15994"/>
                  </a:cubicBezTo>
                  <a:lnTo>
                    <a:pt x="16058" y="15994"/>
                  </a:lnTo>
                  <a:lnTo>
                    <a:pt x="16058" y="15994"/>
                  </a:lnTo>
                  <a:cubicBezTo>
                    <a:pt x="16058" y="15994"/>
                    <a:pt x="16058" y="15994"/>
                    <a:pt x="16058" y="15930"/>
                  </a:cubicBezTo>
                  <a:cubicBezTo>
                    <a:pt x="16058" y="15994"/>
                    <a:pt x="16100" y="15994"/>
                    <a:pt x="16100" y="15994"/>
                  </a:cubicBezTo>
                  <a:lnTo>
                    <a:pt x="16100" y="15994"/>
                  </a:lnTo>
                  <a:cubicBezTo>
                    <a:pt x="16100" y="15930"/>
                    <a:pt x="16100" y="15930"/>
                    <a:pt x="16100" y="15930"/>
                  </a:cubicBezTo>
                  <a:cubicBezTo>
                    <a:pt x="16100" y="15930"/>
                    <a:pt x="16100" y="15930"/>
                    <a:pt x="16142" y="15909"/>
                  </a:cubicBezTo>
                  <a:lnTo>
                    <a:pt x="16142" y="15909"/>
                  </a:lnTo>
                  <a:lnTo>
                    <a:pt x="16206" y="15909"/>
                  </a:lnTo>
                  <a:lnTo>
                    <a:pt x="16227" y="15909"/>
                  </a:lnTo>
                  <a:lnTo>
                    <a:pt x="16227" y="15909"/>
                  </a:lnTo>
                  <a:lnTo>
                    <a:pt x="16376" y="15930"/>
                  </a:lnTo>
                  <a:lnTo>
                    <a:pt x="16312" y="15994"/>
                  </a:lnTo>
                  <a:lnTo>
                    <a:pt x="16227" y="15930"/>
                  </a:lnTo>
                  <a:lnTo>
                    <a:pt x="16206" y="15930"/>
                  </a:lnTo>
                  <a:lnTo>
                    <a:pt x="16206" y="15930"/>
                  </a:lnTo>
                  <a:lnTo>
                    <a:pt x="16142" y="15930"/>
                  </a:lnTo>
                  <a:lnTo>
                    <a:pt x="16142" y="15930"/>
                  </a:lnTo>
                  <a:lnTo>
                    <a:pt x="16142" y="15930"/>
                  </a:lnTo>
                  <a:cubicBezTo>
                    <a:pt x="16142" y="15930"/>
                    <a:pt x="16142" y="15930"/>
                    <a:pt x="16142" y="15994"/>
                  </a:cubicBezTo>
                  <a:lnTo>
                    <a:pt x="16227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B3371304-84F4-4A94-879F-60220B4E7EC6}"/>
                </a:ext>
              </a:extLst>
            </p:cNvPr>
            <p:cNvSpPr/>
            <p:nvPr/>
          </p:nvSpPr>
          <p:spPr>
            <a:xfrm>
              <a:off x="6411334" y="4743529"/>
              <a:ext cx="31327" cy="31327"/>
            </a:xfrm>
            <a:custGeom>
              <a:avLst/>
              <a:gdLst>
                <a:gd name="connsiteX0" fmla="*/ 16057 w 21212"/>
                <a:gd name="connsiteY0" fmla="*/ 15909 h 21212"/>
                <a:gd name="connsiteX1" fmla="*/ 16057 w 21212"/>
                <a:gd name="connsiteY1" fmla="*/ 15909 h 21212"/>
                <a:gd name="connsiteX2" fmla="*/ 15994 w 21212"/>
                <a:gd name="connsiteY2" fmla="*/ 15930 h 21212"/>
                <a:gd name="connsiteX3" fmla="*/ 15994 w 21212"/>
                <a:gd name="connsiteY3" fmla="*/ 15930 h 21212"/>
                <a:gd name="connsiteX4" fmla="*/ 15994 w 21212"/>
                <a:gd name="connsiteY4" fmla="*/ 15930 h 21212"/>
                <a:gd name="connsiteX5" fmla="*/ 15994 w 21212"/>
                <a:gd name="connsiteY5" fmla="*/ 15994 h 21212"/>
                <a:gd name="connsiteX6" fmla="*/ 16121 w 21212"/>
                <a:gd name="connsiteY6" fmla="*/ 16058 h 21212"/>
                <a:gd name="connsiteX7" fmla="*/ 16057 w 21212"/>
                <a:gd name="connsiteY7" fmla="*/ 16121 h 21212"/>
                <a:gd name="connsiteX8" fmla="*/ 15909 w 21212"/>
                <a:gd name="connsiteY8" fmla="*/ 15930 h 21212"/>
                <a:gd name="connsiteX9" fmla="*/ 15973 w 21212"/>
                <a:gd name="connsiteY9" fmla="*/ 15930 h 21212"/>
                <a:gd name="connsiteX10" fmla="*/ 15994 w 21212"/>
                <a:gd name="connsiteY10" fmla="*/ 15930 h 21212"/>
                <a:gd name="connsiteX11" fmla="*/ 15994 w 21212"/>
                <a:gd name="connsiteY11" fmla="*/ 15930 h 21212"/>
                <a:gd name="connsiteX12" fmla="*/ 15973 w 21212"/>
                <a:gd name="connsiteY12" fmla="*/ 15930 h 21212"/>
                <a:gd name="connsiteX13" fmla="*/ 15994 w 21212"/>
                <a:gd name="connsiteY13" fmla="*/ 15930 h 21212"/>
                <a:gd name="connsiteX14" fmla="*/ 15994 w 21212"/>
                <a:gd name="connsiteY14" fmla="*/ 15930 h 21212"/>
                <a:gd name="connsiteX15" fmla="*/ 15994 w 21212"/>
                <a:gd name="connsiteY15" fmla="*/ 15909 h 21212"/>
                <a:gd name="connsiteX16" fmla="*/ 15994 w 21212"/>
                <a:gd name="connsiteY16" fmla="*/ 15909 h 21212"/>
                <a:gd name="connsiteX17" fmla="*/ 15994 w 21212"/>
                <a:gd name="connsiteY17" fmla="*/ 15909 h 21212"/>
                <a:gd name="connsiteX18" fmla="*/ 16057 w 21212"/>
                <a:gd name="connsiteY18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12" h="21212">
                  <a:moveTo>
                    <a:pt x="16057" y="15909"/>
                  </a:moveTo>
                  <a:lnTo>
                    <a:pt x="16057" y="15909"/>
                  </a:lnTo>
                  <a:cubicBezTo>
                    <a:pt x="16057" y="15930"/>
                    <a:pt x="15994" y="15930"/>
                    <a:pt x="15994" y="15930"/>
                  </a:cubicBezTo>
                  <a:lnTo>
                    <a:pt x="15994" y="15930"/>
                  </a:lnTo>
                  <a:lnTo>
                    <a:pt x="15994" y="15930"/>
                  </a:lnTo>
                  <a:cubicBezTo>
                    <a:pt x="15994" y="15930"/>
                    <a:pt x="15994" y="15930"/>
                    <a:pt x="15994" y="15994"/>
                  </a:cubicBezTo>
                  <a:lnTo>
                    <a:pt x="16121" y="16058"/>
                  </a:lnTo>
                  <a:lnTo>
                    <a:pt x="16057" y="16121"/>
                  </a:lnTo>
                  <a:lnTo>
                    <a:pt x="15909" y="15930"/>
                  </a:lnTo>
                  <a:lnTo>
                    <a:pt x="15973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73" y="15930"/>
                  </a:lnTo>
                  <a:lnTo>
                    <a:pt x="15994" y="15930"/>
                  </a:lnTo>
                  <a:lnTo>
                    <a:pt x="15994" y="15930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5994" y="15909"/>
                  </a:lnTo>
                  <a:lnTo>
                    <a:pt x="16057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AAFC3281-B8AC-436E-ABE2-AA104E0ED939}"/>
                </a:ext>
              </a:extLst>
            </p:cNvPr>
            <p:cNvSpPr/>
            <p:nvPr/>
          </p:nvSpPr>
          <p:spPr>
            <a:xfrm>
              <a:off x="6411459" y="4743467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73 w 21212"/>
                <a:gd name="connsiteY3" fmla="*/ 15909 h 21212"/>
                <a:gd name="connsiteX4" fmla="*/ 15909 w 21212"/>
                <a:gd name="connsiteY4" fmla="*/ 15909 h 21212"/>
                <a:gd name="connsiteX5" fmla="*/ 16100 w 21212"/>
                <a:gd name="connsiteY5" fmla="*/ 15973 h 21212"/>
                <a:gd name="connsiteX6" fmla="*/ 15973 w 21212"/>
                <a:gd name="connsiteY6" fmla="*/ 15951 h 21212"/>
                <a:gd name="connsiteX7" fmla="*/ 15973 w 21212"/>
                <a:gd name="connsiteY7" fmla="*/ 15909 h 21212"/>
                <a:gd name="connsiteX8" fmla="*/ 16164 w 21212"/>
                <a:gd name="connsiteY8" fmla="*/ 15973 h 21212"/>
                <a:gd name="connsiteX9" fmla="*/ 16100 w 21212"/>
                <a:gd name="connsiteY9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73" y="15909"/>
                  </a:lnTo>
                  <a:lnTo>
                    <a:pt x="15909" y="15909"/>
                  </a:lnTo>
                  <a:close/>
                  <a:moveTo>
                    <a:pt x="16100" y="15973"/>
                  </a:moveTo>
                  <a:lnTo>
                    <a:pt x="15973" y="15951"/>
                  </a:lnTo>
                  <a:lnTo>
                    <a:pt x="15973" y="15909"/>
                  </a:lnTo>
                  <a:lnTo>
                    <a:pt x="16164" y="15973"/>
                  </a:lnTo>
                  <a:lnTo>
                    <a:pt x="16100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38C38427-8ED6-4F05-81E3-B17EAA7261D4}"/>
                </a:ext>
              </a:extLst>
            </p:cNvPr>
            <p:cNvSpPr/>
            <p:nvPr/>
          </p:nvSpPr>
          <p:spPr>
            <a:xfrm>
              <a:off x="6411679" y="4743435"/>
              <a:ext cx="31327" cy="31327"/>
            </a:xfrm>
            <a:custGeom>
              <a:avLst/>
              <a:gdLst>
                <a:gd name="connsiteX0" fmla="*/ 15951 w 21212"/>
                <a:gd name="connsiteY0" fmla="*/ 15930 h 21212"/>
                <a:gd name="connsiteX1" fmla="*/ 15951 w 21212"/>
                <a:gd name="connsiteY1" fmla="*/ 15930 h 21212"/>
                <a:gd name="connsiteX2" fmla="*/ 15951 w 21212"/>
                <a:gd name="connsiteY2" fmla="*/ 15930 h 21212"/>
                <a:gd name="connsiteX3" fmla="*/ 16015 w 21212"/>
                <a:gd name="connsiteY3" fmla="*/ 15930 h 21212"/>
                <a:gd name="connsiteX4" fmla="*/ 16015 w 21212"/>
                <a:gd name="connsiteY4" fmla="*/ 15909 h 21212"/>
                <a:gd name="connsiteX5" fmla="*/ 16036 w 21212"/>
                <a:gd name="connsiteY5" fmla="*/ 15909 h 21212"/>
                <a:gd name="connsiteX6" fmla="*/ 16036 w 21212"/>
                <a:gd name="connsiteY6" fmla="*/ 15909 h 21212"/>
                <a:gd name="connsiteX7" fmla="*/ 16057 w 21212"/>
                <a:gd name="connsiteY7" fmla="*/ 15909 h 21212"/>
                <a:gd name="connsiteX8" fmla="*/ 16079 w 21212"/>
                <a:gd name="connsiteY8" fmla="*/ 15909 h 21212"/>
                <a:gd name="connsiteX9" fmla="*/ 16079 w 21212"/>
                <a:gd name="connsiteY9" fmla="*/ 15930 h 21212"/>
                <a:gd name="connsiteX10" fmla="*/ 16079 w 21212"/>
                <a:gd name="connsiteY10" fmla="*/ 15930 h 21212"/>
                <a:gd name="connsiteX11" fmla="*/ 16079 w 21212"/>
                <a:gd name="connsiteY11" fmla="*/ 15930 h 21212"/>
                <a:gd name="connsiteX12" fmla="*/ 16057 w 21212"/>
                <a:gd name="connsiteY12" fmla="*/ 15973 h 21212"/>
                <a:gd name="connsiteX13" fmla="*/ 16057 w 21212"/>
                <a:gd name="connsiteY13" fmla="*/ 15973 h 21212"/>
                <a:gd name="connsiteX14" fmla="*/ 16036 w 21212"/>
                <a:gd name="connsiteY14" fmla="*/ 15973 h 21212"/>
                <a:gd name="connsiteX15" fmla="*/ 16036 w 21212"/>
                <a:gd name="connsiteY15" fmla="*/ 15973 h 21212"/>
                <a:gd name="connsiteX16" fmla="*/ 16036 w 21212"/>
                <a:gd name="connsiteY16" fmla="*/ 15973 h 21212"/>
                <a:gd name="connsiteX17" fmla="*/ 16015 w 21212"/>
                <a:gd name="connsiteY17" fmla="*/ 15973 h 21212"/>
                <a:gd name="connsiteX18" fmla="*/ 16036 w 21212"/>
                <a:gd name="connsiteY18" fmla="*/ 15973 h 21212"/>
                <a:gd name="connsiteX19" fmla="*/ 16036 w 21212"/>
                <a:gd name="connsiteY19" fmla="*/ 15930 h 21212"/>
                <a:gd name="connsiteX20" fmla="*/ 16057 w 21212"/>
                <a:gd name="connsiteY20" fmla="*/ 15930 h 21212"/>
                <a:gd name="connsiteX21" fmla="*/ 16057 w 21212"/>
                <a:gd name="connsiteY21" fmla="*/ 15930 h 21212"/>
                <a:gd name="connsiteX22" fmla="*/ 16057 w 21212"/>
                <a:gd name="connsiteY22" fmla="*/ 15930 h 21212"/>
                <a:gd name="connsiteX23" fmla="*/ 16057 w 21212"/>
                <a:gd name="connsiteY23" fmla="*/ 15930 h 21212"/>
                <a:gd name="connsiteX24" fmla="*/ 16036 w 21212"/>
                <a:gd name="connsiteY24" fmla="*/ 15930 h 21212"/>
                <a:gd name="connsiteX25" fmla="*/ 16036 w 21212"/>
                <a:gd name="connsiteY25" fmla="*/ 15930 h 21212"/>
                <a:gd name="connsiteX26" fmla="*/ 16036 w 21212"/>
                <a:gd name="connsiteY26" fmla="*/ 15930 h 21212"/>
                <a:gd name="connsiteX27" fmla="*/ 16015 w 21212"/>
                <a:gd name="connsiteY27" fmla="*/ 15930 h 21212"/>
                <a:gd name="connsiteX28" fmla="*/ 16015 w 21212"/>
                <a:gd name="connsiteY28" fmla="*/ 15930 h 21212"/>
                <a:gd name="connsiteX29" fmla="*/ 15951 w 21212"/>
                <a:gd name="connsiteY29" fmla="*/ 15930 h 21212"/>
                <a:gd name="connsiteX30" fmla="*/ 15951 w 21212"/>
                <a:gd name="connsiteY30" fmla="*/ 15930 h 21212"/>
                <a:gd name="connsiteX31" fmla="*/ 15909 w 21212"/>
                <a:gd name="connsiteY31" fmla="*/ 15930 h 21212"/>
                <a:gd name="connsiteX32" fmla="*/ 15909 w 21212"/>
                <a:gd name="connsiteY32" fmla="*/ 15930 h 21212"/>
                <a:gd name="connsiteX33" fmla="*/ 15909 w 21212"/>
                <a:gd name="connsiteY33" fmla="*/ 15930 h 21212"/>
                <a:gd name="connsiteX34" fmla="*/ 15909 w 21212"/>
                <a:gd name="connsiteY34" fmla="*/ 15909 h 21212"/>
                <a:gd name="connsiteX35" fmla="*/ 15951 w 21212"/>
                <a:gd name="connsiteY35" fmla="*/ 15930 h 21212"/>
                <a:gd name="connsiteX36" fmla="*/ 15951 w 21212"/>
                <a:gd name="connsiteY36" fmla="*/ 15930 h 21212"/>
                <a:gd name="connsiteX37" fmla="*/ 16015 w 21212"/>
                <a:gd name="connsiteY37" fmla="*/ 15909 h 21212"/>
                <a:gd name="connsiteX38" fmla="*/ 16015 w 21212"/>
                <a:gd name="connsiteY38" fmla="*/ 15909 h 21212"/>
                <a:gd name="connsiteX39" fmla="*/ 16015 w 21212"/>
                <a:gd name="connsiteY39" fmla="*/ 15909 h 21212"/>
                <a:gd name="connsiteX40" fmla="*/ 15951 w 21212"/>
                <a:gd name="connsiteY40" fmla="*/ 15930 h 21212"/>
                <a:gd name="connsiteX41" fmla="*/ 15951 w 21212"/>
                <a:gd name="connsiteY41" fmla="*/ 15930 h 21212"/>
                <a:gd name="connsiteX42" fmla="*/ 15951 w 21212"/>
                <a:gd name="connsiteY42" fmla="*/ 15930 h 21212"/>
                <a:gd name="connsiteX43" fmla="*/ 15951 w 21212"/>
                <a:gd name="connsiteY43" fmla="*/ 15930 h 21212"/>
                <a:gd name="connsiteX44" fmla="*/ 15951 w 21212"/>
                <a:gd name="connsiteY44" fmla="*/ 159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5930"/>
                  </a:moveTo>
                  <a:lnTo>
                    <a:pt x="15951" y="15930"/>
                  </a:lnTo>
                  <a:lnTo>
                    <a:pt x="15951" y="15930"/>
                  </a:lnTo>
                  <a:cubicBezTo>
                    <a:pt x="16015" y="15930"/>
                    <a:pt x="16015" y="15930"/>
                    <a:pt x="16015" y="15930"/>
                  </a:cubicBezTo>
                  <a:cubicBezTo>
                    <a:pt x="16015" y="15930"/>
                    <a:pt x="16015" y="15930"/>
                    <a:pt x="16015" y="15909"/>
                  </a:cubicBezTo>
                  <a:lnTo>
                    <a:pt x="16036" y="15909"/>
                  </a:lnTo>
                  <a:lnTo>
                    <a:pt x="16036" y="15909"/>
                  </a:lnTo>
                  <a:lnTo>
                    <a:pt x="16057" y="15909"/>
                  </a:lnTo>
                  <a:cubicBezTo>
                    <a:pt x="16057" y="15909"/>
                    <a:pt x="16057" y="15909"/>
                    <a:pt x="16079" y="15909"/>
                  </a:cubicBezTo>
                  <a:lnTo>
                    <a:pt x="16079" y="15930"/>
                  </a:lnTo>
                  <a:lnTo>
                    <a:pt x="16079" y="15930"/>
                  </a:lnTo>
                  <a:lnTo>
                    <a:pt x="16079" y="15930"/>
                  </a:lnTo>
                  <a:cubicBezTo>
                    <a:pt x="16079" y="15930"/>
                    <a:pt x="16057" y="15930"/>
                    <a:pt x="16057" y="15973"/>
                  </a:cubicBezTo>
                  <a:lnTo>
                    <a:pt x="16057" y="15973"/>
                  </a:lnTo>
                  <a:cubicBezTo>
                    <a:pt x="16036" y="15973"/>
                    <a:pt x="16036" y="15973"/>
                    <a:pt x="16036" y="15973"/>
                  </a:cubicBezTo>
                  <a:lnTo>
                    <a:pt x="16036" y="15973"/>
                  </a:lnTo>
                  <a:lnTo>
                    <a:pt x="16036" y="15973"/>
                  </a:lnTo>
                  <a:lnTo>
                    <a:pt x="16015" y="15973"/>
                  </a:lnTo>
                  <a:lnTo>
                    <a:pt x="16036" y="15973"/>
                  </a:lnTo>
                  <a:cubicBezTo>
                    <a:pt x="16036" y="15973"/>
                    <a:pt x="16036" y="15973"/>
                    <a:pt x="16036" y="15930"/>
                  </a:cubicBez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lnTo>
                    <a:pt x="16057" y="15930"/>
                  </a:lnTo>
                  <a:cubicBezTo>
                    <a:pt x="16057" y="15930"/>
                    <a:pt x="16057" y="15930"/>
                    <a:pt x="16036" y="15930"/>
                  </a:cubicBezTo>
                  <a:lnTo>
                    <a:pt x="16036" y="15930"/>
                  </a:lnTo>
                  <a:lnTo>
                    <a:pt x="16036" y="15930"/>
                  </a:lnTo>
                  <a:cubicBezTo>
                    <a:pt x="16036" y="15930"/>
                    <a:pt x="16036" y="15930"/>
                    <a:pt x="16015" y="15930"/>
                  </a:cubicBezTo>
                  <a:lnTo>
                    <a:pt x="16015" y="15930"/>
                  </a:lnTo>
                  <a:cubicBezTo>
                    <a:pt x="16015" y="15930"/>
                    <a:pt x="16015" y="15930"/>
                    <a:pt x="15951" y="15930"/>
                  </a:cubicBezTo>
                  <a:lnTo>
                    <a:pt x="15951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30"/>
                  </a:lnTo>
                  <a:lnTo>
                    <a:pt x="15909" y="15909"/>
                  </a:lnTo>
                  <a:cubicBezTo>
                    <a:pt x="15909" y="15909"/>
                    <a:pt x="15909" y="15909"/>
                    <a:pt x="15951" y="15930"/>
                  </a:cubicBezTo>
                  <a:lnTo>
                    <a:pt x="15951" y="15930"/>
                  </a:lnTo>
                  <a:lnTo>
                    <a:pt x="16015" y="15909"/>
                  </a:lnTo>
                  <a:lnTo>
                    <a:pt x="16015" y="15909"/>
                  </a:lnTo>
                  <a:lnTo>
                    <a:pt x="16015" y="15909"/>
                  </a:lnTo>
                  <a:cubicBezTo>
                    <a:pt x="15951" y="15909"/>
                    <a:pt x="15951" y="15909"/>
                    <a:pt x="15951" y="15930"/>
                  </a:cubicBezTo>
                  <a:lnTo>
                    <a:pt x="15951" y="15930"/>
                  </a:lnTo>
                  <a:cubicBezTo>
                    <a:pt x="15951" y="15909"/>
                    <a:pt x="15951" y="15909"/>
                    <a:pt x="15951" y="15930"/>
                  </a:cubicBezTo>
                  <a:lnTo>
                    <a:pt x="15951" y="15930"/>
                  </a:lnTo>
                  <a:lnTo>
                    <a:pt x="15951" y="1593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0B10C7DA-A4FD-4870-94B2-85FD43723E14}"/>
                </a:ext>
              </a:extLst>
            </p:cNvPr>
            <p:cNvSpPr/>
            <p:nvPr/>
          </p:nvSpPr>
          <p:spPr>
            <a:xfrm>
              <a:off x="6411867" y="4743153"/>
              <a:ext cx="31327" cy="31327"/>
            </a:xfrm>
            <a:custGeom>
              <a:avLst/>
              <a:gdLst>
                <a:gd name="connsiteX0" fmla="*/ 16142 w 21212"/>
                <a:gd name="connsiteY0" fmla="*/ 16058 h 21212"/>
                <a:gd name="connsiteX1" fmla="*/ 16142 w 21212"/>
                <a:gd name="connsiteY1" fmla="*/ 16100 h 21212"/>
                <a:gd name="connsiteX2" fmla="*/ 16121 w 21212"/>
                <a:gd name="connsiteY2" fmla="*/ 16100 h 21212"/>
                <a:gd name="connsiteX3" fmla="*/ 16036 w 21212"/>
                <a:gd name="connsiteY3" fmla="*/ 16100 h 21212"/>
                <a:gd name="connsiteX4" fmla="*/ 16036 w 21212"/>
                <a:gd name="connsiteY4" fmla="*/ 16100 h 21212"/>
                <a:gd name="connsiteX5" fmla="*/ 16036 w 21212"/>
                <a:gd name="connsiteY5" fmla="*/ 16100 h 21212"/>
                <a:gd name="connsiteX6" fmla="*/ 15951 w 21212"/>
                <a:gd name="connsiteY6" fmla="*/ 16100 h 21212"/>
                <a:gd name="connsiteX7" fmla="*/ 15909 w 21212"/>
                <a:gd name="connsiteY7" fmla="*/ 15973 h 21212"/>
                <a:gd name="connsiteX8" fmla="*/ 15930 w 21212"/>
                <a:gd name="connsiteY8" fmla="*/ 15973 h 21212"/>
                <a:gd name="connsiteX9" fmla="*/ 16036 w 21212"/>
                <a:gd name="connsiteY9" fmla="*/ 16058 h 21212"/>
                <a:gd name="connsiteX10" fmla="*/ 16036 w 21212"/>
                <a:gd name="connsiteY10" fmla="*/ 16100 h 21212"/>
                <a:gd name="connsiteX11" fmla="*/ 16121 w 21212"/>
                <a:gd name="connsiteY11" fmla="*/ 16100 h 21212"/>
                <a:gd name="connsiteX12" fmla="*/ 16142 w 21212"/>
                <a:gd name="connsiteY12" fmla="*/ 16058 h 21212"/>
                <a:gd name="connsiteX13" fmla="*/ 16142 w 21212"/>
                <a:gd name="connsiteY13" fmla="*/ 15973 h 21212"/>
                <a:gd name="connsiteX14" fmla="*/ 16142 w 21212"/>
                <a:gd name="connsiteY14" fmla="*/ 15973 h 21212"/>
                <a:gd name="connsiteX15" fmla="*/ 16142 w 21212"/>
                <a:gd name="connsiteY15" fmla="*/ 15973 h 21212"/>
                <a:gd name="connsiteX16" fmla="*/ 16036 w 21212"/>
                <a:gd name="connsiteY16" fmla="*/ 15952 h 21212"/>
                <a:gd name="connsiteX17" fmla="*/ 16036 w 21212"/>
                <a:gd name="connsiteY17" fmla="*/ 15909 h 21212"/>
                <a:gd name="connsiteX18" fmla="*/ 16142 w 21212"/>
                <a:gd name="connsiteY18" fmla="*/ 15952 h 21212"/>
                <a:gd name="connsiteX19" fmla="*/ 16185 w 21212"/>
                <a:gd name="connsiteY19" fmla="*/ 15973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185 w 21212"/>
                <a:gd name="connsiteY23" fmla="*/ 16058 h 21212"/>
                <a:gd name="connsiteX24" fmla="*/ 16142 w 21212"/>
                <a:gd name="connsiteY2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42" y="16058"/>
                  </a:moveTo>
                  <a:cubicBezTo>
                    <a:pt x="16142" y="16100"/>
                    <a:pt x="16142" y="16100"/>
                    <a:pt x="16142" y="16100"/>
                  </a:cubicBezTo>
                  <a:lnTo>
                    <a:pt x="16121" y="16100"/>
                  </a:lnTo>
                  <a:lnTo>
                    <a:pt x="16036" y="16100"/>
                  </a:lnTo>
                  <a:lnTo>
                    <a:pt x="16036" y="16100"/>
                  </a:lnTo>
                  <a:lnTo>
                    <a:pt x="16036" y="16100"/>
                  </a:lnTo>
                  <a:lnTo>
                    <a:pt x="15951" y="16100"/>
                  </a:lnTo>
                  <a:lnTo>
                    <a:pt x="15909" y="15973"/>
                  </a:lnTo>
                  <a:lnTo>
                    <a:pt x="15930" y="15973"/>
                  </a:lnTo>
                  <a:lnTo>
                    <a:pt x="16036" y="16058"/>
                  </a:lnTo>
                  <a:cubicBezTo>
                    <a:pt x="16036" y="16100"/>
                    <a:pt x="16036" y="16100"/>
                    <a:pt x="16036" y="16100"/>
                  </a:cubicBezTo>
                  <a:lnTo>
                    <a:pt x="16121" y="16100"/>
                  </a:lnTo>
                  <a:cubicBezTo>
                    <a:pt x="16121" y="16058"/>
                    <a:pt x="16142" y="16058"/>
                    <a:pt x="16142" y="16058"/>
                  </a:cubicBezTo>
                  <a:cubicBezTo>
                    <a:pt x="16142" y="15973"/>
                    <a:pt x="16142" y="15973"/>
                    <a:pt x="16142" y="15973"/>
                  </a:cubicBezTo>
                  <a:lnTo>
                    <a:pt x="16142" y="15973"/>
                  </a:lnTo>
                  <a:lnTo>
                    <a:pt x="16142" y="15973"/>
                  </a:lnTo>
                  <a:lnTo>
                    <a:pt x="16036" y="15952"/>
                  </a:lnTo>
                  <a:lnTo>
                    <a:pt x="16036" y="15909"/>
                  </a:lnTo>
                  <a:lnTo>
                    <a:pt x="16142" y="15952"/>
                  </a:lnTo>
                  <a:cubicBezTo>
                    <a:pt x="16185" y="15973"/>
                    <a:pt x="16185" y="15973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lnTo>
                    <a:pt x="16185" y="15973"/>
                  </a:lnTo>
                  <a:cubicBezTo>
                    <a:pt x="16185" y="15973"/>
                    <a:pt x="16185" y="15973"/>
                    <a:pt x="16185" y="16058"/>
                  </a:cubicBezTo>
                  <a:cubicBezTo>
                    <a:pt x="16185" y="16058"/>
                    <a:pt x="16185" y="16058"/>
                    <a:pt x="16142" y="160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92822A42-0BA6-433D-B812-1787FE9212F5}"/>
                </a:ext>
              </a:extLst>
            </p:cNvPr>
            <p:cNvSpPr/>
            <p:nvPr/>
          </p:nvSpPr>
          <p:spPr>
            <a:xfrm>
              <a:off x="6412211" y="4742996"/>
              <a:ext cx="31327" cy="31327"/>
            </a:xfrm>
            <a:custGeom>
              <a:avLst/>
              <a:gdLst>
                <a:gd name="connsiteX0" fmla="*/ 15951 w 21212"/>
                <a:gd name="connsiteY0" fmla="*/ 16015 h 21212"/>
                <a:gd name="connsiteX1" fmla="*/ 15951 w 21212"/>
                <a:gd name="connsiteY1" fmla="*/ 16015 h 21212"/>
                <a:gd name="connsiteX2" fmla="*/ 15994 w 21212"/>
                <a:gd name="connsiteY2" fmla="*/ 16015 h 21212"/>
                <a:gd name="connsiteX3" fmla="*/ 15994 w 21212"/>
                <a:gd name="connsiteY3" fmla="*/ 16015 h 21212"/>
                <a:gd name="connsiteX4" fmla="*/ 15994 w 21212"/>
                <a:gd name="connsiteY4" fmla="*/ 16015 h 21212"/>
                <a:gd name="connsiteX5" fmla="*/ 16015 w 21212"/>
                <a:gd name="connsiteY5" fmla="*/ 15951 h 21212"/>
                <a:gd name="connsiteX6" fmla="*/ 16079 w 21212"/>
                <a:gd name="connsiteY6" fmla="*/ 15951 h 21212"/>
                <a:gd name="connsiteX7" fmla="*/ 16079 w 21212"/>
                <a:gd name="connsiteY7" fmla="*/ 15951 h 21212"/>
                <a:gd name="connsiteX8" fmla="*/ 16121 w 21212"/>
                <a:gd name="connsiteY8" fmla="*/ 15951 h 21212"/>
                <a:gd name="connsiteX9" fmla="*/ 16121 w 21212"/>
                <a:gd name="connsiteY9" fmla="*/ 16015 h 21212"/>
                <a:gd name="connsiteX10" fmla="*/ 16121 w 21212"/>
                <a:gd name="connsiteY10" fmla="*/ 16015 h 21212"/>
                <a:gd name="connsiteX11" fmla="*/ 16121 w 21212"/>
                <a:gd name="connsiteY11" fmla="*/ 16015 h 21212"/>
                <a:gd name="connsiteX12" fmla="*/ 16079 w 21212"/>
                <a:gd name="connsiteY12" fmla="*/ 16058 h 21212"/>
                <a:gd name="connsiteX13" fmla="*/ 16079 w 21212"/>
                <a:gd name="connsiteY13" fmla="*/ 16058 h 21212"/>
                <a:gd name="connsiteX14" fmla="*/ 16015 w 21212"/>
                <a:gd name="connsiteY14" fmla="*/ 16058 h 21212"/>
                <a:gd name="connsiteX15" fmla="*/ 16015 w 21212"/>
                <a:gd name="connsiteY15" fmla="*/ 16058 h 21212"/>
                <a:gd name="connsiteX16" fmla="*/ 16015 w 21212"/>
                <a:gd name="connsiteY16" fmla="*/ 16079 h 21212"/>
                <a:gd name="connsiteX17" fmla="*/ 15994 w 21212"/>
                <a:gd name="connsiteY17" fmla="*/ 16058 h 21212"/>
                <a:gd name="connsiteX18" fmla="*/ 16015 w 21212"/>
                <a:gd name="connsiteY18" fmla="*/ 16058 h 21212"/>
                <a:gd name="connsiteX19" fmla="*/ 16079 w 21212"/>
                <a:gd name="connsiteY19" fmla="*/ 16015 h 21212"/>
                <a:gd name="connsiteX20" fmla="*/ 16079 w 21212"/>
                <a:gd name="connsiteY20" fmla="*/ 16015 h 21212"/>
                <a:gd name="connsiteX21" fmla="*/ 16079 w 21212"/>
                <a:gd name="connsiteY21" fmla="*/ 16015 h 21212"/>
                <a:gd name="connsiteX22" fmla="*/ 16079 w 21212"/>
                <a:gd name="connsiteY22" fmla="*/ 16015 h 21212"/>
                <a:gd name="connsiteX23" fmla="*/ 16079 w 21212"/>
                <a:gd name="connsiteY23" fmla="*/ 16015 h 21212"/>
                <a:gd name="connsiteX24" fmla="*/ 16079 w 21212"/>
                <a:gd name="connsiteY24" fmla="*/ 16015 h 21212"/>
                <a:gd name="connsiteX25" fmla="*/ 16015 w 21212"/>
                <a:gd name="connsiteY25" fmla="*/ 16015 h 21212"/>
                <a:gd name="connsiteX26" fmla="*/ 16015 w 21212"/>
                <a:gd name="connsiteY26" fmla="*/ 16015 h 21212"/>
                <a:gd name="connsiteX27" fmla="*/ 16015 w 21212"/>
                <a:gd name="connsiteY27" fmla="*/ 16015 h 21212"/>
                <a:gd name="connsiteX28" fmla="*/ 15994 w 21212"/>
                <a:gd name="connsiteY28" fmla="*/ 16015 h 21212"/>
                <a:gd name="connsiteX29" fmla="*/ 15994 w 21212"/>
                <a:gd name="connsiteY29" fmla="*/ 16015 h 21212"/>
                <a:gd name="connsiteX30" fmla="*/ 15951 w 21212"/>
                <a:gd name="connsiteY30" fmla="*/ 16015 h 21212"/>
                <a:gd name="connsiteX31" fmla="*/ 15909 w 21212"/>
                <a:gd name="connsiteY31" fmla="*/ 16015 h 21212"/>
                <a:gd name="connsiteX32" fmla="*/ 15909 w 21212"/>
                <a:gd name="connsiteY32" fmla="*/ 16015 h 21212"/>
                <a:gd name="connsiteX33" fmla="*/ 15909 w 21212"/>
                <a:gd name="connsiteY33" fmla="*/ 16015 h 21212"/>
                <a:gd name="connsiteX34" fmla="*/ 15909 w 21212"/>
                <a:gd name="connsiteY34" fmla="*/ 15951 h 21212"/>
                <a:gd name="connsiteX35" fmla="*/ 15951 w 21212"/>
                <a:gd name="connsiteY35" fmla="*/ 15951 h 21212"/>
                <a:gd name="connsiteX36" fmla="*/ 15951 w 21212"/>
                <a:gd name="connsiteY36" fmla="*/ 15909 h 21212"/>
                <a:gd name="connsiteX37" fmla="*/ 15994 w 21212"/>
                <a:gd name="connsiteY37" fmla="*/ 15909 h 21212"/>
                <a:gd name="connsiteX38" fmla="*/ 15994 w 21212"/>
                <a:gd name="connsiteY38" fmla="*/ 15909 h 21212"/>
                <a:gd name="connsiteX39" fmla="*/ 15994 w 21212"/>
                <a:gd name="connsiteY39" fmla="*/ 15951 h 21212"/>
                <a:gd name="connsiteX40" fmla="*/ 15951 w 21212"/>
                <a:gd name="connsiteY40" fmla="*/ 15951 h 21212"/>
                <a:gd name="connsiteX41" fmla="*/ 15951 w 21212"/>
                <a:gd name="connsiteY41" fmla="*/ 15951 h 21212"/>
                <a:gd name="connsiteX42" fmla="*/ 15951 w 21212"/>
                <a:gd name="connsiteY42" fmla="*/ 16015 h 21212"/>
                <a:gd name="connsiteX43" fmla="*/ 15951 w 21212"/>
                <a:gd name="connsiteY43" fmla="*/ 16015 h 21212"/>
                <a:gd name="connsiteX44" fmla="*/ 15951 w 21212"/>
                <a:gd name="connsiteY44" fmla="*/ 160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1" y="16015"/>
                  </a:moveTo>
                  <a:lnTo>
                    <a:pt x="15951" y="16015"/>
                  </a:lnTo>
                  <a:cubicBezTo>
                    <a:pt x="15951" y="16015"/>
                    <a:pt x="15951" y="16015"/>
                    <a:pt x="15994" y="16015"/>
                  </a:cubicBezTo>
                  <a:lnTo>
                    <a:pt x="15994" y="16015"/>
                  </a:lnTo>
                  <a:lnTo>
                    <a:pt x="15994" y="16015"/>
                  </a:lnTo>
                  <a:lnTo>
                    <a:pt x="16015" y="15951"/>
                  </a:lnTo>
                  <a:cubicBezTo>
                    <a:pt x="16015" y="15951"/>
                    <a:pt x="16015" y="15951"/>
                    <a:pt x="16079" y="15951"/>
                  </a:cubicBezTo>
                  <a:lnTo>
                    <a:pt x="16079" y="15951"/>
                  </a:lnTo>
                  <a:cubicBezTo>
                    <a:pt x="16079" y="15951"/>
                    <a:pt x="16079" y="15951"/>
                    <a:pt x="16121" y="15951"/>
                  </a:cubicBez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lnTo>
                    <a:pt x="16121" y="16015"/>
                  </a:lnTo>
                  <a:cubicBezTo>
                    <a:pt x="16121" y="16015"/>
                    <a:pt x="16079" y="16015"/>
                    <a:pt x="16079" y="16058"/>
                  </a:cubicBezTo>
                  <a:lnTo>
                    <a:pt x="16079" y="16058"/>
                  </a:lnTo>
                  <a:lnTo>
                    <a:pt x="16015" y="16058"/>
                  </a:lnTo>
                  <a:lnTo>
                    <a:pt x="16015" y="16058"/>
                  </a:lnTo>
                  <a:lnTo>
                    <a:pt x="16015" y="16079"/>
                  </a:lnTo>
                  <a:lnTo>
                    <a:pt x="15994" y="16058"/>
                  </a:lnTo>
                  <a:lnTo>
                    <a:pt x="16015" y="16058"/>
                  </a:lnTo>
                  <a:cubicBezTo>
                    <a:pt x="16015" y="16058"/>
                    <a:pt x="16015" y="16058"/>
                    <a:pt x="16079" y="16015"/>
                  </a:cubicBez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lnTo>
                    <a:pt x="16079" y="16015"/>
                  </a:lnTo>
                  <a:cubicBezTo>
                    <a:pt x="16079" y="16015"/>
                    <a:pt x="16079" y="16015"/>
                    <a:pt x="16015" y="16015"/>
                  </a:cubicBezTo>
                  <a:lnTo>
                    <a:pt x="16015" y="16015"/>
                  </a:lnTo>
                  <a:lnTo>
                    <a:pt x="16015" y="16015"/>
                  </a:lnTo>
                  <a:lnTo>
                    <a:pt x="15994" y="16015"/>
                  </a:lnTo>
                  <a:lnTo>
                    <a:pt x="15994" y="16015"/>
                  </a:lnTo>
                  <a:lnTo>
                    <a:pt x="15951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6015"/>
                  </a:lnTo>
                  <a:lnTo>
                    <a:pt x="15909" y="15951"/>
                  </a:lnTo>
                  <a:cubicBezTo>
                    <a:pt x="15909" y="15951"/>
                    <a:pt x="15909" y="15951"/>
                    <a:pt x="15951" y="15951"/>
                  </a:cubicBezTo>
                  <a:lnTo>
                    <a:pt x="15951" y="15909"/>
                  </a:lnTo>
                  <a:cubicBezTo>
                    <a:pt x="15994" y="15909"/>
                    <a:pt x="15994" y="15909"/>
                    <a:pt x="15994" y="15909"/>
                  </a:cubicBezTo>
                  <a:lnTo>
                    <a:pt x="15994" y="15909"/>
                  </a:lnTo>
                  <a:cubicBezTo>
                    <a:pt x="15994" y="15909"/>
                    <a:pt x="15994" y="15909"/>
                    <a:pt x="15994" y="15951"/>
                  </a:cubicBezTo>
                  <a:lnTo>
                    <a:pt x="15951" y="15951"/>
                  </a:lnTo>
                  <a:lnTo>
                    <a:pt x="15951" y="15951"/>
                  </a:lnTo>
                  <a:lnTo>
                    <a:pt x="15951" y="16015"/>
                  </a:lnTo>
                  <a:lnTo>
                    <a:pt x="15951" y="16015"/>
                  </a:lnTo>
                  <a:lnTo>
                    <a:pt x="15951" y="1601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31148D37-A9DB-44A3-9AD7-91322663D927}"/>
                </a:ext>
              </a:extLst>
            </p:cNvPr>
            <p:cNvSpPr/>
            <p:nvPr/>
          </p:nvSpPr>
          <p:spPr>
            <a:xfrm>
              <a:off x="6412493" y="4742840"/>
              <a:ext cx="31327" cy="31327"/>
            </a:xfrm>
            <a:custGeom>
              <a:avLst/>
              <a:gdLst>
                <a:gd name="connsiteX0" fmla="*/ 15952 w 21212"/>
                <a:gd name="connsiteY0" fmla="*/ 15951 h 21212"/>
                <a:gd name="connsiteX1" fmla="*/ 15952 w 21212"/>
                <a:gd name="connsiteY1" fmla="*/ 15951 h 21212"/>
                <a:gd name="connsiteX2" fmla="*/ 15994 w 21212"/>
                <a:gd name="connsiteY2" fmla="*/ 15951 h 21212"/>
                <a:gd name="connsiteX3" fmla="*/ 15994 w 21212"/>
                <a:gd name="connsiteY3" fmla="*/ 15951 h 21212"/>
                <a:gd name="connsiteX4" fmla="*/ 16058 w 21212"/>
                <a:gd name="connsiteY4" fmla="*/ 15909 h 21212"/>
                <a:gd name="connsiteX5" fmla="*/ 16058 w 21212"/>
                <a:gd name="connsiteY5" fmla="*/ 15909 h 21212"/>
                <a:gd name="connsiteX6" fmla="*/ 16121 w 21212"/>
                <a:gd name="connsiteY6" fmla="*/ 15909 h 21212"/>
                <a:gd name="connsiteX7" fmla="*/ 16121 w 21212"/>
                <a:gd name="connsiteY7" fmla="*/ 15909 h 21212"/>
                <a:gd name="connsiteX8" fmla="*/ 16164 w 21212"/>
                <a:gd name="connsiteY8" fmla="*/ 15909 h 21212"/>
                <a:gd name="connsiteX9" fmla="*/ 16164 w 21212"/>
                <a:gd name="connsiteY9" fmla="*/ 15951 h 21212"/>
                <a:gd name="connsiteX10" fmla="*/ 16164 w 21212"/>
                <a:gd name="connsiteY10" fmla="*/ 15951 h 21212"/>
                <a:gd name="connsiteX11" fmla="*/ 16164 w 21212"/>
                <a:gd name="connsiteY11" fmla="*/ 15951 h 21212"/>
                <a:gd name="connsiteX12" fmla="*/ 16164 w 21212"/>
                <a:gd name="connsiteY12" fmla="*/ 16015 h 21212"/>
                <a:gd name="connsiteX13" fmla="*/ 16121 w 21212"/>
                <a:gd name="connsiteY13" fmla="*/ 16015 h 21212"/>
                <a:gd name="connsiteX14" fmla="*/ 16121 w 21212"/>
                <a:gd name="connsiteY14" fmla="*/ 16015 h 21212"/>
                <a:gd name="connsiteX15" fmla="*/ 16058 w 21212"/>
                <a:gd name="connsiteY15" fmla="*/ 16015 h 21212"/>
                <a:gd name="connsiteX16" fmla="*/ 16058 w 21212"/>
                <a:gd name="connsiteY16" fmla="*/ 16015 h 21212"/>
                <a:gd name="connsiteX17" fmla="*/ 16058 w 21212"/>
                <a:gd name="connsiteY17" fmla="*/ 16015 h 21212"/>
                <a:gd name="connsiteX18" fmla="*/ 16058 w 21212"/>
                <a:gd name="connsiteY18" fmla="*/ 16015 h 21212"/>
                <a:gd name="connsiteX19" fmla="*/ 16121 w 21212"/>
                <a:gd name="connsiteY19" fmla="*/ 15951 h 21212"/>
                <a:gd name="connsiteX20" fmla="*/ 16121 w 21212"/>
                <a:gd name="connsiteY20" fmla="*/ 15951 h 21212"/>
                <a:gd name="connsiteX21" fmla="*/ 16164 w 21212"/>
                <a:gd name="connsiteY21" fmla="*/ 15951 h 21212"/>
                <a:gd name="connsiteX22" fmla="*/ 16164 w 21212"/>
                <a:gd name="connsiteY22" fmla="*/ 15951 h 21212"/>
                <a:gd name="connsiteX23" fmla="*/ 16121 w 21212"/>
                <a:gd name="connsiteY23" fmla="*/ 15951 h 21212"/>
                <a:gd name="connsiteX24" fmla="*/ 16121 w 21212"/>
                <a:gd name="connsiteY24" fmla="*/ 15951 h 21212"/>
                <a:gd name="connsiteX25" fmla="*/ 16121 w 21212"/>
                <a:gd name="connsiteY25" fmla="*/ 15951 h 21212"/>
                <a:gd name="connsiteX26" fmla="*/ 16058 w 21212"/>
                <a:gd name="connsiteY26" fmla="*/ 15951 h 21212"/>
                <a:gd name="connsiteX27" fmla="*/ 16058 w 21212"/>
                <a:gd name="connsiteY27" fmla="*/ 15951 h 21212"/>
                <a:gd name="connsiteX28" fmla="*/ 15994 w 21212"/>
                <a:gd name="connsiteY28" fmla="*/ 15951 h 21212"/>
                <a:gd name="connsiteX29" fmla="*/ 15994 w 21212"/>
                <a:gd name="connsiteY29" fmla="*/ 15951 h 21212"/>
                <a:gd name="connsiteX30" fmla="*/ 15952 w 21212"/>
                <a:gd name="connsiteY30" fmla="*/ 15951 h 21212"/>
                <a:gd name="connsiteX31" fmla="*/ 15952 w 21212"/>
                <a:gd name="connsiteY31" fmla="*/ 15951 h 21212"/>
                <a:gd name="connsiteX32" fmla="*/ 15909 w 21212"/>
                <a:gd name="connsiteY32" fmla="*/ 15951 h 21212"/>
                <a:gd name="connsiteX33" fmla="*/ 15909 w 21212"/>
                <a:gd name="connsiteY33" fmla="*/ 15951 h 21212"/>
                <a:gd name="connsiteX34" fmla="*/ 15909 w 21212"/>
                <a:gd name="connsiteY34" fmla="*/ 15909 h 21212"/>
                <a:gd name="connsiteX35" fmla="*/ 15952 w 21212"/>
                <a:gd name="connsiteY35" fmla="*/ 15909 h 21212"/>
                <a:gd name="connsiteX36" fmla="*/ 15994 w 21212"/>
                <a:gd name="connsiteY36" fmla="*/ 15909 h 21212"/>
                <a:gd name="connsiteX37" fmla="*/ 15994 w 21212"/>
                <a:gd name="connsiteY37" fmla="*/ 15909 h 21212"/>
                <a:gd name="connsiteX38" fmla="*/ 16058 w 21212"/>
                <a:gd name="connsiteY38" fmla="*/ 15909 h 21212"/>
                <a:gd name="connsiteX39" fmla="*/ 15994 w 21212"/>
                <a:gd name="connsiteY39" fmla="*/ 15909 h 21212"/>
                <a:gd name="connsiteX40" fmla="*/ 15994 w 21212"/>
                <a:gd name="connsiteY40" fmla="*/ 15909 h 21212"/>
                <a:gd name="connsiteX41" fmla="*/ 15952 w 21212"/>
                <a:gd name="connsiteY41" fmla="*/ 15909 h 21212"/>
                <a:gd name="connsiteX42" fmla="*/ 15952 w 21212"/>
                <a:gd name="connsiteY42" fmla="*/ 15909 h 21212"/>
                <a:gd name="connsiteX43" fmla="*/ 15952 w 21212"/>
                <a:gd name="connsiteY43" fmla="*/ 15951 h 21212"/>
                <a:gd name="connsiteX44" fmla="*/ 15952 w 21212"/>
                <a:gd name="connsiteY4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52" y="15951"/>
                  </a:moveTo>
                  <a:lnTo>
                    <a:pt x="15952" y="15951"/>
                  </a:lnTo>
                  <a:lnTo>
                    <a:pt x="15994" y="15951"/>
                  </a:lnTo>
                  <a:lnTo>
                    <a:pt x="15994" y="15951"/>
                  </a:lnTo>
                  <a:cubicBezTo>
                    <a:pt x="15994" y="15951"/>
                    <a:pt x="15994" y="15909"/>
                    <a:pt x="16058" y="15909"/>
                  </a:cubicBezTo>
                  <a:lnTo>
                    <a:pt x="16058" y="15909"/>
                  </a:lnTo>
                  <a:lnTo>
                    <a:pt x="16121" y="15909"/>
                  </a:lnTo>
                  <a:lnTo>
                    <a:pt x="16121" y="15909"/>
                  </a:lnTo>
                  <a:cubicBezTo>
                    <a:pt x="16164" y="15909"/>
                    <a:pt x="16164" y="15909"/>
                    <a:pt x="16164" y="15909"/>
                  </a:cubicBezTo>
                  <a:cubicBezTo>
                    <a:pt x="16164" y="15909"/>
                    <a:pt x="16164" y="15909"/>
                    <a:pt x="16164" y="15951"/>
                  </a:cubicBezTo>
                  <a:lnTo>
                    <a:pt x="16164" y="15951"/>
                  </a:lnTo>
                  <a:lnTo>
                    <a:pt x="16164" y="15951"/>
                  </a:lnTo>
                  <a:cubicBezTo>
                    <a:pt x="16164" y="16015"/>
                    <a:pt x="16164" y="16015"/>
                    <a:pt x="16164" y="16015"/>
                  </a:cubicBezTo>
                  <a:cubicBezTo>
                    <a:pt x="16121" y="16015"/>
                    <a:pt x="16121" y="16015"/>
                    <a:pt x="16121" y="16015"/>
                  </a:cubicBezTo>
                  <a:lnTo>
                    <a:pt x="16121" y="16015"/>
                  </a:lnTo>
                  <a:cubicBezTo>
                    <a:pt x="16058" y="16015"/>
                    <a:pt x="16058" y="16015"/>
                    <a:pt x="16058" y="16015"/>
                  </a:cubicBezTo>
                  <a:lnTo>
                    <a:pt x="16058" y="16015"/>
                  </a:lnTo>
                  <a:lnTo>
                    <a:pt x="16058" y="16015"/>
                  </a:lnTo>
                  <a:lnTo>
                    <a:pt x="16058" y="16015"/>
                  </a:lnTo>
                  <a:cubicBezTo>
                    <a:pt x="16121" y="16015"/>
                    <a:pt x="16121" y="16015"/>
                    <a:pt x="16121" y="15951"/>
                  </a:cubicBezTo>
                  <a:lnTo>
                    <a:pt x="16121" y="15951"/>
                  </a:lnTo>
                  <a:lnTo>
                    <a:pt x="16164" y="15951"/>
                  </a:lnTo>
                  <a:lnTo>
                    <a:pt x="16164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121" y="15951"/>
                  </a:lnTo>
                  <a:lnTo>
                    <a:pt x="16058" y="15951"/>
                  </a:lnTo>
                  <a:lnTo>
                    <a:pt x="16058" y="15951"/>
                  </a:lnTo>
                  <a:lnTo>
                    <a:pt x="15994" y="15951"/>
                  </a:lnTo>
                  <a:lnTo>
                    <a:pt x="15994" y="15951"/>
                  </a:lnTo>
                  <a:lnTo>
                    <a:pt x="15952" y="15951"/>
                  </a:lnTo>
                  <a:lnTo>
                    <a:pt x="15952" y="15951"/>
                  </a:lnTo>
                  <a:lnTo>
                    <a:pt x="15909" y="15951"/>
                  </a:lnTo>
                  <a:lnTo>
                    <a:pt x="15909" y="15951"/>
                  </a:lnTo>
                  <a:cubicBezTo>
                    <a:pt x="15909" y="15909"/>
                    <a:pt x="15909" y="15909"/>
                    <a:pt x="15909" y="15909"/>
                  </a:cubicBezTo>
                  <a:cubicBezTo>
                    <a:pt x="15952" y="15909"/>
                    <a:pt x="15952" y="15909"/>
                    <a:pt x="15952" y="15909"/>
                  </a:cubicBezTo>
                  <a:lnTo>
                    <a:pt x="15994" y="15909"/>
                  </a:lnTo>
                  <a:lnTo>
                    <a:pt x="15994" y="15909"/>
                  </a:lnTo>
                  <a:lnTo>
                    <a:pt x="16058" y="15909"/>
                  </a:lnTo>
                  <a:lnTo>
                    <a:pt x="15994" y="15909"/>
                  </a:lnTo>
                  <a:lnTo>
                    <a:pt x="15994" y="15909"/>
                  </a:lnTo>
                  <a:cubicBezTo>
                    <a:pt x="15952" y="15909"/>
                    <a:pt x="15952" y="15909"/>
                    <a:pt x="15952" y="15909"/>
                  </a:cubicBezTo>
                  <a:lnTo>
                    <a:pt x="15952" y="15909"/>
                  </a:lnTo>
                  <a:lnTo>
                    <a:pt x="15952" y="15951"/>
                  </a:lnTo>
                  <a:lnTo>
                    <a:pt x="15952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96A169ED-9D51-4252-B98B-1C783D1096F4}"/>
                </a:ext>
              </a:extLst>
            </p:cNvPr>
            <p:cNvSpPr/>
            <p:nvPr/>
          </p:nvSpPr>
          <p:spPr>
            <a:xfrm>
              <a:off x="6412713" y="4742747"/>
              <a:ext cx="31327" cy="31327"/>
            </a:xfrm>
            <a:custGeom>
              <a:avLst/>
              <a:gdLst>
                <a:gd name="connsiteX0" fmla="*/ 16164 w 21212"/>
                <a:gd name="connsiteY0" fmla="*/ 15973 h 21212"/>
                <a:gd name="connsiteX1" fmla="*/ 16164 w 21212"/>
                <a:gd name="connsiteY1" fmla="*/ 15973 h 21212"/>
                <a:gd name="connsiteX2" fmla="*/ 16079 w 21212"/>
                <a:gd name="connsiteY2" fmla="*/ 15973 h 21212"/>
                <a:gd name="connsiteX3" fmla="*/ 16079 w 21212"/>
                <a:gd name="connsiteY3" fmla="*/ 15973 h 21212"/>
                <a:gd name="connsiteX4" fmla="*/ 16079 w 21212"/>
                <a:gd name="connsiteY4" fmla="*/ 15973 h 21212"/>
                <a:gd name="connsiteX5" fmla="*/ 16057 w 21212"/>
                <a:gd name="connsiteY5" fmla="*/ 15973 h 21212"/>
                <a:gd name="connsiteX6" fmla="*/ 16057 w 21212"/>
                <a:gd name="connsiteY6" fmla="*/ 15973 h 21212"/>
                <a:gd name="connsiteX7" fmla="*/ 15909 w 21212"/>
                <a:gd name="connsiteY7" fmla="*/ 15973 h 21212"/>
                <a:gd name="connsiteX8" fmla="*/ 15973 w 21212"/>
                <a:gd name="connsiteY8" fmla="*/ 15973 h 21212"/>
                <a:gd name="connsiteX9" fmla="*/ 16057 w 21212"/>
                <a:gd name="connsiteY9" fmla="*/ 15973 h 21212"/>
                <a:gd name="connsiteX10" fmla="*/ 16079 w 21212"/>
                <a:gd name="connsiteY10" fmla="*/ 15973 h 21212"/>
                <a:gd name="connsiteX11" fmla="*/ 16079 w 21212"/>
                <a:gd name="connsiteY11" fmla="*/ 15973 h 21212"/>
                <a:gd name="connsiteX12" fmla="*/ 16164 w 21212"/>
                <a:gd name="connsiteY12" fmla="*/ 15973 h 21212"/>
                <a:gd name="connsiteX13" fmla="*/ 16164 w 21212"/>
                <a:gd name="connsiteY13" fmla="*/ 15973 h 21212"/>
                <a:gd name="connsiteX14" fmla="*/ 16164 w 21212"/>
                <a:gd name="connsiteY14" fmla="*/ 15973 h 21212"/>
                <a:gd name="connsiteX15" fmla="*/ 16164 w 21212"/>
                <a:gd name="connsiteY15" fmla="*/ 15973 h 21212"/>
                <a:gd name="connsiteX16" fmla="*/ 16057 w 21212"/>
                <a:gd name="connsiteY16" fmla="*/ 15909 h 21212"/>
                <a:gd name="connsiteX17" fmla="*/ 16079 w 21212"/>
                <a:gd name="connsiteY17" fmla="*/ 15909 h 21212"/>
                <a:gd name="connsiteX18" fmla="*/ 16164 w 21212"/>
                <a:gd name="connsiteY18" fmla="*/ 15909 h 21212"/>
                <a:gd name="connsiteX19" fmla="*/ 16164 w 21212"/>
                <a:gd name="connsiteY19" fmla="*/ 15909 h 21212"/>
                <a:gd name="connsiteX20" fmla="*/ 16206 w 21212"/>
                <a:gd name="connsiteY20" fmla="*/ 15909 h 21212"/>
                <a:gd name="connsiteX21" fmla="*/ 16206 w 21212"/>
                <a:gd name="connsiteY21" fmla="*/ 15973 h 21212"/>
                <a:gd name="connsiteX22" fmla="*/ 16206 w 21212"/>
                <a:gd name="connsiteY22" fmla="*/ 15973 h 21212"/>
                <a:gd name="connsiteX23" fmla="*/ 16164 w 21212"/>
                <a:gd name="connsiteY23" fmla="*/ 15973 h 21212"/>
                <a:gd name="connsiteX24" fmla="*/ 16164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164" y="15973"/>
                  </a:moveTo>
                  <a:lnTo>
                    <a:pt x="16164" y="15973"/>
                  </a:lnTo>
                  <a:cubicBezTo>
                    <a:pt x="16142" y="15973"/>
                    <a:pt x="16142" y="15973"/>
                    <a:pt x="16079" y="15973"/>
                  </a:cubicBezTo>
                  <a:lnTo>
                    <a:pt x="16079" y="15973"/>
                  </a:lnTo>
                  <a:lnTo>
                    <a:pt x="16079" y="15973"/>
                  </a:lnTo>
                  <a:cubicBezTo>
                    <a:pt x="16057" y="15973"/>
                    <a:pt x="16057" y="15973"/>
                    <a:pt x="16057" y="15973"/>
                  </a:cubicBezTo>
                  <a:lnTo>
                    <a:pt x="16057" y="15973"/>
                  </a:lnTo>
                  <a:lnTo>
                    <a:pt x="15909" y="15973"/>
                  </a:lnTo>
                  <a:lnTo>
                    <a:pt x="15973" y="15973"/>
                  </a:lnTo>
                  <a:lnTo>
                    <a:pt x="16057" y="15973"/>
                  </a:lnTo>
                  <a:cubicBezTo>
                    <a:pt x="16079" y="15973"/>
                    <a:pt x="16079" y="15973"/>
                    <a:pt x="16079" y="15973"/>
                  </a:cubicBezTo>
                  <a:lnTo>
                    <a:pt x="16079" y="15973"/>
                  </a:lnTo>
                  <a:cubicBezTo>
                    <a:pt x="16142" y="15973"/>
                    <a:pt x="16142" y="15973"/>
                    <a:pt x="16164" y="15973"/>
                  </a:cubicBezTo>
                  <a:cubicBezTo>
                    <a:pt x="16164" y="15973"/>
                    <a:pt x="16164" y="15973"/>
                    <a:pt x="16164" y="15973"/>
                  </a:cubicBezTo>
                  <a:lnTo>
                    <a:pt x="16164" y="15973"/>
                  </a:lnTo>
                  <a:cubicBezTo>
                    <a:pt x="16164" y="15973"/>
                    <a:pt x="16164" y="15973"/>
                    <a:pt x="16164" y="15973"/>
                  </a:cubicBezTo>
                  <a:lnTo>
                    <a:pt x="16057" y="15909"/>
                  </a:lnTo>
                  <a:lnTo>
                    <a:pt x="16079" y="15909"/>
                  </a:lnTo>
                  <a:lnTo>
                    <a:pt x="16164" y="15909"/>
                  </a:lnTo>
                  <a:lnTo>
                    <a:pt x="16164" y="15909"/>
                  </a:lnTo>
                  <a:lnTo>
                    <a:pt x="16206" y="15909"/>
                  </a:lnTo>
                  <a:cubicBezTo>
                    <a:pt x="16206" y="15973"/>
                    <a:pt x="16206" y="15973"/>
                    <a:pt x="16206" y="15973"/>
                  </a:cubicBezTo>
                  <a:lnTo>
                    <a:pt x="16206" y="15973"/>
                  </a:lnTo>
                  <a:lnTo>
                    <a:pt x="16164" y="15973"/>
                  </a:lnTo>
                  <a:lnTo>
                    <a:pt x="16164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85CDB2CE-5173-49B6-BA5E-1D5E340AA4FA}"/>
                </a:ext>
              </a:extLst>
            </p:cNvPr>
            <p:cNvSpPr/>
            <p:nvPr/>
          </p:nvSpPr>
          <p:spPr>
            <a:xfrm>
              <a:off x="6413057" y="4742652"/>
              <a:ext cx="31327" cy="31327"/>
            </a:xfrm>
            <a:custGeom>
              <a:avLst/>
              <a:gdLst>
                <a:gd name="connsiteX0" fmla="*/ 15930 w 21212"/>
                <a:gd name="connsiteY0" fmla="*/ 15994 h 21212"/>
                <a:gd name="connsiteX1" fmla="*/ 15973 w 21212"/>
                <a:gd name="connsiteY1" fmla="*/ 15994 h 21212"/>
                <a:gd name="connsiteX2" fmla="*/ 15973 w 21212"/>
                <a:gd name="connsiteY2" fmla="*/ 15994 h 21212"/>
                <a:gd name="connsiteX3" fmla="*/ 15973 w 21212"/>
                <a:gd name="connsiteY3" fmla="*/ 15909 h 21212"/>
                <a:gd name="connsiteX4" fmla="*/ 15973 w 21212"/>
                <a:gd name="connsiteY4" fmla="*/ 15909 h 21212"/>
                <a:gd name="connsiteX5" fmla="*/ 15973 w 21212"/>
                <a:gd name="connsiteY5" fmla="*/ 15909 h 21212"/>
                <a:gd name="connsiteX6" fmla="*/ 16015 w 21212"/>
                <a:gd name="connsiteY6" fmla="*/ 15909 h 21212"/>
                <a:gd name="connsiteX7" fmla="*/ 16057 w 21212"/>
                <a:gd name="connsiteY7" fmla="*/ 15909 h 21212"/>
                <a:gd name="connsiteX8" fmla="*/ 16057 w 21212"/>
                <a:gd name="connsiteY8" fmla="*/ 15909 h 21212"/>
                <a:gd name="connsiteX9" fmla="*/ 16142 w 21212"/>
                <a:gd name="connsiteY9" fmla="*/ 15909 h 21212"/>
                <a:gd name="connsiteX10" fmla="*/ 16142 w 21212"/>
                <a:gd name="connsiteY10" fmla="*/ 15994 h 21212"/>
                <a:gd name="connsiteX11" fmla="*/ 16057 w 21212"/>
                <a:gd name="connsiteY11" fmla="*/ 15994 h 21212"/>
                <a:gd name="connsiteX12" fmla="*/ 16057 w 21212"/>
                <a:gd name="connsiteY12" fmla="*/ 15994 h 21212"/>
                <a:gd name="connsiteX13" fmla="*/ 16015 w 21212"/>
                <a:gd name="connsiteY13" fmla="*/ 15994 h 21212"/>
                <a:gd name="connsiteX14" fmla="*/ 16015 w 21212"/>
                <a:gd name="connsiteY14" fmla="*/ 15994 h 21212"/>
                <a:gd name="connsiteX15" fmla="*/ 15973 w 21212"/>
                <a:gd name="connsiteY15" fmla="*/ 15994 h 21212"/>
                <a:gd name="connsiteX16" fmla="*/ 15973 w 21212"/>
                <a:gd name="connsiteY16" fmla="*/ 15994 h 21212"/>
                <a:gd name="connsiteX17" fmla="*/ 15973 w 21212"/>
                <a:gd name="connsiteY17" fmla="*/ 15994 h 21212"/>
                <a:gd name="connsiteX18" fmla="*/ 16015 w 21212"/>
                <a:gd name="connsiteY18" fmla="*/ 15994 h 21212"/>
                <a:gd name="connsiteX19" fmla="*/ 16015 w 21212"/>
                <a:gd name="connsiteY19" fmla="*/ 15994 h 21212"/>
                <a:gd name="connsiteX20" fmla="*/ 16015 w 21212"/>
                <a:gd name="connsiteY20" fmla="*/ 15994 h 21212"/>
                <a:gd name="connsiteX21" fmla="*/ 16057 w 21212"/>
                <a:gd name="connsiteY21" fmla="*/ 15994 h 21212"/>
                <a:gd name="connsiteX22" fmla="*/ 16057 w 21212"/>
                <a:gd name="connsiteY22" fmla="*/ 15994 h 21212"/>
                <a:gd name="connsiteX23" fmla="*/ 16015 w 21212"/>
                <a:gd name="connsiteY23" fmla="*/ 15994 h 21212"/>
                <a:gd name="connsiteX24" fmla="*/ 16015 w 21212"/>
                <a:gd name="connsiteY24" fmla="*/ 15909 h 21212"/>
                <a:gd name="connsiteX25" fmla="*/ 16015 w 21212"/>
                <a:gd name="connsiteY25" fmla="*/ 15909 h 21212"/>
                <a:gd name="connsiteX26" fmla="*/ 16015 w 21212"/>
                <a:gd name="connsiteY26" fmla="*/ 15994 h 21212"/>
                <a:gd name="connsiteX27" fmla="*/ 15973 w 21212"/>
                <a:gd name="connsiteY27" fmla="*/ 15994 h 21212"/>
                <a:gd name="connsiteX28" fmla="*/ 15973 w 21212"/>
                <a:gd name="connsiteY28" fmla="*/ 15994 h 21212"/>
                <a:gd name="connsiteX29" fmla="*/ 15973 w 21212"/>
                <a:gd name="connsiteY29" fmla="*/ 15994 h 21212"/>
                <a:gd name="connsiteX30" fmla="*/ 15930 w 21212"/>
                <a:gd name="connsiteY30" fmla="*/ 15994 h 21212"/>
                <a:gd name="connsiteX31" fmla="*/ 15930 w 21212"/>
                <a:gd name="connsiteY31" fmla="*/ 15994 h 21212"/>
                <a:gd name="connsiteX32" fmla="*/ 15930 w 21212"/>
                <a:gd name="connsiteY32" fmla="*/ 15994 h 21212"/>
                <a:gd name="connsiteX33" fmla="*/ 15909 w 21212"/>
                <a:gd name="connsiteY33" fmla="*/ 15909 h 21212"/>
                <a:gd name="connsiteX34" fmla="*/ 15930 w 21212"/>
                <a:gd name="connsiteY34" fmla="*/ 15909 h 21212"/>
                <a:gd name="connsiteX35" fmla="*/ 15930 w 21212"/>
                <a:gd name="connsiteY35" fmla="*/ 15909 h 21212"/>
                <a:gd name="connsiteX36" fmla="*/ 15973 w 21212"/>
                <a:gd name="connsiteY36" fmla="*/ 15909 h 21212"/>
                <a:gd name="connsiteX37" fmla="*/ 15973 w 21212"/>
                <a:gd name="connsiteY37" fmla="*/ 15909 h 21212"/>
                <a:gd name="connsiteX38" fmla="*/ 15973 w 21212"/>
                <a:gd name="connsiteY38" fmla="*/ 15909 h 21212"/>
                <a:gd name="connsiteX39" fmla="*/ 15973 w 21212"/>
                <a:gd name="connsiteY39" fmla="*/ 15909 h 21212"/>
                <a:gd name="connsiteX40" fmla="*/ 15973 w 21212"/>
                <a:gd name="connsiteY40" fmla="*/ 15909 h 21212"/>
                <a:gd name="connsiteX41" fmla="*/ 15930 w 21212"/>
                <a:gd name="connsiteY41" fmla="*/ 15909 h 21212"/>
                <a:gd name="connsiteX42" fmla="*/ 15930 w 21212"/>
                <a:gd name="connsiteY42" fmla="*/ 15909 h 21212"/>
                <a:gd name="connsiteX43" fmla="*/ 15930 w 21212"/>
                <a:gd name="connsiteY43" fmla="*/ 15909 h 21212"/>
                <a:gd name="connsiteX44" fmla="*/ 15930 w 21212"/>
                <a:gd name="connsiteY44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212" h="21212">
                  <a:moveTo>
                    <a:pt x="15930" y="15994"/>
                  </a:moveTo>
                  <a:lnTo>
                    <a:pt x="15973" y="15994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5973" y="15909"/>
                  </a:cubicBezTo>
                  <a:lnTo>
                    <a:pt x="15973" y="15909"/>
                  </a:lnTo>
                  <a:lnTo>
                    <a:pt x="15973" y="15909"/>
                  </a:lnTo>
                  <a:cubicBezTo>
                    <a:pt x="16015" y="15909"/>
                    <a:pt x="16015" y="15909"/>
                    <a:pt x="16015" y="15909"/>
                  </a:cubicBezTo>
                  <a:cubicBezTo>
                    <a:pt x="16015" y="15909"/>
                    <a:pt x="16015" y="15909"/>
                    <a:pt x="16057" y="15909"/>
                  </a:cubicBezTo>
                  <a:lnTo>
                    <a:pt x="16057" y="15909"/>
                  </a:lnTo>
                  <a:lnTo>
                    <a:pt x="16142" y="15909"/>
                  </a:lnTo>
                  <a:cubicBezTo>
                    <a:pt x="16142" y="15994"/>
                    <a:pt x="16142" y="15994"/>
                    <a:pt x="16142" y="15994"/>
                  </a:cubicBezTo>
                  <a:lnTo>
                    <a:pt x="16057" y="15994"/>
                  </a:lnTo>
                  <a:lnTo>
                    <a:pt x="16057" y="15994"/>
                  </a:lnTo>
                  <a:cubicBezTo>
                    <a:pt x="16015" y="15994"/>
                    <a:pt x="16015" y="15994"/>
                    <a:pt x="16015" y="15994"/>
                  </a:cubicBezTo>
                  <a:lnTo>
                    <a:pt x="16015" y="15994"/>
                  </a:lnTo>
                  <a:cubicBezTo>
                    <a:pt x="16015" y="15994"/>
                    <a:pt x="16015" y="15994"/>
                    <a:pt x="15973" y="15994"/>
                  </a:cubicBezTo>
                  <a:lnTo>
                    <a:pt x="15973" y="15994"/>
                  </a:lnTo>
                  <a:lnTo>
                    <a:pt x="15973" y="15994"/>
                  </a:lnTo>
                  <a:cubicBezTo>
                    <a:pt x="15973" y="15994"/>
                    <a:pt x="15973" y="15994"/>
                    <a:pt x="16015" y="15994"/>
                  </a:cubicBezTo>
                  <a:lnTo>
                    <a:pt x="16015" y="15994"/>
                  </a:lnTo>
                  <a:lnTo>
                    <a:pt x="16015" y="15994"/>
                  </a:lnTo>
                  <a:cubicBezTo>
                    <a:pt x="16057" y="15994"/>
                    <a:pt x="16057" y="15994"/>
                    <a:pt x="16057" y="15994"/>
                  </a:cubicBezTo>
                  <a:lnTo>
                    <a:pt x="16057" y="15994"/>
                  </a:lnTo>
                  <a:cubicBezTo>
                    <a:pt x="16057" y="15994"/>
                    <a:pt x="16057" y="15994"/>
                    <a:pt x="16015" y="15994"/>
                  </a:cubicBezTo>
                  <a:cubicBezTo>
                    <a:pt x="16015" y="15994"/>
                    <a:pt x="16015" y="15994"/>
                    <a:pt x="16015" y="15909"/>
                  </a:cubicBezTo>
                  <a:lnTo>
                    <a:pt x="16015" y="15909"/>
                  </a:lnTo>
                  <a:cubicBezTo>
                    <a:pt x="16015" y="15909"/>
                    <a:pt x="16015" y="15909"/>
                    <a:pt x="16015" y="15994"/>
                  </a:cubicBezTo>
                  <a:cubicBezTo>
                    <a:pt x="15973" y="15994"/>
                    <a:pt x="15973" y="15994"/>
                    <a:pt x="15973" y="15994"/>
                  </a:cubicBezTo>
                  <a:lnTo>
                    <a:pt x="15973" y="15994"/>
                  </a:lnTo>
                  <a:lnTo>
                    <a:pt x="15973" y="15994"/>
                  </a:lnTo>
                  <a:lnTo>
                    <a:pt x="15930" y="15994"/>
                  </a:lnTo>
                  <a:lnTo>
                    <a:pt x="15930" y="15994"/>
                  </a:lnTo>
                  <a:cubicBezTo>
                    <a:pt x="15930" y="15994"/>
                    <a:pt x="15930" y="15994"/>
                    <a:pt x="15930" y="15994"/>
                  </a:cubicBezTo>
                  <a:cubicBezTo>
                    <a:pt x="15909" y="15994"/>
                    <a:pt x="15909" y="15994"/>
                    <a:pt x="15909" y="15909"/>
                  </a:cubicBezTo>
                  <a:lnTo>
                    <a:pt x="15930" y="15909"/>
                  </a:lnTo>
                  <a:lnTo>
                    <a:pt x="15930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lnTo>
                    <a:pt x="15973" y="15909"/>
                  </a:lnTo>
                  <a:cubicBezTo>
                    <a:pt x="15973" y="15909"/>
                    <a:pt x="15973" y="15909"/>
                    <a:pt x="15930" y="15909"/>
                  </a:cubicBezTo>
                  <a:lnTo>
                    <a:pt x="15930" y="15909"/>
                  </a:lnTo>
                  <a:lnTo>
                    <a:pt x="15930" y="15909"/>
                  </a:lnTo>
                  <a:cubicBezTo>
                    <a:pt x="15930" y="15994"/>
                    <a:pt x="15930" y="15994"/>
                    <a:pt x="15930" y="1599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3CF5227-EF3D-456D-8DFE-1069EEB46B3A}"/>
                </a:ext>
              </a:extLst>
            </p:cNvPr>
            <p:cNvSpPr/>
            <p:nvPr/>
          </p:nvSpPr>
          <p:spPr>
            <a:xfrm>
              <a:off x="6413214" y="4742370"/>
              <a:ext cx="31327" cy="31327"/>
            </a:xfrm>
            <a:custGeom>
              <a:avLst/>
              <a:gdLst>
                <a:gd name="connsiteX0" fmla="*/ 15951 w 21212"/>
                <a:gd name="connsiteY0" fmla="*/ 15973 h 21212"/>
                <a:gd name="connsiteX1" fmla="*/ 16036 w 21212"/>
                <a:gd name="connsiteY1" fmla="*/ 15909 h 21212"/>
                <a:gd name="connsiteX2" fmla="*/ 16036 w 21212"/>
                <a:gd name="connsiteY2" fmla="*/ 15909 h 21212"/>
                <a:gd name="connsiteX3" fmla="*/ 16058 w 21212"/>
                <a:gd name="connsiteY3" fmla="*/ 15909 h 21212"/>
                <a:gd name="connsiteX4" fmla="*/ 16036 w 21212"/>
                <a:gd name="connsiteY4" fmla="*/ 15973 h 21212"/>
                <a:gd name="connsiteX5" fmla="*/ 16036 w 21212"/>
                <a:gd name="connsiteY5" fmla="*/ 15973 h 21212"/>
                <a:gd name="connsiteX6" fmla="*/ 16036 w 21212"/>
                <a:gd name="connsiteY6" fmla="*/ 16015 h 21212"/>
                <a:gd name="connsiteX7" fmla="*/ 15951 w 21212"/>
                <a:gd name="connsiteY7" fmla="*/ 16015 h 21212"/>
                <a:gd name="connsiteX8" fmla="*/ 15951 w 21212"/>
                <a:gd name="connsiteY8" fmla="*/ 16015 h 21212"/>
                <a:gd name="connsiteX9" fmla="*/ 16036 w 21212"/>
                <a:gd name="connsiteY9" fmla="*/ 16100 h 21212"/>
                <a:gd name="connsiteX10" fmla="*/ 16036 w 21212"/>
                <a:gd name="connsiteY10" fmla="*/ 16100 h 21212"/>
                <a:gd name="connsiteX11" fmla="*/ 16058 w 21212"/>
                <a:gd name="connsiteY11" fmla="*/ 16100 h 21212"/>
                <a:gd name="connsiteX12" fmla="*/ 16100 w 21212"/>
                <a:gd name="connsiteY12" fmla="*/ 16100 h 21212"/>
                <a:gd name="connsiteX13" fmla="*/ 16164 w 21212"/>
                <a:gd name="connsiteY13" fmla="*/ 16100 h 21212"/>
                <a:gd name="connsiteX14" fmla="*/ 16164 w 21212"/>
                <a:gd name="connsiteY14" fmla="*/ 16015 h 21212"/>
                <a:gd name="connsiteX15" fmla="*/ 16164 w 21212"/>
                <a:gd name="connsiteY15" fmla="*/ 16015 h 21212"/>
                <a:gd name="connsiteX16" fmla="*/ 16185 w 21212"/>
                <a:gd name="connsiteY16" fmla="*/ 16015 h 21212"/>
                <a:gd name="connsiteX17" fmla="*/ 16185 w 21212"/>
                <a:gd name="connsiteY17" fmla="*/ 16015 h 21212"/>
                <a:gd name="connsiteX18" fmla="*/ 16185 w 21212"/>
                <a:gd name="connsiteY18" fmla="*/ 16100 h 21212"/>
                <a:gd name="connsiteX19" fmla="*/ 16164 w 21212"/>
                <a:gd name="connsiteY19" fmla="*/ 16100 h 21212"/>
                <a:gd name="connsiteX20" fmla="*/ 16164 w 21212"/>
                <a:gd name="connsiteY20" fmla="*/ 16100 h 21212"/>
                <a:gd name="connsiteX21" fmla="*/ 16100 w 21212"/>
                <a:gd name="connsiteY21" fmla="*/ 16100 h 21212"/>
                <a:gd name="connsiteX22" fmla="*/ 16058 w 21212"/>
                <a:gd name="connsiteY22" fmla="*/ 16100 h 21212"/>
                <a:gd name="connsiteX23" fmla="*/ 16036 w 21212"/>
                <a:gd name="connsiteY23" fmla="*/ 16100 h 21212"/>
                <a:gd name="connsiteX24" fmla="*/ 15951 w 21212"/>
                <a:gd name="connsiteY24" fmla="*/ 16100 h 21212"/>
                <a:gd name="connsiteX25" fmla="*/ 15951 w 21212"/>
                <a:gd name="connsiteY25" fmla="*/ 16100 h 21212"/>
                <a:gd name="connsiteX26" fmla="*/ 15909 w 21212"/>
                <a:gd name="connsiteY26" fmla="*/ 16100 h 21212"/>
                <a:gd name="connsiteX27" fmla="*/ 15909 w 21212"/>
                <a:gd name="connsiteY27" fmla="*/ 16015 h 21212"/>
                <a:gd name="connsiteX28" fmla="*/ 15951 w 21212"/>
                <a:gd name="connsiteY28" fmla="*/ 16015 h 21212"/>
                <a:gd name="connsiteX29" fmla="*/ 15951 w 21212"/>
                <a:gd name="connsiteY29" fmla="*/ 15973 h 21212"/>
                <a:gd name="connsiteX30" fmla="*/ 15951 w 21212"/>
                <a:gd name="connsiteY30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5951" y="15973"/>
                  </a:moveTo>
                  <a:cubicBezTo>
                    <a:pt x="16036" y="15973"/>
                    <a:pt x="16036" y="15973"/>
                    <a:pt x="16036" y="15909"/>
                  </a:cubicBezTo>
                  <a:lnTo>
                    <a:pt x="16036" y="15909"/>
                  </a:lnTo>
                  <a:lnTo>
                    <a:pt x="16058" y="15909"/>
                  </a:lnTo>
                  <a:cubicBezTo>
                    <a:pt x="16058" y="15973"/>
                    <a:pt x="16036" y="15973"/>
                    <a:pt x="16036" y="15973"/>
                  </a:cubicBezTo>
                  <a:lnTo>
                    <a:pt x="16036" y="15973"/>
                  </a:lnTo>
                  <a:cubicBezTo>
                    <a:pt x="16036" y="15973"/>
                    <a:pt x="16036" y="15973"/>
                    <a:pt x="16036" y="16015"/>
                  </a:cubicBezTo>
                  <a:cubicBezTo>
                    <a:pt x="15951" y="16015"/>
                    <a:pt x="15951" y="16015"/>
                    <a:pt x="15951" y="16015"/>
                  </a:cubicBezTo>
                  <a:lnTo>
                    <a:pt x="15951" y="16015"/>
                  </a:lnTo>
                  <a:cubicBezTo>
                    <a:pt x="16036" y="16100"/>
                    <a:pt x="16036" y="16100"/>
                    <a:pt x="16036" y="16100"/>
                  </a:cubicBezTo>
                  <a:lnTo>
                    <a:pt x="16036" y="16100"/>
                  </a:lnTo>
                  <a:cubicBezTo>
                    <a:pt x="16058" y="16100"/>
                    <a:pt x="16058" y="16100"/>
                    <a:pt x="16058" y="16100"/>
                  </a:cubicBezTo>
                  <a:lnTo>
                    <a:pt x="16100" y="16100"/>
                  </a:lnTo>
                  <a:lnTo>
                    <a:pt x="16164" y="16100"/>
                  </a:lnTo>
                  <a:lnTo>
                    <a:pt x="16164" y="16015"/>
                  </a:lnTo>
                  <a:lnTo>
                    <a:pt x="16164" y="16015"/>
                  </a:lnTo>
                  <a:lnTo>
                    <a:pt x="16185" y="16015"/>
                  </a:lnTo>
                  <a:lnTo>
                    <a:pt x="16185" y="16015"/>
                  </a:lnTo>
                  <a:cubicBezTo>
                    <a:pt x="16185" y="16100"/>
                    <a:pt x="16185" y="16100"/>
                    <a:pt x="16185" y="16100"/>
                  </a:cubicBezTo>
                  <a:lnTo>
                    <a:pt x="16164" y="16100"/>
                  </a:lnTo>
                  <a:lnTo>
                    <a:pt x="16164" y="16100"/>
                  </a:lnTo>
                  <a:lnTo>
                    <a:pt x="16100" y="16100"/>
                  </a:lnTo>
                  <a:lnTo>
                    <a:pt x="16058" y="16100"/>
                  </a:lnTo>
                  <a:lnTo>
                    <a:pt x="16036" y="16100"/>
                  </a:lnTo>
                  <a:cubicBezTo>
                    <a:pt x="16036" y="16100"/>
                    <a:pt x="16036" y="16100"/>
                    <a:pt x="15951" y="16100"/>
                  </a:cubicBezTo>
                  <a:lnTo>
                    <a:pt x="15951" y="16100"/>
                  </a:lnTo>
                  <a:lnTo>
                    <a:pt x="15909" y="16100"/>
                  </a:lnTo>
                  <a:cubicBezTo>
                    <a:pt x="15909" y="16015"/>
                    <a:pt x="15909" y="16015"/>
                    <a:pt x="15909" y="16015"/>
                  </a:cubicBezTo>
                  <a:cubicBezTo>
                    <a:pt x="15909" y="16015"/>
                    <a:pt x="15909" y="16015"/>
                    <a:pt x="15951" y="16015"/>
                  </a:cubicBezTo>
                  <a:lnTo>
                    <a:pt x="15951" y="15973"/>
                  </a:lnTo>
                  <a:lnTo>
                    <a:pt x="15951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BE9E17F7-E8D4-4BB5-B28F-90AF10423CBF}"/>
                </a:ext>
              </a:extLst>
            </p:cNvPr>
            <p:cNvSpPr/>
            <p:nvPr/>
          </p:nvSpPr>
          <p:spPr>
            <a:xfrm>
              <a:off x="6413401" y="4742339"/>
              <a:ext cx="31327" cy="31327"/>
            </a:xfrm>
            <a:custGeom>
              <a:avLst/>
              <a:gdLst>
                <a:gd name="connsiteX0" fmla="*/ 15909 w 21212"/>
                <a:gd name="connsiteY0" fmla="*/ 15909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09 h 21212"/>
                <a:gd name="connsiteX5" fmla="*/ 16100 w 21212"/>
                <a:gd name="connsiteY5" fmla="*/ 15994 h 21212"/>
                <a:gd name="connsiteX6" fmla="*/ 15973 w 21212"/>
                <a:gd name="connsiteY6" fmla="*/ 15930 h 21212"/>
                <a:gd name="connsiteX7" fmla="*/ 15973 w 21212"/>
                <a:gd name="connsiteY7" fmla="*/ 15909 h 21212"/>
                <a:gd name="connsiteX8" fmla="*/ 16100 w 21212"/>
                <a:gd name="connsiteY8" fmla="*/ 15994 h 21212"/>
                <a:gd name="connsiteX9" fmla="*/ 16100 w 21212"/>
                <a:gd name="connsiteY9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09" y="15909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close/>
                  <a:moveTo>
                    <a:pt x="16100" y="15994"/>
                  </a:moveTo>
                  <a:lnTo>
                    <a:pt x="15973" y="15930"/>
                  </a:lnTo>
                  <a:lnTo>
                    <a:pt x="15973" y="15909"/>
                  </a:lnTo>
                  <a:lnTo>
                    <a:pt x="16100" y="15994"/>
                  </a:lnTo>
                  <a:lnTo>
                    <a:pt x="16100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F5BF8841-15DF-4FD5-8A9E-3D707D6C3AEE}"/>
                </a:ext>
              </a:extLst>
            </p:cNvPr>
            <p:cNvSpPr/>
            <p:nvPr/>
          </p:nvSpPr>
          <p:spPr>
            <a:xfrm>
              <a:off x="6413558" y="4742183"/>
              <a:ext cx="31327" cy="31327"/>
            </a:xfrm>
            <a:custGeom>
              <a:avLst/>
              <a:gdLst>
                <a:gd name="connsiteX0" fmla="*/ 16142 w 21212"/>
                <a:gd name="connsiteY0" fmla="*/ 15909 h 21212"/>
                <a:gd name="connsiteX1" fmla="*/ 16142 w 21212"/>
                <a:gd name="connsiteY1" fmla="*/ 15951 h 21212"/>
                <a:gd name="connsiteX2" fmla="*/ 16227 w 21212"/>
                <a:gd name="connsiteY2" fmla="*/ 15951 h 21212"/>
                <a:gd name="connsiteX3" fmla="*/ 16227 w 21212"/>
                <a:gd name="connsiteY3" fmla="*/ 16015 h 21212"/>
                <a:gd name="connsiteX4" fmla="*/ 16227 w 21212"/>
                <a:gd name="connsiteY4" fmla="*/ 16015 h 21212"/>
                <a:gd name="connsiteX5" fmla="*/ 16142 w 21212"/>
                <a:gd name="connsiteY5" fmla="*/ 16015 h 21212"/>
                <a:gd name="connsiteX6" fmla="*/ 16142 w 21212"/>
                <a:gd name="connsiteY6" fmla="*/ 16015 h 21212"/>
                <a:gd name="connsiteX7" fmla="*/ 16079 w 21212"/>
                <a:gd name="connsiteY7" fmla="*/ 16036 h 21212"/>
                <a:gd name="connsiteX8" fmla="*/ 16079 w 21212"/>
                <a:gd name="connsiteY8" fmla="*/ 16036 h 21212"/>
                <a:gd name="connsiteX9" fmla="*/ 16079 w 21212"/>
                <a:gd name="connsiteY9" fmla="*/ 16036 h 21212"/>
                <a:gd name="connsiteX10" fmla="*/ 16142 w 21212"/>
                <a:gd name="connsiteY10" fmla="*/ 16100 h 21212"/>
                <a:gd name="connsiteX11" fmla="*/ 16142 w 21212"/>
                <a:gd name="connsiteY11" fmla="*/ 16100 h 21212"/>
                <a:gd name="connsiteX12" fmla="*/ 15909 w 21212"/>
                <a:gd name="connsiteY12" fmla="*/ 16015 h 21212"/>
                <a:gd name="connsiteX13" fmla="*/ 15930 w 21212"/>
                <a:gd name="connsiteY13" fmla="*/ 16015 h 21212"/>
                <a:gd name="connsiteX14" fmla="*/ 15973 w 21212"/>
                <a:gd name="connsiteY14" fmla="*/ 16015 h 21212"/>
                <a:gd name="connsiteX15" fmla="*/ 15973 w 21212"/>
                <a:gd name="connsiteY15" fmla="*/ 16015 h 21212"/>
                <a:gd name="connsiteX16" fmla="*/ 15973 w 21212"/>
                <a:gd name="connsiteY16" fmla="*/ 15951 h 21212"/>
                <a:gd name="connsiteX17" fmla="*/ 15973 w 21212"/>
                <a:gd name="connsiteY17" fmla="*/ 15951 h 21212"/>
                <a:gd name="connsiteX18" fmla="*/ 15973 w 21212"/>
                <a:gd name="connsiteY18" fmla="*/ 15951 h 21212"/>
                <a:gd name="connsiteX19" fmla="*/ 15973 w 21212"/>
                <a:gd name="connsiteY19" fmla="*/ 15951 h 21212"/>
                <a:gd name="connsiteX20" fmla="*/ 15973 w 21212"/>
                <a:gd name="connsiteY20" fmla="*/ 15909 h 21212"/>
                <a:gd name="connsiteX21" fmla="*/ 16057 w 21212"/>
                <a:gd name="connsiteY21" fmla="*/ 15909 h 21212"/>
                <a:gd name="connsiteX22" fmla="*/ 16079 w 21212"/>
                <a:gd name="connsiteY22" fmla="*/ 15909 h 21212"/>
                <a:gd name="connsiteX23" fmla="*/ 16142 w 21212"/>
                <a:gd name="connsiteY23" fmla="*/ 15909 h 21212"/>
                <a:gd name="connsiteX24" fmla="*/ 16100 w 21212"/>
                <a:gd name="connsiteY24" fmla="*/ 15951 h 21212"/>
                <a:gd name="connsiteX25" fmla="*/ 16100 w 21212"/>
                <a:gd name="connsiteY25" fmla="*/ 15909 h 21212"/>
                <a:gd name="connsiteX26" fmla="*/ 16079 w 21212"/>
                <a:gd name="connsiteY26" fmla="*/ 15909 h 21212"/>
                <a:gd name="connsiteX27" fmla="*/ 15994 w 21212"/>
                <a:gd name="connsiteY27" fmla="*/ 15951 h 21212"/>
                <a:gd name="connsiteX28" fmla="*/ 15994 w 21212"/>
                <a:gd name="connsiteY28" fmla="*/ 15951 h 21212"/>
                <a:gd name="connsiteX29" fmla="*/ 15994 w 21212"/>
                <a:gd name="connsiteY29" fmla="*/ 15951 h 21212"/>
                <a:gd name="connsiteX30" fmla="*/ 15994 w 21212"/>
                <a:gd name="connsiteY30" fmla="*/ 15951 h 21212"/>
                <a:gd name="connsiteX31" fmla="*/ 15994 w 21212"/>
                <a:gd name="connsiteY31" fmla="*/ 16015 h 21212"/>
                <a:gd name="connsiteX32" fmla="*/ 15994 w 21212"/>
                <a:gd name="connsiteY32" fmla="*/ 16015 h 21212"/>
                <a:gd name="connsiteX33" fmla="*/ 16079 w 21212"/>
                <a:gd name="connsiteY33" fmla="*/ 16015 h 21212"/>
                <a:gd name="connsiteX34" fmla="*/ 16100 w 21212"/>
                <a:gd name="connsiteY34" fmla="*/ 16015 h 21212"/>
                <a:gd name="connsiteX35" fmla="*/ 16164 w 21212"/>
                <a:gd name="connsiteY35" fmla="*/ 16015 h 21212"/>
                <a:gd name="connsiteX36" fmla="*/ 16164 w 21212"/>
                <a:gd name="connsiteY36" fmla="*/ 16015 h 21212"/>
                <a:gd name="connsiteX37" fmla="*/ 16164 w 21212"/>
                <a:gd name="connsiteY37" fmla="*/ 16015 h 21212"/>
                <a:gd name="connsiteX38" fmla="*/ 16164 w 21212"/>
                <a:gd name="connsiteY38" fmla="*/ 15951 h 21212"/>
                <a:gd name="connsiteX39" fmla="*/ 16100 w 21212"/>
                <a:gd name="connsiteY3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212" h="21212">
                  <a:moveTo>
                    <a:pt x="16142" y="15909"/>
                  </a:moveTo>
                  <a:cubicBezTo>
                    <a:pt x="16142" y="15951"/>
                    <a:pt x="16142" y="15951"/>
                    <a:pt x="16142" y="15951"/>
                  </a:cubicBezTo>
                  <a:cubicBezTo>
                    <a:pt x="16227" y="15951"/>
                    <a:pt x="16227" y="15951"/>
                    <a:pt x="16227" y="15951"/>
                  </a:cubicBezTo>
                  <a:lnTo>
                    <a:pt x="16227" y="16015"/>
                  </a:lnTo>
                  <a:lnTo>
                    <a:pt x="16227" y="16015"/>
                  </a:lnTo>
                  <a:lnTo>
                    <a:pt x="16142" y="16015"/>
                  </a:lnTo>
                  <a:lnTo>
                    <a:pt x="16142" y="16015"/>
                  </a:lnTo>
                  <a:cubicBezTo>
                    <a:pt x="16142" y="16015"/>
                    <a:pt x="16142" y="16036"/>
                    <a:pt x="16079" y="16036"/>
                  </a:cubicBezTo>
                  <a:lnTo>
                    <a:pt x="16079" y="16036"/>
                  </a:lnTo>
                  <a:lnTo>
                    <a:pt x="16079" y="16036"/>
                  </a:lnTo>
                  <a:lnTo>
                    <a:pt x="16142" y="16100"/>
                  </a:lnTo>
                  <a:lnTo>
                    <a:pt x="16142" y="16100"/>
                  </a:lnTo>
                  <a:lnTo>
                    <a:pt x="15909" y="16015"/>
                  </a:lnTo>
                  <a:lnTo>
                    <a:pt x="15930" y="16015"/>
                  </a:lnTo>
                  <a:lnTo>
                    <a:pt x="15973" y="16015"/>
                  </a:lnTo>
                  <a:lnTo>
                    <a:pt x="15973" y="16015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lnTo>
                    <a:pt x="15973" y="15951"/>
                  </a:lnTo>
                  <a:cubicBezTo>
                    <a:pt x="15973" y="15909"/>
                    <a:pt x="15973" y="15909"/>
                    <a:pt x="15973" y="15909"/>
                  </a:cubicBezTo>
                  <a:lnTo>
                    <a:pt x="16057" y="15909"/>
                  </a:lnTo>
                  <a:lnTo>
                    <a:pt x="16079" y="15909"/>
                  </a:lnTo>
                  <a:lnTo>
                    <a:pt x="16142" y="15909"/>
                  </a:lnTo>
                  <a:close/>
                  <a:moveTo>
                    <a:pt x="16100" y="15951"/>
                  </a:moveTo>
                  <a:cubicBezTo>
                    <a:pt x="16100" y="15951"/>
                    <a:pt x="16100" y="15951"/>
                    <a:pt x="16100" y="15909"/>
                  </a:cubicBezTo>
                  <a:lnTo>
                    <a:pt x="16079" y="15909"/>
                  </a:lnTo>
                  <a:cubicBezTo>
                    <a:pt x="16079" y="15951"/>
                    <a:pt x="16079" y="15951"/>
                    <a:pt x="15994" y="15951"/>
                  </a:cubicBezTo>
                  <a:lnTo>
                    <a:pt x="15994" y="15951"/>
                  </a:lnTo>
                  <a:lnTo>
                    <a:pt x="15994" y="15951"/>
                  </a:lnTo>
                  <a:lnTo>
                    <a:pt x="15994" y="15951"/>
                  </a:lnTo>
                  <a:cubicBezTo>
                    <a:pt x="15994" y="16015"/>
                    <a:pt x="15994" y="16015"/>
                    <a:pt x="15994" y="16015"/>
                  </a:cubicBezTo>
                  <a:lnTo>
                    <a:pt x="15994" y="16015"/>
                  </a:lnTo>
                  <a:lnTo>
                    <a:pt x="16079" y="16015"/>
                  </a:lnTo>
                  <a:cubicBezTo>
                    <a:pt x="16100" y="16015"/>
                    <a:pt x="16100" y="16036"/>
                    <a:pt x="16100" y="16015"/>
                  </a:cubicBezTo>
                  <a:cubicBezTo>
                    <a:pt x="16100" y="16015"/>
                    <a:pt x="16100" y="16015"/>
                    <a:pt x="16164" y="16015"/>
                  </a:cubicBezTo>
                  <a:lnTo>
                    <a:pt x="16164" y="16015"/>
                  </a:lnTo>
                  <a:lnTo>
                    <a:pt x="16164" y="16015"/>
                  </a:lnTo>
                  <a:lnTo>
                    <a:pt x="16164" y="15951"/>
                  </a:lnTo>
                  <a:cubicBezTo>
                    <a:pt x="16142" y="15951"/>
                    <a:pt x="16142" y="15951"/>
                    <a:pt x="16100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677B50-C6F4-407D-9B99-53AFE97B90D5}"/>
                </a:ext>
              </a:extLst>
            </p:cNvPr>
            <p:cNvSpPr/>
            <p:nvPr/>
          </p:nvSpPr>
          <p:spPr>
            <a:xfrm>
              <a:off x="6413809" y="4742057"/>
              <a:ext cx="31327" cy="31327"/>
            </a:xfrm>
            <a:custGeom>
              <a:avLst/>
              <a:gdLst>
                <a:gd name="connsiteX0" fmla="*/ 15930 w 21212"/>
                <a:gd name="connsiteY0" fmla="*/ 15951 h 21212"/>
                <a:gd name="connsiteX1" fmla="*/ 15909 w 21212"/>
                <a:gd name="connsiteY1" fmla="*/ 15909 h 21212"/>
                <a:gd name="connsiteX2" fmla="*/ 15930 w 21212"/>
                <a:gd name="connsiteY2" fmla="*/ 15909 h 21212"/>
                <a:gd name="connsiteX3" fmla="*/ 15930 w 21212"/>
                <a:gd name="connsiteY3" fmla="*/ 15909 h 21212"/>
                <a:gd name="connsiteX4" fmla="*/ 15930 w 21212"/>
                <a:gd name="connsiteY4" fmla="*/ 15951 h 21212"/>
                <a:gd name="connsiteX5" fmla="*/ 16121 w 21212"/>
                <a:gd name="connsiteY5" fmla="*/ 15994 h 21212"/>
                <a:gd name="connsiteX6" fmla="*/ 15909 w 21212"/>
                <a:gd name="connsiteY6" fmla="*/ 15951 h 21212"/>
                <a:gd name="connsiteX7" fmla="*/ 15973 w 21212"/>
                <a:gd name="connsiteY7" fmla="*/ 15909 h 21212"/>
                <a:gd name="connsiteX8" fmla="*/ 16121 w 21212"/>
                <a:gd name="connsiteY8" fmla="*/ 15994 h 21212"/>
                <a:gd name="connsiteX9" fmla="*/ 16121 w 21212"/>
                <a:gd name="connsiteY9" fmla="*/ 1599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12" h="21212">
                  <a:moveTo>
                    <a:pt x="15930" y="15951"/>
                  </a:moveTo>
                  <a:lnTo>
                    <a:pt x="15909" y="15909"/>
                  </a:lnTo>
                  <a:lnTo>
                    <a:pt x="15930" y="15909"/>
                  </a:lnTo>
                  <a:lnTo>
                    <a:pt x="15930" y="15909"/>
                  </a:lnTo>
                  <a:lnTo>
                    <a:pt x="15930" y="15951"/>
                  </a:lnTo>
                  <a:close/>
                  <a:moveTo>
                    <a:pt x="16121" y="15994"/>
                  </a:moveTo>
                  <a:lnTo>
                    <a:pt x="15909" y="15951"/>
                  </a:lnTo>
                  <a:lnTo>
                    <a:pt x="15973" y="15909"/>
                  </a:lnTo>
                  <a:lnTo>
                    <a:pt x="16121" y="15994"/>
                  </a:lnTo>
                  <a:lnTo>
                    <a:pt x="16121" y="1599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A357AC1B-6257-44FA-82E7-F40D56E662E1}"/>
                </a:ext>
              </a:extLst>
            </p:cNvPr>
            <p:cNvSpPr/>
            <p:nvPr/>
          </p:nvSpPr>
          <p:spPr>
            <a:xfrm>
              <a:off x="6413904" y="4741964"/>
              <a:ext cx="31327" cy="31327"/>
            </a:xfrm>
            <a:custGeom>
              <a:avLst/>
              <a:gdLst>
                <a:gd name="connsiteX0" fmla="*/ 16227 w 21212"/>
                <a:gd name="connsiteY0" fmla="*/ 15973 h 21212"/>
                <a:gd name="connsiteX1" fmla="*/ 16227 w 21212"/>
                <a:gd name="connsiteY1" fmla="*/ 15973 h 21212"/>
                <a:gd name="connsiteX2" fmla="*/ 16227 w 21212"/>
                <a:gd name="connsiteY2" fmla="*/ 16015 h 21212"/>
                <a:gd name="connsiteX3" fmla="*/ 16185 w 21212"/>
                <a:gd name="connsiteY3" fmla="*/ 16015 h 21212"/>
                <a:gd name="connsiteX4" fmla="*/ 16142 w 21212"/>
                <a:gd name="connsiteY4" fmla="*/ 16015 h 21212"/>
                <a:gd name="connsiteX5" fmla="*/ 16142 w 21212"/>
                <a:gd name="connsiteY5" fmla="*/ 16015 h 21212"/>
                <a:gd name="connsiteX6" fmla="*/ 16079 w 21212"/>
                <a:gd name="connsiteY6" fmla="*/ 16015 h 21212"/>
                <a:gd name="connsiteX7" fmla="*/ 16015 w 21212"/>
                <a:gd name="connsiteY7" fmla="*/ 15973 h 21212"/>
                <a:gd name="connsiteX8" fmla="*/ 15994 w 21212"/>
                <a:gd name="connsiteY8" fmla="*/ 15973 h 21212"/>
                <a:gd name="connsiteX9" fmla="*/ 15994 w 21212"/>
                <a:gd name="connsiteY9" fmla="*/ 15973 h 21212"/>
                <a:gd name="connsiteX10" fmla="*/ 16015 w 21212"/>
                <a:gd name="connsiteY10" fmla="*/ 15951 h 21212"/>
                <a:gd name="connsiteX11" fmla="*/ 15909 w 21212"/>
                <a:gd name="connsiteY11" fmla="*/ 15951 h 21212"/>
                <a:gd name="connsiteX12" fmla="*/ 15994 w 21212"/>
                <a:gd name="connsiteY12" fmla="*/ 15909 h 21212"/>
                <a:gd name="connsiteX13" fmla="*/ 16015 w 21212"/>
                <a:gd name="connsiteY13" fmla="*/ 15951 h 21212"/>
                <a:gd name="connsiteX14" fmla="*/ 16057 w 21212"/>
                <a:gd name="connsiteY14" fmla="*/ 15909 h 21212"/>
                <a:gd name="connsiteX15" fmla="*/ 16079 w 21212"/>
                <a:gd name="connsiteY15" fmla="*/ 15909 h 21212"/>
                <a:gd name="connsiteX16" fmla="*/ 16057 w 21212"/>
                <a:gd name="connsiteY16" fmla="*/ 15951 h 21212"/>
                <a:gd name="connsiteX17" fmla="*/ 16142 w 21212"/>
                <a:gd name="connsiteY17" fmla="*/ 15973 h 21212"/>
                <a:gd name="connsiteX18" fmla="*/ 16142 w 21212"/>
                <a:gd name="connsiteY18" fmla="*/ 16015 h 21212"/>
                <a:gd name="connsiteX19" fmla="*/ 16185 w 21212"/>
                <a:gd name="connsiteY19" fmla="*/ 16015 h 21212"/>
                <a:gd name="connsiteX20" fmla="*/ 16185 w 21212"/>
                <a:gd name="connsiteY20" fmla="*/ 15973 h 21212"/>
                <a:gd name="connsiteX21" fmla="*/ 16185 w 21212"/>
                <a:gd name="connsiteY21" fmla="*/ 15973 h 21212"/>
                <a:gd name="connsiteX22" fmla="*/ 16185 w 21212"/>
                <a:gd name="connsiteY22" fmla="*/ 15973 h 21212"/>
                <a:gd name="connsiteX23" fmla="*/ 16227 w 21212"/>
                <a:gd name="connsiteY23" fmla="*/ 15973 h 21212"/>
                <a:gd name="connsiteX24" fmla="*/ 16227 w 21212"/>
                <a:gd name="connsiteY24" fmla="*/ 1597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212" h="21212">
                  <a:moveTo>
                    <a:pt x="16227" y="15973"/>
                  </a:moveTo>
                  <a:lnTo>
                    <a:pt x="16227" y="15973"/>
                  </a:lnTo>
                  <a:cubicBezTo>
                    <a:pt x="16227" y="15973"/>
                    <a:pt x="16227" y="15973"/>
                    <a:pt x="16227" y="16015"/>
                  </a:cubicBezTo>
                  <a:cubicBezTo>
                    <a:pt x="16185" y="16015"/>
                    <a:pt x="16185" y="16015"/>
                    <a:pt x="16185" y="16015"/>
                  </a:cubicBezTo>
                  <a:cubicBezTo>
                    <a:pt x="16185" y="16015"/>
                    <a:pt x="16185" y="16015"/>
                    <a:pt x="16142" y="16015"/>
                  </a:cubicBezTo>
                  <a:lnTo>
                    <a:pt x="16142" y="16015"/>
                  </a:lnTo>
                  <a:cubicBezTo>
                    <a:pt x="16079" y="16015"/>
                    <a:pt x="16079" y="16015"/>
                    <a:pt x="16079" y="16015"/>
                  </a:cubicBezTo>
                  <a:lnTo>
                    <a:pt x="16015" y="15973"/>
                  </a:lnTo>
                  <a:lnTo>
                    <a:pt x="15994" y="15973"/>
                  </a:lnTo>
                  <a:lnTo>
                    <a:pt x="15994" y="15973"/>
                  </a:lnTo>
                  <a:lnTo>
                    <a:pt x="16015" y="15951"/>
                  </a:lnTo>
                  <a:lnTo>
                    <a:pt x="15909" y="15951"/>
                  </a:lnTo>
                  <a:lnTo>
                    <a:pt x="15994" y="15909"/>
                  </a:lnTo>
                  <a:lnTo>
                    <a:pt x="16015" y="15951"/>
                  </a:lnTo>
                  <a:lnTo>
                    <a:pt x="16057" y="15909"/>
                  </a:lnTo>
                  <a:lnTo>
                    <a:pt x="16079" y="15909"/>
                  </a:lnTo>
                  <a:lnTo>
                    <a:pt x="16057" y="15951"/>
                  </a:lnTo>
                  <a:lnTo>
                    <a:pt x="16142" y="15973"/>
                  </a:lnTo>
                  <a:cubicBezTo>
                    <a:pt x="16142" y="16015"/>
                    <a:pt x="16142" y="16015"/>
                    <a:pt x="16142" y="16015"/>
                  </a:cubicBezTo>
                  <a:cubicBezTo>
                    <a:pt x="16142" y="16015"/>
                    <a:pt x="16142" y="16015"/>
                    <a:pt x="16185" y="16015"/>
                  </a:cubicBezTo>
                  <a:cubicBezTo>
                    <a:pt x="16185" y="16015"/>
                    <a:pt x="16185" y="16015"/>
                    <a:pt x="16185" y="15973"/>
                  </a:cubicBezTo>
                  <a:lnTo>
                    <a:pt x="16185" y="15973"/>
                  </a:lnTo>
                  <a:lnTo>
                    <a:pt x="16185" y="15973"/>
                  </a:lnTo>
                  <a:lnTo>
                    <a:pt x="16227" y="15973"/>
                  </a:lnTo>
                  <a:lnTo>
                    <a:pt x="16227" y="1597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BBBB5795-1ADA-474A-81FD-16AC9D6250C0}"/>
                </a:ext>
              </a:extLst>
            </p:cNvPr>
            <p:cNvSpPr/>
            <p:nvPr/>
          </p:nvSpPr>
          <p:spPr>
            <a:xfrm>
              <a:off x="6414310" y="4741713"/>
              <a:ext cx="31327" cy="31327"/>
            </a:xfrm>
            <a:custGeom>
              <a:avLst/>
              <a:gdLst>
                <a:gd name="connsiteX0" fmla="*/ 16185 w 21212"/>
                <a:gd name="connsiteY0" fmla="*/ 16015 h 21212"/>
                <a:gd name="connsiteX1" fmla="*/ 16185 w 21212"/>
                <a:gd name="connsiteY1" fmla="*/ 16015 h 21212"/>
                <a:gd name="connsiteX2" fmla="*/ 16185 w 21212"/>
                <a:gd name="connsiteY2" fmla="*/ 16015 h 21212"/>
                <a:gd name="connsiteX3" fmla="*/ 16185 w 21212"/>
                <a:gd name="connsiteY3" fmla="*/ 16015 h 21212"/>
                <a:gd name="connsiteX4" fmla="*/ 16185 w 21212"/>
                <a:gd name="connsiteY4" fmla="*/ 16015 h 21212"/>
                <a:gd name="connsiteX5" fmla="*/ 16163 w 21212"/>
                <a:gd name="connsiteY5" fmla="*/ 16079 h 21212"/>
                <a:gd name="connsiteX6" fmla="*/ 16079 w 21212"/>
                <a:gd name="connsiteY6" fmla="*/ 16079 h 21212"/>
                <a:gd name="connsiteX7" fmla="*/ 16079 w 21212"/>
                <a:gd name="connsiteY7" fmla="*/ 16079 h 21212"/>
                <a:gd name="connsiteX8" fmla="*/ 16036 w 21212"/>
                <a:gd name="connsiteY8" fmla="*/ 16079 h 21212"/>
                <a:gd name="connsiteX9" fmla="*/ 16015 w 21212"/>
                <a:gd name="connsiteY9" fmla="*/ 16079 h 21212"/>
                <a:gd name="connsiteX10" fmla="*/ 16015 w 21212"/>
                <a:gd name="connsiteY10" fmla="*/ 16079 h 21212"/>
                <a:gd name="connsiteX11" fmla="*/ 16015 w 21212"/>
                <a:gd name="connsiteY11" fmla="*/ 16015 h 21212"/>
                <a:gd name="connsiteX12" fmla="*/ 16015 w 21212"/>
                <a:gd name="connsiteY12" fmla="*/ 16015 h 21212"/>
                <a:gd name="connsiteX13" fmla="*/ 16036 w 21212"/>
                <a:gd name="connsiteY13" fmla="*/ 16015 h 21212"/>
                <a:gd name="connsiteX14" fmla="*/ 16036 w 21212"/>
                <a:gd name="connsiteY14" fmla="*/ 15951 h 21212"/>
                <a:gd name="connsiteX15" fmla="*/ 16079 w 21212"/>
                <a:gd name="connsiteY15" fmla="*/ 15951 h 21212"/>
                <a:gd name="connsiteX16" fmla="*/ 16079 w 21212"/>
                <a:gd name="connsiteY16" fmla="*/ 15951 h 21212"/>
                <a:gd name="connsiteX17" fmla="*/ 16079 w 21212"/>
                <a:gd name="connsiteY17" fmla="*/ 15951 h 21212"/>
                <a:gd name="connsiteX18" fmla="*/ 16079 w 21212"/>
                <a:gd name="connsiteY18" fmla="*/ 15951 h 21212"/>
                <a:gd name="connsiteX19" fmla="*/ 16036 w 21212"/>
                <a:gd name="connsiteY19" fmla="*/ 15951 h 21212"/>
                <a:gd name="connsiteX20" fmla="*/ 16036 w 21212"/>
                <a:gd name="connsiteY20" fmla="*/ 15951 h 21212"/>
                <a:gd name="connsiteX21" fmla="*/ 16015 w 21212"/>
                <a:gd name="connsiteY21" fmla="*/ 15951 h 21212"/>
                <a:gd name="connsiteX22" fmla="*/ 15951 w 21212"/>
                <a:gd name="connsiteY22" fmla="*/ 15951 h 21212"/>
                <a:gd name="connsiteX23" fmla="*/ 15951 w 21212"/>
                <a:gd name="connsiteY23" fmla="*/ 16015 h 21212"/>
                <a:gd name="connsiteX24" fmla="*/ 15909 w 21212"/>
                <a:gd name="connsiteY24" fmla="*/ 16015 h 21212"/>
                <a:gd name="connsiteX25" fmla="*/ 15951 w 21212"/>
                <a:gd name="connsiteY25" fmla="*/ 15951 h 21212"/>
                <a:gd name="connsiteX26" fmla="*/ 15951 w 21212"/>
                <a:gd name="connsiteY26" fmla="*/ 15951 h 21212"/>
                <a:gd name="connsiteX27" fmla="*/ 15951 w 21212"/>
                <a:gd name="connsiteY27" fmla="*/ 15951 h 21212"/>
                <a:gd name="connsiteX28" fmla="*/ 15951 w 21212"/>
                <a:gd name="connsiteY28" fmla="*/ 15951 h 21212"/>
                <a:gd name="connsiteX29" fmla="*/ 16036 w 21212"/>
                <a:gd name="connsiteY29" fmla="*/ 15909 h 21212"/>
                <a:gd name="connsiteX30" fmla="*/ 16079 w 21212"/>
                <a:gd name="connsiteY30" fmla="*/ 15909 h 21212"/>
                <a:gd name="connsiteX31" fmla="*/ 16079 w 21212"/>
                <a:gd name="connsiteY31" fmla="*/ 15909 h 21212"/>
                <a:gd name="connsiteX32" fmla="*/ 16079 w 21212"/>
                <a:gd name="connsiteY32" fmla="*/ 15951 h 21212"/>
                <a:gd name="connsiteX33" fmla="*/ 16185 w 21212"/>
                <a:gd name="connsiteY33" fmla="*/ 16015 h 21212"/>
                <a:gd name="connsiteX34" fmla="*/ 16185 w 21212"/>
                <a:gd name="connsiteY34" fmla="*/ 16015 h 21212"/>
                <a:gd name="connsiteX35" fmla="*/ 16185 w 21212"/>
                <a:gd name="connsiteY35" fmla="*/ 16015 h 21212"/>
                <a:gd name="connsiteX36" fmla="*/ 16163 w 21212"/>
                <a:gd name="connsiteY36" fmla="*/ 15951 h 21212"/>
                <a:gd name="connsiteX37" fmla="*/ 16079 w 21212"/>
                <a:gd name="connsiteY37" fmla="*/ 15951 h 21212"/>
                <a:gd name="connsiteX38" fmla="*/ 16036 w 21212"/>
                <a:gd name="connsiteY38" fmla="*/ 16015 h 21212"/>
                <a:gd name="connsiteX39" fmla="*/ 16036 w 21212"/>
                <a:gd name="connsiteY39" fmla="*/ 16015 h 21212"/>
                <a:gd name="connsiteX40" fmla="*/ 16036 w 21212"/>
                <a:gd name="connsiteY40" fmla="*/ 16079 h 21212"/>
                <a:gd name="connsiteX41" fmla="*/ 16036 w 21212"/>
                <a:gd name="connsiteY41" fmla="*/ 16079 h 21212"/>
                <a:gd name="connsiteX42" fmla="*/ 16079 w 21212"/>
                <a:gd name="connsiteY42" fmla="*/ 16079 h 21212"/>
                <a:gd name="connsiteX43" fmla="*/ 16079 w 21212"/>
                <a:gd name="connsiteY43" fmla="*/ 16079 h 21212"/>
                <a:gd name="connsiteX44" fmla="*/ 16079 w 21212"/>
                <a:gd name="connsiteY44" fmla="*/ 16015 h 21212"/>
                <a:gd name="connsiteX45" fmla="*/ 16163 w 21212"/>
                <a:gd name="connsiteY45" fmla="*/ 16015 h 21212"/>
                <a:gd name="connsiteX46" fmla="*/ 16163 w 21212"/>
                <a:gd name="connsiteY46" fmla="*/ 16015 h 21212"/>
                <a:gd name="connsiteX47" fmla="*/ 16163 w 21212"/>
                <a:gd name="connsiteY47" fmla="*/ 16015 h 21212"/>
                <a:gd name="connsiteX48" fmla="*/ 16163 w 21212"/>
                <a:gd name="connsiteY48" fmla="*/ 15951 h 21212"/>
                <a:gd name="connsiteX49" fmla="*/ 16163 w 21212"/>
                <a:gd name="connsiteY49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212" h="21212">
                  <a:moveTo>
                    <a:pt x="16185" y="16015"/>
                  </a:move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ubicBezTo>
                    <a:pt x="16163" y="16079"/>
                    <a:pt x="16163" y="16079"/>
                    <a:pt x="16163" y="16079"/>
                  </a:cubicBezTo>
                  <a:lnTo>
                    <a:pt x="16079" y="16079"/>
                  </a:lnTo>
                  <a:lnTo>
                    <a:pt x="16079" y="16079"/>
                  </a:lnTo>
                  <a:cubicBezTo>
                    <a:pt x="16036" y="16079"/>
                    <a:pt x="16036" y="16079"/>
                    <a:pt x="16036" y="16079"/>
                  </a:cubicBezTo>
                  <a:cubicBezTo>
                    <a:pt x="16036" y="16079"/>
                    <a:pt x="16036" y="16079"/>
                    <a:pt x="16015" y="16079"/>
                  </a:cubicBezTo>
                  <a:lnTo>
                    <a:pt x="16015" y="16079"/>
                  </a:lnTo>
                  <a:lnTo>
                    <a:pt x="16015" y="16015"/>
                  </a:lnTo>
                  <a:lnTo>
                    <a:pt x="16015" y="16015"/>
                  </a:lnTo>
                  <a:lnTo>
                    <a:pt x="16036" y="16015"/>
                  </a:lnTo>
                  <a:cubicBezTo>
                    <a:pt x="16036" y="15951"/>
                    <a:pt x="16036" y="15951"/>
                    <a:pt x="16036" y="15951"/>
                  </a:cubicBezTo>
                  <a:cubicBezTo>
                    <a:pt x="16079" y="15951"/>
                    <a:pt x="16079" y="15951"/>
                    <a:pt x="16079" y="15951"/>
                  </a:cubicBezTo>
                  <a:lnTo>
                    <a:pt x="16079" y="15951"/>
                  </a:lnTo>
                  <a:lnTo>
                    <a:pt x="16079" y="15951"/>
                  </a:lnTo>
                  <a:lnTo>
                    <a:pt x="16079" y="15951"/>
                  </a:lnTo>
                  <a:lnTo>
                    <a:pt x="16036" y="15951"/>
                  </a:lnTo>
                  <a:lnTo>
                    <a:pt x="16036" y="15951"/>
                  </a:lnTo>
                  <a:cubicBezTo>
                    <a:pt x="16015" y="15951"/>
                    <a:pt x="16015" y="15951"/>
                    <a:pt x="16015" y="15951"/>
                  </a:cubicBezTo>
                  <a:cubicBezTo>
                    <a:pt x="15951" y="15951"/>
                    <a:pt x="15951" y="15951"/>
                    <a:pt x="15951" y="15951"/>
                  </a:cubicBezTo>
                  <a:cubicBezTo>
                    <a:pt x="15951" y="16015"/>
                    <a:pt x="15951" y="16015"/>
                    <a:pt x="15951" y="16015"/>
                  </a:cubicBezTo>
                  <a:lnTo>
                    <a:pt x="15909" y="16015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lnTo>
                    <a:pt x="15951" y="15951"/>
                  </a:lnTo>
                  <a:cubicBezTo>
                    <a:pt x="16015" y="15951"/>
                    <a:pt x="16015" y="15909"/>
                    <a:pt x="16036" y="15909"/>
                  </a:cubicBezTo>
                  <a:cubicBezTo>
                    <a:pt x="16036" y="15909"/>
                    <a:pt x="16036" y="15909"/>
                    <a:pt x="16079" y="15909"/>
                  </a:cubicBezTo>
                  <a:lnTo>
                    <a:pt x="16079" y="15909"/>
                  </a:lnTo>
                  <a:cubicBezTo>
                    <a:pt x="16079" y="15909"/>
                    <a:pt x="16079" y="15909"/>
                    <a:pt x="16079" y="15951"/>
                  </a:cubicBezTo>
                  <a:lnTo>
                    <a:pt x="16185" y="16015"/>
                  </a:lnTo>
                  <a:lnTo>
                    <a:pt x="16185" y="16015"/>
                  </a:lnTo>
                  <a:lnTo>
                    <a:pt x="16185" y="16015"/>
                  </a:lnTo>
                  <a:close/>
                  <a:moveTo>
                    <a:pt x="16163" y="15951"/>
                  </a:moveTo>
                  <a:lnTo>
                    <a:pt x="16079" y="15951"/>
                  </a:lnTo>
                  <a:cubicBezTo>
                    <a:pt x="16079" y="16015"/>
                    <a:pt x="16079" y="16015"/>
                    <a:pt x="16036" y="16015"/>
                  </a:cubicBezTo>
                  <a:lnTo>
                    <a:pt x="16036" y="16015"/>
                  </a:lnTo>
                  <a:lnTo>
                    <a:pt x="16036" y="16079"/>
                  </a:lnTo>
                  <a:lnTo>
                    <a:pt x="16036" y="16079"/>
                  </a:lnTo>
                  <a:cubicBezTo>
                    <a:pt x="16079" y="16079"/>
                    <a:pt x="16079" y="16079"/>
                    <a:pt x="16079" y="16079"/>
                  </a:cubicBezTo>
                  <a:lnTo>
                    <a:pt x="16079" y="16079"/>
                  </a:lnTo>
                  <a:cubicBezTo>
                    <a:pt x="16079" y="16079"/>
                    <a:pt x="16079" y="16079"/>
                    <a:pt x="16079" y="16015"/>
                  </a:cubicBezTo>
                  <a:cubicBezTo>
                    <a:pt x="16163" y="16015"/>
                    <a:pt x="16163" y="16015"/>
                    <a:pt x="16163" y="16015"/>
                  </a:cubicBezTo>
                  <a:lnTo>
                    <a:pt x="16163" y="16015"/>
                  </a:lnTo>
                  <a:lnTo>
                    <a:pt x="16163" y="16015"/>
                  </a:lnTo>
                  <a:lnTo>
                    <a:pt x="16163" y="15951"/>
                  </a:lnTo>
                  <a:lnTo>
                    <a:pt x="16163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45C6E0D-E906-4B74-AC8C-7A997BEE630E}"/>
                </a:ext>
              </a:extLst>
            </p:cNvPr>
            <p:cNvSpPr/>
            <p:nvPr/>
          </p:nvSpPr>
          <p:spPr>
            <a:xfrm>
              <a:off x="6414812" y="4741713"/>
              <a:ext cx="31327" cy="31327"/>
            </a:xfrm>
            <a:custGeom>
              <a:avLst/>
              <a:gdLst>
                <a:gd name="connsiteX0" fmla="*/ 15909 w 21212"/>
                <a:gd name="connsiteY0" fmla="*/ 15951 h 21212"/>
                <a:gd name="connsiteX1" fmla="*/ 15909 w 21212"/>
                <a:gd name="connsiteY1" fmla="*/ 15909 h 21212"/>
                <a:gd name="connsiteX2" fmla="*/ 15909 w 21212"/>
                <a:gd name="connsiteY2" fmla="*/ 15909 h 21212"/>
                <a:gd name="connsiteX3" fmla="*/ 15909 w 21212"/>
                <a:gd name="connsiteY3" fmla="*/ 15909 h 21212"/>
                <a:gd name="connsiteX4" fmla="*/ 15909 w 21212"/>
                <a:gd name="connsiteY4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5909" y="15951"/>
                  </a:moveTo>
                  <a:lnTo>
                    <a:pt x="15909" y="15909"/>
                  </a:lnTo>
                  <a:lnTo>
                    <a:pt x="15909" y="15909"/>
                  </a:lnTo>
                  <a:lnTo>
                    <a:pt x="15909" y="15909"/>
                  </a:lnTo>
                  <a:lnTo>
                    <a:pt x="15909" y="1595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36A155B6-CF1E-4A97-B043-F55222BCCD76}"/>
                </a:ext>
              </a:extLst>
            </p:cNvPr>
            <p:cNvSpPr/>
            <p:nvPr/>
          </p:nvSpPr>
          <p:spPr>
            <a:xfrm>
              <a:off x="6401842" y="4743843"/>
              <a:ext cx="31327" cy="31327"/>
            </a:xfrm>
            <a:custGeom>
              <a:avLst/>
              <a:gdLst>
                <a:gd name="connsiteX0" fmla="*/ 15951 w 21212"/>
                <a:gd name="connsiteY0" fmla="*/ 15909 h 21212"/>
                <a:gd name="connsiteX1" fmla="*/ 16673 w 21212"/>
                <a:gd name="connsiteY1" fmla="*/ 16206 h 21212"/>
                <a:gd name="connsiteX2" fmla="*/ 17054 w 21212"/>
                <a:gd name="connsiteY2" fmla="*/ 15994 h 21212"/>
                <a:gd name="connsiteX3" fmla="*/ 17160 w 21212"/>
                <a:gd name="connsiteY3" fmla="*/ 15994 h 21212"/>
                <a:gd name="connsiteX4" fmla="*/ 16609 w 21212"/>
                <a:gd name="connsiteY4" fmla="*/ 16376 h 21212"/>
                <a:gd name="connsiteX5" fmla="*/ 15909 w 21212"/>
                <a:gd name="connsiteY5" fmla="*/ 15930 h 21212"/>
                <a:gd name="connsiteX6" fmla="*/ 15951 w 21212"/>
                <a:gd name="connsiteY6" fmla="*/ 159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5951" y="15909"/>
                  </a:moveTo>
                  <a:lnTo>
                    <a:pt x="16673" y="16206"/>
                  </a:lnTo>
                  <a:lnTo>
                    <a:pt x="17054" y="15994"/>
                  </a:lnTo>
                  <a:lnTo>
                    <a:pt x="17160" y="15994"/>
                  </a:lnTo>
                  <a:lnTo>
                    <a:pt x="16609" y="16376"/>
                  </a:lnTo>
                  <a:lnTo>
                    <a:pt x="15909" y="15930"/>
                  </a:lnTo>
                  <a:lnTo>
                    <a:pt x="15951" y="159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5996CA3A-F907-47BC-8B52-4638BEBA0362}"/>
                </a:ext>
              </a:extLst>
            </p:cNvPr>
            <p:cNvSpPr/>
            <p:nvPr/>
          </p:nvSpPr>
          <p:spPr>
            <a:xfrm>
              <a:off x="6402938" y="4742840"/>
              <a:ext cx="31327" cy="31327"/>
            </a:xfrm>
            <a:custGeom>
              <a:avLst/>
              <a:gdLst>
                <a:gd name="connsiteX0" fmla="*/ 16885 w 21212"/>
                <a:gd name="connsiteY0" fmla="*/ 15909 h 21212"/>
                <a:gd name="connsiteX1" fmla="*/ 16991 w 21212"/>
                <a:gd name="connsiteY1" fmla="*/ 16015 h 21212"/>
                <a:gd name="connsiteX2" fmla="*/ 17054 w 21212"/>
                <a:gd name="connsiteY2" fmla="*/ 16164 h 21212"/>
                <a:gd name="connsiteX3" fmla="*/ 16991 w 21212"/>
                <a:gd name="connsiteY3" fmla="*/ 16312 h 21212"/>
                <a:gd name="connsiteX4" fmla="*/ 16885 w 21212"/>
                <a:gd name="connsiteY4" fmla="*/ 16376 h 21212"/>
                <a:gd name="connsiteX5" fmla="*/ 16630 w 21212"/>
                <a:gd name="connsiteY5" fmla="*/ 16461 h 21212"/>
                <a:gd name="connsiteX6" fmla="*/ 16439 w 21212"/>
                <a:gd name="connsiteY6" fmla="*/ 16524 h 21212"/>
                <a:gd name="connsiteX7" fmla="*/ 16291 w 21212"/>
                <a:gd name="connsiteY7" fmla="*/ 16524 h 21212"/>
                <a:gd name="connsiteX8" fmla="*/ 16079 w 21212"/>
                <a:gd name="connsiteY8" fmla="*/ 16397 h 21212"/>
                <a:gd name="connsiteX9" fmla="*/ 15952 w 21212"/>
                <a:gd name="connsiteY9" fmla="*/ 16333 h 21212"/>
                <a:gd name="connsiteX10" fmla="*/ 15909 w 21212"/>
                <a:gd name="connsiteY10" fmla="*/ 16185 h 21212"/>
                <a:gd name="connsiteX11" fmla="*/ 15909 w 21212"/>
                <a:gd name="connsiteY11" fmla="*/ 16121 h 21212"/>
                <a:gd name="connsiteX12" fmla="*/ 16079 w 21212"/>
                <a:gd name="connsiteY12" fmla="*/ 15951 h 21212"/>
                <a:gd name="connsiteX13" fmla="*/ 16227 w 21212"/>
                <a:gd name="connsiteY13" fmla="*/ 15909 h 21212"/>
                <a:gd name="connsiteX14" fmla="*/ 16439 w 21212"/>
                <a:gd name="connsiteY14" fmla="*/ 15909 h 21212"/>
                <a:gd name="connsiteX15" fmla="*/ 16630 w 21212"/>
                <a:gd name="connsiteY15" fmla="*/ 15909 h 21212"/>
                <a:gd name="connsiteX16" fmla="*/ 16885 w 21212"/>
                <a:gd name="connsiteY16" fmla="*/ 15909 h 21212"/>
                <a:gd name="connsiteX17" fmla="*/ 16758 w 21212"/>
                <a:gd name="connsiteY17" fmla="*/ 15951 h 21212"/>
                <a:gd name="connsiteX18" fmla="*/ 16546 w 21212"/>
                <a:gd name="connsiteY18" fmla="*/ 15909 h 21212"/>
                <a:gd name="connsiteX19" fmla="*/ 16439 w 21212"/>
                <a:gd name="connsiteY19" fmla="*/ 15909 h 21212"/>
                <a:gd name="connsiteX20" fmla="*/ 16291 w 21212"/>
                <a:gd name="connsiteY20" fmla="*/ 15951 h 21212"/>
                <a:gd name="connsiteX21" fmla="*/ 16164 w 21212"/>
                <a:gd name="connsiteY21" fmla="*/ 16015 h 21212"/>
                <a:gd name="connsiteX22" fmla="*/ 16079 w 21212"/>
                <a:gd name="connsiteY22" fmla="*/ 16121 h 21212"/>
                <a:gd name="connsiteX23" fmla="*/ 16015 w 21212"/>
                <a:gd name="connsiteY23" fmla="*/ 16185 h 21212"/>
                <a:gd name="connsiteX24" fmla="*/ 16079 w 21212"/>
                <a:gd name="connsiteY24" fmla="*/ 16312 h 21212"/>
                <a:gd name="connsiteX25" fmla="*/ 16206 w 21212"/>
                <a:gd name="connsiteY25" fmla="*/ 16376 h 21212"/>
                <a:gd name="connsiteX26" fmla="*/ 16312 w 21212"/>
                <a:gd name="connsiteY26" fmla="*/ 16397 h 21212"/>
                <a:gd name="connsiteX27" fmla="*/ 16461 w 21212"/>
                <a:gd name="connsiteY27" fmla="*/ 16397 h 21212"/>
                <a:gd name="connsiteX28" fmla="*/ 16630 w 21212"/>
                <a:gd name="connsiteY28" fmla="*/ 16397 h 21212"/>
                <a:gd name="connsiteX29" fmla="*/ 16800 w 21212"/>
                <a:gd name="connsiteY29" fmla="*/ 16333 h 21212"/>
                <a:gd name="connsiteX30" fmla="*/ 16885 w 21212"/>
                <a:gd name="connsiteY30" fmla="*/ 16312 h 21212"/>
                <a:gd name="connsiteX31" fmla="*/ 16906 w 21212"/>
                <a:gd name="connsiteY31" fmla="*/ 16164 h 21212"/>
                <a:gd name="connsiteX32" fmla="*/ 16885 w 21212"/>
                <a:gd name="connsiteY32" fmla="*/ 16057 h 21212"/>
                <a:gd name="connsiteX33" fmla="*/ 16758 w 21212"/>
                <a:gd name="connsiteY33" fmla="*/ 1595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212" h="21212">
                  <a:moveTo>
                    <a:pt x="16885" y="15909"/>
                  </a:moveTo>
                  <a:cubicBezTo>
                    <a:pt x="16906" y="15951"/>
                    <a:pt x="16970" y="15951"/>
                    <a:pt x="16991" y="16015"/>
                  </a:cubicBezTo>
                  <a:cubicBezTo>
                    <a:pt x="17054" y="16057"/>
                    <a:pt x="17054" y="16121"/>
                    <a:pt x="17054" y="16164"/>
                  </a:cubicBezTo>
                  <a:cubicBezTo>
                    <a:pt x="17054" y="16185"/>
                    <a:pt x="17054" y="16185"/>
                    <a:pt x="16991" y="16312"/>
                  </a:cubicBezTo>
                  <a:cubicBezTo>
                    <a:pt x="16970" y="16312"/>
                    <a:pt x="16906" y="16333"/>
                    <a:pt x="16885" y="16376"/>
                  </a:cubicBezTo>
                  <a:cubicBezTo>
                    <a:pt x="16800" y="16397"/>
                    <a:pt x="16758" y="16397"/>
                    <a:pt x="16630" y="16461"/>
                  </a:cubicBezTo>
                  <a:cubicBezTo>
                    <a:pt x="16588" y="16524"/>
                    <a:pt x="16524" y="16524"/>
                    <a:pt x="16439" y="16524"/>
                  </a:cubicBezTo>
                  <a:cubicBezTo>
                    <a:pt x="16397" y="16524"/>
                    <a:pt x="16312" y="16524"/>
                    <a:pt x="16291" y="16524"/>
                  </a:cubicBezTo>
                  <a:cubicBezTo>
                    <a:pt x="16206" y="16461"/>
                    <a:pt x="16164" y="16461"/>
                    <a:pt x="16079" y="16397"/>
                  </a:cubicBezTo>
                  <a:cubicBezTo>
                    <a:pt x="16015" y="16397"/>
                    <a:pt x="15994" y="16376"/>
                    <a:pt x="15952" y="16333"/>
                  </a:cubicBezTo>
                  <a:cubicBezTo>
                    <a:pt x="15909" y="16312"/>
                    <a:pt x="15909" y="16312"/>
                    <a:pt x="15909" y="16185"/>
                  </a:cubicBezTo>
                  <a:lnTo>
                    <a:pt x="15909" y="16121"/>
                  </a:lnTo>
                  <a:cubicBezTo>
                    <a:pt x="15952" y="16057"/>
                    <a:pt x="15994" y="16015"/>
                    <a:pt x="16079" y="15951"/>
                  </a:cubicBezTo>
                  <a:cubicBezTo>
                    <a:pt x="16121" y="15909"/>
                    <a:pt x="16206" y="15909"/>
                    <a:pt x="16227" y="15909"/>
                  </a:cubicBezTo>
                  <a:cubicBezTo>
                    <a:pt x="16312" y="15909"/>
                    <a:pt x="16397" y="15909"/>
                    <a:pt x="16439" y="15909"/>
                  </a:cubicBezTo>
                  <a:cubicBezTo>
                    <a:pt x="16524" y="15909"/>
                    <a:pt x="16588" y="15909"/>
                    <a:pt x="16630" y="15909"/>
                  </a:cubicBezTo>
                  <a:cubicBezTo>
                    <a:pt x="16758" y="15909"/>
                    <a:pt x="16800" y="15909"/>
                    <a:pt x="16885" y="15909"/>
                  </a:cubicBezTo>
                  <a:close/>
                  <a:moveTo>
                    <a:pt x="16758" y="15951"/>
                  </a:moveTo>
                  <a:cubicBezTo>
                    <a:pt x="16673" y="15951"/>
                    <a:pt x="16630" y="15951"/>
                    <a:pt x="16546" y="15909"/>
                  </a:cubicBezTo>
                  <a:cubicBezTo>
                    <a:pt x="16524" y="15909"/>
                    <a:pt x="16461" y="15909"/>
                    <a:pt x="16439" y="15909"/>
                  </a:cubicBezTo>
                  <a:cubicBezTo>
                    <a:pt x="16355" y="15909"/>
                    <a:pt x="16312" y="15909"/>
                    <a:pt x="16291" y="15951"/>
                  </a:cubicBezTo>
                  <a:cubicBezTo>
                    <a:pt x="16227" y="15951"/>
                    <a:pt x="16206" y="16015"/>
                    <a:pt x="16164" y="16015"/>
                  </a:cubicBezTo>
                  <a:cubicBezTo>
                    <a:pt x="16121" y="16015"/>
                    <a:pt x="16079" y="16057"/>
                    <a:pt x="16079" y="16121"/>
                  </a:cubicBezTo>
                  <a:cubicBezTo>
                    <a:pt x="16015" y="16121"/>
                    <a:pt x="16015" y="16164"/>
                    <a:pt x="16015" y="16185"/>
                  </a:cubicBezTo>
                  <a:cubicBezTo>
                    <a:pt x="16015" y="16185"/>
                    <a:pt x="16015" y="16270"/>
                    <a:pt x="16079" y="16312"/>
                  </a:cubicBezTo>
                  <a:cubicBezTo>
                    <a:pt x="16079" y="16333"/>
                    <a:pt x="16121" y="16333"/>
                    <a:pt x="16206" y="16376"/>
                  </a:cubicBezTo>
                  <a:cubicBezTo>
                    <a:pt x="16227" y="16376"/>
                    <a:pt x="16291" y="16397"/>
                    <a:pt x="16312" y="16397"/>
                  </a:cubicBezTo>
                  <a:cubicBezTo>
                    <a:pt x="16397" y="16397"/>
                    <a:pt x="16439" y="16397"/>
                    <a:pt x="16461" y="16397"/>
                  </a:cubicBezTo>
                  <a:cubicBezTo>
                    <a:pt x="16524" y="16397"/>
                    <a:pt x="16588" y="16397"/>
                    <a:pt x="16630" y="16397"/>
                  </a:cubicBezTo>
                  <a:cubicBezTo>
                    <a:pt x="16673" y="16376"/>
                    <a:pt x="16758" y="16333"/>
                    <a:pt x="16800" y="16333"/>
                  </a:cubicBezTo>
                  <a:cubicBezTo>
                    <a:pt x="16821" y="16333"/>
                    <a:pt x="16885" y="16312"/>
                    <a:pt x="16885" y="16312"/>
                  </a:cubicBezTo>
                  <a:cubicBezTo>
                    <a:pt x="16906" y="16185"/>
                    <a:pt x="16906" y="16185"/>
                    <a:pt x="16906" y="16164"/>
                  </a:cubicBezTo>
                  <a:cubicBezTo>
                    <a:pt x="16906" y="16121"/>
                    <a:pt x="16885" y="16121"/>
                    <a:pt x="16885" y="16057"/>
                  </a:cubicBezTo>
                  <a:cubicBezTo>
                    <a:pt x="16821" y="16015"/>
                    <a:pt x="16821" y="16015"/>
                    <a:pt x="16758" y="1595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B7516046-8CE3-4F0D-82B9-263CCA6F2B17}"/>
                </a:ext>
              </a:extLst>
            </p:cNvPr>
            <p:cNvSpPr/>
            <p:nvPr/>
          </p:nvSpPr>
          <p:spPr>
            <a:xfrm>
              <a:off x="6404004" y="4742057"/>
              <a:ext cx="31327" cy="31327"/>
            </a:xfrm>
            <a:custGeom>
              <a:avLst/>
              <a:gdLst>
                <a:gd name="connsiteX0" fmla="*/ 16461 w 21212"/>
                <a:gd name="connsiteY0" fmla="*/ 16397 h 21212"/>
                <a:gd name="connsiteX1" fmla="*/ 16758 w 21212"/>
                <a:gd name="connsiteY1" fmla="*/ 16461 h 21212"/>
                <a:gd name="connsiteX2" fmla="*/ 16673 w 21212"/>
                <a:gd name="connsiteY2" fmla="*/ 16567 h 21212"/>
                <a:gd name="connsiteX3" fmla="*/ 15909 w 21212"/>
                <a:gd name="connsiteY3" fmla="*/ 16227 h 21212"/>
                <a:gd name="connsiteX4" fmla="*/ 16164 w 21212"/>
                <a:gd name="connsiteY4" fmla="*/ 16100 h 21212"/>
                <a:gd name="connsiteX5" fmla="*/ 16270 w 21212"/>
                <a:gd name="connsiteY5" fmla="*/ 15994 h 21212"/>
                <a:gd name="connsiteX6" fmla="*/ 16333 w 21212"/>
                <a:gd name="connsiteY6" fmla="*/ 15994 h 21212"/>
                <a:gd name="connsiteX7" fmla="*/ 16567 w 21212"/>
                <a:gd name="connsiteY7" fmla="*/ 15909 h 21212"/>
                <a:gd name="connsiteX8" fmla="*/ 16694 w 21212"/>
                <a:gd name="connsiteY8" fmla="*/ 15951 h 21212"/>
                <a:gd name="connsiteX9" fmla="*/ 16715 w 21212"/>
                <a:gd name="connsiteY9" fmla="*/ 15994 h 21212"/>
                <a:gd name="connsiteX10" fmla="*/ 16779 w 21212"/>
                <a:gd name="connsiteY10" fmla="*/ 16100 h 21212"/>
                <a:gd name="connsiteX11" fmla="*/ 16715 w 21212"/>
                <a:gd name="connsiteY11" fmla="*/ 16121 h 21212"/>
                <a:gd name="connsiteX12" fmla="*/ 16694 w 21212"/>
                <a:gd name="connsiteY12" fmla="*/ 16227 h 21212"/>
                <a:gd name="connsiteX13" fmla="*/ 16694 w 21212"/>
                <a:gd name="connsiteY13" fmla="*/ 16227 h 21212"/>
                <a:gd name="connsiteX14" fmla="*/ 17224 w 21212"/>
                <a:gd name="connsiteY14" fmla="*/ 16227 h 21212"/>
                <a:gd name="connsiteX15" fmla="*/ 17139 w 21212"/>
                <a:gd name="connsiteY15" fmla="*/ 16312 h 21212"/>
                <a:gd name="connsiteX16" fmla="*/ 16609 w 21212"/>
                <a:gd name="connsiteY16" fmla="*/ 16312 h 21212"/>
                <a:gd name="connsiteX17" fmla="*/ 16461 w 21212"/>
                <a:gd name="connsiteY17" fmla="*/ 16397 h 21212"/>
                <a:gd name="connsiteX18" fmla="*/ 16100 w 21212"/>
                <a:gd name="connsiteY18" fmla="*/ 16185 h 21212"/>
                <a:gd name="connsiteX19" fmla="*/ 16397 w 21212"/>
                <a:gd name="connsiteY19" fmla="*/ 16312 h 21212"/>
                <a:gd name="connsiteX20" fmla="*/ 16503 w 21212"/>
                <a:gd name="connsiteY20" fmla="*/ 16312 h 21212"/>
                <a:gd name="connsiteX21" fmla="*/ 16609 w 21212"/>
                <a:gd name="connsiteY21" fmla="*/ 16227 h 21212"/>
                <a:gd name="connsiteX22" fmla="*/ 16651 w 21212"/>
                <a:gd name="connsiteY22" fmla="*/ 16185 h 21212"/>
                <a:gd name="connsiteX23" fmla="*/ 16694 w 21212"/>
                <a:gd name="connsiteY23" fmla="*/ 16100 h 21212"/>
                <a:gd name="connsiteX24" fmla="*/ 16609 w 21212"/>
                <a:gd name="connsiteY24" fmla="*/ 16036 h 21212"/>
                <a:gd name="connsiteX25" fmla="*/ 16503 w 21212"/>
                <a:gd name="connsiteY25" fmla="*/ 15994 h 21212"/>
                <a:gd name="connsiteX26" fmla="*/ 16397 w 21212"/>
                <a:gd name="connsiteY26" fmla="*/ 16036 h 21212"/>
                <a:gd name="connsiteX27" fmla="*/ 16333 w 21212"/>
                <a:gd name="connsiteY27" fmla="*/ 16100 h 21212"/>
                <a:gd name="connsiteX28" fmla="*/ 16248 w 21212"/>
                <a:gd name="connsiteY28" fmla="*/ 16121 h 21212"/>
                <a:gd name="connsiteX29" fmla="*/ 16100 w 21212"/>
                <a:gd name="connsiteY29" fmla="*/ 1618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12" h="21212">
                  <a:moveTo>
                    <a:pt x="16461" y="16397"/>
                  </a:moveTo>
                  <a:lnTo>
                    <a:pt x="16758" y="16461"/>
                  </a:lnTo>
                  <a:lnTo>
                    <a:pt x="16673" y="16567"/>
                  </a:lnTo>
                  <a:lnTo>
                    <a:pt x="15909" y="16227"/>
                  </a:lnTo>
                  <a:lnTo>
                    <a:pt x="16164" y="16100"/>
                  </a:lnTo>
                  <a:cubicBezTo>
                    <a:pt x="16185" y="16036"/>
                    <a:pt x="16248" y="16036"/>
                    <a:pt x="16270" y="15994"/>
                  </a:cubicBezTo>
                  <a:lnTo>
                    <a:pt x="16333" y="15994"/>
                  </a:lnTo>
                  <a:cubicBezTo>
                    <a:pt x="16397" y="15951"/>
                    <a:pt x="16482" y="15951"/>
                    <a:pt x="16567" y="15909"/>
                  </a:cubicBezTo>
                  <a:cubicBezTo>
                    <a:pt x="16609" y="15909"/>
                    <a:pt x="16694" y="15951"/>
                    <a:pt x="16694" y="15951"/>
                  </a:cubicBezTo>
                  <a:cubicBezTo>
                    <a:pt x="16715" y="15994"/>
                    <a:pt x="16715" y="15994"/>
                    <a:pt x="16715" y="15994"/>
                  </a:cubicBezTo>
                  <a:cubicBezTo>
                    <a:pt x="16779" y="16036"/>
                    <a:pt x="16779" y="16100"/>
                    <a:pt x="16779" y="16100"/>
                  </a:cubicBezTo>
                  <a:cubicBezTo>
                    <a:pt x="16779" y="16100"/>
                    <a:pt x="16779" y="16121"/>
                    <a:pt x="16715" y="16121"/>
                  </a:cubicBezTo>
                  <a:cubicBezTo>
                    <a:pt x="16715" y="16185"/>
                    <a:pt x="16694" y="16185"/>
                    <a:pt x="16694" y="16227"/>
                  </a:cubicBezTo>
                  <a:lnTo>
                    <a:pt x="16694" y="16227"/>
                  </a:lnTo>
                  <a:lnTo>
                    <a:pt x="17224" y="16227"/>
                  </a:lnTo>
                  <a:lnTo>
                    <a:pt x="17139" y="16312"/>
                  </a:lnTo>
                  <a:lnTo>
                    <a:pt x="16609" y="16312"/>
                  </a:lnTo>
                  <a:lnTo>
                    <a:pt x="16461" y="16397"/>
                  </a:lnTo>
                  <a:close/>
                  <a:moveTo>
                    <a:pt x="16100" y="16185"/>
                  </a:moveTo>
                  <a:lnTo>
                    <a:pt x="16397" y="16312"/>
                  </a:lnTo>
                  <a:lnTo>
                    <a:pt x="16503" y="16312"/>
                  </a:lnTo>
                  <a:cubicBezTo>
                    <a:pt x="16567" y="16312"/>
                    <a:pt x="16567" y="16227"/>
                    <a:pt x="16609" y="16227"/>
                  </a:cubicBezTo>
                  <a:cubicBezTo>
                    <a:pt x="16609" y="16185"/>
                    <a:pt x="16609" y="16185"/>
                    <a:pt x="16651" y="16185"/>
                  </a:cubicBezTo>
                  <a:cubicBezTo>
                    <a:pt x="16651" y="16121"/>
                    <a:pt x="16694" y="16121"/>
                    <a:pt x="16694" y="16100"/>
                  </a:cubicBezTo>
                  <a:cubicBezTo>
                    <a:pt x="16651" y="16100"/>
                    <a:pt x="16651" y="16036"/>
                    <a:pt x="16609" y="16036"/>
                  </a:cubicBezTo>
                  <a:cubicBezTo>
                    <a:pt x="16567" y="15994"/>
                    <a:pt x="16567" y="15994"/>
                    <a:pt x="16503" y="15994"/>
                  </a:cubicBezTo>
                  <a:cubicBezTo>
                    <a:pt x="16482" y="15994"/>
                    <a:pt x="16482" y="15994"/>
                    <a:pt x="16397" y="16036"/>
                  </a:cubicBezTo>
                  <a:cubicBezTo>
                    <a:pt x="16354" y="16036"/>
                    <a:pt x="16354" y="16036"/>
                    <a:pt x="16333" y="16100"/>
                  </a:cubicBezTo>
                  <a:cubicBezTo>
                    <a:pt x="16333" y="16100"/>
                    <a:pt x="16270" y="16100"/>
                    <a:pt x="16248" y="16121"/>
                  </a:cubicBezTo>
                  <a:lnTo>
                    <a:pt x="16100" y="16185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7FAECA76-10BA-4EA8-8B98-A19167D18EB3}"/>
                </a:ext>
              </a:extLst>
            </p:cNvPr>
            <p:cNvSpPr/>
            <p:nvPr/>
          </p:nvSpPr>
          <p:spPr>
            <a:xfrm>
              <a:off x="6405164" y="4741305"/>
              <a:ext cx="31327" cy="31327"/>
            </a:xfrm>
            <a:custGeom>
              <a:avLst/>
              <a:gdLst>
                <a:gd name="connsiteX0" fmla="*/ 16651 w 21212"/>
                <a:gd name="connsiteY0" fmla="*/ 16503 h 21212"/>
                <a:gd name="connsiteX1" fmla="*/ 17076 w 21212"/>
                <a:gd name="connsiteY1" fmla="*/ 16227 h 21212"/>
                <a:gd name="connsiteX2" fmla="*/ 17139 w 21212"/>
                <a:gd name="connsiteY2" fmla="*/ 16291 h 21212"/>
                <a:gd name="connsiteX3" fmla="*/ 16673 w 21212"/>
                <a:gd name="connsiteY3" fmla="*/ 16630 h 21212"/>
                <a:gd name="connsiteX4" fmla="*/ 15909 w 21212"/>
                <a:gd name="connsiteY4" fmla="*/ 16227 h 21212"/>
                <a:gd name="connsiteX5" fmla="*/ 16354 w 21212"/>
                <a:gd name="connsiteY5" fmla="*/ 15909 h 21212"/>
                <a:gd name="connsiteX6" fmla="*/ 16439 w 21212"/>
                <a:gd name="connsiteY6" fmla="*/ 15973 h 21212"/>
                <a:gd name="connsiteX7" fmla="*/ 16079 w 21212"/>
                <a:gd name="connsiteY7" fmla="*/ 16185 h 21212"/>
                <a:gd name="connsiteX8" fmla="*/ 16291 w 21212"/>
                <a:gd name="connsiteY8" fmla="*/ 16355 h 21212"/>
                <a:gd name="connsiteX9" fmla="*/ 16673 w 21212"/>
                <a:gd name="connsiteY9" fmla="*/ 16142 h 21212"/>
                <a:gd name="connsiteX10" fmla="*/ 16757 w 21212"/>
                <a:gd name="connsiteY10" fmla="*/ 16164 h 21212"/>
                <a:gd name="connsiteX11" fmla="*/ 16397 w 21212"/>
                <a:gd name="connsiteY11" fmla="*/ 16397 h 21212"/>
                <a:gd name="connsiteX12" fmla="*/ 16651 w 21212"/>
                <a:gd name="connsiteY12" fmla="*/ 1650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212" h="21212">
                  <a:moveTo>
                    <a:pt x="16651" y="16503"/>
                  </a:moveTo>
                  <a:lnTo>
                    <a:pt x="17076" y="16227"/>
                  </a:lnTo>
                  <a:lnTo>
                    <a:pt x="17139" y="16291"/>
                  </a:lnTo>
                  <a:lnTo>
                    <a:pt x="16673" y="16630"/>
                  </a:lnTo>
                  <a:lnTo>
                    <a:pt x="15909" y="16227"/>
                  </a:lnTo>
                  <a:lnTo>
                    <a:pt x="16354" y="15909"/>
                  </a:lnTo>
                  <a:lnTo>
                    <a:pt x="16439" y="15973"/>
                  </a:lnTo>
                  <a:lnTo>
                    <a:pt x="16079" y="16185"/>
                  </a:lnTo>
                  <a:lnTo>
                    <a:pt x="16291" y="16355"/>
                  </a:lnTo>
                  <a:lnTo>
                    <a:pt x="16673" y="16142"/>
                  </a:lnTo>
                  <a:lnTo>
                    <a:pt x="16757" y="16164"/>
                  </a:lnTo>
                  <a:lnTo>
                    <a:pt x="16397" y="16397"/>
                  </a:lnTo>
                  <a:lnTo>
                    <a:pt x="16651" y="1650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889E42A9-8527-423A-9FF8-BD9AA8FB5D91}"/>
                </a:ext>
              </a:extLst>
            </p:cNvPr>
            <p:cNvSpPr/>
            <p:nvPr/>
          </p:nvSpPr>
          <p:spPr>
            <a:xfrm>
              <a:off x="6406165" y="4740428"/>
              <a:ext cx="31327" cy="31327"/>
            </a:xfrm>
            <a:custGeom>
              <a:avLst/>
              <a:gdLst>
                <a:gd name="connsiteX0" fmla="*/ 17139 w 21212"/>
                <a:gd name="connsiteY0" fmla="*/ 16524 h 21212"/>
                <a:gd name="connsiteX1" fmla="*/ 17076 w 21212"/>
                <a:gd name="connsiteY1" fmla="*/ 16567 h 21212"/>
                <a:gd name="connsiteX2" fmla="*/ 16397 w 21212"/>
                <a:gd name="connsiteY2" fmla="*/ 16418 h 21212"/>
                <a:gd name="connsiteX3" fmla="*/ 16100 w 21212"/>
                <a:gd name="connsiteY3" fmla="*/ 16397 h 21212"/>
                <a:gd name="connsiteX4" fmla="*/ 16100 w 21212"/>
                <a:gd name="connsiteY4" fmla="*/ 16418 h 21212"/>
                <a:gd name="connsiteX5" fmla="*/ 16397 w 21212"/>
                <a:gd name="connsiteY5" fmla="*/ 16567 h 21212"/>
                <a:gd name="connsiteX6" fmla="*/ 16779 w 21212"/>
                <a:gd name="connsiteY6" fmla="*/ 16758 h 21212"/>
                <a:gd name="connsiteX7" fmla="*/ 16694 w 21212"/>
                <a:gd name="connsiteY7" fmla="*/ 16779 h 21212"/>
                <a:gd name="connsiteX8" fmla="*/ 15909 w 21212"/>
                <a:gd name="connsiteY8" fmla="*/ 16418 h 21212"/>
                <a:gd name="connsiteX9" fmla="*/ 16036 w 21212"/>
                <a:gd name="connsiteY9" fmla="*/ 16333 h 21212"/>
                <a:gd name="connsiteX10" fmla="*/ 16694 w 21212"/>
                <a:gd name="connsiteY10" fmla="*/ 16418 h 21212"/>
                <a:gd name="connsiteX11" fmla="*/ 16948 w 21212"/>
                <a:gd name="connsiteY11" fmla="*/ 16418 h 21212"/>
                <a:gd name="connsiteX12" fmla="*/ 16948 w 21212"/>
                <a:gd name="connsiteY12" fmla="*/ 16418 h 21212"/>
                <a:gd name="connsiteX13" fmla="*/ 16800 w 21212"/>
                <a:gd name="connsiteY13" fmla="*/ 16333 h 21212"/>
                <a:gd name="connsiteX14" fmla="*/ 16567 w 21212"/>
                <a:gd name="connsiteY14" fmla="*/ 15973 h 21212"/>
                <a:gd name="connsiteX15" fmla="*/ 16758 w 21212"/>
                <a:gd name="connsiteY15" fmla="*/ 15909 h 21212"/>
                <a:gd name="connsiteX16" fmla="*/ 17521 w 21212"/>
                <a:gd name="connsiteY16" fmla="*/ 16312 h 21212"/>
                <a:gd name="connsiteX17" fmla="*/ 17394 w 21212"/>
                <a:gd name="connsiteY17" fmla="*/ 16376 h 21212"/>
                <a:gd name="connsiteX18" fmla="*/ 16991 w 21212"/>
                <a:gd name="connsiteY18" fmla="*/ 16142 h 21212"/>
                <a:gd name="connsiteX19" fmla="*/ 16736 w 21212"/>
                <a:gd name="connsiteY19" fmla="*/ 16015 h 21212"/>
                <a:gd name="connsiteX20" fmla="*/ 16736 w 21212"/>
                <a:gd name="connsiteY20" fmla="*/ 16015 h 21212"/>
                <a:gd name="connsiteX21" fmla="*/ 16842 w 21212"/>
                <a:gd name="connsiteY21" fmla="*/ 16227 h 21212"/>
                <a:gd name="connsiteX22" fmla="*/ 17139 w 21212"/>
                <a:gd name="connsiteY22" fmla="*/ 1652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12" h="21212">
                  <a:moveTo>
                    <a:pt x="17139" y="16524"/>
                  </a:moveTo>
                  <a:lnTo>
                    <a:pt x="17076" y="16567"/>
                  </a:lnTo>
                  <a:lnTo>
                    <a:pt x="16397" y="16418"/>
                  </a:lnTo>
                  <a:cubicBezTo>
                    <a:pt x="16291" y="16418"/>
                    <a:pt x="16185" y="16418"/>
                    <a:pt x="16100" y="16397"/>
                  </a:cubicBezTo>
                  <a:lnTo>
                    <a:pt x="16100" y="16418"/>
                  </a:lnTo>
                  <a:cubicBezTo>
                    <a:pt x="16185" y="16418"/>
                    <a:pt x="16291" y="16524"/>
                    <a:pt x="16397" y="16567"/>
                  </a:cubicBezTo>
                  <a:lnTo>
                    <a:pt x="16779" y="16758"/>
                  </a:lnTo>
                  <a:lnTo>
                    <a:pt x="16694" y="16779"/>
                  </a:lnTo>
                  <a:lnTo>
                    <a:pt x="15909" y="16418"/>
                  </a:lnTo>
                  <a:lnTo>
                    <a:pt x="16036" y="16333"/>
                  </a:lnTo>
                  <a:lnTo>
                    <a:pt x="16694" y="16418"/>
                  </a:lnTo>
                  <a:cubicBezTo>
                    <a:pt x="16758" y="16418"/>
                    <a:pt x="16864" y="16418"/>
                    <a:pt x="16948" y="16418"/>
                  </a:cubicBezTo>
                  <a:lnTo>
                    <a:pt x="16948" y="16418"/>
                  </a:lnTo>
                  <a:cubicBezTo>
                    <a:pt x="16885" y="16397"/>
                    <a:pt x="16864" y="16376"/>
                    <a:pt x="16800" y="16333"/>
                  </a:cubicBezTo>
                  <a:lnTo>
                    <a:pt x="16567" y="15973"/>
                  </a:lnTo>
                  <a:lnTo>
                    <a:pt x="16758" y="15909"/>
                  </a:lnTo>
                  <a:lnTo>
                    <a:pt x="17521" y="16312"/>
                  </a:lnTo>
                  <a:lnTo>
                    <a:pt x="17394" y="16376"/>
                  </a:lnTo>
                  <a:lnTo>
                    <a:pt x="16991" y="16142"/>
                  </a:lnTo>
                  <a:cubicBezTo>
                    <a:pt x="16927" y="16142"/>
                    <a:pt x="16842" y="16036"/>
                    <a:pt x="16736" y="16015"/>
                  </a:cubicBezTo>
                  <a:lnTo>
                    <a:pt x="16736" y="16015"/>
                  </a:lnTo>
                  <a:cubicBezTo>
                    <a:pt x="16779" y="16036"/>
                    <a:pt x="16779" y="16142"/>
                    <a:pt x="16842" y="16227"/>
                  </a:cubicBezTo>
                  <a:lnTo>
                    <a:pt x="17139" y="1652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737AA800-490E-4D93-BC4C-DBC28B74EF6B}"/>
                </a:ext>
              </a:extLst>
            </p:cNvPr>
            <p:cNvSpPr/>
            <p:nvPr/>
          </p:nvSpPr>
          <p:spPr>
            <a:xfrm>
              <a:off x="6408076" y="4739864"/>
              <a:ext cx="31327" cy="31327"/>
            </a:xfrm>
            <a:custGeom>
              <a:avLst/>
              <a:gdLst>
                <a:gd name="connsiteX0" fmla="*/ 16673 w 21212"/>
                <a:gd name="connsiteY0" fmla="*/ 16354 h 21212"/>
                <a:gd name="connsiteX1" fmla="*/ 15909 w 21212"/>
                <a:gd name="connsiteY1" fmla="*/ 15973 h 21212"/>
                <a:gd name="connsiteX2" fmla="*/ 16036 w 21212"/>
                <a:gd name="connsiteY2" fmla="*/ 15909 h 21212"/>
                <a:gd name="connsiteX3" fmla="*/ 16758 w 21212"/>
                <a:gd name="connsiteY3" fmla="*/ 16291 h 21212"/>
                <a:gd name="connsiteX4" fmla="*/ 16673 w 21212"/>
                <a:gd name="connsiteY4" fmla="*/ 1635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6673" y="16354"/>
                  </a:moveTo>
                  <a:lnTo>
                    <a:pt x="15909" y="15973"/>
                  </a:lnTo>
                  <a:lnTo>
                    <a:pt x="16036" y="15909"/>
                  </a:lnTo>
                  <a:lnTo>
                    <a:pt x="16758" y="16291"/>
                  </a:lnTo>
                  <a:lnTo>
                    <a:pt x="16673" y="16354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D09E0652-D587-43FC-B5C0-75F4FE479DFD}"/>
                </a:ext>
              </a:extLst>
            </p:cNvPr>
            <p:cNvSpPr/>
            <p:nvPr/>
          </p:nvSpPr>
          <p:spPr>
            <a:xfrm>
              <a:off x="6408546" y="4739269"/>
              <a:ext cx="31327" cy="31327"/>
            </a:xfrm>
            <a:custGeom>
              <a:avLst/>
              <a:gdLst>
                <a:gd name="connsiteX0" fmla="*/ 16842 w 21212"/>
                <a:gd name="connsiteY0" fmla="*/ 16546 h 21212"/>
                <a:gd name="connsiteX1" fmla="*/ 16715 w 21212"/>
                <a:gd name="connsiteY1" fmla="*/ 16588 h 21212"/>
                <a:gd name="connsiteX2" fmla="*/ 15909 w 21212"/>
                <a:gd name="connsiteY2" fmla="*/ 16164 h 21212"/>
                <a:gd name="connsiteX3" fmla="*/ 16121 w 21212"/>
                <a:gd name="connsiteY3" fmla="*/ 16142 h 21212"/>
                <a:gd name="connsiteX4" fmla="*/ 16227 w 21212"/>
                <a:gd name="connsiteY4" fmla="*/ 16079 h 21212"/>
                <a:gd name="connsiteX5" fmla="*/ 16376 w 21212"/>
                <a:gd name="connsiteY5" fmla="*/ 15973 h 21212"/>
                <a:gd name="connsiteX6" fmla="*/ 16567 w 21212"/>
                <a:gd name="connsiteY6" fmla="*/ 15909 h 21212"/>
                <a:gd name="connsiteX7" fmla="*/ 16736 w 21212"/>
                <a:gd name="connsiteY7" fmla="*/ 15973 h 21212"/>
                <a:gd name="connsiteX8" fmla="*/ 16821 w 21212"/>
                <a:gd name="connsiteY8" fmla="*/ 16100 h 21212"/>
                <a:gd name="connsiteX9" fmla="*/ 16821 w 21212"/>
                <a:gd name="connsiteY9" fmla="*/ 16142 h 21212"/>
                <a:gd name="connsiteX10" fmla="*/ 16758 w 21212"/>
                <a:gd name="connsiteY10" fmla="*/ 16206 h 21212"/>
                <a:gd name="connsiteX11" fmla="*/ 16567 w 21212"/>
                <a:gd name="connsiteY11" fmla="*/ 16312 h 21212"/>
                <a:gd name="connsiteX12" fmla="*/ 16461 w 21212"/>
                <a:gd name="connsiteY12" fmla="*/ 16355 h 21212"/>
                <a:gd name="connsiteX13" fmla="*/ 16842 w 21212"/>
                <a:gd name="connsiteY13" fmla="*/ 16546 h 21212"/>
                <a:gd name="connsiteX14" fmla="*/ 16355 w 21212"/>
                <a:gd name="connsiteY14" fmla="*/ 16333 h 21212"/>
                <a:gd name="connsiteX15" fmla="*/ 16418 w 21212"/>
                <a:gd name="connsiteY15" fmla="*/ 16270 h 21212"/>
                <a:gd name="connsiteX16" fmla="*/ 16439 w 21212"/>
                <a:gd name="connsiteY16" fmla="*/ 16270 h 21212"/>
                <a:gd name="connsiteX17" fmla="*/ 16609 w 21212"/>
                <a:gd name="connsiteY17" fmla="*/ 16185 h 21212"/>
                <a:gd name="connsiteX18" fmla="*/ 16630 w 21212"/>
                <a:gd name="connsiteY18" fmla="*/ 16164 h 21212"/>
                <a:gd name="connsiteX19" fmla="*/ 16630 w 21212"/>
                <a:gd name="connsiteY19" fmla="*/ 16164 h 21212"/>
                <a:gd name="connsiteX20" fmla="*/ 16630 w 21212"/>
                <a:gd name="connsiteY20" fmla="*/ 16121 h 21212"/>
                <a:gd name="connsiteX21" fmla="*/ 16524 w 21212"/>
                <a:gd name="connsiteY21" fmla="*/ 16100 h 21212"/>
                <a:gd name="connsiteX22" fmla="*/ 16355 w 21212"/>
                <a:gd name="connsiteY22" fmla="*/ 16100 h 21212"/>
                <a:gd name="connsiteX23" fmla="*/ 16312 w 21212"/>
                <a:gd name="connsiteY23" fmla="*/ 16164 h 21212"/>
                <a:gd name="connsiteX24" fmla="*/ 16185 w 21212"/>
                <a:gd name="connsiteY24" fmla="*/ 16164 h 21212"/>
                <a:gd name="connsiteX25" fmla="*/ 16079 w 21212"/>
                <a:gd name="connsiteY25" fmla="*/ 16185 h 21212"/>
                <a:gd name="connsiteX26" fmla="*/ 16355 w 21212"/>
                <a:gd name="connsiteY26" fmla="*/ 1633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12" h="21212">
                  <a:moveTo>
                    <a:pt x="16842" y="16546"/>
                  </a:moveTo>
                  <a:lnTo>
                    <a:pt x="16715" y="16588"/>
                  </a:lnTo>
                  <a:lnTo>
                    <a:pt x="15909" y="16164"/>
                  </a:lnTo>
                  <a:lnTo>
                    <a:pt x="16121" y="16142"/>
                  </a:lnTo>
                  <a:cubicBezTo>
                    <a:pt x="16142" y="16100"/>
                    <a:pt x="16206" y="16079"/>
                    <a:pt x="16227" y="16079"/>
                  </a:cubicBezTo>
                  <a:cubicBezTo>
                    <a:pt x="16333" y="16079"/>
                    <a:pt x="16376" y="15973"/>
                    <a:pt x="16376" y="15973"/>
                  </a:cubicBezTo>
                  <a:cubicBezTo>
                    <a:pt x="16439" y="15909"/>
                    <a:pt x="16461" y="15909"/>
                    <a:pt x="16567" y="15909"/>
                  </a:cubicBezTo>
                  <a:cubicBezTo>
                    <a:pt x="16630" y="15909"/>
                    <a:pt x="16652" y="15909"/>
                    <a:pt x="16736" y="15973"/>
                  </a:cubicBezTo>
                  <a:cubicBezTo>
                    <a:pt x="16758" y="16079"/>
                    <a:pt x="16821" y="16079"/>
                    <a:pt x="16821" y="16100"/>
                  </a:cubicBezTo>
                  <a:cubicBezTo>
                    <a:pt x="16864" y="16100"/>
                    <a:pt x="16864" y="16142"/>
                    <a:pt x="16821" y="16142"/>
                  </a:cubicBezTo>
                  <a:cubicBezTo>
                    <a:pt x="16821" y="16142"/>
                    <a:pt x="16758" y="16164"/>
                    <a:pt x="16758" y="16206"/>
                  </a:cubicBezTo>
                  <a:cubicBezTo>
                    <a:pt x="16736" y="16206"/>
                    <a:pt x="16652" y="16249"/>
                    <a:pt x="16567" y="16312"/>
                  </a:cubicBezTo>
                  <a:cubicBezTo>
                    <a:pt x="16567" y="16312"/>
                    <a:pt x="16546" y="16312"/>
                    <a:pt x="16461" y="16355"/>
                  </a:cubicBezTo>
                  <a:lnTo>
                    <a:pt x="16842" y="16546"/>
                  </a:lnTo>
                  <a:close/>
                  <a:moveTo>
                    <a:pt x="16355" y="16333"/>
                  </a:moveTo>
                  <a:lnTo>
                    <a:pt x="16418" y="16270"/>
                  </a:lnTo>
                  <a:lnTo>
                    <a:pt x="16439" y="16270"/>
                  </a:lnTo>
                  <a:cubicBezTo>
                    <a:pt x="16524" y="16227"/>
                    <a:pt x="16546" y="16227"/>
                    <a:pt x="16609" y="16185"/>
                  </a:cubicBezTo>
                  <a:lnTo>
                    <a:pt x="16630" y="16164"/>
                  </a:lnTo>
                  <a:lnTo>
                    <a:pt x="16630" y="16164"/>
                  </a:lnTo>
                  <a:cubicBezTo>
                    <a:pt x="16630" y="16121"/>
                    <a:pt x="16630" y="16121"/>
                    <a:pt x="16630" y="16121"/>
                  </a:cubicBezTo>
                  <a:cubicBezTo>
                    <a:pt x="16546" y="16100"/>
                    <a:pt x="16524" y="16100"/>
                    <a:pt x="16524" y="16100"/>
                  </a:cubicBezTo>
                  <a:cubicBezTo>
                    <a:pt x="16439" y="16100"/>
                    <a:pt x="16418" y="16100"/>
                    <a:pt x="16355" y="16100"/>
                  </a:cubicBezTo>
                  <a:cubicBezTo>
                    <a:pt x="16355" y="16121"/>
                    <a:pt x="16355" y="16121"/>
                    <a:pt x="16312" y="16164"/>
                  </a:cubicBezTo>
                  <a:cubicBezTo>
                    <a:pt x="16312" y="16164"/>
                    <a:pt x="16206" y="16164"/>
                    <a:pt x="16185" y="16164"/>
                  </a:cubicBezTo>
                  <a:lnTo>
                    <a:pt x="16079" y="16185"/>
                  </a:lnTo>
                  <a:lnTo>
                    <a:pt x="16355" y="1633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F1F20A87-4E5D-47CF-BB30-6D48DAC33499}"/>
                </a:ext>
              </a:extLst>
            </p:cNvPr>
            <p:cNvSpPr/>
            <p:nvPr/>
          </p:nvSpPr>
          <p:spPr>
            <a:xfrm>
              <a:off x="6409736" y="4738612"/>
              <a:ext cx="31327" cy="31327"/>
            </a:xfrm>
            <a:custGeom>
              <a:avLst/>
              <a:gdLst>
                <a:gd name="connsiteX0" fmla="*/ 16100 w 21212"/>
                <a:gd name="connsiteY0" fmla="*/ 16270 h 21212"/>
                <a:gd name="connsiteX1" fmla="*/ 16142 w 21212"/>
                <a:gd name="connsiteY1" fmla="*/ 16354 h 21212"/>
                <a:gd name="connsiteX2" fmla="*/ 16185 w 21212"/>
                <a:gd name="connsiteY2" fmla="*/ 16270 h 21212"/>
                <a:gd name="connsiteX3" fmla="*/ 16333 w 21212"/>
                <a:gd name="connsiteY3" fmla="*/ 16270 h 21212"/>
                <a:gd name="connsiteX4" fmla="*/ 16461 w 21212"/>
                <a:gd name="connsiteY4" fmla="*/ 16270 h 21212"/>
                <a:gd name="connsiteX5" fmla="*/ 16503 w 21212"/>
                <a:gd name="connsiteY5" fmla="*/ 16185 h 21212"/>
                <a:gd name="connsiteX6" fmla="*/ 16673 w 21212"/>
                <a:gd name="connsiteY6" fmla="*/ 16164 h 21212"/>
                <a:gd name="connsiteX7" fmla="*/ 16800 w 21212"/>
                <a:gd name="connsiteY7" fmla="*/ 16164 h 21212"/>
                <a:gd name="connsiteX8" fmla="*/ 16927 w 21212"/>
                <a:gd name="connsiteY8" fmla="*/ 16185 h 21212"/>
                <a:gd name="connsiteX9" fmla="*/ 17012 w 21212"/>
                <a:gd name="connsiteY9" fmla="*/ 16270 h 21212"/>
                <a:gd name="connsiteX10" fmla="*/ 17012 w 21212"/>
                <a:gd name="connsiteY10" fmla="*/ 16354 h 21212"/>
                <a:gd name="connsiteX11" fmla="*/ 16927 w 21212"/>
                <a:gd name="connsiteY11" fmla="*/ 16376 h 21212"/>
                <a:gd name="connsiteX12" fmla="*/ 16842 w 21212"/>
                <a:gd name="connsiteY12" fmla="*/ 16545 h 21212"/>
                <a:gd name="connsiteX13" fmla="*/ 16758 w 21212"/>
                <a:gd name="connsiteY13" fmla="*/ 16567 h 21212"/>
                <a:gd name="connsiteX14" fmla="*/ 16673 w 21212"/>
                <a:gd name="connsiteY14" fmla="*/ 16609 h 21212"/>
                <a:gd name="connsiteX15" fmla="*/ 16545 w 21212"/>
                <a:gd name="connsiteY15" fmla="*/ 16609 h 21212"/>
                <a:gd name="connsiteX16" fmla="*/ 16503 w 21212"/>
                <a:gd name="connsiteY16" fmla="*/ 16609 h 21212"/>
                <a:gd name="connsiteX17" fmla="*/ 16461 w 21212"/>
                <a:gd name="connsiteY17" fmla="*/ 16609 h 21212"/>
                <a:gd name="connsiteX18" fmla="*/ 16503 w 21212"/>
                <a:gd name="connsiteY18" fmla="*/ 16609 h 21212"/>
                <a:gd name="connsiteX19" fmla="*/ 16609 w 21212"/>
                <a:gd name="connsiteY19" fmla="*/ 16567 h 21212"/>
                <a:gd name="connsiteX20" fmla="*/ 16673 w 21212"/>
                <a:gd name="connsiteY20" fmla="*/ 16545 h 21212"/>
                <a:gd name="connsiteX21" fmla="*/ 16758 w 21212"/>
                <a:gd name="connsiteY21" fmla="*/ 16439 h 21212"/>
                <a:gd name="connsiteX22" fmla="*/ 16800 w 21212"/>
                <a:gd name="connsiteY22" fmla="*/ 16376 h 21212"/>
                <a:gd name="connsiteX23" fmla="*/ 16906 w 21212"/>
                <a:gd name="connsiteY23" fmla="*/ 16354 h 21212"/>
                <a:gd name="connsiteX24" fmla="*/ 16906 w 21212"/>
                <a:gd name="connsiteY24" fmla="*/ 16270 h 21212"/>
                <a:gd name="connsiteX25" fmla="*/ 16800 w 21212"/>
                <a:gd name="connsiteY25" fmla="*/ 16270 h 21212"/>
                <a:gd name="connsiteX26" fmla="*/ 16758 w 21212"/>
                <a:gd name="connsiteY26" fmla="*/ 16270 h 21212"/>
                <a:gd name="connsiteX27" fmla="*/ 16673 w 21212"/>
                <a:gd name="connsiteY27" fmla="*/ 16270 h 21212"/>
                <a:gd name="connsiteX28" fmla="*/ 16545 w 21212"/>
                <a:gd name="connsiteY28" fmla="*/ 16270 h 21212"/>
                <a:gd name="connsiteX29" fmla="*/ 16482 w 21212"/>
                <a:gd name="connsiteY29" fmla="*/ 16354 h 21212"/>
                <a:gd name="connsiteX30" fmla="*/ 16376 w 21212"/>
                <a:gd name="connsiteY30" fmla="*/ 16354 h 21212"/>
                <a:gd name="connsiteX31" fmla="*/ 16185 w 21212"/>
                <a:gd name="connsiteY31" fmla="*/ 16354 h 21212"/>
                <a:gd name="connsiteX32" fmla="*/ 16100 w 21212"/>
                <a:gd name="connsiteY32" fmla="*/ 16376 h 21212"/>
                <a:gd name="connsiteX33" fmla="*/ 16058 w 21212"/>
                <a:gd name="connsiteY33" fmla="*/ 16354 h 21212"/>
                <a:gd name="connsiteX34" fmla="*/ 15973 w 21212"/>
                <a:gd name="connsiteY34" fmla="*/ 16270 h 21212"/>
                <a:gd name="connsiteX35" fmla="*/ 15909 w 21212"/>
                <a:gd name="connsiteY35" fmla="*/ 16270 h 21212"/>
                <a:gd name="connsiteX36" fmla="*/ 16015 w 21212"/>
                <a:gd name="connsiteY36" fmla="*/ 16164 h 21212"/>
                <a:gd name="connsiteX37" fmla="*/ 16058 w 21212"/>
                <a:gd name="connsiteY37" fmla="*/ 16079 h 21212"/>
                <a:gd name="connsiteX38" fmla="*/ 16142 w 21212"/>
                <a:gd name="connsiteY38" fmla="*/ 15951 h 21212"/>
                <a:gd name="connsiteX39" fmla="*/ 16376 w 21212"/>
                <a:gd name="connsiteY39" fmla="*/ 15909 h 21212"/>
                <a:gd name="connsiteX40" fmla="*/ 16461 w 21212"/>
                <a:gd name="connsiteY40" fmla="*/ 15951 h 21212"/>
                <a:gd name="connsiteX41" fmla="*/ 16227 w 21212"/>
                <a:gd name="connsiteY41" fmla="*/ 16015 h 21212"/>
                <a:gd name="connsiteX42" fmla="*/ 16142 w 21212"/>
                <a:gd name="connsiteY42" fmla="*/ 16121 h 21212"/>
                <a:gd name="connsiteX43" fmla="*/ 16058 w 21212"/>
                <a:gd name="connsiteY43" fmla="*/ 16164 h 21212"/>
                <a:gd name="connsiteX44" fmla="*/ 16058 w 21212"/>
                <a:gd name="connsiteY44" fmla="*/ 16270 h 21212"/>
                <a:gd name="connsiteX45" fmla="*/ 16058 w 21212"/>
                <a:gd name="connsiteY45" fmla="*/ 16270 h 21212"/>
                <a:gd name="connsiteX46" fmla="*/ 16100 w 21212"/>
                <a:gd name="connsiteY46" fmla="*/ 1627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212" h="21212">
                  <a:moveTo>
                    <a:pt x="16100" y="16270"/>
                  </a:moveTo>
                  <a:cubicBezTo>
                    <a:pt x="16142" y="16270"/>
                    <a:pt x="16142" y="16354"/>
                    <a:pt x="16142" y="16354"/>
                  </a:cubicBezTo>
                  <a:cubicBezTo>
                    <a:pt x="16142" y="16354"/>
                    <a:pt x="16185" y="16354"/>
                    <a:pt x="16185" y="16270"/>
                  </a:cubicBezTo>
                  <a:cubicBezTo>
                    <a:pt x="16227" y="16270"/>
                    <a:pt x="16333" y="16270"/>
                    <a:pt x="16333" y="16270"/>
                  </a:cubicBezTo>
                  <a:cubicBezTo>
                    <a:pt x="16376" y="16270"/>
                    <a:pt x="16397" y="16270"/>
                    <a:pt x="16461" y="16270"/>
                  </a:cubicBezTo>
                  <a:cubicBezTo>
                    <a:pt x="16461" y="16270"/>
                    <a:pt x="16482" y="16185"/>
                    <a:pt x="16503" y="16185"/>
                  </a:cubicBezTo>
                  <a:cubicBezTo>
                    <a:pt x="16545" y="16185"/>
                    <a:pt x="16609" y="16164"/>
                    <a:pt x="16673" y="16164"/>
                  </a:cubicBezTo>
                  <a:cubicBezTo>
                    <a:pt x="16758" y="16164"/>
                    <a:pt x="16758" y="16164"/>
                    <a:pt x="16800" y="16164"/>
                  </a:cubicBezTo>
                  <a:cubicBezTo>
                    <a:pt x="16842" y="16164"/>
                    <a:pt x="16906" y="16164"/>
                    <a:pt x="16927" y="16185"/>
                  </a:cubicBezTo>
                  <a:cubicBezTo>
                    <a:pt x="16991" y="16185"/>
                    <a:pt x="16991" y="16270"/>
                    <a:pt x="17012" y="16270"/>
                  </a:cubicBezTo>
                  <a:lnTo>
                    <a:pt x="17012" y="16354"/>
                  </a:lnTo>
                  <a:cubicBezTo>
                    <a:pt x="17012" y="16354"/>
                    <a:pt x="16991" y="16354"/>
                    <a:pt x="16927" y="16376"/>
                  </a:cubicBezTo>
                  <a:cubicBezTo>
                    <a:pt x="16927" y="16376"/>
                    <a:pt x="16906" y="16545"/>
                    <a:pt x="16842" y="16545"/>
                  </a:cubicBezTo>
                  <a:cubicBezTo>
                    <a:pt x="16800" y="16545"/>
                    <a:pt x="16800" y="16567"/>
                    <a:pt x="16758" y="16567"/>
                  </a:cubicBezTo>
                  <a:cubicBezTo>
                    <a:pt x="16758" y="16609"/>
                    <a:pt x="16758" y="16609"/>
                    <a:pt x="16673" y="16609"/>
                  </a:cubicBezTo>
                  <a:cubicBezTo>
                    <a:pt x="16673" y="16609"/>
                    <a:pt x="16609" y="16609"/>
                    <a:pt x="16545" y="16609"/>
                  </a:cubicBezTo>
                  <a:lnTo>
                    <a:pt x="16503" y="16609"/>
                  </a:lnTo>
                  <a:lnTo>
                    <a:pt x="16461" y="16609"/>
                  </a:lnTo>
                  <a:cubicBezTo>
                    <a:pt x="16482" y="16609"/>
                    <a:pt x="16482" y="16609"/>
                    <a:pt x="16503" y="16609"/>
                  </a:cubicBezTo>
                  <a:cubicBezTo>
                    <a:pt x="16503" y="16567"/>
                    <a:pt x="16545" y="16567"/>
                    <a:pt x="16609" y="16567"/>
                  </a:cubicBezTo>
                  <a:lnTo>
                    <a:pt x="16673" y="16545"/>
                  </a:lnTo>
                  <a:cubicBezTo>
                    <a:pt x="16758" y="16545"/>
                    <a:pt x="16758" y="16545"/>
                    <a:pt x="16758" y="16439"/>
                  </a:cubicBezTo>
                  <a:cubicBezTo>
                    <a:pt x="16758" y="16376"/>
                    <a:pt x="16800" y="16376"/>
                    <a:pt x="16800" y="16376"/>
                  </a:cubicBezTo>
                  <a:cubicBezTo>
                    <a:pt x="16842" y="16354"/>
                    <a:pt x="16842" y="16354"/>
                    <a:pt x="16906" y="16354"/>
                  </a:cubicBezTo>
                  <a:cubicBezTo>
                    <a:pt x="16906" y="16354"/>
                    <a:pt x="16906" y="16354"/>
                    <a:pt x="16906" y="16270"/>
                  </a:cubicBezTo>
                  <a:cubicBezTo>
                    <a:pt x="16906" y="16270"/>
                    <a:pt x="16842" y="16270"/>
                    <a:pt x="16800" y="16270"/>
                  </a:cubicBezTo>
                  <a:lnTo>
                    <a:pt x="16758" y="16270"/>
                  </a:lnTo>
                  <a:lnTo>
                    <a:pt x="16673" y="16270"/>
                  </a:lnTo>
                  <a:cubicBezTo>
                    <a:pt x="16609" y="16270"/>
                    <a:pt x="16545" y="16270"/>
                    <a:pt x="16545" y="16270"/>
                  </a:cubicBezTo>
                  <a:cubicBezTo>
                    <a:pt x="16503" y="16270"/>
                    <a:pt x="16482" y="16270"/>
                    <a:pt x="16482" y="16354"/>
                  </a:cubicBezTo>
                  <a:cubicBezTo>
                    <a:pt x="16461" y="16354"/>
                    <a:pt x="16397" y="16354"/>
                    <a:pt x="16376" y="16354"/>
                  </a:cubicBezTo>
                  <a:cubicBezTo>
                    <a:pt x="16333" y="16354"/>
                    <a:pt x="16227" y="16354"/>
                    <a:pt x="16185" y="16354"/>
                  </a:cubicBezTo>
                  <a:cubicBezTo>
                    <a:pt x="16142" y="16354"/>
                    <a:pt x="16142" y="16376"/>
                    <a:pt x="16100" y="16376"/>
                  </a:cubicBezTo>
                  <a:cubicBezTo>
                    <a:pt x="16058" y="16354"/>
                    <a:pt x="16058" y="16354"/>
                    <a:pt x="16058" y="16354"/>
                  </a:cubicBezTo>
                  <a:cubicBezTo>
                    <a:pt x="16015" y="16354"/>
                    <a:pt x="15973" y="16354"/>
                    <a:pt x="15973" y="16270"/>
                  </a:cubicBezTo>
                  <a:cubicBezTo>
                    <a:pt x="15909" y="16270"/>
                    <a:pt x="15909" y="16270"/>
                    <a:pt x="15909" y="16270"/>
                  </a:cubicBezTo>
                  <a:cubicBezTo>
                    <a:pt x="15973" y="16185"/>
                    <a:pt x="15973" y="16185"/>
                    <a:pt x="16015" y="16164"/>
                  </a:cubicBezTo>
                  <a:cubicBezTo>
                    <a:pt x="16015" y="16121"/>
                    <a:pt x="16058" y="16121"/>
                    <a:pt x="16058" y="16079"/>
                  </a:cubicBezTo>
                  <a:cubicBezTo>
                    <a:pt x="16100" y="16015"/>
                    <a:pt x="16142" y="16015"/>
                    <a:pt x="16142" y="15951"/>
                  </a:cubicBezTo>
                  <a:cubicBezTo>
                    <a:pt x="16185" y="15951"/>
                    <a:pt x="16333" y="15951"/>
                    <a:pt x="16376" y="15909"/>
                  </a:cubicBezTo>
                  <a:lnTo>
                    <a:pt x="16461" y="15951"/>
                  </a:lnTo>
                  <a:cubicBezTo>
                    <a:pt x="16376" y="16015"/>
                    <a:pt x="16333" y="16015"/>
                    <a:pt x="16227" y="16015"/>
                  </a:cubicBezTo>
                  <a:cubicBezTo>
                    <a:pt x="16185" y="16079"/>
                    <a:pt x="16142" y="16079"/>
                    <a:pt x="16142" y="16121"/>
                  </a:cubicBezTo>
                  <a:cubicBezTo>
                    <a:pt x="16142" y="16121"/>
                    <a:pt x="16100" y="16164"/>
                    <a:pt x="16058" y="16164"/>
                  </a:cubicBezTo>
                  <a:cubicBezTo>
                    <a:pt x="16058" y="16185"/>
                    <a:pt x="16058" y="16185"/>
                    <a:pt x="16058" y="16270"/>
                  </a:cubicBezTo>
                  <a:lnTo>
                    <a:pt x="16058" y="16270"/>
                  </a:lnTo>
                  <a:cubicBezTo>
                    <a:pt x="16058" y="16270"/>
                    <a:pt x="16058" y="16270"/>
                    <a:pt x="16100" y="1627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CA4B67BF-94B2-463F-9922-E91ACAE91FE2}"/>
                </a:ext>
              </a:extLst>
            </p:cNvPr>
            <p:cNvSpPr/>
            <p:nvPr/>
          </p:nvSpPr>
          <p:spPr>
            <a:xfrm>
              <a:off x="6410613" y="4737891"/>
              <a:ext cx="31327" cy="31327"/>
            </a:xfrm>
            <a:custGeom>
              <a:avLst/>
              <a:gdLst>
                <a:gd name="connsiteX0" fmla="*/ 16970 w 21212"/>
                <a:gd name="connsiteY0" fmla="*/ 16418 h 21212"/>
                <a:gd name="connsiteX1" fmla="*/ 17033 w 21212"/>
                <a:gd name="connsiteY1" fmla="*/ 16376 h 21212"/>
                <a:gd name="connsiteX2" fmla="*/ 17076 w 21212"/>
                <a:gd name="connsiteY2" fmla="*/ 16312 h 21212"/>
                <a:gd name="connsiteX3" fmla="*/ 17076 w 21212"/>
                <a:gd name="connsiteY3" fmla="*/ 16312 h 21212"/>
                <a:gd name="connsiteX4" fmla="*/ 17033 w 21212"/>
                <a:gd name="connsiteY4" fmla="*/ 16206 h 21212"/>
                <a:gd name="connsiteX5" fmla="*/ 17033 w 21212"/>
                <a:gd name="connsiteY5" fmla="*/ 16206 h 21212"/>
                <a:gd name="connsiteX6" fmla="*/ 16991 w 21212"/>
                <a:gd name="connsiteY6" fmla="*/ 16206 h 21212"/>
                <a:gd name="connsiteX7" fmla="*/ 16503 w 21212"/>
                <a:gd name="connsiteY7" fmla="*/ 16015 h 21212"/>
                <a:gd name="connsiteX8" fmla="*/ 16567 w 21212"/>
                <a:gd name="connsiteY8" fmla="*/ 15909 h 21212"/>
                <a:gd name="connsiteX9" fmla="*/ 17076 w 21212"/>
                <a:gd name="connsiteY9" fmla="*/ 16142 h 21212"/>
                <a:gd name="connsiteX10" fmla="*/ 17097 w 21212"/>
                <a:gd name="connsiteY10" fmla="*/ 16185 h 21212"/>
                <a:gd name="connsiteX11" fmla="*/ 17160 w 21212"/>
                <a:gd name="connsiteY11" fmla="*/ 16185 h 21212"/>
                <a:gd name="connsiteX12" fmla="*/ 17203 w 21212"/>
                <a:gd name="connsiteY12" fmla="*/ 16291 h 21212"/>
                <a:gd name="connsiteX13" fmla="*/ 17203 w 21212"/>
                <a:gd name="connsiteY13" fmla="*/ 16312 h 21212"/>
                <a:gd name="connsiteX14" fmla="*/ 17160 w 21212"/>
                <a:gd name="connsiteY14" fmla="*/ 16376 h 21212"/>
                <a:gd name="connsiteX15" fmla="*/ 17033 w 21212"/>
                <a:gd name="connsiteY15" fmla="*/ 16461 h 21212"/>
                <a:gd name="connsiteX16" fmla="*/ 16885 w 21212"/>
                <a:gd name="connsiteY16" fmla="*/ 16588 h 21212"/>
                <a:gd name="connsiteX17" fmla="*/ 16758 w 21212"/>
                <a:gd name="connsiteY17" fmla="*/ 16630 h 21212"/>
                <a:gd name="connsiteX18" fmla="*/ 16630 w 21212"/>
                <a:gd name="connsiteY18" fmla="*/ 16630 h 21212"/>
                <a:gd name="connsiteX19" fmla="*/ 16545 w 21212"/>
                <a:gd name="connsiteY19" fmla="*/ 16588 h 21212"/>
                <a:gd name="connsiteX20" fmla="*/ 16482 w 21212"/>
                <a:gd name="connsiteY20" fmla="*/ 16588 h 21212"/>
                <a:gd name="connsiteX21" fmla="*/ 16397 w 21212"/>
                <a:gd name="connsiteY21" fmla="*/ 16524 h 21212"/>
                <a:gd name="connsiteX22" fmla="*/ 15909 w 21212"/>
                <a:gd name="connsiteY22" fmla="*/ 16312 h 21212"/>
                <a:gd name="connsiteX23" fmla="*/ 16015 w 21212"/>
                <a:gd name="connsiteY23" fmla="*/ 16206 h 21212"/>
                <a:gd name="connsiteX24" fmla="*/ 16545 w 21212"/>
                <a:gd name="connsiteY24" fmla="*/ 16461 h 21212"/>
                <a:gd name="connsiteX25" fmla="*/ 16545 w 21212"/>
                <a:gd name="connsiteY25" fmla="*/ 16461 h 21212"/>
                <a:gd name="connsiteX26" fmla="*/ 16630 w 21212"/>
                <a:gd name="connsiteY26" fmla="*/ 16524 h 21212"/>
                <a:gd name="connsiteX27" fmla="*/ 16758 w 21212"/>
                <a:gd name="connsiteY27" fmla="*/ 16524 h 21212"/>
                <a:gd name="connsiteX28" fmla="*/ 16970 w 21212"/>
                <a:gd name="connsiteY28" fmla="*/ 1641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1212" h="21212">
                  <a:moveTo>
                    <a:pt x="16970" y="16418"/>
                  </a:moveTo>
                  <a:cubicBezTo>
                    <a:pt x="16991" y="16418"/>
                    <a:pt x="17033" y="16376"/>
                    <a:pt x="17033" y="16376"/>
                  </a:cubicBezTo>
                  <a:cubicBezTo>
                    <a:pt x="17033" y="16376"/>
                    <a:pt x="17076" y="16333"/>
                    <a:pt x="17076" y="16312"/>
                  </a:cubicBezTo>
                  <a:lnTo>
                    <a:pt x="17076" y="16312"/>
                  </a:lnTo>
                  <a:cubicBezTo>
                    <a:pt x="17076" y="16291"/>
                    <a:pt x="17076" y="16291"/>
                    <a:pt x="17033" y="16206"/>
                  </a:cubicBezTo>
                  <a:lnTo>
                    <a:pt x="17033" y="16206"/>
                  </a:lnTo>
                  <a:cubicBezTo>
                    <a:pt x="16991" y="16206"/>
                    <a:pt x="16991" y="16206"/>
                    <a:pt x="16991" y="16206"/>
                  </a:cubicBezTo>
                  <a:lnTo>
                    <a:pt x="16503" y="16015"/>
                  </a:lnTo>
                  <a:lnTo>
                    <a:pt x="16567" y="15909"/>
                  </a:lnTo>
                  <a:lnTo>
                    <a:pt x="17076" y="16142"/>
                  </a:lnTo>
                  <a:cubicBezTo>
                    <a:pt x="17076" y="16142"/>
                    <a:pt x="17097" y="16142"/>
                    <a:pt x="17097" y="16185"/>
                  </a:cubicBezTo>
                  <a:cubicBezTo>
                    <a:pt x="17160" y="16185"/>
                    <a:pt x="17160" y="16185"/>
                    <a:pt x="17160" y="16185"/>
                  </a:cubicBezTo>
                  <a:cubicBezTo>
                    <a:pt x="17203" y="16206"/>
                    <a:pt x="17203" y="16206"/>
                    <a:pt x="17203" y="16291"/>
                  </a:cubicBezTo>
                  <a:lnTo>
                    <a:pt x="17203" y="16312"/>
                  </a:lnTo>
                  <a:cubicBezTo>
                    <a:pt x="17203" y="16333"/>
                    <a:pt x="17203" y="16376"/>
                    <a:pt x="17160" y="16376"/>
                  </a:cubicBezTo>
                  <a:cubicBezTo>
                    <a:pt x="17097" y="16418"/>
                    <a:pt x="17076" y="16461"/>
                    <a:pt x="17033" y="16461"/>
                  </a:cubicBezTo>
                  <a:cubicBezTo>
                    <a:pt x="16991" y="16524"/>
                    <a:pt x="16970" y="16524"/>
                    <a:pt x="16885" y="16588"/>
                  </a:cubicBezTo>
                  <a:cubicBezTo>
                    <a:pt x="16800" y="16588"/>
                    <a:pt x="16779" y="16588"/>
                    <a:pt x="16758" y="16630"/>
                  </a:cubicBezTo>
                  <a:cubicBezTo>
                    <a:pt x="16736" y="16630"/>
                    <a:pt x="16673" y="16630"/>
                    <a:pt x="16630" y="16630"/>
                  </a:cubicBezTo>
                  <a:cubicBezTo>
                    <a:pt x="16609" y="16630"/>
                    <a:pt x="16545" y="16630"/>
                    <a:pt x="16545" y="16588"/>
                  </a:cubicBezTo>
                  <a:lnTo>
                    <a:pt x="16482" y="16588"/>
                  </a:lnTo>
                  <a:cubicBezTo>
                    <a:pt x="16461" y="16588"/>
                    <a:pt x="16461" y="16524"/>
                    <a:pt x="16397" y="16524"/>
                  </a:cubicBezTo>
                  <a:lnTo>
                    <a:pt x="15909" y="16312"/>
                  </a:lnTo>
                  <a:lnTo>
                    <a:pt x="16015" y="16206"/>
                  </a:lnTo>
                  <a:lnTo>
                    <a:pt x="16545" y="16461"/>
                  </a:lnTo>
                  <a:lnTo>
                    <a:pt x="16545" y="16461"/>
                  </a:lnTo>
                  <a:cubicBezTo>
                    <a:pt x="16609" y="16524"/>
                    <a:pt x="16609" y="16524"/>
                    <a:pt x="16630" y="16524"/>
                  </a:cubicBezTo>
                  <a:cubicBezTo>
                    <a:pt x="16673" y="16524"/>
                    <a:pt x="16736" y="16524"/>
                    <a:pt x="16758" y="16524"/>
                  </a:cubicBezTo>
                  <a:cubicBezTo>
                    <a:pt x="16800" y="16524"/>
                    <a:pt x="16885" y="16461"/>
                    <a:pt x="16970" y="1641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DCB94C2B-6147-49A1-962E-4E372AD8BCFE}"/>
                </a:ext>
              </a:extLst>
            </p:cNvPr>
            <p:cNvSpPr/>
            <p:nvPr/>
          </p:nvSpPr>
          <p:spPr>
            <a:xfrm>
              <a:off x="6411898" y="4736857"/>
              <a:ext cx="31327" cy="31327"/>
            </a:xfrm>
            <a:custGeom>
              <a:avLst/>
              <a:gdLst>
                <a:gd name="connsiteX0" fmla="*/ 17118 w 21212"/>
                <a:gd name="connsiteY0" fmla="*/ 16609 h 21212"/>
                <a:gd name="connsiteX1" fmla="*/ 17076 w 21212"/>
                <a:gd name="connsiteY1" fmla="*/ 16609 h 21212"/>
                <a:gd name="connsiteX2" fmla="*/ 16418 w 21212"/>
                <a:gd name="connsiteY2" fmla="*/ 16524 h 21212"/>
                <a:gd name="connsiteX3" fmla="*/ 16121 w 21212"/>
                <a:gd name="connsiteY3" fmla="*/ 16482 h 21212"/>
                <a:gd name="connsiteX4" fmla="*/ 16121 w 21212"/>
                <a:gd name="connsiteY4" fmla="*/ 16482 h 21212"/>
                <a:gd name="connsiteX5" fmla="*/ 16418 w 21212"/>
                <a:gd name="connsiteY5" fmla="*/ 16609 h 21212"/>
                <a:gd name="connsiteX6" fmla="*/ 16779 w 21212"/>
                <a:gd name="connsiteY6" fmla="*/ 16779 h 21212"/>
                <a:gd name="connsiteX7" fmla="*/ 16736 w 21212"/>
                <a:gd name="connsiteY7" fmla="*/ 16842 h 21212"/>
                <a:gd name="connsiteX8" fmla="*/ 15909 w 21212"/>
                <a:gd name="connsiteY8" fmla="*/ 16524 h 21212"/>
                <a:gd name="connsiteX9" fmla="*/ 16121 w 21212"/>
                <a:gd name="connsiteY9" fmla="*/ 16354 h 21212"/>
                <a:gd name="connsiteX10" fmla="*/ 16736 w 21212"/>
                <a:gd name="connsiteY10" fmla="*/ 16524 h 21212"/>
                <a:gd name="connsiteX11" fmla="*/ 16970 w 21212"/>
                <a:gd name="connsiteY11" fmla="*/ 16524 h 21212"/>
                <a:gd name="connsiteX12" fmla="*/ 16970 w 21212"/>
                <a:gd name="connsiteY12" fmla="*/ 16524 h 21212"/>
                <a:gd name="connsiteX13" fmla="*/ 16864 w 21212"/>
                <a:gd name="connsiteY13" fmla="*/ 16354 h 21212"/>
                <a:gd name="connsiteX14" fmla="*/ 16652 w 21212"/>
                <a:gd name="connsiteY14" fmla="*/ 16079 h 21212"/>
                <a:gd name="connsiteX15" fmla="*/ 16779 w 21212"/>
                <a:gd name="connsiteY15" fmla="*/ 15909 h 21212"/>
                <a:gd name="connsiteX16" fmla="*/ 17564 w 21212"/>
                <a:gd name="connsiteY16" fmla="*/ 16291 h 21212"/>
                <a:gd name="connsiteX17" fmla="*/ 17436 w 21212"/>
                <a:gd name="connsiteY17" fmla="*/ 16461 h 21212"/>
                <a:gd name="connsiteX18" fmla="*/ 17076 w 21212"/>
                <a:gd name="connsiteY18" fmla="*/ 16185 h 21212"/>
                <a:gd name="connsiteX19" fmla="*/ 16758 w 21212"/>
                <a:gd name="connsiteY19" fmla="*/ 16079 h 21212"/>
                <a:gd name="connsiteX20" fmla="*/ 16758 w 21212"/>
                <a:gd name="connsiteY20" fmla="*/ 16079 h 21212"/>
                <a:gd name="connsiteX21" fmla="*/ 16927 w 21212"/>
                <a:gd name="connsiteY21" fmla="*/ 16248 h 21212"/>
                <a:gd name="connsiteX22" fmla="*/ 17118 w 21212"/>
                <a:gd name="connsiteY22" fmla="*/ 1660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12" h="21212">
                  <a:moveTo>
                    <a:pt x="17118" y="16609"/>
                  </a:moveTo>
                  <a:lnTo>
                    <a:pt x="17076" y="16609"/>
                  </a:lnTo>
                  <a:lnTo>
                    <a:pt x="16418" y="16524"/>
                  </a:lnTo>
                  <a:cubicBezTo>
                    <a:pt x="16333" y="16524"/>
                    <a:pt x="16227" y="16524"/>
                    <a:pt x="16121" y="16482"/>
                  </a:cubicBezTo>
                  <a:lnTo>
                    <a:pt x="16121" y="16482"/>
                  </a:lnTo>
                  <a:cubicBezTo>
                    <a:pt x="16227" y="16524"/>
                    <a:pt x="16333" y="16609"/>
                    <a:pt x="16418" y="16609"/>
                  </a:cubicBezTo>
                  <a:lnTo>
                    <a:pt x="16779" y="16779"/>
                  </a:lnTo>
                  <a:lnTo>
                    <a:pt x="16736" y="16842"/>
                  </a:lnTo>
                  <a:lnTo>
                    <a:pt x="15909" y="16524"/>
                  </a:lnTo>
                  <a:lnTo>
                    <a:pt x="16121" y="16354"/>
                  </a:lnTo>
                  <a:lnTo>
                    <a:pt x="16736" y="16524"/>
                  </a:lnTo>
                  <a:cubicBezTo>
                    <a:pt x="16779" y="16524"/>
                    <a:pt x="16864" y="16524"/>
                    <a:pt x="16970" y="16524"/>
                  </a:cubicBezTo>
                  <a:lnTo>
                    <a:pt x="16970" y="16524"/>
                  </a:lnTo>
                  <a:cubicBezTo>
                    <a:pt x="16948" y="16482"/>
                    <a:pt x="16864" y="16461"/>
                    <a:pt x="16864" y="16354"/>
                  </a:cubicBezTo>
                  <a:lnTo>
                    <a:pt x="16652" y="16079"/>
                  </a:lnTo>
                  <a:lnTo>
                    <a:pt x="16779" y="15909"/>
                  </a:lnTo>
                  <a:lnTo>
                    <a:pt x="17564" y="16291"/>
                  </a:lnTo>
                  <a:lnTo>
                    <a:pt x="17436" y="16461"/>
                  </a:lnTo>
                  <a:lnTo>
                    <a:pt x="17076" y="16185"/>
                  </a:lnTo>
                  <a:cubicBezTo>
                    <a:pt x="16948" y="16164"/>
                    <a:pt x="16842" y="16121"/>
                    <a:pt x="16758" y="16079"/>
                  </a:cubicBezTo>
                  <a:lnTo>
                    <a:pt x="16758" y="16079"/>
                  </a:lnTo>
                  <a:cubicBezTo>
                    <a:pt x="16800" y="16121"/>
                    <a:pt x="16842" y="16164"/>
                    <a:pt x="16927" y="16248"/>
                  </a:cubicBezTo>
                  <a:lnTo>
                    <a:pt x="17118" y="1660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9FF5A0C6-317E-4187-B61A-4D5EB16E960B}"/>
                </a:ext>
              </a:extLst>
            </p:cNvPr>
            <p:cNvSpPr/>
            <p:nvPr/>
          </p:nvSpPr>
          <p:spPr>
            <a:xfrm>
              <a:off x="6503059" y="4644412"/>
              <a:ext cx="156633" cy="125307"/>
            </a:xfrm>
            <a:custGeom>
              <a:avLst/>
              <a:gdLst>
                <a:gd name="connsiteX0" fmla="*/ 103578 w 106060"/>
                <a:gd name="connsiteY0" fmla="*/ 15909 h 84848"/>
                <a:gd name="connsiteX1" fmla="*/ 103409 w 106060"/>
                <a:gd name="connsiteY1" fmla="*/ 20236 h 84848"/>
                <a:gd name="connsiteX2" fmla="*/ 15909 w 106060"/>
                <a:gd name="connsiteY2" fmla="*/ 74709 h 84848"/>
                <a:gd name="connsiteX3" fmla="*/ 16100 w 106060"/>
                <a:gd name="connsiteY3" fmla="*/ 70276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84848">
                  <a:moveTo>
                    <a:pt x="103578" y="15909"/>
                  </a:moveTo>
                  <a:lnTo>
                    <a:pt x="103409" y="20236"/>
                  </a:lnTo>
                  <a:lnTo>
                    <a:pt x="15909" y="74709"/>
                  </a:lnTo>
                  <a:lnTo>
                    <a:pt x="16100" y="70276"/>
                  </a:lnTo>
                  <a:close/>
                </a:path>
              </a:pathLst>
            </a:custGeom>
            <a:solidFill>
              <a:srgbClr val="A9ABA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181A9B26-9005-4B3B-BAA9-9D5E70BD78E7}"/>
                </a:ext>
              </a:extLst>
            </p:cNvPr>
            <p:cNvSpPr/>
            <p:nvPr/>
          </p:nvSpPr>
          <p:spPr>
            <a:xfrm>
              <a:off x="6430537" y="4688364"/>
              <a:ext cx="93980" cy="62653"/>
            </a:xfrm>
            <a:custGeom>
              <a:avLst/>
              <a:gdLst>
                <a:gd name="connsiteX0" fmla="*/ 65206 w 63636"/>
                <a:gd name="connsiteY0" fmla="*/ 40515 h 42424"/>
                <a:gd name="connsiteX1" fmla="*/ 65015 w 63636"/>
                <a:gd name="connsiteY1" fmla="*/ 44948 h 42424"/>
                <a:gd name="connsiteX2" fmla="*/ 15909 w 63636"/>
                <a:gd name="connsiteY2" fmla="*/ 20300 h 42424"/>
                <a:gd name="connsiteX3" fmla="*/ 16121 w 63636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42424">
                  <a:moveTo>
                    <a:pt x="65206" y="40515"/>
                  </a:moveTo>
                  <a:lnTo>
                    <a:pt x="65015" y="44948"/>
                  </a:lnTo>
                  <a:lnTo>
                    <a:pt x="15909" y="20300"/>
                  </a:lnTo>
                  <a:lnTo>
                    <a:pt x="16121" y="15909"/>
                  </a:lnTo>
                  <a:close/>
                </a:path>
              </a:pathLst>
            </a:custGeom>
            <a:solidFill>
              <a:srgbClr val="6364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178ED685-1268-4104-854B-EE8BAE947D16}"/>
                </a:ext>
              </a:extLst>
            </p:cNvPr>
            <p:cNvSpPr/>
            <p:nvPr/>
          </p:nvSpPr>
          <p:spPr>
            <a:xfrm>
              <a:off x="6431163" y="4608042"/>
              <a:ext cx="219286" cy="156633"/>
            </a:xfrm>
            <a:custGeom>
              <a:avLst/>
              <a:gdLst>
                <a:gd name="connsiteX0" fmla="*/ 103494 w 148484"/>
                <a:gd name="connsiteY0" fmla="*/ 15909 h 106060"/>
                <a:gd name="connsiteX1" fmla="*/ 152281 w 148484"/>
                <a:gd name="connsiteY1" fmla="*/ 40345 h 106060"/>
                <a:gd name="connsiteX2" fmla="*/ 64718 w 148484"/>
                <a:gd name="connsiteY2" fmla="*/ 94903 h 106060"/>
                <a:gd name="connsiteX3" fmla="*/ 15909 w 148484"/>
                <a:gd name="connsiteY3" fmla="*/ 70466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84" h="106060">
                  <a:moveTo>
                    <a:pt x="103494" y="15909"/>
                  </a:moveTo>
                  <a:lnTo>
                    <a:pt x="152281" y="40345"/>
                  </a:lnTo>
                  <a:lnTo>
                    <a:pt x="64718" y="94903"/>
                  </a:lnTo>
                  <a:lnTo>
                    <a:pt x="15909" y="70466"/>
                  </a:ln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12959D35-40DC-402B-A539-44D50B4907F5}"/>
                </a:ext>
              </a:extLst>
            </p:cNvPr>
            <p:cNvSpPr/>
            <p:nvPr/>
          </p:nvSpPr>
          <p:spPr>
            <a:xfrm>
              <a:off x="6454032" y="4620855"/>
              <a:ext cx="187960" cy="125307"/>
            </a:xfrm>
            <a:custGeom>
              <a:avLst/>
              <a:gdLst>
                <a:gd name="connsiteX0" fmla="*/ 15909 w 127272"/>
                <a:gd name="connsiteY0" fmla="*/ 61070 h 84848"/>
                <a:gd name="connsiteX1" fmla="*/ 88391 w 127272"/>
                <a:gd name="connsiteY1" fmla="*/ 15909 h 84848"/>
                <a:gd name="connsiteX2" fmla="*/ 114906 w 127272"/>
                <a:gd name="connsiteY2" fmla="*/ 29336 h 84848"/>
                <a:gd name="connsiteX3" fmla="*/ 42382 w 127272"/>
                <a:gd name="connsiteY3" fmla="*/ 74497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84848">
                  <a:moveTo>
                    <a:pt x="15909" y="61070"/>
                  </a:moveTo>
                  <a:lnTo>
                    <a:pt x="88391" y="15909"/>
                  </a:lnTo>
                  <a:lnTo>
                    <a:pt x="114906" y="29336"/>
                  </a:lnTo>
                  <a:lnTo>
                    <a:pt x="42382" y="74497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05221AAA-80FD-4B46-969D-2541AC44AECB}"/>
                </a:ext>
              </a:extLst>
            </p:cNvPr>
            <p:cNvSpPr/>
            <p:nvPr/>
          </p:nvSpPr>
          <p:spPr>
            <a:xfrm>
              <a:off x="6544598" y="4667814"/>
              <a:ext cx="62653" cy="62653"/>
            </a:xfrm>
            <a:custGeom>
              <a:avLst/>
              <a:gdLst>
                <a:gd name="connsiteX0" fmla="*/ 15909 w 42424"/>
                <a:gd name="connsiteY0" fmla="*/ 23397 h 42424"/>
                <a:gd name="connsiteX1" fmla="*/ 27979 w 42424"/>
                <a:gd name="connsiteY1" fmla="*/ 15909 h 42424"/>
                <a:gd name="connsiteX2" fmla="*/ 36400 w 42424"/>
                <a:gd name="connsiteY2" fmla="*/ 20597 h 42424"/>
                <a:gd name="connsiteX3" fmla="*/ 24415 w 42424"/>
                <a:gd name="connsiteY3" fmla="*/ 2802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15909" y="23397"/>
                  </a:moveTo>
                  <a:lnTo>
                    <a:pt x="27979" y="15909"/>
                  </a:lnTo>
                  <a:lnTo>
                    <a:pt x="36400" y="20597"/>
                  </a:lnTo>
                  <a:lnTo>
                    <a:pt x="24415" y="28021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1A5B6FC9-BCC9-4578-9086-15287AFA7283}"/>
                </a:ext>
              </a:extLst>
            </p:cNvPr>
            <p:cNvSpPr/>
            <p:nvPr/>
          </p:nvSpPr>
          <p:spPr>
            <a:xfrm>
              <a:off x="6431132" y="4513467"/>
              <a:ext cx="156633" cy="219286"/>
            </a:xfrm>
            <a:custGeom>
              <a:avLst/>
              <a:gdLst>
                <a:gd name="connsiteX0" fmla="*/ 102984 w 106060"/>
                <a:gd name="connsiteY0" fmla="*/ 80033 h 148484"/>
                <a:gd name="connsiteX1" fmla="*/ 15930 w 106060"/>
                <a:gd name="connsiteY1" fmla="*/ 134209 h 148484"/>
                <a:gd name="connsiteX2" fmla="*/ 15909 w 106060"/>
                <a:gd name="connsiteY2" fmla="*/ 70106 h 148484"/>
                <a:gd name="connsiteX3" fmla="*/ 102963 w 106060"/>
                <a:gd name="connsiteY3" fmla="*/ 15909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148484">
                  <a:moveTo>
                    <a:pt x="102984" y="80033"/>
                  </a:moveTo>
                  <a:lnTo>
                    <a:pt x="15930" y="134209"/>
                  </a:lnTo>
                  <a:lnTo>
                    <a:pt x="15909" y="70106"/>
                  </a:lnTo>
                  <a:lnTo>
                    <a:pt x="102963" y="15909"/>
                  </a:lnTo>
                  <a:close/>
                </a:path>
              </a:pathLst>
            </a:custGeom>
            <a:solidFill>
              <a:srgbClr val="33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1D67BE94-D32B-4F71-B360-C7535097BCCC}"/>
                </a:ext>
              </a:extLst>
            </p:cNvPr>
            <p:cNvSpPr/>
            <p:nvPr/>
          </p:nvSpPr>
          <p:spPr>
            <a:xfrm>
              <a:off x="6442316" y="4533609"/>
              <a:ext cx="125307" cy="156633"/>
            </a:xfrm>
            <a:custGeom>
              <a:avLst/>
              <a:gdLst>
                <a:gd name="connsiteX0" fmla="*/ 15909 w 84848"/>
                <a:gd name="connsiteY0" fmla="*/ 60688 h 106060"/>
                <a:gd name="connsiteX1" fmla="*/ 87797 w 84848"/>
                <a:gd name="connsiteY1" fmla="*/ 15909 h 106060"/>
                <a:gd name="connsiteX2" fmla="*/ 87839 w 84848"/>
                <a:gd name="connsiteY2" fmla="*/ 62151 h 106060"/>
                <a:gd name="connsiteX3" fmla="*/ 15930 w 84848"/>
                <a:gd name="connsiteY3" fmla="*/ 10693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06060">
                  <a:moveTo>
                    <a:pt x="15909" y="60688"/>
                  </a:moveTo>
                  <a:lnTo>
                    <a:pt x="87797" y="15909"/>
                  </a:lnTo>
                  <a:lnTo>
                    <a:pt x="87839" y="62151"/>
                  </a:lnTo>
                  <a:lnTo>
                    <a:pt x="15930" y="106930"/>
                  </a:lnTo>
                  <a:close/>
                </a:path>
              </a:pathLst>
            </a:custGeom>
            <a:solidFill>
              <a:srgbClr val="7AC1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DF8B4196-B094-4A16-AC2E-AD6356B0120E}"/>
                </a:ext>
              </a:extLst>
            </p:cNvPr>
            <p:cNvSpPr/>
            <p:nvPr/>
          </p:nvSpPr>
          <p:spPr>
            <a:xfrm>
              <a:off x="6208619" y="4574021"/>
              <a:ext cx="187960" cy="156633"/>
            </a:xfrm>
            <a:custGeom>
              <a:avLst/>
              <a:gdLst>
                <a:gd name="connsiteX0" fmla="*/ 79694 w 127272"/>
                <a:gd name="connsiteY0" fmla="*/ 30800 h 106060"/>
                <a:gd name="connsiteX1" fmla="*/ 78421 w 127272"/>
                <a:gd name="connsiteY1" fmla="*/ 29994 h 106060"/>
                <a:gd name="connsiteX2" fmla="*/ 78400 w 127272"/>
                <a:gd name="connsiteY2" fmla="*/ 29994 h 106060"/>
                <a:gd name="connsiteX3" fmla="*/ 77212 w 127272"/>
                <a:gd name="connsiteY3" fmla="*/ 29018 h 106060"/>
                <a:gd name="connsiteX4" fmla="*/ 77212 w 127272"/>
                <a:gd name="connsiteY4" fmla="*/ 29018 h 106060"/>
                <a:gd name="connsiteX5" fmla="*/ 76172 w 127272"/>
                <a:gd name="connsiteY5" fmla="*/ 27936 h 106060"/>
                <a:gd name="connsiteX6" fmla="*/ 76088 w 127272"/>
                <a:gd name="connsiteY6" fmla="*/ 27830 h 106060"/>
                <a:gd name="connsiteX7" fmla="*/ 75175 w 127272"/>
                <a:gd name="connsiteY7" fmla="*/ 26494 h 106060"/>
                <a:gd name="connsiteX8" fmla="*/ 75133 w 127272"/>
                <a:gd name="connsiteY8" fmla="*/ 26494 h 106060"/>
                <a:gd name="connsiteX9" fmla="*/ 74433 w 127272"/>
                <a:gd name="connsiteY9" fmla="*/ 25157 h 106060"/>
                <a:gd name="connsiteX10" fmla="*/ 74433 w 127272"/>
                <a:gd name="connsiteY10" fmla="*/ 25157 h 106060"/>
                <a:gd name="connsiteX11" fmla="*/ 74433 w 127272"/>
                <a:gd name="connsiteY11" fmla="*/ 25157 h 106060"/>
                <a:gd name="connsiteX12" fmla="*/ 73882 w 127272"/>
                <a:gd name="connsiteY12" fmla="*/ 23694 h 106060"/>
                <a:gd name="connsiteX13" fmla="*/ 73882 w 127272"/>
                <a:gd name="connsiteY13" fmla="*/ 23694 h 106060"/>
                <a:gd name="connsiteX14" fmla="*/ 73542 w 127272"/>
                <a:gd name="connsiteY14" fmla="*/ 22294 h 106060"/>
                <a:gd name="connsiteX15" fmla="*/ 73478 w 127272"/>
                <a:gd name="connsiteY15" fmla="*/ 22230 h 106060"/>
                <a:gd name="connsiteX16" fmla="*/ 73415 w 127272"/>
                <a:gd name="connsiteY16" fmla="*/ 20894 h 106060"/>
                <a:gd name="connsiteX17" fmla="*/ 73415 w 127272"/>
                <a:gd name="connsiteY17" fmla="*/ 19706 h 106060"/>
                <a:gd name="connsiteX18" fmla="*/ 73627 w 127272"/>
                <a:gd name="connsiteY18" fmla="*/ 18497 h 106060"/>
                <a:gd name="connsiteX19" fmla="*/ 73627 w 127272"/>
                <a:gd name="connsiteY19" fmla="*/ 18433 h 106060"/>
                <a:gd name="connsiteX20" fmla="*/ 73882 w 127272"/>
                <a:gd name="connsiteY20" fmla="*/ 17500 h 106060"/>
                <a:gd name="connsiteX21" fmla="*/ 73882 w 127272"/>
                <a:gd name="connsiteY21" fmla="*/ 17415 h 106060"/>
                <a:gd name="connsiteX22" fmla="*/ 74348 w 127272"/>
                <a:gd name="connsiteY22" fmla="*/ 16694 h 106060"/>
                <a:gd name="connsiteX23" fmla="*/ 74539 w 127272"/>
                <a:gd name="connsiteY23" fmla="*/ 16503 h 106060"/>
                <a:gd name="connsiteX24" fmla="*/ 75133 w 127272"/>
                <a:gd name="connsiteY24" fmla="*/ 15909 h 106060"/>
                <a:gd name="connsiteX25" fmla="*/ 17733 w 127272"/>
                <a:gd name="connsiteY25" fmla="*/ 55045 h 106060"/>
                <a:gd name="connsiteX26" fmla="*/ 17097 w 127272"/>
                <a:gd name="connsiteY26" fmla="*/ 55554 h 106060"/>
                <a:gd name="connsiteX27" fmla="*/ 16970 w 127272"/>
                <a:gd name="connsiteY27" fmla="*/ 55745 h 106060"/>
                <a:gd name="connsiteX28" fmla="*/ 16736 w 127272"/>
                <a:gd name="connsiteY28" fmla="*/ 56042 h 106060"/>
                <a:gd name="connsiteX29" fmla="*/ 16545 w 127272"/>
                <a:gd name="connsiteY29" fmla="*/ 56424 h 106060"/>
                <a:gd name="connsiteX30" fmla="*/ 16545 w 127272"/>
                <a:gd name="connsiteY30" fmla="*/ 56509 h 106060"/>
                <a:gd name="connsiteX31" fmla="*/ 16482 w 127272"/>
                <a:gd name="connsiteY31" fmla="*/ 56509 h 106060"/>
                <a:gd name="connsiteX32" fmla="*/ 16354 w 127272"/>
                <a:gd name="connsiteY32" fmla="*/ 56784 h 106060"/>
                <a:gd name="connsiteX33" fmla="*/ 16227 w 127272"/>
                <a:gd name="connsiteY33" fmla="*/ 57166 h 106060"/>
                <a:gd name="connsiteX34" fmla="*/ 16121 w 127272"/>
                <a:gd name="connsiteY34" fmla="*/ 57400 h 106060"/>
                <a:gd name="connsiteX35" fmla="*/ 16121 w 127272"/>
                <a:gd name="connsiteY35" fmla="*/ 57612 h 106060"/>
                <a:gd name="connsiteX36" fmla="*/ 16121 w 127272"/>
                <a:gd name="connsiteY36" fmla="*/ 57612 h 106060"/>
                <a:gd name="connsiteX37" fmla="*/ 16079 w 127272"/>
                <a:gd name="connsiteY37" fmla="*/ 57760 h 106060"/>
                <a:gd name="connsiteX38" fmla="*/ 16036 w 127272"/>
                <a:gd name="connsiteY38" fmla="*/ 58079 h 106060"/>
                <a:gd name="connsiteX39" fmla="*/ 15994 w 127272"/>
                <a:gd name="connsiteY39" fmla="*/ 58312 h 106060"/>
                <a:gd name="connsiteX40" fmla="*/ 15994 w 127272"/>
                <a:gd name="connsiteY40" fmla="*/ 58609 h 106060"/>
                <a:gd name="connsiteX41" fmla="*/ 15994 w 127272"/>
                <a:gd name="connsiteY41" fmla="*/ 58842 h 106060"/>
                <a:gd name="connsiteX42" fmla="*/ 15909 w 127272"/>
                <a:gd name="connsiteY42" fmla="*/ 59945 h 106060"/>
                <a:gd name="connsiteX43" fmla="*/ 15909 w 127272"/>
                <a:gd name="connsiteY43" fmla="*/ 60094 h 106060"/>
                <a:gd name="connsiteX44" fmla="*/ 15909 w 127272"/>
                <a:gd name="connsiteY44" fmla="*/ 60391 h 106060"/>
                <a:gd name="connsiteX45" fmla="*/ 15994 w 127272"/>
                <a:gd name="connsiteY45" fmla="*/ 60688 h 106060"/>
                <a:gd name="connsiteX46" fmla="*/ 15994 w 127272"/>
                <a:gd name="connsiteY46" fmla="*/ 61006 h 106060"/>
                <a:gd name="connsiteX47" fmla="*/ 16036 w 127272"/>
                <a:gd name="connsiteY47" fmla="*/ 61282 h 106060"/>
                <a:gd name="connsiteX48" fmla="*/ 16079 w 127272"/>
                <a:gd name="connsiteY48" fmla="*/ 61472 h 106060"/>
                <a:gd name="connsiteX49" fmla="*/ 16079 w 127272"/>
                <a:gd name="connsiteY49" fmla="*/ 61472 h 106060"/>
                <a:gd name="connsiteX50" fmla="*/ 16079 w 127272"/>
                <a:gd name="connsiteY50" fmla="*/ 61642 h 106060"/>
                <a:gd name="connsiteX51" fmla="*/ 16121 w 127272"/>
                <a:gd name="connsiteY51" fmla="*/ 61897 h 106060"/>
                <a:gd name="connsiteX52" fmla="*/ 16206 w 127272"/>
                <a:gd name="connsiteY52" fmla="*/ 62257 h 106060"/>
                <a:gd name="connsiteX53" fmla="*/ 16312 w 127272"/>
                <a:gd name="connsiteY53" fmla="*/ 62554 h 106060"/>
                <a:gd name="connsiteX54" fmla="*/ 16439 w 127272"/>
                <a:gd name="connsiteY54" fmla="*/ 62915 h 106060"/>
                <a:gd name="connsiteX55" fmla="*/ 16439 w 127272"/>
                <a:gd name="connsiteY55" fmla="*/ 62915 h 106060"/>
                <a:gd name="connsiteX56" fmla="*/ 16439 w 127272"/>
                <a:gd name="connsiteY56" fmla="*/ 62915 h 106060"/>
                <a:gd name="connsiteX57" fmla="*/ 16567 w 127272"/>
                <a:gd name="connsiteY57" fmla="*/ 63318 h 106060"/>
                <a:gd name="connsiteX58" fmla="*/ 16651 w 127272"/>
                <a:gd name="connsiteY58" fmla="*/ 63657 h 106060"/>
                <a:gd name="connsiteX59" fmla="*/ 16842 w 127272"/>
                <a:gd name="connsiteY59" fmla="*/ 63954 h 106060"/>
                <a:gd name="connsiteX60" fmla="*/ 16991 w 127272"/>
                <a:gd name="connsiteY60" fmla="*/ 64421 h 106060"/>
                <a:gd name="connsiteX61" fmla="*/ 16991 w 127272"/>
                <a:gd name="connsiteY61" fmla="*/ 64442 h 106060"/>
                <a:gd name="connsiteX62" fmla="*/ 17203 w 127272"/>
                <a:gd name="connsiteY62" fmla="*/ 64824 h 106060"/>
                <a:gd name="connsiteX63" fmla="*/ 17457 w 127272"/>
                <a:gd name="connsiteY63" fmla="*/ 65269 h 106060"/>
                <a:gd name="connsiteX64" fmla="*/ 17754 w 127272"/>
                <a:gd name="connsiteY64" fmla="*/ 65757 h 106060"/>
                <a:gd name="connsiteX65" fmla="*/ 17754 w 127272"/>
                <a:gd name="connsiteY65" fmla="*/ 65821 h 106060"/>
                <a:gd name="connsiteX66" fmla="*/ 17797 w 127272"/>
                <a:gd name="connsiteY66" fmla="*/ 65821 h 106060"/>
                <a:gd name="connsiteX67" fmla="*/ 18667 w 127272"/>
                <a:gd name="connsiteY67" fmla="*/ 67072 h 106060"/>
                <a:gd name="connsiteX68" fmla="*/ 18667 w 127272"/>
                <a:gd name="connsiteY68" fmla="*/ 67094 h 106060"/>
                <a:gd name="connsiteX69" fmla="*/ 18773 w 127272"/>
                <a:gd name="connsiteY69" fmla="*/ 67157 h 106060"/>
                <a:gd name="connsiteX70" fmla="*/ 19133 w 127272"/>
                <a:gd name="connsiteY70" fmla="*/ 67603 h 106060"/>
                <a:gd name="connsiteX71" fmla="*/ 19536 w 127272"/>
                <a:gd name="connsiteY71" fmla="*/ 68006 h 106060"/>
                <a:gd name="connsiteX72" fmla="*/ 19770 w 127272"/>
                <a:gd name="connsiteY72" fmla="*/ 68303 h 106060"/>
                <a:gd name="connsiteX73" fmla="*/ 19854 w 127272"/>
                <a:gd name="connsiteY73" fmla="*/ 68303 h 106060"/>
                <a:gd name="connsiteX74" fmla="*/ 19876 w 127272"/>
                <a:gd name="connsiteY74" fmla="*/ 68303 h 106060"/>
                <a:gd name="connsiteX75" fmla="*/ 20151 w 127272"/>
                <a:gd name="connsiteY75" fmla="*/ 68663 h 106060"/>
                <a:gd name="connsiteX76" fmla="*/ 20491 w 127272"/>
                <a:gd name="connsiteY76" fmla="*/ 68897 h 106060"/>
                <a:gd name="connsiteX77" fmla="*/ 20851 w 127272"/>
                <a:gd name="connsiteY77" fmla="*/ 69151 h 106060"/>
                <a:gd name="connsiteX78" fmla="*/ 21021 w 127272"/>
                <a:gd name="connsiteY78" fmla="*/ 69278 h 106060"/>
                <a:gd name="connsiteX79" fmla="*/ 21063 w 127272"/>
                <a:gd name="connsiteY79" fmla="*/ 69278 h 106060"/>
                <a:gd name="connsiteX80" fmla="*/ 21127 w 127272"/>
                <a:gd name="connsiteY80" fmla="*/ 69406 h 106060"/>
                <a:gd name="connsiteX81" fmla="*/ 21403 w 127272"/>
                <a:gd name="connsiteY81" fmla="*/ 69554 h 106060"/>
                <a:gd name="connsiteX82" fmla="*/ 21742 w 127272"/>
                <a:gd name="connsiteY82" fmla="*/ 69703 h 106060"/>
                <a:gd name="connsiteX83" fmla="*/ 22082 w 127272"/>
                <a:gd name="connsiteY83" fmla="*/ 69915 h 106060"/>
                <a:gd name="connsiteX84" fmla="*/ 22273 w 127272"/>
                <a:gd name="connsiteY84" fmla="*/ 70063 h 106060"/>
                <a:gd name="connsiteX85" fmla="*/ 22315 w 127272"/>
                <a:gd name="connsiteY85" fmla="*/ 70063 h 106060"/>
                <a:gd name="connsiteX86" fmla="*/ 68812 w 127272"/>
                <a:gd name="connsiteY86" fmla="*/ 92696 h 106060"/>
                <a:gd name="connsiteX87" fmla="*/ 126211 w 127272"/>
                <a:gd name="connsiteY87" fmla="*/ 53645 h 106060"/>
                <a:gd name="connsiteX88" fmla="*/ 79694 w 127272"/>
                <a:gd name="connsiteY88" fmla="*/ 3080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27272" h="106060">
                  <a:moveTo>
                    <a:pt x="79694" y="30800"/>
                  </a:moveTo>
                  <a:cubicBezTo>
                    <a:pt x="79248" y="30588"/>
                    <a:pt x="78866" y="30312"/>
                    <a:pt x="78421" y="29994"/>
                  </a:cubicBezTo>
                  <a:lnTo>
                    <a:pt x="78400" y="29994"/>
                  </a:lnTo>
                  <a:cubicBezTo>
                    <a:pt x="77975" y="29718"/>
                    <a:pt x="77594" y="29421"/>
                    <a:pt x="77212" y="29018"/>
                  </a:cubicBezTo>
                  <a:lnTo>
                    <a:pt x="77212" y="29018"/>
                  </a:lnTo>
                  <a:cubicBezTo>
                    <a:pt x="76851" y="28657"/>
                    <a:pt x="76469" y="28297"/>
                    <a:pt x="76172" y="27936"/>
                  </a:cubicBezTo>
                  <a:cubicBezTo>
                    <a:pt x="76130" y="27915"/>
                    <a:pt x="76130" y="27830"/>
                    <a:pt x="76088" y="27830"/>
                  </a:cubicBezTo>
                  <a:cubicBezTo>
                    <a:pt x="75769" y="27427"/>
                    <a:pt x="75494" y="27024"/>
                    <a:pt x="75175" y="26494"/>
                  </a:cubicBezTo>
                  <a:cubicBezTo>
                    <a:pt x="75133" y="26494"/>
                    <a:pt x="75133" y="26494"/>
                    <a:pt x="75133" y="26494"/>
                  </a:cubicBezTo>
                  <a:cubicBezTo>
                    <a:pt x="74900" y="26133"/>
                    <a:pt x="74687" y="25582"/>
                    <a:pt x="74433" y="25157"/>
                  </a:cubicBezTo>
                  <a:lnTo>
                    <a:pt x="74433" y="25157"/>
                  </a:lnTo>
                  <a:lnTo>
                    <a:pt x="74433" y="25157"/>
                  </a:lnTo>
                  <a:cubicBezTo>
                    <a:pt x="74200" y="24669"/>
                    <a:pt x="73988" y="24245"/>
                    <a:pt x="73882" y="23694"/>
                  </a:cubicBezTo>
                  <a:lnTo>
                    <a:pt x="73882" y="23694"/>
                  </a:lnTo>
                  <a:cubicBezTo>
                    <a:pt x="73691" y="23248"/>
                    <a:pt x="73627" y="22739"/>
                    <a:pt x="73542" y="22294"/>
                  </a:cubicBezTo>
                  <a:cubicBezTo>
                    <a:pt x="73478" y="22294"/>
                    <a:pt x="73478" y="22230"/>
                    <a:pt x="73478" y="22230"/>
                  </a:cubicBezTo>
                  <a:cubicBezTo>
                    <a:pt x="73415" y="21827"/>
                    <a:pt x="73415" y="21297"/>
                    <a:pt x="73415" y="20894"/>
                  </a:cubicBezTo>
                  <a:lnTo>
                    <a:pt x="73415" y="19706"/>
                  </a:lnTo>
                  <a:cubicBezTo>
                    <a:pt x="73415" y="19260"/>
                    <a:pt x="73457" y="18836"/>
                    <a:pt x="73627" y="18497"/>
                  </a:cubicBezTo>
                  <a:lnTo>
                    <a:pt x="73627" y="18433"/>
                  </a:lnTo>
                  <a:cubicBezTo>
                    <a:pt x="73648" y="18073"/>
                    <a:pt x="73733" y="17733"/>
                    <a:pt x="73882" y="17500"/>
                  </a:cubicBezTo>
                  <a:cubicBezTo>
                    <a:pt x="73882" y="17415"/>
                    <a:pt x="73882" y="17415"/>
                    <a:pt x="73882" y="17415"/>
                  </a:cubicBezTo>
                  <a:cubicBezTo>
                    <a:pt x="74051" y="17118"/>
                    <a:pt x="74221" y="16906"/>
                    <a:pt x="74348" y="16694"/>
                  </a:cubicBezTo>
                  <a:cubicBezTo>
                    <a:pt x="74433" y="16673"/>
                    <a:pt x="74475" y="16588"/>
                    <a:pt x="74539" y="16503"/>
                  </a:cubicBezTo>
                  <a:cubicBezTo>
                    <a:pt x="74709" y="16312"/>
                    <a:pt x="74921" y="16100"/>
                    <a:pt x="75133" y="15909"/>
                  </a:cubicBezTo>
                  <a:lnTo>
                    <a:pt x="17733" y="55045"/>
                  </a:lnTo>
                  <a:cubicBezTo>
                    <a:pt x="17521" y="55172"/>
                    <a:pt x="17309" y="55363"/>
                    <a:pt x="17097" y="55554"/>
                  </a:cubicBezTo>
                  <a:cubicBezTo>
                    <a:pt x="17033" y="55639"/>
                    <a:pt x="16991" y="55703"/>
                    <a:pt x="16970" y="55745"/>
                  </a:cubicBezTo>
                  <a:cubicBezTo>
                    <a:pt x="16885" y="55851"/>
                    <a:pt x="16842" y="55957"/>
                    <a:pt x="16736" y="56042"/>
                  </a:cubicBezTo>
                  <a:cubicBezTo>
                    <a:pt x="16651" y="56127"/>
                    <a:pt x="16609" y="56276"/>
                    <a:pt x="16545" y="56424"/>
                  </a:cubicBezTo>
                  <a:cubicBezTo>
                    <a:pt x="16545" y="56424"/>
                    <a:pt x="16545" y="56445"/>
                    <a:pt x="16545" y="56509"/>
                  </a:cubicBezTo>
                  <a:lnTo>
                    <a:pt x="16482" y="56509"/>
                  </a:lnTo>
                  <a:cubicBezTo>
                    <a:pt x="16482" y="56572"/>
                    <a:pt x="16439" y="56721"/>
                    <a:pt x="16354" y="56784"/>
                  </a:cubicBezTo>
                  <a:cubicBezTo>
                    <a:pt x="16312" y="56933"/>
                    <a:pt x="16227" y="57039"/>
                    <a:pt x="16227" y="57166"/>
                  </a:cubicBezTo>
                  <a:cubicBezTo>
                    <a:pt x="16206" y="57251"/>
                    <a:pt x="16206" y="57315"/>
                    <a:pt x="16121" y="57400"/>
                  </a:cubicBezTo>
                  <a:cubicBezTo>
                    <a:pt x="16121" y="57485"/>
                    <a:pt x="16121" y="57548"/>
                    <a:pt x="16121" y="57612"/>
                  </a:cubicBezTo>
                  <a:lnTo>
                    <a:pt x="16121" y="57612"/>
                  </a:lnTo>
                  <a:cubicBezTo>
                    <a:pt x="16121" y="57675"/>
                    <a:pt x="16079" y="57718"/>
                    <a:pt x="16079" y="57760"/>
                  </a:cubicBezTo>
                  <a:cubicBezTo>
                    <a:pt x="16079" y="57866"/>
                    <a:pt x="16036" y="57930"/>
                    <a:pt x="16036" y="58079"/>
                  </a:cubicBezTo>
                  <a:cubicBezTo>
                    <a:pt x="16036" y="58163"/>
                    <a:pt x="16036" y="58291"/>
                    <a:pt x="15994" y="58312"/>
                  </a:cubicBezTo>
                  <a:cubicBezTo>
                    <a:pt x="15994" y="58460"/>
                    <a:pt x="15994" y="58524"/>
                    <a:pt x="15994" y="58609"/>
                  </a:cubicBezTo>
                  <a:cubicBezTo>
                    <a:pt x="15994" y="58694"/>
                    <a:pt x="15994" y="58757"/>
                    <a:pt x="15994" y="58842"/>
                  </a:cubicBezTo>
                  <a:lnTo>
                    <a:pt x="15909" y="59945"/>
                  </a:lnTo>
                  <a:cubicBezTo>
                    <a:pt x="15909" y="60009"/>
                    <a:pt x="15909" y="60030"/>
                    <a:pt x="15909" y="60094"/>
                  </a:cubicBezTo>
                  <a:cubicBezTo>
                    <a:pt x="15909" y="60178"/>
                    <a:pt x="15909" y="60306"/>
                    <a:pt x="15909" y="60391"/>
                  </a:cubicBezTo>
                  <a:cubicBezTo>
                    <a:pt x="15909" y="60475"/>
                    <a:pt x="15994" y="60560"/>
                    <a:pt x="15994" y="60688"/>
                  </a:cubicBezTo>
                  <a:cubicBezTo>
                    <a:pt x="15994" y="60772"/>
                    <a:pt x="15994" y="60878"/>
                    <a:pt x="15994" y="61006"/>
                  </a:cubicBezTo>
                  <a:cubicBezTo>
                    <a:pt x="16036" y="61112"/>
                    <a:pt x="16036" y="61197"/>
                    <a:pt x="16036" y="61282"/>
                  </a:cubicBezTo>
                  <a:cubicBezTo>
                    <a:pt x="16036" y="61345"/>
                    <a:pt x="16036" y="61409"/>
                    <a:pt x="16079" y="61472"/>
                  </a:cubicBezTo>
                  <a:lnTo>
                    <a:pt x="16079" y="61472"/>
                  </a:lnTo>
                  <a:cubicBezTo>
                    <a:pt x="16079" y="61515"/>
                    <a:pt x="16079" y="61557"/>
                    <a:pt x="16079" y="61642"/>
                  </a:cubicBezTo>
                  <a:cubicBezTo>
                    <a:pt x="16121" y="61706"/>
                    <a:pt x="16121" y="61833"/>
                    <a:pt x="16121" y="61897"/>
                  </a:cubicBezTo>
                  <a:cubicBezTo>
                    <a:pt x="16206" y="62024"/>
                    <a:pt x="16206" y="62130"/>
                    <a:pt x="16206" y="62257"/>
                  </a:cubicBezTo>
                  <a:cubicBezTo>
                    <a:pt x="16227" y="62342"/>
                    <a:pt x="16270" y="62491"/>
                    <a:pt x="16312" y="62554"/>
                  </a:cubicBezTo>
                  <a:cubicBezTo>
                    <a:pt x="16312" y="62681"/>
                    <a:pt x="16354" y="62788"/>
                    <a:pt x="16439" y="62915"/>
                  </a:cubicBezTo>
                  <a:lnTo>
                    <a:pt x="16439" y="62915"/>
                  </a:lnTo>
                  <a:lnTo>
                    <a:pt x="16439" y="62915"/>
                  </a:lnTo>
                  <a:cubicBezTo>
                    <a:pt x="16482" y="62978"/>
                    <a:pt x="16545" y="63169"/>
                    <a:pt x="16567" y="63318"/>
                  </a:cubicBezTo>
                  <a:cubicBezTo>
                    <a:pt x="16609" y="63360"/>
                    <a:pt x="16651" y="63551"/>
                    <a:pt x="16651" y="63657"/>
                  </a:cubicBezTo>
                  <a:cubicBezTo>
                    <a:pt x="16694" y="63784"/>
                    <a:pt x="16758" y="63891"/>
                    <a:pt x="16842" y="63954"/>
                  </a:cubicBezTo>
                  <a:cubicBezTo>
                    <a:pt x="16885" y="64145"/>
                    <a:pt x="16927" y="64209"/>
                    <a:pt x="16991" y="64421"/>
                  </a:cubicBezTo>
                  <a:cubicBezTo>
                    <a:pt x="16991" y="64421"/>
                    <a:pt x="16991" y="64421"/>
                    <a:pt x="16991" y="64442"/>
                  </a:cubicBezTo>
                  <a:cubicBezTo>
                    <a:pt x="17033" y="64548"/>
                    <a:pt x="17118" y="64697"/>
                    <a:pt x="17203" y="64824"/>
                  </a:cubicBezTo>
                  <a:cubicBezTo>
                    <a:pt x="17288" y="64972"/>
                    <a:pt x="17373" y="65057"/>
                    <a:pt x="17457" y="65269"/>
                  </a:cubicBezTo>
                  <a:cubicBezTo>
                    <a:pt x="17563" y="65418"/>
                    <a:pt x="17627" y="65566"/>
                    <a:pt x="17754" y="65757"/>
                  </a:cubicBezTo>
                  <a:cubicBezTo>
                    <a:pt x="17754" y="65821"/>
                    <a:pt x="17754" y="65821"/>
                    <a:pt x="17754" y="65821"/>
                  </a:cubicBezTo>
                  <a:lnTo>
                    <a:pt x="17797" y="65821"/>
                  </a:lnTo>
                  <a:cubicBezTo>
                    <a:pt x="18051" y="66245"/>
                    <a:pt x="18348" y="66627"/>
                    <a:pt x="18667" y="67072"/>
                  </a:cubicBezTo>
                  <a:cubicBezTo>
                    <a:pt x="18667" y="67072"/>
                    <a:pt x="18667" y="67072"/>
                    <a:pt x="18667" y="67094"/>
                  </a:cubicBezTo>
                  <a:cubicBezTo>
                    <a:pt x="18709" y="67157"/>
                    <a:pt x="18709" y="67157"/>
                    <a:pt x="18773" y="67157"/>
                  </a:cubicBezTo>
                  <a:cubicBezTo>
                    <a:pt x="18900" y="67327"/>
                    <a:pt x="18985" y="67475"/>
                    <a:pt x="19133" y="67603"/>
                  </a:cubicBezTo>
                  <a:cubicBezTo>
                    <a:pt x="19239" y="67751"/>
                    <a:pt x="19430" y="67900"/>
                    <a:pt x="19536" y="68006"/>
                  </a:cubicBezTo>
                  <a:cubicBezTo>
                    <a:pt x="19621" y="68069"/>
                    <a:pt x="19685" y="68218"/>
                    <a:pt x="19770" y="68303"/>
                  </a:cubicBezTo>
                  <a:cubicBezTo>
                    <a:pt x="19854" y="68303"/>
                    <a:pt x="19854" y="68303"/>
                    <a:pt x="19854" y="68303"/>
                  </a:cubicBezTo>
                  <a:lnTo>
                    <a:pt x="19876" y="68303"/>
                  </a:lnTo>
                  <a:cubicBezTo>
                    <a:pt x="19982" y="68430"/>
                    <a:pt x="20067" y="68536"/>
                    <a:pt x="20151" y="68663"/>
                  </a:cubicBezTo>
                  <a:cubicBezTo>
                    <a:pt x="20279" y="68727"/>
                    <a:pt x="20406" y="68812"/>
                    <a:pt x="20491" y="68897"/>
                  </a:cubicBezTo>
                  <a:cubicBezTo>
                    <a:pt x="20639" y="69003"/>
                    <a:pt x="20745" y="69109"/>
                    <a:pt x="20851" y="69151"/>
                  </a:cubicBezTo>
                  <a:cubicBezTo>
                    <a:pt x="20894" y="69236"/>
                    <a:pt x="20979" y="69236"/>
                    <a:pt x="21021" y="69278"/>
                  </a:cubicBezTo>
                  <a:cubicBezTo>
                    <a:pt x="21021" y="69278"/>
                    <a:pt x="21021" y="69278"/>
                    <a:pt x="21063" y="69278"/>
                  </a:cubicBezTo>
                  <a:cubicBezTo>
                    <a:pt x="21106" y="69300"/>
                    <a:pt x="21106" y="69406"/>
                    <a:pt x="21127" y="69406"/>
                  </a:cubicBezTo>
                  <a:cubicBezTo>
                    <a:pt x="21276" y="69469"/>
                    <a:pt x="21360" y="69491"/>
                    <a:pt x="21403" y="69554"/>
                  </a:cubicBezTo>
                  <a:cubicBezTo>
                    <a:pt x="21551" y="69618"/>
                    <a:pt x="21657" y="69703"/>
                    <a:pt x="21742" y="69703"/>
                  </a:cubicBezTo>
                  <a:cubicBezTo>
                    <a:pt x="21870" y="69745"/>
                    <a:pt x="21912" y="69851"/>
                    <a:pt x="22082" y="69915"/>
                  </a:cubicBezTo>
                  <a:cubicBezTo>
                    <a:pt x="22145" y="70000"/>
                    <a:pt x="22230" y="70021"/>
                    <a:pt x="22273" y="70063"/>
                  </a:cubicBezTo>
                  <a:lnTo>
                    <a:pt x="22315" y="70063"/>
                  </a:lnTo>
                  <a:lnTo>
                    <a:pt x="68812" y="92696"/>
                  </a:lnTo>
                  <a:lnTo>
                    <a:pt x="126211" y="53645"/>
                  </a:lnTo>
                  <a:lnTo>
                    <a:pt x="79694" y="30800"/>
                  </a:lnTo>
                  <a:close/>
                </a:path>
              </a:pathLst>
            </a:custGeom>
            <a:solidFill>
              <a:srgbClr val="A03C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4B761A68-9A54-435B-B5EC-885FF7E83839}"/>
                </a:ext>
              </a:extLst>
            </p:cNvPr>
            <p:cNvSpPr/>
            <p:nvPr/>
          </p:nvSpPr>
          <p:spPr>
            <a:xfrm>
              <a:off x="6286560" y="4629407"/>
              <a:ext cx="125307" cy="93980"/>
            </a:xfrm>
            <a:custGeom>
              <a:avLst/>
              <a:gdLst>
                <a:gd name="connsiteX0" fmla="*/ 15951 w 84848"/>
                <a:gd name="connsiteY0" fmla="*/ 54960 h 63636"/>
                <a:gd name="connsiteX1" fmla="*/ 73351 w 84848"/>
                <a:gd name="connsiteY1" fmla="*/ 15909 h 63636"/>
                <a:gd name="connsiteX2" fmla="*/ 73309 w 84848"/>
                <a:gd name="connsiteY2" fmla="*/ 18179 h 63636"/>
                <a:gd name="connsiteX3" fmla="*/ 15909 w 84848"/>
                <a:gd name="connsiteY3" fmla="*/ 5731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51" y="54960"/>
                  </a:moveTo>
                  <a:lnTo>
                    <a:pt x="73351" y="15909"/>
                  </a:lnTo>
                  <a:lnTo>
                    <a:pt x="73309" y="18179"/>
                  </a:lnTo>
                  <a:lnTo>
                    <a:pt x="15909" y="57315"/>
                  </a:lnTo>
                  <a:close/>
                </a:path>
              </a:pathLst>
            </a:custGeom>
            <a:solidFill>
              <a:srgbClr val="8B32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CDE3F2E6-8E8F-430E-91F9-7DC542B2340F}"/>
                </a:ext>
              </a:extLst>
            </p:cNvPr>
            <p:cNvSpPr/>
            <p:nvPr/>
          </p:nvSpPr>
          <p:spPr>
            <a:xfrm>
              <a:off x="6282487" y="4607760"/>
              <a:ext cx="125307" cy="93980"/>
            </a:xfrm>
            <a:custGeom>
              <a:avLst/>
              <a:gdLst>
                <a:gd name="connsiteX0" fmla="*/ 16248 w 84848"/>
                <a:gd name="connsiteY0" fmla="*/ 52882 h 63636"/>
                <a:gd name="connsiteX1" fmla="*/ 69936 w 84848"/>
                <a:gd name="connsiteY1" fmla="*/ 15909 h 63636"/>
                <a:gd name="connsiteX2" fmla="*/ 69618 w 84848"/>
                <a:gd name="connsiteY2" fmla="*/ 29718 h 63636"/>
                <a:gd name="connsiteX3" fmla="*/ 15909 w 84848"/>
                <a:gd name="connsiteY3" fmla="*/ 6667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6248" y="52882"/>
                  </a:moveTo>
                  <a:lnTo>
                    <a:pt x="69936" y="15909"/>
                  </a:lnTo>
                  <a:lnTo>
                    <a:pt x="69618" y="29718"/>
                  </a:lnTo>
                  <a:lnTo>
                    <a:pt x="15909" y="66670"/>
                  </a:lnTo>
                  <a:close/>
                </a:path>
              </a:pathLst>
            </a:custGeom>
            <a:solidFill>
              <a:srgbClr val="C2C2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BB8F6EC-26B4-47FD-9E91-C433F68F54C1}"/>
                </a:ext>
              </a:extLst>
            </p:cNvPr>
            <p:cNvSpPr/>
            <p:nvPr/>
          </p:nvSpPr>
          <p:spPr>
            <a:xfrm>
              <a:off x="6213318" y="4576495"/>
              <a:ext cx="187960" cy="125307"/>
            </a:xfrm>
            <a:custGeom>
              <a:avLst/>
              <a:gdLst>
                <a:gd name="connsiteX0" fmla="*/ 74624 w 127272"/>
                <a:gd name="connsiteY0" fmla="*/ 16524 h 84848"/>
                <a:gd name="connsiteX1" fmla="*/ 74390 w 127272"/>
                <a:gd name="connsiteY1" fmla="*/ 16439 h 84848"/>
                <a:gd name="connsiteX2" fmla="*/ 74051 w 127272"/>
                <a:gd name="connsiteY2" fmla="*/ 16333 h 84848"/>
                <a:gd name="connsiteX3" fmla="*/ 73903 w 127272"/>
                <a:gd name="connsiteY3" fmla="*/ 16270 h 84848"/>
                <a:gd name="connsiteX4" fmla="*/ 73881 w 127272"/>
                <a:gd name="connsiteY4" fmla="*/ 16270 h 84848"/>
                <a:gd name="connsiteX5" fmla="*/ 73818 w 127272"/>
                <a:gd name="connsiteY5" fmla="*/ 16206 h 84848"/>
                <a:gd name="connsiteX6" fmla="*/ 73521 w 127272"/>
                <a:gd name="connsiteY6" fmla="*/ 16079 h 84848"/>
                <a:gd name="connsiteX7" fmla="*/ 73266 w 127272"/>
                <a:gd name="connsiteY7" fmla="*/ 16058 h 84848"/>
                <a:gd name="connsiteX8" fmla="*/ 73181 w 127272"/>
                <a:gd name="connsiteY8" fmla="*/ 16058 h 84848"/>
                <a:gd name="connsiteX9" fmla="*/ 73118 w 127272"/>
                <a:gd name="connsiteY9" fmla="*/ 16058 h 84848"/>
                <a:gd name="connsiteX10" fmla="*/ 73033 w 127272"/>
                <a:gd name="connsiteY10" fmla="*/ 15994 h 84848"/>
                <a:gd name="connsiteX11" fmla="*/ 72693 w 127272"/>
                <a:gd name="connsiteY11" fmla="*/ 15930 h 84848"/>
                <a:gd name="connsiteX12" fmla="*/ 72503 w 127272"/>
                <a:gd name="connsiteY12" fmla="*/ 15930 h 84848"/>
                <a:gd name="connsiteX13" fmla="*/ 72503 w 127272"/>
                <a:gd name="connsiteY13" fmla="*/ 15930 h 84848"/>
                <a:gd name="connsiteX14" fmla="*/ 72481 w 127272"/>
                <a:gd name="connsiteY14" fmla="*/ 15930 h 84848"/>
                <a:gd name="connsiteX15" fmla="*/ 72163 w 127272"/>
                <a:gd name="connsiteY15" fmla="*/ 15909 h 84848"/>
                <a:gd name="connsiteX16" fmla="*/ 71845 w 127272"/>
                <a:gd name="connsiteY16" fmla="*/ 15909 h 84848"/>
                <a:gd name="connsiteX17" fmla="*/ 71845 w 127272"/>
                <a:gd name="connsiteY17" fmla="*/ 15909 h 84848"/>
                <a:gd name="connsiteX18" fmla="*/ 71824 w 127272"/>
                <a:gd name="connsiteY18" fmla="*/ 15909 h 84848"/>
                <a:gd name="connsiteX19" fmla="*/ 71484 w 127272"/>
                <a:gd name="connsiteY19" fmla="*/ 15909 h 84848"/>
                <a:gd name="connsiteX20" fmla="*/ 71272 w 127272"/>
                <a:gd name="connsiteY20" fmla="*/ 15930 h 84848"/>
                <a:gd name="connsiteX21" fmla="*/ 71230 w 127272"/>
                <a:gd name="connsiteY21" fmla="*/ 15930 h 84848"/>
                <a:gd name="connsiteX22" fmla="*/ 71187 w 127272"/>
                <a:gd name="connsiteY22" fmla="*/ 15930 h 84848"/>
                <a:gd name="connsiteX23" fmla="*/ 70784 w 127272"/>
                <a:gd name="connsiteY23" fmla="*/ 15994 h 84848"/>
                <a:gd name="connsiteX24" fmla="*/ 70678 w 127272"/>
                <a:gd name="connsiteY24" fmla="*/ 15994 h 84848"/>
                <a:gd name="connsiteX25" fmla="*/ 70509 w 127272"/>
                <a:gd name="connsiteY25" fmla="*/ 16058 h 84848"/>
                <a:gd name="connsiteX26" fmla="*/ 70360 w 127272"/>
                <a:gd name="connsiteY26" fmla="*/ 16079 h 84848"/>
                <a:gd name="connsiteX27" fmla="*/ 70212 w 127272"/>
                <a:gd name="connsiteY27" fmla="*/ 16121 h 84848"/>
                <a:gd name="connsiteX28" fmla="*/ 69618 w 127272"/>
                <a:gd name="connsiteY28" fmla="*/ 16482 h 84848"/>
                <a:gd name="connsiteX29" fmla="*/ 15909 w 127272"/>
                <a:gd name="connsiteY29" fmla="*/ 53476 h 84848"/>
                <a:gd name="connsiteX30" fmla="*/ 16567 w 127272"/>
                <a:gd name="connsiteY30" fmla="*/ 53136 h 84848"/>
                <a:gd name="connsiteX31" fmla="*/ 16800 w 127272"/>
                <a:gd name="connsiteY31" fmla="*/ 53030 h 84848"/>
                <a:gd name="connsiteX32" fmla="*/ 16970 w 127272"/>
                <a:gd name="connsiteY32" fmla="*/ 52988 h 84848"/>
                <a:gd name="connsiteX33" fmla="*/ 17500 w 127272"/>
                <a:gd name="connsiteY33" fmla="*/ 52924 h 84848"/>
                <a:gd name="connsiteX34" fmla="*/ 17521 w 127272"/>
                <a:gd name="connsiteY34" fmla="*/ 52924 h 84848"/>
                <a:gd name="connsiteX35" fmla="*/ 18730 w 127272"/>
                <a:gd name="connsiteY35" fmla="*/ 52924 h 84848"/>
                <a:gd name="connsiteX36" fmla="*/ 18751 w 127272"/>
                <a:gd name="connsiteY36" fmla="*/ 52924 h 84848"/>
                <a:gd name="connsiteX37" fmla="*/ 19345 w 127272"/>
                <a:gd name="connsiteY37" fmla="*/ 53030 h 84848"/>
                <a:gd name="connsiteX38" fmla="*/ 19451 w 127272"/>
                <a:gd name="connsiteY38" fmla="*/ 53030 h 84848"/>
                <a:gd name="connsiteX39" fmla="*/ 20045 w 127272"/>
                <a:gd name="connsiteY39" fmla="*/ 53242 h 84848"/>
                <a:gd name="connsiteX40" fmla="*/ 20088 w 127272"/>
                <a:gd name="connsiteY40" fmla="*/ 53242 h 84848"/>
                <a:gd name="connsiteX41" fmla="*/ 20809 w 127272"/>
                <a:gd name="connsiteY41" fmla="*/ 53497 h 84848"/>
                <a:gd name="connsiteX42" fmla="*/ 62978 w 127272"/>
                <a:gd name="connsiteY42" fmla="*/ 74051 h 84848"/>
                <a:gd name="connsiteX43" fmla="*/ 116666 w 127272"/>
                <a:gd name="connsiteY43" fmla="*/ 37079 h 84848"/>
                <a:gd name="connsiteX44" fmla="*/ 74624 w 127272"/>
                <a:gd name="connsiteY44" fmla="*/ 1652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7272" h="84848">
                  <a:moveTo>
                    <a:pt x="74624" y="16524"/>
                  </a:moveTo>
                  <a:cubicBezTo>
                    <a:pt x="74497" y="16524"/>
                    <a:pt x="74412" y="16482"/>
                    <a:pt x="74390" y="16439"/>
                  </a:cubicBezTo>
                  <a:cubicBezTo>
                    <a:pt x="74263" y="16418"/>
                    <a:pt x="74178" y="16355"/>
                    <a:pt x="74051" y="16333"/>
                  </a:cubicBezTo>
                  <a:cubicBezTo>
                    <a:pt x="74030" y="16291"/>
                    <a:pt x="73945" y="16270"/>
                    <a:pt x="73903" y="16270"/>
                  </a:cubicBezTo>
                  <a:cubicBezTo>
                    <a:pt x="73881" y="16270"/>
                    <a:pt x="73881" y="16270"/>
                    <a:pt x="73881" y="16270"/>
                  </a:cubicBezTo>
                  <a:cubicBezTo>
                    <a:pt x="73818" y="16270"/>
                    <a:pt x="73818" y="16270"/>
                    <a:pt x="73818" y="16206"/>
                  </a:cubicBezTo>
                  <a:cubicBezTo>
                    <a:pt x="73733" y="16206"/>
                    <a:pt x="73669" y="16206"/>
                    <a:pt x="73521" y="16079"/>
                  </a:cubicBezTo>
                  <a:cubicBezTo>
                    <a:pt x="73436" y="16079"/>
                    <a:pt x="73372" y="16058"/>
                    <a:pt x="73266" y="16058"/>
                  </a:cubicBezTo>
                  <a:cubicBezTo>
                    <a:pt x="73203" y="16058"/>
                    <a:pt x="73203" y="16058"/>
                    <a:pt x="73181" y="16058"/>
                  </a:cubicBezTo>
                  <a:lnTo>
                    <a:pt x="73118" y="16058"/>
                  </a:lnTo>
                  <a:cubicBezTo>
                    <a:pt x="73075" y="15994"/>
                    <a:pt x="73054" y="15994"/>
                    <a:pt x="73033" y="15994"/>
                  </a:cubicBezTo>
                  <a:cubicBezTo>
                    <a:pt x="72884" y="15994"/>
                    <a:pt x="72778" y="15973"/>
                    <a:pt x="72693" y="15930"/>
                  </a:cubicBezTo>
                  <a:cubicBezTo>
                    <a:pt x="72693" y="15930"/>
                    <a:pt x="72566" y="15930"/>
                    <a:pt x="72503" y="15930"/>
                  </a:cubicBezTo>
                  <a:lnTo>
                    <a:pt x="72503" y="15930"/>
                  </a:lnTo>
                  <a:cubicBezTo>
                    <a:pt x="72481" y="15930"/>
                    <a:pt x="72481" y="15930"/>
                    <a:pt x="72481" y="15930"/>
                  </a:cubicBezTo>
                  <a:cubicBezTo>
                    <a:pt x="72312" y="15909"/>
                    <a:pt x="72227" y="15909"/>
                    <a:pt x="72163" y="15909"/>
                  </a:cubicBezTo>
                  <a:cubicBezTo>
                    <a:pt x="72078" y="15909"/>
                    <a:pt x="71909" y="15909"/>
                    <a:pt x="71845" y="15909"/>
                  </a:cubicBezTo>
                  <a:lnTo>
                    <a:pt x="71845" y="15909"/>
                  </a:lnTo>
                  <a:lnTo>
                    <a:pt x="71824" y="15909"/>
                  </a:lnTo>
                  <a:cubicBezTo>
                    <a:pt x="71718" y="15909"/>
                    <a:pt x="71654" y="15909"/>
                    <a:pt x="71484" y="15909"/>
                  </a:cubicBezTo>
                  <a:cubicBezTo>
                    <a:pt x="71463" y="15909"/>
                    <a:pt x="71336" y="15909"/>
                    <a:pt x="71272" y="15930"/>
                  </a:cubicBezTo>
                  <a:lnTo>
                    <a:pt x="71230" y="15930"/>
                  </a:lnTo>
                  <a:cubicBezTo>
                    <a:pt x="71230" y="15930"/>
                    <a:pt x="71230" y="15930"/>
                    <a:pt x="71187" y="15930"/>
                  </a:cubicBezTo>
                  <a:cubicBezTo>
                    <a:pt x="71039" y="15930"/>
                    <a:pt x="70933" y="15973"/>
                    <a:pt x="70784" y="15994"/>
                  </a:cubicBezTo>
                  <a:cubicBezTo>
                    <a:pt x="70742" y="15994"/>
                    <a:pt x="70742" y="15994"/>
                    <a:pt x="70678" y="15994"/>
                  </a:cubicBezTo>
                  <a:cubicBezTo>
                    <a:pt x="70615" y="15994"/>
                    <a:pt x="70572" y="16058"/>
                    <a:pt x="70509" y="16058"/>
                  </a:cubicBezTo>
                  <a:cubicBezTo>
                    <a:pt x="70424" y="16058"/>
                    <a:pt x="70382" y="16079"/>
                    <a:pt x="70360" y="16079"/>
                  </a:cubicBezTo>
                  <a:cubicBezTo>
                    <a:pt x="70360" y="16079"/>
                    <a:pt x="70275" y="16121"/>
                    <a:pt x="70212" y="16121"/>
                  </a:cubicBezTo>
                  <a:cubicBezTo>
                    <a:pt x="70000" y="16270"/>
                    <a:pt x="69766" y="16333"/>
                    <a:pt x="69618" y="16482"/>
                  </a:cubicBezTo>
                  <a:lnTo>
                    <a:pt x="15909" y="53476"/>
                  </a:lnTo>
                  <a:cubicBezTo>
                    <a:pt x="16142" y="53306"/>
                    <a:pt x="16333" y="53242"/>
                    <a:pt x="16567" y="53136"/>
                  </a:cubicBezTo>
                  <a:cubicBezTo>
                    <a:pt x="16673" y="53115"/>
                    <a:pt x="16694" y="53073"/>
                    <a:pt x="16800" y="53030"/>
                  </a:cubicBezTo>
                  <a:cubicBezTo>
                    <a:pt x="16842" y="53030"/>
                    <a:pt x="16948" y="53030"/>
                    <a:pt x="16970" y="52988"/>
                  </a:cubicBezTo>
                  <a:cubicBezTo>
                    <a:pt x="17160" y="52966"/>
                    <a:pt x="17330" y="52924"/>
                    <a:pt x="17500" y="52924"/>
                  </a:cubicBezTo>
                  <a:lnTo>
                    <a:pt x="17521" y="52924"/>
                  </a:lnTo>
                  <a:cubicBezTo>
                    <a:pt x="17903" y="52818"/>
                    <a:pt x="18306" y="52818"/>
                    <a:pt x="18730" y="52924"/>
                  </a:cubicBezTo>
                  <a:cubicBezTo>
                    <a:pt x="18751" y="52924"/>
                    <a:pt x="18751" y="52924"/>
                    <a:pt x="18751" y="52924"/>
                  </a:cubicBezTo>
                  <a:cubicBezTo>
                    <a:pt x="18921" y="52924"/>
                    <a:pt x="19154" y="52966"/>
                    <a:pt x="19345" y="53030"/>
                  </a:cubicBezTo>
                  <a:cubicBezTo>
                    <a:pt x="19388" y="53030"/>
                    <a:pt x="19388" y="53030"/>
                    <a:pt x="19451" y="53030"/>
                  </a:cubicBezTo>
                  <a:cubicBezTo>
                    <a:pt x="19663" y="53073"/>
                    <a:pt x="19897" y="53136"/>
                    <a:pt x="20045" y="53242"/>
                  </a:cubicBezTo>
                  <a:cubicBezTo>
                    <a:pt x="20088" y="53242"/>
                    <a:pt x="20088" y="53242"/>
                    <a:pt x="20088" y="53242"/>
                  </a:cubicBezTo>
                  <a:cubicBezTo>
                    <a:pt x="20321" y="53306"/>
                    <a:pt x="20554" y="53391"/>
                    <a:pt x="20809" y="53497"/>
                  </a:cubicBezTo>
                  <a:lnTo>
                    <a:pt x="62978" y="74051"/>
                  </a:lnTo>
                  <a:lnTo>
                    <a:pt x="116666" y="37079"/>
                  </a:lnTo>
                  <a:lnTo>
                    <a:pt x="74624" y="16524"/>
                  </a:lnTo>
                  <a:close/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E2AB9ABA-D72C-49FA-8FDA-D8F9557F8DAB}"/>
                </a:ext>
              </a:extLst>
            </p:cNvPr>
            <p:cNvSpPr/>
            <p:nvPr/>
          </p:nvSpPr>
          <p:spPr>
            <a:xfrm>
              <a:off x="6210936" y="4631011"/>
              <a:ext cx="93980" cy="93980"/>
            </a:xfrm>
            <a:custGeom>
              <a:avLst/>
              <a:gdLst>
                <a:gd name="connsiteX0" fmla="*/ 64698 w 63636"/>
                <a:gd name="connsiteY0" fmla="*/ 37137 h 63636"/>
                <a:gd name="connsiteX1" fmla="*/ 64358 w 63636"/>
                <a:gd name="connsiteY1" fmla="*/ 50925 h 63636"/>
                <a:gd name="connsiteX2" fmla="*/ 22231 w 63636"/>
                <a:gd name="connsiteY2" fmla="*/ 30413 h 63636"/>
                <a:gd name="connsiteX3" fmla="*/ 15910 w 63636"/>
                <a:gd name="connsiteY3" fmla="*/ 20338 h 63636"/>
                <a:gd name="connsiteX4" fmla="*/ 22528 w 63636"/>
                <a:gd name="connsiteY4" fmla="*/ 16562 h 63636"/>
                <a:gd name="connsiteX5" fmla="*/ 64698 w 63636"/>
                <a:gd name="connsiteY5" fmla="*/ 3713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36" h="63636">
                  <a:moveTo>
                    <a:pt x="64698" y="37137"/>
                  </a:moveTo>
                  <a:lnTo>
                    <a:pt x="64358" y="50925"/>
                  </a:lnTo>
                  <a:lnTo>
                    <a:pt x="22231" y="30413"/>
                  </a:lnTo>
                  <a:cubicBezTo>
                    <a:pt x="18646" y="28653"/>
                    <a:pt x="15846" y="24135"/>
                    <a:pt x="15910" y="20338"/>
                  </a:cubicBezTo>
                  <a:cubicBezTo>
                    <a:pt x="15974" y="16541"/>
                    <a:pt x="18922" y="14886"/>
                    <a:pt x="22528" y="16562"/>
                  </a:cubicBezTo>
                  <a:lnTo>
                    <a:pt x="64698" y="37137"/>
                  </a:lnTo>
                  <a:close/>
                </a:path>
              </a:pathLst>
            </a:custGeom>
            <a:solidFill>
              <a:srgbClr val="8E8E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2196318-478E-4EB4-AD5C-F65F334E39BD}"/>
                </a:ext>
              </a:extLst>
            </p:cNvPr>
            <p:cNvSpPr/>
            <p:nvPr/>
          </p:nvSpPr>
          <p:spPr>
            <a:xfrm>
              <a:off x="6205518" y="4627173"/>
              <a:ext cx="125307" cy="93980"/>
            </a:xfrm>
            <a:custGeom>
              <a:avLst/>
              <a:gdLst>
                <a:gd name="connsiteX0" fmla="*/ 71146 w 84848"/>
                <a:gd name="connsiteY0" fmla="*/ 39397 h 63636"/>
                <a:gd name="connsiteX1" fmla="*/ 71146 w 84848"/>
                <a:gd name="connsiteY1" fmla="*/ 41730 h 63636"/>
                <a:gd name="connsiteX2" fmla="*/ 24692 w 84848"/>
                <a:gd name="connsiteY2" fmla="*/ 19055 h 63636"/>
                <a:gd name="connsiteX3" fmla="*/ 18137 w 84848"/>
                <a:gd name="connsiteY3" fmla="*/ 22788 h 63636"/>
                <a:gd name="connsiteX4" fmla="*/ 18052 w 84848"/>
                <a:gd name="connsiteY4" fmla="*/ 23891 h 63636"/>
                <a:gd name="connsiteX5" fmla="*/ 24331 w 84848"/>
                <a:gd name="connsiteY5" fmla="*/ 33840 h 63636"/>
                <a:gd name="connsiteX6" fmla="*/ 70828 w 84848"/>
                <a:gd name="connsiteY6" fmla="*/ 56473 h 63636"/>
                <a:gd name="connsiteX7" fmla="*/ 70785 w 84848"/>
                <a:gd name="connsiteY7" fmla="*/ 58806 h 63636"/>
                <a:gd name="connsiteX8" fmla="*/ 24288 w 84848"/>
                <a:gd name="connsiteY8" fmla="*/ 36067 h 63636"/>
                <a:gd name="connsiteX9" fmla="*/ 15910 w 84848"/>
                <a:gd name="connsiteY9" fmla="*/ 22873 h 63636"/>
                <a:gd name="connsiteX10" fmla="*/ 15973 w 84848"/>
                <a:gd name="connsiteY10" fmla="*/ 21728 h 63636"/>
                <a:gd name="connsiteX11" fmla="*/ 24670 w 84848"/>
                <a:gd name="connsiteY11" fmla="*/ 16828 h 63636"/>
                <a:gd name="connsiteX12" fmla="*/ 71146 w 84848"/>
                <a:gd name="connsiteY12" fmla="*/ 3939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848" h="63636">
                  <a:moveTo>
                    <a:pt x="71146" y="39397"/>
                  </a:moveTo>
                  <a:lnTo>
                    <a:pt x="71146" y="41730"/>
                  </a:lnTo>
                  <a:lnTo>
                    <a:pt x="24692" y="19055"/>
                  </a:lnTo>
                  <a:cubicBezTo>
                    <a:pt x="21085" y="17400"/>
                    <a:pt x="18179" y="18991"/>
                    <a:pt x="18137" y="22788"/>
                  </a:cubicBezTo>
                  <a:lnTo>
                    <a:pt x="18052" y="23891"/>
                  </a:lnTo>
                  <a:cubicBezTo>
                    <a:pt x="17989" y="27709"/>
                    <a:pt x="20810" y="32121"/>
                    <a:pt x="24331" y="33840"/>
                  </a:cubicBezTo>
                  <a:lnTo>
                    <a:pt x="70828" y="56473"/>
                  </a:lnTo>
                  <a:lnTo>
                    <a:pt x="70785" y="58806"/>
                  </a:lnTo>
                  <a:lnTo>
                    <a:pt x="24288" y="36067"/>
                  </a:lnTo>
                  <a:cubicBezTo>
                    <a:pt x="19643" y="33840"/>
                    <a:pt x="15846" y="27900"/>
                    <a:pt x="15910" y="22873"/>
                  </a:cubicBezTo>
                  <a:lnTo>
                    <a:pt x="15973" y="21728"/>
                  </a:lnTo>
                  <a:cubicBezTo>
                    <a:pt x="16079" y="16722"/>
                    <a:pt x="19983" y="14515"/>
                    <a:pt x="24670" y="16828"/>
                  </a:cubicBezTo>
                  <a:lnTo>
                    <a:pt x="71146" y="39397"/>
                  </a:lnTo>
                  <a:close/>
                </a:path>
              </a:pathLst>
            </a:custGeom>
            <a:solidFill>
              <a:srgbClr val="6D21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A3F1D68B-DB69-451F-95D4-51E8C40CA672}"/>
                </a:ext>
              </a:extLst>
            </p:cNvPr>
            <p:cNvSpPr/>
            <p:nvPr/>
          </p:nvSpPr>
          <p:spPr>
            <a:xfrm>
              <a:off x="6287092" y="4604251"/>
              <a:ext cx="125307" cy="93980"/>
            </a:xfrm>
            <a:custGeom>
              <a:avLst/>
              <a:gdLst>
                <a:gd name="connsiteX0" fmla="*/ 15909 w 84848"/>
                <a:gd name="connsiteY0" fmla="*/ 54918 h 63636"/>
                <a:gd name="connsiteX1" fmla="*/ 73330 w 84848"/>
                <a:gd name="connsiteY1" fmla="*/ 15909 h 63636"/>
                <a:gd name="connsiteX2" fmla="*/ 73288 w 84848"/>
                <a:gd name="connsiteY2" fmla="*/ 18136 h 63636"/>
                <a:gd name="connsiteX3" fmla="*/ 15909 w 84848"/>
                <a:gd name="connsiteY3" fmla="*/ 57273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09" y="54918"/>
                  </a:moveTo>
                  <a:lnTo>
                    <a:pt x="73330" y="15909"/>
                  </a:lnTo>
                  <a:lnTo>
                    <a:pt x="73288" y="18136"/>
                  </a:lnTo>
                  <a:lnTo>
                    <a:pt x="15909" y="57273"/>
                  </a:lnTo>
                  <a:close/>
                </a:path>
              </a:pathLst>
            </a:custGeom>
            <a:solidFill>
              <a:srgbClr val="A03C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BF549AF1-159F-49ED-A55B-A93A90BBE814}"/>
                </a:ext>
              </a:extLst>
            </p:cNvPr>
            <p:cNvSpPr/>
            <p:nvPr/>
          </p:nvSpPr>
          <p:spPr>
            <a:xfrm>
              <a:off x="6208807" y="4569417"/>
              <a:ext cx="187960" cy="125307"/>
            </a:xfrm>
            <a:custGeom>
              <a:avLst/>
              <a:gdLst>
                <a:gd name="connsiteX0" fmla="*/ 79906 w 127272"/>
                <a:gd name="connsiteY0" fmla="*/ 16842 h 84848"/>
                <a:gd name="connsiteX1" fmla="*/ 79545 w 127272"/>
                <a:gd name="connsiteY1" fmla="*/ 16694 h 84848"/>
                <a:gd name="connsiteX2" fmla="*/ 79206 w 127272"/>
                <a:gd name="connsiteY2" fmla="*/ 16567 h 84848"/>
                <a:gd name="connsiteX3" fmla="*/ 78930 w 127272"/>
                <a:gd name="connsiteY3" fmla="*/ 16482 h 84848"/>
                <a:gd name="connsiteX4" fmla="*/ 78909 w 127272"/>
                <a:gd name="connsiteY4" fmla="*/ 16482 h 84848"/>
                <a:gd name="connsiteX5" fmla="*/ 78909 w 127272"/>
                <a:gd name="connsiteY5" fmla="*/ 16439 h 84848"/>
                <a:gd name="connsiteX6" fmla="*/ 78548 w 127272"/>
                <a:gd name="connsiteY6" fmla="*/ 16333 h 84848"/>
                <a:gd name="connsiteX7" fmla="*/ 78145 w 127272"/>
                <a:gd name="connsiteY7" fmla="*/ 16185 h 84848"/>
                <a:gd name="connsiteX8" fmla="*/ 78081 w 127272"/>
                <a:gd name="connsiteY8" fmla="*/ 16185 h 84848"/>
                <a:gd name="connsiteX9" fmla="*/ 77933 w 127272"/>
                <a:gd name="connsiteY9" fmla="*/ 16121 h 84848"/>
                <a:gd name="connsiteX10" fmla="*/ 77806 w 127272"/>
                <a:gd name="connsiteY10" fmla="*/ 16121 h 84848"/>
                <a:gd name="connsiteX11" fmla="*/ 77403 w 127272"/>
                <a:gd name="connsiteY11" fmla="*/ 16058 h 84848"/>
                <a:gd name="connsiteX12" fmla="*/ 77169 w 127272"/>
                <a:gd name="connsiteY12" fmla="*/ 15994 h 84848"/>
                <a:gd name="connsiteX13" fmla="*/ 77106 w 127272"/>
                <a:gd name="connsiteY13" fmla="*/ 15994 h 84848"/>
                <a:gd name="connsiteX14" fmla="*/ 77042 w 127272"/>
                <a:gd name="connsiteY14" fmla="*/ 15994 h 84848"/>
                <a:gd name="connsiteX15" fmla="*/ 76703 w 127272"/>
                <a:gd name="connsiteY15" fmla="*/ 15909 h 84848"/>
                <a:gd name="connsiteX16" fmla="*/ 76257 w 127272"/>
                <a:gd name="connsiteY16" fmla="*/ 15909 h 84848"/>
                <a:gd name="connsiteX17" fmla="*/ 76257 w 127272"/>
                <a:gd name="connsiteY17" fmla="*/ 15909 h 84848"/>
                <a:gd name="connsiteX18" fmla="*/ 76194 w 127272"/>
                <a:gd name="connsiteY18" fmla="*/ 15909 h 84848"/>
                <a:gd name="connsiteX19" fmla="*/ 75875 w 127272"/>
                <a:gd name="connsiteY19" fmla="*/ 15909 h 84848"/>
                <a:gd name="connsiteX20" fmla="*/ 75494 w 127272"/>
                <a:gd name="connsiteY20" fmla="*/ 15994 h 84848"/>
                <a:gd name="connsiteX21" fmla="*/ 75472 w 127272"/>
                <a:gd name="connsiteY21" fmla="*/ 15994 h 84848"/>
                <a:gd name="connsiteX22" fmla="*/ 75409 w 127272"/>
                <a:gd name="connsiteY22" fmla="*/ 15994 h 84848"/>
                <a:gd name="connsiteX23" fmla="*/ 74878 w 127272"/>
                <a:gd name="connsiteY23" fmla="*/ 16058 h 84848"/>
                <a:gd name="connsiteX24" fmla="*/ 74794 w 127272"/>
                <a:gd name="connsiteY24" fmla="*/ 16121 h 84848"/>
                <a:gd name="connsiteX25" fmla="*/ 74497 w 127272"/>
                <a:gd name="connsiteY25" fmla="*/ 16185 h 84848"/>
                <a:gd name="connsiteX26" fmla="*/ 74306 w 127272"/>
                <a:gd name="connsiteY26" fmla="*/ 16291 h 84848"/>
                <a:gd name="connsiteX27" fmla="*/ 74200 w 127272"/>
                <a:gd name="connsiteY27" fmla="*/ 16333 h 84848"/>
                <a:gd name="connsiteX28" fmla="*/ 73394 w 127272"/>
                <a:gd name="connsiteY28" fmla="*/ 16715 h 84848"/>
                <a:gd name="connsiteX29" fmla="*/ 15909 w 127272"/>
                <a:gd name="connsiteY29" fmla="*/ 55830 h 84848"/>
                <a:gd name="connsiteX30" fmla="*/ 16758 w 127272"/>
                <a:gd name="connsiteY30" fmla="*/ 55406 h 84848"/>
                <a:gd name="connsiteX31" fmla="*/ 17139 w 127272"/>
                <a:gd name="connsiteY31" fmla="*/ 55279 h 84848"/>
                <a:gd name="connsiteX32" fmla="*/ 17373 w 127272"/>
                <a:gd name="connsiteY32" fmla="*/ 55151 h 84848"/>
                <a:gd name="connsiteX33" fmla="*/ 18052 w 127272"/>
                <a:gd name="connsiteY33" fmla="*/ 54982 h 84848"/>
                <a:gd name="connsiteX34" fmla="*/ 18073 w 127272"/>
                <a:gd name="connsiteY34" fmla="*/ 54982 h 84848"/>
                <a:gd name="connsiteX35" fmla="*/ 18794 w 127272"/>
                <a:gd name="connsiteY35" fmla="*/ 54982 h 84848"/>
                <a:gd name="connsiteX36" fmla="*/ 18794 w 127272"/>
                <a:gd name="connsiteY36" fmla="*/ 54960 h 84848"/>
                <a:gd name="connsiteX37" fmla="*/ 19600 w 127272"/>
                <a:gd name="connsiteY37" fmla="*/ 54982 h 84848"/>
                <a:gd name="connsiteX38" fmla="*/ 19812 w 127272"/>
                <a:gd name="connsiteY38" fmla="*/ 55066 h 84848"/>
                <a:gd name="connsiteX39" fmla="*/ 20576 w 127272"/>
                <a:gd name="connsiteY39" fmla="*/ 55236 h 84848"/>
                <a:gd name="connsiteX40" fmla="*/ 20660 w 127272"/>
                <a:gd name="connsiteY40" fmla="*/ 55236 h 84848"/>
                <a:gd name="connsiteX41" fmla="*/ 21488 w 127272"/>
                <a:gd name="connsiteY41" fmla="*/ 55491 h 84848"/>
                <a:gd name="connsiteX42" fmla="*/ 21573 w 127272"/>
                <a:gd name="connsiteY42" fmla="*/ 55533 h 84848"/>
                <a:gd name="connsiteX43" fmla="*/ 22442 w 127272"/>
                <a:gd name="connsiteY43" fmla="*/ 55957 h 84848"/>
                <a:gd name="connsiteX44" fmla="*/ 68897 w 127272"/>
                <a:gd name="connsiteY44" fmla="*/ 78527 h 84848"/>
                <a:gd name="connsiteX45" fmla="*/ 126318 w 127272"/>
                <a:gd name="connsiteY45" fmla="*/ 39497 h 84848"/>
                <a:gd name="connsiteX46" fmla="*/ 79906 w 127272"/>
                <a:gd name="connsiteY46" fmla="*/ 16842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7272" h="84848">
                  <a:moveTo>
                    <a:pt x="79906" y="16842"/>
                  </a:moveTo>
                  <a:cubicBezTo>
                    <a:pt x="79800" y="16842"/>
                    <a:pt x="79672" y="16715"/>
                    <a:pt x="79545" y="16694"/>
                  </a:cubicBezTo>
                  <a:cubicBezTo>
                    <a:pt x="79460" y="16630"/>
                    <a:pt x="79312" y="16588"/>
                    <a:pt x="79206" y="16567"/>
                  </a:cubicBezTo>
                  <a:cubicBezTo>
                    <a:pt x="79121" y="16524"/>
                    <a:pt x="79015" y="16482"/>
                    <a:pt x="78930" y="16482"/>
                  </a:cubicBezTo>
                  <a:lnTo>
                    <a:pt x="78909" y="16482"/>
                  </a:lnTo>
                  <a:lnTo>
                    <a:pt x="78909" y="16439"/>
                  </a:lnTo>
                  <a:cubicBezTo>
                    <a:pt x="78739" y="16439"/>
                    <a:pt x="78675" y="16333"/>
                    <a:pt x="78548" y="16333"/>
                  </a:cubicBezTo>
                  <a:cubicBezTo>
                    <a:pt x="78378" y="16291"/>
                    <a:pt x="78251" y="16185"/>
                    <a:pt x="78145" y="16185"/>
                  </a:cubicBezTo>
                  <a:cubicBezTo>
                    <a:pt x="78103" y="16185"/>
                    <a:pt x="78103" y="16185"/>
                    <a:pt x="78081" y="16185"/>
                  </a:cubicBezTo>
                  <a:cubicBezTo>
                    <a:pt x="78018" y="16185"/>
                    <a:pt x="78018" y="16185"/>
                    <a:pt x="77933" y="16121"/>
                  </a:cubicBezTo>
                  <a:cubicBezTo>
                    <a:pt x="77912" y="16121"/>
                    <a:pt x="77806" y="16121"/>
                    <a:pt x="77806" y="16121"/>
                  </a:cubicBezTo>
                  <a:cubicBezTo>
                    <a:pt x="77700" y="16058"/>
                    <a:pt x="77530" y="16058"/>
                    <a:pt x="77403" y="16058"/>
                  </a:cubicBezTo>
                  <a:cubicBezTo>
                    <a:pt x="77339" y="16036"/>
                    <a:pt x="77254" y="15994"/>
                    <a:pt x="77169" y="15994"/>
                  </a:cubicBezTo>
                  <a:cubicBezTo>
                    <a:pt x="77106" y="15994"/>
                    <a:pt x="77106" y="15994"/>
                    <a:pt x="77106" y="15994"/>
                  </a:cubicBezTo>
                  <a:cubicBezTo>
                    <a:pt x="77042" y="15994"/>
                    <a:pt x="77042" y="15994"/>
                    <a:pt x="77042" y="15994"/>
                  </a:cubicBezTo>
                  <a:cubicBezTo>
                    <a:pt x="76936" y="15994"/>
                    <a:pt x="76809" y="15994"/>
                    <a:pt x="76703" y="15909"/>
                  </a:cubicBezTo>
                  <a:cubicBezTo>
                    <a:pt x="76575" y="15909"/>
                    <a:pt x="76406" y="15909"/>
                    <a:pt x="76257" y="15909"/>
                  </a:cubicBezTo>
                  <a:lnTo>
                    <a:pt x="76257" y="15909"/>
                  </a:lnTo>
                  <a:cubicBezTo>
                    <a:pt x="76257" y="15909"/>
                    <a:pt x="76257" y="15909"/>
                    <a:pt x="76194" y="15909"/>
                  </a:cubicBezTo>
                  <a:cubicBezTo>
                    <a:pt x="76066" y="15909"/>
                    <a:pt x="76024" y="15909"/>
                    <a:pt x="75875" y="15909"/>
                  </a:cubicBezTo>
                  <a:cubicBezTo>
                    <a:pt x="75727" y="15909"/>
                    <a:pt x="75557" y="15994"/>
                    <a:pt x="75494" y="15994"/>
                  </a:cubicBezTo>
                  <a:lnTo>
                    <a:pt x="75472" y="15994"/>
                  </a:lnTo>
                  <a:lnTo>
                    <a:pt x="75409" y="15994"/>
                  </a:lnTo>
                  <a:cubicBezTo>
                    <a:pt x="75218" y="16036"/>
                    <a:pt x="75069" y="16058"/>
                    <a:pt x="74878" y="16058"/>
                  </a:cubicBezTo>
                  <a:cubicBezTo>
                    <a:pt x="74857" y="16121"/>
                    <a:pt x="74836" y="16121"/>
                    <a:pt x="74794" y="16121"/>
                  </a:cubicBezTo>
                  <a:cubicBezTo>
                    <a:pt x="74688" y="16121"/>
                    <a:pt x="74603" y="16185"/>
                    <a:pt x="74497" y="16185"/>
                  </a:cubicBezTo>
                  <a:cubicBezTo>
                    <a:pt x="74475" y="16185"/>
                    <a:pt x="74391" y="16227"/>
                    <a:pt x="74306" y="16291"/>
                  </a:cubicBezTo>
                  <a:cubicBezTo>
                    <a:pt x="74284" y="16291"/>
                    <a:pt x="74242" y="16333"/>
                    <a:pt x="74200" y="16333"/>
                  </a:cubicBezTo>
                  <a:cubicBezTo>
                    <a:pt x="73882" y="16482"/>
                    <a:pt x="73648" y="16567"/>
                    <a:pt x="73394" y="16715"/>
                  </a:cubicBezTo>
                  <a:lnTo>
                    <a:pt x="15909" y="55830"/>
                  </a:lnTo>
                  <a:cubicBezTo>
                    <a:pt x="16227" y="55682"/>
                    <a:pt x="16461" y="55512"/>
                    <a:pt x="16758" y="55406"/>
                  </a:cubicBezTo>
                  <a:cubicBezTo>
                    <a:pt x="16864" y="55342"/>
                    <a:pt x="16970" y="55279"/>
                    <a:pt x="17139" y="55279"/>
                  </a:cubicBezTo>
                  <a:cubicBezTo>
                    <a:pt x="17224" y="55215"/>
                    <a:pt x="17309" y="55215"/>
                    <a:pt x="17373" y="55151"/>
                  </a:cubicBezTo>
                  <a:cubicBezTo>
                    <a:pt x="17564" y="55109"/>
                    <a:pt x="17797" y="55088"/>
                    <a:pt x="18052" y="54982"/>
                  </a:cubicBezTo>
                  <a:cubicBezTo>
                    <a:pt x="18052" y="54982"/>
                    <a:pt x="18052" y="54982"/>
                    <a:pt x="18073" y="54982"/>
                  </a:cubicBezTo>
                  <a:cubicBezTo>
                    <a:pt x="18327" y="54982"/>
                    <a:pt x="18518" y="54982"/>
                    <a:pt x="18794" y="54982"/>
                  </a:cubicBezTo>
                  <a:lnTo>
                    <a:pt x="18794" y="54960"/>
                  </a:lnTo>
                  <a:cubicBezTo>
                    <a:pt x="19027" y="54982"/>
                    <a:pt x="19345" y="54982"/>
                    <a:pt x="19600" y="54982"/>
                  </a:cubicBezTo>
                  <a:cubicBezTo>
                    <a:pt x="19748" y="55066"/>
                    <a:pt x="19812" y="55066"/>
                    <a:pt x="19812" y="55066"/>
                  </a:cubicBezTo>
                  <a:cubicBezTo>
                    <a:pt x="20088" y="55109"/>
                    <a:pt x="20300" y="55130"/>
                    <a:pt x="20576" y="55236"/>
                  </a:cubicBezTo>
                  <a:cubicBezTo>
                    <a:pt x="20639" y="55236"/>
                    <a:pt x="20660" y="55236"/>
                    <a:pt x="20660" y="55236"/>
                  </a:cubicBezTo>
                  <a:cubicBezTo>
                    <a:pt x="20936" y="55300"/>
                    <a:pt x="21191" y="55427"/>
                    <a:pt x="21488" y="55491"/>
                  </a:cubicBezTo>
                  <a:cubicBezTo>
                    <a:pt x="21530" y="55491"/>
                    <a:pt x="21530" y="55533"/>
                    <a:pt x="21573" y="55533"/>
                  </a:cubicBezTo>
                  <a:cubicBezTo>
                    <a:pt x="21891" y="55703"/>
                    <a:pt x="22145" y="55830"/>
                    <a:pt x="22442" y="55957"/>
                  </a:cubicBezTo>
                  <a:lnTo>
                    <a:pt x="68897" y="78527"/>
                  </a:lnTo>
                  <a:lnTo>
                    <a:pt x="126318" y="39497"/>
                  </a:lnTo>
                  <a:lnTo>
                    <a:pt x="79906" y="16842"/>
                  </a:lnTo>
                  <a:close/>
                </a:path>
              </a:pathLst>
            </a:custGeom>
            <a:solidFill>
              <a:srgbClr val="F15F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59F939C1-9FC2-4184-A215-F8D63E164F22}"/>
                </a:ext>
              </a:extLst>
            </p:cNvPr>
            <p:cNvSpPr/>
            <p:nvPr/>
          </p:nvSpPr>
          <p:spPr>
            <a:xfrm>
              <a:off x="6286622" y="4591345"/>
              <a:ext cx="62653" cy="62653"/>
            </a:xfrm>
            <a:custGeom>
              <a:avLst/>
              <a:gdLst>
                <a:gd name="connsiteX0" fmla="*/ 42424 w 42424"/>
                <a:gd name="connsiteY0" fmla="*/ 24351 h 42424"/>
                <a:gd name="connsiteX1" fmla="*/ 32730 w 42424"/>
                <a:gd name="connsiteY1" fmla="*/ 30206 h 42424"/>
                <a:gd name="connsiteX2" fmla="*/ 15909 w 42424"/>
                <a:gd name="connsiteY2" fmla="*/ 21933 h 42424"/>
                <a:gd name="connsiteX3" fmla="*/ 25603 w 42424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42424" y="24351"/>
                  </a:moveTo>
                  <a:lnTo>
                    <a:pt x="32730" y="30206"/>
                  </a:lnTo>
                  <a:lnTo>
                    <a:pt x="15909" y="21933"/>
                  </a:lnTo>
                  <a:lnTo>
                    <a:pt x="25603" y="15909"/>
                  </a:lnTo>
                  <a:close/>
                </a:path>
              </a:pathLst>
            </a:custGeom>
            <a:solidFill>
              <a:srgbClr val="A03C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53BDF1EF-B6A3-496A-BCC6-432B7C88EA23}"/>
                </a:ext>
              </a:extLst>
            </p:cNvPr>
            <p:cNvSpPr/>
            <p:nvPr/>
          </p:nvSpPr>
          <p:spPr>
            <a:xfrm>
              <a:off x="6191640" y="4546799"/>
              <a:ext cx="187960" cy="156633"/>
            </a:xfrm>
            <a:custGeom>
              <a:avLst/>
              <a:gdLst>
                <a:gd name="connsiteX0" fmla="*/ 79609 w 127272"/>
                <a:gd name="connsiteY0" fmla="*/ 30694 h 106060"/>
                <a:gd name="connsiteX1" fmla="*/ 78357 w 127272"/>
                <a:gd name="connsiteY1" fmla="*/ 29951 h 106060"/>
                <a:gd name="connsiteX2" fmla="*/ 78294 w 127272"/>
                <a:gd name="connsiteY2" fmla="*/ 29930 h 106060"/>
                <a:gd name="connsiteX3" fmla="*/ 77106 w 127272"/>
                <a:gd name="connsiteY3" fmla="*/ 28976 h 106060"/>
                <a:gd name="connsiteX4" fmla="*/ 77106 w 127272"/>
                <a:gd name="connsiteY4" fmla="*/ 28976 h 106060"/>
                <a:gd name="connsiteX5" fmla="*/ 76130 w 127272"/>
                <a:gd name="connsiteY5" fmla="*/ 27809 h 106060"/>
                <a:gd name="connsiteX6" fmla="*/ 76088 w 127272"/>
                <a:gd name="connsiteY6" fmla="*/ 27788 h 106060"/>
                <a:gd name="connsiteX7" fmla="*/ 75175 w 127272"/>
                <a:gd name="connsiteY7" fmla="*/ 26473 h 106060"/>
                <a:gd name="connsiteX8" fmla="*/ 75175 w 127272"/>
                <a:gd name="connsiteY8" fmla="*/ 26473 h 106060"/>
                <a:gd name="connsiteX9" fmla="*/ 74369 w 127272"/>
                <a:gd name="connsiteY9" fmla="*/ 25157 h 106060"/>
                <a:gd name="connsiteX10" fmla="*/ 74369 w 127272"/>
                <a:gd name="connsiteY10" fmla="*/ 25094 h 106060"/>
                <a:gd name="connsiteX11" fmla="*/ 74369 w 127272"/>
                <a:gd name="connsiteY11" fmla="*/ 25094 h 106060"/>
                <a:gd name="connsiteX12" fmla="*/ 73797 w 127272"/>
                <a:gd name="connsiteY12" fmla="*/ 23609 h 106060"/>
                <a:gd name="connsiteX13" fmla="*/ 73797 w 127272"/>
                <a:gd name="connsiteY13" fmla="*/ 23609 h 106060"/>
                <a:gd name="connsiteX14" fmla="*/ 73500 w 127272"/>
                <a:gd name="connsiteY14" fmla="*/ 22273 h 106060"/>
                <a:gd name="connsiteX15" fmla="*/ 73500 w 127272"/>
                <a:gd name="connsiteY15" fmla="*/ 22167 h 106060"/>
                <a:gd name="connsiteX16" fmla="*/ 73351 w 127272"/>
                <a:gd name="connsiteY16" fmla="*/ 20767 h 106060"/>
                <a:gd name="connsiteX17" fmla="*/ 73415 w 127272"/>
                <a:gd name="connsiteY17" fmla="*/ 19706 h 106060"/>
                <a:gd name="connsiteX18" fmla="*/ 73521 w 127272"/>
                <a:gd name="connsiteY18" fmla="*/ 18476 h 106060"/>
                <a:gd name="connsiteX19" fmla="*/ 73521 w 127272"/>
                <a:gd name="connsiteY19" fmla="*/ 18412 h 106060"/>
                <a:gd name="connsiteX20" fmla="*/ 73903 w 127272"/>
                <a:gd name="connsiteY20" fmla="*/ 17415 h 106060"/>
                <a:gd name="connsiteX21" fmla="*/ 73903 w 127272"/>
                <a:gd name="connsiteY21" fmla="*/ 17394 h 106060"/>
                <a:gd name="connsiteX22" fmla="*/ 74327 w 127272"/>
                <a:gd name="connsiteY22" fmla="*/ 16630 h 106060"/>
                <a:gd name="connsiteX23" fmla="*/ 74475 w 127272"/>
                <a:gd name="connsiteY23" fmla="*/ 16461 h 106060"/>
                <a:gd name="connsiteX24" fmla="*/ 75154 w 127272"/>
                <a:gd name="connsiteY24" fmla="*/ 15909 h 106060"/>
                <a:gd name="connsiteX25" fmla="*/ 17691 w 127272"/>
                <a:gd name="connsiteY25" fmla="*/ 54960 h 106060"/>
                <a:gd name="connsiteX26" fmla="*/ 17076 w 127272"/>
                <a:gd name="connsiteY26" fmla="*/ 55533 h 106060"/>
                <a:gd name="connsiteX27" fmla="*/ 16885 w 127272"/>
                <a:gd name="connsiteY27" fmla="*/ 55745 h 106060"/>
                <a:gd name="connsiteX28" fmla="*/ 16736 w 127272"/>
                <a:gd name="connsiteY28" fmla="*/ 55936 h 106060"/>
                <a:gd name="connsiteX29" fmla="*/ 16482 w 127272"/>
                <a:gd name="connsiteY29" fmla="*/ 56382 h 106060"/>
                <a:gd name="connsiteX30" fmla="*/ 16482 w 127272"/>
                <a:gd name="connsiteY30" fmla="*/ 56466 h 106060"/>
                <a:gd name="connsiteX31" fmla="*/ 16439 w 127272"/>
                <a:gd name="connsiteY31" fmla="*/ 56509 h 106060"/>
                <a:gd name="connsiteX32" fmla="*/ 16333 w 127272"/>
                <a:gd name="connsiteY32" fmla="*/ 56742 h 106060"/>
                <a:gd name="connsiteX33" fmla="*/ 16164 w 127272"/>
                <a:gd name="connsiteY33" fmla="*/ 57039 h 106060"/>
                <a:gd name="connsiteX34" fmla="*/ 16100 w 127272"/>
                <a:gd name="connsiteY34" fmla="*/ 57400 h 106060"/>
                <a:gd name="connsiteX35" fmla="*/ 16100 w 127272"/>
                <a:gd name="connsiteY35" fmla="*/ 57485 h 106060"/>
                <a:gd name="connsiteX36" fmla="*/ 16100 w 127272"/>
                <a:gd name="connsiteY36" fmla="*/ 57570 h 106060"/>
                <a:gd name="connsiteX37" fmla="*/ 16057 w 127272"/>
                <a:gd name="connsiteY37" fmla="*/ 57718 h 106060"/>
                <a:gd name="connsiteX38" fmla="*/ 16015 w 127272"/>
                <a:gd name="connsiteY38" fmla="*/ 57994 h 106060"/>
                <a:gd name="connsiteX39" fmla="*/ 16015 w 127272"/>
                <a:gd name="connsiteY39" fmla="*/ 58291 h 106060"/>
                <a:gd name="connsiteX40" fmla="*/ 15973 w 127272"/>
                <a:gd name="connsiteY40" fmla="*/ 58609 h 106060"/>
                <a:gd name="connsiteX41" fmla="*/ 15973 w 127272"/>
                <a:gd name="connsiteY41" fmla="*/ 58779 h 106060"/>
                <a:gd name="connsiteX42" fmla="*/ 15909 w 127272"/>
                <a:gd name="connsiteY42" fmla="*/ 59945 h 106060"/>
                <a:gd name="connsiteX43" fmla="*/ 15909 w 127272"/>
                <a:gd name="connsiteY43" fmla="*/ 60051 h 106060"/>
                <a:gd name="connsiteX44" fmla="*/ 15973 w 127272"/>
                <a:gd name="connsiteY44" fmla="*/ 60369 h 106060"/>
                <a:gd name="connsiteX45" fmla="*/ 15973 w 127272"/>
                <a:gd name="connsiteY45" fmla="*/ 60666 h 106060"/>
                <a:gd name="connsiteX46" fmla="*/ 16015 w 127272"/>
                <a:gd name="connsiteY46" fmla="*/ 60900 h 106060"/>
                <a:gd name="connsiteX47" fmla="*/ 16015 w 127272"/>
                <a:gd name="connsiteY47" fmla="*/ 61239 h 106060"/>
                <a:gd name="connsiteX48" fmla="*/ 16057 w 127272"/>
                <a:gd name="connsiteY48" fmla="*/ 61345 h 106060"/>
                <a:gd name="connsiteX49" fmla="*/ 16057 w 127272"/>
                <a:gd name="connsiteY49" fmla="*/ 61388 h 106060"/>
                <a:gd name="connsiteX50" fmla="*/ 16057 w 127272"/>
                <a:gd name="connsiteY50" fmla="*/ 61536 h 106060"/>
                <a:gd name="connsiteX51" fmla="*/ 16100 w 127272"/>
                <a:gd name="connsiteY51" fmla="*/ 61897 h 106060"/>
                <a:gd name="connsiteX52" fmla="*/ 16164 w 127272"/>
                <a:gd name="connsiteY52" fmla="*/ 62194 h 106060"/>
                <a:gd name="connsiteX53" fmla="*/ 16312 w 127272"/>
                <a:gd name="connsiteY53" fmla="*/ 62554 h 106060"/>
                <a:gd name="connsiteX54" fmla="*/ 16397 w 127272"/>
                <a:gd name="connsiteY54" fmla="*/ 62873 h 106060"/>
                <a:gd name="connsiteX55" fmla="*/ 16439 w 127272"/>
                <a:gd name="connsiteY55" fmla="*/ 62873 h 106060"/>
                <a:gd name="connsiteX56" fmla="*/ 16439 w 127272"/>
                <a:gd name="connsiteY56" fmla="*/ 62873 h 106060"/>
                <a:gd name="connsiteX57" fmla="*/ 16482 w 127272"/>
                <a:gd name="connsiteY57" fmla="*/ 63254 h 106060"/>
                <a:gd name="connsiteX58" fmla="*/ 16609 w 127272"/>
                <a:gd name="connsiteY58" fmla="*/ 63615 h 106060"/>
                <a:gd name="connsiteX59" fmla="*/ 16758 w 127272"/>
                <a:gd name="connsiteY59" fmla="*/ 63954 h 106060"/>
                <a:gd name="connsiteX60" fmla="*/ 16948 w 127272"/>
                <a:gd name="connsiteY60" fmla="*/ 64315 h 106060"/>
                <a:gd name="connsiteX61" fmla="*/ 16948 w 127272"/>
                <a:gd name="connsiteY61" fmla="*/ 64336 h 106060"/>
                <a:gd name="connsiteX62" fmla="*/ 17182 w 127272"/>
                <a:gd name="connsiteY62" fmla="*/ 64782 h 106060"/>
                <a:gd name="connsiteX63" fmla="*/ 17373 w 127272"/>
                <a:gd name="connsiteY63" fmla="*/ 65185 h 106060"/>
                <a:gd name="connsiteX64" fmla="*/ 17712 w 127272"/>
                <a:gd name="connsiteY64" fmla="*/ 65757 h 106060"/>
                <a:gd name="connsiteX65" fmla="*/ 17733 w 127272"/>
                <a:gd name="connsiteY65" fmla="*/ 65757 h 106060"/>
                <a:gd name="connsiteX66" fmla="*/ 17733 w 127272"/>
                <a:gd name="connsiteY66" fmla="*/ 65778 h 106060"/>
                <a:gd name="connsiteX67" fmla="*/ 18624 w 127272"/>
                <a:gd name="connsiteY67" fmla="*/ 66988 h 106060"/>
                <a:gd name="connsiteX68" fmla="*/ 18645 w 127272"/>
                <a:gd name="connsiteY68" fmla="*/ 66988 h 106060"/>
                <a:gd name="connsiteX69" fmla="*/ 18688 w 127272"/>
                <a:gd name="connsiteY69" fmla="*/ 67072 h 106060"/>
                <a:gd name="connsiteX70" fmla="*/ 19112 w 127272"/>
                <a:gd name="connsiteY70" fmla="*/ 67539 h 106060"/>
                <a:gd name="connsiteX71" fmla="*/ 19473 w 127272"/>
                <a:gd name="connsiteY71" fmla="*/ 67963 h 106060"/>
                <a:gd name="connsiteX72" fmla="*/ 19791 w 127272"/>
                <a:gd name="connsiteY72" fmla="*/ 68218 h 106060"/>
                <a:gd name="connsiteX73" fmla="*/ 19791 w 127272"/>
                <a:gd name="connsiteY73" fmla="*/ 68282 h 106060"/>
                <a:gd name="connsiteX74" fmla="*/ 19812 w 127272"/>
                <a:gd name="connsiteY74" fmla="*/ 68282 h 106060"/>
                <a:gd name="connsiteX75" fmla="*/ 20194 w 127272"/>
                <a:gd name="connsiteY75" fmla="*/ 68557 h 106060"/>
                <a:gd name="connsiteX76" fmla="*/ 20470 w 127272"/>
                <a:gd name="connsiteY76" fmla="*/ 68812 h 106060"/>
                <a:gd name="connsiteX77" fmla="*/ 20809 w 127272"/>
                <a:gd name="connsiteY77" fmla="*/ 69109 h 106060"/>
                <a:gd name="connsiteX78" fmla="*/ 21000 w 127272"/>
                <a:gd name="connsiteY78" fmla="*/ 69236 h 106060"/>
                <a:gd name="connsiteX79" fmla="*/ 21021 w 127272"/>
                <a:gd name="connsiteY79" fmla="*/ 69236 h 106060"/>
                <a:gd name="connsiteX80" fmla="*/ 21106 w 127272"/>
                <a:gd name="connsiteY80" fmla="*/ 69278 h 106060"/>
                <a:gd name="connsiteX81" fmla="*/ 21488 w 127272"/>
                <a:gd name="connsiteY81" fmla="*/ 69512 h 106060"/>
                <a:gd name="connsiteX82" fmla="*/ 21657 w 127272"/>
                <a:gd name="connsiteY82" fmla="*/ 69682 h 106060"/>
                <a:gd name="connsiteX83" fmla="*/ 22018 w 127272"/>
                <a:gd name="connsiteY83" fmla="*/ 69851 h 106060"/>
                <a:gd name="connsiteX84" fmla="*/ 22315 w 127272"/>
                <a:gd name="connsiteY84" fmla="*/ 70000 h 106060"/>
                <a:gd name="connsiteX85" fmla="*/ 22315 w 127272"/>
                <a:gd name="connsiteY85" fmla="*/ 70021 h 106060"/>
                <a:gd name="connsiteX86" fmla="*/ 68769 w 127272"/>
                <a:gd name="connsiteY86" fmla="*/ 92633 h 106060"/>
                <a:gd name="connsiteX87" fmla="*/ 126233 w 127272"/>
                <a:gd name="connsiteY87" fmla="*/ 53582 h 106060"/>
                <a:gd name="connsiteX88" fmla="*/ 79609 w 127272"/>
                <a:gd name="connsiteY88" fmla="*/ 30694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27272" h="106060">
                  <a:moveTo>
                    <a:pt x="79609" y="30694"/>
                  </a:moveTo>
                  <a:cubicBezTo>
                    <a:pt x="79163" y="30567"/>
                    <a:pt x="78739" y="30270"/>
                    <a:pt x="78357" y="29951"/>
                  </a:cubicBezTo>
                  <a:cubicBezTo>
                    <a:pt x="78357" y="29930"/>
                    <a:pt x="78357" y="29930"/>
                    <a:pt x="78294" y="29930"/>
                  </a:cubicBezTo>
                  <a:cubicBezTo>
                    <a:pt x="77891" y="29697"/>
                    <a:pt x="77488" y="29358"/>
                    <a:pt x="77106" y="28976"/>
                  </a:cubicBezTo>
                  <a:lnTo>
                    <a:pt x="77106" y="28976"/>
                  </a:lnTo>
                  <a:cubicBezTo>
                    <a:pt x="76809" y="28551"/>
                    <a:pt x="76448" y="28254"/>
                    <a:pt x="76130" y="27809"/>
                  </a:cubicBezTo>
                  <a:cubicBezTo>
                    <a:pt x="76130" y="27809"/>
                    <a:pt x="76088" y="27809"/>
                    <a:pt x="76088" y="27788"/>
                  </a:cubicBezTo>
                  <a:cubicBezTo>
                    <a:pt x="75727" y="27364"/>
                    <a:pt x="75366" y="26961"/>
                    <a:pt x="75175" y="26473"/>
                  </a:cubicBezTo>
                  <a:lnTo>
                    <a:pt x="75175" y="26473"/>
                  </a:lnTo>
                  <a:cubicBezTo>
                    <a:pt x="74857" y="26070"/>
                    <a:pt x="74560" y="25624"/>
                    <a:pt x="74369" y="25157"/>
                  </a:cubicBezTo>
                  <a:lnTo>
                    <a:pt x="74369" y="25094"/>
                  </a:lnTo>
                  <a:lnTo>
                    <a:pt x="74369" y="25094"/>
                  </a:lnTo>
                  <a:cubicBezTo>
                    <a:pt x="74157" y="24648"/>
                    <a:pt x="73945" y="24160"/>
                    <a:pt x="73797" y="23609"/>
                  </a:cubicBezTo>
                  <a:lnTo>
                    <a:pt x="73797" y="23609"/>
                  </a:lnTo>
                  <a:cubicBezTo>
                    <a:pt x="73669" y="23164"/>
                    <a:pt x="73521" y="22718"/>
                    <a:pt x="73500" y="22273"/>
                  </a:cubicBezTo>
                  <a:cubicBezTo>
                    <a:pt x="73500" y="22230"/>
                    <a:pt x="73500" y="22230"/>
                    <a:pt x="73500" y="22167"/>
                  </a:cubicBezTo>
                  <a:cubicBezTo>
                    <a:pt x="73415" y="21742"/>
                    <a:pt x="73351" y="21191"/>
                    <a:pt x="73351" y="20767"/>
                  </a:cubicBezTo>
                  <a:lnTo>
                    <a:pt x="73415" y="19706"/>
                  </a:lnTo>
                  <a:cubicBezTo>
                    <a:pt x="73415" y="19260"/>
                    <a:pt x="73457" y="18794"/>
                    <a:pt x="73521" y="18476"/>
                  </a:cubicBezTo>
                  <a:cubicBezTo>
                    <a:pt x="73521" y="18412"/>
                    <a:pt x="73521" y="18412"/>
                    <a:pt x="73521" y="18412"/>
                  </a:cubicBezTo>
                  <a:cubicBezTo>
                    <a:pt x="73606" y="18051"/>
                    <a:pt x="73691" y="17733"/>
                    <a:pt x="73903" y="17415"/>
                  </a:cubicBezTo>
                  <a:lnTo>
                    <a:pt x="73903" y="17394"/>
                  </a:lnTo>
                  <a:cubicBezTo>
                    <a:pt x="74030" y="17118"/>
                    <a:pt x="74178" y="16885"/>
                    <a:pt x="74327" y="16630"/>
                  </a:cubicBezTo>
                  <a:cubicBezTo>
                    <a:pt x="74390" y="16567"/>
                    <a:pt x="74412" y="16524"/>
                    <a:pt x="74475" y="16461"/>
                  </a:cubicBezTo>
                  <a:cubicBezTo>
                    <a:pt x="74709" y="16227"/>
                    <a:pt x="74900" y="16036"/>
                    <a:pt x="75154" y="15909"/>
                  </a:cubicBezTo>
                  <a:lnTo>
                    <a:pt x="17691" y="54960"/>
                  </a:lnTo>
                  <a:cubicBezTo>
                    <a:pt x="17394" y="55172"/>
                    <a:pt x="17224" y="55321"/>
                    <a:pt x="17076" y="55533"/>
                  </a:cubicBezTo>
                  <a:cubicBezTo>
                    <a:pt x="16970" y="55618"/>
                    <a:pt x="16948" y="55703"/>
                    <a:pt x="16885" y="55745"/>
                  </a:cubicBezTo>
                  <a:cubicBezTo>
                    <a:pt x="16821" y="55830"/>
                    <a:pt x="16758" y="55851"/>
                    <a:pt x="16736" y="55936"/>
                  </a:cubicBezTo>
                  <a:cubicBezTo>
                    <a:pt x="16609" y="56127"/>
                    <a:pt x="16524" y="56233"/>
                    <a:pt x="16482" y="56382"/>
                  </a:cubicBezTo>
                  <a:cubicBezTo>
                    <a:pt x="16482" y="56445"/>
                    <a:pt x="16482" y="56466"/>
                    <a:pt x="16482" y="56466"/>
                  </a:cubicBezTo>
                  <a:cubicBezTo>
                    <a:pt x="16482" y="56466"/>
                    <a:pt x="16482" y="56509"/>
                    <a:pt x="16439" y="56509"/>
                  </a:cubicBezTo>
                  <a:cubicBezTo>
                    <a:pt x="16439" y="56594"/>
                    <a:pt x="16397" y="56678"/>
                    <a:pt x="16333" y="56742"/>
                  </a:cubicBezTo>
                  <a:cubicBezTo>
                    <a:pt x="16312" y="56869"/>
                    <a:pt x="16248" y="56975"/>
                    <a:pt x="16164" y="57039"/>
                  </a:cubicBezTo>
                  <a:cubicBezTo>
                    <a:pt x="16142" y="57145"/>
                    <a:pt x="16142" y="57336"/>
                    <a:pt x="16100" y="57400"/>
                  </a:cubicBezTo>
                  <a:cubicBezTo>
                    <a:pt x="16100" y="57400"/>
                    <a:pt x="16100" y="57442"/>
                    <a:pt x="16100" y="57485"/>
                  </a:cubicBezTo>
                  <a:cubicBezTo>
                    <a:pt x="16100" y="57506"/>
                    <a:pt x="16100" y="57506"/>
                    <a:pt x="16100" y="57570"/>
                  </a:cubicBezTo>
                  <a:cubicBezTo>
                    <a:pt x="16100" y="57591"/>
                    <a:pt x="16100" y="57697"/>
                    <a:pt x="16057" y="57718"/>
                  </a:cubicBezTo>
                  <a:cubicBezTo>
                    <a:pt x="16057" y="57824"/>
                    <a:pt x="16057" y="57930"/>
                    <a:pt x="16015" y="57994"/>
                  </a:cubicBezTo>
                  <a:cubicBezTo>
                    <a:pt x="16015" y="58100"/>
                    <a:pt x="16015" y="58206"/>
                    <a:pt x="16015" y="58291"/>
                  </a:cubicBezTo>
                  <a:cubicBezTo>
                    <a:pt x="15973" y="58354"/>
                    <a:pt x="15973" y="58503"/>
                    <a:pt x="15973" y="58609"/>
                  </a:cubicBezTo>
                  <a:cubicBezTo>
                    <a:pt x="15973" y="58694"/>
                    <a:pt x="15973" y="58715"/>
                    <a:pt x="15973" y="58779"/>
                  </a:cubicBezTo>
                  <a:lnTo>
                    <a:pt x="15909" y="59945"/>
                  </a:lnTo>
                  <a:cubicBezTo>
                    <a:pt x="15909" y="59945"/>
                    <a:pt x="15909" y="59988"/>
                    <a:pt x="15909" y="60051"/>
                  </a:cubicBezTo>
                  <a:cubicBezTo>
                    <a:pt x="15909" y="60221"/>
                    <a:pt x="15909" y="60242"/>
                    <a:pt x="15973" y="60369"/>
                  </a:cubicBezTo>
                  <a:cubicBezTo>
                    <a:pt x="15973" y="60391"/>
                    <a:pt x="15973" y="60539"/>
                    <a:pt x="15973" y="60666"/>
                  </a:cubicBezTo>
                  <a:cubicBezTo>
                    <a:pt x="15973" y="60751"/>
                    <a:pt x="15973" y="60794"/>
                    <a:pt x="16015" y="60900"/>
                  </a:cubicBezTo>
                  <a:cubicBezTo>
                    <a:pt x="16015" y="61091"/>
                    <a:pt x="16015" y="61154"/>
                    <a:pt x="16015" y="61239"/>
                  </a:cubicBezTo>
                  <a:cubicBezTo>
                    <a:pt x="16015" y="61282"/>
                    <a:pt x="16057" y="61324"/>
                    <a:pt x="16057" y="61345"/>
                  </a:cubicBezTo>
                  <a:cubicBezTo>
                    <a:pt x="16057" y="61388"/>
                    <a:pt x="16057" y="61388"/>
                    <a:pt x="16057" y="61388"/>
                  </a:cubicBezTo>
                  <a:cubicBezTo>
                    <a:pt x="16057" y="61494"/>
                    <a:pt x="16057" y="61494"/>
                    <a:pt x="16057" y="61536"/>
                  </a:cubicBezTo>
                  <a:cubicBezTo>
                    <a:pt x="16100" y="61642"/>
                    <a:pt x="16100" y="61748"/>
                    <a:pt x="16100" y="61897"/>
                  </a:cubicBezTo>
                  <a:cubicBezTo>
                    <a:pt x="16142" y="61960"/>
                    <a:pt x="16142" y="62109"/>
                    <a:pt x="16164" y="62194"/>
                  </a:cubicBezTo>
                  <a:cubicBezTo>
                    <a:pt x="16164" y="62342"/>
                    <a:pt x="16248" y="62448"/>
                    <a:pt x="16312" y="62554"/>
                  </a:cubicBezTo>
                  <a:cubicBezTo>
                    <a:pt x="16333" y="62618"/>
                    <a:pt x="16397" y="62745"/>
                    <a:pt x="16397" y="62873"/>
                  </a:cubicBezTo>
                  <a:lnTo>
                    <a:pt x="16439" y="62873"/>
                  </a:lnTo>
                  <a:lnTo>
                    <a:pt x="16439" y="62873"/>
                  </a:lnTo>
                  <a:cubicBezTo>
                    <a:pt x="16439" y="63021"/>
                    <a:pt x="16482" y="63191"/>
                    <a:pt x="16482" y="63254"/>
                  </a:cubicBezTo>
                  <a:cubicBezTo>
                    <a:pt x="16524" y="63382"/>
                    <a:pt x="16588" y="63488"/>
                    <a:pt x="16609" y="63615"/>
                  </a:cubicBezTo>
                  <a:cubicBezTo>
                    <a:pt x="16694" y="63700"/>
                    <a:pt x="16736" y="63848"/>
                    <a:pt x="16758" y="63954"/>
                  </a:cubicBezTo>
                  <a:cubicBezTo>
                    <a:pt x="16821" y="64103"/>
                    <a:pt x="16885" y="64230"/>
                    <a:pt x="16948" y="64315"/>
                  </a:cubicBezTo>
                  <a:cubicBezTo>
                    <a:pt x="16948" y="64315"/>
                    <a:pt x="16948" y="64315"/>
                    <a:pt x="16948" y="64336"/>
                  </a:cubicBezTo>
                  <a:cubicBezTo>
                    <a:pt x="17033" y="64527"/>
                    <a:pt x="17076" y="64612"/>
                    <a:pt x="17182" y="64782"/>
                  </a:cubicBezTo>
                  <a:cubicBezTo>
                    <a:pt x="17224" y="64888"/>
                    <a:pt x="17309" y="65036"/>
                    <a:pt x="17373" y="65185"/>
                  </a:cubicBezTo>
                  <a:cubicBezTo>
                    <a:pt x="17457" y="65397"/>
                    <a:pt x="17627" y="65566"/>
                    <a:pt x="17712" y="65757"/>
                  </a:cubicBezTo>
                  <a:lnTo>
                    <a:pt x="17733" y="65757"/>
                  </a:lnTo>
                  <a:cubicBezTo>
                    <a:pt x="17733" y="65778"/>
                    <a:pt x="17733" y="65778"/>
                    <a:pt x="17733" y="65778"/>
                  </a:cubicBezTo>
                  <a:cubicBezTo>
                    <a:pt x="18030" y="66224"/>
                    <a:pt x="18285" y="66627"/>
                    <a:pt x="18624" y="66988"/>
                  </a:cubicBezTo>
                  <a:cubicBezTo>
                    <a:pt x="18624" y="66988"/>
                    <a:pt x="18624" y="66988"/>
                    <a:pt x="18645" y="66988"/>
                  </a:cubicBezTo>
                  <a:cubicBezTo>
                    <a:pt x="18645" y="67030"/>
                    <a:pt x="18688" y="67072"/>
                    <a:pt x="18688" y="67072"/>
                  </a:cubicBezTo>
                  <a:cubicBezTo>
                    <a:pt x="18879" y="67221"/>
                    <a:pt x="18985" y="67412"/>
                    <a:pt x="19112" y="67539"/>
                  </a:cubicBezTo>
                  <a:cubicBezTo>
                    <a:pt x="19260" y="67666"/>
                    <a:pt x="19388" y="67794"/>
                    <a:pt x="19473" y="67963"/>
                  </a:cubicBezTo>
                  <a:cubicBezTo>
                    <a:pt x="19536" y="68069"/>
                    <a:pt x="19664" y="68091"/>
                    <a:pt x="19791" y="68218"/>
                  </a:cubicBezTo>
                  <a:cubicBezTo>
                    <a:pt x="19791" y="68218"/>
                    <a:pt x="19791" y="68218"/>
                    <a:pt x="19791" y="68282"/>
                  </a:cubicBezTo>
                  <a:cubicBezTo>
                    <a:pt x="19812" y="68282"/>
                    <a:pt x="19812" y="68282"/>
                    <a:pt x="19812" y="68282"/>
                  </a:cubicBezTo>
                  <a:cubicBezTo>
                    <a:pt x="19939" y="68409"/>
                    <a:pt x="20109" y="68494"/>
                    <a:pt x="20194" y="68557"/>
                  </a:cubicBezTo>
                  <a:cubicBezTo>
                    <a:pt x="20279" y="68706"/>
                    <a:pt x="20385" y="68748"/>
                    <a:pt x="20470" y="68812"/>
                  </a:cubicBezTo>
                  <a:cubicBezTo>
                    <a:pt x="20597" y="68897"/>
                    <a:pt x="20724" y="69003"/>
                    <a:pt x="20809" y="69109"/>
                  </a:cubicBezTo>
                  <a:cubicBezTo>
                    <a:pt x="20830" y="69151"/>
                    <a:pt x="20957" y="69236"/>
                    <a:pt x="21000" y="69236"/>
                  </a:cubicBezTo>
                  <a:lnTo>
                    <a:pt x="21021" y="69236"/>
                  </a:lnTo>
                  <a:cubicBezTo>
                    <a:pt x="21106" y="69236"/>
                    <a:pt x="21106" y="69278"/>
                    <a:pt x="21106" y="69278"/>
                  </a:cubicBezTo>
                  <a:cubicBezTo>
                    <a:pt x="21191" y="69342"/>
                    <a:pt x="21318" y="69427"/>
                    <a:pt x="21488" y="69512"/>
                  </a:cubicBezTo>
                  <a:cubicBezTo>
                    <a:pt x="21509" y="69554"/>
                    <a:pt x="21636" y="69639"/>
                    <a:pt x="21657" y="69682"/>
                  </a:cubicBezTo>
                  <a:cubicBezTo>
                    <a:pt x="21785" y="69766"/>
                    <a:pt x="21912" y="69788"/>
                    <a:pt x="22018" y="69851"/>
                  </a:cubicBezTo>
                  <a:cubicBezTo>
                    <a:pt x="22082" y="69872"/>
                    <a:pt x="22145" y="70000"/>
                    <a:pt x="22315" y="70000"/>
                  </a:cubicBezTo>
                  <a:cubicBezTo>
                    <a:pt x="22315" y="70021"/>
                    <a:pt x="22315" y="70021"/>
                    <a:pt x="22315" y="70021"/>
                  </a:cubicBezTo>
                  <a:lnTo>
                    <a:pt x="68769" y="92633"/>
                  </a:lnTo>
                  <a:lnTo>
                    <a:pt x="126233" y="53582"/>
                  </a:lnTo>
                  <a:lnTo>
                    <a:pt x="79609" y="30694"/>
                  </a:lnTo>
                  <a:close/>
                </a:path>
              </a:pathLst>
            </a:custGeom>
            <a:solidFill>
              <a:srgbClr val="43996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06312D8F-FD92-4375-880E-3D51ACC3BECB}"/>
                </a:ext>
              </a:extLst>
            </p:cNvPr>
            <p:cNvSpPr/>
            <p:nvPr/>
          </p:nvSpPr>
          <p:spPr>
            <a:xfrm>
              <a:off x="6269550" y="4602121"/>
              <a:ext cx="125307" cy="93980"/>
            </a:xfrm>
            <a:custGeom>
              <a:avLst/>
              <a:gdLst>
                <a:gd name="connsiteX0" fmla="*/ 15909 w 84848"/>
                <a:gd name="connsiteY0" fmla="*/ 54960 h 63636"/>
                <a:gd name="connsiteX1" fmla="*/ 73372 w 84848"/>
                <a:gd name="connsiteY1" fmla="*/ 15909 h 63636"/>
                <a:gd name="connsiteX2" fmla="*/ 73288 w 84848"/>
                <a:gd name="connsiteY2" fmla="*/ 18221 h 63636"/>
                <a:gd name="connsiteX3" fmla="*/ 15909 w 84848"/>
                <a:gd name="connsiteY3" fmla="*/ 5723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09" y="54960"/>
                  </a:moveTo>
                  <a:lnTo>
                    <a:pt x="73372" y="15909"/>
                  </a:lnTo>
                  <a:lnTo>
                    <a:pt x="73288" y="18221"/>
                  </a:lnTo>
                  <a:lnTo>
                    <a:pt x="15909" y="57230"/>
                  </a:lnTo>
                  <a:close/>
                </a:path>
              </a:pathLst>
            </a:custGeom>
            <a:solidFill>
              <a:srgbClr val="2A724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2C229A93-C5F9-4211-8213-FC4EC0C6339D}"/>
                </a:ext>
              </a:extLst>
            </p:cNvPr>
            <p:cNvSpPr/>
            <p:nvPr/>
          </p:nvSpPr>
          <p:spPr>
            <a:xfrm>
              <a:off x="6265541" y="4580475"/>
              <a:ext cx="125307" cy="93980"/>
            </a:xfrm>
            <a:custGeom>
              <a:avLst/>
              <a:gdLst>
                <a:gd name="connsiteX0" fmla="*/ 16206 w 84848"/>
                <a:gd name="connsiteY0" fmla="*/ 52882 h 63636"/>
                <a:gd name="connsiteX1" fmla="*/ 69851 w 84848"/>
                <a:gd name="connsiteY1" fmla="*/ 15909 h 63636"/>
                <a:gd name="connsiteX2" fmla="*/ 69597 w 84848"/>
                <a:gd name="connsiteY2" fmla="*/ 29676 h 63636"/>
                <a:gd name="connsiteX3" fmla="*/ 15909 w 84848"/>
                <a:gd name="connsiteY3" fmla="*/ 6664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6206" y="52882"/>
                  </a:moveTo>
                  <a:lnTo>
                    <a:pt x="69851" y="15909"/>
                  </a:lnTo>
                  <a:lnTo>
                    <a:pt x="69597" y="29676"/>
                  </a:lnTo>
                  <a:lnTo>
                    <a:pt x="15909" y="66648"/>
                  </a:lnTo>
                  <a:close/>
                </a:path>
              </a:pathLst>
            </a:custGeom>
            <a:solidFill>
              <a:srgbClr val="C2C2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43E8BA49-57FD-42EC-B0E0-B279621B3A53}"/>
                </a:ext>
              </a:extLst>
            </p:cNvPr>
            <p:cNvSpPr/>
            <p:nvPr/>
          </p:nvSpPr>
          <p:spPr>
            <a:xfrm>
              <a:off x="6196403" y="4549148"/>
              <a:ext cx="187960" cy="125307"/>
            </a:xfrm>
            <a:custGeom>
              <a:avLst/>
              <a:gdLst>
                <a:gd name="connsiteX0" fmla="*/ 74497 w 127272"/>
                <a:gd name="connsiteY0" fmla="*/ 16609 h 84848"/>
                <a:gd name="connsiteX1" fmla="*/ 74200 w 127272"/>
                <a:gd name="connsiteY1" fmla="*/ 16503 h 84848"/>
                <a:gd name="connsiteX2" fmla="*/ 73988 w 127272"/>
                <a:gd name="connsiteY2" fmla="*/ 16376 h 84848"/>
                <a:gd name="connsiteX3" fmla="*/ 73754 w 127272"/>
                <a:gd name="connsiteY3" fmla="*/ 16248 h 84848"/>
                <a:gd name="connsiteX4" fmla="*/ 73733 w 127272"/>
                <a:gd name="connsiteY4" fmla="*/ 16248 h 84848"/>
                <a:gd name="connsiteX5" fmla="*/ 73733 w 127272"/>
                <a:gd name="connsiteY5" fmla="*/ 16227 h 84848"/>
                <a:gd name="connsiteX6" fmla="*/ 73457 w 127272"/>
                <a:gd name="connsiteY6" fmla="*/ 16142 h 84848"/>
                <a:gd name="connsiteX7" fmla="*/ 73160 w 127272"/>
                <a:gd name="connsiteY7" fmla="*/ 16121 h 84848"/>
                <a:gd name="connsiteX8" fmla="*/ 73075 w 127272"/>
                <a:gd name="connsiteY8" fmla="*/ 16057 h 84848"/>
                <a:gd name="connsiteX9" fmla="*/ 73054 w 127272"/>
                <a:gd name="connsiteY9" fmla="*/ 16057 h 84848"/>
                <a:gd name="connsiteX10" fmla="*/ 72927 w 127272"/>
                <a:gd name="connsiteY10" fmla="*/ 16015 h 84848"/>
                <a:gd name="connsiteX11" fmla="*/ 72609 w 127272"/>
                <a:gd name="connsiteY11" fmla="*/ 15951 h 84848"/>
                <a:gd name="connsiteX12" fmla="*/ 72397 w 127272"/>
                <a:gd name="connsiteY12" fmla="*/ 15951 h 84848"/>
                <a:gd name="connsiteX13" fmla="*/ 72375 w 127272"/>
                <a:gd name="connsiteY13" fmla="*/ 15951 h 84848"/>
                <a:gd name="connsiteX14" fmla="*/ 72312 w 127272"/>
                <a:gd name="connsiteY14" fmla="*/ 15909 h 84848"/>
                <a:gd name="connsiteX15" fmla="*/ 72015 w 127272"/>
                <a:gd name="connsiteY15" fmla="*/ 15909 h 84848"/>
                <a:gd name="connsiteX16" fmla="*/ 71739 w 127272"/>
                <a:gd name="connsiteY16" fmla="*/ 15909 h 84848"/>
                <a:gd name="connsiteX17" fmla="*/ 71739 w 127272"/>
                <a:gd name="connsiteY17" fmla="*/ 15909 h 84848"/>
                <a:gd name="connsiteX18" fmla="*/ 71718 w 127272"/>
                <a:gd name="connsiteY18" fmla="*/ 15909 h 84848"/>
                <a:gd name="connsiteX19" fmla="*/ 71421 w 127272"/>
                <a:gd name="connsiteY19" fmla="*/ 15909 h 84848"/>
                <a:gd name="connsiteX20" fmla="*/ 71166 w 127272"/>
                <a:gd name="connsiteY20" fmla="*/ 15909 h 84848"/>
                <a:gd name="connsiteX21" fmla="*/ 71103 w 127272"/>
                <a:gd name="connsiteY21" fmla="*/ 15951 h 84848"/>
                <a:gd name="connsiteX22" fmla="*/ 71166 w 127272"/>
                <a:gd name="connsiteY22" fmla="*/ 15951 h 84848"/>
                <a:gd name="connsiteX23" fmla="*/ 70806 w 127272"/>
                <a:gd name="connsiteY23" fmla="*/ 15951 h 84848"/>
                <a:gd name="connsiteX24" fmla="*/ 70700 w 127272"/>
                <a:gd name="connsiteY24" fmla="*/ 16057 h 84848"/>
                <a:gd name="connsiteX25" fmla="*/ 70509 w 127272"/>
                <a:gd name="connsiteY25" fmla="*/ 16121 h 84848"/>
                <a:gd name="connsiteX26" fmla="*/ 70297 w 127272"/>
                <a:gd name="connsiteY26" fmla="*/ 16142 h 84848"/>
                <a:gd name="connsiteX27" fmla="*/ 70275 w 127272"/>
                <a:gd name="connsiteY27" fmla="*/ 16206 h 84848"/>
                <a:gd name="connsiteX28" fmla="*/ 69597 w 127272"/>
                <a:gd name="connsiteY28" fmla="*/ 16567 h 84848"/>
                <a:gd name="connsiteX29" fmla="*/ 15909 w 127272"/>
                <a:gd name="connsiteY29" fmla="*/ 53518 h 84848"/>
                <a:gd name="connsiteX30" fmla="*/ 16524 w 127272"/>
                <a:gd name="connsiteY30" fmla="*/ 53200 h 84848"/>
                <a:gd name="connsiteX31" fmla="*/ 16821 w 127272"/>
                <a:gd name="connsiteY31" fmla="*/ 53115 h 84848"/>
                <a:gd name="connsiteX32" fmla="*/ 16991 w 127272"/>
                <a:gd name="connsiteY32" fmla="*/ 52988 h 84848"/>
                <a:gd name="connsiteX33" fmla="*/ 17436 w 127272"/>
                <a:gd name="connsiteY33" fmla="*/ 52903 h 84848"/>
                <a:gd name="connsiteX34" fmla="*/ 17500 w 127272"/>
                <a:gd name="connsiteY34" fmla="*/ 52903 h 84848"/>
                <a:gd name="connsiteX35" fmla="*/ 18709 w 127272"/>
                <a:gd name="connsiteY35" fmla="*/ 52903 h 84848"/>
                <a:gd name="connsiteX36" fmla="*/ 18709 w 127272"/>
                <a:gd name="connsiteY36" fmla="*/ 52903 h 84848"/>
                <a:gd name="connsiteX37" fmla="*/ 19366 w 127272"/>
                <a:gd name="connsiteY37" fmla="*/ 52988 h 84848"/>
                <a:gd name="connsiteX38" fmla="*/ 19451 w 127272"/>
                <a:gd name="connsiteY38" fmla="*/ 53051 h 84848"/>
                <a:gd name="connsiteX39" fmla="*/ 20067 w 127272"/>
                <a:gd name="connsiteY39" fmla="*/ 53263 h 84848"/>
                <a:gd name="connsiteX40" fmla="*/ 20067 w 127272"/>
                <a:gd name="connsiteY40" fmla="*/ 53263 h 84848"/>
                <a:gd name="connsiteX41" fmla="*/ 20766 w 127272"/>
                <a:gd name="connsiteY41" fmla="*/ 53603 h 84848"/>
                <a:gd name="connsiteX42" fmla="*/ 63000 w 127272"/>
                <a:gd name="connsiteY42" fmla="*/ 74094 h 84848"/>
                <a:gd name="connsiteX43" fmla="*/ 116645 w 127272"/>
                <a:gd name="connsiteY43" fmla="*/ 37121 h 84848"/>
                <a:gd name="connsiteX44" fmla="*/ 74497 w 127272"/>
                <a:gd name="connsiteY44" fmla="*/ 166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7272" h="84848">
                  <a:moveTo>
                    <a:pt x="74497" y="16609"/>
                  </a:moveTo>
                  <a:cubicBezTo>
                    <a:pt x="74412" y="16567"/>
                    <a:pt x="74284" y="16567"/>
                    <a:pt x="74200" y="16503"/>
                  </a:cubicBezTo>
                  <a:cubicBezTo>
                    <a:pt x="74178" y="16482"/>
                    <a:pt x="74072" y="16439"/>
                    <a:pt x="73988" y="16376"/>
                  </a:cubicBezTo>
                  <a:cubicBezTo>
                    <a:pt x="73882" y="16291"/>
                    <a:pt x="73839" y="16291"/>
                    <a:pt x="73754" y="16248"/>
                  </a:cubicBezTo>
                  <a:cubicBezTo>
                    <a:pt x="73754" y="16248"/>
                    <a:pt x="73754" y="16248"/>
                    <a:pt x="73733" y="16248"/>
                  </a:cubicBezTo>
                  <a:cubicBezTo>
                    <a:pt x="73733" y="16227"/>
                    <a:pt x="73733" y="16227"/>
                    <a:pt x="73733" y="16227"/>
                  </a:cubicBezTo>
                  <a:cubicBezTo>
                    <a:pt x="73669" y="16227"/>
                    <a:pt x="73521" y="16206"/>
                    <a:pt x="73457" y="16142"/>
                  </a:cubicBezTo>
                  <a:cubicBezTo>
                    <a:pt x="73309" y="16142"/>
                    <a:pt x="73245" y="16142"/>
                    <a:pt x="73160" y="16121"/>
                  </a:cubicBezTo>
                  <a:cubicBezTo>
                    <a:pt x="73118" y="16057"/>
                    <a:pt x="73118" y="16057"/>
                    <a:pt x="73075" y="16057"/>
                  </a:cubicBezTo>
                  <a:cubicBezTo>
                    <a:pt x="73075" y="16057"/>
                    <a:pt x="73075" y="16057"/>
                    <a:pt x="73054" y="16057"/>
                  </a:cubicBezTo>
                  <a:cubicBezTo>
                    <a:pt x="72991" y="16057"/>
                    <a:pt x="72969" y="16057"/>
                    <a:pt x="72927" y="16015"/>
                  </a:cubicBezTo>
                  <a:cubicBezTo>
                    <a:pt x="72842" y="15951"/>
                    <a:pt x="72757" y="15951"/>
                    <a:pt x="72609" y="15951"/>
                  </a:cubicBezTo>
                  <a:cubicBezTo>
                    <a:pt x="72566" y="15951"/>
                    <a:pt x="72481" y="15951"/>
                    <a:pt x="72397" y="15951"/>
                  </a:cubicBezTo>
                  <a:cubicBezTo>
                    <a:pt x="72397" y="15951"/>
                    <a:pt x="72397" y="15951"/>
                    <a:pt x="72375" y="15951"/>
                  </a:cubicBezTo>
                  <a:cubicBezTo>
                    <a:pt x="72375" y="15951"/>
                    <a:pt x="72375" y="15909"/>
                    <a:pt x="72312" y="15909"/>
                  </a:cubicBezTo>
                  <a:cubicBezTo>
                    <a:pt x="72248" y="15909"/>
                    <a:pt x="72100" y="15909"/>
                    <a:pt x="72015" y="15909"/>
                  </a:cubicBezTo>
                  <a:cubicBezTo>
                    <a:pt x="71951" y="15909"/>
                    <a:pt x="71866" y="15909"/>
                    <a:pt x="71739" y="15909"/>
                  </a:cubicBezTo>
                  <a:lnTo>
                    <a:pt x="71739" y="15909"/>
                  </a:lnTo>
                  <a:lnTo>
                    <a:pt x="71718" y="15909"/>
                  </a:lnTo>
                  <a:cubicBezTo>
                    <a:pt x="71633" y="15909"/>
                    <a:pt x="71548" y="15909"/>
                    <a:pt x="71421" y="15909"/>
                  </a:cubicBezTo>
                  <a:cubicBezTo>
                    <a:pt x="71315" y="15909"/>
                    <a:pt x="71251" y="15909"/>
                    <a:pt x="71166" y="15909"/>
                  </a:cubicBezTo>
                  <a:cubicBezTo>
                    <a:pt x="71103" y="15909"/>
                    <a:pt x="71103" y="15909"/>
                    <a:pt x="71103" y="15951"/>
                  </a:cubicBezTo>
                  <a:lnTo>
                    <a:pt x="71166" y="15951"/>
                  </a:lnTo>
                  <a:cubicBezTo>
                    <a:pt x="71039" y="15951"/>
                    <a:pt x="70890" y="15951"/>
                    <a:pt x="70806" y="15951"/>
                  </a:cubicBezTo>
                  <a:cubicBezTo>
                    <a:pt x="70806" y="16015"/>
                    <a:pt x="70700" y="16015"/>
                    <a:pt x="70700" y="16057"/>
                  </a:cubicBezTo>
                  <a:cubicBezTo>
                    <a:pt x="70678" y="16057"/>
                    <a:pt x="70572" y="16057"/>
                    <a:pt x="70509" y="16121"/>
                  </a:cubicBezTo>
                  <a:cubicBezTo>
                    <a:pt x="70445" y="16142"/>
                    <a:pt x="70382" y="16142"/>
                    <a:pt x="70297" y="16142"/>
                  </a:cubicBezTo>
                  <a:lnTo>
                    <a:pt x="70275" y="16206"/>
                  </a:lnTo>
                  <a:cubicBezTo>
                    <a:pt x="69957" y="16248"/>
                    <a:pt x="69830" y="16439"/>
                    <a:pt x="69597" y="16567"/>
                  </a:cubicBezTo>
                  <a:lnTo>
                    <a:pt x="15909" y="53518"/>
                  </a:lnTo>
                  <a:cubicBezTo>
                    <a:pt x="16164" y="53348"/>
                    <a:pt x="16312" y="53263"/>
                    <a:pt x="16524" y="53200"/>
                  </a:cubicBezTo>
                  <a:cubicBezTo>
                    <a:pt x="16609" y="53178"/>
                    <a:pt x="16715" y="53115"/>
                    <a:pt x="16821" y="53115"/>
                  </a:cubicBezTo>
                  <a:cubicBezTo>
                    <a:pt x="16864" y="53051"/>
                    <a:pt x="16948" y="52988"/>
                    <a:pt x="16991" y="52988"/>
                  </a:cubicBezTo>
                  <a:cubicBezTo>
                    <a:pt x="17139" y="52966"/>
                    <a:pt x="17309" y="52924"/>
                    <a:pt x="17436" y="52903"/>
                  </a:cubicBezTo>
                  <a:cubicBezTo>
                    <a:pt x="17500" y="52903"/>
                    <a:pt x="17500" y="52903"/>
                    <a:pt x="17500" y="52903"/>
                  </a:cubicBezTo>
                  <a:cubicBezTo>
                    <a:pt x="17882" y="52839"/>
                    <a:pt x="18306" y="52839"/>
                    <a:pt x="18709" y="52903"/>
                  </a:cubicBezTo>
                  <a:lnTo>
                    <a:pt x="18709" y="52903"/>
                  </a:lnTo>
                  <a:cubicBezTo>
                    <a:pt x="18985" y="52924"/>
                    <a:pt x="19154" y="52966"/>
                    <a:pt x="19366" y="52988"/>
                  </a:cubicBezTo>
                  <a:cubicBezTo>
                    <a:pt x="19409" y="52988"/>
                    <a:pt x="19409" y="52988"/>
                    <a:pt x="19451" y="53051"/>
                  </a:cubicBezTo>
                  <a:cubicBezTo>
                    <a:pt x="19600" y="53115"/>
                    <a:pt x="19876" y="53200"/>
                    <a:pt x="20067" y="53263"/>
                  </a:cubicBezTo>
                  <a:lnTo>
                    <a:pt x="20067" y="53263"/>
                  </a:lnTo>
                  <a:cubicBezTo>
                    <a:pt x="20321" y="53348"/>
                    <a:pt x="20512" y="53412"/>
                    <a:pt x="20766" y="53603"/>
                  </a:cubicBezTo>
                  <a:lnTo>
                    <a:pt x="63000" y="74094"/>
                  </a:lnTo>
                  <a:lnTo>
                    <a:pt x="116645" y="37121"/>
                  </a:lnTo>
                  <a:lnTo>
                    <a:pt x="74497" y="16609"/>
                  </a:lnTo>
                  <a:close/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1F7090AB-834D-48E0-A449-4694295FDB19}"/>
                </a:ext>
              </a:extLst>
            </p:cNvPr>
            <p:cNvSpPr/>
            <p:nvPr/>
          </p:nvSpPr>
          <p:spPr>
            <a:xfrm>
              <a:off x="6193769" y="4603763"/>
              <a:ext cx="93980" cy="93980"/>
            </a:xfrm>
            <a:custGeom>
              <a:avLst/>
              <a:gdLst>
                <a:gd name="connsiteX0" fmla="*/ 64804 w 63636"/>
                <a:gd name="connsiteY0" fmla="*/ 37113 h 63636"/>
                <a:gd name="connsiteX1" fmla="*/ 64507 w 63636"/>
                <a:gd name="connsiteY1" fmla="*/ 50879 h 63636"/>
                <a:gd name="connsiteX2" fmla="*/ 22316 w 63636"/>
                <a:gd name="connsiteY2" fmla="*/ 30367 h 63636"/>
                <a:gd name="connsiteX3" fmla="*/ 15910 w 63636"/>
                <a:gd name="connsiteY3" fmla="*/ 20355 h 63636"/>
                <a:gd name="connsiteX4" fmla="*/ 22549 w 63636"/>
                <a:gd name="connsiteY4" fmla="*/ 16600 h 63636"/>
                <a:gd name="connsiteX5" fmla="*/ 64804 w 63636"/>
                <a:gd name="connsiteY5" fmla="*/ 37113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36" h="63636">
                  <a:moveTo>
                    <a:pt x="64804" y="37113"/>
                  </a:moveTo>
                  <a:lnTo>
                    <a:pt x="64507" y="50879"/>
                  </a:lnTo>
                  <a:lnTo>
                    <a:pt x="22316" y="30367"/>
                  </a:lnTo>
                  <a:cubicBezTo>
                    <a:pt x="18731" y="28649"/>
                    <a:pt x="15846" y="24088"/>
                    <a:pt x="15910" y="20355"/>
                  </a:cubicBezTo>
                  <a:cubicBezTo>
                    <a:pt x="15995" y="16452"/>
                    <a:pt x="19007" y="14882"/>
                    <a:pt x="22549" y="16600"/>
                  </a:cubicBezTo>
                  <a:lnTo>
                    <a:pt x="64804" y="37113"/>
                  </a:lnTo>
                  <a:close/>
                </a:path>
              </a:pathLst>
            </a:custGeom>
            <a:solidFill>
              <a:srgbClr val="8E8E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317100A3-4D00-441B-9987-E185B5B28C59}"/>
                </a:ext>
              </a:extLst>
            </p:cNvPr>
            <p:cNvSpPr/>
            <p:nvPr/>
          </p:nvSpPr>
          <p:spPr>
            <a:xfrm>
              <a:off x="6188537" y="4599838"/>
              <a:ext cx="125307" cy="93980"/>
            </a:xfrm>
            <a:custGeom>
              <a:avLst/>
              <a:gdLst>
                <a:gd name="connsiteX0" fmla="*/ 71104 w 84848"/>
                <a:gd name="connsiteY0" fmla="*/ 39537 h 63636"/>
                <a:gd name="connsiteX1" fmla="*/ 71083 w 84848"/>
                <a:gd name="connsiteY1" fmla="*/ 41785 h 63636"/>
                <a:gd name="connsiteX2" fmla="*/ 24607 w 84848"/>
                <a:gd name="connsiteY2" fmla="*/ 19088 h 63636"/>
                <a:gd name="connsiteX3" fmla="*/ 18095 w 84848"/>
                <a:gd name="connsiteY3" fmla="*/ 22800 h 63636"/>
                <a:gd name="connsiteX4" fmla="*/ 18032 w 84848"/>
                <a:gd name="connsiteY4" fmla="*/ 23967 h 63636"/>
                <a:gd name="connsiteX5" fmla="*/ 24310 w 84848"/>
                <a:gd name="connsiteY5" fmla="*/ 33894 h 63636"/>
                <a:gd name="connsiteX6" fmla="*/ 70765 w 84848"/>
                <a:gd name="connsiteY6" fmla="*/ 56506 h 63636"/>
                <a:gd name="connsiteX7" fmla="*/ 70765 w 84848"/>
                <a:gd name="connsiteY7" fmla="*/ 58755 h 63636"/>
                <a:gd name="connsiteX8" fmla="*/ 24310 w 84848"/>
                <a:gd name="connsiteY8" fmla="*/ 36143 h 63636"/>
                <a:gd name="connsiteX9" fmla="*/ 15910 w 84848"/>
                <a:gd name="connsiteY9" fmla="*/ 22949 h 63636"/>
                <a:gd name="connsiteX10" fmla="*/ 15953 w 84848"/>
                <a:gd name="connsiteY10" fmla="*/ 21761 h 63636"/>
                <a:gd name="connsiteX11" fmla="*/ 24692 w 84848"/>
                <a:gd name="connsiteY11" fmla="*/ 16840 h 63636"/>
                <a:gd name="connsiteX12" fmla="*/ 71104 w 84848"/>
                <a:gd name="connsiteY12" fmla="*/ 3953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848" h="63636">
                  <a:moveTo>
                    <a:pt x="71104" y="39537"/>
                  </a:moveTo>
                  <a:lnTo>
                    <a:pt x="71083" y="41785"/>
                  </a:lnTo>
                  <a:lnTo>
                    <a:pt x="24607" y="19088"/>
                  </a:lnTo>
                  <a:cubicBezTo>
                    <a:pt x="21065" y="17434"/>
                    <a:pt x="18180" y="19025"/>
                    <a:pt x="18095" y="22800"/>
                  </a:cubicBezTo>
                  <a:lnTo>
                    <a:pt x="18032" y="23967"/>
                  </a:lnTo>
                  <a:cubicBezTo>
                    <a:pt x="17989" y="27700"/>
                    <a:pt x="20768" y="32197"/>
                    <a:pt x="24310" y="33894"/>
                  </a:cubicBezTo>
                  <a:lnTo>
                    <a:pt x="70765" y="56506"/>
                  </a:lnTo>
                  <a:lnTo>
                    <a:pt x="70765" y="58755"/>
                  </a:lnTo>
                  <a:lnTo>
                    <a:pt x="24310" y="36143"/>
                  </a:lnTo>
                  <a:cubicBezTo>
                    <a:pt x="19495" y="33873"/>
                    <a:pt x="15826" y="27870"/>
                    <a:pt x="15910" y="22949"/>
                  </a:cubicBezTo>
                  <a:lnTo>
                    <a:pt x="15953" y="21761"/>
                  </a:lnTo>
                  <a:cubicBezTo>
                    <a:pt x="16038" y="16712"/>
                    <a:pt x="19919" y="14506"/>
                    <a:pt x="24692" y="16840"/>
                  </a:cubicBezTo>
                  <a:lnTo>
                    <a:pt x="71104" y="39537"/>
                  </a:lnTo>
                  <a:close/>
                </a:path>
              </a:pathLst>
            </a:custGeom>
            <a:solidFill>
              <a:srgbClr val="1A5C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399AC682-2CAE-4D7E-A282-F48BBDF832BF}"/>
                </a:ext>
              </a:extLst>
            </p:cNvPr>
            <p:cNvSpPr/>
            <p:nvPr/>
          </p:nvSpPr>
          <p:spPr>
            <a:xfrm>
              <a:off x="6270020" y="4576966"/>
              <a:ext cx="125307" cy="93980"/>
            </a:xfrm>
            <a:custGeom>
              <a:avLst/>
              <a:gdLst>
                <a:gd name="connsiteX0" fmla="*/ 15930 w 84848"/>
                <a:gd name="connsiteY0" fmla="*/ 55024 h 63636"/>
                <a:gd name="connsiteX1" fmla="*/ 73394 w 84848"/>
                <a:gd name="connsiteY1" fmla="*/ 15909 h 63636"/>
                <a:gd name="connsiteX2" fmla="*/ 73330 w 84848"/>
                <a:gd name="connsiteY2" fmla="*/ 18200 h 63636"/>
                <a:gd name="connsiteX3" fmla="*/ 15909 w 84848"/>
                <a:gd name="connsiteY3" fmla="*/ 5729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30" y="55024"/>
                  </a:moveTo>
                  <a:lnTo>
                    <a:pt x="73394" y="15909"/>
                  </a:lnTo>
                  <a:lnTo>
                    <a:pt x="73330" y="18200"/>
                  </a:lnTo>
                  <a:lnTo>
                    <a:pt x="15909" y="57294"/>
                  </a:lnTo>
                  <a:close/>
                </a:path>
              </a:pathLst>
            </a:custGeom>
            <a:solidFill>
              <a:srgbClr val="35835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0227D9DE-E4FC-4703-833A-993DE81BF1E1}"/>
                </a:ext>
              </a:extLst>
            </p:cNvPr>
            <p:cNvSpPr/>
            <p:nvPr/>
          </p:nvSpPr>
          <p:spPr>
            <a:xfrm>
              <a:off x="6191765" y="4542193"/>
              <a:ext cx="187960" cy="125307"/>
            </a:xfrm>
            <a:custGeom>
              <a:avLst/>
              <a:gdLst>
                <a:gd name="connsiteX0" fmla="*/ 79863 w 127272"/>
                <a:gd name="connsiteY0" fmla="*/ 16800 h 84848"/>
                <a:gd name="connsiteX1" fmla="*/ 79566 w 127272"/>
                <a:gd name="connsiteY1" fmla="*/ 16651 h 84848"/>
                <a:gd name="connsiteX2" fmla="*/ 79227 w 127272"/>
                <a:gd name="connsiteY2" fmla="*/ 16524 h 84848"/>
                <a:gd name="connsiteX3" fmla="*/ 78930 w 127272"/>
                <a:gd name="connsiteY3" fmla="*/ 16354 h 84848"/>
                <a:gd name="connsiteX4" fmla="*/ 78888 w 127272"/>
                <a:gd name="connsiteY4" fmla="*/ 16354 h 84848"/>
                <a:gd name="connsiteX5" fmla="*/ 78866 w 127272"/>
                <a:gd name="connsiteY5" fmla="*/ 16354 h 84848"/>
                <a:gd name="connsiteX6" fmla="*/ 78463 w 127272"/>
                <a:gd name="connsiteY6" fmla="*/ 16270 h 84848"/>
                <a:gd name="connsiteX7" fmla="*/ 78124 w 127272"/>
                <a:gd name="connsiteY7" fmla="*/ 16206 h 84848"/>
                <a:gd name="connsiteX8" fmla="*/ 78039 w 127272"/>
                <a:gd name="connsiteY8" fmla="*/ 16142 h 84848"/>
                <a:gd name="connsiteX9" fmla="*/ 77933 w 127272"/>
                <a:gd name="connsiteY9" fmla="*/ 16121 h 84848"/>
                <a:gd name="connsiteX10" fmla="*/ 77763 w 127272"/>
                <a:gd name="connsiteY10" fmla="*/ 16036 h 84848"/>
                <a:gd name="connsiteX11" fmla="*/ 77360 w 127272"/>
                <a:gd name="connsiteY11" fmla="*/ 15994 h 84848"/>
                <a:gd name="connsiteX12" fmla="*/ 77127 w 127272"/>
                <a:gd name="connsiteY12" fmla="*/ 15973 h 84848"/>
                <a:gd name="connsiteX13" fmla="*/ 77063 w 127272"/>
                <a:gd name="connsiteY13" fmla="*/ 15973 h 84848"/>
                <a:gd name="connsiteX14" fmla="*/ 77063 w 127272"/>
                <a:gd name="connsiteY14" fmla="*/ 15909 h 84848"/>
                <a:gd name="connsiteX15" fmla="*/ 76681 w 127272"/>
                <a:gd name="connsiteY15" fmla="*/ 15909 h 84848"/>
                <a:gd name="connsiteX16" fmla="*/ 76236 w 127272"/>
                <a:gd name="connsiteY16" fmla="*/ 15909 h 84848"/>
                <a:gd name="connsiteX17" fmla="*/ 76236 w 127272"/>
                <a:gd name="connsiteY17" fmla="*/ 15909 h 84848"/>
                <a:gd name="connsiteX18" fmla="*/ 76236 w 127272"/>
                <a:gd name="connsiteY18" fmla="*/ 15909 h 84848"/>
                <a:gd name="connsiteX19" fmla="*/ 75854 w 127272"/>
                <a:gd name="connsiteY19" fmla="*/ 15909 h 84848"/>
                <a:gd name="connsiteX20" fmla="*/ 75472 w 127272"/>
                <a:gd name="connsiteY20" fmla="*/ 15909 h 84848"/>
                <a:gd name="connsiteX21" fmla="*/ 75388 w 127272"/>
                <a:gd name="connsiteY21" fmla="*/ 15909 h 84848"/>
                <a:gd name="connsiteX22" fmla="*/ 75388 w 127272"/>
                <a:gd name="connsiteY22" fmla="*/ 15973 h 84848"/>
                <a:gd name="connsiteX23" fmla="*/ 74942 w 127272"/>
                <a:gd name="connsiteY23" fmla="*/ 16036 h 84848"/>
                <a:gd name="connsiteX24" fmla="*/ 74794 w 127272"/>
                <a:gd name="connsiteY24" fmla="*/ 16036 h 84848"/>
                <a:gd name="connsiteX25" fmla="*/ 74518 w 127272"/>
                <a:gd name="connsiteY25" fmla="*/ 16206 h 84848"/>
                <a:gd name="connsiteX26" fmla="*/ 74263 w 127272"/>
                <a:gd name="connsiteY26" fmla="*/ 16270 h 84848"/>
                <a:gd name="connsiteX27" fmla="*/ 74178 w 127272"/>
                <a:gd name="connsiteY27" fmla="*/ 16270 h 84848"/>
                <a:gd name="connsiteX28" fmla="*/ 73372 w 127272"/>
                <a:gd name="connsiteY28" fmla="*/ 16715 h 84848"/>
                <a:gd name="connsiteX29" fmla="*/ 15909 w 127272"/>
                <a:gd name="connsiteY29" fmla="*/ 55724 h 84848"/>
                <a:gd name="connsiteX30" fmla="*/ 16736 w 127272"/>
                <a:gd name="connsiteY30" fmla="*/ 55342 h 84848"/>
                <a:gd name="connsiteX31" fmla="*/ 17033 w 127272"/>
                <a:gd name="connsiteY31" fmla="*/ 55172 h 84848"/>
                <a:gd name="connsiteX32" fmla="*/ 17330 w 127272"/>
                <a:gd name="connsiteY32" fmla="*/ 55066 h 84848"/>
                <a:gd name="connsiteX33" fmla="*/ 18009 w 127272"/>
                <a:gd name="connsiteY33" fmla="*/ 54960 h 84848"/>
                <a:gd name="connsiteX34" fmla="*/ 18051 w 127272"/>
                <a:gd name="connsiteY34" fmla="*/ 54960 h 84848"/>
                <a:gd name="connsiteX35" fmla="*/ 18794 w 127272"/>
                <a:gd name="connsiteY35" fmla="*/ 54939 h 84848"/>
                <a:gd name="connsiteX36" fmla="*/ 18794 w 127272"/>
                <a:gd name="connsiteY36" fmla="*/ 54939 h 84848"/>
                <a:gd name="connsiteX37" fmla="*/ 19557 w 127272"/>
                <a:gd name="connsiteY37" fmla="*/ 54960 h 84848"/>
                <a:gd name="connsiteX38" fmla="*/ 19685 w 127272"/>
                <a:gd name="connsiteY38" fmla="*/ 54981 h 84848"/>
                <a:gd name="connsiteX39" fmla="*/ 20448 w 127272"/>
                <a:gd name="connsiteY39" fmla="*/ 55151 h 84848"/>
                <a:gd name="connsiteX40" fmla="*/ 20533 w 127272"/>
                <a:gd name="connsiteY40" fmla="*/ 55172 h 84848"/>
                <a:gd name="connsiteX41" fmla="*/ 21361 w 127272"/>
                <a:gd name="connsiteY41" fmla="*/ 55448 h 84848"/>
                <a:gd name="connsiteX42" fmla="*/ 21445 w 127272"/>
                <a:gd name="connsiteY42" fmla="*/ 55512 h 84848"/>
                <a:gd name="connsiteX43" fmla="*/ 22400 w 127272"/>
                <a:gd name="connsiteY43" fmla="*/ 55851 h 84848"/>
                <a:gd name="connsiteX44" fmla="*/ 68812 w 127272"/>
                <a:gd name="connsiteY44" fmla="*/ 78548 h 84848"/>
                <a:gd name="connsiteX45" fmla="*/ 126275 w 127272"/>
                <a:gd name="connsiteY45" fmla="*/ 39412 h 84848"/>
                <a:gd name="connsiteX46" fmla="*/ 79863 w 127272"/>
                <a:gd name="connsiteY46" fmla="*/ 16800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7272" h="84848">
                  <a:moveTo>
                    <a:pt x="79863" y="16800"/>
                  </a:moveTo>
                  <a:cubicBezTo>
                    <a:pt x="79757" y="16736"/>
                    <a:pt x="79672" y="16736"/>
                    <a:pt x="79566" y="16651"/>
                  </a:cubicBezTo>
                  <a:cubicBezTo>
                    <a:pt x="79482" y="16609"/>
                    <a:pt x="79333" y="16567"/>
                    <a:pt x="79227" y="16524"/>
                  </a:cubicBezTo>
                  <a:cubicBezTo>
                    <a:pt x="79100" y="16376"/>
                    <a:pt x="79015" y="16376"/>
                    <a:pt x="78930" y="16354"/>
                  </a:cubicBezTo>
                  <a:lnTo>
                    <a:pt x="78888" y="16354"/>
                  </a:lnTo>
                  <a:cubicBezTo>
                    <a:pt x="78866" y="16354"/>
                    <a:pt x="78866" y="16354"/>
                    <a:pt x="78866" y="16354"/>
                  </a:cubicBezTo>
                  <a:cubicBezTo>
                    <a:pt x="78760" y="16312"/>
                    <a:pt x="78569" y="16270"/>
                    <a:pt x="78463" y="16270"/>
                  </a:cubicBezTo>
                  <a:cubicBezTo>
                    <a:pt x="78357" y="16227"/>
                    <a:pt x="78230" y="16206"/>
                    <a:pt x="78124" y="16206"/>
                  </a:cubicBezTo>
                  <a:cubicBezTo>
                    <a:pt x="78103" y="16206"/>
                    <a:pt x="78039" y="16142"/>
                    <a:pt x="78039" y="16142"/>
                  </a:cubicBezTo>
                  <a:cubicBezTo>
                    <a:pt x="78018" y="16142"/>
                    <a:pt x="77997" y="16121"/>
                    <a:pt x="77933" y="16121"/>
                  </a:cubicBezTo>
                  <a:cubicBezTo>
                    <a:pt x="77891" y="16121"/>
                    <a:pt x="77806" y="16036"/>
                    <a:pt x="77763" y="16036"/>
                  </a:cubicBezTo>
                  <a:cubicBezTo>
                    <a:pt x="77615" y="16036"/>
                    <a:pt x="77488" y="15994"/>
                    <a:pt x="77360" y="15994"/>
                  </a:cubicBezTo>
                  <a:cubicBezTo>
                    <a:pt x="77275" y="15994"/>
                    <a:pt x="77191" y="15973"/>
                    <a:pt x="77127" y="15973"/>
                  </a:cubicBezTo>
                  <a:lnTo>
                    <a:pt x="77063" y="15973"/>
                  </a:lnTo>
                  <a:cubicBezTo>
                    <a:pt x="77063" y="15909"/>
                    <a:pt x="77063" y="15909"/>
                    <a:pt x="77063" y="15909"/>
                  </a:cubicBezTo>
                  <a:cubicBezTo>
                    <a:pt x="76894" y="15909"/>
                    <a:pt x="76809" y="15909"/>
                    <a:pt x="76681" y="15909"/>
                  </a:cubicBezTo>
                  <a:cubicBezTo>
                    <a:pt x="76533" y="15909"/>
                    <a:pt x="76363" y="15909"/>
                    <a:pt x="76236" y="15909"/>
                  </a:cubicBezTo>
                  <a:lnTo>
                    <a:pt x="76236" y="15909"/>
                  </a:lnTo>
                  <a:lnTo>
                    <a:pt x="76236" y="15909"/>
                  </a:lnTo>
                  <a:cubicBezTo>
                    <a:pt x="76130" y="15909"/>
                    <a:pt x="76003" y="15909"/>
                    <a:pt x="75854" y="15909"/>
                  </a:cubicBezTo>
                  <a:cubicBezTo>
                    <a:pt x="75769" y="15909"/>
                    <a:pt x="75600" y="15909"/>
                    <a:pt x="75472" y="15909"/>
                  </a:cubicBezTo>
                  <a:cubicBezTo>
                    <a:pt x="75451" y="15909"/>
                    <a:pt x="75451" y="15909"/>
                    <a:pt x="75388" y="15909"/>
                  </a:cubicBezTo>
                  <a:cubicBezTo>
                    <a:pt x="75388" y="15973"/>
                    <a:pt x="75388" y="15973"/>
                    <a:pt x="75388" y="15973"/>
                  </a:cubicBezTo>
                  <a:cubicBezTo>
                    <a:pt x="75175" y="15994"/>
                    <a:pt x="75027" y="15994"/>
                    <a:pt x="74942" y="16036"/>
                  </a:cubicBezTo>
                  <a:cubicBezTo>
                    <a:pt x="74836" y="16036"/>
                    <a:pt x="74815" y="16036"/>
                    <a:pt x="74794" y="16036"/>
                  </a:cubicBezTo>
                  <a:cubicBezTo>
                    <a:pt x="74688" y="16121"/>
                    <a:pt x="74645" y="16142"/>
                    <a:pt x="74518" y="16206"/>
                  </a:cubicBezTo>
                  <a:cubicBezTo>
                    <a:pt x="74412" y="16206"/>
                    <a:pt x="74348" y="16206"/>
                    <a:pt x="74263" y="16270"/>
                  </a:cubicBezTo>
                  <a:cubicBezTo>
                    <a:pt x="74263" y="16270"/>
                    <a:pt x="74200" y="16270"/>
                    <a:pt x="74178" y="16270"/>
                  </a:cubicBezTo>
                  <a:cubicBezTo>
                    <a:pt x="73882" y="16354"/>
                    <a:pt x="73606" y="16524"/>
                    <a:pt x="73372" y="16715"/>
                  </a:cubicBezTo>
                  <a:lnTo>
                    <a:pt x="15909" y="55724"/>
                  </a:lnTo>
                  <a:cubicBezTo>
                    <a:pt x="16206" y="55597"/>
                    <a:pt x="16482" y="55512"/>
                    <a:pt x="16736" y="55342"/>
                  </a:cubicBezTo>
                  <a:cubicBezTo>
                    <a:pt x="16864" y="55278"/>
                    <a:pt x="17012" y="55236"/>
                    <a:pt x="17033" y="55172"/>
                  </a:cubicBezTo>
                  <a:cubicBezTo>
                    <a:pt x="17160" y="55172"/>
                    <a:pt x="17203" y="55151"/>
                    <a:pt x="17330" y="55066"/>
                  </a:cubicBezTo>
                  <a:cubicBezTo>
                    <a:pt x="17521" y="55045"/>
                    <a:pt x="17776" y="54981"/>
                    <a:pt x="18009" y="54960"/>
                  </a:cubicBezTo>
                  <a:lnTo>
                    <a:pt x="18051" y="54960"/>
                  </a:lnTo>
                  <a:cubicBezTo>
                    <a:pt x="18285" y="54960"/>
                    <a:pt x="18518" y="54939"/>
                    <a:pt x="18794" y="54939"/>
                  </a:cubicBezTo>
                  <a:lnTo>
                    <a:pt x="18794" y="54939"/>
                  </a:lnTo>
                  <a:cubicBezTo>
                    <a:pt x="19112" y="54939"/>
                    <a:pt x="19282" y="54960"/>
                    <a:pt x="19557" y="54960"/>
                  </a:cubicBezTo>
                  <a:cubicBezTo>
                    <a:pt x="19600" y="54960"/>
                    <a:pt x="19642" y="54960"/>
                    <a:pt x="19685" y="54981"/>
                  </a:cubicBezTo>
                  <a:cubicBezTo>
                    <a:pt x="19939" y="55045"/>
                    <a:pt x="20194" y="55045"/>
                    <a:pt x="20448" y="55151"/>
                  </a:cubicBezTo>
                  <a:cubicBezTo>
                    <a:pt x="20470" y="55151"/>
                    <a:pt x="20533" y="55172"/>
                    <a:pt x="20533" y="55172"/>
                  </a:cubicBezTo>
                  <a:cubicBezTo>
                    <a:pt x="20830" y="55278"/>
                    <a:pt x="21106" y="55342"/>
                    <a:pt x="21361" y="55448"/>
                  </a:cubicBezTo>
                  <a:lnTo>
                    <a:pt x="21445" y="55512"/>
                  </a:lnTo>
                  <a:cubicBezTo>
                    <a:pt x="21742" y="55575"/>
                    <a:pt x="22061" y="55703"/>
                    <a:pt x="22400" y="55851"/>
                  </a:cubicBezTo>
                  <a:lnTo>
                    <a:pt x="68812" y="78548"/>
                  </a:lnTo>
                  <a:lnTo>
                    <a:pt x="126275" y="39412"/>
                  </a:lnTo>
                  <a:lnTo>
                    <a:pt x="79863" y="16800"/>
                  </a:lnTo>
                  <a:close/>
                </a:path>
              </a:pathLst>
            </a:custGeom>
            <a:solidFill>
              <a:srgbClr val="56BC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A099CAD3-DFDD-4442-AAF2-844C59D4D2B8}"/>
                </a:ext>
              </a:extLst>
            </p:cNvPr>
            <p:cNvSpPr/>
            <p:nvPr/>
          </p:nvSpPr>
          <p:spPr>
            <a:xfrm>
              <a:off x="6269550" y="4564153"/>
              <a:ext cx="62653" cy="62653"/>
            </a:xfrm>
            <a:custGeom>
              <a:avLst/>
              <a:gdLst>
                <a:gd name="connsiteX0" fmla="*/ 42424 w 42424"/>
                <a:gd name="connsiteY0" fmla="*/ 24288 h 42424"/>
                <a:gd name="connsiteX1" fmla="*/ 32688 w 42424"/>
                <a:gd name="connsiteY1" fmla="*/ 30206 h 42424"/>
                <a:gd name="connsiteX2" fmla="*/ 15909 w 42424"/>
                <a:gd name="connsiteY2" fmla="*/ 21848 h 42424"/>
                <a:gd name="connsiteX3" fmla="*/ 25603 w 42424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42424" y="24288"/>
                  </a:moveTo>
                  <a:lnTo>
                    <a:pt x="32688" y="30206"/>
                  </a:lnTo>
                  <a:lnTo>
                    <a:pt x="15909" y="21848"/>
                  </a:lnTo>
                  <a:lnTo>
                    <a:pt x="25603" y="15909"/>
                  </a:lnTo>
                  <a:close/>
                </a:path>
              </a:pathLst>
            </a:custGeom>
            <a:solidFill>
              <a:srgbClr val="C3C4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E40A68B9-5E41-435D-9920-9E19CCBD0F70}"/>
                </a:ext>
              </a:extLst>
            </p:cNvPr>
            <p:cNvSpPr/>
            <p:nvPr/>
          </p:nvSpPr>
          <p:spPr>
            <a:xfrm>
              <a:off x="6223312" y="4530790"/>
              <a:ext cx="187960" cy="156633"/>
            </a:xfrm>
            <a:custGeom>
              <a:avLst/>
              <a:gdLst>
                <a:gd name="connsiteX0" fmla="*/ 79672 w 127272"/>
                <a:gd name="connsiteY0" fmla="*/ 30715 h 106060"/>
                <a:gd name="connsiteX1" fmla="*/ 78378 w 127272"/>
                <a:gd name="connsiteY1" fmla="*/ 29909 h 106060"/>
                <a:gd name="connsiteX2" fmla="*/ 78357 w 127272"/>
                <a:gd name="connsiteY2" fmla="*/ 29909 h 106060"/>
                <a:gd name="connsiteX3" fmla="*/ 77169 w 127272"/>
                <a:gd name="connsiteY3" fmla="*/ 28997 h 106060"/>
                <a:gd name="connsiteX4" fmla="*/ 77169 w 127272"/>
                <a:gd name="connsiteY4" fmla="*/ 28933 h 106060"/>
                <a:gd name="connsiteX5" fmla="*/ 76130 w 127272"/>
                <a:gd name="connsiteY5" fmla="*/ 27809 h 106060"/>
                <a:gd name="connsiteX6" fmla="*/ 76066 w 127272"/>
                <a:gd name="connsiteY6" fmla="*/ 27745 h 106060"/>
                <a:gd name="connsiteX7" fmla="*/ 75154 w 127272"/>
                <a:gd name="connsiteY7" fmla="*/ 26473 h 106060"/>
                <a:gd name="connsiteX8" fmla="*/ 75154 w 127272"/>
                <a:gd name="connsiteY8" fmla="*/ 26473 h 106060"/>
                <a:gd name="connsiteX9" fmla="*/ 74390 w 127272"/>
                <a:gd name="connsiteY9" fmla="*/ 25115 h 106060"/>
                <a:gd name="connsiteX10" fmla="*/ 74390 w 127272"/>
                <a:gd name="connsiteY10" fmla="*/ 25115 h 106060"/>
                <a:gd name="connsiteX11" fmla="*/ 74390 w 127272"/>
                <a:gd name="connsiteY11" fmla="*/ 25115 h 106060"/>
                <a:gd name="connsiteX12" fmla="*/ 73818 w 127272"/>
                <a:gd name="connsiteY12" fmla="*/ 23652 h 106060"/>
                <a:gd name="connsiteX13" fmla="*/ 73818 w 127272"/>
                <a:gd name="connsiteY13" fmla="*/ 23652 h 106060"/>
                <a:gd name="connsiteX14" fmla="*/ 73500 w 127272"/>
                <a:gd name="connsiteY14" fmla="*/ 22251 h 106060"/>
                <a:gd name="connsiteX15" fmla="*/ 73500 w 127272"/>
                <a:gd name="connsiteY15" fmla="*/ 22209 h 106060"/>
                <a:gd name="connsiteX16" fmla="*/ 73394 w 127272"/>
                <a:gd name="connsiteY16" fmla="*/ 20767 h 106060"/>
                <a:gd name="connsiteX17" fmla="*/ 73415 w 127272"/>
                <a:gd name="connsiteY17" fmla="*/ 19642 h 106060"/>
                <a:gd name="connsiteX18" fmla="*/ 73500 w 127272"/>
                <a:gd name="connsiteY18" fmla="*/ 18455 h 106060"/>
                <a:gd name="connsiteX19" fmla="*/ 73500 w 127272"/>
                <a:gd name="connsiteY19" fmla="*/ 18391 h 106060"/>
                <a:gd name="connsiteX20" fmla="*/ 73860 w 127272"/>
                <a:gd name="connsiteY20" fmla="*/ 17415 h 106060"/>
                <a:gd name="connsiteX21" fmla="*/ 73881 w 127272"/>
                <a:gd name="connsiteY21" fmla="*/ 17351 h 106060"/>
                <a:gd name="connsiteX22" fmla="*/ 74327 w 127272"/>
                <a:gd name="connsiteY22" fmla="*/ 16652 h 106060"/>
                <a:gd name="connsiteX23" fmla="*/ 74560 w 127272"/>
                <a:gd name="connsiteY23" fmla="*/ 16439 h 106060"/>
                <a:gd name="connsiteX24" fmla="*/ 75133 w 127272"/>
                <a:gd name="connsiteY24" fmla="*/ 15909 h 106060"/>
                <a:gd name="connsiteX25" fmla="*/ 17712 w 127272"/>
                <a:gd name="connsiteY25" fmla="*/ 54939 h 106060"/>
                <a:gd name="connsiteX26" fmla="*/ 17076 w 127272"/>
                <a:gd name="connsiteY26" fmla="*/ 55554 h 106060"/>
                <a:gd name="connsiteX27" fmla="*/ 16970 w 127272"/>
                <a:gd name="connsiteY27" fmla="*/ 55767 h 106060"/>
                <a:gd name="connsiteX28" fmla="*/ 16715 w 127272"/>
                <a:gd name="connsiteY28" fmla="*/ 55957 h 106060"/>
                <a:gd name="connsiteX29" fmla="*/ 16545 w 127272"/>
                <a:gd name="connsiteY29" fmla="*/ 56360 h 106060"/>
                <a:gd name="connsiteX30" fmla="*/ 16460 w 127272"/>
                <a:gd name="connsiteY30" fmla="*/ 56445 h 106060"/>
                <a:gd name="connsiteX31" fmla="*/ 16460 w 127272"/>
                <a:gd name="connsiteY31" fmla="*/ 56551 h 106060"/>
                <a:gd name="connsiteX32" fmla="*/ 16333 w 127272"/>
                <a:gd name="connsiteY32" fmla="*/ 56742 h 106060"/>
                <a:gd name="connsiteX33" fmla="*/ 16227 w 127272"/>
                <a:gd name="connsiteY33" fmla="*/ 57103 h 106060"/>
                <a:gd name="connsiteX34" fmla="*/ 16121 w 127272"/>
                <a:gd name="connsiteY34" fmla="*/ 57421 h 106060"/>
                <a:gd name="connsiteX35" fmla="*/ 16121 w 127272"/>
                <a:gd name="connsiteY35" fmla="*/ 57527 h 106060"/>
                <a:gd name="connsiteX36" fmla="*/ 16121 w 127272"/>
                <a:gd name="connsiteY36" fmla="*/ 57548 h 106060"/>
                <a:gd name="connsiteX37" fmla="*/ 16015 w 127272"/>
                <a:gd name="connsiteY37" fmla="*/ 57760 h 106060"/>
                <a:gd name="connsiteX38" fmla="*/ 15973 w 127272"/>
                <a:gd name="connsiteY38" fmla="*/ 57994 h 106060"/>
                <a:gd name="connsiteX39" fmla="*/ 15930 w 127272"/>
                <a:gd name="connsiteY39" fmla="*/ 58269 h 106060"/>
                <a:gd name="connsiteX40" fmla="*/ 15930 w 127272"/>
                <a:gd name="connsiteY40" fmla="*/ 58630 h 106060"/>
                <a:gd name="connsiteX41" fmla="*/ 15930 w 127272"/>
                <a:gd name="connsiteY41" fmla="*/ 58757 h 106060"/>
                <a:gd name="connsiteX42" fmla="*/ 15909 w 127272"/>
                <a:gd name="connsiteY42" fmla="*/ 59945 h 106060"/>
                <a:gd name="connsiteX43" fmla="*/ 15909 w 127272"/>
                <a:gd name="connsiteY43" fmla="*/ 60072 h 106060"/>
                <a:gd name="connsiteX44" fmla="*/ 15909 w 127272"/>
                <a:gd name="connsiteY44" fmla="*/ 60327 h 106060"/>
                <a:gd name="connsiteX45" fmla="*/ 15930 w 127272"/>
                <a:gd name="connsiteY45" fmla="*/ 60666 h 106060"/>
                <a:gd name="connsiteX46" fmla="*/ 15930 w 127272"/>
                <a:gd name="connsiteY46" fmla="*/ 60921 h 106060"/>
                <a:gd name="connsiteX47" fmla="*/ 15973 w 127272"/>
                <a:gd name="connsiteY47" fmla="*/ 61218 h 106060"/>
                <a:gd name="connsiteX48" fmla="*/ 16015 w 127272"/>
                <a:gd name="connsiteY48" fmla="*/ 61345 h 106060"/>
                <a:gd name="connsiteX49" fmla="*/ 16015 w 127272"/>
                <a:gd name="connsiteY49" fmla="*/ 61388 h 106060"/>
                <a:gd name="connsiteX50" fmla="*/ 16121 w 127272"/>
                <a:gd name="connsiteY50" fmla="*/ 61536 h 106060"/>
                <a:gd name="connsiteX51" fmla="*/ 16121 w 127272"/>
                <a:gd name="connsiteY51" fmla="*/ 61833 h 106060"/>
                <a:gd name="connsiteX52" fmla="*/ 16227 w 127272"/>
                <a:gd name="connsiteY52" fmla="*/ 62215 h 106060"/>
                <a:gd name="connsiteX53" fmla="*/ 16270 w 127272"/>
                <a:gd name="connsiteY53" fmla="*/ 62491 h 106060"/>
                <a:gd name="connsiteX54" fmla="*/ 16376 w 127272"/>
                <a:gd name="connsiteY54" fmla="*/ 62873 h 106060"/>
                <a:gd name="connsiteX55" fmla="*/ 16376 w 127272"/>
                <a:gd name="connsiteY55" fmla="*/ 62873 h 106060"/>
                <a:gd name="connsiteX56" fmla="*/ 16376 w 127272"/>
                <a:gd name="connsiteY56" fmla="*/ 62873 h 106060"/>
                <a:gd name="connsiteX57" fmla="*/ 16545 w 127272"/>
                <a:gd name="connsiteY57" fmla="*/ 63254 h 106060"/>
                <a:gd name="connsiteX58" fmla="*/ 16630 w 127272"/>
                <a:gd name="connsiteY58" fmla="*/ 63594 h 106060"/>
                <a:gd name="connsiteX59" fmla="*/ 16821 w 127272"/>
                <a:gd name="connsiteY59" fmla="*/ 63997 h 106060"/>
                <a:gd name="connsiteX60" fmla="*/ 16970 w 127272"/>
                <a:gd name="connsiteY60" fmla="*/ 64379 h 106060"/>
                <a:gd name="connsiteX61" fmla="*/ 16970 w 127272"/>
                <a:gd name="connsiteY61" fmla="*/ 64379 h 106060"/>
                <a:gd name="connsiteX62" fmla="*/ 17182 w 127272"/>
                <a:gd name="connsiteY62" fmla="*/ 64739 h 106060"/>
                <a:gd name="connsiteX63" fmla="*/ 17436 w 127272"/>
                <a:gd name="connsiteY63" fmla="*/ 65185 h 106060"/>
                <a:gd name="connsiteX64" fmla="*/ 17733 w 127272"/>
                <a:gd name="connsiteY64" fmla="*/ 65736 h 106060"/>
                <a:gd name="connsiteX65" fmla="*/ 17733 w 127272"/>
                <a:gd name="connsiteY65" fmla="*/ 65800 h 106060"/>
                <a:gd name="connsiteX66" fmla="*/ 17776 w 127272"/>
                <a:gd name="connsiteY66" fmla="*/ 65821 h 106060"/>
                <a:gd name="connsiteX67" fmla="*/ 18709 w 127272"/>
                <a:gd name="connsiteY67" fmla="*/ 66966 h 106060"/>
                <a:gd name="connsiteX68" fmla="*/ 18709 w 127272"/>
                <a:gd name="connsiteY68" fmla="*/ 67072 h 106060"/>
                <a:gd name="connsiteX69" fmla="*/ 18751 w 127272"/>
                <a:gd name="connsiteY69" fmla="*/ 67094 h 106060"/>
                <a:gd name="connsiteX70" fmla="*/ 19154 w 127272"/>
                <a:gd name="connsiteY70" fmla="*/ 67539 h 106060"/>
                <a:gd name="connsiteX71" fmla="*/ 19536 w 127272"/>
                <a:gd name="connsiteY71" fmla="*/ 67963 h 106060"/>
                <a:gd name="connsiteX72" fmla="*/ 19812 w 127272"/>
                <a:gd name="connsiteY72" fmla="*/ 68154 h 106060"/>
                <a:gd name="connsiteX73" fmla="*/ 19833 w 127272"/>
                <a:gd name="connsiteY73" fmla="*/ 68218 h 106060"/>
                <a:gd name="connsiteX74" fmla="*/ 19918 w 127272"/>
                <a:gd name="connsiteY74" fmla="*/ 68282 h 106060"/>
                <a:gd name="connsiteX75" fmla="*/ 20194 w 127272"/>
                <a:gd name="connsiteY75" fmla="*/ 68579 h 106060"/>
                <a:gd name="connsiteX76" fmla="*/ 20491 w 127272"/>
                <a:gd name="connsiteY76" fmla="*/ 68833 h 106060"/>
                <a:gd name="connsiteX77" fmla="*/ 20872 w 127272"/>
                <a:gd name="connsiteY77" fmla="*/ 69109 h 106060"/>
                <a:gd name="connsiteX78" fmla="*/ 21000 w 127272"/>
                <a:gd name="connsiteY78" fmla="*/ 69215 h 106060"/>
                <a:gd name="connsiteX79" fmla="*/ 21042 w 127272"/>
                <a:gd name="connsiteY79" fmla="*/ 69215 h 106060"/>
                <a:gd name="connsiteX80" fmla="*/ 21169 w 127272"/>
                <a:gd name="connsiteY80" fmla="*/ 69257 h 106060"/>
                <a:gd name="connsiteX81" fmla="*/ 21466 w 127272"/>
                <a:gd name="connsiteY81" fmla="*/ 69512 h 106060"/>
                <a:gd name="connsiteX82" fmla="*/ 21763 w 127272"/>
                <a:gd name="connsiteY82" fmla="*/ 69703 h 106060"/>
                <a:gd name="connsiteX83" fmla="*/ 22124 w 127272"/>
                <a:gd name="connsiteY83" fmla="*/ 69830 h 106060"/>
                <a:gd name="connsiteX84" fmla="*/ 22251 w 127272"/>
                <a:gd name="connsiteY84" fmla="*/ 70021 h 106060"/>
                <a:gd name="connsiteX85" fmla="*/ 22294 w 127272"/>
                <a:gd name="connsiteY85" fmla="*/ 70063 h 106060"/>
                <a:gd name="connsiteX86" fmla="*/ 68812 w 127272"/>
                <a:gd name="connsiteY86" fmla="*/ 92675 h 106060"/>
                <a:gd name="connsiteX87" fmla="*/ 126190 w 127272"/>
                <a:gd name="connsiteY87" fmla="*/ 53582 h 106060"/>
                <a:gd name="connsiteX88" fmla="*/ 79672 w 127272"/>
                <a:gd name="connsiteY88" fmla="*/ 30715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27272" h="106060">
                  <a:moveTo>
                    <a:pt x="79672" y="30715"/>
                  </a:moveTo>
                  <a:cubicBezTo>
                    <a:pt x="79227" y="30545"/>
                    <a:pt x="78824" y="30227"/>
                    <a:pt x="78378" y="29909"/>
                  </a:cubicBezTo>
                  <a:lnTo>
                    <a:pt x="78357" y="29909"/>
                  </a:lnTo>
                  <a:cubicBezTo>
                    <a:pt x="77912" y="29633"/>
                    <a:pt x="77551" y="29336"/>
                    <a:pt x="77169" y="28997"/>
                  </a:cubicBezTo>
                  <a:cubicBezTo>
                    <a:pt x="77169" y="28997"/>
                    <a:pt x="77169" y="28997"/>
                    <a:pt x="77169" y="28933"/>
                  </a:cubicBezTo>
                  <a:cubicBezTo>
                    <a:pt x="76745" y="28573"/>
                    <a:pt x="76448" y="28254"/>
                    <a:pt x="76130" y="27809"/>
                  </a:cubicBezTo>
                  <a:cubicBezTo>
                    <a:pt x="76130" y="27809"/>
                    <a:pt x="76066" y="27788"/>
                    <a:pt x="76066" y="27745"/>
                  </a:cubicBezTo>
                  <a:cubicBezTo>
                    <a:pt x="75706" y="27300"/>
                    <a:pt x="75472" y="26961"/>
                    <a:pt x="75154" y="26473"/>
                  </a:cubicBezTo>
                  <a:lnTo>
                    <a:pt x="75154" y="26473"/>
                  </a:lnTo>
                  <a:cubicBezTo>
                    <a:pt x="74900" y="26027"/>
                    <a:pt x="74666" y="25561"/>
                    <a:pt x="74390" y="25115"/>
                  </a:cubicBezTo>
                  <a:lnTo>
                    <a:pt x="74390" y="25115"/>
                  </a:lnTo>
                  <a:lnTo>
                    <a:pt x="74390" y="25115"/>
                  </a:lnTo>
                  <a:cubicBezTo>
                    <a:pt x="74178" y="24606"/>
                    <a:pt x="73966" y="24076"/>
                    <a:pt x="73818" y="23652"/>
                  </a:cubicBezTo>
                  <a:lnTo>
                    <a:pt x="73818" y="23652"/>
                  </a:lnTo>
                  <a:cubicBezTo>
                    <a:pt x="73712" y="23206"/>
                    <a:pt x="73563" y="22697"/>
                    <a:pt x="73500" y="22251"/>
                  </a:cubicBezTo>
                  <a:cubicBezTo>
                    <a:pt x="73500" y="22209"/>
                    <a:pt x="73500" y="22209"/>
                    <a:pt x="73500" y="22209"/>
                  </a:cubicBezTo>
                  <a:cubicBezTo>
                    <a:pt x="73415" y="21700"/>
                    <a:pt x="73394" y="21212"/>
                    <a:pt x="73394" y="20767"/>
                  </a:cubicBezTo>
                  <a:lnTo>
                    <a:pt x="73415" y="19642"/>
                  </a:lnTo>
                  <a:cubicBezTo>
                    <a:pt x="73415" y="19197"/>
                    <a:pt x="73478" y="18815"/>
                    <a:pt x="73500" y="18455"/>
                  </a:cubicBezTo>
                  <a:cubicBezTo>
                    <a:pt x="73500" y="18455"/>
                    <a:pt x="73500" y="18455"/>
                    <a:pt x="73500" y="18391"/>
                  </a:cubicBezTo>
                  <a:cubicBezTo>
                    <a:pt x="73584" y="18009"/>
                    <a:pt x="73733" y="17712"/>
                    <a:pt x="73860" y="17415"/>
                  </a:cubicBezTo>
                  <a:cubicBezTo>
                    <a:pt x="73860" y="17394"/>
                    <a:pt x="73881" y="17394"/>
                    <a:pt x="73881" y="17351"/>
                  </a:cubicBezTo>
                  <a:cubicBezTo>
                    <a:pt x="74009" y="17139"/>
                    <a:pt x="74200" y="16885"/>
                    <a:pt x="74327" y="16652"/>
                  </a:cubicBezTo>
                  <a:cubicBezTo>
                    <a:pt x="74412" y="16567"/>
                    <a:pt x="74475" y="16482"/>
                    <a:pt x="74560" y="16439"/>
                  </a:cubicBezTo>
                  <a:cubicBezTo>
                    <a:pt x="74709" y="16227"/>
                    <a:pt x="74942" y="16036"/>
                    <a:pt x="75133" y="15909"/>
                  </a:cubicBezTo>
                  <a:lnTo>
                    <a:pt x="17712" y="54939"/>
                  </a:lnTo>
                  <a:cubicBezTo>
                    <a:pt x="17457" y="55130"/>
                    <a:pt x="17245" y="55363"/>
                    <a:pt x="17076" y="55554"/>
                  </a:cubicBezTo>
                  <a:cubicBezTo>
                    <a:pt x="17033" y="55639"/>
                    <a:pt x="16970" y="55703"/>
                    <a:pt x="16970" y="55767"/>
                  </a:cubicBezTo>
                  <a:cubicBezTo>
                    <a:pt x="16842" y="55788"/>
                    <a:pt x="16821" y="55830"/>
                    <a:pt x="16715" y="55957"/>
                  </a:cubicBezTo>
                  <a:cubicBezTo>
                    <a:pt x="16630" y="56064"/>
                    <a:pt x="16545" y="56254"/>
                    <a:pt x="16545" y="56360"/>
                  </a:cubicBezTo>
                  <a:cubicBezTo>
                    <a:pt x="16545" y="56424"/>
                    <a:pt x="16460" y="56445"/>
                    <a:pt x="16460" y="56445"/>
                  </a:cubicBezTo>
                  <a:cubicBezTo>
                    <a:pt x="16460" y="56445"/>
                    <a:pt x="16460" y="56466"/>
                    <a:pt x="16460" y="56551"/>
                  </a:cubicBezTo>
                  <a:cubicBezTo>
                    <a:pt x="16418" y="56636"/>
                    <a:pt x="16333" y="56657"/>
                    <a:pt x="16333" y="56742"/>
                  </a:cubicBezTo>
                  <a:cubicBezTo>
                    <a:pt x="16270" y="56912"/>
                    <a:pt x="16248" y="56954"/>
                    <a:pt x="16227" y="57103"/>
                  </a:cubicBezTo>
                  <a:cubicBezTo>
                    <a:pt x="16206" y="57230"/>
                    <a:pt x="16121" y="57273"/>
                    <a:pt x="16121" y="57421"/>
                  </a:cubicBezTo>
                  <a:cubicBezTo>
                    <a:pt x="16121" y="57463"/>
                    <a:pt x="16121" y="57463"/>
                    <a:pt x="16121" y="57527"/>
                  </a:cubicBezTo>
                  <a:cubicBezTo>
                    <a:pt x="16121" y="57548"/>
                    <a:pt x="16121" y="57548"/>
                    <a:pt x="16121" y="57548"/>
                  </a:cubicBezTo>
                  <a:cubicBezTo>
                    <a:pt x="16121" y="57612"/>
                    <a:pt x="16121" y="57676"/>
                    <a:pt x="16015" y="57760"/>
                  </a:cubicBezTo>
                  <a:cubicBezTo>
                    <a:pt x="16015" y="57845"/>
                    <a:pt x="16015" y="57930"/>
                    <a:pt x="15973" y="57994"/>
                  </a:cubicBezTo>
                  <a:cubicBezTo>
                    <a:pt x="15973" y="58121"/>
                    <a:pt x="15973" y="58206"/>
                    <a:pt x="15930" y="58269"/>
                  </a:cubicBezTo>
                  <a:cubicBezTo>
                    <a:pt x="15930" y="58375"/>
                    <a:pt x="15930" y="58524"/>
                    <a:pt x="15930" y="58630"/>
                  </a:cubicBezTo>
                  <a:cubicBezTo>
                    <a:pt x="15930" y="58630"/>
                    <a:pt x="15930" y="58736"/>
                    <a:pt x="15930" y="58757"/>
                  </a:cubicBezTo>
                  <a:lnTo>
                    <a:pt x="15909" y="59945"/>
                  </a:lnTo>
                  <a:cubicBezTo>
                    <a:pt x="15909" y="59988"/>
                    <a:pt x="15909" y="60009"/>
                    <a:pt x="15909" y="60072"/>
                  </a:cubicBezTo>
                  <a:cubicBezTo>
                    <a:pt x="15909" y="60157"/>
                    <a:pt x="15909" y="60242"/>
                    <a:pt x="15909" y="60327"/>
                  </a:cubicBezTo>
                  <a:cubicBezTo>
                    <a:pt x="15909" y="60412"/>
                    <a:pt x="15930" y="60497"/>
                    <a:pt x="15930" y="60666"/>
                  </a:cubicBezTo>
                  <a:cubicBezTo>
                    <a:pt x="15930" y="60751"/>
                    <a:pt x="15930" y="60857"/>
                    <a:pt x="15930" y="60921"/>
                  </a:cubicBezTo>
                  <a:cubicBezTo>
                    <a:pt x="15973" y="61070"/>
                    <a:pt x="15973" y="61154"/>
                    <a:pt x="15973" y="61218"/>
                  </a:cubicBezTo>
                  <a:cubicBezTo>
                    <a:pt x="16015" y="61282"/>
                    <a:pt x="16015" y="61345"/>
                    <a:pt x="16015" y="61345"/>
                  </a:cubicBezTo>
                  <a:cubicBezTo>
                    <a:pt x="16015" y="61388"/>
                    <a:pt x="16015" y="61388"/>
                    <a:pt x="16015" y="61388"/>
                  </a:cubicBezTo>
                  <a:cubicBezTo>
                    <a:pt x="16015" y="61388"/>
                    <a:pt x="16015" y="61515"/>
                    <a:pt x="16121" y="61536"/>
                  </a:cubicBezTo>
                  <a:cubicBezTo>
                    <a:pt x="16121" y="61621"/>
                    <a:pt x="16121" y="61748"/>
                    <a:pt x="16121" y="61833"/>
                  </a:cubicBezTo>
                  <a:cubicBezTo>
                    <a:pt x="16121" y="61982"/>
                    <a:pt x="16206" y="62066"/>
                    <a:pt x="16227" y="62215"/>
                  </a:cubicBezTo>
                  <a:cubicBezTo>
                    <a:pt x="16227" y="62279"/>
                    <a:pt x="16248" y="62427"/>
                    <a:pt x="16270" y="62491"/>
                  </a:cubicBezTo>
                  <a:cubicBezTo>
                    <a:pt x="16333" y="62576"/>
                    <a:pt x="16333" y="62745"/>
                    <a:pt x="16376" y="62873"/>
                  </a:cubicBezTo>
                  <a:lnTo>
                    <a:pt x="16376" y="62873"/>
                  </a:lnTo>
                  <a:lnTo>
                    <a:pt x="16376" y="62873"/>
                  </a:lnTo>
                  <a:cubicBezTo>
                    <a:pt x="16418" y="62979"/>
                    <a:pt x="16460" y="63085"/>
                    <a:pt x="16545" y="63254"/>
                  </a:cubicBezTo>
                  <a:cubicBezTo>
                    <a:pt x="16545" y="63360"/>
                    <a:pt x="16567" y="63488"/>
                    <a:pt x="16630" y="63594"/>
                  </a:cubicBezTo>
                  <a:cubicBezTo>
                    <a:pt x="16715" y="63742"/>
                    <a:pt x="16757" y="63848"/>
                    <a:pt x="16821" y="63997"/>
                  </a:cubicBezTo>
                  <a:cubicBezTo>
                    <a:pt x="16842" y="64145"/>
                    <a:pt x="16970" y="64230"/>
                    <a:pt x="16970" y="64379"/>
                  </a:cubicBezTo>
                  <a:lnTo>
                    <a:pt x="16970" y="64379"/>
                  </a:lnTo>
                  <a:cubicBezTo>
                    <a:pt x="17076" y="64527"/>
                    <a:pt x="17118" y="64654"/>
                    <a:pt x="17182" y="64739"/>
                  </a:cubicBezTo>
                  <a:cubicBezTo>
                    <a:pt x="17245" y="64951"/>
                    <a:pt x="17415" y="65057"/>
                    <a:pt x="17436" y="65185"/>
                  </a:cubicBezTo>
                  <a:cubicBezTo>
                    <a:pt x="17563" y="65397"/>
                    <a:pt x="17627" y="65545"/>
                    <a:pt x="17733" y="65736"/>
                  </a:cubicBezTo>
                  <a:cubicBezTo>
                    <a:pt x="17733" y="65736"/>
                    <a:pt x="17733" y="65736"/>
                    <a:pt x="17733" y="65800"/>
                  </a:cubicBezTo>
                  <a:cubicBezTo>
                    <a:pt x="17733" y="65800"/>
                    <a:pt x="17776" y="65800"/>
                    <a:pt x="17776" y="65821"/>
                  </a:cubicBezTo>
                  <a:cubicBezTo>
                    <a:pt x="18051" y="66224"/>
                    <a:pt x="18327" y="66627"/>
                    <a:pt x="18709" y="66966"/>
                  </a:cubicBezTo>
                  <a:cubicBezTo>
                    <a:pt x="18709" y="67009"/>
                    <a:pt x="18709" y="67009"/>
                    <a:pt x="18709" y="67072"/>
                  </a:cubicBezTo>
                  <a:cubicBezTo>
                    <a:pt x="18751" y="67072"/>
                    <a:pt x="18751" y="67072"/>
                    <a:pt x="18751" y="67094"/>
                  </a:cubicBezTo>
                  <a:cubicBezTo>
                    <a:pt x="18836" y="67263"/>
                    <a:pt x="19027" y="67412"/>
                    <a:pt x="19154" y="67539"/>
                  </a:cubicBezTo>
                  <a:cubicBezTo>
                    <a:pt x="19282" y="67666"/>
                    <a:pt x="19388" y="67836"/>
                    <a:pt x="19536" y="67963"/>
                  </a:cubicBezTo>
                  <a:cubicBezTo>
                    <a:pt x="19621" y="67985"/>
                    <a:pt x="19706" y="68069"/>
                    <a:pt x="19812" y="68154"/>
                  </a:cubicBezTo>
                  <a:cubicBezTo>
                    <a:pt x="19812" y="68218"/>
                    <a:pt x="19833" y="68218"/>
                    <a:pt x="19833" y="68218"/>
                  </a:cubicBezTo>
                  <a:cubicBezTo>
                    <a:pt x="19833" y="68218"/>
                    <a:pt x="19918" y="68218"/>
                    <a:pt x="19918" y="68282"/>
                  </a:cubicBezTo>
                  <a:cubicBezTo>
                    <a:pt x="19960" y="68366"/>
                    <a:pt x="20067" y="68451"/>
                    <a:pt x="20194" y="68579"/>
                  </a:cubicBezTo>
                  <a:cubicBezTo>
                    <a:pt x="20300" y="68706"/>
                    <a:pt x="20427" y="68748"/>
                    <a:pt x="20491" y="68833"/>
                  </a:cubicBezTo>
                  <a:cubicBezTo>
                    <a:pt x="20639" y="68939"/>
                    <a:pt x="20745" y="69003"/>
                    <a:pt x="20872" y="69109"/>
                  </a:cubicBezTo>
                  <a:cubicBezTo>
                    <a:pt x="20915" y="69109"/>
                    <a:pt x="20957" y="69109"/>
                    <a:pt x="21000" y="69215"/>
                  </a:cubicBezTo>
                  <a:cubicBezTo>
                    <a:pt x="21000" y="69215"/>
                    <a:pt x="21000" y="69215"/>
                    <a:pt x="21042" y="69215"/>
                  </a:cubicBezTo>
                  <a:cubicBezTo>
                    <a:pt x="21106" y="69257"/>
                    <a:pt x="21106" y="69257"/>
                    <a:pt x="21169" y="69257"/>
                  </a:cubicBezTo>
                  <a:cubicBezTo>
                    <a:pt x="21254" y="69363"/>
                    <a:pt x="21339" y="69406"/>
                    <a:pt x="21466" y="69512"/>
                  </a:cubicBezTo>
                  <a:cubicBezTo>
                    <a:pt x="21530" y="69597"/>
                    <a:pt x="21700" y="69618"/>
                    <a:pt x="21763" y="69703"/>
                  </a:cubicBezTo>
                  <a:cubicBezTo>
                    <a:pt x="21848" y="69724"/>
                    <a:pt x="21933" y="69788"/>
                    <a:pt x="22124" y="69830"/>
                  </a:cubicBezTo>
                  <a:cubicBezTo>
                    <a:pt x="22124" y="69936"/>
                    <a:pt x="22167" y="69957"/>
                    <a:pt x="22251" y="70021"/>
                  </a:cubicBezTo>
                  <a:cubicBezTo>
                    <a:pt x="22294" y="70021"/>
                    <a:pt x="22294" y="70021"/>
                    <a:pt x="22294" y="70063"/>
                  </a:cubicBezTo>
                  <a:lnTo>
                    <a:pt x="68812" y="92675"/>
                  </a:lnTo>
                  <a:lnTo>
                    <a:pt x="126190" y="53582"/>
                  </a:lnTo>
                  <a:lnTo>
                    <a:pt x="79672" y="30715"/>
                  </a:lnTo>
                  <a:close/>
                </a:path>
              </a:pathLst>
            </a:custGeom>
            <a:solidFill>
              <a:srgbClr val="0055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47B65FAA-D7BD-4C32-81A8-D58E639BD675}"/>
                </a:ext>
              </a:extLst>
            </p:cNvPr>
            <p:cNvSpPr/>
            <p:nvPr/>
          </p:nvSpPr>
          <p:spPr>
            <a:xfrm>
              <a:off x="6301316" y="4586114"/>
              <a:ext cx="125307" cy="93980"/>
            </a:xfrm>
            <a:custGeom>
              <a:avLst/>
              <a:gdLst>
                <a:gd name="connsiteX0" fmla="*/ 15909 w 84848"/>
                <a:gd name="connsiteY0" fmla="*/ 54982 h 63636"/>
                <a:gd name="connsiteX1" fmla="*/ 73288 w 84848"/>
                <a:gd name="connsiteY1" fmla="*/ 15909 h 63636"/>
                <a:gd name="connsiteX2" fmla="*/ 73266 w 84848"/>
                <a:gd name="connsiteY2" fmla="*/ 18242 h 63636"/>
                <a:gd name="connsiteX3" fmla="*/ 15909 w 84848"/>
                <a:gd name="connsiteY3" fmla="*/ 572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09" y="54982"/>
                  </a:moveTo>
                  <a:lnTo>
                    <a:pt x="73288" y="15909"/>
                  </a:lnTo>
                  <a:lnTo>
                    <a:pt x="73266" y="18242"/>
                  </a:lnTo>
                  <a:lnTo>
                    <a:pt x="15909" y="57209"/>
                  </a:lnTo>
                  <a:close/>
                </a:path>
              </a:pathLst>
            </a:custGeom>
            <a:solidFill>
              <a:srgbClr val="004A7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78A6E6EA-11A8-4989-965A-134BE1CA079A}"/>
                </a:ext>
              </a:extLst>
            </p:cNvPr>
            <p:cNvSpPr/>
            <p:nvPr/>
          </p:nvSpPr>
          <p:spPr>
            <a:xfrm>
              <a:off x="6297242" y="4564372"/>
              <a:ext cx="125307" cy="93980"/>
            </a:xfrm>
            <a:custGeom>
              <a:avLst/>
              <a:gdLst>
                <a:gd name="connsiteX0" fmla="*/ 16185 w 84848"/>
                <a:gd name="connsiteY0" fmla="*/ 52903 h 63636"/>
                <a:gd name="connsiteX1" fmla="*/ 69894 w 84848"/>
                <a:gd name="connsiteY1" fmla="*/ 15909 h 63636"/>
                <a:gd name="connsiteX2" fmla="*/ 69597 w 84848"/>
                <a:gd name="connsiteY2" fmla="*/ 29761 h 63636"/>
                <a:gd name="connsiteX3" fmla="*/ 15909 w 84848"/>
                <a:gd name="connsiteY3" fmla="*/ 66712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6185" y="52903"/>
                  </a:moveTo>
                  <a:lnTo>
                    <a:pt x="69894" y="15909"/>
                  </a:lnTo>
                  <a:lnTo>
                    <a:pt x="69597" y="29761"/>
                  </a:lnTo>
                  <a:lnTo>
                    <a:pt x="15909" y="66712"/>
                  </a:lnTo>
                  <a:close/>
                </a:path>
              </a:pathLst>
            </a:custGeom>
            <a:solidFill>
              <a:srgbClr val="C2C2C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4D485962-3935-49B1-918D-6E78E14701B0}"/>
                </a:ext>
              </a:extLst>
            </p:cNvPr>
            <p:cNvSpPr/>
            <p:nvPr/>
          </p:nvSpPr>
          <p:spPr>
            <a:xfrm>
              <a:off x="6228010" y="4533078"/>
              <a:ext cx="187960" cy="125307"/>
            </a:xfrm>
            <a:custGeom>
              <a:avLst/>
              <a:gdLst>
                <a:gd name="connsiteX0" fmla="*/ 74560 w 127272"/>
                <a:gd name="connsiteY0" fmla="*/ 16609 h 84848"/>
                <a:gd name="connsiteX1" fmla="*/ 74369 w 127272"/>
                <a:gd name="connsiteY1" fmla="*/ 16545 h 84848"/>
                <a:gd name="connsiteX2" fmla="*/ 74030 w 127272"/>
                <a:gd name="connsiteY2" fmla="*/ 16354 h 84848"/>
                <a:gd name="connsiteX3" fmla="*/ 73882 w 127272"/>
                <a:gd name="connsiteY3" fmla="*/ 16312 h 84848"/>
                <a:gd name="connsiteX4" fmla="*/ 73839 w 127272"/>
                <a:gd name="connsiteY4" fmla="*/ 16312 h 84848"/>
                <a:gd name="connsiteX5" fmla="*/ 73797 w 127272"/>
                <a:gd name="connsiteY5" fmla="*/ 16248 h 84848"/>
                <a:gd name="connsiteX6" fmla="*/ 73563 w 127272"/>
                <a:gd name="connsiteY6" fmla="*/ 16163 h 84848"/>
                <a:gd name="connsiteX7" fmla="*/ 73245 w 127272"/>
                <a:gd name="connsiteY7" fmla="*/ 16057 h 84848"/>
                <a:gd name="connsiteX8" fmla="*/ 73160 w 127272"/>
                <a:gd name="connsiteY8" fmla="*/ 16057 h 84848"/>
                <a:gd name="connsiteX9" fmla="*/ 73097 w 127272"/>
                <a:gd name="connsiteY9" fmla="*/ 16057 h 84848"/>
                <a:gd name="connsiteX10" fmla="*/ 72969 w 127272"/>
                <a:gd name="connsiteY10" fmla="*/ 16015 h 84848"/>
                <a:gd name="connsiteX11" fmla="*/ 72672 w 127272"/>
                <a:gd name="connsiteY11" fmla="*/ 15994 h 84848"/>
                <a:gd name="connsiteX12" fmla="*/ 72481 w 127272"/>
                <a:gd name="connsiteY12" fmla="*/ 15909 h 84848"/>
                <a:gd name="connsiteX13" fmla="*/ 72481 w 127272"/>
                <a:gd name="connsiteY13" fmla="*/ 15909 h 84848"/>
                <a:gd name="connsiteX14" fmla="*/ 72439 w 127272"/>
                <a:gd name="connsiteY14" fmla="*/ 15909 h 84848"/>
                <a:gd name="connsiteX15" fmla="*/ 72142 w 127272"/>
                <a:gd name="connsiteY15" fmla="*/ 15909 h 84848"/>
                <a:gd name="connsiteX16" fmla="*/ 71866 w 127272"/>
                <a:gd name="connsiteY16" fmla="*/ 15909 h 84848"/>
                <a:gd name="connsiteX17" fmla="*/ 71824 w 127272"/>
                <a:gd name="connsiteY17" fmla="*/ 15909 h 84848"/>
                <a:gd name="connsiteX18" fmla="*/ 71824 w 127272"/>
                <a:gd name="connsiteY18" fmla="*/ 15909 h 84848"/>
                <a:gd name="connsiteX19" fmla="*/ 71506 w 127272"/>
                <a:gd name="connsiteY19" fmla="*/ 15909 h 84848"/>
                <a:gd name="connsiteX20" fmla="*/ 71315 w 127272"/>
                <a:gd name="connsiteY20" fmla="*/ 15909 h 84848"/>
                <a:gd name="connsiteX21" fmla="*/ 71166 w 127272"/>
                <a:gd name="connsiteY21" fmla="*/ 15909 h 84848"/>
                <a:gd name="connsiteX22" fmla="*/ 71166 w 127272"/>
                <a:gd name="connsiteY22" fmla="*/ 15909 h 84848"/>
                <a:gd name="connsiteX23" fmla="*/ 70763 w 127272"/>
                <a:gd name="connsiteY23" fmla="*/ 16015 h 84848"/>
                <a:gd name="connsiteX24" fmla="*/ 70678 w 127272"/>
                <a:gd name="connsiteY24" fmla="*/ 16057 h 84848"/>
                <a:gd name="connsiteX25" fmla="*/ 70530 w 127272"/>
                <a:gd name="connsiteY25" fmla="*/ 16057 h 84848"/>
                <a:gd name="connsiteX26" fmla="*/ 70318 w 127272"/>
                <a:gd name="connsiteY26" fmla="*/ 16142 h 84848"/>
                <a:gd name="connsiteX27" fmla="*/ 70254 w 127272"/>
                <a:gd name="connsiteY27" fmla="*/ 16227 h 84848"/>
                <a:gd name="connsiteX28" fmla="*/ 69639 w 127272"/>
                <a:gd name="connsiteY28" fmla="*/ 16545 h 84848"/>
                <a:gd name="connsiteX29" fmla="*/ 15909 w 127272"/>
                <a:gd name="connsiteY29" fmla="*/ 53560 h 84848"/>
                <a:gd name="connsiteX30" fmla="*/ 16609 w 127272"/>
                <a:gd name="connsiteY30" fmla="*/ 53178 h 84848"/>
                <a:gd name="connsiteX31" fmla="*/ 16758 w 127272"/>
                <a:gd name="connsiteY31" fmla="*/ 53136 h 84848"/>
                <a:gd name="connsiteX32" fmla="*/ 16991 w 127272"/>
                <a:gd name="connsiteY32" fmla="*/ 53030 h 84848"/>
                <a:gd name="connsiteX33" fmla="*/ 17500 w 127272"/>
                <a:gd name="connsiteY33" fmla="*/ 52945 h 84848"/>
                <a:gd name="connsiteX34" fmla="*/ 17542 w 127272"/>
                <a:gd name="connsiteY34" fmla="*/ 52945 h 84848"/>
                <a:gd name="connsiteX35" fmla="*/ 18773 w 127272"/>
                <a:gd name="connsiteY35" fmla="*/ 52945 h 84848"/>
                <a:gd name="connsiteX36" fmla="*/ 18773 w 127272"/>
                <a:gd name="connsiteY36" fmla="*/ 52945 h 84848"/>
                <a:gd name="connsiteX37" fmla="*/ 19367 w 127272"/>
                <a:gd name="connsiteY37" fmla="*/ 53030 h 84848"/>
                <a:gd name="connsiteX38" fmla="*/ 19388 w 127272"/>
                <a:gd name="connsiteY38" fmla="*/ 53030 h 84848"/>
                <a:gd name="connsiteX39" fmla="*/ 20067 w 127272"/>
                <a:gd name="connsiteY39" fmla="*/ 53284 h 84848"/>
                <a:gd name="connsiteX40" fmla="*/ 20067 w 127272"/>
                <a:gd name="connsiteY40" fmla="*/ 53284 h 84848"/>
                <a:gd name="connsiteX41" fmla="*/ 20830 w 127272"/>
                <a:gd name="connsiteY41" fmla="*/ 53603 h 84848"/>
                <a:gd name="connsiteX42" fmla="*/ 62957 w 127272"/>
                <a:gd name="connsiteY42" fmla="*/ 74094 h 84848"/>
                <a:gd name="connsiteX43" fmla="*/ 116666 w 127272"/>
                <a:gd name="connsiteY43" fmla="*/ 37100 h 84848"/>
                <a:gd name="connsiteX44" fmla="*/ 74560 w 127272"/>
                <a:gd name="connsiteY44" fmla="*/ 16609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7272" h="84848">
                  <a:moveTo>
                    <a:pt x="74560" y="16609"/>
                  </a:moveTo>
                  <a:cubicBezTo>
                    <a:pt x="74539" y="16588"/>
                    <a:pt x="74454" y="16545"/>
                    <a:pt x="74369" y="16545"/>
                  </a:cubicBezTo>
                  <a:cubicBezTo>
                    <a:pt x="74263" y="16460"/>
                    <a:pt x="74115" y="16439"/>
                    <a:pt x="74030" y="16354"/>
                  </a:cubicBezTo>
                  <a:cubicBezTo>
                    <a:pt x="74009" y="16354"/>
                    <a:pt x="73945" y="16354"/>
                    <a:pt x="73882" y="16312"/>
                  </a:cubicBezTo>
                  <a:lnTo>
                    <a:pt x="73839" y="16312"/>
                  </a:lnTo>
                  <a:lnTo>
                    <a:pt x="73797" y="16248"/>
                  </a:lnTo>
                  <a:cubicBezTo>
                    <a:pt x="73669" y="16227"/>
                    <a:pt x="73585" y="16227"/>
                    <a:pt x="73563" y="16163"/>
                  </a:cubicBezTo>
                  <a:cubicBezTo>
                    <a:pt x="73436" y="16142"/>
                    <a:pt x="73330" y="16142"/>
                    <a:pt x="73245" y="16057"/>
                  </a:cubicBezTo>
                  <a:cubicBezTo>
                    <a:pt x="73182" y="16057"/>
                    <a:pt x="73182" y="16057"/>
                    <a:pt x="73160" y="16057"/>
                  </a:cubicBezTo>
                  <a:cubicBezTo>
                    <a:pt x="73160" y="16057"/>
                    <a:pt x="73160" y="16057"/>
                    <a:pt x="73097" y="16057"/>
                  </a:cubicBezTo>
                  <a:cubicBezTo>
                    <a:pt x="73075" y="16057"/>
                    <a:pt x="73033" y="16057"/>
                    <a:pt x="72969" y="16015"/>
                  </a:cubicBezTo>
                  <a:cubicBezTo>
                    <a:pt x="72885" y="16015"/>
                    <a:pt x="72736" y="15994"/>
                    <a:pt x="72672" y="15994"/>
                  </a:cubicBezTo>
                  <a:cubicBezTo>
                    <a:pt x="72651" y="15994"/>
                    <a:pt x="72566" y="15909"/>
                    <a:pt x="72481" y="15909"/>
                  </a:cubicBezTo>
                  <a:lnTo>
                    <a:pt x="72481" y="15909"/>
                  </a:lnTo>
                  <a:lnTo>
                    <a:pt x="72439" y="15909"/>
                  </a:lnTo>
                  <a:cubicBezTo>
                    <a:pt x="72354" y="15909"/>
                    <a:pt x="72269" y="15909"/>
                    <a:pt x="72142" y="15909"/>
                  </a:cubicBezTo>
                  <a:cubicBezTo>
                    <a:pt x="72036" y="15909"/>
                    <a:pt x="71951" y="15909"/>
                    <a:pt x="71866" y="15909"/>
                  </a:cubicBezTo>
                  <a:lnTo>
                    <a:pt x="71824" y="15909"/>
                  </a:lnTo>
                  <a:lnTo>
                    <a:pt x="71824" y="15909"/>
                  </a:lnTo>
                  <a:cubicBezTo>
                    <a:pt x="71739" y="15909"/>
                    <a:pt x="71591" y="15909"/>
                    <a:pt x="71506" y="15909"/>
                  </a:cubicBezTo>
                  <a:cubicBezTo>
                    <a:pt x="71442" y="15909"/>
                    <a:pt x="71379" y="15909"/>
                    <a:pt x="71315" y="15909"/>
                  </a:cubicBezTo>
                  <a:cubicBezTo>
                    <a:pt x="71230" y="15909"/>
                    <a:pt x="71230" y="15909"/>
                    <a:pt x="71166" y="15909"/>
                  </a:cubicBezTo>
                  <a:lnTo>
                    <a:pt x="71166" y="15909"/>
                  </a:lnTo>
                  <a:cubicBezTo>
                    <a:pt x="71060" y="15994"/>
                    <a:pt x="70933" y="15994"/>
                    <a:pt x="70763" y="16015"/>
                  </a:cubicBezTo>
                  <a:cubicBezTo>
                    <a:pt x="70742" y="16015"/>
                    <a:pt x="70678" y="16057"/>
                    <a:pt x="70678" y="16057"/>
                  </a:cubicBezTo>
                  <a:cubicBezTo>
                    <a:pt x="70615" y="16057"/>
                    <a:pt x="70572" y="16057"/>
                    <a:pt x="70530" y="16057"/>
                  </a:cubicBezTo>
                  <a:cubicBezTo>
                    <a:pt x="70466" y="16100"/>
                    <a:pt x="70339" y="16142"/>
                    <a:pt x="70318" y="16142"/>
                  </a:cubicBezTo>
                  <a:cubicBezTo>
                    <a:pt x="70254" y="16142"/>
                    <a:pt x="70254" y="16163"/>
                    <a:pt x="70254" y="16227"/>
                  </a:cubicBezTo>
                  <a:cubicBezTo>
                    <a:pt x="70042" y="16312"/>
                    <a:pt x="69809" y="16439"/>
                    <a:pt x="69639" y="16545"/>
                  </a:cubicBezTo>
                  <a:lnTo>
                    <a:pt x="15909" y="53560"/>
                  </a:lnTo>
                  <a:cubicBezTo>
                    <a:pt x="16100" y="53369"/>
                    <a:pt x="16333" y="53284"/>
                    <a:pt x="16609" y="53178"/>
                  </a:cubicBezTo>
                  <a:cubicBezTo>
                    <a:pt x="16609" y="53136"/>
                    <a:pt x="16673" y="53136"/>
                    <a:pt x="16758" y="53136"/>
                  </a:cubicBezTo>
                  <a:cubicBezTo>
                    <a:pt x="16842" y="53030"/>
                    <a:pt x="16927" y="53030"/>
                    <a:pt x="16991" y="53030"/>
                  </a:cubicBezTo>
                  <a:cubicBezTo>
                    <a:pt x="17182" y="53009"/>
                    <a:pt x="17330" y="52945"/>
                    <a:pt x="17500" y="52945"/>
                  </a:cubicBezTo>
                  <a:cubicBezTo>
                    <a:pt x="17500" y="52945"/>
                    <a:pt x="17500" y="52945"/>
                    <a:pt x="17542" y="52945"/>
                  </a:cubicBezTo>
                  <a:cubicBezTo>
                    <a:pt x="17924" y="52860"/>
                    <a:pt x="18285" y="52860"/>
                    <a:pt x="18773" y="52945"/>
                  </a:cubicBezTo>
                  <a:lnTo>
                    <a:pt x="18773" y="52945"/>
                  </a:lnTo>
                  <a:cubicBezTo>
                    <a:pt x="18900" y="52945"/>
                    <a:pt x="19133" y="53009"/>
                    <a:pt x="19367" y="53030"/>
                  </a:cubicBezTo>
                  <a:cubicBezTo>
                    <a:pt x="19367" y="53030"/>
                    <a:pt x="19367" y="53030"/>
                    <a:pt x="19388" y="53030"/>
                  </a:cubicBezTo>
                  <a:cubicBezTo>
                    <a:pt x="19664" y="53136"/>
                    <a:pt x="19833" y="53178"/>
                    <a:pt x="20067" y="53284"/>
                  </a:cubicBezTo>
                  <a:lnTo>
                    <a:pt x="20067" y="53284"/>
                  </a:lnTo>
                  <a:cubicBezTo>
                    <a:pt x="20279" y="53369"/>
                    <a:pt x="20533" y="53475"/>
                    <a:pt x="20830" y="53603"/>
                  </a:cubicBezTo>
                  <a:lnTo>
                    <a:pt x="62957" y="74094"/>
                  </a:lnTo>
                  <a:lnTo>
                    <a:pt x="116666" y="37100"/>
                  </a:lnTo>
                  <a:lnTo>
                    <a:pt x="74560" y="16609"/>
                  </a:lnTo>
                  <a:close/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126B3174-4235-4ED3-8CB3-CFA3104E1A25}"/>
                </a:ext>
              </a:extLst>
            </p:cNvPr>
            <p:cNvSpPr/>
            <p:nvPr/>
          </p:nvSpPr>
          <p:spPr>
            <a:xfrm>
              <a:off x="6225598" y="4587670"/>
              <a:ext cx="93980" cy="93980"/>
            </a:xfrm>
            <a:custGeom>
              <a:avLst/>
              <a:gdLst>
                <a:gd name="connsiteX0" fmla="*/ 64697 w 63636"/>
                <a:gd name="connsiteY0" fmla="*/ 37128 h 63636"/>
                <a:gd name="connsiteX1" fmla="*/ 64421 w 63636"/>
                <a:gd name="connsiteY1" fmla="*/ 50915 h 63636"/>
                <a:gd name="connsiteX2" fmla="*/ 22252 w 63636"/>
                <a:gd name="connsiteY2" fmla="*/ 30361 h 63636"/>
                <a:gd name="connsiteX3" fmla="*/ 15909 w 63636"/>
                <a:gd name="connsiteY3" fmla="*/ 20370 h 63636"/>
                <a:gd name="connsiteX4" fmla="*/ 22549 w 63636"/>
                <a:gd name="connsiteY4" fmla="*/ 16615 h 63636"/>
                <a:gd name="connsiteX5" fmla="*/ 64697 w 63636"/>
                <a:gd name="connsiteY5" fmla="*/ 3712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36" h="63636">
                  <a:moveTo>
                    <a:pt x="64697" y="37128"/>
                  </a:moveTo>
                  <a:lnTo>
                    <a:pt x="64421" y="50915"/>
                  </a:lnTo>
                  <a:lnTo>
                    <a:pt x="22252" y="30361"/>
                  </a:lnTo>
                  <a:cubicBezTo>
                    <a:pt x="18646" y="28685"/>
                    <a:pt x="15867" y="24167"/>
                    <a:pt x="15909" y="20370"/>
                  </a:cubicBezTo>
                  <a:cubicBezTo>
                    <a:pt x="15931" y="16488"/>
                    <a:pt x="18900" y="14855"/>
                    <a:pt x="22549" y="16615"/>
                  </a:cubicBezTo>
                  <a:lnTo>
                    <a:pt x="64697" y="37128"/>
                  </a:lnTo>
                  <a:close/>
                </a:path>
              </a:pathLst>
            </a:custGeom>
            <a:solidFill>
              <a:srgbClr val="8E8E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EED56EA9-6195-48A3-BA28-D22FCD2D3E79}"/>
                </a:ext>
              </a:extLst>
            </p:cNvPr>
            <p:cNvSpPr/>
            <p:nvPr/>
          </p:nvSpPr>
          <p:spPr>
            <a:xfrm>
              <a:off x="6220240" y="4583842"/>
              <a:ext cx="125307" cy="93980"/>
            </a:xfrm>
            <a:custGeom>
              <a:avLst/>
              <a:gdLst>
                <a:gd name="connsiteX0" fmla="*/ 71104 w 84848"/>
                <a:gd name="connsiteY0" fmla="*/ 39443 h 63636"/>
                <a:gd name="connsiteX1" fmla="*/ 71062 w 84848"/>
                <a:gd name="connsiteY1" fmla="*/ 41734 h 63636"/>
                <a:gd name="connsiteX2" fmla="*/ 24628 w 84848"/>
                <a:gd name="connsiteY2" fmla="*/ 19122 h 63636"/>
                <a:gd name="connsiteX3" fmla="*/ 18032 w 84848"/>
                <a:gd name="connsiteY3" fmla="*/ 22771 h 63636"/>
                <a:gd name="connsiteX4" fmla="*/ 18010 w 84848"/>
                <a:gd name="connsiteY4" fmla="*/ 23959 h 63636"/>
                <a:gd name="connsiteX5" fmla="*/ 24268 w 84848"/>
                <a:gd name="connsiteY5" fmla="*/ 33928 h 63636"/>
                <a:gd name="connsiteX6" fmla="*/ 70786 w 84848"/>
                <a:gd name="connsiteY6" fmla="*/ 56540 h 63636"/>
                <a:gd name="connsiteX7" fmla="*/ 70786 w 84848"/>
                <a:gd name="connsiteY7" fmla="*/ 58746 h 63636"/>
                <a:gd name="connsiteX8" fmla="*/ 24226 w 84848"/>
                <a:gd name="connsiteY8" fmla="*/ 36155 h 63636"/>
                <a:gd name="connsiteX9" fmla="*/ 15910 w 84848"/>
                <a:gd name="connsiteY9" fmla="*/ 22898 h 63636"/>
                <a:gd name="connsiteX10" fmla="*/ 15953 w 84848"/>
                <a:gd name="connsiteY10" fmla="*/ 21795 h 63636"/>
                <a:gd name="connsiteX11" fmla="*/ 24607 w 84848"/>
                <a:gd name="connsiteY11" fmla="*/ 16810 h 63636"/>
                <a:gd name="connsiteX12" fmla="*/ 71104 w 84848"/>
                <a:gd name="connsiteY12" fmla="*/ 39443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848" h="63636">
                  <a:moveTo>
                    <a:pt x="71104" y="39443"/>
                  </a:moveTo>
                  <a:lnTo>
                    <a:pt x="71062" y="41734"/>
                  </a:lnTo>
                  <a:lnTo>
                    <a:pt x="24628" y="19122"/>
                  </a:lnTo>
                  <a:cubicBezTo>
                    <a:pt x="21086" y="17362"/>
                    <a:pt x="18116" y="19016"/>
                    <a:pt x="18032" y="22771"/>
                  </a:cubicBezTo>
                  <a:lnTo>
                    <a:pt x="18010" y="23959"/>
                  </a:lnTo>
                  <a:cubicBezTo>
                    <a:pt x="17968" y="27692"/>
                    <a:pt x="20810" y="32125"/>
                    <a:pt x="24268" y="33928"/>
                  </a:cubicBezTo>
                  <a:lnTo>
                    <a:pt x="70786" y="56540"/>
                  </a:lnTo>
                  <a:lnTo>
                    <a:pt x="70786" y="58746"/>
                  </a:lnTo>
                  <a:lnTo>
                    <a:pt x="24226" y="36155"/>
                  </a:lnTo>
                  <a:cubicBezTo>
                    <a:pt x="19538" y="33886"/>
                    <a:pt x="15825" y="27904"/>
                    <a:pt x="15910" y="22898"/>
                  </a:cubicBezTo>
                  <a:lnTo>
                    <a:pt x="15953" y="21795"/>
                  </a:lnTo>
                  <a:cubicBezTo>
                    <a:pt x="16038" y="16746"/>
                    <a:pt x="19941" y="14519"/>
                    <a:pt x="24607" y="16810"/>
                  </a:cubicBezTo>
                  <a:lnTo>
                    <a:pt x="71104" y="39443"/>
                  </a:lnTo>
                  <a:close/>
                </a:path>
              </a:pathLst>
            </a:custGeom>
            <a:solidFill>
              <a:srgbClr val="003E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7D742E0E-CD8A-49C7-9FB6-5731C7FCE129}"/>
                </a:ext>
              </a:extLst>
            </p:cNvPr>
            <p:cNvSpPr/>
            <p:nvPr/>
          </p:nvSpPr>
          <p:spPr>
            <a:xfrm>
              <a:off x="6301691" y="4560990"/>
              <a:ext cx="125307" cy="93980"/>
            </a:xfrm>
            <a:custGeom>
              <a:avLst/>
              <a:gdLst>
                <a:gd name="connsiteX0" fmla="*/ 15951 w 84848"/>
                <a:gd name="connsiteY0" fmla="*/ 54918 h 63636"/>
                <a:gd name="connsiteX1" fmla="*/ 73415 w 84848"/>
                <a:gd name="connsiteY1" fmla="*/ 15909 h 63636"/>
                <a:gd name="connsiteX2" fmla="*/ 73330 w 84848"/>
                <a:gd name="connsiteY2" fmla="*/ 18136 h 63636"/>
                <a:gd name="connsiteX3" fmla="*/ 15909 w 84848"/>
                <a:gd name="connsiteY3" fmla="*/ 572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15951" y="54918"/>
                  </a:moveTo>
                  <a:lnTo>
                    <a:pt x="73415" y="15909"/>
                  </a:lnTo>
                  <a:lnTo>
                    <a:pt x="73330" y="18136"/>
                  </a:lnTo>
                  <a:lnTo>
                    <a:pt x="15909" y="57209"/>
                  </a:lnTo>
                  <a:close/>
                </a:path>
              </a:pathLst>
            </a:custGeom>
            <a:solidFill>
              <a:srgbClr val="005C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45058044-67EF-4B93-8377-19DA20CA29B7}"/>
                </a:ext>
              </a:extLst>
            </p:cNvPr>
            <p:cNvSpPr/>
            <p:nvPr/>
          </p:nvSpPr>
          <p:spPr>
            <a:xfrm>
              <a:off x="6223500" y="4526123"/>
              <a:ext cx="187960" cy="125307"/>
            </a:xfrm>
            <a:custGeom>
              <a:avLst/>
              <a:gdLst>
                <a:gd name="connsiteX0" fmla="*/ 79948 w 127272"/>
                <a:gd name="connsiteY0" fmla="*/ 16800 h 84848"/>
                <a:gd name="connsiteX1" fmla="*/ 79566 w 127272"/>
                <a:gd name="connsiteY1" fmla="*/ 16673 h 84848"/>
                <a:gd name="connsiteX2" fmla="*/ 79227 w 127272"/>
                <a:gd name="connsiteY2" fmla="*/ 16588 h 84848"/>
                <a:gd name="connsiteX3" fmla="*/ 78972 w 127272"/>
                <a:gd name="connsiteY3" fmla="*/ 16397 h 84848"/>
                <a:gd name="connsiteX4" fmla="*/ 78866 w 127272"/>
                <a:gd name="connsiteY4" fmla="*/ 16397 h 84848"/>
                <a:gd name="connsiteX5" fmla="*/ 78866 w 127272"/>
                <a:gd name="connsiteY5" fmla="*/ 16354 h 84848"/>
                <a:gd name="connsiteX6" fmla="*/ 78527 w 127272"/>
                <a:gd name="connsiteY6" fmla="*/ 16248 h 84848"/>
                <a:gd name="connsiteX7" fmla="*/ 78124 w 127272"/>
                <a:gd name="connsiteY7" fmla="*/ 16206 h 84848"/>
                <a:gd name="connsiteX8" fmla="*/ 77997 w 127272"/>
                <a:gd name="connsiteY8" fmla="*/ 16206 h 84848"/>
                <a:gd name="connsiteX9" fmla="*/ 77933 w 127272"/>
                <a:gd name="connsiteY9" fmla="*/ 16142 h 84848"/>
                <a:gd name="connsiteX10" fmla="*/ 77763 w 127272"/>
                <a:gd name="connsiteY10" fmla="*/ 16100 h 84848"/>
                <a:gd name="connsiteX11" fmla="*/ 77382 w 127272"/>
                <a:gd name="connsiteY11" fmla="*/ 16015 h 84848"/>
                <a:gd name="connsiteX12" fmla="*/ 77106 w 127272"/>
                <a:gd name="connsiteY12" fmla="*/ 15951 h 84848"/>
                <a:gd name="connsiteX13" fmla="*/ 77063 w 127272"/>
                <a:gd name="connsiteY13" fmla="*/ 15951 h 84848"/>
                <a:gd name="connsiteX14" fmla="*/ 77021 w 127272"/>
                <a:gd name="connsiteY14" fmla="*/ 15951 h 84848"/>
                <a:gd name="connsiteX15" fmla="*/ 76639 w 127272"/>
                <a:gd name="connsiteY15" fmla="*/ 15909 h 84848"/>
                <a:gd name="connsiteX16" fmla="*/ 76257 w 127272"/>
                <a:gd name="connsiteY16" fmla="*/ 15909 h 84848"/>
                <a:gd name="connsiteX17" fmla="*/ 76236 w 127272"/>
                <a:gd name="connsiteY17" fmla="*/ 15909 h 84848"/>
                <a:gd name="connsiteX18" fmla="*/ 76236 w 127272"/>
                <a:gd name="connsiteY18" fmla="*/ 15909 h 84848"/>
                <a:gd name="connsiteX19" fmla="*/ 75812 w 127272"/>
                <a:gd name="connsiteY19" fmla="*/ 15909 h 84848"/>
                <a:gd name="connsiteX20" fmla="*/ 75472 w 127272"/>
                <a:gd name="connsiteY20" fmla="*/ 15909 h 84848"/>
                <a:gd name="connsiteX21" fmla="*/ 75430 w 127272"/>
                <a:gd name="connsiteY21" fmla="*/ 15951 h 84848"/>
                <a:gd name="connsiteX22" fmla="*/ 75366 w 127272"/>
                <a:gd name="connsiteY22" fmla="*/ 15951 h 84848"/>
                <a:gd name="connsiteX23" fmla="*/ 74921 w 127272"/>
                <a:gd name="connsiteY23" fmla="*/ 16100 h 84848"/>
                <a:gd name="connsiteX24" fmla="*/ 74794 w 127272"/>
                <a:gd name="connsiteY24" fmla="*/ 16100 h 84848"/>
                <a:gd name="connsiteX25" fmla="*/ 74518 w 127272"/>
                <a:gd name="connsiteY25" fmla="*/ 16206 h 84848"/>
                <a:gd name="connsiteX26" fmla="*/ 74327 w 127272"/>
                <a:gd name="connsiteY26" fmla="*/ 16248 h 84848"/>
                <a:gd name="connsiteX27" fmla="*/ 74178 w 127272"/>
                <a:gd name="connsiteY27" fmla="*/ 16291 h 84848"/>
                <a:gd name="connsiteX28" fmla="*/ 73351 w 127272"/>
                <a:gd name="connsiteY28" fmla="*/ 16736 h 84848"/>
                <a:gd name="connsiteX29" fmla="*/ 15909 w 127272"/>
                <a:gd name="connsiteY29" fmla="*/ 55809 h 84848"/>
                <a:gd name="connsiteX30" fmla="*/ 16736 w 127272"/>
                <a:gd name="connsiteY30" fmla="*/ 55427 h 84848"/>
                <a:gd name="connsiteX31" fmla="*/ 17182 w 127272"/>
                <a:gd name="connsiteY31" fmla="*/ 55236 h 84848"/>
                <a:gd name="connsiteX32" fmla="*/ 17351 w 127272"/>
                <a:gd name="connsiteY32" fmla="*/ 55151 h 84848"/>
                <a:gd name="connsiteX33" fmla="*/ 18030 w 127272"/>
                <a:gd name="connsiteY33" fmla="*/ 55045 h 84848"/>
                <a:gd name="connsiteX34" fmla="*/ 18073 w 127272"/>
                <a:gd name="connsiteY34" fmla="*/ 54981 h 84848"/>
                <a:gd name="connsiteX35" fmla="*/ 18773 w 127272"/>
                <a:gd name="connsiteY35" fmla="*/ 54960 h 84848"/>
                <a:gd name="connsiteX36" fmla="*/ 18815 w 127272"/>
                <a:gd name="connsiteY36" fmla="*/ 54960 h 84848"/>
                <a:gd name="connsiteX37" fmla="*/ 19642 w 127272"/>
                <a:gd name="connsiteY37" fmla="*/ 55045 h 84848"/>
                <a:gd name="connsiteX38" fmla="*/ 19685 w 127272"/>
                <a:gd name="connsiteY38" fmla="*/ 55045 h 84848"/>
                <a:gd name="connsiteX39" fmla="*/ 20491 w 127272"/>
                <a:gd name="connsiteY39" fmla="*/ 55151 h 84848"/>
                <a:gd name="connsiteX40" fmla="*/ 20576 w 127272"/>
                <a:gd name="connsiteY40" fmla="*/ 55215 h 84848"/>
                <a:gd name="connsiteX41" fmla="*/ 21424 w 127272"/>
                <a:gd name="connsiteY41" fmla="*/ 55491 h 84848"/>
                <a:gd name="connsiteX42" fmla="*/ 21509 w 127272"/>
                <a:gd name="connsiteY42" fmla="*/ 55512 h 84848"/>
                <a:gd name="connsiteX43" fmla="*/ 22315 w 127272"/>
                <a:gd name="connsiteY43" fmla="*/ 55872 h 84848"/>
                <a:gd name="connsiteX44" fmla="*/ 68791 w 127272"/>
                <a:gd name="connsiteY44" fmla="*/ 78506 h 84848"/>
                <a:gd name="connsiteX45" fmla="*/ 126254 w 127272"/>
                <a:gd name="connsiteY45" fmla="*/ 39497 h 84848"/>
                <a:gd name="connsiteX46" fmla="*/ 79948 w 127272"/>
                <a:gd name="connsiteY46" fmla="*/ 16800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7272" h="84848">
                  <a:moveTo>
                    <a:pt x="79948" y="16800"/>
                  </a:moveTo>
                  <a:cubicBezTo>
                    <a:pt x="79842" y="16736"/>
                    <a:pt x="79694" y="16715"/>
                    <a:pt x="79566" y="16673"/>
                  </a:cubicBezTo>
                  <a:cubicBezTo>
                    <a:pt x="79460" y="16651"/>
                    <a:pt x="79269" y="16588"/>
                    <a:pt x="79227" y="16588"/>
                  </a:cubicBezTo>
                  <a:cubicBezTo>
                    <a:pt x="79142" y="16503"/>
                    <a:pt x="79036" y="16439"/>
                    <a:pt x="78972" y="16397"/>
                  </a:cubicBezTo>
                  <a:cubicBezTo>
                    <a:pt x="78951" y="16397"/>
                    <a:pt x="78951" y="16397"/>
                    <a:pt x="78866" y="16397"/>
                  </a:cubicBezTo>
                  <a:cubicBezTo>
                    <a:pt x="78866" y="16397"/>
                    <a:pt x="78866" y="16397"/>
                    <a:pt x="78866" y="16354"/>
                  </a:cubicBezTo>
                  <a:cubicBezTo>
                    <a:pt x="78760" y="16333"/>
                    <a:pt x="78654" y="16291"/>
                    <a:pt x="78527" y="16248"/>
                  </a:cubicBezTo>
                  <a:cubicBezTo>
                    <a:pt x="78357" y="16206"/>
                    <a:pt x="78230" y="16206"/>
                    <a:pt x="78124" y="16206"/>
                  </a:cubicBezTo>
                  <a:cubicBezTo>
                    <a:pt x="78124" y="16206"/>
                    <a:pt x="78060" y="16206"/>
                    <a:pt x="77997" y="16206"/>
                  </a:cubicBezTo>
                  <a:cubicBezTo>
                    <a:pt x="77975" y="16142"/>
                    <a:pt x="77975" y="16142"/>
                    <a:pt x="77933" y="16142"/>
                  </a:cubicBezTo>
                  <a:cubicBezTo>
                    <a:pt x="77869" y="16100"/>
                    <a:pt x="77848" y="16100"/>
                    <a:pt x="77763" y="16100"/>
                  </a:cubicBezTo>
                  <a:cubicBezTo>
                    <a:pt x="77700" y="16100"/>
                    <a:pt x="77551" y="16015"/>
                    <a:pt x="77382" y="16015"/>
                  </a:cubicBezTo>
                  <a:cubicBezTo>
                    <a:pt x="77318" y="16015"/>
                    <a:pt x="77233" y="16015"/>
                    <a:pt x="77106" y="15951"/>
                  </a:cubicBezTo>
                  <a:lnTo>
                    <a:pt x="77063" y="15951"/>
                  </a:lnTo>
                  <a:lnTo>
                    <a:pt x="77021" y="15951"/>
                  </a:lnTo>
                  <a:cubicBezTo>
                    <a:pt x="76915" y="15909"/>
                    <a:pt x="76788" y="15909"/>
                    <a:pt x="76639" y="15909"/>
                  </a:cubicBezTo>
                  <a:cubicBezTo>
                    <a:pt x="76554" y="15909"/>
                    <a:pt x="76427" y="15909"/>
                    <a:pt x="76257" y="15909"/>
                  </a:cubicBezTo>
                  <a:cubicBezTo>
                    <a:pt x="76236" y="15909"/>
                    <a:pt x="76236" y="15909"/>
                    <a:pt x="76236" y="15909"/>
                  </a:cubicBezTo>
                  <a:lnTo>
                    <a:pt x="76236" y="15909"/>
                  </a:lnTo>
                  <a:cubicBezTo>
                    <a:pt x="76088" y="15909"/>
                    <a:pt x="75960" y="15909"/>
                    <a:pt x="75812" y="15909"/>
                  </a:cubicBezTo>
                  <a:cubicBezTo>
                    <a:pt x="75706" y="15909"/>
                    <a:pt x="75579" y="15909"/>
                    <a:pt x="75472" y="15909"/>
                  </a:cubicBezTo>
                  <a:cubicBezTo>
                    <a:pt x="75472" y="15951"/>
                    <a:pt x="75430" y="15951"/>
                    <a:pt x="75430" y="15951"/>
                  </a:cubicBezTo>
                  <a:cubicBezTo>
                    <a:pt x="75366" y="15951"/>
                    <a:pt x="75366" y="15951"/>
                    <a:pt x="75366" y="15951"/>
                  </a:cubicBezTo>
                  <a:cubicBezTo>
                    <a:pt x="75260" y="16015"/>
                    <a:pt x="75048" y="16015"/>
                    <a:pt x="74921" y="16100"/>
                  </a:cubicBezTo>
                  <a:cubicBezTo>
                    <a:pt x="74878" y="16100"/>
                    <a:pt x="74836" y="16100"/>
                    <a:pt x="74794" y="16100"/>
                  </a:cubicBezTo>
                  <a:cubicBezTo>
                    <a:pt x="74709" y="16100"/>
                    <a:pt x="74603" y="16206"/>
                    <a:pt x="74518" y="16206"/>
                  </a:cubicBezTo>
                  <a:cubicBezTo>
                    <a:pt x="74454" y="16206"/>
                    <a:pt x="74391" y="16206"/>
                    <a:pt x="74327" y="16248"/>
                  </a:cubicBezTo>
                  <a:cubicBezTo>
                    <a:pt x="74242" y="16248"/>
                    <a:pt x="74242" y="16248"/>
                    <a:pt x="74178" y="16291"/>
                  </a:cubicBezTo>
                  <a:cubicBezTo>
                    <a:pt x="73924" y="16397"/>
                    <a:pt x="73606" y="16588"/>
                    <a:pt x="73351" y="16736"/>
                  </a:cubicBezTo>
                  <a:lnTo>
                    <a:pt x="15909" y="55809"/>
                  </a:lnTo>
                  <a:cubicBezTo>
                    <a:pt x="16164" y="55660"/>
                    <a:pt x="16439" y="55512"/>
                    <a:pt x="16736" y="55427"/>
                  </a:cubicBezTo>
                  <a:cubicBezTo>
                    <a:pt x="16885" y="55363"/>
                    <a:pt x="16948" y="55278"/>
                    <a:pt x="17182" y="55236"/>
                  </a:cubicBezTo>
                  <a:cubicBezTo>
                    <a:pt x="17203" y="55215"/>
                    <a:pt x="17245" y="55151"/>
                    <a:pt x="17351" y="55151"/>
                  </a:cubicBezTo>
                  <a:cubicBezTo>
                    <a:pt x="17542" y="55066"/>
                    <a:pt x="17776" y="55045"/>
                    <a:pt x="18030" y="55045"/>
                  </a:cubicBezTo>
                  <a:cubicBezTo>
                    <a:pt x="18030" y="55045"/>
                    <a:pt x="18073" y="55045"/>
                    <a:pt x="18073" y="54981"/>
                  </a:cubicBezTo>
                  <a:cubicBezTo>
                    <a:pt x="18306" y="54960"/>
                    <a:pt x="18518" y="54960"/>
                    <a:pt x="18773" y="54960"/>
                  </a:cubicBezTo>
                  <a:cubicBezTo>
                    <a:pt x="18815" y="54960"/>
                    <a:pt x="18815" y="54960"/>
                    <a:pt x="18815" y="54960"/>
                  </a:cubicBezTo>
                  <a:cubicBezTo>
                    <a:pt x="19027" y="54960"/>
                    <a:pt x="19345" y="54960"/>
                    <a:pt x="19642" y="55045"/>
                  </a:cubicBezTo>
                  <a:cubicBezTo>
                    <a:pt x="19642" y="55045"/>
                    <a:pt x="19642" y="55045"/>
                    <a:pt x="19685" y="55045"/>
                  </a:cubicBezTo>
                  <a:cubicBezTo>
                    <a:pt x="19918" y="55066"/>
                    <a:pt x="20194" y="55130"/>
                    <a:pt x="20491" y="55151"/>
                  </a:cubicBezTo>
                  <a:cubicBezTo>
                    <a:pt x="20533" y="55151"/>
                    <a:pt x="20533" y="55215"/>
                    <a:pt x="20576" y="55215"/>
                  </a:cubicBezTo>
                  <a:cubicBezTo>
                    <a:pt x="20873" y="55278"/>
                    <a:pt x="21085" y="55427"/>
                    <a:pt x="21424" y="55491"/>
                  </a:cubicBezTo>
                  <a:cubicBezTo>
                    <a:pt x="21445" y="55512"/>
                    <a:pt x="21445" y="55512"/>
                    <a:pt x="21509" y="55512"/>
                  </a:cubicBezTo>
                  <a:cubicBezTo>
                    <a:pt x="21806" y="55660"/>
                    <a:pt x="21997" y="55682"/>
                    <a:pt x="22315" y="55872"/>
                  </a:cubicBezTo>
                  <a:lnTo>
                    <a:pt x="68791" y="78506"/>
                  </a:lnTo>
                  <a:lnTo>
                    <a:pt x="126254" y="39497"/>
                  </a:lnTo>
                  <a:lnTo>
                    <a:pt x="79948" y="16800"/>
                  </a:lnTo>
                  <a:close/>
                </a:path>
              </a:pathLst>
            </a:custGeom>
            <a:solidFill>
              <a:srgbClr val="0075B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E71C48A8-7CA4-453C-A6AB-F2259AA434C8}"/>
                </a:ext>
              </a:extLst>
            </p:cNvPr>
            <p:cNvSpPr/>
            <p:nvPr/>
          </p:nvSpPr>
          <p:spPr>
            <a:xfrm>
              <a:off x="6301378" y="4548113"/>
              <a:ext cx="62653" cy="62653"/>
            </a:xfrm>
            <a:custGeom>
              <a:avLst/>
              <a:gdLst>
                <a:gd name="connsiteX0" fmla="*/ 42382 w 42424"/>
                <a:gd name="connsiteY0" fmla="*/ 24288 h 42424"/>
                <a:gd name="connsiteX1" fmla="*/ 32730 w 42424"/>
                <a:gd name="connsiteY1" fmla="*/ 30185 h 42424"/>
                <a:gd name="connsiteX2" fmla="*/ 15909 w 42424"/>
                <a:gd name="connsiteY2" fmla="*/ 21848 h 42424"/>
                <a:gd name="connsiteX3" fmla="*/ 25539 w 42424"/>
                <a:gd name="connsiteY3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42424">
                  <a:moveTo>
                    <a:pt x="42382" y="24288"/>
                  </a:moveTo>
                  <a:lnTo>
                    <a:pt x="32730" y="30185"/>
                  </a:lnTo>
                  <a:lnTo>
                    <a:pt x="15909" y="21848"/>
                  </a:lnTo>
                  <a:lnTo>
                    <a:pt x="25539" y="15909"/>
                  </a:lnTo>
                  <a:close/>
                </a:path>
              </a:pathLst>
            </a:custGeom>
            <a:solidFill>
              <a:srgbClr val="C3C42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C1CDA27F-F033-4306-B6B5-6D54AD5F387B}"/>
                </a:ext>
              </a:extLst>
            </p:cNvPr>
            <p:cNvSpPr/>
            <p:nvPr/>
          </p:nvSpPr>
          <p:spPr>
            <a:xfrm>
              <a:off x="6608754" y="4539999"/>
              <a:ext cx="156633" cy="93980"/>
            </a:xfrm>
            <a:custGeom>
              <a:avLst/>
              <a:gdLst>
                <a:gd name="connsiteX0" fmla="*/ 103769 w 106060"/>
                <a:gd name="connsiteY0" fmla="*/ 43039 h 63636"/>
                <a:gd name="connsiteX1" fmla="*/ 68494 w 106060"/>
                <a:gd name="connsiteY1" fmla="*/ 64654 h 63636"/>
                <a:gd name="connsiteX2" fmla="*/ 15909 w 106060"/>
                <a:gd name="connsiteY2" fmla="*/ 37588 h 63636"/>
                <a:gd name="connsiteX3" fmla="*/ 51121 w 106060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63636">
                  <a:moveTo>
                    <a:pt x="103769" y="43039"/>
                  </a:moveTo>
                  <a:lnTo>
                    <a:pt x="68494" y="64654"/>
                  </a:lnTo>
                  <a:lnTo>
                    <a:pt x="15909" y="37588"/>
                  </a:lnTo>
                  <a:lnTo>
                    <a:pt x="51121" y="15909"/>
                  </a:lnTo>
                  <a:close/>
                </a:path>
              </a:pathLst>
            </a:custGeom>
            <a:solidFill>
              <a:srgbClr val="E9E9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02969AA-9755-4838-AE39-051DF0211BCA}"/>
                </a:ext>
              </a:extLst>
            </p:cNvPr>
            <p:cNvSpPr/>
            <p:nvPr/>
          </p:nvSpPr>
          <p:spPr>
            <a:xfrm>
              <a:off x="6635661" y="4554121"/>
              <a:ext cx="62653" cy="62653"/>
            </a:xfrm>
            <a:custGeom>
              <a:avLst/>
              <a:gdLst>
                <a:gd name="connsiteX0" fmla="*/ 16782 w 42424"/>
                <a:gd name="connsiteY0" fmla="*/ 29617 h 42424"/>
                <a:gd name="connsiteX1" fmla="*/ 16060 w 42424"/>
                <a:gd name="connsiteY1" fmla="*/ 29171 h 42424"/>
                <a:gd name="connsiteX2" fmla="*/ 16336 w 42424"/>
                <a:gd name="connsiteY2" fmla="*/ 27962 h 42424"/>
                <a:gd name="connsiteX3" fmla="*/ 36148 w 42424"/>
                <a:gd name="connsiteY3" fmla="*/ 16020 h 42424"/>
                <a:gd name="connsiteX4" fmla="*/ 37357 w 42424"/>
                <a:gd name="connsiteY4" fmla="*/ 16338 h 42424"/>
                <a:gd name="connsiteX5" fmla="*/ 37082 w 42424"/>
                <a:gd name="connsiteY5" fmla="*/ 17568 h 42424"/>
                <a:gd name="connsiteX6" fmla="*/ 17291 w 42424"/>
                <a:gd name="connsiteY6" fmla="*/ 29511 h 42424"/>
                <a:gd name="connsiteX7" fmla="*/ 16782 w 42424"/>
                <a:gd name="connsiteY7" fmla="*/ 2961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782" y="29617"/>
                  </a:moveTo>
                  <a:cubicBezTo>
                    <a:pt x="16485" y="29617"/>
                    <a:pt x="16209" y="29405"/>
                    <a:pt x="16060" y="29171"/>
                  </a:cubicBezTo>
                  <a:cubicBezTo>
                    <a:pt x="15785" y="28726"/>
                    <a:pt x="15891" y="28238"/>
                    <a:pt x="16336" y="27962"/>
                  </a:cubicBezTo>
                  <a:lnTo>
                    <a:pt x="36148" y="16020"/>
                  </a:lnTo>
                  <a:cubicBezTo>
                    <a:pt x="36551" y="15787"/>
                    <a:pt x="37124" y="15935"/>
                    <a:pt x="37357" y="16338"/>
                  </a:cubicBezTo>
                  <a:cubicBezTo>
                    <a:pt x="37591" y="16741"/>
                    <a:pt x="37485" y="17229"/>
                    <a:pt x="37082" y="17568"/>
                  </a:cubicBezTo>
                  <a:lnTo>
                    <a:pt x="17291" y="29511"/>
                  </a:lnTo>
                  <a:cubicBezTo>
                    <a:pt x="17121" y="29574"/>
                    <a:pt x="16930" y="29617"/>
                    <a:pt x="16782" y="29617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39035C9B-F605-4971-9BDA-219A5CE005D6}"/>
                </a:ext>
              </a:extLst>
            </p:cNvPr>
            <p:cNvSpPr/>
            <p:nvPr/>
          </p:nvSpPr>
          <p:spPr>
            <a:xfrm>
              <a:off x="6642106" y="4559635"/>
              <a:ext cx="62653" cy="62653"/>
            </a:xfrm>
            <a:custGeom>
              <a:avLst/>
              <a:gdLst>
                <a:gd name="connsiteX0" fmla="*/ 16744 w 42424"/>
                <a:gd name="connsiteY0" fmla="*/ 29616 h 42424"/>
                <a:gd name="connsiteX1" fmla="*/ 16044 w 42424"/>
                <a:gd name="connsiteY1" fmla="*/ 29235 h 42424"/>
                <a:gd name="connsiteX2" fmla="*/ 16341 w 42424"/>
                <a:gd name="connsiteY2" fmla="*/ 27983 h 42424"/>
                <a:gd name="connsiteX3" fmla="*/ 36132 w 42424"/>
                <a:gd name="connsiteY3" fmla="*/ 16041 h 42424"/>
                <a:gd name="connsiteX4" fmla="*/ 37320 w 42424"/>
                <a:gd name="connsiteY4" fmla="*/ 16338 h 42424"/>
                <a:gd name="connsiteX5" fmla="*/ 37065 w 42424"/>
                <a:gd name="connsiteY5" fmla="*/ 17547 h 42424"/>
                <a:gd name="connsiteX6" fmla="*/ 17253 w 42424"/>
                <a:gd name="connsiteY6" fmla="*/ 29489 h 42424"/>
                <a:gd name="connsiteX7" fmla="*/ 16744 w 42424"/>
                <a:gd name="connsiteY7" fmla="*/ 29616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744" y="29616"/>
                  </a:moveTo>
                  <a:cubicBezTo>
                    <a:pt x="16447" y="29616"/>
                    <a:pt x="16235" y="29404"/>
                    <a:pt x="16044" y="29235"/>
                  </a:cubicBezTo>
                  <a:cubicBezTo>
                    <a:pt x="15768" y="28789"/>
                    <a:pt x="15938" y="28216"/>
                    <a:pt x="16341" y="27983"/>
                  </a:cubicBezTo>
                  <a:lnTo>
                    <a:pt x="36132" y="16041"/>
                  </a:lnTo>
                  <a:cubicBezTo>
                    <a:pt x="36556" y="15807"/>
                    <a:pt x="37129" y="15871"/>
                    <a:pt x="37320" y="16338"/>
                  </a:cubicBezTo>
                  <a:cubicBezTo>
                    <a:pt x="37617" y="16741"/>
                    <a:pt x="37426" y="17250"/>
                    <a:pt x="37065" y="17547"/>
                  </a:cubicBezTo>
                  <a:lnTo>
                    <a:pt x="17253" y="29489"/>
                  </a:lnTo>
                  <a:cubicBezTo>
                    <a:pt x="17105" y="29553"/>
                    <a:pt x="16914" y="29616"/>
                    <a:pt x="16744" y="29616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E87FF6AF-2911-459C-AEA0-0AAADF2B1B00}"/>
                </a:ext>
              </a:extLst>
            </p:cNvPr>
            <p:cNvSpPr/>
            <p:nvPr/>
          </p:nvSpPr>
          <p:spPr>
            <a:xfrm>
              <a:off x="6659739" y="4568739"/>
              <a:ext cx="62653" cy="62653"/>
            </a:xfrm>
            <a:custGeom>
              <a:avLst/>
              <a:gdLst>
                <a:gd name="connsiteX0" fmla="*/ 16747 w 42424"/>
                <a:gd name="connsiteY0" fmla="*/ 29647 h 42424"/>
                <a:gd name="connsiteX1" fmla="*/ 16068 w 42424"/>
                <a:gd name="connsiteY1" fmla="*/ 29159 h 42424"/>
                <a:gd name="connsiteX2" fmla="*/ 16365 w 42424"/>
                <a:gd name="connsiteY2" fmla="*/ 27971 h 42424"/>
                <a:gd name="connsiteX3" fmla="*/ 36156 w 42424"/>
                <a:gd name="connsiteY3" fmla="*/ 16028 h 42424"/>
                <a:gd name="connsiteX4" fmla="*/ 37343 w 42424"/>
                <a:gd name="connsiteY4" fmla="*/ 16368 h 42424"/>
                <a:gd name="connsiteX5" fmla="*/ 37047 w 42424"/>
                <a:gd name="connsiteY5" fmla="*/ 17556 h 42424"/>
                <a:gd name="connsiteX6" fmla="*/ 17256 w 42424"/>
                <a:gd name="connsiteY6" fmla="*/ 29477 h 42424"/>
                <a:gd name="connsiteX7" fmla="*/ 16747 w 42424"/>
                <a:gd name="connsiteY7" fmla="*/ 2964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747" y="29647"/>
                  </a:moveTo>
                  <a:cubicBezTo>
                    <a:pt x="16471" y="29647"/>
                    <a:pt x="16216" y="29392"/>
                    <a:pt x="16068" y="29159"/>
                  </a:cubicBezTo>
                  <a:cubicBezTo>
                    <a:pt x="15750" y="28734"/>
                    <a:pt x="15941" y="28204"/>
                    <a:pt x="16365" y="27971"/>
                  </a:cubicBezTo>
                  <a:lnTo>
                    <a:pt x="36156" y="16028"/>
                  </a:lnTo>
                  <a:cubicBezTo>
                    <a:pt x="36538" y="15795"/>
                    <a:pt x="37047" y="15901"/>
                    <a:pt x="37343" y="16368"/>
                  </a:cubicBezTo>
                  <a:cubicBezTo>
                    <a:pt x="37577" y="16728"/>
                    <a:pt x="37428" y="17238"/>
                    <a:pt x="37047" y="17556"/>
                  </a:cubicBezTo>
                  <a:lnTo>
                    <a:pt x="17256" y="29477"/>
                  </a:lnTo>
                  <a:cubicBezTo>
                    <a:pt x="17065" y="29498"/>
                    <a:pt x="16916" y="29647"/>
                    <a:pt x="16747" y="29647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5BEA2871-12E7-489D-A51A-594A3E7CDCB6}"/>
                </a:ext>
              </a:extLst>
            </p:cNvPr>
            <p:cNvSpPr/>
            <p:nvPr/>
          </p:nvSpPr>
          <p:spPr>
            <a:xfrm>
              <a:off x="6666606" y="4572146"/>
              <a:ext cx="62653" cy="62653"/>
            </a:xfrm>
            <a:custGeom>
              <a:avLst/>
              <a:gdLst>
                <a:gd name="connsiteX0" fmla="*/ 16806 w 42424"/>
                <a:gd name="connsiteY0" fmla="*/ 29609 h 42424"/>
                <a:gd name="connsiteX1" fmla="*/ 16064 w 42424"/>
                <a:gd name="connsiteY1" fmla="*/ 29184 h 42424"/>
                <a:gd name="connsiteX2" fmla="*/ 16361 w 42424"/>
                <a:gd name="connsiteY2" fmla="*/ 27996 h 42424"/>
                <a:gd name="connsiteX3" fmla="*/ 36109 w 42424"/>
                <a:gd name="connsiteY3" fmla="*/ 16054 h 42424"/>
                <a:gd name="connsiteX4" fmla="*/ 37360 w 42424"/>
                <a:gd name="connsiteY4" fmla="*/ 16351 h 42424"/>
                <a:gd name="connsiteX5" fmla="*/ 37021 w 42424"/>
                <a:gd name="connsiteY5" fmla="*/ 17560 h 42424"/>
                <a:gd name="connsiteX6" fmla="*/ 17273 w 42424"/>
                <a:gd name="connsiteY6" fmla="*/ 29503 h 42424"/>
                <a:gd name="connsiteX7" fmla="*/ 16806 w 42424"/>
                <a:gd name="connsiteY7" fmla="*/ 296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806" y="29609"/>
                  </a:moveTo>
                  <a:cubicBezTo>
                    <a:pt x="16488" y="29609"/>
                    <a:pt x="16170" y="29481"/>
                    <a:pt x="16064" y="29184"/>
                  </a:cubicBezTo>
                  <a:cubicBezTo>
                    <a:pt x="15767" y="28739"/>
                    <a:pt x="15915" y="28230"/>
                    <a:pt x="16361" y="27996"/>
                  </a:cubicBezTo>
                  <a:lnTo>
                    <a:pt x="36109" y="16054"/>
                  </a:lnTo>
                  <a:cubicBezTo>
                    <a:pt x="36554" y="15778"/>
                    <a:pt x="37085" y="15906"/>
                    <a:pt x="37360" y="16351"/>
                  </a:cubicBezTo>
                  <a:cubicBezTo>
                    <a:pt x="37594" y="16754"/>
                    <a:pt x="37424" y="17327"/>
                    <a:pt x="37021" y="17560"/>
                  </a:cubicBezTo>
                  <a:lnTo>
                    <a:pt x="17273" y="29503"/>
                  </a:lnTo>
                  <a:cubicBezTo>
                    <a:pt x="17145" y="29566"/>
                    <a:pt x="16954" y="29609"/>
                    <a:pt x="16806" y="296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53F2E1C7-8BBC-4CBF-B0DF-69C12A9F8D2E}"/>
                </a:ext>
              </a:extLst>
            </p:cNvPr>
            <p:cNvSpPr/>
            <p:nvPr/>
          </p:nvSpPr>
          <p:spPr>
            <a:xfrm>
              <a:off x="6652011" y="4568271"/>
              <a:ext cx="62653" cy="31327"/>
            </a:xfrm>
            <a:custGeom>
              <a:avLst/>
              <a:gdLst>
                <a:gd name="connsiteX0" fmla="*/ 16741 w 42424"/>
                <a:gd name="connsiteY0" fmla="*/ 26400 h 21212"/>
                <a:gd name="connsiteX1" fmla="*/ 16041 w 42424"/>
                <a:gd name="connsiteY1" fmla="*/ 25954 h 21212"/>
                <a:gd name="connsiteX2" fmla="*/ 16316 w 42424"/>
                <a:gd name="connsiteY2" fmla="*/ 24766 h 21212"/>
                <a:gd name="connsiteX3" fmla="*/ 30571 w 42424"/>
                <a:gd name="connsiteY3" fmla="*/ 16048 h 21212"/>
                <a:gd name="connsiteX4" fmla="*/ 31780 w 42424"/>
                <a:gd name="connsiteY4" fmla="*/ 16366 h 21212"/>
                <a:gd name="connsiteX5" fmla="*/ 31525 w 42424"/>
                <a:gd name="connsiteY5" fmla="*/ 17575 h 21212"/>
                <a:gd name="connsiteX6" fmla="*/ 17228 w 42424"/>
                <a:gd name="connsiteY6" fmla="*/ 26315 h 21212"/>
                <a:gd name="connsiteX7" fmla="*/ 16741 w 42424"/>
                <a:gd name="connsiteY7" fmla="*/ 264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21212">
                  <a:moveTo>
                    <a:pt x="16741" y="26400"/>
                  </a:moveTo>
                  <a:cubicBezTo>
                    <a:pt x="16422" y="26400"/>
                    <a:pt x="16210" y="26230"/>
                    <a:pt x="16041" y="25954"/>
                  </a:cubicBezTo>
                  <a:cubicBezTo>
                    <a:pt x="15786" y="25572"/>
                    <a:pt x="15913" y="25021"/>
                    <a:pt x="16316" y="24766"/>
                  </a:cubicBezTo>
                  <a:lnTo>
                    <a:pt x="30571" y="16048"/>
                  </a:lnTo>
                  <a:cubicBezTo>
                    <a:pt x="30995" y="15772"/>
                    <a:pt x="31547" y="15921"/>
                    <a:pt x="31780" y="16366"/>
                  </a:cubicBezTo>
                  <a:cubicBezTo>
                    <a:pt x="32077" y="16748"/>
                    <a:pt x="31886" y="17278"/>
                    <a:pt x="31525" y="17575"/>
                  </a:cubicBezTo>
                  <a:lnTo>
                    <a:pt x="17228" y="26315"/>
                  </a:lnTo>
                  <a:cubicBezTo>
                    <a:pt x="17101" y="26336"/>
                    <a:pt x="16931" y="26400"/>
                    <a:pt x="16741" y="26400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F78C885A-A524-43F4-817C-D3E01F0165B9}"/>
                </a:ext>
              </a:extLst>
            </p:cNvPr>
            <p:cNvSpPr/>
            <p:nvPr/>
          </p:nvSpPr>
          <p:spPr>
            <a:xfrm>
              <a:off x="6675611" y="4580757"/>
              <a:ext cx="62653" cy="31327"/>
            </a:xfrm>
            <a:custGeom>
              <a:avLst/>
              <a:gdLst>
                <a:gd name="connsiteX0" fmla="*/ 16775 w 42424"/>
                <a:gd name="connsiteY0" fmla="*/ 26323 h 21212"/>
                <a:gd name="connsiteX1" fmla="*/ 16075 w 42424"/>
                <a:gd name="connsiteY1" fmla="*/ 25941 h 21212"/>
                <a:gd name="connsiteX2" fmla="*/ 16351 w 42424"/>
                <a:gd name="connsiteY2" fmla="*/ 24817 h 21212"/>
                <a:gd name="connsiteX3" fmla="*/ 30669 w 42424"/>
                <a:gd name="connsiteY3" fmla="*/ 16078 h 21212"/>
                <a:gd name="connsiteX4" fmla="*/ 31857 w 42424"/>
                <a:gd name="connsiteY4" fmla="*/ 16311 h 21212"/>
                <a:gd name="connsiteX5" fmla="*/ 31475 w 42424"/>
                <a:gd name="connsiteY5" fmla="*/ 17499 h 21212"/>
                <a:gd name="connsiteX6" fmla="*/ 17306 w 42424"/>
                <a:gd name="connsiteY6" fmla="*/ 26259 h 21212"/>
                <a:gd name="connsiteX7" fmla="*/ 16775 w 42424"/>
                <a:gd name="connsiteY7" fmla="*/ 2632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21212">
                  <a:moveTo>
                    <a:pt x="16775" y="26323"/>
                  </a:moveTo>
                  <a:cubicBezTo>
                    <a:pt x="16521" y="26323"/>
                    <a:pt x="16181" y="26238"/>
                    <a:pt x="16075" y="25941"/>
                  </a:cubicBezTo>
                  <a:cubicBezTo>
                    <a:pt x="15778" y="25496"/>
                    <a:pt x="15884" y="24987"/>
                    <a:pt x="16351" y="24817"/>
                  </a:cubicBezTo>
                  <a:lnTo>
                    <a:pt x="30669" y="16078"/>
                  </a:lnTo>
                  <a:cubicBezTo>
                    <a:pt x="31051" y="15781"/>
                    <a:pt x="31581" y="15887"/>
                    <a:pt x="31857" y="16311"/>
                  </a:cubicBezTo>
                  <a:cubicBezTo>
                    <a:pt x="32027" y="16714"/>
                    <a:pt x="31963" y="17287"/>
                    <a:pt x="31475" y="17499"/>
                  </a:cubicBezTo>
                  <a:lnTo>
                    <a:pt x="17306" y="26259"/>
                  </a:lnTo>
                  <a:cubicBezTo>
                    <a:pt x="17115" y="26323"/>
                    <a:pt x="16966" y="26323"/>
                    <a:pt x="16775" y="26323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17EF97EB-6A79-47EC-8793-5278A616A6B5}"/>
                </a:ext>
              </a:extLst>
            </p:cNvPr>
            <p:cNvSpPr/>
            <p:nvPr/>
          </p:nvSpPr>
          <p:spPr>
            <a:xfrm>
              <a:off x="6638015" y="4547330"/>
              <a:ext cx="156633" cy="93980"/>
            </a:xfrm>
            <a:custGeom>
              <a:avLst/>
              <a:gdLst>
                <a:gd name="connsiteX0" fmla="*/ 103854 w 106060"/>
                <a:gd name="connsiteY0" fmla="*/ 43060 h 63636"/>
                <a:gd name="connsiteX1" fmla="*/ 68515 w 106060"/>
                <a:gd name="connsiteY1" fmla="*/ 64654 h 63636"/>
                <a:gd name="connsiteX2" fmla="*/ 15909 w 106060"/>
                <a:gd name="connsiteY2" fmla="*/ 37609 h 63636"/>
                <a:gd name="connsiteX3" fmla="*/ 51227 w 106060"/>
                <a:gd name="connsiteY3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63636">
                  <a:moveTo>
                    <a:pt x="103854" y="43060"/>
                  </a:moveTo>
                  <a:lnTo>
                    <a:pt x="68515" y="64654"/>
                  </a:lnTo>
                  <a:lnTo>
                    <a:pt x="15909" y="37609"/>
                  </a:lnTo>
                  <a:lnTo>
                    <a:pt x="51227" y="15909"/>
                  </a:lnTo>
                  <a:close/>
                </a:path>
              </a:pathLst>
            </a:custGeom>
            <a:solidFill>
              <a:srgbClr val="E9E9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F927E80C-9864-4D52-91A0-8082886C2E0E}"/>
                </a:ext>
              </a:extLst>
            </p:cNvPr>
            <p:cNvSpPr/>
            <p:nvPr/>
          </p:nvSpPr>
          <p:spPr>
            <a:xfrm>
              <a:off x="6665035" y="4561430"/>
              <a:ext cx="62653" cy="62653"/>
            </a:xfrm>
            <a:custGeom>
              <a:avLst/>
              <a:gdLst>
                <a:gd name="connsiteX0" fmla="*/ 16809 w 42424"/>
                <a:gd name="connsiteY0" fmla="*/ 29610 h 42424"/>
                <a:gd name="connsiteX1" fmla="*/ 16046 w 42424"/>
                <a:gd name="connsiteY1" fmla="*/ 29165 h 42424"/>
                <a:gd name="connsiteX2" fmla="*/ 16321 w 42424"/>
                <a:gd name="connsiteY2" fmla="*/ 27977 h 42424"/>
                <a:gd name="connsiteX3" fmla="*/ 36133 w 42424"/>
                <a:gd name="connsiteY3" fmla="*/ 16035 h 42424"/>
                <a:gd name="connsiteX4" fmla="*/ 37385 w 42424"/>
                <a:gd name="connsiteY4" fmla="*/ 16332 h 42424"/>
                <a:gd name="connsiteX5" fmla="*/ 37046 w 42424"/>
                <a:gd name="connsiteY5" fmla="*/ 17562 h 42424"/>
                <a:gd name="connsiteX6" fmla="*/ 17234 w 42424"/>
                <a:gd name="connsiteY6" fmla="*/ 29420 h 42424"/>
                <a:gd name="connsiteX7" fmla="*/ 16809 w 42424"/>
                <a:gd name="connsiteY7" fmla="*/ 29610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809" y="29610"/>
                  </a:moveTo>
                  <a:cubicBezTo>
                    <a:pt x="16512" y="29610"/>
                    <a:pt x="16237" y="29420"/>
                    <a:pt x="16046" y="29165"/>
                  </a:cubicBezTo>
                  <a:cubicBezTo>
                    <a:pt x="15791" y="28762"/>
                    <a:pt x="15897" y="28189"/>
                    <a:pt x="16321" y="27977"/>
                  </a:cubicBezTo>
                  <a:lnTo>
                    <a:pt x="36133" y="16035"/>
                  </a:lnTo>
                  <a:cubicBezTo>
                    <a:pt x="36579" y="15780"/>
                    <a:pt x="37088" y="15929"/>
                    <a:pt x="37385" y="16332"/>
                  </a:cubicBezTo>
                  <a:cubicBezTo>
                    <a:pt x="37640" y="16756"/>
                    <a:pt x="37491" y="17223"/>
                    <a:pt x="37046" y="17562"/>
                  </a:cubicBezTo>
                  <a:lnTo>
                    <a:pt x="17234" y="29420"/>
                  </a:lnTo>
                  <a:cubicBezTo>
                    <a:pt x="17128" y="29568"/>
                    <a:pt x="16979" y="29610"/>
                    <a:pt x="16809" y="29610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4400B0EA-B6F6-47BF-A0C2-C3ECC27C2CE3}"/>
                </a:ext>
              </a:extLst>
            </p:cNvPr>
            <p:cNvSpPr/>
            <p:nvPr/>
          </p:nvSpPr>
          <p:spPr>
            <a:xfrm>
              <a:off x="6671489" y="4567017"/>
              <a:ext cx="62653" cy="62653"/>
            </a:xfrm>
            <a:custGeom>
              <a:avLst/>
              <a:gdLst>
                <a:gd name="connsiteX0" fmla="*/ 16787 w 42424"/>
                <a:gd name="connsiteY0" fmla="*/ 29625 h 42424"/>
                <a:gd name="connsiteX1" fmla="*/ 16045 w 42424"/>
                <a:gd name="connsiteY1" fmla="*/ 29179 h 42424"/>
                <a:gd name="connsiteX2" fmla="*/ 16321 w 42424"/>
                <a:gd name="connsiteY2" fmla="*/ 27970 h 42424"/>
                <a:gd name="connsiteX3" fmla="*/ 36133 w 42424"/>
                <a:gd name="connsiteY3" fmla="*/ 16028 h 42424"/>
                <a:gd name="connsiteX4" fmla="*/ 37342 w 42424"/>
                <a:gd name="connsiteY4" fmla="*/ 16388 h 42424"/>
                <a:gd name="connsiteX5" fmla="*/ 37002 w 42424"/>
                <a:gd name="connsiteY5" fmla="*/ 17576 h 42424"/>
                <a:gd name="connsiteX6" fmla="*/ 17212 w 42424"/>
                <a:gd name="connsiteY6" fmla="*/ 29519 h 42424"/>
                <a:gd name="connsiteX7" fmla="*/ 16787 w 42424"/>
                <a:gd name="connsiteY7" fmla="*/ 29625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787" y="29625"/>
                  </a:moveTo>
                  <a:cubicBezTo>
                    <a:pt x="16469" y="29625"/>
                    <a:pt x="16172" y="29412"/>
                    <a:pt x="16045" y="29179"/>
                  </a:cubicBezTo>
                  <a:cubicBezTo>
                    <a:pt x="15769" y="28734"/>
                    <a:pt x="15939" y="28182"/>
                    <a:pt x="16321" y="27970"/>
                  </a:cubicBezTo>
                  <a:lnTo>
                    <a:pt x="36133" y="16028"/>
                  </a:lnTo>
                  <a:cubicBezTo>
                    <a:pt x="36578" y="15794"/>
                    <a:pt x="37066" y="15900"/>
                    <a:pt x="37342" y="16388"/>
                  </a:cubicBezTo>
                  <a:cubicBezTo>
                    <a:pt x="37618" y="16728"/>
                    <a:pt x="37448" y="17279"/>
                    <a:pt x="37002" y="17576"/>
                  </a:cubicBezTo>
                  <a:lnTo>
                    <a:pt x="17212" y="29519"/>
                  </a:lnTo>
                  <a:cubicBezTo>
                    <a:pt x="17148" y="29603"/>
                    <a:pt x="16957" y="29625"/>
                    <a:pt x="16787" y="29625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BC84855A-4FCE-49A2-BB9A-19B39FA2D13D}"/>
                </a:ext>
              </a:extLst>
            </p:cNvPr>
            <p:cNvSpPr/>
            <p:nvPr/>
          </p:nvSpPr>
          <p:spPr>
            <a:xfrm>
              <a:off x="6689109" y="4576028"/>
              <a:ext cx="62653" cy="62653"/>
            </a:xfrm>
            <a:custGeom>
              <a:avLst/>
              <a:gdLst>
                <a:gd name="connsiteX0" fmla="*/ 16778 w 42424"/>
                <a:gd name="connsiteY0" fmla="*/ 29589 h 42424"/>
                <a:gd name="connsiteX1" fmla="*/ 16035 w 42424"/>
                <a:gd name="connsiteY1" fmla="*/ 29165 h 42424"/>
                <a:gd name="connsiteX2" fmla="*/ 16332 w 42424"/>
                <a:gd name="connsiteY2" fmla="*/ 28041 h 42424"/>
                <a:gd name="connsiteX3" fmla="*/ 36166 w 42424"/>
                <a:gd name="connsiteY3" fmla="*/ 16014 h 42424"/>
                <a:gd name="connsiteX4" fmla="*/ 37375 w 42424"/>
                <a:gd name="connsiteY4" fmla="*/ 16395 h 42424"/>
                <a:gd name="connsiteX5" fmla="*/ 37056 w 42424"/>
                <a:gd name="connsiteY5" fmla="*/ 17583 h 42424"/>
                <a:gd name="connsiteX6" fmla="*/ 17244 w 42424"/>
                <a:gd name="connsiteY6" fmla="*/ 29483 h 42424"/>
                <a:gd name="connsiteX7" fmla="*/ 16778 w 42424"/>
                <a:gd name="connsiteY7" fmla="*/ 2958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778" y="29589"/>
                  </a:moveTo>
                  <a:cubicBezTo>
                    <a:pt x="16481" y="29589"/>
                    <a:pt x="16205" y="29441"/>
                    <a:pt x="16035" y="29165"/>
                  </a:cubicBezTo>
                  <a:cubicBezTo>
                    <a:pt x="15802" y="28720"/>
                    <a:pt x="15887" y="28253"/>
                    <a:pt x="16332" y="28041"/>
                  </a:cubicBezTo>
                  <a:lnTo>
                    <a:pt x="36166" y="16014"/>
                  </a:lnTo>
                  <a:cubicBezTo>
                    <a:pt x="36569" y="15780"/>
                    <a:pt x="37056" y="15950"/>
                    <a:pt x="37375" y="16395"/>
                  </a:cubicBezTo>
                  <a:cubicBezTo>
                    <a:pt x="37587" y="16820"/>
                    <a:pt x="37481" y="17286"/>
                    <a:pt x="37056" y="17583"/>
                  </a:cubicBezTo>
                  <a:lnTo>
                    <a:pt x="17244" y="29483"/>
                  </a:lnTo>
                  <a:cubicBezTo>
                    <a:pt x="17117" y="29526"/>
                    <a:pt x="16969" y="29589"/>
                    <a:pt x="16778" y="2958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93D8CA63-13C5-4A15-AC00-C4AE08814388}"/>
                </a:ext>
              </a:extLst>
            </p:cNvPr>
            <p:cNvSpPr/>
            <p:nvPr/>
          </p:nvSpPr>
          <p:spPr>
            <a:xfrm>
              <a:off x="6695994" y="4579459"/>
              <a:ext cx="62653" cy="62653"/>
            </a:xfrm>
            <a:custGeom>
              <a:avLst/>
              <a:gdLst>
                <a:gd name="connsiteX0" fmla="*/ 16847 w 42424"/>
                <a:gd name="connsiteY0" fmla="*/ 29621 h 42424"/>
                <a:gd name="connsiteX1" fmla="*/ 16040 w 42424"/>
                <a:gd name="connsiteY1" fmla="*/ 29175 h 42424"/>
                <a:gd name="connsiteX2" fmla="*/ 16316 w 42424"/>
                <a:gd name="connsiteY2" fmla="*/ 27987 h 42424"/>
                <a:gd name="connsiteX3" fmla="*/ 36128 w 42424"/>
                <a:gd name="connsiteY3" fmla="*/ 16066 h 42424"/>
                <a:gd name="connsiteX4" fmla="*/ 37337 w 42424"/>
                <a:gd name="connsiteY4" fmla="*/ 16342 h 42424"/>
                <a:gd name="connsiteX5" fmla="*/ 37040 w 42424"/>
                <a:gd name="connsiteY5" fmla="*/ 17530 h 42424"/>
                <a:gd name="connsiteX6" fmla="*/ 17228 w 42424"/>
                <a:gd name="connsiteY6" fmla="*/ 29451 h 42424"/>
                <a:gd name="connsiteX7" fmla="*/ 16847 w 42424"/>
                <a:gd name="connsiteY7" fmla="*/ 2962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16847" y="29621"/>
                  </a:moveTo>
                  <a:cubicBezTo>
                    <a:pt x="16486" y="29621"/>
                    <a:pt x="16189" y="29451"/>
                    <a:pt x="16040" y="29175"/>
                  </a:cubicBezTo>
                  <a:cubicBezTo>
                    <a:pt x="15786" y="28772"/>
                    <a:pt x="15913" y="28220"/>
                    <a:pt x="16316" y="27987"/>
                  </a:cubicBezTo>
                  <a:lnTo>
                    <a:pt x="36128" y="16066"/>
                  </a:lnTo>
                  <a:cubicBezTo>
                    <a:pt x="36574" y="15790"/>
                    <a:pt x="37083" y="15875"/>
                    <a:pt x="37337" y="16342"/>
                  </a:cubicBezTo>
                  <a:cubicBezTo>
                    <a:pt x="37613" y="16766"/>
                    <a:pt x="37507" y="17296"/>
                    <a:pt x="37040" y="17530"/>
                  </a:cubicBezTo>
                  <a:lnTo>
                    <a:pt x="17228" y="29451"/>
                  </a:lnTo>
                  <a:cubicBezTo>
                    <a:pt x="17101" y="29536"/>
                    <a:pt x="16995" y="29621"/>
                    <a:pt x="16847" y="29621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8A891D18-5DEC-41F9-86E4-61D001838B22}"/>
                </a:ext>
              </a:extLst>
            </p:cNvPr>
            <p:cNvSpPr/>
            <p:nvPr/>
          </p:nvSpPr>
          <p:spPr>
            <a:xfrm>
              <a:off x="6681413" y="4575619"/>
              <a:ext cx="62653" cy="31327"/>
            </a:xfrm>
            <a:custGeom>
              <a:avLst/>
              <a:gdLst>
                <a:gd name="connsiteX0" fmla="*/ 16792 w 42424"/>
                <a:gd name="connsiteY0" fmla="*/ 26366 h 21212"/>
                <a:gd name="connsiteX1" fmla="*/ 16071 w 42424"/>
                <a:gd name="connsiteY1" fmla="*/ 25963 h 21212"/>
                <a:gd name="connsiteX2" fmla="*/ 16304 w 42424"/>
                <a:gd name="connsiteY2" fmla="*/ 24754 h 21212"/>
                <a:gd name="connsiteX3" fmla="*/ 30601 w 42424"/>
                <a:gd name="connsiteY3" fmla="*/ 16057 h 21212"/>
                <a:gd name="connsiteX4" fmla="*/ 31810 w 42424"/>
                <a:gd name="connsiteY4" fmla="*/ 16291 h 21212"/>
                <a:gd name="connsiteX5" fmla="*/ 31470 w 42424"/>
                <a:gd name="connsiteY5" fmla="*/ 17542 h 21212"/>
                <a:gd name="connsiteX6" fmla="*/ 17216 w 42424"/>
                <a:gd name="connsiteY6" fmla="*/ 26281 h 21212"/>
                <a:gd name="connsiteX7" fmla="*/ 16792 w 42424"/>
                <a:gd name="connsiteY7" fmla="*/ 2636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21212">
                  <a:moveTo>
                    <a:pt x="16792" y="26366"/>
                  </a:moveTo>
                  <a:cubicBezTo>
                    <a:pt x="16474" y="26366"/>
                    <a:pt x="16134" y="26218"/>
                    <a:pt x="16071" y="25963"/>
                  </a:cubicBezTo>
                  <a:cubicBezTo>
                    <a:pt x="15752" y="25539"/>
                    <a:pt x="15943" y="25051"/>
                    <a:pt x="16304" y="24754"/>
                  </a:cubicBezTo>
                  <a:lnTo>
                    <a:pt x="30601" y="16057"/>
                  </a:lnTo>
                  <a:cubicBezTo>
                    <a:pt x="31025" y="15781"/>
                    <a:pt x="31492" y="15909"/>
                    <a:pt x="31810" y="16291"/>
                  </a:cubicBezTo>
                  <a:cubicBezTo>
                    <a:pt x="32043" y="16736"/>
                    <a:pt x="31895" y="17266"/>
                    <a:pt x="31470" y="17542"/>
                  </a:cubicBezTo>
                  <a:lnTo>
                    <a:pt x="17216" y="26281"/>
                  </a:lnTo>
                  <a:cubicBezTo>
                    <a:pt x="17110" y="26366"/>
                    <a:pt x="16919" y="26366"/>
                    <a:pt x="16792" y="26366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72E4C1D0-9D9E-474D-9933-4D1BAE7CE32D}"/>
                </a:ext>
              </a:extLst>
            </p:cNvPr>
            <p:cNvSpPr/>
            <p:nvPr/>
          </p:nvSpPr>
          <p:spPr>
            <a:xfrm>
              <a:off x="6705003" y="4588059"/>
              <a:ext cx="62653" cy="31327"/>
            </a:xfrm>
            <a:custGeom>
              <a:avLst/>
              <a:gdLst>
                <a:gd name="connsiteX0" fmla="*/ 16792 w 42424"/>
                <a:gd name="connsiteY0" fmla="*/ 26385 h 21212"/>
                <a:gd name="connsiteX1" fmla="*/ 16028 w 42424"/>
                <a:gd name="connsiteY1" fmla="*/ 25961 h 21212"/>
                <a:gd name="connsiteX2" fmla="*/ 16368 w 42424"/>
                <a:gd name="connsiteY2" fmla="*/ 24773 h 21212"/>
                <a:gd name="connsiteX3" fmla="*/ 30601 w 42424"/>
                <a:gd name="connsiteY3" fmla="*/ 16055 h 21212"/>
                <a:gd name="connsiteX4" fmla="*/ 31810 w 42424"/>
                <a:gd name="connsiteY4" fmla="*/ 16331 h 21212"/>
                <a:gd name="connsiteX5" fmla="*/ 31492 w 42424"/>
                <a:gd name="connsiteY5" fmla="*/ 17540 h 21212"/>
                <a:gd name="connsiteX6" fmla="*/ 17280 w 42424"/>
                <a:gd name="connsiteY6" fmla="*/ 26301 h 21212"/>
                <a:gd name="connsiteX7" fmla="*/ 16792 w 42424"/>
                <a:gd name="connsiteY7" fmla="*/ 2638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21212">
                  <a:moveTo>
                    <a:pt x="16792" y="26385"/>
                  </a:moveTo>
                  <a:cubicBezTo>
                    <a:pt x="16474" y="26385"/>
                    <a:pt x="16262" y="26279"/>
                    <a:pt x="16028" y="25961"/>
                  </a:cubicBezTo>
                  <a:cubicBezTo>
                    <a:pt x="15795" y="25537"/>
                    <a:pt x="15901" y="25070"/>
                    <a:pt x="16368" y="24773"/>
                  </a:cubicBezTo>
                  <a:lnTo>
                    <a:pt x="30601" y="16055"/>
                  </a:lnTo>
                  <a:cubicBezTo>
                    <a:pt x="31004" y="15779"/>
                    <a:pt x="31513" y="15907"/>
                    <a:pt x="31810" y="16331"/>
                  </a:cubicBezTo>
                  <a:cubicBezTo>
                    <a:pt x="32065" y="16755"/>
                    <a:pt x="31916" y="17243"/>
                    <a:pt x="31492" y="17540"/>
                  </a:cubicBezTo>
                  <a:lnTo>
                    <a:pt x="17280" y="26301"/>
                  </a:lnTo>
                  <a:cubicBezTo>
                    <a:pt x="17153" y="26385"/>
                    <a:pt x="16983" y="26385"/>
                    <a:pt x="16792" y="26385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5B1869DD-AD16-4013-A87B-2D90092F38E7}"/>
                </a:ext>
              </a:extLst>
            </p:cNvPr>
            <p:cNvSpPr/>
            <p:nvPr/>
          </p:nvSpPr>
          <p:spPr>
            <a:xfrm>
              <a:off x="6120059" y="4655721"/>
              <a:ext cx="156633" cy="93980"/>
            </a:xfrm>
            <a:custGeom>
              <a:avLst/>
              <a:gdLst>
                <a:gd name="connsiteX0" fmla="*/ 15909 w 106060"/>
                <a:gd name="connsiteY0" fmla="*/ 38882 h 63636"/>
                <a:gd name="connsiteX1" fmla="*/ 50400 w 106060"/>
                <a:gd name="connsiteY1" fmla="*/ 15909 h 63636"/>
                <a:gd name="connsiteX2" fmla="*/ 103981 w 106060"/>
                <a:gd name="connsiteY2" fmla="*/ 41003 h 63636"/>
                <a:gd name="connsiteX3" fmla="*/ 69512 w 106060"/>
                <a:gd name="connsiteY3" fmla="*/ 6399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63636">
                  <a:moveTo>
                    <a:pt x="15909" y="38882"/>
                  </a:moveTo>
                  <a:lnTo>
                    <a:pt x="50400" y="15909"/>
                  </a:lnTo>
                  <a:lnTo>
                    <a:pt x="103981" y="41003"/>
                  </a:lnTo>
                  <a:lnTo>
                    <a:pt x="69512" y="63997"/>
                  </a:lnTo>
                  <a:close/>
                </a:path>
              </a:pathLst>
            </a:custGeom>
            <a:solidFill>
              <a:srgbClr val="E9E9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C6434BC3-F36B-45B5-8E9F-647CD0ADD1A1}"/>
                </a:ext>
              </a:extLst>
            </p:cNvPr>
            <p:cNvSpPr/>
            <p:nvPr/>
          </p:nvSpPr>
          <p:spPr>
            <a:xfrm>
              <a:off x="6191985" y="4691508"/>
              <a:ext cx="62653" cy="62653"/>
            </a:xfrm>
            <a:custGeom>
              <a:avLst/>
              <a:gdLst>
                <a:gd name="connsiteX0" fmla="*/ 36124 w 42424"/>
                <a:gd name="connsiteY0" fmla="*/ 15922 h 42424"/>
                <a:gd name="connsiteX1" fmla="*/ 36803 w 42424"/>
                <a:gd name="connsiteY1" fmla="*/ 16325 h 42424"/>
                <a:gd name="connsiteX2" fmla="*/ 36570 w 42424"/>
                <a:gd name="connsiteY2" fmla="*/ 17598 h 42424"/>
                <a:gd name="connsiteX3" fmla="*/ 17246 w 42424"/>
                <a:gd name="connsiteY3" fmla="*/ 30198 h 42424"/>
                <a:gd name="connsiteX4" fmla="*/ 16079 w 42424"/>
                <a:gd name="connsiteY4" fmla="*/ 29922 h 42424"/>
                <a:gd name="connsiteX5" fmla="*/ 16291 w 42424"/>
                <a:gd name="connsiteY5" fmla="*/ 28734 h 42424"/>
                <a:gd name="connsiteX6" fmla="*/ 35658 w 42424"/>
                <a:gd name="connsiteY6" fmla="*/ 16028 h 42424"/>
                <a:gd name="connsiteX7" fmla="*/ 36124 w 42424"/>
                <a:gd name="connsiteY7" fmla="*/ 15922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24" y="15922"/>
                  </a:moveTo>
                  <a:cubicBezTo>
                    <a:pt x="36379" y="15859"/>
                    <a:pt x="36633" y="16028"/>
                    <a:pt x="36803" y="16325"/>
                  </a:cubicBezTo>
                  <a:cubicBezTo>
                    <a:pt x="37121" y="16771"/>
                    <a:pt x="37036" y="17259"/>
                    <a:pt x="36570" y="17598"/>
                  </a:cubicBezTo>
                  <a:lnTo>
                    <a:pt x="17246" y="30198"/>
                  </a:lnTo>
                  <a:cubicBezTo>
                    <a:pt x="16821" y="30537"/>
                    <a:pt x="16355" y="30368"/>
                    <a:pt x="16079" y="29922"/>
                  </a:cubicBezTo>
                  <a:cubicBezTo>
                    <a:pt x="15782" y="29540"/>
                    <a:pt x="15888" y="29010"/>
                    <a:pt x="16291" y="28734"/>
                  </a:cubicBezTo>
                  <a:lnTo>
                    <a:pt x="35658" y="16028"/>
                  </a:lnTo>
                  <a:cubicBezTo>
                    <a:pt x="35806" y="15944"/>
                    <a:pt x="35912" y="15922"/>
                    <a:pt x="36124" y="15922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52D66094-DC65-4A0F-8313-2CF024BAC0BA}"/>
                </a:ext>
              </a:extLst>
            </p:cNvPr>
            <p:cNvSpPr/>
            <p:nvPr/>
          </p:nvSpPr>
          <p:spPr>
            <a:xfrm>
              <a:off x="6185318" y="4686202"/>
              <a:ext cx="62653" cy="62653"/>
            </a:xfrm>
            <a:custGeom>
              <a:avLst/>
              <a:gdLst>
                <a:gd name="connsiteX0" fmla="*/ 36121 w 42424"/>
                <a:gd name="connsiteY0" fmla="*/ 15909 h 42424"/>
                <a:gd name="connsiteX1" fmla="*/ 36885 w 42424"/>
                <a:gd name="connsiteY1" fmla="*/ 16291 h 42424"/>
                <a:gd name="connsiteX2" fmla="*/ 36588 w 42424"/>
                <a:gd name="connsiteY2" fmla="*/ 17521 h 42424"/>
                <a:gd name="connsiteX3" fmla="*/ 17264 w 42424"/>
                <a:gd name="connsiteY3" fmla="*/ 30206 h 42424"/>
                <a:gd name="connsiteX4" fmla="*/ 16076 w 42424"/>
                <a:gd name="connsiteY4" fmla="*/ 29972 h 42424"/>
                <a:gd name="connsiteX5" fmla="*/ 16288 w 42424"/>
                <a:gd name="connsiteY5" fmla="*/ 28785 h 42424"/>
                <a:gd name="connsiteX6" fmla="*/ 35654 w 42424"/>
                <a:gd name="connsiteY6" fmla="*/ 16015 h 42424"/>
                <a:gd name="connsiteX7" fmla="*/ 36121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21" y="15909"/>
                  </a:moveTo>
                  <a:cubicBezTo>
                    <a:pt x="36397" y="15909"/>
                    <a:pt x="36673" y="16015"/>
                    <a:pt x="36885" y="16291"/>
                  </a:cubicBezTo>
                  <a:cubicBezTo>
                    <a:pt x="37118" y="16715"/>
                    <a:pt x="36991" y="17266"/>
                    <a:pt x="36588" y="17521"/>
                  </a:cubicBezTo>
                  <a:lnTo>
                    <a:pt x="17264" y="30206"/>
                  </a:lnTo>
                  <a:cubicBezTo>
                    <a:pt x="16903" y="30460"/>
                    <a:pt x="16288" y="30376"/>
                    <a:pt x="16076" y="29972"/>
                  </a:cubicBezTo>
                  <a:cubicBezTo>
                    <a:pt x="15800" y="29527"/>
                    <a:pt x="15864" y="28997"/>
                    <a:pt x="16288" y="28785"/>
                  </a:cubicBezTo>
                  <a:lnTo>
                    <a:pt x="35654" y="16015"/>
                  </a:lnTo>
                  <a:cubicBezTo>
                    <a:pt x="35760" y="15994"/>
                    <a:pt x="35930" y="15909"/>
                    <a:pt x="36121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CAF525B1-A1D4-4AAD-92BB-B73279983F32}"/>
                </a:ext>
              </a:extLst>
            </p:cNvPr>
            <p:cNvSpPr/>
            <p:nvPr/>
          </p:nvSpPr>
          <p:spPr>
            <a:xfrm>
              <a:off x="6167343" y="4677775"/>
              <a:ext cx="62653" cy="62653"/>
            </a:xfrm>
            <a:custGeom>
              <a:avLst/>
              <a:gdLst>
                <a:gd name="connsiteX0" fmla="*/ 36116 w 42424"/>
                <a:gd name="connsiteY0" fmla="*/ 15909 h 42424"/>
                <a:gd name="connsiteX1" fmla="*/ 36816 w 42424"/>
                <a:gd name="connsiteY1" fmla="*/ 16312 h 42424"/>
                <a:gd name="connsiteX2" fmla="*/ 36604 w 42424"/>
                <a:gd name="connsiteY2" fmla="*/ 17521 h 42424"/>
                <a:gd name="connsiteX3" fmla="*/ 17258 w 42424"/>
                <a:gd name="connsiteY3" fmla="*/ 30270 h 42424"/>
                <a:gd name="connsiteX4" fmla="*/ 16028 w 42424"/>
                <a:gd name="connsiteY4" fmla="*/ 29951 h 42424"/>
                <a:gd name="connsiteX5" fmla="*/ 16282 w 42424"/>
                <a:gd name="connsiteY5" fmla="*/ 28764 h 42424"/>
                <a:gd name="connsiteX6" fmla="*/ 35586 w 42424"/>
                <a:gd name="connsiteY6" fmla="*/ 16100 h 42424"/>
                <a:gd name="connsiteX7" fmla="*/ 36116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16" y="15909"/>
                  </a:moveTo>
                  <a:cubicBezTo>
                    <a:pt x="36370" y="15909"/>
                    <a:pt x="36667" y="16100"/>
                    <a:pt x="36816" y="16312"/>
                  </a:cubicBezTo>
                  <a:cubicBezTo>
                    <a:pt x="37092" y="16736"/>
                    <a:pt x="36986" y="17288"/>
                    <a:pt x="36604" y="17521"/>
                  </a:cubicBezTo>
                  <a:lnTo>
                    <a:pt x="17258" y="30270"/>
                  </a:lnTo>
                  <a:cubicBezTo>
                    <a:pt x="16813" y="30482"/>
                    <a:pt x="16282" y="30439"/>
                    <a:pt x="16028" y="29951"/>
                  </a:cubicBezTo>
                  <a:cubicBezTo>
                    <a:pt x="15816" y="29548"/>
                    <a:pt x="15880" y="29039"/>
                    <a:pt x="16282" y="28764"/>
                  </a:cubicBezTo>
                  <a:lnTo>
                    <a:pt x="35586" y="16100"/>
                  </a:lnTo>
                  <a:cubicBezTo>
                    <a:pt x="35819" y="16036"/>
                    <a:pt x="35967" y="15994"/>
                    <a:pt x="36116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CB722DED-8284-471E-8952-16AB0467BC61}"/>
                </a:ext>
              </a:extLst>
            </p:cNvPr>
            <p:cNvSpPr/>
            <p:nvPr/>
          </p:nvSpPr>
          <p:spPr>
            <a:xfrm>
              <a:off x="6160355" y="4674643"/>
              <a:ext cx="62653" cy="62653"/>
            </a:xfrm>
            <a:custGeom>
              <a:avLst/>
              <a:gdLst>
                <a:gd name="connsiteX0" fmla="*/ 36033 w 42424"/>
                <a:gd name="connsiteY0" fmla="*/ 15909 h 42424"/>
                <a:gd name="connsiteX1" fmla="*/ 36881 w 42424"/>
                <a:gd name="connsiteY1" fmla="*/ 16291 h 42424"/>
                <a:gd name="connsiteX2" fmla="*/ 36584 w 42424"/>
                <a:gd name="connsiteY2" fmla="*/ 17500 h 42424"/>
                <a:gd name="connsiteX3" fmla="*/ 17302 w 42424"/>
                <a:gd name="connsiteY3" fmla="*/ 30227 h 42424"/>
                <a:gd name="connsiteX4" fmla="*/ 16051 w 42424"/>
                <a:gd name="connsiteY4" fmla="*/ 29951 h 42424"/>
                <a:gd name="connsiteX5" fmla="*/ 16305 w 42424"/>
                <a:gd name="connsiteY5" fmla="*/ 28764 h 42424"/>
                <a:gd name="connsiteX6" fmla="*/ 35651 w 42424"/>
                <a:gd name="connsiteY6" fmla="*/ 16121 h 42424"/>
                <a:gd name="connsiteX7" fmla="*/ 36033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033" y="15909"/>
                  </a:moveTo>
                  <a:cubicBezTo>
                    <a:pt x="36372" y="15909"/>
                    <a:pt x="36711" y="16121"/>
                    <a:pt x="36881" y="16291"/>
                  </a:cubicBezTo>
                  <a:cubicBezTo>
                    <a:pt x="37114" y="16736"/>
                    <a:pt x="36987" y="17288"/>
                    <a:pt x="36584" y="17500"/>
                  </a:cubicBezTo>
                  <a:lnTo>
                    <a:pt x="17302" y="30227"/>
                  </a:lnTo>
                  <a:cubicBezTo>
                    <a:pt x="16857" y="30482"/>
                    <a:pt x="16305" y="30397"/>
                    <a:pt x="16051" y="29951"/>
                  </a:cubicBezTo>
                  <a:cubicBezTo>
                    <a:pt x="15775" y="29548"/>
                    <a:pt x="15924" y="29039"/>
                    <a:pt x="16305" y="28764"/>
                  </a:cubicBezTo>
                  <a:lnTo>
                    <a:pt x="35651" y="16121"/>
                  </a:lnTo>
                  <a:cubicBezTo>
                    <a:pt x="35757" y="16015"/>
                    <a:pt x="35969" y="15909"/>
                    <a:pt x="36033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CC53DA2-4B7E-44CB-B72F-15109DC92923}"/>
                </a:ext>
              </a:extLst>
            </p:cNvPr>
            <p:cNvSpPr/>
            <p:nvPr/>
          </p:nvSpPr>
          <p:spPr>
            <a:xfrm>
              <a:off x="6183277" y="4682693"/>
              <a:ext cx="62653" cy="62653"/>
            </a:xfrm>
            <a:custGeom>
              <a:avLst/>
              <a:gdLst>
                <a:gd name="connsiteX0" fmla="*/ 30652 w 42424"/>
                <a:gd name="connsiteY0" fmla="*/ 15909 h 42424"/>
                <a:gd name="connsiteX1" fmla="*/ 31436 w 42424"/>
                <a:gd name="connsiteY1" fmla="*/ 16312 h 42424"/>
                <a:gd name="connsiteX2" fmla="*/ 31224 w 42424"/>
                <a:gd name="connsiteY2" fmla="*/ 17500 h 42424"/>
                <a:gd name="connsiteX3" fmla="*/ 17246 w 42424"/>
                <a:gd name="connsiteY3" fmla="*/ 26812 h 42424"/>
                <a:gd name="connsiteX4" fmla="*/ 16079 w 42424"/>
                <a:gd name="connsiteY4" fmla="*/ 26536 h 42424"/>
                <a:gd name="connsiteX5" fmla="*/ 16291 w 42424"/>
                <a:gd name="connsiteY5" fmla="*/ 25327 h 42424"/>
                <a:gd name="connsiteX6" fmla="*/ 30206 w 42424"/>
                <a:gd name="connsiteY6" fmla="*/ 16079 h 42424"/>
                <a:gd name="connsiteX7" fmla="*/ 30652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52" y="15909"/>
                  </a:moveTo>
                  <a:cubicBezTo>
                    <a:pt x="30970" y="15909"/>
                    <a:pt x="31267" y="16058"/>
                    <a:pt x="31436" y="16312"/>
                  </a:cubicBezTo>
                  <a:cubicBezTo>
                    <a:pt x="31712" y="16715"/>
                    <a:pt x="31585" y="17288"/>
                    <a:pt x="31224" y="17500"/>
                  </a:cubicBezTo>
                  <a:lnTo>
                    <a:pt x="17246" y="26812"/>
                  </a:lnTo>
                  <a:cubicBezTo>
                    <a:pt x="16843" y="27088"/>
                    <a:pt x="16291" y="26982"/>
                    <a:pt x="16079" y="26536"/>
                  </a:cubicBezTo>
                  <a:cubicBezTo>
                    <a:pt x="15782" y="26133"/>
                    <a:pt x="15888" y="25603"/>
                    <a:pt x="16291" y="25327"/>
                  </a:cubicBezTo>
                  <a:lnTo>
                    <a:pt x="30206" y="16079"/>
                  </a:lnTo>
                  <a:cubicBezTo>
                    <a:pt x="30397" y="15930"/>
                    <a:pt x="30482" y="15930"/>
                    <a:pt x="30652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95021975-6D6C-4EB6-B444-EB9F5D137033}"/>
                </a:ext>
              </a:extLst>
            </p:cNvPr>
            <p:cNvSpPr/>
            <p:nvPr/>
          </p:nvSpPr>
          <p:spPr>
            <a:xfrm>
              <a:off x="6159175" y="4671165"/>
              <a:ext cx="62653" cy="62653"/>
            </a:xfrm>
            <a:custGeom>
              <a:avLst/>
              <a:gdLst>
                <a:gd name="connsiteX0" fmla="*/ 30680 w 42424"/>
                <a:gd name="connsiteY0" fmla="*/ 15909 h 42424"/>
                <a:gd name="connsiteX1" fmla="*/ 31422 w 42424"/>
                <a:gd name="connsiteY1" fmla="*/ 16270 h 42424"/>
                <a:gd name="connsiteX2" fmla="*/ 31252 w 42424"/>
                <a:gd name="connsiteY2" fmla="*/ 17542 h 42424"/>
                <a:gd name="connsiteX3" fmla="*/ 17274 w 42424"/>
                <a:gd name="connsiteY3" fmla="*/ 26791 h 42424"/>
                <a:gd name="connsiteX4" fmla="*/ 16001 w 42424"/>
                <a:gd name="connsiteY4" fmla="*/ 26494 h 42424"/>
                <a:gd name="connsiteX5" fmla="*/ 16319 w 42424"/>
                <a:gd name="connsiteY5" fmla="*/ 25327 h 42424"/>
                <a:gd name="connsiteX6" fmla="*/ 30171 w 42424"/>
                <a:gd name="connsiteY6" fmla="*/ 16015 h 42424"/>
                <a:gd name="connsiteX7" fmla="*/ 30680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80" y="15909"/>
                  </a:moveTo>
                  <a:cubicBezTo>
                    <a:pt x="30977" y="15909"/>
                    <a:pt x="31295" y="15994"/>
                    <a:pt x="31422" y="16270"/>
                  </a:cubicBezTo>
                  <a:cubicBezTo>
                    <a:pt x="31719" y="16673"/>
                    <a:pt x="31613" y="17224"/>
                    <a:pt x="31252" y="17542"/>
                  </a:cubicBezTo>
                  <a:lnTo>
                    <a:pt x="17274" y="26791"/>
                  </a:lnTo>
                  <a:cubicBezTo>
                    <a:pt x="16849" y="27024"/>
                    <a:pt x="16319" y="26960"/>
                    <a:pt x="16001" y="26494"/>
                  </a:cubicBezTo>
                  <a:cubicBezTo>
                    <a:pt x="15810" y="26091"/>
                    <a:pt x="15916" y="25624"/>
                    <a:pt x="16319" y="25327"/>
                  </a:cubicBezTo>
                  <a:lnTo>
                    <a:pt x="30171" y="16015"/>
                  </a:lnTo>
                  <a:cubicBezTo>
                    <a:pt x="30340" y="15909"/>
                    <a:pt x="30489" y="15909"/>
                    <a:pt x="30680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EAC11F79-8B1B-43F9-838E-E4C3D1A7B61C}"/>
                </a:ext>
              </a:extLst>
            </p:cNvPr>
            <p:cNvSpPr/>
            <p:nvPr/>
          </p:nvSpPr>
          <p:spPr>
            <a:xfrm>
              <a:off x="6120059" y="4672293"/>
              <a:ext cx="156633" cy="93980"/>
            </a:xfrm>
            <a:custGeom>
              <a:avLst/>
              <a:gdLst>
                <a:gd name="connsiteX0" fmla="*/ 15909 w 106060"/>
                <a:gd name="connsiteY0" fmla="*/ 38839 h 63636"/>
                <a:gd name="connsiteX1" fmla="*/ 50400 w 106060"/>
                <a:gd name="connsiteY1" fmla="*/ 15909 h 63636"/>
                <a:gd name="connsiteX2" fmla="*/ 103981 w 106060"/>
                <a:gd name="connsiteY2" fmla="*/ 40982 h 63636"/>
                <a:gd name="connsiteX3" fmla="*/ 69512 w 106060"/>
                <a:gd name="connsiteY3" fmla="*/ 63933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63636">
                  <a:moveTo>
                    <a:pt x="15909" y="38839"/>
                  </a:moveTo>
                  <a:lnTo>
                    <a:pt x="50400" y="15909"/>
                  </a:lnTo>
                  <a:lnTo>
                    <a:pt x="103981" y="40982"/>
                  </a:lnTo>
                  <a:lnTo>
                    <a:pt x="69512" y="63933"/>
                  </a:lnTo>
                  <a:close/>
                </a:path>
              </a:pathLst>
            </a:custGeom>
            <a:solidFill>
              <a:srgbClr val="E9E9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2DF94126-36C3-4DBB-8075-1FB8D260D77D}"/>
                </a:ext>
              </a:extLst>
            </p:cNvPr>
            <p:cNvSpPr/>
            <p:nvPr/>
          </p:nvSpPr>
          <p:spPr>
            <a:xfrm>
              <a:off x="6191985" y="4708006"/>
              <a:ext cx="62653" cy="62653"/>
            </a:xfrm>
            <a:custGeom>
              <a:avLst/>
              <a:gdLst>
                <a:gd name="connsiteX0" fmla="*/ 36124 w 42424"/>
                <a:gd name="connsiteY0" fmla="*/ 15909 h 42424"/>
                <a:gd name="connsiteX1" fmla="*/ 36803 w 42424"/>
                <a:gd name="connsiteY1" fmla="*/ 16354 h 42424"/>
                <a:gd name="connsiteX2" fmla="*/ 36570 w 42424"/>
                <a:gd name="connsiteY2" fmla="*/ 17563 h 42424"/>
                <a:gd name="connsiteX3" fmla="*/ 17246 w 42424"/>
                <a:gd name="connsiteY3" fmla="*/ 30248 h 42424"/>
                <a:gd name="connsiteX4" fmla="*/ 16079 w 42424"/>
                <a:gd name="connsiteY4" fmla="*/ 29951 h 42424"/>
                <a:gd name="connsiteX5" fmla="*/ 16291 w 42424"/>
                <a:gd name="connsiteY5" fmla="*/ 28742 h 42424"/>
                <a:gd name="connsiteX6" fmla="*/ 35658 w 42424"/>
                <a:gd name="connsiteY6" fmla="*/ 16079 h 42424"/>
                <a:gd name="connsiteX7" fmla="*/ 36124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24" y="15909"/>
                  </a:moveTo>
                  <a:cubicBezTo>
                    <a:pt x="36379" y="15909"/>
                    <a:pt x="36633" y="16079"/>
                    <a:pt x="36803" y="16354"/>
                  </a:cubicBezTo>
                  <a:cubicBezTo>
                    <a:pt x="37121" y="16736"/>
                    <a:pt x="37036" y="17351"/>
                    <a:pt x="36570" y="17563"/>
                  </a:cubicBezTo>
                  <a:lnTo>
                    <a:pt x="17246" y="30248"/>
                  </a:lnTo>
                  <a:cubicBezTo>
                    <a:pt x="16821" y="30545"/>
                    <a:pt x="16355" y="30376"/>
                    <a:pt x="16079" y="29951"/>
                  </a:cubicBezTo>
                  <a:cubicBezTo>
                    <a:pt x="15782" y="29612"/>
                    <a:pt x="15888" y="29082"/>
                    <a:pt x="16291" y="28742"/>
                  </a:cubicBezTo>
                  <a:lnTo>
                    <a:pt x="35658" y="16079"/>
                  </a:lnTo>
                  <a:cubicBezTo>
                    <a:pt x="35806" y="15994"/>
                    <a:pt x="35912" y="15994"/>
                    <a:pt x="36124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73A67F1A-78C1-48B2-A994-D98822912994}"/>
                </a:ext>
              </a:extLst>
            </p:cNvPr>
            <p:cNvSpPr/>
            <p:nvPr/>
          </p:nvSpPr>
          <p:spPr>
            <a:xfrm>
              <a:off x="6185318" y="4702750"/>
              <a:ext cx="62653" cy="62653"/>
            </a:xfrm>
            <a:custGeom>
              <a:avLst/>
              <a:gdLst>
                <a:gd name="connsiteX0" fmla="*/ 36121 w 42424"/>
                <a:gd name="connsiteY0" fmla="*/ 15925 h 42424"/>
                <a:gd name="connsiteX1" fmla="*/ 36885 w 42424"/>
                <a:gd name="connsiteY1" fmla="*/ 16286 h 42424"/>
                <a:gd name="connsiteX2" fmla="*/ 36588 w 42424"/>
                <a:gd name="connsiteY2" fmla="*/ 17558 h 42424"/>
                <a:gd name="connsiteX3" fmla="*/ 17264 w 42424"/>
                <a:gd name="connsiteY3" fmla="*/ 30222 h 42424"/>
                <a:gd name="connsiteX4" fmla="*/ 16076 w 42424"/>
                <a:gd name="connsiteY4" fmla="*/ 29946 h 42424"/>
                <a:gd name="connsiteX5" fmla="*/ 16288 w 42424"/>
                <a:gd name="connsiteY5" fmla="*/ 28779 h 42424"/>
                <a:gd name="connsiteX6" fmla="*/ 35654 w 42424"/>
                <a:gd name="connsiteY6" fmla="*/ 16010 h 42424"/>
                <a:gd name="connsiteX7" fmla="*/ 36121 w 42424"/>
                <a:gd name="connsiteY7" fmla="*/ 15925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21" y="15925"/>
                  </a:moveTo>
                  <a:cubicBezTo>
                    <a:pt x="36397" y="15861"/>
                    <a:pt x="36673" y="15989"/>
                    <a:pt x="36885" y="16286"/>
                  </a:cubicBezTo>
                  <a:cubicBezTo>
                    <a:pt x="37118" y="16689"/>
                    <a:pt x="36991" y="17261"/>
                    <a:pt x="36588" y="17558"/>
                  </a:cubicBezTo>
                  <a:lnTo>
                    <a:pt x="17264" y="30222"/>
                  </a:lnTo>
                  <a:cubicBezTo>
                    <a:pt x="16903" y="30434"/>
                    <a:pt x="16288" y="30370"/>
                    <a:pt x="16076" y="29946"/>
                  </a:cubicBezTo>
                  <a:cubicBezTo>
                    <a:pt x="15800" y="29543"/>
                    <a:pt x="15864" y="28970"/>
                    <a:pt x="16288" y="28779"/>
                  </a:cubicBezTo>
                  <a:lnTo>
                    <a:pt x="35654" y="16010"/>
                  </a:lnTo>
                  <a:cubicBezTo>
                    <a:pt x="35760" y="15946"/>
                    <a:pt x="35930" y="15925"/>
                    <a:pt x="36121" y="15925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2DB2853F-EC17-446E-BAB2-301C7B2A1F4F}"/>
                </a:ext>
              </a:extLst>
            </p:cNvPr>
            <p:cNvSpPr/>
            <p:nvPr/>
          </p:nvSpPr>
          <p:spPr>
            <a:xfrm>
              <a:off x="6167343" y="4694377"/>
              <a:ext cx="62653" cy="62653"/>
            </a:xfrm>
            <a:custGeom>
              <a:avLst/>
              <a:gdLst>
                <a:gd name="connsiteX0" fmla="*/ 36116 w 42424"/>
                <a:gd name="connsiteY0" fmla="*/ 15909 h 42424"/>
                <a:gd name="connsiteX1" fmla="*/ 36816 w 42424"/>
                <a:gd name="connsiteY1" fmla="*/ 16355 h 42424"/>
                <a:gd name="connsiteX2" fmla="*/ 36604 w 42424"/>
                <a:gd name="connsiteY2" fmla="*/ 17542 h 42424"/>
                <a:gd name="connsiteX3" fmla="*/ 17258 w 42424"/>
                <a:gd name="connsiteY3" fmla="*/ 30206 h 42424"/>
                <a:gd name="connsiteX4" fmla="*/ 16028 w 42424"/>
                <a:gd name="connsiteY4" fmla="*/ 29951 h 42424"/>
                <a:gd name="connsiteX5" fmla="*/ 16282 w 42424"/>
                <a:gd name="connsiteY5" fmla="*/ 28785 h 42424"/>
                <a:gd name="connsiteX6" fmla="*/ 35586 w 42424"/>
                <a:gd name="connsiteY6" fmla="*/ 16058 h 42424"/>
                <a:gd name="connsiteX7" fmla="*/ 36116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16" y="15909"/>
                  </a:moveTo>
                  <a:cubicBezTo>
                    <a:pt x="36370" y="15909"/>
                    <a:pt x="36667" y="16079"/>
                    <a:pt x="36816" y="16355"/>
                  </a:cubicBezTo>
                  <a:cubicBezTo>
                    <a:pt x="37092" y="16736"/>
                    <a:pt x="36986" y="17267"/>
                    <a:pt x="36604" y="17542"/>
                  </a:cubicBezTo>
                  <a:lnTo>
                    <a:pt x="17258" y="30206"/>
                  </a:lnTo>
                  <a:cubicBezTo>
                    <a:pt x="16813" y="30461"/>
                    <a:pt x="16282" y="30397"/>
                    <a:pt x="16028" y="29951"/>
                  </a:cubicBezTo>
                  <a:cubicBezTo>
                    <a:pt x="15816" y="29548"/>
                    <a:pt x="15880" y="29039"/>
                    <a:pt x="16282" y="28785"/>
                  </a:cubicBezTo>
                  <a:lnTo>
                    <a:pt x="35586" y="16058"/>
                  </a:lnTo>
                  <a:cubicBezTo>
                    <a:pt x="35819" y="15994"/>
                    <a:pt x="35967" y="15909"/>
                    <a:pt x="36116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FE43ECEB-F053-4823-A6FB-1095ED72B1A9}"/>
                </a:ext>
              </a:extLst>
            </p:cNvPr>
            <p:cNvSpPr/>
            <p:nvPr/>
          </p:nvSpPr>
          <p:spPr>
            <a:xfrm>
              <a:off x="6160355" y="4691120"/>
              <a:ext cx="62653" cy="62653"/>
            </a:xfrm>
            <a:custGeom>
              <a:avLst/>
              <a:gdLst>
                <a:gd name="connsiteX0" fmla="*/ 36033 w 42424"/>
                <a:gd name="connsiteY0" fmla="*/ 15909 h 42424"/>
                <a:gd name="connsiteX1" fmla="*/ 36881 w 42424"/>
                <a:gd name="connsiteY1" fmla="*/ 16376 h 42424"/>
                <a:gd name="connsiteX2" fmla="*/ 36584 w 42424"/>
                <a:gd name="connsiteY2" fmla="*/ 17563 h 42424"/>
                <a:gd name="connsiteX3" fmla="*/ 17302 w 42424"/>
                <a:gd name="connsiteY3" fmla="*/ 30206 h 42424"/>
                <a:gd name="connsiteX4" fmla="*/ 16051 w 42424"/>
                <a:gd name="connsiteY4" fmla="*/ 30015 h 42424"/>
                <a:gd name="connsiteX5" fmla="*/ 16305 w 42424"/>
                <a:gd name="connsiteY5" fmla="*/ 28827 h 42424"/>
                <a:gd name="connsiteX6" fmla="*/ 35651 w 42424"/>
                <a:gd name="connsiteY6" fmla="*/ 16100 h 42424"/>
                <a:gd name="connsiteX7" fmla="*/ 36033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033" y="15909"/>
                  </a:moveTo>
                  <a:cubicBezTo>
                    <a:pt x="36372" y="15909"/>
                    <a:pt x="36711" y="16100"/>
                    <a:pt x="36881" y="16376"/>
                  </a:cubicBezTo>
                  <a:cubicBezTo>
                    <a:pt x="37114" y="16779"/>
                    <a:pt x="36987" y="17266"/>
                    <a:pt x="36584" y="17563"/>
                  </a:cubicBezTo>
                  <a:lnTo>
                    <a:pt x="17302" y="30206"/>
                  </a:lnTo>
                  <a:cubicBezTo>
                    <a:pt x="16857" y="30524"/>
                    <a:pt x="16305" y="30418"/>
                    <a:pt x="16051" y="30015"/>
                  </a:cubicBezTo>
                  <a:cubicBezTo>
                    <a:pt x="15775" y="29591"/>
                    <a:pt x="15924" y="29018"/>
                    <a:pt x="16305" y="28827"/>
                  </a:cubicBezTo>
                  <a:lnTo>
                    <a:pt x="35651" y="16100"/>
                  </a:lnTo>
                  <a:cubicBezTo>
                    <a:pt x="35757" y="16015"/>
                    <a:pt x="35969" y="15909"/>
                    <a:pt x="36033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E5EEC759-7398-4F65-BF2F-EA4AC82C6462}"/>
                </a:ext>
              </a:extLst>
            </p:cNvPr>
            <p:cNvSpPr/>
            <p:nvPr/>
          </p:nvSpPr>
          <p:spPr>
            <a:xfrm>
              <a:off x="6183277" y="4699202"/>
              <a:ext cx="62653" cy="62653"/>
            </a:xfrm>
            <a:custGeom>
              <a:avLst/>
              <a:gdLst>
                <a:gd name="connsiteX0" fmla="*/ 30652 w 42424"/>
                <a:gd name="connsiteY0" fmla="*/ 15909 h 42424"/>
                <a:gd name="connsiteX1" fmla="*/ 31436 w 42424"/>
                <a:gd name="connsiteY1" fmla="*/ 16333 h 42424"/>
                <a:gd name="connsiteX2" fmla="*/ 31224 w 42424"/>
                <a:gd name="connsiteY2" fmla="*/ 17542 h 42424"/>
                <a:gd name="connsiteX3" fmla="*/ 17246 w 42424"/>
                <a:gd name="connsiteY3" fmla="*/ 26833 h 42424"/>
                <a:gd name="connsiteX4" fmla="*/ 16079 w 42424"/>
                <a:gd name="connsiteY4" fmla="*/ 26579 h 42424"/>
                <a:gd name="connsiteX5" fmla="*/ 16291 w 42424"/>
                <a:gd name="connsiteY5" fmla="*/ 25370 h 42424"/>
                <a:gd name="connsiteX6" fmla="*/ 30206 w 42424"/>
                <a:gd name="connsiteY6" fmla="*/ 16079 h 42424"/>
                <a:gd name="connsiteX7" fmla="*/ 30652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52" y="15909"/>
                  </a:moveTo>
                  <a:cubicBezTo>
                    <a:pt x="30970" y="15909"/>
                    <a:pt x="31267" y="16079"/>
                    <a:pt x="31436" y="16333"/>
                  </a:cubicBezTo>
                  <a:cubicBezTo>
                    <a:pt x="31712" y="16694"/>
                    <a:pt x="31585" y="17288"/>
                    <a:pt x="31224" y="17542"/>
                  </a:cubicBezTo>
                  <a:lnTo>
                    <a:pt x="17246" y="26833"/>
                  </a:lnTo>
                  <a:cubicBezTo>
                    <a:pt x="16843" y="27045"/>
                    <a:pt x="16291" y="26961"/>
                    <a:pt x="16079" y="26579"/>
                  </a:cubicBezTo>
                  <a:cubicBezTo>
                    <a:pt x="15782" y="26218"/>
                    <a:pt x="15888" y="25645"/>
                    <a:pt x="16291" y="25370"/>
                  </a:cubicBezTo>
                  <a:lnTo>
                    <a:pt x="30206" y="16079"/>
                  </a:lnTo>
                  <a:cubicBezTo>
                    <a:pt x="30397" y="15952"/>
                    <a:pt x="30482" y="15909"/>
                    <a:pt x="30652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35BBD8C4-1DD2-4EAB-BF4F-F2669E8D7CF2}"/>
                </a:ext>
              </a:extLst>
            </p:cNvPr>
            <p:cNvSpPr/>
            <p:nvPr/>
          </p:nvSpPr>
          <p:spPr>
            <a:xfrm>
              <a:off x="6159175" y="4687643"/>
              <a:ext cx="62653" cy="62653"/>
            </a:xfrm>
            <a:custGeom>
              <a:avLst/>
              <a:gdLst>
                <a:gd name="connsiteX0" fmla="*/ 30680 w 42424"/>
                <a:gd name="connsiteY0" fmla="*/ 15909 h 42424"/>
                <a:gd name="connsiteX1" fmla="*/ 31422 w 42424"/>
                <a:gd name="connsiteY1" fmla="*/ 16354 h 42424"/>
                <a:gd name="connsiteX2" fmla="*/ 31252 w 42424"/>
                <a:gd name="connsiteY2" fmla="*/ 17542 h 42424"/>
                <a:gd name="connsiteX3" fmla="*/ 17274 w 42424"/>
                <a:gd name="connsiteY3" fmla="*/ 26791 h 42424"/>
                <a:gd name="connsiteX4" fmla="*/ 16001 w 42424"/>
                <a:gd name="connsiteY4" fmla="*/ 26515 h 42424"/>
                <a:gd name="connsiteX5" fmla="*/ 16319 w 42424"/>
                <a:gd name="connsiteY5" fmla="*/ 25348 h 42424"/>
                <a:gd name="connsiteX6" fmla="*/ 30171 w 42424"/>
                <a:gd name="connsiteY6" fmla="*/ 16079 h 42424"/>
                <a:gd name="connsiteX7" fmla="*/ 30680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80" y="15909"/>
                  </a:moveTo>
                  <a:cubicBezTo>
                    <a:pt x="30977" y="15909"/>
                    <a:pt x="31295" y="16100"/>
                    <a:pt x="31422" y="16354"/>
                  </a:cubicBezTo>
                  <a:cubicBezTo>
                    <a:pt x="31719" y="16715"/>
                    <a:pt x="31613" y="17266"/>
                    <a:pt x="31252" y="17542"/>
                  </a:cubicBezTo>
                  <a:lnTo>
                    <a:pt x="17274" y="26791"/>
                  </a:lnTo>
                  <a:cubicBezTo>
                    <a:pt x="16849" y="27067"/>
                    <a:pt x="16319" y="27024"/>
                    <a:pt x="16001" y="26515"/>
                  </a:cubicBezTo>
                  <a:cubicBezTo>
                    <a:pt x="15810" y="26154"/>
                    <a:pt x="15916" y="25645"/>
                    <a:pt x="16319" y="25348"/>
                  </a:cubicBezTo>
                  <a:lnTo>
                    <a:pt x="30171" y="16079"/>
                  </a:lnTo>
                  <a:cubicBezTo>
                    <a:pt x="30340" y="15909"/>
                    <a:pt x="30489" y="15909"/>
                    <a:pt x="30680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CFCC40E5-87A6-441B-BCBC-C10FD0581D45}"/>
                </a:ext>
              </a:extLst>
            </p:cNvPr>
            <p:cNvSpPr/>
            <p:nvPr/>
          </p:nvSpPr>
          <p:spPr>
            <a:xfrm>
              <a:off x="6156806" y="4668502"/>
              <a:ext cx="156633" cy="93980"/>
            </a:xfrm>
            <a:custGeom>
              <a:avLst/>
              <a:gdLst>
                <a:gd name="connsiteX0" fmla="*/ 15909 w 106060"/>
                <a:gd name="connsiteY0" fmla="*/ 38924 h 63636"/>
                <a:gd name="connsiteX1" fmla="*/ 50379 w 106060"/>
                <a:gd name="connsiteY1" fmla="*/ 15909 h 63636"/>
                <a:gd name="connsiteX2" fmla="*/ 103939 w 106060"/>
                <a:gd name="connsiteY2" fmla="*/ 41045 h 63636"/>
                <a:gd name="connsiteX3" fmla="*/ 69512 w 106060"/>
                <a:gd name="connsiteY3" fmla="*/ 6408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63636">
                  <a:moveTo>
                    <a:pt x="15909" y="38924"/>
                  </a:moveTo>
                  <a:lnTo>
                    <a:pt x="50379" y="15909"/>
                  </a:lnTo>
                  <a:lnTo>
                    <a:pt x="103939" y="41045"/>
                  </a:lnTo>
                  <a:lnTo>
                    <a:pt x="69512" y="64081"/>
                  </a:lnTo>
                  <a:close/>
                </a:path>
              </a:pathLst>
            </a:custGeom>
            <a:solidFill>
              <a:srgbClr val="E9E9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566413AB-3BA7-42A8-AA41-EC5B4EF4929F}"/>
                </a:ext>
              </a:extLst>
            </p:cNvPr>
            <p:cNvSpPr/>
            <p:nvPr/>
          </p:nvSpPr>
          <p:spPr>
            <a:xfrm>
              <a:off x="6228744" y="4704402"/>
              <a:ext cx="62653" cy="62653"/>
            </a:xfrm>
            <a:custGeom>
              <a:avLst/>
              <a:gdLst>
                <a:gd name="connsiteX0" fmla="*/ 36031 w 42424"/>
                <a:gd name="connsiteY0" fmla="*/ 15909 h 42424"/>
                <a:gd name="connsiteX1" fmla="*/ 36837 w 42424"/>
                <a:gd name="connsiteY1" fmla="*/ 16333 h 42424"/>
                <a:gd name="connsiteX2" fmla="*/ 36582 w 42424"/>
                <a:gd name="connsiteY2" fmla="*/ 17500 h 42424"/>
                <a:gd name="connsiteX3" fmla="*/ 17258 w 42424"/>
                <a:gd name="connsiteY3" fmla="*/ 30206 h 42424"/>
                <a:gd name="connsiteX4" fmla="*/ 16006 w 42424"/>
                <a:gd name="connsiteY4" fmla="*/ 29951 h 42424"/>
                <a:gd name="connsiteX5" fmla="*/ 16303 w 42424"/>
                <a:gd name="connsiteY5" fmla="*/ 28700 h 42424"/>
                <a:gd name="connsiteX6" fmla="*/ 35649 w 42424"/>
                <a:gd name="connsiteY6" fmla="*/ 16058 h 42424"/>
                <a:gd name="connsiteX7" fmla="*/ 36031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031" y="15909"/>
                  </a:moveTo>
                  <a:cubicBezTo>
                    <a:pt x="36349" y="15909"/>
                    <a:pt x="36709" y="16058"/>
                    <a:pt x="36837" y="16333"/>
                  </a:cubicBezTo>
                  <a:cubicBezTo>
                    <a:pt x="37091" y="16694"/>
                    <a:pt x="36964" y="17245"/>
                    <a:pt x="36582" y="17500"/>
                  </a:cubicBezTo>
                  <a:lnTo>
                    <a:pt x="17258" y="30206"/>
                  </a:lnTo>
                  <a:cubicBezTo>
                    <a:pt x="16812" y="30439"/>
                    <a:pt x="16303" y="30312"/>
                    <a:pt x="16006" y="29951"/>
                  </a:cubicBezTo>
                  <a:cubicBezTo>
                    <a:pt x="15816" y="29506"/>
                    <a:pt x="15900" y="28976"/>
                    <a:pt x="16303" y="28700"/>
                  </a:cubicBezTo>
                  <a:lnTo>
                    <a:pt x="35649" y="16058"/>
                  </a:lnTo>
                  <a:cubicBezTo>
                    <a:pt x="35734" y="15973"/>
                    <a:pt x="35903" y="15909"/>
                    <a:pt x="36031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E10E6DBE-62F4-4295-B175-0D392969835B}"/>
                </a:ext>
              </a:extLst>
            </p:cNvPr>
            <p:cNvSpPr/>
            <p:nvPr/>
          </p:nvSpPr>
          <p:spPr>
            <a:xfrm>
              <a:off x="6222072" y="4699108"/>
              <a:ext cx="62653" cy="62653"/>
            </a:xfrm>
            <a:custGeom>
              <a:avLst/>
              <a:gdLst>
                <a:gd name="connsiteX0" fmla="*/ 36052 w 42424"/>
                <a:gd name="connsiteY0" fmla="*/ 15909 h 42424"/>
                <a:gd name="connsiteX1" fmla="*/ 36837 w 42424"/>
                <a:gd name="connsiteY1" fmla="*/ 16248 h 42424"/>
                <a:gd name="connsiteX2" fmla="*/ 36603 w 42424"/>
                <a:gd name="connsiteY2" fmla="*/ 17500 h 42424"/>
                <a:gd name="connsiteX3" fmla="*/ 17237 w 42424"/>
                <a:gd name="connsiteY3" fmla="*/ 30185 h 42424"/>
                <a:gd name="connsiteX4" fmla="*/ 16049 w 42424"/>
                <a:gd name="connsiteY4" fmla="*/ 29930 h 42424"/>
                <a:gd name="connsiteX5" fmla="*/ 16261 w 42424"/>
                <a:gd name="connsiteY5" fmla="*/ 28742 h 42424"/>
                <a:gd name="connsiteX6" fmla="*/ 35649 w 42424"/>
                <a:gd name="connsiteY6" fmla="*/ 15973 h 42424"/>
                <a:gd name="connsiteX7" fmla="*/ 36052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052" y="15909"/>
                  </a:moveTo>
                  <a:cubicBezTo>
                    <a:pt x="36391" y="15909"/>
                    <a:pt x="36709" y="15973"/>
                    <a:pt x="36837" y="16248"/>
                  </a:cubicBezTo>
                  <a:cubicBezTo>
                    <a:pt x="37134" y="16694"/>
                    <a:pt x="37006" y="17224"/>
                    <a:pt x="36603" y="17500"/>
                  </a:cubicBezTo>
                  <a:lnTo>
                    <a:pt x="17237" y="30185"/>
                  </a:lnTo>
                  <a:cubicBezTo>
                    <a:pt x="16876" y="30439"/>
                    <a:pt x="16325" y="30354"/>
                    <a:pt x="16049" y="29930"/>
                  </a:cubicBezTo>
                  <a:cubicBezTo>
                    <a:pt x="15794" y="29506"/>
                    <a:pt x="15900" y="29018"/>
                    <a:pt x="16261" y="28742"/>
                  </a:cubicBezTo>
                  <a:lnTo>
                    <a:pt x="35649" y="15973"/>
                  </a:lnTo>
                  <a:cubicBezTo>
                    <a:pt x="35818" y="15951"/>
                    <a:pt x="35882" y="15909"/>
                    <a:pt x="36052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ACD10919-B345-4B77-B0B0-34E1B8D7EA16}"/>
                </a:ext>
              </a:extLst>
            </p:cNvPr>
            <p:cNvSpPr/>
            <p:nvPr/>
          </p:nvSpPr>
          <p:spPr>
            <a:xfrm>
              <a:off x="6204128" y="4690650"/>
              <a:ext cx="62653" cy="62653"/>
            </a:xfrm>
            <a:custGeom>
              <a:avLst/>
              <a:gdLst>
                <a:gd name="connsiteX0" fmla="*/ 36089 w 42424"/>
                <a:gd name="connsiteY0" fmla="*/ 15909 h 42424"/>
                <a:gd name="connsiteX1" fmla="*/ 36853 w 42424"/>
                <a:gd name="connsiteY1" fmla="*/ 16333 h 42424"/>
                <a:gd name="connsiteX2" fmla="*/ 36556 w 42424"/>
                <a:gd name="connsiteY2" fmla="*/ 17500 h 42424"/>
                <a:gd name="connsiteX3" fmla="*/ 17274 w 42424"/>
                <a:gd name="connsiteY3" fmla="*/ 30291 h 42424"/>
                <a:gd name="connsiteX4" fmla="*/ 16023 w 42424"/>
                <a:gd name="connsiteY4" fmla="*/ 29930 h 42424"/>
                <a:gd name="connsiteX5" fmla="*/ 16277 w 42424"/>
                <a:gd name="connsiteY5" fmla="*/ 28742 h 42424"/>
                <a:gd name="connsiteX6" fmla="*/ 35623 w 42424"/>
                <a:gd name="connsiteY6" fmla="*/ 16100 h 42424"/>
                <a:gd name="connsiteX7" fmla="*/ 36089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089" y="15909"/>
                  </a:moveTo>
                  <a:cubicBezTo>
                    <a:pt x="36344" y="15909"/>
                    <a:pt x="36662" y="16121"/>
                    <a:pt x="36853" y="16333"/>
                  </a:cubicBezTo>
                  <a:cubicBezTo>
                    <a:pt x="37107" y="16736"/>
                    <a:pt x="36980" y="17351"/>
                    <a:pt x="36556" y="17500"/>
                  </a:cubicBezTo>
                  <a:lnTo>
                    <a:pt x="17274" y="30291"/>
                  </a:lnTo>
                  <a:cubicBezTo>
                    <a:pt x="16829" y="30503"/>
                    <a:pt x="16277" y="30376"/>
                    <a:pt x="16023" y="29930"/>
                  </a:cubicBezTo>
                  <a:cubicBezTo>
                    <a:pt x="15811" y="29548"/>
                    <a:pt x="15895" y="28997"/>
                    <a:pt x="16277" y="28742"/>
                  </a:cubicBezTo>
                  <a:lnTo>
                    <a:pt x="35623" y="16100"/>
                  </a:lnTo>
                  <a:cubicBezTo>
                    <a:pt x="35750" y="15973"/>
                    <a:pt x="35941" y="15951"/>
                    <a:pt x="36089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D97FC474-737F-49F3-8593-8063B7806932}"/>
                </a:ext>
              </a:extLst>
            </p:cNvPr>
            <p:cNvSpPr/>
            <p:nvPr/>
          </p:nvSpPr>
          <p:spPr>
            <a:xfrm>
              <a:off x="6197070" y="4687549"/>
              <a:ext cx="62653" cy="62653"/>
            </a:xfrm>
            <a:custGeom>
              <a:avLst/>
              <a:gdLst>
                <a:gd name="connsiteX0" fmla="*/ 36139 w 42424"/>
                <a:gd name="connsiteY0" fmla="*/ 15909 h 42424"/>
                <a:gd name="connsiteX1" fmla="*/ 36838 w 42424"/>
                <a:gd name="connsiteY1" fmla="*/ 16291 h 42424"/>
                <a:gd name="connsiteX2" fmla="*/ 36605 w 42424"/>
                <a:gd name="connsiteY2" fmla="*/ 17457 h 42424"/>
                <a:gd name="connsiteX3" fmla="*/ 17281 w 42424"/>
                <a:gd name="connsiteY3" fmla="*/ 30142 h 42424"/>
                <a:gd name="connsiteX4" fmla="*/ 16072 w 42424"/>
                <a:gd name="connsiteY4" fmla="*/ 29951 h 42424"/>
                <a:gd name="connsiteX5" fmla="*/ 16305 w 42424"/>
                <a:gd name="connsiteY5" fmla="*/ 28721 h 42424"/>
                <a:gd name="connsiteX6" fmla="*/ 35672 w 42424"/>
                <a:gd name="connsiteY6" fmla="*/ 16100 h 42424"/>
                <a:gd name="connsiteX7" fmla="*/ 36139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6139" y="15909"/>
                  </a:moveTo>
                  <a:cubicBezTo>
                    <a:pt x="36414" y="15909"/>
                    <a:pt x="36669" y="16100"/>
                    <a:pt x="36838" y="16291"/>
                  </a:cubicBezTo>
                  <a:cubicBezTo>
                    <a:pt x="37093" y="16715"/>
                    <a:pt x="37029" y="17266"/>
                    <a:pt x="36605" y="17457"/>
                  </a:cubicBezTo>
                  <a:lnTo>
                    <a:pt x="17281" y="30142"/>
                  </a:lnTo>
                  <a:cubicBezTo>
                    <a:pt x="16857" y="30460"/>
                    <a:pt x="16305" y="30397"/>
                    <a:pt x="16072" y="29951"/>
                  </a:cubicBezTo>
                  <a:cubicBezTo>
                    <a:pt x="15775" y="29527"/>
                    <a:pt x="15902" y="29039"/>
                    <a:pt x="16305" y="28721"/>
                  </a:cubicBezTo>
                  <a:lnTo>
                    <a:pt x="35672" y="16100"/>
                  </a:lnTo>
                  <a:cubicBezTo>
                    <a:pt x="35820" y="15973"/>
                    <a:pt x="36033" y="15909"/>
                    <a:pt x="36139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1D4D4367-54FF-4335-8207-595D86A342A9}"/>
                </a:ext>
              </a:extLst>
            </p:cNvPr>
            <p:cNvSpPr/>
            <p:nvPr/>
          </p:nvSpPr>
          <p:spPr>
            <a:xfrm>
              <a:off x="6219988" y="4695568"/>
              <a:ext cx="62653" cy="62653"/>
            </a:xfrm>
            <a:custGeom>
              <a:avLst/>
              <a:gdLst>
                <a:gd name="connsiteX0" fmla="*/ 30674 w 42424"/>
                <a:gd name="connsiteY0" fmla="*/ 15909 h 42424"/>
                <a:gd name="connsiteX1" fmla="*/ 31459 w 42424"/>
                <a:gd name="connsiteY1" fmla="*/ 16291 h 42424"/>
                <a:gd name="connsiteX2" fmla="*/ 31184 w 42424"/>
                <a:gd name="connsiteY2" fmla="*/ 17479 h 42424"/>
                <a:gd name="connsiteX3" fmla="*/ 17290 w 42424"/>
                <a:gd name="connsiteY3" fmla="*/ 26770 h 42424"/>
                <a:gd name="connsiteX4" fmla="*/ 16059 w 42424"/>
                <a:gd name="connsiteY4" fmla="*/ 26557 h 42424"/>
                <a:gd name="connsiteX5" fmla="*/ 16335 w 42424"/>
                <a:gd name="connsiteY5" fmla="*/ 25370 h 42424"/>
                <a:gd name="connsiteX6" fmla="*/ 30229 w 42424"/>
                <a:gd name="connsiteY6" fmla="*/ 16079 h 42424"/>
                <a:gd name="connsiteX7" fmla="*/ 30674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74" y="15909"/>
                  </a:moveTo>
                  <a:cubicBezTo>
                    <a:pt x="30993" y="15909"/>
                    <a:pt x="31311" y="16036"/>
                    <a:pt x="31459" y="16291"/>
                  </a:cubicBezTo>
                  <a:cubicBezTo>
                    <a:pt x="31756" y="16736"/>
                    <a:pt x="31587" y="17224"/>
                    <a:pt x="31184" y="17479"/>
                  </a:cubicBezTo>
                  <a:lnTo>
                    <a:pt x="17290" y="26770"/>
                  </a:lnTo>
                  <a:cubicBezTo>
                    <a:pt x="16865" y="27067"/>
                    <a:pt x="16378" y="26982"/>
                    <a:pt x="16059" y="26557"/>
                  </a:cubicBezTo>
                  <a:cubicBezTo>
                    <a:pt x="15762" y="26154"/>
                    <a:pt x="15932" y="25582"/>
                    <a:pt x="16335" y="25370"/>
                  </a:cubicBezTo>
                  <a:lnTo>
                    <a:pt x="30229" y="16079"/>
                  </a:lnTo>
                  <a:cubicBezTo>
                    <a:pt x="30378" y="15951"/>
                    <a:pt x="30568" y="15909"/>
                    <a:pt x="30674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19850500-57AA-48DB-B9E4-D9EECEB5759E}"/>
                </a:ext>
              </a:extLst>
            </p:cNvPr>
            <p:cNvSpPr/>
            <p:nvPr/>
          </p:nvSpPr>
          <p:spPr>
            <a:xfrm>
              <a:off x="6195930" y="4684040"/>
              <a:ext cx="62653" cy="62653"/>
            </a:xfrm>
            <a:custGeom>
              <a:avLst/>
              <a:gdLst>
                <a:gd name="connsiteX0" fmla="*/ 30632 w 42424"/>
                <a:gd name="connsiteY0" fmla="*/ 15909 h 42424"/>
                <a:gd name="connsiteX1" fmla="*/ 31459 w 42424"/>
                <a:gd name="connsiteY1" fmla="*/ 16291 h 42424"/>
                <a:gd name="connsiteX2" fmla="*/ 31184 w 42424"/>
                <a:gd name="connsiteY2" fmla="*/ 17457 h 42424"/>
                <a:gd name="connsiteX3" fmla="*/ 17268 w 42424"/>
                <a:gd name="connsiteY3" fmla="*/ 26748 h 42424"/>
                <a:gd name="connsiteX4" fmla="*/ 16059 w 42424"/>
                <a:gd name="connsiteY4" fmla="*/ 26494 h 42424"/>
                <a:gd name="connsiteX5" fmla="*/ 16335 w 42424"/>
                <a:gd name="connsiteY5" fmla="*/ 25285 h 42424"/>
                <a:gd name="connsiteX6" fmla="*/ 30208 w 42424"/>
                <a:gd name="connsiteY6" fmla="*/ 15994 h 42424"/>
                <a:gd name="connsiteX7" fmla="*/ 30632 w 42424"/>
                <a:gd name="connsiteY7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24" h="42424">
                  <a:moveTo>
                    <a:pt x="30632" y="15909"/>
                  </a:moveTo>
                  <a:cubicBezTo>
                    <a:pt x="30971" y="15909"/>
                    <a:pt x="31205" y="16015"/>
                    <a:pt x="31459" y="16291"/>
                  </a:cubicBezTo>
                  <a:cubicBezTo>
                    <a:pt x="31693" y="16694"/>
                    <a:pt x="31629" y="17203"/>
                    <a:pt x="31184" y="17457"/>
                  </a:cubicBezTo>
                  <a:lnTo>
                    <a:pt x="17268" y="26748"/>
                  </a:lnTo>
                  <a:cubicBezTo>
                    <a:pt x="16844" y="26982"/>
                    <a:pt x="16335" y="26939"/>
                    <a:pt x="16059" y="26494"/>
                  </a:cubicBezTo>
                  <a:cubicBezTo>
                    <a:pt x="15762" y="26133"/>
                    <a:pt x="15932" y="25582"/>
                    <a:pt x="16335" y="25285"/>
                  </a:cubicBezTo>
                  <a:lnTo>
                    <a:pt x="30208" y="15994"/>
                  </a:lnTo>
                  <a:cubicBezTo>
                    <a:pt x="30356" y="15909"/>
                    <a:pt x="30505" y="15909"/>
                    <a:pt x="30632" y="15909"/>
                  </a:cubicBezTo>
                  <a:close/>
                </a:path>
              </a:pathLst>
            </a:custGeom>
            <a:solidFill>
              <a:srgbClr val="4F4F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730AE2F9-D548-4799-949F-88AE4A10F487}"/>
                </a:ext>
              </a:extLst>
            </p:cNvPr>
            <p:cNvSpPr/>
            <p:nvPr/>
          </p:nvSpPr>
          <p:spPr>
            <a:xfrm>
              <a:off x="6584477" y="4540471"/>
              <a:ext cx="62653" cy="93980"/>
            </a:xfrm>
            <a:custGeom>
              <a:avLst/>
              <a:gdLst>
                <a:gd name="connsiteX0" fmla="*/ 41512 w 42424"/>
                <a:gd name="connsiteY0" fmla="*/ 23206 h 63636"/>
                <a:gd name="connsiteX1" fmla="*/ 36866 w 42424"/>
                <a:gd name="connsiteY1" fmla="*/ 17415 h 63636"/>
                <a:gd name="connsiteX2" fmla="*/ 34660 w 42424"/>
                <a:gd name="connsiteY2" fmla="*/ 16609 h 63636"/>
                <a:gd name="connsiteX3" fmla="*/ 34597 w 42424"/>
                <a:gd name="connsiteY3" fmla="*/ 16609 h 63636"/>
                <a:gd name="connsiteX4" fmla="*/ 32942 w 42424"/>
                <a:gd name="connsiteY4" fmla="*/ 16206 h 63636"/>
                <a:gd name="connsiteX5" fmla="*/ 32539 w 42424"/>
                <a:gd name="connsiteY5" fmla="*/ 16163 h 63636"/>
                <a:gd name="connsiteX6" fmla="*/ 32115 w 42424"/>
                <a:gd name="connsiteY6" fmla="*/ 16079 h 63636"/>
                <a:gd name="connsiteX7" fmla="*/ 31479 w 42424"/>
                <a:gd name="connsiteY7" fmla="*/ 15994 h 63636"/>
                <a:gd name="connsiteX8" fmla="*/ 30121 w 42424"/>
                <a:gd name="connsiteY8" fmla="*/ 15909 h 63636"/>
                <a:gd name="connsiteX9" fmla="*/ 30015 w 42424"/>
                <a:gd name="connsiteY9" fmla="*/ 15909 h 63636"/>
                <a:gd name="connsiteX10" fmla="*/ 29824 w 42424"/>
                <a:gd name="connsiteY10" fmla="*/ 15909 h 63636"/>
                <a:gd name="connsiteX11" fmla="*/ 28742 w 42424"/>
                <a:gd name="connsiteY11" fmla="*/ 15909 h 63636"/>
                <a:gd name="connsiteX12" fmla="*/ 27576 w 42424"/>
                <a:gd name="connsiteY12" fmla="*/ 15994 h 63636"/>
                <a:gd name="connsiteX13" fmla="*/ 27427 w 42424"/>
                <a:gd name="connsiteY13" fmla="*/ 15994 h 63636"/>
                <a:gd name="connsiteX14" fmla="*/ 27385 w 42424"/>
                <a:gd name="connsiteY14" fmla="*/ 15994 h 63636"/>
                <a:gd name="connsiteX15" fmla="*/ 26027 w 42424"/>
                <a:gd name="connsiteY15" fmla="*/ 16206 h 63636"/>
                <a:gd name="connsiteX16" fmla="*/ 25433 w 42424"/>
                <a:gd name="connsiteY16" fmla="*/ 16354 h 63636"/>
                <a:gd name="connsiteX17" fmla="*/ 24903 w 42424"/>
                <a:gd name="connsiteY17" fmla="*/ 16439 h 63636"/>
                <a:gd name="connsiteX18" fmla="*/ 24479 w 42424"/>
                <a:gd name="connsiteY18" fmla="*/ 16524 h 63636"/>
                <a:gd name="connsiteX19" fmla="*/ 23206 w 42424"/>
                <a:gd name="connsiteY19" fmla="*/ 16970 h 63636"/>
                <a:gd name="connsiteX20" fmla="*/ 22697 w 42424"/>
                <a:gd name="connsiteY20" fmla="*/ 17160 h 63636"/>
                <a:gd name="connsiteX21" fmla="*/ 22591 w 42424"/>
                <a:gd name="connsiteY21" fmla="*/ 17182 h 63636"/>
                <a:gd name="connsiteX22" fmla="*/ 21339 w 42424"/>
                <a:gd name="connsiteY22" fmla="*/ 17733 h 63636"/>
                <a:gd name="connsiteX23" fmla="*/ 20682 w 42424"/>
                <a:gd name="connsiteY23" fmla="*/ 18094 h 63636"/>
                <a:gd name="connsiteX24" fmla="*/ 18879 w 42424"/>
                <a:gd name="connsiteY24" fmla="*/ 19282 h 63636"/>
                <a:gd name="connsiteX25" fmla="*/ 17691 w 42424"/>
                <a:gd name="connsiteY25" fmla="*/ 20364 h 63636"/>
                <a:gd name="connsiteX26" fmla="*/ 17627 w 42424"/>
                <a:gd name="connsiteY26" fmla="*/ 20554 h 63636"/>
                <a:gd name="connsiteX27" fmla="*/ 17245 w 42424"/>
                <a:gd name="connsiteY27" fmla="*/ 20957 h 63636"/>
                <a:gd name="connsiteX28" fmla="*/ 16800 w 42424"/>
                <a:gd name="connsiteY28" fmla="*/ 21615 h 63636"/>
                <a:gd name="connsiteX29" fmla="*/ 16715 w 42424"/>
                <a:gd name="connsiteY29" fmla="*/ 21870 h 63636"/>
                <a:gd name="connsiteX30" fmla="*/ 16503 w 42424"/>
                <a:gd name="connsiteY30" fmla="*/ 22209 h 63636"/>
                <a:gd name="connsiteX31" fmla="*/ 16354 w 42424"/>
                <a:gd name="connsiteY31" fmla="*/ 22633 h 63636"/>
                <a:gd name="connsiteX32" fmla="*/ 16036 w 42424"/>
                <a:gd name="connsiteY32" fmla="*/ 23503 h 63636"/>
                <a:gd name="connsiteX33" fmla="*/ 15909 w 42424"/>
                <a:gd name="connsiteY33" fmla="*/ 24373 h 63636"/>
                <a:gd name="connsiteX34" fmla="*/ 15909 w 42424"/>
                <a:gd name="connsiteY34" fmla="*/ 24966 h 63636"/>
                <a:gd name="connsiteX35" fmla="*/ 18115 w 42424"/>
                <a:gd name="connsiteY35" fmla="*/ 58757 h 63636"/>
                <a:gd name="connsiteX36" fmla="*/ 18709 w 42424"/>
                <a:gd name="connsiteY36" fmla="*/ 56021 h 63636"/>
                <a:gd name="connsiteX37" fmla="*/ 18857 w 42424"/>
                <a:gd name="connsiteY37" fmla="*/ 55660 h 63636"/>
                <a:gd name="connsiteX38" fmla="*/ 19451 w 42424"/>
                <a:gd name="connsiteY38" fmla="*/ 54769 h 63636"/>
                <a:gd name="connsiteX39" fmla="*/ 19791 w 42424"/>
                <a:gd name="connsiteY39" fmla="*/ 54388 h 63636"/>
                <a:gd name="connsiteX40" fmla="*/ 21042 w 42424"/>
                <a:gd name="connsiteY40" fmla="*/ 53115 h 63636"/>
                <a:gd name="connsiteX41" fmla="*/ 22866 w 42424"/>
                <a:gd name="connsiteY41" fmla="*/ 51842 h 63636"/>
                <a:gd name="connsiteX42" fmla="*/ 23588 w 42424"/>
                <a:gd name="connsiteY42" fmla="*/ 51503 h 63636"/>
                <a:gd name="connsiteX43" fmla="*/ 24882 w 42424"/>
                <a:gd name="connsiteY43" fmla="*/ 50951 h 63636"/>
                <a:gd name="connsiteX44" fmla="*/ 25454 w 42424"/>
                <a:gd name="connsiteY44" fmla="*/ 50760 h 63636"/>
                <a:gd name="connsiteX45" fmla="*/ 27067 w 42424"/>
                <a:gd name="connsiteY45" fmla="*/ 50230 h 63636"/>
                <a:gd name="connsiteX46" fmla="*/ 27576 w 42424"/>
                <a:gd name="connsiteY46" fmla="*/ 50166 h 63636"/>
                <a:gd name="connsiteX47" fmla="*/ 29697 w 42424"/>
                <a:gd name="connsiteY47" fmla="*/ 49827 h 63636"/>
                <a:gd name="connsiteX48" fmla="*/ 29782 w 42424"/>
                <a:gd name="connsiteY48" fmla="*/ 49827 h 63636"/>
                <a:gd name="connsiteX49" fmla="*/ 31988 w 42424"/>
                <a:gd name="connsiteY49" fmla="*/ 49742 h 63636"/>
                <a:gd name="connsiteX50" fmla="*/ 32221 w 42424"/>
                <a:gd name="connsiteY50" fmla="*/ 49742 h 63636"/>
                <a:gd name="connsiteX51" fmla="*/ 34300 w 42424"/>
                <a:gd name="connsiteY51" fmla="*/ 49891 h 63636"/>
                <a:gd name="connsiteX52" fmla="*/ 34767 w 42424"/>
                <a:gd name="connsiteY52" fmla="*/ 49933 h 63636"/>
                <a:gd name="connsiteX53" fmla="*/ 36824 w 42424"/>
                <a:gd name="connsiteY53" fmla="*/ 50357 h 63636"/>
                <a:gd name="connsiteX54" fmla="*/ 39030 w 42424"/>
                <a:gd name="connsiteY54" fmla="*/ 51269 h 63636"/>
                <a:gd name="connsiteX55" fmla="*/ 43676 w 42424"/>
                <a:gd name="connsiteY55" fmla="*/ 57018 h 63636"/>
                <a:gd name="connsiteX56" fmla="*/ 41512 w 42424"/>
                <a:gd name="connsiteY56" fmla="*/ 23206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424" h="63636">
                  <a:moveTo>
                    <a:pt x="41512" y="23206"/>
                  </a:moveTo>
                  <a:cubicBezTo>
                    <a:pt x="41363" y="21000"/>
                    <a:pt x="39836" y="18879"/>
                    <a:pt x="36866" y="17415"/>
                  </a:cubicBezTo>
                  <a:cubicBezTo>
                    <a:pt x="36145" y="17160"/>
                    <a:pt x="35488" y="16842"/>
                    <a:pt x="34660" y="16609"/>
                  </a:cubicBezTo>
                  <a:cubicBezTo>
                    <a:pt x="34597" y="16609"/>
                    <a:pt x="34597" y="16609"/>
                    <a:pt x="34597" y="16609"/>
                  </a:cubicBezTo>
                  <a:cubicBezTo>
                    <a:pt x="34066" y="16376"/>
                    <a:pt x="33536" y="16270"/>
                    <a:pt x="32942" y="16206"/>
                  </a:cubicBezTo>
                  <a:cubicBezTo>
                    <a:pt x="32773" y="16163"/>
                    <a:pt x="32688" y="16163"/>
                    <a:pt x="32539" y="16163"/>
                  </a:cubicBezTo>
                  <a:cubicBezTo>
                    <a:pt x="32391" y="16121"/>
                    <a:pt x="32263" y="16121"/>
                    <a:pt x="32115" y="16079"/>
                  </a:cubicBezTo>
                  <a:cubicBezTo>
                    <a:pt x="31924" y="16036"/>
                    <a:pt x="31669" y="16036"/>
                    <a:pt x="31479" y="15994"/>
                  </a:cubicBezTo>
                  <a:cubicBezTo>
                    <a:pt x="31012" y="15973"/>
                    <a:pt x="30545" y="15909"/>
                    <a:pt x="30121" y="15909"/>
                  </a:cubicBezTo>
                  <a:cubicBezTo>
                    <a:pt x="30057" y="15909"/>
                    <a:pt x="30036" y="15909"/>
                    <a:pt x="30015" y="15909"/>
                  </a:cubicBezTo>
                  <a:cubicBezTo>
                    <a:pt x="29972" y="15909"/>
                    <a:pt x="29909" y="15909"/>
                    <a:pt x="29824" y="15909"/>
                  </a:cubicBezTo>
                  <a:cubicBezTo>
                    <a:pt x="29506" y="15909"/>
                    <a:pt x="29082" y="15909"/>
                    <a:pt x="28742" y="15909"/>
                  </a:cubicBezTo>
                  <a:cubicBezTo>
                    <a:pt x="28382" y="15909"/>
                    <a:pt x="27979" y="15973"/>
                    <a:pt x="27576" y="15994"/>
                  </a:cubicBezTo>
                  <a:cubicBezTo>
                    <a:pt x="27576" y="15994"/>
                    <a:pt x="27491" y="15994"/>
                    <a:pt x="27427" y="15994"/>
                  </a:cubicBezTo>
                  <a:cubicBezTo>
                    <a:pt x="27427" y="15994"/>
                    <a:pt x="27427" y="15994"/>
                    <a:pt x="27385" y="15994"/>
                  </a:cubicBezTo>
                  <a:cubicBezTo>
                    <a:pt x="26939" y="16036"/>
                    <a:pt x="26494" y="16121"/>
                    <a:pt x="26027" y="16206"/>
                  </a:cubicBezTo>
                  <a:cubicBezTo>
                    <a:pt x="25794" y="16227"/>
                    <a:pt x="25582" y="16270"/>
                    <a:pt x="25433" y="16354"/>
                  </a:cubicBezTo>
                  <a:cubicBezTo>
                    <a:pt x="25221" y="16354"/>
                    <a:pt x="25073" y="16376"/>
                    <a:pt x="24903" y="16439"/>
                  </a:cubicBezTo>
                  <a:cubicBezTo>
                    <a:pt x="24754" y="16439"/>
                    <a:pt x="24606" y="16460"/>
                    <a:pt x="24479" y="16524"/>
                  </a:cubicBezTo>
                  <a:cubicBezTo>
                    <a:pt x="24033" y="16651"/>
                    <a:pt x="23630" y="16842"/>
                    <a:pt x="23206" y="16970"/>
                  </a:cubicBezTo>
                  <a:cubicBezTo>
                    <a:pt x="23057" y="16991"/>
                    <a:pt x="22888" y="17054"/>
                    <a:pt x="22697" y="17160"/>
                  </a:cubicBezTo>
                  <a:cubicBezTo>
                    <a:pt x="22654" y="17160"/>
                    <a:pt x="22654" y="17160"/>
                    <a:pt x="22591" y="17182"/>
                  </a:cubicBezTo>
                  <a:cubicBezTo>
                    <a:pt x="22188" y="17351"/>
                    <a:pt x="21785" y="17563"/>
                    <a:pt x="21339" y="17733"/>
                  </a:cubicBezTo>
                  <a:cubicBezTo>
                    <a:pt x="21063" y="17882"/>
                    <a:pt x="20894" y="17967"/>
                    <a:pt x="20682" y="18094"/>
                  </a:cubicBezTo>
                  <a:cubicBezTo>
                    <a:pt x="20067" y="18412"/>
                    <a:pt x="19366" y="18815"/>
                    <a:pt x="18879" y="19282"/>
                  </a:cubicBezTo>
                  <a:cubicBezTo>
                    <a:pt x="18433" y="19663"/>
                    <a:pt x="18009" y="20003"/>
                    <a:pt x="17691" y="20364"/>
                  </a:cubicBezTo>
                  <a:cubicBezTo>
                    <a:pt x="17648" y="20427"/>
                    <a:pt x="17627" y="20533"/>
                    <a:pt x="17627" y="20554"/>
                  </a:cubicBezTo>
                  <a:cubicBezTo>
                    <a:pt x="17479" y="20682"/>
                    <a:pt x="17373" y="20788"/>
                    <a:pt x="17245" y="20957"/>
                  </a:cubicBezTo>
                  <a:cubicBezTo>
                    <a:pt x="17076" y="21169"/>
                    <a:pt x="16906" y="21424"/>
                    <a:pt x="16800" y="21615"/>
                  </a:cubicBezTo>
                  <a:cubicBezTo>
                    <a:pt x="16736" y="21721"/>
                    <a:pt x="16736" y="21806"/>
                    <a:pt x="16715" y="21870"/>
                  </a:cubicBezTo>
                  <a:cubicBezTo>
                    <a:pt x="16567" y="21976"/>
                    <a:pt x="16567" y="22060"/>
                    <a:pt x="16503" y="22209"/>
                  </a:cubicBezTo>
                  <a:cubicBezTo>
                    <a:pt x="16461" y="22357"/>
                    <a:pt x="16376" y="22485"/>
                    <a:pt x="16354" y="22633"/>
                  </a:cubicBezTo>
                  <a:cubicBezTo>
                    <a:pt x="16206" y="22888"/>
                    <a:pt x="16100" y="23163"/>
                    <a:pt x="16036" y="23503"/>
                  </a:cubicBezTo>
                  <a:cubicBezTo>
                    <a:pt x="15973" y="23800"/>
                    <a:pt x="15930" y="24076"/>
                    <a:pt x="15909" y="24373"/>
                  </a:cubicBezTo>
                  <a:cubicBezTo>
                    <a:pt x="15909" y="24585"/>
                    <a:pt x="15909" y="24797"/>
                    <a:pt x="15909" y="24966"/>
                  </a:cubicBezTo>
                  <a:lnTo>
                    <a:pt x="18115" y="58757"/>
                  </a:lnTo>
                  <a:cubicBezTo>
                    <a:pt x="18030" y="57824"/>
                    <a:pt x="18264" y="56912"/>
                    <a:pt x="18709" y="56021"/>
                  </a:cubicBezTo>
                  <a:cubicBezTo>
                    <a:pt x="18751" y="55872"/>
                    <a:pt x="18836" y="55745"/>
                    <a:pt x="18857" y="55660"/>
                  </a:cubicBezTo>
                  <a:cubicBezTo>
                    <a:pt x="18985" y="55363"/>
                    <a:pt x="19260" y="55045"/>
                    <a:pt x="19451" y="54769"/>
                  </a:cubicBezTo>
                  <a:cubicBezTo>
                    <a:pt x="19579" y="54621"/>
                    <a:pt x="19663" y="54472"/>
                    <a:pt x="19791" y="54388"/>
                  </a:cubicBezTo>
                  <a:cubicBezTo>
                    <a:pt x="20151" y="53942"/>
                    <a:pt x="20554" y="53497"/>
                    <a:pt x="21042" y="53115"/>
                  </a:cubicBezTo>
                  <a:cubicBezTo>
                    <a:pt x="21615" y="52606"/>
                    <a:pt x="22230" y="52266"/>
                    <a:pt x="22866" y="51842"/>
                  </a:cubicBezTo>
                  <a:cubicBezTo>
                    <a:pt x="23121" y="51736"/>
                    <a:pt x="23312" y="51630"/>
                    <a:pt x="23588" y="51503"/>
                  </a:cubicBezTo>
                  <a:cubicBezTo>
                    <a:pt x="24012" y="51291"/>
                    <a:pt x="24436" y="51079"/>
                    <a:pt x="24882" y="50951"/>
                  </a:cubicBezTo>
                  <a:cubicBezTo>
                    <a:pt x="25094" y="50824"/>
                    <a:pt x="25285" y="50782"/>
                    <a:pt x="25454" y="50760"/>
                  </a:cubicBezTo>
                  <a:cubicBezTo>
                    <a:pt x="25985" y="50548"/>
                    <a:pt x="26515" y="50336"/>
                    <a:pt x="27067" y="50230"/>
                  </a:cubicBezTo>
                  <a:cubicBezTo>
                    <a:pt x="27236" y="50209"/>
                    <a:pt x="27406" y="50209"/>
                    <a:pt x="27576" y="50166"/>
                  </a:cubicBezTo>
                  <a:cubicBezTo>
                    <a:pt x="28191" y="49997"/>
                    <a:pt x="28933" y="49891"/>
                    <a:pt x="29697" y="49827"/>
                  </a:cubicBezTo>
                  <a:cubicBezTo>
                    <a:pt x="29718" y="49827"/>
                    <a:pt x="29760" y="49827"/>
                    <a:pt x="29782" y="49827"/>
                  </a:cubicBezTo>
                  <a:cubicBezTo>
                    <a:pt x="30545" y="49742"/>
                    <a:pt x="31288" y="49678"/>
                    <a:pt x="31988" y="49742"/>
                  </a:cubicBezTo>
                  <a:cubicBezTo>
                    <a:pt x="32094" y="49742"/>
                    <a:pt x="32136" y="49742"/>
                    <a:pt x="32221" y="49742"/>
                  </a:cubicBezTo>
                  <a:cubicBezTo>
                    <a:pt x="32942" y="49742"/>
                    <a:pt x="33621" y="49827"/>
                    <a:pt x="34300" y="49891"/>
                  </a:cubicBezTo>
                  <a:cubicBezTo>
                    <a:pt x="34427" y="49891"/>
                    <a:pt x="34639" y="49933"/>
                    <a:pt x="34767" y="49933"/>
                  </a:cubicBezTo>
                  <a:cubicBezTo>
                    <a:pt x="35445" y="50060"/>
                    <a:pt x="36166" y="50209"/>
                    <a:pt x="36824" y="50357"/>
                  </a:cubicBezTo>
                  <a:cubicBezTo>
                    <a:pt x="37630" y="50654"/>
                    <a:pt x="38373" y="50951"/>
                    <a:pt x="39030" y="51269"/>
                  </a:cubicBezTo>
                  <a:cubicBezTo>
                    <a:pt x="41936" y="52627"/>
                    <a:pt x="43527" y="54812"/>
                    <a:pt x="43676" y="57018"/>
                  </a:cubicBezTo>
                  <a:lnTo>
                    <a:pt x="41512" y="23206"/>
                  </a:lnTo>
                  <a:close/>
                </a:path>
              </a:pathLst>
            </a:custGeom>
            <a:solidFill>
              <a:srgbClr val="A03C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E0791AB1-CD1D-42DA-8C09-6E5E5FF0C351}"/>
                </a:ext>
              </a:extLst>
            </p:cNvPr>
            <p:cNvSpPr/>
            <p:nvPr/>
          </p:nvSpPr>
          <p:spPr>
            <a:xfrm>
              <a:off x="6588237" y="4556735"/>
              <a:ext cx="62653" cy="31327"/>
            </a:xfrm>
            <a:custGeom>
              <a:avLst/>
              <a:gdLst>
                <a:gd name="connsiteX0" fmla="*/ 36315 w 42424"/>
                <a:gd name="connsiteY0" fmla="*/ 19892 h 21212"/>
                <a:gd name="connsiteX1" fmla="*/ 37079 w 42424"/>
                <a:gd name="connsiteY1" fmla="*/ 19171 h 21212"/>
                <a:gd name="connsiteX2" fmla="*/ 34661 w 42424"/>
                <a:gd name="connsiteY2" fmla="*/ 17474 h 21212"/>
                <a:gd name="connsiteX3" fmla="*/ 16567 w 42424"/>
                <a:gd name="connsiteY3" fmla="*/ 19320 h 21212"/>
                <a:gd name="connsiteX4" fmla="*/ 15909 w 42424"/>
                <a:gd name="connsiteY4" fmla="*/ 19998 h 21212"/>
                <a:gd name="connsiteX5" fmla="*/ 18327 w 42424"/>
                <a:gd name="connsiteY5" fmla="*/ 21695 h 21212"/>
                <a:gd name="connsiteX6" fmla="*/ 36315 w 42424"/>
                <a:gd name="connsiteY6" fmla="*/ 1989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21212">
                  <a:moveTo>
                    <a:pt x="36315" y="19892"/>
                  </a:moveTo>
                  <a:cubicBezTo>
                    <a:pt x="36570" y="19659"/>
                    <a:pt x="36803" y="19426"/>
                    <a:pt x="37079" y="19171"/>
                  </a:cubicBezTo>
                  <a:cubicBezTo>
                    <a:pt x="36336" y="18556"/>
                    <a:pt x="35615" y="17962"/>
                    <a:pt x="34661" y="17474"/>
                  </a:cubicBezTo>
                  <a:cubicBezTo>
                    <a:pt x="29167" y="14822"/>
                    <a:pt x="21064" y="15607"/>
                    <a:pt x="16567" y="19320"/>
                  </a:cubicBezTo>
                  <a:cubicBezTo>
                    <a:pt x="16312" y="19532"/>
                    <a:pt x="16121" y="19765"/>
                    <a:pt x="15909" y="19998"/>
                  </a:cubicBezTo>
                  <a:cubicBezTo>
                    <a:pt x="16503" y="20592"/>
                    <a:pt x="17351" y="21207"/>
                    <a:pt x="18327" y="21695"/>
                  </a:cubicBezTo>
                  <a:cubicBezTo>
                    <a:pt x="23800" y="24304"/>
                    <a:pt x="31797" y="23498"/>
                    <a:pt x="36315" y="19892"/>
                  </a:cubicBezTo>
                  <a:close/>
                </a:path>
              </a:pathLst>
            </a:custGeom>
            <a:solidFill>
              <a:srgbClr val="6DCD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289E9E08-E843-4C7F-B892-B72F796A1DA5}"/>
                </a:ext>
              </a:extLst>
            </p:cNvPr>
            <p:cNvSpPr/>
            <p:nvPr/>
          </p:nvSpPr>
          <p:spPr>
            <a:xfrm>
              <a:off x="6581124" y="4551058"/>
              <a:ext cx="93980" cy="93980"/>
            </a:xfrm>
            <a:custGeom>
              <a:avLst/>
              <a:gdLst>
                <a:gd name="connsiteX0" fmla="*/ 48236 w 63636"/>
                <a:gd name="connsiteY0" fmla="*/ 51397 h 63636"/>
                <a:gd name="connsiteX1" fmla="*/ 48385 w 63636"/>
                <a:gd name="connsiteY1" fmla="*/ 50442 h 63636"/>
                <a:gd name="connsiteX2" fmla="*/ 48385 w 63636"/>
                <a:gd name="connsiteY2" fmla="*/ 49700 h 63636"/>
                <a:gd name="connsiteX3" fmla="*/ 46179 w 63636"/>
                <a:gd name="connsiteY3" fmla="*/ 15909 h 63636"/>
                <a:gd name="connsiteX4" fmla="*/ 46009 w 63636"/>
                <a:gd name="connsiteY4" fmla="*/ 17670 h 63636"/>
                <a:gd name="connsiteX5" fmla="*/ 45988 w 63636"/>
                <a:gd name="connsiteY5" fmla="*/ 17670 h 63636"/>
                <a:gd name="connsiteX6" fmla="*/ 45479 w 63636"/>
                <a:gd name="connsiteY6" fmla="*/ 19154 h 63636"/>
                <a:gd name="connsiteX7" fmla="*/ 45288 w 63636"/>
                <a:gd name="connsiteY7" fmla="*/ 19536 h 63636"/>
                <a:gd name="connsiteX8" fmla="*/ 44566 w 63636"/>
                <a:gd name="connsiteY8" fmla="*/ 20618 h 63636"/>
                <a:gd name="connsiteX9" fmla="*/ 44206 w 63636"/>
                <a:gd name="connsiteY9" fmla="*/ 21127 h 63636"/>
                <a:gd name="connsiteX10" fmla="*/ 42657 w 63636"/>
                <a:gd name="connsiteY10" fmla="*/ 22548 h 63636"/>
                <a:gd name="connsiteX11" fmla="*/ 40536 w 63636"/>
                <a:gd name="connsiteY11" fmla="*/ 24012 h 63636"/>
                <a:gd name="connsiteX12" fmla="*/ 39709 w 63636"/>
                <a:gd name="connsiteY12" fmla="*/ 24415 h 63636"/>
                <a:gd name="connsiteX13" fmla="*/ 38076 w 63636"/>
                <a:gd name="connsiteY13" fmla="*/ 25136 h 63636"/>
                <a:gd name="connsiteX14" fmla="*/ 37545 w 63636"/>
                <a:gd name="connsiteY14" fmla="*/ 25327 h 63636"/>
                <a:gd name="connsiteX15" fmla="*/ 35509 w 63636"/>
                <a:gd name="connsiteY15" fmla="*/ 25900 h 63636"/>
                <a:gd name="connsiteX16" fmla="*/ 35000 w 63636"/>
                <a:gd name="connsiteY16" fmla="*/ 26048 h 63636"/>
                <a:gd name="connsiteX17" fmla="*/ 32497 w 63636"/>
                <a:gd name="connsiteY17" fmla="*/ 26494 h 63636"/>
                <a:gd name="connsiteX18" fmla="*/ 32370 w 63636"/>
                <a:gd name="connsiteY18" fmla="*/ 26494 h 63636"/>
                <a:gd name="connsiteX19" fmla="*/ 29718 w 63636"/>
                <a:gd name="connsiteY19" fmla="*/ 26536 h 63636"/>
                <a:gd name="connsiteX20" fmla="*/ 29527 w 63636"/>
                <a:gd name="connsiteY20" fmla="*/ 26536 h 63636"/>
                <a:gd name="connsiteX21" fmla="*/ 26982 w 63636"/>
                <a:gd name="connsiteY21" fmla="*/ 26366 h 63636"/>
                <a:gd name="connsiteX22" fmla="*/ 26536 w 63636"/>
                <a:gd name="connsiteY22" fmla="*/ 26324 h 63636"/>
                <a:gd name="connsiteX23" fmla="*/ 24033 w 63636"/>
                <a:gd name="connsiteY23" fmla="*/ 25709 h 63636"/>
                <a:gd name="connsiteX24" fmla="*/ 21339 w 63636"/>
                <a:gd name="connsiteY24" fmla="*/ 24712 h 63636"/>
                <a:gd name="connsiteX25" fmla="*/ 15909 w 63636"/>
                <a:gd name="connsiteY25" fmla="*/ 17882 h 63636"/>
                <a:gd name="connsiteX26" fmla="*/ 18158 w 63636"/>
                <a:gd name="connsiteY26" fmla="*/ 51715 h 63636"/>
                <a:gd name="connsiteX27" fmla="*/ 23651 w 63636"/>
                <a:gd name="connsiteY27" fmla="*/ 58503 h 63636"/>
                <a:gd name="connsiteX28" fmla="*/ 26239 w 63636"/>
                <a:gd name="connsiteY28" fmla="*/ 59479 h 63636"/>
                <a:gd name="connsiteX29" fmla="*/ 26324 w 63636"/>
                <a:gd name="connsiteY29" fmla="*/ 59585 h 63636"/>
                <a:gd name="connsiteX30" fmla="*/ 28339 w 63636"/>
                <a:gd name="connsiteY30" fmla="*/ 60051 h 63636"/>
                <a:gd name="connsiteX31" fmla="*/ 28764 w 63636"/>
                <a:gd name="connsiteY31" fmla="*/ 60094 h 63636"/>
                <a:gd name="connsiteX32" fmla="*/ 29209 w 63636"/>
                <a:gd name="connsiteY32" fmla="*/ 60178 h 63636"/>
                <a:gd name="connsiteX33" fmla="*/ 30057 w 63636"/>
                <a:gd name="connsiteY33" fmla="*/ 60285 h 63636"/>
                <a:gd name="connsiteX34" fmla="*/ 31627 w 63636"/>
                <a:gd name="connsiteY34" fmla="*/ 60348 h 63636"/>
                <a:gd name="connsiteX35" fmla="*/ 31754 w 63636"/>
                <a:gd name="connsiteY35" fmla="*/ 60348 h 63636"/>
                <a:gd name="connsiteX36" fmla="*/ 31924 w 63636"/>
                <a:gd name="connsiteY36" fmla="*/ 60348 h 63636"/>
                <a:gd name="connsiteX37" fmla="*/ 33260 w 63636"/>
                <a:gd name="connsiteY37" fmla="*/ 60348 h 63636"/>
                <a:gd name="connsiteX38" fmla="*/ 34597 w 63636"/>
                <a:gd name="connsiteY38" fmla="*/ 60285 h 63636"/>
                <a:gd name="connsiteX39" fmla="*/ 34724 w 63636"/>
                <a:gd name="connsiteY39" fmla="*/ 60263 h 63636"/>
                <a:gd name="connsiteX40" fmla="*/ 34851 w 63636"/>
                <a:gd name="connsiteY40" fmla="*/ 60263 h 63636"/>
                <a:gd name="connsiteX41" fmla="*/ 36464 w 63636"/>
                <a:gd name="connsiteY41" fmla="*/ 60051 h 63636"/>
                <a:gd name="connsiteX42" fmla="*/ 37206 w 63636"/>
                <a:gd name="connsiteY42" fmla="*/ 59818 h 63636"/>
                <a:gd name="connsiteX43" fmla="*/ 37800 w 63636"/>
                <a:gd name="connsiteY43" fmla="*/ 59712 h 63636"/>
                <a:gd name="connsiteX44" fmla="*/ 38267 w 63636"/>
                <a:gd name="connsiteY44" fmla="*/ 59585 h 63636"/>
                <a:gd name="connsiteX45" fmla="*/ 39751 w 63636"/>
                <a:gd name="connsiteY45" fmla="*/ 59160 h 63636"/>
                <a:gd name="connsiteX46" fmla="*/ 40324 w 63636"/>
                <a:gd name="connsiteY46" fmla="*/ 58927 h 63636"/>
                <a:gd name="connsiteX47" fmla="*/ 40430 w 63636"/>
                <a:gd name="connsiteY47" fmla="*/ 58863 h 63636"/>
                <a:gd name="connsiteX48" fmla="*/ 41957 w 63636"/>
                <a:gd name="connsiteY48" fmla="*/ 58142 h 63636"/>
                <a:gd name="connsiteX49" fmla="*/ 42806 w 63636"/>
                <a:gd name="connsiteY49" fmla="*/ 57803 h 63636"/>
                <a:gd name="connsiteX50" fmla="*/ 44885 w 63636"/>
                <a:gd name="connsiteY50" fmla="*/ 56360 h 63636"/>
                <a:gd name="connsiteX51" fmla="*/ 46327 w 63636"/>
                <a:gd name="connsiteY51" fmla="*/ 55024 h 63636"/>
                <a:gd name="connsiteX52" fmla="*/ 46412 w 63636"/>
                <a:gd name="connsiteY52" fmla="*/ 54875 h 63636"/>
                <a:gd name="connsiteX53" fmla="*/ 46751 w 63636"/>
                <a:gd name="connsiteY53" fmla="*/ 54409 h 63636"/>
                <a:gd name="connsiteX54" fmla="*/ 47388 w 63636"/>
                <a:gd name="connsiteY54" fmla="*/ 53603 h 63636"/>
                <a:gd name="connsiteX55" fmla="*/ 47536 w 63636"/>
                <a:gd name="connsiteY55" fmla="*/ 53263 h 63636"/>
                <a:gd name="connsiteX56" fmla="*/ 47663 w 63636"/>
                <a:gd name="connsiteY56" fmla="*/ 52882 h 63636"/>
                <a:gd name="connsiteX57" fmla="*/ 47939 w 63636"/>
                <a:gd name="connsiteY57" fmla="*/ 52415 h 63636"/>
                <a:gd name="connsiteX58" fmla="*/ 48257 w 63636"/>
                <a:gd name="connsiteY58" fmla="*/ 51439 h 63636"/>
                <a:gd name="connsiteX59" fmla="*/ 48257 w 63636"/>
                <a:gd name="connsiteY59" fmla="*/ 51418 h 63636"/>
                <a:gd name="connsiteX60" fmla="*/ 48236 w 63636"/>
                <a:gd name="connsiteY60" fmla="*/ 51397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63636" h="63636">
                  <a:moveTo>
                    <a:pt x="48236" y="51397"/>
                  </a:moveTo>
                  <a:cubicBezTo>
                    <a:pt x="48342" y="51036"/>
                    <a:pt x="48385" y="50718"/>
                    <a:pt x="48385" y="50442"/>
                  </a:cubicBezTo>
                  <a:cubicBezTo>
                    <a:pt x="48385" y="50145"/>
                    <a:pt x="48385" y="49933"/>
                    <a:pt x="48385" y="49700"/>
                  </a:cubicBezTo>
                  <a:lnTo>
                    <a:pt x="46179" y="15909"/>
                  </a:lnTo>
                  <a:cubicBezTo>
                    <a:pt x="46179" y="16461"/>
                    <a:pt x="46179" y="17097"/>
                    <a:pt x="46009" y="17670"/>
                  </a:cubicBezTo>
                  <a:cubicBezTo>
                    <a:pt x="46009" y="17670"/>
                    <a:pt x="46009" y="17670"/>
                    <a:pt x="45988" y="17670"/>
                  </a:cubicBezTo>
                  <a:cubicBezTo>
                    <a:pt x="45860" y="18115"/>
                    <a:pt x="45691" y="18645"/>
                    <a:pt x="45479" y="19154"/>
                  </a:cubicBezTo>
                  <a:cubicBezTo>
                    <a:pt x="45394" y="19239"/>
                    <a:pt x="45394" y="19388"/>
                    <a:pt x="45288" y="19536"/>
                  </a:cubicBezTo>
                  <a:cubicBezTo>
                    <a:pt x="45076" y="19876"/>
                    <a:pt x="44842" y="20215"/>
                    <a:pt x="44566" y="20618"/>
                  </a:cubicBezTo>
                  <a:cubicBezTo>
                    <a:pt x="44439" y="20809"/>
                    <a:pt x="44269" y="20979"/>
                    <a:pt x="44206" y="21127"/>
                  </a:cubicBezTo>
                  <a:cubicBezTo>
                    <a:pt x="43718" y="21636"/>
                    <a:pt x="43230" y="22167"/>
                    <a:pt x="42657" y="22548"/>
                  </a:cubicBezTo>
                  <a:cubicBezTo>
                    <a:pt x="42085" y="23121"/>
                    <a:pt x="41300" y="23567"/>
                    <a:pt x="40536" y="24012"/>
                  </a:cubicBezTo>
                  <a:cubicBezTo>
                    <a:pt x="40282" y="24160"/>
                    <a:pt x="39985" y="24288"/>
                    <a:pt x="39709" y="24415"/>
                  </a:cubicBezTo>
                  <a:cubicBezTo>
                    <a:pt x="39200" y="24670"/>
                    <a:pt x="38712" y="24903"/>
                    <a:pt x="38076" y="25136"/>
                  </a:cubicBezTo>
                  <a:cubicBezTo>
                    <a:pt x="37906" y="25221"/>
                    <a:pt x="37757" y="25242"/>
                    <a:pt x="37545" y="25327"/>
                  </a:cubicBezTo>
                  <a:cubicBezTo>
                    <a:pt x="36866" y="25539"/>
                    <a:pt x="36209" y="25751"/>
                    <a:pt x="35509" y="25900"/>
                  </a:cubicBezTo>
                  <a:cubicBezTo>
                    <a:pt x="35382" y="25942"/>
                    <a:pt x="35169" y="25985"/>
                    <a:pt x="35000" y="26048"/>
                  </a:cubicBezTo>
                  <a:cubicBezTo>
                    <a:pt x="34215" y="26239"/>
                    <a:pt x="33324" y="26366"/>
                    <a:pt x="32497" y="26494"/>
                  </a:cubicBezTo>
                  <a:cubicBezTo>
                    <a:pt x="32497" y="26494"/>
                    <a:pt x="32433" y="26494"/>
                    <a:pt x="32370" y="26494"/>
                  </a:cubicBezTo>
                  <a:cubicBezTo>
                    <a:pt x="31479" y="26536"/>
                    <a:pt x="30567" y="26536"/>
                    <a:pt x="29718" y="26536"/>
                  </a:cubicBezTo>
                  <a:cubicBezTo>
                    <a:pt x="29633" y="26536"/>
                    <a:pt x="29591" y="26536"/>
                    <a:pt x="29527" y="26536"/>
                  </a:cubicBezTo>
                  <a:cubicBezTo>
                    <a:pt x="28679" y="26536"/>
                    <a:pt x="27873" y="26494"/>
                    <a:pt x="26982" y="26366"/>
                  </a:cubicBezTo>
                  <a:cubicBezTo>
                    <a:pt x="26791" y="26324"/>
                    <a:pt x="26685" y="26324"/>
                    <a:pt x="26536" y="26324"/>
                  </a:cubicBezTo>
                  <a:cubicBezTo>
                    <a:pt x="25667" y="26112"/>
                    <a:pt x="24818" y="25942"/>
                    <a:pt x="24033" y="25709"/>
                  </a:cubicBezTo>
                  <a:cubicBezTo>
                    <a:pt x="23142" y="25518"/>
                    <a:pt x="22251" y="25157"/>
                    <a:pt x="21339" y="24712"/>
                  </a:cubicBezTo>
                  <a:cubicBezTo>
                    <a:pt x="17967" y="23057"/>
                    <a:pt x="16121" y="20554"/>
                    <a:pt x="15909" y="17882"/>
                  </a:cubicBezTo>
                  <a:lnTo>
                    <a:pt x="18158" y="51715"/>
                  </a:lnTo>
                  <a:cubicBezTo>
                    <a:pt x="18306" y="54345"/>
                    <a:pt x="20173" y="56848"/>
                    <a:pt x="23651" y="58503"/>
                  </a:cubicBezTo>
                  <a:cubicBezTo>
                    <a:pt x="24457" y="58906"/>
                    <a:pt x="25370" y="59266"/>
                    <a:pt x="26239" y="59479"/>
                  </a:cubicBezTo>
                  <a:cubicBezTo>
                    <a:pt x="26239" y="59479"/>
                    <a:pt x="26260" y="59479"/>
                    <a:pt x="26324" y="59585"/>
                  </a:cubicBezTo>
                  <a:cubicBezTo>
                    <a:pt x="26961" y="59733"/>
                    <a:pt x="27661" y="59924"/>
                    <a:pt x="28339" y="60051"/>
                  </a:cubicBezTo>
                  <a:cubicBezTo>
                    <a:pt x="28445" y="60051"/>
                    <a:pt x="28636" y="60094"/>
                    <a:pt x="28764" y="60094"/>
                  </a:cubicBezTo>
                  <a:cubicBezTo>
                    <a:pt x="28954" y="60115"/>
                    <a:pt x="29103" y="60115"/>
                    <a:pt x="29209" y="60178"/>
                  </a:cubicBezTo>
                  <a:cubicBezTo>
                    <a:pt x="29527" y="60200"/>
                    <a:pt x="29739" y="60263"/>
                    <a:pt x="30057" y="60285"/>
                  </a:cubicBezTo>
                  <a:cubicBezTo>
                    <a:pt x="30545" y="60327"/>
                    <a:pt x="31139" y="60348"/>
                    <a:pt x="31627" y="60348"/>
                  </a:cubicBezTo>
                  <a:cubicBezTo>
                    <a:pt x="31669" y="60348"/>
                    <a:pt x="31712" y="60348"/>
                    <a:pt x="31754" y="60348"/>
                  </a:cubicBezTo>
                  <a:cubicBezTo>
                    <a:pt x="31818" y="60348"/>
                    <a:pt x="31903" y="60348"/>
                    <a:pt x="31924" y="60348"/>
                  </a:cubicBezTo>
                  <a:cubicBezTo>
                    <a:pt x="32370" y="60348"/>
                    <a:pt x="32794" y="60348"/>
                    <a:pt x="33260" y="60348"/>
                  </a:cubicBezTo>
                  <a:cubicBezTo>
                    <a:pt x="33706" y="60348"/>
                    <a:pt x="34194" y="60327"/>
                    <a:pt x="34597" y="60285"/>
                  </a:cubicBezTo>
                  <a:cubicBezTo>
                    <a:pt x="34682" y="60285"/>
                    <a:pt x="34703" y="60285"/>
                    <a:pt x="34724" y="60263"/>
                  </a:cubicBezTo>
                  <a:cubicBezTo>
                    <a:pt x="34788" y="60263"/>
                    <a:pt x="34788" y="60263"/>
                    <a:pt x="34851" y="60263"/>
                  </a:cubicBezTo>
                  <a:cubicBezTo>
                    <a:pt x="35403" y="60200"/>
                    <a:pt x="35933" y="60115"/>
                    <a:pt x="36464" y="60051"/>
                  </a:cubicBezTo>
                  <a:cubicBezTo>
                    <a:pt x="36697" y="59988"/>
                    <a:pt x="36972" y="59903"/>
                    <a:pt x="37206" y="59818"/>
                  </a:cubicBezTo>
                  <a:cubicBezTo>
                    <a:pt x="37439" y="59818"/>
                    <a:pt x="37630" y="59754"/>
                    <a:pt x="37800" y="59712"/>
                  </a:cubicBezTo>
                  <a:cubicBezTo>
                    <a:pt x="37927" y="59669"/>
                    <a:pt x="38097" y="59648"/>
                    <a:pt x="38267" y="59585"/>
                  </a:cubicBezTo>
                  <a:cubicBezTo>
                    <a:pt x="38776" y="59415"/>
                    <a:pt x="39263" y="59330"/>
                    <a:pt x="39751" y="59160"/>
                  </a:cubicBezTo>
                  <a:cubicBezTo>
                    <a:pt x="39942" y="59054"/>
                    <a:pt x="40112" y="58991"/>
                    <a:pt x="40324" y="58927"/>
                  </a:cubicBezTo>
                  <a:cubicBezTo>
                    <a:pt x="40345" y="58927"/>
                    <a:pt x="40430" y="58863"/>
                    <a:pt x="40430" y="58863"/>
                  </a:cubicBezTo>
                  <a:cubicBezTo>
                    <a:pt x="40939" y="58651"/>
                    <a:pt x="41470" y="58418"/>
                    <a:pt x="41957" y="58142"/>
                  </a:cubicBezTo>
                  <a:cubicBezTo>
                    <a:pt x="42169" y="58036"/>
                    <a:pt x="42466" y="57973"/>
                    <a:pt x="42806" y="57803"/>
                  </a:cubicBezTo>
                  <a:cubicBezTo>
                    <a:pt x="43442" y="57336"/>
                    <a:pt x="44227" y="56891"/>
                    <a:pt x="44885" y="56360"/>
                  </a:cubicBezTo>
                  <a:cubicBezTo>
                    <a:pt x="45415" y="55915"/>
                    <a:pt x="45860" y="55469"/>
                    <a:pt x="46327" y="55024"/>
                  </a:cubicBezTo>
                  <a:cubicBezTo>
                    <a:pt x="46348" y="54960"/>
                    <a:pt x="46348" y="54897"/>
                    <a:pt x="46412" y="54875"/>
                  </a:cubicBezTo>
                  <a:cubicBezTo>
                    <a:pt x="46560" y="54727"/>
                    <a:pt x="46645" y="54515"/>
                    <a:pt x="46751" y="54409"/>
                  </a:cubicBezTo>
                  <a:cubicBezTo>
                    <a:pt x="47006" y="54069"/>
                    <a:pt x="47197" y="53900"/>
                    <a:pt x="47388" y="53603"/>
                  </a:cubicBezTo>
                  <a:cubicBezTo>
                    <a:pt x="47409" y="53497"/>
                    <a:pt x="47451" y="53433"/>
                    <a:pt x="47536" y="53263"/>
                  </a:cubicBezTo>
                  <a:cubicBezTo>
                    <a:pt x="47600" y="53136"/>
                    <a:pt x="47621" y="52988"/>
                    <a:pt x="47663" y="52882"/>
                  </a:cubicBezTo>
                  <a:cubicBezTo>
                    <a:pt x="47769" y="52712"/>
                    <a:pt x="47854" y="52606"/>
                    <a:pt x="47939" y="52415"/>
                  </a:cubicBezTo>
                  <a:cubicBezTo>
                    <a:pt x="48066" y="52097"/>
                    <a:pt x="48194" y="51757"/>
                    <a:pt x="48257" y="51439"/>
                  </a:cubicBezTo>
                  <a:cubicBezTo>
                    <a:pt x="48257" y="51418"/>
                    <a:pt x="48257" y="51418"/>
                    <a:pt x="48257" y="51418"/>
                  </a:cubicBezTo>
                  <a:cubicBezTo>
                    <a:pt x="48257" y="51418"/>
                    <a:pt x="48236" y="51439"/>
                    <a:pt x="48236" y="51397"/>
                  </a:cubicBezTo>
                  <a:close/>
                </a:path>
              </a:pathLst>
            </a:custGeom>
            <a:solidFill>
              <a:srgbClr val="91345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FD2995AB-8BB6-4F27-B130-15BE8B8977C9}"/>
                </a:ext>
              </a:extLst>
            </p:cNvPr>
            <p:cNvSpPr/>
            <p:nvPr/>
          </p:nvSpPr>
          <p:spPr>
            <a:xfrm>
              <a:off x="6584974" y="4543405"/>
              <a:ext cx="62653" cy="62653"/>
            </a:xfrm>
            <a:custGeom>
              <a:avLst/>
              <a:gdLst>
                <a:gd name="connsiteX0" fmla="*/ 36869 w 42424"/>
                <a:gd name="connsiteY0" fmla="*/ 26480 h 42424"/>
                <a:gd name="connsiteX1" fmla="*/ 39287 w 42424"/>
                <a:gd name="connsiteY1" fmla="*/ 28177 h 42424"/>
                <a:gd name="connsiteX2" fmla="*/ 36869 w 42424"/>
                <a:gd name="connsiteY2" fmla="*/ 17465 h 42424"/>
                <a:gd name="connsiteX3" fmla="*/ 18776 w 42424"/>
                <a:gd name="connsiteY3" fmla="*/ 19268 h 42424"/>
                <a:gd name="connsiteX4" fmla="*/ 18118 w 42424"/>
                <a:gd name="connsiteY4" fmla="*/ 29004 h 42424"/>
                <a:gd name="connsiteX5" fmla="*/ 18776 w 42424"/>
                <a:gd name="connsiteY5" fmla="*/ 28325 h 42424"/>
                <a:gd name="connsiteX6" fmla="*/ 36869 w 42424"/>
                <a:gd name="connsiteY6" fmla="*/ 26480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42424">
                  <a:moveTo>
                    <a:pt x="36869" y="26480"/>
                  </a:moveTo>
                  <a:cubicBezTo>
                    <a:pt x="37824" y="26968"/>
                    <a:pt x="38545" y="27561"/>
                    <a:pt x="39287" y="28177"/>
                  </a:cubicBezTo>
                  <a:cubicBezTo>
                    <a:pt x="42809" y="24571"/>
                    <a:pt x="41897" y="19925"/>
                    <a:pt x="36869" y="17465"/>
                  </a:cubicBezTo>
                  <a:cubicBezTo>
                    <a:pt x="31375" y="14813"/>
                    <a:pt x="23272" y="15640"/>
                    <a:pt x="18776" y="19268"/>
                  </a:cubicBezTo>
                  <a:cubicBezTo>
                    <a:pt x="15127" y="22280"/>
                    <a:pt x="15021" y="26183"/>
                    <a:pt x="18118" y="29004"/>
                  </a:cubicBezTo>
                  <a:cubicBezTo>
                    <a:pt x="18351" y="28749"/>
                    <a:pt x="18542" y="28537"/>
                    <a:pt x="18776" y="28325"/>
                  </a:cubicBezTo>
                  <a:cubicBezTo>
                    <a:pt x="23272" y="24613"/>
                    <a:pt x="31375" y="23828"/>
                    <a:pt x="36869" y="26480"/>
                  </a:cubicBezTo>
                  <a:close/>
                </a:path>
              </a:pathLst>
            </a:custGeom>
            <a:solidFill>
              <a:srgbClr val="74501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15F5577A-7E80-474E-BD49-E1B40D240F50}"/>
                </a:ext>
              </a:extLst>
            </p:cNvPr>
            <p:cNvSpPr/>
            <p:nvPr/>
          </p:nvSpPr>
          <p:spPr>
            <a:xfrm>
              <a:off x="6581087" y="4538227"/>
              <a:ext cx="62653" cy="62653"/>
            </a:xfrm>
            <a:custGeom>
              <a:avLst/>
              <a:gdLst>
                <a:gd name="connsiteX0" fmla="*/ 40710 w 42424"/>
                <a:gd name="connsiteY0" fmla="*/ 17746 h 42424"/>
                <a:gd name="connsiteX1" fmla="*/ 42662 w 42424"/>
                <a:gd name="connsiteY1" fmla="*/ 31258 h 42424"/>
                <a:gd name="connsiteX2" fmla="*/ 21344 w 42424"/>
                <a:gd name="connsiteY2" fmla="*/ 33421 h 42424"/>
                <a:gd name="connsiteX3" fmla="*/ 19371 w 42424"/>
                <a:gd name="connsiteY3" fmla="*/ 19930 h 42424"/>
                <a:gd name="connsiteX4" fmla="*/ 40710 w 42424"/>
                <a:gd name="connsiteY4" fmla="*/ 17746 h 42424"/>
                <a:gd name="connsiteX5" fmla="*/ 22914 w 42424"/>
                <a:gd name="connsiteY5" fmla="*/ 32191 h 42424"/>
                <a:gd name="connsiteX6" fmla="*/ 40901 w 42424"/>
                <a:gd name="connsiteY6" fmla="*/ 30409 h 42424"/>
                <a:gd name="connsiteX7" fmla="*/ 39162 w 42424"/>
                <a:gd name="connsiteY7" fmla="*/ 18934 h 42424"/>
                <a:gd name="connsiteX8" fmla="*/ 21195 w 42424"/>
                <a:gd name="connsiteY8" fmla="*/ 20800 h 42424"/>
                <a:gd name="connsiteX9" fmla="*/ 22914 w 42424"/>
                <a:gd name="connsiteY9" fmla="*/ 3219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42424">
                  <a:moveTo>
                    <a:pt x="40710" y="17746"/>
                  </a:moveTo>
                  <a:cubicBezTo>
                    <a:pt x="47138" y="20906"/>
                    <a:pt x="47986" y="26994"/>
                    <a:pt x="42662" y="31258"/>
                  </a:cubicBezTo>
                  <a:cubicBezTo>
                    <a:pt x="37401" y="35564"/>
                    <a:pt x="27898" y="36518"/>
                    <a:pt x="21344" y="33421"/>
                  </a:cubicBezTo>
                  <a:cubicBezTo>
                    <a:pt x="14959" y="30282"/>
                    <a:pt x="14068" y="24258"/>
                    <a:pt x="19371" y="19930"/>
                  </a:cubicBezTo>
                  <a:cubicBezTo>
                    <a:pt x="24653" y="15561"/>
                    <a:pt x="34262" y="14627"/>
                    <a:pt x="40710" y="17746"/>
                  </a:cubicBezTo>
                  <a:close/>
                  <a:moveTo>
                    <a:pt x="22914" y="32191"/>
                  </a:moveTo>
                  <a:cubicBezTo>
                    <a:pt x="28344" y="34885"/>
                    <a:pt x="36404" y="34036"/>
                    <a:pt x="40901" y="30409"/>
                  </a:cubicBezTo>
                  <a:cubicBezTo>
                    <a:pt x="45398" y="26761"/>
                    <a:pt x="44613" y="21691"/>
                    <a:pt x="39162" y="18934"/>
                  </a:cubicBezTo>
                  <a:cubicBezTo>
                    <a:pt x="33732" y="16346"/>
                    <a:pt x="25671" y="17152"/>
                    <a:pt x="21195" y="20800"/>
                  </a:cubicBezTo>
                  <a:cubicBezTo>
                    <a:pt x="16720" y="24364"/>
                    <a:pt x="17462" y="29603"/>
                    <a:pt x="22914" y="32191"/>
                  </a:cubicBezTo>
                </a:path>
              </a:pathLst>
            </a:custGeom>
            <a:solidFill>
              <a:srgbClr val="D353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28ADBE21-BFB9-454F-BF27-C719A4E2F3A1}"/>
                </a:ext>
              </a:extLst>
            </p:cNvPr>
            <p:cNvSpPr/>
            <p:nvPr/>
          </p:nvSpPr>
          <p:spPr>
            <a:xfrm>
              <a:off x="6618497" y="4590969"/>
              <a:ext cx="31327" cy="31327"/>
            </a:xfrm>
            <a:custGeom>
              <a:avLst/>
              <a:gdLst>
                <a:gd name="connsiteX0" fmla="*/ 25497 w 21212"/>
                <a:gd name="connsiteY0" fmla="*/ 18900 h 21212"/>
                <a:gd name="connsiteX1" fmla="*/ 25433 w 21212"/>
                <a:gd name="connsiteY1" fmla="*/ 18900 h 21212"/>
                <a:gd name="connsiteX2" fmla="*/ 24012 w 21212"/>
                <a:gd name="connsiteY2" fmla="*/ 18900 h 21212"/>
                <a:gd name="connsiteX3" fmla="*/ 24012 w 21212"/>
                <a:gd name="connsiteY3" fmla="*/ 18900 h 21212"/>
                <a:gd name="connsiteX4" fmla="*/ 23185 w 21212"/>
                <a:gd name="connsiteY4" fmla="*/ 18561 h 21212"/>
                <a:gd name="connsiteX5" fmla="*/ 17754 w 21212"/>
                <a:gd name="connsiteY5" fmla="*/ 15909 h 21212"/>
                <a:gd name="connsiteX6" fmla="*/ 15909 w 21212"/>
                <a:gd name="connsiteY6" fmla="*/ 17203 h 21212"/>
                <a:gd name="connsiteX7" fmla="*/ 21339 w 21212"/>
                <a:gd name="connsiteY7" fmla="*/ 19876 h 21212"/>
                <a:gd name="connsiteX8" fmla="*/ 21488 w 21212"/>
                <a:gd name="connsiteY8" fmla="*/ 19960 h 21212"/>
                <a:gd name="connsiteX9" fmla="*/ 21657 w 21212"/>
                <a:gd name="connsiteY9" fmla="*/ 19982 h 21212"/>
                <a:gd name="connsiteX10" fmla="*/ 21827 w 21212"/>
                <a:gd name="connsiteY10" fmla="*/ 20088 h 21212"/>
                <a:gd name="connsiteX11" fmla="*/ 21933 w 21212"/>
                <a:gd name="connsiteY11" fmla="*/ 20173 h 21212"/>
                <a:gd name="connsiteX12" fmla="*/ 22124 w 21212"/>
                <a:gd name="connsiteY12" fmla="*/ 20173 h 21212"/>
                <a:gd name="connsiteX13" fmla="*/ 22167 w 21212"/>
                <a:gd name="connsiteY13" fmla="*/ 20173 h 21212"/>
                <a:gd name="connsiteX14" fmla="*/ 22230 w 21212"/>
                <a:gd name="connsiteY14" fmla="*/ 20173 h 21212"/>
                <a:gd name="connsiteX15" fmla="*/ 22315 w 21212"/>
                <a:gd name="connsiteY15" fmla="*/ 20236 h 21212"/>
                <a:gd name="connsiteX16" fmla="*/ 22379 w 21212"/>
                <a:gd name="connsiteY16" fmla="*/ 20236 h 21212"/>
                <a:gd name="connsiteX17" fmla="*/ 22569 w 21212"/>
                <a:gd name="connsiteY17" fmla="*/ 20257 h 21212"/>
                <a:gd name="connsiteX18" fmla="*/ 22718 w 21212"/>
                <a:gd name="connsiteY18" fmla="*/ 20257 h 21212"/>
                <a:gd name="connsiteX19" fmla="*/ 22930 w 21212"/>
                <a:gd name="connsiteY19" fmla="*/ 20257 h 21212"/>
                <a:gd name="connsiteX20" fmla="*/ 22930 w 21212"/>
                <a:gd name="connsiteY20" fmla="*/ 20257 h 21212"/>
                <a:gd name="connsiteX21" fmla="*/ 22973 w 21212"/>
                <a:gd name="connsiteY21" fmla="*/ 20257 h 21212"/>
                <a:gd name="connsiteX22" fmla="*/ 23121 w 21212"/>
                <a:gd name="connsiteY22" fmla="*/ 20257 h 21212"/>
                <a:gd name="connsiteX23" fmla="*/ 23354 w 21212"/>
                <a:gd name="connsiteY23" fmla="*/ 20257 h 21212"/>
                <a:gd name="connsiteX24" fmla="*/ 23503 w 21212"/>
                <a:gd name="connsiteY24" fmla="*/ 20236 h 21212"/>
                <a:gd name="connsiteX25" fmla="*/ 23609 w 21212"/>
                <a:gd name="connsiteY25" fmla="*/ 20236 h 21212"/>
                <a:gd name="connsiteX26" fmla="*/ 23630 w 21212"/>
                <a:gd name="connsiteY26" fmla="*/ 20173 h 21212"/>
                <a:gd name="connsiteX27" fmla="*/ 23779 w 21212"/>
                <a:gd name="connsiteY27" fmla="*/ 20173 h 21212"/>
                <a:gd name="connsiteX28" fmla="*/ 24224 w 21212"/>
                <a:gd name="connsiteY28" fmla="*/ 19876 h 21212"/>
                <a:gd name="connsiteX29" fmla="*/ 26027 w 21212"/>
                <a:gd name="connsiteY29" fmla="*/ 18561 h 21212"/>
                <a:gd name="connsiteX30" fmla="*/ 25497 w 21212"/>
                <a:gd name="connsiteY30" fmla="*/ 189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25497" y="18900"/>
                  </a:moveTo>
                  <a:cubicBezTo>
                    <a:pt x="25433" y="18900"/>
                    <a:pt x="25433" y="18900"/>
                    <a:pt x="25433" y="18900"/>
                  </a:cubicBezTo>
                  <a:cubicBezTo>
                    <a:pt x="24988" y="18985"/>
                    <a:pt x="24500" y="18985"/>
                    <a:pt x="24012" y="18900"/>
                  </a:cubicBezTo>
                  <a:lnTo>
                    <a:pt x="24012" y="18900"/>
                  </a:lnTo>
                  <a:cubicBezTo>
                    <a:pt x="23779" y="18794"/>
                    <a:pt x="23461" y="18667"/>
                    <a:pt x="23185" y="18561"/>
                  </a:cubicBezTo>
                  <a:lnTo>
                    <a:pt x="17754" y="15909"/>
                  </a:lnTo>
                  <a:lnTo>
                    <a:pt x="15909" y="17203"/>
                  </a:lnTo>
                  <a:lnTo>
                    <a:pt x="21339" y="19876"/>
                  </a:lnTo>
                  <a:cubicBezTo>
                    <a:pt x="21360" y="19876"/>
                    <a:pt x="21424" y="19897"/>
                    <a:pt x="21488" y="19960"/>
                  </a:cubicBezTo>
                  <a:cubicBezTo>
                    <a:pt x="21530" y="19960"/>
                    <a:pt x="21636" y="19982"/>
                    <a:pt x="21657" y="19982"/>
                  </a:cubicBezTo>
                  <a:cubicBezTo>
                    <a:pt x="21700" y="19982"/>
                    <a:pt x="21764" y="20088"/>
                    <a:pt x="21827" y="20088"/>
                  </a:cubicBezTo>
                  <a:cubicBezTo>
                    <a:pt x="21870" y="20109"/>
                    <a:pt x="21891" y="20109"/>
                    <a:pt x="21933" y="20173"/>
                  </a:cubicBezTo>
                  <a:cubicBezTo>
                    <a:pt x="22061" y="20173"/>
                    <a:pt x="22103" y="20173"/>
                    <a:pt x="22124" y="20173"/>
                  </a:cubicBezTo>
                  <a:cubicBezTo>
                    <a:pt x="22167" y="20173"/>
                    <a:pt x="22167" y="20173"/>
                    <a:pt x="22167" y="20173"/>
                  </a:cubicBezTo>
                  <a:cubicBezTo>
                    <a:pt x="22167" y="20173"/>
                    <a:pt x="22167" y="20173"/>
                    <a:pt x="22230" y="20173"/>
                  </a:cubicBezTo>
                  <a:cubicBezTo>
                    <a:pt x="22230" y="20236"/>
                    <a:pt x="22251" y="20236"/>
                    <a:pt x="22315" y="20236"/>
                  </a:cubicBezTo>
                  <a:cubicBezTo>
                    <a:pt x="22315" y="20236"/>
                    <a:pt x="22336" y="20236"/>
                    <a:pt x="22379" y="20236"/>
                  </a:cubicBezTo>
                  <a:cubicBezTo>
                    <a:pt x="22485" y="20257"/>
                    <a:pt x="22548" y="20257"/>
                    <a:pt x="22569" y="20257"/>
                  </a:cubicBezTo>
                  <a:cubicBezTo>
                    <a:pt x="22654" y="20257"/>
                    <a:pt x="22697" y="20257"/>
                    <a:pt x="22718" y="20257"/>
                  </a:cubicBezTo>
                  <a:cubicBezTo>
                    <a:pt x="22782" y="20257"/>
                    <a:pt x="22909" y="20257"/>
                    <a:pt x="22930" y="20257"/>
                  </a:cubicBezTo>
                  <a:lnTo>
                    <a:pt x="22930" y="20257"/>
                  </a:lnTo>
                  <a:cubicBezTo>
                    <a:pt x="22973" y="20257"/>
                    <a:pt x="22973" y="20257"/>
                    <a:pt x="22973" y="20257"/>
                  </a:cubicBezTo>
                  <a:cubicBezTo>
                    <a:pt x="23015" y="20257"/>
                    <a:pt x="23079" y="20257"/>
                    <a:pt x="23121" y="20257"/>
                  </a:cubicBezTo>
                  <a:cubicBezTo>
                    <a:pt x="23164" y="20257"/>
                    <a:pt x="23227" y="20257"/>
                    <a:pt x="23354" y="20257"/>
                  </a:cubicBezTo>
                  <a:cubicBezTo>
                    <a:pt x="23439" y="20257"/>
                    <a:pt x="23439" y="20236"/>
                    <a:pt x="23503" y="20236"/>
                  </a:cubicBezTo>
                  <a:cubicBezTo>
                    <a:pt x="23545" y="20236"/>
                    <a:pt x="23545" y="20236"/>
                    <a:pt x="23609" y="20236"/>
                  </a:cubicBezTo>
                  <a:cubicBezTo>
                    <a:pt x="23609" y="20173"/>
                    <a:pt x="23630" y="20173"/>
                    <a:pt x="23630" y="20173"/>
                  </a:cubicBezTo>
                  <a:cubicBezTo>
                    <a:pt x="23673" y="20173"/>
                    <a:pt x="23736" y="20173"/>
                    <a:pt x="23779" y="20173"/>
                  </a:cubicBezTo>
                  <a:cubicBezTo>
                    <a:pt x="23927" y="20109"/>
                    <a:pt x="24076" y="19982"/>
                    <a:pt x="24224" y="19876"/>
                  </a:cubicBezTo>
                  <a:lnTo>
                    <a:pt x="26027" y="18561"/>
                  </a:lnTo>
                  <a:cubicBezTo>
                    <a:pt x="25815" y="18688"/>
                    <a:pt x="25603" y="18815"/>
                    <a:pt x="25497" y="18900"/>
                  </a:cubicBezTo>
                  <a:close/>
                </a:path>
              </a:pathLst>
            </a:custGeom>
            <a:solidFill>
              <a:srgbClr val="903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F753AA5D-E3D5-419D-AEE4-E775315CA0D9}"/>
                </a:ext>
              </a:extLst>
            </p:cNvPr>
            <p:cNvSpPr/>
            <p:nvPr/>
          </p:nvSpPr>
          <p:spPr>
            <a:xfrm>
              <a:off x="6618435" y="4567129"/>
              <a:ext cx="62653" cy="62653"/>
            </a:xfrm>
            <a:custGeom>
              <a:avLst/>
              <a:gdLst>
                <a:gd name="connsiteX0" fmla="*/ 29209 w 42424"/>
                <a:gd name="connsiteY0" fmla="*/ 27491 h 42424"/>
                <a:gd name="connsiteX1" fmla="*/ 29209 w 42424"/>
                <a:gd name="connsiteY1" fmla="*/ 27194 h 42424"/>
                <a:gd name="connsiteX2" fmla="*/ 29209 w 42424"/>
                <a:gd name="connsiteY2" fmla="*/ 27194 h 42424"/>
                <a:gd name="connsiteX3" fmla="*/ 29209 w 42424"/>
                <a:gd name="connsiteY3" fmla="*/ 27194 h 42424"/>
                <a:gd name="connsiteX4" fmla="*/ 29188 w 42424"/>
                <a:gd name="connsiteY4" fmla="*/ 26897 h 42424"/>
                <a:gd name="connsiteX5" fmla="*/ 29124 w 42424"/>
                <a:gd name="connsiteY5" fmla="*/ 26642 h 42424"/>
                <a:gd name="connsiteX6" fmla="*/ 29124 w 42424"/>
                <a:gd name="connsiteY6" fmla="*/ 26536 h 42424"/>
                <a:gd name="connsiteX7" fmla="*/ 29039 w 42424"/>
                <a:gd name="connsiteY7" fmla="*/ 26494 h 42424"/>
                <a:gd name="connsiteX8" fmla="*/ 29039 w 42424"/>
                <a:gd name="connsiteY8" fmla="*/ 26345 h 42424"/>
                <a:gd name="connsiteX9" fmla="*/ 28954 w 42424"/>
                <a:gd name="connsiteY9" fmla="*/ 26027 h 42424"/>
                <a:gd name="connsiteX10" fmla="*/ 28933 w 42424"/>
                <a:gd name="connsiteY10" fmla="*/ 25857 h 42424"/>
                <a:gd name="connsiteX11" fmla="*/ 28933 w 42424"/>
                <a:gd name="connsiteY11" fmla="*/ 25794 h 42424"/>
                <a:gd name="connsiteX12" fmla="*/ 28933 w 42424"/>
                <a:gd name="connsiteY12" fmla="*/ 25751 h 42424"/>
                <a:gd name="connsiteX13" fmla="*/ 28891 w 42424"/>
                <a:gd name="connsiteY13" fmla="*/ 25497 h 42424"/>
                <a:gd name="connsiteX14" fmla="*/ 28785 w 42424"/>
                <a:gd name="connsiteY14" fmla="*/ 25179 h 42424"/>
                <a:gd name="connsiteX15" fmla="*/ 28785 w 42424"/>
                <a:gd name="connsiteY15" fmla="*/ 25115 h 42424"/>
                <a:gd name="connsiteX16" fmla="*/ 28785 w 42424"/>
                <a:gd name="connsiteY16" fmla="*/ 25115 h 42424"/>
                <a:gd name="connsiteX17" fmla="*/ 28636 w 42424"/>
                <a:gd name="connsiteY17" fmla="*/ 24797 h 42424"/>
                <a:gd name="connsiteX18" fmla="*/ 28509 w 42424"/>
                <a:gd name="connsiteY18" fmla="*/ 24479 h 42424"/>
                <a:gd name="connsiteX19" fmla="*/ 28488 w 42424"/>
                <a:gd name="connsiteY19" fmla="*/ 24436 h 42424"/>
                <a:gd name="connsiteX20" fmla="*/ 28488 w 42424"/>
                <a:gd name="connsiteY20" fmla="*/ 24394 h 42424"/>
                <a:gd name="connsiteX21" fmla="*/ 28403 w 42424"/>
                <a:gd name="connsiteY21" fmla="*/ 24203 h 42424"/>
                <a:gd name="connsiteX22" fmla="*/ 28191 w 42424"/>
                <a:gd name="connsiteY22" fmla="*/ 23821 h 42424"/>
                <a:gd name="connsiteX23" fmla="*/ 28169 w 42424"/>
                <a:gd name="connsiteY23" fmla="*/ 23779 h 42424"/>
                <a:gd name="connsiteX24" fmla="*/ 28169 w 42424"/>
                <a:gd name="connsiteY24" fmla="*/ 23694 h 42424"/>
                <a:gd name="connsiteX25" fmla="*/ 28042 w 42424"/>
                <a:gd name="connsiteY25" fmla="*/ 23460 h 42424"/>
                <a:gd name="connsiteX26" fmla="*/ 27830 w 42424"/>
                <a:gd name="connsiteY26" fmla="*/ 23100 h 42424"/>
                <a:gd name="connsiteX27" fmla="*/ 27830 w 42424"/>
                <a:gd name="connsiteY27" fmla="*/ 23100 h 42424"/>
                <a:gd name="connsiteX28" fmla="*/ 27597 w 42424"/>
                <a:gd name="connsiteY28" fmla="*/ 22654 h 42424"/>
                <a:gd name="connsiteX29" fmla="*/ 27533 w 42424"/>
                <a:gd name="connsiteY29" fmla="*/ 22591 h 42424"/>
                <a:gd name="connsiteX30" fmla="*/ 27045 w 42424"/>
                <a:gd name="connsiteY30" fmla="*/ 21848 h 42424"/>
                <a:gd name="connsiteX31" fmla="*/ 26939 w 42424"/>
                <a:gd name="connsiteY31" fmla="*/ 21764 h 42424"/>
                <a:gd name="connsiteX32" fmla="*/ 26473 w 42424"/>
                <a:gd name="connsiteY32" fmla="*/ 21148 h 42424"/>
                <a:gd name="connsiteX33" fmla="*/ 26388 w 42424"/>
                <a:gd name="connsiteY33" fmla="*/ 21106 h 42424"/>
                <a:gd name="connsiteX34" fmla="*/ 26176 w 42424"/>
                <a:gd name="connsiteY34" fmla="*/ 20830 h 42424"/>
                <a:gd name="connsiteX35" fmla="*/ 26048 w 42424"/>
                <a:gd name="connsiteY35" fmla="*/ 20724 h 42424"/>
                <a:gd name="connsiteX36" fmla="*/ 26027 w 42424"/>
                <a:gd name="connsiteY36" fmla="*/ 20660 h 42424"/>
                <a:gd name="connsiteX37" fmla="*/ 25709 w 42424"/>
                <a:gd name="connsiteY37" fmla="*/ 20364 h 42424"/>
                <a:gd name="connsiteX38" fmla="*/ 25582 w 42424"/>
                <a:gd name="connsiteY38" fmla="*/ 20258 h 42424"/>
                <a:gd name="connsiteX39" fmla="*/ 25539 w 42424"/>
                <a:gd name="connsiteY39" fmla="*/ 20151 h 42424"/>
                <a:gd name="connsiteX40" fmla="*/ 25497 w 42424"/>
                <a:gd name="connsiteY40" fmla="*/ 20067 h 42424"/>
                <a:gd name="connsiteX41" fmla="*/ 25115 w 42424"/>
                <a:gd name="connsiteY41" fmla="*/ 19854 h 42424"/>
                <a:gd name="connsiteX42" fmla="*/ 25030 w 42424"/>
                <a:gd name="connsiteY42" fmla="*/ 19748 h 42424"/>
                <a:gd name="connsiteX43" fmla="*/ 24988 w 42424"/>
                <a:gd name="connsiteY43" fmla="*/ 19706 h 42424"/>
                <a:gd name="connsiteX44" fmla="*/ 24797 w 42424"/>
                <a:gd name="connsiteY44" fmla="*/ 19621 h 42424"/>
                <a:gd name="connsiteX45" fmla="*/ 24563 w 42424"/>
                <a:gd name="connsiteY45" fmla="*/ 19409 h 42424"/>
                <a:gd name="connsiteX46" fmla="*/ 24457 w 42424"/>
                <a:gd name="connsiteY46" fmla="*/ 19303 h 42424"/>
                <a:gd name="connsiteX47" fmla="*/ 24373 w 42424"/>
                <a:gd name="connsiteY47" fmla="*/ 19260 h 42424"/>
                <a:gd name="connsiteX48" fmla="*/ 24266 w 42424"/>
                <a:gd name="connsiteY48" fmla="*/ 19176 h 42424"/>
                <a:gd name="connsiteX49" fmla="*/ 24012 w 42424"/>
                <a:gd name="connsiteY49" fmla="*/ 19027 h 42424"/>
                <a:gd name="connsiteX50" fmla="*/ 23927 w 42424"/>
                <a:gd name="connsiteY50" fmla="*/ 18857 h 42424"/>
                <a:gd name="connsiteX51" fmla="*/ 23821 w 42424"/>
                <a:gd name="connsiteY51" fmla="*/ 18857 h 42424"/>
                <a:gd name="connsiteX52" fmla="*/ 23757 w 42424"/>
                <a:gd name="connsiteY52" fmla="*/ 18857 h 42424"/>
                <a:gd name="connsiteX53" fmla="*/ 23503 w 42424"/>
                <a:gd name="connsiteY53" fmla="*/ 18730 h 42424"/>
                <a:gd name="connsiteX54" fmla="*/ 23248 w 42424"/>
                <a:gd name="connsiteY54" fmla="*/ 18582 h 42424"/>
                <a:gd name="connsiteX55" fmla="*/ 23248 w 42424"/>
                <a:gd name="connsiteY55" fmla="*/ 18582 h 42424"/>
                <a:gd name="connsiteX56" fmla="*/ 17818 w 42424"/>
                <a:gd name="connsiteY56" fmla="*/ 15909 h 42424"/>
                <a:gd name="connsiteX57" fmla="*/ 15909 w 42424"/>
                <a:gd name="connsiteY57" fmla="*/ 17182 h 42424"/>
                <a:gd name="connsiteX58" fmla="*/ 21360 w 42424"/>
                <a:gd name="connsiteY58" fmla="*/ 19876 h 42424"/>
                <a:gd name="connsiteX59" fmla="*/ 21976 w 42424"/>
                <a:gd name="connsiteY59" fmla="*/ 20130 h 42424"/>
                <a:gd name="connsiteX60" fmla="*/ 22018 w 42424"/>
                <a:gd name="connsiteY60" fmla="*/ 20215 h 42424"/>
                <a:gd name="connsiteX61" fmla="*/ 22527 w 42424"/>
                <a:gd name="connsiteY61" fmla="*/ 20512 h 42424"/>
                <a:gd name="connsiteX62" fmla="*/ 22591 w 42424"/>
                <a:gd name="connsiteY62" fmla="*/ 20639 h 42424"/>
                <a:gd name="connsiteX63" fmla="*/ 23036 w 42424"/>
                <a:gd name="connsiteY63" fmla="*/ 21000 h 42424"/>
                <a:gd name="connsiteX64" fmla="*/ 23121 w 42424"/>
                <a:gd name="connsiteY64" fmla="*/ 21085 h 42424"/>
                <a:gd name="connsiteX65" fmla="*/ 23588 w 42424"/>
                <a:gd name="connsiteY65" fmla="*/ 21509 h 42424"/>
                <a:gd name="connsiteX66" fmla="*/ 23694 w 42424"/>
                <a:gd name="connsiteY66" fmla="*/ 21594 h 42424"/>
                <a:gd name="connsiteX67" fmla="*/ 24160 w 42424"/>
                <a:gd name="connsiteY67" fmla="*/ 22061 h 42424"/>
                <a:gd name="connsiteX68" fmla="*/ 24182 w 42424"/>
                <a:gd name="connsiteY68" fmla="*/ 22103 h 42424"/>
                <a:gd name="connsiteX69" fmla="*/ 24500 w 42424"/>
                <a:gd name="connsiteY69" fmla="*/ 22442 h 42424"/>
                <a:gd name="connsiteX70" fmla="*/ 25030 w 42424"/>
                <a:gd name="connsiteY70" fmla="*/ 23100 h 42424"/>
                <a:gd name="connsiteX71" fmla="*/ 25030 w 42424"/>
                <a:gd name="connsiteY71" fmla="*/ 23185 h 42424"/>
                <a:gd name="connsiteX72" fmla="*/ 25561 w 42424"/>
                <a:gd name="connsiteY72" fmla="*/ 23842 h 42424"/>
                <a:gd name="connsiteX73" fmla="*/ 25879 w 42424"/>
                <a:gd name="connsiteY73" fmla="*/ 24351 h 42424"/>
                <a:gd name="connsiteX74" fmla="*/ 25879 w 42424"/>
                <a:gd name="connsiteY74" fmla="*/ 24394 h 42424"/>
                <a:gd name="connsiteX75" fmla="*/ 25879 w 42424"/>
                <a:gd name="connsiteY75" fmla="*/ 24394 h 42424"/>
                <a:gd name="connsiteX76" fmla="*/ 26239 w 42424"/>
                <a:gd name="connsiteY76" fmla="*/ 24967 h 42424"/>
                <a:gd name="connsiteX77" fmla="*/ 26239 w 42424"/>
                <a:gd name="connsiteY77" fmla="*/ 25051 h 42424"/>
                <a:gd name="connsiteX78" fmla="*/ 26557 w 42424"/>
                <a:gd name="connsiteY78" fmla="*/ 25667 h 42424"/>
                <a:gd name="connsiteX79" fmla="*/ 26557 w 42424"/>
                <a:gd name="connsiteY79" fmla="*/ 25709 h 42424"/>
                <a:gd name="connsiteX80" fmla="*/ 26770 w 42424"/>
                <a:gd name="connsiteY80" fmla="*/ 26366 h 42424"/>
                <a:gd name="connsiteX81" fmla="*/ 26770 w 42424"/>
                <a:gd name="connsiteY81" fmla="*/ 26388 h 42424"/>
                <a:gd name="connsiteX82" fmla="*/ 27024 w 42424"/>
                <a:gd name="connsiteY82" fmla="*/ 27003 h 42424"/>
                <a:gd name="connsiteX83" fmla="*/ 27024 w 42424"/>
                <a:gd name="connsiteY83" fmla="*/ 27003 h 42424"/>
                <a:gd name="connsiteX84" fmla="*/ 27130 w 42424"/>
                <a:gd name="connsiteY84" fmla="*/ 27597 h 42424"/>
                <a:gd name="connsiteX85" fmla="*/ 27151 w 42424"/>
                <a:gd name="connsiteY85" fmla="*/ 27703 h 42424"/>
                <a:gd name="connsiteX86" fmla="*/ 27215 w 42424"/>
                <a:gd name="connsiteY86" fmla="*/ 28339 h 42424"/>
                <a:gd name="connsiteX87" fmla="*/ 27215 w 42424"/>
                <a:gd name="connsiteY87" fmla="*/ 28339 h 42424"/>
                <a:gd name="connsiteX88" fmla="*/ 27257 w 42424"/>
                <a:gd name="connsiteY88" fmla="*/ 29018 h 42424"/>
                <a:gd name="connsiteX89" fmla="*/ 27215 w 42424"/>
                <a:gd name="connsiteY89" fmla="*/ 34894 h 42424"/>
                <a:gd name="connsiteX90" fmla="*/ 27130 w 42424"/>
                <a:gd name="connsiteY90" fmla="*/ 35954 h 42424"/>
                <a:gd name="connsiteX91" fmla="*/ 27130 w 42424"/>
                <a:gd name="connsiteY91" fmla="*/ 35976 h 42424"/>
                <a:gd name="connsiteX92" fmla="*/ 26833 w 42424"/>
                <a:gd name="connsiteY92" fmla="*/ 36803 h 42424"/>
                <a:gd name="connsiteX93" fmla="*/ 26833 w 42424"/>
                <a:gd name="connsiteY93" fmla="*/ 36930 h 42424"/>
                <a:gd name="connsiteX94" fmla="*/ 26409 w 42424"/>
                <a:gd name="connsiteY94" fmla="*/ 37503 h 42424"/>
                <a:gd name="connsiteX95" fmla="*/ 26282 w 42424"/>
                <a:gd name="connsiteY95" fmla="*/ 37736 h 42424"/>
                <a:gd name="connsiteX96" fmla="*/ 25709 w 42424"/>
                <a:gd name="connsiteY96" fmla="*/ 38245 h 42424"/>
                <a:gd name="connsiteX97" fmla="*/ 27554 w 42424"/>
                <a:gd name="connsiteY97" fmla="*/ 36951 h 42424"/>
                <a:gd name="connsiteX98" fmla="*/ 28085 w 42424"/>
                <a:gd name="connsiteY98" fmla="*/ 36442 h 42424"/>
                <a:gd name="connsiteX99" fmla="*/ 28254 w 42424"/>
                <a:gd name="connsiteY99" fmla="*/ 36230 h 42424"/>
                <a:gd name="connsiteX100" fmla="*/ 28403 w 42424"/>
                <a:gd name="connsiteY100" fmla="*/ 36082 h 42424"/>
                <a:gd name="connsiteX101" fmla="*/ 28679 w 42424"/>
                <a:gd name="connsiteY101" fmla="*/ 35679 h 42424"/>
                <a:gd name="connsiteX102" fmla="*/ 28679 w 42424"/>
                <a:gd name="connsiteY102" fmla="*/ 35615 h 42424"/>
                <a:gd name="connsiteX103" fmla="*/ 28700 w 42424"/>
                <a:gd name="connsiteY103" fmla="*/ 35530 h 42424"/>
                <a:gd name="connsiteX104" fmla="*/ 28785 w 42424"/>
                <a:gd name="connsiteY104" fmla="*/ 35318 h 42424"/>
                <a:gd name="connsiteX105" fmla="*/ 28848 w 42424"/>
                <a:gd name="connsiteY105" fmla="*/ 35042 h 42424"/>
                <a:gd name="connsiteX106" fmla="*/ 28891 w 42424"/>
                <a:gd name="connsiteY106" fmla="*/ 34745 h 42424"/>
                <a:gd name="connsiteX107" fmla="*/ 28933 w 42424"/>
                <a:gd name="connsiteY107" fmla="*/ 34576 h 42424"/>
                <a:gd name="connsiteX108" fmla="*/ 28933 w 42424"/>
                <a:gd name="connsiteY108" fmla="*/ 34554 h 42424"/>
                <a:gd name="connsiteX109" fmla="*/ 29018 w 42424"/>
                <a:gd name="connsiteY109" fmla="*/ 34385 h 42424"/>
                <a:gd name="connsiteX110" fmla="*/ 29082 w 42424"/>
                <a:gd name="connsiteY110" fmla="*/ 34130 h 42424"/>
                <a:gd name="connsiteX111" fmla="*/ 29082 w 42424"/>
                <a:gd name="connsiteY111" fmla="*/ 33960 h 42424"/>
                <a:gd name="connsiteX112" fmla="*/ 29082 w 42424"/>
                <a:gd name="connsiteY112" fmla="*/ 33621 h 42424"/>
                <a:gd name="connsiteX113" fmla="*/ 29103 w 42424"/>
                <a:gd name="connsiteY113" fmla="*/ 33451 h 42424"/>
                <a:gd name="connsiteX114" fmla="*/ 29103 w 42424"/>
                <a:gd name="connsiteY114" fmla="*/ 27576 h 42424"/>
                <a:gd name="connsiteX115" fmla="*/ 29103 w 42424"/>
                <a:gd name="connsiteY115" fmla="*/ 27512 h 42424"/>
                <a:gd name="connsiteX116" fmla="*/ 29209 w 42424"/>
                <a:gd name="connsiteY116" fmla="*/ 27491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42424" h="42424">
                  <a:moveTo>
                    <a:pt x="29209" y="27491"/>
                  </a:moveTo>
                  <a:cubicBezTo>
                    <a:pt x="29209" y="27321"/>
                    <a:pt x="29209" y="27236"/>
                    <a:pt x="29209" y="27194"/>
                  </a:cubicBezTo>
                  <a:lnTo>
                    <a:pt x="29209" y="27194"/>
                  </a:lnTo>
                  <a:lnTo>
                    <a:pt x="29209" y="27194"/>
                  </a:lnTo>
                  <a:cubicBezTo>
                    <a:pt x="29188" y="27088"/>
                    <a:pt x="29188" y="26960"/>
                    <a:pt x="29188" y="26897"/>
                  </a:cubicBezTo>
                  <a:cubicBezTo>
                    <a:pt x="29188" y="26833"/>
                    <a:pt x="29124" y="26727"/>
                    <a:pt x="29124" y="26642"/>
                  </a:cubicBezTo>
                  <a:cubicBezTo>
                    <a:pt x="29124" y="26621"/>
                    <a:pt x="29124" y="26621"/>
                    <a:pt x="29124" y="26536"/>
                  </a:cubicBezTo>
                  <a:cubicBezTo>
                    <a:pt x="29039" y="26494"/>
                    <a:pt x="29039" y="26494"/>
                    <a:pt x="29039" y="26494"/>
                  </a:cubicBezTo>
                  <a:cubicBezTo>
                    <a:pt x="29039" y="26473"/>
                    <a:pt x="29039" y="26409"/>
                    <a:pt x="29039" y="26345"/>
                  </a:cubicBezTo>
                  <a:cubicBezTo>
                    <a:pt x="28997" y="26303"/>
                    <a:pt x="28997" y="26176"/>
                    <a:pt x="28954" y="26027"/>
                  </a:cubicBezTo>
                  <a:cubicBezTo>
                    <a:pt x="28954" y="25985"/>
                    <a:pt x="28954" y="25879"/>
                    <a:pt x="28933" y="25857"/>
                  </a:cubicBezTo>
                  <a:cubicBezTo>
                    <a:pt x="28933" y="25794"/>
                    <a:pt x="28933" y="25794"/>
                    <a:pt x="28933" y="25794"/>
                  </a:cubicBezTo>
                  <a:lnTo>
                    <a:pt x="28933" y="25751"/>
                  </a:lnTo>
                  <a:cubicBezTo>
                    <a:pt x="28891" y="25667"/>
                    <a:pt x="28891" y="25518"/>
                    <a:pt x="28891" y="25497"/>
                  </a:cubicBezTo>
                  <a:cubicBezTo>
                    <a:pt x="28848" y="25370"/>
                    <a:pt x="28806" y="25264"/>
                    <a:pt x="28785" y="25179"/>
                  </a:cubicBezTo>
                  <a:lnTo>
                    <a:pt x="28785" y="25115"/>
                  </a:lnTo>
                  <a:lnTo>
                    <a:pt x="28785" y="25115"/>
                  </a:lnTo>
                  <a:cubicBezTo>
                    <a:pt x="28721" y="24988"/>
                    <a:pt x="28721" y="24903"/>
                    <a:pt x="28636" y="24797"/>
                  </a:cubicBezTo>
                  <a:cubicBezTo>
                    <a:pt x="28615" y="24670"/>
                    <a:pt x="28573" y="24606"/>
                    <a:pt x="28509" y="24479"/>
                  </a:cubicBezTo>
                  <a:cubicBezTo>
                    <a:pt x="28509" y="24479"/>
                    <a:pt x="28509" y="24479"/>
                    <a:pt x="28488" y="24436"/>
                  </a:cubicBezTo>
                  <a:cubicBezTo>
                    <a:pt x="28488" y="24436"/>
                    <a:pt x="28488" y="24436"/>
                    <a:pt x="28488" y="24394"/>
                  </a:cubicBezTo>
                  <a:cubicBezTo>
                    <a:pt x="28424" y="24309"/>
                    <a:pt x="28424" y="24224"/>
                    <a:pt x="28403" y="24203"/>
                  </a:cubicBezTo>
                  <a:cubicBezTo>
                    <a:pt x="28339" y="24076"/>
                    <a:pt x="28276" y="23906"/>
                    <a:pt x="28191" y="23821"/>
                  </a:cubicBezTo>
                  <a:cubicBezTo>
                    <a:pt x="28191" y="23779"/>
                    <a:pt x="28191" y="23779"/>
                    <a:pt x="28169" y="23779"/>
                  </a:cubicBezTo>
                  <a:cubicBezTo>
                    <a:pt x="28169" y="23757"/>
                    <a:pt x="28169" y="23757"/>
                    <a:pt x="28169" y="23694"/>
                  </a:cubicBezTo>
                  <a:cubicBezTo>
                    <a:pt x="28127" y="23630"/>
                    <a:pt x="28106" y="23524"/>
                    <a:pt x="28042" y="23460"/>
                  </a:cubicBezTo>
                  <a:cubicBezTo>
                    <a:pt x="28000" y="23376"/>
                    <a:pt x="27936" y="23270"/>
                    <a:pt x="27830" y="23100"/>
                  </a:cubicBezTo>
                  <a:lnTo>
                    <a:pt x="27830" y="23100"/>
                  </a:lnTo>
                  <a:cubicBezTo>
                    <a:pt x="27745" y="22951"/>
                    <a:pt x="27682" y="22824"/>
                    <a:pt x="27597" y="22654"/>
                  </a:cubicBezTo>
                  <a:lnTo>
                    <a:pt x="27533" y="22591"/>
                  </a:lnTo>
                  <a:cubicBezTo>
                    <a:pt x="27364" y="22357"/>
                    <a:pt x="27194" y="22145"/>
                    <a:pt x="27045" y="21848"/>
                  </a:cubicBezTo>
                  <a:cubicBezTo>
                    <a:pt x="26982" y="21827"/>
                    <a:pt x="26982" y="21764"/>
                    <a:pt x="26939" y="21764"/>
                  </a:cubicBezTo>
                  <a:cubicBezTo>
                    <a:pt x="26770" y="21530"/>
                    <a:pt x="26642" y="21339"/>
                    <a:pt x="26473" y="21148"/>
                  </a:cubicBezTo>
                  <a:cubicBezTo>
                    <a:pt x="26430" y="21106"/>
                    <a:pt x="26430" y="21106"/>
                    <a:pt x="26388" y="21106"/>
                  </a:cubicBezTo>
                  <a:cubicBezTo>
                    <a:pt x="26324" y="20957"/>
                    <a:pt x="26260" y="20851"/>
                    <a:pt x="26176" y="20830"/>
                  </a:cubicBezTo>
                  <a:cubicBezTo>
                    <a:pt x="26070" y="20766"/>
                    <a:pt x="26070" y="20745"/>
                    <a:pt x="26048" y="20724"/>
                  </a:cubicBezTo>
                  <a:cubicBezTo>
                    <a:pt x="26048" y="20724"/>
                    <a:pt x="26048" y="20724"/>
                    <a:pt x="26027" y="20660"/>
                  </a:cubicBezTo>
                  <a:cubicBezTo>
                    <a:pt x="25942" y="20533"/>
                    <a:pt x="25815" y="20448"/>
                    <a:pt x="25709" y="20364"/>
                  </a:cubicBezTo>
                  <a:cubicBezTo>
                    <a:pt x="25667" y="20321"/>
                    <a:pt x="25603" y="20321"/>
                    <a:pt x="25582" y="20258"/>
                  </a:cubicBezTo>
                  <a:cubicBezTo>
                    <a:pt x="25539" y="20236"/>
                    <a:pt x="25539" y="20151"/>
                    <a:pt x="25539" y="20151"/>
                  </a:cubicBezTo>
                  <a:cubicBezTo>
                    <a:pt x="25497" y="20088"/>
                    <a:pt x="25497" y="20088"/>
                    <a:pt x="25497" y="20067"/>
                  </a:cubicBezTo>
                  <a:cubicBezTo>
                    <a:pt x="25391" y="20003"/>
                    <a:pt x="25221" y="19939"/>
                    <a:pt x="25115" y="19854"/>
                  </a:cubicBezTo>
                  <a:cubicBezTo>
                    <a:pt x="25115" y="19854"/>
                    <a:pt x="25115" y="19812"/>
                    <a:pt x="25030" y="19748"/>
                  </a:cubicBezTo>
                  <a:cubicBezTo>
                    <a:pt x="25009" y="19748"/>
                    <a:pt x="25009" y="19706"/>
                    <a:pt x="24988" y="19706"/>
                  </a:cubicBezTo>
                  <a:cubicBezTo>
                    <a:pt x="24945" y="19642"/>
                    <a:pt x="24839" y="19621"/>
                    <a:pt x="24797" y="19621"/>
                  </a:cubicBezTo>
                  <a:cubicBezTo>
                    <a:pt x="24754" y="19536"/>
                    <a:pt x="24648" y="19451"/>
                    <a:pt x="24563" y="19409"/>
                  </a:cubicBezTo>
                  <a:cubicBezTo>
                    <a:pt x="24521" y="19388"/>
                    <a:pt x="24479" y="19388"/>
                    <a:pt x="24457" y="19303"/>
                  </a:cubicBezTo>
                  <a:cubicBezTo>
                    <a:pt x="24415" y="19260"/>
                    <a:pt x="24415" y="19260"/>
                    <a:pt x="24373" y="19260"/>
                  </a:cubicBezTo>
                  <a:cubicBezTo>
                    <a:pt x="24373" y="19218"/>
                    <a:pt x="24330" y="19218"/>
                    <a:pt x="24266" y="19176"/>
                  </a:cubicBezTo>
                  <a:cubicBezTo>
                    <a:pt x="24245" y="19091"/>
                    <a:pt x="24139" y="19048"/>
                    <a:pt x="24012" y="19027"/>
                  </a:cubicBezTo>
                  <a:cubicBezTo>
                    <a:pt x="23970" y="18963"/>
                    <a:pt x="23948" y="18942"/>
                    <a:pt x="23927" y="18857"/>
                  </a:cubicBezTo>
                  <a:cubicBezTo>
                    <a:pt x="23821" y="18857"/>
                    <a:pt x="23821" y="18857"/>
                    <a:pt x="23821" y="18857"/>
                  </a:cubicBezTo>
                  <a:lnTo>
                    <a:pt x="23757" y="18857"/>
                  </a:lnTo>
                  <a:cubicBezTo>
                    <a:pt x="23673" y="18836"/>
                    <a:pt x="23567" y="18730"/>
                    <a:pt x="23503" y="18730"/>
                  </a:cubicBezTo>
                  <a:cubicBezTo>
                    <a:pt x="23397" y="18645"/>
                    <a:pt x="23333" y="18603"/>
                    <a:pt x="23248" y="18582"/>
                  </a:cubicBezTo>
                  <a:lnTo>
                    <a:pt x="23248" y="18582"/>
                  </a:lnTo>
                  <a:lnTo>
                    <a:pt x="17818" y="15909"/>
                  </a:lnTo>
                  <a:lnTo>
                    <a:pt x="15909" y="17182"/>
                  </a:lnTo>
                  <a:lnTo>
                    <a:pt x="21360" y="19876"/>
                  </a:lnTo>
                  <a:cubicBezTo>
                    <a:pt x="21594" y="19982"/>
                    <a:pt x="21764" y="20045"/>
                    <a:pt x="21976" y="20130"/>
                  </a:cubicBezTo>
                  <a:cubicBezTo>
                    <a:pt x="22018" y="20215"/>
                    <a:pt x="22018" y="20215"/>
                    <a:pt x="22018" y="20215"/>
                  </a:cubicBezTo>
                  <a:cubicBezTo>
                    <a:pt x="22167" y="20342"/>
                    <a:pt x="22294" y="20427"/>
                    <a:pt x="22527" y="20512"/>
                  </a:cubicBezTo>
                  <a:cubicBezTo>
                    <a:pt x="22527" y="20576"/>
                    <a:pt x="22548" y="20576"/>
                    <a:pt x="22591" y="20639"/>
                  </a:cubicBezTo>
                  <a:cubicBezTo>
                    <a:pt x="22803" y="20745"/>
                    <a:pt x="22909" y="20830"/>
                    <a:pt x="23036" y="21000"/>
                  </a:cubicBezTo>
                  <a:cubicBezTo>
                    <a:pt x="23100" y="21021"/>
                    <a:pt x="23121" y="21085"/>
                    <a:pt x="23121" y="21085"/>
                  </a:cubicBezTo>
                  <a:cubicBezTo>
                    <a:pt x="23312" y="21170"/>
                    <a:pt x="23482" y="21339"/>
                    <a:pt x="23588" y="21509"/>
                  </a:cubicBezTo>
                  <a:cubicBezTo>
                    <a:pt x="23630" y="21509"/>
                    <a:pt x="23694" y="21530"/>
                    <a:pt x="23694" y="21594"/>
                  </a:cubicBezTo>
                  <a:cubicBezTo>
                    <a:pt x="23885" y="21657"/>
                    <a:pt x="24033" y="21848"/>
                    <a:pt x="24160" y="22061"/>
                  </a:cubicBezTo>
                  <a:cubicBezTo>
                    <a:pt x="24182" y="22061"/>
                    <a:pt x="24182" y="22103"/>
                    <a:pt x="24182" y="22103"/>
                  </a:cubicBezTo>
                  <a:cubicBezTo>
                    <a:pt x="24309" y="22188"/>
                    <a:pt x="24394" y="22336"/>
                    <a:pt x="24500" y="22442"/>
                  </a:cubicBezTo>
                  <a:cubicBezTo>
                    <a:pt x="24691" y="22654"/>
                    <a:pt x="24882" y="22888"/>
                    <a:pt x="25030" y="23100"/>
                  </a:cubicBezTo>
                  <a:cubicBezTo>
                    <a:pt x="25030" y="23100"/>
                    <a:pt x="25030" y="23100"/>
                    <a:pt x="25030" y="23185"/>
                  </a:cubicBezTo>
                  <a:cubicBezTo>
                    <a:pt x="25306" y="23397"/>
                    <a:pt x="25454" y="23630"/>
                    <a:pt x="25561" y="23842"/>
                  </a:cubicBezTo>
                  <a:cubicBezTo>
                    <a:pt x="25688" y="24054"/>
                    <a:pt x="25794" y="24203"/>
                    <a:pt x="25879" y="24351"/>
                  </a:cubicBezTo>
                  <a:cubicBezTo>
                    <a:pt x="25879" y="24394"/>
                    <a:pt x="25879" y="24394"/>
                    <a:pt x="25879" y="24394"/>
                  </a:cubicBezTo>
                  <a:lnTo>
                    <a:pt x="25879" y="24394"/>
                  </a:lnTo>
                  <a:cubicBezTo>
                    <a:pt x="25964" y="24606"/>
                    <a:pt x="26133" y="24754"/>
                    <a:pt x="26239" y="24967"/>
                  </a:cubicBezTo>
                  <a:cubicBezTo>
                    <a:pt x="26239" y="25009"/>
                    <a:pt x="26239" y="25009"/>
                    <a:pt x="26239" y="25051"/>
                  </a:cubicBezTo>
                  <a:cubicBezTo>
                    <a:pt x="26366" y="25306"/>
                    <a:pt x="26451" y="25454"/>
                    <a:pt x="26557" y="25667"/>
                  </a:cubicBezTo>
                  <a:cubicBezTo>
                    <a:pt x="26557" y="25667"/>
                    <a:pt x="26557" y="25667"/>
                    <a:pt x="26557" y="25709"/>
                  </a:cubicBezTo>
                  <a:cubicBezTo>
                    <a:pt x="26579" y="25900"/>
                    <a:pt x="26685" y="26154"/>
                    <a:pt x="26770" y="26366"/>
                  </a:cubicBezTo>
                  <a:cubicBezTo>
                    <a:pt x="26770" y="26366"/>
                    <a:pt x="26770" y="26366"/>
                    <a:pt x="26770" y="26388"/>
                  </a:cubicBezTo>
                  <a:cubicBezTo>
                    <a:pt x="26854" y="26600"/>
                    <a:pt x="26897" y="26791"/>
                    <a:pt x="27024" y="27003"/>
                  </a:cubicBezTo>
                  <a:lnTo>
                    <a:pt x="27024" y="27003"/>
                  </a:lnTo>
                  <a:cubicBezTo>
                    <a:pt x="27067" y="27194"/>
                    <a:pt x="27088" y="27448"/>
                    <a:pt x="27130" y="27597"/>
                  </a:cubicBezTo>
                  <a:cubicBezTo>
                    <a:pt x="27130" y="27661"/>
                    <a:pt x="27130" y="27661"/>
                    <a:pt x="27151" y="27703"/>
                  </a:cubicBezTo>
                  <a:cubicBezTo>
                    <a:pt x="27151" y="27936"/>
                    <a:pt x="27215" y="28148"/>
                    <a:pt x="27215" y="28339"/>
                  </a:cubicBezTo>
                  <a:lnTo>
                    <a:pt x="27215" y="28339"/>
                  </a:lnTo>
                  <a:cubicBezTo>
                    <a:pt x="27257" y="28615"/>
                    <a:pt x="27257" y="28785"/>
                    <a:pt x="27257" y="29018"/>
                  </a:cubicBezTo>
                  <a:lnTo>
                    <a:pt x="27215" y="34894"/>
                  </a:lnTo>
                  <a:cubicBezTo>
                    <a:pt x="27215" y="35276"/>
                    <a:pt x="27151" y="35551"/>
                    <a:pt x="27130" y="35954"/>
                  </a:cubicBezTo>
                  <a:cubicBezTo>
                    <a:pt x="27130" y="35954"/>
                    <a:pt x="27130" y="35954"/>
                    <a:pt x="27130" y="35976"/>
                  </a:cubicBezTo>
                  <a:cubicBezTo>
                    <a:pt x="27067" y="36315"/>
                    <a:pt x="26960" y="36548"/>
                    <a:pt x="26833" y="36803"/>
                  </a:cubicBezTo>
                  <a:cubicBezTo>
                    <a:pt x="26833" y="36888"/>
                    <a:pt x="26833" y="36888"/>
                    <a:pt x="26833" y="36930"/>
                  </a:cubicBezTo>
                  <a:cubicBezTo>
                    <a:pt x="26685" y="37142"/>
                    <a:pt x="26557" y="37397"/>
                    <a:pt x="26409" y="37503"/>
                  </a:cubicBezTo>
                  <a:cubicBezTo>
                    <a:pt x="26366" y="37588"/>
                    <a:pt x="26324" y="37630"/>
                    <a:pt x="26282" y="37736"/>
                  </a:cubicBezTo>
                  <a:cubicBezTo>
                    <a:pt x="26133" y="37927"/>
                    <a:pt x="25879" y="38076"/>
                    <a:pt x="25709" y="38245"/>
                  </a:cubicBezTo>
                  <a:lnTo>
                    <a:pt x="27554" y="36951"/>
                  </a:lnTo>
                  <a:cubicBezTo>
                    <a:pt x="27788" y="36782"/>
                    <a:pt x="27957" y="36570"/>
                    <a:pt x="28085" y="36442"/>
                  </a:cubicBezTo>
                  <a:cubicBezTo>
                    <a:pt x="28169" y="36379"/>
                    <a:pt x="28233" y="36315"/>
                    <a:pt x="28254" y="36230"/>
                  </a:cubicBezTo>
                  <a:cubicBezTo>
                    <a:pt x="28297" y="36209"/>
                    <a:pt x="28382" y="36145"/>
                    <a:pt x="28403" y="36082"/>
                  </a:cubicBezTo>
                  <a:cubicBezTo>
                    <a:pt x="28509" y="35933"/>
                    <a:pt x="28530" y="35785"/>
                    <a:pt x="28679" y="35679"/>
                  </a:cubicBezTo>
                  <a:cubicBezTo>
                    <a:pt x="28679" y="35636"/>
                    <a:pt x="28679" y="35636"/>
                    <a:pt x="28679" y="35615"/>
                  </a:cubicBezTo>
                  <a:cubicBezTo>
                    <a:pt x="28700" y="35615"/>
                    <a:pt x="28700" y="35530"/>
                    <a:pt x="28700" y="35530"/>
                  </a:cubicBezTo>
                  <a:cubicBezTo>
                    <a:pt x="28742" y="35445"/>
                    <a:pt x="28785" y="35403"/>
                    <a:pt x="28785" y="35318"/>
                  </a:cubicBezTo>
                  <a:cubicBezTo>
                    <a:pt x="28785" y="35233"/>
                    <a:pt x="28827" y="35106"/>
                    <a:pt x="28848" y="35042"/>
                  </a:cubicBezTo>
                  <a:cubicBezTo>
                    <a:pt x="28848" y="34936"/>
                    <a:pt x="28891" y="34851"/>
                    <a:pt x="28891" y="34745"/>
                  </a:cubicBezTo>
                  <a:cubicBezTo>
                    <a:pt x="28933" y="34660"/>
                    <a:pt x="28933" y="34618"/>
                    <a:pt x="28933" y="34576"/>
                  </a:cubicBezTo>
                  <a:cubicBezTo>
                    <a:pt x="28933" y="34576"/>
                    <a:pt x="28933" y="34576"/>
                    <a:pt x="28933" y="34554"/>
                  </a:cubicBezTo>
                  <a:cubicBezTo>
                    <a:pt x="28933" y="34512"/>
                    <a:pt x="28933" y="34448"/>
                    <a:pt x="29018" y="34385"/>
                  </a:cubicBezTo>
                  <a:cubicBezTo>
                    <a:pt x="29018" y="34321"/>
                    <a:pt x="29018" y="34215"/>
                    <a:pt x="29082" y="34130"/>
                  </a:cubicBezTo>
                  <a:cubicBezTo>
                    <a:pt x="29082" y="34109"/>
                    <a:pt x="29082" y="34003"/>
                    <a:pt x="29082" y="33960"/>
                  </a:cubicBezTo>
                  <a:cubicBezTo>
                    <a:pt x="29082" y="33769"/>
                    <a:pt x="29082" y="33727"/>
                    <a:pt x="29082" y="33621"/>
                  </a:cubicBezTo>
                  <a:cubicBezTo>
                    <a:pt x="29103" y="33557"/>
                    <a:pt x="29103" y="33472"/>
                    <a:pt x="29103" y="33451"/>
                  </a:cubicBezTo>
                  <a:lnTo>
                    <a:pt x="29103" y="27576"/>
                  </a:lnTo>
                  <a:lnTo>
                    <a:pt x="29103" y="27512"/>
                  </a:lnTo>
                  <a:cubicBezTo>
                    <a:pt x="29209" y="27682"/>
                    <a:pt x="29209" y="27576"/>
                    <a:pt x="29209" y="27491"/>
                  </a:cubicBezTo>
                  <a:close/>
                </a:path>
              </a:pathLst>
            </a:custGeom>
            <a:solidFill>
              <a:srgbClr val="C74E7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AD1FB6FF-C383-48F0-B73E-645146DCC03C}"/>
                </a:ext>
              </a:extLst>
            </p:cNvPr>
            <p:cNvSpPr/>
            <p:nvPr/>
          </p:nvSpPr>
          <p:spPr>
            <a:xfrm>
              <a:off x="6618466" y="4569228"/>
              <a:ext cx="62653" cy="62653"/>
            </a:xfrm>
            <a:custGeom>
              <a:avLst/>
              <a:gdLst>
                <a:gd name="connsiteX0" fmla="*/ 21424 w 42424"/>
                <a:gd name="connsiteY0" fmla="*/ 18582 h 42424"/>
                <a:gd name="connsiteX1" fmla="*/ 27321 w 42424"/>
                <a:gd name="connsiteY1" fmla="*/ 27745 h 42424"/>
                <a:gd name="connsiteX2" fmla="*/ 27279 w 42424"/>
                <a:gd name="connsiteY2" fmla="*/ 33621 h 42424"/>
                <a:gd name="connsiteX3" fmla="*/ 21339 w 42424"/>
                <a:gd name="connsiteY3" fmla="*/ 36888 h 42424"/>
                <a:gd name="connsiteX4" fmla="*/ 15909 w 42424"/>
                <a:gd name="connsiteY4" fmla="*/ 34215 h 42424"/>
                <a:gd name="connsiteX5" fmla="*/ 15909 w 42424"/>
                <a:gd name="connsiteY5" fmla="*/ 31924 h 42424"/>
                <a:gd name="connsiteX6" fmla="*/ 21339 w 42424"/>
                <a:gd name="connsiteY6" fmla="*/ 34597 h 42424"/>
                <a:gd name="connsiteX7" fmla="*/ 25051 w 42424"/>
                <a:gd name="connsiteY7" fmla="*/ 32454 h 42424"/>
                <a:gd name="connsiteX8" fmla="*/ 25136 w 42424"/>
                <a:gd name="connsiteY8" fmla="*/ 26642 h 42424"/>
                <a:gd name="connsiteX9" fmla="*/ 21424 w 42424"/>
                <a:gd name="connsiteY9" fmla="*/ 20894 h 42424"/>
                <a:gd name="connsiteX10" fmla="*/ 15973 w 42424"/>
                <a:gd name="connsiteY10" fmla="*/ 18264 h 42424"/>
                <a:gd name="connsiteX11" fmla="*/ 15973 w 42424"/>
                <a:gd name="connsiteY11" fmla="*/ 15909 h 42424"/>
                <a:gd name="connsiteX12" fmla="*/ 21424 w 42424"/>
                <a:gd name="connsiteY12" fmla="*/ 18582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24" h="42424">
                  <a:moveTo>
                    <a:pt x="21424" y="18582"/>
                  </a:moveTo>
                  <a:cubicBezTo>
                    <a:pt x="24670" y="20173"/>
                    <a:pt x="27364" y="24224"/>
                    <a:pt x="27321" y="27745"/>
                  </a:cubicBezTo>
                  <a:lnTo>
                    <a:pt x="27279" y="33621"/>
                  </a:lnTo>
                  <a:cubicBezTo>
                    <a:pt x="27279" y="37036"/>
                    <a:pt x="24585" y="38500"/>
                    <a:pt x="21339" y="36888"/>
                  </a:cubicBezTo>
                  <a:lnTo>
                    <a:pt x="15909" y="34215"/>
                  </a:lnTo>
                  <a:lnTo>
                    <a:pt x="15909" y="31924"/>
                  </a:lnTo>
                  <a:lnTo>
                    <a:pt x="21339" y="34597"/>
                  </a:lnTo>
                  <a:cubicBezTo>
                    <a:pt x="23397" y="35530"/>
                    <a:pt x="25051" y="34618"/>
                    <a:pt x="25051" y="32454"/>
                  </a:cubicBezTo>
                  <a:lnTo>
                    <a:pt x="25136" y="26642"/>
                  </a:lnTo>
                  <a:cubicBezTo>
                    <a:pt x="25136" y="24457"/>
                    <a:pt x="23460" y="21933"/>
                    <a:pt x="21424" y="20894"/>
                  </a:cubicBezTo>
                  <a:lnTo>
                    <a:pt x="15973" y="18264"/>
                  </a:lnTo>
                  <a:lnTo>
                    <a:pt x="15973" y="15909"/>
                  </a:lnTo>
                  <a:lnTo>
                    <a:pt x="21424" y="18582"/>
                  </a:lnTo>
                  <a:close/>
                </a:path>
              </a:pathLst>
            </a:custGeom>
            <a:solidFill>
              <a:srgbClr val="95365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143712ED-5A85-4D50-96BE-DA09FC36C78D}"/>
                </a:ext>
              </a:extLst>
            </p:cNvPr>
            <p:cNvSpPr/>
            <p:nvPr/>
          </p:nvSpPr>
          <p:spPr>
            <a:xfrm>
              <a:off x="6406321" y="4491319"/>
              <a:ext cx="62653" cy="93980"/>
            </a:xfrm>
            <a:custGeom>
              <a:avLst/>
              <a:gdLst>
                <a:gd name="connsiteX0" fmla="*/ 18115 w 42424"/>
                <a:gd name="connsiteY0" fmla="*/ 23206 h 63636"/>
                <a:gd name="connsiteX1" fmla="*/ 22760 w 42424"/>
                <a:gd name="connsiteY1" fmla="*/ 17415 h 63636"/>
                <a:gd name="connsiteX2" fmla="*/ 24945 w 42424"/>
                <a:gd name="connsiteY2" fmla="*/ 16567 h 63636"/>
                <a:gd name="connsiteX3" fmla="*/ 24988 w 42424"/>
                <a:gd name="connsiteY3" fmla="*/ 16567 h 63636"/>
                <a:gd name="connsiteX4" fmla="*/ 26706 w 42424"/>
                <a:gd name="connsiteY4" fmla="*/ 16185 h 63636"/>
                <a:gd name="connsiteX5" fmla="*/ 27109 w 42424"/>
                <a:gd name="connsiteY5" fmla="*/ 16163 h 63636"/>
                <a:gd name="connsiteX6" fmla="*/ 27491 w 42424"/>
                <a:gd name="connsiteY6" fmla="*/ 16079 h 63636"/>
                <a:gd name="connsiteX7" fmla="*/ 28170 w 42424"/>
                <a:gd name="connsiteY7" fmla="*/ 15994 h 63636"/>
                <a:gd name="connsiteX8" fmla="*/ 29506 w 42424"/>
                <a:gd name="connsiteY8" fmla="*/ 15909 h 63636"/>
                <a:gd name="connsiteX9" fmla="*/ 29570 w 42424"/>
                <a:gd name="connsiteY9" fmla="*/ 15909 h 63636"/>
                <a:gd name="connsiteX10" fmla="*/ 29760 w 42424"/>
                <a:gd name="connsiteY10" fmla="*/ 15909 h 63636"/>
                <a:gd name="connsiteX11" fmla="*/ 30864 w 42424"/>
                <a:gd name="connsiteY11" fmla="*/ 15909 h 63636"/>
                <a:gd name="connsiteX12" fmla="*/ 32051 w 42424"/>
                <a:gd name="connsiteY12" fmla="*/ 15994 h 63636"/>
                <a:gd name="connsiteX13" fmla="*/ 32200 w 42424"/>
                <a:gd name="connsiteY13" fmla="*/ 15994 h 63636"/>
                <a:gd name="connsiteX14" fmla="*/ 32221 w 42424"/>
                <a:gd name="connsiteY14" fmla="*/ 15994 h 63636"/>
                <a:gd name="connsiteX15" fmla="*/ 33642 w 42424"/>
                <a:gd name="connsiteY15" fmla="*/ 16185 h 63636"/>
                <a:gd name="connsiteX16" fmla="*/ 34279 w 42424"/>
                <a:gd name="connsiteY16" fmla="*/ 16376 h 63636"/>
                <a:gd name="connsiteX17" fmla="*/ 34745 w 42424"/>
                <a:gd name="connsiteY17" fmla="*/ 16482 h 63636"/>
                <a:gd name="connsiteX18" fmla="*/ 35127 w 42424"/>
                <a:gd name="connsiteY18" fmla="*/ 16524 h 63636"/>
                <a:gd name="connsiteX19" fmla="*/ 36421 w 42424"/>
                <a:gd name="connsiteY19" fmla="*/ 16906 h 63636"/>
                <a:gd name="connsiteX20" fmla="*/ 36909 w 42424"/>
                <a:gd name="connsiteY20" fmla="*/ 17139 h 63636"/>
                <a:gd name="connsiteX21" fmla="*/ 37036 w 42424"/>
                <a:gd name="connsiteY21" fmla="*/ 17160 h 63636"/>
                <a:gd name="connsiteX22" fmla="*/ 38309 w 42424"/>
                <a:gd name="connsiteY22" fmla="*/ 17754 h 63636"/>
                <a:gd name="connsiteX23" fmla="*/ 38988 w 42424"/>
                <a:gd name="connsiteY23" fmla="*/ 18094 h 63636"/>
                <a:gd name="connsiteX24" fmla="*/ 40812 w 42424"/>
                <a:gd name="connsiteY24" fmla="*/ 19324 h 63636"/>
                <a:gd name="connsiteX25" fmla="*/ 41957 w 42424"/>
                <a:gd name="connsiteY25" fmla="*/ 20406 h 63636"/>
                <a:gd name="connsiteX26" fmla="*/ 42063 w 42424"/>
                <a:gd name="connsiteY26" fmla="*/ 20554 h 63636"/>
                <a:gd name="connsiteX27" fmla="*/ 42339 w 42424"/>
                <a:gd name="connsiteY27" fmla="*/ 20957 h 63636"/>
                <a:gd name="connsiteX28" fmla="*/ 42806 w 42424"/>
                <a:gd name="connsiteY28" fmla="*/ 21594 h 63636"/>
                <a:gd name="connsiteX29" fmla="*/ 42976 w 42424"/>
                <a:gd name="connsiteY29" fmla="*/ 21912 h 63636"/>
                <a:gd name="connsiteX30" fmla="*/ 43145 w 42424"/>
                <a:gd name="connsiteY30" fmla="*/ 22251 h 63636"/>
                <a:gd name="connsiteX31" fmla="*/ 43336 w 42424"/>
                <a:gd name="connsiteY31" fmla="*/ 22612 h 63636"/>
                <a:gd name="connsiteX32" fmla="*/ 43612 w 42424"/>
                <a:gd name="connsiteY32" fmla="*/ 23524 h 63636"/>
                <a:gd name="connsiteX33" fmla="*/ 43676 w 42424"/>
                <a:gd name="connsiteY33" fmla="*/ 24330 h 63636"/>
                <a:gd name="connsiteX34" fmla="*/ 43676 w 42424"/>
                <a:gd name="connsiteY34" fmla="*/ 24966 h 63636"/>
                <a:gd name="connsiteX35" fmla="*/ 41470 w 42424"/>
                <a:gd name="connsiteY35" fmla="*/ 58736 h 63636"/>
                <a:gd name="connsiteX36" fmla="*/ 40960 w 42424"/>
                <a:gd name="connsiteY36" fmla="*/ 56021 h 63636"/>
                <a:gd name="connsiteX37" fmla="*/ 40727 w 42424"/>
                <a:gd name="connsiteY37" fmla="*/ 55724 h 63636"/>
                <a:gd name="connsiteX38" fmla="*/ 40218 w 42424"/>
                <a:gd name="connsiteY38" fmla="*/ 54833 h 63636"/>
                <a:gd name="connsiteX39" fmla="*/ 39815 w 42424"/>
                <a:gd name="connsiteY39" fmla="*/ 54345 h 63636"/>
                <a:gd name="connsiteX40" fmla="*/ 38585 w 42424"/>
                <a:gd name="connsiteY40" fmla="*/ 53115 h 63636"/>
                <a:gd name="connsiteX41" fmla="*/ 36782 w 42424"/>
                <a:gd name="connsiteY41" fmla="*/ 51906 h 63636"/>
                <a:gd name="connsiteX42" fmla="*/ 35997 w 42424"/>
                <a:gd name="connsiteY42" fmla="*/ 51566 h 63636"/>
                <a:gd name="connsiteX43" fmla="*/ 34724 w 42424"/>
                <a:gd name="connsiteY43" fmla="*/ 50951 h 63636"/>
                <a:gd name="connsiteX44" fmla="*/ 34258 w 42424"/>
                <a:gd name="connsiteY44" fmla="*/ 50739 h 63636"/>
                <a:gd name="connsiteX45" fmla="*/ 32561 w 42424"/>
                <a:gd name="connsiteY45" fmla="*/ 50294 h 63636"/>
                <a:gd name="connsiteX46" fmla="*/ 32073 w 42424"/>
                <a:gd name="connsiteY46" fmla="*/ 50188 h 63636"/>
                <a:gd name="connsiteX47" fmla="*/ 29973 w 42424"/>
                <a:gd name="connsiteY47" fmla="*/ 49827 h 63636"/>
                <a:gd name="connsiteX48" fmla="*/ 29845 w 42424"/>
                <a:gd name="connsiteY48" fmla="*/ 49827 h 63636"/>
                <a:gd name="connsiteX49" fmla="*/ 27618 w 42424"/>
                <a:gd name="connsiteY49" fmla="*/ 49742 h 63636"/>
                <a:gd name="connsiteX50" fmla="*/ 27448 w 42424"/>
                <a:gd name="connsiteY50" fmla="*/ 49742 h 63636"/>
                <a:gd name="connsiteX51" fmla="*/ 25264 w 42424"/>
                <a:gd name="connsiteY51" fmla="*/ 49912 h 63636"/>
                <a:gd name="connsiteX52" fmla="*/ 24903 w 42424"/>
                <a:gd name="connsiteY52" fmla="*/ 49954 h 63636"/>
                <a:gd name="connsiteX53" fmla="*/ 22739 w 42424"/>
                <a:gd name="connsiteY53" fmla="*/ 50400 h 63636"/>
                <a:gd name="connsiteX54" fmla="*/ 20576 w 42424"/>
                <a:gd name="connsiteY54" fmla="*/ 51227 h 63636"/>
                <a:gd name="connsiteX55" fmla="*/ 15909 w 42424"/>
                <a:gd name="connsiteY55" fmla="*/ 56997 h 63636"/>
                <a:gd name="connsiteX56" fmla="*/ 18115 w 42424"/>
                <a:gd name="connsiteY56" fmla="*/ 23206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424" h="63636">
                  <a:moveTo>
                    <a:pt x="18115" y="23206"/>
                  </a:moveTo>
                  <a:cubicBezTo>
                    <a:pt x="18306" y="21000"/>
                    <a:pt x="19791" y="18900"/>
                    <a:pt x="22760" y="17415"/>
                  </a:cubicBezTo>
                  <a:cubicBezTo>
                    <a:pt x="23418" y="17118"/>
                    <a:pt x="24139" y="16821"/>
                    <a:pt x="24945" y="16567"/>
                  </a:cubicBezTo>
                  <a:lnTo>
                    <a:pt x="24988" y="16567"/>
                  </a:lnTo>
                  <a:cubicBezTo>
                    <a:pt x="25518" y="16439"/>
                    <a:pt x="26154" y="16312"/>
                    <a:pt x="26706" y="16185"/>
                  </a:cubicBezTo>
                  <a:cubicBezTo>
                    <a:pt x="26812" y="16163"/>
                    <a:pt x="26961" y="16163"/>
                    <a:pt x="27109" y="16163"/>
                  </a:cubicBezTo>
                  <a:cubicBezTo>
                    <a:pt x="27173" y="16121"/>
                    <a:pt x="27342" y="16079"/>
                    <a:pt x="27491" y="16079"/>
                  </a:cubicBezTo>
                  <a:cubicBezTo>
                    <a:pt x="27724" y="16036"/>
                    <a:pt x="27979" y="15994"/>
                    <a:pt x="28170" y="15994"/>
                  </a:cubicBezTo>
                  <a:cubicBezTo>
                    <a:pt x="28573" y="15951"/>
                    <a:pt x="29039" y="15909"/>
                    <a:pt x="29506" y="15909"/>
                  </a:cubicBezTo>
                  <a:cubicBezTo>
                    <a:pt x="29548" y="15909"/>
                    <a:pt x="29570" y="15909"/>
                    <a:pt x="29570" y="15909"/>
                  </a:cubicBezTo>
                  <a:cubicBezTo>
                    <a:pt x="29676" y="15909"/>
                    <a:pt x="29718" y="15909"/>
                    <a:pt x="29760" y="15909"/>
                  </a:cubicBezTo>
                  <a:cubicBezTo>
                    <a:pt x="30164" y="15909"/>
                    <a:pt x="30503" y="15909"/>
                    <a:pt x="30864" y="15909"/>
                  </a:cubicBezTo>
                  <a:cubicBezTo>
                    <a:pt x="31288" y="15909"/>
                    <a:pt x="31627" y="15951"/>
                    <a:pt x="32051" y="15994"/>
                  </a:cubicBezTo>
                  <a:cubicBezTo>
                    <a:pt x="32094" y="15994"/>
                    <a:pt x="32136" y="15994"/>
                    <a:pt x="32200" y="15994"/>
                  </a:cubicBezTo>
                  <a:cubicBezTo>
                    <a:pt x="32221" y="15994"/>
                    <a:pt x="32221" y="15994"/>
                    <a:pt x="32221" y="15994"/>
                  </a:cubicBezTo>
                  <a:cubicBezTo>
                    <a:pt x="32688" y="16036"/>
                    <a:pt x="33154" y="16121"/>
                    <a:pt x="33642" y="16185"/>
                  </a:cubicBezTo>
                  <a:cubicBezTo>
                    <a:pt x="33833" y="16270"/>
                    <a:pt x="34003" y="16312"/>
                    <a:pt x="34279" y="16376"/>
                  </a:cubicBezTo>
                  <a:cubicBezTo>
                    <a:pt x="34470" y="16397"/>
                    <a:pt x="34597" y="16439"/>
                    <a:pt x="34745" y="16482"/>
                  </a:cubicBezTo>
                  <a:cubicBezTo>
                    <a:pt x="34830" y="16482"/>
                    <a:pt x="34979" y="16524"/>
                    <a:pt x="35127" y="16524"/>
                  </a:cubicBezTo>
                  <a:cubicBezTo>
                    <a:pt x="35573" y="16673"/>
                    <a:pt x="35976" y="16800"/>
                    <a:pt x="36421" y="16906"/>
                  </a:cubicBezTo>
                  <a:cubicBezTo>
                    <a:pt x="36633" y="17012"/>
                    <a:pt x="36782" y="17012"/>
                    <a:pt x="36909" y="17139"/>
                  </a:cubicBezTo>
                  <a:cubicBezTo>
                    <a:pt x="36909" y="17139"/>
                    <a:pt x="36973" y="17160"/>
                    <a:pt x="37036" y="17160"/>
                  </a:cubicBezTo>
                  <a:cubicBezTo>
                    <a:pt x="37482" y="17309"/>
                    <a:pt x="37927" y="17542"/>
                    <a:pt x="38309" y="17754"/>
                  </a:cubicBezTo>
                  <a:cubicBezTo>
                    <a:pt x="38521" y="17839"/>
                    <a:pt x="38797" y="17945"/>
                    <a:pt x="38988" y="18094"/>
                  </a:cubicBezTo>
                  <a:cubicBezTo>
                    <a:pt x="39667" y="18454"/>
                    <a:pt x="40260" y="18815"/>
                    <a:pt x="40812" y="19324"/>
                  </a:cubicBezTo>
                  <a:cubicBezTo>
                    <a:pt x="41257" y="19685"/>
                    <a:pt x="41618" y="20045"/>
                    <a:pt x="41957" y="20406"/>
                  </a:cubicBezTo>
                  <a:cubicBezTo>
                    <a:pt x="42000" y="20512"/>
                    <a:pt x="42000" y="20512"/>
                    <a:pt x="42063" y="20554"/>
                  </a:cubicBezTo>
                  <a:cubicBezTo>
                    <a:pt x="42191" y="20682"/>
                    <a:pt x="42276" y="20809"/>
                    <a:pt x="42339" y="20957"/>
                  </a:cubicBezTo>
                  <a:cubicBezTo>
                    <a:pt x="42509" y="21148"/>
                    <a:pt x="42721" y="21403"/>
                    <a:pt x="42806" y="21594"/>
                  </a:cubicBezTo>
                  <a:cubicBezTo>
                    <a:pt x="42891" y="21721"/>
                    <a:pt x="42933" y="21806"/>
                    <a:pt x="42976" y="21912"/>
                  </a:cubicBezTo>
                  <a:cubicBezTo>
                    <a:pt x="43018" y="21997"/>
                    <a:pt x="43103" y="22124"/>
                    <a:pt x="43145" y="22251"/>
                  </a:cubicBezTo>
                  <a:cubicBezTo>
                    <a:pt x="43167" y="22336"/>
                    <a:pt x="43251" y="22485"/>
                    <a:pt x="43336" y="22612"/>
                  </a:cubicBezTo>
                  <a:cubicBezTo>
                    <a:pt x="43464" y="22930"/>
                    <a:pt x="43527" y="23185"/>
                    <a:pt x="43612" y="23524"/>
                  </a:cubicBezTo>
                  <a:cubicBezTo>
                    <a:pt x="43612" y="23757"/>
                    <a:pt x="43676" y="24054"/>
                    <a:pt x="43676" y="24330"/>
                  </a:cubicBezTo>
                  <a:cubicBezTo>
                    <a:pt x="43739" y="24521"/>
                    <a:pt x="43739" y="24776"/>
                    <a:pt x="43676" y="24966"/>
                  </a:cubicBezTo>
                  <a:lnTo>
                    <a:pt x="41470" y="58736"/>
                  </a:lnTo>
                  <a:cubicBezTo>
                    <a:pt x="41533" y="57866"/>
                    <a:pt x="41364" y="56954"/>
                    <a:pt x="40960" y="56021"/>
                  </a:cubicBezTo>
                  <a:cubicBezTo>
                    <a:pt x="40897" y="55957"/>
                    <a:pt x="40876" y="55809"/>
                    <a:pt x="40727" y="55724"/>
                  </a:cubicBezTo>
                  <a:cubicBezTo>
                    <a:pt x="40579" y="55363"/>
                    <a:pt x="40366" y="55130"/>
                    <a:pt x="40218" y="54833"/>
                  </a:cubicBezTo>
                  <a:cubicBezTo>
                    <a:pt x="40070" y="54600"/>
                    <a:pt x="40006" y="54515"/>
                    <a:pt x="39815" y="54345"/>
                  </a:cubicBezTo>
                  <a:cubicBezTo>
                    <a:pt x="39454" y="53942"/>
                    <a:pt x="39030" y="53539"/>
                    <a:pt x="38585" y="53115"/>
                  </a:cubicBezTo>
                  <a:cubicBezTo>
                    <a:pt x="38054" y="52669"/>
                    <a:pt x="37397" y="52245"/>
                    <a:pt x="36782" y="51906"/>
                  </a:cubicBezTo>
                  <a:cubicBezTo>
                    <a:pt x="36506" y="51757"/>
                    <a:pt x="36273" y="51609"/>
                    <a:pt x="35997" y="51566"/>
                  </a:cubicBezTo>
                  <a:cubicBezTo>
                    <a:pt x="35573" y="51333"/>
                    <a:pt x="35148" y="51121"/>
                    <a:pt x="34724" y="50951"/>
                  </a:cubicBezTo>
                  <a:cubicBezTo>
                    <a:pt x="34576" y="50824"/>
                    <a:pt x="34385" y="50782"/>
                    <a:pt x="34258" y="50739"/>
                  </a:cubicBezTo>
                  <a:cubicBezTo>
                    <a:pt x="33706" y="50548"/>
                    <a:pt x="33091" y="50421"/>
                    <a:pt x="32561" y="50294"/>
                  </a:cubicBezTo>
                  <a:cubicBezTo>
                    <a:pt x="32370" y="50272"/>
                    <a:pt x="32221" y="50209"/>
                    <a:pt x="32073" y="50188"/>
                  </a:cubicBezTo>
                  <a:cubicBezTo>
                    <a:pt x="31394" y="50039"/>
                    <a:pt x="30651" y="49912"/>
                    <a:pt x="29973" y="49827"/>
                  </a:cubicBezTo>
                  <a:cubicBezTo>
                    <a:pt x="29888" y="49827"/>
                    <a:pt x="29867" y="49827"/>
                    <a:pt x="29845" y="49827"/>
                  </a:cubicBezTo>
                  <a:cubicBezTo>
                    <a:pt x="29082" y="49742"/>
                    <a:pt x="28339" y="49678"/>
                    <a:pt x="27618" y="49742"/>
                  </a:cubicBezTo>
                  <a:cubicBezTo>
                    <a:pt x="27533" y="49742"/>
                    <a:pt x="27512" y="49742"/>
                    <a:pt x="27448" y="49742"/>
                  </a:cubicBezTo>
                  <a:cubicBezTo>
                    <a:pt x="26727" y="49742"/>
                    <a:pt x="26027" y="49763"/>
                    <a:pt x="25264" y="49912"/>
                  </a:cubicBezTo>
                  <a:cubicBezTo>
                    <a:pt x="25136" y="49912"/>
                    <a:pt x="24988" y="49912"/>
                    <a:pt x="24903" y="49954"/>
                  </a:cubicBezTo>
                  <a:cubicBezTo>
                    <a:pt x="24160" y="50124"/>
                    <a:pt x="23482" y="50272"/>
                    <a:pt x="22739" y="50400"/>
                  </a:cubicBezTo>
                  <a:cubicBezTo>
                    <a:pt x="21997" y="50633"/>
                    <a:pt x="21276" y="50909"/>
                    <a:pt x="20576" y="51227"/>
                  </a:cubicBezTo>
                  <a:cubicBezTo>
                    <a:pt x="17627" y="52627"/>
                    <a:pt x="16036" y="54812"/>
                    <a:pt x="15909" y="56997"/>
                  </a:cubicBezTo>
                  <a:lnTo>
                    <a:pt x="18115" y="23206"/>
                  </a:lnTo>
                  <a:close/>
                </a:path>
              </a:pathLst>
            </a:custGeom>
            <a:solidFill>
              <a:srgbClr val="5141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63FAE4FF-20C1-4096-8612-9B298289DA08}"/>
                </a:ext>
              </a:extLst>
            </p:cNvPr>
            <p:cNvSpPr/>
            <p:nvPr/>
          </p:nvSpPr>
          <p:spPr>
            <a:xfrm>
              <a:off x="6412462" y="4507508"/>
              <a:ext cx="62653" cy="31327"/>
            </a:xfrm>
            <a:custGeom>
              <a:avLst/>
              <a:gdLst>
                <a:gd name="connsiteX0" fmla="*/ 16609 w 42424"/>
                <a:gd name="connsiteY0" fmla="*/ 19880 h 21212"/>
                <a:gd name="connsiteX1" fmla="*/ 15909 w 42424"/>
                <a:gd name="connsiteY1" fmla="*/ 19159 h 21212"/>
                <a:gd name="connsiteX2" fmla="*/ 18306 w 42424"/>
                <a:gd name="connsiteY2" fmla="*/ 17526 h 21212"/>
                <a:gd name="connsiteX3" fmla="*/ 36315 w 42424"/>
                <a:gd name="connsiteY3" fmla="*/ 19329 h 21212"/>
                <a:gd name="connsiteX4" fmla="*/ 37057 w 42424"/>
                <a:gd name="connsiteY4" fmla="*/ 20007 h 21212"/>
                <a:gd name="connsiteX5" fmla="*/ 34597 w 42424"/>
                <a:gd name="connsiteY5" fmla="*/ 21726 h 21212"/>
                <a:gd name="connsiteX6" fmla="*/ 16609 w 42424"/>
                <a:gd name="connsiteY6" fmla="*/ 1988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21212">
                  <a:moveTo>
                    <a:pt x="16609" y="19880"/>
                  </a:moveTo>
                  <a:cubicBezTo>
                    <a:pt x="16333" y="19689"/>
                    <a:pt x="16164" y="19413"/>
                    <a:pt x="15909" y="19159"/>
                  </a:cubicBezTo>
                  <a:cubicBezTo>
                    <a:pt x="16567" y="18586"/>
                    <a:pt x="17330" y="17950"/>
                    <a:pt x="18306" y="17526"/>
                  </a:cubicBezTo>
                  <a:cubicBezTo>
                    <a:pt x="23800" y="14789"/>
                    <a:pt x="31818" y="15617"/>
                    <a:pt x="36315" y="19329"/>
                  </a:cubicBezTo>
                  <a:cubicBezTo>
                    <a:pt x="36654" y="19541"/>
                    <a:pt x="36760" y="19774"/>
                    <a:pt x="37057" y="20007"/>
                  </a:cubicBezTo>
                  <a:cubicBezTo>
                    <a:pt x="36358" y="20623"/>
                    <a:pt x="35573" y="21216"/>
                    <a:pt x="34597" y="21726"/>
                  </a:cubicBezTo>
                  <a:cubicBezTo>
                    <a:pt x="29188" y="24335"/>
                    <a:pt x="21042" y="23486"/>
                    <a:pt x="16609" y="19880"/>
                  </a:cubicBezTo>
                  <a:close/>
                </a:path>
              </a:pathLst>
            </a:custGeom>
            <a:solidFill>
              <a:srgbClr val="6DCD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903A2297-A90A-4FE8-B569-DCBFD26C371A}"/>
                </a:ext>
              </a:extLst>
            </p:cNvPr>
            <p:cNvSpPr/>
            <p:nvPr/>
          </p:nvSpPr>
          <p:spPr>
            <a:xfrm>
              <a:off x="6402781" y="4501907"/>
              <a:ext cx="93980" cy="93980"/>
            </a:xfrm>
            <a:custGeom>
              <a:avLst/>
              <a:gdLst>
                <a:gd name="connsiteX0" fmla="*/ 16079 w 63636"/>
                <a:gd name="connsiteY0" fmla="*/ 51375 h 63636"/>
                <a:gd name="connsiteX1" fmla="*/ 15909 w 63636"/>
                <a:gd name="connsiteY1" fmla="*/ 50400 h 63636"/>
                <a:gd name="connsiteX2" fmla="*/ 15909 w 63636"/>
                <a:gd name="connsiteY2" fmla="*/ 49721 h 63636"/>
                <a:gd name="connsiteX3" fmla="*/ 18158 w 63636"/>
                <a:gd name="connsiteY3" fmla="*/ 15909 h 63636"/>
                <a:gd name="connsiteX4" fmla="*/ 18264 w 63636"/>
                <a:gd name="connsiteY4" fmla="*/ 17606 h 63636"/>
                <a:gd name="connsiteX5" fmla="*/ 18264 w 63636"/>
                <a:gd name="connsiteY5" fmla="*/ 17648 h 63636"/>
                <a:gd name="connsiteX6" fmla="*/ 18773 w 63636"/>
                <a:gd name="connsiteY6" fmla="*/ 19112 h 63636"/>
                <a:gd name="connsiteX7" fmla="*/ 18963 w 63636"/>
                <a:gd name="connsiteY7" fmla="*/ 19515 h 63636"/>
                <a:gd name="connsiteX8" fmla="*/ 19664 w 63636"/>
                <a:gd name="connsiteY8" fmla="*/ 20576 h 63636"/>
                <a:gd name="connsiteX9" fmla="*/ 20088 w 63636"/>
                <a:gd name="connsiteY9" fmla="*/ 21106 h 63636"/>
                <a:gd name="connsiteX10" fmla="*/ 21615 w 63636"/>
                <a:gd name="connsiteY10" fmla="*/ 22570 h 63636"/>
                <a:gd name="connsiteX11" fmla="*/ 23758 w 63636"/>
                <a:gd name="connsiteY11" fmla="*/ 23991 h 63636"/>
                <a:gd name="connsiteX12" fmla="*/ 24542 w 63636"/>
                <a:gd name="connsiteY12" fmla="*/ 24373 h 63636"/>
                <a:gd name="connsiteX13" fmla="*/ 26176 w 63636"/>
                <a:gd name="connsiteY13" fmla="*/ 25136 h 63636"/>
                <a:gd name="connsiteX14" fmla="*/ 26706 w 63636"/>
                <a:gd name="connsiteY14" fmla="*/ 25285 h 63636"/>
                <a:gd name="connsiteX15" fmla="*/ 28742 w 63636"/>
                <a:gd name="connsiteY15" fmla="*/ 25857 h 63636"/>
                <a:gd name="connsiteX16" fmla="*/ 29315 w 63636"/>
                <a:gd name="connsiteY16" fmla="*/ 26048 h 63636"/>
                <a:gd name="connsiteX17" fmla="*/ 31733 w 63636"/>
                <a:gd name="connsiteY17" fmla="*/ 26430 h 63636"/>
                <a:gd name="connsiteX18" fmla="*/ 31882 w 63636"/>
                <a:gd name="connsiteY18" fmla="*/ 26430 h 63636"/>
                <a:gd name="connsiteX19" fmla="*/ 34554 w 63636"/>
                <a:gd name="connsiteY19" fmla="*/ 26494 h 63636"/>
                <a:gd name="connsiteX20" fmla="*/ 34809 w 63636"/>
                <a:gd name="connsiteY20" fmla="*/ 26536 h 63636"/>
                <a:gd name="connsiteX21" fmla="*/ 37291 w 63636"/>
                <a:gd name="connsiteY21" fmla="*/ 26366 h 63636"/>
                <a:gd name="connsiteX22" fmla="*/ 37757 w 63636"/>
                <a:gd name="connsiteY22" fmla="*/ 26324 h 63636"/>
                <a:gd name="connsiteX23" fmla="*/ 40260 w 63636"/>
                <a:gd name="connsiteY23" fmla="*/ 25730 h 63636"/>
                <a:gd name="connsiteX24" fmla="*/ 42870 w 63636"/>
                <a:gd name="connsiteY24" fmla="*/ 24691 h 63636"/>
                <a:gd name="connsiteX25" fmla="*/ 48342 w 63636"/>
                <a:gd name="connsiteY25" fmla="*/ 17945 h 63636"/>
                <a:gd name="connsiteX26" fmla="*/ 46115 w 63636"/>
                <a:gd name="connsiteY26" fmla="*/ 51694 h 63636"/>
                <a:gd name="connsiteX27" fmla="*/ 40621 w 63636"/>
                <a:gd name="connsiteY27" fmla="*/ 58545 h 63636"/>
                <a:gd name="connsiteX28" fmla="*/ 37991 w 63636"/>
                <a:gd name="connsiteY28" fmla="*/ 59542 h 63636"/>
                <a:gd name="connsiteX29" fmla="*/ 37906 w 63636"/>
                <a:gd name="connsiteY29" fmla="*/ 59606 h 63636"/>
                <a:gd name="connsiteX30" fmla="*/ 35954 w 63636"/>
                <a:gd name="connsiteY30" fmla="*/ 60009 h 63636"/>
                <a:gd name="connsiteX31" fmla="*/ 35509 w 63636"/>
                <a:gd name="connsiteY31" fmla="*/ 60094 h 63636"/>
                <a:gd name="connsiteX32" fmla="*/ 35021 w 63636"/>
                <a:gd name="connsiteY32" fmla="*/ 60157 h 63636"/>
                <a:gd name="connsiteX33" fmla="*/ 34215 w 63636"/>
                <a:gd name="connsiteY33" fmla="*/ 60242 h 63636"/>
                <a:gd name="connsiteX34" fmla="*/ 32603 w 63636"/>
                <a:gd name="connsiteY34" fmla="*/ 60348 h 63636"/>
                <a:gd name="connsiteX35" fmla="*/ 32497 w 63636"/>
                <a:gd name="connsiteY35" fmla="*/ 60348 h 63636"/>
                <a:gd name="connsiteX36" fmla="*/ 32348 w 63636"/>
                <a:gd name="connsiteY36" fmla="*/ 60348 h 63636"/>
                <a:gd name="connsiteX37" fmla="*/ 31055 w 63636"/>
                <a:gd name="connsiteY37" fmla="*/ 60348 h 63636"/>
                <a:gd name="connsiteX38" fmla="*/ 29654 w 63636"/>
                <a:gd name="connsiteY38" fmla="*/ 60242 h 63636"/>
                <a:gd name="connsiteX39" fmla="*/ 29506 w 63636"/>
                <a:gd name="connsiteY39" fmla="*/ 60242 h 63636"/>
                <a:gd name="connsiteX40" fmla="*/ 29464 w 63636"/>
                <a:gd name="connsiteY40" fmla="*/ 60242 h 63636"/>
                <a:gd name="connsiteX41" fmla="*/ 27830 w 63636"/>
                <a:gd name="connsiteY41" fmla="*/ 60009 h 63636"/>
                <a:gd name="connsiteX42" fmla="*/ 27067 w 63636"/>
                <a:gd name="connsiteY42" fmla="*/ 59818 h 63636"/>
                <a:gd name="connsiteX43" fmla="*/ 26473 w 63636"/>
                <a:gd name="connsiteY43" fmla="*/ 59733 h 63636"/>
                <a:gd name="connsiteX44" fmla="*/ 26027 w 63636"/>
                <a:gd name="connsiteY44" fmla="*/ 59669 h 63636"/>
                <a:gd name="connsiteX45" fmla="*/ 24521 w 63636"/>
                <a:gd name="connsiteY45" fmla="*/ 59160 h 63636"/>
                <a:gd name="connsiteX46" fmla="*/ 23970 w 63636"/>
                <a:gd name="connsiteY46" fmla="*/ 58948 h 63636"/>
                <a:gd name="connsiteX47" fmla="*/ 23864 w 63636"/>
                <a:gd name="connsiteY47" fmla="*/ 58885 h 63636"/>
                <a:gd name="connsiteX48" fmla="*/ 22315 w 63636"/>
                <a:gd name="connsiteY48" fmla="*/ 58206 h 63636"/>
                <a:gd name="connsiteX49" fmla="*/ 21530 w 63636"/>
                <a:gd name="connsiteY49" fmla="*/ 57782 h 63636"/>
                <a:gd name="connsiteX50" fmla="*/ 19409 w 63636"/>
                <a:gd name="connsiteY50" fmla="*/ 56445 h 63636"/>
                <a:gd name="connsiteX51" fmla="*/ 17945 w 63636"/>
                <a:gd name="connsiteY51" fmla="*/ 55066 h 63636"/>
                <a:gd name="connsiteX52" fmla="*/ 17818 w 63636"/>
                <a:gd name="connsiteY52" fmla="*/ 54897 h 63636"/>
                <a:gd name="connsiteX53" fmla="*/ 17479 w 63636"/>
                <a:gd name="connsiteY53" fmla="*/ 54366 h 63636"/>
                <a:gd name="connsiteX54" fmla="*/ 16906 w 63636"/>
                <a:gd name="connsiteY54" fmla="*/ 53603 h 63636"/>
                <a:gd name="connsiteX55" fmla="*/ 16758 w 63636"/>
                <a:gd name="connsiteY55" fmla="*/ 53327 h 63636"/>
                <a:gd name="connsiteX56" fmla="*/ 16545 w 63636"/>
                <a:gd name="connsiteY56" fmla="*/ 52945 h 63636"/>
                <a:gd name="connsiteX57" fmla="*/ 16376 w 63636"/>
                <a:gd name="connsiteY57" fmla="*/ 52500 h 63636"/>
                <a:gd name="connsiteX58" fmla="*/ 16079 w 63636"/>
                <a:gd name="connsiteY58" fmla="*/ 51418 h 63636"/>
                <a:gd name="connsiteX59" fmla="*/ 16079 w 63636"/>
                <a:gd name="connsiteY59" fmla="*/ 51375 h 63636"/>
                <a:gd name="connsiteX60" fmla="*/ 16079 w 63636"/>
                <a:gd name="connsiteY60" fmla="*/ 51375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63636" h="63636">
                  <a:moveTo>
                    <a:pt x="16079" y="51375"/>
                  </a:moveTo>
                  <a:cubicBezTo>
                    <a:pt x="16036" y="50994"/>
                    <a:pt x="15909" y="50718"/>
                    <a:pt x="15909" y="50400"/>
                  </a:cubicBezTo>
                  <a:cubicBezTo>
                    <a:pt x="15909" y="50103"/>
                    <a:pt x="15909" y="49891"/>
                    <a:pt x="15909" y="49721"/>
                  </a:cubicBezTo>
                  <a:lnTo>
                    <a:pt x="18158" y="15909"/>
                  </a:lnTo>
                  <a:cubicBezTo>
                    <a:pt x="18094" y="16418"/>
                    <a:pt x="18158" y="17033"/>
                    <a:pt x="18264" y="17606"/>
                  </a:cubicBezTo>
                  <a:cubicBezTo>
                    <a:pt x="18264" y="17606"/>
                    <a:pt x="18264" y="17606"/>
                    <a:pt x="18264" y="17648"/>
                  </a:cubicBezTo>
                  <a:cubicBezTo>
                    <a:pt x="18391" y="18115"/>
                    <a:pt x="18582" y="18582"/>
                    <a:pt x="18773" y="19112"/>
                  </a:cubicBezTo>
                  <a:cubicBezTo>
                    <a:pt x="18815" y="19218"/>
                    <a:pt x="18921" y="19324"/>
                    <a:pt x="18963" y="19515"/>
                  </a:cubicBezTo>
                  <a:cubicBezTo>
                    <a:pt x="19154" y="19876"/>
                    <a:pt x="19473" y="20236"/>
                    <a:pt x="19664" y="20576"/>
                  </a:cubicBezTo>
                  <a:cubicBezTo>
                    <a:pt x="19854" y="20788"/>
                    <a:pt x="19982" y="20915"/>
                    <a:pt x="20088" y="21106"/>
                  </a:cubicBezTo>
                  <a:cubicBezTo>
                    <a:pt x="20533" y="21573"/>
                    <a:pt x="21042" y="22103"/>
                    <a:pt x="21615" y="22570"/>
                  </a:cubicBezTo>
                  <a:cubicBezTo>
                    <a:pt x="22273" y="23100"/>
                    <a:pt x="22951" y="23545"/>
                    <a:pt x="23758" y="23991"/>
                  </a:cubicBezTo>
                  <a:cubicBezTo>
                    <a:pt x="24054" y="24118"/>
                    <a:pt x="24245" y="24266"/>
                    <a:pt x="24542" y="24373"/>
                  </a:cubicBezTo>
                  <a:cubicBezTo>
                    <a:pt x="25073" y="24648"/>
                    <a:pt x="25645" y="24903"/>
                    <a:pt x="26176" y="25136"/>
                  </a:cubicBezTo>
                  <a:cubicBezTo>
                    <a:pt x="26345" y="25200"/>
                    <a:pt x="26536" y="25242"/>
                    <a:pt x="26706" y="25285"/>
                  </a:cubicBezTo>
                  <a:cubicBezTo>
                    <a:pt x="27342" y="25561"/>
                    <a:pt x="28042" y="25751"/>
                    <a:pt x="28742" y="25857"/>
                  </a:cubicBezTo>
                  <a:cubicBezTo>
                    <a:pt x="28954" y="25942"/>
                    <a:pt x="29124" y="26006"/>
                    <a:pt x="29315" y="26048"/>
                  </a:cubicBezTo>
                  <a:cubicBezTo>
                    <a:pt x="30057" y="26239"/>
                    <a:pt x="30906" y="26366"/>
                    <a:pt x="31733" y="26430"/>
                  </a:cubicBezTo>
                  <a:cubicBezTo>
                    <a:pt x="31754" y="26430"/>
                    <a:pt x="31839" y="26430"/>
                    <a:pt x="31882" y="26430"/>
                  </a:cubicBezTo>
                  <a:cubicBezTo>
                    <a:pt x="32794" y="26494"/>
                    <a:pt x="33685" y="26536"/>
                    <a:pt x="34554" y="26494"/>
                  </a:cubicBezTo>
                  <a:cubicBezTo>
                    <a:pt x="34618" y="26494"/>
                    <a:pt x="34682" y="26536"/>
                    <a:pt x="34809" y="26536"/>
                  </a:cubicBezTo>
                  <a:cubicBezTo>
                    <a:pt x="35636" y="26494"/>
                    <a:pt x="36464" y="26430"/>
                    <a:pt x="37291" y="26366"/>
                  </a:cubicBezTo>
                  <a:cubicBezTo>
                    <a:pt x="37397" y="26324"/>
                    <a:pt x="37567" y="26324"/>
                    <a:pt x="37757" y="26324"/>
                  </a:cubicBezTo>
                  <a:cubicBezTo>
                    <a:pt x="38563" y="26091"/>
                    <a:pt x="39391" y="25942"/>
                    <a:pt x="40260" y="25730"/>
                  </a:cubicBezTo>
                  <a:cubicBezTo>
                    <a:pt x="41151" y="25497"/>
                    <a:pt x="42063" y="25094"/>
                    <a:pt x="42870" y="24691"/>
                  </a:cubicBezTo>
                  <a:cubicBezTo>
                    <a:pt x="46285" y="23036"/>
                    <a:pt x="48151" y="20491"/>
                    <a:pt x="48342" y="17945"/>
                  </a:cubicBezTo>
                  <a:lnTo>
                    <a:pt x="46115" y="51694"/>
                  </a:lnTo>
                  <a:cubicBezTo>
                    <a:pt x="45903" y="54303"/>
                    <a:pt x="44100" y="56806"/>
                    <a:pt x="40621" y="58545"/>
                  </a:cubicBezTo>
                  <a:cubicBezTo>
                    <a:pt x="39815" y="58885"/>
                    <a:pt x="38945" y="59245"/>
                    <a:pt x="37991" y="59542"/>
                  </a:cubicBezTo>
                  <a:cubicBezTo>
                    <a:pt x="37991" y="59542"/>
                    <a:pt x="37970" y="59542"/>
                    <a:pt x="37906" y="59606"/>
                  </a:cubicBezTo>
                  <a:cubicBezTo>
                    <a:pt x="37312" y="59733"/>
                    <a:pt x="36591" y="59903"/>
                    <a:pt x="35954" y="60009"/>
                  </a:cubicBezTo>
                  <a:cubicBezTo>
                    <a:pt x="35827" y="60051"/>
                    <a:pt x="35679" y="60051"/>
                    <a:pt x="35509" y="60094"/>
                  </a:cubicBezTo>
                  <a:cubicBezTo>
                    <a:pt x="35339" y="60094"/>
                    <a:pt x="35212" y="60157"/>
                    <a:pt x="35021" y="60157"/>
                  </a:cubicBezTo>
                  <a:cubicBezTo>
                    <a:pt x="34788" y="60157"/>
                    <a:pt x="34512" y="60221"/>
                    <a:pt x="34215" y="60242"/>
                  </a:cubicBezTo>
                  <a:cubicBezTo>
                    <a:pt x="33685" y="60285"/>
                    <a:pt x="33133" y="60348"/>
                    <a:pt x="32603" y="60348"/>
                  </a:cubicBezTo>
                  <a:cubicBezTo>
                    <a:pt x="32603" y="60348"/>
                    <a:pt x="32561" y="60348"/>
                    <a:pt x="32497" y="60348"/>
                  </a:cubicBezTo>
                  <a:cubicBezTo>
                    <a:pt x="32476" y="60348"/>
                    <a:pt x="32391" y="60348"/>
                    <a:pt x="32348" y="60348"/>
                  </a:cubicBezTo>
                  <a:cubicBezTo>
                    <a:pt x="31882" y="60412"/>
                    <a:pt x="31500" y="60412"/>
                    <a:pt x="31055" y="60348"/>
                  </a:cubicBezTo>
                  <a:cubicBezTo>
                    <a:pt x="30567" y="60348"/>
                    <a:pt x="30100" y="60285"/>
                    <a:pt x="29654" y="60242"/>
                  </a:cubicBezTo>
                  <a:cubicBezTo>
                    <a:pt x="29591" y="60242"/>
                    <a:pt x="29570" y="60242"/>
                    <a:pt x="29506" y="60242"/>
                  </a:cubicBezTo>
                  <a:lnTo>
                    <a:pt x="29464" y="60242"/>
                  </a:lnTo>
                  <a:cubicBezTo>
                    <a:pt x="28933" y="60157"/>
                    <a:pt x="28382" y="60094"/>
                    <a:pt x="27830" y="60009"/>
                  </a:cubicBezTo>
                  <a:cubicBezTo>
                    <a:pt x="27533" y="59988"/>
                    <a:pt x="27300" y="59903"/>
                    <a:pt x="27067" y="59818"/>
                  </a:cubicBezTo>
                  <a:cubicBezTo>
                    <a:pt x="26876" y="59818"/>
                    <a:pt x="26664" y="59733"/>
                    <a:pt x="26473" y="59733"/>
                  </a:cubicBezTo>
                  <a:cubicBezTo>
                    <a:pt x="26303" y="59691"/>
                    <a:pt x="26218" y="59691"/>
                    <a:pt x="26027" y="59669"/>
                  </a:cubicBezTo>
                  <a:cubicBezTo>
                    <a:pt x="25433" y="59436"/>
                    <a:pt x="25030" y="59288"/>
                    <a:pt x="24521" y="59160"/>
                  </a:cubicBezTo>
                  <a:cubicBezTo>
                    <a:pt x="24309" y="59075"/>
                    <a:pt x="24076" y="59033"/>
                    <a:pt x="23970" y="58948"/>
                  </a:cubicBezTo>
                  <a:cubicBezTo>
                    <a:pt x="23970" y="58948"/>
                    <a:pt x="23948" y="58885"/>
                    <a:pt x="23864" y="58885"/>
                  </a:cubicBezTo>
                  <a:cubicBezTo>
                    <a:pt x="23270" y="58715"/>
                    <a:pt x="22845" y="58460"/>
                    <a:pt x="22315" y="58206"/>
                  </a:cubicBezTo>
                  <a:cubicBezTo>
                    <a:pt x="22039" y="58079"/>
                    <a:pt x="21785" y="57973"/>
                    <a:pt x="21530" y="57782"/>
                  </a:cubicBezTo>
                  <a:cubicBezTo>
                    <a:pt x="20767" y="57379"/>
                    <a:pt x="20003" y="56891"/>
                    <a:pt x="19409" y="56445"/>
                  </a:cubicBezTo>
                  <a:cubicBezTo>
                    <a:pt x="18815" y="55957"/>
                    <a:pt x="18327" y="55491"/>
                    <a:pt x="17945" y="55066"/>
                  </a:cubicBezTo>
                  <a:cubicBezTo>
                    <a:pt x="17882" y="55003"/>
                    <a:pt x="17861" y="54960"/>
                    <a:pt x="17818" y="54897"/>
                  </a:cubicBezTo>
                  <a:cubicBezTo>
                    <a:pt x="17712" y="54727"/>
                    <a:pt x="17564" y="54600"/>
                    <a:pt x="17479" y="54366"/>
                  </a:cubicBezTo>
                  <a:cubicBezTo>
                    <a:pt x="17288" y="54218"/>
                    <a:pt x="17054" y="53879"/>
                    <a:pt x="16906" y="53603"/>
                  </a:cubicBezTo>
                  <a:cubicBezTo>
                    <a:pt x="16885" y="53539"/>
                    <a:pt x="16842" y="53391"/>
                    <a:pt x="16758" y="53327"/>
                  </a:cubicBezTo>
                  <a:cubicBezTo>
                    <a:pt x="16673" y="53157"/>
                    <a:pt x="16630" y="53072"/>
                    <a:pt x="16545" y="52945"/>
                  </a:cubicBezTo>
                  <a:cubicBezTo>
                    <a:pt x="16482" y="52776"/>
                    <a:pt x="16397" y="52648"/>
                    <a:pt x="16376" y="52500"/>
                  </a:cubicBezTo>
                  <a:cubicBezTo>
                    <a:pt x="16248" y="52139"/>
                    <a:pt x="16100" y="51779"/>
                    <a:pt x="16079" y="51418"/>
                  </a:cubicBezTo>
                  <a:cubicBezTo>
                    <a:pt x="16079" y="51397"/>
                    <a:pt x="16079" y="51397"/>
                    <a:pt x="16079" y="51375"/>
                  </a:cubicBezTo>
                  <a:cubicBezTo>
                    <a:pt x="16079" y="51397"/>
                    <a:pt x="16079" y="51397"/>
                    <a:pt x="16079" y="51375"/>
                  </a:cubicBezTo>
                  <a:close/>
                </a:path>
              </a:pathLst>
            </a:custGeom>
            <a:solidFill>
              <a:srgbClr val="482E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0852E994-6F52-4631-98E1-AB86998BE5DB}"/>
                </a:ext>
              </a:extLst>
            </p:cNvPr>
            <p:cNvSpPr/>
            <p:nvPr/>
          </p:nvSpPr>
          <p:spPr>
            <a:xfrm>
              <a:off x="6409228" y="4494225"/>
              <a:ext cx="62653" cy="62653"/>
            </a:xfrm>
            <a:custGeom>
              <a:avLst/>
              <a:gdLst>
                <a:gd name="connsiteX0" fmla="*/ 20496 w 42424"/>
                <a:gd name="connsiteY0" fmla="*/ 26520 h 42424"/>
                <a:gd name="connsiteX1" fmla="*/ 18099 w 42424"/>
                <a:gd name="connsiteY1" fmla="*/ 28153 h 42424"/>
                <a:gd name="connsiteX2" fmla="*/ 20496 w 42424"/>
                <a:gd name="connsiteY2" fmla="*/ 17484 h 42424"/>
                <a:gd name="connsiteX3" fmla="*/ 38505 w 42424"/>
                <a:gd name="connsiteY3" fmla="*/ 19223 h 42424"/>
                <a:gd name="connsiteX4" fmla="*/ 39247 w 42424"/>
                <a:gd name="connsiteY4" fmla="*/ 29002 h 42424"/>
                <a:gd name="connsiteX5" fmla="*/ 38505 w 42424"/>
                <a:gd name="connsiteY5" fmla="*/ 28323 h 42424"/>
                <a:gd name="connsiteX6" fmla="*/ 20496 w 42424"/>
                <a:gd name="connsiteY6" fmla="*/ 26520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42424">
                  <a:moveTo>
                    <a:pt x="20496" y="26520"/>
                  </a:moveTo>
                  <a:cubicBezTo>
                    <a:pt x="19520" y="26966"/>
                    <a:pt x="18756" y="27581"/>
                    <a:pt x="18099" y="28153"/>
                  </a:cubicBezTo>
                  <a:cubicBezTo>
                    <a:pt x="14472" y="24590"/>
                    <a:pt x="15405" y="19966"/>
                    <a:pt x="20496" y="17484"/>
                  </a:cubicBezTo>
                  <a:cubicBezTo>
                    <a:pt x="25990" y="14811"/>
                    <a:pt x="34008" y="15638"/>
                    <a:pt x="38505" y="19223"/>
                  </a:cubicBezTo>
                  <a:cubicBezTo>
                    <a:pt x="42196" y="22235"/>
                    <a:pt x="42302" y="26181"/>
                    <a:pt x="39247" y="29002"/>
                  </a:cubicBezTo>
                  <a:cubicBezTo>
                    <a:pt x="38950" y="28747"/>
                    <a:pt x="38823" y="28535"/>
                    <a:pt x="38505" y="28323"/>
                  </a:cubicBezTo>
                  <a:cubicBezTo>
                    <a:pt x="34008" y="24611"/>
                    <a:pt x="25990" y="23784"/>
                    <a:pt x="20496" y="26520"/>
                  </a:cubicBezTo>
                  <a:close/>
                </a:path>
              </a:pathLst>
            </a:custGeom>
            <a:solidFill>
              <a:srgbClr val="482E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B829EB88-7AA3-4BD5-AA9D-1EE1EEE72499}"/>
                </a:ext>
              </a:extLst>
            </p:cNvPr>
            <p:cNvSpPr/>
            <p:nvPr/>
          </p:nvSpPr>
          <p:spPr>
            <a:xfrm>
              <a:off x="6406087" y="4489087"/>
              <a:ext cx="62653" cy="62653"/>
            </a:xfrm>
            <a:custGeom>
              <a:avLst/>
              <a:gdLst>
                <a:gd name="connsiteX0" fmla="*/ 42669 w 42424"/>
                <a:gd name="connsiteY0" fmla="*/ 19923 h 42424"/>
                <a:gd name="connsiteX1" fmla="*/ 40654 w 42424"/>
                <a:gd name="connsiteY1" fmla="*/ 33371 h 42424"/>
                <a:gd name="connsiteX2" fmla="*/ 19378 w 42424"/>
                <a:gd name="connsiteY2" fmla="*/ 31250 h 42424"/>
                <a:gd name="connsiteX3" fmla="*/ 21435 w 42424"/>
                <a:gd name="connsiteY3" fmla="*/ 17759 h 42424"/>
                <a:gd name="connsiteX4" fmla="*/ 42669 w 42424"/>
                <a:gd name="connsiteY4" fmla="*/ 19923 h 42424"/>
                <a:gd name="connsiteX5" fmla="*/ 39169 w 42424"/>
                <a:gd name="connsiteY5" fmla="*/ 32183 h 42424"/>
                <a:gd name="connsiteX6" fmla="*/ 40908 w 42424"/>
                <a:gd name="connsiteY6" fmla="*/ 20792 h 42424"/>
                <a:gd name="connsiteX7" fmla="*/ 22899 w 42424"/>
                <a:gd name="connsiteY7" fmla="*/ 18905 h 42424"/>
                <a:gd name="connsiteX8" fmla="*/ 21138 w 42424"/>
                <a:gd name="connsiteY8" fmla="*/ 30380 h 42424"/>
                <a:gd name="connsiteX9" fmla="*/ 39169 w 42424"/>
                <a:gd name="connsiteY9" fmla="*/ 32183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42424">
                  <a:moveTo>
                    <a:pt x="42669" y="19923"/>
                  </a:moveTo>
                  <a:cubicBezTo>
                    <a:pt x="48014" y="24186"/>
                    <a:pt x="47102" y="30253"/>
                    <a:pt x="40654" y="33371"/>
                  </a:cubicBezTo>
                  <a:cubicBezTo>
                    <a:pt x="34184" y="36532"/>
                    <a:pt x="24723" y="35556"/>
                    <a:pt x="19378" y="31250"/>
                  </a:cubicBezTo>
                  <a:cubicBezTo>
                    <a:pt x="14075" y="26901"/>
                    <a:pt x="14923" y="20877"/>
                    <a:pt x="21435" y="17759"/>
                  </a:cubicBezTo>
                  <a:cubicBezTo>
                    <a:pt x="27841" y="14641"/>
                    <a:pt x="37366" y="15532"/>
                    <a:pt x="42669" y="19923"/>
                  </a:cubicBezTo>
                  <a:close/>
                  <a:moveTo>
                    <a:pt x="39169" y="32183"/>
                  </a:moveTo>
                  <a:cubicBezTo>
                    <a:pt x="44578" y="29553"/>
                    <a:pt x="45363" y="24441"/>
                    <a:pt x="40908" y="20792"/>
                  </a:cubicBezTo>
                  <a:cubicBezTo>
                    <a:pt x="36411" y="17102"/>
                    <a:pt x="28329" y="16253"/>
                    <a:pt x="22899" y="18905"/>
                  </a:cubicBezTo>
                  <a:cubicBezTo>
                    <a:pt x="17426" y="21598"/>
                    <a:pt x="16599" y="26753"/>
                    <a:pt x="21138" y="30380"/>
                  </a:cubicBezTo>
                  <a:cubicBezTo>
                    <a:pt x="25614" y="34029"/>
                    <a:pt x="33738" y="34856"/>
                    <a:pt x="39169" y="32183"/>
                  </a:cubicBezTo>
                </a:path>
              </a:pathLst>
            </a:custGeom>
            <a:solidFill>
              <a:srgbClr val="6150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D42E255C-333B-4CFD-98C5-0B9E21B16495}"/>
                </a:ext>
              </a:extLst>
            </p:cNvPr>
            <p:cNvSpPr/>
            <p:nvPr/>
          </p:nvSpPr>
          <p:spPr>
            <a:xfrm>
              <a:off x="6398397" y="4541817"/>
              <a:ext cx="31327" cy="31327"/>
            </a:xfrm>
            <a:custGeom>
              <a:avLst/>
              <a:gdLst>
                <a:gd name="connsiteX0" fmla="*/ 16524 w 21212"/>
                <a:gd name="connsiteY0" fmla="*/ 18836 h 21212"/>
                <a:gd name="connsiteX1" fmla="*/ 16588 w 21212"/>
                <a:gd name="connsiteY1" fmla="*/ 18857 h 21212"/>
                <a:gd name="connsiteX2" fmla="*/ 17945 w 21212"/>
                <a:gd name="connsiteY2" fmla="*/ 18857 h 21212"/>
                <a:gd name="connsiteX3" fmla="*/ 17988 w 21212"/>
                <a:gd name="connsiteY3" fmla="*/ 18857 h 21212"/>
                <a:gd name="connsiteX4" fmla="*/ 18773 w 21212"/>
                <a:gd name="connsiteY4" fmla="*/ 18518 h 21212"/>
                <a:gd name="connsiteX5" fmla="*/ 24182 w 21212"/>
                <a:gd name="connsiteY5" fmla="*/ 15909 h 21212"/>
                <a:gd name="connsiteX6" fmla="*/ 26070 w 21212"/>
                <a:gd name="connsiteY6" fmla="*/ 17224 h 21212"/>
                <a:gd name="connsiteX7" fmla="*/ 20554 w 21212"/>
                <a:gd name="connsiteY7" fmla="*/ 19812 h 21212"/>
                <a:gd name="connsiteX8" fmla="*/ 20470 w 21212"/>
                <a:gd name="connsiteY8" fmla="*/ 19876 h 21212"/>
                <a:gd name="connsiteX9" fmla="*/ 20342 w 21212"/>
                <a:gd name="connsiteY9" fmla="*/ 20024 h 21212"/>
                <a:gd name="connsiteX10" fmla="*/ 20130 w 21212"/>
                <a:gd name="connsiteY10" fmla="*/ 20045 h 21212"/>
                <a:gd name="connsiteX11" fmla="*/ 20024 w 21212"/>
                <a:gd name="connsiteY11" fmla="*/ 20088 h 21212"/>
                <a:gd name="connsiteX12" fmla="*/ 19854 w 21212"/>
                <a:gd name="connsiteY12" fmla="*/ 20130 h 21212"/>
                <a:gd name="connsiteX13" fmla="*/ 19812 w 21212"/>
                <a:gd name="connsiteY13" fmla="*/ 20130 h 21212"/>
                <a:gd name="connsiteX14" fmla="*/ 19812 w 21212"/>
                <a:gd name="connsiteY14" fmla="*/ 20130 h 21212"/>
                <a:gd name="connsiteX15" fmla="*/ 19642 w 21212"/>
                <a:gd name="connsiteY15" fmla="*/ 20173 h 21212"/>
                <a:gd name="connsiteX16" fmla="*/ 19515 w 21212"/>
                <a:gd name="connsiteY16" fmla="*/ 20173 h 21212"/>
                <a:gd name="connsiteX17" fmla="*/ 19367 w 21212"/>
                <a:gd name="connsiteY17" fmla="*/ 20194 h 21212"/>
                <a:gd name="connsiteX18" fmla="*/ 19218 w 21212"/>
                <a:gd name="connsiteY18" fmla="*/ 20279 h 21212"/>
                <a:gd name="connsiteX19" fmla="*/ 19048 w 21212"/>
                <a:gd name="connsiteY19" fmla="*/ 20279 h 21212"/>
                <a:gd name="connsiteX20" fmla="*/ 19048 w 21212"/>
                <a:gd name="connsiteY20" fmla="*/ 20279 h 21212"/>
                <a:gd name="connsiteX21" fmla="*/ 19048 w 21212"/>
                <a:gd name="connsiteY21" fmla="*/ 20279 h 21212"/>
                <a:gd name="connsiteX22" fmla="*/ 18836 w 21212"/>
                <a:gd name="connsiteY22" fmla="*/ 20279 h 21212"/>
                <a:gd name="connsiteX23" fmla="*/ 18645 w 21212"/>
                <a:gd name="connsiteY23" fmla="*/ 20194 h 21212"/>
                <a:gd name="connsiteX24" fmla="*/ 18391 w 21212"/>
                <a:gd name="connsiteY24" fmla="*/ 20173 h 21212"/>
                <a:gd name="connsiteX25" fmla="*/ 18327 w 21212"/>
                <a:gd name="connsiteY25" fmla="*/ 20173 h 21212"/>
                <a:gd name="connsiteX26" fmla="*/ 18285 w 21212"/>
                <a:gd name="connsiteY26" fmla="*/ 20130 h 21212"/>
                <a:gd name="connsiteX27" fmla="*/ 18221 w 21212"/>
                <a:gd name="connsiteY27" fmla="*/ 20088 h 21212"/>
                <a:gd name="connsiteX28" fmla="*/ 17776 w 21212"/>
                <a:gd name="connsiteY28" fmla="*/ 19854 h 21212"/>
                <a:gd name="connsiteX29" fmla="*/ 15909 w 21212"/>
                <a:gd name="connsiteY29" fmla="*/ 18539 h 21212"/>
                <a:gd name="connsiteX30" fmla="*/ 16524 w 21212"/>
                <a:gd name="connsiteY30" fmla="*/ 1883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212" h="21212">
                  <a:moveTo>
                    <a:pt x="16524" y="18836"/>
                  </a:moveTo>
                  <a:cubicBezTo>
                    <a:pt x="16524" y="18857"/>
                    <a:pt x="16588" y="18857"/>
                    <a:pt x="16588" y="18857"/>
                  </a:cubicBezTo>
                  <a:cubicBezTo>
                    <a:pt x="17012" y="18985"/>
                    <a:pt x="17457" y="18985"/>
                    <a:pt x="17945" y="18857"/>
                  </a:cubicBezTo>
                  <a:lnTo>
                    <a:pt x="17988" y="18857"/>
                  </a:lnTo>
                  <a:cubicBezTo>
                    <a:pt x="18285" y="18794"/>
                    <a:pt x="18433" y="18667"/>
                    <a:pt x="18773" y="18518"/>
                  </a:cubicBezTo>
                  <a:lnTo>
                    <a:pt x="24182" y="15909"/>
                  </a:lnTo>
                  <a:lnTo>
                    <a:pt x="26070" y="17224"/>
                  </a:lnTo>
                  <a:lnTo>
                    <a:pt x="20554" y="19812"/>
                  </a:lnTo>
                  <a:cubicBezTo>
                    <a:pt x="20491" y="19812"/>
                    <a:pt x="20470" y="19854"/>
                    <a:pt x="20470" y="19876"/>
                  </a:cubicBezTo>
                  <a:cubicBezTo>
                    <a:pt x="20427" y="19876"/>
                    <a:pt x="20342" y="19939"/>
                    <a:pt x="20342" y="20024"/>
                  </a:cubicBezTo>
                  <a:cubicBezTo>
                    <a:pt x="20258" y="20024"/>
                    <a:pt x="20173" y="20024"/>
                    <a:pt x="20130" y="20045"/>
                  </a:cubicBezTo>
                  <a:cubicBezTo>
                    <a:pt x="20109" y="20045"/>
                    <a:pt x="20045" y="20045"/>
                    <a:pt x="20024" y="20088"/>
                  </a:cubicBezTo>
                  <a:cubicBezTo>
                    <a:pt x="19939" y="20088"/>
                    <a:pt x="19876" y="20088"/>
                    <a:pt x="19854" y="20130"/>
                  </a:cubicBezTo>
                  <a:lnTo>
                    <a:pt x="19812" y="20130"/>
                  </a:lnTo>
                  <a:lnTo>
                    <a:pt x="19812" y="20130"/>
                  </a:lnTo>
                  <a:cubicBezTo>
                    <a:pt x="19727" y="20173"/>
                    <a:pt x="19685" y="20173"/>
                    <a:pt x="19642" y="20173"/>
                  </a:cubicBezTo>
                  <a:cubicBezTo>
                    <a:pt x="19600" y="20173"/>
                    <a:pt x="19579" y="20173"/>
                    <a:pt x="19515" y="20173"/>
                  </a:cubicBezTo>
                  <a:cubicBezTo>
                    <a:pt x="19494" y="20194"/>
                    <a:pt x="19409" y="20194"/>
                    <a:pt x="19367" y="20194"/>
                  </a:cubicBezTo>
                  <a:cubicBezTo>
                    <a:pt x="19345" y="20279"/>
                    <a:pt x="19260" y="20279"/>
                    <a:pt x="19218" y="20279"/>
                  </a:cubicBezTo>
                  <a:cubicBezTo>
                    <a:pt x="19176" y="20279"/>
                    <a:pt x="19070" y="20279"/>
                    <a:pt x="19048" y="20279"/>
                  </a:cubicBezTo>
                  <a:lnTo>
                    <a:pt x="19048" y="20279"/>
                  </a:lnTo>
                  <a:lnTo>
                    <a:pt x="19048" y="20279"/>
                  </a:lnTo>
                  <a:cubicBezTo>
                    <a:pt x="18963" y="20279"/>
                    <a:pt x="18879" y="20279"/>
                    <a:pt x="18836" y="20279"/>
                  </a:cubicBezTo>
                  <a:cubicBezTo>
                    <a:pt x="18751" y="20279"/>
                    <a:pt x="18730" y="20279"/>
                    <a:pt x="18645" y="20194"/>
                  </a:cubicBezTo>
                  <a:cubicBezTo>
                    <a:pt x="18582" y="20194"/>
                    <a:pt x="18518" y="20173"/>
                    <a:pt x="18391" y="20173"/>
                  </a:cubicBezTo>
                  <a:cubicBezTo>
                    <a:pt x="18370" y="20173"/>
                    <a:pt x="18370" y="20173"/>
                    <a:pt x="18327" y="20173"/>
                  </a:cubicBezTo>
                  <a:cubicBezTo>
                    <a:pt x="18327" y="20130"/>
                    <a:pt x="18285" y="20130"/>
                    <a:pt x="18285" y="20130"/>
                  </a:cubicBezTo>
                  <a:cubicBezTo>
                    <a:pt x="18242" y="20130"/>
                    <a:pt x="18221" y="20088"/>
                    <a:pt x="18221" y="20088"/>
                  </a:cubicBezTo>
                  <a:cubicBezTo>
                    <a:pt x="18030" y="20045"/>
                    <a:pt x="17882" y="19939"/>
                    <a:pt x="17776" y="19854"/>
                  </a:cubicBezTo>
                  <a:lnTo>
                    <a:pt x="15909" y="18539"/>
                  </a:lnTo>
                  <a:cubicBezTo>
                    <a:pt x="16121" y="18667"/>
                    <a:pt x="16270" y="18794"/>
                    <a:pt x="16524" y="18836"/>
                  </a:cubicBezTo>
                  <a:close/>
                </a:path>
              </a:pathLst>
            </a:custGeom>
            <a:solidFill>
              <a:srgbClr val="371C7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30140DA3-9666-4344-AC57-4DE4A60BA49A}"/>
                </a:ext>
              </a:extLst>
            </p:cNvPr>
            <p:cNvSpPr/>
            <p:nvPr/>
          </p:nvSpPr>
          <p:spPr>
            <a:xfrm>
              <a:off x="6393791" y="4517853"/>
              <a:ext cx="62653" cy="62653"/>
            </a:xfrm>
            <a:custGeom>
              <a:avLst/>
              <a:gdLst>
                <a:gd name="connsiteX0" fmla="*/ 15909 w 42424"/>
                <a:gd name="connsiteY0" fmla="*/ 27533 h 42424"/>
                <a:gd name="connsiteX1" fmla="*/ 15952 w 42424"/>
                <a:gd name="connsiteY1" fmla="*/ 27257 h 42424"/>
                <a:gd name="connsiteX2" fmla="*/ 15952 w 42424"/>
                <a:gd name="connsiteY2" fmla="*/ 27215 h 42424"/>
                <a:gd name="connsiteX3" fmla="*/ 15952 w 42424"/>
                <a:gd name="connsiteY3" fmla="*/ 27215 h 42424"/>
                <a:gd name="connsiteX4" fmla="*/ 15952 w 42424"/>
                <a:gd name="connsiteY4" fmla="*/ 26982 h 42424"/>
                <a:gd name="connsiteX5" fmla="*/ 15973 w 42424"/>
                <a:gd name="connsiteY5" fmla="*/ 26748 h 42424"/>
                <a:gd name="connsiteX6" fmla="*/ 16036 w 42424"/>
                <a:gd name="connsiteY6" fmla="*/ 26557 h 42424"/>
                <a:gd name="connsiteX7" fmla="*/ 16036 w 42424"/>
                <a:gd name="connsiteY7" fmla="*/ 26536 h 42424"/>
                <a:gd name="connsiteX8" fmla="*/ 16036 w 42424"/>
                <a:gd name="connsiteY8" fmla="*/ 26409 h 42424"/>
                <a:gd name="connsiteX9" fmla="*/ 16121 w 42424"/>
                <a:gd name="connsiteY9" fmla="*/ 26133 h 42424"/>
                <a:gd name="connsiteX10" fmla="*/ 16142 w 42424"/>
                <a:gd name="connsiteY10" fmla="*/ 25879 h 42424"/>
                <a:gd name="connsiteX11" fmla="*/ 16142 w 42424"/>
                <a:gd name="connsiteY11" fmla="*/ 25879 h 42424"/>
                <a:gd name="connsiteX12" fmla="*/ 16142 w 42424"/>
                <a:gd name="connsiteY12" fmla="*/ 25857 h 42424"/>
                <a:gd name="connsiteX13" fmla="*/ 16291 w 42424"/>
                <a:gd name="connsiteY13" fmla="*/ 25560 h 42424"/>
                <a:gd name="connsiteX14" fmla="*/ 16376 w 42424"/>
                <a:gd name="connsiteY14" fmla="*/ 25200 h 42424"/>
                <a:gd name="connsiteX15" fmla="*/ 16376 w 42424"/>
                <a:gd name="connsiteY15" fmla="*/ 25200 h 42424"/>
                <a:gd name="connsiteX16" fmla="*/ 16376 w 42424"/>
                <a:gd name="connsiteY16" fmla="*/ 25200 h 42424"/>
                <a:gd name="connsiteX17" fmla="*/ 16439 w 42424"/>
                <a:gd name="connsiteY17" fmla="*/ 24924 h 42424"/>
                <a:gd name="connsiteX18" fmla="*/ 16567 w 42424"/>
                <a:gd name="connsiteY18" fmla="*/ 24606 h 42424"/>
                <a:gd name="connsiteX19" fmla="*/ 16630 w 42424"/>
                <a:gd name="connsiteY19" fmla="*/ 24563 h 42424"/>
                <a:gd name="connsiteX20" fmla="*/ 16630 w 42424"/>
                <a:gd name="connsiteY20" fmla="*/ 24521 h 42424"/>
                <a:gd name="connsiteX21" fmla="*/ 16800 w 42424"/>
                <a:gd name="connsiteY21" fmla="*/ 24245 h 42424"/>
                <a:gd name="connsiteX22" fmla="*/ 16885 w 42424"/>
                <a:gd name="connsiteY22" fmla="*/ 23885 h 42424"/>
                <a:gd name="connsiteX23" fmla="*/ 16906 w 42424"/>
                <a:gd name="connsiteY23" fmla="*/ 23842 h 42424"/>
                <a:gd name="connsiteX24" fmla="*/ 16948 w 42424"/>
                <a:gd name="connsiteY24" fmla="*/ 23779 h 42424"/>
                <a:gd name="connsiteX25" fmla="*/ 17033 w 42424"/>
                <a:gd name="connsiteY25" fmla="*/ 23545 h 42424"/>
                <a:gd name="connsiteX26" fmla="*/ 17245 w 42424"/>
                <a:gd name="connsiteY26" fmla="*/ 23142 h 42424"/>
                <a:gd name="connsiteX27" fmla="*/ 17245 w 42424"/>
                <a:gd name="connsiteY27" fmla="*/ 23142 h 42424"/>
                <a:gd name="connsiteX28" fmla="*/ 17542 w 42424"/>
                <a:gd name="connsiteY28" fmla="*/ 22718 h 42424"/>
                <a:gd name="connsiteX29" fmla="*/ 17585 w 42424"/>
                <a:gd name="connsiteY29" fmla="*/ 22612 h 42424"/>
                <a:gd name="connsiteX30" fmla="*/ 18094 w 42424"/>
                <a:gd name="connsiteY30" fmla="*/ 21954 h 42424"/>
                <a:gd name="connsiteX31" fmla="*/ 18094 w 42424"/>
                <a:gd name="connsiteY31" fmla="*/ 21827 h 42424"/>
                <a:gd name="connsiteX32" fmla="*/ 18645 w 42424"/>
                <a:gd name="connsiteY32" fmla="*/ 21212 h 42424"/>
                <a:gd name="connsiteX33" fmla="*/ 18667 w 42424"/>
                <a:gd name="connsiteY33" fmla="*/ 21127 h 42424"/>
                <a:gd name="connsiteX34" fmla="*/ 18964 w 42424"/>
                <a:gd name="connsiteY34" fmla="*/ 20851 h 42424"/>
                <a:gd name="connsiteX35" fmla="*/ 19070 w 42424"/>
                <a:gd name="connsiteY35" fmla="*/ 20766 h 42424"/>
                <a:gd name="connsiteX36" fmla="*/ 19070 w 42424"/>
                <a:gd name="connsiteY36" fmla="*/ 20724 h 42424"/>
                <a:gd name="connsiteX37" fmla="*/ 19388 w 42424"/>
                <a:gd name="connsiteY37" fmla="*/ 20385 h 42424"/>
                <a:gd name="connsiteX38" fmla="*/ 19473 w 42424"/>
                <a:gd name="connsiteY38" fmla="*/ 20321 h 42424"/>
                <a:gd name="connsiteX39" fmla="*/ 19579 w 42424"/>
                <a:gd name="connsiteY39" fmla="*/ 20194 h 42424"/>
                <a:gd name="connsiteX40" fmla="*/ 19685 w 42424"/>
                <a:gd name="connsiteY40" fmla="*/ 20151 h 42424"/>
                <a:gd name="connsiteX41" fmla="*/ 19982 w 42424"/>
                <a:gd name="connsiteY41" fmla="*/ 19918 h 42424"/>
                <a:gd name="connsiteX42" fmla="*/ 20088 w 42424"/>
                <a:gd name="connsiteY42" fmla="*/ 19748 h 42424"/>
                <a:gd name="connsiteX43" fmla="*/ 20173 w 42424"/>
                <a:gd name="connsiteY43" fmla="*/ 19706 h 42424"/>
                <a:gd name="connsiteX44" fmla="*/ 20279 w 42424"/>
                <a:gd name="connsiteY44" fmla="*/ 19642 h 42424"/>
                <a:gd name="connsiteX45" fmla="*/ 20554 w 42424"/>
                <a:gd name="connsiteY45" fmla="*/ 19430 h 42424"/>
                <a:gd name="connsiteX46" fmla="*/ 20639 w 42424"/>
                <a:gd name="connsiteY46" fmla="*/ 19324 h 42424"/>
                <a:gd name="connsiteX47" fmla="*/ 20682 w 42424"/>
                <a:gd name="connsiteY47" fmla="*/ 19282 h 42424"/>
                <a:gd name="connsiteX48" fmla="*/ 20809 w 42424"/>
                <a:gd name="connsiteY48" fmla="*/ 19176 h 42424"/>
                <a:gd name="connsiteX49" fmla="*/ 21106 w 42424"/>
                <a:gd name="connsiteY49" fmla="*/ 19069 h 42424"/>
                <a:gd name="connsiteX50" fmla="*/ 21233 w 42424"/>
                <a:gd name="connsiteY50" fmla="*/ 18921 h 42424"/>
                <a:gd name="connsiteX51" fmla="*/ 21297 w 42424"/>
                <a:gd name="connsiteY51" fmla="*/ 18921 h 42424"/>
                <a:gd name="connsiteX52" fmla="*/ 21403 w 42424"/>
                <a:gd name="connsiteY52" fmla="*/ 18879 h 42424"/>
                <a:gd name="connsiteX53" fmla="*/ 21636 w 42424"/>
                <a:gd name="connsiteY53" fmla="*/ 18751 h 42424"/>
                <a:gd name="connsiteX54" fmla="*/ 21912 w 42424"/>
                <a:gd name="connsiteY54" fmla="*/ 18645 h 42424"/>
                <a:gd name="connsiteX55" fmla="*/ 21912 w 42424"/>
                <a:gd name="connsiteY55" fmla="*/ 18645 h 42424"/>
                <a:gd name="connsiteX56" fmla="*/ 27364 w 42424"/>
                <a:gd name="connsiteY56" fmla="*/ 15909 h 42424"/>
                <a:gd name="connsiteX57" fmla="*/ 29167 w 42424"/>
                <a:gd name="connsiteY57" fmla="*/ 17224 h 42424"/>
                <a:gd name="connsiteX58" fmla="*/ 23715 w 42424"/>
                <a:gd name="connsiteY58" fmla="*/ 19939 h 42424"/>
                <a:gd name="connsiteX59" fmla="*/ 23185 w 42424"/>
                <a:gd name="connsiteY59" fmla="*/ 20257 h 42424"/>
                <a:gd name="connsiteX60" fmla="*/ 23121 w 42424"/>
                <a:gd name="connsiteY60" fmla="*/ 20300 h 42424"/>
                <a:gd name="connsiteX61" fmla="*/ 22633 w 42424"/>
                <a:gd name="connsiteY61" fmla="*/ 20597 h 42424"/>
                <a:gd name="connsiteX62" fmla="*/ 22548 w 42424"/>
                <a:gd name="connsiteY62" fmla="*/ 20660 h 42424"/>
                <a:gd name="connsiteX63" fmla="*/ 22039 w 42424"/>
                <a:gd name="connsiteY63" fmla="*/ 21021 h 42424"/>
                <a:gd name="connsiteX64" fmla="*/ 21976 w 42424"/>
                <a:gd name="connsiteY64" fmla="*/ 21148 h 42424"/>
                <a:gd name="connsiteX65" fmla="*/ 21530 w 42424"/>
                <a:gd name="connsiteY65" fmla="*/ 21573 h 42424"/>
                <a:gd name="connsiteX66" fmla="*/ 21467 w 42424"/>
                <a:gd name="connsiteY66" fmla="*/ 21615 h 42424"/>
                <a:gd name="connsiteX67" fmla="*/ 21000 w 42424"/>
                <a:gd name="connsiteY67" fmla="*/ 22082 h 42424"/>
                <a:gd name="connsiteX68" fmla="*/ 20873 w 42424"/>
                <a:gd name="connsiteY68" fmla="*/ 22145 h 42424"/>
                <a:gd name="connsiteX69" fmla="*/ 20618 w 42424"/>
                <a:gd name="connsiteY69" fmla="*/ 22485 h 42424"/>
                <a:gd name="connsiteX70" fmla="*/ 20067 w 42424"/>
                <a:gd name="connsiteY70" fmla="*/ 23121 h 42424"/>
                <a:gd name="connsiteX71" fmla="*/ 20003 w 42424"/>
                <a:gd name="connsiteY71" fmla="*/ 23206 h 42424"/>
                <a:gd name="connsiteX72" fmla="*/ 19536 w 42424"/>
                <a:gd name="connsiteY72" fmla="*/ 23906 h 42424"/>
                <a:gd name="connsiteX73" fmla="*/ 19218 w 42424"/>
                <a:gd name="connsiteY73" fmla="*/ 24457 h 42424"/>
                <a:gd name="connsiteX74" fmla="*/ 19218 w 42424"/>
                <a:gd name="connsiteY74" fmla="*/ 24457 h 42424"/>
                <a:gd name="connsiteX75" fmla="*/ 19218 w 42424"/>
                <a:gd name="connsiteY75" fmla="*/ 24457 h 42424"/>
                <a:gd name="connsiteX76" fmla="*/ 18921 w 42424"/>
                <a:gd name="connsiteY76" fmla="*/ 25051 h 42424"/>
                <a:gd name="connsiteX77" fmla="*/ 18815 w 42424"/>
                <a:gd name="connsiteY77" fmla="*/ 25115 h 42424"/>
                <a:gd name="connsiteX78" fmla="*/ 18582 w 42424"/>
                <a:gd name="connsiteY78" fmla="*/ 25751 h 42424"/>
                <a:gd name="connsiteX79" fmla="*/ 18539 w 42424"/>
                <a:gd name="connsiteY79" fmla="*/ 25773 h 42424"/>
                <a:gd name="connsiteX80" fmla="*/ 18327 w 42424"/>
                <a:gd name="connsiteY80" fmla="*/ 26345 h 42424"/>
                <a:gd name="connsiteX81" fmla="*/ 18285 w 42424"/>
                <a:gd name="connsiteY81" fmla="*/ 26409 h 42424"/>
                <a:gd name="connsiteX82" fmla="*/ 18158 w 42424"/>
                <a:gd name="connsiteY82" fmla="*/ 27003 h 42424"/>
                <a:gd name="connsiteX83" fmla="*/ 18158 w 42424"/>
                <a:gd name="connsiteY83" fmla="*/ 27066 h 42424"/>
                <a:gd name="connsiteX84" fmla="*/ 17924 w 42424"/>
                <a:gd name="connsiteY84" fmla="*/ 27682 h 42424"/>
                <a:gd name="connsiteX85" fmla="*/ 17924 w 42424"/>
                <a:gd name="connsiteY85" fmla="*/ 27809 h 42424"/>
                <a:gd name="connsiteX86" fmla="*/ 17861 w 42424"/>
                <a:gd name="connsiteY86" fmla="*/ 28382 h 42424"/>
                <a:gd name="connsiteX87" fmla="*/ 17861 w 42424"/>
                <a:gd name="connsiteY87" fmla="*/ 28382 h 42424"/>
                <a:gd name="connsiteX88" fmla="*/ 17861 w 42424"/>
                <a:gd name="connsiteY88" fmla="*/ 29018 h 42424"/>
                <a:gd name="connsiteX89" fmla="*/ 17861 w 42424"/>
                <a:gd name="connsiteY89" fmla="*/ 34894 h 42424"/>
                <a:gd name="connsiteX90" fmla="*/ 17988 w 42424"/>
                <a:gd name="connsiteY90" fmla="*/ 35933 h 42424"/>
                <a:gd name="connsiteX91" fmla="*/ 17988 w 42424"/>
                <a:gd name="connsiteY91" fmla="*/ 35997 h 42424"/>
                <a:gd name="connsiteX92" fmla="*/ 18285 w 42424"/>
                <a:gd name="connsiteY92" fmla="*/ 36930 h 42424"/>
                <a:gd name="connsiteX93" fmla="*/ 18285 w 42424"/>
                <a:gd name="connsiteY93" fmla="*/ 36994 h 42424"/>
                <a:gd name="connsiteX94" fmla="*/ 18688 w 42424"/>
                <a:gd name="connsiteY94" fmla="*/ 37609 h 42424"/>
                <a:gd name="connsiteX95" fmla="*/ 18815 w 42424"/>
                <a:gd name="connsiteY95" fmla="*/ 37821 h 42424"/>
                <a:gd name="connsiteX96" fmla="*/ 19367 w 42424"/>
                <a:gd name="connsiteY96" fmla="*/ 38330 h 42424"/>
                <a:gd name="connsiteX97" fmla="*/ 17500 w 42424"/>
                <a:gd name="connsiteY97" fmla="*/ 36994 h 42424"/>
                <a:gd name="connsiteX98" fmla="*/ 17012 w 42424"/>
                <a:gd name="connsiteY98" fmla="*/ 36485 h 42424"/>
                <a:gd name="connsiteX99" fmla="*/ 16906 w 42424"/>
                <a:gd name="connsiteY99" fmla="*/ 36336 h 42424"/>
                <a:gd name="connsiteX100" fmla="*/ 16736 w 42424"/>
                <a:gd name="connsiteY100" fmla="*/ 36103 h 42424"/>
                <a:gd name="connsiteX101" fmla="*/ 16482 w 42424"/>
                <a:gd name="connsiteY101" fmla="*/ 35742 h 42424"/>
                <a:gd name="connsiteX102" fmla="*/ 16482 w 42424"/>
                <a:gd name="connsiteY102" fmla="*/ 35615 h 42424"/>
                <a:gd name="connsiteX103" fmla="*/ 16461 w 42424"/>
                <a:gd name="connsiteY103" fmla="*/ 35572 h 42424"/>
                <a:gd name="connsiteX104" fmla="*/ 16376 w 42424"/>
                <a:gd name="connsiteY104" fmla="*/ 35445 h 42424"/>
                <a:gd name="connsiteX105" fmla="*/ 16249 w 42424"/>
                <a:gd name="connsiteY105" fmla="*/ 35127 h 42424"/>
                <a:gd name="connsiteX106" fmla="*/ 16164 w 42424"/>
                <a:gd name="connsiteY106" fmla="*/ 34830 h 42424"/>
                <a:gd name="connsiteX107" fmla="*/ 16142 w 42424"/>
                <a:gd name="connsiteY107" fmla="*/ 34660 h 42424"/>
                <a:gd name="connsiteX108" fmla="*/ 16142 w 42424"/>
                <a:gd name="connsiteY108" fmla="*/ 34597 h 42424"/>
                <a:gd name="connsiteX109" fmla="*/ 16142 w 42424"/>
                <a:gd name="connsiteY109" fmla="*/ 34512 h 42424"/>
                <a:gd name="connsiteX110" fmla="*/ 16079 w 42424"/>
                <a:gd name="connsiteY110" fmla="*/ 34257 h 42424"/>
                <a:gd name="connsiteX111" fmla="*/ 16058 w 42424"/>
                <a:gd name="connsiteY111" fmla="*/ 33982 h 42424"/>
                <a:gd name="connsiteX112" fmla="*/ 16058 w 42424"/>
                <a:gd name="connsiteY112" fmla="*/ 33685 h 42424"/>
                <a:gd name="connsiteX113" fmla="*/ 16058 w 42424"/>
                <a:gd name="connsiteY113" fmla="*/ 33515 h 42424"/>
                <a:gd name="connsiteX114" fmla="*/ 16015 w 42424"/>
                <a:gd name="connsiteY114" fmla="*/ 27724 h 42424"/>
                <a:gd name="connsiteX115" fmla="*/ 16015 w 42424"/>
                <a:gd name="connsiteY115" fmla="*/ 27597 h 42424"/>
                <a:gd name="connsiteX116" fmla="*/ 15909 w 42424"/>
                <a:gd name="connsiteY116" fmla="*/ 27533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42424" h="42424">
                  <a:moveTo>
                    <a:pt x="15909" y="27533"/>
                  </a:moveTo>
                  <a:cubicBezTo>
                    <a:pt x="15909" y="27427"/>
                    <a:pt x="15909" y="27342"/>
                    <a:pt x="15952" y="27257"/>
                  </a:cubicBezTo>
                  <a:lnTo>
                    <a:pt x="15952" y="27215"/>
                  </a:lnTo>
                  <a:lnTo>
                    <a:pt x="15952" y="27215"/>
                  </a:lnTo>
                  <a:cubicBezTo>
                    <a:pt x="15952" y="27130"/>
                    <a:pt x="15952" y="27066"/>
                    <a:pt x="15952" y="26982"/>
                  </a:cubicBezTo>
                  <a:cubicBezTo>
                    <a:pt x="15973" y="26897"/>
                    <a:pt x="15973" y="26833"/>
                    <a:pt x="15973" y="26748"/>
                  </a:cubicBezTo>
                  <a:cubicBezTo>
                    <a:pt x="15973" y="26706"/>
                    <a:pt x="16036" y="26663"/>
                    <a:pt x="16036" y="26557"/>
                  </a:cubicBezTo>
                  <a:lnTo>
                    <a:pt x="16036" y="26536"/>
                  </a:lnTo>
                  <a:cubicBezTo>
                    <a:pt x="16036" y="26472"/>
                    <a:pt x="16036" y="26451"/>
                    <a:pt x="16036" y="26409"/>
                  </a:cubicBezTo>
                  <a:cubicBezTo>
                    <a:pt x="16058" y="26324"/>
                    <a:pt x="16058" y="26239"/>
                    <a:pt x="16121" y="26133"/>
                  </a:cubicBezTo>
                  <a:cubicBezTo>
                    <a:pt x="16121" y="26006"/>
                    <a:pt x="16142" y="25964"/>
                    <a:pt x="16142" y="25879"/>
                  </a:cubicBezTo>
                  <a:lnTo>
                    <a:pt x="16142" y="25879"/>
                  </a:lnTo>
                  <a:lnTo>
                    <a:pt x="16142" y="25857"/>
                  </a:lnTo>
                  <a:cubicBezTo>
                    <a:pt x="16185" y="25730"/>
                    <a:pt x="16270" y="25645"/>
                    <a:pt x="16291" y="25560"/>
                  </a:cubicBezTo>
                  <a:cubicBezTo>
                    <a:pt x="16291" y="25433"/>
                    <a:pt x="16355" y="25370"/>
                    <a:pt x="16376" y="25200"/>
                  </a:cubicBezTo>
                  <a:lnTo>
                    <a:pt x="16376" y="25200"/>
                  </a:lnTo>
                  <a:lnTo>
                    <a:pt x="16376" y="25200"/>
                  </a:lnTo>
                  <a:cubicBezTo>
                    <a:pt x="16418" y="25094"/>
                    <a:pt x="16439" y="25009"/>
                    <a:pt x="16439" y="24924"/>
                  </a:cubicBezTo>
                  <a:cubicBezTo>
                    <a:pt x="16503" y="24754"/>
                    <a:pt x="16546" y="24712"/>
                    <a:pt x="16567" y="24606"/>
                  </a:cubicBezTo>
                  <a:lnTo>
                    <a:pt x="16630" y="24563"/>
                  </a:lnTo>
                  <a:cubicBezTo>
                    <a:pt x="16630" y="24521"/>
                    <a:pt x="16630" y="24521"/>
                    <a:pt x="16630" y="24521"/>
                  </a:cubicBezTo>
                  <a:cubicBezTo>
                    <a:pt x="16715" y="24394"/>
                    <a:pt x="16715" y="24309"/>
                    <a:pt x="16800" y="24245"/>
                  </a:cubicBezTo>
                  <a:cubicBezTo>
                    <a:pt x="16800" y="24160"/>
                    <a:pt x="16821" y="24012"/>
                    <a:pt x="16885" y="23885"/>
                  </a:cubicBezTo>
                  <a:cubicBezTo>
                    <a:pt x="16906" y="23885"/>
                    <a:pt x="16906" y="23885"/>
                    <a:pt x="16906" y="23842"/>
                  </a:cubicBezTo>
                  <a:lnTo>
                    <a:pt x="16948" y="23779"/>
                  </a:lnTo>
                  <a:cubicBezTo>
                    <a:pt x="16991" y="23694"/>
                    <a:pt x="17033" y="23630"/>
                    <a:pt x="17033" y="23545"/>
                  </a:cubicBezTo>
                  <a:cubicBezTo>
                    <a:pt x="17118" y="23418"/>
                    <a:pt x="17182" y="23312"/>
                    <a:pt x="17245" y="23142"/>
                  </a:cubicBezTo>
                  <a:lnTo>
                    <a:pt x="17245" y="23142"/>
                  </a:lnTo>
                  <a:cubicBezTo>
                    <a:pt x="17351" y="22994"/>
                    <a:pt x="17394" y="22845"/>
                    <a:pt x="17542" y="22718"/>
                  </a:cubicBezTo>
                  <a:cubicBezTo>
                    <a:pt x="17542" y="22654"/>
                    <a:pt x="17542" y="22612"/>
                    <a:pt x="17585" y="22612"/>
                  </a:cubicBezTo>
                  <a:cubicBezTo>
                    <a:pt x="17755" y="22421"/>
                    <a:pt x="17924" y="22167"/>
                    <a:pt x="18094" y="21954"/>
                  </a:cubicBezTo>
                  <a:cubicBezTo>
                    <a:pt x="18094" y="21870"/>
                    <a:pt x="18094" y="21827"/>
                    <a:pt x="18094" y="21827"/>
                  </a:cubicBezTo>
                  <a:cubicBezTo>
                    <a:pt x="18242" y="21573"/>
                    <a:pt x="18455" y="21424"/>
                    <a:pt x="18645" y="21212"/>
                  </a:cubicBezTo>
                  <a:cubicBezTo>
                    <a:pt x="18645" y="21212"/>
                    <a:pt x="18667" y="21169"/>
                    <a:pt x="18667" y="21127"/>
                  </a:cubicBezTo>
                  <a:cubicBezTo>
                    <a:pt x="18815" y="21000"/>
                    <a:pt x="18879" y="20915"/>
                    <a:pt x="18964" y="20851"/>
                  </a:cubicBezTo>
                  <a:cubicBezTo>
                    <a:pt x="19006" y="20788"/>
                    <a:pt x="19006" y="20788"/>
                    <a:pt x="19070" y="20766"/>
                  </a:cubicBezTo>
                  <a:cubicBezTo>
                    <a:pt x="19070" y="20766"/>
                    <a:pt x="19070" y="20766"/>
                    <a:pt x="19070" y="20724"/>
                  </a:cubicBezTo>
                  <a:cubicBezTo>
                    <a:pt x="19176" y="20618"/>
                    <a:pt x="19239" y="20533"/>
                    <a:pt x="19388" y="20385"/>
                  </a:cubicBezTo>
                  <a:cubicBezTo>
                    <a:pt x="19430" y="20385"/>
                    <a:pt x="19430" y="20321"/>
                    <a:pt x="19473" y="20321"/>
                  </a:cubicBezTo>
                  <a:cubicBezTo>
                    <a:pt x="19473" y="20321"/>
                    <a:pt x="19515" y="20279"/>
                    <a:pt x="19579" y="20194"/>
                  </a:cubicBezTo>
                  <a:cubicBezTo>
                    <a:pt x="19579" y="20194"/>
                    <a:pt x="19642" y="20151"/>
                    <a:pt x="19685" y="20151"/>
                  </a:cubicBezTo>
                  <a:cubicBezTo>
                    <a:pt x="19770" y="20045"/>
                    <a:pt x="19833" y="19960"/>
                    <a:pt x="19982" y="19918"/>
                  </a:cubicBezTo>
                  <a:cubicBezTo>
                    <a:pt x="19982" y="19876"/>
                    <a:pt x="20024" y="19833"/>
                    <a:pt x="20088" y="19748"/>
                  </a:cubicBezTo>
                  <a:cubicBezTo>
                    <a:pt x="20088" y="19748"/>
                    <a:pt x="20109" y="19748"/>
                    <a:pt x="20173" y="19706"/>
                  </a:cubicBezTo>
                  <a:cubicBezTo>
                    <a:pt x="20173" y="19663"/>
                    <a:pt x="20215" y="19663"/>
                    <a:pt x="20279" y="19642"/>
                  </a:cubicBezTo>
                  <a:cubicBezTo>
                    <a:pt x="20342" y="19557"/>
                    <a:pt x="20406" y="19473"/>
                    <a:pt x="20554" y="19430"/>
                  </a:cubicBezTo>
                  <a:cubicBezTo>
                    <a:pt x="20576" y="19409"/>
                    <a:pt x="20576" y="19409"/>
                    <a:pt x="20639" y="19324"/>
                  </a:cubicBezTo>
                  <a:lnTo>
                    <a:pt x="20682" y="19282"/>
                  </a:lnTo>
                  <a:cubicBezTo>
                    <a:pt x="20745" y="19239"/>
                    <a:pt x="20788" y="19239"/>
                    <a:pt x="20809" y="19176"/>
                  </a:cubicBezTo>
                  <a:cubicBezTo>
                    <a:pt x="20936" y="19176"/>
                    <a:pt x="21021" y="19091"/>
                    <a:pt x="21106" y="19069"/>
                  </a:cubicBezTo>
                  <a:cubicBezTo>
                    <a:pt x="21148" y="19027"/>
                    <a:pt x="21191" y="19027"/>
                    <a:pt x="21233" y="18921"/>
                  </a:cubicBezTo>
                  <a:lnTo>
                    <a:pt x="21297" y="18921"/>
                  </a:lnTo>
                  <a:lnTo>
                    <a:pt x="21403" y="18879"/>
                  </a:lnTo>
                  <a:cubicBezTo>
                    <a:pt x="21488" y="18836"/>
                    <a:pt x="21552" y="18794"/>
                    <a:pt x="21636" y="18751"/>
                  </a:cubicBezTo>
                  <a:cubicBezTo>
                    <a:pt x="21721" y="18709"/>
                    <a:pt x="21785" y="18667"/>
                    <a:pt x="21912" y="18645"/>
                  </a:cubicBezTo>
                  <a:lnTo>
                    <a:pt x="21912" y="18645"/>
                  </a:lnTo>
                  <a:lnTo>
                    <a:pt x="27364" y="15909"/>
                  </a:lnTo>
                  <a:lnTo>
                    <a:pt x="29167" y="17224"/>
                  </a:lnTo>
                  <a:lnTo>
                    <a:pt x="23715" y="19939"/>
                  </a:lnTo>
                  <a:cubicBezTo>
                    <a:pt x="23567" y="20024"/>
                    <a:pt x="23355" y="20130"/>
                    <a:pt x="23185" y="20257"/>
                  </a:cubicBezTo>
                  <a:lnTo>
                    <a:pt x="23121" y="20300"/>
                  </a:lnTo>
                  <a:cubicBezTo>
                    <a:pt x="22930" y="20364"/>
                    <a:pt x="22761" y="20470"/>
                    <a:pt x="22633" y="20597"/>
                  </a:cubicBezTo>
                  <a:cubicBezTo>
                    <a:pt x="22612" y="20597"/>
                    <a:pt x="22548" y="20660"/>
                    <a:pt x="22548" y="20660"/>
                  </a:cubicBezTo>
                  <a:cubicBezTo>
                    <a:pt x="22400" y="20766"/>
                    <a:pt x="22230" y="20894"/>
                    <a:pt x="22039" y="21021"/>
                  </a:cubicBezTo>
                  <a:cubicBezTo>
                    <a:pt x="22018" y="21106"/>
                    <a:pt x="22018" y="21106"/>
                    <a:pt x="21976" y="21148"/>
                  </a:cubicBezTo>
                  <a:cubicBezTo>
                    <a:pt x="21806" y="21276"/>
                    <a:pt x="21615" y="21382"/>
                    <a:pt x="21530" y="21573"/>
                  </a:cubicBezTo>
                  <a:cubicBezTo>
                    <a:pt x="21530" y="21573"/>
                    <a:pt x="21530" y="21573"/>
                    <a:pt x="21467" y="21615"/>
                  </a:cubicBezTo>
                  <a:cubicBezTo>
                    <a:pt x="21276" y="21742"/>
                    <a:pt x="21085" y="21954"/>
                    <a:pt x="21000" y="22082"/>
                  </a:cubicBezTo>
                  <a:cubicBezTo>
                    <a:pt x="20936" y="22082"/>
                    <a:pt x="20936" y="22082"/>
                    <a:pt x="20873" y="22145"/>
                  </a:cubicBezTo>
                  <a:cubicBezTo>
                    <a:pt x="20809" y="22230"/>
                    <a:pt x="20703" y="22357"/>
                    <a:pt x="20618" y="22485"/>
                  </a:cubicBezTo>
                  <a:cubicBezTo>
                    <a:pt x="20406" y="22654"/>
                    <a:pt x="20236" y="22888"/>
                    <a:pt x="20067" y="23121"/>
                  </a:cubicBezTo>
                  <a:cubicBezTo>
                    <a:pt x="20067" y="23121"/>
                    <a:pt x="20067" y="23206"/>
                    <a:pt x="20003" y="23206"/>
                  </a:cubicBezTo>
                  <a:cubicBezTo>
                    <a:pt x="19855" y="23418"/>
                    <a:pt x="19664" y="23651"/>
                    <a:pt x="19536" y="23906"/>
                  </a:cubicBezTo>
                  <a:cubicBezTo>
                    <a:pt x="19451" y="24118"/>
                    <a:pt x="19303" y="24266"/>
                    <a:pt x="19218" y="24457"/>
                  </a:cubicBezTo>
                  <a:lnTo>
                    <a:pt x="19218" y="24457"/>
                  </a:lnTo>
                  <a:lnTo>
                    <a:pt x="19218" y="24457"/>
                  </a:lnTo>
                  <a:cubicBezTo>
                    <a:pt x="19112" y="24648"/>
                    <a:pt x="18985" y="24860"/>
                    <a:pt x="18921" y="25051"/>
                  </a:cubicBezTo>
                  <a:cubicBezTo>
                    <a:pt x="18921" y="25073"/>
                    <a:pt x="18921" y="25073"/>
                    <a:pt x="18815" y="25115"/>
                  </a:cubicBezTo>
                  <a:cubicBezTo>
                    <a:pt x="18751" y="25327"/>
                    <a:pt x="18667" y="25518"/>
                    <a:pt x="18582" y="25751"/>
                  </a:cubicBezTo>
                  <a:cubicBezTo>
                    <a:pt x="18582" y="25751"/>
                    <a:pt x="18539" y="25751"/>
                    <a:pt x="18539" y="25773"/>
                  </a:cubicBezTo>
                  <a:cubicBezTo>
                    <a:pt x="18455" y="25942"/>
                    <a:pt x="18327" y="26197"/>
                    <a:pt x="18327" y="26345"/>
                  </a:cubicBezTo>
                  <a:lnTo>
                    <a:pt x="18285" y="26409"/>
                  </a:lnTo>
                  <a:cubicBezTo>
                    <a:pt x="18221" y="26642"/>
                    <a:pt x="18179" y="26854"/>
                    <a:pt x="18158" y="27003"/>
                  </a:cubicBezTo>
                  <a:cubicBezTo>
                    <a:pt x="18158" y="27066"/>
                    <a:pt x="18158" y="27066"/>
                    <a:pt x="18158" y="27066"/>
                  </a:cubicBezTo>
                  <a:cubicBezTo>
                    <a:pt x="18073" y="27279"/>
                    <a:pt x="17988" y="27512"/>
                    <a:pt x="17924" y="27682"/>
                  </a:cubicBezTo>
                  <a:cubicBezTo>
                    <a:pt x="17924" y="27788"/>
                    <a:pt x="17924" y="27788"/>
                    <a:pt x="17924" y="27809"/>
                  </a:cubicBezTo>
                  <a:cubicBezTo>
                    <a:pt x="17903" y="27957"/>
                    <a:pt x="17903" y="28169"/>
                    <a:pt x="17861" y="28382"/>
                  </a:cubicBezTo>
                  <a:lnTo>
                    <a:pt x="17861" y="28382"/>
                  </a:lnTo>
                  <a:cubicBezTo>
                    <a:pt x="17861" y="28636"/>
                    <a:pt x="17861" y="28827"/>
                    <a:pt x="17861" y="29018"/>
                  </a:cubicBezTo>
                  <a:lnTo>
                    <a:pt x="17861" y="34894"/>
                  </a:lnTo>
                  <a:cubicBezTo>
                    <a:pt x="17861" y="35339"/>
                    <a:pt x="17903" y="35615"/>
                    <a:pt x="17988" y="35933"/>
                  </a:cubicBezTo>
                  <a:lnTo>
                    <a:pt x="17988" y="35997"/>
                  </a:lnTo>
                  <a:cubicBezTo>
                    <a:pt x="18073" y="36357"/>
                    <a:pt x="18179" y="36654"/>
                    <a:pt x="18285" y="36930"/>
                  </a:cubicBezTo>
                  <a:cubicBezTo>
                    <a:pt x="18285" y="36951"/>
                    <a:pt x="18285" y="36951"/>
                    <a:pt x="18285" y="36994"/>
                  </a:cubicBezTo>
                  <a:cubicBezTo>
                    <a:pt x="18391" y="37185"/>
                    <a:pt x="18539" y="37439"/>
                    <a:pt x="18688" y="37609"/>
                  </a:cubicBezTo>
                  <a:cubicBezTo>
                    <a:pt x="18751" y="37651"/>
                    <a:pt x="18773" y="37757"/>
                    <a:pt x="18815" y="37821"/>
                  </a:cubicBezTo>
                  <a:cubicBezTo>
                    <a:pt x="19006" y="37948"/>
                    <a:pt x="19197" y="38182"/>
                    <a:pt x="19367" y="38330"/>
                  </a:cubicBezTo>
                  <a:lnTo>
                    <a:pt x="17500" y="36994"/>
                  </a:lnTo>
                  <a:cubicBezTo>
                    <a:pt x="17330" y="36803"/>
                    <a:pt x="17118" y="36676"/>
                    <a:pt x="17012" y="36485"/>
                  </a:cubicBezTo>
                  <a:cubicBezTo>
                    <a:pt x="16927" y="36400"/>
                    <a:pt x="16927" y="36357"/>
                    <a:pt x="16906" y="36336"/>
                  </a:cubicBezTo>
                  <a:cubicBezTo>
                    <a:pt x="16821" y="36230"/>
                    <a:pt x="16821" y="36188"/>
                    <a:pt x="16736" y="36103"/>
                  </a:cubicBezTo>
                  <a:cubicBezTo>
                    <a:pt x="16652" y="35933"/>
                    <a:pt x="16546" y="35806"/>
                    <a:pt x="16482" y="35742"/>
                  </a:cubicBezTo>
                  <a:cubicBezTo>
                    <a:pt x="16482" y="35742"/>
                    <a:pt x="16482" y="35657"/>
                    <a:pt x="16482" y="35615"/>
                  </a:cubicBezTo>
                  <a:cubicBezTo>
                    <a:pt x="16461" y="35615"/>
                    <a:pt x="16461" y="35572"/>
                    <a:pt x="16461" y="35572"/>
                  </a:cubicBezTo>
                  <a:cubicBezTo>
                    <a:pt x="16397" y="35551"/>
                    <a:pt x="16397" y="35466"/>
                    <a:pt x="16376" y="35445"/>
                  </a:cubicBezTo>
                  <a:cubicBezTo>
                    <a:pt x="16291" y="35318"/>
                    <a:pt x="16249" y="35212"/>
                    <a:pt x="16249" y="35127"/>
                  </a:cubicBezTo>
                  <a:cubicBezTo>
                    <a:pt x="16227" y="35021"/>
                    <a:pt x="16164" y="34894"/>
                    <a:pt x="16164" y="34830"/>
                  </a:cubicBezTo>
                  <a:cubicBezTo>
                    <a:pt x="16164" y="34788"/>
                    <a:pt x="16142" y="34703"/>
                    <a:pt x="16142" y="34660"/>
                  </a:cubicBezTo>
                  <a:lnTo>
                    <a:pt x="16142" y="34597"/>
                  </a:lnTo>
                  <a:cubicBezTo>
                    <a:pt x="16142" y="34576"/>
                    <a:pt x="16142" y="34554"/>
                    <a:pt x="16142" y="34512"/>
                  </a:cubicBezTo>
                  <a:cubicBezTo>
                    <a:pt x="16079" y="34448"/>
                    <a:pt x="16079" y="34363"/>
                    <a:pt x="16079" y="34257"/>
                  </a:cubicBezTo>
                  <a:cubicBezTo>
                    <a:pt x="16058" y="34194"/>
                    <a:pt x="16058" y="34066"/>
                    <a:pt x="16058" y="33982"/>
                  </a:cubicBezTo>
                  <a:cubicBezTo>
                    <a:pt x="16058" y="33854"/>
                    <a:pt x="16058" y="33769"/>
                    <a:pt x="16058" y="33685"/>
                  </a:cubicBezTo>
                  <a:cubicBezTo>
                    <a:pt x="16058" y="33663"/>
                    <a:pt x="16058" y="33579"/>
                    <a:pt x="16058" y="33515"/>
                  </a:cubicBezTo>
                  <a:lnTo>
                    <a:pt x="16015" y="27724"/>
                  </a:lnTo>
                  <a:lnTo>
                    <a:pt x="16015" y="27597"/>
                  </a:lnTo>
                  <a:cubicBezTo>
                    <a:pt x="15909" y="27682"/>
                    <a:pt x="15909" y="27660"/>
                    <a:pt x="15909" y="27533"/>
                  </a:cubicBezTo>
                  <a:close/>
                </a:path>
              </a:pathLst>
            </a:custGeom>
            <a:solidFill>
              <a:srgbClr val="735BA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668E744D-E5D7-42A0-B8E6-153F0E659924}"/>
                </a:ext>
              </a:extLst>
            </p:cNvPr>
            <p:cNvSpPr/>
            <p:nvPr/>
          </p:nvSpPr>
          <p:spPr>
            <a:xfrm>
              <a:off x="6396517" y="4520013"/>
              <a:ext cx="62653" cy="62653"/>
            </a:xfrm>
            <a:custGeom>
              <a:avLst/>
              <a:gdLst>
                <a:gd name="connsiteX0" fmla="*/ 21764 w 42424"/>
                <a:gd name="connsiteY0" fmla="*/ 18624 h 42424"/>
                <a:gd name="connsiteX1" fmla="*/ 15910 w 42424"/>
                <a:gd name="connsiteY1" fmla="*/ 27724 h 42424"/>
                <a:gd name="connsiteX2" fmla="*/ 15910 w 42424"/>
                <a:gd name="connsiteY2" fmla="*/ 33600 h 42424"/>
                <a:gd name="connsiteX3" fmla="*/ 21849 w 42424"/>
                <a:gd name="connsiteY3" fmla="*/ 36951 h 42424"/>
                <a:gd name="connsiteX4" fmla="*/ 27343 w 42424"/>
                <a:gd name="connsiteY4" fmla="*/ 34279 h 42424"/>
                <a:gd name="connsiteX5" fmla="*/ 27343 w 42424"/>
                <a:gd name="connsiteY5" fmla="*/ 31988 h 42424"/>
                <a:gd name="connsiteX6" fmla="*/ 21828 w 42424"/>
                <a:gd name="connsiteY6" fmla="*/ 34576 h 42424"/>
                <a:gd name="connsiteX7" fmla="*/ 18179 w 42424"/>
                <a:gd name="connsiteY7" fmla="*/ 32497 h 42424"/>
                <a:gd name="connsiteX8" fmla="*/ 18116 w 42424"/>
                <a:gd name="connsiteY8" fmla="*/ 26642 h 42424"/>
                <a:gd name="connsiteX9" fmla="*/ 21764 w 42424"/>
                <a:gd name="connsiteY9" fmla="*/ 20957 h 42424"/>
                <a:gd name="connsiteX10" fmla="*/ 27215 w 42424"/>
                <a:gd name="connsiteY10" fmla="*/ 18242 h 42424"/>
                <a:gd name="connsiteX11" fmla="*/ 27215 w 42424"/>
                <a:gd name="connsiteY11" fmla="*/ 15909 h 42424"/>
                <a:gd name="connsiteX12" fmla="*/ 21764 w 42424"/>
                <a:gd name="connsiteY12" fmla="*/ 1862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24" h="42424">
                  <a:moveTo>
                    <a:pt x="21764" y="18624"/>
                  </a:moveTo>
                  <a:cubicBezTo>
                    <a:pt x="18476" y="20215"/>
                    <a:pt x="15867" y="24309"/>
                    <a:pt x="15910" y="27724"/>
                  </a:cubicBezTo>
                  <a:lnTo>
                    <a:pt x="15910" y="33600"/>
                  </a:lnTo>
                  <a:cubicBezTo>
                    <a:pt x="15952" y="37057"/>
                    <a:pt x="18646" y="38563"/>
                    <a:pt x="21849" y="36951"/>
                  </a:cubicBezTo>
                  <a:lnTo>
                    <a:pt x="27343" y="34279"/>
                  </a:lnTo>
                  <a:lnTo>
                    <a:pt x="27343" y="31988"/>
                  </a:lnTo>
                  <a:lnTo>
                    <a:pt x="21828" y="34576"/>
                  </a:lnTo>
                  <a:cubicBezTo>
                    <a:pt x="19834" y="35636"/>
                    <a:pt x="18179" y="34618"/>
                    <a:pt x="18179" y="32497"/>
                  </a:cubicBezTo>
                  <a:lnTo>
                    <a:pt x="18116" y="26642"/>
                  </a:lnTo>
                  <a:cubicBezTo>
                    <a:pt x="18116" y="24479"/>
                    <a:pt x="19707" y="21933"/>
                    <a:pt x="21764" y="20957"/>
                  </a:cubicBezTo>
                  <a:lnTo>
                    <a:pt x="27215" y="18242"/>
                  </a:lnTo>
                  <a:lnTo>
                    <a:pt x="27215" y="15909"/>
                  </a:lnTo>
                  <a:lnTo>
                    <a:pt x="21764" y="18624"/>
                  </a:lnTo>
                  <a:close/>
                </a:path>
              </a:pathLst>
            </a:custGeom>
            <a:solidFill>
              <a:srgbClr val="4228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A4416CD6-4636-4258-ACC1-5DA6C75607B7}"/>
                </a:ext>
              </a:extLst>
            </p:cNvPr>
            <p:cNvSpPr/>
            <p:nvPr/>
          </p:nvSpPr>
          <p:spPr>
            <a:xfrm>
              <a:off x="6452402" y="4882745"/>
              <a:ext cx="187960" cy="125307"/>
            </a:xfrm>
            <a:custGeom>
              <a:avLst/>
              <a:gdLst>
                <a:gd name="connsiteX0" fmla="*/ 78825 w 127272"/>
                <a:gd name="connsiteY0" fmla="*/ 35424 h 84848"/>
                <a:gd name="connsiteX1" fmla="*/ 35468 w 127272"/>
                <a:gd name="connsiteY1" fmla="*/ 41321 h 84848"/>
                <a:gd name="connsiteX2" fmla="*/ 36464 w 127272"/>
                <a:gd name="connsiteY2" fmla="*/ 48236 h 84848"/>
                <a:gd name="connsiteX3" fmla="*/ 69407 w 127272"/>
                <a:gd name="connsiteY3" fmla="*/ 61621 h 84848"/>
                <a:gd name="connsiteX4" fmla="*/ 78231 w 127272"/>
                <a:gd name="connsiteY4" fmla="*/ 66733 h 84848"/>
                <a:gd name="connsiteX5" fmla="*/ 98913 w 127272"/>
                <a:gd name="connsiteY5" fmla="*/ 66415 h 84848"/>
                <a:gd name="connsiteX6" fmla="*/ 100716 w 127272"/>
                <a:gd name="connsiteY6" fmla="*/ 37354 h 84848"/>
                <a:gd name="connsiteX7" fmla="*/ 78825 w 127272"/>
                <a:gd name="connsiteY7" fmla="*/ 3542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272" h="84848">
                  <a:moveTo>
                    <a:pt x="78825" y="35424"/>
                  </a:moveTo>
                  <a:lnTo>
                    <a:pt x="35468" y="41321"/>
                  </a:lnTo>
                  <a:cubicBezTo>
                    <a:pt x="35468" y="41321"/>
                    <a:pt x="35107" y="45945"/>
                    <a:pt x="36464" y="48236"/>
                  </a:cubicBezTo>
                  <a:cubicBezTo>
                    <a:pt x="39773" y="54070"/>
                    <a:pt x="42234" y="55257"/>
                    <a:pt x="69407" y="61621"/>
                  </a:cubicBezTo>
                  <a:cubicBezTo>
                    <a:pt x="74031" y="62724"/>
                    <a:pt x="78231" y="66733"/>
                    <a:pt x="78231" y="66733"/>
                  </a:cubicBezTo>
                  <a:cubicBezTo>
                    <a:pt x="78231" y="66733"/>
                    <a:pt x="93207" y="70382"/>
                    <a:pt x="98913" y="66415"/>
                  </a:cubicBezTo>
                  <a:cubicBezTo>
                    <a:pt x="104704" y="62512"/>
                    <a:pt x="100716" y="37354"/>
                    <a:pt x="100716" y="37354"/>
                  </a:cubicBezTo>
                  <a:lnTo>
                    <a:pt x="78825" y="35424"/>
                  </a:lnTo>
                  <a:close/>
                </a:path>
              </a:pathLst>
            </a:custGeom>
            <a:solidFill>
              <a:srgbClr val="3D3D3E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36D1E1ED-ADEA-4753-B5B8-393D9FEF92C5}"/>
                </a:ext>
              </a:extLst>
            </p:cNvPr>
            <p:cNvSpPr/>
            <p:nvPr/>
          </p:nvSpPr>
          <p:spPr>
            <a:xfrm>
              <a:off x="6493472" y="4736011"/>
              <a:ext cx="31327" cy="31327"/>
            </a:xfrm>
            <a:custGeom>
              <a:avLst/>
              <a:gdLst>
                <a:gd name="connsiteX0" fmla="*/ 23948 w 21212"/>
                <a:gd name="connsiteY0" fmla="*/ 18900 h 21212"/>
                <a:gd name="connsiteX1" fmla="*/ 23948 w 21212"/>
                <a:gd name="connsiteY1" fmla="*/ 18836 h 21212"/>
                <a:gd name="connsiteX2" fmla="*/ 23948 w 21212"/>
                <a:gd name="connsiteY2" fmla="*/ 18751 h 21212"/>
                <a:gd name="connsiteX3" fmla="*/ 23948 w 21212"/>
                <a:gd name="connsiteY3" fmla="*/ 18730 h 21212"/>
                <a:gd name="connsiteX4" fmla="*/ 23948 w 21212"/>
                <a:gd name="connsiteY4" fmla="*/ 18582 h 21212"/>
                <a:gd name="connsiteX5" fmla="*/ 23885 w 21212"/>
                <a:gd name="connsiteY5" fmla="*/ 18518 h 21212"/>
                <a:gd name="connsiteX6" fmla="*/ 23885 w 21212"/>
                <a:gd name="connsiteY6" fmla="*/ 18455 h 21212"/>
                <a:gd name="connsiteX7" fmla="*/ 23864 w 21212"/>
                <a:gd name="connsiteY7" fmla="*/ 18370 h 21212"/>
                <a:gd name="connsiteX8" fmla="*/ 23864 w 21212"/>
                <a:gd name="connsiteY8" fmla="*/ 18348 h 21212"/>
                <a:gd name="connsiteX9" fmla="*/ 23864 w 21212"/>
                <a:gd name="connsiteY9" fmla="*/ 18348 h 21212"/>
                <a:gd name="connsiteX10" fmla="*/ 23864 w 21212"/>
                <a:gd name="connsiteY10" fmla="*/ 18348 h 21212"/>
                <a:gd name="connsiteX11" fmla="*/ 23779 w 21212"/>
                <a:gd name="connsiteY11" fmla="*/ 18285 h 21212"/>
                <a:gd name="connsiteX12" fmla="*/ 23757 w 21212"/>
                <a:gd name="connsiteY12" fmla="*/ 18115 h 21212"/>
                <a:gd name="connsiteX13" fmla="*/ 23715 w 21212"/>
                <a:gd name="connsiteY13" fmla="*/ 18094 h 21212"/>
                <a:gd name="connsiteX14" fmla="*/ 23673 w 21212"/>
                <a:gd name="connsiteY14" fmla="*/ 18009 h 21212"/>
                <a:gd name="connsiteX15" fmla="*/ 23630 w 21212"/>
                <a:gd name="connsiteY15" fmla="*/ 17861 h 21212"/>
                <a:gd name="connsiteX16" fmla="*/ 23588 w 21212"/>
                <a:gd name="connsiteY16" fmla="*/ 17754 h 21212"/>
                <a:gd name="connsiteX17" fmla="*/ 23524 w 21212"/>
                <a:gd name="connsiteY17" fmla="*/ 17606 h 21212"/>
                <a:gd name="connsiteX18" fmla="*/ 23270 w 21212"/>
                <a:gd name="connsiteY18" fmla="*/ 17245 h 21212"/>
                <a:gd name="connsiteX19" fmla="*/ 23163 w 21212"/>
                <a:gd name="connsiteY19" fmla="*/ 17160 h 21212"/>
                <a:gd name="connsiteX20" fmla="*/ 23079 w 21212"/>
                <a:gd name="connsiteY20" fmla="*/ 17097 h 21212"/>
                <a:gd name="connsiteX21" fmla="*/ 22973 w 21212"/>
                <a:gd name="connsiteY21" fmla="*/ 17012 h 21212"/>
                <a:gd name="connsiteX22" fmla="*/ 22973 w 21212"/>
                <a:gd name="connsiteY22" fmla="*/ 17012 h 21212"/>
                <a:gd name="connsiteX23" fmla="*/ 22973 w 21212"/>
                <a:gd name="connsiteY23" fmla="*/ 17012 h 21212"/>
                <a:gd name="connsiteX24" fmla="*/ 22866 w 21212"/>
                <a:gd name="connsiteY24" fmla="*/ 16885 h 21212"/>
                <a:gd name="connsiteX25" fmla="*/ 22803 w 21212"/>
                <a:gd name="connsiteY25" fmla="*/ 16821 h 21212"/>
                <a:gd name="connsiteX26" fmla="*/ 22782 w 21212"/>
                <a:gd name="connsiteY26" fmla="*/ 16779 h 21212"/>
                <a:gd name="connsiteX27" fmla="*/ 22718 w 21212"/>
                <a:gd name="connsiteY27" fmla="*/ 16715 h 21212"/>
                <a:gd name="connsiteX28" fmla="*/ 22654 w 21212"/>
                <a:gd name="connsiteY28" fmla="*/ 16694 h 21212"/>
                <a:gd name="connsiteX29" fmla="*/ 22569 w 21212"/>
                <a:gd name="connsiteY29" fmla="*/ 16652 h 21212"/>
                <a:gd name="connsiteX30" fmla="*/ 22442 w 21212"/>
                <a:gd name="connsiteY30" fmla="*/ 16609 h 21212"/>
                <a:gd name="connsiteX31" fmla="*/ 22400 w 21212"/>
                <a:gd name="connsiteY31" fmla="*/ 16588 h 21212"/>
                <a:gd name="connsiteX32" fmla="*/ 22400 w 21212"/>
                <a:gd name="connsiteY32" fmla="*/ 16588 h 21212"/>
                <a:gd name="connsiteX33" fmla="*/ 21360 w 21212"/>
                <a:gd name="connsiteY33" fmla="*/ 16057 h 21212"/>
                <a:gd name="connsiteX34" fmla="*/ 21318 w 21212"/>
                <a:gd name="connsiteY34" fmla="*/ 16057 h 21212"/>
                <a:gd name="connsiteX35" fmla="*/ 21191 w 21212"/>
                <a:gd name="connsiteY35" fmla="*/ 16057 h 21212"/>
                <a:gd name="connsiteX36" fmla="*/ 21127 w 21212"/>
                <a:gd name="connsiteY36" fmla="*/ 15973 h 21212"/>
                <a:gd name="connsiteX37" fmla="*/ 21042 w 21212"/>
                <a:gd name="connsiteY37" fmla="*/ 15951 h 21212"/>
                <a:gd name="connsiteX38" fmla="*/ 21042 w 21212"/>
                <a:gd name="connsiteY38" fmla="*/ 15951 h 21212"/>
                <a:gd name="connsiteX39" fmla="*/ 20936 w 21212"/>
                <a:gd name="connsiteY39" fmla="*/ 15951 h 21212"/>
                <a:gd name="connsiteX40" fmla="*/ 20894 w 21212"/>
                <a:gd name="connsiteY40" fmla="*/ 15909 h 21212"/>
                <a:gd name="connsiteX41" fmla="*/ 20788 w 21212"/>
                <a:gd name="connsiteY41" fmla="*/ 15909 h 21212"/>
                <a:gd name="connsiteX42" fmla="*/ 20703 w 21212"/>
                <a:gd name="connsiteY42" fmla="*/ 15909 h 21212"/>
                <a:gd name="connsiteX43" fmla="*/ 20597 w 21212"/>
                <a:gd name="connsiteY43" fmla="*/ 15909 h 21212"/>
                <a:gd name="connsiteX44" fmla="*/ 20597 w 21212"/>
                <a:gd name="connsiteY44" fmla="*/ 15909 h 21212"/>
                <a:gd name="connsiteX45" fmla="*/ 20597 w 21212"/>
                <a:gd name="connsiteY45" fmla="*/ 15909 h 21212"/>
                <a:gd name="connsiteX46" fmla="*/ 20597 w 21212"/>
                <a:gd name="connsiteY46" fmla="*/ 15909 h 21212"/>
                <a:gd name="connsiteX47" fmla="*/ 20533 w 21212"/>
                <a:gd name="connsiteY47" fmla="*/ 15909 h 21212"/>
                <a:gd name="connsiteX48" fmla="*/ 20364 w 21212"/>
                <a:gd name="connsiteY48" fmla="*/ 15909 h 21212"/>
                <a:gd name="connsiteX49" fmla="*/ 20300 w 21212"/>
                <a:gd name="connsiteY49" fmla="*/ 15951 h 21212"/>
                <a:gd name="connsiteX50" fmla="*/ 20130 w 21212"/>
                <a:gd name="connsiteY50" fmla="*/ 16057 h 21212"/>
                <a:gd name="connsiteX51" fmla="*/ 15909 w 21212"/>
                <a:gd name="connsiteY51" fmla="*/ 18921 h 21212"/>
                <a:gd name="connsiteX52" fmla="*/ 17033 w 21212"/>
                <a:gd name="connsiteY52" fmla="*/ 18921 h 21212"/>
                <a:gd name="connsiteX53" fmla="*/ 18094 w 21212"/>
                <a:gd name="connsiteY53" fmla="*/ 19451 h 21212"/>
                <a:gd name="connsiteX54" fmla="*/ 18667 w 21212"/>
                <a:gd name="connsiteY54" fmla="*/ 19897 h 21212"/>
                <a:gd name="connsiteX55" fmla="*/ 18667 w 21212"/>
                <a:gd name="connsiteY55" fmla="*/ 19897 h 21212"/>
                <a:gd name="connsiteX56" fmla="*/ 19239 w 21212"/>
                <a:gd name="connsiteY56" fmla="*/ 20491 h 21212"/>
                <a:gd name="connsiteX57" fmla="*/ 19239 w 21212"/>
                <a:gd name="connsiteY57" fmla="*/ 20491 h 21212"/>
                <a:gd name="connsiteX58" fmla="*/ 19515 w 21212"/>
                <a:gd name="connsiteY58" fmla="*/ 21148 h 21212"/>
                <a:gd name="connsiteX59" fmla="*/ 19515 w 21212"/>
                <a:gd name="connsiteY59" fmla="*/ 21148 h 21212"/>
                <a:gd name="connsiteX60" fmla="*/ 19621 w 21212"/>
                <a:gd name="connsiteY60" fmla="*/ 21806 h 21212"/>
                <a:gd name="connsiteX61" fmla="*/ 19515 w 21212"/>
                <a:gd name="connsiteY61" fmla="*/ 22400 h 21212"/>
                <a:gd name="connsiteX62" fmla="*/ 19515 w 21212"/>
                <a:gd name="connsiteY62" fmla="*/ 22400 h 21212"/>
                <a:gd name="connsiteX63" fmla="*/ 19239 w 21212"/>
                <a:gd name="connsiteY63" fmla="*/ 22676 h 21212"/>
                <a:gd name="connsiteX64" fmla="*/ 23460 w 21212"/>
                <a:gd name="connsiteY64" fmla="*/ 19876 h 21212"/>
                <a:gd name="connsiteX65" fmla="*/ 23694 w 21212"/>
                <a:gd name="connsiteY65" fmla="*/ 19557 h 21212"/>
                <a:gd name="connsiteX66" fmla="*/ 23715 w 21212"/>
                <a:gd name="connsiteY66" fmla="*/ 19494 h 21212"/>
                <a:gd name="connsiteX67" fmla="*/ 23715 w 21212"/>
                <a:gd name="connsiteY67" fmla="*/ 19473 h 21212"/>
                <a:gd name="connsiteX68" fmla="*/ 23715 w 21212"/>
                <a:gd name="connsiteY68" fmla="*/ 19473 h 21212"/>
                <a:gd name="connsiteX69" fmla="*/ 23800 w 21212"/>
                <a:gd name="connsiteY69" fmla="*/ 19430 h 21212"/>
                <a:gd name="connsiteX70" fmla="*/ 23821 w 21212"/>
                <a:gd name="connsiteY70" fmla="*/ 19324 h 21212"/>
                <a:gd name="connsiteX71" fmla="*/ 23821 w 21212"/>
                <a:gd name="connsiteY71" fmla="*/ 19282 h 21212"/>
                <a:gd name="connsiteX72" fmla="*/ 23885 w 21212"/>
                <a:gd name="connsiteY72" fmla="*/ 19218 h 21212"/>
                <a:gd name="connsiteX73" fmla="*/ 23885 w 21212"/>
                <a:gd name="connsiteY73" fmla="*/ 19133 h 21212"/>
                <a:gd name="connsiteX74" fmla="*/ 23885 w 21212"/>
                <a:gd name="connsiteY74" fmla="*/ 19048 h 21212"/>
                <a:gd name="connsiteX75" fmla="*/ 23885 w 21212"/>
                <a:gd name="connsiteY75" fmla="*/ 18942 h 21212"/>
                <a:gd name="connsiteX76" fmla="*/ 23885 w 21212"/>
                <a:gd name="connsiteY76" fmla="*/ 18921 h 21212"/>
                <a:gd name="connsiteX77" fmla="*/ 23885 w 21212"/>
                <a:gd name="connsiteY77" fmla="*/ 18879 h 21212"/>
                <a:gd name="connsiteX78" fmla="*/ 23885 w 21212"/>
                <a:gd name="connsiteY78" fmla="*/ 189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12" h="21212">
                  <a:moveTo>
                    <a:pt x="23948" y="18900"/>
                  </a:moveTo>
                  <a:cubicBezTo>
                    <a:pt x="23948" y="18857"/>
                    <a:pt x="23948" y="18836"/>
                    <a:pt x="23948" y="18836"/>
                  </a:cubicBezTo>
                  <a:cubicBezTo>
                    <a:pt x="23948" y="18794"/>
                    <a:pt x="23948" y="18794"/>
                    <a:pt x="23948" y="18751"/>
                  </a:cubicBezTo>
                  <a:lnTo>
                    <a:pt x="23948" y="18730"/>
                  </a:lnTo>
                  <a:cubicBezTo>
                    <a:pt x="23948" y="18645"/>
                    <a:pt x="23948" y="18645"/>
                    <a:pt x="23948" y="18582"/>
                  </a:cubicBezTo>
                  <a:cubicBezTo>
                    <a:pt x="23885" y="18561"/>
                    <a:pt x="23885" y="18561"/>
                    <a:pt x="23885" y="18518"/>
                  </a:cubicBezTo>
                  <a:cubicBezTo>
                    <a:pt x="23885" y="18455"/>
                    <a:pt x="23885" y="18455"/>
                    <a:pt x="23885" y="18455"/>
                  </a:cubicBezTo>
                  <a:cubicBezTo>
                    <a:pt x="23885" y="18412"/>
                    <a:pt x="23864" y="18370"/>
                    <a:pt x="23864" y="18370"/>
                  </a:cubicBezTo>
                  <a:cubicBezTo>
                    <a:pt x="23864" y="18348"/>
                    <a:pt x="23864" y="18348"/>
                    <a:pt x="23864" y="18348"/>
                  </a:cubicBezTo>
                  <a:lnTo>
                    <a:pt x="23864" y="18348"/>
                  </a:lnTo>
                  <a:lnTo>
                    <a:pt x="23864" y="18348"/>
                  </a:lnTo>
                  <a:cubicBezTo>
                    <a:pt x="23779" y="18306"/>
                    <a:pt x="23779" y="18306"/>
                    <a:pt x="23779" y="18285"/>
                  </a:cubicBezTo>
                  <a:cubicBezTo>
                    <a:pt x="23779" y="18179"/>
                    <a:pt x="23757" y="18115"/>
                    <a:pt x="23757" y="18115"/>
                  </a:cubicBezTo>
                  <a:cubicBezTo>
                    <a:pt x="23757" y="18094"/>
                    <a:pt x="23757" y="18094"/>
                    <a:pt x="23715" y="18094"/>
                  </a:cubicBezTo>
                  <a:cubicBezTo>
                    <a:pt x="23715" y="18009"/>
                    <a:pt x="23715" y="18009"/>
                    <a:pt x="23673" y="18009"/>
                  </a:cubicBezTo>
                  <a:cubicBezTo>
                    <a:pt x="23673" y="17924"/>
                    <a:pt x="23630" y="17903"/>
                    <a:pt x="23630" y="17861"/>
                  </a:cubicBezTo>
                  <a:cubicBezTo>
                    <a:pt x="23630" y="17818"/>
                    <a:pt x="23588" y="17754"/>
                    <a:pt x="23588" y="17754"/>
                  </a:cubicBezTo>
                  <a:cubicBezTo>
                    <a:pt x="23524" y="17691"/>
                    <a:pt x="23524" y="17648"/>
                    <a:pt x="23524" y="17606"/>
                  </a:cubicBezTo>
                  <a:cubicBezTo>
                    <a:pt x="23418" y="17521"/>
                    <a:pt x="23333" y="17415"/>
                    <a:pt x="23270" y="17245"/>
                  </a:cubicBezTo>
                  <a:cubicBezTo>
                    <a:pt x="23227" y="17245"/>
                    <a:pt x="23185" y="17245"/>
                    <a:pt x="23163" y="17160"/>
                  </a:cubicBezTo>
                  <a:cubicBezTo>
                    <a:pt x="23100" y="17139"/>
                    <a:pt x="23100" y="17139"/>
                    <a:pt x="23079" y="17097"/>
                  </a:cubicBezTo>
                  <a:cubicBezTo>
                    <a:pt x="23015" y="17054"/>
                    <a:pt x="23015" y="17054"/>
                    <a:pt x="22973" y="17012"/>
                  </a:cubicBezTo>
                  <a:lnTo>
                    <a:pt x="22973" y="17012"/>
                  </a:lnTo>
                  <a:lnTo>
                    <a:pt x="22973" y="17012"/>
                  </a:lnTo>
                  <a:cubicBezTo>
                    <a:pt x="22909" y="16991"/>
                    <a:pt x="22866" y="16991"/>
                    <a:pt x="22866" y="16885"/>
                  </a:cubicBezTo>
                  <a:cubicBezTo>
                    <a:pt x="22803" y="16885"/>
                    <a:pt x="22803" y="16821"/>
                    <a:pt x="22803" y="16821"/>
                  </a:cubicBezTo>
                  <a:cubicBezTo>
                    <a:pt x="22803" y="16800"/>
                    <a:pt x="22782" y="16800"/>
                    <a:pt x="22782" y="16779"/>
                  </a:cubicBezTo>
                  <a:cubicBezTo>
                    <a:pt x="22739" y="16779"/>
                    <a:pt x="22739" y="16779"/>
                    <a:pt x="22718" y="16715"/>
                  </a:cubicBezTo>
                  <a:lnTo>
                    <a:pt x="22654" y="16694"/>
                  </a:lnTo>
                  <a:cubicBezTo>
                    <a:pt x="22633" y="16652"/>
                    <a:pt x="22569" y="16652"/>
                    <a:pt x="22569" y="16652"/>
                  </a:cubicBezTo>
                  <a:cubicBezTo>
                    <a:pt x="22506" y="16609"/>
                    <a:pt x="22506" y="16609"/>
                    <a:pt x="22442" y="16609"/>
                  </a:cubicBezTo>
                  <a:cubicBezTo>
                    <a:pt x="22421" y="16609"/>
                    <a:pt x="22421" y="16588"/>
                    <a:pt x="22400" y="16588"/>
                  </a:cubicBezTo>
                  <a:lnTo>
                    <a:pt x="22400" y="16588"/>
                  </a:lnTo>
                  <a:lnTo>
                    <a:pt x="21360" y="16057"/>
                  </a:lnTo>
                  <a:lnTo>
                    <a:pt x="21318" y="16057"/>
                  </a:lnTo>
                  <a:cubicBezTo>
                    <a:pt x="21212" y="16057"/>
                    <a:pt x="21212" y="16057"/>
                    <a:pt x="21191" y="16057"/>
                  </a:cubicBezTo>
                  <a:cubicBezTo>
                    <a:pt x="21191" y="15973"/>
                    <a:pt x="21127" y="15973"/>
                    <a:pt x="21127" y="15973"/>
                  </a:cubicBezTo>
                  <a:cubicBezTo>
                    <a:pt x="21106" y="15973"/>
                    <a:pt x="21106" y="15973"/>
                    <a:pt x="21042" y="15951"/>
                  </a:cubicBezTo>
                  <a:lnTo>
                    <a:pt x="21042" y="15951"/>
                  </a:lnTo>
                  <a:cubicBezTo>
                    <a:pt x="21000" y="15951"/>
                    <a:pt x="21000" y="15951"/>
                    <a:pt x="20936" y="15951"/>
                  </a:cubicBezTo>
                  <a:cubicBezTo>
                    <a:pt x="20936" y="15909"/>
                    <a:pt x="20894" y="15909"/>
                    <a:pt x="20894" y="15909"/>
                  </a:cubicBezTo>
                  <a:cubicBezTo>
                    <a:pt x="20851" y="15909"/>
                    <a:pt x="20788" y="15909"/>
                    <a:pt x="20788" y="15909"/>
                  </a:cubicBezTo>
                  <a:cubicBezTo>
                    <a:pt x="20766" y="15909"/>
                    <a:pt x="20766" y="15909"/>
                    <a:pt x="20703" y="15909"/>
                  </a:cubicBezTo>
                  <a:cubicBezTo>
                    <a:pt x="20703" y="15909"/>
                    <a:pt x="20660" y="15909"/>
                    <a:pt x="20597" y="15909"/>
                  </a:cubicBezTo>
                  <a:lnTo>
                    <a:pt x="20597" y="15909"/>
                  </a:lnTo>
                  <a:lnTo>
                    <a:pt x="20597" y="15909"/>
                  </a:lnTo>
                  <a:lnTo>
                    <a:pt x="20597" y="15909"/>
                  </a:lnTo>
                  <a:cubicBezTo>
                    <a:pt x="20576" y="15909"/>
                    <a:pt x="20533" y="15909"/>
                    <a:pt x="20533" y="15909"/>
                  </a:cubicBezTo>
                  <a:cubicBezTo>
                    <a:pt x="20491" y="15909"/>
                    <a:pt x="20448" y="15909"/>
                    <a:pt x="20364" y="15909"/>
                  </a:cubicBezTo>
                  <a:cubicBezTo>
                    <a:pt x="20364" y="15951"/>
                    <a:pt x="20342" y="15951"/>
                    <a:pt x="20300" y="15951"/>
                  </a:cubicBezTo>
                  <a:cubicBezTo>
                    <a:pt x="20215" y="15973"/>
                    <a:pt x="20194" y="16057"/>
                    <a:pt x="20130" y="16057"/>
                  </a:cubicBezTo>
                  <a:lnTo>
                    <a:pt x="15909" y="18921"/>
                  </a:lnTo>
                  <a:cubicBezTo>
                    <a:pt x="16163" y="18709"/>
                    <a:pt x="16567" y="18709"/>
                    <a:pt x="17033" y="18921"/>
                  </a:cubicBezTo>
                  <a:lnTo>
                    <a:pt x="18094" y="19451"/>
                  </a:lnTo>
                  <a:cubicBezTo>
                    <a:pt x="18391" y="19515"/>
                    <a:pt x="18518" y="19685"/>
                    <a:pt x="18667" y="19897"/>
                  </a:cubicBezTo>
                  <a:lnTo>
                    <a:pt x="18667" y="19897"/>
                  </a:lnTo>
                  <a:cubicBezTo>
                    <a:pt x="18879" y="20045"/>
                    <a:pt x="19091" y="20236"/>
                    <a:pt x="19239" y="20491"/>
                  </a:cubicBezTo>
                  <a:lnTo>
                    <a:pt x="19239" y="20491"/>
                  </a:lnTo>
                  <a:cubicBezTo>
                    <a:pt x="19345" y="20639"/>
                    <a:pt x="19473" y="20915"/>
                    <a:pt x="19515" y="21148"/>
                  </a:cubicBezTo>
                  <a:lnTo>
                    <a:pt x="19515" y="21148"/>
                  </a:lnTo>
                  <a:cubicBezTo>
                    <a:pt x="19600" y="21403"/>
                    <a:pt x="19621" y="21615"/>
                    <a:pt x="19621" y="21806"/>
                  </a:cubicBezTo>
                  <a:cubicBezTo>
                    <a:pt x="19621" y="22061"/>
                    <a:pt x="19600" y="22209"/>
                    <a:pt x="19515" y="22400"/>
                  </a:cubicBezTo>
                  <a:lnTo>
                    <a:pt x="19515" y="22400"/>
                  </a:lnTo>
                  <a:cubicBezTo>
                    <a:pt x="19473" y="22506"/>
                    <a:pt x="19345" y="22676"/>
                    <a:pt x="19239" y="22676"/>
                  </a:cubicBezTo>
                  <a:lnTo>
                    <a:pt x="23460" y="19876"/>
                  </a:lnTo>
                  <a:cubicBezTo>
                    <a:pt x="23524" y="19812"/>
                    <a:pt x="23609" y="19706"/>
                    <a:pt x="23694" y="19557"/>
                  </a:cubicBezTo>
                  <a:cubicBezTo>
                    <a:pt x="23694" y="19536"/>
                    <a:pt x="23715" y="19536"/>
                    <a:pt x="23715" y="19494"/>
                  </a:cubicBezTo>
                  <a:lnTo>
                    <a:pt x="23715" y="19473"/>
                  </a:lnTo>
                  <a:lnTo>
                    <a:pt x="23715" y="19473"/>
                  </a:lnTo>
                  <a:cubicBezTo>
                    <a:pt x="23800" y="19473"/>
                    <a:pt x="23800" y="19430"/>
                    <a:pt x="23800" y="19430"/>
                  </a:cubicBezTo>
                  <a:cubicBezTo>
                    <a:pt x="23800" y="19388"/>
                    <a:pt x="23821" y="19324"/>
                    <a:pt x="23821" y="19324"/>
                  </a:cubicBezTo>
                  <a:cubicBezTo>
                    <a:pt x="23821" y="19303"/>
                    <a:pt x="23821" y="19303"/>
                    <a:pt x="23821" y="19282"/>
                  </a:cubicBezTo>
                  <a:cubicBezTo>
                    <a:pt x="23821" y="19239"/>
                    <a:pt x="23885" y="19239"/>
                    <a:pt x="23885" y="19218"/>
                  </a:cubicBezTo>
                  <a:lnTo>
                    <a:pt x="23885" y="19133"/>
                  </a:lnTo>
                  <a:lnTo>
                    <a:pt x="23885" y="19048"/>
                  </a:lnTo>
                  <a:cubicBezTo>
                    <a:pt x="23885" y="19048"/>
                    <a:pt x="23885" y="19048"/>
                    <a:pt x="23885" y="18942"/>
                  </a:cubicBezTo>
                  <a:lnTo>
                    <a:pt x="23885" y="18921"/>
                  </a:lnTo>
                  <a:cubicBezTo>
                    <a:pt x="23885" y="18921"/>
                    <a:pt x="23885" y="18921"/>
                    <a:pt x="23885" y="18879"/>
                  </a:cubicBezTo>
                  <a:lnTo>
                    <a:pt x="23885" y="18900"/>
                  </a:lnTo>
                  <a:close/>
                </a:path>
              </a:pathLst>
            </a:custGeom>
            <a:solidFill>
              <a:srgbClr val="00B0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48B03374-9894-4C6D-875D-10962CA7287C}"/>
                </a:ext>
              </a:extLst>
            </p:cNvPr>
            <p:cNvSpPr/>
            <p:nvPr/>
          </p:nvSpPr>
          <p:spPr>
            <a:xfrm>
              <a:off x="6492969" y="4740294"/>
              <a:ext cx="31327" cy="31327"/>
            </a:xfrm>
            <a:custGeom>
              <a:avLst/>
              <a:gdLst>
                <a:gd name="connsiteX0" fmla="*/ 18499 w 21212"/>
                <a:gd name="connsiteY0" fmla="*/ 16615 h 21212"/>
                <a:gd name="connsiteX1" fmla="*/ 20026 w 21212"/>
                <a:gd name="connsiteY1" fmla="*/ 18969 h 21212"/>
                <a:gd name="connsiteX2" fmla="*/ 18478 w 21212"/>
                <a:gd name="connsiteY2" fmla="*/ 19839 h 21212"/>
                <a:gd name="connsiteX3" fmla="*/ 17396 w 21212"/>
                <a:gd name="connsiteY3" fmla="*/ 19373 h 21212"/>
                <a:gd name="connsiteX4" fmla="*/ 15911 w 21212"/>
                <a:gd name="connsiteY4" fmla="*/ 16933 h 21212"/>
                <a:gd name="connsiteX5" fmla="*/ 17438 w 21212"/>
                <a:gd name="connsiteY5" fmla="*/ 16085 h 21212"/>
                <a:gd name="connsiteX6" fmla="*/ 18499 w 21212"/>
                <a:gd name="connsiteY6" fmla="*/ 1661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499" y="16615"/>
                  </a:moveTo>
                  <a:cubicBezTo>
                    <a:pt x="19369" y="17060"/>
                    <a:pt x="20026" y="18057"/>
                    <a:pt x="20026" y="18969"/>
                  </a:cubicBezTo>
                  <a:cubicBezTo>
                    <a:pt x="20026" y="19839"/>
                    <a:pt x="19347" y="20263"/>
                    <a:pt x="18478" y="19839"/>
                  </a:cubicBezTo>
                  <a:lnTo>
                    <a:pt x="17396" y="19373"/>
                  </a:lnTo>
                  <a:cubicBezTo>
                    <a:pt x="16547" y="18927"/>
                    <a:pt x="15869" y="17866"/>
                    <a:pt x="15911" y="16933"/>
                  </a:cubicBezTo>
                  <a:cubicBezTo>
                    <a:pt x="15911" y="16085"/>
                    <a:pt x="16590" y="15639"/>
                    <a:pt x="17438" y="16085"/>
                  </a:cubicBezTo>
                  <a:lnTo>
                    <a:pt x="18499" y="16615"/>
                  </a:lnTo>
                  <a:close/>
                </a:path>
              </a:pathLst>
            </a:custGeom>
            <a:solidFill>
              <a:srgbClr val="0073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3F9E68DA-3214-4CA6-8E19-D10B30B5AE24}"/>
                </a:ext>
              </a:extLst>
            </p:cNvPr>
            <p:cNvSpPr/>
            <p:nvPr/>
          </p:nvSpPr>
          <p:spPr>
            <a:xfrm>
              <a:off x="6459389" y="4740679"/>
              <a:ext cx="62653" cy="62653"/>
            </a:xfrm>
            <a:custGeom>
              <a:avLst/>
              <a:gdLst>
                <a:gd name="connsiteX0" fmla="*/ 42509 w 42424"/>
                <a:gd name="connsiteY0" fmla="*/ 18624 h 42424"/>
                <a:gd name="connsiteX1" fmla="*/ 42509 w 42424"/>
                <a:gd name="connsiteY1" fmla="*/ 18582 h 42424"/>
                <a:gd name="connsiteX2" fmla="*/ 42488 w 42424"/>
                <a:gd name="connsiteY2" fmla="*/ 18518 h 42424"/>
                <a:gd name="connsiteX3" fmla="*/ 42488 w 42424"/>
                <a:gd name="connsiteY3" fmla="*/ 18497 h 42424"/>
                <a:gd name="connsiteX4" fmla="*/ 42488 w 42424"/>
                <a:gd name="connsiteY4" fmla="*/ 18391 h 42424"/>
                <a:gd name="connsiteX5" fmla="*/ 42488 w 42424"/>
                <a:gd name="connsiteY5" fmla="*/ 18306 h 42424"/>
                <a:gd name="connsiteX6" fmla="*/ 42424 w 42424"/>
                <a:gd name="connsiteY6" fmla="*/ 18221 h 42424"/>
                <a:gd name="connsiteX7" fmla="*/ 42424 w 42424"/>
                <a:gd name="connsiteY7" fmla="*/ 18200 h 42424"/>
                <a:gd name="connsiteX8" fmla="*/ 42403 w 42424"/>
                <a:gd name="connsiteY8" fmla="*/ 18115 h 42424"/>
                <a:gd name="connsiteX9" fmla="*/ 42403 w 42424"/>
                <a:gd name="connsiteY9" fmla="*/ 18115 h 42424"/>
                <a:gd name="connsiteX10" fmla="*/ 42403 w 42424"/>
                <a:gd name="connsiteY10" fmla="*/ 18115 h 42424"/>
                <a:gd name="connsiteX11" fmla="*/ 42403 w 42424"/>
                <a:gd name="connsiteY11" fmla="*/ 18030 h 42424"/>
                <a:gd name="connsiteX12" fmla="*/ 42339 w 42424"/>
                <a:gd name="connsiteY12" fmla="*/ 17903 h 42424"/>
                <a:gd name="connsiteX13" fmla="*/ 42276 w 42424"/>
                <a:gd name="connsiteY13" fmla="*/ 17818 h 42424"/>
                <a:gd name="connsiteX14" fmla="*/ 42233 w 42424"/>
                <a:gd name="connsiteY14" fmla="*/ 17754 h 42424"/>
                <a:gd name="connsiteX15" fmla="*/ 42191 w 42424"/>
                <a:gd name="connsiteY15" fmla="*/ 17627 h 42424"/>
                <a:gd name="connsiteX16" fmla="*/ 42148 w 42424"/>
                <a:gd name="connsiteY16" fmla="*/ 17563 h 42424"/>
                <a:gd name="connsiteX17" fmla="*/ 42085 w 42424"/>
                <a:gd name="connsiteY17" fmla="*/ 17394 h 42424"/>
                <a:gd name="connsiteX18" fmla="*/ 41894 w 42424"/>
                <a:gd name="connsiteY18" fmla="*/ 17203 h 42424"/>
                <a:gd name="connsiteX19" fmla="*/ 41745 w 42424"/>
                <a:gd name="connsiteY19" fmla="*/ 17012 h 42424"/>
                <a:gd name="connsiteX20" fmla="*/ 41661 w 42424"/>
                <a:gd name="connsiteY20" fmla="*/ 16991 h 42424"/>
                <a:gd name="connsiteX21" fmla="*/ 41576 w 42424"/>
                <a:gd name="connsiteY21" fmla="*/ 16885 h 42424"/>
                <a:gd name="connsiteX22" fmla="*/ 41576 w 42424"/>
                <a:gd name="connsiteY22" fmla="*/ 16885 h 42424"/>
                <a:gd name="connsiteX23" fmla="*/ 41576 w 42424"/>
                <a:gd name="connsiteY23" fmla="*/ 16885 h 42424"/>
                <a:gd name="connsiteX24" fmla="*/ 41554 w 42424"/>
                <a:gd name="connsiteY24" fmla="*/ 16800 h 42424"/>
                <a:gd name="connsiteX25" fmla="*/ 41512 w 42424"/>
                <a:gd name="connsiteY25" fmla="*/ 16779 h 42424"/>
                <a:gd name="connsiteX26" fmla="*/ 41385 w 42424"/>
                <a:gd name="connsiteY26" fmla="*/ 16736 h 42424"/>
                <a:gd name="connsiteX27" fmla="*/ 41300 w 42424"/>
                <a:gd name="connsiteY27" fmla="*/ 16609 h 42424"/>
                <a:gd name="connsiteX28" fmla="*/ 41279 w 42424"/>
                <a:gd name="connsiteY28" fmla="*/ 16567 h 42424"/>
                <a:gd name="connsiteX29" fmla="*/ 41194 w 42424"/>
                <a:gd name="connsiteY29" fmla="*/ 16545 h 42424"/>
                <a:gd name="connsiteX30" fmla="*/ 41130 w 42424"/>
                <a:gd name="connsiteY30" fmla="*/ 16524 h 42424"/>
                <a:gd name="connsiteX31" fmla="*/ 41024 w 42424"/>
                <a:gd name="connsiteY31" fmla="*/ 16418 h 42424"/>
                <a:gd name="connsiteX32" fmla="*/ 41024 w 42424"/>
                <a:gd name="connsiteY32" fmla="*/ 16418 h 42424"/>
                <a:gd name="connsiteX33" fmla="*/ 40091 w 42424"/>
                <a:gd name="connsiteY33" fmla="*/ 16079 h 42424"/>
                <a:gd name="connsiteX34" fmla="*/ 40027 w 42424"/>
                <a:gd name="connsiteY34" fmla="*/ 15994 h 42424"/>
                <a:gd name="connsiteX35" fmla="*/ 40006 w 42424"/>
                <a:gd name="connsiteY35" fmla="*/ 15994 h 42424"/>
                <a:gd name="connsiteX36" fmla="*/ 39921 w 42424"/>
                <a:gd name="connsiteY36" fmla="*/ 15994 h 42424"/>
                <a:gd name="connsiteX37" fmla="*/ 39879 w 42424"/>
                <a:gd name="connsiteY37" fmla="*/ 15909 h 42424"/>
                <a:gd name="connsiteX38" fmla="*/ 39794 w 42424"/>
                <a:gd name="connsiteY38" fmla="*/ 15909 h 42424"/>
                <a:gd name="connsiteX39" fmla="*/ 39709 w 42424"/>
                <a:gd name="connsiteY39" fmla="*/ 15909 h 42424"/>
                <a:gd name="connsiteX40" fmla="*/ 39624 w 42424"/>
                <a:gd name="connsiteY40" fmla="*/ 15909 h 42424"/>
                <a:gd name="connsiteX41" fmla="*/ 39582 w 42424"/>
                <a:gd name="connsiteY41" fmla="*/ 15909 h 42424"/>
                <a:gd name="connsiteX42" fmla="*/ 39497 w 42424"/>
                <a:gd name="connsiteY42" fmla="*/ 15909 h 42424"/>
                <a:gd name="connsiteX43" fmla="*/ 39454 w 42424"/>
                <a:gd name="connsiteY43" fmla="*/ 15909 h 42424"/>
                <a:gd name="connsiteX44" fmla="*/ 39454 w 42424"/>
                <a:gd name="connsiteY44" fmla="*/ 15909 h 42424"/>
                <a:gd name="connsiteX45" fmla="*/ 39454 w 42424"/>
                <a:gd name="connsiteY45" fmla="*/ 15909 h 42424"/>
                <a:gd name="connsiteX46" fmla="*/ 39391 w 42424"/>
                <a:gd name="connsiteY46" fmla="*/ 15909 h 42424"/>
                <a:gd name="connsiteX47" fmla="*/ 39285 w 42424"/>
                <a:gd name="connsiteY47" fmla="*/ 15909 h 42424"/>
                <a:gd name="connsiteX48" fmla="*/ 39242 w 42424"/>
                <a:gd name="connsiteY48" fmla="*/ 15909 h 42424"/>
                <a:gd name="connsiteX49" fmla="*/ 39157 w 42424"/>
                <a:gd name="connsiteY49" fmla="*/ 15909 h 42424"/>
                <a:gd name="connsiteX50" fmla="*/ 39009 w 42424"/>
                <a:gd name="connsiteY50" fmla="*/ 15994 h 42424"/>
                <a:gd name="connsiteX51" fmla="*/ 15909 w 42424"/>
                <a:gd name="connsiteY51" fmla="*/ 31585 h 42424"/>
                <a:gd name="connsiteX52" fmla="*/ 17012 w 42424"/>
                <a:gd name="connsiteY52" fmla="*/ 31585 h 42424"/>
                <a:gd name="connsiteX53" fmla="*/ 17967 w 42424"/>
                <a:gd name="connsiteY53" fmla="*/ 32051 h 42424"/>
                <a:gd name="connsiteX54" fmla="*/ 18497 w 42424"/>
                <a:gd name="connsiteY54" fmla="*/ 32433 h 42424"/>
                <a:gd name="connsiteX55" fmla="*/ 18539 w 42424"/>
                <a:gd name="connsiteY55" fmla="*/ 32433 h 42424"/>
                <a:gd name="connsiteX56" fmla="*/ 18985 w 42424"/>
                <a:gd name="connsiteY56" fmla="*/ 32964 h 42424"/>
                <a:gd name="connsiteX57" fmla="*/ 18985 w 42424"/>
                <a:gd name="connsiteY57" fmla="*/ 32964 h 42424"/>
                <a:gd name="connsiteX58" fmla="*/ 19218 w 42424"/>
                <a:gd name="connsiteY58" fmla="*/ 33600 h 42424"/>
                <a:gd name="connsiteX59" fmla="*/ 19218 w 42424"/>
                <a:gd name="connsiteY59" fmla="*/ 33600 h 42424"/>
                <a:gd name="connsiteX60" fmla="*/ 19388 w 42424"/>
                <a:gd name="connsiteY60" fmla="*/ 34215 h 42424"/>
                <a:gd name="connsiteX61" fmla="*/ 19218 w 42424"/>
                <a:gd name="connsiteY61" fmla="*/ 34767 h 42424"/>
                <a:gd name="connsiteX62" fmla="*/ 19218 w 42424"/>
                <a:gd name="connsiteY62" fmla="*/ 34767 h 42424"/>
                <a:gd name="connsiteX63" fmla="*/ 18985 w 42424"/>
                <a:gd name="connsiteY63" fmla="*/ 35021 h 42424"/>
                <a:gd name="connsiteX64" fmla="*/ 42042 w 42424"/>
                <a:gd name="connsiteY64" fmla="*/ 19494 h 42424"/>
                <a:gd name="connsiteX65" fmla="*/ 42297 w 42424"/>
                <a:gd name="connsiteY65" fmla="*/ 19239 h 42424"/>
                <a:gd name="connsiteX66" fmla="*/ 42360 w 42424"/>
                <a:gd name="connsiteY66" fmla="*/ 19218 h 42424"/>
                <a:gd name="connsiteX67" fmla="*/ 42360 w 42424"/>
                <a:gd name="connsiteY67" fmla="*/ 19133 h 42424"/>
                <a:gd name="connsiteX68" fmla="*/ 42360 w 42424"/>
                <a:gd name="connsiteY68" fmla="*/ 19133 h 42424"/>
                <a:gd name="connsiteX69" fmla="*/ 42382 w 42424"/>
                <a:gd name="connsiteY69" fmla="*/ 19069 h 42424"/>
                <a:gd name="connsiteX70" fmla="*/ 42382 w 42424"/>
                <a:gd name="connsiteY70" fmla="*/ 19006 h 42424"/>
                <a:gd name="connsiteX71" fmla="*/ 42445 w 42424"/>
                <a:gd name="connsiteY71" fmla="*/ 18921 h 42424"/>
                <a:gd name="connsiteX72" fmla="*/ 42445 w 42424"/>
                <a:gd name="connsiteY72" fmla="*/ 18857 h 42424"/>
                <a:gd name="connsiteX73" fmla="*/ 42445 w 42424"/>
                <a:gd name="connsiteY73" fmla="*/ 18794 h 42424"/>
                <a:gd name="connsiteX74" fmla="*/ 42466 w 42424"/>
                <a:gd name="connsiteY74" fmla="*/ 18667 h 42424"/>
                <a:gd name="connsiteX75" fmla="*/ 42466 w 42424"/>
                <a:gd name="connsiteY75" fmla="*/ 18645 h 42424"/>
                <a:gd name="connsiteX76" fmla="*/ 42466 w 42424"/>
                <a:gd name="connsiteY76" fmla="*/ 18603 h 42424"/>
                <a:gd name="connsiteX77" fmla="*/ 42466 w 42424"/>
                <a:gd name="connsiteY77" fmla="*/ 18624 h 42424"/>
                <a:gd name="connsiteX78" fmla="*/ 42509 w 42424"/>
                <a:gd name="connsiteY78" fmla="*/ 1862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424" h="42424">
                  <a:moveTo>
                    <a:pt x="42509" y="18624"/>
                  </a:moveTo>
                  <a:lnTo>
                    <a:pt x="42509" y="18582"/>
                  </a:lnTo>
                  <a:cubicBezTo>
                    <a:pt x="42509" y="18561"/>
                    <a:pt x="42509" y="18518"/>
                    <a:pt x="42488" y="18518"/>
                  </a:cubicBezTo>
                  <a:cubicBezTo>
                    <a:pt x="42488" y="18518"/>
                    <a:pt x="42488" y="18518"/>
                    <a:pt x="42488" y="18497"/>
                  </a:cubicBezTo>
                  <a:lnTo>
                    <a:pt x="42488" y="18391"/>
                  </a:lnTo>
                  <a:cubicBezTo>
                    <a:pt x="42488" y="18391"/>
                    <a:pt x="42488" y="18327"/>
                    <a:pt x="42488" y="18306"/>
                  </a:cubicBezTo>
                  <a:cubicBezTo>
                    <a:pt x="42488" y="18306"/>
                    <a:pt x="42488" y="18285"/>
                    <a:pt x="42424" y="18221"/>
                  </a:cubicBezTo>
                  <a:lnTo>
                    <a:pt x="42424" y="18200"/>
                  </a:lnTo>
                  <a:cubicBezTo>
                    <a:pt x="42424" y="18136"/>
                    <a:pt x="42403" y="18136"/>
                    <a:pt x="42403" y="18115"/>
                  </a:cubicBezTo>
                  <a:lnTo>
                    <a:pt x="42403" y="18115"/>
                  </a:lnTo>
                  <a:lnTo>
                    <a:pt x="42403" y="18115"/>
                  </a:lnTo>
                  <a:cubicBezTo>
                    <a:pt x="42403" y="18051"/>
                    <a:pt x="42403" y="18051"/>
                    <a:pt x="42403" y="18030"/>
                  </a:cubicBezTo>
                  <a:cubicBezTo>
                    <a:pt x="42339" y="18030"/>
                    <a:pt x="42339" y="17967"/>
                    <a:pt x="42339" y="17903"/>
                  </a:cubicBezTo>
                  <a:cubicBezTo>
                    <a:pt x="42339" y="17903"/>
                    <a:pt x="42276" y="17839"/>
                    <a:pt x="42276" y="17818"/>
                  </a:cubicBezTo>
                  <a:cubicBezTo>
                    <a:pt x="42276" y="17818"/>
                    <a:pt x="42276" y="17776"/>
                    <a:pt x="42233" y="17754"/>
                  </a:cubicBezTo>
                  <a:cubicBezTo>
                    <a:pt x="42233" y="17754"/>
                    <a:pt x="42233" y="17712"/>
                    <a:pt x="42191" y="17627"/>
                  </a:cubicBezTo>
                  <a:cubicBezTo>
                    <a:pt x="42191" y="17606"/>
                    <a:pt x="42148" y="17606"/>
                    <a:pt x="42148" y="17563"/>
                  </a:cubicBezTo>
                  <a:cubicBezTo>
                    <a:pt x="42148" y="17500"/>
                    <a:pt x="42106" y="17457"/>
                    <a:pt x="42085" y="17394"/>
                  </a:cubicBezTo>
                  <a:cubicBezTo>
                    <a:pt x="42021" y="17351"/>
                    <a:pt x="41936" y="17288"/>
                    <a:pt x="41894" y="17203"/>
                  </a:cubicBezTo>
                  <a:cubicBezTo>
                    <a:pt x="41809" y="17203"/>
                    <a:pt x="41809" y="17076"/>
                    <a:pt x="41745" y="17012"/>
                  </a:cubicBezTo>
                  <a:cubicBezTo>
                    <a:pt x="41703" y="17012"/>
                    <a:pt x="41703" y="16991"/>
                    <a:pt x="41661" y="16991"/>
                  </a:cubicBezTo>
                  <a:cubicBezTo>
                    <a:pt x="41639" y="16927"/>
                    <a:pt x="41639" y="16927"/>
                    <a:pt x="41576" y="16885"/>
                  </a:cubicBezTo>
                  <a:lnTo>
                    <a:pt x="41576" y="16885"/>
                  </a:lnTo>
                  <a:lnTo>
                    <a:pt x="41576" y="16885"/>
                  </a:lnTo>
                  <a:cubicBezTo>
                    <a:pt x="41576" y="16842"/>
                    <a:pt x="41554" y="16842"/>
                    <a:pt x="41554" y="16800"/>
                  </a:cubicBezTo>
                  <a:cubicBezTo>
                    <a:pt x="41554" y="16779"/>
                    <a:pt x="41512" y="16779"/>
                    <a:pt x="41512" y="16779"/>
                  </a:cubicBezTo>
                  <a:cubicBezTo>
                    <a:pt x="41427" y="16736"/>
                    <a:pt x="41427" y="16736"/>
                    <a:pt x="41385" y="16736"/>
                  </a:cubicBezTo>
                  <a:cubicBezTo>
                    <a:pt x="41342" y="16673"/>
                    <a:pt x="41342" y="16673"/>
                    <a:pt x="41300" y="16609"/>
                  </a:cubicBezTo>
                  <a:cubicBezTo>
                    <a:pt x="41300" y="16609"/>
                    <a:pt x="41279" y="16609"/>
                    <a:pt x="41279" y="16567"/>
                  </a:cubicBezTo>
                  <a:cubicBezTo>
                    <a:pt x="41215" y="16567"/>
                    <a:pt x="41215" y="16567"/>
                    <a:pt x="41194" y="16545"/>
                  </a:cubicBezTo>
                  <a:cubicBezTo>
                    <a:pt x="41194" y="16545"/>
                    <a:pt x="41130" y="16545"/>
                    <a:pt x="41130" y="16524"/>
                  </a:cubicBezTo>
                  <a:cubicBezTo>
                    <a:pt x="41088" y="16524"/>
                    <a:pt x="41088" y="16524"/>
                    <a:pt x="41024" y="16418"/>
                  </a:cubicBezTo>
                  <a:lnTo>
                    <a:pt x="41024" y="16418"/>
                  </a:lnTo>
                  <a:lnTo>
                    <a:pt x="40091" y="16079"/>
                  </a:lnTo>
                  <a:cubicBezTo>
                    <a:pt x="40091" y="15994"/>
                    <a:pt x="40027" y="15994"/>
                    <a:pt x="40027" y="15994"/>
                  </a:cubicBezTo>
                  <a:cubicBezTo>
                    <a:pt x="40006" y="15994"/>
                    <a:pt x="40006" y="15994"/>
                    <a:pt x="40006" y="15994"/>
                  </a:cubicBezTo>
                  <a:cubicBezTo>
                    <a:pt x="39942" y="15994"/>
                    <a:pt x="39921" y="15994"/>
                    <a:pt x="39921" y="15994"/>
                  </a:cubicBezTo>
                  <a:cubicBezTo>
                    <a:pt x="39921" y="15909"/>
                    <a:pt x="39879" y="15909"/>
                    <a:pt x="39879" y="15909"/>
                  </a:cubicBezTo>
                  <a:cubicBezTo>
                    <a:pt x="39836" y="15909"/>
                    <a:pt x="39836" y="15909"/>
                    <a:pt x="39794" y="15909"/>
                  </a:cubicBezTo>
                  <a:lnTo>
                    <a:pt x="39709" y="15909"/>
                  </a:lnTo>
                  <a:cubicBezTo>
                    <a:pt x="39688" y="15909"/>
                    <a:pt x="39688" y="15909"/>
                    <a:pt x="39624" y="15909"/>
                  </a:cubicBezTo>
                  <a:lnTo>
                    <a:pt x="39582" y="15909"/>
                  </a:lnTo>
                  <a:cubicBezTo>
                    <a:pt x="39518" y="15909"/>
                    <a:pt x="39518" y="15909"/>
                    <a:pt x="39497" y="15909"/>
                  </a:cubicBezTo>
                  <a:lnTo>
                    <a:pt x="39454" y="15909"/>
                  </a:lnTo>
                  <a:lnTo>
                    <a:pt x="39454" y="15909"/>
                  </a:lnTo>
                  <a:lnTo>
                    <a:pt x="39454" y="15909"/>
                  </a:lnTo>
                  <a:cubicBezTo>
                    <a:pt x="39433" y="15909"/>
                    <a:pt x="39433" y="15909"/>
                    <a:pt x="39391" y="15909"/>
                  </a:cubicBezTo>
                  <a:lnTo>
                    <a:pt x="39285" y="15909"/>
                  </a:lnTo>
                  <a:cubicBezTo>
                    <a:pt x="39285" y="15909"/>
                    <a:pt x="39263" y="15909"/>
                    <a:pt x="39242" y="15909"/>
                  </a:cubicBezTo>
                  <a:cubicBezTo>
                    <a:pt x="39242" y="15909"/>
                    <a:pt x="39200" y="15909"/>
                    <a:pt x="39157" y="15909"/>
                  </a:cubicBezTo>
                  <a:cubicBezTo>
                    <a:pt x="39115" y="15994"/>
                    <a:pt x="39094" y="15994"/>
                    <a:pt x="39009" y="15994"/>
                  </a:cubicBezTo>
                  <a:lnTo>
                    <a:pt x="15909" y="31585"/>
                  </a:lnTo>
                  <a:cubicBezTo>
                    <a:pt x="16227" y="31394"/>
                    <a:pt x="16567" y="31394"/>
                    <a:pt x="17012" y="31585"/>
                  </a:cubicBezTo>
                  <a:lnTo>
                    <a:pt x="17967" y="32051"/>
                  </a:lnTo>
                  <a:cubicBezTo>
                    <a:pt x="18200" y="32157"/>
                    <a:pt x="18348" y="32285"/>
                    <a:pt x="18497" y="32433"/>
                  </a:cubicBezTo>
                  <a:lnTo>
                    <a:pt x="18539" y="32433"/>
                  </a:lnTo>
                  <a:cubicBezTo>
                    <a:pt x="18688" y="32624"/>
                    <a:pt x="18836" y="32751"/>
                    <a:pt x="18985" y="32964"/>
                  </a:cubicBezTo>
                  <a:lnTo>
                    <a:pt x="18985" y="32964"/>
                  </a:lnTo>
                  <a:cubicBezTo>
                    <a:pt x="19091" y="33176"/>
                    <a:pt x="19197" y="33409"/>
                    <a:pt x="19218" y="33600"/>
                  </a:cubicBezTo>
                  <a:lnTo>
                    <a:pt x="19218" y="33600"/>
                  </a:lnTo>
                  <a:cubicBezTo>
                    <a:pt x="19303" y="33791"/>
                    <a:pt x="19388" y="34003"/>
                    <a:pt x="19388" y="34215"/>
                  </a:cubicBezTo>
                  <a:cubicBezTo>
                    <a:pt x="19388" y="34427"/>
                    <a:pt x="19303" y="34576"/>
                    <a:pt x="19218" y="34767"/>
                  </a:cubicBezTo>
                  <a:lnTo>
                    <a:pt x="19218" y="34767"/>
                  </a:lnTo>
                  <a:cubicBezTo>
                    <a:pt x="19197" y="34851"/>
                    <a:pt x="19070" y="34957"/>
                    <a:pt x="18985" y="35021"/>
                  </a:cubicBezTo>
                  <a:lnTo>
                    <a:pt x="42042" y="19494"/>
                  </a:lnTo>
                  <a:cubicBezTo>
                    <a:pt x="42106" y="19409"/>
                    <a:pt x="42191" y="19388"/>
                    <a:pt x="42297" y="19239"/>
                  </a:cubicBezTo>
                  <a:cubicBezTo>
                    <a:pt x="42297" y="19239"/>
                    <a:pt x="42297" y="19218"/>
                    <a:pt x="42360" y="19218"/>
                  </a:cubicBezTo>
                  <a:cubicBezTo>
                    <a:pt x="42360" y="19133"/>
                    <a:pt x="42360" y="19133"/>
                    <a:pt x="42360" y="19133"/>
                  </a:cubicBezTo>
                  <a:lnTo>
                    <a:pt x="42360" y="19133"/>
                  </a:lnTo>
                  <a:cubicBezTo>
                    <a:pt x="42360" y="19091"/>
                    <a:pt x="42382" y="19091"/>
                    <a:pt x="42382" y="19069"/>
                  </a:cubicBezTo>
                  <a:lnTo>
                    <a:pt x="42382" y="19006"/>
                  </a:lnTo>
                  <a:cubicBezTo>
                    <a:pt x="42445" y="18985"/>
                    <a:pt x="42445" y="18985"/>
                    <a:pt x="42445" y="18921"/>
                  </a:cubicBezTo>
                  <a:cubicBezTo>
                    <a:pt x="42445" y="18921"/>
                    <a:pt x="42445" y="18879"/>
                    <a:pt x="42445" y="18857"/>
                  </a:cubicBezTo>
                  <a:lnTo>
                    <a:pt x="42445" y="18794"/>
                  </a:lnTo>
                  <a:cubicBezTo>
                    <a:pt x="42445" y="18751"/>
                    <a:pt x="42466" y="18751"/>
                    <a:pt x="42466" y="18667"/>
                  </a:cubicBezTo>
                  <a:lnTo>
                    <a:pt x="42466" y="18645"/>
                  </a:lnTo>
                  <a:lnTo>
                    <a:pt x="42466" y="18603"/>
                  </a:lnTo>
                  <a:lnTo>
                    <a:pt x="42466" y="18624"/>
                  </a:lnTo>
                  <a:cubicBezTo>
                    <a:pt x="42509" y="18645"/>
                    <a:pt x="42509" y="18645"/>
                    <a:pt x="42509" y="1862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94C6CC2-C4C1-41CC-9AEC-EEE026F15C3C}"/>
                </a:ext>
              </a:extLst>
            </p:cNvPr>
            <p:cNvSpPr/>
            <p:nvPr/>
          </p:nvSpPr>
          <p:spPr>
            <a:xfrm>
              <a:off x="6458857" y="4763752"/>
              <a:ext cx="31327" cy="31327"/>
            </a:xfrm>
            <a:custGeom>
              <a:avLst/>
              <a:gdLst>
                <a:gd name="connsiteX0" fmla="*/ 18370 w 21212"/>
                <a:gd name="connsiteY0" fmla="*/ 16513 h 21212"/>
                <a:gd name="connsiteX1" fmla="*/ 19770 w 21212"/>
                <a:gd name="connsiteY1" fmla="*/ 18698 h 21212"/>
                <a:gd name="connsiteX2" fmla="*/ 18285 w 21212"/>
                <a:gd name="connsiteY2" fmla="*/ 19504 h 21212"/>
                <a:gd name="connsiteX3" fmla="*/ 17351 w 21212"/>
                <a:gd name="connsiteY3" fmla="*/ 19058 h 21212"/>
                <a:gd name="connsiteX4" fmla="*/ 15909 w 21212"/>
                <a:gd name="connsiteY4" fmla="*/ 16852 h 21212"/>
                <a:gd name="connsiteX5" fmla="*/ 17415 w 21212"/>
                <a:gd name="connsiteY5" fmla="*/ 16068 h 21212"/>
                <a:gd name="connsiteX6" fmla="*/ 18370 w 21212"/>
                <a:gd name="connsiteY6" fmla="*/ 1651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8370" y="16513"/>
                  </a:moveTo>
                  <a:cubicBezTo>
                    <a:pt x="19154" y="16895"/>
                    <a:pt x="19770" y="17871"/>
                    <a:pt x="19770" y="18698"/>
                  </a:cubicBezTo>
                  <a:cubicBezTo>
                    <a:pt x="19770" y="19525"/>
                    <a:pt x="19112" y="19886"/>
                    <a:pt x="18285" y="19504"/>
                  </a:cubicBezTo>
                  <a:lnTo>
                    <a:pt x="17351" y="19058"/>
                  </a:lnTo>
                  <a:cubicBezTo>
                    <a:pt x="16588" y="18698"/>
                    <a:pt x="15909" y="17701"/>
                    <a:pt x="15909" y="16852"/>
                  </a:cubicBezTo>
                  <a:cubicBezTo>
                    <a:pt x="15994" y="16068"/>
                    <a:pt x="16630" y="15665"/>
                    <a:pt x="17415" y="16068"/>
                  </a:cubicBezTo>
                  <a:lnTo>
                    <a:pt x="18370" y="16513"/>
                  </a:lnTo>
                  <a:close/>
                </a:path>
              </a:pathLst>
            </a:custGeom>
            <a:solidFill>
              <a:srgbClr val="0073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95A19F13-5982-49A4-BEE7-A2FB20AF8C8F}"/>
                </a:ext>
              </a:extLst>
            </p:cNvPr>
            <p:cNvSpPr/>
            <p:nvPr/>
          </p:nvSpPr>
          <p:spPr>
            <a:xfrm>
              <a:off x="6447047" y="4764706"/>
              <a:ext cx="62653" cy="31327"/>
            </a:xfrm>
            <a:custGeom>
              <a:avLst/>
              <a:gdLst>
                <a:gd name="connsiteX0" fmla="*/ 27151 w 42424"/>
                <a:gd name="connsiteY0" fmla="*/ 18030 h 21212"/>
                <a:gd name="connsiteX1" fmla="*/ 27151 w 42424"/>
                <a:gd name="connsiteY1" fmla="*/ 17945 h 21212"/>
                <a:gd name="connsiteX2" fmla="*/ 27151 w 42424"/>
                <a:gd name="connsiteY2" fmla="*/ 17882 h 21212"/>
                <a:gd name="connsiteX3" fmla="*/ 27151 w 42424"/>
                <a:gd name="connsiteY3" fmla="*/ 17818 h 21212"/>
                <a:gd name="connsiteX4" fmla="*/ 27109 w 42424"/>
                <a:gd name="connsiteY4" fmla="*/ 17797 h 21212"/>
                <a:gd name="connsiteX5" fmla="*/ 27109 w 42424"/>
                <a:gd name="connsiteY5" fmla="*/ 17712 h 21212"/>
                <a:gd name="connsiteX6" fmla="*/ 27109 w 42424"/>
                <a:gd name="connsiteY6" fmla="*/ 17712 h 21212"/>
                <a:gd name="connsiteX7" fmla="*/ 27109 w 42424"/>
                <a:gd name="connsiteY7" fmla="*/ 17648 h 21212"/>
                <a:gd name="connsiteX8" fmla="*/ 27088 w 42424"/>
                <a:gd name="connsiteY8" fmla="*/ 17585 h 21212"/>
                <a:gd name="connsiteX9" fmla="*/ 27088 w 42424"/>
                <a:gd name="connsiteY9" fmla="*/ 17585 h 21212"/>
                <a:gd name="connsiteX10" fmla="*/ 27088 w 42424"/>
                <a:gd name="connsiteY10" fmla="*/ 17585 h 21212"/>
                <a:gd name="connsiteX11" fmla="*/ 27088 w 42424"/>
                <a:gd name="connsiteY11" fmla="*/ 17521 h 21212"/>
                <a:gd name="connsiteX12" fmla="*/ 27003 w 42424"/>
                <a:gd name="connsiteY12" fmla="*/ 17457 h 21212"/>
                <a:gd name="connsiteX13" fmla="*/ 27003 w 42424"/>
                <a:gd name="connsiteY13" fmla="*/ 17415 h 21212"/>
                <a:gd name="connsiteX14" fmla="*/ 27003 w 42424"/>
                <a:gd name="connsiteY14" fmla="*/ 17330 h 21212"/>
                <a:gd name="connsiteX15" fmla="*/ 26939 w 42424"/>
                <a:gd name="connsiteY15" fmla="*/ 17224 h 21212"/>
                <a:gd name="connsiteX16" fmla="*/ 26897 w 42424"/>
                <a:gd name="connsiteY16" fmla="*/ 17203 h 21212"/>
                <a:gd name="connsiteX17" fmla="*/ 26854 w 42424"/>
                <a:gd name="connsiteY17" fmla="*/ 17076 h 21212"/>
                <a:gd name="connsiteX18" fmla="*/ 26685 w 42424"/>
                <a:gd name="connsiteY18" fmla="*/ 16864 h 21212"/>
                <a:gd name="connsiteX19" fmla="*/ 26621 w 42424"/>
                <a:gd name="connsiteY19" fmla="*/ 16779 h 21212"/>
                <a:gd name="connsiteX20" fmla="*/ 26579 w 42424"/>
                <a:gd name="connsiteY20" fmla="*/ 16651 h 21212"/>
                <a:gd name="connsiteX21" fmla="*/ 26536 w 42424"/>
                <a:gd name="connsiteY21" fmla="*/ 16630 h 21212"/>
                <a:gd name="connsiteX22" fmla="*/ 26536 w 42424"/>
                <a:gd name="connsiteY22" fmla="*/ 16630 h 21212"/>
                <a:gd name="connsiteX23" fmla="*/ 26536 w 42424"/>
                <a:gd name="connsiteY23" fmla="*/ 16630 h 21212"/>
                <a:gd name="connsiteX24" fmla="*/ 26388 w 42424"/>
                <a:gd name="connsiteY24" fmla="*/ 16588 h 21212"/>
                <a:gd name="connsiteX25" fmla="*/ 26388 w 42424"/>
                <a:gd name="connsiteY25" fmla="*/ 16545 h 21212"/>
                <a:gd name="connsiteX26" fmla="*/ 26345 w 42424"/>
                <a:gd name="connsiteY26" fmla="*/ 16503 h 21212"/>
                <a:gd name="connsiteX27" fmla="*/ 26260 w 42424"/>
                <a:gd name="connsiteY27" fmla="*/ 16439 h 21212"/>
                <a:gd name="connsiteX28" fmla="*/ 26218 w 42424"/>
                <a:gd name="connsiteY28" fmla="*/ 16397 h 21212"/>
                <a:gd name="connsiteX29" fmla="*/ 26176 w 42424"/>
                <a:gd name="connsiteY29" fmla="*/ 16397 h 21212"/>
                <a:gd name="connsiteX30" fmla="*/ 26133 w 42424"/>
                <a:gd name="connsiteY30" fmla="*/ 16397 h 21212"/>
                <a:gd name="connsiteX31" fmla="*/ 26091 w 42424"/>
                <a:gd name="connsiteY31" fmla="*/ 16376 h 21212"/>
                <a:gd name="connsiteX32" fmla="*/ 26091 w 42424"/>
                <a:gd name="connsiteY32" fmla="*/ 16376 h 21212"/>
                <a:gd name="connsiteX33" fmla="*/ 25327 w 42424"/>
                <a:gd name="connsiteY33" fmla="*/ 16036 h 21212"/>
                <a:gd name="connsiteX34" fmla="*/ 25285 w 42424"/>
                <a:gd name="connsiteY34" fmla="*/ 15973 h 21212"/>
                <a:gd name="connsiteX35" fmla="*/ 25264 w 42424"/>
                <a:gd name="connsiteY35" fmla="*/ 15973 h 21212"/>
                <a:gd name="connsiteX36" fmla="*/ 25200 w 42424"/>
                <a:gd name="connsiteY36" fmla="*/ 15973 h 21212"/>
                <a:gd name="connsiteX37" fmla="*/ 25157 w 42424"/>
                <a:gd name="connsiteY37" fmla="*/ 15930 h 21212"/>
                <a:gd name="connsiteX38" fmla="*/ 25094 w 42424"/>
                <a:gd name="connsiteY38" fmla="*/ 15930 h 21212"/>
                <a:gd name="connsiteX39" fmla="*/ 25051 w 42424"/>
                <a:gd name="connsiteY39" fmla="*/ 15930 h 21212"/>
                <a:gd name="connsiteX40" fmla="*/ 25030 w 42424"/>
                <a:gd name="connsiteY40" fmla="*/ 15909 h 21212"/>
                <a:gd name="connsiteX41" fmla="*/ 24967 w 42424"/>
                <a:gd name="connsiteY41" fmla="*/ 15909 h 21212"/>
                <a:gd name="connsiteX42" fmla="*/ 24945 w 42424"/>
                <a:gd name="connsiteY42" fmla="*/ 15909 h 21212"/>
                <a:gd name="connsiteX43" fmla="*/ 24903 w 42424"/>
                <a:gd name="connsiteY43" fmla="*/ 15909 h 21212"/>
                <a:gd name="connsiteX44" fmla="*/ 24903 w 42424"/>
                <a:gd name="connsiteY44" fmla="*/ 15909 h 21212"/>
                <a:gd name="connsiteX45" fmla="*/ 24903 w 42424"/>
                <a:gd name="connsiteY45" fmla="*/ 15909 h 21212"/>
                <a:gd name="connsiteX46" fmla="*/ 24818 w 42424"/>
                <a:gd name="connsiteY46" fmla="*/ 15909 h 21212"/>
                <a:gd name="connsiteX47" fmla="*/ 24797 w 42424"/>
                <a:gd name="connsiteY47" fmla="*/ 15909 h 21212"/>
                <a:gd name="connsiteX48" fmla="*/ 24648 w 42424"/>
                <a:gd name="connsiteY48" fmla="*/ 15930 h 21212"/>
                <a:gd name="connsiteX49" fmla="*/ 24648 w 42424"/>
                <a:gd name="connsiteY49" fmla="*/ 15930 h 21212"/>
                <a:gd name="connsiteX50" fmla="*/ 24542 w 42424"/>
                <a:gd name="connsiteY50" fmla="*/ 16036 h 21212"/>
                <a:gd name="connsiteX51" fmla="*/ 15909 w 42424"/>
                <a:gd name="connsiteY51" fmla="*/ 21891 h 21212"/>
                <a:gd name="connsiteX52" fmla="*/ 16715 w 42424"/>
                <a:gd name="connsiteY52" fmla="*/ 21891 h 21212"/>
                <a:gd name="connsiteX53" fmla="*/ 17457 w 42424"/>
                <a:gd name="connsiteY53" fmla="*/ 22230 h 21212"/>
                <a:gd name="connsiteX54" fmla="*/ 17882 w 42424"/>
                <a:gd name="connsiteY54" fmla="*/ 22463 h 21212"/>
                <a:gd name="connsiteX55" fmla="*/ 17882 w 42424"/>
                <a:gd name="connsiteY55" fmla="*/ 22463 h 21212"/>
                <a:gd name="connsiteX56" fmla="*/ 18200 w 42424"/>
                <a:gd name="connsiteY56" fmla="*/ 22909 h 21212"/>
                <a:gd name="connsiteX57" fmla="*/ 18200 w 42424"/>
                <a:gd name="connsiteY57" fmla="*/ 22909 h 21212"/>
                <a:gd name="connsiteX58" fmla="*/ 18433 w 42424"/>
                <a:gd name="connsiteY58" fmla="*/ 23418 h 21212"/>
                <a:gd name="connsiteX59" fmla="*/ 18433 w 42424"/>
                <a:gd name="connsiteY59" fmla="*/ 23418 h 21212"/>
                <a:gd name="connsiteX60" fmla="*/ 18497 w 42424"/>
                <a:gd name="connsiteY60" fmla="*/ 23885 h 21212"/>
                <a:gd name="connsiteX61" fmla="*/ 18433 w 42424"/>
                <a:gd name="connsiteY61" fmla="*/ 24266 h 21212"/>
                <a:gd name="connsiteX62" fmla="*/ 18433 w 42424"/>
                <a:gd name="connsiteY62" fmla="*/ 24266 h 21212"/>
                <a:gd name="connsiteX63" fmla="*/ 18200 w 42424"/>
                <a:gd name="connsiteY63" fmla="*/ 24500 h 21212"/>
                <a:gd name="connsiteX64" fmla="*/ 26833 w 42424"/>
                <a:gd name="connsiteY64" fmla="*/ 18645 h 21212"/>
                <a:gd name="connsiteX65" fmla="*/ 26982 w 42424"/>
                <a:gd name="connsiteY65" fmla="*/ 18561 h 21212"/>
                <a:gd name="connsiteX66" fmla="*/ 27067 w 42424"/>
                <a:gd name="connsiteY66" fmla="*/ 18497 h 21212"/>
                <a:gd name="connsiteX67" fmla="*/ 27067 w 42424"/>
                <a:gd name="connsiteY67" fmla="*/ 18476 h 21212"/>
                <a:gd name="connsiteX68" fmla="*/ 27067 w 42424"/>
                <a:gd name="connsiteY68" fmla="*/ 18476 h 21212"/>
                <a:gd name="connsiteX69" fmla="*/ 27067 w 42424"/>
                <a:gd name="connsiteY69" fmla="*/ 18348 h 21212"/>
                <a:gd name="connsiteX70" fmla="*/ 27088 w 42424"/>
                <a:gd name="connsiteY70" fmla="*/ 18306 h 21212"/>
                <a:gd name="connsiteX71" fmla="*/ 27088 w 42424"/>
                <a:gd name="connsiteY71" fmla="*/ 18285 h 21212"/>
                <a:gd name="connsiteX72" fmla="*/ 27130 w 42424"/>
                <a:gd name="connsiteY72" fmla="*/ 18221 h 21212"/>
                <a:gd name="connsiteX73" fmla="*/ 27130 w 42424"/>
                <a:gd name="connsiteY73" fmla="*/ 18200 h 21212"/>
                <a:gd name="connsiteX74" fmla="*/ 27130 w 42424"/>
                <a:gd name="connsiteY74" fmla="*/ 18115 h 21212"/>
                <a:gd name="connsiteX75" fmla="*/ 27130 w 42424"/>
                <a:gd name="connsiteY75" fmla="*/ 18073 h 21212"/>
                <a:gd name="connsiteX76" fmla="*/ 27130 w 42424"/>
                <a:gd name="connsiteY76" fmla="*/ 18030 h 21212"/>
                <a:gd name="connsiteX77" fmla="*/ 27130 w 42424"/>
                <a:gd name="connsiteY77" fmla="*/ 18030 h 21212"/>
                <a:gd name="connsiteX78" fmla="*/ 27151 w 42424"/>
                <a:gd name="connsiteY78" fmla="*/ 1803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424" h="21212">
                  <a:moveTo>
                    <a:pt x="27151" y="18030"/>
                  </a:moveTo>
                  <a:cubicBezTo>
                    <a:pt x="27151" y="17945"/>
                    <a:pt x="27151" y="17945"/>
                    <a:pt x="27151" y="17945"/>
                  </a:cubicBezTo>
                  <a:cubicBezTo>
                    <a:pt x="27151" y="17903"/>
                    <a:pt x="27151" y="17903"/>
                    <a:pt x="27151" y="17882"/>
                  </a:cubicBezTo>
                  <a:lnTo>
                    <a:pt x="27151" y="17818"/>
                  </a:lnTo>
                  <a:cubicBezTo>
                    <a:pt x="27151" y="17818"/>
                    <a:pt x="27151" y="17797"/>
                    <a:pt x="27109" y="17797"/>
                  </a:cubicBezTo>
                  <a:cubicBezTo>
                    <a:pt x="27109" y="17733"/>
                    <a:pt x="27109" y="17733"/>
                    <a:pt x="27109" y="17712"/>
                  </a:cubicBezTo>
                  <a:lnTo>
                    <a:pt x="27109" y="17712"/>
                  </a:lnTo>
                  <a:cubicBezTo>
                    <a:pt x="27109" y="17648"/>
                    <a:pt x="27109" y="17648"/>
                    <a:pt x="27109" y="17648"/>
                  </a:cubicBezTo>
                  <a:lnTo>
                    <a:pt x="27088" y="17585"/>
                  </a:lnTo>
                  <a:lnTo>
                    <a:pt x="27088" y="17585"/>
                  </a:lnTo>
                  <a:lnTo>
                    <a:pt x="27088" y="17585"/>
                  </a:lnTo>
                  <a:cubicBezTo>
                    <a:pt x="27088" y="17564"/>
                    <a:pt x="27088" y="17564"/>
                    <a:pt x="27088" y="17521"/>
                  </a:cubicBezTo>
                  <a:lnTo>
                    <a:pt x="27003" y="17457"/>
                  </a:lnTo>
                  <a:lnTo>
                    <a:pt x="27003" y="17415"/>
                  </a:lnTo>
                  <a:cubicBezTo>
                    <a:pt x="27003" y="17394"/>
                    <a:pt x="27003" y="17394"/>
                    <a:pt x="27003" y="17330"/>
                  </a:cubicBezTo>
                  <a:cubicBezTo>
                    <a:pt x="27003" y="17330"/>
                    <a:pt x="26939" y="17330"/>
                    <a:pt x="26939" y="17224"/>
                  </a:cubicBezTo>
                  <a:cubicBezTo>
                    <a:pt x="26939" y="17224"/>
                    <a:pt x="26939" y="17203"/>
                    <a:pt x="26897" y="17203"/>
                  </a:cubicBezTo>
                  <a:cubicBezTo>
                    <a:pt x="26897" y="17182"/>
                    <a:pt x="26854" y="17118"/>
                    <a:pt x="26854" y="17076"/>
                  </a:cubicBezTo>
                  <a:cubicBezTo>
                    <a:pt x="26812" y="16991"/>
                    <a:pt x="26791" y="16948"/>
                    <a:pt x="26685" y="16864"/>
                  </a:cubicBezTo>
                  <a:cubicBezTo>
                    <a:pt x="26685" y="16864"/>
                    <a:pt x="26642" y="16821"/>
                    <a:pt x="26621" y="16779"/>
                  </a:cubicBezTo>
                  <a:cubicBezTo>
                    <a:pt x="26621" y="16779"/>
                    <a:pt x="26579" y="16736"/>
                    <a:pt x="26579" y="16651"/>
                  </a:cubicBezTo>
                  <a:cubicBezTo>
                    <a:pt x="26536" y="16651"/>
                    <a:pt x="26536" y="16651"/>
                    <a:pt x="26536" y="16630"/>
                  </a:cubicBezTo>
                  <a:lnTo>
                    <a:pt x="26536" y="16630"/>
                  </a:lnTo>
                  <a:lnTo>
                    <a:pt x="26536" y="16630"/>
                  </a:lnTo>
                  <a:cubicBezTo>
                    <a:pt x="26494" y="16630"/>
                    <a:pt x="26494" y="16630"/>
                    <a:pt x="26388" y="16588"/>
                  </a:cubicBezTo>
                  <a:lnTo>
                    <a:pt x="26388" y="16545"/>
                  </a:lnTo>
                  <a:lnTo>
                    <a:pt x="26345" y="16503"/>
                  </a:lnTo>
                  <a:cubicBezTo>
                    <a:pt x="26282" y="16503"/>
                    <a:pt x="26282" y="16439"/>
                    <a:pt x="26260" y="16439"/>
                  </a:cubicBezTo>
                  <a:cubicBezTo>
                    <a:pt x="26260" y="16439"/>
                    <a:pt x="26260" y="16439"/>
                    <a:pt x="26218" y="16397"/>
                  </a:cubicBezTo>
                  <a:lnTo>
                    <a:pt x="26176" y="16397"/>
                  </a:lnTo>
                  <a:lnTo>
                    <a:pt x="26133" y="16397"/>
                  </a:lnTo>
                  <a:lnTo>
                    <a:pt x="26091" y="16376"/>
                  </a:lnTo>
                  <a:lnTo>
                    <a:pt x="26091" y="16376"/>
                  </a:lnTo>
                  <a:lnTo>
                    <a:pt x="25327" y="16036"/>
                  </a:lnTo>
                  <a:cubicBezTo>
                    <a:pt x="25327" y="16036"/>
                    <a:pt x="25327" y="16036"/>
                    <a:pt x="25285" y="15973"/>
                  </a:cubicBezTo>
                  <a:cubicBezTo>
                    <a:pt x="25285" y="15973"/>
                    <a:pt x="25285" y="15973"/>
                    <a:pt x="25264" y="15973"/>
                  </a:cubicBezTo>
                  <a:cubicBezTo>
                    <a:pt x="25264" y="15973"/>
                    <a:pt x="25264" y="15973"/>
                    <a:pt x="25200" y="15973"/>
                  </a:cubicBezTo>
                  <a:cubicBezTo>
                    <a:pt x="25200" y="15973"/>
                    <a:pt x="25200" y="15930"/>
                    <a:pt x="25157" y="15930"/>
                  </a:cubicBezTo>
                  <a:cubicBezTo>
                    <a:pt x="25157" y="15930"/>
                    <a:pt x="25157" y="15930"/>
                    <a:pt x="25094" y="15930"/>
                  </a:cubicBezTo>
                  <a:cubicBezTo>
                    <a:pt x="25094" y="15930"/>
                    <a:pt x="25094" y="15930"/>
                    <a:pt x="25051" y="15930"/>
                  </a:cubicBezTo>
                  <a:cubicBezTo>
                    <a:pt x="25051" y="15930"/>
                    <a:pt x="25051" y="15930"/>
                    <a:pt x="25030" y="15909"/>
                  </a:cubicBezTo>
                  <a:lnTo>
                    <a:pt x="24967" y="15909"/>
                  </a:lnTo>
                  <a:lnTo>
                    <a:pt x="24945" y="15909"/>
                  </a:lnTo>
                  <a:lnTo>
                    <a:pt x="24903" y="15909"/>
                  </a:lnTo>
                  <a:lnTo>
                    <a:pt x="24903" y="15909"/>
                  </a:lnTo>
                  <a:lnTo>
                    <a:pt x="24903" y="15909"/>
                  </a:lnTo>
                  <a:cubicBezTo>
                    <a:pt x="24860" y="15909"/>
                    <a:pt x="24860" y="15909"/>
                    <a:pt x="24818" y="15909"/>
                  </a:cubicBezTo>
                  <a:cubicBezTo>
                    <a:pt x="24818" y="15909"/>
                    <a:pt x="24818" y="15909"/>
                    <a:pt x="24797" y="15909"/>
                  </a:cubicBezTo>
                  <a:cubicBezTo>
                    <a:pt x="24797" y="15909"/>
                    <a:pt x="24691" y="15909"/>
                    <a:pt x="24648" y="15930"/>
                  </a:cubicBezTo>
                  <a:lnTo>
                    <a:pt x="24648" y="15930"/>
                  </a:lnTo>
                  <a:cubicBezTo>
                    <a:pt x="24606" y="15973"/>
                    <a:pt x="24585" y="15973"/>
                    <a:pt x="24542" y="16036"/>
                  </a:cubicBezTo>
                  <a:lnTo>
                    <a:pt x="15909" y="21891"/>
                  </a:lnTo>
                  <a:cubicBezTo>
                    <a:pt x="16121" y="21764"/>
                    <a:pt x="16376" y="21764"/>
                    <a:pt x="16715" y="21891"/>
                  </a:cubicBezTo>
                  <a:lnTo>
                    <a:pt x="17457" y="22230"/>
                  </a:lnTo>
                  <a:cubicBezTo>
                    <a:pt x="17585" y="22315"/>
                    <a:pt x="17712" y="22400"/>
                    <a:pt x="17882" y="22463"/>
                  </a:cubicBezTo>
                  <a:lnTo>
                    <a:pt x="17882" y="22463"/>
                  </a:lnTo>
                  <a:cubicBezTo>
                    <a:pt x="17967" y="22697"/>
                    <a:pt x="18073" y="22824"/>
                    <a:pt x="18200" y="22909"/>
                  </a:cubicBezTo>
                  <a:lnTo>
                    <a:pt x="18200" y="22909"/>
                  </a:lnTo>
                  <a:cubicBezTo>
                    <a:pt x="18285" y="23100"/>
                    <a:pt x="18370" y="23270"/>
                    <a:pt x="18433" y="23418"/>
                  </a:cubicBezTo>
                  <a:lnTo>
                    <a:pt x="18433" y="23418"/>
                  </a:lnTo>
                  <a:cubicBezTo>
                    <a:pt x="18476" y="23588"/>
                    <a:pt x="18497" y="23694"/>
                    <a:pt x="18497" y="23885"/>
                  </a:cubicBezTo>
                  <a:cubicBezTo>
                    <a:pt x="18497" y="24054"/>
                    <a:pt x="18476" y="24139"/>
                    <a:pt x="18433" y="24266"/>
                  </a:cubicBezTo>
                  <a:lnTo>
                    <a:pt x="18433" y="24266"/>
                  </a:lnTo>
                  <a:cubicBezTo>
                    <a:pt x="18306" y="24373"/>
                    <a:pt x="18285" y="24457"/>
                    <a:pt x="18200" y="24500"/>
                  </a:cubicBezTo>
                  <a:lnTo>
                    <a:pt x="26833" y="18645"/>
                  </a:lnTo>
                  <a:cubicBezTo>
                    <a:pt x="26918" y="18582"/>
                    <a:pt x="26982" y="18582"/>
                    <a:pt x="26982" y="18561"/>
                  </a:cubicBezTo>
                  <a:cubicBezTo>
                    <a:pt x="26982" y="18518"/>
                    <a:pt x="27067" y="18518"/>
                    <a:pt x="27067" y="18497"/>
                  </a:cubicBezTo>
                  <a:lnTo>
                    <a:pt x="27067" y="18476"/>
                  </a:lnTo>
                  <a:lnTo>
                    <a:pt x="27067" y="18476"/>
                  </a:lnTo>
                  <a:cubicBezTo>
                    <a:pt x="27067" y="18476"/>
                    <a:pt x="27067" y="18476"/>
                    <a:pt x="27067" y="18348"/>
                  </a:cubicBezTo>
                  <a:cubicBezTo>
                    <a:pt x="27088" y="18348"/>
                    <a:pt x="27088" y="18306"/>
                    <a:pt x="27088" y="18306"/>
                  </a:cubicBezTo>
                  <a:lnTo>
                    <a:pt x="27088" y="18285"/>
                  </a:lnTo>
                  <a:cubicBezTo>
                    <a:pt x="27088" y="18221"/>
                    <a:pt x="27088" y="18221"/>
                    <a:pt x="27130" y="18221"/>
                  </a:cubicBezTo>
                  <a:cubicBezTo>
                    <a:pt x="27130" y="18200"/>
                    <a:pt x="27130" y="18200"/>
                    <a:pt x="27130" y="18200"/>
                  </a:cubicBezTo>
                  <a:cubicBezTo>
                    <a:pt x="27130" y="18158"/>
                    <a:pt x="27130" y="18115"/>
                    <a:pt x="27130" y="18115"/>
                  </a:cubicBezTo>
                  <a:lnTo>
                    <a:pt x="27130" y="18073"/>
                  </a:lnTo>
                  <a:lnTo>
                    <a:pt x="27130" y="18030"/>
                  </a:lnTo>
                  <a:lnTo>
                    <a:pt x="27130" y="18030"/>
                  </a:lnTo>
                  <a:cubicBezTo>
                    <a:pt x="27151" y="18030"/>
                    <a:pt x="27151" y="18030"/>
                    <a:pt x="27151" y="18030"/>
                  </a:cubicBezTo>
                  <a:close/>
                </a:path>
              </a:pathLst>
            </a:custGeom>
            <a:solidFill>
              <a:srgbClr val="00B0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EDC247AA-CB2D-4EAD-AE1C-9B1F376296B9}"/>
                </a:ext>
              </a:extLst>
            </p:cNvPr>
            <p:cNvSpPr/>
            <p:nvPr/>
          </p:nvSpPr>
          <p:spPr>
            <a:xfrm>
              <a:off x="6446703" y="4773416"/>
              <a:ext cx="31327" cy="31327"/>
            </a:xfrm>
            <a:custGeom>
              <a:avLst/>
              <a:gdLst>
                <a:gd name="connsiteX0" fmla="*/ 17733 w 21212"/>
                <a:gd name="connsiteY0" fmla="*/ 16375 h 21212"/>
                <a:gd name="connsiteX1" fmla="*/ 18751 w 21212"/>
                <a:gd name="connsiteY1" fmla="*/ 18029 h 21212"/>
                <a:gd name="connsiteX2" fmla="*/ 17648 w 21212"/>
                <a:gd name="connsiteY2" fmla="*/ 18623 h 21212"/>
                <a:gd name="connsiteX3" fmla="*/ 16948 w 21212"/>
                <a:gd name="connsiteY3" fmla="*/ 18263 h 21212"/>
                <a:gd name="connsiteX4" fmla="*/ 15909 w 21212"/>
                <a:gd name="connsiteY4" fmla="*/ 16587 h 21212"/>
                <a:gd name="connsiteX5" fmla="*/ 16991 w 21212"/>
                <a:gd name="connsiteY5" fmla="*/ 16036 h 21212"/>
                <a:gd name="connsiteX6" fmla="*/ 17733 w 21212"/>
                <a:gd name="connsiteY6" fmla="*/ 1637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7733" y="16375"/>
                  </a:moveTo>
                  <a:cubicBezTo>
                    <a:pt x="18306" y="16608"/>
                    <a:pt x="18751" y="17393"/>
                    <a:pt x="18751" y="18029"/>
                  </a:cubicBezTo>
                  <a:cubicBezTo>
                    <a:pt x="18751" y="18623"/>
                    <a:pt x="18264" y="18942"/>
                    <a:pt x="17648" y="18623"/>
                  </a:cubicBezTo>
                  <a:lnTo>
                    <a:pt x="16948" y="18263"/>
                  </a:lnTo>
                  <a:cubicBezTo>
                    <a:pt x="16355" y="18008"/>
                    <a:pt x="15909" y="17223"/>
                    <a:pt x="15909" y="16587"/>
                  </a:cubicBezTo>
                  <a:cubicBezTo>
                    <a:pt x="15909" y="16036"/>
                    <a:pt x="16376" y="15717"/>
                    <a:pt x="16991" y="16036"/>
                  </a:cubicBezTo>
                  <a:lnTo>
                    <a:pt x="17733" y="16375"/>
                  </a:lnTo>
                  <a:close/>
                </a:path>
              </a:pathLst>
            </a:custGeom>
            <a:solidFill>
              <a:srgbClr val="2B0C5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D7618C9C-1932-46AB-B6EE-7D27B488EED9}"/>
                </a:ext>
              </a:extLst>
            </p:cNvPr>
            <p:cNvSpPr/>
            <p:nvPr/>
          </p:nvSpPr>
          <p:spPr>
            <a:xfrm>
              <a:off x="6488035" y="4738956"/>
              <a:ext cx="31327" cy="31327"/>
            </a:xfrm>
            <a:custGeom>
              <a:avLst/>
              <a:gdLst>
                <a:gd name="connsiteX0" fmla="*/ 24046 w 21212"/>
                <a:gd name="connsiteY0" fmla="*/ 16121 h 21212"/>
                <a:gd name="connsiteX1" fmla="*/ 17194 w 21212"/>
                <a:gd name="connsiteY1" fmla="*/ 20915 h 21212"/>
                <a:gd name="connsiteX2" fmla="*/ 16728 w 21212"/>
                <a:gd name="connsiteY2" fmla="*/ 21000 h 21212"/>
                <a:gd name="connsiteX3" fmla="*/ 16728 w 21212"/>
                <a:gd name="connsiteY3" fmla="*/ 21000 h 21212"/>
                <a:gd name="connsiteX4" fmla="*/ 16304 w 21212"/>
                <a:gd name="connsiteY4" fmla="*/ 20745 h 21212"/>
                <a:gd name="connsiteX5" fmla="*/ 16028 w 21212"/>
                <a:gd name="connsiteY5" fmla="*/ 20321 h 21212"/>
                <a:gd name="connsiteX6" fmla="*/ 15922 w 21212"/>
                <a:gd name="connsiteY6" fmla="*/ 20745 h 21212"/>
                <a:gd name="connsiteX7" fmla="*/ 16113 w 21212"/>
                <a:gd name="connsiteY7" fmla="*/ 21191 h 21212"/>
                <a:gd name="connsiteX8" fmla="*/ 16325 w 21212"/>
                <a:gd name="connsiteY8" fmla="*/ 21382 h 21212"/>
                <a:gd name="connsiteX9" fmla="*/ 16494 w 21212"/>
                <a:gd name="connsiteY9" fmla="*/ 21467 h 21212"/>
                <a:gd name="connsiteX10" fmla="*/ 16579 w 21212"/>
                <a:gd name="connsiteY10" fmla="*/ 21467 h 21212"/>
                <a:gd name="connsiteX11" fmla="*/ 16622 w 21212"/>
                <a:gd name="connsiteY11" fmla="*/ 21467 h 21212"/>
                <a:gd name="connsiteX12" fmla="*/ 16643 w 21212"/>
                <a:gd name="connsiteY12" fmla="*/ 21467 h 21212"/>
                <a:gd name="connsiteX13" fmla="*/ 16919 w 21212"/>
                <a:gd name="connsiteY13" fmla="*/ 21445 h 21212"/>
                <a:gd name="connsiteX14" fmla="*/ 16982 w 21212"/>
                <a:gd name="connsiteY14" fmla="*/ 21445 h 21212"/>
                <a:gd name="connsiteX15" fmla="*/ 17046 w 21212"/>
                <a:gd name="connsiteY15" fmla="*/ 21382 h 21212"/>
                <a:gd name="connsiteX16" fmla="*/ 23961 w 21212"/>
                <a:gd name="connsiteY16" fmla="*/ 16503 h 21212"/>
                <a:gd name="connsiteX17" fmla="*/ 24067 w 21212"/>
                <a:gd name="connsiteY17" fmla="*/ 16397 h 21212"/>
                <a:gd name="connsiteX18" fmla="*/ 24110 w 21212"/>
                <a:gd name="connsiteY18" fmla="*/ 16354 h 21212"/>
                <a:gd name="connsiteX19" fmla="*/ 24258 w 21212"/>
                <a:gd name="connsiteY19" fmla="*/ 15909 h 21212"/>
                <a:gd name="connsiteX20" fmla="*/ 24046 w 21212"/>
                <a:gd name="connsiteY20" fmla="*/ 1612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212" h="21212">
                  <a:moveTo>
                    <a:pt x="24046" y="16121"/>
                  </a:moveTo>
                  <a:lnTo>
                    <a:pt x="17194" y="20915"/>
                  </a:lnTo>
                  <a:cubicBezTo>
                    <a:pt x="17025" y="21000"/>
                    <a:pt x="16876" y="21000"/>
                    <a:pt x="16728" y="21000"/>
                  </a:cubicBezTo>
                  <a:lnTo>
                    <a:pt x="16728" y="21000"/>
                  </a:lnTo>
                  <a:cubicBezTo>
                    <a:pt x="16579" y="20979"/>
                    <a:pt x="16410" y="20936"/>
                    <a:pt x="16304" y="20745"/>
                  </a:cubicBezTo>
                  <a:cubicBezTo>
                    <a:pt x="16092" y="20682"/>
                    <a:pt x="16007" y="20491"/>
                    <a:pt x="16028" y="20321"/>
                  </a:cubicBezTo>
                  <a:lnTo>
                    <a:pt x="15922" y="20745"/>
                  </a:lnTo>
                  <a:cubicBezTo>
                    <a:pt x="15879" y="20915"/>
                    <a:pt x="15943" y="21106"/>
                    <a:pt x="16113" y="21191"/>
                  </a:cubicBezTo>
                  <a:cubicBezTo>
                    <a:pt x="16155" y="21339"/>
                    <a:pt x="16304" y="21382"/>
                    <a:pt x="16325" y="21382"/>
                  </a:cubicBezTo>
                  <a:cubicBezTo>
                    <a:pt x="16410" y="21445"/>
                    <a:pt x="16452" y="21445"/>
                    <a:pt x="16494" y="21467"/>
                  </a:cubicBezTo>
                  <a:cubicBezTo>
                    <a:pt x="16537" y="21467"/>
                    <a:pt x="16579" y="21467"/>
                    <a:pt x="16579" y="21467"/>
                  </a:cubicBezTo>
                  <a:lnTo>
                    <a:pt x="16622" y="21467"/>
                  </a:lnTo>
                  <a:lnTo>
                    <a:pt x="16643" y="21467"/>
                  </a:lnTo>
                  <a:cubicBezTo>
                    <a:pt x="16770" y="21467"/>
                    <a:pt x="16876" y="21467"/>
                    <a:pt x="16919" y="21445"/>
                  </a:cubicBezTo>
                  <a:lnTo>
                    <a:pt x="16982" y="21445"/>
                  </a:lnTo>
                  <a:cubicBezTo>
                    <a:pt x="17004" y="21382"/>
                    <a:pt x="17004" y="21382"/>
                    <a:pt x="17046" y="21382"/>
                  </a:cubicBezTo>
                  <a:lnTo>
                    <a:pt x="23961" y="16503"/>
                  </a:lnTo>
                  <a:cubicBezTo>
                    <a:pt x="23982" y="16461"/>
                    <a:pt x="24025" y="16418"/>
                    <a:pt x="24067" y="16397"/>
                  </a:cubicBezTo>
                  <a:cubicBezTo>
                    <a:pt x="24067" y="16397"/>
                    <a:pt x="24067" y="16397"/>
                    <a:pt x="24110" y="16354"/>
                  </a:cubicBezTo>
                  <a:lnTo>
                    <a:pt x="24258" y="15909"/>
                  </a:lnTo>
                  <a:cubicBezTo>
                    <a:pt x="24194" y="15951"/>
                    <a:pt x="24110" y="16036"/>
                    <a:pt x="24046" y="16121"/>
                  </a:cubicBezTo>
                  <a:close/>
                </a:path>
              </a:pathLst>
            </a:custGeom>
            <a:solidFill>
              <a:srgbClr val="0073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D89EE5F4-DE48-4118-86B1-9AE92320C0FD}"/>
                </a:ext>
              </a:extLst>
            </p:cNvPr>
            <p:cNvSpPr/>
            <p:nvPr/>
          </p:nvSpPr>
          <p:spPr>
            <a:xfrm>
              <a:off x="6488265" y="4737867"/>
              <a:ext cx="31327" cy="31327"/>
            </a:xfrm>
            <a:custGeom>
              <a:avLst/>
              <a:gdLst>
                <a:gd name="connsiteX0" fmla="*/ 23847 w 21212"/>
                <a:gd name="connsiteY0" fmla="*/ 16095 h 21212"/>
                <a:gd name="connsiteX1" fmla="*/ 23890 w 21212"/>
                <a:gd name="connsiteY1" fmla="*/ 16858 h 21212"/>
                <a:gd name="connsiteX2" fmla="*/ 17038 w 21212"/>
                <a:gd name="connsiteY2" fmla="*/ 21652 h 21212"/>
                <a:gd name="connsiteX3" fmla="*/ 16147 w 21212"/>
                <a:gd name="connsiteY3" fmla="*/ 21482 h 21212"/>
                <a:gd name="connsiteX4" fmla="*/ 16041 w 21212"/>
                <a:gd name="connsiteY4" fmla="*/ 20867 h 21212"/>
                <a:gd name="connsiteX5" fmla="*/ 22978 w 21212"/>
                <a:gd name="connsiteY5" fmla="*/ 16031 h 21212"/>
                <a:gd name="connsiteX6" fmla="*/ 23847 w 21212"/>
                <a:gd name="connsiteY6" fmla="*/ 16095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23847" y="16095"/>
                  </a:moveTo>
                  <a:cubicBezTo>
                    <a:pt x="24123" y="16328"/>
                    <a:pt x="24165" y="16667"/>
                    <a:pt x="23890" y="16858"/>
                  </a:cubicBezTo>
                  <a:lnTo>
                    <a:pt x="17038" y="21652"/>
                  </a:lnTo>
                  <a:cubicBezTo>
                    <a:pt x="16741" y="21843"/>
                    <a:pt x="16381" y="21737"/>
                    <a:pt x="16147" y="21482"/>
                  </a:cubicBezTo>
                  <a:cubicBezTo>
                    <a:pt x="15850" y="21376"/>
                    <a:pt x="15850" y="21016"/>
                    <a:pt x="16041" y="20867"/>
                  </a:cubicBezTo>
                  <a:lnTo>
                    <a:pt x="22978" y="16031"/>
                  </a:lnTo>
                  <a:cubicBezTo>
                    <a:pt x="23190" y="15840"/>
                    <a:pt x="23614" y="15882"/>
                    <a:pt x="23847" y="16095"/>
                  </a:cubicBezTo>
                  <a:close/>
                </a:path>
              </a:pathLst>
            </a:custGeom>
            <a:solidFill>
              <a:srgbClr val="00A4E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585D9EF8-237A-4D9D-AE2D-81661868569D}"/>
                </a:ext>
              </a:extLst>
            </p:cNvPr>
            <p:cNvSpPr/>
            <p:nvPr/>
          </p:nvSpPr>
          <p:spPr>
            <a:xfrm>
              <a:off x="6444040" y="4773413"/>
              <a:ext cx="31327" cy="31327"/>
            </a:xfrm>
            <a:custGeom>
              <a:avLst/>
              <a:gdLst>
                <a:gd name="connsiteX0" fmla="*/ 17903 w 21212"/>
                <a:gd name="connsiteY0" fmla="*/ 16058 h 21212"/>
                <a:gd name="connsiteX1" fmla="*/ 15909 w 21212"/>
                <a:gd name="connsiteY1" fmla="*/ 18901 h 21212"/>
                <a:gd name="connsiteX2" fmla="*/ 16567 w 21212"/>
                <a:gd name="connsiteY2" fmla="*/ 19474 h 21212"/>
                <a:gd name="connsiteX3" fmla="*/ 19982 w 21212"/>
                <a:gd name="connsiteY3" fmla="*/ 18837 h 21212"/>
                <a:gd name="connsiteX4" fmla="*/ 17903 w 21212"/>
                <a:gd name="connsiteY4" fmla="*/ 1605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7903" y="16058"/>
                  </a:moveTo>
                  <a:lnTo>
                    <a:pt x="15909" y="18901"/>
                  </a:lnTo>
                  <a:cubicBezTo>
                    <a:pt x="16100" y="19028"/>
                    <a:pt x="16354" y="19304"/>
                    <a:pt x="16567" y="19474"/>
                  </a:cubicBezTo>
                  <a:lnTo>
                    <a:pt x="19982" y="18837"/>
                  </a:lnTo>
                  <a:cubicBezTo>
                    <a:pt x="21721" y="18222"/>
                    <a:pt x="19685" y="15210"/>
                    <a:pt x="17903" y="1605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9DA9A2E9-AF0A-4899-A41A-3A66B3AB4A89}"/>
                </a:ext>
              </a:extLst>
            </p:cNvPr>
            <p:cNvSpPr/>
            <p:nvPr/>
          </p:nvSpPr>
          <p:spPr>
            <a:xfrm>
              <a:off x="6443194" y="4777814"/>
              <a:ext cx="31327" cy="31327"/>
            </a:xfrm>
            <a:custGeom>
              <a:avLst/>
              <a:gdLst>
                <a:gd name="connsiteX0" fmla="*/ 16482 w 21212"/>
                <a:gd name="connsiteY0" fmla="*/ 15921 h 21212"/>
                <a:gd name="connsiteX1" fmla="*/ 15909 w 21212"/>
                <a:gd name="connsiteY1" fmla="*/ 16769 h 21212"/>
                <a:gd name="connsiteX2" fmla="*/ 17160 w 21212"/>
                <a:gd name="connsiteY2" fmla="*/ 16494 h 21212"/>
                <a:gd name="connsiteX3" fmla="*/ 16482 w 21212"/>
                <a:gd name="connsiteY3" fmla="*/ 1592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16482" y="15921"/>
                  </a:moveTo>
                  <a:lnTo>
                    <a:pt x="15909" y="16769"/>
                  </a:lnTo>
                  <a:lnTo>
                    <a:pt x="17160" y="16494"/>
                  </a:lnTo>
                  <a:cubicBezTo>
                    <a:pt x="17097" y="16048"/>
                    <a:pt x="16864" y="15857"/>
                    <a:pt x="16482" y="1592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B5F75667-A03F-4153-91A1-DA95FE4F709E}"/>
                </a:ext>
              </a:extLst>
            </p:cNvPr>
            <p:cNvSpPr/>
            <p:nvPr/>
          </p:nvSpPr>
          <p:spPr>
            <a:xfrm>
              <a:off x="6328569" y="4755653"/>
              <a:ext cx="31327" cy="31327"/>
            </a:xfrm>
            <a:custGeom>
              <a:avLst/>
              <a:gdLst>
                <a:gd name="connsiteX0" fmla="*/ 15909 w 21212"/>
                <a:gd name="connsiteY0" fmla="*/ 18603 h 21212"/>
                <a:gd name="connsiteX1" fmla="*/ 15909 w 21212"/>
                <a:gd name="connsiteY1" fmla="*/ 18603 h 21212"/>
                <a:gd name="connsiteX2" fmla="*/ 15909 w 21212"/>
                <a:gd name="connsiteY2" fmla="*/ 18561 h 21212"/>
                <a:gd name="connsiteX3" fmla="*/ 15994 w 21212"/>
                <a:gd name="connsiteY3" fmla="*/ 18455 h 21212"/>
                <a:gd name="connsiteX4" fmla="*/ 15994 w 21212"/>
                <a:gd name="connsiteY4" fmla="*/ 18433 h 21212"/>
                <a:gd name="connsiteX5" fmla="*/ 15994 w 21212"/>
                <a:gd name="connsiteY5" fmla="*/ 18348 h 21212"/>
                <a:gd name="connsiteX6" fmla="*/ 16036 w 21212"/>
                <a:gd name="connsiteY6" fmla="*/ 18285 h 21212"/>
                <a:gd name="connsiteX7" fmla="*/ 16036 w 21212"/>
                <a:gd name="connsiteY7" fmla="*/ 18221 h 21212"/>
                <a:gd name="connsiteX8" fmla="*/ 16079 w 21212"/>
                <a:gd name="connsiteY8" fmla="*/ 18158 h 21212"/>
                <a:gd name="connsiteX9" fmla="*/ 16079 w 21212"/>
                <a:gd name="connsiteY9" fmla="*/ 18158 h 21212"/>
                <a:gd name="connsiteX10" fmla="*/ 16079 w 21212"/>
                <a:gd name="connsiteY10" fmla="*/ 18158 h 21212"/>
                <a:gd name="connsiteX11" fmla="*/ 16079 w 21212"/>
                <a:gd name="connsiteY11" fmla="*/ 18051 h 21212"/>
                <a:gd name="connsiteX12" fmla="*/ 16100 w 21212"/>
                <a:gd name="connsiteY12" fmla="*/ 18009 h 21212"/>
                <a:gd name="connsiteX13" fmla="*/ 16163 w 21212"/>
                <a:gd name="connsiteY13" fmla="*/ 17924 h 21212"/>
                <a:gd name="connsiteX14" fmla="*/ 16248 w 21212"/>
                <a:gd name="connsiteY14" fmla="*/ 17776 h 21212"/>
                <a:gd name="connsiteX15" fmla="*/ 16270 w 21212"/>
                <a:gd name="connsiteY15" fmla="*/ 17691 h 21212"/>
                <a:gd name="connsiteX16" fmla="*/ 16270 w 21212"/>
                <a:gd name="connsiteY16" fmla="*/ 17648 h 21212"/>
                <a:gd name="connsiteX17" fmla="*/ 16376 w 21212"/>
                <a:gd name="connsiteY17" fmla="*/ 17479 h 21212"/>
                <a:gd name="connsiteX18" fmla="*/ 16524 w 21212"/>
                <a:gd name="connsiteY18" fmla="*/ 17224 h 21212"/>
                <a:gd name="connsiteX19" fmla="*/ 16673 w 21212"/>
                <a:gd name="connsiteY19" fmla="*/ 17076 h 21212"/>
                <a:gd name="connsiteX20" fmla="*/ 16757 w 21212"/>
                <a:gd name="connsiteY20" fmla="*/ 17054 h 21212"/>
                <a:gd name="connsiteX21" fmla="*/ 16779 w 21212"/>
                <a:gd name="connsiteY21" fmla="*/ 16948 h 21212"/>
                <a:gd name="connsiteX22" fmla="*/ 16800 w 21212"/>
                <a:gd name="connsiteY22" fmla="*/ 16948 h 21212"/>
                <a:gd name="connsiteX23" fmla="*/ 16800 w 21212"/>
                <a:gd name="connsiteY23" fmla="*/ 16948 h 21212"/>
                <a:gd name="connsiteX24" fmla="*/ 16906 w 21212"/>
                <a:gd name="connsiteY24" fmla="*/ 16864 h 21212"/>
                <a:gd name="connsiteX25" fmla="*/ 16970 w 21212"/>
                <a:gd name="connsiteY25" fmla="*/ 16800 h 21212"/>
                <a:gd name="connsiteX26" fmla="*/ 17076 w 21212"/>
                <a:gd name="connsiteY26" fmla="*/ 16758 h 21212"/>
                <a:gd name="connsiteX27" fmla="*/ 17139 w 21212"/>
                <a:gd name="connsiteY27" fmla="*/ 16736 h 21212"/>
                <a:gd name="connsiteX28" fmla="*/ 17203 w 21212"/>
                <a:gd name="connsiteY28" fmla="*/ 16630 h 21212"/>
                <a:gd name="connsiteX29" fmla="*/ 17288 w 21212"/>
                <a:gd name="connsiteY29" fmla="*/ 16609 h 21212"/>
                <a:gd name="connsiteX30" fmla="*/ 17309 w 21212"/>
                <a:gd name="connsiteY30" fmla="*/ 16609 h 21212"/>
                <a:gd name="connsiteX31" fmla="*/ 17372 w 21212"/>
                <a:gd name="connsiteY31" fmla="*/ 16545 h 21212"/>
                <a:gd name="connsiteX32" fmla="*/ 17394 w 21212"/>
                <a:gd name="connsiteY32" fmla="*/ 16545 h 21212"/>
                <a:gd name="connsiteX33" fmla="*/ 18348 w 21212"/>
                <a:gd name="connsiteY33" fmla="*/ 16036 h 21212"/>
                <a:gd name="connsiteX34" fmla="*/ 18391 w 21212"/>
                <a:gd name="connsiteY34" fmla="*/ 16015 h 21212"/>
                <a:gd name="connsiteX35" fmla="*/ 18433 w 21212"/>
                <a:gd name="connsiteY35" fmla="*/ 16015 h 21212"/>
                <a:gd name="connsiteX36" fmla="*/ 18476 w 21212"/>
                <a:gd name="connsiteY36" fmla="*/ 15994 h 21212"/>
                <a:gd name="connsiteX37" fmla="*/ 18561 w 21212"/>
                <a:gd name="connsiteY37" fmla="*/ 15994 h 21212"/>
                <a:gd name="connsiteX38" fmla="*/ 18582 w 21212"/>
                <a:gd name="connsiteY38" fmla="*/ 15994 h 21212"/>
                <a:gd name="connsiteX39" fmla="*/ 18624 w 21212"/>
                <a:gd name="connsiteY39" fmla="*/ 15994 h 21212"/>
                <a:gd name="connsiteX40" fmla="*/ 18751 w 21212"/>
                <a:gd name="connsiteY40" fmla="*/ 15994 h 21212"/>
                <a:gd name="connsiteX41" fmla="*/ 18794 w 21212"/>
                <a:gd name="connsiteY41" fmla="*/ 15994 h 21212"/>
                <a:gd name="connsiteX42" fmla="*/ 18857 w 21212"/>
                <a:gd name="connsiteY42" fmla="*/ 15909 h 21212"/>
                <a:gd name="connsiteX43" fmla="*/ 18921 w 21212"/>
                <a:gd name="connsiteY43" fmla="*/ 15909 h 21212"/>
                <a:gd name="connsiteX44" fmla="*/ 18921 w 21212"/>
                <a:gd name="connsiteY44" fmla="*/ 15909 h 21212"/>
                <a:gd name="connsiteX45" fmla="*/ 18921 w 21212"/>
                <a:gd name="connsiteY45" fmla="*/ 15909 h 21212"/>
                <a:gd name="connsiteX46" fmla="*/ 18985 w 21212"/>
                <a:gd name="connsiteY46" fmla="*/ 15909 h 21212"/>
                <a:gd name="connsiteX47" fmla="*/ 19069 w 21212"/>
                <a:gd name="connsiteY47" fmla="*/ 15994 h 21212"/>
                <a:gd name="connsiteX48" fmla="*/ 19176 w 21212"/>
                <a:gd name="connsiteY48" fmla="*/ 15994 h 21212"/>
                <a:gd name="connsiteX49" fmla="*/ 19260 w 21212"/>
                <a:gd name="connsiteY49" fmla="*/ 15994 h 21212"/>
                <a:gd name="connsiteX50" fmla="*/ 19451 w 21212"/>
                <a:gd name="connsiteY50" fmla="*/ 16015 h 21212"/>
                <a:gd name="connsiteX51" fmla="*/ 23270 w 21212"/>
                <a:gd name="connsiteY51" fmla="*/ 18730 h 21212"/>
                <a:gd name="connsiteX52" fmla="*/ 22188 w 21212"/>
                <a:gd name="connsiteY52" fmla="*/ 18730 h 21212"/>
                <a:gd name="connsiteX53" fmla="*/ 21212 w 21212"/>
                <a:gd name="connsiteY53" fmla="*/ 19176 h 21212"/>
                <a:gd name="connsiteX54" fmla="*/ 20703 w 21212"/>
                <a:gd name="connsiteY54" fmla="*/ 19600 h 21212"/>
                <a:gd name="connsiteX55" fmla="*/ 20703 w 21212"/>
                <a:gd name="connsiteY55" fmla="*/ 19600 h 21212"/>
                <a:gd name="connsiteX56" fmla="*/ 20257 w 21212"/>
                <a:gd name="connsiteY56" fmla="*/ 20109 h 21212"/>
                <a:gd name="connsiteX57" fmla="*/ 20257 w 21212"/>
                <a:gd name="connsiteY57" fmla="*/ 20109 h 21212"/>
                <a:gd name="connsiteX58" fmla="*/ 19918 w 21212"/>
                <a:gd name="connsiteY58" fmla="*/ 20682 h 21212"/>
                <a:gd name="connsiteX59" fmla="*/ 19918 w 21212"/>
                <a:gd name="connsiteY59" fmla="*/ 20682 h 21212"/>
                <a:gd name="connsiteX60" fmla="*/ 19854 w 21212"/>
                <a:gd name="connsiteY60" fmla="*/ 21339 h 21212"/>
                <a:gd name="connsiteX61" fmla="*/ 19918 w 21212"/>
                <a:gd name="connsiteY61" fmla="*/ 21806 h 21212"/>
                <a:gd name="connsiteX62" fmla="*/ 19918 w 21212"/>
                <a:gd name="connsiteY62" fmla="*/ 21806 h 21212"/>
                <a:gd name="connsiteX63" fmla="*/ 20257 w 21212"/>
                <a:gd name="connsiteY63" fmla="*/ 22188 h 21212"/>
                <a:gd name="connsiteX64" fmla="*/ 16418 w 21212"/>
                <a:gd name="connsiteY64" fmla="*/ 19579 h 21212"/>
                <a:gd name="connsiteX65" fmla="*/ 16142 w 21212"/>
                <a:gd name="connsiteY65" fmla="*/ 19282 h 21212"/>
                <a:gd name="connsiteX66" fmla="*/ 16121 w 21212"/>
                <a:gd name="connsiteY66" fmla="*/ 19218 h 21212"/>
                <a:gd name="connsiteX67" fmla="*/ 16121 w 21212"/>
                <a:gd name="connsiteY67" fmla="*/ 19218 h 21212"/>
                <a:gd name="connsiteX68" fmla="*/ 16121 w 21212"/>
                <a:gd name="connsiteY68" fmla="*/ 19197 h 21212"/>
                <a:gd name="connsiteX69" fmla="*/ 16079 w 21212"/>
                <a:gd name="connsiteY69" fmla="*/ 19154 h 21212"/>
                <a:gd name="connsiteX70" fmla="*/ 16079 w 21212"/>
                <a:gd name="connsiteY70" fmla="*/ 19154 h 21212"/>
                <a:gd name="connsiteX71" fmla="*/ 16036 w 21212"/>
                <a:gd name="connsiteY71" fmla="*/ 18985 h 21212"/>
                <a:gd name="connsiteX72" fmla="*/ 16036 w 21212"/>
                <a:gd name="connsiteY72" fmla="*/ 18963 h 21212"/>
                <a:gd name="connsiteX73" fmla="*/ 15951 w 21212"/>
                <a:gd name="connsiteY73" fmla="*/ 18900 h 21212"/>
                <a:gd name="connsiteX74" fmla="*/ 15951 w 21212"/>
                <a:gd name="connsiteY74" fmla="*/ 18836 h 21212"/>
                <a:gd name="connsiteX75" fmla="*/ 15951 w 21212"/>
                <a:gd name="connsiteY75" fmla="*/ 18709 h 21212"/>
                <a:gd name="connsiteX76" fmla="*/ 15951 w 21212"/>
                <a:gd name="connsiteY76" fmla="*/ 18709 h 21212"/>
                <a:gd name="connsiteX77" fmla="*/ 15951 w 21212"/>
                <a:gd name="connsiteY77" fmla="*/ 18709 h 21212"/>
                <a:gd name="connsiteX78" fmla="*/ 15909 w 21212"/>
                <a:gd name="connsiteY78" fmla="*/ 1860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12" h="21212">
                  <a:moveTo>
                    <a:pt x="15909" y="18603"/>
                  </a:moveTo>
                  <a:lnTo>
                    <a:pt x="15909" y="18603"/>
                  </a:lnTo>
                  <a:cubicBezTo>
                    <a:pt x="15909" y="18582"/>
                    <a:pt x="15909" y="18582"/>
                    <a:pt x="15909" y="18561"/>
                  </a:cubicBezTo>
                  <a:cubicBezTo>
                    <a:pt x="15909" y="18561"/>
                    <a:pt x="15909" y="18497"/>
                    <a:pt x="15994" y="18455"/>
                  </a:cubicBezTo>
                  <a:lnTo>
                    <a:pt x="15994" y="18433"/>
                  </a:lnTo>
                  <a:cubicBezTo>
                    <a:pt x="15994" y="18391"/>
                    <a:pt x="15994" y="18391"/>
                    <a:pt x="15994" y="18348"/>
                  </a:cubicBezTo>
                  <a:cubicBezTo>
                    <a:pt x="15994" y="18285"/>
                    <a:pt x="16036" y="18285"/>
                    <a:pt x="16036" y="18285"/>
                  </a:cubicBezTo>
                  <a:cubicBezTo>
                    <a:pt x="16036" y="18221"/>
                    <a:pt x="16036" y="18221"/>
                    <a:pt x="16036" y="18221"/>
                  </a:cubicBezTo>
                  <a:cubicBezTo>
                    <a:pt x="16036" y="18200"/>
                    <a:pt x="16079" y="18200"/>
                    <a:pt x="16079" y="18158"/>
                  </a:cubicBezTo>
                  <a:lnTo>
                    <a:pt x="16079" y="18158"/>
                  </a:lnTo>
                  <a:lnTo>
                    <a:pt x="16079" y="18158"/>
                  </a:lnTo>
                  <a:cubicBezTo>
                    <a:pt x="16079" y="18158"/>
                    <a:pt x="16079" y="18073"/>
                    <a:pt x="16079" y="18051"/>
                  </a:cubicBezTo>
                  <a:cubicBezTo>
                    <a:pt x="16100" y="18051"/>
                    <a:pt x="16100" y="18009"/>
                    <a:pt x="16100" y="18009"/>
                  </a:cubicBezTo>
                  <a:cubicBezTo>
                    <a:pt x="16100" y="18009"/>
                    <a:pt x="16100" y="17924"/>
                    <a:pt x="16163" y="17924"/>
                  </a:cubicBezTo>
                  <a:cubicBezTo>
                    <a:pt x="16163" y="17861"/>
                    <a:pt x="16163" y="17818"/>
                    <a:pt x="16248" y="17776"/>
                  </a:cubicBezTo>
                  <a:cubicBezTo>
                    <a:pt x="16248" y="17776"/>
                    <a:pt x="16248" y="17754"/>
                    <a:pt x="16270" y="17691"/>
                  </a:cubicBezTo>
                  <a:cubicBezTo>
                    <a:pt x="16270" y="17691"/>
                    <a:pt x="16270" y="17670"/>
                    <a:pt x="16270" y="17648"/>
                  </a:cubicBezTo>
                  <a:cubicBezTo>
                    <a:pt x="16312" y="17564"/>
                    <a:pt x="16312" y="17542"/>
                    <a:pt x="16376" y="17479"/>
                  </a:cubicBezTo>
                  <a:cubicBezTo>
                    <a:pt x="16397" y="17373"/>
                    <a:pt x="16482" y="17288"/>
                    <a:pt x="16524" y="17224"/>
                  </a:cubicBezTo>
                  <a:cubicBezTo>
                    <a:pt x="16524" y="17203"/>
                    <a:pt x="16630" y="17118"/>
                    <a:pt x="16673" y="17076"/>
                  </a:cubicBezTo>
                  <a:cubicBezTo>
                    <a:pt x="16673" y="17076"/>
                    <a:pt x="16694" y="17076"/>
                    <a:pt x="16757" y="17054"/>
                  </a:cubicBezTo>
                  <a:cubicBezTo>
                    <a:pt x="16757" y="16970"/>
                    <a:pt x="16779" y="16970"/>
                    <a:pt x="16779" y="16948"/>
                  </a:cubicBezTo>
                  <a:cubicBezTo>
                    <a:pt x="16800" y="16948"/>
                    <a:pt x="16800" y="16948"/>
                    <a:pt x="16800" y="16948"/>
                  </a:cubicBezTo>
                  <a:lnTo>
                    <a:pt x="16800" y="16948"/>
                  </a:lnTo>
                  <a:cubicBezTo>
                    <a:pt x="16800" y="16864"/>
                    <a:pt x="16864" y="16864"/>
                    <a:pt x="16906" y="16864"/>
                  </a:cubicBezTo>
                  <a:cubicBezTo>
                    <a:pt x="16906" y="16842"/>
                    <a:pt x="16906" y="16842"/>
                    <a:pt x="16970" y="16800"/>
                  </a:cubicBezTo>
                  <a:cubicBezTo>
                    <a:pt x="16991" y="16800"/>
                    <a:pt x="16991" y="16758"/>
                    <a:pt x="17076" y="16758"/>
                  </a:cubicBezTo>
                  <a:lnTo>
                    <a:pt x="17139" y="16736"/>
                  </a:lnTo>
                  <a:cubicBezTo>
                    <a:pt x="17160" y="16736"/>
                    <a:pt x="17160" y="16736"/>
                    <a:pt x="17203" y="16630"/>
                  </a:cubicBezTo>
                  <a:cubicBezTo>
                    <a:pt x="17245" y="16630"/>
                    <a:pt x="17245" y="16630"/>
                    <a:pt x="17288" y="16609"/>
                  </a:cubicBezTo>
                  <a:lnTo>
                    <a:pt x="17309" y="16609"/>
                  </a:lnTo>
                  <a:cubicBezTo>
                    <a:pt x="17372" y="16609"/>
                    <a:pt x="17372" y="16545"/>
                    <a:pt x="17372" y="16545"/>
                  </a:cubicBezTo>
                  <a:lnTo>
                    <a:pt x="17394" y="16545"/>
                  </a:lnTo>
                  <a:lnTo>
                    <a:pt x="18348" y="16036"/>
                  </a:lnTo>
                  <a:cubicBezTo>
                    <a:pt x="18391" y="16036"/>
                    <a:pt x="18391" y="16015"/>
                    <a:pt x="18391" y="16015"/>
                  </a:cubicBezTo>
                  <a:cubicBezTo>
                    <a:pt x="18433" y="16015"/>
                    <a:pt x="18433" y="16015"/>
                    <a:pt x="18433" y="16015"/>
                  </a:cubicBezTo>
                  <a:cubicBezTo>
                    <a:pt x="18476" y="15994"/>
                    <a:pt x="18476" y="15994"/>
                    <a:pt x="18476" y="15994"/>
                  </a:cubicBezTo>
                  <a:cubicBezTo>
                    <a:pt x="18476" y="15994"/>
                    <a:pt x="18497" y="15994"/>
                    <a:pt x="18561" y="15994"/>
                  </a:cubicBezTo>
                  <a:cubicBezTo>
                    <a:pt x="18561" y="15994"/>
                    <a:pt x="18561" y="15994"/>
                    <a:pt x="18582" y="15994"/>
                  </a:cubicBezTo>
                  <a:cubicBezTo>
                    <a:pt x="18624" y="15994"/>
                    <a:pt x="18624" y="15994"/>
                    <a:pt x="18624" y="15994"/>
                  </a:cubicBezTo>
                  <a:cubicBezTo>
                    <a:pt x="18645" y="15994"/>
                    <a:pt x="18645" y="15994"/>
                    <a:pt x="18751" y="15994"/>
                  </a:cubicBezTo>
                  <a:lnTo>
                    <a:pt x="18794" y="15994"/>
                  </a:lnTo>
                  <a:cubicBezTo>
                    <a:pt x="18836" y="15909"/>
                    <a:pt x="18836" y="15909"/>
                    <a:pt x="18857" y="15909"/>
                  </a:cubicBezTo>
                  <a:lnTo>
                    <a:pt x="18921" y="15909"/>
                  </a:lnTo>
                  <a:lnTo>
                    <a:pt x="18921" y="15909"/>
                  </a:lnTo>
                  <a:lnTo>
                    <a:pt x="18921" y="15909"/>
                  </a:lnTo>
                  <a:cubicBezTo>
                    <a:pt x="18942" y="15909"/>
                    <a:pt x="18985" y="15909"/>
                    <a:pt x="18985" y="15909"/>
                  </a:cubicBezTo>
                  <a:cubicBezTo>
                    <a:pt x="19006" y="15909"/>
                    <a:pt x="19006" y="15909"/>
                    <a:pt x="19069" y="15994"/>
                  </a:cubicBezTo>
                  <a:cubicBezTo>
                    <a:pt x="19069" y="15994"/>
                    <a:pt x="19091" y="15994"/>
                    <a:pt x="19176" y="15994"/>
                  </a:cubicBezTo>
                  <a:cubicBezTo>
                    <a:pt x="19239" y="15994"/>
                    <a:pt x="19260" y="15994"/>
                    <a:pt x="19260" y="15994"/>
                  </a:cubicBezTo>
                  <a:cubicBezTo>
                    <a:pt x="19345" y="15994"/>
                    <a:pt x="19388" y="16015"/>
                    <a:pt x="19451" y="16015"/>
                  </a:cubicBezTo>
                  <a:lnTo>
                    <a:pt x="23270" y="18730"/>
                  </a:lnTo>
                  <a:cubicBezTo>
                    <a:pt x="23036" y="18518"/>
                    <a:pt x="22633" y="18518"/>
                    <a:pt x="22188" y="18730"/>
                  </a:cubicBezTo>
                  <a:lnTo>
                    <a:pt x="21212" y="19176"/>
                  </a:lnTo>
                  <a:cubicBezTo>
                    <a:pt x="21042" y="19239"/>
                    <a:pt x="20851" y="19388"/>
                    <a:pt x="20703" y="19600"/>
                  </a:cubicBezTo>
                  <a:lnTo>
                    <a:pt x="20703" y="19600"/>
                  </a:lnTo>
                  <a:cubicBezTo>
                    <a:pt x="20576" y="19664"/>
                    <a:pt x="20364" y="19855"/>
                    <a:pt x="20257" y="20109"/>
                  </a:cubicBezTo>
                  <a:lnTo>
                    <a:pt x="20257" y="20109"/>
                  </a:lnTo>
                  <a:cubicBezTo>
                    <a:pt x="20130" y="20300"/>
                    <a:pt x="20045" y="20470"/>
                    <a:pt x="19918" y="20682"/>
                  </a:cubicBezTo>
                  <a:lnTo>
                    <a:pt x="19918" y="20682"/>
                  </a:lnTo>
                  <a:cubicBezTo>
                    <a:pt x="19854" y="20915"/>
                    <a:pt x="19812" y="21106"/>
                    <a:pt x="19854" y="21339"/>
                  </a:cubicBezTo>
                  <a:cubicBezTo>
                    <a:pt x="19854" y="21509"/>
                    <a:pt x="19854" y="21721"/>
                    <a:pt x="19918" y="21806"/>
                  </a:cubicBezTo>
                  <a:lnTo>
                    <a:pt x="19918" y="21806"/>
                  </a:lnTo>
                  <a:cubicBezTo>
                    <a:pt x="20045" y="21955"/>
                    <a:pt x="20130" y="22082"/>
                    <a:pt x="20257" y="22188"/>
                  </a:cubicBezTo>
                  <a:lnTo>
                    <a:pt x="16418" y="19579"/>
                  </a:lnTo>
                  <a:cubicBezTo>
                    <a:pt x="16312" y="19451"/>
                    <a:pt x="16291" y="19409"/>
                    <a:pt x="16142" y="19282"/>
                  </a:cubicBezTo>
                  <a:cubicBezTo>
                    <a:pt x="16142" y="19282"/>
                    <a:pt x="16142" y="19282"/>
                    <a:pt x="16121" y="19218"/>
                  </a:cubicBezTo>
                  <a:lnTo>
                    <a:pt x="16121" y="19218"/>
                  </a:lnTo>
                  <a:cubicBezTo>
                    <a:pt x="16121" y="19197"/>
                    <a:pt x="16121" y="19197"/>
                    <a:pt x="16121" y="19197"/>
                  </a:cubicBezTo>
                  <a:cubicBezTo>
                    <a:pt x="16121" y="19197"/>
                    <a:pt x="16121" y="19197"/>
                    <a:pt x="16079" y="19154"/>
                  </a:cubicBezTo>
                  <a:lnTo>
                    <a:pt x="16079" y="19154"/>
                  </a:lnTo>
                  <a:cubicBezTo>
                    <a:pt x="16079" y="19048"/>
                    <a:pt x="16036" y="18985"/>
                    <a:pt x="16036" y="18985"/>
                  </a:cubicBezTo>
                  <a:cubicBezTo>
                    <a:pt x="16036" y="18963"/>
                    <a:pt x="16036" y="18963"/>
                    <a:pt x="16036" y="18963"/>
                  </a:cubicBezTo>
                  <a:cubicBezTo>
                    <a:pt x="16036" y="18921"/>
                    <a:pt x="16036" y="18921"/>
                    <a:pt x="15951" y="18900"/>
                  </a:cubicBezTo>
                  <a:cubicBezTo>
                    <a:pt x="15951" y="18836"/>
                    <a:pt x="15951" y="18836"/>
                    <a:pt x="15951" y="18836"/>
                  </a:cubicBezTo>
                  <a:cubicBezTo>
                    <a:pt x="15951" y="18773"/>
                    <a:pt x="15951" y="18773"/>
                    <a:pt x="15951" y="18709"/>
                  </a:cubicBezTo>
                  <a:lnTo>
                    <a:pt x="15951" y="18709"/>
                  </a:lnTo>
                  <a:lnTo>
                    <a:pt x="15951" y="18709"/>
                  </a:lnTo>
                  <a:cubicBezTo>
                    <a:pt x="15909" y="18751"/>
                    <a:pt x="15909" y="18667"/>
                    <a:pt x="15909" y="18603"/>
                  </a:cubicBezTo>
                  <a:close/>
                </a:path>
              </a:pathLst>
            </a:custGeom>
            <a:solidFill>
              <a:srgbClr val="D823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F26FCEA9-862E-4146-90C0-0142DEB8EB3B}"/>
                </a:ext>
              </a:extLst>
            </p:cNvPr>
            <p:cNvSpPr/>
            <p:nvPr/>
          </p:nvSpPr>
          <p:spPr>
            <a:xfrm>
              <a:off x="6334330" y="4759636"/>
              <a:ext cx="31327" cy="31327"/>
            </a:xfrm>
            <a:custGeom>
              <a:avLst/>
              <a:gdLst>
                <a:gd name="connsiteX0" fmla="*/ 17247 w 21212"/>
                <a:gd name="connsiteY0" fmla="*/ 16500 h 21212"/>
                <a:gd name="connsiteX1" fmla="*/ 15911 w 21212"/>
                <a:gd name="connsiteY1" fmla="*/ 18685 h 21212"/>
                <a:gd name="connsiteX2" fmla="*/ 17353 w 21212"/>
                <a:gd name="connsiteY2" fmla="*/ 19533 h 21212"/>
                <a:gd name="connsiteX3" fmla="*/ 18329 w 21212"/>
                <a:gd name="connsiteY3" fmla="*/ 19066 h 21212"/>
                <a:gd name="connsiteX4" fmla="*/ 19687 w 21212"/>
                <a:gd name="connsiteY4" fmla="*/ 16818 h 21212"/>
                <a:gd name="connsiteX5" fmla="*/ 18223 w 21212"/>
                <a:gd name="connsiteY5" fmla="*/ 16097 h 21212"/>
                <a:gd name="connsiteX6" fmla="*/ 17247 w 21212"/>
                <a:gd name="connsiteY6" fmla="*/ 16500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7247" y="16500"/>
                  </a:moveTo>
                  <a:cubicBezTo>
                    <a:pt x="16568" y="16924"/>
                    <a:pt x="15868" y="17857"/>
                    <a:pt x="15911" y="18685"/>
                  </a:cubicBezTo>
                  <a:cubicBezTo>
                    <a:pt x="15911" y="19533"/>
                    <a:pt x="16568" y="19872"/>
                    <a:pt x="17353" y="19533"/>
                  </a:cubicBezTo>
                  <a:lnTo>
                    <a:pt x="18329" y="19066"/>
                  </a:lnTo>
                  <a:cubicBezTo>
                    <a:pt x="19071" y="18685"/>
                    <a:pt x="19687" y="17688"/>
                    <a:pt x="19687" y="16818"/>
                  </a:cubicBezTo>
                  <a:cubicBezTo>
                    <a:pt x="19687" y="15991"/>
                    <a:pt x="18987" y="15672"/>
                    <a:pt x="18223" y="16097"/>
                  </a:cubicBezTo>
                  <a:lnTo>
                    <a:pt x="17247" y="16500"/>
                  </a:ln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D4806772-A955-42D3-9F49-CC449EC39A9E}"/>
                </a:ext>
              </a:extLst>
            </p:cNvPr>
            <p:cNvSpPr/>
            <p:nvPr/>
          </p:nvSpPr>
          <p:spPr>
            <a:xfrm>
              <a:off x="6334710" y="4759882"/>
              <a:ext cx="62653" cy="62653"/>
            </a:xfrm>
            <a:custGeom>
              <a:avLst/>
              <a:gdLst>
                <a:gd name="connsiteX0" fmla="*/ 15909 w 42424"/>
                <a:gd name="connsiteY0" fmla="*/ 18454 h 42424"/>
                <a:gd name="connsiteX1" fmla="*/ 15951 w 42424"/>
                <a:gd name="connsiteY1" fmla="*/ 18433 h 42424"/>
                <a:gd name="connsiteX2" fmla="*/ 15951 w 42424"/>
                <a:gd name="connsiteY2" fmla="*/ 18327 h 42424"/>
                <a:gd name="connsiteX3" fmla="*/ 15951 w 42424"/>
                <a:gd name="connsiteY3" fmla="*/ 18264 h 42424"/>
                <a:gd name="connsiteX4" fmla="*/ 15951 w 42424"/>
                <a:gd name="connsiteY4" fmla="*/ 18179 h 42424"/>
                <a:gd name="connsiteX5" fmla="*/ 15951 w 42424"/>
                <a:gd name="connsiteY5" fmla="*/ 18094 h 42424"/>
                <a:gd name="connsiteX6" fmla="*/ 16015 w 42424"/>
                <a:gd name="connsiteY6" fmla="*/ 18073 h 42424"/>
                <a:gd name="connsiteX7" fmla="*/ 16015 w 42424"/>
                <a:gd name="connsiteY7" fmla="*/ 17988 h 42424"/>
                <a:gd name="connsiteX8" fmla="*/ 16036 w 42424"/>
                <a:gd name="connsiteY8" fmla="*/ 17967 h 42424"/>
                <a:gd name="connsiteX9" fmla="*/ 16036 w 42424"/>
                <a:gd name="connsiteY9" fmla="*/ 17967 h 42424"/>
                <a:gd name="connsiteX10" fmla="*/ 16036 w 42424"/>
                <a:gd name="connsiteY10" fmla="*/ 17967 h 42424"/>
                <a:gd name="connsiteX11" fmla="*/ 16036 w 42424"/>
                <a:gd name="connsiteY11" fmla="*/ 17839 h 42424"/>
                <a:gd name="connsiteX12" fmla="*/ 16057 w 42424"/>
                <a:gd name="connsiteY12" fmla="*/ 17754 h 42424"/>
                <a:gd name="connsiteX13" fmla="*/ 16057 w 42424"/>
                <a:gd name="connsiteY13" fmla="*/ 17712 h 42424"/>
                <a:gd name="connsiteX14" fmla="*/ 16121 w 42424"/>
                <a:gd name="connsiteY14" fmla="*/ 17606 h 42424"/>
                <a:gd name="connsiteX15" fmla="*/ 16142 w 42424"/>
                <a:gd name="connsiteY15" fmla="*/ 17542 h 42424"/>
                <a:gd name="connsiteX16" fmla="*/ 16248 w 42424"/>
                <a:gd name="connsiteY16" fmla="*/ 17479 h 42424"/>
                <a:gd name="connsiteX17" fmla="*/ 16312 w 42424"/>
                <a:gd name="connsiteY17" fmla="*/ 17330 h 42424"/>
                <a:gd name="connsiteX18" fmla="*/ 16482 w 42424"/>
                <a:gd name="connsiteY18" fmla="*/ 17118 h 42424"/>
                <a:gd name="connsiteX19" fmla="*/ 16524 w 42424"/>
                <a:gd name="connsiteY19" fmla="*/ 16948 h 42424"/>
                <a:gd name="connsiteX20" fmla="*/ 16651 w 42424"/>
                <a:gd name="connsiteY20" fmla="*/ 16885 h 42424"/>
                <a:gd name="connsiteX21" fmla="*/ 16673 w 42424"/>
                <a:gd name="connsiteY21" fmla="*/ 16779 h 42424"/>
                <a:gd name="connsiteX22" fmla="*/ 16673 w 42424"/>
                <a:gd name="connsiteY22" fmla="*/ 16779 h 42424"/>
                <a:gd name="connsiteX23" fmla="*/ 16673 w 42424"/>
                <a:gd name="connsiteY23" fmla="*/ 16779 h 42424"/>
                <a:gd name="connsiteX24" fmla="*/ 16736 w 42424"/>
                <a:gd name="connsiteY24" fmla="*/ 16758 h 42424"/>
                <a:gd name="connsiteX25" fmla="*/ 16800 w 42424"/>
                <a:gd name="connsiteY25" fmla="*/ 16715 h 42424"/>
                <a:gd name="connsiteX26" fmla="*/ 16906 w 42424"/>
                <a:gd name="connsiteY26" fmla="*/ 16715 h 42424"/>
                <a:gd name="connsiteX27" fmla="*/ 16948 w 42424"/>
                <a:gd name="connsiteY27" fmla="*/ 16588 h 42424"/>
                <a:gd name="connsiteX28" fmla="*/ 17012 w 42424"/>
                <a:gd name="connsiteY28" fmla="*/ 16545 h 42424"/>
                <a:gd name="connsiteX29" fmla="*/ 17118 w 42424"/>
                <a:gd name="connsiteY29" fmla="*/ 16545 h 42424"/>
                <a:gd name="connsiteX30" fmla="*/ 17160 w 42424"/>
                <a:gd name="connsiteY30" fmla="*/ 16503 h 42424"/>
                <a:gd name="connsiteX31" fmla="*/ 17224 w 42424"/>
                <a:gd name="connsiteY31" fmla="*/ 16418 h 42424"/>
                <a:gd name="connsiteX32" fmla="*/ 17224 w 42424"/>
                <a:gd name="connsiteY32" fmla="*/ 16418 h 42424"/>
                <a:gd name="connsiteX33" fmla="*/ 18094 w 42424"/>
                <a:gd name="connsiteY33" fmla="*/ 16057 h 42424"/>
                <a:gd name="connsiteX34" fmla="*/ 18115 w 42424"/>
                <a:gd name="connsiteY34" fmla="*/ 16057 h 42424"/>
                <a:gd name="connsiteX35" fmla="*/ 18136 w 42424"/>
                <a:gd name="connsiteY35" fmla="*/ 16036 h 42424"/>
                <a:gd name="connsiteX36" fmla="*/ 18221 w 42424"/>
                <a:gd name="connsiteY36" fmla="*/ 15973 h 42424"/>
                <a:gd name="connsiteX37" fmla="*/ 18285 w 42424"/>
                <a:gd name="connsiteY37" fmla="*/ 15973 h 42424"/>
                <a:gd name="connsiteX38" fmla="*/ 18370 w 42424"/>
                <a:gd name="connsiteY38" fmla="*/ 15909 h 42424"/>
                <a:gd name="connsiteX39" fmla="*/ 18433 w 42424"/>
                <a:gd name="connsiteY39" fmla="*/ 15909 h 42424"/>
                <a:gd name="connsiteX40" fmla="*/ 18476 w 42424"/>
                <a:gd name="connsiteY40" fmla="*/ 15909 h 42424"/>
                <a:gd name="connsiteX41" fmla="*/ 18518 w 42424"/>
                <a:gd name="connsiteY41" fmla="*/ 15909 h 42424"/>
                <a:gd name="connsiteX42" fmla="*/ 18624 w 42424"/>
                <a:gd name="connsiteY42" fmla="*/ 15909 h 42424"/>
                <a:gd name="connsiteX43" fmla="*/ 18645 w 42424"/>
                <a:gd name="connsiteY43" fmla="*/ 15909 h 42424"/>
                <a:gd name="connsiteX44" fmla="*/ 18645 w 42424"/>
                <a:gd name="connsiteY44" fmla="*/ 15909 h 42424"/>
                <a:gd name="connsiteX45" fmla="*/ 18645 w 42424"/>
                <a:gd name="connsiteY45" fmla="*/ 15909 h 42424"/>
                <a:gd name="connsiteX46" fmla="*/ 18709 w 42424"/>
                <a:gd name="connsiteY46" fmla="*/ 15909 h 42424"/>
                <a:gd name="connsiteX47" fmla="*/ 18751 w 42424"/>
                <a:gd name="connsiteY47" fmla="*/ 15909 h 42424"/>
                <a:gd name="connsiteX48" fmla="*/ 18857 w 42424"/>
                <a:gd name="connsiteY48" fmla="*/ 15909 h 42424"/>
                <a:gd name="connsiteX49" fmla="*/ 18921 w 42424"/>
                <a:gd name="connsiteY49" fmla="*/ 15973 h 42424"/>
                <a:gd name="connsiteX50" fmla="*/ 19091 w 42424"/>
                <a:gd name="connsiteY50" fmla="*/ 16057 h 42424"/>
                <a:gd name="connsiteX51" fmla="*/ 40027 w 42424"/>
                <a:gd name="connsiteY51" fmla="*/ 30206 h 42424"/>
                <a:gd name="connsiteX52" fmla="*/ 39051 w 42424"/>
                <a:gd name="connsiteY52" fmla="*/ 30206 h 42424"/>
                <a:gd name="connsiteX53" fmla="*/ 38182 w 42424"/>
                <a:gd name="connsiteY53" fmla="*/ 30651 h 42424"/>
                <a:gd name="connsiteX54" fmla="*/ 37673 w 42424"/>
                <a:gd name="connsiteY54" fmla="*/ 30991 h 42424"/>
                <a:gd name="connsiteX55" fmla="*/ 37673 w 42424"/>
                <a:gd name="connsiteY55" fmla="*/ 30991 h 42424"/>
                <a:gd name="connsiteX56" fmla="*/ 37269 w 42424"/>
                <a:gd name="connsiteY56" fmla="*/ 31457 h 42424"/>
                <a:gd name="connsiteX57" fmla="*/ 37269 w 42424"/>
                <a:gd name="connsiteY57" fmla="*/ 31457 h 42424"/>
                <a:gd name="connsiteX58" fmla="*/ 36994 w 42424"/>
                <a:gd name="connsiteY58" fmla="*/ 31966 h 42424"/>
                <a:gd name="connsiteX59" fmla="*/ 36994 w 42424"/>
                <a:gd name="connsiteY59" fmla="*/ 32030 h 42424"/>
                <a:gd name="connsiteX60" fmla="*/ 36866 w 42424"/>
                <a:gd name="connsiteY60" fmla="*/ 32603 h 42424"/>
                <a:gd name="connsiteX61" fmla="*/ 36994 w 42424"/>
                <a:gd name="connsiteY61" fmla="*/ 33048 h 42424"/>
                <a:gd name="connsiteX62" fmla="*/ 36994 w 42424"/>
                <a:gd name="connsiteY62" fmla="*/ 33048 h 42424"/>
                <a:gd name="connsiteX63" fmla="*/ 37269 w 42424"/>
                <a:gd name="connsiteY63" fmla="*/ 33366 h 42424"/>
                <a:gd name="connsiteX64" fmla="*/ 16354 w 42424"/>
                <a:gd name="connsiteY64" fmla="*/ 19260 h 42424"/>
                <a:gd name="connsiteX65" fmla="*/ 16100 w 42424"/>
                <a:gd name="connsiteY65" fmla="*/ 19027 h 42424"/>
                <a:gd name="connsiteX66" fmla="*/ 16079 w 42424"/>
                <a:gd name="connsiteY66" fmla="*/ 18942 h 42424"/>
                <a:gd name="connsiteX67" fmla="*/ 16079 w 42424"/>
                <a:gd name="connsiteY67" fmla="*/ 18942 h 42424"/>
                <a:gd name="connsiteX68" fmla="*/ 16079 w 42424"/>
                <a:gd name="connsiteY68" fmla="*/ 18942 h 42424"/>
                <a:gd name="connsiteX69" fmla="*/ 16057 w 42424"/>
                <a:gd name="connsiteY69" fmla="*/ 18857 h 42424"/>
                <a:gd name="connsiteX70" fmla="*/ 16057 w 42424"/>
                <a:gd name="connsiteY70" fmla="*/ 18836 h 42424"/>
                <a:gd name="connsiteX71" fmla="*/ 15994 w 42424"/>
                <a:gd name="connsiteY71" fmla="*/ 18730 h 42424"/>
                <a:gd name="connsiteX72" fmla="*/ 15994 w 42424"/>
                <a:gd name="connsiteY72" fmla="*/ 18645 h 42424"/>
                <a:gd name="connsiteX73" fmla="*/ 15994 w 42424"/>
                <a:gd name="connsiteY73" fmla="*/ 18603 h 42424"/>
                <a:gd name="connsiteX74" fmla="*/ 15994 w 42424"/>
                <a:gd name="connsiteY74" fmla="*/ 18603 h 42424"/>
                <a:gd name="connsiteX75" fmla="*/ 15951 w 42424"/>
                <a:gd name="connsiteY75" fmla="*/ 18497 h 42424"/>
                <a:gd name="connsiteX76" fmla="*/ 15951 w 42424"/>
                <a:gd name="connsiteY76" fmla="*/ 18497 h 42424"/>
                <a:gd name="connsiteX77" fmla="*/ 15951 w 42424"/>
                <a:gd name="connsiteY77" fmla="*/ 18454 h 42424"/>
                <a:gd name="connsiteX78" fmla="*/ 15909 w 42424"/>
                <a:gd name="connsiteY78" fmla="*/ 18454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424" h="42424">
                  <a:moveTo>
                    <a:pt x="15909" y="18454"/>
                  </a:moveTo>
                  <a:cubicBezTo>
                    <a:pt x="15909" y="18454"/>
                    <a:pt x="15909" y="18454"/>
                    <a:pt x="15951" y="18433"/>
                  </a:cubicBezTo>
                  <a:lnTo>
                    <a:pt x="15951" y="18327"/>
                  </a:lnTo>
                  <a:cubicBezTo>
                    <a:pt x="15951" y="18264"/>
                    <a:pt x="15951" y="18264"/>
                    <a:pt x="15951" y="18264"/>
                  </a:cubicBezTo>
                  <a:lnTo>
                    <a:pt x="15951" y="18179"/>
                  </a:lnTo>
                  <a:cubicBezTo>
                    <a:pt x="15951" y="18179"/>
                    <a:pt x="15951" y="18157"/>
                    <a:pt x="15951" y="18094"/>
                  </a:cubicBezTo>
                  <a:cubicBezTo>
                    <a:pt x="16015" y="18094"/>
                    <a:pt x="16015" y="18073"/>
                    <a:pt x="16015" y="18073"/>
                  </a:cubicBezTo>
                  <a:cubicBezTo>
                    <a:pt x="16015" y="18073"/>
                    <a:pt x="16015" y="18051"/>
                    <a:pt x="16015" y="17988"/>
                  </a:cubicBezTo>
                  <a:cubicBezTo>
                    <a:pt x="16015" y="17988"/>
                    <a:pt x="16015" y="17967"/>
                    <a:pt x="16036" y="17967"/>
                  </a:cubicBezTo>
                  <a:lnTo>
                    <a:pt x="16036" y="17967"/>
                  </a:lnTo>
                  <a:lnTo>
                    <a:pt x="16036" y="17967"/>
                  </a:lnTo>
                  <a:cubicBezTo>
                    <a:pt x="16036" y="17860"/>
                    <a:pt x="16036" y="17860"/>
                    <a:pt x="16036" y="17839"/>
                  </a:cubicBezTo>
                  <a:cubicBezTo>
                    <a:pt x="16036" y="17797"/>
                    <a:pt x="16057" y="17797"/>
                    <a:pt x="16057" y="17754"/>
                  </a:cubicBezTo>
                  <a:lnTo>
                    <a:pt x="16057" y="17712"/>
                  </a:lnTo>
                  <a:cubicBezTo>
                    <a:pt x="16121" y="17691"/>
                    <a:pt x="16121" y="17606"/>
                    <a:pt x="16121" y="17606"/>
                  </a:cubicBezTo>
                  <a:cubicBezTo>
                    <a:pt x="16142" y="17585"/>
                    <a:pt x="16142" y="17585"/>
                    <a:pt x="16142" y="17542"/>
                  </a:cubicBezTo>
                  <a:cubicBezTo>
                    <a:pt x="16248" y="17542"/>
                    <a:pt x="16248" y="17479"/>
                    <a:pt x="16248" y="17479"/>
                  </a:cubicBezTo>
                  <a:cubicBezTo>
                    <a:pt x="16312" y="17436"/>
                    <a:pt x="16312" y="17373"/>
                    <a:pt x="16312" y="17330"/>
                  </a:cubicBezTo>
                  <a:cubicBezTo>
                    <a:pt x="16354" y="17266"/>
                    <a:pt x="16439" y="17224"/>
                    <a:pt x="16482" y="17118"/>
                  </a:cubicBezTo>
                  <a:cubicBezTo>
                    <a:pt x="16482" y="17054"/>
                    <a:pt x="16482" y="16970"/>
                    <a:pt x="16524" y="16948"/>
                  </a:cubicBezTo>
                  <a:cubicBezTo>
                    <a:pt x="16524" y="16948"/>
                    <a:pt x="16567" y="16885"/>
                    <a:pt x="16651" y="16885"/>
                  </a:cubicBezTo>
                  <a:cubicBezTo>
                    <a:pt x="16651" y="16864"/>
                    <a:pt x="16673" y="16864"/>
                    <a:pt x="16673" y="16779"/>
                  </a:cubicBezTo>
                  <a:lnTo>
                    <a:pt x="16673" y="16779"/>
                  </a:lnTo>
                  <a:lnTo>
                    <a:pt x="16673" y="16779"/>
                  </a:lnTo>
                  <a:cubicBezTo>
                    <a:pt x="16715" y="16779"/>
                    <a:pt x="16715" y="16779"/>
                    <a:pt x="16736" y="16758"/>
                  </a:cubicBezTo>
                  <a:cubicBezTo>
                    <a:pt x="16736" y="16758"/>
                    <a:pt x="16800" y="16758"/>
                    <a:pt x="16800" y="16715"/>
                  </a:cubicBezTo>
                  <a:cubicBezTo>
                    <a:pt x="16842" y="16715"/>
                    <a:pt x="16842" y="16715"/>
                    <a:pt x="16906" y="16715"/>
                  </a:cubicBezTo>
                  <a:cubicBezTo>
                    <a:pt x="16906" y="16694"/>
                    <a:pt x="16906" y="16694"/>
                    <a:pt x="16948" y="16588"/>
                  </a:cubicBezTo>
                  <a:cubicBezTo>
                    <a:pt x="16948" y="16588"/>
                    <a:pt x="16948" y="16545"/>
                    <a:pt x="17012" y="16545"/>
                  </a:cubicBezTo>
                  <a:cubicBezTo>
                    <a:pt x="17012" y="16545"/>
                    <a:pt x="17076" y="16545"/>
                    <a:pt x="17118" y="16545"/>
                  </a:cubicBezTo>
                  <a:cubicBezTo>
                    <a:pt x="17118" y="16545"/>
                    <a:pt x="17118" y="16503"/>
                    <a:pt x="17160" y="16503"/>
                  </a:cubicBezTo>
                  <a:cubicBezTo>
                    <a:pt x="17160" y="16482"/>
                    <a:pt x="17224" y="16482"/>
                    <a:pt x="17224" y="16418"/>
                  </a:cubicBezTo>
                  <a:lnTo>
                    <a:pt x="17224" y="16418"/>
                  </a:lnTo>
                  <a:lnTo>
                    <a:pt x="18094" y="16057"/>
                  </a:lnTo>
                  <a:lnTo>
                    <a:pt x="18115" y="16057"/>
                  </a:lnTo>
                  <a:cubicBezTo>
                    <a:pt x="18136" y="16036"/>
                    <a:pt x="18136" y="16036"/>
                    <a:pt x="18136" y="16036"/>
                  </a:cubicBezTo>
                  <a:cubicBezTo>
                    <a:pt x="18200" y="16036"/>
                    <a:pt x="18200" y="16036"/>
                    <a:pt x="18221" y="15973"/>
                  </a:cubicBezTo>
                  <a:lnTo>
                    <a:pt x="18285" y="15973"/>
                  </a:lnTo>
                  <a:cubicBezTo>
                    <a:pt x="18285" y="15973"/>
                    <a:pt x="18370" y="15973"/>
                    <a:pt x="18370" y="15909"/>
                  </a:cubicBezTo>
                  <a:cubicBezTo>
                    <a:pt x="18412" y="15909"/>
                    <a:pt x="18412" y="15909"/>
                    <a:pt x="18433" y="15909"/>
                  </a:cubicBezTo>
                  <a:lnTo>
                    <a:pt x="18476" y="15909"/>
                  </a:lnTo>
                  <a:lnTo>
                    <a:pt x="18518" y="15909"/>
                  </a:lnTo>
                  <a:cubicBezTo>
                    <a:pt x="18561" y="15909"/>
                    <a:pt x="18561" y="15909"/>
                    <a:pt x="18624" y="15909"/>
                  </a:cubicBezTo>
                  <a:lnTo>
                    <a:pt x="18645" y="15909"/>
                  </a:lnTo>
                  <a:lnTo>
                    <a:pt x="18645" y="15909"/>
                  </a:lnTo>
                  <a:lnTo>
                    <a:pt x="18645" y="15909"/>
                  </a:lnTo>
                  <a:cubicBezTo>
                    <a:pt x="18709" y="15909"/>
                    <a:pt x="18709" y="15909"/>
                    <a:pt x="18709" y="15909"/>
                  </a:cubicBezTo>
                  <a:lnTo>
                    <a:pt x="18751" y="15909"/>
                  </a:lnTo>
                  <a:cubicBezTo>
                    <a:pt x="18773" y="15909"/>
                    <a:pt x="18857" y="15909"/>
                    <a:pt x="18857" y="15909"/>
                  </a:cubicBezTo>
                  <a:cubicBezTo>
                    <a:pt x="18879" y="15909"/>
                    <a:pt x="18921" y="15909"/>
                    <a:pt x="18921" y="15973"/>
                  </a:cubicBezTo>
                  <a:cubicBezTo>
                    <a:pt x="19006" y="15973"/>
                    <a:pt x="19027" y="16036"/>
                    <a:pt x="19091" y="16057"/>
                  </a:cubicBezTo>
                  <a:lnTo>
                    <a:pt x="40027" y="30206"/>
                  </a:lnTo>
                  <a:cubicBezTo>
                    <a:pt x="39794" y="30036"/>
                    <a:pt x="39433" y="30036"/>
                    <a:pt x="39051" y="30206"/>
                  </a:cubicBezTo>
                  <a:lnTo>
                    <a:pt x="38182" y="30651"/>
                  </a:lnTo>
                  <a:cubicBezTo>
                    <a:pt x="38033" y="30694"/>
                    <a:pt x="37757" y="30779"/>
                    <a:pt x="37673" y="30991"/>
                  </a:cubicBezTo>
                  <a:lnTo>
                    <a:pt x="37673" y="30991"/>
                  </a:lnTo>
                  <a:cubicBezTo>
                    <a:pt x="37460" y="31161"/>
                    <a:pt x="37333" y="31330"/>
                    <a:pt x="37269" y="31457"/>
                  </a:cubicBezTo>
                  <a:lnTo>
                    <a:pt x="37269" y="31457"/>
                  </a:lnTo>
                  <a:cubicBezTo>
                    <a:pt x="37142" y="31627"/>
                    <a:pt x="37015" y="31839"/>
                    <a:pt x="36994" y="31966"/>
                  </a:cubicBezTo>
                  <a:cubicBezTo>
                    <a:pt x="36994" y="31966"/>
                    <a:pt x="36994" y="31966"/>
                    <a:pt x="36994" y="32030"/>
                  </a:cubicBezTo>
                  <a:cubicBezTo>
                    <a:pt x="36909" y="32221"/>
                    <a:pt x="36866" y="32412"/>
                    <a:pt x="36866" y="32603"/>
                  </a:cubicBezTo>
                  <a:cubicBezTo>
                    <a:pt x="36866" y="32773"/>
                    <a:pt x="36909" y="32900"/>
                    <a:pt x="36994" y="33048"/>
                  </a:cubicBezTo>
                  <a:lnTo>
                    <a:pt x="36994" y="33048"/>
                  </a:lnTo>
                  <a:cubicBezTo>
                    <a:pt x="37015" y="33154"/>
                    <a:pt x="37142" y="33260"/>
                    <a:pt x="37269" y="33366"/>
                  </a:cubicBezTo>
                  <a:lnTo>
                    <a:pt x="16354" y="19260"/>
                  </a:lnTo>
                  <a:cubicBezTo>
                    <a:pt x="16291" y="19197"/>
                    <a:pt x="16164" y="19091"/>
                    <a:pt x="16100" y="19027"/>
                  </a:cubicBezTo>
                  <a:cubicBezTo>
                    <a:pt x="16100" y="18942"/>
                    <a:pt x="16079" y="18942"/>
                    <a:pt x="16079" y="18942"/>
                  </a:cubicBezTo>
                  <a:lnTo>
                    <a:pt x="16079" y="18942"/>
                  </a:lnTo>
                  <a:lnTo>
                    <a:pt x="16079" y="18942"/>
                  </a:lnTo>
                  <a:cubicBezTo>
                    <a:pt x="16079" y="18900"/>
                    <a:pt x="16057" y="18900"/>
                    <a:pt x="16057" y="18857"/>
                  </a:cubicBezTo>
                  <a:lnTo>
                    <a:pt x="16057" y="18836"/>
                  </a:lnTo>
                  <a:cubicBezTo>
                    <a:pt x="16057" y="18751"/>
                    <a:pt x="15994" y="18751"/>
                    <a:pt x="15994" y="18730"/>
                  </a:cubicBezTo>
                  <a:cubicBezTo>
                    <a:pt x="15994" y="18645"/>
                    <a:pt x="15994" y="18645"/>
                    <a:pt x="15994" y="18645"/>
                  </a:cubicBezTo>
                  <a:cubicBezTo>
                    <a:pt x="15994" y="18624"/>
                    <a:pt x="15994" y="18624"/>
                    <a:pt x="15994" y="18603"/>
                  </a:cubicBezTo>
                  <a:lnTo>
                    <a:pt x="15994" y="18603"/>
                  </a:lnTo>
                  <a:cubicBezTo>
                    <a:pt x="15951" y="18518"/>
                    <a:pt x="15951" y="18518"/>
                    <a:pt x="15951" y="18497"/>
                  </a:cubicBezTo>
                  <a:lnTo>
                    <a:pt x="15951" y="18497"/>
                  </a:lnTo>
                  <a:cubicBezTo>
                    <a:pt x="15951" y="18454"/>
                    <a:pt x="15951" y="18454"/>
                    <a:pt x="15951" y="18454"/>
                  </a:cubicBezTo>
                  <a:cubicBezTo>
                    <a:pt x="15951" y="18454"/>
                    <a:pt x="15909" y="18454"/>
                    <a:pt x="15909" y="1845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76065C5E-6BEA-4273-9F9A-11706F6AEE86}"/>
                </a:ext>
              </a:extLst>
            </p:cNvPr>
            <p:cNvSpPr/>
            <p:nvPr/>
          </p:nvSpPr>
          <p:spPr>
            <a:xfrm>
              <a:off x="6365598" y="4780831"/>
              <a:ext cx="31327" cy="31327"/>
            </a:xfrm>
            <a:custGeom>
              <a:avLst/>
              <a:gdLst>
                <a:gd name="connsiteX0" fmla="*/ 17224 w 21212"/>
                <a:gd name="connsiteY0" fmla="*/ 16508 h 21212"/>
                <a:gd name="connsiteX1" fmla="*/ 15909 w 21212"/>
                <a:gd name="connsiteY1" fmla="*/ 18481 h 21212"/>
                <a:gd name="connsiteX2" fmla="*/ 17245 w 21212"/>
                <a:gd name="connsiteY2" fmla="*/ 19224 h 21212"/>
                <a:gd name="connsiteX3" fmla="*/ 18115 w 21212"/>
                <a:gd name="connsiteY3" fmla="*/ 18778 h 21212"/>
                <a:gd name="connsiteX4" fmla="*/ 19409 w 21212"/>
                <a:gd name="connsiteY4" fmla="*/ 16848 h 21212"/>
                <a:gd name="connsiteX5" fmla="*/ 18094 w 21212"/>
                <a:gd name="connsiteY5" fmla="*/ 16084 h 21212"/>
                <a:gd name="connsiteX6" fmla="*/ 17224 w 21212"/>
                <a:gd name="connsiteY6" fmla="*/ 1650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7224" y="16508"/>
                  </a:moveTo>
                  <a:cubicBezTo>
                    <a:pt x="16482" y="16848"/>
                    <a:pt x="15909" y="17739"/>
                    <a:pt x="15909" y="18481"/>
                  </a:cubicBezTo>
                  <a:cubicBezTo>
                    <a:pt x="15951" y="19224"/>
                    <a:pt x="16482" y="19542"/>
                    <a:pt x="17245" y="19224"/>
                  </a:cubicBezTo>
                  <a:lnTo>
                    <a:pt x="18115" y="18778"/>
                  </a:lnTo>
                  <a:cubicBezTo>
                    <a:pt x="18836" y="18481"/>
                    <a:pt x="19430" y="17590"/>
                    <a:pt x="19409" y="16848"/>
                  </a:cubicBezTo>
                  <a:cubicBezTo>
                    <a:pt x="19409" y="16042"/>
                    <a:pt x="18836" y="15660"/>
                    <a:pt x="18094" y="16084"/>
                  </a:cubicBezTo>
                  <a:lnTo>
                    <a:pt x="17224" y="16508"/>
                  </a:ln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B93E22A3-700A-4F91-9FAE-93CEC1F7CF49}"/>
                </a:ext>
              </a:extLst>
            </p:cNvPr>
            <p:cNvSpPr/>
            <p:nvPr/>
          </p:nvSpPr>
          <p:spPr>
            <a:xfrm>
              <a:off x="6366442" y="4781685"/>
              <a:ext cx="31327" cy="31327"/>
            </a:xfrm>
            <a:custGeom>
              <a:avLst/>
              <a:gdLst>
                <a:gd name="connsiteX0" fmla="*/ 15909 w 21212"/>
                <a:gd name="connsiteY0" fmla="*/ 17839 h 21212"/>
                <a:gd name="connsiteX1" fmla="*/ 15909 w 21212"/>
                <a:gd name="connsiteY1" fmla="*/ 17839 h 21212"/>
                <a:gd name="connsiteX2" fmla="*/ 15909 w 21212"/>
                <a:gd name="connsiteY2" fmla="*/ 17691 h 21212"/>
                <a:gd name="connsiteX3" fmla="*/ 15909 w 21212"/>
                <a:gd name="connsiteY3" fmla="*/ 17670 h 21212"/>
                <a:gd name="connsiteX4" fmla="*/ 15909 w 21212"/>
                <a:gd name="connsiteY4" fmla="*/ 17670 h 21212"/>
                <a:gd name="connsiteX5" fmla="*/ 15930 w 21212"/>
                <a:gd name="connsiteY5" fmla="*/ 17606 h 21212"/>
                <a:gd name="connsiteX6" fmla="*/ 15930 w 21212"/>
                <a:gd name="connsiteY6" fmla="*/ 17585 h 21212"/>
                <a:gd name="connsiteX7" fmla="*/ 15930 w 21212"/>
                <a:gd name="connsiteY7" fmla="*/ 17479 h 21212"/>
                <a:gd name="connsiteX8" fmla="*/ 15930 w 21212"/>
                <a:gd name="connsiteY8" fmla="*/ 17479 h 21212"/>
                <a:gd name="connsiteX9" fmla="*/ 16036 w 21212"/>
                <a:gd name="connsiteY9" fmla="*/ 17479 h 21212"/>
                <a:gd name="connsiteX10" fmla="*/ 16036 w 21212"/>
                <a:gd name="connsiteY10" fmla="*/ 17479 h 21212"/>
                <a:gd name="connsiteX11" fmla="*/ 16036 w 21212"/>
                <a:gd name="connsiteY11" fmla="*/ 17415 h 21212"/>
                <a:gd name="connsiteX12" fmla="*/ 16036 w 21212"/>
                <a:gd name="connsiteY12" fmla="*/ 17415 h 21212"/>
                <a:gd name="connsiteX13" fmla="*/ 16057 w 21212"/>
                <a:gd name="connsiteY13" fmla="*/ 17288 h 21212"/>
                <a:gd name="connsiteX14" fmla="*/ 16057 w 21212"/>
                <a:gd name="connsiteY14" fmla="*/ 17224 h 21212"/>
                <a:gd name="connsiteX15" fmla="*/ 16100 w 21212"/>
                <a:gd name="connsiteY15" fmla="*/ 17139 h 21212"/>
                <a:gd name="connsiteX16" fmla="*/ 16142 w 21212"/>
                <a:gd name="connsiteY16" fmla="*/ 17118 h 21212"/>
                <a:gd name="connsiteX17" fmla="*/ 16163 w 21212"/>
                <a:gd name="connsiteY17" fmla="*/ 17054 h 21212"/>
                <a:gd name="connsiteX18" fmla="*/ 16333 w 21212"/>
                <a:gd name="connsiteY18" fmla="*/ 16842 h 21212"/>
                <a:gd name="connsiteX19" fmla="*/ 16397 w 21212"/>
                <a:gd name="connsiteY19" fmla="*/ 16758 h 21212"/>
                <a:gd name="connsiteX20" fmla="*/ 16524 w 21212"/>
                <a:gd name="connsiteY20" fmla="*/ 16694 h 21212"/>
                <a:gd name="connsiteX21" fmla="*/ 16545 w 21212"/>
                <a:gd name="connsiteY21" fmla="*/ 16673 h 21212"/>
                <a:gd name="connsiteX22" fmla="*/ 16545 w 21212"/>
                <a:gd name="connsiteY22" fmla="*/ 16673 h 21212"/>
                <a:gd name="connsiteX23" fmla="*/ 16545 w 21212"/>
                <a:gd name="connsiteY23" fmla="*/ 16673 h 21212"/>
                <a:gd name="connsiteX24" fmla="*/ 16588 w 21212"/>
                <a:gd name="connsiteY24" fmla="*/ 16588 h 21212"/>
                <a:gd name="connsiteX25" fmla="*/ 16651 w 21212"/>
                <a:gd name="connsiteY25" fmla="*/ 16545 h 21212"/>
                <a:gd name="connsiteX26" fmla="*/ 16673 w 21212"/>
                <a:gd name="connsiteY26" fmla="*/ 16482 h 21212"/>
                <a:gd name="connsiteX27" fmla="*/ 16694 w 21212"/>
                <a:gd name="connsiteY27" fmla="*/ 16482 h 21212"/>
                <a:gd name="connsiteX28" fmla="*/ 16757 w 21212"/>
                <a:gd name="connsiteY28" fmla="*/ 16418 h 21212"/>
                <a:gd name="connsiteX29" fmla="*/ 16885 w 21212"/>
                <a:gd name="connsiteY29" fmla="*/ 16376 h 21212"/>
                <a:gd name="connsiteX30" fmla="*/ 16927 w 21212"/>
                <a:gd name="connsiteY30" fmla="*/ 16376 h 21212"/>
                <a:gd name="connsiteX31" fmla="*/ 16927 w 21212"/>
                <a:gd name="connsiteY31" fmla="*/ 16376 h 21212"/>
                <a:gd name="connsiteX32" fmla="*/ 16927 w 21212"/>
                <a:gd name="connsiteY32" fmla="*/ 16376 h 21212"/>
                <a:gd name="connsiteX33" fmla="*/ 17542 w 21212"/>
                <a:gd name="connsiteY33" fmla="*/ 15994 h 21212"/>
                <a:gd name="connsiteX34" fmla="*/ 17563 w 21212"/>
                <a:gd name="connsiteY34" fmla="*/ 15994 h 21212"/>
                <a:gd name="connsiteX35" fmla="*/ 17606 w 21212"/>
                <a:gd name="connsiteY35" fmla="*/ 15994 h 21212"/>
                <a:gd name="connsiteX36" fmla="*/ 17670 w 21212"/>
                <a:gd name="connsiteY36" fmla="*/ 15930 h 21212"/>
                <a:gd name="connsiteX37" fmla="*/ 17733 w 21212"/>
                <a:gd name="connsiteY37" fmla="*/ 15930 h 21212"/>
                <a:gd name="connsiteX38" fmla="*/ 17776 w 21212"/>
                <a:gd name="connsiteY38" fmla="*/ 15930 h 21212"/>
                <a:gd name="connsiteX39" fmla="*/ 17818 w 21212"/>
                <a:gd name="connsiteY39" fmla="*/ 15909 h 21212"/>
                <a:gd name="connsiteX40" fmla="*/ 17860 w 21212"/>
                <a:gd name="connsiteY40" fmla="*/ 15909 h 21212"/>
                <a:gd name="connsiteX41" fmla="*/ 17882 w 21212"/>
                <a:gd name="connsiteY41" fmla="*/ 15909 h 21212"/>
                <a:gd name="connsiteX42" fmla="*/ 17924 w 21212"/>
                <a:gd name="connsiteY42" fmla="*/ 15909 h 21212"/>
                <a:gd name="connsiteX43" fmla="*/ 17967 w 21212"/>
                <a:gd name="connsiteY43" fmla="*/ 15909 h 21212"/>
                <a:gd name="connsiteX44" fmla="*/ 17967 w 21212"/>
                <a:gd name="connsiteY44" fmla="*/ 15909 h 21212"/>
                <a:gd name="connsiteX45" fmla="*/ 17967 w 21212"/>
                <a:gd name="connsiteY45" fmla="*/ 15909 h 21212"/>
                <a:gd name="connsiteX46" fmla="*/ 18030 w 21212"/>
                <a:gd name="connsiteY46" fmla="*/ 15909 h 21212"/>
                <a:gd name="connsiteX47" fmla="*/ 18030 w 21212"/>
                <a:gd name="connsiteY47" fmla="*/ 15909 h 21212"/>
                <a:gd name="connsiteX48" fmla="*/ 18136 w 21212"/>
                <a:gd name="connsiteY48" fmla="*/ 15909 h 21212"/>
                <a:gd name="connsiteX49" fmla="*/ 18200 w 21212"/>
                <a:gd name="connsiteY49" fmla="*/ 15930 h 21212"/>
                <a:gd name="connsiteX50" fmla="*/ 18306 w 21212"/>
                <a:gd name="connsiteY50" fmla="*/ 15994 h 21212"/>
                <a:gd name="connsiteX51" fmla="*/ 26154 w 21212"/>
                <a:gd name="connsiteY51" fmla="*/ 21339 h 21212"/>
                <a:gd name="connsiteX52" fmla="*/ 25412 w 21212"/>
                <a:gd name="connsiteY52" fmla="*/ 21339 h 21212"/>
                <a:gd name="connsiteX53" fmla="*/ 24754 w 21212"/>
                <a:gd name="connsiteY53" fmla="*/ 21679 h 21212"/>
                <a:gd name="connsiteX54" fmla="*/ 24415 w 21212"/>
                <a:gd name="connsiteY54" fmla="*/ 21976 h 21212"/>
                <a:gd name="connsiteX55" fmla="*/ 24415 w 21212"/>
                <a:gd name="connsiteY55" fmla="*/ 21976 h 21212"/>
                <a:gd name="connsiteX56" fmla="*/ 24033 w 21212"/>
                <a:gd name="connsiteY56" fmla="*/ 22294 h 21212"/>
                <a:gd name="connsiteX57" fmla="*/ 24033 w 21212"/>
                <a:gd name="connsiteY57" fmla="*/ 22294 h 21212"/>
                <a:gd name="connsiteX58" fmla="*/ 23864 w 21212"/>
                <a:gd name="connsiteY58" fmla="*/ 22739 h 21212"/>
                <a:gd name="connsiteX59" fmla="*/ 23864 w 21212"/>
                <a:gd name="connsiteY59" fmla="*/ 22739 h 21212"/>
                <a:gd name="connsiteX60" fmla="*/ 23757 w 21212"/>
                <a:gd name="connsiteY60" fmla="*/ 23185 h 21212"/>
                <a:gd name="connsiteX61" fmla="*/ 23864 w 21212"/>
                <a:gd name="connsiteY61" fmla="*/ 23567 h 21212"/>
                <a:gd name="connsiteX62" fmla="*/ 23864 w 21212"/>
                <a:gd name="connsiteY62" fmla="*/ 23567 h 21212"/>
                <a:gd name="connsiteX63" fmla="*/ 24033 w 21212"/>
                <a:gd name="connsiteY63" fmla="*/ 23779 h 21212"/>
                <a:gd name="connsiteX64" fmla="*/ 16185 w 21212"/>
                <a:gd name="connsiteY64" fmla="*/ 18455 h 21212"/>
                <a:gd name="connsiteX65" fmla="*/ 16057 w 21212"/>
                <a:gd name="connsiteY65" fmla="*/ 18306 h 21212"/>
                <a:gd name="connsiteX66" fmla="*/ 16057 w 21212"/>
                <a:gd name="connsiteY66" fmla="*/ 18264 h 21212"/>
                <a:gd name="connsiteX67" fmla="*/ 16057 w 21212"/>
                <a:gd name="connsiteY67" fmla="*/ 18264 h 21212"/>
                <a:gd name="connsiteX68" fmla="*/ 16057 w 21212"/>
                <a:gd name="connsiteY68" fmla="*/ 18264 h 21212"/>
                <a:gd name="connsiteX69" fmla="*/ 15951 w 21212"/>
                <a:gd name="connsiteY69" fmla="*/ 18158 h 21212"/>
                <a:gd name="connsiteX70" fmla="*/ 15951 w 21212"/>
                <a:gd name="connsiteY70" fmla="*/ 18094 h 21212"/>
                <a:gd name="connsiteX71" fmla="*/ 15951 w 21212"/>
                <a:gd name="connsiteY71" fmla="*/ 18051 h 21212"/>
                <a:gd name="connsiteX72" fmla="*/ 15930 w 21212"/>
                <a:gd name="connsiteY72" fmla="*/ 18051 h 21212"/>
                <a:gd name="connsiteX73" fmla="*/ 15930 w 21212"/>
                <a:gd name="connsiteY73" fmla="*/ 18030 h 21212"/>
                <a:gd name="connsiteX74" fmla="*/ 15930 w 21212"/>
                <a:gd name="connsiteY74" fmla="*/ 17967 h 21212"/>
                <a:gd name="connsiteX75" fmla="*/ 15930 w 21212"/>
                <a:gd name="connsiteY75" fmla="*/ 17882 h 21212"/>
                <a:gd name="connsiteX76" fmla="*/ 15930 w 21212"/>
                <a:gd name="connsiteY76" fmla="*/ 17882 h 21212"/>
                <a:gd name="connsiteX77" fmla="*/ 15930 w 21212"/>
                <a:gd name="connsiteY77" fmla="*/ 17861 h 21212"/>
                <a:gd name="connsiteX78" fmla="*/ 15909 w 21212"/>
                <a:gd name="connsiteY78" fmla="*/ 17839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12" h="21212">
                  <a:moveTo>
                    <a:pt x="15909" y="17839"/>
                  </a:moveTo>
                  <a:lnTo>
                    <a:pt x="15909" y="17839"/>
                  </a:lnTo>
                  <a:cubicBezTo>
                    <a:pt x="15909" y="17818"/>
                    <a:pt x="15909" y="17818"/>
                    <a:pt x="15909" y="17691"/>
                  </a:cubicBezTo>
                  <a:lnTo>
                    <a:pt x="15909" y="17670"/>
                  </a:lnTo>
                  <a:lnTo>
                    <a:pt x="15909" y="17670"/>
                  </a:lnTo>
                  <a:cubicBezTo>
                    <a:pt x="15930" y="17627"/>
                    <a:pt x="15930" y="17627"/>
                    <a:pt x="15930" y="17606"/>
                  </a:cubicBezTo>
                  <a:lnTo>
                    <a:pt x="15930" y="17585"/>
                  </a:lnTo>
                  <a:cubicBezTo>
                    <a:pt x="15930" y="17585"/>
                    <a:pt x="15930" y="17585"/>
                    <a:pt x="15930" y="17479"/>
                  </a:cubicBezTo>
                  <a:lnTo>
                    <a:pt x="15930" y="17479"/>
                  </a:lnTo>
                  <a:lnTo>
                    <a:pt x="16036" y="17479"/>
                  </a:lnTo>
                  <a:lnTo>
                    <a:pt x="16036" y="17479"/>
                  </a:lnTo>
                  <a:cubicBezTo>
                    <a:pt x="16036" y="17415"/>
                    <a:pt x="16036" y="17415"/>
                    <a:pt x="16036" y="17415"/>
                  </a:cubicBezTo>
                  <a:lnTo>
                    <a:pt x="16036" y="17415"/>
                  </a:lnTo>
                  <a:cubicBezTo>
                    <a:pt x="16036" y="17330"/>
                    <a:pt x="16057" y="17330"/>
                    <a:pt x="16057" y="17288"/>
                  </a:cubicBezTo>
                  <a:cubicBezTo>
                    <a:pt x="16057" y="17224"/>
                    <a:pt x="16057" y="17224"/>
                    <a:pt x="16057" y="17224"/>
                  </a:cubicBezTo>
                  <a:cubicBezTo>
                    <a:pt x="16100" y="17203"/>
                    <a:pt x="16100" y="17203"/>
                    <a:pt x="16100" y="17139"/>
                  </a:cubicBezTo>
                  <a:lnTo>
                    <a:pt x="16142" y="17118"/>
                  </a:lnTo>
                  <a:cubicBezTo>
                    <a:pt x="16163" y="17076"/>
                    <a:pt x="16163" y="17054"/>
                    <a:pt x="16163" y="17054"/>
                  </a:cubicBezTo>
                  <a:cubicBezTo>
                    <a:pt x="16227" y="16970"/>
                    <a:pt x="16248" y="16927"/>
                    <a:pt x="16333" y="16842"/>
                  </a:cubicBezTo>
                  <a:cubicBezTo>
                    <a:pt x="16354" y="16779"/>
                    <a:pt x="16354" y="16779"/>
                    <a:pt x="16397" y="16758"/>
                  </a:cubicBezTo>
                  <a:cubicBezTo>
                    <a:pt x="16460" y="16694"/>
                    <a:pt x="16460" y="16694"/>
                    <a:pt x="16524" y="16694"/>
                  </a:cubicBezTo>
                  <a:cubicBezTo>
                    <a:pt x="16524" y="16694"/>
                    <a:pt x="16524" y="16673"/>
                    <a:pt x="16545" y="16673"/>
                  </a:cubicBezTo>
                  <a:lnTo>
                    <a:pt x="16545" y="16673"/>
                  </a:lnTo>
                  <a:lnTo>
                    <a:pt x="16545" y="16673"/>
                  </a:lnTo>
                  <a:cubicBezTo>
                    <a:pt x="16545" y="16630"/>
                    <a:pt x="16588" y="16630"/>
                    <a:pt x="16588" y="16588"/>
                  </a:cubicBezTo>
                  <a:cubicBezTo>
                    <a:pt x="16588" y="16588"/>
                    <a:pt x="16651" y="16588"/>
                    <a:pt x="16651" y="16545"/>
                  </a:cubicBezTo>
                  <a:cubicBezTo>
                    <a:pt x="16651" y="16545"/>
                    <a:pt x="16673" y="16545"/>
                    <a:pt x="16673" y="16482"/>
                  </a:cubicBezTo>
                  <a:cubicBezTo>
                    <a:pt x="16694" y="16482"/>
                    <a:pt x="16694" y="16482"/>
                    <a:pt x="16694" y="16482"/>
                  </a:cubicBezTo>
                  <a:cubicBezTo>
                    <a:pt x="16757" y="16482"/>
                    <a:pt x="16757" y="16418"/>
                    <a:pt x="16757" y="16418"/>
                  </a:cubicBezTo>
                  <a:cubicBezTo>
                    <a:pt x="16779" y="16418"/>
                    <a:pt x="16779" y="16418"/>
                    <a:pt x="16885" y="16376"/>
                  </a:cubicBezTo>
                  <a:cubicBezTo>
                    <a:pt x="16885" y="16376"/>
                    <a:pt x="16885" y="16376"/>
                    <a:pt x="16927" y="16376"/>
                  </a:cubicBezTo>
                  <a:lnTo>
                    <a:pt x="16927" y="16376"/>
                  </a:lnTo>
                  <a:lnTo>
                    <a:pt x="16927" y="16376"/>
                  </a:lnTo>
                  <a:lnTo>
                    <a:pt x="17542" y="15994"/>
                  </a:lnTo>
                  <a:cubicBezTo>
                    <a:pt x="17563" y="15994"/>
                    <a:pt x="17563" y="15994"/>
                    <a:pt x="17563" y="15994"/>
                  </a:cubicBezTo>
                  <a:cubicBezTo>
                    <a:pt x="17606" y="15994"/>
                    <a:pt x="17606" y="15994"/>
                    <a:pt x="17606" y="15994"/>
                  </a:cubicBezTo>
                  <a:cubicBezTo>
                    <a:pt x="17606" y="15994"/>
                    <a:pt x="17670" y="15994"/>
                    <a:pt x="17670" y="15930"/>
                  </a:cubicBezTo>
                  <a:cubicBezTo>
                    <a:pt x="17733" y="15930"/>
                    <a:pt x="17733" y="15930"/>
                    <a:pt x="17733" y="15930"/>
                  </a:cubicBezTo>
                  <a:lnTo>
                    <a:pt x="17776" y="15930"/>
                  </a:lnTo>
                  <a:cubicBezTo>
                    <a:pt x="17776" y="15930"/>
                    <a:pt x="17818" y="15930"/>
                    <a:pt x="17818" y="15909"/>
                  </a:cubicBezTo>
                  <a:lnTo>
                    <a:pt x="17860" y="15909"/>
                  </a:lnTo>
                  <a:lnTo>
                    <a:pt x="17882" y="15909"/>
                  </a:lnTo>
                  <a:lnTo>
                    <a:pt x="17924" y="15909"/>
                  </a:lnTo>
                  <a:lnTo>
                    <a:pt x="17967" y="15909"/>
                  </a:lnTo>
                  <a:lnTo>
                    <a:pt x="17967" y="15909"/>
                  </a:lnTo>
                  <a:lnTo>
                    <a:pt x="17967" y="15909"/>
                  </a:lnTo>
                  <a:cubicBezTo>
                    <a:pt x="18030" y="15909"/>
                    <a:pt x="18030" y="15909"/>
                    <a:pt x="18030" y="15909"/>
                  </a:cubicBezTo>
                  <a:lnTo>
                    <a:pt x="18030" y="15909"/>
                  </a:lnTo>
                  <a:cubicBezTo>
                    <a:pt x="18115" y="15909"/>
                    <a:pt x="18115" y="15909"/>
                    <a:pt x="18136" y="15909"/>
                  </a:cubicBezTo>
                  <a:cubicBezTo>
                    <a:pt x="18136" y="15930"/>
                    <a:pt x="18179" y="15930"/>
                    <a:pt x="18200" y="15930"/>
                  </a:cubicBezTo>
                  <a:cubicBezTo>
                    <a:pt x="18200" y="15930"/>
                    <a:pt x="18285" y="15994"/>
                    <a:pt x="18306" y="15994"/>
                  </a:cubicBezTo>
                  <a:lnTo>
                    <a:pt x="26154" y="21339"/>
                  </a:lnTo>
                  <a:cubicBezTo>
                    <a:pt x="25921" y="21191"/>
                    <a:pt x="25688" y="21191"/>
                    <a:pt x="25412" y="21339"/>
                  </a:cubicBezTo>
                  <a:lnTo>
                    <a:pt x="24754" y="21679"/>
                  </a:lnTo>
                  <a:cubicBezTo>
                    <a:pt x="24585" y="21742"/>
                    <a:pt x="24521" y="21827"/>
                    <a:pt x="24415" y="21976"/>
                  </a:cubicBezTo>
                  <a:lnTo>
                    <a:pt x="24415" y="21976"/>
                  </a:lnTo>
                  <a:cubicBezTo>
                    <a:pt x="24245" y="22103"/>
                    <a:pt x="24139" y="22188"/>
                    <a:pt x="24033" y="22294"/>
                  </a:cubicBezTo>
                  <a:lnTo>
                    <a:pt x="24033" y="22294"/>
                  </a:lnTo>
                  <a:cubicBezTo>
                    <a:pt x="23970" y="22463"/>
                    <a:pt x="23906" y="22654"/>
                    <a:pt x="23864" y="22739"/>
                  </a:cubicBezTo>
                  <a:lnTo>
                    <a:pt x="23864" y="22739"/>
                  </a:lnTo>
                  <a:cubicBezTo>
                    <a:pt x="23757" y="22909"/>
                    <a:pt x="23757" y="23079"/>
                    <a:pt x="23757" y="23185"/>
                  </a:cubicBezTo>
                  <a:cubicBezTo>
                    <a:pt x="23757" y="23354"/>
                    <a:pt x="23757" y="23482"/>
                    <a:pt x="23864" y="23567"/>
                  </a:cubicBezTo>
                  <a:lnTo>
                    <a:pt x="23864" y="23567"/>
                  </a:lnTo>
                  <a:cubicBezTo>
                    <a:pt x="23906" y="23651"/>
                    <a:pt x="23970" y="23736"/>
                    <a:pt x="24033" y="23779"/>
                  </a:cubicBezTo>
                  <a:lnTo>
                    <a:pt x="16185" y="18455"/>
                  </a:lnTo>
                  <a:cubicBezTo>
                    <a:pt x="16163" y="18412"/>
                    <a:pt x="16121" y="18391"/>
                    <a:pt x="16057" y="18306"/>
                  </a:cubicBezTo>
                  <a:lnTo>
                    <a:pt x="16057" y="18264"/>
                  </a:lnTo>
                  <a:lnTo>
                    <a:pt x="16057" y="18264"/>
                  </a:lnTo>
                  <a:lnTo>
                    <a:pt x="16057" y="18264"/>
                  </a:lnTo>
                  <a:cubicBezTo>
                    <a:pt x="15951" y="18221"/>
                    <a:pt x="15951" y="18221"/>
                    <a:pt x="15951" y="18158"/>
                  </a:cubicBezTo>
                  <a:lnTo>
                    <a:pt x="15951" y="18094"/>
                  </a:lnTo>
                  <a:cubicBezTo>
                    <a:pt x="15951" y="18094"/>
                    <a:pt x="15951" y="18094"/>
                    <a:pt x="15951" y="18051"/>
                  </a:cubicBezTo>
                  <a:lnTo>
                    <a:pt x="15930" y="18051"/>
                  </a:lnTo>
                  <a:cubicBezTo>
                    <a:pt x="15930" y="18030"/>
                    <a:pt x="15930" y="18030"/>
                    <a:pt x="15930" y="18030"/>
                  </a:cubicBezTo>
                  <a:lnTo>
                    <a:pt x="15930" y="17967"/>
                  </a:lnTo>
                  <a:cubicBezTo>
                    <a:pt x="15930" y="17967"/>
                    <a:pt x="15930" y="17924"/>
                    <a:pt x="15930" y="17882"/>
                  </a:cubicBezTo>
                  <a:lnTo>
                    <a:pt x="15930" y="17882"/>
                  </a:lnTo>
                  <a:lnTo>
                    <a:pt x="15930" y="17861"/>
                  </a:lnTo>
                  <a:cubicBezTo>
                    <a:pt x="15909" y="17882"/>
                    <a:pt x="15909" y="17882"/>
                    <a:pt x="15909" y="17839"/>
                  </a:cubicBezTo>
                  <a:close/>
                </a:path>
              </a:pathLst>
            </a:custGeom>
            <a:solidFill>
              <a:srgbClr val="D823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4B9DBFF-282E-4690-89D0-6BD192BB769E}"/>
                </a:ext>
              </a:extLst>
            </p:cNvPr>
            <p:cNvSpPr/>
            <p:nvPr/>
          </p:nvSpPr>
          <p:spPr>
            <a:xfrm>
              <a:off x="6378003" y="4789635"/>
              <a:ext cx="31327" cy="31327"/>
            </a:xfrm>
            <a:custGeom>
              <a:avLst/>
              <a:gdLst>
                <a:gd name="connsiteX0" fmla="*/ 16885 w 21212"/>
                <a:gd name="connsiteY0" fmla="*/ 16338 h 21212"/>
                <a:gd name="connsiteX1" fmla="*/ 15909 w 21212"/>
                <a:gd name="connsiteY1" fmla="*/ 17823 h 21212"/>
                <a:gd name="connsiteX2" fmla="*/ 16970 w 21212"/>
                <a:gd name="connsiteY2" fmla="*/ 18396 h 21212"/>
                <a:gd name="connsiteX3" fmla="*/ 17564 w 21212"/>
                <a:gd name="connsiteY3" fmla="*/ 18099 h 21212"/>
                <a:gd name="connsiteX4" fmla="*/ 18476 w 21212"/>
                <a:gd name="connsiteY4" fmla="*/ 16571 h 21212"/>
                <a:gd name="connsiteX5" fmla="*/ 17542 w 21212"/>
                <a:gd name="connsiteY5" fmla="*/ 15999 h 21212"/>
                <a:gd name="connsiteX6" fmla="*/ 16885 w 21212"/>
                <a:gd name="connsiteY6" fmla="*/ 1633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6885" y="16338"/>
                  </a:moveTo>
                  <a:cubicBezTo>
                    <a:pt x="16333" y="16635"/>
                    <a:pt x="15909" y="17293"/>
                    <a:pt x="15909" y="17823"/>
                  </a:cubicBezTo>
                  <a:cubicBezTo>
                    <a:pt x="15909" y="18396"/>
                    <a:pt x="16376" y="18735"/>
                    <a:pt x="16970" y="18396"/>
                  </a:cubicBezTo>
                  <a:lnTo>
                    <a:pt x="17564" y="18099"/>
                  </a:lnTo>
                  <a:cubicBezTo>
                    <a:pt x="18073" y="17802"/>
                    <a:pt x="18476" y="17123"/>
                    <a:pt x="18476" y="16571"/>
                  </a:cubicBezTo>
                  <a:cubicBezTo>
                    <a:pt x="18476" y="15999"/>
                    <a:pt x="18051" y="15765"/>
                    <a:pt x="17542" y="15999"/>
                  </a:cubicBezTo>
                  <a:lnTo>
                    <a:pt x="16885" y="16338"/>
                  </a:lnTo>
                  <a:close/>
                </a:path>
              </a:pathLst>
            </a:custGeom>
            <a:solidFill>
              <a:srgbClr val="2B0C5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A2894AAF-47FF-4D92-810B-BA89CCFC6A0A}"/>
                </a:ext>
              </a:extLst>
            </p:cNvPr>
            <p:cNvSpPr/>
            <p:nvPr/>
          </p:nvSpPr>
          <p:spPr>
            <a:xfrm>
              <a:off x="6333143" y="4758316"/>
              <a:ext cx="31327" cy="31327"/>
            </a:xfrm>
            <a:custGeom>
              <a:avLst/>
              <a:gdLst>
                <a:gd name="connsiteX0" fmla="*/ 16100 w 21212"/>
                <a:gd name="connsiteY0" fmla="*/ 16121 h 21212"/>
                <a:gd name="connsiteX1" fmla="*/ 22315 w 21212"/>
                <a:gd name="connsiteY1" fmla="*/ 20491 h 21212"/>
                <a:gd name="connsiteX2" fmla="*/ 22760 w 21212"/>
                <a:gd name="connsiteY2" fmla="*/ 20554 h 21212"/>
                <a:gd name="connsiteX3" fmla="*/ 22760 w 21212"/>
                <a:gd name="connsiteY3" fmla="*/ 20554 h 21212"/>
                <a:gd name="connsiteX4" fmla="*/ 23142 w 21212"/>
                <a:gd name="connsiteY4" fmla="*/ 20406 h 21212"/>
                <a:gd name="connsiteX5" fmla="*/ 23333 w 21212"/>
                <a:gd name="connsiteY5" fmla="*/ 19961 h 21212"/>
                <a:gd name="connsiteX6" fmla="*/ 23439 w 21212"/>
                <a:gd name="connsiteY6" fmla="*/ 20364 h 21212"/>
                <a:gd name="connsiteX7" fmla="*/ 23270 w 21212"/>
                <a:gd name="connsiteY7" fmla="*/ 20788 h 21212"/>
                <a:gd name="connsiteX8" fmla="*/ 23121 w 21212"/>
                <a:gd name="connsiteY8" fmla="*/ 20894 h 21212"/>
                <a:gd name="connsiteX9" fmla="*/ 22973 w 21212"/>
                <a:gd name="connsiteY9" fmla="*/ 20979 h 21212"/>
                <a:gd name="connsiteX10" fmla="*/ 22888 w 21212"/>
                <a:gd name="connsiteY10" fmla="*/ 20979 h 21212"/>
                <a:gd name="connsiteX11" fmla="*/ 22845 w 21212"/>
                <a:gd name="connsiteY11" fmla="*/ 20979 h 21212"/>
                <a:gd name="connsiteX12" fmla="*/ 22845 w 21212"/>
                <a:gd name="connsiteY12" fmla="*/ 20979 h 21212"/>
                <a:gd name="connsiteX13" fmla="*/ 22527 w 21212"/>
                <a:gd name="connsiteY13" fmla="*/ 20936 h 21212"/>
                <a:gd name="connsiteX14" fmla="*/ 22463 w 21212"/>
                <a:gd name="connsiteY14" fmla="*/ 20936 h 21212"/>
                <a:gd name="connsiteX15" fmla="*/ 22442 w 21212"/>
                <a:gd name="connsiteY15" fmla="*/ 20894 h 21212"/>
                <a:gd name="connsiteX16" fmla="*/ 16206 w 21212"/>
                <a:gd name="connsiteY16" fmla="*/ 16503 h 21212"/>
                <a:gd name="connsiteX17" fmla="*/ 16079 w 21212"/>
                <a:gd name="connsiteY17" fmla="*/ 16418 h 21212"/>
                <a:gd name="connsiteX18" fmla="*/ 16079 w 21212"/>
                <a:gd name="connsiteY18" fmla="*/ 16291 h 21212"/>
                <a:gd name="connsiteX19" fmla="*/ 15909 w 21212"/>
                <a:gd name="connsiteY19" fmla="*/ 15909 h 21212"/>
                <a:gd name="connsiteX20" fmla="*/ 16100 w 21212"/>
                <a:gd name="connsiteY20" fmla="*/ 16121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212" h="21212">
                  <a:moveTo>
                    <a:pt x="16100" y="16121"/>
                  </a:moveTo>
                  <a:lnTo>
                    <a:pt x="22315" y="20491"/>
                  </a:lnTo>
                  <a:cubicBezTo>
                    <a:pt x="22463" y="20554"/>
                    <a:pt x="22570" y="20576"/>
                    <a:pt x="22760" y="20554"/>
                  </a:cubicBezTo>
                  <a:lnTo>
                    <a:pt x="22760" y="20554"/>
                  </a:lnTo>
                  <a:cubicBezTo>
                    <a:pt x="22909" y="20554"/>
                    <a:pt x="22994" y="20491"/>
                    <a:pt x="23142" y="20406"/>
                  </a:cubicBezTo>
                  <a:cubicBezTo>
                    <a:pt x="23333" y="20300"/>
                    <a:pt x="23354" y="20024"/>
                    <a:pt x="23333" y="19961"/>
                  </a:cubicBezTo>
                  <a:lnTo>
                    <a:pt x="23439" y="20364"/>
                  </a:lnTo>
                  <a:cubicBezTo>
                    <a:pt x="23482" y="20512"/>
                    <a:pt x="23439" y="20660"/>
                    <a:pt x="23270" y="20788"/>
                  </a:cubicBezTo>
                  <a:cubicBezTo>
                    <a:pt x="23206" y="20830"/>
                    <a:pt x="23142" y="20894"/>
                    <a:pt x="23121" y="20894"/>
                  </a:cubicBezTo>
                  <a:cubicBezTo>
                    <a:pt x="23036" y="20936"/>
                    <a:pt x="22994" y="20936"/>
                    <a:pt x="22973" y="20979"/>
                  </a:cubicBezTo>
                  <a:cubicBezTo>
                    <a:pt x="22909" y="20979"/>
                    <a:pt x="22909" y="20979"/>
                    <a:pt x="22888" y="20979"/>
                  </a:cubicBezTo>
                  <a:cubicBezTo>
                    <a:pt x="22888" y="20979"/>
                    <a:pt x="22888" y="20979"/>
                    <a:pt x="22845" y="20979"/>
                  </a:cubicBezTo>
                  <a:lnTo>
                    <a:pt x="22845" y="20979"/>
                  </a:lnTo>
                  <a:cubicBezTo>
                    <a:pt x="22739" y="20979"/>
                    <a:pt x="22591" y="20979"/>
                    <a:pt x="22527" y="20936"/>
                  </a:cubicBezTo>
                  <a:cubicBezTo>
                    <a:pt x="22527" y="20936"/>
                    <a:pt x="22527" y="20936"/>
                    <a:pt x="22463" y="20936"/>
                  </a:cubicBezTo>
                  <a:cubicBezTo>
                    <a:pt x="22463" y="20894"/>
                    <a:pt x="22463" y="20894"/>
                    <a:pt x="22442" y="20894"/>
                  </a:cubicBezTo>
                  <a:lnTo>
                    <a:pt x="16206" y="16503"/>
                  </a:lnTo>
                  <a:cubicBezTo>
                    <a:pt x="16164" y="16439"/>
                    <a:pt x="16164" y="16439"/>
                    <a:pt x="16079" y="16418"/>
                  </a:cubicBezTo>
                  <a:cubicBezTo>
                    <a:pt x="16079" y="16418"/>
                    <a:pt x="16079" y="16376"/>
                    <a:pt x="16079" y="16291"/>
                  </a:cubicBezTo>
                  <a:lnTo>
                    <a:pt x="15909" y="15909"/>
                  </a:lnTo>
                  <a:cubicBezTo>
                    <a:pt x="15930" y="15994"/>
                    <a:pt x="16015" y="16058"/>
                    <a:pt x="16100" y="16121"/>
                  </a:cubicBezTo>
                  <a:close/>
                </a:path>
              </a:pathLst>
            </a:custGeom>
            <a:solidFill>
              <a:srgbClr val="9104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374AEA9D-9FC0-431F-BCFA-822DF5B36CEA}"/>
                </a:ext>
              </a:extLst>
            </p:cNvPr>
            <p:cNvSpPr/>
            <p:nvPr/>
          </p:nvSpPr>
          <p:spPr>
            <a:xfrm>
              <a:off x="6333158" y="4757357"/>
              <a:ext cx="31327" cy="31327"/>
            </a:xfrm>
            <a:custGeom>
              <a:avLst/>
              <a:gdLst>
                <a:gd name="connsiteX0" fmla="*/ 16175 w 21212"/>
                <a:gd name="connsiteY0" fmla="*/ 16092 h 21212"/>
                <a:gd name="connsiteX1" fmla="*/ 16090 w 21212"/>
                <a:gd name="connsiteY1" fmla="*/ 16770 h 21212"/>
                <a:gd name="connsiteX2" fmla="*/ 22306 w 21212"/>
                <a:gd name="connsiteY2" fmla="*/ 21140 h 21212"/>
                <a:gd name="connsiteX3" fmla="*/ 23133 w 21212"/>
                <a:gd name="connsiteY3" fmla="*/ 21055 h 21212"/>
                <a:gd name="connsiteX4" fmla="*/ 23196 w 21212"/>
                <a:gd name="connsiteY4" fmla="*/ 20376 h 21212"/>
                <a:gd name="connsiteX5" fmla="*/ 16960 w 21212"/>
                <a:gd name="connsiteY5" fmla="*/ 15986 h 21212"/>
                <a:gd name="connsiteX6" fmla="*/ 16175 w 21212"/>
                <a:gd name="connsiteY6" fmla="*/ 16092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2" h="21212">
                  <a:moveTo>
                    <a:pt x="16175" y="16092"/>
                  </a:moveTo>
                  <a:cubicBezTo>
                    <a:pt x="15836" y="16325"/>
                    <a:pt x="15836" y="16601"/>
                    <a:pt x="16090" y="16770"/>
                  </a:cubicBezTo>
                  <a:lnTo>
                    <a:pt x="22306" y="21140"/>
                  </a:lnTo>
                  <a:cubicBezTo>
                    <a:pt x="22539" y="21289"/>
                    <a:pt x="22900" y="21225"/>
                    <a:pt x="23133" y="21055"/>
                  </a:cubicBezTo>
                  <a:cubicBezTo>
                    <a:pt x="23387" y="20822"/>
                    <a:pt x="23387" y="20589"/>
                    <a:pt x="23196" y="20376"/>
                  </a:cubicBezTo>
                  <a:lnTo>
                    <a:pt x="16960" y="15986"/>
                  </a:lnTo>
                  <a:cubicBezTo>
                    <a:pt x="16684" y="15837"/>
                    <a:pt x="16387" y="15922"/>
                    <a:pt x="16175" y="16092"/>
                  </a:cubicBezTo>
                  <a:close/>
                </a:path>
              </a:pathLst>
            </a:custGeom>
            <a:solidFill>
              <a:srgbClr val="BF299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4471C88-C468-4DEA-9088-3ACDEA2F8181}"/>
                </a:ext>
              </a:extLst>
            </p:cNvPr>
            <p:cNvSpPr/>
            <p:nvPr/>
          </p:nvSpPr>
          <p:spPr>
            <a:xfrm>
              <a:off x="6377917" y="4789565"/>
              <a:ext cx="31327" cy="31327"/>
            </a:xfrm>
            <a:custGeom>
              <a:avLst/>
              <a:gdLst>
                <a:gd name="connsiteX0" fmla="*/ 18406 w 21212"/>
                <a:gd name="connsiteY0" fmla="*/ 16046 h 21212"/>
                <a:gd name="connsiteX1" fmla="*/ 20188 w 21212"/>
                <a:gd name="connsiteY1" fmla="*/ 18613 h 21212"/>
                <a:gd name="connsiteX2" fmla="*/ 19594 w 21212"/>
                <a:gd name="connsiteY2" fmla="*/ 19228 h 21212"/>
                <a:gd name="connsiteX3" fmla="*/ 16518 w 21212"/>
                <a:gd name="connsiteY3" fmla="*/ 18613 h 21212"/>
                <a:gd name="connsiteX4" fmla="*/ 18406 w 21212"/>
                <a:gd name="connsiteY4" fmla="*/ 1604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21212">
                  <a:moveTo>
                    <a:pt x="18406" y="16046"/>
                  </a:moveTo>
                  <a:lnTo>
                    <a:pt x="20188" y="18613"/>
                  </a:lnTo>
                  <a:cubicBezTo>
                    <a:pt x="20018" y="18804"/>
                    <a:pt x="19806" y="18973"/>
                    <a:pt x="19594" y="19228"/>
                  </a:cubicBezTo>
                  <a:lnTo>
                    <a:pt x="16518" y="18613"/>
                  </a:lnTo>
                  <a:cubicBezTo>
                    <a:pt x="14927" y="18082"/>
                    <a:pt x="16772" y="15261"/>
                    <a:pt x="18406" y="1604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4E7FDB3B-EF20-4130-9033-68D80E9A131F}"/>
                </a:ext>
              </a:extLst>
            </p:cNvPr>
            <p:cNvSpPr/>
            <p:nvPr/>
          </p:nvSpPr>
          <p:spPr>
            <a:xfrm>
              <a:off x="6383329" y="4793582"/>
              <a:ext cx="31327" cy="31327"/>
            </a:xfrm>
            <a:custGeom>
              <a:avLst/>
              <a:gdLst>
                <a:gd name="connsiteX0" fmla="*/ 16524 w 21212"/>
                <a:gd name="connsiteY0" fmla="*/ 15914 h 21212"/>
                <a:gd name="connsiteX1" fmla="*/ 17118 w 21212"/>
                <a:gd name="connsiteY1" fmla="*/ 16699 h 21212"/>
                <a:gd name="connsiteX2" fmla="*/ 15909 w 21212"/>
                <a:gd name="connsiteY2" fmla="*/ 16529 h 21212"/>
                <a:gd name="connsiteX3" fmla="*/ 16524 w 21212"/>
                <a:gd name="connsiteY3" fmla="*/ 15914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2" h="21212">
                  <a:moveTo>
                    <a:pt x="16524" y="15914"/>
                  </a:moveTo>
                  <a:lnTo>
                    <a:pt x="17118" y="16699"/>
                  </a:lnTo>
                  <a:lnTo>
                    <a:pt x="15909" y="16529"/>
                  </a:lnTo>
                  <a:cubicBezTo>
                    <a:pt x="16058" y="16084"/>
                    <a:pt x="16227" y="15872"/>
                    <a:pt x="16524" y="1591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7C0BA46F-F2EB-470D-814B-D62DCD208178}"/>
                </a:ext>
              </a:extLst>
            </p:cNvPr>
            <p:cNvSpPr/>
            <p:nvPr/>
          </p:nvSpPr>
          <p:spPr>
            <a:xfrm>
              <a:off x="6500006" y="4609358"/>
              <a:ext cx="156633" cy="156633"/>
            </a:xfrm>
            <a:custGeom>
              <a:avLst/>
              <a:gdLst>
                <a:gd name="connsiteX0" fmla="*/ 78685 w 106060"/>
                <a:gd name="connsiteY0" fmla="*/ 54218 h 106060"/>
                <a:gd name="connsiteX1" fmla="*/ 73934 w 106060"/>
                <a:gd name="connsiteY1" fmla="*/ 46263 h 106060"/>
                <a:gd name="connsiteX2" fmla="*/ 68800 w 106060"/>
                <a:gd name="connsiteY2" fmla="*/ 45924 h 106060"/>
                <a:gd name="connsiteX3" fmla="*/ 66595 w 106060"/>
                <a:gd name="connsiteY3" fmla="*/ 42827 h 106060"/>
                <a:gd name="connsiteX4" fmla="*/ 62161 w 106060"/>
                <a:gd name="connsiteY4" fmla="*/ 36951 h 106060"/>
                <a:gd name="connsiteX5" fmla="*/ 54737 w 106060"/>
                <a:gd name="connsiteY5" fmla="*/ 35933 h 106060"/>
                <a:gd name="connsiteX6" fmla="*/ 47397 w 106060"/>
                <a:gd name="connsiteY6" fmla="*/ 35424 h 106060"/>
                <a:gd name="connsiteX7" fmla="*/ 47885 w 106060"/>
                <a:gd name="connsiteY7" fmla="*/ 39412 h 106060"/>
                <a:gd name="connsiteX8" fmla="*/ 52764 w 106060"/>
                <a:gd name="connsiteY8" fmla="*/ 40388 h 106060"/>
                <a:gd name="connsiteX9" fmla="*/ 46846 w 106060"/>
                <a:gd name="connsiteY9" fmla="*/ 39582 h 106060"/>
                <a:gd name="connsiteX10" fmla="*/ 39464 w 106060"/>
                <a:gd name="connsiteY10" fmla="*/ 39136 h 106060"/>
                <a:gd name="connsiteX11" fmla="*/ 39952 w 106060"/>
                <a:gd name="connsiteY11" fmla="*/ 43018 h 106060"/>
                <a:gd name="connsiteX12" fmla="*/ 47949 w 106060"/>
                <a:gd name="connsiteY12" fmla="*/ 45436 h 106060"/>
                <a:gd name="connsiteX13" fmla="*/ 45086 w 106060"/>
                <a:gd name="connsiteY13" fmla="*/ 45394 h 106060"/>
                <a:gd name="connsiteX14" fmla="*/ 37746 w 106060"/>
                <a:gd name="connsiteY14" fmla="*/ 45754 h 106060"/>
                <a:gd name="connsiteX15" fmla="*/ 38616 w 106060"/>
                <a:gd name="connsiteY15" fmla="*/ 49573 h 106060"/>
                <a:gd name="connsiteX16" fmla="*/ 45510 w 106060"/>
                <a:gd name="connsiteY16" fmla="*/ 50548 h 106060"/>
                <a:gd name="connsiteX17" fmla="*/ 41713 w 106060"/>
                <a:gd name="connsiteY17" fmla="*/ 51609 h 106060"/>
                <a:gd name="connsiteX18" fmla="*/ 36113 w 106060"/>
                <a:gd name="connsiteY18" fmla="*/ 53391 h 106060"/>
                <a:gd name="connsiteX19" fmla="*/ 37640 w 106060"/>
                <a:gd name="connsiteY19" fmla="*/ 56148 h 106060"/>
                <a:gd name="connsiteX20" fmla="*/ 45785 w 106060"/>
                <a:gd name="connsiteY20" fmla="*/ 55979 h 106060"/>
                <a:gd name="connsiteX21" fmla="*/ 46570 w 106060"/>
                <a:gd name="connsiteY21" fmla="*/ 56360 h 106060"/>
                <a:gd name="connsiteX22" fmla="*/ 46995 w 106060"/>
                <a:gd name="connsiteY22" fmla="*/ 60730 h 106060"/>
                <a:gd name="connsiteX23" fmla="*/ 53719 w 106060"/>
                <a:gd name="connsiteY23" fmla="*/ 78527 h 106060"/>
                <a:gd name="connsiteX24" fmla="*/ 69861 w 106060"/>
                <a:gd name="connsiteY24" fmla="*/ 74963 h 106060"/>
                <a:gd name="connsiteX25" fmla="*/ 74209 w 106060"/>
                <a:gd name="connsiteY25" fmla="*/ 74476 h 106060"/>
                <a:gd name="connsiteX26" fmla="*/ 79067 w 106060"/>
                <a:gd name="connsiteY26" fmla="*/ 64166 h 106060"/>
                <a:gd name="connsiteX27" fmla="*/ 78685 w 106060"/>
                <a:gd name="connsiteY27" fmla="*/ 54218 h 106060"/>
                <a:gd name="connsiteX28" fmla="*/ 57452 w 106060"/>
                <a:gd name="connsiteY28" fmla="*/ 42976 h 106060"/>
                <a:gd name="connsiteX29" fmla="*/ 58937 w 106060"/>
                <a:gd name="connsiteY29" fmla="*/ 45012 h 106060"/>
                <a:gd name="connsiteX30" fmla="*/ 55076 w 106060"/>
                <a:gd name="connsiteY30" fmla="*/ 41321 h 106060"/>
                <a:gd name="connsiteX31" fmla="*/ 57452 w 106060"/>
                <a:gd name="connsiteY31" fmla="*/ 42976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6060" h="106060">
                  <a:moveTo>
                    <a:pt x="78685" y="54218"/>
                  </a:moveTo>
                  <a:lnTo>
                    <a:pt x="73934" y="46263"/>
                  </a:lnTo>
                  <a:lnTo>
                    <a:pt x="68800" y="45924"/>
                  </a:lnTo>
                  <a:lnTo>
                    <a:pt x="66595" y="42827"/>
                  </a:lnTo>
                  <a:lnTo>
                    <a:pt x="62161" y="36951"/>
                  </a:lnTo>
                  <a:lnTo>
                    <a:pt x="54737" y="35933"/>
                  </a:lnTo>
                  <a:cubicBezTo>
                    <a:pt x="54737" y="35933"/>
                    <a:pt x="50389" y="35424"/>
                    <a:pt x="47397" y="35424"/>
                  </a:cubicBezTo>
                  <a:cubicBezTo>
                    <a:pt x="44492" y="35424"/>
                    <a:pt x="47885" y="39412"/>
                    <a:pt x="47885" y="39412"/>
                  </a:cubicBezTo>
                  <a:cubicBezTo>
                    <a:pt x="47885" y="39412"/>
                    <a:pt x="50176" y="39539"/>
                    <a:pt x="52764" y="40388"/>
                  </a:cubicBezTo>
                  <a:lnTo>
                    <a:pt x="46846" y="39582"/>
                  </a:lnTo>
                  <a:cubicBezTo>
                    <a:pt x="46846" y="39582"/>
                    <a:pt x="42455" y="39136"/>
                    <a:pt x="39464" y="39136"/>
                  </a:cubicBezTo>
                  <a:cubicBezTo>
                    <a:pt x="36537" y="39136"/>
                    <a:pt x="39952" y="43018"/>
                    <a:pt x="39952" y="43018"/>
                  </a:cubicBezTo>
                  <a:cubicBezTo>
                    <a:pt x="39952" y="43018"/>
                    <a:pt x="44661" y="43379"/>
                    <a:pt x="47949" y="45436"/>
                  </a:cubicBezTo>
                  <a:lnTo>
                    <a:pt x="45086" y="45394"/>
                  </a:lnTo>
                  <a:cubicBezTo>
                    <a:pt x="45086" y="45394"/>
                    <a:pt x="40673" y="45373"/>
                    <a:pt x="37746" y="45754"/>
                  </a:cubicBezTo>
                  <a:cubicBezTo>
                    <a:pt x="34798" y="46115"/>
                    <a:pt x="38616" y="49573"/>
                    <a:pt x="38616" y="49573"/>
                  </a:cubicBezTo>
                  <a:cubicBezTo>
                    <a:pt x="38616" y="49573"/>
                    <a:pt x="42222" y="49424"/>
                    <a:pt x="45510" y="50548"/>
                  </a:cubicBezTo>
                  <a:lnTo>
                    <a:pt x="41713" y="51609"/>
                  </a:lnTo>
                  <a:cubicBezTo>
                    <a:pt x="41713" y="51609"/>
                    <a:pt x="38276" y="52521"/>
                    <a:pt x="36113" y="53391"/>
                  </a:cubicBezTo>
                  <a:cubicBezTo>
                    <a:pt x="33928" y="54260"/>
                    <a:pt x="37640" y="56148"/>
                    <a:pt x="37640" y="56148"/>
                  </a:cubicBezTo>
                  <a:cubicBezTo>
                    <a:pt x="37640" y="56148"/>
                    <a:pt x="42498" y="54557"/>
                    <a:pt x="45785" y="55979"/>
                  </a:cubicBezTo>
                  <a:cubicBezTo>
                    <a:pt x="46104" y="56127"/>
                    <a:pt x="46273" y="56212"/>
                    <a:pt x="46570" y="56360"/>
                  </a:cubicBezTo>
                  <a:cubicBezTo>
                    <a:pt x="46295" y="58736"/>
                    <a:pt x="46995" y="60730"/>
                    <a:pt x="46995" y="60730"/>
                  </a:cubicBezTo>
                  <a:lnTo>
                    <a:pt x="53719" y="78527"/>
                  </a:lnTo>
                  <a:lnTo>
                    <a:pt x="69861" y="74963"/>
                  </a:lnTo>
                  <a:lnTo>
                    <a:pt x="74209" y="74476"/>
                  </a:lnTo>
                  <a:cubicBezTo>
                    <a:pt x="74209" y="74476"/>
                    <a:pt x="78537" y="65503"/>
                    <a:pt x="79067" y="64166"/>
                  </a:cubicBezTo>
                  <a:cubicBezTo>
                    <a:pt x="81294" y="59224"/>
                    <a:pt x="78685" y="54218"/>
                    <a:pt x="78685" y="54218"/>
                  </a:cubicBezTo>
                  <a:close/>
                  <a:moveTo>
                    <a:pt x="57452" y="42976"/>
                  </a:moveTo>
                  <a:cubicBezTo>
                    <a:pt x="58216" y="43824"/>
                    <a:pt x="58682" y="44397"/>
                    <a:pt x="58937" y="45012"/>
                  </a:cubicBezTo>
                  <a:lnTo>
                    <a:pt x="55076" y="41321"/>
                  </a:lnTo>
                  <a:cubicBezTo>
                    <a:pt x="55925" y="41745"/>
                    <a:pt x="56752" y="42360"/>
                    <a:pt x="57452" y="42976"/>
                  </a:cubicBezTo>
                  <a:close/>
                </a:path>
              </a:pathLst>
            </a:custGeom>
            <a:solidFill>
              <a:srgbClr val="EAB97F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09D1A077-74E8-4D75-9FBA-BA7922424D02}"/>
                </a:ext>
              </a:extLst>
            </p:cNvPr>
            <p:cNvSpPr/>
            <p:nvPr/>
          </p:nvSpPr>
          <p:spPr>
            <a:xfrm>
              <a:off x="6661634" y="4904329"/>
              <a:ext cx="125307" cy="250613"/>
            </a:xfrm>
            <a:custGeom>
              <a:avLst/>
              <a:gdLst>
                <a:gd name="connsiteX0" fmla="*/ 51482 w 84848"/>
                <a:gd name="connsiteY0" fmla="*/ 152239 h 169696"/>
                <a:gd name="connsiteX1" fmla="*/ 39985 w 84848"/>
                <a:gd name="connsiteY1" fmla="*/ 151836 h 169696"/>
                <a:gd name="connsiteX2" fmla="*/ 35424 w 84848"/>
                <a:gd name="connsiteY2" fmla="*/ 35424 h 169696"/>
                <a:gd name="connsiteX3" fmla="*/ 52882 w 84848"/>
                <a:gd name="connsiteY3" fmla="*/ 3542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69696">
                  <a:moveTo>
                    <a:pt x="51482" y="152239"/>
                  </a:moveTo>
                  <a:lnTo>
                    <a:pt x="39985" y="151836"/>
                  </a:lnTo>
                  <a:lnTo>
                    <a:pt x="35424" y="35424"/>
                  </a:lnTo>
                  <a:lnTo>
                    <a:pt x="52882" y="35424"/>
                  </a:lnTo>
                  <a:close/>
                </a:path>
              </a:pathLst>
            </a:custGeom>
            <a:solidFill>
              <a:srgbClr val="22222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ECBE2FA1-1FC8-475B-9F34-F1C358BD55BE}"/>
                </a:ext>
              </a:extLst>
            </p:cNvPr>
            <p:cNvSpPr/>
            <p:nvPr/>
          </p:nvSpPr>
          <p:spPr>
            <a:xfrm>
              <a:off x="6802165" y="4821690"/>
              <a:ext cx="125307" cy="250613"/>
            </a:xfrm>
            <a:custGeom>
              <a:avLst/>
              <a:gdLst>
                <a:gd name="connsiteX0" fmla="*/ 51460 w 84848"/>
                <a:gd name="connsiteY0" fmla="*/ 152239 h 169696"/>
                <a:gd name="connsiteX1" fmla="*/ 40006 w 84848"/>
                <a:gd name="connsiteY1" fmla="*/ 151814 h 169696"/>
                <a:gd name="connsiteX2" fmla="*/ 35424 w 84848"/>
                <a:gd name="connsiteY2" fmla="*/ 35424 h 169696"/>
                <a:gd name="connsiteX3" fmla="*/ 52818 w 84848"/>
                <a:gd name="connsiteY3" fmla="*/ 3542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69696">
                  <a:moveTo>
                    <a:pt x="51460" y="152239"/>
                  </a:moveTo>
                  <a:lnTo>
                    <a:pt x="40006" y="151814"/>
                  </a:lnTo>
                  <a:lnTo>
                    <a:pt x="35424" y="35424"/>
                  </a:lnTo>
                  <a:lnTo>
                    <a:pt x="52818" y="35424"/>
                  </a:lnTo>
                  <a:close/>
                </a:path>
              </a:pathLst>
            </a:custGeom>
            <a:solidFill>
              <a:srgbClr val="22222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64A2EA6E-3729-437A-BD6F-CD48BD7EFB95}"/>
                </a:ext>
              </a:extLst>
            </p:cNvPr>
            <p:cNvSpPr/>
            <p:nvPr/>
          </p:nvSpPr>
          <p:spPr>
            <a:xfrm>
              <a:off x="6517375" y="4734790"/>
              <a:ext cx="281940" cy="250613"/>
            </a:xfrm>
            <a:custGeom>
              <a:avLst/>
              <a:gdLst>
                <a:gd name="connsiteX0" fmla="*/ 167469 w 190908"/>
                <a:gd name="connsiteY0" fmla="*/ 35424 h 169696"/>
                <a:gd name="connsiteX1" fmla="*/ 73733 w 190908"/>
                <a:gd name="connsiteY1" fmla="*/ 46030 h 169696"/>
                <a:gd name="connsiteX2" fmla="*/ 57060 w 190908"/>
                <a:gd name="connsiteY2" fmla="*/ 59776 h 169696"/>
                <a:gd name="connsiteX3" fmla="*/ 35424 w 190908"/>
                <a:gd name="connsiteY3" fmla="*/ 133572 h 169696"/>
                <a:gd name="connsiteX4" fmla="*/ 56848 w 190908"/>
                <a:gd name="connsiteY4" fmla="*/ 138430 h 169696"/>
                <a:gd name="connsiteX5" fmla="*/ 76045 w 190908"/>
                <a:gd name="connsiteY5" fmla="*/ 91572 h 169696"/>
                <a:gd name="connsiteX6" fmla="*/ 82451 w 190908"/>
                <a:gd name="connsiteY6" fmla="*/ 77127 h 169696"/>
                <a:gd name="connsiteX7" fmla="*/ 98339 w 190908"/>
                <a:gd name="connsiteY7" fmla="*/ 80309 h 169696"/>
                <a:gd name="connsiteX8" fmla="*/ 139639 w 190908"/>
                <a:gd name="connsiteY8" fmla="*/ 87054 h 169696"/>
                <a:gd name="connsiteX9" fmla="*/ 167469 w 190908"/>
                <a:gd name="connsiteY9" fmla="*/ 3542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908" h="169696">
                  <a:moveTo>
                    <a:pt x="167469" y="35424"/>
                  </a:moveTo>
                  <a:cubicBezTo>
                    <a:pt x="167469" y="35424"/>
                    <a:pt x="87478" y="41045"/>
                    <a:pt x="73733" y="46030"/>
                  </a:cubicBezTo>
                  <a:cubicBezTo>
                    <a:pt x="60094" y="51036"/>
                    <a:pt x="57060" y="59776"/>
                    <a:pt x="57060" y="59776"/>
                  </a:cubicBezTo>
                  <a:lnTo>
                    <a:pt x="35424" y="133572"/>
                  </a:lnTo>
                  <a:cubicBezTo>
                    <a:pt x="37333" y="141357"/>
                    <a:pt x="56848" y="138430"/>
                    <a:pt x="56848" y="138430"/>
                  </a:cubicBezTo>
                  <a:cubicBezTo>
                    <a:pt x="56848" y="138430"/>
                    <a:pt x="72142" y="103366"/>
                    <a:pt x="76045" y="91572"/>
                  </a:cubicBezTo>
                  <a:cubicBezTo>
                    <a:pt x="78803" y="83427"/>
                    <a:pt x="82451" y="77127"/>
                    <a:pt x="82451" y="77127"/>
                  </a:cubicBezTo>
                  <a:cubicBezTo>
                    <a:pt x="82451" y="77127"/>
                    <a:pt x="88794" y="78591"/>
                    <a:pt x="98339" y="80309"/>
                  </a:cubicBezTo>
                  <a:cubicBezTo>
                    <a:pt x="98339" y="80309"/>
                    <a:pt x="135884" y="86991"/>
                    <a:pt x="139639" y="87054"/>
                  </a:cubicBezTo>
                  <a:cubicBezTo>
                    <a:pt x="156693" y="89748"/>
                    <a:pt x="167469" y="35424"/>
                    <a:pt x="167469" y="35424"/>
                  </a:cubicBezTo>
                  <a:close/>
                </a:path>
              </a:pathLst>
            </a:custGeom>
            <a:solidFill>
              <a:srgbClr val="2828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9B57156D-6C2C-4C5C-B040-AA6EAC1084E4}"/>
                </a:ext>
              </a:extLst>
            </p:cNvPr>
            <p:cNvSpPr/>
            <p:nvPr/>
          </p:nvSpPr>
          <p:spPr>
            <a:xfrm>
              <a:off x="6511516" y="4864388"/>
              <a:ext cx="125307" cy="250613"/>
            </a:xfrm>
            <a:custGeom>
              <a:avLst/>
              <a:gdLst>
                <a:gd name="connsiteX0" fmla="*/ 51397 w 84848"/>
                <a:gd name="connsiteY0" fmla="*/ 141590 h 169696"/>
                <a:gd name="connsiteX1" fmla="*/ 39942 w 84848"/>
                <a:gd name="connsiteY1" fmla="*/ 141124 h 169696"/>
                <a:gd name="connsiteX2" fmla="*/ 35424 w 84848"/>
                <a:gd name="connsiteY2" fmla="*/ 35424 h 169696"/>
                <a:gd name="connsiteX3" fmla="*/ 52797 w 84848"/>
                <a:gd name="connsiteY3" fmla="*/ 35424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169696">
                  <a:moveTo>
                    <a:pt x="51397" y="141590"/>
                  </a:moveTo>
                  <a:lnTo>
                    <a:pt x="39942" y="141124"/>
                  </a:lnTo>
                  <a:lnTo>
                    <a:pt x="35424" y="35424"/>
                  </a:lnTo>
                  <a:lnTo>
                    <a:pt x="52797" y="35424"/>
                  </a:lnTo>
                  <a:close/>
                </a:path>
              </a:pathLst>
            </a:custGeom>
            <a:solidFill>
              <a:srgbClr val="22222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0329D01A-B9E2-4BEC-8945-1FD5DFC0BF73}"/>
                </a:ext>
              </a:extLst>
            </p:cNvPr>
            <p:cNvSpPr/>
            <p:nvPr/>
          </p:nvSpPr>
          <p:spPr>
            <a:xfrm>
              <a:off x="6706432" y="4839484"/>
              <a:ext cx="187960" cy="156633"/>
            </a:xfrm>
            <a:custGeom>
              <a:avLst/>
              <a:gdLst>
                <a:gd name="connsiteX0" fmla="*/ 118554 w 127272"/>
                <a:gd name="connsiteY0" fmla="*/ 15909 h 106060"/>
                <a:gd name="connsiteX1" fmla="*/ 118384 w 127272"/>
                <a:gd name="connsiteY1" fmla="*/ 28657 h 106060"/>
                <a:gd name="connsiteX2" fmla="*/ 15909 w 127272"/>
                <a:gd name="connsiteY2" fmla="*/ 92336 h 106060"/>
                <a:gd name="connsiteX3" fmla="*/ 16185 w 127272"/>
                <a:gd name="connsiteY3" fmla="*/ 79588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72" h="106060">
                  <a:moveTo>
                    <a:pt x="118554" y="15909"/>
                  </a:moveTo>
                  <a:lnTo>
                    <a:pt x="118384" y="28657"/>
                  </a:lnTo>
                  <a:lnTo>
                    <a:pt x="15909" y="92336"/>
                  </a:lnTo>
                  <a:lnTo>
                    <a:pt x="16185" y="79588"/>
                  </a:lnTo>
                  <a:close/>
                </a:path>
              </a:pathLst>
            </a:custGeom>
            <a:solidFill>
              <a:srgbClr val="2222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509CEE49-D381-441C-896D-B99BE53F0E38}"/>
                </a:ext>
              </a:extLst>
            </p:cNvPr>
            <p:cNvSpPr/>
            <p:nvPr/>
          </p:nvSpPr>
          <p:spPr>
            <a:xfrm>
              <a:off x="6510121" y="4745220"/>
              <a:ext cx="407246" cy="250613"/>
            </a:xfrm>
            <a:custGeom>
              <a:avLst/>
              <a:gdLst>
                <a:gd name="connsiteX0" fmla="*/ 35563 w 275756"/>
                <a:gd name="connsiteY0" fmla="*/ 120293 h 169696"/>
                <a:gd name="connsiteX1" fmla="*/ 147054 w 275756"/>
                <a:gd name="connsiteY1" fmla="*/ 35424 h 169696"/>
                <a:gd name="connsiteX2" fmla="*/ 251459 w 275756"/>
                <a:gd name="connsiteY2" fmla="*/ 79821 h 169696"/>
                <a:gd name="connsiteX3" fmla="*/ 150745 w 275756"/>
                <a:gd name="connsiteY3" fmla="*/ 142608 h 169696"/>
                <a:gd name="connsiteX4" fmla="*/ 35563 w 275756"/>
                <a:gd name="connsiteY4" fmla="*/ 120293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756" h="169696">
                  <a:moveTo>
                    <a:pt x="35563" y="120293"/>
                  </a:moveTo>
                  <a:cubicBezTo>
                    <a:pt x="30854" y="92760"/>
                    <a:pt x="147054" y="35424"/>
                    <a:pt x="147054" y="35424"/>
                  </a:cubicBezTo>
                  <a:lnTo>
                    <a:pt x="251459" y="79821"/>
                  </a:lnTo>
                  <a:lnTo>
                    <a:pt x="150745" y="142608"/>
                  </a:lnTo>
                  <a:lnTo>
                    <a:pt x="35563" y="120293"/>
                  </a:lnTo>
                  <a:close/>
                </a:path>
              </a:pathLst>
            </a:custGeom>
            <a:solidFill>
              <a:srgbClr val="464547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E336E4D-FA1D-421E-9573-45B5BABA787E}"/>
                </a:ext>
              </a:extLst>
            </p:cNvPr>
            <p:cNvSpPr/>
            <p:nvPr/>
          </p:nvSpPr>
          <p:spPr>
            <a:xfrm>
              <a:off x="6369008" y="4949566"/>
              <a:ext cx="187960" cy="125307"/>
            </a:xfrm>
            <a:custGeom>
              <a:avLst/>
              <a:gdLst>
                <a:gd name="connsiteX0" fmla="*/ 78827 w 127272"/>
                <a:gd name="connsiteY0" fmla="*/ 35424 h 84848"/>
                <a:gd name="connsiteX1" fmla="*/ 35469 w 127272"/>
                <a:gd name="connsiteY1" fmla="*/ 41279 h 84848"/>
                <a:gd name="connsiteX2" fmla="*/ 36424 w 127272"/>
                <a:gd name="connsiteY2" fmla="*/ 48194 h 84848"/>
                <a:gd name="connsiteX3" fmla="*/ 69493 w 127272"/>
                <a:gd name="connsiteY3" fmla="*/ 61642 h 84848"/>
                <a:gd name="connsiteX4" fmla="*/ 78318 w 127272"/>
                <a:gd name="connsiteY4" fmla="*/ 66712 h 84848"/>
                <a:gd name="connsiteX5" fmla="*/ 99021 w 127272"/>
                <a:gd name="connsiteY5" fmla="*/ 66500 h 84848"/>
                <a:gd name="connsiteX6" fmla="*/ 100696 w 127272"/>
                <a:gd name="connsiteY6" fmla="*/ 37376 h 84848"/>
                <a:gd name="connsiteX7" fmla="*/ 78827 w 127272"/>
                <a:gd name="connsiteY7" fmla="*/ 3542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272" h="84848">
                  <a:moveTo>
                    <a:pt x="78827" y="35424"/>
                  </a:moveTo>
                  <a:lnTo>
                    <a:pt x="35469" y="41279"/>
                  </a:lnTo>
                  <a:cubicBezTo>
                    <a:pt x="35469" y="41279"/>
                    <a:pt x="35109" y="45988"/>
                    <a:pt x="36424" y="48194"/>
                  </a:cubicBezTo>
                  <a:cubicBezTo>
                    <a:pt x="39797" y="54048"/>
                    <a:pt x="42236" y="55321"/>
                    <a:pt x="69493" y="61642"/>
                  </a:cubicBezTo>
                  <a:cubicBezTo>
                    <a:pt x="74096" y="62766"/>
                    <a:pt x="78318" y="66712"/>
                    <a:pt x="78318" y="66712"/>
                  </a:cubicBezTo>
                  <a:cubicBezTo>
                    <a:pt x="78318" y="66712"/>
                    <a:pt x="93208" y="70339"/>
                    <a:pt x="99021" y="66500"/>
                  </a:cubicBezTo>
                  <a:cubicBezTo>
                    <a:pt x="104748" y="62512"/>
                    <a:pt x="100696" y="37376"/>
                    <a:pt x="100696" y="37376"/>
                  </a:cubicBezTo>
                  <a:lnTo>
                    <a:pt x="78827" y="35424"/>
                  </a:lnTo>
                  <a:close/>
                </a:path>
              </a:pathLst>
            </a:custGeom>
            <a:solidFill>
              <a:srgbClr val="3D3D3E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939910C6-BCB1-422B-B260-41FA50D183F4}"/>
                </a:ext>
              </a:extLst>
            </p:cNvPr>
            <p:cNvSpPr/>
            <p:nvPr/>
          </p:nvSpPr>
          <p:spPr>
            <a:xfrm>
              <a:off x="6499149" y="4842370"/>
              <a:ext cx="281940" cy="187960"/>
            </a:xfrm>
            <a:custGeom>
              <a:avLst/>
              <a:gdLst>
                <a:gd name="connsiteX0" fmla="*/ 156731 w 190908"/>
                <a:gd name="connsiteY0" fmla="*/ 75258 h 127272"/>
                <a:gd name="connsiteX1" fmla="*/ 64416 w 190908"/>
                <a:gd name="connsiteY1" fmla="*/ 38200 h 127272"/>
                <a:gd name="connsiteX2" fmla="*/ 43120 w 190908"/>
                <a:gd name="connsiteY2" fmla="*/ 54470 h 127272"/>
                <a:gd name="connsiteX3" fmla="*/ 154483 w 190908"/>
                <a:gd name="connsiteY3" fmla="*/ 109176 h 127272"/>
                <a:gd name="connsiteX4" fmla="*/ 156731 w 190908"/>
                <a:gd name="connsiteY4" fmla="*/ 75258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908" h="127272">
                  <a:moveTo>
                    <a:pt x="156731" y="75258"/>
                  </a:moveTo>
                  <a:lnTo>
                    <a:pt x="64416" y="38200"/>
                  </a:lnTo>
                  <a:cubicBezTo>
                    <a:pt x="15311" y="29270"/>
                    <a:pt x="43544" y="43822"/>
                    <a:pt x="43120" y="54470"/>
                  </a:cubicBezTo>
                  <a:lnTo>
                    <a:pt x="154483" y="109176"/>
                  </a:lnTo>
                  <a:lnTo>
                    <a:pt x="156731" y="75258"/>
                  </a:lnTo>
                  <a:close/>
                </a:path>
              </a:pathLst>
            </a:custGeom>
            <a:solidFill>
              <a:srgbClr val="222223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718FDE4D-2145-486F-89C2-DDE16569C216}"/>
                </a:ext>
              </a:extLst>
            </p:cNvPr>
            <p:cNvSpPr/>
            <p:nvPr/>
          </p:nvSpPr>
          <p:spPr>
            <a:xfrm>
              <a:off x="6625702" y="4516869"/>
              <a:ext cx="187960" cy="219286"/>
            </a:xfrm>
            <a:custGeom>
              <a:avLst/>
              <a:gdLst>
                <a:gd name="connsiteX0" fmla="*/ 59945 w 127272"/>
                <a:gd name="connsiteY0" fmla="*/ 36493 h 148484"/>
                <a:gd name="connsiteX1" fmla="*/ 94436 w 127272"/>
                <a:gd name="connsiteY1" fmla="*/ 52168 h 148484"/>
                <a:gd name="connsiteX2" fmla="*/ 76151 w 127272"/>
                <a:gd name="connsiteY2" fmla="*/ 95653 h 148484"/>
                <a:gd name="connsiteX3" fmla="*/ 76236 w 127272"/>
                <a:gd name="connsiteY3" fmla="*/ 112602 h 148484"/>
                <a:gd name="connsiteX4" fmla="*/ 45075 w 127272"/>
                <a:gd name="connsiteY4" fmla="*/ 110289 h 148484"/>
                <a:gd name="connsiteX5" fmla="*/ 44185 w 127272"/>
                <a:gd name="connsiteY5" fmla="*/ 95208 h 148484"/>
                <a:gd name="connsiteX6" fmla="*/ 35827 w 127272"/>
                <a:gd name="connsiteY6" fmla="*/ 91071 h 148484"/>
                <a:gd name="connsiteX7" fmla="*/ 37800 w 127272"/>
                <a:gd name="connsiteY7" fmla="*/ 76944 h 148484"/>
                <a:gd name="connsiteX8" fmla="*/ 35424 w 127272"/>
                <a:gd name="connsiteY8" fmla="*/ 74929 h 148484"/>
                <a:gd name="connsiteX9" fmla="*/ 38585 w 127272"/>
                <a:gd name="connsiteY9" fmla="*/ 71259 h 148484"/>
                <a:gd name="connsiteX10" fmla="*/ 41385 w 127272"/>
                <a:gd name="connsiteY10" fmla="*/ 50981 h 148484"/>
                <a:gd name="connsiteX11" fmla="*/ 59945 w 127272"/>
                <a:gd name="connsiteY11" fmla="*/ 36493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7272" h="148484">
                  <a:moveTo>
                    <a:pt x="59945" y="36493"/>
                  </a:moveTo>
                  <a:cubicBezTo>
                    <a:pt x="80160" y="30426"/>
                    <a:pt x="94436" y="52168"/>
                    <a:pt x="94436" y="52168"/>
                  </a:cubicBezTo>
                  <a:cubicBezTo>
                    <a:pt x="108372" y="73741"/>
                    <a:pt x="79545" y="92577"/>
                    <a:pt x="76151" y="95653"/>
                  </a:cubicBezTo>
                  <a:cubicBezTo>
                    <a:pt x="71166" y="100002"/>
                    <a:pt x="76236" y="112602"/>
                    <a:pt x="76236" y="112602"/>
                  </a:cubicBezTo>
                  <a:cubicBezTo>
                    <a:pt x="43697" y="146032"/>
                    <a:pt x="39348" y="114808"/>
                    <a:pt x="45075" y="110289"/>
                  </a:cubicBezTo>
                  <a:cubicBezTo>
                    <a:pt x="49318" y="108953"/>
                    <a:pt x="44185" y="95208"/>
                    <a:pt x="44185" y="95208"/>
                  </a:cubicBezTo>
                  <a:cubicBezTo>
                    <a:pt x="38160" y="94996"/>
                    <a:pt x="35827" y="91071"/>
                    <a:pt x="35827" y="91071"/>
                  </a:cubicBezTo>
                  <a:lnTo>
                    <a:pt x="37800" y="76944"/>
                  </a:lnTo>
                  <a:lnTo>
                    <a:pt x="35424" y="74929"/>
                  </a:lnTo>
                  <a:lnTo>
                    <a:pt x="38585" y="71259"/>
                  </a:lnTo>
                  <a:lnTo>
                    <a:pt x="41385" y="50981"/>
                  </a:lnTo>
                  <a:cubicBezTo>
                    <a:pt x="41385" y="50981"/>
                    <a:pt x="44333" y="41096"/>
                    <a:pt x="59945" y="36493"/>
                  </a:cubicBezTo>
                  <a:close/>
                </a:path>
              </a:pathLst>
            </a:custGeom>
            <a:solidFill>
              <a:srgbClr val="EAB97F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CD2FBD18-158D-48AE-B154-48CAA9199849}"/>
                </a:ext>
              </a:extLst>
            </p:cNvPr>
            <p:cNvSpPr/>
            <p:nvPr/>
          </p:nvSpPr>
          <p:spPr>
            <a:xfrm>
              <a:off x="6433921" y="4772758"/>
              <a:ext cx="375920" cy="281940"/>
            </a:xfrm>
            <a:custGeom>
              <a:avLst/>
              <a:gdLst>
                <a:gd name="connsiteX0" fmla="*/ 218420 w 254544"/>
                <a:gd name="connsiteY0" fmla="*/ 52182 h 190908"/>
                <a:gd name="connsiteX1" fmla="*/ 199414 w 254544"/>
                <a:gd name="connsiteY1" fmla="*/ 43188 h 190908"/>
                <a:gd name="connsiteX2" fmla="*/ 198672 w 254544"/>
                <a:gd name="connsiteY2" fmla="*/ 43188 h 190908"/>
                <a:gd name="connsiteX3" fmla="*/ 180726 w 254544"/>
                <a:gd name="connsiteY3" fmla="*/ 35424 h 190908"/>
                <a:gd name="connsiteX4" fmla="*/ 81624 w 254544"/>
                <a:gd name="connsiteY4" fmla="*/ 46666 h 190908"/>
                <a:gd name="connsiteX5" fmla="*/ 64909 w 254544"/>
                <a:gd name="connsiteY5" fmla="*/ 60433 h 190908"/>
                <a:gd name="connsiteX6" fmla="*/ 35424 w 254544"/>
                <a:gd name="connsiteY6" fmla="*/ 155081 h 190908"/>
                <a:gd name="connsiteX7" fmla="*/ 56763 w 254544"/>
                <a:gd name="connsiteY7" fmla="*/ 159939 h 190908"/>
                <a:gd name="connsiteX8" fmla="*/ 89345 w 254544"/>
                <a:gd name="connsiteY8" fmla="*/ 91742 h 190908"/>
                <a:gd name="connsiteX9" fmla="*/ 100354 w 254544"/>
                <a:gd name="connsiteY9" fmla="*/ 80987 h 190908"/>
                <a:gd name="connsiteX10" fmla="*/ 111554 w 254544"/>
                <a:gd name="connsiteY10" fmla="*/ 80393 h 190908"/>
                <a:gd name="connsiteX11" fmla="*/ 152875 w 254544"/>
                <a:gd name="connsiteY11" fmla="*/ 87203 h 190908"/>
                <a:gd name="connsiteX12" fmla="*/ 216511 w 254544"/>
                <a:gd name="connsiteY12" fmla="*/ 76703 h 190908"/>
                <a:gd name="connsiteX13" fmla="*/ 223808 w 254544"/>
                <a:gd name="connsiteY13" fmla="*/ 65651 h 190908"/>
                <a:gd name="connsiteX14" fmla="*/ 218420 w 254544"/>
                <a:gd name="connsiteY14" fmla="*/ 52182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544" h="190908">
                  <a:moveTo>
                    <a:pt x="218420" y="52182"/>
                  </a:moveTo>
                  <a:cubicBezTo>
                    <a:pt x="214051" y="46242"/>
                    <a:pt x="199414" y="43188"/>
                    <a:pt x="199414" y="43188"/>
                  </a:cubicBezTo>
                  <a:cubicBezTo>
                    <a:pt x="199414" y="43188"/>
                    <a:pt x="199117" y="43188"/>
                    <a:pt x="198672" y="43188"/>
                  </a:cubicBezTo>
                  <a:cubicBezTo>
                    <a:pt x="193369" y="38097"/>
                    <a:pt x="180726" y="35424"/>
                    <a:pt x="180726" y="35424"/>
                  </a:cubicBezTo>
                  <a:cubicBezTo>
                    <a:pt x="180726" y="35424"/>
                    <a:pt x="95306" y="41660"/>
                    <a:pt x="81624" y="46666"/>
                  </a:cubicBezTo>
                  <a:cubicBezTo>
                    <a:pt x="67942" y="51694"/>
                    <a:pt x="64909" y="60433"/>
                    <a:pt x="64909" y="60433"/>
                  </a:cubicBezTo>
                  <a:lnTo>
                    <a:pt x="35424" y="155081"/>
                  </a:lnTo>
                  <a:cubicBezTo>
                    <a:pt x="39433" y="167023"/>
                    <a:pt x="56763" y="159939"/>
                    <a:pt x="56763" y="159939"/>
                  </a:cubicBezTo>
                  <a:cubicBezTo>
                    <a:pt x="56763" y="159939"/>
                    <a:pt x="85357" y="103472"/>
                    <a:pt x="89345" y="91742"/>
                  </a:cubicBezTo>
                  <a:cubicBezTo>
                    <a:pt x="92018" y="83491"/>
                    <a:pt x="100354" y="80987"/>
                    <a:pt x="100354" y="80987"/>
                  </a:cubicBezTo>
                  <a:cubicBezTo>
                    <a:pt x="100354" y="80987"/>
                    <a:pt x="102136" y="78760"/>
                    <a:pt x="111554" y="80393"/>
                  </a:cubicBezTo>
                  <a:cubicBezTo>
                    <a:pt x="111554" y="80393"/>
                    <a:pt x="149078" y="87097"/>
                    <a:pt x="152875" y="87203"/>
                  </a:cubicBezTo>
                  <a:cubicBezTo>
                    <a:pt x="169993" y="89812"/>
                    <a:pt x="202278" y="90300"/>
                    <a:pt x="216511" y="76703"/>
                  </a:cubicBezTo>
                  <a:cubicBezTo>
                    <a:pt x="222175" y="71230"/>
                    <a:pt x="223808" y="65651"/>
                    <a:pt x="223808" y="65651"/>
                  </a:cubicBezTo>
                  <a:cubicBezTo>
                    <a:pt x="223808" y="65651"/>
                    <a:pt x="222896" y="58185"/>
                    <a:pt x="218420" y="52182"/>
                  </a:cubicBezTo>
                  <a:close/>
                </a:path>
              </a:pathLst>
            </a:custGeom>
            <a:solidFill>
              <a:srgbClr val="2828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6EE54780-BD95-4D24-A2E0-C0071F9134F0}"/>
                </a:ext>
              </a:extLst>
            </p:cNvPr>
            <p:cNvSpPr/>
            <p:nvPr/>
          </p:nvSpPr>
          <p:spPr>
            <a:xfrm>
              <a:off x="6583452" y="4626021"/>
              <a:ext cx="219286" cy="281940"/>
            </a:xfrm>
            <a:custGeom>
              <a:avLst/>
              <a:gdLst>
                <a:gd name="connsiteX0" fmla="*/ 44540 w 148484"/>
                <a:gd name="connsiteY0" fmla="*/ 60860 h 190908"/>
                <a:gd name="connsiteX1" fmla="*/ 65752 w 148484"/>
                <a:gd name="connsiteY1" fmla="*/ 39563 h 190908"/>
                <a:gd name="connsiteX2" fmla="*/ 96021 w 148484"/>
                <a:gd name="connsiteY2" fmla="*/ 35893 h 190908"/>
                <a:gd name="connsiteX3" fmla="*/ 121688 w 148484"/>
                <a:gd name="connsiteY3" fmla="*/ 43593 h 190908"/>
                <a:gd name="connsiteX4" fmla="*/ 128751 w 148484"/>
                <a:gd name="connsiteY4" fmla="*/ 65526 h 190908"/>
                <a:gd name="connsiteX5" fmla="*/ 125315 w 148484"/>
                <a:gd name="connsiteY5" fmla="*/ 165414 h 190908"/>
                <a:gd name="connsiteX6" fmla="*/ 66006 w 148484"/>
                <a:gd name="connsiteY6" fmla="*/ 169974 h 190908"/>
                <a:gd name="connsiteX7" fmla="*/ 36140 w 148484"/>
                <a:gd name="connsiteY7" fmla="*/ 145093 h 190908"/>
                <a:gd name="connsiteX8" fmla="*/ 44540 w 148484"/>
                <a:gd name="connsiteY8" fmla="*/ 60860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484" h="190908">
                  <a:moveTo>
                    <a:pt x="44540" y="60860"/>
                  </a:moveTo>
                  <a:lnTo>
                    <a:pt x="65752" y="39563"/>
                  </a:lnTo>
                  <a:cubicBezTo>
                    <a:pt x="65752" y="39563"/>
                    <a:pt x="89445" y="37060"/>
                    <a:pt x="96021" y="35893"/>
                  </a:cubicBezTo>
                  <a:cubicBezTo>
                    <a:pt x="112057" y="33114"/>
                    <a:pt x="121688" y="43593"/>
                    <a:pt x="121688" y="43593"/>
                  </a:cubicBezTo>
                  <a:cubicBezTo>
                    <a:pt x="121688" y="43593"/>
                    <a:pt x="128094" y="46308"/>
                    <a:pt x="128751" y="65526"/>
                  </a:cubicBezTo>
                  <a:cubicBezTo>
                    <a:pt x="128921" y="69259"/>
                    <a:pt x="125315" y="165414"/>
                    <a:pt x="125315" y="165414"/>
                  </a:cubicBezTo>
                  <a:lnTo>
                    <a:pt x="66006" y="169974"/>
                  </a:lnTo>
                  <a:cubicBezTo>
                    <a:pt x="66006" y="169974"/>
                    <a:pt x="29946" y="172689"/>
                    <a:pt x="36140" y="145093"/>
                  </a:cubicBezTo>
                  <a:cubicBezTo>
                    <a:pt x="38282" y="135611"/>
                    <a:pt x="44540" y="60860"/>
                    <a:pt x="44540" y="60860"/>
                  </a:cubicBezTo>
                  <a:close/>
                </a:path>
              </a:pathLst>
            </a:custGeom>
            <a:solidFill>
              <a:srgbClr val="129F4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7DECFEA7-B418-4726-B778-1286FF5D370B}"/>
                </a:ext>
              </a:extLst>
            </p:cNvPr>
            <p:cNvSpPr/>
            <p:nvPr/>
          </p:nvSpPr>
          <p:spPr>
            <a:xfrm>
              <a:off x="6637291" y="4621048"/>
              <a:ext cx="281940" cy="219286"/>
            </a:xfrm>
            <a:custGeom>
              <a:avLst/>
              <a:gdLst>
                <a:gd name="connsiteX0" fmla="*/ 36062 w 190908"/>
                <a:gd name="connsiteY0" fmla="*/ 121923 h 148484"/>
                <a:gd name="connsiteX1" fmla="*/ 38989 w 190908"/>
                <a:gd name="connsiteY1" fmla="*/ 99862 h 148484"/>
                <a:gd name="connsiteX2" fmla="*/ 130901 w 190908"/>
                <a:gd name="connsiteY2" fmla="*/ 41126 h 148484"/>
                <a:gd name="connsiteX3" fmla="*/ 160364 w 190908"/>
                <a:gd name="connsiteY3" fmla="*/ 37562 h 148484"/>
                <a:gd name="connsiteX4" fmla="*/ 36062 w 190908"/>
                <a:gd name="connsiteY4" fmla="*/ 121923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908" h="148484">
                  <a:moveTo>
                    <a:pt x="36062" y="121923"/>
                  </a:moveTo>
                  <a:cubicBezTo>
                    <a:pt x="36062" y="121923"/>
                    <a:pt x="33389" y="104104"/>
                    <a:pt x="38989" y="99862"/>
                  </a:cubicBezTo>
                  <a:cubicBezTo>
                    <a:pt x="44653" y="95705"/>
                    <a:pt x="130901" y="41126"/>
                    <a:pt x="130901" y="41126"/>
                  </a:cubicBezTo>
                  <a:cubicBezTo>
                    <a:pt x="130901" y="41126"/>
                    <a:pt x="147382" y="31178"/>
                    <a:pt x="160364" y="37562"/>
                  </a:cubicBezTo>
                  <a:lnTo>
                    <a:pt x="36062" y="121923"/>
                  </a:lnTo>
                  <a:close/>
                </a:path>
              </a:pathLst>
            </a:custGeom>
            <a:solidFill>
              <a:srgbClr val="636466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A0BF26D-DF6B-4054-B92F-E029C36973AE}"/>
                </a:ext>
              </a:extLst>
            </p:cNvPr>
            <p:cNvSpPr/>
            <p:nvPr/>
          </p:nvSpPr>
          <p:spPr>
            <a:xfrm>
              <a:off x="6636892" y="4624206"/>
              <a:ext cx="281940" cy="375920"/>
            </a:xfrm>
            <a:custGeom>
              <a:avLst/>
              <a:gdLst>
                <a:gd name="connsiteX0" fmla="*/ 165640 w 190908"/>
                <a:gd name="connsiteY0" fmla="*/ 161678 h 254544"/>
                <a:gd name="connsiteX1" fmla="*/ 160634 w 190908"/>
                <a:gd name="connsiteY1" fmla="*/ 35424 h 254544"/>
                <a:gd name="connsiteX2" fmla="*/ 59198 w 190908"/>
                <a:gd name="connsiteY2" fmla="*/ 98360 h 254544"/>
                <a:gd name="connsiteX3" fmla="*/ 59177 w 190908"/>
                <a:gd name="connsiteY3" fmla="*/ 97957 h 254544"/>
                <a:gd name="connsiteX4" fmla="*/ 35547 w 190908"/>
                <a:gd name="connsiteY4" fmla="*/ 111300 h 254544"/>
                <a:gd name="connsiteX5" fmla="*/ 48720 w 190908"/>
                <a:gd name="connsiteY5" fmla="*/ 218208 h 254544"/>
                <a:gd name="connsiteX6" fmla="*/ 64268 w 190908"/>
                <a:gd name="connsiteY6" fmla="*/ 226014 h 254544"/>
                <a:gd name="connsiteX7" fmla="*/ 165640 w 190908"/>
                <a:gd name="connsiteY7" fmla="*/ 161678 h 25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908" h="254544">
                  <a:moveTo>
                    <a:pt x="165640" y="161678"/>
                  </a:moveTo>
                  <a:lnTo>
                    <a:pt x="160634" y="35424"/>
                  </a:lnTo>
                  <a:lnTo>
                    <a:pt x="59198" y="98360"/>
                  </a:lnTo>
                  <a:lnTo>
                    <a:pt x="59177" y="97957"/>
                  </a:lnTo>
                  <a:cubicBezTo>
                    <a:pt x="32301" y="89324"/>
                    <a:pt x="35547" y="111300"/>
                    <a:pt x="35547" y="111300"/>
                  </a:cubicBezTo>
                  <a:lnTo>
                    <a:pt x="48720" y="218208"/>
                  </a:lnTo>
                  <a:lnTo>
                    <a:pt x="64268" y="226014"/>
                  </a:lnTo>
                  <a:lnTo>
                    <a:pt x="165640" y="161678"/>
                  </a:lnTo>
                  <a:close/>
                </a:path>
              </a:pathLst>
            </a:custGeom>
            <a:solidFill>
              <a:srgbClr val="333334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07CC76D-02DD-4836-8321-624BAAE55CF3}"/>
                </a:ext>
              </a:extLst>
            </p:cNvPr>
            <p:cNvSpPr/>
            <p:nvPr/>
          </p:nvSpPr>
          <p:spPr>
            <a:xfrm>
              <a:off x="6525062" y="4631315"/>
              <a:ext cx="219286" cy="219286"/>
            </a:xfrm>
            <a:custGeom>
              <a:avLst/>
              <a:gdLst>
                <a:gd name="connsiteX0" fmla="*/ 70734 w 148484"/>
                <a:gd name="connsiteY0" fmla="*/ 67583 h 148484"/>
                <a:gd name="connsiteX1" fmla="*/ 110677 w 148484"/>
                <a:gd name="connsiteY1" fmla="*/ 35977 h 148484"/>
                <a:gd name="connsiteX2" fmla="*/ 127095 w 148484"/>
                <a:gd name="connsiteY2" fmla="*/ 53520 h 148484"/>
                <a:gd name="connsiteX3" fmla="*/ 64095 w 148484"/>
                <a:gd name="connsiteY3" fmla="*/ 109392 h 148484"/>
                <a:gd name="connsiteX4" fmla="*/ 39256 w 148484"/>
                <a:gd name="connsiteY4" fmla="*/ 111831 h 148484"/>
                <a:gd name="connsiteX5" fmla="*/ 36159 w 148484"/>
                <a:gd name="connsiteY5" fmla="*/ 61580 h 148484"/>
                <a:gd name="connsiteX6" fmla="*/ 58559 w 148484"/>
                <a:gd name="connsiteY6" fmla="*/ 59162 h 148484"/>
                <a:gd name="connsiteX7" fmla="*/ 58262 w 148484"/>
                <a:gd name="connsiteY7" fmla="*/ 82453 h 148484"/>
                <a:gd name="connsiteX8" fmla="*/ 70734 w 148484"/>
                <a:gd name="connsiteY8" fmla="*/ 67583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484" h="148484">
                  <a:moveTo>
                    <a:pt x="70734" y="67583"/>
                  </a:moveTo>
                  <a:cubicBezTo>
                    <a:pt x="70734" y="67583"/>
                    <a:pt x="93728" y="37250"/>
                    <a:pt x="110677" y="35977"/>
                  </a:cubicBezTo>
                  <a:cubicBezTo>
                    <a:pt x="119734" y="33559"/>
                    <a:pt x="130722" y="39011"/>
                    <a:pt x="127095" y="53520"/>
                  </a:cubicBezTo>
                  <a:cubicBezTo>
                    <a:pt x="123467" y="68113"/>
                    <a:pt x="64095" y="109392"/>
                    <a:pt x="64095" y="109392"/>
                  </a:cubicBezTo>
                  <a:cubicBezTo>
                    <a:pt x="64095" y="109392"/>
                    <a:pt x="45980" y="120953"/>
                    <a:pt x="39256" y="111831"/>
                  </a:cubicBezTo>
                  <a:cubicBezTo>
                    <a:pt x="36456" y="108034"/>
                    <a:pt x="34207" y="67668"/>
                    <a:pt x="36159" y="61580"/>
                  </a:cubicBezTo>
                  <a:cubicBezTo>
                    <a:pt x="56119" y="45947"/>
                    <a:pt x="58559" y="59162"/>
                    <a:pt x="58559" y="59162"/>
                  </a:cubicBezTo>
                  <a:lnTo>
                    <a:pt x="58262" y="82453"/>
                  </a:lnTo>
                  <a:cubicBezTo>
                    <a:pt x="58262" y="82453"/>
                    <a:pt x="61062" y="77913"/>
                    <a:pt x="70734" y="67583"/>
                  </a:cubicBezTo>
                  <a:close/>
                </a:path>
              </a:pathLst>
            </a:custGeom>
            <a:solidFill>
              <a:srgbClr val="30B44A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4441D42F-2498-4794-988F-D2136795941F}"/>
                </a:ext>
              </a:extLst>
            </p:cNvPr>
            <p:cNvSpPr/>
            <p:nvPr/>
          </p:nvSpPr>
          <p:spPr>
            <a:xfrm>
              <a:off x="6629479" y="4511851"/>
              <a:ext cx="187960" cy="187960"/>
            </a:xfrm>
            <a:custGeom>
              <a:avLst/>
              <a:gdLst>
                <a:gd name="connsiteX0" fmla="*/ 66637 w 127272"/>
                <a:gd name="connsiteY0" fmla="*/ 65409 h 127272"/>
                <a:gd name="connsiteX1" fmla="*/ 38149 w 127272"/>
                <a:gd name="connsiteY1" fmla="*/ 53615 h 127272"/>
                <a:gd name="connsiteX2" fmla="*/ 35667 w 127272"/>
                <a:gd name="connsiteY2" fmla="*/ 43455 h 127272"/>
                <a:gd name="connsiteX3" fmla="*/ 42158 w 127272"/>
                <a:gd name="connsiteY3" fmla="*/ 44791 h 127272"/>
                <a:gd name="connsiteX4" fmla="*/ 60782 w 127272"/>
                <a:gd name="connsiteY4" fmla="*/ 35436 h 127272"/>
                <a:gd name="connsiteX5" fmla="*/ 92791 w 127272"/>
                <a:gd name="connsiteY5" fmla="*/ 45152 h 127272"/>
                <a:gd name="connsiteX6" fmla="*/ 88400 w 127272"/>
                <a:gd name="connsiteY6" fmla="*/ 92518 h 127272"/>
                <a:gd name="connsiteX7" fmla="*/ 73807 w 127272"/>
                <a:gd name="connsiteY7" fmla="*/ 106476 h 127272"/>
                <a:gd name="connsiteX8" fmla="*/ 68694 w 127272"/>
                <a:gd name="connsiteY8" fmla="*/ 102360 h 127272"/>
                <a:gd name="connsiteX9" fmla="*/ 69373 w 127272"/>
                <a:gd name="connsiteY9" fmla="*/ 92369 h 127272"/>
                <a:gd name="connsiteX10" fmla="*/ 80191 w 127272"/>
                <a:gd name="connsiteY10" fmla="*/ 70521 h 127272"/>
                <a:gd name="connsiteX11" fmla="*/ 71176 w 127272"/>
                <a:gd name="connsiteY11" fmla="*/ 68336 h 127272"/>
                <a:gd name="connsiteX12" fmla="*/ 67761 w 127272"/>
                <a:gd name="connsiteY12" fmla="*/ 75527 h 127272"/>
                <a:gd name="connsiteX13" fmla="*/ 65895 w 127272"/>
                <a:gd name="connsiteY13" fmla="*/ 80936 h 127272"/>
                <a:gd name="connsiteX14" fmla="*/ 64813 w 127272"/>
                <a:gd name="connsiteY14" fmla="*/ 78688 h 127272"/>
                <a:gd name="connsiteX15" fmla="*/ 65598 w 127272"/>
                <a:gd name="connsiteY15" fmla="*/ 73873 h 127272"/>
                <a:gd name="connsiteX16" fmla="*/ 66128 w 127272"/>
                <a:gd name="connsiteY16" fmla="*/ 69418 h 127272"/>
                <a:gd name="connsiteX17" fmla="*/ 66637 w 127272"/>
                <a:gd name="connsiteY17" fmla="*/ 65409 h 12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72" h="127272">
                  <a:moveTo>
                    <a:pt x="66637" y="65409"/>
                  </a:moveTo>
                  <a:cubicBezTo>
                    <a:pt x="66637" y="65409"/>
                    <a:pt x="39995" y="60361"/>
                    <a:pt x="38149" y="53615"/>
                  </a:cubicBezTo>
                  <a:cubicBezTo>
                    <a:pt x="38149" y="53615"/>
                    <a:pt x="34458" y="49542"/>
                    <a:pt x="35667" y="43455"/>
                  </a:cubicBezTo>
                  <a:cubicBezTo>
                    <a:pt x="35667" y="43455"/>
                    <a:pt x="39570" y="45682"/>
                    <a:pt x="42158" y="44791"/>
                  </a:cubicBezTo>
                  <a:cubicBezTo>
                    <a:pt x="44810" y="43879"/>
                    <a:pt x="48967" y="37303"/>
                    <a:pt x="60782" y="35436"/>
                  </a:cubicBezTo>
                  <a:cubicBezTo>
                    <a:pt x="60782" y="35436"/>
                    <a:pt x="81507" y="34673"/>
                    <a:pt x="92791" y="45152"/>
                  </a:cubicBezTo>
                  <a:cubicBezTo>
                    <a:pt x="92791" y="45152"/>
                    <a:pt x="112900" y="66151"/>
                    <a:pt x="88400" y="92518"/>
                  </a:cubicBezTo>
                  <a:cubicBezTo>
                    <a:pt x="87213" y="93791"/>
                    <a:pt x="75122" y="102763"/>
                    <a:pt x="73807" y="106476"/>
                  </a:cubicBezTo>
                  <a:lnTo>
                    <a:pt x="68694" y="102360"/>
                  </a:lnTo>
                  <a:lnTo>
                    <a:pt x="69373" y="92369"/>
                  </a:lnTo>
                  <a:cubicBezTo>
                    <a:pt x="69373" y="92369"/>
                    <a:pt x="83204" y="78051"/>
                    <a:pt x="80191" y="70521"/>
                  </a:cubicBezTo>
                  <a:cubicBezTo>
                    <a:pt x="79216" y="67954"/>
                    <a:pt x="73510" y="65876"/>
                    <a:pt x="71176" y="68336"/>
                  </a:cubicBezTo>
                  <a:cubicBezTo>
                    <a:pt x="68949" y="70839"/>
                    <a:pt x="68207" y="74233"/>
                    <a:pt x="67761" y="75527"/>
                  </a:cubicBezTo>
                  <a:cubicBezTo>
                    <a:pt x="67337" y="76842"/>
                    <a:pt x="65895" y="80936"/>
                    <a:pt x="65895" y="80936"/>
                  </a:cubicBezTo>
                  <a:lnTo>
                    <a:pt x="64813" y="78688"/>
                  </a:lnTo>
                  <a:lnTo>
                    <a:pt x="65598" y="73873"/>
                  </a:lnTo>
                  <a:cubicBezTo>
                    <a:pt x="65598" y="73873"/>
                    <a:pt x="66149" y="70776"/>
                    <a:pt x="66128" y="69418"/>
                  </a:cubicBezTo>
                  <a:cubicBezTo>
                    <a:pt x="66192" y="68082"/>
                    <a:pt x="66637" y="65409"/>
                    <a:pt x="66637" y="65409"/>
                  </a:cubicBezTo>
                  <a:close/>
                </a:path>
              </a:pathLst>
            </a:custGeom>
            <a:solidFill>
              <a:srgbClr val="00180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D123C38F-7C16-413F-9FD3-3BD63D2617F7}"/>
                </a:ext>
              </a:extLst>
            </p:cNvPr>
            <p:cNvSpPr/>
            <p:nvPr/>
          </p:nvSpPr>
          <p:spPr>
            <a:xfrm>
              <a:off x="6623441" y="4406548"/>
              <a:ext cx="281940" cy="219286"/>
            </a:xfrm>
            <a:custGeom>
              <a:avLst/>
              <a:gdLst>
                <a:gd name="connsiteX0" fmla="*/ 41685 w 190908"/>
                <a:gd name="connsiteY0" fmla="*/ 64421 h 148484"/>
                <a:gd name="connsiteX1" fmla="*/ 35449 w 190908"/>
                <a:gd name="connsiteY1" fmla="*/ 78718 h 148484"/>
                <a:gd name="connsiteX2" fmla="*/ 113361 w 190908"/>
                <a:gd name="connsiteY2" fmla="*/ 123115 h 148484"/>
                <a:gd name="connsiteX3" fmla="*/ 161024 w 190908"/>
                <a:gd name="connsiteY3" fmla="*/ 72991 h 148484"/>
                <a:gd name="connsiteX4" fmla="*/ 88988 w 190908"/>
                <a:gd name="connsiteY4" fmla="*/ 35424 h 148484"/>
                <a:gd name="connsiteX5" fmla="*/ 41685 w 190908"/>
                <a:gd name="connsiteY5" fmla="*/ 64421 h 14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908" h="148484">
                  <a:moveTo>
                    <a:pt x="41685" y="64421"/>
                  </a:moveTo>
                  <a:cubicBezTo>
                    <a:pt x="37909" y="66712"/>
                    <a:pt x="35131" y="73118"/>
                    <a:pt x="35449" y="78718"/>
                  </a:cubicBezTo>
                  <a:cubicBezTo>
                    <a:pt x="35831" y="84297"/>
                    <a:pt x="109542" y="125427"/>
                    <a:pt x="113361" y="123115"/>
                  </a:cubicBezTo>
                  <a:lnTo>
                    <a:pt x="161024" y="72991"/>
                  </a:lnTo>
                  <a:lnTo>
                    <a:pt x="88988" y="35424"/>
                  </a:lnTo>
                  <a:lnTo>
                    <a:pt x="41685" y="64421"/>
                  </a:lnTo>
                  <a:close/>
                </a:path>
              </a:pathLst>
            </a:custGeom>
            <a:solidFill>
              <a:srgbClr val="E6E7E8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9BFCD3A0-AA36-46EF-93B9-39FDF936A5B3}"/>
                </a:ext>
              </a:extLst>
            </p:cNvPr>
            <p:cNvSpPr/>
            <p:nvPr/>
          </p:nvSpPr>
          <p:spPr>
            <a:xfrm>
              <a:off x="6729952" y="4461872"/>
              <a:ext cx="156633" cy="156633"/>
            </a:xfrm>
            <a:custGeom>
              <a:avLst/>
              <a:gdLst>
                <a:gd name="connsiteX0" fmla="*/ 41707 w 106060"/>
                <a:gd name="connsiteY0" fmla="*/ 64400 h 106060"/>
                <a:gd name="connsiteX1" fmla="*/ 35449 w 106060"/>
                <a:gd name="connsiteY1" fmla="*/ 78718 h 106060"/>
                <a:gd name="connsiteX2" fmla="*/ 42958 w 106060"/>
                <a:gd name="connsiteY2" fmla="*/ 84594 h 106060"/>
                <a:gd name="connsiteX3" fmla="*/ 90261 w 106060"/>
                <a:gd name="connsiteY3" fmla="*/ 55639 h 106060"/>
                <a:gd name="connsiteX4" fmla="*/ 88988 w 106060"/>
                <a:gd name="connsiteY4" fmla="*/ 35424 h 106060"/>
                <a:gd name="connsiteX5" fmla="*/ 41707 w 106060"/>
                <a:gd name="connsiteY5" fmla="*/ 6440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60" h="106060">
                  <a:moveTo>
                    <a:pt x="41707" y="64400"/>
                  </a:moveTo>
                  <a:cubicBezTo>
                    <a:pt x="37910" y="66733"/>
                    <a:pt x="35131" y="73118"/>
                    <a:pt x="35449" y="78718"/>
                  </a:cubicBezTo>
                  <a:cubicBezTo>
                    <a:pt x="35810" y="84275"/>
                    <a:pt x="39161" y="86927"/>
                    <a:pt x="42958" y="84594"/>
                  </a:cubicBezTo>
                  <a:lnTo>
                    <a:pt x="90261" y="55639"/>
                  </a:lnTo>
                  <a:lnTo>
                    <a:pt x="88988" y="35424"/>
                  </a:lnTo>
                  <a:lnTo>
                    <a:pt x="41707" y="64400"/>
                  </a:lnTo>
                  <a:close/>
                </a:path>
              </a:pathLst>
            </a:custGeom>
            <a:solidFill>
              <a:srgbClr val="ABADB0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43256E0-BF2C-42E1-81CD-A9604070BEAD}"/>
                </a:ext>
              </a:extLst>
            </p:cNvPr>
            <p:cNvSpPr/>
            <p:nvPr/>
          </p:nvSpPr>
          <p:spPr>
            <a:xfrm>
              <a:off x="6739659" y="4487349"/>
              <a:ext cx="93980" cy="93980"/>
            </a:xfrm>
            <a:custGeom>
              <a:avLst/>
              <a:gdLst>
                <a:gd name="connsiteX0" fmla="*/ 35473 w 63636"/>
                <a:gd name="connsiteY0" fmla="*/ 38558 h 63636"/>
                <a:gd name="connsiteX1" fmla="*/ 35918 w 63636"/>
                <a:gd name="connsiteY1" fmla="*/ 38664 h 63636"/>
                <a:gd name="connsiteX2" fmla="*/ 39970 w 63636"/>
                <a:gd name="connsiteY2" fmla="*/ 36076 h 63636"/>
                <a:gd name="connsiteX3" fmla="*/ 40054 w 63636"/>
                <a:gd name="connsiteY3" fmla="*/ 35631 h 63636"/>
                <a:gd name="connsiteX4" fmla="*/ 40054 w 63636"/>
                <a:gd name="connsiteY4" fmla="*/ 35631 h 63636"/>
                <a:gd name="connsiteX5" fmla="*/ 39609 w 63636"/>
                <a:gd name="connsiteY5" fmla="*/ 35461 h 63636"/>
                <a:gd name="connsiteX6" fmla="*/ 35579 w 63636"/>
                <a:gd name="connsiteY6" fmla="*/ 38091 h 63636"/>
                <a:gd name="connsiteX7" fmla="*/ 35473 w 63636"/>
                <a:gd name="connsiteY7" fmla="*/ 38558 h 63636"/>
                <a:gd name="connsiteX8" fmla="*/ 35473 w 63636"/>
                <a:gd name="connsiteY8" fmla="*/ 3855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473" y="38558"/>
                  </a:moveTo>
                  <a:cubicBezTo>
                    <a:pt x="35600" y="38706"/>
                    <a:pt x="35833" y="38770"/>
                    <a:pt x="35918" y="38664"/>
                  </a:cubicBezTo>
                  <a:lnTo>
                    <a:pt x="39970" y="36076"/>
                  </a:lnTo>
                  <a:cubicBezTo>
                    <a:pt x="40097" y="35970"/>
                    <a:pt x="40160" y="35779"/>
                    <a:pt x="40054" y="35631"/>
                  </a:cubicBezTo>
                  <a:lnTo>
                    <a:pt x="40054" y="35631"/>
                  </a:lnTo>
                  <a:cubicBezTo>
                    <a:pt x="39927" y="35440"/>
                    <a:pt x="39736" y="35376"/>
                    <a:pt x="39609" y="35461"/>
                  </a:cubicBezTo>
                  <a:lnTo>
                    <a:pt x="35579" y="38091"/>
                  </a:lnTo>
                  <a:cubicBezTo>
                    <a:pt x="35409" y="38176"/>
                    <a:pt x="35388" y="38388"/>
                    <a:pt x="35473" y="38558"/>
                  </a:cubicBezTo>
                  <a:lnTo>
                    <a:pt x="35473" y="38558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5AF3963-841D-439F-9BAB-E15811374C9E}"/>
                </a:ext>
              </a:extLst>
            </p:cNvPr>
            <p:cNvSpPr/>
            <p:nvPr/>
          </p:nvSpPr>
          <p:spPr>
            <a:xfrm>
              <a:off x="6736458" y="4487043"/>
              <a:ext cx="93980" cy="93980"/>
            </a:xfrm>
            <a:custGeom>
              <a:avLst/>
              <a:gdLst>
                <a:gd name="connsiteX0" fmla="*/ 35478 w 63636"/>
                <a:gd name="connsiteY0" fmla="*/ 38510 h 63636"/>
                <a:gd name="connsiteX1" fmla="*/ 35923 w 63636"/>
                <a:gd name="connsiteY1" fmla="*/ 38616 h 63636"/>
                <a:gd name="connsiteX2" fmla="*/ 39975 w 63636"/>
                <a:gd name="connsiteY2" fmla="*/ 36049 h 63636"/>
                <a:gd name="connsiteX3" fmla="*/ 40059 w 63636"/>
                <a:gd name="connsiteY3" fmla="*/ 35583 h 63636"/>
                <a:gd name="connsiteX4" fmla="*/ 40059 w 63636"/>
                <a:gd name="connsiteY4" fmla="*/ 35583 h 63636"/>
                <a:gd name="connsiteX5" fmla="*/ 39614 w 63636"/>
                <a:gd name="connsiteY5" fmla="*/ 35477 h 63636"/>
                <a:gd name="connsiteX6" fmla="*/ 35563 w 63636"/>
                <a:gd name="connsiteY6" fmla="*/ 38043 h 63636"/>
                <a:gd name="connsiteX7" fmla="*/ 35478 w 63636"/>
                <a:gd name="connsiteY7" fmla="*/ 38510 h 63636"/>
                <a:gd name="connsiteX8" fmla="*/ 35478 w 63636"/>
                <a:gd name="connsiteY8" fmla="*/ 3851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478" y="38510"/>
                  </a:moveTo>
                  <a:cubicBezTo>
                    <a:pt x="35584" y="38680"/>
                    <a:pt x="35796" y="38722"/>
                    <a:pt x="35923" y="38616"/>
                  </a:cubicBezTo>
                  <a:lnTo>
                    <a:pt x="39975" y="36049"/>
                  </a:lnTo>
                  <a:cubicBezTo>
                    <a:pt x="40102" y="35943"/>
                    <a:pt x="40165" y="35731"/>
                    <a:pt x="40059" y="35583"/>
                  </a:cubicBezTo>
                  <a:lnTo>
                    <a:pt x="40059" y="35583"/>
                  </a:lnTo>
                  <a:cubicBezTo>
                    <a:pt x="39953" y="35434"/>
                    <a:pt x="39699" y="35371"/>
                    <a:pt x="39614" y="35477"/>
                  </a:cubicBezTo>
                  <a:lnTo>
                    <a:pt x="35563" y="38043"/>
                  </a:lnTo>
                  <a:cubicBezTo>
                    <a:pt x="35435" y="38128"/>
                    <a:pt x="35372" y="38340"/>
                    <a:pt x="35478" y="38510"/>
                  </a:cubicBezTo>
                  <a:lnTo>
                    <a:pt x="35478" y="38510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89FE8F32-C9CF-4E33-9054-BDF3968CD051}"/>
                </a:ext>
              </a:extLst>
            </p:cNvPr>
            <p:cNvSpPr/>
            <p:nvPr/>
          </p:nvSpPr>
          <p:spPr>
            <a:xfrm>
              <a:off x="6734724" y="4485816"/>
              <a:ext cx="93980" cy="93980"/>
            </a:xfrm>
            <a:custGeom>
              <a:avLst/>
              <a:gdLst>
                <a:gd name="connsiteX0" fmla="*/ 35506 w 63636"/>
                <a:gd name="connsiteY0" fmla="*/ 38514 h 63636"/>
                <a:gd name="connsiteX1" fmla="*/ 35951 w 63636"/>
                <a:gd name="connsiteY1" fmla="*/ 38642 h 63636"/>
                <a:gd name="connsiteX2" fmla="*/ 40003 w 63636"/>
                <a:gd name="connsiteY2" fmla="*/ 36054 h 63636"/>
                <a:gd name="connsiteX3" fmla="*/ 40088 w 63636"/>
                <a:gd name="connsiteY3" fmla="*/ 35608 h 63636"/>
                <a:gd name="connsiteX4" fmla="*/ 40088 w 63636"/>
                <a:gd name="connsiteY4" fmla="*/ 35608 h 63636"/>
                <a:gd name="connsiteX5" fmla="*/ 39621 w 63636"/>
                <a:gd name="connsiteY5" fmla="*/ 35481 h 63636"/>
                <a:gd name="connsiteX6" fmla="*/ 35570 w 63636"/>
                <a:gd name="connsiteY6" fmla="*/ 38069 h 63636"/>
                <a:gd name="connsiteX7" fmla="*/ 35506 w 63636"/>
                <a:gd name="connsiteY7" fmla="*/ 38514 h 63636"/>
                <a:gd name="connsiteX8" fmla="*/ 35506 w 63636"/>
                <a:gd name="connsiteY8" fmla="*/ 3851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506" y="38514"/>
                  </a:moveTo>
                  <a:cubicBezTo>
                    <a:pt x="35591" y="38705"/>
                    <a:pt x="35803" y="38726"/>
                    <a:pt x="35951" y="38642"/>
                  </a:cubicBezTo>
                  <a:lnTo>
                    <a:pt x="40003" y="36054"/>
                  </a:lnTo>
                  <a:cubicBezTo>
                    <a:pt x="40130" y="35969"/>
                    <a:pt x="40194" y="35735"/>
                    <a:pt x="40088" y="35608"/>
                  </a:cubicBezTo>
                  <a:lnTo>
                    <a:pt x="40088" y="35608"/>
                  </a:lnTo>
                  <a:cubicBezTo>
                    <a:pt x="39960" y="35417"/>
                    <a:pt x="39727" y="35375"/>
                    <a:pt x="39621" y="35481"/>
                  </a:cubicBezTo>
                  <a:lnTo>
                    <a:pt x="35570" y="38069"/>
                  </a:lnTo>
                  <a:cubicBezTo>
                    <a:pt x="35400" y="38132"/>
                    <a:pt x="35379" y="38345"/>
                    <a:pt x="35506" y="38514"/>
                  </a:cubicBezTo>
                  <a:lnTo>
                    <a:pt x="35506" y="38514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EFEE048D-FF7C-4321-BFCC-9347ED825DB5}"/>
                </a:ext>
              </a:extLst>
            </p:cNvPr>
            <p:cNvSpPr/>
            <p:nvPr/>
          </p:nvSpPr>
          <p:spPr>
            <a:xfrm>
              <a:off x="6734662" y="4483348"/>
              <a:ext cx="93980" cy="93980"/>
            </a:xfrm>
            <a:custGeom>
              <a:avLst/>
              <a:gdLst>
                <a:gd name="connsiteX0" fmla="*/ 35484 w 63636"/>
                <a:gd name="connsiteY0" fmla="*/ 38530 h 63636"/>
                <a:gd name="connsiteX1" fmla="*/ 35930 w 63636"/>
                <a:gd name="connsiteY1" fmla="*/ 38636 h 63636"/>
                <a:gd name="connsiteX2" fmla="*/ 39981 w 63636"/>
                <a:gd name="connsiteY2" fmla="*/ 36070 h 63636"/>
                <a:gd name="connsiteX3" fmla="*/ 40045 w 63636"/>
                <a:gd name="connsiteY3" fmla="*/ 35603 h 63636"/>
                <a:gd name="connsiteX4" fmla="*/ 40045 w 63636"/>
                <a:gd name="connsiteY4" fmla="*/ 35603 h 63636"/>
                <a:gd name="connsiteX5" fmla="*/ 39620 w 63636"/>
                <a:gd name="connsiteY5" fmla="*/ 35476 h 63636"/>
                <a:gd name="connsiteX6" fmla="*/ 35548 w 63636"/>
                <a:gd name="connsiteY6" fmla="*/ 38064 h 63636"/>
                <a:gd name="connsiteX7" fmla="*/ 35484 w 63636"/>
                <a:gd name="connsiteY7" fmla="*/ 38530 h 63636"/>
                <a:gd name="connsiteX8" fmla="*/ 35484 w 63636"/>
                <a:gd name="connsiteY8" fmla="*/ 3853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484" y="38530"/>
                  </a:moveTo>
                  <a:cubicBezTo>
                    <a:pt x="35590" y="38679"/>
                    <a:pt x="35802" y="38743"/>
                    <a:pt x="35930" y="38636"/>
                  </a:cubicBezTo>
                  <a:lnTo>
                    <a:pt x="39981" y="36070"/>
                  </a:lnTo>
                  <a:cubicBezTo>
                    <a:pt x="40108" y="35964"/>
                    <a:pt x="40151" y="35731"/>
                    <a:pt x="40045" y="35603"/>
                  </a:cubicBezTo>
                  <a:lnTo>
                    <a:pt x="40045" y="35603"/>
                  </a:lnTo>
                  <a:cubicBezTo>
                    <a:pt x="39939" y="35434"/>
                    <a:pt x="39727" y="35370"/>
                    <a:pt x="39620" y="35476"/>
                  </a:cubicBezTo>
                  <a:lnTo>
                    <a:pt x="35548" y="38064"/>
                  </a:lnTo>
                  <a:cubicBezTo>
                    <a:pt x="35421" y="38149"/>
                    <a:pt x="35378" y="38339"/>
                    <a:pt x="35484" y="38530"/>
                  </a:cubicBezTo>
                  <a:lnTo>
                    <a:pt x="35484" y="38530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8AD75FE1-3BC7-447E-A111-056CB2BDAD43}"/>
                </a:ext>
              </a:extLst>
            </p:cNvPr>
            <p:cNvSpPr/>
            <p:nvPr/>
          </p:nvSpPr>
          <p:spPr>
            <a:xfrm>
              <a:off x="6748085" y="4481812"/>
              <a:ext cx="93980" cy="93980"/>
            </a:xfrm>
            <a:custGeom>
              <a:avLst/>
              <a:gdLst>
                <a:gd name="connsiteX0" fmla="*/ 35474 w 63636"/>
                <a:gd name="connsiteY0" fmla="*/ 38531 h 63636"/>
                <a:gd name="connsiteX1" fmla="*/ 35919 w 63636"/>
                <a:gd name="connsiteY1" fmla="*/ 38659 h 63636"/>
                <a:gd name="connsiteX2" fmla="*/ 39971 w 63636"/>
                <a:gd name="connsiteY2" fmla="*/ 36049 h 63636"/>
                <a:gd name="connsiteX3" fmla="*/ 40013 w 63636"/>
                <a:gd name="connsiteY3" fmla="*/ 35583 h 63636"/>
                <a:gd name="connsiteX4" fmla="*/ 40013 w 63636"/>
                <a:gd name="connsiteY4" fmla="*/ 35583 h 63636"/>
                <a:gd name="connsiteX5" fmla="*/ 39589 w 63636"/>
                <a:gd name="connsiteY5" fmla="*/ 35477 h 63636"/>
                <a:gd name="connsiteX6" fmla="*/ 35558 w 63636"/>
                <a:gd name="connsiteY6" fmla="*/ 38065 h 63636"/>
                <a:gd name="connsiteX7" fmla="*/ 35474 w 63636"/>
                <a:gd name="connsiteY7" fmla="*/ 38531 h 63636"/>
                <a:gd name="connsiteX8" fmla="*/ 35474 w 63636"/>
                <a:gd name="connsiteY8" fmla="*/ 3853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474" y="38531"/>
                  </a:moveTo>
                  <a:cubicBezTo>
                    <a:pt x="35580" y="38680"/>
                    <a:pt x="35792" y="38722"/>
                    <a:pt x="35919" y="38659"/>
                  </a:cubicBezTo>
                  <a:lnTo>
                    <a:pt x="39971" y="36049"/>
                  </a:lnTo>
                  <a:cubicBezTo>
                    <a:pt x="40077" y="35943"/>
                    <a:pt x="40162" y="35710"/>
                    <a:pt x="40013" y="35583"/>
                  </a:cubicBezTo>
                  <a:lnTo>
                    <a:pt x="40013" y="35583"/>
                  </a:lnTo>
                  <a:cubicBezTo>
                    <a:pt x="39949" y="35434"/>
                    <a:pt x="39737" y="35371"/>
                    <a:pt x="39589" y="35477"/>
                  </a:cubicBezTo>
                  <a:lnTo>
                    <a:pt x="35558" y="38065"/>
                  </a:lnTo>
                  <a:cubicBezTo>
                    <a:pt x="35410" y="38149"/>
                    <a:pt x="35389" y="38340"/>
                    <a:pt x="35474" y="38531"/>
                  </a:cubicBezTo>
                  <a:lnTo>
                    <a:pt x="35474" y="38531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CC148460-EADC-4215-B89B-D701A7C7850D}"/>
                </a:ext>
              </a:extLst>
            </p:cNvPr>
            <p:cNvSpPr/>
            <p:nvPr/>
          </p:nvSpPr>
          <p:spPr>
            <a:xfrm>
              <a:off x="6747506" y="4479634"/>
              <a:ext cx="93980" cy="93980"/>
            </a:xfrm>
            <a:custGeom>
              <a:avLst/>
              <a:gdLst>
                <a:gd name="connsiteX0" fmla="*/ 35506 w 63636"/>
                <a:gd name="connsiteY0" fmla="*/ 38500 h 63636"/>
                <a:gd name="connsiteX1" fmla="*/ 35951 w 63636"/>
                <a:gd name="connsiteY1" fmla="*/ 38648 h 63636"/>
                <a:gd name="connsiteX2" fmla="*/ 39982 w 63636"/>
                <a:gd name="connsiteY2" fmla="*/ 36060 h 63636"/>
                <a:gd name="connsiteX3" fmla="*/ 40066 w 63636"/>
                <a:gd name="connsiteY3" fmla="*/ 35594 h 63636"/>
                <a:gd name="connsiteX4" fmla="*/ 40066 w 63636"/>
                <a:gd name="connsiteY4" fmla="*/ 35594 h 63636"/>
                <a:gd name="connsiteX5" fmla="*/ 39621 w 63636"/>
                <a:gd name="connsiteY5" fmla="*/ 35466 h 63636"/>
                <a:gd name="connsiteX6" fmla="*/ 35570 w 63636"/>
                <a:gd name="connsiteY6" fmla="*/ 38054 h 63636"/>
                <a:gd name="connsiteX7" fmla="*/ 35506 w 63636"/>
                <a:gd name="connsiteY7" fmla="*/ 38500 h 63636"/>
                <a:gd name="connsiteX8" fmla="*/ 35506 w 63636"/>
                <a:gd name="connsiteY8" fmla="*/ 38500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506" y="38500"/>
                  </a:moveTo>
                  <a:cubicBezTo>
                    <a:pt x="35591" y="38691"/>
                    <a:pt x="35824" y="38754"/>
                    <a:pt x="35951" y="38648"/>
                  </a:cubicBezTo>
                  <a:lnTo>
                    <a:pt x="39982" y="36060"/>
                  </a:lnTo>
                  <a:cubicBezTo>
                    <a:pt x="40130" y="35954"/>
                    <a:pt x="40151" y="35742"/>
                    <a:pt x="40066" y="35594"/>
                  </a:cubicBezTo>
                  <a:lnTo>
                    <a:pt x="40066" y="35594"/>
                  </a:lnTo>
                  <a:cubicBezTo>
                    <a:pt x="39960" y="35424"/>
                    <a:pt x="39727" y="35382"/>
                    <a:pt x="39621" y="35466"/>
                  </a:cubicBezTo>
                  <a:lnTo>
                    <a:pt x="35570" y="38054"/>
                  </a:lnTo>
                  <a:cubicBezTo>
                    <a:pt x="35400" y="38118"/>
                    <a:pt x="35379" y="38373"/>
                    <a:pt x="35506" y="38500"/>
                  </a:cubicBezTo>
                  <a:lnTo>
                    <a:pt x="35506" y="38500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3C89CFF8-828F-441D-8867-376BD53869D9}"/>
                </a:ext>
              </a:extLst>
            </p:cNvPr>
            <p:cNvSpPr/>
            <p:nvPr/>
          </p:nvSpPr>
          <p:spPr>
            <a:xfrm>
              <a:off x="6745748" y="4478356"/>
              <a:ext cx="93980" cy="93980"/>
            </a:xfrm>
            <a:custGeom>
              <a:avLst/>
              <a:gdLst>
                <a:gd name="connsiteX0" fmla="*/ 35508 w 63636"/>
                <a:gd name="connsiteY0" fmla="*/ 38559 h 63636"/>
                <a:gd name="connsiteX1" fmla="*/ 35953 w 63636"/>
                <a:gd name="connsiteY1" fmla="*/ 38643 h 63636"/>
                <a:gd name="connsiteX2" fmla="*/ 39962 w 63636"/>
                <a:gd name="connsiteY2" fmla="*/ 36055 h 63636"/>
                <a:gd name="connsiteX3" fmla="*/ 40068 w 63636"/>
                <a:gd name="connsiteY3" fmla="*/ 35610 h 63636"/>
                <a:gd name="connsiteX4" fmla="*/ 40068 w 63636"/>
                <a:gd name="connsiteY4" fmla="*/ 35610 h 63636"/>
                <a:gd name="connsiteX5" fmla="*/ 39602 w 63636"/>
                <a:gd name="connsiteY5" fmla="*/ 35461 h 63636"/>
                <a:gd name="connsiteX6" fmla="*/ 35550 w 63636"/>
                <a:gd name="connsiteY6" fmla="*/ 38071 h 63636"/>
                <a:gd name="connsiteX7" fmla="*/ 35508 w 63636"/>
                <a:gd name="connsiteY7" fmla="*/ 38559 h 63636"/>
                <a:gd name="connsiteX8" fmla="*/ 35508 w 63636"/>
                <a:gd name="connsiteY8" fmla="*/ 3855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508" y="38559"/>
                  </a:moveTo>
                  <a:cubicBezTo>
                    <a:pt x="35592" y="38707"/>
                    <a:pt x="35826" y="38771"/>
                    <a:pt x="35953" y="38643"/>
                  </a:cubicBezTo>
                  <a:lnTo>
                    <a:pt x="39962" y="36055"/>
                  </a:lnTo>
                  <a:cubicBezTo>
                    <a:pt x="40132" y="35971"/>
                    <a:pt x="40153" y="35758"/>
                    <a:pt x="40068" y="35610"/>
                  </a:cubicBezTo>
                  <a:lnTo>
                    <a:pt x="40068" y="35610"/>
                  </a:lnTo>
                  <a:cubicBezTo>
                    <a:pt x="39941" y="35440"/>
                    <a:pt x="39729" y="35377"/>
                    <a:pt x="39602" y="35461"/>
                  </a:cubicBezTo>
                  <a:lnTo>
                    <a:pt x="35550" y="38071"/>
                  </a:lnTo>
                  <a:cubicBezTo>
                    <a:pt x="35402" y="38198"/>
                    <a:pt x="35380" y="38389"/>
                    <a:pt x="35508" y="38559"/>
                  </a:cubicBezTo>
                  <a:lnTo>
                    <a:pt x="35508" y="38559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958612E0-758C-4CCF-98D2-89F33F7AE0CC}"/>
                </a:ext>
              </a:extLst>
            </p:cNvPr>
            <p:cNvSpPr/>
            <p:nvPr/>
          </p:nvSpPr>
          <p:spPr>
            <a:xfrm>
              <a:off x="6743411" y="4477628"/>
              <a:ext cx="93980" cy="93980"/>
            </a:xfrm>
            <a:custGeom>
              <a:avLst/>
              <a:gdLst>
                <a:gd name="connsiteX0" fmla="*/ 35499 w 63636"/>
                <a:gd name="connsiteY0" fmla="*/ 38522 h 63636"/>
                <a:gd name="connsiteX1" fmla="*/ 35945 w 63636"/>
                <a:gd name="connsiteY1" fmla="*/ 38628 h 63636"/>
                <a:gd name="connsiteX2" fmla="*/ 40018 w 63636"/>
                <a:gd name="connsiteY2" fmla="*/ 36040 h 63636"/>
                <a:gd name="connsiteX3" fmla="*/ 40081 w 63636"/>
                <a:gd name="connsiteY3" fmla="*/ 35573 h 63636"/>
                <a:gd name="connsiteX4" fmla="*/ 40081 w 63636"/>
                <a:gd name="connsiteY4" fmla="*/ 35573 h 63636"/>
                <a:gd name="connsiteX5" fmla="*/ 39636 w 63636"/>
                <a:gd name="connsiteY5" fmla="*/ 35467 h 63636"/>
                <a:gd name="connsiteX6" fmla="*/ 35563 w 63636"/>
                <a:gd name="connsiteY6" fmla="*/ 38055 h 63636"/>
                <a:gd name="connsiteX7" fmla="*/ 35499 w 63636"/>
                <a:gd name="connsiteY7" fmla="*/ 38522 h 63636"/>
                <a:gd name="connsiteX8" fmla="*/ 35499 w 63636"/>
                <a:gd name="connsiteY8" fmla="*/ 38522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636" h="63636">
                  <a:moveTo>
                    <a:pt x="35499" y="38522"/>
                  </a:moveTo>
                  <a:cubicBezTo>
                    <a:pt x="35606" y="38691"/>
                    <a:pt x="35796" y="38734"/>
                    <a:pt x="35945" y="38628"/>
                  </a:cubicBezTo>
                  <a:lnTo>
                    <a:pt x="40018" y="36040"/>
                  </a:lnTo>
                  <a:cubicBezTo>
                    <a:pt x="40124" y="35955"/>
                    <a:pt x="40187" y="35743"/>
                    <a:pt x="40081" y="35573"/>
                  </a:cubicBezTo>
                  <a:lnTo>
                    <a:pt x="40081" y="35573"/>
                  </a:lnTo>
                  <a:cubicBezTo>
                    <a:pt x="39975" y="35425"/>
                    <a:pt x="39763" y="35382"/>
                    <a:pt x="39636" y="35467"/>
                  </a:cubicBezTo>
                  <a:lnTo>
                    <a:pt x="35563" y="38055"/>
                  </a:lnTo>
                  <a:cubicBezTo>
                    <a:pt x="35415" y="38140"/>
                    <a:pt x="35372" y="38373"/>
                    <a:pt x="35499" y="38522"/>
                  </a:cubicBezTo>
                  <a:lnTo>
                    <a:pt x="35499" y="38522"/>
                  </a:lnTo>
                  <a:close/>
                </a:path>
              </a:pathLst>
            </a:custGeom>
            <a:solidFill>
              <a:srgbClr val="292929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7516BCF6-2400-4312-9BB6-DE854DE5EEEF}"/>
                </a:ext>
              </a:extLst>
            </p:cNvPr>
            <p:cNvSpPr/>
            <p:nvPr/>
          </p:nvSpPr>
          <p:spPr>
            <a:xfrm>
              <a:off x="6677705" y="4423340"/>
              <a:ext cx="125307" cy="93980"/>
            </a:xfrm>
            <a:custGeom>
              <a:avLst/>
              <a:gdLst>
                <a:gd name="connsiteX0" fmla="*/ 49212 w 84848"/>
                <a:gd name="connsiteY0" fmla="*/ 35445 h 63636"/>
                <a:gd name="connsiteX1" fmla="*/ 49170 w 84848"/>
                <a:gd name="connsiteY1" fmla="*/ 35424 h 63636"/>
                <a:gd name="connsiteX2" fmla="*/ 35424 w 84848"/>
                <a:gd name="connsiteY2" fmla="*/ 43930 h 63636"/>
                <a:gd name="connsiteX3" fmla="*/ 35615 w 84848"/>
                <a:gd name="connsiteY3" fmla="*/ 44015 h 63636"/>
                <a:gd name="connsiteX4" fmla="*/ 53136 w 84848"/>
                <a:gd name="connsiteY4" fmla="*/ 48342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48" h="63636">
                  <a:moveTo>
                    <a:pt x="49212" y="35445"/>
                  </a:moveTo>
                  <a:lnTo>
                    <a:pt x="49170" y="35424"/>
                  </a:lnTo>
                  <a:lnTo>
                    <a:pt x="35424" y="43930"/>
                  </a:lnTo>
                  <a:lnTo>
                    <a:pt x="35615" y="44015"/>
                  </a:lnTo>
                  <a:lnTo>
                    <a:pt x="53136" y="48342"/>
                  </a:lnTo>
                  <a:close/>
                </a:path>
              </a:pathLst>
            </a:custGeom>
            <a:solidFill>
              <a:srgbClr val="919191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EC3EA796-7FBD-462F-BB5C-474AAD858CF3}"/>
                </a:ext>
              </a:extLst>
            </p:cNvPr>
            <p:cNvSpPr/>
            <p:nvPr/>
          </p:nvSpPr>
          <p:spPr>
            <a:xfrm>
              <a:off x="6677987" y="4436027"/>
              <a:ext cx="125307" cy="93980"/>
            </a:xfrm>
            <a:custGeom>
              <a:avLst/>
              <a:gdLst>
                <a:gd name="connsiteX0" fmla="*/ 35424 w 84848"/>
                <a:gd name="connsiteY0" fmla="*/ 35424 h 63636"/>
                <a:gd name="connsiteX1" fmla="*/ 55194 w 84848"/>
                <a:gd name="connsiteY1" fmla="*/ 46772 h 63636"/>
                <a:gd name="connsiteX2" fmla="*/ 55278 w 84848"/>
                <a:gd name="connsiteY2" fmla="*/ 46730 h 63636"/>
                <a:gd name="connsiteX3" fmla="*/ 52797 w 84848"/>
                <a:gd name="connsiteY3" fmla="*/ 39688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35424" y="35424"/>
                  </a:moveTo>
                  <a:lnTo>
                    <a:pt x="55194" y="46772"/>
                  </a:lnTo>
                  <a:lnTo>
                    <a:pt x="55278" y="46730"/>
                  </a:lnTo>
                  <a:lnTo>
                    <a:pt x="52797" y="39688"/>
                  </a:lnTo>
                  <a:close/>
                </a:path>
              </a:pathLst>
            </a:custGeom>
            <a:solidFill>
              <a:srgbClr val="828282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C5AE3547-612E-46D1-9443-91B8F10F6EA1}"/>
                </a:ext>
              </a:extLst>
            </p:cNvPr>
            <p:cNvSpPr/>
            <p:nvPr/>
          </p:nvSpPr>
          <p:spPr>
            <a:xfrm>
              <a:off x="6698067" y="4423371"/>
              <a:ext cx="125307" cy="93980"/>
            </a:xfrm>
            <a:custGeom>
              <a:avLst/>
              <a:gdLst>
                <a:gd name="connsiteX0" fmla="*/ 55024 w 84848"/>
                <a:gd name="connsiteY0" fmla="*/ 46645 h 63636"/>
                <a:gd name="connsiteX1" fmla="*/ 35424 w 84848"/>
                <a:gd name="connsiteY1" fmla="*/ 35424 h 63636"/>
                <a:gd name="connsiteX2" fmla="*/ 39306 w 84848"/>
                <a:gd name="connsiteY2" fmla="*/ 48321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848" h="63636">
                  <a:moveTo>
                    <a:pt x="55024" y="46645"/>
                  </a:moveTo>
                  <a:lnTo>
                    <a:pt x="35424" y="35424"/>
                  </a:lnTo>
                  <a:lnTo>
                    <a:pt x="39306" y="48321"/>
                  </a:lnTo>
                  <a:close/>
                </a:path>
              </a:pathLst>
            </a:custGeom>
            <a:solidFill>
              <a:srgbClr val="6B6B6B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42509350-98F7-4951-8C8D-8BC823717C90}"/>
                </a:ext>
              </a:extLst>
            </p:cNvPr>
            <p:cNvSpPr/>
            <p:nvPr/>
          </p:nvSpPr>
          <p:spPr>
            <a:xfrm>
              <a:off x="6703644" y="4439942"/>
              <a:ext cx="125307" cy="93980"/>
            </a:xfrm>
            <a:custGeom>
              <a:avLst/>
              <a:gdLst>
                <a:gd name="connsiteX0" fmla="*/ 35424 w 84848"/>
                <a:gd name="connsiteY0" fmla="*/ 37100 h 63636"/>
                <a:gd name="connsiteX1" fmla="*/ 37906 w 84848"/>
                <a:gd name="connsiteY1" fmla="*/ 44079 h 63636"/>
                <a:gd name="connsiteX2" fmla="*/ 51524 w 84848"/>
                <a:gd name="connsiteY2" fmla="*/ 35594 h 63636"/>
                <a:gd name="connsiteX3" fmla="*/ 51248 w 84848"/>
                <a:gd name="connsiteY3" fmla="*/ 3542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35424" y="37100"/>
                  </a:moveTo>
                  <a:lnTo>
                    <a:pt x="37906" y="44079"/>
                  </a:lnTo>
                  <a:lnTo>
                    <a:pt x="51524" y="35594"/>
                  </a:lnTo>
                  <a:lnTo>
                    <a:pt x="51248" y="35424"/>
                  </a:lnTo>
                  <a:close/>
                </a:path>
              </a:pathLst>
            </a:custGeom>
            <a:solidFill>
              <a:srgbClr val="424242"/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B983747D-AB14-438B-8522-7F0114954944}"/>
                </a:ext>
              </a:extLst>
            </p:cNvPr>
            <p:cNvSpPr/>
            <p:nvPr/>
          </p:nvSpPr>
          <p:spPr>
            <a:xfrm>
              <a:off x="6720246" y="4462154"/>
              <a:ext cx="62653" cy="31327"/>
            </a:xfrm>
            <a:custGeom>
              <a:avLst/>
              <a:gdLst>
                <a:gd name="connsiteX0" fmla="*/ 15909 w 42424"/>
                <a:gd name="connsiteY0" fmla="*/ 19939 h 21212"/>
                <a:gd name="connsiteX1" fmla="*/ 22336 w 42424"/>
                <a:gd name="connsiteY1" fmla="*/ 15909 h 21212"/>
                <a:gd name="connsiteX2" fmla="*/ 31754 w 42424"/>
                <a:gd name="connsiteY2" fmla="*/ 21276 h 21212"/>
                <a:gd name="connsiteX3" fmla="*/ 25285 w 42424"/>
                <a:gd name="connsiteY3" fmla="*/ 25306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21212">
                  <a:moveTo>
                    <a:pt x="15909" y="19939"/>
                  </a:moveTo>
                  <a:lnTo>
                    <a:pt x="22336" y="15909"/>
                  </a:lnTo>
                  <a:lnTo>
                    <a:pt x="31754" y="21276"/>
                  </a:lnTo>
                  <a:lnTo>
                    <a:pt x="25285" y="25306"/>
                  </a:lnTo>
                  <a:close/>
                </a:path>
              </a:pathLst>
            </a:custGeom>
            <a:solidFill>
              <a:srgbClr val="5C5C5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7D161925-C0AB-4F3A-A0B7-30C9B245C887}"/>
                </a:ext>
              </a:extLst>
            </p:cNvPr>
            <p:cNvSpPr/>
            <p:nvPr/>
          </p:nvSpPr>
          <p:spPr>
            <a:xfrm>
              <a:off x="6017220" y="2201006"/>
              <a:ext cx="438573" cy="250613"/>
            </a:xfrm>
            <a:custGeom>
              <a:avLst/>
              <a:gdLst>
                <a:gd name="connsiteX0" fmla="*/ 224780 w 296968"/>
                <a:gd name="connsiteY0" fmla="*/ 66110 h 169696"/>
                <a:gd name="connsiteX1" fmla="*/ 64056 w 296968"/>
                <a:gd name="connsiteY1" fmla="*/ 39595 h 169696"/>
                <a:gd name="connsiteX2" fmla="*/ 53344 w 296968"/>
                <a:gd name="connsiteY2" fmla="*/ 91077 h 169696"/>
                <a:gd name="connsiteX3" fmla="*/ 147356 w 296968"/>
                <a:gd name="connsiteY3" fmla="*/ 124910 h 169696"/>
                <a:gd name="connsiteX4" fmla="*/ 262898 w 296968"/>
                <a:gd name="connsiteY4" fmla="*/ 124910 h 169696"/>
                <a:gd name="connsiteX5" fmla="*/ 224780 w 296968"/>
                <a:gd name="connsiteY5" fmla="*/ 66110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6968" h="169696">
                  <a:moveTo>
                    <a:pt x="224780" y="66110"/>
                  </a:moveTo>
                  <a:cubicBezTo>
                    <a:pt x="224780" y="66110"/>
                    <a:pt x="94241" y="21926"/>
                    <a:pt x="64056" y="39595"/>
                  </a:cubicBezTo>
                  <a:cubicBezTo>
                    <a:pt x="33893" y="57265"/>
                    <a:pt x="23287" y="78922"/>
                    <a:pt x="53344" y="91077"/>
                  </a:cubicBezTo>
                  <a:cubicBezTo>
                    <a:pt x="83402" y="103231"/>
                    <a:pt x="112293" y="109468"/>
                    <a:pt x="147356" y="124910"/>
                  </a:cubicBezTo>
                  <a:cubicBezTo>
                    <a:pt x="182377" y="140352"/>
                    <a:pt x="281565" y="151892"/>
                    <a:pt x="262898" y="124910"/>
                  </a:cubicBezTo>
                  <a:cubicBezTo>
                    <a:pt x="244253" y="97928"/>
                    <a:pt x="224780" y="66110"/>
                    <a:pt x="224780" y="6611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12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0E61C4F-3FE9-4925-83EB-F4A5361513F3}"/>
                </a:ext>
              </a:extLst>
            </p:cNvPr>
            <p:cNvSpPr/>
            <p:nvPr/>
          </p:nvSpPr>
          <p:spPr>
            <a:xfrm>
              <a:off x="6260675" y="2295739"/>
              <a:ext cx="93980" cy="93980"/>
            </a:xfrm>
            <a:custGeom>
              <a:avLst/>
              <a:gdLst>
                <a:gd name="connsiteX0" fmla="*/ 16107 w 63636"/>
                <a:gd name="connsiteY0" fmla="*/ 19783 h 63636"/>
                <a:gd name="connsiteX1" fmla="*/ 16107 w 63636"/>
                <a:gd name="connsiteY1" fmla="*/ 36880 h 63636"/>
                <a:gd name="connsiteX2" fmla="*/ 21580 w 63636"/>
                <a:gd name="connsiteY2" fmla="*/ 40655 h 63636"/>
                <a:gd name="connsiteX3" fmla="*/ 23722 w 63636"/>
                <a:gd name="connsiteY3" fmla="*/ 37304 h 63636"/>
                <a:gd name="connsiteX4" fmla="*/ 46525 w 63636"/>
                <a:gd name="connsiteY4" fmla="*/ 59428 h 63636"/>
                <a:gd name="connsiteX5" fmla="*/ 67567 w 63636"/>
                <a:gd name="connsiteY5" fmla="*/ 54019 h 63636"/>
                <a:gd name="connsiteX6" fmla="*/ 46292 w 63636"/>
                <a:gd name="connsiteY6" fmla="*/ 16643 h 63636"/>
                <a:gd name="connsiteX7" fmla="*/ 16107 w 63636"/>
                <a:gd name="connsiteY7" fmla="*/ 19783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63636">
                  <a:moveTo>
                    <a:pt x="16107" y="19783"/>
                  </a:moveTo>
                  <a:cubicBezTo>
                    <a:pt x="16107" y="19783"/>
                    <a:pt x="15662" y="34801"/>
                    <a:pt x="16107" y="36880"/>
                  </a:cubicBezTo>
                  <a:cubicBezTo>
                    <a:pt x="16574" y="38980"/>
                    <a:pt x="21580" y="40655"/>
                    <a:pt x="21580" y="40655"/>
                  </a:cubicBezTo>
                  <a:lnTo>
                    <a:pt x="23722" y="37304"/>
                  </a:lnTo>
                  <a:cubicBezTo>
                    <a:pt x="23722" y="37304"/>
                    <a:pt x="36343" y="56543"/>
                    <a:pt x="46525" y="59428"/>
                  </a:cubicBezTo>
                  <a:cubicBezTo>
                    <a:pt x="56728" y="62355"/>
                    <a:pt x="70092" y="60276"/>
                    <a:pt x="67567" y="54019"/>
                  </a:cubicBezTo>
                  <a:cubicBezTo>
                    <a:pt x="65064" y="47740"/>
                    <a:pt x="48795" y="19380"/>
                    <a:pt x="46292" y="16643"/>
                  </a:cubicBezTo>
                  <a:cubicBezTo>
                    <a:pt x="43746" y="13886"/>
                    <a:pt x="16107" y="19783"/>
                    <a:pt x="16107" y="19783"/>
                  </a:cubicBezTo>
                  <a:close/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BAFD14E8-D5C0-4E67-9752-77C5813BC3FB}"/>
                </a:ext>
              </a:extLst>
            </p:cNvPr>
            <p:cNvSpPr/>
            <p:nvPr/>
          </p:nvSpPr>
          <p:spPr>
            <a:xfrm>
              <a:off x="6084491" y="2262833"/>
              <a:ext cx="156633" cy="93980"/>
            </a:xfrm>
            <a:custGeom>
              <a:avLst/>
              <a:gdLst>
                <a:gd name="connsiteX0" fmla="*/ 58108 w 106060"/>
                <a:gd name="connsiteY0" fmla="*/ 15909 h 63636"/>
                <a:gd name="connsiteX1" fmla="*/ 21750 w 106060"/>
                <a:gd name="connsiteY1" fmla="*/ 38203 h 63636"/>
                <a:gd name="connsiteX2" fmla="*/ 26374 w 106060"/>
                <a:gd name="connsiteY2" fmla="*/ 47876 h 63636"/>
                <a:gd name="connsiteX3" fmla="*/ 62308 w 106060"/>
                <a:gd name="connsiteY3" fmla="*/ 47876 h 63636"/>
                <a:gd name="connsiteX4" fmla="*/ 77771 w 106060"/>
                <a:gd name="connsiteY4" fmla="*/ 44970 h 63636"/>
                <a:gd name="connsiteX5" fmla="*/ 79871 w 106060"/>
                <a:gd name="connsiteY5" fmla="*/ 49191 h 63636"/>
                <a:gd name="connsiteX6" fmla="*/ 91156 w 106060"/>
                <a:gd name="connsiteY6" fmla="*/ 47048 h 63636"/>
                <a:gd name="connsiteX7" fmla="*/ 93786 w 106060"/>
                <a:gd name="connsiteY7" fmla="*/ 20597 h 63636"/>
                <a:gd name="connsiteX8" fmla="*/ 58108 w 106060"/>
                <a:gd name="connsiteY8" fmla="*/ 15909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060" h="63636">
                  <a:moveTo>
                    <a:pt x="58108" y="15909"/>
                  </a:moveTo>
                  <a:cubicBezTo>
                    <a:pt x="58108" y="15909"/>
                    <a:pt x="28029" y="36867"/>
                    <a:pt x="21750" y="38203"/>
                  </a:cubicBezTo>
                  <a:cubicBezTo>
                    <a:pt x="15493" y="39518"/>
                    <a:pt x="10890" y="47876"/>
                    <a:pt x="26374" y="47876"/>
                  </a:cubicBezTo>
                  <a:cubicBezTo>
                    <a:pt x="41817" y="47876"/>
                    <a:pt x="49771" y="50824"/>
                    <a:pt x="62308" y="47876"/>
                  </a:cubicBezTo>
                  <a:cubicBezTo>
                    <a:pt x="74865" y="44970"/>
                    <a:pt x="76541" y="44970"/>
                    <a:pt x="77771" y="44970"/>
                  </a:cubicBezTo>
                  <a:cubicBezTo>
                    <a:pt x="79002" y="44970"/>
                    <a:pt x="77771" y="49657"/>
                    <a:pt x="79871" y="49191"/>
                  </a:cubicBezTo>
                  <a:cubicBezTo>
                    <a:pt x="81950" y="48724"/>
                    <a:pt x="91156" y="47048"/>
                    <a:pt x="91156" y="47048"/>
                  </a:cubicBezTo>
                  <a:lnTo>
                    <a:pt x="93786" y="20597"/>
                  </a:lnTo>
                  <a:lnTo>
                    <a:pt x="58108" y="15909"/>
                  </a:lnTo>
                  <a:close/>
                </a:path>
              </a:pathLst>
            </a:custGeom>
            <a:solidFill>
              <a:srgbClr val="5A4B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EB95DB57-BE4C-43D0-B6B5-B8083AAB124D}"/>
                </a:ext>
              </a:extLst>
            </p:cNvPr>
            <p:cNvSpPr/>
            <p:nvPr/>
          </p:nvSpPr>
          <p:spPr>
            <a:xfrm>
              <a:off x="6172061" y="1537431"/>
              <a:ext cx="93980" cy="125307"/>
            </a:xfrm>
            <a:custGeom>
              <a:avLst/>
              <a:gdLst>
                <a:gd name="connsiteX0" fmla="*/ 36273 w 63636"/>
                <a:gd name="connsiteY0" fmla="*/ 55514 h 84848"/>
                <a:gd name="connsiteX1" fmla="*/ 32433 w 63636"/>
                <a:gd name="connsiteY1" fmla="*/ 71338 h 84848"/>
                <a:gd name="connsiteX2" fmla="*/ 24373 w 63636"/>
                <a:gd name="connsiteY2" fmla="*/ 72229 h 84848"/>
                <a:gd name="connsiteX3" fmla="*/ 15909 w 63636"/>
                <a:gd name="connsiteY3" fmla="*/ 67413 h 84848"/>
                <a:gd name="connsiteX4" fmla="*/ 20851 w 63636"/>
                <a:gd name="connsiteY4" fmla="*/ 52226 h 84848"/>
                <a:gd name="connsiteX5" fmla="*/ 20321 w 63636"/>
                <a:gd name="connsiteY5" fmla="*/ 40411 h 84848"/>
                <a:gd name="connsiteX6" fmla="*/ 30163 w 63636"/>
                <a:gd name="connsiteY6" fmla="*/ 17162 h 84848"/>
                <a:gd name="connsiteX7" fmla="*/ 32709 w 63636"/>
                <a:gd name="connsiteY7" fmla="*/ 16462 h 84848"/>
                <a:gd name="connsiteX8" fmla="*/ 30482 w 63636"/>
                <a:gd name="connsiteY8" fmla="*/ 25583 h 84848"/>
                <a:gd name="connsiteX9" fmla="*/ 36230 w 63636"/>
                <a:gd name="connsiteY9" fmla="*/ 19835 h 84848"/>
                <a:gd name="connsiteX10" fmla="*/ 42933 w 63636"/>
                <a:gd name="connsiteY10" fmla="*/ 17480 h 84848"/>
                <a:gd name="connsiteX11" fmla="*/ 47600 w 63636"/>
                <a:gd name="connsiteY11" fmla="*/ 22635 h 84848"/>
                <a:gd name="connsiteX12" fmla="*/ 40070 w 63636"/>
                <a:gd name="connsiteY12" fmla="*/ 35998 h 84848"/>
                <a:gd name="connsiteX13" fmla="*/ 39942 w 63636"/>
                <a:gd name="connsiteY13" fmla="*/ 44568 h 84848"/>
                <a:gd name="connsiteX14" fmla="*/ 47388 w 63636"/>
                <a:gd name="connsiteY14" fmla="*/ 35786 h 84848"/>
                <a:gd name="connsiteX15" fmla="*/ 50909 w 63636"/>
                <a:gd name="connsiteY15" fmla="*/ 38502 h 84848"/>
                <a:gd name="connsiteX16" fmla="*/ 47536 w 63636"/>
                <a:gd name="connsiteY16" fmla="*/ 44504 h 84848"/>
                <a:gd name="connsiteX17" fmla="*/ 36273 w 63636"/>
                <a:gd name="connsiteY17" fmla="*/ 55514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636" h="84848">
                  <a:moveTo>
                    <a:pt x="36273" y="55514"/>
                  </a:moveTo>
                  <a:cubicBezTo>
                    <a:pt x="33324" y="59544"/>
                    <a:pt x="32433" y="71338"/>
                    <a:pt x="32433" y="71338"/>
                  </a:cubicBezTo>
                  <a:cubicBezTo>
                    <a:pt x="32433" y="71338"/>
                    <a:pt x="29442" y="74732"/>
                    <a:pt x="24373" y="72229"/>
                  </a:cubicBezTo>
                  <a:cubicBezTo>
                    <a:pt x="19303" y="69726"/>
                    <a:pt x="15909" y="67413"/>
                    <a:pt x="15909" y="67413"/>
                  </a:cubicBezTo>
                  <a:cubicBezTo>
                    <a:pt x="15909" y="67413"/>
                    <a:pt x="20533" y="53456"/>
                    <a:pt x="20851" y="52226"/>
                  </a:cubicBezTo>
                  <a:cubicBezTo>
                    <a:pt x="21212" y="50974"/>
                    <a:pt x="17139" y="48004"/>
                    <a:pt x="20321" y="40411"/>
                  </a:cubicBezTo>
                  <a:cubicBezTo>
                    <a:pt x="23503" y="32859"/>
                    <a:pt x="30163" y="17162"/>
                    <a:pt x="30163" y="17162"/>
                  </a:cubicBezTo>
                  <a:cubicBezTo>
                    <a:pt x="30163" y="17162"/>
                    <a:pt x="32518" y="14892"/>
                    <a:pt x="32709" y="16462"/>
                  </a:cubicBezTo>
                  <a:cubicBezTo>
                    <a:pt x="32942" y="17989"/>
                    <a:pt x="30482" y="25583"/>
                    <a:pt x="30482" y="25583"/>
                  </a:cubicBezTo>
                  <a:cubicBezTo>
                    <a:pt x="30482" y="25583"/>
                    <a:pt x="33642" y="20577"/>
                    <a:pt x="36230" y="19835"/>
                  </a:cubicBezTo>
                  <a:cubicBezTo>
                    <a:pt x="38797" y="19135"/>
                    <a:pt x="42933" y="17480"/>
                    <a:pt x="42933" y="17480"/>
                  </a:cubicBezTo>
                  <a:cubicBezTo>
                    <a:pt x="42933" y="17480"/>
                    <a:pt x="48342" y="18753"/>
                    <a:pt x="47600" y="22635"/>
                  </a:cubicBezTo>
                  <a:cubicBezTo>
                    <a:pt x="46857" y="26517"/>
                    <a:pt x="41045" y="32986"/>
                    <a:pt x="40070" y="35998"/>
                  </a:cubicBezTo>
                  <a:cubicBezTo>
                    <a:pt x="39094" y="39053"/>
                    <a:pt x="39942" y="44568"/>
                    <a:pt x="39942" y="44568"/>
                  </a:cubicBezTo>
                  <a:cubicBezTo>
                    <a:pt x="39942" y="44568"/>
                    <a:pt x="46751" y="36911"/>
                    <a:pt x="47388" y="35786"/>
                  </a:cubicBezTo>
                  <a:cubicBezTo>
                    <a:pt x="48003" y="34705"/>
                    <a:pt x="51672" y="37144"/>
                    <a:pt x="50909" y="38502"/>
                  </a:cubicBezTo>
                  <a:cubicBezTo>
                    <a:pt x="50145" y="39901"/>
                    <a:pt x="49445" y="42383"/>
                    <a:pt x="47536" y="44504"/>
                  </a:cubicBezTo>
                  <a:cubicBezTo>
                    <a:pt x="39688" y="53244"/>
                    <a:pt x="41130" y="53944"/>
                    <a:pt x="36273" y="55514"/>
                  </a:cubicBezTo>
                  <a:close/>
                </a:path>
              </a:pathLst>
            </a:custGeom>
            <a:solidFill>
              <a:srgbClr val="F3DC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99F07CBC-671F-4B0E-A4CF-E5875BCCAF5D}"/>
                </a:ext>
              </a:extLst>
            </p:cNvPr>
            <p:cNvSpPr/>
            <p:nvPr/>
          </p:nvSpPr>
          <p:spPr>
            <a:xfrm>
              <a:off x="6146122" y="1984716"/>
              <a:ext cx="125307" cy="313266"/>
            </a:xfrm>
            <a:custGeom>
              <a:avLst/>
              <a:gdLst>
                <a:gd name="connsiteX0" fmla="*/ 23164 w 84848"/>
                <a:gd name="connsiteY0" fmla="*/ 15909 h 212120"/>
                <a:gd name="connsiteX1" fmla="*/ 15909 w 84848"/>
                <a:gd name="connsiteY1" fmla="*/ 202808 h 212120"/>
                <a:gd name="connsiteX2" fmla="*/ 30164 w 84848"/>
                <a:gd name="connsiteY2" fmla="*/ 213626 h 212120"/>
                <a:gd name="connsiteX3" fmla="*/ 52033 w 84848"/>
                <a:gd name="connsiteY3" fmla="*/ 211972 h 212120"/>
                <a:gd name="connsiteX4" fmla="*/ 53942 w 84848"/>
                <a:gd name="connsiteY4" fmla="*/ 198629 h 212120"/>
                <a:gd name="connsiteX5" fmla="*/ 69406 w 84848"/>
                <a:gd name="connsiteY5" fmla="*/ 22209 h 212120"/>
                <a:gd name="connsiteX6" fmla="*/ 23164 w 84848"/>
                <a:gd name="connsiteY6" fmla="*/ 15909 h 21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48" h="212120">
                  <a:moveTo>
                    <a:pt x="23164" y="15909"/>
                  </a:moveTo>
                  <a:lnTo>
                    <a:pt x="15909" y="202808"/>
                  </a:lnTo>
                  <a:cubicBezTo>
                    <a:pt x="15909" y="202808"/>
                    <a:pt x="21806" y="211123"/>
                    <a:pt x="30164" y="213626"/>
                  </a:cubicBezTo>
                  <a:cubicBezTo>
                    <a:pt x="38542" y="216172"/>
                    <a:pt x="52033" y="211972"/>
                    <a:pt x="52033" y="211972"/>
                  </a:cubicBezTo>
                  <a:cubicBezTo>
                    <a:pt x="52033" y="211972"/>
                    <a:pt x="54367" y="204060"/>
                    <a:pt x="53942" y="198629"/>
                  </a:cubicBezTo>
                  <a:cubicBezTo>
                    <a:pt x="53518" y="193157"/>
                    <a:pt x="69003" y="23864"/>
                    <a:pt x="69406" y="22209"/>
                  </a:cubicBezTo>
                  <a:cubicBezTo>
                    <a:pt x="69851" y="20491"/>
                    <a:pt x="23164" y="15909"/>
                    <a:pt x="23164" y="15909"/>
                  </a:cubicBezTo>
                  <a:close/>
                </a:path>
              </a:pathLst>
            </a:custGeom>
            <a:solidFill>
              <a:srgbClr val="1836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43BC8C71-B099-499D-BAEA-603866FF48B7}"/>
                </a:ext>
              </a:extLst>
            </p:cNvPr>
            <p:cNvSpPr/>
            <p:nvPr/>
          </p:nvSpPr>
          <p:spPr>
            <a:xfrm>
              <a:off x="6187756" y="1995805"/>
              <a:ext cx="156633" cy="344593"/>
            </a:xfrm>
            <a:custGeom>
              <a:avLst/>
              <a:gdLst>
                <a:gd name="connsiteX0" fmla="*/ 15909 w 106060"/>
                <a:gd name="connsiteY0" fmla="*/ 15909 h 233332"/>
                <a:gd name="connsiteX1" fmla="*/ 39560 w 106060"/>
                <a:gd name="connsiteY1" fmla="*/ 109284 h 233332"/>
                <a:gd name="connsiteX2" fmla="*/ 65481 w 106060"/>
                <a:gd name="connsiteY2" fmla="*/ 222854 h 233332"/>
                <a:gd name="connsiteX3" fmla="*/ 87224 w 106060"/>
                <a:gd name="connsiteY3" fmla="*/ 231593 h 233332"/>
                <a:gd name="connsiteX4" fmla="*/ 95178 w 106060"/>
                <a:gd name="connsiteY4" fmla="*/ 206520 h 233332"/>
                <a:gd name="connsiteX5" fmla="*/ 80097 w 106060"/>
                <a:gd name="connsiteY5" fmla="*/ 95306 h 233332"/>
                <a:gd name="connsiteX6" fmla="*/ 77594 w 106060"/>
                <a:gd name="connsiteY6" fmla="*/ 26409 h 233332"/>
                <a:gd name="connsiteX7" fmla="*/ 15909 w 106060"/>
                <a:gd name="connsiteY7" fmla="*/ 15909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60" h="233332">
                  <a:moveTo>
                    <a:pt x="15909" y="15909"/>
                  </a:moveTo>
                  <a:cubicBezTo>
                    <a:pt x="15909" y="15909"/>
                    <a:pt x="38733" y="108606"/>
                    <a:pt x="39560" y="109284"/>
                  </a:cubicBezTo>
                  <a:cubicBezTo>
                    <a:pt x="40409" y="109984"/>
                    <a:pt x="65481" y="222854"/>
                    <a:pt x="65481" y="222854"/>
                  </a:cubicBezTo>
                  <a:cubicBezTo>
                    <a:pt x="65481" y="222854"/>
                    <a:pt x="76384" y="237066"/>
                    <a:pt x="87224" y="231593"/>
                  </a:cubicBezTo>
                  <a:cubicBezTo>
                    <a:pt x="98084" y="226184"/>
                    <a:pt x="96006" y="214899"/>
                    <a:pt x="95178" y="206520"/>
                  </a:cubicBezTo>
                  <a:cubicBezTo>
                    <a:pt x="94330" y="198163"/>
                    <a:pt x="82218" y="117090"/>
                    <a:pt x="80097" y="95306"/>
                  </a:cubicBezTo>
                  <a:cubicBezTo>
                    <a:pt x="78018" y="73563"/>
                    <a:pt x="77594" y="27745"/>
                    <a:pt x="77594" y="26409"/>
                  </a:cubicBezTo>
                  <a:cubicBezTo>
                    <a:pt x="77594" y="25136"/>
                    <a:pt x="15909" y="15909"/>
                    <a:pt x="15909" y="15909"/>
                  </a:cubicBezTo>
                  <a:close/>
                </a:path>
              </a:pathLst>
            </a:custGeom>
            <a:solidFill>
              <a:srgbClr val="2048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07FC6436-79C5-42F6-9010-11B4AE303FE9}"/>
                </a:ext>
              </a:extLst>
            </p:cNvPr>
            <p:cNvSpPr/>
            <p:nvPr/>
          </p:nvSpPr>
          <p:spPr>
            <a:xfrm>
              <a:off x="6141293" y="1600223"/>
              <a:ext cx="93980" cy="281940"/>
            </a:xfrm>
            <a:custGeom>
              <a:avLst/>
              <a:gdLst>
                <a:gd name="connsiteX0" fmla="*/ 26434 w 63636"/>
                <a:gd name="connsiteY0" fmla="*/ 175819 h 190908"/>
                <a:gd name="connsiteX1" fmla="*/ 17186 w 63636"/>
                <a:gd name="connsiteY1" fmla="*/ 89592 h 190908"/>
                <a:gd name="connsiteX2" fmla="*/ 36849 w 63636"/>
                <a:gd name="connsiteY2" fmla="*/ 16856 h 190908"/>
                <a:gd name="connsiteX3" fmla="*/ 56704 w 63636"/>
                <a:gd name="connsiteY3" fmla="*/ 22520 h 190908"/>
                <a:gd name="connsiteX4" fmla="*/ 49195 w 63636"/>
                <a:gd name="connsiteY4" fmla="*/ 73089 h 190908"/>
                <a:gd name="connsiteX5" fmla="*/ 49513 w 63636"/>
                <a:gd name="connsiteY5" fmla="*/ 128474 h 190908"/>
                <a:gd name="connsiteX6" fmla="*/ 48898 w 63636"/>
                <a:gd name="connsiteY6" fmla="*/ 145295 h 190908"/>
                <a:gd name="connsiteX7" fmla="*/ 26455 w 63636"/>
                <a:gd name="connsiteY7" fmla="*/ 177092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190908">
                  <a:moveTo>
                    <a:pt x="26434" y="175819"/>
                  </a:moveTo>
                  <a:cubicBezTo>
                    <a:pt x="26434" y="175819"/>
                    <a:pt x="11543" y="121262"/>
                    <a:pt x="17186" y="89592"/>
                  </a:cubicBezTo>
                  <a:cubicBezTo>
                    <a:pt x="22849" y="57944"/>
                    <a:pt x="36849" y="16856"/>
                    <a:pt x="36849" y="16856"/>
                  </a:cubicBezTo>
                  <a:cubicBezTo>
                    <a:pt x="36849" y="16856"/>
                    <a:pt x="55113" y="12486"/>
                    <a:pt x="56704" y="22520"/>
                  </a:cubicBezTo>
                  <a:cubicBezTo>
                    <a:pt x="58273" y="32532"/>
                    <a:pt x="51995" y="51559"/>
                    <a:pt x="49195" y="73089"/>
                  </a:cubicBezTo>
                  <a:cubicBezTo>
                    <a:pt x="46373" y="94641"/>
                    <a:pt x="46373" y="118759"/>
                    <a:pt x="49513" y="128474"/>
                  </a:cubicBezTo>
                  <a:cubicBezTo>
                    <a:pt x="52652" y="138189"/>
                    <a:pt x="48898" y="145295"/>
                    <a:pt x="48898" y="145295"/>
                  </a:cubicBezTo>
                  <a:lnTo>
                    <a:pt x="26455" y="177092"/>
                  </a:lnTo>
                </a:path>
              </a:pathLst>
            </a:custGeom>
            <a:solidFill>
              <a:srgbClr val="1836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EDBFA830-C87F-4C91-9B69-6BE57AAD340B}"/>
                </a:ext>
              </a:extLst>
            </p:cNvPr>
            <p:cNvSpPr/>
            <p:nvPr/>
          </p:nvSpPr>
          <p:spPr>
            <a:xfrm>
              <a:off x="6138729" y="1897290"/>
              <a:ext cx="62653" cy="156633"/>
            </a:xfrm>
            <a:custGeom>
              <a:avLst/>
              <a:gdLst>
                <a:gd name="connsiteX0" fmla="*/ 22973 w 42424"/>
                <a:gd name="connsiteY0" fmla="*/ 93159 h 106060"/>
                <a:gd name="connsiteX1" fmla="*/ 32221 w 42424"/>
                <a:gd name="connsiteY1" fmla="*/ 78225 h 106060"/>
                <a:gd name="connsiteX2" fmla="*/ 34724 w 42424"/>
                <a:gd name="connsiteY2" fmla="*/ 16371 h 106060"/>
                <a:gd name="connsiteX3" fmla="*/ 28170 w 42424"/>
                <a:gd name="connsiteY3" fmla="*/ 16371 h 106060"/>
                <a:gd name="connsiteX4" fmla="*/ 23015 w 42424"/>
                <a:gd name="connsiteY4" fmla="*/ 25980 h 106060"/>
                <a:gd name="connsiteX5" fmla="*/ 15909 w 42424"/>
                <a:gd name="connsiteY5" fmla="*/ 66113 h 106060"/>
                <a:gd name="connsiteX6" fmla="*/ 22973 w 42424"/>
                <a:gd name="connsiteY6" fmla="*/ 9315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106060">
                  <a:moveTo>
                    <a:pt x="22973" y="93159"/>
                  </a:moveTo>
                  <a:cubicBezTo>
                    <a:pt x="23206" y="92522"/>
                    <a:pt x="22400" y="80113"/>
                    <a:pt x="32221" y="78225"/>
                  </a:cubicBezTo>
                  <a:cubicBezTo>
                    <a:pt x="42042" y="76337"/>
                    <a:pt x="34724" y="16371"/>
                    <a:pt x="34724" y="16371"/>
                  </a:cubicBezTo>
                  <a:cubicBezTo>
                    <a:pt x="34724" y="16371"/>
                    <a:pt x="28976" y="15332"/>
                    <a:pt x="28170" y="16371"/>
                  </a:cubicBezTo>
                  <a:cubicBezTo>
                    <a:pt x="27406" y="17410"/>
                    <a:pt x="24054" y="21186"/>
                    <a:pt x="23015" y="25980"/>
                  </a:cubicBezTo>
                  <a:cubicBezTo>
                    <a:pt x="21955" y="30816"/>
                    <a:pt x="15909" y="64013"/>
                    <a:pt x="15909" y="66113"/>
                  </a:cubicBezTo>
                  <a:cubicBezTo>
                    <a:pt x="15909" y="68192"/>
                    <a:pt x="22973" y="93159"/>
                    <a:pt x="22973" y="93159"/>
                  </a:cubicBezTo>
                  <a:close/>
                </a:path>
              </a:pathLst>
            </a:custGeom>
            <a:solidFill>
              <a:srgbClr val="18366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46CB2B5B-0CCC-4DAF-B75A-97EF8540CF63}"/>
                </a:ext>
              </a:extLst>
            </p:cNvPr>
            <p:cNvSpPr/>
            <p:nvPr/>
          </p:nvSpPr>
          <p:spPr>
            <a:xfrm>
              <a:off x="6157117" y="1787232"/>
              <a:ext cx="125307" cy="250613"/>
            </a:xfrm>
            <a:custGeom>
              <a:avLst/>
              <a:gdLst>
                <a:gd name="connsiteX0" fmla="*/ 54515 w 84848"/>
                <a:gd name="connsiteY0" fmla="*/ 15909 h 169696"/>
                <a:gd name="connsiteX1" fmla="*/ 20194 w 84848"/>
                <a:gd name="connsiteY1" fmla="*/ 86503 h 169696"/>
                <a:gd name="connsiteX2" fmla="*/ 16015 w 84848"/>
                <a:gd name="connsiteY2" fmla="*/ 134993 h 169696"/>
                <a:gd name="connsiteX3" fmla="*/ 26876 w 84848"/>
                <a:gd name="connsiteY3" fmla="*/ 157584 h 169696"/>
                <a:gd name="connsiteX4" fmla="*/ 76682 w 84848"/>
                <a:gd name="connsiteY4" fmla="*/ 157160 h 169696"/>
                <a:gd name="connsiteX5" fmla="*/ 85145 w 84848"/>
                <a:gd name="connsiteY5" fmla="*/ 42127 h 169696"/>
                <a:gd name="connsiteX6" fmla="*/ 85145 w 84848"/>
                <a:gd name="connsiteY6" fmla="*/ 20215 h 169696"/>
                <a:gd name="connsiteX7" fmla="*/ 59055 w 84848"/>
                <a:gd name="connsiteY7" fmla="*/ 15930 h 169696"/>
                <a:gd name="connsiteX8" fmla="*/ 54515 w 84848"/>
                <a:gd name="connsiteY8" fmla="*/ 15930 h 16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169696">
                  <a:moveTo>
                    <a:pt x="54515" y="15909"/>
                  </a:moveTo>
                  <a:cubicBezTo>
                    <a:pt x="54515" y="15909"/>
                    <a:pt x="28955" y="34660"/>
                    <a:pt x="20194" y="86503"/>
                  </a:cubicBezTo>
                  <a:cubicBezTo>
                    <a:pt x="17203" y="104087"/>
                    <a:pt x="16015" y="118278"/>
                    <a:pt x="16015" y="134993"/>
                  </a:cubicBezTo>
                  <a:cubicBezTo>
                    <a:pt x="16015" y="151730"/>
                    <a:pt x="14064" y="151687"/>
                    <a:pt x="26876" y="157584"/>
                  </a:cubicBezTo>
                  <a:cubicBezTo>
                    <a:pt x="42361" y="164669"/>
                    <a:pt x="71824" y="157584"/>
                    <a:pt x="76682" y="157160"/>
                  </a:cubicBezTo>
                  <a:cubicBezTo>
                    <a:pt x="81539" y="156736"/>
                    <a:pt x="83618" y="58397"/>
                    <a:pt x="85145" y="42127"/>
                  </a:cubicBezTo>
                  <a:cubicBezTo>
                    <a:pt x="86673" y="25879"/>
                    <a:pt x="89070" y="22909"/>
                    <a:pt x="85145" y="20215"/>
                  </a:cubicBezTo>
                  <a:cubicBezTo>
                    <a:pt x="81242" y="17564"/>
                    <a:pt x="59055" y="15930"/>
                    <a:pt x="59055" y="15930"/>
                  </a:cubicBezTo>
                  <a:lnTo>
                    <a:pt x="54515" y="15930"/>
                  </a:lnTo>
                  <a:close/>
                </a:path>
              </a:pathLst>
            </a:custGeom>
            <a:solidFill>
              <a:srgbClr val="E7E7E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90A875C9-3C59-43CF-8E43-3353EF3A56D0}"/>
                </a:ext>
              </a:extLst>
            </p:cNvPr>
            <p:cNvSpPr/>
            <p:nvPr/>
          </p:nvSpPr>
          <p:spPr>
            <a:xfrm>
              <a:off x="6214134" y="1772946"/>
              <a:ext cx="62653" cy="62653"/>
            </a:xfrm>
            <a:custGeom>
              <a:avLst/>
              <a:gdLst>
                <a:gd name="connsiteX0" fmla="*/ 15909 w 42424"/>
                <a:gd name="connsiteY0" fmla="*/ 15909 h 42424"/>
                <a:gd name="connsiteX1" fmla="*/ 18370 w 42424"/>
                <a:gd name="connsiteY1" fmla="*/ 40600 h 42424"/>
                <a:gd name="connsiteX2" fmla="*/ 36357 w 42424"/>
                <a:gd name="connsiteY2" fmla="*/ 34321 h 42424"/>
                <a:gd name="connsiteX3" fmla="*/ 43866 w 42424"/>
                <a:gd name="connsiteY3" fmla="*/ 21764 h 42424"/>
                <a:gd name="connsiteX4" fmla="*/ 41576 w 42424"/>
                <a:gd name="connsiteY4" fmla="*/ 16821 h 42424"/>
                <a:gd name="connsiteX5" fmla="*/ 15909 w 42424"/>
                <a:gd name="connsiteY5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24" h="42424">
                  <a:moveTo>
                    <a:pt x="15909" y="15909"/>
                  </a:moveTo>
                  <a:lnTo>
                    <a:pt x="18370" y="40600"/>
                  </a:lnTo>
                  <a:cubicBezTo>
                    <a:pt x="18370" y="40600"/>
                    <a:pt x="29230" y="42679"/>
                    <a:pt x="36357" y="34321"/>
                  </a:cubicBezTo>
                  <a:cubicBezTo>
                    <a:pt x="43442" y="25942"/>
                    <a:pt x="43866" y="21764"/>
                    <a:pt x="43866" y="21764"/>
                  </a:cubicBezTo>
                  <a:lnTo>
                    <a:pt x="41576" y="16821"/>
                  </a:lnTo>
                  <a:lnTo>
                    <a:pt x="15909" y="15909"/>
                  </a:lnTo>
                  <a:close/>
                </a:path>
              </a:pathLst>
            </a:custGeom>
            <a:solidFill>
              <a:srgbClr val="D5B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E7CA5685-3DF2-4527-8318-A13D2BB5D2D1}"/>
                </a:ext>
              </a:extLst>
            </p:cNvPr>
            <p:cNvSpPr/>
            <p:nvPr/>
          </p:nvSpPr>
          <p:spPr>
            <a:xfrm>
              <a:off x="6214134" y="1669224"/>
              <a:ext cx="125307" cy="156633"/>
            </a:xfrm>
            <a:custGeom>
              <a:avLst/>
              <a:gdLst>
                <a:gd name="connsiteX0" fmla="*/ 15909 w 84848"/>
                <a:gd name="connsiteY0" fmla="*/ 45012 h 106060"/>
                <a:gd name="connsiteX1" fmla="*/ 23842 w 84848"/>
                <a:gd name="connsiteY1" fmla="*/ 26324 h 106060"/>
                <a:gd name="connsiteX2" fmla="*/ 44694 w 84848"/>
                <a:gd name="connsiteY2" fmla="*/ 15909 h 106060"/>
                <a:gd name="connsiteX3" fmla="*/ 56912 w 84848"/>
                <a:gd name="connsiteY3" fmla="*/ 22612 h 106060"/>
                <a:gd name="connsiteX4" fmla="*/ 64315 w 84848"/>
                <a:gd name="connsiteY4" fmla="*/ 26345 h 106060"/>
                <a:gd name="connsiteX5" fmla="*/ 72693 w 84848"/>
                <a:gd name="connsiteY5" fmla="*/ 32200 h 106060"/>
                <a:gd name="connsiteX6" fmla="*/ 76469 w 84848"/>
                <a:gd name="connsiteY6" fmla="*/ 37206 h 106060"/>
                <a:gd name="connsiteX7" fmla="*/ 79800 w 84848"/>
                <a:gd name="connsiteY7" fmla="*/ 47663 h 106060"/>
                <a:gd name="connsiteX8" fmla="*/ 79800 w 84848"/>
                <a:gd name="connsiteY8" fmla="*/ 61069 h 106060"/>
                <a:gd name="connsiteX9" fmla="*/ 76045 w 84848"/>
                <a:gd name="connsiteY9" fmla="*/ 73606 h 106060"/>
                <a:gd name="connsiteX10" fmla="*/ 43421 w 84848"/>
                <a:gd name="connsiteY10" fmla="*/ 90278 h 106060"/>
                <a:gd name="connsiteX11" fmla="*/ 39985 w 84848"/>
                <a:gd name="connsiteY11" fmla="*/ 87839 h 106060"/>
                <a:gd name="connsiteX12" fmla="*/ 15909 w 84848"/>
                <a:gd name="connsiteY12" fmla="*/ 45012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4848" h="106060">
                  <a:moveTo>
                    <a:pt x="15909" y="45012"/>
                  </a:moveTo>
                  <a:cubicBezTo>
                    <a:pt x="15909" y="45012"/>
                    <a:pt x="19239" y="34257"/>
                    <a:pt x="23842" y="26324"/>
                  </a:cubicBezTo>
                  <a:cubicBezTo>
                    <a:pt x="28445" y="18391"/>
                    <a:pt x="37566" y="15909"/>
                    <a:pt x="44694" y="15909"/>
                  </a:cubicBezTo>
                  <a:cubicBezTo>
                    <a:pt x="51778" y="15909"/>
                    <a:pt x="56912" y="22612"/>
                    <a:pt x="56912" y="22612"/>
                  </a:cubicBezTo>
                  <a:cubicBezTo>
                    <a:pt x="56912" y="22612"/>
                    <a:pt x="62215" y="25921"/>
                    <a:pt x="64315" y="26345"/>
                  </a:cubicBezTo>
                  <a:cubicBezTo>
                    <a:pt x="66436" y="26770"/>
                    <a:pt x="71442" y="30545"/>
                    <a:pt x="72693" y="32200"/>
                  </a:cubicBezTo>
                  <a:cubicBezTo>
                    <a:pt x="73966" y="33897"/>
                    <a:pt x="74369" y="35127"/>
                    <a:pt x="76469" y="37206"/>
                  </a:cubicBezTo>
                  <a:cubicBezTo>
                    <a:pt x="78548" y="39285"/>
                    <a:pt x="79800" y="41406"/>
                    <a:pt x="79800" y="47663"/>
                  </a:cubicBezTo>
                  <a:cubicBezTo>
                    <a:pt x="79800" y="53942"/>
                    <a:pt x="81454" y="54366"/>
                    <a:pt x="79800" y="61069"/>
                  </a:cubicBezTo>
                  <a:cubicBezTo>
                    <a:pt x="78145" y="67730"/>
                    <a:pt x="79800" y="68154"/>
                    <a:pt x="76045" y="73606"/>
                  </a:cubicBezTo>
                  <a:cubicBezTo>
                    <a:pt x="72291" y="79057"/>
                    <a:pt x="43421" y="90278"/>
                    <a:pt x="43421" y="90278"/>
                  </a:cubicBezTo>
                  <a:lnTo>
                    <a:pt x="39985" y="87839"/>
                  </a:lnTo>
                  <a:lnTo>
                    <a:pt x="15909" y="45012"/>
                  </a:lnTo>
                  <a:close/>
                </a:path>
              </a:pathLst>
            </a:custGeom>
            <a:solidFill>
              <a:srgbClr val="C399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71C88C24-4B26-41D5-9143-F847F9F25610}"/>
                </a:ext>
              </a:extLst>
            </p:cNvPr>
            <p:cNvSpPr/>
            <p:nvPr/>
          </p:nvSpPr>
          <p:spPr>
            <a:xfrm>
              <a:off x="6197958" y="1676109"/>
              <a:ext cx="93980" cy="125307"/>
            </a:xfrm>
            <a:custGeom>
              <a:avLst/>
              <a:gdLst>
                <a:gd name="connsiteX0" fmla="*/ 33925 w 63636"/>
                <a:gd name="connsiteY0" fmla="*/ 27538 h 84848"/>
                <a:gd name="connsiteX1" fmla="*/ 15937 w 63636"/>
                <a:gd name="connsiteY1" fmla="*/ 68520 h 84848"/>
                <a:gd name="connsiteX2" fmla="*/ 31400 w 63636"/>
                <a:gd name="connsiteY2" fmla="*/ 84832 h 84848"/>
                <a:gd name="connsiteX3" fmla="*/ 53970 w 63636"/>
                <a:gd name="connsiteY3" fmla="*/ 81480 h 84848"/>
                <a:gd name="connsiteX4" fmla="*/ 63176 w 63636"/>
                <a:gd name="connsiteY4" fmla="*/ 73950 h 84848"/>
                <a:gd name="connsiteX5" fmla="*/ 63176 w 63636"/>
                <a:gd name="connsiteY5" fmla="*/ 61859 h 84848"/>
                <a:gd name="connsiteX6" fmla="*/ 50640 w 63636"/>
                <a:gd name="connsiteY6" fmla="*/ 67714 h 84848"/>
                <a:gd name="connsiteX7" fmla="*/ 46461 w 63636"/>
                <a:gd name="connsiteY7" fmla="*/ 66441 h 84848"/>
                <a:gd name="connsiteX8" fmla="*/ 53970 w 63636"/>
                <a:gd name="connsiteY8" fmla="*/ 56598 h 84848"/>
                <a:gd name="connsiteX9" fmla="*/ 56473 w 63636"/>
                <a:gd name="connsiteY9" fmla="*/ 50129 h 84848"/>
                <a:gd name="connsiteX10" fmla="*/ 66167 w 63636"/>
                <a:gd name="connsiteY10" fmla="*/ 34856 h 84848"/>
                <a:gd name="connsiteX11" fmla="*/ 37255 w 63636"/>
                <a:gd name="connsiteY11" fmla="*/ 21683 h 84848"/>
                <a:gd name="connsiteX12" fmla="*/ 33925 w 63636"/>
                <a:gd name="connsiteY12" fmla="*/ 27538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636" h="84848">
                  <a:moveTo>
                    <a:pt x="33925" y="27538"/>
                  </a:moveTo>
                  <a:cubicBezTo>
                    <a:pt x="33925" y="27538"/>
                    <a:pt x="15089" y="59759"/>
                    <a:pt x="15937" y="68520"/>
                  </a:cubicBezTo>
                  <a:cubicBezTo>
                    <a:pt x="16764" y="77301"/>
                    <a:pt x="17188" y="81883"/>
                    <a:pt x="31400" y="84832"/>
                  </a:cubicBezTo>
                  <a:cubicBezTo>
                    <a:pt x="45634" y="87759"/>
                    <a:pt x="53970" y="81480"/>
                    <a:pt x="53970" y="81480"/>
                  </a:cubicBezTo>
                  <a:cubicBezTo>
                    <a:pt x="53970" y="81480"/>
                    <a:pt x="57322" y="81904"/>
                    <a:pt x="63176" y="73950"/>
                  </a:cubicBezTo>
                  <a:cubicBezTo>
                    <a:pt x="69031" y="66017"/>
                    <a:pt x="69879" y="62665"/>
                    <a:pt x="63176" y="61859"/>
                  </a:cubicBezTo>
                  <a:cubicBezTo>
                    <a:pt x="56494" y="61011"/>
                    <a:pt x="50640" y="67714"/>
                    <a:pt x="50640" y="67714"/>
                  </a:cubicBezTo>
                  <a:lnTo>
                    <a:pt x="46461" y="66441"/>
                  </a:lnTo>
                  <a:cubicBezTo>
                    <a:pt x="46461" y="66441"/>
                    <a:pt x="52316" y="58444"/>
                    <a:pt x="53970" y="56598"/>
                  </a:cubicBezTo>
                  <a:cubicBezTo>
                    <a:pt x="55667" y="54732"/>
                    <a:pt x="56897" y="52208"/>
                    <a:pt x="56473" y="50129"/>
                  </a:cubicBezTo>
                  <a:cubicBezTo>
                    <a:pt x="56070" y="48050"/>
                    <a:pt x="64364" y="37783"/>
                    <a:pt x="66167" y="34856"/>
                  </a:cubicBezTo>
                  <a:cubicBezTo>
                    <a:pt x="78343" y="14938"/>
                    <a:pt x="43322" y="11035"/>
                    <a:pt x="37255" y="21683"/>
                  </a:cubicBezTo>
                  <a:cubicBezTo>
                    <a:pt x="31188" y="32332"/>
                    <a:pt x="33925" y="27538"/>
                    <a:pt x="33925" y="27538"/>
                  </a:cubicBezTo>
                  <a:close/>
                </a:path>
              </a:pathLst>
            </a:custGeom>
            <a:solidFill>
              <a:srgbClr val="F3DC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35588F08-2471-42DA-AD97-8EF22FE5A42E}"/>
                </a:ext>
              </a:extLst>
            </p:cNvPr>
            <p:cNvSpPr/>
            <p:nvPr/>
          </p:nvSpPr>
          <p:spPr>
            <a:xfrm>
              <a:off x="6204578" y="1724014"/>
              <a:ext cx="62653" cy="31327"/>
            </a:xfrm>
            <a:custGeom>
              <a:avLst/>
              <a:gdLst>
                <a:gd name="connsiteX0" fmla="*/ 26876 w 42424"/>
                <a:gd name="connsiteY0" fmla="*/ 15909 h 21212"/>
                <a:gd name="connsiteX1" fmla="*/ 15909 w 42424"/>
                <a:gd name="connsiteY1" fmla="*/ 21233 h 21212"/>
                <a:gd name="connsiteX2" fmla="*/ 22379 w 42424"/>
                <a:gd name="connsiteY2" fmla="*/ 26048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424" h="21212">
                  <a:moveTo>
                    <a:pt x="26876" y="15909"/>
                  </a:moveTo>
                  <a:lnTo>
                    <a:pt x="15909" y="21233"/>
                  </a:lnTo>
                  <a:lnTo>
                    <a:pt x="22379" y="26048"/>
                  </a:lnTo>
                  <a:close/>
                </a:path>
              </a:pathLst>
            </a:custGeom>
            <a:solidFill>
              <a:srgbClr val="D5B59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6FA1BC48-C9A1-45D9-8EE2-CDDE033C70DC}"/>
                </a:ext>
              </a:extLst>
            </p:cNvPr>
            <p:cNvSpPr/>
            <p:nvPr/>
          </p:nvSpPr>
          <p:spPr>
            <a:xfrm>
              <a:off x="6207680" y="1807813"/>
              <a:ext cx="62653" cy="62653"/>
            </a:xfrm>
            <a:custGeom>
              <a:avLst/>
              <a:gdLst>
                <a:gd name="connsiteX0" fmla="*/ 23524 w 42424"/>
                <a:gd name="connsiteY0" fmla="*/ 15909 h 42424"/>
                <a:gd name="connsiteX1" fmla="*/ 15909 w 42424"/>
                <a:gd name="connsiteY1" fmla="*/ 25730 h 42424"/>
                <a:gd name="connsiteX2" fmla="*/ 22273 w 42424"/>
                <a:gd name="connsiteY2" fmla="*/ 29612 h 42424"/>
                <a:gd name="connsiteX3" fmla="*/ 28233 w 42424"/>
                <a:gd name="connsiteY3" fmla="*/ 27109 h 42424"/>
                <a:gd name="connsiteX4" fmla="*/ 24160 w 42424"/>
                <a:gd name="connsiteY4" fmla="*/ 15909 h 42424"/>
                <a:gd name="connsiteX5" fmla="*/ 23524 w 42424"/>
                <a:gd name="connsiteY5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24" h="42424">
                  <a:moveTo>
                    <a:pt x="23524" y="15909"/>
                  </a:moveTo>
                  <a:lnTo>
                    <a:pt x="15909" y="25730"/>
                  </a:lnTo>
                  <a:cubicBezTo>
                    <a:pt x="15909" y="25730"/>
                    <a:pt x="16948" y="30588"/>
                    <a:pt x="22273" y="29612"/>
                  </a:cubicBezTo>
                  <a:cubicBezTo>
                    <a:pt x="27597" y="28679"/>
                    <a:pt x="28233" y="27109"/>
                    <a:pt x="28233" y="27109"/>
                  </a:cubicBezTo>
                  <a:lnTo>
                    <a:pt x="24160" y="15909"/>
                  </a:lnTo>
                  <a:lnTo>
                    <a:pt x="23524" y="15909"/>
                  </a:lnTo>
                  <a:close/>
                </a:path>
              </a:pathLst>
            </a:custGeom>
            <a:solidFill>
              <a:srgbClr val="BE20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EB815AFB-4E15-4422-BC49-CD2C1A99691F}"/>
                </a:ext>
              </a:extLst>
            </p:cNvPr>
            <p:cNvSpPr/>
            <p:nvPr/>
          </p:nvSpPr>
          <p:spPr>
            <a:xfrm>
              <a:off x="6219834" y="1781531"/>
              <a:ext cx="62653" cy="93980"/>
            </a:xfrm>
            <a:custGeom>
              <a:avLst/>
              <a:gdLst>
                <a:gd name="connsiteX0" fmla="*/ 15909 w 42424"/>
                <a:gd name="connsiteY0" fmla="*/ 33706 h 63636"/>
                <a:gd name="connsiteX1" fmla="*/ 15909 w 42424"/>
                <a:gd name="connsiteY1" fmla="*/ 51482 h 63636"/>
                <a:gd name="connsiteX2" fmla="*/ 37545 w 42424"/>
                <a:gd name="connsiteY2" fmla="*/ 36888 h 63636"/>
                <a:gd name="connsiteX3" fmla="*/ 41936 w 42424"/>
                <a:gd name="connsiteY3" fmla="*/ 20427 h 63636"/>
                <a:gd name="connsiteX4" fmla="*/ 38797 w 42424"/>
                <a:gd name="connsiteY4" fmla="*/ 15909 h 63636"/>
                <a:gd name="connsiteX5" fmla="*/ 24882 w 42424"/>
                <a:gd name="connsiteY5" fmla="*/ 30312 h 63636"/>
                <a:gd name="connsiteX6" fmla="*/ 15909 w 42424"/>
                <a:gd name="connsiteY6" fmla="*/ 33706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24" h="63636">
                  <a:moveTo>
                    <a:pt x="15909" y="33706"/>
                  </a:moveTo>
                  <a:lnTo>
                    <a:pt x="15909" y="51482"/>
                  </a:lnTo>
                  <a:cubicBezTo>
                    <a:pt x="15909" y="51482"/>
                    <a:pt x="33303" y="42848"/>
                    <a:pt x="37545" y="36888"/>
                  </a:cubicBezTo>
                  <a:cubicBezTo>
                    <a:pt x="41788" y="30948"/>
                    <a:pt x="43888" y="24945"/>
                    <a:pt x="41936" y="20427"/>
                  </a:cubicBezTo>
                  <a:cubicBezTo>
                    <a:pt x="40006" y="15930"/>
                    <a:pt x="38797" y="15909"/>
                    <a:pt x="38797" y="15909"/>
                  </a:cubicBezTo>
                  <a:cubicBezTo>
                    <a:pt x="38797" y="15909"/>
                    <a:pt x="31754" y="27194"/>
                    <a:pt x="24882" y="30312"/>
                  </a:cubicBezTo>
                  <a:cubicBezTo>
                    <a:pt x="17945" y="33451"/>
                    <a:pt x="15909" y="33706"/>
                    <a:pt x="15909" y="3370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8F59CCD-3E6A-4803-B336-300923B535C4}"/>
                </a:ext>
              </a:extLst>
            </p:cNvPr>
            <p:cNvSpPr/>
            <p:nvPr/>
          </p:nvSpPr>
          <p:spPr>
            <a:xfrm>
              <a:off x="6203751" y="1783128"/>
              <a:ext cx="31327" cy="62653"/>
            </a:xfrm>
            <a:custGeom>
              <a:avLst/>
              <a:gdLst>
                <a:gd name="connsiteX0" fmla="*/ 23617 w 21212"/>
                <a:gd name="connsiteY0" fmla="*/ 15909 h 42424"/>
                <a:gd name="connsiteX1" fmla="*/ 26184 w 21212"/>
                <a:gd name="connsiteY1" fmla="*/ 32603 h 42424"/>
                <a:gd name="connsiteX2" fmla="*/ 16469 w 21212"/>
                <a:gd name="connsiteY2" fmla="*/ 44885 h 42424"/>
                <a:gd name="connsiteX3" fmla="*/ 18187 w 21212"/>
                <a:gd name="connsiteY3" fmla="*/ 26409 h 42424"/>
                <a:gd name="connsiteX4" fmla="*/ 23617 w 21212"/>
                <a:gd name="connsiteY4" fmla="*/ 15909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2" h="42424">
                  <a:moveTo>
                    <a:pt x="23617" y="15909"/>
                  </a:moveTo>
                  <a:lnTo>
                    <a:pt x="26184" y="32603"/>
                  </a:lnTo>
                  <a:lnTo>
                    <a:pt x="16469" y="44885"/>
                  </a:lnTo>
                  <a:cubicBezTo>
                    <a:pt x="16469" y="44885"/>
                    <a:pt x="14411" y="35509"/>
                    <a:pt x="18187" y="26409"/>
                  </a:cubicBezTo>
                  <a:cubicBezTo>
                    <a:pt x="21941" y="17330"/>
                    <a:pt x="23617" y="15909"/>
                    <a:pt x="23617" y="1590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089F10A9-AE42-4A85-A14E-894138E8E8DC}"/>
                </a:ext>
              </a:extLst>
            </p:cNvPr>
            <p:cNvSpPr/>
            <p:nvPr/>
          </p:nvSpPr>
          <p:spPr>
            <a:xfrm>
              <a:off x="6183246" y="1822224"/>
              <a:ext cx="62653" cy="125307"/>
            </a:xfrm>
            <a:custGeom>
              <a:avLst/>
              <a:gdLst>
                <a:gd name="connsiteX0" fmla="*/ 33260 w 42424"/>
                <a:gd name="connsiteY0" fmla="*/ 15909 h 84848"/>
                <a:gd name="connsiteX1" fmla="*/ 15909 w 42424"/>
                <a:gd name="connsiteY1" fmla="*/ 75663 h 84848"/>
                <a:gd name="connsiteX2" fmla="*/ 22188 w 42424"/>
                <a:gd name="connsiteY2" fmla="*/ 85866 h 84848"/>
                <a:gd name="connsiteX3" fmla="*/ 32221 w 42424"/>
                <a:gd name="connsiteY3" fmla="*/ 75960 h 84848"/>
                <a:gd name="connsiteX4" fmla="*/ 40685 w 42424"/>
                <a:gd name="connsiteY4" fmla="*/ 18433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24" h="84848">
                  <a:moveTo>
                    <a:pt x="33260" y="15909"/>
                  </a:moveTo>
                  <a:lnTo>
                    <a:pt x="15909" y="75663"/>
                  </a:lnTo>
                  <a:lnTo>
                    <a:pt x="22188" y="85866"/>
                  </a:lnTo>
                  <a:lnTo>
                    <a:pt x="32221" y="75960"/>
                  </a:lnTo>
                  <a:lnTo>
                    <a:pt x="40685" y="18433"/>
                  </a:lnTo>
                  <a:close/>
                </a:path>
              </a:pathLst>
            </a:custGeom>
            <a:solidFill>
              <a:srgbClr val="BE20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475601AE-4FBD-43DA-BCD2-E12DB586877C}"/>
                </a:ext>
              </a:extLst>
            </p:cNvPr>
            <p:cNvSpPr/>
            <p:nvPr/>
          </p:nvSpPr>
          <p:spPr>
            <a:xfrm>
              <a:off x="6129344" y="1775047"/>
              <a:ext cx="125307" cy="281940"/>
            </a:xfrm>
            <a:custGeom>
              <a:avLst/>
              <a:gdLst>
                <a:gd name="connsiteX0" fmla="*/ 74000 w 84848"/>
                <a:gd name="connsiteY0" fmla="*/ 21382 h 190908"/>
                <a:gd name="connsiteX1" fmla="*/ 58218 w 84848"/>
                <a:gd name="connsiteY1" fmla="*/ 15909 h 190908"/>
                <a:gd name="connsiteX2" fmla="*/ 34546 w 84848"/>
                <a:gd name="connsiteY2" fmla="*/ 54918 h 190908"/>
                <a:gd name="connsiteX3" fmla="*/ 17788 w 84848"/>
                <a:gd name="connsiteY3" fmla="*/ 144284 h 190908"/>
                <a:gd name="connsiteX4" fmla="*/ 22943 w 84848"/>
                <a:gd name="connsiteY4" fmla="*/ 170163 h 190908"/>
                <a:gd name="connsiteX5" fmla="*/ 33294 w 84848"/>
                <a:gd name="connsiteY5" fmla="*/ 179242 h 190908"/>
                <a:gd name="connsiteX6" fmla="*/ 32340 w 84848"/>
                <a:gd name="connsiteY6" fmla="*/ 128142 h 190908"/>
                <a:gd name="connsiteX7" fmla="*/ 51473 w 84848"/>
                <a:gd name="connsiteY7" fmla="*/ 64972 h 190908"/>
                <a:gd name="connsiteX8" fmla="*/ 74000 w 84848"/>
                <a:gd name="connsiteY8" fmla="*/ 21382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48" h="190908">
                  <a:moveTo>
                    <a:pt x="74000" y="21382"/>
                  </a:moveTo>
                  <a:lnTo>
                    <a:pt x="58218" y="15909"/>
                  </a:lnTo>
                  <a:cubicBezTo>
                    <a:pt x="58218" y="15909"/>
                    <a:pt x="40973" y="34533"/>
                    <a:pt x="34546" y="54918"/>
                  </a:cubicBezTo>
                  <a:cubicBezTo>
                    <a:pt x="28119" y="75303"/>
                    <a:pt x="21076" y="125618"/>
                    <a:pt x="17788" y="144284"/>
                  </a:cubicBezTo>
                  <a:cubicBezTo>
                    <a:pt x="14501" y="162908"/>
                    <a:pt x="15116" y="162908"/>
                    <a:pt x="22943" y="170163"/>
                  </a:cubicBezTo>
                  <a:cubicBezTo>
                    <a:pt x="30791" y="177333"/>
                    <a:pt x="33294" y="179242"/>
                    <a:pt x="33294" y="179242"/>
                  </a:cubicBezTo>
                  <a:cubicBezTo>
                    <a:pt x="33294" y="179242"/>
                    <a:pt x="32340" y="138939"/>
                    <a:pt x="32340" y="128142"/>
                  </a:cubicBezTo>
                  <a:cubicBezTo>
                    <a:pt x="32340" y="117324"/>
                    <a:pt x="42437" y="89578"/>
                    <a:pt x="51473" y="64972"/>
                  </a:cubicBezTo>
                  <a:cubicBezTo>
                    <a:pt x="60403" y="40685"/>
                    <a:pt x="74000" y="21382"/>
                    <a:pt x="74000" y="21382"/>
                  </a:cubicBezTo>
                  <a:close/>
                </a:path>
              </a:pathLst>
            </a:custGeom>
            <a:solidFill>
              <a:srgbClr val="2048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95B63A5-F94C-4764-A7E4-3DEA82B8FB2D}"/>
                </a:ext>
              </a:extLst>
            </p:cNvPr>
            <p:cNvSpPr/>
            <p:nvPr/>
          </p:nvSpPr>
          <p:spPr>
            <a:xfrm>
              <a:off x="6208493" y="1791305"/>
              <a:ext cx="125307" cy="281940"/>
            </a:xfrm>
            <a:custGeom>
              <a:avLst/>
              <a:gdLst>
                <a:gd name="connsiteX0" fmla="*/ 50336 w 84848"/>
                <a:gd name="connsiteY0" fmla="*/ 15909 h 190908"/>
                <a:gd name="connsiteX1" fmla="*/ 30757 w 84848"/>
                <a:gd name="connsiteY1" fmla="*/ 67454 h 190908"/>
                <a:gd name="connsiteX2" fmla="*/ 16715 w 84848"/>
                <a:gd name="connsiteY2" fmla="*/ 163396 h 190908"/>
                <a:gd name="connsiteX3" fmla="*/ 15909 w 84848"/>
                <a:gd name="connsiteY3" fmla="*/ 172984 h 190908"/>
                <a:gd name="connsiteX4" fmla="*/ 35572 w 84848"/>
                <a:gd name="connsiteY4" fmla="*/ 179687 h 190908"/>
                <a:gd name="connsiteX5" fmla="*/ 72778 w 84848"/>
                <a:gd name="connsiteY5" fmla="*/ 168233 h 190908"/>
                <a:gd name="connsiteX6" fmla="*/ 69427 w 84848"/>
                <a:gd name="connsiteY6" fmla="*/ 108181 h 190908"/>
                <a:gd name="connsiteX7" fmla="*/ 78209 w 84848"/>
                <a:gd name="connsiteY7" fmla="*/ 52776 h 190908"/>
                <a:gd name="connsiteX8" fmla="*/ 76130 w 84848"/>
                <a:gd name="connsiteY8" fmla="*/ 29803 h 190908"/>
                <a:gd name="connsiteX9" fmla="*/ 50336 w 84848"/>
                <a:gd name="connsiteY9" fmla="*/ 15909 h 1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48" h="190908">
                  <a:moveTo>
                    <a:pt x="50336" y="15909"/>
                  </a:moveTo>
                  <a:cubicBezTo>
                    <a:pt x="50336" y="15909"/>
                    <a:pt x="36803" y="40260"/>
                    <a:pt x="30757" y="67454"/>
                  </a:cubicBezTo>
                  <a:cubicBezTo>
                    <a:pt x="24691" y="94627"/>
                    <a:pt x="17500" y="153766"/>
                    <a:pt x="16715" y="163396"/>
                  </a:cubicBezTo>
                  <a:cubicBezTo>
                    <a:pt x="15909" y="172984"/>
                    <a:pt x="15909" y="172984"/>
                    <a:pt x="15909" y="172984"/>
                  </a:cubicBezTo>
                  <a:cubicBezTo>
                    <a:pt x="15909" y="172984"/>
                    <a:pt x="21573" y="180111"/>
                    <a:pt x="35572" y="179687"/>
                  </a:cubicBezTo>
                  <a:cubicBezTo>
                    <a:pt x="49572" y="179263"/>
                    <a:pt x="72778" y="168233"/>
                    <a:pt x="72778" y="168233"/>
                  </a:cubicBezTo>
                  <a:cubicBezTo>
                    <a:pt x="72778" y="168233"/>
                    <a:pt x="68812" y="124281"/>
                    <a:pt x="69427" y="108181"/>
                  </a:cubicBezTo>
                  <a:cubicBezTo>
                    <a:pt x="70063" y="92081"/>
                    <a:pt x="77827" y="55300"/>
                    <a:pt x="78209" y="52776"/>
                  </a:cubicBezTo>
                  <a:cubicBezTo>
                    <a:pt x="78633" y="50272"/>
                    <a:pt x="80924" y="36930"/>
                    <a:pt x="76130" y="29803"/>
                  </a:cubicBezTo>
                  <a:cubicBezTo>
                    <a:pt x="71315" y="22697"/>
                    <a:pt x="50336" y="15909"/>
                    <a:pt x="50336" y="15909"/>
                  </a:cubicBezTo>
                  <a:close/>
                </a:path>
              </a:pathLst>
            </a:custGeom>
            <a:solidFill>
              <a:srgbClr val="2048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DE84D417-C527-4387-9212-997C98D9D956}"/>
                </a:ext>
              </a:extLst>
            </p:cNvPr>
            <p:cNvSpPr/>
            <p:nvPr/>
          </p:nvSpPr>
          <p:spPr>
            <a:xfrm>
              <a:off x="6160408" y="1781531"/>
              <a:ext cx="93980" cy="156633"/>
            </a:xfrm>
            <a:custGeom>
              <a:avLst/>
              <a:gdLst>
                <a:gd name="connsiteX0" fmla="*/ 48470 w 63636"/>
                <a:gd name="connsiteY0" fmla="*/ 15909 h 106060"/>
                <a:gd name="connsiteX1" fmla="*/ 26536 w 63636"/>
                <a:gd name="connsiteY1" fmla="*/ 43463 h 106060"/>
                <a:gd name="connsiteX2" fmla="*/ 29018 w 63636"/>
                <a:gd name="connsiteY2" fmla="*/ 49169 h 106060"/>
                <a:gd name="connsiteX3" fmla="*/ 22654 w 63636"/>
                <a:gd name="connsiteY3" fmla="*/ 53369 h 106060"/>
                <a:gd name="connsiteX4" fmla="*/ 15909 w 63636"/>
                <a:gd name="connsiteY4" fmla="*/ 102412 h 106060"/>
                <a:gd name="connsiteX5" fmla="*/ 39179 w 63636"/>
                <a:gd name="connsiteY5" fmla="*/ 40642 h 106060"/>
                <a:gd name="connsiteX6" fmla="*/ 52966 w 63636"/>
                <a:gd name="connsiteY6" fmla="*/ 16991 h 106060"/>
                <a:gd name="connsiteX7" fmla="*/ 48470 w 63636"/>
                <a:gd name="connsiteY7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106060">
                  <a:moveTo>
                    <a:pt x="48470" y="15909"/>
                  </a:moveTo>
                  <a:lnTo>
                    <a:pt x="26536" y="43463"/>
                  </a:lnTo>
                  <a:lnTo>
                    <a:pt x="29018" y="49169"/>
                  </a:lnTo>
                  <a:lnTo>
                    <a:pt x="22654" y="53369"/>
                  </a:lnTo>
                  <a:lnTo>
                    <a:pt x="15909" y="102412"/>
                  </a:lnTo>
                  <a:cubicBezTo>
                    <a:pt x="15909" y="102412"/>
                    <a:pt x="36103" y="46476"/>
                    <a:pt x="39179" y="40642"/>
                  </a:cubicBezTo>
                  <a:cubicBezTo>
                    <a:pt x="42233" y="34788"/>
                    <a:pt x="52966" y="16991"/>
                    <a:pt x="52966" y="16991"/>
                  </a:cubicBezTo>
                  <a:lnTo>
                    <a:pt x="48470" y="15909"/>
                  </a:lnTo>
                  <a:close/>
                </a:path>
              </a:pathLst>
            </a:custGeom>
            <a:solidFill>
              <a:srgbClr val="406B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4F07738B-2216-492F-B7D5-597BB2C9A9F7}"/>
                </a:ext>
              </a:extLst>
            </p:cNvPr>
            <p:cNvSpPr/>
            <p:nvPr/>
          </p:nvSpPr>
          <p:spPr>
            <a:xfrm>
              <a:off x="6220336" y="1791305"/>
              <a:ext cx="93980" cy="156633"/>
            </a:xfrm>
            <a:custGeom>
              <a:avLst/>
              <a:gdLst>
                <a:gd name="connsiteX0" fmla="*/ 42318 w 63636"/>
                <a:gd name="connsiteY0" fmla="*/ 15909 h 106060"/>
                <a:gd name="connsiteX1" fmla="*/ 22739 w 63636"/>
                <a:gd name="connsiteY1" fmla="*/ 67454 h 106060"/>
                <a:gd name="connsiteX2" fmla="*/ 15909 w 63636"/>
                <a:gd name="connsiteY2" fmla="*/ 106824 h 106060"/>
                <a:gd name="connsiteX3" fmla="*/ 38839 w 63636"/>
                <a:gd name="connsiteY3" fmla="*/ 61388 h 106060"/>
                <a:gd name="connsiteX4" fmla="*/ 35891 w 63636"/>
                <a:gd name="connsiteY4" fmla="*/ 56594 h 106060"/>
                <a:gd name="connsiteX5" fmla="*/ 42318 w 63636"/>
                <a:gd name="connsiteY5" fmla="*/ 52585 h 106060"/>
                <a:gd name="connsiteX6" fmla="*/ 48024 w 63636"/>
                <a:gd name="connsiteY6" fmla="*/ 18030 h 106060"/>
                <a:gd name="connsiteX7" fmla="*/ 42318 w 63636"/>
                <a:gd name="connsiteY7" fmla="*/ 15909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636" h="106060">
                  <a:moveTo>
                    <a:pt x="42318" y="15909"/>
                  </a:moveTo>
                  <a:cubicBezTo>
                    <a:pt x="42318" y="15909"/>
                    <a:pt x="26727" y="46370"/>
                    <a:pt x="22739" y="67454"/>
                  </a:cubicBezTo>
                  <a:cubicBezTo>
                    <a:pt x="18751" y="88560"/>
                    <a:pt x="15909" y="106824"/>
                    <a:pt x="15909" y="106824"/>
                  </a:cubicBezTo>
                  <a:lnTo>
                    <a:pt x="38839" y="61388"/>
                  </a:lnTo>
                  <a:lnTo>
                    <a:pt x="35891" y="56594"/>
                  </a:lnTo>
                  <a:lnTo>
                    <a:pt x="42318" y="52585"/>
                  </a:lnTo>
                  <a:lnTo>
                    <a:pt x="48024" y="18030"/>
                  </a:lnTo>
                  <a:lnTo>
                    <a:pt x="42318" y="15909"/>
                  </a:lnTo>
                  <a:close/>
                </a:path>
              </a:pathLst>
            </a:custGeom>
            <a:solidFill>
              <a:srgbClr val="406BA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C3D77BD3-77B6-4EB9-B623-A5F995C0E187}"/>
                </a:ext>
              </a:extLst>
            </p:cNvPr>
            <p:cNvSpPr/>
            <p:nvPr/>
          </p:nvSpPr>
          <p:spPr>
            <a:xfrm>
              <a:off x="6189228" y="1559331"/>
              <a:ext cx="156633" cy="62653"/>
            </a:xfrm>
            <a:custGeom>
              <a:avLst/>
              <a:gdLst>
                <a:gd name="connsiteX0" fmla="*/ 70742 w 106060"/>
                <a:gd name="connsiteY0" fmla="*/ 19706 h 42424"/>
                <a:gd name="connsiteX1" fmla="*/ 91636 w 106060"/>
                <a:gd name="connsiteY1" fmla="*/ 15909 h 42424"/>
                <a:gd name="connsiteX2" fmla="*/ 36782 w 106060"/>
                <a:gd name="connsiteY2" fmla="*/ 33260 h 42424"/>
                <a:gd name="connsiteX3" fmla="*/ 15909 w 106060"/>
                <a:gd name="connsiteY3" fmla="*/ 37057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42424">
                  <a:moveTo>
                    <a:pt x="70742" y="19706"/>
                  </a:moveTo>
                  <a:lnTo>
                    <a:pt x="91636" y="15909"/>
                  </a:lnTo>
                  <a:lnTo>
                    <a:pt x="36782" y="33260"/>
                  </a:lnTo>
                  <a:lnTo>
                    <a:pt x="15909" y="37057"/>
                  </a:lnTo>
                  <a:close/>
                </a:path>
              </a:pathLst>
            </a:custGeom>
            <a:solidFill>
              <a:srgbClr val="6A45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6B42ED75-56ED-4F05-B1A8-F3B3B5554C11}"/>
                </a:ext>
              </a:extLst>
            </p:cNvPr>
            <p:cNvSpPr/>
            <p:nvPr/>
          </p:nvSpPr>
          <p:spPr>
            <a:xfrm>
              <a:off x="6165420" y="1396213"/>
              <a:ext cx="156633" cy="62653"/>
            </a:xfrm>
            <a:custGeom>
              <a:avLst/>
              <a:gdLst>
                <a:gd name="connsiteX0" fmla="*/ 15909 w 106060"/>
                <a:gd name="connsiteY0" fmla="*/ 19706 h 42424"/>
                <a:gd name="connsiteX1" fmla="*/ 36782 w 106060"/>
                <a:gd name="connsiteY1" fmla="*/ 15909 h 42424"/>
                <a:gd name="connsiteX2" fmla="*/ 94669 w 106060"/>
                <a:gd name="connsiteY2" fmla="*/ 22845 h 42424"/>
                <a:gd name="connsiteX3" fmla="*/ 73775 w 106060"/>
                <a:gd name="connsiteY3" fmla="*/ 26642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42424">
                  <a:moveTo>
                    <a:pt x="15909" y="19706"/>
                  </a:moveTo>
                  <a:lnTo>
                    <a:pt x="36782" y="15909"/>
                  </a:lnTo>
                  <a:lnTo>
                    <a:pt x="94669" y="22845"/>
                  </a:lnTo>
                  <a:lnTo>
                    <a:pt x="73775" y="26642"/>
                  </a:lnTo>
                  <a:close/>
                </a:path>
              </a:pathLst>
            </a:custGeom>
            <a:solidFill>
              <a:srgbClr val="8556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B2457875-68BC-4B22-85AD-9F7E75C5AA18}"/>
                </a:ext>
              </a:extLst>
            </p:cNvPr>
            <p:cNvSpPr/>
            <p:nvPr/>
          </p:nvSpPr>
          <p:spPr>
            <a:xfrm>
              <a:off x="6337560" y="1523587"/>
              <a:ext cx="62653" cy="156633"/>
            </a:xfrm>
            <a:custGeom>
              <a:avLst/>
              <a:gdLst>
                <a:gd name="connsiteX0" fmla="*/ 15909 w 42424"/>
                <a:gd name="connsiteY0" fmla="*/ 19706 h 106060"/>
                <a:gd name="connsiteX1" fmla="*/ 36782 w 42424"/>
                <a:gd name="connsiteY1" fmla="*/ 15909 h 106060"/>
                <a:gd name="connsiteX2" fmla="*/ 37651 w 42424"/>
                <a:gd name="connsiteY2" fmla="*/ 88094 h 106060"/>
                <a:gd name="connsiteX3" fmla="*/ 16779 w 42424"/>
                <a:gd name="connsiteY3" fmla="*/ 91890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4" h="106060">
                  <a:moveTo>
                    <a:pt x="15909" y="19706"/>
                  </a:moveTo>
                  <a:lnTo>
                    <a:pt x="36782" y="15909"/>
                  </a:lnTo>
                  <a:lnTo>
                    <a:pt x="37651" y="88094"/>
                  </a:lnTo>
                  <a:lnTo>
                    <a:pt x="16779" y="91890"/>
                  </a:lnTo>
                  <a:close/>
                </a:path>
              </a:pathLst>
            </a:custGeom>
            <a:solidFill>
              <a:srgbClr val="BB77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7027EC6-1029-4B8E-88D1-1EC4E8E9527F}"/>
                </a:ext>
              </a:extLst>
            </p:cNvPr>
            <p:cNvSpPr/>
            <p:nvPr/>
          </p:nvSpPr>
          <p:spPr>
            <a:xfrm>
              <a:off x="6300282" y="1324631"/>
              <a:ext cx="93980" cy="156633"/>
            </a:xfrm>
            <a:custGeom>
              <a:avLst/>
              <a:gdLst>
                <a:gd name="connsiteX0" fmla="*/ 15909 w 63636"/>
                <a:gd name="connsiteY0" fmla="*/ 19706 h 106060"/>
                <a:gd name="connsiteX1" fmla="*/ 36782 w 63636"/>
                <a:gd name="connsiteY1" fmla="*/ 15909 h 106060"/>
                <a:gd name="connsiteX2" fmla="*/ 54006 w 63636"/>
                <a:gd name="connsiteY2" fmla="*/ 86630 h 106060"/>
                <a:gd name="connsiteX3" fmla="*/ 33112 w 63636"/>
                <a:gd name="connsiteY3" fmla="*/ 90406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6" h="106060">
                  <a:moveTo>
                    <a:pt x="15909" y="19706"/>
                  </a:moveTo>
                  <a:lnTo>
                    <a:pt x="36782" y="15909"/>
                  </a:lnTo>
                  <a:lnTo>
                    <a:pt x="54006" y="86630"/>
                  </a:lnTo>
                  <a:lnTo>
                    <a:pt x="33112" y="90406"/>
                  </a:lnTo>
                  <a:close/>
                </a:path>
              </a:pathLst>
            </a:custGeom>
            <a:solidFill>
              <a:srgbClr val="C980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BF6D7E28-C44A-461B-98D4-9E02F8165299}"/>
                </a:ext>
              </a:extLst>
            </p:cNvPr>
            <p:cNvSpPr/>
            <p:nvPr/>
          </p:nvSpPr>
          <p:spPr>
            <a:xfrm>
              <a:off x="6337560" y="1469361"/>
              <a:ext cx="125307" cy="93980"/>
            </a:xfrm>
            <a:custGeom>
              <a:avLst/>
              <a:gdLst>
                <a:gd name="connsiteX0" fmla="*/ 63212 w 84848"/>
                <a:gd name="connsiteY0" fmla="*/ 19727 h 63636"/>
                <a:gd name="connsiteX1" fmla="*/ 84106 w 84848"/>
                <a:gd name="connsiteY1" fmla="*/ 15909 h 63636"/>
                <a:gd name="connsiteX2" fmla="*/ 36782 w 84848"/>
                <a:gd name="connsiteY2" fmla="*/ 52627 h 63636"/>
                <a:gd name="connsiteX3" fmla="*/ 15909 w 84848"/>
                <a:gd name="connsiteY3" fmla="*/ 56424 h 6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48" h="63636">
                  <a:moveTo>
                    <a:pt x="63212" y="19727"/>
                  </a:moveTo>
                  <a:lnTo>
                    <a:pt x="84106" y="15909"/>
                  </a:lnTo>
                  <a:lnTo>
                    <a:pt x="36782" y="52627"/>
                  </a:lnTo>
                  <a:lnTo>
                    <a:pt x="15909" y="56424"/>
                  </a:lnTo>
                  <a:close/>
                </a:path>
              </a:pathLst>
            </a:custGeom>
            <a:solidFill>
              <a:srgbClr val="6D47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4BD11C0B-683D-4A88-B80D-15ACE06812F7}"/>
                </a:ext>
              </a:extLst>
            </p:cNvPr>
            <p:cNvSpPr/>
            <p:nvPr/>
          </p:nvSpPr>
          <p:spPr>
            <a:xfrm>
              <a:off x="6325688" y="1429074"/>
              <a:ext cx="156633" cy="62653"/>
            </a:xfrm>
            <a:custGeom>
              <a:avLst/>
              <a:gdLst>
                <a:gd name="connsiteX0" fmla="*/ 15909 w 106060"/>
                <a:gd name="connsiteY0" fmla="*/ 19685 h 42424"/>
                <a:gd name="connsiteX1" fmla="*/ 36803 w 106060"/>
                <a:gd name="connsiteY1" fmla="*/ 15909 h 42424"/>
                <a:gd name="connsiteX2" fmla="*/ 92145 w 106060"/>
                <a:gd name="connsiteY2" fmla="*/ 43188 h 42424"/>
                <a:gd name="connsiteX3" fmla="*/ 71251 w 106060"/>
                <a:gd name="connsiteY3" fmla="*/ 47006 h 4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60" h="42424">
                  <a:moveTo>
                    <a:pt x="15909" y="19685"/>
                  </a:moveTo>
                  <a:lnTo>
                    <a:pt x="36803" y="15909"/>
                  </a:lnTo>
                  <a:lnTo>
                    <a:pt x="92145" y="43188"/>
                  </a:lnTo>
                  <a:lnTo>
                    <a:pt x="71251" y="47006"/>
                  </a:lnTo>
                  <a:close/>
                </a:path>
              </a:pathLst>
            </a:custGeom>
            <a:solidFill>
              <a:srgbClr val="A56A2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3F45E80-6796-48C7-B3FB-AF83645089FD}"/>
                </a:ext>
              </a:extLst>
            </p:cNvPr>
            <p:cNvSpPr/>
            <p:nvPr/>
          </p:nvSpPr>
          <p:spPr>
            <a:xfrm>
              <a:off x="6165420" y="1330239"/>
              <a:ext cx="281940" cy="344593"/>
            </a:xfrm>
            <a:custGeom>
              <a:avLst/>
              <a:gdLst>
                <a:gd name="connsiteX0" fmla="*/ 107227 w 190908"/>
                <a:gd name="connsiteY0" fmla="*/ 15909 h 233332"/>
                <a:gd name="connsiteX1" fmla="*/ 124430 w 190908"/>
                <a:gd name="connsiteY1" fmla="*/ 86609 h 233332"/>
                <a:gd name="connsiteX2" fmla="*/ 179772 w 190908"/>
                <a:gd name="connsiteY2" fmla="*/ 113930 h 233332"/>
                <a:gd name="connsiteX3" fmla="*/ 132469 w 190908"/>
                <a:gd name="connsiteY3" fmla="*/ 150627 h 233332"/>
                <a:gd name="connsiteX4" fmla="*/ 133339 w 190908"/>
                <a:gd name="connsiteY4" fmla="*/ 222811 h 233332"/>
                <a:gd name="connsiteX5" fmla="*/ 86863 w 190908"/>
                <a:gd name="connsiteY5" fmla="*/ 174830 h 233332"/>
                <a:gd name="connsiteX6" fmla="*/ 32030 w 190908"/>
                <a:gd name="connsiteY6" fmla="*/ 192181 h 233332"/>
                <a:gd name="connsiteX7" fmla="*/ 50548 w 190908"/>
                <a:gd name="connsiteY7" fmla="*/ 125872 h 233332"/>
                <a:gd name="connsiteX8" fmla="*/ 15909 w 190908"/>
                <a:gd name="connsiteY8" fmla="*/ 64378 h 233332"/>
                <a:gd name="connsiteX9" fmla="*/ 73775 w 190908"/>
                <a:gd name="connsiteY9" fmla="*/ 71315 h 23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908" h="233332">
                  <a:moveTo>
                    <a:pt x="107227" y="15909"/>
                  </a:moveTo>
                  <a:lnTo>
                    <a:pt x="124430" y="86609"/>
                  </a:lnTo>
                  <a:lnTo>
                    <a:pt x="179772" y="113930"/>
                  </a:lnTo>
                  <a:lnTo>
                    <a:pt x="132469" y="150627"/>
                  </a:lnTo>
                  <a:lnTo>
                    <a:pt x="133339" y="222811"/>
                  </a:lnTo>
                  <a:lnTo>
                    <a:pt x="86863" y="174830"/>
                  </a:lnTo>
                  <a:lnTo>
                    <a:pt x="32030" y="192181"/>
                  </a:lnTo>
                  <a:lnTo>
                    <a:pt x="50548" y="125872"/>
                  </a:lnTo>
                  <a:lnTo>
                    <a:pt x="15909" y="64378"/>
                  </a:lnTo>
                  <a:lnTo>
                    <a:pt x="73775" y="71315"/>
                  </a:lnTo>
                  <a:close/>
                </a:path>
              </a:pathLst>
            </a:custGeom>
            <a:solidFill>
              <a:srgbClr val="FBB04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3E476C20-CCF6-4FC7-B734-80DC5D054E38}"/>
                </a:ext>
              </a:extLst>
            </p:cNvPr>
            <p:cNvSpPr/>
            <p:nvPr/>
          </p:nvSpPr>
          <p:spPr>
            <a:xfrm>
              <a:off x="6392038" y="1683817"/>
              <a:ext cx="62653" cy="125307"/>
            </a:xfrm>
            <a:custGeom>
              <a:avLst/>
              <a:gdLst>
                <a:gd name="connsiteX0" fmla="*/ 17924 w 42424"/>
                <a:gd name="connsiteY0" fmla="*/ 63513 h 84848"/>
                <a:gd name="connsiteX1" fmla="*/ 21000 w 42424"/>
                <a:gd name="connsiteY1" fmla="*/ 51125 h 84848"/>
                <a:gd name="connsiteX2" fmla="*/ 15909 w 42424"/>
                <a:gd name="connsiteY2" fmla="*/ 43213 h 84848"/>
                <a:gd name="connsiteX3" fmla="*/ 15909 w 42424"/>
                <a:gd name="connsiteY3" fmla="*/ 33243 h 84848"/>
                <a:gd name="connsiteX4" fmla="*/ 19897 w 42424"/>
                <a:gd name="connsiteY4" fmla="*/ 27813 h 84848"/>
                <a:gd name="connsiteX5" fmla="*/ 22803 w 42424"/>
                <a:gd name="connsiteY5" fmla="*/ 16061 h 84848"/>
                <a:gd name="connsiteX6" fmla="*/ 40982 w 42424"/>
                <a:gd name="connsiteY6" fmla="*/ 25352 h 84848"/>
                <a:gd name="connsiteX7" fmla="*/ 34767 w 42424"/>
                <a:gd name="connsiteY7" fmla="*/ 50679 h 84848"/>
                <a:gd name="connsiteX8" fmla="*/ 29845 w 42424"/>
                <a:gd name="connsiteY8" fmla="*/ 70364 h 84848"/>
                <a:gd name="connsiteX9" fmla="*/ 18264 w 42424"/>
                <a:gd name="connsiteY9" fmla="*/ 67522 h 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24" h="84848">
                  <a:moveTo>
                    <a:pt x="17924" y="63513"/>
                  </a:moveTo>
                  <a:lnTo>
                    <a:pt x="21000" y="51125"/>
                  </a:lnTo>
                  <a:lnTo>
                    <a:pt x="15909" y="43213"/>
                  </a:lnTo>
                  <a:lnTo>
                    <a:pt x="15909" y="33243"/>
                  </a:lnTo>
                  <a:cubicBezTo>
                    <a:pt x="16355" y="31122"/>
                    <a:pt x="19897" y="27813"/>
                    <a:pt x="19897" y="27813"/>
                  </a:cubicBezTo>
                  <a:lnTo>
                    <a:pt x="22803" y="16061"/>
                  </a:lnTo>
                  <a:cubicBezTo>
                    <a:pt x="22803" y="16061"/>
                    <a:pt x="40897" y="13961"/>
                    <a:pt x="40982" y="25352"/>
                  </a:cubicBezTo>
                  <a:cubicBezTo>
                    <a:pt x="41130" y="36722"/>
                    <a:pt x="42000" y="36955"/>
                    <a:pt x="34767" y="50679"/>
                  </a:cubicBezTo>
                  <a:cubicBezTo>
                    <a:pt x="27533" y="64404"/>
                    <a:pt x="29845" y="70364"/>
                    <a:pt x="29845" y="70364"/>
                  </a:cubicBezTo>
                  <a:lnTo>
                    <a:pt x="18264" y="67522"/>
                  </a:lnTo>
                </a:path>
              </a:pathLst>
            </a:custGeom>
            <a:solidFill>
              <a:srgbClr val="F3DC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E56CD418-FD03-4EB1-AAAD-EFF6B39BF4B5}"/>
                </a:ext>
              </a:extLst>
            </p:cNvPr>
            <p:cNvSpPr/>
            <p:nvPr/>
          </p:nvSpPr>
          <p:spPr>
            <a:xfrm>
              <a:off x="6257740" y="1735244"/>
              <a:ext cx="187960" cy="156633"/>
            </a:xfrm>
            <a:custGeom>
              <a:avLst/>
              <a:gdLst>
                <a:gd name="connsiteX0" fmla="*/ 28679 w 127272"/>
                <a:gd name="connsiteY0" fmla="*/ 63287 h 106060"/>
                <a:gd name="connsiteX1" fmla="*/ 72545 w 127272"/>
                <a:gd name="connsiteY1" fmla="*/ 67954 h 106060"/>
                <a:gd name="connsiteX2" fmla="*/ 79227 w 127272"/>
                <a:gd name="connsiteY2" fmla="*/ 69778 h 106060"/>
                <a:gd name="connsiteX3" fmla="*/ 109730 w 127272"/>
                <a:gd name="connsiteY3" fmla="*/ 16557 h 106060"/>
                <a:gd name="connsiteX4" fmla="*/ 130454 w 127272"/>
                <a:gd name="connsiteY4" fmla="*/ 22242 h 106060"/>
                <a:gd name="connsiteX5" fmla="*/ 99315 w 127272"/>
                <a:gd name="connsiteY5" fmla="*/ 93938 h 106060"/>
                <a:gd name="connsiteX6" fmla="*/ 15909 w 127272"/>
                <a:gd name="connsiteY6" fmla="*/ 109763 h 106060"/>
                <a:gd name="connsiteX7" fmla="*/ 28679 w 127272"/>
                <a:gd name="connsiteY7" fmla="*/ 63287 h 10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272" h="106060">
                  <a:moveTo>
                    <a:pt x="28679" y="63287"/>
                  </a:moveTo>
                  <a:lnTo>
                    <a:pt x="72545" y="67954"/>
                  </a:lnTo>
                  <a:lnTo>
                    <a:pt x="79227" y="69778"/>
                  </a:lnTo>
                  <a:lnTo>
                    <a:pt x="109730" y="16557"/>
                  </a:lnTo>
                  <a:cubicBezTo>
                    <a:pt x="109730" y="16557"/>
                    <a:pt x="132130" y="13078"/>
                    <a:pt x="130454" y="22242"/>
                  </a:cubicBezTo>
                  <a:cubicBezTo>
                    <a:pt x="128778" y="31405"/>
                    <a:pt x="99315" y="93938"/>
                    <a:pt x="99315" y="93938"/>
                  </a:cubicBezTo>
                  <a:lnTo>
                    <a:pt x="15909" y="109763"/>
                  </a:lnTo>
                  <a:lnTo>
                    <a:pt x="28679" y="63287"/>
                  </a:lnTo>
                  <a:close/>
                </a:path>
              </a:pathLst>
            </a:custGeom>
            <a:solidFill>
              <a:srgbClr val="20487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05" name="Rectangle 904">
            <a:extLst>
              <a:ext uri="{FF2B5EF4-FFF2-40B4-BE49-F238E27FC236}">
                <a16:creationId xmlns:a16="http://schemas.microsoft.com/office/drawing/2014/main" id="{13E8F99A-3B35-455C-866B-0C0B4B109F39}"/>
              </a:ext>
            </a:extLst>
          </p:cNvPr>
          <p:cNvSpPr/>
          <p:nvPr/>
        </p:nvSpPr>
        <p:spPr>
          <a:xfrm>
            <a:off x="1138338" y="1879554"/>
            <a:ext cx="505926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Puzzle.</a:t>
            </a:r>
          </a:p>
        </p:txBody>
      </p:sp>
      <p:sp>
        <p:nvSpPr>
          <p:cNvPr id="906" name="Rectangle: Rounded Corners 905">
            <a:extLst>
              <a:ext uri="{FF2B5EF4-FFF2-40B4-BE49-F238E27FC236}">
                <a16:creationId xmlns:a16="http://schemas.microsoft.com/office/drawing/2014/main" id="{EBED047A-BF0D-4A81-886D-251B39ABC5EE}"/>
              </a:ext>
            </a:extLst>
          </p:cNvPr>
          <p:cNvSpPr/>
          <p:nvPr/>
        </p:nvSpPr>
        <p:spPr>
          <a:xfrm>
            <a:off x="1203896" y="4540434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907" name="Rectangle 906">
            <a:extLst>
              <a:ext uri="{FF2B5EF4-FFF2-40B4-BE49-F238E27FC236}">
                <a16:creationId xmlns:a16="http://schemas.microsoft.com/office/drawing/2014/main" id="{8ACC7DDF-CF6A-441C-99C1-B4759DCA5B43}"/>
              </a:ext>
            </a:extLst>
          </p:cNvPr>
          <p:cNvSpPr/>
          <p:nvPr/>
        </p:nvSpPr>
        <p:spPr>
          <a:xfrm>
            <a:off x="1142870" y="3458835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911" name="Rectangle 910">
            <a:extLst>
              <a:ext uri="{FF2B5EF4-FFF2-40B4-BE49-F238E27FC236}">
                <a16:creationId xmlns:a16="http://schemas.microsoft.com/office/drawing/2014/main" id="{746251B4-3144-4186-833F-2E8B085060D4}"/>
              </a:ext>
            </a:extLst>
          </p:cNvPr>
          <p:cNvSpPr/>
          <p:nvPr/>
        </p:nvSpPr>
        <p:spPr>
          <a:xfrm>
            <a:off x="9044451" y="3878943"/>
            <a:ext cx="2440306" cy="469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20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01. Research</a:t>
            </a:r>
          </a:p>
        </p:txBody>
      </p:sp>
      <p:sp>
        <p:nvSpPr>
          <p:cNvPr id="914" name="Rectangle 913">
            <a:extLst>
              <a:ext uri="{FF2B5EF4-FFF2-40B4-BE49-F238E27FC236}">
                <a16:creationId xmlns:a16="http://schemas.microsoft.com/office/drawing/2014/main" id="{4D0E5D52-A671-4D60-BC38-4F53E7DDB6F8}"/>
              </a:ext>
            </a:extLst>
          </p:cNvPr>
          <p:cNvSpPr/>
          <p:nvPr/>
        </p:nvSpPr>
        <p:spPr>
          <a:xfrm>
            <a:off x="7700440" y="2911931"/>
            <a:ext cx="2440306" cy="469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20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02. Teamwork</a:t>
            </a:r>
          </a:p>
        </p:txBody>
      </p:sp>
      <p:sp>
        <p:nvSpPr>
          <p:cNvPr id="915" name="Rectangle 914">
            <a:extLst>
              <a:ext uri="{FF2B5EF4-FFF2-40B4-BE49-F238E27FC236}">
                <a16:creationId xmlns:a16="http://schemas.microsoft.com/office/drawing/2014/main" id="{9A76BA47-A5A3-4E61-9A85-4DD71400A275}"/>
              </a:ext>
            </a:extLst>
          </p:cNvPr>
          <p:cNvSpPr/>
          <p:nvPr/>
        </p:nvSpPr>
        <p:spPr>
          <a:xfrm>
            <a:off x="8460628" y="1105354"/>
            <a:ext cx="2440306" cy="469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20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03. Success</a:t>
            </a:r>
          </a:p>
        </p:txBody>
      </p:sp>
      <p:grpSp>
        <p:nvGrpSpPr>
          <p:cNvPr id="916" name="Group 915">
            <a:extLst>
              <a:ext uri="{FF2B5EF4-FFF2-40B4-BE49-F238E27FC236}">
                <a16:creationId xmlns:a16="http://schemas.microsoft.com/office/drawing/2014/main" id="{B99B1D6F-EE67-4684-B653-772053C507FB}"/>
              </a:ext>
            </a:extLst>
          </p:cNvPr>
          <p:cNvGrpSpPr/>
          <p:nvPr/>
        </p:nvGrpSpPr>
        <p:grpSpPr>
          <a:xfrm flipH="1">
            <a:off x="8691562" y="3878943"/>
            <a:ext cx="2581276" cy="469359"/>
            <a:chOff x="9290291" y="1877716"/>
            <a:chExt cx="4434887" cy="941959"/>
          </a:xfrm>
        </p:grpSpPr>
        <p:cxnSp>
          <p:nvCxnSpPr>
            <p:cNvPr id="917" name="Straight Connector 916">
              <a:extLst>
                <a:ext uri="{FF2B5EF4-FFF2-40B4-BE49-F238E27FC236}">
                  <a16:creationId xmlns:a16="http://schemas.microsoft.com/office/drawing/2014/main" id="{F8459BF4-5D1C-45BF-A054-93E940A7A967}"/>
                </a:ext>
              </a:extLst>
            </p:cNvPr>
            <p:cNvCxnSpPr/>
            <p:nvPr/>
          </p:nvCxnSpPr>
          <p:spPr>
            <a:xfrm>
              <a:off x="9290291" y="1877716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8" name="Straight Connector 917">
              <a:extLst>
                <a:ext uri="{FF2B5EF4-FFF2-40B4-BE49-F238E27FC236}">
                  <a16:creationId xmlns:a16="http://schemas.microsoft.com/office/drawing/2014/main" id="{44AE8868-F7AB-44FD-BE87-6C1D06D7E570}"/>
                </a:ext>
              </a:extLst>
            </p:cNvPr>
            <p:cNvCxnSpPr/>
            <p:nvPr/>
          </p:nvCxnSpPr>
          <p:spPr>
            <a:xfrm>
              <a:off x="9762778" y="2819675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69204E5D-7215-400F-BFDE-A8912E4B0C8E}"/>
              </a:ext>
            </a:extLst>
          </p:cNvPr>
          <p:cNvGrpSpPr/>
          <p:nvPr/>
        </p:nvGrpSpPr>
        <p:grpSpPr>
          <a:xfrm flipH="1">
            <a:off x="7474174" y="2911931"/>
            <a:ext cx="2581276" cy="469359"/>
            <a:chOff x="9290291" y="1877716"/>
            <a:chExt cx="4434887" cy="941959"/>
          </a:xfrm>
        </p:grpSpPr>
        <p:cxnSp>
          <p:nvCxnSpPr>
            <p:cNvPr id="920" name="Straight Connector 919">
              <a:extLst>
                <a:ext uri="{FF2B5EF4-FFF2-40B4-BE49-F238E27FC236}">
                  <a16:creationId xmlns:a16="http://schemas.microsoft.com/office/drawing/2014/main" id="{58DFA10C-E99E-47BC-A4CE-AAAA3F1EF3C5}"/>
                </a:ext>
              </a:extLst>
            </p:cNvPr>
            <p:cNvCxnSpPr/>
            <p:nvPr/>
          </p:nvCxnSpPr>
          <p:spPr>
            <a:xfrm>
              <a:off x="9290291" y="1877716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1" name="Straight Connector 920">
              <a:extLst>
                <a:ext uri="{FF2B5EF4-FFF2-40B4-BE49-F238E27FC236}">
                  <a16:creationId xmlns:a16="http://schemas.microsoft.com/office/drawing/2014/main" id="{6DB94F02-B5F0-432F-8926-E436421CD28B}"/>
                </a:ext>
              </a:extLst>
            </p:cNvPr>
            <p:cNvCxnSpPr/>
            <p:nvPr/>
          </p:nvCxnSpPr>
          <p:spPr>
            <a:xfrm>
              <a:off x="9762778" y="2819675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64891FA2-F5C2-42E0-8AC8-A9238F822AB8}"/>
              </a:ext>
            </a:extLst>
          </p:cNvPr>
          <p:cNvGrpSpPr/>
          <p:nvPr/>
        </p:nvGrpSpPr>
        <p:grpSpPr>
          <a:xfrm flipH="1">
            <a:off x="7845253" y="1111523"/>
            <a:ext cx="2581276" cy="469359"/>
            <a:chOff x="9290291" y="1877716"/>
            <a:chExt cx="4434887" cy="941959"/>
          </a:xfrm>
        </p:grpSpPr>
        <p:cxnSp>
          <p:nvCxnSpPr>
            <p:cNvPr id="923" name="Straight Connector 922">
              <a:extLst>
                <a:ext uri="{FF2B5EF4-FFF2-40B4-BE49-F238E27FC236}">
                  <a16:creationId xmlns:a16="http://schemas.microsoft.com/office/drawing/2014/main" id="{D37A49FF-671E-4DBF-ADA0-3719F68DABD4}"/>
                </a:ext>
              </a:extLst>
            </p:cNvPr>
            <p:cNvCxnSpPr/>
            <p:nvPr/>
          </p:nvCxnSpPr>
          <p:spPr>
            <a:xfrm>
              <a:off x="9290291" y="1877716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4" name="Straight Connector 923">
              <a:extLst>
                <a:ext uri="{FF2B5EF4-FFF2-40B4-BE49-F238E27FC236}">
                  <a16:creationId xmlns:a16="http://schemas.microsoft.com/office/drawing/2014/main" id="{62C97BCE-3943-4488-BF46-C2EC2559534D}"/>
                </a:ext>
              </a:extLst>
            </p:cNvPr>
            <p:cNvCxnSpPr/>
            <p:nvPr/>
          </p:nvCxnSpPr>
          <p:spPr>
            <a:xfrm>
              <a:off x="9762778" y="2819675"/>
              <a:ext cx="3962400" cy="0"/>
            </a:xfrm>
            <a:prstGeom prst="line">
              <a:avLst/>
            </a:prstGeom>
            <a:ln w="12700" cap="rnd">
              <a:gradFill>
                <a:gsLst>
                  <a:gs pos="0">
                    <a:schemeClr val="accent1">
                      <a:alpha val="55000"/>
                    </a:schemeClr>
                  </a:gs>
                  <a:gs pos="82000">
                    <a:schemeClr val="accent1">
                      <a:alpha val="0"/>
                    </a:schemeClr>
                  </a:gs>
                </a:gsLst>
                <a:lin ang="0" scaled="0"/>
              </a:gra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5" name="Oval 924">
            <a:extLst>
              <a:ext uri="{FF2B5EF4-FFF2-40B4-BE49-F238E27FC236}">
                <a16:creationId xmlns:a16="http://schemas.microsoft.com/office/drawing/2014/main" id="{7167BC45-064F-40CF-A6A2-65573C84D4EA}"/>
              </a:ext>
            </a:extLst>
          </p:cNvPr>
          <p:cNvSpPr/>
          <p:nvPr/>
        </p:nvSpPr>
        <p:spPr>
          <a:xfrm>
            <a:off x="6197599" y="1149253"/>
            <a:ext cx="294631" cy="2946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26" name="Oval 925">
            <a:extLst>
              <a:ext uri="{FF2B5EF4-FFF2-40B4-BE49-F238E27FC236}">
                <a16:creationId xmlns:a16="http://schemas.microsoft.com/office/drawing/2014/main" id="{35A30868-EEA0-4222-967E-448A70EDC0CF}"/>
              </a:ext>
            </a:extLst>
          </p:cNvPr>
          <p:cNvSpPr/>
          <p:nvPr/>
        </p:nvSpPr>
        <p:spPr>
          <a:xfrm>
            <a:off x="3946221" y="5961301"/>
            <a:ext cx="1554694" cy="15546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927" name="Oval 926">
            <a:extLst>
              <a:ext uri="{FF2B5EF4-FFF2-40B4-BE49-F238E27FC236}">
                <a16:creationId xmlns:a16="http://schemas.microsoft.com/office/drawing/2014/main" id="{C4240A74-DB4C-48EE-94C3-30559F9E15F6}"/>
              </a:ext>
            </a:extLst>
          </p:cNvPr>
          <p:cNvSpPr/>
          <p:nvPr/>
        </p:nvSpPr>
        <p:spPr>
          <a:xfrm>
            <a:off x="11771085" y="2452677"/>
            <a:ext cx="850555" cy="89003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43595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9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9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4" decel="10000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9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2" presetClass="path" presetSubtype="0" repeatCount="indefinite" accel="50000" decel="50000" autoRev="1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-8.33333E-7 -2.96296E-6 L -8.33333E-7 0.02848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9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2" presetClass="entr" presetSubtype="4" decel="10000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750" fill="hold"/>
                                        <p:tgtEl>
                                          <p:spTgt spid="9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 fill="hold"/>
                                        <p:tgtEl>
                                          <p:spTgt spid="9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path" presetSubtype="0" repeatCount="indefinite" accel="50000" decel="50000" autoRev="1" fill="hold" grpId="1" nodeType="withEffect">
                                  <p:stCondLst>
                                    <p:cond delay="4500"/>
                                  </p:stCondLst>
                                  <p:childTnLst>
                                    <p:animMotion origin="layout" path="M 4.16667E-7 -4.44444E-6 L 4.16667E-7 0.02848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9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path" presetSubtype="0" repeatCount="indefinite" accel="50000" decel="50000" autoRev="1" fill="hold" grpId="1" nodeType="withEffect">
                                  <p:stCondLst>
                                    <p:cond delay="4750"/>
                                  </p:stCondLst>
                                  <p:childTnLst>
                                    <p:animMotion origin="layout" path="M 4.79167E-6 1.11111E-6 L 4.79167E-6 0.02847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9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5" grpId="0"/>
      <p:bldP spid="906" grpId="0" animBg="1"/>
      <p:bldP spid="907" grpId="0"/>
      <p:bldP spid="911" grpId="0"/>
      <p:bldP spid="914" grpId="0"/>
      <p:bldP spid="915" grpId="0"/>
      <p:bldP spid="925" grpId="0" animBg="1"/>
      <p:bldP spid="925" grpId="1" animBg="1"/>
      <p:bldP spid="926" grpId="0" animBg="1"/>
      <p:bldP spid="926" grpId="1" animBg="1"/>
      <p:bldP spid="927" grpId="0" animBg="1"/>
      <p:bldP spid="927" grpId="1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4ACB5203-16BE-4A14-8218-3FC3B443265C}"/>
              </a:ext>
            </a:extLst>
          </p:cNvPr>
          <p:cNvGrpSpPr/>
          <p:nvPr/>
        </p:nvGrpSpPr>
        <p:grpSpPr>
          <a:xfrm>
            <a:off x="4757049" y="2910226"/>
            <a:ext cx="6362702" cy="2025747"/>
            <a:chOff x="2728674" y="3102850"/>
            <a:chExt cx="7293225" cy="232200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6D40C9B-5148-4B6E-BF32-67B24C07F086}"/>
                </a:ext>
              </a:extLst>
            </p:cNvPr>
            <p:cNvGrpSpPr/>
            <p:nvPr/>
          </p:nvGrpSpPr>
          <p:grpSpPr>
            <a:xfrm rot="1080000">
              <a:off x="2728674" y="3102850"/>
              <a:ext cx="7293225" cy="2322007"/>
              <a:chOff x="316672" y="2554163"/>
              <a:chExt cx="7293225" cy="2322007"/>
            </a:xfrm>
          </p:grpSpPr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768C6D8A-C594-44B1-AC2C-CAF026C01D6B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147F6B09-6D04-4798-923D-6AA7C161E0A9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B8308AC1-62BA-4A18-B266-202B2A9992B1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91FC8358-99BB-4CBA-AA94-A2B1896EBA8B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7F05113A-F542-4DEE-A503-4BEE92E62936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7CA1D75-342D-4FA5-9AE6-76C6CA5F2B52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B400F20-362A-40ED-AFC9-ADC4A1B1E636}"/>
                </a:ext>
              </a:extLst>
            </p:cNvPr>
            <p:cNvGrpSpPr/>
            <p:nvPr/>
          </p:nvGrpSpPr>
          <p:grpSpPr>
            <a:xfrm rot="20520000" flipH="1">
              <a:off x="2728674" y="3102850"/>
              <a:ext cx="7293225" cy="2322007"/>
              <a:chOff x="316672" y="2554163"/>
              <a:chExt cx="7293225" cy="2322007"/>
            </a:xfrm>
          </p:grpSpPr>
          <p:cxnSp>
            <p:nvCxnSpPr>
              <p:cNvPr id="5" name="Straight Connector 4">
                <a:extLst>
                  <a:ext uri="{FF2B5EF4-FFF2-40B4-BE49-F238E27FC236}">
                    <a16:creationId xmlns:a16="http://schemas.microsoft.com/office/drawing/2014/main" id="{AA47B801-05EB-4CAB-9027-1AF22D56C309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5124289" y="2390562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95729F7B-B98B-4781-B326-05715960C3C2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659888" y="1926161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6CD709B8-9689-4A41-8F11-2785A39E2213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4195486" y="1461760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E9C559F8-E44B-4D12-A49F-94291BCF7972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731084" y="997359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F738EB23-7337-40D2-BA18-DEE16BB44FA4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3266682" y="532957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BA4117DA-D3E9-4CF3-9A3D-75A97E355F05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2802280" y="68555"/>
                <a:ext cx="0" cy="4971216"/>
              </a:xfrm>
              <a:prstGeom prst="line">
                <a:avLst/>
              </a:prstGeom>
              <a:ln>
                <a:gradFill>
                  <a:gsLst>
                    <a:gs pos="0">
                      <a:schemeClr val="bg1">
                        <a:alpha val="0"/>
                      </a:schemeClr>
                    </a:gs>
                    <a:gs pos="50000">
                      <a:schemeClr val="bg1">
                        <a:alpha val="20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0604F83-2406-4A08-B6EC-06E446135BA9}"/>
              </a:ext>
            </a:extLst>
          </p:cNvPr>
          <p:cNvGrpSpPr/>
          <p:nvPr/>
        </p:nvGrpSpPr>
        <p:grpSpPr>
          <a:xfrm>
            <a:off x="5474735" y="2670011"/>
            <a:ext cx="4927331" cy="2506176"/>
            <a:chOff x="5474735" y="2670011"/>
            <a:chExt cx="4927331" cy="2506176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D0CC325-313B-49D0-9CC8-BA9E8155613B}"/>
                </a:ext>
              </a:extLst>
            </p:cNvPr>
            <p:cNvSpPr/>
            <p:nvPr/>
          </p:nvSpPr>
          <p:spPr>
            <a:xfrm>
              <a:off x="7322528" y="4478061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1"/>
                </a:gs>
                <a:gs pos="0">
                  <a:schemeClr val="accent1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CBD6718-B666-4BDA-BA11-990A17B66F24}"/>
                </a:ext>
              </a:extLst>
            </p:cNvPr>
            <p:cNvSpPr/>
            <p:nvPr/>
          </p:nvSpPr>
          <p:spPr>
            <a:xfrm>
              <a:off x="8177258" y="4028640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2"/>
                </a:gs>
                <a:gs pos="0">
                  <a:schemeClr val="accent2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6B4B021-60A1-4E7C-A2D7-126DD940FD4F}"/>
                </a:ext>
              </a:extLst>
            </p:cNvPr>
            <p:cNvSpPr/>
            <p:nvPr/>
          </p:nvSpPr>
          <p:spPr>
            <a:xfrm>
              <a:off x="7260155" y="3550799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2"/>
                </a:gs>
                <a:gs pos="0">
                  <a:schemeClr val="accent2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22911FA-3F76-47E2-BCBD-2706B92F4E12}"/>
                </a:ext>
              </a:extLst>
            </p:cNvPr>
            <p:cNvSpPr/>
            <p:nvPr/>
          </p:nvSpPr>
          <p:spPr>
            <a:xfrm>
              <a:off x="6409955" y="3985241"/>
              <a:ext cx="1341405" cy="721991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1"/>
                </a:gs>
                <a:gs pos="0">
                  <a:schemeClr val="accent1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3EB581F-27B4-46C5-8416-594682AF486F}"/>
                </a:ext>
              </a:extLst>
            </p:cNvPr>
            <p:cNvSpPr/>
            <p:nvPr/>
          </p:nvSpPr>
          <p:spPr>
            <a:xfrm>
              <a:off x="6371034" y="3105882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2"/>
                </a:gs>
                <a:gs pos="0">
                  <a:schemeClr val="accent2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F0723F9-A2A6-4B32-8B92-C17FB60CB699}"/>
                </a:ext>
              </a:extLst>
            </p:cNvPr>
            <p:cNvSpPr/>
            <p:nvPr/>
          </p:nvSpPr>
          <p:spPr>
            <a:xfrm>
              <a:off x="5474735" y="3541753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1"/>
                </a:gs>
                <a:gs pos="0">
                  <a:schemeClr val="accent1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1CB1955-95F3-4058-8238-A29F968B6C39}"/>
                </a:ext>
              </a:extLst>
            </p:cNvPr>
            <p:cNvSpPr/>
            <p:nvPr/>
          </p:nvSpPr>
          <p:spPr>
            <a:xfrm>
              <a:off x="7267332" y="2670011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3"/>
                </a:gs>
                <a:gs pos="0">
                  <a:schemeClr val="accent3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4E23E18-48D1-476F-9002-6D72906D968F}"/>
                </a:ext>
              </a:extLst>
            </p:cNvPr>
            <p:cNvSpPr/>
            <p:nvPr/>
          </p:nvSpPr>
          <p:spPr>
            <a:xfrm>
              <a:off x="8139029" y="3116359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3"/>
                </a:gs>
                <a:gs pos="0">
                  <a:schemeClr val="accent3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E46D2E8-90DD-4286-A2E5-23C4847C528E}"/>
                </a:ext>
              </a:extLst>
            </p:cNvPr>
            <p:cNvSpPr/>
            <p:nvPr/>
          </p:nvSpPr>
          <p:spPr>
            <a:xfrm>
              <a:off x="9031988" y="3579218"/>
              <a:ext cx="1370078" cy="698126"/>
            </a:xfrm>
            <a:custGeom>
              <a:avLst/>
              <a:gdLst>
                <a:gd name="connsiteX0" fmla="*/ 1585101 w 3170203"/>
                <a:gd name="connsiteY0" fmla="*/ 0 h 3170204"/>
                <a:gd name="connsiteX1" fmla="*/ 1739999 w 3170203"/>
                <a:gd name="connsiteY1" fmla="*/ 64161 h 3170204"/>
                <a:gd name="connsiteX2" fmla="*/ 3106042 w 3170203"/>
                <a:gd name="connsiteY2" fmla="*/ 1430204 h 3170204"/>
                <a:gd name="connsiteX3" fmla="*/ 3106042 w 3170203"/>
                <a:gd name="connsiteY3" fmla="*/ 1740000 h 3170204"/>
                <a:gd name="connsiteX4" fmla="*/ 1739999 w 3170203"/>
                <a:gd name="connsiteY4" fmla="*/ 3106043 h 3170204"/>
                <a:gd name="connsiteX5" fmla="*/ 1430203 w 3170203"/>
                <a:gd name="connsiteY5" fmla="*/ 3106043 h 3170204"/>
                <a:gd name="connsiteX6" fmla="*/ 64160 w 3170203"/>
                <a:gd name="connsiteY6" fmla="*/ 1740000 h 3170204"/>
                <a:gd name="connsiteX7" fmla="*/ 64160 w 3170203"/>
                <a:gd name="connsiteY7" fmla="*/ 1430204 h 3170204"/>
                <a:gd name="connsiteX8" fmla="*/ 1430203 w 3170203"/>
                <a:gd name="connsiteY8" fmla="*/ 64161 h 3170204"/>
                <a:gd name="connsiteX9" fmla="*/ 1585101 w 3170203"/>
                <a:gd name="connsiteY9" fmla="*/ 0 h 317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0203" h="3170204">
                  <a:moveTo>
                    <a:pt x="1585101" y="0"/>
                  </a:moveTo>
                  <a:cubicBezTo>
                    <a:pt x="1641163" y="0"/>
                    <a:pt x="1697225" y="21387"/>
                    <a:pt x="1739999" y="64161"/>
                  </a:cubicBezTo>
                  <a:lnTo>
                    <a:pt x="3106042" y="1430204"/>
                  </a:lnTo>
                  <a:cubicBezTo>
                    <a:pt x="3191590" y="1515752"/>
                    <a:pt x="3191590" y="1654452"/>
                    <a:pt x="3106042" y="1740000"/>
                  </a:cubicBezTo>
                  <a:lnTo>
                    <a:pt x="1739999" y="3106043"/>
                  </a:lnTo>
                  <a:cubicBezTo>
                    <a:pt x="1654451" y="3191591"/>
                    <a:pt x="1515751" y="3191591"/>
                    <a:pt x="1430203" y="3106043"/>
                  </a:cubicBezTo>
                  <a:lnTo>
                    <a:pt x="64160" y="1740000"/>
                  </a:lnTo>
                  <a:cubicBezTo>
                    <a:pt x="-21387" y="1654452"/>
                    <a:pt x="-21387" y="1515752"/>
                    <a:pt x="64160" y="1430204"/>
                  </a:cubicBezTo>
                  <a:lnTo>
                    <a:pt x="1430203" y="64161"/>
                  </a:lnTo>
                  <a:cubicBezTo>
                    <a:pt x="1472977" y="21387"/>
                    <a:pt x="1529039" y="0"/>
                    <a:pt x="1585101" y="0"/>
                  </a:cubicBezTo>
                  <a:close/>
                </a:path>
              </a:pathLst>
            </a:custGeom>
            <a:gradFill flip="none" rotWithShape="1">
              <a:gsLst>
                <a:gs pos="99000">
                  <a:schemeClr val="accent3"/>
                </a:gs>
                <a:gs pos="0">
                  <a:schemeClr val="accent3">
                    <a:lumMod val="75000"/>
                    <a:alpha val="0"/>
                  </a:schemeClr>
                </a:gs>
              </a:gsLst>
              <a:lin ang="5400000" scaled="0"/>
              <a:tileRect/>
            </a:gra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8FD8509-D7DF-4592-AD81-850FD5AD01CD}"/>
              </a:ext>
            </a:extLst>
          </p:cNvPr>
          <p:cNvGrpSpPr/>
          <p:nvPr/>
        </p:nvGrpSpPr>
        <p:grpSpPr>
          <a:xfrm>
            <a:off x="4715961" y="4586974"/>
            <a:ext cx="6444878" cy="418041"/>
            <a:chOff x="2129539" y="4095551"/>
            <a:chExt cx="7641253" cy="495643"/>
          </a:xfrm>
        </p:grpSpPr>
        <p:sp>
          <p:nvSpPr>
            <p:cNvPr id="28" name="Arrow: Up 27">
              <a:extLst>
                <a:ext uri="{FF2B5EF4-FFF2-40B4-BE49-F238E27FC236}">
                  <a16:creationId xmlns:a16="http://schemas.microsoft.com/office/drawing/2014/main" id="{2B9B4E4E-F280-4F5B-9757-7240C29E9608}"/>
                </a:ext>
              </a:extLst>
            </p:cNvPr>
            <p:cNvSpPr/>
            <p:nvPr/>
          </p:nvSpPr>
          <p:spPr>
            <a:xfrm rot="17820000">
              <a:off x="3997055" y="2228035"/>
              <a:ext cx="420532" cy="4155563"/>
            </a:xfrm>
            <a:custGeom>
              <a:avLst/>
              <a:gdLst>
                <a:gd name="connsiteX0" fmla="*/ 0 w 397211"/>
                <a:gd name="connsiteY0" fmla="*/ 198606 h 4166133"/>
                <a:gd name="connsiteX1" fmla="*/ 198606 w 397211"/>
                <a:gd name="connsiteY1" fmla="*/ 0 h 4166133"/>
                <a:gd name="connsiteX2" fmla="*/ 397211 w 397211"/>
                <a:gd name="connsiteY2" fmla="*/ 198606 h 4166133"/>
                <a:gd name="connsiteX3" fmla="*/ 297908 w 397211"/>
                <a:gd name="connsiteY3" fmla="*/ 198606 h 4166133"/>
                <a:gd name="connsiteX4" fmla="*/ 297908 w 397211"/>
                <a:gd name="connsiteY4" fmla="*/ 4166133 h 4166133"/>
                <a:gd name="connsiteX5" fmla="*/ 99303 w 397211"/>
                <a:gd name="connsiteY5" fmla="*/ 4166133 h 4166133"/>
                <a:gd name="connsiteX6" fmla="*/ 99303 w 397211"/>
                <a:gd name="connsiteY6" fmla="*/ 198606 h 4166133"/>
                <a:gd name="connsiteX7" fmla="*/ 0 w 397211"/>
                <a:gd name="connsiteY7" fmla="*/ 198606 h 4166133"/>
                <a:gd name="connsiteX0" fmla="*/ 0 w 397211"/>
                <a:gd name="connsiteY0" fmla="*/ 198606 h 4166133"/>
                <a:gd name="connsiteX1" fmla="*/ 198606 w 397211"/>
                <a:gd name="connsiteY1" fmla="*/ 0 h 4166133"/>
                <a:gd name="connsiteX2" fmla="*/ 397211 w 397211"/>
                <a:gd name="connsiteY2" fmla="*/ 198606 h 4166133"/>
                <a:gd name="connsiteX3" fmla="*/ 297908 w 397211"/>
                <a:gd name="connsiteY3" fmla="*/ 198606 h 4166133"/>
                <a:gd name="connsiteX4" fmla="*/ 297908 w 397211"/>
                <a:gd name="connsiteY4" fmla="*/ 4166133 h 4166133"/>
                <a:gd name="connsiteX5" fmla="*/ 97372 w 397211"/>
                <a:gd name="connsiteY5" fmla="*/ 4052197 h 4166133"/>
                <a:gd name="connsiteX6" fmla="*/ 99303 w 397211"/>
                <a:gd name="connsiteY6" fmla="*/ 198606 h 4166133"/>
                <a:gd name="connsiteX7" fmla="*/ 0 w 397211"/>
                <a:gd name="connsiteY7" fmla="*/ 198606 h 4166133"/>
                <a:gd name="connsiteX0" fmla="*/ 0 w 397211"/>
                <a:gd name="connsiteY0" fmla="*/ 198606 h 4199120"/>
                <a:gd name="connsiteX1" fmla="*/ 198606 w 397211"/>
                <a:gd name="connsiteY1" fmla="*/ 0 h 4199120"/>
                <a:gd name="connsiteX2" fmla="*/ 397211 w 397211"/>
                <a:gd name="connsiteY2" fmla="*/ 198606 h 4199120"/>
                <a:gd name="connsiteX3" fmla="*/ 297908 w 397211"/>
                <a:gd name="connsiteY3" fmla="*/ 198606 h 4199120"/>
                <a:gd name="connsiteX4" fmla="*/ 301353 w 397211"/>
                <a:gd name="connsiteY4" fmla="*/ 4199120 h 4199120"/>
                <a:gd name="connsiteX5" fmla="*/ 97372 w 397211"/>
                <a:gd name="connsiteY5" fmla="*/ 4052197 h 4199120"/>
                <a:gd name="connsiteX6" fmla="*/ 99303 w 397211"/>
                <a:gd name="connsiteY6" fmla="*/ 198606 h 4199120"/>
                <a:gd name="connsiteX7" fmla="*/ 0 w 397211"/>
                <a:gd name="connsiteY7" fmla="*/ 198606 h 4199120"/>
                <a:gd name="connsiteX0" fmla="*/ 0 w 397211"/>
                <a:gd name="connsiteY0" fmla="*/ 198606 h 4199120"/>
                <a:gd name="connsiteX1" fmla="*/ 198606 w 397211"/>
                <a:gd name="connsiteY1" fmla="*/ 0 h 4199120"/>
                <a:gd name="connsiteX2" fmla="*/ 397211 w 397211"/>
                <a:gd name="connsiteY2" fmla="*/ 198606 h 4199120"/>
                <a:gd name="connsiteX3" fmla="*/ 301647 w 397211"/>
                <a:gd name="connsiteY3" fmla="*/ 410505 h 4199120"/>
                <a:gd name="connsiteX4" fmla="*/ 301353 w 397211"/>
                <a:gd name="connsiteY4" fmla="*/ 4199120 h 4199120"/>
                <a:gd name="connsiteX5" fmla="*/ 97372 w 397211"/>
                <a:gd name="connsiteY5" fmla="*/ 4052197 h 4199120"/>
                <a:gd name="connsiteX6" fmla="*/ 99303 w 397211"/>
                <a:gd name="connsiteY6" fmla="*/ 198606 h 4199120"/>
                <a:gd name="connsiteX7" fmla="*/ 0 w 397211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1647 w 420853"/>
                <a:gd name="connsiteY3" fmla="*/ 410505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303 w 420853"/>
                <a:gd name="connsiteY6" fmla="*/ 198606 h 4199120"/>
                <a:gd name="connsiteX7" fmla="*/ 0 w 420853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2808 w 420853"/>
                <a:gd name="connsiteY3" fmla="*/ 423277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303 w 420853"/>
                <a:gd name="connsiteY6" fmla="*/ 198606 h 4199120"/>
                <a:gd name="connsiteX7" fmla="*/ 0 w 420853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2808 w 420853"/>
                <a:gd name="connsiteY3" fmla="*/ 423277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827 w 420853"/>
                <a:gd name="connsiteY6" fmla="*/ 267824 h 4199120"/>
                <a:gd name="connsiteX7" fmla="*/ 0 w 420853"/>
                <a:gd name="connsiteY7" fmla="*/ 198606 h 4199120"/>
                <a:gd name="connsiteX0" fmla="*/ 0 w 420853"/>
                <a:gd name="connsiteY0" fmla="*/ 144037 h 4144551"/>
                <a:gd name="connsiteX1" fmla="*/ 164943 w 420853"/>
                <a:gd name="connsiteY1" fmla="*/ 0 h 4144551"/>
                <a:gd name="connsiteX2" fmla="*/ 420853 w 420853"/>
                <a:gd name="connsiteY2" fmla="*/ 452696 h 4144551"/>
                <a:gd name="connsiteX3" fmla="*/ 302808 w 420853"/>
                <a:gd name="connsiteY3" fmla="*/ 368708 h 4144551"/>
                <a:gd name="connsiteX4" fmla="*/ 301353 w 420853"/>
                <a:gd name="connsiteY4" fmla="*/ 4144551 h 4144551"/>
                <a:gd name="connsiteX5" fmla="*/ 97372 w 420853"/>
                <a:gd name="connsiteY5" fmla="*/ 3997628 h 4144551"/>
                <a:gd name="connsiteX6" fmla="*/ 99827 w 420853"/>
                <a:gd name="connsiteY6" fmla="*/ 213255 h 4144551"/>
                <a:gd name="connsiteX7" fmla="*/ 0 w 420853"/>
                <a:gd name="connsiteY7" fmla="*/ 144037 h 4144551"/>
                <a:gd name="connsiteX0" fmla="*/ 0 w 420853"/>
                <a:gd name="connsiteY0" fmla="*/ 141036 h 4141550"/>
                <a:gd name="connsiteX1" fmla="*/ 190525 w 420853"/>
                <a:gd name="connsiteY1" fmla="*/ 0 h 4141550"/>
                <a:gd name="connsiteX2" fmla="*/ 420853 w 420853"/>
                <a:gd name="connsiteY2" fmla="*/ 449695 h 4141550"/>
                <a:gd name="connsiteX3" fmla="*/ 302808 w 420853"/>
                <a:gd name="connsiteY3" fmla="*/ 365707 h 4141550"/>
                <a:gd name="connsiteX4" fmla="*/ 301353 w 420853"/>
                <a:gd name="connsiteY4" fmla="*/ 4141550 h 4141550"/>
                <a:gd name="connsiteX5" fmla="*/ 97372 w 420853"/>
                <a:gd name="connsiteY5" fmla="*/ 3994627 h 4141550"/>
                <a:gd name="connsiteX6" fmla="*/ 99827 w 420853"/>
                <a:gd name="connsiteY6" fmla="*/ 210254 h 4141550"/>
                <a:gd name="connsiteX7" fmla="*/ 0 w 420853"/>
                <a:gd name="connsiteY7" fmla="*/ 141036 h 4141550"/>
                <a:gd name="connsiteX0" fmla="*/ 0 w 420853"/>
                <a:gd name="connsiteY0" fmla="*/ 142076 h 4142590"/>
                <a:gd name="connsiteX1" fmla="*/ 187323 w 420853"/>
                <a:gd name="connsiteY1" fmla="*/ 0 h 4142590"/>
                <a:gd name="connsiteX2" fmla="*/ 420853 w 420853"/>
                <a:gd name="connsiteY2" fmla="*/ 450735 h 4142590"/>
                <a:gd name="connsiteX3" fmla="*/ 302808 w 420853"/>
                <a:gd name="connsiteY3" fmla="*/ 366747 h 4142590"/>
                <a:gd name="connsiteX4" fmla="*/ 301353 w 420853"/>
                <a:gd name="connsiteY4" fmla="*/ 4142590 h 4142590"/>
                <a:gd name="connsiteX5" fmla="*/ 97372 w 420853"/>
                <a:gd name="connsiteY5" fmla="*/ 3995667 h 4142590"/>
                <a:gd name="connsiteX6" fmla="*/ 99827 w 420853"/>
                <a:gd name="connsiteY6" fmla="*/ 211294 h 4142590"/>
                <a:gd name="connsiteX7" fmla="*/ 0 w 420853"/>
                <a:gd name="connsiteY7" fmla="*/ 142076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5431 w 426457"/>
                <a:gd name="connsiteY6" fmla="*/ 211294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5538 w 426457"/>
                <a:gd name="connsiteY6" fmla="*/ 225492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8259 w 426457"/>
                <a:gd name="connsiteY6" fmla="*/ 209852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3016 w 426457"/>
                <a:gd name="connsiteY6" fmla="*/ 220541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7340 w 426457"/>
                <a:gd name="connsiteY6" fmla="*/ 229028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10503 w 426457"/>
                <a:gd name="connsiteY6" fmla="*/ 224743 h 4142590"/>
                <a:gd name="connsiteX7" fmla="*/ 0 w 426457"/>
                <a:gd name="connsiteY7" fmla="*/ 152058 h 4142590"/>
                <a:gd name="connsiteX0" fmla="*/ 0 w 426457"/>
                <a:gd name="connsiteY0" fmla="*/ 165031 h 4155563"/>
                <a:gd name="connsiteX1" fmla="*/ 218387 w 426457"/>
                <a:gd name="connsiteY1" fmla="*/ 0 h 4155563"/>
                <a:gd name="connsiteX2" fmla="*/ 426457 w 426457"/>
                <a:gd name="connsiteY2" fmla="*/ 463708 h 4155563"/>
                <a:gd name="connsiteX3" fmla="*/ 308412 w 426457"/>
                <a:gd name="connsiteY3" fmla="*/ 379720 h 4155563"/>
                <a:gd name="connsiteX4" fmla="*/ 306957 w 426457"/>
                <a:gd name="connsiteY4" fmla="*/ 4155563 h 4155563"/>
                <a:gd name="connsiteX5" fmla="*/ 102976 w 426457"/>
                <a:gd name="connsiteY5" fmla="*/ 4008640 h 4155563"/>
                <a:gd name="connsiteX6" fmla="*/ 110503 w 426457"/>
                <a:gd name="connsiteY6" fmla="*/ 237716 h 4155563"/>
                <a:gd name="connsiteX7" fmla="*/ 0 w 426457"/>
                <a:gd name="connsiteY7" fmla="*/ 165031 h 4155563"/>
                <a:gd name="connsiteX0" fmla="*/ 0 w 420693"/>
                <a:gd name="connsiteY0" fmla="*/ 176347 h 4155563"/>
                <a:gd name="connsiteX1" fmla="*/ 212623 w 420693"/>
                <a:gd name="connsiteY1" fmla="*/ 0 h 4155563"/>
                <a:gd name="connsiteX2" fmla="*/ 420693 w 420693"/>
                <a:gd name="connsiteY2" fmla="*/ 463708 h 4155563"/>
                <a:gd name="connsiteX3" fmla="*/ 302648 w 420693"/>
                <a:gd name="connsiteY3" fmla="*/ 379720 h 4155563"/>
                <a:gd name="connsiteX4" fmla="*/ 301193 w 420693"/>
                <a:gd name="connsiteY4" fmla="*/ 4155563 h 4155563"/>
                <a:gd name="connsiteX5" fmla="*/ 97212 w 420693"/>
                <a:gd name="connsiteY5" fmla="*/ 4008640 h 4155563"/>
                <a:gd name="connsiteX6" fmla="*/ 104739 w 420693"/>
                <a:gd name="connsiteY6" fmla="*/ 237716 h 4155563"/>
                <a:gd name="connsiteX7" fmla="*/ 0 w 420693"/>
                <a:gd name="connsiteY7" fmla="*/ 176347 h 4155563"/>
                <a:gd name="connsiteX0" fmla="*/ 0 w 437667"/>
                <a:gd name="connsiteY0" fmla="*/ 184996 h 4155563"/>
                <a:gd name="connsiteX1" fmla="*/ 229597 w 437667"/>
                <a:gd name="connsiteY1" fmla="*/ 0 h 4155563"/>
                <a:gd name="connsiteX2" fmla="*/ 437667 w 437667"/>
                <a:gd name="connsiteY2" fmla="*/ 463708 h 4155563"/>
                <a:gd name="connsiteX3" fmla="*/ 319622 w 437667"/>
                <a:gd name="connsiteY3" fmla="*/ 379720 h 4155563"/>
                <a:gd name="connsiteX4" fmla="*/ 318167 w 437667"/>
                <a:gd name="connsiteY4" fmla="*/ 4155563 h 4155563"/>
                <a:gd name="connsiteX5" fmla="*/ 114186 w 437667"/>
                <a:gd name="connsiteY5" fmla="*/ 4008640 h 4155563"/>
                <a:gd name="connsiteX6" fmla="*/ 121713 w 437667"/>
                <a:gd name="connsiteY6" fmla="*/ 237716 h 4155563"/>
                <a:gd name="connsiteX7" fmla="*/ 0 w 437667"/>
                <a:gd name="connsiteY7" fmla="*/ 184996 h 4155563"/>
                <a:gd name="connsiteX0" fmla="*/ 0 w 437667"/>
                <a:gd name="connsiteY0" fmla="*/ 184996 h 4155563"/>
                <a:gd name="connsiteX1" fmla="*/ 229597 w 437667"/>
                <a:gd name="connsiteY1" fmla="*/ 0 h 4155563"/>
                <a:gd name="connsiteX2" fmla="*/ 437667 w 437667"/>
                <a:gd name="connsiteY2" fmla="*/ 463708 h 4155563"/>
                <a:gd name="connsiteX3" fmla="*/ 319622 w 437667"/>
                <a:gd name="connsiteY3" fmla="*/ 379720 h 4155563"/>
                <a:gd name="connsiteX4" fmla="*/ 318167 w 437667"/>
                <a:gd name="connsiteY4" fmla="*/ 4155563 h 4155563"/>
                <a:gd name="connsiteX5" fmla="*/ 114186 w 437667"/>
                <a:gd name="connsiteY5" fmla="*/ 4008640 h 4155563"/>
                <a:gd name="connsiteX6" fmla="*/ 120379 w 437667"/>
                <a:gd name="connsiteY6" fmla="*/ 249085 h 4155563"/>
                <a:gd name="connsiteX7" fmla="*/ 0 w 437667"/>
                <a:gd name="connsiteY7" fmla="*/ 184996 h 4155563"/>
                <a:gd name="connsiteX0" fmla="*/ 0 w 420532"/>
                <a:gd name="connsiteY0" fmla="*/ 197645 h 4155563"/>
                <a:gd name="connsiteX1" fmla="*/ 212462 w 420532"/>
                <a:gd name="connsiteY1" fmla="*/ 0 h 4155563"/>
                <a:gd name="connsiteX2" fmla="*/ 420532 w 420532"/>
                <a:gd name="connsiteY2" fmla="*/ 463708 h 4155563"/>
                <a:gd name="connsiteX3" fmla="*/ 302487 w 420532"/>
                <a:gd name="connsiteY3" fmla="*/ 379720 h 4155563"/>
                <a:gd name="connsiteX4" fmla="*/ 301032 w 420532"/>
                <a:gd name="connsiteY4" fmla="*/ 4155563 h 4155563"/>
                <a:gd name="connsiteX5" fmla="*/ 97051 w 420532"/>
                <a:gd name="connsiteY5" fmla="*/ 4008640 h 4155563"/>
                <a:gd name="connsiteX6" fmla="*/ 103244 w 420532"/>
                <a:gd name="connsiteY6" fmla="*/ 249085 h 4155563"/>
                <a:gd name="connsiteX7" fmla="*/ 0 w 420532"/>
                <a:gd name="connsiteY7" fmla="*/ 197645 h 415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532" h="4155563">
                  <a:moveTo>
                    <a:pt x="0" y="197645"/>
                  </a:moveTo>
                  <a:lnTo>
                    <a:pt x="212462" y="0"/>
                  </a:lnTo>
                  <a:lnTo>
                    <a:pt x="420532" y="463708"/>
                  </a:lnTo>
                  <a:lnTo>
                    <a:pt x="302487" y="379720"/>
                  </a:lnTo>
                  <a:cubicBezTo>
                    <a:pt x="303635" y="1713225"/>
                    <a:pt x="299884" y="2822058"/>
                    <a:pt x="301032" y="4155563"/>
                  </a:cubicBezTo>
                  <a:lnTo>
                    <a:pt x="97051" y="4008640"/>
                  </a:lnTo>
                  <a:cubicBezTo>
                    <a:pt x="97695" y="2724110"/>
                    <a:pt x="102600" y="1533615"/>
                    <a:pt x="103244" y="249085"/>
                  </a:cubicBezTo>
                  <a:lnTo>
                    <a:pt x="0" y="197645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alpha val="0"/>
                  </a:schemeClr>
                </a:gs>
                <a:gs pos="50000">
                  <a:schemeClr val="accent2">
                    <a:alpha val="35000"/>
                  </a:schemeClr>
                </a:gs>
                <a:gs pos="100000">
                  <a:schemeClr val="accent3">
                    <a:alpha val="50000"/>
                  </a:schemeClr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 dirty="0"/>
            </a:p>
          </p:txBody>
        </p:sp>
        <p:sp>
          <p:nvSpPr>
            <p:cNvPr id="30" name="Arrow: Up 27">
              <a:extLst>
                <a:ext uri="{FF2B5EF4-FFF2-40B4-BE49-F238E27FC236}">
                  <a16:creationId xmlns:a16="http://schemas.microsoft.com/office/drawing/2014/main" id="{622531CE-3258-4B57-B274-FB722638BF89}"/>
                </a:ext>
              </a:extLst>
            </p:cNvPr>
            <p:cNvSpPr/>
            <p:nvPr/>
          </p:nvSpPr>
          <p:spPr>
            <a:xfrm rot="3780000" flipH="1">
              <a:off x="7482745" y="2303146"/>
              <a:ext cx="420532" cy="4155563"/>
            </a:xfrm>
            <a:custGeom>
              <a:avLst/>
              <a:gdLst>
                <a:gd name="connsiteX0" fmla="*/ 0 w 397211"/>
                <a:gd name="connsiteY0" fmla="*/ 198606 h 4166133"/>
                <a:gd name="connsiteX1" fmla="*/ 198606 w 397211"/>
                <a:gd name="connsiteY1" fmla="*/ 0 h 4166133"/>
                <a:gd name="connsiteX2" fmla="*/ 397211 w 397211"/>
                <a:gd name="connsiteY2" fmla="*/ 198606 h 4166133"/>
                <a:gd name="connsiteX3" fmla="*/ 297908 w 397211"/>
                <a:gd name="connsiteY3" fmla="*/ 198606 h 4166133"/>
                <a:gd name="connsiteX4" fmla="*/ 297908 w 397211"/>
                <a:gd name="connsiteY4" fmla="*/ 4166133 h 4166133"/>
                <a:gd name="connsiteX5" fmla="*/ 99303 w 397211"/>
                <a:gd name="connsiteY5" fmla="*/ 4166133 h 4166133"/>
                <a:gd name="connsiteX6" fmla="*/ 99303 w 397211"/>
                <a:gd name="connsiteY6" fmla="*/ 198606 h 4166133"/>
                <a:gd name="connsiteX7" fmla="*/ 0 w 397211"/>
                <a:gd name="connsiteY7" fmla="*/ 198606 h 4166133"/>
                <a:gd name="connsiteX0" fmla="*/ 0 w 397211"/>
                <a:gd name="connsiteY0" fmla="*/ 198606 h 4166133"/>
                <a:gd name="connsiteX1" fmla="*/ 198606 w 397211"/>
                <a:gd name="connsiteY1" fmla="*/ 0 h 4166133"/>
                <a:gd name="connsiteX2" fmla="*/ 397211 w 397211"/>
                <a:gd name="connsiteY2" fmla="*/ 198606 h 4166133"/>
                <a:gd name="connsiteX3" fmla="*/ 297908 w 397211"/>
                <a:gd name="connsiteY3" fmla="*/ 198606 h 4166133"/>
                <a:gd name="connsiteX4" fmla="*/ 297908 w 397211"/>
                <a:gd name="connsiteY4" fmla="*/ 4166133 h 4166133"/>
                <a:gd name="connsiteX5" fmla="*/ 97372 w 397211"/>
                <a:gd name="connsiteY5" fmla="*/ 4052197 h 4166133"/>
                <a:gd name="connsiteX6" fmla="*/ 99303 w 397211"/>
                <a:gd name="connsiteY6" fmla="*/ 198606 h 4166133"/>
                <a:gd name="connsiteX7" fmla="*/ 0 w 397211"/>
                <a:gd name="connsiteY7" fmla="*/ 198606 h 4166133"/>
                <a:gd name="connsiteX0" fmla="*/ 0 w 397211"/>
                <a:gd name="connsiteY0" fmla="*/ 198606 h 4199120"/>
                <a:gd name="connsiteX1" fmla="*/ 198606 w 397211"/>
                <a:gd name="connsiteY1" fmla="*/ 0 h 4199120"/>
                <a:gd name="connsiteX2" fmla="*/ 397211 w 397211"/>
                <a:gd name="connsiteY2" fmla="*/ 198606 h 4199120"/>
                <a:gd name="connsiteX3" fmla="*/ 297908 w 397211"/>
                <a:gd name="connsiteY3" fmla="*/ 198606 h 4199120"/>
                <a:gd name="connsiteX4" fmla="*/ 301353 w 397211"/>
                <a:gd name="connsiteY4" fmla="*/ 4199120 h 4199120"/>
                <a:gd name="connsiteX5" fmla="*/ 97372 w 397211"/>
                <a:gd name="connsiteY5" fmla="*/ 4052197 h 4199120"/>
                <a:gd name="connsiteX6" fmla="*/ 99303 w 397211"/>
                <a:gd name="connsiteY6" fmla="*/ 198606 h 4199120"/>
                <a:gd name="connsiteX7" fmla="*/ 0 w 397211"/>
                <a:gd name="connsiteY7" fmla="*/ 198606 h 4199120"/>
                <a:gd name="connsiteX0" fmla="*/ 0 w 397211"/>
                <a:gd name="connsiteY0" fmla="*/ 198606 h 4199120"/>
                <a:gd name="connsiteX1" fmla="*/ 198606 w 397211"/>
                <a:gd name="connsiteY1" fmla="*/ 0 h 4199120"/>
                <a:gd name="connsiteX2" fmla="*/ 397211 w 397211"/>
                <a:gd name="connsiteY2" fmla="*/ 198606 h 4199120"/>
                <a:gd name="connsiteX3" fmla="*/ 301647 w 397211"/>
                <a:gd name="connsiteY3" fmla="*/ 410505 h 4199120"/>
                <a:gd name="connsiteX4" fmla="*/ 301353 w 397211"/>
                <a:gd name="connsiteY4" fmla="*/ 4199120 h 4199120"/>
                <a:gd name="connsiteX5" fmla="*/ 97372 w 397211"/>
                <a:gd name="connsiteY5" fmla="*/ 4052197 h 4199120"/>
                <a:gd name="connsiteX6" fmla="*/ 99303 w 397211"/>
                <a:gd name="connsiteY6" fmla="*/ 198606 h 4199120"/>
                <a:gd name="connsiteX7" fmla="*/ 0 w 397211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1647 w 420853"/>
                <a:gd name="connsiteY3" fmla="*/ 410505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303 w 420853"/>
                <a:gd name="connsiteY6" fmla="*/ 198606 h 4199120"/>
                <a:gd name="connsiteX7" fmla="*/ 0 w 420853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2808 w 420853"/>
                <a:gd name="connsiteY3" fmla="*/ 423277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303 w 420853"/>
                <a:gd name="connsiteY6" fmla="*/ 198606 h 4199120"/>
                <a:gd name="connsiteX7" fmla="*/ 0 w 420853"/>
                <a:gd name="connsiteY7" fmla="*/ 198606 h 4199120"/>
                <a:gd name="connsiteX0" fmla="*/ 0 w 420853"/>
                <a:gd name="connsiteY0" fmla="*/ 198606 h 4199120"/>
                <a:gd name="connsiteX1" fmla="*/ 198606 w 420853"/>
                <a:gd name="connsiteY1" fmla="*/ 0 h 4199120"/>
                <a:gd name="connsiteX2" fmla="*/ 420853 w 420853"/>
                <a:gd name="connsiteY2" fmla="*/ 507265 h 4199120"/>
                <a:gd name="connsiteX3" fmla="*/ 302808 w 420853"/>
                <a:gd name="connsiteY3" fmla="*/ 423277 h 4199120"/>
                <a:gd name="connsiteX4" fmla="*/ 301353 w 420853"/>
                <a:gd name="connsiteY4" fmla="*/ 4199120 h 4199120"/>
                <a:gd name="connsiteX5" fmla="*/ 97372 w 420853"/>
                <a:gd name="connsiteY5" fmla="*/ 4052197 h 4199120"/>
                <a:gd name="connsiteX6" fmla="*/ 99827 w 420853"/>
                <a:gd name="connsiteY6" fmla="*/ 267824 h 4199120"/>
                <a:gd name="connsiteX7" fmla="*/ 0 w 420853"/>
                <a:gd name="connsiteY7" fmla="*/ 198606 h 4199120"/>
                <a:gd name="connsiteX0" fmla="*/ 0 w 420853"/>
                <a:gd name="connsiteY0" fmla="*/ 144037 h 4144551"/>
                <a:gd name="connsiteX1" fmla="*/ 164943 w 420853"/>
                <a:gd name="connsiteY1" fmla="*/ 0 h 4144551"/>
                <a:gd name="connsiteX2" fmla="*/ 420853 w 420853"/>
                <a:gd name="connsiteY2" fmla="*/ 452696 h 4144551"/>
                <a:gd name="connsiteX3" fmla="*/ 302808 w 420853"/>
                <a:gd name="connsiteY3" fmla="*/ 368708 h 4144551"/>
                <a:gd name="connsiteX4" fmla="*/ 301353 w 420853"/>
                <a:gd name="connsiteY4" fmla="*/ 4144551 h 4144551"/>
                <a:gd name="connsiteX5" fmla="*/ 97372 w 420853"/>
                <a:gd name="connsiteY5" fmla="*/ 3997628 h 4144551"/>
                <a:gd name="connsiteX6" fmla="*/ 99827 w 420853"/>
                <a:gd name="connsiteY6" fmla="*/ 213255 h 4144551"/>
                <a:gd name="connsiteX7" fmla="*/ 0 w 420853"/>
                <a:gd name="connsiteY7" fmla="*/ 144037 h 4144551"/>
                <a:gd name="connsiteX0" fmla="*/ 0 w 420853"/>
                <a:gd name="connsiteY0" fmla="*/ 141036 h 4141550"/>
                <a:gd name="connsiteX1" fmla="*/ 190525 w 420853"/>
                <a:gd name="connsiteY1" fmla="*/ 0 h 4141550"/>
                <a:gd name="connsiteX2" fmla="*/ 420853 w 420853"/>
                <a:gd name="connsiteY2" fmla="*/ 449695 h 4141550"/>
                <a:gd name="connsiteX3" fmla="*/ 302808 w 420853"/>
                <a:gd name="connsiteY3" fmla="*/ 365707 h 4141550"/>
                <a:gd name="connsiteX4" fmla="*/ 301353 w 420853"/>
                <a:gd name="connsiteY4" fmla="*/ 4141550 h 4141550"/>
                <a:gd name="connsiteX5" fmla="*/ 97372 w 420853"/>
                <a:gd name="connsiteY5" fmla="*/ 3994627 h 4141550"/>
                <a:gd name="connsiteX6" fmla="*/ 99827 w 420853"/>
                <a:gd name="connsiteY6" fmla="*/ 210254 h 4141550"/>
                <a:gd name="connsiteX7" fmla="*/ 0 w 420853"/>
                <a:gd name="connsiteY7" fmla="*/ 141036 h 4141550"/>
                <a:gd name="connsiteX0" fmla="*/ 0 w 420853"/>
                <a:gd name="connsiteY0" fmla="*/ 142076 h 4142590"/>
                <a:gd name="connsiteX1" fmla="*/ 187323 w 420853"/>
                <a:gd name="connsiteY1" fmla="*/ 0 h 4142590"/>
                <a:gd name="connsiteX2" fmla="*/ 420853 w 420853"/>
                <a:gd name="connsiteY2" fmla="*/ 450735 h 4142590"/>
                <a:gd name="connsiteX3" fmla="*/ 302808 w 420853"/>
                <a:gd name="connsiteY3" fmla="*/ 366747 h 4142590"/>
                <a:gd name="connsiteX4" fmla="*/ 301353 w 420853"/>
                <a:gd name="connsiteY4" fmla="*/ 4142590 h 4142590"/>
                <a:gd name="connsiteX5" fmla="*/ 97372 w 420853"/>
                <a:gd name="connsiteY5" fmla="*/ 3995667 h 4142590"/>
                <a:gd name="connsiteX6" fmla="*/ 99827 w 420853"/>
                <a:gd name="connsiteY6" fmla="*/ 211294 h 4142590"/>
                <a:gd name="connsiteX7" fmla="*/ 0 w 420853"/>
                <a:gd name="connsiteY7" fmla="*/ 142076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5431 w 426457"/>
                <a:gd name="connsiteY6" fmla="*/ 211294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5538 w 426457"/>
                <a:gd name="connsiteY6" fmla="*/ 225492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8259 w 426457"/>
                <a:gd name="connsiteY6" fmla="*/ 209852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3016 w 426457"/>
                <a:gd name="connsiteY6" fmla="*/ 220541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07340 w 426457"/>
                <a:gd name="connsiteY6" fmla="*/ 229028 h 4142590"/>
                <a:gd name="connsiteX7" fmla="*/ 0 w 426457"/>
                <a:gd name="connsiteY7" fmla="*/ 152058 h 4142590"/>
                <a:gd name="connsiteX0" fmla="*/ 0 w 426457"/>
                <a:gd name="connsiteY0" fmla="*/ 152058 h 4142590"/>
                <a:gd name="connsiteX1" fmla="*/ 192927 w 426457"/>
                <a:gd name="connsiteY1" fmla="*/ 0 h 4142590"/>
                <a:gd name="connsiteX2" fmla="*/ 426457 w 426457"/>
                <a:gd name="connsiteY2" fmla="*/ 450735 h 4142590"/>
                <a:gd name="connsiteX3" fmla="*/ 308412 w 426457"/>
                <a:gd name="connsiteY3" fmla="*/ 366747 h 4142590"/>
                <a:gd name="connsiteX4" fmla="*/ 306957 w 426457"/>
                <a:gd name="connsiteY4" fmla="*/ 4142590 h 4142590"/>
                <a:gd name="connsiteX5" fmla="*/ 102976 w 426457"/>
                <a:gd name="connsiteY5" fmla="*/ 3995667 h 4142590"/>
                <a:gd name="connsiteX6" fmla="*/ 110503 w 426457"/>
                <a:gd name="connsiteY6" fmla="*/ 224743 h 4142590"/>
                <a:gd name="connsiteX7" fmla="*/ 0 w 426457"/>
                <a:gd name="connsiteY7" fmla="*/ 152058 h 4142590"/>
                <a:gd name="connsiteX0" fmla="*/ 0 w 426457"/>
                <a:gd name="connsiteY0" fmla="*/ 165031 h 4155563"/>
                <a:gd name="connsiteX1" fmla="*/ 218387 w 426457"/>
                <a:gd name="connsiteY1" fmla="*/ 0 h 4155563"/>
                <a:gd name="connsiteX2" fmla="*/ 426457 w 426457"/>
                <a:gd name="connsiteY2" fmla="*/ 463708 h 4155563"/>
                <a:gd name="connsiteX3" fmla="*/ 308412 w 426457"/>
                <a:gd name="connsiteY3" fmla="*/ 379720 h 4155563"/>
                <a:gd name="connsiteX4" fmla="*/ 306957 w 426457"/>
                <a:gd name="connsiteY4" fmla="*/ 4155563 h 4155563"/>
                <a:gd name="connsiteX5" fmla="*/ 102976 w 426457"/>
                <a:gd name="connsiteY5" fmla="*/ 4008640 h 4155563"/>
                <a:gd name="connsiteX6" fmla="*/ 110503 w 426457"/>
                <a:gd name="connsiteY6" fmla="*/ 237716 h 4155563"/>
                <a:gd name="connsiteX7" fmla="*/ 0 w 426457"/>
                <a:gd name="connsiteY7" fmla="*/ 165031 h 4155563"/>
                <a:gd name="connsiteX0" fmla="*/ 0 w 420693"/>
                <a:gd name="connsiteY0" fmla="*/ 176347 h 4155563"/>
                <a:gd name="connsiteX1" fmla="*/ 212623 w 420693"/>
                <a:gd name="connsiteY1" fmla="*/ 0 h 4155563"/>
                <a:gd name="connsiteX2" fmla="*/ 420693 w 420693"/>
                <a:gd name="connsiteY2" fmla="*/ 463708 h 4155563"/>
                <a:gd name="connsiteX3" fmla="*/ 302648 w 420693"/>
                <a:gd name="connsiteY3" fmla="*/ 379720 h 4155563"/>
                <a:gd name="connsiteX4" fmla="*/ 301193 w 420693"/>
                <a:gd name="connsiteY4" fmla="*/ 4155563 h 4155563"/>
                <a:gd name="connsiteX5" fmla="*/ 97212 w 420693"/>
                <a:gd name="connsiteY5" fmla="*/ 4008640 h 4155563"/>
                <a:gd name="connsiteX6" fmla="*/ 104739 w 420693"/>
                <a:gd name="connsiteY6" fmla="*/ 237716 h 4155563"/>
                <a:gd name="connsiteX7" fmla="*/ 0 w 420693"/>
                <a:gd name="connsiteY7" fmla="*/ 176347 h 4155563"/>
                <a:gd name="connsiteX0" fmla="*/ 0 w 437667"/>
                <a:gd name="connsiteY0" fmla="*/ 184996 h 4155563"/>
                <a:gd name="connsiteX1" fmla="*/ 229597 w 437667"/>
                <a:gd name="connsiteY1" fmla="*/ 0 h 4155563"/>
                <a:gd name="connsiteX2" fmla="*/ 437667 w 437667"/>
                <a:gd name="connsiteY2" fmla="*/ 463708 h 4155563"/>
                <a:gd name="connsiteX3" fmla="*/ 319622 w 437667"/>
                <a:gd name="connsiteY3" fmla="*/ 379720 h 4155563"/>
                <a:gd name="connsiteX4" fmla="*/ 318167 w 437667"/>
                <a:gd name="connsiteY4" fmla="*/ 4155563 h 4155563"/>
                <a:gd name="connsiteX5" fmla="*/ 114186 w 437667"/>
                <a:gd name="connsiteY5" fmla="*/ 4008640 h 4155563"/>
                <a:gd name="connsiteX6" fmla="*/ 121713 w 437667"/>
                <a:gd name="connsiteY6" fmla="*/ 237716 h 4155563"/>
                <a:gd name="connsiteX7" fmla="*/ 0 w 437667"/>
                <a:gd name="connsiteY7" fmla="*/ 184996 h 4155563"/>
                <a:gd name="connsiteX0" fmla="*/ 0 w 437667"/>
                <a:gd name="connsiteY0" fmla="*/ 184996 h 4155563"/>
                <a:gd name="connsiteX1" fmla="*/ 229597 w 437667"/>
                <a:gd name="connsiteY1" fmla="*/ 0 h 4155563"/>
                <a:gd name="connsiteX2" fmla="*/ 437667 w 437667"/>
                <a:gd name="connsiteY2" fmla="*/ 463708 h 4155563"/>
                <a:gd name="connsiteX3" fmla="*/ 319622 w 437667"/>
                <a:gd name="connsiteY3" fmla="*/ 379720 h 4155563"/>
                <a:gd name="connsiteX4" fmla="*/ 318167 w 437667"/>
                <a:gd name="connsiteY4" fmla="*/ 4155563 h 4155563"/>
                <a:gd name="connsiteX5" fmla="*/ 114186 w 437667"/>
                <a:gd name="connsiteY5" fmla="*/ 4008640 h 4155563"/>
                <a:gd name="connsiteX6" fmla="*/ 120379 w 437667"/>
                <a:gd name="connsiteY6" fmla="*/ 249085 h 4155563"/>
                <a:gd name="connsiteX7" fmla="*/ 0 w 437667"/>
                <a:gd name="connsiteY7" fmla="*/ 184996 h 4155563"/>
                <a:gd name="connsiteX0" fmla="*/ 0 w 420532"/>
                <a:gd name="connsiteY0" fmla="*/ 197645 h 4155563"/>
                <a:gd name="connsiteX1" fmla="*/ 212462 w 420532"/>
                <a:gd name="connsiteY1" fmla="*/ 0 h 4155563"/>
                <a:gd name="connsiteX2" fmla="*/ 420532 w 420532"/>
                <a:gd name="connsiteY2" fmla="*/ 463708 h 4155563"/>
                <a:gd name="connsiteX3" fmla="*/ 302487 w 420532"/>
                <a:gd name="connsiteY3" fmla="*/ 379720 h 4155563"/>
                <a:gd name="connsiteX4" fmla="*/ 301032 w 420532"/>
                <a:gd name="connsiteY4" fmla="*/ 4155563 h 4155563"/>
                <a:gd name="connsiteX5" fmla="*/ 97051 w 420532"/>
                <a:gd name="connsiteY5" fmla="*/ 4008640 h 4155563"/>
                <a:gd name="connsiteX6" fmla="*/ 103244 w 420532"/>
                <a:gd name="connsiteY6" fmla="*/ 249085 h 4155563"/>
                <a:gd name="connsiteX7" fmla="*/ 0 w 420532"/>
                <a:gd name="connsiteY7" fmla="*/ 197645 h 415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532" h="4155563">
                  <a:moveTo>
                    <a:pt x="0" y="197645"/>
                  </a:moveTo>
                  <a:lnTo>
                    <a:pt x="212462" y="0"/>
                  </a:lnTo>
                  <a:lnTo>
                    <a:pt x="420532" y="463708"/>
                  </a:lnTo>
                  <a:lnTo>
                    <a:pt x="302487" y="379720"/>
                  </a:lnTo>
                  <a:cubicBezTo>
                    <a:pt x="303635" y="1713225"/>
                    <a:pt x="299884" y="2822058"/>
                    <a:pt x="301032" y="4155563"/>
                  </a:cubicBezTo>
                  <a:lnTo>
                    <a:pt x="97051" y="4008640"/>
                  </a:lnTo>
                  <a:cubicBezTo>
                    <a:pt x="97695" y="2724110"/>
                    <a:pt x="102600" y="1533615"/>
                    <a:pt x="103244" y="249085"/>
                  </a:cubicBezTo>
                  <a:lnTo>
                    <a:pt x="0" y="197645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alpha val="0"/>
                  </a:schemeClr>
                </a:gs>
                <a:gs pos="50000">
                  <a:schemeClr val="accent2">
                    <a:alpha val="35000"/>
                  </a:schemeClr>
                </a:gs>
                <a:gs pos="100000">
                  <a:schemeClr val="accent3">
                    <a:alpha val="55000"/>
                  </a:schemeClr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id="{E140F839-A48D-4BF9-996A-54342D3811A6}"/>
              </a:ext>
            </a:extLst>
          </p:cNvPr>
          <p:cNvSpPr/>
          <p:nvPr/>
        </p:nvSpPr>
        <p:spPr>
          <a:xfrm>
            <a:off x="5674015" y="3565705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DEFDD2F-1D9C-4D4B-BC16-73AA6FA4AA0B}"/>
              </a:ext>
            </a:extLst>
          </p:cNvPr>
          <p:cNvSpPr/>
          <p:nvPr/>
        </p:nvSpPr>
        <p:spPr>
          <a:xfrm>
            <a:off x="6562124" y="3150409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A551A5A-EFC6-4AF3-B36A-AE57D12B8F68}"/>
              </a:ext>
            </a:extLst>
          </p:cNvPr>
          <p:cNvSpPr/>
          <p:nvPr/>
        </p:nvSpPr>
        <p:spPr>
          <a:xfrm>
            <a:off x="7454559" y="2671828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A199D39-B4F8-4894-88CE-8EE757F999E3}"/>
              </a:ext>
            </a:extLst>
          </p:cNvPr>
          <p:cNvSpPr/>
          <p:nvPr/>
        </p:nvSpPr>
        <p:spPr>
          <a:xfrm>
            <a:off x="6593770" y="4053717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68AF5C4-C886-41D7-97A0-3F70F594BD2D}"/>
              </a:ext>
            </a:extLst>
          </p:cNvPr>
          <p:cNvSpPr/>
          <p:nvPr/>
        </p:nvSpPr>
        <p:spPr>
          <a:xfrm>
            <a:off x="7481879" y="3638422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0BCC0FE-F6D5-49FD-9716-B6212D94A0C9}"/>
              </a:ext>
            </a:extLst>
          </p:cNvPr>
          <p:cNvSpPr/>
          <p:nvPr/>
        </p:nvSpPr>
        <p:spPr>
          <a:xfrm>
            <a:off x="8374315" y="3159840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7D44DD4-5348-47FF-BB5B-2D60A4B82309}"/>
              </a:ext>
            </a:extLst>
          </p:cNvPr>
          <p:cNvSpPr/>
          <p:nvPr/>
        </p:nvSpPr>
        <p:spPr>
          <a:xfrm>
            <a:off x="7526587" y="4497633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0E0315-A180-432F-9816-D95580DA33EA}"/>
              </a:ext>
            </a:extLst>
          </p:cNvPr>
          <p:cNvSpPr/>
          <p:nvPr/>
        </p:nvSpPr>
        <p:spPr>
          <a:xfrm>
            <a:off x="8414697" y="4082336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479BE6BB-86DB-4305-AE4B-B417EC890673}"/>
              </a:ext>
            </a:extLst>
          </p:cNvPr>
          <p:cNvSpPr/>
          <p:nvPr/>
        </p:nvSpPr>
        <p:spPr>
          <a:xfrm>
            <a:off x="9307132" y="3603757"/>
            <a:ext cx="1085623" cy="443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200</a:t>
            </a:r>
            <a:r>
              <a:rPr lang="en-US" sz="1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+ Items</a:t>
            </a:r>
            <a:endParaRPr lang="en-US" sz="1100" baseline="70000" dirty="0">
              <a:solidFill>
                <a:schemeClr val="bg1"/>
              </a:solidFill>
              <a:latin typeface="Poppins" panose="02000000000000000000" pitchFamily="2" charset="0"/>
              <a:ea typeface="Open Sans Light" panose="020B0306030504020204" pitchFamily="34" charset="0"/>
              <a:cs typeface="Poppins" panose="02000000000000000000" pitchFamily="2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3C61CA2C-7802-4B47-B804-10AE67BB0DD4}"/>
              </a:ext>
            </a:extLst>
          </p:cNvPr>
          <p:cNvGrpSpPr/>
          <p:nvPr/>
        </p:nvGrpSpPr>
        <p:grpSpPr>
          <a:xfrm>
            <a:off x="8964851" y="1931197"/>
            <a:ext cx="2800380" cy="1029164"/>
            <a:chOff x="7750527" y="1156772"/>
            <a:chExt cx="3034476" cy="1115196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38BB0C5D-2069-4B0E-AE68-1B088F32D416}"/>
                </a:ext>
              </a:extLst>
            </p:cNvPr>
            <p:cNvSpPr/>
            <p:nvPr/>
          </p:nvSpPr>
          <p:spPr>
            <a:xfrm>
              <a:off x="7750527" y="1752210"/>
              <a:ext cx="3034476" cy="51975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8AAF340B-90FA-489B-965B-C20ECE2E10DF}"/>
                </a:ext>
              </a:extLst>
            </p:cNvPr>
            <p:cNvSpPr/>
            <p:nvPr/>
          </p:nvSpPr>
          <p:spPr>
            <a:xfrm>
              <a:off x="7750527" y="1156772"/>
              <a:ext cx="3034476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55</a:t>
              </a:r>
              <a:r>
                <a:rPr lang="en-US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5ED13497-C3BC-4507-97C6-BC24D7F606FA}"/>
              </a:ext>
            </a:extLst>
          </p:cNvPr>
          <p:cNvSpPr/>
          <p:nvPr/>
        </p:nvSpPr>
        <p:spPr>
          <a:xfrm>
            <a:off x="9063523" y="3055894"/>
            <a:ext cx="2638022" cy="106544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73C23895-10FD-4B6C-9B24-5422A4F46A17}"/>
              </a:ext>
            </a:extLst>
          </p:cNvPr>
          <p:cNvSpPr/>
          <p:nvPr/>
        </p:nvSpPr>
        <p:spPr>
          <a:xfrm>
            <a:off x="9063523" y="3055894"/>
            <a:ext cx="1459797" cy="10654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1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515AA5E-FD2B-4226-BC7B-A6D7899C2B04}"/>
              </a:ext>
            </a:extLst>
          </p:cNvPr>
          <p:cNvGrpSpPr/>
          <p:nvPr/>
        </p:nvGrpSpPr>
        <p:grpSpPr>
          <a:xfrm>
            <a:off x="5597697" y="939187"/>
            <a:ext cx="2800380" cy="1029164"/>
            <a:chOff x="7750527" y="1156772"/>
            <a:chExt cx="3034476" cy="1115196"/>
          </a:xfrm>
        </p:grpSpPr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BC6E320E-91A8-4101-BC8E-305CF09B4342}"/>
                </a:ext>
              </a:extLst>
            </p:cNvPr>
            <p:cNvSpPr/>
            <p:nvPr/>
          </p:nvSpPr>
          <p:spPr>
            <a:xfrm>
              <a:off x="7750527" y="1752210"/>
              <a:ext cx="3034476" cy="51975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4C55DD66-0E30-4927-8CC7-DD82EDC40A77}"/>
                </a:ext>
              </a:extLst>
            </p:cNvPr>
            <p:cNvSpPr/>
            <p:nvPr/>
          </p:nvSpPr>
          <p:spPr>
            <a:xfrm>
              <a:off x="7750527" y="1156772"/>
              <a:ext cx="3034476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65</a:t>
              </a:r>
              <a:r>
                <a:rPr lang="en-US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8A63EC58-7882-43CB-94D9-E29262B2DFA0}"/>
              </a:ext>
            </a:extLst>
          </p:cNvPr>
          <p:cNvSpPr/>
          <p:nvPr/>
        </p:nvSpPr>
        <p:spPr>
          <a:xfrm>
            <a:off x="5696369" y="2063884"/>
            <a:ext cx="2638022" cy="106544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70BB1F7D-54D9-4BD4-92F1-6619B2AD0D31}"/>
              </a:ext>
            </a:extLst>
          </p:cNvPr>
          <p:cNvSpPr/>
          <p:nvPr/>
        </p:nvSpPr>
        <p:spPr>
          <a:xfrm>
            <a:off x="5696369" y="2063884"/>
            <a:ext cx="1464081" cy="10654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3"/>
              </a:gs>
              <a:gs pos="99000">
                <a:schemeClr val="accent3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9EE4D962-7872-4217-9100-1B523F7BB0FC}"/>
              </a:ext>
            </a:extLst>
          </p:cNvPr>
          <p:cNvGrpSpPr/>
          <p:nvPr/>
        </p:nvGrpSpPr>
        <p:grpSpPr>
          <a:xfrm>
            <a:off x="4379888" y="4687572"/>
            <a:ext cx="2800380" cy="1029164"/>
            <a:chOff x="7750527" y="1156772"/>
            <a:chExt cx="3034476" cy="111519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1127C7B7-6DBE-4901-B17C-6CC8FEACA481}"/>
                </a:ext>
              </a:extLst>
            </p:cNvPr>
            <p:cNvSpPr/>
            <p:nvPr/>
          </p:nvSpPr>
          <p:spPr>
            <a:xfrm>
              <a:off x="7750527" y="1752210"/>
              <a:ext cx="3034476" cy="51975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1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 most common words. </a:t>
              </a: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08782DB4-E8CB-4AC3-B02D-EFEA2F1A7AF3}"/>
                </a:ext>
              </a:extLst>
            </p:cNvPr>
            <p:cNvSpPr/>
            <p:nvPr/>
          </p:nvSpPr>
          <p:spPr>
            <a:xfrm>
              <a:off x="7750527" y="1156772"/>
              <a:ext cx="3034476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45</a:t>
              </a:r>
              <a:r>
                <a:rPr lang="en-US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% 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Finished</a:t>
              </a:r>
            </a:p>
          </p:txBody>
        </p:sp>
      </p:grp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5CBDAE39-7B62-45EC-8E84-4FECB33E5931}"/>
              </a:ext>
            </a:extLst>
          </p:cNvPr>
          <p:cNvSpPr/>
          <p:nvPr/>
        </p:nvSpPr>
        <p:spPr>
          <a:xfrm>
            <a:off x="4478560" y="5812269"/>
            <a:ext cx="2638022" cy="106544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D18F629A-5DEF-4BCD-82C4-D6964838D130}"/>
              </a:ext>
            </a:extLst>
          </p:cNvPr>
          <p:cNvSpPr/>
          <p:nvPr/>
        </p:nvSpPr>
        <p:spPr>
          <a:xfrm>
            <a:off x="4478560" y="5812269"/>
            <a:ext cx="1200486" cy="10654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2"/>
              </a:gs>
              <a:gs pos="99000">
                <a:schemeClr val="accent2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800" b="1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BB075FF7-486F-4005-ABC3-D8AFC42E56F3}"/>
              </a:ext>
            </a:extLst>
          </p:cNvPr>
          <p:cNvSpPr/>
          <p:nvPr/>
        </p:nvSpPr>
        <p:spPr>
          <a:xfrm>
            <a:off x="921555" y="1879554"/>
            <a:ext cx="481330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Matrix.</a:t>
            </a:r>
          </a:p>
        </p:txBody>
      </p:sp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2ACA4072-F217-4405-9E10-C4AB4EA9CA05}"/>
              </a:ext>
            </a:extLst>
          </p:cNvPr>
          <p:cNvSpPr/>
          <p:nvPr/>
        </p:nvSpPr>
        <p:spPr>
          <a:xfrm>
            <a:off x="987113" y="4540434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Let’s Try It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A6734528-18EE-4E95-AF82-D6E7C39DD0A2}"/>
              </a:ext>
            </a:extLst>
          </p:cNvPr>
          <p:cNvSpPr/>
          <p:nvPr/>
        </p:nvSpPr>
        <p:spPr>
          <a:xfrm>
            <a:off x="926087" y="3458835"/>
            <a:ext cx="3740360" cy="9164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71ADC66A-0BA1-43B0-96BB-4BC59E124FAE}"/>
              </a:ext>
            </a:extLst>
          </p:cNvPr>
          <p:cNvSpPr/>
          <p:nvPr/>
        </p:nvSpPr>
        <p:spPr>
          <a:xfrm>
            <a:off x="3950324" y="1005217"/>
            <a:ext cx="239383" cy="23938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8835141B-A896-4C4C-9E54-2B9760EF2DCA}"/>
              </a:ext>
            </a:extLst>
          </p:cNvPr>
          <p:cNvSpPr/>
          <p:nvPr/>
        </p:nvSpPr>
        <p:spPr>
          <a:xfrm>
            <a:off x="1755458" y="6183863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8C849B48-1030-42AD-8854-32EF0A775DE8}"/>
              </a:ext>
            </a:extLst>
          </p:cNvPr>
          <p:cNvSpPr/>
          <p:nvPr/>
        </p:nvSpPr>
        <p:spPr>
          <a:xfrm>
            <a:off x="10323520" y="5054034"/>
            <a:ext cx="642775" cy="64277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68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0" dur="750" fill="hold"/>
                                        <p:tgtEl>
                                          <p:spTgt spid="34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5" dur="750" fill="hold"/>
                                        <p:tgtEl>
                                          <p:spTgt spid="37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40" dur="750" fill="hold"/>
                                        <p:tgtEl>
                                          <p:spTgt spid="40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45" dur="750" fill="hold"/>
                                        <p:tgtEl>
                                          <p:spTgt spid="35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50" dur="750" fill="hold"/>
                                        <p:tgtEl>
                                          <p:spTgt spid="38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55" dur="750" fill="hold"/>
                                        <p:tgtEl>
                                          <p:spTgt spid="41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60" dur="750" fill="hold"/>
                                        <p:tgtEl>
                                          <p:spTgt spid="36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65" dur="750" fill="hold"/>
                                        <p:tgtEl>
                                          <p:spTgt spid="39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6" presetClass="emph" presetSubtype="0" repeatCount="indefinite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70" dur="750" fill="hold"/>
                                        <p:tgtEl>
                                          <p:spTgt spid="42"/>
                                        </p:tgtEl>
                                      </p:cBhvr>
                                      <p:by x="107000" y="107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" presetClass="entr" presetSubtype="4" decel="10000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42" presetClass="path" presetSubtype="0" repeatCount="indefinite" accel="50000" decel="50000" autoRev="1" fill="hold" grpId="1" nodeType="withEffect">
                                  <p:stCondLst>
                                    <p:cond delay="4500"/>
                                  </p:stCondLst>
                                  <p:childTnLst>
                                    <p:animMotion origin="layout" path="M -4.16667E-7 -7.40741E-7 L -4.16667E-7 0.02847 " pathEditMode="relative" rAng="0" ptsTypes="AA">
                                      <p:cBhvr>
                                        <p:cTn id="10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2" presetClass="entr" presetSubtype="4" decel="10000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42" presetClass="path" presetSubtype="0" repeatCount="indefinite" accel="50000" decel="50000" autoRev="1" fill="hold" grpId="1" nodeType="withEffect">
                                  <p:stCondLst>
                                    <p:cond delay="4750"/>
                                  </p:stCondLst>
                                  <p:childTnLst>
                                    <p:animMotion origin="layout" path="M -3.75E-6 1.11111E-6 L -3.75E-6 0.02847 " pathEditMode="relative" rAng="0" ptsTypes="AA">
                                      <p:cBhvr>
                                        <p:cTn id="109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2" presetClass="entr" presetSubtype="4" decel="10000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42" presetClass="path" presetSubtype="0" repeatCount="indefinite" accel="50000" decel="50000" autoRev="1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-3.75E-6 4.07407E-6 L -3.75E-6 0.02847 " pathEditMode="relative" rAng="0" ptsTypes="AA">
                                      <p:cBhvr>
                                        <p:cTn id="115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  <p:bldP spid="41" grpId="0"/>
      <p:bldP spid="41" grpId="1"/>
      <p:bldP spid="42" grpId="0"/>
      <p:bldP spid="42" grpId="1"/>
      <p:bldP spid="58" grpId="0" animBg="1"/>
      <p:bldP spid="59" grpId="0" animBg="1"/>
      <p:bldP spid="65" grpId="0" animBg="1"/>
      <p:bldP spid="66" grpId="0" animBg="1"/>
      <p:bldP spid="72" grpId="0" animBg="1"/>
      <p:bldP spid="73" grpId="0" animBg="1"/>
      <p:bldP spid="77" grpId="0"/>
      <p:bldP spid="78" grpId="0" animBg="1"/>
      <p:bldP spid="79" grpId="0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2320925" y="0"/>
            <a:ext cx="7051675" cy="705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244" name="Group 10243"/>
          <p:cNvGrpSpPr/>
          <p:nvPr/>
        </p:nvGrpSpPr>
        <p:grpSpPr>
          <a:xfrm>
            <a:off x="10965749" y="822076"/>
            <a:ext cx="355395" cy="355396"/>
            <a:chOff x="6456363" y="642938"/>
            <a:chExt cx="676275" cy="676276"/>
          </a:xfrm>
          <a:effectLst/>
        </p:grpSpPr>
        <p:sp>
          <p:nvSpPr>
            <p:cNvPr id="169" name="Oval 561"/>
            <p:cNvSpPr>
              <a:spLocks noChangeArrowheads="1"/>
            </p:cNvSpPr>
            <p:nvPr/>
          </p:nvSpPr>
          <p:spPr bwMode="auto">
            <a:xfrm>
              <a:off x="6456363" y="642938"/>
              <a:ext cx="676275" cy="676275"/>
            </a:xfrm>
            <a:prstGeom prst="ellipse">
              <a:avLst/>
            </a:prstGeom>
            <a:gradFill>
              <a:gsLst>
                <a:gs pos="0">
                  <a:srgbClr val="B4E2EF"/>
                </a:gs>
                <a:gs pos="81000">
                  <a:srgbClr val="8AD2E6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562"/>
            <p:cNvSpPr>
              <a:spLocks/>
            </p:cNvSpPr>
            <p:nvPr/>
          </p:nvSpPr>
          <p:spPr bwMode="auto">
            <a:xfrm>
              <a:off x="6457950" y="717551"/>
              <a:ext cx="390525" cy="463550"/>
            </a:xfrm>
            <a:custGeom>
              <a:avLst/>
              <a:gdLst>
                <a:gd name="T0" fmla="*/ 96 w 177"/>
                <a:gd name="T1" fmla="*/ 38 h 210"/>
                <a:gd name="T2" fmla="*/ 68 w 177"/>
                <a:gd name="T3" fmla="*/ 2 h 210"/>
                <a:gd name="T4" fmla="*/ 56 w 177"/>
                <a:gd name="T5" fmla="*/ 0 h 210"/>
                <a:gd name="T6" fmla="*/ 0 w 177"/>
                <a:gd name="T7" fmla="*/ 102 h 210"/>
                <a:gd name="T8" fmla="*/ 30 w 177"/>
                <a:gd name="T9" fmla="*/ 115 h 210"/>
                <a:gd name="T10" fmla="*/ 43 w 177"/>
                <a:gd name="T11" fmla="*/ 191 h 210"/>
                <a:gd name="T12" fmla="*/ 88 w 177"/>
                <a:gd name="T13" fmla="*/ 197 h 210"/>
                <a:gd name="T14" fmla="*/ 85 w 177"/>
                <a:gd name="T15" fmla="*/ 163 h 210"/>
                <a:gd name="T16" fmla="*/ 110 w 177"/>
                <a:gd name="T17" fmla="*/ 150 h 210"/>
                <a:gd name="T18" fmla="*/ 113 w 177"/>
                <a:gd name="T19" fmla="*/ 122 h 210"/>
                <a:gd name="T20" fmla="*/ 103 w 177"/>
                <a:gd name="T21" fmla="*/ 82 h 210"/>
                <a:gd name="T22" fmla="*/ 170 w 177"/>
                <a:gd name="T23" fmla="*/ 68 h 210"/>
                <a:gd name="T24" fmla="*/ 151 w 177"/>
                <a:gd name="T25" fmla="*/ 44 h 210"/>
                <a:gd name="T26" fmla="*/ 96 w 177"/>
                <a:gd name="T2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7" h="210">
                  <a:moveTo>
                    <a:pt x="96" y="38"/>
                  </a:moveTo>
                  <a:cubicBezTo>
                    <a:pt x="78" y="29"/>
                    <a:pt x="83" y="13"/>
                    <a:pt x="68" y="2"/>
                  </a:cubicBezTo>
                  <a:cubicBezTo>
                    <a:pt x="65" y="0"/>
                    <a:pt x="61" y="0"/>
                    <a:pt x="56" y="0"/>
                  </a:cubicBezTo>
                  <a:cubicBezTo>
                    <a:pt x="26" y="25"/>
                    <a:pt x="5" y="61"/>
                    <a:pt x="0" y="102"/>
                  </a:cubicBezTo>
                  <a:cubicBezTo>
                    <a:pt x="11" y="103"/>
                    <a:pt x="26" y="106"/>
                    <a:pt x="30" y="115"/>
                  </a:cubicBezTo>
                  <a:cubicBezTo>
                    <a:pt x="35" y="129"/>
                    <a:pt x="37" y="171"/>
                    <a:pt x="43" y="191"/>
                  </a:cubicBezTo>
                  <a:cubicBezTo>
                    <a:pt x="48" y="210"/>
                    <a:pt x="83" y="206"/>
                    <a:pt x="88" y="197"/>
                  </a:cubicBezTo>
                  <a:cubicBezTo>
                    <a:pt x="92" y="188"/>
                    <a:pt x="83" y="174"/>
                    <a:pt x="85" y="163"/>
                  </a:cubicBezTo>
                  <a:cubicBezTo>
                    <a:pt x="86" y="153"/>
                    <a:pt x="96" y="151"/>
                    <a:pt x="110" y="150"/>
                  </a:cubicBezTo>
                  <a:cubicBezTo>
                    <a:pt x="123" y="148"/>
                    <a:pt x="119" y="138"/>
                    <a:pt x="113" y="122"/>
                  </a:cubicBezTo>
                  <a:cubicBezTo>
                    <a:pt x="107" y="105"/>
                    <a:pt x="93" y="82"/>
                    <a:pt x="103" y="82"/>
                  </a:cubicBezTo>
                  <a:cubicBezTo>
                    <a:pt x="113" y="82"/>
                    <a:pt x="162" y="71"/>
                    <a:pt x="170" y="68"/>
                  </a:cubicBezTo>
                  <a:cubicBezTo>
                    <a:pt x="177" y="66"/>
                    <a:pt x="158" y="47"/>
                    <a:pt x="151" y="44"/>
                  </a:cubicBezTo>
                  <a:cubicBezTo>
                    <a:pt x="144" y="41"/>
                    <a:pt x="114" y="47"/>
                    <a:pt x="96" y="38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563"/>
            <p:cNvSpPr>
              <a:spLocks/>
            </p:cNvSpPr>
            <p:nvPr/>
          </p:nvSpPr>
          <p:spPr bwMode="auto">
            <a:xfrm>
              <a:off x="6656388" y="708026"/>
              <a:ext cx="476250" cy="466725"/>
            </a:xfrm>
            <a:custGeom>
              <a:avLst/>
              <a:gdLst>
                <a:gd name="T0" fmla="*/ 63 w 216"/>
                <a:gd name="T1" fmla="*/ 8 h 212"/>
                <a:gd name="T2" fmla="*/ 113 w 216"/>
                <a:gd name="T3" fmla="*/ 52 h 212"/>
                <a:gd name="T4" fmla="*/ 138 w 216"/>
                <a:gd name="T5" fmla="*/ 89 h 212"/>
                <a:gd name="T6" fmla="*/ 97 w 216"/>
                <a:gd name="T7" fmla="*/ 113 h 212"/>
                <a:gd name="T8" fmla="*/ 142 w 216"/>
                <a:gd name="T9" fmla="*/ 138 h 212"/>
                <a:gd name="T10" fmla="*/ 141 w 216"/>
                <a:gd name="T11" fmla="*/ 168 h 212"/>
                <a:gd name="T12" fmla="*/ 112 w 216"/>
                <a:gd name="T13" fmla="*/ 177 h 212"/>
                <a:gd name="T14" fmla="*/ 114 w 216"/>
                <a:gd name="T15" fmla="*/ 208 h 212"/>
                <a:gd name="T16" fmla="*/ 165 w 216"/>
                <a:gd name="T17" fmla="*/ 192 h 212"/>
                <a:gd name="T18" fmla="*/ 189 w 216"/>
                <a:gd name="T19" fmla="*/ 174 h 212"/>
                <a:gd name="T20" fmla="*/ 206 w 216"/>
                <a:gd name="T21" fmla="*/ 180 h 212"/>
                <a:gd name="T22" fmla="*/ 216 w 216"/>
                <a:gd name="T23" fmla="*/ 125 h 212"/>
                <a:gd name="T24" fmla="*/ 157 w 216"/>
                <a:gd name="T25" fmla="*/ 3 h 212"/>
                <a:gd name="T26" fmla="*/ 111 w 216"/>
                <a:gd name="T27" fmla="*/ 14 h 212"/>
                <a:gd name="T28" fmla="*/ 63 w 216"/>
                <a:gd name="T29" fmla="*/ 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212">
                  <a:moveTo>
                    <a:pt x="63" y="8"/>
                  </a:moveTo>
                  <a:cubicBezTo>
                    <a:pt x="0" y="49"/>
                    <a:pt x="76" y="21"/>
                    <a:pt x="113" y="52"/>
                  </a:cubicBezTo>
                  <a:cubicBezTo>
                    <a:pt x="132" y="68"/>
                    <a:pt x="153" y="79"/>
                    <a:pt x="138" y="89"/>
                  </a:cubicBezTo>
                  <a:cubicBezTo>
                    <a:pt x="123" y="100"/>
                    <a:pt x="89" y="94"/>
                    <a:pt x="97" y="113"/>
                  </a:cubicBezTo>
                  <a:cubicBezTo>
                    <a:pt x="105" y="133"/>
                    <a:pt x="132" y="131"/>
                    <a:pt x="142" y="138"/>
                  </a:cubicBezTo>
                  <a:cubicBezTo>
                    <a:pt x="152" y="145"/>
                    <a:pt x="141" y="168"/>
                    <a:pt x="141" y="168"/>
                  </a:cubicBezTo>
                  <a:cubicBezTo>
                    <a:pt x="141" y="168"/>
                    <a:pt x="120" y="162"/>
                    <a:pt x="112" y="177"/>
                  </a:cubicBezTo>
                  <a:cubicBezTo>
                    <a:pt x="104" y="191"/>
                    <a:pt x="101" y="204"/>
                    <a:pt x="114" y="208"/>
                  </a:cubicBezTo>
                  <a:cubicBezTo>
                    <a:pt x="128" y="212"/>
                    <a:pt x="157" y="201"/>
                    <a:pt x="165" y="192"/>
                  </a:cubicBezTo>
                  <a:cubicBezTo>
                    <a:pt x="172" y="183"/>
                    <a:pt x="172" y="167"/>
                    <a:pt x="189" y="174"/>
                  </a:cubicBezTo>
                  <a:cubicBezTo>
                    <a:pt x="195" y="176"/>
                    <a:pt x="200" y="178"/>
                    <a:pt x="206" y="180"/>
                  </a:cubicBezTo>
                  <a:cubicBezTo>
                    <a:pt x="212" y="163"/>
                    <a:pt x="216" y="144"/>
                    <a:pt x="216" y="125"/>
                  </a:cubicBezTo>
                  <a:cubicBezTo>
                    <a:pt x="216" y="75"/>
                    <a:pt x="193" y="31"/>
                    <a:pt x="157" y="3"/>
                  </a:cubicBezTo>
                  <a:cubicBezTo>
                    <a:pt x="137" y="11"/>
                    <a:pt x="118" y="18"/>
                    <a:pt x="111" y="14"/>
                  </a:cubicBezTo>
                  <a:cubicBezTo>
                    <a:pt x="96" y="6"/>
                    <a:pt x="76" y="0"/>
                    <a:pt x="63" y="8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564"/>
            <p:cNvSpPr>
              <a:spLocks/>
            </p:cNvSpPr>
            <p:nvPr/>
          </p:nvSpPr>
          <p:spPr bwMode="auto">
            <a:xfrm>
              <a:off x="6645275" y="642938"/>
              <a:ext cx="290513" cy="55563"/>
            </a:xfrm>
            <a:custGeom>
              <a:avLst/>
              <a:gdLst>
                <a:gd name="T0" fmla="*/ 54 w 132"/>
                <a:gd name="T1" fmla="*/ 16 h 25"/>
                <a:gd name="T2" fmla="*/ 95 w 132"/>
                <a:gd name="T3" fmla="*/ 22 h 25"/>
                <a:gd name="T4" fmla="*/ 128 w 132"/>
                <a:gd name="T5" fmla="*/ 20 h 25"/>
                <a:gd name="T6" fmla="*/ 132 w 132"/>
                <a:gd name="T7" fmla="*/ 14 h 25"/>
                <a:gd name="T8" fmla="*/ 67 w 132"/>
                <a:gd name="T9" fmla="*/ 0 h 25"/>
                <a:gd name="T10" fmla="*/ 0 w 132"/>
                <a:gd name="T11" fmla="*/ 16 h 25"/>
                <a:gd name="T12" fmla="*/ 20 w 132"/>
                <a:gd name="T13" fmla="*/ 24 h 25"/>
                <a:gd name="T14" fmla="*/ 54 w 132"/>
                <a:gd name="T1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25">
                  <a:moveTo>
                    <a:pt x="54" y="16"/>
                  </a:moveTo>
                  <a:cubicBezTo>
                    <a:pt x="70" y="16"/>
                    <a:pt x="82" y="19"/>
                    <a:pt x="95" y="22"/>
                  </a:cubicBezTo>
                  <a:cubicBezTo>
                    <a:pt x="108" y="25"/>
                    <a:pt x="121" y="25"/>
                    <a:pt x="128" y="20"/>
                  </a:cubicBezTo>
                  <a:cubicBezTo>
                    <a:pt x="129" y="19"/>
                    <a:pt x="131" y="17"/>
                    <a:pt x="132" y="14"/>
                  </a:cubicBezTo>
                  <a:cubicBezTo>
                    <a:pt x="112" y="5"/>
                    <a:pt x="91" y="0"/>
                    <a:pt x="67" y="0"/>
                  </a:cubicBezTo>
                  <a:cubicBezTo>
                    <a:pt x="43" y="0"/>
                    <a:pt x="20" y="6"/>
                    <a:pt x="0" y="16"/>
                  </a:cubicBezTo>
                  <a:cubicBezTo>
                    <a:pt x="5" y="22"/>
                    <a:pt x="10" y="25"/>
                    <a:pt x="20" y="24"/>
                  </a:cubicBezTo>
                  <a:cubicBezTo>
                    <a:pt x="38" y="22"/>
                    <a:pt x="38" y="16"/>
                    <a:pt x="54" y="1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65"/>
            <p:cNvSpPr>
              <a:spLocks/>
            </p:cNvSpPr>
            <p:nvPr/>
          </p:nvSpPr>
          <p:spPr bwMode="auto">
            <a:xfrm>
              <a:off x="6662738" y="1063626"/>
              <a:ext cx="204788" cy="255588"/>
            </a:xfrm>
            <a:custGeom>
              <a:avLst/>
              <a:gdLst>
                <a:gd name="T0" fmla="*/ 79 w 93"/>
                <a:gd name="T1" fmla="*/ 21 h 116"/>
                <a:gd name="T2" fmla="*/ 53 w 93"/>
                <a:gd name="T3" fmla="*/ 9 h 116"/>
                <a:gd name="T4" fmla="*/ 50 w 93"/>
                <a:gd name="T5" fmla="*/ 47 h 116"/>
                <a:gd name="T6" fmla="*/ 23 w 93"/>
                <a:gd name="T7" fmla="*/ 63 h 116"/>
                <a:gd name="T8" fmla="*/ 2 w 93"/>
                <a:gd name="T9" fmla="*/ 72 h 116"/>
                <a:gd name="T10" fmla="*/ 18 w 93"/>
                <a:gd name="T11" fmla="*/ 103 h 116"/>
                <a:gd name="T12" fmla="*/ 23 w 93"/>
                <a:gd name="T13" fmla="*/ 112 h 116"/>
                <a:gd name="T14" fmla="*/ 59 w 93"/>
                <a:gd name="T15" fmla="*/ 116 h 116"/>
                <a:gd name="T16" fmla="*/ 93 w 93"/>
                <a:gd name="T17" fmla="*/ 112 h 116"/>
                <a:gd name="T18" fmla="*/ 75 w 93"/>
                <a:gd name="T19" fmla="*/ 93 h 116"/>
                <a:gd name="T20" fmla="*/ 78 w 93"/>
                <a:gd name="T21" fmla="*/ 51 h 116"/>
                <a:gd name="T22" fmla="*/ 79 w 93"/>
                <a:gd name="T23" fmla="*/ 2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116">
                  <a:moveTo>
                    <a:pt x="79" y="21"/>
                  </a:moveTo>
                  <a:cubicBezTo>
                    <a:pt x="72" y="13"/>
                    <a:pt x="59" y="0"/>
                    <a:pt x="53" y="9"/>
                  </a:cubicBezTo>
                  <a:cubicBezTo>
                    <a:pt x="47" y="17"/>
                    <a:pt x="54" y="22"/>
                    <a:pt x="50" y="47"/>
                  </a:cubicBezTo>
                  <a:cubicBezTo>
                    <a:pt x="45" y="72"/>
                    <a:pt x="34" y="64"/>
                    <a:pt x="23" y="63"/>
                  </a:cubicBezTo>
                  <a:cubicBezTo>
                    <a:pt x="11" y="61"/>
                    <a:pt x="0" y="61"/>
                    <a:pt x="2" y="72"/>
                  </a:cubicBezTo>
                  <a:cubicBezTo>
                    <a:pt x="5" y="82"/>
                    <a:pt x="4" y="83"/>
                    <a:pt x="18" y="103"/>
                  </a:cubicBezTo>
                  <a:cubicBezTo>
                    <a:pt x="21" y="106"/>
                    <a:pt x="22" y="109"/>
                    <a:pt x="23" y="112"/>
                  </a:cubicBezTo>
                  <a:cubicBezTo>
                    <a:pt x="35" y="115"/>
                    <a:pt x="47" y="116"/>
                    <a:pt x="59" y="116"/>
                  </a:cubicBezTo>
                  <a:cubicBezTo>
                    <a:pt x="71" y="116"/>
                    <a:pt x="82" y="115"/>
                    <a:pt x="93" y="112"/>
                  </a:cubicBezTo>
                  <a:cubicBezTo>
                    <a:pt x="83" y="107"/>
                    <a:pt x="75" y="100"/>
                    <a:pt x="75" y="93"/>
                  </a:cubicBezTo>
                  <a:cubicBezTo>
                    <a:pt x="76" y="80"/>
                    <a:pt x="75" y="57"/>
                    <a:pt x="78" y="51"/>
                  </a:cubicBezTo>
                  <a:cubicBezTo>
                    <a:pt x="81" y="45"/>
                    <a:pt x="86" y="28"/>
                    <a:pt x="79" y="21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47" name="Group 10246"/>
          <p:cNvGrpSpPr/>
          <p:nvPr/>
        </p:nvGrpSpPr>
        <p:grpSpPr>
          <a:xfrm>
            <a:off x="10344120" y="1486124"/>
            <a:ext cx="605124" cy="603934"/>
            <a:chOff x="3082925" y="5719763"/>
            <a:chExt cx="806450" cy="804863"/>
          </a:xfrm>
          <a:effectLst/>
        </p:grpSpPr>
        <p:sp>
          <p:nvSpPr>
            <p:cNvPr id="174" name="Oval 566"/>
            <p:cNvSpPr>
              <a:spLocks noChangeArrowheads="1"/>
            </p:cNvSpPr>
            <p:nvPr/>
          </p:nvSpPr>
          <p:spPr bwMode="auto">
            <a:xfrm>
              <a:off x="3082925" y="5719763"/>
              <a:ext cx="806450" cy="804863"/>
            </a:xfrm>
            <a:prstGeom prst="ellipse">
              <a:avLst/>
            </a:prstGeom>
            <a:gradFill>
              <a:gsLst>
                <a:gs pos="0">
                  <a:srgbClr val="92D050"/>
                </a:gs>
                <a:gs pos="99000">
                  <a:srgbClr val="00B050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567"/>
            <p:cNvSpPr>
              <a:spLocks/>
            </p:cNvSpPr>
            <p:nvPr/>
          </p:nvSpPr>
          <p:spPr bwMode="auto">
            <a:xfrm>
              <a:off x="3086100" y="5989638"/>
              <a:ext cx="798513" cy="315913"/>
            </a:xfrm>
            <a:custGeom>
              <a:avLst/>
              <a:gdLst>
                <a:gd name="T0" fmla="*/ 119 w 363"/>
                <a:gd name="T1" fmla="*/ 121 h 143"/>
                <a:gd name="T2" fmla="*/ 363 w 363"/>
                <a:gd name="T3" fmla="*/ 37 h 143"/>
                <a:gd name="T4" fmla="*/ 355 w 363"/>
                <a:gd name="T5" fmla="*/ 0 h 143"/>
                <a:gd name="T6" fmla="*/ 223 w 363"/>
                <a:gd name="T7" fmla="*/ 54 h 143"/>
                <a:gd name="T8" fmla="*/ 0 w 363"/>
                <a:gd name="T9" fmla="*/ 85 h 143"/>
                <a:gd name="T10" fmla="*/ 18 w 363"/>
                <a:gd name="T11" fmla="*/ 143 h 143"/>
                <a:gd name="T12" fmla="*/ 119 w 363"/>
                <a:gd name="T13" fmla="*/ 12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3" h="143">
                  <a:moveTo>
                    <a:pt x="119" y="121"/>
                  </a:moveTo>
                  <a:cubicBezTo>
                    <a:pt x="183" y="102"/>
                    <a:pt x="289" y="64"/>
                    <a:pt x="363" y="37"/>
                  </a:cubicBezTo>
                  <a:cubicBezTo>
                    <a:pt x="362" y="24"/>
                    <a:pt x="359" y="12"/>
                    <a:pt x="355" y="0"/>
                  </a:cubicBezTo>
                  <a:cubicBezTo>
                    <a:pt x="320" y="16"/>
                    <a:pt x="276" y="34"/>
                    <a:pt x="223" y="54"/>
                  </a:cubicBezTo>
                  <a:cubicBezTo>
                    <a:pt x="152" y="80"/>
                    <a:pt x="70" y="86"/>
                    <a:pt x="0" y="85"/>
                  </a:cubicBezTo>
                  <a:cubicBezTo>
                    <a:pt x="3" y="105"/>
                    <a:pt x="9" y="125"/>
                    <a:pt x="18" y="143"/>
                  </a:cubicBezTo>
                  <a:cubicBezTo>
                    <a:pt x="51" y="138"/>
                    <a:pt x="86" y="131"/>
                    <a:pt x="119" y="121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568"/>
            <p:cNvSpPr>
              <a:spLocks/>
            </p:cNvSpPr>
            <p:nvPr/>
          </p:nvSpPr>
          <p:spPr bwMode="auto">
            <a:xfrm>
              <a:off x="3168650" y="6137276"/>
              <a:ext cx="720725" cy="307975"/>
            </a:xfrm>
            <a:custGeom>
              <a:avLst/>
              <a:gdLst>
                <a:gd name="T0" fmla="*/ 258 w 327"/>
                <a:gd name="T1" fmla="*/ 11 h 140"/>
                <a:gd name="T2" fmla="*/ 64 w 327"/>
                <a:gd name="T3" fmla="*/ 93 h 140"/>
                <a:gd name="T4" fmla="*/ 0 w 327"/>
                <a:gd name="T5" fmla="*/ 106 h 140"/>
                <a:gd name="T6" fmla="*/ 35 w 327"/>
                <a:gd name="T7" fmla="*/ 140 h 140"/>
                <a:gd name="T8" fmla="*/ 180 w 327"/>
                <a:gd name="T9" fmla="*/ 81 h 140"/>
                <a:gd name="T10" fmla="*/ 322 w 327"/>
                <a:gd name="T11" fmla="*/ 33 h 140"/>
                <a:gd name="T12" fmla="*/ 327 w 327"/>
                <a:gd name="T13" fmla="*/ 0 h 140"/>
                <a:gd name="T14" fmla="*/ 258 w 327"/>
                <a:gd name="T15" fmla="*/ 1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140">
                  <a:moveTo>
                    <a:pt x="258" y="11"/>
                  </a:moveTo>
                  <a:cubicBezTo>
                    <a:pt x="188" y="30"/>
                    <a:pt x="136" y="74"/>
                    <a:pt x="64" y="93"/>
                  </a:cubicBezTo>
                  <a:cubicBezTo>
                    <a:pt x="36" y="101"/>
                    <a:pt x="15" y="104"/>
                    <a:pt x="0" y="106"/>
                  </a:cubicBezTo>
                  <a:cubicBezTo>
                    <a:pt x="10" y="119"/>
                    <a:pt x="22" y="130"/>
                    <a:pt x="35" y="140"/>
                  </a:cubicBezTo>
                  <a:cubicBezTo>
                    <a:pt x="72" y="127"/>
                    <a:pt x="133" y="105"/>
                    <a:pt x="180" y="81"/>
                  </a:cubicBezTo>
                  <a:cubicBezTo>
                    <a:pt x="229" y="57"/>
                    <a:pt x="283" y="41"/>
                    <a:pt x="322" y="33"/>
                  </a:cubicBezTo>
                  <a:cubicBezTo>
                    <a:pt x="325" y="22"/>
                    <a:pt x="326" y="11"/>
                    <a:pt x="327" y="0"/>
                  </a:cubicBezTo>
                  <a:cubicBezTo>
                    <a:pt x="310" y="1"/>
                    <a:pt x="287" y="4"/>
                    <a:pt x="258" y="11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569"/>
            <p:cNvSpPr>
              <a:spLocks/>
            </p:cNvSpPr>
            <p:nvPr/>
          </p:nvSpPr>
          <p:spPr bwMode="auto">
            <a:xfrm>
              <a:off x="3349625" y="6276976"/>
              <a:ext cx="509588" cy="200025"/>
            </a:xfrm>
            <a:custGeom>
              <a:avLst/>
              <a:gdLst>
                <a:gd name="T0" fmla="*/ 231 w 231"/>
                <a:gd name="T1" fmla="*/ 0 h 91"/>
                <a:gd name="T2" fmla="*/ 138 w 231"/>
                <a:gd name="T3" fmla="*/ 23 h 91"/>
                <a:gd name="T4" fmla="*/ 0 w 231"/>
                <a:gd name="T5" fmla="*/ 91 h 91"/>
                <a:gd name="T6" fmla="*/ 124 w 231"/>
                <a:gd name="T7" fmla="*/ 54 h 91"/>
                <a:gd name="T8" fmla="*/ 215 w 231"/>
                <a:gd name="T9" fmla="*/ 31 h 91"/>
                <a:gd name="T10" fmla="*/ 231 w 231"/>
                <a:gd name="T1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1" h="91">
                  <a:moveTo>
                    <a:pt x="231" y="0"/>
                  </a:moveTo>
                  <a:cubicBezTo>
                    <a:pt x="210" y="4"/>
                    <a:pt x="180" y="11"/>
                    <a:pt x="138" y="23"/>
                  </a:cubicBezTo>
                  <a:cubicBezTo>
                    <a:pt x="43" y="48"/>
                    <a:pt x="0" y="91"/>
                    <a:pt x="0" y="91"/>
                  </a:cubicBezTo>
                  <a:cubicBezTo>
                    <a:pt x="0" y="91"/>
                    <a:pt x="77" y="72"/>
                    <a:pt x="124" y="54"/>
                  </a:cubicBezTo>
                  <a:cubicBezTo>
                    <a:pt x="151" y="43"/>
                    <a:pt x="186" y="35"/>
                    <a:pt x="215" y="31"/>
                  </a:cubicBezTo>
                  <a:cubicBezTo>
                    <a:pt x="221" y="21"/>
                    <a:pt x="226" y="11"/>
                    <a:pt x="231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70"/>
            <p:cNvSpPr>
              <a:spLocks/>
            </p:cNvSpPr>
            <p:nvPr/>
          </p:nvSpPr>
          <p:spPr bwMode="auto">
            <a:xfrm>
              <a:off x="3082925" y="5970588"/>
              <a:ext cx="696913" cy="169863"/>
            </a:xfrm>
            <a:custGeom>
              <a:avLst/>
              <a:gdLst>
                <a:gd name="T0" fmla="*/ 127 w 316"/>
                <a:gd name="T1" fmla="*/ 68 h 77"/>
                <a:gd name="T2" fmla="*/ 316 w 316"/>
                <a:gd name="T3" fmla="*/ 0 h 77"/>
                <a:gd name="T4" fmla="*/ 136 w 316"/>
                <a:gd name="T5" fmla="*/ 34 h 77"/>
                <a:gd name="T6" fmla="*/ 2 w 316"/>
                <a:gd name="T7" fmla="*/ 39 h 77"/>
                <a:gd name="T8" fmla="*/ 0 w 316"/>
                <a:gd name="T9" fmla="*/ 69 h 77"/>
                <a:gd name="T10" fmla="*/ 0 w 316"/>
                <a:gd name="T11" fmla="*/ 77 h 77"/>
                <a:gd name="T12" fmla="*/ 127 w 316"/>
                <a:gd name="T13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6" h="77">
                  <a:moveTo>
                    <a:pt x="127" y="68"/>
                  </a:moveTo>
                  <a:cubicBezTo>
                    <a:pt x="214" y="54"/>
                    <a:pt x="316" y="0"/>
                    <a:pt x="316" y="0"/>
                  </a:cubicBezTo>
                  <a:cubicBezTo>
                    <a:pt x="316" y="0"/>
                    <a:pt x="219" y="28"/>
                    <a:pt x="136" y="34"/>
                  </a:cubicBezTo>
                  <a:cubicBezTo>
                    <a:pt x="95" y="37"/>
                    <a:pt x="44" y="39"/>
                    <a:pt x="2" y="39"/>
                  </a:cubicBezTo>
                  <a:cubicBezTo>
                    <a:pt x="1" y="49"/>
                    <a:pt x="0" y="59"/>
                    <a:pt x="0" y="69"/>
                  </a:cubicBezTo>
                  <a:cubicBezTo>
                    <a:pt x="0" y="72"/>
                    <a:pt x="0" y="75"/>
                    <a:pt x="0" y="77"/>
                  </a:cubicBezTo>
                  <a:cubicBezTo>
                    <a:pt x="38" y="77"/>
                    <a:pt x="85" y="76"/>
                    <a:pt x="127" y="68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71"/>
            <p:cNvSpPr>
              <a:spLocks/>
            </p:cNvSpPr>
            <p:nvPr/>
          </p:nvSpPr>
          <p:spPr bwMode="auto">
            <a:xfrm>
              <a:off x="3105150" y="5816601"/>
              <a:ext cx="725488" cy="176213"/>
            </a:xfrm>
            <a:custGeom>
              <a:avLst/>
              <a:gdLst>
                <a:gd name="T0" fmla="*/ 178 w 329"/>
                <a:gd name="T1" fmla="*/ 77 h 80"/>
                <a:gd name="T2" fmla="*/ 329 w 329"/>
                <a:gd name="T3" fmla="*/ 43 h 80"/>
                <a:gd name="T4" fmla="*/ 291 w 329"/>
                <a:gd name="T5" fmla="*/ 0 h 80"/>
                <a:gd name="T6" fmla="*/ 72 w 329"/>
                <a:gd name="T7" fmla="*/ 39 h 80"/>
                <a:gd name="T8" fmla="*/ 21 w 329"/>
                <a:gd name="T9" fmla="*/ 37 h 80"/>
                <a:gd name="T10" fmla="*/ 0 w 329"/>
                <a:gd name="T11" fmla="*/ 78 h 80"/>
                <a:gd name="T12" fmla="*/ 178 w 329"/>
                <a:gd name="T13" fmla="*/ 7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9" h="80">
                  <a:moveTo>
                    <a:pt x="178" y="77"/>
                  </a:moveTo>
                  <a:cubicBezTo>
                    <a:pt x="257" y="72"/>
                    <a:pt x="299" y="58"/>
                    <a:pt x="329" y="43"/>
                  </a:cubicBezTo>
                  <a:cubicBezTo>
                    <a:pt x="318" y="27"/>
                    <a:pt x="306" y="12"/>
                    <a:pt x="291" y="0"/>
                  </a:cubicBezTo>
                  <a:cubicBezTo>
                    <a:pt x="231" y="18"/>
                    <a:pt x="139" y="42"/>
                    <a:pt x="72" y="39"/>
                  </a:cubicBezTo>
                  <a:cubicBezTo>
                    <a:pt x="52" y="38"/>
                    <a:pt x="35" y="37"/>
                    <a:pt x="21" y="37"/>
                  </a:cubicBezTo>
                  <a:cubicBezTo>
                    <a:pt x="12" y="50"/>
                    <a:pt x="5" y="64"/>
                    <a:pt x="0" y="78"/>
                  </a:cubicBezTo>
                  <a:cubicBezTo>
                    <a:pt x="50" y="79"/>
                    <a:pt x="117" y="80"/>
                    <a:pt x="178" y="77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572"/>
            <p:cNvSpPr>
              <a:spLocks/>
            </p:cNvSpPr>
            <p:nvPr/>
          </p:nvSpPr>
          <p:spPr bwMode="auto">
            <a:xfrm>
              <a:off x="3236913" y="5743576"/>
              <a:ext cx="466725" cy="125413"/>
            </a:xfrm>
            <a:custGeom>
              <a:avLst/>
              <a:gdLst>
                <a:gd name="T0" fmla="*/ 110 w 212"/>
                <a:gd name="T1" fmla="*/ 47 h 57"/>
                <a:gd name="T2" fmla="*/ 212 w 212"/>
                <a:gd name="T3" fmla="*/ 18 h 57"/>
                <a:gd name="T4" fmla="*/ 174 w 212"/>
                <a:gd name="T5" fmla="*/ 0 h 57"/>
                <a:gd name="T6" fmla="*/ 161 w 212"/>
                <a:gd name="T7" fmla="*/ 6 h 57"/>
                <a:gd name="T8" fmla="*/ 0 w 212"/>
                <a:gd name="T9" fmla="*/ 50 h 57"/>
                <a:gd name="T10" fmla="*/ 110 w 212"/>
                <a:gd name="T11" fmla="*/ 4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2" h="57">
                  <a:moveTo>
                    <a:pt x="110" y="47"/>
                  </a:moveTo>
                  <a:cubicBezTo>
                    <a:pt x="152" y="41"/>
                    <a:pt x="185" y="30"/>
                    <a:pt x="212" y="18"/>
                  </a:cubicBezTo>
                  <a:cubicBezTo>
                    <a:pt x="200" y="11"/>
                    <a:pt x="187" y="4"/>
                    <a:pt x="174" y="0"/>
                  </a:cubicBezTo>
                  <a:cubicBezTo>
                    <a:pt x="170" y="2"/>
                    <a:pt x="166" y="4"/>
                    <a:pt x="161" y="6"/>
                  </a:cubicBezTo>
                  <a:cubicBezTo>
                    <a:pt x="125" y="24"/>
                    <a:pt x="0" y="50"/>
                    <a:pt x="0" y="50"/>
                  </a:cubicBezTo>
                  <a:cubicBezTo>
                    <a:pt x="0" y="50"/>
                    <a:pt x="39" y="57"/>
                    <a:pt x="110" y="47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6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46" name="Group 10245"/>
          <p:cNvGrpSpPr/>
          <p:nvPr/>
        </p:nvGrpSpPr>
        <p:grpSpPr>
          <a:xfrm>
            <a:off x="8099030" y="1921666"/>
            <a:ext cx="2319856" cy="1507334"/>
            <a:chOff x="7458075" y="5580063"/>
            <a:chExt cx="1282700" cy="833438"/>
          </a:xfrm>
        </p:grpSpPr>
        <p:sp>
          <p:nvSpPr>
            <p:cNvPr id="181" name="Freeform 573"/>
            <p:cNvSpPr>
              <a:spLocks/>
            </p:cNvSpPr>
            <p:nvPr/>
          </p:nvSpPr>
          <p:spPr bwMode="auto">
            <a:xfrm>
              <a:off x="7667625" y="5580063"/>
              <a:ext cx="831850" cy="833438"/>
            </a:xfrm>
            <a:custGeom>
              <a:avLst/>
              <a:gdLst>
                <a:gd name="T0" fmla="*/ 130 w 378"/>
                <a:gd name="T1" fmla="*/ 33 h 378"/>
                <a:gd name="T2" fmla="*/ 345 w 378"/>
                <a:gd name="T3" fmla="*/ 129 h 378"/>
                <a:gd name="T4" fmla="*/ 249 w 378"/>
                <a:gd name="T5" fmla="*/ 345 h 378"/>
                <a:gd name="T6" fmla="*/ 33 w 378"/>
                <a:gd name="T7" fmla="*/ 248 h 378"/>
                <a:gd name="T8" fmla="*/ 130 w 378"/>
                <a:gd name="T9" fmla="*/ 3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378">
                  <a:moveTo>
                    <a:pt x="130" y="33"/>
                  </a:moveTo>
                  <a:cubicBezTo>
                    <a:pt x="216" y="0"/>
                    <a:pt x="312" y="43"/>
                    <a:pt x="345" y="129"/>
                  </a:cubicBezTo>
                  <a:cubicBezTo>
                    <a:pt x="378" y="215"/>
                    <a:pt x="335" y="312"/>
                    <a:pt x="249" y="345"/>
                  </a:cubicBezTo>
                  <a:cubicBezTo>
                    <a:pt x="163" y="378"/>
                    <a:pt x="66" y="335"/>
                    <a:pt x="33" y="248"/>
                  </a:cubicBezTo>
                  <a:cubicBezTo>
                    <a:pt x="0" y="162"/>
                    <a:pt x="43" y="66"/>
                    <a:pt x="130" y="33"/>
                  </a:cubicBezTo>
                  <a:close/>
                </a:path>
              </a:pathLst>
            </a:custGeom>
            <a:gradFill>
              <a:gsLst>
                <a:gs pos="0">
                  <a:srgbClr val="B4E2EF"/>
                </a:gs>
                <a:gs pos="81000">
                  <a:srgbClr val="8AD2E6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574"/>
            <p:cNvSpPr>
              <a:spLocks/>
            </p:cNvSpPr>
            <p:nvPr/>
          </p:nvSpPr>
          <p:spPr bwMode="auto">
            <a:xfrm>
              <a:off x="7715250" y="5745163"/>
              <a:ext cx="674688" cy="385763"/>
            </a:xfrm>
            <a:custGeom>
              <a:avLst/>
              <a:gdLst>
                <a:gd name="T0" fmla="*/ 290 w 306"/>
                <a:gd name="T1" fmla="*/ 0 h 175"/>
                <a:gd name="T2" fmla="*/ 122 w 306"/>
                <a:gd name="T3" fmla="*/ 89 h 175"/>
                <a:gd name="T4" fmla="*/ 0 w 306"/>
                <a:gd name="T5" fmla="*/ 125 h 175"/>
                <a:gd name="T6" fmla="*/ 11 w 306"/>
                <a:gd name="T7" fmla="*/ 173 h 175"/>
                <a:gd name="T8" fmla="*/ 12 w 306"/>
                <a:gd name="T9" fmla="*/ 175 h 175"/>
                <a:gd name="T10" fmla="*/ 89 w 306"/>
                <a:gd name="T11" fmla="*/ 150 h 175"/>
                <a:gd name="T12" fmla="*/ 306 w 306"/>
                <a:gd name="T13" fmla="*/ 20 h 175"/>
                <a:gd name="T14" fmla="*/ 290 w 306"/>
                <a:gd name="T1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" h="175">
                  <a:moveTo>
                    <a:pt x="290" y="0"/>
                  </a:moveTo>
                  <a:cubicBezTo>
                    <a:pt x="245" y="33"/>
                    <a:pt x="187" y="64"/>
                    <a:pt x="122" y="89"/>
                  </a:cubicBezTo>
                  <a:cubicBezTo>
                    <a:pt x="80" y="105"/>
                    <a:pt x="39" y="117"/>
                    <a:pt x="0" y="125"/>
                  </a:cubicBezTo>
                  <a:cubicBezTo>
                    <a:pt x="2" y="141"/>
                    <a:pt x="5" y="158"/>
                    <a:pt x="11" y="173"/>
                  </a:cubicBezTo>
                  <a:cubicBezTo>
                    <a:pt x="11" y="174"/>
                    <a:pt x="11" y="174"/>
                    <a:pt x="12" y="175"/>
                  </a:cubicBezTo>
                  <a:cubicBezTo>
                    <a:pt x="37" y="168"/>
                    <a:pt x="63" y="160"/>
                    <a:pt x="89" y="150"/>
                  </a:cubicBezTo>
                  <a:cubicBezTo>
                    <a:pt x="182" y="114"/>
                    <a:pt x="259" y="67"/>
                    <a:pt x="306" y="20"/>
                  </a:cubicBezTo>
                  <a:cubicBezTo>
                    <a:pt x="301" y="13"/>
                    <a:pt x="296" y="7"/>
                    <a:pt x="290" y="0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575"/>
            <p:cNvSpPr>
              <a:spLocks/>
            </p:cNvSpPr>
            <p:nvPr/>
          </p:nvSpPr>
          <p:spPr bwMode="auto">
            <a:xfrm>
              <a:off x="7793038" y="5964238"/>
              <a:ext cx="660400" cy="241300"/>
            </a:xfrm>
            <a:custGeom>
              <a:avLst/>
              <a:gdLst>
                <a:gd name="T0" fmla="*/ 299 w 300"/>
                <a:gd name="T1" fmla="*/ 0 h 110"/>
                <a:gd name="T2" fmla="*/ 172 w 300"/>
                <a:gd name="T3" fmla="*/ 61 h 110"/>
                <a:gd name="T4" fmla="*/ 0 w 300"/>
                <a:gd name="T5" fmla="*/ 106 h 110"/>
                <a:gd name="T6" fmla="*/ 253 w 300"/>
                <a:gd name="T7" fmla="*/ 58 h 110"/>
                <a:gd name="T8" fmla="*/ 298 w 300"/>
                <a:gd name="T9" fmla="*/ 40 h 110"/>
                <a:gd name="T10" fmla="*/ 299 w 300"/>
                <a:gd name="T1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0" h="110">
                  <a:moveTo>
                    <a:pt x="299" y="0"/>
                  </a:moveTo>
                  <a:cubicBezTo>
                    <a:pt x="262" y="22"/>
                    <a:pt x="219" y="43"/>
                    <a:pt x="172" y="61"/>
                  </a:cubicBezTo>
                  <a:cubicBezTo>
                    <a:pt x="111" y="85"/>
                    <a:pt x="52" y="99"/>
                    <a:pt x="0" y="106"/>
                  </a:cubicBezTo>
                  <a:cubicBezTo>
                    <a:pt x="67" y="110"/>
                    <a:pt x="158" y="94"/>
                    <a:pt x="253" y="58"/>
                  </a:cubicBezTo>
                  <a:cubicBezTo>
                    <a:pt x="268" y="52"/>
                    <a:pt x="283" y="46"/>
                    <a:pt x="298" y="40"/>
                  </a:cubicBezTo>
                  <a:cubicBezTo>
                    <a:pt x="300" y="27"/>
                    <a:pt x="300" y="13"/>
                    <a:pt x="299" y="0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576"/>
            <p:cNvSpPr>
              <a:spLocks/>
            </p:cNvSpPr>
            <p:nvPr/>
          </p:nvSpPr>
          <p:spPr bwMode="auto">
            <a:xfrm>
              <a:off x="7726363" y="5665788"/>
              <a:ext cx="528638" cy="247650"/>
            </a:xfrm>
            <a:custGeom>
              <a:avLst/>
              <a:gdLst>
                <a:gd name="T0" fmla="*/ 79 w 240"/>
                <a:gd name="T1" fmla="*/ 86 h 112"/>
                <a:gd name="T2" fmla="*/ 240 w 240"/>
                <a:gd name="T3" fmla="*/ 2 h 112"/>
                <a:gd name="T4" fmla="*/ 237 w 240"/>
                <a:gd name="T5" fmla="*/ 0 h 112"/>
                <a:gd name="T6" fmla="*/ 146 w 240"/>
                <a:gd name="T7" fmla="*/ 41 h 112"/>
                <a:gd name="T8" fmla="*/ 10 w 240"/>
                <a:gd name="T9" fmla="*/ 80 h 112"/>
                <a:gd name="T10" fmla="*/ 0 w 240"/>
                <a:gd name="T11" fmla="*/ 112 h 112"/>
                <a:gd name="T12" fmla="*/ 79 w 240"/>
                <a:gd name="T13" fmla="*/ 8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12">
                  <a:moveTo>
                    <a:pt x="79" y="86"/>
                  </a:moveTo>
                  <a:cubicBezTo>
                    <a:pt x="141" y="62"/>
                    <a:pt x="196" y="33"/>
                    <a:pt x="240" y="2"/>
                  </a:cubicBezTo>
                  <a:cubicBezTo>
                    <a:pt x="239" y="1"/>
                    <a:pt x="238" y="1"/>
                    <a:pt x="237" y="0"/>
                  </a:cubicBezTo>
                  <a:cubicBezTo>
                    <a:pt x="209" y="15"/>
                    <a:pt x="179" y="29"/>
                    <a:pt x="146" y="41"/>
                  </a:cubicBezTo>
                  <a:cubicBezTo>
                    <a:pt x="99" y="59"/>
                    <a:pt x="53" y="72"/>
                    <a:pt x="10" y="80"/>
                  </a:cubicBezTo>
                  <a:cubicBezTo>
                    <a:pt x="6" y="90"/>
                    <a:pt x="2" y="101"/>
                    <a:pt x="0" y="112"/>
                  </a:cubicBezTo>
                  <a:cubicBezTo>
                    <a:pt x="25" y="104"/>
                    <a:pt x="52" y="96"/>
                    <a:pt x="79" y="86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577"/>
            <p:cNvSpPr>
              <a:spLocks/>
            </p:cNvSpPr>
            <p:nvPr/>
          </p:nvSpPr>
          <p:spPr bwMode="auto">
            <a:xfrm>
              <a:off x="7850188" y="6164263"/>
              <a:ext cx="561975" cy="169863"/>
            </a:xfrm>
            <a:custGeom>
              <a:avLst/>
              <a:gdLst>
                <a:gd name="T0" fmla="*/ 243 w 255"/>
                <a:gd name="T1" fmla="*/ 4 h 77"/>
                <a:gd name="T2" fmla="*/ 0 w 255"/>
                <a:gd name="T3" fmla="*/ 53 h 77"/>
                <a:gd name="T4" fmla="*/ 40 w 255"/>
                <a:gd name="T5" fmla="*/ 77 h 77"/>
                <a:gd name="T6" fmla="*/ 177 w 255"/>
                <a:gd name="T7" fmla="*/ 38 h 77"/>
                <a:gd name="T8" fmla="*/ 252 w 255"/>
                <a:gd name="T9" fmla="*/ 5 h 77"/>
                <a:gd name="T10" fmla="*/ 255 w 255"/>
                <a:gd name="T11" fmla="*/ 0 h 77"/>
                <a:gd name="T12" fmla="*/ 243 w 255"/>
                <a:gd name="T13" fmla="*/ 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77">
                  <a:moveTo>
                    <a:pt x="243" y="4"/>
                  </a:moveTo>
                  <a:cubicBezTo>
                    <a:pt x="153" y="39"/>
                    <a:pt x="65" y="55"/>
                    <a:pt x="0" y="53"/>
                  </a:cubicBezTo>
                  <a:cubicBezTo>
                    <a:pt x="12" y="63"/>
                    <a:pt x="26" y="71"/>
                    <a:pt x="40" y="77"/>
                  </a:cubicBezTo>
                  <a:cubicBezTo>
                    <a:pt x="83" y="69"/>
                    <a:pt x="130" y="56"/>
                    <a:pt x="177" y="38"/>
                  </a:cubicBezTo>
                  <a:cubicBezTo>
                    <a:pt x="204" y="28"/>
                    <a:pt x="229" y="17"/>
                    <a:pt x="252" y="5"/>
                  </a:cubicBezTo>
                  <a:cubicBezTo>
                    <a:pt x="253" y="3"/>
                    <a:pt x="254" y="1"/>
                    <a:pt x="255" y="0"/>
                  </a:cubicBezTo>
                  <a:cubicBezTo>
                    <a:pt x="251" y="1"/>
                    <a:pt x="247" y="3"/>
                    <a:pt x="243" y="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578"/>
            <p:cNvSpPr>
              <a:spLocks/>
            </p:cNvSpPr>
            <p:nvPr/>
          </p:nvSpPr>
          <p:spPr bwMode="auto">
            <a:xfrm>
              <a:off x="7458075" y="5683251"/>
              <a:ext cx="1282700" cy="617538"/>
            </a:xfrm>
            <a:custGeom>
              <a:avLst/>
              <a:gdLst>
                <a:gd name="T0" fmla="*/ 400 w 582"/>
                <a:gd name="T1" fmla="*/ 21 h 280"/>
                <a:gd name="T2" fmla="*/ 567 w 582"/>
                <a:gd name="T3" fmla="*/ 28 h 280"/>
                <a:gd name="T4" fmla="*/ 316 w 582"/>
                <a:gd name="T5" fmla="*/ 205 h 280"/>
                <a:gd name="T6" fmla="*/ 10 w 582"/>
                <a:gd name="T7" fmla="*/ 241 h 280"/>
                <a:gd name="T8" fmla="*/ 117 w 582"/>
                <a:gd name="T9" fmla="*/ 131 h 280"/>
                <a:gd name="T10" fmla="*/ 117 w 582"/>
                <a:gd name="T11" fmla="*/ 153 h 280"/>
                <a:gd name="T12" fmla="*/ 118 w 582"/>
                <a:gd name="T13" fmla="*/ 153 h 280"/>
                <a:gd name="T14" fmla="*/ 67 w 582"/>
                <a:gd name="T15" fmla="*/ 219 h 280"/>
                <a:gd name="T16" fmla="*/ 310 w 582"/>
                <a:gd name="T17" fmla="*/ 191 h 280"/>
                <a:gd name="T18" fmla="*/ 510 w 582"/>
                <a:gd name="T19" fmla="*/ 50 h 280"/>
                <a:gd name="T20" fmla="*/ 414 w 582"/>
                <a:gd name="T21" fmla="*/ 37 h 280"/>
                <a:gd name="T22" fmla="*/ 414 w 582"/>
                <a:gd name="T23" fmla="*/ 37 h 280"/>
                <a:gd name="T24" fmla="*/ 400 w 582"/>
                <a:gd name="T25" fmla="*/ 21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2" h="280">
                  <a:moveTo>
                    <a:pt x="400" y="21"/>
                  </a:moveTo>
                  <a:cubicBezTo>
                    <a:pt x="490" y="0"/>
                    <a:pt x="557" y="1"/>
                    <a:pt x="567" y="28"/>
                  </a:cubicBezTo>
                  <a:cubicBezTo>
                    <a:pt x="582" y="67"/>
                    <a:pt x="470" y="147"/>
                    <a:pt x="316" y="205"/>
                  </a:cubicBezTo>
                  <a:cubicBezTo>
                    <a:pt x="162" y="264"/>
                    <a:pt x="25" y="280"/>
                    <a:pt x="10" y="241"/>
                  </a:cubicBezTo>
                  <a:cubicBezTo>
                    <a:pt x="0" y="215"/>
                    <a:pt x="44" y="173"/>
                    <a:pt x="117" y="131"/>
                  </a:cubicBezTo>
                  <a:cubicBezTo>
                    <a:pt x="117" y="153"/>
                    <a:pt x="117" y="153"/>
                    <a:pt x="117" y="153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81" y="179"/>
                    <a:pt x="61" y="203"/>
                    <a:pt x="67" y="219"/>
                  </a:cubicBezTo>
                  <a:cubicBezTo>
                    <a:pt x="79" y="250"/>
                    <a:pt x="188" y="238"/>
                    <a:pt x="310" y="191"/>
                  </a:cubicBezTo>
                  <a:cubicBezTo>
                    <a:pt x="433" y="144"/>
                    <a:pt x="522" y="81"/>
                    <a:pt x="510" y="50"/>
                  </a:cubicBezTo>
                  <a:cubicBezTo>
                    <a:pt x="504" y="32"/>
                    <a:pt x="467" y="29"/>
                    <a:pt x="414" y="37"/>
                  </a:cubicBezTo>
                  <a:cubicBezTo>
                    <a:pt x="414" y="37"/>
                    <a:pt x="414" y="37"/>
                    <a:pt x="414" y="37"/>
                  </a:cubicBezTo>
                  <a:lnTo>
                    <a:pt x="400" y="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54" name="Group 10253"/>
          <p:cNvGrpSpPr/>
          <p:nvPr/>
        </p:nvGrpSpPr>
        <p:grpSpPr>
          <a:xfrm>
            <a:off x="4163219" y="1769107"/>
            <a:ext cx="3886200" cy="3886200"/>
            <a:chOff x="4048125" y="1590676"/>
            <a:chExt cx="3886200" cy="3886200"/>
          </a:xfrm>
        </p:grpSpPr>
        <p:sp>
          <p:nvSpPr>
            <p:cNvPr id="114" name="Freeform 506"/>
            <p:cNvSpPr>
              <a:spLocks/>
            </p:cNvSpPr>
            <p:nvPr/>
          </p:nvSpPr>
          <p:spPr bwMode="auto">
            <a:xfrm>
              <a:off x="4048125" y="1590676"/>
              <a:ext cx="3886200" cy="3886200"/>
            </a:xfrm>
            <a:custGeom>
              <a:avLst/>
              <a:gdLst>
                <a:gd name="T0" fmla="*/ 1244 w 1764"/>
                <a:gd name="T1" fmla="*/ 200 h 1764"/>
                <a:gd name="T2" fmla="*/ 1564 w 1764"/>
                <a:gd name="T3" fmla="*/ 1245 h 1764"/>
                <a:gd name="T4" fmla="*/ 519 w 1764"/>
                <a:gd name="T5" fmla="*/ 1564 h 1764"/>
                <a:gd name="T6" fmla="*/ 200 w 1764"/>
                <a:gd name="T7" fmla="*/ 520 h 1764"/>
                <a:gd name="T8" fmla="*/ 1244 w 1764"/>
                <a:gd name="T9" fmla="*/ 20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4" h="1764">
                  <a:moveTo>
                    <a:pt x="1244" y="200"/>
                  </a:moveTo>
                  <a:cubicBezTo>
                    <a:pt x="1621" y="401"/>
                    <a:pt x="1764" y="868"/>
                    <a:pt x="1564" y="1245"/>
                  </a:cubicBezTo>
                  <a:cubicBezTo>
                    <a:pt x="1363" y="1621"/>
                    <a:pt x="896" y="1764"/>
                    <a:pt x="519" y="1564"/>
                  </a:cubicBezTo>
                  <a:cubicBezTo>
                    <a:pt x="143" y="1364"/>
                    <a:pt x="0" y="896"/>
                    <a:pt x="200" y="520"/>
                  </a:cubicBezTo>
                  <a:cubicBezTo>
                    <a:pt x="400" y="143"/>
                    <a:pt x="868" y="0"/>
                    <a:pt x="1244" y="20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3D1E66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507"/>
            <p:cNvSpPr>
              <a:spLocks noEditPoints="1"/>
            </p:cNvSpPr>
            <p:nvPr/>
          </p:nvSpPr>
          <p:spPr bwMode="auto">
            <a:xfrm>
              <a:off x="4691063" y="1901826"/>
              <a:ext cx="1452563" cy="2830513"/>
            </a:xfrm>
            <a:custGeom>
              <a:avLst/>
              <a:gdLst>
                <a:gd name="T0" fmla="*/ 376 w 659"/>
                <a:gd name="T1" fmla="*/ 22 h 1285"/>
                <a:gd name="T2" fmla="*/ 405 w 659"/>
                <a:gd name="T3" fmla="*/ 69 h 1285"/>
                <a:gd name="T4" fmla="*/ 444 w 659"/>
                <a:gd name="T5" fmla="*/ 60 h 1285"/>
                <a:gd name="T6" fmla="*/ 481 w 659"/>
                <a:gd name="T7" fmla="*/ 124 h 1285"/>
                <a:gd name="T8" fmla="*/ 510 w 659"/>
                <a:gd name="T9" fmla="*/ 83 h 1285"/>
                <a:gd name="T10" fmla="*/ 629 w 659"/>
                <a:gd name="T11" fmla="*/ 171 h 1285"/>
                <a:gd name="T12" fmla="*/ 624 w 659"/>
                <a:gd name="T13" fmla="*/ 233 h 1285"/>
                <a:gd name="T14" fmla="*/ 582 w 659"/>
                <a:gd name="T15" fmla="*/ 250 h 1285"/>
                <a:gd name="T16" fmla="*/ 530 w 659"/>
                <a:gd name="T17" fmla="*/ 181 h 1285"/>
                <a:gd name="T18" fmla="*/ 546 w 659"/>
                <a:gd name="T19" fmla="*/ 171 h 1285"/>
                <a:gd name="T20" fmla="*/ 529 w 659"/>
                <a:gd name="T21" fmla="*/ 132 h 1285"/>
                <a:gd name="T22" fmla="*/ 481 w 659"/>
                <a:gd name="T23" fmla="*/ 151 h 1285"/>
                <a:gd name="T24" fmla="*/ 466 w 659"/>
                <a:gd name="T25" fmla="*/ 174 h 1285"/>
                <a:gd name="T26" fmla="*/ 389 w 659"/>
                <a:gd name="T27" fmla="*/ 191 h 1285"/>
                <a:gd name="T28" fmla="*/ 454 w 659"/>
                <a:gd name="T29" fmla="*/ 279 h 1285"/>
                <a:gd name="T30" fmla="*/ 489 w 659"/>
                <a:gd name="T31" fmla="*/ 276 h 1285"/>
                <a:gd name="T32" fmla="*/ 558 w 659"/>
                <a:gd name="T33" fmla="*/ 246 h 1285"/>
                <a:gd name="T34" fmla="*/ 601 w 659"/>
                <a:gd name="T35" fmla="*/ 335 h 1285"/>
                <a:gd name="T36" fmla="*/ 613 w 659"/>
                <a:gd name="T37" fmla="*/ 416 h 1285"/>
                <a:gd name="T38" fmla="*/ 578 w 659"/>
                <a:gd name="T39" fmla="*/ 426 h 1285"/>
                <a:gd name="T40" fmla="*/ 551 w 659"/>
                <a:gd name="T41" fmla="*/ 396 h 1285"/>
                <a:gd name="T42" fmla="*/ 527 w 659"/>
                <a:gd name="T43" fmla="*/ 383 h 1285"/>
                <a:gd name="T44" fmla="*/ 561 w 659"/>
                <a:gd name="T45" fmla="*/ 425 h 1285"/>
                <a:gd name="T46" fmla="*/ 487 w 659"/>
                <a:gd name="T47" fmla="*/ 419 h 1285"/>
                <a:gd name="T48" fmla="*/ 409 w 659"/>
                <a:gd name="T49" fmla="*/ 454 h 1285"/>
                <a:gd name="T50" fmla="*/ 307 w 659"/>
                <a:gd name="T51" fmla="*/ 554 h 1285"/>
                <a:gd name="T52" fmla="*/ 257 w 659"/>
                <a:gd name="T53" fmla="*/ 480 h 1285"/>
                <a:gd name="T54" fmla="*/ 174 w 659"/>
                <a:gd name="T55" fmla="*/ 558 h 1285"/>
                <a:gd name="T56" fmla="*/ 215 w 659"/>
                <a:gd name="T57" fmla="*/ 607 h 1285"/>
                <a:gd name="T58" fmla="*/ 223 w 659"/>
                <a:gd name="T59" fmla="*/ 707 h 1285"/>
                <a:gd name="T60" fmla="*/ 299 w 659"/>
                <a:gd name="T61" fmla="*/ 724 h 1285"/>
                <a:gd name="T62" fmla="*/ 346 w 659"/>
                <a:gd name="T63" fmla="*/ 754 h 1285"/>
                <a:gd name="T64" fmla="*/ 376 w 659"/>
                <a:gd name="T65" fmla="*/ 798 h 1285"/>
                <a:gd name="T66" fmla="*/ 384 w 659"/>
                <a:gd name="T67" fmla="*/ 912 h 1285"/>
                <a:gd name="T68" fmla="*/ 435 w 659"/>
                <a:gd name="T69" fmla="*/ 959 h 1285"/>
                <a:gd name="T70" fmla="*/ 399 w 659"/>
                <a:gd name="T71" fmla="*/ 1100 h 1285"/>
                <a:gd name="T72" fmla="*/ 269 w 659"/>
                <a:gd name="T73" fmla="*/ 1182 h 1285"/>
                <a:gd name="T74" fmla="*/ 165 w 659"/>
                <a:gd name="T75" fmla="*/ 1202 h 1285"/>
                <a:gd name="T76" fmla="*/ 85 w 659"/>
                <a:gd name="T77" fmla="*/ 1239 h 1285"/>
                <a:gd name="T78" fmla="*/ 1 w 659"/>
                <a:gd name="T79" fmla="*/ 1240 h 1285"/>
                <a:gd name="T80" fmla="*/ 80 w 659"/>
                <a:gd name="T81" fmla="*/ 1138 h 1285"/>
                <a:gd name="T82" fmla="*/ 157 w 659"/>
                <a:gd name="T83" fmla="*/ 988 h 1285"/>
                <a:gd name="T84" fmla="*/ 175 w 659"/>
                <a:gd name="T85" fmla="*/ 800 h 1285"/>
                <a:gd name="T86" fmla="*/ 218 w 659"/>
                <a:gd name="T87" fmla="*/ 725 h 1285"/>
                <a:gd name="T88" fmla="*/ 178 w 659"/>
                <a:gd name="T89" fmla="*/ 625 h 1285"/>
                <a:gd name="T90" fmla="*/ 110 w 659"/>
                <a:gd name="T91" fmla="*/ 520 h 1285"/>
                <a:gd name="T92" fmla="*/ 98 w 659"/>
                <a:gd name="T93" fmla="*/ 388 h 1285"/>
                <a:gd name="T94" fmla="*/ 74 w 659"/>
                <a:gd name="T95" fmla="*/ 412 h 1285"/>
                <a:gd name="T96" fmla="*/ 81 w 659"/>
                <a:gd name="T97" fmla="*/ 234 h 1285"/>
                <a:gd name="T98" fmla="*/ 349 w 659"/>
                <a:gd name="T99" fmla="*/ 376 h 1285"/>
                <a:gd name="T100" fmla="*/ 403 w 659"/>
                <a:gd name="T101" fmla="*/ 371 h 1285"/>
                <a:gd name="T102" fmla="*/ 356 w 659"/>
                <a:gd name="T103" fmla="*/ 355 h 1285"/>
                <a:gd name="T104" fmla="*/ 442 w 659"/>
                <a:gd name="T105" fmla="*/ 388 h 1285"/>
                <a:gd name="T106" fmla="*/ 362 w 659"/>
                <a:gd name="T107" fmla="*/ 306 h 1285"/>
                <a:gd name="T108" fmla="*/ 353 w 659"/>
                <a:gd name="T109" fmla="*/ 299 h 1285"/>
                <a:gd name="T110" fmla="*/ 125 w 659"/>
                <a:gd name="T111" fmla="*/ 151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9" h="1285">
                  <a:moveTo>
                    <a:pt x="351" y="7"/>
                  </a:moveTo>
                  <a:cubicBezTo>
                    <a:pt x="350" y="10"/>
                    <a:pt x="350" y="13"/>
                    <a:pt x="351" y="16"/>
                  </a:cubicBezTo>
                  <a:cubicBezTo>
                    <a:pt x="352" y="20"/>
                    <a:pt x="354" y="13"/>
                    <a:pt x="356" y="5"/>
                  </a:cubicBezTo>
                  <a:cubicBezTo>
                    <a:pt x="362" y="4"/>
                    <a:pt x="368" y="2"/>
                    <a:pt x="373" y="0"/>
                  </a:cubicBezTo>
                  <a:cubicBezTo>
                    <a:pt x="374" y="0"/>
                    <a:pt x="374" y="0"/>
                    <a:pt x="374" y="1"/>
                  </a:cubicBezTo>
                  <a:cubicBezTo>
                    <a:pt x="379" y="3"/>
                    <a:pt x="387" y="4"/>
                    <a:pt x="386" y="8"/>
                  </a:cubicBezTo>
                  <a:cubicBezTo>
                    <a:pt x="386" y="12"/>
                    <a:pt x="374" y="12"/>
                    <a:pt x="376" y="22"/>
                  </a:cubicBezTo>
                  <a:cubicBezTo>
                    <a:pt x="377" y="32"/>
                    <a:pt x="379" y="37"/>
                    <a:pt x="384" y="39"/>
                  </a:cubicBezTo>
                  <a:cubicBezTo>
                    <a:pt x="389" y="42"/>
                    <a:pt x="399" y="49"/>
                    <a:pt x="390" y="55"/>
                  </a:cubicBezTo>
                  <a:cubicBezTo>
                    <a:pt x="380" y="62"/>
                    <a:pt x="368" y="54"/>
                    <a:pt x="364" y="52"/>
                  </a:cubicBezTo>
                  <a:cubicBezTo>
                    <a:pt x="359" y="50"/>
                    <a:pt x="350" y="49"/>
                    <a:pt x="350" y="55"/>
                  </a:cubicBezTo>
                  <a:cubicBezTo>
                    <a:pt x="349" y="61"/>
                    <a:pt x="360" y="63"/>
                    <a:pt x="366" y="67"/>
                  </a:cubicBezTo>
                  <a:cubicBezTo>
                    <a:pt x="373" y="70"/>
                    <a:pt x="392" y="84"/>
                    <a:pt x="399" y="84"/>
                  </a:cubicBezTo>
                  <a:cubicBezTo>
                    <a:pt x="406" y="85"/>
                    <a:pt x="409" y="74"/>
                    <a:pt x="405" y="69"/>
                  </a:cubicBezTo>
                  <a:cubicBezTo>
                    <a:pt x="400" y="63"/>
                    <a:pt x="407" y="61"/>
                    <a:pt x="413" y="65"/>
                  </a:cubicBezTo>
                  <a:cubicBezTo>
                    <a:pt x="418" y="70"/>
                    <a:pt x="426" y="69"/>
                    <a:pt x="423" y="71"/>
                  </a:cubicBezTo>
                  <a:cubicBezTo>
                    <a:pt x="421" y="73"/>
                    <a:pt x="420" y="80"/>
                    <a:pt x="416" y="86"/>
                  </a:cubicBezTo>
                  <a:cubicBezTo>
                    <a:pt x="413" y="93"/>
                    <a:pt x="412" y="98"/>
                    <a:pt x="418" y="98"/>
                  </a:cubicBezTo>
                  <a:cubicBezTo>
                    <a:pt x="423" y="99"/>
                    <a:pt x="425" y="93"/>
                    <a:pt x="429" y="94"/>
                  </a:cubicBezTo>
                  <a:cubicBezTo>
                    <a:pt x="434" y="96"/>
                    <a:pt x="438" y="86"/>
                    <a:pt x="439" y="78"/>
                  </a:cubicBezTo>
                  <a:cubicBezTo>
                    <a:pt x="441" y="69"/>
                    <a:pt x="441" y="64"/>
                    <a:pt x="444" y="60"/>
                  </a:cubicBezTo>
                  <a:cubicBezTo>
                    <a:pt x="447" y="57"/>
                    <a:pt x="454" y="59"/>
                    <a:pt x="455" y="65"/>
                  </a:cubicBezTo>
                  <a:cubicBezTo>
                    <a:pt x="456" y="71"/>
                    <a:pt x="457" y="82"/>
                    <a:pt x="457" y="82"/>
                  </a:cubicBezTo>
                  <a:cubicBezTo>
                    <a:pt x="457" y="82"/>
                    <a:pt x="461" y="91"/>
                    <a:pt x="460" y="99"/>
                  </a:cubicBezTo>
                  <a:cubicBezTo>
                    <a:pt x="459" y="107"/>
                    <a:pt x="461" y="105"/>
                    <a:pt x="468" y="104"/>
                  </a:cubicBezTo>
                  <a:cubicBezTo>
                    <a:pt x="474" y="103"/>
                    <a:pt x="475" y="104"/>
                    <a:pt x="477" y="110"/>
                  </a:cubicBezTo>
                  <a:cubicBezTo>
                    <a:pt x="479" y="117"/>
                    <a:pt x="472" y="123"/>
                    <a:pt x="471" y="125"/>
                  </a:cubicBezTo>
                  <a:cubicBezTo>
                    <a:pt x="469" y="128"/>
                    <a:pt x="477" y="129"/>
                    <a:pt x="481" y="124"/>
                  </a:cubicBezTo>
                  <a:cubicBezTo>
                    <a:pt x="484" y="120"/>
                    <a:pt x="489" y="123"/>
                    <a:pt x="493" y="123"/>
                  </a:cubicBezTo>
                  <a:cubicBezTo>
                    <a:pt x="497" y="123"/>
                    <a:pt x="502" y="113"/>
                    <a:pt x="502" y="113"/>
                  </a:cubicBezTo>
                  <a:cubicBezTo>
                    <a:pt x="502" y="113"/>
                    <a:pt x="495" y="106"/>
                    <a:pt x="487" y="103"/>
                  </a:cubicBezTo>
                  <a:cubicBezTo>
                    <a:pt x="479" y="100"/>
                    <a:pt x="477" y="97"/>
                    <a:pt x="474" y="88"/>
                  </a:cubicBezTo>
                  <a:cubicBezTo>
                    <a:pt x="471" y="79"/>
                    <a:pt x="477" y="77"/>
                    <a:pt x="477" y="70"/>
                  </a:cubicBezTo>
                  <a:cubicBezTo>
                    <a:pt x="477" y="63"/>
                    <a:pt x="492" y="66"/>
                    <a:pt x="502" y="65"/>
                  </a:cubicBezTo>
                  <a:cubicBezTo>
                    <a:pt x="512" y="65"/>
                    <a:pt x="518" y="72"/>
                    <a:pt x="510" y="83"/>
                  </a:cubicBezTo>
                  <a:cubicBezTo>
                    <a:pt x="502" y="94"/>
                    <a:pt x="502" y="92"/>
                    <a:pt x="512" y="95"/>
                  </a:cubicBezTo>
                  <a:cubicBezTo>
                    <a:pt x="522" y="97"/>
                    <a:pt x="518" y="81"/>
                    <a:pt x="523" y="83"/>
                  </a:cubicBezTo>
                  <a:cubicBezTo>
                    <a:pt x="527" y="84"/>
                    <a:pt x="539" y="87"/>
                    <a:pt x="543" y="90"/>
                  </a:cubicBezTo>
                  <a:cubicBezTo>
                    <a:pt x="546" y="93"/>
                    <a:pt x="567" y="100"/>
                    <a:pt x="572" y="103"/>
                  </a:cubicBezTo>
                  <a:cubicBezTo>
                    <a:pt x="577" y="105"/>
                    <a:pt x="582" y="115"/>
                    <a:pt x="585" y="122"/>
                  </a:cubicBezTo>
                  <a:cubicBezTo>
                    <a:pt x="588" y="129"/>
                    <a:pt x="600" y="142"/>
                    <a:pt x="602" y="147"/>
                  </a:cubicBezTo>
                  <a:cubicBezTo>
                    <a:pt x="604" y="151"/>
                    <a:pt x="627" y="169"/>
                    <a:pt x="629" y="171"/>
                  </a:cubicBezTo>
                  <a:cubicBezTo>
                    <a:pt x="631" y="173"/>
                    <a:pt x="626" y="183"/>
                    <a:pt x="624" y="192"/>
                  </a:cubicBezTo>
                  <a:cubicBezTo>
                    <a:pt x="622" y="202"/>
                    <a:pt x="632" y="199"/>
                    <a:pt x="634" y="201"/>
                  </a:cubicBezTo>
                  <a:cubicBezTo>
                    <a:pt x="636" y="202"/>
                    <a:pt x="642" y="212"/>
                    <a:pt x="642" y="217"/>
                  </a:cubicBezTo>
                  <a:cubicBezTo>
                    <a:pt x="642" y="223"/>
                    <a:pt x="659" y="236"/>
                    <a:pt x="659" y="236"/>
                  </a:cubicBezTo>
                  <a:cubicBezTo>
                    <a:pt x="659" y="236"/>
                    <a:pt x="651" y="241"/>
                    <a:pt x="648" y="242"/>
                  </a:cubicBezTo>
                  <a:cubicBezTo>
                    <a:pt x="644" y="244"/>
                    <a:pt x="639" y="243"/>
                    <a:pt x="634" y="244"/>
                  </a:cubicBezTo>
                  <a:cubicBezTo>
                    <a:pt x="629" y="246"/>
                    <a:pt x="627" y="239"/>
                    <a:pt x="624" y="233"/>
                  </a:cubicBezTo>
                  <a:cubicBezTo>
                    <a:pt x="621" y="226"/>
                    <a:pt x="614" y="219"/>
                    <a:pt x="612" y="220"/>
                  </a:cubicBezTo>
                  <a:cubicBezTo>
                    <a:pt x="609" y="220"/>
                    <a:pt x="608" y="224"/>
                    <a:pt x="608" y="227"/>
                  </a:cubicBezTo>
                  <a:cubicBezTo>
                    <a:pt x="608" y="230"/>
                    <a:pt x="614" y="238"/>
                    <a:pt x="617" y="245"/>
                  </a:cubicBezTo>
                  <a:cubicBezTo>
                    <a:pt x="619" y="253"/>
                    <a:pt x="615" y="257"/>
                    <a:pt x="612" y="264"/>
                  </a:cubicBezTo>
                  <a:cubicBezTo>
                    <a:pt x="609" y="270"/>
                    <a:pt x="609" y="259"/>
                    <a:pt x="604" y="254"/>
                  </a:cubicBezTo>
                  <a:cubicBezTo>
                    <a:pt x="598" y="249"/>
                    <a:pt x="593" y="257"/>
                    <a:pt x="593" y="257"/>
                  </a:cubicBezTo>
                  <a:cubicBezTo>
                    <a:pt x="593" y="257"/>
                    <a:pt x="586" y="252"/>
                    <a:pt x="582" y="250"/>
                  </a:cubicBezTo>
                  <a:cubicBezTo>
                    <a:pt x="579" y="248"/>
                    <a:pt x="582" y="250"/>
                    <a:pt x="579" y="240"/>
                  </a:cubicBezTo>
                  <a:cubicBezTo>
                    <a:pt x="576" y="230"/>
                    <a:pt x="572" y="241"/>
                    <a:pt x="570" y="236"/>
                  </a:cubicBezTo>
                  <a:cubicBezTo>
                    <a:pt x="568" y="231"/>
                    <a:pt x="567" y="224"/>
                    <a:pt x="564" y="225"/>
                  </a:cubicBezTo>
                  <a:cubicBezTo>
                    <a:pt x="562" y="225"/>
                    <a:pt x="560" y="213"/>
                    <a:pt x="556" y="212"/>
                  </a:cubicBezTo>
                  <a:cubicBezTo>
                    <a:pt x="552" y="211"/>
                    <a:pt x="540" y="200"/>
                    <a:pt x="535" y="200"/>
                  </a:cubicBezTo>
                  <a:cubicBezTo>
                    <a:pt x="531" y="200"/>
                    <a:pt x="528" y="198"/>
                    <a:pt x="524" y="198"/>
                  </a:cubicBezTo>
                  <a:cubicBezTo>
                    <a:pt x="520" y="198"/>
                    <a:pt x="526" y="184"/>
                    <a:pt x="530" y="181"/>
                  </a:cubicBezTo>
                  <a:cubicBezTo>
                    <a:pt x="534" y="178"/>
                    <a:pt x="538" y="180"/>
                    <a:pt x="545" y="186"/>
                  </a:cubicBezTo>
                  <a:cubicBezTo>
                    <a:pt x="551" y="193"/>
                    <a:pt x="553" y="191"/>
                    <a:pt x="557" y="188"/>
                  </a:cubicBezTo>
                  <a:cubicBezTo>
                    <a:pt x="561" y="185"/>
                    <a:pt x="565" y="182"/>
                    <a:pt x="575" y="183"/>
                  </a:cubicBezTo>
                  <a:cubicBezTo>
                    <a:pt x="585" y="184"/>
                    <a:pt x="577" y="177"/>
                    <a:pt x="576" y="174"/>
                  </a:cubicBezTo>
                  <a:cubicBezTo>
                    <a:pt x="574" y="171"/>
                    <a:pt x="573" y="166"/>
                    <a:pt x="569" y="170"/>
                  </a:cubicBezTo>
                  <a:cubicBezTo>
                    <a:pt x="564" y="174"/>
                    <a:pt x="557" y="177"/>
                    <a:pt x="557" y="177"/>
                  </a:cubicBezTo>
                  <a:cubicBezTo>
                    <a:pt x="557" y="177"/>
                    <a:pt x="552" y="175"/>
                    <a:pt x="546" y="171"/>
                  </a:cubicBezTo>
                  <a:cubicBezTo>
                    <a:pt x="540" y="166"/>
                    <a:pt x="546" y="166"/>
                    <a:pt x="550" y="166"/>
                  </a:cubicBezTo>
                  <a:cubicBezTo>
                    <a:pt x="554" y="166"/>
                    <a:pt x="563" y="158"/>
                    <a:pt x="561" y="154"/>
                  </a:cubicBezTo>
                  <a:cubicBezTo>
                    <a:pt x="560" y="150"/>
                    <a:pt x="559" y="148"/>
                    <a:pt x="553" y="146"/>
                  </a:cubicBezTo>
                  <a:cubicBezTo>
                    <a:pt x="547" y="145"/>
                    <a:pt x="554" y="140"/>
                    <a:pt x="552" y="135"/>
                  </a:cubicBezTo>
                  <a:cubicBezTo>
                    <a:pt x="549" y="131"/>
                    <a:pt x="549" y="136"/>
                    <a:pt x="547" y="139"/>
                  </a:cubicBezTo>
                  <a:cubicBezTo>
                    <a:pt x="545" y="142"/>
                    <a:pt x="540" y="138"/>
                    <a:pt x="540" y="138"/>
                  </a:cubicBezTo>
                  <a:cubicBezTo>
                    <a:pt x="540" y="138"/>
                    <a:pt x="533" y="132"/>
                    <a:pt x="529" y="132"/>
                  </a:cubicBezTo>
                  <a:cubicBezTo>
                    <a:pt x="525" y="132"/>
                    <a:pt x="518" y="133"/>
                    <a:pt x="518" y="136"/>
                  </a:cubicBezTo>
                  <a:cubicBezTo>
                    <a:pt x="519" y="139"/>
                    <a:pt x="525" y="143"/>
                    <a:pt x="523" y="151"/>
                  </a:cubicBezTo>
                  <a:cubicBezTo>
                    <a:pt x="521" y="159"/>
                    <a:pt x="510" y="156"/>
                    <a:pt x="508" y="155"/>
                  </a:cubicBezTo>
                  <a:cubicBezTo>
                    <a:pt x="506" y="155"/>
                    <a:pt x="497" y="155"/>
                    <a:pt x="497" y="155"/>
                  </a:cubicBezTo>
                  <a:cubicBezTo>
                    <a:pt x="497" y="155"/>
                    <a:pt x="491" y="148"/>
                    <a:pt x="485" y="145"/>
                  </a:cubicBezTo>
                  <a:cubicBezTo>
                    <a:pt x="479" y="142"/>
                    <a:pt x="477" y="142"/>
                    <a:pt x="476" y="146"/>
                  </a:cubicBezTo>
                  <a:cubicBezTo>
                    <a:pt x="476" y="150"/>
                    <a:pt x="479" y="150"/>
                    <a:pt x="481" y="151"/>
                  </a:cubicBezTo>
                  <a:cubicBezTo>
                    <a:pt x="483" y="152"/>
                    <a:pt x="481" y="156"/>
                    <a:pt x="487" y="157"/>
                  </a:cubicBezTo>
                  <a:cubicBezTo>
                    <a:pt x="493" y="158"/>
                    <a:pt x="494" y="155"/>
                    <a:pt x="495" y="164"/>
                  </a:cubicBezTo>
                  <a:cubicBezTo>
                    <a:pt x="496" y="173"/>
                    <a:pt x="502" y="175"/>
                    <a:pt x="506" y="185"/>
                  </a:cubicBezTo>
                  <a:cubicBezTo>
                    <a:pt x="511" y="194"/>
                    <a:pt x="499" y="196"/>
                    <a:pt x="494" y="194"/>
                  </a:cubicBezTo>
                  <a:cubicBezTo>
                    <a:pt x="490" y="192"/>
                    <a:pt x="493" y="187"/>
                    <a:pt x="493" y="181"/>
                  </a:cubicBezTo>
                  <a:cubicBezTo>
                    <a:pt x="493" y="175"/>
                    <a:pt x="481" y="175"/>
                    <a:pt x="481" y="175"/>
                  </a:cubicBezTo>
                  <a:cubicBezTo>
                    <a:pt x="481" y="175"/>
                    <a:pt x="470" y="177"/>
                    <a:pt x="466" y="174"/>
                  </a:cubicBezTo>
                  <a:cubicBezTo>
                    <a:pt x="461" y="172"/>
                    <a:pt x="459" y="170"/>
                    <a:pt x="467" y="167"/>
                  </a:cubicBezTo>
                  <a:cubicBezTo>
                    <a:pt x="476" y="164"/>
                    <a:pt x="464" y="157"/>
                    <a:pt x="468" y="149"/>
                  </a:cubicBezTo>
                  <a:cubicBezTo>
                    <a:pt x="473" y="141"/>
                    <a:pt x="458" y="161"/>
                    <a:pt x="455" y="165"/>
                  </a:cubicBezTo>
                  <a:cubicBezTo>
                    <a:pt x="453" y="169"/>
                    <a:pt x="454" y="158"/>
                    <a:pt x="443" y="154"/>
                  </a:cubicBezTo>
                  <a:cubicBezTo>
                    <a:pt x="432" y="150"/>
                    <a:pt x="431" y="156"/>
                    <a:pt x="412" y="160"/>
                  </a:cubicBezTo>
                  <a:cubicBezTo>
                    <a:pt x="393" y="165"/>
                    <a:pt x="398" y="164"/>
                    <a:pt x="393" y="175"/>
                  </a:cubicBezTo>
                  <a:cubicBezTo>
                    <a:pt x="389" y="186"/>
                    <a:pt x="385" y="186"/>
                    <a:pt x="389" y="191"/>
                  </a:cubicBezTo>
                  <a:cubicBezTo>
                    <a:pt x="394" y="195"/>
                    <a:pt x="385" y="206"/>
                    <a:pt x="390" y="208"/>
                  </a:cubicBezTo>
                  <a:cubicBezTo>
                    <a:pt x="395" y="209"/>
                    <a:pt x="400" y="207"/>
                    <a:pt x="405" y="217"/>
                  </a:cubicBezTo>
                  <a:cubicBezTo>
                    <a:pt x="411" y="227"/>
                    <a:pt x="414" y="231"/>
                    <a:pt x="423" y="238"/>
                  </a:cubicBezTo>
                  <a:cubicBezTo>
                    <a:pt x="432" y="246"/>
                    <a:pt x="438" y="248"/>
                    <a:pt x="444" y="249"/>
                  </a:cubicBezTo>
                  <a:cubicBezTo>
                    <a:pt x="450" y="250"/>
                    <a:pt x="451" y="261"/>
                    <a:pt x="448" y="266"/>
                  </a:cubicBezTo>
                  <a:cubicBezTo>
                    <a:pt x="445" y="272"/>
                    <a:pt x="448" y="275"/>
                    <a:pt x="444" y="282"/>
                  </a:cubicBezTo>
                  <a:cubicBezTo>
                    <a:pt x="439" y="289"/>
                    <a:pt x="454" y="279"/>
                    <a:pt x="454" y="279"/>
                  </a:cubicBezTo>
                  <a:cubicBezTo>
                    <a:pt x="454" y="279"/>
                    <a:pt x="451" y="292"/>
                    <a:pt x="447" y="293"/>
                  </a:cubicBezTo>
                  <a:cubicBezTo>
                    <a:pt x="444" y="293"/>
                    <a:pt x="443" y="302"/>
                    <a:pt x="447" y="303"/>
                  </a:cubicBezTo>
                  <a:cubicBezTo>
                    <a:pt x="450" y="304"/>
                    <a:pt x="453" y="309"/>
                    <a:pt x="458" y="307"/>
                  </a:cubicBezTo>
                  <a:cubicBezTo>
                    <a:pt x="464" y="305"/>
                    <a:pt x="465" y="290"/>
                    <a:pt x="468" y="285"/>
                  </a:cubicBezTo>
                  <a:cubicBezTo>
                    <a:pt x="470" y="280"/>
                    <a:pt x="468" y="276"/>
                    <a:pt x="469" y="270"/>
                  </a:cubicBezTo>
                  <a:cubicBezTo>
                    <a:pt x="469" y="264"/>
                    <a:pt x="476" y="267"/>
                    <a:pt x="476" y="273"/>
                  </a:cubicBezTo>
                  <a:cubicBezTo>
                    <a:pt x="476" y="279"/>
                    <a:pt x="482" y="277"/>
                    <a:pt x="489" y="276"/>
                  </a:cubicBezTo>
                  <a:cubicBezTo>
                    <a:pt x="495" y="274"/>
                    <a:pt x="499" y="266"/>
                    <a:pt x="499" y="266"/>
                  </a:cubicBezTo>
                  <a:cubicBezTo>
                    <a:pt x="499" y="266"/>
                    <a:pt x="499" y="250"/>
                    <a:pt x="495" y="244"/>
                  </a:cubicBezTo>
                  <a:cubicBezTo>
                    <a:pt x="491" y="238"/>
                    <a:pt x="494" y="238"/>
                    <a:pt x="500" y="239"/>
                  </a:cubicBezTo>
                  <a:cubicBezTo>
                    <a:pt x="507" y="241"/>
                    <a:pt x="502" y="235"/>
                    <a:pt x="508" y="227"/>
                  </a:cubicBezTo>
                  <a:cubicBezTo>
                    <a:pt x="514" y="219"/>
                    <a:pt x="517" y="213"/>
                    <a:pt x="520" y="215"/>
                  </a:cubicBezTo>
                  <a:cubicBezTo>
                    <a:pt x="523" y="216"/>
                    <a:pt x="535" y="220"/>
                    <a:pt x="544" y="225"/>
                  </a:cubicBezTo>
                  <a:cubicBezTo>
                    <a:pt x="553" y="231"/>
                    <a:pt x="552" y="242"/>
                    <a:pt x="558" y="246"/>
                  </a:cubicBezTo>
                  <a:cubicBezTo>
                    <a:pt x="563" y="250"/>
                    <a:pt x="572" y="257"/>
                    <a:pt x="572" y="262"/>
                  </a:cubicBezTo>
                  <a:cubicBezTo>
                    <a:pt x="571" y="267"/>
                    <a:pt x="558" y="263"/>
                    <a:pt x="558" y="271"/>
                  </a:cubicBezTo>
                  <a:cubicBezTo>
                    <a:pt x="559" y="280"/>
                    <a:pt x="565" y="280"/>
                    <a:pt x="568" y="285"/>
                  </a:cubicBezTo>
                  <a:cubicBezTo>
                    <a:pt x="571" y="289"/>
                    <a:pt x="576" y="290"/>
                    <a:pt x="587" y="283"/>
                  </a:cubicBezTo>
                  <a:cubicBezTo>
                    <a:pt x="598" y="277"/>
                    <a:pt x="600" y="277"/>
                    <a:pt x="601" y="280"/>
                  </a:cubicBezTo>
                  <a:cubicBezTo>
                    <a:pt x="602" y="282"/>
                    <a:pt x="604" y="306"/>
                    <a:pt x="605" y="312"/>
                  </a:cubicBezTo>
                  <a:cubicBezTo>
                    <a:pt x="606" y="317"/>
                    <a:pt x="603" y="330"/>
                    <a:pt x="601" y="335"/>
                  </a:cubicBezTo>
                  <a:cubicBezTo>
                    <a:pt x="600" y="339"/>
                    <a:pt x="613" y="342"/>
                    <a:pt x="615" y="344"/>
                  </a:cubicBezTo>
                  <a:cubicBezTo>
                    <a:pt x="617" y="345"/>
                    <a:pt x="622" y="359"/>
                    <a:pt x="620" y="364"/>
                  </a:cubicBezTo>
                  <a:cubicBezTo>
                    <a:pt x="619" y="370"/>
                    <a:pt x="620" y="372"/>
                    <a:pt x="627" y="379"/>
                  </a:cubicBezTo>
                  <a:cubicBezTo>
                    <a:pt x="634" y="386"/>
                    <a:pt x="621" y="390"/>
                    <a:pt x="617" y="394"/>
                  </a:cubicBezTo>
                  <a:cubicBezTo>
                    <a:pt x="612" y="398"/>
                    <a:pt x="610" y="399"/>
                    <a:pt x="605" y="403"/>
                  </a:cubicBezTo>
                  <a:cubicBezTo>
                    <a:pt x="599" y="408"/>
                    <a:pt x="605" y="403"/>
                    <a:pt x="607" y="407"/>
                  </a:cubicBezTo>
                  <a:cubicBezTo>
                    <a:pt x="608" y="411"/>
                    <a:pt x="608" y="415"/>
                    <a:pt x="613" y="416"/>
                  </a:cubicBezTo>
                  <a:cubicBezTo>
                    <a:pt x="619" y="417"/>
                    <a:pt x="621" y="420"/>
                    <a:pt x="620" y="426"/>
                  </a:cubicBezTo>
                  <a:cubicBezTo>
                    <a:pt x="619" y="432"/>
                    <a:pt x="619" y="437"/>
                    <a:pt x="619" y="442"/>
                  </a:cubicBezTo>
                  <a:cubicBezTo>
                    <a:pt x="619" y="447"/>
                    <a:pt x="613" y="452"/>
                    <a:pt x="613" y="447"/>
                  </a:cubicBezTo>
                  <a:cubicBezTo>
                    <a:pt x="613" y="442"/>
                    <a:pt x="604" y="440"/>
                    <a:pt x="604" y="440"/>
                  </a:cubicBezTo>
                  <a:cubicBezTo>
                    <a:pt x="604" y="440"/>
                    <a:pt x="598" y="443"/>
                    <a:pt x="598" y="440"/>
                  </a:cubicBezTo>
                  <a:cubicBezTo>
                    <a:pt x="598" y="437"/>
                    <a:pt x="597" y="432"/>
                    <a:pt x="592" y="432"/>
                  </a:cubicBezTo>
                  <a:cubicBezTo>
                    <a:pt x="587" y="431"/>
                    <a:pt x="584" y="427"/>
                    <a:pt x="578" y="426"/>
                  </a:cubicBezTo>
                  <a:cubicBezTo>
                    <a:pt x="573" y="424"/>
                    <a:pt x="574" y="419"/>
                    <a:pt x="578" y="417"/>
                  </a:cubicBezTo>
                  <a:cubicBezTo>
                    <a:pt x="583" y="416"/>
                    <a:pt x="590" y="404"/>
                    <a:pt x="599" y="402"/>
                  </a:cubicBezTo>
                  <a:cubicBezTo>
                    <a:pt x="607" y="400"/>
                    <a:pt x="609" y="392"/>
                    <a:pt x="605" y="390"/>
                  </a:cubicBezTo>
                  <a:cubicBezTo>
                    <a:pt x="601" y="388"/>
                    <a:pt x="595" y="394"/>
                    <a:pt x="592" y="394"/>
                  </a:cubicBezTo>
                  <a:cubicBezTo>
                    <a:pt x="589" y="395"/>
                    <a:pt x="583" y="386"/>
                    <a:pt x="577" y="388"/>
                  </a:cubicBezTo>
                  <a:cubicBezTo>
                    <a:pt x="570" y="389"/>
                    <a:pt x="562" y="389"/>
                    <a:pt x="565" y="393"/>
                  </a:cubicBezTo>
                  <a:cubicBezTo>
                    <a:pt x="568" y="396"/>
                    <a:pt x="555" y="398"/>
                    <a:pt x="551" y="396"/>
                  </a:cubicBezTo>
                  <a:cubicBezTo>
                    <a:pt x="548" y="394"/>
                    <a:pt x="554" y="384"/>
                    <a:pt x="557" y="380"/>
                  </a:cubicBezTo>
                  <a:cubicBezTo>
                    <a:pt x="559" y="376"/>
                    <a:pt x="550" y="380"/>
                    <a:pt x="550" y="380"/>
                  </a:cubicBezTo>
                  <a:cubicBezTo>
                    <a:pt x="550" y="380"/>
                    <a:pt x="545" y="367"/>
                    <a:pt x="539" y="370"/>
                  </a:cubicBezTo>
                  <a:cubicBezTo>
                    <a:pt x="532" y="373"/>
                    <a:pt x="520" y="364"/>
                    <a:pt x="514" y="367"/>
                  </a:cubicBezTo>
                  <a:cubicBezTo>
                    <a:pt x="507" y="369"/>
                    <a:pt x="498" y="381"/>
                    <a:pt x="498" y="381"/>
                  </a:cubicBezTo>
                  <a:cubicBezTo>
                    <a:pt x="498" y="381"/>
                    <a:pt x="503" y="380"/>
                    <a:pt x="512" y="382"/>
                  </a:cubicBezTo>
                  <a:cubicBezTo>
                    <a:pt x="520" y="383"/>
                    <a:pt x="519" y="384"/>
                    <a:pt x="527" y="383"/>
                  </a:cubicBezTo>
                  <a:cubicBezTo>
                    <a:pt x="535" y="382"/>
                    <a:pt x="542" y="384"/>
                    <a:pt x="543" y="393"/>
                  </a:cubicBezTo>
                  <a:cubicBezTo>
                    <a:pt x="543" y="403"/>
                    <a:pt x="535" y="403"/>
                    <a:pt x="535" y="403"/>
                  </a:cubicBezTo>
                  <a:cubicBezTo>
                    <a:pt x="535" y="403"/>
                    <a:pt x="534" y="410"/>
                    <a:pt x="536" y="413"/>
                  </a:cubicBezTo>
                  <a:cubicBezTo>
                    <a:pt x="537" y="416"/>
                    <a:pt x="540" y="413"/>
                    <a:pt x="546" y="412"/>
                  </a:cubicBezTo>
                  <a:cubicBezTo>
                    <a:pt x="551" y="411"/>
                    <a:pt x="544" y="420"/>
                    <a:pt x="544" y="424"/>
                  </a:cubicBezTo>
                  <a:cubicBezTo>
                    <a:pt x="543" y="428"/>
                    <a:pt x="548" y="430"/>
                    <a:pt x="552" y="427"/>
                  </a:cubicBezTo>
                  <a:cubicBezTo>
                    <a:pt x="557" y="424"/>
                    <a:pt x="560" y="422"/>
                    <a:pt x="561" y="425"/>
                  </a:cubicBezTo>
                  <a:cubicBezTo>
                    <a:pt x="561" y="429"/>
                    <a:pt x="560" y="435"/>
                    <a:pt x="559" y="442"/>
                  </a:cubicBezTo>
                  <a:cubicBezTo>
                    <a:pt x="558" y="449"/>
                    <a:pt x="542" y="443"/>
                    <a:pt x="540" y="442"/>
                  </a:cubicBezTo>
                  <a:cubicBezTo>
                    <a:pt x="537" y="442"/>
                    <a:pt x="524" y="439"/>
                    <a:pt x="521" y="439"/>
                  </a:cubicBezTo>
                  <a:cubicBezTo>
                    <a:pt x="519" y="438"/>
                    <a:pt x="509" y="443"/>
                    <a:pt x="505" y="440"/>
                  </a:cubicBezTo>
                  <a:cubicBezTo>
                    <a:pt x="500" y="437"/>
                    <a:pt x="505" y="428"/>
                    <a:pt x="508" y="422"/>
                  </a:cubicBezTo>
                  <a:cubicBezTo>
                    <a:pt x="510" y="416"/>
                    <a:pt x="501" y="419"/>
                    <a:pt x="499" y="422"/>
                  </a:cubicBezTo>
                  <a:cubicBezTo>
                    <a:pt x="497" y="424"/>
                    <a:pt x="492" y="420"/>
                    <a:pt x="487" y="419"/>
                  </a:cubicBezTo>
                  <a:cubicBezTo>
                    <a:pt x="483" y="417"/>
                    <a:pt x="473" y="419"/>
                    <a:pt x="469" y="425"/>
                  </a:cubicBezTo>
                  <a:cubicBezTo>
                    <a:pt x="466" y="432"/>
                    <a:pt x="471" y="443"/>
                    <a:pt x="467" y="446"/>
                  </a:cubicBezTo>
                  <a:cubicBezTo>
                    <a:pt x="464" y="448"/>
                    <a:pt x="450" y="439"/>
                    <a:pt x="447" y="435"/>
                  </a:cubicBezTo>
                  <a:cubicBezTo>
                    <a:pt x="444" y="431"/>
                    <a:pt x="435" y="432"/>
                    <a:pt x="436" y="436"/>
                  </a:cubicBezTo>
                  <a:cubicBezTo>
                    <a:pt x="436" y="441"/>
                    <a:pt x="432" y="445"/>
                    <a:pt x="428" y="442"/>
                  </a:cubicBezTo>
                  <a:cubicBezTo>
                    <a:pt x="424" y="439"/>
                    <a:pt x="421" y="444"/>
                    <a:pt x="420" y="449"/>
                  </a:cubicBezTo>
                  <a:cubicBezTo>
                    <a:pt x="420" y="454"/>
                    <a:pt x="409" y="458"/>
                    <a:pt x="409" y="454"/>
                  </a:cubicBezTo>
                  <a:cubicBezTo>
                    <a:pt x="408" y="450"/>
                    <a:pt x="406" y="446"/>
                    <a:pt x="403" y="451"/>
                  </a:cubicBezTo>
                  <a:cubicBezTo>
                    <a:pt x="401" y="456"/>
                    <a:pt x="400" y="465"/>
                    <a:pt x="401" y="473"/>
                  </a:cubicBezTo>
                  <a:cubicBezTo>
                    <a:pt x="401" y="481"/>
                    <a:pt x="386" y="475"/>
                    <a:pt x="380" y="478"/>
                  </a:cubicBezTo>
                  <a:cubicBezTo>
                    <a:pt x="373" y="481"/>
                    <a:pt x="355" y="492"/>
                    <a:pt x="347" y="492"/>
                  </a:cubicBezTo>
                  <a:cubicBezTo>
                    <a:pt x="339" y="492"/>
                    <a:pt x="329" y="500"/>
                    <a:pt x="330" y="505"/>
                  </a:cubicBezTo>
                  <a:cubicBezTo>
                    <a:pt x="331" y="511"/>
                    <a:pt x="325" y="530"/>
                    <a:pt x="324" y="536"/>
                  </a:cubicBezTo>
                  <a:cubicBezTo>
                    <a:pt x="323" y="543"/>
                    <a:pt x="312" y="558"/>
                    <a:pt x="307" y="554"/>
                  </a:cubicBezTo>
                  <a:cubicBezTo>
                    <a:pt x="302" y="550"/>
                    <a:pt x="310" y="542"/>
                    <a:pt x="306" y="537"/>
                  </a:cubicBezTo>
                  <a:cubicBezTo>
                    <a:pt x="302" y="532"/>
                    <a:pt x="306" y="516"/>
                    <a:pt x="310" y="505"/>
                  </a:cubicBezTo>
                  <a:cubicBezTo>
                    <a:pt x="314" y="495"/>
                    <a:pt x="310" y="500"/>
                    <a:pt x="305" y="501"/>
                  </a:cubicBezTo>
                  <a:cubicBezTo>
                    <a:pt x="300" y="503"/>
                    <a:pt x="301" y="491"/>
                    <a:pt x="301" y="488"/>
                  </a:cubicBezTo>
                  <a:cubicBezTo>
                    <a:pt x="300" y="484"/>
                    <a:pt x="287" y="487"/>
                    <a:pt x="281" y="482"/>
                  </a:cubicBezTo>
                  <a:cubicBezTo>
                    <a:pt x="274" y="477"/>
                    <a:pt x="269" y="477"/>
                    <a:pt x="268" y="480"/>
                  </a:cubicBezTo>
                  <a:cubicBezTo>
                    <a:pt x="267" y="482"/>
                    <a:pt x="262" y="489"/>
                    <a:pt x="257" y="480"/>
                  </a:cubicBezTo>
                  <a:cubicBezTo>
                    <a:pt x="253" y="472"/>
                    <a:pt x="252" y="471"/>
                    <a:pt x="246" y="468"/>
                  </a:cubicBezTo>
                  <a:cubicBezTo>
                    <a:pt x="239" y="464"/>
                    <a:pt x="233" y="460"/>
                    <a:pt x="231" y="463"/>
                  </a:cubicBezTo>
                  <a:cubicBezTo>
                    <a:pt x="228" y="465"/>
                    <a:pt x="217" y="469"/>
                    <a:pt x="212" y="469"/>
                  </a:cubicBezTo>
                  <a:cubicBezTo>
                    <a:pt x="207" y="468"/>
                    <a:pt x="195" y="472"/>
                    <a:pt x="198" y="475"/>
                  </a:cubicBezTo>
                  <a:cubicBezTo>
                    <a:pt x="200" y="479"/>
                    <a:pt x="194" y="490"/>
                    <a:pt x="189" y="495"/>
                  </a:cubicBezTo>
                  <a:cubicBezTo>
                    <a:pt x="183" y="501"/>
                    <a:pt x="177" y="512"/>
                    <a:pt x="173" y="524"/>
                  </a:cubicBezTo>
                  <a:cubicBezTo>
                    <a:pt x="168" y="536"/>
                    <a:pt x="171" y="547"/>
                    <a:pt x="174" y="558"/>
                  </a:cubicBezTo>
                  <a:cubicBezTo>
                    <a:pt x="177" y="569"/>
                    <a:pt x="178" y="572"/>
                    <a:pt x="188" y="569"/>
                  </a:cubicBezTo>
                  <a:cubicBezTo>
                    <a:pt x="198" y="566"/>
                    <a:pt x="198" y="572"/>
                    <a:pt x="199" y="574"/>
                  </a:cubicBezTo>
                  <a:cubicBezTo>
                    <a:pt x="201" y="575"/>
                    <a:pt x="208" y="573"/>
                    <a:pt x="210" y="565"/>
                  </a:cubicBezTo>
                  <a:cubicBezTo>
                    <a:pt x="212" y="557"/>
                    <a:pt x="220" y="552"/>
                    <a:pt x="225" y="556"/>
                  </a:cubicBezTo>
                  <a:cubicBezTo>
                    <a:pt x="230" y="560"/>
                    <a:pt x="239" y="561"/>
                    <a:pt x="243" y="564"/>
                  </a:cubicBezTo>
                  <a:cubicBezTo>
                    <a:pt x="247" y="567"/>
                    <a:pt x="241" y="583"/>
                    <a:pt x="231" y="586"/>
                  </a:cubicBezTo>
                  <a:cubicBezTo>
                    <a:pt x="221" y="589"/>
                    <a:pt x="220" y="601"/>
                    <a:pt x="215" y="607"/>
                  </a:cubicBezTo>
                  <a:cubicBezTo>
                    <a:pt x="210" y="614"/>
                    <a:pt x="203" y="613"/>
                    <a:pt x="210" y="616"/>
                  </a:cubicBezTo>
                  <a:cubicBezTo>
                    <a:pt x="216" y="620"/>
                    <a:pt x="214" y="620"/>
                    <a:pt x="218" y="623"/>
                  </a:cubicBezTo>
                  <a:cubicBezTo>
                    <a:pt x="221" y="626"/>
                    <a:pt x="229" y="623"/>
                    <a:pt x="233" y="624"/>
                  </a:cubicBezTo>
                  <a:cubicBezTo>
                    <a:pt x="238" y="626"/>
                    <a:pt x="242" y="645"/>
                    <a:pt x="237" y="650"/>
                  </a:cubicBezTo>
                  <a:cubicBezTo>
                    <a:pt x="231" y="656"/>
                    <a:pt x="224" y="666"/>
                    <a:pt x="219" y="677"/>
                  </a:cubicBezTo>
                  <a:cubicBezTo>
                    <a:pt x="214" y="687"/>
                    <a:pt x="216" y="690"/>
                    <a:pt x="215" y="693"/>
                  </a:cubicBezTo>
                  <a:cubicBezTo>
                    <a:pt x="214" y="697"/>
                    <a:pt x="215" y="707"/>
                    <a:pt x="223" y="707"/>
                  </a:cubicBezTo>
                  <a:cubicBezTo>
                    <a:pt x="230" y="706"/>
                    <a:pt x="236" y="707"/>
                    <a:pt x="240" y="705"/>
                  </a:cubicBezTo>
                  <a:cubicBezTo>
                    <a:pt x="243" y="702"/>
                    <a:pt x="250" y="717"/>
                    <a:pt x="248" y="719"/>
                  </a:cubicBezTo>
                  <a:cubicBezTo>
                    <a:pt x="245" y="721"/>
                    <a:pt x="249" y="726"/>
                    <a:pt x="254" y="726"/>
                  </a:cubicBezTo>
                  <a:cubicBezTo>
                    <a:pt x="259" y="725"/>
                    <a:pt x="263" y="722"/>
                    <a:pt x="270" y="717"/>
                  </a:cubicBezTo>
                  <a:cubicBezTo>
                    <a:pt x="277" y="713"/>
                    <a:pt x="286" y="710"/>
                    <a:pt x="289" y="711"/>
                  </a:cubicBezTo>
                  <a:cubicBezTo>
                    <a:pt x="293" y="712"/>
                    <a:pt x="305" y="706"/>
                    <a:pt x="309" y="710"/>
                  </a:cubicBezTo>
                  <a:cubicBezTo>
                    <a:pt x="313" y="715"/>
                    <a:pt x="302" y="719"/>
                    <a:pt x="299" y="724"/>
                  </a:cubicBezTo>
                  <a:cubicBezTo>
                    <a:pt x="296" y="728"/>
                    <a:pt x="289" y="742"/>
                    <a:pt x="291" y="744"/>
                  </a:cubicBezTo>
                  <a:cubicBezTo>
                    <a:pt x="293" y="746"/>
                    <a:pt x="298" y="735"/>
                    <a:pt x="304" y="730"/>
                  </a:cubicBezTo>
                  <a:cubicBezTo>
                    <a:pt x="311" y="724"/>
                    <a:pt x="319" y="723"/>
                    <a:pt x="322" y="725"/>
                  </a:cubicBezTo>
                  <a:cubicBezTo>
                    <a:pt x="325" y="726"/>
                    <a:pt x="319" y="744"/>
                    <a:pt x="326" y="742"/>
                  </a:cubicBezTo>
                  <a:cubicBezTo>
                    <a:pt x="332" y="739"/>
                    <a:pt x="340" y="745"/>
                    <a:pt x="340" y="750"/>
                  </a:cubicBezTo>
                  <a:cubicBezTo>
                    <a:pt x="339" y="756"/>
                    <a:pt x="339" y="759"/>
                    <a:pt x="339" y="759"/>
                  </a:cubicBezTo>
                  <a:cubicBezTo>
                    <a:pt x="339" y="759"/>
                    <a:pt x="344" y="758"/>
                    <a:pt x="346" y="754"/>
                  </a:cubicBezTo>
                  <a:cubicBezTo>
                    <a:pt x="348" y="750"/>
                    <a:pt x="360" y="751"/>
                    <a:pt x="363" y="759"/>
                  </a:cubicBezTo>
                  <a:cubicBezTo>
                    <a:pt x="367" y="767"/>
                    <a:pt x="364" y="767"/>
                    <a:pt x="366" y="770"/>
                  </a:cubicBezTo>
                  <a:cubicBezTo>
                    <a:pt x="369" y="772"/>
                    <a:pt x="378" y="762"/>
                    <a:pt x="380" y="763"/>
                  </a:cubicBezTo>
                  <a:cubicBezTo>
                    <a:pt x="382" y="763"/>
                    <a:pt x="373" y="775"/>
                    <a:pt x="365" y="780"/>
                  </a:cubicBezTo>
                  <a:cubicBezTo>
                    <a:pt x="357" y="785"/>
                    <a:pt x="366" y="787"/>
                    <a:pt x="366" y="787"/>
                  </a:cubicBezTo>
                  <a:cubicBezTo>
                    <a:pt x="366" y="787"/>
                    <a:pt x="366" y="787"/>
                    <a:pt x="367" y="791"/>
                  </a:cubicBezTo>
                  <a:cubicBezTo>
                    <a:pt x="367" y="794"/>
                    <a:pt x="376" y="792"/>
                    <a:pt x="376" y="798"/>
                  </a:cubicBezTo>
                  <a:cubicBezTo>
                    <a:pt x="375" y="805"/>
                    <a:pt x="379" y="808"/>
                    <a:pt x="378" y="819"/>
                  </a:cubicBezTo>
                  <a:cubicBezTo>
                    <a:pt x="377" y="830"/>
                    <a:pt x="385" y="824"/>
                    <a:pt x="393" y="826"/>
                  </a:cubicBezTo>
                  <a:cubicBezTo>
                    <a:pt x="401" y="829"/>
                    <a:pt x="405" y="846"/>
                    <a:pt x="407" y="860"/>
                  </a:cubicBezTo>
                  <a:cubicBezTo>
                    <a:pt x="408" y="875"/>
                    <a:pt x="403" y="882"/>
                    <a:pt x="407" y="885"/>
                  </a:cubicBezTo>
                  <a:cubicBezTo>
                    <a:pt x="412" y="887"/>
                    <a:pt x="409" y="897"/>
                    <a:pt x="407" y="900"/>
                  </a:cubicBezTo>
                  <a:cubicBezTo>
                    <a:pt x="405" y="903"/>
                    <a:pt x="391" y="905"/>
                    <a:pt x="384" y="903"/>
                  </a:cubicBezTo>
                  <a:cubicBezTo>
                    <a:pt x="377" y="901"/>
                    <a:pt x="373" y="910"/>
                    <a:pt x="384" y="912"/>
                  </a:cubicBezTo>
                  <a:cubicBezTo>
                    <a:pt x="394" y="915"/>
                    <a:pt x="393" y="908"/>
                    <a:pt x="400" y="909"/>
                  </a:cubicBezTo>
                  <a:cubicBezTo>
                    <a:pt x="407" y="909"/>
                    <a:pt x="410" y="918"/>
                    <a:pt x="400" y="925"/>
                  </a:cubicBezTo>
                  <a:cubicBezTo>
                    <a:pt x="389" y="932"/>
                    <a:pt x="378" y="927"/>
                    <a:pt x="387" y="934"/>
                  </a:cubicBezTo>
                  <a:cubicBezTo>
                    <a:pt x="396" y="940"/>
                    <a:pt x="392" y="934"/>
                    <a:pt x="402" y="927"/>
                  </a:cubicBezTo>
                  <a:cubicBezTo>
                    <a:pt x="413" y="921"/>
                    <a:pt x="411" y="924"/>
                    <a:pt x="414" y="925"/>
                  </a:cubicBezTo>
                  <a:cubicBezTo>
                    <a:pt x="418" y="927"/>
                    <a:pt x="424" y="934"/>
                    <a:pt x="426" y="939"/>
                  </a:cubicBezTo>
                  <a:cubicBezTo>
                    <a:pt x="427" y="944"/>
                    <a:pt x="432" y="953"/>
                    <a:pt x="435" y="959"/>
                  </a:cubicBezTo>
                  <a:cubicBezTo>
                    <a:pt x="438" y="966"/>
                    <a:pt x="444" y="967"/>
                    <a:pt x="449" y="968"/>
                  </a:cubicBezTo>
                  <a:cubicBezTo>
                    <a:pt x="453" y="968"/>
                    <a:pt x="460" y="980"/>
                    <a:pt x="460" y="988"/>
                  </a:cubicBezTo>
                  <a:cubicBezTo>
                    <a:pt x="460" y="997"/>
                    <a:pt x="469" y="1002"/>
                    <a:pt x="472" y="1007"/>
                  </a:cubicBezTo>
                  <a:cubicBezTo>
                    <a:pt x="475" y="1011"/>
                    <a:pt x="476" y="1025"/>
                    <a:pt x="473" y="1033"/>
                  </a:cubicBezTo>
                  <a:cubicBezTo>
                    <a:pt x="469" y="1041"/>
                    <a:pt x="453" y="1054"/>
                    <a:pt x="450" y="1058"/>
                  </a:cubicBezTo>
                  <a:cubicBezTo>
                    <a:pt x="447" y="1062"/>
                    <a:pt x="430" y="1071"/>
                    <a:pt x="416" y="1076"/>
                  </a:cubicBezTo>
                  <a:cubicBezTo>
                    <a:pt x="402" y="1081"/>
                    <a:pt x="401" y="1095"/>
                    <a:pt x="399" y="1100"/>
                  </a:cubicBezTo>
                  <a:cubicBezTo>
                    <a:pt x="397" y="1105"/>
                    <a:pt x="381" y="1120"/>
                    <a:pt x="381" y="1125"/>
                  </a:cubicBezTo>
                  <a:cubicBezTo>
                    <a:pt x="380" y="1130"/>
                    <a:pt x="371" y="1136"/>
                    <a:pt x="365" y="1140"/>
                  </a:cubicBezTo>
                  <a:cubicBezTo>
                    <a:pt x="358" y="1144"/>
                    <a:pt x="350" y="1153"/>
                    <a:pt x="345" y="1157"/>
                  </a:cubicBezTo>
                  <a:cubicBezTo>
                    <a:pt x="340" y="1160"/>
                    <a:pt x="333" y="1154"/>
                    <a:pt x="325" y="1153"/>
                  </a:cubicBezTo>
                  <a:cubicBezTo>
                    <a:pt x="316" y="1152"/>
                    <a:pt x="312" y="1152"/>
                    <a:pt x="312" y="1152"/>
                  </a:cubicBezTo>
                  <a:cubicBezTo>
                    <a:pt x="312" y="1152"/>
                    <a:pt x="295" y="1153"/>
                    <a:pt x="284" y="1156"/>
                  </a:cubicBezTo>
                  <a:cubicBezTo>
                    <a:pt x="273" y="1159"/>
                    <a:pt x="277" y="1175"/>
                    <a:pt x="269" y="1182"/>
                  </a:cubicBezTo>
                  <a:cubicBezTo>
                    <a:pt x="260" y="1189"/>
                    <a:pt x="262" y="1179"/>
                    <a:pt x="252" y="1188"/>
                  </a:cubicBezTo>
                  <a:cubicBezTo>
                    <a:pt x="243" y="1197"/>
                    <a:pt x="242" y="1194"/>
                    <a:pt x="237" y="1194"/>
                  </a:cubicBezTo>
                  <a:cubicBezTo>
                    <a:pt x="233" y="1195"/>
                    <a:pt x="228" y="1201"/>
                    <a:pt x="224" y="1207"/>
                  </a:cubicBezTo>
                  <a:cubicBezTo>
                    <a:pt x="220" y="1213"/>
                    <a:pt x="210" y="1216"/>
                    <a:pt x="198" y="1222"/>
                  </a:cubicBezTo>
                  <a:cubicBezTo>
                    <a:pt x="185" y="1227"/>
                    <a:pt x="181" y="1223"/>
                    <a:pt x="174" y="1215"/>
                  </a:cubicBezTo>
                  <a:cubicBezTo>
                    <a:pt x="167" y="1208"/>
                    <a:pt x="183" y="1181"/>
                    <a:pt x="180" y="1184"/>
                  </a:cubicBezTo>
                  <a:cubicBezTo>
                    <a:pt x="176" y="1188"/>
                    <a:pt x="165" y="1199"/>
                    <a:pt x="165" y="1202"/>
                  </a:cubicBezTo>
                  <a:cubicBezTo>
                    <a:pt x="165" y="1206"/>
                    <a:pt x="168" y="1219"/>
                    <a:pt x="170" y="1223"/>
                  </a:cubicBezTo>
                  <a:cubicBezTo>
                    <a:pt x="171" y="1227"/>
                    <a:pt x="169" y="1231"/>
                    <a:pt x="164" y="1234"/>
                  </a:cubicBezTo>
                  <a:cubicBezTo>
                    <a:pt x="160" y="1237"/>
                    <a:pt x="145" y="1248"/>
                    <a:pt x="142" y="1247"/>
                  </a:cubicBezTo>
                  <a:cubicBezTo>
                    <a:pt x="140" y="1247"/>
                    <a:pt x="119" y="1240"/>
                    <a:pt x="117" y="1236"/>
                  </a:cubicBezTo>
                  <a:cubicBezTo>
                    <a:pt x="115" y="1231"/>
                    <a:pt x="109" y="1238"/>
                    <a:pt x="107" y="1244"/>
                  </a:cubicBezTo>
                  <a:cubicBezTo>
                    <a:pt x="105" y="1249"/>
                    <a:pt x="105" y="1256"/>
                    <a:pt x="99" y="1251"/>
                  </a:cubicBezTo>
                  <a:cubicBezTo>
                    <a:pt x="93" y="1246"/>
                    <a:pt x="87" y="1235"/>
                    <a:pt x="85" y="1239"/>
                  </a:cubicBezTo>
                  <a:cubicBezTo>
                    <a:pt x="83" y="1243"/>
                    <a:pt x="80" y="1253"/>
                    <a:pt x="83" y="1255"/>
                  </a:cubicBezTo>
                  <a:cubicBezTo>
                    <a:pt x="87" y="1257"/>
                    <a:pt x="92" y="1256"/>
                    <a:pt x="88" y="1260"/>
                  </a:cubicBezTo>
                  <a:cubicBezTo>
                    <a:pt x="83" y="1265"/>
                    <a:pt x="75" y="1267"/>
                    <a:pt x="72" y="1269"/>
                  </a:cubicBezTo>
                  <a:cubicBezTo>
                    <a:pt x="68" y="1270"/>
                    <a:pt x="61" y="1276"/>
                    <a:pt x="52" y="1279"/>
                  </a:cubicBezTo>
                  <a:cubicBezTo>
                    <a:pt x="45" y="1280"/>
                    <a:pt x="42" y="1283"/>
                    <a:pt x="41" y="1285"/>
                  </a:cubicBezTo>
                  <a:cubicBezTo>
                    <a:pt x="27" y="1271"/>
                    <a:pt x="13" y="1256"/>
                    <a:pt x="0" y="1240"/>
                  </a:cubicBezTo>
                  <a:cubicBezTo>
                    <a:pt x="1" y="1240"/>
                    <a:pt x="1" y="1240"/>
                    <a:pt x="1" y="1240"/>
                  </a:cubicBezTo>
                  <a:cubicBezTo>
                    <a:pt x="8" y="1236"/>
                    <a:pt x="16" y="1229"/>
                    <a:pt x="17" y="1227"/>
                  </a:cubicBezTo>
                  <a:cubicBezTo>
                    <a:pt x="18" y="1225"/>
                    <a:pt x="20" y="1214"/>
                    <a:pt x="23" y="1208"/>
                  </a:cubicBezTo>
                  <a:cubicBezTo>
                    <a:pt x="27" y="1201"/>
                    <a:pt x="31" y="1200"/>
                    <a:pt x="37" y="1192"/>
                  </a:cubicBezTo>
                  <a:cubicBezTo>
                    <a:pt x="43" y="1184"/>
                    <a:pt x="36" y="1184"/>
                    <a:pt x="40" y="1177"/>
                  </a:cubicBezTo>
                  <a:cubicBezTo>
                    <a:pt x="43" y="1170"/>
                    <a:pt x="48" y="1175"/>
                    <a:pt x="51" y="1167"/>
                  </a:cubicBezTo>
                  <a:cubicBezTo>
                    <a:pt x="53" y="1160"/>
                    <a:pt x="60" y="1157"/>
                    <a:pt x="65" y="1153"/>
                  </a:cubicBezTo>
                  <a:cubicBezTo>
                    <a:pt x="69" y="1149"/>
                    <a:pt x="75" y="1142"/>
                    <a:pt x="80" y="1138"/>
                  </a:cubicBezTo>
                  <a:cubicBezTo>
                    <a:pt x="86" y="1133"/>
                    <a:pt x="88" y="1118"/>
                    <a:pt x="89" y="1115"/>
                  </a:cubicBezTo>
                  <a:cubicBezTo>
                    <a:pt x="90" y="1113"/>
                    <a:pt x="100" y="1114"/>
                    <a:pt x="99" y="1107"/>
                  </a:cubicBezTo>
                  <a:cubicBezTo>
                    <a:pt x="98" y="1101"/>
                    <a:pt x="106" y="1102"/>
                    <a:pt x="111" y="1100"/>
                  </a:cubicBezTo>
                  <a:cubicBezTo>
                    <a:pt x="117" y="1098"/>
                    <a:pt x="118" y="1081"/>
                    <a:pt x="128" y="1068"/>
                  </a:cubicBezTo>
                  <a:cubicBezTo>
                    <a:pt x="137" y="1054"/>
                    <a:pt x="152" y="1030"/>
                    <a:pt x="154" y="1028"/>
                  </a:cubicBezTo>
                  <a:cubicBezTo>
                    <a:pt x="155" y="1025"/>
                    <a:pt x="161" y="1016"/>
                    <a:pt x="161" y="1008"/>
                  </a:cubicBezTo>
                  <a:cubicBezTo>
                    <a:pt x="161" y="1000"/>
                    <a:pt x="160" y="993"/>
                    <a:pt x="157" y="988"/>
                  </a:cubicBezTo>
                  <a:cubicBezTo>
                    <a:pt x="155" y="984"/>
                    <a:pt x="153" y="974"/>
                    <a:pt x="150" y="971"/>
                  </a:cubicBezTo>
                  <a:cubicBezTo>
                    <a:pt x="148" y="969"/>
                    <a:pt x="133" y="952"/>
                    <a:pt x="139" y="941"/>
                  </a:cubicBezTo>
                  <a:cubicBezTo>
                    <a:pt x="145" y="930"/>
                    <a:pt x="144" y="917"/>
                    <a:pt x="147" y="908"/>
                  </a:cubicBezTo>
                  <a:cubicBezTo>
                    <a:pt x="150" y="900"/>
                    <a:pt x="150" y="877"/>
                    <a:pt x="154" y="869"/>
                  </a:cubicBezTo>
                  <a:cubicBezTo>
                    <a:pt x="158" y="860"/>
                    <a:pt x="146" y="851"/>
                    <a:pt x="149" y="841"/>
                  </a:cubicBezTo>
                  <a:cubicBezTo>
                    <a:pt x="152" y="832"/>
                    <a:pt x="160" y="828"/>
                    <a:pt x="164" y="823"/>
                  </a:cubicBezTo>
                  <a:cubicBezTo>
                    <a:pt x="168" y="818"/>
                    <a:pt x="173" y="804"/>
                    <a:pt x="175" y="800"/>
                  </a:cubicBezTo>
                  <a:cubicBezTo>
                    <a:pt x="176" y="796"/>
                    <a:pt x="189" y="786"/>
                    <a:pt x="194" y="785"/>
                  </a:cubicBezTo>
                  <a:cubicBezTo>
                    <a:pt x="199" y="785"/>
                    <a:pt x="210" y="780"/>
                    <a:pt x="212" y="781"/>
                  </a:cubicBezTo>
                  <a:cubicBezTo>
                    <a:pt x="215" y="782"/>
                    <a:pt x="219" y="773"/>
                    <a:pt x="226" y="765"/>
                  </a:cubicBezTo>
                  <a:cubicBezTo>
                    <a:pt x="233" y="758"/>
                    <a:pt x="236" y="744"/>
                    <a:pt x="235" y="741"/>
                  </a:cubicBezTo>
                  <a:cubicBezTo>
                    <a:pt x="234" y="739"/>
                    <a:pt x="238" y="727"/>
                    <a:pt x="237" y="722"/>
                  </a:cubicBezTo>
                  <a:cubicBezTo>
                    <a:pt x="235" y="718"/>
                    <a:pt x="228" y="716"/>
                    <a:pt x="228" y="716"/>
                  </a:cubicBezTo>
                  <a:cubicBezTo>
                    <a:pt x="228" y="716"/>
                    <a:pt x="226" y="724"/>
                    <a:pt x="218" y="725"/>
                  </a:cubicBezTo>
                  <a:cubicBezTo>
                    <a:pt x="211" y="726"/>
                    <a:pt x="212" y="721"/>
                    <a:pt x="212" y="717"/>
                  </a:cubicBezTo>
                  <a:cubicBezTo>
                    <a:pt x="211" y="714"/>
                    <a:pt x="205" y="710"/>
                    <a:pt x="204" y="704"/>
                  </a:cubicBezTo>
                  <a:cubicBezTo>
                    <a:pt x="203" y="698"/>
                    <a:pt x="201" y="690"/>
                    <a:pt x="199" y="686"/>
                  </a:cubicBezTo>
                  <a:cubicBezTo>
                    <a:pt x="197" y="682"/>
                    <a:pt x="189" y="675"/>
                    <a:pt x="195" y="665"/>
                  </a:cubicBezTo>
                  <a:cubicBezTo>
                    <a:pt x="201" y="656"/>
                    <a:pt x="199" y="647"/>
                    <a:pt x="197" y="645"/>
                  </a:cubicBezTo>
                  <a:cubicBezTo>
                    <a:pt x="196" y="642"/>
                    <a:pt x="193" y="635"/>
                    <a:pt x="189" y="636"/>
                  </a:cubicBezTo>
                  <a:cubicBezTo>
                    <a:pt x="184" y="637"/>
                    <a:pt x="183" y="627"/>
                    <a:pt x="178" y="625"/>
                  </a:cubicBezTo>
                  <a:cubicBezTo>
                    <a:pt x="173" y="624"/>
                    <a:pt x="171" y="609"/>
                    <a:pt x="170" y="603"/>
                  </a:cubicBezTo>
                  <a:cubicBezTo>
                    <a:pt x="169" y="598"/>
                    <a:pt x="170" y="591"/>
                    <a:pt x="164" y="588"/>
                  </a:cubicBezTo>
                  <a:cubicBezTo>
                    <a:pt x="159" y="585"/>
                    <a:pt x="157" y="587"/>
                    <a:pt x="150" y="591"/>
                  </a:cubicBezTo>
                  <a:cubicBezTo>
                    <a:pt x="144" y="594"/>
                    <a:pt x="143" y="582"/>
                    <a:pt x="143" y="579"/>
                  </a:cubicBezTo>
                  <a:cubicBezTo>
                    <a:pt x="142" y="575"/>
                    <a:pt x="131" y="575"/>
                    <a:pt x="125" y="571"/>
                  </a:cubicBezTo>
                  <a:cubicBezTo>
                    <a:pt x="118" y="568"/>
                    <a:pt x="123" y="551"/>
                    <a:pt x="125" y="547"/>
                  </a:cubicBezTo>
                  <a:cubicBezTo>
                    <a:pt x="130" y="535"/>
                    <a:pt x="112" y="525"/>
                    <a:pt x="110" y="520"/>
                  </a:cubicBezTo>
                  <a:cubicBezTo>
                    <a:pt x="107" y="514"/>
                    <a:pt x="109" y="500"/>
                    <a:pt x="113" y="497"/>
                  </a:cubicBezTo>
                  <a:cubicBezTo>
                    <a:pt x="116" y="495"/>
                    <a:pt x="117" y="482"/>
                    <a:pt x="117" y="482"/>
                  </a:cubicBezTo>
                  <a:cubicBezTo>
                    <a:pt x="117" y="482"/>
                    <a:pt x="116" y="465"/>
                    <a:pt x="113" y="463"/>
                  </a:cubicBezTo>
                  <a:cubicBezTo>
                    <a:pt x="110" y="462"/>
                    <a:pt x="112" y="434"/>
                    <a:pt x="110" y="425"/>
                  </a:cubicBezTo>
                  <a:cubicBezTo>
                    <a:pt x="108" y="415"/>
                    <a:pt x="103" y="394"/>
                    <a:pt x="105" y="386"/>
                  </a:cubicBezTo>
                  <a:cubicBezTo>
                    <a:pt x="106" y="377"/>
                    <a:pt x="111" y="365"/>
                    <a:pt x="102" y="368"/>
                  </a:cubicBezTo>
                  <a:cubicBezTo>
                    <a:pt x="93" y="370"/>
                    <a:pt x="95" y="379"/>
                    <a:pt x="98" y="388"/>
                  </a:cubicBezTo>
                  <a:cubicBezTo>
                    <a:pt x="100" y="398"/>
                    <a:pt x="96" y="404"/>
                    <a:pt x="99" y="417"/>
                  </a:cubicBezTo>
                  <a:cubicBezTo>
                    <a:pt x="103" y="430"/>
                    <a:pt x="95" y="437"/>
                    <a:pt x="96" y="443"/>
                  </a:cubicBezTo>
                  <a:cubicBezTo>
                    <a:pt x="98" y="449"/>
                    <a:pt x="105" y="465"/>
                    <a:pt x="96" y="469"/>
                  </a:cubicBezTo>
                  <a:cubicBezTo>
                    <a:pt x="88" y="473"/>
                    <a:pt x="90" y="455"/>
                    <a:pt x="88" y="453"/>
                  </a:cubicBezTo>
                  <a:cubicBezTo>
                    <a:pt x="86" y="451"/>
                    <a:pt x="81" y="447"/>
                    <a:pt x="85" y="442"/>
                  </a:cubicBezTo>
                  <a:cubicBezTo>
                    <a:pt x="88" y="438"/>
                    <a:pt x="84" y="431"/>
                    <a:pt x="84" y="421"/>
                  </a:cubicBezTo>
                  <a:cubicBezTo>
                    <a:pt x="84" y="412"/>
                    <a:pt x="80" y="415"/>
                    <a:pt x="74" y="412"/>
                  </a:cubicBezTo>
                  <a:cubicBezTo>
                    <a:pt x="69" y="409"/>
                    <a:pt x="78" y="403"/>
                    <a:pt x="84" y="400"/>
                  </a:cubicBezTo>
                  <a:cubicBezTo>
                    <a:pt x="89" y="398"/>
                    <a:pt x="86" y="389"/>
                    <a:pt x="83" y="386"/>
                  </a:cubicBezTo>
                  <a:cubicBezTo>
                    <a:pt x="80" y="382"/>
                    <a:pt x="85" y="361"/>
                    <a:pt x="87" y="347"/>
                  </a:cubicBezTo>
                  <a:cubicBezTo>
                    <a:pt x="88" y="333"/>
                    <a:pt x="87" y="326"/>
                    <a:pt x="81" y="324"/>
                  </a:cubicBezTo>
                  <a:cubicBezTo>
                    <a:pt x="75" y="322"/>
                    <a:pt x="70" y="311"/>
                    <a:pt x="68" y="306"/>
                  </a:cubicBezTo>
                  <a:cubicBezTo>
                    <a:pt x="66" y="300"/>
                    <a:pt x="77" y="283"/>
                    <a:pt x="75" y="272"/>
                  </a:cubicBezTo>
                  <a:cubicBezTo>
                    <a:pt x="73" y="260"/>
                    <a:pt x="76" y="242"/>
                    <a:pt x="81" y="234"/>
                  </a:cubicBezTo>
                  <a:cubicBezTo>
                    <a:pt x="87" y="225"/>
                    <a:pt x="100" y="204"/>
                    <a:pt x="103" y="198"/>
                  </a:cubicBezTo>
                  <a:cubicBezTo>
                    <a:pt x="106" y="192"/>
                    <a:pt x="108" y="179"/>
                    <a:pt x="109" y="177"/>
                  </a:cubicBezTo>
                  <a:cubicBezTo>
                    <a:pt x="110" y="174"/>
                    <a:pt x="112" y="166"/>
                    <a:pt x="110" y="164"/>
                  </a:cubicBezTo>
                  <a:cubicBezTo>
                    <a:pt x="109" y="162"/>
                    <a:pt x="105" y="150"/>
                    <a:pt x="100" y="147"/>
                  </a:cubicBezTo>
                  <a:cubicBezTo>
                    <a:pt x="99" y="147"/>
                    <a:pt x="98" y="146"/>
                    <a:pt x="98" y="146"/>
                  </a:cubicBezTo>
                  <a:cubicBezTo>
                    <a:pt x="173" y="84"/>
                    <a:pt x="259" y="37"/>
                    <a:pt x="351" y="7"/>
                  </a:cubicBezTo>
                  <a:close/>
                  <a:moveTo>
                    <a:pt x="349" y="376"/>
                  </a:moveTo>
                  <a:cubicBezTo>
                    <a:pt x="349" y="376"/>
                    <a:pt x="349" y="376"/>
                    <a:pt x="349" y="376"/>
                  </a:cubicBezTo>
                  <a:cubicBezTo>
                    <a:pt x="355" y="380"/>
                    <a:pt x="361" y="369"/>
                    <a:pt x="362" y="365"/>
                  </a:cubicBezTo>
                  <a:cubicBezTo>
                    <a:pt x="363" y="362"/>
                    <a:pt x="370" y="348"/>
                    <a:pt x="374" y="347"/>
                  </a:cubicBezTo>
                  <a:cubicBezTo>
                    <a:pt x="378" y="346"/>
                    <a:pt x="384" y="340"/>
                    <a:pt x="391" y="343"/>
                  </a:cubicBezTo>
                  <a:cubicBezTo>
                    <a:pt x="399" y="345"/>
                    <a:pt x="399" y="354"/>
                    <a:pt x="395" y="361"/>
                  </a:cubicBezTo>
                  <a:cubicBezTo>
                    <a:pt x="390" y="368"/>
                    <a:pt x="388" y="376"/>
                    <a:pt x="391" y="377"/>
                  </a:cubicBezTo>
                  <a:cubicBezTo>
                    <a:pt x="393" y="379"/>
                    <a:pt x="403" y="377"/>
                    <a:pt x="403" y="371"/>
                  </a:cubicBezTo>
                  <a:cubicBezTo>
                    <a:pt x="404" y="365"/>
                    <a:pt x="416" y="351"/>
                    <a:pt x="413" y="356"/>
                  </a:cubicBezTo>
                  <a:cubicBezTo>
                    <a:pt x="410" y="362"/>
                    <a:pt x="413" y="369"/>
                    <a:pt x="417" y="369"/>
                  </a:cubicBezTo>
                  <a:cubicBezTo>
                    <a:pt x="420" y="370"/>
                    <a:pt x="422" y="353"/>
                    <a:pt x="418" y="349"/>
                  </a:cubicBezTo>
                  <a:cubicBezTo>
                    <a:pt x="414" y="346"/>
                    <a:pt x="406" y="342"/>
                    <a:pt x="403" y="342"/>
                  </a:cubicBezTo>
                  <a:cubicBezTo>
                    <a:pt x="401" y="342"/>
                    <a:pt x="394" y="331"/>
                    <a:pt x="388" y="330"/>
                  </a:cubicBezTo>
                  <a:cubicBezTo>
                    <a:pt x="383" y="328"/>
                    <a:pt x="375" y="327"/>
                    <a:pt x="369" y="332"/>
                  </a:cubicBezTo>
                  <a:cubicBezTo>
                    <a:pt x="363" y="337"/>
                    <a:pt x="359" y="350"/>
                    <a:pt x="356" y="355"/>
                  </a:cubicBezTo>
                  <a:cubicBezTo>
                    <a:pt x="353" y="359"/>
                    <a:pt x="344" y="372"/>
                    <a:pt x="349" y="376"/>
                  </a:cubicBezTo>
                  <a:close/>
                  <a:moveTo>
                    <a:pt x="383" y="394"/>
                  </a:moveTo>
                  <a:cubicBezTo>
                    <a:pt x="383" y="394"/>
                    <a:pt x="383" y="394"/>
                    <a:pt x="383" y="394"/>
                  </a:cubicBezTo>
                  <a:cubicBezTo>
                    <a:pt x="382" y="398"/>
                    <a:pt x="390" y="399"/>
                    <a:pt x="396" y="396"/>
                  </a:cubicBezTo>
                  <a:cubicBezTo>
                    <a:pt x="402" y="393"/>
                    <a:pt x="411" y="396"/>
                    <a:pt x="416" y="393"/>
                  </a:cubicBezTo>
                  <a:cubicBezTo>
                    <a:pt x="420" y="390"/>
                    <a:pt x="422" y="392"/>
                    <a:pt x="429" y="392"/>
                  </a:cubicBezTo>
                  <a:cubicBezTo>
                    <a:pt x="437" y="392"/>
                    <a:pt x="442" y="393"/>
                    <a:pt x="442" y="388"/>
                  </a:cubicBezTo>
                  <a:cubicBezTo>
                    <a:pt x="442" y="383"/>
                    <a:pt x="427" y="380"/>
                    <a:pt x="426" y="378"/>
                  </a:cubicBezTo>
                  <a:cubicBezTo>
                    <a:pt x="425" y="375"/>
                    <a:pt x="402" y="388"/>
                    <a:pt x="402" y="388"/>
                  </a:cubicBezTo>
                  <a:cubicBezTo>
                    <a:pt x="402" y="388"/>
                    <a:pt x="388" y="388"/>
                    <a:pt x="387" y="390"/>
                  </a:cubicBezTo>
                  <a:cubicBezTo>
                    <a:pt x="385" y="392"/>
                    <a:pt x="384" y="388"/>
                    <a:pt x="383" y="394"/>
                  </a:cubicBezTo>
                  <a:close/>
                  <a:moveTo>
                    <a:pt x="353" y="299"/>
                  </a:moveTo>
                  <a:cubicBezTo>
                    <a:pt x="353" y="299"/>
                    <a:pt x="353" y="299"/>
                    <a:pt x="353" y="299"/>
                  </a:cubicBezTo>
                  <a:cubicBezTo>
                    <a:pt x="351" y="303"/>
                    <a:pt x="357" y="307"/>
                    <a:pt x="362" y="306"/>
                  </a:cubicBezTo>
                  <a:cubicBezTo>
                    <a:pt x="366" y="306"/>
                    <a:pt x="373" y="307"/>
                    <a:pt x="376" y="307"/>
                  </a:cubicBezTo>
                  <a:cubicBezTo>
                    <a:pt x="378" y="308"/>
                    <a:pt x="375" y="312"/>
                    <a:pt x="380" y="315"/>
                  </a:cubicBezTo>
                  <a:cubicBezTo>
                    <a:pt x="385" y="318"/>
                    <a:pt x="391" y="324"/>
                    <a:pt x="393" y="324"/>
                  </a:cubicBezTo>
                  <a:cubicBezTo>
                    <a:pt x="395" y="324"/>
                    <a:pt x="406" y="317"/>
                    <a:pt x="402" y="314"/>
                  </a:cubicBezTo>
                  <a:cubicBezTo>
                    <a:pt x="398" y="311"/>
                    <a:pt x="395" y="302"/>
                    <a:pt x="394" y="295"/>
                  </a:cubicBezTo>
                  <a:cubicBezTo>
                    <a:pt x="393" y="289"/>
                    <a:pt x="378" y="295"/>
                    <a:pt x="368" y="295"/>
                  </a:cubicBezTo>
                  <a:cubicBezTo>
                    <a:pt x="358" y="295"/>
                    <a:pt x="357" y="292"/>
                    <a:pt x="353" y="299"/>
                  </a:cubicBezTo>
                  <a:close/>
                  <a:moveTo>
                    <a:pt x="121" y="141"/>
                  </a:moveTo>
                  <a:cubicBezTo>
                    <a:pt x="121" y="141"/>
                    <a:pt x="121" y="141"/>
                    <a:pt x="121" y="141"/>
                  </a:cubicBezTo>
                  <a:cubicBezTo>
                    <a:pt x="118" y="136"/>
                    <a:pt x="118" y="152"/>
                    <a:pt x="120" y="156"/>
                  </a:cubicBezTo>
                  <a:cubicBezTo>
                    <a:pt x="121" y="160"/>
                    <a:pt x="127" y="163"/>
                    <a:pt x="126" y="167"/>
                  </a:cubicBezTo>
                  <a:cubicBezTo>
                    <a:pt x="124" y="172"/>
                    <a:pt x="121" y="182"/>
                    <a:pt x="124" y="183"/>
                  </a:cubicBezTo>
                  <a:cubicBezTo>
                    <a:pt x="128" y="184"/>
                    <a:pt x="133" y="175"/>
                    <a:pt x="132" y="171"/>
                  </a:cubicBezTo>
                  <a:cubicBezTo>
                    <a:pt x="131" y="166"/>
                    <a:pt x="127" y="152"/>
                    <a:pt x="125" y="151"/>
                  </a:cubicBezTo>
                  <a:cubicBezTo>
                    <a:pt x="124" y="150"/>
                    <a:pt x="123" y="143"/>
                    <a:pt x="121" y="141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508"/>
            <p:cNvSpPr>
              <a:spLocks/>
            </p:cNvSpPr>
            <p:nvPr/>
          </p:nvSpPr>
          <p:spPr bwMode="auto">
            <a:xfrm>
              <a:off x="5735638" y="2306638"/>
              <a:ext cx="28575" cy="30163"/>
            </a:xfrm>
            <a:custGeom>
              <a:avLst/>
              <a:gdLst>
                <a:gd name="T0" fmla="*/ 3 w 13"/>
                <a:gd name="T1" fmla="*/ 4 h 14"/>
                <a:gd name="T2" fmla="*/ 10 w 13"/>
                <a:gd name="T3" fmla="*/ 11 h 14"/>
                <a:gd name="T4" fmla="*/ 3 w 13"/>
                <a:gd name="T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4">
                  <a:moveTo>
                    <a:pt x="3" y="4"/>
                  </a:moveTo>
                  <a:cubicBezTo>
                    <a:pt x="0" y="6"/>
                    <a:pt x="7" y="14"/>
                    <a:pt x="10" y="11"/>
                  </a:cubicBezTo>
                  <a:cubicBezTo>
                    <a:pt x="13" y="9"/>
                    <a:pt x="10" y="0"/>
                    <a:pt x="3" y="4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509"/>
            <p:cNvSpPr>
              <a:spLocks/>
            </p:cNvSpPr>
            <p:nvPr/>
          </p:nvSpPr>
          <p:spPr bwMode="auto">
            <a:xfrm>
              <a:off x="5770563" y="2351088"/>
              <a:ext cx="31750" cy="22225"/>
            </a:xfrm>
            <a:custGeom>
              <a:avLst/>
              <a:gdLst>
                <a:gd name="T0" fmla="*/ 7 w 14"/>
                <a:gd name="T1" fmla="*/ 1 h 10"/>
                <a:gd name="T2" fmla="*/ 8 w 14"/>
                <a:gd name="T3" fmla="*/ 10 h 10"/>
                <a:gd name="T4" fmla="*/ 7 w 14"/>
                <a:gd name="T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7" y="1"/>
                  </a:moveTo>
                  <a:cubicBezTo>
                    <a:pt x="0" y="0"/>
                    <a:pt x="2" y="10"/>
                    <a:pt x="8" y="10"/>
                  </a:cubicBezTo>
                  <a:cubicBezTo>
                    <a:pt x="13" y="10"/>
                    <a:pt x="14" y="2"/>
                    <a:pt x="7" y="1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511"/>
            <p:cNvSpPr>
              <a:spLocks/>
            </p:cNvSpPr>
            <p:nvPr/>
          </p:nvSpPr>
          <p:spPr bwMode="auto">
            <a:xfrm>
              <a:off x="5548313" y="1874838"/>
              <a:ext cx="123825" cy="63500"/>
            </a:xfrm>
            <a:custGeom>
              <a:avLst/>
              <a:gdLst>
                <a:gd name="T0" fmla="*/ 3 w 56"/>
                <a:gd name="T1" fmla="*/ 7 h 29"/>
                <a:gd name="T2" fmla="*/ 2 w 56"/>
                <a:gd name="T3" fmla="*/ 7 h 29"/>
                <a:gd name="T4" fmla="*/ 3 w 56"/>
                <a:gd name="T5" fmla="*/ 14 h 29"/>
                <a:gd name="T6" fmla="*/ 17 w 56"/>
                <a:gd name="T7" fmla="*/ 7 h 29"/>
                <a:gd name="T8" fmla="*/ 32 w 56"/>
                <a:gd name="T9" fmla="*/ 18 h 29"/>
                <a:gd name="T10" fmla="*/ 38 w 56"/>
                <a:gd name="T11" fmla="*/ 25 h 29"/>
                <a:gd name="T12" fmla="*/ 54 w 56"/>
                <a:gd name="T13" fmla="*/ 21 h 29"/>
                <a:gd name="T14" fmla="*/ 47 w 56"/>
                <a:gd name="T15" fmla="*/ 8 h 29"/>
                <a:gd name="T16" fmla="*/ 31 w 56"/>
                <a:gd name="T17" fmla="*/ 0 h 29"/>
                <a:gd name="T18" fmla="*/ 3 w 56"/>
                <a:gd name="T19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29">
                  <a:moveTo>
                    <a:pt x="3" y="7"/>
                  </a:moveTo>
                  <a:cubicBezTo>
                    <a:pt x="3" y="7"/>
                    <a:pt x="3" y="7"/>
                    <a:pt x="2" y="7"/>
                  </a:cubicBezTo>
                  <a:cubicBezTo>
                    <a:pt x="1" y="8"/>
                    <a:pt x="0" y="13"/>
                    <a:pt x="3" y="14"/>
                  </a:cubicBezTo>
                  <a:cubicBezTo>
                    <a:pt x="7" y="15"/>
                    <a:pt x="14" y="5"/>
                    <a:pt x="17" y="7"/>
                  </a:cubicBezTo>
                  <a:cubicBezTo>
                    <a:pt x="19" y="8"/>
                    <a:pt x="33" y="11"/>
                    <a:pt x="32" y="18"/>
                  </a:cubicBezTo>
                  <a:cubicBezTo>
                    <a:pt x="31" y="25"/>
                    <a:pt x="33" y="22"/>
                    <a:pt x="38" y="25"/>
                  </a:cubicBezTo>
                  <a:cubicBezTo>
                    <a:pt x="43" y="29"/>
                    <a:pt x="52" y="23"/>
                    <a:pt x="54" y="21"/>
                  </a:cubicBezTo>
                  <a:cubicBezTo>
                    <a:pt x="56" y="18"/>
                    <a:pt x="55" y="11"/>
                    <a:pt x="47" y="8"/>
                  </a:cubicBezTo>
                  <a:cubicBezTo>
                    <a:pt x="43" y="7"/>
                    <a:pt x="37" y="3"/>
                    <a:pt x="31" y="0"/>
                  </a:cubicBezTo>
                  <a:cubicBezTo>
                    <a:pt x="22" y="2"/>
                    <a:pt x="12" y="5"/>
                    <a:pt x="3" y="7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512"/>
            <p:cNvSpPr>
              <a:spLocks/>
            </p:cNvSpPr>
            <p:nvPr/>
          </p:nvSpPr>
          <p:spPr bwMode="auto">
            <a:xfrm>
              <a:off x="5559425" y="1933576"/>
              <a:ext cx="90488" cy="88900"/>
            </a:xfrm>
            <a:custGeom>
              <a:avLst/>
              <a:gdLst>
                <a:gd name="T0" fmla="*/ 7 w 41"/>
                <a:gd name="T1" fmla="*/ 2 h 40"/>
                <a:gd name="T2" fmla="*/ 4 w 41"/>
                <a:gd name="T3" fmla="*/ 14 h 40"/>
                <a:gd name="T4" fmla="*/ 17 w 41"/>
                <a:gd name="T5" fmla="*/ 20 h 40"/>
                <a:gd name="T6" fmla="*/ 21 w 41"/>
                <a:gd name="T7" fmla="*/ 39 h 40"/>
                <a:gd name="T8" fmla="*/ 35 w 41"/>
                <a:gd name="T9" fmla="*/ 34 h 40"/>
                <a:gd name="T10" fmla="*/ 39 w 41"/>
                <a:gd name="T11" fmla="*/ 17 h 40"/>
                <a:gd name="T12" fmla="*/ 23 w 41"/>
                <a:gd name="T13" fmla="*/ 9 h 40"/>
                <a:gd name="T14" fmla="*/ 7 w 41"/>
                <a:gd name="T15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7" y="2"/>
                  </a:moveTo>
                  <a:cubicBezTo>
                    <a:pt x="2" y="3"/>
                    <a:pt x="0" y="11"/>
                    <a:pt x="4" y="14"/>
                  </a:cubicBezTo>
                  <a:cubicBezTo>
                    <a:pt x="8" y="17"/>
                    <a:pt x="18" y="17"/>
                    <a:pt x="17" y="20"/>
                  </a:cubicBezTo>
                  <a:cubicBezTo>
                    <a:pt x="16" y="24"/>
                    <a:pt x="11" y="40"/>
                    <a:pt x="21" y="39"/>
                  </a:cubicBezTo>
                  <a:cubicBezTo>
                    <a:pt x="31" y="38"/>
                    <a:pt x="33" y="34"/>
                    <a:pt x="35" y="34"/>
                  </a:cubicBezTo>
                  <a:cubicBezTo>
                    <a:pt x="37" y="35"/>
                    <a:pt x="41" y="21"/>
                    <a:pt x="39" y="17"/>
                  </a:cubicBezTo>
                  <a:cubicBezTo>
                    <a:pt x="38" y="13"/>
                    <a:pt x="26" y="9"/>
                    <a:pt x="23" y="9"/>
                  </a:cubicBezTo>
                  <a:cubicBezTo>
                    <a:pt x="19" y="9"/>
                    <a:pt x="13" y="0"/>
                    <a:pt x="7" y="2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513"/>
            <p:cNvSpPr>
              <a:spLocks/>
            </p:cNvSpPr>
            <p:nvPr/>
          </p:nvSpPr>
          <p:spPr bwMode="auto">
            <a:xfrm>
              <a:off x="5667375" y="1992313"/>
              <a:ext cx="74613" cy="42863"/>
            </a:xfrm>
            <a:custGeom>
              <a:avLst/>
              <a:gdLst>
                <a:gd name="T0" fmla="*/ 0 w 34"/>
                <a:gd name="T1" fmla="*/ 5 h 20"/>
                <a:gd name="T2" fmla="*/ 7 w 34"/>
                <a:gd name="T3" fmla="*/ 12 h 20"/>
                <a:gd name="T4" fmla="*/ 25 w 34"/>
                <a:gd name="T5" fmla="*/ 19 h 20"/>
                <a:gd name="T6" fmla="*/ 30 w 34"/>
                <a:gd name="T7" fmla="*/ 10 h 20"/>
                <a:gd name="T8" fmla="*/ 22 w 34"/>
                <a:gd name="T9" fmla="*/ 0 h 20"/>
                <a:gd name="T10" fmla="*/ 0 w 34"/>
                <a:gd name="T1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0">
                  <a:moveTo>
                    <a:pt x="0" y="5"/>
                  </a:moveTo>
                  <a:cubicBezTo>
                    <a:pt x="0" y="6"/>
                    <a:pt x="2" y="11"/>
                    <a:pt x="7" y="12"/>
                  </a:cubicBezTo>
                  <a:cubicBezTo>
                    <a:pt x="13" y="14"/>
                    <a:pt x="21" y="17"/>
                    <a:pt x="25" y="19"/>
                  </a:cubicBezTo>
                  <a:cubicBezTo>
                    <a:pt x="29" y="20"/>
                    <a:pt x="34" y="12"/>
                    <a:pt x="30" y="10"/>
                  </a:cubicBezTo>
                  <a:cubicBezTo>
                    <a:pt x="27" y="7"/>
                    <a:pt x="26" y="0"/>
                    <a:pt x="22" y="0"/>
                  </a:cubicBezTo>
                  <a:cubicBezTo>
                    <a:pt x="17" y="0"/>
                    <a:pt x="1" y="0"/>
                    <a:pt x="0" y="5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514"/>
            <p:cNvSpPr>
              <a:spLocks/>
            </p:cNvSpPr>
            <p:nvPr/>
          </p:nvSpPr>
          <p:spPr bwMode="auto">
            <a:xfrm>
              <a:off x="5680075" y="1938338"/>
              <a:ext cx="42863" cy="50800"/>
            </a:xfrm>
            <a:custGeom>
              <a:avLst/>
              <a:gdLst>
                <a:gd name="T0" fmla="*/ 5 w 19"/>
                <a:gd name="T1" fmla="*/ 5 h 23"/>
                <a:gd name="T2" fmla="*/ 18 w 19"/>
                <a:gd name="T3" fmla="*/ 15 h 23"/>
                <a:gd name="T4" fmla="*/ 5 w 19"/>
                <a:gd name="T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5" y="5"/>
                  </a:moveTo>
                  <a:cubicBezTo>
                    <a:pt x="0" y="10"/>
                    <a:pt x="16" y="23"/>
                    <a:pt x="18" y="15"/>
                  </a:cubicBezTo>
                  <a:cubicBezTo>
                    <a:pt x="19" y="7"/>
                    <a:pt x="10" y="0"/>
                    <a:pt x="5" y="5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515"/>
            <p:cNvSpPr>
              <a:spLocks/>
            </p:cNvSpPr>
            <p:nvPr/>
          </p:nvSpPr>
          <p:spPr bwMode="auto">
            <a:xfrm>
              <a:off x="5694363" y="1862138"/>
              <a:ext cx="244475" cy="233363"/>
            </a:xfrm>
            <a:custGeom>
              <a:avLst/>
              <a:gdLst>
                <a:gd name="T0" fmla="*/ 17 w 111"/>
                <a:gd name="T1" fmla="*/ 15 h 106"/>
                <a:gd name="T2" fmla="*/ 6 w 111"/>
                <a:gd name="T3" fmla="*/ 2 h 106"/>
                <a:gd name="T4" fmla="*/ 3 w 111"/>
                <a:gd name="T5" fmla="*/ 13 h 106"/>
                <a:gd name="T6" fmla="*/ 14 w 111"/>
                <a:gd name="T7" fmla="*/ 33 h 106"/>
                <a:gd name="T8" fmla="*/ 28 w 111"/>
                <a:gd name="T9" fmla="*/ 51 h 106"/>
                <a:gd name="T10" fmla="*/ 37 w 111"/>
                <a:gd name="T11" fmla="*/ 68 h 106"/>
                <a:gd name="T12" fmla="*/ 49 w 111"/>
                <a:gd name="T13" fmla="*/ 76 h 106"/>
                <a:gd name="T14" fmla="*/ 67 w 111"/>
                <a:gd name="T15" fmla="*/ 84 h 106"/>
                <a:gd name="T16" fmla="*/ 97 w 111"/>
                <a:gd name="T17" fmla="*/ 103 h 106"/>
                <a:gd name="T18" fmla="*/ 109 w 111"/>
                <a:gd name="T19" fmla="*/ 102 h 106"/>
                <a:gd name="T20" fmla="*/ 95 w 111"/>
                <a:gd name="T21" fmla="*/ 87 h 106"/>
                <a:gd name="T22" fmla="*/ 65 w 111"/>
                <a:gd name="T23" fmla="*/ 71 h 106"/>
                <a:gd name="T24" fmla="*/ 47 w 111"/>
                <a:gd name="T25" fmla="*/ 61 h 106"/>
                <a:gd name="T26" fmla="*/ 38 w 111"/>
                <a:gd name="T27" fmla="*/ 48 h 106"/>
                <a:gd name="T28" fmla="*/ 28 w 111"/>
                <a:gd name="T29" fmla="*/ 26 h 106"/>
                <a:gd name="T30" fmla="*/ 17 w 111"/>
                <a:gd name="T31" fmla="*/ 1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1" h="106">
                  <a:moveTo>
                    <a:pt x="17" y="15"/>
                  </a:moveTo>
                  <a:cubicBezTo>
                    <a:pt x="13" y="10"/>
                    <a:pt x="5" y="4"/>
                    <a:pt x="6" y="2"/>
                  </a:cubicBezTo>
                  <a:cubicBezTo>
                    <a:pt x="7" y="0"/>
                    <a:pt x="0" y="8"/>
                    <a:pt x="3" y="13"/>
                  </a:cubicBezTo>
                  <a:cubicBezTo>
                    <a:pt x="6" y="18"/>
                    <a:pt x="10" y="27"/>
                    <a:pt x="14" y="33"/>
                  </a:cubicBezTo>
                  <a:cubicBezTo>
                    <a:pt x="18" y="38"/>
                    <a:pt x="27" y="44"/>
                    <a:pt x="28" y="51"/>
                  </a:cubicBezTo>
                  <a:cubicBezTo>
                    <a:pt x="28" y="58"/>
                    <a:pt x="37" y="68"/>
                    <a:pt x="37" y="68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59" y="78"/>
                    <a:pt x="67" y="84"/>
                  </a:cubicBezTo>
                  <a:cubicBezTo>
                    <a:pt x="76" y="90"/>
                    <a:pt x="89" y="99"/>
                    <a:pt x="97" y="103"/>
                  </a:cubicBezTo>
                  <a:cubicBezTo>
                    <a:pt x="105" y="106"/>
                    <a:pt x="108" y="104"/>
                    <a:pt x="109" y="102"/>
                  </a:cubicBezTo>
                  <a:cubicBezTo>
                    <a:pt x="111" y="100"/>
                    <a:pt x="99" y="88"/>
                    <a:pt x="95" y="87"/>
                  </a:cubicBezTo>
                  <a:cubicBezTo>
                    <a:pt x="91" y="85"/>
                    <a:pt x="71" y="74"/>
                    <a:pt x="65" y="71"/>
                  </a:cubicBezTo>
                  <a:cubicBezTo>
                    <a:pt x="59" y="67"/>
                    <a:pt x="52" y="63"/>
                    <a:pt x="47" y="61"/>
                  </a:cubicBezTo>
                  <a:cubicBezTo>
                    <a:pt x="42" y="59"/>
                    <a:pt x="40" y="52"/>
                    <a:pt x="38" y="48"/>
                  </a:cubicBezTo>
                  <a:cubicBezTo>
                    <a:pt x="36" y="43"/>
                    <a:pt x="33" y="30"/>
                    <a:pt x="28" y="26"/>
                  </a:cubicBezTo>
                  <a:cubicBezTo>
                    <a:pt x="24" y="23"/>
                    <a:pt x="25" y="23"/>
                    <a:pt x="17" y="15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516"/>
            <p:cNvSpPr>
              <a:spLocks/>
            </p:cNvSpPr>
            <p:nvPr/>
          </p:nvSpPr>
          <p:spPr bwMode="auto">
            <a:xfrm>
              <a:off x="6686550" y="2722563"/>
              <a:ext cx="155575" cy="117475"/>
            </a:xfrm>
            <a:custGeom>
              <a:avLst/>
              <a:gdLst>
                <a:gd name="T0" fmla="*/ 9 w 70"/>
                <a:gd name="T1" fmla="*/ 2 h 53"/>
                <a:gd name="T2" fmla="*/ 1 w 70"/>
                <a:gd name="T3" fmla="*/ 13 h 53"/>
                <a:gd name="T4" fmla="*/ 3 w 70"/>
                <a:gd name="T5" fmla="*/ 29 h 53"/>
                <a:gd name="T6" fmla="*/ 15 w 70"/>
                <a:gd name="T7" fmla="*/ 39 h 53"/>
                <a:gd name="T8" fmla="*/ 24 w 70"/>
                <a:gd name="T9" fmla="*/ 50 h 53"/>
                <a:gd name="T10" fmla="*/ 42 w 70"/>
                <a:gd name="T11" fmla="*/ 50 h 53"/>
                <a:gd name="T12" fmla="*/ 56 w 70"/>
                <a:gd name="T13" fmla="*/ 53 h 53"/>
                <a:gd name="T14" fmla="*/ 68 w 70"/>
                <a:gd name="T15" fmla="*/ 43 h 53"/>
                <a:gd name="T16" fmla="*/ 58 w 70"/>
                <a:gd name="T17" fmla="*/ 28 h 53"/>
                <a:gd name="T18" fmla="*/ 41 w 70"/>
                <a:gd name="T19" fmla="*/ 24 h 53"/>
                <a:gd name="T20" fmla="*/ 24 w 70"/>
                <a:gd name="T21" fmla="*/ 15 h 53"/>
                <a:gd name="T22" fmla="*/ 9 w 70"/>
                <a:gd name="T23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53">
                  <a:moveTo>
                    <a:pt x="9" y="2"/>
                  </a:moveTo>
                  <a:cubicBezTo>
                    <a:pt x="5" y="5"/>
                    <a:pt x="2" y="4"/>
                    <a:pt x="1" y="13"/>
                  </a:cubicBezTo>
                  <a:cubicBezTo>
                    <a:pt x="0" y="22"/>
                    <a:pt x="0" y="28"/>
                    <a:pt x="3" y="29"/>
                  </a:cubicBezTo>
                  <a:cubicBezTo>
                    <a:pt x="6" y="29"/>
                    <a:pt x="16" y="34"/>
                    <a:pt x="15" y="39"/>
                  </a:cubicBezTo>
                  <a:cubicBezTo>
                    <a:pt x="14" y="44"/>
                    <a:pt x="15" y="49"/>
                    <a:pt x="24" y="50"/>
                  </a:cubicBezTo>
                  <a:cubicBezTo>
                    <a:pt x="32" y="51"/>
                    <a:pt x="38" y="53"/>
                    <a:pt x="42" y="50"/>
                  </a:cubicBezTo>
                  <a:cubicBezTo>
                    <a:pt x="45" y="48"/>
                    <a:pt x="56" y="53"/>
                    <a:pt x="56" y="53"/>
                  </a:cubicBezTo>
                  <a:cubicBezTo>
                    <a:pt x="56" y="53"/>
                    <a:pt x="70" y="49"/>
                    <a:pt x="68" y="43"/>
                  </a:cubicBezTo>
                  <a:cubicBezTo>
                    <a:pt x="67" y="38"/>
                    <a:pt x="61" y="31"/>
                    <a:pt x="58" y="28"/>
                  </a:cubicBezTo>
                  <a:cubicBezTo>
                    <a:pt x="54" y="26"/>
                    <a:pt x="49" y="28"/>
                    <a:pt x="41" y="24"/>
                  </a:cubicBezTo>
                  <a:cubicBezTo>
                    <a:pt x="33" y="20"/>
                    <a:pt x="25" y="21"/>
                    <a:pt x="24" y="15"/>
                  </a:cubicBezTo>
                  <a:cubicBezTo>
                    <a:pt x="23" y="9"/>
                    <a:pt x="11" y="0"/>
                    <a:pt x="9" y="2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517"/>
            <p:cNvSpPr>
              <a:spLocks/>
            </p:cNvSpPr>
            <p:nvPr/>
          </p:nvSpPr>
          <p:spPr bwMode="auto">
            <a:xfrm>
              <a:off x="6072188" y="2039938"/>
              <a:ext cx="941388" cy="641350"/>
            </a:xfrm>
            <a:custGeom>
              <a:avLst/>
              <a:gdLst>
                <a:gd name="T0" fmla="*/ 14 w 427"/>
                <a:gd name="T1" fmla="*/ 35 h 291"/>
                <a:gd name="T2" fmla="*/ 29 w 427"/>
                <a:gd name="T3" fmla="*/ 58 h 291"/>
                <a:gd name="T4" fmla="*/ 39 w 427"/>
                <a:gd name="T5" fmla="*/ 61 h 291"/>
                <a:gd name="T6" fmla="*/ 79 w 427"/>
                <a:gd name="T7" fmla="*/ 90 h 291"/>
                <a:gd name="T8" fmla="*/ 79 w 427"/>
                <a:gd name="T9" fmla="*/ 149 h 291"/>
                <a:gd name="T10" fmla="*/ 105 w 427"/>
                <a:gd name="T11" fmla="*/ 152 h 291"/>
                <a:gd name="T12" fmla="*/ 97 w 427"/>
                <a:gd name="T13" fmla="*/ 179 h 291"/>
                <a:gd name="T14" fmla="*/ 102 w 427"/>
                <a:gd name="T15" fmla="*/ 157 h 291"/>
                <a:gd name="T16" fmla="*/ 84 w 427"/>
                <a:gd name="T17" fmla="*/ 155 h 291"/>
                <a:gd name="T18" fmla="*/ 85 w 427"/>
                <a:gd name="T19" fmla="*/ 178 h 291"/>
                <a:gd name="T20" fmla="*/ 69 w 427"/>
                <a:gd name="T21" fmla="*/ 210 h 291"/>
                <a:gd name="T22" fmla="*/ 71 w 427"/>
                <a:gd name="T23" fmla="*/ 225 h 291"/>
                <a:gd name="T24" fmla="*/ 80 w 427"/>
                <a:gd name="T25" fmla="*/ 270 h 291"/>
                <a:gd name="T26" fmla="*/ 94 w 427"/>
                <a:gd name="T27" fmla="*/ 288 h 291"/>
                <a:gd name="T28" fmla="*/ 121 w 427"/>
                <a:gd name="T29" fmla="*/ 274 h 291"/>
                <a:gd name="T30" fmla="*/ 140 w 427"/>
                <a:gd name="T31" fmla="*/ 267 h 291"/>
                <a:gd name="T32" fmla="*/ 171 w 427"/>
                <a:gd name="T33" fmla="*/ 255 h 291"/>
                <a:gd name="T34" fmla="*/ 213 w 427"/>
                <a:gd name="T35" fmla="*/ 253 h 291"/>
                <a:gd name="T36" fmla="*/ 265 w 427"/>
                <a:gd name="T37" fmla="*/ 268 h 291"/>
                <a:gd name="T38" fmla="*/ 269 w 427"/>
                <a:gd name="T39" fmla="*/ 253 h 291"/>
                <a:gd name="T40" fmla="*/ 281 w 427"/>
                <a:gd name="T41" fmla="*/ 253 h 291"/>
                <a:gd name="T42" fmla="*/ 297 w 427"/>
                <a:gd name="T43" fmla="*/ 259 h 291"/>
                <a:gd name="T44" fmla="*/ 310 w 427"/>
                <a:gd name="T45" fmla="*/ 230 h 291"/>
                <a:gd name="T46" fmla="*/ 345 w 427"/>
                <a:gd name="T47" fmla="*/ 223 h 291"/>
                <a:gd name="T48" fmla="*/ 349 w 427"/>
                <a:gd name="T49" fmla="*/ 205 h 291"/>
                <a:gd name="T50" fmla="*/ 405 w 427"/>
                <a:gd name="T51" fmla="*/ 178 h 291"/>
                <a:gd name="T52" fmla="*/ 397 w 427"/>
                <a:gd name="T53" fmla="*/ 151 h 291"/>
                <a:gd name="T54" fmla="*/ 367 w 427"/>
                <a:gd name="T55" fmla="*/ 122 h 291"/>
                <a:gd name="T56" fmla="*/ 363 w 427"/>
                <a:gd name="T57" fmla="*/ 84 h 291"/>
                <a:gd name="T58" fmla="*/ 329 w 427"/>
                <a:gd name="T59" fmla="*/ 74 h 291"/>
                <a:gd name="T60" fmla="*/ 276 w 427"/>
                <a:gd name="T61" fmla="*/ 47 h 291"/>
                <a:gd name="T62" fmla="*/ 334 w 427"/>
                <a:gd name="T63" fmla="*/ 69 h 291"/>
                <a:gd name="T64" fmla="*/ 306 w 427"/>
                <a:gd name="T65" fmla="*/ 37 h 291"/>
                <a:gd name="T66" fmla="*/ 244 w 427"/>
                <a:gd name="T67" fmla="*/ 17 h 291"/>
                <a:gd name="T68" fmla="*/ 199 w 427"/>
                <a:gd name="T69" fmla="*/ 27 h 291"/>
                <a:gd name="T70" fmla="*/ 178 w 427"/>
                <a:gd name="T71" fmla="*/ 31 h 291"/>
                <a:gd name="T72" fmla="*/ 136 w 427"/>
                <a:gd name="T73" fmla="*/ 9 h 291"/>
                <a:gd name="T74" fmla="*/ 88 w 427"/>
                <a:gd name="T75" fmla="*/ 10 h 291"/>
                <a:gd name="T76" fmla="*/ 55 w 427"/>
                <a:gd name="T77" fmla="*/ 21 h 291"/>
                <a:gd name="T78" fmla="*/ 19 w 427"/>
                <a:gd name="T79" fmla="*/ 2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7" h="291">
                  <a:moveTo>
                    <a:pt x="3" y="25"/>
                  </a:moveTo>
                  <a:cubicBezTo>
                    <a:pt x="5" y="31"/>
                    <a:pt x="9" y="30"/>
                    <a:pt x="14" y="35"/>
                  </a:cubicBezTo>
                  <a:cubicBezTo>
                    <a:pt x="18" y="39"/>
                    <a:pt x="17" y="53"/>
                    <a:pt x="19" y="56"/>
                  </a:cubicBezTo>
                  <a:cubicBezTo>
                    <a:pt x="21" y="60"/>
                    <a:pt x="26" y="60"/>
                    <a:pt x="29" y="58"/>
                  </a:cubicBezTo>
                  <a:cubicBezTo>
                    <a:pt x="33" y="56"/>
                    <a:pt x="41" y="46"/>
                    <a:pt x="41" y="46"/>
                  </a:cubicBezTo>
                  <a:cubicBezTo>
                    <a:pt x="41" y="46"/>
                    <a:pt x="35" y="56"/>
                    <a:pt x="39" y="61"/>
                  </a:cubicBezTo>
                  <a:cubicBezTo>
                    <a:pt x="42" y="65"/>
                    <a:pt x="55" y="67"/>
                    <a:pt x="58" y="70"/>
                  </a:cubicBezTo>
                  <a:cubicBezTo>
                    <a:pt x="60" y="72"/>
                    <a:pt x="76" y="84"/>
                    <a:pt x="79" y="90"/>
                  </a:cubicBezTo>
                  <a:cubicBezTo>
                    <a:pt x="82" y="96"/>
                    <a:pt x="92" y="104"/>
                    <a:pt x="92" y="113"/>
                  </a:cubicBezTo>
                  <a:cubicBezTo>
                    <a:pt x="92" y="121"/>
                    <a:pt x="79" y="146"/>
                    <a:pt x="79" y="149"/>
                  </a:cubicBezTo>
                  <a:cubicBezTo>
                    <a:pt x="80" y="153"/>
                    <a:pt x="92" y="145"/>
                    <a:pt x="95" y="143"/>
                  </a:cubicBezTo>
                  <a:cubicBezTo>
                    <a:pt x="98" y="141"/>
                    <a:pt x="105" y="147"/>
                    <a:pt x="105" y="152"/>
                  </a:cubicBezTo>
                  <a:cubicBezTo>
                    <a:pt x="106" y="157"/>
                    <a:pt x="107" y="169"/>
                    <a:pt x="104" y="173"/>
                  </a:cubicBezTo>
                  <a:cubicBezTo>
                    <a:pt x="102" y="177"/>
                    <a:pt x="98" y="182"/>
                    <a:pt x="97" y="179"/>
                  </a:cubicBezTo>
                  <a:cubicBezTo>
                    <a:pt x="96" y="175"/>
                    <a:pt x="92" y="174"/>
                    <a:pt x="96" y="170"/>
                  </a:cubicBezTo>
                  <a:cubicBezTo>
                    <a:pt x="99" y="167"/>
                    <a:pt x="105" y="158"/>
                    <a:pt x="102" y="157"/>
                  </a:cubicBezTo>
                  <a:cubicBezTo>
                    <a:pt x="99" y="155"/>
                    <a:pt x="96" y="154"/>
                    <a:pt x="96" y="154"/>
                  </a:cubicBezTo>
                  <a:cubicBezTo>
                    <a:pt x="96" y="154"/>
                    <a:pt x="92" y="149"/>
                    <a:pt x="84" y="155"/>
                  </a:cubicBezTo>
                  <a:cubicBezTo>
                    <a:pt x="76" y="161"/>
                    <a:pt x="75" y="170"/>
                    <a:pt x="77" y="172"/>
                  </a:cubicBezTo>
                  <a:cubicBezTo>
                    <a:pt x="80" y="173"/>
                    <a:pt x="86" y="176"/>
                    <a:pt x="85" y="178"/>
                  </a:cubicBezTo>
                  <a:cubicBezTo>
                    <a:pt x="84" y="181"/>
                    <a:pt x="74" y="184"/>
                    <a:pt x="72" y="188"/>
                  </a:cubicBezTo>
                  <a:cubicBezTo>
                    <a:pt x="71" y="192"/>
                    <a:pt x="69" y="207"/>
                    <a:pt x="69" y="210"/>
                  </a:cubicBezTo>
                  <a:cubicBezTo>
                    <a:pt x="69" y="214"/>
                    <a:pt x="75" y="221"/>
                    <a:pt x="77" y="222"/>
                  </a:cubicBezTo>
                  <a:cubicBezTo>
                    <a:pt x="79" y="224"/>
                    <a:pt x="71" y="221"/>
                    <a:pt x="71" y="225"/>
                  </a:cubicBezTo>
                  <a:cubicBezTo>
                    <a:pt x="71" y="230"/>
                    <a:pt x="69" y="241"/>
                    <a:pt x="72" y="245"/>
                  </a:cubicBezTo>
                  <a:cubicBezTo>
                    <a:pt x="75" y="249"/>
                    <a:pt x="81" y="265"/>
                    <a:pt x="80" y="270"/>
                  </a:cubicBezTo>
                  <a:cubicBezTo>
                    <a:pt x="79" y="275"/>
                    <a:pt x="92" y="272"/>
                    <a:pt x="94" y="273"/>
                  </a:cubicBezTo>
                  <a:cubicBezTo>
                    <a:pt x="96" y="273"/>
                    <a:pt x="89" y="285"/>
                    <a:pt x="94" y="288"/>
                  </a:cubicBezTo>
                  <a:cubicBezTo>
                    <a:pt x="99" y="291"/>
                    <a:pt x="102" y="291"/>
                    <a:pt x="109" y="288"/>
                  </a:cubicBezTo>
                  <a:cubicBezTo>
                    <a:pt x="116" y="286"/>
                    <a:pt x="118" y="279"/>
                    <a:pt x="121" y="274"/>
                  </a:cubicBezTo>
                  <a:cubicBezTo>
                    <a:pt x="124" y="270"/>
                    <a:pt x="126" y="266"/>
                    <a:pt x="130" y="270"/>
                  </a:cubicBezTo>
                  <a:cubicBezTo>
                    <a:pt x="133" y="274"/>
                    <a:pt x="137" y="273"/>
                    <a:pt x="140" y="267"/>
                  </a:cubicBezTo>
                  <a:cubicBezTo>
                    <a:pt x="142" y="261"/>
                    <a:pt x="142" y="253"/>
                    <a:pt x="150" y="255"/>
                  </a:cubicBezTo>
                  <a:cubicBezTo>
                    <a:pt x="159" y="258"/>
                    <a:pt x="167" y="253"/>
                    <a:pt x="171" y="255"/>
                  </a:cubicBezTo>
                  <a:cubicBezTo>
                    <a:pt x="176" y="258"/>
                    <a:pt x="188" y="268"/>
                    <a:pt x="191" y="266"/>
                  </a:cubicBezTo>
                  <a:cubicBezTo>
                    <a:pt x="194" y="264"/>
                    <a:pt x="208" y="251"/>
                    <a:pt x="213" y="253"/>
                  </a:cubicBezTo>
                  <a:cubicBezTo>
                    <a:pt x="217" y="254"/>
                    <a:pt x="226" y="263"/>
                    <a:pt x="237" y="265"/>
                  </a:cubicBezTo>
                  <a:cubicBezTo>
                    <a:pt x="248" y="268"/>
                    <a:pt x="262" y="266"/>
                    <a:pt x="265" y="268"/>
                  </a:cubicBezTo>
                  <a:cubicBezTo>
                    <a:pt x="268" y="270"/>
                    <a:pt x="276" y="275"/>
                    <a:pt x="275" y="270"/>
                  </a:cubicBezTo>
                  <a:cubicBezTo>
                    <a:pt x="274" y="265"/>
                    <a:pt x="275" y="256"/>
                    <a:pt x="269" y="253"/>
                  </a:cubicBezTo>
                  <a:cubicBezTo>
                    <a:pt x="264" y="250"/>
                    <a:pt x="272" y="233"/>
                    <a:pt x="273" y="234"/>
                  </a:cubicBezTo>
                  <a:cubicBezTo>
                    <a:pt x="275" y="235"/>
                    <a:pt x="285" y="248"/>
                    <a:pt x="281" y="253"/>
                  </a:cubicBezTo>
                  <a:cubicBezTo>
                    <a:pt x="278" y="258"/>
                    <a:pt x="277" y="267"/>
                    <a:pt x="285" y="269"/>
                  </a:cubicBezTo>
                  <a:cubicBezTo>
                    <a:pt x="294" y="270"/>
                    <a:pt x="297" y="262"/>
                    <a:pt x="297" y="259"/>
                  </a:cubicBezTo>
                  <a:cubicBezTo>
                    <a:pt x="297" y="256"/>
                    <a:pt x="298" y="250"/>
                    <a:pt x="299" y="245"/>
                  </a:cubicBezTo>
                  <a:cubicBezTo>
                    <a:pt x="299" y="241"/>
                    <a:pt x="302" y="227"/>
                    <a:pt x="310" y="230"/>
                  </a:cubicBezTo>
                  <a:cubicBezTo>
                    <a:pt x="319" y="233"/>
                    <a:pt x="327" y="253"/>
                    <a:pt x="331" y="244"/>
                  </a:cubicBezTo>
                  <a:cubicBezTo>
                    <a:pt x="335" y="236"/>
                    <a:pt x="340" y="227"/>
                    <a:pt x="345" y="223"/>
                  </a:cubicBezTo>
                  <a:cubicBezTo>
                    <a:pt x="350" y="219"/>
                    <a:pt x="356" y="219"/>
                    <a:pt x="354" y="216"/>
                  </a:cubicBezTo>
                  <a:cubicBezTo>
                    <a:pt x="353" y="213"/>
                    <a:pt x="347" y="215"/>
                    <a:pt x="349" y="205"/>
                  </a:cubicBezTo>
                  <a:cubicBezTo>
                    <a:pt x="351" y="196"/>
                    <a:pt x="359" y="192"/>
                    <a:pt x="363" y="191"/>
                  </a:cubicBezTo>
                  <a:cubicBezTo>
                    <a:pt x="368" y="189"/>
                    <a:pt x="395" y="176"/>
                    <a:pt x="405" y="178"/>
                  </a:cubicBezTo>
                  <a:cubicBezTo>
                    <a:pt x="415" y="179"/>
                    <a:pt x="427" y="170"/>
                    <a:pt x="423" y="164"/>
                  </a:cubicBezTo>
                  <a:cubicBezTo>
                    <a:pt x="418" y="158"/>
                    <a:pt x="409" y="147"/>
                    <a:pt x="397" y="151"/>
                  </a:cubicBezTo>
                  <a:cubicBezTo>
                    <a:pt x="385" y="156"/>
                    <a:pt x="376" y="162"/>
                    <a:pt x="369" y="154"/>
                  </a:cubicBezTo>
                  <a:cubicBezTo>
                    <a:pt x="361" y="147"/>
                    <a:pt x="368" y="132"/>
                    <a:pt x="367" y="122"/>
                  </a:cubicBezTo>
                  <a:cubicBezTo>
                    <a:pt x="365" y="108"/>
                    <a:pt x="381" y="89"/>
                    <a:pt x="372" y="86"/>
                  </a:cubicBezTo>
                  <a:cubicBezTo>
                    <a:pt x="363" y="84"/>
                    <a:pt x="363" y="84"/>
                    <a:pt x="363" y="84"/>
                  </a:cubicBezTo>
                  <a:cubicBezTo>
                    <a:pt x="363" y="84"/>
                    <a:pt x="356" y="77"/>
                    <a:pt x="349" y="76"/>
                  </a:cubicBezTo>
                  <a:cubicBezTo>
                    <a:pt x="341" y="74"/>
                    <a:pt x="333" y="77"/>
                    <a:pt x="329" y="74"/>
                  </a:cubicBezTo>
                  <a:cubicBezTo>
                    <a:pt x="322" y="67"/>
                    <a:pt x="312" y="69"/>
                    <a:pt x="310" y="68"/>
                  </a:cubicBezTo>
                  <a:cubicBezTo>
                    <a:pt x="289" y="64"/>
                    <a:pt x="278" y="49"/>
                    <a:pt x="276" y="47"/>
                  </a:cubicBezTo>
                  <a:cubicBezTo>
                    <a:pt x="274" y="46"/>
                    <a:pt x="287" y="56"/>
                    <a:pt x="300" y="60"/>
                  </a:cubicBezTo>
                  <a:cubicBezTo>
                    <a:pt x="310" y="63"/>
                    <a:pt x="326" y="67"/>
                    <a:pt x="334" y="69"/>
                  </a:cubicBezTo>
                  <a:cubicBezTo>
                    <a:pt x="342" y="71"/>
                    <a:pt x="339" y="64"/>
                    <a:pt x="336" y="62"/>
                  </a:cubicBezTo>
                  <a:cubicBezTo>
                    <a:pt x="328" y="56"/>
                    <a:pt x="316" y="44"/>
                    <a:pt x="306" y="37"/>
                  </a:cubicBezTo>
                  <a:cubicBezTo>
                    <a:pt x="297" y="32"/>
                    <a:pt x="290" y="32"/>
                    <a:pt x="281" y="28"/>
                  </a:cubicBezTo>
                  <a:cubicBezTo>
                    <a:pt x="270" y="22"/>
                    <a:pt x="257" y="14"/>
                    <a:pt x="244" y="17"/>
                  </a:cubicBezTo>
                  <a:cubicBezTo>
                    <a:pt x="233" y="19"/>
                    <a:pt x="223" y="15"/>
                    <a:pt x="222" y="15"/>
                  </a:cubicBezTo>
                  <a:cubicBezTo>
                    <a:pt x="214" y="20"/>
                    <a:pt x="201" y="34"/>
                    <a:pt x="199" y="27"/>
                  </a:cubicBezTo>
                  <a:cubicBezTo>
                    <a:pt x="198" y="21"/>
                    <a:pt x="203" y="10"/>
                    <a:pt x="195" y="11"/>
                  </a:cubicBezTo>
                  <a:cubicBezTo>
                    <a:pt x="188" y="13"/>
                    <a:pt x="187" y="26"/>
                    <a:pt x="178" y="31"/>
                  </a:cubicBezTo>
                  <a:cubicBezTo>
                    <a:pt x="170" y="36"/>
                    <a:pt x="158" y="29"/>
                    <a:pt x="156" y="24"/>
                  </a:cubicBezTo>
                  <a:cubicBezTo>
                    <a:pt x="154" y="19"/>
                    <a:pt x="151" y="15"/>
                    <a:pt x="136" y="9"/>
                  </a:cubicBezTo>
                  <a:cubicBezTo>
                    <a:pt x="121" y="2"/>
                    <a:pt x="101" y="0"/>
                    <a:pt x="101" y="8"/>
                  </a:cubicBezTo>
                  <a:cubicBezTo>
                    <a:pt x="101" y="16"/>
                    <a:pt x="89" y="15"/>
                    <a:pt x="88" y="10"/>
                  </a:cubicBezTo>
                  <a:cubicBezTo>
                    <a:pt x="87" y="5"/>
                    <a:pt x="72" y="6"/>
                    <a:pt x="69" y="13"/>
                  </a:cubicBezTo>
                  <a:cubicBezTo>
                    <a:pt x="67" y="20"/>
                    <a:pt x="60" y="26"/>
                    <a:pt x="55" y="21"/>
                  </a:cubicBezTo>
                  <a:cubicBezTo>
                    <a:pt x="49" y="16"/>
                    <a:pt x="42" y="19"/>
                    <a:pt x="39" y="24"/>
                  </a:cubicBezTo>
                  <a:cubicBezTo>
                    <a:pt x="36" y="30"/>
                    <a:pt x="20" y="26"/>
                    <a:pt x="19" y="25"/>
                  </a:cubicBezTo>
                  <a:cubicBezTo>
                    <a:pt x="18" y="25"/>
                    <a:pt x="0" y="15"/>
                    <a:pt x="3" y="25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518"/>
            <p:cNvSpPr>
              <a:spLocks/>
            </p:cNvSpPr>
            <p:nvPr/>
          </p:nvSpPr>
          <p:spPr bwMode="auto">
            <a:xfrm>
              <a:off x="5276850" y="3148013"/>
              <a:ext cx="130175" cy="130175"/>
            </a:xfrm>
            <a:custGeom>
              <a:avLst/>
              <a:gdLst>
                <a:gd name="T0" fmla="*/ 5 w 59"/>
                <a:gd name="T1" fmla="*/ 0 h 59"/>
                <a:gd name="T2" fmla="*/ 14 w 59"/>
                <a:gd name="T3" fmla="*/ 12 h 59"/>
                <a:gd name="T4" fmla="*/ 35 w 59"/>
                <a:gd name="T5" fmla="*/ 26 h 59"/>
                <a:gd name="T6" fmla="*/ 44 w 59"/>
                <a:gd name="T7" fmla="*/ 49 h 59"/>
                <a:gd name="T8" fmla="*/ 57 w 59"/>
                <a:gd name="T9" fmla="*/ 56 h 59"/>
                <a:gd name="T10" fmla="*/ 52 w 59"/>
                <a:gd name="T11" fmla="*/ 39 h 59"/>
                <a:gd name="T12" fmla="*/ 40 w 59"/>
                <a:gd name="T13" fmla="*/ 19 h 59"/>
                <a:gd name="T14" fmla="*/ 26 w 59"/>
                <a:gd name="T15" fmla="*/ 4 h 59"/>
                <a:gd name="T16" fmla="*/ 5 w 59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9">
                  <a:moveTo>
                    <a:pt x="5" y="0"/>
                  </a:moveTo>
                  <a:cubicBezTo>
                    <a:pt x="0" y="8"/>
                    <a:pt x="7" y="8"/>
                    <a:pt x="14" y="12"/>
                  </a:cubicBezTo>
                  <a:cubicBezTo>
                    <a:pt x="21" y="16"/>
                    <a:pt x="35" y="21"/>
                    <a:pt x="35" y="26"/>
                  </a:cubicBezTo>
                  <a:cubicBezTo>
                    <a:pt x="35" y="32"/>
                    <a:pt x="43" y="44"/>
                    <a:pt x="44" y="49"/>
                  </a:cubicBezTo>
                  <a:cubicBezTo>
                    <a:pt x="45" y="53"/>
                    <a:pt x="54" y="59"/>
                    <a:pt x="57" y="56"/>
                  </a:cubicBezTo>
                  <a:cubicBezTo>
                    <a:pt x="59" y="54"/>
                    <a:pt x="57" y="41"/>
                    <a:pt x="52" y="39"/>
                  </a:cubicBezTo>
                  <a:cubicBezTo>
                    <a:pt x="47" y="38"/>
                    <a:pt x="42" y="27"/>
                    <a:pt x="40" y="19"/>
                  </a:cubicBezTo>
                  <a:cubicBezTo>
                    <a:pt x="38" y="10"/>
                    <a:pt x="29" y="6"/>
                    <a:pt x="26" y="4"/>
                  </a:cubicBezTo>
                  <a:cubicBezTo>
                    <a:pt x="22" y="2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519"/>
            <p:cNvSpPr>
              <a:spLocks/>
            </p:cNvSpPr>
            <p:nvPr/>
          </p:nvSpPr>
          <p:spPr bwMode="auto">
            <a:xfrm>
              <a:off x="5389563" y="3143251"/>
              <a:ext cx="33338" cy="31750"/>
            </a:xfrm>
            <a:custGeom>
              <a:avLst/>
              <a:gdLst>
                <a:gd name="T0" fmla="*/ 9 w 15"/>
                <a:gd name="T1" fmla="*/ 3 h 14"/>
                <a:gd name="T2" fmla="*/ 8 w 15"/>
                <a:gd name="T3" fmla="*/ 12 h 14"/>
                <a:gd name="T4" fmla="*/ 9 w 15"/>
                <a:gd name="T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4">
                  <a:moveTo>
                    <a:pt x="9" y="3"/>
                  </a:moveTo>
                  <a:cubicBezTo>
                    <a:pt x="3" y="0"/>
                    <a:pt x="0" y="10"/>
                    <a:pt x="8" y="12"/>
                  </a:cubicBezTo>
                  <a:cubicBezTo>
                    <a:pt x="15" y="14"/>
                    <a:pt x="15" y="5"/>
                    <a:pt x="9" y="3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520"/>
            <p:cNvSpPr>
              <a:spLocks/>
            </p:cNvSpPr>
            <p:nvPr/>
          </p:nvSpPr>
          <p:spPr bwMode="auto">
            <a:xfrm>
              <a:off x="5310188" y="3295651"/>
              <a:ext cx="41275" cy="38100"/>
            </a:xfrm>
            <a:custGeom>
              <a:avLst/>
              <a:gdLst>
                <a:gd name="T0" fmla="*/ 13 w 19"/>
                <a:gd name="T1" fmla="*/ 2 h 17"/>
                <a:gd name="T2" fmla="*/ 8 w 19"/>
                <a:gd name="T3" fmla="*/ 16 h 17"/>
                <a:gd name="T4" fmla="*/ 13 w 19"/>
                <a:gd name="T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7">
                  <a:moveTo>
                    <a:pt x="13" y="2"/>
                  </a:moveTo>
                  <a:cubicBezTo>
                    <a:pt x="7" y="0"/>
                    <a:pt x="0" y="15"/>
                    <a:pt x="8" y="16"/>
                  </a:cubicBezTo>
                  <a:cubicBezTo>
                    <a:pt x="16" y="17"/>
                    <a:pt x="19" y="3"/>
                    <a:pt x="13" y="2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521"/>
            <p:cNvSpPr>
              <a:spLocks/>
            </p:cNvSpPr>
            <p:nvPr/>
          </p:nvSpPr>
          <p:spPr bwMode="auto">
            <a:xfrm>
              <a:off x="5495925" y="3370263"/>
              <a:ext cx="41275" cy="34925"/>
            </a:xfrm>
            <a:custGeom>
              <a:avLst/>
              <a:gdLst>
                <a:gd name="T0" fmla="*/ 13 w 19"/>
                <a:gd name="T1" fmla="*/ 1 h 16"/>
                <a:gd name="T2" fmla="*/ 8 w 19"/>
                <a:gd name="T3" fmla="*/ 15 h 16"/>
                <a:gd name="T4" fmla="*/ 13 w 19"/>
                <a:gd name="T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6">
                  <a:moveTo>
                    <a:pt x="13" y="1"/>
                  </a:moveTo>
                  <a:cubicBezTo>
                    <a:pt x="7" y="0"/>
                    <a:pt x="0" y="15"/>
                    <a:pt x="8" y="15"/>
                  </a:cubicBezTo>
                  <a:cubicBezTo>
                    <a:pt x="16" y="16"/>
                    <a:pt x="19" y="3"/>
                    <a:pt x="13" y="1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522"/>
            <p:cNvSpPr>
              <a:spLocks/>
            </p:cNvSpPr>
            <p:nvPr/>
          </p:nvSpPr>
          <p:spPr bwMode="auto">
            <a:xfrm>
              <a:off x="5399088" y="3302001"/>
              <a:ext cx="98425" cy="90488"/>
            </a:xfrm>
            <a:custGeom>
              <a:avLst/>
              <a:gdLst>
                <a:gd name="T0" fmla="*/ 0 w 45"/>
                <a:gd name="T1" fmla="*/ 6 h 41"/>
                <a:gd name="T2" fmla="*/ 10 w 45"/>
                <a:gd name="T3" fmla="*/ 14 h 41"/>
                <a:gd name="T4" fmla="*/ 18 w 45"/>
                <a:gd name="T5" fmla="*/ 25 h 41"/>
                <a:gd name="T6" fmla="*/ 32 w 45"/>
                <a:gd name="T7" fmla="*/ 28 h 41"/>
                <a:gd name="T8" fmla="*/ 38 w 45"/>
                <a:gd name="T9" fmla="*/ 31 h 41"/>
                <a:gd name="T10" fmla="*/ 35 w 45"/>
                <a:gd name="T11" fmla="*/ 7 h 41"/>
                <a:gd name="T12" fmla="*/ 21 w 45"/>
                <a:gd name="T13" fmla="*/ 1 h 41"/>
                <a:gd name="T14" fmla="*/ 0 w 45"/>
                <a:gd name="T15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41">
                  <a:moveTo>
                    <a:pt x="0" y="6"/>
                  </a:moveTo>
                  <a:cubicBezTo>
                    <a:pt x="0" y="6"/>
                    <a:pt x="6" y="12"/>
                    <a:pt x="10" y="14"/>
                  </a:cubicBezTo>
                  <a:cubicBezTo>
                    <a:pt x="15" y="16"/>
                    <a:pt x="15" y="21"/>
                    <a:pt x="18" y="25"/>
                  </a:cubicBezTo>
                  <a:cubicBezTo>
                    <a:pt x="20" y="29"/>
                    <a:pt x="29" y="27"/>
                    <a:pt x="32" y="28"/>
                  </a:cubicBezTo>
                  <a:cubicBezTo>
                    <a:pt x="34" y="30"/>
                    <a:pt x="32" y="41"/>
                    <a:pt x="38" y="31"/>
                  </a:cubicBezTo>
                  <a:cubicBezTo>
                    <a:pt x="45" y="21"/>
                    <a:pt x="39" y="12"/>
                    <a:pt x="35" y="7"/>
                  </a:cubicBezTo>
                  <a:cubicBezTo>
                    <a:pt x="31" y="3"/>
                    <a:pt x="25" y="2"/>
                    <a:pt x="21" y="1"/>
                  </a:cubicBezTo>
                  <a:cubicBezTo>
                    <a:pt x="17" y="0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523"/>
            <p:cNvSpPr>
              <a:spLocks noEditPoints="1"/>
            </p:cNvSpPr>
            <p:nvPr/>
          </p:nvSpPr>
          <p:spPr bwMode="auto">
            <a:xfrm>
              <a:off x="6207125" y="3533776"/>
              <a:ext cx="1073150" cy="1677988"/>
            </a:xfrm>
            <a:custGeom>
              <a:avLst/>
              <a:gdLst>
                <a:gd name="T0" fmla="*/ 243 w 487"/>
                <a:gd name="T1" fmla="*/ 11 h 762"/>
                <a:gd name="T2" fmla="*/ 311 w 487"/>
                <a:gd name="T3" fmla="*/ 31 h 762"/>
                <a:gd name="T4" fmla="*/ 313 w 487"/>
                <a:gd name="T5" fmla="*/ 65 h 762"/>
                <a:gd name="T6" fmla="*/ 321 w 487"/>
                <a:gd name="T7" fmla="*/ 96 h 762"/>
                <a:gd name="T8" fmla="*/ 342 w 487"/>
                <a:gd name="T9" fmla="*/ 128 h 762"/>
                <a:gd name="T10" fmla="*/ 387 w 487"/>
                <a:gd name="T11" fmla="*/ 129 h 762"/>
                <a:gd name="T12" fmla="*/ 427 w 487"/>
                <a:gd name="T13" fmla="*/ 163 h 762"/>
                <a:gd name="T14" fmla="*/ 414 w 487"/>
                <a:gd name="T15" fmla="*/ 174 h 762"/>
                <a:gd name="T16" fmla="*/ 445 w 487"/>
                <a:gd name="T17" fmla="*/ 198 h 762"/>
                <a:gd name="T18" fmla="*/ 437 w 487"/>
                <a:gd name="T19" fmla="*/ 271 h 762"/>
                <a:gd name="T20" fmla="*/ 428 w 487"/>
                <a:gd name="T21" fmla="*/ 348 h 762"/>
                <a:gd name="T22" fmla="*/ 430 w 487"/>
                <a:gd name="T23" fmla="*/ 406 h 762"/>
                <a:gd name="T24" fmla="*/ 452 w 487"/>
                <a:gd name="T25" fmla="*/ 430 h 762"/>
                <a:gd name="T26" fmla="*/ 465 w 487"/>
                <a:gd name="T27" fmla="*/ 465 h 762"/>
                <a:gd name="T28" fmla="*/ 396 w 487"/>
                <a:gd name="T29" fmla="*/ 508 h 762"/>
                <a:gd name="T30" fmla="*/ 324 w 487"/>
                <a:gd name="T31" fmla="*/ 543 h 762"/>
                <a:gd name="T32" fmla="*/ 300 w 487"/>
                <a:gd name="T33" fmla="*/ 595 h 762"/>
                <a:gd name="T34" fmla="*/ 281 w 487"/>
                <a:gd name="T35" fmla="*/ 644 h 762"/>
                <a:gd name="T36" fmla="*/ 225 w 487"/>
                <a:gd name="T37" fmla="*/ 671 h 762"/>
                <a:gd name="T38" fmla="*/ 199 w 487"/>
                <a:gd name="T39" fmla="*/ 713 h 762"/>
                <a:gd name="T40" fmla="*/ 170 w 487"/>
                <a:gd name="T41" fmla="*/ 717 h 762"/>
                <a:gd name="T42" fmla="*/ 29 w 487"/>
                <a:gd name="T43" fmla="*/ 762 h 762"/>
                <a:gd name="T44" fmla="*/ 28 w 487"/>
                <a:gd name="T45" fmla="*/ 734 h 762"/>
                <a:gd name="T46" fmla="*/ 37 w 487"/>
                <a:gd name="T47" fmla="*/ 694 h 762"/>
                <a:gd name="T48" fmla="*/ 56 w 487"/>
                <a:gd name="T49" fmla="*/ 645 h 762"/>
                <a:gd name="T50" fmla="*/ 58 w 487"/>
                <a:gd name="T51" fmla="*/ 580 h 762"/>
                <a:gd name="T52" fmla="*/ 99 w 487"/>
                <a:gd name="T53" fmla="*/ 520 h 762"/>
                <a:gd name="T54" fmla="*/ 122 w 487"/>
                <a:gd name="T55" fmla="*/ 466 h 762"/>
                <a:gd name="T56" fmla="*/ 127 w 487"/>
                <a:gd name="T57" fmla="*/ 394 h 762"/>
                <a:gd name="T58" fmla="*/ 154 w 487"/>
                <a:gd name="T59" fmla="*/ 349 h 762"/>
                <a:gd name="T60" fmla="*/ 127 w 487"/>
                <a:gd name="T61" fmla="*/ 336 h 762"/>
                <a:gd name="T62" fmla="*/ 105 w 487"/>
                <a:gd name="T63" fmla="*/ 295 h 762"/>
                <a:gd name="T64" fmla="*/ 56 w 487"/>
                <a:gd name="T65" fmla="*/ 290 h 762"/>
                <a:gd name="T66" fmla="*/ 26 w 487"/>
                <a:gd name="T67" fmla="*/ 286 h 762"/>
                <a:gd name="T68" fmla="*/ 23 w 487"/>
                <a:gd name="T69" fmla="*/ 220 h 762"/>
                <a:gd name="T70" fmla="*/ 14 w 487"/>
                <a:gd name="T71" fmla="*/ 163 h 762"/>
                <a:gd name="T72" fmla="*/ 35 w 487"/>
                <a:gd name="T73" fmla="*/ 136 h 762"/>
                <a:gd name="T74" fmla="*/ 65 w 487"/>
                <a:gd name="T75" fmla="*/ 79 h 762"/>
                <a:gd name="T76" fmla="*/ 136 w 487"/>
                <a:gd name="T77" fmla="*/ 42 h 762"/>
                <a:gd name="T78" fmla="*/ 177 w 487"/>
                <a:gd name="T79" fmla="*/ 6 h 762"/>
                <a:gd name="T80" fmla="*/ 220 w 487"/>
                <a:gd name="T81" fmla="*/ 11 h 762"/>
                <a:gd name="T82" fmla="*/ 307 w 487"/>
                <a:gd name="T83" fmla="*/ 482 h 762"/>
                <a:gd name="T84" fmla="*/ 281 w 487"/>
                <a:gd name="T85" fmla="*/ 501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7" h="762">
                  <a:moveTo>
                    <a:pt x="220" y="11"/>
                  </a:moveTo>
                  <a:cubicBezTo>
                    <a:pt x="224" y="11"/>
                    <a:pt x="236" y="12"/>
                    <a:pt x="243" y="11"/>
                  </a:cubicBezTo>
                  <a:cubicBezTo>
                    <a:pt x="250" y="11"/>
                    <a:pt x="271" y="12"/>
                    <a:pt x="274" y="13"/>
                  </a:cubicBezTo>
                  <a:cubicBezTo>
                    <a:pt x="276" y="15"/>
                    <a:pt x="306" y="31"/>
                    <a:pt x="311" y="31"/>
                  </a:cubicBezTo>
                  <a:cubicBezTo>
                    <a:pt x="317" y="31"/>
                    <a:pt x="335" y="36"/>
                    <a:pt x="330" y="57"/>
                  </a:cubicBezTo>
                  <a:cubicBezTo>
                    <a:pt x="326" y="77"/>
                    <a:pt x="319" y="64"/>
                    <a:pt x="313" y="65"/>
                  </a:cubicBezTo>
                  <a:cubicBezTo>
                    <a:pt x="306" y="66"/>
                    <a:pt x="309" y="76"/>
                    <a:pt x="311" y="78"/>
                  </a:cubicBezTo>
                  <a:cubicBezTo>
                    <a:pt x="314" y="79"/>
                    <a:pt x="316" y="94"/>
                    <a:pt x="321" y="96"/>
                  </a:cubicBezTo>
                  <a:cubicBezTo>
                    <a:pt x="325" y="98"/>
                    <a:pt x="332" y="109"/>
                    <a:pt x="332" y="109"/>
                  </a:cubicBezTo>
                  <a:cubicBezTo>
                    <a:pt x="332" y="109"/>
                    <a:pt x="337" y="125"/>
                    <a:pt x="342" y="128"/>
                  </a:cubicBezTo>
                  <a:cubicBezTo>
                    <a:pt x="348" y="131"/>
                    <a:pt x="350" y="149"/>
                    <a:pt x="360" y="144"/>
                  </a:cubicBezTo>
                  <a:cubicBezTo>
                    <a:pt x="371" y="139"/>
                    <a:pt x="382" y="124"/>
                    <a:pt x="387" y="129"/>
                  </a:cubicBezTo>
                  <a:cubicBezTo>
                    <a:pt x="393" y="133"/>
                    <a:pt x="396" y="143"/>
                    <a:pt x="404" y="147"/>
                  </a:cubicBezTo>
                  <a:cubicBezTo>
                    <a:pt x="411" y="152"/>
                    <a:pt x="427" y="158"/>
                    <a:pt x="427" y="163"/>
                  </a:cubicBezTo>
                  <a:cubicBezTo>
                    <a:pt x="427" y="168"/>
                    <a:pt x="401" y="172"/>
                    <a:pt x="401" y="176"/>
                  </a:cubicBezTo>
                  <a:cubicBezTo>
                    <a:pt x="400" y="180"/>
                    <a:pt x="403" y="180"/>
                    <a:pt x="414" y="174"/>
                  </a:cubicBezTo>
                  <a:cubicBezTo>
                    <a:pt x="425" y="167"/>
                    <a:pt x="434" y="172"/>
                    <a:pt x="443" y="174"/>
                  </a:cubicBezTo>
                  <a:cubicBezTo>
                    <a:pt x="451" y="175"/>
                    <a:pt x="447" y="192"/>
                    <a:pt x="445" y="198"/>
                  </a:cubicBezTo>
                  <a:cubicBezTo>
                    <a:pt x="444" y="203"/>
                    <a:pt x="445" y="215"/>
                    <a:pt x="443" y="228"/>
                  </a:cubicBezTo>
                  <a:cubicBezTo>
                    <a:pt x="442" y="240"/>
                    <a:pt x="438" y="257"/>
                    <a:pt x="437" y="271"/>
                  </a:cubicBezTo>
                  <a:cubicBezTo>
                    <a:pt x="436" y="285"/>
                    <a:pt x="419" y="304"/>
                    <a:pt x="420" y="314"/>
                  </a:cubicBezTo>
                  <a:cubicBezTo>
                    <a:pt x="421" y="324"/>
                    <a:pt x="430" y="337"/>
                    <a:pt x="428" y="348"/>
                  </a:cubicBezTo>
                  <a:cubicBezTo>
                    <a:pt x="425" y="360"/>
                    <a:pt x="428" y="373"/>
                    <a:pt x="430" y="375"/>
                  </a:cubicBezTo>
                  <a:cubicBezTo>
                    <a:pt x="432" y="377"/>
                    <a:pt x="432" y="401"/>
                    <a:pt x="430" y="406"/>
                  </a:cubicBezTo>
                  <a:cubicBezTo>
                    <a:pt x="428" y="412"/>
                    <a:pt x="418" y="420"/>
                    <a:pt x="427" y="426"/>
                  </a:cubicBezTo>
                  <a:cubicBezTo>
                    <a:pt x="436" y="432"/>
                    <a:pt x="448" y="430"/>
                    <a:pt x="452" y="430"/>
                  </a:cubicBezTo>
                  <a:cubicBezTo>
                    <a:pt x="456" y="430"/>
                    <a:pt x="486" y="430"/>
                    <a:pt x="486" y="436"/>
                  </a:cubicBezTo>
                  <a:cubicBezTo>
                    <a:pt x="487" y="443"/>
                    <a:pt x="468" y="460"/>
                    <a:pt x="465" y="465"/>
                  </a:cubicBezTo>
                  <a:cubicBezTo>
                    <a:pt x="461" y="471"/>
                    <a:pt x="429" y="489"/>
                    <a:pt x="425" y="496"/>
                  </a:cubicBezTo>
                  <a:cubicBezTo>
                    <a:pt x="420" y="503"/>
                    <a:pt x="403" y="510"/>
                    <a:pt x="396" y="508"/>
                  </a:cubicBezTo>
                  <a:cubicBezTo>
                    <a:pt x="388" y="506"/>
                    <a:pt x="362" y="522"/>
                    <a:pt x="354" y="526"/>
                  </a:cubicBezTo>
                  <a:cubicBezTo>
                    <a:pt x="345" y="531"/>
                    <a:pt x="329" y="543"/>
                    <a:pt x="324" y="543"/>
                  </a:cubicBezTo>
                  <a:cubicBezTo>
                    <a:pt x="320" y="542"/>
                    <a:pt x="306" y="562"/>
                    <a:pt x="306" y="566"/>
                  </a:cubicBezTo>
                  <a:cubicBezTo>
                    <a:pt x="306" y="571"/>
                    <a:pt x="298" y="586"/>
                    <a:pt x="300" y="595"/>
                  </a:cubicBezTo>
                  <a:cubicBezTo>
                    <a:pt x="302" y="604"/>
                    <a:pt x="302" y="610"/>
                    <a:pt x="296" y="615"/>
                  </a:cubicBezTo>
                  <a:cubicBezTo>
                    <a:pt x="291" y="619"/>
                    <a:pt x="288" y="634"/>
                    <a:pt x="281" y="644"/>
                  </a:cubicBezTo>
                  <a:cubicBezTo>
                    <a:pt x="274" y="653"/>
                    <a:pt x="258" y="658"/>
                    <a:pt x="254" y="660"/>
                  </a:cubicBezTo>
                  <a:cubicBezTo>
                    <a:pt x="250" y="662"/>
                    <a:pt x="234" y="665"/>
                    <a:pt x="225" y="671"/>
                  </a:cubicBezTo>
                  <a:cubicBezTo>
                    <a:pt x="216" y="676"/>
                    <a:pt x="208" y="681"/>
                    <a:pt x="207" y="686"/>
                  </a:cubicBezTo>
                  <a:cubicBezTo>
                    <a:pt x="206" y="690"/>
                    <a:pt x="202" y="705"/>
                    <a:pt x="199" y="713"/>
                  </a:cubicBezTo>
                  <a:cubicBezTo>
                    <a:pt x="194" y="715"/>
                    <a:pt x="189" y="717"/>
                    <a:pt x="184" y="719"/>
                  </a:cubicBezTo>
                  <a:cubicBezTo>
                    <a:pt x="179" y="718"/>
                    <a:pt x="173" y="717"/>
                    <a:pt x="170" y="717"/>
                  </a:cubicBezTo>
                  <a:cubicBezTo>
                    <a:pt x="166" y="717"/>
                    <a:pt x="165" y="721"/>
                    <a:pt x="164" y="726"/>
                  </a:cubicBezTo>
                  <a:cubicBezTo>
                    <a:pt x="120" y="742"/>
                    <a:pt x="75" y="754"/>
                    <a:pt x="29" y="762"/>
                  </a:cubicBezTo>
                  <a:cubicBezTo>
                    <a:pt x="28" y="760"/>
                    <a:pt x="27" y="758"/>
                    <a:pt x="25" y="756"/>
                  </a:cubicBezTo>
                  <a:cubicBezTo>
                    <a:pt x="22" y="749"/>
                    <a:pt x="24" y="743"/>
                    <a:pt x="28" y="734"/>
                  </a:cubicBezTo>
                  <a:cubicBezTo>
                    <a:pt x="32" y="724"/>
                    <a:pt x="33" y="718"/>
                    <a:pt x="33" y="718"/>
                  </a:cubicBezTo>
                  <a:cubicBezTo>
                    <a:pt x="33" y="718"/>
                    <a:pt x="39" y="703"/>
                    <a:pt x="37" y="694"/>
                  </a:cubicBezTo>
                  <a:cubicBezTo>
                    <a:pt x="35" y="684"/>
                    <a:pt x="37" y="676"/>
                    <a:pt x="37" y="670"/>
                  </a:cubicBezTo>
                  <a:cubicBezTo>
                    <a:pt x="36" y="663"/>
                    <a:pt x="52" y="654"/>
                    <a:pt x="56" y="645"/>
                  </a:cubicBezTo>
                  <a:cubicBezTo>
                    <a:pt x="60" y="636"/>
                    <a:pt x="55" y="620"/>
                    <a:pt x="55" y="613"/>
                  </a:cubicBezTo>
                  <a:cubicBezTo>
                    <a:pt x="55" y="605"/>
                    <a:pt x="58" y="587"/>
                    <a:pt x="58" y="580"/>
                  </a:cubicBezTo>
                  <a:cubicBezTo>
                    <a:pt x="59" y="573"/>
                    <a:pt x="62" y="560"/>
                    <a:pt x="71" y="544"/>
                  </a:cubicBezTo>
                  <a:cubicBezTo>
                    <a:pt x="80" y="529"/>
                    <a:pt x="91" y="522"/>
                    <a:pt x="99" y="520"/>
                  </a:cubicBezTo>
                  <a:cubicBezTo>
                    <a:pt x="106" y="518"/>
                    <a:pt x="107" y="511"/>
                    <a:pt x="108" y="499"/>
                  </a:cubicBezTo>
                  <a:cubicBezTo>
                    <a:pt x="109" y="487"/>
                    <a:pt x="122" y="474"/>
                    <a:pt x="122" y="466"/>
                  </a:cubicBezTo>
                  <a:cubicBezTo>
                    <a:pt x="121" y="458"/>
                    <a:pt x="132" y="424"/>
                    <a:pt x="128" y="416"/>
                  </a:cubicBezTo>
                  <a:cubicBezTo>
                    <a:pt x="124" y="407"/>
                    <a:pt x="117" y="404"/>
                    <a:pt x="127" y="394"/>
                  </a:cubicBezTo>
                  <a:cubicBezTo>
                    <a:pt x="136" y="385"/>
                    <a:pt x="139" y="372"/>
                    <a:pt x="149" y="368"/>
                  </a:cubicBezTo>
                  <a:cubicBezTo>
                    <a:pt x="159" y="364"/>
                    <a:pt x="158" y="357"/>
                    <a:pt x="154" y="349"/>
                  </a:cubicBezTo>
                  <a:cubicBezTo>
                    <a:pt x="150" y="340"/>
                    <a:pt x="154" y="339"/>
                    <a:pt x="145" y="342"/>
                  </a:cubicBezTo>
                  <a:cubicBezTo>
                    <a:pt x="137" y="345"/>
                    <a:pt x="128" y="344"/>
                    <a:pt x="127" y="336"/>
                  </a:cubicBezTo>
                  <a:cubicBezTo>
                    <a:pt x="126" y="328"/>
                    <a:pt x="132" y="320"/>
                    <a:pt x="127" y="310"/>
                  </a:cubicBezTo>
                  <a:cubicBezTo>
                    <a:pt x="123" y="299"/>
                    <a:pt x="109" y="295"/>
                    <a:pt x="105" y="295"/>
                  </a:cubicBezTo>
                  <a:cubicBezTo>
                    <a:pt x="101" y="295"/>
                    <a:pt x="88" y="305"/>
                    <a:pt x="79" y="302"/>
                  </a:cubicBezTo>
                  <a:cubicBezTo>
                    <a:pt x="69" y="300"/>
                    <a:pt x="65" y="294"/>
                    <a:pt x="56" y="290"/>
                  </a:cubicBezTo>
                  <a:cubicBezTo>
                    <a:pt x="48" y="285"/>
                    <a:pt x="40" y="282"/>
                    <a:pt x="36" y="287"/>
                  </a:cubicBezTo>
                  <a:cubicBezTo>
                    <a:pt x="32" y="292"/>
                    <a:pt x="28" y="294"/>
                    <a:pt x="26" y="286"/>
                  </a:cubicBezTo>
                  <a:cubicBezTo>
                    <a:pt x="23" y="277"/>
                    <a:pt x="19" y="259"/>
                    <a:pt x="19" y="259"/>
                  </a:cubicBezTo>
                  <a:cubicBezTo>
                    <a:pt x="19" y="259"/>
                    <a:pt x="21" y="231"/>
                    <a:pt x="23" y="220"/>
                  </a:cubicBezTo>
                  <a:cubicBezTo>
                    <a:pt x="26" y="209"/>
                    <a:pt x="15" y="203"/>
                    <a:pt x="8" y="189"/>
                  </a:cubicBezTo>
                  <a:cubicBezTo>
                    <a:pt x="0" y="176"/>
                    <a:pt x="11" y="171"/>
                    <a:pt x="14" y="163"/>
                  </a:cubicBezTo>
                  <a:cubicBezTo>
                    <a:pt x="17" y="154"/>
                    <a:pt x="13" y="148"/>
                    <a:pt x="16" y="148"/>
                  </a:cubicBezTo>
                  <a:cubicBezTo>
                    <a:pt x="20" y="149"/>
                    <a:pt x="22" y="143"/>
                    <a:pt x="35" y="136"/>
                  </a:cubicBezTo>
                  <a:cubicBezTo>
                    <a:pt x="47" y="128"/>
                    <a:pt x="50" y="113"/>
                    <a:pt x="52" y="106"/>
                  </a:cubicBezTo>
                  <a:cubicBezTo>
                    <a:pt x="54" y="99"/>
                    <a:pt x="53" y="86"/>
                    <a:pt x="65" y="79"/>
                  </a:cubicBezTo>
                  <a:cubicBezTo>
                    <a:pt x="76" y="72"/>
                    <a:pt x="94" y="49"/>
                    <a:pt x="102" y="45"/>
                  </a:cubicBezTo>
                  <a:cubicBezTo>
                    <a:pt x="110" y="41"/>
                    <a:pt x="128" y="42"/>
                    <a:pt x="136" y="42"/>
                  </a:cubicBezTo>
                  <a:cubicBezTo>
                    <a:pt x="145" y="41"/>
                    <a:pt x="147" y="28"/>
                    <a:pt x="157" y="18"/>
                  </a:cubicBezTo>
                  <a:cubicBezTo>
                    <a:pt x="167" y="8"/>
                    <a:pt x="175" y="5"/>
                    <a:pt x="177" y="6"/>
                  </a:cubicBezTo>
                  <a:cubicBezTo>
                    <a:pt x="179" y="7"/>
                    <a:pt x="190" y="2"/>
                    <a:pt x="200" y="1"/>
                  </a:cubicBezTo>
                  <a:cubicBezTo>
                    <a:pt x="207" y="0"/>
                    <a:pt x="217" y="11"/>
                    <a:pt x="220" y="11"/>
                  </a:cubicBezTo>
                  <a:close/>
                  <a:moveTo>
                    <a:pt x="307" y="482"/>
                  </a:moveTo>
                  <a:cubicBezTo>
                    <a:pt x="307" y="482"/>
                    <a:pt x="307" y="482"/>
                    <a:pt x="307" y="482"/>
                  </a:cubicBezTo>
                  <a:cubicBezTo>
                    <a:pt x="307" y="477"/>
                    <a:pt x="296" y="473"/>
                    <a:pt x="292" y="476"/>
                  </a:cubicBezTo>
                  <a:cubicBezTo>
                    <a:pt x="288" y="479"/>
                    <a:pt x="276" y="497"/>
                    <a:pt x="281" y="501"/>
                  </a:cubicBezTo>
                  <a:cubicBezTo>
                    <a:pt x="286" y="506"/>
                    <a:pt x="306" y="490"/>
                    <a:pt x="307" y="482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524"/>
            <p:cNvSpPr>
              <a:spLocks/>
            </p:cNvSpPr>
            <p:nvPr/>
          </p:nvSpPr>
          <p:spPr bwMode="auto">
            <a:xfrm>
              <a:off x="6911975" y="3522663"/>
              <a:ext cx="41275" cy="52388"/>
            </a:xfrm>
            <a:custGeom>
              <a:avLst/>
              <a:gdLst>
                <a:gd name="T0" fmla="*/ 15 w 19"/>
                <a:gd name="T1" fmla="*/ 3 h 24"/>
                <a:gd name="T2" fmla="*/ 2 w 19"/>
                <a:gd name="T3" fmla="*/ 17 h 24"/>
                <a:gd name="T4" fmla="*/ 13 w 19"/>
                <a:gd name="T5" fmla="*/ 20 h 24"/>
                <a:gd name="T6" fmla="*/ 15 w 19"/>
                <a:gd name="T7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4">
                  <a:moveTo>
                    <a:pt x="15" y="3"/>
                  </a:moveTo>
                  <a:cubicBezTo>
                    <a:pt x="9" y="0"/>
                    <a:pt x="0" y="11"/>
                    <a:pt x="2" y="17"/>
                  </a:cubicBezTo>
                  <a:cubicBezTo>
                    <a:pt x="3" y="23"/>
                    <a:pt x="7" y="24"/>
                    <a:pt x="13" y="20"/>
                  </a:cubicBezTo>
                  <a:cubicBezTo>
                    <a:pt x="19" y="16"/>
                    <a:pt x="18" y="5"/>
                    <a:pt x="15" y="3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525"/>
            <p:cNvSpPr>
              <a:spLocks/>
            </p:cNvSpPr>
            <p:nvPr/>
          </p:nvSpPr>
          <p:spPr bwMode="auto">
            <a:xfrm>
              <a:off x="6821488" y="3489326"/>
              <a:ext cx="26988" cy="31750"/>
            </a:xfrm>
            <a:custGeom>
              <a:avLst/>
              <a:gdLst>
                <a:gd name="T0" fmla="*/ 3 w 12"/>
                <a:gd name="T1" fmla="*/ 7 h 14"/>
                <a:gd name="T2" fmla="*/ 9 w 12"/>
                <a:gd name="T3" fmla="*/ 11 h 14"/>
                <a:gd name="T4" fmla="*/ 3 w 12"/>
                <a:gd name="T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3" y="7"/>
                  </a:moveTo>
                  <a:cubicBezTo>
                    <a:pt x="0" y="9"/>
                    <a:pt x="6" y="14"/>
                    <a:pt x="9" y="11"/>
                  </a:cubicBezTo>
                  <a:cubicBezTo>
                    <a:pt x="12" y="8"/>
                    <a:pt x="12" y="0"/>
                    <a:pt x="3" y="7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526"/>
            <p:cNvSpPr>
              <a:spLocks/>
            </p:cNvSpPr>
            <p:nvPr/>
          </p:nvSpPr>
          <p:spPr bwMode="auto">
            <a:xfrm>
              <a:off x="6964363" y="3617913"/>
              <a:ext cx="49213" cy="65088"/>
            </a:xfrm>
            <a:custGeom>
              <a:avLst/>
              <a:gdLst>
                <a:gd name="T0" fmla="*/ 3 w 22"/>
                <a:gd name="T1" fmla="*/ 1 h 30"/>
                <a:gd name="T2" fmla="*/ 5 w 22"/>
                <a:gd name="T3" fmla="*/ 13 h 30"/>
                <a:gd name="T4" fmla="*/ 8 w 22"/>
                <a:gd name="T5" fmla="*/ 24 h 30"/>
                <a:gd name="T6" fmla="*/ 21 w 22"/>
                <a:gd name="T7" fmla="*/ 21 h 30"/>
                <a:gd name="T8" fmla="*/ 15 w 22"/>
                <a:gd name="T9" fmla="*/ 7 h 30"/>
                <a:gd name="T10" fmla="*/ 3 w 22"/>
                <a:gd name="T11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0">
                  <a:moveTo>
                    <a:pt x="3" y="1"/>
                  </a:moveTo>
                  <a:cubicBezTo>
                    <a:pt x="0" y="1"/>
                    <a:pt x="2" y="10"/>
                    <a:pt x="5" y="13"/>
                  </a:cubicBezTo>
                  <a:cubicBezTo>
                    <a:pt x="7" y="16"/>
                    <a:pt x="7" y="22"/>
                    <a:pt x="8" y="24"/>
                  </a:cubicBezTo>
                  <a:cubicBezTo>
                    <a:pt x="10" y="27"/>
                    <a:pt x="19" y="30"/>
                    <a:pt x="21" y="21"/>
                  </a:cubicBezTo>
                  <a:cubicBezTo>
                    <a:pt x="22" y="11"/>
                    <a:pt x="17" y="8"/>
                    <a:pt x="15" y="7"/>
                  </a:cubicBezTo>
                  <a:cubicBezTo>
                    <a:pt x="13" y="6"/>
                    <a:pt x="7" y="0"/>
                    <a:pt x="3" y="1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527"/>
            <p:cNvSpPr>
              <a:spLocks/>
            </p:cNvSpPr>
            <p:nvPr/>
          </p:nvSpPr>
          <p:spPr bwMode="auto">
            <a:xfrm>
              <a:off x="6764338" y="3089276"/>
              <a:ext cx="101600" cy="87313"/>
            </a:xfrm>
            <a:custGeom>
              <a:avLst/>
              <a:gdLst>
                <a:gd name="T0" fmla="*/ 37 w 46"/>
                <a:gd name="T1" fmla="*/ 2 h 40"/>
                <a:gd name="T2" fmla="*/ 22 w 46"/>
                <a:gd name="T3" fmla="*/ 5 h 40"/>
                <a:gd name="T4" fmla="*/ 12 w 46"/>
                <a:gd name="T5" fmla="*/ 9 h 40"/>
                <a:gd name="T6" fmla="*/ 6 w 46"/>
                <a:gd name="T7" fmla="*/ 21 h 40"/>
                <a:gd name="T8" fmla="*/ 4 w 46"/>
                <a:gd name="T9" fmla="*/ 37 h 40"/>
                <a:gd name="T10" fmla="*/ 22 w 46"/>
                <a:gd name="T11" fmla="*/ 38 h 40"/>
                <a:gd name="T12" fmla="*/ 40 w 46"/>
                <a:gd name="T13" fmla="*/ 29 h 40"/>
                <a:gd name="T14" fmla="*/ 45 w 46"/>
                <a:gd name="T15" fmla="*/ 10 h 40"/>
                <a:gd name="T16" fmla="*/ 37 w 46"/>
                <a:gd name="T17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0">
                  <a:moveTo>
                    <a:pt x="37" y="2"/>
                  </a:moveTo>
                  <a:cubicBezTo>
                    <a:pt x="31" y="0"/>
                    <a:pt x="26" y="7"/>
                    <a:pt x="22" y="5"/>
                  </a:cubicBezTo>
                  <a:cubicBezTo>
                    <a:pt x="19" y="3"/>
                    <a:pt x="14" y="3"/>
                    <a:pt x="12" y="9"/>
                  </a:cubicBezTo>
                  <a:cubicBezTo>
                    <a:pt x="10" y="15"/>
                    <a:pt x="10" y="21"/>
                    <a:pt x="6" y="21"/>
                  </a:cubicBezTo>
                  <a:cubicBezTo>
                    <a:pt x="1" y="22"/>
                    <a:pt x="0" y="34"/>
                    <a:pt x="4" y="37"/>
                  </a:cubicBezTo>
                  <a:cubicBezTo>
                    <a:pt x="8" y="40"/>
                    <a:pt x="16" y="38"/>
                    <a:pt x="22" y="38"/>
                  </a:cubicBezTo>
                  <a:cubicBezTo>
                    <a:pt x="27" y="38"/>
                    <a:pt x="36" y="36"/>
                    <a:pt x="40" y="29"/>
                  </a:cubicBezTo>
                  <a:cubicBezTo>
                    <a:pt x="44" y="22"/>
                    <a:pt x="46" y="15"/>
                    <a:pt x="45" y="10"/>
                  </a:cubicBezTo>
                  <a:cubicBezTo>
                    <a:pt x="45" y="6"/>
                    <a:pt x="41" y="3"/>
                    <a:pt x="37" y="2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528"/>
            <p:cNvSpPr>
              <a:spLocks/>
            </p:cNvSpPr>
            <p:nvPr/>
          </p:nvSpPr>
          <p:spPr bwMode="auto">
            <a:xfrm>
              <a:off x="6816725" y="3044826"/>
              <a:ext cx="169863" cy="227013"/>
            </a:xfrm>
            <a:custGeom>
              <a:avLst/>
              <a:gdLst>
                <a:gd name="T0" fmla="*/ 32 w 77"/>
                <a:gd name="T1" fmla="*/ 1 h 103"/>
                <a:gd name="T2" fmla="*/ 24 w 77"/>
                <a:gd name="T3" fmla="*/ 15 h 103"/>
                <a:gd name="T4" fmla="*/ 28 w 77"/>
                <a:gd name="T5" fmla="*/ 38 h 103"/>
                <a:gd name="T6" fmla="*/ 37 w 77"/>
                <a:gd name="T7" fmla="*/ 55 h 103"/>
                <a:gd name="T8" fmla="*/ 4 w 77"/>
                <a:gd name="T9" fmla="*/ 68 h 103"/>
                <a:gd name="T10" fmla="*/ 18 w 77"/>
                <a:gd name="T11" fmla="*/ 79 h 103"/>
                <a:gd name="T12" fmla="*/ 14 w 77"/>
                <a:gd name="T13" fmla="*/ 86 h 103"/>
                <a:gd name="T14" fmla="*/ 26 w 77"/>
                <a:gd name="T15" fmla="*/ 86 h 103"/>
                <a:gd name="T16" fmla="*/ 43 w 77"/>
                <a:gd name="T17" fmla="*/ 100 h 103"/>
                <a:gd name="T18" fmla="*/ 63 w 77"/>
                <a:gd name="T19" fmla="*/ 92 h 103"/>
                <a:gd name="T20" fmla="*/ 61 w 77"/>
                <a:gd name="T21" fmla="*/ 68 h 103"/>
                <a:gd name="T22" fmla="*/ 57 w 77"/>
                <a:gd name="T23" fmla="*/ 39 h 103"/>
                <a:gd name="T24" fmla="*/ 76 w 77"/>
                <a:gd name="T25" fmla="*/ 24 h 103"/>
                <a:gd name="T26" fmla="*/ 58 w 77"/>
                <a:gd name="T27" fmla="*/ 6 h 103"/>
                <a:gd name="T28" fmla="*/ 43 w 77"/>
                <a:gd name="T29" fmla="*/ 6 h 103"/>
                <a:gd name="T30" fmla="*/ 32 w 77"/>
                <a:gd name="T31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103">
                  <a:moveTo>
                    <a:pt x="32" y="1"/>
                  </a:moveTo>
                  <a:cubicBezTo>
                    <a:pt x="26" y="1"/>
                    <a:pt x="24" y="10"/>
                    <a:pt x="24" y="15"/>
                  </a:cubicBezTo>
                  <a:cubicBezTo>
                    <a:pt x="24" y="20"/>
                    <a:pt x="24" y="32"/>
                    <a:pt x="28" y="38"/>
                  </a:cubicBezTo>
                  <a:cubicBezTo>
                    <a:pt x="32" y="44"/>
                    <a:pt x="43" y="54"/>
                    <a:pt x="37" y="55"/>
                  </a:cubicBezTo>
                  <a:cubicBezTo>
                    <a:pt x="30" y="56"/>
                    <a:pt x="8" y="64"/>
                    <a:pt x="4" y="68"/>
                  </a:cubicBezTo>
                  <a:cubicBezTo>
                    <a:pt x="0" y="72"/>
                    <a:pt x="18" y="79"/>
                    <a:pt x="18" y="79"/>
                  </a:cubicBezTo>
                  <a:cubicBezTo>
                    <a:pt x="18" y="79"/>
                    <a:pt x="12" y="83"/>
                    <a:pt x="14" y="86"/>
                  </a:cubicBezTo>
                  <a:cubicBezTo>
                    <a:pt x="16" y="89"/>
                    <a:pt x="22" y="83"/>
                    <a:pt x="26" y="86"/>
                  </a:cubicBezTo>
                  <a:cubicBezTo>
                    <a:pt x="31" y="88"/>
                    <a:pt x="39" y="97"/>
                    <a:pt x="43" y="100"/>
                  </a:cubicBezTo>
                  <a:cubicBezTo>
                    <a:pt x="48" y="103"/>
                    <a:pt x="61" y="98"/>
                    <a:pt x="63" y="92"/>
                  </a:cubicBezTo>
                  <a:cubicBezTo>
                    <a:pt x="66" y="86"/>
                    <a:pt x="64" y="74"/>
                    <a:pt x="61" y="68"/>
                  </a:cubicBezTo>
                  <a:cubicBezTo>
                    <a:pt x="57" y="62"/>
                    <a:pt x="59" y="44"/>
                    <a:pt x="57" y="39"/>
                  </a:cubicBezTo>
                  <a:cubicBezTo>
                    <a:pt x="55" y="34"/>
                    <a:pt x="77" y="32"/>
                    <a:pt x="76" y="24"/>
                  </a:cubicBezTo>
                  <a:cubicBezTo>
                    <a:pt x="75" y="16"/>
                    <a:pt x="60" y="13"/>
                    <a:pt x="58" y="6"/>
                  </a:cubicBezTo>
                  <a:cubicBezTo>
                    <a:pt x="55" y="0"/>
                    <a:pt x="48" y="2"/>
                    <a:pt x="43" y="6"/>
                  </a:cubicBezTo>
                  <a:cubicBezTo>
                    <a:pt x="37" y="9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589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529"/>
            <p:cNvSpPr>
              <a:spLocks noEditPoints="1"/>
            </p:cNvSpPr>
            <p:nvPr/>
          </p:nvSpPr>
          <p:spPr bwMode="auto">
            <a:xfrm>
              <a:off x="6621463" y="2992438"/>
              <a:ext cx="1076325" cy="1441450"/>
            </a:xfrm>
            <a:custGeom>
              <a:avLst/>
              <a:gdLst>
                <a:gd name="T0" fmla="*/ 95 w 489"/>
                <a:gd name="T1" fmla="*/ 126 h 655"/>
                <a:gd name="T2" fmla="*/ 147 w 489"/>
                <a:gd name="T3" fmla="*/ 124 h 655"/>
                <a:gd name="T4" fmla="*/ 208 w 489"/>
                <a:gd name="T5" fmla="*/ 126 h 655"/>
                <a:gd name="T6" fmla="*/ 239 w 489"/>
                <a:gd name="T7" fmla="*/ 100 h 655"/>
                <a:gd name="T8" fmla="*/ 237 w 489"/>
                <a:gd name="T9" fmla="*/ 131 h 655"/>
                <a:gd name="T10" fmla="*/ 273 w 489"/>
                <a:gd name="T11" fmla="*/ 146 h 655"/>
                <a:gd name="T12" fmla="*/ 324 w 489"/>
                <a:gd name="T13" fmla="*/ 137 h 655"/>
                <a:gd name="T14" fmla="*/ 359 w 489"/>
                <a:gd name="T15" fmla="*/ 138 h 655"/>
                <a:gd name="T16" fmla="*/ 362 w 489"/>
                <a:gd name="T17" fmla="*/ 122 h 655"/>
                <a:gd name="T18" fmla="*/ 352 w 489"/>
                <a:gd name="T19" fmla="*/ 83 h 655"/>
                <a:gd name="T20" fmla="*/ 348 w 489"/>
                <a:gd name="T21" fmla="*/ 75 h 655"/>
                <a:gd name="T22" fmla="*/ 305 w 489"/>
                <a:gd name="T23" fmla="*/ 108 h 655"/>
                <a:gd name="T24" fmla="*/ 245 w 489"/>
                <a:gd name="T25" fmla="*/ 122 h 655"/>
                <a:gd name="T26" fmla="*/ 238 w 489"/>
                <a:gd name="T27" fmla="*/ 87 h 655"/>
                <a:gd name="T28" fmla="*/ 224 w 489"/>
                <a:gd name="T29" fmla="*/ 37 h 655"/>
                <a:gd name="T30" fmla="*/ 333 w 489"/>
                <a:gd name="T31" fmla="*/ 6 h 655"/>
                <a:gd name="T32" fmla="*/ 465 w 489"/>
                <a:gd name="T33" fmla="*/ 68 h 655"/>
                <a:gd name="T34" fmla="*/ 457 w 489"/>
                <a:gd name="T35" fmla="*/ 105 h 655"/>
                <a:gd name="T36" fmla="*/ 472 w 489"/>
                <a:gd name="T37" fmla="*/ 132 h 655"/>
                <a:gd name="T38" fmla="*/ 464 w 489"/>
                <a:gd name="T39" fmla="*/ 347 h 655"/>
                <a:gd name="T40" fmla="*/ 431 w 489"/>
                <a:gd name="T41" fmla="*/ 388 h 655"/>
                <a:gd name="T42" fmla="*/ 410 w 489"/>
                <a:gd name="T43" fmla="*/ 431 h 655"/>
                <a:gd name="T44" fmla="*/ 456 w 489"/>
                <a:gd name="T45" fmla="*/ 420 h 655"/>
                <a:gd name="T46" fmla="*/ 460 w 489"/>
                <a:gd name="T47" fmla="*/ 379 h 655"/>
                <a:gd name="T48" fmla="*/ 476 w 489"/>
                <a:gd name="T49" fmla="*/ 370 h 655"/>
                <a:gd name="T50" fmla="*/ 395 w 489"/>
                <a:gd name="T51" fmla="*/ 558 h 655"/>
                <a:gd name="T52" fmla="*/ 365 w 489"/>
                <a:gd name="T53" fmla="*/ 509 h 655"/>
                <a:gd name="T54" fmla="*/ 366 w 489"/>
                <a:gd name="T55" fmla="*/ 576 h 655"/>
                <a:gd name="T56" fmla="*/ 403 w 489"/>
                <a:gd name="T57" fmla="*/ 584 h 655"/>
                <a:gd name="T58" fmla="*/ 377 w 489"/>
                <a:gd name="T59" fmla="*/ 642 h 655"/>
                <a:gd name="T60" fmla="*/ 316 w 489"/>
                <a:gd name="T61" fmla="*/ 652 h 655"/>
                <a:gd name="T62" fmla="*/ 258 w 489"/>
                <a:gd name="T63" fmla="*/ 610 h 655"/>
                <a:gd name="T64" fmla="*/ 267 w 489"/>
                <a:gd name="T65" fmla="*/ 521 h 655"/>
                <a:gd name="T66" fmla="*/ 252 w 489"/>
                <a:gd name="T67" fmla="*/ 464 h 655"/>
                <a:gd name="T68" fmla="*/ 284 w 489"/>
                <a:gd name="T69" fmla="*/ 426 h 655"/>
                <a:gd name="T70" fmla="*/ 288 w 489"/>
                <a:gd name="T71" fmla="*/ 382 h 655"/>
                <a:gd name="T72" fmla="*/ 253 w 489"/>
                <a:gd name="T73" fmla="*/ 341 h 655"/>
                <a:gd name="T74" fmla="*/ 239 w 489"/>
                <a:gd name="T75" fmla="*/ 314 h 655"/>
                <a:gd name="T76" fmla="*/ 205 w 489"/>
                <a:gd name="T77" fmla="*/ 343 h 655"/>
                <a:gd name="T78" fmla="*/ 214 w 489"/>
                <a:gd name="T79" fmla="*/ 262 h 655"/>
                <a:gd name="T80" fmla="*/ 194 w 489"/>
                <a:gd name="T81" fmla="*/ 244 h 655"/>
                <a:gd name="T82" fmla="*/ 201 w 489"/>
                <a:gd name="T83" fmla="*/ 285 h 655"/>
                <a:gd name="T84" fmla="*/ 187 w 489"/>
                <a:gd name="T85" fmla="*/ 276 h 655"/>
                <a:gd name="T86" fmla="*/ 159 w 489"/>
                <a:gd name="T87" fmla="*/ 216 h 655"/>
                <a:gd name="T88" fmla="*/ 108 w 489"/>
                <a:gd name="T89" fmla="*/ 219 h 655"/>
                <a:gd name="T90" fmla="*/ 67 w 489"/>
                <a:gd name="T91" fmla="*/ 238 h 655"/>
                <a:gd name="T92" fmla="*/ 17 w 489"/>
                <a:gd name="T93" fmla="*/ 244 h 655"/>
                <a:gd name="T94" fmla="*/ 1 w 489"/>
                <a:gd name="T95" fmla="*/ 204 h 655"/>
                <a:gd name="T96" fmla="*/ 36 w 489"/>
                <a:gd name="T97" fmla="*/ 154 h 655"/>
                <a:gd name="T98" fmla="*/ 101 w 489"/>
                <a:gd name="T99" fmla="*/ 158 h 655"/>
                <a:gd name="T100" fmla="*/ 416 w 489"/>
                <a:gd name="T101" fmla="*/ 153 h 655"/>
                <a:gd name="T102" fmla="*/ 279 w 489"/>
                <a:gd name="T103" fmla="*/ 321 h 655"/>
                <a:gd name="T104" fmla="*/ 337 w 489"/>
                <a:gd name="T105" fmla="*/ 335 h 655"/>
                <a:gd name="T106" fmla="*/ 383 w 489"/>
                <a:gd name="T107" fmla="*/ 345 h 655"/>
                <a:gd name="T108" fmla="*/ 378 w 489"/>
                <a:gd name="T109" fmla="*/ 299 h 655"/>
                <a:gd name="T110" fmla="*/ 338 w 489"/>
                <a:gd name="T111" fmla="*/ 304 h 655"/>
                <a:gd name="T112" fmla="*/ 300 w 489"/>
                <a:gd name="T113" fmla="*/ 293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9" h="655">
                  <a:moveTo>
                    <a:pt x="101" y="158"/>
                  </a:moveTo>
                  <a:cubicBezTo>
                    <a:pt x="105" y="150"/>
                    <a:pt x="96" y="138"/>
                    <a:pt x="89" y="132"/>
                  </a:cubicBezTo>
                  <a:cubicBezTo>
                    <a:pt x="82" y="126"/>
                    <a:pt x="86" y="122"/>
                    <a:pt x="95" y="126"/>
                  </a:cubicBezTo>
                  <a:cubicBezTo>
                    <a:pt x="103" y="129"/>
                    <a:pt x="105" y="125"/>
                    <a:pt x="113" y="127"/>
                  </a:cubicBezTo>
                  <a:cubicBezTo>
                    <a:pt x="121" y="129"/>
                    <a:pt x="130" y="131"/>
                    <a:pt x="135" y="133"/>
                  </a:cubicBezTo>
                  <a:cubicBezTo>
                    <a:pt x="141" y="135"/>
                    <a:pt x="145" y="128"/>
                    <a:pt x="147" y="124"/>
                  </a:cubicBezTo>
                  <a:cubicBezTo>
                    <a:pt x="150" y="119"/>
                    <a:pt x="166" y="125"/>
                    <a:pt x="166" y="125"/>
                  </a:cubicBezTo>
                  <a:cubicBezTo>
                    <a:pt x="166" y="125"/>
                    <a:pt x="180" y="119"/>
                    <a:pt x="187" y="117"/>
                  </a:cubicBezTo>
                  <a:cubicBezTo>
                    <a:pt x="194" y="115"/>
                    <a:pt x="202" y="120"/>
                    <a:pt x="208" y="126"/>
                  </a:cubicBezTo>
                  <a:cubicBezTo>
                    <a:pt x="213" y="132"/>
                    <a:pt x="210" y="120"/>
                    <a:pt x="210" y="114"/>
                  </a:cubicBezTo>
                  <a:cubicBezTo>
                    <a:pt x="210" y="109"/>
                    <a:pt x="216" y="101"/>
                    <a:pt x="221" y="97"/>
                  </a:cubicBezTo>
                  <a:cubicBezTo>
                    <a:pt x="225" y="93"/>
                    <a:pt x="237" y="97"/>
                    <a:pt x="239" y="100"/>
                  </a:cubicBezTo>
                  <a:cubicBezTo>
                    <a:pt x="241" y="103"/>
                    <a:pt x="234" y="109"/>
                    <a:pt x="232" y="116"/>
                  </a:cubicBezTo>
                  <a:cubicBezTo>
                    <a:pt x="229" y="122"/>
                    <a:pt x="231" y="129"/>
                    <a:pt x="231" y="129"/>
                  </a:cubicBezTo>
                  <a:cubicBezTo>
                    <a:pt x="237" y="131"/>
                    <a:pt x="237" y="131"/>
                    <a:pt x="237" y="131"/>
                  </a:cubicBezTo>
                  <a:cubicBezTo>
                    <a:pt x="237" y="131"/>
                    <a:pt x="237" y="131"/>
                    <a:pt x="244" y="135"/>
                  </a:cubicBezTo>
                  <a:cubicBezTo>
                    <a:pt x="252" y="139"/>
                    <a:pt x="253" y="139"/>
                    <a:pt x="260" y="140"/>
                  </a:cubicBezTo>
                  <a:cubicBezTo>
                    <a:pt x="267" y="141"/>
                    <a:pt x="270" y="146"/>
                    <a:pt x="273" y="146"/>
                  </a:cubicBezTo>
                  <a:cubicBezTo>
                    <a:pt x="276" y="146"/>
                    <a:pt x="283" y="149"/>
                    <a:pt x="290" y="158"/>
                  </a:cubicBezTo>
                  <a:cubicBezTo>
                    <a:pt x="297" y="167"/>
                    <a:pt x="298" y="153"/>
                    <a:pt x="303" y="148"/>
                  </a:cubicBezTo>
                  <a:cubicBezTo>
                    <a:pt x="308" y="142"/>
                    <a:pt x="318" y="133"/>
                    <a:pt x="324" y="137"/>
                  </a:cubicBezTo>
                  <a:cubicBezTo>
                    <a:pt x="329" y="141"/>
                    <a:pt x="331" y="148"/>
                    <a:pt x="338" y="147"/>
                  </a:cubicBezTo>
                  <a:cubicBezTo>
                    <a:pt x="345" y="145"/>
                    <a:pt x="334" y="132"/>
                    <a:pt x="336" y="130"/>
                  </a:cubicBezTo>
                  <a:cubicBezTo>
                    <a:pt x="337" y="127"/>
                    <a:pt x="348" y="133"/>
                    <a:pt x="359" y="138"/>
                  </a:cubicBezTo>
                  <a:cubicBezTo>
                    <a:pt x="370" y="143"/>
                    <a:pt x="375" y="147"/>
                    <a:pt x="381" y="148"/>
                  </a:cubicBezTo>
                  <a:cubicBezTo>
                    <a:pt x="387" y="148"/>
                    <a:pt x="384" y="133"/>
                    <a:pt x="382" y="132"/>
                  </a:cubicBezTo>
                  <a:cubicBezTo>
                    <a:pt x="381" y="131"/>
                    <a:pt x="368" y="126"/>
                    <a:pt x="362" y="122"/>
                  </a:cubicBezTo>
                  <a:cubicBezTo>
                    <a:pt x="357" y="118"/>
                    <a:pt x="347" y="120"/>
                    <a:pt x="341" y="119"/>
                  </a:cubicBezTo>
                  <a:cubicBezTo>
                    <a:pt x="334" y="118"/>
                    <a:pt x="339" y="106"/>
                    <a:pt x="339" y="99"/>
                  </a:cubicBezTo>
                  <a:cubicBezTo>
                    <a:pt x="338" y="93"/>
                    <a:pt x="342" y="83"/>
                    <a:pt x="352" y="83"/>
                  </a:cubicBezTo>
                  <a:cubicBezTo>
                    <a:pt x="363" y="82"/>
                    <a:pt x="382" y="79"/>
                    <a:pt x="387" y="75"/>
                  </a:cubicBezTo>
                  <a:cubicBezTo>
                    <a:pt x="392" y="72"/>
                    <a:pt x="380" y="66"/>
                    <a:pt x="368" y="61"/>
                  </a:cubicBezTo>
                  <a:cubicBezTo>
                    <a:pt x="356" y="56"/>
                    <a:pt x="367" y="67"/>
                    <a:pt x="348" y="75"/>
                  </a:cubicBezTo>
                  <a:cubicBezTo>
                    <a:pt x="330" y="84"/>
                    <a:pt x="330" y="72"/>
                    <a:pt x="316" y="77"/>
                  </a:cubicBezTo>
                  <a:cubicBezTo>
                    <a:pt x="303" y="82"/>
                    <a:pt x="308" y="86"/>
                    <a:pt x="314" y="93"/>
                  </a:cubicBezTo>
                  <a:cubicBezTo>
                    <a:pt x="320" y="101"/>
                    <a:pt x="309" y="107"/>
                    <a:pt x="305" y="108"/>
                  </a:cubicBezTo>
                  <a:cubicBezTo>
                    <a:pt x="302" y="110"/>
                    <a:pt x="289" y="114"/>
                    <a:pt x="286" y="121"/>
                  </a:cubicBezTo>
                  <a:cubicBezTo>
                    <a:pt x="284" y="128"/>
                    <a:pt x="275" y="128"/>
                    <a:pt x="275" y="128"/>
                  </a:cubicBezTo>
                  <a:cubicBezTo>
                    <a:pt x="275" y="128"/>
                    <a:pt x="249" y="123"/>
                    <a:pt x="245" y="122"/>
                  </a:cubicBezTo>
                  <a:cubicBezTo>
                    <a:pt x="240" y="120"/>
                    <a:pt x="241" y="115"/>
                    <a:pt x="245" y="110"/>
                  </a:cubicBezTo>
                  <a:cubicBezTo>
                    <a:pt x="249" y="106"/>
                    <a:pt x="249" y="92"/>
                    <a:pt x="252" y="84"/>
                  </a:cubicBezTo>
                  <a:cubicBezTo>
                    <a:pt x="255" y="77"/>
                    <a:pt x="241" y="82"/>
                    <a:pt x="238" y="87"/>
                  </a:cubicBezTo>
                  <a:cubicBezTo>
                    <a:pt x="235" y="91"/>
                    <a:pt x="223" y="86"/>
                    <a:pt x="218" y="79"/>
                  </a:cubicBezTo>
                  <a:cubicBezTo>
                    <a:pt x="213" y="73"/>
                    <a:pt x="216" y="59"/>
                    <a:pt x="218" y="57"/>
                  </a:cubicBezTo>
                  <a:cubicBezTo>
                    <a:pt x="221" y="55"/>
                    <a:pt x="222" y="40"/>
                    <a:pt x="224" y="37"/>
                  </a:cubicBezTo>
                  <a:cubicBezTo>
                    <a:pt x="226" y="34"/>
                    <a:pt x="252" y="18"/>
                    <a:pt x="265" y="21"/>
                  </a:cubicBezTo>
                  <a:cubicBezTo>
                    <a:pt x="279" y="24"/>
                    <a:pt x="296" y="23"/>
                    <a:pt x="308" y="19"/>
                  </a:cubicBezTo>
                  <a:cubicBezTo>
                    <a:pt x="320" y="15"/>
                    <a:pt x="329" y="7"/>
                    <a:pt x="333" y="6"/>
                  </a:cubicBezTo>
                  <a:cubicBezTo>
                    <a:pt x="337" y="5"/>
                    <a:pt x="392" y="0"/>
                    <a:pt x="409" y="5"/>
                  </a:cubicBezTo>
                  <a:cubicBezTo>
                    <a:pt x="426" y="10"/>
                    <a:pt x="448" y="47"/>
                    <a:pt x="453" y="51"/>
                  </a:cubicBezTo>
                  <a:cubicBezTo>
                    <a:pt x="457" y="55"/>
                    <a:pt x="459" y="59"/>
                    <a:pt x="465" y="68"/>
                  </a:cubicBezTo>
                  <a:cubicBezTo>
                    <a:pt x="469" y="84"/>
                    <a:pt x="472" y="100"/>
                    <a:pt x="475" y="116"/>
                  </a:cubicBezTo>
                  <a:cubicBezTo>
                    <a:pt x="470" y="114"/>
                    <a:pt x="466" y="110"/>
                    <a:pt x="464" y="107"/>
                  </a:cubicBezTo>
                  <a:cubicBezTo>
                    <a:pt x="458" y="100"/>
                    <a:pt x="454" y="97"/>
                    <a:pt x="457" y="105"/>
                  </a:cubicBezTo>
                  <a:cubicBezTo>
                    <a:pt x="460" y="113"/>
                    <a:pt x="456" y="114"/>
                    <a:pt x="453" y="122"/>
                  </a:cubicBezTo>
                  <a:cubicBezTo>
                    <a:pt x="450" y="129"/>
                    <a:pt x="462" y="127"/>
                    <a:pt x="464" y="127"/>
                  </a:cubicBezTo>
                  <a:cubicBezTo>
                    <a:pt x="467" y="126"/>
                    <a:pt x="469" y="123"/>
                    <a:pt x="472" y="132"/>
                  </a:cubicBezTo>
                  <a:cubicBezTo>
                    <a:pt x="474" y="137"/>
                    <a:pt x="476" y="139"/>
                    <a:pt x="478" y="139"/>
                  </a:cubicBezTo>
                  <a:cubicBezTo>
                    <a:pt x="488" y="206"/>
                    <a:pt x="489" y="275"/>
                    <a:pt x="480" y="343"/>
                  </a:cubicBezTo>
                  <a:cubicBezTo>
                    <a:pt x="477" y="344"/>
                    <a:pt x="470" y="346"/>
                    <a:pt x="464" y="347"/>
                  </a:cubicBezTo>
                  <a:cubicBezTo>
                    <a:pt x="457" y="348"/>
                    <a:pt x="452" y="336"/>
                    <a:pt x="446" y="337"/>
                  </a:cubicBezTo>
                  <a:cubicBezTo>
                    <a:pt x="436" y="340"/>
                    <a:pt x="429" y="348"/>
                    <a:pt x="429" y="355"/>
                  </a:cubicBezTo>
                  <a:cubicBezTo>
                    <a:pt x="429" y="362"/>
                    <a:pt x="428" y="384"/>
                    <a:pt x="431" y="388"/>
                  </a:cubicBezTo>
                  <a:cubicBezTo>
                    <a:pt x="434" y="392"/>
                    <a:pt x="448" y="403"/>
                    <a:pt x="438" y="407"/>
                  </a:cubicBezTo>
                  <a:cubicBezTo>
                    <a:pt x="428" y="411"/>
                    <a:pt x="425" y="413"/>
                    <a:pt x="420" y="409"/>
                  </a:cubicBezTo>
                  <a:cubicBezTo>
                    <a:pt x="415" y="406"/>
                    <a:pt x="407" y="427"/>
                    <a:pt x="410" y="431"/>
                  </a:cubicBezTo>
                  <a:cubicBezTo>
                    <a:pt x="414" y="435"/>
                    <a:pt x="423" y="447"/>
                    <a:pt x="427" y="450"/>
                  </a:cubicBezTo>
                  <a:cubicBezTo>
                    <a:pt x="431" y="453"/>
                    <a:pt x="446" y="458"/>
                    <a:pt x="448" y="453"/>
                  </a:cubicBezTo>
                  <a:cubicBezTo>
                    <a:pt x="450" y="448"/>
                    <a:pt x="458" y="427"/>
                    <a:pt x="456" y="420"/>
                  </a:cubicBezTo>
                  <a:cubicBezTo>
                    <a:pt x="453" y="412"/>
                    <a:pt x="467" y="414"/>
                    <a:pt x="467" y="408"/>
                  </a:cubicBezTo>
                  <a:cubicBezTo>
                    <a:pt x="466" y="402"/>
                    <a:pt x="461" y="402"/>
                    <a:pt x="461" y="396"/>
                  </a:cubicBezTo>
                  <a:cubicBezTo>
                    <a:pt x="461" y="390"/>
                    <a:pt x="462" y="384"/>
                    <a:pt x="460" y="379"/>
                  </a:cubicBezTo>
                  <a:cubicBezTo>
                    <a:pt x="459" y="374"/>
                    <a:pt x="452" y="379"/>
                    <a:pt x="457" y="370"/>
                  </a:cubicBezTo>
                  <a:cubicBezTo>
                    <a:pt x="463" y="362"/>
                    <a:pt x="474" y="360"/>
                    <a:pt x="475" y="367"/>
                  </a:cubicBezTo>
                  <a:cubicBezTo>
                    <a:pt x="475" y="368"/>
                    <a:pt x="476" y="369"/>
                    <a:pt x="476" y="370"/>
                  </a:cubicBezTo>
                  <a:cubicBezTo>
                    <a:pt x="465" y="437"/>
                    <a:pt x="445" y="503"/>
                    <a:pt x="416" y="567"/>
                  </a:cubicBezTo>
                  <a:cubicBezTo>
                    <a:pt x="416" y="564"/>
                    <a:pt x="415" y="560"/>
                    <a:pt x="415" y="559"/>
                  </a:cubicBezTo>
                  <a:cubicBezTo>
                    <a:pt x="412" y="556"/>
                    <a:pt x="398" y="562"/>
                    <a:pt x="395" y="558"/>
                  </a:cubicBezTo>
                  <a:cubicBezTo>
                    <a:pt x="392" y="555"/>
                    <a:pt x="389" y="543"/>
                    <a:pt x="384" y="534"/>
                  </a:cubicBezTo>
                  <a:cubicBezTo>
                    <a:pt x="379" y="525"/>
                    <a:pt x="383" y="512"/>
                    <a:pt x="383" y="503"/>
                  </a:cubicBezTo>
                  <a:cubicBezTo>
                    <a:pt x="384" y="495"/>
                    <a:pt x="368" y="500"/>
                    <a:pt x="365" y="509"/>
                  </a:cubicBezTo>
                  <a:cubicBezTo>
                    <a:pt x="362" y="518"/>
                    <a:pt x="370" y="535"/>
                    <a:pt x="367" y="541"/>
                  </a:cubicBezTo>
                  <a:cubicBezTo>
                    <a:pt x="364" y="547"/>
                    <a:pt x="365" y="550"/>
                    <a:pt x="368" y="560"/>
                  </a:cubicBezTo>
                  <a:cubicBezTo>
                    <a:pt x="371" y="571"/>
                    <a:pt x="363" y="572"/>
                    <a:pt x="366" y="576"/>
                  </a:cubicBezTo>
                  <a:cubicBezTo>
                    <a:pt x="370" y="580"/>
                    <a:pt x="380" y="575"/>
                    <a:pt x="388" y="574"/>
                  </a:cubicBezTo>
                  <a:cubicBezTo>
                    <a:pt x="396" y="573"/>
                    <a:pt x="399" y="567"/>
                    <a:pt x="402" y="569"/>
                  </a:cubicBezTo>
                  <a:cubicBezTo>
                    <a:pt x="405" y="571"/>
                    <a:pt x="399" y="581"/>
                    <a:pt x="403" y="584"/>
                  </a:cubicBezTo>
                  <a:cubicBezTo>
                    <a:pt x="404" y="585"/>
                    <a:pt x="405" y="586"/>
                    <a:pt x="406" y="588"/>
                  </a:cubicBezTo>
                  <a:cubicBezTo>
                    <a:pt x="403" y="595"/>
                    <a:pt x="399" y="602"/>
                    <a:pt x="396" y="609"/>
                  </a:cubicBezTo>
                  <a:cubicBezTo>
                    <a:pt x="390" y="620"/>
                    <a:pt x="383" y="631"/>
                    <a:pt x="377" y="642"/>
                  </a:cubicBezTo>
                  <a:cubicBezTo>
                    <a:pt x="374" y="643"/>
                    <a:pt x="372" y="644"/>
                    <a:pt x="370" y="645"/>
                  </a:cubicBezTo>
                  <a:cubicBezTo>
                    <a:pt x="360" y="648"/>
                    <a:pt x="349" y="654"/>
                    <a:pt x="339" y="651"/>
                  </a:cubicBezTo>
                  <a:cubicBezTo>
                    <a:pt x="328" y="649"/>
                    <a:pt x="324" y="655"/>
                    <a:pt x="316" y="652"/>
                  </a:cubicBezTo>
                  <a:cubicBezTo>
                    <a:pt x="309" y="649"/>
                    <a:pt x="282" y="651"/>
                    <a:pt x="278" y="652"/>
                  </a:cubicBezTo>
                  <a:cubicBezTo>
                    <a:pt x="273" y="653"/>
                    <a:pt x="254" y="650"/>
                    <a:pt x="250" y="646"/>
                  </a:cubicBezTo>
                  <a:cubicBezTo>
                    <a:pt x="247" y="641"/>
                    <a:pt x="253" y="623"/>
                    <a:pt x="258" y="610"/>
                  </a:cubicBezTo>
                  <a:cubicBezTo>
                    <a:pt x="263" y="597"/>
                    <a:pt x="264" y="590"/>
                    <a:pt x="264" y="584"/>
                  </a:cubicBezTo>
                  <a:cubicBezTo>
                    <a:pt x="265" y="578"/>
                    <a:pt x="261" y="559"/>
                    <a:pt x="260" y="556"/>
                  </a:cubicBezTo>
                  <a:cubicBezTo>
                    <a:pt x="259" y="552"/>
                    <a:pt x="263" y="529"/>
                    <a:pt x="267" y="521"/>
                  </a:cubicBezTo>
                  <a:cubicBezTo>
                    <a:pt x="271" y="513"/>
                    <a:pt x="262" y="512"/>
                    <a:pt x="266" y="503"/>
                  </a:cubicBezTo>
                  <a:cubicBezTo>
                    <a:pt x="269" y="493"/>
                    <a:pt x="269" y="478"/>
                    <a:pt x="271" y="472"/>
                  </a:cubicBezTo>
                  <a:cubicBezTo>
                    <a:pt x="273" y="465"/>
                    <a:pt x="257" y="465"/>
                    <a:pt x="252" y="464"/>
                  </a:cubicBezTo>
                  <a:cubicBezTo>
                    <a:pt x="247" y="462"/>
                    <a:pt x="241" y="451"/>
                    <a:pt x="249" y="439"/>
                  </a:cubicBezTo>
                  <a:cubicBezTo>
                    <a:pt x="257" y="427"/>
                    <a:pt x="262" y="429"/>
                    <a:pt x="268" y="433"/>
                  </a:cubicBezTo>
                  <a:cubicBezTo>
                    <a:pt x="274" y="436"/>
                    <a:pt x="274" y="431"/>
                    <a:pt x="284" y="426"/>
                  </a:cubicBezTo>
                  <a:cubicBezTo>
                    <a:pt x="294" y="421"/>
                    <a:pt x="305" y="406"/>
                    <a:pt x="311" y="395"/>
                  </a:cubicBezTo>
                  <a:cubicBezTo>
                    <a:pt x="317" y="385"/>
                    <a:pt x="310" y="388"/>
                    <a:pt x="304" y="387"/>
                  </a:cubicBezTo>
                  <a:cubicBezTo>
                    <a:pt x="298" y="386"/>
                    <a:pt x="290" y="384"/>
                    <a:pt x="288" y="382"/>
                  </a:cubicBezTo>
                  <a:cubicBezTo>
                    <a:pt x="286" y="380"/>
                    <a:pt x="278" y="371"/>
                    <a:pt x="275" y="372"/>
                  </a:cubicBezTo>
                  <a:cubicBezTo>
                    <a:pt x="272" y="374"/>
                    <a:pt x="263" y="367"/>
                    <a:pt x="263" y="362"/>
                  </a:cubicBezTo>
                  <a:cubicBezTo>
                    <a:pt x="262" y="356"/>
                    <a:pt x="253" y="345"/>
                    <a:pt x="253" y="341"/>
                  </a:cubicBezTo>
                  <a:cubicBezTo>
                    <a:pt x="254" y="337"/>
                    <a:pt x="265" y="319"/>
                    <a:pt x="265" y="312"/>
                  </a:cubicBezTo>
                  <a:cubicBezTo>
                    <a:pt x="266" y="306"/>
                    <a:pt x="257" y="309"/>
                    <a:pt x="253" y="311"/>
                  </a:cubicBezTo>
                  <a:cubicBezTo>
                    <a:pt x="248" y="312"/>
                    <a:pt x="238" y="310"/>
                    <a:pt x="239" y="314"/>
                  </a:cubicBezTo>
                  <a:cubicBezTo>
                    <a:pt x="240" y="318"/>
                    <a:pt x="246" y="327"/>
                    <a:pt x="242" y="333"/>
                  </a:cubicBezTo>
                  <a:cubicBezTo>
                    <a:pt x="238" y="339"/>
                    <a:pt x="231" y="338"/>
                    <a:pt x="227" y="339"/>
                  </a:cubicBezTo>
                  <a:cubicBezTo>
                    <a:pt x="222" y="341"/>
                    <a:pt x="204" y="348"/>
                    <a:pt x="205" y="343"/>
                  </a:cubicBezTo>
                  <a:cubicBezTo>
                    <a:pt x="205" y="338"/>
                    <a:pt x="217" y="312"/>
                    <a:pt x="217" y="308"/>
                  </a:cubicBezTo>
                  <a:cubicBezTo>
                    <a:pt x="217" y="303"/>
                    <a:pt x="216" y="292"/>
                    <a:pt x="218" y="284"/>
                  </a:cubicBezTo>
                  <a:cubicBezTo>
                    <a:pt x="220" y="276"/>
                    <a:pt x="215" y="270"/>
                    <a:pt x="214" y="262"/>
                  </a:cubicBezTo>
                  <a:cubicBezTo>
                    <a:pt x="212" y="254"/>
                    <a:pt x="205" y="239"/>
                    <a:pt x="204" y="230"/>
                  </a:cubicBezTo>
                  <a:cubicBezTo>
                    <a:pt x="202" y="221"/>
                    <a:pt x="197" y="212"/>
                    <a:pt x="192" y="220"/>
                  </a:cubicBezTo>
                  <a:cubicBezTo>
                    <a:pt x="187" y="227"/>
                    <a:pt x="195" y="234"/>
                    <a:pt x="194" y="244"/>
                  </a:cubicBezTo>
                  <a:cubicBezTo>
                    <a:pt x="194" y="254"/>
                    <a:pt x="199" y="263"/>
                    <a:pt x="202" y="267"/>
                  </a:cubicBezTo>
                  <a:cubicBezTo>
                    <a:pt x="205" y="272"/>
                    <a:pt x="211" y="288"/>
                    <a:pt x="211" y="288"/>
                  </a:cubicBezTo>
                  <a:cubicBezTo>
                    <a:pt x="211" y="288"/>
                    <a:pt x="204" y="288"/>
                    <a:pt x="201" y="285"/>
                  </a:cubicBezTo>
                  <a:cubicBezTo>
                    <a:pt x="197" y="282"/>
                    <a:pt x="194" y="304"/>
                    <a:pt x="190" y="309"/>
                  </a:cubicBezTo>
                  <a:cubicBezTo>
                    <a:pt x="187" y="315"/>
                    <a:pt x="184" y="303"/>
                    <a:pt x="186" y="296"/>
                  </a:cubicBezTo>
                  <a:cubicBezTo>
                    <a:pt x="188" y="289"/>
                    <a:pt x="188" y="280"/>
                    <a:pt x="187" y="276"/>
                  </a:cubicBezTo>
                  <a:cubicBezTo>
                    <a:pt x="186" y="272"/>
                    <a:pt x="174" y="258"/>
                    <a:pt x="172" y="255"/>
                  </a:cubicBezTo>
                  <a:cubicBezTo>
                    <a:pt x="171" y="252"/>
                    <a:pt x="165" y="238"/>
                    <a:pt x="168" y="230"/>
                  </a:cubicBezTo>
                  <a:cubicBezTo>
                    <a:pt x="171" y="222"/>
                    <a:pt x="162" y="216"/>
                    <a:pt x="159" y="216"/>
                  </a:cubicBezTo>
                  <a:cubicBezTo>
                    <a:pt x="155" y="217"/>
                    <a:pt x="142" y="221"/>
                    <a:pt x="138" y="219"/>
                  </a:cubicBezTo>
                  <a:cubicBezTo>
                    <a:pt x="133" y="216"/>
                    <a:pt x="129" y="209"/>
                    <a:pt x="125" y="205"/>
                  </a:cubicBezTo>
                  <a:cubicBezTo>
                    <a:pt x="120" y="202"/>
                    <a:pt x="114" y="213"/>
                    <a:pt x="108" y="219"/>
                  </a:cubicBezTo>
                  <a:cubicBezTo>
                    <a:pt x="103" y="224"/>
                    <a:pt x="98" y="215"/>
                    <a:pt x="91" y="219"/>
                  </a:cubicBezTo>
                  <a:cubicBezTo>
                    <a:pt x="83" y="222"/>
                    <a:pt x="73" y="224"/>
                    <a:pt x="72" y="230"/>
                  </a:cubicBezTo>
                  <a:cubicBezTo>
                    <a:pt x="72" y="235"/>
                    <a:pt x="75" y="237"/>
                    <a:pt x="67" y="238"/>
                  </a:cubicBezTo>
                  <a:cubicBezTo>
                    <a:pt x="60" y="239"/>
                    <a:pt x="52" y="246"/>
                    <a:pt x="46" y="244"/>
                  </a:cubicBezTo>
                  <a:cubicBezTo>
                    <a:pt x="41" y="242"/>
                    <a:pt x="32" y="241"/>
                    <a:pt x="30" y="237"/>
                  </a:cubicBezTo>
                  <a:cubicBezTo>
                    <a:pt x="28" y="233"/>
                    <a:pt x="20" y="242"/>
                    <a:pt x="17" y="244"/>
                  </a:cubicBezTo>
                  <a:cubicBezTo>
                    <a:pt x="14" y="245"/>
                    <a:pt x="16" y="234"/>
                    <a:pt x="15" y="228"/>
                  </a:cubicBezTo>
                  <a:cubicBezTo>
                    <a:pt x="15" y="223"/>
                    <a:pt x="5" y="222"/>
                    <a:pt x="3" y="220"/>
                  </a:cubicBezTo>
                  <a:cubicBezTo>
                    <a:pt x="1" y="217"/>
                    <a:pt x="3" y="209"/>
                    <a:pt x="1" y="204"/>
                  </a:cubicBezTo>
                  <a:cubicBezTo>
                    <a:pt x="0" y="199"/>
                    <a:pt x="4" y="192"/>
                    <a:pt x="8" y="191"/>
                  </a:cubicBezTo>
                  <a:cubicBezTo>
                    <a:pt x="12" y="190"/>
                    <a:pt x="16" y="187"/>
                    <a:pt x="18" y="179"/>
                  </a:cubicBezTo>
                  <a:cubicBezTo>
                    <a:pt x="20" y="171"/>
                    <a:pt x="28" y="154"/>
                    <a:pt x="36" y="154"/>
                  </a:cubicBezTo>
                  <a:cubicBezTo>
                    <a:pt x="43" y="154"/>
                    <a:pt x="56" y="165"/>
                    <a:pt x="63" y="169"/>
                  </a:cubicBezTo>
                  <a:cubicBezTo>
                    <a:pt x="70" y="173"/>
                    <a:pt x="81" y="183"/>
                    <a:pt x="86" y="179"/>
                  </a:cubicBezTo>
                  <a:cubicBezTo>
                    <a:pt x="93" y="173"/>
                    <a:pt x="98" y="166"/>
                    <a:pt x="101" y="158"/>
                  </a:cubicBezTo>
                  <a:close/>
                  <a:moveTo>
                    <a:pt x="403" y="136"/>
                  </a:moveTo>
                  <a:cubicBezTo>
                    <a:pt x="403" y="136"/>
                    <a:pt x="403" y="136"/>
                    <a:pt x="403" y="136"/>
                  </a:cubicBezTo>
                  <a:cubicBezTo>
                    <a:pt x="397" y="143"/>
                    <a:pt x="410" y="158"/>
                    <a:pt x="416" y="153"/>
                  </a:cubicBezTo>
                  <a:cubicBezTo>
                    <a:pt x="422" y="149"/>
                    <a:pt x="412" y="127"/>
                    <a:pt x="403" y="136"/>
                  </a:cubicBezTo>
                  <a:close/>
                  <a:moveTo>
                    <a:pt x="279" y="321"/>
                  </a:moveTo>
                  <a:cubicBezTo>
                    <a:pt x="279" y="321"/>
                    <a:pt x="279" y="321"/>
                    <a:pt x="279" y="321"/>
                  </a:cubicBezTo>
                  <a:cubicBezTo>
                    <a:pt x="278" y="325"/>
                    <a:pt x="289" y="320"/>
                    <a:pt x="293" y="322"/>
                  </a:cubicBezTo>
                  <a:cubicBezTo>
                    <a:pt x="298" y="325"/>
                    <a:pt x="308" y="333"/>
                    <a:pt x="314" y="329"/>
                  </a:cubicBezTo>
                  <a:cubicBezTo>
                    <a:pt x="320" y="325"/>
                    <a:pt x="330" y="329"/>
                    <a:pt x="337" y="335"/>
                  </a:cubicBezTo>
                  <a:cubicBezTo>
                    <a:pt x="344" y="341"/>
                    <a:pt x="346" y="351"/>
                    <a:pt x="351" y="355"/>
                  </a:cubicBezTo>
                  <a:cubicBezTo>
                    <a:pt x="356" y="359"/>
                    <a:pt x="372" y="365"/>
                    <a:pt x="377" y="366"/>
                  </a:cubicBezTo>
                  <a:cubicBezTo>
                    <a:pt x="383" y="367"/>
                    <a:pt x="388" y="355"/>
                    <a:pt x="383" y="345"/>
                  </a:cubicBezTo>
                  <a:cubicBezTo>
                    <a:pt x="378" y="335"/>
                    <a:pt x="376" y="323"/>
                    <a:pt x="371" y="316"/>
                  </a:cubicBezTo>
                  <a:cubicBezTo>
                    <a:pt x="365" y="309"/>
                    <a:pt x="365" y="304"/>
                    <a:pt x="370" y="305"/>
                  </a:cubicBezTo>
                  <a:cubicBezTo>
                    <a:pt x="375" y="305"/>
                    <a:pt x="384" y="302"/>
                    <a:pt x="378" y="299"/>
                  </a:cubicBezTo>
                  <a:cubicBezTo>
                    <a:pt x="372" y="295"/>
                    <a:pt x="365" y="295"/>
                    <a:pt x="362" y="299"/>
                  </a:cubicBezTo>
                  <a:cubicBezTo>
                    <a:pt x="359" y="302"/>
                    <a:pt x="353" y="305"/>
                    <a:pt x="350" y="306"/>
                  </a:cubicBezTo>
                  <a:cubicBezTo>
                    <a:pt x="347" y="306"/>
                    <a:pt x="337" y="309"/>
                    <a:pt x="338" y="304"/>
                  </a:cubicBezTo>
                  <a:cubicBezTo>
                    <a:pt x="339" y="298"/>
                    <a:pt x="340" y="280"/>
                    <a:pt x="337" y="277"/>
                  </a:cubicBezTo>
                  <a:cubicBezTo>
                    <a:pt x="335" y="275"/>
                    <a:pt x="330" y="273"/>
                    <a:pt x="322" y="279"/>
                  </a:cubicBezTo>
                  <a:cubicBezTo>
                    <a:pt x="314" y="285"/>
                    <a:pt x="305" y="291"/>
                    <a:pt x="300" y="293"/>
                  </a:cubicBezTo>
                  <a:cubicBezTo>
                    <a:pt x="295" y="294"/>
                    <a:pt x="285" y="301"/>
                    <a:pt x="287" y="305"/>
                  </a:cubicBezTo>
                  <a:cubicBezTo>
                    <a:pt x="290" y="308"/>
                    <a:pt x="279" y="321"/>
                    <a:pt x="279" y="321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58" name="Group 10257"/>
          <p:cNvGrpSpPr/>
          <p:nvPr/>
        </p:nvGrpSpPr>
        <p:grpSpPr>
          <a:xfrm>
            <a:off x="4142581" y="2954954"/>
            <a:ext cx="3145759" cy="2618091"/>
            <a:chOff x="3640138" y="1978026"/>
            <a:chExt cx="4438650" cy="3694113"/>
          </a:xfr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1">
                  <a:alpha val="61000"/>
                </a:schemeClr>
              </a:gs>
            </a:gsLst>
            <a:lin ang="0" scaled="0"/>
            <a:tileRect/>
          </a:gradFill>
        </p:grpSpPr>
        <p:sp>
          <p:nvSpPr>
            <p:cNvPr id="138" name="Freeform 530"/>
            <p:cNvSpPr>
              <a:spLocks noEditPoints="1"/>
            </p:cNvSpPr>
            <p:nvPr/>
          </p:nvSpPr>
          <p:spPr bwMode="auto">
            <a:xfrm>
              <a:off x="3640138" y="1978026"/>
              <a:ext cx="4438650" cy="3694113"/>
            </a:xfrm>
            <a:custGeom>
              <a:avLst/>
              <a:gdLst>
                <a:gd name="T0" fmla="*/ 362 w 2015"/>
                <a:gd name="T1" fmla="*/ 1068 h 1677"/>
                <a:gd name="T2" fmla="*/ 346 w 2015"/>
                <a:gd name="T3" fmla="*/ 1139 h 1677"/>
                <a:gd name="T4" fmla="*/ 354 w 2015"/>
                <a:gd name="T5" fmla="*/ 1188 h 1677"/>
                <a:gd name="T6" fmla="*/ 376 w 2015"/>
                <a:gd name="T7" fmla="*/ 1254 h 1677"/>
                <a:gd name="T8" fmla="*/ 448 w 2015"/>
                <a:gd name="T9" fmla="*/ 1238 h 1677"/>
                <a:gd name="T10" fmla="*/ 496 w 2015"/>
                <a:gd name="T11" fmla="*/ 1224 h 1677"/>
                <a:gd name="T12" fmla="*/ 576 w 2015"/>
                <a:gd name="T13" fmla="*/ 1185 h 1677"/>
                <a:gd name="T14" fmla="*/ 627 w 2015"/>
                <a:gd name="T15" fmla="*/ 1149 h 1677"/>
                <a:gd name="T16" fmla="*/ 687 w 2015"/>
                <a:gd name="T17" fmla="*/ 1108 h 1677"/>
                <a:gd name="T18" fmla="*/ 752 w 2015"/>
                <a:gd name="T19" fmla="*/ 1065 h 1677"/>
                <a:gd name="T20" fmla="*/ 810 w 2015"/>
                <a:gd name="T21" fmla="*/ 1008 h 1677"/>
                <a:gd name="T22" fmla="*/ 903 w 2015"/>
                <a:gd name="T23" fmla="*/ 939 h 1677"/>
                <a:gd name="T24" fmla="*/ 975 w 2015"/>
                <a:gd name="T25" fmla="*/ 882 h 1677"/>
                <a:gd name="T26" fmla="*/ 1068 w 2015"/>
                <a:gd name="T27" fmla="*/ 805 h 1677"/>
                <a:gd name="T28" fmla="*/ 1120 w 2015"/>
                <a:gd name="T29" fmla="*/ 754 h 1677"/>
                <a:gd name="T30" fmla="*/ 1392 w 2015"/>
                <a:gd name="T31" fmla="*/ 510 h 1677"/>
                <a:gd name="T32" fmla="*/ 1747 w 2015"/>
                <a:gd name="T33" fmla="*/ 247 h 1677"/>
                <a:gd name="T34" fmla="*/ 1749 w 2015"/>
                <a:gd name="T35" fmla="*/ 541 h 1677"/>
                <a:gd name="T36" fmla="*/ 1469 w 2015"/>
                <a:gd name="T37" fmla="*/ 905 h 1677"/>
                <a:gd name="T38" fmla="*/ 1421 w 2015"/>
                <a:gd name="T39" fmla="*/ 960 h 1677"/>
                <a:gd name="T40" fmla="*/ 1362 w 2015"/>
                <a:gd name="T41" fmla="*/ 1023 h 1677"/>
                <a:gd name="T42" fmla="*/ 1308 w 2015"/>
                <a:gd name="T43" fmla="*/ 1045 h 1677"/>
                <a:gd name="T44" fmla="*/ 1281 w 2015"/>
                <a:gd name="T45" fmla="*/ 1080 h 1677"/>
                <a:gd name="T46" fmla="*/ 1233 w 2015"/>
                <a:gd name="T47" fmla="*/ 1105 h 1677"/>
                <a:gd name="T48" fmla="*/ 1204 w 2015"/>
                <a:gd name="T49" fmla="*/ 1140 h 1677"/>
                <a:gd name="T50" fmla="*/ 1145 w 2015"/>
                <a:gd name="T51" fmla="*/ 1205 h 1677"/>
                <a:gd name="T52" fmla="*/ 1103 w 2015"/>
                <a:gd name="T53" fmla="*/ 1249 h 1677"/>
                <a:gd name="T54" fmla="*/ 1063 w 2015"/>
                <a:gd name="T55" fmla="*/ 1269 h 1677"/>
                <a:gd name="T56" fmla="*/ 1037 w 2015"/>
                <a:gd name="T57" fmla="*/ 1294 h 1677"/>
                <a:gd name="T58" fmla="*/ 997 w 2015"/>
                <a:gd name="T59" fmla="*/ 1321 h 1677"/>
                <a:gd name="T60" fmla="*/ 955 w 2015"/>
                <a:gd name="T61" fmla="*/ 1349 h 1677"/>
                <a:gd name="T62" fmla="*/ 916 w 2015"/>
                <a:gd name="T63" fmla="*/ 1404 h 1677"/>
                <a:gd name="T64" fmla="*/ 827 w 2015"/>
                <a:gd name="T65" fmla="*/ 1439 h 1677"/>
                <a:gd name="T66" fmla="*/ 766 w 2015"/>
                <a:gd name="T67" fmla="*/ 1480 h 1677"/>
                <a:gd name="T68" fmla="*/ 711 w 2015"/>
                <a:gd name="T69" fmla="*/ 1506 h 1677"/>
                <a:gd name="T70" fmla="*/ 669 w 2015"/>
                <a:gd name="T71" fmla="*/ 1533 h 1677"/>
                <a:gd name="T72" fmla="*/ 611 w 2015"/>
                <a:gd name="T73" fmla="*/ 1557 h 1677"/>
                <a:gd name="T74" fmla="*/ 538 w 2015"/>
                <a:gd name="T75" fmla="*/ 1591 h 1677"/>
                <a:gd name="T76" fmla="*/ 491 w 2015"/>
                <a:gd name="T77" fmla="*/ 1612 h 1677"/>
                <a:gd name="T78" fmla="*/ 438 w 2015"/>
                <a:gd name="T79" fmla="*/ 1637 h 1677"/>
                <a:gd name="T80" fmla="*/ 389 w 2015"/>
                <a:gd name="T81" fmla="*/ 1645 h 1677"/>
                <a:gd name="T82" fmla="*/ 350 w 2015"/>
                <a:gd name="T83" fmla="*/ 1658 h 1677"/>
                <a:gd name="T84" fmla="*/ 319 w 2015"/>
                <a:gd name="T85" fmla="*/ 1666 h 1677"/>
                <a:gd name="T86" fmla="*/ 257 w 2015"/>
                <a:gd name="T87" fmla="*/ 1671 h 1677"/>
                <a:gd name="T88" fmla="*/ 209 w 2015"/>
                <a:gd name="T89" fmla="*/ 1672 h 1677"/>
                <a:gd name="T90" fmla="*/ 127 w 2015"/>
                <a:gd name="T91" fmla="*/ 1669 h 1677"/>
                <a:gd name="T92" fmla="*/ 70 w 2015"/>
                <a:gd name="T93" fmla="*/ 1625 h 1677"/>
                <a:gd name="T94" fmla="*/ 37 w 2015"/>
                <a:gd name="T95" fmla="*/ 1586 h 1677"/>
                <a:gd name="T96" fmla="*/ 11 w 2015"/>
                <a:gd name="T97" fmla="*/ 1505 h 1677"/>
                <a:gd name="T98" fmla="*/ 12 w 2015"/>
                <a:gd name="T99" fmla="*/ 1454 h 1677"/>
                <a:gd name="T100" fmla="*/ 29 w 2015"/>
                <a:gd name="T101" fmla="*/ 1388 h 1677"/>
                <a:gd name="T102" fmla="*/ 41 w 2015"/>
                <a:gd name="T103" fmla="*/ 1306 h 1677"/>
                <a:gd name="T104" fmla="*/ 44 w 2015"/>
                <a:gd name="T105" fmla="*/ 1264 h 1677"/>
                <a:gd name="T106" fmla="*/ 65 w 2015"/>
                <a:gd name="T107" fmla="*/ 1229 h 1677"/>
                <a:gd name="T108" fmla="*/ 92 w 2015"/>
                <a:gd name="T109" fmla="*/ 1182 h 1677"/>
                <a:gd name="T110" fmla="*/ 130 w 2015"/>
                <a:gd name="T111" fmla="*/ 1114 h 1677"/>
                <a:gd name="T112" fmla="*/ 174 w 2015"/>
                <a:gd name="T113" fmla="*/ 1023 h 1677"/>
                <a:gd name="T114" fmla="*/ 219 w 2015"/>
                <a:gd name="T115" fmla="*/ 957 h 1677"/>
                <a:gd name="T116" fmla="*/ 288 w 2015"/>
                <a:gd name="T117" fmla="*/ 842 h 1677"/>
                <a:gd name="T118" fmla="*/ 370 w 2015"/>
                <a:gd name="T119" fmla="*/ 1643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5" h="1677">
                  <a:moveTo>
                    <a:pt x="364" y="1027"/>
                  </a:moveTo>
                  <a:cubicBezTo>
                    <a:pt x="364" y="1027"/>
                    <a:pt x="364" y="1027"/>
                    <a:pt x="364" y="1027"/>
                  </a:cubicBezTo>
                  <a:cubicBezTo>
                    <a:pt x="365" y="1029"/>
                    <a:pt x="365" y="1031"/>
                    <a:pt x="365" y="1034"/>
                  </a:cubicBezTo>
                  <a:cubicBezTo>
                    <a:pt x="365" y="1038"/>
                    <a:pt x="364" y="1042"/>
                    <a:pt x="362" y="1045"/>
                  </a:cubicBezTo>
                  <a:cubicBezTo>
                    <a:pt x="364" y="1048"/>
                    <a:pt x="366" y="1052"/>
                    <a:pt x="366" y="1057"/>
                  </a:cubicBezTo>
                  <a:cubicBezTo>
                    <a:pt x="366" y="1061"/>
                    <a:pt x="365" y="1065"/>
                    <a:pt x="362" y="1068"/>
                  </a:cubicBezTo>
                  <a:cubicBezTo>
                    <a:pt x="367" y="1071"/>
                    <a:pt x="370" y="1077"/>
                    <a:pt x="370" y="1083"/>
                  </a:cubicBezTo>
                  <a:cubicBezTo>
                    <a:pt x="370" y="1093"/>
                    <a:pt x="362" y="1101"/>
                    <a:pt x="352" y="1101"/>
                  </a:cubicBezTo>
                  <a:cubicBezTo>
                    <a:pt x="352" y="1101"/>
                    <a:pt x="352" y="1101"/>
                    <a:pt x="352" y="1101"/>
                  </a:cubicBezTo>
                  <a:cubicBezTo>
                    <a:pt x="352" y="1102"/>
                    <a:pt x="352" y="1102"/>
                    <a:pt x="352" y="1103"/>
                  </a:cubicBezTo>
                  <a:cubicBezTo>
                    <a:pt x="358" y="1106"/>
                    <a:pt x="363" y="1112"/>
                    <a:pt x="363" y="1120"/>
                  </a:cubicBezTo>
                  <a:cubicBezTo>
                    <a:pt x="363" y="1130"/>
                    <a:pt x="355" y="1139"/>
                    <a:pt x="346" y="1139"/>
                  </a:cubicBezTo>
                  <a:cubicBezTo>
                    <a:pt x="344" y="1139"/>
                    <a:pt x="343" y="1139"/>
                    <a:pt x="342" y="1138"/>
                  </a:cubicBezTo>
                  <a:cubicBezTo>
                    <a:pt x="343" y="1139"/>
                    <a:pt x="343" y="1140"/>
                    <a:pt x="343" y="1141"/>
                  </a:cubicBezTo>
                  <a:cubicBezTo>
                    <a:pt x="343" y="1145"/>
                    <a:pt x="341" y="1149"/>
                    <a:pt x="339" y="1152"/>
                  </a:cubicBezTo>
                  <a:cubicBezTo>
                    <a:pt x="342" y="1156"/>
                    <a:pt x="345" y="1161"/>
                    <a:pt x="345" y="1166"/>
                  </a:cubicBezTo>
                  <a:cubicBezTo>
                    <a:pt x="345" y="1168"/>
                    <a:pt x="344" y="1169"/>
                    <a:pt x="344" y="1171"/>
                  </a:cubicBezTo>
                  <a:cubicBezTo>
                    <a:pt x="350" y="1174"/>
                    <a:pt x="354" y="1180"/>
                    <a:pt x="354" y="1188"/>
                  </a:cubicBezTo>
                  <a:cubicBezTo>
                    <a:pt x="354" y="1194"/>
                    <a:pt x="351" y="1199"/>
                    <a:pt x="347" y="1202"/>
                  </a:cubicBezTo>
                  <a:cubicBezTo>
                    <a:pt x="347" y="1203"/>
                    <a:pt x="347" y="1204"/>
                    <a:pt x="347" y="1205"/>
                  </a:cubicBezTo>
                  <a:cubicBezTo>
                    <a:pt x="347" y="1208"/>
                    <a:pt x="346" y="1212"/>
                    <a:pt x="344" y="1215"/>
                  </a:cubicBezTo>
                  <a:cubicBezTo>
                    <a:pt x="345" y="1216"/>
                    <a:pt x="346" y="1218"/>
                    <a:pt x="347" y="1220"/>
                  </a:cubicBezTo>
                  <a:cubicBezTo>
                    <a:pt x="353" y="1222"/>
                    <a:pt x="358" y="1228"/>
                    <a:pt x="359" y="1236"/>
                  </a:cubicBezTo>
                  <a:cubicBezTo>
                    <a:pt x="368" y="1236"/>
                    <a:pt x="376" y="1244"/>
                    <a:pt x="376" y="1254"/>
                  </a:cubicBezTo>
                  <a:cubicBezTo>
                    <a:pt x="376" y="1257"/>
                    <a:pt x="375" y="1260"/>
                    <a:pt x="374" y="1263"/>
                  </a:cubicBezTo>
                  <a:cubicBezTo>
                    <a:pt x="374" y="1263"/>
                    <a:pt x="374" y="1263"/>
                    <a:pt x="374" y="1263"/>
                  </a:cubicBezTo>
                  <a:cubicBezTo>
                    <a:pt x="379" y="1263"/>
                    <a:pt x="384" y="1265"/>
                    <a:pt x="387" y="1269"/>
                  </a:cubicBezTo>
                  <a:cubicBezTo>
                    <a:pt x="390" y="1264"/>
                    <a:pt x="396" y="1260"/>
                    <a:pt x="402" y="1260"/>
                  </a:cubicBezTo>
                  <a:cubicBezTo>
                    <a:pt x="407" y="1260"/>
                    <a:pt x="412" y="1263"/>
                    <a:pt x="415" y="1267"/>
                  </a:cubicBezTo>
                  <a:cubicBezTo>
                    <a:pt x="417" y="1250"/>
                    <a:pt x="431" y="1238"/>
                    <a:pt x="448" y="1238"/>
                  </a:cubicBezTo>
                  <a:cubicBezTo>
                    <a:pt x="457" y="1238"/>
                    <a:pt x="464" y="1241"/>
                    <a:pt x="470" y="1246"/>
                  </a:cubicBezTo>
                  <a:cubicBezTo>
                    <a:pt x="473" y="1240"/>
                    <a:pt x="477" y="1236"/>
                    <a:pt x="483" y="1235"/>
                  </a:cubicBezTo>
                  <a:cubicBezTo>
                    <a:pt x="485" y="1233"/>
                    <a:pt x="488" y="1232"/>
                    <a:pt x="491" y="1232"/>
                  </a:cubicBezTo>
                  <a:cubicBezTo>
                    <a:pt x="495" y="1232"/>
                    <a:pt x="499" y="1235"/>
                    <a:pt x="503" y="1239"/>
                  </a:cubicBezTo>
                  <a:cubicBezTo>
                    <a:pt x="503" y="1238"/>
                    <a:pt x="503" y="1238"/>
                    <a:pt x="503" y="1237"/>
                  </a:cubicBezTo>
                  <a:cubicBezTo>
                    <a:pt x="499" y="1234"/>
                    <a:pt x="496" y="1229"/>
                    <a:pt x="496" y="1224"/>
                  </a:cubicBezTo>
                  <a:cubicBezTo>
                    <a:pt x="496" y="1214"/>
                    <a:pt x="507" y="1205"/>
                    <a:pt x="520" y="1205"/>
                  </a:cubicBezTo>
                  <a:cubicBezTo>
                    <a:pt x="525" y="1205"/>
                    <a:pt x="529" y="1206"/>
                    <a:pt x="533" y="1209"/>
                  </a:cubicBezTo>
                  <a:cubicBezTo>
                    <a:pt x="533" y="1208"/>
                    <a:pt x="533" y="1208"/>
                    <a:pt x="533" y="1207"/>
                  </a:cubicBezTo>
                  <a:cubicBezTo>
                    <a:pt x="533" y="1196"/>
                    <a:pt x="541" y="1186"/>
                    <a:pt x="551" y="1186"/>
                  </a:cubicBezTo>
                  <a:cubicBezTo>
                    <a:pt x="555" y="1186"/>
                    <a:pt x="559" y="1188"/>
                    <a:pt x="562" y="1191"/>
                  </a:cubicBezTo>
                  <a:cubicBezTo>
                    <a:pt x="566" y="1188"/>
                    <a:pt x="571" y="1186"/>
                    <a:pt x="576" y="1185"/>
                  </a:cubicBezTo>
                  <a:cubicBezTo>
                    <a:pt x="577" y="1173"/>
                    <a:pt x="585" y="1164"/>
                    <a:pt x="594" y="1164"/>
                  </a:cubicBezTo>
                  <a:cubicBezTo>
                    <a:pt x="598" y="1164"/>
                    <a:pt x="601" y="1166"/>
                    <a:pt x="604" y="1168"/>
                  </a:cubicBezTo>
                  <a:cubicBezTo>
                    <a:pt x="607" y="1166"/>
                    <a:pt x="610" y="1166"/>
                    <a:pt x="613" y="1166"/>
                  </a:cubicBezTo>
                  <a:cubicBezTo>
                    <a:pt x="614" y="1166"/>
                    <a:pt x="614" y="1166"/>
                    <a:pt x="615" y="1166"/>
                  </a:cubicBezTo>
                  <a:cubicBezTo>
                    <a:pt x="616" y="1159"/>
                    <a:pt x="621" y="1153"/>
                    <a:pt x="627" y="1150"/>
                  </a:cubicBezTo>
                  <a:cubicBezTo>
                    <a:pt x="627" y="1150"/>
                    <a:pt x="627" y="1149"/>
                    <a:pt x="627" y="1149"/>
                  </a:cubicBezTo>
                  <a:cubicBezTo>
                    <a:pt x="627" y="1138"/>
                    <a:pt x="635" y="1129"/>
                    <a:pt x="644" y="1129"/>
                  </a:cubicBezTo>
                  <a:cubicBezTo>
                    <a:pt x="649" y="1129"/>
                    <a:pt x="653" y="1131"/>
                    <a:pt x="656" y="1135"/>
                  </a:cubicBezTo>
                  <a:cubicBezTo>
                    <a:pt x="660" y="1132"/>
                    <a:pt x="665" y="1131"/>
                    <a:pt x="669" y="1131"/>
                  </a:cubicBezTo>
                  <a:cubicBezTo>
                    <a:pt x="670" y="1131"/>
                    <a:pt x="672" y="1131"/>
                    <a:pt x="673" y="1131"/>
                  </a:cubicBezTo>
                  <a:cubicBezTo>
                    <a:pt x="673" y="1130"/>
                    <a:pt x="673" y="1129"/>
                    <a:pt x="673" y="1129"/>
                  </a:cubicBezTo>
                  <a:cubicBezTo>
                    <a:pt x="673" y="1120"/>
                    <a:pt x="678" y="1112"/>
                    <a:pt x="687" y="1108"/>
                  </a:cubicBezTo>
                  <a:cubicBezTo>
                    <a:pt x="687" y="1107"/>
                    <a:pt x="687" y="1107"/>
                    <a:pt x="687" y="1107"/>
                  </a:cubicBezTo>
                  <a:cubicBezTo>
                    <a:pt x="687" y="1097"/>
                    <a:pt x="696" y="1089"/>
                    <a:pt x="708" y="1089"/>
                  </a:cubicBezTo>
                  <a:cubicBezTo>
                    <a:pt x="710" y="1089"/>
                    <a:pt x="713" y="1089"/>
                    <a:pt x="715" y="1090"/>
                  </a:cubicBezTo>
                  <a:cubicBezTo>
                    <a:pt x="718" y="1087"/>
                    <a:pt x="722" y="1085"/>
                    <a:pt x="726" y="1085"/>
                  </a:cubicBezTo>
                  <a:cubicBezTo>
                    <a:pt x="728" y="1085"/>
                    <a:pt x="730" y="1086"/>
                    <a:pt x="732" y="1086"/>
                  </a:cubicBezTo>
                  <a:cubicBezTo>
                    <a:pt x="732" y="1074"/>
                    <a:pt x="741" y="1065"/>
                    <a:pt x="752" y="1065"/>
                  </a:cubicBezTo>
                  <a:cubicBezTo>
                    <a:pt x="753" y="1065"/>
                    <a:pt x="753" y="1065"/>
                    <a:pt x="754" y="1065"/>
                  </a:cubicBezTo>
                  <a:cubicBezTo>
                    <a:pt x="755" y="1057"/>
                    <a:pt x="763" y="1051"/>
                    <a:pt x="772" y="1051"/>
                  </a:cubicBezTo>
                  <a:cubicBezTo>
                    <a:pt x="774" y="1051"/>
                    <a:pt x="775" y="1051"/>
                    <a:pt x="776" y="1051"/>
                  </a:cubicBezTo>
                  <a:cubicBezTo>
                    <a:pt x="777" y="1046"/>
                    <a:pt x="779" y="1042"/>
                    <a:pt x="783" y="1039"/>
                  </a:cubicBezTo>
                  <a:cubicBezTo>
                    <a:pt x="783" y="1021"/>
                    <a:pt x="793" y="1008"/>
                    <a:pt x="805" y="1008"/>
                  </a:cubicBezTo>
                  <a:cubicBezTo>
                    <a:pt x="807" y="1008"/>
                    <a:pt x="809" y="1008"/>
                    <a:pt x="810" y="1008"/>
                  </a:cubicBezTo>
                  <a:cubicBezTo>
                    <a:pt x="816" y="1000"/>
                    <a:pt x="825" y="993"/>
                    <a:pt x="836" y="990"/>
                  </a:cubicBezTo>
                  <a:cubicBezTo>
                    <a:pt x="834" y="986"/>
                    <a:pt x="834" y="983"/>
                    <a:pt x="834" y="979"/>
                  </a:cubicBezTo>
                  <a:cubicBezTo>
                    <a:pt x="834" y="963"/>
                    <a:pt x="844" y="950"/>
                    <a:pt x="857" y="950"/>
                  </a:cubicBezTo>
                  <a:cubicBezTo>
                    <a:pt x="863" y="950"/>
                    <a:pt x="868" y="952"/>
                    <a:pt x="872" y="956"/>
                  </a:cubicBezTo>
                  <a:cubicBezTo>
                    <a:pt x="877" y="946"/>
                    <a:pt x="888" y="939"/>
                    <a:pt x="901" y="939"/>
                  </a:cubicBezTo>
                  <a:cubicBezTo>
                    <a:pt x="902" y="939"/>
                    <a:pt x="902" y="939"/>
                    <a:pt x="903" y="939"/>
                  </a:cubicBezTo>
                  <a:cubicBezTo>
                    <a:pt x="903" y="938"/>
                    <a:pt x="903" y="936"/>
                    <a:pt x="903" y="934"/>
                  </a:cubicBezTo>
                  <a:cubicBezTo>
                    <a:pt x="903" y="917"/>
                    <a:pt x="911" y="904"/>
                    <a:pt x="922" y="904"/>
                  </a:cubicBezTo>
                  <a:cubicBezTo>
                    <a:pt x="930" y="904"/>
                    <a:pt x="936" y="910"/>
                    <a:pt x="940" y="920"/>
                  </a:cubicBezTo>
                  <a:cubicBezTo>
                    <a:pt x="943" y="919"/>
                    <a:pt x="946" y="918"/>
                    <a:pt x="950" y="917"/>
                  </a:cubicBezTo>
                  <a:cubicBezTo>
                    <a:pt x="949" y="915"/>
                    <a:pt x="948" y="912"/>
                    <a:pt x="948" y="909"/>
                  </a:cubicBezTo>
                  <a:cubicBezTo>
                    <a:pt x="948" y="895"/>
                    <a:pt x="960" y="884"/>
                    <a:pt x="975" y="882"/>
                  </a:cubicBezTo>
                  <a:cubicBezTo>
                    <a:pt x="979" y="865"/>
                    <a:pt x="992" y="851"/>
                    <a:pt x="1008" y="851"/>
                  </a:cubicBezTo>
                  <a:cubicBezTo>
                    <a:pt x="1012" y="851"/>
                    <a:pt x="1016" y="852"/>
                    <a:pt x="1019" y="854"/>
                  </a:cubicBezTo>
                  <a:cubicBezTo>
                    <a:pt x="1019" y="853"/>
                    <a:pt x="1019" y="853"/>
                    <a:pt x="1019" y="853"/>
                  </a:cubicBezTo>
                  <a:cubicBezTo>
                    <a:pt x="1019" y="843"/>
                    <a:pt x="1028" y="834"/>
                    <a:pt x="1041" y="832"/>
                  </a:cubicBezTo>
                  <a:cubicBezTo>
                    <a:pt x="1041" y="831"/>
                    <a:pt x="1040" y="830"/>
                    <a:pt x="1040" y="829"/>
                  </a:cubicBezTo>
                  <a:cubicBezTo>
                    <a:pt x="1040" y="815"/>
                    <a:pt x="1053" y="805"/>
                    <a:pt x="1068" y="805"/>
                  </a:cubicBezTo>
                  <a:cubicBezTo>
                    <a:pt x="1069" y="805"/>
                    <a:pt x="1071" y="805"/>
                    <a:pt x="1073" y="805"/>
                  </a:cubicBezTo>
                  <a:cubicBezTo>
                    <a:pt x="1073" y="804"/>
                    <a:pt x="1073" y="803"/>
                    <a:pt x="1073" y="802"/>
                  </a:cubicBezTo>
                  <a:cubicBezTo>
                    <a:pt x="1073" y="791"/>
                    <a:pt x="1082" y="782"/>
                    <a:pt x="1093" y="781"/>
                  </a:cubicBezTo>
                  <a:cubicBezTo>
                    <a:pt x="1092" y="779"/>
                    <a:pt x="1092" y="777"/>
                    <a:pt x="1092" y="775"/>
                  </a:cubicBezTo>
                  <a:cubicBezTo>
                    <a:pt x="1092" y="763"/>
                    <a:pt x="1103" y="753"/>
                    <a:pt x="1116" y="753"/>
                  </a:cubicBezTo>
                  <a:cubicBezTo>
                    <a:pt x="1117" y="753"/>
                    <a:pt x="1118" y="753"/>
                    <a:pt x="1120" y="754"/>
                  </a:cubicBezTo>
                  <a:cubicBezTo>
                    <a:pt x="1120" y="753"/>
                    <a:pt x="1120" y="753"/>
                    <a:pt x="1120" y="753"/>
                  </a:cubicBezTo>
                  <a:cubicBezTo>
                    <a:pt x="1120" y="739"/>
                    <a:pt x="1129" y="728"/>
                    <a:pt x="1141" y="728"/>
                  </a:cubicBezTo>
                  <a:cubicBezTo>
                    <a:pt x="1146" y="728"/>
                    <a:pt x="1150" y="730"/>
                    <a:pt x="1153" y="732"/>
                  </a:cubicBezTo>
                  <a:cubicBezTo>
                    <a:pt x="1245" y="643"/>
                    <a:pt x="1245" y="643"/>
                    <a:pt x="1245" y="643"/>
                  </a:cubicBezTo>
                  <a:cubicBezTo>
                    <a:pt x="1090" y="705"/>
                    <a:pt x="1090" y="705"/>
                    <a:pt x="1090" y="705"/>
                  </a:cubicBezTo>
                  <a:cubicBezTo>
                    <a:pt x="1392" y="510"/>
                    <a:pt x="1392" y="510"/>
                    <a:pt x="1392" y="510"/>
                  </a:cubicBezTo>
                  <a:cubicBezTo>
                    <a:pt x="1272" y="537"/>
                    <a:pt x="1272" y="537"/>
                    <a:pt x="1272" y="537"/>
                  </a:cubicBezTo>
                  <a:cubicBezTo>
                    <a:pt x="1562" y="359"/>
                    <a:pt x="1562" y="359"/>
                    <a:pt x="1562" y="359"/>
                  </a:cubicBezTo>
                  <a:cubicBezTo>
                    <a:pt x="1447" y="373"/>
                    <a:pt x="1447" y="373"/>
                    <a:pt x="1447" y="373"/>
                  </a:cubicBezTo>
                  <a:cubicBezTo>
                    <a:pt x="1447" y="373"/>
                    <a:pt x="1553" y="326"/>
                    <a:pt x="1591" y="310"/>
                  </a:cubicBezTo>
                  <a:cubicBezTo>
                    <a:pt x="1629" y="294"/>
                    <a:pt x="1657" y="272"/>
                    <a:pt x="1687" y="261"/>
                  </a:cubicBezTo>
                  <a:cubicBezTo>
                    <a:pt x="1695" y="254"/>
                    <a:pt x="1739" y="255"/>
                    <a:pt x="1747" y="247"/>
                  </a:cubicBezTo>
                  <a:cubicBezTo>
                    <a:pt x="1869" y="141"/>
                    <a:pt x="1938" y="55"/>
                    <a:pt x="2015" y="0"/>
                  </a:cubicBezTo>
                  <a:cubicBezTo>
                    <a:pt x="1960" y="135"/>
                    <a:pt x="1912" y="220"/>
                    <a:pt x="1837" y="344"/>
                  </a:cubicBezTo>
                  <a:cubicBezTo>
                    <a:pt x="1838" y="363"/>
                    <a:pt x="1838" y="363"/>
                    <a:pt x="1838" y="363"/>
                  </a:cubicBezTo>
                  <a:cubicBezTo>
                    <a:pt x="1837" y="370"/>
                    <a:pt x="1813" y="458"/>
                    <a:pt x="1796" y="509"/>
                  </a:cubicBezTo>
                  <a:cubicBezTo>
                    <a:pt x="1778" y="559"/>
                    <a:pt x="1743" y="657"/>
                    <a:pt x="1743" y="657"/>
                  </a:cubicBezTo>
                  <a:cubicBezTo>
                    <a:pt x="1749" y="541"/>
                    <a:pt x="1749" y="541"/>
                    <a:pt x="1749" y="541"/>
                  </a:cubicBezTo>
                  <a:cubicBezTo>
                    <a:pt x="1591" y="843"/>
                    <a:pt x="1591" y="843"/>
                    <a:pt x="1591" y="843"/>
                  </a:cubicBezTo>
                  <a:cubicBezTo>
                    <a:pt x="1609" y="721"/>
                    <a:pt x="1609" y="721"/>
                    <a:pt x="1609" y="721"/>
                  </a:cubicBezTo>
                  <a:cubicBezTo>
                    <a:pt x="1436" y="1035"/>
                    <a:pt x="1436" y="1035"/>
                    <a:pt x="1436" y="1035"/>
                  </a:cubicBezTo>
                  <a:cubicBezTo>
                    <a:pt x="1487" y="877"/>
                    <a:pt x="1487" y="877"/>
                    <a:pt x="1487" y="877"/>
                  </a:cubicBezTo>
                  <a:cubicBezTo>
                    <a:pt x="1461" y="898"/>
                    <a:pt x="1461" y="898"/>
                    <a:pt x="1461" y="898"/>
                  </a:cubicBezTo>
                  <a:cubicBezTo>
                    <a:pt x="1466" y="899"/>
                    <a:pt x="1469" y="902"/>
                    <a:pt x="1469" y="905"/>
                  </a:cubicBezTo>
                  <a:cubicBezTo>
                    <a:pt x="1469" y="909"/>
                    <a:pt x="1463" y="912"/>
                    <a:pt x="1456" y="912"/>
                  </a:cubicBezTo>
                  <a:cubicBezTo>
                    <a:pt x="1455" y="921"/>
                    <a:pt x="1449" y="928"/>
                    <a:pt x="1442" y="928"/>
                  </a:cubicBezTo>
                  <a:cubicBezTo>
                    <a:pt x="1440" y="930"/>
                    <a:pt x="1437" y="931"/>
                    <a:pt x="1434" y="932"/>
                  </a:cubicBezTo>
                  <a:cubicBezTo>
                    <a:pt x="1434" y="938"/>
                    <a:pt x="1427" y="943"/>
                    <a:pt x="1418" y="943"/>
                  </a:cubicBezTo>
                  <a:cubicBezTo>
                    <a:pt x="1417" y="945"/>
                    <a:pt x="1416" y="946"/>
                    <a:pt x="1415" y="948"/>
                  </a:cubicBezTo>
                  <a:cubicBezTo>
                    <a:pt x="1419" y="951"/>
                    <a:pt x="1421" y="955"/>
                    <a:pt x="1421" y="960"/>
                  </a:cubicBezTo>
                  <a:cubicBezTo>
                    <a:pt x="1421" y="969"/>
                    <a:pt x="1412" y="977"/>
                    <a:pt x="1401" y="977"/>
                  </a:cubicBezTo>
                  <a:cubicBezTo>
                    <a:pt x="1399" y="977"/>
                    <a:pt x="1397" y="976"/>
                    <a:pt x="1395" y="976"/>
                  </a:cubicBezTo>
                  <a:cubicBezTo>
                    <a:pt x="1392" y="978"/>
                    <a:pt x="1388" y="979"/>
                    <a:pt x="1384" y="980"/>
                  </a:cubicBezTo>
                  <a:cubicBezTo>
                    <a:pt x="1384" y="985"/>
                    <a:pt x="1380" y="990"/>
                    <a:pt x="1373" y="992"/>
                  </a:cubicBezTo>
                  <a:cubicBezTo>
                    <a:pt x="1377" y="995"/>
                    <a:pt x="1380" y="1000"/>
                    <a:pt x="1380" y="1005"/>
                  </a:cubicBezTo>
                  <a:cubicBezTo>
                    <a:pt x="1380" y="1015"/>
                    <a:pt x="1372" y="1023"/>
                    <a:pt x="1362" y="1023"/>
                  </a:cubicBezTo>
                  <a:cubicBezTo>
                    <a:pt x="1357" y="1023"/>
                    <a:pt x="1353" y="1021"/>
                    <a:pt x="1350" y="1018"/>
                  </a:cubicBezTo>
                  <a:cubicBezTo>
                    <a:pt x="1348" y="1018"/>
                    <a:pt x="1347" y="1019"/>
                    <a:pt x="1345" y="1019"/>
                  </a:cubicBezTo>
                  <a:cubicBezTo>
                    <a:pt x="1345" y="1019"/>
                    <a:pt x="1345" y="1019"/>
                    <a:pt x="1345" y="1019"/>
                  </a:cubicBezTo>
                  <a:cubicBezTo>
                    <a:pt x="1345" y="1025"/>
                    <a:pt x="1341" y="1031"/>
                    <a:pt x="1336" y="1031"/>
                  </a:cubicBezTo>
                  <a:cubicBezTo>
                    <a:pt x="1335" y="1031"/>
                    <a:pt x="1334" y="1030"/>
                    <a:pt x="1333" y="1030"/>
                  </a:cubicBezTo>
                  <a:cubicBezTo>
                    <a:pt x="1330" y="1039"/>
                    <a:pt x="1320" y="1045"/>
                    <a:pt x="1308" y="1045"/>
                  </a:cubicBezTo>
                  <a:cubicBezTo>
                    <a:pt x="1306" y="1045"/>
                    <a:pt x="1304" y="1045"/>
                    <a:pt x="1303" y="1045"/>
                  </a:cubicBezTo>
                  <a:cubicBezTo>
                    <a:pt x="1303" y="1045"/>
                    <a:pt x="1303" y="1046"/>
                    <a:pt x="1303" y="1046"/>
                  </a:cubicBezTo>
                  <a:cubicBezTo>
                    <a:pt x="1303" y="1056"/>
                    <a:pt x="1296" y="1065"/>
                    <a:pt x="1287" y="1065"/>
                  </a:cubicBezTo>
                  <a:cubicBezTo>
                    <a:pt x="1286" y="1065"/>
                    <a:pt x="1285" y="1065"/>
                    <a:pt x="1284" y="1065"/>
                  </a:cubicBezTo>
                  <a:cubicBezTo>
                    <a:pt x="1282" y="1068"/>
                    <a:pt x="1279" y="1070"/>
                    <a:pt x="1276" y="1072"/>
                  </a:cubicBezTo>
                  <a:cubicBezTo>
                    <a:pt x="1279" y="1073"/>
                    <a:pt x="1281" y="1076"/>
                    <a:pt x="1281" y="1080"/>
                  </a:cubicBezTo>
                  <a:cubicBezTo>
                    <a:pt x="1281" y="1085"/>
                    <a:pt x="1276" y="1089"/>
                    <a:pt x="1270" y="1089"/>
                  </a:cubicBezTo>
                  <a:cubicBezTo>
                    <a:pt x="1268" y="1089"/>
                    <a:pt x="1266" y="1089"/>
                    <a:pt x="1265" y="1088"/>
                  </a:cubicBezTo>
                  <a:cubicBezTo>
                    <a:pt x="1262" y="1092"/>
                    <a:pt x="1258" y="1094"/>
                    <a:pt x="1254" y="1095"/>
                  </a:cubicBezTo>
                  <a:cubicBezTo>
                    <a:pt x="1254" y="1096"/>
                    <a:pt x="1254" y="1096"/>
                    <a:pt x="1254" y="1096"/>
                  </a:cubicBezTo>
                  <a:cubicBezTo>
                    <a:pt x="1254" y="1103"/>
                    <a:pt x="1248" y="1109"/>
                    <a:pt x="1242" y="1109"/>
                  </a:cubicBezTo>
                  <a:cubicBezTo>
                    <a:pt x="1238" y="1109"/>
                    <a:pt x="1235" y="1108"/>
                    <a:pt x="1233" y="1105"/>
                  </a:cubicBezTo>
                  <a:cubicBezTo>
                    <a:pt x="1232" y="1108"/>
                    <a:pt x="1229" y="1111"/>
                    <a:pt x="1225" y="1112"/>
                  </a:cubicBezTo>
                  <a:cubicBezTo>
                    <a:pt x="1225" y="1112"/>
                    <a:pt x="1225" y="1113"/>
                    <a:pt x="1225" y="1113"/>
                  </a:cubicBezTo>
                  <a:cubicBezTo>
                    <a:pt x="1228" y="1115"/>
                    <a:pt x="1230" y="1118"/>
                    <a:pt x="1230" y="1122"/>
                  </a:cubicBezTo>
                  <a:cubicBezTo>
                    <a:pt x="1230" y="1127"/>
                    <a:pt x="1225" y="1132"/>
                    <a:pt x="1219" y="1132"/>
                  </a:cubicBezTo>
                  <a:cubicBezTo>
                    <a:pt x="1218" y="1137"/>
                    <a:pt x="1213" y="1140"/>
                    <a:pt x="1207" y="1140"/>
                  </a:cubicBezTo>
                  <a:cubicBezTo>
                    <a:pt x="1206" y="1140"/>
                    <a:pt x="1205" y="1140"/>
                    <a:pt x="1204" y="1140"/>
                  </a:cubicBezTo>
                  <a:cubicBezTo>
                    <a:pt x="1204" y="1141"/>
                    <a:pt x="1204" y="1142"/>
                    <a:pt x="1204" y="1143"/>
                  </a:cubicBezTo>
                  <a:cubicBezTo>
                    <a:pt x="1204" y="1150"/>
                    <a:pt x="1198" y="1155"/>
                    <a:pt x="1191" y="1155"/>
                  </a:cubicBezTo>
                  <a:cubicBezTo>
                    <a:pt x="1190" y="1155"/>
                    <a:pt x="1190" y="1155"/>
                    <a:pt x="1189" y="1155"/>
                  </a:cubicBezTo>
                  <a:cubicBezTo>
                    <a:pt x="1187" y="1165"/>
                    <a:pt x="1179" y="1172"/>
                    <a:pt x="1169" y="1173"/>
                  </a:cubicBezTo>
                  <a:cubicBezTo>
                    <a:pt x="1169" y="1174"/>
                    <a:pt x="1169" y="1175"/>
                    <a:pt x="1169" y="1175"/>
                  </a:cubicBezTo>
                  <a:cubicBezTo>
                    <a:pt x="1169" y="1191"/>
                    <a:pt x="1159" y="1204"/>
                    <a:pt x="1145" y="1205"/>
                  </a:cubicBezTo>
                  <a:cubicBezTo>
                    <a:pt x="1144" y="1206"/>
                    <a:pt x="1143" y="1207"/>
                    <a:pt x="1142" y="1208"/>
                  </a:cubicBezTo>
                  <a:cubicBezTo>
                    <a:pt x="1142" y="1208"/>
                    <a:pt x="1142" y="1208"/>
                    <a:pt x="1142" y="1208"/>
                  </a:cubicBezTo>
                  <a:cubicBezTo>
                    <a:pt x="1142" y="1214"/>
                    <a:pt x="1137" y="1219"/>
                    <a:pt x="1132" y="1219"/>
                  </a:cubicBezTo>
                  <a:cubicBezTo>
                    <a:pt x="1130" y="1226"/>
                    <a:pt x="1125" y="1232"/>
                    <a:pt x="1118" y="1233"/>
                  </a:cubicBezTo>
                  <a:cubicBezTo>
                    <a:pt x="1118" y="1234"/>
                    <a:pt x="1118" y="1234"/>
                    <a:pt x="1118" y="1234"/>
                  </a:cubicBezTo>
                  <a:cubicBezTo>
                    <a:pt x="1118" y="1242"/>
                    <a:pt x="1111" y="1249"/>
                    <a:pt x="1103" y="1249"/>
                  </a:cubicBezTo>
                  <a:cubicBezTo>
                    <a:pt x="1095" y="1249"/>
                    <a:pt x="1089" y="1243"/>
                    <a:pt x="1088" y="1236"/>
                  </a:cubicBezTo>
                  <a:cubicBezTo>
                    <a:pt x="1087" y="1236"/>
                    <a:pt x="1086" y="1236"/>
                    <a:pt x="1085" y="1237"/>
                  </a:cubicBezTo>
                  <a:cubicBezTo>
                    <a:pt x="1085" y="1237"/>
                    <a:pt x="1085" y="1237"/>
                    <a:pt x="1085" y="1237"/>
                  </a:cubicBezTo>
                  <a:cubicBezTo>
                    <a:pt x="1088" y="1240"/>
                    <a:pt x="1089" y="1244"/>
                    <a:pt x="1089" y="1249"/>
                  </a:cubicBezTo>
                  <a:cubicBezTo>
                    <a:pt x="1089" y="1260"/>
                    <a:pt x="1080" y="1270"/>
                    <a:pt x="1069" y="1270"/>
                  </a:cubicBezTo>
                  <a:cubicBezTo>
                    <a:pt x="1066" y="1270"/>
                    <a:pt x="1064" y="1269"/>
                    <a:pt x="1063" y="1269"/>
                  </a:cubicBezTo>
                  <a:cubicBezTo>
                    <a:pt x="1061" y="1269"/>
                    <a:pt x="1060" y="1270"/>
                    <a:pt x="1058" y="1270"/>
                  </a:cubicBezTo>
                  <a:cubicBezTo>
                    <a:pt x="1056" y="1270"/>
                    <a:pt x="1054" y="1269"/>
                    <a:pt x="1053" y="1268"/>
                  </a:cubicBezTo>
                  <a:cubicBezTo>
                    <a:pt x="1053" y="1268"/>
                    <a:pt x="1052" y="1268"/>
                    <a:pt x="1052" y="1269"/>
                  </a:cubicBezTo>
                  <a:cubicBezTo>
                    <a:pt x="1051" y="1270"/>
                    <a:pt x="1050" y="1272"/>
                    <a:pt x="1048" y="1273"/>
                  </a:cubicBezTo>
                  <a:cubicBezTo>
                    <a:pt x="1049" y="1275"/>
                    <a:pt x="1050" y="1278"/>
                    <a:pt x="1050" y="1281"/>
                  </a:cubicBezTo>
                  <a:cubicBezTo>
                    <a:pt x="1050" y="1288"/>
                    <a:pt x="1044" y="1294"/>
                    <a:pt x="1037" y="1294"/>
                  </a:cubicBezTo>
                  <a:cubicBezTo>
                    <a:pt x="1033" y="1294"/>
                    <a:pt x="1029" y="1293"/>
                    <a:pt x="1027" y="1290"/>
                  </a:cubicBezTo>
                  <a:cubicBezTo>
                    <a:pt x="1024" y="1292"/>
                    <a:pt x="1021" y="1294"/>
                    <a:pt x="1017" y="1294"/>
                  </a:cubicBezTo>
                  <a:cubicBezTo>
                    <a:pt x="1020" y="1296"/>
                    <a:pt x="1022" y="1300"/>
                    <a:pt x="1022" y="1304"/>
                  </a:cubicBezTo>
                  <a:cubicBezTo>
                    <a:pt x="1022" y="1311"/>
                    <a:pt x="1016" y="1317"/>
                    <a:pt x="1009" y="1317"/>
                  </a:cubicBezTo>
                  <a:cubicBezTo>
                    <a:pt x="1008" y="1317"/>
                    <a:pt x="1007" y="1317"/>
                    <a:pt x="1006" y="1316"/>
                  </a:cubicBezTo>
                  <a:cubicBezTo>
                    <a:pt x="1004" y="1319"/>
                    <a:pt x="1001" y="1321"/>
                    <a:pt x="997" y="1321"/>
                  </a:cubicBezTo>
                  <a:cubicBezTo>
                    <a:pt x="997" y="1321"/>
                    <a:pt x="996" y="1321"/>
                    <a:pt x="996" y="1321"/>
                  </a:cubicBezTo>
                  <a:cubicBezTo>
                    <a:pt x="995" y="1322"/>
                    <a:pt x="993" y="1323"/>
                    <a:pt x="992" y="1324"/>
                  </a:cubicBezTo>
                  <a:cubicBezTo>
                    <a:pt x="992" y="1324"/>
                    <a:pt x="992" y="1325"/>
                    <a:pt x="992" y="1326"/>
                  </a:cubicBezTo>
                  <a:cubicBezTo>
                    <a:pt x="992" y="1331"/>
                    <a:pt x="988" y="1336"/>
                    <a:pt x="984" y="1337"/>
                  </a:cubicBezTo>
                  <a:cubicBezTo>
                    <a:pt x="980" y="1340"/>
                    <a:pt x="975" y="1343"/>
                    <a:pt x="968" y="1343"/>
                  </a:cubicBezTo>
                  <a:cubicBezTo>
                    <a:pt x="965" y="1347"/>
                    <a:pt x="961" y="1349"/>
                    <a:pt x="955" y="1349"/>
                  </a:cubicBezTo>
                  <a:cubicBezTo>
                    <a:pt x="957" y="1352"/>
                    <a:pt x="958" y="1354"/>
                    <a:pt x="958" y="1357"/>
                  </a:cubicBezTo>
                  <a:cubicBezTo>
                    <a:pt x="958" y="1365"/>
                    <a:pt x="951" y="1372"/>
                    <a:pt x="943" y="1372"/>
                  </a:cubicBezTo>
                  <a:cubicBezTo>
                    <a:pt x="940" y="1372"/>
                    <a:pt x="937" y="1371"/>
                    <a:pt x="935" y="1370"/>
                  </a:cubicBezTo>
                  <a:cubicBezTo>
                    <a:pt x="933" y="1370"/>
                    <a:pt x="932" y="1371"/>
                    <a:pt x="930" y="1371"/>
                  </a:cubicBezTo>
                  <a:cubicBezTo>
                    <a:pt x="934" y="1374"/>
                    <a:pt x="937" y="1379"/>
                    <a:pt x="937" y="1385"/>
                  </a:cubicBezTo>
                  <a:cubicBezTo>
                    <a:pt x="937" y="1396"/>
                    <a:pt x="928" y="1404"/>
                    <a:pt x="916" y="1404"/>
                  </a:cubicBezTo>
                  <a:cubicBezTo>
                    <a:pt x="908" y="1404"/>
                    <a:pt x="902" y="1400"/>
                    <a:pt x="898" y="1395"/>
                  </a:cubicBezTo>
                  <a:cubicBezTo>
                    <a:pt x="895" y="1400"/>
                    <a:pt x="890" y="1404"/>
                    <a:pt x="883" y="1404"/>
                  </a:cubicBezTo>
                  <a:cubicBezTo>
                    <a:pt x="880" y="1404"/>
                    <a:pt x="876" y="1403"/>
                    <a:pt x="873" y="1401"/>
                  </a:cubicBezTo>
                  <a:cubicBezTo>
                    <a:pt x="872" y="1412"/>
                    <a:pt x="864" y="1421"/>
                    <a:pt x="855" y="1421"/>
                  </a:cubicBezTo>
                  <a:cubicBezTo>
                    <a:pt x="853" y="1421"/>
                    <a:pt x="852" y="1421"/>
                    <a:pt x="851" y="1420"/>
                  </a:cubicBezTo>
                  <a:cubicBezTo>
                    <a:pt x="850" y="1431"/>
                    <a:pt x="839" y="1439"/>
                    <a:pt x="827" y="1439"/>
                  </a:cubicBezTo>
                  <a:cubicBezTo>
                    <a:pt x="823" y="1439"/>
                    <a:pt x="819" y="1438"/>
                    <a:pt x="816" y="1437"/>
                  </a:cubicBezTo>
                  <a:cubicBezTo>
                    <a:pt x="814" y="1441"/>
                    <a:pt x="812" y="1444"/>
                    <a:pt x="809" y="1447"/>
                  </a:cubicBezTo>
                  <a:cubicBezTo>
                    <a:pt x="808" y="1458"/>
                    <a:pt x="797" y="1466"/>
                    <a:pt x="783" y="1466"/>
                  </a:cubicBezTo>
                  <a:cubicBezTo>
                    <a:pt x="781" y="1466"/>
                    <a:pt x="778" y="1466"/>
                    <a:pt x="776" y="1465"/>
                  </a:cubicBezTo>
                  <a:cubicBezTo>
                    <a:pt x="774" y="1470"/>
                    <a:pt x="770" y="1474"/>
                    <a:pt x="764" y="1474"/>
                  </a:cubicBezTo>
                  <a:cubicBezTo>
                    <a:pt x="765" y="1476"/>
                    <a:pt x="766" y="1478"/>
                    <a:pt x="766" y="1480"/>
                  </a:cubicBezTo>
                  <a:cubicBezTo>
                    <a:pt x="766" y="1486"/>
                    <a:pt x="760" y="1490"/>
                    <a:pt x="753" y="1490"/>
                  </a:cubicBezTo>
                  <a:cubicBezTo>
                    <a:pt x="746" y="1490"/>
                    <a:pt x="741" y="1486"/>
                    <a:pt x="740" y="1482"/>
                  </a:cubicBezTo>
                  <a:cubicBezTo>
                    <a:pt x="738" y="1485"/>
                    <a:pt x="733" y="1488"/>
                    <a:pt x="728" y="1488"/>
                  </a:cubicBezTo>
                  <a:cubicBezTo>
                    <a:pt x="728" y="1488"/>
                    <a:pt x="727" y="1488"/>
                    <a:pt x="727" y="1488"/>
                  </a:cubicBezTo>
                  <a:cubicBezTo>
                    <a:pt x="727" y="1489"/>
                    <a:pt x="728" y="1491"/>
                    <a:pt x="728" y="1493"/>
                  </a:cubicBezTo>
                  <a:cubicBezTo>
                    <a:pt x="728" y="1500"/>
                    <a:pt x="720" y="1506"/>
                    <a:pt x="711" y="1506"/>
                  </a:cubicBezTo>
                  <a:cubicBezTo>
                    <a:pt x="711" y="1506"/>
                    <a:pt x="710" y="1506"/>
                    <a:pt x="710" y="1506"/>
                  </a:cubicBezTo>
                  <a:cubicBezTo>
                    <a:pt x="709" y="1509"/>
                    <a:pt x="706" y="1511"/>
                    <a:pt x="704" y="1512"/>
                  </a:cubicBezTo>
                  <a:cubicBezTo>
                    <a:pt x="705" y="1514"/>
                    <a:pt x="706" y="1515"/>
                    <a:pt x="706" y="1517"/>
                  </a:cubicBezTo>
                  <a:cubicBezTo>
                    <a:pt x="706" y="1523"/>
                    <a:pt x="700" y="1527"/>
                    <a:pt x="693" y="1527"/>
                  </a:cubicBezTo>
                  <a:cubicBezTo>
                    <a:pt x="690" y="1527"/>
                    <a:pt x="686" y="1526"/>
                    <a:pt x="684" y="1524"/>
                  </a:cubicBezTo>
                  <a:cubicBezTo>
                    <a:pt x="682" y="1529"/>
                    <a:pt x="676" y="1533"/>
                    <a:pt x="669" y="1533"/>
                  </a:cubicBezTo>
                  <a:cubicBezTo>
                    <a:pt x="668" y="1533"/>
                    <a:pt x="666" y="1533"/>
                    <a:pt x="665" y="1532"/>
                  </a:cubicBezTo>
                  <a:cubicBezTo>
                    <a:pt x="666" y="1534"/>
                    <a:pt x="666" y="1536"/>
                    <a:pt x="666" y="1538"/>
                  </a:cubicBezTo>
                  <a:cubicBezTo>
                    <a:pt x="666" y="1546"/>
                    <a:pt x="658" y="1552"/>
                    <a:pt x="649" y="1552"/>
                  </a:cubicBezTo>
                  <a:cubicBezTo>
                    <a:pt x="644" y="1552"/>
                    <a:pt x="640" y="1551"/>
                    <a:pt x="637" y="1549"/>
                  </a:cubicBezTo>
                  <a:cubicBezTo>
                    <a:pt x="635" y="1554"/>
                    <a:pt x="628" y="1558"/>
                    <a:pt x="619" y="1558"/>
                  </a:cubicBezTo>
                  <a:cubicBezTo>
                    <a:pt x="616" y="1558"/>
                    <a:pt x="614" y="1558"/>
                    <a:pt x="611" y="1557"/>
                  </a:cubicBezTo>
                  <a:cubicBezTo>
                    <a:pt x="609" y="1561"/>
                    <a:pt x="604" y="1565"/>
                    <a:pt x="599" y="1565"/>
                  </a:cubicBezTo>
                  <a:cubicBezTo>
                    <a:pt x="598" y="1573"/>
                    <a:pt x="591" y="1579"/>
                    <a:pt x="582" y="1579"/>
                  </a:cubicBezTo>
                  <a:cubicBezTo>
                    <a:pt x="577" y="1579"/>
                    <a:pt x="573" y="1577"/>
                    <a:pt x="570" y="1573"/>
                  </a:cubicBezTo>
                  <a:cubicBezTo>
                    <a:pt x="569" y="1581"/>
                    <a:pt x="564" y="1587"/>
                    <a:pt x="557" y="1587"/>
                  </a:cubicBezTo>
                  <a:cubicBezTo>
                    <a:pt x="555" y="1587"/>
                    <a:pt x="554" y="1586"/>
                    <a:pt x="552" y="1585"/>
                  </a:cubicBezTo>
                  <a:cubicBezTo>
                    <a:pt x="549" y="1589"/>
                    <a:pt x="544" y="1591"/>
                    <a:pt x="538" y="1591"/>
                  </a:cubicBezTo>
                  <a:cubicBezTo>
                    <a:pt x="538" y="1591"/>
                    <a:pt x="538" y="1591"/>
                    <a:pt x="538" y="1591"/>
                  </a:cubicBezTo>
                  <a:cubicBezTo>
                    <a:pt x="537" y="1598"/>
                    <a:pt x="532" y="1604"/>
                    <a:pt x="525" y="1604"/>
                  </a:cubicBezTo>
                  <a:cubicBezTo>
                    <a:pt x="522" y="1604"/>
                    <a:pt x="519" y="1602"/>
                    <a:pt x="517" y="1600"/>
                  </a:cubicBezTo>
                  <a:cubicBezTo>
                    <a:pt x="514" y="1602"/>
                    <a:pt x="511" y="1604"/>
                    <a:pt x="507" y="1604"/>
                  </a:cubicBezTo>
                  <a:cubicBezTo>
                    <a:pt x="506" y="1609"/>
                    <a:pt x="500" y="1613"/>
                    <a:pt x="494" y="1613"/>
                  </a:cubicBezTo>
                  <a:cubicBezTo>
                    <a:pt x="493" y="1613"/>
                    <a:pt x="492" y="1612"/>
                    <a:pt x="491" y="1612"/>
                  </a:cubicBezTo>
                  <a:cubicBezTo>
                    <a:pt x="489" y="1618"/>
                    <a:pt x="483" y="1622"/>
                    <a:pt x="476" y="1622"/>
                  </a:cubicBezTo>
                  <a:cubicBezTo>
                    <a:pt x="476" y="1622"/>
                    <a:pt x="476" y="1622"/>
                    <a:pt x="476" y="1622"/>
                  </a:cubicBezTo>
                  <a:cubicBezTo>
                    <a:pt x="476" y="1627"/>
                    <a:pt x="471" y="1632"/>
                    <a:pt x="464" y="1632"/>
                  </a:cubicBezTo>
                  <a:cubicBezTo>
                    <a:pt x="461" y="1632"/>
                    <a:pt x="458" y="1630"/>
                    <a:pt x="456" y="1629"/>
                  </a:cubicBezTo>
                  <a:cubicBezTo>
                    <a:pt x="456" y="1634"/>
                    <a:pt x="450" y="1637"/>
                    <a:pt x="443" y="1637"/>
                  </a:cubicBezTo>
                  <a:cubicBezTo>
                    <a:pt x="441" y="1637"/>
                    <a:pt x="439" y="1637"/>
                    <a:pt x="438" y="1637"/>
                  </a:cubicBezTo>
                  <a:cubicBezTo>
                    <a:pt x="437" y="1640"/>
                    <a:pt x="433" y="1643"/>
                    <a:pt x="429" y="1643"/>
                  </a:cubicBezTo>
                  <a:cubicBezTo>
                    <a:pt x="425" y="1643"/>
                    <a:pt x="421" y="1641"/>
                    <a:pt x="420" y="1637"/>
                  </a:cubicBezTo>
                  <a:cubicBezTo>
                    <a:pt x="419" y="1638"/>
                    <a:pt x="418" y="1638"/>
                    <a:pt x="417" y="1638"/>
                  </a:cubicBezTo>
                  <a:cubicBezTo>
                    <a:pt x="415" y="1642"/>
                    <a:pt x="411" y="1645"/>
                    <a:pt x="405" y="1645"/>
                  </a:cubicBezTo>
                  <a:cubicBezTo>
                    <a:pt x="402" y="1645"/>
                    <a:pt x="399" y="1644"/>
                    <a:pt x="396" y="1642"/>
                  </a:cubicBezTo>
                  <a:cubicBezTo>
                    <a:pt x="394" y="1644"/>
                    <a:pt x="392" y="1645"/>
                    <a:pt x="389" y="1645"/>
                  </a:cubicBezTo>
                  <a:cubicBezTo>
                    <a:pt x="389" y="1645"/>
                    <a:pt x="388" y="1645"/>
                    <a:pt x="387" y="1645"/>
                  </a:cubicBezTo>
                  <a:cubicBezTo>
                    <a:pt x="387" y="1648"/>
                    <a:pt x="383" y="1651"/>
                    <a:pt x="378" y="1651"/>
                  </a:cubicBezTo>
                  <a:cubicBezTo>
                    <a:pt x="374" y="1651"/>
                    <a:pt x="371" y="1649"/>
                    <a:pt x="370" y="1646"/>
                  </a:cubicBezTo>
                  <a:cubicBezTo>
                    <a:pt x="369" y="1650"/>
                    <a:pt x="365" y="1653"/>
                    <a:pt x="359" y="1653"/>
                  </a:cubicBezTo>
                  <a:cubicBezTo>
                    <a:pt x="359" y="1653"/>
                    <a:pt x="358" y="1653"/>
                    <a:pt x="357" y="1652"/>
                  </a:cubicBezTo>
                  <a:cubicBezTo>
                    <a:pt x="357" y="1655"/>
                    <a:pt x="354" y="1658"/>
                    <a:pt x="350" y="1658"/>
                  </a:cubicBezTo>
                  <a:cubicBezTo>
                    <a:pt x="347" y="1658"/>
                    <a:pt x="344" y="1656"/>
                    <a:pt x="344" y="1653"/>
                  </a:cubicBezTo>
                  <a:cubicBezTo>
                    <a:pt x="343" y="1656"/>
                    <a:pt x="339" y="1659"/>
                    <a:pt x="335" y="1659"/>
                  </a:cubicBezTo>
                  <a:cubicBezTo>
                    <a:pt x="333" y="1659"/>
                    <a:pt x="331" y="1658"/>
                    <a:pt x="330" y="1658"/>
                  </a:cubicBezTo>
                  <a:cubicBezTo>
                    <a:pt x="329" y="1658"/>
                    <a:pt x="328" y="1658"/>
                    <a:pt x="327" y="1658"/>
                  </a:cubicBezTo>
                  <a:cubicBezTo>
                    <a:pt x="327" y="1659"/>
                    <a:pt x="327" y="1659"/>
                    <a:pt x="327" y="1660"/>
                  </a:cubicBezTo>
                  <a:cubicBezTo>
                    <a:pt x="327" y="1663"/>
                    <a:pt x="323" y="1666"/>
                    <a:pt x="319" y="1666"/>
                  </a:cubicBezTo>
                  <a:cubicBezTo>
                    <a:pt x="316" y="1666"/>
                    <a:pt x="313" y="1665"/>
                    <a:pt x="312" y="1663"/>
                  </a:cubicBezTo>
                  <a:cubicBezTo>
                    <a:pt x="310" y="1665"/>
                    <a:pt x="308" y="1666"/>
                    <a:pt x="305" y="1666"/>
                  </a:cubicBezTo>
                  <a:cubicBezTo>
                    <a:pt x="301" y="1666"/>
                    <a:pt x="299" y="1665"/>
                    <a:pt x="297" y="1663"/>
                  </a:cubicBezTo>
                  <a:cubicBezTo>
                    <a:pt x="294" y="1666"/>
                    <a:pt x="288" y="1669"/>
                    <a:pt x="282" y="1669"/>
                  </a:cubicBezTo>
                  <a:cubicBezTo>
                    <a:pt x="278" y="1669"/>
                    <a:pt x="275" y="1668"/>
                    <a:pt x="272" y="1667"/>
                  </a:cubicBezTo>
                  <a:cubicBezTo>
                    <a:pt x="268" y="1669"/>
                    <a:pt x="263" y="1671"/>
                    <a:pt x="257" y="1671"/>
                  </a:cubicBezTo>
                  <a:cubicBezTo>
                    <a:pt x="253" y="1671"/>
                    <a:pt x="248" y="1670"/>
                    <a:pt x="245" y="1668"/>
                  </a:cubicBezTo>
                  <a:cubicBezTo>
                    <a:pt x="243" y="1668"/>
                    <a:pt x="241" y="1669"/>
                    <a:pt x="239" y="1669"/>
                  </a:cubicBezTo>
                  <a:cubicBezTo>
                    <a:pt x="236" y="1669"/>
                    <a:pt x="234" y="1668"/>
                    <a:pt x="232" y="1667"/>
                  </a:cubicBezTo>
                  <a:cubicBezTo>
                    <a:pt x="229" y="1669"/>
                    <a:pt x="227" y="1669"/>
                    <a:pt x="224" y="1669"/>
                  </a:cubicBezTo>
                  <a:cubicBezTo>
                    <a:pt x="222" y="1669"/>
                    <a:pt x="220" y="1669"/>
                    <a:pt x="218" y="1668"/>
                  </a:cubicBezTo>
                  <a:cubicBezTo>
                    <a:pt x="216" y="1670"/>
                    <a:pt x="213" y="1672"/>
                    <a:pt x="209" y="1672"/>
                  </a:cubicBezTo>
                  <a:cubicBezTo>
                    <a:pt x="206" y="1672"/>
                    <a:pt x="203" y="1671"/>
                    <a:pt x="200" y="1669"/>
                  </a:cubicBezTo>
                  <a:cubicBezTo>
                    <a:pt x="198" y="1673"/>
                    <a:pt x="193" y="1676"/>
                    <a:pt x="188" y="1676"/>
                  </a:cubicBezTo>
                  <a:cubicBezTo>
                    <a:pt x="183" y="1676"/>
                    <a:pt x="179" y="1674"/>
                    <a:pt x="176" y="1670"/>
                  </a:cubicBezTo>
                  <a:cubicBezTo>
                    <a:pt x="172" y="1674"/>
                    <a:pt x="166" y="1677"/>
                    <a:pt x="159" y="1677"/>
                  </a:cubicBezTo>
                  <a:cubicBezTo>
                    <a:pt x="149" y="1677"/>
                    <a:pt x="142" y="1673"/>
                    <a:pt x="137" y="1666"/>
                  </a:cubicBezTo>
                  <a:cubicBezTo>
                    <a:pt x="134" y="1668"/>
                    <a:pt x="131" y="1669"/>
                    <a:pt x="127" y="1669"/>
                  </a:cubicBezTo>
                  <a:cubicBezTo>
                    <a:pt x="115" y="1669"/>
                    <a:pt x="105" y="1661"/>
                    <a:pt x="105" y="1652"/>
                  </a:cubicBezTo>
                  <a:cubicBezTo>
                    <a:pt x="105" y="1651"/>
                    <a:pt x="105" y="1651"/>
                    <a:pt x="105" y="1651"/>
                  </a:cubicBezTo>
                  <a:cubicBezTo>
                    <a:pt x="101" y="1651"/>
                    <a:pt x="97" y="1649"/>
                    <a:pt x="95" y="1646"/>
                  </a:cubicBezTo>
                  <a:cubicBezTo>
                    <a:pt x="94" y="1646"/>
                    <a:pt x="94" y="1646"/>
                    <a:pt x="93" y="1646"/>
                  </a:cubicBezTo>
                  <a:cubicBezTo>
                    <a:pt x="83" y="1646"/>
                    <a:pt x="74" y="1638"/>
                    <a:pt x="74" y="1627"/>
                  </a:cubicBezTo>
                  <a:cubicBezTo>
                    <a:pt x="72" y="1627"/>
                    <a:pt x="71" y="1626"/>
                    <a:pt x="70" y="1625"/>
                  </a:cubicBezTo>
                  <a:cubicBezTo>
                    <a:pt x="67" y="1627"/>
                    <a:pt x="63" y="1628"/>
                    <a:pt x="60" y="1628"/>
                  </a:cubicBezTo>
                  <a:cubicBezTo>
                    <a:pt x="50" y="1628"/>
                    <a:pt x="42" y="1622"/>
                    <a:pt x="42" y="1615"/>
                  </a:cubicBezTo>
                  <a:cubicBezTo>
                    <a:pt x="42" y="1611"/>
                    <a:pt x="44" y="1608"/>
                    <a:pt x="47" y="1606"/>
                  </a:cubicBezTo>
                  <a:cubicBezTo>
                    <a:pt x="42" y="1603"/>
                    <a:pt x="39" y="1598"/>
                    <a:pt x="39" y="1592"/>
                  </a:cubicBezTo>
                  <a:cubicBezTo>
                    <a:pt x="39" y="1590"/>
                    <a:pt x="39" y="1588"/>
                    <a:pt x="41" y="1586"/>
                  </a:cubicBezTo>
                  <a:cubicBezTo>
                    <a:pt x="39" y="1586"/>
                    <a:pt x="38" y="1586"/>
                    <a:pt x="37" y="1586"/>
                  </a:cubicBezTo>
                  <a:cubicBezTo>
                    <a:pt x="25" y="1586"/>
                    <a:pt x="16" y="1576"/>
                    <a:pt x="16" y="1565"/>
                  </a:cubicBezTo>
                  <a:cubicBezTo>
                    <a:pt x="16" y="1559"/>
                    <a:pt x="18" y="1554"/>
                    <a:pt x="22" y="1551"/>
                  </a:cubicBezTo>
                  <a:cubicBezTo>
                    <a:pt x="13" y="1549"/>
                    <a:pt x="7" y="1541"/>
                    <a:pt x="7" y="1532"/>
                  </a:cubicBezTo>
                  <a:cubicBezTo>
                    <a:pt x="7" y="1531"/>
                    <a:pt x="7" y="1530"/>
                    <a:pt x="7" y="1528"/>
                  </a:cubicBezTo>
                  <a:cubicBezTo>
                    <a:pt x="3" y="1526"/>
                    <a:pt x="0" y="1522"/>
                    <a:pt x="0" y="1517"/>
                  </a:cubicBezTo>
                  <a:cubicBezTo>
                    <a:pt x="0" y="1512"/>
                    <a:pt x="5" y="1507"/>
                    <a:pt x="11" y="1505"/>
                  </a:cubicBezTo>
                  <a:cubicBezTo>
                    <a:pt x="7" y="1501"/>
                    <a:pt x="5" y="1497"/>
                    <a:pt x="5" y="1491"/>
                  </a:cubicBezTo>
                  <a:cubicBezTo>
                    <a:pt x="5" y="1490"/>
                    <a:pt x="5" y="1488"/>
                    <a:pt x="5" y="1487"/>
                  </a:cubicBezTo>
                  <a:cubicBezTo>
                    <a:pt x="2" y="1484"/>
                    <a:pt x="0" y="1480"/>
                    <a:pt x="0" y="1476"/>
                  </a:cubicBezTo>
                  <a:cubicBezTo>
                    <a:pt x="0" y="1469"/>
                    <a:pt x="6" y="1463"/>
                    <a:pt x="13" y="1459"/>
                  </a:cubicBezTo>
                  <a:cubicBezTo>
                    <a:pt x="12" y="1458"/>
                    <a:pt x="12" y="1456"/>
                    <a:pt x="12" y="1454"/>
                  </a:cubicBezTo>
                  <a:cubicBezTo>
                    <a:pt x="12" y="1454"/>
                    <a:pt x="12" y="1454"/>
                    <a:pt x="12" y="1454"/>
                  </a:cubicBezTo>
                  <a:cubicBezTo>
                    <a:pt x="5" y="1451"/>
                    <a:pt x="1" y="1447"/>
                    <a:pt x="1" y="1442"/>
                  </a:cubicBezTo>
                  <a:cubicBezTo>
                    <a:pt x="1" y="1435"/>
                    <a:pt x="8" y="1430"/>
                    <a:pt x="17" y="1428"/>
                  </a:cubicBezTo>
                  <a:cubicBezTo>
                    <a:pt x="13" y="1424"/>
                    <a:pt x="11" y="1419"/>
                    <a:pt x="11" y="1414"/>
                  </a:cubicBezTo>
                  <a:cubicBezTo>
                    <a:pt x="11" y="1403"/>
                    <a:pt x="19" y="1394"/>
                    <a:pt x="30" y="1391"/>
                  </a:cubicBezTo>
                  <a:cubicBezTo>
                    <a:pt x="29" y="1390"/>
                    <a:pt x="29" y="1389"/>
                    <a:pt x="29" y="1389"/>
                  </a:cubicBezTo>
                  <a:cubicBezTo>
                    <a:pt x="29" y="1388"/>
                    <a:pt x="29" y="1388"/>
                    <a:pt x="29" y="1388"/>
                  </a:cubicBezTo>
                  <a:cubicBezTo>
                    <a:pt x="17" y="1386"/>
                    <a:pt x="8" y="1379"/>
                    <a:pt x="8" y="1370"/>
                  </a:cubicBezTo>
                  <a:cubicBezTo>
                    <a:pt x="8" y="1361"/>
                    <a:pt x="18" y="1353"/>
                    <a:pt x="30" y="1352"/>
                  </a:cubicBezTo>
                  <a:cubicBezTo>
                    <a:pt x="26" y="1348"/>
                    <a:pt x="23" y="1343"/>
                    <a:pt x="23" y="1338"/>
                  </a:cubicBezTo>
                  <a:cubicBezTo>
                    <a:pt x="23" y="1336"/>
                    <a:pt x="23" y="1334"/>
                    <a:pt x="24" y="1332"/>
                  </a:cubicBezTo>
                  <a:cubicBezTo>
                    <a:pt x="20" y="1329"/>
                    <a:pt x="17" y="1325"/>
                    <a:pt x="17" y="1321"/>
                  </a:cubicBezTo>
                  <a:cubicBezTo>
                    <a:pt x="17" y="1314"/>
                    <a:pt x="27" y="1308"/>
                    <a:pt x="41" y="1306"/>
                  </a:cubicBezTo>
                  <a:cubicBezTo>
                    <a:pt x="39" y="1304"/>
                    <a:pt x="39" y="1302"/>
                    <a:pt x="39" y="1300"/>
                  </a:cubicBezTo>
                  <a:cubicBezTo>
                    <a:pt x="39" y="1293"/>
                    <a:pt x="45" y="1288"/>
                    <a:pt x="54" y="1288"/>
                  </a:cubicBezTo>
                  <a:cubicBezTo>
                    <a:pt x="54" y="1288"/>
                    <a:pt x="54" y="1288"/>
                    <a:pt x="54" y="1288"/>
                  </a:cubicBezTo>
                  <a:cubicBezTo>
                    <a:pt x="54" y="1287"/>
                    <a:pt x="53" y="1286"/>
                    <a:pt x="53" y="1284"/>
                  </a:cubicBezTo>
                  <a:cubicBezTo>
                    <a:pt x="43" y="1284"/>
                    <a:pt x="36" y="1279"/>
                    <a:pt x="36" y="1273"/>
                  </a:cubicBezTo>
                  <a:cubicBezTo>
                    <a:pt x="36" y="1270"/>
                    <a:pt x="39" y="1266"/>
                    <a:pt x="44" y="1264"/>
                  </a:cubicBezTo>
                  <a:cubicBezTo>
                    <a:pt x="45" y="1261"/>
                    <a:pt x="47" y="1258"/>
                    <a:pt x="50" y="1256"/>
                  </a:cubicBezTo>
                  <a:cubicBezTo>
                    <a:pt x="48" y="1254"/>
                    <a:pt x="47" y="1252"/>
                    <a:pt x="47" y="1249"/>
                  </a:cubicBezTo>
                  <a:cubicBezTo>
                    <a:pt x="47" y="1242"/>
                    <a:pt x="55" y="1237"/>
                    <a:pt x="65" y="1237"/>
                  </a:cubicBezTo>
                  <a:cubicBezTo>
                    <a:pt x="66" y="1237"/>
                    <a:pt x="67" y="1237"/>
                    <a:pt x="67" y="1237"/>
                  </a:cubicBezTo>
                  <a:cubicBezTo>
                    <a:pt x="67" y="1237"/>
                    <a:pt x="67" y="1236"/>
                    <a:pt x="67" y="1236"/>
                  </a:cubicBezTo>
                  <a:cubicBezTo>
                    <a:pt x="66" y="1234"/>
                    <a:pt x="65" y="1232"/>
                    <a:pt x="65" y="1229"/>
                  </a:cubicBezTo>
                  <a:cubicBezTo>
                    <a:pt x="65" y="1222"/>
                    <a:pt x="72" y="1216"/>
                    <a:pt x="81" y="1216"/>
                  </a:cubicBezTo>
                  <a:cubicBezTo>
                    <a:pt x="80" y="1214"/>
                    <a:pt x="80" y="1212"/>
                    <a:pt x="80" y="1211"/>
                  </a:cubicBezTo>
                  <a:cubicBezTo>
                    <a:pt x="80" y="1208"/>
                    <a:pt x="81" y="1205"/>
                    <a:pt x="82" y="1203"/>
                  </a:cubicBezTo>
                  <a:cubicBezTo>
                    <a:pt x="79" y="1201"/>
                    <a:pt x="76" y="1197"/>
                    <a:pt x="76" y="1194"/>
                  </a:cubicBezTo>
                  <a:cubicBezTo>
                    <a:pt x="76" y="1187"/>
                    <a:pt x="84" y="1182"/>
                    <a:pt x="92" y="1182"/>
                  </a:cubicBezTo>
                  <a:cubicBezTo>
                    <a:pt x="92" y="1182"/>
                    <a:pt x="92" y="1182"/>
                    <a:pt x="92" y="1182"/>
                  </a:cubicBezTo>
                  <a:cubicBezTo>
                    <a:pt x="92" y="1181"/>
                    <a:pt x="92" y="1181"/>
                    <a:pt x="92" y="1180"/>
                  </a:cubicBezTo>
                  <a:cubicBezTo>
                    <a:pt x="92" y="1169"/>
                    <a:pt x="104" y="1160"/>
                    <a:pt x="119" y="1160"/>
                  </a:cubicBezTo>
                  <a:cubicBezTo>
                    <a:pt x="120" y="1160"/>
                    <a:pt x="122" y="1160"/>
                    <a:pt x="123" y="1160"/>
                  </a:cubicBezTo>
                  <a:cubicBezTo>
                    <a:pt x="116" y="1156"/>
                    <a:pt x="112" y="1149"/>
                    <a:pt x="112" y="1141"/>
                  </a:cubicBezTo>
                  <a:cubicBezTo>
                    <a:pt x="112" y="1131"/>
                    <a:pt x="120" y="1122"/>
                    <a:pt x="131" y="1120"/>
                  </a:cubicBezTo>
                  <a:cubicBezTo>
                    <a:pt x="130" y="1118"/>
                    <a:pt x="130" y="1116"/>
                    <a:pt x="130" y="1114"/>
                  </a:cubicBezTo>
                  <a:cubicBezTo>
                    <a:pt x="130" y="1104"/>
                    <a:pt x="134" y="1096"/>
                    <a:pt x="140" y="1091"/>
                  </a:cubicBezTo>
                  <a:cubicBezTo>
                    <a:pt x="136" y="1086"/>
                    <a:pt x="133" y="1079"/>
                    <a:pt x="133" y="1071"/>
                  </a:cubicBezTo>
                  <a:cubicBezTo>
                    <a:pt x="133" y="1061"/>
                    <a:pt x="138" y="1051"/>
                    <a:pt x="145" y="1046"/>
                  </a:cubicBezTo>
                  <a:cubicBezTo>
                    <a:pt x="149" y="1037"/>
                    <a:pt x="157" y="1031"/>
                    <a:pt x="166" y="1031"/>
                  </a:cubicBezTo>
                  <a:cubicBezTo>
                    <a:pt x="168" y="1031"/>
                    <a:pt x="170" y="1031"/>
                    <a:pt x="171" y="1031"/>
                  </a:cubicBezTo>
                  <a:cubicBezTo>
                    <a:pt x="172" y="1028"/>
                    <a:pt x="173" y="1025"/>
                    <a:pt x="174" y="1023"/>
                  </a:cubicBezTo>
                  <a:cubicBezTo>
                    <a:pt x="174" y="1022"/>
                    <a:pt x="174" y="1022"/>
                    <a:pt x="174" y="1022"/>
                  </a:cubicBezTo>
                  <a:cubicBezTo>
                    <a:pt x="174" y="1013"/>
                    <a:pt x="181" y="1005"/>
                    <a:pt x="190" y="1003"/>
                  </a:cubicBezTo>
                  <a:cubicBezTo>
                    <a:pt x="189" y="1001"/>
                    <a:pt x="189" y="999"/>
                    <a:pt x="189" y="997"/>
                  </a:cubicBezTo>
                  <a:cubicBezTo>
                    <a:pt x="189" y="986"/>
                    <a:pt x="200" y="977"/>
                    <a:pt x="215" y="977"/>
                  </a:cubicBezTo>
                  <a:cubicBezTo>
                    <a:pt x="218" y="977"/>
                    <a:pt x="221" y="977"/>
                    <a:pt x="224" y="978"/>
                  </a:cubicBezTo>
                  <a:cubicBezTo>
                    <a:pt x="220" y="972"/>
                    <a:pt x="219" y="965"/>
                    <a:pt x="219" y="957"/>
                  </a:cubicBezTo>
                  <a:cubicBezTo>
                    <a:pt x="219" y="937"/>
                    <a:pt x="231" y="920"/>
                    <a:pt x="247" y="920"/>
                  </a:cubicBezTo>
                  <a:cubicBezTo>
                    <a:pt x="248" y="920"/>
                    <a:pt x="248" y="920"/>
                    <a:pt x="248" y="920"/>
                  </a:cubicBezTo>
                  <a:cubicBezTo>
                    <a:pt x="245" y="916"/>
                    <a:pt x="244" y="912"/>
                    <a:pt x="244" y="907"/>
                  </a:cubicBezTo>
                  <a:cubicBezTo>
                    <a:pt x="244" y="894"/>
                    <a:pt x="255" y="883"/>
                    <a:pt x="269" y="882"/>
                  </a:cubicBezTo>
                  <a:cubicBezTo>
                    <a:pt x="266" y="878"/>
                    <a:pt x="265" y="873"/>
                    <a:pt x="265" y="868"/>
                  </a:cubicBezTo>
                  <a:cubicBezTo>
                    <a:pt x="265" y="854"/>
                    <a:pt x="275" y="842"/>
                    <a:pt x="288" y="842"/>
                  </a:cubicBezTo>
                  <a:cubicBezTo>
                    <a:pt x="296" y="842"/>
                    <a:pt x="303" y="846"/>
                    <a:pt x="307" y="852"/>
                  </a:cubicBezTo>
                  <a:cubicBezTo>
                    <a:pt x="307" y="852"/>
                    <a:pt x="308" y="852"/>
                    <a:pt x="308" y="851"/>
                  </a:cubicBezTo>
                  <a:cubicBezTo>
                    <a:pt x="364" y="1027"/>
                    <a:pt x="364" y="1027"/>
                    <a:pt x="364" y="1027"/>
                  </a:cubicBezTo>
                  <a:close/>
                  <a:moveTo>
                    <a:pt x="370" y="1642"/>
                  </a:moveTo>
                  <a:cubicBezTo>
                    <a:pt x="370" y="1642"/>
                    <a:pt x="369" y="1642"/>
                    <a:pt x="369" y="1642"/>
                  </a:cubicBezTo>
                  <a:cubicBezTo>
                    <a:pt x="369" y="1642"/>
                    <a:pt x="370" y="1643"/>
                    <a:pt x="370" y="1643"/>
                  </a:cubicBezTo>
                  <a:cubicBezTo>
                    <a:pt x="370" y="1643"/>
                    <a:pt x="370" y="1642"/>
                    <a:pt x="370" y="16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lt1"/>
                </a:solidFill>
              </a:endParaRPr>
            </a:p>
          </p:txBody>
        </p:sp>
        <p:sp>
          <p:nvSpPr>
            <p:cNvPr id="139" name="Freeform 531"/>
            <p:cNvSpPr>
              <a:spLocks/>
            </p:cNvSpPr>
            <p:nvPr/>
          </p:nvSpPr>
          <p:spPr bwMode="auto">
            <a:xfrm>
              <a:off x="3675063" y="2090738"/>
              <a:ext cx="4318000" cy="3546475"/>
            </a:xfrm>
            <a:custGeom>
              <a:avLst/>
              <a:gdLst>
                <a:gd name="T0" fmla="*/ 372 w 1960"/>
                <a:gd name="T1" fmla="*/ 1578 h 1610"/>
                <a:gd name="T2" fmla="*/ 413 w 1960"/>
                <a:gd name="T3" fmla="*/ 1567 h 1610"/>
                <a:gd name="T4" fmla="*/ 479 w 1960"/>
                <a:gd name="T5" fmla="*/ 1538 h 1610"/>
                <a:gd name="T6" fmla="*/ 538 w 1960"/>
                <a:gd name="T7" fmla="*/ 1518 h 1610"/>
                <a:gd name="T8" fmla="*/ 600 w 1960"/>
                <a:gd name="T9" fmla="*/ 1491 h 1610"/>
                <a:gd name="T10" fmla="*/ 653 w 1960"/>
                <a:gd name="T11" fmla="*/ 1466 h 1610"/>
                <a:gd name="T12" fmla="*/ 711 w 1960"/>
                <a:gd name="T13" fmla="*/ 1421 h 1610"/>
                <a:gd name="T14" fmla="*/ 783 w 1960"/>
                <a:gd name="T15" fmla="*/ 1384 h 1610"/>
                <a:gd name="T16" fmla="*/ 844 w 1960"/>
                <a:gd name="T17" fmla="*/ 1320 h 1610"/>
                <a:gd name="T18" fmla="*/ 877 w 1960"/>
                <a:gd name="T19" fmla="*/ 1309 h 1610"/>
                <a:gd name="T20" fmla="*/ 952 w 1960"/>
                <a:gd name="T21" fmla="*/ 1276 h 1610"/>
                <a:gd name="T22" fmla="*/ 983 w 1960"/>
                <a:gd name="T23" fmla="*/ 1248 h 1610"/>
                <a:gd name="T24" fmla="*/ 1038 w 1960"/>
                <a:gd name="T25" fmla="*/ 1199 h 1610"/>
                <a:gd name="T26" fmla="*/ 1067 w 1960"/>
                <a:gd name="T27" fmla="*/ 1170 h 1610"/>
                <a:gd name="T28" fmla="*/ 1115 w 1960"/>
                <a:gd name="T29" fmla="*/ 1146 h 1610"/>
                <a:gd name="T30" fmla="*/ 1160 w 1960"/>
                <a:gd name="T31" fmla="*/ 1086 h 1610"/>
                <a:gd name="T32" fmla="*/ 1222 w 1960"/>
                <a:gd name="T33" fmla="*/ 1037 h 1610"/>
                <a:gd name="T34" fmla="*/ 1270 w 1960"/>
                <a:gd name="T35" fmla="*/ 998 h 1610"/>
                <a:gd name="T36" fmla="*/ 1313 w 1960"/>
                <a:gd name="T37" fmla="*/ 954 h 1610"/>
                <a:gd name="T38" fmla="*/ 1352 w 1960"/>
                <a:gd name="T39" fmla="*/ 926 h 1610"/>
                <a:gd name="T40" fmla="*/ 1378 w 1960"/>
                <a:gd name="T41" fmla="*/ 898 h 1610"/>
                <a:gd name="T42" fmla="*/ 1421 w 1960"/>
                <a:gd name="T43" fmla="*/ 862 h 1610"/>
                <a:gd name="T44" fmla="*/ 1752 w 1960"/>
                <a:gd name="T45" fmla="*/ 419 h 1610"/>
                <a:gd name="T46" fmla="*/ 1903 w 1960"/>
                <a:gd name="T47" fmla="*/ 118 h 1610"/>
                <a:gd name="T48" fmla="*/ 1581 w 1960"/>
                <a:gd name="T49" fmla="*/ 273 h 1610"/>
                <a:gd name="T50" fmla="*/ 1125 w 1960"/>
                <a:gd name="T51" fmla="*/ 693 h 1610"/>
                <a:gd name="T52" fmla="*/ 1078 w 1960"/>
                <a:gd name="T53" fmla="*/ 746 h 1610"/>
                <a:gd name="T54" fmla="*/ 1027 w 1960"/>
                <a:gd name="T55" fmla="*/ 797 h 1610"/>
                <a:gd name="T56" fmla="*/ 948 w 1960"/>
                <a:gd name="T57" fmla="*/ 860 h 1610"/>
                <a:gd name="T58" fmla="*/ 905 w 1960"/>
                <a:gd name="T59" fmla="*/ 905 h 1610"/>
                <a:gd name="T60" fmla="*/ 840 w 1960"/>
                <a:gd name="T61" fmla="*/ 949 h 1610"/>
                <a:gd name="T62" fmla="*/ 778 w 1960"/>
                <a:gd name="T63" fmla="*/ 998 h 1610"/>
                <a:gd name="T64" fmla="*/ 732 w 1960"/>
                <a:gd name="T65" fmla="*/ 1036 h 1610"/>
                <a:gd name="T66" fmla="*/ 678 w 1960"/>
                <a:gd name="T67" fmla="*/ 1071 h 1610"/>
                <a:gd name="T68" fmla="*/ 628 w 1960"/>
                <a:gd name="T69" fmla="*/ 1094 h 1610"/>
                <a:gd name="T70" fmla="*/ 594 w 1960"/>
                <a:gd name="T71" fmla="*/ 1131 h 1610"/>
                <a:gd name="T72" fmla="*/ 535 w 1960"/>
                <a:gd name="T73" fmla="*/ 1151 h 1610"/>
                <a:gd name="T74" fmla="*/ 505 w 1960"/>
                <a:gd name="T75" fmla="*/ 1181 h 1610"/>
                <a:gd name="T76" fmla="*/ 460 w 1960"/>
                <a:gd name="T77" fmla="*/ 1221 h 1610"/>
                <a:gd name="T78" fmla="*/ 359 w 1960"/>
                <a:gd name="T79" fmla="*/ 1228 h 1610"/>
                <a:gd name="T80" fmla="*/ 317 w 1960"/>
                <a:gd name="T81" fmla="*/ 1181 h 1610"/>
                <a:gd name="T82" fmla="*/ 323 w 1960"/>
                <a:gd name="T83" fmla="*/ 1137 h 1610"/>
                <a:gd name="T84" fmla="*/ 311 w 1960"/>
                <a:gd name="T85" fmla="*/ 1089 h 1610"/>
                <a:gd name="T86" fmla="*/ 324 w 1960"/>
                <a:gd name="T87" fmla="*/ 1034 h 1610"/>
                <a:gd name="T88" fmla="*/ 333 w 1960"/>
                <a:gd name="T89" fmla="*/ 985 h 1610"/>
                <a:gd name="T90" fmla="*/ 266 w 1960"/>
                <a:gd name="T91" fmla="*/ 823 h 1610"/>
                <a:gd name="T92" fmla="*/ 218 w 1960"/>
                <a:gd name="T93" fmla="*/ 906 h 1610"/>
                <a:gd name="T94" fmla="*/ 174 w 1960"/>
                <a:gd name="T95" fmla="*/ 971 h 1610"/>
                <a:gd name="T96" fmla="*/ 142 w 1960"/>
                <a:gd name="T97" fmla="*/ 1005 h 1610"/>
                <a:gd name="T98" fmla="*/ 118 w 1960"/>
                <a:gd name="T99" fmla="*/ 1084 h 1610"/>
                <a:gd name="T100" fmla="*/ 89 w 1960"/>
                <a:gd name="T101" fmla="*/ 1147 h 1610"/>
                <a:gd name="T102" fmla="*/ 43 w 1960"/>
                <a:gd name="T103" fmla="*/ 1218 h 1610"/>
                <a:gd name="T104" fmla="*/ 29 w 1960"/>
                <a:gd name="T105" fmla="*/ 1275 h 1610"/>
                <a:gd name="T106" fmla="*/ 33 w 1960"/>
                <a:gd name="T107" fmla="*/ 1351 h 1610"/>
                <a:gd name="T108" fmla="*/ 0 w 1960"/>
                <a:gd name="T109" fmla="*/ 1425 h 1610"/>
                <a:gd name="T110" fmla="*/ 7 w 1960"/>
                <a:gd name="T111" fmla="*/ 1481 h 1610"/>
                <a:gd name="T112" fmla="*/ 39 w 1960"/>
                <a:gd name="T113" fmla="*/ 1541 h 1610"/>
                <a:gd name="T114" fmla="*/ 77 w 1960"/>
                <a:gd name="T115" fmla="*/ 1579 h 1610"/>
                <a:gd name="T116" fmla="*/ 134 w 1960"/>
                <a:gd name="T117" fmla="*/ 1607 h 1610"/>
                <a:gd name="T118" fmla="*/ 200 w 1960"/>
                <a:gd name="T119" fmla="*/ 1600 h 1610"/>
                <a:gd name="T120" fmla="*/ 236 w 1960"/>
                <a:gd name="T121" fmla="*/ 1603 h 1610"/>
                <a:gd name="T122" fmla="*/ 292 w 1960"/>
                <a:gd name="T123" fmla="*/ 1595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60" h="1610">
                  <a:moveTo>
                    <a:pt x="321" y="1560"/>
                  </a:moveTo>
                  <a:cubicBezTo>
                    <a:pt x="316" y="1550"/>
                    <a:pt x="316" y="1550"/>
                    <a:pt x="316" y="1550"/>
                  </a:cubicBezTo>
                  <a:cubicBezTo>
                    <a:pt x="322" y="1554"/>
                    <a:pt x="322" y="1554"/>
                    <a:pt x="322" y="1554"/>
                  </a:cubicBezTo>
                  <a:cubicBezTo>
                    <a:pt x="331" y="1511"/>
                    <a:pt x="331" y="1511"/>
                    <a:pt x="331" y="1511"/>
                  </a:cubicBezTo>
                  <a:cubicBezTo>
                    <a:pt x="338" y="1563"/>
                    <a:pt x="338" y="1563"/>
                    <a:pt x="338" y="1563"/>
                  </a:cubicBezTo>
                  <a:cubicBezTo>
                    <a:pt x="344" y="1567"/>
                    <a:pt x="344" y="1567"/>
                    <a:pt x="344" y="1567"/>
                  </a:cubicBezTo>
                  <a:cubicBezTo>
                    <a:pt x="352" y="1531"/>
                    <a:pt x="352" y="1531"/>
                    <a:pt x="352" y="1531"/>
                  </a:cubicBezTo>
                  <a:cubicBezTo>
                    <a:pt x="365" y="1577"/>
                    <a:pt x="365" y="1577"/>
                    <a:pt x="365" y="1577"/>
                  </a:cubicBezTo>
                  <a:cubicBezTo>
                    <a:pt x="372" y="1578"/>
                    <a:pt x="372" y="1578"/>
                    <a:pt x="372" y="1578"/>
                  </a:cubicBezTo>
                  <a:cubicBezTo>
                    <a:pt x="381" y="1571"/>
                    <a:pt x="381" y="1571"/>
                    <a:pt x="381" y="1571"/>
                  </a:cubicBezTo>
                  <a:cubicBezTo>
                    <a:pt x="388" y="1577"/>
                    <a:pt x="388" y="1577"/>
                    <a:pt x="388" y="1577"/>
                  </a:cubicBezTo>
                  <a:cubicBezTo>
                    <a:pt x="389" y="1572"/>
                    <a:pt x="389" y="1572"/>
                    <a:pt x="389" y="1572"/>
                  </a:cubicBezTo>
                  <a:cubicBezTo>
                    <a:pt x="399" y="1572"/>
                    <a:pt x="399" y="1572"/>
                    <a:pt x="399" y="1572"/>
                  </a:cubicBezTo>
                  <a:cubicBezTo>
                    <a:pt x="411" y="1568"/>
                    <a:pt x="411" y="1568"/>
                    <a:pt x="411" y="1568"/>
                  </a:cubicBezTo>
                  <a:cubicBezTo>
                    <a:pt x="411" y="1567"/>
                    <a:pt x="411" y="1567"/>
                    <a:pt x="411" y="1567"/>
                  </a:cubicBezTo>
                  <a:cubicBezTo>
                    <a:pt x="412" y="1567"/>
                    <a:pt x="412" y="1567"/>
                    <a:pt x="412" y="1567"/>
                  </a:cubicBezTo>
                  <a:cubicBezTo>
                    <a:pt x="413" y="1567"/>
                    <a:pt x="413" y="1567"/>
                    <a:pt x="413" y="1567"/>
                  </a:cubicBezTo>
                  <a:cubicBezTo>
                    <a:pt x="413" y="1567"/>
                    <a:pt x="413" y="1567"/>
                    <a:pt x="413" y="1567"/>
                  </a:cubicBezTo>
                  <a:cubicBezTo>
                    <a:pt x="425" y="1570"/>
                    <a:pt x="425" y="1570"/>
                    <a:pt x="425" y="1570"/>
                  </a:cubicBezTo>
                  <a:cubicBezTo>
                    <a:pt x="428" y="1547"/>
                    <a:pt x="428" y="1547"/>
                    <a:pt x="428" y="1547"/>
                  </a:cubicBezTo>
                  <a:cubicBezTo>
                    <a:pt x="444" y="1561"/>
                    <a:pt x="444" y="1561"/>
                    <a:pt x="444" y="1561"/>
                  </a:cubicBezTo>
                  <a:cubicBezTo>
                    <a:pt x="445" y="1555"/>
                    <a:pt x="445" y="1555"/>
                    <a:pt x="445" y="1555"/>
                  </a:cubicBezTo>
                  <a:cubicBezTo>
                    <a:pt x="460" y="1555"/>
                    <a:pt x="460" y="1555"/>
                    <a:pt x="460" y="1555"/>
                  </a:cubicBezTo>
                  <a:cubicBezTo>
                    <a:pt x="460" y="1555"/>
                    <a:pt x="460" y="1555"/>
                    <a:pt x="461" y="1555"/>
                  </a:cubicBezTo>
                  <a:cubicBezTo>
                    <a:pt x="464" y="1544"/>
                    <a:pt x="464" y="1544"/>
                    <a:pt x="464" y="1544"/>
                  </a:cubicBezTo>
                  <a:cubicBezTo>
                    <a:pt x="477" y="1546"/>
                    <a:pt x="477" y="1546"/>
                    <a:pt x="477" y="1546"/>
                  </a:cubicBezTo>
                  <a:cubicBezTo>
                    <a:pt x="479" y="1538"/>
                    <a:pt x="479" y="1538"/>
                    <a:pt x="479" y="1538"/>
                  </a:cubicBezTo>
                  <a:cubicBezTo>
                    <a:pt x="490" y="1537"/>
                    <a:pt x="490" y="1537"/>
                    <a:pt x="490" y="1537"/>
                  </a:cubicBezTo>
                  <a:cubicBezTo>
                    <a:pt x="490" y="1537"/>
                    <a:pt x="491" y="1537"/>
                    <a:pt x="491" y="1537"/>
                  </a:cubicBezTo>
                  <a:cubicBezTo>
                    <a:pt x="502" y="1529"/>
                    <a:pt x="502" y="1529"/>
                    <a:pt x="502" y="1529"/>
                  </a:cubicBezTo>
                  <a:cubicBezTo>
                    <a:pt x="507" y="1533"/>
                    <a:pt x="507" y="1533"/>
                    <a:pt x="507" y="1533"/>
                  </a:cubicBezTo>
                  <a:cubicBezTo>
                    <a:pt x="507" y="1525"/>
                    <a:pt x="507" y="1525"/>
                    <a:pt x="507" y="1525"/>
                  </a:cubicBezTo>
                  <a:cubicBezTo>
                    <a:pt x="522" y="1525"/>
                    <a:pt x="522" y="1525"/>
                    <a:pt x="522" y="1525"/>
                  </a:cubicBezTo>
                  <a:cubicBezTo>
                    <a:pt x="523" y="1525"/>
                    <a:pt x="523" y="1525"/>
                    <a:pt x="524" y="1524"/>
                  </a:cubicBezTo>
                  <a:cubicBezTo>
                    <a:pt x="532" y="1514"/>
                    <a:pt x="532" y="1514"/>
                    <a:pt x="532" y="1514"/>
                  </a:cubicBezTo>
                  <a:cubicBezTo>
                    <a:pt x="538" y="1518"/>
                    <a:pt x="538" y="1518"/>
                    <a:pt x="538" y="1518"/>
                  </a:cubicBezTo>
                  <a:cubicBezTo>
                    <a:pt x="541" y="1486"/>
                    <a:pt x="541" y="1486"/>
                    <a:pt x="541" y="1486"/>
                  </a:cubicBezTo>
                  <a:cubicBezTo>
                    <a:pt x="565" y="1512"/>
                    <a:pt x="565" y="1512"/>
                    <a:pt x="565" y="1512"/>
                  </a:cubicBezTo>
                  <a:cubicBezTo>
                    <a:pt x="565" y="1512"/>
                    <a:pt x="566" y="1512"/>
                    <a:pt x="566" y="1512"/>
                  </a:cubicBezTo>
                  <a:cubicBezTo>
                    <a:pt x="567" y="1512"/>
                    <a:pt x="567" y="1512"/>
                    <a:pt x="567" y="1512"/>
                  </a:cubicBezTo>
                  <a:cubicBezTo>
                    <a:pt x="569" y="1501"/>
                    <a:pt x="569" y="1501"/>
                    <a:pt x="569" y="1501"/>
                  </a:cubicBezTo>
                  <a:cubicBezTo>
                    <a:pt x="580" y="1499"/>
                    <a:pt x="580" y="1499"/>
                    <a:pt x="580" y="1499"/>
                  </a:cubicBezTo>
                  <a:cubicBezTo>
                    <a:pt x="581" y="1499"/>
                    <a:pt x="582" y="1499"/>
                    <a:pt x="582" y="1498"/>
                  </a:cubicBezTo>
                  <a:cubicBezTo>
                    <a:pt x="588" y="1488"/>
                    <a:pt x="588" y="1488"/>
                    <a:pt x="588" y="1488"/>
                  </a:cubicBezTo>
                  <a:cubicBezTo>
                    <a:pt x="600" y="1491"/>
                    <a:pt x="600" y="1491"/>
                    <a:pt x="600" y="1491"/>
                  </a:cubicBezTo>
                  <a:cubicBezTo>
                    <a:pt x="601" y="1491"/>
                    <a:pt x="602" y="1491"/>
                    <a:pt x="603" y="1491"/>
                  </a:cubicBezTo>
                  <a:cubicBezTo>
                    <a:pt x="604" y="1491"/>
                    <a:pt x="606" y="1491"/>
                    <a:pt x="607" y="1490"/>
                  </a:cubicBezTo>
                  <a:cubicBezTo>
                    <a:pt x="615" y="1474"/>
                    <a:pt x="615" y="1474"/>
                    <a:pt x="615" y="1474"/>
                  </a:cubicBezTo>
                  <a:cubicBezTo>
                    <a:pt x="630" y="1485"/>
                    <a:pt x="630" y="1485"/>
                    <a:pt x="630" y="1485"/>
                  </a:cubicBezTo>
                  <a:cubicBezTo>
                    <a:pt x="631" y="1485"/>
                    <a:pt x="632" y="1485"/>
                    <a:pt x="633" y="1485"/>
                  </a:cubicBezTo>
                  <a:cubicBezTo>
                    <a:pt x="633" y="1485"/>
                    <a:pt x="633" y="1485"/>
                    <a:pt x="633" y="1485"/>
                  </a:cubicBezTo>
                  <a:cubicBezTo>
                    <a:pt x="620" y="1457"/>
                    <a:pt x="620" y="1457"/>
                    <a:pt x="620" y="1457"/>
                  </a:cubicBezTo>
                  <a:cubicBezTo>
                    <a:pt x="653" y="1466"/>
                    <a:pt x="653" y="1466"/>
                    <a:pt x="653" y="1466"/>
                  </a:cubicBezTo>
                  <a:cubicBezTo>
                    <a:pt x="653" y="1466"/>
                    <a:pt x="653" y="1466"/>
                    <a:pt x="653" y="1466"/>
                  </a:cubicBezTo>
                  <a:cubicBezTo>
                    <a:pt x="653" y="1466"/>
                    <a:pt x="654" y="1466"/>
                    <a:pt x="654" y="1466"/>
                  </a:cubicBezTo>
                  <a:cubicBezTo>
                    <a:pt x="663" y="1448"/>
                    <a:pt x="663" y="1448"/>
                    <a:pt x="663" y="1448"/>
                  </a:cubicBezTo>
                  <a:cubicBezTo>
                    <a:pt x="670" y="1454"/>
                    <a:pt x="670" y="1454"/>
                    <a:pt x="670" y="1454"/>
                  </a:cubicBezTo>
                  <a:cubicBezTo>
                    <a:pt x="680" y="1448"/>
                    <a:pt x="680" y="1448"/>
                    <a:pt x="680" y="1448"/>
                  </a:cubicBezTo>
                  <a:cubicBezTo>
                    <a:pt x="680" y="1447"/>
                    <a:pt x="681" y="1447"/>
                    <a:pt x="681" y="1446"/>
                  </a:cubicBezTo>
                  <a:cubicBezTo>
                    <a:pt x="686" y="1439"/>
                    <a:pt x="686" y="1439"/>
                    <a:pt x="686" y="1439"/>
                  </a:cubicBezTo>
                  <a:cubicBezTo>
                    <a:pt x="695" y="1440"/>
                    <a:pt x="695" y="1440"/>
                    <a:pt x="695" y="1440"/>
                  </a:cubicBezTo>
                  <a:cubicBezTo>
                    <a:pt x="686" y="1419"/>
                    <a:pt x="686" y="1419"/>
                    <a:pt x="686" y="1419"/>
                  </a:cubicBezTo>
                  <a:cubicBezTo>
                    <a:pt x="711" y="1421"/>
                    <a:pt x="711" y="1421"/>
                    <a:pt x="711" y="1421"/>
                  </a:cubicBezTo>
                  <a:cubicBezTo>
                    <a:pt x="730" y="1385"/>
                    <a:pt x="730" y="1385"/>
                    <a:pt x="730" y="1385"/>
                  </a:cubicBezTo>
                  <a:cubicBezTo>
                    <a:pt x="735" y="1409"/>
                    <a:pt x="735" y="1409"/>
                    <a:pt x="735" y="1409"/>
                  </a:cubicBezTo>
                  <a:cubicBezTo>
                    <a:pt x="745" y="1408"/>
                    <a:pt x="745" y="1408"/>
                    <a:pt x="745" y="1408"/>
                  </a:cubicBezTo>
                  <a:cubicBezTo>
                    <a:pt x="748" y="1395"/>
                    <a:pt x="748" y="1395"/>
                    <a:pt x="748" y="1395"/>
                  </a:cubicBezTo>
                  <a:cubicBezTo>
                    <a:pt x="763" y="1399"/>
                    <a:pt x="763" y="1399"/>
                    <a:pt x="763" y="1399"/>
                  </a:cubicBezTo>
                  <a:cubicBezTo>
                    <a:pt x="765" y="1400"/>
                    <a:pt x="766" y="1400"/>
                    <a:pt x="767" y="1400"/>
                  </a:cubicBezTo>
                  <a:cubicBezTo>
                    <a:pt x="770" y="1400"/>
                    <a:pt x="777" y="1398"/>
                    <a:pt x="777" y="1395"/>
                  </a:cubicBezTo>
                  <a:cubicBezTo>
                    <a:pt x="778" y="1388"/>
                    <a:pt x="778" y="1388"/>
                    <a:pt x="778" y="1388"/>
                  </a:cubicBezTo>
                  <a:cubicBezTo>
                    <a:pt x="783" y="1384"/>
                    <a:pt x="783" y="1384"/>
                    <a:pt x="783" y="1384"/>
                  </a:cubicBezTo>
                  <a:cubicBezTo>
                    <a:pt x="784" y="1383"/>
                    <a:pt x="785" y="1382"/>
                    <a:pt x="785" y="1380"/>
                  </a:cubicBezTo>
                  <a:cubicBezTo>
                    <a:pt x="791" y="1365"/>
                    <a:pt x="791" y="1365"/>
                    <a:pt x="791" y="1365"/>
                  </a:cubicBezTo>
                  <a:cubicBezTo>
                    <a:pt x="806" y="1372"/>
                    <a:pt x="806" y="1372"/>
                    <a:pt x="806" y="1372"/>
                  </a:cubicBezTo>
                  <a:cubicBezTo>
                    <a:pt x="808" y="1372"/>
                    <a:pt x="809" y="1373"/>
                    <a:pt x="811" y="1373"/>
                  </a:cubicBezTo>
                  <a:cubicBezTo>
                    <a:pt x="813" y="1373"/>
                    <a:pt x="819" y="1371"/>
                    <a:pt x="819" y="1368"/>
                  </a:cubicBezTo>
                  <a:cubicBezTo>
                    <a:pt x="821" y="1349"/>
                    <a:pt x="821" y="1349"/>
                    <a:pt x="821" y="1349"/>
                  </a:cubicBezTo>
                  <a:cubicBezTo>
                    <a:pt x="839" y="1354"/>
                    <a:pt x="839" y="1354"/>
                    <a:pt x="839" y="1354"/>
                  </a:cubicBezTo>
                  <a:cubicBezTo>
                    <a:pt x="840" y="1354"/>
                    <a:pt x="842" y="1350"/>
                    <a:pt x="842" y="1348"/>
                  </a:cubicBezTo>
                  <a:cubicBezTo>
                    <a:pt x="844" y="1320"/>
                    <a:pt x="844" y="1320"/>
                    <a:pt x="844" y="1320"/>
                  </a:cubicBezTo>
                  <a:cubicBezTo>
                    <a:pt x="867" y="1337"/>
                    <a:pt x="867" y="1337"/>
                    <a:pt x="867" y="1337"/>
                  </a:cubicBezTo>
                  <a:cubicBezTo>
                    <a:pt x="867" y="1337"/>
                    <a:pt x="867" y="1337"/>
                    <a:pt x="867" y="1337"/>
                  </a:cubicBezTo>
                  <a:cubicBezTo>
                    <a:pt x="868" y="1337"/>
                    <a:pt x="868" y="1337"/>
                    <a:pt x="868" y="1336"/>
                  </a:cubicBezTo>
                  <a:cubicBezTo>
                    <a:pt x="881" y="1314"/>
                    <a:pt x="881" y="1314"/>
                    <a:pt x="881" y="1314"/>
                  </a:cubicBezTo>
                  <a:cubicBezTo>
                    <a:pt x="895" y="1335"/>
                    <a:pt x="895" y="1335"/>
                    <a:pt x="895" y="1335"/>
                  </a:cubicBezTo>
                  <a:cubicBezTo>
                    <a:pt x="896" y="1337"/>
                    <a:pt x="898" y="1337"/>
                    <a:pt x="900" y="1337"/>
                  </a:cubicBezTo>
                  <a:cubicBezTo>
                    <a:pt x="902" y="1337"/>
                    <a:pt x="905" y="1336"/>
                    <a:pt x="905" y="1334"/>
                  </a:cubicBezTo>
                  <a:cubicBezTo>
                    <a:pt x="905" y="1333"/>
                    <a:pt x="905" y="1332"/>
                    <a:pt x="904" y="1332"/>
                  </a:cubicBezTo>
                  <a:cubicBezTo>
                    <a:pt x="877" y="1309"/>
                    <a:pt x="877" y="1309"/>
                    <a:pt x="877" y="1309"/>
                  </a:cubicBezTo>
                  <a:cubicBezTo>
                    <a:pt x="912" y="1304"/>
                    <a:pt x="912" y="1304"/>
                    <a:pt x="912" y="1304"/>
                  </a:cubicBezTo>
                  <a:cubicBezTo>
                    <a:pt x="913" y="1304"/>
                    <a:pt x="913" y="1304"/>
                    <a:pt x="914" y="1304"/>
                  </a:cubicBezTo>
                  <a:cubicBezTo>
                    <a:pt x="921" y="1302"/>
                    <a:pt x="921" y="1302"/>
                    <a:pt x="921" y="1302"/>
                  </a:cubicBezTo>
                  <a:cubicBezTo>
                    <a:pt x="924" y="1303"/>
                    <a:pt x="924" y="1303"/>
                    <a:pt x="924" y="1303"/>
                  </a:cubicBezTo>
                  <a:cubicBezTo>
                    <a:pt x="910" y="1283"/>
                    <a:pt x="910" y="1283"/>
                    <a:pt x="910" y="1283"/>
                  </a:cubicBezTo>
                  <a:cubicBezTo>
                    <a:pt x="939" y="1283"/>
                    <a:pt x="939" y="1283"/>
                    <a:pt x="939" y="1283"/>
                  </a:cubicBezTo>
                  <a:cubicBezTo>
                    <a:pt x="939" y="1283"/>
                    <a:pt x="940" y="1282"/>
                    <a:pt x="940" y="1282"/>
                  </a:cubicBezTo>
                  <a:cubicBezTo>
                    <a:pt x="945" y="1276"/>
                    <a:pt x="945" y="1276"/>
                    <a:pt x="945" y="1276"/>
                  </a:cubicBezTo>
                  <a:cubicBezTo>
                    <a:pt x="952" y="1276"/>
                    <a:pt x="952" y="1276"/>
                    <a:pt x="952" y="1276"/>
                  </a:cubicBezTo>
                  <a:cubicBezTo>
                    <a:pt x="953" y="1276"/>
                    <a:pt x="956" y="1276"/>
                    <a:pt x="956" y="1275"/>
                  </a:cubicBezTo>
                  <a:cubicBezTo>
                    <a:pt x="959" y="1272"/>
                    <a:pt x="959" y="1272"/>
                    <a:pt x="959" y="1272"/>
                  </a:cubicBezTo>
                  <a:cubicBezTo>
                    <a:pt x="960" y="1272"/>
                    <a:pt x="960" y="1272"/>
                    <a:pt x="960" y="1272"/>
                  </a:cubicBezTo>
                  <a:cubicBezTo>
                    <a:pt x="958" y="1264"/>
                    <a:pt x="958" y="1264"/>
                    <a:pt x="958" y="1264"/>
                  </a:cubicBezTo>
                  <a:cubicBezTo>
                    <a:pt x="968" y="1259"/>
                    <a:pt x="968" y="1259"/>
                    <a:pt x="968" y="1259"/>
                  </a:cubicBezTo>
                  <a:cubicBezTo>
                    <a:pt x="969" y="1259"/>
                    <a:pt x="969" y="1259"/>
                    <a:pt x="969" y="1259"/>
                  </a:cubicBezTo>
                  <a:cubicBezTo>
                    <a:pt x="974" y="1253"/>
                    <a:pt x="974" y="1253"/>
                    <a:pt x="974" y="1253"/>
                  </a:cubicBezTo>
                  <a:cubicBezTo>
                    <a:pt x="979" y="1254"/>
                    <a:pt x="979" y="1254"/>
                    <a:pt x="979" y="1254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62" y="1230"/>
                    <a:pt x="962" y="1230"/>
                    <a:pt x="962" y="1230"/>
                  </a:cubicBezTo>
                  <a:cubicBezTo>
                    <a:pt x="1000" y="1227"/>
                    <a:pt x="1000" y="1227"/>
                    <a:pt x="1000" y="1227"/>
                  </a:cubicBezTo>
                  <a:cubicBezTo>
                    <a:pt x="1012" y="1217"/>
                    <a:pt x="1012" y="1217"/>
                    <a:pt x="1012" y="1217"/>
                  </a:cubicBezTo>
                  <a:cubicBezTo>
                    <a:pt x="1013" y="1218"/>
                    <a:pt x="1013" y="1218"/>
                    <a:pt x="1013" y="1218"/>
                  </a:cubicBezTo>
                  <a:cubicBezTo>
                    <a:pt x="1022" y="1210"/>
                    <a:pt x="1022" y="1210"/>
                    <a:pt x="1022" y="1210"/>
                  </a:cubicBezTo>
                  <a:cubicBezTo>
                    <a:pt x="1022" y="1210"/>
                    <a:pt x="1022" y="1210"/>
                    <a:pt x="1022" y="1210"/>
                  </a:cubicBezTo>
                  <a:cubicBezTo>
                    <a:pt x="1024" y="1205"/>
                    <a:pt x="1024" y="1205"/>
                    <a:pt x="1024" y="1205"/>
                  </a:cubicBezTo>
                  <a:cubicBezTo>
                    <a:pt x="1030" y="1203"/>
                    <a:pt x="1030" y="1203"/>
                    <a:pt x="1030" y="1203"/>
                  </a:cubicBezTo>
                  <a:cubicBezTo>
                    <a:pt x="1038" y="1199"/>
                    <a:pt x="1038" y="1199"/>
                    <a:pt x="1038" y="1199"/>
                  </a:cubicBezTo>
                  <a:cubicBezTo>
                    <a:pt x="1043" y="1202"/>
                    <a:pt x="1043" y="1202"/>
                    <a:pt x="1043" y="1202"/>
                  </a:cubicBezTo>
                  <a:cubicBezTo>
                    <a:pt x="1045" y="1201"/>
                    <a:pt x="1045" y="1201"/>
                    <a:pt x="1045" y="1201"/>
                  </a:cubicBezTo>
                  <a:cubicBezTo>
                    <a:pt x="1051" y="1203"/>
                    <a:pt x="1051" y="1203"/>
                    <a:pt x="1051" y="1203"/>
                  </a:cubicBezTo>
                  <a:cubicBezTo>
                    <a:pt x="1052" y="1203"/>
                    <a:pt x="1052" y="1203"/>
                    <a:pt x="1053" y="1203"/>
                  </a:cubicBezTo>
                  <a:cubicBezTo>
                    <a:pt x="1055" y="1203"/>
                    <a:pt x="1057" y="1201"/>
                    <a:pt x="1057" y="1198"/>
                  </a:cubicBezTo>
                  <a:cubicBezTo>
                    <a:pt x="1057" y="1197"/>
                    <a:pt x="1057" y="1196"/>
                    <a:pt x="1057" y="1195"/>
                  </a:cubicBezTo>
                  <a:cubicBezTo>
                    <a:pt x="1053" y="1190"/>
                    <a:pt x="1053" y="1190"/>
                    <a:pt x="1053" y="1190"/>
                  </a:cubicBezTo>
                  <a:cubicBezTo>
                    <a:pt x="1055" y="1172"/>
                    <a:pt x="1055" y="1172"/>
                    <a:pt x="1055" y="1172"/>
                  </a:cubicBezTo>
                  <a:cubicBezTo>
                    <a:pt x="1067" y="1170"/>
                    <a:pt x="1067" y="1170"/>
                    <a:pt x="1067" y="1170"/>
                  </a:cubicBezTo>
                  <a:cubicBezTo>
                    <a:pt x="1067" y="1170"/>
                    <a:pt x="1068" y="1170"/>
                    <a:pt x="1068" y="1170"/>
                  </a:cubicBezTo>
                  <a:cubicBezTo>
                    <a:pt x="1085" y="1165"/>
                    <a:pt x="1085" y="1165"/>
                    <a:pt x="1085" y="1165"/>
                  </a:cubicBezTo>
                  <a:cubicBezTo>
                    <a:pt x="1086" y="1170"/>
                    <a:pt x="1086" y="1170"/>
                    <a:pt x="1086" y="1170"/>
                  </a:cubicBezTo>
                  <a:cubicBezTo>
                    <a:pt x="1098" y="1167"/>
                    <a:pt x="1098" y="1167"/>
                    <a:pt x="1098" y="1167"/>
                  </a:cubicBezTo>
                  <a:cubicBezTo>
                    <a:pt x="1099" y="1167"/>
                    <a:pt x="1100" y="1166"/>
                    <a:pt x="1100" y="1165"/>
                  </a:cubicBezTo>
                  <a:cubicBezTo>
                    <a:pt x="1103" y="1153"/>
                    <a:pt x="1103" y="1153"/>
                    <a:pt x="1103" y="1153"/>
                  </a:cubicBezTo>
                  <a:cubicBezTo>
                    <a:pt x="1110" y="1153"/>
                    <a:pt x="1110" y="1153"/>
                    <a:pt x="1110" y="1153"/>
                  </a:cubicBezTo>
                  <a:cubicBezTo>
                    <a:pt x="1110" y="1151"/>
                    <a:pt x="1110" y="1151"/>
                    <a:pt x="1110" y="1151"/>
                  </a:cubicBezTo>
                  <a:cubicBezTo>
                    <a:pt x="1115" y="1146"/>
                    <a:pt x="1115" y="1146"/>
                    <a:pt x="1115" y="1146"/>
                  </a:cubicBezTo>
                  <a:cubicBezTo>
                    <a:pt x="1115" y="1146"/>
                    <a:pt x="1116" y="1146"/>
                    <a:pt x="1116" y="1145"/>
                  </a:cubicBezTo>
                  <a:cubicBezTo>
                    <a:pt x="1120" y="1138"/>
                    <a:pt x="1120" y="1138"/>
                    <a:pt x="1120" y="1138"/>
                  </a:cubicBezTo>
                  <a:cubicBezTo>
                    <a:pt x="1128" y="1138"/>
                    <a:pt x="1128" y="1138"/>
                    <a:pt x="1128" y="1138"/>
                  </a:cubicBezTo>
                  <a:cubicBezTo>
                    <a:pt x="1135" y="1138"/>
                    <a:pt x="1138" y="1129"/>
                    <a:pt x="1138" y="1124"/>
                  </a:cubicBezTo>
                  <a:cubicBezTo>
                    <a:pt x="1138" y="1124"/>
                    <a:pt x="1138" y="1123"/>
                    <a:pt x="1138" y="1123"/>
                  </a:cubicBezTo>
                  <a:cubicBezTo>
                    <a:pt x="1137" y="1108"/>
                    <a:pt x="1137" y="1108"/>
                    <a:pt x="1137" y="1108"/>
                  </a:cubicBezTo>
                  <a:cubicBezTo>
                    <a:pt x="1152" y="1106"/>
                    <a:pt x="1152" y="1106"/>
                    <a:pt x="1152" y="1106"/>
                  </a:cubicBezTo>
                  <a:cubicBezTo>
                    <a:pt x="1155" y="1106"/>
                    <a:pt x="1157" y="1104"/>
                    <a:pt x="1158" y="1101"/>
                  </a:cubicBezTo>
                  <a:cubicBezTo>
                    <a:pt x="1160" y="1086"/>
                    <a:pt x="1160" y="1086"/>
                    <a:pt x="1160" y="1086"/>
                  </a:cubicBezTo>
                  <a:cubicBezTo>
                    <a:pt x="1171" y="1088"/>
                    <a:pt x="1171" y="1088"/>
                    <a:pt x="1171" y="1088"/>
                  </a:cubicBezTo>
                  <a:cubicBezTo>
                    <a:pt x="1162" y="1065"/>
                    <a:pt x="1162" y="1065"/>
                    <a:pt x="1162" y="1065"/>
                  </a:cubicBezTo>
                  <a:cubicBezTo>
                    <a:pt x="1190" y="1073"/>
                    <a:pt x="1190" y="1073"/>
                    <a:pt x="1190" y="1073"/>
                  </a:cubicBezTo>
                  <a:cubicBezTo>
                    <a:pt x="1192" y="1066"/>
                    <a:pt x="1192" y="1066"/>
                    <a:pt x="1192" y="1066"/>
                  </a:cubicBezTo>
                  <a:cubicBezTo>
                    <a:pt x="1194" y="1066"/>
                    <a:pt x="1194" y="1066"/>
                    <a:pt x="1194" y="1066"/>
                  </a:cubicBezTo>
                  <a:cubicBezTo>
                    <a:pt x="1189" y="1052"/>
                    <a:pt x="1189" y="1052"/>
                    <a:pt x="1189" y="1052"/>
                  </a:cubicBezTo>
                  <a:cubicBezTo>
                    <a:pt x="1203" y="1047"/>
                    <a:pt x="1203" y="1047"/>
                    <a:pt x="1203" y="1047"/>
                  </a:cubicBezTo>
                  <a:cubicBezTo>
                    <a:pt x="1211" y="1025"/>
                    <a:pt x="1211" y="1025"/>
                    <a:pt x="1211" y="1025"/>
                  </a:cubicBezTo>
                  <a:cubicBezTo>
                    <a:pt x="1222" y="1037"/>
                    <a:pt x="1222" y="1037"/>
                    <a:pt x="1222" y="1037"/>
                  </a:cubicBezTo>
                  <a:cubicBezTo>
                    <a:pt x="1222" y="1032"/>
                    <a:pt x="1222" y="1032"/>
                    <a:pt x="1222" y="1032"/>
                  </a:cubicBezTo>
                  <a:cubicBezTo>
                    <a:pt x="1235" y="1029"/>
                    <a:pt x="1235" y="1029"/>
                    <a:pt x="1235" y="1029"/>
                  </a:cubicBezTo>
                  <a:cubicBezTo>
                    <a:pt x="1235" y="1029"/>
                    <a:pt x="1236" y="1028"/>
                    <a:pt x="1236" y="1028"/>
                  </a:cubicBezTo>
                  <a:cubicBezTo>
                    <a:pt x="1237" y="1027"/>
                    <a:pt x="1237" y="1027"/>
                    <a:pt x="1237" y="1027"/>
                  </a:cubicBezTo>
                  <a:cubicBezTo>
                    <a:pt x="1223" y="1019"/>
                    <a:pt x="1223" y="1019"/>
                    <a:pt x="1223" y="1019"/>
                  </a:cubicBezTo>
                  <a:cubicBezTo>
                    <a:pt x="1254" y="1006"/>
                    <a:pt x="1254" y="1006"/>
                    <a:pt x="1254" y="1006"/>
                  </a:cubicBezTo>
                  <a:cubicBezTo>
                    <a:pt x="1254" y="1006"/>
                    <a:pt x="1254" y="1006"/>
                    <a:pt x="1254" y="1006"/>
                  </a:cubicBezTo>
                  <a:cubicBezTo>
                    <a:pt x="1260" y="996"/>
                    <a:pt x="1260" y="996"/>
                    <a:pt x="1260" y="996"/>
                  </a:cubicBezTo>
                  <a:cubicBezTo>
                    <a:pt x="1270" y="998"/>
                    <a:pt x="1270" y="998"/>
                    <a:pt x="1270" y="998"/>
                  </a:cubicBezTo>
                  <a:cubicBezTo>
                    <a:pt x="1271" y="997"/>
                    <a:pt x="1271" y="996"/>
                    <a:pt x="1271" y="995"/>
                  </a:cubicBezTo>
                  <a:cubicBezTo>
                    <a:pt x="1271" y="995"/>
                    <a:pt x="1271" y="995"/>
                    <a:pt x="1271" y="995"/>
                  </a:cubicBezTo>
                  <a:cubicBezTo>
                    <a:pt x="1270" y="975"/>
                    <a:pt x="1270" y="975"/>
                    <a:pt x="1270" y="975"/>
                  </a:cubicBezTo>
                  <a:cubicBezTo>
                    <a:pt x="1289" y="978"/>
                    <a:pt x="1289" y="978"/>
                    <a:pt x="1289" y="978"/>
                  </a:cubicBezTo>
                  <a:cubicBezTo>
                    <a:pt x="1290" y="978"/>
                    <a:pt x="1291" y="979"/>
                    <a:pt x="1292" y="979"/>
                  </a:cubicBezTo>
                  <a:cubicBezTo>
                    <a:pt x="1295" y="979"/>
                    <a:pt x="1301" y="977"/>
                    <a:pt x="1302" y="974"/>
                  </a:cubicBezTo>
                  <a:cubicBezTo>
                    <a:pt x="1307" y="956"/>
                    <a:pt x="1307" y="956"/>
                    <a:pt x="1307" y="956"/>
                  </a:cubicBezTo>
                  <a:cubicBezTo>
                    <a:pt x="1313" y="960"/>
                    <a:pt x="1313" y="960"/>
                    <a:pt x="1313" y="960"/>
                  </a:cubicBezTo>
                  <a:cubicBezTo>
                    <a:pt x="1313" y="954"/>
                    <a:pt x="1313" y="954"/>
                    <a:pt x="1313" y="954"/>
                  </a:cubicBezTo>
                  <a:cubicBezTo>
                    <a:pt x="1328" y="952"/>
                    <a:pt x="1328" y="952"/>
                    <a:pt x="1328" y="952"/>
                  </a:cubicBezTo>
                  <a:cubicBezTo>
                    <a:pt x="1338" y="948"/>
                    <a:pt x="1338" y="948"/>
                    <a:pt x="1338" y="948"/>
                  </a:cubicBezTo>
                  <a:cubicBezTo>
                    <a:pt x="1345" y="956"/>
                    <a:pt x="1345" y="956"/>
                    <a:pt x="1345" y="956"/>
                  </a:cubicBezTo>
                  <a:cubicBezTo>
                    <a:pt x="1345" y="956"/>
                    <a:pt x="1346" y="956"/>
                    <a:pt x="1346" y="956"/>
                  </a:cubicBezTo>
                  <a:cubicBezTo>
                    <a:pt x="1347" y="956"/>
                    <a:pt x="1348" y="955"/>
                    <a:pt x="1348" y="954"/>
                  </a:cubicBezTo>
                  <a:cubicBezTo>
                    <a:pt x="1348" y="954"/>
                    <a:pt x="1348" y="953"/>
                    <a:pt x="1347" y="953"/>
                  </a:cubicBezTo>
                  <a:cubicBezTo>
                    <a:pt x="1328" y="937"/>
                    <a:pt x="1328" y="937"/>
                    <a:pt x="1328" y="937"/>
                  </a:cubicBezTo>
                  <a:cubicBezTo>
                    <a:pt x="1351" y="927"/>
                    <a:pt x="1351" y="927"/>
                    <a:pt x="1351" y="927"/>
                  </a:cubicBezTo>
                  <a:cubicBezTo>
                    <a:pt x="1352" y="927"/>
                    <a:pt x="1352" y="926"/>
                    <a:pt x="1352" y="926"/>
                  </a:cubicBezTo>
                  <a:cubicBezTo>
                    <a:pt x="1353" y="914"/>
                    <a:pt x="1353" y="914"/>
                    <a:pt x="1353" y="914"/>
                  </a:cubicBezTo>
                  <a:cubicBezTo>
                    <a:pt x="1367" y="913"/>
                    <a:pt x="1367" y="913"/>
                    <a:pt x="1367" y="913"/>
                  </a:cubicBezTo>
                  <a:cubicBezTo>
                    <a:pt x="1368" y="913"/>
                    <a:pt x="1369" y="912"/>
                    <a:pt x="1371" y="912"/>
                  </a:cubicBezTo>
                  <a:cubicBezTo>
                    <a:pt x="1377" y="908"/>
                    <a:pt x="1377" y="908"/>
                    <a:pt x="1377" y="908"/>
                  </a:cubicBezTo>
                  <a:cubicBezTo>
                    <a:pt x="1384" y="910"/>
                    <a:pt x="1384" y="910"/>
                    <a:pt x="1384" y="910"/>
                  </a:cubicBezTo>
                  <a:cubicBezTo>
                    <a:pt x="1384" y="910"/>
                    <a:pt x="1385" y="910"/>
                    <a:pt x="1385" y="910"/>
                  </a:cubicBezTo>
                  <a:cubicBezTo>
                    <a:pt x="1386" y="910"/>
                    <a:pt x="1389" y="910"/>
                    <a:pt x="1389" y="909"/>
                  </a:cubicBezTo>
                  <a:cubicBezTo>
                    <a:pt x="1389" y="908"/>
                    <a:pt x="1389" y="908"/>
                    <a:pt x="1389" y="908"/>
                  </a:cubicBezTo>
                  <a:cubicBezTo>
                    <a:pt x="1378" y="898"/>
                    <a:pt x="1378" y="898"/>
                    <a:pt x="1378" y="898"/>
                  </a:cubicBezTo>
                  <a:cubicBezTo>
                    <a:pt x="1387" y="887"/>
                    <a:pt x="1387" y="887"/>
                    <a:pt x="1387" y="887"/>
                  </a:cubicBezTo>
                  <a:cubicBezTo>
                    <a:pt x="1387" y="887"/>
                    <a:pt x="1387" y="887"/>
                    <a:pt x="1387" y="886"/>
                  </a:cubicBezTo>
                  <a:cubicBezTo>
                    <a:pt x="1391" y="876"/>
                    <a:pt x="1391" y="876"/>
                    <a:pt x="1391" y="876"/>
                  </a:cubicBezTo>
                  <a:cubicBezTo>
                    <a:pt x="1402" y="876"/>
                    <a:pt x="1402" y="876"/>
                    <a:pt x="1402" y="876"/>
                  </a:cubicBezTo>
                  <a:cubicBezTo>
                    <a:pt x="1402" y="876"/>
                    <a:pt x="1402" y="876"/>
                    <a:pt x="1402" y="876"/>
                  </a:cubicBezTo>
                  <a:cubicBezTo>
                    <a:pt x="1403" y="867"/>
                    <a:pt x="1403" y="867"/>
                    <a:pt x="1403" y="867"/>
                  </a:cubicBezTo>
                  <a:cubicBezTo>
                    <a:pt x="1415" y="865"/>
                    <a:pt x="1415" y="865"/>
                    <a:pt x="1415" y="865"/>
                  </a:cubicBezTo>
                  <a:cubicBezTo>
                    <a:pt x="1416" y="865"/>
                    <a:pt x="1417" y="865"/>
                    <a:pt x="1417" y="865"/>
                  </a:cubicBezTo>
                  <a:cubicBezTo>
                    <a:pt x="1421" y="862"/>
                    <a:pt x="1421" y="862"/>
                    <a:pt x="1421" y="862"/>
                  </a:cubicBezTo>
                  <a:cubicBezTo>
                    <a:pt x="1424" y="862"/>
                    <a:pt x="1424" y="862"/>
                    <a:pt x="1424" y="862"/>
                  </a:cubicBezTo>
                  <a:cubicBezTo>
                    <a:pt x="1424" y="861"/>
                    <a:pt x="1425" y="860"/>
                    <a:pt x="1425" y="859"/>
                  </a:cubicBezTo>
                  <a:cubicBezTo>
                    <a:pt x="1425" y="858"/>
                    <a:pt x="1425" y="858"/>
                    <a:pt x="1425" y="858"/>
                  </a:cubicBezTo>
                  <a:cubicBezTo>
                    <a:pt x="1411" y="855"/>
                    <a:pt x="1411" y="855"/>
                    <a:pt x="1411" y="855"/>
                  </a:cubicBezTo>
                  <a:cubicBezTo>
                    <a:pt x="1502" y="781"/>
                    <a:pt x="1502" y="781"/>
                    <a:pt x="1502" y="781"/>
                  </a:cubicBezTo>
                  <a:cubicBezTo>
                    <a:pt x="1485" y="834"/>
                    <a:pt x="1485" y="834"/>
                    <a:pt x="1485" y="834"/>
                  </a:cubicBezTo>
                  <a:cubicBezTo>
                    <a:pt x="1622" y="585"/>
                    <a:pt x="1622" y="585"/>
                    <a:pt x="1622" y="585"/>
                  </a:cubicBezTo>
                  <a:cubicBezTo>
                    <a:pt x="1604" y="701"/>
                    <a:pt x="1604" y="701"/>
                    <a:pt x="1604" y="701"/>
                  </a:cubicBezTo>
                  <a:cubicBezTo>
                    <a:pt x="1752" y="419"/>
                    <a:pt x="1752" y="419"/>
                    <a:pt x="1752" y="419"/>
                  </a:cubicBezTo>
                  <a:cubicBezTo>
                    <a:pt x="1748" y="502"/>
                    <a:pt x="1748" y="502"/>
                    <a:pt x="1748" y="502"/>
                  </a:cubicBezTo>
                  <a:cubicBezTo>
                    <a:pt x="1754" y="485"/>
                    <a:pt x="1759" y="469"/>
                    <a:pt x="1765" y="453"/>
                  </a:cubicBezTo>
                  <a:cubicBezTo>
                    <a:pt x="1771" y="435"/>
                    <a:pt x="1777" y="417"/>
                    <a:pt x="1782" y="399"/>
                  </a:cubicBezTo>
                  <a:cubicBezTo>
                    <a:pt x="1788" y="380"/>
                    <a:pt x="1793" y="360"/>
                    <a:pt x="1799" y="340"/>
                  </a:cubicBezTo>
                  <a:cubicBezTo>
                    <a:pt x="1801" y="333"/>
                    <a:pt x="1803" y="326"/>
                    <a:pt x="1804" y="319"/>
                  </a:cubicBezTo>
                  <a:cubicBezTo>
                    <a:pt x="1805" y="317"/>
                    <a:pt x="1806" y="314"/>
                    <a:pt x="1806" y="311"/>
                  </a:cubicBezTo>
                  <a:cubicBezTo>
                    <a:pt x="1805" y="289"/>
                    <a:pt x="1805" y="289"/>
                    <a:pt x="1805" y="289"/>
                  </a:cubicBezTo>
                  <a:cubicBezTo>
                    <a:pt x="1807" y="285"/>
                    <a:pt x="1807" y="285"/>
                    <a:pt x="1807" y="285"/>
                  </a:cubicBezTo>
                  <a:cubicBezTo>
                    <a:pt x="1841" y="230"/>
                    <a:pt x="1874" y="175"/>
                    <a:pt x="1903" y="118"/>
                  </a:cubicBezTo>
                  <a:cubicBezTo>
                    <a:pt x="1924" y="80"/>
                    <a:pt x="1943" y="40"/>
                    <a:pt x="1960" y="0"/>
                  </a:cubicBezTo>
                  <a:cubicBezTo>
                    <a:pt x="1937" y="21"/>
                    <a:pt x="1915" y="43"/>
                    <a:pt x="1893" y="65"/>
                  </a:cubicBezTo>
                  <a:cubicBezTo>
                    <a:pt x="1843" y="114"/>
                    <a:pt x="1794" y="162"/>
                    <a:pt x="1741" y="208"/>
                  </a:cubicBezTo>
                  <a:cubicBezTo>
                    <a:pt x="1732" y="216"/>
                    <a:pt x="1714" y="217"/>
                    <a:pt x="1703" y="219"/>
                  </a:cubicBezTo>
                  <a:cubicBezTo>
                    <a:pt x="1698" y="219"/>
                    <a:pt x="1685" y="221"/>
                    <a:pt x="1681" y="222"/>
                  </a:cubicBezTo>
                  <a:cubicBezTo>
                    <a:pt x="1679" y="224"/>
                    <a:pt x="1679" y="224"/>
                    <a:pt x="1679" y="224"/>
                  </a:cubicBezTo>
                  <a:cubicBezTo>
                    <a:pt x="1676" y="225"/>
                    <a:pt x="1676" y="225"/>
                    <a:pt x="1676" y="225"/>
                  </a:cubicBezTo>
                  <a:cubicBezTo>
                    <a:pt x="1662" y="230"/>
                    <a:pt x="1647" y="238"/>
                    <a:pt x="1634" y="246"/>
                  </a:cubicBezTo>
                  <a:cubicBezTo>
                    <a:pt x="1617" y="256"/>
                    <a:pt x="1600" y="266"/>
                    <a:pt x="1581" y="273"/>
                  </a:cubicBezTo>
                  <a:cubicBezTo>
                    <a:pt x="1566" y="280"/>
                    <a:pt x="1550" y="287"/>
                    <a:pt x="1534" y="294"/>
                  </a:cubicBezTo>
                  <a:cubicBezTo>
                    <a:pt x="1616" y="284"/>
                    <a:pt x="1616" y="284"/>
                    <a:pt x="1616" y="284"/>
                  </a:cubicBezTo>
                  <a:cubicBezTo>
                    <a:pt x="1344" y="450"/>
                    <a:pt x="1344" y="450"/>
                    <a:pt x="1344" y="450"/>
                  </a:cubicBezTo>
                  <a:cubicBezTo>
                    <a:pt x="1459" y="425"/>
                    <a:pt x="1459" y="425"/>
                    <a:pt x="1459" y="425"/>
                  </a:cubicBezTo>
                  <a:cubicBezTo>
                    <a:pt x="1220" y="579"/>
                    <a:pt x="1220" y="579"/>
                    <a:pt x="1220" y="579"/>
                  </a:cubicBezTo>
                  <a:cubicBezTo>
                    <a:pt x="1297" y="548"/>
                    <a:pt x="1297" y="548"/>
                    <a:pt x="1297" y="548"/>
                  </a:cubicBezTo>
                  <a:cubicBezTo>
                    <a:pt x="1139" y="701"/>
                    <a:pt x="1139" y="701"/>
                    <a:pt x="1139" y="701"/>
                  </a:cubicBezTo>
                  <a:cubicBezTo>
                    <a:pt x="1128" y="694"/>
                    <a:pt x="1128" y="694"/>
                    <a:pt x="1128" y="694"/>
                  </a:cubicBezTo>
                  <a:cubicBezTo>
                    <a:pt x="1127" y="693"/>
                    <a:pt x="1126" y="693"/>
                    <a:pt x="1125" y="693"/>
                  </a:cubicBezTo>
                  <a:cubicBezTo>
                    <a:pt x="1121" y="693"/>
                    <a:pt x="1119" y="698"/>
                    <a:pt x="1119" y="702"/>
                  </a:cubicBezTo>
                  <a:cubicBezTo>
                    <a:pt x="1119" y="702"/>
                    <a:pt x="1119" y="702"/>
                    <a:pt x="1119" y="702"/>
                  </a:cubicBezTo>
                  <a:cubicBezTo>
                    <a:pt x="1120" y="721"/>
                    <a:pt x="1120" y="721"/>
                    <a:pt x="1120" y="721"/>
                  </a:cubicBezTo>
                  <a:cubicBezTo>
                    <a:pt x="1101" y="718"/>
                    <a:pt x="1101" y="718"/>
                    <a:pt x="1101" y="718"/>
                  </a:cubicBezTo>
                  <a:cubicBezTo>
                    <a:pt x="1101" y="718"/>
                    <a:pt x="1100" y="718"/>
                    <a:pt x="1100" y="718"/>
                  </a:cubicBezTo>
                  <a:cubicBezTo>
                    <a:pt x="1097" y="718"/>
                    <a:pt x="1091" y="720"/>
                    <a:pt x="1091" y="724"/>
                  </a:cubicBezTo>
                  <a:cubicBezTo>
                    <a:pt x="1091" y="724"/>
                    <a:pt x="1091" y="724"/>
                    <a:pt x="1092" y="725"/>
                  </a:cubicBezTo>
                  <a:cubicBezTo>
                    <a:pt x="1099" y="745"/>
                    <a:pt x="1099" y="745"/>
                    <a:pt x="1099" y="745"/>
                  </a:cubicBezTo>
                  <a:cubicBezTo>
                    <a:pt x="1078" y="746"/>
                    <a:pt x="1078" y="746"/>
                    <a:pt x="1078" y="746"/>
                  </a:cubicBezTo>
                  <a:cubicBezTo>
                    <a:pt x="1075" y="746"/>
                    <a:pt x="1072" y="748"/>
                    <a:pt x="1072" y="751"/>
                  </a:cubicBezTo>
                  <a:cubicBezTo>
                    <a:pt x="1072" y="752"/>
                    <a:pt x="1072" y="752"/>
                    <a:pt x="1072" y="752"/>
                  </a:cubicBezTo>
                  <a:cubicBezTo>
                    <a:pt x="1075" y="773"/>
                    <a:pt x="1075" y="773"/>
                    <a:pt x="1075" y="773"/>
                  </a:cubicBezTo>
                  <a:cubicBezTo>
                    <a:pt x="1054" y="770"/>
                    <a:pt x="1054" y="770"/>
                    <a:pt x="1054" y="770"/>
                  </a:cubicBezTo>
                  <a:cubicBezTo>
                    <a:pt x="1053" y="769"/>
                    <a:pt x="1052" y="769"/>
                    <a:pt x="1052" y="769"/>
                  </a:cubicBezTo>
                  <a:cubicBezTo>
                    <a:pt x="1047" y="769"/>
                    <a:pt x="1040" y="772"/>
                    <a:pt x="1040" y="778"/>
                  </a:cubicBezTo>
                  <a:cubicBezTo>
                    <a:pt x="1040" y="778"/>
                    <a:pt x="1040" y="778"/>
                    <a:pt x="1040" y="779"/>
                  </a:cubicBezTo>
                  <a:cubicBezTo>
                    <a:pt x="1043" y="795"/>
                    <a:pt x="1043" y="795"/>
                    <a:pt x="1043" y="795"/>
                  </a:cubicBezTo>
                  <a:cubicBezTo>
                    <a:pt x="1027" y="797"/>
                    <a:pt x="1027" y="797"/>
                    <a:pt x="1027" y="797"/>
                  </a:cubicBezTo>
                  <a:cubicBezTo>
                    <a:pt x="1025" y="797"/>
                    <a:pt x="1019" y="799"/>
                    <a:pt x="1019" y="802"/>
                  </a:cubicBezTo>
                  <a:cubicBezTo>
                    <a:pt x="1020" y="826"/>
                    <a:pt x="1020" y="826"/>
                    <a:pt x="1020" y="826"/>
                  </a:cubicBezTo>
                  <a:cubicBezTo>
                    <a:pt x="997" y="817"/>
                    <a:pt x="997" y="817"/>
                    <a:pt x="997" y="817"/>
                  </a:cubicBezTo>
                  <a:cubicBezTo>
                    <a:pt x="995" y="816"/>
                    <a:pt x="994" y="816"/>
                    <a:pt x="992" y="816"/>
                  </a:cubicBezTo>
                  <a:cubicBezTo>
                    <a:pt x="983" y="816"/>
                    <a:pt x="976" y="826"/>
                    <a:pt x="975" y="835"/>
                  </a:cubicBezTo>
                  <a:cubicBezTo>
                    <a:pt x="973" y="846"/>
                    <a:pt x="973" y="846"/>
                    <a:pt x="973" y="846"/>
                  </a:cubicBezTo>
                  <a:cubicBezTo>
                    <a:pt x="961" y="847"/>
                    <a:pt x="961" y="847"/>
                    <a:pt x="961" y="847"/>
                  </a:cubicBezTo>
                  <a:cubicBezTo>
                    <a:pt x="956" y="848"/>
                    <a:pt x="948" y="851"/>
                    <a:pt x="948" y="858"/>
                  </a:cubicBezTo>
                  <a:cubicBezTo>
                    <a:pt x="948" y="859"/>
                    <a:pt x="948" y="859"/>
                    <a:pt x="948" y="860"/>
                  </a:cubicBezTo>
                  <a:cubicBezTo>
                    <a:pt x="957" y="881"/>
                    <a:pt x="957" y="881"/>
                    <a:pt x="957" y="881"/>
                  </a:cubicBezTo>
                  <a:cubicBezTo>
                    <a:pt x="935" y="882"/>
                    <a:pt x="935" y="882"/>
                    <a:pt x="935" y="882"/>
                  </a:cubicBezTo>
                  <a:cubicBezTo>
                    <a:pt x="933" y="882"/>
                    <a:pt x="932" y="883"/>
                    <a:pt x="930" y="883"/>
                  </a:cubicBezTo>
                  <a:cubicBezTo>
                    <a:pt x="914" y="891"/>
                    <a:pt x="914" y="891"/>
                    <a:pt x="914" y="891"/>
                  </a:cubicBezTo>
                  <a:cubicBezTo>
                    <a:pt x="909" y="874"/>
                    <a:pt x="909" y="874"/>
                    <a:pt x="909" y="874"/>
                  </a:cubicBezTo>
                  <a:cubicBezTo>
                    <a:pt x="908" y="873"/>
                    <a:pt x="907" y="870"/>
                    <a:pt x="906" y="869"/>
                  </a:cubicBezTo>
                  <a:cubicBezTo>
                    <a:pt x="903" y="872"/>
                    <a:pt x="902" y="879"/>
                    <a:pt x="902" y="883"/>
                  </a:cubicBezTo>
                  <a:cubicBezTo>
                    <a:pt x="902" y="884"/>
                    <a:pt x="902" y="885"/>
                    <a:pt x="903" y="886"/>
                  </a:cubicBezTo>
                  <a:cubicBezTo>
                    <a:pt x="905" y="905"/>
                    <a:pt x="905" y="905"/>
                    <a:pt x="905" y="905"/>
                  </a:cubicBezTo>
                  <a:cubicBezTo>
                    <a:pt x="886" y="904"/>
                    <a:pt x="886" y="904"/>
                    <a:pt x="886" y="904"/>
                  </a:cubicBezTo>
                  <a:cubicBezTo>
                    <a:pt x="886" y="904"/>
                    <a:pt x="886" y="904"/>
                    <a:pt x="885" y="904"/>
                  </a:cubicBezTo>
                  <a:cubicBezTo>
                    <a:pt x="879" y="904"/>
                    <a:pt x="873" y="907"/>
                    <a:pt x="870" y="912"/>
                  </a:cubicBezTo>
                  <a:cubicBezTo>
                    <a:pt x="860" y="930"/>
                    <a:pt x="860" y="930"/>
                    <a:pt x="860" y="930"/>
                  </a:cubicBezTo>
                  <a:cubicBezTo>
                    <a:pt x="845" y="916"/>
                    <a:pt x="845" y="916"/>
                    <a:pt x="845" y="916"/>
                  </a:cubicBezTo>
                  <a:cubicBezTo>
                    <a:pt x="844" y="915"/>
                    <a:pt x="843" y="914"/>
                    <a:pt x="841" y="914"/>
                  </a:cubicBezTo>
                  <a:cubicBezTo>
                    <a:pt x="836" y="914"/>
                    <a:pt x="833" y="923"/>
                    <a:pt x="833" y="928"/>
                  </a:cubicBezTo>
                  <a:cubicBezTo>
                    <a:pt x="833" y="930"/>
                    <a:pt x="834" y="932"/>
                    <a:pt x="834" y="934"/>
                  </a:cubicBezTo>
                  <a:cubicBezTo>
                    <a:pt x="840" y="949"/>
                    <a:pt x="840" y="949"/>
                    <a:pt x="840" y="949"/>
                  </a:cubicBezTo>
                  <a:cubicBezTo>
                    <a:pt x="824" y="954"/>
                    <a:pt x="824" y="954"/>
                    <a:pt x="824" y="954"/>
                  </a:cubicBezTo>
                  <a:cubicBezTo>
                    <a:pt x="818" y="956"/>
                    <a:pt x="811" y="960"/>
                    <a:pt x="807" y="966"/>
                  </a:cubicBezTo>
                  <a:cubicBezTo>
                    <a:pt x="801" y="976"/>
                    <a:pt x="801" y="976"/>
                    <a:pt x="801" y="976"/>
                  </a:cubicBezTo>
                  <a:cubicBezTo>
                    <a:pt x="790" y="972"/>
                    <a:pt x="790" y="972"/>
                    <a:pt x="790" y="972"/>
                  </a:cubicBezTo>
                  <a:cubicBezTo>
                    <a:pt x="789" y="972"/>
                    <a:pt x="789" y="972"/>
                    <a:pt x="789" y="972"/>
                  </a:cubicBezTo>
                  <a:cubicBezTo>
                    <a:pt x="789" y="972"/>
                    <a:pt x="789" y="972"/>
                    <a:pt x="789" y="972"/>
                  </a:cubicBezTo>
                  <a:cubicBezTo>
                    <a:pt x="784" y="973"/>
                    <a:pt x="782" y="984"/>
                    <a:pt x="782" y="988"/>
                  </a:cubicBezTo>
                  <a:cubicBezTo>
                    <a:pt x="782" y="994"/>
                    <a:pt x="782" y="994"/>
                    <a:pt x="782" y="994"/>
                  </a:cubicBezTo>
                  <a:cubicBezTo>
                    <a:pt x="778" y="998"/>
                    <a:pt x="778" y="998"/>
                    <a:pt x="778" y="998"/>
                  </a:cubicBezTo>
                  <a:cubicBezTo>
                    <a:pt x="777" y="1000"/>
                    <a:pt x="776" y="1001"/>
                    <a:pt x="776" y="1003"/>
                  </a:cubicBezTo>
                  <a:cubicBezTo>
                    <a:pt x="773" y="1018"/>
                    <a:pt x="773" y="1018"/>
                    <a:pt x="773" y="1018"/>
                  </a:cubicBezTo>
                  <a:cubicBezTo>
                    <a:pt x="757" y="1016"/>
                    <a:pt x="757" y="1016"/>
                    <a:pt x="757" y="1016"/>
                  </a:cubicBezTo>
                  <a:cubicBezTo>
                    <a:pt x="757" y="1015"/>
                    <a:pt x="757" y="1015"/>
                    <a:pt x="756" y="1015"/>
                  </a:cubicBezTo>
                  <a:cubicBezTo>
                    <a:pt x="756" y="1015"/>
                    <a:pt x="754" y="1016"/>
                    <a:pt x="754" y="1016"/>
                  </a:cubicBezTo>
                  <a:cubicBezTo>
                    <a:pt x="752" y="1031"/>
                    <a:pt x="752" y="1031"/>
                    <a:pt x="752" y="1031"/>
                  </a:cubicBezTo>
                  <a:cubicBezTo>
                    <a:pt x="736" y="1029"/>
                    <a:pt x="736" y="1029"/>
                    <a:pt x="736" y="1029"/>
                  </a:cubicBezTo>
                  <a:cubicBezTo>
                    <a:pt x="736" y="1029"/>
                    <a:pt x="736" y="1029"/>
                    <a:pt x="736" y="1029"/>
                  </a:cubicBezTo>
                  <a:cubicBezTo>
                    <a:pt x="733" y="1029"/>
                    <a:pt x="732" y="1033"/>
                    <a:pt x="732" y="1036"/>
                  </a:cubicBezTo>
                  <a:cubicBezTo>
                    <a:pt x="731" y="1058"/>
                    <a:pt x="731" y="1058"/>
                    <a:pt x="731" y="1058"/>
                  </a:cubicBezTo>
                  <a:cubicBezTo>
                    <a:pt x="711" y="1050"/>
                    <a:pt x="711" y="1050"/>
                    <a:pt x="711" y="1050"/>
                  </a:cubicBezTo>
                  <a:cubicBezTo>
                    <a:pt x="710" y="1050"/>
                    <a:pt x="710" y="1050"/>
                    <a:pt x="710" y="1050"/>
                  </a:cubicBezTo>
                  <a:cubicBezTo>
                    <a:pt x="703" y="1057"/>
                    <a:pt x="703" y="1057"/>
                    <a:pt x="703" y="1057"/>
                  </a:cubicBezTo>
                  <a:cubicBezTo>
                    <a:pt x="695" y="1054"/>
                    <a:pt x="695" y="1054"/>
                    <a:pt x="695" y="1054"/>
                  </a:cubicBezTo>
                  <a:cubicBezTo>
                    <a:pt x="694" y="1054"/>
                    <a:pt x="693" y="1053"/>
                    <a:pt x="692" y="1053"/>
                  </a:cubicBezTo>
                  <a:cubicBezTo>
                    <a:pt x="691" y="1053"/>
                    <a:pt x="686" y="1054"/>
                    <a:pt x="686" y="1056"/>
                  </a:cubicBezTo>
                  <a:cubicBezTo>
                    <a:pt x="687" y="1066"/>
                    <a:pt x="687" y="1066"/>
                    <a:pt x="687" y="1066"/>
                  </a:cubicBezTo>
                  <a:cubicBezTo>
                    <a:pt x="678" y="1071"/>
                    <a:pt x="678" y="1071"/>
                    <a:pt x="678" y="1071"/>
                  </a:cubicBezTo>
                  <a:cubicBezTo>
                    <a:pt x="675" y="1072"/>
                    <a:pt x="672" y="1074"/>
                    <a:pt x="672" y="1078"/>
                  </a:cubicBezTo>
                  <a:cubicBezTo>
                    <a:pt x="672" y="1078"/>
                    <a:pt x="672" y="1078"/>
                    <a:pt x="672" y="1078"/>
                  </a:cubicBezTo>
                  <a:cubicBezTo>
                    <a:pt x="675" y="1098"/>
                    <a:pt x="675" y="1098"/>
                    <a:pt x="675" y="1098"/>
                  </a:cubicBezTo>
                  <a:cubicBezTo>
                    <a:pt x="654" y="1095"/>
                    <a:pt x="654" y="1095"/>
                    <a:pt x="654" y="1095"/>
                  </a:cubicBezTo>
                  <a:cubicBezTo>
                    <a:pt x="654" y="1095"/>
                    <a:pt x="654" y="1095"/>
                    <a:pt x="653" y="1095"/>
                  </a:cubicBezTo>
                  <a:cubicBezTo>
                    <a:pt x="652" y="1095"/>
                    <a:pt x="650" y="1096"/>
                    <a:pt x="649" y="1097"/>
                  </a:cubicBezTo>
                  <a:cubicBezTo>
                    <a:pt x="638" y="1104"/>
                    <a:pt x="638" y="1104"/>
                    <a:pt x="638" y="1104"/>
                  </a:cubicBezTo>
                  <a:cubicBezTo>
                    <a:pt x="629" y="1094"/>
                    <a:pt x="629" y="1094"/>
                    <a:pt x="629" y="1094"/>
                  </a:cubicBezTo>
                  <a:cubicBezTo>
                    <a:pt x="628" y="1094"/>
                    <a:pt x="628" y="1094"/>
                    <a:pt x="628" y="1094"/>
                  </a:cubicBezTo>
                  <a:cubicBezTo>
                    <a:pt x="627" y="1094"/>
                    <a:pt x="627" y="1097"/>
                    <a:pt x="627" y="1098"/>
                  </a:cubicBezTo>
                  <a:cubicBezTo>
                    <a:pt x="627" y="1098"/>
                    <a:pt x="627" y="1098"/>
                    <a:pt x="627" y="1098"/>
                  </a:cubicBezTo>
                  <a:cubicBezTo>
                    <a:pt x="627" y="1108"/>
                    <a:pt x="627" y="1108"/>
                    <a:pt x="627" y="1108"/>
                  </a:cubicBezTo>
                  <a:cubicBezTo>
                    <a:pt x="618" y="1113"/>
                    <a:pt x="618" y="1113"/>
                    <a:pt x="618" y="1113"/>
                  </a:cubicBezTo>
                  <a:cubicBezTo>
                    <a:pt x="617" y="1114"/>
                    <a:pt x="615" y="1115"/>
                    <a:pt x="615" y="1117"/>
                  </a:cubicBezTo>
                  <a:cubicBezTo>
                    <a:pt x="613" y="1132"/>
                    <a:pt x="613" y="1132"/>
                    <a:pt x="613" y="1132"/>
                  </a:cubicBezTo>
                  <a:cubicBezTo>
                    <a:pt x="598" y="1130"/>
                    <a:pt x="598" y="1130"/>
                    <a:pt x="598" y="1130"/>
                  </a:cubicBezTo>
                  <a:cubicBezTo>
                    <a:pt x="597" y="1130"/>
                    <a:pt x="597" y="1130"/>
                    <a:pt x="597" y="1130"/>
                  </a:cubicBezTo>
                  <a:cubicBezTo>
                    <a:pt x="596" y="1130"/>
                    <a:pt x="595" y="1131"/>
                    <a:pt x="594" y="1131"/>
                  </a:cubicBezTo>
                  <a:cubicBezTo>
                    <a:pt x="586" y="1135"/>
                    <a:pt x="586" y="1135"/>
                    <a:pt x="586" y="1135"/>
                  </a:cubicBezTo>
                  <a:cubicBezTo>
                    <a:pt x="578" y="1129"/>
                    <a:pt x="578" y="1129"/>
                    <a:pt x="578" y="1129"/>
                  </a:cubicBezTo>
                  <a:cubicBezTo>
                    <a:pt x="578" y="1129"/>
                    <a:pt x="578" y="1129"/>
                    <a:pt x="578" y="1129"/>
                  </a:cubicBezTo>
                  <a:cubicBezTo>
                    <a:pt x="577" y="1130"/>
                    <a:pt x="575" y="1134"/>
                    <a:pt x="575" y="1136"/>
                  </a:cubicBezTo>
                  <a:cubicBezTo>
                    <a:pt x="574" y="1148"/>
                    <a:pt x="574" y="1148"/>
                    <a:pt x="574" y="1148"/>
                  </a:cubicBezTo>
                  <a:cubicBezTo>
                    <a:pt x="562" y="1150"/>
                    <a:pt x="562" y="1150"/>
                    <a:pt x="562" y="1150"/>
                  </a:cubicBezTo>
                  <a:cubicBezTo>
                    <a:pt x="560" y="1150"/>
                    <a:pt x="558" y="1150"/>
                    <a:pt x="557" y="1152"/>
                  </a:cubicBezTo>
                  <a:cubicBezTo>
                    <a:pt x="546" y="1162"/>
                    <a:pt x="546" y="1162"/>
                    <a:pt x="546" y="1162"/>
                  </a:cubicBezTo>
                  <a:cubicBezTo>
                    <a:pt x="535" y="1151"/>
                    <a:pt x="535" y="1151"/>
                    <a:pt x="535" y="1151"/>
                  </a:cubicBezTo>
                  <a:cubicBezTo>
                    <a:pt x="535" y="1151"/>
                    <a:pt x="535" y="1151"/>
                    <a:pt x="535" y="1151"/>
                  </a:cubicBezTo>
                  <a:cubicBezTo>
                    <a:pt x="533" y="1152"/>
                    <a:pt x="533" y="1155"/>
                    <a:pt x="533" y="1156"/>
                  </a:cubicBezTo>
                  <a:cubicBezTo>
                    <a:pt x="533" y="1157"/>
                    <a:pt x="533" y="1157"/>
                    <a:pt x="533" y="1157"/>
                  </a:cubicBezTo>
                  <a:cubicBezTo>
                    <a:pt x="534" y="1185"/>
                    <a:pt x="534" y="1185"/>
                    <a:pt x="534" y="1185"/>
                  </a:cubicBezTo>
                  <a:cubicBezTo>
                    <a:pt x="510" y="1171"/>
                    <a:pt x="510" y="1171"/>
                    <a:pt x="510" y="1171"/>
                  </a:cubicBezTo>
                  <a:cubicBezTo>
                    <a:pt x="508" y="1170"/>
                    <a:pt x="506" y="1170"/>
                    <a:pt x="504" y="1170"/>
                  </a:cubicBezTo>
                  <a:cubicBezTo>
                    <a:pt x="502" y="1170"/>
                    <a:pt x="497" y="1171"/>
                    <a:pt x="496" y="1173"/>
                  </a:cubicBezTo>
                  <a:cubicBezTo>
                    <a:pt x="496" y="1173"/>
                    <a:pt x="497" y="1174"/>
                    <a:pt x="497" y="1174"/>
                  </a:cubicBezTo>
                  <a:cubicBezTo>
                    <a:pt x="505" y="1181"/>
                    <a:pt x="505" y="1181"/>
                    <a:pt x="505" y="1181"/>
                  </a:cubicBezTo>
                  <a:cubicBezTo>
                    <a:pt x="502" y="1191"/>
                    <a:pt x="502" y="1191"/>
                    <a:pt x="502" y="1191"/>
                  </a:cubicBezTo>
                  <a:cubicBezTo>
                    <a:pt x="502" y="1191"/>
                    <a:pt x="502" y="1192"/>
                    <a:pt x="502" y="1192"/>
                  </a:cubicBezTo>
                  <a:cubicBezTo>
                    <a:pt x="494" y="1221"/>
                    <a:pt x="494" y="1221"/>
                    <a:pt x="494" y="1221"/>
                  </a:cubicBezTo>
                  <a:cubicBezTo>
                    <a:pt x="475" y="1198"/>
                    <a:pt x="475" y="1198"/>
                    <a:pt x="475" y="1198"/>
                  </a:cubicBezTo>
                  <a:cubicBezTo>
                    <a:pt x="475" y="1198"/>
                    <a:pt x="475" y="1198"/>
                    <a:pt x="474" y="1197"/>
                  </a:cubicBezTo>
                  <a:cubicBezTo>
                    <a:pt x="473" y="1198"/>
                    <a:pt x="473" y="1198"/>
                    <a:pt x="473" y="1198"/>
                  </a:cubicBezTo>
                  <a:cubicBezTo>
                    <a:pt x="471" y="1199"/>
                    <a:pt x="471" y="1199"/>
                    <a:pt x="471" y="1199"/>
                  </a:cubicBezTo>
                  <a:cubicBezTo>
                    <a:pt x="470" y="1199"/>
                    <a:pt x="469" y="1201"/>
                    <a:pt x="469" y="1201"/>
                  </a:cubicBezTo>
                  <a:cubicBezTo>
                    <a:pt x="460" y="1221"/>
                    <a:pt x="460" y="1221"/>
                    <a:pt x="460" y="1221"/>
                  </a:cubicBezTo>
                  <a:cubicBezTo>
                    <a:pt x="444" y="1207"/>
                    <a:pt x="444" y="1207"/>
                    <a:pt x="444" y="1207"/>
                  </a:cubicBezTo>
                  <a:cubicBezTo>
                    <a:pt x="441" y="1204"/>
                    <a:pt x="436" y="1202"/>
                    <a:pt x="432" y="1202"/>
                  </a:cubicBezTo>
                  <a:cubicBezTo>
                    <a:pt x="423" y="1202"/>
                    <a:pt x="416" y="1209"/>
                    <a:pt x="415" y="1217"/>
                  </a:cubicBezTo>
                  <a:cubicBezTo>
                    <a:pt x="411" y="1255"/>
                    <a:pt x="411" y="1255"/>
                    <a:pt x="411" y="1255"/>
                  </a:cubicBezTo>
                  <a:cubicBezTo>
                    <a:pt x="387" y="1226"/>
                    <a:pt x="387" y="1226"/>
                    <a:pt x="387" y="1226"/>
                  </a:cubicBezTo>
                  <a:cubicBezTo>
                    <a:pt x="387" y="1225"/>
                    <a:pt x="386" y="1225"/>
                    <a:pt x="386" y="1225"/>
                  </a:cubicBezTo>
                  <a:cubicBezTo>
                    <a:pt x="385" y="1225"/>
                    <a:pt x="385" y="1225"/>
                    <a:pt x="384" y="1226"/>
                  </a:cubicBezTo>
                  <a:cubicBezTo>
                    <a:pt x="373" y="1245"/>
                    <a:pt x="373" y="1245"/>
                    <a:pt x="373" y="1245"/>
                  </a:cubicBezTo>
                  <a:cubicBezTo>
                    <a:pt x="359" y="1228"/>
                    <a:pt x="359" y="1228"/>
                    <a:pt x="359" y="1228"/>
                  </a:cubicBezTo>
                  <a:cubicBezTo>
                    <a:pt x="359" y="1227"/>
                    <a:pt x="358" y="1227"/>
                    <a:pt x="358" y="1227"/>
                  </a:cubicBezTo>
                  <a:cubicBezTo>
                    <a:pt x="332" y="1227"/>
                    <a:pt x="332" y="1227"/>
                    <a:pt x="332" y="1227"/>
                  </a:cubicBezTo>
                  <a:cubicBezTo>
                    <a:pt x="344" y="1204"/>
                    <a:pt x="344" y="1204"/>
                    <a:pt x="344" y="1204"/>
                  </a:cubicBezTo>
                  <a:cubicBezTo>
                    <a:pt x="344" y="1204"/>
                    <a:pt x="344" y="1203"/>
                    <a:pt x="344" y="1203"/>
                  </a:cubicBezTo>
                  <a:cubicBezTo>
                    <a:pt x="344" y="1202"/>
                    <a:pt x="343" y="1200"/>
                    <a:pt x="342" y="1200"/>
                  </a:cubicBezTo>
                  <a:cubicBezTo>
                    <a:pt x="329" y="1200"/>
                    <a:pt x="329" y="1200"/>
                    <a:pt x="329" y="1200"/>
                  </a:cubicBezTo>
                  <a:cubicBezTo>
                    <a:pt x="327" y="1186"/>
                    <a:pt x="327" y="1186"/>
                    <a:pt x="327" y="1186"/>
                  </a:cubicBezTo>
                  <a:cubicBezTo>
                    <a:pt x="327" y="1185"/>
                    <a:pt x="327" y="1184"/>
                    <a:pt x="326" y="1184"/>
                  </a:cubicBezTo>
                  <a:cubicBezTo>
                    <a:pt x="317" y="1181"/>
                    <a:pt x="317" y="1181"/>
                    <a:pt x="317" y="1181"/>
                  </a:cubicBezTo>
                  <a:cubicBezTo>
                    <a:pt x="315" y="1173"/>
                    <a:pt x="315" y="1173"/>
                    <a:pt x="315" y="1173"/>
                  </a:cubicBezTo>
                  <a:cubicBezTo>
                    <a:pt x="315" y="1172"/>
                    <a:pt x="315" y="1172"/>
                    <a:pt x="315" y="1172"/>
                  </a:cubicBezTo>
                  <a:cubicBezTo>
                    <a:pt x="310" y="1163"/>
                    <a:pt x="310" y="1163"/>
                    <a:pt x="310" y="1163"/>
                  </a:cubicBezTo>
                  <a:cubicBezTo>
                    <a:pt x="315" y="1155"/>
                    <a:pt x="315" y="1155"/>
                    <a:pt x="315" y="1155"/>
                  </a:cubicBezTo>
                  <a:cubicBezTo>
                    <a:pt x="315" y="1155"/>
                    <a:pt x="316" y="1154"/>
                    <a:pt x="316" y="1154"/>
                  </a:cubicBezTo>
                  <a:cubicBezTo>
                    <a:pt x="316" y="1153"/>
                    <a:pt x="316" y="1153"/>
                    <a:pt x="316" y="1153"/>
                  </a:cubicBezTo>
                  <a:cubicBezTo>
                    <a:pt x="315" y="1144"/>
                    <a:pt x="315" y="1144"/>
                    <a:pt x="315" y="1144"/>
                  </a:cubicBezTo>
                  <a:cubicBezTo>
                    <a:pt x="322" y="1139"/>
                    <a:pt x="322" y="1139"/>
                    <a:pt x="322" y="1139"/>
                  </a:cubicBezTo>
                  <a:cubicBezTo>
                    <a:pt x="322" y="1138"/>
                    <a:pt x="323" y="1138"/>
                    <a:pt x="323" y="1137"/>
                  </a:cubicBezTo>
                  <a:cubicBezTo>
                    <a:pt x="323" y="1136"/>
                    <a:pt x="322" y="1135"/>
                    <a:pt x="321" y="1134"/>
                  </a:cubicBezTo>
                  <a:cubicBezTo>
                    <a:pt x="309" y="1129"/>
                    <a:pt x="309" y="1129"/>
                    <a:pt x="309" y="1129"/>
                  </a:cubicBezTo>
                  <a:cubicBezTo>
                    <a:pt x="313" y="1116"/>
                    <a:pt x="313" y="1116"/>
                    <a:pt x="313" y="1116"/>
                  </a:cubicBezTo>
                  <a:cubicBezTo>
                    <a:pt x="313" y="1116"/>
                    <a:pt x="313" y="1115"/>
                    <a:pt x="313" y="1115"/>
                  </a:cubicBezTo>
                  <a:cubicBezTo>
                    <a:pt x="313" y="1114"/>
                    <a:pt x="313" y="1114"/>
                    <a:pt x="312" y="1113"/>
                  </a:cubicBezTo>
                  <a:cubicBezTo>
                    <a:pt x="301" y="1103"/>
                    <a:pt x="301" y="1103"/>
                    <a:pt x="301" y="1103"/>
                  </a:cubicBezTo>
                  <a:cubicBezTo>
                    <a:pt x="310" y="1092"/>
                    <a:pt x="310" y="1092"/>
                    <a:pt x="310" y="1092"/>
                  </a:cubicBezTo>
                  <a:cubicBezTo>
                    <a:pt x="311" y="1091"/>
                    <a:pt x="311" y="1091"/>
                    <a:pt x="311" y="1090"/>
                  </a:cubicBezTo>
                  <a:cubicBezTo>
                    <a:pt x="311" y="1090"/>
                    <a:pt x="311" y="1090"/>
                    <a:pt x="311" y="1089"/>
                  </a:cubicBezTo>
                  <a:cubicBezTo>
                    <a:pt x="308" y="1068"/>
                    <a:pt x="308" y="1068"/>
                    <a:pt x="308" y="1068"/>
                  </a:cubicBezTo>
                  <a:cubicBezTo>
                    <a:pt x="329" y="1072"/>
                    <a:pt x="329" y="1072"/>
                    <a:pt x="329" y="1072"/>
                  </a:cubicBezTo>
                  <a:cubicBezTo>
                    <a:pt x="329" y="1072"/>
                    <a:pt x="329" y="1072"/>
                    <a:pt x="330" y="1072"/>
                  </a:cubicBezTo>
                  <a:cubicBezTo>
                    <a:pt x="331" y="1072"/>
                    <a:pt x="331" y="1070"/>
                    <a:pt x="331" y="1069"/>
                  </a:cubicBezTo>
                  <a:cubicBezTo>
                    <a:pt x="331" y="1068"/>
                    <a:pt x="331" y="1067"/>
                    <a:pt x="330" y="1067"/>
                  </a:cubicBezTo>
                  <a:cubicBezTo>
                    <a:pt x="316" y="1061"/>
                    <a:pt x="316" y="1061"/>
                    <a:pt x="316" y="1061"/>
                  </a:cubicBezTo>
                  <a:cubicBezTo>
                    <a:pt x="321" y="1047"/>
                    <a:pt x="321" y="1047"/>
                    <a:pt x="321" y="1047"/>
                  </a:cubicBezTo>
                  <a:cubicBezTo>
                    <a:pt x="321" y="1047"/>
                    <a:pt x="321" y="1047"/>
                    <a:pt x="321" y="1046"/>
                  </a:cubicBezTo>
                  <a:cubicBezTo>
                    <a:pt x="324" y="1034"/>
                    <a:pt x="324" y="1034"/>
                    <a:pt x="324" y="1034"/>
                  </a:cubicBezTo>
                  <a:cubicBezTo>
                    <a:pt x="336" y="1034"/>
                    <a:pt x="336" y="1034"/>
                    <a:pt x="336" y="1034"/>
                  </a:cubicBezTo>
                  <a:cubicBezTo>
                    <a:pt x="338" y="1034"/>
                    <a:pt x="338" y="1033"/>
                    <a:pt x="338" y="1032"/>
                  </a:cubicBezTo>
                  <a:cubicBezTo>
                    <a:pt x="338" y="1031"/>
                    <a:pt x="338" y="1030"/>
                    <a:pt x="337" y="1029"/>
                  </a:cubicBezTo>
                  <a:cubicBezTo>
                    <a:pt x="325" y="1020"/>
                    <a:pt x="325" y="1020"/>
                    <a:pt x="325" y="1020"/>
                  </a:cubicBezTo>
                  <a:cubicBezTo>
                    <a:pt x="334" y="1008"/>
                    <a:pt x="334" y="1008"/>
                    <a:pt x="334" y="1008"/>
                  </a:cubicBezTo>
                  <a:cubicBezTo>
                    <a:pt x="334" y="1007"/>
                    <a:pt x="334" y="1006"/>
                    <a:pt x="334" y="1006"/>
                  </a:cubicBezTo>
                  <a:cubicBezTo>
                    <a:pt x="334" y="1005"/>
                    <a:pt x="334" y="1004"/>
                    <a:pt x="334" y="1004"/>
                  </a:cubicBezTo>
                  <a:cubicBezTo>
                    <a:pt x="326" y="994"/>
                    <a:pt x="326" y="994"/>
                    <a:pt x="326" y="994"/>
                  </a:cubicBezTo>
                  <a:cubicBezTo>
                    <a:pt x="333" y="985"/>
                    <a:pt x="333" y="985"/>
                    <a:pt x="333" y="985"/>
                  </a:cubicBezTo>
                  <a:cubicBezTo>
                    <a:pt x="334" y="984"/>
                    <a:pt x="334" y="984"/>
                    <a:pt x="334" y="983"/>
                  </a:cubicBezTo>
                  <a:cubicBezTo>
                    <a:pt x="334" y="982"/>
                    <a:pt x="334" y="982"/>
                    <a:pt x="333" y="982"/>
                  </a:cubicBezTo>
                  <a:cubicBezTo>
                    <a:pt x="331" y="976"/>
                    <a:pt x="331" y="976"/>
                    <a:pt x="331" y="976"/>
                  </a:cubicBezTo>
                  <a:cubicBezTo>
                    <a:pt x="332" y="975"/>
                    <a:pt x="332" y="975"/>
                    <a:pt x="332" y="975"/>
                  </a:cubicBezTo>
                  <a:cubicBezTo>
                    <a:pt x="280" y="812"/>
                    <a:pt x="280" y="812"/>
                    <a:pt x="280" y="812"/>
                  </a:cubicBezTo>
                  <a:cubicBezTo>
                    <a:pt x="278" y="810"/>
                    <a:pt x="278" y="810"/>
                    <a:pt x="278" y="810"/>
                  </a:cubicBezTo>
                  <a:cubicBezTo>
                    <a:pt x="277" y="808"/>
                    <a:pt x="275" y="807"/>
                    <a:pt x="272" y="807"/>
                  </a:cubicBezTo>
                  <a:cubicBezTo>
                    <a:pt x="267" y="807"/>
                    <a:pt x="264" y="813"/>
                    <a:pt x="264" y="817"/>
                  </a:cubicBezTo>
                  <a:cubicBezTo>
                    <a:pt x="264" y="819"/>
                    <a:pt x="265" y="821"/>
                    <a:pt x="266" y="823"/>
                  </a:cubicBezTo>
                  <a:cubicBezTo>
                    <a:pt x="280" y="845"/>
                    <a:pt x="280" y="845"/>
                    <a:pt x="280" y="845"/>
                  </a:cubicBezTo>
                  <a:cubicBezTo>
                    <a:pt x="254" y="847"/>
                    <a:pt x="254" y="847"/>
                    <a:pt x="254" y="847"/>
                  </a:cubicBezTo>
                  <a:cubicBezTo>
                    <a:pt x="249" y="847"/>
                    <a:pt x="243" y="850"/>
                    <a:pt x="243" y="856"/>
                  </a:cubicBezTo>
                  <a:cubicBezTo>
                    <a:pt x="243" y="857"/>
                    <a:pt x="244" y="859"/>
                    <a:pt x="245" y="860"/>
                  </a:cubicBezTo>
                  <a:cubicBezTo>
                    <a:pt x="264" y="886"/>
                    <a:pt x="264" y="886"/>
                    <a:pt x="264" y="886"/>
                  </a:cubicBezTo>
                  <a:cubicBezTo>
                    <a:pt x="231" y="885"/>
                    <a:pt x="231" y="885"/>
                    <a:pt x="231" y="885"/>
                  </a:cubicBezTo>
                  <a:cubicBezTo>
                    <a:pt x="231" y="885"/>
                    <a:pt x="231" y="885"/>
                    <a:pt x="231" y="885"/>
                  </a:cubicBezTo>
                  <a:cubicBezTo>
                    <a:pt x="231" y="885"/>
                    <a:pt x="230" y="885"/>
                    <a:pt x="229" y="885"/>
                  </a:cubicBezTo>
                  <a:cubicBezTo>
                    <a:pt x="222" y="887"/>
                    <a:pt x="218" y="899"/>
                    <a:pt x="218" y="906"/>
                  </a:cubicBezTo>
                  <a:cubicBezTo>
                    <a:pt x="218" y="911"/>
                    <a:pt x="219" y="915"/>
                    <a:pt x="221" y="920"/>
                  </a:cubicBezTo>
                  <a:cubicBezTo>
                    <a:pt x="238" y="952"/>
                    <a:pt x="238" y="952"/>
                    <a:pt x="238" y="952"/>
                  </a:cubicBezTo>
                  <a:cubicBezTo>
                    <a:pt x="203" y="942"/>
                    <a:pt x="203" y="942"/>
                    <a:pt x="203" y="942"/>
                  </a:cubicBezTo>
                  <a:cubicBezTo>
                    <a:pt x="202" y="941"/>
                    <a:pt x="200" y="941"/>
                    <a:pt x="199" y="941"/>
                  </a:cubicBezTo>
                  <a:cubicBezTo>
                    <a:pt x="196" y="941"/>
                    <a:pt x="189" y="943"/>
                    <a:pt x="188" y="946"/>
                  </a:cubicBezTo>
                  <a:cubicBezTo>
                    <a:pt x="188" y="946"/>
                    <a:pt x="188" y="946"/>
                    <a:pt x="188" y="946"/>
                  </a:cubicBezTo>
                  <a:cubicBezTo>
                    <a:pt x="196" y="963"/>
                    <a:pt x="196" y="963"/>
                    <a:pt x="196" y="963"/>
                  </a:cubicBezTo>
                  <a:cubicBezTo>
                    <a:pt x="177" y="967"/>
                    <a:pt x="177" y="967"/>
                    <a:pt x="177" y="967"/>
                  </a:cubicBezTo>
                  <a:cubicBezTo>
                    <a:pt x="176" y="968"/>
                    <a:pt x="174" y="969"/>
                    <a:pt x="174" y="971"/>
                  </a:cubicBezTo>
                  <a:cubicBezTo>
                    <a:pt x="174" y="971"/>
                    <a:pt x="174" y="971"/>
                    <a:pt x="174" y="971"/>
                  </a:cubicBezTo>
                  <a:cubicBezTo>
                    <a:pt x="174" y="975"/>
                    <a:pt x="174" y="975"/>
                    <a:pt x="174" y="975"/>
                  </a:cubicBezTo>
                  <a:cubicBezTo>
                    <a:pt x="172" y="978"/>
                    <a:pt x="172" y="978"/>
                    <a:pt x="172" y="978"/>
                  </a:cubicBezTo>
                  <a:cubicBezTo>
                    <a:pt x="172" y="980"/>
                    <a:pt x="171" y="981"/>
                    <a:pt x="171" y="983"/>
                  </a:cubicBezTo>
                  <a:cubicBezTo>
                    <a:pt x="168" y="1000"/>
                    <a:pt x="168" y="1000"/>
                    <a:pt x="168" y="1000"/>
                  </a:cubicBezTo>
                  <a:cubicBezTo>
                    <a:pt x="152" y="996"/>
                    <a:pt x="152" y="996"/>
                    <a:pt x="152" y="996"/>
                  </a:cubicBezTo>
                  <a:cubicBezTo>
                    <a:pt x="151" y="996"/>
                    <a:pt x="151" y="995"/>
                    <a:pt x="150" y="995"/>
                  </a:cubicBezTo>
                  <a:cubicBezTo>
                    <a:pt x="147" y="995"/>
                    <a:pt x="145" y="998"/>
                    <a:pt x="144" y="1001"/>
                  </a:cubicBezTo>
                  <a:cubicBezTo>
                    <a:pt x="142" y="1005"/>
                    <a:pt x="142" y="1005"/>
                    <a:pt x="142" y="1005"/>
                  </a:cubicBezTo>
                  <a:cubicBezTo>
                    <a:pt x="138" y="1008"/>
                    <a:pt x="138" y="1008"/>
                    <a:pt x="138" y="1008"/>
                  </a:cubicBezTo>
                  <a:cubicBezTo>
                    <a:pt x="134" y="1011"/>
                    <a:pt x="133" y="1016"/>
                    <a:pt x="133" y="1020"/>
                  </a:cubicBezTo>
                  <a:cubicBezTo>
                    <a:pt x="133" y="1024"/>
                    <a:pt x="134" y="1027"/>
                    <a:pt x="136" y="1030"/>
                  </a:cubicBezTo>
                  <a:cubicBezTo>
                    <a:pt x="147" y="1043"/>
                    <a:pt x="147" y="1043"/>
                    <a:pt x="147" y="1043"/>
                  </a:cubicBezTo>
                  <a:cubicBezTo>
                    <a:pt x="134" y="1053"/>
                    <a:pt x="134" y="1053"/>
                    <a:pt x="134" y="1053"/>
                  </a:cubicBezTo>
                  <a:cubicBezTo>
                    <a:pt x="131" y="1055"/>
                    <a:pt x="130" y="1059"/>
                    <a:pt x="130" y="1063"/>
                  </a:cubicBezTo>
                  <a:cubicBezTo>
                    <a:pt x="130" y="1064"/>
                    <a:pt x="130" y="1065"/>
                    <a:pt x="130" y="1066"/>
                  </a:cubicBezTo>
                  <a:cubicBezTo>
                    <a:pt x="133" y="1081"/>
                    <a:pt x="133" y="1081"/>
                    <a:pt x="133" y="1081"/>
                  </a:cubicBezTo>
                  <a:cubicBezTo>
                    <a:pt x="118" y="1084"/>
                    <a:pt x="118" y="1084"/>
                    <a:pt x="118" y="1084"/>
                  </a:cubicBezTo>
                  <a:cubicBezTo>
                    <a:pt x="115" y="1085"/>
                    <a:pt x="111" y="1087"/>
                    <a:pt x="111" y="1090"/>
                  </a:cubicBezTo>
                  <a:cubicBezTo>
                    <a:pt x="111" y="1093"/>
                    <a:pt x="113" y="1095"/>
                    <a:pt x="115" y="1096"/>
                  </a:cubicBezTo>
                  <a:cubicBezTo>
                    <a:pt x="147" y="1124"/>
                    <a:pt x="147" y="1124"/>
                    <a:pt x="147" y="1124"/>
                  </a:cubicBezTo>
                  <a:cubicBezTo>
                    <a:pt x="105" y="1125"/>
                    <a:pt x="105" y="1125"/>
                    <a:pt x="105" y="1125"/>
                  </a:cubicBezTo>
                  <a:cubicBezTo>
                    <a:pt x="104" y="1125"/>
                    <a:pt x="104" y="1125"/>
                    <a:pt x="103" y="1125"/>
                  </a:cubicBezTo>
                  <a:cubicBezTo>
                    <a:pt x="100" y="1125"/>
                    <a:pt x="93" y="1126"/>
                    <a:pt x="92" y="1129"/>
                  </a:cubicBezTo>
                  <a:cubicBezTo>
                    <a:pt x="92" y="1129"/>
                    <a:pt x="92" y="1129"/>
                    <a:pt x="92" y="1129"/>
                  </a:cubicBezTo>
                  <a:cubicBezTo>
                    <a:pt x="94" y="1147"/>
                    <a:pt x="94" y="1147"/>
                    <a:pt x="94" y="1147"/>
                  </a:cubicBezTo>
                  <a:cubicBezTo>
                    <a:pt x="89" y="1147"/>
                    <a:pt x="89" y="1147"/>
                    <a:pt x="89" y="1147"/>
                  </a:cubicBezTo>
                  <a:cubicBezTo>
                    <a:pt x="80" y="1160"/>
                    <a:pt x="80" y="1160"/>
                    <a:pt x="80" y="1160"/>
                  </a:cubicBezTo>
                  <a:cubicBezTo>
                    <a:pt x="87" y="1179"/>
                    <a:pt x="87" y="1179"/>
                    <a:pt x="87" y="1179"/>
                  </a:cubicBezTo>
                  <a:cubicBezTo>
                    <a:pt x="67" y="1180"/>
                    <a:pt x="67" y="1180"/>
                    <a:pt x="67" y="1180"/>
                  </a:cubicBezTo>
                  <a:cubicBezTo>
                    <a:pt x="69" y="1182"/>
                    <a:pt x="69" y="1182"/>
                    <a:pt x="69" y="1182"/>
                  </a:cubicBezTo>
                  <a:cubicBezTo>
                    <a:pt x="66" y="1190"/>
                    <a:pt x="66" y="1190"/>
                    <a:pt x="66" y="1190"/>
                  </a:cubicBezTo>
                  <a:cubicBezTo>
                    <a:pt x="63" y="1202"/>
                    <a:pt x="63" y="1202"/>
                    <a:pt x="63" y="1202"/>
                  </a:cubicBezTo>
                  <a:cubicBezTo>
                    <a:pt x="53" y="1202"/>
                    <a:pt x="53" y="1202"/>
                    <a:pt x="53" y="1202"/>
                  </a:cubicBezTo>
                  <a:cubicBezTo>
                    <a:pt x="59" y="1208"/>
                    <a:pt x="59" y="1208"/>
                    <a:pt x="59" y="1208"/>
                  </a:cubicBezTo>
                  <a:cubicBezTo>
                    <a:pt x="43" y="1218"/>
                    <a:pt x="43" y="1218"/>
                    <a:pt x="43" y="1218"/>
                  </a:cubicBezTo>
                  <a:cubicBezTo>
                    <a:pt x="43" y="1218"/>
                    <a:pt x="43" y="1218"/>
                    <a:pt x="43" y="1218"/>
                  </a:cubicBezTo>
                  <a:cubicBezTo>
                    <a:pt x="49" y="1219"/>
                    <a:pt x="49" y="1219"/>
                    <a:pt x="49" y="1219"/>
                  </a:cubicBezTo>
                  <a:cubicBezTo>
                    <a:pt x="52" y="1230"/>
                    <a:pt x="52" y="1230"/>
                    <a:pt x="52" y="1230"/>
                  </a:cubicBezTo>
                  <a:cubicBezTo>
                    <a:pt x="63" y="1253"/>
                    <a:pt x="63" y="1253"/>
                    <a:pt x="63" y="1253"/>
                  </a:cubicBezTo>
                  <a:cubicBezTo>
                    <a:pt x="42" y="1252"/>
                    <a:pt x="42" y="1252"/>
                    <a:pt x="42" y="1252"/>
                  </a:cubicBezTo>
                  <a:cubicBezTo>
                    <a:pt x="52" y="1266"/>
                    <a:pt x="52" y="1266"/>
                    <a:pt x="52" y="1266"/>
                  </a:cubicBezTo>
                  <a:cubicBezTo>
                    <a:pt x="27" y="1270"/>
                    <a:pt x="27" y="1270"/>
                    <a:pt x="27" y="1270"/>
                  </a:cubicBezTo>
                  <a:cubicBezTo>
                    <a:pt x="26" y="1270"/>
                    <a:pt x="24" y="1271"/>
                    <a:pt x="23" y="1271"/>
                  </a:cubicBezTo>
                  <a:cubicBezTo>
                    <a:pt x="29" y="1275"/>
                    <a:pt x="29" y="1275"/>
                    <a:pt x="29" y="1275"/>
                  </a:cubicBezTo>
                  <a:cubicBezTo>
                    <a:pt x="23" y="1287"/>
                    <a:pt x="23" y="1287"/>
                    <a:pt x="23" y="1287"/>
                  </a:cubicBezTo>
                  <a:cubicBezTo>
                    <a:pt x="23" y="1287"/>
                    <a:pt x="23" y="1288"/>
                    <a:pt x="24" y="1288"/>
                  </a:cubicBezTo>
                  <a:cubicBezTo>
                    <a:pt x="54" y="1310"/>
                    <a:pt x="54" y="1310"/>
                    <a:pt x="54" y="1310"/>
                  </a:cubicBezTo>
                  <a:cubicBezTo>
                    <a:pt x="17" y="1316"/>
                    <a:pt x="17" y="1316"/>
                    <a:pt x="17" y="1316"/>
                  </a:cubicBezTo>
                  <a:cubicBezTo>
                    <a:pt x="15" y="1316"/>
                    <a:pt x="11" y="1317"/>
                    <a:pt x="9" y="1319"/>
                  </a:cubicBezTo>
                  <a:cubicBezTo>
                    <a:pt x="10" y="1321"/>
                    <a:pt x="14" y="1322"/>
                    <a:pt x="16" y="1322"/>
                  </a:cubicBezTo>
                  <a:cubicBezTo>
                    <a:pt x="29" y="1324"/>
                    <a:pt x="29" y="1324"/>
                    <a:pt x="29" y="1324"/>
                  </a:cubicBezTo>
                  <a:cubicBezTo>
                    <a:pt x="29" y="1337"/>
                    <a:pt x="29" y="1337"/>
                    <a:pt x="29" y="1337"/>
                  </a:cubicBezTo>
                  <a:cubicBezTo>
                    <a:pt x="33" y="1351"/>
                    <a:pt x="33" y="1351"/>
                    <a:pt x="33" y="1351"/>
                  </a:cubicBezTo>
                  <a:cubicBezTo>
                    <a:pt x="18" y="1356"/>
                    <a:pt x="18" y="1356"/>
                    <a:pt x="18" y="1356"/>
                  </a:cubicBezTo>
                  <a:cubicBezTo>
                    <a:pt x="14" y="1356"/>
                    <a:pt x="11" y="1359"/>
                    <a:pt x="11" y="1363"/>
                  </a:cubicBezTo>
                  <a:cubicBezTo>
                    <a:pt x="11" y="1365"/>
                    <a:pt x="12" y="1366"/>
                    <a:pt x="13" y="1367"/>
                  </a:cubicBezTo>
                  <a:cubicBezTo>
                    <a:pt x="31" y="1389"/>
                    <a:pt x="31" y="1389"/>
                    <a:pt x="31" y="1389"/>
                  </a:cubicBezTo>
                  <a:cubicBezTo>
                    <a:pt x="12" y="1392"/>
                    <a:pt x="12" y="1392"/>
                    <a:pt x="12" y="1392"/>
                  </a:cubicBezTo>
                  <a:cubicBezTo>
                    <a:pt x="11" y="1402"/>
                    <a:pt x="11" y="1402"/>
                    <a:pt x="11" y="1402"/>
                  </a:cubicBezTo>
                  <a:cubicBezTo>
                    <a:pt x="18" y="1417"/>
                    <a:pt x="18" y="1417"/>
                    <a:pt x="18" y="1417"/>
                  </a:cubicBezTo>
                  <a:cubicBezTo>
                    <a:pt x="3" y="1423"/>
                    <a:pt x="3" y="1423"/>
                    <a:pt x="3" y="1423"/>
                  </a:cubicBezTo>
                  <a:cubicBezTo>
                    <a:pt x="3" y="1423"/>
                    <a:pt x="1" y="1424"/>
                    <a:pt x="0" y="1425"/>
                  </a:cubicBezTo>
                  <a:cubicBezTo>
                    <a:pt x="0" y="1425"/>
                    <a:pt x="0" y="1425"/>
                    <a:pt x="1" y="1425"/>
                  </a:cubicBezTo>
                  <a:cubicBezTo>
                    <a:pt x="7" y="1431"/>
                    <a:pt x="7" y="1431"/>
                    <a:pt x="7" y="1431"/>
                  </a:cubicBezTo>
                  <a:cubicBezTo>
                    <a:pt x="5" y="1440"/>
                    <a:pt x="5" y="1440"/>
                    <a:pt x="5" y="1440"/>
                  </a:cubicBezTo>
                  <a:cubicBezTo>
                    <a:pt x="5" y="1440"/>
                    <a:pt x="5" y="1440"/>
                    <a:pt x="5" y="1440"/>
                  </a:cubicBezTo>
                  <a:cubicBezTo>
                    <a:pt x="5" y="1441"/>
                    <a:pt x="5" y="1442"/>
                    <a:pt x="6" y="1443"/>
                  </a:cubicBezTo>
                  <a:cubicBezTo>
                    <a:pt x="24" y="1460"/>
                    <a:pt x="24" y="1460"/>
                    <a:pt x="24" y="1460"/>
                  </a:cubicBezTo>
                  <a:cubicBezTo>
                    <a:pt x="5" y="1467"/>
                    <a:pt x="5" y="1467"/>
                    <a:pt x="5" y="1467"/>
                  </a:cubicBezTo>
                  <a:cubicBezTo>
                    <a:pt x="9" y="1470"/>
                    <a:pt x="9" y="1470"/>
                    <a:pt x="9" y="1470"/>
                  </a:cubicBezTo>
                  <a:cubicBezTo>
                    <a:pt x="7" y="1481"/>
                    <a:pt x="7" y="1481"/>
                    <a:pt x="7" y="1481"/>
                  </a:cubicBezTo>
                  <a:cubicBezTo>
                    <a:pt x="7" y="1481"/>
                    <a:pt x="7" y="1481"/>
                    <a:pt x="7" y="1481"/>
                  </a:cubicBezTo>
                  <a:cubicBezTo>
                    <a:pt x="7" y="1483"/>
                    <a:pt x="8" y="1484"/>
                    <a:pt x="10" y="1485"/>
                  </a:cubicBezTo>
                  <a:cubicBezTo>
                    <a:pt x="35" y="1491"/>
                    <a:pt x="35" y="1491"/>
                    <a:pt x="35" y="1491"/>
                  </a:cubicBezTo>
                  <a:cubicBezTo>
                    <a:pt x="17" y="1510"/>
                    <a:pt x="17" y="1510"/>
                    <a:pt x="17" y="1510"/>
                  </a:cubicBezTo>
                  <a:cubicBezTo>
                    <a:pt x="16" y="1511"/>
                    <a:pt x="16" y="1513"/>
                    <a:pt x="16" y="1514"/>
                  </a:cubicBezTo>
                  <a:cubicBezTo>
                    <a:pt x="16" y="1517"/>
                    <a:pt x="18" y="1519"/>
                    <a:pt x="21" y="1519"/>
                  </a:cubicBezTo>
                  <a:cubicBezTo>
                    <a:pt x="21" y="1519"/>
                    <a:pt x="22" y="1519"/>
                    <a:pt x="22" y="1519"/>
                  </a:cubicBezTo>
                  <a:cubicBezTo>
                    <a:pt x="54" y="1514"/>
                    <a:pt x="54" y="1514"/>
                    <a:pt x="54" y="1514"/>
                  </a:cubicBezTo>
                  <a:cubicBezTo>
                    <a:pt x="39" y="1541"/>
                    <a:pt x="39" y="1541"/>
                    <a:pt x="39" y="1541"/>
                  </a:cubicBezTo>
                  <a:cubicBezTo>
                    <a:pt x="39" y="1541"/>
                    <a:pt x="39" y="1542"/>
                    <a:pt x="39" y="1542"/>
                  </a:cubicBezTo>
                  <a:cubicBezTo>
                    <a:pt x="58" y="1554"/>
                    <a:pt x="58" y="1554"/>
                    <a:pt x="58" y="1554"/>
                  </a:cubicBezTo>
                  <a:cubicBezTo>
                    <a:pt x="53" y="1557"/>
                    <a:pt x="53" y="1557"/>
                    <a:pt x="53" y="1557"/>
                  </a:cubicBezTo>
                  <a:cubicBezTo>
                    <a:pt x="54" y="1556"/>
                    <a:pt x="54" y="1556"/>
                    <a:pt x="54" y="1556"/>
                  </a:cubicBezTo>
                  <a:cubicBezTo>
                    <a:pt x="62" y="1561"/>
                    <a:pt x="62" y="1561"/>
                    <a:pt x="62" y="1561"/>
                  </a:cubicBezTo>
                  <a:cubicBezTo>
                    <a:pt x="73" y="1564"/>
                    <a:pt x="73" y="1564"/>
                    <a:pt x="73" y="1564"/>
                  </a:cubicBezTo>
                  <a:cubicBezTo>
                    <a:pt x="74" y="1576"/>
                    <a:pt x="74" y="1576"/>
                    <a:pt x="74" y="1576"/>
                  </a:cubicBezTo>
                  <a:cubicBezTo>
                    <a:pt x="74" y="1577"/>
                    <a:pt x="75" y="1579"/>
                    <a:pt x="77" y="1579"/>
                  </a:cubicBezTo>
                  <a:cubicBezTo>
                    <a:pt x="77" y="1579"/>
                    <a:pt x="77" y="1579"/>
                    <a:pt x="77" y="1579"/>
                  </a:cubicBezTo>
                  <a:cubicBezTo>
                    <a:pt x="86" y="1578"/>
                    <a:pt x="86" y="1578"/>
                    <a:pt x="86" y="1578"/>
                  </a:cubicBezTo>
                  <a:cubicBezTo>
                    <a:pt x="91" y="1585"/>
                    <a:pt x="91" y="1585"/>
                    <a:pt x="91" y="1585"/>
                  </a:cubicBezTo>
                  <a:cubicBezTo>
                    <a:pt x="91" y="1585"/>
                    <a:pt x="92" y="1585"/>
                    <a:pt x="92" y="1585"/>
                  </a:cubicBezTo>
                  <a:cubicBezTo>
                    <a:pt x="105" y="1588"/>
                    <a:pt x="105" y="1588"/>
                    <a:pt x="105" y="1588"/>
                  </a:cubicBezTo>
                  <a:cubicBezTo>
                    <a:pt x="105" y="1600"/>
                    <a:pt x="105" y="1600"/>
                    <a:pt x="105" y="1600"/>
                  </a:cubicBezTo>
                  <a:cubicBezTo>
                    <a:pt x="106" y="1602"/>
                    <a:pt x="109" y="1602"/>
                    <a:pt x="111" y="1602"/>
                  </a:cubicBezTo>
                  <a:cubicBezTo>
                    <a:pt x="112" y="1602"/>
                    <a:pt x="114" y="1602"/>
                    <a:pt x="115" y="1601"/>
                  </a:cubicBezTo>
                  <a:cubicBezTo>
                    <a:pt x="127" y="1596"/>
                    <a:pt x="127" y="1596"/>
                    <a:pt x="127" y="1596"/>
                  </a:cubicBezTo>
                  <a:cubicBezTo>
                    <a:pt x="134" y="1607"/>
                    <a:pt x="134" y="1607"/>
                    <a:pt x="134" y="1607"/>
                  </a:cubicBezTo>
                  <a:cubicBezTo>
                    <a:pt x="136" y="1609"/>
                    <a:pt x="140" y="1610"/>
                    <a:pt x="143" y="1610"/>
                  </a:cubicBezTo>
                  <a:cubicBezTo>
                    <a:pt x="145" y="1610"/>
                    <a:pt x="148" y="1609"/>
                    <a:pt x="150" y="1607"/>
                  </a:cubicBezTo>
                  <a:cubicBezTo>
                    <a:pt x="163" y="1596"/>
                    <a:pt x="163" y="1596"/>
                    <a:pt x="163" y="1596"/>
                  </a:cubicBezTo>
                  <a:cubicBezTo>
                    <a:pt x="172" y="1608"/>
                    <a:pt x="172" y="1608"/>
                    <a:pt x="172" y="1608"/>
                  </a:cubicBezTo>
                  <a:cubicBezTo>
                    <a:pt x="179" y="1596"/>
                    <a:pt x="179" y="1596"/>
                    <a:pt x="179" y="1596"/>
                  </a:cubicBezTo>
                  <a:cubicBezTo>
                    <a:pt x="193" y="1605"/>
                    <a:pt x="193" y="1605"/>
                    <a:pt x="193" y="1605"/>
                  </a:cubicBezTo>
                  <a:cubicBezTo>
                    <a:pt x="193" y="1605"/>
                    <a:pt x="193" y="1605"/>
                    <a:pt x="193" y="1605"/>
                  </a:cubicBezTo>
                  <a:cubicBezTo>
                    <a:pt x="193" y="1605"/>
                    <a:pt x="193" y="1605"/>
                    <a:pt x="193" y="1605"/>
                  </a:cubicBezTo>
                  <a:cubicBezTo>
                    <a:pt x="200" y="1600"/>
                    <a:pt x="200" y="1600"/>
                    <a:pt x="200" y="1600"/>
                  </a:cubicBezTo>
                  <a:cubicBezTo>
                    <a:pt x="208" y="1603"/>
                    <a:pt x="208" y="1603"/>
                    <a:pt x="208" y="1603"/>
                  </a:cubicBezTo>
                  <a:cubicBezTo>
                    <a:pt x="208" y="1603"/>
                    <a:pt x="208" y="1603"/>
                    <a:pt x="208" y="1603"/>
                  </a:cubicBezTo>
                  <a:cubicBezTo>
                    <a:pt x="208" y="1603"/>
                    <a:pt x="208" y="1603"/>
                    <a:pt x="208" y="1603"/>
                  </a:cubicBezTo>
                  <a:cubicBezTo>
                    <a:pt x="214" y="1599"/>
                    <a:pt x="214" y="1599"/>
                    <a:pt x="214" y="1599"/>
                  </a:cubicBezTo>
                  <a:cubicBezTo>
                    <a:pt x="221" y="1602"/>
                    <a:pt x="221" y="1602"/>
                    <a:pt x="221" y="1602"/>
                  </a:cubicBezTo>
                  <a:cubicBezTo>
                    <a:pt x="222" y="1602"/>
                    <a:pt x="222" y="1602"/>
                    <a:pt x="223" y="1602"/>
                  </a:cubicBezTo>
                  <a:cubicBezTo>
                    <a:pt x="223" y="1602"/>
                    <a:pt x="224" y="1602"/>
                    <a:pt x="225" y="1602"/>
                  </a:cubicBezTo>
                  <a:cubicBezTo>
                    <a:pt x="231" y="1600"/>
                    <a:pt x="231" y="1600"/>
                    <a:pt x="231" y="1600"/>
                  </a:cubicBezTo>
                  <a:cubicBezTo>
                    <a:pt x="236" y="1603"/>
                    <a:pt x="236" y="1603"/>
                    <a:pt x="236" y="1603"/>
                  </a:cubicBezTo>
                  <a:cubicBezTo>
                    <a:pt x="238" y="1604"/>
                    <a:pt x="240" y="1604"/>
                    <a:pt x="241" y="1604"/>
                  </a:cubicBezTo>
                  <a:cubicBezTo>
                    <a:pt x="243" y="1604"/>
                    <a:pt x="245" y="1604"/>
                    <a:pt x="246" y="1603"/>
                  </a:cubicBezTo>
                  <a:cubicBezTo>
                    <a:pt x="254" y="1598"/>
                    <a:pt x="254" y="1598"/>
                    <a:pt x="254" y="1598"/>
                  </a:cubicBezTo>
                  <a:cubicBezTo>
                    <a:pt x="262" y="1601"/>
                    <a:pt x="262" y="1601"/>
                    <a:pt x="262" y="1601"/>
                  </a:cubicBezTo>
                  <a:cubicBezTo>
                    <a:pt x="263" y="1602"/>
                    <a:pt x="264" y="1602"/>
                    <a:pt x="266" y="1602"/>
                  </a:cubicBezTo>
                  <a:cubicBezTo>
                    <a:pt x="267" y="1602"/>
                    <a:pt x="269" y="1602"/>
                    <a:pt x="270" y="1601"/>
                  </a:cubicBezTo>
                  <a:cubicBezTo>
                    <a:pt x="281" y="1589"/>
                    <a:pt x="281" y="1589"/>
                    <a:pt x="281" y="1589"/>
                  </a:cubicBezTo>
                  <a:cubicBezTo>
                    <a:pt x="289" y="1597"/>
                    <a:pt x="289" y="1597"/>
                    <a:pt x="289" y="1597"/>
                  </a:cubicBezTo>
                  <a:cubicBezTo>
                    <a:pt x="292" y="1595"/>
                    <a:pt x="292" y="1595"/>
                    <a:pt x="292" y="1595"/>
                  </a:cubicBezTo>
                  <a:cubicBezTo>
                    <a:pt x="291" y="1594"/>
                    <a:pt x="291" y="1594"/>
                    <a:pt x="291" y="1594"/>
                  </a:cubicBezTo>
                  <a:cubicBezTo>
                    <a:pt x="293" y="1593"/>
                    <a:pt x="293" y="1593"/>
                    <a:pt x="293" y="1593"/>
                  </a:cubicBezTo>
                  <a:cubicBezTo>
                    <a:pt x="297" y="1589"/>
                    <a:pt x="297" y="1589"/>
                    <a:pt x="297" y="1589"/>
                  </a:cubicBezTo>
                  <a:cubicBezTo>
                    <a:pt x="300" y="1593"/>
                    <a:pt x="300" y="1593"/>
                    <a:pt x="300" y="1593"/>
                  </a:cubicBezTo>
                  <a:cubicBezTo>
                    <a:pt x="309" y="1592"/>
                    <a:pt x="309" y="1592"/>
                    <a:pt x="309" y="1592"/>
                  </a:cubicBezTo>
                  <a:cubicBezTo>
                    <a:pt x="309" y="1592"/>
                    <a:pt x="310" y="1592"/>
                    <a:pt x="310" y="1592"/>
                  </a:cubicBezTo>
                  <a:cubicBezTo>
                    <a:pt x="314" y="1590"/>
                    <a:pt x="314" y="1590"/>
                    <a:pt x="314" y="1590"/>
                  </a:cubicBezTo>
                  <a:lnTo>
                    <a:pt x="321" y="15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sp>
          <p:nvSpPr>
            <p:cNvPr id="140" name="Freeform 532"/>
            <p:cNvSpPr>
              <a:spLocks noEditPoints="1"/>
            </p:cNvSpPr>
            <p:nvPr/>
          </p:nvSpPr>
          <p:spPr bwMode="auto">
            <a:xfrm>
              <a:off x="3724275" y="2239963"/>
              <a:ext cx="4160838" cy="3357563"/>
            </a:xfrm>
            <a:custGeom>
              <a:avLst/>
              <a:gdLst>
                <a:gd name="T0" fmla="*/ 322 w 1889"/>
                <a:gd name="T1" fmla="*/ 1465 h 1524"/>
                <a:gd name="T2" fmla="*/ 374 w 1889"/>
                <a:gd name="T3" fmla="*/ 1488 h 1524"/>
                <a:gd name="T4" fmla="*/ 421 w 1889"/>
                <a:gd name="T5" fmla="*/ 1472 h 1524"/>
                <a:gd name="T6" fmla="*/ 463 w 1889"/>
                <a:gd name="T7" fmla="*/ 1454 h 1524"/>
                <a:gd name="T8" fmla="*/ 482 w 1889"/>
                <a:gd name="T9" fmla="*/ 1441 h 1524"/>
                <a:gd name="T10" fmla="*/ 550 w 1889"/>
                <a:gd name="T11" fmla="*/ 1416 h 1524"/>
                <a:gd name="T12" fmla="*/ 623 w 1889"/>
                <a:gd name="T13" fmla="*/ 1380 h 1524"/>
                <a:gd name="T14" fmla="*/ 672 w 1889"/>
                <a:gd name="T15" fmla="*/ 1336 h 1524"/>
                <a:gd name="T16" fmla="*/ 740 w 1889"/>
                <a:gd name="T17" fmla="*/ 1315 h 1524"/>
                <a:gd name="T18" fmla="*/ 785 w 1889"/>
                <a:gd name="T19" fmla="*/ 1261 h 1524"/>
                <a:gd name="T20" fmla="*/ 857 w 1889"/>
                <a:gd name="T21" fmla="*/ 1216 h 1524"/>
                <a:gd name="T22" fmla="*/ 915 w 1889"/>
                <a:gd name="T23" fmla="*/ 1192 h 1524"/>
                <a:gd name="T24" fmla="*/ 971 w 1889"/>
                <a:gd name="T25" fmla="*/ 1144 h 1524"/>
                <a:gd name="T26" fmla="*/ 1020 w 1889"/>
                <a:gd name="T27" fmla="*/ 1090 h 1524"/>
                <a:gd name="T28" fmla="*/ 1081 w 1889"/>
                <a:gd name="T29" fmla="*/ 1068 h 1524"/>
                <a:gd name="T30" fmla="*/ 1125 w 1889"/>
                <a:gd name="T31" fmla="*/ 1003 h 1524"/>
                <a:gd name="T32" fmla="*/ 1173 w 1889"/>
                <a:gd name="T33" fmla="*/ 954 h 1524"/>
                <a:gd name="T34" fmla="*/ 1221 w 1889"/>
                <a:gd name="T35" fmla="*/ 925 h 1524"/>
                <a:gd name="T36" fmla="*/ 1275 w 1889"/>
                <a:gd name="T37" fmla="*/ 866 h 1524"/>
                <a:gd name="T38" fmla="*/ 1336 w 1889"/>
                <a:gd name="T39" fmla="*/ 830 h 1524"/>
                <a:gd name="T40" fmla="*/ 1391 w 1889"/>
                <a:gd name="T41" fmla="*/ 762 h 1524"/>
                <a:gd name="T42" fmla="*/ 1750 w 1889"/>
                <a:gd name="T43" fmla="*/ 280 h 1524"/>
                <a:gd name="T44" fmla="*/ 1772 w 1889"/>
                <a:gd name="T45" fmla="*/ 209 h 1524"/>
                <a:gd name="T46" fmla="*/ 1683 w 1889"/>
                <a:gd name="T47" fmla="*/ 166 h 1524"/>
                <a:gd name="T48" fmla="*/ 1608 w 1889"/>
                <a:gd name="T49" fmla="*/ 198 h 1524"/>
                <a:gd name="T50" fmla="*/ 1119 w 1889"/>
                <a:gd name="T51" fmla="*/ 653 h 1524"/>
                <a:gd name="T52" fmla="*/ 1067 w 1889"/>
                <a:gd name="T53" fmla="*/ 693 h 1524"/>
                <a:gd name="T54" fmla="*/ 1015 w 1889"/>
                <a:gd name="T55" fmla="*/ 782 h 1524"/>
                <a:gd name="T56" fmla="*/ 958 w 1889"/>
                <a:gd name="T57" fmla="*/ 827 h 1524"/>
                <a:gd name="T58" fmla="*/ 863 w 1889"/>
                <a:gd name="T59" fmla="*/ 852 h 1524"/>
                <a:gd name="T60" fmla="*/ 807 w 1889"/>
                <a:gd name="T61" fmla="*/ 901 h 1524"/>
                <a:gd name="T62" fmla="*/ 769 w 1889"/>
                <a:gd name="T63" fmla="*/ 939 h 1524"/>
                <a:gd name="T64" fmla="*/ 724 w 1889"/>
                <a:gd name="T65" fmla="*/ 1012 h 1524"/>
                <a:gd name="T66" fmla="*/ 667 w 1889"/>
                <a:gd name="T67" fmla="*/ 1015 h 1524"/>
                <a:gd name="T68" fmla="*/ 608 w 1889"/>
                <a:gd name="T69" fmla="*/ 1057 h 1524"/>
                <a:gd name="T70" fmla="*/ 544 w 1889"/>
                <a:gd name="T71" fmla="*/ 1097 h 1524"/>
                <a:gd name="T72" fmla="*/ 479 w 1889"/>
                <a:gd name="T73" fmla="*/ 1185 h 1524"/>
                <a:gd name="T74" fmla="*/ 395 w 1889"/>
                <a:gd name="T75" fmla="*/ 1206 h 1524"/>
                <a:gd name="T76" fmla="*/ 299 w 1889"/>
                <a:gd name="T77" fmla="*/ 1147 h 1524"/>
                <a:gd name="T78" fmla="*/ 269 w 1889"/>
                <a:gd name="T79" fmla="*/ 1095 h 1524"/>
                <a:gd name="T80" fmla="*/ 258 w 1889"/>
                <a:gd name="T81" fmla="*/ 1037 h 1524"/>
                <a:gd name="T82" fmla="*/ 287 w 1889"/>
                <a:gd name="T83" fmla="*/ 960 h 1524"/>
                <a:gd name="T84" fmla="*/ 293 w 1889"/>
                <a:gd name="T85" fmla="*/ 909 h 1524"/>
                <a:gd name="T86" fmla="*/ 213 w 1889"/>
                <a:gd name="T87" fmla="*/ 844 h 1524"/>
                <a:gd name="T88" fmla="*/ 164 w 1889"/>
                <a:gd name="T89" fmla="*/ 917 h 1524"/>
                <a:gd name="T90" fmla="*/ 126 w 1889"/>
                <a:gd name="T91" fmla="*/ 952 h 1524"/>
                <a:gd name="T92" fmla="*/ 145 w 1889"/>
                <a:gd name="T93" fmla="*/ 1062 h 1524"/>
                <a:gd name="T94" fmla="*/ 75 w 1889"/>
                <a:gd name="T95" fmla="*/ 1094 h 1524"/>
                <a:gd name="T96" fmla="*/ 54 w 1889"/>
                <a:gd name="T97" fmla="*/ 1148 h 1524"/>
                <a:gd name="T98" fmla="*/ 67 w 1889"/>
                <a:gd name="T99" fmla="*/ 1201 h 1524"/>
                <a:gd name="T100" fmla="*/ 23 w 1889"/>
                <a:gd name="T101" fmla="*/ 1260 h 1524"/>
                <a:gd name="T102" fmla="*/ 8 w 1889"/>
                <a:gd name="T103" fmla="*/ 1337 h 1524"/>
                <a:gd name="T104" fmla="*/ 10 w 1889"/>
                <a:gd name="T105" fmla="*/ 1406 h 1524"/>
                <a:gd name="T106" fmla="*/ 57 w 1889"/>
                <a:gd name="T107" fmla="*/ 1481 h 1524"/>
                <a:gd name="T108" fmla="*/ 99 w 1889"/>
                <a:gd name="T109" fmla="*/ 1507 h 1524"/>
                <a:gd name="T110" fmla="*/ 148 w 1889"/>
                <a:gd name="T111" fmla="*/ 1511 h 1524"/>
                <a:gd name="T112" fmla="*/ 191 w 1889"/>
                <a:gd name="T113" fmla="*/ 1514 h 1524"/>
                <a:gd name="T114" fmla="*/ 241 w 1889"/>
                <a:gd name="T115" fmla="*/ 1517 h 1524"/>
                <a:gd name="T116" fmla="*/ 282 w 1889"/>
                <a:gd name="T117" fmla="*/ 1494 h 1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89" h="1524">
                  <a:moveTo>
                    <a:pt x="282" y="1494"/>
                  </a:moveTo>
                  <a:cubicBezTo>
                    <a:pt x="267" y="1448"/>
                    <a:pt x="267" y="1448"/>
                    <a:pt x="267" y="1448"/>
                  </a:cubicBezTo>
                  <a:cubicBezTo>
                    <a:pt x="289" y="1461"/>
                    <a:pt x="289" y="1461"/>
                    <a:pt x="289" y="1461"/>
                  </a:cubicBezTo>
                  <a:cubicBezTo>
                    <a:pt x="298" y="1416"/>
                    <a:pt x="298" y="1416"/>
                    <a:pt x="298" y="1416"/>
                  </a:cubicBezTo>
                  <a:cubicBezTo>
                    <a:pt x="322" y="1465"/>
                    <a:pt x="322" y="1465"/>
                    <a:pt x="322" y="1465"/>
                  </a:cubicBezTo>
                  <a:cubicBezTo>
                    <a:pt x="328" y="1399"/>
                    <a:pt x="328" y="1399"/>
                    <a:pt x="328" y="1399"/>
                  </a:cubicBezTo>
                  <a:cubicBezTo>
                    <a:pt x="353" y="1488"/>
                    <a:pt x="353" y="1488"/>
                    <a:pt x="353" y="1488"/>
                  </a:cubicBezTo>
                  <a:cubicBezTo>
                    <a:pt x="359" y="1483"/>
                    <a:pt x="359" y="1483"/>
                    <a:pt x="359" y="1483"/>
                  </a:cubicBezTo>
                  <a:cubicBezTo>
                    <a:pt x="366" y="1489"/>
                    <a:pt x="366" y="1489"/>
                    <a:pt x="366" y="1489"/>
                  </a:cubicBezTo>
                  <a:cubicBezTo>
                    <a:pt x="374" y="1488"/>
                    <a:pt x="374" y="1488"/>
                    <a:pt x="374" y="1488"/>
                  </a:cubicBezTo>
                  <a:cubicBezTo>
                    <a:pt x="376" y="1487"/>
                    <a:pt x="376" y="1487"/>
                    <a:pt x="376" y="1487"/>
                  </a:cubicBezTo>
                  <a:cubicBezTo>
                    <a:pt x="378" y="1480"/>
                    <a:pt x="378" y="1480"/>
                    <a:pt x="378" y="1480"/>
                  </a:cubicBezTo>
                  <a:cubicBezTo>
                    <a:pt x="389" y="1483"/>
                    <a:pt x="389" y="1483"/>
                    <a:pt x="389" y="1483"/>
                  </a:cubicBezTo>
                  <a:cubicBezTo>
                    <a:pt x="393" y="1448"/>
                    <a:pt x="393" y="1448"/>
                    <a:pt x="393" y="1448"/>
                  </a:cubicBezTo>
                  <a:cubicBezTo>
                    <a:pt x="421" y="1472"/>
                    <a:pt x="421" y="1472"/>
                    <a:pt x="421" y="1472"/>
                  </a:cubicBezTo>
                  <a:cubicBezTo>
                    <a:pt x="427" y="1472"/>
                    <a:pt x="427" y="1472"/>
                    <a:pt x="427" y="1472"/>
                  </a:cubicBezTo>
                  <a:cubicBezTo>
                    <a:pt x="431" y="1458"/>
                    <a:pt x="431" y="1458"/>
                    <a:pt x="431" y="1458"/>
                  </a:cubicBezTo>
                  <a:cubicBezTo>
                    <a:pt x="444" y="1460"/>
                    <a:pt x="444" y="1460"/>
                    <a:pt x="444" y="1460"/>
                  </a:cubicBezTo>
                  <a:cubicBezTo>
                    <a:pt x="445" y="1456"/>
                    <a:pt x="445" y="1456"/>
                    <a:pt x="445" y="1456"/>
                  </a:cubicBezTo>
                  <a:cubicBezTo>
                    <a:pt x="463" y="1454"/>
                    <a:pt x="463" y="1454"/>
                    <a:pt x="463" y="1454"/>
                  </a:cubicBezTo>
                  <a:cubicBezTo>
                    <a:pt x="470" y="1448"/>
                    <a:pt x="470" y="1448"/>
                    <a:pt x="470" y="1448"/>
                  </a:cubicBezTo>
                  <a:cubicBezTo>
                    <a:pt x="471" y="1441"/>
                    <a:pt x="471" y="1441"/>
                    <a:pt x="471" y="1441"/>
                  </a:cubicBezTo>
                  <a:cubicBezTo>
                    <a:pt x="480" y="1441"/>
                    <a:pt x="480" y="1441"/>
                    <a:pt x="480" y="1441"/>
                  </a:cubicBezTo>
                  <a:cubicBezTo>
                    <a:pt x="481" y="1440"/>
                    <a:pt x="481" y="1440"/>
                    <a:pt x="481" y="1440"/>
                  </a:cubicBezTo>
                  <a:cubicBezTo>
                    <a:pt x="482" y="1441"/>
                    <a:pt x="482" y="1441"/>
                    <a:pt x="482" y="1441"/>
                  </a:cubicBezTo>
                  <a:cubicBezTo>
                    <a:pt x="494" y="1441"/>
                    <a:pt x="494" y="1441"/>
                    <a:pt x="494" y="1441"/>
                  </a:cubicBezTo>
                  <a:cubicBezTo>
                    <a:pt x="502" y="1431"/>
                    <a:pt x="502" y="1431"/>
                    <a:pt x="502" y="1431"/>
                  </a:cubicBezTo>
                  <a:cubicBezTo>
                    <a:pt x="507" y="1382"/>
                    <a:pt x="507" y="1382"/>
                    <a:pt x="507" y="1382"/>
                  </a:cubicBezTo>
                  <a:cubicBezTo>
                    <a:pt x="541" y="1418"/>
                    <a:pt x="541" y="1418"/>
                    <a:pt x="541" y="1418"/>
                  </a:cubicBezTo>
                  <a:cubicBezTo>
                    <a:pt x="550" y="1416"/>
                    <a:pt x="550" y="1416"/>
                    <a:pt x="550" y="1416"/>
                  </a:cubicBezTo>
                  <a:cubicBezTo>
                    <a:pt x="558" y="1401"/>
                    <a:pt x="558" y="1401"/>
                    <a:pt x="558" y="1401"/>
                  </a:cubicBezTo>
                  <a:cubicBezTo>
                    <a:pt x="576" y="1406"/>
                    <a:pt x="576" y="1406"/>
                    <a:pt x="576" y="1406"/>
                  </a:cubicBezTo>
                  <a:cubicBezTo>
                    <a:pt x="582" y="1392"/>
                    <a:pt x="582" y="1392"/>
                    <a:pt x="582" y="1392"/>
                  </a:cubicBezTo>
                  <a:cubicBezTo>
                    <a:pt x="568" y="1365"/>
                    <a:pt x="568" y="1365"/>
                    <a:pt x="568" y="1365"/>
                  </a:cubicBezTo>
                  <a:cubicBezTo>
                    <a:pt x="623" y="1380"/>
                    <a:pt x="623" y="1380"/>
                    <a:pt x="623" y="1380"/>
                  </a:cubicBezTo>
                  <a:cubicBezTo>
                    <a:pt x="635" y="1354"/>
                    <a:pt x="635" y="1354"/>
                    <a:pt x="635" y="1354"/>
                  </a:cubicBezTo>
                  <a:cubicBezTo>
                    <a:pt x="649" y="1366"/>
                    <a:pt x="649" y="1366"/>
                    <a:pt x="649" y="1366"/>
                  </a:cubicBezTo>
                  <a:cubicBezTo>
                    <a:pt x="652" y="1362"/>
                    <a:pt x="652" y="1362"/>
                    <a:pt x="652" y="1362"/>
                  </a:cubicBezTo>
                  <a:cubicBezTo>
                    <a:pt x="639" y="1333"/>
                    <a:pt x="639" y="1333"/>
                    <a:pt x="639" y="1333"/>
                  </a:cubicBezTo>
                  <a:cubicBezTo>
                    <a:pt x="672" y="1336"/>
                    <a:pt x="672" y="1336"/>
                    <a:pt x="672" y="1336"/>
                  </a:cubicBezTo>
                  <a:cubicBezTo>
                    <a:pt x="666" y="1328"/>
                    <a:pt x="666" y="1328"/>
                    <a:pt x="666" y="1328"/>
                  </a:cubicBezTo>
                  <a:cubicBezTo>
                    <a:pt x="686" y="1327"/>
                    <a:pt x="686" y="1327"/>
                    <a:pt x="686" y="1327"/>
                  </a:cubicBezTo>
                  <a:cubicBezTo>
                    <a:pt x="715" y="1272"/>
                    <a:pt x="715" y="1272"/>
                    <a:pt x="715" y="1272"/>
                  </a:cubicBezTo>
                  <a:cubicBezTo>
                    <a:pt x="723" y="1310"/>
                    <a:pt x="723" y="1310"/>
                    <a:pt x="723" y="1310"/>
                  </a:cubicBezTo>
                  <a:cubicBezTo>
                    <a:pt x="740" y="1315"/>
                    <a:pt x="740" y="1315"/>
                    <a:pt x="740" y="1315"/>
                  </a:cubicBezTo>
                  <a:cubicBezTo>
                    <a:pt x="741" y="1312"/>
                    <a:pt x="741" y="1312"/>
                    <a:pt x="741" y="1312"/>
                  </a:cubicBezTo>
                  <a:cubicBezTo>
                    <a:pt x="749" y="1305"/>
                    <a:pt x="749" y="1305"/>
                    <a:pt x="749" y="1305"/>
                  </a:cubicBezTo>
                  <a:cubicBezTo>
                    <a:pt x="761" y="1276"/>
                    <a:pt x="761" y="1276"/>
                    <a:pt x="761" y="1276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785" y="1261"/>
                    <a:pt x="785" y="1261"/>
                    <a:pt x="785" y="1261"/>
                  </a:cubicBezTo>
                  <a:cubicBezTo>
                    <a:pt x="805" y="1267"/>
                    <a:pt x="805" y="1267"/>
                    <a:pt x="805" y="1267"/>
                  </a:cubicBezTo>
                  <a:cubicBezTo>
                    <a:pt x="809" y="1222"/>
                    <a:pt x="809" y="1222"/>
                    <a:pt x="809" y="1222"/>
                  </a:cubicBezTo>
                  <a:cubicBezTo>
                    <a:pt x="820" y="1231"/>
                    <a:pt x="820" y="1231"/>
                    <a:pt x="820" y="1231"/>
                  </a:cubicBezTo>
                  <a:cubicBezTo>
                    <a:pt x="852" y="1226"/>
                    <a:pt x="852" y="1226"/>
                    <a:pt x="852" y="1226"/>
                  </a:cubicBezTo>
                  <a:cubicBezTo>
                    <a:pt x="857" y="1216"/>
                    <a:pt x="857" y="1216"/>
                    <a:pt x="857" y="1216"/>
                  </a:cubicBezTo>
                  <a:cubicBezTo>
                    <a:pt x="863" y="1224"/>
                    <a:pt x="863" y="1224"/>
                    <a:pt x="863" y="1224"/>
                  </a:cubicBezTo>
                  <a:cubicBezTo>
                    <a:pt x="874" y="1223"/>
                    <a:pt x="874" y="1223"/>
                    <a:pt x="874" y="1223"/>
                  </a:cubicBezTo>
                  <a:cubicBezTo>
                    <a:pt x="858" y="1200"/>
                    <a:pt x="858" y="1200"/>
                    <a:pt x="858" y="1200"/>
                  </a:cubicBezTo>
                  <a:cubicBezTo>
                    <a:pt x="910" y="1199"/>
                    <a:pt x="910" y="1199"/>
                    <a:pt x="910" y="1199"/>
                  </a:cubicBezTo>
                  <a:cubicBezTo>
                    <a:pt x="915" y="1192"/>
                    <a:pt x="915" y="1192"/>
                    <a:pt x="915" y="1192"/>
                  </a:cubicBezTo>
                  <a:cubicBezTo>
                    <a:pt x="919" y="1192"/>
                    <a:pt x="919" y="1192"/>
                    <a:pt x="919" y="1192"/>
                  </a:cubicBezTo>
                  <a:cubicBezTo>
                    <a:pt x="919" y="1188"/>
                    <a:pt x="919" y="1188"/>
                    <a:pt x="919" y="1188"/>
                  </a:cubicBezTo>
                  <a:cubicBezTo>
                    <a:pt x="936" y="1179"/>
                    <a:pt x="936" y="1179"/>
                    <a:pt x="936" y="1179"/>
                  </a:cubicBezTo>
                  <a:cubicBezTo>
                    <a:pt x="901" y="1150"/>
                    <a:pt x="901" y="1150"/>
                    <a:pt x="901" y="1150"/>
                  </a:cubicBezTo>
                  <a:cubicBezTo>
                    <a:pt x="971" y="1144"/>
                    <a:pt x="971" y="1144"/>
                    <a:pt x="971" y="1144"/>
                  </a:cubicBezTo>
                  <a:cubicBezTo>
                    <a:pt x="990" y="1127"/>
                    <a:pt x="990" y="1127"/>
                    <a:pt x="990" y="1127"/>
                  </a:cubicBezTo>
                  <a:cubicBezTo>
                    <a:pt x="991" y="1125"/>
                    <a:pt x="991" y="1125"/>
                    <a:pt x="991" y="1125"/>
                  </a:cubicBezTo>
                  <a:cubicBezTo>
                    <a:pt x="1001" y="1121"/>
                    <a:pt x="1001" y="1121"/>
                    <a:pt x="1001" y="1121"/>
                  </a:cubicBezTo>
                  <a:cubicBezTo>
                    <a:pt x="1016" y="1113"/>
                    <a:pt x="1016" y="1113"/>
                    <a:pt x="1016" y="1113"/>
                  </a:cubicBezTo>
                  <a:cubicBezTo>
                    <a:pt x="1020" y="1090"/>
                    <a:pt x="1020" y="1090"/>
                    <a:pt x="1020" y="1090"/>
                  </a:cubicBezTo>
                  <a:cubicBezTo>
                    <a:pt x="1042" y="1087"/>
                    <a:pt x="1042" y="1087"/>
                    <a:pt x="1042" y="1087"/>
                  </a:cubicBezTo>
                  <a:cubicBezTo>
                    <a:pt x="1066" y="1081"/>
                    <a:pt x="1066" y="1081"/>
                    <a:pt x="1066" y="1081"/>
                  </a:cubicBezTo>
                  <a:cubicBezTo>
                    <a:pt x="1068" y="1070"/>
                    <a:pt x="1068" y="1070"/>
                    <a:pt x="1068" y="1070"/>
                  </a:cubicBezTo>
                  <a:cubicBezTo>
                    <a:pt x="1080" y="1069"/>
                    <a:pt x="1080" y="1069"/>
                    <a:pt x="1080" y="1069"/>
                  </a:cubicBezTo>
                  <a:cubicBezTo>
                    <a:pt x="1081" y="1068"/>
                    <a:pt x="1081" y="1068"/>
                    <a:pt x="1081" y="1068"/>
                  </a:cubicBezTo>
                  <a:cubicBezTo>
                    <a:pt x="1089" y="1055"/>
                    <a:pt x="1089" y="1055"/>
                    <a:pt x="1089" y="1055"/>
                  </a:cubicBezTo>
                  <a:cubicBezTo>
                    <a:pt x="1100" y="1055"/>
                    <a:pt x="1100" y="1055"/>
                    <a:pt x="1100" y="1055"/>
                  </a:cubicBezTo>
                  <a:cubicBezTo>
                    <a:pt x="1098" y="1025"/>
                    <a:pt x="1098" y="1025"/>
                    <a:pt x="1098" y="1025"/>
                  </a:cubicBezTo>
                  <a:cubicBezTo>
                    <a:pt x="1122" y="1023"/>
                    <a:pt x="1122" y="1023"/>
                    <a:pt x="1122" y="1023"/>
                  </a:cubicBezTo>
                  <a:cubicBezTo>
                    <a:pt x="1125" y="1003"/>
                    <a:pt x="1125" y="1003"/>
                    <a:pt x="1125" y="1003"/>
                  </a:cubicBezTo>
                  <a:cubicBezTo>
                    <a:pt x="1114" y="974"/>
                    <a:pt x="1114" y="974"/>
                    <a:pt x="1114" y="974"/>
                  </a:cubicBezTo>
                  <a:cubicBezTo>
                    <a:pt x="1150" y="984"/>
                    <a:pt x="1150" y="984"/>
                    <a:pt x="1150" y="984"/>
                  </a:cubicBezTo>
                  <a:cubicBezTo>
                    <a:pt x="1147" y="974"/>
                    <a:pt x="1147" y="974"/>
                    <a:pt x="1147" y="974"/>
                  </a:cubicBezTo>
                  <a:cubicBezTo>
                    <a:pt x="1169" y="966"/>
                    <a:pt x="1169" y="966"/>
                    <a:pt x="1169" y="966"/>
                  </a:cubicBezTo>
                  <a:cubicBezTo>
                    <a:pt x="1173" y="954"/>
                    <a:pt x="1173" y="954"/>
                    <a:pt x="1173" y="954"/>
                  </a:cubicBezTo>
                  <a:cubicBezTo>
                    <a:pt x="1164" y="950"/>
                    <a:pt x="1164" y="950"/>
                    <a:pt x="1164" y="950"/>
                  </a:cubicBezTo>
                  <a:cubicBezTo>
                    <a:pt x="1176" y="945"/>
                    <a:pt x="1176" y="945"/>
                    <a:pt x="1176" y="945"/>
                  </a:cubicBezTo>
                  <a:cubicBezTo>
                    <a:pt x="1183" y="928"/>
                    <a:pt x="1183" y="928"/>
                    <a:pt x="1183" y="928"/>
                  </a:cubicBezTo>
                  <a:cubicBezTo>
                    <a:pt x="1192" y="938"/>
                    <a:pt x="1192" y="938"/>
                    <a:pt x="1192" y="938"/>
                  </a:cubicBezTo>
                  <a:cubicBezTo>
                    <a:pt x="1221" y="925"/>
                    <a:pt x="1221" y="925"/>
                    <a:pt x="1221" y="925"/>
                  </a:cubicBezTo>
                  <a:cubicBezTo>
                    <a:pt x="1230" y="910"/>
                    <a:pt x="1230" y="910"/>
                    <a:pt x="1230" y="910"/>
                  </a:cubicBezTo>
                  <a:cubicBezTo>
                    <a:pt x="1232" y="910"/>
                    <a:pt x="1232" y="910"/>
                    <a:pt x="1232" y="910"/>
                  </a:cubicBezTo>
                  <a:cubicBezTo>
                    <a:pt x="1231" y="888"/>
                    <a:pt x="1231" y="888"/>
                    <a:pt x="1231" y="888"/>
                  </a:cubicBezTo>
                  <a:cubicBezTo>
                    <a:pt x="1267" y="894"/>
                    <a:pt x="1267" y="894"/>
                    <a:pt x="1267" y="894"/>
                  </a:cubicBezTo>
                  <a:cubicBezTo>
                    <a:pt x="1275" y="866"/>
                    <a:pt x="1275" y="866"/>
                    <a:pt x="1275" y="866"/>
                  </a:cubicBezTo>
                  <a:cubicBezTo>
                    <a:pt x="1283" y="870"/>
                    <a:pt x="1283" y="870"/>
                    <a:pt x="1283" y="870"/>
                  </a:cubicBezTo>
                  <a:cubicBezTo>
                    <a:pt x="1276" y="864"/>
                    <a:pt x="1276" y="864"/>
                    <a:pt x="1276" y="864"/>
                  </a:cubicBezTo>
                  <a:cubicBezTo>
                    <a:pt x="1315" y="848"/>
                    <a:pt x="1315" y="848"/>
                    <a:pt x="1315" y="848"/>
                  </a:cubicBezTo>
                  <a:cubicBezTo>
                    <a:pt x="1315" y="832"/>
                    <a:pt x="1315" y="832"/>
                    <a:pt x="1315" y="832"/>
                  </a:cubicBezTo>
                  <a:cubicBezTo>
                    <a:pt x="1336" y="830"/>
                    <a:pt x="1336" y="830"/>
                    <a:pt x="1336" y="830"/>
                  </a:cubicBezTo>
                  <a:cubicBezTo>
                    <a:pt x="1352" y="811"/>
                    <a:pt x="1352" y="811"/>
                    <a:pt x="1352" y="811"/>
                  </a:cubicBezTo>
                  <a:cubicBezTo>
                    <a:pt x="1358" y="795"/>
                    <a:pt x="1358" y="795"/>
                    <a:pt x="1358" y="795"/>
                  </a:cubicBezTo>
                  <a:cubicBezTo>
                    <a:pt x="1355" y="795"/>
                    <a:pt x="1355" y="795"/>
                    <a:pt x="1355" y="795"/>
                  </a:cubicBezTo>
                  <a:cubicBezTo>
                    <a:pt x="1390" y="765"/>
                    <a:pt x="1390" y="765"/>
                    <a:pt x="1390" y="765"/>
                  </a:cubicBezTo>
                  <a:cubicBezTo>
                    <a:pt x="1391" y="762"/>
                    <a:pt x="1391" y="762"/>
                    <a:pt x="1391" y="762"/>
                  </a:cubicBezTo>
                  <a:cubicBezTo>
                    <a:pt x="1394" y="762"/>
                    <a:pt x="1394" y="762"/>
                    <a:pt x="1394" y="762"/>
                  </a:cubicBezTo>
                  <a:cubicBezTo>
                    <a:pt x="1490" y="684"/>
                    <a:pt x="1490" y="684"/>
                    <a:pt x="1490" y="684"/>
                  </a:cubicBezTo>
                  <a:cubicBezTo>
                    <a:pt x="1629" y="433"/>
                    <a:pt x="1629" y="433"/>
                    <a:pt x="1629" y="433"/>
                  </a:cubicBezTo>
                  <a:cubicBezTo>
                    <a:pt x="1612" y="543"/>
                    <a:pt x="1612" y="543"/>
                    <a:pt x="1612" y="543"/>
                  </a:cubicBezTo>
                  <a:cubicBezTo>
                    <a:pt x="1750" y="280"/>
                    <a:pt x="1750" y="280"/>
                    <a:pt x="1750" y="280"/>
                  </a:cubicBezTo>
                  <a:cubicBezTo>
                    <a:pt x="1748" y="317"/>
                    <a:pt x="1748" y="317"/>
                    <a:pt x="1748" y="317"/>
                  </a:cubicBezTo>
                  <a:cubicBezTo>
                    <a:pt x="1752" y="301"/>
                    <a:pt x="1757" y="285"/>
                    <a:pt x="1761" y="269"/>
                  </a:cubicBezTo>
                  <a:cubicBezTo>
                    <a:pt x="1764" y="260"/>
                    <a:pt x="1767" y="251"/>
                    <a:pt x="1769" y="242"/>
                  </a:cubicBezTo>
                  <a:cubicBezTo>
                    <a:pt x="1766" y="217"/>
                    <a:pt x="1766" y="217"/>
                    <a:pt x="1766" y="217"/>
                  </a:cubicBezTo>
                  <a:cubicBezTo>
                    <a:pt x="1772" y="209"/>
                    <a:pt x="1772" y="209"/>
                    <a:pt x="1772" y="209"/>
                  </a:cubicBezTo>
                  <a:cubicBezTo>
                    <a:pt x="1805" y="154"/>
                    <a:pt x="1838" y="100"/>
                    <a:pt x="1868" y="43"/>
                  </a:cubicBezTo>
                  <a:cubicBezTo>
                    <a:pt x="1875" y="29"/>
                    <a:pt x="1882" y="15"/>
                    <a:pt x="1889" y="0"/>
                  </a:cubicBezTo>
                  <a:cubicBezTo>
                    <a:pt x="1887" y="3"/>
                    <a:pt x="1884" y="5"/>
                    <a:pt x="1882" y="8"/>
                  </a:cubicBezTo>
                  <a:cubicBezTo>
                    <a:pt x="1832" y="57"/>
                    <a:pt x="1783" y="106"/>
                    <a:pt x="1729" y="152"/>
                  </a:cubicBezTo>
                  <a:cubicBezTo>
                    <a:pt x="1717" y="163"/>
                    <a:pt x="1698" y="164"/>
                    <a:pt x="1683" y="166"/>
                  </a:cubicBezTo>
                  <a:cubicBezTo>
                    <a:pt x="1678" y="167"/>
                    <a:pt x="1671" y="167"/>
                    <a:pt x="1666" y="169"/>
                  </a:cubicBezTo>
                  <a:cubicBezTo>
                    <a:pt x="1665" y="170"/>
                    <a:pt x="1665" y="170"/>
                    <a:pt x="1665" y="170"/>
                  </a:cubicBezTo>
                  <a:cubicBezTo>
                    <a:pt x="1660" y="172"/>
                    <a:pt x="1660" y="172"/>
                    <a:pt x="1660" y="172"/>
                  </a:cubicBezTo>
                  <a:cubicBezTo>
                    <a:pt x="1646" y="176"/>
                    <a:pt x="1632" y="184"/>
                    <a:pt x="1620" y="192"/>
                  </a:cubicBezTo>
                  <a:cubicBezTo>
                    <a:pt x="1616" y="194"/>
                    <a:pt x="1612" y="196"/>
                    <a:pt x="1608" y="198"/>
                  </a:cubicBezTo>
                  <a:cubicBezTo>
                    <a:pt x="1663" y="192"/>
                    <a:pt x="1663" y="192"/>
                    <a:pt x="1663" y="192"/>
                  </a:cubicBezTo>
                  <a:cubicBezTo>
                    <a:pt x="1411" y="347"/>
                    <a:pt x="1411" y="347"/>
                    <a:pt x="1411" y="347"/>
                  </a:cubicBezTo>
                  <a:cubicBezTo>
                    <a:pt x="1519" y="322"/>
                    <a:pt x="1519" y="322"/>
                    <a:pt x="1519" y="322"/>
                  </a:cubicBezTo>
                  <a:cubicBezTo>
                    <a:pt x="1342" y="436"/>
                    <a:pt x="1342" y="436"/>
                    <a:pt x="1342" y="436"/>
                  </a:cubicBezTo>
                  <a:cubicBezTo>
                    <a:pt x="1119" y="653"/>
                    <a:pt x="1119" y="653"/>
                    <a:pt x="1119" y="653"/>
                  </a:cubicBezTo>
                  <a:cubicBezTo>
                    <a:pt x="1113" y="650"/>
                    <a:pt x="1113" y="650"/>
                    <a:pt x="1113" y="650"/>
                  </a:cubicBezTo>
                  <a:cubicBezTo>
                    <a:pt x="1114" y="671"/>
                    <a:pt x="1114" y="671"/>
                    <a:pt x="1114" y="671"/>
                  </a:cubicBezTo>
                  <a:cubicBezTo>
                    <a:pt x="1090" y="667"/>
                    <a:pt x="1090" y="667"/>
                    <a:pt x="1090" y="667"/>
                  </a:cubicBezTo>
                  <a:cubicBezTo>
                    <a:pt x="1099" y="692"/>
                    <a:pt x="1099" y="692"/>
                    <a:pt x="1099" y="692"/>
                  </a:cubicBezTo>
                  <a:cubicBezTo>
                    <a:pt x="1067" y="693"/>
                    <a:pt x="1067" y="693"/>
                    <a:pt x="1067" y="693"/>
                  </a:cubicBezTo>
                  <a:cubicBezTo>
                    <a:pt x="1071" y="724"/>
                    <a:pt x="1071" y="724"/>
                    <a:pt x="1071" y="724"/>
                  </a:cubicBezTo>
                  <a:cubicBezTo>
                    <a:pt x="1035" y="718"/>
                    <a:pt x="1035" y="718"/>
                    <a:pt x="1035" y="718"/>
                  </a:cubicBezTo>
                  <a:cubicBezTo>
                    <a:pt x="1039" y="740"/>
                    <a:pt x="1039" y="740"/>
                    <a:pt x="1039" y="740"/>
                  </a:cubicBezTo>
                  <a:cubicBezTo>
                    <a:pt x="1013" y="744"/>
                    <a:pt x="1013" y="744"/>
                    <a:pt x="1013" y="744"/>
                  </a:cubicBezTo>
                  <a:cubicBezTo>
                    <a:pt x="1015" y="782"/>
                    <a:pt x="1015" y="782"/>
                    <a:pt x="1015" y="782"/>
                  </a:cubicBezTo>
                  <a:cubicBezTo>
                    <a:pt x="971" y="764"/>
                    <a:pt x="971" y="764"/>
                    <a:pt x="971" y="764"/>
                  </a:cubicBezTo>
                  <a:cubicBezTo>
                    <a:pt x="969" y="766"/>
                    <a:pt x="968" y="768"/>
                    <a:pt x="968" y="770"/>
                  </a:cubicBezTo>
                  <a:cubicBezTo>
                    <a:pt x="964" y="792"/>
                    <a:pt x="964" y="792"/>
                    <a:pt x="964" y="792"/>
                  </a:cubicBezTo>
                  <a:cubicBezTo>
                    <a:pt x="944" y="794"/>
                    <a:pt x="944" y="794"/>
                    <a:pt x="944" y="794"/>
                  </a:cubicBezTo>
                  <a:cubicBezTo>
                    <a:pt x="958" y="827"/>
                    <a:pt x="958" y="827"/>
                    <a:pt x="958" y="827"/>
                  </a:cubicBezTo>
                  <a:cubicBezTo>
                    <a:pt x="914" y="830"/>
                    <a:pt x="914" y="830"/>
                    <a:pt x="914" y="830"/>
                  </a:cubicBezTo>
                  <a:cubicBezTo>
                    <a:pt x="899" y="837"/>
                    <a:pt x="899" y="837"/>
                    <a:pt x="899" y="837"/>
                  </a:cubicBezTo>
                  <a:cubicBezTo>
                    <a:pt x="901" y="854"/>
                    <a:pt x="901" y="854"/>
                    <a:pt x="901" y="854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863" y="852"/>
                    <a:pt x="862" y="852"/>
                    <a:pt x="861" y="852"/>
                  </a:cubicBezTo>
                  <a:cubicBezTo>
                    <a:pt x="842" y="888"/>
                    <a:pt x="842" y="888"/>
                    <a:pt x="842" y="888"/>
                  </a:cubicBezTo>
                  <a:cubicBezTo>
                    <a:pt x="834" y="880"/>
                    <a:pt x="834" y="880"/>
                    <a:pt x="834" y="880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07" y="901"/>
                    <a:pt x="807" y="901"/>
                    <a:pt x="807" y="901"/>
                  </a:cubicBezTo>
                  <a:cubicBezTo>
                    <a:pt x="804" y="902"/>
                    <a:pt x="800" y="904"/>
                    <a:pt x="798" y="907"/>
                  </a:cubicBezTo>
                  <a:cubicBezTo>
                    <a:pt x="785" y="926"/>
                    <a:pt x="785" y="926"/>
                    <a:pt x="785" y="926"/>
                  </a:cubicBezTo>
                  <a:cubicBezTo>
                    <a:pt x="776" y="923"/>
                    <a:pt x="776" y="923"/>
                    <a:pt x="776" y="923"/>
                  </a:cubicBezTo>
                  <a:cubicBezTo>
                    <a:pt x="776" y="932"/>
                    <a:pt x="776" y="932"/>
                    <a:pt x="776" y="932"/>
                  </a:cubicBezTo>
                  <a:cubicBezTo>
                    <a:pt x="769" y="939"/>
                    <a:pt x="769" y="939"/>
                    <a:pt x="769" y="939"/>
                  </a:cubicBezTo>
                  <a:cubicBezTo>
                    <a:pt x="763" y="969"/>
                    <a:pt x="763" y="969"/>
                    <a:pt x="763" y="969"/>
                  </a:cubicBezTo>
                  <a:cubicBezTo>
                    <a:pt x="746" y="965"/>
                    <a:pt x="746" y="965"/>
                    <a:pt x="746" y="965"/>
                  </a:cubicBezTo>
                  <a:cubicBezTo>
                    <a:pt x="745" y="980"/>
                    <a:pt x="745" y="980"/>
                    <a:pt x="745" y="980"/>
                  </a:cubicBezTo>
                  <a:cubicBezTo>
                    <a:pt x="725" y="978"/>
                    <a:pt x="725" y="978"/>
                    <a:pt x="725" y="978"/>
                  </a:cubicBezTo>
                  <a:cubicBezTo>
                    <a:pt x="724" y="1012"/>
                    <a:pt x="724" y="1012"/>
                    <a:pt x="724" y="1012"/>
                  </a:cubicBezTo>
                  <a:cubicBezTo>
                    <a:pt x="692" y="1000"/>
                    <a:pt x="692" y="1000"/>
                    <a:pt x="692" y="1000"/>
                  </a:cubicBezTo>
                  <a:cubicBezTo>
                    <a:pt x="685" y="1006"/>
                    <a:pt x="685" y="1006"/>
                    <a:pt x="685" y="1006"/>
                  </a:cubicBezTo>
                  <a:cubicBezTo>
                    <a:pt x="680" y="1005"/>
                    <a:pt x="680" y="1005"/>
                    <a:pt x="680" y="1005"/>
                  </a:cubicBezTo>
                  <a:cubicBezTo>
                    <a:pt x="680" y="1008"/>
                    <a:pt x="680" y="1008"/>
                    <a:pt x="680" y="1008"/>
                  </a:cubicBezTo>
                  <a:cubicBezTo>
                    <a:pt x="667" y="1015"/>
                    <a:pt x="667" y="1015"/>
                    <a:pt x="667" y="1015"/>
                  </a:cubicBezTo>
                  <a:cubicBezTo>
                    <a:pt x="670" y="1049"/>
                    <a:pt x="670" y="1049"/>
                    <a:pt x="670" y="1049"/>
                  </a:cubicBezTo>
                  <a:cubicBezTo>
                    <a:pt x="633" y="1043"/>
                    <a:pt x="633" y="1043"/>
                    <a:pt x="633" y="1043"/>
                  </a:cubicBezTo>
                  <a:cubicBezTo>
                    <a:pt x="613" y="1057"/>
                    <a:pt x="613" y="1057"/>
                    <a:pt x="613" y="1057"/>
                  </a:cubicBezTo>
                  <a:cubicBezTo>
                    <a:pt x="611" y="1055"/>
                    <a:pt x="611" y="1055"/>
                    <a:pt x="611" y="1055"/>
                  </a:cubicBezTo>
                  <a:cubicBezTo>
                    <a:pt x="608" y="1057"/>
                    <a:pt x="608" y="1057"/>
                    <a:pt x="608" y="1057"/>
                  </a:cubicBezTo>
                  <a:cubicBezTo>
                    <a:pt x="605" y="1081"/>
                    <a:pt x="605" y="1081"/>
                    <a:pt x="605" y="1081"/>
                  </a:cubicBezTo>
                  <a:cubicBezTo>
                    <a:pt x="576" y="1078"/>
                    <a:pt x="576" y="1078"/>
                    <a:pt x="576" y="1078"/>
                  </a:cubicBezTo>
                  <a:cubicBezTo>
                    <a:pt x="568" y="1082"/>
                    <a:pt x="568" y="1082"/>
                    <a:pt x="568" y="1082"/>
                  </a:cubicBezTo>
                  <a:cubicBezTo>
                    <a:pt x="566" y="1094"/>
                    <a:pt x="566" y="1094"/>
                    <a:pt x="566" y="1094"/>
                  </a:cubicBezTo>
                  <a:cubicBezTo>
                    <a:pt x="544" y="1097"/>
                    <a:pt x="544" y="1097"/>
                    <a:pt x="544" y="1097"/>
                  </a:cubicBezTo>
                  <a:cubicBezTo>
                    <a:pt x="527" y="1112"/>
                    <a:pt x="527" y="1112"/>
                    <a:pt x="527" y="1112"/>
                  </a:cubicBezTo>
                  <a:cubicBezTo>
                    <a:pt x="529" y="1144"/>
                    <a:pt x="529" y="1144"/>
                    <a:pt x="529" y="1144"/>
                  </a:cubicBezTo>
                  <a:cubicBezTo>
                    <a:pt x="496" y="1126"/>
                    <a:pt x="496" y="1126"/>
                    <a:pt x="496" y="1126"/>
                  </a:cubicBezTo>
                  <a:cubicBezTo>
                    <a:pt x="495" y="1128"/>
                    <a:pt x="495" y="1128"/>
                    <a:pt x="495" y="1128"/>
                  </a:cubicBezTo>
                  <a:cubicBezTo>
                    <a:pt x="479" y="1185"/>
                    <a:pt x="479" y="1185"/>
                    <a:pt x="479" y="1185"/>
                  </a:cubicBezTo>
                  <a:cubicBezTo>
                    <a:pt x="454" y="1155"/>
                    <a:pt x="454" y="1155"/>
                    <a:pt x="454" y="1155"/>
                  </a:cubicBezTo>
                  <a:cubicBezTo>
                    <a:pt x="444" y="1179"/>
                    <a:pt x="444" y="1179"/>
                    <a:pt x="444" y="1179"/>
                  </a:cubicBezTo>
                  <a:cubicBezTo>
                    <a:pt x="411" y="1150"/>
                    <a:pt x="411" y="1150"/>
                    <a:pt x="411" y="1150"/>
                  </a:cubicBezTo>
                  <a:cubicBezTo>
                    <a:pt x="411" y="1150"/>
                    <a:pt x="411" y="1150"/>
                    <a:pt x="410" y="1150"/>
                  </a:cubicBezTo>
                  <a:cubicBezTo>
                    <a:pt x="407" y="1150"/>
                    <a:pt x="396" y="1200"/>
                    <a:pt x="395" y="1206"/>
                  </a:cubicBezTo>
                  <a:cubicBezTo>
                    <a:pt x="366" y="1183"/>
                    <a:pt x="366" y="1183"/>
                    <a:pt x="366" y="1183"/>
                  </a:cubicBezTo>
                  <a:cubicBezTo>
                    <a:pt x="353" y="1204"/>
                    <a:pt x="353" y="1204"/>
                    <a:pt x="353" y="1204"/>
                  </a:cubicBezTo>
                  <a:cubicBezTo>
                    <a:pt x="329" y="1175"/>
                    <a:pt x="329" y="1175"/>
                    <a:pt x="329" y="1175"/>
                  </a:cubicBezTo>
                  <a:cubicBezTo>
                    <a:pt x="284" y="1175"/>
                    <a:pt x="284" y="1175"/>
                    <a:pt x="284" y="1175"/>
                  </a:cubicBezTo>
                  <a:cubicBezTo>
                    <a:pt x="299" y="1147"/>
                    <a:pt x="299" y="1147"/>
                    <a:pt x="299" y="1147"/>
                  </a:cubicBezTo>
                  <a:cubicBezTo>
                    <a:pt x="293" y="1147"/>
                    <a:pt x="293" y="1147"/>
                    <a:pt x="293" y="1147"/>
                  </a:cubicBezTo>
                  <a:cubicBezTo>
                    <a:pt x="291" y="1128"/>
                    <a:pt x="291" y="1128"/>
                    <a:pt x="291" y="1128"/>
                  </a:cubicBezTo>
                  <a:cubicBezTo>
                    <a:pt x="282" y="1126"/>
                    <a:pt x="282" y="1126"/>
                    <a:pt x="282" y="1126"/>
                  </a:cubicBezTo>
                  <a:cubicBezTo>
                    <a:pt x="278" y="1110"/>
                    <a:pt x="278" y="1110"/>
                    <a:pt x="278" y="1110"/>
                  </a:cubicBezTo>
                  <a:cubicBezTo>
                    <a:pt x="269" y="1095"/>
                    <a:pt x="269" y="1095"/>
                    <a:pt x="269" y="1095"/>
                  </a:cubicBezTo>
                  <a:cubicBezTo>
                    <a:pt x="278" y="1083"/>
                    <a:pt x="278" y="1083"/>
                    <a:pt x="278" y="1083"/>
                  </a:cubicBezTo>
                  <a:cubicBezTo>
                    <a:pt x="276" y="1073"/>
                    <a:pt x="276" y="1073"/>
                    <a:pt x="276" y="1073"/>
                  </a:cubicBezTo>
                  <a:cubicBezTo>
                    <a:pt x="269" y="1069"/>
                    <a:pt x="269" y="1069"/>
                    <a:pt x="269" y="1069"/>
                  </a:cubicBezTo>
                  <a:cubicBezTo>
                    <a:pt x="274" y="1051"/>
                    <a:pt x="274" y="1051"/>
                    <a:pt x="274" y="1051"/>
                  </a:cubicBezTo>
                  <a:cubicBezTo>
                    <a:pt x="258" y="1037"/>
                    <a:pt x="258" y="1037"/>
                    <a:pt x="258" y="1037"/>
                  </a:cubicBezTo>
                  <a:cubicBezTo>
                    <a:pt x="273" y="1018"/>
                    <a:pt x="273" y="1018"/>
                    <a:pt x="273" y="1018"/>
                  </a:cubicBezTo>
                  <a:cubicBezTo>
                    <a:pt x="268" y="981"/>
                    <a:pt x="268" y="981"/>
                    <a:pt x="268" y="981"/>
                  </a:cubicBezTo>
                  <a:cubicBezTo>
                    <a:pt x="281" y="983"/>
                    <a:pt x="281" y="983"/>
                    <a:pt x="281" y="983"/>
                  </a:cubicBezTo>
                  <a:cubicBezTo>
                    <a:pt x="284" y="974"/>
                    <a:pt x="284" y="974"/>
                    <a:pt x="284" y="974"/>
                  </a:cubicBezTo>
                  <a:cubicBezTo>
                    <a:pt x="287" y="960"/>
                    <a:pt x="287" y="960"/>
                    <a:pt x="287" y="960"/>
                  </a:cubicBezTo>
                  <a:cubicBezTo>
                    <a:pt x="281" y="956"/>
                    <a:pt x="281" y="956"/>
                    <a:pt x="281" y="956"/>
                  </a:cubicBezTo>
                  <a:cubicBezTo>
                    <a:pt x="293" y="938"/>
                    <a:pt x="293" y="938"/>
                    <a:pt x="293" y="938"/>
                  </a:cubicBezTo>
                  <a:cubicBezTo>
                    <a:pt x="284" y="927"/>
                    <a:pt x="284" y="927"/>
                    <a:pt x="284" y="927"/>
                  </a:cubicBezTo>
                  <a:cubicBezTo>
                    <a:pt x="294" y="913"/>
                    <a:pt x="294" y="913"/>
                    <a:pt x="294" y="913"/>
                  </a:cubicBezTo>
                  <a:cubicBezTo>
                    <a:pt x="293" y="909"/>
                    <a:pt x="293" y="909"/>
                    <a:pt x="293" y="909"/>
                  </a:cubicBezTo>
                  <a:cubicBezTo>
                    <a:pt x="293" y="907"/>
                    <a:pt x="293" y="907"/>
                    <a:pt x="293" y="907"/>
                  </a:cubicBezTo>
                  <a:cubicBezTo>
                    <a:pt x="270" y="835"/>
                    <a:pt x="270" y="835"/>
                    <a:pt x="270" y="835"/>
                  </a:cubicBezTo>
                  <a:cubicBezTo>
                    <a:pt x="213" y="833"/>
                    <a:pt x="213" y="833"/>
                    <a:pt x="213" y="833"/>
                  </a:cubicBezTo>
                  <a:cubicBezTo>
                    <a:pt x="212" y="834"/>
                    <a:pt x="212" y="837"/>
                    <a:pt x="212" y="838"/>
                  </a:cubicBezTo>
                  <a:cubicBezTo>
                    <a:pt x="212" y="840"/>
                    <a:pt x="212" y="843"/>
                    <a:pt x="213" y="844"/>
                  </a:cubicBezTo>
                  <a:cubicBezTo>
                    <a:pt x="247" y="909"/>
                    <a:pt x="247" y="909"/>
                    <a:pt x="247" y="909"/>
                  </a:cubicBezTo>
                  <a:cubicBezTo>
                    <a:pt x="190" y="893"/>
                    <a:pt x="190" y="893"/>
                    <a:pt x="190" y="893"/>
                  </a:cubicBezTo>
                  <a:cubicBezTo>
                    <a:pt x="196" y="906"/>
                    <a:pt x="196" y="906"/>
                    <a:pt x="196" y="906"/>
                  </a:cubicBezTo>
                  <a:cubicBezTo>
                    <a:pt x="166" y="913"/>
                    <a:pt x="166" y="913"/>
                    <a:pt x="166" y="913"/>
                  </a:cubicBezTo>
                  <a:cubicBezTo>
                    <a:pt x="164" y="917"/>
                    <a:pt x="164" y="917"/>
                    <a:pt x="164" y="917"/>
                  </a:cubicBezTo>
                  <a:cubicBezTo>
                    <a:pt x="164" y="917"/>
                    <a:pt x="164" y="917"/>
                    <a:pt x="164" y="917"/>
                  </a:cubicBezTo>
                  <a:cubicBezTo>
                    <a:pt x="160" y="951"/>
                    <a:pt x="160" y="951"/>
                    <a:pt x="160" y="951"/>
                  </a:cubicBezTo>
                  <a:cubicBezTo>
                    <a:pt x="134" y="945"/>
                    <a:pt x="134" y="945"/>
                    <a:pt x="134" y="945"/>
                  </a:cubicBezTo>
                  <a:cubicBezTo>
                    <a:pt x="134" y="947"/>
                    <a:pt x="134" y="947"/>
                    <a:pt x="134" y="947"/>
                  </a:cubicBezTo>
                  <a:cubicBezTo>
                    <a:pt x="126" y="952"/>
                    <a:pt x="126" y="952"/>
                    <a:pt x="126" y="952"/>
                  </a:cubicBezTo>
                  <a:cubicBezTo>
                    <a:pt x="147" y="977"/>
                    <a:pt x="147" y="977"/>
                    <a:pt x="147" y="977"/>
                  </a:cubicBezTo>
                  <a:cubicBezTo>
                    <a:pt x="124" y="995"/>
                    <a:pt x="124" y="995"/>
                    <a:pt x="124" y="995"/>
                  </a:cubicBezTo>
                  <a:cubicBezTo>
                    <a:pt x="129" y="1025"/>
                    <a:pt x="129" y="1025"/>
                    <a:pt x="129" y="1025"/>
                  </a:cubicBezTo>
                  <a:cubicBezTo>
                    <a:pt x="122" y="1027"/>
                    <a:pt x="122" y="1027"/>
                    <a:pt x="122" y="1027"/>
                  </a:cubicBezTo>
                  <a:cubicBezTo>
                    <a:pt x="145" y="1062"/>
                    <a:pt x="145" y="1062"/>
                    <a:pt x="145" y="1062"/>
                  </a:cubicBezTo>
                  <a:cubicBezTo>
                    <a:pt x="89" y="1073"/>
                    <a:pt x="89" y="1073"/>
                    <a:pt x="89" y="1073"/>
                  </a:cubicBezTo>
                  <a:cubicBezTo>
                    <a:pt x="89" y="1073"/>
                    <a:pt x="89" y="1073"/>
                    <a:pt x="89" y="1073"/>
                  </a:cubicBezTo>
                  <a:cubicBezTo>
                    <a:pt x="87" y="1077"/>
                    <a:pt x="87" y="1077"/>
                    <a:pt x="87" y="1077"/>
                  </a:cubicBezTo>
                  <a:cubicBezTo>
                    <a:pt x="89" y="1095"/>
                    <a:pt x="89" y="1095"/>
                    <a:pt x="89" y="1095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87" y="1126"/>
                    <a:pt x="87" y="1126"/>
                    <a:pt x="87" y="1126"/>
                  </a:cubicBezTo>
                  <a:cubicBezTo>
                    <a:pt x="59" y="1127"/>
                    <a:pt x="59" y="1127"/>
                    <a:pt x="59" y="1127"/>
                  </a:cubicBezTo>
                  <a:cubicBezTo>
                    <a:pt x="56" y="1137"/>
                    <a:pt x="56" y="1137"/>
                    <a:pt x="56" y="1137"/>
                  </a:cubicBezTo>
                  <a:cubicBezTo>
                    <a:pt x="62" y="1143"/>
                    <a:pt x="62" y="1143"/>
                    <a:pt x="62" y="1143"/>
                  </a:cubicBezTo>
                  <a:cubicBezTo>
                    <a:pt x="54" y="1148"/>
                    <a:pt x="54" y="1148"/>
                    <a:pt x="54" y="1148"/>
                  </a:cubicBezTo>
                  <a:cubicBezTo>
                    <a:pt x="53" y="1151"/>
                    <a:pt x="53" y="1151"/>
                    <a:pt x="53" y="1151"/>
                  </a:cubicBezTo>
                  <a:cubicBezTo>
                    <a:pt x="49" y="1151"/>
                    <a:pt x="49" y="1151"/>
                    <a:pt x="49" y="1151"/>
                  </a:cubicBezTo>
                  <a:cubicBezTo>
                    <a:pt x="44" y="1154"/>
                    <a:pt x="44" y="1154"/>
                    <a:pt x="44" y="1154"/>
                  </a:cubicBezTo>
                  <a:cubicBezTo>
                    <a:pt x="45" y="1156"/>
                    <a:pt x="45" y="1156"/>
                    <a:pt x="45" y="1156"/>
                  </a:cubicBezTo>
                  <a:cubicBezTo>
                    <a:pt x="67" y="1201"/>
                    <a:pt x="67" y="1201"/>
                    <a:pt x="67" y="1201"/>
                  </a:cubicBezTo>
                  <a:cubicBezTo>
                    <a:pt x="51" y="1200"/>
                    <a:pt x="51" y="1200"/>
                    <a:pt x="51" y="1200"/>
                  </a:cubicBezTo>
                  <a:cubicBezTo>
                    <a:pt x="58" y="1210"/>
                    <a:pt x="58" y="1210"/>
                    <a:pt x="58" y="1210"/>
                  </a:cubicBezTo>
                  <a:cubicBezTo>
                    <a:pt x="22" y="1215"/>
                    <a:pt x="22" y="1215"/>
                    <a:pt x="22" y="1215"/>
                  </a:cubicBezTo>
                  <a:cubicBezTo>
                    <a:pt x="71" y="1252"/>
                    <a:pt x="71" y="1252"/>
                    <a:pt x="71" y="1252"/>
                  </a:cubicBezTo>
                  <a:cubicBezTo>
                    <a:pt x="23" y="1260"/>
                    <a:pt x="23" y="1260"/>
                    <a:pt x="23" y="1260"/>
                  </a:cubicBezTo>
                  <a:cubicBezTo>
                    <a:pt x="23" y="1266"/>
                    <a:pt x="23" y="1266"/>
                    <a:pt x="23" y="1266"/>
                  </a:cubicBezTo>
                  <a:cubicBezTo>
                    <a:pt x="31" y="1294"/>
                    <a:pt x="31" y="1294"/>
                    <a:pt x="31" y="1294"/>
                  </a:cubicBezTo>
                  <a:cubicBezTo>
                    <a:pt x="12" y="1300"/>
                    <a:pt x="12" y="1300"/>
                    <a:pt x="12" y="1300"/>
                  </a:cubicBezTo>
                  <a:cubicBezTo>
                    <a:pt x="39" y="1332"/>
                    <a:pt x="39" y="1332"/>
                    <a:pt x="39" y="1332"/>
                  </a:cubicBezTo>
                  <a:cubicBezTo>
                    <a:pt x="8" y="1337"/>
                    <a:pt x="8" y="1337"/>
                    <a:pt x="8" y="1337"/>
                  </a:cubicBezTo>
                  <a:cubicBezTo>
                    <a:pt x="17" y="1357"/>
                    <a:pt x="17" y="1357"/>
                    <a:pt x="17" y="1357"/>
                  </a:cubicBezTo>
                  <a:cubicBezTo>
                    <a:pt x="1" y="1363"/>
                    <a:pt x="1" y="1363"/>
                    <a:pt x="1" y="1363"/>
                  </a:cubicBezTo>
                  <a:cubicBezTo>
                    <a:pt x="0" y="1368"/>
                    <a:pt x="0" y="1368"/>
                    <a:pt x="0" y="1368"/>
                  </a:cubicBezTo>
                  <a:cubicBezTo>
                    <a:pt x="31" y="1399"/>
                    <a:pt x="31" y="1399"/>
                    <a:pt x="31" y="1399"/>
                  </a:cubicBezTo>
                  <a:cubicBezTo>
                    <a:pt x="10" y="1406"/>
                    <a:pt x="10" y="1406"/>
                    <a:pt x="10" y="1406"/>
                  </a:cubicBezTo>
                  <a:cubicBezTo>
                    <a:pt x="43" y="1415"/>
                    <a:pt x="43" y="1415"/>
                    <a:pt x="43" y="1415"/>
                  </a:cubicBezTo>
                  <a:cubicBezTo>
                    <a:pt x="28" y="1431"/>
                    <a:pt x="28" y="1431"/>
                    <a:pt x="28" y="1431"/>
                  </a:cubicBezTo>
                  <a:cubicBezTo>
                    <a:pt x="61" y="1425"/>
                    <a:pt x="61" y="1425"/>
                    <a:pt x="61" y="1425"/>
                  </a:cubicBezTo>
                  <a:cubicBezTo>
                    <a:pt x="37" y="1468"/>
                    <a:pt x="37" y="1468"/>
                    <a:pt x="37" y="1468"/>
                  </a:cubicBezTo>
                  <a:cubicBezTo>
                    <a:pt x="57" y="1481"/>
                    <a:pt x="57" y="1481"/>
                    <a:pt x="57" y="1481"/>
                  </a:cubicBezTo>
                  <a:cubicBezTo>
                    <a:pt x="67" y="1483"/>
                    <a:pt x="67" y="1483"/>
                    <a:pt x="67" y="1483"/>
                  </a:cubicBezTo>
                  <a:cubicBezTo>
                    <a:pt x="67" y="1494"/>
                    <a:pt x="67" y="1494"/>
                    <a:pt x="67" y="1494"/>
                  </a:cubicBezTo>
                  <a:cubicBezTo>
                    <a:pt x="70" y="1493"/>
                    <a:pt x="70" y="1493"/>
                    <a:pt x="70" y="1493"/>
                  </a:cubicBezTo>
                  <a:cubicBezTo>
                    <a:pt x="78" y="1503"/>
                    <a:pt x="78" y="1503"/>
                    <a:pt x="78" y="1503"/>
                  </a:cubicBezTo>
                  <a:cubicBezTo>
                    <a:pt x="99" y="1507"/>
                    <a:pt x="99" y="1507"/>
                    <a:pt x="99" y="1507"/>
                  </a:cubicBezTo>
                  <a:cubicBezTo>
                    <a:pt x="99" y="1513"/>
                    <a:pt x="99" y="1513"/>
                    <a:pt x="99" y="1513"/>
                  </a:cubicBezTo>
                  <a:cubicBezTo>
                    <a:pt x="110" y="1508"/>
                    <a:pt x="110" y="1508"/>
                    <a:pt x="110" y="1508"/>
                  </a:cubicBezTo>
                  <a:cubicBezTo>
                    <a:pt x="122" y="1524"/>
                    <a:pt x="122" y="1524"/>
                    <a:pt x="122" y="1524"/>
                  </a:cubicBezTo>
                  <a:cubicBezTo>
                    <a:pt x="143" y="1504"/>
                    <a:pt x="143" y="1504"/>
                    <a:pt x="143" y="1504"/>
                  </a:cubicBezTo>
                  <a:cubicBezTo>
                    <a:pt x="148" y="1511"/>
                    <a:pt x="148" y="1511"/>
                    <a:pt x="148" y="1511"/>
                  </a:cubicBezTo>
                  <a:cubicBezTo>
                    <a:pt x="151" y="1506"/>
                    <a:pt x="151" y="1506"/>
                    <a:pt x="151" y="1506"/>
                  </a:cubicBezTo>
                  <a:cubicBezTo>
                    <a:pt x="170" y="1518"/>
                    <a:pt x="170" y="1518"/>
                    <a:pt x="170" y="1518"/>
                  </a:cubicBezTo>
                  <a:cubicBezTo>
                    <a:pt x="175" y="1514"/>
                    <a:pt x="175" y="1514"/>
                    <a:pt x="175" y="1514"/>
                  </a:cubicBezTo>
                  <a:cubicBezTo>
                    <a:pt x="184" y="1517"/>
                    <a:pt x="184" y="1517"/>
                    <a:pt x="184" y="1517"/>
                  </a:cubicBezTo>
                  <a:cubicBezTo>
                    <a:pt x="191" y="1514"/>
                    <a:pt x="191" y="1514"/>
                    <a:pt x="191" y="1514"/>
                  </a:cubicBezTo>
                  <a:cubicBezTo>
                    <a:pt x="201" y="1518"/>
                    <a:pt x="201" y="1518"/>
                    <a:pt x="201" y="1518"/>
                  </a:cubicBezTo>
                  <a:cubicBezTo>
                    <a:pt x="211" y="1515"/>
                    <a:pt x="211" y="1515"/>
                    <a:pt x="211" y="1515"/>
                  </a:cubicBezTo>
                  <a:cubicBezTo>
                    <a:pt x="219" y="1520"/>
                    <a:pt x="219" y="1520"/>
                    <a:pt x="219" y="1520"/>
                  </a:cubicBezTo>
                  <a:cubicBezTo>
                    <a:pt x="229" y="1512"/>
                    <a:pt x="229" y="1512"/>
                    <a:pt x="229" y="1512"/>
                  </a:cubicBezTo>
                  <a:cubicBezTo>
                    <a:pt x="241" y="1517"/>
                    <a:pt x="241" y="1517"/>
                    <a:pt x="241" y="1517"/>
                  </a:cubicBezTo>
                  <a:cubicBezTo>
                    <a:pt x="258" y="1498"/>
                    <a:pt x="258" y="1498"/>
                    <a:pt x="258" y="1498"/>
                  </a:cubicBezTo>
                  <a:cubicBezTo>
                    <a:pt x="267" y="1507"/>
                    <a:pt x="267" y="1507"/>
                    <a:pt x="267" y="1507"/>
                  </a:cubicBezTo>
                  <a:cubicBezTo>
                    <a:pt x="277" y="1498"/>
                    <a:pt x="277" y="1498"/>
                    <a:pt x="277" y="1498"/>
                  </a:cubicBezTo>
                  <a:cubicBezTo>
                    <a:pt x="280" y="1502"/>
                    <a:pt x="280" y="1502"/>
                    <a:pt x="280" y="1502"/>
                  </a:cubicBezTo>
                  <a:cubicBezTo>
                    <a:pt x="282" y="1494"/>
                    <a:pt x="282" y="1494"/>
                    <a:pt x="282" y="1494"/>
                  </a:cubicBezTo>
                  <a:close/>
                  <a:moveTo>
                    <a:pt x="267" y="827"/>
                  </a:moveTo>
                  <a:cubicBezTo>
                    <a:pt x="243" y="794"/>
                    <a:pt x="243" y="794"/>
                    <a:pt x="243" y="794"/>
                  </a:cubicBezTo>
                  <a:cubicBezTo>
                    <a:pt x="257" y="793"/>
                    <a:pt x="257" y="793"/>
                    <a:pt x="257" y="793"/>
                  </a:cubicBezTo>
                  <a:lnTo>
                    <a:pt x="267" y="8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</p:grpSp>
      <p:grpSp>
        <p:nvGrpSpPr>
          <p:cNvPr id="10255" name="Group 10254"/>
          <p:cNvGrpSpPr/>
          <p:nvPr/>
        </p:nvGrpSpPr>
        <p:grpSpPr>
          <a:xfrm>
            <a:off x="6474898" y="2527419"/>
            <a:ext cx="1306233" cy="1334360"/>
            <a:chOff x="6931025" y="1374776"/>
            <a:chExt cx="1843088" cy="1882775"/>
          </a:xfrm>
        </p:grpSpPr>
        <p:sp>
          <p:nvSpPr>
            <p:cNvPr id="141" name="Freeform 533"/>
            <p:cNvSpPr>
              <a:spLocks/>
            </p:cNvSpPr>
            <p:nvPr/>
          </p:nvSpPr>
          <p:spPr bwMode="auto">
            <a:xfrm>
              <a:off x="7064375" y="2541588"/>
              <a:ext cx="608013" cy="638175"/>
            </a:xfrm>
            <a:custGeom>
              <a:avLst/>
              <a:gdLst>
                <a:gd name="T0" fmla="*/ 0 w 276"/>
                <a:gd name="T1" fmla="*/ 289 h 289"/>
                <a:gd name="T2" fmla="*/ 0 w 276"/>
                <a:gd name="T3" fmla="*/ 289 h 289"/>
                <a:gd name="T4" fmla="*/ 0 w 276"/>
                <a:gd name="T5" fmla="*/ 289 h 289"/>
                <a:gd name="T6" fmla="*/ 0 w 276"/>
                <a:gd name="T7" fmla="*/ 289 h 289"/>
                <a:gd name="T8" fmla="*/ 276 w 276"/>
                <a:gd name="T9" fmla="*/ 118 h 289"/>
                <a:gd name="T10" fmla="*/ 212 w 276"/>
                <a:gd name="T11" fmla="*/ 59 h 289"/>
                <a:gd name="T12" fmla="*/ 212 w 276"/>
                <a:gd name="T13" fmla="*/ 59 h 289"/>
                <a:gd name="T14" fmla="*/ 148 w 276"/>
                <a:gd name="T15" fmla="*/ 0 h 289"/>
                <a:gd name="T16" fmla="*/ 0 w 276"/>
                <a:gd name="T17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89">
                  <a:moveTo>
                    <a:pt x="0" y="289"/>
                  </a:moveTo>
                  <a:cubicBezTo>
                    <a:pt x="0" y="289"/>
                    <a:pt x="0" y="289"/>
                    <a:pt x="0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145" y="232"/>
                    <a:pt x="185" y="213"/>
                    <a:pt x="276" y="118"/>
                  </a:cubicBezTo>
                  <a:cubicBezTo>
                    <a:pt x="212" y="59"/>
                    <a:pt x="212" y="59"/>
                    <a:pt x="212" y="59"/>
                  </a:cubicBezTo>
                  <a:cubicBezTo>
                    <a:pt x="212" y="59"/>
                    <a:pt x="212" y="59"/>
                    <a:pt x="212" y="59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1" y="99"/>
                    <a:pt x="44" y="139"/>
                    <a:pt x="0" y="289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534"/>
            <p:cNvSpPr>
              <a:spLocks/>
            </p:cNvSpPr>
            <p:nvPr/>
          </p:nvSpPr>
          <p:spPr bwMode="auto">
            <a:xfrm>
              <a:off x="7208838" y="2579688"/>
              <a:ext cx="423863" cy="441325"/>
            </a:xfrm>
            <a:custGeom>
              <a:avLst/>
              <a:gdLst>
                <a:gd name="T0" fmla="*/ 192 w 192"/>
                <a:gd name="T1" fmla="*/ 84 h 200"/>
                <a:gd name="T2" fmla="*/ 0 w 192"/>
                <a:gd name="T3" fmla="*/ 200 h 200"/>
                <a:gd name="T4" fmla="*/ 0 w 192"/>
                <a:gd name="T5" fmla="*/ 200 h 200"/>
                <a:gd name="T6" fmla="*/ 0 w 192"/>
                <a:gd name="T7" fmla="*/ 200 h 200"/>
                <a:gd name="T8" fmla="*/ 0 w 192"/>
                <a:gd name="T9" fmla="*/ 200 h 200"/>
                <a:gd name="T10" fmla="*/ 0 w 192"/>
                <a:gd name="T11" fmla="*/ 200 h 200"/>
                <a:gd name="T12" fmla="*/ 100 w 192"/>
                <a:gd name="T13" fmla="*/ 0 h 200"/>
                <a:gd name="T14" fmla="*/ 146 w 192"/>
                <a:gd name="T15" fmla="*/ 42 h 200"/>
                <a:gd name="T16" fmla="*/ 146 w 192"/>
                <a:gd name="T17" fmla="*/ 42 h 200"/>
                <a:gd name="T18" fmla="*/ 192 w 192"/>
                <a:gd name="T19" fmla="*/ 8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" h="200">
                  <a:moveTo>
                    <a:pt x="192" y="84"/>
                  </a:moveTo>
                  <a:cubicBezTo>
                    <a:pt x="121" y="153"/>
                    <a:pt x="89" y="168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5" y="109"/>
                    <a:pt x="37" y="76"/>
                    <a:pt x="100" y="0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6" y="42"/>
                    <a:pt x="146" y="42"/>
                    <a:pt x="146" y="42"/>
                  </a:cubicBezTo>
                  <a:lnTo>
                    <a:pt x="192" y="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535"/>
            <p:cNvSpPr>
              <a:spLocks/>
            </p:cNvSpPr>
            <p:nvPr/>
          </p:nvSpPr>
          <p:spPr bwMode="auto">
            <a:xfrm>
              <a:off x="7281863" y="2613026"/>
              <a:ext cx="312738" cy="328613"/>
            </a:xfrm>
            <a:custGeom>
              <a:avLst/>
              <a:gdLst>
                <a:gd name="T0" fmla="*/ 142 w 142"/>
                <a:gd name="T1" fmla="*/ 53 h 149"/>
                <a:gd name="T2" fmla="*/ 0 w 142"/>
                <a:gd name="T3" fmla="*/ 149 h 149"/>
                <a:gd name="T4" fmla="*/ 0 w 142"/>
                <a:gd name="T5" fmla="*/ 149 h 149"/>
                <a:gd name="T6" fmla="*/ 0 w 142"/>
                <a:gd name="T7" fmla="*/ 149 h 149"/>
                <a:gd name="T8" fmla="*/ 0 w 142"/>
                <a:gd name="T9" fmla="*/ 149 h 149"/>
                <a:gd name="T10" fmla="*/ 0 w 142"/>
                <a:gd name="T11" fmla="*/ 149 h 149"/>
                <a:gd name="T12" fmla="*/ 84 w 142"/>
                <a:gd name="T13" fmla="*/ 0 h 149"/>
                <a:gd name="T14" fmla="*/ 113 w 142"/>
                <a:gd name="T15" fmla="*/ 27 h 149"/>
                <a:gd name="T16" fmla="*/ 113 w 142"/>
                <a:gd name="T17" fmla="*/ 27 h 149"/>
                <a:gd name="T18" fmla="*/ 142 w 142"/>
                <a:gd name="T19" fmla="*/ 5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149">
                  <a:moveTo>
                    <a:pt x="142" y="53"/>
                  </a:moveTo>
                  <a:cubicBezTo>
                    <a:pt x="104" y="86"/>
                    <a:pt x="46" y="131"/>
                    <a:pt x="0" y="1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5" y="102"/>
                    <a:pt x="55" y="40"/>
                    <a:pt x="84" y="0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lnTo>
                    <a:pt x="142" y="5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536"/>
            <p:cNvSpPr>
              <a:spLocks/>
            </p:cNvSpPr>
            <p:nvPr/>
          </p:nvSpPr>
          <p:spPr bwMode="auto">
            <a:xfrm>
              <a:off x="7794625" y="2381251"/>
              <a:ext cx="488950" cy="876300"/>
            </a:xfrm>
            <a:custGeom>
              <a:avLst/>
              <a:gdLst>
                <a:gd name="T0" fmla="*/ 97 w 222"/>
                <a:gd name="T1" fmla="*/ 0 h 398"/>
                <a:gd name="T2" fmla="*/ 0 w 222"/>
                <a:gd name="T3" fmla="*/ 398 h 398"/>
                <a:gd name="T4" fmla="*/ 26 w 222"/>
                <a:gd name="T5" fmla="*/ 149 h 398"/>
                <a:gd name="T6" fmla="*/ 97 w 222"/>
                <a:gd name="T7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398">
                  <a:moveTo>
                    <a:pt x="97" y="0"/>
                  </a:moveTo>
                  <a:cubicBezTo>
                    <a:pt x="201" y="141"/>
                    <a:pt x="222" y="275"/>
                    <a:pt x="0" y="398"/>
                  </a:cubicBezTo>
                  <a:cubicBezTo>
                    <a:pt x="63" y="283"/>
                    <a:pt x="84" y="209"/>
                    <a:pt x="26" y="149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537"/>
            <p:cNvSpPr>
              <a:spLocks/>
            </p:cNvSpPr>
            <p:nvPr/>
          </p:nvSpPr>
          <p:spPr bwMode="auto">
            <a:xfrm>
              <a:off x="7794625" y="2571751"/>
              <a:ext cx="352425" cy="685800"/>
            </a:xfrm>
            <a:custGeom>
              <a:avLst/>
              <a:gdLst>
                <a:gd name="T0" fmla="*/ 0 w 160"/>
                <a:gd name="T1" fmla="*/ 312 h 312"/>
                <a:gd name="T2" fmla="*/ 26 w 160"/>
                <a:gd name="T3" fmla="*/ 63 h 312"/>
                <a:gd name="T4" fmla="*/ 56 w 160"/>
                <a:gd name="T5" fmla="*/ 0 h 312"/>
                <a:gd name="T6" fmla="*/ 0 w 160"/>
                <a:gd name="T7" fmla="*/ 31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312">
                  <a:moveTo>
                    <a:pt x="0" y="312"/>
                  </a:moveTo>
                  <a:cubicBezTo>
                    <a:pt x="63" y="197"/>
                    <a:pt x="84" y="123"/>
                    <a:pt x="26" y="63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60" y="112"/>
                    <a:pt x="64" y="245"/>
                    <a:pt x="0" y="31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538"/>
            <p:cNvSpPr>
              <a:spLocks/>
            </p:cNvSpPr>
            <p:nvPr/>
          </p:nvSpPr>
          <p:spPr bwMode="auto">
            <a:xfrm>
              <a:off x="6931025" y="1958976"/>
              <a:ext cx="850900" cy="514350"/>
            </a:xfrm>
            <a:custGeom>
              <a:avLst/>
              <a:gdLst>
                <a:gd name="T0" fmla="*/ 386 w 386"/>
                <a:gd name="T1" fmla="*/ 99 h 234"/>
                <a:gd name="T2" fmla="*/ 0 w 386"/>
                <a:gd name="T3" fmla="*/ 234 h 234"/>
                <a:gd name="T4" fmla="*/ 245 w 386"/>
                <a:gd name="T5" fmla="*/ 183 h 234"/>
                <a:gd name="T6" fmla="*/ 386 w 386"/>
                <a:gd name="T7" fmla="*/ 9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6" h="234">
                  <a:moveTo>
                    <a:pt x="386" y="99"/>
                  </a:moveTo>
                  <a:cubicBezTo>
                    <a:pt x="236" y="9"/>
                    <a:pt x="101" y="0"/>
                    <a:pt x="0" y="234"/>
                  </a:cubicBezTo>
                  <a:cubicBezTo>
                    <a:pt x="108" y="160"/>
                    <a:pt x="179" y="132"/>
                    <a:pt x="245" y="183"/>
                  </a:cubicBezTo>
                  <a:lnTo>
                    <a:pt x="386" y="9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539"/>
            <p:cNvSpPr>
              <a:spLocks/>
            </p:cNvSpPr>
            <p:nvPr/>
          </p:nvSpPr>
          <p:spPr bwMode="auto">
            <a:xfrm>
              <a:off x="6931025" y="2079626"/>
              <a:ext cx="669925" cy="393700"/>
            </a:xfrm>
            <a:custGeom>
              <a:avLst/>
              <a:gdLst>
                <a:gd name="T0" fmla="*/ 0 w 304"/>
                <a:gd name="T1" fmla="*/ 179 h 179"/>
                <a:gd name="T2" fmla="*/ 245 w 304"/>
                <a:gd name="T3" fmla="*/ 128 h 179"/>
                <a:gd name="T4" fmla="*/ 304 w 304"/>
                <a:gd name="T5" fmla="*/ 93 h 179"/>
                <a:gd name="T6" fmla="*/ 0 w 304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" h="179">
                  <a:moveTo>
                    <a:pt x="0" y="179"/>
                  </a:moveTo>
                  <a:cubicBezTo>
                    <a:pt x="108" y="105"/>
                    <a:pt x="179" y="77"/>
                    <a:pt x="245" y="128"/>
                  </a:cubicBezTo>
                  <a:cubicBezTo>
                    <a:pt x="304" y="93"/>
                    <a:pt x="304" y="93"/>
                    <a:pt x="304" y="93"/>
                  </a:cubicBezTo>
                  <a:cubicBezTo>
                    <a:pt x="183" y="0"/>
                    <a:pt x="59" y="108"/>
                    <a:pt x="0" y="17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540"/>
            <p:cNvSpPr>
              <a:spLocks/>
            </p:cNvSpPr>
            <p:nvPr/>
          </p:nvSpPr>
          <p:spPr bwMode="auto">
            <a:xfrm>
              <a:off x="7356475" y="2478088"/>
              <a:ext cx="379413" cy="363538"/>
            </a:xfrm>
            <a:custGeom>
              <a:avLst/>
              <a:gdLst>
                <a:gd name="T0" fmla="*/ 239 w 239"/>
                <a:gd name="T1" fmla="*/ 139 h 229"/>
                <a:gd name="T2" fmla="*/ 200 w 239"/>
                <a:gd name="T3" fmla="*/ 229 h 229"/>
                <a:gd name="T4" fmla="*/ 100 w 239"/>
                <a:gd name="T5" fmla="*/ 138 h 229"/>
                <a:gd name="T6" fmla="*/ 0 w 239"/>
                <a:gd name="T7" fmla="*/ 47 h 229"/>
                <a:gd name="T8" fmla="*/ 86 w 239"/>
                <a:gd name="T9" fmla="*/ 0 h 229"/>
                <a:gd name="T10" fmla="*/ 239 w 239"/>
                <a:gd name="T11" fmla="*/ 13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229">
                  <a:moveTo>
                    <a:pt x="239" y="139"/>
                  </a:moveTo>
                  <a:lnTo>
                    <a:pt x="200" y="229"/>
                  </a:lnTo>
                  <a:lnTo>
                    <a:pt x="100" y="138"/>
                  </a:lnTo>
                  <a:lnTo>
                    <a:pt x="0" y="47"/>
                  </a:lnTo>
                  <a:lnTo>
                    <a:pt x="86" y="0"/>
                  </a:lnTo>
                  <a:lnTo>
                    <a:pt x="239" y="13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541"/>
            <p:cNvSpPr>
              <a:spLocks/>
            </p:cNvSpPr>
            <p:nvPr/>
          </p:nvSpPr>
          <p:spPr bwMode="auto">
            <a:xfrm>
              <a:off x="7385050" y="2522538"/>
              <a:ext cx="312738" cy="288925"/>
            </a:xfrm>
            <a:custGeom>
              <a:avLst/>
              <a:gdLst>
                <a:gd name="T0" fmla="*/ 197 w 197"/>
                <a:gd name="T1" fmla="*/ 164 h 182"/>
                <a:gd name="T2" fmla="*/ 190 w 197"/>
                <a:gd name="T3" fmla="*/ 182 h 182"/>
                <a:gd name="T4" fmla="*/ 0 w 197"/>
                <a:gd name="T5" fmla="*/ 10 h 182"/>
                <a:gd name="T6" fmla="*/ 18 w 197"/>
                <a:gd name="T7" fmla="*/ 0 h 182"/>
                <a:gd name="T8" fmla="*/ 197 w 197"/>
                <a:gd name="T9" fmla="*/ 16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82">
                  <a:moveTo>
                    <a:pt x="197" y="164"/>
                  </a:moveTo>
                  <a:lnTo>
                    <a:pt x="190" y="182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197" y="16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42"/>
            <p:cNvSpPr>
              <a:spLocks/>
            </p:cNvSpPr>
            <p:nvPr/>
          </p:nvSpPr>
          <p:spPr bwMode="auto">
            <a:xfrm>
              <a:off x="7413625" y="1374776"/>
              <a:ext cx="1360488" cy="1401763"/>
            </a:xfrm>
            <a:custGeom>
              <a:avLst/>
              <a:gdLst>
                <a:gd name="T0" fmla="*/ 560 w 617"/>
                <a:gd name="T1" fmla="*/ 35 h 636"/>
                <a:gd name="T2" fmla="*/ 1 w 617"/>
                <a:gd name="T3" fmla="*/ 507 h 636"/>
                <a:gd name="T4" fmla="*/ 72 w 617"/>
                <a:gd name="T5" fmla="*/ 571 h 636"/>
                <a:gd name="T6" fmla="*/ 144 w 617"/>
                <a:gd name="T7" fmla="*/ 636 h 636"/>
                <a:gd name="T8" fmla="*/ 560 w 617"/>
                <a:gd name="T9" fmla="*/ 35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7" h="636">
                  <a:moveTo>
                    <a:pt x="560" y="35"/>
                  </a:moveTo>
                  <a:cubicBezTo>
                    <a:pt x="321" y="0"/>
                    <a:pt x="0" y="287"/>
                    <a:pt x="1" y="507"/>
                  </a:cubicBezTo>
                  <a:cubicBezTo>
                    <a:pt x="72" y="571"/>
                    <a:pt x="72" y="571"/>
                    <a:pt x="72" y="571"/>
                  </a:cubicBezTo>
                  <a:cubicBezTo>
                    <a:pt x="144" y="636"/>
                    <a:pt x="144" y="636"/>
                    <a:pt x="144" y="636"/>
                  </a:cubicBezTo>
                  <a:cubicBezTo>
                    <a:pt x="362" y="616"/>
                    <a:pt x="617" y="269"/>
                    <a:pt x="560" y="35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543"/>
            <p:cNvSpPr>
              <a:spLocks/>
            </p:cNvSpPr>
            <p:nvPr/>
          </p:nvSpPr>
          <p:spPr bwMode="auto">
            <a:xfrm>
              <a:off x="8223249" y="1431926"/>
              <a:ext cx="457200" cy="449264"/>
            </a:xfrm>
            <a:custGeom>
              <a:avLst/>
              <a:gdLst>
                <a:gd name="T0" fmla="*/ 193 w 208"/>
                <a:gd name="T1" fmla="*/ 9 h 204"/>
                <a:gd name="T2" fmla="*/ 0 w 208"/>
                <a:gd name="T3" fmla="*/ 39 h 204"/>
                <a:gd name="T4" fmla="*/ 181 w 208"/>
                <a:gd name="T5" fmla="*/ 204 h 204"/>
                <a:gd name="T6" fmla="*/ 193 w 208"/>
                <a:gd name="T7" fmla="*/ 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204">
                  <a:moveTo>
                    <a:pt x="193" y="9"/>
                  </a:moveTo>
                  <a:cubicBezTo>
                    <a:pt x="132" y="0"/>
                    <a:pt x="65" y="12"/>
                    <a:pt x="0" y="39"/>
                  </a:cubicBezTo>
                  <a:cubicBezTo>
                    <a:pt x="181" y="204"/>
                    <a:pt x="181" y="204"/>
                    <a:pt x="181" y="204"/>
                  </a:cubicBezTo>
                  <a:cubicBezTo>
                    <a:pt x="202" y="137"/>
                    <a:pt x="208" y="69"/>
                    <a:pt x="193" y="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45"/>
            <p:cNvSpPr>
              <a:spLocks/>
            </p:cNvSpPr>
            <p:nvPr/>
          </p:nvSpPr>
          <p:spPr bwMode="auto">
            <a:xfrm>
              <a:off x="7788275" y="1743076"/>
              <a:ext cx="646113" cy="596900"/>
            </a:xfrm>
            <a:custGeom>
              <a:avLst/>
              <a:gdLst>
                <a:gd name="T0" fmla="*/ 31 w 293"/>
                <a:gd name="T1" fmla="*/ 0 h 271"/>
                <a:gd name="T2" fmla="*/ 0 w 293"/>
                <a:gd name="T3" fmla="*/ 27 h 271"/>
                <a:gd name="T4" fmla="*/ 269 w 293"/>
                <a:gd name="T5" fmla="*/ 271 h 271"/>
                <a:gd name="T6" fmla="*/ 293 w 293"/>
                <a:gd name="T7" fmla="*/ 238 h 271"/>
                <a:gd name="T8" fmla="*/ 31 w 293"/>
                <a:gd name="T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271">
                  <a:moveTo>
                    <a:pt x="31" y="0"/>
                  </a:moveTo>
                  <a:cubicBezTo>
                    <a:pt x="20" y="9"/>
                    <a:pt x="10" y="18"/>
                    <a:pt x="0" y="27"/>
                  </a:cubicBezTo>
                  <a:cubicBezTo>
                    <a:pt x="269" y="271"/>
                    <a:pt x="269" y="271"/>
                    <a:pt x="269" y="271"/>
                  </a:cubicBezTo>
                  <a:cubicBezTo>
                    <a:pt x="277" y="260"/>
                    <a:pt x="285" y="249"/>
                    <a:pt x="293" y="238"/>
                  </a:cubicBezTo>
                  <a:lnTo>
                    <a:pt x="31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47"/>
            <p:cNvSpPr>
              <a:spLocks/>
            </p:cNvSpPr>
            <p:nvPr/>
          </p:nvSpPr>
          <p:spPr bwMode="auto">
            <a:xfrm>
              <a:off x="7481888" y="1836738"/>
              <a:ext cx="866775" cy="846138"/>
            </a:xfrm>
            <a:custGeom>
              <a:avLst/>
              <a:gdLst>
                <a:gd name="T0" fmla="*/ 122 w 393"/>
                <a:gd name="T1" fmla="*/ 0 h 384"/>
                <a:gd name="T2" fmla="*/ 0 w 393"/>
                <a:gd name="T3" fmla="*/ 169 h 384"/>
                <a:gd name="T4" fmla="*/ 237 w 393"/>
                <a:gd name="T5" fmla="*/ 384 h 384"/>
                <a:gd name="T6" fmla="*/ 393 w 393"/>
                <a:gd name="T7" fmla="*/ 246 h 384"/>
                <a:gd name="T8" fmla="*/ 122 w 393"/>
                <a:gd name="T9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384">
                  <a:moveTo>
                    <a:pt x="122" y="0"/>
                  </a:moveTo>
                  <a:cubicBezTo>
                    <a:pt x="70" y="52"/>
                    <a:pt x="27" y="110"/>
                    <a:pt x="0" y="169"/>
                  </a:cubicBezTo>
                  <a:cubicBezTo>
                    <a:pt x="237" y="384"/>
                    <a:pt x="237" y="384"/>
                    <a:pt x="237" y="384"/>
                  </a:cubicBezTo>
                  <a:cubicBezTo>
                    <a:pt x="293" y="352"/>
                    <a:pt x="347" y="303"/>
                    <a:pt x="393" y="246"/>
                  </a:cubicBezTo>
                  <a:lnTo>
                    <a:pt x="122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27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549"/>
            <p:cNvSpPr>
              <a:spLocks/>
            </p:cNvSpPr>
            <p:nvPr/>
          </p:nvSpPr>
          <p:spPr bwMode="auto">
            <a:xfrm>
              <a:off x="7878763" y="1722438"/>
              <a:ext cx="534988" cy="546100"/>
            </a:xfrm>
            <a:custGeom>
              <a:avLst/>
              <a:gdLst>
                <a:gd name="T0" fmla="*/ 43 w 243"/>
                <a:gd name="T1" fmla="*/ 53 h 248"/>
                <a:gd name="T2" fmla="*/ 116 w 243"/>
                <a:gd name="T3" fmla="*/ 7 h 248"/>
                <a:gd name="T4" fmla="*/ 193 w 243"/>
                <a:gd name="T5" fmla="*/ 12 h 248"/>
                <a:gd name="T6" fmla="*/ 211 w 243"/>
                <a:gd name="T7" fmla="*/ 25 h 248"/>
                <a:gd name="T8" fmla="*/ 226 w 243"/>
                <a:gd name="T9" fmla="*/ 42 h 248"/>
                <a:gd name="T10" fmla="*/ 238 w 243"/>
                <a:gd name="T11" fmla="*/ 118 h 248"/>
                <a:gd name="T12" fmla="*/ 199 w 243"/>
                <a:gd name="T13" fmla="*/ 195 h 248"/>
                <a:gd name="T14" fmla="*/ 127 w 243"/>
                <a:gd name="T15" fmla="*/ 241 h 248"/>
                <a:gd name="T16" fmla="*/ 50 w 243"/>
                <a:gd name="T17" fmla="*/ 236 h 248"/>
                <a:gd name="T18" fmla="*/ 32 w 243"/>
                <a:gd name="T19" fmla="*/ 223 h 248"/>
                <a:gd name="T20" fmla="*/ 17 w 243"/>
                <a:gd name="T21" fmla="*/ 206 h 248"/>
                <a:gd name="T22" fmla="*/ 4 w 243"/>
                <a:gd name="T23" fmla="*/ 130 h 248"/>
                <a:gd name="T24" fmla="*/ 43 w 243"/>
                <a:gd name="T25" fmla="*/ 5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248">
                  <a:moveTo>
                    <a:pt x="43" y="53"/>
                  </a:moveTo>
                  <a:cubicBezTo>
                    <a:pt x="63" y="32"/>
                    <a:pt x="88" y="15"/>
                    <a:pt x="116" y="7"/>
                  </a:cubicBezTo>
                  <a:cubicBezTo>
                    <a:pt x="141" y="0"/>
                    <a:pt x="169" y="0"/>
                    <a:pt x="193" y="12"/>
                  </a:cubicBezTo>
                  <a:cubicBezTo>
                    <a:pt x="199" y="16"/>
                    <a:pt x="206" y="20"/>
                    <a:pt x="211" y="25"/>
                  </a:cubicBezTo>
                  <a:cubicBezTo>
                    <a:pt x="217" y="30"/>
                    <a:pt x="222" y="36"/>
                    <a:pt x="226" y="42"/>
                  </a:cubicBezTo>
                  <a:cubicBezTo>
                    <a:pt x="240" y="65"/>
                    <a:pt x="243" y="92"/>
                    <a:pt x="238" y="118"/>
                  </a:cubicBezTo>
                  <a:cubicBezTo>
                    <a:pt x="233" y="147"/>
                    <a:pt x="219" y="174"/>
                    <a:pt x="199" y="195"/>
                  </a:cubicBezTo>
                  <a:cubicBezTo>
                    <a:pt x="180" y="216"/>
                    <a:pt x="155" y="233"/>
                    <a:pt x="127" y="241"/>
                  </a:cubicBezTo>
                  <a:cubicBezTo>
                    <a:pt x="101" y="248"/>
                    <a:pt x="74" y="248"/>
                    <a:pt x="50" y="236"/>
                  </a:cubicBezTo>
                  <a:cubicBezTo>
                    <a:pt x="43" y="232"/>
                    <a:pt x="37" y="228"/>
                    <a:pt x="32" y="223"/>
                  </a:cubicBezTo>
                  <a:cubicBezTo>
                    <a:pt x="26" y="218"/>
                    <a:pt x="21" y="212"/>
                    <a:pt x="17" y="206"/>
                  </a:cubicBezTo>
                  <a:cubicBezTo>
                    <a:pt x="3" y="183"/>
                    <a:pt x="0" y="156"/>
                    <a:pt x="4" y="130"/>
                  </a:cubicBezTo>
                  <a:cubicBezTo>
                    <a:pt x="9" y="101"/>
                    <a:pt x="24" y="75"/>
                    <a:pt x="43" y="5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550"/>
            <p:cNvSpPr>
              <a:spLocks/>
            </p:cNvSpPr>
            <p:nvPr/>
          </p:nvSpPr>
          <p:spPr bwMode="auto">
            <a:xfrm>
              <a:off x="7894638" y="1736726"/>
              <a:ext cx="501650" cy="519113"/>
            </a:xfrm>
            <a:custGeom>
              <a:avLst/>
              <a:gdLst>
                <a:gd name="T0" fmla="*/ 36 w 228"/>
                <a:gd name="T1" fmla="*/ 204 h 236"/>
                <a:gd name="T2" fmla="*/ 179 w 228"/>
                <a:gd name="T3" fmla="*/ 177 h 236"/>
                <a:gd name="T4" fmla="*/ 192 w 228"/>
                <a:gd name="T5" fmla="*/ 32 h 236"/>
                <a:gd name="T6" fmla="*/ 49 w 228"/>
                <a:gd name="T7" fmla="*/ 59 h 236"/>
                <a:gd name="T8" fmla="*/ 36 w 228"/>
                <a:gd name="T9" fmla="*/ 20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36">
                  <a:moveTo>
                    <a:pt x="36" y="204"/>
                  </a:moveTo>
                  <a:cubicBezTo>
                    <a:pt x="72" y="236"/>
                    <a:pt x="136" y="224"/>
                    <a:pt x="179" y="177"/>
                  </a:cubicBezTo>
                  <a:cubicBezTo>
                    <a:pt x="222" y="130"/>
                    <a:pt x="228" y="65"/>
                    <a:pt x="192" y="32"/>
                  </a:cubicBezTo>
                  <a:cubicBezTo>
                    <a:pt x="157" y="0"/>
                    <a:pt x="92" y="12"/>
                    <a:pt x="49" y="59"/>
                  </a:cubicBezTo>
                  <a:cubicBezTo>
                    <a:pt x="6" y="106"/>
                    <a:pt x="0" y="171"/>
                    <a:pt x="36" y="204"/>
                  </a:cubicBezTo>
                  <a:close/>
                </a:path>
              </a:pathLst>
            </a:custGeom>
            <a:solidFill>
              <a:srgbClr val="9FB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551"/>
            <p:cNvSpPr>
              <a:spLocks/>
            </p:cNvSpPr>
            <p:nvPr/>
          </p:nvSpPr>
          <p:spPr bwMode="auto">
            <a:xfrm>
              <a:off x="7934325" y="1736726"/>
              <a:ext cx="436563" cy="439738"/>
            </a:xfrm>
            <a:custGeom>
              <a:avLst/>
              <a:gdLst>
                <a:gd name="T0" fmla="*/ 198 w 198"/>
                <a:gd name="T1" fmla="*/ 86 h 200"/>
                <a:gd name="T2" fmla="*/ 174 w 198"/>
                <a:gd name="T3" fmla="*/ 32 h 200"/>
                <a:gd name="T4" fmla="*/ 31 w 198"/>
                <a:gd name="T5" fmla="*/ 59 h 200"/>
                <a:gd name="T6" fmla="*/ 0 w 198"/>
                <a:gd name="T7" fmla="*/ 114 h 200"/>
                <a:gd name="T8" fmla="*/ 23 w 198"/>
                <a:gd name="T9" fmla="*/ 168 h 200"/>
                <a:gd name="T10" fmla="*/ 166 w 198"/>
                <a:gd name="T11" fmla="*/ 141 h 200"/>
                <a:gd name="T12" fmla="*/ 198 w 198"/>
                <a:gd name="T13" fmla="*/ 86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200">
                  <a:moveTo>
                    <a:pt x="198" y="86"/>
                  </a:moveTo>
                  <a:cubicBezTo>
                    <a:pt x="197" y="65"/>
                    <a:pt x="189" y="46"/>
                    <a:pt x="174" y="32"/>
                  </a:cubicBezTo>
                  <a:cubicBezTo>
                    <a:pt x="139" y="0"/>
                    <a:pt x="74" y="12"/>
                    <a:pt x="31" y="59"/>
                  </a:cubicBezTo>
                  <a:cubicBezTo>
                    <a:pt x="16" y="76"/>
                    <a:pt x="5" y="95"/>
                    <a:pt x="0" y="114"/>
                  </a:cubicBezTo>
                  <a:cubicBezTo>
                    <a:pt x="1" y="135"/>
                    <a:pt x="8" y="154"/>
                    <a:pt x="23" y="168"/>
                  </a:cubicBezTo>
                  <a:cubicBezTo>
                    <a:pt x="59" y="200"/>
                    <a:pt x="123" y="188"/>
                    <a:pt x="166" y="141"/>
                  </a:cubicBezTo>
                  <a:cubicBezTo>
                    <a:pt x="182" y="124"/>
                    <a:pt x="192" y="105"/>
                    <a:pt x="198" y="86"/>
                  </a:cubicBezTo>
                  <a:close/>
                </a:path>
              </a:pathLst>
            </a:custGeom>
            <a:solidFill>
              <a:srgbClr val="AED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552"/>
            <p:cNvSpPr>
              <a:spLocks/>
            </p:cNvSpPr>
            <p:nvPr/>
          </p:nvSpPr>
          <p:spPr bwMode="auto">
            <a:xfrm>
              <a:off x="7362825" y="2293938"/>
              <a:ext cx="519113" cy="571500"/>
            </a:xfrm>
            <a:custGeom>
              <a:avLst/>
              <a:gdLst>
                <a:gd name="T0" fmla="*/ 235 w 235"/>
                <a:gd name="T1" fmla="*/ 0 h 260"/>
                <a:gd name="T2" fmla="*/ 0 w 235"/>
                <a:gd name="T3" fmla="*/ 260 h 260"/>
                <a:gd name="T4" fmla="*/ 235 w 235"/>
                <a:gd name="T5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" h="260">
                  <a:moveTo>
                    <a:pt x="235" y="0"/>
                  </a:moveTo>
                  <a:cubicBezTo>
                    <a:pt x="123" y="78"/>
                    <a:pt x="85" y="150"/>
                    <a:pt x="0" y="260"/>
                  </a:cubicBezTo>
                  <a:cubicBezTo>
                    <a:pt x="101" y="164"/>
                    <a:pt x="169" y="119"/>
                    <a:pt x="235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553"/>
            <p:cNvSpPr>
              <a:spLocks/>
            </p:cNvSpPr>
            <p:nvPr/>
          </p:nvSpPr>
          <p:spPr bwMode="auto">
            <a:xfrm>
              <a:off x="7362825" y="2293938"/>
              <a:ext cx="519113" cy="571500"/>
            </a:xfrm>
            <a:custGeom>
              <a:avLst/>
              <a:gdLst>
                <a:gd name="T0" fmla="*/ 0 w 235"/>
                <a:gd name="T1" fmla="*/ 260 h 260"/>
                <a:gd name="T2" fmla="*/ 235 w 235"/>
                <a:gd name="T3" fmla="*/ 0 h 260"/>
                <a:gd name="T4" fmla="*/ 0 w 235"/>
                <a:gd name="T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" h="260">
                  <a:moveTo>
                    <a:pt x="0" y="260"/>
                  </a:moveTo>
                  <a:cubicBezTo>
                    <a:pt x="101" y="164"/>
                    <a:pt x="169" y="119"/>
                    <a:pt x="235" y="0"/>
                  </a:cubicBezTo>
                  <a:lnTo>
                    <a:pt x="0" y="26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554"/>
            <p:cNvSpPr>
              <a:spLocks/>
            </p:cNvSpPr>
            <p:nvPr/>
          </p:nvSpPr>
          <p:spPr bwMode="auto">
            <a:xfrm>
              <a:off x="8054975" y="1789113"/>
              <a:ext cx="196850" cy="171450"/>
            </a:xfrm>
            <a:custGeom>
              <a:avLst/>
              <a:gdLst>
                <a:gd name="T0" fmla="*/ 9 w 89"/>
                <a:gd name="T1" fmla="*/ 60 h 78"/>
                <a:gd name="T2" fmla="*/ 61 w 89"/>
                <a:gd name="T3" fmla="*/ 66 h 78"/>
                <a:gd name="T4" fmla="*/ 80 w 89"/>
                <a:gd name="T5" fmla="*/ 18 h 78"/>
                <a:gd name="T6" fmla="*/ 29 w 89"/>
                <a:gd name="T7" fmla="*/ 12 h 78"/>
                <a:gd name="T8" fmla="*/ 9 w 89"/>
                <a:gd name="T9" fmla="*/ 6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78">
                  <a:moveTo>
                    <a:pt x="9" y="60"/>
                  </a:moveTo>
                  <a:cubicBezTo>
                    <a:pt x="18" y="75"/>
                    <a:pt x="41" y="78"/>
                    <a:pt x="61" y="66"/>
                  </a:cubicBezTo>
                  <a:cubicBezTo>
                    <a:pt x="80" y="54"/>
                    <a:pt x="89" y="33"/>
                    <a:pt x="80" y="18"/>
                  </a:cubicBezTo>
                  <a:cubicBezTo>
                    <a:pt x="71" y="3"/>
                    <a:pt x="48" y="0"/>
                    <a:pt x="29" y="12"/>
                  </a:cubicBezTo>
                  <a:cubicBezTo>
                    <a:pt x="9" y="24"/>
                    <a:pt x="0" y="45"/>
                    <a:pt x="9" y="60"/>
                  </a:cubicBezTo>
                  <a:close/>
                </a:path>
              </a:pathLst>
            </a:custGeom>
            <a:solidFill>
              <a:srgbClr val="C5D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53" name="Group 1852">
            <a:extLst>
              <a:ext uri="{FF2B5EF4-FFF2-40B4-BE49-F238E27FC236}">
                <a16:creationId xmlns:a16="http://schemas.microsoft.com/office/drawing/2014/main" id="{E39B711A-6440-43D1-B409-351D9F546124}"/>
              </a:ext>
            </a:extLst>
          </p:cNvPr>
          <p:cNvGrpSpPr/>
          <p:nvPr/>
        </p:nvGrpSpPr>
        <p:grpSpPr>
          <a:xfrm>
            <a:off x="1116921" y="1269380"/>
            <a:ext cx="4979079" cy="3106527"/>
            <a:chOff x="3126907" y="2361420"/>
            <a:chExt cx="4979079" cy="3106527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AB5FD582-61E4-4D73-B5D8-43AE5576AF3C}"/>
                </a:ext>
              </a:extLst>
            </p:cNvPr>
            <p:cNvSpPr/>
            <p:nvPr/>
          </p:nvSpPr>
          <p:spPr>
            <a:xfrm>
              <a:off x="3126907" y="2887241"/>
              <a:ext cx="4979079" cy="258070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66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2023-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</a:t>
              </a:r>
            </a:p>
            <a:p>
              <a:pPr fontAlgn="base">
                <a:lnSpc>
                  <a:spcPct val="80000"/>
                </a:lnSpc>
              </a:pPr>
              <a:r>
                <a:rPr lang="en-US" sz="6600" b="1" dirty="0">
                  <a:solidFill>
                    <a:schemeClr val="bg1"/>
                  </a:solidFill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Workshop</a:t>
              </a:r>
              <a:endParaRPr lang="en-US" sz="6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A5ADF1A8-834C-41D8-ADF2-E58A6BDA44F8}"/>
                </a:ext>
              </a:extLst>
            </p:cNvPr>
            <p:cNvSpPr/>
            <p:nvPr/>
          </p:nvSpPr>
          <p:spPr>
            <a:xfrm>
              <a:off x="3126907" y="2361420"/>
              <a:ext cx="489262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1400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Modern Design Of PowerPoint</a:t>
              </a:r>
            </a:p>
          </p:txBody>
        </p:sp>
      </p:grpSp>
      <p:sp>
        <p:nvSpPr>
          <p:cNvPr id="1855" name="Rectangle: Rounded Corners 1854">
            <a:extLst>
              <a:ext uri="{FF2B5EF4-FFF2-40B4-BE49-F238E27FC236}">
                <a16:creationId xmlns:a16="http://schemas.microsoft.com/office/drawing/2014/main" id="{BC65ED63-E8AE-413B-8C12-D32B28283978}"/>
              </a:ext>
            </a:extLst>
          </p:cNvPr>
          <p:cNvSpPr/>
          <p:nvPr/>
        </p:nvSpPr>
        <p:spPr>
          <a:xfrm>
            <a:off x="1177947" y="5150608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See More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856" name="Rectangle 1855">
            <a:extLst>
              <a:ext uri="{FF2B5EF4-FFF2-40B4-BE49-F238E27FC236}">
                <a16:creationId xmlns:a16="http://schemas.microsoft.com/office/drawing/2014/main" id="{D24D16A8-15E9-4149-A61C-0705FF038766}"/>
              </a:ext>
            </a:extLst>
          </p:cNvPr>
          <p:cNvSpPr/>
          <p:nvPr/>
        </p:nvSpPr>
        <p:spPr>
          <a:xfrm>
            <a:off x="1116921" y="4375907"/>
            <a:ext cx="3740360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859" name="Oval 1858">
            <a:extLst>
              <a:ext uri="{FF2B5EF4-FFF2-40B4-BE49-F238E27FC236}">
                <a16:creationId xmlns:a16="http://schemas.microsoft.com/office/drawing/2014/main" id="{2FBA054D-037C-4097-BF06-E151C17E2A60}"/>
              </a:ext>
            </a:extLst>
          </p:cNvPr>
          <p:cNvSpPr/>
          <p:nvPr/>
        </p:nvSpPr>
        <p:spPr>
          <a:xfrm>
            <a:off x="11163251" y="3986844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860" name="Oval 1859">
            <a:extLst>
              <a:ext uri="{FF2B5EF4-FFF2-40B4-BE49-F238E27FC236}">
                <a16:creationId xmlns:a16="http://schemas.microsoft.com/office/drawing/2014/main" id="{BAF557EF-EC6C-4D14-A0AB-EDA4A88B2AC6}"/>
              </a:ext>
            </a:extLst>
          </p:cNvPr>
          <p:cNvSpPr/>
          <p:nvPr/>
        </p:nvSpPr>
        <p:spPr>
          <a:xfrm>
            <a:off x="7812882" y="606844"/>
            <a:ext cx="361530" cy="36153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248" name="Group 10247"/>
          <p:cNvGrpSpPr/>
          <p:nvPr/>
        </p:nvGrpSpPr>
        <p:grpSpPr>
          <a:xfrm>
            <a:off x="5054582" y="1202694"/>
            <a:ext cx="1032687" cy="843950"/>
            <a:chOff x="3054350" y="830263"/>
            <a:chExt cx="1528763" cy="1249362"/>
          </a:xfrm>
        </p:grpSpPr>
        <p:sp>
          <p:nvSpPr>
            <p:cNvPr id="187" name="Freeform 579"/>
            <p:cNvSpPr>
              <a:spLocks/>
            </p:cNvSpPr>
            <p:nvPr/>
          </p:nvSpPr>
          <p:spPr bwMode="auto">
            <a:xfrm>
              <a:off x="3665538" y="1325563"/>
              <a:ext cx="319088" cy="392113"/>
            </a:xfrm>
            <a:custGeom>
              <a:avLst/>
              <a:gdLst>
                <a:gd name="T0" fmla="*/ 10 w 145"/>
                <a:gd name="T1" fmla="*/ 29 h 178"/>
                <a:gd name="T2" fmla="*/ 58 w 145"/>
                <a:gd name="T3" fmla="*/ 3 h 178"/>
                <a:gd name="T4" fmla="*/ 77 w 145"/>
                <a:gd name="T5" fmla="*/ 9 h 178"/>
                <a:gd name="T6" fmla="*/ 141 w 145"/>
                <a:gd name="T7" fmla="*/ 130 h 178"/>
                <a:gd name="T8" fmla="*/ 135 w 145"/>
                <a:gd name="T9" fmla="*/ 149 h 178"/>
                <a:gd name="T10" fmla="*/ 87 w 145"/>
                <a:gd name="T11" fmla="*/ 174 h 178"/>
                <a:gd name="T12" fmla="*/ 68 w 145"/>
                <a:gd name="T13" fmla="*/ 169 h 178"/>
                <a:gd name="T14" fmla="*/ 4 w 145"/>
                <a:gd name="T15" fmla="*/ 48 h 178"/>
                <a:gd name="T16" fmla="*/ 10 w 145"/>
                <a:gd name="T17" fmla="*/ 29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78">
                  <a:moveTo>
                    <a:pt x="10" y="29"/>
                  </a:moveTo>
                  <a:cubicBezTo>
                    <a:pt x="58" y="3"/>
                    <a:pt x="58" y="3"/>
                    <a:pt x="58" y="3"/>
                  </a:cubicBezTo>
                  <a:cubicBezTo>
                    <a:pt x="65" y="0"/>
                    <a:pt x="74" y="2"/>
                    <a:pt x="77" y="9"/>
                  </a:cubicBezTo>
                  <a:cubicBezTo>
                    <a:pt x="141" y="130"/>
                    <a:pt x="141" y="130"/>
                    <a:pt x="141" y="130"/>
                  </a:cubicBezTo>
                  <a:cubicBezTo>
                    <a:pt x="145" y="137"/>
                    <a:pt x="142" y="145"/>
                    <a:pt x="135" y="149"/>
                  </a:cubicBezTo>
                  <a:cubicBezTo>
                    <a:pt x="87" y="174"/>
                    <a:pt x="87" y="174"/>
                    <a:pt x="87" y="174"/>
                  </a:cubicBezTo>
                  <a:cubicBezTo>
                    <a:pt x="80" y="178"/>
                    <a:pt x="72" y="175"/>
                    <a:pt x="68" y="16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0" y="41"/>
                    <a:pt x="3" y="33"/>
                    <a:pt x="10" y="29"/>
                  </a:cubicBezTo>
                  <a:close/>
                </a:path>
              </a:pathLst>
            </a:custGeom>
            <a:solidFill>
              <a:srgbClr val="D0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580"/>
            <p:cNvSpPr>
              <a:spLocks/>
            </p:cNvSpPr>
            <p:nvPr/>
          </p:nvSpPr>
          <p:spPr bwMode="auto">
            <a:xfrm>
              <a:off x="3702050" y="1347788"/>
              <a:ext cx="233363" cy="328613"/>
            </a:xfrm>
            <a:custGeom>
              <a:avLst/>
              <a:gdLst>
                <a:gd name="T0" fmla="*/ 38 w 147"/>
                <a:gd name="T1" fmla="*/ 2 h 207"/>
                <a:gd name="T2" fmla="*/ 40 w 147"/>
                <a:gd name="T3" fmla="*/ 0 h 207"/>
                <a:gd name="T4" fmla="*/ 68 w 147"/>
                <a:gd name="T5" fmla="*/ 50 h 207"/>
                <a:gd name="T6" fmla="*/ 78 w 147"/>
                <a:gd name="T7" fmla="*/ 46 h 207"/>
                <a:gd name="T8" fmla="*/ 78 w 147"/>
                <a:gd name="T9" fmla="*/ 46 h 207"/>
                <a:gd name="T10" fmla="*/ 101 w 147"/>
                <a:gd name="T11" fmla="*/ 32 h 207"/>
                <a:gd name="T12" fmla="*/ 103 w 147"/>
                <a:gd name="T13" fmla="*/ 35 h 207"/>
                <a:gd name="T14" fmla="*/ 72 w 147"/>
                <a:gd name="T15" fmla="*/ 52 h 207"/>
                <a:gd name="T16" fmla="*/ 69 w 147"/>
                <a:gd name="T17" fmla="*/ 53 h 207"/>
                <a:gd name="T18" fmla="*/ 147 w 147"/>
                <a:gd name="T19" fmla="*/ 202 h 207"/>
                <a:gd name="T20" fmla="*/ 146 w 147"/>
                <a:gd name="T21" fmla="*/ 203 h 207"/>
                <a:gd name="T22" fmla="*/ 129 w 147"/>
                <a:gd name="T23" fmla="*/ 172 h 207"/>
                <a:gd name="T24" fmla="*/ 64 w 147"/>
                <a:gd name="T25" fmla="*/ 207 h 207"/>
                <a:gd name="T26" fmla="*/ 63 w 147"/>
                <a:gd name="T27" fmla="*/ 206 h 207"/>
                <a:gd name="T28" fmla="*/ 128 w 147"/>
                <a:gd name="T29" fmla="*/ 171 h 207"/>
                <a:gd name="T30" fmla="*/ 67 w 147"/>
                <a:gd name="T31" fmla="*/ 54 h 207"/>
                <a:gd name="T32" fmla="*/ 1 w 147"/>
                <a:gd name="T33" fmla="*/ 89 h 207"/>
                <a:gd name="T34" fmla="*/ 0 w 147"/>
                <a:gd name="T35" fmla="*/ 86 h 207"/>
                <a:gd name="T36" fmla="*/ 65 w 147"/>
                <a:gd name="T37" fmla="*/ 52 h 207"/>
                <a:gd name="T38" fmla="*/ 38 w 147"/>
                <a:gd name="T39" fmla="*/ 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207">
                  <a:moveTo>
                    <a:pt x="38" y="2"/>
                  </a:moveTo>
                  <a:lnTo>
                    <a:pt x="40" y="0"/>
                  </a:lnTo>
                  <a:lnTo>
                    <a:pt x="68" y="50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101" y="32"/>
                  </a:lnTo>
                  <a:lnTo>
                    <a:pt x="103" y="35"/>
                  </a:lnTo>
                  <a:lnTo>
                    <a:pt x="72" y="52"/>
                  </a:lnTo>
                  <a:lnTo>
                    <a:pt x="69" y="53"/>
                  </a:lnTo>
                  <a:lnTo>
                    <a:pt x="147" y="202"/>
                  </a:lnTo>
                  <a:lnTo>
                    <a:pt x="146" y="203"/>
                  </a:lnTo>
                  <a:lnTo>
                    <a:pt x="129" y="172"/>
                  </a:lnTo>
                  <a:lnTo>
                    <a:pt x="64" y="207"/>
                  </a:lnTo>
                  <a:lnTo>
                    <a:pt x="63" y="206"/>
                  </a:lnTo>
                  <a:lnTo>
                    <a:pt x="128" y="171"/>
                  </a:lnTo>
                  <a:lnTo>
                    <a:pt x="67" y="54"/>
                  </a:lnTo>
                  <a:lnTo>
                    <a:pt x="1" y="89"/>
                  </a:lnTo>
                  <a:lnTo>
                    <a:pt x="0" y="86"/>
                  </a:lnTo>
                  <a:lnTo>
                    <a:pt x="65" y="5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581"/>
            <p:cNvSpPr>
              <a:spLocks/>
            </p:cNvSpPr>
            <p:nvPr/>
          </p:nvSpPr>
          <p:spPr bwMode="auto">
            <a:xfrm>
              <a:off x="3541713" y="1131888"/>
              <a:ext cx="309563" cy="300038"/>
            </a:xfrm>
            <a:custGeom>
              <a:avLst/>
              <a:gdLst>
                <a:gd name="T0" fmla="*/ 7 w 141"/>
                <a:gd name="T1" fmla="*/ 45 h 136"/>
                <a:gd name="T2" fmla="*/ 40 w 141"/>
                <a:gd name="T3" fmla="*/ 28 h 136"/>
                <a:gd name="T4" fmla="*/ 30 w 141"/>
                <a:gd name="T5" fmla="*/ 9 h 136"/>
                <a:gd name="T6" fmla="*/ 45 w 141"/>
                <a:gd name="T7" fmla="*/ 1 h 136"/>
                <a:gd name="T8" fmla="*/ 55 w 141"/>
                <a:gd name="T9" fmla="*/ 20 h 136"/>
                <a:gd name="T10" fmla="*/ 88 w 141"/>
                <a:gd name="T11" fmla="*/ 3 h 136"/>
                <a:gd name="T12" fmla="*/ 102 w 141"/>
                <a:gd name="T13" fmla="*/ 7 h 136"/>
                <a:gd name="T14" fmla="*/ 139 w 141"/>
                <a:gd name="T15" fmla="*/ 77 h 136"/>
                <a:gd name="T16" fmla="*/ 134 w 141"/>
                <a:gd name="T17" fmla="*/ 91 h 136"/>
                <a:gd name="T18" fmla="*/ 54 w 141"/>
                <a:gd name="T19" fmla="*/ 133 h 136"/>
                <a:gd name="T20" fmla="*/ 40 w 141"/>
                <a:gd name="T21" fmla="*/ 129 h 136"/>
                <a:gd name="T22" fmla="*/ 3 w 141"/>
                <a:gd name="T23" fmla="*/ 59 h 136"/>
                <a:gd name="T24" fmla="*/ 7 w 141"/>
                <a:gd name="T25" fmla="*/ 4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" h="136">
                  <a:moveTo>
                    <a:pt x="7" y="45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93" y="0"/>
                    <a:pt x="99" y="2"/>
                    <a:pt x="102" y="7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41" y="82"/>
                    <a:pt x="139" y="88"/>
                    <a:pt x="134" y="91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49" y="136"/>
                    <a:pt x="43" y="134"/>
                    <a:pt x="40" y="12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0" y="54"/>
                    <a:pt x="2" y="48"/>
                    <a:pt x="7" y="45"/>
                  </a:cubicBezTo>
                  <a:close/>
                </a:path>
              </a:pathLst>
            </a:custGeom>
            <a:solidFill>
              <a:srgbClr val="BBB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582"/>
            <p:cNvSpPr>
              <a:spLocks/>
            </p:cNvSpPr>
            <p:nvPr/>
          </p:nvSpPr>
          <p:spPr bwMode="auto">
            <a:xfrm>
              <a:off x="3565525" y="1158876"/>
              <a:ext cx="255588" cy="246063"/>
            </a:xfrm>
            <a:custGeom>
              <a:avLst/>
              <a:gdLst>
                <a:gd name="T0" fmla="*/ 0 w 161"/>
                <a:gd name="T1" fmla="*/ 43 h 155"/>
                <a:gd name="T2" fmla="*/ 3 w 161"/>
                <a:gd name="T3" fmla="*/ 42 h 155"/>
                <a:gd name="T4" fmla="*/ 38 w 161"/>
                <a:gd name="T5" fmla="*/ 108 h 155"/>
                <a:gd name="T6" fmla="*/ 86 w 161"/>
                <a:gd name="T7" fmla="*/ 82 h 155"/>
                <a:gd name="T8" fmla="*/ 63 w 161"/>
                <a:gd name="T9" fmla="*/ 37 h 155"/>
                <a:gd name="T10" fmla="*/ 63 w 161"/>
                <a:gd name="T11" fmla="*/ 36 h 155"/>
                <a:gd name="T12" fmla="*/ 64 w 161"/>
                <a:gd name="T13" fmla="*/ 35 h 155"/>
                <a:gd name="T14" fmla="*/ 129 w 161"/>
                <a:gd name="T15" fmla="*/ 0 h 155"/>
                <a:gd name="T16" fmla="*/ 130 w 161"/>
                <a:gd name="T17" fmla="*/ 3 h 155"/>
                <a:gd name="T18" fmla="*/ 107 w 161"/>
                <a:gd name="T19" fmla="*/ 15 h 155"/>
                <a:gd name="T20" fmla="*/ 161 w 161"/>
                <a:gd name="T21" fmla="*/ 115 h 155"/>
                <a:gd name="T22" fmla="*/ 158 w 161"/>
                <a:gd name="T23" fmla="*/ 117 h 155"/>
                <a:gd name="T24" fmla="*/ 147 w 161"/>
                <a:gd name="T25" fmla="*/ 97 h 155"/>
                <a:gd name="T26" fmla="*/ 147 w 161"/>
                <a:gd name="T27" fmla="*/ 97 h 155"/>
                <a:gd name="T28" fmla="*/ 36 w 161"/>
                <a:gd name="T29" fmla="*/ 155 h 155"/>
                <a:gd name="T30" fmla="*/ 36 w 161"/>
                <a:gd name="T31" fmla="*/ 153 h 155"/>
                <a:gd name="T32" fmla="*/ 146 w 161"/>
                <a:gd name="T33" fmla="*/ 94 h 155"/>
                <a:gd name="T34" fmla="*/ 146 w 161"/>
                <a:gd name="T35" fmla="*/ 94 h 155"/>
                <a:gd name="T36" fmla="*/ 146 w 161"/>
                <a:gd name="T37" fmla="*/ 94 h 155"/>
                <a:gd name="T38" fmla="*/ 104 w 161"/>
                <a:gd name="T39" fmla="*/ 17 h 155"/>
                <a:gd name="T40" fmla="*/ 65 w 161"/>
                <a:gd name="T41" fmla="*/ 36 h 155"/>
                <a:gd name="T42" fmla="*/ 90 w 161"/>
                <a:gd name="T43" fmla="*/ 82 h 155"/>
                <a:gd name="T44" fmla="*/ 90 w 161"/>
                <a:gd name="T45" fmla="*/ 83 h 155"/>
                <a:gd name="T46" fmla="*/ 89 w 161"/>
                <a:gd name="T47" fmla="*/ 83 h 155"/>
                <a:gd name="T48" fmla="*/ 18 w 161"/>
                <a:gd name="T49" fmla="*/ 121 h 155"/>
                <a:gd name="T50" fmla="*/ 18 w 161"/>
                <a:gd name="T51" fmla="*/ 119 h 155"/>
                <a:gd name="T52" fmla="*/ 36 w 161"/>
                <a:gd name="T53" fmla="*/ 110 h 155"/>
                <a:gd name="T54" fmla="*/ 0 w 161"/>
                <a:gd name="T55" fmla="*/ 4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" h="155">
                  <a:moveTo>
                    <a:pt x="0" y="43"/>
                  </a:moveTo>
                  <a:lnTo>
                    <a:pt x="3" y="42"/>
                  </a:lnTo>
                  <a:lnTo>
                    <a:pt x="38" y="108"/>
                  </a:lnTo>
                  <a:lnTo>
                    <a:pt x="86" y="82"/>
                  </a:lnTo>
                  <a:lnTo>
                    <a:pt x="63" y="37"/>
                  </a:lnTo>
                  <a:lnTo>
                    <a:pt x="63" y="36"/>
                  </a:lnTo>
                  <a:lnTo>
                    <a:pt x="64" y="35"/>
                  </a:lnTo>
                  <a:lnTo>
                    <a:pt x="129" y="0"/>
                  </a:lnTo>
                  <a:lnTo>
                    <a:pt x="130" y="3"/>
                  </a:lnTo>
                  <a:lnTo>
                    <a:pt x="107" y="15"/>
                  </a:lnTo>
                  <a:lnTo>
                    <a:pt x="161" y="115"/>
                  </a:lnTo>
                  <a:lnTo>
                    <a:pt x="158" y="117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36" y="155"/>
                  </a:lnTo>
                  <a:lnTo>
                    <a:pt x="36" y="153"/>
                  </a:lnTo>
                  <a:lnTo>
                    <a:pt x="146" y="94"/>
                  </a:lnTo>
                  <a:lnTo>
                    <a:pt x="146" y="94"/>
                  </a:lnTo>
                  <a:lnTo>
                    <a:pt x="146" y="94"/>
                  </a:lnTo>
                  <a:lnTo>
                    <a:pt x="104" y="17"/>
                  </a:lnTo>
                  <a:lnTo>
                    <a:pt x="65" y="36"/>
                  </a:lnTo>
                  <a:lnTo>
                    <a:pt x="90" y="82"/>
                  </a:lnTo>
                  <a:lnTo>
                    <a:pt x="90" y="83"/>
                  </a:lnTo>
                  <a:lnTo>
                    <a:pt x="89" y="83"/>
                  </a:lnTo>
                  <a:lnTo>
                    <a:pt x="18" y="121"/>
                  </a:lnTo>
                  <a:lnTo>
                    <a:pt x="18" y="119"/>
                  </a:lnTo>
                  <a:lnTo>
                    <a:pt x="36" y="11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583"/>
            <p:cNvSpPr>
              <a:spLocks/>
            </p:cNvSpPr>
            <p:nvPr/>
          </p:nvSpPr>
          <p:spPr bwMode="auto">
            <a:xfrm>
              <a:off x="3838575" y="1647826"/>
              <a:ext cx="219075" cy="215900"/>
            </a:xfrm>
            <a:custGeom>
              <a:avLst/>
              <a:gdLst>
                <a:gd name="T0" fmla="*/ 11 w 99"/>
                <a:gd name="T1" fmla="*/ 27 h 98"/>
                <a:gd name="T2" fmla="*/ 54 w 99"/>
                <a:gd name="T3" fmla="*/ 4 h 98"/>
                <a:gd name="T4" fmla="*/ 75 w 99"/>
                <a:gd name="T5" fmla="*/ 11 h 98"/>
                <a:gd name="T6" fmla="*/ 95 w 99"/>
                <a:gd name="T7" fmla="*/ 50 h 98"/>
                <a:gd name="T8" fmla="*/ 89 w 99"/>
                <a:gd name="T9" fmla="*/ 71 h 98"/>
                <a:gd name="T10" fmla="*/ 72 w 99"/>
                <a:gd name="T11" fmla="*/ 80 h 98"/>
                <a:gd name="T12" fmla="*/ 77 w 99"/>
                <a:gd name="T13" fmla="*/ 90 h 98"/>
                <a:gd name="T14" fmla="*/ 68 w 99"/>
                <a:gd name="T15" fmla="*/ 95 h 98"/>
                <a:gd name="T16" fmla="*/ 63 w 99"/>
                <a:gd name="T17" fmla="*/ 85 h 98"/>
                <a:gd name="T18" fmla="*/ 46 w 99"/>
                <a:gd name="T19" fmla="*/ 94 h 98"/>
                <a:gd name="T20" fmla="*/ 25 w 99"/>
                <a:gd name="T21" fmla="*/ 87 h 98"/>
                <a:gd name="T22" fmla="*/ 4 w 99"/>
                <a:gd name="T23" fmla="*/ 48 h 98"/>
                <a:gd name="T24" fmla="*/ 11 w 99"/>
                <a:gd name="T25" fmla="*/ 2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98">
                  <a:moveTo>
                    <a:pt x="11" y="27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61" y="0"/>
                    <a:pt x="71" y="3"/>
                    <a:pt x="75" y="11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9" y="57"/>
                    <a:pt x="96" y="67"/>
                    <a:pt x="89" y="71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46" y="94"/>
                    <a:pt x="46" y="94"/>
                    <a:pt x="46" y="94"/>
                  </a:cubicBezTo>
                  <a:cubicBezTo>
                    <a:pt x="38" y="98"/>
                    <a:pt x="29" y="95"/>
                    <a:pt x="25" y="8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0" y="41"/>
                    <a:pt x="3" y="31"/>
                    <a:pt x="11" y="27"/>
                  </a:cubicBezTo>
                  <a:close/>
                </a:path>
              </a:pathLst>
            </a:custGeom>
            <a:solidFill>
              <a:srgbClr val="BBB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584"/>
            <p:cNvSpPr>
              <a:spLocks/>
            </p:cNvSpPr>
            <p:nvPr/>
          </p:nvSpPr>
          <p:spPr bwMode="auto">
            <a:xfrm>
              <a:off x="3870325" y="1679576"/>
              <a:ext cx="182563" cy="131763"/>
            </a:xfrm>
            <a:custGeom>
              <a:avLst/>
              <a:gdLst>
                <a:gd name="T0" fmla="*/ 18 w 83"/>
                <a:gd name="T1" fmla="*/ 2 h 60"/>
                <a:gd name="T2" fmla="*/ 19 w 83"/>
                <a:gd name="T3" fmla="*/ 1 h 60"/>
                <a:gd name="T4" fmla="*/ 28 w 83"/>
                <a:gd name="T5" fmla="*/ 18 h 60"/>
                <a:gd name="T6" fmla="*/ 30 w 83"/>
                <a:gd name="T7" fmla="*/ 17 h 60"/>
                <a:gd name="T8" fmla="*/ 62 w 83"/>
                <a:gd name="T9" fmla="*/ 0 h 60"/>
                <a:gd name="T10" fmla="*/ 63 w 83"/>
                <a:gd name="T11" fmla="*/ 1 h 60"/>
                <a:gd name="T12" fmla="*/ 30 w 83"/>
                <a:gd name="T13" fmla="*/ 18 h 60"/>
                <a:gd name="T14" fmla="*/ 28 w 83"/>
                <a:gd name="T15" fmla="*/ 20 h 60"/>
                <a:gd name="T16" fmla="*/ 36 w 83"/>
                <a:gd name="T17" fmla="*/ 34 h 60"/>
                <a:gd name="T18" fmla="*/ 71 w 83"/>
                <a:gd name="T19" fmla="*/ 15 h 60"/>
                <a:gd name="T20" fmla="*/ 71 w 83"/>
                <a:gd name="T21" fmla="*/ 17 h 60"/>
                <a:gd name="T22" fmla="*/ 37 w 83"/>
                <a:gd name="T23" fmla="*/ 35 h 60"/>
                <a:gd name="T24" fmla="*/ 49 w 83"/>
                <a:gd name="T25" fmla="*/ 58 h 60"/>
                <a:gd name="T26" fmla="*/ 83 w 83"/>
                <a:gd name="T27" fmla="*/ 40 h 60"/>
                <a:gd name="T28" fmla="*/ 83 w 83"/>
                <a:gd name="T29" fmla="*/ 41 h 60"/>
                <a:gd name="T30" fmla="*/ 49 w 83"/>
                <a:gd name="T31" fmla="*/ 59 h 60"/>
                <a:gd name="T32" fmla="*/ 48 w 83"/>
                <a:gd name="T33" fmla="*/ 60 h 60"/>
                <a:gd name="T34" fmla="*/ 48 w 83"/>
                <a:gd name="T35" fmla="*/ 59 h 60"/>
                <a:gd name="T36" fmla="*/ 35 w 83"/>
                <a:gd name="T37" fmla="*/ 36 h 60"/>
                <a:gd name="T38" fmla="*/ 1 w 83"/>
                <a:gd name="T39" fmla="*/ 54 h 60"/>
                <a:gd name="T40" fmla="*/ 0 w 83"/>
                <a:gd name="T41" fmla="*/ 53 h 60"/>
                <a:gd name="T42" fmla="*/ 35 w 83"/>
                <a:gd name="T43" fmla="*/ 34 h 60"/>
                <a:gd name="T44" fmla="*/ 18 w 83"/>
                <a:gd name="T45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60">
                  <a:moveTo>
                    <a:pt x="18" y="2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0"/>
                    <a:pt x="83" y="41"/>
                    <a:pt x="83" y="41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35" y="34"/>
                    <a:pt x="35" y="34"/>
                    <a:pt x="35" y="34"/>
                  </a:cubicBezTo>
                  <a:lnTo>
                    <a:pt x="18" y="2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585"/>
            <p:cNvSpPr>
              <a:spLocks/>
            </p:cNvSpPr>
            <p:nvPr/>
          </p:nvSpPr>
          <p:spPr bwMode="auto">
            <a:xfrm>
              <a:off x="3054350" y="1463676"/>
              <a:ext cx="725488" cy="520700"/>
            </a:xfrm>
            <a:custGeom>
              <a:avLst/>
              <a:gdLst>
                <a:gd name="T0" fmla="*/ 0 w 457"/>
                <a:gd name="T1" fmla="*/ 208 h 328"/>
                <a:gd name="T2" fmla="*/ 391 w 457"/>
                <a:gd name="T3" fmla="*/ 0 h 328"/>
                <a:gd name="T4" fmla="*/ 457 w 457"/>
                <a:gd name="T5" fmla="*/ 122 h 328"/>
                <a:gd name="T6" fmla="*/ 65 w 457"/>
                <a:gd name="T7" fmla="*/ 328 h 328"/>
                <a:gd name="T8" fmla="*/ 0 w 457"/>
                <a:gd name="T9" fmla="*/ 20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328">
                  <a:moveTo>
                    <a:pt x="0" y="208"/>
                  </a:moveTo>
                  <a:lnTo>
                    <a:pt x="391" y="0"/>
                  </a:lnTo>
                  <a:lnTo>
                    <a:pt x="457" y="122"/>
                  </a:lnTo>
                  <a:lnTo>
                    <a:pt x="65" y="328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D0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586"/>
            <p:cNvSpPr>
              <a:spLocks/>
            </p:cNvSpPr>
            <p:nvPr/>
          </p:nvSpPr>
          <p:spPr bwMode="auto">
            <a:xfrm>
              <a:off x="3065463" y="1744663"/>
              <a:ext cx="138113" cy="136525"/>
            </a:xfrm>
            <a:custGeom>
              <a:avLst/>
              <a:gdLst>
                <a:gd name="T0" fmla="*/ 0 w 87"/>
                <a:gd name="T1" fmla="*/ 31 h 86"/>
                <a:gd name="T2" fmla="*/ 58 w 87"/>
                <a:gd name="T3" fmla="*/ 0 h 86"/>
                <a:gd name="T4" fmla="*/ 87 w 87"/>
                <a:gd name="T5" fmla="*/ 56 h 86"/>
                <a:gd name="T6" fmla="*/ 29 w 87"/>
                <a:gd name="T7" fmla="*/ 86 h 86"/>
                <a:gd name="T8" fmla="*/ 0 w 87"/>
                <a:gd name="T9" fmla="*/ 3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0" y="31"/>
                  </a:moveTo>
                  <a:lnTo>
                    <a:pt x="58" y="0"/>
                  </a:lnTo>
                  <a:lnTo>
                    <a:pt x="87" y="56"/>
                  </a:lnTo>
                  <a:lnTo>
                    <a:pt x="29" y="8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587"/>
            <p:cNvSpPr>
              <a:spLocks/>
            </p:cNvSpPr>
            <p:nvPr/>
          </p:nvSpPr>
          <p:spPr bwMode="auto">
            <a:xfrm>
              <a:off x="3116263" y="1839913"/>
              <a:ext cx="138113" cy="136525"/>
            </a:xfrm>
            <a:custGeom>
              <a:avLst/>
              <a:gdLst>
                <a:gd name="T0" fmla="*/ 0 w 87"/>
                <a:gd name="T1" fmla="*/ 30 h 86"/>
                <a:gd name="T2" fmla="*/ 58 w 87"/>
                <a:gd name="T3" fmla="*/ 0 h 86"/>
                <a:gd name="T4" fmla="*/ 87 w 87"/>
                <a:gd name="T5" fmla="*/ 55 h 86"/>
                <a:gd name="T6" fmla="*/ 29 w 87"/>
                <a:gd name="T7" fmla="*/ 86 h 86"/>
                <a:gd name="T8" fmla="*/ 0 w 87"/>
                <a:gd name="T9" fmla="*/ 3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0" y="30"/>
                  </a:moveTo>
                  <a:lnTo>
                    <a:pt x="58" y="0"/>
                  </a:lnTo>
                  <a:lnTo>
                    <a:pt x="87" y="55"/>
                  </a:lnTo>
                  <a:lnTo>
                    <a:pt x="29" y="8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588"/>
            <p:cNvSpPr>
              <a:spLocks/>
            </p:cNvSpPr>
            <p:nvPr/>
          </p:nvSpPr>
          <p:spPr bwMode="auto">
            <a:xfrm>
              <a:off x="3168650" y="1692276"/>
              <a:ext cx="136525" cy="133350"/>
            </a:xfrm>
            <a:custGeom>
              <a:avLst/>
              <a:gdLst>
                <a:gd name="T0" fmla="*/ 0 w 86"/>
                <a:gd name="T1" fmla="*/ 30 h 84"/>
                <a:gd name="T2" fmla="*/ 57 w 86"/>
                <a:gd name="T3" fmla="*/ 0 h 84"/>
                <a:gd name="T4" fmla="*/ 86 w 86"/>
                <a:gd name="T5" fmla="*/ 54 h 84"/>
                <a:gd name="T6" fmla="*/ 28 w 86"/>
                <a:gd name="T7" fmla="*/ 84 h 84"/>
                <a:gd name="T8" fmla="*/ 0 w 86"/>
                <a:gd name="T9" fmla="*/ 3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0" y="30"/>
                  </a:moveTo>
                  <a:lnTo>
                    <a:pt x="57" y="0"/>
                  </a:lnTo>
                  <a:lnTo>
                    <a:pt x="86" y="54"/>
                  </a:lnTo>
                  <a:lnTo>
                    <a:pt x="28" y="8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589"/>
            <p:cNvSpPr>
              <a:spLocks/>
            </p:cNvSpPr>
            <p:nvPr/>
          </p:nvSpPr>
          <p:spPr bwMode="auto">
            <a:xfrm>
              <a:off x="3217863" y="1787526"/>
              <a:ext cx="138113" cy="133350"/>
            </a:xfrm>
            <a:custGeom>
              <a:avLst/>
              <a:gdLst>
                <a:gd name="T0" fmla="*/ 0 w 87"/>
                <a:gd name="T1" fmla="*/ 30 h 84"/>
                <a:gd name="T2" fmla="*/ 58 w 87"/>
                <a:gd name="T3" fmla="*/ 0 h 84"/>
                <a:gd name="T4" fmla="*/ 87 w 87"/>
                <a:gd name="T5" fmla="*/ 54 h 84"/>
                <a:gd name="T6" fmla="*/ 29 w 87"/>
                <a:gd name="T7" fmla="*/ 84 h 84"/>
                <a:gd name="T8" fmla="*/ 0 w 87"/>
                <a:gd name="T9" fmla="*/ 3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4">
                  <a:moveTo>
                    <a:pt x="0" y="30"/>
                  </a:moveTo>
                  <a:lnTo>
                    <a:pt x="58" y="0"/>
                  </a:lnTo>
                  <a:lnTo>
                    <a:pt x="87" y="54"/>
                  </a:lnTo>
                  <a:lnTo>
                    <a:pt x="29" y="8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590"/>
            <p:cNvSpPr>
              <a:spLocks/>
            </p:cNvSpPr>
            <p:nvPr/>
          </p:nvSpPr>
          <p:spPr bwMode="auto">
            <a:xfrm>
              <a:off x="3270250" y="1636713"/>
              <a:ext cx="136525" cy="136525"/>
            </a:xfrm>
            <a:custGeom>
              <a:avLst/>
              <a:gdLst>
                <a:gd name="T0" fmla="*/ 0 w 86"/>
                <a:gd name="T1" fmla="*/ 31 h 86"/>
                <a:gd name="T2" fmla="*/ 58 w 86"/>
                <a:gd name="T3" fmla="*/ 0 h 86"/>
                <a:gd name="T4" fmla="*/ 86 w 86"/>
                <a:gd name="T5" fmla="*/ 56 h 86"/>
                <a:gd name="T6" fmla="*/ 29 w 86"/>
                <a:gd name="T7" fmla="*/ 86 h 86"/>
                <a:gd name="T8" fmla="*/ 0 w 86"/>
                <a:gd name="T9" fmla="*/ 3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0" y="31"/>
                  </a:moveTo>
                  <a:lnTo>
                    <a:pt x="58" y="0"/>
                  </a:lnTo>
                  <a:lnTo>
                    <a:pt x="86" y="56"/>
                  </a:lnTo>
                  <a:lnTo>
                    <a:pt x="29" y="8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591"/>
            <p:cNvSpPr>
              <a:spLocks/>
            </p:cNvSpPr>
            <p:nvPr/>
          </p:nvSpPr>
          <p:spPr bwMode="auto">
            <a:xfrm>
              <a:off x="3319463" y="1731963"/>
              <a:ext cx="138113" cy="136525"/>
            </a:xfrm>
            <a:custGeom>
              <a:avLst/>
              <a:gdLst>
                <a:gd name="T0" fmla="*/ 0 w 87"/>
                <a:gd name="T1" fmla="*/ 30 h 86"/>
                <a:gd name="T2" fmla="*/ 58 w 87"/>
                <a:gd name="T3" fmla="*/ 0 h 86"/>
                <a:gd name="T4" fmla="*/ 87 w 87"/>
                <a:gd name="T5" fmla="*/ 55 h 86"/>
                <a:gd name="T6" fmla="*/ 29 w 87"/>
                <a:gd name="T7" fmla="*/ 86 h 86"/>
                <a:gd name="T8" fmla="*/ 0 w 87"/>
                <a:gd name="T9" fmla="*/ 3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0" y="30"/>
                  </a:moveTo>
                  <a:lnTo>
                    <a:pt x="58" y="0"/>
                  </a:lnTo>
                  <a:lnTo>
                    <a:pt x="87" y="55"/>
                  </a:lnTo>
                  <a:lnTo>
                    <a:pt x="29" y="8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592"/>
            <p:cNvSpPr>
              <a:spLocks/>
            </p:cNvSpPr>
            <p:nvPr/>
          </p:nvSpPr>
          <p:spPr bwMode="auto">
            <a:xfrm>
              <a:off x="3371850" y="1584326"/>
              <a:ext cx="138113" cy="133350"/>
            </a:xfrm>
            <a:custGeom>
              <a:avLst/>
              <a:gdLst>
                <a:gd name="T0" fmla="*/ 0 w 87"/>
                <a:gd name="T1" fmla="*/ 30 h 84"/>
                <a:gd name="T2" fmla="*/ 58 w 87"/>
                <a:gd name="T3" fmla="*/ 0 h 84"/>
                <a:gd name="T4" fmla="*/ 87 w 87"/>
                <a:gd name="T5" fmla="*/ 54 h 84"/>
                <a:gd name="T6" fmla="*/ 29 w 87"/>
                <a:gd name="T7" fmla="*/ 84 h 84"/>
                <a:gd name="T8" fmla="*/ 0 w 87"/>
                <a:gd name="T9" fmla="*/ 3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4">
                  <a:moveTo>
                    <a:pt x="0" y="30"/>
                  </a:moveTo>
                  <a:lnTo>
                    <a:pt x="58" y="0"/>
                  </a:lnTo>
                  <a:lnTo>
                    <a:pt x="87" y="54"/>
                  </a:lnTo>
                  <a:lnTo>
                    <a:pt x="29" y="8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593"/>
            <p:cNvSpPr>
              <a:spLocks/>
            </p:cNvSpPr>
            <p:nvPr/>
          </p:nvSpPr>
          <p:spPr bwMode="auto">
            <a:xfrm>
              <a:off x="3422650" y="1679576"/>
              <a:ext cx="136525" cy="133350"/>
            </a:xfrm>
            <a:custGeom>
              <a:avLst/>
              <a:gdLst>
                <a:gd name="T0" fmla="*/ 0 w 86"/>
                <a:gd name="T1" fmla="*/ 30 h 84"/>
                <a:gd name="T2" fmla="*/ 57 w 86"/>
                <a:gd name="T3" fmla="*/ 0 h 84"/>
                <a:gd name="T4" fmla="*/ 86 w 86"/>
                <a:gd name="T5" fmla="*/ 54 h 84"/>
                <a:gd name="T6" fmla="*/ 29 w 86"/>
                <a:gd name="T7" fmla="*/ 84 h 84"/>
                <a:gd name="T8" fmla="*/ 0 w 86"/>
                <a:gd name="T9" fmla="*/ 3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0" y="30"/>
                  </a:moveTo>
                  <a:lnTo>
                    <a:pt x="57" y="0"/>
                  </a:lnTo>
                  <a:lnTo>
                    <a:pt x="86" y="54"/>
                  </a:lnTo>
                  <a:lnTo>
                    <a:pt x="29" y="8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594"/>
            <p:cNvSpPr>
              <a:spLocks/>
            </p:cNvSpPr>
            <p:nvPr/>
          </p:nvSpPr>
          <p:spPr bwMode="auto">
            <a:xfrm>
              <a:off x="3473450" y="1528763"/>
              <a:ext cx="138113" cy="136525"/>
            </a:xfrm>
            <a:custGeom>
              <a:avLst/>
              <a:gdLst>
                <a:gd name="T0" fmla="*/ 0 w 87"/>
                <a:gd name="T1" fmla="*/ 31 h 86"/>
                <a:gd name="T2" fmla="*/ 58 w 87"/>
                <a:gd name="T3" fmla="*/ 0 h 86"/>
                <a:gd name="T4" fmla="*/ 87 w 87"/>
                <a:gd name="T5" fmla="*/ 56 h 86"/>
                <a:gd name="T6" fmla="*/ 29 w 87"/>
                <a:gd name="T7" fmla="*/ 86 h 86"/>
                <a:gd name="T8" fmla="*/ 0 w 87"/>
                <a:gd name="T9" fmla="*/ 3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0" y="31"/>
                  </a:moveTo>
                  <a:lnTo>
                    <a:pt x="58" y="0"/>
                  </a:lnTo>
                  <a:lnTo>
                    <a:pt x="87" y="56"/>
                  </a:lnTo>
                  <a:lnTo>
                    <a:pt x="29" y="8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595"/>
            <p:cNvSpPr>
              <a:spLocks/>
            </p:cNvSpPr>
            <p:nvPr/>
          </p:nvSpPr>
          <p:spPr bwMode="auto">
            <a:xfrm>
              <a:off x="3524250" y="1624013"/>
              <a:ext cx="136525" cy="136525"/>
            </a:xfrm>
            <a:custGeom>
              <a:avLst/>
              <a:gdLst>
                <a:gd name="T0" fmla="*/ 0 w 86"/>
                <a:gd name="T1" fmla="*/ 30 h 86"/>
                <a:gd name="T2" fmla="*/ 58 w 86"/>
                <a:gd name="T3" fmla="*/ 0 h 86"/>
                <a:gd name="T4" fmla="*/ 86 w 86"/>
                <a:gd name="T5" fmla="*/ 55 h 86"/>
                <a:gd name="T6" fmla="*/ 29 w 86"/>
                <a:gd name="T7" fmla="*/ 86 h 86"/>
                <a:gd name="T8" fmla="*/ 0 w 86"/>
                <a:gd name="T9" fmla="*/ 3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0" y="30"/>
                  </a:moveTo>
                  <a:lnTo>
                    <a:pt x="58" y="0"/>
                  </a:lnTo>
                  <a:lnTo>
                    <a:pt x="86" y="55"/>
                  </a:lnTo>
                  <a:lnTo>
                    <a:pt x="29" y="8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596"/>
            <p:cNvSpPr>
              <a:spLocks/>
            </p:cNvSpPr>
            <p:nvPr/>
          </p:nvSpPr>
          <p:spPr bwMode="auto">
            <a:xfrm>
              <a:off x="3575050" y="1476376"/>
              <a:ext cx="138113" cy="136525"/>
            </a:xfrm>
            <a:custGeom>
              <a:avLst/>
              <a:gdLst>
                <a:gd name="T0" fmla="*/ 0 w 87"/>
                <a:gd name="T1" fmla="*/ 30 h 86"/>
                <a:gd name="T2" fmla="*/ 58 w 87"/>
                <a:gd name="T3" fmla="*/ 0 h 86"/>
                <a:gd name="T4" fmla="*/ 87 w 87"/>
                <a:gd name="T5" fmla="*/ 54 h 86"/>
                <a:gd name="T6" fmla="*/ 29 w 87"/>
                <a:gd name="T7" fmla="*/ 86 h 86"/>
                <a:gd name="T8" fmla="*/ 0 w 87"/>
                <a:gd name="T9" fmla="*/ 3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0" y="30"/>
                  </a:moveTo>
                  <a:lnTo>
                    <a:pt x="58" y="0"/>
                  </a:lnTo>
                  <a:lnTo>
                    <a:pt x="87" y="54"/>
                  </a:lnTo>
                  <a:lnTo>
                    <a:pt x="29" y="8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597"/>
            <p:cNvSpPr>
              <a:spLocks/>
            </p:cNvSpPr>
            <p:nvPr/>
          </p:nvSpPr>
          <p:spPr bwMode="auto">
            <a:xfrm>
              <a:off x="3625850" y="1571626"/>
              <a:ext cx="138113" cy="133350"/>
            </a:xfrm>
            <a:custGeom>
              <a:avLst/>
              <a:gdLst>
                <a:gd name="T0" fmla="*/ 0 w 87"/>
                <a:gd name="T1" fmla="*/ 30 h 84"/>
                <a:gd name="T2" fmla="*/ 58 w 87"/>
                <a:gd name="T3" fmla="*/ 0 h 84"/>
                <a:gd name="T4" fmla="*/ 87 w 87"/>
                <a:gd name="T5" fmla="*/ 54 h 84"/>
                <a:gd name="T6" fmla="*/ 29 w 87"/>
                <a:gd name="T7" fmla="*/ 84 h 84"/>
                <a:gd name="T8" fmla="*/ 0 w 87"/>
                <a:gd name="T9" fmla="*/ 3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4">
                  <a:moveTo>
                    <a:pt x="0" y="30"/>
                  </a:moveTo>
                  <a:lnTo>
                    <a:pt x="58" y="0"/>
                  </a:lnTo>
                  <a:lnTo>
                    <a:pt x="87" y="54"/>
                  </a:lnTo>
                  <a:lnTo>
                    <a:pt x="29" y="8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598"/>
            <p:cNvSpPr>
              <a:spLocks/>
            </p:cNvSpPr>
            <p:nvPr/>
          </p:nvSpPr>
          <p:spPr bwMode="auto">
            <a:xfrm>
              <a:off x="3859213" y="1038226"/>
              <a:ext cx="723900" cy="522288"/>
            </a:xfrm>
            <a:custGeom>
              <a:avLst/>
              <a:gdLst>
                <a:gd name="T0" fmla="*/ 391 w 456"/>
                <a:gd name="T1" fmla="*/ 0 h 329"/>
                <a:gd name="T2" fmla="*/ 0 w 456"/>
                <a:gd name="T3" fmla="*/ 206 h 329"/>
                <a:gd name="T4" fmla="*/ 65 w 456"/>
                <a:gd name="T5" fmla="*/ 329 h 329"/>
                <a:gd name="T6" fmla="*/ 456 w 456"/>
                <a:gd name="T7" fmla="*/ 122 h 329"/>
                <a:gd name="T8" fmla="*/ 391 w 456"/>
                <a:gd name="T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6" h="329">
                  <a:moveTo>
                    <a:pt x="391" y="0"/>
                  </a:moveTo>
                  <a:lnTo>
                    <a:pt x="0" y="206"/>
                  </a:lnTo>
                  <a:lnTo>
                    <a:pt x="65" y="329"/>
                  </a:lnTo>
                  <a:lnTo>
                    <a:pt x="456" y="12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D0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599"/>
            <p:cNvSpPr>
              <a:spLocks/>
            </p:cNvSpPr>
            <p:nvPr/>
          </p:nvSpPr>
          <p:spPr bwMode="auto">
            <a:xfrm>
              <a:off x="4383088" y="1046163"/>
              <a:ext cx="138113" cy="136525"/>
            </a:xfrm>
            <a:custGeom>
              <a:avLst/>
              <a:gdLst>
                <a:gd name="T0" fmla="*/ 58 w 87"/>
                <a:gd name="T1" fmla="*/ 0 h 86"/>
                <a:gd name="T2" fmla="*/ 0 w 87"/>
                <a:gd name="T3" fmla="*/ 32 h 86"/>
                <a:gd name="T4" fmla="*/ 29 w 87"/>
                <a:gd name="T5" fmla="*/ 86 h 86"/>
                <a:gd name="T6" fmla="*/ 87 w 87"/>
                <a:gd name="T7" fmla="*/ 56 h 86"/>
                <a:gd name="T8" fmla="*/ 58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58" y="0"/>
                  </a:moveTo>
                  <a:lnTo>
                    <a:pt x="0" y="32"/>
                  </a:lnTo>
                  <a:lnTo>
                    <a:pt x="29" y="86"/>
                  </a:lnTo>
                  <a:lnTo>
                    <a:pt x="87" y="5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600"/>
            <p:cNvSpPr>
              <a:spLocks/>
            </p:cNvSpPr>
            <p:nvPr/>
          </p:nvSpPr>
          <p:spPr bwMode="auto">
            <a:xfrm>
              <a:off x="4433888" y="1141413"/>
              <a:ext cx="138113" cy="136525"/>
            </a:xfrm>
            <a:custGeom>
              <a:avLst/>
              <a:gdLst>
                <a:gd name="T0" fmla="*/ 58 w 87"/>
                <a:gd name="T1" fmla="*/ 0 h 86"/>
                <a:gd name="T2" fmla="*/ 0 w 87"/>
                <a:gd name="T3" fmla="*/ 32 h 86"/>
                <a:gd name="T4" fmla="*/ 29 w 87"/>
                <a:gd name="T5" fmla="*/ 86 h 86"/>
                <a:gd name="T6" fmla="*/ 87 w 87"/>
                <a:gd name="T7" fmla="*/ 55 h 86"/>
                <a:gd name="T8" fmla="*/ 58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58" y="0"/>
                  </a:moveTo>
                  <a:lnTo>
                    <a:pt x="0" y="32"/>
                  </a:lnTo>
                  <a:lnTo>
                    <a:pt x="29" y="86"/>
                  </a:lnTo>
                  <a:lnTo>
                    <a:pt x="87" y="5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601"/>
            <p:cNvSpPr>
              <a:spLocks/>
            </p:cNvSpPr>
            <p:nvPr/>
          </p:nvSpPr>
          <p:spPr bwMode="auto">
            <a:xfrm>
              <a:off x="4281488" y="1101726"/>
              <a:ext cx="138113" cy="136525"/>
            </a:xfrm>
            <a:custGeom>
              <a:avLst/>
              <a:gdLst>
                <a:gd name="T0" fmla="*/ 58 w 87"/>
                <a:gd name="T1" fmla="*/ 0 h 86"/>
                <a:gd name="T2" fmla="*/ 0 w 87"/>
                <a:gd name="T3" fmla="*/ 30 h 86"/>
                <a:gd name="T4" fmla="*/ 29 w 87"/>
                <a:gd name="T5" fmla="*/ 86 h 86"/>
                <a:gd name="T6" fmla="*/ 87 w 87"/>
                <a:gd name="T7" fmla="*/ 54 h 86"/>
                <a:gd name="T8" fmla="*/ 58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58" y="0"/>
                  </a:moveTo>
                  <a:lnTo>
                    <a:pt x="0" y="30"/>
                  </a:lnTo>
                  <a:lnTo>
                    <a:pt x="29" y="86"/>
                  </a:lnTo>
                  <a:lnTo>
                    <a:pt x="87" y="5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602"/>
            <p:cNvSpPr>
              <a:spLocks/>
            </p:cNvSpPr>
            <p:nvPr/>
          </p:nvSpPr>
          <p:spPr bwMode="auto">
            <a:xfrm>
              <a:off x="4332288" y="1196976"/>
              <a:ext cx="138113" cy="136525"/>
            </a:xfrm>
            <a:custGeom>
              <a:avLst/>
              <a:gdLst>
                <a:gd name="T0" fmla="*/ 58 w 87"/>
                <a:gd name="T1" fmla="*/ 0 h 86"/>
                <a:gd name="T2" fmla="*/ 0 w 87"/>
                <a:gd name="T3" fmla="*/ 30 h 86"/>
                <a:gd name="T4" fmla="*/ 29 w 87"/>
                <a:gd name="T5" fmla="*/ 86 h 86"/>
                <a:gd name="T6" fmla="*/ 87 w 87"/>
                <a:gd name="T7" fmla="*/ 54 h 86"/>
                <a:gd name="T8" fmla="*/ 58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58" y="0"/>
                  </a:moveTo>
                  <a:lnTo>
                    <a:pt x="0" y="30"/>
                  </a:lnTo>
                  <a:lnTo>
                    <a:pt x="29" y="86"/>
                  </a:lnTo>
                  <a:lnTo>
                    <a:pt x="87" y="5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603"/>
            <p:cNvSpPr>
              <a:spLocks/>
            </p:cNvSpPr>
            <p:nvPr/>
          </p:nvSpPr>
          <p:spPr bwMode="auto">
            <a:xfrm>
              <a:off x="4179888" y="1154113"/>
              <a:ext cx="139700" cy="136525"/>
            </a:xfrm>
            <a:custGeom>
              <a:avLst/>
              <a:gdLst>
                <a:gd name="T0" fmla="*/ 59 w 88"/>
                <a:gd name="T1" fmla="*/ 0 h 86"/>
                <a:gd name="T2" fmla="*/ 0 w 88"/>
                <a:gd name="T3" fmla="*/ 31 h 86"/>
                <a:gd name="T4" fmla="*/ 29 w 88"/>
                <a:gd name="T5" fmla="*/ 86 h 86"/>
                <a:gd name="T6" fmla="*/ 88 w 88"/>
                <a:gd name="T7" fmla="*/ 56 h 86"/>
                <a:gd name="T8" fmla="*/ 59 w 8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6">
                  <a:moveTo>
                    <a:pt x="59" y="0"/>
                  </a:moveTo>
                  <a:lnTo>
                    <a:pt x="0" y="31"/>
                  </a:lnTo>
                  <a:lnTo>
                    <a:pt x="29" y="86"/>
                  </a:lnTo>
                  <a:lnTo>
                    <a:pt x="88" y="5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604"/>
            <p:cNvSpPr>
              <a:spLocks/>
            </p:cNvSpPr>
            <p:nvPr/>
          </p:nvSpPr>
          <p:spPr bwMode="auto">
            <a:xfrm>
              <a:off x="4230688" y="1249363"/>
              <a:ext cx="136525" cy="136525"/>
            </a:xfrm>
            <a:custGeom>
              <a:avLst/>
              <a:gdLst>
                <a:gd name="T0" fmla="*/ 58 w 86"/>
                <a:gd name="T1" fmla="*/ 0 h 86"/>
                <a:gd name="T2" fmla="*/ 0 w 86"/>
                <a:gd name="T3" fmla="*/ 30 h 86"/>
                <a:gd name="T4" fmla="*/ 29 w 86"/>
                <a:gd name="T5" fmla="*/ 86 h 86"/>
                <a:gd name="T6" fmla="*/ 86 w 86"/>
                <a:gd name="T7" fmla="*/ 55 h 86"/>
                <a:gd name="T8" fmla="*/ 58 w 86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58" y="0"/>
                  </a:moveTo>
                  <a:lnTo>
                    <a:pt x="0" y="30"/>
                  </a:lnTo>
                  <a:lnTo>
                    <a:pt x="29" y="86"/>
                  </a:lnTo>
                  <a:lnTo>
                    <a:pt x="86" y="5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605"/>
            <p:cNvSpPr>
              <a:spLocks/>
            </p:cNvSpPr>
            <p:nvPr/>
          </p:nvSpPr>
          <p:spPr bwMode="auto">
            <a:xfrm>
              <a:off x="4078288" y="1209676"/>
              <a:ext cx="139700" cy="134938"/>
            </a:xfrm>
            <a:custGeom>
              <a:avLst/>
              <a:gdLst>
                <a:gd name="T0" fmla="*/ 59 w 88"/>
                <a:gd name="T1" fmla="*/ 0 h 85"/>
                <a:gd name="T2" fmla="*/ 0 w 88"/>
                <a:gd name="T3" fmla="*/ 30 h 85"/>
                <a:gd name="T4" fmla="*/ 30 w 88"/>
                <a:gd name="T5" fmla="*/ 85 h 85"/>
                <a:gd name="T6" fmla="*/ 88 w 88"/>
                <a:gd name="T7" fmla="*/ 54 h 85"/>
                <a:gd name="T8" fmla="*/ 59 w 88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5">
                  <a:moveTo>
                    <a:pt x="59" y="0"/>
                  </a:moveTo>
                  <a:lnTo>
                    <a:pt x="0" y="30"/>
                  </a:lnTo>
                  <a:lnTo>
                    <a:pt x="30" y="85"/>
                  </a:lnTo>
                  <a:lnTo>
                    <a:pt x="88" y="54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606"/>
            <p:cNvSpPr>
              <a:spLocks/>
            </p:cNvSpPr>
            <p:nvPr/>
          </p:nvSpPr>
          <p:spPr bwMode="auto">
            <a:xfrm>
              <a:off x="4129088" y="1304926"/>
              <a:ext cx="136525" cy="133350"/>
            </a:xfrm>
            <a:custGeom>
              <a:avLst/>
              <a:gdLst>
                <a:gd name="T0" fmla="*/ 57 w 86"/>
                <a:gd name="T1" fmla="*/ 0 h 84"/>
                <a:gd name="T2" fmla="*/ 0 w 86"/>
                <a:gd name="T3" fmla="*/ 30 h 84"/>
                <a:gd name="T4" fmla="*/ 28 w 86"/>
                <a:gd name="T5" fmla="*/ 84 h 84"/>
                <a:gd name="T6" fmla="*/ 86 w 86"/>
                <a:gd name="T7" fmla="*/ 54 h 84"/>
                <a:gd name="T8" fmla="*/ 57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57" y="0"/>
                  </a:moveTo>
                  <a:lnTo>
                    <a:pt x="0" y="30"/>
                  </a:lnTo>
                  <a:lnTo>
                    <a:pt x="28" y="84"/>
                  </a:lnTo>
                  <a:lnTo>
                    <a:pt x="86" y="54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08"/>
            <p:cNvSpPr>
              <a:spLocks/>
            </p:cNvSpPr>
            <p:nvPr/>
          </p:nvSpPr>
          <p:spPr bwMode="auto">
            <a:xfrm>
              <a:off x="3978275" y="1262063"/>
              <a:ext cx="136525" cy="136525"/>
            </a:xfrm>
            <a:custGeom>
              <a:avLst/>
              <a:gdLst>
                <a:gd name="T0" fmla="*/ 56 w 86"/>
                <a:gd name="T1" fmla="*/ 0 h 86"/>
                <a:gd name="T2" fmla="*/ 0 w 86"/>
                <a:gd name="T3" fmla="*/ 31 h 86"/>
                <a:gd name="T4" fmla="*/ 29 w 86"/>
                <a:gd name="T5" fmla="*/ 86 h 86"/>
                <a:gd name="T6" fmla="*/ 86 w 86"/>
                <a:gd name="T7" fmla="*/ 56 h 86"/>
                <a:gd name="T8" fmla="*/ 56 w 86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56" y="0"/>
                  </a:moveTo>
                  <a:lnTo>
                    <a:pt x="0" y="31"/>
                  </a:lnTo>
                  <a:lnTo>
                    <a:pt x="29" y="86"/>
                  </a:lnTo>
                  <a:lnTo>
                    <a:pt x="8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609"/>
            <p:cNvSpPr>
              <a:spLocks/>
            </p:cNvSpPr>
            <p:nvPr/>
          </p:nvSpPr>
          <p:spPr bwMode="auto">
            <a:xfrm>
              <a:off x="4025900" y="1357313"/>
              <a:ext cx="139700" cy="136525"/>
            </a:xfrm>
            <a:custGeom>
              <a:avLst/>
              <a:gdLst>
                <a:gd name="T0" fmla="*/ 58 w 88"/>
                <a:gd name="T1" fmla="*/ 0 h 86"/>
                <a:gd name="T2" fmla="*/ 0 w 88"/>
                <a:gd name="T3" fmla="*/ 30 h 86"/>
                <a:gd name="T4" fmla="*/ 29 w 88"/>
                <a:gd name="T5" fmla="*/ 86 h 86"/>
                <a:gd name="T6" fmla="*/ 88 w 88"/>
                <a:gd name="T7" fmla="*/ 55 h 86"/>
                <a:gd name="T8" fmla="*/ 58 w 8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6">
                  <a:moveTo>
                    <a:pt x="58" y="0"/>
                  </a:moveTo>
                  <a:lnTo>
                    <a:pt x="0" y="30"/>
                  </a:lnTo>
                  <a:lnTo>
                    <a:pt x="29" y="86"/>
                  </a:lnTo>
                  <a:lnTo>
                    <a:pt x="88" y="5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610"/>
            <p:cNvSpPr>
              <a:spLocks/>
            </p:cNvSpPr>
            <p:nvPr/>
          </p:nvSpPr>
          <p:spPr bwMode="auto">
            <a:xfrm>
              <a:off x="3873500" y="1317625"/>
              <a:ext cx="139700" cy="134938"/>
            </a:xfrm>
            <a:custGeom>
              <a:avLst/>
              <a:gdLst>
                <a:gd name="T0" fmla="*/ 59 w 88"/>
                <a:gd name="T1" fmla="*/ 0 h 85"/>
                <a:gd name="T2" fmla="*/ 0 w 88"/>
                <a:gd name="T3" fmla="*/ 30 h 85"/>
                <a:gd name="T4" fmla="*/ 29 w 88"/>
                <a:gd name="T5" fmla="*/ 85 h 85"/>
                <a:gd name="T6" fmla="*/ 88 w 88"/>
                <a:gd name="T7" fmla="*/ 54 h 85"/>
                <a:gd name="T8" fmla="*/ 59 w 88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5">
                  <a:moveTo>
                    <a:pt x="59" y="0"/>
                  </a:moveTo>
                  <a:lnTo>
                    <a:pt x="0" y="30"/>
                  </a:lnTo>
                  <a:lnTo>
                    <a:pt x="29" y="85"/>
                  </a:lnTo>
                  <a:lnTo>
                    <a:pt x="88" y="54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611"/>
            <p:cNvSpPr>
              <a:spLocks/>
            </p:cNvSpPr>
            <p:nvPr/>
          </p:nvSpPr>
          <p:spPr bwMode="auto">
            <a:xfrm>
              <a:off x="3924300" y="1412875"/>
              <a:ext cx="139700" cy="133350"/>
            </a:xfrm>
            <a:custGeom>
              <a:avLst/>
              <a:gdLst>
                <a:gd name="T0" fmla="*/ 59 w 88"/>
                <a:gd name="T1" fmla="*/ 0 h 84"/>
                <a:gd name="T2" fmla="*/ 0 w 88"/>
                <a:gd name="T3" fmla="*/ 30 h 84"/>
                <a:gd name="T4" fmla="*/ 29 w 88"/>
                <a:gd name="T5" fmla="*/ 84 h 84"/>
                <a:gd name="T6" fmla="*/ 88 w 88"/>
                <a:gd name="T7" fmla="*/ 54 h 84"/>
                <a:gd name="T8" fmla="*/ 59 w 88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4">
                  <a:moveTo>
                    <a:pt x="59" y="0"/>
                  </a:moveTo>
                  <a:lnTo>
                    <a:pt x="0" y="30"/>
                  </a:lnTo>
                  <a:lnTo>
                    <a:pt x="29" y="84"/>
                  </a:lnTo>
                  <a:lnTo>
                    <a:pt x="88" y="54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12"/>
            <p:cNvSpPr>
              <a:spLocks/>
            </p:cNvSpPr>
            <p:nvPr/>
          </p:nvSpPr>
          <p:spPr bwMode="auto">
            <a:xfrm>
              <a:off x="3713163" y="1443038"/>
              <a:ext cx="214313" cy="138113"/>
            </a:xfrm>
            <a:custGeom>
              <a:avLst/>
              <a:gdLst>
                <a:gd name="T0" fmla="*/ 0 w 135"/>
                <a:gd name="T1" fmla="*/ 67 h 87"/>
                <a:gd name="T2" fmla="*/ 124 w 135"/>
                <a:gd name="T3" fmla="*/ 0 h 87"/>
                <a:gd name="T4" fmla="*/ 135 w 135"/>
                <a:gd name="T5" fmla="*/ 22 h 87"/>
                <a:gd name="T6" fmla="*/ 11 w 135"/>
                <a:gd name="T7" fmla="*/ 87 h 87"/>
                <a:gd name="T8" fmla="*/ 0 w 135"/>
                <a:gd name="T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87">
                  <a:moveTo>
                    <a:pt x="0" y="67"/>
                  </a:moveTo>
                  <a:lnTo>
                    <a:pt x="124" y="0"/>
                  </a:lnTo>
                  <a:lnTo>
                    <a:pt x="135" y="22"/>
                  </a:lnTo>
                  <a:lnTo>
                    <a:pt x="11" y="8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13"/>
            <p:cNvSpPr>
              <a:spLocks noEditPoints="1"/>
            </p:cNvSpPr>
            <p:nvPr/>
          </p:nvSpPr>
          <p:spPr bwMode="auto">
            <a:xfrm>
              <a:off x="3360738" y="830263"/>
              <a:ext cx="455613" cy="403225"/>
            </a:xfrm>
            <a:custGeom>
              <a:avLst/>
              <a:gdLst>
                <a:gd name="T0" fmla="*/ 207 w 207"/>
                <a:gd name="T1" fmla="*/ 57 h 183"/>
                <a:gd name="T2" fmla="*/ 125 w 207"/>
                <a:gd name="T3" fmla="*/ 152 h 183"/>
                <a:gd name="T4" fmla="*/ 0 w 207"/>
                <a:gd name="T5" fmla="*/ 166 h 183"/>
                <a:gd name="T6" fmla="*/ 20 w 207"/>
                <a:gd name="T7" fmla="*/ 155 h 183"/>
                <a:gd name="T8" fmla="*/ 56 w 207"/>
                <a:gd name="T9" fmla="*/ 39 h 183"/>
                <a:gd name="T10" fmla="*/ 39 w 207"/>
                <a:gd name="T11" fmla="*/ 7 h 183"/>
                <a:gd name="T12" fmla="*/ 53 w 207"/>
                <a:gd name="T13" fmla="*/ 0 h 183"/>
                <a:gd name="T14" fmla="*/ 70 w 207"/>
                <a:gd name="T15" fmla="*/ 32 h 183"/>
                <a:gd name="T16" fmla="*/ 186 w 207"/>
                <a:gd name="T17" fmla="*/ 67 h 183"/>
                <a:gd name="T18" fmla="*/ 207 w 207"/>
                <a:gd name="T19" fmla="*/ 57 h 183"/>
                <a:gd name="T20" fmla="*/ 66 w 207"/>
                <a:gd name="T21" fmla="*/ 36 h 183"/>
                <a:gd name="T22" fmla="*/ 66 w 207"/>
                <a:gd name="T23" fmla="*/ 36 h 183"/>
                <a:gd name="T24" fmla="*/ 105 w 207"/>
                <a:gd name="T25" fmla="*/ 110 h 183"/>
                <a:gd name="T26" fmla="*/ 180 w 207"/>
                <a:gd name="T27" fmla="*/ 71 h 183"/>
                <a:gd name="T28" fmla="*/ 66 w 207"/>
                <a:gd name="T29" fmla="*/ 36 h 183"/>
                <a:gd name="T30" fmla="*/ 62 w 207"/>
                <a:gd name="T31" fmla="*/ 38 h 183"/>
                <a:gd name="T32" fmla="*/ 62 w 207"/>
                <a:gd name="T33" fmla="*/ 38 h 183"/>
                <a:gd name="T34" fmla="*/ 27 w 207"/>
                <a:gd name="T35" fmla="*/ 152 h 183"/>
                <a:gd name="T36" fmla="*/ 101 w 207"/>
                <a:gd name="T37" fmla="*/ 112 h 183"/>
                <a:gd name="T38" fmla="*/ 62 w 207"/>
                <a:gd name="T39" fmla="*/ 3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7" h="183">
                  <a:moveTo>
                    <a:pt x="207" y="57"/>
                  </a:moveTo>
                  <a:cubicBezTo>
                    <a:pt x="206" y="87"/>
                    <a:pt x="174" y="126"/>
                    <a:pt x="125" y="152"/>
                  </a:cubicBezTo>
                  <a:cubicBezTo>
                    <a:pt x="76" y="178"/>
                    <a:pt x="25" y="183"/>
                    <a:pt x="0" y="166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207" y="57"/>
                    <a:pt x="207" y="57"/>
                    <a:pt x="207" y="57"/>
                  </a:cubicBezTo>
                  <a:close/>
                  <a:moveTo>
                    <a:pt x="66" y="36"/>
                  </a:moveTo>
                  <a:cubicBezTo>
                    <a:pt x="66" y="36"/>
                    <a:pt x="66" y="36"/>
                    <a:pt x="66" y="36"/>
                  </a:cubicBezTo>
                  <a:cubicBezTo>
                    <a:pt x="105" y="110"/>
                    <a:pt x="105" y="110"/>
                    <a:pt x="105" y="110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66" y="36"/>
                    <a:pt x="66" y="36"/>
                    <a:pt x="66" y="36"/>
                  </a:cubicBezTo>
                  <a:close/>
                  <a:moveTo>
                    <a:pt x="62" y="38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101" y="112"/>
                    <a:pt x="101" y="112"/>
                    <a:pt x="101" y="112"/>
                  </a:cubicBezTo>
                  <a:lnTo>
                    <a:pt x="62" y="38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614"/>
            <p:cNvSpPr>
              <a:spLocks noEditPoints="1"/>
            </p:cNvSpPr>
            <p:nvPr/>
          </p:nvSpPr>
          <p:spPr bwMode="auto">
            <a:xfrm>
              <a:off x="3860800" y="1787525"/>
              <a:ext cx="330200" cy="292100"/>
            </a:xfrm>
            <a:custGeom>
              <a:avLst/>
              <a:gdLst>
                <a:gd name="T0" fmla="*/ 150 w 150"/>
                <a:gd name="T1" fmla="*/ 12 h 133"/>
                <a:gd name="T2" fmla="*/ 59 w 150"/>
                <a:gd name="T3" fmla="*/ 23 h 133"/>
                <a:gd name="T4" fmla="*/ 0 w 150"/>
                <a:gd name="T5" fmla="*/ 92 h 133"/>
                <a:gd name="T6" fmla="*/ 15 w 150"/>
                <a:gd name="T7" fmla="*/ 84 h 133"/>
                <a:gd name="T8" fmla="*/ 99 w 150"/>
                <a:gd name="T9" fmla="*/ 110 h 133"/>
                <a:gd name="T10" fmla="*/ 111 w 150"/>
                <a:gd name="T11" fmla="*/ 133 h 133"/>
                <a:gd name="T12" fmla="*/ 121 w 150"/>
                <a:gd name="T13" fmla="*/ 128 h 133"/>
                <a:gd name="T14" fmla="*/ 109 w 150"/>
                <a:gd name="T15" fmla="*/ 105 h 133"/>
                <a:gd name="T16" fmla="*/ 135 w 150"/>
                <a:gd name="T17" fmla="*/ 20 h 133"/>
                <a:gd name="T18" fmla="*/ 150 w 150"/>
                <a:gd name="T19" fmla="*/ 12 h 133"/>
                <a:gd name="T20" fmla="*/ 105 w 150"/>
                <a:gd name="T21" fmla="*/ 105 h 133"/>
                <a:gd name="T22" fmla="*/ 105 w 150"/>
                <a:gd name="T23" fmla="*/ 105 h 133"/>
                <a:gd name="T24" fmla="*/ 76 w 150"/>
                <a:gd name="T25" fmla="*/ 51 h 133"/>
                <a:gd name="T26" fmla="*/ 130 w 150"/>
                <a:gd name="T27" fmla="*/ 23 h 133"/>
                <a:gd name="T28" fmla="*/ 105 w 150"/>
                <a:gd name="T29" fmla="*/ 105 h 133"/>
                <a:gd name="T30" fmla="*/ 102 w 150"/>
                <a:gd name="T31" fmla="*/ 107 h 133"/>
                <a:gd name="T32" fmla="*/ 102 w 150"/>
                <a:gd name="T33" fmla="*/ 107 h 133"/>
                <a:gd name="T34" fmla="*/ 19 w 150"/>
                <a:gd name="T35" fmla="*/ 82 h 133"/>
                <a:gd name="T36" fmla="*/ 73 w 150"/>
                <a:gd name="T37" fmla="*/ 53 h 133"/>
                <a:gd name="T38" fmla="*/ 102 w 150"/>
                <a:gd name="T39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0" h="133">
                  <a:moveTo>
                    <a:pt x="150" y="12"/>
                  </a:moveTo>
                  <a:cubicBezTo>
                    <a:pt x="132" y="0"/>
                    <a:pt x="95" y="4"/>
                    <a:pt x="59" y="23"/>
                  </a:cubicBezTo>
                  <a:cubicBezTo>
                    <a:pt x="24" y="42"/>
                    <a:pt x="0" y="70"/>
                    <a:pt x="0" y="92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11" y="133"/>
                    <a:pt x="111" y="133"/>
                    <a:pt x="111" y="133"/>
                  </a:cubicBezTo>
                  <a:cubicBezTo>
                    <a:pt x="121" y="128"/>
                    <a:pt x="121" y="128"/>
                    <a:pt x="121" y="128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50" y="12"/>
                    <a:pt x="150" y="12"/>
                    <a:pt x="150" y="12"/>
                  </a:cubicBezTo>
                  <a:close/>
                  <a:moveTo>
                    <a:pt x="105" y="105"/>
                  </a:moveTo>
                  <a:cubicBezTo>
                    <a:pt x="105" y="105"/>
                    <a:pt x="105" y="105"/>
                    <a:pt x="105" y="105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05" y="105"/>
                    <a:pt x="105" y="105"/>
                    <a:pt x="105" y="105"/>
                  </a:cubicBezTo>
                  <a:close/>
                  <a:moveTo>
                    <a:pt x="102" y="107"/>
                  </a:moveTo>
                  <a:cubicBezTo>
                    <a:pt x="102" y="107"/>
                    <a:pt x="102" y="107"/>
                    <a:pt x="102" y="10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73" y="53"/>
                    <a:pt x="73" y="53"/>
                    <a:pt x="73" y="53"/>
                  </a:cubicBezTo>
                  <a:lnTo>
                    <a:pt x="102" y="107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349529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8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8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8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8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0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0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0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2.08333E-6 -4.81481E-6 L -2.08333E-6 0.02848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0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2" presetClass="entr" presetSubtype="4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18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18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-4.16667E-7 -7.40741E-7 L -4.16667E-7 0.02847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8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path" presetSubtype="0" repeatCount="indefinite" accel="50000" decel="50000" autoRev="1" fill="hold" grpId="1" nodeType="withEffect">
                                  <p:stCondLst>
                                    <p:cond delay="4500"/>
                                  </p:stCondLst>
                                  <p:childTnLst>
                                    <p:animMotion origin="layout" path="M -3.75E-6 1.11111E-6 L -3.75E-6 0.02847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5" grpId="0" animBg="1"/>
      <p:bldP spid="1856" grpId="0"/>
      <p:bldP spid="1859" grpId="0" animBg="1"/>
      <p:bldP spid="1859" grpId="1" animBg="1"/>
      <p:bldP spid="1860" grpId="0" animBg="1"/>
      <p:bldP spid="1860" grpId="1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" name="Group 246">
            <a:extLst>
              <a:ext uri="{FF2B5EF4-FFF2-40B4-BE49-F238E27FC236}">
                <a16:creationId xmlns:a16="http://schemas.microsoft.com/office/drawing/2014/main" id="{33B1535B-53D3-4E43-AB55-023330EECF74}"/>
              </a:ext>
            </a:extLst>
          </p:cNvPr>
          <p:cNvGrpSpPr/>
          <p:nvPr/>
        </p:nvGrpSpPr>
        <p:grpSpPr>
          <a:xfrm>
            <a:off x="10798557" y="1214774"/>
            <a:ext cx="2515531" cy="1634474"/>
            <a:chOff x="7458075" y="5580063"/>
            <a:chExt cx="1282700" cy="833438"/>
          </a:xfrm>
        </p:grpSpPr>
        <p:sp>
          <p:nvSpPr>
            <p:cNvPr id="248" name="Freeform 573">
              <a:extLst>
                <a:ext uri="{FF2B5EF4-FFF2-40B4-BE49-F238E27FC236}">
                  <a16:creationId xmlns:a16="http://schemas.microsoft.com/office/drawing/2014/main" id="{C00ACF5D-800E-405C-A3F5-6357678B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5580063"/>
              <a:ext cx="831850" cy="833438"/>
            </a:xfrm>
            <a:custGeom>
              <a:avLst/>
              <a:gdLst>
                <a:gd name="T0" fmla="*/ 130 w 378"/>
                <a:gd name="T1" fmla="*/ 33 h 378"/>
                <a:gd name="T2" fmla="*/ 345 w 378"/>
                <a:gd name="T3" fmla="*/ 129 h 378"/>
                <a:gd name="T4" fmla="*/ 249 w 378"/>
                <a:gd name="T5" fmla="*/ 345 h 378"/>
                <a:gd name="T6" fmla="*/ 33 w 378"/>
                <a:gd name="T7" fmla="*/ 248 h 378"/>
                <a:gd name="T8" fmla="*/ 130 w 378"/>
                <a:gd name="T9" fmla="*/ 3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378">
                  <a:moveTo>
                    <a:pt x="130" y="33"/>
                  </a:moveTo>
                  <a:cubicBezTo>
                    <a:pt x="216" y="0"/>
                    <a:pt x="312" y="43"/>
                    <a:pt x="345" y="129"/>
                  </a:cubicBezTo>
                  <a:cubicBezTo>
                    <a:pt x="378" y="215"/>
                    <a:pt x="335" y="312"/>
                    <a:pt x="249" y="345"/>
                  </a:cubicBezTo>
                  <a:cubicBezTo>
                    <a:pt x="163" y="378"/>
                    <a:pt x="66" y="335"/>
                    <a:pt x="33" y="248"/>
                  </a:cubicBezTo>
                  <a:cubicBezTo>
                    <a:pt x="0" y="162"/>
                    <a:pt x="43" y="66"/>
                    <a:pt x="130" y="33"/>
                  </a:cubicBezTo>
                  <a:close/>
                </a:path>
              </a:pathLst>
            </a:custGeom>
            <a:gradFill>
              <a:gsLst>
                <a:gs pos="0">
                  <a:srgbClr val="B4E2EF"/>
                </a:gs>
                <a:gs pos="81000">
                  <a:srgbClr val="8AD2E6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574">
              <a:extLst>
                <a:ext uri="{FF2B5EF4-FFF2-40B4-BE49-F238E27FC236}">
                  <a16:creationId xmlns:a16="http://schemas.microsoft.com/office/drawing/2014/main" id="{47F07674-69E1-4985-8156-8B2B2C49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0" y="5745163"/>
              <a:ext cx="674688" cy="385763"/>
            </a:xfrm>
            <a:custGeom>
              <a:avLst/>
              <a:gdLst>
                <a:gd name="T0" fmla="*/ 290 w 306"/>
                <a:gd name="T1" fmla="*/ 0 h 175"/>
                <a:gd name="T2" fmla="*/ 122 w 306"/>
                <a:gd name="T3" fmla="*/ 89 h 175"/>
                <a:gd name="T4" fmla="*/ 0 w 306"/>
                <a:gd name="T5" fmla="*/ 125 h 175"/>
                <a:gd name="T6" fmla="*/ 11 w 306"/>
                <a:gd name="T7" fmla="*/ 173 h 175"/>
                <a:gd name="T8" fmla="*/ 12 w 306"/>
                <a:gd name="T9" fmla="*/ 175 h 175"/>
                <a:gd name="T10" fmla="*/ 89 w 306"/>
                <a:gd name="T11" fmla="*/ 150 h 175"/>
                <a:gd name="T12" fmla="*/ 306 w 306"/>
                <a:gd name="T13" fmla="*/ 20 h 175"/>
                <a:gd name="T14" fmla="*/ 290 w 306"/>
                <a:gd name="T1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" h="175">
                  <a:moveTo>
                    <a:pt x="290" y="0"/>
                  </a:moveTo>
                  <a:cubicBezTo>
                    <a:pt x="245" y="33"/>
                    <a:pt x="187" y="64"/>
                    <a:pt x="122" y="89"/>
                  </a:cubicBezTo>
                  <a:cubicBezTo>
                    <a:pt x="80" y="105"/>
                    <a:pt x="39" y="117"/>
                    <a:pt x="0" y="125"/>
                  </a:cubicBezTo>
                  <a:cubicBezTo>
                    <a:pt x="2" y="141"/>
                    <a:pt x="5" y="158"/>
                    <a:pt x="11" y="173"/>
                  </a:cubicBezTo>
                  <a:cubicBezTo>
                    <a:pt x="11" y="174"/>
                    <a:pt x="11" y="174"/>
                    <a:pt x="12" y="175"/>
                  </a:cubicBezTo>
                  <a:cubicBezTo>
                    <a:pt x="37" y="168"/>
                    <a:pt x="63" y="160"/>
                    <a:pt x="89" y="150"/>
                  </a:cubicBezTo>
                  <a:cubicBezTo>
                    <a:pt x="182" y="114"/>
                    <a:pt x="259" y="67"/>
                    <a:pt x="306" y="20"/>
                  </a:cubicBezTo>
                  <a:cubicBezTo>
                    <a:pt x="301" y="13"/>
                    <a:pt x="296" y="7"/>
                    <a:pt x="290" y="0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575">
              <a:extLst>
                <a:ext uri="{FF2B5EF4-FFF2-40B4-BE49-F238E27FC236}">
                  <a16:creationId xmlns:a16="http://schemas.microsoft.com/office/drawing/2014/main" id="{D9627222-0F60-4267-B16C-4E03A65A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5964238"/>
              <a:ext cx="660400" cy="241300"/>
            </a:xfrm>
            <a:custGeom>
              <a:avLst/>
              <a:gdLst>
                <a:gd name="T0" fmla="*/ 299 w 300"/>
                <a:gd name="T1" fmla="*/ 0 h 110"/>
                <a:gd name="T2" fmla="*/ 172 w 300"/>
                <a:gd name="T3" fmla="*/ 61 h 110"/>
                <a:gd name="T4" fmla="*/ 0 w 300"/>
                <a:gd name="T5" fmla="*/ 106 h 110"/>
                <a:gd name="T6" fmla="*/ 253 w 300"/>
                <a:gd name="T7" fmla="*/ 58 h 110"/>
                <a:gd name="T8" fmla="*/ 298 w 300"/>
                <a:gd name="T9" fmla="*/ 40 h 110"/>
                <a:gd name="T10" fmla="*/ 299 w 300"/>
                <a:gd name="T1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0" h="110">
                  <a:moveTo>
                    <a:pt x="299" y="0"/>
                  </a:moveTo>
                  <a:cubicBezTo>
                    <a:pt x="262" y="22"/>
                    <a:pt x="219" y="43"/>
                    <a:pt x="172" y="61"/>
                  </a:cubicBezTo>
                  <a:cubicBezTo>
                    <a:pt x="111" y="85"/>
                    <a:pt x="52" y="99"/>
                    <a:pt x="0" y="106"/>
                  </a:cubicBezTo>
                  <a:cubicBezTo>
                    <a:pt x="67" y="110"/>
                    <a:pt x="158" y="94"/>
                    <a:pt x="253" y="58"/>
                  </a:cubicBezTo>
                  <a:cubicBezTo>
                    <a:pt x="268" y="52"/>
                    <a:pt x="283" y="46"/>
                    <a:pt x="298" y="40"/>
                  </a:cubicBezTo>
                  <a:cubicBezTo>
                    <a:pt x="300" y="27"/>
                    <a:pt x="300" y="13"/>
                    <a:pt x="299" y="0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576">
              <a:extLst>
                <a:ext uri="{FF2B5EF4-FFF2-40B4-BE49-F238E27FC236}">
                  <a16:creationId xmlns:a16="http://schemas.microsoft.com/office/drawing/2014/main" id="{0EBC5AA3-D248-496E-8A7C-37403D1F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5665788"/>
              <a:ext cx="528638" cy="247650"/>
            </a:xfrm>
            <a:custGeom>
              <a:avLst/>
              <a:gdLst>
                <a:gd name="T0" fmla="*/ 79 w 240"/>
                <a:gd name="T1" fmla="*/ 86 h 112"/>
                <a:gd name="T2" fmla="*/ 240 w 240"/>
                <a:gd name="T3" fmla="*/ 2 h 112"/>
                <a:gd name="T4" fmla="*/ 237 w 240"/>
                <a:gd name="T5" fmla="*/ 0 h 112"/>
                <a:gd name="T6" fmla="*/ 146 w 240"/>
                <a:gd name="T7" fmla="*/ 41 h 112"/>
                <a:gd name="T8" fmla="*/ 10 w 240"/>
                <a:gd name="T9" fmla="*/ 80 h 112"/>
                <a:gd name="T10" fmla="*/ 0 w 240"/>
                <a:gd name="T11" fmla="*/ 112 h 112"/>
                <a:gd name="T12" fmla="*/ 79 w 240"/>
                <a:gd name="T13" fmla="*/ 8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12">
                  <a:moveTo>
                    <a:pt x="79" y="86"/>
                  </a:moveTo>
                  <a:cubicBezTo>
                    <a:pt x="141" y="62"/>
                    <a:pt x="196" y="33"/>
                    <a:pt x="240" y="2"/>
                  </a:cubicBezTo>
                  <a:cubicBezTo>
                    <a:pt x="239" y="1"/>
                    <a:pt x="238" y="1"/>
                    <a:pt x="237" y="0"/>
                  </a:cubicBezTo>
                  <a:cubicBezTo>
                    <a:pt x="209" y="15"/>
                    <a:pt x="179" y="29"/>
                    <a:pt x="146" y="41"/>
                  </a:cubicBezTo>
                  <a:cubicBezTo>
                    <a:pt x="99" y="59"/>
                    <a:pt x="53" y="72"/>
                    <a:pt x="10" y="80"/>
                  </a:cubicBezTo>
                  <a:cubicBezTo>
                    <a:pt x="6" y="90"/>
                    <a:pt x="2" y="101"/>
                    <a:pt x="0" y="112"/>
                  </a:cubicBezTo>
                  <a:cubicBezTo>
                    <a:pt x="25" y="104"/>
                    <a:pt x="52" y="96"/>
                    <a:pt x="79" y="86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577">
              <a:extLst>
                <a:ext uri="{FF2B5EF4-FFF2-40B4-BE49-F238E27FC236}">
                  <a16:creationId xmlns:a16="http://schemas.microsoft.com/office/drawing/2014/main" id="{37915435-21A3-40B7-B6D5-23F4040D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0188" y="6164263"/>
              <a:ext cx="561975" cy="169863"/>
            </a:xfrm>
            <a:custGeom>
              <a:avLst/>
              <a:gdLst>
                <a:gd name="T0" fmla="*/ 243 w 255"/>
                <a:gd name="T1" fmla="*/ 4 h 77"/>
                <a:gd name="T2" fmla="*/ 0 w 255"/>
                <a:gd name="T3" fmla="*/ 53 h 77"/>
                <a:gd name="T4" fmla="*/ 40 w 255"/>
                <a:gd name="T5" fmla="*/ 77 h 77"/>
                <a:gd name="T6" fmla="*/ 177 w 255"/>
                <a:gd name="T7" fmla="*/ 38 h 77"/>
                <a:gd name="T8" fmla="*/ 252 w 255"/>
                <a:gd name="T9" fmla="*/ 5 h 77"/>
                <a:gd name="T10" fmla="*/ 255 w 255"/>
                <a:gd name="T11" fmla="*/ 0 h 77"/>
                <a:gd name="T12" fmla="*/ 243 w 255"/>
                <a:gd name="T13" fmla="*/ 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77">
                  <a:moveTo>
                    <a:pt x="243" y="4"/>
                  </a:moveTo>
                  <a:cubicBezTo>
                    <a:pt x="153" y="39"/>
                    <a:pt x="65" y="55"/>
                    <a:pt x="0" y="53"/>
                  </a:cubicBezTo>
                  <a:cubicBezTo>
                    <a:pt x="12" y="63"/>
                    <a:pt x="26" y="71"/>
                    <a:pt x="40" y="77"/>
                  </a:cubicBezTo>
                  <a:cubicBezTo>
                    <a:pt x="83" y="69"/>
                    <a:pt x="130" y="56"/>
                    <a:pt x="177" y="38"/>
                  </a:cubicBezTo>
                  <a:cubicBezTo>
                    <a:pt x="204" y="28"/>
                    <a:pt x="229" y="17"/>
                    <a:pt x="252" y="5"/>
                  </a:cubicBezTo>
                  <a:cubicBezTo>
                    <a:pt x="253" y="3"/>
                    <a:pt x="254" y="1"/>
                    <a:pt x="255" y="0"/>
                  </a:cubicBezTo>
                  <a:cubicBezTo>
                    <a:pt x="251" y="1"/>
                    <a:pt x="247" y="3"/>
                    <a:pt x="243" y="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578">
              <a:extLst>
                <a:ext uri="{FF2B5EF4-FFF2-40B4-BE49-F238E27FC236}">
                  <a16:creationId xmlns:a16="http://schemas.microsoft.com/office/drawing/2014/main" id="{5BD8FA51-296A-442A-A45E-BBD6E9CBD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683251"/>
              <a:ext cx="1282700" cy="617538"/>
            </a:xfrm>
            <a:custGeom>
              <a:avLst/>
              <a:gdLst>
                <a:gd name="T0" fmla="*/ 400 w 582"/>
                <a:gd name="T1" fmla="*/ 21 h 280"/>
                <a:gd name="T2" fmla="*/ 567 w 582"/>
                <a:gd name="T3" fmla="*/ 28 h 280"/>
                <a:gd name="T4" fmla="*/ 316 w 582"/>
                <a:gd name="T5" fmla="*/ 205 h 280"/>
                <a:gd name="T6" fmla="*/ 10 w 582"/>
                <a:gd name="T7" fmla="*/ 241 h 280"/>
                <a:gd name="T8" fmla="*/ 117 w 582"/>
                <a:gd name="T9" fmla="*/ 131 h 280"/>
                <a:gd name="T10" fmla="*/ 117 w 582"/>
                <a:gd name="T11" fmla="*/ 153 h 280"/>
                <a:gd name="T12" fmla="*/ 118 w 582"/>
                <a:gd name="T13" fmla="*/ 153 h 280"/>
                <a:gd name="T14" fmla="*/ 67 w 582"/>
                <a:gd name="T15" fmla="*/ 219 h 280"/>
                <a:gd name="T16" fmla="*/ 310 w 582"/>
                <a:gd name="T17" fmla="*/ 191 h 280"/>
                <a:gd name="T18" fmla="*/ 510 w 582"/>
                <a:gd name="T19" fmla="*/ 50 h 280"/>
                <a:gd name="T20" fmla="*/ 414 w 582"/>
                <a:gd name="T21" fmla="*/ 37 h 280"/>
                <a:gd name="T22" fmla="*/ 414 w 582"/>
                <a:gd name="T23" fmla="*/ 37 h 280"/>
                <a:gd name="T24" fmla="*/ 400 w 582"/>
                <a:gd name="T25" fmla="*/ 21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2" h="280">
                  <a:moveTo>
                    <a:pt x="400" y="21"/>
                  </a:moveTo>
                  <a:cubicBezTo>
                    <a:pt x="490" y="0"/>
                    <a:pt x="557" y="1"/>
                    <a:pt x="567" y="28"/>
                  </a:cubicBezTo>
                  <a:cubicBezTo>
                    <a:pt x="582" y="67"/>
                    <a:pt x="470" y="147"/>
                    <a:pt x="316" y="205"/>
                  </a:cubicBezTo>
                  <a:cubicBezTo>
                    <a:pt x="162" y="264"/>
                    <a:pt x="25" y="280"/>
                    <a:pt x="10" y="241"/>
                  </a:cubicBezTo>
                  <a:cubicBezTo>
                    <a:pt x="0" y="215"/>
                    <a:pt x="44" y="173"/>
                    <a:pt x="117" y="131"/>
                  </a:cubicBezTo>
                  <a:cubicBezTo>
                    <a:pt x="117" y="153"/>
                    <a:pt x="117" y="153"/>
                    <a:pt x="117" y="153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81" y="179"/>
                    <a:pt x="61" y="203"/>
                    <a:pt x="67" y="219"/>
                  </a:cubicBezTo>
                  <a:cubicBezTo>
                    <a:pt x="79" y="250"/>
                    <a:pt x="188" y="238"/>
                    <a:pt x="310" y="191"/>
                  </a:cubicBezTo>
                  <a:cubicBezTo>
                    <a:pt x="433" y="144"/>
                    <a:pt x="522" y="81"/>
                    <a:pt x="510" y="50"/>
                  </a:cubicBezTo>
                  <a:cubicBezTo>
                    <a:pt x="504" y="32"/>
                    <a:pt x="467" y="29"/>
                    <a:pt x="414" y="37"/>
                  </a:cubicBezTo>
                  <a:cubicBezTo>
                    <a:pt x="414" y="37"/>
                    <a:pt x="414" y="37"/>
                    <a:pt x="414" y="37"/>
                  </a:cubicBezTo>
                  <a:lnTo>
                    <a:pt x="400" y="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D597130-CBA1-440A-8968-27CB90001D7B}"/>
              </a:ext>
            </a:extLst>
          </p:cNvPr>
          <p:cNvGrpSpPr/>
          <p:nvPr/>
        </p:nvGrpSpPr>
        <p:grpSpPr>
          <a:xfrm>
            <a:off x="0" y="5339479"/>
            <a:ext cx="12191999" cy="1633197"/>
            <a:chOff x="2660651" y="4776788"/>
            <a:chExt cx="6872288" cy="2081213"/>
          </a:xfrm>
        </p:grpSpPr>
        <p:sp>
          <p:nvSpPr>
            <p:cNvPr id="3" name="Freeform 67">
              <a:extLst>
                <a:ext uri="{FF2B5EF4-FFF2-40B4-BE49-F238E27FC236}">
                  <a16:creationId xmlns:a16="http://schemas.microsoft.com/office/drawing/2014/main" id="{826152B6-3D06-4C86-85CC-531619C5C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1" y="4776788"/>
              <a:ext cx="6872288" cy="2081213"/>
            </a:xfrm>
            <a:custGeom>
              <a:avLst/>
              <a:gdLst>
                <a:gd name="T0" fmla="*/ 3200 w 3200"/>
                <a:gd name="T1" fmla="*/ 228 h 969"/>
                <a:gd name="T2" fmla="*/ 3200 w 3200"/>
                <a:gd name="T3" fmla="*/ 969 h 969"/>
                <a:gd name="T4" fmla="*/ 0 w 3200"/>
                <a:gd name="T5" fmla="*/ 969 h 969"/>
                <a:gd name="T6" fmla="*/ 0 w 3200"/>
                <a:gd name="T7" fmla="*/ 219 h 969"/>
                <a:gd name="T8" fmla="*/ 96 w 3200"/>
                <a:gd name="T9" fmla="*/ 206 h 969"/>
                <a:gd name="T10" fmla="*/ 174 w 3200"/>
                <a:gd name="T11" fmla="*/ 104 h 969"/>
                <a:gd name="T12" fmla="*/ 827 w 3200"/>
                <a:gd name="T13" fmla="*/ 34 h 969"/>
                <a:gd name="T14" fmla="*/ 1008 w 3200"/>
                <a:gd name="T15" fmla="*/ 130 h 969"/>
                <a:gd name="T16" fmla="*/ 1565 w 3200"/>
                <a:gd name="T17" fmla="*/ 118 h 969"/>
                <a:gd name="T18" fmla="*/ 1604 w 3200"/>
                <a:gd name="T19" fmla="*/ 118 h 969"/>
                <a:gd name="T20" fmla="*/ 1696 w 3200"/>
                <a:gd name="T21" fmla="*/ 78 h 969"/>
                <a:gd name="T22" fmla="*/ 2168 w 3200"/>
                <a:gd name="T23" fmla="*/ 37 h 969"/>
                <a:gd name="T24" fmla="*/ 2333 w 3200"/>
                <a:gd name="T25" fmla="*/ 141 h 969"/>
                <a:gd name="T26" fmla="*/ 2738 w 3200"/>
                <a:gd name="T27" fmla="*/ 173 h 969"/>
                <a:gd name="T28" fmla="*/ 2802 w 3200"/>
                <a:gd name="T29" fmla="*/ 128 h 969"/>
                <a:gd name="T30" fmla="*/ 3132 w 3200"/>
                <a:gd name="T31" fmla="*/ 177 h 969"/>
                <a:gd name="T32" fmla="*/ 3150 w 3200"/>
                <a:gd name="T33" fmla="*/ 221 h 969"/>
                <a:gd name="T34" fmla="*/ 3200 w 3200"/>
                <a:gd name="T35" fmla="*/ 2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00" h="969">
                  <a:moveTo>
                    <a:pt x="3200" y="228"/>
                  </a:moveTo>
                  <a:cubicBezTo>
                    <a:pt x="3200" y="969"/>
                    <a:pt x="3200" y="969"/>
                    <a:pt x="3200" y="969"/>
                  </a:cubicBezTo>
                  <a:cubicBezTo>
                    <a:pt x="0" y="969"/>
                    <a:pt x="0" y="969"/>
                    <a:pt x="0" y="969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32" y="214"/>
                    <a:pt x="64" y="210"/>
                    <a:pt x="96" y="206"/>
                  </a:cubicBezTo>
                  <a:cubicBezTo>
                    <a:pt x="107" y="162"/>
                    <a:pt x="118" y="124"/>
                    <a:pt x="174" y="104"/>
                  </a:cubicBezTo>
                  <a:cubicBezTo>
                    <a:pt x="257" y="75"/>
                    <a:pt x="748" y="0"/>
                    <a:pt x="827" y="34"/>
                  </a:cubicBezTo>
                  <a:cubicBezTo>
                    <a:pt x="885" y="60"/>
                    <a:pt x="961" y="106"/>
                    <a:pt x="1008" y="130"/>
                  </a:cubicBezTo>
                  <a:cubicBezTo>
                    <a:pt x="1189" y="122"/>
                    <a:pt x="1375" y="118"/>
                    <a:pt x="1565" y="118"/>
                  </a:cubicBezTo>
                  <a:cubicBezTo>
                    <a:pt x="1578" y="118"/>
                    <a:pt x="1591" y="118"/>
                    <a:pt x="1604" y="118"/>
                  </a:cubicBezTo>
                  <a:cubicBezTo>
                    <a:pt x="1635" y="100"/>
                    <a:pt x="1670" y="83"/>
                    <a:pt x="1696" y="78"/>
                  </a:cubicBezTo>
                  <a:cubicBezTo>
                    <a:pt x="1758" y="66"/>
                    <a:pt x="2084" y="19"/>
                    <a:pt x="2168" y="37"/>
                  </a:cubicBezTo>
                  <a:cubicBezTo>
                    <a:pt x="2237" y="51"/>
                    <a:pt x="2310" y="118"/>
                    <a:pt x="2333" y="141"/>
                  </a:cubicBezTo>
                  <a:cubicBezTo>
                    <a:pt x="2472" y="149"/>
                    <a:pt x="2607" y="160"/>
                    <a:pt x="2738" y="173"/>
                  </a:cubicBezTo>
                  <a:cubicBezTo>
                    <a:pt x="2748" y="144"/>
                    <a:pt x="2739" y="122"/>
                    <a:pt x="2802" y="128"/>
                  </a:cubicBezTo>
                  <a:cubicBezTo>
                    <a:pt x="2875" y="133"/>
                    <a:pt x="3104" y="169"/>
                    <a:pt x="3132" y="177"/>
                  </a:cubicBezTo>
                  <a:cubicBezTo>
                    <a:pt x="3138" y="179"/>
                    <a:pt x="3144" y="196"/>
                    <a:pt x="3150" y="221"/>
                  </a:cubicBezTo>
                  <a:cubicBezTo>
                    <a:pt x="3167" y="224"/>
                    <a:pt x="3184" y="226"/>
                    <a:pt x="3200" y="22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68">
              <a:extLst>
                <a:ext uri="{FF2B5EF4-FFF2-40B4-BE49-F238E27FC236}">
                  <a16:creationId xmlns:a16="http://schemas.microsoft.com/office/drawing/2014/main" id="{885DB77E-CC4F-4669-B3EC-2E236B75F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1" y="5548313"/>
              <a:ext cx="6872288" cy="633413"/>
            </a:xfrm>
            <a:custGeom>
              <a:avLst/>
              <a:gdLst>
                <a:gd name="T0" fmla="*/ 3200 w 3200"/>
                <a:gd name="T1" fmla="*/ 81 h 295"/>
                <a:gd name="T2" fmla="*/ 3200 w 3200"/>
                <a:gd name="T3" fmla="*/ 144 h 295"/>
                <a:gd name="T4" fmla="*/ 2599 w 3200"/>
                <a:gd name="T5" fmla="*/ 67 h 295"/>
                <a:gd name="T6" fmla="*/ 2038 w 3200"/>
                <a:gd name="T7" fmla="*/ 152 h 295"/>
                <a:gd name="T8" fmla="*/ 1058 w 3200"/>
                <a:gd name="T9" fmla="*/ 284 h 295"/>
                <a:gd name="T10" fmla="*/ 0 w 3200"/>
                <a:gd name="T11" fmla="*/ 191 h 295"/>
                <a:gd name="T12" fmla="*/ 0 w 3200"/>
                <a:gd name="T13" fmla="*/ 73 h 295"/>
                <a:gd name="T14" fmla="*/ 1055 w 3200"/>
                <a:gd name="T15" fmla="*/ 176 h 295"/>
                <a:gd name="T16" fmla="*/ 1614 w 3200"/>
                <a:gd name="T17" fmla="*/ 193 h 295"/>
                <a:gd name="T18" fmla="*/ 2647 w 3200"/>
                <a:gd name="T19" fmla="*/ 40 h 295"/>
                <a:gd name="T20" fmla="*/ 3200 w 3200"/>
                <a:gd name="T21" fmla="*/ 81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00" h="295">
                  <a:moveTo>
                    <a:pt x="3200" y="81"/>
                  </a:moveTo>
                  <a:cubicBezTo>
                    <a:pt x="3200" y="144"/>
                    <a:pt x="3200" y="144"/>
                    <a:pt x="3200" y="144"/>
                  </a:cubicBezTo>
                  <a:cubicBezTo>
                    <a:pt x="3066" y="120"/>
                    <a:pt x="2725" y="63"/>
                    <a:pt x="2599" y="67"/>
                  </a:cubicBezTo>
                  <a:cubicBezTo>
                    <a:pt x="2441" y="73"/>
                    <a:pt x="2152" y="104"/>
                    <a:pt x="2038" y="152"/>
                  </a:cubicBezTo>
                  <a:cubicBezTo>
                    <a:pt x="1924" y="201"/>
                    <a:pt x="1219" y="295"/>
                    <a:pt x="1058" y="284"/>
                  </a:cubicBezTo>
                  <a:cubicBezTo>
                    <a:pt x="732" y="264"/>
                    <a:pt x="307" y="131"/>
                    <a:pt x="0" y="19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333" y="85"/>
                    <a:pt x="707" y="148"/>
                    <a:pt x="1055" y="176"/>
                  </a:cubicBezTo>
                  <a:cubicBezTo>
                    <a:pt x="1201" y="188"/>
                    <a:pt x="1427" y="229"/>
                    <a:pt x="1614" y="193"/>
                  </a:cubicBezTo>
                  <a:cubicBezTo>
                    <a:pt x="1953" y="130"/>
                    <a:pt x="2295" y="0"/>
                    <a:pt x="2647" y="40"/>
                  </a:cubicBezTo>
                  <a:cubicBezTo>
                    <a:pt x="2757" y="52"/>
                    <a:pt x="3062" y="72"/>
                    <a:pt x="3200" y="81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69">
              <a:extLst>
                <a:ext uri="{FF2B5EF4-FFF2-40B4-BE49-F238E27FC236}">
                  <a16:creationId xmlns:a16="http://schemas.microsoft.com/office/drawing/2014/main" id="{E9EAF124-E0F8-4B46-BBB5-9F4F5F3D5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1" y="5219700"/>
              <a:ext cx="1033463" cy="236538"/>
            </a:xfrm>
            <a:custGeom>
              <a:avLst/>
              <a:gdLst>
                <a:gd name="T0" fmla="*/ 0 w 481"/>
                <a:gd name="T1" fmla="*/ 109 h 110"/>
                <a:gd name="T2" fmla="*/ 0 w 481"/>
                <a:gd name="T3" fmla="*/ 13 h 110"/>
                <a:gd name="T4" fmla="*/ 96 w 481"/>
                <a:gd name="T5" fmla="*/ 0 h 110"/>
                <a:gd name="T6" fmla="*/ 327 w 481"/>
                <a:gd name="T7" fmla="*/ 34 h 110"/>
                <a:gd name="T8" fmla="*/ 481 w 481"/>
                <a:gd name="T9" fmla="*/ 34 h 110"/>
                <a:gd name="T10" fmla="*/ 49 w 481"/>
                <a:gd name="T11" fmla="*/ 110 h 110"/>
                <a:gd name="T12" fmla="*/ 0 w 481"/>
                <a:gd name="T13" fmla="*/ 10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1" h="110">
                  <a:moveTo>
                    <a:pt x="0" y="109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2" y="8"/>
                    <a:pt x="64" y="4"/>
                    <a:pt x="96" y="0"/>
                  </a:cubicBezTo>
                  <a:cubicBezTo>
                    <a:pt x="96" y="0"/>
                    <a:pt x="174" y="34"/>
                    <a:pt x="327" y="34"/>
                  </a:cubicBezTo>
                  <a:cubicBezTo>
                    <a:pt x="481" y="34"/>
                    <a:pt x="481" y="34"/>
                    <a:pt x="481" y="34"/>
                  </a:cubicBezTo>
                  <a:cubicBezTo>
                    <a:pt x="481" y="34"/>
                    <a:pt x="166" y="107"/>
                    <a:pt x="49" y="110"/>
                  </a:cubicBezTo>
                  <a:cubicBezTo>
                    <a:pt x="32" y="110"/>
                    <a:pt x="16" y="110"/>
                    <a:pt x="0" y="10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0">
              <a:extLst>
                <a:ext uri="{FF2B5EF4-FFF2-40B4-BE49-F238E27FC236}">
                  <a16:creationId xmlns:a16="http://schemas.microsoft.com/office/drawing/2014/main" id="{23EDF328-DE9F-4241-A6BA-4FE99B0F1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1" y="4776788"/>
              <a:ext cx="6497638" cy="601663"/>
            </a:xfrm>
            <a:custGeom>
              <a:avLst/>
              <a:gdLst>
                <a:gd name="T0" fmla="*/ 3026 w 3026"/>
                <a:gd name="T1" fmla="*/ 228 h 280"/>
                <a:gd name="T2" fmla="*/ 3026 w 3026"/>
                <a:gd name="T3" fmla="*/ 280 h 280"/>
                <a:gd name="T4" fmla="*/ 2941 w 3026"/>
                <a:gd name="T5" fmla="*/ 256 h 280"/>
                <a:gd name="T6" fmla="*/ 2923 w 3026"/>
                <a:gd name="T7" fmla="*/ 210 h 280"/>
                <a:gd name="T8" fmla="*/ 2674 w 3026"/>
                <a:gd name="T9" fmla="*/ 166 h 280"/>
                <a:gd name="T10" fmla="*/ 2618 w 3026"/>
                <a:gd name="T11" fmla="*/ 218 h 280"/>
                <a:gd name="T12" fmla="*/ 2112 w 3026"/>
                <a:gd name="T13" fmla="*/ 169 h 280"/>
                <a:gd name="T14" fmla="*/ 1947 w 3026"/>
                <a:gd name="T15" fmla="*/ 72 h 280"/>
                <a:gd name="T16" fmla="*/ 1607 w 3026"/>
                <a:gd name="T17" fmla="*/ 133 h 280"/>
                <a:gd name="T18" fmla="*/ 1733 w 3026"/>
                <a:gd name="T19" fmla="*/ 177 h 280"/>
                <a:gd name="T20" fmla="*/ 1399 w 3026"/>
                <a:gd name="T21" fmla="*/ 177 h 280"/>
                <a:gd name="T22" fmla="*/ 662 w 3026"/>
                <a:gd name="T23" fmla="*/ 198 h 280"/>
                <a:gd name="T24" fmla="*/ 460 w 3026"/>
                <a:gd name="T25" fmla="*/ 113 h 280"/>
                <a:gd name="T26" fmla="*/ 0 w 3026"/>
                <a:gd name="T27" fmla="*/ 104 h 280"/>
                <a:gd name="T28" fmla="*/ 653 w 3026"/>
                <a:gd name="T29" fmla="*/ 34 h 280"/>
                <a:gd name="T30" fmla="*/ 834 w 3026"/>
                <a:gd name="T31" fmla="*/ 130 h 280"/>
                <a:gd name="T32" fmla="*/ 1391 w 3026"/>
                <a:gd name="T33" fmla="*/ 118 h 280"/>
                <a:gd name="T34" fmla="*/ 1430 w 3026"/>
                <a:gd name="T35" fmla="*/ 118 h 280"/>
                <a:gd name="T36" fmla="*/ 1522 w 3026"/>
                <a:gd name="T37" fmla="*/ 78 h 280"/>
                <a:gd name="T38" fmla="*/ 1994 w 3026"/>
                <a:gd name="T39" fmla="*/ 37 h 280"/>
                <a:gd name="T40" fmla="*/ 2159 w 3026"/>
                <a:gd name="T41" fmla="*/ 141 h 280"/>
                <a:gd name="T42" fmla="*/ 2564 w 3026"/>
                <a:gd name="T43" fmla="*/ 173 h 280"/>
                <a:gd name="T44" fmla="*/ 2628 w 3026"/>
                <a:gd name="T45" fmla="*/ 128 h 280"/>
                <a:gd name="T46" fmla="*/ 2958 w 3026"/>
                <a:gd name="T47" fmla="*/ 177 h 280"/>
                <a:gd name="T48" fmla="*/ 2976 w 3026"/>
                <a:gd name="T49" fmla="*/ 221 h 280"/>
                <a:gd name="T50" fmla="*/ 3026 w 3026"/>
                <a:gd name="T51" fmla="*/ 22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26" h="280">
                  <a:moveTo>
                    <a:pt x="3026" y="228"/>
                  </a:moveTo>
                  <a:cubicBezTo>
                    <a:pt x="3026" y="280"/>
                    <a:pt x="3026" y="280"/>
                    <a:pt x="3026" y="280"/>
                  </a:cubicBezTo>
                  <a:cubicBezTo>
                    <a:pt x="2993" y="271"/>
                    <a:pt x="2958" y="262"/>
                    <a:pt x="2941" y="256"/>
                  </a:cubicBezTo>
                  <a:cubicBezTo>
                    <a:pt x="2903" y="245"/>
                    <a:pt x="2926" y="236"/>
                    <a:pt x="2923" y="210"/>
                  </a:cubicBezTo>
                  <a:cubicBezTo>
                    <a:pt x="2920" y="183"/>
                    <a:pt x="2703" y="169"/>
                    <a:pt x="2674" y="166"/>
                  </a:cubicBezTo>
                  <a:cubicBezTo>
                    <a:pt x="2645" y="163"/>
                    <a:pt x="2642" y="195"/>
                    <a:pt x="2618" y="218"/>
                  </a:cubicBezTo>
                  <a:cubicBezTo>
                    <a:pt x="2595" y="242"/>
                    <a:pt x="2185" y="195"/>
                    <a:pt x="2112" y="169"/>
                  </a:cubicBezTo>
                  <a:cubicBezTo>
                    <a:pt x="2038" y="142"/>
                    <a:pt x="2000" y="101"/>
                    <a:pt x="1947" y="72"/>
                  </a:cubicBezTo>
                  <a:cubicBezTo>
                    <a:pt x="1895" y="43"/>
                    <a:pt x="1631" y="116"/>
                    <a:pt x="1607" y="133"/>
                  </a:cubicBezTo>
                  <a:cubicBezTo>
                    <a:pt x="1584" y="151"/>
                    <a:pt x="1733" y="177"/>
                    <a:pt x="1733" y="177"/>
                  </a:cubicBezTo>
                  <a:cubicBezTo>
                    <a:pt x="1733" y="177"/>
                    <a:pt x="1493" y="174"/>
                    <a:pt x="1399" y="177"/>
                  </a:cubicBezTo>
                  <a:cubicBezTo>
                    <a:pt x="1306" y="180"/>
                    <a:pt x="720" y="201"/>
                    <a:pt x="662" y="198"/>
                  </a:cubicBezTo>
                  <a:cubicBezTo>
                    <a:pt x="604" y="196"/>
                    <a:pt x="579" y="161"/>
                    <a:pt x="460" y="113"/>
                  </a:cubicBezTo>
                  <a:cubicBezTo>
                    <a:pt x="340" y="65"/>
                    <a:pt x="34" y="113"/>
                    <a:pt x="0" y="104"/>
                  </a:cubicBezTo>
                  <a:cubicBezTo>
                    <a:pt x="83" y="75"/>
                    <a:pt x="574" y="0"/>
                    <a:pt x="653" y="34"/>
                  </a:cubicBezTo>
                  <a:cubicBezTo>
                    <a:pt x="711" y="60"/>
                    <a:pt x="787" y="106"/>
                    <a:pt x="834" y="130"/>
                  </a:cubicBezTo>
                  <a:cubicBezTo>
                    <a:pt x="1015" y="122"/>
                    <a:pt x="1201" y="118"/>
                    <a:pt x="1391" y="118"/>
                  </a:cubicBezTo>
                  <a:cubicBezTo>
                    <a:pt x="1404" y="118"/>
                    <a:pt x="1417" y="118"/>
                    <a:pt x="1430" y="118"/>
                  </a:cubicBezTo>
                  <a:cubicBezTo>
                    <a:pt x="1461" y="100"/>
                    <a:pt x="1496" y="83"/>
                    <a:pt x="1522" y="78"/>
                  </a:cubicBezTo>
                  <a:cubicBezTo>
                    <a:pt x="1584" y="66"/>
                    <a:pt x="1910" y="19"/>
                    <a:pt x="1994" y="37"/>
                  </a:cubicBezTo>
                  <a:cubicBezTo>
                    <a:pt x="2063" y="51"/>
                    <a:pt x="2136" y="118"/>
                    <a:pt x="2159" y="141"/>
                  </a:cubicBezTo>
                  <a:cubicBezTo>
                    <a:pt x="2298" y="149"/>
                    <a:pt x="2433" y="160"/>
                    <a:pt x="2564" y="173"/>
                  </a:cubicBezTo>
                  <a:cubicBezTo>
                    <a:pt x="2574" y="144"/>
                    <a:pt x="2565" y="122"/>
                    <a:pt x="2628" y="128"/>
                  </a:cubicBezTo>
                  <a:cubicBezTo>
                    <a:pt x="2701" y="133"/>
                    <a:pt x="2930" y="169"/>
                    <a:pt x="2958" y="177"/>
                  </a:cubicBezTo>
                  <a:cubicBezTo>
                    <a:pt x="2964" y="179"/>
                    <a:pt x="2970" y="196"/>
                    <a:pt x="2976" y="221"/>
                  </a:cubicBezTo>
                  <a:cubicBezTo>
                    <a:pt x="2993" y="224"/>
                    <a:pt x="3010" y="226"/>
                    <a:pt x="3026" y="22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71">
              <a:extLst>
                <a:ext uri="{FF2B5EF4-FFF2-40B4-BE49-F238E27FC236}">
                  <a16:creationId xmlns:a16="http://schemas.microsoft.com/office/drawing/2014/main" id="{10D0A7C7-B82F-4ECB-9E52-F6DEBE36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4" y="5711825"/>
              <a:ext cx="2166938" cy="342900"/>
            </a:xfrm>
            <a:custGeom>
              <a:avLst/>
              <a:gdLst>
                <a:gd name="T0" fmla="*/ 1009 w 1009"/>
                <a:gd name="T1" fmla="*/ 49 h 160"/>
                <a:gd name="T2" fmla="*/ 788 w 1009"/>
                <a:gd name="T3" fmla="*/ 38 h 160"/>
                <a:gd name="T4" fmla="*/ 230 w 1009"/>
                <a:gd name="T5" fmla="*/ 108 h 160"/>
                <a:gd name="T6" fmla="*/ 0 w 1009"/>
                <a:gd name="T7" fmla="*/ 160 h 160"/>
                <a:gd name="T8" fmla="*/ 192 w 1009"/>
                <a:gd name="T9" fmla="*/ 101 h 160"/>
                <a:gd name="T10" fmla="*/ 765 w 1009"/>
                <a:gd name="T11" fmla="*/ 17 h 160"/>
                <a:gd name="T12" fmla="*/ 1009 w 1009"/>
                <a:gd name="T13" fmla="*/ 49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9" h="160">
                  <a:moveTo>
                    <a:pt x="1009" y="49"/>
                  </a:moveTo>
                  <a:cubicBezTo>
                    <a:pt x="968" y="56"/>
                    <a:pt x="842" y="40"/>
                    <a:pt x="788" y="38"/>
                  </a:cubicBezTo>
                  <a:cubicBezTo>
                    <a:pt x="555" y="30"/>
                    <a:pt x="457" y="42"/>
                    <a:pt x="230" y="108"/>
                  </a:cubicBezTo>
                  <a:cubicBezTo>
                    <a:pt x="148" y="132"/>
                    <a:pt x="86" y="149"/>
                    <a:pt x="0" y="160"/>
                  </a:cubicBezTo>
                  <a:cubicBezTo>
                    <a:pt x="74" y="144"/>
                    <a:pt x="123" y="127"/>
                    <a:pt x="192" y="101"/>
                  </a:cubicBezTo>
                  <a:cubicBezTo>
                    <a:pt x="368" y="35"/>
                    <a:pt x="577" y="0"/>
                    <a:pt x="765" y="17"/>
                  </a:cubicBezTo>
                  <a:cubicBezTo>
                    <a:pt x="827" y="23"/>
                    <a:pt x="966" y="53"/>
                    <a:pt x="1009" y="4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72">
              <a:extLst>
                <a:ext uri="{FF2B5EF4-FFF2-40B4-BE49-F238E27FC236}">
                  <a16:creationId xmlns:a16="http://schemas.microsoft.com/office/drawing/2014/main" id="{2168F595-B97D-4D06-8FFE-7A1BAE4F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5397500"/>
              <a:ext cx="1781175" cy="368300"/>
            </a:xfrm>
            <a:custGeom>
              <a:avLst/>
              <a:gdLst>
                <a:gd name="T0" fmla="*/ 830 w 830"/>
                <a:gd name="T1" fmla="*/ 72 h 171"/>
                <a:gd name="T2" fmla="*/ 520 w 830"/>
                <a:gd name="T3" fmla="*/ 73 h 171"/>
                <a:gd name="T4" fmla="*/ 197 w 830"/>
                <a:gd name="T5" fmla="*/ 148 h 171"/>
                <a:gd name="T6" fmla="*/ 0 w 830"/>
                <a:gd name="T7" fmla="*/ 171 h 171"/>
                <a:gd name="T8" fmla="*/ 195 w 830"/>
                <a:gd name="T9" fmla="*/ 129 h 171"/>
                <a:gd name="T10" fmla="*/ 413 w 830"/>
                <a:gd name="T11" fmla="*/ 80 h 171"/>
                <a:gd name="T12" fmla="*/ 830 w 830"/>
                <a:gd name="T13" fmla="*/ 7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0" h="171">
                  <a:moveTo>
                    <a:pt x="830" y="72"/>
                  </a:moveTo>
                  <a:cubicBezTo>
                    <a:pt x="717" y="32"/>
                    <a:pt x="635" y="46"/>
                    <a:pt x="520" y="73"/>
                  </a:cubicBezTo>
                  <a:cubicBezTo>
                    <a:pt x="412" y="98"/>
                    <a:pt x="308" y="139"/>
                    <a:pt x="197" y="148"/>
                  </a:cubicBezTo>
                  <a:cubicBezTo>
                    <a:pt x="130" y="154"/>
                    <a:pt x="66" y="168"/>
                    <a:pt x="0" y="171"/>
                  </a:cubicBezTo>
                  <a:cubicBezTo>
                    <a:pt x="68" y="161"/>
                    <a:pt x="128" y="139"/>
                    <a:pt x="195" y="129"/>
                  </a:cubicBezTo>
                  <a:cubicBezTo>
                    <a:pt x="277" y="116"/>
                    <a:pt x="334" y="102"/>
                    <a:pt x="413" y="80"/>
                  </a:cubicBezTo>
                  <a:cubicBezTo>
                    <a:pt x="564" y="38"/>
                    <a:pt x="678" y="0"/>
                    <a:pt x="830" y="7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3">
              <a:extLst>
                <a:ext uri="{FF2B5EF4-FFF2-40B4-BE49-F238E27FC236}">
                  <a16:creationId xmlns:a16="http://schemas.microsoft.com/office/drawing/2014/main" id="{33F65873-B038-4959-9A59-9303E44AE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289" y="6340475"/>
              <a:ext cx="1120775" cy="84138"/>
            </a:xfrm>
            <a:custGeom>
              <a:avLst/>
              <a:gdLst>
                <a:gd name="T0" fmla="*/ 522 w 522"/>
                <a:gd name="T1" fmla="*/ 32 h 39"/>
                <a:gd name="T2" fmla="*/ 289 w 522"/>
                <a:gd name="T3" fmla="*/ 31 h 39"/>
                <a:gd name="T4" fmla="*/ 0 w 522"/>
                <a:gd name="T5" fmla="*/ 18 h 39"/>
                <a:gd name="T6" fmla="*/ 21 w 522"/>
                <a:gd name="T7" fmla="*/ 15 h 39"/>
                <a:gd name="T8" fmla="*/ 290 w 522"/>
                <a:gd name="T9" fmla="*/ 10 h 39"/>
                <a:gd name="T10" fmla="*/ 522 w 522"/>
                <a:gd name="T11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2" h="39">
                  <a:moveTo>
                    <a:pt x="522" y="32"/>
                  </a:moveTo>
                  <a:cubicBezTo>
                    <a:pt x="429" y="39"/>
                    <a:pt x="380" y="37"/>
                    <a:pt x="289" y="31"/>
                  </a:cubicBezTo>
                  <a:cubicBezTo>
                    <a:pt x="195" y="24"/>
                    <a:pt x="94" y="20"/>
                    <a:pt x="0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30" y="0"/>
                    <a:pt x="181" y="2"/>
                    <a:pt x="290" y="10"/>
                  </a:cubicBezTo>
                  <a:cubicBezTo>
                    <a:pt x="370" y="15"/>
                    <a:pt x="443" y="25"/>
                    <a:pt x="522" y="32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4">
              <a:extLst>
                <a:ext uri="{FF2B5EF4-FFF2-40B4-BE49-F238E27FC236}">
                  <a16:creationId xmlns:a16="http://schemas.microsoft.com/office/drawing/2014/main" id="{6F2C0819-E8CB-4A76-ADFA-433FB658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3926" y="6242050"/>
              <a:ext cx="1766888" cy="304800"/>
            </a:xfrm>
            <a:custGeom>
              <a:avLst/>
              <a:gdLst>
                <a:gd name="T0" fmla="*/ 823 w 823"/>
                <a:gd name="T1" fmla="*/ 51 h 142"/>
                <a:gd name="T2" fmla="*/ 440 w 823"/>
                <a:gd name="T3" fmla="*/ 98 h 142"/>
                <a:gd name="T4" fmla="*/ 173 w 823"/>
                <a:gd name="T5" fmla="*/ 132 h 142"/>
                <a:gd name="T6" fmla="*/ 0 w 823"/>
                <a:gd name="T7" fmla="*/ 142 h 142"/>
                <a:gd name="T8" fmla="*/ 201 w 823"/>
                <a:gd name="T9" fmla="*/ 115 h 142"/>
                <a:gd name="T10" fmla="*/ 433 w 823"/>
                <a:gd name="T11" fmla="*/ 78 h 142"/>
                <a:gd name="T12" fmla="*/ 823 w 823"/>
                <a:gd name="T13" fmla="*/ 5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3" h="142">
                  <a:moveTo>
                    <a:pt x="823" y="51"/>
                  </a:moveTo>
                  <a:cubicBezTo>
                    <a:pt x="659" y="19"/>
                    <a:pt x="596" y="44"/>
                    <a:pt x="440" y="98"/>
                  </a:cubicBezTo>
                  <a:cubicBezTo>
                    <a:pt x="331" y="136"/>
                    <a:pt x="283" y="140"/>
                    <a:pt x="173" y="132"/>
                  </a:cubicBezTo>
                  <a:cubicBezTo>
                    <a:pt x="113" y="128"/>
                    <a:pt x="58" y="136"/>
                    <a:pt x="0" y="142"/>
                  </a:cubicBezTo>
                  <a:cubicBezTo>
                    <a:pt x="72" y="127"/>
                    <a:pt x="126" y="114"/>
                    <a:pt x="201" y="115"/>
                  </a:cubicBezTo>
                  <a:cubicBezTo>
                    <a:pt x="297" y="115"/>
                    <a:pt x="338" y="112"/>
                    <a:pt x="433" y="78"/>
                  </a:cubicBezTo>
                  <a:cubicBezTo>
                    <a:pt x="600" y="20"/>
                    <a:pt x="651" y="0"/>
                    <a:pt x="823" y="51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5">
              <a:extLst>
                <a:ext uri="{FF2B5EF4-FFF2-40B4-BE49-F238E27FC236}">
                  <a16:creationId xmlns:a16="http://schemas.microsoft.com/office/drawing/2014/main" id="{21F5AC8E-11A8-402B-B650-80B88B55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189" y="6053138"/>
              <a:ext cx="1587500" cy="141288"/>
            </a:xfrm>
            <a:custGeom>
              <a:avLst/>
              <a:gdLst>
                <a:gd name="T0" fmla="*/ 739 w 739"/>
                <a:gd name="T1" fmla="*/ 63 h 66"/>
                <a:gd name="T2" fmla="*/ 439 w 739"/>
                <a:gd name="T3" fmla="*/ 32 h 66"/>
                <a:gd name="T4" fmla="*/ 73 w 739"/>
                <a:gd name="T5" fmla="*/ 55 h 66"/>
                <a:gd name="T6" fmla="*/ 0 w 739"/>
                <a:gd name="T7" fmla="*/ 66 h 66"/>
                <a:gd name="T8" fmla="*/ 50 w 739"/>
                <a:gd name="T9" fmla="*/ 55 h 66"/>
                <a:gd name="T10" fmla="*/ 238 w 739"/>
                <a:gd name="T11" fmla="*/ 11 h 66"/>
                <a:gd name="T12" fmla="*/ 739 w 739"/>
                <a:gd name="T13" fmla="*/ 6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9" h="66">
                  <a:moveTo>
                    <a:pt x="739" y="63"/>
                  </a:moveTo>
                  <a:cubicBezTo>
                    <a:pt x="651" y="46"/>
                    <a:pt x="531" y="37"/>
                    <a:pt x="439" y="32"/>
                  </a:cubicBezTo>
                  <a:cubicBezTo>
                    <a:pt x="319" y="26"/>
                    <a:pt x="190" y="26"/>
                    <a:pt x="73" y="55"/>
                  </a:cubicBezTo>
                  <a:cubicBezTo>
                    <a:pt x="41" y="63"/>
                    <a:pt x="34" y="64"/>
                    <a:pt x="0" y="66"/>
                  </a:cubicBezTo>
                  <a:cubicBezTo>
                    <a:pt x="23" y="62"/>
                    <a:pt x="30" y="61"/>
                    <a:pt x="50" y="55"/>
                  </a:cubicBezTo>
                  <a:cubicBezTo>
                    <a:pt x="134" y="28"/>
                    <a:pt x="142" y="17"/>
                    <a:pt x="238" y="11"/>
                  </a:cubicBezTo>
                  <a:cubicBezTo>
                    <a:pt x="405" y="0"/>
                    <a:pt x="579" y="14"/>
                    <a:pt x="739" y="6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6">
              <a:extLst>
                <a:ext uri="{FF2B5EF4-FFF2-40B4-BE49-F238E27FC236}">
                  <a16:creationId xmlns:a16="http://schemas.microsoft.com/office/drawing/2014/main" id="{2F0256E4-3BA2-4C75-8CC7-D82FAAEC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464" y="6430963"/>
              <a:ext cx="955675" cy="166688"/>
            </a:xfrm>
            <a:custGeom>
              <a:avLst/>
              <a:gdLst>
                <a:gd name="T0" fmla="*/ 0 w 445"/>
                <a:gd name="T1" fmla="*/ 24 h 78"/>
                <a:gd name="T2" fmla="*/ 314 w 445"/>
                <a:gd name="T3" fmla="*/ 54 h 78"/>
                <a:gd name="T4" fmla="*/ 445 w 445"/>
                <a:gd name="T5" fmla="*/ 68 h 78"/>
                <a:gd name="T6" fmla="*/ 343 w 445"/>
                <a:gd name="T7" fmla="*/ 77 h 78"/>
                <a:gd name="T8" fmla="*/ 0 w 445"/>
                <a:gd name="T9" fmla="*/ 2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5" h="78">
                  <a:moveTo>
                    <a:pt x="0" y="24"/>
                  </a:moveTo>
                  <a:cubicBezTo>
                    <a:pt x="110" y="0"/>
                    <a:pt x="204" y="39"/>
                    <a:pt x="314" y="54"/>
                  </a:cubicBezTo>
                  <a:cubicBezTo>
                    <a:pt x="362" y="61"/>
                    <a:pt x="395" y="66"/>
                    <a:pt x="445" y="68"/>
                  </a:cubicBezTo>
                  <a:cubicBezTo>
                    <a:pt x="411" y="73"/>
                    <a:pt x="377" y="78"/>
                    <a:pt x="343" y="77"/>
                  </a:cubicBezTo>
                  <a:cubicBezTo>
                    <a:pt x="234" y="75"/>
                    <a:pt x="106" y="21"/>
                    <a:pt x="0" y="2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7">
              <a:extLst>
                <a:ext uri="{FF2B5EF4-FFF2-40B4-BE49-F238E27FC236}">
                  <a16:creationId xmlns:a16="http://schemas.microsoft.com/office/drawing/2014/main" id="{15F98518-739E-4447-8104-10A5DD91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9" y="5483225"/>
              <a:ext cx="1063625" cy="107950"/>
            </a:xfrm>
            <a:custGeom>
              <a:avLst/>
              <a:gdLst>
                <a:gd name="T0" fmla="*/ 0 w 495"/>
                <a:gd name="T1" fmla="*/ 21 h 50"/>
                <a:gd name="T2" fmla="*/ 169 w 495"/>
                <a:gd name="T3" fmla="*/ 3 h 50"/>
                <a:gd name="T4" fmla="*/ 495 w 495"/>
                <a:gd name="T5" fmla="*/ 50 h 50"/>
                <a:gd name="T6" fmla="*/ 322 w 495"/>
                <a:gd name="T7" fmla="*/ 33 h 50"/>
                <a:gd name="T8" fmla="*/ 0 w 495"/>
                <a:gd name="T9" fmla="*/ 2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5" h="50">
                  <a:moveTo>
                    <a:pt x="0" y="21"/>
                  </a:moveTo>
                  <a:cubicBezTo>
                    <a:pt x="57" y="18"/>
                    <a:pt x="107" y="5"/>
                    <a:pt x="169" y="3"/>
                  </a:cubicBezTo>
                  <a:cubicBezTo>
                    <a:pt x="300" y="0"/>
                    <a:pt x="372" y="18"/>
                    <a:pt x="495" y="50"/>
                  </a:cubicBezTo>
                  <a:cubicBezTo>
                    <a:pt x="435" y="45"/>
                    <a:pt x="382" y="42"/>
                    <a:pt x="322" y="33"/>
                  </a:cubicBezTo>
                  <a:cubicBezTo>
                    <a:pt x="209" y="15"/>
                    <a:pt x="110" y="34"/>
                    <a:pt x="0" y="21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78">
              <a:extLst>
                <a:ext uri="{FF2B5EF4-FFF2-40B4-BE49-F238E27FC236}">
                  <a16:creationId xmlns:a16="http://schemas.microsoft.com/office/drawing/2014/main" id="{A1D35A50-EEEA-450E-9A1A-72E4B276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1" y="6076950"/>
              <a:ext cx="6872288" cy="701675"/>
            </a:xfrm>
            <a:custGeom>
              <a:avLst/>
              <a:gdLst>
                <a:gd name="T0" fmla="*/ 908 w 3200"/>
                <a:gd name="T1" fmla="*/ 318 h 327"/>
                <a:gd name="T2" fmla="*/ 2004 w 3200"/>
                <a:gd name="T3" fmla="*/ 208 h 327"/>
                <a:gd name="T4" fmla="*/ 2710 w 3200"/>
                <a:gd name="T5" fmla="*/ 50 h 327"/>
                <a:gd name="T6" fmla="*/ 3200 w 3200"/>
                <a:gd name="T7" fmla="*/ 86 h 327"/>
                <a:gd name="T8" fmla="*/ 3200 w 3200"/>
                <a:gd name="T9" fmla="*/ 28 h 327"/>
                <a:gd name="T10" fmla="*/ 2781 w 3200"/>
                <a:gd name="T11" fmla="*/ 2 h 327"/>
                <a:gd name="T12" fmla="*/ 2083 w 3200"/>
                <a:gd name="T13" fmla="*/ 128 h 327"/>
                <a:gd name="T14" fmla="*/ 1107 w 3200"/>
                <a:gd name="T15" fmla="*/ 251 h 327"/>
                <a:gd name="T16" fmla="*/ 258 w 3200"/>
                <a:gd name="T17" fmla="*/ 248 h 327"/>
                <a:gd name="T18" fmla="*/ 0 w 3200"/>
                <a:gd name="T19" fmla="*/ 223 h 327"/>
                <a:gd name="T20" fmla="*/ 0 w 3200"/>
                <a:gd name="T21" fmla="*/ 288 h 327"/>
                <a:gd name="T22" fmla="*/ 908 w 3200"/>
                <a:gd name="T23" fmla="*/ 318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0" h="327">
                  <a:moveTo>
                    <a:pt x="908" y="318"/>
                  </a:moveTo>
                  <a:cubicBezTo>
                    <a:pt x="1084" y="327"/>
                    <a:pt x="1737" y="273"/>
                    <a:pt x="2004" y="208"/>
                  </a:cubicBezTo>
                  <a:cubicBezTo>
                    <a:pt x="2271" y="144"/>
                    <a:pt x="2529" y="73"/>
                    <a:pt x="2710" y="50"/>
                  </a:cubicBezTo>
                  <a:cubicBezTo>
                    <a:pt x="2821" y="36"/>
                    <a:pt x="3044" y="63"/>
                    <a:pt x="3200" y="86"/>
                  </a:cubicBezTo>
                  <a:cubicBezTo>
                    <a:pt x="3200" y="28"/>
                    <a:pt x="3200" y="28"/>
                    <a:pt x="3200" y="28"/>
                  </a:cubicBezTo>
                  <a:cubicBezTo>
                    <a:pt x="3074" y="15"/>
                    <a:pt x="2891" y="0"/>
                    <a:pt x="2781" y="2"/>
                  </a:cubicBezTo>
                  <a:cubicBezTo>
                    <a:pt x="2599" y="5"/>
                    <a:pt x="2239" y="78"/>
                    <a:pt x="2083" y="128"/>
                  </a:cubicBezTo>
                  <a:cubicBezTo>
                    <a:pt x="1928" y="177"/>
                    <a:pt x="1348" y="230"/>
                    <a:pt x="1107" y="251"/>
                  </a:cubicBezTo>
                  <a:cubicBezTo>
                    <a:pt x="867" y="271"/>
                    <a:pt x="433" y="277"/>
                    <a:pt x="258" y="248"/>
                  </a:cubicBezTo>
                  <a:cubicBezTo>
                    <a:pt x="164" y="232"/>
                    <a:pt x="72" y="227"/>
                    <a:pt x="0" y="223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209" y="294"/>
                    <a:pt x="765" y="311"/>
                    <a:pt x="908" y="318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79">
              <a:extLst>
                <a:ext uri="{FF2B5EF4-FFF2-40B4-BE49-F238E27FC236}">
                  <a16:creationId xmlns:a16="http://schemas.microsoft.com/office/drawing/2014/main" id="{5D300358-30E1-4464-8251-C5D323EDF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064" y="6508750"/>
              <a:ext cx="2428875" cy="349250"/>
            </a:xfrm>
            <a:custGeom>
              <a:avLst/>
              <a:gdLst>
                <a:gd name="T0" fmla="*/ 732 w 1131"/>
                <a:gd name="T1" fmla="*/ 25 h 163"/>
                <a:gd name="T2" fmla="*/ 0 w 1131"/>
                <a:gd name="T3" fmla="*/ 163 h 163"/>
                <a:gd name="T4" fmla="*/ 323 w 1131"/>
                <a:gd name="T5" fmla="*/ 163 h 163"/>
                <a:gd name="T6" fmla="*/ 533 w 1131"/>
                <a:gd name="T7" fmla="*/ 122 h 163"/>
                <a:gd name="T8" fmla="*/ 1069 w 1131"/>
                <a:gd name="T9" fmla="*/ 69 h 163"/>
                <a:gd name="T10" fmla="*/ 1131 w 1131"/>
                <a:gd name="T11" fmla="*/ 73 h 163"/>
                <a:gd name="T12" fmla="*/ 1131 w 1131"/>
                <a:gd name="T13" fmla="*/ 14 h 163"/>
                <a:gd name="T14" fmla="*/ 732 w 1131"/>
                <a:gd name="T15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1" h="163">
                  <a:moveTo>
                    <a:pt x="732" y="25"/>
                  </a:moveTo>
                  <a:cubicBezTo>
                    <a:pt x="505" y="54"/>
                    <a:pt x="197" y="119"/>
                    <a:pt x="0" y="163"/>
                  </a:cubicBezTo>
                  <a:cubicBezTo>
                    <a:pt x="323" y="163"/>
                    <a:pt x="323" y="163"/>
                    <a:pt x="323" y="163"/>
                  </a:cubicBezTo>
                  <a:cubicBezTo>
                    <a:pt x="407" y="145"/>
                    <a:pt x="486" y="129"/>
                    <a:pt x="533" y="122"/>
                  </a:cubicBezTo>
                  <a:cubicBezTo>
                    <a:pt x="671" y="101"/>
                    <a:pt x="879" y="57"/>
                    <a:pt x="1069" y="69"/>
                  </a:cubicBezTo>
                  <a:cubicBezTo>
                    <a:pt x="1092" y="70"/>
                    <a:pt x="1112" y="72"/>
                    <a:pt x="1131" y="73"/>
                  </a:cubicBezTo>
                  <a:cubicBezTo>
                    <a:pt x="1131" y="14"/>
                    <a:pt x="1131" y="14"/>
                    <a:pt x="1131" y="14"/>
                  </a:cubicBezTo>
                  <a:cubicBezTo>
                    <a:pt x="1051" y="3"/>
                    <a:pt x="926" y="0"/>
                    <a:pt x="732" y="25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80">
              <a:extLst>
                <a:ext uri="{FF2B5EF4-FFF2-40B4-BE49-F238E27FC236}">
                  <a16:creationId xmlns:a16="http://schemas.microsoft.com/office/drawing/2014/main" id="{3C09C77B-28A6-4699-818F-F90DF47A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4" y="5270500"/>
              <a:ext cx="3819525" cy="320675"/>
            </a:xfrm>
            <a:custGeom>
              <a:avLst/>
              <a:gdLst>
                <a:gd name="T0" fmla="*/ 1779 w 1779"/>
                <a:gd name="T1" fmla="*/ 111 h 149"/>
                <a:gd name="T2" fmla="*/ 1421 w 1779"/>
                <a:gd name="T3" fmla="*/ 53 h 149"/>
                <a:gd name="T4" fmla="*/ 472 w 1779"/>
                <a:gd name="T5" fmla="*/ 0 h 149"/>
                <a:gd name="T6" fmla="*/ 0 w 1779"/>
                <a:gd name="T7" fmla="*/ 32 h 149"/>
                <a:gd name="T8" fmla="*/ 768 w 1779"/>
                <a:gd name="T9" fmla="*/ 32 h 149"/>
                <a:gd name="T10" fmla="*/ 1656 w 1779"/>
                <a:gd name="T11" fmla="*/ 123 h 149"/>
                <a:gd name="T12" fmla="*/ 1779 w 1779"/>
                <a:gd name="T13" fmla="*/ 149 h 149"/>
                <a:gd name="T14" fmla="*/ 1779 w 1779"/>
                <a:gd name="T15" fmla="*/ 11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79" h="149">
                  <a:moveTo>
                    <a:pt x="1779" y="111"/>
                  </a:moveTo>
                  <a:cubicBezTo>
                    <a:pt x="1692" y="95"/>
                    <a:pt x="1557" y="71"/>
                    <a:pt x="1421" y="53"/>
                  </a:cubicBezTo>
                  <a:cubicBezTo>
                    <a:pt x="1198" y="24"/>
                    <a:pt x="674" y="0"/>
                    <a:pt x="472" y="0"/>
                  </a:cubicBezTo>
                  <a:cubicBezTo>
                    <a:pt x="270" y="0"/>
                    <a:pt x="0" y="32"/>
                    <a:pt x="0" y="32"/>
                  </a:cubicBezTo>
                  <a:cubicBezTo>
                    <a:pt x="0" y="32"/>
                    <a:pt x="440" y="12"/>
                    <a:pt x="768" y="32"/>
                  </a:cubicBezTo>
                  <a:cubicBezTo>
                    <a:pt x="1096" y="53"/>
                    <a:pt x="1532" y="100"/>
                    <a:pt x="1656" y="123"/>
                  </a:cubicBezTo>
                  <a:cubicBezTo>
                    <a:pt x="1695" y="131"/>
                    <a:pt x="1738" y="140"/>
                    <a:pt x="1779" y="149"/>
                  </a:cubicBezTo>
                  <a:lnTo>
                    <a:pt x="1779" y="11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75">
              <a:extLst>
                <a:ext uri="{FF2B5EF4-FFF2-40B4-BE49-F238E27FC236}">
                  <a16:creationId xmlns:a16="http://schemas.microsoft.com/office/drawing/2014/main" id="{C0A5C8B2-CCEC-48A3-A879-AA76077A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3676" y="6457950"/>
              <a:ext cx="2559050" cy="185738"/>
            </a:xfrm>
            <a:custGeom>
              <a:avLst/>
              <a:gdLst>
                <a:gd name="T0" fmla="*/ 1192 w 1192"/>
                <a:gd name="T1" fmla="*/ 0 h 86"/>
                <a:gd name="T2" fmla="*/ 833 w 1192"/>
                <a:gd name="T3" fmla="*/ 21 h 86"/>
                <a:gd name="T4" fmla="*/ 829 w 1192"/>
                <a:gd name="T5" fmla="*/ 21 h 86"/>
                <a:gd name="T6" fmla="*/ 707 w 1192"/>
                <a:gd name="T7" fmla="*/ 20 h 86"/>
                <a:gd name="T8" fmla="*/ 590 w 1192"/>
                <a:gd name="T9" fmla="*/ 35 h 86"/>
                <a:gd name="T10" fmla="*/ 513 w 1192"/>
                <a:gd name="T11" fmla="*/ 31 h 86"/>
                <a:gd name="T12" fmla="*/ 477 w 1192"/>
                <a:gd name="T13" fmla="*/ 30 h 86"/>
                <a:gd name="T14" fmla="*/ 340 w 1192"/>
                <a:gd name="T15" fmla="*/ 41 h 86"/>
                <a:gd name="T16" fmla="*/ 535 w 1192"/>
                <a:gd name="T17" fmla="*/ 14 h 86"/>
                <a:gd name="T18" fmla="*/ 531 w 1192"/>
                <a:gd name="T19" fmla="*/ 13 h 86"/>
                <a:gd name="T20" fmla="*/ 519 w 1192"/>
                <a:gd name="T21" fmla="*/ 13 h 86"/>
                <a:gd name="T22" fmla="*/ 497 w 1192"/>
                <a:gd name="T23" fmla="*/ 12 h 86"/>
                <a:gd name="T24" fmla="*/ 486 w 1192"/>
                <a:gd name="T25" fmla="*/ 11 h 86"/>
                <a:gd name="T26" fmla="*/ 463 w 1192"/>
                <a:gd name="T27" fmla="*/ 10 h 86"/>
                <a:gd name="T28" fmla="*/ 441 w 1192"/>
                <a:gd name="T29" fmla="*/ 9 h 86"/>
                <a:gd name="T30" fmla="*/ 419 w 1192"/>
                <a:gd name="T31" fmla="*/ 8 h 86"/>
                <a:gd name="T32" fmla="*/ 407 w 1192"/>
                <a:gd name="T33" fmla="*/ 8 h 86"/>
                <a:gd name="T34" fmla="*/ 385 w 1192"/>
                <a:gd name="T35" fmla="*/ 7 h 86"/>
                <a:gd name="T36" fmla="*/ 329 w 1192"/>
                <a:gd name="T37" fmla="*/ 5 h 86"/>
                <a:gd name="T38" fmla="*/ 306 w 1192"/>
                <a:gd name="T39" fmla="*/ 4 h 86"/>
                <a:gd name="T40" fmla="*/ 304 w 1192"/>
                <a:gd name="T41" fmla="*/ 4 h 86"/>
                <a:gd name="T42" fmla="*/ 196 w 1192"/>
                <a:gd name="T43" fmla="*/ 30 h 86"/>
                <a:gd name="T44" fmla="*/ 0 w 1192"/>
                <a:gd name="T45" fmla="*/ 67 h 86"/>
                <a:gd name="T46" fmla="*/ 105 w 1192"/>
                <a:gd name="T47" fmla="*/ 65 h 86"/>
                <a:gd name="T48" fmla="*/ 467 w 1192"/>
                <a:gd name="T49" fmla="*/ 76 h 86"/>
                <a:gd name="T50" fmla="*/ 750 w 1192"/>
                <a:gd name="T51" fmla="*/ 86 h 86"/>
                <a:gd name="T52" fmla="*/ 993 w 1192"/>
                <a:gd name="T53" fmla="*/ 48 h 86"/>
                <a:gd name="T54" fmla="*/ 1048 w 1192"/>
                <a:gd name="T55" fmla="*/ 41 h 86"/>
                <a:gd name="T56" fmla="*/ 1192 w 1192"/>
                <a:gd name="T5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92" h="86">
                  <a:moveTo>
                    <a:pt x="1192" y="0"/>
                  </a:moveTo>
                  <a:cubicBezTo>
                    <a:pt x="1072" y="16"/>
                    <a:pt x="953" y="21"/>
                    <a:pt x="833" y="21"/>
                  </a:cubicBezTo>
                  <a:cubicBezTo>
                    <a:pt x="832" y="21"/>
                    <a:pt x="831" y="21"/>
                    <a:pt x="829" y="21"/>
                  </a:cubicBezTo>
                  <a:cubicBezTo>
                    <a:pt x="789" y="21"/>
                    <a:pt x="748" y="21"/>
                    <a:pt x="707" y="20"/>
                  </a:cubicBezTo>
                  <a:cubicBezTo>
                    <a:pt x="665" y="30"/>
                    <a:pt x="631" y="35"/>
                    <a:pt x="590" y="35"/>
                  </a:cubicBezTo>
                  <a:cubicBezTo>
                    <a:pt x="567" y="35"/>
                    <a:pt x="542" y="33"/>
                    <a:pt x="513" y="31"/>
                  </a:cubicBezTo>
                  <a:cubicBezTo>
                    <a:pt x="501" y="31"/>
                    <a:pt x="489" y="30"/>
                    <a:pt x="477" y="30"/>
                  </a:cubicBezTo>
                  <a:cubicBezTo>
                    <a:pt x="431" y="30"/>
                    <a:pt x="387" y="36"/>
                    <a:pt x="340" y="41"/>
                  </a:cubicBezTo>
                  <a:cubicBezTo>
                    <a:pt x="410" y="26"/>
                    <a:pt x="463" y="14"/>
                    <a:pt x="535" y="14"/>
                  </a:cubicBezTo>
                  <a:cubicBezTo>
                    <a:pt x="533" y="13"/>
                    <a:pt x="532" y="13"/>
                    <a:pt x="531" y="13"/>
                  </a:cubicBezTo>
                  <a:cubicBezTo>
                    <a:pt x="527" y="13"/>
                    <a:pt x="523" y="13"/>
                    <a:pt x="519" y="13"/>
                  </a:cubicBezTo>
                  <a:cubicBezTo>
                    <a:pt x="512" y="13"/>
                    <a:pt x="504" y="12"/>
                    <a:pt x="497" y="12"/>
                  </a:cubicBezTo>
                  <a:cubicBezTo>
                    <a:pt x="493" y="12"/>
                    <a:pt x="489" y="12"/>
                    <a:pt x="486" y="11"/>
                  </a:cubicBezTo>
                  <a:cubicBezTo>
                    <a:pt x="478" y="11"/>
                    <a:pt x="471" y="11"/>
                    <a:pt x="463" y="10"/>
                  </a:cubicBezTo>
                  <a:cubicBezTo>
                    <a:pt x="456" y="10"/>
                    <a:pt x="448" y="10"/>
                    <a:pt x="441" y="9"/>
                  </a:cubicBezTo>
                  <a:cubicBezTo>
                    <a:pt x="433" y="9"/>
                    <a:pt x="426" y="9"/>
                    <a:pt x="419" y="8"/>
                  </a:cubicBezTo>
                  <a:cubicBezTo>
                    <a:pt x="415" y="8"/>
                    <a:pt x="411" y="8"/>
                    <a:pt x="407" y="8"/>
                  </a:cubicBezTo>
                  <a:cubicBezTo>
                    <a:pt x="400" y="8"/>
                    <a:pt x="392" y="7"/>
                    <a:pt x="385" y="7"/>
                  </a:cubicBezTo>
                  <a:cubicBezTo>
                    <a:pt x="366" y="6"/>
                    <a:pt x="348" y="5"/>
                    <a:pt x="329" y="5"/>
                  </a:cubicBezTo>
                  <a:cubicBezTo>
                    <a:pt x="321" y="4"/>
                    <a:pt x="314" y="4"/>
                    <a:pt x="306" y="4"/>
                  </a:cubicBezTo>
                  <a:cubicBezTo>
                    <a:pt x="306" y="4"/>
                    <a:pt x="305" y="4"/>
                    <a:pt x="304" y="4"/>
                  </a:cubicBezTo>
                  <a:cubicBezTo>
                    <a:pt x="269" y="13"/>
                    <a:pt x="232" y="21"/>
                    <a:pt x="196" y="30"/>
                  </a:cubicBezTo>
                  <a:cubicBezTo>
                    <a:pt x="144" y="43"/>
                    <a:pt x="76" y="55"/>
                    <a:pt x="0" y="67"/>
                  </a:cubicBezTo>
                  <a:cubicBezTo>
                    <a:pt x="35" y="66"/>
                    <a:pt x="70" y="65"/>
                    <a:pt x="105" y="65"/>
                  </a:cubicBezTo>
                  <a:cubicBezTo>
                    <a:pt x="226" y="65"/>
                    <a:pt x="346" y="71"/>
                    <a:pt x="467" y="76"/>
                  </a:cubicBezTo>
                  <a:cubicBezTo>
                    <a:pt x="561" y="80"/>
                    <a:pt x="656" y="85"/>
                    <a:pt x="750" y="86"/>
                  </a:cubicBezTo>
                  <a:cubicBezTo>
                    <a:pt x="835" y="71"/>
                    <a:pt x="918" y="58"/>
                    <a:pt x="993" y="48"/>
                  </a:cubicBezTo>
                  <a:cubicBezTo>
                    <a:pt x="1012" y="45"/>
                    <a:pt x="1030" y="43"/>
                    <a:pt x="1048" y="41"/>
                  </a:cubicBezTo>
                  <a:cubicBezTo>
                    <a:pt x="1118" y="28"/>
                    <a:pt x="1161" y="14"/>
                    <a:pt x="1192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76">
              <a:extLst>
                <a:ext uri="{FF2B5EF4-FFF2-40B4-BE49-F238E27FC236}">
                  <a16:creationId xmlns:a16="http://schemas.microsoft.com/office/drawing/2014/main" id="{98A68235-C31D-43CB-B62B-9FF711DA2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289" y="6348413"/>
              <a:ext cx="1120775" cy="69850"/>
            </a:xfrm>
            <a:custGeom>
              <a:avLst/>
              <a:gdLst>
                <a:gd name="T0" fmla="*/ 165 w 522"/>
                <a:gd name="T1" fmla="*/ 0 h 32"/>
                <a:gd name="T2" fmla="*/ 21 w 522"/>
                <a:gd name="T3" fmla="*/ 11 h 32"/>
                <a:gd name="T4" fmla="*/ 0 w 522"/>
                <a:gd name="T5" fmla="*/ 14 h 32"/>
                <a:gd name="T6" fmla="*/ 289 w 522"/>
                <a:gd name="T7" fmla="*/ 27 h 32"/>
                <a:gd name="T8" fmla="*/ 418 w 522"/>
                <a:gd name="T9" fmla="*/ 32 h 32"/>
                <a:gd name="T10" fmla="*/ 445 w 522"/>
                <a:gd name="T11" fmla="*/ 32 h 32"/>
                <a:gd name="T12" fmla="*/ 454 w 522"/>
                <a:gd name="T13" fmla="*/ 27 h 32"/>
                <a:gd name="T14" fmla="*/ 459 w 522"/>
                <a:gd name="T15" fmla="*/ 29 h 32"/>
                <a:gd name="T16" fmla="*/ 460 w 522"/>
                <a:gd name="T17" fmla="*/ 29 h 32"/>
                <a:gd name="T18" fmla="*/ 464 w 522"/>
                <a:gd name="T19" fmla="*/ 30 h 32"/>
                <a:gd name="T20" fmla="*/ 465 w 522"/>
                <a:gd name="T21" fmla="*/ 30 h 32"/>
                <a:gd name="T22" fmla="*/ 469 w 522"/>
                <a:gd name="T23" fmla="*/ 31 h 32"/>
                <a:gd name="T24" fmla="*/ 522 w 522"/>
                <a:gd name="T25" fmla="*/ 28 h 32"/>
                <a:gd name="T26" fmla="*/ 290 w 522"/>
                <a:gd name="T27" fmla="*/ 6 h 32"/>
                <a:gd name="T28" fmla="*/ 165 w 522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2" h="32">
                  <a:moveTo>
                    <a:pt x="165" y="0"/>
                  </a:moveTo>
                  <a:cubicBezTo>
                    <a:pt x="122" y="0"/>
                    <a:pt x="80" y="3"/>
                    <a:pt x="21" y="1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4" y="16"/>
                    <a:pt x="195" y="20"/>
                    <a:pt x="289" y="27"/>
                  </a:cubicBezTo>
                  <a:cubicBezTo>
                    <a:pt x="340" y="30"/>
                    <a:pt x="378" y="32"/>
                    <a:pt x="418" y="32"/>
                  </a:cubicBezTo>
                  <a:cubicBezTo>
                    <a:pt x="427" y="32"/>
                    <a:pt x="436" y="32"/>
                    <a:pt x="445" y="32"/>
                  </a:cubicBezTo>
                  <a:cubicBezTo>
                    <a:pt x="449" y="30"/>
                    <a:pt x="452" y="29"/>
                    <a:pt x="454" y="27"/>
                  </a:cubicBezTo>
                  <a:cubicBezTo>
                    <a:pt x="456" y="28"/>
                    <a:pt x="457" y="28"/>
                    <a:pt x="459" y="29"/>
                  </a:cubicBezTo>
                  <a:cubicBezTo>
                    <a:pt x="459" y="29"/>
                    <a:pt x="460" y="29"/>
                    <a:pt x="460" y="29"/>
                  </a:cubicBezTo>
                  <a:cubicBezTo>
                    <a:pt x="462" y="29"/>
                    <a:pt x="463" y="30"/>
                    <a:pt x="464" y="30"/>
                  </a:cubicBezTo>
                  <a:cubicBezTo>
                    <a:pt x="465" y="30"/>
                    <a:pt x="465" y="30"/>
                    <a:pt x="465" y="30"/>
                  </a:cubicBezTo>
                  <a:cubicBezTo>
                    <a:pt x="467" y="31"/>
                    <a:pt x="468" y="31"/>
                    <a:pt x="469" y="31"/>
                  </a:cubicBezTo>
                  <a:cubicBezTo>
                    <a:pt x="485" y="31"/>
                    <a:pt x="503" y="30"/>
                    <a:pt x="522" y="28"/>
                  </a:cubicBezTo>
                  <a:cubicBezTo>
                    <a:pt x="443" y="21"/>
                    <a:pt x="370" y="11"/>
                    <a:pt x="290" y="6"/>
                  </a:cubicBezTo>
                  <a:cubicBezTo>
                    <a:pt x="240" y="2"/>
                    <a:pt x="202" y="0"/>
                    <a:pt x="165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77">
              <a:extLst>
                <a:ext uri="{FF2B5EF4-FFF2-40B4-BE49-F238E27FC236}">
                  <a16:creationId xmlns:a16="http://schemas.microsoft.com/office/drawing/2014/main" id="{32A2A258-B969-4AE0-B2DC-045CA4EAA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3926" y="6488113"/>
              <a:ext cx="787400" cy="58738"/>
            </a:xfrm>
            <a:custGeom>
              <a:avLst/>
              <a:gdLst>
                <a:gd name="T0" fmla="*/ 195 w 367"/>
                <a:gd name="T1" fmla="*/ 0 h 27"/>
                <a:gd name="T2" fmla="*/ 0 w 367"/>
                <a:gd name="T3" fmla="*/ 27 h 27"/>
                <a:gd name="T4" fmla="*/ 137 w 367"/>
                <a:gd name="T5" fmla="*/ 16 h 27"/>
                <a:gd name="T6" fmla="*/ 173 w 367"/>
                <a:gd name="T7" fmla="*/ 17 h 27"/>
                <a:gd name="T8" fmla="*/ 250 w 367"/>
                <a:gd name="T9" fmla="*/ 21 h 27"/>
                <a:gd name="T10" fmla="*/ 367 w 367"/>
                <a:gd name="T11" fmla="*/ 6 h 27"/>
                <a:gd name="T12" fmla="*/ 235 w 367"/>
                <a:gd name="T13" fmla="*/ 1 h 27"/>
                <a:gd name="T14" fmla="*/ 224 w 367"/>
                <a:gd name="T15" fmla="*/ 1 h 27"/>
                <a:gd name="T16" fmla="*/ 195 w 367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27">
                  <a:moveTo>
                    <a:pt x="195" y="0"/>
                  </a:moveTo>
                  <a:cubicBezTo>
                    <a:pt x="123" y="0"/>
                    <a:pt x="70" y="12"/>
                    <a:pt x="0" y="27"/>
                  </a:cubicBezTo>
                  <a:cubicBezTo>
                    <a:pt x="47" y="22"/>
                    <a:pt x="91" y="16"/>
                    <a:pt x="137" y="16"/>
                  </a:cubicBezTo>
                  <a:cubicBezTo>
                    <a:pt x="149" y="16"/>
                    <a:pt x="161" y="17"/>
                    <a:pt x="173" y="17"/>
                  </a:cubicBezTo>
                  <a:cubicBezTo>
                    <a:pt x="202" y="19"/>
                    <a:pt x="227" y="21"/>
                    <a:pt x="250" y="21"/>
                  </a:cubicBezTo>
                  <a:cubicBezTo>
                    <a:pt x="291" y="21"/>
                    <a:pt x="325" y="16"/>
                    <a:pt x="367" y="6"/>
                  </a:cubicBezTo>
                  <a:cubicBezTo>
                    <a:pt x="323" y="5"/>
                    <a:pt x="279" y="3"/>
                    <a:pt x="235" y="1"/>
                  </a:cubicBezTo>
                  <a:cubicBezTo>
                    <a:pt x="232" y="1"/>
                    <a:pt x="228" y="1"/>
                    <a:pt x="224" y="1"/>
                  </a:cubicBezTo>
                  <a:cubicBezTo>
                    <a:pt x="214" y="0"/>
                    <a:pt x="204" y="0"/>
                    <a:pt x="195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78">
              <a:extLst>
                <a:ext uri="{FF2B5EF4-FFF2-40B4-BE49-F238E27FC236}">
                  <a16:creationId xmlns:a16="http://schemas.microsoft.com/office/drawing/2014/main" id="{0BAB6DE9-D660-413D-8DC1-A9D3BD88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7564" y="6457950"/>
              <a:ext cx="1298575" cy="203200"/>
            </a:xfrm>
            <a:custGeom>
              <a:avLst/>
              <a:gdLst>
                <a:gd name="T0" fmla="*/ 406 w 605"/>
                <a:gd name="T1" fmla="*/ 0 h 94"/>
                <a:gd name="T2" fmla="*/ 406 w 605"/>
                <a:gd name="T3" fmla="*/ 0 h 94"/>
                <a:gd name="T4" fmla="*/ 383 w 605"/>
                <a:gd name="T5" fmla="*/ 0 h 94"/>
                <a:gd name="T6" fmla="*/ 350 w 605"/>
                <a:gd name="T7" fmla="*/ 0 h 94"/>
                <a:gd name="T8" fmla="*/ 327 w 605"/>
                <a:gd name="T9" fmla="*/ 0 h 94"/>
                <a:gd name="T10" fmla="*/ 290 w 605"/>
                <a:gd name="T11" fmla="*/ 1 h 94"/>
                <a:gd name="T12" fmla="*/ 74 w 605"/>
                <a:gd name="T13" fmla="*/ 27 h 94"/>
                <a:gd name="T14" fmla="*/ 76 w 605"/>
                <a:gd name="T15" fmla="*/ 28 h 94"/>
                <a:gd name="T16" fmla="*/ 77 w 605"/>
                <a:gd name="T17" fmla="*/ 29 h 94"/>
                <a:gd name="T18" fmla="*/ 79 w 605"/>
                <a:gd name="T19" fmla="*/ 31 h 94"/>
                <a:gd name="T20" fmla="*/ 80 w 605"/>
                <a:gd name="T21" fmla="*/ 31 h 94"/>
                <a:gd name="T22" fmla="*/ 82 w 605"/>
                <a:gd name="T23" fmla="*/ 33 h 94"/>
                <a:gd name="T24" fmla="*/ 83 w 605"/>
                <a:gd name="T25" fmla="*/ 34 h 94"/>
                <a:gd name="T26" fmla="*/ 85 w 605"/>
                <a:gd name="T27" fmla="*/ 36 h 94"/>
                <a:gd name="T28" fmla="*/ 86 w 605"/>
                <a:gd name="T29" fmla="*/ 36 h 94"/>
                <a:gd name="T30" fmla="*/ 88 w 605"/>
                <a:gd name="T31" fmla="*/ 39 h 94"/>
                <a:gd name="T32" fmla="*/ 93 w 605"/>
                <a:gd name="T33" fmla="*/ 52 h 94"/>
                <a:gd name="T34" fmla="*/ 59 w 605"/>
                <a:gd name="T35" fmla="*/ 84 h 94"/>
                <a:gd name="T36" fmla="*/ 58 w 605"/>
                <a:gd name="T37" fmla="*/ 83 h 94"/>
                <a:gd name="T38" fmla="*/ 56 w 605"/>
                <a:gd name="T39" fmla="*/ 82 h 94"/>
                <a:gd name="T40" fmla="*/ 56 w 605"/>
                <a:gd name="T41" fmla="*/ 29 h 94"/>
                <a:gd name="T42" fmla="*/ 40 w 605"/>
                <a:gd name="T43" fmla="*/ 31 h 94"/>
                <a:gd name="T44" fmla="*/ 40 w 605"/>
                <a:gd name="T45" fmla="*/ 82 h 94"/>
                <a:gd name="T46" fmla="*/ 37 w 605"/>
                <a:gd name="T47" fmla="*/ 82 h 94"/>
                <a:gd name="T48" fmla="*/ 35 w 605"/>
                <a:gd name="T49" fmla="*/ 82 h 94"/>
                <a:gd name="T50" fmla="*/ 29 w 605"/>
                <a:gd name="T51" fmla="*/ 81 h 94"/>
                <a:gd name="T52" fmla="*/ 7 w 605"/>
                <a:gd name="T53" fmla="*/ 80 h 94"/>
                <a:gd name="T54" fmla="*/ 1 w 605"/>
                <a:gd name="T55" fmla="*/ 80 h 94"/>
                <a:gd name="T56" fmla="*/ 25 w 605"/>
                <a:gd name="T57" fmla="*/ 83 h 94"/>
                <a:gd name="T58" fmla="*/ 31 w 605"/>
                <a:gd name="T59" fmla="*/ 84 h 94"/>
                <a:gd name="T60" fmla="*/ 30 w 605"/>
                <a:gd name="T61" fmla="*/ 85 h 94"/>
                <a:gd name="T62" fmla="*/ 29 w 605"/>
                <a:gd name="T63" fmla="*/ 85 h 94"/>
                <a:gd name="T64" fmla="*/ 19 w 605"/>
                <a:gd name="T65" fmla="*/ 85 h 94"/>
                <a:gd name="T66" fmla="*/ 0 w 605"/>
                <a:gd name="T67" fmla="*/ 87 h 94"/>
                <a:gd name="T68" fmla="*/ 16 w 605"/>
                <a:gd name="T69" fmla="*/ 88 h 94"/>
                <a:gd name="T70" fmla="*/ 29 w 605"/>
                <a:gd name="T71" fmla="*/ 87 h 94"/>
                <a:gd name="T72" fmla="*/ 36 w 605"/>
                <a:gd name="T73" fmla="*/ 86 h 94"/>
                <a:gd name="T74" fmla="*/ 40 w 605"/>
                <a:gd name="T75" fmla="*/ 86 h 94"/>
                <a:gd name="T76" fmla="*/ 40 w 605"/>
                <a:gd name="T77" fmla="*/ 87 h 94"/>
                <a:gd name="T78" fmla="*/ 30 w 605"/>
                <a:gd name="T79" fmla="*/ 90 h 94"/>
                <a:gd name="T80" fmla="*/ 48 w 605"/>
                <a:gd name="T81" fmla="*/ 94 h 94"/>
                <a:gd name="T82" fmla="*/ 66 w 605"/>
                <a:gd name="T83" fmla="*/ 90 h 94"/>
                <a:gd name="T84" fmla="*/ 56 w 605"/>
                <a:gd name="T85" fmla="*/ 87 h 94"/>
                <a:gd name="T86" fmla="*/ 56 w 605"/>
                <a:gd name="T87" fmla="*/ 85 h 94"/>
                <a:gd name="T88" fmla="*/ 56 w 605"/>
                <a:gd name="T89" fmla="*/ 85 h 94"/>
                <a:gd name="T90" fmla="*/ 56 w 605"/>
                <a:gd name="T91" fmla="*/ 85 h 94"/>
                <a:gd name="T92" fmla="*/ 57 w 605"/>
                <a:gd name="T93" fmla="*/ 85 h 94"/>
                <a:gd name="T94" fmla="*/ 56 w 605"/>
                <a:gd name="T95" fmla="*/ 85 h 94"/>
                <a:gd name="T96" fmla="*/ 301 w 605"/>
                <a:gd name="T97" fmla="*/ 67 h 94"/>
                <a:gd name="T98" fmla="*/ 497 w 605"/>
                <a:gd name="T99" fmla="*/ 30 h 94"/>
                <a:gd name="T100" fmla="*/ 605 w 605"/>
                <a:gd name="T101" fmla="*/ 4 h 94"/>
                <a:gd name="T102" fmla="*/ 406 w 605"/>
                <a:gd name="T10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5" h="94">
                  <a:moveTo>
                    <a:pt x="406" y="0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1" y="0"/>
                    <a:pt x="383" y="0"/>
                  </a:cubicBezTo>
                  <a:cubicBezTo>
                    <a:pt x="372" y="0"/>
                    <a:pt x="361" y="0"/>
                    <a:pt x="350" y="0"/>
                  </a:cubicBezTo>
                  <a:cubicBezTo>
                    <a:pt x="342" y="0"/>
                    <a:pt x="335" y="0"/>
                    <a:pt x="327" y="0"/>
                  </a:cubicBezTo>
                  <a:cubicBezTo>
                    <a:pt x="315" y="1"/>
                    <a:pt x="302" y="1"/>
                    <a:pt x="290" y="1"/>
                  </a:cubicBezTo>
                  <a:cubicBezTo>
                    <a:pt x="222" y="10"/>
                    <a:pt x="148" y="19"/>
                    <a:pt x="74" y="27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29"/>
                    <a:pt x="78" y="30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1" y="32"/>
                    <a:pt x="82" y="32"/>
                    <a:pt x="82" y="3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4" y="34"/>
                    <a:pt x="85" y="35"/>
                    <a:pt x="85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6" y="37"/>
                    <a:pt x="87" y="38"/>
                    <a:pt x="88" y="39"/>
                  </a:cubicBezTo>
                  <a:cubicBezTo>
                    <a:pt x="91" y="43"/>
                    <a:pt x="93" y="47"/>
                    <a:pt x="93" y="52"/>
                  </a:cubicBezTo>
                  <a:cubicBezTo>
                    <a:pt x="93" y="64"/>
                    <a:pt x="80" y="76"/>
                    <a:pt x="59" y="84"/>
                  </a:cubicBezTo>
                  <a:cubicBezTo>
                    <a:pt x="60" y="84"/>
                    <a:pt x="60" y="83"/>
                    <a:pt x="58" y="83"/>
                  </a:cubicBezTo>
                  <a:cubicBezTo>
                    <a:pt x="58" y="83"/>
                    <a:pt x="56" y="82"/>
                    <a:pt x="56" y="82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1" y="30"/>
                    <a:pt x="45" y="30"/>
                    <a:pt x="40" y="31"/>
                  </a:cubicBezTo>
                  <a:cubicBezTo>
                    <a:pt x="40" y="82"/>
                    <a:pt x="40" y="82"/>
                    <a:pt x="40" y="82"/>
                  </a:cubicBezTo>
                  <a:cubicBezTo>
                    <a:pt x="36" y="82"/>
                    <a:pt x="37" y="82"/>
                    <a:pt x="37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4" y="82"/>
                    <a:pt x="32" y="81"/>
                    <a:pt x="29" y="81"/>
                  </a:cubicBezTo>
                  <a:cubicBezTo>
                    <a:pt x="24" y="80"/>
                    <a:pt x="13" y="80"/>
                    <a:pt x="7" y="80"/>
                  </a:cubicBezTo>
                  <a:cubicBezTo>
                    <a:pt x="4" y="80"/>
                    <a:pt x="2" y="80"/>
                    <a:pt x="1" y="80"/>
                  </a:cubicBezTo>
                  <a:cubicBezTo>
                    <a:pt x="0" y="80"/>
                    <a:pt x="15" y="83"/>
                    <a:pt x="25" y="83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30" y="84"/>
                    <a:pt x="30" y="85"/>
                    <a:pt x="30" y="85"/>
                  </a:cubicBezTo>
                  <a:cubicBezTo>
                    <a:pt x="30" y="85"/>
                    <a:pt x="30" y="85"/>
                    <a:pt x="29" y="85"/>
                  </a:cubicBezTo>
                  <a:cubicBezTo>
                    <a:pt x="26" y="85"/>
                    <a:pt x="22" y="85"/>
                    <a:pt x="19" y="85"/>
                  </a:cubicBezTo>
                  <a:cubicBezTo>
                    <a:pt x="9" y="86"/>
                    <a:pt x="0" y="87"/>
                    <a:pt x="0" y="87"/>
                  </a:cubicBezTo>
                  <a:cubicBezTo>
                    <a:pt x="0" y="87"/>
                    <a:pt x="8" y="88"/>
                    <a:pt x="16" y="88"/>
                  </a:cubicBezTo>
                  <a:cubicBezTo>
                    <a:pt x="21" y="88"/>
                    <a:pt x="26" y="87"/>
                    <a:pt x="29" y="87"/>
                  </a:cubicBezTo>
                  <a:cubicBezTo>
                    <a:pt x="32" y="87"/>
                    <a:pt x="34" y="87"/>
                    <a:pt x="36" y="86"/>
                  </a:cubicBezTo>
                  <a:cubicBezTo>
                    <a:pt x="37" y="86"/>
                    <a:pt x="36" y="86"/>
                    <a:pt x="40" y="86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32" y="87"/>
                    <a:pt x="30" y="89"/>
                    <a:pt x="30" y="90"/>
                  </a:cubicBezTo>
                  <a:cubicBezTo>
                    <a:pt x="30" y="92"/>
                    <a:pt x="37" y="94"/>
                    <a:pt x="48" y="94"/>
                  </a:cubicBezTo>
                  <a:cubicBezTo>
                    <a:pt x="58" y="94"/>
                    <a:pt x="66" y="92"/>
                    <a:pt x="66" y="90"/>
                  </a:cubicBezTo>
                  <a:cubicBezTo>
                    <a:pt x="66" y="88"/>
                    <a:pt x="60" y="87"/>
                    <a:pt x="56" y="87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138" y="75"/>
                    <a:pt x="220" y="69"/>
                    <a:pt x="301" y="67"/>
                  </a:cubicBezTo>
                  <a:cubicBezTo>
                    <a:pt x="377" y="55"/>
                    <a:pt x="445" y="43"/>
                    <a:pt x="497" y="30"/>
                  </a:cubicBezTo>
                  <a:cubicBezTo>
                    <a:pt x="533" y="21"/>
                    <a:pt x="570" y="13"/>
                    <a:pt x="605" y="4"/>
                  </a:cubicBezTo>
                  <a:cubicBezTo>
                    <a:pt x="539" y="1"/>
                    <a:pt x="473" y="0"/>
                    <a:pt x="40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79">
              <a:extLst>
                <a:ext uri="{FF2B5EF4-FFF2-40B4-BE49-F238E27FC236}">
                  <a16:creationId xmlns:a16="http://schemas.microsoft.com/office/drawing/2014/main" id="{0189D360-BCB8-4818-9B13-4D3696AB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4989" y="6546850"/>
              <a:ext cx="947738" cy="98425"/>
            </a:xfrm>
            <a:custGeom>
              <a:avLst/>
              <a:gdLst>
                <a:gd name="T0" fmla="*/ 298 w 442"/>
                <a:gd name="T1" fmla="*/ 0 h 46"/>
                <a:gd name="T2" fmla="*/ 243 w 442"/>
                <a:gd name="T3" fmla="*/ 7 h 46"/>
                <a:gd name="T4" fmla="*/ 0 w 442"/>
                <a:gd name="T5" fmla="*/ 45 h 46"/>
                <a:gd name="T6" fmla="*/ 79 w 442"/>
                <a:gd name="T7" fmla="*/ 46 h 46"/>
                <a:gd name="T8" fmla="*/ 442 w 442"/>
                <a:gd name="T9" fmla="*/ 24 h 46"/>
                <a:gd name="T10" fmla="*/ 265 w 442"/>
                <a:gd name="T11" fmla="*/ 6 h 46"/>
                <a:gd name="T12" fmla="*/ 298 w 442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46">
                  <a:moveTo>
                    <a:pt x="298" y="0"/>
                  </a:moveTo>
                  <a:cubicBezTo>
                    <a:pt x="280" y="2"/>
                    <a:pt x="262" y="4"/>
                    <a:pt x="243" y="7"/>
                  </a:cubicBezTo>
                  <a:cubicBezTo>
                    <a:pt x="168" y="17"/>
                    <a:pt x="85" y="30"/>
                    <a:pt x="0" y="45"/>
                  </a:cubicBezTo>
                  <a:cubicBezTo>
                    <a:pt x="26" y="46"/>
                    <a:pt x="53" y="46"/>
                    <a:pt x="79" y="46"/>
                  </a:cubicBezTo>
                  <a:cubicBezTo>
                    <a:pt x="200" y="46"/>
                    <a:pt x="321" y="41"/>
                    <a:pt x="442" y="24"/>
                  </a:cubicBezTo>
                  <a:cubicBezTo>
                    <a:pt x="387" y="23"/>
                    <a:pt x="340" y="21"/>
                    <a:pt x="265" y="6"/>
                  </a:cubicBezTo>
                  <a:cubicBezTo>
                    <a:pt x="276" y="4"/>
                    <a:pt x="287" y="2"/>
                    <a:pt x="298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81">
              <a:extLst>
                <a:ext uri="{FF2B5EF4-FFF2-40B4-BE49-F238E27FC236}">
                  <a16:creationId xmlns:a16="http://schemas.microsoft.com/office/drawing/2014/main" id="{3B8E531C-3AE0-47EF-9636-2CC0C273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3289" y="6053138"/>
              <a:ext cx="31750" cy="1588"/>
            </a:xfrm>
            <a:custGeom>
              <a:avLst/>
              <a:gdLst>
                <a:gd name="T0" fmla="*/ 20 w 20"/>
                <a:gd name="T1" fmla="*/ 0 h 1"/>
                <a:gd name="T2" fmla="*/ 9 w 20"/>
                <a:gd name="T3" fmla="*/ 0 h 1"/>
                <a:gd name="T4" fmla="*/ 9 w 20"/>
                <a:gd name="T5" fmla="*/ 1 h 1"/>
                <a:gd name="T6" fmla="*/ 0 w 20"/>
                <a:gd name="T7" fmla="*/ 1 h 1"/>
                <a:gd name="T8" fmla="*/ 20 w 20"/>
                <a:gd name="T9" fmla="*/ 1 h 1"/>
                <a:gd name="T10" fmla="*/ 20 w 20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">
                  <a:moveTo>
                    <a:pt x="20" y="0"/>
                  </a:moveTo>
                  <a:lnTo>
                    <a:pt x="9" y="0"/>
                  </a:lnTo>
                  <a:lnTo>
                    <a:pt x="9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81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82">
              <a:extLst>
                <a:ext uri="{FF2B5EF4-FFF2-40B4-BE49-F238E27FC236}">
                  <a16:creationId xmlns:a16="http://schemas.microsoft.com/office/drawing/2014/main" id="{B1D35F16-A88E-4836-B38B-35AD3A8EC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3289" y="6053138"/>
              <a:ext cx="31750" cy="1588"/>
            </a:xfrm>
            <a:custGeom>
              <a:avLst/>
              <a:gdLst>
                <a:gd name="T0" fmla="*/ 20 w 20"/>
                <a:gd name="T1" fmla="*/ 0 h 1"/>
                <a:gd name="T2" fmla="*/ 9 w 20"/>
                <a:gd name="T3" fmla="*/ 0 h 1"/>
                <a:gd name="T4" fmla="*/ 9 w 20"/>
                <a:gd name="T5" fmla="*/ 1 h 1"/>
                <a:gd name="T6" fmla="*/ 0 w 20"/>
                <a:gd name="T7" fmla="*/ 1 h 1"/>
                <a:gd name="T8" fmla="*/ 20 w 20"/>
                <a:gd name="T9" fmla="*/ 1 h 1"/>
                <a:gd name="T10" fmla="*/ 20 w 20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">
                  <a:moveTo>
                    <a:pt x="20" y="0"/>
                  </a:moveTo>
                  <a:lnTo>
                    <a:pt x="9" y="0"/>
                  </a:lnTo>
                  <a:lnTo>
                    <a:pt x="9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3">
              <a:extLst>
                <a:ext uri="{FF2B5EF4-FFF2-40B4-BE49-F238E27FC236}">
                  <a16:creationId xmlns:a16="http://schemas.microsoft.com/office/drawing/2014/main" id="{7A470B0F-F07D-4B13-BEDA-B78F310C2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5639" y="6156325"/>
              <a:ext cx="1671638" cy="280988"/>
            </a:xfrm>
            <a:custGeom>
              <a:avLst/>
              <a:gdLst>
                <a:gd name="T0" fmla="*/ 779 w 779"/>
                <a:gd name="T1" fmla="*/ 131 h 131"/>
                <a:gd name="T2" fmla="*/ 779 w 779"/>
                <a:gd name="T3" fmla="*/ 131 h 131"/>
                <a:gd name="T4" fmla="*/ 779 w 779"/>
                <a:gd name="T5" fmla="*/ 131 h 131"/>
                <a:gd name="T6" fmla="*/ 779 w 779"/>
                <a:gd name="T7" fmla="*/ 131 h 131"/>
                <a:gd name="T8" fmla="*/ 0 w 779"/>
                <a:gd name="T9" fmla="*/ 128 h 131"/>
                <a:gd name="T10" fmla="*/ 0 w 779"/>
                <a:gd name="T11" fmla="*/ 128 h 131"/>
                <a:gd name="T12" fmla="*/ 323 w 779"/>
                <a:gd name="T13" fmla="*/ 16 h 131"/>
                <a:gd name="T14" fmla="*/ 322 w 779"/>
                <a:gd name="T15" fmla="*/ 16 h 131"/>
                <a:gd name="T16" fmla="*/ 322 w 779"/>
                <a:gd name="T17" fmla="*/ 16 h 131"/>
                <a:gd name="T18" fmla="*/ 323 w 779"/>
                <a:gd name="T19" fmla="*/ 17 h 131"/>
                <a:gd name="T20" fmla="*/ 323 w 779"/>
                <a:gd name="T21" fmla="*/ 16 h 131"/>
                <a:gd name="T22" fmla="*/ 525 w 779"/>
                <a:gd name="T23" fmla="*/ 12 h 131"/>
                <a:gd name="T24" fmla="*/ 525 w 779"/>
                <a:gd name="T25" fmla="*/ 12 h 131"/>
                <a:gd name="T26" fmla="*/ 525 w 779"/>
                <a:gd name="T27" fmla="*/ 12 h 131"/>
                <a:gd name="T28" fmla="*/ 525 w 779"/>
                <a:gd name="T29" fmla="*/ 12 h 131"/>
                <a:gd name="T30" fmla="*/ 319 w 779"/>
                <a:gd name="T31" fmla="*/ 0 h 131"/>
                <a:gd name="T32" fmla="*/ 319 w 779"/>
                <a:gd name="T33" fmla="*/ 1 h 131"/>
                <a:gd name="T34" fmla="*/ 319 w 779"/>
                <a:gd name="T35" fmla="*/ 1 h 131"/>
                <a:gd name="T36" fmla="*/ 319 w 779"/>
                <a:gd name="T3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9" h="131">
                  <a:moveTo>
                    <a:pt x="779" y="131"/>
                  </a:moveTo>
                  <a:cubicBezTo>
                    <a:pt x="779" y="131"/>
                    <a:pt x="779" y="131"/>
                    <a:pt x="779" y="131"/>
                  </a:cubicBezTo>
                  <a:cubicBezTo>
                    <a:pt x="779" y="131"/>
                    <a:pt x="779" y="131"/>
                    <a:pt x="779" y="131"/>
                  </a:cubicBezTo>
                  <a:cubicBezTo>
                    <a:pt x="779" y="131"/>
                    <a:pt x="779" y="131"/>
                    <a:pt x="779" y="131"/>
                  </a:cubicBezTo>
                  <a:moveTo>
                    <a:pt x="0" y="128"/>
                  </a:moveTo>
                  <a:cubicBezTo>
                    <a:pt x="0" y="128"/>
                    <a:pt x="0" y="128"/>
                    <a:pt x="0" y="128"/>
                  </a:cubicBezTo>
                  <a:moveTo>
                    <a:pt x="323" y="16"/>
                  </a:moveTo>
                  <a:cubicBezTo>
                    <a:pt x="322" y="16"/>
                    <a:pt x="322" y="16"/>
                    <a:pt x="322" y="16"/>
                  </a:cubicBezTo>
                  <a:cubicBezTo>
                    <a:pt x="322" y="16"/>
                    <a:pt x="322" y="16"/>
                    <a:pt x="322" y="16"/>
                  </a:cubicBezTo>
                  <a:cubicBezTo>
                    <a:pt x="322" y="16"/>
                    <a:pt x="323" y="17"/>
                    <a:pt x="323" y="17"/>
                  </a:cubicBezTo>
                  <a:cubicBezTo>
                    <a:pt x="323" y="16"/>
                    <a:pt x="323" y="16"/>
                    <a:pt x="323" y="16"/>
                  </a:cubicBezTo>
                  <a:moveTo>
                    <a:pt x="525" y="12"/>
                  </a:moveTo>
                  <a:cubicBezTo>
                    <a:pt x="525" y="12"/>
                    <a:pt x="525" y="12"/>
                    <a:pt x="525" y="12"/>
                  </a:cubicBezTo>
                  <a:cubicBezTo>
                    <a:pt x="525" y="12"/>
                    <a:pt x="525" y="12"/>
                    <a:pt x="525" y="12"/>
                  </a:cubicBezTo>
                  <a:cubicBezTo>
                    <a:pt x="525" y="12"/>
                    <a:pt x="525" y="12"/>
                    <a:pt x="525" y="12"/>
                  </a:cubicBezTo>
                  <a:moveTo>
                    <a:pt x="319" y="0"/>
                  </a:moveTo>
                  <a:cubicBezTo>
                    <a:pt x="319" y="0"/>
                    <a:pt x="319" y="0"/>
                    <a:pt x="319" y="1"/>
                  </a:cubicBezTo>
                  <a:cubicBezTo>
                    <a:pt x="319" y="1"/>
                    <a:pt x="319" y="1"/>
                    <a:pt x="319" y="1"/>
                  </a:cubicBezTo>
                  <a:cubicBezTo>
                    <a:pt x="319" y="0"/>
                    <a:pt x="319" y="0"/>
                    <a:pt x="319" y="0"/>
                  </a:cubicBezTo>
                </a:path>
              </a:pathLst>
            </a:custGeom>
            <a:solidFill>
              <a:srgbClr val="A59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84">
              <a:extLst>
                <a:ext uri="{FF2B5EF4-FFF2-40B4-BE49-F238E27FC236}">
                  <a16:creationId xmlns:a16="http://schemas.microsoft.com/office/drawing/2014/main" id="{7326D498-A217-4310-A4CD-76F05E0F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1" y="6053138"/>
              <a:ext cx="15875" cy="1588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0 h 1"/>
                <a:gd name="T4" fmla="*/ 1 w 10"/>
                <a:gd name="T5" fmla="*/ 1 h 1"/>
                <a:gd name="T6" fmla="*/ 10 w 10"/>
                <a:gd name="T7" fmla="*/ 1 h 1"/>
                <a:gd name="T8" fmla="*/ 10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0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8E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5">
              <a:extLst>
                <a:ext uri="{FF2B5EF4-FFF2-40B4-BE49-F238E27FC236}">
                  <a16:creationId xmlns:a16="http://schemas.microsoft.com/office/drawing/2014/main" id="{5A8FAA80-12BB-4266-A0D8-CE573D5F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1" y="6053138"/>
              <a:ext cx="15875" cy="1588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0 h 1"/>
                <a:gd name="T4" fmla="*/ 1 w 10"/>
                <a:gd name="T5" fmla="*/ 1 h 1"/>
                <a:gd name="T6" fmla="*/ 10 w 10"/>
                <a:gd name="T7" fmla="*/ 1 h 1"/>
                <a:gd name="T8" fmla="*/ 10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0" y="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6E51452C-C8B7-4885-9CCD-B36D0F7BB5FA}"/>
              </a:ext>
            </a:extLst>
          </p:cNvPr>
          <p:cNvGrpSpPr/>
          <p:nvPr/>
        </p:nvGrpSpPr>
        <p:grpSpPr>
          <a:xfrm>
            <a:off x="9532506" y="3780885"/>
            <a:ext cx="1747838" cy="1966913"/>
            <a:chOff x="9674525" y="3603966"/>
            <a:chExt cx="1747838" cy="1966913"/>
          </a:xfrm>
        </p:grpSpPr>
        <p:sp>
          <p:nvSpPr>
            <p:cNvPr id="135" name="Freeform 19">
              <a:extLst>
                <a:ext uri="{FF2B5EF4-FFF2-40B4-BE49-F238E27FC236}">
                  <a16:creationId xmlns:a16="http://schemas.microsoft.com/office/drawing/2014/main" id="{CE9BAE69-A947-4451-9F57-49850A9B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9675" y="3878604"/>
              <a:ext cx="766763" cy="1641475"/>
            </a:xfrm>
            <a:custGeom>
              <a:avLst/>
              <a:gdLst>
                <a:gd name="T0" fmla="*/ 173 w 363"/>
                <a:gd name="T1" fmla="*/ 762 h 776"/>
                <a:gd name="T2" fmla="*/ 191 w 363"/>
                <a:gd name="T3" fmla="*/ 0 h 776"/>
                <a:gd name="T4" fmla="*/ 191 w 363"/>
                <a:gd name="T5" fmla="*/ 0 h 776"/>
                <a:gd name="T6" fmla="*/ 213 w 363"/>
                <a:gd name="T7" fmla="*/ 738 h 776"/>
                <a:gd name="T8" fmla="*/ 205 w 363"/>
                <a:gd name="T9" fmla="*/ 770 h 776"/>
                <a:gd name="T10" fmla="*/ 173 w 363"/>
                <a:gd name="T11" fmla="*/ 762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776">
                  <a:moveTo>
                    <a:pt x="173" y="762"/>
                  </a:moveTo>
                  <a:cubicBezTo>
                    <a:pt x="0" y="412"/>
                    <a:pt x="304" y="37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363" y="304"/>
                    <a:pt x="40" y="415"/>
                    <a:pt x="213" y="738"/>
                  </a:cubicBezTo>
                  <a:cubicBezTo>
                    <a:pt x="220" y="749"/>
                    <a:pt x="216" y="763"/>
                    <a:pt x="205" y="770"/>
                  </a:cubicBezTo>
                  <a:cubicBezTo>
                    <a:pt x="194" y="776"/>
                    <a:pt x="180" y="773"/>
                    <a:pt x="173" y="76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0">
              <a:extLst>
                <a:ext uri="{FF2B5EF4-FFF2-40B4-BE49-F238E27FC236}">
                  <a16:creationId xmlns:a16="http://schemas.microsoft.com/office/drawing/2014/main" id="{283D3E24-CE8E-4683-B780-8B1814416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3612" y="4302466"/>
              <a:ext cx="654050" cy="615950"/>
            </a:xfrm>
            <a:custGeom>
              <a:avLst/>
              <a:gdLst>
                <a:gd name="T0" fmla="*/ 279 w 309"/>
                <a:gd name="T1" fmla="*/ 278 h 292"/>
                <a:gd name="T2" fmla="*/ 0 w 309"/>
                <a:gd name="T3" fmla="*/ 38 h 292"/>
                <a:gd name="T4" fmla="*/ 248 w 309"/>
                <a:gd name="T5" fmla="*/ 268 h 292"/>
                <a:gd name="T6" fmla="*/ 258 w 309"/>
                <a:gd name="T7" fmla="*/ 289 h 292"/>
                <a:gd name="T8" fmla="*/ 279 w 309"/>
                <a:gd name="T9" fmla="*/ 27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9" h="292">
                  <a:moveTo>
                    <a:pt x="279" y="278"/>
                  </a:moveTo>
                  <a:cubicBezTo>
                    <a:pt x="309" y="130"/>
                    <a:pt x="150" y="0"/>
                    <a:pt x="0" y="38"/>
                  </a:cubicBezTo>
                  <a:cubicBezTo>
                    <a:pt x="133" y="44"/>
                    <a:pt x="281" y="128"/>
                    <a:pt x="248" y="268"/>
                  </a:cubicBezTo>
                  <a:cubicBezTo>
                    <a:pt x="245" y="277"/>
                    <a:pt x="250" y="286"/>
                    <a:pt x="258" y="289"/>
                  </a:cubicBezTo>
                  <a:cubicBezTo>
                    <a:pt x="267" y="292"/>
                    <a:pt x="277" y="287"/>
                    <a:pt x="279" y="27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1">
              <a:extLst>
                <a:ext uri="{FF2B5EF4-FFF2-40B4-BE49-F238E27FC236}">
                  <a16:creationId xmlns:a16="http://schemas.microsoft.com/office/drawing/2014/main" id="{547948FA-C190-419B-AA4B-310480C8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2575" y="4421529"/>
              <a:ext cx="631825" cy="328613"/>
            </a:xfrm>
            <a:custGeom>
              <a:avLst/>
              <a:gdLst>
                <a:gd name="T0" fmla="*/ 3 w 299"/>
                <a:gd name="T1" fmla="*/ 135 h 155"/>
                <a:gd name="T2" fmla="*/ 299 w 299"/>
                <a:gd name="T3" fmla="*/ 63 h 155"/>
                <a:gd name="T4" fmla="*/ 27 w 299"/>
                <a:gd name="T5" fmla="*/ 146 h 155"/>
                <a:gd name="T6" fmla="*/ 10 w 299"/>
                <a:gd name="T7" fmla="*/ 152 h 155"/>
                <a:gd name="T8" fmla="*/ 3 w 299"/>
                <a:gd name="T9" fmla="*/ 13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155">
                  <a:moveTo>
                    <a:pt x="3" y="135"/>
                  </a:moveTo>
                  <a:cubicBezTo>
                    <a:pt x="68" y="21"/>
                    <a:pt x="187" y="0"/>
                    <a:pt x="299" y="63"/>
                  </a:cubicBezTo>
                  <a:cubicBezTo>
                    <a:pt x="187" y="31"/>
                    <a:pt x="86" y="32"/>
                    <a:pt x="27" y="146"/>
                  </a:cubicBezTo>
                  <a:cubicBezTo>
                    <a:pt x="24" y="152"/>
                    <a:pt x="16" y="155"/>
                    <a:pt x="10" y="152"/>
                  </a:cubicBezTo>
                  <a:cubicBezTo>
                    <a:pt x="3" y="149"/>
                    <a:pt x="0" y="141"/>
                    <a:pt x="3" y="135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2">
              <a:extLst>
                <a:ext uri="{FF2B5EF4-FFF2-40B4-BE49-F238E27FC236}">
                  <a16:creationId xmlns:a16="http://schemas.microsoft.com/office/drawing/2014/main" id="{CCBDED17-3E31-4215-B3DB-E438616B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4287" y="4208804"/>
              <a:ext cx="123825" cy="317500"/>
            </a:xfrm>
            <a:custGeom>
              <a:avLst/>
              <a:gdLst>
                <a:gd name="T0" fmla="*/ 38 w 59"/>
                <a:gd name="T1" fmla="*/ 146 h 150"/>
                <a:gd name="T2" fmla="*/ 46 w 59"/>
                <a:gd name="T3" fmla="*/ 0 h 150"/>
                <a:gd name="T4" fmla="*/ 54 w 59"/>
                <a:gd name="T5" fmla="*/ 129 h 150"/>
                <a:gd name="T6" fmla="*/ 54 w 59"/>
                <a:gd name="T7" fmla="*/ 146 h 150"/>
                <a:gd name="T8" fmla="*/ 38 w 59"/>
                <a:gd name="T9" fmla="*/ 14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0">
                  <a:moveTo>
                    <a:pt x="38" y="146"/>
                  </a:moveTo>
                  <a:cubicBezTo>
                    <a:pt x="0" y="101"/>
                    <a:pt x="0" y="37"/>
                    <a:pt x="46" y="0"/>
                  </a:cubicBezTo>
                  <a:cubicBezTo>
                    <a:pt x="26" y="48"/>
                    <a:pt x="12" y="87"/>
                    <a:pt x="54" y="129"/>
                  </a:cubicBezTo>
                  <a:cubicBezTo>
                    <a:pt x="59" y="134"/>
                    <a:pt x="59" y="141"/>
                    <a:pt x="54" y="146"/>
                  </a:cubicBezTo>
                  <a:cubicBezTo>
                    <a:pt x="50" y="150"/>
                    <a:pt x="43" y="150"/>
                    <a:pt x="38" y="146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3">
              <a:extLst>
                <a:ext uri="{FF2B5EF4-FFF2-40B4-BE49-F238E27FC236}">
                  <a16:creationId xmlns:a16="http://schemas.microsoft.com/office/drawing/2014/main" id="{AC0B7C9F-3BDE-4959-AD10-E7B47382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0050" y="4061166"/>
              <a:ext cx="239713" cy="249238"/>
            </a:xfrm>
            <a:custGeom>
              <a:avLst/>
              <a:gdLst>
                <a:gd name="T0" fmla="*/ 0 w 113"/>
                <a:gd name="T1" fmla="*/ 105 h 118"/>
                <a:gd name="T2" fmla="*/ 113 w 113"/>
                <a:gd name="T3" fmla="*/ 9 h 118"/>
                <a:gd name="T4" fmla="*/ 26 w 113"/>
                <a:gd name="T5" fmla="*/ 105 h 118"/>
                <a:gd name="T6" fmla="*/ 13 w 113"/>
                <a:gd name="T7" fmla="*/ 118 h 118"/>
                <a:gd name="T8" fmla="*/ 0 w 113"/>
                <a:gd name="T9" fmla="*/ 10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8">
                  <a:moveTo>
                    <a:pt x="0" y="105"/>
                  </a:moveTo>
                  <a:cubicBezTo>
                    <a:pt x="6" y="45"/>
                    <a:pt x="54" y="0"/>
                    <a:pt x="113" y="9"/>
                  </a:cubicBezTo>
                  <a:cubicBezTo>
                    <a:pt x="65" y="29"/>
                    <a:pt x="27" y="46"/>
                    <a:pt x="26" y="105"/>
                  </a:cubicBezTo>
                  <a:cubicBezTo>
                    <a:pt x="26" y="112"/>
                    <a:pt x="20" y="118"/>
                    <a:pt x="13" y="118"/>
                  </a:cubicBezTo>
                  <a:cubicBezTo>
                    <a:pt x="5" y="118"/>
                    <a:pt x="0" y="112"/>
                    <a:pt x="0" y="105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4">
              <a:extLst>
                <a:ext uri="{FF2B5EF4-FFF2-40B4-BE49-F238E27FC236}">
                  <a16:creationId xmlns:a16="http://schemas.microsoft.com/office/drawing/2014/main" id="{D598F0C5-BE95-4D94-8245-CD839FAFD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6412" y="4478679"/>
              <a:ext cx="273050" cy="214313"/>
            </a:xfrm>
            <a:custGeom>
              <a:avLst/>
              <a:gdLst>
                <a:gd name="T0" fmla="*/ 18 w 129"/>
                <a:gd name="T1" fmla="*/ 9 h 101"/>
                <a:gd name="T2" fmla="*/ 129 w 129"/>
                <a:gd name="T3" fmla="*/ 101 h 101"/>
                <a:gd name="T4" fmla="*/ 19 w 129"/>
                <a:gd name="T5" fmla="*/ 28 h 101"/>
                <a:gd name="T6" fmla="*/ 18 w 129"/>
                <a:gd name="T7" fmla="*/ 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01">
                  <a:moveTo>
                    <a:pt x="18" y="9"/>
                  </a:moveTo>
                  <a:cubicBezTo>
                    <a:pt x="78" y="0"/>
                    <a:pt x="127" y="42"/>
                    <a:pt x="129" y="101"/>
                  </a:cubicBezTo>
                  <a:cubicBezTo>
                    <a:pt x="102" y="56"/>
                    <a:pt x="77" y="19"/>
                    <a:pt x="19" y="28"/>
                  </a:cubicBezTo>
                  <a:cubicBezTo>
                    <a:pt x="5" y="30"/>
                    <a:pt x="0" y="12"/>
                    <a:pt x="18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5">
              <a:extLst>
                <a:ext uri="{FF2B5EF4-FFF2-40B4-BE49-F238E27FC236}">
                  <a16:creationId xmlns:a16="http://schemas.microsoft.com/office/drawing/2014/main" id="{2985422F-398F-4DE3-8AE0-96796B65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8875" y="3603966"/>
              <a:ext cx="471488" cy="414338"/>
            </a:xfrm>
            <a:custGeom>
              <a:avLst/>
              <a:gdLst>
                <a:gd name="T0" fmla="*/ 0 w 223"/>
                <a:gd name="T1" fmla="*/ 76 h 196"/>
                <a:gd name="T2" fmla="*/ 71 w 223"/>
                <a:gd name="T3" fmla="*/ 125 h 196"/>
                <a:gd name="T4" fmla="*/ 222 w 223"/>
                <a:gd name="T5" fmla="*/ 142 h 196"/>
                <a:gd name="T6" fmla="*/ 223 w 223"/>
                <a:gd name="T7" fmla="*/ 141 h 196"/>
                <a:gd name="T8" fmla="*/ 0 w 223"/>
                <a:gd name="T9" fmla="*/ 7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196">
                  <a:moveTo>
                    <a:pt x="0" y="76"/>
                  </a:moveTo>
                  <a:cubicBezTo>
                    <a:pt x="27" y="72"/>
                    <a:pt x="61" y="103"/>
                    <a:pt x="71" y="125"/>
                  </a:cubicBezTo>
                  <a:cubicBezTo>
                    <a:pt x="91" y="171"/>
                    <a:pt x="175" y="196"/>
                    <a:pt x="222" y="142"/>
                  </a:cubicBezTo>
                  <a:cubicBezTo>
                    <a:pt x="223" y="141"/>
                    <a:pt x="223" y="141"/>
                    <a:pt x="223" y="141"/>
                  </a:cubicBezTo>
                  <a:cubicBezTo>
                    <a:pt x="198" y="73"/>
                    <a:pt x="129" y="0"/>
                    <a:pt x="0" y="7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6">
              <a:extLst>
                <a:ext uri="{FF2B5EF4-FFF2-40B4-BE49-F238E27FC236}">
                  <a16:creationId xmlns:a16="http://schemas.microsoft.com/office/drawing/2014/main" id="{E031D539-8A92-4A55-B1AB-12C3AFEA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8875" y="3642066"/>
              <a:ext cx="471488" cy="365125"/>
            </a:xfrm>
            <a:custGeom>
              <a:avLst/>
              <a:gdLst>
                <a:gd name="T0" fmla="*/ 0 w 223"/>
                <a:gd name="T1" fmla="*/ 58 h 173"/>
                <a:gd name="T2" fmla="*/ 71 w 223"/>
                <a:gd name="T3" fmla="*/ 107 h 173"/>
                <a:gd name="T4" fmla="*/ 222 w 223"/>
                <a:gd name="T5" fmla="*/ 124 h 173"/>
                <a:gd name="T6" fmla="*/ 68 w 223"/>
                <a:gd name="T7" fmla="*/ 54 h 173"/>
                <a:gd name="T8" fmla="*/ 223 w 223"/>
                <a:gd name="T9" fmla="*/ 123 h 173"/>
                <a:gd name="T10" fmla="*/ 0 w 223"/>
                <a:gd name="T11" fmla="*/ 58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73">
                  <a:moveTo>
                    <a:pt x="0" y="58"/>
                  </a:moveTo>
                  <a:cubicBezTo>
                    <a:pt x="27" y="54"/>
                    <a:pt x="61" y="85"/>
                    <a:pt x="71" y="107"/>
                  </a:cubicBezTo>
                  <a:cubicBezTo>
                    <a:pt x="96" y="166"/>
                    <a:pt x="183" y="173"/>
                    <a:pt x="222" y="124"/>
                  </a:cubicBezTo>
                  <a:cubicBezTo>
                    <a:pt x="197" y="100"/>
                    <a:pt x="127" y="61"/>
                    <a:pt x="68" y="54"/>
                  </a:cubicBezTo>
                  <a:cubicBezTo>
                    <a:pt x="125" y="50"/>
                    <a:pt x="196" y="81"/>
                    <a:pt x="223" y="123"/>
                  </a:cubicBezTo>
                  <a:cubicBezTo>
                    <a:pt x="183" y="12"/>
                    <a:pt x="98" y="0"/>
                    <a:pt x="0" y="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7">
              <a:extLst>
                <a:ext uri="{FF2B5EF4-FFF2-40B4-BE49-F238E27FC236}">
                  <a16:creationId xmlns:a16="http://schemas.microsoft.com/office/drawing/2014/main" id="{118E498D-3BA0-4BA5-99DF-5BEC20DA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0712" y="3929404"/>
              <a:ext cx="387350" cy="287338"/>
            </a:xfrm>
            <a:custGeom>
              <a:avLst/>
              <a:gdLst>
                <a:gd name="T0" fmla="*/ 183 w 183"/>
                <a:gd name="T1" fmla="*/ 97 h 136"/>
                <a:gd name="T2" fmla="*/ 116 w 183"/>
                <a:gd name="T3" fmla="*/ 109 h 136"/>
                <a:gd name="T4" fmla="*/ 0 w 183"/>
                <a:gd name="T5" fmla="*/ 73 h 136"/>
                <a:gd name="T6" fmla="*/ 0 w 183"/>
                <a:gd name="T7" fmla="*/ 72 h 136"/>
                <a:gd name="T8" fmla="*/ 183 w 183"/>
                <a:gd name="T9" fmla="*/ 9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3" h="136">
                  <a:moveTo>
                    <a:pt x="183" y="97"/>
                  </a:moveTo>
                  <a:cubicBezTo>
                    <a:pt x="165" y="85"/>
                    <a:pt x="130" y="97"/>
                    <a:pt x="116" y="109"/>
                  </a:cubicBezTo>
                  <a:cubicBezTo>
                    <a:pt x="86" y="136"/>
                    <a:pt x="17" y="127"/>
                    <a:pt x="0" y="73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40" y="30"/>
                    <a:pt x="114" y="0"/>
                    <a:pt x="183" y="9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8">
              <a:extLst>
                <a:ext uri="{FF2B5EF4-FFF2-40B4-BE49-F238E27FC236}">
                  <a16:creationId xmlns:a16="http://schemas.microsoft.com/office/drawing/2014/main" id="{021C5E69-756A-44DA-8463-6CAB186C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0712" y="3937341"/>
              <a:ext cx="387350" cy="296863"/>
            </a:xfrm>
            <a:custGeom>
              <a:avLst/>
              <a:gdLst>
                <a:gd name="T0" fmla="*/ 183 w 183"/>
                <a:gd name="T1" fmla="*/ 93 h 140"/>
                <a:gd name="T2" fmla="*/ 116 w 183"/>
                <a:gd name="T3" fmla="*/ 105 h 140"/>
                <a:gd name="T4" fmla="*/ 0 w 183"/>
                <a:gd name="T5" fmla="*/ 69 h 140"/>
                <a:gd name="T6" fmla="*/ 135 w 183"/>
                <a:gd name="T7" fmla="*/ 68 h 140"/>
                <a:gd name="T8" fmla="*/ 0 w 183"/>
                <a:gd name="T9" fmla="*/ 68 h 140"/>
                <a:gd name="T10" fmla="*/ 183 w 183"/>
                <a:gd name="T11" fmla="*/ 9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" h="140">
                  <a:moveTo>
                    <a:pt x="183" y="93"/>
                  </a:moveTo>
                  <a:cubicBezTo>
                    <a:pt x="165" y="81"/>
                    <a:pt x="130" y="93"/>
                    <a:pt x="116" y="105"/>
                  </a:cubicBezTo>
                  <a:cubicBezTo>
                    <a:pt x="78" y="140"/>
                    <a:pt x="13" y="117"/>
                    <a:pt x="0" y="69"/>
                  </a:cubicBezTo>
                  <a:cubicBezTo>
                    <a:pt x="26" y="59"/>
                    <a:pt x="90" y="54"/>
                    <a:pt x="135" y="68"/>
                  </a:cubicBezTo>
                  <a:cubicBezTo>
                    <a:pt x="94" y="47"/>
                    <a:pt x="33" y="46"/>
                    <a:pt x="0" y="68"/>
                  </a:cubicBezTo>
                  <a:cubicBezTo>
                    <a:pt x="66" y="0"/>
                    <a:pt x="130" y="19"/>
                    <a:pt x="183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9">
              <a:extLst>
                <a:ext uri="{FF2B5EF4-FFF2-40B4-BE49-F238E27FC236}">
                  <a16:creationId xmlns:a16="http://schemas.microsoft.com/office/drawing/2014/main" id="{B422DF3A-1340-4F90-B0AC-1160FD08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525" y="4299291"/>
              <a:ext cx="357188" cy="260350"/>
            </a:xfrm>
            <a:custGeom>
              <a:avLst/>
              <a:gdLst>
                <a:gd name="T0" fmla="*/ 0 w 169"/>
                <a:gd name="T1" fmla="*/ 113 h 123"/>
                <a:gd name="T2" fmla="*/ 69 w 169"/>
                <a:gd name="T3" fmla="*/ 105 h 123"/>
                <a:gd name="T4" fmla="*/ 169 w 169"/>
                <a:gd name="T5" fmla="*/ 37 h 123"/>
                <a:gd name="T6" fmla="*/ 169 w 169"/>
                <a:gd name="T7" fmla="*/ 36 h 123"/>
                <a:gd name="T8" fmla="*/ 0 w 169"/>
                <a:gd name="T9" fmla="*/ 1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123">
                  <a:moveTo>
                    <a:pt x="0" y="113"/>
                  </a:moveTo>
                  <a:cubicBezTo>
                    <a:pt x="15" y="96"/>
                    <a:pt x="52" y="97"/>
                    <a:pt x="69" y="105"/>
                  </a:cubicBezTo>
                  <a:cubicBezTo>
                    <a:pt x="105" y="123"/>
                    <a:pt x="168" y="94"/>
                    <a:pt x="169" y="37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18" y="8"/>
                    <a:pt x="39" y="0"/>
                    <a:pt x="0" y="11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30">
              <a:extLst>
                <a:ext uri="{FF2B5EF4-FFF2-40B4-BE49-F238E27FC236}">
                  <a16:creationId xmlns:a16="http://schemas.microsoft.com/office/drawing/2014/main" id="{FCB63478-BCD1-444B-930E-D7C4C79A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525" y="4278654"/>
              <a:ext cx="361950" cy="292100"/>
            </a:xfrm>
            <a:custGeom>
              <a:avLst/>
              <a:gdLst>
                <a:gd name="T0" fmla="*/ 0 w 171"/>
                <a:gd name="T1" fmla="*/ 123 h 138"/>
                <a:gd name="T2" fmla="*/ 69 w 171"/>
                <a:gd name="T3" fmla="*/ 115 h 138"/>
                <a:gd name="T4" fmla="*/ 169 w 171"/>
                <a:gd name="T5" fmla="*/ 47 h 138"/>
                <a:gd name="T6" fmla="*/ 40 w 171"/>
                <a:gd name="T7" fmla="*/ 85 h 138"/>
                <a:gd name="T8" fmla="*/ 169 w 171"/>
                <a:gd name="T9" fmla="*/ 46 h 138"/>
                <a:gd name="T10" fmla="*/ 0 w 171"/>
                <a:gd name="T11" fmla="*/ 12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138">
                  <a:moveTo>
                    <a:pt x="0" y="123"/>
                  </a:moveTo>
                  <a:cubicBezTo>
                    <a:pt x="15" y="106"/>
                    <a:pt x="52" y="107"/>
                    <a:pt x="69" y="115"/>
                  </a:cubicBezTo>
                  <a:cubicBezTo>
                    <a:pt x="115" y="138"/>
                    <a:pt x="171" y="97"/>
                    <a:pt x="169" y="47"/>
                  </a:cubicBezTo>
                  <a:cubicBezTo>
                    <a:pt x="141" y="45"/>
                    <a:pt x="79" y="58"/>
                    <a:pt x="40" y="85"/>
                  </a:cubicBezTo>
                  <a:cubicBezTo>
                    <a:pt x="72" y="53"/>
                    <a:pt x="131" y="34"/>
                    <a:pt x="169" y="46"/>
                  </a:cubicBezTo>
                  <a:cubicBezTo>
                    <a:pt x="86" y="0"/>
                    <a:pt x="30" y="37"/>
                    <a:pt x="0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31">
              <a:extLst>
                <a:ext uri="{FF2B5EF4-FFF2-40B4-BE49-F238E27FC236}">
                  <a16:creationId xmlns:a16="http://schemas.microsoft.com/office/drawing/2014/main" id="{7F03164B-B78E-45F0-9CD1-D665D505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6362" y="4061166"/>
              <a:ext cx="228600" cy="211138"/>
            </a:xfrm>
            <a:custGeom>
              <a:avLst/>
              <a:gdLst>
                <a:gd name="T0" fmla="*/ 108 w 108"/>
                <a:gd name="T1" fmla="*/ 32 h 100"/>
                <a:gd name="T2" fmla="*/ 75 w 108"/>
                <a:gd name="T3" fmla="*/ 60 h 100"/>
                <a:gd name="T4" fmla="*/ 0 w 108"/>
                <a:gd name="T5" fmla="*/ 75 h 100"/>
                <a:gd name="T6" fmla="*/ 0 w 108"/>
                <a:gd name="T7" fmla="*/ 75 h 100"/>
                <a:gd name="T8" fmla="*/ 108 w 108"/>
                <a:gd name="T9" fmla="*/ 3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0">
                  <a:moveTo>
                    <a:pt x="108" y="32"/>
                  </a:moveTo>
                  <a:cubicBezTo>
                    <a:pt x="94" y="31"/>
                    <a:pt x="79" y="49"/>
                    <a:pt x="75" y="60"/>
                  </a:cubicBezTo>
                  <a:cubicBezTo>
                    <a:pt x="67" y="84"/>
                    <a:pt x="26" y="100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9" y="40"/>
                    <a:pt x="40" y="0"/>
                    <a:pt x="108" y="3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32">
              <a:extLst>
                <a:ext uri="{FF2B5EF4-FFF2-40B4-BE49-F238E27FC236}">
                  <a16:creationId xmlns:a16="http://schemas.microsoft.com/office/drawing/2014/main" id="{964F7748-6295-491E-8B48-984A885F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6362" y="4077041"/>
              <a:ext cx="228600" cy="190500"/>
            </a:xfrm>
            <a:custGeom>
              <a:avLst/>
              <a:gdLst>
                <a:gd name="T0" fmla="*/ 108 w 108"/>
                <a:gd name="T1" fmla="*/ 24 h 90"/>
                <a:gd name="T2" fmla="*/ 75 w 108"/>
                <a:gd name="T3" fmla="*/ 52 h 90"/>
                <a:gd name="T4" fmla="*/ 0 w 108"/>
                <a:gd name="T5" fmla="*/ 67 h 90"/>
                <a:gd name="T6" fmla="*/ 74 w 108"/>
                <a:gd name="T7" fmla="*/ 25 h 90"/>
                <a:gd name="T8" fmla="*/ 0 w 108"/>
                <a:gd name="T9" fmla="*/ 67 h 90"/>
                <a:gd name="T10" fmla="*/ 108 w 108"/>
                <a:gd name="T11" fmla="*/ 2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90">
                  <a:moveTo>
                    <a:pt x="108" y="24"/>
                  </a:moveTo>
                  <a:cubicBezTo>
                    <a:pt x="94" y="23"/>
                    <a:pt x="79" y="41"/>
                    <a:pt x="75" y="52"/>
                  </a:cubicBezTo>
                  <a:cubicBezTo>
                    <a:pt x="65" y="83"/>
                    <a:pt x="22" y="90"/>
                    <a:pt x="0" y="67"/>
                  </a:cubicBezTo>
                  <a:cubicBezTo>
                    <a:pt x="11" y="54"/>
                    <a:pt x="45" y="32"/>
                    <a:pt x="74" y="25"/>
                  </a:cubicBezTo>
                  <a:cubicBezTo>
                    <a:pt x="45" y="26"/>
                    <a:pt x="11" y="45"/>
                    <a:pt x="0" y="67"/>
                  </a:cubicBezTo>
                  <a:cubicBezTo>
                    <a:pt x="15" y="9"/>
                    <a:pt x="56" y="0"/>
                    <a:pt x="108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3">
              <a:extLst>
                <a:ext uri="{FF2B5EF4-FFF2-40B4-BE49-F238E27FC236}">
                  <a16:creationId xmlns:a16="http://schemas.microsoft.com/office/drawing/2014/main" id="{F1CB9A21-6600-46F0-96B7-0A45542F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7887" y="4539004"/>
              <a:ext cx="244475" cy="212725"/>
            </a:xfrm>
            <a:custGeom>
              <a:avLst/>
              <a:gdLst>
                <a:gd name="T0" fmla="*/ 115 w 115"/>
                <a:gd name="T1" fmla="*/ 101 h 101"/>
                <a:gd name="T2" fmla="*/ 68 w 115"/>
                <a:gd name="T3" fmla="*/ 80 h 101"/>
                <a:gd name="T4" fmla="*/ 12 w 115"/>
                <a:gd name="T5" fmla="*/ 9 h 101"/>
                <a:gd name="T6" fmla="*/ 12 w 115"/>
                <a:gd name="T7" fmla="*/ 9 h 101"/>
                <a:gd name="T8" fmla="*/ 115 w 115"/>
                <a:gd name="T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01">
                  <a:moveTo>
                    <a:pt x="115" y="101"/>
                  </a:moveTo>
                  <a:cubicBezTo>
                    <a:pt x="108" y="86"/>
                    <a:pt x="82" y="78"/>
                    <a:pt x="68" y="80"/>
                  </a:cubicBezTo>
                  <a:cubicBezTo>
                    <a:pt x="38" y="85"/>
                    <a:pt x="0" y="50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55" y="0"/>
                    <a:pt x="112" y="12"/>
                    <a:pt x="115" y="10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4">
              <a:extLst>
                <a:ext uri="{FF2B5EF4-FFF2-40B4-BE49-F238E27FC236}">
                  <a16:creationId xmlns:a16="http://schemas.microsoft.com/office/drawing/2014/main" id="{AAD6C730-175D-4DDD-8C8A-D3A5C57C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6300" y="4526304"/>
              <a:ext cx="246063" cy="225425"/>
            </a:xfrm>
            <a:custGeom>
              <a:avLst/>
              <a:gdLst>
                <a:gd name="T0" fmla="*/ 116 w 116"/>
                <a:gd name="T1" fmla="*/ 107 h 107"/>
                <a:gd name="T2" fmla="*/ 69 w 116"/>
                <a:gd name="T3" fmla="*/ 86 h 107"/>
                <a:gd name="T4" fmla="*/ 13 w 116"/>
                <a:gd name="T5" fmla="*/ 15 h 107"/>
                <a:gd name="T6" fmla="*/ 96 w 116"/>
                <a:gd name="T7" fmla="*/ 71 h 107"/>
                <a:gd name="T8" fmla="*/ 13 w 116"/>
                <a:gd name="T9" fmla="*/ 15 h 107"/>
                <a:gd name="T10" fmla="*/ 116 w 116"/>
                <a:gd name="T11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07">
                  <a:moveTo>
                    <a:pt x="116" y="107"/>
                  </a:moveTo>
                  <a:cubicBezTo>
                    <a:pt x="109" y="92"/>
                    <a:pt x="83" y="84"/>
                    <a:pt x="69" y="86"/>
                  </a:cubicBezTo>
                  <a:cubicBezTo>
                    <a:pt x="31" y="92"/>
                    <a:pt x="0" y="50"/>
                    <a:pt x="13" y="15"/>
                  </a:cubicBezTo>
                  <a:cubicBezTo>
                    <a:pt x="33" y="20"/>
                    <a:pt x="74" y="44"/>
                    <a:pt x="96" y="71"/>
                  </a:cubicBezTo>
                  <a:cubicBezTo>
                    <a:pt x="80" y="41"/>
                    <a:pt x="43" y="15"/>
                    <a:pt x="13" y="15"/>
                  </a:cubicBezTo>
                  <a:cubicBezTo>
                    <a:pt x="82" y="0"/>
                    <a:pt x="114" y="39"/>
                    <a:pt x="116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35">
              <a:extLst>
                <a:ext uri="{FF2B5EF4-FFF2-40B4-BE49-F238E27FC236}">
                  <a16:creationId xmlns:a16="http://schemas.microsoft.com/office/drawing/2014/main" id="{50AE8760-CF0E-47B8-A50A-B928C5D2F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6437" y="4680291"/>
              <a:ext cx="212725" cy="273050"/>
            </a:xfrm>
            <a:custGeom>
              <a:avLst/>
              <a:gdLst>
                <a:gd name="T0" fmla="*/ 42 w 100"/>
                <a:gd name="T1" fmla="*/ 129 h 129"/>
                <a:gd name="T2" fmla="*/ 25 w 100"/>
                <a:gd name="T3" fmla="*/ 84 h 129"/>
                <a:gd name="T4" fmla="*/ 35 w 100"/>
                <a:gd name="T5" fmla="*/ 0 h 129"/>
                <a:gd name="T6" fmla="*/ 36 w 100"/>
                <a:gd name="T7" fmla="*/ 0 h 129"/>
                <a:gd name="T8" fmla="*/ 42 w 100"/>
                <a:gd name="T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129">
                  <a:moveTo>
                    <a:pt x="42" y="129"/>
                  </a:moveTo>
                  <a:cubicBezTo>
                    <a:pt x="48" y="114"/>
                    <a:pt x="35" y="92"/>
                    <a:pt x="25" y="84"/>
                  </a:cubicBezTo>
                  <a:cubicBezTo>
                    <a:pt x="3" y="67"/>
                    <a:pt x="0" y="19"/>
                    <a:pt x="35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69" y="22"/>
                    <a:pt x="100" y="68"/>
                    <a:pt x="42" y="12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6">
              <a:extLst>
                <a:ext uri="{FF2B5EF4-FFF2-40B4-BE49-F238E27FC236}">
                  <a16:creationId xmlns:a16="http://schemas.microsoft.com/office/drawing/2014/main" id="{08E45E85-1F8F-406F-95EB-D3ABE069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8500" y="4680291"/>
              <a:ext cx="201613" cy="273050"/>
            </a:xfrm>
            <a:custGeom>
              <a:avLst/>
              <a:gdLst>
                <a:gd name="T0" fmla="*/ 46 w 95"/>
                <a:gd name="T1" fmla="*/ 129 h 129"/>
                <a:gd name="T2" fmla="*/ 29 w 95"/>
                <a:gd name="T3" fmla="*/ 84 h 129"/>
                <a:gd name="T4" fmla="*/ 39 w 95"/>
                <a:gd name="T5" fmla="*/ 0 h 129"/>
                <a:gd name="T6" fmla="*/ 57 w 95"/>
                <a:gd name="T7" fmla="*/ 92 h 129"/>
                <a:gd name="T8" fmla="*/ 40 w 95"/>
                <a:gd name="T9" fmla="*/ 0 h 129"/>
                <a:gd name="T10" fmla="*/ 46 w 95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129">
                  <a:moveTo>
                    <a:pt x="46" y="129"/>
                  </a:moveTo>
                  <a:cubicBezTo>
                    <a:pt x="52" y="114"/>
                    <a:pt x="39" y="92"/>
                    <a:pt x="29" y="84"/>
                  </a:cubicBezTo>
                  <a:cubicBezTo>
                    <a:pt x="0" y="63"/>
                    <a:pt x="7" y="15"/>
                    <a:pt x="39" y="0"/>
                  </a:cubicBezTo>
                  <a:cubicBezTo>
                    <a:pt x="49" y="17"/>
                    <a:pt x="61" y="59"/>
                    <a:pt x="57" y="92"/>
                  </a:cubicBezTo>
                  <a:cubicBezTo>
                    <a:pt x="66" y="62"/>
                    <a:pt x="59" y="20"/>
                    <a:pt x="40" y="0"/>
                  </a:cubicBezTo>
                  <a:cubicBezTo>
                    <a:pt x="95" y="36"/>
                    <a:pt x="90" y="83"/>
                    <a:pt x="46" y="1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7">
              <a:extLst>
                <a:ext uri="{FF2B5EF4-FFF2-40B4-BE49-F238E27FC236}">
                  <a16:creationId xmlns:a16="http://schemas.microsoft.com/office/drawing/2014/main" id="{8F885E19-DDC7-4EBE-89E4-76C24C550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875" y="4177054"/>
              <a:ext cx="203200" cy="219075"/>
            </a:xfrm>
            <a:custGeom>
              <a:avLst/>
              <a:gdLst>
                <a:gd name="T0" fmla="*/ 96 w 96"/>
                <a:gd name="T1" fmla="*/ 10 h 104"/>
                <a:gd name="T2" fmla="*/ 72 w 96"/>
                <a:gd name="T3" fmla="*/ 48 h 104"/>
                <a:gd name="T4" fmla="*/ 3 w 96"/>
                <a:gd name="T5" fmla="*/ 88 h 104"/>
                <a:gd name="T6" fmla="*/ 2 w 96"/>
                <a:gd name="T7" fmla="*/ 88 h 104"/>
                <a:gd name="T8" fmla="*/ 96 w 96"/>
                <a:gd name="T9" fmla="*/ 1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104">
                  <a:moveTo>
                    <a:pt x="96" y="10"/>
                  </a:moveTo>
                  <a:cubicBezTo>
                    <a:pt x="82" y="13"/>
                    <a:pt x="72" y="36"/>
                    <a:pt x="72" y="48"/>
                  </a:cubicBezTo>
                  <a:cubicBezTo>
                    <a:pt x="72" y="75"/>
                    <a:pt x="37" y="104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0" y="50"/>
                    <a:pt x="18" y="0"/>
                    <a:pt x="96" y="1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8">
              <a:extLst>
                <a:ext uri="{FF2B5EF4-FFF2-40B4-BE49-F238E27FC236}">
                  <a16:creationId xmlns:a16="http://schemas.microsoft.com/office/drawing/2014/main" id="{F56856D3-2454-4CF1-BB86-7D247B58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7112" y="4183404"/>
              <a:ext cx="207963" cy="212725"/>
            </a:xfrm>
            <a:custGeom>
              <a:avLst/>
              <a:gdLst>
                <a:gd name="T0" fmla="*/ 98 w 98"/>
                <a:gd name="T1" fmla="*/ 7 h 101"/>
                <a:gd name="T2" fmla="*/ 74 w 98"/>
                <a:gd name="T3" fmla="*/ 45 h 101"/>
                <a:gd name="T4" fmla="*/ 5 w 98"/>
                <a:gd name="T5" fmla="*/ 85 h 101"/>
                <a:gd name="T6" fmla="*/ 64 w 98"/>
                <a:gd name="T7" fmla="*/ 19 h 101"/>
                <a:gd name="T8" fmla="*/ 4 w 98"/>
                <a:gd name="T9" fmla="*/ 85 h 101"/>
                <a:gd name="T10" fmla="*/ 98 w 98"/>
                <a:gd name="T11" fmla="*/ 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101">
                  <a:moveTo>
                    <a:pt x="98" y="7"/>
                  </a:moveTo>
                  <a:cubicBezTo>
                    <a:pt x="84" y="10"/>
                    <a:pt x="74" y="33"/>
                    <a:pt x="74" y="45"/>
                  </a:cubicBezTo>
                  <a:cubicBezTo>
                    <a:pt x="74" y="79"/>
                    <a:pt x="34" y="101"/>
                    <a:pt x="5" y="85"/>
                  </a:cubicBezTo>
                  <a:cubicBezTo>
                    <a:pt x="12" y="68"/>
                    <a:pt x="38" y="35"/>
                    <a:pt x="64" y="19"/>
                  </a:cubicBezTo>
                  <a:cubicBezTo>
                    <a:pt x="36" y="30"/>
                    <a:pt x="9" y="59"/>
                    <a:pt x="4" y="85"/>
                  </a:cubicBezTo>
                  <a:cubicBezTo>
                    <a:pt x="0" y="23"/>
                    <a:pt x="39" y="0"/>
                    <a:pt x="98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9">
              <a:extLst>
                <a:ext uri="{FF2B5EF4-FFF2-40B4-BE49-F238E27FC236}">
                  <a16:creationId xmlns:a16="http://schemas.microsoft.com/office/drawing/2014/main" id="{2842B8AC-C178-4C30-90D6-24CA3DDD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5425" y="4261191"/>
              <a:ext cx="177800" cy="147638"/>
            </a:xfrm>
            <a:custGeom>
              <a:avLst/>
              <a:gdLst>
                <a:gd name="T0" fmla="*/ 0 w 84"/>
                <a:gd name="T1" fmla="*/ 70 h 70"/>
                <a:gd name="T2" fmla="*/ 34 w 84"/>
                <a:gd name="T3" fmla="*/ 57 h 70"/>
                <a:gd name="T4" fmla="*/ 77 w 84"/>
                <a:gd name="T5" fmla="*/ 9 h 70"/>
                <a:gd name="T6" fmla="*/ 77 w 84"/>
                <a:gd name="T7" fmla="*/ 8 h 70"/>
                <a:gd name="T8" fmla="*/ 0 w 84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70">
                  <a:moveTo>
                    <a:pt x="0" y="70"/>
                  </a:moveTo>
                  <a:cubicBezTo>
                    <a:pt x="5" y="60"/>
                    <a:pt x="24" y="55"/>
                    <a:pt x="34" y="57"/>
                  </a:cubicBezTo>
                  <a:cubicBezTo>
                    <a:pt x="55" y="62"/>
                    <a:pt x="84" y="3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47" y="0"/>
                    <a:pt x="5" y="7"/>
                    <a:pt x="0" y="7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40">
              <a:extLst>
                <a:ext uri="{FF2B5EF4-FFF2-40B4-BE49-F238E27FC236}">
                  <a16:creationId xmlns:a16="http://schemas.microsoft.com/office/drawing/2014/main" id="{49381CED-CBBF-48F7-9924-F5D2E178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5425" y="4251666"/>
              <a:ext cx="179388" cy="157163"/>
            </a:xfrm>
            <a:custGeom>
              <a:avLst/>
              <a:gdLst>
                <a:gd name="T0" fmla="*/ 0 w 85"/>
                <a:gd name="T1" fmla="*/ 75 h 75"/>
                <a:gd name="T2" fmla="*/ 34 w 85"/>
                <a:gd name="T3" fmla="*/ 62 h 75"/>
                <a:gd name="T4" fmla="*/ 77 w 85"/>
                <a:gd name="T5" fmla="*/ 14 h 75"/>
                <a:gd name="T6" fmla="*/ 15 w 85"/>
                <a:gd name="T7" fmla="*/ 50 h 75"/>
                <a:gd name="T8" fmla="*/ 77 w 85"/>
                <a:gd name="T9" fmla="*/ 13 h 75"/>
                <a:gd name="T10" fmla="*/ 0 w 85"/>
                <a:gd name="T1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75">
                  <a:moveTo>
                    <a:pt x="0" y="75"/>
                  </a:moveTo>
                  <a:cubicBezTo>
                    <a:pt x="5" y="65"/>
                    <a:pt x="24" y="60"/>
                    <a:pt x="34" y="62"/>
                  </a:cubicBezTo>
                  <a:cubicBezTo>
                    <a:pt x="61" y="68"/>
                    <a:pt x="85" y="40"/>
                    <a:pt x="77" y="14"/>
                  </a:cubicBezTo>
                  <a:cubicBezTo>
                    <a:pt x="63" y="17"/>
                    <a:pt x="32" y="32"/>
                    <a:pt x="15" y="50"/>
                  </a:cubicBezTo>
                  <a:cubicBezTo>
                    <a:pt x="28" y="30"/>
                    <a:pt x="56" y="13"/>
                    <a:pt x="77" y="13"/>
                  </a:cubicBezTo>
                  <a:cubicBezTo>
                    <a:pt x="28" y="0"/>
                    <a:pt x="4" y="27"/>
                    <a:pt x="0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1">
              <a:extLst>
                <a:ext uri="{FF2B5EF4-FFF2-40B4-BE49-F238E27FC236}">
                  <a16:creationId xmlns:a16="http://schemas.microsoft.com/office/drawing/2014/main" id="{36FCADB3-9101-4275-92C6-364920659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5125" y="3832566"/>
              <a:ext cx="211138" cy="153988"/>
            </a:xfrm>
            <a:custGeom>
              <a:avLst/>
              <a:gdLst>
                <a:gd name="T0" fmla="*/ 100 w 100"/>
                <a:gd name="T1" fmla="*/ 57 h 73"/>
                <a:gd name="T2" fmla="*/ 62 w 100"/>
                <a:gd name="T3" fmla="*/ 60 h 73"/>
                <a:gd name="T4" fmla="*/ 0 w 100"/>
                <a:gd name="T5" fmla="*/ 33 h 73"/>
                <a:gd name="T6" fmla="*/ 0 w 100"/>
                <a:gd name="T7" fmla="*/ 33 h 73"/>
                <a:gd name="T8" fmla="*/ 100 w 100"/>
                <a:gd name="T9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73">
                  <a:moveTo>
                    <a:pt x="100" y="57"/>
                  </a:moveTo>
                  <a:cubicBezTo>
                    <a:pt x="90" y="49"/>
                    <a:pt x="70" y="54"/>
                    <a:pt x="62" y="60"/>
                  </a:cubicBezTo>
                  <a:cubicBezTo>
                    <a:pt x="44" y="73"/>
                    <a:pt x="7" y="64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5" y="12"/>
                    <a:pt x="67" y="0"/>
                    <a:pt x="100" y="5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2">
              <a:extLst>
                <a:ext uri="{FF2B5EF4-FFF2-40B4-BE49-F238E27FC236}">
                  <a16:creationId xmlns:a16="http://schemas.microsoft.com/office/drawing/2014/main" id="{2F729245-D508-4447-B4F1-239232BD2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5125" y="3829391"/>
              <a:ext cx="211138" cy="165100"/>
            </a:xfrm>
            <a:custGeom>
              <a:avLst/>
              <a:gdLst>
                <a:gd name="T0" fmla="*/ 100 w 100"/>
                <a:gd name="T1" fmla="*/ 58 h 78"/>
                <a:gd name="T2" fmla="*/ 62 w 100"/>
                <a:gd name="T3" fmla="*/ 61 h 78"/>
                <a:gd name="T4" fmla="*/ 0 w 100"/>
                <a:gd name="T5" fmla="*/ 34 h 78"/>
                <a:gd name="T6" fmla="*/ 74 w 100"/>
                <a:gd name="T7" fmla="*/ 41 h 78"/>
                <a:gd name="T8" fmla="*/ 0 w 100"/>
                <a:gd name="T9" fmla="*/ 34 h 78"/>
                <a:gd name="T10" fmla="*/ 100 w 100"/>
                <a:gd name="T11" fmla="*/ 5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78">
                  <a:moveTo>
                    <a:pt x="100" y="58"/>
                  </a:moveTo>
                  <a:cubicBezTo>
                    <a:pt x="90" y="50"/>
                    <a:pt x="70" y="55"/>
                    <a:pt x="62" y="61"/>
                  </a:cubicBezTo>
                  <a:cubicBezTo>
                    <a:pt x="39" y="78"/>
                    <a:pt x="5" y="62"/>
                    <a:pt x="0" y="34"/>
                  </a:cubicBezTo>
                  <a:cubicBezTo>
                    <a:pt x="15" y="31"/>
                    <a:pt x="50" y="31"/>
                    <a:pt x="74" y="41"/>
                  </a:cubicBezTo>
                  <a:cubicBezTo>
                    <a:pt x="53" y="27"/>
                    <a:pt x="20" y="24"/>
                    <a:pt x="0" y="34"/>
                  </a:cubicBezTo>
                  <a:cubicBezTo>
                    <a:pt x="40" y="0"/>
                    <a:pt x="75" y="14"/>
                    <a:pt x="100" y="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3">
              <a:extLst>
                <a:ext uri="{FF2B5EF4-FFF2-40B4-BE49-F238E27FC236}">
                  <a16:creationId xmlns:a16="http://schemas.microsoft.com/office/drawing/2014/main" id="{76CD669E-0047-437D-A30B-CAFA27C5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5362" y="4456454"/>
              <a:ext cx="206375" cy="190500"/>
            </a:xfrm>
            <a:custGeom>
              <a:avLst/>
              <a:gdLst>
                <a:gd name="T0" fmla="*/ 49 w 97"/>
                <a:gd name="T1" fmla="*/ 20 h 90"/>
                <a:gd name="T2" fmla="*/ 97 w 97"/>
                <a:gd name="T3" fmla="*/ 41 h 90"/>
                <a:gd name="T4" fmla="*/ 48 w 97"/>
                <a:gd name="T5" fmla="*/ 90 h 90"/>
                <a:gd name="T6" fmla="*/ 0 w 97"/>
                <a:gd name="T7" fmla="*/ 41 h 90"/>
                <a:gd name="T8" fmla="*/ 49 w 97"/>
                <a:gd name="T9" fmla="*/ 2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0">
                  <a:moveTo>
                    <a:pt x="49" y="20"/>
                  </a:moveTo>
                  <a:cubicBezTo>
                    <a:pt x="73" y="0"/>
                    <a:pt x="97" y="14"/>
                    <a:pt x="97" y="41"/>
                  </a:cubicBezTo>
                  <a:cubicBezTo>
                    <a:pt x="97" y="68"/>
                    <a:pt x="75" y="90"/>
                    <a:pt x="48" y="90"/>
                  </a:cubicBezTo>
                  <a:cubicBezTo>
                    <a:pt x="21" y="90"/>
                    <a:pt x="0" y="68"/>
                    <a:pt x="0" y="41"/>
                  </a:cubicBezTo>
                  <a:cubicBezTo>
                    <a:pt x="0" y="14"/>
                    <a:pt x="23" y="3"/>
                    <a:pt x="49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44">
              <a:extLst>
                <a:ext uri="{FF2B5EF4-FFF2-40B4-BE49-F238E27FC236}">
                  <a16:creationId xmlns:a16="http://schemas.microsoft.com/office/drawing/2014/main" id="{087891A4-9B65-47A9-80B9-7961FB539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0137" y="4418354"/>
              <a:ext cx="98425" cy="107950"/>
            </a:xfrm>
            <a:custGeom>
              <a:avLst/>
              <a:gdLst>
                <a:gd name="T0" fmla="*/ 47 w 47"/>
                <a:gd name="T1" fmla="*/ 5 h 51"/>
                <a:gd name="T2" fmla="*/ 35 w 47"/>
                <a:gd name="T3" fmla="*/ 24 h 51"/>
                <a:gd name="T4" fmla="*/ 1 w 47"/>
                <a:gd name="T5" fmla="*/ 43 h 51"/>
                <a:gd name="T6" fmla="*/ 1 w 47"/>
                <a:gd name="T7" fmla="*/ 43 h 51"/>
                <a:gd name="T8" fmla="*/ 47 w 47"/>
                <a:gd name="T9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51">
                  <a:moveTo>
                    <a:pt x="47" y="5"/>
                  </a:moveTo>
                  <a:cubicBezTo>
                    <a:pt x="41" y="7"/>
                    <a:pt x="36" y="18"/>
                    <a:pt x="35" y="24"/>
                  </a:cubicBezTo>
                  <a:cubicBezTo>
                    <a:pt x="35" y="37"/>
                    <a:pt x="18" y="51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24"/>
                    <a:pt x="9" y="0"/>
                    <a:pt x="47" y="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45">
              <a:extLst>
                <a:ext uri="{FF2B5EF4-FFF2-40B4-BE49-F238E27FC236}">
                  <a16:creationId xmlns:a16="http://schemas.microsoft.com/office/drawing/2014/main" id="{10F231B3-3729-452A-9022-A7F50A437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962" y="4419941"/>
              <a:ext cx="101600" cy="106363"/>
            </a:xfrm>
            <a:custGeom>
              <a:avLst/>
              <a:gdLst>
                <a:gd name="T0" fmla="*/ 48 w 48"/>
                <a:gd name="T1" fmla="*/ 4 h 50"/>
                <a:gd name="T2" fmla="*/ 36 w 48"/>
                <a:gd name="T3" fmla="*/ 23 h 50"/>
                <a:gd name="T4" fmla="*/ 2 w 48"/>
                <a:gd name="T5" fmla="*/ 42 h 50"/>
                <a:gd name="T6" fmla="*/ 32 w 48"/>
                <a:gd name="T7" fmla="*/ 10 h 50"/>
                <a:gd name="T8" fmla="*/ 2 w 48"/>
                <a:gd name="T9" fmla="*/ 42 h 50"/>
                <a:gd name="T10" fmla="*/ 48 w 48"/>
                <a:gd name="T11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0">
                  <a:moveTo>
                    <a:pt x="48" y="4"/>
                  </a:moveTo>
                  <a:cubicBezTo>
                    <a:pt x="42" y="6"/>
                    <a:pt x="36" y="17"/>
                    <a:pt x="36" y="23"/>
                  </a:cubicBezTo>
                  <a:cubicBezTo>
                    <a:pt x="36" y="39"/>
                    <a:pt x="16" y="50"/>
                    <a:pt x="2" y="42"/>
                  </a:cubicBezTo>
                  <a:cubicBezTo>
                    <a:pt x="6" y="34"/>
                    <a:pt x="18" y="17"/>
                    <a:pt x="32" y="10"/>
                  </a:cubicBezTo>
                  <a:cubicBezTo>
                    <a:pt x="18" y="15"/>
                    <a:pt x="4" y="29"/>
                    <a:pt x="2" y="42"/>
                  </a:cubicBezTo>
                  <a:cubicBezTo>
                    <a:pt x="0" y="11"/>
                    <a:pt x="19" y="0"/>
                    <a:pt x="4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46">
              <a:extLst>
                <a:ext uri="{FF2B5EF4-FFF2-40B4-BE49-F238E27FC236}">
                  <a16:creationId xmlns:a16="http://schemas.microsoft.com/office/drawing/2014/main" id="{753CF8A4-86D7-4F41-8B9A-6EDA428F2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300" y="4178641"/>
              <a:ext cx="204788" cy="190500"/>
            </a:xfrm>
            <a:custGeom>
              <a:avLst/>
              <a:gdLst>
                <a:gd name="T0" fmla="*/ 50 w 97"/>
                <a:gd name="T1" fmla="*/ 20 h 90"/>
                <a:gd name="T2" fmla="*/ 97 w 97"/>
                <a:gd name="T3" fmla="*/ 41 h 90"/>
                <a:gd name="T4" fmla="*/ 49 w 97"/>
                <a:gd name="T5" fmla="*/ 90 h 90"/>
                <a:gd name="T6" fmla="*/ 0 w 97"/>
                <a:gd name="T7" fmla="*/ 41 h 90"/>
                <a:gd name="T8" fmla="*/ 50 w 97"/>
                <a:gd name="T9" fmla="*/ 2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0">
                  <a:moveTo>
                    <a:pt x="50" y="20"/>
                  </a:moveTo>
                  <a:cubicBezTo>
                    <a:pt x="74" y="0"/>
                    <a:pt x="97" y="14"/>
                    <a:pt x="97" y="41"/>
                  </a:cubicBezTo>
                  <a:cubicBezTo>
                    <a:pt x="97" y="68"/>
                    <a:pt x="75" y="90"/>
                    <a:pt x="49" y="90"/>
                  </a:cubicBezTo>
                  <a:cubicBezTo>
                    <a:pt x="22" y="90"/>
                    <a:pt x="0" y="68"/>
                    <a:pt x="0" y="41"/>
                  </a:cubicBezTo>
                  <a:cubicBezTo>
                    <a:pt x="0" y="14"/>
                    <a:pt x="23" y="3"/>
                    <a:pt x="50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47">
              <a:extLst>
                <a:ext uri="{FF2B5EF4-FFF2-40B4-BE49-F238E27FC236}">
                  <a16:creationId xmlns:a16="http://schemas.microsoft.com/office/drawing/2014/main" id="{5EBD8891-92AD-49C1-B14C-EB8FC92D6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075" y="4140541"/>
              <a:ext cx="100013" cy="107950"/>
            </a:xfrm>
            <a:custGeom>
              <a:avLst/>
              <a:gdLst>
                <a:gd name="T0" fmla="*/ 48 w 48"/>
                <a:gd name="T1" fmla="*/ 5 h 51"/>
                <a:gd name="T2" fmla="*/ 36 w 48"/>
                <a:gd name="T3" fmla="*/ 24 h 51"/>
                <a:gd name="T4" fmla="*/ 2 w 48"/>
                <a:gd name="T5" fmla="*/ 43 h 51"/>
                <a:gd name="T6" fmla="*/ 1 w 48"/>
                <a:gd name="T7" fmla="*/ 43 h 51"/>
                <a:gd name="T8" fmla="*/ 48 w 48"/>
                <a:gd name="T9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1">
                  <a:moveTo>
                    <a:pt x="48" y="5"/>
                  </a:moveTo>
                  <a:cubicBezTo>
                    <a:pt x="41" y="7"/>
                    <a:pt x="36" y="18"/>
                    <a:pt x="36" y="24"/>
                  </a:cubicBezTo>
                  <a:cubicBezTo>
                    <a:pt x="36" y="37"/>
                    <a:pt x="18" y="51"/>
                    <a:pt x="2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24"/>
                    <a:pt x="10" y="0"/>
                    <a:pt x="48" y="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8">
              <a:extLst>
                <a:ext uri="{FF2B5EF4-FFF2-40B4-BE49-F238E27FC236}">
                  <a16:creationId xmlns:a16="http://schemas.microsoft.com/office/drawing/2014/main" id="{9C862E14-5878-4220-A43C-BBADF42D9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075" y="4143716"/>
              <a:ext cx="100013" cy="104775"/>
            </a:xfrm>
            <a:custGeom>
              <a:avLst/>
              <a:gdLst>
                <a:gd name="T0" fmla="*/ 48 w 48"/>
                <a:gd name="T1" fmla="*/ 4 h 50"/>
                <a:gd name="T2" fmla="*/ 36 w 48"/>
                <a:gd name="T3" fmla="*/ 23 h 50"/>
                <a:gd name="T4" fmla="*/ 2 w 48"/>
                <a:gd name="T5" fmla="*/ 42 h 50"/>
                <a:gd name="T6" fmla="*/ 31 w 48"/>
                <a:gd name="T7" fmla="*/ 10 h 50"/>
                <a:gd name="T8" fmla="*/ 1 w 48"/>
                <a:gd name="T9" fmla="*/ 42 h 50"/>
                <a:gd name="T10" fmla="*/ 48 w 48"/>
                <a:gd name="T11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0">
                  <a:moveTo>
                    <a:pt x="48" y="4"/>
                  </a:moveTo>
                  <a:cubicBezTo>
                    <a:pt x="41" y="6"/>
                    <a:pt x="36" y="17"/>
                    <a:pt x="36" y="23"/>
                  </a:cubicBezTo>
                  <a:cubicBezTo>
                    <a:pt x="36" y="39"/>
                    <a:pt x="16" y="50"/>
                    <a:pt x="2" y="42"/>
                  </a:cubicBezTo>
                  <a:cubicBezTo>
                    <a:pt x="5" y="34"/>
                    <a:pt x="18" y="17"/>
                    <a:pt x="31" y="10"/>
                  </a:cubicBezTo>
                  <a:cubicBezTo>
                    <a:pt x="17" y="15"/>
                    <a:pt x="4" y="29"/>
                    <a:pt x="1" y="42"/>
                  </a:cubicBezTo>
                  <a:cubicBezTo>
                    <a:pt x="0" y="11"/>
                    <a:pt x="19" y="0"/>
                    <a:pt x="4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49">
              <a:extLst>
                <a:ext uri="{FF2B5EF4-FFF2-40B4-BE49-F238E27FC236}">
                  <a16:creationId xmlns:a16="http://schemas.microsoft.com/office/drawing/2014/main" id="{42F78312-4384-424F-BF7F-7341FC304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3075" y="4599329"/>
              <a:ext cx="204788" cy="190500"/>
            </a:xfrm>
            <a:custGeom>
              <a:avLst/>
              <a:gdLst>
                <a:gd name="T0" fmla="*/ 49 w 97"/>
                <a:gd name="T1" fmla="*/ 21 h 90"/>
                <a:gd name="T2" fmla="*/ 97 w 97"/>
                <a:gd name="T3" fmla="*/ 41 h 90"/>
                <a:gd name="T4" fmla="*/ 48 w 97"/>
                <a:gd name="T5" fmla="*/ 90 h 90"/>
                <a:gd name="T6" fmla="*/ 0 w 97"/>
                <a:gd name="T7" fmla="*/ 41 h 90"/>
                <a:gd name="T8" fmla="*/ 49 w 97"/>
                <a:gd name="T9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0">
                  <a:moveTo>
                    <a:pt x="49" y="21"/>
                  </a:moveTo>
                  <a:cubicBezTo>
                    <a:pt x="73" y="0"/>
                    <a:pt x="97" y="14"/>
                    <a:pt x="97" y="41"/>
                  </a:cubicBezTo>
                  <a:cubicBezTo>
                    <a:pt x="97" y="68"/>
                    <a:pt x="75" y="90"/>
                    <a:pt x="48" y="90"/>
                  </a:cubicBezTo>
                  <a:cubicBezTo>
                    <a:pt x="22" y="90"/>
                    <a:pt x="0" y="68"/>
                    <a:pt x="0" y="41"/>
                  </a:cubicBezTo>
                  <a:cubicBezTo>
                    <a:pt x="0" y="14"/>
                    <a:pt x="23" y="4"/>
                    <a:pt x="49" y="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50">
              <a:extLst>
                <a:ext uri="{FF2B5EF4-FFF2-40B4-BE49-F238E27FC236}">
                  <a16:creationId xmlns:a16="http://schemas.microsoft.com/office/drawing/2014/main" id="{C7F3A126-E3E1-412F-94C3-E8AB1B29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6262" y="4561229"/>
              <a:ext cx="101600" cy="107950"/>
            </a:xfrm>
            <a:custGeom>
              <a:avLst/>
              <a:gdLst>
                <a:gd name="T0" fmla="*/ 48 w 48"/>
                <a:gd name="T1" fmla="*/ 6 h 51"/>
                <a:gd name="T2" fmla="*/ 36 w 48"/>
                <a:gd name="T3" fmla="*/ 24 h 51"/>
                <a:gd name="T4" fmla="*/ 1 w 48"/>
                <a:gd name="T5" fmla="*/ 43 h 51"/>
                <a:gd name="T6" fmla="*/ 1 w 48"/>
                <a:gd name="T7" fmla="*/ 43 h 51"/>
                <a:gd name="T8" fmla="*/ 48 w 48"/>
                <a:gd name="T9" fmla="*/ 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1">
                  <a:moveTo>
                    <a:pt x="48" y="6"/>
                  </a:moveTo>
                  <a:cubicBezTo>
                    <a:pt x="41" y="7"/>
                    <a:pt x="36" y="18"/>
                    <a:pt x="36" y="24"/>
                  </a:cubicBezTo>
                  <a:cubicBezTo>
                    <a:pt x="35" y="37"/>
                    <a:pt x="18" y="51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24"/>
                    <a:pt x="9" y="0"/>
                    <a:pt x="48" y="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51">
              <a:extLst>
                <a:ext uri="{FF2B5EF4-FFF2-40B4-BE49-F238E27FC236}">
                  <a16:creationId xmlns:a16="http://schemas.microsoft.com/office/drawing/2014/main" id="{430B90D3-B2D0-4AF8-B9FC-68F0251D1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6262" y="4565991"/>
              <a:ext cx="101600" cy="103188"/>
            </a:xfrm>
            <a:custGeom>
              <a:avLst/>
              <a:gdLst>
                <a:gd name="T0" fmla="*/ 48 w 48"/>
                <a:gd name="T1" fmla="*/ 4 h 49"/>
                <a:gd name="T2" fmla="*/ 36 w 48"/>
                <a:gd name="T3" fmla="*/ 22 h 49"/>
                <a:gd name="T4" fmla="*/ 1 w 48"/>
                <a:gd name="T5" fmla="*/ 41 h 49"/>
                <a:gd name="T6" fmla="*/ 31 w 48"/>
                <a:gd name="T7" fmla="*/ 9 h 49"/>
                <a:gd name="T8" fmla="*/ 1 w 48"/>
                <a:gd name="T9" fmla="*/ 41 h 49"/>
                <a:gd name="T10" fmla="*/ 48 w 48"/>
                <a:gd name="T11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9">
                  <a:moveTo>
                    <a:pt x="48" y="4"/>
                  </a:moveTo>
                  <a:cubicBezTo>
                    <a:pt x="41" y="5"/>
                    <a:pt x="36" y="16"/>
                    <a:pt x="36" y="22"/>
                  </a:cubicBezTo>
                  <a:cubicBezTo>
                    <a:pt x="35" y="39"/>
                    <a:pt x="15" y="49"/>
                    <a:pt x="1" y="41"/>
                  </a:cubicBezTo>
                  <a:cubicBezTo>
                    <a:pt x="5" y="33"/>
                    <a:pt x="18" y="17"/>
                    <a:pt x="31" y="9"/>
                  </a:cubicBezTo>
                  <a:cubicBezTo>
                    <a:pt x="17" y="14"/>
                    <a:pt x="3" y="28"/>
                    <a:pt x="1" y="41"/>
                  </a:cubicBezTo>
                  <a:cubicBezTo>
                    <a:pt x="0" y="10"/>
                    <a:pt x="18" y="0"/>
                    <a:pt x="4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82">
              <a:extLst>
                <a:ext uri="{FF2B5EF4-FFF2-40B4-BE49-F238E27FC236}">
                  <a16:creationId xmlns:a16="http://schemas.microsoft.com/office/drawing/2014/main" id="{3A819B00-3766-4A77-B622-B372DB31A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8262" y="531211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83">
              <a:extLst>
                <a:ext uri="{FF2B5EF4-FFF2-40B4-BE49-F238E27FC236}">
                  <a16:creationId xmlns:a16="http://schemas.microsoft.com/office/drawing/2014/main" id="{BCDFBED4-08A4-48B4-B684-AE17804F5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6400" y="531211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Oval 84">
              <a:extLst>
                <a:ext uri="{FF2B5EF4-FFF2-40B4-BE49-F238E27FC236}">
                  <a16:creationId xmlns:a16="http://schemas.microsoft.com/office/drawing/2014/main" id="{9CFBBF51-2676-49CF-8FF2-9103EE8BB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5100" y="5278779"/>
              <a:ext cx="292100" cy="2921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85">
              <a:extLst>
                <a:ext uri="{FF2B5EF4-FFF2-40B4-BE49-F238E27FC236}">
                  <a16:creationId xmlns:a16="http://schemas.microsoft.com/office/drawing/2014/main" id="{171C907A-DC34-4F38-A89F-777D25F5D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7025" y="5266079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Oval 86">
              <a:extLst>
                <a:ext uri="{FF2B5EF4-FFF2-40B4-BE49-F238E27FC236}">
                  <a16:creationId xmlns:a16="http://schemas.microsoft.com/office/drawing/2014/main" id="{2EBA25FB-BAE8-46BB-A272-1C086CBD2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0812" y="5266079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Oval 87">
              <a:extLst>
                <a:ext uri="{FF2B5EF4-FFF2-40B4-BE49-F238E27FC236}">
                  <a16:creationId xmlns:a16="http://schemas.microsoft.com/office/drawing/2014/main" id="{DF9A953B-E524-4914-AD67-A1762CE0D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4950" y="5239091"/>
              <a:ext cx="152400" cy="15081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05F5081C-2D29-4538-8CE0-E4F1CEC1E5DC}"/>
              </a:ext>
            </a:extLst>
          </p:cNvPr>
          <p:cNvGrpSpPr/>
          <p:nvPr/>
        </p:nvGrpSpPr>
        <p:grpSpPr>
          <a:xfrm>
            <a:off x="4013571" y="4542554"/>
            <a:ext cx="590550" cy="1143000"/>
            <a:chOff x="4013571" y="4542554"/>
            <a:chExt cx="590550" cy="1143000"/>
          </a:xfrm>
        </p:grpSpPr>
        <p:sp>
          <p:nvSpPr>
            <p:cNvPr id="175" name="Oval 52">
              <a:extLst>
                <a:ext uri="{FF2B5EF4-FFF2-40B4-BE49-F238E27FC236}">
                  <a16:creationId xmlns:a16="http://schemas.microsoft.com/office/drawing/2014/main" id="{1D888CD5-FACB-47FC-B6C3-0ABCD3062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959" y="5426791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Oval 53">
              <a:extLst>
                <a:ext uri="{FF2B5EF4-FFF2-40B4-BE49-F238E27FC236}">
                  <a16:creationId xmlns:a16="http://schemas.microsoft.com/office/drawing/2014/main" id="{BEA21470-1751-4CA0-A098-A4CE9907B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096" y="5426791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Oval 54">
              <a:extLst>
                <a:ext uri="{FF2B5EF4-FFF2-40B4-BE49-F238E27FC236}">
                  <a16:creationId xmlns:a16="http://schemas.microsoft.com/office/drawing/2014/main" id="{4F4037D6-9A1B-44FA-8041-72229B9B5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971" y="5393454"/>
              <a:ext cx="288925" cy="2921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Oval 55">
              <a:extLst>
                <a:ext uri="{FF2B5EF4-FFF2-40B4-BE49-F238E27FC236}">
                  <a16:creationId xmlns:a16="http://schemas.microsoft.com/office/drawing/2014/main" id="{934ACC61-1196-4634-B084-47BBD0AF5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309" y="5380754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56">
              <a:extLst>
                <a:ext uri="{FF2B5EF4-FFF2-40B4-BE49-F238E27FC236}">
                  <a16:creationId xmlns:a16="http://schemas.microsoft.com/office/drawing/2014/main" id="{CA6AB417-E267-432F-8837-B9152E277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509" y="5380754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Oval 57">
              <a:extLst>
                <a:ext uri="{FF2B5EF4-FFF2-40B4-BE49-F238E27FC236}">
                  <a16:creationId xmlns:a16="http://schemas.microsoft.com/office/drawing/2014/main" id="{83D6EDEE-BFDD-48C9-8F24-91619EBF3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821" y="5353766"/>
              <a:ext cx="152400" cy="15081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92">
              <a:extLst>
                <a:ext uri="{FF2B5EF4-FFF2-40B4-BE49-F238E27FC236}">
                  <a16:creationId xmlns:a16="http://schemas.microsoft.com/office/drawing/2014/main" id="{4AEE6431-693B-42F1-9712-82F66FB4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09" y="4542554"/>
              <a:ext cx="125413" cy="101600"/>
            </a:xfrm>
            <a:custGeom>
              <a:avLst/>
              <a:gdLst>
                <a:gd name="T0" fmla="*/ 0 w 59"/>
                <a:gd name="T1" fmla="*/ 5 h 48"/>
                <a:gd name="T2" fmla="*/ 50 w 59"/>
                <a:gd name="T3" fmla="*/ 26 h 48"/>
                <a:gd name="T4" fmla="*/ 0 w 59"/>
                <a:gd name="T5" fmla="*/ 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48">
                  <a:moveTo>
                    <a:pt x="0" y="5"/>
                  </a:moveTo>
                  <a:cubicBezTo>
                    <a:pt x="18" y="30"/>
                    <a:pt x="40" y="48"/>
                    <a:pt x="50" y="26"/>
                  </a:cubicBezTo>
                  <a:cubicBezTo>
                    <a:pt x="59" y="4"/>
                    <a:pt x="31" y="0"/>
                    <a:pt x="0" y="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93">
              <a:extLst>
                <a:ext uri="{FF2B5EF4-FFF2-40B4-BE49-F238E27FC236}">
                  <a16:creationId xmlns:a16="http://schemas.microsoft.com/office/drawing/2014/main" id="{9959F6E7-6D29-40DC-A93B-E20E178B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521" y="4547316"/>
              <a:ext cx="117475" cy="100013"/>
            </a:xfrm>
            <a:custGeom>
              <a:avLst/>
              <a:gdLst>
                <a:gd name="T0" fmla="*/ 0 w 56"/>
                <a:gd name="T1" fmla="*/ 17 h 47"/>
                <a:gd name="T2" fmla="*/ 53 w 56"/>
                <a:gd name="T3" fmla="*/ 24 h 47"/>
                <a:gd name="T4" fmla="*/ 0 w 56"/>
                <a:gd name="T5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47">
                  <a:moveTo>
                    <a:pt x="0" y="17"/>
                  </a:moveTo>
                  <a:cubicBezTo>
                    <a:pt x="24" y="36"/>
                    <a:pt x="50" y="47"/>
                    <a:pt x="53" y="24"/>
                  </a:cubicBezTo>
                  <a:cubicBezTo>
                    <a:pt x="56" y="0"/>
                    <a:pt x="28" y="4"/>
                    <a:pt x="0" y="17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94">
              <a:extLst>
                <a:ext uri="{FF2B5EF4-FFF2-40B4-BE49-F238E27FC236}">
                  <a16:creationId xmlns:a16="http://schemas.microsoft.com/office/drawing/2014/main" id="{15E3E1DC-6412-4B83-9CB2-15467632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084" y="4723529"/>
              <a:ext cx="100013" cy="114300"/>
            </a:xfrm>
            <a:custGeom>
              <a:avLst/>
              <a:gdLst>
                <a:gd name="T0" fmla="*/ 23 w 48"/>
                <a:gd name="T1" fmla="*/ 0 h 54"/>
                <a:gd name="T2" fmla="*/ 24 w 48"/>
                <a:gd name="T3" fmla="*/ 54 h 54"/>
                <a:gd name="T4" fmla="*/ 23 w 48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54">
                  <a:moveTo>
                    <a:pt x="23" y="0"/>
                  </a:moveTo>
                  <a:cubicBezTo>
                    <a:pt x="7" y="27"/>
                    <a:pt x="0" y="54"/>
                    <a:pt x="24" y="54"/>
                  </a:cubicBezTo>
                  <a:cubicBezTo>
                    <a:pt x="48" y="53"/>
                    <a:pt x="40" y="26"/>
                    <a:pt x="23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95">
              <a:extLst>
                <a:ext uri="{FF2B5EF4-FFF2-40B4-BE49-F238E27FC236}">
                  <a16:creationId xmlns:a16="http://schemas.microsoft.com/office/drawing/2014/main" id="{E530BAB7-3FD0-4FA2-8202-7A67F5EA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696" y="4693366"/>
              <a:ext cx="119063" cy="114300"/>
            </a:xfrm>
            <a:custGeom>
              <a:avLst/>
              <a:gdLst>
                <a:gd name="T0" fmla="*/ 0 w 56"/>
                <a:gd name="T1" fmla="*/ 0 h 54"/>
                <a:gd name="T2" fmla="*/ 40 w 56"/>
                <a:gd name="T3" fmla="*/ 36 h 54"/>
                <a:gd name="T4" fmla="*/ 0 w 56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54">
                  <a:moveTo>
                    <a:pt x="0" y="0"/>
                  </a:moveTo>
                  <a:cubicBezTo>
                    <a:pt x="9" y="30"/>
                    <a:pt x="24" y="54"/>
                    <a:pt x="40" y="36"/>
                  </a:cubicBezTo>
                  <a:cubicBezTo>
                    <a:pt x="56" y="18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96">
              <a:extLst>
                <a:ext uri="{FF2B5EF4-FFF2-40B4-BE49-F238E27FC236}">
                  <a16:creationId xmlns:a16="http://schemas.microsoft.com/office/drawing/2014/main" id="{00B688B8-198D-469A-8BE7-4F49660E0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721" y="4841004"/>
              <a:ext cx="98425" cy="122238"/>
            </a:xfrm>
            <a:custGeom>
              <a:avLst/>
              <a:gdLst>
                <a:gd name="T0" fmla="*/ 13 w 47"/>
                <a:gd name="T1" fmla="*/ 0 h 58"/>
                <a:gd name="T2" fmla="*/ 23 w 47"/>
                <a:gd name="T3" fmla="*/ 53 h 58"/>
                <a:gd name="T4" fmla="*/ 13 w 47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8">
                  <a:moveTo>
                    <a:pt x="13" y="0"/>
                  </a:moveTo>
                  <a:cubicBezTo>
                    <a:pt x="2" y="29"/>
                    <a:pt x="0" y="58"/>
                    <a:pt x="23" y="53"/>
                  </a:cubicBezTo>
                  <a:cubicBezTo>
                    <a:pt x="47" y="48"/>
                    <a:pt x="34" y="23"/>
                    <a:pt x="13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97">
              <a:extLst>
                <a:ext uri="{FF2B5EF4-FFF2-40B4-BE49-F238E27FC236}">
                  <a16:creationId xmlns:a16="http://schemas.microsoft.com/office/drawing/2014/main" id="{B64A95DB-54DB-4D93-8751-94C05C1E2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646" y="4788616"/>
              <a:ext cx="117475" cy="114300"/>
            </a:xfrm>
            <a:custGeom>
              <a:avLst/>
              <a:gdLst>
                <a:gd name="T0" fmla="*/ 0 w 55"/>
                <a:gd name="T1" fmla="*/ 0 h 54"/>
                <a:gd name="T2" fmla="*/ 39 w 55"/>
                <a:gd name="T3" fmla="*/ 37 h 54"/>
                <a:gd name="T4" fmla="*/ 0 w 5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54">
                  <a:moveTo>
                    <a:pt x="0" y="0"/>
                  </a:moveTo>
                  <a:cubicBezTo>
                    <a:pt x="8" y="30"/>
                    <a:pt x="23" y="54"/>
                    <a:pt x="39" y="37"/>
                  </a:cubicBezTo>
                  <a:cubicBezTo>
                    <a:pt x="55" y="19"/>
                    <a:pt x="30" y="6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98">
              <a:extLst>
                <a:ext uri="{FF2B5EF4-FFF2-40B4-BE49-F238E27FC236}">
                  <a16:creationId xmlns:a16="http://schemas.microsoft.com/office/drawing/2014/main" id="{5B455C3E-76A8-4B79-A43B-EA5A5345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746" y="4936254"/>
              <a:ext cx="100013" cy="125413"/>
            </a:xfrm>
            <a:custGeom>
              <a:avLst/>
              <a:gdLst>
                <a:gd name="T0" fmla="*/ 4 w 47"/>
                <a:gd name="T1" fmla="*/ 0 h 59"/>
                <a:gd name="T2" fmla="*/ 26 w 47"/>
                <a:gd name="T3" fmla="*/ 49 h 59"/>
                <a:gd name="T4" fmla="*/ 4 w 47"/>
                <a:gd name="T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9">
                  <a:moveTo>
                    <a:pt x="4" y="0"/>
                  </a:moveTo>
                  <a:cubicBezTo>
                    <a:pt x="0" y="30"/>
                    <a:pt x="4" y="59"/>
                    <a:pt x="26" y="49"/>
                  </a:cubicBezTo>
                  <a:cubicBezTo>
                    <a:pt x="47" y="39"/>
                    <a:pt x="30" y="17"/>
                    <a:pt x="4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99">
              <a:extLst>
                <a:ext uri="{FF2B5EF4-FFF2-40B4-BE49-F238E27FC236}">
                  <a16:creationId xmlns:a16="http://schemas.microsoft.com/office/drawing/2014/main" id="{4D9B0F7A-917A-4A2A-A0CD-7141A608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071" y="4953716"/>
              <a:ext cx="101600" cy="115888"/>
            </a:xfrm>
            <a:custGeom>
              <a:avLst/>
              <a:gdLst>
                <a:gd name="T0" fmla="*/ 29 w 48"/>
                <a:gd name="T1" fmla="*/ 0 h 55"/>
                <a:gd name="T2" fmla="*/ 24 w 48"/>
                <a:gd name="T3" fmla="*/ 53 h 55"/>
                <a:gd name="T4" fmla="*/ 29 w 48"/>
                <a:gd name="T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55">
                  <a:moveTo>
                    <a:pt x="29" y="0"/>
                  </a:moveTo>
                  <a:cubicBezTo>
                    <a:pt x="11" y="24"/>
                    <a:pt x="0" y="51"/>
                    <a:pt x="24" y="53"/>
                  </a:cubicBezTo>
                  <a:cubicBezTo>
                    <a:pt x="48" y="55"/>
                    <a:pt x="43" y="27"/>
                    <a:pt x="29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00">
              <a:extLst>
                <a:ext uri="{FF2B5EF4-FFF2-40B4-BE49-F238E27FC236}">
                  <a16:creationId xmlns:a16="http://schemas.microsoft.com/office/drawing/2014/main" id="{E914B9ED-30C6-481B-8780-A42B27E93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746" y="5058491"/>
              <a:ext cx="98425" cy="123825"/>
            </a:xfrm>
            <a:custGeom>
              <a:avLst/>
              <a:gdLst>
                <a:gd name="T0" fmla="*/ 11 w 46"/>
                <a:gd name="T1" fmla="*/ 0 h 58"/>
                <a:gd name="T2" fmla="*/ 23 w 46"/>
                <a:gd name="T3" fmla="*/ 52 h 58"/>
                <a:gd name="T4" fmla="*/ 11 w 46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58">
                  <a:moveTo>
                    <a:pt x="11" y="0"/>
                  </a:moveTo>
                  <a:cubicBezTo>
                    <a:pt x="1" y="29"/>
                    <a:pt x="0" y="58"/>
                    <a:pt x="23" y="52"/>
                  </a:cubicBezTo>
                  <a:cubicBezTo>
                    <a:pt x="46" y="47"/>
                    <a:pt x="33" y="22"/>
                    <a:pt x="11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01">
              <a:extLst>
                <a:ext uri="{FF2B5EF4-FFF2-40B4-BE49-F238E27FC236}">
                  <a16:creationId xmlns:a16="http://schemas.microsoft.com/office/drawing/2014/main" id="{67DE0681-C535-47F9-9D85-6F1AEFD7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596" y="5171204"/>
              <a:ext cx="98425" cy="122238"/>
            </a:xfrm>
            <a:custGeom>
              <a:avLst/>
              <a:gdLst>
                <a:gd name="T0" fmla="*/ 10 w 46"/>
                <a:gd name="T1" fmla="*/ 0 h 58"/>
                <a:gd name="T2" fmla="*/ 23 w 46"/>
                <a:gd name="T3" fmla="*/ 52 h 58"/>
                <a:gd name="T4" fmla="*/ 10 w 46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58">
                  <a:moveTo>
                    <a:pt x="10" y="0"/>
                  </a:moveTo>
                  <a:cubicBezTo>
                    <a:pt x="0" y="30"/>
                    <a:pt x="0" y="58"/>
                    <a:pt x="23" y="52"/>
                  </a:cubicBezTo>
                  <a:cubicBezTo>
                    <a:pt x="46" y="46"/>
                    <a:pt x="32" y="21"/>
                    <a:pt x="10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02">
              <a:extLst>
                <a:ext uri="{FF2B5EF4-FFF2-40B4-BE49-F238E27FC236}">
                  <a16:creationId xmlns:a16="http://schemas.microsoft.com/office/drawing/2014/main" id="{0DABF16B-CB64-42D2-8CC7-F595C1E39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571" y="5131516"/>
              <a:ext cx="98425" cy="122238"/>
            </a:xfrm>
            <a:custGeom>
              <a:avLst/>
              <a:gdLst>
                <a:gd name="T0" fmla="*/ 39 w 47"/>
                <a:gd name="T1" fmla="*/ 0 h 58"/>
                <a:gd name="T2" fmla="*/ 23 w 47"/>
                <a:gd name="T3" fmla="*/ 51 h 58"/>
                <a:gd name="T4" fmla="*/ 39 w 47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8">
                  <a:moveTo>
                    <a:pt x="39" y="0"/>
                  </a:moveTo>
                  <a:cubicBezTo>
                    <a:pt x="16" y="20"/>
                    <a:pt x="0" y="44"/>
                    <a:pt x="23" y="51"/>
                  </a:cubicBezTo>
                  <a:cubicBezTo>
                    <a:pt x="46" y="58"/>
                    <a:pt x="47" y="30"/>
                    <a:pt x="39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E33F6B16-8C9B-419A-B907-302D51481E79}"/>
              </a:ext>
            </a:extLst>
          </p:cNvPr>
          <p:cNvGrpSpPr/>
          <p:nvPr/>
        </p:nvGrpSpPr>
        <p:grpSpPr>
          <a:xfrm>
            <a:off x="5881200" y="4725116"/>
            <a:ext cx="647701" cy="960438"/>
            <a:chOff x="5750943" y="4610441"/>
            <a:chExt cx="647701" cy="960438"/>
          </a:xfrm>
        </p:grpSpPr>
        <p:sp>
          <p:nvSpPr>
            <p:cNvPr id="198" name="Freeform 58">
              <a:extLst>
                <a:ext uri="{FF2B5EF4-FFF2-40B4-BE49-F238E27FC236}">
                  <a16:creationId xmlns:a16="http://schemas.microsoft.com/office/drawing/2014/main" id="{0B91C8FD-2CF6-481A-A8A3-985A9EBC1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6218" y="4751729"/>
              <a:ext cx="114300" cy="573088"/>
            </a:xfrm>
            <a:custGeom>
              <a:avLst/>
              <a:gdLst>
                <a:gd name="T0" fmla="*/ 42 w 54"/>
                <a:gd name="T1" fmla="*/ 271 h 271"/>
                <a:gd name="T2" fmla="*/ 51 w 54"/>
                <a:gd name="T3" fmla="*/ 16 h 271"/>
                <a:gd name="T4" fmla="*/ 43 w 54"/>
                <a:gd name="T5" fmla="*/ 11 h 271"/>
                <a:gd name="T6" fmla="*/ 42 w 54"/>
                <a:gd name="T7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271">
                  <a:moveTo>
                    <a:pt x="42" y="271"/>
                  </a:moveTo>
                  <a:cubicBezTo>
                    <a:pt x="33" y="225"/>
                    <a:pt x="25" y="139"/>
                    <a:pt x="51" y="16"/>
                  </a:cubicBezTo>
                  <a:cubicBezTo>
                    <a:pt x="54" y="1"/>
                    <a:pt x="47" y="0"/>
                    <a:pt x="43" y="11"/>
                  </a:cubicBezTo>
                  <a:cubicBezTo>
                    <a:pt x="0" y="137"/>
                    <a:pt x="22" y="225"/>
                    <a:pt x="42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59">
              <a:extLst>
                <a:ext uri="{FF2B5EF4-FFF2-40B4-BE49-F238E27FC236}">
                  <a16:creationId xmlns:a16="http://schemas.microsoft.com/office/drawing/2014/main" id="{0ECB927B-19AF-46FB-AA29-0DC3BE05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3056" y="4610441"/>
              <a:ext cx="255588" cy="223838"/>
            </a:xfrm>
            <a:custGeom>
              <a:avLst/>
              <a:gdLst>
                <a:gd name="T0" fmla="*/ 121 w 121"/>
                <a:gd name="T1" fmla="*/ 41 h 106"/>
                <a:gd name="T2" fmla="*/ 82 w 121"/>
                <a:gd name="T3" fmla="*/ 67 h 106"/>
                <a:gd name="T4" fmla="*/ 0 w 121"/>
                <a:gd name="T5" fmla="*/ 77 h 106"/>
                <a:gd name="T6" fmla="*/ 0 w 121"/>
                <a:gd name="T7" fmla="*/ 76 h 106"/>
                <a:gd name="T8" fmla="*/ 121 w 121"/>
                <a:gd name="T9" fmla="*/ 4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06">
                  <a:moveTo>
                    <a:pt x="121" y="41"/>
                  </a:moveTo>
                  <a:cubicBezTo>
                    <a:pt x="106" y="39"/>
                    <a:pt x="87" y="56"/>
                    <a:pt x="82" y="67"/>
                  </a:cubicBezTo>
                  <a:cubicBezTo>
                    <a:pt x="71" y="93"/>
                    <a:pt x="26" y="106"/>
                    <a:pt x="0" y="77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3" y="39"/>
                    <a:pt x="51" y="0"/>
                    <a:pt x="121" y="4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60">
              <a:extLst>
                <a:ext uri="{FF2B5EF4-FFF2-40B4-BE49-F238E27FC236}">
                  <a16:creationId xmlns:a16="http://schemas.microsoft.com/office/drawing/2014/main" id="{36711BD8-0698-4796-B91B-E78F9770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3056" y="4629491"/>
              <a:ext cx="255588" cy="200025"/>
            </a:xfrm>
            <a:custGeom>
              <a:avLst/>
              <a:gdLst>
                <a:gd name="T0" fmla="*/ 121 w 121"/>
                <a:gd name="T1" fmla="*/ 32 h 95"/>
                <a:gd name="T2" fmla="*/ 82 w 121"/>
                <a:gd name="T3" fmla="*/ 58 h 95"/>
                <a:gd name="T4" fmla="*/ 0 w 121"/>
                <a:gd name="T5" fmla="*/ 68 h 95"/>
                <a:gd name="T6" fmla="*/ 84 w 121"/>
                <a:gd name="T7" fmla="*/ 30 h 95"/>
                <a:gd name="T8" fmla="*/ 0 w 121"/>
                <a:gd name="T9" fmla="*/ 67 h 95"/>
                <a:gd name="T10" fmla="*/ 121 w 121"/>
                <a:gd name="T11" fmla="*/ 3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95">
                  <a:moveTo>
                    <a:pt x="121" y="32"/>
                  </a:moveTo>
                  <a:cubicBezTo>
                    <a:pt x="106" y="30"/>
                    <a:pt x="87" y="47"/>
                    <a:pt x="82" y="58"/>
                  </a:cubicBezTo>
                  <a:cubicBezTo>
                    <a:pt x="68" y="91"/>
                    <a:pt x="21" y="95"/>
                    <a:pt x="0" y="68"/>
                  </a:cubicBezTo>
                  <a:cubicBezTo>
                    <a:pt x="13" y="55"/>
                    <a:pt x="52" y="34"/>
                    <a:pt x="84" y="30"/>
                  </a:cubicBezTo>
                  <a:cubicBezTo>
                    <a:pt x="52" y="28"/>
                    <a:pt x="14" y="44"/>
                    <a:pt x="0" y="67"/>
                  </a:cubicBezTo>
                  <a:cubicBezTo>
                    <a:pt x="21" y="7"/>
                    <a:pt x="67" y="0"/>
                    <a:pt x="121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Oval 76">
              <a:extLst>
                <a:ext uri="{FF2B5EF4-FFF2-40B4-BE49-F238E27FC236}">
                  <a16:creationId xmlns:a16="http://schemas.microsoft.com/office/drawing/2014/main" id="{F8B195A6-851F-4A03-8E4D-2E71B8D07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706" y="531211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Oval 77">
              <a:extLst>
                <a:ext uri="{FF2B5EF4-FFF2-40B4-BE49-F238E27FC236}">
                  <a16:creationId xmlns:a16="http://schemas.microsoft.com/office/drawing/2014/main" id="{AA05ED1D-C47A-4BEF-9358-0C84E111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0843" y="531211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Oval 78">
              <a:extLst>
                <a:ext uri="{FF2B5EF4-FFF2-40B4-BE49-F238E27FC236}">
                  <a16:creationId xmlns:a16="http://schemas.microsoft.com/office/drawing/2014/main" id="{594CD0D3-6DF1-4CF4-AF8F-74ECAD82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2718" y="5278779"/>
              <a:ext cx="288925" cy="2921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Oval 79">
              <a:extLst>
                <a:ext uri="{FF2B5EF4-FFF2-40B4-BE49-F238E27FC236}">
                  <a16:creationId xmlns:a16="http://schemas.microsoft.com/office/drawing/2014/main" id="{94EA1997-8A71-4111-8CC1-48EE45730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1468" y="5266079"/>
              <a:ext cx="153988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80">
              <a:extLst>
                <a:ext uri="{FF2B5EF4-FFF2-40B4-BE49-F238E27FC236}">
                  <a16:creationId xmlns:a16="http://schemas.microsoft.com/office/drawing/2014/main" id="{9CA6B47A-B806-4FDF-ACC7-7806B060D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5256" y="5266079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Oval 81">
              <a:extLst>
                <a:ext uri="{FF2B5EF4-FFF2-40B4-BE49-F238E27FC236}">
                  <a16:creationId xmlns:a16="http://schemas.microsoft.com/office/drawing/2014/main" id="{E221F99B-F296-4EFE-A5C5-3D7095842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9393" y="5239091"/>
              <a:ext cx="152400" cy="15081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03">
              <a:extLst>
                <a:ext uri="{FF2B5EF4-FFF2-40B4-BE49-F238E27FC236}">
                  <a16:creationId xmlns:a16="http://schemas.microsoft.com/office/drawing/2014/main" id="{D5AD663D-8BAC-4CC1-9196-E4EC21BC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0943" y="4761254"/>
              <a:ext cx="361950" cy="315913"/>
            </a:xfrm>
            <a:custGeom>
              <a:avLst/>
              <a:gdLst>
                <a:gd name="T0" fmla="*/ 0 w 171"/>
                <a:gd name="T1" fmla="*/ 58 h 150"/>
                <a:gd name="T2" fmla="*/ 54 w 171"/>
                <a:gd name="T3" fmla="*/ 95 h 150"/>
                <a:gd name="T4" fmla="*/ 171 w 171"/>
                <a:gd name="T5" fmla="*/ 109 h 150"/>
                <a:gd name="T6" fmla="*/ 171 w 171"/>
                <a:gd name="T7" fmla="*/ 108 h 150"/>
                <a:gd name="T8" fmla="*/ 0 w 171"/>
                <a:gd name="T9" fmla="*/ 5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50">
                  <a:moveTo>
                    <a:pt x="0" y="58"/>
                  </a:moveTo>
                  <a:cubicBezTo>
                    <a:pt x="21" y="54"/>
                    <a:pt x="47" y="79"/>
                    <a:pt x="54" y="95"/>
                  </a:cubicBezTo>
                  <a:cubicBezTo>
                    <a:pt x="70" y="131"/>
                    <a:pt x="134" y="150"/>
                    <a:pt x="171" y="109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52" y="55"/>
                    <a:pt x="99" y="0"/>
                    <a:pt x="0" y="58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04">
              <a:extLst>
                <a:ext uri="{FF2B5EF4-FFF2-40B4-BE49-F238E27FC236}">
                  <a16:creationId xmlns:a16="http://schemas.microsoft.com/office/drawing/2014/main" id="{159260AA-701D-46D9-9D6A-9178761E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0943" y="4788241"/>
              <a:ext cx="361950" cy="280988"/>
            </a:xfrm>
            <a:custGeom>
              <a:avLst/>
              <a:gdLst>
                <a:gd name="T0" fmla="*/ 0 w 171"/>
                <a:gd name="T1" fmla="*/ 45 h 133"/>
                <a:gd name="T2" fmla="*/ 54 w 171"/>
                <a:gd name="T3" fmla="*/ 82 h 133"/>
                <a:gd name="T4" fmla="*/ 171 w 171"/>
                <a:gd name="T5" fmla="*/ 96 h 133"/>
                <a:gd name="T6" fmla="*/ 53 w 171"/>
                <a:gd name="T7" fmla="*/ 42 h 133"/>
                <a:gd name="T8" fmla="*/ 171 w 171"/>
                <a:gd name="T9" fmla="*/ 95 h 133"/>
                <a:gd name="T10" fmla="*/ 0 w 171"/>
                <a:gd name="T11" fmla="*/ 4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133">
                  <a:moveTo>
                    <a:pt x="0" y="45"/>
                  </a:moveTo>
                  <a:cubicBezTo>
                    <a:pt x="21" y="41"/>
                    <a:pt x="47" y="66"/>
                    <a:pt x="54" y="82"/>
                  </a:cubicBezTo>
                  <a:cubicBezTo>
                    <a:pt x="74" y="128"/>
                    <a:pt x="141" y="133"/>
                    <a:pt x="171" y="96"/>
                  </a:cubicBezTo>
                  <a:cubicBezTo>
                    <a:pt x="152" y="77"/>
                    <a:pt x="98" y="47"/>
                    <a:pt x="53" y="42"/>
                  </a:cubicBezTo>
                  <a:cubicBezTo>
                    <a:pt x="97" y="39"/>
                    <a:pt x="151" y="62"/>
                    <a:pt x="171" y="95"/>
                  </a:cubicBezTo>
                  <a:cubicBezTo>
                    <a:pt x="140" y="9"/>
                    <a:pt x="76" y="0"/>
                    <a:pt x="0" y="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F34914D1-B47D-47F0-98B8-6BCE91EA45D9}"/>
              </a:ext>
            </a:extLst>
          </p:cNvPr>
          <p:cNvGrpSpPr/>
          <p:nvPr/>
        </p:nvGrpSpPr>
        <p:grpSpPr>
          <a:xfrm>
            <a:off x="7549509" y="3944066"/>
            <a:ext cx="1284840" cy="1601208"/>
            <a:chOff x="7549509" y="3829391"/>
            <a:chExt cx="1284840" cy="1601208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34D89DC6-DC47-4B74-A7C8-B603A9CB0072}"/>
                </a:ext>
              </a:extLst>
            </p:cNvPr>
            <p:cNvGrpSpPr/>
            <p:nvPr/>
          </p:nvGrpSpPr>
          <p:grpSpPr>
            <a:xfrm>
              <a:off x="7549509" y="3829391"/>
              <a:ext cx="1284840" cy="1408539"/>
              <a:chOff x="7293959" y="2876549"/>
              <a:chExt cx="1747838" cy="1916113"/>
            </a:xfrm>
          </p:grpSpPr>
          <p:sp>
            <p:nvSpPr>
              <p:cNvPr id="217" name="Freeform 19">
                <a:extLst>
                  <a:ext uri="{FF2B5EF4-FFF2-40B4-BE49-F238E27FC236}">
                    <a16:creationId xmlns:a16="http://schemas.microsoft.com/office/drawing/2014/main" id="{526AA2A8-C190-473A-B816-B7DCEDE6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9109" y="3151187"/>
                <a:ext cx="766763" cy="1641475"/>
              </a:xfrm>
              <a:custGeom>
                <a:avLst/>
                <a:gdLst>
                  <a:gd name="T0" fmla="*/ 173 w 363"/>
                  <a:gd name="T1" fmla="*/ 762 h 776"/>
                  <a:gd name="T2" fmla="*/ 191 w 363"/>
                  <a:gd name="T3" fmla="*/ 0 h 776"/>
                  <a:gd name="T4" fmla="*/ 191 w 363"/>
                  <a:gd name="T5" fmla="*/ 0 h 776"/>
                  <a:gd name="T6" fmla="*/ 213 w 363"/>
                  <a:gd name="T7" fmla="*/ 738 h 776"/>
                  <a:gd name="T8" fmla="*/ 205 w 363"/>
                  <a:gd name="T9" fmla="*/ 770 h 776"/>
                  <a:gd name="T10" fmla="*/ 173 w 363"/>
                  <a:gd name="T11" fmla="*/ 762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3" h="776">
                    <a:moveTo>
                      <a:pt x="173" y="762"/>
                    </a:moveTo>
                    <a:cubicBezTo>
                      <a:pt x="0" y="412"/>
                      <a:pt x="304" y="370"/>
                      <a:pt x="191" y="0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363" y="304"/>
                      <a:pt x="40" y="415"/>
                      <a:pt x="213" y="738"/>
                    </a:cubicBezTo>
                    <a:cubicBezTo>
                      <a:pt x="220" y="749"/>
                      <a:pt x="216" y="763"/>
                      <a:pt x="205" y="770"/>
                    </a:cubicBezTo>
                    <a:cubicBezTo>
                      <a:pt x="194" y="776"/>
                      <a:pt x="180" y="773"/>
                      <a:pt x="173" y="76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20">
                <a:extLst>
                  <a:ext uri="{FF2B5EF4-FFF2-40B4-BE49-F238E27FC236}">
                    <a16:creationId xmlns:a16="http://schemas.microsoft.com/office/drawing/2014/main" id="{069F4759-F78C-446F-B995-EE233F32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3046" y="3575049"/>
                <a:ext cx="654050" cy="615950"/>
              </a:xfrm>
              <a:custGeom>
                <a:avLst/>
                <a:gdLst>
                  <a:gd name="T0" fmla="*/ 279 w 309"/>
                  <a:gd name="T1" fmla="*/ 278 h 292"/>
                  <a:gd name="T2" fmla="*/ 0 w 309"/>
                  <a:gd name="T3" fmla="*/ 38 h 292"/>
                  <a:gd name="T4" fmla="*/ 248 w 309"/>
                  <a:gd name="T5" fmla="*/ 268 h 292"/>
                  <a:gd name="T6" fmla="*/ 258 w 309"/>
                  <a:gd name="T7" fmla="*/ 289 h 292"/>
                  <a:gd name="T8" fmla="*/ 279 w 309"/>
                  <a:gd name="T9" fmla="*/ 27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9" h="292">
                    <a:moveTo>
                      <a:pt x="279" y="278"/>
                    </a:moveTo>
                    <a:cubicBezTo>
                      <a:pt x="309" y="130"/>
                      <a:pt x="150" y="0"/>
                      <a:pt x="0" y="38"/>
                    </a:cubicBezTo>
                    <a:cubicBezTo>
                      <a:pt x="133" y="44"/>
                      <a:pt x="281" y="128"/>
                      <a:pt x="248" y="268"/>
                    </a:cubicBezTo>
                    <a:cubicBezTo>
                      <a:pt x="245" y="277"/>
                      <a:pt x="250" y="286"/>
                      <a:pt x="258" y="289"/>
                    </a:cubicBezTo>
                    <a:cubicBezTo>
                      <a:pt x="267" y="292"/>
                      <a:pt x="277" y="287"/>
                      <a:pt x="279" y="27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21">
                <a:extLst>
                  <a:ext uri="{FF2B5EF4-FFF2-40B4-BE49-F238E27FC236}">
                    <a16:creationId xmlns:a16="http://schemas.microsoft.com/office/drawing/2014/main" id="{299032B0-1BE7-4944-84B5-586B2FEC8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2009" y="3694112"/>
                <a:ext cx="631825" cy="328613"/>
              </a:xfrm>
              <a:custGeom>
                <a:avLst/>
                <a:gdLst>
                  <a:gd name="T0" fmla="*/ 3 w 299"/>
                  <a:gd name="T1" fmla="*/ 135 h 155"/>
                  <a:gd name="T2" fmla="*/ 299 w 299"/>
                  <a:gd name="T3" fmla="*/ 63 h 155"/>
                  <a:gd name="T4" fmla="*/ 27 w 299"/>
                  <a:gd name="T5" fmla="*/ 146 h 155"/>
                  <a:gd name="T6" fmla="*/ 10 w 299"/>
                  <a:gd name="T7" fmla="*/ 152 h 155"/>
                  <a:gd name="T8" fmla="*/ 3 w 299"/>
                  <a:gd name="T9" fmla="*/ 13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9" h="155">
                    <a:moveTo>
                      <a:pt x="3" y="135"/>
                    </a:moveTo>
                    <a:cubicBezTo>
                      <a:pt x="68" y="21"/>
                      <a:pt x="187" y="0"/>
                      <a:pt x="299" y="63"/>
                    </a:cubicBezTo>
                    <a:cubicBezTo>
                      <a:pt x="187" y="31"/>
                      <a:pt x="86" y="32"/>
                      <a:pt x="27" y="146"/>
                    </a:cubicBezTo>
                    <a:cubicBezTo>
                      <a:pt x="24" y="152"/>
                      <a:pt x="16" y="155"/>
                      <a:pt x="10" y="152"/>
                    </a:cubicBezTo>
                    <a:cubicBezTo>
                      <a:pt x="3" y="149"/>
                      <a:pt x="0" y="141"/>
                      <a:pt x="3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22">
                <a:extLst>
                  <a:ext uri="{FF2B5EF4-FFF2-40B4-BE49-F238E27FC236}">
                    <a16:creationId xmlns:a16="http://schemas.microsoft.com/office/drawing/2014/main" id="{E1676F28-0C97-4310-8F71-E3E9F74B7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3721" y="3481387"/>
                <a:ext cx="123825" cy="317500"/>
              </a:xfrm>
              <a:custGeom>
                <a:avLst/>
                <a:gdLst>
                  <a:gd name="T0" fmla="*/ 38 w 59"/>
                  <a:gd name="T1" fmla="*/ 146 h 150"/>
                  <a:gd name="T2" fmla="*/ 46 w 59"/>
                  <a:gd name="T3" fmla="*/ 0 h 150"/>
                  <a:gd name="T4" fmla="*/ 54 w 59"/>
                  <a:gd name="T5" fmla="*/ 129 h 150"/>
                  <a:gd name="T6" fmla="*/ 54 w 59"/>
                  <a:gd name="T7" fmla="*/ 146 h 150"/>
                  <a:gd name="T8" fmla="*/ 38 w 59"/>
                  <a:gd name="T9" fmla="*/ 146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150">
                    <a:moveTo>
                      <a:pt x="38" y="146"/>
                    </a:moveTo>
                    <a:cubicBezTo>
                      <a:pt x="0" y="101"/>
                      <a:pt x="0" y="37"/>
                      <a:pt x="46" y="0"/>
                    </a:cubicBezTo>
                    <a:cubicBezTo>
                      <a:pt x="26" y="48"/>
                      <a:pt x="12" y="87"/>
                      <a:pt x="54" y="129"/>
                    </a:cubicBezTo>
                    <a:cubicBezTo>
                      <a:pt x="59" y="134"/>
                      <a:pt x="59" y="141"/>
                      <a:pt x="54" y="146"/>
                    </a:cubicBezTo>
                    <a:cubicBezTo>
                      <a:pt x="50" y="150"/>
                      <a:pt x="43" y="150"/>
                      <a:pt x="38" y="14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3">
                <a:extLst>
                  <a:ext uri="{FF2B5EF4-FFF2-40B4-BE49-F238E27FC236}">
                    <a16:creationId xmlns:a16="http://schemas.microsoft.com/office/drawing/2014/main" id="{C3361A58-E57B-4494-8127-4C608A737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9484" y="3333749"/>
                <a:ext cx="239713" cy="249238"/>
              </a:xfrm>
              <a:custGeom>
                <a:avLst/>
                <a:gdLst>
                  <a:gd name="T0" fmla="*/ 0 w 113"/>
                  <a:gd name="T1" fmla="*/ 105 h 118"/>
                  <a:gd name="T2" fmla="*/ 113 w 113"/>
                  <a:gd name="T3" fmla="*/ 9 h 118"/>
                  <a:gd name="T4" fmla="*/ 26 w 113"/>
                  <a:gd name="T5" fmla="*/ 105 h 118"/>
                  <a:gd name="T6" fmla="*/ 13 w 113"/>
                  <a:gd name="T7" fmla="*/ 118 h 118"/>
                  <a:gd name="T8" fmla="*/ 0 w 113"/>
                  <a:gd name="T9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18">
                    <a:moveTo>
                      <a:pt x="0" y="105"/>
                    </a:moveTo>
                    <a:cubicBezTo>
                      <a:pt x="6" y="45"/>
                      <a:pt x="54" y="0"/>
                      <a:pt x="113" y="9"/>
                    </a:cubicBezTo>
                    <a:cubicBezTo>
                      <a:pt x="65" y="29"/>
                      <a:pt x="27" y="46"/>
                      <a:pt x="26" y="105"/>
                    </a:cubicBezTo>
                    <a:cubicBezTo>
                      <a:pt x="26" y="112"/>
                      <a:pt x="20" y="118"/>
                      <a:pt x="13" y="118"/>
                    </a:cubicBezTo>
                    <a:cubicBezTo>
                      <a:pt x="5" y="118"/>
                      <a:pt x="0" y="112"/>
                      <a:pt x="0" y="10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4">
                <a:extLst>
                  <a:ext uri="{FF2B5EF4-FFF2-40B4-BE49-F238E27FC236}">
                    <a16:creationId xmlns:a16="http://schemas.microsoft.com/office/drawing/2014/main" id="{9E737029-DA44-4E90-9CCD-851DF240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5846" y="3751262"/>
                <a:ext cx="273050" cy="214313"/>
              </a:xfrm>
              <a:custGeom>
                <a:avLst/>
                <a:gdLst>
                  <a:gd name="T0" fmla="*/ 18 w 129"/>
                  <a:gd name="T1" fmla="*/ 9 h 101"/>
                  <a:gd name="T2" fmla="*/ 129 w 129"/>
                  <a:gd name="T3" fmla="*/ 101 h 101"/>
                  <a:gd name="T4" fmla="*/ 19 w 129"/>
                  <a:gd name="T5" fmla="*/ 28 h 101"/>
                  <a:gd name="T6" fmla="*/ 18 w 129"/>
                  <a:gd name="T7" fmla="*/ 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9" h="101">
                    <a:moveTo>
                      <a:pt x="18" y="9"/>
                    </a:moveTo>
                    <a:cubicBezTo>
                      <a:pt x="78" y="0"/>
                      <a:pt x="127" y="42"/>
                      <a:pt x="129" y="101"/>
                    </a:cubicBezTo>
                    <a:cubicBezTo>
                      <a:pt x="102" y="56"/>
                      <a:pt x="77" y="19"/>
                      <a:pt x="19" y="28"/>
                    </a:cubicBezTo>
                    <a:cubicBezTo>
                      <a:pt x="5" y="30"/>
                      <a:pt x="0" y="12"/>
                      <a:pt x="18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5">
                <a:extLst>
                  <a:ext uri="{FF2B5EF4-FFF2-40B4-BE49-F238E27FC236}">
                    <a16:creationId xmlns:a16="http://schemas.microsoft.com/office/drawing/2014/main" id="{D3E25C4A-80C9-48E9-843D-91B9C0FC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8309" y="2876549"/>
                <a:ext cx="471488" cy="414338"/>
              </a:xfrm>
              <a:custGeom>
                <a:avLst/>
                <a:gdLst>
                  <a:gd name="T0" fmla="*/ 0 w 223"/>
                  <a:gd name="T1" fmla="*/ 76 h 196"/>
                  <a:gd name="T2" fmla="*/ 71 w 223"/>
                  <a:gd name="T3" fmla="*/ 125 h 196"/>
                  <a:gd name="T4" fmla="*/ 222 w 223"/>
                  <a:gd name="T5" fmla="*/ 142 h 196"/>
                  <a:gd name="T6" fmla="*/ 223 w 223"/>
                  <a:gd name="T7" fmla="*/ 141 h 196"/>
                  <a:gd name="T8" fmla="*/ 0 w 223"/>
                  <a:gd name="T9" fmla="*/ 7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" h="196">
                    <a:moveTo>
                      <a:pt x="0" y="76"/>
                    </a:moveTo>
                    <a:cubicBezTo>
                      <a:pt x="27" y="72"/>
                      <a:pt x="61" y="103"/>
                      <a:pt x="71" y="125"/>
                    </a:cubicBezTo>
                    <a:cubicBezTo>
                      <a:pt x="91" y="171"/>
                      <a:pt x="175" y="196"/>
                      <a:pt x="222" y="142"/>
                    </a:cubicBezTo>
                    <a:cubicBezTo>
                      <a:pt x="223" y="141"/>
                      <a:pt x="223" y="141"/>
                      <a:pt x="223" y="141"/>
                    </a:cubicBezTo>
                    <a:cubicBezTo>
                      <a:pt x="198" y="73"/>
                      <a:pt x="129" y="0"/>
                      <a:pt x="0" y="7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26">
                <a:extLst>
                  <a:ext uri="{FF2B5EF4-FFF2-40B4-BE49-F238E27FC236}">
                    <a16:creationId xmlns:a16="http://schemas.microsoft.com/office/drawing/2014/main" id="{4696D939-7C17-4ABE-9676-DEC6801AA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8309" y="2914649"/>
                <a:ext cx="471488" cy="365125"/>
              </a:xfrm>
              <a:custGeom>
                <a:avLst/>
                <a:gdLst>
                  <a:gd name="T0" fmla="*/ 0 w 223"/>
                  <a:gd name="T1" fmla="*/ 58 h 173"/>
                  <a:gd name="T2" fmla="*/ 71 w 223"/>
                  <a:gd name="T3" fmla="*/ 107 h 173"/>
                  <a:gd name="T4" fmla="*/ 222 w 223"/>
                  <a:gd name="T5" fmla="*/ 124 h 173"/>
                  <a:gd name="T6" fmla="*/ 68 w 223"/>
                  <a:gd name="T7" fmla="*/ 54 h 173"/>
                  <a:gd name="T8" fmla="*/ 223 w 223"/>
                  <a:gd name="T9" fmla="*/ 123 h 173"/>
                  <a:gd name="T10" fmla="*/ 0 w 223"/>
                  <a:gd name="T11" fmla="*/ 5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3" h="173">
                    <a:moveTo>
                      <a:pt x="0" y="58"/>
                    </a:moveTo>
                    <a:cubicBezTo>
                      <a:pt x="27" y="54"/>
                      <a:pt x="61" y="85"/>
                      <a:pt x="71" y="107"/>
                    </a:cubicBezTo>
                    <a:cubicBezTo>
                      <a:pt x="96" y="166"/>
                      <a:pt x="183" y="173"/>
                      <a:pt x="222" y="124"/>
                    </a:cubicBezTo>
                    <a:cubicBezTo>
                      <a:pt x="197" y="100"/>
                      <a:pt x="127" y="61"/>
                      <a:pt x="68" y="54"/>
                    </a:cubicBezTo>
                    <a:cubicBezTo>
                      <a:pt x="125" y="50"/>
                      <a:pt x="196" y="81"/>
                      <a:pt x="223" y="123"/>
                    </a:cubicBezTo>
                    <a:cubicBezTo>
                      <a:pt x="183" y="12"/>
                      <a:pt x="98" y="0"/>
                      <a:pt x="0" y="5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27">
                <a:extLst>
                  <a:ext uri="{FF2B5EF4-FFF2-40B4-BE49-F238E27FC236}">
                    <a16:creationId xmlns:a16="http://schemas.microsoft.com/office/drawing/2014/main" id="{AF72FDB7-259F-407A-A287-D3B5E821C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0146" y="3201987"/>
                <a:ext cx="387350" cy="287338"/>
              </a:xfrm>
              <a:custGeom>
                <a:avLst/>
                <a:gdLst>
                  <a:gd name="T0" fmla="*/ 183 w 183"/>
                  <a:gd name="T1" fmla="*/ 97 h 136"/>
                  <a:gd name="T2" fmla="*/ 116 w 183"/>
                  <a:gd name="T3" fmla="*/ 109 h 136"/>
                  <a:gd name="T4" fmla="*/ 0 w 183"/>
                  <a:gd name="T5" fmla="*/ 73 h 136"/>
                  <a:gd name="T6" fmla="*/ 0 w 183"/>
                  <a:gd name="T7" fmla="*/ 72 h 136"/>
                  <a:gd name="T8" fmla="*/ 183 w 183"/>
                  <a:gd name="T9" fmla="*/ 9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36">
                    <a:moveTo>
                      <a:pt x="183" y="97"/>
                    </a:moveTo>
                    <a:cubicBezTo>
                      <a:pt x="165" y="85"/>
                      <a:pt x="130" y="97"/>
                      <a:pt x="116" y="109"/>
                    </a:cubicBezTo>
                    <a:cubicBezTo>
                      <a:pt x="86" y="136"/>
                      <a:pt x="17" y="127"/>
                      <a:pt x="0" y="73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40" y="30"/>
                      <a:pt x="114" y="0"/>
                      <a:pt x="183" y="97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28">
                <a:extLst>
                  <a:ext uri="{FF2B5EF4-FFF2-40B4-BE49-F238E27FC236}">
                    <a16:creationId xmlns:a16="http://schemas.microsoft.com/office/drawing/2014/main" id="{C82084D9-9BAA-4C71-9911-A9185F86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0146" y="3209924"/>
                <a:ext cx="387350" cy="296863"/>
              </a:xfrm>
              <a:custGeom>
                <a:avLst/>
                <a:gdLst>
                  <a:gd name="T0" fmla="*/ 183 w 183"/>
                  <a:gd name="T1" fmla="*/ 93 h 140"/>
                  <a:gd name="T2" fmla="*/ 116 w 183"/>
                  <a:gd name="T3" fmla="*/ 105 h 140"/>
                  <a:gd name="T4" fmla="*/ 0 w 183"/>
                  <a:gd name="T5" fmla="*/ 69 h 140"/>
                  <a:gd name="T6" fmla="*/ 135 w 183"/>
                  <a:gd name="T7" fmla="*/ 68 h 140"/>
                  <a:gd name="T8" fmla="*/ 0 w 183"/>
                  <a:gd name="T9" fmla="*/ 68 h 140"/>
                  <a:gd name="T10" fmla="*/ 183 w 183"/>
                  <a:gd name="T11" fmla="*/ 9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140">
                    <a:moveTo>
                      <a:pt x="183" y="93"/>
                    </a:moveTo>
                    <a:cubicBezTo>
                      <a:pt x="165" y="81"/>
                      <a:pt x="130" y="93"/>
                      <a:pt x="116" y="105"/>
                    </a:cubicBezTo>
                    <a:cubicBezTo>
                      <a:pt x="78" y="140"/>
                      <a:pt x="13" y="117"/>
                      <a:pt x="0" y="69"/>
                    </a:cubicBezTo>
                    <a:cubicBezTo>
                      <a:pt x="26" y="59"/>
                      <a:pt x="90" y="54"/>
                      <a:pt x="135" y="68"/>
                    </a:cubicBezTo>
                    <a:cubicBezTo>
                      <a:pt x="94" y="47"/>
                      <a:pt x="33" y="46"/>
                      <a:pt x="0" y="68"/>
                    </a:cubicBezTo>
                    <a:cubicBezTo>
                      <a:pt x="66" y="0"/>
                      <a:pt x="130" y="19"/>
                      <a:pt x="183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29">
                <a:extLst>
                  <a:ext uri="{FF2B5EF4-FFF2-40B4-BE49-F238E27FC236}">
                    <a16:creationId xmlns:a16="http://schemas.microsoft.com/office/drawing/2014/main" id="{6243D89D-04BB-4CC4-ABEA-5568354B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3959" y="3571874"/>
                <a:ext cx="357188" cy="260350"/>
              </a:xfrm>
              <a:custGeom>
                <a:avLst/>
                <a:gdLst>
                  <a:gd name="T0" fmla="*/ 0 w 169"/>
                  <a:gd name="T1" fmla="*/ 113 h 123"/>
                  <a:gd name="T2" fmla="*/ 69 w 169"/>
                  <a:gd name="T3" fmla="*/ 105 h 123"/>
                  <a:gd name="T4" fmla="*/ 169 w 169"/>
                  <a:gd name="T5" fmla="*/ 37 h 123"/>
                  <a:gd name="T6" fmla="*/ 169 w 169"/>
                  <a:gd name="T7" fmla="*/ 36 h 123"/>
                  <a:gd name="T8" fmla="*/ 0 w 169"/>
                  <a:gd name="T9" fmla="*/ 11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23">
                    <a:moveTo>
                      <a:pt x="0" y="113"/>
                    </a:moveTo>
                    <a:cubicBezTo>
                      <a:pt x="15" y="96"/>
                      <a:pt x="52" y="97"/>
                      <a:pt x="69" y="105"/>
                    </a:cubicBezTo>
                    <a:cubicBezTo>
                      <a:pt x="105" y="123"/>
                      <a:pt x="168" y="94"/>
                      <a:pt x="169" y="37"/>
                    </a:cubicBezTo>
                    <a:cubicBezTo>
                      <a:pt x="169" y="36"/>
                      <a:pt x="169" y="36"/>
                      <a:pt x="169" y="36"/>
                    </a:cubicBezTo>
                    <a:cubicBezTo>
                      <a:pt x="118" y="8"/>
                      <a:pt x="39" y="0"/>
                      <a:pt x="0" y="113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30">
                <a:extLst>
                  <a:ext uri="{FF2B5EF4-FFF2-40B4-BE49-F238E27FC236}">
                    <a16:creationId xmlns:a16="http://schemas.microsoft.com/office/drawing/2014/main" id="{AF1F7095-3E4C-47B7-9CE9-19A005C2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3959" y="3551237"/>
                <a:ext cx="361950" cy="292100"/>
              </a:xfrm>
              <a:custGeom>
                <a:avLst/>
                <a:gdLst>
                  <a:gd name="T0" fmla="*/ 0 w 171"/>
                  <a:gd name="T1" fmla="*/ 123 h 138"/>
                  <a:gd name="T2" fmla="*/ 69 w 171"/>
                  <a:gd name="T3" fmla="*/ 115 h 138"/>
                  <a:gd name="T4" fmla="*/ 169 w 171"/>
                  <a:gd name="T5" fmla="*/ 47 h 138"/>
                  <a:gd name="T6" fmla="*/ 40 w 171"/>
                  <a:gd name="T7" fmla="*/ 85 h 138"/>
                  <a:gd name="T8" fmla="*/ 169 w 171"/>
                  <a:gd name="T9" fmla="*/ 46 h 138"/>
                  <a:gd name="T10" fmla="*/ 0 w 171"/>
                  <a:gd name="T11" fmla="*/ 12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1" h="138">
                    <a:moveTo>
                      <a:pt x="0" y="123"/>
                    </a:moveTo>
                    <a:cubicBezTo>
                      <a:pt x="15" y="106"/>
                      <a:pt x="52" y="107"/>
                      <a:pt x="69" y="115"/>
                    </a:cubicBezTo>
                    <a:cubicBezTo>
                      <a:pt x="115" y="138"/>
                      <a:pt x="171" y="97"/>
                      <a:pt x="169" y="47"/>
                    </a:cubicBezTo>
                    <a:cubicBezTo>
                      <a:pt x="141" y="45"/>
                      <a:pt x="79" y="58"/>
                      <a:pt x="40" y="85"/>
                    </a:cubicBezTo>
                    <a:cubicBezTo>
                      <a:pt x="72" y="53"/>
                      <a:pt x="131" y="34"/>
                      <a:pt x="169" y="46"/>
                    </a:cubicBezTo>
                    <a:cubicBezTo>
                      <a:pt x="86" y="0"/>
                      <a:pt x="30" y="37"/>
                      <a:pt x="0" y="12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31">
                <a:extLst>
                  <a:ext uri="{FF2B5EF4-FFF2-40B4-BE49-F238E27FC236}">
                    <a16:creationId xmlns:a16="http://schemas.microsoft.com/office/drawing/2014/main" id="{9655016F-496C-4663-A1FA-11128F22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5796" y="3333749"/>
                <a:ext cx="228600" cy="211138"/>
              </a:xfrm>
              <a:custGeom>
                <a:avLst/>
                <a:gdLst>
                  <a:gd name="T0" fmla="*/ 108 w 108"/>
                  <a:gd name="T1" fmla="*/ 32 h 100"/>
                  <a:gd name="T2" fmla="*/ 75 w 108"/>
                  <a:gd name="T3" fmla="*/ 60 h 100"/>
                  <a:gd name="T4" fmla="*/ 0 w 108"/>
                  <a:gd name="T5" fmla="*/ 75 h 100"/>
                  <a:gd name="T6" fmla="*/ 0 w 108"/>
                  <a:gd name="T7" fmla="*/ 75 h 100"/>
                  <a:gd name="T8" fmla="*/ 108 w 108"/>
                  <a:gd name="T9" fmla="*/ 3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00">
                    <a:moveTo>
                      <a:pt x="108" y="32"/>
                    </a:moveTo>
                    <a:cubicBezTo>
                      <a:pt x="94" y="31"/>
                      <a:pt x="79" y="49"/>
                      <a:pt x="75" y="60"/>
                    </a:cubicBezTo>
                    <a:cubicBezTo>
                      <a:pt x="67" y="84"/>
                      <a:pt x="26" y="100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9" y="40"/>
                      <a:pt x="40" y="0"/>
                      <a:pt x="108" y="32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32">
                <a:extLst>
                  <a:ext uri="{FF2B5EF4-FFF2-40B4-BE49-F238E27FC236}">
                    <a16:creationId xmlns:a16="http://schemas.microsoft.com/office/drawing/2014/main" id="{C185242C-BAF7-409B-A740-0F7BA9309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5796" y="3349624"/>
                <a:ext cx="228600" cy="190500"/>
              </a:xfrm>
              <a:custGeom>
                <a:avLst/>
                <a:gdLst>
                  <a:gd name="T0" fmla="*/ 108 w 108"/>
                  <a:gd name="T1" fmla="*/ 24 h 90"/>
                  <a:gd name="T2" fmla="*/ 75 w 108"/>
                  <a:gd name="T3" fmla="*/ 52 h 90"/>
                  <a:gd name="T4" fmla="*/ 0 w 108"/>
                  <a:gd name="T5" fmla="*/ 67 h 90"/>
                  <a:gd name="T6" fmla="*/ 74 w 108"/>
                  <a:gd name="T7" fmla="*/ 25 h 90"/>
                  <a:gd name="T8" fmla="*/ 0 w 108"/>
                  <a:gd name="T9" fmla="*/ 67 h 90"/>
                  <a:gd name="T10" fmla="*/ 108 w 108"/>
                  <a:gd name="T11" fmla="*/ 2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90">
                    <a:moveTo>
                      <a:pt x="108" y="24"/>
                    </a:moveTo>
                    <a:cubicBezTo>
                      <a:pt x="94" y="23"/>
                      <a:pt x="79" y="41"/>
                      <a:pt x="75" y="52"/>
                    </a:cubicBezTo>
                    <a:cubicBezTo>
                      <a:pt x="65" y="83"/>
                      <a:pt x="22" y="90"/>
                      <a:pt x="0" y="67"/>
                    </a:cubicBezTo>
                    <a:cubicBezTo>
                      <a:pt x="11" y="54"/>
                      <a:pt x="45" y="32"/>
                      <a:pt x="74" y="25"/>
                    </a:cubicBezTo>
                    <a:cubicBezTo>
                      <a:pt x="45" y="26"/>
                      <a:pt x="11" y="45"/>
                      <a:pt x="0" y="67"/>
                    </a:cubicBezTo>
                    <a:cubicBezTo>
                      <a:pt x="15" y="9"/>
                      <a:pt x="56" y="0"/>
                      <a:pt x="108" y="2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33">
                <a:extLst>
                  <a:ext uri="{FF2B5EF4-FFF2-40B4-BE49-F238E27FC236}">
                    <a16:creationId xmlns:a16="http://schemas.microsoft.com/office/drawing/2014/main" id="{EB4414F1-D7B9-473F-A3E0-6CA6D243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7321" y="3811587"/>
                <a:ext cx="244475" cy="212725"/>
              </a:xfrm>
              <a:custGeom>
                <a:avLst/>
                <a:gdLst>
                  <a:gd name="T0" fmla="*/ 115 w 115"/>
                  <a:gd name="T1" fmla="*/ 101 h 101"/>
                  <a:gd name="T2" fmla="*/ 68 w 115"/>
                  <a:gd name="T3" fmla="*/ 80 h 101"/>
                  <a:gd name="T4" fmla="*/ 12 w 115"/>
                  <a:gd name="T5" fmla="*/ 9 h 101"/>
                  <a:gd name="T6" fmla="*/ 12 w 115"/>
                  <a:gd name="T7" fmla="*/ 9 h 101"/>
                  <a:gd name="T8" fmla="*/ 115 w 115"/>
                  <a:gd name="T9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101">
                    <a:moveTo>
                      <a:pt x="115" y="101"/>
                    </a:moveTo>
                    <a:cubicBezTo>
                      <a:pt x="108" y="86"/>
                      <a:pt x="82" y="78"/>
                      <a:pt x="68" y="80"/>
                    </a:cubicBezTo>
                    <a:cubicBezTo>
                      <a:pt x="38" y="85"/>
                      <a:pt x="0" y="5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55" y="0"/>
                      <a:pt x="112" y="12"/>
                      <a:pt x="115" y="10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34">
                <a:extLst>
                  <a:ext uri="{FF2B5EF4-FFF2-40B4-BE49-F238E27FC236}">
                    <a16:creationId xmlns:a16="http://schemas.microsoft.com/office/drawing/2014/main" id="{A6C04158-D52A-4DBC-B69C-841C3DC6A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5734" y="3798887"/>
                <a:ext cx="246063" cy="225425"/>
              </a:xfrm>
              <a:custGeom>
                <a:avLst/>
                <a:gdLst>
                  <a:gd name="T0" fmla="*/ 116 w 116"/>
                  <a:gd name="T1" fmla="*/ 107 h 107"/>
                  <a:gd name="T2" fmla="*/ 69 w 116"/>
                  <a:gd name="T3" fmla="*/ 86 h 107"/>
                  <a:gd name="T4" fmla="*/ 13 w 116"/>
                  <a:gd name="T5" fmla="*/ 15 h 107"/>
                  <a:gd name="T6" fmla="*/ 96 w 116"/>
                  <a:gd name="T7" fmla="*/ 71 h 107"/>
                  <a:gd name="T8" fmla="*/ 13 w 116"/>
                  <a:gd name="T9" fmla="*/ 15 h 107"/>
                  <a:gd name="T10" fmla="*/ 116 w 116"/>
                  <a:gd name="T11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107">
                    <a:moveTo>
                      <a:pt x="116" y="107"/>
                    </a:moveTo>
                    <a:cubicBezTo>
                      <a:pt x="109" y="92"/>
                      <a:pt x="83" y="84"/>
                      <a:pt x="69" y="86"/>
                    </a:cubicBezTo>
                    <a:cubicBezTo>
                      <a:pt x="31" y="92"/>
                      <a:pt x="0" y="50"/>
                      <a:pt x="13" y="15"/>
                    </a:cubicBezTo>
                    <a:cubicBezTo>
                      <a:pt x="33" y="20"/>
                      <a:pt x="74" y="44"/>
                      <a:pt x="96" y="71"/>
                    </a:cubicBezTo>
                    <a:cubicBezTo>
                      <a:pt x="80" y="41"/>
                      <a:pt x="43" y="15"/>
                      <a:pt x="13" y="15"/>
                    </a:cubicBezTo>
                    <a:cubicBezTo>
                      <a:pt x="82" y="0"/>
                      <a:pt x="114" y="39"/>
                      <a:pt x="116" y="10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35">
                <a:extLst>
                  <a:ext uri="{FF2B5EF4-FFF2-40B4-BE49-F238E27FC236}">
                    <a16:creationId xmlns:a16="http://schemas.microsoft.com/office/drawing/2014/main" id="{CE64668F-FD0D-4424-970C-9766B1E40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5871" y="3952874"/>
                <a:ext cx="212725" cy="273050"/>
              </a:xfrm>
              <a:custGeom>
                <a:avLst/>
                <a:gdLst>
                  <a:gd name="T0" fmla="*/ 42 w 100"/>
                  <a:gd name="T1" fmla="*/ 129 h 129"/>
                  <a:gd name="T2" fmla="*/ 25 w 100"/>
                  <a:gd name="T3" fmla="*/ 84 h 129"/>
                  <a:gd name="T4" fmla="*/ 35 w 100"/>
                  <a:gd name="T5" fmla="*/ 0 h 129"/>
                  <a:gd name="T6" fmla="*/ 36 w 100"/>
                  <a:gd name="T7" fmla="*/ 0 h 129"/>
                  <a:gd name="T8" fmla="*/ 42 w 100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129">
                    <a:moveTo>
                      <a:pt x="42" y="129"/>
                    </a:moveTo>
                    <a:cubicBezTo>
                      <a:pt x="48" y="114"/>
                      <a:pt x="35" y="92"/>
                      <a:pt x="25" y="84"/>
                    </a:cubicBezTo>
                    <a:cubicBezTo>
                      <a:pt x="3" y="67"/>
                      <a:pt x="0" y="19"/>
                      <a:pt x="35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69" y="22"/>
                      <a:pt x="100" y="68"/>
                      <a:pt x="42" y="129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36">
                <a:extLst>
                  <a:ext uri="{FF2B5EF4-FFF2-40B4-BE49-F238E27FC236}">
                    <a16:creationId xmlns:a16="http://schemas.microsoft.com/office/drawing/2014/main" id="{C81054A6-BE48-40F6-8414-90850980A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934" y="3952874"/>
                <a:ext cx="201613" cy="273050"/>
              </a:xfrm>
              <a:custGeom>
                <a:avLst/>
                <a:gdLst>
                  <a:gd name="T0" fmla="*/ 46 w 95"/>
                  <a:gd name="T1" fmla="*/ 129 h 129"/>
                  <a:gd name="T2" fmla="*/ 29 w 95"/>
                  <a:gd name="T3" fmla="*/ 84 h 129"/>
                  <a:gd name="T4" fmla="*/ 39 w 95"/>
                  <a:gd name="T5" fmla="*/ 0 h 129"/>
                  <a:gd name="T6" fmla="*/ 57 w 95"/>
                  <a:gd name="T7" fmla="*/ 92 h 129"/>
                  <a:gd name="T8" fmla="*/ 40 w 95"/>
                  <a:gd name="T9" fmla="*/ 0 h 129"/>
                  <a:gd name="T10" fmla="*/ 46 w 95"/>
                  <a:gd name="T11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" h="129">
                    <a:moveTo>
                      <a:pt x="46" y="129"/>
                    </a:moveTo>
                    <a:cubicBezTo>
                      <a:pt x="52" y="114"/>
                      <a:pt x="39" y="92"/>
                      <a:pt x="29" y="84"/>
                    </a:cubicBezTo>
                    <a:cubicBezTo>
                      <a:pt x="0" y="63"/>
                      <a:pt x="7" y="15"/>
                      <a:pt x="39" y="0"/>
                    </a:cubicBezTo>
                    <a:cubicBezTo>
                      <a:pt x="49" y="17"/>
                      <a:pt x="61" y="59"/>
                      <a:pt x="57" y="92"/>
                    </a:cubicBezTo>
                    <a:cubicBezTo>
                      <a:pt x="66" y="62"/>
                      <a:pt x="59" y="20"/>
                      <a:pt x="40" y="0"/>
                    </a:cubicBezTo>
                    <a:cubicBezTo>
                      <a:pt x="95" y="36"/>
                      <a:pt x="90" y="83"/>
                      <a:pt x="46" y="1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37">
                <a:extLst>
                  <a:ext uri="{FF2B5EF4-FFF2-40B4-BE49-F238E27FC236}">
                    <a16:creationId xmlns:a16="http://schemas.microsoft.com/office/drawing/2014/main" id="{82FB558A-813D-4D77-B3B7-3E5A8E505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1309" y="3449637"/>
                <a:ext cx="203200" cy="219075"/>
              </a:xfrm>
              <a:custGeom>
                <a:avLst/>
                <a:gdLst>
                  <a:gd name="T0" fmla="*/ 96 w 96"/>
                  <a:gd name="T1" fmla="*/ 10 h 104"/>
                  <a:gd name="T2" fmla="*/ 72 w 96"/>
                  <a:gd name="T3" fmla="*/ 48 h 104"/>
                  <a:gd name="T4" fmla="*/ 3 w 96"/>
                  <a:gd name="T5" fmla="*/ 88 h 104"/>
                  <a:gd name="T6" fmla="*/ 2 w 96"/>
                  <a:gd name="T7" fmla="*/ 88 h 104"/>
                  <a:gd name="T8" fmla="*/ 96 w 96"/>
                  <a:gd name="T9" fmla="*/ 1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04">
                    <a:moveTo>
                      <a:pt x="96" y="10"/>
                    </a:moveTo>
                    <a:cubicBezTo>
                      <a:pt x="82" y="13"/>
                      <a:pt x="72" y="36"/>
                      <a:pt x="72" y="48"/>
                    </a:cubicBezTo>
                    <a:cubicBezTo>
                      <a:pt x="72" y="75"/>
                      <a:pt x="37" y="104"/>
                      <a:pt x="3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0" y="50"/>
                      <a:pt x="18" y="0"/>
                      <a:pt x="96" y="10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38">
                <a:extLst>
                  <a:ext uri="{FF2B5EF4-FFF2-40B4-BE49-F238E27FC236}">
                    <a16:creationId xmlns:a16="http://schemas.microsoft.com/office/drawing/2014/main" id="{9DAEA79A-8756-43C9-962D-0A7E1CE7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6546" y="3455987"/>
                <a:ext cx="207963" cy="212725"/>
              </a:xfrm>
              <a:custGeom>
                <a:avLst/>
                <a:gdLst>
                  <a:gd name="T0" fmla="*/ 98 w 98"/>
                  <a:gd name="T1" fmla="*/ 7 h 101"/>
                  <a:gd name="T2" fmla="*/ 74 w 98"/>
                  <a:gd name="T3" fmla="*/ 45 h 101"/>
                  <a:gd name="T4" fmla="*/ 5 w 98"/>
                  <a:gd name="T5" fmla="*/ 85 h 101"/>
                  <a:gd name="T6" fmla="*/ 64 w 98"/>
                  <a:gd name="T7" fmla="*/ 19 h 101"/>
                  <a:gd name="T8" fmla="*/ 4 w 98"/>
                  <a:gd name="T9" fmla="*/ 85 h 101"/>
                  <a:gd name="T10" fmla="*/ 98 w 98"/>
                  <a:gd name="T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8" h="101">
                    <a:moveTo>
                      <a:pt x="98" y="7"/>
                    </a:moveTo>
                    <a:cubicBezTo>
                      <a:pt x="84" y="10"/>
                      <a:pt x="74" y="33"/>
                      <a:pt x="74" y="45"/>
                    </a:cubicBezTo>
                    <a:cubicBezTo>
                      <a:pt x="74" y="79"/>
                      <a:pt x="34" y="101"/>
                      <a:pt x="5" y="85"/>
                    </a:cubicBezTo>
                    <a:cubicBezTo>
                      <a:pt x="12" y="68"/>
                      <a:pt x="38" y="35"/>
                      <a:pt x="64" y="19"/>
                    </a:cubicBezTo>
                    <a:cubicBezTo>
                      <a:pt x="36" y="30"/>
                      <a:pt x="9" y="59"/>
                      <a:pt x="4" y="85"/>
                    </a:cubicBezTo>
                    <a:cubicBezTo>
                      <a:pt x="0" y="23"/>
                      <a:pt x="39" y="0"/>
                      <a:pt x="98" y="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39">
                <a:extLst>
                  <a:ext uri="{FF2B5EF4-FFF2-40B4-BE49-F238E27FC236}">
                    <a16:creationId xmlns:a16="http://schemas.microsoft.com/office/drawing/2014/main" id="{7E735359-30DF-46DA-AC79-F8CCDA8CF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4859" y="3533774"/>
                <a:ext cx="177800" cy="147638"/>
              </a:xfrm>
              <a:custGeom>
                <a:avLst/>
                <a:gdLst>
                  <a:gd name="T0" fmla="*/ 0 w 84"/>
                  <a:gd name="T1" fmla="*/ 70 h 70"/>
                  <a:gd name="T2" fmla="*/ 34 w 84"/>
                  <a:gd name="T3" fmla="*/ 57 h 70"/>
                  <a:gd name="T4" fmla="*/ 77 w 84"/>
                  <a:gd name="T5" fmla="*/ 9 h 70"/>
                  <a:gd name="T6" fmla="*/ 77 w 84"/>
                  <a:gd name="T7" fmla="*/ 8 h 70"/>
                  <a:gd name="T8" fmla="*/ 0 w 84"/>
                  <a:gd name="T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70">
                    <a:moveTo>
                      <a:pt x="0" y="70"/>
                    </a:moveTo>
                    <a:cubicBezTo>
                      <a:pt x="5" y="60"/>
                      <a:pt x="24" y="55"/>
                      <a:pt x="34" y="57"/>
                    </a:cubicBezTo>
                    <a:cubicBezTo>
                      <a:pt x="55" y="62"/>
                      <a:pt x="84" y="39"/>
                      <a:pt x="77" y="9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47" y="0"/>
                      <a:pt x="5" y="7"/>
                      <a:pt x="0" y="70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40">
                <a:extLst>
                  <a:ext uri="{FF2B5EF4-FFF2-40B4-BE49-F238E27FC236}">
                    <a16:creationId xmlns:a16="http://schemas.microsoft.com/office/drawing/2014/main" id="{E4C1F2A9-D001-4C76-90A3-393F70C0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4859" y="3524249"/>
                <a:ext cx="179388" cy="157163"/>
              </a:xfrm>
              <a:custGeom>
                <a:avLst/>
                <a:gdLst>
                  <a:gd name="T0" fmla="*/ 0 w 85"/>
                  <a:gd name="T1" fmla="*/ 75 h 75"/>
                  <a:gd name="T2" fmla="*/ 34 w 85"/>
                  <a:gd name="T3" fmla="*/ 62 h 75"/>
                  <a:gd name="T4" fmla="*/ 77 w 85"/>
                  <a:gd name="T5" fmla="*/ 14 h 75"/>
                  <a:gd name="T6" fmla="*/ 15 w 85"/>
                  <a:gd name="T7" fmla="*/ 50 h 75"/>
                  <a:gd name="T8" fmla="*/ 77 w 85"/>
                  <a:gd name="T9" fmla="*/ 13 h 75"/>
                  <a:gd name="T10" fmla="*/ 0 w 85"/>
                  <a:gd name="T11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75">
                    <a:moveTo>
                      <a:pt x="0" y="75"/>
                    </a:moveTo>
                    <a:cubicBezTo>
                      <a:pt x="5" y="65"/>
                      <a:pt x="24" y="60"/>
                      <a:pt x="34" y="62"/>
                    </a:cubicBezTo>
                    <a:cubicBezTo>
                      <a:pt x="61" y="68"/>
                      <a:pt x="85" y="40"/>
                      <a:pt x="77" y="14"/>
                    </a:cubicBezTo>
                    <a:cubicBezTo>
                      <a:pt x="63" y="17"/>
                      <a:pt x="32" y="32"/>
                      <a:pt x="15" y="50"/>
                    </a:cubicBezTo>
                    <a:cubicBezTo>
                      <a:pt x="28" y="30"/>
                      <a:pt x="56" y="13"/>
                      <a:pt x="77" y="13"/>
                    </a:cubicBezTo>
                    <a:cubicBezTo>
                      <a:pt x="28" y="0"/>
                      <a:pt x="4" y="27"/>
                      <a:pt x="0" y="7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41">
                <a:extLst>
                  <a:ext uri="{FF2B5EF4-FFF2-40B4-BE49-F238E27FC236}">
                    <a16:creationId xmlns:a16="http://schemas.microsoft.com/office/drawing/2014/main" id="{9D488351-0DBC-4FC4-A595-790F04986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559" y="3105149"/>
                <a:ext cx="211138" cy="153988"/>
              </a:xfrm>
              <a:custGeom>
                <a:avLst/>
                <a:gdLst>
                  <a:gd name="T0" fmla="*/ 100 w 100"/>
                  <a:gd name="T1" fmla="*/ 57 h 73"/>
                  <a:gd name="T2" fmla="*/ 62 w 100"/>
                  <a:gd name="T3" fmla="*/ 60 h 73"/>
                  <a:gd name="T4" fmla="*/ 0 w 100"/>
                  <a:gd name="T5" fmla="*/ 33 h 73"/>
                  <a:gd name="T6" fmla="*/ 0 w 100"/>
                  <a:gd name="T7" fmla="*/ 33 h 73"/>
                  <a:gd name="T8" fmla="*/ 100 w 100"/>
                  <a:gd name="T9" fmla="*/ 5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73">
                    <a:moveTo>
                      <a:pt x="100" y="57"/>
                    </a:moveTo>
                    <a:cubicBezTo>
                      <a:pt x="90" y="49"/>
                      <a:pt x="70" y="54"/>
                      <a:pt x="62" y="60"/>
                    </a:cubicBezTo>
                    <a:cubicBezTo>
                      <a:pt x="44" y="73"/>
                      <a:pt x="7" y="64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12"/>
                      <a:pt x="67" y="0"/>
                      <a:pt x="100" y="57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42">
                <a:extLst>
                  <a:ext uri="{FF2B5EF4-FFF2-40B4-BE49-F238E27FC236}">
                    <a16:creationId xmlns:a16="http://schemas.microsoft.com/office/drawing/2014/main" id="{8CB6E2F9-330C-4CC1-AE25-335124F7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559" y="3101974"/>
                <a:ext cx="211138" cy="165100"/>
              </a:xfrm>
              <a:custGeom>
                <a:avLst/>
                <a:gdLst>
                  <a:gd name="T0" fmla="*/ 100 w 100"/>
                  <a:gd name="T1" fmla="*/ 58 h 78"/>
                  <a:gd name="T2" fmla="*/ 62 w 100"/>
                  <a:gd name="T3" fmla="*/ 61 h 78"/>
                  <a:gd name="T4" fmla="*/ 0 w 100"/>
                  <a:gd name="T5" fmla="*/ 34 h 78"/>
                  <a:gd name="T6" fmla="*/ 74 w 100"/>
                  <a:gd name="T7" fmla="*/ 41 h 78"/>
                  <a:gd name="T8" fmla="*/ 0 w 100"/>
                  <a:gd name="T9" fmla="*/ 34 h 78"/>
                  <a:gd name="T10" fmla="*/ 100 w 100"/>
                  <a:gd name="T11" fmla="*/ 5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78">
                    <a:moveTo>
                      <a:pt x="100" y="58"/>
                    </a:moveTo>
                    <a:cubicBezTo>
                      <a:pt x="90" y="50"/>
                      <a:pt x="70" y="55"/>
                      <a:pt x="62" y="61"/>
                    </a:cubicBezTo>
                    <a:cubicBezTo>
                      <a:pt x="39" y="78"/>
                      <a:pt x="5" y="62"/>
                      <a:pt x="0" y="34"/>
                    </a:cubicBezTo>
                    <a:cubicBezTo>
                      <a:pt x="15" y="31"/>
                      <a:pt x="50" y="31"/>
                      <a:pt x="74" y="41"/>
                    </a:cubicBezTo>
                    <a:cubicBezTo>
                      <a:pt x="53" y="27"/>
                      <a:pt x="20" y="24"/>
                      <a:pt x="0" y="34"/>
                    </a:cubicBezTo>
                    <a:cubicBezTo>
                      <a:pt x="40" y="0"/>
                      <a:pt x="75" y="14"/>
                      <a:pt x="100" y="5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11" name="Oval 82">
              <a:extLst>
                <a:ext uri="{FF2B5EF4-FFF2-40B4-BE49-F238E27FC236}">
                  <a16:creationId xmlns:a16="http://schemas.microsoft.com/office/drawing/2014/main" id="{7268B0F7-7D99-482B-80A6-0A71E4AB6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4152" y="517183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Oval 83">
              <a:extLst>
                <a:ext uri="{FF2B5EF4-FFF2-40B4-BE49-F238E27FC236}">
                  <a16:creationId xmlns:a16="http://schemas.microsoft.com/office/drawing/2014/main" id="{34FB0955-1B1A-4FB5-BF18-4ED757DE8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2290" y="5171836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Oval 84">
              <a:extLst>
                <a:ext uri="{FF2B5EF4-FFF2-40B4-BE49-F238E27FC236}">
                  <a16:creationId xmlns:a16="http://schemas.microsoft.com/office/drawing/2014/main" id="{D4F82B86-7813-42EB-8D77-2931A86E5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0990" y="5138499"/>
              <a:ext cx="292100" cy="2921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14" name="Oval 85">
              <a:extLst>
                <a:ext uri="{FF2B5EF4-FFF2-40B4-BE49-F238E27FC236}">
                  <a16:creationId xmlns:a16="http://schemas.microsoft.com/office/drawing/2014/main" id="{132BB6C3-F5C0-4385-8C28-4F7D31E03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2915" y="5125799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Oval 86">
              <a:extLst>
                <a:ext uri="{FF2B5EF4-FFF2-40B4-BE49-F238E27FC236}">
                  <a16:creationId xmlns:a16="http://schemas.microsoft.com/office/drawing/2014/main" id="{BE16995D-4437-4FB6-8A0A-D077B90CB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6702" y="5125799"/>
              <a:ext cx="152400" cy="152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Oval 87">
              <a:extLst>
                <a:ext uri="{FF2B5EF4-FFF2-40B4-BE49-F238E27FC236}">
                  <a16:creationId xmlns:a16="http://schemas.microsoft.com/office/drawing/2014/main" id="{A89EC440-4772-40C9-B7FD-1D4807D6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0840" y="5098811"/>
              <a:ext cx="152400" cy="15081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9" name="Rectangle 268">
            <a:extLst>
              <a:ext uri="{FF2B5EF4-FFF2-40B4-BE49-F238E27FC236}">
                <a16:creationId xmlns:a16="http://schemas.microsoft.com/office/drawing/2014/main" id="{69A2FBE0-87C2-45E2-BD32-8615798588AF}"/>
              </a:ext>
            </a:extLst>
          </p:cNvPr>
          <p:cNvSpPr/>
          <p:nvPr/>
        </p:nvSpPr>
        <p:spPr>
          <a:xfrm>
            <a:off x="2389870" y="1212940"/>
            <a:ext cx="741226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Miracle In The Moon</a:t>
            </a:r>
          </a:p>
        </p:txBody>
      </p:sp>
      <p:sp>
        <p:nvSpPr>
          <p:cNvPr id="270" name="Rectangle: Rounded Corners 269">
            <a:extLst>
              <a:ext uri="{FF2B5EF4-FFF2-40B4-BE49-F238E27FC236}">
                <a16:creationId xmlns:a16="http://schemas.microsoft.com/office/drawing/2014/main" id="{FAC9B4CF-966F-46B6-BA5B-9BFF63170F89}"/>
              </a:ext>
            </a:extLst>
          </p:cNvPr>
          <p:cNvSpPr/>
          <p:nvPr/>
        </p:nvSpPr>
        <p:spPr>
          <a:xfrm>
            <a:off x="4996656" y="2667873"/>
            <a:ext cx="2198688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See More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71" name="Rectangle 270">
            <a:extLst>
              <a:ext uri="{FF2B5EF4-FFF2-40B4-BE49-F238E27FC236}">
                <a16:creationId xmlns:a16="http://schemas.microsoft.com/office/drawing/2014/main" id="{BF50E73B-EFBA-4FFA-8CEB-EB835354EFAD}"/>
              </a:ext>
            </a:extLst>
          </p:cNvPr>
          <p:cNvSpPr/>
          <p:nvPr/>
        </p:nvSpPr>
        <p:spPr>
          <a:xfrm>
            <a:off x="3034759" y="1992918"/>
            <a:ext cx="6122482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Their separate existence is a myth.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FFAB5184-9EA1-4791-B111-C6476CEFBBA2}"/>
              </a:ext>
            </a:extLst>
          </p:cNvPr>
          <p:cNvGrpSpPr/>
          <p:nvPr/>
        </p:nvGrpSpPr>
        <p:grpSpPr>
          <a:xfrm>
            <a:off x="866736" y="2886879"/>
            <a:ext cx="3781001" cy="2808674"/>
            <a:chOff x="780021" y="2885942"/>
            <a:chExt cx="3781001" cy="2808674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A71F428-44C4-4C0F-A0C0-D2925B801E88}"/>
                </a:ext>
              </a:extLst>
            </p:cNvPr>
            <p:cNvGrpSpPr/>
            <p:nvPr/>
          </p:nvGrpSpPr>
          <p:grpSpPr>
            <a:xfrm>
              <a:off x="780021" y="3492724"/>
              <a:ext cx="1442492" cy="2201892"/>
              <a:chOff x="4225926" y="3319463"/>
              <a:chExt cx="1860551" cy="2840038"/>
            </a:xfrm>
          </p:grpSpPr>
          <p:sp>
            <p:nvSpPr>
              <p:cNvPr id="28" name="Freeform 43">
                <a:extLst>
                  <a:ext uri="{FF2B5EF4-FFF2-40B4-BE49-F238E27FC236}">
                    <a16:creationId xmlns:a16="http://schemas.microsoft.com/office/drawing/2014/main" id="{712C63A7-E467-4F47-B581-E043F5C0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226" y="4094163"/>
                <a:ext cx="750888" cy="1179513"/>
              </a:xfrm>
              <a:custGeom>
                <a:avLst/>
                <a:gdLst>
                  <a:gd name="T0" fmla="*/ 343 w 350"/>
                  <a:gd name="T1" fmla="*/ 549 h 549"/>
                  <a:gd name="T2" fmla="*/ 41 w 350"/>
                  <a:gd name="T3" fmla="*/ 136 h 549"/>
                  <a:gd name="T4" fmla="*/ 0 w 350"/>
                  <a:gd name="T5" fmla="*/ 0 h 549"/>
                  <a:gd name="T6" fmla="*/ 343 w 350"/>
                  <a:gd name="T7" fmla="*/ 549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0" h="549">
                    <a:moveTo>
                      <a:pt x="343" y="549"/>
                    </a:moveTo>
                    <a:cubicBezTo>
                      <a:pt x="281" y="288"/>
                      <a:pt x="211" y="148"/>
                      <a:pt x="41" y="1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1" y="27"/>
                      <a:pt x="350" y="360"/>
                      <a:pt x="343" y="549"/>
                    </a:cubicBezTo>
                    <a:close/>
                  </a:path>
                </a:pathLst>
              </a:custGeom>
              <a:solidFill>
                <a:srgbClr val="C76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81">
                <a:extLst>
                  <a:ext uri="{FF2B5EF4-FFF2-40B4-BE49-F238E27FC236}">
                    <a16:creationId xmlns:a16="http://schemas.microsoft.com/office/drawing/2014/main" id="{29D3A0B4-0215-447D-8D58-E004CF22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464" y="3671888"/>
                <a:ext cx="946150" cy="1300163"/>
              </a:xfrm>
              <a:custGeom>
                <a:avLst/>
                <a:gdLst>
                  <a:gd name="T0" fmla="*/ 67 w 441"/>
                  <a:gd name="T1" fmla="*/ 0 h 606"/>
                  <a:gd name="T2" fmla="*/ 374 w 441"/>
                  <a:gd name="T3" fmla="*/ 0 h 606"/>
                  <a:gd name="T4" fmla="*/ 441 w 441"/>
                  <a:gd name="T5" fmla="*/ 67 h 606"/>
                  <a:gd name="T6" fmla="*/ 441 w 441"/>
                  <a:gd name="T7" fmla="*/ 538 h 606"/>
                  <a:gd name="T8" fmla="*/ 374 w 441"/>
                  <a:gd name="T9" fmla="*/ 606 h 606"/>
                  <a:gd name="T10" fmla="*/ 67 w 441"/>
                  <a:gd name="T11" fmla="*/ 606 h 606"/>
                  <a:gd name="T12" fmla="*/ 0 w 441"/>
                  <a:gd name="T13" fmla="*/ 538 h 606"/>
                  <a:gd name="T14" fmla="*/ 0 w 441"/>
                  <a:gd name="T15" fmla="*/ 67 h 606"/>
                  <a:gd name="T16" fmla="*/ 67 w 441"/>
                  <a:gd name="T17" fmla="*/ 0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1" h="606">
                    <a:moveTo>
                      <a:pt x="67" y="0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411" y="0"/>
                      <a:pt x="441" y="30"/>
                      <a:pt x="441" y="67"/>
                    </a:cubicBezTo>
                    <a:cubicBezTo>
                      <a:pt x="441" y="538"/>
                      <a:pt x="441" y="538"/>
                      <a:pt x="441" y="538"/>
                    </a:cubicBezTo>
                    <a:cubicBezTo>
                      <a:pt x="441" y="575"/>
                      <a:pt x="411" y="606"/>
                      <a:pt x="374" y="606"/>
                    </a:cubicBezTo>
                    <a:cubicBezTo>
                      <a:pt x="67" y="606"/>
                      <a:pt x="67" y="606"/>
                      <a:pt x="67" y="606"/>
                    </a:cubicBezTo>
                    <a:cubicBezTo>
                      <a:pt x="30" y="606"/>
                      <a:pt x="0" y="575"/>
                      <a:pt x="0" y="538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lose/>
                  </a:path>
                </a:pathLst>
              </a:custGeom>
              <a:solidFill>
                <a:srgbClr val="C5C8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82">
                <a:extLst>
                  <a:ext uri="{FF2B5EF4-FFF2-40B4-BE49-F238E27FC236}">
                    <a16:creationId xmlns:a16="http://schemas.microsoft.com/office/drawing/2014/main" id="{3CDC7C04-E44B-40DD-B123-DF4D5718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326" y="3714750"/>
                <a:ext cx="860425" cy="1214438"/>
              </a:xfrm>
              <a:custGeom>
                <a:avLst/>
                <a:gdLst>
                  <a:gd name="T0" fmla="*/ 54 w 401"/>
                  <a:gd name="T1" fmla="*/ 0 h 566"/>
                  <a:gd name="T2" fmla="*/ 346 w 401"/>
                  <a:gd name="T3" fmla="*/ 0 h 566"/>
                  <a:gd name="T4" fmla="*/ 401 w 401"/>
                  <a:gd name="T5" fmla="*/ 55 h 566"/>
                  <a:gd name="T6" fmla="*/ 401 w 401"/>
                  <a:gd name="T7" fmla="*/ 511 h 566"/>
                  <a:gd name="T8" fmla="*/ 346 w 401"/>
                  <a:gd name="T9" fmla="*/ 566 h 566"/>
                  <a:gd name="T10" fmla="*/ 54 w 401"/>
                  <a:gd name="T11" fmla="*/ 566 h 566"/>
                  <a:gd name="T12" fmla="*/ 0 w 401"/>
                  <a:gd name="T13" fmla="*/ 511 h 566"/>
                  <a:gd name="T14" fmla="*/ 0 w 401"/>
                  <a:gd name="T15" fmla="*/ 55 h 566"/>
                  <a:gd name="T16" fmla="*/ 54 w 401"/>
                  <a:gd name="T17" fmla="*/ 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1" h="566">
                    <a:moveTo>
                      <a:pt x="54" y="0"/>
                    </a:moveTo>
                    <a:cubicBezTo>
                      <a:pt x="346" y="0"/>
                      <a:pt x="346" y="0"/>
                      <a:pt x="346" y="0"/>
                    </a:cubicBezTo>
                    <a:cubicBezTo>
                      <a:pt x="376" y="0"/>
                      <a:pt x="401" y="25"/>
                      <a:pt x="401" y="55"/>
                    </a:cubicBezTo>
                    <a:cubicBezTo>
                      <a:pt x="401" y="511"/>
                      <a:pt x="401" y="511"/>
                      <a:pt x="401" y="511"/>
                    </a:cubicBezTo>
                    <a:cubicBezTo>
                      <a:pt x="401" y="541"/>
                      <a:pt x="376" y="566"/>
                      <a:pt x="346" y="566"/>
                    </a:cubicBezTo>
                    <a:cubicBezTo>
                      <a:pt x="54" y="566"/>
                      <a:pt x="54" y="566"/>
                      <a:pt x="54" y="566"/>
                    </a:cubicBezTo>
                    <a:cubicBezTo>
                      <a:pt x="24" y="566"/>
                      <a:pt x="0" y="541"/>
                      <a:pt x="0" y="511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25"/>
                      <a:pt x="24" y="0"/>
                      <a:pt x="54" y="0"/>
                    </a:cubicBez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83">
                <a:extLst>
                  <a:ext uri="{FF2B5EF4-FFF2-40B4-BE49-F238E27FC236}">
                    <a16:creationId xmlns:a16="http://schemas.microsoft.com/office/drawing/2014/main" id="{995F68BB-A0D6-4E61-8DAD-8428161A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089" y="4549775"/>
                <a:ext cx="862013" cy="1120775"/>
              </a:xfrm>
              <a:custGeom>
                <a:avLst/>
                <a:gdLst>
                  <a:gd name="T0" fmla="*/ 78 w 402"/>
                  <a:gd name="T1" fmla="*/ 0 h 522"/>
                  <a:gd name="T2" fmla="*/ 40 w 402"/>
                  <a:gd name="T3" fmla="*/ 129 h 522"/>
                  <a:gd name="T4" fmla="*/ 33 w 402"/>
                  <a:gd name="T5" fmla="*/ 497 h 522"/>
                  <a:gd name="T6" fmla="*/ 170 w 402"/>
                  <a:gd name="T7" fmla="*/ 500 h 522"/>
                  <a:gd name="T8" fmla="*/ 203 w 402"/>
                  <a:gd name="T9" fmla="*/ 212 h 522"/>
                  <a:gd name="T10" fmla="*/ 226 w 402"/>
                  <a:gd name="T11" fmla="*/ 421 h 522"/>
                  <a:gd name="T12" fmla="*/ 237 w 402"/>
                  <a:gd name="T13" fmla="*/ 497 h 522"/>
                  <a:gd name="T14" fmla="*/ 375 w 402"/>
                  <a:gd name="T15" fmla="*/ 494 h 522"/>
                  <a:gd name="T16" fmla="*/ 365 w 402"/>
                  <a:gd name="T17" fmla="*/ 129 h 522"/>
                  <a:gd name="T18" fmla="*/ 327 w 402"/>
                  <a:gd name="T19" fmla="*/ 0 h 522"/>
                  <a:gd name="T20" fmla="*/ 203 w 402"/>
                  <a:gd name="T21" fmla="*/ 17 h 522"/>
                  <a:gd name="T22" fmla="*/ 78 w 402"/>
                  <a:gd name="T23" fmla="*/ 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2" h="522">
                    <a:moveTo>
                      <a:pt x="78" y="0"/>
                    </a:moveTo>
                    <a:cubicBezTo>
                      <a:pt x="76" y="22"/>
                      <a:pt x="46" y="94"/>
                      <a:pt x="40" y="129"/>
                    </a:cubicBezTo>
                    <a:cubicBezTo>
                      <a:pt x="34" y="160"/>
                      <a:pt x="0" y="485"/>
                      <a:pt x="33" y="497"/>
                    </a:cubicBezTo>
                    <a:cubicBezTo>
                      <a:pt x="46" y="502"/>
                      <a:pt x="164" y="522"/>
                      <a:pt x="170" y="500"/>
                    </a:cubicBezTo>
                    <a:cubicBezTo>
                      <a:pt x="196" y="414"/>
                      <a:pt x="166" y="213"/>
                      <a:pt x="203" y="212"/>
                    </a:cubicBezTo>
                    <a:cubicBezTo>
                      <a:pt x="230" y="212"/>
                      <a:pt x="221" y="328"/>
                      <a:pt x="226" y="421"/>
                    </a:cubicBezTo>
                    <a:cubicBezTo>
                      <a:pt x="228" y="450"/>
                      <a:pt x="231" y="477"/>
                      <a:pt x="237" y="497"/>
                    </a:cubicBezTo>
                    <a:cubicBezTo>
                      <a:pt x="244" y="519"/>
                      <a:pt x="361" y="499"/>
                      <a:pt x="375" y="494"/>
                    </a:cubicBezTo>
                    <a:cubicBezTo>
                      <a:pt x="402" y="484"/>
                      <a:pt x="370" y="154"/>
                      <a:pt x="365" y="129"/>
                    </a:cubicBezTo>
                    <a:cubicBezTo>
                      <a:pt x="359" y="94"/>
                      <a:pt x="329" y="22"/>
                      <a:pt x="327" y="0"/>
                    </a:cubicBezTo>
                    <a:cubicBezTo>
                      <a:pt x="203" y="17"/>
                      <a:pt x="203" y="17"/>
                      <a:pt x="203" y="17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84">
                <a:extLst>
                  <a:ext uri="{FF2B5EF4-FFF2-40B4-BE49-F238E27FC236}">
                    <a16:creationId xmlns:a16="http://schemas.microsoft.com/office/drawing/2014/main" id="{F4A0EC32-5B5B-406C-8D8A-AC4A7EF6B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464" y="4606925"/>
                <a:ext cx="147638" cy="1004888"/>
              </a:xfrm>
              <a:custGeom>
                <a:avLst/>
                <a:gdLst>
                  <a:gd name="T0" fmla="*/ 39 w 69"/>
                  <a:gd name="T1" fmla="*/ 468 h 468"/>
                  <a:gd name="T2" fmla="*/ 42 w 69"/>
                  <a:gd name="T3" fmla="*/ 467 h 468"/>
                  <a:gd name="T4" fmla="*/ 32 w 69"/>
                  <a:gd name="T5" fmla="*/ 102 h 468"/>
                  <a:gd name="T6" fmla="*/ 1 w 69"/>
                  <a:gd name="T7" fmla="*/ 0 h 468"/>
                  <a:gd name="T8" fmla="*/ 6 w 69"/>
                  <a:gd name="T9" fmla="*/ 47 h 468"/>
                  <a:gd name="T10" fmla="*/ 3 w 69"/>
                  <a:gd name="T11" fmla="*/ 106 h 468"/>
                  <a:gd name="T12" fmla="*/ 16 w 69"/>
                  <a:gd name="T13" fmla="*/ 270 h 468"/>
                  <a:gd name="T14" fmla="*/ 19 w 69"/>
                  <a:gd name="T15" fmla="*/ 461 h 468"/>
                  <a:gd name="T16" fmla="*/ 39 w 69"/>
                  <a:gd name="T17" fmla="*/ 468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468">
                    <a:moveTo>
                      <a:pt x="39" y="468"/>
                    </a:moveTo>
                    <a:cubicBezTo>
                      <a:pt x="40" y="467"/>
                      <a:pt x="41" y="467"/>
                      <a:pt x="42" y="467"/>
                    </a:cubicBezTo>
                    <a:cubicBezTo>
                      <a:pt x="69" y="457"/>
                      <a:pt x="37" y="127"/>
                      <a:pt x="32" y="102"/>
                    </a:cubicBezTo>
                    <a:cubicBezTo>
                      <a:pt x="28" y="76"/>
                      <a:pt x="11" y="32"/>
                      <a:pt x="1" y="0"/>
                    </a:cubicBezTo>
                    <a:cubicBezTo>
                      <a:pt x="3" y="25"/>
                      <a:pt x="7" y="38"/>
                      <a:pt x="6" y="47"/>
                    </a:cubicBezTo>
                    <a:cubicBezTo>
                      <a:pt x="5" y="59"/>
                      <a:pt x="5" y="91"/>
                      <a:pt x="3" y="106"/>
                    </a:cubicBezTo>
                    <a:cubicBezTo>
                      <a:pt x="0" y="121"/>
                      <a:pt x="13" y="242"/>
                      <a:pt x="16" y="270"/>
                    </a:cubicBezTo>
                    <a:cubicBezTo>
                      <a:pt x="19" y="299"/>
                      <a:pt x="18" y="457"/>
                      <a:pt x="19" y="461"/>
                    </a:cubicBezTo>
                    <a:cubicBezTo>
                      <a:pt x="19" y="464"/>
                      <a:pt x="29" y="466"/>
                      <a:pt x="39" y="468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85">
                <a:extLst>
                  <a:ext uri="{FF2B5EF4-FFF2-40B4-BE49-F238E27FC236}">
                    <a16:creationId xmlns:a16="http://schemas.microsoft.com/office/drawing/2014/main" id="{DBF20657-FEB6-41A7-A695-EAFB9A59E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601" y="3903663"/>
                <a:ext cx="792163" cy="919163"/>
              </a:xfrm>
              <a:custGeom>
                <a:avLst/>
                <a:gdLst>
                  <a:gd name="T0" fmla="*/ 103 w 369"/>
                  <a:gd name="T1" fmla="*/ 0 h 428"/>
                  <a:gd name="T2" fmla="*/ 11 w 369"/>
                  <a:gd name="T3" fmla="*/ 26 h 428"/>
                  <a:gd name="T4" fmla="*/ 4 w 369"/>
                  <a:gd name="T5" fmla="*/ 127 h 428"/>
                  <a:gd name="T6" fmla="*/ 19 w 369"/>
                  <a:gd name="T7" fmla="*/ 236 h 428"/>
                  <a:gd name="T8" fmla="*/ 25 w 369"/>
                  <a:gd name="T9" fmla="*/ 328 h 428"/>
                  <a:gd name="T10" fmla="*/ 25 w 369"/>
                  <a:gd name="T11" fmla="*/ 393 h 428"/>
                  <a:gd name="T12" fmla="*/ 184 w 369"/>
                  <a:gd name="T13" fmla="*/ 428 h 428"/>
                  <a:gd name="T14" fmla="*/ 184 w 369"/>
                  <a:gd name="T15" fmla="*/ 428 h 428"/>
                  <a:gd name="T16" fmla="*/ 344 w 369"/>
                  <a:gd name="T17" fmla="*/ 393 h 428"/>
                  <a:gd name="T18" fmla="*/ 344 w 369"/>
                  <a:gd name="T19" fmla="*/ 328 h 428"/>
                  <a:gd name="T20" fmla="*/ 350 w 369"/>
                  <a:gd name="T21" fmla="*/ 236 h 428"/>
                  <a:gd name="T22" fmla="*/ 365 w 369"/>
                  <a:gd name="T23" fmla="*/ 127 h 428"/>
                  <a:gd name="T24" fmla="*/ 357 w 369"/>
                  <a:gd name="T25" fmla="*/ 26 h 428"/>
                  <a:gd name="T26" fmla="*/ 265 w 369"/>
                  <a:gd name="T27" fmla="*/ 0 h 428"/>
                  <a:gd name="T28" fmla="*/ 184 w 369"/>
                  <a:gd name="T29" fmla="*/ 6 h 428"/>
                  <a:gd name="T30" fmla="*/ 103 w 369"/>
                  <a:gd name="T31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9" h="428">
                    <a:moveTo>
                      <a:pt x="103" y="0"/>
                    </a:moveTo>
                    <a:cubicBezTo>
                      <a:pt x="100" y="5"/>
                      <a:pt x="17" y="21"/>
                      <a:pt x="11" y="26"/>
                    </a:cubicBezTo>
                    <a:cubicBezTo>
                      <a:pt x="6" y="30"/>
                      <a:pt x="0" y="117"/>
                      <a:pt x="4" y="127"/>
                    </a:cubicBezTo>
                    <a:cubicBezTo>
                      <a:pt x="7" y="136"/>
                      <a:pt x="11" y="211"/>
                      <a:pt x="19" y="236"/>
                    </a:cubicBezTo>
                    <a:cubicBezTo>
                      <a:pt x="26" y="261"/>
                      <a:pt x="29" y="296"/>
                      <a:pt x="25" y="328"/>
                    </a:cubicBezTo>
                    <a:cubicBezTo>
                      <a:pt x="21" y="360"/>
                      <a:pt x="16" y="378"/>
                      <a:pt x="25" y="393"/>
                    </a:cubicBezTo>
                    <a:cubicBezTo>
                      <a:pt x="33" y="407"/>
                      <a:pt x="149" y="427"/>
                      <a:pt x="184" y="428"/>
                    </a:cubicBezTo>
                    <a:cubicBezTo>
                      <a:pt x="184" y="428"/>
                      <a:pt x="184" y="428"/>
                      <a:pt x="184" y="428"/>
                    </a:cubicBezTo>
                    <a:cubicBezTo>
                      <a:pt x="219" y="427"/>
                      <a:pt x="335" y="407"/>
                      <a:pt x="344" y="393"/>
                    </a:cubicBezTo>
                    <a:cubicBezTo>
                      <a:pt x="352" y="378"/>
                      <a:pt x="347" y="360"/>
                      <a:pt x="344" y="328"/>
                    </a:cubicBezTo>
                    <a:cubicBezTo>
                      <a:pt x="340" y="296"/>
                      <a:pt x="342" y="261"/>
                      <a:pt x="350" y="236"/>
                    </a:cubicBezTo>
                    <a:cubicBezTo>
                      <a:pt x="357" y="211"/>
                      <a:pt x="361" y="136"/>
                      <a:pt x="365" y="127"/>
                    </a:cubicBezTo>
                    <a:cubicBezTo>
                      <a:pt x="369" y="117"/>
                      <a:pt x="363" y="30"/>
                      <a:pt x="357" y="26"/>
                    </a:cubicBezTo>
                    <a:cubicBezTo>
                      <a:pt x="352" y="21"/>
                      <a:pt x="268" y="5"/>
                      <a:pt x="265" y="0"/>
                    </a:cubicBezTo>
                    <a:cubicBezTo>
                      <a:pt x="184" y="6"/>
                      <a:pt x="184" y="6"/>
                      <a:pt x="184" y="6"/>
                    </a:cubicBez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86">
                <a:extLst>
                  <a:ext uri="{FF2B5EF4-FFF2-40B4-BE49-F238E27FC236}">
                    <a16:creationId xmlns:a16="http://schemas.microsoft.com/office/drawing/2014/main" id="{76F44DC6-8F6A-49CE-8EAA-E720DDD4E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6876" y="4332288"/>
                <a:ext cx="82550" cy="438150"/>
              </a:xfrm>
              <a:custGeom>
                <a:avLst/>
                <a:gdLst>
                  <a:gd name="T0" fmla="*/ 6 w 39"/>
                  <a:gd name="T1" fmla="*/ 204 h 204"/>
                  <a:gd name="T2" fmla="*/ 29 w 39"/>
                  <a:gd name="T3" fmla="*/ 193 h 204"/>
                  <a:gd name="T4" fmla="*/ 29 w 39"/>
                  <a:gd name="T5" fmla="*/ 128 h 204"/>
                  <a:gd name="T6" fmla="*/ 35 w 39"/>
                  <a:gd name="T7" fmla="*/ 36 h 204"/>
                  <a:gd name="T8" fmla="*/ 39 w 39"/>
                  <a:gd name="T9" fmla="*/ 13 h 204"/>
                  <a:gd name="T10" fmla="*/ 13 w 39"/>
                  <a:gd name="T11" fmla="*/ 0 h 204"/>
                  <a:gd name="T12" fmla="*/ 1 w 39"/>
                  <a:gd name="T13" fmla="*/ 108 h 204"/>
                  <a:gd name="T14" fmla="*/ 7 w 39"/>
                  <a:gd name="T15" fmla="*/ 175 h 204"/>
                  <a:gd name="T16" fmla="*/ 6 w 39"/>
                  <a:gd name="T17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04">
                    <a:moveTo>
                      <a:pt x="6" y="204"/>
                    </a:moveTo>
                    <a:cubicBezTo>
                      <a:pt x="18" y="200"/>
                      <a:pt x="27" y="196"/>
                      <a:pt x="29" y="193"/>
                    </a:cubicBezTo>
                    <a:cubicBezTo>
                      <a:pt x="37" y="178"/>
                      <a:pt x="32" y="160"/>
                      <a:pt x="29" y="128"/>
                    </a:cubicBezTo>
                    <a:cubicBezTo>
                      <a:pt x="25" y="96"/>
                      <a:pt x="27" y="61"/>
                      <a:pt x="35" y="36"/>
                    </a:cubicBezTo>
                    <a:cubicBezTo>
                      <a:pt x="37" y="30"/>
                      <a:pt x="38" y="22"/>
                      <a:pt x="39" y="13"/>
                    </a:cubicBezTo>
                    <a:cubicBezTo>
                      <a:pt x="29" y="6"/>
                      <a:pt x="13" y="0"/>
                      <a:pt x="13" y="0"/>
                    </a:cubicBezTo>
                    <a:cubicBezTo>
                      <a:pt x="13" y="0"/>
                      <a:pt x="0" y="70"/>
                      <a:pt x="1" y="108"/>
                    </a:cubicBezTo>
                    <a:cubicBezTo>
                      <a:pt x="1" y="145"/>
                      <a:pt x="8" y="164"/>
                      <a:pt x="7" y="175"/>
                    </a:cubicBezTo>
                    <a:cubicBezTo>
                      <a:pt x="6" y="181"/>
                      <a:pt x="6" y="192"/>
                      <a:pt x="6" y="204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87">
                <a:extLst>
                  <a:ext uri="{FF2B5EF4-FFF2-40B4-BE49-F238E27FC236}">
                    <a16:creationId xmlns:a16="http://schemas.microsoft.com/office/drawing/2014/main" id="{279123E0-9F0C-49E5-9A73-6692136B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451" y="3848100"/>
                <a:ext cx="660400" cy="258763"/>
              </a:xfrm>
              <a:custGeom>
                <a:avLst/>
                <a:gdLst>
                  <a:gd name="T0" fmla="*/ 44 w 307"/>
                  <a:gd name="T1" fmla="*/ 4 h 121"/>
                  <a:gd name="T2" fmla="*/ 0 w 307"/>
                  <a:gd name="T3" fmla="*/ 45 h 121"/>
                  <a:gd name="T4" fmla="*/ 52 w 307"/>
                  <a:gd name="T5" fmla="*/ 112 h 121"/>
                  <a:gd name="T6" fmla="*/ 153 w 307"/>
                  <a:gd name="T7" fmla="*/ 121 h 121"/>
                  <a:gd name="T8" fmla="*/ 153 w 307"/>
                  <a:gd name="T9" fmla="*/ 121 h 121"/>
                  <a:gd name="T10" fmla="*/ 254 w 307"/>
                  <a:gd name="T11" fmla="*/ 112 h 121"/>
                  <a:gd name="T12" fmla="*/ 307 w 307"/>
                  <a:gd name="T13" fmla="*/ 45 h 121"/>
                  <a:gd name="T14" fmla="*/ 262 w 307"/>
                  <a:gd name="T15" fmla="*/ 4 h 121"/>
                  <a:gd name="T16" fmla="*/ 153 w 307"/>
                  <a:gd name="T17" fmla="*/ 0 h 121"/>
                  <a:gd name="T18" fmla="*/ 153 w 307"/>
                  <a:gd name="T19" fmla="*/ 0 h 121"/>
                  <a:gd name="T20" fmla="*/ 44 w 307"/>
                  <a:gd name="T21" fmla="*/ 4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7" h="121">
                    <a:moveTo>
                      <a:pt x="44" y="4"/>
                    </a:moveTo>
                    <a:cubicBezTo>
                      <a:pt x="40" y="29"/>
                      <a:pt x="21" y="32"/>
                      <a:pt x="0" y="45"/>
                    </a:cubicBezTo>
                    <a:cubicBezTo>
                      <a:pt x="0" y="45"/>
                      <a:pt x="18" y="99"/>
                      <a:pt x="52" y="112"/>
                    </a:cubicBezTo>
                    <a:cubicBezTo>
                      <a:pt x="68" y="119"/>
                      <a:pt x="111" y="121"/>
                      <a:pt x="153" y="121"/>
                    </a:cubicBezTo>
                    <a:cubicBezTo>
                      <a:pt x="153" y="121"/>
                      <a:pt x="153" y="121"/>
                      <a:pt x="153" y="121"/>
                    </a:cubicBezTo>
                    <a:cubicBezTo>
                      <a:pt x="195" y="121"/>
                      <a:pt x="238" y="119"/>
                      <a:pt x="254" y="112"/>
                    </a:cubicBezTo>
                    <a:cubicBezTo>
                      <a:pt x="288" y="99"/>
                      <a:pt x="307" y="45"/>
                      <a:pt x="307" y="45"/>
                    </a:cubicBezTo>
                    <a:cubicBezTo>
                      <a:pt x="285" y="32"/>
                      <a:pt x="266" y="29"/>
                      <a:pt x="262" y="4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BFC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88">
                <a:extLst>
                  <a:ext uri="{FF2B5EF4-FFF2-40B4-BE49-F238E27FC236}">
                    <a16:creationId xmlns:a16="http://schemas.microsoft.com/office/drawing/2014/main" id="{924682C2-7130-46AA-86FE-5D6FE66C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751" y="3319463"/>
                <a:ext cx="674688" cy="714375"/>
              </a:xfrm>
              <a:custGeom>
                <a:avLst/>
                <a:gdLst>
                  <a:gd name="T0" fmla="*/ 289 w 314"/>
                  <a:gd name="T1" fmla="*/ 212 h 333"/>
                  <a:gd name="T2" fmla="*/ 312 w 314"/>
                  <a:gd name="T3" fmla="*/ 184 h 333"/>
                  <a:gd name="T4" fmla="*/ 307 w 314"/>
                  <a:gd name="T5" fmla="*/ 108 h 333"/>
                  <a:gd name="T6" fmla="*/ 277 w 314"/>
                  <a:gd name="T7" fmla="*/ 80 h 333"/>
                  <a:gd name="T8" fmla="*/ 156 w 314"/>
                  <a:gd name="T9" fmla="*/ 0 h 333"/>
                  <a:gd name="T10" fmla="*/ 33 w 314"/>
                  <a:gd name="T11" fmla="*/ 84 h 333"/>
                  <a:gd name="T12" fmla="*/ 8 w 314"/>
                  <a:gd name="T13" fmla="*/ 108 h 333"/>
                  <a:gd name="T14" fmla="*/ 2 w 314"/>
                  <a:gd name="T15" fmla="*/ 184 h 333"/>
                  <a:gd name="T16" fmla="*/ 22 w 314"/>
                  <a:gd name="T17" fmla="*/ 209 h 333"/>
                  <a:gd name="T18" fmla="*/ 289 w 314"/>
                  <a:gd name="T19" fmla="*/ 21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4" h="333">
                    <a:moveTo>
                      <a:pt x="289" y="212"/>
                    </a:moveTo>
                    <a:cubicBezTo>
                      <a:pt x="298" y="204"/>
                      <a:pt x="311" y="191"/>
                      <a:pt x="312" y="184"/>
                    </a:cubicBezTo>
                    <a:cubicBezTo>
                      <a:pt x="314" y="174"/>
                      <a:pt x="311" y="116"/>
                      <a:pt x="307" y="108"/>
                    </a:cubicBezTo>
                    <a:cubicBezTo>
                      <a:pt x="304" y="100"/>
                      <a:pt x="282" y="85"/>
                      <a:pt x="277" y="80"/>
                    </a:cubicBezTo>
                    <a:cubicBezTo>
                      <a:pt x="253" y="26"/>
                      <a:pt x="204" y="2"/>
                      <a:pt x="156" y="0"/>
                    </a:cubicBezTo>
                    <a:cubicBezTo>
                      <a:pt x="106" y="2"/>
                      <a:pt x="56" y="27"/>
                      <a:pt x="33" y="84"/>
                    </a:cubicBezTo>
                    <a:cubicBezTo>
                      <a:pt x="25" y="90"/>
                      <a:pt x="10" y="101"/>
                      <a:pt x="8" y="108"/>
                    </a:cubicBezTo>
                    <a:cubicBezTo>
                      <a:pt x="4" y="116"/>
                      <a:pt x="0" y="174"/>
                      <a:pt x="2" y="184"/>
                    </a:cubicBezTo>
                    <a:cubicBezTo>
                      <a:pt x="4" y="190"/>
                      <a:pt x="14" y="201"/>
                      <a:pt x="22" y="209"/>
                    </a:cubicBezTo>
                    <a:cubicBezTo>
                      <a:pt x="61" y="327"/>
                      <a:pt x="243" y="333"/>
                      <a:pt x="289" y="212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Oval 89">
                <a:extLst>
                  <a:ext uri="{FF2B5EF4-FFF2-40B4-BE49-F238E27FC236}">
                    <a16:creationId xmlns:a16="http://schemas.microsoft.com/office/drawing/2014/main" id="{20E443BD-8B83-4E47-BE47-38700416F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376" y="3359150"/>
                <a:ext cx="584200" cy="584200"/>
              </a:xfrm>
              <a:prstGeom prst="ellipse">
                <a:avLst/>
              </a:prstGeom>
              <a:solidFill>
                <a:srgbClr val="404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90">
                <a:extLst>
                  <a:ext uri="{FF2B5EF4-FFF2-40B4-BE49-F238E27FC236}">
                    <a16:creationId xmlns:a16="http://schemas.microsoft.com/office/drawing/2014/main" id="{4EB5B8BC-2773-4900-B4C0-BAD3EA94D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3359150"/>
                <a:ext cx="528638" cy="490538"/>
              </a:xfrm>
              <a:custGeom>
                <a:avLst/>
                <a:gdLst>
                  <a:gd name="T0" fmla="*/ 136 w 246"/>
                  <a:gd name="T1" fmla="*/ 0 h 228"/>
                  <a:gd name="T2" fmla="*/ 239 w 246"/>
                  <a:gd name="T3" fmla="*/ 47 h 228"/>
                  <a:gd name="T4" fmla="*/ 246 w 246"/>
                  <a:gd name="T5" fmla="*/ 92 h 228"/>
                  <a:gd name="T6" fmla="*/ 110 w 246"/>
                  <a:gd name="T7" fmla="*/ 228 h 228"/>
                  <a:gd name="T8" fmla="*/ 8 w 246"/>
                  <a:gd name="T9" fmla="*/ 181 h 228"/>
                  <a:gd name="T10" fmla="*/ 0 w 246"/>
                  <a:gd name="T11" fmla="*/ 136 h 228"/>
                  <a:gd name="T12" fmla="*/ 136 w 246"/>
                  <a:gd name="T1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6" h="228">
                    <a:moveTo>
                      <a:pt x="136" y="0"/>
                    </a:moveTo>
                    <a:cubicBezTo>
                      <a:pt x="177" y="0"/>
                      <a:pt x="214" y="18"/>
                      <a:pt x="239" y="47"/>
                    </a:cubicBezTo>
                    <a:cubicBezTo>
                      <a:pt x="244" y="61"/>
                      <a:pt x="246" y="76"/>
                      <a:pt x="246" y="92"/>
                    </a:cubicBezTo>
                    <a:cubicBezTo>
                      <a:pt x="246" y="168"/>
                      <a:pt x="186" y="228"/>
                      <a:pt x="110" y="228"/>
                    </a:cubicBezTo>
                    <a:cubicBezTo>
                      <a:pt x="69" y="228"/>
                      <a:pt x="32" y="210"/>
                      <a:pt x="8" y="181"/>
                    </a:cubicBezTo>
                    <a:cubicBezTo>
                      <a:pt x="3" y="167"/>
                      <a:pt x="0" y="152"/>
                      <a:pt x="0" y="136"/>
                    </a:cubicBezTo>
                    <a:cubicBezTo>
                      <a:pt x="0" y="61"/>
                      <a:pt x="61" y="0"/>
                      <a:pt x="136" y="0"/>
                    </a:cubicBezTo>
                    <a:close/>
                  </a:path>
                </a:pathLst>
              </a:custGeom>
              <a:solidFill>
                <a:srgbClr val="57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91">
                <a:extLst>
                  <a:ext uri="{FF2B5EF4-FFF2-40B4-BE49-F238E27FC236}">
                    <a16:creationId xmlns:a16="http://schemas.microsoft.com/office/drawing/2014/main" id="{3DBAAC2D-32E3-4159-B557-0BA6BFA1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651" y="3389313"/>
                <a:ext cx="409575" cy="269875"/>
              </a:xfrm>
              <a:custGeom>
                <a:avLst/>
                <a:gdLst>
                  <a:gd name="T0" fmla="*/ 113 w 191"/>
                  <a:gd name="T1" fmla="*/ 0 h 125"/>
                  <a:gd name="T2" fmla="*/ 191 w 191"/>
                  <a:gd name="T3" fmla="*/ 31 h 125"/>
                  <a:gd name="T4" fmla="*/ 132 w 191"/>
                  <a:gd name="T5" fmla="*/ 18 h 125"/>
                  <a:gd name="T6" fmla="*/ 0 w 191"/>
                  <a:gd name="T7" fmla="*/ 125 h 125"/>
                  <a:gd name="T8" fmla="*/ 0 w 191"/>
                  <a:gd name="T9" fmla="*/ 114 h 125"/>
                  <a:gd name="T10" fmla="*/ 113 w 191"/>
                  <a:gd name="T1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1" h="125">
                    <a:moveTo>
                      <a:pt x="113" y="0"/>
                    </a:moveTo>
                    <a:cubicBezTo>
                      <a:pt x="143" y="0"/>
                      <a:pt x="170" y="12"/>
                      <a:pt x="191" y="31"/>
                    </a:cubicBezTo>
                    <a:cubicBezTo>
                      <a:pt x="173" y="23"/>
                      <a:pt x="153" y="18"/>
                      <a:pt x="132" y="18"/>
                    </a:cubicBezTo>
                    <a:cubicBezTo>
                      <a:pt x="67" y="18"/>
                      <a:pt x="13" y="64"/>
                      <a:pt x="0" y="125"/>
                    </a:cubicBezTo>
                    <a:cubicBezTo>
                      <a:pt x="0" y="121"/>
                      <a:pt x="0" y="118"/>
                      <a:pt x="0" y="114"/>
                    </a:cubicBezTo>
                    <a:cubicBezTo>
                      <a:pt x="0" y="51"/>
                      <a:pt x="51" y="0"/>
                      <a:pt x="113" y="0"/>
                    </a:cubicBezTo>
                    <a:close/>
                  </a:path>
                </a:pathLst>
              </a:custGeom>
              <a:solidFill>
                <a:srgbClr val="A4A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92">
                <a:extLst>
                  <a:ext uri="{FF2B5EF4-FFF2-40B4-BE49-F238E27FC236}">
                    <a16:creationId xmlns:a16="http://schemas.microsoft.com/office/drawing/2014/main" id="{B7BDF28E-737B-4D96-BA12-644C07F1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126" y="5589588"/>
                <a:ext cx="331788" cy="334963"/>
              </a:xfrm>
              <a:custGeom>
                <a:avLst/>
                <a:gdLst>
                  <a:gd name="T0" fmla="*/ 150 w 154"/>
                  <a:gd name="T1" fmla="*/ 10 h 156"/>
                  <a:gd name="T2" fmla="*/ 4 w 154"/>
                  <a:gd name="T3" fmla="*/ 1 h 156"/>
                  <a:gd name="T4" fmla="*/ 9 w 154"/>
                  <a:gd name="T5" fmla="*/ 152 h 156"/>
                  <a:gd name="T6" fmla="*/ 116 w 154"/>
                  <a:gd name="T7" fmla="*/ 156 h 156"/>
                  <a:gd name="T8" fmla="*/ 150 w 154"/>
                  <a:gd name="T9" fmla="*/ 1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56">
                    <a:moveTo>
                      <a:pt x="150" y="10"/>
                    </a:moveTo>
                    <a:cubicBezTo>
                      <a:pt x="154" y="11"/>
                      <a:pt x="8" y="0"/>
                      <a:pt x="4" y="1"/>
                    </a:cubicBezTo>
                    <a:cubicBezTo>
                      <a:pt x="0" y="1"/>
                      <a:pt x="9" y="152"/>
                      <a:pt x="9" y="152"/>
                    </a:cubicBezTo>
                    <a:cubicBezTo>
                      <a:pt x="116" y="156"/>
                      <a:pt x="116" y="156"/>
                      <a:pt x="116" y="156"/>
                    </a:cubicBezTo>
                    <a:lnTo>
                      <a:pt x="150" y="10"/>
                    </a:ln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93">
                <a:extLst>
                  <a:ext uri="{FF2B5EF4-FFF2-40B4-BE49-F238E27FC236}">
                    <a16:creationId xmlns:a16="http://schemas.microsoft.com/office/drawing/2014/main" id="{F9342FE4-7F56-46EA-A2F0-BA73A9DE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539" y="5589588"/>
                <a:ext cx="333375" cy="320675"/>
              </a:xfrm>
              <a:custGeom>
                <a:avLst/>
                <a:gdLst>
                  <a:gd name="T0" fmla="*/ 151 w 155"/>
                  <a:gd name="T1" fmla="*/ 10 h 150"/>
                  <a:gd name="T2" fmla="*/ 4 w 155"/>
                  <a:gd name="T3" fmla="*/ 0 h 150"/>
                  <a:gd name="T4" fmla="*/ 10 w 155"/>
                  <a:gd name="T5" fmla="*/ 150 h 150"/>
                  <a:gd name="T6" fmla="*/ 33 w 155"/>
                  <a:gd name="T7" fmla="*/ 138 h 150"/>
                  <a:gd name="T8" fmla="*/ 28 w 155"/>
                  <a:gd name="T9" fmla="*/ 21 h 150"/>
                  <a:gd name="T10" fmla="*/ 149 w 155"/>
                  <a:gd name="T11" fmla="*/ 16 h 150"/>
                  <a:gd name="T12" fmla="*/ 151 w 155"/>
                  <a:gd name="T13" fmla="*/ 1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150">
                    <a:moveTo>
                      <a:pt x="151" y="10"/>
                    </a:moveTo>
                    <a:cubicBezTo>
                      <a:pt x="155" y="11"/>
                      <a:pt x="8" y="0"/>
                      <a:pt x="4" y="0"/>
                    </a:cubicBezTo>
                    <a:cubicBezTo>
                      <a:pt x="0" y="1"/>
                      <a:pt x="9" y="130"/>
                      <a:pt x="10" y="150"/>
                    </a:cubicBezTo>
                    <a:cubicBezTo>
                      <a:pt x="17" y="146"/>
                      <a:pt x="33" y="138"/>
                      <a:pt x="33" y="138"/>
                    </a:cubicBezTo>
                    <a:cubicBezTo>
                      <a:pt x="33" y="138"/>
                      <a:pt x="26" y="29"/>
                      <a:pt x="28" y="21"/>
                    </a:cubicBezTo>
                    <a:cubicBezTo>
                      <a:pt x="30" y="14"/>
                      <a:pt x="124" y="16"/>
                      <a:pt x="149" y="16"/>
                    </a:cubicBezTo>
                    <a:lnTo>
                      <a:pt x="151" y="10"/>
                    </a:ln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94">
                <a:extLst>
                  <a:ext uri="{FF2B5EF4-FFF2-40B4-BE49-F238E27FC236}">
                    <a16:creationId xmlns:a16="http://schemas.microsoft.com/office/drawing/2014/main" id="{9E5A618C-F71B-4F37-96A9-671B010EB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914" y="5859463"/>
                <a:ext cx="347663" cy="206375"/>
              </a:xfrm>
              <a:custGeom>
                <a:avLst/>
                <a:gdLst>
                  <a:gd name="T0" fmla="*/ 81 w 162"/>
                  <a:gd name="T1" fmla="*/ 0 h 96"/>
                  <a:gd name="T2" fmla="*/ 162 w 162"/>
                  <a:gd name="T3" fmla="*/ 69 h 96"/>
                  <a:gd name="T4" fmla="*/ 162 w 162"/>
                  <a:gd name="T5" fmla="*/ 77 h 96"/>
                  <a:gd name="T6" fmla="*/ 1 w 162"/>
                  <a:gd name="T7" fmla="*/ 77 h 96"/>
                  <a:gd name="T8" fmla="*/ 0 w 162"/>
                  <a:gd name="T9" fmla="*/ 69 h 96"/>
                  <a:gd name="T10" fmla="*/ 81 w 162"/>
                  <a:gd name="T1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2" h="96">
                    <a:moveTo>
                      <a:pt x="81" y="0"/>
                    </a:moveTo>
                    <a:cubicBezTo>
                      <a:pt x="126" y="0"/>
                      <a:pt x="162" y="31"/>
                      <a:pt x="162" y="69"/>
                    </a:cubicBezTo>
                    <a:cubicBezTo>
                      <a:pt x="162" y="72"/>
                      <a:pt x="162" y="75"/>
                      <a:pt x="162" y="77"/>
                    </a:cubicBezTo>
                    <a:cubicBezTo>
                      <a:pt x="155" y="94"/>
                      <a:pt x="8" y="96"/>
                      <a:pt x="1" y="77"/>
                    </a:cubicBezTo>
                    <a:cubicBezTo>
                      <a:pt x="0" y="75"/>
                      <a:pt x="0" y="72"/>
                      <a:pt x="0" y="69"/>
                    </a:cubicBezTo>
                    <a:cubicBezTo>
                      <a:pt x="0" y="31"/>
                      <a:pt x="37" y="0"/>
                      <a:pt x="81" y="0"/>
                    </a:cubicBezTo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95">
                <a:extLst>
                  <a:ext uri="{FF2B5EF4-FFF2-40B4-BE49-F238E27FC236}">
                    <a16:creationId xmlns:a16="http://schemas.microsoft.com/office/drawing/2014/main" id="{E3F05D21-72FB-4D37-B9CC-744AA9B76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914" y="5859463"/>
                <a:ext cx="279400" cy="177800"/>
              </a:xfrm>
              <a:custGeom>
                <a:avLst/>
                <a:gdLst>
                  <a:gd name="T0" fmla="*/ 89 w 130"/>
                  <a:gd name="T1" fmla="*/ 4 h 83"/>
                  <a:gd name="T2" fmla="*/ 26 w 130"/>
                  <a:gd name="T3" fmla="*/ 30 h 83"/>
                  <a:gd name="T4" fmla="*/ 9 w 130"/>
                  <a:gd name="T5" fmla="*/ 83 h 83"/>
                  <a:gd name="T6" fmla="*/ 1 w 130"/>
                  <a:gd name="T7" fmla="*/ 77 h 83"/>
                  <a:gd name="T8" fmla="*/ 0 w 130"/>
                  <a:gd name="T9" fmla="*/ 69 h 83"/>
                  <a:gd name="T10" fmla="*/ 23 w 130"/>
                  <a:gd name="T11" fmla="*/ 22 h 83"/>
                  <a:gd name="T12" fmla="*/ 81 w 130"/>
                  <a:gd name="T13" fmla="*/ 0 h 83"/>
                  <a:gd name="T14" fmla="*/ 130 w 130"/>
                  <a:gd name="T15" fmla="*/ 14 h 83"/>
                  <a:gd name="T16" fmla="*/ 89 w 130"/>
                  <a:gd name="T17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83">
                    <a:moveTo>
                      <a:pt x="89" y="4"/>
                    </a:moveTo>
                    <a:cubicBezTo>
                      <a:pt x="64" y="4"/>
                      <a:pt x="41" y="14"/>
                      <a:pt x="26" y="30"/>
                    </a:cubicBezTo>
                    <a:cubicBezTo>
                      <a:pt x="19" y="38"/>
                      <a:pt x="2" y="75"/>
                      <a:pt x="9" y="83"/>
                    </a:cubicBezTo>
                    <a:cubicBezTo>
                      <a:pt x="4" y="82"/>
                      <a:pt x="2" y="79"/>
                      <a:pt x="1" y="77"/>
                    </a:cubicBezTo>
                    <a:cubicBezTo>
                      <a:pt x="0" y="75"/>
                      <a:pt x="0" y="72"/>
                      <a:pt x="0" y="69"/>
                    </a:cubicBezTo>
                    <a:cubicBezTo>
                      <a:pt x="0" y="51"/>
                      <a:pt x="9" y="34"/>
                      <a:pt x="23" y="22"/>
                    </a:cubicBezTo>
                    <a:cubicBezTo>
                      <a:pt x="37" y="8"/>
                      <a:pt x="58" y="0"/>
                      <a:pt x="81" y="0"/>
                    </a:cubicBezTo>
                    <a:cubicBezTo>
                      <a:pt x="99" y="0"/>
                      <a:pt x="116" y="5"/>
                      <a:pt x="130" y="14"/>
                    </a:cubicBezTo>
                    <a:cubicBezTo>
                      <a:pt x="118" y="8"/>
                      <a:pt x="104" y="4"/>
                      <a:pt x="89" y="4"/>
                    </a:cubicBez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96">
                <a:extLst>
                  <a:ext uri="{FF2B5EF4-FFF2-40B4-BE49-F238E27FC236}">
                    <a16:creationId xmlns:a16="http://schemas.microsoft.com/office/drawing/2014/main" id="{8C8A7046-046F-412E-89DD-EA1EA4CC6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626" y="5591175"/>
                <a:ext cx="331788" cy="330200"/>
              </a:xfrm>
              <a:custGeom>
                <a:avLst/>
                <a:gdLst>
                  <a:gd name="T0" fmla="*/ 4 w 154"/>
                  <a:gd name="T1" fmla="*/ 10 h 154"/>
                  <a:gd name="T2" fmla="*/ 150 w 154"/>
                  <a:gd name="T3" fmla="*/ 1 h 154"/>
                  <a:gd name="T4" fmla="*/ 145 w 154"/>
                  <a:gd name="T5" fmla="*/ 151 h 154"/>
                  <a:gd name="T6" fmla="*/ 38 w 154"/>
                  <a:gd name="T7" fmla="*/ 154 h 154"/>
                  <a:gd name="T8" fmla="*/ 4 w 154"/>
                  <a:gd name="T9" fmla="*/ 1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54">
                    <a:moveTo>
                      <a:pt x="4" y="10"/>
                    </a:moveTo>
                    <a:cubicBezTo>
                      <a:pt x="0" y="11"/>
                      <a:pt x="146" y="0"/>
                      <a:pt x="150" y="1"/>
                    </a:cubicBezTo>
                    <a:cubicBezTo>
                      <a:pt x="154" y="1"/>
                      <a:pt x="145" y="151"/>
                      <a:pt x="145" y="151"/>
                    </a:cubicBezTo>
                    <a:cubicBezTo>
                      <a:pt x="38" y="154"/>
                      <a:pt x="38" y="154"/>
                      <a:pt x="38" y="154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97">
                <a:extLst>
                  <a:ext uri="{FF2B5EF4-FFF2-40B4-BE49-F238E27FC236}">
                    <a16:creationId xmlns:a16="http://schemas.microsoft.com/office/drawing/2014/main" id="{FD77BD37-A895-4F95-AB3F-28A9C813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626" y="5591175"/>
                <a:ext cx="331788" cy="317500"/>
              </a:xfrm>
              <a:custGeom>
                <a:avLst/>
                <a:gdLst>
                  <a:gd name="T0" fmla="*/ 4 w 154"/>
                  <a:gd name="T1" fmla="*/ 10 h 148"/>
                  <a:gd name="T2" fmla="*/ 150 w 154"/>
                  <a:gd name="T3" fmla="*/ 1 h 148"/>
                  <a:gd name="T4" fmla="*/ 145 w 154"/>
                  <a:gd name="T5" fmla="*/ 148 h 148"/>
                  <a:gd name="T6" fmla="*/ 122 w 154"/>
                  <a:gd name="T7" fmla="*/ 137 h 148"/>
                  <a:gd name="T8" fmla="*/ 127 w 154"/>
                  <a:gd name="T9" fmla="*/ 21 h 148"/>
                  <a:gd name="T10" fmla="*/ 5 w 154"/>
                  <a:gd name="T11" fmla="*/ 16 h 148"/>
                  <a:gd name="T12" fmla="*/ 4 w 154"/>
                  <a:gd name="T13" fmla="*/ 1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4" h="148">
                    <a:moveTo>
                      <a:pt x="4" y="10"/>
                    </a:moveTo>
                    <a:cubicBezTo>
                      <a:pt x="0" y="11"/>
                      <a:pt x="146" y="0"/>
                      <a:pt x="150" y="1"/>
                    </a:cubicBezTo>
                    <a:cubicBezTo>
                      <a:pt x="154" y="1"/>
                      <a:pt x="146" y="128"/>
                      <a:pt x="145" y="148"/>
                    </a:cubicBezTo>
                    <a:cubicBezTo>
                      <a:pt x="138" y="145"/>
                      <a:pt x="122" y="137"/>
                      <a:pt x="122" y="137"/>
                    </a:cubicBezTo>
                    <a:cubicBezTo>
                      <a:pt x="122" y="137"/>
                      <a:pt x="129" y="28"/>
                      <a:pt x="127" y="21"/>
                    </a:cubicBezTo>
                    <a:cubicBezTo>
                      <a:pt x="125" y="14"/>
                      <a:pt x="31" y="16"/>
                      <a:pt x="5" y="16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98">
                <a:extLst>
                  <a:ext uri="{FF2B5EF4-FFF2-40B4-BE49-F238E27FC236}">
                    <a16:creationId xmlns:a16="http://schemas.microsoft.com/office/drawing/2014/main" id="{B31ECEEB-6DCE-4AC8-A91F-A5CE5D8D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789" y="5857875"/>
                <a:ext cx="350838" cy="207963"/>
              </a:xfrm>
              <a:custGeom>
                <a:avLst/>
                <a:gdLst>
                  <a:gd name="T0" fmla="*/ 81 w 163"/>
                  <a:gd name="T1" fmla="*/ 0 h 97"/>
                  <a:gd name="T2" fmla="*/ 0 w 163"/>
                  <a:gd name="T3" fmla="*/ 70 h 97"/>
                  <a:gd name="T4" fmla="*/ 1 w 163"/>
                  <a:gd name="T5" fmla="*/ 78 h 97"/>
                  <a:gd name="T6" fmla="*/ 162 w 163"/>
                  <a:gd name="T7" fmla="*/ 78 h 97"/>
                  <a:gd name="T8" fmla="*/ 163 w 163"/>
                  <a:gd name="T9" fmla="*/ 70 h 97"/>
                  <a:gd name="T10" fmla="*/ 81 w 163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3" h="97">
                    <a:moveTo>
                      <a:pt x="81" y="0"/>
                    </a:moveTo>
                    <a:cubicBezTo>
                      <a:pt x="37" y="0"/>
                      <a:pt x="0" y="31"/>
                      <a:pt x="0" y="70"/>
                    </a:cubicBezTo>
                    <a:cubicBezTo>
                      <a:pt x="0" y="72"/>
                      <a:pt x="1" y="75"/>
                      <a:pt x="1" y="78"/>
                    </a:cubicBezTo>
                    <a:cubicBezTo>
                      <a:pt x="8" y="94"/>
                      <a:pt x="155" y="97"/>
                      <a:pt x="162" y="78"/>
                    </a:cubicBezTo>
                    <a:cubicBezTo>
                      <a:pt x="162" y="75"/>
                      <a:pt x="163" y="72"/>
                      <a:pt x="163" y="70"/>
                    </a:cubicBezTo>
                    <a:cubicBezTo>
                      <a:pt x="163" y="31"/>
                      <a:pt x="126" y="0"/>
                      <a:pt x="81" y="0"/>
                    </a:cubicBezTo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99">
                <a:extLst>
                  <a:ext uri="{FF2B5EF4-FFF2-40B4-BE49-F238E27FC236}">
                    <a16:creationId xmlns:a16="http://schemas.microsoft.com/office/drawing/2014/main" id="{6821807D-4640-4746-89E3-C84B7F2C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6" y="5857875"/>
                <a:ext cx="279400" cy="179388"/>
              </a:xfrm>
              <a:custGeom>
                <a:avLst/>
                <a:gdLst>
                  <a:gd name="T0" fmla="*/ 41 w 130"/>
                  <a:gd name="T1" fmla="*/ 5 h 84"/>
                  <a:gd name="T2" fmla="*/ 103 w 130"/>
                  <a:gd name="T3" fmla="*/ 30 h 84"/>
                  <a:gd name="T4" fmla="*/ 121 w 130"/>
                  <a:gd name="T5" fmla="*/ 84 h 84"/>
                  <a:gd name="T6" fmla="*/ 129 w 130"/>
                  <a:gd name="T7" fmla="*/ 78 h 84"/>
                  <a:gd name="T8" fmla="*/ 130 w 130"/>
                  <a:gd name="T9" fmla="*/ 70 h 84"/>
                  <a:gd name="T10" fmla="*/ 107 w 130"/>
                  <a:gd name="T11" fmla="*/ 22 h 84"/>
                  <a:gd name="T12" fmla="*/ 48 w 130"/>
                  <a:gd name="T13" fmla="*/ 0 h 84"/>
                  <a:gd name="T14" fmla="*/ 0 w 130"/>
                  <a:gd name="T15" fmla="*/ 14 h 84"/>
                  <a:gd name="T16" fmla="*/ 41 w 130"/>
                  <a:gd name="T17" fmla="*/ 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84">
                    <a:moveTo>
                      <a:pt x="41" y="5"/>
                    </a:moveTo>
                    <a:cubicBezTo>
                      <a:pt x="66" y="5"/>
                      <a:pt x="89" y="15"/>
                      <a:pt x="103" y="30"/>
                    </a:cubicBezTo>
                    <a:cubicBezTo>
                      <a:pt x="111" y="38"/>
                      <a:pt x="128" y="75"/>
                      <a:pt x="121" y="84"/>
                    </a:cubicBezTo>
                    <a:cubicBezTo>
                      <a:pt x="125" y="82"/>
                      <a:pt x="128" y="80"/>
                      <a:pt x="129" y="78"/>
                    </a:cubicBezTo>
                    <a:cubicBezTo>
                      <a:pt x="129" y="75"/>
                      <a:pt x="130" y="72"/>
                      <a:pt x="130" y="70"/>
                    </a:cubicBezTo>
                    <a:cubicBezTo>
                      <a:pt x="130" y="51"/>
                      <a:pt x="121" y="34"/>
                      <a:pt x="107" y="22"/>
                    </a:cubicBezTo>
                    <a:cubicBezTo>
                      <a:pt x="92" y="9"/>
                      <a:pt x="72" y="0"/>
                      <a:pt x="48" y="0"/>
                    </a:cubicBezTo>
                    <a:cubicBezTo>
                      <a:pt x="30" y="0"/>
                      <a:pt x="14" y="5"/>
                      <a:pt x="0" y="14"/>
                    </a:cubicBezTo>
                    <a:cubicBezTo>
                      <a:pt x="12" y="8"/>
                      <a:pt x="26" y="5"/>
                      <a:pt x="41" y="5"/>
                    </a:cubicBez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100">
                <a:extLst>
                  <a:ext uri="{FF2B5EF4-FFF2-40B4-BE49-F238E27FC236}">
                    <a16:creationId xmlns:a16="http://schemas.microsoft.com/office/drawing/2014/main" id="{EBC460E4-87E7-4040-996B-9BE45953C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014" y="3959225"/>
                <a:ext cx="365125" cy="654050"/>
              </a:xfrm>
              <a:custGeom>
                <a:avLst/>
                <a:gdLst>
                  <a:gd name="T0" fmla="*/ 130 w 170"/>
                  <a:gd name="T1" fmla="*/ 0 h 305"/>
                  <a:gd name="T2" fmla="*/ 5 w 170"/>
                  <a:gd name="T3" fmla="*/ 143 h 305"/>
                  <a:gd name="T4" fmla="*/ 32 w 170"/>
                  <a:gd name="T5" fmla="*/ 289 h 305"/>
                  <a:gd name="T6" fmla="*/ 136 w 170"/>
                  <a:gd name="T7" fmla="*/ 203 h 305"/>
                  <a:gd name="T8" fmla="*/ 130 w 170"/>
                  <a:gd name="T9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305">
                    <a:moveTo>
                      <a:pt x="130" y="0"/>
                    </a:moveTo>
                    <a:cubicBezTo>
                      <a:pt x="80" y="13"/>
                      <a:pt x="13" y="84"/>
                      <a:pt x="5" y="143"/>
                    </a:cubicBezTo>
                    <a:cubicBezTo>
                      <a:pt x="0" y="178"/>
                      <a:pt x="8" y="305"/>
                      <a:pt x="32" y="289"/>
                    </a:cubicBezTo>
                    <a:cubicBezTo>
                      <a:pt x="42" y="282"/>
                      <a:pt x="112" y="226"/>
                      <a:pt x="136" y="203"/>
                    </a:cubicBezTo>
                    <a:cubicBezTo>
                      <a:pt x="153" y="175"/>
                      <a:pt x="170" y="60"/>
                      <a:pt x="130" y="0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01">
                <a:extLst>
                  <a:ext uri="{FF2B5EF4-FFF2-40B4-BE49-F238E27FC236}">
                    <a16:creationId xmlns:a16="http://schemas.microsoft.com/office/drawing/2014/main" id="{15C4DFE4-E627-4949-81C5-B44B3378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364" y="3959225"/>
                <a:ext cx="288925" cy="479425"/>
              </a:xfrm>
              <a:custGeom>
                <a:avLst/>
                <a:gdLst>
                  <a:gd name="T0" fmla="*/ 127 w 135"/>
                  <a:gd name="T1" fmla="*/ 0 h 223"/>
                  <a:gd name="T2" fmla="*/ 2 w 135"/>
                  <a:gd name="T3" fmla="*/ 143 h 223"/>
                  <a:gd name="T4" fmla="*/ 0 w 135"/>
                  <a:gd name="T5" fmla="*/ 178 h 223"/>
                  <a:gd name="T6" fmla="*/ 15 w 135"/>
                  <a:gd name="T7" fmla="*/ 223 h 223"/>
                  <a:gd name="T8" fmla="*/ 13 w 135"/>
                  <a:gd name="T9" fmla="*/ 140 h 223"/>
                  <a:gd name="T10" fmla="*/ 63 w 135"/>
                  <a:gd name="T11" fmla="*/ 57 h 223"/>
                  <a:gd name="T12" fmla="*/ 135 w 135"/>
                  <a:gd name="T13" fmla="*/ 15 h 223"/>
                  <a:gd name="T14" fmla="*/ 127 w 135"/>
                  <a:gd name="T15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" h="223">
                    <a:moveTo>
                      <a:pt x="127" y="0"/>
                    </a:moveTo>
                    <a:cubicBezTo>
                      <a:pt x="77" y="13"/>
                      <a:pt x="10" y="84"/>
                      <a:pt x="2" y="143"/>
                    </a:cubicBezTo>
                    <a:cubicBezTo>
                      <a:pt x="1" y="151"/>
                      <a:pt x="0" y="163"/>
                      <a:pt x="0" y="178"/>
                    </a:cubicBezTo>
                    <a:cubicBezTo>
                      <a:pt x="4" y="190"/>
                      <a:pt x="8" y="205"/>
                      <a:pt x="15" y="223"/>
                    </a:cubicBezTo>
                    <a:cubicBezTo>
                      <a:pt x="15" y="223"/>
                      <a:pt x="7" y="158"/>
                      <a:pt x="13" y="140"/>
                    </a:cubicBezTo>
                    <a:cubicBezTo>
                      <a:pt x="18" y="123"/>
                      <a:pt x="35" y="83"/>
                      <a:pt x="63" y="57"/>
                    </a:cubicBezTo>
                    <a:cubicBezTo>
                      <a:pt x="81" y="41"/>
                      <a:pt x="114" y="25"/>
                      <a:pt x="135" y="15"/>
                    </a:cubicBezTo>
                    <a:cubicBezTo>
                      <a:pt x="133" y="9"/>
                      <a:pt x="130" y="4"/>
                      <a:pt x="127" y="0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102">
                <a:extLst>
                  <a:ext uri="{FF2B5EF4-FFF2-40B4-BE49-F238E27FC236}">
                    <a16:creationId xmlns:a16="http://schemas.microsoft.com/office/drawing/2014/main" id="{08DDB458-0EE7-452B-AB18-50A1CC05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4" y="4165600"/>
                <a:ext cx="214313" cy="311150"/>
              </a:xfrm>
              <a:custGeom>
                <a:avLst/>
                <a:gdLst>
                  <a:gd name="T0" fmla="*/ 10 w 100"/>
                  <a:gd name="T1" fmla="*/ 0 h 145"/>
                  <a:gd name="T2" fmla="*/ 0 w 100"/>
                  <a:gd name="T3" fmla="*/ 20 h 145"/>
                  <a:gd name="T4" fmla="*/ 80 w 100"/>
                  <a:gd name="T5" fmla="*/ 145 h 145"/>
                  <a:gd name="T6" fmla="*/ 100 w 100"/>
                  <a:gd name="T7" fmla="*/ 128 h 145"/>
                  <a:gd name="T8" fmla="*/ 10 w 100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145">
                    <a:moveTo>
                      <a:pt x="10" y="0"/>
                    </a:moveTo>
                    <a:cubicBezTo>
                      <a:pt x="6" y="7"/>
                      <a:pt x="3" y="13"/>
                      <a:pt x="0" y="20"/>
                    </a:cubicBezTo>
                    <a:cubicBezTo>
                      <a:pt x="80" y="145"/>
                      <a:pt x="80" y="145"/>
                      <a:pt x="80" y="145"/>
                    </a:cubicBezTo>
                    <a:cubicBezTo>
                      <a:pt x="87" y="139"/>
                      <a:pt x="94" y="134"/>
                      <a:pt x="100" y="128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45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103">
                <a:extLst>
                  <a:ext uri="{FF2B5EF4-FFF2-40B4-BE49-F238E27FC236}">
                    <a16:creationId xmlns:a16="http://schemas.microsoft.com/office/drawing/2014/main" id="{66F40EC3-2DC6-4573-8683-A30606F4A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4" y="4165600"/>
                <a:ext cx="38100" cy="68263"/>
              </a:xfrm>
              <a:custGeom>
                <a:avLst/>
                <a:gdLst>
                  <a:gd name="T0" fmla="*/ 10 w 18"/>
                  <a:gd name="T1" fmla="*/ 0 h 32"/>
                  <a:gd name="T2" fmla="*/ 0 w 18"/>
                  <a:gd name="T3" fmla="*/ 20 h 32"/>
                  <a:gd name="T4" fmla="*/ 8 w 18"/>
                  <a:gd name="T5" fmla="*/ 32 h 32"/>
                  <a:gd name="T6" fmla="*/ 8 w 18"/>
                  <a:gd name="T7" fmla="*/ 32 h 32"/>
                  <a:gd name="T8" fmla="*/ 18 w 18"/>
                  <a:gd name="T9" fmla="*/ 11 h 32"/>
                  <a:gd name="T10" fmla="*/ 10 w 18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2">
                    <a:moveTo>
                      <a:pt x="10" y="0"/>
                    </a:moveTo>
                    <a:cubicBezTo>
                      <a:pt x="6" y="7"/>
                      <a:pt x="3" y="13"/>
                      <a:pt x="0" y="20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17" y="12"/>
                      <a:pt x="18" y="11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95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04">
                <a:extLst>
                  <a:ext uri="{FF2B5EF4-FFF2-40B4-BE49-F238E27FC236}">
                    <a16:creationId xmlns:a16="http://schemas.microsoft.com/office/drawing/2014/main" id="{A614A80A-44E4-4E46-A6B8-29443D8AB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6" y="4125913"/>
                <a:ext cx="465138" cy="487363"/>
              </a:xfrm>
              <a:custGeom>
                <a:avLst/>
                <a:gdLst>
                  <a:gd name="T0" fmla="*/ 151 w 217"/>
                  <a:gd name="T1" fmla="*/ 211 h 227"/>
                  <a:gd name="T2" fmla="*/ 80 w 217"/>
                  <a:gd name="T3" fmla="*/ 224 h 227"/>
                  <a:gd name="T4" fmla="*/ 15 w 217"/>
                  <a:gd name="T5" fmla="*/ 96 h 227"/>
                  <a:gd name="T6" fmla="*/ 77 w 217"/>
                  <a:gd name="T7" fmla="*/ 7 h 227"/>
                  <a:gd name="T8" fmla="*/ 151 w 217"/>
                  <a:gd name="T9" fmla="*/ 21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7" h="227">
                    <a:moveTo>
                      <a:pt x="151" y="211"/>
                    </a:moveTo>
                    <a:cubicBezTo>
                      <a:pt x="135" y="226"/>
                      <a:pt x="109" y="227"/>
                      <a:pt x="80" y="224"/>
                    </a:cubicBezTo>
                    <a:cubicBezTo>
                      <a:pt x="51" y="220"/>
                      <a:pt x="19" y="109"/>
                      <a:pt x="15" y="96"/>
                    </a:cubicBezTo>
                    <a:cubicBezTo>
                      <a:pt x="0" y="48"/>
                      <a:pt x="26" y="30"/>
                      <a:pt x="77" y="7"/>
                    </a:cubicBezTo>
                    <a:cubicBezTo>
                      <a:pt x="93" y="0"/>
                      <a:pt x="217" y="148"/>
                      <a:pt x="151" y="211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105">
                <a:extLst>
                  <a:ext uri="{FF2B5EF4-FFF2-40B4-BE49-F238E27FC236}">
                    <a16:creationId xmlns:a16="http://schemas.microsoft.com/office/drawing/2014/main" id="{3ACD3456-482F-46A2-8F49-3D315293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251" y="4140200"/>
                <a:ext cx="169863" cy="298450"/>
              </a:xfrm>
              <a:custGeom>
                <a:avLst/>
                <a:gdLst>
                  <a:gd name="T0" fmla="*/ 20 w 79"/>
                  <a:gd name="T1" fmla="*/ 1 h 139"/>
                  <a:gd name="T2" fmla="*/ 76 w 79"/>
                  <a:gd name="T3" fmla="*/ 60 h 139"/>
                  <a:gd name="T4" fmla="*/ 79 w 79"/>
                  <a:gd name="T5" fmla="*/ 139 h 139"/>
                  <a:gd name="T6" fmla="*/ 0 w 79"/>
                  <a:gd name="T7" fmla="*/ 15 h 139"/>
                  <a:gd name="T8" fmla="*/ 20 w 79"/>
                  <a:gd name="T9" fmla="*/ 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39">
                    <a:moveTo>
                      <a:pt x="20" y="1"/>
                    </a:moveTo>
                    <a:cubicBezTo>
                      <a:pt x="28" y="0"/>
                      <a:pt x="54" y="26"/>
                      <a:pt x="76" y="60"/>
                    </a:cubicBezTo>
                    <a:cubicBezTo>
                      <a:pt x="72" y="81"/>
                      <a:pt x="79" y="139"/>
                      <a:pt x="79" y="139"/>
                    </a:cubicBezTo>
                    <a:cubicBezTo>
                      <a:pt x="52" y="66"/>
                      <a:pt x="63" y="48"/>
                      <a:pt x="0" y="15"/>
                    </a:cubicBezTo>
                    <a:cubicBezTo>
                      <a:pt x="0" y="15"/>
                      <a:pt x="8" y="7"/>
                      <a:pt x="20" y="1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106">
                <a:extLst>
                  <a:ext uri="{FF2B5EF4-FFF2-40B4-BE49-F238E27FC236}">
                    <a16:creationId xmlns:a16="http://schemas.microsoft.com/office/drawing/2014/main" id="{86ACDDC3-1FD0-4C5C-8369-981299A9F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451" y="3860800"/>
                <a:ext cx="252413" cy="504825"/>
              </a:xfrm>
              <a:custGeom>
                <a:avLst/>
                <a:gdLst>
                  <a:gd name="T0" fmla="*/ 49 w 118"/>
                  <a:gd name="T1" fmla="*/ 94 h 235"/>
                  <a:gd name="T2" fmla="*/ 59 w 118"/>
                  <a:gd name="T3" fmla="*/ 93 h 235"/>
                  <a:gd name="T4" fmla="*/ 111 w 118"/>
                  <a:gd name="T5" fmla="*/ 22 h 235"/>
                  <a:gd name="T6" fmla="*/ 104 w 118"/>
                  <a:gd name="T7" fmla="*/ 120 h 235"/>
                  <a:gd name="T8" fmla="*/ 110 w 118"/>
                  <a:gd name="T9" fmla="*/ 147 h 235"/>
                  <a:gd name="T10" fmla="*/ 81 w 118"/>
                  <a:gd name="T11" fmla="*/ 231 h 235"/>
                  <a:gd name="T12" fmla="*/ 4 w 118"/>
                  <a:gd name="T13" fmla="*/ 159 h 235"/>
                  <a:gd name="T14" fmla="*/ 49 w 118"/>
                  <a:gd name="T15" fmla="*/ 94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235">
                    <a:moveTo>
                      <a:pt x="49" y="94"/>
                    </a:moveTo>
                    <a:cubicBezTo>
                      <a:pt x="69" y="92"/>
                      <a:pt x="56" y="93"/>
                      <a:pt x="59" y="93"/>
                    </a:cubicBezTo>
                    <a:cubicBezTo>
                      <a:pt x="59" y="0"/>
                      <a:pt x="112" y="14"/>
                      <a:pt x="111" y="22"/>
                    </a:cubicBezTo>
                    <a:cubicBezTo>
                      <a:pt x="103" y="62"/>
                      <a:pt x="105" y="112"/>
                      <a:pt x="104" y="120"/>
                    </a:cubicBezTo>
                    <a:cubicBezTo>
                      <a:pt x="107" y="128"/>
                      <a:pt x="109" y="137"/>
                      <a:pt x="110" y="147"/>
                    </a:cubicBezTo>
                    <a:cubicBezTo>
                      <a:pt x="115" y="191"/>
                      <a:pt x="118" y="226"/>
                      <a:pt x="81" y="231"/>
                    </a:cubicBezTo>
                    <a:cubicBezTo>
                      <a:pt x="43" y="235"/>
                      <a:pt x="9" y="203"/>
                      <a:pt x="4" y="159"/>
                    </a:cubicBezTo>
                    <a:cubicBezTo>
                      <a:pt x="0" y="115"/>
                      <a:pt x="29" y="96"/>
                      <a:pt x="49" y="94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07">
                <a:extLst>
                  <a:ext uri="{FF2B5EF4-FFF2-40B4-BE49-F238E27FC236}">
                    <a16:creationId xmlns:a16="http://schemas.microsoft.com/office/drawing/2014/main" id="{ABAAB530-0A4E-4CD0-AB37-DB7623425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714" y="3860800"/>
                <a:ext cx="182563" cy="493713"/>
              </a:xfrm>
              <a:custGeom>
                <a:avLst/>
                <a:gdLst>
                  <a:gd name="T0" fmla="*/ 17 w 85"/>
                  <a:gd name="T1" fmla="*/ 94 h 230"/>
                  <a:gd name="T2" fmla="*/ 27 w 85"/>
                  <a:gd name="T3" fmla="*/ 93 h 230"/>
                  <a:gd name="T4" fmla="*/ 79 w 85"/>
                  <a:gd name="T5" fmla="*/ 22 h 230"/>
                  <a:gd name="T6" fmla="*/ 72 w 85"/>
                  <a:gd name="T7" fmla="*/ 120 h 230"/>
                  <a:gd name="T8" fmla="*/ 78 w 85"/>
                  <a:gd name="T9" fmla="*/ 147 h 230"/>
                  <a:gd name="T10" fmla="*/ 54 w 85"/>
                  <a:gd name="T11" fmla="*/ 230 h 230"/>
                  <a:gd name="T12" fmla="*/ 55 w 85"/>
                  <a:gd name="T13" fmla="*/ 226 h 230"/>
                  <a:gd name="T14" fmla="*/ 75 w 85"/>
                  <a:gd name="T15" fmla="*/ 200 h 230"/>
                  <a:gd name="T16" fmla="*/ 70 w 85"/>
                  <a:gd name="T17" fmla="*/ 131 h 230"/>
                  <a:gd name="T18" fmla="*/ 68 w 85"/>
                  <a:gd name="T19" fmla="*/ 71 h 230"/>
                  <a:gd name="T20" fmla="*/ 71 w 85"/>
                  <a:gd name="T21" fmla="*/ 22 h 230"/>
                  <a:gd name="T22" fmla="*/ 44 w 85"/>
                  <a:gd name="T23" fmla="*/ 85 h 230"/>
                  <a:gd name="T24" fmla="*/ 53 w 85"/>
                  <a:gd name="T25" fmla="*/ 107 h 230"/>
                  <a:gd name="T26" fmla="*/ 17 w 85"/>
                  <a:gd name="T27" fmla="*/ 94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230">
                    <a:moveTo>
                      <a:pt x="17" y="94"/>
                    </a:moveTo>
                    <a:cubicBezTo>
                      <a:pt x="37" y="92"/>
                      <a:pt x="24" y="93"/>
                      <a:pt x="27" y="93"/>
                    </a:cubicBezTo>
                    <a:cubicBezTo>
                      <a:pt x="27" y="0"/>
                      <a:pt x="80" y="14"/>
                      <a:pt x="79" y="22"/>
                    </a:cubicBezTo>
                    <a:cubicBezTo>
                      <a:pt x="71" y="62"/>
                      <a:pt x="73" y="112"/>
                      <a:pt x="72" y="120"/>
                    </a:cubicBezTo>
                    <a:cubicBezTo>
                      <a:pt x="75" y="128"/>
                      <a:pt x="77" y="137"/>
                      <a:pt x="78" y="147"/>
                    </a:cubicBezTo>
                    <a:cubicBezTo>
                      <a:pt x="83" y="189"/>
                      <a:pt x="85" y="223"/>
                      <a:pt x="54" y="230"/>
                    </a:cubicBezTo>
                    <a:cubicBezTo>
                      <a:pt x="55" y="228"/>
                      <a:pt x="55" y="226"/>
                      <a:pt x="55" y="226"/>
                    </a:cubicBezTo>
                    <a:cubicBezTo>
                      <a:pt x="57" y="225"/>
                      <a:pt x="71" y="216"/>
                      <a:pt x="75" y="200"/>
                    </a:cubicBezTo>
                    <a:cubicBezTo>
                      <a:pt x="79" y="183"/>
                      <a:pt x="72" y="140"/>
                      <a:pt x="70" y="131"/>
                    </a:cubicBezTo>
                    <a:cubicBezTo>
                      <a:pt x="68" y="123"/>
                      <a:pt x="66" y="91"/>
                      <a:pt x="68" y="71"/>
                    </a:cubicBezTo>
                    <a:cubicBezTo>
                      <a:pt x="71" y="51"/>
                      <a:pt x="75" y="23"/>
                      <a:pt x="71" y="22"/>
                    </a:cubicBezTo>
                    <a:cubicBezTo>
                      <a:pt x="58" y="16"/>
                      <a:pt x="28" y="63"/>
                      <a:pt x="44" y="85"/>
                    </a:cubicBezTo>
                    <a:cubicBezTo>
                      <a:pt x="49" y="92"/>
                      <a:pt x="56" y="100"/>
                      <a:pt x="53" y="107"/>
                    </a:cubicBezTo>
                    <a:cubicBezTo>
                      <a:pt x="42" y="138"/>
                      <a:pt x="0" y="96"/>
                      <a:pt x="17" y="9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108">
                <a:extLst>
                  <a:ext uri="{FF2B5EF4-FFF2-40B4-BE49-F238E27FC236}">
                    <a16:creationId xmlns:a16="http://schemas.microsoft.com/office/drawing/2014/main" id="{B921E025-448B-4B5F-8556-2153C597B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214" y="4086225"/>
                <a:ext cx="222250" cy="279400"/>
              </a:xfrm>
              <a:custGeom>
                <a:avLst/>
                <a:gdLst>
                  <a:gd name="T0" fmla="*/ 104 w 104"/>
                  <a:gd name="T1" fmla="*/ 111 h 130"/>
                  <a:gd name="T2" fmla="*/ 79 w 104"/>
                  <a:gd name="T3" fmla="*/ 126 h 130"/>
                  <a:gd name="T4" fmla="*/ 2 w 104"/>
                  <a:gd name="T5" fmla="*/ 54 h 130"/>
                  <a:gd name="T6" fmla="*/ 10 w 104"/>
                  <a:gd name="T7" fmla="*/ 0 h 130"/>
                  <a:gd name="T8" fmla="*/ 10 w 104"/>
                  <a:gd name="T9" fmla="*/ 3 h 130"/>
                  <a:gd name="T10" fmla="*/ 33 w 104"/>
                  <a:gd name="T11" fmla="*/ 94 h 130"/>
                  <a:gd name="T12" fmla="*/ 41 w 104"/>
                  <a:gd name="T13" fmla="*/ 105 h 130"/>
                  <a:gd name="T14" fmla="*/ 34 w 104"/>
                  <a:gd name="T15" fmla="*/ 66 h 130"/>
                  <a:gd name="T16" fmla="*/ 35 w 104"/>
                  <a:gd name="T17" fmla="*/ 31 h 130"/>
                  <a:gd name="T18" fmla="*/ 76 w 104"/>
                  <a:gd name="T19" fmla="*/ 13 h 130"/>
                  <a:gd name="T20" fmla="*/ 85 w 104"/>
                  <a:gd name="T21" fmla="*/ 20 h 130"/>
                  <a:gd name="T22" fmla="*/ 89 w 104"/>
                  <a:gd name="T23" fmla="*/ 43 h 130"/>
                  <a:gd name="T24" fmla="*/ 92 w 104"/>
                  <a:gd name="T25" fmla="*/ 51 h 130"/>
                  <a:gd name="T26" fmla="*/ 90 w 104"/>
                  <a:gd name="T27" fmla="*/ 79 h 130"/>
                  <a:gd name="T28" fmla="*/ 95 w 104"/>
                  <a:gd name="T29" fmla="*/ 100 h 130"/>
                  <a:gd name="T30" fmla="*/ 82 w 104"/>
                  <a:gd name="T31" fmla="*/ 113 h 130"/>
                  <a:gd name="T32" fmla="*/ 61 w 104"/>
                  <a:gd name="T33" fmla="*/ 117 h 130"/>
                  <a:gd name="T34" fmla="*/ 72 w 104"/>
                  <a:gd name="T35" fmla="*/ 119 h 130"/>
                  <a:gd name="T36" fmla="*/ 104 w 104"/>
                  <a:gd name="T37" fmla="*/ 11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4" h="130">
                    <a:moveTo>
                      <a:pt x="104" y="111"/>
                    </a:moveTo>
                    <a:cubicBezTo>
                      <a:pt x="99" y="119"/>
                      <a:pt x="91" y="124"/>
                      <a:pt x="79" y="126"/>
                    </a:cubicBezTo>
                    <a:cubicBezTo>
                      <a:pt x="41" y="130"/>
                      <a:pt x="7" y="98"/>
                      <a:pt x="2" y="54"/>
                    </a:cubicBezTo>
                    <a:cubicBezTo>
                      <a:pt x="0" y="31"/>
                      <a:pt x="2" y="13"/>
                      <a:pt x="10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23" y="78"/>
                      <a:pt x="33" y="94"/>
                    </a:cubicBezTo>
                    <a:cubicBezTo>
                      <a:pt x="35" y="98"/>
                      <a:pt x="38" y="102"/>
                      <a:pt x="41" y="105"/>
                    </a:cubicBezTo>
                    <a:cubicBezTo>
                      <a:pt x="39" y="96"/>
                      <a:pt x="38" y="80"/>
                      <a:pt x="34" y="66"/>
                    </a:cubicBezTo>
                    <a:cubicBezTo>
                      <a:pt x="30" y="48"/>
                      <a:pt x="33" y="42"/>
                      <a:pt x="35" y="31"/>
                    </a:cubicBezTo>
                    <a:cubicBezTo>
                      <a:pt x="37" y="20"/>
                      <a:pt x="73" y="12"/>
                      <a:pt x="76" y="13"/>
                    </a:cubicBezTo>
                    <a:cubicBezTo>
                      <a:pt x="80" y="13"/>
                      <a:pt x="83" y="16"/>
                      <a:pt x="85" y="20"/>
                    </a:cubicBezTo>
                    <a:cubicBezTo>
                      <a:pt x="88" y="25"/>
                      <a:pt x="89" y="43"/>
                      <a:pt x="89" y="43"/>
                    </a:cubicBezTo>
                    <a:cubicBezTo>
                      <a:pt x="89" y="43"/>
                      <a:pt x="89" y="45"/>
                      <a:pt x="92" y="51"/>
                    </a:cubicBezTo>
                    <a:cubicBezTo>
                      <a:pt x="94" y="57"/>
                      <a:pt x="90" y="78"/>
                      <a:pt x="90" y="79"/>
                    </a:cubicBezTo>
                    <a:cubicBezTo>
                      <a:pt x="90" y="79"/>
                      <a:pt x="97" y="92"/>
                      <a:pt x="95" y="100"/>
                    </a:cubicBezTo>
                    <a:cubicBezTo>
                      <a:pt x="92" y="107"/>
                      <a:pt x="86" y="111"/>
                      <a:pt x="82" y="113"/>
                    </a:cubicBezTo>
                    <a:cubicBezTo>
                      <a:pt x="79" y="114"/>
                      <a:pt x="68" y="115"/>
                      <a:pt x="61" y="117"/>
                    </a:cubicBezTo>
                    <a:cubicBezTo>
                      <a:pt x="65" y="118"/>
                      <a:pt x="68" y="119"/>
                      <a:pt x="72" y="119"/>
                    </a:cubicBezTo>
                    <a:cubicBezTo>
                      <a:pt x="81" y="120"/>
                      <a:pt x="97" y="115"/>
                      <a:pt x="104" y="1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109">
                <a:extLst>
                  <a:ext uri="{FF2B5EF4-FFF2-40B4-BE49-F238E27FC236}">
                    <a16:creationId xmlns:a16="http://schemas.microsoft.com/office/drawing/2014/main" id="{D7FA4B26-A51E-4C75-8482-376DA441D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926" y="4113213"/>
                <a:ext cx="203200" cy="88900"/>
              </a:xfrm>
              <a:custGeom>
                <a:avLst/>
                <a:gdLst>
                  <a:gd name="T0" fmla="*/ 18 w 94"/>
                  <a:gd name="T1" fmla="*/ 4 h 41"/>
                  <a:gd name="T2" fmla="*/ 75 w 94"/>
                  <a:gd name="T3" fmla="*/ 1 h 41"/>
                  <a:gd name="T4" fmla="*/ 94 w 94"/>
                  <a:gd name="T5" fmla="*/ 18 h 41"/>
                  <a:gd name="T6" fmla="*/ 77 w 94"/>
                  <a:gd name="T7" fmla="*/ 37 h 41"/>
                  <a:gd name="T8" fmla="*/ 20 w 94"/>
                  <a:gd name="T9" fmla="*/ 41 h 41"/>
                  <a:gd name="T10" fmla="*/ 1 w 94"/>
                  <a:gd name="T11" fmla="*/ 24 h 41"/>
                  <a:gd name="T12" fmla="*/ 18 w 94"/>
                  <a:gd name="T13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41">
                    <a:moveTo>
                      <a:pt x="18" y="4"/>
                    </a:moveTo>
                    <a:cubicBezTo>
                      <a:pt x="75" y="1"/>
                      <a:pt x="75" y="1"/>
                      <a:pt x="75" y="1"/>
                    </a:cubicBezTo>
                    <a:cubicBezTo>
                      <a:pt x="85" y="0"/>
                      <a:pt x="93" y="8"/>
                      <a:pt x="94" y="18"/>
                    </a:cubicBezTo>
                    <a:cubicBezTo>
                      <a:pt x="94" y="28"/>
                      <a:pt x="87" y="37"/>
                      <a:pt x="77" y="37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0" y="41"/>
                      <a:pt x="1" y="34"/>
                      <a:pt x="1" y="24"/>
                    </a:cubicBezTo>
                    <a:cubicBezTo>
                      <a:pt x="0" y="14"/>
                      <a:pt x="8" y="5"/>
                      <a:pt x="18" y="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110">
                <a:extLst>
                  <a:ext uri="{FF2B5EF4-FFF2-40B4-BE49-F238E27FC236}">
                    <a16:creationId xmlns:a16="http://schemas.microsoft.com/office/drawing/2014/main" id="{1476EB61-F2F4-4903-8BAD-66BBC0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276" y="4119563"/>
                <a:ext cx="192088" cy="76200"/>
              </a:xfrm>
              <a:custGeom>
                <a:avLst/>
                <a:gdLst>
                  <a:gd name="T0" fmla="*/ 15 w 89"/>
                  <a:gd name="T1" fmla="*/ 4 h 35"/>
                  <a:gd name="T2" fmla="*/ 72 w 89"/>
                  <a:gd name="T3" fmla="*/ 1 h 35"/>
                  <a:gd name="T4" fmla="*/ 88 w 89"/>
                  <a:gd name="T5" fmla="*/ 15 h 35"/>
                  <a:gd name="T6" fmla="*/ 74 w 89"/>
                  <a:gd name="T7" fmla="*/ 31 h 35"/>
                  <a:gd name="T8" fmla="*/ 17 w 89"/>
                  <a:gd name="T9" fmla="*/ 35 h 35"/>
                  <a:gd name="T10" fmla="*/ 0 w 89"/>
                  <a:gd name="T11" fmla="*/ 20 h 35"/>
                  <a:gd name="T12" fmla="*/ 0 w 89"/>
                  <a:gd name="T13" fmla="*/ 20 h 35"/>
                  <a:gd name="T14" fmla="*/ 15 w 89"/>
                  <a:gd name="T1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35">
                    <a:moveTo>
                      <a:pt x="15" y="4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80" y="0"/>
                      <a:pt x="87" y="7"/>
                      <a:pt x="88" y="15"/>
                    </a:cubicBezTo>
                    <a:cubicBezTo>
                      <a:pt x="89" y="24"/>
                      <a:pt x="82" y="31"/>
                      <a:pt x="74" y="31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8" y="35"/>
                      <a:pt x="1" y="2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2"/>
                      <a:pt x="6" y="5"/>
                      <a:pt x="15" y="4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111">
                <a:extLst>
                  <a:ext uri="{FF2B5EF4-FFF2-40B4-BE49-F238E27FC236}">
                    <a16:creationId xmlns:a16="http://schemas.microsoft.com/office/drawing/2014/main" id="{1319D801-2041-4640-9491-837DA6A04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276" y="4184650"/>
                <a:ext cx="203200" cy="80963"/>
              </a:xfrm>
              <a:custGeom>
                <a:avLst/>
                <a:gdLst>
                  <a:gd name="T0" fmla="*/ 18 w 94"/>
                  <a:gd name="T1" fmla="*/ 2 h 38"/>
                  <a:gd name="T2" fmla="*/ 75 w 94"/>
                  <a:gd name="T3" fmla="*/ 0 h 38"/>
                  <a:gd name="T4" fmla="*/ 94 w 94"/>
                  <a:gd name="T5" fmla="*/ 18 h 38"/>
                  <a:gd name="T6" fmla="*/ 76 w 94"/>
                  <a:gd name="T7" fmla="*/ 37 h 38"/>
                  <a:gd name="T8" fmla="*/ 19 w 94"/>
                  <a:gd name="T9" fmla="*/ 38 h 38"/>
                  <a:gd name="T10" fmla="*/ 1 w 94"/>
                  <a:gd name="T11" fmla="*/ 20 h 38"/>
                  <a:gd name="T12" fmla="*/ 1 w 94"/>
                  <a:gd name="T13" fmla="*/ 20 h 38"/>
                  <a:gd name="T14" fmla="*/ 18 w 94"/>
                  <a:gd name="T15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8">
                    <a:moveTo>
                      <a:pt x="18" y="2"/>
                    </a:moveTo>
                    <a:cubicBezTo>
                      <a:pt x="75" y="0"/>
                      <a:pt x="75" y="0"/>
                      <a:pt x="75" y="0"/>
                    </a:cubicBezTo>
                    <a:cubicBezTo>
                      <a:pt x="85" y="0"/>
                      <a:pt x="94" y="8"/>
                      <a:pt x="94" y="18"/>
                    </a:cubicBezTo>
                    <a:cubicBezTo>
                      <a:pt x="94" y="28"/>
                      <a:pt x="86" y="36"/>
                      <a:pt x="76" y="37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9" y="38"/>
                      <a:pt x="1" y="3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0"/>
                      <a:pt x="8" y="2"/>
                      <a:pt x="18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2">
                <a:extLst>
                  <a:ext uri="{FF2B5EF4-FFF2-40B4-BE49-F238E27FC236}">
                    <a16:creationId xmlns:a16="http://schemas.microsoft.com/office/drawing/2014/main" id="{6E3A7696-AA6F-4913-9CAC-0F66587B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214" y="4191000"/>
                <a:ext cx="188913" cy="68263"/>
              </a:xfrm>
              <a:custGeom>
                <a:avLst/>
                <a:gdLst>
                  <a:gd name="T0" fmla="*/ 15 w 88"/>
                  <a:gd name="T1" fmla="*/ 1 h 32"/>
                  <a:gd name="T2" fmla="*/ 72 w 88"/>
                  <a:gd name="T3" fmla="*/ 0 h 32"/>
                  <a:gd name="T4" fmla="*/ 88 w 88"/>
                  <a:gd name="T5" fmla="*/ 15 h 32"/>
                  <a:gd name="T6" fmla="*/ 73 w 88"/>
                  <a:gd name="T7" fmla="*/ 31 h 32"/>
                  <a:gd name="T8" fmla="*/ 16 w 88"/>
                  <a:gd name="T9" fmla="*/ 32 h 32"/>
                  <a:gd name="T10" fmla="*/ 0 w 88"/>
                  <a:gd name="T11" fmla="*/ 17 h 32"/>
                  <a:gd name="T12" fmla="*/ 0 w 88"/>
                  <a:gd name="T13" fmla="*/ 17 h 32"/>
                  <a:gd name="T14" fmla="*/ 15 w 88"/>
                  <a:gd name="T15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8" h="32">
                    <a:moveTo>
                      <a:pt x="15" y="1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81" y="0"/>
                      <a:pt x="88" y="7"/>
                      <a:pt x="88" y="15"/>
                    </a:cubicBezTo>
                    <a:cubicBezTo>
                      <a:pt x="88" y="24"/>
                      <a:pt x="82" y="31"/>
                      <a:pt x="73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8" y="32"/>
                      <a:pt x="1" y="2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9"/>
                      <a:pt x="7" y="2"/>
                      <a:pt x="15" y="1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3">
                <a:extLst>
                  <a:ext uri="{FF2B5EF4-FFF2-40B4-BE49-F238E27FC236}">
                    <a16:creationId xmlns:a16="http://schemas.microsoft.com/office/drawing/2014/main" id="{7A42D9F2-6B82-4D42-82D6-6A7FBF03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439" y="4257675"/>
                <a:ext cx="180975" cy="77788"/>
              </a:xfrm>
              <a:custGeom>
                <a:avLst/>
                <a:gdLst>
                  <a:gd name="T0" fmla="*/ 16 w 84"/>
                  <a:gd name="T1" fmla="*/ 3 h 36"/>
                  <a:gd name="T2" fmla="*/ 67 w 84"/>
                  <a:gd name="T3" fmla="*/ 1 h 36"/>
                  <a:gd name="T4" fmla="*/ 84 w 84"/>
                  <a:gd name="T5" fmla="*/ 16 h 36"/>
                  <a:gd name="T6" fmla="*/ 69 w 84"/>
                  <a:gd name="T7" fmla="*/ 33 h 36"/>
                  <a:gd name="T8" fmla="*/ 18 w 84"/>
                  <a:gd name="T9" fmla="*/ 36 h 36"/>
                  <a:gd name="T10" fmla="*/ 1 w 84"/>
                  <a:gd name="T11" fmla="*/ 20 h 36"/>
                  <a:gd name="T12" fmla="*/ 16 w 84"/>
                  <a:gd name="T13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36">
                    <a:moveTo>
                      <a:pt x="16" y="3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76" y="0"/>
                      <a:pt x="84" y="7"/>
                      <a:pt x="84" y="16"/>
                    </a:cubicBezTo>
                    <a:cubicBezTo>
                      <a:pt x="84" y="25"/>
                      <a:pt x="77" y="33"/>
                      <a:pt x="69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9" y="36"/>
                      <a:pt x="1" y="29"/>
                      <a:pt x="1" y="20"/>
                    </a:cubicBezTo>
                    <a:cubicBezTo>
                      <a:pt x="0" y="11"/>
                      <a:pt x="7" y="4"/>
                      <a:pt x="1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4">
                <a:extLst>
                  <a:ext uri="{FF2B5EF4-FFF2-40B4-BE49-F238E27FC236}">
                    <a16:creationId xmlns:a16="http://schemas.microsoft.com/office/drawing/2014/main" id="{C747B97C-78C4-47AB-A31B-3618881F8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9" y="4264025"/>
                <a:ext cx="169863" cy="65088"/>
              </a:xfrm>
              <a:custGeom>
                <a:avLst/>
                <a:gdLst>
                  <a:gd name="T0" fmla="*/ 13 w 79"/>
                  <a:gd name="T1" fmla="*/ 3 h 30"/>
                  <a:gd name="T2" fmla="*/ 64 w 79"/>
                  <a:gd name="T3" fmla="*/ 0 h 30"/>
                  <a:gd name="T4" fmla="*/ 78 w 79"/>
                  <a:gd name="T5" fmla="*/ 13 h 30"/>
                  <a:gd name="T6" fmla="*/ 65 w 79"/>
                  <a:gd name="T7" fmla="*/ 28 h 30"/>
                  <a:gd name="T8" fmla="*/ 15 w 79"/>
                  <a:gd name="T9" fmla="*/ 30 h 30"/>
                  <a:gd name="T10" fmla="*/ 0 w 79"/>
                  <a:gd name="T11" fmla="*/ 17 h 30"/>
                  <a:gd name="T12" fmla="*/ 0 w 79"/>
                  <a:gd name="T13" fmla="*/ 17 h 30"/>
                  <a:gd name="T14" fmla="*/ 13 w 79"/>
                  <a:gd name="T1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0">
                    <a:moveTo>
                      <a:pt x="13" y="3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72" y="0"/>
                      <a:pt x="78" y="6"/>
                      <a:pt x="78" y="13"/>
                    </a:cubicBezTo>
                    <a:cubicBezTo>
                      <a:pt x="79" y="21"/>
                      <a:pt x="73" y="27"/>
                      <a:pt x="65" y="28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7" y="30"/>
                      <a:pt x="0" y="2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9"/>
                      <a:pt x="6" y="3"/>
                      <a:pt x="13" y="3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5">
                <a:extLst>
                  <a:ext uri="{FF2B5EF4-FFF2-40B4-BE49-F238E27FC236}">
                    <a16:creationId xmlns:a16="http://schemas.microsoft.com/office/drawing/2014/main" id="{3267F6E7-DBA9-4D27-A0AD-58775938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276" y="4051300"/>
                <a:ext cx="198438" cy="79375"/>
              </a:xfrm>
              <a:custGeom>
                <a:avLst/>
                <a:gdLst>
                  <a:gd name="T0" fmla="*/ 19 w 92"/>
                  <a:gd name="T1" fmla="*/ 0 h 37"/>
                  <a:gd name="T2" fmla="*/ 75 w 92"/>
                  <a:gd name="T3" fmla="*/ 1 h 37"/>
                  <a:gd name="T4" fmla="*/ 92 w 92"/>
                  <a:gd name="T5" fmla="*/ 20 h 37"/>
                  <a:gd name="T6" fmla="*/ 92 w 92"/>
                  <a:gd name="T7" fmla="*/ 20 h 37"/>
                  <a:gd name="T8" fmla="*/ 74 w 92"/>
                  <a:gd name="T9" fmla="*/ 37 h 37"/>
                  <a:gd name="T10" fmla="*/ 18 w 92"/>
                  <a:gd name="T11" fmla="*/ 36 h 37"/>
                  <a:gd name="T12" fmla="*/ 0 w 92"/>
                  <a:gd name="T13" fmla="*/ 18 h 37"/>
                  <a:gd name="T14" fmla="*/ 19 w 92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7">
                    <a:moveTo>
                      <a:pt x="19" y="0"/>
                    </a:moveTo>
                    <a:cubicBezTo>
                      <a:pt x="75" y="1"/>
                      <a:pt x="75" y="1"/>
                      <a:pt x="75" y="1"/>
                    </a:cubicBezTo>
                    <a:cubicBezTo>
                      <a:pt x="85" y="2"/>
                      <a:pt x="92" y="10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2" y="29"/>
                      <a:pt x="84" y="37"/>
                      <a:pt x="74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8" y="36"/>
                      <a:pt x="0" y="28"/>
                      <a:pt x="0" y="18"/>
                    </a:cubicBezTo>
                    <a:cubicBezTo>
                      <a:pt x="1" y="8"/>
                      <a:pt x="9" y="0"/>
                      <a:pt x="1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6">
                <a:extLst>
                  <a:ext uri="{FF2B5EF4-FFF2-40B4-BE49-F238E27FC236}">
                    <a16:creationId xmlns:a16="http://schemas.microsoft.com/office/drawing/2014/main" id="{CC13727F-A6A7-431C-BBF6-86DCF1045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214" y="4057650"/>
                <a:ext cx="185738" cy="68263"/>
              </a:xfrm>
              <a:custGeom>
                <a:avLst/>
                <a:gdLst>
                  <a:gd name="T0" fmla="*/ 16 w 87"/>
                  <a:gd name="T1" fmla="*/ 0 h 32"/>
                  <a:gd name="T2" fmla="*/ 72 w 87"/>
                  <a:gd name="T3" fmla="*/ 1 h 32"/>
                  <a:gd name="T4" fmla="*/ 87 w 87"/>
                  <a:gd name="T5" fmla="*/ 17 h 32"/>
                  <a:gd name="T6" fmla="*/ 87 w 87"/>
                  <a:gd name="T7" fmla="*/ 17 h 32"/>
                  <a:gd name="T8" fmla="*/ 71 w 87"/>
                  <a:gd name="T9" fmla="*/ 31 h 32"/>
                  <a:gd name="T10" fmla="*/ 15 w 87"/>
                  <a:gd name="T11" fmla="*/ 30 h 32"/>
                  <a:gd name="T12" fmla="*/ 0 w 87"/>
                  <a:gd name="T13" fmla="*/ 15 h 32"/>
                  <a:gd name="T14" fmla="*/ 0 w 87"/>
                  <a:gd name="T15" fmla="*/ 15 h 32"/>
                  <a:gd name="T16" fmla="*/ 16 w 87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32">
                    <a:moveTo>
                      <a:pt x="16" y="0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80" y="1"/>
                      <a:pt x="87" y="8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25"/>
                      <a:pt x="79" y="32"/>
                      <a:pt x="71" y="3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7" y="30"/>
                      <a:pt x="0" y="2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7">
                <a:extLst>
                  <a:ext uri="{FF2B5EF4-FFF2-40B4-BE49-F238E27FC236}">
                    <a16:creationId xmlns:a16="http://schemas.microsoft.com/office/drawing/2014/main" id="{62C15FF7-5A25-436F-9047-A32A166DA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076" y="4130675"/>
                <a:ext cx="541338" cy="549275"/>
              </a:xfrm>
              <a:custGeom>
                <a:avLst/>
                <a:gdLst>
                  <a:gd name="T0" fmla="*/ 40 w 252"/>
                  <a:gd name="T1" fmla="*/ 0 h 256"/>
                  <a:gd name="T2" fmla="*/ 212 w 252"/>
                  <a:gd name="T3" fmla="*/ 0 h 256"/>
                  <a:gd name="T4" fmla="*/ 252 w 252"/>
                  <a:gd name="T5" fmla="*/ 40 h 256"/>
                  <a:gd name="T6" fmla="*/ 252 w 252"/>
                  <a:gd name="T7" fmla="*/ 216 h 256"/>
                  <a:gd name="T8" fmla="*/ 212 w 252"/>
                  <a:gd name="T9" fmla="*/ 256 h 256"/>
                  <a:gd name="T10" fmla="*/ 40 w 252"/>
                  <a:gd name="T11" fmla="*/ 256 h 256"/>
                  <a:gd name="T12" fmla="*/ 0 w 252"/>
                  <a:gd name="T13" fmla="*/ 216 h 256"/>
                  <a:gd name="T14" fmla="*/ 0 w 252"/>
                  <a:gd name="T15" fmla="*/ 40 h 256"/>
                  <a:gd name="T16" fmla="*/ 40 w 252"/>
                  <a:gd name="T1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2" h="256">
                    <a:moveTo>
                      <a:pt x="40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34" y="0"/>
                      <a:pt x="252" y="18"/>
                      <a:pt x="252" y="40"/>
                    </a:cubicBezTo>
                    <a:cubicBezTo>
                      <a:pt x="252" y="216"/>
                      <a:pt x="252" y="216"/>
                      <a:pt x="252" y="216"/>
                    </a:cubicBezTo>
                    <a:cubicBezTo>
                      <a:pt x="252" y="238"/>
                      <a:pt x="234" y="256"/>
                      <a:pt x="212" y="256"/>
                    </a:cubicBezTo>
                    <a:cubicBezTo>
                      <a:pt x="40" y="256"/>
                      <a:pt x="40" y="256"/>
                      <a:pt x="40" y="256"/>
                    </a:cubicBezTo>
                    <a:cubicBezTo>
                      <a:pt x="18" y="256"/>
                      <a:pt x="0" y="238"/>
                      <a:pt x="0" y="21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8"/>
                      <a:pt x="18" y="0"/>
                      <a:pt x="40" y="0"/>
                    </a:cubicBezTo>
                    <a:close/>
                  </a:path>
                </a:pathLst>
              </a:custGeom>
              <a:solidFill>
                <a:srgbClr val="BDB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>
                <a:extLst>
                  <a:ext uri="{FF2B5EF4-FFF2-40B4-BE49-F238E27FC236}">
                    <a16:creationId xmlns:a16="http://schemas.microsoft.com/office/drawing/2014/main" id="{D2F29BDC-391C-4966-BA9C-DA330F1D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189" y="4140200"/>
                <a:ext cx="519113" cy="519113"/>
              </a:xfrm>
              <a:custGeom>
                <a:avLst/>
                <a:gdLst>
                  <a:gd name="T0" fmla="*/ 29 w 242"/>
                  <a:gd name="T1" fmla="*/ 0 h 242"/>
                  <a:gd name="T2" fmla="*/ 202 w 242"/>
                  <a:gd name="T3" fmla="*/ 0 h 242"/>
                  <a:gd name="T4" fmla="*/ 242 w 242"/>
                  <a:gd name="T5" fmla="*/ 40 h 242"/>
                  <a:gd name="T6" fmla="*/ 242 w 242"/>
                  <a:gd name="T7" fmla="*/ 216 h 242"/>
                  <a:gd name="T8" fmla="*/ 237 w 242"/>
                  <a:gd name="T9" fmla="*/ 234 h 242"/>
                  <a:gd name="T10" fmla="*/ 213 w 242"/>
                  <a:gd name="T11" fmla="*/ 242 h 242"/>
                  <a:gd name="T12" fmla="*/ 40 w 242"/>
                  <a:gd name="T13" fmla="*/ 242 h 242"/>
                  <a:gd name="T14" fmla="*/ 0 w 242"/>
                  <a:gd name="T15" fmla="*/ 202 h 242"/>
                  <a:gd name="T16" fmla="*/ 0 w 242"/>
                  <a:gd name="T17" fmla="*/ 27 h 242"/>
                  <a:gd name="T18" fmla="*/ 5 w 242"/>
                  <a:gd name="T19" fmla="*/ 9 h 242"/>
                  <a:gd name="T20" fmla="*/ 29 w 242"/>
                  <a:gd name="T21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2" h="242">
                    <a:moveTo>
                      <a:pt x="29" y="0"/>
                    </a:moveTo>
                    <a:cubicBezTo>
                      <a:pt x="202" y="0"/>
                      <a:pt x="202" y="0"/>
                      <a:pt x="202" y="0"/>
                    </a:cubicBezTo>
                    <a:cubicBezTo>
                      <a:pt x="224" y="0"/>
                      <a:pt x="242" y="18"/>
                      <a:pt x="242" y="40"/>
                    </a:cubicBezTo>
                    <a:cubicBezTo>
                      <a:pt x="242" y="216"/>
                      <a:pt x="242" y="216"/>
                      <a:pt x="242" y="216"/>
                    </a:cubicBezTo>
                    <a:cubicBezTo>
                      <a:pt x="242" y="222"/>
                      <a:pt x="240" y="228"/>
                      <a:pt x="237" y="234"/>
                    </a:cubicBezTo>
                    <a:cubicBezTo>
                      <a:pt x="231" y="239"/>
                      <a:pt x="222" y="242"/>
                      <a:pt x="213" y="242"/>
                    </a:cubicBezTo>
                    <a:cubicBezTo>
                      <a:pt x="40" y="242"/>
                      <a:pt x="40" y="242"/>
                      <a:pt x="40" y="242"/>
                    </a:cubicBezTo>
                    <a:cubicBezTo>
                      <a:pt x="18" y="242"/>
                      <a:pt x="0" y="224"/>
                      <a:pt x="0" y="20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0"/>
                      <a:pt x="2" y="14"/>
                      <a:pt x="5" y="9"/>
                    </a:cubicBezTo>
                    <a:cubicBezTo>
                      <a:pt x="12" y="3"/>
                      <a:pt x="20" y="0"/>
                      <a:pt x="29" y="0"/>
                    </a:cubicBez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>
                <a:extLst>
                  <a:ext uri="{FF2B5EF4-FFF2-40B4-BE49-F238E27FC236}">
                    <a16:creationId xmlns:a16="http://schemas.microsoft.com/office/drawing/2014/main" id="{5E597048-D46D-4B7C-8C2A-9347C39B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4" y="3952875"/>
                <a:ext cx="620713" cy="654050"/>
              </a:xfrm>
              <a:custGeom>
                <a:avLst/>
                <a:gdLst>
                  <a:gd name="T0" fmla="*/ 40 w 289"/>
                  <a:gd name="T1" fmla="*/ 0 h 305"/>
                  <a:gd name="T2" fmla="*/ 163 w 289"/>
                  <a:gd name="T3" fmla="*/ 132 h 305"/>
                  <a:gd name="T4" fmla="*/ 212 w 289"/>
                  <a:gd name="T5" fmla="*/ 86 h 305"/>
                  <a:gd name="T6" fmla="*/ 274 w 289"/>
                  <a:gd name="T7" fmla="*/ 175 h 305"/>
                  <a:gd name="T8" fmla="*/ 209 w 289"/>
                  <a:gd name="T9" fmla="*/ 302 h 305"/>
                  <a:gd name="T10" fmla="*/ 138 w 289"/>
                  <a:gd name="T11" fmla="*/ 289 h 305"/>
                  <a:gd name="T12" fmla="*/ 34 w 289"/>
                  <a:gd name="T13" fmla="*/ 204 h 305"/>
                  <a:gd name="T14" fmla="*/ 40 w 289"/>
                  <a:gd name="T15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9" h="305">
                    <a:moveTo>
                      <a:pt x="40" y="0"/>
                    </a:moveTo>
                    <a:cubicBezTo>
                      <a:pt x="87" y="12"/>
                      <a:pt x="148" y="76"/>
                      <a:pt x="163" y="132"/>
                    </a:cubicBezTo>
                    <a:cubicBezTo>
                      <a:pt x="184" y="103"/>
                      <a:pt x="206" y="83"/>
                      <a:pt x="212" y="86"/>
                    </a:cubicBezTo>
                    <a:cubicBezTo>
                      <a:pt x="263" y="109"/>
                      <a:pt x="289" y="127"/>
                      <a:pt x="274" y="175"/>
                    </a:cubicBezTo>
                    <a:cubicBezTo>
                      <a:pt x="270" y="187"/>
                      <a:pt x="238" y="299"/>
                      <a:pt x="209" y="302"/>
                    </a:cubicBezTo>
                    <a:cubicBezTo>
                      <a:pt x="180" y="305"/>
                      <a:pt x="154" y="304"/>
                      <a:pt x="138" y="289"/>
                    </a:cubicBezTo>
                    <a:cubicBezTo>
                      <a:pt x="128" y="282"/>
                      <a:pt x="58" y="226"/>
                      <a:pt x="34" y="204"/>
                    </a:cubicBezTo>
                    <a:cubicBezTo>
                      <a:pt x="17" y="175"/>
                      <a:pt x="0" y="60"/>
                      <a:pt x="40" y="0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20">
                <a:extLst>
                  <a:ext uri="{FF2B5EF4-FFF2-40B4-BE49-F238E27FC236}">
                    <a16:creationId xmlns:a16="http://schemas.microsoft.com/office/drawing/2014/main" id="{38F8240B-EF09-47AD-A01E-A210F621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789" y="3952875"/>
                <a:ext cx="377825" cy="461963"/>
              </a:xfrm>
              <a:custGeom>
                <a:avLst/>
                <a:gdLst>
                  <a:gd name="T0" fmla="*/ 6 w 176"/>
                  <a:gd name="T1" fmla="*/ 0 h 215"/>
                  <a:gd name="T2" fmla="*/ 129 w 176"/>
                  <a:gd name="T3" fmla="*/ 132 h 215"/>
                  <a:gd name="T4" fmla="*/ 169 w 176"/>
                  <a:gd name="T5" fmla="*/ 89 h 215"/>
                  <a:gd name="T6" fmla="*/ 176 w 176"/>
                  <a:gd name="T7" fmla="*/ 106 h 215"/>
                  <a:gd name="T8" fmla="*/ 136 w 176"/>
                  <a:gd name="T9" fmla="*/ 140 h 215"/>
                  <a:gd name="T10" fmla="*/ 114 w 176"/>
                  <a:gd name="T11" fmla="*/ 215 h 215"/>
                  <a:gd name="T12" fmla="*/ 119 w 176"/>
                  <a:gd name="T13" fmla="*/ 152 h 215"/>
                  <a:gd name="T14" fmla="*/ 0 w 176"/>
                  <a:gd name="T15" fmla="*/ 10 h 215"/>
                  <a:gd name="T16" fmla="*/ 6 w 176"/>
                  <a:gd name="T1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6" h="215">
                    <a:moveTo>
                      <a:pt x="6" y="0"/>
                    </a:moveTo>
                    <a:cubicBezTo>
                      <a:pt x="53" y="12"/>
                      <a:pt x="114" y="76"/>
                      <a:pt x="129" y="132"/>
                    </a:cubicBezTo>
                    <a:cubicBezTo>
                      <a:pt x="144" y="112"/>
                      <a:pt x="159" y="96"/>
                      <a:pt x="169" y="89"/>
                    </a:cubicBezTo>
                    <a:cubicBezTo>
                      <a:pt x="176" y="106"/>
                      <a:pt x="176" y="106"/>
                      <a:pt x="176" y="106"/>
                    </a:cubicBezTo>
                    <a:cubicBezTo>
                      <a:pt x="176" y="106"/>
                      <a:pt x="147" y="124"/>
                      <a:pt x="136" y="140"/>
                    </a:cubicBezTo>
                    <a:cubicBezTo>
                      <a:pt x="124" y="156"/>
                      <a:pt x="114" y="215"/>
                      <a:pt x="114" y="215"/>
                    </a:cubicBezTo>
                    <a:cubicBezTo>
                      <a:pt x="114" y="215"/>
                      <a:pt x="119" y="155"/>
                      <a:pt x="119" y="152"/>
                    </a:cubicBezTo>
                    <a:cubicBezTo>
                      <a:pt x="119" y="124"/>
                      <a:pt x="56" y="42"/>
                      <a:pt x="0" y="10"/>
                    </a:cubicBezTo>
                    <a:cubicBezTo>
                      <a:pt x="2" y="7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21">
                <a:extLst>
                  <a:ext uri="{FF2B5EF4-FFF2-40B4-BE49-F238E27FC236}">
                    <a16:creationId xmlns:a16="http://schemas.microsoft.com/office/drawing/2014/main" id="{C4630CBC-4B1E-4652-9C45-6B16B19F1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9739" y="4135438"/>
                <a:ext cx="566738" cy="471488"/>
              </a:xfrm>
              <a:custGeom>
                <a:avLst/>
                <a:gdLst>
                  <a:gd name="T0" fmla="*/ 179 w 264"/>
                  <a:gd name="T1" fmla="*/ 3 h 220"/>
                  <a:gd name="T2" fmla="*/ 187 w 264"/>
                  <a:gd name="T3" fmla="*/ 1 h 220"/>
                  <a:gd name="T4" fmla="*/ 249 w 264"/>
                  <a:gd name="T5" fmla="*/ 90 h 220"/>
                  <a:gd name="T6" fmla="*/ 184 w 264"/>
                  <a:gd name="T7" fmla="*/ 217 h 220"/>
                  <a:gd name="T8" fmla="*/ 113 w 264"/>
                  <a:gd name="T9" fmla="*/ 204 h 220"/>
                  <a:gd name="T10" fmla="*/ 9 w 264"/>
                  <a:gd name="T11" fmla="*/ 119 h 220"/>
                  <a:gd name="T12" fmla="*/ 0 w 264"/>
                  <a:gd name="T13" fmla="*/ 95 h 220"/>
                  <a:gd name="T14" fmla="*/ 22 w 264"/>
                  <a:gd name="T15" fmla="*/ 108 h 220"/>
                  <a:gd name="T16" fmla="*/ 121 w 264"/>
                  <a:gd name="T17" fmla="*/ 189 h 220"/>
                  <a:gd name="T18" fmla="*/ 185 w 264"/>
                  <a:gd name="T19" fmla="*/ 175 h 220"/>
                  <a:gd name="T20" fmla="*/ 200 w 264"/>
                  <a:gd name="T21" fmla="*/ 113 h 220"/>
                  <a:gd name="T22" fmla="*/ 160 w 264"/>
                  <a:gd name="T23" fmla="*/ 48 h 220"/>
                  <a:gd name="T24" fmla="*/ 179 w 264"/>
                  <a:gd name="T25" fmla="*/ 3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4" h="220">
                    <a:moveTo>
                      <a:pt x="179" y="3"/>
                    </a:moveTo>
                    <a:cubicBezTo>
                      <a:pt x="183" y="1"/>
                      <a:pt x="185" y="0"/>
                      <a:pt x="187" y="1"/>
                    </a:cubicBezTo>
                    <a:cubicBezTo>
                      <a:pt x="238" y="24"/>
                      <a:pt x="264" y="42"/>
                      <a:pt x="249" y="90"/>
                    </a:cubicBezTo>
                    <a:cubicBezTo>
                      <a:pt x="245" y="102"/>
                      <a:pt x="213" y="214"/>
                      <a:pt x="184" y="217"/>
                    </a:cubicBezTo>
                    <a:cubicBezTo>
                      <a:pt x="155" y="220"/>
                      <a:pt x="129" y="219"/>
                      <a:pt x="113" y="204"/>
                    </a:cubicBezTo>
                    <a:cubicBezTo>
                      <a:pt x="103" y="197"/>
                      <a:pt x="33" y="141"/>
                      <a:pt x="9" y="119"/>
                    </a:cubicBezTo>
                    <a:cubicBezTo>
                      <a:pt x="6" y="114"/>
                      <a:pt x="2" y="105"/>
                      <a:pt x="0" y="95"/>
                    </a:cubicBezTo>
                    <a:cubicBezTo>
                      <a:pt x="6" y="98"/>
                      <a:pt x="16" y="102"/>
                      <a:pt x="22" y="108"/>
                    </a:cubicBezTo>
                    <a:cubicBezTo>
                      <a:pt x="33" y="116"/>
                      <a:pt x="99" y="174"/>
                      <a:pt x="121" y="189"/>
                    </a:cubicBezTo>
                    <a:cubicBezTo>
                      <a:pt x="143" y="205"/>
                      <a:pt x="175" y="199"/>
                      <a:pt x="185" y="175"/>
                    </a:cubicBezTo>
                    <a:cubicBezTo>
                      <a:pt x="195" y="151"/>
                      <a:pt x="202" y="122"/>
                      <a:pt x="200" y="113"/>
                    </a:cubicBezTo>
                    <a:cubicBezTo>
                      <a:pt x="198" y="104"/>
                      <a:pt x="156" y="79"/>
                      <a:pt x="160" y="48"/>
                    </a:cubicBezTo>
                    <a:cubicBezTo>
                      <a:pt x="163" y="30"/>
                      <a:pt x="171" y="14"/>
                      <a:pt x="179" y="3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Rectangle 137">
                <a:extLst>
                  <a:ext uri="{FF2B5EF4-FFF2-40B4-BE49-F238E27FC236}">
                    <a16:creationId xmlns:a16="http://schemas.microsoft.com/office/drawing/2014/main" id="{DC842938-EF84-4F51-AC7E-ABE4B2C89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3326" y="4197350"/>
                <a:ext cx="111125" cy="260350"/>
              </a:xfrm>
              <a:prstGeom prst="rect">
                <a:avLst/>
              </a:prstGeom>
              <a:solidFill>
                <a:srgbClr val="57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138">
                <a:extLst>
                  <a:ext uri="{FF2B5EF4-FFF2-40B4-BE49-F238E27FC236}">
                    <a16:creationId xmlns:a16="http://schemas.microsoft.com/office/drawing/2014/main" id="{ECFF33F8-E0B8-4711-8CB8-0D22A042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3989" y="4308475"/>
                <a:ext cx="134938" cy="73025"/>
              </a:xfrm>
              <a:prstGeom prst="rect">
                <a:avLst/>
              </a:prstGeom>
              <a:solidFill>
                <a:srgbClr val="57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Rectangle 139">
                <a:extLst>
                  <a:ext uri="{FF2B5EF4-FFF2-40B4-BE49-F238E27FC236}">
                    <a16:creationId xmlns:a16="http://schemas.microsoft.com/office/drawing/2014/main" id="{CAC20F0C-0285-4B88-9E3E-495040176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4314" y="4189413"/>
                <a:ext cx="73025" cy="63500"/>
              </a:xfrm>
              <a:prstGeom prst="rect">
                <a:avLst/>
              </a:prstGeom>
              <a:solidFill>
                <a:srgbClr val="57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Oval 140">
                <a:extLst>
                  <a:ext uri="{FF2B5EF4-FFF2-40B4-BE49-F238E27FC236}">
                    <a16:creationId xmlns:a16="http://schemas.microsoft.com/office/drawing/2014/main" id="{2BAC671F-5DC5-47B3-BF0C-0B7D1674E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4626" y="4435475"/>
                <a:ext cx="149225" cy="150813"/>
              </a:xfrm>
              <a:prstGeom prst="ellipse">
                <a:avLst/>
              </a:prstGeom>
              <a:solidFill>
                <a:srgbClr val="57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45">
                <a:extLst>
                  <a:ext uri="{FF2B5EF4-FFF2-40B4-BE49-F238E27FC236}">
                    <a16:creationId xmlns:a16="http://schemas.microsoft.com/office/drawing/2014/main" id="{1C222FC0-9C0B-48D7-A517-F4D8034D77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6764" y="4416425"/>
                <a:ext cx="354013" cy="358775"/>
              </a:xfrm>
              <a:custGeom>
                <a:avLst/>
                <a:gdLst>
                  <a:gd name="T0" fmla="*/ 165 w 165"/>
                  <a:gd name="T1" fmla="*/ 27 h 167"/>
                  <a:gd name="T2" fmla="*/ 120 w 165"/>
                  <a:gd name="T3" fmla="*/ 88 h 167"/>
                  <a:gd name="T4" fmla="*/ 38 w 165"/>
                  <a:gd name="T5" fmla="*/ 163 h 167"/>
                  <a:gd name="T6" fmla="*/ 12 w 165"/>
                  <a:gd name="T7" fmla="*/ 163 h 167"/>
                  <a:gd name="T8" fmla="*/ 2 w 165"/>
                  <a:gd name="T9" fmla="*/ 138 h 167"/>
                  <a:gd name="T10" fmla="*/ 75 w 165"/>
                  <a:gd name="T11" fmla="*/ 42 h 167"/>
                  <a:gd name="T12" fmla="*/ 76 w 165"/>
                  <a:gd name="T13" fmla="*/ 71 h 167"/>
                  <a:gd name="T14" fmla="*/ 27 w 165"/>
                  <a:gd name="T15" fmla="*/ 141 h 167"/>
                  <a:gd name="T16" fmla="*/ 29 w 165"/>
                  <a:gd name="T17" fmla="*/ 140 h 167"/>
                  <a:gd name="T18" fmla="*/ 99 w 165"/>
                  <a:gd name="T19" fmla="*/ 73 h 167"/>
                  <a:gd name="T20" fmla="*/ 165 w 165"/>
                  <a:gd name="T21" fmla="*/ 0 h 167"/>
                  <a:gd name="T22" fmla="*/ 165 w 165"/>
                  <a:gd name="T23" fmla="*/ 27 h 167"/>
                  <a:gd name="T24" fmla="*/ 24 w 165"/>
                  <a:gd name="T25" fmla="*/ 142 h 167"/>
                  <a:gd name="T26" fmla="*/ 25 w 165"/>
                  <a:gd name="T27" fmla="*/ 141 h 167"/>
                  <a:gd name="T28" fmla="*/ 24 w 165"/>
                  <a:gd name="T29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5" h="167">
                    <a:moveTo>
                      <a:pt x="165" y="27"/>
                    </a:moveTo>
                    <a:cubicBezTo>
                      <a:pt x="165" y="27"/>
                      <a:pt x="155" y="38"/>
                      <a:pt x="120" y="88"/>
                    </a:cubicBezTo>
                    <a:cubicBezTo>
                      <a:pt x="90" y="131"/>
                      <a:pt x="58" y="156"/>
                      <a:pt x="38" y="163"/>
                    </a:cubicBezTo>
                    <a:cubicBezTo>
                      <a:pt x="28" y="167"/>
                      <a:pt x="18" y="167"/>
                      <a:pt x="12" y="163"/>
                    </a:cubicBezTo>
                    <a:cubicBezTo>
                      <a:pt x="3" y="158"/>
                      <a:pt x="0" y="150"/>
                      <a:pt x="2" y="138"/>
                    </a:cubicBezTo>
                    <a:cubicBezTo>
                      <a:pt x="4" y="121"/>
                      <a:pt x="40" y="82"/>
                      <a:pt x="75" y="42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44" y="107"/>
                      <a:pt x="29" y="128"/>
                      <a:pt x="27" y="141"/>
                    </a:cubicBezTo>
                    <a:cubicBezTo>
                      <a:pt x="27" y="140"/>
                      <a:pt x="28" y="140"/>
                      <a:pt x="29" y="140"/>
                    </a:cubicBezTo>
                    <a:cubicBezTo>
                      <a:pt x="46" y="134"/>
                      <a:pt x="72" y="112"/>
                      <a:pt x="99" y="73"/>
                    </a:cubicBezTo>
                    <a:cubicBezTo>
                      <a:pt x="136" y="21"/>
                      <a:pt x="165" y="0"/>
                      <a:pt x="165" y="0"/>
                    </a:cubicBezTo>
                    <a:lnTo>
                      <a:pt x="165" y="27"/>
                    </a:lnTo>
                    <a:close/>
                    <a:moveTo>
                      <a:pt x="24" y="142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1"/>
                      <a:pt x="24" y="141"/>
                      <a:pt x="24" y="142"/>
                    </a:cubicBezTo>
                    <a:close/>
                  </a:path>
                </a:pathLst>
              </a:custGeom>
              <a:solidFill>
                <a:srgbClr val="797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46">
                <a:extLst>
                  <a:ext uri="{FF2B5EF4-FFF2-40B4-BE49-F238E27FC236}">
                    <a16:creationId xmlns:a16="http://schemas.microsoft.com/office/drawing/2014/main" id="{19127B3A-DD71-41CB-A465-58AE5178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426" y="3832225"/>
                <a:ext cx="258763" cy="438150"/>
              </a:xfrm>
              <a:custGeom>
                <a:avLst/>
                <a:gdLst>
                  <a:gd name="T0" fmla="*/ 119 w 120"/>
                  <a:gd name="T1" fmla="*/ 204 h 204"/>
                  <a:gd name="T2" fmla="*/ 74 w 120"/>
                  <a:gd name="T3" fmla="*/ 157 h 204"/>
                  <a:gd name="T4" fmla="*/ 11 w 120"/>
                  <a:gd name="T5" fmla="*/ 64 h 204"/>
                  <a:gd name="T6" fmla="*/ 31 w 120"/>
                  <a:gd name="T7" fmla="*/ 0 h 204"/>
                  <a:gd name="T8" fmla="*/ 34 w 120"/>
                  <a:gd name="T9" fmla="*/ 10 h 204"/>
                  <a:gd name="T10" fmla="*/ 21 w 120"/>
                  <a:gd name="T11" fmla="*/ 60 h 204"/>
                  <a:gd name="T12" fmla="*/ 81 w 120"/>
                  <a:gd name="T13" fmla="*/ 150 h 204"/>
                  <a:gd name="T14" fmla="*/ 120 w 120"/>
                  <a:gd name="T15" fmla="*/ 190 h 204"/>
                  <a:gd name="T16" fmla="*/ 119 w 120"/>
                  <a:gd name="T17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0" h="204">
                    <a:moveTo>
                      <a:pt x="119" y="204"/>
                    </a:moveTo>
                    <a:cubicBezTo>
                      <a:pt x="110" y="196"/>
                      <a:pt x="84" y="169"/>
                      <a:pt x="74" y="157"/>
                    </a:cubicBezTo>
                    <a:cubicBezTo>
                      <a:pt x="50" y="129"/>
                      <a:pt x="23" y="94"/>
                      <a:pt x="11" y="64"/>
                    </a:cubicBezTo>
                    <a:cubicBezTo>
                      <a:pt x="0" y="35"/>
                      <a:pt x="2" y="11"/>
                      <a:pt x="31" y="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13" y="18"/>
                      <a:pt x="12" y="37"/>
                      <a:pt x="21" y="60"/>
                    </a:cubicBezTo>
                    <a:cubicBezTo>
                      <a:pt x="32" y="89"/>
                      <a:pt x="58" y="123"/>
                      <a:pt x="81" y="150"/>
                    </a:cubicBezTo>
                    <a:cubicBezTo>
                      <a:pt x="92" y="163"/>
                      <a:pt x="114" y="181"/>
                      <a:pt x="120" y="190"/>
                    </a:cubicBezTo>
                    <a:cubicBezTo>
                      <a:pt x="120" y="192"/>
                      <a:pt x="120" y="200"/>
                      <a:pt x="119" y="204"/>
                    </a:cubicBezTo>
                    <a:close/>
                  </a:path>
                </a:pathLst>
              </a:custGeom>
              <a:solidFill>
                <a:srgbClr val="797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47">
                <a:extLst>
                  <a:ext uri="{FF2B5EF4-FFF2-40B4-BE49-F238E27FC236}">
                    <a16:creationId xmlns:a16="http://schemas.microsoft.com/office/drawing/2014/main" id="{3025D120-1370-4550-BF5B-940C99FE8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764" y="4575175"/>
                <a:ext cx="341313" cy="261938"/>
              </a:xfrm>
              <a:custGeom>
                <a:avLst/>
                <a:gdLst>
                  <a:gd name="T0" fmla="*/ 28 w 159"/>
                  <a:gd name="T1" fmla="*/ 44 h 122"/>
                  <a:gd name="T2" fmla="*/ 139 w 159"/>
                  <a:gd name="T3" fmla="*/ 17 h 122"/>
                  <a:gd name="T4" fmla="*/ 147 w 159"/>
                  <a:gd name="T5" fmla="*/ 42 h 122"/>
                  <a:gd name="T6" fmla="*/ 3 w 159"/>
                  <a:gd name="T7" fmla="*/ 45 h 122"/>
                  <a:gd name="T8" fmla="*/ 28 w 159"/>
                  <a:gd name="T9" fmla="*/ 4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9" h="122">
                    <a:moveTo>
                      <a:pt x="28" y="44"/>
                    </a:moveTo>
                    <a:cubicBezTo>
                      <a:pt x="82" y="112"/>
                      <a:pt x="123" y="66"/>
                      <a:pt x="139" y="17"/>
                    </a:cubicBezTo>
                    <a:cubicBezTo>
                      <a:pt x="148" y="0"/>
                      <a:pt x="159" y="18"/>
                      <a:pt x="147" y="42"/>
                    </a:cubicBezTo>
                    <a:cubicBezTo>
                      <a:pt x="117" y="122"/>
                      <a:pt x="57" y="113"/>
                      <a:pt x="3" y="45"/>
                    </a:cubicBezTo>
                    <a:cubicBezTo>
                      <a:pt x="0" y="38"/>
                      <a:pt x="23" y="36"/>
                      <a:pt x="28" y="44"/>
                    </a:cubicBezTo>
                    <a:close/>
                  </a:path>
                </a:pathLst>
              </a:custGeom>
              <a:solidFill>
                <a:srgbClr val="797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48">
                <a:extLst>
                  <a:ext uri="{FF2B5EF4-FFF2-40B4-BE49-F238E27FC236}">
                    <a16:creationId xmlns:a16="http://schemas.microsoft.com/office/drawing/2014/main" id="{A0635CE6-8054-43B1-8088-632823D4C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6889" y="4143375"/>
                <a:ext cx="219075" cy="317500"/>
              </a:xfrm>
              <a:custGeom>
                <a:avLst/>
                <a:gdLst>
                  <a:gd name="T0" fmla="*/ 92 w 102"/>
                  <a:gd name="T1" fmla="*/ 0 h 148"/>
                  <a:gd name="T2" fmla="*/ 102 w 102"/>
                  <a:gd name="T3" fmla="*/ 20 h 148"/>
                  <a:gd name="T4" fmla="*/ 20 w 102"/>
                  <a:gd name="T5" fmla="*/ 148 h 148"/>
                  <a:gd name="T6" fmla="*/ 0 w 102"/>
                  <a:gd name="T7" fmla="*/ 131 h 148"/>
                  <a:gd name="T8" fmla="*/ 92 w 102"/>
                  <a:gd name="T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48">
                    <a:moveTo>
                      <a:pt x="92" y="0"/>
                    </a:moveTo>
                    <a:cubicBezTo>
                      <a:pt x="96" y="6"/>
                      <a:pt x="99" y="13"/>
                      <a:pt x="102" y="20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13" y="142"/>
                      <a:pt x="6" y="137"/>
                      <a:pt x="0" y="131"/>
                    </a:cubicBez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45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49">
                <a:extLst>
                  <a:ext uri="{FF2B5EF4-FFF2-40B4-BE49-F238E27FC236}">
                    <a16:creationId xmlns:a16="http://schemas.microsoft.com/office/drawing/2014/main" id="{95B2A542-18B2-4521-9A6F-EB0E78565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9926" y="4143375"/>
                <a:ext cx="46038" cy="77788"/>
              </a:xfrm>
              <a:custGeom>
                <a:avLst/>
                <a:gdLst>
                  <a:gd name="T0" fmla="*/ 12 w 22"/>
                  <a:gd name="T1" fmla="*/ 0 h 36"/>
                  <a:gd name="T2" fmla="*/ 22 w 22"/>
                  <a:gd name="T3" fmla="*/ 20 h 36"/>
                  <a:gd name="T4" fmla="*/ 12 w 22"/>
                  <a:gd name="T5" fmla="*/ 36 h 36"/>
                  <a:gd name="T6" fmla="*/ 0 w 22"/>
                  <a:gd name="T7" fmla="*/ 16 h 36"/>
                  <a:gd name="T8" fmla="*/ 12 w 22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36">
                    <a:moveTo>
                      <a:pt x="12" y="0"/>
                    </a:moveTo>
                    <a:cubicBezTo>
                      <a:pt x="16" y="6"/>
                      <a:pt x="19" y="13"/>
                      <a:pt x="22" y="20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95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50">
                <a:extLst>
                  <a:ext uri="{FF2B5EF4-FFF2-40B4-BE49-F238E27FC236}">
                    <a16:creationId xmlns:a16="http://schemas.microsoft.com/office/drawing/2014/main" id="{5AB30512-7B3B-4122-AA52-C5CDF6C6F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6889" y="4394200"/>
                <a:ext cx="65088" cy="66675"/>
              </a:xfrm>
              <a:custGeom>
                <a:avLst/>
                <a:gdLst>
                  <a:gd name="T0" fmla="*/ 30 w 30"/>
                  <a:gd name="T1" fmla="*/ 16 h 31"/>
                  <a:gd name="T2" fmla="*/ 20 w 30"/>
                  <a:gd name="T3" fmla="*/ 31 h 31"/>
                  <a:gd name="T4" fmla="*/ 0 w 30"/>
                  <a:gd name="T5" fmla="*/ 14 h 31"/>
                  <a:gd name="T6" fmla="*/ 11 w 30"/>
                  <a:gd name="T7" fmla="*/ 0 h 31"/>
                  <a:gd name="T8" fmla="*/ 30 w 30"/>
                  <a:gd name="T9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3" y="25"/>
                      <a:pt x="6" y="20"/>
                      <a:pt x="0" y="1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4"/>
                      <a:pt x="23" y="10"/>
                      <a:pt x="30" y="16"/>
                    </a:cubicBezTo>
                    <a:close/>
                  </a:path>
                </a:pathLst>
              </a:custGeom>
              <a:solidFill>
                <a:srgbClr val="F45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51">
                <a:extLst>
                  <a:ext uri="{FF2B5EF4-FFF2-40B4-BE49-F238E27FC236}">
                    <a16:creationId xmlns:a16="http://schemas.microsoft.com/office/drawing/2014/main" id="{3B096820-2D35-4CEA-87C1-51C0A7884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6889" y="4391025"/>
                <a:ext cx="65088" cy="69850"/>
              </a:xfrm>
              <a:custGeom>
                <a:avLst/>
                <a:gdLst>
                  <a:gd name="T0" fmla="*/ 30 w 30"/>
                  <a:gd name="T1" fmla="*/ 16 h 33"/>
                  <a:gd name="T2" fmla="*/ 20 w 30"/>
                  <a:gd name="T3" fmla="*/ 33 h 33"/>
                  <a:gd name="T4" fmla="*/ 0 w 30"/>
                  <a:gd name="T5" fmla="*/ 16 h 33"/>
                  <a:gd name="T6" fmla="*/ 11 w 30"/>
                  <a:gd name="T7" fmla="*/ 0 h 33"/>
                  <a:gd name="T8" fmla="*/ 30 w 30"/>
                  <a:gd name="T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3">
                    <a:moveTo>
                      <a:pt x="30" y="16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3" y="27"/>
                      <a:pt x="6" y="22"/>
                      <a:pt x="0" y="16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7" y="5"/>
                      <a:pt x="23" y="10"/>
                      <a:pt x="30" y="16"/>
                    </a:cubicBezTo>
                    <a:close/>
                  </a:path>
                </a:pathLst>
              </a:custGeom>
              <a:solidFill>
                <a:srgbClr val="E95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52">
                <a:extLst>
                  <a:ext uri="{FF2B5EF4-FFF2-40B4-BE49-F238E27FC236}">
                    <a16:creationId xmlns:a16="http://schemas.microsoft.com/office/drawing/2014/main" id="{80E6670F-651B-45AE-A110-3FD7EDE2D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5233988"/>
                <a:ext cx="350838" cy="282575"/>
              </a:xfrm>
              <a:custGeom>
                <a:avLst/>
                <a:gdLst>
                  <a:gd name="T0" fmla="*/ 79 w 163"/>
                  <a:gd name="T1" fmla="*/ 0 h 131"/>
                  <a:gd name="T2" fmla="*/ 150 w 163"/>
                  <a:gd name="T3" fmla="*/ 52 h 131"/>
                  <a:gd name="T4" fmla="*/ 163 w 163"/>
                  <a:gd name="T5" fmla="*/ 53 h 131"/>
                  <a:gd name="T6" fmla="*/ 162 w 163"/>
                  <a:gd name="T7" fmla="*/ 102 h 131"/>
                  <a:gd name="T8" fmla="*/ 140 w 163"/>
                  <a:gd name="T9" fmla="*/ 100 h 131"/>
                  <a:gd name="T10" fmla="*/ 79 w 163"/>
                  <a:gd name="T11" fmla="*/ 131 h 131"/>
                  <a:gd name="T12" fmla="*/ 12 w 163"/>
                  <a:gd name="T13" fmla="*/ 91 h 131"/>
                  <a:gd name="T14" fmla="*/ 0 w 163"/>
                  <a:gd name="T15" fmla="*/ 91 h 131"/>
                  <a:gd name="T16" fmla="*/ 1 w 163"/>
                  <a:gd name="T17" fmla="*/ 39 h 131"/>
                  <a:gd name="T18" fmla="*/ 11 w 163"/>
                  <a:gd name="T19" fmla="*/ 40 h 131"/>
                  <a:gd name="T20" fmla="*/ 79 w 163"/>
                  <a:gd name="T21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31">
                    <a:moveTo>
                      <a:pt x="79" y="0"/>
                    </a:moveTo>
                    <a:cubicBezTo>
                      <a:pt x="114" y="0"/>
                      <a:pt x="143" y="22"/>
                      <a:pt x="150" y="52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40" y="100"/>
                      <a:pt x="140" y="100"/>
                      <a:pt x="140" y="100"/>
                    </a:cubicBezTo>
                    <a:cubicBezTo>
                      <a:pt x="127" y="119"/>
                      <a:pt x="105" y="131"/>
                      <a:pt x="79" y="131"/>
                    </a:cubicBezTo>
                    <a:cubicBezTo>
                      <a:pt x="49" y="131"/>
                      <a:pt x="23" y="114"/>
                      <a:pt x="12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6" y="39"/>
                      <a:pt x="11" y="40"/>
                    </a:cubicBezTo>
                    <a:cubicBezTo>
                      <a:pt x="23" y="16"/>
                      <a:pt x="49" y="0"/>
                      <a:pt x="79" y="0"/>
                    </a:cubicBez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53">
                <a:extLst>
                  <a:ext uri="{FF2B5EF4-FFF2-40B4-BE49-F238E27FC236}">
                    <a16:creationId xmlns:a16="http://schemas.microsoft.com/office/drawing/2014/main" id="{465ED7A0-02F1-41C7-A47B-D2D8B396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101" y="5233988"/>
                <a:ext cx="347663" cy="279400"/>
              </a:xfrm>
              <a:custGeom>
                <a:avLst/>
                <a:gdLst>
                  <a:gd name="T0" fmla="*/ 81 w 162"/>
                  <a:gd name="T1" fmla="*/ 0 h 130"/>
                  <a:gd name="T2" fmla="*/ 144 w 162"/>
                  <a:gd name="T3" fmla="*/ 31 h 130"/>
                  <a:gd name="T4" fmla="*/ 160 w 162"/>
                  <a:gd name="T5" fmla="*/ 30 h 130"/>
                  <a:gd name="T6" fmla="*/ 162 w 162"/>
                  <a:gd name="T7" fmla="*/ 92 h 130"/>
                  <a:gd name="T8" fmla="*/ 147 w 162"/>
                  <a:gd name="T9" fmla="*/ 93 h 130"/>
                  <a:gd name="T10" fmla="*/ 81 w 162"/>
                  <a:gd name="T11" fmla="*/ 130 h 130"/>
                  <a:gd name="T12" fmla="*/ 21 w 162"/>
                  <a:gd name="T13" fmla="*/ 103 h 130"/>
                  <a:gd name="T14" fmla="*/ 2 w 162"/>
                  <a:gd name="T15" fmla="*/ 104 h 130"/>
                  <a:gd name="T16" fmla="*/ 0 w 162"/>
                  <a:gd name="T17" fmla="*/ 50 h 130"/>
                  <a:gd name="T18" fmla="*/ 10 w 162"/>
                  <a:gd name="T19" fmla="*/ 49 h 130"/>
                  <a:gd name="T20" fmla="*/ 81 w 162"/>
                  <a:gd name="T21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2" h="130">
                    <a:moveTo>
                      <a:pt x="81" y="0"/>
                    </a:moveTo>
                    <a:cubicBezTo>
                      <a:pt x="107" y="0"/>
                      <a:pt x="131" y="12"/>
                      <a:pt x="144" y="31"/>
                    </a:cubicBezTo>
                    <a:cubicBezTo>
                      <a:pt x="156" y="30"/>
                      <a:pt x="159" y="29"/>
                      <a:pt x="160" y="30"/>
                    </a:cubicBezTo>
                    <a:cubicBezTo>
                      <a:pt x="160" y="30"/>
                      <a:pt x="162" y="92"/>
                      <a:pt x="162" y="92"/>
                    </a:cubicBezTo>
                    <a:cubicBezTo>
                      <a:pt x="147" y="93"/>
                      <a:pt x="147" y="93"/>
                      <a:pt x="147" y="93"/>
                    </a:cubicBezTo>
                    <a:cubicBezTo>
                      <a:pt x="135" y="115"/>
                      <a:pt x="110" y="130"/>
                      <a:pt x="81" y="130"/>
                    </a:cubicBezTo>
                    <a:cubicBezTo>
                      <a:pt x="56" y="130"/>
                      <a:pt x="34" y="119"/>
                      <a:pt x="21" y="103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8" y="20"/>
                      <a:pt x="47" y="0"/>
                      <a:pt x="81" y="0"/>
                    </a:cubicBez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54">
                <a:extLst>
                  <a:ext uri="{FF2B5EF4-FFF2-40B4-BE49-F238E27FC236}">
                    <a16:creationId xmlns:a16="http://schemas.microsoft.com/office/drawing/2014/main" id="{54578A44-AB4B-4F38-83C1-DB17490F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6564" y="5264150"/>
                <a:ext cx="76200" cy="217488"/>
              </a:xfrm>
              <a:custGeom>
                <a:avLst/>
                <a:gdLst>
                  <a:gd name="T0" fmla="*/ 0 w 35"/>
                  <a:gd name="T1" fmla="*/ 0 h 101"/>
                  <a:gd name="T2" fmla="*/ 17 w 35"/>
                  <a:gd name="T3" fmla="*/ 17 h 101"/>
                  <a:gd name="T4" fmla="*/ 33 w 35"/>
                  <a:gd name="T5" fmla="*/ 16 h 101"/>
                  <a:gd name="T6" fmla="*/ 35 w 35"/>
                  <a:gd name="T7" fmla="*/ 78 h 101"/>
                  <a:gd name="T8" fmla="*/ 20 w 35"/>
                  <a:gd name="T9" fmla="*/ 79 h 101"/>
                  <a:gd name="T10" fmla="*/ 0 w 35"/>
                  <a:gd name="T11" fmla="*/ 101 h 101"/>
                  <a:gd name="T12" fmla="*/ 0 w 35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1">
                    <a:moveTo>
                      <a:pt x="0" y="0"/>
                    </a:moveTo>
                    <a:cubicBezTo>
                      <a:pt x="6" y="5"/>
                      <a:pt x="12" y="11"/>
                      <a:pt x="17" y="17"/>
                    </a:cubicBezTo>
                    <a:cubicBezTo>
                      <a:pt x="29" y="16"/>
                      <a:pt x="32" y="15"/>
                      <a:pt x="33" y="16"/>
                    </a:cubicBezTo>
                    <a:cubicBezTo>
                      <a:pt x="33" y="16"/>
                      <a:pt x="35" y="78"/>
                      <a:pt x="35" y="78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15" y="87"/>
                      <a:pt x="9" y="95"/>
                      <a:pt x="0" y="101"/>
                    </a:cubicBezTo>
                    <a:cubicBezTo>
                      <a:pt x="0" y="69"/>
                      <a:pt x="0" y="29"/>
                      <a:pt x="0" y="0"/>
                    </a:cubicBezTo>
                    <a:close/>
                  </a:path>
                </a:pathLst>
              </a:custGeom>
              <a:solidFill>
                <a:srgbClr val="C7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55">
                <a:extLst>
                  <a:ext uri="{FF2B5EF4-FFF2-40B4-BE49-F238E27FC236}">
                    <a16:creationId xmlns:a16="http://schemas.microsoft.com/office/drawing/2014/main" id="{6286C184-8EBE-4024-AD08-9E6BB3CF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614" y="5281613"/>
                <a:ext cx="144463" cy="184150"/>
              </a:xfrm>
              <a:custGeom>
                <a:avLst/>
                <a:gdLst>
                  <a:gd name="T0" fmla="*/ 18 w 67"/>
                  <a:gd name="T1" fmla="*/ 0 h 86"/>
                  <a:gd name="T2" fmla="*/ 56 w 67"/>
                  <a:gd name="T3" fmla="*/ 4 h 86"/>
                  <a:gd name="T4" fmla="*/ 67 w 67"/>
                  <a:gd name="T5" fmla="*/ 17 h 86"/>
                  <a:gd name="T6" fmla="*/ 61 w 67"/>
                  <a:gd name="T7" fmla="*/ 74 h 86"/>
                  <a:gd name="T8" fmla="*/ 48 w 67"/>
                  <a:gd name="T9" fmla="*/ 85 h 86"/>
                  <a:gd name="T10" fmla="*/ 11 w 67"/>
                  <a:gd name="T11" fmla="*/ 82 h 86"/>
                  <a:gd name="T12" fmla="*/ 0 w 67"/>
                  <a:gd name="T13" fmla="*/ 69 h 86"/>
                  <a:gd name="T14" fmla="*/ 5 w 67"/>
                  <a:gd name="T15" fmla="*/ 11 h 86"/>
                  <a:gd name="T16" fmla="*/ 18 w 67"/>
                  <a:gd name="T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86">
                    <a:moveTo>
                      <a:pt x="18" y="0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62" y="4"/>
                      <a:pt x="67" y="10"/>
                      <a:pt x="67" y="17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81"/>
                      <a:pt x="55" y="86"/>
                      <a:pt x="48" y="85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5" y="81"/>
                      <a:pt x="0" y="75"/>
                      <a:pt x="0" y="6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5"/>
                      <a:pt x="12" y="0"/>
                      <a:pt x="18" y="0"/>
                    </a:cubicBez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56">
                <a:extLst>
                  <a:ext uri="{FF2B5EF4-FFF2-40B4-BE49-F238E27FC236}">
                    <a16:creationId xmlns:a16="http://schemas.microsoft.com/office/drawing/2014/main" id="{3C46317A-5A00-4FBB-AE93-69E065A3F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9" y="5280025"/>
                <a:ext cx="146050" cy="184150"/>
              </a:xfrm>
              <a:custGeom>
                <a:avLst/>
                <a:gdLst>
                  <a:gd name="T0" fmla="*/ 49 w 68"/>
                  <a:gd name="T1" fmla="*/ 0 h 86"/>
                  <a:gd name="T2" fmla="*/ 12 w 68"/>
                  <a:gd name="T3" fmla="*/ 4 h 86"/>
                  <a:gd name="T4" fmla="*/ 1 w 68"/>
                  <a:gd name="T5" fmla="*/ 17 h 86"/>
                  <a:gd name="T6" fmla="*/ 6 w 68"/>
                  <a:gd name="T7" fmla="*/ 74 h 86"/>
                  <a:gd name="T8" fmla="*/ 19 w 68"/>
                  <a:gd name="T9" fmla="*/ 85 h 86"/>
                  <a:gd name="T10" fmla="*/ 56 w 68"/>
                  <a:gd name="T11" fmla="*/ 82 h 86"/>
                  <a:gd name="T12" fmla="*/ 67 w 68"/>
                  <a:gd name="T13" fmla="*/ 69 h 86"/>
                  <a:gd name="T14" fmla="*/ 62 w 68"/>
                  <a:gd name="T15" fmla="*/ 11 h 86"/>
                  <a:gd name="T16" fmla="*/ 49 w 68"/>
                  <a:gd name="T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86">
                    <a:moveTo>
                      <a:pt x="49" y="0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5" y="4"/>
                      <a:pt x="0" y="10"/>
                      <a:pt x="1" y="17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" y="81"/>
                      <a:pt x="12" y="86"/>
                      <a:pt x="19" y="85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63" y="81"/>
                      <a:pt x="68" y="75"/>
                      <a:pt x="67" y="69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5"/>
                      <a:pt x="55" y="0"/>
                      <a:pt x="49" y="0"/>
                    </a:cubicBezTo>
                    <a:close/>
                  </a:path>
                </a:pathLst>
              </a:custGeom>
              <a:solidFill>
                <a:srgbClr val="BAB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57">
                <a:extLst>
                  <a:ext uri="{FF2B5EF4-FFF2-40B4-BE49-F238E27FC236}">
                    <a16:creationId xmlns:a16="http://schemas.microsoft.com/office/drawing/2014/main" id="{492E1F97-8D7B-48AA-AEFF-96C2B0F7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051" y="4803775"/>
                <a:ext cx="334963" cy="239713"/>
              </a:xfrm>
              <a:custGeom>
                <a:avLst/>
                <a:gdLst>
                  <a:gd name="T0" fmla="*/ 93 w 156"/>
                  <a:gd name="T1" fmla="*/ 79 h 112"/>
                  <a:gd name="T2" fmla="*/ 151 w 156"/>
                  <a:gd name="T3" fmla="*/ 112 h 112"/>
                  <a:gd name="T4" fmla="*/ 156 w 156"/>
                  <a:gd name="T5" fmla="*/ 100 h 112"/>
                  <a:gd name="T6" fmla="*/ 124 w 156"/>
                  <a:gd name="T7" fmla="*/ 79 h 112"/>
                  <a:gd name="T8" fmla="*/ 94 w 156"/>
                  <a:gd name="T9" fmla="*/ 59 h 112"/>
                  <a:gd name="T10" fmla="*/ 4 w 156"/>
                  <a:gd name="T11" fmla="*/ 0 h 112"/>
                  <a:gd name="T12" fmla="*/ 2 w 156"/>
                  <a:gd name="T13" fmla="*/ 11 h 112"/>
                  <a:gd name="T14" fmla="*/ 0 w 156"/>
                  <a:gd name="T15" fmla="*/ 25 h 112"/>
                  <a:gd name="T16" fmla="*/ 58 w 156"/>
                  <a:gd name="T17" fmla="*/ 59 h 112"/>
                  <a:gd name="T18" fmla="*/ 93 w 156"/>
                  <a:gd name="T19" fmla="*/ 7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6" h="112">
                    <a:moveTo>
                      <a:pt x="93" y="79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2" y="107"/>
                      <a:pt x="154" y="103"/>
                      <a:pt x="156" y="100"/>
                    </a:cubicBezTo>
                    <a:cubicBezTo>
                      <a:pt x="148" y="95"/>
                      <a:pt x="137" y="87"/>
                      <a:pt x="124" y="79"/>
                    </a:cubicBezTo>
                    <a:cubicBezTo>
                      <a:pt x="115" y="72"/>
                      <a:pt x="105" y="66"/>
                      <a:pt x="94" y="59"/>
                    </a:cubicBezTo>
                    <a:cubicBezTo>
                      <a:pt x="59" y="35"/>
                      <a:pt x="21" y="10"/>
                      <a:pt x="4" y="0"/>
                    </a:cubicBezTo>
                    <a:cubicBezTo>
                      <a:pt x="3" y="4"/>
                      <a:pt x="2" y="8"/>
                      <a:pt x="2" y="11"/>
                    </a:cubicBezTo>
                    <a:cubicBezTo>
                      <a:pt x="1" y="14"/>
                      <a:pt x="0" y="18"/>
                      <a:pt x="0" y="25"/>
                    </a:cubicBezTo>
                    <a:cubicBezTo>
                      <a:pt x="58" y="59"/>
                      <a:pt x="58" y="59"/>
                      <a:pt x="58" y="59"/>
                    </a:cubicBezTo>
                    <a:lnTo>
                      <a:pt x="93" y="79"/>
                    </a:ln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58">
                <a:extLst>
                  <a:ext uri="{FF2B5EF4-FFF2-40B4-BE49-F238E27FC236}">
                    <a16:creationId xmlns:a16="http://schemas.microsoft.com/office/drawing/2014/main" id="{203B6D45-7F50-4D33-9D43-B935235E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289" y="4837113"/>
                <a:ext cx="334963" cy="211138"/>
              </a:xfrm>
              <a:custGeom>
                <a:avLst/>
                <a:gdLst>
                  <a:gd name="T0" fmla="*/ 41 w 156"/>
                  <a:gd name="T1" fmla="*/ 63 h 98"/>
                  <a:gd name="T2" fmla="*/ 0 w 156"/>
                  <a:gd name="T3" fmla="*/ 86 h 98"/>
                  <a:gd name="T4" fmla="*/ 4 w 156"/>
                  <a:gd name="T5" fmla="*/ 98 h 98"/>
                  <a:gd name="T6" fmla="*/ 77 w 156"/>
                  <a:gd name="T7" fmla="*/ 63 h 98"/>
                  <a:gd name="T8" fmla="*/ 118 w 156"/>
                  <a:gd name="T9" fmla="*/ 43 h 98"/>
                  <a:gd name="T10" fmla="*/ 156 w 156"/>
                  <a:gd name="T11" fmla="*/ 24 h 98"/>
                  <a:gd name="T12" fmla="*/ 153 w 156"/>
                  <a:gd name="T13" fmla="*/ 0 h 98"/>
                  <a:gd name="T14" fmla="*/ 77 w 156"/>
                  <a:gd name="T15" fmla="*/ 43 h 98"/>
                  <a:gd name="T16" fmla="*/ 41 w 156"/>
                  <a:gd name="T17" fmla="*/ 6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98">
                    <a:moveTo>
                      <a:pt x="41" y="63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1" y="89"/>
                      <a:pt x="3" y="93"/>
                      <a:pt x="4" y="98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118" y="43"/>
                      <a:pt x="118" y="43"/>
                      <a:pt x="118" y="43"/>
                    </a:cubicBezTo>
                    <a:cubicBezTo>
                      <a:pt x="156" y="24"/>
                      <a:pt x="156" y="24"/>
                      <a:pt x="156" y="24"/>
                    </a:cubicBezTo>
                    <a:cubicBezTo>
                      <a:pt x="155" y="14"/>
                      <a:pt x="154" y="5"/>
                      <a:pt x="153" y="0"/>
                    </a:cubicBezTo>
                    <a:cubicBezTo>
                      <a:pt x="77" y="43"/>
                      <a:pt x="77" y="43"/>
                      <a:pt x="77" y="43"/>
                    </a:cubicBezTo>
                    <a:lnTo>
                      <a:pt x="41" y="63"/>
                    </a:ln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59">
                <a:extLst>
                  <a:ext uri="{FF2B5EF4-FFF2-40B4-BE49-F238E27FC236}">
                    <a16:creationId xmlns:a16="http://schemas.microsoft.com/office/drawing/2014/main" id="{80F087BB-0630-49ED-98FD-E34DA6AB8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4814" y="4837113"/>
                <a:ext cx="71438" cy="84138"/>
              </a:xfrm>
              <a:custGeom>
                <a:avLst/>
                <a:gdLst>
                  <a:gd name="T0" fmla="*/ 1 w 33"/>
                  <a:gd name="T1" fmla="*/ 39 h 39"/>
                  <a:gd name="T2" fmla="*/ 33 w 33"/>
                  <a:gd name="T3" fmla="*/ 24 h 39"/>
                  <a:gd name="T4" fmla="*/ 30 w 33"/>
                  <a:gd name="T5" fmla="*/ 0 h 39"/>
                  <a:gd name="T6" fmla="*/ 0 w 33"/>
                  <a:gd name="T7" fmla="*/ 17 h 39"/>
                  <a:gd name="T8" fmla="*/ 1 w 33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9">
                    <a:moveTo>
                      <a:pt x="1" y="39"/>
                    </a:move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14"/>
                      <a:pt x="31" y="5"/>
                      <a:pt x="30" y="0"/>
                    </a:cubicBezTo>
                    <a:cubicBezTo>
                      <a:pt x="0" y="17"/>
                      <a:pt x="0" y="17"/>
                      <a:pt x="0" y="17"/>
                    </a:cubicBez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C6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60">
                <a:extLst>
                  <a:ext uri="{FF2B5EF4-FFF2-40B4-BE49-F238E27FC236}">
                    <a16:creationId xmlns:a16="http://schemas.microsoft.com/office/drawing/2014/main" id="{3D480510-1779-4546-BA31-D937CDE1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951" y="5516563"/>
                <a:ext cx="338138" cy="46038"/>
              </a:xfrm>
              <a:custGeom>
                <a:avLst/>
                <a:gdLst>
                  <a:gd name="T0" fmla="*/ 158 w 158"/>
                  <a:gd name="T1" fmla="*/ 7 h 22"/>
                  <a:gd name="T2" fmla="*/ 0 w 158"/>
                  <a:gd name="T3" fmla="*/ 0 h 22"/>
                  <a:gd name="T4" fmla="*/ 1 w 158"/>
                  <a:gd name="T5" fmla="*/ 15 h 22"/>
                  <a:gd name="T6" fmla="*/ 156 w 158"/>
                  <a:gd name="T7" fmla="*/ 22 h 22"/>
                  <a:gd name="T8" fmla="*/ 158 w 158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8" h="22">
                    <a:moveTo>
                      <a:pt x="158" y="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" y="11"/>
                      <a:pt x="1" y="15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7" y="17"/>
                      <a:pt x="158" y="12"/>
                      <a:pt x="158" y="7"/>
                    </a:cubicBezTo>
                    <a:close/>
                  </a:path>
                </a:pathLst>
              </a:custGeom>
              <a:solidFill>
                <a:srgbClr val="F45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61">
                <a:extLst>
                  <a:ext uri="{FF2B5EF4-FFF2-40B4-BE49-F238E27FC236}">
                    <a16:creationId xmlns:a16="http://schemas.microsoft.com/office/drawing/2014/main" id="{77429E6D-CD0F-455F-A823-C2BD0ED1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801" y="5510213"/>
                <a:ext cx="331788" cy="57150"/>
              </a:xfrm>
              <a:custGeom>
                <a:avLst/>
                <a:gdLst>
                  <a:gd name="T0" fmla="*/ 0 w 155"/>
                  <a:gd name="T1" fmla="*/ 12 h 27"/>
                  <a:gd name="T2" fmla="*/ 2 w 155"/>
                  <a:gd name="T3" fmla="*/ 27 h 27"/>
                  <a:gd name="T4" fmla="*/ 154 w 155"/>
                  <a:gd name="T5" fmla="*/ 16 h 27"/>
                  <a:gd name="T6" fmla="*/ 155 w 155"/>
                  <a:gd name="T7" fmla="*/ 0 h 27"/>
                  <a:gd name="T8" fmla="*/ 0 w 155"/>
                  <a:gd name="T9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5" h="27">
                    <a:moveTo>
                      <a:pt x="0" y="12"/>
                    </a:moveTo>
                    <a:cubicBezTo>
                      <a:pt x="0" y="17"/>
                      <a:pt x="1" y="22"/>
                      <a:pt x="2" y="27"/>
                    </a:cubicBezTo>
                    <a:cubicBezTo>
                      <a:pt x="154" y="16"/>
                      <a:pt x="154" y="16"/>
                      <a:pt x="154" y="16"/>
                    </a:cubicBezTo>
                    <a:cubicBezTo>
                      <a:pt x="155" y="11"/>
                      <a:pt x="155" y="6"/>
                      <a:pt x="155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45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62">
                <a:extLst>
                  <a:ext uri="{FF2B5EF4-FFF2-40B4-BE49-F238E27FC236}">
                    <a16:creationId xmlns:a16="http://schemas.microsoft.com/office/drawing/2014/main" id="{1BD965CA-0B29-4531-93A5-11BA5A89C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6564" y="5510213"/>
                <a:ext cx="73025" cy="38100"/>
              </a:xfrm>
              <a:custGeom>
                <a:avLst/>
                <a:gdLst>
                  <a:gd name="T0" fmla="*/ 0 w 34"/>
                  <a:gd name="T1" fmla="*/ 18 h 18"/>
                  <a:gd name="T2" fmla="*/ 33 w 34"/>
                  <a:gd name="T3" fmla="*/ 16 h 18"/>
                  <a:gd name="T4" fmla="*/ 34 w 34"/>
                  <a:gd name="T5" fmla="*/ 0 h 18"/>
                  <a:gd name="T6" fmla="*/ 0 w 34"/>
                  <a:gd name="T7" fmla="*/ 3 h 18"/>
                  <a:gd name="T8" fmla="*/ 0 w 34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33" y="16"/>
                      <a:pt x="33" y="16"/>
                      <a:pt x="33" y="16"/>
                    </a:cubicBezTo>
                    <a:cubicBezTo>
                      <a:pt x="34" y="11"/>
                      <a:pt x="34" y="6"/>
                      <a:pt x="3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8"/>
                      <a:pt x="0" y="14"/>
                      <a:pt x="0" y="18"/>
                    </a:cubicBezTo>
                    <a:close/>
                  </a:path>
                </a:pathLst>
              </a:custGeom>
              <a:solidFill>
                <a:srgbClr val="E95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63">
                <a:extLst>
                  <a:ext uri="{FF2B5EF4-FFF2-40B4-BE49-F238E27FC236}">
                    <a16:creationId xmlns:a16="http://schemas.microsoft.com/office/drawing/2014/main" id="{303A71EB-9ABE-4CB9-B492-7FD2FBEFD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214" y="4667250"/>
                <a:ext cx="166688" cy="249238"/>
              </a:xfrm>
              <a:custGeom>
                <a:avLst/>
                <a:gdLst>
                  <a:gd name="T0" fmla="*/ 78 w 78"/>
                  <a:gd name="T1" fmla="*/ 0 h 116"/>
                  <a:gd name="T2" fmla="*/ 78 w 78"/>
                  <a:gd name="T3" fmla="*/ 99 h 116"/>
                  <a:gd name="T4" fmla="*/ 60 w 78"/>
                  <a:gd name="T5" fmla="*/ 116 h 116"/>
                  <a:gd name="T6" fmla="*/ 17 w 78"/>
                  <a:gd name="T7" fmla="*/ 116 h 116"/>
                  <a:gd name="T8" fmla="*/ 0 w 78"/>
                  <a:gd name="T9" fmla="*/ 99 h 116"/>
                  <a:gd name="T10" fmla="*/ 0 w 78"/>
                  <a:gd name="T11" fmla="*/ 0 h 116"/>
                  <a:gd name="T12" fmla="*/ 78 w 78"/>
                  <a:gd name="T1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116">
                    <a:moveTo>
                      <a:pt x="78" y="0"/>
                    </a:moveTo>
                    <a:cubicBezTo>
                      <a:pt x="78" y="99"/>
                      <a:pt x="78" y="99"/>
                      <a:pt x="78" y="99"/>
                    </a:cubicBezTo>
                    <a:cubicBezTo>
                      <a:pt x="78" y="108"/>
                      <a:pt x="70" y="116"/>
                      <a:pt x="60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8" y="116"/>
                      <a:pt x="0" y="108"/>
                      <a:pt x="0" y="9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CFD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64">
                <a:extLst>
                  <a:ext uri="{FF2B5EF4-FFF2-40B4-BE49-F238E27FC236}">
                    <a16:creationId xmlns:a16="http://schemas.microsoft.com/office/drawing/2014/main" id="{D7C7A939-D430-4604-9EDA-97740BF0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176" y="4146550"/>
                <a:ext cx="420688" cy="466725"/>
              </a:xfrm>
              <a:custGeom>
                <a:avLst/>
                <a:gdLst>
                  <a:gd name="T0" fmla="*/ 80 w 196"/>
                  <a:gd name="T1" fmla="*/ 9 h 218"/>
                  <a:gd name="T2" fmla="*/ 68 w 196"/>
                  <a:gd name="T3" fmla="*/ 0 h 218"/>
                  <a:gd name="T4" fmla="*/ 70 w 196"/>
                  <a:gd name="T5" fmla="*/ 14 h 218"/>
                  <a:gd name="T6" fmla="*/ 66 w 196"/>
                  <a:gd name="T7" fmla="*/ 83 h 218"/>
                  <a:gd name="T8" fmla="*/ 46 w 196"/>
                  <a:gd name="T9" fmla="*/ 97 h 218"/>
                  <a:gd name="T10" fmla="*/ 41 w 196"/>
                  <a:gd name="T11" fmla="*/ 98 h 218"/>
                  <a:gd name="T12" fmla="*/ 0 w 196"/>
                  <a:gd name="T13" fmla="*/ 87 h 218"/>
                  <a:gd name="T14" fmla="*/ 65 w 196"/>
                  <a:gd name="T15" fmla="*/ 215 h 218"/>
                  <a:gd name="T16" fmla="*/ 136 w 196"/>
                  <a:gd name="T17" fmla="*/ 202 h 218"/>
                  <a:gd name="T18" fmla="*/ 184 w 196"/>
                  <a:gd name="T19" fmla="*/ 164 h 218"/>
                  <a:gd name="T20" fmla="*/ 196 w 196"/>
                  <a:gd name="T21" fmla="*/ 154 h 218"/>
                  <a:gd name="T22" fmla="*/ 184 w 196"/>
                  <a:gd name="T23" fmla="*/ 134 h 218"/>
                  <a:gd name="T24" fmla="*/ 184 w 196"/>
                  <a:gd name="T25" fmla="*/ 134 h 218"/>
                  <a:gd name="T26" fmla="*/ 154 w 196"/>
                  <a:gd name="T27" fmla="*/ 164 h 218"/>
                  <a:gd name="T28" fmla="*/ 127 w 196"/>
                  <a:gd name="T29" fmla="*/ 188 h 218"/>
                  <a:gd name="T30" fmla="*/ 121 w 196"/>
                  <a:gd name="T31" fmla="*/ 191 h 218"/>
                  <a:gd name="T32" fmla="*/ 56 w 196"/>
                  <a:gd name="T33" fmla="*/ 183 h 218"/>
                  <a:gd name="T34" fmla="*/ 28 w 196"/>
                  <a:gd name="T35" fmla="*/ 106 h 218"/>
                  <a:gd name="T36" fmla="*/ 80 w 196"/>
                  <a:gd name="T37" fmla="*/ 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6" h="218">
                    <a:moveTo>
                      <a:pt x="80" y="9"/>
                    </a:moveTo>
                    <a:cubicBezTo>
                      <a:pt x="75" y="4"/>
                      <a:pt x="71" y="1"/>
                      <a:pt x="68" y="0"/>
                    </a:cubicBezTo>
                    <a:cubicBezTo>
                      <a:pt x="69" y="4"/>
                      <a:pt x="69" y="9"/>
                      <a:pt x="70" y="14"/>
                    </a:cubicBezTo>
                    <a:cubicBezTo>
                      <a:pt x="73" y="43"/>
                      <a:pt x="76" y="68"/>
                      <a:pt x="66" y="83"/>
                    </a:cubicBezTo>
                    <a:cubicBezTo>
                      <a:pt x="62" y="90"/>
                      <a:pt x="56" y="95"/>
                      <a:pt x="46" y="97"/>
                    </a:cubicBezTo>
                    <a:cubicBezTo>
                      <a:pt x="44" y="97"/>
                      <a:pt x="42" y="97"/>
                      <a:pt x="41" y="98"/>
                    </a:cubicBezTo>
                    <a:cubicBezTo>
                      <a:pt x="26" y="99"/>
                      <a:pt x="12" y="95"/>
                      <a:pt x="0" y="87"/>
                    </a:cubicBezTo>
                    <a:cubicBezTo>
                      <a:pt x="4" y="100"/>
                      <a:pt x="36" y="211"/>
                      <a:pt x="65" y="215"/>
                    </a:cubicBezTo>
                    <a:cubicBezTo>
                      <a:pt x="94" y="218"/>
                      <a:pt x="120" y="217"/>
                      <a:pt x="136" y="202"/>
                    </a:cubicBezTo>
                    <a:cubicBezTo>
                      <a:pt x="141" y="198"/>
                      <a:pt x="161" y="182"/>
                      <a:pt x="184" y="164"/>
                    </a:cubicBezTo>
                    <a:cubicBezTo>
                      <a:pt x="188" y="161"/>
                      <a:pt x="192" y="157"/>
                      <a:pt x="196" y="154"/>
                    </a:cubicBezTo>
                    <a:cubicBezTo>
                      <a:pt x="184" y="134"/>
                      <a:pt x="184" y="134"/>
                      <a:pt x="184" y="134"/>
                    </a:cubicBezTo>
                    <a:cubicBezTo>
                      <a:pt x="184" y="134"/>
                      <a:pt x="184" y="134"/>
                      <a:pt x="184" y="134"/>
                    </a:cubicBezTo>
                    <a:cubicBezTo>
                      <a:pt x="173" y="144"/>
                      <a:pt x="163" y="155"/>
                      <a:pt x="154" y="164"/>
                    </a:cubicBezTo>
                    <a:cubicBezTo>
                      <a:pt x="142" y="175"/>
                      <a:pt x="132" y="185"/>
                      <a:pt x="127" y="188"/>
                    </a:cubicBezTo>
                    <a:cubicBezTo>
                      <a:pt x="125" y="189"/>
                      <a:pt x="123" y="190"/>
                      <a:pt x="121" y="191"/>
                    </a:cubicBezTo>
                    <a:cubicBezTo>
                      <a:pt x="100" y="200"/>
                      <a:pt x="69" y="199"/>
                      <a:pt x="56" y="183"/>
                    </a:cubicBezTo>
                    <a:cubicBezTo>
                      <a:pt x="42" y="165"/>
                      <a:pt x="28" y="106"/>
                      <a:pt x="28" y="106"/>
                    </a:cubicBezTo>
                    <a:cubicBezTo>
                      <a:pt x="94" y="109"/>
                      <a:pt x="90" y="57"/>
                      <a:pt x="80" y="9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65">
                <a:extLst>
                  <a:ext uri="{FF2B5EF4-FFF2-40B4-BE49-F238E27FC236}">
                    <a16:creationId xmlns:a16="http://schemas.microsoft.com/office/drawing/2014/main" id="{CF431656-8704-4F82-ADE3-DDF0D4133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976" y="4308475"/>
                <a:ext cx="130175" cy="180975"/>
              </a:xfrm>
              <a:custGeom>
                <a:avLst/>
                <a:gdLst>
                  <a:gd name="T0" fmla="*/ 41 w 61"/>
                  <a:gd name="T1" fmla="*/ 47 h 84"/>
                  <a:gd name="T2" fmla="*/ 47 w 61"/>
                  <a:gd name="T3" fmla="*/ 84 h 84"/>
                  <a:gd name="T4" fmla="*/ 61 w 61"/>
                  <a:gd name="T5" fmla="*/ 69 h 84"/>
                  <a:gd name="T6" fmla="*/ 51 w 61"/>
                  <a:gd name="T7" fmla="*/ 3 h 84"/>
                  <a:gd name="T8" fmla="*/ 34 w 61"/>
                  <a:gd name="T9" fmla="*/ 10 h 84"/>
                  <a:gd name="T10" fmla="*/ 3 w 61"/>
                  <a:gd name="T11" fmla="*/ 38 h 84"/>
                  <a:gd name="T12" fmla="*/ 0 w 61"/>
                  <a:gd name="T13" fmla="*/ 40 h 84"/>
                  <a:gd name="T14" fmla="*/ 3 w 61"/>
                  <a:gd name="T15" fmla="*/ 44 h 84"/>
                  <a:gd name="T16" fmla="*/ 15 w 61"/>
                  <a:gd name="T17" fmla="*/ 61 h 84"/>
                  <a:gd name="T18" fmla="*/ 39 w 61"/>
                  <a:gd name="T19" fmla="*/ 40 h 84"/>
                  <a:gd name="T20" fmla="*/ 41 w 61"/>
                  <a:gd name="T21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84">
                    <a:moveTo>
                      <a:pt x="41" y="47"/>
                    </a:moveTo>
                    <a:cubicBezTo>
                      <a:pt x="44" y="58"/>
                      <a:pt x="46" y="71"/>
                      <a:pt x="47" y="84"/>
                    </a:cubicBezTo>
                    <a:cubicBezTo>
                      <a:pt x="53" y="78"/>
                      <a:pt x="57" y="73"/>
                      <a:pt x="61" y="69"/>
                    </a:cubicBezTo>
                    <a:cubicBezTo>
                      <a:pt x="60" y="37"/>
                      <a:pt x="56" y="7"/>
                      <a:pt x="51" y="3"/>
                    </a:cubicBezTo>
                    <a:cubicBezTo>
                      <a:pt x="49" y="0"/>
                      <a:pt x="43" y="4"/>
                      <a:pt x="34" y="10"/>
                    </a:cubicBezTo>
                    <a:cubicBezTo>
                      <a:pt x="26" y="17"/>
                      <a:pt x="15" y="27"/>
                      <a:pt x="3" y="38"/>
                    </a:cubicBezTo>
                    <a:cubicBezTo>
                      <a:pt x="2" y="39"/>
                      <a:pt x="1" y="40"/>
                      <a:pt x="0" y="40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25" y="53"/>
                      <a:pt x="33" y="46"/>
                      <a:pt x="39" y="40"/>
                    </a:cubicBezTo>
                    <a:cubicBezTo>
                      <a:pt x="40" y="43"/>
                      <a:pt x="40" y="45"/>
                      <a:pt x="41" y="47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66">
                <a:extLst>
                  <a:ext uri="{FF2B5EF4-FFF2-40B4-BE49-F238E27FC236}">
                    <a16:creationId xmlns:a16="http://schemas.microsoft.com/office/drawing/2014/main" id="{DC89935B-C40D-44FC-9E24-CCD07172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939" y="4530725"/>
                <a:ext cx="157163" cy="306388"/>
              </a:xfrm>
              <a:custGeom>
                <a:avLst/>
                <a:gdLst>
                  <a:gd name="T0" fmla="*/ 15 w 73"/>
                  <a:gd name="T1" fmla="*/ 106 h 143"/>
                  <a:gd name="T2" fmla="*/ 9 w 73"/>
                  <a:gd name="T3" fmla="*/ 127 h 143"/>
                  <a:gd name="T4" fmla="*/ 31 w 73"/>
                  <a:gd name="T5" fmla="*/ 141 h 143"/>
                  <a:gd name="T6" fmla="*/ 73 w 73"/>
                  <a:gd name="T7" fmla="*/ 143 h 143"/>
                  <a:gd name="T8" fmla="*/ 51 w 73"/>
                  <a:gd name="T9" fmla="*/ 117 h 143"/>
                  <a:gd name="T10" fmla="*/ 47 w 73"/>
                  <a:gd name="T11" fmla="*/ 112 h 143"/>
                  <a:gd name="T12" fmla="*/ 25 w 73"/>
                  <a:gd name="T13" fmla="*/ 75 h 143"/>
                  <a:gd name="T14" fmla="*/ 25 w 73"/>
                  <a:gd name="T15" fmla="*/ 64 h 143"/>
                  <a:gd name="T16" fmla="*/ 25 w 73"/>
                  <a:gd name="T17" fmla="*/ 0 h 143"/>
                  <a:gd name="T18" fmla="*/ 10 w 73"/>
                  <a:gd name="T19" fmla="*/ 20 h 143"/>
                  <a:gd name="T20" fmla="*/ 9 w 73"/>
                  <a:gd name="T21" fmla="*/ 36 h 143"/>
                  <a:gd name="T22" fmla="*/ 9 w 73"/>
                  <a:gd name="T23" fmla="*/ 101 h 143"/>
                  <a:gd name="T24" fmla="*/ 15 w 73"/>
                  <a:gd name="T25" fmla="*/ 106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143">
                    <a:moveTo>
                      <a:pt x="15" y="106"/>
                    </a:moveTo>
                    <a:cubicBezTo>
                      <a:pt x="13" y="113"/>
                      <a:pt x="11" y="120"/>
                      <a:pt x="9" y="127"/>
                    </a:cubicBezTo>
                    <a:cubicBezTo>
                      <a:pt x="15" y="130"/>
                      <a:pt x="22" y="135"/>
                      <a:pt x="31" y="141"/>
                    </a:cubicBezTo>
                    <a:cubicBezTo>
                      <a:pt x="44" y="131"/>
                      <a:pt x="73" y="143"/>
                      <a:pt x="73" y="143"/>
                    </a:cubicBezTo>
                    <a:cubicBezTo>
                      <a:pt x="73" y="143"/>
                      <a:pt x="62" y="130"/>
                      <a:pt x="51" y="117"/>
                    </a:cubicBezTo>
                    <a:cubicBezTo>
                      <a:pt x="50" y="115"/>
                      <a:pt x="48" y="114"/>
                      <a:pt x="47" y="112"/>
                    </a:cubicBezTo>
                    <a:cubicBezTo>
                      <a:pt x="37" y="100"/>
                      <a:pt x="28" y="89"/>
                      <a:pt x="25" y="75"/>
                    </a:cubicBezTo>
                    <a:cubicBezTo>
                      <a:pt x="25" y="72"/>
                      <a:pt x="24" y="68"/>
                      <a:pt x="25" y="64"/>
                    </a:cubicBezTo>
                    <a:cubicBezTo>
                      <a:pt x="26" y="57"/>
                      <a:pt x="26" y="30"/>
                      <a:pt x="25" y="0"/>
                    </a:cubicBezTo>
                    <a:cubicBezTo>
                      <a:pt x="21" y="6"/>
                      <a:pt x="16" y="12"/>
                      <a:pt x="10" y="20"/>
                    </a:cubicBezTo>
                    <a:cubicBezTo>
                      <a:pt x="10" y="25"/>
                      <a:pt x="9" y="31"/>
                      <a:pt x="9" y="36"/>
                    </a:cubicBezTo>
                    <a:cubicBezTo>
                      <a:pt x="5" y="68"/>
                      <a:pt x="0" y="86"/>
                      <a:pt x="9" y="101"/>
                    </a:cubicBezTo>
                    <a:cubicBezTo>
                      <a:pt x="10" y="102"/>
                      <a:pt x="12" y="104"/>
                      <a:pt x="15" y="106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67">
                <a:extLst>
                  <a:ext uri="{FF2B5EF4-FFF2-40B4-BE49-F238E27FC236}">
                    <a16:creationId xmlns:a16="http://schemas.microsoft.com/office/drawing/2014/main" id="{7A192518-BF11-4AC0-8B9D-9825FC4B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951" y="4856163"/>
                <a:ext cx="82550" cy="465138"/>
              </a:xfrm>
              <a:custGeom>
                <a:avLst/>
                <a:gdLst>
                  <a:gd name="T0" fmla="*/ 39 w 39"/>
                  <a:gd name="T1" fmla="*/ 12 h 216"/>
                  <a:gd name="T2" fmla="*/ 18 w 39"/>
                  <a:gd name="T3" fmla="*/ 0 h 216"/>
                  <a:gd name="T4" fmla="*/ 14 w 39"/>
                  <a:gd name="T5" fmla="*/ 32 h 216"/>
                  <a:gd name="T6" fmla="*/ 12 w 39"/>
                  <a:gd name="T7" fmla="*/ 52 h 216"/>
                  <a:gd name="T8" fmla="*/ 0 w 39"/>
                  <a:gd name="T9" fmla="*/ 215 h 216"/>
                  <a:gd name="T10" fmla="*/ 10 w 39"/>
                  <a:gd name="T11" fmla="*/ 216 h 216"/>
                  <a:gd name="T12" fmla="*/ 27 w 39"/>
                  <a:gd name="T13" fmla="*/ 195 h 216"/>
                  <a:gd name="T14" fmla="*/ 37 w 39"/>
                  <a:gd name="T15" fmla="*/ 54 h 216"/>
                  <a:gd name="T16" fmla="*/ 38 w 39"/>
                  <a:gd name="T17" fmla="*/ 34 h 216"/>
                  <a:gd name="T18" fmla="*/ 39 w 39"/>
                  <a:gd name="T19" fmla="*/ 1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216">
                    <a:moveTo>
                      <a:pt x="39" y="12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8"/>
                      <a:pt x="15" y="19"/>
                      <a:pt x="14" y="32"/>
                    </a:cubicBezTo>
                    <a:cubicBezTo>
                      <a:pt x="13" y="39"/>
                      <a:pt x="12" y="45"/>
                      <a:pt x="12" y="52"/>
                    </a:cubicBezTo>
                    <a:cubicBezTo>
                      <a:pt x="7" y="98"/>
                      <a:pt x="2" y="160"/>
                      <a:pt x="0" y="215"/>
                    </a:cubicBezTo>
                    <a:cubicBezTo>
                      <a:pt x="1" y="215"/>
                      <a:pt x="5" y="215"/>
                      <a:pt x="10" y="216"/>
                    </a:cubicBezTo>
                    <a:cubicBezTo>
                      <a:pt x="14" y="208"/>
                      <a:pt x="20" y="201"/>
                      <a:pt x="27" y="195"/>
                    </a:cubicBezTo>
                    <a:cubicBezTo>
                      <a:pt x="29" y="156"/>
                      <a:pt x="34" y="97"/>
                      <a:pt x="37" y="54"/>
                    </a:cubicBezTo>
                    <a:cubicBezTo>
                      <a:pt x="37" y="46"/>
                      <a:pt x="37" y="40"/>
                      <a:pt x="38" y="34"/>
                    </a:cubicBezTo>
                    <a:cubicBezTo>
                      <a:pt x="38" y="25"/>
                      <a:pt x="39" y="18"/>
                      <a:pt x="39" y="12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68">
                <a:extLst>
                  <a:ext uri="{FF2B5EF4-FFF2-40B4-BE49-F238E27FC236}">
                    <a16:creationId xmlns:a16="http://schemas.microsoft.com/office/drawing/2014/main" id="{ACF85064-203C-47C1-80EE-D243FD552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5429250"/>
                <a:ext cx="58738" cy="88900"/>
              </a:xfrm>
              <a:custGeom>
                <a:avLst/>
                <a:gdLst>
                  <a:gd name="T0" fmla="*/ 26 w 27"/>
                  <a:gd name="T1" fmla="*/ 19 h 41"/>
                  <a:gd name="T2" fmla="*/ 12 w 27"/>
                  <a:gd name="T3" fmla="*/ 0 h 41"/>
                  <a:gd name="T4" fmla="*/ 0 w 27"/>
                  <a:gd name="T5" fmla="*/ 0 h 41"/>
                  <a:gd name="T6" fmla="*/ 1 w 27"/>
                  <a:gd name="T7" fmla="*/ 40 h 41"/>
                  <a:gd name="T8" fmla="*/ 27 w 27"/>
                  <a:gd name="T9" fmla="*/ 41 h 41"/>
                  <a:gd name="T10" fmla="*/ 26 w 27"/>
                  <a:gd name="T11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26" y="19"/>
                    </a:moveTo>
                    <a:cubicBezTo>
                      <a:pt x="20" y="14"/>
                      <a:pt x="15" y="7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"/>
                      <a:pt x="0" y="28"/>
                      <a:pt x="1" y="40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34"/>
                      <a:pt x="26" y="27"/>
                      <a:pt x="26" y="19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69">
                <a:extLst>
                  <a:ext uri="{FF2B5EF4-FFF2-40B4-BE49-F238E27FC236}">
                    <a16:creationId xmlns:a16="http://schemas.microsoft.com/office/drawing/2014/main" id="{A129EE60-F3AA-4F1D-8C43-5786970B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5275263"/>
                <a:ext cx="60325" cy="195263"/>
              </a:xfrm>
              <a:custGeom>
                <a:avLst/>
                <a:gdLst>
                  <a:gd name="T0" fmla="*/ 0 w 28"/>
                  <a:gd name="T1" fmla="*/ 72 h 91"/>
                  <a:gd name="T2" fmla="*/ 12 w 28"/>
                  <a:gd name="T3" fmla="*/ 72 h 91"/>
                  <a:gd name="T4" fmla="*/ 26 w 28"/>
                  <a:gd name="T5" fmla="*/ 91 h 91"/>
                  <a:gd name="T6" fmla="*/ 25 w 28"/>
                  <a:gd name="T7" fmla="*/ 31 h 91"/>
                  <a:gd name="T8" fmla="*/ 28 w 28"/>
                  <a:gd name="T9" fmla="*/ 0 h 91"/>
                  <a:gd name="T10" fmla="*/ 11 w 28"/>
                  <a:gd name="T11" fmla="*/ 21 h 91"/>
                  <a:gd name="T12" fmla="*/ 1 w 28"/>
                  <a:gd name="T13" fmla="*/ 20 h 91"/>
                  <a:gd name="T14" fmla="*/ 0 w 28"/>
                  <a:gd name="T15" fmla="*/ 7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91">
                    <a:moveTo>
                      <a:pt x="0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5" y="79"/>
                      <a:pt x="20" y="86"/>
                      <a:pt x="26" y="91"/>
                    </a:cubicBezTo>
                    <a:cubicBezTo>
                      <a:pt x="25" y="71"/>
                      <a:pt x="24" y="48"/>
                      <a:pt x="25" y="31"/>
                    </a:cubicBezTo>
                    <a:cubicBezTo>
                      <a:pt x="26" y="24"/>
                      <a:pt x="27" y="13"/>
                      <a:pt x="28" y="0"/>
                    </a:cubicBezTo>
                    <a:cubicBezTo>
                      <a:pt x="21" y="6"/>
                      <a:pt x="15" y="13"/>
                      <a:pt x="11" y="21"/>
                    </a:cubicBezTo>
                    <a:cubicBezTo>
                      <a:pt x="6" y="20"/>
                      <a:pt x="2" y="20"/>
                      <a:pt x="1" y="2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C7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70">
                <a:extLst>
                  <a:ext uri="{FF2B5EF4-FFF2-40B4-BE49-F238E27FC236}">
                    <a16:creationId xmlns:a16="http://schemas.microsoft.com/office/drawing/2014/main" id="{9D9629EB-087F-40B3-B6F2-5655B703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051" y="4803775"/>
                <a:ext cx="55563" cy="79375"/>
              </a:xfrm>
              <a:custGeom>
                <a:avLst/>
                <a:gdLst>
                  <a:gd name="T0" fmla="*/ 0 w 26"/>
                  <a:gd name="T1" fmla="*/ 25 h 37"/>
                  <a:gd name="T2" fmla="*/ 21 w 26"/>
                  <a:gd name="T3" fmla="*/ 37 h 37"/>
                  <a:gd name="T4" fmla="*/ 21 w 26"/>
                  <a:gd name="T5" fmla="*/ 28 h 37"/>
                  <a:gd name="T6" fmla="*/ 26 w 26"/>
                  <a:gd name="T7" fmla="*/ 14 h 37"/>
                  <a:gd name="T8" fmla="*/ 4 w 26"/>
                  <a:gd name="T9" fmla="*/ 0 h 37"/>
                  <a:gd name="T10" fmla="*/ 2 w 26"/>
                  <a:gd name="T11" fmla="*/ 11 h 37"/>
                  <a:gd name="T12" fmla="*/ 0 w 26"/>
                  <a:gd name="T13" fmla="*/ 2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7">
                    <a:moveTo>
                      <a:pt x="0" y="25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3"/>
                      <a:pt x="21" y="30"/>
                      <a:pt x="21" y="28"/>
                    </a:cubicBezTo>
                    <a:cubicBezTo>
                      <a:pt x="21" y="21"/>
                      <a:pt x="23" y="17"/>
                      <a:pt x="26" y="14"/>
                    </a:cubicBezTo>
                    <a:cubicBezTo>
                      <a:pt x="17" y="8"/>
                      <a:pt x="10" y="3"/>
                      <a:pt x="4" y="0"/>
                    </a:cubicBezTo>
                    <a:cubicBezTo>
                      <a:pt x="3" y="4"/>
                      <a:pt x="2" y="8"/>
                      <a:pt x="2" y="11"/>
                    </a:cubicBezTo>
                    <a:cubicBezTo>
                      <a:pt x="1" y="14"/>
                      <a:pt x="0" y="18"/>
                      <a:pt x="0" y="25"/>
                    </a:cubicBezTo>
                    <a:close/>
                  </a:path>
                </a:pathLst>
              </a:custGeom>
              <a:solidFill>
                <a:srgbClr val="C6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171">
                <a:extLst>
                  <a:ext uri="{FF2B5EF4-FFF2-40B4-BE49-F238E27FC236}">
                    <a16:creationId xmlns:a16="http://schemas.microsoft.com/office/drawing/2014/main" id="{2C59B6D1-EC96-496A-B1F9-18E764F0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951" y="5516563"/>
                <a:ext cx="57150" cy="33338"/>
              </a:xfrm>
              <a:custGeom>
                <a:avLst/>
                <a:gdLst>
                  <a:gd name="T0" fmla="*/ 26 w 27"/>
                  <a:gd name="T1" fmla="*/ 1 h 16"/>
                  <a:gd name="T2" fmla="*/ 0 w 27"/>
                  <a:gd name="T3" fmla="*/ 0 h 16"/>
                  <a:gd name="T4" fmla="*/ 1 w 27"/>
                  <a:gd name="T5" fmla="*/ 15 h 16"/>
                  <a:gd name="T6" fmla="*/ 27 w 27"/>
                  <a:gd name="T7" fmla="*/ 16 h 16"/>
                  <a:gd name="T8" fmla="*/ 26 w 27"/>
                  <a:gd name="T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6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" y="11"/>
                      <a:pt x="1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2"/>
                      <a:pt x="26" y="7"/>
                      <a:pt x="26" y="1"/>
                    </a:cubicBezTo>
                    <a:close/>
                  </a:path>
                </a:pathLst>
              </a:custGeom>
              <a:solidFill>
                <a:srgbClr val="E95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172">
                <a:extLst>
                  <a:ext uri="{FF2B5EF4-FFF2-40B4-BE49-F238E27FC236}">
                    <a16:creationId xmlns:a16="http://schemas.microsoft.com/office/drawing/2014/main" id="{58851B7F-8C6B-447E-9B9D-05F04CB5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539" y="5548313"/>
                <a:ext cx="58738" cy="44450"/>
              </a:xfrm>
              <a:custGeom>
                <a:avLst/>
                <a:gdLst>
                  <a:gd name="T0" fmla="*/ 25 w 27"/>
                  <a:gd name="T1" fmla="*/ 1 h 21"/>
                  <a:gd name="T2" fmla="*/ 0 w 27"/>
                  <a:gd name="T3" fmla="*/ 0 h 21"/>
                  <a:gd name="T4" fmla="*/ 4 w 27"/>
                  <a:gd name="T5" fmla="*/ 19 h 21"/>
                  <a:gd name="T6" fmla="*/ 27 w 27"/>
                  <a:gd name="T7" fmla="*/ 21 h 21"/>
                  <a:gd name="T8" fmla="*/ 25 w 27"/>
                  <a:gd name="T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25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2" y="14"/>
                      <a:pt x="4" y="19"/>
                    </a:cubicBezTo>
                    <a:cubicBezTo>
                      <a:pt x="5" y="19"/>
                      <a:pt x="14" y="20"/>
                      <a:pt x="27" y="21"/>
                    </a:cubicBezTo>
                    <a:cubicBezTo>
                      <a:pt x="26" y="16"/>
                      <a:pt x="26" y="9"/>
                      <a:pt x="25" y="1"/>
                    </a:cubicBez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74">
                <a:extLst>
                  <a:ext uri="{FF2B5EF4-FFF2-40B4-BE49-F238E27FC236}">
                    <a16:creationId xmlns:a16="http://schemas.microsoft.com/office/drawing/2014/main" id="{99C0120A-E357-4BE7-ACC2-2645B8D0DC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0914" y="6053138"/>
                <a:ext cx="1257300" cy="106363"/>
              </a:xfrm>
              <a:custGeom>
                <a:avLst/>
                <a:gdLst>
                  <a:gd name="T0" fmla="*/ 177 w 585"/>
                  <a:gd name="T1" fmla="*/ 48 h 50"/>
                  <a:gd name="T2" fmla="*/ 178 w 585"/>
                  <a:gd name="T3" fmla="*/ 47 h 50"/>
                  <a:gd name="T4" fmla="*/ 177 w 585"/>
                  <a:gd name="T5" fmla="*/ 47 h 50"/>
                  <a:gd name="T6" fmla="*/ 25 w 585"/>
                  <a:gd name="T7" fmla="*/ 44 h 50"/>
                  <a:gd name="T8" fmla="*/ 24 w 585"/>
                  <a:gd name="T9" fmla="*/ 45 h 50"/>
                  <a:gd name="T10" fmla="*/ 25 w 585"/>
                  <a:gd name="T11" fmla="*/ 44 h 50"/>
                  <a:gd name="T12" fmla="*/ 584 w 585"/>
                  <a:gd name="T13" fmla="*/ 0 h 50"/>
                  <a:gd name="T14" fmla="*/ 569 w 585"/>
                  <a:gd name="T15" fmla="*/ 1 h 50"/>
                  <a:gd name="T16" fmla="*/ 569 w 585"/>
                  <a:gd name="T17" fmla="*/ 8 h 50"/>
                  <a:gd name="T18" fmla="*/ 585 w 585"/>
                  <a:gd name="T19" fmla="*/ 0 h 50"/>
                  <a:gd name="T20" fmla="*/ 245 w 585"/>
                  <a:gd name="T21" fmla="*/ 3 h 50"/>
                  <a:gd name="T22" fmla="*/ 267 w 585"/>
                  <a:gd name="T23" fmla="*/ 15 h 50"/>
                  <a:gd name="T24" fmla="*/ 237 w 585"/>
                  <a:gd name="T25" fmla="*/ 40 h 50"/>
                  <a:gd name="T26" fmla="*/ 235 w 585"/>
                  <a:gd name="T27" fmla="*/ 42 h 50"/>
                  <a:gd name="T28" fmla="*/ 236 w 585"/>
                  <a:gd name="T29" fmla="*/ 44 h 50"/>
                  <a:gd name="T30" fmla="*/ 379 w 585"/>
                  <a:gd name="T31" fmla="*/ 30 h 50"/>
                  <a:gd name="T32" fmla="*/ 379 w 585"/>
                  <a:gd name="T33" fmla="*/ 29 h 50"/>
                  <a:gd name="T34" fmla="*/ 379 w 585"/>
                  <a:gd name="T35" fmla="*/ 27 h 50"/>
                  <a:gd name="T36" fmla="*/ 378 w 585"/>
                  <a:gd name="T37" fmla="*/ 26 h 50"/>
                  <a:gd name="T38" fmla="*/ 378 w 585"/>
                  <a:gd name="T39" fmla="*/ 25 h 50"/>
                  <a:gd name="T40" fmla="*/ 378 w 585"/>
                  <a:gd name="T41" fmla="*/ 23 h 50"/>
                  <a:gd name="T42" fmla="*/ 377 w 585"/>
                  <a:gd name="T43" fmla="*/ 22 h 50"/>
                  <a:gd name="T44" fmla="*/ 377 w 585"/>
                  <a:gd name="T45" fmla="*/ 21 h 50"/>
                  <a:gd name="T46" fmla="*/ 377 w 585"/>
                  <a:gd name="T47" fmla="*/ 20 h 50"/>
                  <a:gd name="T48" fmla="*/ 376 w 585"/>
                  <a:gd name="T49" fmla="*/ 19 h 50"/>
                  <a:gd name="T50" fmla="*/ 378 w 585"/>
                  <a:gd name="T51" fmla="*/ 16 h 50"/>
                  <a:gd name="T52" fmla="*/ 384 w 585"/>
                  <a:gd name="T53" fmla="*/ 15 h 50"/>
                  <a:gd name="T54" fmla="*/ 386 w 585"/>
                  <a:gd name="T55" fmla="*/ 14 h 50"/>
                  <a:gd name="T56" fmla="*/ 391 w 585"/>
                  <a:gd name="T57" fmla="*/ 13 h 50"/>
                  <a:gd name="T58" fmla="*/ 395 w 585"/>
                  <a:gd name="T59" fmla="*/ 12 h 50"/>
                  <a:gd name="T60" fmla="*/ 399 w 585"/>
                  <a:gd name="T61" fmla="*/ 11 h 50"/>
                  <a:gd name="T62" fmla="*/ 402 w 585"/>
                  <a:gd name="T63" fmla="*/ 10 h 50"/>
                  <a:gd name="T64" fmla="*/ 404 w 585"/>
                  <a:gd name="T65" fmla="*/ 9 h 50"/>
                  <a:gd name="T66" fmla="*/ 406 w 585"/>
                  <a:gd name="T67" fmla="*/ 7 h 50"/>
                  <a:gd name="T68" fmla="*/ 407 w 585"/>
                  <a:gd name="T69" fmla="*/ 5 h 50"/>
                  <a:gd name="T70" fmla="*/ 404 w 585"/>
                  <a:gd name="T71" fmla="*/ 3 h 50"/>
                  <a:gd name="T72" fmla="*/ 403 w 585"/>
                  <a:gd name="T73" fmla="*/ 2 h 50"/>
                  <a:gd name="T74" fmla="*/ 398 w 585"/>
                  <a:gd name="T75" fmla="*/ 0 h 50"/>
                  <a:gd name="T76" fmla="*/ 38 w 585"/>
                  <a:gd name="T77" fmla="*/ 0 h 50"/>
                  <a:gd name="T78" fmla="*/ 9 w 585"/>
                  <a:gd name="T79" fmla="*/ 0 h 50"/>
                  <a:gd name="T80" fmla="*/ 4 w 585"/>
                  <a:gd name="T81" fmla="*/ 3 h 50"/>
                  <a:gd name="T82" fmla="*/ 1 w 585"/>
                  <a:gd name="T83" fmla="*/ 4 h 50"/>
                  <a:gd name="T84" fmla="*/ 1 w 585"/>
                  <a:gd name="T85" fmla="*/ 7 h 50"/>
                  <a:gd name="T86" fmla="*/ 2 w 585"/>
                  <a:gd name="T87" fmla="*/ 8 h 50"/>
                  <a:gd name="T88" fmla="*/ 4 w 585"/>
                  <a:gd name="T89" fmla="*/ 9 h 50"/>
                  <a:gd name="T90" fmla="*/ 6 w 585"/>
                  <a:gd name="T91" fmla="*/ 11 h 50"/>
                  <a:gd name="T92" fmla="*/ 10 w 585"/>
                  <a:gd name="T93" fmla="*/ 12 h 50"/>
                  <a:gd name="T94" fmla="*/ 14 w 585"/>
                  <a:gd name="T95" fmla="*/ 13 h 50"/>
                  <a:gd name="T96" fmla="*/ 18 w 585"/>
                  <a:gd name="T97" fmla="*/ 14 h 50"/>
                  <a:gd name="T98" fmla="*/ 23 w 585"/>
                  <a:gd name="T99" fmla="*/ 15 h 50"/>
                  <a:gd name="T100" fmla="*/ 26 w 585"/>
                  <a:gd name="T101" fmla="*/ 16 h 50"/>
                  <a:gd name="T102" fmla="*/ 31 w 585"/>
                  <a:gd name="T103" fmla="*/ 18 h 50"/>
                  <a:gd name="T104" fmla="*/ 25 w 585"/>
                  <a:gd name="T105" fmla="*/ 44 h 50"/>
                  <a:gd name="T106" fmla="*/ 80 w 585"/>
                  <a:gd name="T107" fmla="*/ 49 h 50"/>
                  <a:gd name="T108" fmla="*/ 177 w 585"/>
                  <a:gd name="T109" fmla="*/ 48 h 50"/>
                  <a:gd name="T110" fmla="*/ 141 w 585"/>
                  <a:gd name="T111" fmla="*/ 14 h 50"/>
                  <a:gd name="T112" fmla="*/ 162 w 585"/>
                  <a:gd name="T113" fmla="*/ 3 h 50"/>
                  <a:gd name="T114" fmla="*/ 78 w 585"/>
                  <a:gd name="T115" fmla="*/ 1 h 50"/>
                  <a:gd name="T116" fmla="*/ 38 w 585"/>
                  <a:gd name="T11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5" h="50">
                    <a:moveTo>
                      <a:pt x="177" y="47"/>
                    </a:moveTo>
                    <a:cubicBezTo>
                      <a:pt x="177" y="48"/>
                      <a:pt x="177" y="48"/>
                      <a:pt x="177" y="48"/>
                    </a:cubicBezTo>
                    <a:cubicBezTo>
                      <a:pt x="178" y="48"/>
                      <a:pt x="178" y="48"/>
                      <a:pt x="179" y="48"/>
                    </a:cubicBezTo>
                    <a:cubicBezTo>
                      <a:pt x="179" y="48"/>
                      <a:pt x="179" y="48"/>
                      <a:pt x="178" y="47"/>
                    </a:cubicBezTo>
                    <a:cubicBezTo>
                      <a:pt x="178" y="47"/>
                      <a:pt x="178" y="47"/>
                      <a:pt x="178" y="47"/>
                    </a:cubicBezTo>
                    <a:cubicBezTo>
                      <a:pt x="178" y="47"/>
                      <a:pt x="178" y="47"/>
                      <a:pt x="177" y="47"/>
                    </a:cubicBezTo>
                    <a:moveTo>
                      <a:pt x="25" y="44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4" y="45"/>
                      <a:pt x="25" y="45"/>
                      <a:pt x="25" y="45"/>
                    </a:cubicBezTo>
                    <a:cubicBezTo>
                      <a:pt x="25" y="45"/>
                      <a:pt x="25" y="44"/>
                      <a:pt x="25" y="44"/>
                    </a:cubicBezTo>
                    <a:moveTo>
                      <a:pt x="585" y="0"/>
                    </a:moveTo>
                    <a:cubicBezTo>
                      <a:pt x="584" y="0"/>
                      <a:pt x="584" y="0"/>
                      <a:pt x="584" y="0"/>
                    </a:cubicBezTo>
                    <a:cubicBezTo>
                      <a:pt x="584" y="1"/>
                      <a:pt x="584" y="1"/>
                      <a:pt x="584" y="1"/>
                    </a:cubicBezTo>
                    <a:cubicBezTo>
                      <a:pt x="569" y="1"/>
                      <a:pt x="569" y="1"/>
                      <a:pt x="569" y="1"/>
                    </a:cubicBezTo>
                    <a:cubicBezTo>
                      <a:pt x="569" y="1"/>
                      <a:pt x="569" y="1"/>
                      <a:pt x="569" y="1"/>
                    </a:cubicBezTo>
                    <a:cubicBezTo>
                      <a:pt x="569" y="8"/>
                      <a:pt x="569" y="8"/>
                      <a:pt x="569" y="8"/>
                    </a:cubicBezTo>
                    <a:cubicBezTo>
                      <a:pt x="574" y="7"/>
                      <a:pt x="580" y="6"/>
                      <a:pt x="585" y="6"/>
                    </a:cubicBezTo>
                    <a:cubicBezTo>
                      <a:pt x="585" y="0"/>
                      <a:pt x="585" y="0"/>
                      <a:pt x="585" y="0"/>
                    </a:cubicBezTo>
                    <a:moveTo>
                      <a:pt x="374" y="0"/>
                    </a:moveTo>
                    <a:cubicBezTo>
                      <a:pt x="329" y="0"/>
                      <a:pt x="250" y="0"/>
                      <a:pt x="245" y="3"/>
                    </a:cubicBezTo>
                    <a:cubicBezTo>
                      <a:pt x="245" y="3"/>
                      <a:pt x="245" y="5"/>
                      <a:pt x="245" y="6"/>
                    </a:cubicBezTo>
                    <a:cubicBezTo>
                      <a:pt x="245" y="9"/>
                      <a:pt x="253" y="12"/>
                      <a:pt x="267" y="15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5" y="42"/>
                      <a:pt x="235" y="42"/>
                      <a:pt x="235" y="42"/>
                    </a:cubicBezTo>
                    <a:cubicBezTo>
                      <a:pt x="235" y="42"/>
                      <a:pt x="235" y="42"/>
                      <a:pt x="235" y="42"/>
                    </a:cubicBezTo>
                    <a:cubicBezTo>
                      <a:pt x="234" y="42"/>
                      <a:pt x="235" y="43"/>
                      <a:pt x="237" y="43"/>
                    </a:cubicBezTo>
                    <a:cubicBezTo>
                      <a:pt x="237" y="43"/>
                      <a:pt x="237" y="43"/>
                      <a:pt x="236" y="44"/>
                    </a:cubicBezTo>
                    <a:cubicBezTo>
                      <a:pt x="280" y="40"/>
                      <a:pt x="328" y="36"/>
                      <a:pt x="380" y="30"/>
                    </a:cubicBezTo>
                    <a:cubicBezTo>
                      <a:pt x="379" y="30"/>
                      <a:pt x="379" y="30"/>
                      <a:pt x="379" y="30"/>
                    </a:cubicBezTo>
                    <a:cubicBezTo>
                      <a:pt x="379" y="29"/>
                      <a:pt x="379" y="29"/>
                      <a:pt x="379" y="29"/>
                    </a:cubicBezTo>
                    <a:cubicBezTo>
                      <a:pt x="379" y="29"/>
                      <a:pt x="379" y="29"/>
                      <a:pt x="379" y="29"/>
                    </a:cubicBezTo>
                    <a:cubicBezTo>
                      <a:pt x="379" y="28"/>
                      <a:pt x="379" y="28"/>
                      <a:pt x="379" y="28"/>
                    </a:cubicBezTo>
                    <a:cubicBezTo>
                      <a:pt x="379" y="27"/>
                      <a:pt x="379" y="27"/>
                      <a:pt x="379" y="27"/>
                    </a:cubicBezTo>
                    <a:cubicBezTo>
                      <a:pt x="379" y="27"/>
                      <a:pt x="379" y="27"/>
                      <a:pt x="379" y="27"/>
                    </a:cubicBezTo>
                    <a:cubicBezTo>
                      <a:pt x="378" y="26"/>
                      <a:pt x="378" y="26"/>
                      <a:pt x="378" y="26"/>
                    </a:cubicBezTo>
                    <a:cubicBezTo>
                      <a:pt x="378" y="25"/>
                      <a:pt x="378" y="25"/>
                      <a:pt x="378" y="25"/>
                    </a:cubicBezTo>
                    <a:cubicBezTo>
                      <a:pt x="378" y="25"/>
                      <a:pt x="378" y="25"/>
                      <a:pt x="378" y="25"/>
                    </a:cubicBezTo>
                    <a:cubicBezTo>
                      <a:pt x="378" y="24"/>
                      <a:pt x="378" y="24"/>
                      <a:pt x="378" y="24"/>
                    </a:cubicBezTo>
                    <a:cubicBezTo>
                      <a:pt x="378" y="23"/>
                      <a:pt x="378" y="23"/>
                      <a:pt x="378" y="23"/>
                    </a:cubicBezTo>
                    <a:cubicBezTo>
                      <a:pt x="378" y="23"/>
                      <a:pt x="378" y="23"/>
                      <a:pt x="378" y="23"/>
                    </a:cubicBezTo>
                    <a:cubicBezTo>
                      <a:pt x="377" y="22"/>
                      <a:pt x="377" y="22"/>
                      <a:pt x="377" y="22"/>
                    </a:cubicBezTo>
                    <a:cubicBezTo>
                      <a:pt x="377" y="22"/>
                      <a:pt x="377" y="22"/>
                      <a:pt x="377" y="22"/>
                    </a:cubicBezTo>
                    <a:cubicBezTo>
                      <a:pt x="377" y="21"/>
                      <a:pt x="377" y="21"/>
                      <a:pt x="377" y="21"/>
                    </a:cubicBezTo>
                    <a:cubicBezTo>
                      <a:pt x="377" y="21"/>
                      <a:pt x="377" y="21"/>
                      <a:pt x="377" y="21"/>
                    </a:cubicBezTo>
                    <a:cubicBezTo>
                      <a:pt x="377" y="20"/>
                      <a:pt x="377" y="20"/>
                      <a:pt x="377" y="20"/>
                    </a:cubicBezTo>
                    <a:cubicBezTo>
                      <a:pt x="377" y="19"/>
                      <a:pt x="377" y="19"/>
                      <a:pt x="377" y="19"/>
                    </a:cubicBezTo>
                    <a:cubicBezTo>
                      <a:pt x="376" y="19"/>
                      <a:pt x="376" y="19"/>
                      <a:pt x="376" y="19"/>
                    </a:cubicBezTo>
                    <a:cubicBezTo>
                      <a:pt x="376" y="18"/>
                      <a:pt x="376" y="17"/>
                      <a:pt x="376" y="16"/>
                    </a:cubicBezTo>
                    <a:cubicBezTo>
                      <a:pt x="376" y="16"/>
                      <a:pt x="377" y="16"/>
                      <a:pt x="378" y="16"/>
                    </a:cubicBezTo>
                    <a:cubicBezTo>
                      <a:pt x="379" y="16"/>
                      <a:pt x="380" y="16"/>
                      <a:pt x="380" y="15"/>
                    </a:cubicBezTo>
                    <a:cubicBezTo>
                      <a:pt x="381" y="15"/>
                      <a:pt x="383" y="15"/>
                      <a:pt x="384" y="15"/>
                    </a:cubicBezTo>
                    <a:cubicBezTo>
                      <a:pt x="384" y="15"/>
                      <a:pt x="384" y="15"/>
                      <a:pt x="384" y="15"/>
                    </a:cubicBezTo>
                    <a:cubicBezTo>
                      <a:pt x="385" y="15"/>
                      <a:pt x="386" y="15"/>
                      <a:pt x="386" y="14"/>
                    </a:cubicBezTo>
                    <a:cubicBezTo>
                      <a:pt x="387" y="14"/>
                      <a:pt x="388" y="14"/>
                      <a:pt x="389" y="14"/>
                    </a:cubicBezTo>
                    <a:cubicBezTo>
                      <a:pt x="389" y="14"/>
                      <a:pt x="390" y="14"/>
                      <a:pt x="391" y="13"/>
                    </a:cubicBezTo>
                    <a:cubicBezTo>
                      <a:pt x="392" y="13"/>
                      <a:pt x="392" y="13"/>
                      <a:pt x="393" y="13"/>
                    </a:cubicBezTo>
                    <a:cubicBezTo>
                      <a:pt x="394" y="13"/>
                      <a:pt x="395" y="13"/>
                      <a:pt x="395" y="12"/>
                    </a:cubicBezTo>
                    <a:cubicBezTo>
                      <a:pt x="396" y="12"/>
                      <a:pt x="397" y="12"/>
                      <a:pt x="397" y="12"/>
                    </a:cubicBezTo>
                    <a:cubicBezTo>
                      <a:pt x="398" y="12"/>
                      <a:pt x="398" y="11"/>
                      <a:pt x="399" y="11"/>
                    </a:cubicBezTo>
                    <a:cubicBezTo>
                      <a:pt x="399" y="11"/>
                      <a:pt x="400" y="11"/>
                      <a:pt x="400" y="11"/>
                    </a:cubicBezTo>
                    <a:cubicBezTo>
                      <a:pt x="401" y="10"/>
                      <a:pt x="401" y="10"/>
                      <a:pt x="402" y="10"/>
                    </a:cubicBezTo>
                    <a:cubicBezTo>
                      <a:pt x="402" y="10"/>
                      <a:pt x="403" y="10"/>
                      <a:pt x="403" y="9"/>
                    </a:cubicBezTo>
                    <a:cubicBezTo>
                      <a:pt x="403" y="9"/>
                      <a:pt x="404" y="9"/>
                      <a:pt x="404" y="9"/>
                    </a:cubicBezTo>
                    <a:cubicBezTo>
                      <a:pt x="405" y="8"/>
                      <a:pt x="405" y="8"/>
                      <a:pt x="405" y="8"/>
                    </a:cubicBezTo>
                    <a:cubicBezTo>
                      <a:pt x="406" y="7"/>
                      <a:pt x="406" y="7"/>
                      <a:pt x="406" y="7"/>
                    </a:cubicBezTo>
                    <a:cubicBezTo>
                      <a:pt x="406" y="7"/>
                      <a:pt x="406" y="7"/>
                      <a:pt x="406" y="7"/>
                    </a:cubicBezTo>
                    <a:cubicBezTo>
                      <a:pt x="406" y="6"/>
                      <a:pt x="407" y="6"/>
                      <a:pt x="407" y="5"/>
                    </a:cubicBezTo>
                    <a:cubicBezTo>
                      <a:pt x="407" y="5"/>
                      <a:pt x="406" y="4"/>
                      <a:pt x="406" y="4"/>
                    </a:cubicBezTo>
                    <a:cubicBezTo>
                      <a:pt x="406" y="4"/>
                      <a:pt x="405" y="3"/>
                      <a:pt x="404" y="3"/>
                    </a:cubicBezTo>
                    <a:cubicBezTo>
                      <a:pt x="403" y="3"/>
                      <a:pt x="403" y="3"/>
                      <a:pt x="403" y="3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1" y="2"/>
                      <a:pt x="400" y="0"/>
                      <a:pt x="398" y="0"/>
                    </a:cubicBezTo>
                    <a:cubicBezTo>
                      <a:pt x="398" y="0"/>
                      <a:pt x="398" y="0"/>
                      <a:pt x="398" y="0"/>
                    </a:cubicBezTo>
                    <a:cubicBezTo>
                      <a:pt x="392" y="0"/>
                      <a:pt x="384" y="0"/>
                      <a:pt x="374" y="0"/>
                    </a:cubicBezTo>
                    <a:moveTo>
                      <a:pt x="38" y="0"/>
                    </a:moveTo>
                    <a:cubicBezTo>
                      <a:pt x="26" y="0"/>
                      <a:pt x="16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10"/>
                      <a:pt x="6" y="10"/>
                      <a:pt x="6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9" y="11"/>
                      <a:pt x="9" y="12"/>
                      <a:pt x="10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2" y="12"/>
                      <a:pt x="13" y="13"/>
                      <a:pt x="14" y="13"/>
                    </a:cubicBezTo>
                    <a:cubicBezTo>
                      <a:pt x="14" y="13"/>
                      <a:pt x="15" y="13"/>
                      <a:pt x="16" y="13"/>
                    </a:cubicBezTo>
                    <a:cubicBezTo>
                      <a:pt x="17" y="13"/>
                      <a:pt x="17" y="14"/>
                      <a:pt x="18" y="14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2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5" y="16"/>
                      <a:pt x="26" y="16"/>
                    </a:cubicBezTo>
                    <a:cubicBezTo>
                      <a:pt x="27" y="16"/>
                      <a:pt x="28" y="17"/>
                      <a:pt x="29" y="17"/>
                    </a:cubicBezTo>
                    <a:cubicBezTo>
                      <a:pt x="30" y="17"/>
                      <a:pt x="31" y="18"/>
                      <a:pt x="31" y="18"/>
                    </a:cubicBezTo>
                    <a:cubicBezTo>
                      <a:pt x="30" y="23"/>
                      <a:pt x="25" y="37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44" y="47"/>
                      <a:pt x="62" y="48"/>
                      <a:pt x="80" y="49"/>
                    </a:cubicBezTo>
                    <a:cubicBezTo>
                      <a:pt x="88" y="50"/>
                      <a:pt x="98" y="50"/>
                      <a:pt x="108" y="50"/>
                    </a:cubicBezTo>
                    <a:cubicBezTo>
                      <a:pt x="128" y="50"/>
                      <a:pt x="151" y="49"/>
                      <a:pt x="177" y="48"/>
                    </a:cubicBezTo>
                    <a:cubicBezTo>
                      <a:pt x="175" y="47"/>
                      <a:pt x="174" y="43"/>
                      <a:pt x="171" y="41"/>
                    </a:cubicBezTo>
                    <a:cubicBezTo>
                      <a:pt x="141" y="14"/>
                      <a:pt x="141" y="14"/>
                      <a:pt x="141" y="14"/>
                    </a:cubicBezTo>
                    <a:cubicBezTo>
                      <a:pt x="154" y="12"/>
                      <a:pt x="162" y="8"/>
                      <a:pt x="162" y="5"/>
                    </a:cubicBezTo>
                    <a:cubicBezTo>
                      <a:pt x="162" y="4"/>
                      <a:pt x="162" y="3"/>
                      <a:pt x="162" y="3"/>
                    </a:cubicBezTo>
                    <a:cubicBezTo>
                      <a:pt x="159" y="1"/>
                      <a:pt x="133" y="1"/>
                      <a:pt x="102" y="0"/>
                    </a:cubicBezTo>
                    <a:cubicBezTo>
                      <a:pt x="94" y="1"/>
                      <a:pt x="86" y="1"/>
                      <a:pt x="78" y="1"/>
                    </a:cubicBezTo>
                    <a:cubicBezTo>
                      <a:pt x="69" y="1"/>
                      <a:pt x="59" y="1"/>
                      <a:pt x="50" y="0"/>
                    </a:cubicBezTo>
                    <a:cubicBezTo>
                      <a:pt x="46" y="0"/>
                      <a:pt x="42" y="0"/>
                      <a:pt x="38" y="0"/>
                    </a:cubicBezTo>
                  </a:path>
                </a:pathLst>
              </a:custGeom>
              <a:solidFill>
                <a:srgbClr val="9A8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937798C4-0BED-416E-AE3B-BA78EF3BCF4A}"/>
                </a:ext>
              </a:extLst>
            </p:cNvPr>
            <p:cNvGrpSpPr/>
            <p:nvPr/>
          </p:nvGrpSpPr>
          <p:grpSpPr>
            <a:xfrm>
              <a:off x="2076048" y="2885942"/>
              <a:ext cx="2484974" cy="2727442"/>
              <a:chOff x="5897564" y="2536825"/>
              <a:chExt cx="3205163" cy="3517901"/>
            </a:xfrm>
          </p:grpSpPr>
          <p:sp>
            <p:nvSpPr>
              <p:cNvPr id="104" name="Freeform 124">
                <a:extLst>
                  <a:ext uri="{FF2B5EF4-FFF2-40B4-BE49-F238E27FC236}">
                    <a16:creationId xmlns:a16="http://schemas.microsoft.com/office/drawing/2014/main" id="{41605086-4F87-40D8-A4FE-A0B50BA0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9476" y="2941638"/>
                <a:ext cx="79375" cy="3113088"/>
              </a:xfrm>
              <a:custGeom>
                <a:avLst/>
                <a:gdLst>
                  <a:gd name="T0" fmla="*/ 26 w 37"/>
                  <a:gd name="T1" fmla="*/ 36 h 1450"/>
                  <a:gd name="T2" fmla="*/ 26 w 37"/>
                  <a:gd name="T3" fmla="*/ 1450 h 1450"/>
                  <a:gd name="T4" fmla="*/ 10 w 37"/>
                  <a:gd name="T5" fmla="*/ 1450 h 1450"/>
                  <a:gd name="T6" fmla="*/ 10 w 37"/>
                  <a:gd name="T7" fmla="*/ 36 h 1450"/>
                  <a:gd name="T8" fmla="*/ 0 w 37"/>
                  <a:gd name="T9" fmla="*/ 19 h 1450"/>
                  <a:gd name="T10" fmla="*/ 19 w 37"/>
                  <a:gd name="T11" fmla="*/ 0 h 1450"/>
                  <a:gd name="T12" fmla="*/ 37 w 37"/>
                  <a:gd name="T13" fmla="*/ 19 h 1450"/>
                  <a:gd name="T14" fmla="*/ 26 w 37"/>
                  <a:gd name="T15" fmla="*/ 36 h 1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1450">
                    <a:moveTo>
                      <a:pt x="26" y="36"/>
                    </a:moveTo>
                    <a:cubicBezTo>
                      <a:pt x="26" y="1450"/>
                      <a:pt x="26" y="1450"/>
                      <a:pt x="26" y="1450"/>
                    </a:cubicBezTo>
                    <a:cubicBezTo>
                      <a:pt x="10" y="1450"/>
                      <a:pt x="10" y="1450"/>
                      <a:pt x="10" y="1450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4" y="32"/>
                      <a:pt x="0" y="26"/>
                      <a:pt x="0" y="19"/>
                    </a:cubicBezTo>
                    <a:cubicBezTo>
                      <a:pt x="0" y="8"/>
                      <a:pt x="8" y="0"/>
                      <a:pt x="19" y="0"/>
                    </a:cubicBezTo>
                    <a:cubicBezTo>
                      <a:pt x="29" y="0"/>
                      <a:pt x="37" y="8"/>
                      <a:pt x="37" y="19"/>
                    </a:cubicBezTo>
                    <a:cubicBezTo>
                      <a:pt x="37" y="26"/>
                      <a:pt x="33" y="33"/>
                      <a:pt x="26" y="36"/>
                    </a:cubicBezTo>
                  </a:path>
                </a:pathLst>
              </a:custGeom>
              <a:solidFill>
                <a:srgbClr val="90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Rectangle 125">
                <a:extLst>
                  <a:ext uri="{FF2B5EF4-FFF2-40B4-BE49-F238E27FC236}">
                    <a16:creationId xmlns:a16="http://schemas.microsoft.com/office/drawing/2014/main" id="{F57767CE-6CA9-4E25-B83C-75B5CC3B2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1701" y="3016250"/>
                <a:ext cx="15875" cy="3038475"/>
              </a:xfrm>
              <a:prstGeom prst="rect">
                <a:avLst/>
              </a:prstGeom>
              <a:solidFill>
                <a:srgbClr val="A4A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Rectangle 126">
                <a:extLst>
                  <a:ext uri="{FF2B5EF4-FFF2-40B4-BE49-F238E27FC236}">
                    <a16:creationId xmlns:a16="http://schemas.microsoft.com/office/drawing/2014/main" id="{A7C59C70-D7F2-4460-ABBB-F52FD0AB1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1701" y="3016250"/>
                <a:ext cx="15875" cy="3038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41">
                <a:extLst>
                  <a:ext uri="{FF2B5EF4-FFF2-40B4-BE49-F238E27FC236}">
                    <a16:creationId xmlns:a16="http://schemas.microsoft.com/office/drawing/2014/main" id="{50FED592-F2E2-4F32-B586-E7DDF78E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8214" y="2536825"/>
                <a:ext cx="3084513" cy="1903413"/>
              </a:xfrm>
              <a:custGeom>
                <a:avLst/>
                <a:gdLst>
                  <a:gd name="T0" fmla="*/ 2 w 1437"/>
                  <a:gd name="T1" fmla="*/ 570 h 886"/>
                  <a:gd name="T2" fmla="*/ 1437 w 1437"/>
                  <a:gd name="T3" fmla="*/ 672 h 886"/>
                  <a:gd name="T4" fmla="*/ 1260 w 1437"/>
                  <a:gd name="T5" fmla="*/ 429 h 886"/>
                  <a:gd name="T6" fmla="*/ 1437 w 1437"/>
                  <a:gd name="T7" fmla="*/ 334 h 886"/>
                  <a:gd name="T8" fmla="*/ 0 w 1437"/>
                  <a:gd name="T9" fmla="*/ 230 h 886"/>
                  <a:gd name="T10" fmla="*/ 37 w 1437"/>
                  <a:gd name="T11" fmla="*/ 402 h 886"/>
                  <a:gd name="T12" fmla="*/ 2 w 1437"/>
                  <a:gd name="T13" fmla="*/ 570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37" h="886">
                    <a:moveTo>
                      <a:pt x="2" y="570"/>
                    </a:moveTo>
                    <a:cubicBezTo>
                      <a:pt x="481" y="886"/>
                      <a:pt x="959" y="338"/>
                      <a:pt x="1437" y="672"/>
                    </a:cubicBezTo>
                    <a:cubicBezTo>
                      <a:pt x="1402" y="586"/>
                      <a:pt x="1350" y="503"/>
                      <a:pt x="1260" y="429"/>
                    </a:cubicBezTo>
                    <a:cubicBezTo>
                      <a:pt x="1335" y="353"/>
                      <a:pt x="1382" y="343"/>
                      <a:pt x="1437" y="334"/>
                    </a:cubicBezTo>
                    <a:cubicBezTo>
                      <a:pt x="958" y="0"/>
                      <a:pt x="479" y="550"/>
                      <a:pt x="0" y="230"/>
                    </a:cubicBezTo>
                    <a:cubicBezTo>
                      <a:pt x="23" y="274"/>
                      <a:pt x="37" y="335"/>
                      <a:pt x="37" y="402"/>
                    </a:cubicBezTo>
                    <a:cubicBezTo>
                      <a:pt x="37" y="468"/>
                      <a:pt x="24" y="527"/>
                      <a:pt x="2" y="570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42">
                <a:extLst>
                  <a:ext uri="{FF2B5EF4-FFF2-40B4-BE49-F238E27FC236}">
                    <a16:creationId xmlns:a16="http://schemas.microsoft.com/office/drawing/2014/main" id="{C9FECB15-050C-476D-8D22-6760C31A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389" y="3263900"/>
                <a:ext cx="3081338" cy="1176338"/>
              </a:xfrm>
              <a:custGeom>
                <a:avLst/>
                <a:gdLst>
                  <a:gd name="T0" fmla="*/ 0 w 1435"/>
                  <a:gd name="T1" fmla="*/ 232 h 548"/>
                  <a:gd name="T2" fmla="*/ 1435 w 1435"/>
                  <a:gd name="T3" fmla="*/ 334 h 548"/>
                  <a:gd name="T4" fmla="*/ 1213 w 1435"/>
                  <a:gd name="T5" fmla="*/ 165 h 548"/>
                  <a:gd name="T6" fmla="*/ 30 w 1435"/>
                  <a:gd name="T7" fmla="*/ 133 h 548"/>
                  <a:gd name="T8" fmla="*/ 0 w 1435"/>
                  <a:gd name="T9" fmla="*/ 232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5" h="548">
                    <a:moveTo>
                      <a:pt x="0" y="232"/>
                    </a:moveTo>
                    <a:cubicBezTo>
                      <a:pt x="479" y="548"/>
                      <a:pt x="957" y="0"/>
                      <a:pt x="1435" y="334"/>
                    </a:cubicBezTo>
                    <a:cubicBezTo>
                      <a:pt x="1435" y="334"/>
                      <a:pt x="1342" y="223"/>
                      <a:pt x="1213" y="165"/>
                    </a:cubicBezTo>
                    <a:cubicBezTo>
                      <a:pt x="950" y="46"/>
                      <a:pt x="284" y="415"/>
                      <a:pt x="30" y="133"/>
                    </a:cubicBezTo>
                    <a:cubicBezTo>
                      <a:pt x="24" y="171"/>
                      <a:pt x="14" y="204"/>
                      <a:pt x="0" y="232"/>
                    </a:cubicBez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143">
                <a:extLst>
                  <a:ext uri="{FF2B5EF4-FFF2-40B4-BE49-F238E27FC236}">
                    <a16:creationId xmlns:a16="http://schemas.microsoft.com/office/drawing/2014/main" id="{E7AC8CCD-0581-4295-9289-C0F09EBC0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7564" y="3003550"/>
                <a:ext cx="133350" cy="85725"/>
              </a:xfrm>
              <a:custGeom>
                <a:avLst/>
                <a:gdLst>
                  <a:gd name="T0" fmla="*/ 35 w 62"/>
                  <a:gd name="T1" fmla="*/ 9 h 40"/>
                  <a:gd name="T2" fmla="*/ 53 w 62"/>
                  <a:gd name="T3" fmla="*/ 11 h 40"/>
                  <a:gd name="T4" fmla="*/ 58 w 62"/>
                  <a:gd name="T5" fmla="*/ 27 h 40"/>
                  <a:gd name="T6" fmla="*/ 36 w 62"/>
                  <a:gd name="T7" fmla="*/ 30 h 40"/>
                  <a:gd name="T8" fmla="*/ 35 w 62"/>
                  <a:gd name="T9" fmla="*/ 29 h 40"/>
                  <a:gd name="T10" fmla="*/ 29 w 62"/>
                  <a:gd name="T11" fmla="*/ 36 h 40"/>
                  <a:gd name="T12" fmla="*/ 1 w 62"/>
                  <a:gd name="T13" fmla="*/ 39 h 40"/>
                  <a:gd name="T14" fmla="*/ 25 w 62"/>
                  <a:gd name="T15" fmla="*/ 24 h 40"/>
                  <a:gd name="T16" fmla="*/ 31 w 62"/>
                  <a:gd name="T17" fmla="*/ 22 h 40"/>
                  <a:gd name="T18" fmla="*/ 30 w 62"/>
                  <a:gd name="T19" fmla="*/ 16 h 40"/>
                  <a:gd name="T20" fmla="*/ 18 w 62"/>
                  <a:gd name="T21" fmla="*/ 14 h 40"/>
                  <a:gd name="T22" fmla="*/ 0 w 62"/>
                  <a:gd name="T23" fmla="*/ 3 h 40"/>
                  <a:gd name="T24" fmla="*/ 29 w 62"/>
                  <a:gd name="T25" fmla="*/ 4 h 40"/>
                  <a:gd name="T26" fmla="*/ 35 w 62"/>
                  <a:gd name="T27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" h="40">
                    <a:moveTo>
                      <a:pt x="35" y="9"/>
                    </a:moveTo>
                    <a:cubicBezTo>
                      <a:pt x="39" y="8"/>
                      <a:pt x="47" y="6"/>
                      <a:pt x="53" y="11"/>
                    </a:cubicBezTo>
                    <a:cubicBezTo>
                      <a:pt x="59" y="15"/>
                      <a:pt x="62" y="22"/>
                      <a:pt x="58" y="27"/>
                    </a:cubicBezTo>
                    <a:cubicBezTo>
                      <a:pt x="54" y="33"/>
                      <a:pt x="40" y="33"/>
                      <a:pt x="36" y="30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4" y="32"/>
                      <a:pt x="32" y="34"/>
                      <a:pt x="29" y="36"/>
                    </a:cubicBezTo>
                    <a:cubicBezTo>
                      <a:pt x="22" y="40"/>
                      <a:pt x="3" y="39"/>
                      <a:pt x="1" y="39"/>
                    </a:cubicBezTo>
                    <a:cubicBezTo>
                      <a:pt x="0" y="39"/>
                      <a:pt x="15" y="25"/>
                      <a:pt x="25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0"/>
                      <a:pt x="30" y="18"/>
                      <a:pt x="30" y="16"/>
                    </a:cubicBezTo>
                    <a:cubicBezTo>
                      <a:pt x="27" y="16"/>
                      <a:pt x="23" y="15"/>
                      <a:pt x="18" y="14"/>
                    </a:cubicBezTo>
                    <a:cubicBezTo>
                      <a:pt x="8" y="9"/>
                      <a:pt x="0" y="3"/>
                      <a:pt x="0" y="3"/>
                    </a:cubicBezTo>
                    <a:cubicBezTo>
                      <a:pt x="0" y="3"/>
                      <a:pt x="22" y="0"/>
                      <a:pt x="29" y="4"/>
                    </a:cubicBezTo>
                    <a:cubicBezTo>
                      <a:pt x="31" y="5"/>
                      <a:pt x="34" y="8"/>
                      <a:pt x="35" y="9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144">
                <a:extLst>
                  <a:ext uri="{FF2B5EF4-FFF2-40B4-BE49-F238E27FC236}">
                    <a16:creationId xmlns:a16="http://schemas.microsoft.com/office/drawing/2014/main" id="{D7B7507A-4972-41D7-A56E-9FEBD2C2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1" y="3709988"/>
                <a:ext cx="131763" cy="85725"/>
              </a:xfrm>
              <a:custGeom>
                <a:avLst/>
                <a:gdLst>
                  <a:gd name="T0" fmla="*/ 35 w 61"/>
                  <a:gd name="T1" fmla="*/ 9 h 40"/>
                  <a:gd name="T2" fmla="*/ 53 w 61"/>
                  <a:gd name="T3" fmla="*/ 10 h 40"/>
                  <a:gd name="T4" fmla="*/ 58 w 61"/>
                  <a:gd name="T5" fmla="*/ 27 h 40"/>
                  <a:gd name="T6" fmla="*/ 36 w 61"/>
                  <a:gd name="T7" fmla="*/ 29 h 40"/>
                  <a:gd name="T8" fmla="*/ 35 w 61"/>
                  <a:gd name="T9" fmla="*/ 29 h 40"/>
                  <a:gd name="T10" fmla="*/ 29 w 61"/>
                  <a:gd name="T11" fmla="*/ 35 h 40"/>
                  <a:gd name="T12" fmla="*/ 1 w 61"/>
                  <a:gd name="T13" fmla="*/ 39 h 40"/>
                  <a:gd name="T14" fmla="*/ 25 w 61"/>
                  <a:gd name="T15" fmla="*/ 23 h 40"/>
                  <a:gd name="T16" fmla="*/ 31 w 61"/>
                  <a:gd name="T17" fmla="*/ 22 h 40"/>
                  <a:gd name="T18" fmla="*/ 30 w 61"/>
                  <a:gd name="T19" fmla="*/ 15 h 40"/>
                  <a:gd name="T20" fmla="*/ 18 w 61"/>
                  <a:gd name="T21" fmla="*/ 13 h 40"/>
                  <a:gd name="T22" fmla="*/ 0 w 61"/>
                  <a:gd name="T23" fmla="*/ 3 h 40"/>
                  <a:gd name="T24" fmla="*/ 28 w 61"/>
                  <a:gd name="T25" fmla="*/ 4 h 40"/>
                  <a:gd name="T26" fmla="*/ 35 w 61"/>
                  <a:gd name="T27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40">
                    <a:moveTo>
                      <a:pt x="35" y="9"/>
                    </a:moveTo>
                    <a:cubicBezTo>
                      <a:pt x="38" y="8"/>
                      <a:pt x="47" y="6"/>
                      <a:pt x="53" y="10"/>
                    </a:cubicBezTo>
                    <a:cubicBezTo>
                      <a:pt x="59" y="15"/>
                      <a:pt x="61" y="21"/>
                      <a:pt x="58" y="27"/>
                    </a:cubicBezTo>
                    <a:cubicBezTo>
                      <a:pt x="54" y="33"/>
                      <a:pt x="40" y="32"/>
                      <a:pt x="36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4" y="31"/>
                      <a:pt x="32" y="34"/>
                      <a:pt x="29" y="35"/>
                    </a:cubicBezTo>
                    <a:cubicBezTo>
                      <a:pt x="22" y="40"/>
                      <a:pt x="3" y="39"/>
                      <a:pt x="1" y="39"/>
                    </a:cubicBezTo>
                    <a:cubicBezTo>
                      <a:pt x="0" y="39"/>
                      <a:pt x="15" y="25"/>
                      <a:pt x="25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0"/>
                      <a:pt x="30" y="17"/>
                      <a:pt x="30" y="15"/>
                    </a:cubicBezTo>
                    <a:cubicBezTo>
                      <a:pt x="27" y="15"/>
                      <a:pt x="23" y="15"/>
                      <a:pt x="18" y="13"/>
                    </a:cubicBezTo>
                    <a:cubicBezTo>
                      <a:pt x="8" y="9"/>
                      <a:pt x="0" y="3"/>
                      <a:pt x="0" y="3"/>
                    </a:cubicBezTo>
                    <a:cubicBezTo>
                      <a:pt x="0" y="3"/>
                      <a:pt x="22" y="0"/>
                      <a:pt x="28" y="4"/>
                    </a:cubicBezTo>
                    <a:cubicBezTo>
                      <a:pt x="31" y="5"/>
                      <a:pt x="33" y="7"/>
                      <a:pt x="35" y="9"/>
                    </a:cubicBezTo>
                    <a:close/>
                  </a:path>
                </a:pathLst>
              </a:custGeom>
              <a:solidFill>
                <a:srgbClr val="E5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250">
                <a:extLst>
                  <a:ext uri="{FF2B5EF4-FFF2-40B4-BE49-F238E27FC236}">
                    <a16:creationId xmlns:a16="http://schemas.microsoft.com/office/drawing/2014/main" id="{4AA04584-161C-4913-80F1-3BC713B4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1938" y="3387725"/>
                <a:ext cx="238125" cy="436563"/>
              </a:xfrm>
              <a:custGeom>
                <a:avLst/>
                <a:gdLst>
                  <a:gd name="T0" fmla="*/ 66 w 111"/>
                  <a:gd name="T1" fmla="*/ 201 h 203"/>
                  <a:gd name="T2" fmla="*/ 27 w 111"/>
                  <a:gd name="T3" fmla="*/ 177 h 203"/>
                  <a:gd name="T4" fmla="*/ 9 w 111"/>
                  <a:gd name="T5" fmla="*/ 131 h 203"/>
                  <a:gd name="T6" fmla="*/ 33 w 111"/>
                  <a:gd name="T7" fmla="*/ 132 h 203"/>
                  <a:gd name="T8" fmla="*/ 65 w 111"/>
                  <a:gd name="T9" fmla="*/ 179 h 203"/>
                  <a:gd name="T10" fmla="*/ 80 w 111"/>
                  <a:gd name="T11" fmla="*/ 176 h 203"/>
                  <a:gd name="T12" fmla="*/ 84 w 111"/>
                  <a:gd name="T13" fmla="*/ 160 h 203"/>
                  <a:gd name="T14" fmla="*/ 82 w 111"/>
                  <a:gd name="T15" fmla="*/ 149 h 203"/>
                  <a:gd name="T16" fmla="*/ 76 w 111"/>
                  <a:gd name="T17" fmla="*/ 138 h 203"/>
                  <a:gd name="T18" fmla="*/ 69 w 111"/>
                  <a:gd name="T19" fmla="*/ 130 h 203"/>
                  <a:gd name="T20" fmla="*/ 60 w 111"/>
                  <a:gd name="T21" fmla="*/ 120 h 203"/>
                  <a:gd name="T22" fmla="*/ 24 w 111"/>
                  <a:gd name="T23" fmla="*/ 84 h 203"/>
                  <a:gd name="T24" fmla="*/ 8 w 111"/>
                  <a:gd name="T25" fmla="*/ 60 h 203"/>
                  <a:gd name="T26" fmla="*/ 2 w 111"/>
                  <a:gd name="T27" fmla="*/ 35 h 203"/>
                  <a:gd name="T28" fmla="*/ 11 w 111"/>
                  <a:gd name="T29" fmla="*/ 6 h 203"/>
                  <a:gd name="T30" fmla="*/ 45 w 111"/>
                  <a:gd name="T31" fmla="*/ 3 h 203"/>
                  <a:gd name="T32" fmla="*/ 81 w 111"/>
                  <a:gd name="T33" fmla="*/ 20 h 203"/>
                  <a:gd name="T34" fmla="*/ 98 w 111"/>
                  <a:gd name="T35" fmla="*/ 60 h 203"/>
                  <a:gd name="T36" fmla="*/ 76 w 111"/>
                  <a:gd name="T37" fmla="*/ 63 h 203"/>
                  <a:gd name="T38" fmla="*/ 73 w 111"/>
                  <a:gd name="T39" fmla="*/ 52 h 203"/>
                  <a:gd name="T40" fmla="*/ 70 w 111"/>
                  <a:gd name="T41" fmla="*/ 42 h 203"/>
                  <a:gd name="T42" fmla="*/ 65 w 111"/>
                  <a:gd name="T43" fmla="*/ 33 h 203"/>
                  <a:gd name="T44" fmla="*/ 57 w 111"/>
                  <a:gd name="T45" fmla="*/ 27 h 203"/>
                  <a:gd name="T46" fmla="*/ 46 w 111"/>
                  <a:gd name="T47" fmla="*/ 24 h 203"/>
                  <a:gd name="T48" fmla="*/ 26 w 111"/>
                  <a:gd name="T49" fmla="*/ 40 h 203"/>
                  <a:gd name="T50" fmla="*/ 30 w 111"/>
                  <a:gd name="T51" fmla="*/ 55 h 203"/>
                  <a:gd name="T52" fmla="*/ 41 w 111"/>
                  <a:gd name="T53" fmla="*/ 69 h 203"/>
                  <a:gd name="T54" fmla="*/ 77 w 111"/>
                  <a:gd name="T55" fmla="*/ 104 h 203"/>
                  <a:gd name="T56" fmla="*/ 100 w 111"/>
                  <a:gd name="T57" fmla="*/ 131 h 203"/>
                  <a:gd name="T58" fmla="*/ 110 w 111"/>
                  <a:gd name="T59" fmla="*/ 161 h 203"/>
                  <a:gd name="T60" fmla="*/ 99 w 111"/>
                  <a:gd name="T61" fmla="*/ 193 h 203"/>
                  <a:gd name="T62" fmla="*/ 66 w 111"/>
                  <a:gd name="T63" fmla="*/ 20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1" h="203">
                    <a:moveTo>
                      <a:pt x="66" y="201"/>
                    </a:moveTo>
                    <a:cubicBezTo>
                      <a:pt x="50" y="198"/>
                      <a:pt x="37" y="189"/>
                      <a:pt x="27" y="177"/>
                    </a:cubicBezTo>
                    <a:cubicBezTo>
                      <a:pt x="18" y="164"/>
                      <a:pt x="12" y="149"/>
                      <a:pt x="9" y="131"/>
                    </a:cubicBezTo>
                    <a:cubicBezTo>
                      <a:pt x="19" y="132"/>
                      <a:pt x="24" y="132"/>
                      <a:pt x="33" y="132"/>
                    </a:cubicBezTo>
                    <a:cubicBezTo>
                      <a:pt x="37" y="160"/>
                      <a:pt x="48" y="176"/>
                      <a:pt x="65" y="179"/>
                    </a:cubicBezTo>
                    <a:cubicBezTo>
                      <a:pt x="72" y="181"/>
                      <a:pt x="77" y="180"/>
                      <a:pt x="80" y="176"/>
                    </a:cubicBezTo>
                    <a:cubicBezTo>
                      <a:pt x="84" y="173"/>
                      <a:pt x="85" y="168"/>
                      <a:pt x="84" y="160"/>
                    </a:cubicBezTo>
                    <a:cubicBezTo>
                      <a:pt x="84" y="156"/>
                      <a:pt x="83" y="152"/>
                      <a:pt x="82" y="149"/>
                    </a:cubicBezTo>
                    <a:cubicBezTo>
                      <a:pt x="81" y="145"/>
                      <a:pt x="79" y="142"/>
                      <a:pt x="76" y="138"/>
                    </a:cubicBezTo>
                    <a:cubicBezTo>
                      <a:pt x="74" y="135"/>
                      <a:pt x="71" y="132"/>
                      <a:pt x="69" y="130"/>
                    </a:cubicBezTo>
                    <a:cubicBezTo>
                      <a:pt x="67" y="127"/>
                      <a:pt x="64" y="124"/>
                      <a:pt x="60" y="120"/>
                    </a:cubicBezTo>
                    <a:cubicBezTo>
                      <a:pt x="46" y="106"/>
                      <a:pt x="39" y="99"/>
                      <a:pt x="24" y="84"/>
                    </a:cubicBezTo>
                    <a:cubicBezTo>
                      <a:pt x="17" y="76"/>
                      <a:pt x="12" y="68"/>
                      <a:pt x="8" y="60"/>
                    </a:cubicBezTo>
                    <a:cubicBezTo>
                      <a:pt x="5" y="53"/>
                      <a:pt x="2" y="44"/>
                      <a:pt x="2" y="35"/>
                    </a:cubicBezTo>
                    <a:cubicBezTo>
                      <a:pt x="0" y="21"/>
                      <a:pt x="4" y="12"/>
                      <a:pt x="11" y="6"/>
                    </a:cubicBezTo>
                    <a:cubicBezTo>
                      <a:pt x="19" y="1"/>
                      <a:pt x="30" y="0"/>
                      <a:pt x="45" y="3"/>
                    </a:cubicBezTo>
                    <a:cubicBezTo>
                      <a:pt x="60" y="6"/>
                      <a:pt x="72" y="11"/>
                      <a:pt x="81" y="20"/>
                    </a:cubicBezTo>
                    <a:cubicBezTo>
                      <a:pt x="89" y="29"/>
                      <a:pt x="95" y="42"/>
                      <a:pt x="98" y="60"/>
                    </a:cubicBezTo>
                    <a:cubicBezTo>
                      <a:pt x="89" y="61"/>
                      <a:pt x="85" y="62"/>
                      <a:pt x="76" y="63"/>
                    </a:cubicBezTo>
                    <a:cubicBezTo>
                      <a:pt x="75" y="59"/>
                      <a:pt x="74" y="55"/>
                      <a:pt x="73" y="52"/>
                    </a:cubicBezTo>
                    <a:cubicBezTo>
                      <a:pt x="73" y="49"/>
                      <a:pt x="71" y="45"/>
                      <a:pt x="70" y="42"/>
                    </a:cubicBezTo>
                    <a:cubicBezTo>
                      <a:pt x="68" y="38"/>
                      <a:pt x="67" y="36"/>
                      <a:pt x="65" y="33"/>
                    </a:cubicBezTo>
                    <a:cubicBezTo>
                      <a:pt x="63" y="31"/>
                      <a:pt x="60" y="29"/>
                      <a:pt x="57" y="27"/>
                    </a:cubicBezTo>
                    <a:cubicBezTo>
                      <a:pt x="54" y="25"/>
                      <a:pt x="50" y="24"/>
                      <a:pt x="46" y="24"/>
                    </a:cubicBezTo>
                    <a:cubicBezTo>
                      <a:pt x="32" y="22"/>
                      <a:pt x="25" y="27"/>
                      <a:pt x="26" y="40"/>
                    </a:cubicBezTo>
                    <a:cubicBezTo>
                      <a:pt x="27" y="45"/>
                      <a:pt x="28" y="50"/>
                      <a:pt x="30" y="55"/>
                    </a:cubicBezTo>
                    <a:cubicBezTo>
                      <a:pt x="33" y="59"/>
                      <a:pt x="36" y="64"/>
                      <a:pt x="41" y="69"/>
                    </a:cubicBezTo>
                    <a:cubicBezTo>
                      <a:pt x="56" y="84"/>
                      <a:pt x="63" y="91"/>
                      <a:pt x="77" y="104"/>
                    </a:cubicBezTo>
                    <a:cubicBezTo>
                      <a:pt x="86" y="113"/>
                      <a:pt x="94" y="121"/>
                      <a:pt x="100" y="131"/>
                    </a:cubicBezTo>
                    <a:cubicBezTo>
                      <a:pt x="105" y="140"/>
                      <a:pt x="109" y="150"/>
                      <a:pt x="110" y="161"/>
                    </a:cubicBezTo>
                    <a:cubicBezTo>
                      <a:pt x="111" y="175"/>
                      <a:pt x="107" y="186"/>
                      <a:pt x="99" y="193"/>
                    </a:cubicBezTo>
                    <a:cubicBezTo>
                      <a:pt x="91" y="201"/>
                      <a:pt x="80" y="203"/>
                      <a:pt x="66" y="201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251">
                <a:extLst>
                  <a:ext uri="{FF2B5EF4-FFF2-40B4-BE49-F238E27FC236}">
                    <a16:creationId xmlns:a16="http://schemas.microsoft.com/office/drawing/2014/main" id="{301677FE-9715-4728-A559-E5C5D002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1" y="3398838"/>
                <a:ext cx="244475" cy="433388"/>
              </a:xfrm>
              <a:custGeom>
                <a:avLst/>
                <a:gdLst>
                  <a:gd name="T0" fmla="*/ 89 w 114"/>
                  <a:gd name="T1" fmla="*/ 195 h 202"/>
                  <a:gd name="T2" fmla="*/ 68 w 114"/>
                  <a:gd name="T3" fmla="*/ 201 h 202"/>
                  <a:gd name="T4" fmla="*/ 46 w 114"/>
                  <a:gd name="T5" fmla="*/ 199 h 202"/>
                  <a:gd name="T6" fmla="*/ 30 w 114"/>
                  <a:gd name="T7" fmla="*/ 191 h 202"/>
                  <a:gd name="T8" fmla="*/ 20 w 114"/>
                  <a:gd name="T9" fmla="*/ 177 h 202"/>
                  <a:gd name="T10" fmla="*/ 14 w 114"/>
                  <a:gd name="T11" fmla="*/ 158 h 202"/>
                  <a:gd name="T12" fmla="*/ 10 w 114"/>
                  <a:gd name="T13" fmla="*/ 135 h 202"/>
                  <a:gd name="T14" fmla="*/ 0 w 114"/>
                  <a:gd name="T15" fmla="*/ 8 h 202"/>
                  <a:gd name="T16" fmla="*/ 26 w 114"/>
                  <a:gd name="T17" fmla="*/ 8 h 202"/>
                  <a:gd name="T18" fmla="*/ 36 w 114"/>
                  <a:gd name="T19" fmla="*/ 137 h 202"/>
                  <a:gd name="T20" fmla="*/ 38 w 114"/>
                  <a:gd name="T21" fmla="*/ 151 h 202"/>
                  <a:gd name="T22" fmla="*/ 41 w 114"/>
                  <a:gd name="T23" fmla="*/ 163 h 202"/>
                  <a:gd name="T24" fmla="*/ 46 w 114"/>
                  <a:gd name="T25" fmla="*/ 173 h 202"/>
                  <a:gd name="T26" fmla="*/ 54 w 114"/>
                  <a:gd name="T27" fmla="*/ 178 h 202"/>
                  <a:gd name="T28" fmla="*/ 66 w 114"/>
                  <a:gd name="T29" fmla="*/ 180 h 202"/>
                  <a:gd name="T30" fmla="*/ 77 w 114"/>
                  <a:gd name="T31" fmla="*/ 176 h 202"/>
                  <a:gd name="T32" fmla="*/ 84 w 114"/>
                  <a:gd name="T33" fmla="*/ 169 h 202"/>
                  <a:gd name="T34" fmla="*/ 87 w 114"/>
                  <a:gd name="T35" fmla="*/ 159 h 202"/>
                  <a:gd name="T36" fmla="*/ 89 w 114"/>
                  <a:gd name="T37" fmla="*/ 147 h 202"/>
                  <a:gd name="T38" fmla="*/ 88 w 114"/>
                  <a:gd name="T39" fmla="*/ 132 h 202"/>
                  <a:gd name="T40" fmla="*/ 77 w 114"/>
                  <a:gd name="T41" fmla="*/ 3 h 202"/>
                  <a:gd name="T42" fmla="*/ 103 w 114"/>
                  <a:gd name="T43" fmla="*/ 0 h 202"/>
                  <a:gd name="T44" fmla="*/ 113 w 114"/>
                  <a:gd name="T45" fmla="*/ 127 h 202"/>
                  <a:gd name="T46" fmla="*/ 114 w 114"/>
                  <a:gd name="T47" fmla="*/ 150 h 202"/>
                  <a:gd name="T48" fmla="*/ 111 w 114"/>
                  <a:gd name="T49" fmla="*/ 169 h 202"/>
                  <a:gd name="T50" fmla="*/ 103 w 114"/>
                  <a:gd name="T51" fmla="*/ 185 h 202"/>
                  <a:gd name="T52" fmla="*/ 89 w 114"/>
                  <a:gd name="T53" fmla="*/ 1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4" h="202">
                    <a:moveTo>
                      <a:pt x="89" y="195"/>
                    </a:moveTo>
                    <a:cubicBezTo>
                      <a:pt x="83" y="198"/>
                      <a:pt x="76" y="200"/>
                      <a:pt x="68" y="201"/>
                    </a:cubicBezTo>
                    <a:cubicBezTo>
                      <a:pt x="59" y="202"/>
                      <a:pt x="52" y="201"/>
                      <a:pt x="46" y="199"/>
                    </a:cubicBezTo>
                    <a:cubicBezTo>
                      <a:pt x="40" y="197"/>
                      <a:pt x="34" y="194"/>
                      <a:pt x="30" y="191"/>
                    </a:cubicBezTo>
                    <a:cubicBezTo>
                      <a:pt x="26" y="187"/>
                      <a:pt x="23" y="182"/>
                      <a:pt x="20" y="177"/>
                    </a:cubicBezTo>
                    <a:cubicBezTo>
                      <a:pt x="17" y="171"/>
                      <a:pt x="15" y="165"/>
                      <a:pt x="14" y="158"/>
                    </a:cubicBezTo>
                    <a:cubicBezTo>
                      <a:pt x="12" y="152"/>
                      <a:pt x="11" y="144"/>
                      <a:pt x="10" y="135"/>
                    </a:cubicBezTo>
                    <a:cubicBezTo>
                      <a:pt x="7" y="93"/>
                      <a:pt x="3" y="50"/>
                      <a:pt x="0" y="8"/>
                    </a:cubicBezTo>
                    <a:cubicBezTo>
                      <a:pt x="10" y="8"/>
                      <a:pt x="15" y="8"/>
                      <a:pt x="26" y="8"/>
                    </a:cubicBezTo>
                    <a:cubicBezTo>
                      <a:pt x="29" y="51"/>
                      <a:pt x="33" y="94"/>
                      <a:pt x="36" y="137"/>
                    </a:cubicBezTo>
                    <a:cubicBezTo>
                      <a:pt x="37" y="142"/>
                      <a:pt x="37" y="147"/>
                      <a:pt x="38" y="151"/>
                    </a:cubicBezTo>
                    <a:cubicBezTo>
                      <a:pt x="39" y="155"/>
                      <a:pt x="40" y="159"/>
                      <a:pt x="41" y="163"/>
                    </a:cubicBezTo>
                    <a:cubicBezTo>
                      <a:pt x="42" y="167"/>
                      <a:pt x="44" y="170"/>
                      <a:pt x="46" y="173"/>
                    </a:cubicBezTo>
                    <a:cubicBezTo>
                      <a:pt x="48" y="175"/>
                      <a:pt x="51" y="177"/>
                      <a:pt x="54" y="178"/>
                    </a:cubicBezTo>
                    <a:cubicBezTo>
                      <a:pt x="58" y="180"/>
                      <a:pt x="61" y="180"/>
                      <a:pt x="66" y="180"/>
                    </a:cubicBezTo>
                    <a:cubicBezTo>
                      <a:pt x="70" y="179"/>
                      <a:pt x="74" y="178"/>
                      <a:pt x="77" y="176"/>
                    </a:cubicBezTo>
                    <a:cubicBezTo>
                      <a:pt x="80" y="174"/>
                      <a:pt x="82" y="172"/>
                      <a:pt x="84" y="169"/>
                    </a:cubicBezTo>
                    <a:cubicBezTo>
                      <a:pt x="86" y="167"/>
                      <a:pt x="87" y="163"/>
                      <a:pt x="87" y="159"/>
                    </a:cubicBezTo>
                    <a:cubicBezTo>
                      <a:pt x="88" y="155"/>
                      <a:pt x="89" y="151"/>
                      <a:pt x="89" y="147"/>
                    </a:cubicBezTo>
                    <a:cubicBezTo>
                      <a:pt x="88" y="143"/>
                      <a:pt x="88" y="138"/>
                      <a:pt x="88" y="132"/>
                    </a:cubicBezTo>
                    <a:cubicBezTo>
                      <a:pt x="84" y="89"/>
                      <a:pt x="81" y="46"/>
                      <a:pt x="77" y="3"/>
                    </a:cubicBezTo>
                    <a:cubicBezTo>
                      <a:pt x="87" y="2"/>
                      <a:pt x="92" y="1"/>
                      <a:pt x="103" y="0"/>
                    </a:cubicBezTo>
                    <a:cubicBezTo>
                      <a:pt x="106" y="42"/>
                      <a:pt x="110" y="85"/>
                      <a:pt x="113" y="127"/>
                    </a:cubicBezTo>
                    <a:cubicBezTo>
                      <a:pt x="114" y="136"/>
                      <a:pt x="114" y="143"/>
                      <a:pt x="114" y="150"/>
                    </a:cubicBezTo>
                    <a:cubicBezTo>
                      <a:pt x="113" y="157"/>
                      <a:pt x="112" y="163"/>
                      <a:pt x="111" y="169"/>
                    </a:cubicBezTo>
                    <a:cubicBezTo>
                      <a:pt x="109" y="175"/>
                      <a:pt x="106" y="181"/>
                      <a:pt x="103" y="185"/>
                    </a:cubicBezTo>
                    <a:cubicBezTo>
                      <a:pt x="99" y="189"/>
                      <a:pt x="95" y="193"/>
                      <a:pt x="89" y="195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52">
                <a:extLst>
                  <a:ext uri="{FF2B5EF4-FFF2-40B4-BE49-F238E27FC236}">
                    <a16:creationId xmlns:a16="http://schemas.microsoft.com/office/drawing/2014/main" id="{D8879498-04E9-460F-A1AA-44A3103D7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6926" y="3349625"/>
                <a:ext cx="227013" cy="434975"/>
              </a:xfrm>
              <a:custGeom>
                <a:avLst/>
                <a:gdLst>
                  <a:gd name="T0" fmla="*/ 62 w 106"/>
                  <a:gd name="T1" fmla="*/ 201 h 203"/>
                  <a:gd name="T2" fmla="*/ 41 w 106"/>
                  <a:gd name="T3" fmla="*/ 203 h 203"/>
                  <a:gd name="T4" fmla="*/ 26 w 106"/>
                  <a:gd name="T5" fmla="*/ 197 h 203"/>
                  <a:gd name="T6" fmla="*/ 16 w 106"/>
                  <a:gd name="T7" fmla="*/ 185 h 203"/>
                  <a:gd name="T8" fmla="*/ 9 w 106"/>
                  <a:gd name="T9" fmla="*/ 169 h 203"/>
                  <a:gd name="T10" fmla="*/ 6 w 106"/>
                  <a:gd name="T11" fmla="*/ 149 h 203"/>
                  <a:gd name="T12" fmla="*/ 0 w 106"/>
                  <a:gd name="T13" fmla="*/ 81 h 203"/>
                  <a:gd name="T14" fmla="*/ 0 w 106"/>
                  <a:gd name="T15" fmla="*/ 59 h 203"/>
                  <a:gd name="T16" fmla="*/ 4 w 106"/>
                  <a:gd name="T17" fmla="*/ 40 h 203"/>
                  <a:gd name="T18" fmla="*/ 12 w 106"/>
                  <a:gd name="T19" fmla="*/ 24 h 203"/>
                  <a:gd name="T20" fmla="*/ 26 w 106"/>
                  <a:gd name="T21" fmla="*/ 12 h 203"/>
                  <a:gd name="T22" fmla="*/ 46 w 106"/>
                  <a:gd name="T23" fmla="*/ 4 h 203"/>
                  <a:gd name="T24" fmla="*/ 84 w 106"/>
                  <a:gd name="T25" fmla="*/ 8 h 203"/>
                  <a:gd name="T26" fmla="*/ 99 w 106"/>
                  <a:gd name="T27" fmla="*/ 46 h 203"/>
                  <a:gd name="T28" fmla="*/ 100 w 106"/>
                  <a:gd name="T29" fmla="*/ 62 h 203"/>
                  <a:gd name="T30" fmla="*/ 75 w 106"/>
                  <a:gd name="T31" fmla="*/ 69 h 203"/>
                  <a:gd name="T32" fmla="*/ 74 w 106"/>
                  <a:gd name="T33" fmla="*/ 55 h 203"/>
                  <a:gd name="T34" fmla="*/ 73 w 106"/>
                  <a:gd name="T35" fmla="*/ 48 h 203"/>
                  <a:gd name="T36" fmla="*/ 72 w 106"/>
                  <a:gd name="T37" fmla="*/ 42 h 203"/>
                  <a:gd name="T38" fmla="*/ 71 w 106"/>
                  <a:gd name="T39" fmla="*/ 36 h 203"/>
                  <a:gd name="T40" fmla="*/ 70 w 106"/>
                  <a:gd name="T41" fmla="*/ 32 h 203"/>
                  <a:gd name="T42" fmla="*/ 67 w 106"/>
                  <a:gd name="T43" fmla="*/ 28 h 203"/>
                  <a:gd name="T44" fmla="*/ 64 w 106"/>
                  <a:gd name="T45" fmla="*/ 25 h 203"/>
                  <a:gd name="T46" fmla="*/ 60 w 106"/>
                  <a:gd name="T47" fmla="*/ 24 h 203"/>
                  <a:gd name="T48" fmla="*/ 55 w 106"/>
                  <a:gd name="T49" fmla="*/ 24 h 203"/>
                  <a:gd name="T50" fmla="*/ 48 w 106"/>
                  <a:gd name="T51" fmla="*/ 25 h 203"/>
                  <a:gd name="T52" fmla="*/ 39 w 106"/>
                  <a:gd name="T53" fmla="*/ 29 h 203"/>
                  <a:gd name="T54" fmla="*/ 32 w 106"/>
                  <a:gd name="T55" fmla="*/ 34 h 203"/>
                  <a:gd name="T56" fmla="*/ 28 w 106"/>
                  <a:gd name="T57" fmla="*/ 41 h 203"/>
                  <a:gd name="T58" fmla="*/ 26 w 106"/>
                  <a:gd name="T59" fmla="*/ 50 h 203"/>
                  <a:gd name="T60" fmla="*/ 26 w 106"/>
                  <a:gd name="T61" fmla="*/ 59 h 203"/>
                  <a:gd name="T62" fmla="*/ 27 w 106"/>
                  <a:gd name="T63" fmla="*/ 71 h 203"/>
                  <a:gd name="T64" fmla="*/ 33 w 106"/>
                  <a:gd name="T65" fmla="*/ 147 h 203"/>
                  <a:gd name="T66" fmla="*/ 41 w 106"/>
                  <a:gd name="T67" fmla="*/ 176 h 203"/>
                  <a:gd name="T68" fmla="*/ 61 w 106"/>
                  <a:gd name="T69" fmla="*/ 180 h 203"/>
                  <a:gd name="T70" fmla="*/ 70 w 106"/>
                  <a:gd name="T71" fmla="*/ 176 h 203"/>
                  <a:gd name="T72" fmla="*/ 76 w 106"/>
                  <a:gd name="T73" fmla="*/ 171 h 203"/>
                  <a:gd name="T74" fmla="*/ 79 w 106"/>
                  <a:gd name="T75" fmla="*/ 164 h 203"/>
                  <a:gd name="T76" fmla="*/ 81 w 106"/>
                  <a:gd name="T77" fmla="*/ 155 h 203"/>
                  <a:gd name="T78" fmla="*/ 81 w 106"/>
                  <a:gd name="T79" fmla="*/ 146 h 203"/>
                  <a:gd name="T80" fmla="*/ 80 w 106"/>
                  <a:gd name="T81" fmla="*/ 135 h 203"/>
                  <a:gd name="T82" fmla="*/ 79 w 106"/>
                  <a:gd name="T83" fmla="*/ 121 h 203"/>
                  <a:gd name="T84" fmla="*/ 104 w 106"/>
                  <a:gd name="T85" fmla="*/ 114 h 203"/>
                  <a:gd name="T86" fmla="*/ 105 w 106"/>
                  <a:gd name="T87" fmla="*/ 128 h 203"/>
                  <a:gd name="T88" fmla="*/ 106 w 106"/>
                  <a:gd name="T89" fmla="*/ 148 h 203"/>
                  <a:gd name="T90" fmla="*/ 102 w 106"/>
                  <a:gd name="T91" fmla="*/ 166 h 203"/>
                  <a:gd name="T92" fmla="*/ 95 w 106"/>
                  <a:gd name="T93" fmla="*/ 181 h 203"/>
                  <a:gd name="T94" fmla="*/ 82 w 106"/>
                  <a:gd name="T95" fmla="*/ 193 h 203"/>
                  <a:gd name="T96" fmla="*/ 62 w 106"/>
                  <a:gd name="T97" fmla="*/ 20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203">
                    <a:moveTo>
                      <a:pt x="62" y="201"/>
                    </a:moveTo>
                    <a:cubicBezTo>
                      <a:pt x="55" y="203"/>
                      <a:pt x="48" y="203"/>
                      <a:pt x="41" y="203"/>
                    </a:cubicBezTo>
                    <a:cubicBezTo>
                      <a:pt x="35" y="202"/>
                      <a:pt x="30" y="200"/>
                      <a:pt x="26" y="197"/>
                    </a:cubicBezTo>
                    <a:cubicBezTo>
                      <a:pt x="22" y="194"/>
                      <a:pt x="18" y="190"/>
                      <a:pt x="16" y="185"/>
                    </a:cubicBezTo>
                    <a:cubicBezTo>
                      <a:pt x="13" y="180"/>
                      <a:pt x="11" y="175"/>
                      <a:pt x="9" y="169"/>
                    </a:cubicBezTo>
                    <a:cubicBezTo>
                      <a:pt x="8" y="163"/>
                      <a:pt x="7" y="156"/>
                      <a:pt x="6" y="149"/>
                    </a:cubicBezTo>
                    <a:cubicBezTo>
                      <a:pt x="4" y="121"/>
                      <a:pt x="3" y="108"/>
                      <a:pt x="0" y="81"/>
                    </a:cubicBezTo>
                    <a:cubicBezTo>
                      <a:pt x="0" y="72"/>
                      <a:pt x="0" y="65"/>
                      <a:pt x="0" y="59"/>
                    </a:cubicBezTo>
                    <a:cubicBezTo>
                      <a:pt x="0" y="52"/>
                      <a:pt x="2" y="46"/>
                      <a:pt x="4" y="40"/>
                    </a:cubicBezTo>
                    <a:cubicBezTo>
                      <a:pt x="5" y="34"/>
                      <a:pt x="8" y="28"/>
                      <a:pt x="12" y="24"/>
                    </a:cubicBezTo>
                    <a:cubicBezTo>
                      <a:pt x="15" y="20"/>
                      <a:pt x="20" y="16"/>
                      <a:pt x="26" y="12"/>
                    </a:cubicBezTo>
                    <a:cubicBezTo>
                      <a:pt x="31" y="9"/>
                      <a:pt x="38" y="6"/>
                      <a:pt x="46" y="4"/>
                    </a:cubicBezTo>
                    <a:cubicBezTo>
                      <a:pt x="63" y="0"/>
                      <a:pt x="76" y="1"/>
                      <a:pt x="84" y="8"/>
                    </a:cubicBezTo>
                    <a:cubicBezTo>
                      <a:pt x="92" y="15"/>
                      <a:pt x="97" y="28"/>
                      <a:pt x="99" y="46"/>
                    </a:cubicBezTo>
                    <a:cubicBezTo>
                      <a:pt x="99" y="52"/>
                      <a:pt x="99" y="55"/>
                      <a:pt x="100" y="62"/>
                    </a:cubicBezTo>
                    <a:cubicBezTo>
                      <a:pt x="90" y="64"/>
                      <a:pt x="85" y="66"/>
                      <a:pt x="75" y="69"/>
                    </a:cubicBezTo>
                    <a:cubicBezTo>
                      <a:pt x="74" y="63"/>
                      <a:pt x="74" y="61"/>
                      <a:pt x="74" y="55"/>
                    </a:cubicBezTo>
                    <a:cubicBezTo>
                      <a:pt x="73" y="52"/>
                      <a:pt x="73" y="50"/>
                      <a:pt x="73" y="48"/>
                    </a:cubicBezTo>
                    <a:cubicBezTo>
                      <a:pt x="73" y="47"/>
                      <a:pt x="73" y="45"/>
                      <a:pt x="72" y="42"/>
                    </a:cubicBezTo>
                    <a:cubicBezTo>
                      <a:pt x="72" y="40"/>
                      <a:pt x="72" y="38"/>
                      <a:pt x="71" y="36"/>
                    </a:cubicBezTo>
                    <a:cubicBezTo>
                      <a:pt x="71" y="35"/>
                      <a:pt x="70" y="34"/>
                      <a:pt x="70" y="32"/>
                    </a:cubicBezTo>
                    <a:cubicBezTo>
                      <a:pt x="69" y="30"/>
                      <a:pt x="68" y="29"/>
                      <a:pt x="67" y="28"/>
                    </a:cubicBezTo>
                    <a:cubicBezTo>
                      <a:pt x="66" y="27"/>
                      <a:pt x="65" y="26"/>
                      <a:pt x="64" y="25"/>
                    </a:cubicBezTo>
                    <a:cubicBezTo>
                      <a:pt x="63" y="25"/>
                      <a:pt x="62" y="24"/>
                      <a:pt x="60" y="24"/>
                    </a:cubicBezTo>
                    <a:cubicBezTo>
                      <a:pt x="59" y="24"/>
                      <a:pt x="57" y="24"/>
                      <a:pt x="55" y="24"/>
                    </a:cubicBezTo>
                    <a:cubicBezTo>
                      <a:pt x="53" y="24"/>
                      <a:pt x="51" y="24"/>
                      <a:pt x="48" y="25"/>
                    </a:cubicBezTo>
                    <a:cubicBezTo>
                      <a:pt x="44" y="26"/>
                      <a:pt x="41" y="27"/>
                      <a:pt x="39" y="29"/>
                    </a:cubicBezTo>
                    <a:cubicBezTo>
                      <a:pt x="36" y="30"/>
                      <a:pt x="34" y="32"/>
                      <a:pt x="32" y="34"/>
                    </a:cubicBezTo>
                    <a:cubicBezTo>
                      <a:pt x="30" y="36"/>
                      <a:pt x="29" y="39"/>
                      <a:pt x="28" y="41"/>
                    </a:cubicBezTo>
                    <a:cubicBezTo>
                      <a:pt x="27" y="43"/>
                      <a:pt x="27" y="46"/>
                      <a:pt x="26" y="50"/>
                    </a:cubicBezTo>
                    <a:cubicBezTo>
                      <a:pt x="26" y="53"/>
                      <a:pt x="26" y="56"/>
                      <a:pt x="26" y="59"/>
                    </a:cubicBezTo>
                    <a:cubicBezTo>
                      <a:pt x="26" y="62"/>
                      <a:pt x="26" y="66"/>
                      <a:pt x="27" y="71"/>
                    </a:cubicBezTo>
                    <a:cubicBezTo>
                      <a:pt x="29" y="101"/>
                      <a:pt x="31" y="117"/>
                      <a:pt x="33" y="147"/>
                    </a:cubicBezTo>
                    <a:cubicBezTo>
                      <a:pt x="34" y="162"/>
                      <a:pt x="37" y="171"/>
                      <a:pt x="41" y="176"/>
                    </a:cubicBezTo>
                    <a:cubicBezTo>
                      <a:pt x="45" y="181"/>
                      <a:pt x="52" y="182"/>
                      <a:pt x="61" y="180"/>
                    </a:cubicBezTo>
                    <a:cubicBezTo>
                      <a:pt x="64" y="179"/>
                      <a:pt x="67" y="178"/>
                      <a:pt x="70" y="176"/>
                    </a:cubicBezTo>
                    <a:cubicBezTo>
                      <a:pt x="72" y="175"/>
                      <a:pt x="74" y="173"/>
                      <a:pt x="76" y="171"/>
                    </a:cubicBezTo>
                    <a:cubicBezTo>
                      <a:pt x="77" y="168"/>
                      <a:pt x="79" y="166"/>
                      <a:pt x="79" y="164"/>
                    </a:cubicBezTo>
                    <a:cubicBezTo>
                      <a:pt x="80" y="162"/>
                      <a:pt x="81" y="159"/>
                      <a:pt x="81" y="155"/>
                    </a:cubicBezTo>
                    <a:cubicBezTo>
                      <a:pt x="81" y="152"/>
                      <a:pt x="81" y="149"/>
                      <a:pt x="81" y="146"/>
                    </a:cubicBezTo>
                    <a:cubicBezTo>
                      <a:pt x="81" y="143"/>
                      <a:pt x="81" y="140"/>
                      <a:pt x="80" y="135"/>
                    </a:cubicBezTo>
                    <a:cubicBezTo>
                      <a:pt x="80" y="129"/>
                      <a:pt x="80" y="127"/>
                      <a:pt x="79" y="121"/>
                    </a:cubicBezTo>
                    <a:cubicBezTo>
                      <a:pt x="89" y="118"/>
                      <a:pt x="94" y="117"/>
                      <a:pt x="104" y="114"/>
                    </a:cubicBezTo>
                    <a:cubicBezTo>
                      <a:pt x="105" y="119"/>
                      <a:pt x="105" y="122"/>
                      <a:pt x="105" y="128"/>
                    </a:cubicBezTo>
                    <a:cubicBezTo>
                      <a:pt x="106" y="135"/>
                      <a:pt x="106" y="142"/>
                      <a:pt x="106" y="148"/>
                    </a:cubicBezTo>
                    <a:cubicBezTo>
                      <a:pt x="105" y="154"/>
                      <a:pt x="104" y="160"/>
                      <a:pt x="102" y="166"/>
                    </a:cubicBezTo>
                    <a:cubicBezTo>
                      <a:pt x="100" y="172"/>
                      <a:pt x="98" y="177"/>
                      <a:pt x="95" y="181"/>
                    </a:cubicBezTo>
                    <a:cubicBezTo>
                      <a:pt x="91" y="185"/>
                      <a:pt x="87" y="189"/>
                      <a:pt x="82" y="193"/>
                    </a:cubicBezTo>
                    <a:cubicBezTo>
                      <a:pt x="76" y="196"/>
                      <a:pt x="70" y="199"/>
                      <a:pt x="62" y="201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53">
                <a:extLst>
                  <a:ext uri="{FF2B5EF4-FFF2-40B4-BE49-F238E27FC236}">
                    <a16:creationId xmlns:a16="http://schemas.microsoft.com/office/drawing/2014/main" id="{58715C79-50CF-4DD4-A4FB-A0EBB5B46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4101" y="3271838"/>
                <a:ext cx="228600" cy="439738"/>
              </a:xfrm>
              <a:custGeom>
                <a:avLst/>
                <a:gdLst>
                  <a:gd name="T0" fmla="*/ 63 w 106"/>
                  <a:gd name="T1" fmla="*/ 202 h 205"/>
                  <a:gd name="T2" fmla="*/ 42 w 106"/>
                  <a:gd name="T3" fmla="*/ 205 h 205"/>
                  <a:gd name="T4" fmla="*/ 27 w 106"/>
                  <a:gd name="T5" fmla="*/ 200 h 205"/>
                  <a:gd name="T6" fmla="*/ 16 w 106"/>
                  <a:gd name="T7" fmla="*/ 189 h 205"/>
                  <a:gd name="T8" fmla="*/ 10 w 106"/>
                  <a:gd name="T9" fmla="*/ 173 h 205"/>
                  <a:gd name="T10" fmla="*/ 7 w 106"/>
                  <a:gd name="T11" fmla="*/ 153 h 205"/>
                  <a:gd name="T12" fmla="*/ 1 w 106"/>
                  <a:gd name="T13" fmla="*/ 85 h 205"/>
                  <a:gd name="T14" fmla="*/ 1 w 106"/>
                  <a:gd name="T15" fmla="*/ 63 h 205"/>
                  <a:gd name="T16" fmla="*/ 4 w 106"/>
                  <a:gd name="T17" fmla="*/ 43 h 205"/>
                  <a:gd name="T18" fmla="*/ 12 w 106"/>
                  <a:gd name="T19" fmla="*/ 27 h 205"/>
                  <a:gd name="T20" fmla="*/ 26 w 106"/>
                  <a:gd name="T21" fmla="*/ 14 h 205"/>
                  <a:gd name="T22" fmla="*/ 47 w 106"/>
                  <a:gd name="T23" fmla="*/ 5 h 205"/>
                  <a:gd name="T24" fmla="*/ 84 w 106"/>
                  <a:gd name="T25" fmla="*/ 8 h 205"/>
                  <a:gd name="T26" fmla="*/ 99 w 106"/>
                  <a:gd name="T27" fmla="*/ 46 h 205"/>
                  <a:gd name="T28" fmla="*/ 100 w 106"/>
                  <a:gd name="T29" fmla="*/ 62 h 205"/>
                  <a:gd name="T30" fmla="*/ 75 w 106"/>
                  <a:gd name="T31" fmla="*/ 69 h 205"/>
                  <a:gd name="T32" fmla="*/ 74 w 106"/>
                  <a:gd name="T33" fmla="*/ 55 h 205"/>
                  <a:gd name="T34" fmla="*/ 73 w 106"/>
                  <a:gd name="T35" fmla="*/ 48 h 205"/>
                  <a:gd name="T36" fmla="*/ 73 w 106"/>
                  <a:gd name="T37" fmla="*/ 42 h 205"/>
                  <a:gd name="T38" fmla="*/ 72 w 106"/>
                  <a:gd name="T39" fmla="*/ 37 h 205"/>
                  <a:gd name="T40" fmla="*/ 70 w 106"/>
                  <a:gd name="T41" fmla="*/ 32 h 205"/>
                  <a:gd name="T42" fmla="*/ 68 w 106"/>
                  <a:gd name="T43" fmla="*/ 28 h 205"/>
                  <a:gd name="T44" fmla="*/ 65 w 106"/>
                  <a:gd name="T45" fmla="*/ 26 h 205"/>
                  <a:gd name="T46" fmla="*/ 60 w 106"/>
                  <a:gd name="T47" fmla="*/ 24 h 205"/>
                  <a:gd name="T48" fmla="*/ 55 w 106"/>
                  <a:gd name="T49" fmla="*/ 24 h 205"/>
                  <a:gd name="T50" fmla="*/ 48 w 106"/>
                  <a:gd name="T51" fmla="*/ 26 h 205"/>
                  <a:gd name="T52" fmla="*/ 39 w 106"/>
                  <a:gd name="T53" fmla="*/ 30 h 205"/>
                  <a:gd name="T54" fmla="*/ 33 w 106"/>
                  <a:gd name="T55" fmla="*/ 36 h 205"/>
                  <a:gd name="T56" fmla="*/ 29 w 106"/>
                  <a:gd name="T57" fmla="*/ 43 h 205"/>
                  <a:gd name="T58" fmla="*/ 27 w 106"/>
                  <a:gd name="T59" fmla="*/ 52 h 205"/>
                  <a:gd name="T60" fmla="*/ 27 w 106"/>
                  <a:gd name="T61" fmla="*/ 62 h 205"/>
                  <a:gd name="T62" fmla="*/ 27 w 106"/>
                  <a:gd name="T63" fmla="*/ 73 h 205"/>
                  <a:gd name="T64" fmla="*/ 34 w 106"/>
                  <a:gd name="T65" fmla="*/ 149 h 205"/>
                  <a:gd name="T66" fmla="*/ 42 w 106"/>
                  <a:gd name="T67" fmla="*/ 178 h 205"/>
                  <a:gd name="T68" fmla="*/ 61 w 106"/>
                  <a:gd name="T69" fmla="*/ 180 h 205"/>
                  <a:gd name="T70" fmla="*/ 70 w 106"/>
                  <a:gd name="T71" fmla="*/ 177 h 205"/>
                  <a:gd name="T72" fmla="*/ 76 w 106"/>
                  <a:gd name="T73" fmla="*/ 171 h 205"/>
                  <a:gd name="T74" fmla="*/ 80 w 106"/>
                  <a:gd name="T75" fmla="*/ 164 h 205"/>
                  <a:gd name="T76" fmla="*/ 81 w 106"/>
                  <a:gd name="T77" fmla="*/ 156 h 205"/>
                  <a:gd name="T78" fmla="*/ 81 w 106"/>
                  <a:gd name="T79" fmla="*/ 146 h 205"/>
                  <a:gd name="T80" fmla="*/ 81 w 106"/>
                  <a:gd name="T81" fmla="*/ 135 h 205"/>
                  <a:gd name="T82" fmla="*/ 79 w 106"/>
                  <a:gd name="T83" fmla="*/ 121 h 205"/>
                  <a:gd name="T84" fmla="*/ 104 w 106"/>
                  <a:gd name="T85" fmla="*/ 114 h 205"/>
                  <a:gd name="T86" fmla="*/ 106 w 106"/>
                  <a:gd name="T87" fmla="*/ 128 h 205"/>
                  <a:gd name="T88" fmla="*/ 106 w 106"/>
                  <a:gd name="T89" fmla="*/ 148 h 205"/>
                  <a:gd name="T90" fmla="*/ 103 w 106"/>
                  <a:gd name="T91" fmla="*/ 166 h 205"/>
                  <a:gd name="T92" fmla="*/ 95 w 106"/>
                  <a:gd name="T93" fmla="*/ 181 h 205"/>
                  <a:gd name="T94" fmla="*/ 82 w 106"/>
                  <a:gd name="T95" fmla="*/ 193 h 205"/>
                  <a:gd name="T96" fmla="*/ 63 w 106"/>
                  <a:gd name="T97" fmla="*/ 202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205">
                    <a:moveTo>
                      <a:pt x="63" y="202"/>
                    </a:moveTo>
                    <a:cubicBezTo>
                      <a:pt x="55" y="204"/>
                      <a:pt x="48" y="205"/>
                      <a:pt x="42" y="205"/>
                    </a:cubicBezTo>
                    <a:cubicBezTo>
                      <a:pt x="36" y="204"/>
                      <a:pt x="31" y="203"/>
                      <a:pt x="27" y="200"/>
                    </a:cubicBezTo>
                    <a:cubicBezTo>
                      <a:pt x="23" y="198"/>
                      <a:pt x="19" y="194"/>
                      <a:pt x="16" y="189"/>
                    </a:cubicBezTo>
                    <a:cubicBezTo>
                      <a:pt x="13" y="184"/>
                      <a:pt x="11" y="179"/>
                      <a:pt x="10" y="173"/>
                    </a:cubicBezTo>
                    <a:cubicBezTo>
                      <a:pt x="8" y="167"/>
                      <a:pt x="7" y="161"/>
                      <a:pt x="7" y="153"/>
                    </a:cubicBezTo>
                    <a:cubicBezTo>
                      <a:pt x="4" y="126"/>
                      <a:pt x="3" y="112"/>
                      <a:pt x="1" y="85"/>
                    </a:cubicBezTo>
                    <a:cubicBezTo>
                      <a:pt x="0" y="77"/>
                      <a:pt x="0" y="69"/>
                      <a:pt x="1" y="63"/>
                    </a:cubicBezTo>
                    <a:cubicBezTo>
                      <a:pt x="1" y="56"/>
                      <a:pt x="2" y="50"/>
                      <a:pt x="4" y="43"/>
                    </a:cubicBezTo>
                    <a:cubicBezTo>
                      <a:pt x="6" y="37"/>
                      <a:pt x="9" y="32"/>
                      <a:pt x="12" y="27"/>
                    </a:cubicBezTo>
                    <a:cubicBezTo>
                      <a:pt x="16" y="22"/>
                      <a:pt x="20" y="18"/>
                      <a:pt x="26" y="14"/>
                    </a:cubicBezTo>
                    <a:cubicBezTo>
                      <a:pt x="32" y="10"/>
                      <a:pt x="39" y="7"/>
                      <a:pt x="47" y="5"/>
                    </a:cubicBezTo>
                    <a:cubicBezTo>
                      <a:pt x="64" y="0"/>
                      <a:pt x="76" y="1"/>
                      <a:pt x="84" y="8"/>
                    </a:cubicBezTo>
                    <a:cubicBezTo>
                      <a:pt x="93" y="15"/>
                      <a:pt x="97" y="28"/>
                      <a:pt x="99" y="46"/>
                    </a:cubicBezTo>
                    <a:cubicBezTo>
                      <a:pt x="99" y="52"/>
                      <a:pt x="100" y="56"/>
                      <a:pt x="100" y="62"/>
                    </a:cubicBezTo>
                    <a:cubicBezTo>
                      <a:pt x="90" y="65"/>
                      <a:pt x="85" y="66"/>
                      <a:pt x="75" y="69"/>
                    </a:cubicBezTo>
                    <a:cubicBezTo>
                      <a:pt x="75" y="63"/>
                      <a:pt x="74" y="61"/>
                      <a:pt x="74" y="55"/>
                    </a:cubicBezTo>
                    <a:cubicBezTo>
                      <a:pt x="74" y="52"/>
                      <a:pt x="74" y="50"/>
                      <a:pt x="73" y="48"/>
                    </a:cubicBezTo>
                    <a:cubicBezTo>
                      <a:pt x="73" y="47"/>
                      <a:pt x="73" y="45"/>
                      <a:pt x="73" y="42"/>
                    </a:cubicBezTo>
                    <a:cubicBezTo>
                      <a:pt x="72" y="40"/>
                      <a:pt x="72" y="38"/>
                      <a:pt x="72" y="37"/>
                    </a:cubicBezTo>
                    <a:cubicBezTo>
                      <a:pt x="71" y="35"/>
                      <a:pt x="71" y="34"/>
                      <a:pt x="70" y="32"/>
                    </a:cubicBezTo>
                    <a:cubicBezTo>
                      <a:pt x="69" y="30"/>
                      <a:pt x="69" y="29"/>
                      <a:pt x="68" y="28"/>
                    </a:cubicBezTo>
                    <a:cubicBezTo>
                      <a:pt x="67" y="28"/>
                      <a:pt x="66" y="27"/>
                      <a:pt x="65" y="26"/>
                    </a:cubicBezTo>
                    <a:cubicBezTo>
                      <a:pt x="63" y="25"/>
                      <a:pt x="62" y="24"/>
                      <a:pt x="60" y="24"/>
                    </a:cubicBezTo>
                    <a:cubicBezTo>
                      <a:pt x="59" y="24"/>
                      <a:pt x="57" y="24"/>
                      <a:pt x="55" y="24"/>
                    </a:cubicBezTo>
                    <a:cubicBezTo>
                      <a:pt x="53" y="25"/>
                      <a:pt x="51" y="25"/>
                      <a:pt x="48" y="26"/>
                    </a:cubicBezTo>
                    <a:cubicBezTo>
                      <a:pt x="45" y="27"/>
                      <a:pt x="42" y="28"/>
                      <a:pt x="39" y="30"/>
                    </a:cubicBezTo>
                    <a:cubicBezTo>
                      <a:pt x="36" y="32"/>
                      <a:pt x="34" y="34"/>
                      <a:pt x="33" y="36"/>
                    </a:cubicBezTo>
                    <a:cubicBezTo>
                      <a:pt x="31" y="38"/>
                      <a:pt x="30" y="40"/>
                      <a:pt x="29" y="43"/>
                    </a:cubicBezTo>
                    <a:cubicBezTo>
                      <a:pt x="28" y="45"/>
                      <a:pt x="27" y="48"/>
                      <a:pt x="27" y="52"/>
                    </a:cubicBezTo>
                    <a:cubicBezTo>
                      <a:pt x="27" y="55"/>
                      <a:pt x="27" y="58"/>
                      <a:pt x="27" y="62"/>
                    </a:cubicBezTo>
                    <a:cubicBezTo>
                      <a:pt x="27" y="65"/>
                      <a:pt x="27" y="68"/>
                      <a:pt x="27" y="73"/>
                    </a:cubicBezTo>
                    <a:cubicBezTo>
                      <a:pt x="30" y="103"/>
                      <a:pt x="31" y="119"/>
                      <a:pt x="34" y="149"/>
                    </a:cubicBezTo>
                    <a:cubicBezTo>
                      <a:pt x="35" y="164"/>
                      <a:pt x="38" y="173"/>
                      <a:pt x="42" y="178"/>
                    </a:cubicBezTo>
                    <a:cubicBezTo>
                      <a:pt x="46" y="182"/>
                      <a:pt x="52" y="183"/>
                      <a:pt x="61" y="180"/>
                    </a:cubicBezTo>
                    <a:cubicBezTo>
                      <a:pt x="65" y="179"/>
                      <a:pt x="68" y="178"/>
                      <a:pt x="70" y="177"/>
                    </a:cubicBezTo>
                    <a:cubicBezTo>
                      <a:pt x="73" y="175"/>
                      <a:pt x="75" y="173"/>
                      <a:pt x="76" y="171"/>
                    </a:cubicBezTo>
                    <a:cubicBezTo>
                      <a:pt x="78" y="169"/>
                      <a:pt x="79" y="166"/>
                      <a:pt x="80" y="164"/>
                    </a:cubicBezTo>
                    <a:cubicBezTo>
                      <a:pt x="81" y="162"/>
                      <a:pt x="81" y="159"/>
                      <a:pt x="81" y="156"/>
                    </a:cubicBezTo>
                    <a:cubicBezTo>
                      <a:pt x="81" y="152"/>
                      <a:pt x="81" y="149"/>
                      <a:pt x="81" y="146"/>
                    </a:cubicBezTo>
                    <a:cubicBezTo>
                      <a:pt x="81" y="143"/>
                      <a:pt x="81" y="140"/>
                      <a:pt x="81" y="135"/>
                    </a:cubicBezTo>
                    <a:cubicBezTo>
                      <a:pt x="80" y="130"/>
                      <a:pt x="80" y="127"/>
                      <a:pt x="79" y="121"/>
                    </a:cubicBezTo>
                    <a:cubicBezTo>
                      <a:pt x="89" y="118"/>
                      <a:pt x="94" y="117"/>
                      <a:pt x="104" y="114"/>
                    </a:cubicBezTo>
                    <a:cubicBezTo>
                      <a:pt x="105" y="120"/>
                      <a:pt x="105" y="122"/>
                      <a:pt x="106" y="128"/>
                    </a:cubicBezTo>
                    <a:cubicBezTo>
                      <a:pt x="106" y="136"/>
                      <a:pt x="106" y="142"/>
                      <a:pt x="106" y="148"/>
                    </a:cubicBezTo>
                    <a:cubicBezTo>
                      <a:pt x="105" y="154"/>
                      <a:pt x="104" y="160"/>
                      <a:pt x="103" y="166"/>
                    </a:cubicBezTo>
                    <a:cubicBezTo>
                      <a:pt x="101" y="172"/>
                      <a:pt x="98" y="177"/>
                      <a:pt x="95" y="181"/>
                    </a:cubicBezTo>
                    <a:cubicBezTo>
                      <a:pt x="92" y="185"/>
                      <a:pt x="87" y="189"/>
                      <a:pt x="82" y="193"/>
                    </a:cubicBezTo>
                    <a:cubicBezTo>
                      <a:pt x="76" y="197"/>
                      <a:pt x="70" y="199"/>
                      <a:pt x="63" y="202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54">
                <a:extLst>
                  <a:ext uri="{FF2B5EF4-FFF2-40B4-BE49-F238E27FC236}">
                    <a16:creationId xmlns:a16="http://schemas.microsoft.com/office/drawing/2014/main" id="{227F4518-948D-4F2A-BC21-782C2A618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2863" y="3205163"/>
                <a:ext cx="192088" cy="449263"/>
              </a:xfrm>
              <a:custGeom>
                <a:avLst/>
                <a:gdLst>
                  <a:gd name="T0" fmla="*/ 16 w 90"/>
                  <a:gd name="T1" fmla="*/ 209 h 209"/>
                  <a:gd name="T2" fmla="*/ 0 w 90"/>
                  <a:gd name="T3" fmla="*/ 17 h 209"/>
                  <a:gd name="T4" fmla="*/ 74 w 90"/>
                  <a:gd name="T5" fmla="*/ 0 h 209"/>
                  <a:gd name="T6" fmla="*/ 75 w 90"/>
                  <a:gd name="T7" fmla="*/ 20 h 209"/>
                  <a:gd name="T8" fmla="*/ 28 w 90"/>
                  <a:gd name="T9" fmla="*/ 30 h 209"/>
                  <a:gd name="T10" fmla="*/ 33 w 90"/>
                  <a:gd name="T11" fmla="*/ 94 h 209"/>
                  <a:gd name="T12" fmla="*/ 72 w 90"/>
                  <a:gd name="T13" fmla="*/ 85 h 209"/>
                  <a:gd name="T14" fmla="*/ 73 w 90"/>
                  <a:gd name="T15" fmla="*/ 105 h 209"/>
                  <a:gd name="T16" fmla="*/ 35 w 90"/>
                  <a:gd name="T17" fmla="*/ 113 h 209"/>
                  <a:gd name="T18" fmla="*/ 41 w 90"/>
                  <a:gd name="T19" fmla="*/ 184 h 209"/>
                  <a:gd name="T20" fmla="*/ 89 w 90"/>
                  <a:gd name="T21" fmla="*/ 173 h 209"/>
                  <a:gd name="T22" fmla="*/ 90 w 90"/>
                  <a:gd name="T23" fmla="*/ 193 h 209"/>
                  <a:gd name="T24" fmla="*/ 16 w 90"/>
                  <a:gd name="T2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09">
                    <a:moveTo>
                      <a:pt x="16" y="209"/>
                    </a:moveTo>
                    <a:cubicBezTo>
                      <a:pt x="10" y="145"/>
                      <a:pt x="5" y="81"/>
                      <a:pt x="0" y="17"/>
                    </a:cubicBezTo>
                    <a:cubicBezTo>
                      <a:pt x="29" y="9"/>
                      <a:pt x="44" y="5"/>
                      <a:pt x="74" y="0"/>
                    </a:cubicBezTo>
                    <a:cubicBezTo>
                      <a:pt x="74" y="8"/>
                      <a:pt x="75" y="12"/>
                      <a:pt x="75" y="20"/>
                    </a:cubicBezTo>
                    <a:cubicBezTo>
                      <a:pt x="56" y="23"/>
                      <a:pt x="47" y="25"/>
                      <a:pt x="28" y="30"/>
                    </a:cubicBezTo>
                    <a:cubicBezTo>
                      <a:pt x="30" y="55"/>
                      <a:pt x="31" y="68"/>
                      <a:pt x="33" y="94"/>
                    </a:cubicBezTo>
                    <a:cubicBezTo>
                      <a:pt x="49" y="90"/>
                      <a:pt x="56" y="88"/>
                      <a:pt x="72" y="85"/>
                    </a:cubicBezTo>
                    <a:cubicBezTo>
                      <a:pt x="72" y="93"/>
                      <a:pt x="73" y="97"/>
                      <a:pt x="73" y="105"/>
                    </a:cubicBezTo>
                    <a:cubicBezTo>
                      <a:pt x="58" y="107"/>
                      <a:pt x="50" y="109"/>
                      <a:pt x="35" y="113"/>
                    </a:cubicBezTo>
                    <a:cubicBezTo>
                      <a:pt x="37" y="141"/>
                      <a:pt x="38" y="155"/>
                      <a:pt x="41" y="184"/>
                    </a:cubicBezTo>
                    <a:cubicBezTo>
                      <a:pt x="60" y="179"/>
                      <a:pt x="69" y="177"/>
                      <a:pt x="89" y="173"/>
                    </a:cubicBezTo>
                    <a:cubicBezTo>
                      <a:pt x="89" y="181"/>
                      <a:pt x="89" y="185"/>
                      <a:pt x="90" y="193"/>
                    </a:cubicBezTo>
                    <a:cubicBezTo>
                      <a:pt x="60" y="198"/>
                      <a:pt x="45" y="202"/>
                      <a:pt x="16" y="209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255">
                <a:extLst>
                  <a:ext uri="{FF2B5EF4-FFF2-40B4-BE49-F238E27FC236}">
                    <a16:creationId xmlns:a16="http://schemas.microsoft.com/office/drawing/2014/main" id="{23A72A99-72AC-46CE-8B04-E805AAE7D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2888" y="3181350"/>
                <a:ext cx="231775" cy="425450"/>
              </a:xfrm>
              <a:custGeom>
                <a:avLst/>
                <a:gdLst>
                  <a:gd name="T0" fmla="*/ 64 w 108"/>
                  <a:gd name="T1" fmla="*/ 197 h 198"/>
                  <a:gd name="T2" fmla="*/ 26 w 108"/>
                  <a:gd name="T3" fmla="*/ 186 h 198"/>
                  <a:gd name="T4" fmla="*/ 8 w 108"/>
                  <a:gd name="T5" fmla="*/ 147 h 198"/>
                  <a:gd name="T6" fmla="*/ 32 w 108"/>
                  <a:gd name="T7" fmla="*/ 137 h 198"/>
                  <a:gd name="T8" fmla="*/ 62 w 108"/>
                  <a:gd name="T9" fmla="*/ 176 h 198"/>
                  <a:gd name="T10" fmla="*/ 78 w 108"/>
                  <a:gd name="T11" fmla="*/ 170 h 198"/>
                  <a:gd name="T12" fmla="*/ 82 w 108"/>
                  <a:gd name="T13" fmla="*/ 153 h 198"/>
                  <a:gd name="T14" fmla="*/ 79 w 108"/>
                  <a:gd name="T15" fmla="*/ 141 h 198"/>
                  <a:gd name="T16" fmla="*/ 74 w 108"/>
                  <a:gd name="T17" fmla="*/ 132 h 198"/>
                  <a:gd name="T18" fmla="*/ 67 w 108"/>
                  <a:gd name="T19" fmla="*/ 124 h 198"/>
                  <a:gd name="T20" fmla="*/ 58 w 108"/>
                  <a:gd name="T21" fmla="*/ 117 h 198"/>
                  <a:gd name="T22" fmla="*/ 23 w 108"/>
                  <a:gd name="T23" fmla="*/ 91 h 198"/>
                  <a:gd name="T24" fmla="*/ 7 w 108"/>
                  <a:gd name="T25" fmla="*/ 74 h 198"/>
                  <a:gd name="T26" fmla="*/ 1 w 108"/>
                  <a:gd name="T27" fmla="*/ 51 h 198"/>
                  <a:gd name="T28" fmla="*/ 10 w 108"/>
                  <a:gd name="T29" fmla="*/ 17 h 198"/>
                  <a:gd name="T30" fmla="*/ 42 w 108"/>
                  <a:gd name="T31" fmla="*/ 1 h 198"/>
                  <a:gd name="T32" fmla="*/ 78 w 108"/>
                  <a:gd name="T33" fmla="*/ 12 h 198"/>
                  <a:gd name="T34" fmla="*/ 95 w 108"/>
                  <a:gd name="T35" fmla="*/ 50 h 198"/>
                  <a:gd name="T36" fmla="*/ 73 w 108"/>
                  <a:gd name="T37" fmla="*/ 56 h 198"/>
                  <a:gd name="T38" fmla="*/ 71 w 108"/>
                  <a:gd name="T39" fmla="*/ 45 h 198"/>
                  <a:gd name="T40" fmla="*/ 67 w 108"/>
                  <a:gd name="T41" fmla="*/ 35 h 198"/>
                  <a:gd name="T42" fmla="*/ 62 w 108"/>
                  <a:gd name="T43" fmla="*/ 27 h 198"/>
                  <a:gd name="T44" fmla="*/ 54 w 108"/>
                  <a:gd name="T45" fmla="*/ 23 h 198"/>
                  <a:gd name="T46" fmla="*/ 44 w 108"/>
                  <a:gd name="T47" fmla="*/ 22 h 198"/>
                  <a:gd name="T48" fmla="*/ 25 w 108"/>
                  <a:gd name="T49" fmla="*/ 45 h 198"/>
                  <a:gd name="T50" fmla="*/ 29 w 108"/>
                  <a:gd name="T51" fmla="*/ 59 h 198"/>
                  <a:gd name="T52" fmla="*/ 39 w 108"/>
                  <a:gd name="T53" fmla="*/ 70 h 198"/>
                  <a:gd name="T54" fmla="*/ 74 w 108"/>
                  <a:gd name="T55" fmla="*/ 97 h 198"/>
                  <a:gd name="T56" fmla="*/ 97 w 108"/>
                  <a:gd name="T57" fmla="*/ 121 h 198"/>
                  <a:gd name="T58" fmla="*/ 107 w 108"/>
                  <a:gd name="T59" fmla="*/ 151 h 198"/>
                  <a:gd name="T60" fmla="*/ 97 w 108"/>
                  <a:gd name="T61" fmla="*/ 184 h 198"/>
                  <a:gd name="T62" fmla="*/ 64 w 108"/>
                  <a:gd name="T63" fmla="*/ 197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8" h="198">
                    <a:moveTo>
                      <a:pt x="64" y="197"/>
                    </a:moveTo>
                    <a:cubicBezTo>
                      <a:pt x="48" y="198"/>
                      <a:pt x="35" y="195"/>
                      <a:pt x="26" y="186"/>
                    </a:cubicBezTo>
                    <a:cubicBezTo>
                      <a:pt x="17" y="177"/>
                      <a:pt x="11" y="164"/>
                      <a:pt x="8" y="147"/>
                    </a:cubicBezTo>
                    <a:cubicBezTo>
                      <a:pt x="18" y="143"/>
                      <a:pt x="22" y="141"/>
                      <a:pt x="32" y="137"/>
                    </a:cubicBezTo>
                    <a:cubicBezTo>
                      <a:pt x="36" y="165"/>
                      <a:pt x="46" y="177"/>
                      <a:pt x="62" y="176"/>
                    </a:cubicBezTo>
                    <a:cubicBezTo>
                      <a:pt x="69" y="176"/>
                      <a:pt x="74" y="174"/>
                      <a:pt x="78" y="170"/>
                    </a:cubicBezTo>
                    <a:cubicBezTo>
                      <a:pt x="81" y="166"/>
                      <a:pt x="82" y="160"/>
                      <a:pt x="82" y="153"/>
                    </a:cubicBezTo>
                    <a:cubicBezTo>
                      <a:pt x="81" y="149"/>
                      <a:pt x="81" y="145"/>
                      <a:pt x="79" y="141"/>
                    </a:cubicBezTo>
                    <a:cubicBezTo>
                      <a:pt x="78" y="138"/>
                      <a:pt x="76" y="135"/>
                      <a:pt x="74" y="132"/>
                    </a:cubicBezTo>
                    <a:cubicBezTo>
                      <a:pt x="71" y="129"/>
                      <a:pt x="69" y="126"/>
                      <a:pt x="67" y="124"/>
                    </a:cubicBezTo>
                    <a:cubicBezTo>
                      <a:pt x="65" y="122"/>
                      <a:pt x="62" y="120"/>
                      <a:pt x="58" y="117"/>
                    </a:cubicBezTo>
                    <a:cubicBezTo>
                      <a:pt x="44" y="106"/>
                      <a:pt x="37" y="101"/>
                      <a:pt x="23" y="91"/>
                    </a:cubicBezTo>
                    <a:cubicBezTo>
                      <a:pt x="16" y="86"/>
                      <a:pt x="11" y="80"/>
                      <a:pt x="7" y="74"/>
                    </a:cubicBezTo>
                    <a:cubicBezTo>
                      <a:pt x="4" y="68"/>
                      <a:pt x="2" y="60"/>
                      <a:pt x="1" y="51"/>
                    </a:cubicBezTo>
                    <a:cubicBezTo>
                      <a:pt x="0" y="37"/>
                      <a:pt x="3" y="25"/>
                      <a:pt x="10" y="17"/>
                    </a:cubicBezTo>
                    <a:cubicBezTo>
                      <a:pt x="18" y="8"/>
                      <a:pt x="28" y="2"/>
                      <a:pt x="42" y="1"/>
                    </a:cubicBezTo>
                    <a:cubicBezTo>
                      <a:pt x="58" y="0"/>
                      <a:pt x="70" y="4"/>
                      <a:pt x="78" y="12"/>
                    </a:cubicBezTo>
                    <a:cubicBezTo>
                      <a:pt x="87" y="20"/>
                      <a:pt x="92" y="33"/>
                      <a:pt x="95" y="50"/>
                    </a:cubicBezTo>
                    <a:cubicBezTo>
                      <a:pt x="86" y="52"/>
                      <a:pt x="82" y="53"/>
                      <a:pt x="73" y="56"/>
                    </a:cubicBezTo>
                    <a:cubicBezTo>
                      <a:pt x="72" y="52"/>
                      <a:pt x="71" y="48"/>
                      <a:pt x="71" y="45"/>
                    </a:cubicBezTo>
                    <a:cubicBezTo>
                      <a:pt x="70" y="42"/>
                      <a:pt x="69" y="38"/>
                      <a:pt x="67" y="35"/>
                    </a:cubicBezTo>
                    <a:cubicBezTo>
                      <a:pt x="66" y="32"/>
                      <a:pt x="64" y="29"/>
                      <a:pt x="62" y="27"/>
                    </a:cubicBezTo>
                    <a:cubicBezTo>
                      <a:pt x="60" y="25"/>
                      <a:pt x="58" y="24"/>
                      <a:pt x="54" y="23"/>
                    </a:cubicBezTo>
                    <a:cubicBezTo>
                      <a:pt x="51" y="22"/>
                      <a:pt x="48" y="21"/>
                      <a:pt x="44" y="22"/>
                    </a:cubicBezTo>
                    <a:cubicBezTo>
                      <a:pt x="30" y="24"/>
                      <a:pt x="24" y="32"/>
                      <a:pt x="25" y="45"/>
                    </a:cubicBezTo>
                    <a:cubicBezTo>
                      <a:pt x="25" y="51"/>
                      <a:pt x="26" y="55"/>
                      <a:pt x="29" y="59"/>
                    </a:cubicBezTo>
                    <a:cubicBezTo>
                      <a:pt x="31" y="63"/>
                      <a:pt x="34" y="66"/>
                      <a:pt x="39" y="70"/>
                    </a:cubicBezTo>
                    <a:cubicBezTo>
                      <a:pt x="53" y="80"/>
                      <a:pt x="60" y="86"/>
                      <a:pt x="74" y="97"/>
                    </a:cubicBezTo>
                    <a:cubicBezTo>
                      <a:pt x="84" y="104"/>
                      <a:pt x="91" y="112"/>
                      <a:pt x="97" y="121"/>
                    </a:cubicBezTo>
                    <a:cubicBezTo>
                      <a:pt x="102" y="130"/>
                      <a:pt x="106" y="140"/>
                      <a:pt x="107" y="151"/>
                    </a:cubicBezTo>
                    <a:cubicBezTo>
                      <a:pt x="108" y="165"/>
                      <a:pt x="105" y="176"/>
                      <a:pt x="97" y="184"/>
                    </a:cubicBezTo>
                    <a:cubicBezTo>
                      <a:pt x="89" y="192"/>
                      <a:pt x="78" y="197"/>
                      <a:pt x="64" y="197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256">
                <a:extLst>
                  <a:ext uri="{FF2B5EF4-FFF2-40B4-BE49-F238E27FC236}">
                    <a16:creationId xmlns:a16="http://schemas.microsoft.com/office/drawing/2014/main" id="{23BA7DB9-DEC4-4EE3-9BFD-0894C26D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188" y="3190875"/>
                <a:ext cx="236538" cy="434975"/>
              </a:xfrm>
              <a:custGeom>
                <a:avLst/>
                <a:gdLst>
                  <a:gd name="T0" fmla="*/ 65 w 110"/>
                  <a:gd name="T1" fmla="*/ 200 h 203"/>
                  <a:gd name="T2" fmla="*/ 26 w 110"/>
                  <a:gd name="T3" fmla="*/ 180 h 203"/>
                  <a:gd name="T4" fmla="*/ 8 w 110"/>
                  <a:gd name="T5" fmla="*/ 137 h 203"/>
                  <a:gd name="T6" fmla="*/ 32 w 110"/>
                  <a:gd name="T7" fmla="*/ 133 h 203"/>
                  <a:gd name="T8" fmla="*/ 63 w 110"/>
                  <a:gd name="T9" fmla="*/ 179 h 203"/>
                  <a:gd name="T10" fmla="*/ 79 w 110"/>
                  <a:gd name="T11" fmla="*/ 177 h 203"/>
                  <a:gd name="T12" fmla="*/ 83 w 110"/>
                  <a:gd name="T13" fmla="*/ 162 h 203"/>
                  <a:gd name="T14" fmla="*/ 81 w 110"/>
                  <a:gd name="T15" fmla="*/ 150 h 203"/>
                  <a:gd name="T16" fmla="*/ 75 w 110"/>
                  <a:gd name="T17" fmla="*/ 139 h 203"/>
                  <a:gd name="T18" fmla="*/ 68 w 110"/>
                  <a:gd name="T19" fmla="*/ 130 h 203"/>
                  <a:gd name="T20" fmla="*/ 59 w 110"/>
                  <a:gd name="T21" fmla="*/ 120 h 203"/>
                  <a:gd name="T22" fmla="*/ 23 w 110"/>
                  <a:gd name="T23" fmla="*/ 86 h 203"/>
                  <a:gd name="T24" fmla="*/ 7 w 110"/>
                  <a:gd name="T25" fmla="*/ 66 h 203"/>
                  <a:gd name="T26" fmla="*/ 1 w 110"/>
                  <a:gd name="T27" fmla="*/ 41 h 203"/>
                  <a:gd name="T28" fmla="*/ 10 w 110"/>
                  <a:gd name="T29" fmla="*/ 10 h 203"/>
                  <a:gd name="T30" fmla="*/ 43 w 110"/>
                  <a:gd name="T31" fmla="*/ 3 h 203"/>
                  <a:gd name="T32" fmla="*/ 80 w 110"/>
                  <a:gd name="T33" fmla="*/ 23 h 203"/>
                  <a:gd name="T34" fmla="*/ 97 w 110"/>
                  <a:gd name="T35" fmla="*/ 65 h 203"/>
                  <a:gd name="T36" fmla="*/ 74 w 110"/>
                  <a:gd name="T37" fmla="*/ 65 h 203"/>
                  <a:gd name="T38" fmla="*/ 72 w 110"/>
                  <a:gd name="T39" fmla="*/ 53 h 203"/>
                  <a:gd name="T40" fmla="*/ 69 w 110"/>
                  <a:gd name="T41" fmla="*/ 43 h 203"/>
                  <a:gd name="T42" fmla="*/ 63 w 110"/>
                  <a:gd name="T43" fmla="*/ 34 h 203"/>
                  <a:gd name="T44" fmla="*/ 56 w 110"/>
                  <a:gd name="T45" fmla="*/ 27 h 203"/>
                  <a:gd name="T46" fmla="*/ 45 w 110"/>
                  <a:gd name="T47" fmla="*/ 23 h 203"/>
                  <a:gd name="T48" fmla="*/ 25 w 110"/>
                  <a:gd name="T49" fmla="*/ 41 h 203"/>
                  <a:gd name="T50" fmla="*/ 29 w 110"/>
                  <a:gd name="T51" fmla="*/ 56 h 203"/>
                  <a:gd name="T52" fmla="*/ 40 w 110"/>
                  <a:gd name="T53" fmla="*/ 69 h 203"/>
                  <a:gd name="T54" fmla="*/ 76 w 110"/>
                  <a:gd name="T55" fmla="*/ 105 h 203"/>
                  <a:gd name="T56" fmla="*/ 99 w 110"/>
                  <a:gd name="T57" fmla="*/ 135 h 203"/>
                  <a:gd name="T58" fmla="*/ 109 w 110"/>
                  <a:gd name="T59" fmla="*/ 167 h 203"/>
                  <a:gd name="T60" fmla="*/ 98 w 110"/>
                  <a:gd name="T61" fmla="*/ 197 h 203"/>
                  <a:gd name="T62" fmla="*/ 65 w 110"/>
                  <a:gd name="T63" fmla="*/ 20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0" h="203">
                    <a:moveTo>
                      <a:pt x="65" y="200"/>
                    </a:moveTo>
                    <a:cubicBezTo>
                      <a:pt x="49" y="197"/>
                      <a:pt x="36" y="191"/>
                      <a:pt x="26" y="180"/>
                    </a:cubicBezTo>
                    <a:cubicBezTo>
                      <a:pt x="17" y="169"/>
                      <a:pt x="11" y="155"/>
                      <a:pt x="8" y="137"/>
                    </a:cubicBezTo>
                    <a:cubicBezTo>
                      <a:pt x="18" y="135"/>
                      <a:pt x="23" y="135"/>
                      <a:pt x="32" y="133"/>
                    </a:cubicBezTo>
                    <a:cubicBezTo>
                      <a:pt x="36" y="161"/>
                      <a:pt x="46" y="176"/>
                      <a:pt x="63" y="179"/>
                    </a:cubicBezTo>
                    <a:cubicBezTo>
                      <a:pt x="70" y="181"/>
                      <a:pt x="76" y="180"/>
                      <a:pt x="79" y="177"/>
                    </a:cubicBezTo>
                    <a:cubicBezTo>
                      <a:pt x="82" y="174"/>
                      <a:pt x="84" y="169"/>
                      <a:pt x="83" y="162"/>
                    </a:cubicBezTo>
                    <a:cubicBezTo>
                      <a:pt x="83" y="157"/>
                      <a:pt x="82" y="154"/>
                      <a:pt x="81" y="150"/>
                    </a:cubicBezTo>
                    <a:cubicBezTo>
                      <a:pt x="79" y="146"/>
                      <a:pt x="78" y="143"/>
                      <a:pt x="75" y="139"/>
                    </a:cubicBezTo>
                    <a:cubicBezTo>
                      <a:pt x="73" y="135"/>
                      <a:pt x="70" y="132"/>
                      <a:pt x="68" y="130"/>
                    </a:cubicBezTo>
                    <a:cubicBezTo>
                      <a:pt x="66" y="127"/>
                      <a:pt x="63" y="124"/>
                      <a:pt x="59" y="120"/>
                    </a:cubicBezTo>
                    <a:cubicBezTo>
                      <a:pt x="44" y="105"/>
                      <a:pt x="37" y="99"/>
                      <a:pt x="23" y="86"/>
                    </a:cubicBezTo>
                    <a:cubicBezTo>
                      <a:pt x="16" y="79"/>
                      <a:pt x="11" y="72"/>
                      <a:pt x="7" y="66"/>
                    </a:cubicBezTo>
                    <a:cubicBezTo>
                      <a:pt x="4" y="59"/>
                      <a:pt x="2" y="51"/>
                      <a:pt x="1" y="41"/>
                    </a:cubicBezTo>
                    <a:cubicBezTo>
                      <a:pt x="0" y="27"/>
                      <a:pt x="3" y="17"/>
                      <a:pt x="10" y="10"/>
                    </a:cubicBezTo>
                    <a:cubicBezTo>
                      <a:pt x="18" y="3"/>
                      <a:pt x="29" y="0"/>
                      <a:pt x="43" y="3"/>
                    </a:cubicBezTo>
                    <a:cubicBezTo>
                      <a:pt x="59" y="5"/>
                      <a:pt x="71" y="13"/>
                      <a:pt x="80" y="23"/>
                    </a:cubicBezTo>
                    <a:cubicBezTo>
                      <a:pt x="88" y="33"/>
                      <a:pt x="94" y="48"/>
                      <a:pt x="97" y="65"/>
                    </a:cubicBezTo>
                    <a:cubicBezTo>
                      <a:pt x="88" y="65"/>
                      <a:pt x="83" y="65"/>
                      <a:pt x="74" y="65"/>
                    </a:cubicBezTo>
                    <a:cubicBezTo>
                      <a:pt x="74" y="60"/>
                      <a:pt x="73" y="57"/>
                      <a:pt x="72" y="53"/>
                    </a:cubicBezTo>
                    <a:cubicBezTo>
                      <a:pt x="71" y="50"/>
                      <a:pt x="70" y="46"/>
                      <a:pt x="69" y="43"/>
                    </a:cubicBezTo>
                    <a:cubicBezTo>
                      <a:pt x="67" y="39"/>
                      <a:pt x="65" y="36"/>
                      <a:pt x="63" y="34"/>
                    </a:cubicBezTo>
                    <a:cubicBezTo>
                      <a:pt x="61" y="31"/>
                      <a:pt x="59" y="29"/>
                      <a:pt x="56" y="27"/>
                    </a:cubicBezTo>
                    <a:cubicBezTo>
                      <a:pt x="52" y="25"/>
                      <a:pt x="49" y="24"/>
                      <a:pt x="45" y="23"/>
                    </a:cubicBezTo>
                    <a:cubicBezTo>
                      <a:pt x="31" y="22"/>
                      <a:pt x="24" y="28"/>
                      <a:pt x="25" y="41"/>
                    </a:cubicBezTo>
                    <a:cubicBezTo>
                      <a:pt x="25" y="47"/>
                      <a:pt x="27" y="52"/>
                      <a:pt x="29" y="56"/>
                    </a:cubicBezTo>
                    <a:cubicBezTo>
                      <a:pt x="31" y="60"/>
                      <a:pt x="35" y="64"/>
                      <a:pt x="40" y="69"/>
                    </a:cubicBezTo>
                    <a:cubicBezTo>
                      <a:pt x="54" y="83"/>
                      <a:pt x="61" y="90"/>
                      <a:pt x="76" y="105"/>
                    </a:cubicBezTo>
                    <a:cubicBezTo>
                      <a:pt x="85" y="115"/>
                      <a:pt x="93" y="125"/>
                      <a:pt x="99" y="135"/>
                    </a:cubicBezTo>
                    <a:cubicBezTo>
                      <a:pt x="104" y="145"/>
                      <a:pt x="108" y="156"/>
                      <a:pt x="109" y="167"/>
                    </a:cubicBezTo>
                    <a:cubicBezTo>
                      <a:pt x="110" y="181"/>
                      <a:pt x="106" y="191"/>
                      <a:pt x="98" y="197"/>
                    </a:cubicBezTo>
                    <a:cubicBezTo>
                      <a:pt x="90" y="202"/>
                      <a:pt x="79" y="203"/>
                      <a:pt x="65" y="200"/>
                    </a:cubicBezTo>
                    <a:close/>
                  </a:path>
                </a:pathLst>
              </a:custGeom>
              <a:solidFill>
                <a:srgbClr val="593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1" name="Rectangle 280">
            <a:extLst>
              <a:ext uri="{FF2B5EF4-FFF2-40B4-BE49-F238E27FC236}">
                <a16:creationId xmlns:a16="http://schemas.microsoft.com/office/drawing/2014/main" id="{A94360E0-3E11-452C-AEBF-1E848A5CA941}"/>
              </a:ext>
            </a:extLst>
          </p:cNvPr>
          <p:cNvSpPr/>
          <p:nvPr/>
        </p:nvSpPr>
        <p:spPr>
          <a:xfrm>
            <a:off x="3247933" y="3951702"/>
            <a:ext cx="2098318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32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01</a:t>
            </a:r>
            <a:r>
              <a:rPr lang="en-US" b="1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% </a:t>
            </a:r>
            <a:r>
              <a:rPr lang="en-US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Seedings</a:t>
            </a:r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B718CBB6-D788-4E04-88EE-6F4860E105DD}"/>
              </a:ext>
            </a:extLst>
          </p:cNvPr>
          <p:cNvSpPr/>
          <p:nvPr/>
        </p:nvSpPr>
        <p:spPr>
          <a:xfrm>
            <a:off x="5241616" y="4064714"/>
            <a:ext cx="2098318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32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20</a:t>
            </a:r>
            <a:r>
              <a:rPr lang="en-US" b="1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% </a:t>
            </a:r>
            <a:r>
              <a:rPr lang="en-US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Bud</a:t>
            </a:r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EB0BF2BB-4443-4907-B18C-D465F4D0141F}"/>
              </a:ext>
            </a:extLst>
          </p:cNvPr>
          <p:cNvSpPr/>
          <p:nvPr/>
        </p:nvSpPr>
        <p:spPr>
          <a:xfrm>
            <a:off x="7111681" y="3187573"/>
            <a:ext cx="2098318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32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65</a:t>
            </a:r>
            <a:r>
              <a:rPr lang="en-US" b="1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% </a:t>
            </a:r>
            <a:r>
              <a:rPr lang="en-US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Grow Up</a:t>
            </a:r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5A523DB9-F76A-4A95-9C4A-2DEB39FE875A}"/>
              </a:ext>
            </a:extLst>
          </p:cNvPr>
          <p:cNvSpPr/>
          <p:nvPr/>
        </p:nvSpPr>
        <p:spPr>
          <a:xfrm>
            <a:off x="9273922" y="2926147"/>
            <a:ext cx="2098318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3200" b="1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65</a:t>
            </a:r>
            <a:r>
              <a:rPr lang="en-US" b="1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% </a:t>
            </a:r>
            <a:r>
              <a:rPr lang="en-US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rPr>
              <a:t>Bear Fruit</a:t>
            </a:r>
          </a:p>
        </p:txBody>
      </p:sp>
    </p:spTree>
    <p:extLst>
      <p:ext uri="{BB962C8B-B14F-4D97-AF65-F5344CB8AC3E}">
        <p14:creationId xmlns:p14="http://schemas.microsoft.com/office/powerpoint/2010/main" val="4082449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8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4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8" dur="750"/>
                                            <p:tgtEl>
                                              <p:spTgt spid="2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750"/>
                                            <p:tgtEl>
                                              <p:spTgt spid="2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2" presetClass="entr" presetSubtype="4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750"/>
                                            <p:tgtEl>
                                              <p:spTgt spid="2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7" dur="750"/>
                                            <p:tgtEl>
                                              <p:spTgt spid="2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1000"/>
                                            <p:tgtEl>
                                              <p:spTgt spid="28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10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42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28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6" dur="10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10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entr" presetSubtype="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1000"/>
                                            <p:tgtEl>
                                              <p:spTgt spid="28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1" dur="1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1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entr" presetSubtype="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0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9" grpId="0"/>
          <p:bldP spid="269" grpId="1"/>
          <p:bldP spid="270" grpId="0" animBg="1"/>
          <p:bldP spid="271" grpId="0"/>
          <p:bldP spid="281" grpId="0"/>
          <p:bldP spid="286" grpId="0"/>
          <p:bldP spid="287" grpId="0"/>
          <p:bldP spid="28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8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4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8" dur="750"/>
                                            <p:tgtEl>
                                              <p:spTgt spid="2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2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750"/>
                                            <p:tgtEl>
                                              <p:spTgt spid="2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2" presetClass="entr" presetSubtype="4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750"/>
                                            <p:tgtEl>
                                              <p:spTgt spid="2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7" dur="750"/>
                                            <p:tgtEl>
                                              <p:spTgt spid="2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1000"/>
                                            <p:tgtEl>
                                              <p:spTgt spid="28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10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42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28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6" dur="10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10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42" presetClass="entr" presetSubtype="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1000"/>
                                            <p:tgtEl>
                                              <p:spTgt spid="28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1" dur="1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1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entr" presetSubtype="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0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9" grpId="0"/>
          <p:bldP spid="269" grpId="1"/>
          <p:bldP spid="270" grpId="0" animBg="1"/>
          <p:bldP spid="271" grpId="0"/>
          <p:bldP spid="281" grpId="0"/>
          <p:bldP spid="286" grpId="0"/>
          <p:bldP spid="287" grpId="0"/>
          <p:bldP spid="288" grpId="0"/>
        </p:bldLst>
      </p:timing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Oval 139">
            <a:extLst>
              <a:ext uri="{FF2B5EF4-FFF2-40B4-BE49-F238E27FC236}">
                <a16:creationId xmlns:a16="http://schemas.microsoft.com/office/drawing/2014/main" id="{EFC08C8C-DD40-4CE2-A081-2E553966F28A}"/>
              </a:ext>
            </a:extLst>
          </p:cNvPr>
          <p:cNvSpPr/>
          <p:nvPr/>
        </p:nvSpPr>
        <p:spPr>
          <a:xfrm>
            <a:off x="-604924" y="7221520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9562E4F-21E0-416A-858C-CC366DF56171}"/>
              </a:ext>
            </a:extLst>
          </p:cNvPr>
          <p:cNvSpPr/>
          <p:nvPr/>
        </p:nvSpPr>
        <p:spPr>
          <a:xfrm>
            <a:off x="12681049" y="2343394"/>
            <a:ext cx="1544957" cy="15449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dirty="0"/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955B058D-B0D7-4E03-A7DD-E64F44D4CB8D}"/>
              </a:ext>
            </a:extLst>
          </p:cNvPr>
          <p:cNvSpPr/>
          <p:nvPr/>
        </p:nvSpPr>
        <p:spPr>
          <a:xfrm>
            <a:off x="3183774" y="7629520"/>
            <a:ext cx="641477" cy="64147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414ED88A-4C67-4C55-9D73-13665CBAAFAA}"/>
              </a:ext>
            </a:extLst>
          </p:cNvPr>
          <p:cNvSpPr/>
          <p:nvPr/>
        </p:nvSpPr>
        <p:spPr>
          <a:xfrm rot="5400000">
            <a:off x="1305540" y="2755396"/>
            <a:ext cx="2884643" cy="2870286"/>
          </a:xfrm>
          <a:prstGeom prst="roundRect">
            <a:avLst>
              <a:gd name="adj" fmla="val 4570"/>
            </a:avLst>
          </a:prstGeom>
          <a:solidFill>
            <a:schemeClr val="bg1">
              <a:alpha val="5000"/>
            </a:schemeClr>
          </a:solidFill>
          <a:ln>
            <a:noFill/>
          </a:ln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FAE672B-E2D6-4E03-8A05-0EC26D5D7E99}"/>
              </a:ext>
            </a:extLst>
          </p:cNvPr>
          <p:cNvSpPr/>
          <p:nvPr/>
        </p:nvSpPr>
        <p:spPr>
          <a:xfrm>
            <a:off x="2055461" y="3641979"/>
            <a:ext cx="1356598" cy="691256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 flip="none" rotWithShape="1">
            <a:gsLst>
              <a:gs pos="99000">
                <a:schemeClr val="accent1"/>
              </a:gs>
              <a:gs pos="0">
                <a:schemeClr val="accent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06B73FD-EF9F-4C7B-8F5F-D7821B47C9BB}"/>
              </a:ext>
            </a:extLst>
          </p:cNvPr>
          <p:cNvSpPr/>
          <p:nvPr/>
        </p:nvSpPr>
        <p:spPr>
          <a:xfrm>
            <a:off x="2267289" y="3325691"/>
            <a:ext cx="941548" cy="1007544"/>
          </a:xfrm>
          <a:custGeom>
            <a:avLst/>
            <a:gdLst>
              <a:gd name="connsiteX0" fmla="*/ 0 w 1874520"/>
              <a:gd name="connsiteY0" fmla="*/ 0 h 2230152"/>
              <a:gd name="connsiteX1" fmla="*/ 1874520 w 1874520"/>
              <a:gd name="connsiteY1" fmla="*/ 0 h 2230152"/>
              <a:gd name="connsiteX2" fmla="*/ 1874520 w 1874520"/>
              <a:gd name="connsiteY2" fmla="*/ 1133878 h 2230152"/>
              <a:gd name="connsiteX3" fmla="*/ 1874520 w 1874520"/>
              <a:gd name="connsiteY3" fmla="*/ 1796363 h 2230152"/>
              <a:gd name="connsiteX4" fmla="*/ 1083977 w 1874520"/>
              <a:gd name="connsiteY4" fmla="*/ 2199186 h 2230152"/>
              <a:gd name="connsiteX5" fmla="*/ 790543 w 1874520"/>
              <a:gd name="connsiteY5" fmla="*/ 2199186 h 2230152"/>
              <a:gd name="connsiteX6" fmla="*/ 0 w 1874520"/>
              <a:gd name="connsiteY6" fmla="*/ 1796363 h 2230152"/>
              <a:gd name="connsiteX7" fmla="*/ 0 w 1874520"/>
              <a:gd name="connsiteY7" fmla="*/ 1133879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95250 w 1969770"/>
              <a:gd name="connsiteY7" fmla="*/ 1133879 h 2230152"/>
              <a:gd name="connsiteX8" fmla="*/ 0 w 1969770"/>
              <a:gd name="connsiteY8" fmla="*/ 0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0 w 19697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133878 h 2230152"/>
              <a:gd name="connsiteX3" fmla="*/ 1969770 w 2084070"/>
              <a:gd name="connsiteY3" fmla="*/ 1796363 h 2230152"/>
              <a:gd name="connsiteX4" fmla="*/ 1179227 w 2084070"/>
              <a:gd name="connsiteY4" fmla="*/ 2199186 h 2230152"/>
              <a:gd name="connsiteX5" fmla="*/ 885793 w 2084070"/>
              <a:gd name="connsiteY5" fmla="*/ 2199186 h 2230152"/>
              <a:gd name="connsiteX6" fmla="*/ 95250 w 2084070"/>
              <a:gd name="connsiteY6" fmla="*/ 1796363 h 2230152"/>
              <a:gd name="connsiteX7" fmla="*/ 0 w 20840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796363 h 2230152"/>
              <a:gd name="connsiteX3" fmla="*/ 1179227 w 2084070"/>
              <a:gd name="connsiteY3" fmla="*/ 2199186 h 2230152"/>
              <a:gd name="connsiteX4" fmla="*/ 885793 w 2084070"/>
              <a:gd name="connsiteY4" fmla="*/ 2199186 h 2230152"/>
              <a:gd name="connsiteX5" fmla="*/ 95250 w 2084070"/>
              <a:gd name="connsiteY5" fmla="*/ 1796363 h 2230152"/>
              <a:gd name="connsiteX6" fmla="*/ 0 w 2084070"/>
              <a:gd name="connsiteY6" fmla="*/ 0 h 2230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84070" h="2230152">
                <a:moveTo>
                  <a:pt x="0" y="0"/>
                </a:moveTo>
                <a:lnTo>
                  <a:pt x="2084070" y="0"/>
                </a:lnTo>
                <a:lnTo>
                  <a:pt x="1969770" y="1796363"/>
                </a:lnTo>
                <a:lnTo>
                  <a:pt x="1179227" y="2199186"/>
                </a:lnTo>
                <a:cubicBezTo>
                  <a:pt x="1098197" y="2240474"/>
                  <a:pt x="966823" y="2240474"/>
                  <a:pt x="885793" y="2199186"/>
                </a:cubicBezTo>
                <a:lnTo>
                  <a:pt x="95250" y="1796363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35442">
                <a:srgbClr val="FFFFFF">
                  <a:alpha val="3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45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B8E7634-AE95-4B4A-8951-939201101CC3}"/>
              </a:ext>
            </a:extLst>
          </p:cNvPr>
          <p:cNvCxnSpPr>
            <a:cxnSpLocks/>
          </p:cNvCxnSpPr>
          <p:nvPr/>
        </p:nvCxnSpPr>
        <p:spPr>
          <a:xfrm>
            <a:off x="1475056" y="5182007"/>
            <a:ext cx="2530475" cy="0"/>
          </a:xfrm>
          <a:prstGeom prst="line">
            <a:avLst/>
          </a:prstGeom>
          <a:ln>
            <a:solidFill>
              <a:schemeClr val="bg1">
                <a:alpha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ABF30D4-B89A-4E1E-8E95-D5AA54346F3E}"/>
              </a:ext>
            </a:extLst>
          </p:cNvPr>
          <p:cNvGrpSpPr/>
          <p:nvPr/>
        </p:nvGrpSpPr>
        <p:grpSpPr>
          <a:xfrm>
            <a:off x="2516055" y="3602041"/>
            <a:ext cx="394994" cy="394556"/>
            <a:chOff x="2754549" y="3405146"/>
            <a:chExt cx="1166650" cy="1165353"/>
          </a:xfrm>
        </p:grpSpPr>
        <p:sp>
          <p:nvSpPr>
            <p:cNvPr id="61" name="Oval 424">
              <a:extLst>
                <a:ext uri="{FF2B5EF4-FFF2-40B4-BE49-F238E27FC236}">
                  <a16:creationId xmlns:a16="http://schemas.microsoft.com/office/drawing/2014/main" id="{B78519CE-8648-4BF3-8765-B51C10765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549" y="3405146"/>
              <a:ext cx="1166650" cy="116535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11">
              <a:extLst>
                <a:ext uri="{FF2B5EF4-FFF2-40B4-BE49-F238E27FC236}">
                  <a16:creationId xmlns:a16="http://schemas.microsoft.com/office/drawing/2014/main" id="{A8709017-E99E-4043-8A8D-8B08F218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955" y="3540260"/>
              <a:ext cx="574230" cy="800285"/>
            </a:xfrm>
            <a:custGeom>
              <a:avLst/>
              <a:gdLst>
                <a:gd name="T0" fmla="*/ 7 w 187"/>
                <a:gd name="T1" fmla="*/ 184 h 260"/>
                <a:gd name="T2" fmla="*/ 15 w 187"/>
                <a:gd name="T3" fmla="*/ 155 h 260"/>
                <a:gd name="T4" fmla="*/ 14 w 187"/>
                <a:gd name="T5" fmla="*/ 134 h 260"/>
                <a:gd name="T6" fmla="*/ 21 w 187"/>
                <a:gd name="T7" fmla="*/ 116 h 260"/>
                <a:gd name="T8" fmla="*/ 16 w 187"/>
                <a:gd name="T9" fmla="*/ 109 h 260"/>
                <a:gd name="T10" fmla="*/ 20 w 187"/>
                <a:gd name="T11" fmla="*/ 84 h 260"/>
                <a:gd name="T12" fmla="*/ 27 w 187"/>
                <a:gd name="T13" fmla="*/ 64 h 260"/>
                <a:gd name="T14" fmla="*/ 27 w 187"/>
                <a:gd name="T15" fmla="*/ 64 h 260"/>
                <a:gd name="T16" fmla="*/ 94 w 187"/>
                <a:gd name="T17" fmla="*/ 0 h 260"/>
                <a:gd name="T18" fmla="*/ 160 w 187"/>
                <a:gd name="T19" fmla="*/ 64 h 260"/>
                <a:gd name="T20" fmla="*/ 160 w 187"/>
                <a:gd name="T21" fmla="*/ 64 h 260"/>
                <a:gd name="T22" fmla="*/ 167 w 187"/>
                <a:gd name="T23" fmla="*/ 84 h 260"/>
                <a:gd name="T24" fmla="*/ 172 w 187"/>
                <a:gd name="T25" fmla="*/ 109 h 260"/>
                <a:gd name="T26" fmla="*/ 166 w 187"/>
                <a:gd name="T27" fmla="*/ 116 h 260"/>
                <a:gd name="T28" fmla="*/ 173 w 187"/>
                <a:gd name="T29" fmla="*/ 134 h 260"/>
                <a:gd name="T30" fmla="*/ 172 w 187"/>
                <a:gd name="T31" fmla="*/ 155 h 260"/>
                <a:gd name="T32" fmla="*/ 180 w 187"/>
                <a:gd name="T33" fmla="*/ 184 h 260"/>
                <a:gd name="T34" fmla="*/ 187 w 187"/>
                <a:gd name="T35" fmla="*/ 198 h 260"/>
                <a:gd name="T36" fmla="*/ 172 w 187"/>
                <a:gd name="T37" fmla="*/ 218 h 260"/>
                <a:gd name="T38" fmla="*/ 156 w 187"/>
                <a:gd name="T39" fmla="*/ 218 h 260"/>
                <a:gd name="T40" fmla="*/ 94 w 187"/>
                <a:gd name="T41" fmla="*/ 260 h 260"/>
                <a:gd name="T42" fmla="*/ 32 w 187"/>
                <a:gd name="T43" fmla="*/ 218 h 260"/>
                <a:gd name="T44" fmla="*/ 15 w 187"/>
                <a:gd name="T45" fmla="*/ 218 h 260"/>
                <a:gd name="T46" fmla="*/ 0 w 187"/>
                <a:gd name="T47" fmla="*/ 198 h 260"/>
                <a:gd name="T48" fmla="*/ 7 w 187"/>
                <a:gd name="T49" fmla="*/ 18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260">
                  <a:moveTo>
                    <a:pt x="7" y="184"/>
                  </a:moveTo>
                  <a:cubicBezTo>
                    <a:pt x="3" y="176"/>
                    <a:pt x="6" y="160"/>
                    <a:pt x="15" y="155"/>
                  </a:cubicBezTo>
                  <a:cubicBezTo>
                    <a:pt x="24" y="151"/>
                    <a:pt x="17" y="143"/>
                    <a:pt x="14" y="134"/>
                  </a:cubicBezTo>
                  <a:cubicBezTo>
                    <a:pt x="10" y="125"/>
                    <a:pt x="21" y="116"/>
                    <a:pt x="21" y="116"/>
                  </a:cubicBezTo>
                  <a:cubicBezTo>
                    <a:pt x="17" y="114"/>
                    <a:pt x="16" y="109"/>
                    <a:pt x="16" y="109"/>
                  </a:cubicBezTo>
                  <a:cubicBezTo>
                    <a:pt x="23" y="108"/>
                    <a:pt x="27" y="97"/>
                    <a:pt x="20" y="84"/>
                  </a:cubicBezTo>
                  <a:cubicBezTo>
                    <a:pt x="13" y="71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29"/>
                    <a:pt x="58" y="0"/>
                    <a:pt x="94" y="0"/>
                  </a:cubicBezTo>
                  <a:cubicBezTo>
                    <a:pt x="130" y="0"/>
                    <a:pt x="159" y="29"/>
                    <a:pt x="160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0" y="64"/>
                    <a:pt x="174" y="71"/>
                    <a:pt x="167" y="84"/>
                  </a:cubicBezTo>
                  <a:cubicBezTo>
                    <a:pt x="160" y="97"/>
                    <a:pt x="165" y="108"/>
                    <a:pt x="172" y="109"/>
                  </a:cubicBezTo>
                  <a:cubicBezTo>
                    <a:pt x="172" y="109"/>
                    <a:pt x="170" y="114"/>
                    <a:pt x="166" y="116"/>
                  </a:cubicBezTo>
                  <a:cubicBezTo>
                    <a:pt x="166" y="116"/>
                    <a:pt x="177" y="125"/>
                    <a:pt x="173" y="134"/>
                  </a:cubicBezTo>
                  <a:cubicBezTo>
                    <a:pt x="170" y="143"/>
                    <a:pt x="164" y="151"/>
                    <a:pt x="172" y="155"/>
                  </a:cubicBezTo>
                  <a:cubicBezTo>
                    <a:pt x="181" y="160"/>
                    <a:pt x="184" y="176"/>
                    <a:pt x="180" y="184"/>
                  </a:cubicBezTo>
                  <a:cubicBezTo>
                    <a:pt x="176" y="191"/>
                    <a:pt x="181" y="201"/>
                    <a:pt x="187" y="198"/>
                  </a:cubicBezTo>
                  <a:cubicBezTo>
                    <a:pt x="187" y="198"/>
                    <a:pt x="184" y="215"/>
                    <a:pt x="172" y="218"/>
                  </a:cubicBezTo>
                  <a:cubicBezTo>
                    <a:pt x="156" y="218"/>
                    <a:pt x="156" y="218"/>
                    <a:pt x="156" y="218"/>
                  </a:cubicBezTo>
                  <a:cubicBezTo>
                    <a:pt x="146" y="242"/>
                    <a:pt x="122" y="260"/>
                    <a:pt x="94" y="260"/>
                  </a:cubicBezTo>
                  <a:cubicBezTo>
                    <a:pt x="65" y="260"/>
                    <a:pt x="41" y="242"/>
                    <a:pt x="32" y="218"/>
                  </a:cubicBezTo>
                  <a:cubicBezTo>
                    <a:pt x="15" y="218"/>
                    <a:pt x="15" y="218"/>
                    <a:pt x="15" y="218"/>
                  </a:cubicBezTo>
                  <a:cubicBezTo>
                    <a:pt x="4" y="215"/>
                    <a:pt x="0" y="198"/>
                    <a:pt x="0" y="198"/>
                  </a:cubicBezTo>
                  <a:cubicBezTo>
                    <a:pt x="6" y="201"/>
                    <a:pt x="11" y="191"/>
                    <a:pt x="7" y="184"/>
                  </a:cubicBezTo>
                  <a:close/>
                </a:path>
              </a:pathLst>
            </a:custGeom>
            <a:solidFill>
              <a:srgbClr val="5A0F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12">
              <a:extLst>
                <a:ext uri="{FF2B5EF4-FFF2-40B4-BE49-F238E27FC236}">
                  <a16:creationId xmlns:a16="http://schemas.microsoft.com/office/drawing/2014/main" id="{F34E78D4-B152-4A38-99C6-DF152BB4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879" y="4010557"/>
              <a:ext cx="340381" cy="517068"/>
            </a:xfrm>
            <a:custGeom>
              <a:avLst/>
              <a:gdLst>
                <a:gd name="T0" fmla="*/ 31 w 111"/>
                <a:gd name="T1" fmla="*/ 0 h 168"/>
                <a:gd name="T2" fmla="*/ 81 w 111"/>
                <a:gd name="T3" fmla="*/ 0 h 168"/>
                <a:gd name="T4" fmla="*/ 111 w 111"/>
                <a:gd name="T5" fmla="*/ 54 h 168"/>
                <a:gd name="T6" fmla="*/ 56 w 111"/>
                <a:gd name="T7" fmla="*/ 168 h 168"/>
                <a:gd name="T8" fmla="*/ 0 w 111"/>
                <a:gd name="T9" fmla="*/ 54 h 168"/>
                <a:gd name="T10" fmla="*/ 31 w 111"/>
                <a:gd name="T11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168">
                  <a:moveTo>
                    <a:pt x="3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51"/>
                    <a:pt x="111" y="54"/>
                    <a:pt x="111" y="54"/>
                  </a:cubicBezTo>
                  <a:cubicBezTo>
                    <a:pt x="111" y="102"/>
                    <a:pt x="56" y="168"/>
                    <a:pt x="56" y="168"/>
                  </a:cubicBezTo>
                  <a:cubicBezTo>
                    <a:pt x="56" y="168"/>
                    <a:pt x="0" y="102"/>
                    <a:pt x="0" y="54"/>
                  </a:cubicBezTo>
                  <a:cubicBezTo>
                    <a:pt x="0" y="54"/>
                    <a:pt x="31" y="51"/>
                    <a:pt x="31" y="0"/>
                  </a:cubicBez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470">
              <a:extLst>
                <a:ext uri="{FF2B5EF4-FFF2-40B4-BE49-F238E27FC236}">
                  <a16:creationId xmlns:a16="http://schemas.microsoft.com/office/drawing/2014/main" id="{E6DA9D43-BF69-4A5F-A5A2-9CE55D034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911" y="4165586"/>
              <a:ext cx="747019" cy="404913"/>
            </a:xfrm>
            <a:custGeom>
              <a:avLst/>
              <a:gdLst>
                <a:gd name="connsiteX0" fmla="*/ 253492 w 747019"/>
                <a:gd name="connsiteY0" fmla="*/ 179 h 404913"/>
                <a:gd name="connsiteX1" fmla="*/ 264377 w 747019"/>
                <a:gd name="connsiteY1" fmla="*/ 2298 h 404913"/>
                <a:gd name="connsiteX2" fmla="*/ 279748 w 747019"/>
                <a:gd name="connsiteY2" fmla="*/ 100647 h 404913"/>
                <a:gd name="connsiteX3" fmla="*/ 279748 w 747019"/>
                <a:gd name="connsiteY3" fmla="*/ 42253 h 404913"/>
                <a:gd name="connsiteX4" fmla="*/ 375047 w 747019"/>
                <a:gd name="connsiteY4" fmla="*/ 205143 h 404913"/>
                <a:gd name="connsiteX5" fmla="*/ 470345 w 747019"/>
                <a:gd name="connsiteY5" fmla="*/ 42253 h 404913"/>
                <a:gd name="connsiteX6" fmla="*/ 470345 w 747019"/>
                <a:gd name="connsiteY6" fmla="*/ 91427 h 404913"/>
                <a:gd name="connsiteX7" fmla="*/ 482642 w 747019"/>
                <a:gd name="connsiteY7" fmla="*/ 2298 h 404913"/>
                <a:gd name="connsiteX8" fmla="*/ 633276 w 747019"/>
                <a:gd name="connsiteY8" fmla="*/ 14592 h 404913"/>
                <a:gd name="connsiteX9" fmla="*/ 747019 w 747019"/>
                <a:gd name="connsiteY9" fmla="*/ 128308 h 404913"/>
                <a:gd name="connsiteX10" fmla="*/ 747019 w 747019"/>
                <a:gd name="connsiteY10" fmla="*/ 211290 h 404913"/>
                <a:gd name="connsiteX11" fmla="*/ 747019 w 747019"/>
                <a:gd name="connsiteY11" fmla="*/ 262617 h 404913"/>
                <a:gd name="connsiteX12" fmla="*/ 695106 w 747019"/>
                <a:gd name="connsiteY12" fmla="*/ 305401 h 404913"/>
                <a:gd name="connsiteX13" fmla="*/ 368963 w 747019"/>
                <a:gd name="connsiteY13" fmla="*/ 404913 h 404913"/>
                <a:gd name="connsiteX14" fmla="*/ 42820 w 747019"/>
                <a:gd name="connsiteY14" fmla="*/ 305401 h 404913"/>
                <a:gd name="connsiteX15" fmla="*/ 0 w 747019"/>
                <a:gd name="connsiteY15" fmla="*/ 270111 h 404913"/>
                <a:gd name="connsiteX16" fmla="*/ 0 w 747019"/>
                <a:gd name="connsiteY16" fmla="*/ 258561 h 404913"/>
                <a:gd name="connsiteX17" fmla="*/ 0 w 747019"/>
                <a:gd name="connsiteY17" fmla="*/ 211290 h 404913"/>
                <a:gd name="connsiteX18" fmla="*/ 0 w 747019"/>
                <a:gd name="connsiteY18" fmla="*/ 128308 h 404913"/>
                <a:gd name="connsiteX19" fmla="*/ 113744 w 747019"/>
                <a:gd name="connsiteY19" fmla="*/ 14592 h 404913"/>
                <a:gd name="connsiteX20" fmla="*/ 253492 w 747019"/>
                <a:gd name="connsiteY20" fmla="*/ 179 h 404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47019" h="404913">
                  <a:moveTo>
                    <a:pt x="253492" y="179"/>
                  </a:moveTo>
                  <a:cubicBezTo>
                    <a:pt x="258325" y="474"/>
                    <a:pt x="262072" y="1146"/>
                    <a:pt x="264377" y="2298"/>
                  </a:cubicBezTo>
                  <a:cubicBezTo>
                    <a:pt x="264377" y="33032"/>
                    <a:pt x="270526" y="66840"/>
                    <a:pt x="279748" y="100647"/>
                  </a:cubicBezTo>
                  <a:cubicBezTo>
                    <a:pt x="279748" y="42253"/>
                    <a:pt x="279748" y="42253"/>
                    <a:pt x="279748" y="42253"/>
                  </a:cubicBezTo>
                  <a:cubicBezTo>
                    <a:pt x="279748" y="76060"/>
                    <a:pt x="288970" y="205143"/>
                    <a:pt x="375047" y="205143"/>
                  </a:cubicBezTo>
                  <a:cubicBezTo>
                    <a:pt x="461123" y="205143"/>
                    <a:pt x="470345" y="76060"/>
                    <a:pt x="470345" y="42253"/>
                  </a:cubicBezTo>
                  <a:cubicBezTo>
                    <a:pt x="470345" y="91427"/>
                    <a:pt x="470345" y="91427"/>
                    <a:pt x="470345" y="91427"/>
                  </a:cubicBezTo>
                  <a:cubicBezTo>
                    <a:pt x="476494" y="63767"/>
                    <a:pt x="479568" y="33032"/>
                    <a:pt x="482642" y="2298"/>
                  </a:cubicBezTo>
                  <a:cubicBezTo>
                    <a:pt x="501087" y="-6922"/>
                    <a:pt x="611756" y="14592"/>
                    <a:pt x="633276" y="14592"/>
                  </a:cubicBezTo>
                  <a:cubicBezTo>
                    <a:pt x="694759" y="14592"/>
                    <a:pt x="747019" y="66840"/>
                    <a:pt x="747019" y="128308"/>
                  </a:cubicBezTo>
                  <a:cubicBezTo>
                    <a:pt x="747019" y="211290"/>
                    <a:pt x="747019" y="211290"/>
                    <a:pt x="747019" y="211290"/>
                  </a:cubicBezTo>
                  <a:lnTo>
                    <a:pt x="747019" y="262617"/>
                  </a:lnTo>
                  <a:lnTo>
                    <a:pt x="695106" y="305401"/>
                  </a:lnTo>
                  <a:cubicBezTo>
                    <a:pt x="602007" y="368228"/>
                    <a:pt x="489774" y="404913"/>
                    <a:pt x="368963" y="404913"/>
                  </a:cubicBezTo>
                  <a:cubicBezTo>
                    <a:pt x="248152" y="404913"/>
                    <a:pt x="135920" y="368228"/>
                    <a:pt x="42820" y="305401"/>
                  </a:cubicBezTo>
                  <a:lnTo>
                    <a:pt x="0" y="270111"/>
                  </a:lnTo>
                  <a:lnTo>
                    <a:pt x="0" y="258561"/>
                  </a:lnTo>
                  <a:cubicBezTo>
                    <a:pt x="0" y="211290"/>
                    <a:pt x="0" y="211290"/>
                    <a:pt x="0" y="211290"/>
                  </a:cubicBezTo>
                  <a:cubicBezTo>
                    <a:pt x="0" y="128308"/>
                    <a:pt x="0" y="128308"/>
                    <a:pt x="0" y="128308"/>
                  </a:cubicBezTo>
                  <a:cubicBezTo>
                    <a:pt x="0" y="66840"/>
                    <a:pt x="52261" y="14592"/>
                    <a:pt x="113744" y="14592"/>
                  </a:cubicBezTo>
                  <a:cubicBezTo>
                    <a:pt x="132573" y="14592"/>
                    <a:pt x="219658" y="-1880"/>
                    <a:pt x="253492" y="179"/>
                  </a:cubicBezTo>
                  <a:close/>
                </a:path>
              </a:pathLst>
            </a:custGeom>
            <a:solidFill>
              <a:srgbClr val="C78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5" name="Freeform 414">
              <a:extLst>
                <a:ext uri="{FF2B5EF4-FFF2-40B4-BE49-F238E27FC236}">
                  <a16:creationId xmlns:a16="http://schemas.microsoft.com/office/drawing/2014/main" id="{24E187F9-C746-4858-ACE8-5501E8FF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209" y="4198936"/>
              <a:ext cx="0" cy="9094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415">
              <a:extLst>
                <a:ext uri="{FF2B5EF4-FFF2-40B4-BE49-F238E27FC236}">
                  <a16:creationId xmlns:a16="http://schemas.microsoft.com/office/drawing/2014/main" id="{A900365D-E0F1-4BE5-B173-87D1E7980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530" y="4198936"/>
              <a:ext cx="0" cy="9094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474">
              <a:extLst>
                <a:ext uri="{FF2B5EF4-FFF2-40B4-BE49-F238E27FC236}">
                  <a16:creationId xmlns:a16="http://schemas.microsoft.com/office/drawing/2014/main" id="{ECC68B9F-2B79-4645-9C01-2B5CC0F8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910" y="4180748"/>
              <a:ext cx="747020" cy="333938"/>
            </a:xfrm>
            <a:custGeom>
              <a:avLst/>
              <a:gdLst>
                <a:gd name="connsiteX0" fmla="*/ 623599 w 747020"/>
                <a:gd name="connsiteY0" fmla="*/ 0 h 333938"/>
                <a:gd name="connsiteX1" fmla="*/ 632856 w 747020"/>
                <a:gd name="connsiteY1" fmla="*/ 0 h 333938"/>
                <a:gd name="connsiteX2" fmla="*/ 747020 w 747020"/>
                <a:gd name="connsiteY2" fmla="*/ 113549 h 333938"/>
                <a:gd name="connsiteX3" fmla="*/ 747020 w 747020"/>
                <a:gd name="connsiteY3" fmla="*/ 204717 h 333938"/>
                <a:gd name="connsiteX4" fmla="*/ 747020 w 747020"/>
                <a:gd name="connsiteY4" fmla="*/ 247454 h 333938"/>
                <a:gd name="connsiteX5" fmla="*/ 695107 w 747020"/>
                <a:gd name="connsiteY5" fmla="*/ 290238 h 333938"/>
                <a:gd name="connsiteX6" fmla="*/ 623599 w 747020"/>
                <a:gd name="connsiteY6" fmla="*/ 329008 h 333938"/>
                <a:gd name="connsiteX7" fmla="*/ 114165 w 747020"/>
                <a:gd name="connsiteY7" fmla="*/ 0 h 333938"/>
                <a:gd name="connsiteX8" fmla="*/ 123421 w 747020"/>
                <a:gd name="connsiteY8" fmla="*/ 0 h 333938"/>
                <a:gd name="connsiteX9" fmla="*/ 123421 w 747020"/>
                <a:gd name="connsiteY9" fmla="*/ 333938 h 333938"/>
                <a:gd name="connsiteX10" fmla="*/ 42821 w 747020"/>
                <a:gd name="connsiteY10" fmla="*/ 290238 h 333938"/>
                <a:gd name="connsiteX11" fmla="*/ 0 w 747020"/>
                <a:gd name="connsiteY11" fmla="*/ 254947 h 333938"/>
                <a:gd name="connsiteX12" fmla="*/ 0 w 747020"/>
                <a:gd name="connsiteY12" fmla="*/ 204717 h 333938"/>
                <a:gd name="connsiteX13" fmla="*/ 0 w 747020"/>
                <a:gd name="connsiteY13" fmla="*/ 113549 h 333938"/>
                <a:gd name="connsiteX14" fmla="*/ 114165 w 747020"/>
                <a:gd name="connsiteY14" fmla="*/ 0 h 33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47020" h="333938">
                  <a:moveTo>
                    <a:pt x="623599" y="0"/>
                  </a:moveTo>
                  <a:cubicBezTo>
                    <a:pt x="629770" y="0"/>
                    <a:pt x="629770" y="0"/>
                    <a:pt x="632856" y="0"/>
                  </a:cubicBezTo>
                  <a:cubicBezTo>
                    <a:pt x="694566" y="0"/>
                    <a:pt x="747020" y="52171"/>
                    <a:pt x="747020" y="113549"/>
                  </a:cubicBezTo>
                  <a:cubicBezTo>
                    <a:pt x="747020" y="148074"/>
                    <a:pt x="747020" y="178284"/>
                    <a:pt x="747020" y="204717"/>
                  </a:cubicBezTo>
                  <a:lnTo>
                    <a:pt x="747020" y="247454"/>
                  </a:lnTo>
                  <a:lnTo>
                    <a:pt x="695107" y="290238"/>
                  </a:lnTo>
                  <a:lnTo>
                    <a:pt x="623599" y="329008"/>
                  </a:lnTo>
                  <a:close/>
                  <a:moveTo>
                    <a:pt x="114165" y="0"/>
                  </a:moveTo>
                  <a:cubicBezTo>
                    <a:pt x="117250" y="0"/>
                    <a:pt x="120336" y="0"/>
                    <a:pt x="123421" y="0"/>
                  </a:cubicBezTo>
                  <a:lnTo>
                    <a:pt x="123421" y="333938"/>
                  </a:lnTo>
                  <a:lnTo>
                    <a:pt x="42821" y="290238"/>
                  </a:lnTo>
                  <a:lnTo>
                    <a:pt x="0" y="254947"/>
                  </a:lnTo>
                  <a:lnTo>
                    <a:pt x="0" y="204717"/>
                  </a:lnTo>
                  <a:cubicBezTo>
                    <a:pt x="0" y="178284"/>
                    <a:pt x="0" y="148074"/>
                    <a:pt x="0" y="113549"/>
                  </a:cubicBezTo>
                  <a:cubicBezTo>
                    <a:pt x="0" y="52171"/>
                    <a:pt x="52454" y="0"/>
                    <a:pt x="114165" y="0"/>
                  </a:cubicBez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8" name="Freeform 418">
              <a:extLst>
                <a:ext uri="{FF2B5EF4-FFF2-40B4-BE49-F238E27FC236}">
                  <a16:creationId xmlns:a16="http://schemas.microsoft.com/office/drawing/2014/main" id="{4B68D671-7307-4115-9AC8-517FE523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619" y="4124884"/>
              <a:ext cx="67557" cy="184482"/>
            </a:xfrm>
            <a:custGeom>
              <a:avLst/>
              <a:gdLst>
                <a:gd name="T0" fmla="*/ 13 w 22"/>
                <a:gd name="T1" fmla="*/ 0 h 60"/>
                <a:gd name="T2" fmla="*/ 0 w 22"/>
                <a:gd name="T3" fmla="*/ 38 h 60"/>
                <a:gd name="T4" fmla="*/ 7 w 22"/>
                <a:gd name="T5" fmla="*/ 60 h 60"/>
                <a:gd name="T6" fmla="*/ 22 w 22"/>
                <a:gd name="T7" fmla="*/ 14 h 60"/>
                <a:gd name="T8" fmla="*/ 13 w 22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60">
                  <a:moveTo>
                    <a:pt x="13" y="0"/>
                  </a:moveTo>
                  <a:cubicBezTo>
                    <a:pt x="13" y="0"/>
                    <a:pt x="5" y="14"/>
                    <a:pt x="0" y="38"/>
                  </a:cubicBezTo>
                  <a:cubicBezTo>
                    <a:pt x="0" y="38"/>
                    <a:pt x="7" y="51"/>
                    <a:pt x="7" y="60"/>
                  </a:cubicBezTo>
                  <a:cubicBezTo>
                    <a:pt x="7" y="60"/>
                    <a:pt x="21" y="26"/>
                    <a:pt x="22" y="14"/>
                  </a:cubicBezTo>
                  <a:cubicBezTo>
                    <a:pt x="22" y="14"/>
                    <a:pt x="15" y="1"/>
                    <a:pt x="13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419">
              <a:extLst>
                <a:ext uri="{FF2B5EF4-FFF2-40B4-BE49-F238E27FC236}">
                  <a16:creationId xmlns:a16="http://schemas.microsoft.com/office/drawing/2014/main" id="{2905D880-FCDF-4467-8DA0-880567DB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265" y="4124884"/>
              <a:ext cx="71454" cy="184482"/>
            </a:xfrm>
            <a:custGeom>
              <a:avLst/>
              <a:gdLst>
                <a:gd name="T0" fmla="*/ 9 w 23"/>
                <a:gd name="T1" fmla="*/ 0 h 60"/>
                <a:gd name="T2" fmla="*/ 23 w 23"/>
                <a:gd name="T3" fmla="*/ 40 h 60"/>
                <a:gd name="T4" fmla="*/ 14 w 23"/>
                <a:gd name="T5" fmla="*/ 60 h 60"/>
                <a:gd name="T6" fmla="*/ 0 w 23"/>
                <a:gd name="T7" fmla="*/ 14 h 60"/>
                <a:gd name="T8" fmla="*/ 9 w 23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0">
                  <a:moveTo>
                    <a:pt x="9" y="0"/>
                  </a:moveTo>
                  <a:cubicBezTo>
                    <a:pt x="9" y="0"/>
                    <a:pt x="17" y="18"/>
                    <a:pt x="23" y="40"/>
                  </a:cubicBezTo>
                  <a:cubicBezTo>
                    <a:pt x="23" y="40"/>
                    <a:pt x="14" y="51"/>
                    <a:pt x="14" y="60"/>
                  </a:cubicBezTo>
                  <a:cubicBezTo>
                    <a:pt x="14" y="60"/>
                    <a:pt x="0" y="26"/>
                    <a:pt x="0" y="14"/>
                  </a:cubicBezTo>
                  <a:cubicBezTo>
                    <a:pt x="0" y="14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420">
              <a:extLst>
                <a:ext uri="{FF2B5EF4-FFF2-40B4-BE49-F238E27FC236}">
                  <a16:creationId xmlns:a16="http://schemas.microsoft.com/office/drawing/2014/main" id="{AAB78437-D480-41B6-B8AD-ACBE4CD1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884" y="3841666"/>
              <a:ext cx="58462" cy="98736"/>
            </a:xfrm>
            <a:custGeom>
              <a:avLst/>
              <a:gdLst>
                <a:gd name="T0" fmla="*/ 1 w 19"/>
                <a:gd name="T1" fmla="*/ 24 h 32"/>
                <a:gd name="T2" fmla="*/ 6 w 19"/>
                <a:gd name="T3" fmla="*/ 32 h 32"/>
                <a:gd name="T4" fmla="*/ 14 w 19"/>
                <a:gd name="T5" fmla="*/ 26 h 32"/>
                <a:gd name="T6" fmla="*/ 18 w 19"/>
                <a:gd name="T7" fmla="*/ 9 h 32"/>
                <a:gd name="T8" fmla="*/ 13 w 19"/>
                <a:gd name="T9" fmla="*/ 1 h 32"/>
                <a:gd name="T10" fmla="*/ 5 w 19"/>
                <a:gd name="T11" fmla="*/ 6 h 32"/>
                <a:gd name="T12" fmla="*/ 1 w 19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2">
                  <a:moveTo>
                    <a:pt x="1" y="24"/>
                  </a:moveTo>
                  <a:cubicBezTo>
                    <a:pt x="0" y="27"/>
                    <a:pt x="3" y="31"/>
                    <a:pt x="6" y="32"/>
                  </a:cubicBezTo>
                  <a:cubicBezTo>
                    <a:pt x="10" y="32"/>
                    <a:pt x="14" y="30"/>
                    <a:pt x="14" y="2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5"/>
                    <a:pt x="16" y="1"/>
                    <a:pt x="13" y="1"/>
                  </a:cubicBezTo>
                  <a:cubicBezTo>
                    <a:pt x="9" y="0"/>
                    <a:pt x="5" y="2"/>
                    <a:pt x="5" y="6"/>
                  </a:cubicBezTo>
                  <a:lnTo>
                    <a:pt x="1" y="24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421">
              <a:extLst>
                <a:ext uri="{FF2B5EF4-FFF2-40B4-BE49-F238E27FC236}">
                  <a16:creationId xmlns:a16="http://schemas.microsoft.com/office/drawing/2014/main" id="{62B5550B-91FC-4B32-99A3-E6F2774F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290" y="3841666"/>
              <a:ext cx="54565" cy="98736"/>
            </a:xfrm>
            <a:custGeom>
              <a:avLst/>
              <a:gdLst>
                <a:gd name="T0" fmla="*/ 17 w 18"/>
                <a:gd name="T1" fmla="*/ 24 h 32"/>
                <a:gd name="T2" fmla="*/ 12 w 18"/>
                <a:gd name="T3" fmla="*/ 32 h 32"/>
                <a:gd name="T4" fmla="*/ 4 w 18"/>
                <a:gd name="T5" fmla="*/ 26 h 32"/>
                <a:gd name="T6" fmla="*/ 0 w 18"/>
                <a:gd name="T7" fmla="*/ 9 h 32"/>
                <a:gd name="T8" fmla="*/ 6 w 18"/>
                <a:gd name="T9" fmla="*/ 1 h 32"/>
                <a:gd name="T10" fmla="*/ 14 w 18"/>
                <a:gd name="T11" fmla="*/ 6 h 32"/>
                <a:gd name="T12" fmla="*/ 17 w 18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2">
                  <a:moveTo>
                    <a:pt x="17" y="24"/>
                  </a:moveTo>
                  <a:cubicBezTo>
                    <a:pt x="18" y="27"/>
                    <a:pt x="16" y="31"/>
                    <a:pt x="12" y="32"/>
                  </a:cubicBezTo>
                  <a:cubicBezTo>
                    <a:pt x="8" y="32"/>
                    <a:pt x="5" y="30"/>
                    <a:pt x="4" y="2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2" y="1"/>
                    <a:pt x="6" y="1"/>
                  </a:cubicBezTo>
                  <a:cubicBezTo>
                    <a:pt x="9" y="0"/>
                    <a:pt x="13" y="2"/>
                    <a:pt x="14" y="6"/>
                  </a:cubicBezTo>
                  <a:lnTo>
                    <a:pt x="17" y="24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422">
              <a:extLst>
                <a:ext uri="{FF2B5EF4-FFF2-40B4-BE49-F238E27FC236}">
                  <a16:creationId xmlns:a16="http://schemas.microsoft.com/office/drawing/2014/main" id="{94D70E9D-AE89-47BE-82AC-BDB0A4DBB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983" y="3568841"/>
              <a:ext cx="346877" cy="500178"/>
            </a:xfrm>
            <a:custGeom>
              <a:avLst/>
              <a:gdLst>
                <a:gd name="T0" fmla="*/ 57 w 113"/>
                <a:gd name="T1" fmla="*/ 163 h 163"/>
                <a:gd name="T2" fmla="*/ 101 w 113"/>
                <a:gd name="T3" fmla="*/ 132 h 163"/>
                <a:gd name="T4" fmla="*/ 98 w 113"/>
                <a:gd name="T5" fmla="*/ 20 h 163"/>
                <a:gd name="T6" fmla="*/ 57 w 113"/>
                <a:gd name="T7" fmla="*/ 2 h 163"/>
                <a:gd name="T8" fmla="*/ 15 w 113"/>
                <a:gd name="T9" fmla="*/ 20 h 163"/>
                <a:gd name="T10" fmla="*/ 12 w 113"/>
                <a:gd name="T11" fmla="*/ 132 h 163"/>
                <a:gd name="T12" fmla="*/ 57 w 113"/>
                <a:gd name="T13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63">
                  <a:moveTo>
                    <a:pt x="57" y="163"/>
                  </a:moveTo>
                  <a:cubicBezTo>
                    <a:pt x="78" y="163"/>
                    <a:pt x="94" y="145"/>
                    <a:pt x="101" y="132"/>
                  </a:cubicBezTo>
                  <a:cubicBezTo>
                    <a:pt x="108" y="118"/>
                    <a:pt x="113" y="41"/>
                    <a:pt x="98" y="20"/>
                  </a:cubicBezTo>
                  <a:cubicBezTo>
                    <a:pt x="82" y="0"/>
                    <a:pt x="57" y="2"/>
                    <a:pt x="57" y="2"/>
                  </a:cubicBezTo>
                  <a:cubicBezTo>
                    <a:pt x="57" y="2"/>
                    <a:pt x="31" y="0"/>
                    <a:pt x="15" y="20"/>
                  </a:cubicBezTo>
                  <a:cubicBezTo>
                    <a:pt x="0" y="41"/>
                    <a:pt x="5" y="118"/>
                    <a:pt x="12" y="132"/>
                  </a:cubicBezTo>
                  <a:cubicBezTo>
                    <a:pt x="19" y="145"/>
                    <a:pt x="35" y="163"/>
                    <a:pt x="57" y="163"/>
                  </a:cubicBezTo>
                  <a:close/>
                </a:path>
              </a:pathLst>
            </a:custGeom>
            <a:solidFill>
              <a:srgbClr val="FC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423">
              <a:extLst>
                <a:ext uri="{FF2B5EF4-FFF2-40B4-BE49-F238E27FC236}">
                  <a16:creationId xmlns:a16="http://schemas.microsoft.com/office/drawing/2014/main" id="{6565386E-E586-4F51-ACC1-A1839EDC4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605" y="3535063"/>
              <a:ext cx="414433" cy="279320"/>
            </a:xfrm>
            <a:custGeom>
              <a:avLst/>
              <a:gdLst>
                <a:gd name="T0" fmla="*/ 17 w 135"/>
                <a:gd name="T1" fmla="*/ 90 h 91"/>
                <a:gd name="T2" fmla="*/ 77 w 135"/>
                <a:gd name="T3" fmla="*/ 69 h 91"/>
                <a:gd name="T4" fmla="*/ 96 w 135"/>
                <a:gd name="T5" fmla="*/ 50 h 91"/>
                <a:gd name="T6" fmla="*/ 104 w 135"/>
                <a:gd name="T7" fmla="*/ 71 h 91"/>
                <a:gd name="T8" fmla="*/ 119 w 135"/>
                <a:gd name="T9" fmla="*/ 91 h 91"/>
                <a:gd name="T10" fmla="*/ 110 w 135"/>
                <a:gd name="T11" fmla="*/ 24 h 91"/>
                <a:gd name="T12" fmla="*/ 23 w 135"/>
                <a:gd name="T13" fmla="*/ 27 h 91"/>
                <a:gd name="T14" fmla="*/ 17 w 135"/>
                <a:gd name="T15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91">
                  <a:moveTo>
                    <a:pt x="17" y="90"/>
                  </a:moveTo>
                  <a:cubicBezTo>
                    <a:pt x="53" y="85"/>
                    <a:pt x="66" y="79"/>
                    <a:pt x="77" y="69"/>
                  </a:cubicBezTo>
                  <a:cubicBezTo>
                    <a:pt x="86" y="62"/>
                    <a:pt x="96" y="50"/>
                    <a:pt x="96" y="50"/>
                  </a:cubicBezTo>
                  <a:cubicBezTo>
                    <a:pt x="96" y="50"/>
                    <a:pt x="99" y="59"/>
                    <a:pt x="104" y="71"/>
                  </a:cubicBezTo>
                  <a:cubicBezTo>
                    <a:pt x="108" y="77"/>
                    <a:pt x="111" y="85"/>
                    <a:pt x="119" y="91"/>
                  </a:cubicBezTo>
                  <a:cubicBezTo>
                    <a:pt x="119" y="91"/>
                    <a:pt x="135" y="48"/>
                    <a:pt x="110" y="24"/>
                  </a:cubicBezTo>
                  <a:cubicBezTo>
                    <a:pt x="86" y="0"/>
                    <a:pt x="47" y="1"/>
                    <a:pt x="23" y="27"/>
                  </a:cubicBezTo>
                  <a:cubicBezTo>
                    <a:pt x="0" y="52"/>
                    <a:pt x="17" y="90"/>
                    <a:pt x="17" y="90"/>
                  </a:cubicBezTo>
                  <a:close/>
                </a:path>
              </a:pathLst>
            </a:custGeom>
            <a:solidFill>
              <a:srgbClr val="5A0F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4" name="Rectangle 73">
            <a:extLst>
              <a:ext uri="{FF2B5EF4-FFF2-40B4-BE49-F238E27FC236}">
                <a16:creationId xmlns:a16="http://schemas.microsoft.com/office/drawing/2014/main" id="{428BE327-D2E7-4DF1-8863-17332116D8B5}"/>
              </a:ext>
            </a:extLst>
          </p:cNvPr>
          <p:cNvSpPr/>
          <p:nvPr/>
        </p:nvSpPr>
        <p:spPr>
          <a:xfrm>
            <a:off x="1305150" y="4392701"/>
            <a:ext cx="2885422" cy="5586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family.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9F21F991-7F2E-4239-86F0-511DCC416E43}"/>
              </a:ext>
            </a:extLst>
          </p:cNvPr>
          <p:cNvSpPr/>
          <p:nvPr/>
        </p:nvSpPr>
        <p:spPr>
          <a:xfrm>
            <a:off x="1305150" y="2931506"/>
            <a:ext cx="2885422" cy="431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Mother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76" name="Rectangle: Rounded Corners 75">
            <a:extLst>
              <a:ext uri="{FF2B5EF4-FFF2-40B4-BE49-F238E27FC236}">
                <a16:creationId xmlns:a16="http://schemas.microsoft.com/office/drawing/2014/main" id="{2B1812D1-678D-4364-8D06-52B8501DC1AE}"/>
              </a:ext>
            </a:extLst>
          </p:cNvPr>
          <p:cNvSpPr/>
          <p:nvPr/>
        </p:nvSpPr>
        <p:spPr>
          <a:xfrm rot="5400000">
            <a:off x="4653680" y="2755397"/>
            <a:ext cx="2884643" cy="2870286"/>
          </a:xfrm>
          <a:prstGeom prst="roundRect">
            <a:avLst>
              <a:gd name="adj" fmla="val 4570"/>
            </a:avLst>
          </a:prstGeom>
          <a:solidFill>
            <a:schemeClr val="bg1">
              <a:alpha val="5000"/>
            </a:schemeClr>
          </a:solidFill>
          <a:ln>
            <a:noFill/>
          </a:ln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0FEE00E7-C90E-4109-B2E8-298B350F52E9}"/>
              </a:ext>
            </a:extLst>
          </p:cNvPr>
          <p:cNvSpPr/>
          <p:nvPr/>
        </p:nvSpPr>
        <p:spPr>
          <a:xfrm>
            <a:off x="5403601" y="3641980"/>
            <a:ext cx="1356598" cy="691256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 flip="none" rotWithShape="1">
            <a:gsLst>
              <a:gs pos="99000">
                <a:schemeClr val="accent2"/>
              </a:gs>
              <a:gs pos="0">
                <a:schemeClr val="accent2">
                  <a:alpha val="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04D01F29-A1E3-4FE4-9437-7A8FDA91692B}"/>
              </a:ext>
            </a:extLst>
          </p:cNvPr>
          <p:cNvSpPr/>
          <p:nvPr/>
        </p:nvSpPr>
        <p:spPr>
          <a:xfrm>
            <a:off x="5615429" y="3325692"/>
            <a:ext cx="941548" cy="1007544"/>
          </a:xfrm>
          <a:custGeom>
            <a:avLst/>
            <a:gdLst>
              <a:gd name="connsiteX0" fmla="*/ 0 w 1874520"/>
              <a:gd name="connsiteY0" fmla="*/ 0 h 2230152"/>
              <a:gd name="connsiteX1" fmla="*/ 1874520 w 1874520"/>
              <a:gd name="connsiteY1" fmla="*/ 0 h 2230152"/>
              <a:gd name="connsiteX2" fmla="*/ 1874520 w 1874520"/>
              <a:gd name="connsiteY2" fmla="*/ 1133878 h 2230152"/>
              <a:gd name="connsiteX3" fmla="*/ 1874520 w 1874520"/>
              <a:gd name="connsiteY3" fmla="*/ 1796363 h 2230152"/>
              <a:gd name="connsiteX4" fmla="*/ 1083977 w 1874520"/>
              <a:gd name="connsiteY4" fmla="*/ 2199186 h 2230152"/>
              <a:gd name="connsiteX5" fmla="*/ 790543 w 1874520"/>
              <a:gd name="connsiteY5" fmla="*/ 2199186 h 2230152"/>
              <a:gd name="connsiteX6" fmla="*/ 0 w 1874520"/>
              <a:gd name="connsiteY6" fmla="*/ 1796363 h 2230152"/>
              <a:gd name="connsiteX7" fmla="*/ 0 w 1874520"/>
              <a:gd name="connsiteY7" fmla="*/ 1133879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95250 w 1969770"/>
              <a:gd name="connsiteY7" fmla="*/ 1133879 h 2230152"/>
              <a:gd name="connsiteX8" fmla="*/ 0 w 1969770"/>
              <a:gd name="connsiteY8" fmla="*/ 0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0 w 19697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133878 h 2230152"/>
              <a:gd name="connsiteX3" fmla="*/ 1969770 w 2084070"/>
              <a:gd name="connsiteY3" fmla="*/ 1796363 h 2230152"/>
              <a:gd name="connsiteX4" fmla="*/ 1179227 w 2084070"/>
              <a:gd name="connsiteY4" fmla="*/ 2199186 h 2230152"/>
              <a:gd name="connsiteX5" fmla="*/ 885793 w 2084070"/>
              <a:gd name="connsiteY5" fmla="*/ 2199186 h 2230152"/>
              <a:gd name="connsiteX6" fmla="*/ 95250 w 2084070"/>
              <a:gd name="connsiteY6" fmla="*/ 1796363 h 2230152"/>
              <a:gd name="connsiteX7" fmla="*/ 0 w 20840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796363 h 2230152"/>
              <a:gd name="connsiteX3" fmla="*/ 1179227 w 2084070"/>
              <a:gd name="connsiteY3" fmla="*/ 2199186 h 2230152"/>
              <a:gd name="connsiteX4" fmla="*/ 885793 w 2084070"/>
              <a:gd name="connsiteY4" fmla="*/ 2199186 h 2230152"/>
              <a:gd name="connsiteX5" fmla="*/ 95250 w 2084070"/>
              <a:gd name="connsiteY5" fmla="*/ 1796363 h 2230152"/>
              <a:gd name="connsiteX6" fmla="*/ 0 w 2084070"/>
              <a:gd name="connsiteY6" fmla="*/ 0 h 2230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84070" h="2230152">
                <a:moveTo>
                  <a:pt x="0" y="0"/>
                </a:moveTo>
                <a:lnTo>
                  <a:pt x="2084070" y="0"/>
                </a:lnTo>
                <a:lnTo>
                  <a:pt x="1969770" y="1796363"/>
                </a:lnTo>
                <a:lnTo>
                  <a:pt x="1179227" y="2199186"/>
                </a:lnTo>
                <a:cubicBezTo>
                  <a:pt x="1098197" y="2240474"/>
                  <a:pt x="966823" y="2240474"/>
                  <a:pt x="885793" y="2199186"/>
                </a:cubicBezTo>
                <a:lnTo>
                  <a:pt x="95250" y="1796363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35442">
                <a:srgbClr val="FFFFFF">
                  <a:alpha val="3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45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C284BBF-51FB-489C-95F5-F332F1B6A0BD}"/>
              </a:ext>
            </a:extLst>
          </p:cNvPr>
          <p:cNvSpPr/>
          <p:nvPr/>
        </p:nvSpPr>
        <p:spPr>
          <a:xfrm>
            <a:off x="4653290" y="4392702"/>
            <a:ext cx="2885422" cy="5586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family.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4C0E826F-775F-4751-8B01-353C9C6ADDF7}"/>
              </a:ext>
            </a:extLst>
          </p:cNvPr>
          <p:cNvSpPr/>
          <p:nvPr/>
        </p:nvSpPr>
        <p:spPr>
          <a:xfrm>
            <a:off x="4653290" y="2931507"/>
            <a:ext cx="2885422" cy="431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Father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77EA9AA-F4F4-4C09-9D66-408CEF999FD5}"/>
              </a:ext>
            </a:extLst>
          </p:cNvPr>
          <p:cNvGrpSpPr/>
          <p:nvPr/>
        </p:nvGrpSpPr>
        <p:grpSpPr>
          <a:xfrm>
            <a:off x="5884403" y="3601083"/>
            <a:ext cx="394994" cy="395514"/>
            <a:chOff x="6406499" y="2934849"/>
            <a:chExt cx="986066" cy="987366"/>
          </a:xfrm>
        </p:grpSpPr>
        <p:sp>
          <p:nvSpPr>
            <p:cNvPr id="35" name="Oval 331">
              <a:extLst>
                <a:ext uri="{FF2B5EF4-FFF2-40B4-BE49-F238E27FC236}">
                  <a16:creationId xmlns:a16="http://schemas.microsoft.com/office/drawing/2014/main" id="{E8F40FAD-1A57-471E-B410-830B45F62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6499" y="2934849"/>
              <a:ext cx="986066" cy="98736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64">
              <a:extLst>
                <a:ext uri="{FF2B5EF4-FFF2-40B4-BE49-F238E27FC236}">
                  <a16:creationId xmlns:a16="http://schemas.microsoft.com/office/drawing/2014/main" id="{4182ED97-6F87-4911-9E3C-21C64CAE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0099" y="3125826"/>
              <a:ext cx="40274" cy="51967"/>
            </a:xfrm>
            <a:custGeom>
              <a:avLst/>
              <a:gdLst>
                <a:gd name="T0" fmla="*/ 5 w 13"/>
                <a:gd name="T1" fmla="*/ 3 h 17"/>
                <a:gd name="T2" fmla="*/ 1 w 13"/>
                <a:gd name="T3" fmla="*/ 10 h 17"/>
                <a:gd name="T4" fmla="*/ 2 w 13"/>
                <a:gd name="T5" fmla="*/ 16 h 17"/>
                <a:gd name="T6" fmla="*/ 8 w 13"/>
                <a:gd name="T7" fmla="*/ 14 h 17"/>
                <a:gd name="T8" fmla="*/ 12 w 13"/>
                <a:gd name="T9" fmla="*/ 7 h 17"/>
                <a:gd name="T10" fmla="*/ 10 w 13"/>
                <a:gd name="T11" fmla="*/ 2 h 17"/>
                <a:gd name="T12" fmla="*/ 5 w 13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3" y="6"/>
                    <a:pt x="2" y="8"/>
                    <a:pt x="1" y="10"/>
                  </a:cubicBezTo>
                  <a:cubicBezTo>
                    <a:pt x="0" y="12"/>
                    <a:pt x="0" y="15"/>
                    <a:pt x="2" y="16"/>
                  </a:cubicBezTo>
                  <a:cubicBezTo>
                    <a:pt x="4" y="17"/>
                    <a:pt x="7" y="16"/>
                    <a:pt x="8" y="14"/>
                  </a:cubicBezTo>
                  <a:cubicBezTo>
                    <a:pt x="9" y="12"/>
                    <a:pt x="10" y="9"/>
                    <a:pt x="12" y="7"/>
                  </a:cubicBezTo>
                  <a:cubicBezTo>
                    <a:pt x="13" y="5"/>
                    <a:pt x="12" y="3"/>
                    <a:pt x="10" y="2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C02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7">
              <a:extLst>
                <a:ext uri="{FF2B5EF4-FFF2-40B4-BE49-F238E27FC236}">
                  <a16:creationId xmlns:a16="http://schemas.microsoft.com/office/drawing/2014/main" id="{FA952411-FFB1-4254-8D38-5ACE41B1E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496" y="3006304"/>
              <a:ext cx="383253" cy="236448"/>
            </a:xfrm>
            <a:custGeom>
              <a:avLst/>
              <a:gdLst>
                <a:gd name="T0" fmla="*/ 36 w 125"/>
                <a:gd name="T1" fmla="*/ 24 h 77"/>
                <a:gd name="T2" fmla="*/ 89 w 125"/>
                <a:gd name="T3" fmla="*/ 18 h 77"/>
                <a:gd name="T4" fmla="*/ 113 w 125"/>
                <a:gd name="T5" fmla="*/ 77 h 77"/>
                <a:gd name="T6" fmla="*/ 41 w 125"/>
                <a:gd name="T7" fmla="*/ 41 h 77"/>
                <a:gd name="T8" fmla="*/ 10 w 125"/>
                <a:gd name="T9" fmla="*/ 77 h 77"/>
                <a:gd name="T10" fmla="*/ 36 w 125"/>
                <a:gd name="T11" fmla="*/ 2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" h="77">
                  <a:moveTo>
                    <a:pt x="36" y="24"/>
                  </a:moveTo>
                  <a:cubicBezTo>
                    <a:pt x="36" y="24"/>
                    <a:pt x="54" y="0"/>
                    <a:pt x="89" y="18"/>
                  </a:cubicBezTo>
                  <a:cubicBezTo>
                    <a:pt x="125" y="36"/>
                    <a:pt x="113" y="77"/>
                    <a:pt x="113" y="77"/>
                  </a:cubicBezTo>
                  <a:cubicBezTo>
                    <a:pt x="113" y="77"/>
                    <a:pt x="84" y="69"/>
                    <a:pt x="41" y="41"/>
                  </a:cubicBezTo>
                  <a:cubicBezTo>
                    <a:pt x="41" y="41"/>
                    <a:pt x="34" y="67"/>
                    <a:pt x="10" y="77"/>
                  </a:cubicBezTo>
                  <a:cubicBezTo>
                    <a:pt x="10" y="77"/>
                    <a:pt x="0" y="15"/>
                    <a:pt x="36" y="24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18">
              <a:extLst>
                <a:ext uri="{FF2B5EF4-FFF2-40B4-BE49-F238E27FC236}">
                  <a16:creationId xmlns:a16="http://schemas.microsoft.com/office/drawing/2014/main" id="{9705590E-CC6B-42BD-8439-70EC4B49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4508" y="3312906"/>
              <a:ext cx="49368" cy="83146"/>
            </a:xfrm>
            <a:custGeom>
              <a:avLst/>
              <a:gdLst>
                <a:gd name="T0" fmla="*/ 1 w 16"/>
                <a:gd name="T1" fmla="*/ 20 h 27"/>
                <a:gd name="T2" fmla="*/ 5 w 16"/>
                <a:gd name="T3" fmla="*/ 27 h 27"/>
                <a:gd name="T4" fmla="*/ 12 w 16"/>
                <a:gd name="T5" fmla="*/ 22 h 27"/>
                <a:gd name="T6" fmla="*/ 15 w 16"/>
                <a:gd name="T7" fmla="*/ 7 h 27"/>
                <a:gd name="T8" fmla="*/ 10 w 16"/>
                <a:gd name="T9" fmla="*/ 0 h 27"/>
                <a:gd name="T10" fmla="*/ 4 w 16"/>
                <a:gd name="T11" fmla="*/ 5 h 27"/>
                <a:gd name="T12" fmla="*/ 1 w 16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1" y="20"/>
                  </a:moveTo>
                  <a:cubicBezTo>
                    <a:pt x="0" y="23"/>
                    <a:pt x="2" y="26"/>
                    <a:pt x="5" y="27"/>
                  </a:cubicBezTo>
                  <a:cubicBezTo>
                    <a:pt x="8" y="27"/>
                    <a:pt x="11" y="25"/>
                    <a:pt x="12" y="22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6" y="4"/>
                    <a:pt x="14" y="1"/>
                    <a:pt x="10" y="0"/>
                  </a:cubicBezTo>
                  <a:cubicBezTo>
                    <a:pt x="7" y="0"/>
                    <a:pt x="4" y="2"/>
                    <a:pt x="4" y="5"/>
                  </a:cubicBezTo>
                  <a:lnTo>
                    <a:pt x="1" y="20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9">
              <a:extLst>
                <a:ext uri="{FF2B5EF4-FFF2-40B4-BE49-F238E27FC236}">
                  <a16:creationId xmlns:a16="http://schemas.microsoft.com/office/drawing/2014/main" id="{E207F9C4-FDF8-457D-975B-E092A701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1684" y="3312906"/>
              <a:ext cx="49368" cy="83146"/>
            </a:xfrm>
            <a:custGeom>
              <a:avLst/>
              <a:gdLst>
                <a:gd name="T0" fmla="*/ 15 w 16"/>
                <a:gd name="T1" fmla="*/ 20 h 27"/>
                <a:gd name="T2" fmla="*/ 11 w 16"/>
                <a:gd name="T3" fmla="*/ 27 h 27"/>
                <a:gd name="T4" fmla="*/ 4 w 16"/>
                <a:gd name="T5" fmla="*/ 22 h 27"/>
                <a:gd name="T6" fmla="*/ 1 w 16"/>
                <a:gd name="T7" fmla="*/ 7 h 27"/>
                <a:gd name="T8" fmla="*/ 6 w 16"/>
                <a:gd name="T9" fmla="*/ 0 h 27"/>
                <a:gd name="T10" fmla="*/ 12 w 16"/>
                <a:gd name="T11" fmla="*/ 5 h 27"/>
                <a:gd name="T12" fmla="*/ 15 w 16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15" y="20"/>
                  </a:moveTo>
                  <a:cubicBezTo>
                    <a:pt x="16" y="23"/>
                    <a:pt x="14" y="26"/>
                    <a:pt x="11" y="27"/>
                  </a:cubicBezTo>
                  <a:cubicBezTo>
                    <a:pt x="8" y="27"/>
                    <a:pt x="5" y="25"/>
                    <a:pt x="4" y="2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lnTo>
                    <a:pt x="15" y="20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20">
              <a:extLst>
                <a:ext uri="{FF2B5EF4-FFF2-40B4-BE49-F238E27FC236}">
                  <a16:creationId xmlns:a16="http://schemas.microsoft.com/office/drawing/2014/main" id="{6E201760-DBDD-4E9F-9463-63423FD2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052" y="3436327"/>
              <a:ext cx="227354" cy="245543"/>
            </a:xfrm>
            <a:custGeom>
              <a:avLst/>
              <a:gdLst>
                <a:gd name="T0" fmla="*/ 3 w 74"/>
                <a:gd name="T1" fmla="*/ 36 h 80"/>
                <a:gd name="T2" fmla="*/ 18 w 74"/>
                <a:gd name="T3" fmla="*/ 18 h 80"/>
                <a:gd name="T4" fmla="*/ 55 w 74"/>
                <a:gd name="T5" fmla="*/ 18 h 80"/>
                <a:gd name="T6" fmla="*/ 70 w 74"/>
                <a:gd name="T7" fmla="*/ 36 h 80"/>
                <a:gd name="T8" fmla="*/ 74 w 74"/>
                <a:gd name="T9" fmla="*/ 53 h 80"/>
                <a:gd name="T10" fmla="*/ 37 w 74"/>
                <a:gd name="T11" fmla="*/ 80 h 80"/>
                <a:gd name="T12" fmla="*/ 0 w 74"/>
                <a:gd name="T13" fmla="*/ 53 h 80"/>
                <a:gd name="T14" fmla="*/ 3 w 74"/>
                <a:gd name="T15" fmla="*/ 3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80">
                  <a:moveTo>
                    <a:pt x="3" y="36"/>
                  </a:moveTo>
                  <a:cubicBezTo>
                    <a:pt x="3" y="36"/>
                    <a:pt x="18" y="36"/>
                    <a:pt x="18" y="18"/>
                  </a:cubicBezTo>
                  <a:cubicBezTo>
                    <a:pt x="18" y="0"/>
                    <a:pt x="55" y="0"/>
                    <a:pt x="55" y="18"/>
                  </a:cubicBezTo>
                  <a:cubicBezTo>
                    <a:pt x="55" y="36"/>
                    <a:pt x="70" y="36"/>
                    <a:pt x="70" y="36"/>
                  </a:cubicBezTo>
                  <a:cubicBezTo>
                    <a:pt x="70" y="36"/>
                    <a:pt x="74" y="47"/>
                    <a:pt x="74" y="53"/>
                  </a:cubicBezTo>
                  <a:cubicBezTo>
                    <a:pt x="74" y="59"/>
                    <a:pt x="37" y="80"/>
                    <a:pt x="37" y="80"/>
                  </a:cubicBezTo>
                  <a:cubicBezTo>
                    <a:pt x="37" y="80"/>
                    <a:pt x="0" y="59"/>
                    <a:pt x="0" y="53"/>
                  </a:cubicBezTo>
                  <a:cubicBezTo>
                    <a:pt x="0" y="47"/>
                    <a:pt x="3" y="36"/>
                    <a:pt x="3" y="36"/>
                  </a:cubicBez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21">
              <a:extLst>
                <a:ext uri="{FF2B5EF4-FFF2-40B4-BE49-F238E27FC236}">
                  <a16:creationId xmlns:a16="http://schemas.microsoft.com/office/drawing/2014/main" id="{5DCC09FF-AAEA-45C4-A6D4-EAB54FE3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5463" y="3073859"/>
              <a:ext cx="254636" cy="457306"/>
            </a:xfrm>
            <a:custGeom>
              <a:avLst/>
              <a:gdLst>
                <a:gd name="T0" fmla="*/ 58 w 83"/>
                <a:gd name="T1" fmla="*/ 149 h 149"/>
                <a:gd name="T2" fmla="*/ 25 w 83"/>
                <a:gd name="T3" fmla="*/ 149 h 149"/>
                <a:gd name="T4" fmla="*/ 0 w 83"/>
                <a:gd name="T5" fmla="*/ 110 h 149"/>
                <a:gd name="T6" fmla="*/ 0 w 83"/>
                <a:gd name="T7" fmla="*/ 41 h 149"/>
                <a:gd name="T8" fmla="*/ 42 w 83"/>
                <a:gd name="T9" fmla="*/ 0 h 149"/>
                <a:gd name="T10" fmla="*/ 83 w 83"/>
                <a:gd name="T11" fmla="*/ 41 h 149"/>
                <a:gd name="T12" fmla="*/ 83 w 83"/>
                <a:gd name="T13" fmla="*/ 110 h 149"/>
                <a:gd name="T14" fmla="*/ 58 w 83"/>
                <a:gd name="T1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149">
                  <a:moveTo>
                    <a:pt x="58" y="149"/>
                  </a:moveTo>
                  <a:cubicBezTo>
                    <a:pt x="25" y="149"/>
                    <a:pt x="25" y="149"/>
                    <a:pt x="25" y="149"/>
                  </a:cubicBezTo>
                  <a:cubicBezTo>
                    <a:pt x="13" y="142"/>
                    <a:pt x="0" y="125"/>
                    <a:pt x="0" y="11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8"/>
                    <a:pt x="19" y="0"/>
                    <a:pt x="42" y="0"/>
                  </a:cubicBezTo>
                  <a:cubicBezTo>
                    <a:pt x="64" y="0"/>
                    <a:pt x="83" y="18"/>
                    <a:pt x="83" y="41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3" y="125"/>
                    <a:pt x="70" y="142"/>
                    <a:pt x="58" y="149"/>
                  </a:cubicBezTo>
                  <a:close/>
                </a:path>
              </a:pathLst>
            </a:custGeom>
            <a:solidFill>
              <a:srgbClr val="FC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22">
              <a:extLst>
                <a:ext uri="{FF2B5EF4-FFF2-40B4-BE49-F238E27FC236}">
                  <a16:creationId xmlns:a16="http://schemas.microsoft.com/office/drawing/2014/main" id="{64B43353-88DD-4CB8-BF56-81D5A0D51F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6369" y="3049176"/>
              <a:ext cx="272825" cy="497580"/>
            </a:xfrm>
            <a:custGeom>
              <a:avLst/>
              <a:gdLst>
                <a:gd name="T0" fmla="*/ 24 w 89"/>
                <a:gd name="T1" fmla="*/ 9 h 162"/>
                <a:gd name="T2" fmla="*/ 0 w 89"/>
                <a:gd name="T3" fmla="*/ 41 h 162"/>
                <a:gd name="T4" fmla="*/ 0 w 89"/>
                <a:gd name="T5" fmla="*/ 125 h 162"/>
                <a:gd name="T6" fmla="*/ 45 w 89"/>
                <a:gd name="T7" fmla="*/ 162 h 162"/>
                <a:gd name="T8" fmla="*/ 89 w 89"/>
                <a:gd name="T9" fmla="*/ 125 h 162"/>
                <a:gd name="T10" fmla="*/ 89 w 89"/>
                <a:gd name="T11" fmla="*/ 41 h 162"/>
                <a:gd name="T12" fmla="*/ 45 w 89"/>
                <a:gd name="T13" fmla="*/ 5 h 162"/>
                <a:gd name="T14" fmla="*/ 24 w 89"/>
                <a:gd name="T15" fmla="*/ 9 h 162"/>
                <a:gd name="T16" fmla="*/ 27 w 89"/>
                <a:gd name="T17" fmla="*/ 27 h 162"/>
                <a:gd name="T18" fmla="*/ 80 w 89"/>
                <a:gd name="T19" fmla="*/ 56 h 162"/>
                <a:gd name="T20" fmla="*/ 80 w 89"/>
                <a:gd name="T21" fmla="*/ 113 h 162"/>
                <a:gd name="T22" fmla="*/ 71 w 89"/>
                <a:gd name="T23" fmla="*/ 121 h 162"/>
                <a:gd name="T24" fmla="*/ 58 w 89"/>
                <a:gd name="T25" fmla="*/ 113 h 162"/>
                <a:gd name="T26" fmla="*/ 45 w 89"/>
                <a:gd name="T27" fmla="*/ 113 h 162"/>
                <a:gd name="T28" fmla="*/ 31 w 89"/>
                <a:gd name="T29" fmla="*/ 113 h 162"/>
                <a:gd name="T30" fmla="*/ 18 w 89"/>
                <a:gd name="T31" fmla="*/ 121 h 162"/>
                <a:gd name="T32" fmla="*/ 9 w 89"/>
                <a:gd name="T33" fmla="*/ 113 h 162"/>
                <a:gd name="T34" fmla="*/ 9 w 89"/>
                <a:gd name="T35" fmla="*/ 56 h 162"/>
                <a:gd name="T36" fmla="*/ 27 w 89"/>
                <a:gd name="T37" fmla="*/ 2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62">
                  <a:moveTo>
                    <a:pt x="24" y="9"/>
                  </a:moveTo>
                  <a:cubicBezTo>
                    <a:pt x="15" y="14"/>
                    <a:pt x="0" y="6"/>
                    <a:pt x="0" y="41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5"/>
                    <a:pt x="0" y="162"/>
                    <a:pt x="45" y="162"/>
                  </a:cubicBezTo>
                  <a:cubicBezTo>
                    <a:pt x="89" y="162"/>
                    <a:pt x="89" y="125"/>
                    <a:pt x="89" y="125"/>
                  </a:cubicBezTo>
                  <a:cubicBezTo>
                    <a:pt x="89" y="125"/>
                    <a:pt x="89" y="62"/>
                    <a:pt x="89" y="41"/>
                  </a:cubicBezTo>
                  <a:cubicBezTo>
                    <a:pt x="89" y="0"/>
                    <a:pt x="45" y="5"/>
                    <a:pt x="45" y="5"/>
                  </a:cubicBezTo>
                  <a:cubicBezTo>
                    <a:pt x="45" y="5"/>
                    <a:pt x="35" y="4"/>
                    <a:pt x="24" y="9"/>
                  </a:cubicBezTo>
                  <a:close/>
                  <a:moveTo>
                    <a:pt x="27" y="27"/>
                  </a:moveTo>
                  <a:cubicBezTo>
                    <a:pt x="27" y="27"/>
                    <a:pt x="42" y="62"/>
                    <a:pt x="80" y="56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0" y="113"/>
                    <a:pt x="78" y="121"/>
                    <a:pt x="71" y="121"/>
                  </a:cubicBezTo>
                  <a:cubicBezTo>
                    <a:pt x="63" y="121"/>
                    <a:pt x="62" y="116"/>
                    <a:pt x="58" y="113"/>
                  </a:cubicBezTo>
                  <a:cubicBezTo>
                    <a:pt x="55" y="109"/>
                    <a:pt x="45" y="113"/>
                    <a:pt x="45" y="113"/>
                  </a:cubicBezTo>
                  <a:cubicBezTo>
                    <a:pt x="45" y="113"/>
                    <a:pt x="34" y="110"/>
                    <a:pt x="31" y="113"/>
                  </a:cubicBezTo>
                  <a:cubicBezTo>
                    <a:pt x="28" y="116"/>
                    <a:pt x="27" y="121"/>
                    <a:pt x="18" y="121"/>
                  </a:cubicBezTo>
                  <a:cubicBezTo>
                    <a:pt x="9" y="121"/>
                    <a:pt x="9" y="113"/>
                    <a:pt x="9" y="113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27" y="43"/>
                    <a:pt x="27" y="27"/>
                  </a:cubicBez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518">
              <a:extLst>
                <a:ext uri="{FF2B5EF4-FFF2-40B4-BE49-F238E27FC236}">
                  <a16:creationId xmlns:a16="http://schemas.microsoft.com/office/drawing/2014/main" id="{FC491980-7A42-4D9B-8D98-A063D84C8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9802" y="3551081"/>
              <a:ext cx="682062" cy="371134"/>
            </a:xfrm>
            <a:custGeom>
              <a:avLst/>
              <a:gdLst>
                <a:gd name="connsiteX0" fmla="*/ 232239 w 682062"/>
                <a:gd name="connsiteY0" fmla="*/ 179 h 371134"/>
                <a:gd name="connsiteX1" fmla="*/ 242716 w 682062"/>
                <a:gd name="connsiteY1" fmla="*/ 2298 h 371134"/>
                <a:gd name="connsiteX2" fmla="*/ 341031 w 682062"/>
                <a:gd name="connsiteY2" fmla="*/ 119096 h 371134"/>
                <a:gd name="connsiteX3" fmla="*/ 442419 w 682062"/>
                <a:gd name="connsiteY3" fmla="*/ 2298 h 371134"/>
                <a:gd name="connsiteX4" fmla="*/ 577602 w 682062"/>
                <a:gd name="connsiteY4" fmla="*/ 14593 h 371134"/>
                <a:gd name="connsiteX5" fmla="*/ 682062 w 682062"/>
                <a:gd name="connsiteY5" fmla="*/ 119096 h 371134"/>
                <a:gd name="connsiteX6" fmla="*/ 682062 w 682062"/>
                <a:gd name="connsiteY6" fmla="*/ 192863 h 371134"/>
                <a:gd name="connsiteX7" fmla="*/ 682062 w 682062"/>
                <a:gd name="connsiteY7" fmla="*/ 231739 h 371134"/>
                <a:gd name="connsiteX8" fmla="*/ 615390 w 682062"/>
                <a:gd name="connsiteY8" fmla="*/ 286821 h 371134"/>
                <a:gd name="connsiteX9" fmla="*/ 339730 w 682062"/>
                <a:gd name="connsiteY9" fmla="*/ 371134 h 371134"/>
                <a:gd name="connsiteX10" fmla="*/ 64071 w 682062"/>
                <a:gd name="connsiteY10" fmla="*/ 286821 h 371134"/>
                <a:gd name="connsiteX11" fmla="*/ 0 w 682062"/>
                <a:gd name="connsiteY11" fmla="*/ 233888 h 371134"/>
                <a:gd name="connsiteX12" fmla="*/ 0 w 682062"/>
                <a:gd name="connsiteY12" fmla="*/ 215147 h 371134"/>
                <a:gd name="connsiteX13" fmla="*/ 0 w 682062"/>
                <a:gd name="connsiteY13" fmla="*/ 192863 h 371134"/>
                <a:gd name="connsiteX14" fmla="*/ 0 w 682062"/>
                <a:gd name="connsiteY14" fmla="*/ 119096 h 371134"/>
                <a:gd name="connsiteX15" fmla="*/ 104460 w 682062"/>
                <a:gd name="connsiteY15" fmla="*/ 14593 h 371134"/>
                <a:gd name="connsiteX16" fmla="*/ 232239 w 682062"/>
                <a:gd name="connsiteY16" fmla="*/ 179 h 371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062" h="371134">
                  <a:moveTo>
                    <a:pt x="232239" y="179"/>
                  </a:moveTo>
                  <a:cubicBezTo>
                    <a:pt x="236811" y="473"/>
                    <a:pt x="240412" y="1146"/>
                    <a:pt x="242716" y="2298"/>
                  </a:cubicBezTo>
                  <a:cubicBezTo>
                    <a:pt x="270367" y="20740"/>
                    <a:pt x="341031" y="79139"/>
                    <a:pt x="341031" y="119096"/>
                  </a:cubicBezTo>
                  <a:cubicBezTo>
                    <a:pt x="341031" y="79139"/>
                    <a:pt x="411695" y="20740"/>
                    <a:pt x="442419" y="2298"/>
                  </a:cubicBezTo>
                  <a:cubicBezTo>
                    <a:pt x="457781" y="-6923"/>
                    <a:pt x="559168" y="14593"/>
                    <a:pt x="577602" y="14593"/>
                  </a:cubicBezTo>
                  <a:cubicBezTo>
                    <a:pt x="635977" y="14593"/>
                    <a:pt x="682062" y="60697"/>
                    <a:pt x="682062" y="119096"/>
                  </a:cubicBezTo>
                  <a:cubicBezTo>
                    <a:pt x="682062" y="192863"/>
                    <a:pt x="682062" y="192863"/>
                    <a:pt x="682062" y="192863"/>
                  </a:cubicBezTo>
                  <a:lnTo>
                    <a:pt x="682062" y="231739"/>
                  </a:lnTo>
                  <a:lnTo>
                    <a:pt x="615390" y="286821"/>
                  </a:lnTo>
                  <a:cubicBezTo>
                    <a:pt x="536701" y="340052"/>
                    <a:pt x="441841" y="371134"/>
                    <a:pt x="339730" y="371134"/>
                  </a:cubicBezTo>
                  <a:cubicBezTo>
                    <a:pt x="237620" y="371134"/>
                    <a:pt x="142759" y="340052"/>
                    <a:pt x="64071" y="286821"/>
                  </a:cubicBezTo>
                  <a:lnTo>
                    <a:pt x="0" y="233888"/>
                  </a:lnTo>
                  <a:lnTo>
                    <a:pt x="0" y="215147"/>
                  </a:lnTo>
                  <a:cubicBezTo>
                    <a:pt x="0" y="192863"/>
                    <a:pt x="0" y="192863"/>
                    <a:pt x="0" y="192863"/>
                  </a:cubicBezTo>
                  <a:cubicBezTo>
                    <a:pt x="0" y="119096"/>
                    <a:pt x="0" y="119096"/>
                    <a:pt x="0" y="119096"/>
                  </a:cubicBezTo>
                  <a:cubicBezTo>
                    <a:pt x="0" y="60697"/>
                    <a:pt x="46086" y="14593"/>
                    <a:pt x="104460" y="14593"/>
                  </a:cubicBezTo>
                  <a:cubicBezTo>
                    <a:pt x="120590" y="14593"/>
                    <a:pt x="200231" y="-1880"/>
                    <a:pt x="232239" y="179"/>
                  </a:cubicBezTo>
                  <a:close/>
                </a:path>
              </a:pathLst>
            </a:custGeom>
            <a:solidFill>
              <a:srgbClr val="6C6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4" name="Freeform 521">
              <a:extLst>
                <a:ext uri="{FF2B5EF4-FFF2-40B4-BE49-F238E27FC236}">
                  <a16:creationId xmlns:a16="http://schemas.microsoft.com/office/drawing/2014/main" id="{7EDA24AE-8903-461B-B8CA-EFB18793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0934" y="3553253"/>
              <a:ext cx="344781" cy="360505"/>
            </a:xfrm>
            <a:custGeom>
              <a:avLst/>
              <a:gdLst>
                <a:gd name="connsiteX0" fmla="*/ 305543 w 344781"/>
                <a:gd name="connsiteY0" fmla="*/ 0 h 360505"/>
                <a:gd name="connsiteX1" fmla="*/ 339754 w 344781"/>
                <a:gd name="connsiteY1" fmla="*/ 190630 h 360505"/>
                <a:gd name="connsiteX2" fmla="*/ 293103 w 344781"/>
                <a:gd name="connsiteY2" fmla="*/ 230601 h 360505"/>
                <a:gd name="connsiteX3" fmla="*/ 317984 w 344781"/>
                <a:gd name="connsiteY3" fmla="*/ 261348 h 360505"/>
                <a:gd name="connsiteX4" fmla="*/ 304863 w 344781"/>
                <a:gd name="connsiteY4" fmla="*/ 341771 h 360505"/>
                <a:gd name="connsiteX5" fmla="*/ 302019 w 344781"/>
                <a:gd name="connsiteY5" fmla="*/ 348347 h 360505"/>
                <a:gd name="connsiteX6" fmla="*/ 267962 w 344781"/>
                <a:gd name="connsiteY6" fmla="*/ 358933 h 360505"/>
                <a:gd name="connsiteX7" fmla="*/ 258891 w 344781"/>
                <a:gd name="connsiteY7" fmla="*/ 359849 h 360505"/>
                <a:gd name="connsiteX8" fmla="*/ 258891 w 344781"/>
                <a:gd name="connsiteY8" fmla="*/ 263414 h 360505"/>
                <a:gd name="connsiteX9" fmla="*/ 258891 w 344781"/>
                <a:gd name="connsiteY9" fmla="*/ 49195 h 360505"/>
                <a:gd name="connsiteX10" fmla="*/ 38741 w 344781"/>
                <a:gd name="connsiteY10" fmla="*/ 0 h 360505"/>
                <a:gd name="connsiteX11" fmla="*/ 84803 w 344781"/>
                <a:gd name="connsiteY11" fmla="*/ 49195 h 360505"/>
                <a:gd name="connsiteX12" fmla="*/ 84803 w 344781"/>
                <a:gd name="connsiteY12" fmla="*/ 263414 h 360505"/>
                <a:gd name="connsiteX13" fmla="*/ 84803 w 344781"/>
                <a:gd name="connsiteY13" fmla="*/ 360505 h 360505"/>
                <a:gd name="connsiteX14" fmla="*/ 69235 w 344781"/>
                <a:gd name="connsiteY14" fmla="*/ 358933 h 360505"/>
                <a:gd name="connsiteX15" fmla="*/ 43300 w 344781"/>
                <a:gd name="connsiteY15" fmla="*/ 350872 h 360505"/>
                <a:gd name="connsiteX16" fmla="*/ 39413 w 344781"/>
                <a:gd name="connsiteY16" fmla="*/ 341771 h 360505"/>
                <a:gd name="connsiteX17" fmla="*/ 26458 w 344781"/>
                <a:gd name="connsiteY17" fmla="*/ 261348 h 360505"/>
                <a:gd name="connsiteX18" fmla="*/ 51024 w 344781"/>
                <a:gd name="connsiteY18" fmla="*/ 230601 h 360505"/>
                <a:gd name="connsiteX19" fmla="*/ 4963 w 344781"/>
                <a:gd name="connsiteY19" fmla="*/ 190630 h 360505"/>
                <a:gd name="connsiteX20" fmla="*/ 38741 w 344781"/>
                <a:gd name="connsiteY20" fmla="*/ 0 h 36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44781" h="360505">
                  <a:moveTo>
                    <a:pt x="305543" y="0"/>
                  </a:moveTo>
                  <a:cubicBezTo>
                    <a:pt x="305543" y="0"/>
                    <a:pt x="361525" y="83017"/>
                    <a:pt x="339754" y="190630"/>
                  </a:cubicBezTo>
                  <a:cubicBezTo>
                    <a:pt x="293103" y="230601"/>
                    <a:pt x="293103" y="230601"/>
                    <a:pt x="293103" y="230601"/>
                  </a:cubicBezTo>
                  <a:cubicBezTo>
                    <a:pt x="317984" y="261348"/>
                    <a:pt x="317984" y="261348"/>
                    <a:pt x="317984" y="261348"/>
                  </a:cubicBezTo>
                  <a:cubicBezTo>
                    <a:pt x="317984" y="261348"/>
                    <a:pt x="314485" y="308045"/>
                    <a:pt x="304863" y="341771"/>
                  </a:cubicBezTo>
                  <a:lnTo>
                    <a:pt x="302019" y="348347"/>
                  </a:lnTo>
                  <a:lnTo>
                    <a:pt x="267962" y="358933"/>
                  </a:lnTo>
                  <a:lnTo>
                    <a:pt x="258891" y="359849"/>
                  </a:lnTo>
                  <a:lnTo>
                    <a:pt x="258891" y="263414"/>
                  </a:lnTo>
                  <a:cubicBezTo>
                    <a:pt x="258891" y="49195"/>
                    <a:pt x="258891" y="49195"/>
                    <a:pt x="258891" y="49195"/>
                  </a:cubicBezTo>
                  <a:close/>
                  <a:moveTo>
                    <a:pt x="38741" y="0"/>
                  </a:moveTo>
                  <a:lnTo>
                    <a:pt x="84803" y="49195"/>
                  </a:lnTo>
                  <a:cubicBezTo>
                    <a:pt x="84803" y="49195"/>
                    <a:pt x="84803" y="49195"/>
                    <a:pt x="84803" y="263414"/>
                  </a:cubicBezTo>
                  <a:lnTo>
                    <a:pt x="84803" y="360505"/>
                  </a:lnTo>
                  <a:lnTo>
                    <a:pt x="69235" y="358933"/>
                  </a:lnTo>
                  <a:lnTo>
                    <a:pt x="43300" y="350872"/>
                  </a:lnTo>
                  <a:lnTo>
                    <a:pt x="39413" y="341771"/>
                  </a:lnTo>
                  <a:cubicBezTo>
                    <a:pt x="29913" y="308045"/>
                    <a:pt x="26458" y="261348"/>
                    <a:pt x="26458" y="261348"/>
                  </a:cubicBezTo>
                  <a:cubicBezTo>
                    <a:pt x="26458" y="261348"/>
                    <a:pt x="26458" y="261348"/>
                    <a:pt x="51024" y="230601"/>
                  </a:cubicBezTo>
                  <a:cubicBezTo>
                    <a:pt x="51024" y="230601"/>
                    <a:pt x="51024" y="230601"/>
                    <a:pt x="4963" y="190630"/>
                  </a:cubicBezTo>
                  <a:cubicBezTo>
                    <a:pt x="-16532" y="83017"/>
                    <a:pt x="38741" y="0"/>
                    <a:pt x="38741" y="0"/>
                  </a:cubicBezTo>
                  <a:close/>
                </a:path>
              </a:pathLst>
            </a:custGeom>
            <a:solidFill>
              <a:srgbClr val="40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5" name="Rectangle 326">
              <a:extLst>
                <a:ext uri="{FF2B5EF4-FFF2-40B4-BE49-F238E27FC236}">
                  <a16:creationId xmlns:a16="http://schemas.microsoft.com/office/drawing/2014/main" id="{8D50AEFB-5867-4CC3-9C57-46D867996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737" y="3580534"/>
              <a:ext cx="174088" cy="341680"/>
            </a:xfrm>
            <a:prstGeom prst="rect">
              <a:avLst/>
            </a:pr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7">
              <a:extLst>
                <a:ext uri="{FF2B5EF4-FFF2-40B4-BE49-F238E27FC236}">
                  <a16:creationId xmlns:a16="http://schemas.microsoft.com/office/drawing/2014/main" id="{0EB7E681-A4A8-4182-B821-BF5100DD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4353" y="3531166"/>
              <a:ext cx="92240" cy="150703"/>
            </a:xfrm>
            <a:custGeom>
              <a:avLst/>
              <a:gdLst>
                <a:gd name="T0" fmla="*/ 10 w 30"/>
                <a:gd name="T1" fmla="*/ 0 h 49"/>
                <a:gd name="T2" fmla="*/ 0 w 30"/>
                <a:gd name="T3" fmla="*/ 16 h 49"/>
                <a:gd name="T4" fmla="*/ 17 w 30"/>
                <a:gd name="T5" fmla="*/ 49 h 49"/>
                <a:gd name="T6" fmla="*/ 30 w 30"/>
                <a:gd name="T7" fmla="*/ 7 h 49"/>
                <a:gd name="T8" fmla="*/ 10 w 30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9">
                  <a:moveTo>
                    <a:pt x="10" y="0"/>
                  </a:moveTo>
                  <a:cubicBezTo>
                    <a:pt x="10" y="0"/>
                    <a:pt x="15" y="6"/>
                    <a:pt x="0" y="16"/>
                  </a:cubicBezTo>
                  <a:cubicBezTo>
                    <a:pt x="0" y="16"/>
                    <a:pt x="17" y="40"/>
                    <a:pt x="17" y="49"/>
                  </a:cubicBezTo>
                  <a:cubicBezTo>
                    <a:pt x="17" y="49"/>
                    <a:pt x="30" y="18"/>
                    <a:pt x="30" y="7"/>
                  </a:cubicBezTo>
                  <a:cubicBezTo>
                    <a:pt x="30" y="7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28">
              <a:extLst>
                <a:ext uri="{FF2B5EF4-FFF2-40B4-BE49-F238E27FC236}">
                  <a16:creationId xmlns:a16="http://schemas.microsoft.com/office/drawing/2014/main" id="{B18301EA-6113-4B2B-8ACB-1B95BEA4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369" y="3531166"/>
              <a:ext cx="94839" cy="150703"/>
            </a:xfrm>
            <a:custGeom>
              <a:avLst/>
              <a:gdLst>
                <a:gd name="T0" fmla="*/ 21 w 31"/>
                <a:gd name="T1" fmla="*/ 0 h 49"/>
                <a:gd name="T2" fmla="*/ 31 w 31"/>
                <a:gd name="T3" fmla="*/ 16 h 49"/>
                <a:gd name="T4" fmla="*/ 14 w 31"/>
                <a:gd name="T5" fmla="*/ 49 h 49"/>
                <a:gd name="T6" fmla="*/ 0 w 31"/>
                <a:gd name="T7" fmla="*/ 7 h 49"/>
                <a:gd name="T8" fmla="*/ 21 w 31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49">
                  <a:moveTo>
                    <a:pt x="21" y="0"/>
                  </a:moveTo>
                  <a:cubicBezTo>
                    <a:pt x="21" y="0"/>
                    <a:pt x="15" y="6"/>
                    <a:pt x="31" y="16"/>
                  </a:cubicBezTo>
                  <a:cubicBezTo>
                    <a:pt x="31" y="16"/>
                    <a:pt x="13" y="40"/>
                    <a:pt x="14" y="49"/>
                  </a:cubicBezTo>
                  <a:cubicBezTo>
                    <a:pt x="14" y="49"/>
                    <a:pt x="0" y="18"/>
                    <a:pt x="0" y="7"/>
                  </a:cubicBezTo>
                  <a:cubicBezTo>
                    <a:pt x="0" y="7"/>
                    <a:pt x="19" y="1"/>
                    <a:pt x="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29">
              <a:extLst>
                <a:ext uri="{FF2B5EF4-FFF2-40B4-BE49-F238E27FC236}">
                  <a16:creationId xmlns:a16="http://schemas.microsoft.com/office/drawing/2014/main" id="{B3BDA65D-D072-4E17-948A-9BECC29A4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207" y="3580534"/>
              <a:ext cx="83146" cy="71454"/>
            </a:xfrm>
            <a:custGeom>
              <a:avLst/>
              <a:gdLst>
                <a:gd name="T0" fmla="*/ 64 w 64"/>
                <a:gd name="T1" fmla="*/ 0 h 55"/>
                <a:gd name="T2" fmla="*/ 0 w 64"/>
                <a:gd name="T3" fmla="*/ 0 h 55"/>
                <a:gd name="T4" fmla="*/ 0 w 64"/>
                <a:gd name="T5" fmla="*/ 33 h 55"/>
                <a:gd name="T6" fmla="*/ 14 w 64"/>
                <a:gd name="T7" fmla="*/ 55 h 55"/>
                <a:gd name="T8" fmla="*/ 45 w 64"/>
                <a:gd name="T9" fmla="*/ 55 h 55"/>
                <a:gd name="T10" fmla="*/ 64 w 64"/>
                <a:gd name="T11" fmla="*/ 33 h 55"/>
                <a:gd name="T12" fmla="*/ 64 w 64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55">
                  <a:moveTo>
                    <a:pt x="64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14" y="55"/>
                  </a:lnTo>
                  <a:lnTo>
                    <a:pt x="45" y="55"/>
                  </a:lnTo>
                  <a:lnTo>
                    <a:pt x="64" y="3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02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30">
              <a:extLst>
                <a:ext uri="{FF2B5EF4-FFF2-40B4-BE49-F238E27FC236}">
                  <a16:creationId xmlns:a16="http://schemas.microsoft.com/office/drawing/2014/main" id="{FEBC14B3-0806-4B3F-8028-5EF0108C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207" y="3651988"/>
              <a:ext cx="83146" cy="270226"/>
            </a:xfrm>
            <a:custGeom>
              <a:avLst/>
              <a:gdLst>
                <a:gd name="T0" fmla="*/ 45 w 64"/>
                <a:gd name="T1" fmla="*/ 0 h 208"/>
                <a:gd name="T2" fmla="*/ 64 w 64"/>
                <a:gd name="T3" fmla="*/ 208 h 208"/>
                <a:gd name="T4" fmla="*/ 0 w 64"/>
                <a:gd name="T5" fmla="*/ 208 h 208"/>
                <a:gd name="T6" fmla="*/ 14 w 64"/>
                <a:gd name="T7" fmla="*/ 0 h 208"/>
                <a:gd name="T8" fmla="*/ 45 w 64"/>
                <a:gd name="T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208">
                  <a:moveTo>
                    <a:pt x="45" y="0"/>
                  </a:moveTo>
                  <a:lnTo>
                    <a:pt x="64" y="208"/>
                  </a:lnTo>
                  <a:lnTo>
                    <a:pt x="0" y="208"/>
                  </a:lnTo>
                  <a:lnTo>
                    <a:pt x="14" y="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C02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7" name="Rectangle: Rounded Corners 96">
            <a:extLst>
              <a:ext uri="{FF2B5EF4-FFF2-40B4-BE49-F238E27FC236}">
                <a16:creationId xmlns:a16="http://schemas.microsoft.com/office/drawing/2014/main" id="{31544632-20E2-4068-BD95-4E3CD121387C}"/>
              </a:ext>
            </a:extLst>
          </p:cNvPr>
          <p:cNvSpPr/>
          <p:nvPr/>
        </p:nvSpPr>
        <p:spPr>
          <a:xfrm rot="5400000">
            <a:off x="8001819" y="2755398"/>
            <a:ext cx="2884643" cy="2870286"/>
          </a:xfrm>
          <a:prstGeom prst="roundRect">
            <a:avLst>
              <a:gd name="adj" fmla="val 4570"/>
            </a:avLst>
          </a:prstGeom>
          <a:solidFill>
            <a:schemeClr val="bg1">
              <a:alpha val="5000"/>
            </a:schemeClr>
          </a:solidFill>
          <a:ln>
            <a:noFill/>
          </a:ln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432D2C9C-15D7-4213-86F1-493F93A50B66}"/>
              </a:ext>
            </a:extLst>
          </p:cNvPr>
          <p:cNvSpPr/>
          <p:nvPr/>
        </p:nvSpPr>
        <p:spPr>
          <a:xfrm>
            <a:off x="8751740" y="3641981"/>
            <a:ext cx="1356598" cy="691256"/>
          </a:xfrm>
          <a:custGeom>
            <a:avLst/>
            <a:gdLst>
              <a:gd name="connsiteX0" fmla="*/ 1585101 w 3170203"/>
              <a:gd name="connsiteY0" fmla="*/ 0 h 3170204"/>
              <a:gd name="connsiteX1" fmla="*/ 1739999 w 3170203"/>
              <a:gd name="connsiteY1" fmla="*/ 64161 h 3170204"/>
              <a:gd name="connsiteX2" fmla="*/ 3106042 w 3170203"/>
              <a:gd name="connsiteY2" fmla="*/ 1430204 h 3170204"/>
              <a:gd name="connsiteX3" fmla="*/ 3106042 w 3170203"/>
              <a:gd name="connsiteY3" fmla="*/ 1740000 h 3170204"/>
              <a:gd name="connsiteX4" fmla="*/ 1739999 w 3170203"/>
              <a:gd name="connsiteY4" fmla="*/ 3106043 h 3170204"/>
              <a:gd name="connsiteX5" fmla="*/ 1430203 w 3170203"/>
              <a:gd name="connsiteY5" fmla="*/ 3106043 h 3170204"/>
              <a:gd name="connsiteX6" fmla="*/ 64160 w 3170203"/>
              <a:gd name="connsiteY6" fmla="*/ 1740000 h 3170204"/>
              <a:gd name="connsiteX7" fmla="*/ 64160 w 3170203"/>
              <a:gd name="connsiteY7" fmla="*/ 1430204 h 3170204"/>
              <a:gd name="connsiteX8" fmla="*/ 1430203 w 3170203"/>
              <a:gd name="connsiteY8" fmla="*/ 64161 h 3170204"/>
              <a:gd name="connsiteX9" fmla="*/ 1585101 w 3170203"/>
              <a:gd name="connsiteY9" fmla="*/ 0 h 317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70203" h="3170204">
                <a:moveTo>
                  <a:pt x="1585101" y="0"/>
                </a:moveTo>
                <a:cubicBezTo>
                  <a:pt x="1641163" y="0"/>
                  <a:pt x="1697225" y="21387"/>
                  <a:pt x="1739999" y="64161"/>
                </a:cubicBezTo>
                <a:lnTo>
                  <a:pt x="3106042" y="1430204"/>
                </a:lnTo>
                <a:cubicBezTo>
                  <a:pt x="3191590" y="1515752"/>
                  <a:pt x="3191590" y="1654452"/>
                  <a:pt x="3106042" y="1740000"/>
                </a:cubicBezTo>
                <a:lnTo>
                  <a:pt x="1739999" y="3106043"/>
                </a:lnTo>
                <a:cubicBezTo>
                  <a:pt x="1654451" y="3191591"/>
                  <a:pt x="1515751" y="3191591"/>
                  <a:pt x="1430203" y="3106043"/>
                </a:cubicBezTo>
                <a:lnTo>
                  <a:pt x="64160" y="1740000"/>
                </a:lnTo>
                <a:cubicBezTo>
                  <a:pt x="-21387" y="1654452"/>
                  <a:pt x="-21387" y="1515752"/>
                  <a:pt x="64160" y="1430204"/>
                </a:cubicBezTo>
                <a:lnTo>
                  <a:pt x="1430203" y="64161"/>
                </a:lnTo>
                <a:cubicBezTo>
                  <a:pt x="1472977" y="21387"/>
                  <a:pt x="1529039" y="0"/>
                  <a:pt x="1585101" y="0"/>
                </a:cubicBezTo>
                <a:close/>
              </a:path>
            </a:pathLst>
          </a:custGeom>
          <a:gradFill flip="none" rotWithShape="1">
            <a:gsLst>
              <a:gs pos="99000">
                <a:schemeClr val="accent3"/>
              </a:gs>
              <a:gs pos="0">
                <a:schemeClr val="accent3">
                  <a:alpha val="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C22FEC04-EC5B-4C1C-8C6E-E1215902C860}"/>
              </a:ext>
            </a:extLst>
          </p:cNvPr>
          <p:cNvSpPr/>
          <p:nvPr/>
        </p:nvSpPr>
        <p:spPr>
          <a:xfrm>
            <a:off x="8963568" y="3325693"/>
            <a:ext cx="941548" cy="1007544"/>
          </a:xfrm>
          <a:custGeom>
            <a:avLst/>
            <a:gdLst>
              <a:gd name="connsiteX0" fmla="*/ 0 w 1874520"/>
              <a:gd name="connsiteY0" fmla="*/ 0 h 2230152"/>
              <a:gd name="connsiteX1" fmla="*/ 1874520 w 1874520"/>
              <a:gd name="connsiteY1" fmla="*/ 0 h 2230152"/>
              <a:gd name="connsiteX2" fmla="*/ 1874520 w 1874520"/>
              <a:gd name="connsiteY2" fmla="*/ 1133878 h 2230152"/>
              <a:gd name="connsiteX3" fmla="*/ 1874520 w 1874520"/>
              <a:gd name="connsiteY3" fmla="*/ 1796363 h 2230152"/>
              <a:gd name="connsiteX4" fmla="*/ 1083977 w 1874520"/>
              <a:gd name="connsiteY4" fmla="*/ 2199186 h 2230152"/>
              <a:gd name="connsiteX5" fmla="*/ 790543 w 1874520"/>
              <a:gd name="connsiteY5" fmla="*/ 2199186 h 2230152"/>
              <a:gd name="connsiteX6" fmla="*/ 0 w 1874520"/>
              <a:gd name="connsiteY6" fmla="*/ 1796363 h 2230152"/>
              <a:gd name="connsiteX7" fmla="*/ 0 w 1874520"/>
              <a:gd name="connsiteY7" fmla="*/ 1133879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95250 w 1969770"/>
              <a:gd name="connsiteY7" fmla="*/ 1133879 h 2230152"/>
              <a:gd name="connsiteX8" fmla="*/ 0 w 1969770"/>
              <a:gd name="connsiteY8" fmla="*/ 0 h 2230152"/>
              <a:gd name="connsiteX0" fmla="*/ 0 w 1969770"/>
              <a:gd name="connsiteY0" fmla="*/ 0 h 2230152"/>
              <a:gd name="connsiteX1" fmla="*/ 1969770 w 1969770"/>
              <a:gd name="connsiteY1" fmla="*/ 0 h 2230152"/>
              <a:gd name="connsiteX2" fmla="*/ 1969770 w 1969770"/>
              <a:gd name="connsiteY2" fmla="*/ 1133878 h 2230152"/>
              <a:gd name="connsiteX3" fmla="*/ 1969770 w 1969770"/>
              <a:gd name="connsiteY3" fmla="*/ 1796363 h 2230152"/>
              <a:gd name="connsiteX4" fmla="*/ 1179227 w 1969770"/>
              <a:gd name="connsiteY4" fmla="*/ 2199186 h 2230152"/>
              <a:gd name="connsiteX5" fmla="*/ 885793 w 1969770"/>
              <a:gd name="connsiteY5" fmla="*/ 2199186 h 2230152"/>
              <a:gd name="connsiteX6" fmla="*/ 95250 w 1969770"/>
              <a:gd name="connsiteY6" fmla="*/ 1796363 h 2230152"/>
              <a:gd name="connsiteX7" fmla="*/ 0 w 19697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133878 h 2230152"/>
              <a:gd name="connsiteX3" fmla="*/ 1969770 w 2084070"/>
              <a:gd name="connsiteY3" fmla="*/ 1796363 h 2230152"/>
              <a:gd name="connsiteX4" fmla="*/ 1179227 w 2084070"/>
              <a:gd name="connsiteY4" fmla="*/ 2199186 h 2230152"/>
              <a:gd name="connsiteX5" fmla="*/ 885793 w 2084070"/>
              <a:gd name="connsiteY5" fmla="*/ 2199186 h 2230152"/>
              <a:gd name="connsiteX6" fmla="*/ 95250 w 2084070"/>
              <a:gd name="connsiteY6" fmla="*/ 1796363 h 2230152"/>
              <a:gd name="connsiteX7" fmla="*/ 0 w 2084070"/>
              <a:gd name="connsiteY7" fmla="*/ 0 h 2230152"/>
              <a:gd name="connsiteX0" fmla="*/ 0 w 2084070"/>
              <a:gd name="connsiteY0" fmla="*/ 0 h 2230152"/>
              <a:gd name="connsiteX1" fmla="*/ 2084070 w 2084070"/>
              <a:gd name="connsiteY1" fmla="*/ 0 h 2230152"/>
              <a:gd name="connsiteX2" fmla="*/ 1969770 w 2084070"/>
              <a:gd name="connsiteY2" fmla="*/ 1796363 h 2230152"/>
              <a:gd name="connsiteX3" fmla="*/ 1179227 w 2084070"/>
              <a:gd name="connsiteY3" fmla="*/ 2199186 h 2230152"/>
              <a:gd name="connsiteX4" fmla="*/ 885793 w 2084070"/>
              <a:gd name="connsiteY4" fmla="*/ 2199186 h 2230152"/>
              <a:gd name="connsiteX5" fmla="*/ 95250 w 2084070"/>
              <a:gd name="connsiteY5" fmla="*/ 1796363 h 2230152"/>
              <a:gd name="connsiteX6" fmla="*/ 0 w 2084070"/>
              <a:gd name="connsiteY6" fmla="*/ 0 h 2230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84070" h="2230152">
                <a:moveTo>
                  <a:pt x="0" y="0"/>
                </a:moveTo>
                <a:lnTo>
                  <a:pt x="2084070" y="0"/>
                </a:lnTo>
                <a:lnTo>
                  <a:pt x="1969770" y="1796363"/>
                </a:lnTo>
                <a:lnTo>
                  <a:pt x="1179227" y="2199186"/>
                </a:lnTo>
                <a:cubicBezTo>
                  <a:pt x="1098197" y="2240474"/>
                  <a:pt x="966823" y="2240474"/>
                  <a:pt x="885793" y="2199186"/>
                </a:cubicBezTo>
                <a:lnTo>
                  <a:pt x="95250" y="1796363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35442">
                <a:srgbClr val="FFFFFF">
                  <a:alpha val="3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45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B536A3D3-8407-4D41-A401-90DFCD47D70F}"/>
              </a:ext>
            </a:extLst>
          </p:cNvPr>
          <p:cNvSpPr/>
          <p:nvPr/>
        </p:nvSpPr>
        <p:spPr>
          <a:xfrm>
            <a:off x="8001429" y="4392703"/>
            <a:ext cx="2885422" cy="5586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family.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BAE3B1B6-0741-4657-A24D-EF2A65B78EE2}"/>
              </a:ext>
            </a:extLst>
          </p:cNvPr>
          <p:cNvSpPr/>
          <p:nvPr/>
        </p:nvSpPr>
        <p:spPr>
          <a:xfrm>
            <a:off x="8001429" y="2931508"/>
            <a:ext cx="2885422" cy="431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Kids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8A76D3EF-08FF-4AA6-9A5B-67B09E828C43}"/>
              </a:ext>
            </a:extLst>
          </p:cNvPr>
          <p:cNvGrpSpPr/>
          <p:nvPr/>
        </p:nvGrpSpPr>
        <p:grpSpPr>
          <a:xfrm>
            <a:off x="9232542" y="3603133"/>
            <a:ext cx="394994" cy="393464"/>
            <a:chOff x="4323939" y="4397708"/>
            <a:chExt cx="670369" cy="667772"/>
          </a:xfrm>
        </p:grpSpPr>
        <p:sp>
          <p:nvSpPr>
            <p:cNvPr id="51" name="Oval 392">
              <a:extLst>
                <a:ext uri="{FF2B5EF4-FFF2-40B4-BE49-F238E27FC236}">
                  <a16:creationId xmlns:a16="http://schemas.microsoft.com/office/drawing/2014/main" id="{8E920599-6831-4CF9-81C2-3AE194016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939" y="4397708"/>
              <a:ext cx="670369" cy="66777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81">
              <a:extLst>
                <a:ext uri="{FF2B5EF4-FFF2-40B4-BE49-F238E27FC236}">
                  <a16:creationId xmlns:a16="http://schemas.microsoft.com/office/drawing/2014/main" id="{4039A699-509D-43DF-B531-3AB15C202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958" y="4951152"/>
              <a:ext cx="427425" cy="114327"/>
            </a:xfrm>
            <a:custGeom>
              <a:avLst/>
              <a:gdLst>
                <a:gd name="connsiteX0" fmla="*/ 0 w 427425"/>
                <a:gd name="connsiteY0" fmla="*/ 0 h 114327"/>
                <a:gd name="connsiteX1" fmla="*/ 427425 w 427425"/>
                <a:gd name="connsiteY1" fmla="*/ 0 h 114327"/>
                <a:gd name="connsiteX2" fmla="*/ 427425 w 427425"/>
                <a:gd name="connsiteY2" fmla="*/ 31948 h 114327"/>
                <a:gd name="connsiteX3" fmla="*/ 396572 w 427425"/>
                <a:gd name="connsiteY3" fmla="*/ 57306 h 114327"/>
                <a:gd name="connsiteX4" fmla="*/ 276718 w 427425"/>
                <a:gd name="connsiteY4" fmla="*/ 107545 h 114327"/>
                <a:gd name="connsiteX5" fmla="*/ 209176 w 427425"/>
                <a:gd name="connsiteY5" fmla="*/ 114327 h 114327"/>
                <a:gd name="connsiteX6" fmla="*/ 209156 w 427425"/>
                <a:gd name="connsiteY6" fmla="*/ 114327 h 114327"/>
                <a:gd name="connsiteX7" fmla="*/ 141615 w 427425"/>
                <a:gd name="connsiteY7" fmla="*/ 107545 h 114327"/>
                <a:gd name="connsiteX8" fmla="*/ 21761 w 427425"/>
                <a:gd name="connsiteY8" fmla="*/ 57306 h 114327"/>
                <a:gd name="connsiteX9" fmla="*/ 0 w 427425"/>
                <a:gd name="connsiteY9" fmla="*/ 39421 h 11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7425" h="114327">
                  <a:moveTo>
                    <a:pt x="0" y="0"/>
                  </a:moveTo>
                  <a:lnTo>
                    <a:pt x="427425" y="0"/>
                  </a:lnTo>
                  <a:lnTo>
                    <a:pt x="427425" y="31948"/>
                  </a:lnTo>
                  <a:lnTo>
                    <a:pt x="396572" y="57306"/>
                  </a:lnTo>
                  <a:cubicBezTo>
                    <a:pt x="360908" y="81306"/>
                    <a:pt x="320357" y="98650"/>
                    <a:pt x="276718" y="107545"/>
                  </a:cubicBezTo>
                  <a:lnTo>
                    <a:pt x="209176" y="114327"/>
                  </a:lnTo>
                  <a:lnTo>
                    <a:pt x="209156" y="114327"/>
                  </a:lnTo>
                  <a:lnTo>
                    <a:pt x="141615" y="107545"/>
                  </a:lnTo>
                  <a:cubicBezTo>
                    <a:pt x="97975" y="98650"/>
                    <a:pt x="57425" y="81306"/>
                    <a:pt x="21761" y="57306"/>
                  </a:cubicBezTo>
                  <a:lnTo>
                    <a:pt x="0" y="39421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3" name="Freeform 483">
              <a:extLst>
                <a:ext uri="{FF2B5EF4-FFF2-40B4-BE49-F238E27FC236}">
                  <a16:creationId xmlns:a16="http://schemas.microsoft.com/office/drawing/2014/main" id="{9A3D3FB9-48A5-4654-8D86-BBA63B83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958" y="4833454"/>
              <a:ext cx="427425" cy="232026"/>
            </a:xfrm>
            <a:custGeom>
              <a:avLst/>
              <a:gdLst>
                <a:gd name="connsiteX0" fmla="*/ 135060 w 427425"/>
                <a:gd name="connsiteY0" fmla="*/ 88 h 232026"/>
                <a:gd name="connsiteX1" fmla="*/ 150675 w 427425"/>
                <a:gd name="connsiteY1" fmla="*/ 1720 h 232026"/>
                <a:gd name="connsiteX2" fmla="*/ 215250 w 427425"/>
                <a:gd name="connsiteY2" fmla="*/ 72347 h 232026"/>
                <a:gd name="connsiteX3" fmla="*/ 276750 w 427425"/>
                <a:gd name="connsiteY3" fmla="*/ 1720 h 232026"/>
                <a:gd name="connsiteX4" fmla="*/ 362850 w 427425"/>
                <a:gd name="connsiteY4" fmla="*/ 7861 h 232026"/>
                <a:gd name="connsiteX5" fmla="*/ 427425 w 427425"/>
                <a:gd name="connsiteY5" fmla="*/ 72347 h 232026"/>
                <a:gd name="connsiteX6" fmla="*/ 427425 w 427425"/>
                <a:gd name="connsiteY6" fmla="*/ 106125 h 232026"/>
                <a:gd name="connsiteX7" fmla="*/ 427425 w 427425"/>
                <a:gd name="connsiteY7" fmla="*/ 118408 h 232026"/>
                <a:gd name="connsiteX8" fmla="*/ 350550 w 427425"/>
                <a:gd name="connsiteY8" fmla="*/ 118408 h 232026"/>
                <a:gd name="connsiteX9" fmla="*/ 350550 w 427425"/>
                <a:gd name="connsiteY9" fmla="*/ 182894 h 232026"/>
                <a:gd name="connsiteX10" fmla="*/ 350550 w 427425"/>
                <a:gd name="connsiteY10" fmla="*/ 199886 h 232026"/>
                <a:gd name="connsiteX11" fmla="*/ 339636 w 427425"/>
                <a:gd name="connsiteY11" fmla="*/ 205788 h 232026"/>
                <a:gd name="connsiteX12" fmla="*/ 209166 w 427425"/>
                <a:gd name="connsiteY12" fmla="*/ 232026 h 232026"/>
                <a:gd name="connsiteX13" fmla="*/ 141615 w 427425"/>
                <a:gd name="connsiteY13" fmla="*/ 225243 h 232026"/>
                <a:gd name="connsiteX14" fmla="*/ 79950 w 427425"/>
                <a:gd name="connsiteY14" fmla="*/ 206175 h 232026"/>
                <a:gd name="connsiteX15" fmla="*/ 79950 w 427425"/>
                <a:gd name="connsiteY15" fmla="*/ 203622 h 232026"/>
                <a:gd name="connsiteX16" fmla="*/ 79950 w 427425"/>
                <a:gd name="connsiteY16" fmla="*/ 182894 h 232026"/>
                <a:gd name="connsiteX17" fmla="*/ 79950 w 427425"/>
                <a:gd name="connsiteY17" fmla="*/ 118408 h 232026"/>
                <a:gd name="connsiteX18" fmla="*/ 0 w 427425"/>
                <a:gd name="connsiteY18" fmla="*/ 118408 h 232026"/>
                <a:gd name="connsiteX19" fmla="*/ 0 w 427425"/>
                <a:gd name="connsiteY19" fmla="*/ 106125 h 232026"/>
                <a:gd name="connsiteX20" fmla="*/ 0 w 427425"/>
                <a:gd name="connsiteY20" fmla="*/ 72347 h 232026"/>
                <a:gd name="connsiteX21" fmla="*/ 64575 w 427425"/>
                <a:gd name="connsiteY21" fmla="*/ 7861 h 232026"/>
                <a:gd name="connsiteX22" fmla="*/ 135060 w 427425"/>
                <a:gd name="connsiteY22" fmla="*/ 88 h 232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7425" h="232026">
                  <a:moveTo>
                    <a:pt x="135060" y="88"/>
                  </a:moveTo>
                  <a:cubicBezTo>
                    <a:pt x="142603" y="-199"/>
                    <a:pt x="148369" y="184"/>
                    <a:pt x="150675" y="1720"/>
                  </a:cubicBezTo>
                  <a:cubicBezTo>
                    <a:pt x="172200" y="10932"/>
                    <a:pt x="215250" y="47781"/>
                    <a:pt x="215250" y="72347"/>
                  </a:cubicBezTo>
                  <a:cubicBezTo>
                    <a:pt x="215250" y="47781"/>
                    <a:pt x="258300" y="10932"/>
                    <a:pt x="276750" y="1720"/>
                  </a:cubicBezTo>
                  <a:cubicBezTo>
                    <a:pt x="285975" y="-4422"/>
                    <a:pt x="350550" y="7861"/>
                    <a:pt x="362850" y="7861"/>
                  </a:cubicBezTo>
                  <a:cubicBezTo>
                    <a:pt x="399750" y="7861"/>
                    <a:pt x="427425" y="38569"/>
                    <a:pt x="427425" y="72347"/>
                  </a:cubicBezTo>
                  <a:cubicBezTo>
                    <a:pt x="427425" y="106125"/>
                    <a:pt x="427425" y="106125"/>
                    <a:pt x="427425" y="106125"/>
                  </a:cubicBezTo>
                  <a:cubicBezTo>
                    <a:pt x="427425" y="118408"/>
                    <a:pt x="427425" y="118408"/>
                    <a:pt x="427425" y="118408"/>
                  </a:cubicBezTo>
                  <a:cubicBezTo>
                    <a:pt x="350550" y="118408"/>
                    <a:pt x="350550" y="118408"/>
                    <a:pt x="350550" y="118408"/>
                  </a:cubicBezTo>
                  <a:cubicBezTo>
                    <a:pt x="350550" y="182894"/>
                    <a:pt x="350550" y="182894"/>
                    <a:pt x="350550" y="182894"/>
                  </a:cubicBezTo>
                  <a:lnTo>
                    <a:pt x="350550" y="199886"/>
                  </a:lnTo>
                  <a:lnTo>
                    <a:pt x="339636" y="205788"/>
                  </a:lnTo>
                  <a:cubicBezTo>
                    <a:pt x="299535" y="222683"/>
                    <a:pt x="255446" y="232026"/>
                    <a:pt x="209166" y="232026"/>
                  </a:cubicBezTo>
                  <a:cubicBezTo>
                    <a:pt x="186026" y="232026"/>
                    <a:pt x="163434" y="229691"/>
                    <a:pt x="141615" y="225243"/>
                  </a:cubicBezTo>
                  <a:lnTo>
                    <a:pt x="79950" y="206175"/>
                  </a:lnTo>
                  <a:lnTo>
                    <a:pt x="79950" y="203622"/>
                  </a:lnTo>
                  <a:cubicBezTo>
                    <a:pt x="79950" y="182894"/>
                    <a:pt x="79950" y="182894"/>
                    <a:pt x="79950" y="182894"/>
                  </a:cubicBezTo>
                  <a:cubicBezTo>
                    <a:pt x="79950" y="118408"/>
                    <a:pt x="79950" y="118408"/>
                    <a:pt x="79950" y="118408"/>
                  </a:cubicBezTo>
                  <a:cubicBezTo>
                    <a:pt x="0" y="118408"/>
                    <a:pt x="0" y="118408"/>
                    <a:pt x="0" y="118408"/>
                  </a:cubicBezTo>
                  <a:cubicBezTo>
                    <a:pt x="0" y="106125"/>
                    <a:pt x="0" y="106125"/>
                    <a:pt x="0" y="106125"/>
                  </a:cubicBezTo>
                  <a:cubicBezTo>
                    <a:pt x="0" y="72347"/>
                    <a:pt x="0" y="72347"/>
                    <a:pt x="0" y="72347"/>
                  </a:cubicBezTo>
                  <a:cubicBezTo>
                    <a:pt x="0" y="38569"/>
                    <a:pt x="30750" y="7861"/>
                    <a:pt x="64575" y="7861"/>
                  </a:cubicBezTo>
                  <a:cubicBezTo>
                    <a:pt x="73800" y="7861"/>
                    <a:pt x="112430" y="952"/>
                    <a:pt x="135060" y="88"/>
                  </a:cubicBezTo>
                  <a:close/>
                </a:path>
              </a:pathLst>
            </a:custGeom>
            <a:solidFill>
              <a:srgbClr val="8B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4" name="Freeform 386">
              <a:extLst>
                <a:ext uri="{FF2B5EF4-FFF2-40B4-BE49-F238E27FC236}">
                  <a16:creationId xmlns:a16="http://schemas.microsoft.com/office/drawing/2014/main" id="{42B34192-F718-4E14-8472-F3450375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883" y="4741987"/>
              <a:ext cx="196173" cy="179285"/>
            </a:xfrm>
            <a:custGeom>
              <a:avLst/>
              <a:gdLst>
                <a:gd name="T0" fmla="*/ 17 w 64"/>
                <a:gd name="T1" fmla="*/ 0 h 58"/>
                <a:gd name="T2" fmla="*/ 46 w 64"/>
                <a:gd name="T3" fmla="*/ 0 h 58"/>
                <a:gd name="T4" fmla="*/ 64 w 64"/>
                <a:gd name="T5" fmla="*/ 31 h 58"/>
                <a:gd name="T6" fmla="*/ 32 w 64"/>
                <a:gd name="T7" fmla="*/ 54 h 58"/>
                <a:gd name="T8" fmla="*/ 0 w 64"/>
                <a:gd name="T9" fmla="*/ 31 h 58"/>
                <a:gd name="T10" fmla="*/ 17 w 64"/>
                <a:gd name="T1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58">
                  <a:moveTo>
                    <a:pt x="1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29"/>
                    <a:pt x="64" y="31"/>
                    <a:pt x="64" y="31"/>
                  </a:cubicBezTo>
                  <a:cubicBezTo>
                    <a:pt x="64" y="58"/>
                    <a:pt x="32" y="54"/>
                    <a:pt x="32" y="54"/>
                  </a:cubicBezTo>
                  <a:cubicBezTo>
                    <a:pt x="32" y="54"/>
                    <a:pt x="0" y="58"/>
                    <a:pt x="0" y="31"/>
                  </a:cubicBezTo>
                  <a:cubicBezTo>
                    <a:pt x="0" y="31"/>
                    <a:pt x="17" y="29"/>
                    <a:pt x="17" y="0"/>
                  </a:cubicBez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87">
              <a:extLst>
                <a:ext uri="{FF2B5EF4-FFF2-40B4-BE49-F238E27FC236}">
                  <a16:creationId xmlns:a16="http://schemas.microsoft.com/office/drawing/2014/main" id="{85B3B9A6-2C37-4BE2-91AF-70D29B7D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271" y="4647148"/>
              <a:ext cx="29880" cy="55864"/>
            </a:xfrm>
            <a:custGeom>
              <a:avLst/>
              <a:gdLst>
                <a:gd name="T0" fmla="*/ 0 w 10"/>
                <a:gd name="T1" fmla="*/ 13 h 18"/>
                <a:gd name="T2" fmla="*/ 3 w 10"/>
                <a:gd name="T3" fmla="*/ 18 h 18"/>
                <a:gd name="T4" fmla="*/ 8 w 10"/>
                <a:gd name="T5" fmla="*/ 15 h 18"/>
                <a:gd name="T6" fmla="*/ 10 w 10"/>
                <a:gd name="T7" fmla="*/ 5 h 18"/>
                <a:gd name="T8" fmla="*/ 7 w 10"/>
                <a:gd name="T9" fmla="*/ 0 h 18"/>
                <a:gd name="T10" fmla="*/ 2 w 10"/>
                <a:gd name="T11" fmla="*/ 3 h 18"/>
                <a:gd name="T12" fmla="*/ 0 w 10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8">
                  <a:moveTo>
                    <a:pt x="0" y="13"/>
                  </a:moveTo>
                  <a:cubicBezTo>
                    <a:pt x="0" y="15"/>
                    <a:pt x="1" y="17"/>
                    <a:pt x="3" y="18"/>
                  </a:cubicBezTo>
                  <a:cubicBezTo>
                    <a:pt x="5" y="18"/>
                    <a:pt x="7" y="17"/>
                    <a:pt x="8" y="1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3"/>
                    <a:pt x="9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388">
              <a:extLst>
                <a:ext uri="{FF2B5EF4-FFF2-40B4-BE49-F238E27FC236}">
                  <a16:creationId xmlns:a16="http://schemas.microsoft.com/office/drawing/2014/main" id="{36D701C0-F9E2-414D-9BCC-E7A21E08E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789" y="4647148"/>
              <a:ext cx="31179" cy="55864"/>
            </a:xfrm>
            <a:custGeom>
              <a:avLst/>
              <a:gdLst>
                <a:gd name="T0" fmla="*/ 10 w 10"/>
                <a:gd name="T1" fmla="*/ 13 h 18"/>
                <a:gd name="T2" fmla="*/ 7 w 10"/>
                <a:gd name="T3" fmla="*/ 18 h 18"/>
                <a:gd name="T4" fmla="*/ 2 w 10"/>
                <a:gd name="T5" fmla="*/ 15 h 18"/>
                <a:gd name="T6" fmla="*/ 0 w 10"/>
                <a:gd name="T7" fmla="*/ 5 h 18"/>
                <a:gd name="T8" fmla="*/ 3 w 10"/>
                <a:gd name="T9" fmla="*/ 0 h 18"/>
                <a:gd name="T10" fmla="*/ 8 w 10"/>
                <a:gd name="T11" fmla="*/ 3 h 18"/>
                <a:gd name="T12" fmla="*/ 10 w 10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8">
                  <a:moveTo>
                    <a:pt x="10" y="13"/>
                  </a:moveTo>
                  <a:cubicBezTo>
                    <a:pt x="10" y="15"/>
                    <a:pt x="9" y="17"/>
                    <a:pt x="7" y="18"/>
                  </a:cubicBezTo>
                  <a:cubicBezTo>
                    <a:pt x="5" y="18"/>
                    <a:pt x="3" y="17"/>
                    <a:pt x="2" y="1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ED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89">
              <a:extLst>
                <a:ext uri="{FF2B5EF4-FFF2-40B4-BE49-F238E27FC236}">
                  <a16:creationId xmlns:a16="http://schemas.microsoft.com/office/drawing/2014/main" id="{E226C8AC-7CA5-4EEA-96AF-B6F1C9E4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285" y="4489949"/>
              <a:ext cx="198772" cy="285816"/>
            </a:xfrm>
            <a:custGeom>
              <a:avLst/>
              <a:gdLst>
                <a:gd name="T0" fmla="*/ 33 w 65"/>
                <a:gd name="T1" fmla="*/ 93 h 93"/>
                <a:gd name="T2" fmla="*/ 58 w 65"/>
                <a:gd name="T3" fmla="*/ 75 h 93"/>
                <a:gd name="T4" fmla="*/ 56 w 65"/>
                <a:gd name="T5" fmla="*/ 11 h 93"/>
                <a:gd name="T6" fmla="*/ 33 w 65"/>
                <a:gd name="T7" fmla="*/ 1 h 93"/>
                <a:gd name="T8" fmla="*/ 9 w 65"/>
                <a:gd name="T9" fmla="*/ 11 h 93"/>
                <a:gd name="T10" fmla="*/ 7 w 65"/>
                <a:gd name="T11" fmla="*/ 75 h 93"/>
                <a:gd name="T12" fmla="*/ 33 w 65"/>
                <a:gd name="T13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3">
                  <a:moveTo>
                    <a:pt x="33" y="93"/>
                  </a:moveTo>
                  <a:cubicBezTo>
                    <a:pt x="45" y="93"/>
                    <a:pt x="54" y="83"/>
                    <a:pt x="58" y="75"/>
                  </a:cubicBezTo>
                  <a:cubicBezTo>
                    <a:pt x="62" y="67"/>
                    <a:pt x="65" y="23"/>
                    <a:pt x="56" y="11"/>
                  </a:cubicBezTo>
                  <a:cubicBezTo>
                    <a:pt x="48" y="0"/>
                    <a:pt x="33" y="1"/>
                    <a:pt x="33" y="1"/>
                  </a:cubicBezTo>
                  <a:cubicBezTo>
                    <a:pt x="33" y="1"/>
                    <a:pt x="18" y="0"/>
                    <a:pt x="9" y="11"/>
                  </a:cubicBezTo>
                  <a:cubicBezTo>
                    <a:pt x="0" y="23"/>
                    <a:pt x="3" y="67"/>
                    <a:pt x="7" y="75"/>
                  </a:cubicBezTo>
                  <a:cubicBezTo>
                    <a:pt x="11" y="83"/>
                    <a:pt x="21" y="93"/>
                    <a:pt x="33" y="93"/>
                  </a:cubicBezTo>
                  <a:close/>
                </a:path>
              </a:pathLst>
            </a:custGeom>
            <a:solidFill>
              <a:srgbClr val="FC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90">
              <a:extLst>
                <a:ext uri="{FF2B5EF4-FFF2-40B4-BE49-F238E27FC236}">
                  <a16:creationId xmlns:a16="http://schemas.microsoft.com/office/drawing/2014/main" id="{4CCD5BCC-7B49-42EF-BD49-37990871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797" y="4435385"/>
              <a:ext cx="224756" cy="211764"/>
            </a:xfrm>
            <a:custGeom>
              <a:avLst/>
              <a:gdLst>
                <a:gd name="T0" fmla="*/ 9 w 73"/>
                <a:gd name="T1" fmla="*/ 69 h 69"/>
                <a:gd name="T2" fmla="*/ 18 w 73"/>
                <a:gd name="T3" fmla="*/ 41 h 69"/>
                <a:gd name="T4" fmla="*/ 51 w 73"/>
                <a:gd name="T5" fmla="*/ 36 h 69"/>
                <a:gd name="T6" fmla="*/ 62 w 73"/>
                <a:gd name="T7" fmla="*/ 43 h 69"/>
                <a:gd name="T8" fmla="*/ 68 w 73"/>
                <a:gd name="T9" fmla="*/ 69 h 69"/>
                <a:gd name="T10" fmla="*/ 66 w 73"/>
                <a:gd name="T11" fmla="*/ 25 h 69"/>
                <a:gd name="T12" fmla="*/ 67 w 73"/>
                <a:gd name="T13" fmla="*/ 12 h 69"/>
                <a:gd name="T14" fmla="*/ 61 w 73"/>
                <a:gd name="T15" fmla="*/ 19 h 69"/>
                <a:gd name="T16" fmla="*/ 62 w 73"/>
                <a:gd name="T17" fmla="*/ 0 h 69"/>
                <a:gd name="T18" fmla="*/ 51 w 73"/>
                <a:gd name="T19" fmla="*/ 17 h 69"/>
                <a:gd name="T20" fmla="*/ 54 w 73"/>
                <a:gd name="T21" fmla="*/ 3 h 69"/>
                <a:gd name="T22" fmla="*/ 34 w 73"/>
                <a:gd name="T23" fmla="*/ 15 h 69"/>
                <a:gd name="T24" fmla="*/ 9 w 73"/>
                <a:gd name="T2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69">
                  <a:moveTo>
                    <a:pt x="9" y="69"/>
                  </a:moveTo>
                  <a:cubicBezTo>
                    <a:pt x="9" y="69"/>
                    <a:pt x="16" y="49"/>
                    <a:pt x="18" y="41"/>
                  </a:cubicBezTo>
                  <a:cubicBezTo>
                    <a:pt x="18" y="41"/>
                    <a:pt x="36" y="43"/>
                    <a:pt x="51" y="36"/>
                  </a:cubicBezTo>
                  <a:cubicBezTo>
                    <a:pt x="51" y="36"/>
                    <a:pt x="57" y="42"/>
                    <a:pt x="62" y="43"/>
                  </a:cubicBezTo>
                  <a:cubicBezTo>
                    <a:pt x="62" y="43"/>
                    <a:pt x="64" y="62"/>
                    <a:pt x="68" y="69"/>
                  </a:cubicBezTo>
                  <a:cubicBezTo>
                    <a:pt x="68" y="69"/>
                    <a:pt x="73" y="43"/>
                    <a:pt x="66" y="25"/>
                  </a:cubicBezTo>
                  <a:cubicBezTo>
                    <a:pt x="66" y="25"/>
                    <a:pt x="69" y="21"/>
                    <a:pt x="67" y="12"/>
                  </a:cubicBezTo>
                  <a:cubicBezTo>
                    <a:pt x="67" y="12"/>
                    <a:pt x="65" y="18"/>
                    <a:pt x="61" y="19"/>
                  </a:cubicBezTo>
                  <a:cubicBezTo>
                    <a:pt x="61" y="19"/>
                    <a:pt x="65" y="10"/>
                    <a:pt x="62" y="0"/>
                  </a:cubicBezTo>
                  <a:cubicBezTo>
                    <a:pt x="62" y="0"/>
                    <a:pt x="57" y="17"/>
                    <a:pt x="51" y="17"/>
                  </a:cubicBezTo>
                  <a:cubicBezTo>
                    <a:pt x="51" y="17"/>
                    <a:pt x="56" y="8"/>
                    <a:pt x="54" y="3"/>
                  </a:cubicBezTo>
                  <a:cubicBezTo>
                    <a:pt x="54" y="3"/>
                    <a:pt x="43" y="15"/>
                    <a:pt x="34" y="15"/>
                  </a:cubicBezTo>
                  <a:cubicBezTo>
                    <a:pt x="24" y="15"/>
                    <a:pt x="0" y="23"/>
                    <a:pt x="9" y="6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91">
              <a:extLst>
                <a:ext uri="{FF2B5EF4-FFF2-40B4-BE49-F238E27FC236}">
                  <a16:creationId xmlns:a16="http://schemas.microsoft.com/office/drawing/2014/main" id="{A28589D8-E027-44AA-BF1F-CEC76C92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072" y="4721200"/>
              <a:ext cx="157199" cy="54565"/>
            </a:xfrm>
            <a:custGeom>
              <a:avLst/>
              <a:gdLst>
                <a:gd name="T0" fmla="*/ 0 w 51"/>
                <a:gd name="T1" fmla="*/ 0 h 18"/>
                <a:gd name="T2" fmla="*/ 26 w 51"/>
                <a:gd name="T3" fmla="*/ 18 h 18"/>
                <a:gd name="T4" fmla="*/ 51 w 5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4" y="8"/>
                    <a:pt x="6" y="18"/>
                    <a:pt x="26" y="18"/>
                  </a:cubicBezTo>
                  <a:cubicBezTo>
                    <a:pt x="46" y="18"/>
                    <a:pt x="47" y="8"/>
                    <a:pt x="51" y="0"/>
                  </a:cubicBezTo>
                </a:path>
              </a:pathLst>
            </a:custGeom>
            <a:solidFill>
              <a:srgbClr val="FC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1" name="Rectangle 120">
            <a:extLst>
              <a:ext uri="{FF2B5EF4-FFF2-40B4-BE49-F238E27FC236}">
                <a16:creationId xmlns:a16="http://schemas.microsoft.com/office/drawing/2014/main" id="{491465AF-1A4E-4102-9ECF-71F597D1F5D5}"/>
              </a:ext>
            </a:extLst>
          </p:cNvPr>
          <p:cNvSpPr/>
          <p:nvPr/>
        </p:nvSpPr>
        <p:spPr>
          <a:xfrm>
            <a:off x="1492121" y="5232617"/>
            <a:ext cx="1343744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>
                    <a:alpha val="30000"/>
                  </a:schemeClr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Available</a:t>
            </a:r>
            <a:endParaRPr lang="id-ID" sz="1200" dirty="0">
              <a:solidFill>
                <a:schemeClr val="bg1">
                  <a:alpha val="30000"/>
                </a:schemeClr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C65D274B-9EED-47AA-BD74-96B0FAF348EC}"/>
              </a:ext>
            </a:extLst>
          </p:cNvPr>
          <p:cNvGrpSpPr/>
          <p:nvPr/>
        </p:nvGrpSpPr>
        <p:grpSpPr>
          <a:xfrm>
            <a:off x="3626885" y="5302717"/>
            <a:ext cx="376716" cy="178349"/>
            <a:chOff x="3341030" y="4685273"/>
            <a:chExt cx="657220" cy="311150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16315F24-C1D2-4FE1-A91D-575FF27A2B1E}"/>
                </a:ext>
              </a:extLst>
            </p:cNvPr>
            <p:cNvSpPr/>
            <p:nvPr/>
          </p:nvSpPr>
          <p:spPr>
            <a:xfrm>
              <a:off x="3341030" y="4751895"/>
              <a:ext cx="577654" cy="177906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9AC1799-49A2-4574-9F31-E96FC67A3F7E}"/>
                </a:ext>
              </a:extLst>
            </p:cNvPr>
            <p:cNvSpPr/>
            <p:nvPr/>
          </p:nvSpPr>
          <p:spPr>
            <a:xfrm>
              <a:off x="3687100" y="4685273"/>
              <a:ext cx="311150" cy="311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334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127" name="Rectangle 126">
            <a:extLst>
              <a:ext uri="{FF2B5EF4-FFF2-40B4-BE49-F238E27FC236}">
                <a16:creationId xmlns:a16="http://schemas.microsoft.com/office/drawing/2014/main" id="{4AA671F3-C674-4C0D-8277-22AC59EF0766}"/>
              </a:ext>
            </a:extLst>
          </p:cNvPr>
          <p:cNvSpPr/>
          <p:nvPr/>
        </p:nvSpPr>
        <p:spPr>
          <a:xfrm>
            <a:off x="4840260" y="5232617"/>
            <a:ext cx="1343744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>
                    <a:alpha val="30000"/>
                  </a:schemeClr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Available</a:t>
            </a:r>
            <a:endParaRPr lang="id-ID" sz="1200" dirty="0">
              <a:solidFill>
                <a:schemeClr val="bg1">
                  <a:alpha val="30000"/>
                </a:schemeClr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D612DFE0-62F0-42E1-AE56-178150F3BD61}"/>
              </a:ext>
            </a:extLst>
          </p:cNvPr>
          <p:cNvGrpSpPr/>
          <p:nvPr/>
        </p:nvGrpSpPr>
        <p:grpSpPr>
          <a:xfrm>
            <a:off x="6975024" y="5302717"/>
            <a:ext cx="376716" cy="178349"/>
            <a:chOff x="3341030" y="4685273"/>
            <a:chExt cx="657220" cy="311150"/>
          </a:xfrm>
        </p:grpSpPr>
        <p:sp>
          <p:nvSpPr>
            <p:cNvPr id="129" name="Rectangle: Rounded Corners 128">
              <a:extLst>
                <a:ext uri="{FF2B5EF4-FFF2-40B4-BE49-F238E27FC236}">
                  <a16:creationId xmlns:a16="http://schemas.microsoft.com/office/drawing/2014/main" id="{EA4C96D8-8125-4813-B83B-47A7ADEDD83F}"/>
                </a:ext>
              </a:extLst>
            </p:cNvPr>
            <p:cNvSpPr/>
            <p:nvPr/>
          </p:nvSpPr>
          <p:spPr>
            <a:xfrm>
              <a:off x="3341030" y="4751895"/>
              <a:ext cx="577654" cy="177906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DC08188C-F93D-43E2-A20C-F4233A7DB48B}"/>
                </a:ext>
              </a:extLst>
            </p:cNvPr>
            <p:cNvSpPr/>
            <p:nvPr/>
          </p:nvSpPr>
          <p:spPr>
            <a:xfrm>
              <a:off x="3687100" y="4685273"/>
              <a:ext cx="311150" cy="311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334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132" name="Rectangle 131">
            <a:extLst>
              <a:ext uri="{FF2B5EF4-FFF2-40B4-BE49-F238E27FC236}">
                <a16:creationId xmlns:a16="http://schemas.microsoft.com/office/drawing/2014/main" id="{8E50003A-945A-49E9-8240-612C755A0E86}"/>
              </a:ext>
            </a:extLst>
          </p:cNvPr>
          <p:cNvSpPr/>
          <p:nvPr/>
        </p:nvSpPr>
        <p:spPr>
          <a:xfrm>
            <a:off x="8188400" y="5232617"/>
            <a:ext cx="1343744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>
                    <a:alpha val="30000"/>
                  </a:schemeClr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Available</a:t>
            </a:r>
            <a:endParaRPr lang="id-ID" sz="1200" dirty="0">
              <a:solidFill>
                <a:schemeClr val="bg1">
                  <a:alpha val="30000"/>
                </a:schemeClr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0BA604E-6140-4176-BF9E-ADCA8B7C9521}"/>
              </a:ext>
            </a:extLst>
          </p:cNvPr>
          <p:cNvGrpSpPr/>
          <p:nvPr/>
        </p:nvGrpSpPr>
        <p:grpSpPr>
          <a:xfrm>
            <a:off x="10323164" y="5302717"/>
            <a:ext cx="376716" cy="178349"/>
            <a:chOff x="3341030" y="4685273"/>
            <a:chExt cx="657220" cy="311150"/>
          </a:xfrm>
        </p:grpSpPr>
        <p:sp>
          <p:nvSpPr>
            <p:cNvPr id="134" name="Rectangle: Rounded Corners 133">
              <a:extLst>
                <a:ext uri="{FF2B5EF4-FFF2-40B4-BE49-F238E27FC236}">
                  <a16:creationId xmlns:a16="http://schemas.microsoft.com/office/drawing/2014/main" id="{D6E129D1-EE9C-4486-A6C1-A981FDB41C21}"/>
                </a:ext>
              </a:extLst>
            </p:cNvPr>
            <p:cNvSpPr/>
            <p:nvPr/>
          </p:nvSpPr>
          <p:spPr>
            <a:xfrm>
              <a:off x="3341030" y="4751895"/>
              <a:ext cx="577654" cy="177906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089FED31-A1B1-492B-B60C-F3FC498286C4}"/>
                </a:ext>
              </a:extLst>
            </p:cNvPr>
            <p:cNvSpPr/>
            <p:nvPr/>
          </p:nvSpPr>
          <p:spPr>
            <a:xfrm>
              <a:off x="3687100" y="4685273"/>
              <a:ext cx="311150" cy="31115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334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</p:grpSp>
      <p:sp>
        <p:nvSpPr>
          <p:cNvPr id="136" name="Rectangle 135">
            <a:extLst>
              <a:ext uri="{FF2B5EF4-FFF2-40B4-BE49-F238E27FC236}">
                <a16:creationId xmlns:a16="http://schemas.microsoft.com/office/drawing/2014/main" id="{74EE537E-7E9C-4E5C-AC95-D601CD5C19CF}"/>
              </a:ext>
            </a:extLst>
          </p:cNvPr>
          <p:cNvSpPr/>
          <p:nvPr/>
        </p:nvSpPr>
        <p:spPr>
          <a:xfrm>
            <a:off x="2564464" y="1225138"/>
            <a:ext cx="706307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Anyone Who Can Use This Technology?</a:t>
            </a: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0F273921-2436-4071-B85E-0F3F6821EF63}"/>
              </a:ext>
            </a:extLst>
          </p:cNvPr>
          <p:cNvCxnSpPr>
            <a:cxnSpLocks/>
          </p:cNvCxnSpPr>
          <p:nvPr/>
        </p:nvCxnSpPr>
        <p:spPr>
          <a:xfrm>
            <a:off x="4823196" y="5182008"/>
            <a:ext cx="2530475" cy="0"/>
          </a:xfrm>
          <a:prstGeom prst="line">
            <a:avLst/>
          </a:prstGeom>
          <a:ln>
            <a:solidFill>
              <a:schemeClr val="bg1">
                <a:alpha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A289D21E-8F54-4B22-86DB-E2110EEC8AD9}"/>
              </a:ext>
            </a:extLst>
          </p:cNvPr>
          <p:cNvCxnSpPr>
            <a:cxnSpLocks/>
          </p:cNvCxnSpPr>
          <p:nvPr/>
        </p:nvCxnSpPr>
        <p:spPr>
          <a:xfrm>
            <a:off x="8171335" y="5182009"/>
            <a:ext cx="2530475" cy="0"/>
          </a:xfrm>
          <a:prstGeom prst="line">
            <a:avLst/>
          </a:prstGeom>
          <a:ln>
            <a:solidFill>
              <a:schemeClr val="bg1">
                <a:alpha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1470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5352 -0.09514 C -0.06875 -0.31435 -0.02826 -0.38657 -0.00143 -0.45486 C 0.00599 -0.54329 -0.0224 -0.5169 -0.03529 -0.60556 C -0.03919 -0.6882 -0.04518 -0.77176 -0.00013 -0.85394 C 0.03385 -0.95139 0.04479 -1.14329 -0.05469 -1.21852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1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698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8633 -0.01991 C 0.05976 -0.23912 0.13021 -0.31134 0.17682 -0.37963 C 0.18971 -0.46806 0.14036 -0.44167 0.11797 -0.53033 C 0.1112 -0.61296 0.10078 -0.69653 0.17903 -0.7787 C 0.23815 -0.87616 0.25716 -1.06806 0.08424 -1.14329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45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3295 0.54583 C -0.05469 0.46782 -0.1405 0.28912 -0.15678 0.17986 C -0.16355 0.08588 -0.17188 0.03009 -0.1375 -0.11574 C -0.11758 -0.29306 -0.07344 -0.51019 -0.2461 -0.59584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1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5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5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9" dur="10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0" dur="10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3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6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7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1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6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1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5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0" grpId="0" animBg="1"/>
          <p:bldP spid="140" grpId="1" animBg="1"/>
          <p:bldP spid="138" grpId="0" animBg="1"/>
          <p:bldP spid="138" grpId="1" animBg="1"/>
          <p:bldP spid="139" grpId="0" animBg="1"/>
          <p:bldP spid="139" grpId="1" animBg="1"/>
          <p:bldP spid="28" grpId="0" animBg="1"/>
          <p:bldP spid="10" grpId="0" animBg="1"/>
          <p:bldP spid="16" grpId="0" animBg="1"/>
          <p:bldP spid="74" grpId="0"/>
          <p:bldP spid="75" grpId="0"/>
          <p:bldP spid="76" grpId="0" animBg="1"/>
          <p:bldP spid="78" grpId="0" animBg="1"/>
          <p:bldP spid="79" grpId="0" animBg="1"/>
          <p:bldP spid="95" grpId="0"/>
          <p:bldP spid="96" grpId="0"/>
          <p:bldP spid="97" grpId="0" animBg="1"/>
          <p:bldP spid="99" grpId="0" animBg="1"/>
          <p:bldP spid="100" grpId="0" animBg="1"/>
          <p:bldP spid="116" grpId="0"/>
          <p:bldP spid="117" grpId="0"/>
          <p:bldP spid="121" grpId="0"/>
          <p:bldP spid="127" grpId="0"/>
          <p:bldP spid="132" grpId="0"/>
          <p:bldP spid="136" grpId="0"/>
          <p:bldP spid="136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5352 -0.09514 C -0.06875 -0.31435 -0.02826 -0.38657 -0.00143 -0.45486 C 0.00599 -0.54329 -0.0224 -0.5169 -0.03529 -0.60556 C -0.03919 -0.6882 -0.04518 -0.77176 -0.00013 -0.85394 C 0.03385 -0.95139 0.04479 -1.14329 -0.05469 -1.21852 " pathEditMode="relative" rAng="0" ptsTypes="AAAAA">
                                          <p:cBhvr>
                                            <p:cTn id="6" dur="7500" fill="hold"/>
                                            <p:tgtEl>
                                              <p:spTgt spid="1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698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8633 -0.01991 C 0.05976 -0.23912 0.13021 -0.31134 0.17682 -0.37963 C 0.18971 -0.46806 0.14036 -0.44167 0.11797 -0.53033 C 0.1112 -0.61296 0.10078 -0.69653 0.17903 -0.7787 C 0.23815 -0.87616 0.25716 -1.06806 0.08424 -1.14329 " pathEditMode="relative" rAng="0" ptsTypes="AAAAA">
                                          <p:cBhvr>
                                            <p:cTn id="11" dur="10000" fill="hold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445" y="-561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59" presetClass="path" presetSubtype="0" repeatCount="indefinite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3295 0.54583 C -0.05469 0.46782 -0.1405 0.28912 -0.15678 0.17986 C -0.16355 0.08588 -0.17188 0.03009 -0.1375 -0.11574 C -0.11758 -0.29306 -0.07344 -0.51019 -0.2461 -0.59584 " pathEditMode="relative" rAng="0" ptsTypes="AAAA">
                                          <p:cBhvr>
                                            <p:cTn id="16" dur="7000" fill="hold"/>
                                            <p:tgtEl>
                                              <p:spTgt spid="1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664" y="-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5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5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9" presetClass="entr" presetSubtype="10" repeatCount="indefinite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3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6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22" presetClass="entr" presetSubtype="8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7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1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6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1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5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0" grpId="0" animBg="1"/>
          <p:bldP spid="140" grpId="1" animBg="1"/>
          <p:bldP spid="138" grpId="0" animBg="1"/>
          <p:bldP spid="138" grpId="1" animBg="1"/>
          <p:bldP spid="139" grpId="0" animBg="1"/>
          <p:bldP spid="139" grpId="1" animBg="1"/>
          <p:bldP spid="28" grpId="0" animBg="1"/>
          <p:bldP spid="10" grpId="0" animBg="1"/>
          <p:bldP spid="16" grpId="0" animBg="1"/>
          <p:bldP spid="74" grpId="0"/>
          <p:bldP spid="75" grpId="0"/>
          <p:bldP spid="76" grpId="0" animBg="1"/>
          <p:bldP spid="78" grpId="0" animBg="1"/>
          <p:bldP spid="79" grpId="0" animBg="1"/>
          <p:bldP spid="95" grpId="0"/>
          <p:bldP spid="96" grpId="0"/>
          <p:bldP spid="97" grpId="0" animBg="1"/>
          <p:bldP spid="99" grpId="0" animBg="1"/>
          <p:bldP spid="100" grpId="0" animBg="1"/>
          <p:bldP spid="116" grpId="0"/>
          <p:bldP spid="117" grpId="0"/>
          <p:bldP spid="121" grpId="0"/>
          <p:bldP spid="127" grpId="0"/>
          <p:bldP spid="132" grpId="0"/>
          <p:bldP spid="136" grpId="0"/>
          <p:bldP spid="136" grpId="1"/>
        </p:bldLst>
      </p:timing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2E70CB4-E056-4356-855B-F6172A822C1A}"/>
              </a:ext>
            </a:extLst>
          </p:cNvPr>
          <p:cNvGrpSpPr/>
          <p:nvPr/>
        </p:nvGrpSpPr>
        <p:grpSpPr>
          <a:xfrm>
            <a:off x="1084701" y="4947778"/>
            <a:ext cx="2711534" cy="816477"/>
            <a:chOff x="1084701" y="4947778"/>
            <a:chExt cx="2711534" cy="816477"/>
          </a:xfrm>
        </p:grpSpPr>
        <p:sp>
          <p:nvSpPr>
            <p:cNvPr id="156" name="Rectangle: Rounded Corners 155">
              <a:extLst>
                <a:ext uri="{FF2B5EF4-FFF2-40B4-BE49-F238E27FC236}">
                  <a16:creationId xmlns:a16="http://schemas.microsoft.com/office/drawing/2014/main" id="{E7C80760-B6B9-409A-8A29-60E488EF6C63}"/>
                </a:ext>
              </a:extLst>
            </p:cNvPr>
            <p:cNvSpPr/>
            <p:nvPr/>
          </p:nvSpPr>
          <p:spPr>
            <a:xfrm rot="5400000">
              <a:off x="2032229" y="4000250"/>
              <a:ext cx="816477" cy="2711534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FE685129-FEA3-4985-9494-3F5869352F44}"/>
                </a:ext>
              </a:extLst>
            </p:cNvPr>
            <p:cNvGrpSpPr/>
            <p:nvPr/>
          </p:nvGrpSpPr>
          <p:grpSpPr>
            <a:xfrm>
              <a:off x="1165497" y="5061605"/>
              <a:ext cx="1435387" cy="542140"/>
              <a:chOff x="2631139" y="1978763"/>
              <a:chExt cx="1684090" cy="636074"/>
            </a:xfrm>
          </p:grpSpPr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6E6C401F-8FE8-4D0D-9F4F-6AE9FE3B95D8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405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50" b="1" dirty="0">
                    <a:solidFill>
                      <a:schemeClr val="accent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A39B177F-0090-4EEE-943C-F6CC5BD94BBC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768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F267746-CC3A-414C-8CCA-58FF4440EB39}"/>
              </a:ext>
            </a:extLst>
          </p:cNvPr>
          <p:cNvGrpSpPr/>
          <p:nvPr/>
        </p:nvGrpSpPr>
        <p:grpSpPr>
          <a:xfrm>
            <a:off x="4740234" y="4947778"/>
            <a:ext cx="2711534" cy="816477"/>
            <a:chOff x="4740234" y="4947778"/>
            <a:chExt cx="2711534" cy="816477"/>
          </a:xfrm>
        </p:grpSpPr>
        <p:sp>
          <p:nvSpPr>
            <p:cNvPr id="162" name="Rectangle: Rounded Corners 161">
              <a:extLst>
                <a:ext uri="{FF2B5EF4-FFF2-40B4-BE49-F238E27FC236}">
                  <a16:creationId xmlns:a16="http://schemas.microsoft.com/office/drawing/2014/main" id="{B7B45544-5B5C-4C6A-81A6-5038F0D46C60}"/>
                </a:ext>
              </a:extLst>
            </p:cNvPr>
            <p:cNvSpPr/>
            <p:nvPr/>
          </p:nvSpPr>
          <p:spPr>
            <a:xfrm rot="5400000">
              <a:off x="5687762" y="4000250"/>
              <a:ext cx="816477" cy="2711534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49C33CD-0687-4003-9500-E996B695F265}"/>
                </a:ext>
              </a:extLst>
            </p:cNvPr>
            <p:cNvGrpSpPr/>
            <p:nvPr/>
          </p:nvGrpSpPr>
          <p:grpSpPr>
            <a:xfrm>
              <a:off x="4821030" y="5061605"/>
              <a:ext cx="1435387" cy="542140"/>
              <a:chOff x="2631139" y="1978763"/>
              <a:chExt cx="1684090" cy="636074"/>
            </a:xfrm>
          </p:grpSpPr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D6D53215-3F51-4B9C-A5BC-C1A6DDBC9E71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405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5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4A949AE6-9724-40CF-92F9-F5E2BEDEB4C8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768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EA58563D-B48F-45BE-87D8-4F7F9B97E3BE}"/>
              </a:ext>
            </a:extLst>
          </p:cNvPr>
          <p:cNvGrpSpPr/>
          <p:nvPr/>
        </p:nvGrpSpPr>
        <p:grpSpPr>
          <a:xfrm>
            <a:off x="8395767" y="4947778"/>
            <a:ext cx="2711534" cy="816477"/>
            <a:chOff x="8395767" y="4947778"/>
            <a:chExt cx="2711534" cy="816477"/>
          </a:xfrm>
        </p:grpSpPr>
        <p:sp>
          <p:nvSpPr>
            <p:cNvPr id="168" name="Rectangle: Rounded Corners 167">
              <a:extLst>
                <a:ext uri="{FF2B5EF4-FFF2-40B4-BE49-F238E27FC236}">
                  <a16:creationId xmlns:a16="http://schemas.microsoft.com/office/drawing/2014/main" id="{5E78EEB2-514D-4B43-82C8-EB1EB7C11B85}"/>
                </a:ext>
              </a:extLst>
            </p:cNvPr>
            <p:cNvSpPr/>
            <p:nvPr/>
          </p:nvSpPr>
          <p:spPr>
            <a:xfrm rot="5400000">
              <a:off x="9343295" y="4000250"/>
              <a:ext cx="816477" cy="2711534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9ADB09E2-D2F3-462E-B19B-5AB2573455DF}"/>
                </a:ext>
              </a:extLst>
            </p:cNvPr>
            <p:cNvGrpSpPr/>
            <p:nvPr/>
          </p:nvGrpSpPr>
          <p:grpSpPr>
            <a:xfrm>
              <a:off x="8476563" y="5061605"/>
              <a:ext cx="1435387" cy="542140"/>
              <a:chOff x="2631139" y="1978763"/>
              <a:chExt cx="1684090" cy="636074"/>
            </a:xfrm>
          </p:grpSpPr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980AE0FD-D0F4-4311-B1A2-42AC8DA9AF34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405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50" b="1" dirty="0">
                    <a:solidFill>
                      <a:schemeClr val="accent3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E3AC82B0-A7AA-41D5-959C-ADE8DEECBE6C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768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14EE6B1-A78E-49C3-8C2C-CECE5B7EB8EE}"/>
              </a:ext>
            </a:extLst>
          </p:cNvPr>
          <p:cNvGrpSpPr/>
          <p:nvPr/>
        </p:nvGrpSpPr>
        <p:grpSpPr>
          <a:xfrm>
            <a:off x="1093158" y="3212532"/>
            <a:ext cx="2694615" cy="363894"/>
            <a:chOff x="4239302" y="4450463"/>
            <a:chExt cx="5210812" cy="703693"/>
          </a:xfrm>
        </p:grpSpPr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6C0BD88-5870-49CD-9823-28FE6F1AFC48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99000">
                  <a:schemeClr val="accent2">
                    <a:alpha val="1500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7B91970A-B557-4EAB-B4E5-EFA35564A1A2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</p:grp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15BF3601-3407-49A3-B176-D62BFD051143}"/>
              </a:ext>
            </a:extLst>
          </p:cNvPr>
          <p:cNvSpPr/>
          <p:nvPr/>
        </p:nvSpPr>
        <p:spPr>
          <a:xfrm>
            <a:off x="1021904" y="1591294"/>
            <a:ext cx="2837126" cy="1895887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1600"/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B89C53E-9FBE-4B09-962E-CF1D09182A9B}"/>
              </a:ext>
            </a:extLst>
          </p:cNvPr>
          <p:cNvGrpSpPr/>
          <p:nvPr/>
        </p:nvGrpSpPr>
        <p:grpSpPr>
          <a:xfrm>
            <a:off x="1446118" y="1725302"/>
            <a:ext cx="2099906" cy="1535304"/>
            <a:chOff x="5716411" y="2545717"/>
            <a:chExt cx="8044217" cy="5881366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D82F32CA-826C-41D2-98BA-EFBD19994563}"/>
                </a:ext>
              </a:extLst>
            </p:cNvPr>
            <p:cNvGrpSpPr/>
            <p:nvPr/>
          </p:nvGrpSpPr>
          <p:grpSpPr>
            <a:xfrm>
              <a:off x="5716411" y="2843358"/>
              <a:ext cx="4289986" cy="4131242"/>
              <a:chOff x="5716410" y="2843357"/>
              <a:chExt cx="4289985" cy="4131242"/>
            </a:xfrm>
            <a:grpFill/>
          </p:grpSpPr>
          <p:sp>
            <p:nvSpPr>
              <p:cNvPr id="149" name="Freeform 5">
                <a:extLst>
                  <a:ext uri="{FF2B5EF4-FFF2-40B4-BE49-F238E27FC236}">
                    <a16:creationId xmlns:a16="http://schemas.microsoft.com/office/drawing/2014/main" id="{F890485C-8DDD-424F-8A03-D5635798F4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16410" y="3315612"/>
                <a:ext cx="2750194" cy="3658987"/>
              </a:xfrm>
              <a:custGeom>
                <a:avLst/>
                <a:gdLst>
                  <a:gd name="T0" fmla="*/ 1057 w 1386"/>
                  <a:gd name="T1" fmla="*/ 71 h 1844"/>
                  <a:gd name="T2" fmla="*/ 1011 w 1386"/>
                  <a:gd name="T3" fmla="*/ 144 h 1844"/>
                  <a:gd name="T4" fmla="*/ 1335 w 1386"/>
                  <a:gd name="T5" fmla="*/ 100 h 1844"/>
                  <a:gd name="T6" fmla="*/ 1310 w 1386"/>
                  <a:gd name="T7" fmla="*/ 134 h 1844"/>
                  <a:gd name="T8" fmla="*/ 1305 w 1386"/>
                  <a:gd name="T9" fmla="*/ 74 h 1844"/>
                  <a:gd name="T10" fmla="*/ 1252 w 1386"/>
                  <a:gd name="T11" fmla="*/ 18 h 1844"/>
                  <a:gd name="T12" fmla="*/ 1204 w 1386"/>
                  <a:gd name="T13" fmla="*/ 1 h 1844"/>
                  <a:gd name="T14" fmla="*/ 1191 w 1386"/>
                  <a:gd name="T15" fmla="*/ 30 h 1844"/>
                  <a:gd name="T16" fmla="*/ 1167 w 1386"/>
                  <a:gd name="T17" fmla="*/ 22 h 1844"/>
                  <a:gd name="T18" fmla="*/ 1143 w 1386"/>
                  <a:gd name="T19" fmla="*/ 20 h 1844"/>
                  <a:gd name="T20" fmla="*/ 1141 w 1386"/>
                  <a:gd name="T21" fmla="*/ 35 h 1844"/>
                  <a:gd name="T22" fmla="*/ 1119 w 1386"/>
                  <a:gd name="T23" fmla="*/ 73 h 1844"/>
                  <a:gd name="T24" fmla="*/ 1101 w 1386"/>
                  <a:gd name="T25" fmla="*/ 52 h 1844"/>
                  <a:gd name="T26" fmla="*/ 1085 w 1386"/>
                  <a:gd name="T27" fmla="*/ 64 h 1844"/>
                  <a:gd name="T28" fmla="*/ 1057 w 1386"/>
                  <a:gd name="T29" fmla="*/ 86 h 1844"/>
                  <a:gd name="T30" fmla="*/ 1070 w 1386"/>
                  <a:gd name="T31" fmla="*/ 108 h 1844"/>
                  <a:gd name="T32" fmla="*/ 1057 w 1386"/>
                  <a:gd name="T33" fmla="*/ 124 h 1844"/>
                  <a:gd name="T34" fmla="*/ 1029 w 1386"/>
                  <a:gd name="T35" fmla="*/ 129 h 1844"/>
                  <a:gd name="T36" fmla="*/ 1053 w 1386"/>
                  <a:gd name="T37" fmla="*/ 137 h 1844"/>
                  <a:gd name="T38" fmla="*/ 1016 w 1386"/>
                  <a:gd name="T39" fmla="*/ 132 h 1844"/>
                  <a:gd name="T40" fmla="*/ 990 w 1386"/>
                  <a:gd name="T41" fmla="*/ 164 h 1844"/>
                  <a:gd name="T42" fmla="*/ 1002 w 1386"/>
                  <a:gd name="T43" fmla="*/ 207 h 1844"/>
                  <a:gd name="T44" fmla="*/ 1007 w 1386"/>
                  <a:gd name="T45" fmla="*/ 231 h 1844"/>
                  <a:gd name="T46" fmla="*/ 941 w 1386"/>
                  <a:gd name="T47" fmla="*/ 222 h 1844"/>
                  <a:gd name="T48" fmla="*/ 931 w 1386"/>
                  <a:gd name="T49" fmla="*/ 225 h 1844"/>
                  <a:gd name="T50" fmla="*/ 917 w 1386"/>
                  <a:gd name="T51" fmla="*/ 246 h 1844"/>
                  <a:gd name="T52" fmla="*/ 934 w 1386"/>
                  <a:gd name="T53" fmla="*/ 290 h 1844"/>
                  <a:gd name="T54" fmla="*/ 909 w 1386"/>
                  <a:gd name="T55" fmla="*/ 314 h 1844"/>
                  <a:gd name="T56" fmla="*/ 870 w 1386"/>
                  <a:gd name="T57" fmla="*/ 236 h 1844"/>
                  <a:gd name="T58" fmla="*/ 829 w 1386"/>
                  <a:gd name="T59" fmla="*/ 270 h 1844"/>
                  <a:gd name="T60" fmla="*/ 814 w 1386"/>
                  <a:gd name="T61" fmla="*/ 366 h 1844"/>
                  <a:gd name="T62" fmla="*/ 742 w 1386"/>
                  <a:gd name="T63" fmla="*/ 460 h 1844"/>
                  <a:gd name="T64" fmla="*/ 522 w 1386"/>
                  <a:gd name="T65" fmla="*/ 546 h 1844"/>
                  <a:gd name="T66" fmla="*/ 423 w 1386"/>
                  <a:gd name="T67" fmla="*/ 594 h 1844"/>
                  <a:gd name="T68" fmla="*/ 338 w 1386"/>
                  <a:gd name="T69" fmla="*/ 585 h 1844"/>
                  <a:gd name="T70" fmla="*/ 186 w 1386"/>
                  <a:gd name="T71" fmla="*/ 684 h 1844"/>
                  <a:gd name="T72" fmla="*/ 113 w 1386"/>
                  <a:gd name="T73" fmla="*/ 754 h 1844"/>
                  <a:gd name="T74" fmla="*/ 65 w 1386"/>
                  <a:gd name="T75" fmla="*/ 762 h 1844"/>
                  <a:gd name="T76" fmla="*/ 45 w 1386"/>
                  <a:gd name="T77" fmla="*/ 888 h 1844"/>
                  <a:gd name="T78" fmla="*/ 116 w 1386"/>
                  <a:gd name="T79" fmla="*/ 1042 h 1844"/>
                  <a:gd name="T80" fmla="*/ 85 w 1386"/>
                  <a:gd name="T81" fmla="*/ 1052 h 1844"/>
                  <a:gd name="T82" fmla="*/ 43 w 1386"/>
                  <a:gd name="T83" fmla="*/ 1029 h 1844"/>
                  <a:gd name="T84" fmla="*/ 62 w 1386"/>
                  <a:gd name="T85" fmla="*/ 1102 h 1844"/>
                  <a:gd name="T86" fmla="*/ 34 w 1386"/>
                  <a:gd name="T87" fmla="*/ 1078 h 1844"/>
                  <a:gd name="T88" fmla="*/ 126 w 1386"/>
                  <a:gd name="T89" fmla="*/ 1256 h 1844"/>
                  <a:gd name="T90" fmla="*/ 189 w 1386"/>
                  <a:gd name="T91" fmla="*/ 1455 h 1844"/>
                  <a:gd name="T92" fmla="*/ 240 w 1386"/>
                  <a:gd name="T93" fmla="*/ 1633 h 1844"/>
                  <a:gd name="T94" fmla="*/ 179 w 1386"/>
                  <a:gd name="T95" fmla="*/ 1728 h 1844"/>
                  <a:gd name="T96" fmla="*/ 309 w 1386"/>
                  <a:gd name="T97" fmla="*/ 1827 h 1844"/>
                  <a:gd name="T98" fmla="*/ 393 w 1386"/>
                  <a:gd name="T99" fmla="*/ 1839 h 1844"/>
                  <a:gd name="T100" fmla="*/ 456 w 1386"/>
                  <a:gd name="T101" fmla="*/ 1830 h 1844"/>
                  <a:gd name="T102" fmla="*/ 549 w 1386"/>
                  <a:gd name="T103" fmla="*/ 1784 h 1844"/>
                  <a:gd name="T104" fmla="*/ 646 w 1386"/>
                  <a:gd name="T105" fmla="*/ 1744 h 1844"/>
                  <a:gd name="T106" fmla="*/ 783 w 1386"/>
                  <a:gd name="T107" fmla="*/ 1730 h 1844"/>
                  <a:gd name="T108" fmla="*/ 887 w 1386"/>
                  <a:gd name="T109" fmla="*/ 1745 h 1844"/>
                  <a:gd name="T110" fmla="*/ 970 w 1386"/>
                  <a:gd name="T111" fmla="*/ 1665 h 1844"/>
                  <a:gd name="T112" fmla="*/ 1386 w 1386"/>
                  <a:gd name="T113" fmla="*/ 1547 h 1844"/>
                  <a:gd name="T114" fmla="*/ 1369 w 1386"/>
                  <a:gd name="T115" fmla="*/ 239 h 1844"/>
                  <a:gd name="T116" fmla="*/ 1350 w 1386"/>
                  <a:gd name="T117" fmla="*/ 253 h 1844"/>
                  <a:gd name="T118" fmla="*/ 1364 w 1386"/>
                  <a:gd name="T119" fmla="*/ 205 h 1844"/>
                  <a:gd name="T120" fmla="*/ 1315 w 1386"/>
                  <a:gd name="T121" fmla="*/ 124 h 1844"/>
                  <a:gd name="T122" fmla="*/ 14 w 1386"/>
                  <a:gd name="T123" fmla="*/ 1035 h 1844"/>
                  <a:gd name="T124" fmla="*/ 216 w 1386"/>
                  <a:gd name="T125" fmla="*/ 613 h 1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86" h="1844">
                    <a:moveTo>
                      <a:pt x="1172" y="13"/>
                    </a:moveTo>
                    <a:lnTo>
                      <a:pt x="1172" y="15"/>
                    </a:lnTo>
                    <a:lnTo>
                      <a:pt x="1174" y="15"/>
                    </a:lnTo>
                    <a:lnTo>
                      <a:pt x="1174" y="15"/>
                    </a:lnTo>
                    <a:lnTo>
                      <a:pt x="1175" y="13"/>
                    </a:lnTo>
                    <a:lnTo>
                      <a:pt x="1177" y="15"/>
                    </a:lnTo>
                    <a:lnTo>
                      <a:pt x="1179" y="15"/>
                    </a:lnTo>
                    <a:lnTo>
                      <a:pt x="1179" y="15"/>
                    </a:lnTo>
                    <a:lnTo>
                      <a:pt x="1181" y="15"/>
                    </a:lnTo>
                    <a:lnTo>
                      <a:pt x="1181" y="13"/>
                    </a:lnTo>
                    <a:lnTo>
                      <a:pt x="1179" y="13"/>
                    </a:lnTo>
                    <a:lnTo>
                      <a:pt x="1175" y="11"/>
                    </a:lnTo>
                    <a:lnTo>
                      <a:pt x="1174" y="11"/>
                    </a:lnTo>
                    <a:lnTo>
                      <a:pt x="1170" y="11"/>
                    </a:lnTo>
                    <a:lnTo>
                      <a:pt x="1172" y="13"/>
                    </a:lnTo>
                    <a:lnTo>
                      <a:pt x="1172" y="13"/>
                    </a:lnTo>
                    <a:close/>
                    <a:moveTo>
                      <a:pt x="1031" y="108"/>
                    </a:moveTo>
                    <a:lnTo>
                      <a:pt x="1033" y="108"/>
                    </a:lnTo>
                    <a:lnTo>
                      <a:pt x="1033" y="108"/>
                    </a:lnTo>
                    <a:lnTo>
                      <a:pt x="1033" y="108"/>
                    </a:lnTo>
                    <a:lnTo>
                      <a:pt x="1035" y="110"/>
                    </a:lnTo>
                    <a:lnTo>
                      <a:pt x="1035" y="110"/>
                    </a:lnTo>
                    <a:lnTo>
                      <a:pt x="1036" y="112"/>
                    </a:lnTo>
                    <a:lnTo>
                      <a:pt x="1036" y="112"/>
                    </a:lnTo>
                    <a:lnTo>
                      <a:pt x="1036" y="110"/>
                    </a:lnTo>
                    <a:lnTo>
                      <a:pt x="1036" y="108"/>
                    </a:lnTo>
                    <a:lnTo>
                      <a:pt x="1036" y="108"/>
                    </a:lnTo>
                    <a:lnTo>
                      <a:pt x="1036" y="108"/>
                    </a:lnTo>
                    <a:lnTo>
                      <a:pt x="1035" y="108"/>
                    </a:lnTo>
                    <a:lnTo>
                      <a:pt x="1036" y="107"/>
                    </a:lnTo>
                    <a:lnTo>
                      <a:pt x="1036" y="107"/>
                    </a:lnTo>
                    <a:lnTo>
                      <a:pt x="1036" y="105"/>
                    </a:lnTo>
                    <a:lnTo>
                      <a:pt x="1036" y="105"/>
                    </a:lnTo>
                    <a:lnTo>
                      <a:pt x="1035" y="103"/>
                    </a:lnTo>
                    <a:lnTo>
                      <a:pt x="1035" y="105"/>
                    </a:lnTo>
                    <a:lnTo>
                      <a:pt x="1035" y="105"/>
                    </a:lnTo>
                    <a:lnTo>
                      <a:pt x="1035" y="107"/>
                    </a:lnTo>
                    <a:lnTo>
                      <a:pt x="1033" y="107"/>
                    </a:lnTo>
                    <a:lnTo>
                      <a:pt x="1033" y="105"/>
                    </a:lnTo>
                    <a:lnTo>
                      <a:pt x="1031" y="105"/>
                    </a:lnTo>
                    <a:lnTo>
                      <a:pt x="1029" y="107"/>
                    </a:lnTo>
                    <a:lnTo>
                      <a:pt x="1031" y="108"/>
                    </a:lnTo>
                    <a:lnTo>
                      <a:pt x="1031" y="108"/>
                    </a:lnTo>
                    <a:close/>
                    <a:moveTo>
                      <a:pt x="1050" y="76"/>
                    </a:moveTo>
                    <a:lnTo>
                      <a:pt x="1052" y="76"/>
                    </a:lnTo>
                    <a:lnTo>
                      <a:pt x="1052" y="76"/>
                    </a:lnTo>
                    <a:lnTo>
                      <a:pt x="1052" y="76"/>
                    </a:lnTo>
                    <a:lnTo>
                      <a:pt x="1053" y="78"/>
                    </a:lnTo>
                    <a:lnTo>
                      <a:pt x="1053" y="79"/>
                    </a:lnTo>
                    <a:lnTo>
                      <a:pt x="1055" y="78"/>
                    </a:lnTo>
                    <a:lnTo>
                      <a:pt x="1055" y="78"/>
                    </a:lnTo>
                    <a:lnTo>
                      <a:pt x="1055" y="78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7" y="76"/>
                    </a:lnTo>
                    <a:lnTo>
                      <a:pt x="1057" y="76"/>
                    </a:lnTo>
                    <a:lnTo>
                      <a:pt x="1058" y="74"/>
                    </a:lnTo>
                    <a:lnTo>
                      <a:pt x="1060" y="74"/>
                    </a:lnTo>
                    <a:lnTo>
                      <a:pt x="1058" y="73"/>
                    </a:lnTo>
                    <a:lnTo>
                      <a:pt x="1057" y="71"/>
                    </a:lnTo>
                    <a:lnTo>
                      <a:pt x="1057" y="69"/>
                    </a:lnTo>
                    <a:lnTo>
                      <a:pt x="1058" y="69"/>
                    </a:lnTo>
                    <a:lnTo>
                      <a:pt x="1058" y="68"/>
                    </a:lnTo>
                    <a:lnTo>
                      <a:pt x="1060" y="64"/>
                    </a:lnTo>
                    <a:lnTo>
                      <a:pt x="1060" y="64"/>
                    </a:lnTo>
                    <a:lnTo>
                      <a:pt x="1058" y="64"/>
                    </a:lnTo>
                    <a:lnTo>
                      <a:pt x="1058" y="64"/>
                    </a:lnTo>
                    <a:lnTo>
                      <a:pt x="1057" y="62"/>
                    </a:lnTo>
                    <a:lnTo>
                      <a:pt x="1057" y="62"/>
                    </a:lnTo>
                    <a:lnTo>
                      <a:pt x="1057" y="62"/>
                    </a:lnTo>
                    <a:lnTo>
                      <a:pt x="1057" y="61"/>
                    </a:lnTo>
                    <a:lnTo>
                      <a:pt x="1055" y="61"/>
                    </a:lnTo>
                    <a:lnTo>
                      <a:pt x="1055" y="61"/>
                    </a:lnTo>
                    <a:lnTo>
                      <a:pt x="1055" y="62"/>
                    </a:lnTo>
                    <a:lnTo>
                      <a:pt x="1053" y="64"/>
                    </a:lnTo>
                    <a:lnTo>
                      <a:pt x="1053" y="64"/>
                    </a:lnTo>
                    <a:lnTo>
                      <a:pt x="1052" y="66"/>
                    </a:lnTo>
                    <a:lnTo>
                      <a:pt x="1053" y="68"/>
                    </a:lnTo>
                    <a:lnTo>
                      <a:pt x="1053" y="68"/>
                    </a:lnTo>
                    <a:lnTo>
                      <a:pt x="1053" y="69"/>
                    </a:lnTo>
                    <a:lnTo>
                      <a:pt x="1053" y="71"/>
                    </a:lnTo>
                    <a:lnTo>
                      <a:pt x="1053" y="71"/>
                    </a:lnTo>
                    <a:lnTo>
                      <a:pt x="1052" y="69"/>
                    </a:lnTo>
                    <a:lnTo>
                      <a:pt x="1050" y="69"/>
                    </a:lnTo>
                    <a:lnTo>
                      <a:pt x="1050" y="71"/>
                    </a:lnTo>
                    <a:lnTo>
                      <a:pt x="1050" y="73"/>
                    </a:lnTo>
                    <a:lnTo>
                      <a:pt x="1050" y="76"/>
                    </a:lnTo>
                    <a:lnTo>
                      <a:pt x="1050" y="76"/>
                    </a:lnTo>
                    <a:lnTo>
                      <a:pt x="1050" y="76"/>
                    </a:lnTo>
                    <a:close/>
                    <a:moveTo>
                      <a:pt x="1332" y="105"/>
                    </a:moveTo>
                    <a:lnTo>
                      <a:pt x="1335" y="110"/>
                    </a:lnTo>
                    <a:lnTo>
                      <a:pt x="1338" y="113"/>
                    </a:lnTo>
                    <a:lnTo>
                      <a:pt x="1338" y="110"/>
                    </a:lnTo>
                    <a:lnTo>
                      <a:pt x="1338" y="108"/>
                    </a:lnTo>
                    <a:lnTo>
                      <a:pt x="1337" y="107"/>
                    </a:lnTo>
                    <a:lnTo>
                      <a:pt x="1337" y="105"/>
                    </a:lnTo>
                    <a:lnTo>
                      <a:pt x="1335" y="105"/>
                    </a:lnTo>
                    <a:lnTo>
                      <a:pt x="1333" y="100"/>
                    </a:lnTo>
                    <a:lnTo>
                      <a:pt x="1332" y="98"/>
                    </a:lnTo>
                    <a:lnTo>
                      <a:pt x="1330" y="98"/>
                    </a:lnTo>
                    <a:lnTo>
                      <a:pt x="1330" y="100"/>
                    </a:lnTo>
                    <a:lnTo>
                      <a:pt x="1330" y="103"/>
                    </a:lnTo>
                    <a:lnTo>
                      <a:pt x="1332" y="105"/>
                    </a:lnTo>
                    <a:close/>
                    <a:moveTo>
                      <a:pt x="997" y="142"/>
                    </a:moveTo>
                    <a:lnTo>
                      <a:pt x="999" y="142"/>
                    </a:lnTo>
                    <a:lnTo>
                      <a:pt x="1001" y="141"/>
                    </a:lnTo>
                    <a:lnTo>
                      <a:pt x="999" y="142"/>
                    </a:lnTo>
                    <a:lnTo>
                      <a:pt x="1001" y="142"/>
                    </a:lnTo>
                    <a:lnTo>
                      <a:pt x="1001" y="141"/>
                    </a:lnTo>
                    <a:lnTo>
                      <a:pt x="1002" y="141"/>
                    </a:lnTo>
                    <a:lnTo>
                      <a:pt x="1004" y="141"/>
                    </a:lnTo>
                    <a:lnTo>
                      <a:pt x="1006" y="142"/>
                    </a:lnTo>
                    <a:lnTo>
                      <a:pt x="1004" y="142"/>
                    </a:lnTo>
                    <a:lnTo>
                      <a:pt x="1004" y="142"/>
                    </a:lnTo>
                    <a:lnTo>
                      <a:pt x="1002" y="146"/>
                    </a:lnTo>
                    <a:lnTo>
                      <a:pt x="1001" y="144"/>
                    </a:lnTo>
                    <a:lnTo>
                      <a:pt x="1001" y="146"/>
                    </a:lnTo>
                    <a:lnTo>
                      <a:pt x="1001" y="146"/>
                    </a:lnTo>
                    <a:lnTo>
                      <a:pt x="1001" y="147"/>
                    </a:lnTo>
                    <a:lnTo>
                      <a:pt x="1002" y="147"/>
                    </a:lnTo>
                    <a:lnTo>
                      <a:pt x="1002" y="147"/>
                    </a:lnTo>
                    <a:lnTo>
                      <a:pt x="1011" y="144"/>
                    </a:lnTo>
                    <a:lnTo>
                      <a:pt x="1012" y="144"/>
                    </a:lnTo>
                    <a:lnTo>
                      <a:pt x="1009" y="142"/>
                    </a:lnTo>
                    <a:lnTo>
                      <a:pt x="1007" y="139"/>
                    </a:lnTo>
                    <a:lnTo>
                      <a:pt x="1006" y="137"/>
                    </a:lnTo>
                    <a:lnTo>
                      <a:pt x="1006" y="137"/>
                    </a:lnTo>
                    <a:lnTo>
                      <a:pt x="1006" y="135"/>
                    </a:lnTo>
                    <a:lnTo>
                      <a:pt x="1004" y="135"/>
                    </a:lnTo>
                    <a:lnTo>
                      <a:pt x="1004" y="135"/>
                    </a:lnTo>
                    <a:lnTo>
                      <a:pt x="1002" y="135"/>
                    </a:lnTo>
                    <a:lnTo>
                      <a:pt x="1004" y="132"/>
                    </a:lnTo>
                    <a:lnTo>
                      <a:pt x="1004" y="130"/>
                    </a:lnTo>
                    <a:lnTo>
                      <a:pt x="1004" y="130"/>
                    </a:lnTo>
                    <a:lnTo>
                      <a:pt x="999" y="134"/>
                    </a:lnTo>
                    <a:lnTo>
                      <a:pt x="999" y="134"/>
                    </a:lnTo>
                    <a:lnTo>
                      <a:pt x="1001" y="134"/>
                    </a:lnTo>
                    <a:lnTo>
                      <a:pt x="999" y="135"/>
                    </a:lnTo>
                    <a:lnTo>
                      <a:pt x="999" y="135"/>
                    </a:lnTo>
                    <a:lnTo>
                      <a:pt x="999" y="137"/>
                    </a:lnTo>
                    <a:lnTo>
                      <a:pt x="999" y="137"/>
                    </a:lnTo>
                    <a:lnTo>
                      <a:pt x="999" y="137"/>
                    </a:lnTo>
                    <a:lnTo>
                      <a:pt x="997" y="135"/>
                    </a:lnTo>
                    <a:lnTo>
                      <a:pt x="997" y="137"/>
                    </a:lnTo>
                    <a:lnTo>
                      <a:pt x="997" y="137"/>
                    </a:lnTo>
                    <a:lnTo>
                      <a:pt x="997" y="137"/>
                    </a:lnTo>
                    <a:lnTo>
                      <a:pt x="997" y="139"/>
                    </a:lnTo>
                    <a:lnTo>
                      <a:pt x="995" y="139"/>
                    </a:lnTo>
                    <a:lnTo>
                      <a:pt x="995" y="141"/>
                    </a:lnTo>
                    <a:lnTo>
                      <a:pt x="997" y="141"/>
                    </a:lnTo>
                    <a:lnTo>
                      <a:pt x="997" y="142"/>
                    </a:lnTo>
                    <a:close/>
                    <a:moveTo>
                      <a:pt x="1386" y="98"/>
                    </a:moveTo>
                    <a:lnTo>
                      <a:pt x="1384" y="98"/>
                    </a:lnTo>
                    <a:lnTo>
                      <a:pt x="1381" y="96"/>
                    </a:lnTo>
                    <a:lnTo>
                      <a:pt x="1379" y="95"/>
                    </a:lnTo>
                    <a:lnTo>
                      <a:pt x="1372" y="95"/>
                    </a:lnTo>
                    <a:lnTo>
                      <a:pt x="1371" y="95"/>
                    </a:lnTo>
                    <a:lnTo>
                      <a:pt x="1367" y="95"/>
                    </a:lnTo>
                    <a:lnTo>
                      <a:pt x="1366" y="93"/>
                    </a:lnTo>
                    <a:lnTo>
                      <a:pt x="1364" y="95"/>
                    </a:lnTo>
                    <a:lnTo>
                      <a:pt x="1362" y="91"/>
                    </a:lnTo>
                    <a:lnTo>
                      <a:pt x="1359" y="91"/>
                    </a:lnTo>
                    <a:lnTo>
                      <a:pt x="1350" y="90"/>
                    </a:lnTo>
                    <a:lnTo>
                      <a:pt x="1349" y="88"/>
                    </a:lnTo>
                    <a:lnTo>
                      <a:pt x="1345" y="88"/>
                    </a:lnTo>
                    <a:lnTo>
                      <a:pt x="1344" y="88"/>
                    </a:lnTo>
                    <a:lnTo>
                      <a:pt x="1344" y="90"/>
                    </a:lnTo>
                    <a:lnTo>
                      <a:pt x="1342" y="90"/>
                    </a:lnTo>
                    <a:lnTo>
                      <a:pt x="1338" y="91"/>
                    </a:lnTo>
                    <a:lnTo>
                      <a:pt x="1333" y="91"/>
                    </a:lnTo>
                    <a:lnTo>
                      <a:pt x="1333" y="93"/>
                    </a:lnTo>
                    <a:lnTo>
                      <a:pt x="1335" y="95"/>
                    </a:lnTo>
                    <a:lnTo>
                      <a:pt x="1335" y="95"/>
                    </a:lnTo>
                    <a:lnTo>
                      <a:pt x="1337" y="95"/>
                    </a:lnTo>
                    <a:lnTo>
                      <a:pt x="1337" y="95"/>
                    </a:lnTo>
                    <a:lnTo>
                      <a:pt x="1338" y="96"/>
                    </a:lnTo>
                    <a:lnTo>
                      <a:pt x="1338" y="96"/>
                    </a:lnTo>
                    <a:lnTo>
                      <a:pt x="1337" y="96"/>
                    </a:lnTo>
                    <a:lnTo>
                      <a:pt x="1337" y="96"/>
                    </a:lnTo>
                    <a:lnTo>
                      <a:pt x="1337" y="98"/>
                    </a:lnTo>
                    <a:lnTo>
                      <a:pt x="1335" y="98"/>
                    </a:lnTo>
                    <a:lnTo>
                      <a:pt x="1335" y="98"/>
                    </a:lnTo>
                    <a:lnTo>
                      <a:pt x="1335" y="100"/>
                    </a:lnTo>
                    <a:lnTo>
                      <a:pt x="1335" y="100"/>
                    </a:lnTo>
                    <a:lnTo>
                      <a:pt x="1337" y="101"/>
                    </a:lnTo>
                    <a:lnTo>
                      <a:pt x="1337" y="103"/>
                    </a:lnTo>
                    <a:lnTo>
                      <a:pt x="1338" y="108"/>
                    </a:lnTo>
                    <a:lnTo>
                      <a:pt x="1338" y="108"/>
                    </a:lnTo>
                    <a:lnTo>
                      <a:pt x="1340" y="108"/>
                    </a:lnTo>
                    <a:lnTo>
                      <a:pt x="1340" y="110"/>
                    </a:lnTo>
                    <a:lnTo>
                      <a:pt x="1340" y="110"/>
                    </a:lnTo>
                    <a:lnTo>
                      <a:pt x="1340" y="112"/>
                    </a:lnTo>
                    <a:lnTo>
                      <a:pt x="1340" y="112"/>
                    </a:lnTo>
                    <a:lnTo>
                      <a:pt x="1338" y="113"/>
                    </a:lnTo>
                    <a:lnTo>
                      <a:pt x="1338" y="113"/>
                    </a:lnTo>
                    <a:lnTo>
                      <a:pt x="1337" y="113"/>
                    </a:lnTo>
                    <a:lnTo>
                      <a:pt x="1335" y="112"/>
                    </a:lnTo>
                    <a:lnTo>
                      <a:pt x="1332" y="108"/>
                    </a:lnTo>
                    <a:lnTo>
                      <a:pt x="1332" y="108"/>
                    </a:lnTo>
                    <a:lnTo>
                      <a:pt x="1332" y="110"/>
                    </a:lnTo>
                    <a:lnTo>
                      <a:pt x="1332" y="113"/>
                    </a:lnTo>
                    <a:lnTo>
                      <a:pt x="1330" y="112"/>
                    </a:lnTo>
                    <a:lnTo>
                      <a:pt x="1330" y="112"/>
                    </a:lnTo>
                    <a:lnTo>
                      <a:pt x="1328" y="103"/>
                    </a:lnTo>
                    <a:lnTo>
                      <a:pt x="1328" y="101"/>
                    </a:lnTo>
                    <a:lnTo>
                      <a:pt x="1327" y="101"/>
                    </a:lnTo>
                    <a:lnTo>
                      <a:pt x="1325" y="103"/>
                    </a:lnTo>
                    <a:lnTo>
                      <a:pt x="1325" y="105"/>
                    </a:lnTo>
                    <a:lnTo>
                      <a:pt x="1325" y="105"/>
                    </a:lnTo>
                    <a:lnTo>
                      <a:pt x="1325" y="105"/>
                    </a:lnTo>
                    <a:lnTo>
                      <a:pt x="1325" y="107"/>
                    </a:lnTo>
                    <a:lnTo>
                      <a:pt x="1325" y="107"/>
                    </a:lnTo>
                    <a:lnTo>
                      <a:pt x="1323" y="107"/>
                    </a:lnTo>
                    <a:lnTo>
                      <a:pt x="1323" y="107"/>
                    </a:lnTo>
                    <a:lnTo>
                      <a:pt x="1318" y="112"/>
                    </a:lnTo>
                    <a:lnTo>
                      <a:pt x="1316" y="113"/>
                    </a:lnTo>
                    <a:lnTo>
                      <a:pt x="1318" y="118"/>
                    </a:lnTo>
                    <a:lnTo>
                      <a:pt x="1318" y="118"/>
                    </a:lnTo>
                    <a:lnTo>
                      <a:pt x="1318" y="118"/>
                    </a:lnTo>
                    <a:lnTo>
                      <a:pt x="1318" y="120"/>
                    </a:lnTo>
                    <a:lnTo>
                      <a:pt x="1320" y="124"/>
                    </a:lnTo>
                    <a:lnTo>
                      <a:pt x="1320" y="124"/>
                    </a:lnTo>
                    <a:lnTo>
                      <a:pt x="1318" y="125"/>
                    </a:lnTo>
                    <a:lnTo>
                      <a:pt x="1320" y="127"/>
                    </a:lnTo>
                    <a:lnTo>
                      <a:pt x="1320" y="129"/>
                    </a:lnTo>
                    <a:lnTo>
                      <a:pt x="1321" y="130"/>
                    </a:lnTo>
                    <a:lnTo>
                      <a:pt x="1325" y="132"/>
                    </a:lnTo>
                    <a:lnTo>
                      <a:pt x="1325" y="134"/>
                    </a:lnTo>
                    <a:lnTo>
                      <a:pt x="1325" y="137"/>
                    </a:lnTo>
                    <a:lnTo>
                      <a:pt x="1325" y="144"/>
                    </a:lnTo>
                    <a:lnTo>
                      <a:pt x="1325" y="144"/>
                    </a:lnTo>
                    <a:lnTo>
                      <a:pt x="1325" y="142"/>
                    </a:lnTo>
                    <a:lnTo>
                      <a:pt x="1321" y="135"/>
                    </a:lnTo>
                    <a:lnTo>
                      <a:pt x="1321" y="134"/>
                    </a:lnTo>
                    <a:lnTo>
                      <a:pt x="1320" y="132"/>
                    </a:lnTo>
                    <a:lnTo>
                      <a:pt x="1320" y="132"/>
                    </a:lnTo>
                    <a:lnTo>
                      <a:pt x="1315" y="127"/>
                    </a:lnTo>
                    <a:lnTo>
                      <a:pt x="1313" y="127"/>
                    </a:lnTo>
                    <a:lnTo>
                      <a:pt x="1311" y="125"/>
                    </a:lnTo>
                    <a:lnTo>
                      <a:pt x="1311" y="125"/>
                    </a:lnTo>
                    <a:lnTo>
                      <a:pt x="1310" y="125"/>
                    </a:lnTo>
                    <a:lnTo>
                      <a:pt x="1310" y="127"/>
                    </a:lnTo>
                    <a:lnTo>
                      <a:pt x="1310" y="127"/>
                    </a:lnTo>
                    <a:lnTo>
                      <a:pt x="1310" y="129"/>
                    </a:lnTo>
                    <a:lnTo>
                      <a:pt x="1310" y="129"/>
                    </a:lnTo>
                    <a:lnTo>
                      <a:pt x="1310" y="134"/>
                    </a:lnTo>
                    <a:lnTo>
                      <a:pt x="1310" y="139"/>
                    </a:lnTo>
                    <a:lnTo>
                      <a:pt x="1310" y="142"/>
                    </a:lnTo>
                    <a:lnTo>
                      <a:pt x="1310" y="146"/>
                    </a:lnTo>
                    <a:lnTo>
                      <a:pt x="1308" y="149"/>
                    </a:lnTo>
                    <a:lnTo>
                      <a:pt x="1306" y="149"/>
                    </a:lnTo>
                    <a:lnTo>
                      <a:pt x="1305" y="151"/>
                    </a:lnTo>
                    <a:lnTo>
                      <a:pt x="1303" y="152"/>
                    </a:lnTo>
                    <a:lnTo>
                      <a:pt x="1301" y="151"/>
                    </a:lnTo>
                    <a:lnTo>
                      <a:pt x="1301" y="151"/>
                    </a:lnTo>
                    <a:lnTo>
                      <a:pt x="1305" y="147"/>
                    </a:lnTo>
                    <a:lnTo>
                      <a:pt x="1306" y="144"/>
                    </a:lnTo>
                    <a:lnTo>
                      <a:pt x="1306" y="141"/>
                    </a:lnTo>
                    <a:lnTo>
                      <a:pt x="1305" y="134"/>
                    </a:lnTo>
                    <a:lnTo>
                      <a:pt x="1305" y="134"/>
                    </a:lnTo>
                    <a:lnTo>
                      <a:pt x="1306" y="134"/>
                    </a:lnTo>
                    <a:lnTo>
                      <a:pt x="1306" y="134"/>
                    </a:lnTo>
                    <a:lnTo>
                      <a:pt x="1308" y="124"/>
                    </a:lnTo>
                    <a:lnTo>
                      <a:pt x="1308" y="124"/>
                    </a:lnTo>
                    <a:lnTo>
                      <a:pt x="1306" y="122"/>
                    </a:lnTo>
                    <a:lnTo>
                      <a:pt x="1306" y="120"/>
                    </a:lnTo>
                    <a:lnTo>
                      <a:pt x="1306" y="118"/>
                    </a:lnTo>
                    <a:lnTo>
                      <a:pt x="1306" y="117"/>
                    </a:lnTo>
                    <a:lnTo>
                      <a:pt x="1308" y="115"/>
                    </a:lnTo>
                    <a:lnTo>
                      <a:pt x="1308" y="113"/>
                    </a:lnTo>
                    <a:lnTo>
                      <a:pt x="1308" y="112"/>
                    </a:lnTo>
                    <a:lnTo>
                      <a:pt x="1308" y="110"/>
                    </a:lnTo>
                    <a:lnTo>
                      <a:pt x="1308" y="108"/>
                    </a:lnTo>
                    <a:lnTo>
                      <a:pt x="1310" y="107"/>
                    </a:lnTo>
                    <a:lnTo>
                      <a:pt x="1310" y="107"/>
                    </a:lnTo>
                    <a:lnTo>
                      <a:pt x="1311" y="100"/>
                    </a:lnTo>
                    <a:lnTo>
                      <a:pt x="1311" y="98"/>
                    </a:lnTo>
                    <a:lnTo>
                      <a:pt x="1310" y="96"/>
                    </a:lnTo>
                    <a:lnTo>
                      <a:pt x="1311" y="95"/>
                    </a:lnTo>
                    <a:lnTo>
                      <a:pt x="1313" y="95"/>
                    </a:lnTo>
                    <a:lnTo>
                      <a:pt x="1315" y="95"/>
                    </a:lnTo>
                    <a:lnTo>
                      <a:pt x="1316" y="95"/>
                    </a:lnTo>
                    <a:lnTo>
                      <a:pt x="1316" y="95"/>
                    </a:lnTo>
                    <a:lnTo>
                      <a:pt x="1316" y="95"/>
                    </a:lnTo>
                    <a:lnTo>
                      <a:pt x="1316" y="93"/>
                    </a:lnTo>
                    <a:lnTo>
                      <a:pt x="1316" y="90"/>
                    </a:lnTo>
                    <a:lnTo>
                      <a:pt x="1316" y="88"/>
                    </a:lnTo>
                    <a:lnTo>
                      <a:pt x="1316" y="86"/>
                    </a:lnTo>
                    <a:lnTo>
                      <a:pt x="1316" y="86"/>
                    </a:lnTo>
                    <a:lnTo>
                      <a:pt x="1318" y="86"/>
                    </a:lnTo>
                    <a:lnTo>
                      <a:pt x="1320" y="88"/>
                    </a:lnTo>
                    <a:lnTo>
                      <a:pt x="1320" y="86"/>
                    </a:lnTo>
                    <a:lnTo>
                      <a:pt x="1320" y="86"/>
                    </a:lnTo>
                    <a:lnTo>
                      <a:pt x="1320" y="85"/>
                    </a:lnTo>
                    <a:lnTo>
                      <a:pt x="1320" y="85"/>
                    </a:lnTo>
                    <a:lnTo>
                      <a:pt x="1320" y="83"/>
                    </a:lnTo>
                    <a:lnTo>
                      <a:pt x="1318" y="83"/>
                    </a:lnTo>
                    <a:lnTo>
                      <a:pt x="1318" y="83"/>
                    </a:lnTo>
                    <a:lnTo>
                      <a:pt x="1316" y="83"/>
                    </a:lnTo>
                    <a:lnTo>
                      <a:pt x="1315" y="83"/>
                    </a:lnTo>
                    <a:lnTo>
                      <a:pt x="1315" y="83"/>
                    </a:lnTo>
                    <a:lnTo>
                      <a:pt x="1310" y="79"/>
                    </a:lnTo>
                    <a:lnTo>
                      <a:pt x="1310" y="78"/>
                    </a:lnTo>
                    <a:lnTo>
                      <a:pt x="1308" y="78"/>
                    </a:lnTo>
                    <a:lnTo>
                      <a:pt x="1308" y="78"/>
                    </a:lnTo>
                    <a:lnTo>
                      <a:pt x="1306" y="78"/>
                    </a:lnTo>
                    <a:lnTo>
                      <a:pt x="1305" y="76"/>
                    </a:lnTo>
                    <a:lnTo>
                      <a:pt x="1305" y="74"/>
                    </a:lnTo>
                    <a:lnTo>
                      <a:pt x="1305" y="74"/>
                    </a:lnTo>
                    <a:lnTo>
                      <a:pt x="1305" y="74"/>
                    </a:lnTo>
                    <a:lnTo>
                      <a:pt x="1301" y="73"/>
                    </a:lnTo>
                    <a:lnTo>
                      <a:pt x="1301" y="71"/>
                    </a:lnTo>
                    <a:lnTo>
                      <a:pt x="1299" y="71"/>
                    </a:lnTo>
                    <a:lnTo>
                      <a:pt x="1299" y="73"/>
                    </a:lnTo>
                    <a:lnTo>
                      <a:pt x="1298" y="73"/>
                    </a:lnTo>
                    <a:lnTo>
                      <a:pt x="1296" y="73"/>
                    </a:lnTo>
                    <a:lnTo>
                      <a:pt x="1296" y="73"/>
                    </a:lnTo>
                    <a:lnTo>
                      <a:pt x="1296" y="73"/>
                    </a:lnTo>
                    <a:lnTo>
                      <a:pt x="1294" y="71"/>
                    </a:lnTo>
                    <a:lnTo>
                      <a:pt x="1294" y="69"/>
                    </a:lnTo>
                    <a:lnTo>
                      <a:pt x="1296" y="69"/>
                    </a:lnTo>
                    <a:lnTo>
                      <a:pt x="1296" y="69"/>
                    </a:lnTo>
                    <a:lnTo>
                      <a:pt x="1294" y="68"/>
                    </a:lnTo>
                    <a:lnTo>
                      <a:pt x="1293" y="66"/>
                    </a:lnTo>
                    <a:lnTo>
                      <a:pt x="1291" y="64"/>
                    </a:lnTo>
                    <a:lnTo>
                      <a:pt x="1289" y="64"/>
                    </a:lnTo>
                    <a:lnTo>
                      <a:pt x="1288" y="64"/>
                    </a:lnTo>
                    <a:lnTo>
                      <a:pt x="1288" y="62"/>
                    </a:lnTo>
                    <a:lnTo>
                      <a:pt x="1289" y="61"/>
                    </a:lnTo>
                    <a:lnTo>
                      <a:pt x="1289" y="59"/>
                    </a:lnTo>
                    <a:lnTo>
                      <a:pt x="1288" y="59"/>
                    </a:lnTo>
                    <a:lnTo>
                      <a:pt x="1288" y="59"/>
                    </a:lnTo>
                    <a:lnTo>
                      <a:pt x="1288" y="59"/>
                    </a:lnTo>
                    <a:lnTo>
                      <a:pt x="1288" y="61"/>
                    </a:lnTo>
                    <a:lnTo>
                      <a:pt x="1286" y="61"/>
                    </a:lnTo>
                    <a:lnTo>
                      <a:pt x="1286" y="61"/>
                    </a:lnTo>
                    <a:lnTo>
                      <a:pt x="1286" y="61"/>
                    </a:lnTo>
                    <a:lnTo>
                      <a:pt x="1284" y="59"/>
                    </a:lnTo>
                    <a:lnTo>
                      <a:pt x="1286" y="57"/>
                    </a:lnTo>
                    <a:lnTo>
                      <a:pt x="1284" y="56"/>
                    </a:lnTo>
                    <a:lnTo>
                      <a:pt x="1284" y="56"/>
                    </a:lnTo>
                    <a:lnTo>
                      <a:pt x="1282" y="56"/>
                    </a:lnTo>
                    <a:lnTo>
                      <a:pt x="1282" y="54"/>
                    </a:lnTo>
                    <a:lnTo>
                      <a:pt x="1279" y="49"/>
                    </a:lnTo>
                    <a:lnTo>
                      <a:pt x="1279" y="47"/>
                    </a:lnTo>
                    <a:lnTo>
                      <a:pt x="1274" y="44"/>
                    </a:lnTo>
                    <a:lnTo>
                      <a:pt x="1272" y="42"/>
                    </a:lnTo>
                    <a:lnTo>
                      <a:pt x="1272" y="40"/>
                    </a:lnTo>
                    <a:lnTo>
                      <a:pt x="1271" y="39"/>
                    </a:lnTo>
                    <a:lnTo>
                      <a:pt x="1267" y="35"/>
                    </a:lnTo>
                    <a:lnTo>
                      <a:pt x="1267" y="35"/>
                    </a:lnTo>
                    <a:lnTo>
                      <a:pt x="1267" y="35"/>
                    </a:lnTo>
                    <a:lnTo>
                      <a:pt x="1265" y="35"/>
                    </a:lnTo>
                    <a:lnTo>
                      <a:pt x="1265" y="35"/>
                    </a:lnTo>
                    <a:lnTo>
                      <a:pt x="1265" y="35"/>
                    </a:lnTo>
                    <a:lnTo>
                      <a:pt x="1264" y="34"/>
                    </a:lnTo>
                    <a:lnTo>
                      <a:pt x="1260" y="32"/>
                    </a:lnTo>
                    <a:lnTo>
                      <a:pt x="1260" y="32"/>
                    </a:lnTo>
                    <a:lnTo>
                      <a:pt x="1259" y="30"/>
                    </a:lnTo>
                    <a:lnTo>
                      <a:pt x="1257" y="28"/>
                    </a:lnTo>
                    <a:lnTo>
                      <a:pt x="1257" y="28"/>
                    </a:lnTo>
                    <a:lnTo>
                      <a:pt x="1255" y="30"/>
                    </a:lnTo>
                    <a:lnTo>
                      <a:pt x="1255" y="28"/>
                    </a:lnTo>
                    <a:lnTo>
                      <a:pt x="1254" y="28"/>
                    </a:lnTo>
                    <a:lnTo>
                      <a:pt x="1252" y="27"/>
                    </a:lnTo>
                    <a:lnTo>
                      <a:pt x="1254" y="25"/>
                    </a:lnTo>
                    <a:lnTo>
                      <a:pt x="1254" y="23"/>
                    </a:lnTo>
                    <a:lnTo>
                      <a:pt x="1252" y="22"/>
                    </a:lnTo>
                    <a:lnTo>
                      <a:pt x="1252" y="20"/>
                    </a:lnTo>
                    <a:lnTo>
                      <a:pt x="1252" y="18"/>
                    </a:lnTo>
                    <a:lnTo>
                      <a:pt x="1250" y="18"/>
                    </a:lnTo>
                    <a:lnTo>
                      <a:pt x="1248" y="20"/>
                    </a:lnTo>
                    <a:lnTo>
                      <a:pt x="1248" y="20"/>
                    </a:lnTo>
                    <a:lnTo>
                      <a:pt x="1248" y="20"/>
                    </a:lnTo>
                    <a:lnTo>
                      <a:pt x="1248" y="18"/>
                    </a:lnTo>
                    <a:lnTo>
                      <a:pt x="1247" y="18"/>
                    </a:lnTo>
                    <a:lnTo>
                      <a:pt x="1247" y="18"/>
                    </a:lnTo>
                    <a:lnTo>
                      <a:pt x="1245" y="18"/>
                    </a:lnTo>
                    <a:lnTo>
                      <a:pt x="1245" y="17"/>
                    </a:lnTo>
                    <a:lnTo>
                      <a:pt x="1245" y="17"/>
                    </a:lnTo>
                    <a:lnTo>
                      <a:pt x="1243" y="15"/>
                    </a:lnTo>
                    <a:lnTo>
                      <a:pt x="1242" y="15"/>
                    </a:lnTo>
                    <a:lnTo>
                      <a:pt x="1242" y="17"/>
                    </a:lnTo>
                    <a:lnTo>
                      <a:pt x="1243" y="18"/>
                    </a:lnTo>
                    <a:lnTo>
                      <a:pt x="1243" y="20"/>
                    </a:lnTo>
                    <a:lnTo>
                      <a:pt x="1240" y="18"/>
                    </a:lnTo>
                    <a:lnTo>
                      <a:pt x="1238" y="18"/>
                    </a:lnTo>
                    <a:lnTo>
                      <a:pt x="1235" y="15"/>
                    </a:lnTo>
                    <a:lnTo>
                      <a:pt x="1235" y="13"/>
                    </a:lnTo>
                    <a:lnTo>
                      <a:pt x="1233" y="15"/>
                    </a:lnTo>
                    <a:lnTo>
                      <a:pt x="1233" y="18"/>
                    </a:lnTo>
                    <a:lnTo>
                      <a:pt x="1231" y="18"/>
                    </a:lnTo>
                    <a:lnTo>
                      <a:pt x="1231" y="18"/>
                    </a:lnTo>
                    <a:lnTo>
                      <a:pt x="1230" y="18"/>
                    </a:lnTo>
                    <a:lnTo>
                      <a:pt x="1230" y="17"/>
                    </a:lnTo>
                    <a:lnTo>
                      <a:pt x="1230" y="15"/>
                    </a:lnTo>
                    <a:lnTo>
                      <a:pt x="1230" y="13"/>
                    </a:lnTo>
                    <a:lnTo>
                      <a:pt x="1228" y="13"/>
                    </a:lnTo>
                    <a:lnTo>
                      <a:pt x="1228" y="13"/>
                    </a:lnTo>
                    <a:lnTo>
                      <a:pt x="1228" y="15"/>
                    </a:lnTo>
                    <a:lnTo>
                      <a:pt x="1228" y="15"/>
                    </a:lnTo>
                    <a:lnTo>
                      <a:pt x="1228" y="17"/>
                    </a:lnTo>
                    <a:lnTo>
                      <a:pt x="1228" y="17"/>
                    </a:lnTo>
                    <a:lnTo>
                      <a:pt x="1226" y="20"/>
                    </a:lnTo>
                    <a:lnTo>
                      <a:pt x="1225" y="20"/>
                    </a:lnTo>
                    <a:lnTo>
                      <a:pt x="1223" y="18"/>
                    </a:lnTo>
                    <a:lnTo>
                      <a:pt x="1223" y="17"/>
                    </a:lnTo>
                    <a:lnTo>
                      <a:pt x="1221" y="15"/>
                    </a:lnTo>
                    <a:lnTo>
                      <a:pt x="1221" y="13"/>
                    </a:lnTo>
                    <a:lnTo>
                      <a:pt x="1220" y="13"/>
                    </a:lnTo>
                    <a:lnTo>
                      <a:pt x="1220" y="11"/>
                    </a:lnTo>
                    <a:lnTo>
                      <a:pt x="1220" y="10"/>
                    </a:lnTo>
                    <a:lnTo>
                      <a:pt x="1220" y="8"/>
                    </a:lnTo>
                    <a:lnTo>
                      <a:pt x="1218" y="10"/>
                    </a:lnTo>
                    <a:lnTo>
                      <a:pt x="1220" y="8"/>
                    </a:lnTo>
                    <a:lnTo>
                      <a:pt x="1218" y="6"/>
                    </a:lnTo>
                    <a:lnTo>
                      <a:pt x="1218" y="8"/>
                    </a:lnTo>
                    <a:lnTo>
                      <a:pt x="1216" y="8"/>
                    </a:lnTo>
                    <a:lnTo>
                      <a:pt x="1216" y="5"/>
                    </a:lnTo>
                    <a:lnTo>
                      <a:pt x="1216" y="5"/>
                    </a:lnTo>
                    <a:lnTo>
                      <a:pt x="1215" y="3"/>
                    </a:lnTo>
                    <a:lnTo>
                      <a:pt x="1213" y="3"/>
                    </a:lnTo>
                    <a:lnTo>
                      <a:pt x="1213" y="1"/>
                    </a:lnTo>
                    <a:lnTo>
                      <a:pt x="1209" y="0"/>
                    </a:lnTo>
                    <a:lnTo>
                      <a:pt x="1208" y="0"/>
                    </a:lnTo>
                    <a:lnTo>
                      <a:pt x="1206" y="0"/>
                    </a:lnTo>
                    <a:lnTo>
                      <a:pt x="1206" y="1"/>
                    </a:lnTo>
                    <a:lnTo>
                      <a:pt x="1206" y="1"/>
                    </a:lnTo>
                    <a:lnTo>
                      <a:pt x="1208" y="3"/>
                    </a:lnTo>
                    <a:lnTo>
                      <a:pt x="1206" y="3"/>
                    </a:lnTo>
                    <a:lnTo>
                      <a:pt x="1206" y="1"/>
                    </a:lnTo>
                    <a:lnTo>
                      <a:pt x="1204" y="1"/>
                    </a:lnTo>
                    <a:lnTo>
                      <a:pt x="1203" y="1"/>
                    </a:lnTo>
                    <a:lnTo>
                      <a:pt x="1201" y="1"/>
                    </a:lnTo>
                    <a:lnTo>
                      <a:pt x="1201" y="3"/>
                    </a:lnTo>
                    <a:lnTo>
                      <a:pt x="1203" y="5"/>
                    </a:lnTo>
                    <a:lnTo>
                      <a:pt x="1203" y="5"/>
                    </a:lnTo>
                    <a:lnTo>
                      <a:pt x="1203" y="6"/>
                    </a:lnTo>
                    <a:lnTo>
                      <a:pt x="1203" y="6"/>
                    </a:lnTo>
                    <a:lnTo>
                      <a:pt x="1201" y="6"/>
                    </a:lnTo>
                    <a:lnTo>
                      <a:pt x="1201" y="6"/>
                    </a:lnTo>
                    <a:lnTo>
                      <a:pt x="1201" y="8"/>
                    </a:lnTo>
                    <a:lnTo>
                      <a:pt x="1199" y="8"/>
                    </a:lnTo>
                    <a:lnTo>
                      <a:pt x="1199" y="6"/>
                    </a:lnTo>
                    <a:lnTo>
                      <a:pt x="1199" y="5"/>
                    </a:lnTo>
                    <a:lnTo>
                      <a:pt x="1199" y="3"/>
                    </a:lnTo>
                    <a:lnTo>
                      <a:pt x="1198" y="3"/>
                    </a:lnTo>
                    <a:lnTo>
                      <a:pt x="1198" y="3"/>
                    </a:lnTo>
                    <a:lnTo>
                      <a:pt x="1198" y="5"/>
                    </a:lnTo>
                    <a:lnTo>
                      <a:pt x="1196" y="5"/>
                    </a:lnTo>
                    <a:lnTo>
                      <a:pt x="1194" y="5"/>
                    </a:lnTo>
                    <a:lnTo>
                      <a:pt x="1192" y="5"/>
                    </a:lnTo>
                    <a:lnTo>
                      <a:pt x="1192" y="6"/>
                    </a:lnTo>
                    <a:lnTo>
                      <a:pt x="1194" y="10"/>
                    </a:lnTo>
                    <a:lnTo>
                      <a:pt x="1194" y="10"/>
                    </a:lnTo>
                    <a:lnTo>
                      <a:pt x="1196" y="13"/>
                    </a:lnTo>
                    <a:lnTo>
                      <a:pt x="1196" y="13"/>
                    </a:lnTo>
                    <a:lnTo>
                      <a:pt x="1196" y="15"/>
                    </a:lnTo>
                    <a:lnTo>
                      <a:pt x="1198" y="15"/>
                    </a:lnTo>
                    <a:lnTo>
                      <a:pt x="1198" y="17"/>
                    </a:lnTo>
                    <a:lnTo>
                      <a:pt x="1199" y="17"/>
                    </a:lnTo>
                    <a:lnTo>
                      <a:pt x="1199" y="17"/>
                    </a:lnTo>
                    <a:lnTo>
                      <a:pt x="1201" y="17"/>
                    </a:lnTo>
                    <a:lnTo>
                      <a:pt x="1201" y="18"/>
                    </a:lnTo>
                    <a:lnTo>
                      <a:pt x="1201" y="18"/>
                    </a:lnTo>
                    <a:lnTo>
                      <a:pt x="1199" y="18"/>
                    </a:lnTo>
                    <a:lnTo>
                      <a:pt x="1198" y="18"/>
                    </a:lnTo>
                    <a:lnTo>
                      <a:pt x="1198" y="18"/>
                    </a:lnTo>
                    <a:lnTo>
                      <a:pt x="1198" y="20"/>
                    </a:lnTo>
                    <a:lnTo>
                      <a:pt x="1199" y="20"/>
                    </a:lnTo>
                    <a:lnTo>
                      <a:pt x="1201" y="20"/>
                    </a:lnTo>
                    <a:lnTo>
                      <a:pt x="1199" y="22"/>
                    </a:lnTo>
                    <a:lnTo>
                      <a:pt x="1198" y="22"/>
                    </a:lnTo>
                    <a:lnTo>
                      <a:pt x="1196" y="20"/>
                    </a:lnTo>
                    <a:lnTo>
                      <a:pt x="1196" y="20"/>
                    </a:lnTo>
                    <a:lnTo>
                      <a:pt x="1194" y="22"/>
                    </a:lnTo>
                    <a:lnTo>
                      <a:pt x="1194" y="20"/>
                    </a:lnTo>
                    <a:lnTo>
                      <a:pt x="1192" y="22"/>
                    </a:lnTo>
                    <a:lnTo>
                      <a:pt x="1192" y="22"/>
                    </a:lnTo>
                    <a:lnTo>
                      <a:pt x="1191" y="22"/>
                    </a:lnTo>
                    <a:lnTo>
                      <a:pt x="1189" y="22"/>
                    </a:lnTo>
                    <a:lnTo>
                      <a:pt x="1189" y="22"/>
                    </a:lnTo>
                    <a:lnTo>
                      <a:pt x="1189" y="23"/>
                    </a:lnTo>
                    <a:lnTo>
                      <a:pt x="1189" y="23"/>
                    </a:lnTo>
                    <a:lnTo>
                      <a:pt x="1189" y="25"/>
                    </a:lnTo>
                    <a:lnTo>
                      <a:pt x="1191" y="25"/>
                    </a:lnTo>
                    <a:lnTo>
                      <a:pt x="1191" y="25"/>
                    </a:lnTo>
                    <a:lnTo>
                      <a:pt x="1191" y="25"/>
                    </a:lnTo>
                    <a:lnTo>
                      <a:pt x="1192" y="23"/>
                    </a:lnTo>
                    <a:lnTo>
                      <a:pt x="1192" y="23"/>
                    </a:lnTo>
                    <a:lnTo>
                      <a:pt x="1192" y="25"/>
                    </a:lnTo>
                    <a:lnTo>
                      <a:pt x="1191" y="27"/>
                    </a:lnTo>
                    <a:lnTo>
                      <a:pt x="1191" y="28"/>
                    </a:lnTo>
                    <a:lnTo>
                      <a:pt x="1191" y="30"/>
                    </a:lnTo>
                    <a:lnTo>
                      <a:pt x="1191" y="30"/>
                    </a:lnTo>
                    <a:lnTo>
                      <a:pt x="1189" y="34"/>
                    </a:lnTo>
                    <a:lnTo>
                      <a:pt x="1187" y="34"/>
                    </a:lnTo>
                    <a:lnTo>
                      <a:pt x="1187" y="34"/>
                    </a:lnTo>
                    <a:lnTo>
                      <a:pt x="1187" y="32"/>
                    </a:lnTo>
                    <a:lnTo>
                      <a:pt x="1186" y="30"/>
                    </a:lnTo>
                    <a:lnTo>
                      <a:pt x="1186" y="30"/>
                    </a:lnTo>
                    <a:lnTo>
                      <a:pt x="1184" y="28"/>
                    </a:lnTo>
                    <a:lnTo>
                      <a:pt x="1184" y="28"/>
                    </a:lnTo>
                    <a:lnTo>
                      <a:pt x="1184" y="30"/>
                    </a:lnTo>
                    <a:lnTo>
                      <a:pt x="1184" y="30"/>
                    </a:lnTo>
                    <a:lnTo>
                      <a:pt x="1184" y="32"/>
                    </a:lnTo>
                    <a:lnTo>
                      <a:pt x="1184" y="32"/>
                    </a:lnTo>
                    <a:lnTo>
                      <a:pt x="1184" y="34"/>
                    </a:lnTo>
                    <a:lnTo>
                      <a:pt x="1184" y="34"/>
                    </a:lnTo>
                    <a:lnTo>
                      <a:pt x="1184" y="35"/>
                    </a:lnTo>
                    <a:lnTo>
                      <a:pt x="1184" y="35"/>
                    </a:lnTo>
                    <a:lnTo>
                      <a:pt x="1184" y="37"/>
                    </a:lnTo>
                    <a:lnTo>
                      <a:pt x="1182" y="37"/>
                    </a:lnTo>
                    <a:lnTo>
                      <a:pt x="1181" y="37"/>
                    </a:lnTo>
                    <a:lnTo>
                      <a:pt x="1181" y="39"/>
                    </a:lnTo>
                    <a:lnTo>
                      <a:pt x="1181" y="39"/>
                    </a:lnTo>
                    <a:lnTo>
                      <a:pt x="1181" y="40"/>
                    </a:lnTo>
                    <a:lnTo>
                      <a:pt x="1181" y="42"/>
                    </a:lnTo>
                    <a:lnTo>
                      <a:pt x="1179" y="42"/>
                    </a:lnTo>
                    <a:lnTo>
                      <a:pt x="1179" y="42"/>
                    </a:lnTo>
                    <a:lnTo>
                      <a:pt x="1177" y="40"/>
                    </a:lnTo>
                    <a:lnTo>
                      <a:pt x="1177" y="40"/>
                    </a:lnTo>
                    <a:lnTo>
                      <a:pt x="1177" y="39"/>
                    </a:lnTo>
                    <a:lnTo>
                      <a:pt x="1177" y="37"/>
                    </a:lnTo>
                    <a:lnTo>
                      <a:pt x="1177" y="35"/>
                    </a:lnTo>
                    <a:lnTo>
                      <a:pt x="1175" y="35"/>
                    </a:lnTo>
                    <a:lnTo>
                      <a:pt x="1175" y="35"/>
                    </a:lnTo>
                    <a:lnTo>
                      <a:pt x="1174" y="35"/>
                    </a:lnTo>
                    <a:lnTo>
                      <a:pt x="1172" y="35"/>
                    </a:lnTo>
                    <a:lnTo>
                      <a:pt x="1172" y="35"/>
                    </a:lnTo>
                    <a:lnTo>
                      <a:pt x="1170" y="34"/>
                    </a:lnTo>
                    <a:lnTo>
                      <a:pt x="1170" y="34"/>
                    </a:lnTo>
                    <a:lnTo>
                      <a:pt x="1174" y="30"/>
                    </a:lnTo>
                    <a:lnTo>
                      <a:pt x="1172" y="28"/>
                    </a:lnTo>
                    <a:lnTo>
                      <a:pt x="1170" y="30"/>
                    </a:lnTo>
                    <a:lnTo>
                      <a:pt x="1167" y="30"/>
                    </a:lnTo>
                    <a:lnTo>
                      <a:pt x="1167" y="30"/>
                    </a:lnTo>
                    <a:lnTo>
                      <a:pt x="1169" y="28"/>
                    </a:lnTo>
                    <a:lnTo>
                      <a:pt x="1170" y="25"/>
                    </a:lnTo>
                    <a:lnTo>
                      <a:pt x="1170" y="25"/>
                    </a:lnTo>
                    <a:lnTo>
                      <a:pt x="1170" y="23"/>
                    </a:lnTo>
                    <a:lnTo>
                      <a:pt x="1172" y="22"/>
                    </a:lnTo>
                    <a:lnTo>
                      <a:pt x="1172" y="22"/>
                    </a:lnTo>
                    <a:lnTo>
                      <a:pt x="1172" y="22"/>
                    </a:lnTo>
                    <a:lnTo>
                      <a:pt x="1172" y="20"/>
                    </a:lnTo>
                    <a:lnTo>
                      <a:pt x="1174" y="20"/>
                    </a:lnTo>
                    <a:lnTo>
                      <a:pt x="1174" y="18"/>
                    </a:lnTo>
                    <a:lnTo>
                      <a:pt x="1175" y="18"/>
                    </a:lnTo>
                    <a:lnTo>
                      <a:pt x="1177" y="18"/>
                    </a:lnTo>
                    <a:lnTo>
                      <a:pt x="1174" y="17"/>
                    </a:lnTo>
                    <a:lnTo>
                      <a:pt x="1174" y="17"/>
                    </a:lnTo>
                    <a:lnTo>
                      <a:pt x="1172" y="18"/>
                    </a:lnTo>
                    <a:lnTo>
                      <a:pt x="1170" y="20"/>
                    </a:lnTo>
                    <a:lnTo>
                      <a:pt x="1170" y="22"/>
                    </a:lnTo>
                    <a:lnTo>
                      <a:pt x="1169" y="22"/>
                    </a:lnTo>
                    <a:lnTo>
                      <a:pt x="1167" y="22"/>
                    </a:lnTo>
                    <a:lnTo>
                      <a:pt x="1165" y="20"/>
                    </a:lnTo>
                    <a:lnTo>
                      <a:pt x="1164" y="22"/>
                    </a:lnTo>
                    <a:lnTo>
                      <a:pt x="1162" y="23"/>
                    </a:lnTo>
                    <a:lnTo>
                      <a:pt x="1160" y="27"/>
                    </a:lnTo>
                    <a:lnTo>
                      <a:pt x="1158" y="27"/>
                    </a:lnTo>
                    <a:lnTo>
                      <a:pt x="1157" y="27"/>
                    </a:lnTo>
                    <a:lnTo>
                      <a:pt x="1157" y="28"/>
                    </a:lnTo>
                    <a:lnTo>
                      <a:pt x="1157" y="28"/>
                    </a:lnTo>
                    <a:lnTo>
                      <a:pt x="1157" y="28"/>
                    </a:lnTo>
                    <a:lnTo>
                      <a:pt x="1157" y="30"/>
                    </a:lnTo>
                    <a:lnTo>
                      <a:pt x="1155" y="30"/>
                    </a:lnTo>
                    <a:lnTo>
                      <a:pt x="1155" y="30"/>
                    </a:lnTo>
                    <a:lnTo>
                      <a:pt x="1155" y="32"/>
                    </a:lnTo>
                    <a:lnTo>
                      <a:pt x="1155" y="34"/>
                    </a:lnTo>
                    <a:lnTo>
                      <a:pt x="1153" y="34"/>
                    </a:lnTo>
                    <a:lnTo>
                      <a:pt x="1153" y="35"/>
                    </a:lnTo>
                    <a:lnTo>
                      <a:pt x="1153" y="35"/>
                    </a:lnTo>
                    <a:lnTo>
                      <a:pt x="1155" y="35"/>
                    </a:lnTo>
                    <a:lnTo>
                      <a:pt x="1155" y="35"/>
                    </a:lnTo>
                    <a:lnTo>
                      <a:pt x="1155" y="35"/>
                    </a:lnTo>
                    <a:lnTo>
                      <a:pt x="1157" y="37"/>
                    </a:lnTo>
                    <a:lnTo>
                      <a:pt x="1158" y="39"/>
                    </a:lnTo>
                    <a:lnTo>
                      <a:pt x="1158" y="39"/>
                    </a:lnTo>
                    <a:lnTo>
                      <a:pt x="1155" y="40"/>
                    </a:lnTo>
                    <a:lnTo>
                      <a:pt x="1153" y="40"/>
                    </a:lnTo>
                    <a:lnTo>
                      <a:pt x="1153" y="42"/>
                    </a:lnTo>
                    <a:lnTo>
                      <a:pt x="1153" y="42"/>
                    </a:lnTo>
                    <a:lnTo>
                      <a:pt x="1153" y="42"/>
                    </a:lnTo>
                    <a:lnTo>
                      <a:pt x="1152" y="40"/>
                    </a:lnTo>
                    <a:lnTo>
                      <a:pt x="1152" y="40"/>
                    </a:lnTo>
                    <a:lnTo>
                      <a:pt x="1150" y="42"/>
                    </a:lnTo>
                    <a:lnTo>
                      <a:pt x="1150" y="42"/>
                    </a:lnTo>
                    <a:lnTo>
                      <a:pt x="1148" y="42"/>
                    </a:lnTo>
                    <a:lnTo>
                      <a:pt x="1148" y="42"/>
                    </a:lnTo>
                    <a:lnTo>
                      <a:pt x="1147" y="42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39"/>
                    </a:lnTo>
                    <a:lnTo>
                      <a:pt x="1147" y="39"/>
                    </a:lnTo>
                    <a:lnTo>
                      <a:pt x="1145" y="37"/>
                    </a:lnTo>
                    <a:lnTo>
                      <a:pt x="1145" y="34"/>
                    </a:lnTo>
                    <a:lnTo>
                      <a:pt x="1143" y="35"/>
                    </a:lnTo>
                    <a:lnTo>
                      <a:pt x="1145" y="34"/>
                    </a:lnTo>
                    <a:lnTo>
                      <a:pt x="1147" y="32"/>
                    </a:lnTo>
                    <a:lnTo>
                      <a:pt x="1147" y="30"/>
                    </a:lnTo>
                    <a:lnTo>
                      <a:pt x="1145" y="30"/>
                    </a:lnTo>
                    <a:lnTo>
                      <a:pt x="1141" y="30"/>
                    </a:lnTo>
                    <a:lnTo>
                      <a:pt x="1143" y="28"/>
                    </a:lnTo>
                    <a:lnTo>
                      <a:pt x="1141" y="28"/>
                    </a:lnTo>
                    <a:lnTo>
                      <a:pt x="1143" y="27"/>
                    </a:lnTo>
                    <a:lnTo>
                      <a:pt x="1145" y="27"/>
                    </a:lnTo>
                    <a:lnTo>
                      <a:pt x="1147" y="27"/>
                    </a:lnTo>
                    <a:lnTo>
                      <a:pt x="1147" y="25"/>
                    </a:lnTo>
                    <a:lnTo>
                      <a:pt x="1145" y="25"/>
                    </a:lnTo>
                    <a:lnTo>
                      <a:pt x="1141" y="23"/>
                    </a:lnTo>
                    <a:lnTo>
                      <a:pt x="1143" y="23"/>
                    </a:lnTo>
                    <a:lnTo>
                      <a:pt x="1147" y="22"/>
                    </a:lnTo>
                    <a:lnTo>
                      <a:pt x="1147" y="20"/>
                    </a:lnTo>
                    <a:lnTo>
                      <a:pt x="1145" y="20"/>
                    </a:lnTo>
                    <a:lnTo>
                      <a:pt x="1143" y="20"/>
                    </a:lnTo>
                    <a:lnTo>
                      <a:pt x="1143" y="22"/>
                    </a:lnTo>
                    <a:lnTo>
                      <a:pt x="1140" y="23"/>
                    </a:lnTo>
                    <a:lnTo>
                      <a:pt x="1140" y="23"/>
                    </a:lnTo>
                    <a:lnTo>
                      <a:pt x="1138" y="25"/>
                    </a:lnTo>
                    <a:lnTo>
                      <a:pt x="1138" y="23"/>
                    </a:lnTo>
                    <a:lnTo>
                      <a:pt x="1138" y="22"/>
                    </a:lnTo>
                    <a:lnTo>
                      <a:pt x="1140" y="22"/>
                    </a:lnTo>
                    <a:lnTo>
                      <a:pt x="1141" y="20"/>
                    </a:lnTo>
                    <a:lnTo>
                      <a:pt x="1141" y="20"/>
                    </a:lnTo>
                    <a:lnTo>
                      <a:pt x="1140" y="20"/>
                    </a:lnTo>
                    <a:lnTo>
                      <a:pt x="1140" y="20"/>
                    </a:lnTo>
                    <a:lnTo>
                      <a:pt x="1140" y="20"/>
                    </a:lnTo>
                    <a:lnTo>
                      <a:pt x="1140" y="18"/>
                    </a:lnTo>
                    <a:lnTo>
                      <a:pt x="1141" y="17"/>
                    </a:lnTo>
                    <a:lnTo>
                      <a:pt x="1141" y="17"/>
                    </a:lnTo>
                    <a:lnTo>
                      <a:pt x="1140" y="17"/>
                    </a:lnTo>
                    <a:lnTo>
                      <a:pt x="1140" y="17"/>
                    </a:lnTo>
                    <a:lnTo>
                      <a:pt x="1138" y="17"/>
                    </a:lnTo>
                    <a:lnTo>
                      <a:pt x="1136" y="17"/>
                    </a:lnTo>
                    <a:lnTo>
                      <a:pt x="1136" y="17"/>
                    </a:lnTo>
                    <a:lnTo>
                      <a:pt x="1136" y="15"/>
                    </a:lnTo>
                    <a:lnTo>
                      <a:pt x="1136" y="15"/>
                    </a:lnTo>
                    <a:lnTo>
                      <a:pt x="1136" y="13"/>
                    </a:lnTo>
                    <a:lnTo>
                      <a:pt x="1135" y="13"/>
                    </a:lnTo>
                    <a:lnTo>
                      <a:pt x="1135" y="15"/>
                    </a:lnTo>
                    <a:lnTo>
                      <a:pt x="1135" y="15"/>
                    </a:lnTo>
                    <a:lnTo>
                      <a:pt x="1133" y="17"/>
                    </a:lnTo>
                    <a:lnTo>
                      <a:pt x="1133" y="17"/>
                    </a:lnTo>
                    <a:lnTo>
                      <a:pt x="1131" y="17"/>
                    </a:lnTo>
                    <a:lnTo>
                      <a:pt x="1130" y="17"/>
                    </a:lnTo>
                    <a:lnTo>
                      <a:pt x="1130" y="17"/>
                    </a:lnTo>
                    <a:lnTo>
                      <a:pt x="1130" y="18"/>
                    </a:lnTo>
                    <a:lnTo>
                      <a:pt x="1131" y="18"/>
                    </a:lnTo>
                    <a:lnTo>
                      <a:pt x="1135" y="20"/>
                    </a:lnTo>
                    <a:lnTo>
                      <a:pt x="1135" y="20"/>
                    </a:lnTo>
                    <a:lnTo>
                      <a:pt x="1135" y="20"/>
                    </a:lnTo>
                    <a:lnTo>
                      <a:pt x="1136" y="22"/>
                    </a:lnTo>
                    <a:lnTo>
                      <a:pt x="1136" y="23"/>
                    </a:lnTo>
                    <a:lnTo>
                      <a:pt x="1136" y="23"/>
                    </a:lnTo>
                    <a:lnTo>
                      <a:pt x="1136" y="25"/>
                    </a:lnTo>
                    <a:lnTo>
                      <a:pt x="1136" y="25"/>
                    </a:lnTo>
                    <a:lnTo>
                      <a:pt x="1135" y="25"/>
                    </a:lnTo>
                    <a:lnTo>
                      <a:pt x="1131" y="22"/>
                    </a:lnTo>
                    <a:lnTo>
                      <a:pt x="1131" y="22"/>
                    </a:lnTo>
                    <a:lnTo>
                      <a:pt x="1131" y="23"/>
                    </a:lnTo>
                    <a:lnTo>
                      <a:pt x="1131" y="25"/>
                    </a:lnTo>
                    <a:lnTo>
                      <a:pt x="1131" y="25"/>
                    </a:lnTo>
                    <a:lnTo>
                      <a:pt x="1130" y="25"/>
                    </a:lnTo>
                    <a:lnTo>
                      <a:pt x="1130" y="25"/>
                    </a:lnTo>
                    <a:lnTo>
                      <a:pt x="1128" y="23"/>
                    </a:lnTo>
                    <a:lnTo>
                      <a:pt x="1126" y="22"/>
                    </a:lnTo>
                    <a:lnTo>
                      <a:pt x="1126" y="23"/>
                    </a:lnTo>
                    <a:lnTo>
                      <a:pt x="1126" y="25"/>
                    </a:lnTo>
                    <a:lnTo>
                      <a:pt x="1126" y="25"/>
                    </a:lnTo>
                    <a:lnTo>
                      <a:pt x="1126" y="25"/>
                    </a:lnTo>
                    <a:lnTo>
                      <a:pt x="1126" y="27"/>
                    </a:lnTo>
                    <a:lnTo>
                      <a:pt x="1126" y="28"/>
                    </a:lnTo>
                    <a:lnTo>
                      <a:pt x="1128" y="28"/>
                    </a:lnTo>
                    <a:lnTo>
                      <a:pt x="1128" y="30"/>
                    </a:lnTo>
                    <a:lnTo>
                      <a:pt x="1136" y="30"/>
                    </a:lnTo>
                    <a:lnTo>
                      <a:pt x="1140" y="32"/>
                    </a:lnTo>
                    <a:lnTo>
                      <a:pt x="1141" y="35"/>
                    </a:lnTo>
                    <a:lnTo>
                      <a:pt x="1140" y="35"/>
                    </a:lnTo>
                    <a:lnTo>
                      <a:pt x="1140" y="37"/>
                    </a:lnTo>
                    <a:lnTo>
                      <a:pt x="1140" y="39"/>
                    </a:lnTo>
                    <a:lnTo>
                      <a:pt x="1140" y="40"/>
                    </a:lnTo>
                    <a:lnTo>
                      <a:pt x="1140" y="40"/>
                    </a:lnTo>
                    <a:lnTo>
                      <a:pt x="1138" y="42"/>
                    </a:lnTo>
                    <a:lnTo>
                      <a:pt x="1136" y="42"/>
                    </a:lnTo>
                    <a:lnTo>
                      <a:pt x="1136" y="42"/>
                    </a:lnTo>
                    <a:lnTo>
                      <a:pt x="1135" y="42"/>
                    </a:lnTo>
                    <a:lnTo>
                      <a:pt x="1133" y="44"/>
                    </a:lnTo>
                    <a:lnTo>
                      <a:pt x="1133" y="44"/>
                    </a:lnTo>
                    <a:lnTo>
                      <a:pt x="1133" y="45"/>
                    </a:lnTo>
                    <a:lnTo>
                      <a:pt x="1133" y="47"/>
                    </a:lnTo>
                    <a:lnTo>
                      <a:pt x="1135" y="47"/>
                    </a:lnTo>
                    <a:lnTo>
                      <a:pt x="1135" y="49"/>
                    </a:lnTo>
                    <a:lnTo>
                      <a:pt x="1135" y="49"/>
                    </a:lnTo>
                    <a:lnTo>
                      <a:pt x="1133" y="51"/>
                    </a:lnTo>
                    <a:lnTo>
                      <a:pt x="1133" y="51"/>
                    </a:lnTo>
                    <a:lnTo>
                      <a:pt x="1133" y="52"/>
                    </a:lnTo>
                    <a:lnTo>
                      <a:pt x="1133" y="52"/>
                    </a:lnTo>
                    <a:lnTo>
                      <a:pt x="1133" y="54"/>
                    </a:lnTo>
                    <a:lnTo>
                      <a:pt x="1131" y="54"/>
                    </a:lnTo>
                    <a:lnTo>
                      <a:pt x="1130" y="54"/>
                    </a:lnTo>
                    <a:lnTo>
                      <a:pt x="1130" y="54"/>
                    </a:lnTo>
                    <a:lnTo>
                      <a:pt x="1130" y="56"/>
                    </a:lnTo>
                    <a:lnTo>
                      <a:pt x="1128" y="56"/>
                    </a:lnTo>
                    <a:lnTo>
                      <a:pt x="1126" y="56"/>
                    </a:lnTo>
                    <a:lnTo>
                      <a:pt x="1126" y="56"/>
                    </a:lnTo>
                    <a:lnTo>
                      <a:pt x="1126" y="57"/>
                    </a:lnTo>
                    <a:lnTo>
                      <a:pt x="1126" y="57"/>
                    </a:lnTo>
                    <a:lnTo>
                      <a:pt x="1126" y="57"/>
                    </a:lnTo>
                    <a:lnTo>
                      <a:pt x="1128" y="59"/>
                    </a:lnTo>
                    <a:lnTo>
                      <a:pt x="1128" y="59"/>
                    </a:lnTo>
                    <a:lnTo>
                      <a:pt x="1128" y="59"/>
                    </a:lnTo>
                    <a:lnTo>
                      <a:pt x="1130" y="59"/>
                    </a:lnTo>
                    <a:lnTo>
                      <a:pt x="1130" y="61"/>
                    </a:lnTo>
                    <a:lnTo>
                      <a:pt x="1130" y="62"/>
                    </a:lnTo>
                    <a:lnTo>
                      <a:pt x="1131" y="62"/>
                    </a:lnTo>
                    <a:lnTo>
                      <a:pt x="1131" y="64"/>
                    </a:lnTo>
                    <a:lnTo>
                      <a:pt x="1131" y="64"/>
                    </a:lnTo>
                    <a:lnTo>
                      <a:pt x="1131" y="66"/>
                    </a:lnTo>
                    <a:lnTo>
                      <a:pt x="1131" y="68"/>
                    </a:lnTo>
                    <a:lnTo>
                      <a:pt x="1131" y="68"/>
                    </a:lnTo>
                    <a:lnTo>
                      <a:pt x="1130" y="68"/>
                    </a:lnTo>
                    <a:lnTo>
                      <a:pt x="1130" y="68"/>
                    </a:lnTo>
                    <a:lnTo>
                      <a:pt x="1128" y="68"/>
                    </a:lnTo>
                    <a:lnTo>
                      <a:pt x="1128" y="68"/>
                    </a:lnTo>
                    <a:lnTo>
                      <a:pt x="1128" y="69"/>
                    </a:lnTo>
                    <a:lnTo>
                      <a:pt x="1128" y="69"/>
                    </a:lnTo>
                    <a:lnTo>
                      <a:pt x="1126" y="69"/>
                    </a:lnTo>
                    <a:lnTo>
                      <a:pt x="1126" y="69"/>
                    </a:lnTo>
                    <a:lnTo>
                      <a:pt x="1125" y="69"/>
                    </a:lnTo>
                    <a:lnTo>
                      <a:pt x="1125" y="68"/>
                    </a:lnTo>
                    <a:lnTo>
                      <a:pt x="1125" y="68"/>
                    </a:lnTo>
                    <a:lnTo>
                      <a:pt x="1121" y="68"/>
                    </a:lnTo>
                    <a:lnTo>
                      <a:pt x="1121" y="68"/>
                    </a:lnTo>
                    <a:lnTo>
                      <a:pt x="1121" y="69"/>
                    </a:lnTo>
                    <a:lnTo>
                      <a:pt x="1121" y="71"/>
                    </a:lnTo>
                    <a:lnTo>
                      <a:pt x="1119" y="71"/>
                    </a:lnTo>
                    <a:lnTo>
                      <a:pt x="1119" y="71"/>
                    </a:lnTo>
                    <a:lnTo>
                      <a:pt x="1119" y="73"/>
                    </a:lnTo>
                    <a:lnTo>
                      <a:pt x="1119" y="73"/>
                    </a:lnTo>
                    <a:lnTo>
                      <a:pt x="1121" y="74"/>
                    </a:lnTo>
                    <a:lnTo>
                      <a:pt x="1121" y="74"/>
                    </a:lnTo>
                    <a:lnTo>
                      <a:pt x="1121" y="74"/>
                    </a:lnTo>
                    <a:lnTo>
                      <a:pt x="1121" y="78"/>
                    </a:lnTo>
                    <a:lnTo>
                      <a:pt x="1119" y="78"/>
                    </a:lnTo>
                    <a:lnTo>
                      <a:pt x="1118" y="78"/>
                    </a:lnTo>
                    <a:lnTo>
                      <a:pt x="1116" y="74"/>
                    </a:lnTo>
                    <a:lnTo>
                      <a:pt x="1114" y="74"/>
                    </a:lnTo>
                    <a:lnTo>
                      <a:pt x="1114" y="74"/>
                    </a:lnTo>
                    <a:lnTo>
                      <a:pt x="1114" y="73"/>
                    </a:lnTo>
                    <a:lnTo>
                      <a:pt x="1113" y="73"/>
                    </a:lnTo>
                    <a:lnTo>
                      <a:pt x="1113" y="71"/>
                    </a:lnTo>
                    <a:lnTo>
                      <a:pt x="1114" y="71"/>
                    </a:lnTo>
                    <a:lnTo>
                      <a:pt x="1114" y="69"/>
                    </a:lnTo>
                    <a:lnTo>
                      <a:pt x="1113" y="69"/>
                    </a:lnTo>
                    <a:lnTo>
                      <a:pt x="1113" y="69"/>
                    </a:lnTo>
                    <a:lnTo>
                      <a:pt x="1114" y="68"/>
                    </a:lnTo>
                    <a:lnTo>
                      <a:pt x="1113" y="64"/>
                    </a:lnTo>
                    <a:lnTo>
                      <a:pt x="1114" y="64"/>
                    </a:lnTo>
                    <a:lnTo>
                      <a:pt x="1114" y="64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3" y="62"/>
                    </a:lnTo>
                    <a:lnTo>
                      <a:pt x="1113" y="62"/>
                    </a:lnTo>
                    <a:lnTo>
                      <a:pt x="1113" y="62"/>
                    </a:lnTo>
                    <a:lnTo>
                      <a:pt x="1111" y="62"/>
                    </a:lnTo>
                    <a:lnTo>
                      <a:pt x="1111" y="62"/>
                    </a:lnTo>
                    <a:lnTo>
                      <a:pt x="1111" y="62"/>
                    </a:lnTo>
                    <a:lnTo>
                      <a:pt x="1111" y="61"/>
                    </a:lnTo>
                    <a:lnTo>
                      <a:pt x="1111" y="61"/>
                    </a:lnTo>
                    <a:lnTo>
                      <a:pt x="1111" y="61"/>
                    </a:lnTo>
                    <a:lnTo>
                      <a:pt x="1109" y="61"/>
                    </a:lnTo>
                    <a:lnTo>
                      <a:pt x="1109" y="61"/>
                    </a:lnTo>
                    <a:lnTo>
                      <a:pt x="1109" y="62"/>
                    </a:lnTo>
                    <a:lnTo>
                      <a:pt x="1108" y="62"/>
                    </a:lnTo>
                    <a:lnTo>
                      <a:pt x="1104" y="64"/>
                    </a:lnTo>
                    <a:lnTo>
                      <a:pt x="1106" y="61"/>
                    </a:lnTo>
                    <a:lnTo>
                      <a:pt x="1106" y="61"/>
                    </a:lnTo>
                    <a:lnTo>
                      <a:pt x="1104" y="61"/>
                    </a:lnTo>
                    <a:lnTo>
                      <a:pt x="1106" y="59"/>
                    </a:lnTo>
                    <a:lnTo>
                      <a:pt x="1104" y="57"/>
                    </a:lnTo>
                    <a:lnTo>
                      <a:pt x="1104" y="57"/>
                    </a:lnTo>
                    <a:lnTo>
                      <a:pt x="1102" y="59"/>
                    </a:lnTo>
                    <a:lnTo>
                      <a:pt x="1102" y="64"/>
                    </a:lnTo>
                    <a:lnTo>
                      <a:pt x="1102" y="66"/>
                    </a:lnTo>
                    <a:lnTo>
                      <a:pt x="1102" y="66"/>
                    </a:lnTo>
                    <a:lnTo>
                      <a:pt x="1097" y="76"/>
                    </a:lnTo>
                    <a:lnTo>
                      <a:pt x="1097" y="78"/>
                    </a:lnTo>
                    <a:lnTo>
                      <a:pt x="1097" y="74"/>
                    </a:lnTo>
                    <a:lnTo>
                      <a:pt x="1101" y="68"/>
                    </a:lnTo>
                    <a:lnTo>
                      <a:pt x="1101" y="64"/>
                    </a:lnTo>
                    <a:lnTo>
                      <a:pt x="1099" y="62"/>
                    </a:lnTo>
                    <a:lnTo>
                      <a:pt x="1099" y="54"/>
                    </a:lnTo>
                    <a:lnTo>
                      <a:pt x="1099" y="54"/>
                    </a:lnTo>
                    <a:lnTo>
                      <a:pt x="1099" y="52"/>
                    </a:lnTo>
                    <a:lnTo>
                      <a:pt x="1099" y="52"/>
                    </a:lnTo>
                    <a:lnTo>
                      <a:pt x="1099" y="52"/>
                    </a:lnTo>
                    <a:lnTo>
                      <a:pt x="1099" y="51"/>
                    </a:lnTo>
                    <a:lnTo>
                      <a:pt x="1101" y="52"/>
                    </a:lnTo>
                    <a:lnTo>
                      <a:pt x="1101" y="52"/>
                    </a:lnTo>
                    <a:lnTo>
                      <a:pt x="1102" y="52"/>
                    </a:lnTo>
                    <a:lnTo>
                      <a:pt x="1102" y="52"/>
                    </a:lnTo>
                    <a:lnTo>
                      <a:pt x="1104" y="51"/>
                    </a:lnTo>
                    <a:lnTo>
                      <a:pt x="1104" y="51"/>
                    </a:lnTo>
                    <a:lnTo>
                      <a:pt x="1102" y="49"/>
                    </a:lnTo>
                    <a:lnTo>
                      <a:pt x="1104" y="47"/>
                    </a:lnTo>
                    <a:lnTo>
                      <a:pt x="1104" y="47"/>
                    </a:lnTo>
                    <a:lnTo>
                      <a:pt x="1104" y="45"/>
                    </a:lnTo>
                    <a:lnTo>
                      <a:pt x="1104" y="47"/>
                    </a:lnTo>
                    <a:lnTo>
                      <a:pt x="1102" y="47"/>
                    </a:lnTo>
                    <a:lnTo>
                      <a:pt x="1102" y="47"/>
                    </a:lnTo>
                    <a:lnTo>
                      <a:pt x="1102" y="49"/>
                    </a:lnTo>
                    <a:lnTo>
                      <a:pt x="1101" y="47"/>
                    </a:lnTo>
                    <a:lnTo>
                      <a:pt x="1099" y="45"/>
                    </a:lnTo>
                    <a:lnTo>
                      <a:pt x="1099" y="45"/>
                    </a:lnTo>
                    <a:lnTo>
                      <a:pt x="1097" y="45"/>
                    </a:lnTo>
                    <a:lnTo>
                      <a:pt x="1097" y="45"/>
                    </a:lnTo>
                    <a:lnTo>
                      <a:pt x="1097" y="45"/>
                    </a:lnTo>
                    <a:lnTo>
                      <a:pt x="1097" y="44"/>
                    </a:lnTo>
                    <a:lnTo>
                      <a:pt x="1096" y="42"/>
                    </a:lnTo>
                    <a:lnTo>
                      <a:pt x="1094" y="42"/>
                    </a:lnTo>
                    <a:lnTo>
                      <a:pt x="1094" y="44"/>
                    </a:lnTo>
                    <a:lnTo>
                      <a:pt x="1092" y="44"/>
                    </a:lnTo>
                    <a:lnTo>
                      <a:pt x="1092" y="44"/>
                    </a:lnTo>
                    <a:lnTo>
                      <a:pt x="1092" y="45"/>
                    </a:lnTo>
                    <a:lnTo>
                      <a:pt x="1094" y="45"/>
                    </a:lnTo>
                    <a:lnTo>
                      <a:pt x="1094" y="47"/>
                    </a:lnTo>
                    <a:lnTo>
                      <a:pt x="1092" y="47"/>
                    </a:lnTo>
                    <a:lnTo>
                      <a:pt x="1092" y="49"/>
                    </a:lnTo>
                    <a:lnTo>
                      <a:pt x="1092" y="51"/>
                    </a:lnTo>
                    <a:lnTo>
                      <a:pt x="1092" y="52"/>
                    </a:lnTo>
                    <a:lnTo>
                      <a:pt x="1092" y="54"/>
                    </a:lnTo>
                    <a:lnTo>
                      <a:pt x="1094" y="54"/>
                    </a:lnTo>
                    <a:lnTo>
                      <a:pt x="1094" y="56"/>
                    </a:lnTo>
                    <a:lnTo>
                      <a:pt x="1096" y="57"/>
                    </a:lnTo>
                    <a:lnTo>
                      <a:pt x="1094" y="59"/>
                    </a:lnTo>
                    <a:lnTo>
                      <a:pt x="1094" y="61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8"/>
                    </a:lnTo>
                    <a:lnTo>
                      <a:pt x="1092" y="68"/>
                    </a:lnTo>
                    <a:lnTo>
                      <a:pt x="1092" y="68"/>
                    </a:lnTo>
                    <a:lnTo>
                      <a:pt x="1092" y="68"/>
                    </a:lnTo>
                    <a:lnTo>
                      <a:pt x="1092" y="69"/>
                    </a:lnTo>
                    <a:lnTo>
                      <a:pt x="1092" y="69"/>
                    </a:lnTo>
                    <a:lnTo>
                      <a:pt x="1092" y="69"/>
                    </a:lnTo>
                    <a:lnTo>
                      <a:pt x="1092" y="71"/>
                    </a:lnTo>
                    <a:lnTo>
                      <a:pt x="1091" y="71"/>
                    </a:lnTo>
                    <a:lnTo>
                      <a:pt x="1089" y="71"/>
                    </a:lnTo>
                    <a:lnTo>
                      <a:pt x="1087" y="69"/>
                    </a:lnTo>
                    <a:lnTo>
                      <a:pt x="1087" y="69"/>
                    </a:lnTo>
                    <a:lnTo>
                      <a:pt x="1089" y="69"/>
                    </a:lnTo>
                    <a:lnTo>
                      <a:pt x="1089" y="68"/>
                    </a:lnTo>
                    <a:lnTo>
                      <a:pt x="1089" y="66"/>
                    </a:lnTo>
                    <a:lnTo>
                      <a:pt x="1089" y="66"/>
                    </a:lnTo>
                    <a:lnTo>
                      <a:pt x="1087" y="66"/>
                    </a:lnTo>
                    <a:lnTo>
                      <a:pt x="1087" y="66"/>
                    </a:lnTo>
                    <a:lnTo>
                      <a:pt x="1087" y="66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4" y="66"/>
                    </a:lnTo>
                    <a:lnTo>
                      <a:pt x="1084" y="66"/>
                    </a:lnTo>
                    <a:lnTo>
                      <a:pt x="1084" y="68"/>
                    </a:lnTo>
                    <a:lnTo>
                      <a:pt x="1084" y="69"/>
                    </a:lnTo>
                    <a:lnTo>
                      <a:pt x="1082" y="68"/>
                    </a:lnTo>
                    <a:lnTo>
                      <a:pt x="1082" y="69"/>
                    </a:lnTo>
                    <a:lnTo>
                      <a:pt x="1082" y="69"/>
                    </a:lnTo>
                    <a:lnTo>
                      <a:pt x="1082" y="71"/>
                    </a:lnTo>
                    <a:lnTo>
                      <a:pt x="1082" y="71"/>
                    </a:lnTo>
                    <a:lnTo>
                      <a:pt x="1082" y="71"/>
                    </a:lnTo>
                    <a:lnTo>
                      <a:pt x="1082" y="73"/>
                    </a:lnTo>
                    <a:lnTo>
                      <a:pt x="1082" y="73"/>
                    </a:lnTo>
                    <a:lnTo>
                      <a:pt x="1082" y="74"/>
                    </a:lnTo>
                    <a:lnTo>
                      <a:pt x="1080" y="74"/>
                    </a:lnTo>
                    <a:lnTo>
                      <a:pt x="1080" y="74"/>
                    </a:lnTo>
                    <a:lnTo>
                      <a:pt x="1080" y="76"/>
                    </a:lnTo>
                    <a:lnTo>
                      <a:pt x="1080" y="78"/>
                    </a:lnTo>
                    <a:lnTo>
                      <a:pt x="1080" y="78"/>
                    </a:lnTo>
                    <a:lnTo>
                      <a:pt x="1079" y="78"/>
                    </a:lnTo>
                    <a:lnTo>
                      <a:pt x="1077" y="71"/>
                    </a:lnTo>
                    <a:lnTo>
                      <a:pt x="1075" y="69"/>
                    </a:lnTo>
                    <a:lnTo>
                      <a:pt x="1075" y="71"/>
                    </a:lnTo>
                    <a:lnTo>
                      <a:pt x="1074" y="73"/>
                    </a:lnTo>
                    <a:lnTo>
                      <a:pt x="1072" y="74"/>
                    </a:lnTo>
                    <a:lnTo>
                      <a:pt x="1072" y="76"/>
                    </a:lnTo>
                    <a:lnTo>
                      <a:pt x="1072" y="73"/>
                    </a:lnTo>
                    <a:lnTo>
                      <a:pt x="1072" y="73"/>
                    </a:lnTo>
                    <a:lnTo>
                      <a:pt x="1072" y="66"/>
                    </a:lnTo>
                    <a:lnTo>
                      <a:pt x="1072" y="66"/>
                    </a:lnTo>
                    <a:lnTo>
                      <a:pt x="1072" y="66"/>
                    </a:lnTo>
                    <a:lnTo>
                      <a:pt x="1070" y="68"/>
                    </a:lnTo>
                    <a:lnTo>
                      <a:pt x="1070" y="69"/>
                    </a:lnTo>
                    <a:lnTo>
                      <a:pt x="1070" y="71"/>
                    </a:lnTo>
                    <a:lnTo>
                      <a:pt x="1070" y="71"/>
                    </a:lnTo>
                    <a:lnTo>
                      <a:pt x="1068" y="73"/>
                    </a:lnTo>
                    <a:lnTo>
                      <a:pt x="1068" y="73"/>
                    </a:lnTo>
                    <a:lnTo>
                      <a:pt x="1067" y="73"/>
                    </a:lnTo>
                    <a:lnTo>
                      <a:pt x="1065" y="73"/>
                    </a:lnTo>
                    <a:lnTo>
                      <a:pt x="1063" y="74"/>
                    </a:lnTo>
                    <a:lnTo>
                      <a:pt x="1062" y="76"/>
                    </a:lnTo>
                    <a:lnTo>
                      <a:pt x="1062" y="78"/>
                    </a:lnTo>
                    <a:lnTo>
                      <a:pt x="1063" y="78"/>
                    </a:lnTo>
                    <a:lnTo>
                      <a:pt x="1067" y="78"/>
                    </a:lnTo>
                    <a:lnTo>
                      <a:pt x="1068" y="78"/>
                    </a:lnTo>
                    <a:lnTo>
                      <a:pt x="1067" y="79"/>
                    </a:lnTo>
                    <a:lnTo>
                      <a:pt x="1065" y="79"/>
                    </a:lnTo>
                    <a:lnTo>
                      <a:pt x="1065" y="79"/>
                    </a:lnTo>
                    <a:lnTo>
                      <a:pt x="1063" y="81"/>
                    </a:lnTo>
                    <a:lnTo>
                      <a:pt x="1063" y="81"/>
                    </a:lnTo>
                    <a:lnTo>
                      <a:pt x="1060" y="79"/>
                    </a:lnTo>
                    <a:lnTo>
                      <a:pt x="1060" y="81"/>
                    </a:lnTo>
                    <a:lnTo>
                      <a:pt x="1058" y="83"/>
                    </a:lnTo>
                    <a:lnTo>
                      <a:pt x="1060" y="83"/>
                    </a:lnTo>
                    <a:lnTo>
                      <a:pt x="1058" y="83"/>
                    </a:lnTo>
                    <a:lnTo>
                      <a:pt x="1058" y="83"/>
                    </a:lnTo>
                    <a:lnTo>
                      <a:pt x="1058" y="83"/>
                    </a:lnTo>
                    <a:lnTo>
                      <a:pt x="1057" y="83"/>
                    </a:lnTo>
                    <a:lnTo>
                      <a:pt x="1057" y="85"/>
                    </a:lnTo>
                    <a:lnTo>
                      <a:pt x="1057" y="85"/>
                    </a:lnTo>
                    <a:lnTo>
                      <a:pt x="1057" y="85"/>
                    </a:lnTo>
                    <a:lnTo>
                      <a:pt x="1057" y="86"/>
                    </a:lnTo>
                    <a:lnTo>
                      <a:pt x="1057" y="86"/>
                    </a:lnTo>
                    <a:lnTo>
                      <a:pt x="1055" y="86"/>
                    </a:lnTo>
                    <a:lnTo>
                      <a:pt x="1055" y="86"/>
                    </a:lnTo>
                    <a:lnTo>
                      <a:pt x="1053" y="86"/>
                    </a:lnTo>
                    <a:lnTo>
                      <a:pt x="1053" y="88"/>
                    </a:lnTo>
                    <a:lnTo>
                      <a:pt x="1053" y="88"/>
                    </a:lnTo>
                    <a:lnTo>
                      <a:pt x="1055" y="88"/>
                    </a:lnTo>
                    <a:lnTo>
                      <a:pt x="1055" y="90"/>
                    </a:lnTo>
                    <a:lnTo>
                      <a:pt x="1055" y="90"/>
                    </a:lnTo>
                    <a:lnTo>
                      <a:pt x="1055" y="90"/>
                    </a:lnTo>
                    <a:lnTo>
                      <a:pt x="1057" y="90"/>
                    </a:lnTo>
                    <a:lnTo>
                      <a:pt x="1057" y="90"/>
                    </a:lnTo>
                    <a:lnTo>
                      <a:pt x="1058" y="90"/>
                    </a:lnTo>
                    <a:lnTo>
                      <a:pt x="1058" y="95"/>
                    </a:lnTo>
                    <a:lnTo>
                      <a:pt x="1060" y="96"/>
                    </a:lnTo>
                    <a:lnTo>
                      <a:pt x="1062" y="96"/>
                    </a:lnTo>
                    <a:lnTo>
                      <a:pt x="1062" y="96"/>
                    </a:lnTo>
                    <a:lnTo>
                      <a:pt x="1065" y="96"/>
                    </a:lnTo>
                    <a:lnTo>
                      <a:pt x="1067" y="98"/>
                    </a:lnTo>
                    <a:lnTo>
                      <a:pt x="1068" y="100"/>
                    </a:lnTo>
                    <a:lnTo>
                      <a:pt x="1067" y="100"/>
                    </a:lnTo>
                    <a:lnTo>
                      <a:pt x="1067" y="101"/>
                    </a:lnTo>
                    <a:lnTo>
                      <a:pt x="1067" y="101"/>
                    </a:lnTo>
                    <a:lnTo>
                      <a:pt x="1067" y="101"/>
                    </a:lnTo>
                    <a:lnTo>
                      <a:pt x="1065" y="103"/>
                    </a:lnTo>
                    <a:lnTo>
                      <a:pt x="1065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2" y="101"/>
                    </a:lnTo>
                    <a:lnTo>
                      <a:pt x="1060" y="101"/>
                    </a:lnTo>
                    <a:lnTo>
                      <a:pt x="1060" y="101"/>
                    </a:lnTo>
                    <a:lnTo>
                      <a:pt x="1060" y="103"/>
                    </a:lnTo>
                    <a:lnTo>
                      <a:pt x="1060" y="103"/>
                    </a:lnTo>
                    <a:lnTo>
                      <a:pt x="1058" y="103"/>
                    </a:lnTo>
                    <a:lnTo>
                      <a:pt x="1058" y="103"/>
                    </a:lnTo>
                    <a:lnTo>
                      <a:pt x="1058" y="105"/>
                    </a:lnTo>
                    <a:lnTo>
                      <a:pt x="1058" y="105"/>
                    </a:lnTo>
                    <a:lnTo>
                      <a:pt x="1060" y="105"/>
                    </a:lnTo>
                    <a:lnTo>
                      <a:pt x="1060" y="105"/>
                    </a:lnTo>
                    <a:lnTo>
                      <a:pt x="1060" y="105"/>
                    </a:lnTo>
                    <a:lnTo>
                      <a:pt x="1062" y="105"/>
                    </a:lnTo>
                    <a:lnTo>
                      <a:pt x="1062" y="105"/>
                    </a:lnTo>
                    <a:lnTo>
                      <a:pt x="1062" y="105"/>
                    </a:lnTo>
                    <a:lnTo>
                      <a:pt x="1063" y="107"/>
                    </a:lnTo>
                    <a:lnTo>
                      <a:pt x="1063" y="107"/>
                    </a:lnTo>
                    <a:lnTo>
                      <a:pt x="1063" y="107"/>
                    </a:lnTo>
                    <a:lnTo>
                      <a:pt x="1065" y="107"/>
                    </a:lnTo>
                    <a:lnTo>
                      <a:pt x="1065" y="105"/>
                    </a:lnTo>
                    <a:lnTo>
                      <a:pt x="1067" y="105"/>
                    </a:lnTo>
                    <a:lnTo>
                      <a:pt x="1065" y="107"/>
                    </a:lnTo>
                    <a:lnTo>
                      <a:pt x="1065" y="107"/>
                    </a:lnTo>
                    <a:lnTo>
                      <a:pt x="1065" y="108"/>
                    </a:lnTo>
                    <a:lnTo>
                      <a:pt x="1067" y="108"/>
                    </a:lnTo>
                    <a:lnTo>
                      <a:pt x="1067" y="108"/>
                    </a:lnTo>
                    <a:lnTo>
                      <a:pt x="1067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2" y="108"/>
                    </a:lnTo>
                    <a:lnTo>
                      <a:pt x="1072" y="108"/>
                    </a:lnTo>
                    <a:lnTo>
                      <a:pt x="1074" y="110"/>
                    </a:lnTo>
                    <a:lnTo>
                      <a:pt x="1075" y="110"/>
                    </a:lnTo>
                    <a:lnTo>
                      <a:pt x="1077" y="110"/>
                    </a:lnTo>
                    <a:lnTo>
                      <a:pt x="1079" y="110"/>
                    </a:lnTo>
                    <a:lnTo>
                      <a:pt x="1079" y="112"/>
                    </a:lnTo>
                    <a:lnTo>
                      <a:pt x="1077" y="112"/>
                    </a:lnTo>
                    <a:lnTo>
                      <a:pt x="1075" y="113"/>
                    </a:lnTo>
                    <a:lnTo>
                      <a:pt x="1075" y="113"/>
                    </a:lnTo>
                    <a:lnTo>
                      <a:pt x="1074" y="113"/>
                    </a:lnTo>
                    <a:lnTo>
                      <a:pt x="1074" y="113"/>
                    </a:lnTo>
                    <a:lnTo>
                      <a:pt x="1074" y="115"/>
                    </a:lnTo>
                    <a:lnTo>
                      <a:pt x="1074" y="115"/>
                    </a:lnTo>
                    <a:lnTo>
                      <a:pt x="1075" y="115"/>
                    </a:lnTo>
                    <a:lnTo>
                      <a:pt x="1075" y="115"/>
                    </a:lnTo>
                    <a:lnTo>
                      <a:pt x="1075" y="115"/>
                    </a:lnTo>
                    <a:lnTo>
                      <a:pt x="1075" y="117"/>
                    </a:lnTo>
                    <a:lnTo>
                      <a:pt x="1075" y="117"/>
                    </a:lnTo>
                    <a:lnTo>
                      <a:pt x="1074" y="117"/>
                    </a:lnTo>
                    <a:lnTo>
                      <a:pt x="1074" y="117"/>
                    </a:lnTo>
                    <a:lnTo>
                      <a:pt x="1074" y="117"/>
                    </a:lnTo>
                    <a:lnTo>
                      <a:pt x="1074" y="118"/>
                    </a:lnTo>
                    <a:lnTo>
                      <a:pt x="1075" y="118"/>
                    </a:lnTo>
                    <a:lnTo>
                      <a:pt x="1075" y="120"/>
                    </a:lnTo>
                    <a:lnTo>
                      <a:pt x="1079" y="118"/>
                    </a:lnTo>
                    <a:lnTo>
                      <a:pt x="1079" y="120"/>
                    </a:lnTo>
                    <a:lnTo>
                      <a:pt x="1079" y="122"/>
                    </a:lnTo>
                    <a:lnTo>
                      <a:pt x="1079" y="122"/>
                    </a:lnTo>
                    <a:lnTo>
                      <a:pt x="1072" y="120"/>
                    </a:lnTo>
                    <a:lnTo>
                      <a:pt x="1070" y="122"/>
                    </a:lnTo>
                    <a:lnTo>
                      <a:pt x="1070" y="122"/>
                    </a:lnTo>
                    <a:lnTo>
                      <a:pt x="1068" y="122"/>
                    </a:lnTo>
                    <a:lnTo>
                      <a:pt x="1067" y="122"/>
                    </a:lnTo>
                    <a:lnTo>
                      <a:pt x="1065" y="120"/>
                    </a:lnTo>
                    <a:lnTo>
                      <a:pt x="1065" y="120"/>
                    </a:lnTo>
                    <a:lnTo>
                      <a:pt x="1067" y="118"/>
                    </a:lnTo>
                    <a:lnTo>
                      <a:pt x="1067" y="118"/>
                    </a:lnTo>
                    <a:lnTo>
                      <a:pt x="1065" y="117"/>
                    </a:lnTo>
                    <a:lnTo>
                      <a:pt x="1063" y="117"/>
                    </a:lnTo>
                    <a:lnTo>
                      <a:pt x="1063" y="117"/>
                    </a:lnTo>
                    <a:lnTo>
                      <a:pt x="1063" y="115"/>
                    </a:lnTo>
                    <a:lnTo>
                      <a:pt x="1062" y="115"/>
                    </a:lnTo>
                    <a:lnTo>
                      <a:pt x="1062" y="115"/>
                    </a:lnTo>
                    <a:lnTo>
                      <a:pt x="1060" y="113"/>
                    </a:lnTo>
                    <a:lnTo>
                      <a:pt x="1060" y="113"/>
                    </a:lnTo>
                    <a:lnTo>
                      <a:pt x="1058" y="113"/>
                    </a:lnTo>
                    <a:lnTo>
                      <a:pt x="1057" y="113"/>
                    </a:lnTo>
                    <a:lnTo>
                      <a:pt x="1057" y="112"/>
                    </a:lnTo>
                    <a:lnTo>
                      <a:pt x="1057" y="110"/>
                    </a:lnTo>
                    <a:lnTo>
                      <a:pt x="1055" y="112"/>
                    </a:lnTo>
                    <a:lnTo>
                      <a:pt x="1055" y="113"/>
                    </a:lnTo>
                    <a:lnTo>
                      <a:pt x="1055" y="115"/>
                    </a:lnTo>
                    <a:lnTo>
                      <a:pt x="1057" y="118"/>
                    </a:lnTo>
                    <a:lnTo>
                      <a:pt x="1057" y="120"/>
                    </a:lnTo>
                    <a:lnTo>
                      <a:pt x="1057" y="120"/>
                    </a:lnTo>
                    <a:lnTo>
                      <a:pt x="1057" y="122"/>
                    </a:lnTo>
                    <a:lnTo>
                      <a:pt x="1057" y="122"/>
                    </a:lnTo>
                    <a:lnTo>
                      <a:pt x="1057" y="122"/>
                    </a:lnTo>
                    <a:lnTo>
                      <a:pt x="1057" y="124"/>
                    </a:lnTo>
                    <a:lnTo>
                      <a:pt x="1055" y="122"/>
                    </a:lnTo>
                    <a:lnTo>
                      <a:pt x="1053" y="120"/>
                    </a:lnTo>
                    <a:lnTo>
                      <a:pt x="1053" y="118"/>
                    </a:lnTo>
                    <a:lnTo>
                      <a:pt x="1053" y="118"/>
                    </a:lnTo>
                    <a:lnTo>
                      <a:pt x="1052" y="115"/>
                    </a:lnTo>
                    <a:lnTo>
                      <a:pt x="1052" y="115"/>
                    </a:lnTo>
                    <a:lnTo>
                      <a:pt x="1053" y="113"/>
                    </a:lnTo>
                    <a:lnTo>
                      <a:pt x="1053" y="113"/>
                    </a:lnTo>
                    <a:lnTo>
                      <a:pt x="1053" y="113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0" y="112"/>
                    </a:lnTo>
                    <a:lnTo>
                      <a:pt x="1050" y="113"/>
                    </a:lnTo>
                    <a:lnTo>
                      <a:pt x="1048" y="115"/>
                    </a:lnTo>
                    <a:lnTo>
                      <a:pt x="1048" y="112"/>
                    </a:lnTo>
                    <a:lnTo>
                      <a:pt x="1046" y="112"/>
                    </a:lnTo>
                    <a:lnTo>
                      <a:pt x="1046" y="110"/>
                    </a:lnTo>
                    <a:lnTo>
                      <a:pt x="1050" y="108"/>
                    </a:lnTo>
                    <a:lnTo>
                      <a:pt x="1048" y="107"/>
                    </a:lnTo>
                    <a:lnTo>
                      <a:pt x="1048" y="107"/>
                    </a:lnTo>
                    <a:lnTo>
                      <a:pt x="1046" y="107"/>
                    </a:lnTo>
                    <a:lnTo>
                      <a:pt x="1046" y="108"/>
                    </a:lnTo>
                    <a:lnTo>
                      <a:pt x="1045" y="108"/>
                    </a:lnTo>
                    <a:lnTo>
                      <a:pt x="1043" y="107"/>
                    </a:lnTo>
                    <a:lnTo>
                      <a:pt x="1043" y="107"/>
                    </a:lnTo>
                    <a:lnTo>
                      <a:pt x="1041" y="107"/>
                    </a:lnTo>
                    <a:lnTo>
                      <a:pt x="1043" y="108"/>
                    </a:lnTo>
                    <a:lnTo>
                      <a:pt x="1043" y="110"/>
                    </a:lnTo>
                    <a:lnTo>
                      <a:pt x="1043" y="112"/>
                    </a:lnTo>
                    <a:lnTo>
                      <a:pt x="1043" y="112"/>
                    </a:lnTo>
                    <a:lnTo>
                      <a:pt x="1045" y="113"/>
                    </a:lnTo>
                    <a:lnTo>
                      <a:pt x="1045" y="115"/>
                    </a:lnTo>
                    <a:lnTo>
                      <a:pt x="1045" y="117"/>
                    </a:lnTo>
                    <a:lnTo>
                      <a:pt x="1043" y="118"/>
                    </a:lnTo>
                    <a:lnTo>
                      <a:pt x="1043" y="117"/>
                    </a:lnTo>
                    <a:lnTo>
                      <a:pt x="1041" y="118"/>
                    </a:lnTo>
                    <a:lnTo>
                      <a:pt x="1040" y="120"/>
                    </a:lnTo>
                    <a:lnTo>
                      <a:pt x="1038" y="120"/>
                    </a:lnTo>
                    <a:lnTo>
                      <a:pt x="1038" y="118"/>
                    </a:lnTo>
                    <a:lnTo>
                      <a:pt x="1036" y="118"/>
                    </a:lnTo>
                    <a:lnTo>
                      <a:pt x="1035" y="118"/>
                    </a:lnTo>
                    <a:lnTo>
                      <a:pt x="1035" y="118"/>
                    </a:lnTo>
                    <a:lnTo>
                      <a:pt x="1033" y="118"/>
                    </a:lnTo>
                    <a:lnTo>
                      <a:pt x="1031" y="118"/>
                    </a:lnTo>
                    <a:lnTo>
                      <a:pt x="1031" y="118"/>
                    </a:lnTo>
                    <a:lnTo>
                      <a:pt x="1029" y="118"/>
                    </a:lnTo>
                    <a:lnTo>
                      <a:pt x="1029" y="120"/>
                    </a:lnTo>
                    <a:lnTo>
                      <a:pt x="1029" y="120"/>
                    </a:lnTo>
                    <a:lnTo>
                      <a:pt x="1029" y="120"/>
                    </a:lnTo>
                    <a:lnTo>
                      <a:pt x="1028" y="122"/>
                    </a:lnTo>
                    <a:lnTo>
                      <a:pt x="1028" y="122"/>
                    </a:lnTo>
                    <a:lnTo>
                      <a:pt x="1028" y="124"/>
                    </a:lnTo>
                    <a:lnTo>
                      <a:pt x="1028" y="124"/>
                    </a:lnTo>
                    <a:lnTo>
                      <a:pt x="1029" y="124"/>
                    </a:lnTo>
                    <a:lnTo>
                      <a:pt x="1031" y="124"/>
                    </a:lnTo>
                    <a:lnTo>
                      <a:pt x="1031" y="124"/>
                    </a:lnTo>
                    <a:lnTo>
                      <a:pt x="1029" y="125"/>
                    </a:lnTo>
                    <a:lnTo>
                      <a:pt x="1029" y="125"/>
                    </a:lnTo>
                    <a:lnTo>
                      <a:pt x="1029" y="127"/>
                    </a:lnTo>
                    <a:lnTo>
                      <a:pt x="1029" y="129"/>
                    </a:lnTo>
                    <a:lnTo>
                      <a:pt x="1029" y="129"/>
                    </a:lnTo>
                    <a:lnTo>
                      <a:pt x="1029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30"/>
                    </a:lnTo>
                    <a:lnTo>
                      <a:pt x="1033" y="130"/>
                    </a:lnTo>
                    <a:lnTo>
                      <a:pt x="1036" y="127"/>
                    </a:lnTo>
                    <a:lnTo>
                      <a:pt x="1038" y="125"/>
                    </a:lnTo>
                    <a:lnTo>
                      <a:pt x="1038" y="125"/>
                    </a:lnTo>
                    <a:lnTo>
                      <a:pt x="1038" y="125"/>
                    </a:lnTo>
                    <a:lnTo>
                      <a:pt x="1040" y="124"/>
                    </a:lnTo>
                    <a:lnTo>
                      <a:pt x="1040" y="124"/>
                    </a:lnTo>
                    <a:lnTo>
                      <a:pt x="1040" y="124"/>
                    </a:lnTo>
                    <a:lnTo>
                      <a:pt x="1041" y="125"/>
                    </a:lnTo>
                    <a:lnTo>
                      <a:pt x="1041" y="125"/>
                    </a:lnTo>
                    <a:lnTo>
                      <a:pt x="1041" y="125"/>
                    </a:lnTo>
                    <a:lnTo>
                      <a:pt x="1043" y="125"/>
                    </a:lnTo>
                    <a:lnTo>
                      <a:pt x="1043" y="122"/>
                    </a:lnTo>
                    <a:lnTo>
                      <a:pt x="1045" y="122"/>
                    </a:lnTo>
                    <a:lnTo>
                      <a:pt x="1046" y="124"/>
                    </a:lnTo>
                    <a:lnTo>
                      <a:pt x="1046" y="124"/>
                    </a:lnTo>
                    <a:lnTo>
                      <a:pt x="1045" y="127"/>
                    </a:lnTo>
                    <a:lnTo>
                      <a:pt x="1043" y="129"/>
                    </a:lnTo>
                    <a:lnTo>
                      <a:pt x="1041" y="129"/>
                    </a:lnTo>
                    <a:lnTo>
                      <a:pt x="1040" y="127"/>
                    </a:lnTo>
                    <a:lnTo>
                      <a:pt x="1040" y="127"/>
                    </a:lnTo>
                    <a:lnTo>
                      <a:pt x="1040" y="127"/>
                    </a:lnTo>
                    <a:lnTo>
                      <a:pt x="1038" y="129"/>
                    </a:lnTo>
                    <a:lnTo>
                      <a:pt x="1036" y="129"/>
                    </a:lnTo>
                    <a:lnTo>
                      <a:pt x="1035" y="129"/>
                    </a:lnTo>
                    <a:lnTo>
                      <a:pt x="1035" y="130"/>
                    </a:lnTo>
                    <a:lnTo>
                      <a:pt x="1035" y="130"/>
                    </a:lnTo>
                    <a:lnTo>
                      <a:pt x="1035" y="130"/>
                    </a:lnTo>
                    <a:lnTo>
                      <a:pt x="1035" y="132"/>
                    </a:lnTo>
                    <a:lnTo>
                      <a:pt x="1033" y="132"/>
                    </a:lnTo>
                    <a:lnTo>
                      <a:pt x="1033" y="134"/>
                    </a:lnTo>
                    <a:lnTo>
                      <a:pt x="1031" y="134"/>
                    </a:lnTo>
                    <a:lnTo>
                      <a:pt x="1031" y="134"/>
                    </a:lnTo>
                    <a:lnTo>
                      <a:pt x="1031" y="135"/>
                    </a:lnTo>
                    <a:lnTo>
                      <a:pt x="1033" y="135"/>
                    </a:lnTo>
                    <a:lnTo>
                      <a:pt x="1033" y="135"/>
                    </a:lnTo>
                    <a:lnTo>
                      <a:pt x="1033" y="135"/>
                    </a:lnTo>
                    <a:lnTo>
                      <a:pt x="1033" y="137"/>
                    </a:lnTo>
                    <a:lnTo>
                      <a:pt x="1035" y="137"/>
                    </a:lnTo>
                    <a:lnTo>
                      <a:pt x="1035" y="139"/>
                    </a:lnTo>
                    <a:lnTo>
                      <a:pt x="1036" y="139"/>
                    </a:lnTo>
                    <a:lnTo>
                      <a:pt x="1038" y="137"/>
                    </a:lnTo>
                    <a:lnTo>
                      <a:pt x="1040" y="135"/>
                    </a:lnTo>
                    <a:lnTo>
                      <a:pt x="1045" y="134"/>
                    </a:lnTo>
                    <a:lnTo>
                      <a:pt x="1045" y="134"/>
                    </a:lnTo>
                    <a:lnTo>
                      <a:pt x="1046" y="134"/>
                    </a:lnTo>
                    <a:lnTo>
                      <a:pt x="1048" y="135"/>
                    </a:lnTo>
                    <a:lnTo>
                      <a:pt x="1050" y="135"/>
                    </a:lnTo>
                    <a:lnTo>
                      <a:pt x="1050" y="134"/>
                    </a:lnTo>
                    <a:lnTo>
                      <a:pt x="1052" y="135"/>
                    </a:lnTo>
                    <a:lnTo>
                      <a:pt x="1052" y="135"/>
                    </a:lnTo>
                    <a:lnTo>
                      <a:pt x="1053" y="135"/>
                    </a:lnTo>
                    <a:lnTo>
                      <a:pt x="1055" y="135"/>
                    </a:lnTo>
                    <a:lnTo>
                      <a:pt x="1055" y="137"/>
                    </a:lnTo>
                    <a:lnTo>
                      <a:pt x="1053" y="137"/>
                    </a:lnTo>
                    <a:lnTo>
                      <a:pt x="1052" y="137"/>
                    </a:lnTo>
                    <a:lnTo>
                      <a:pt x="1050" y="139"/>
                    </a:lnTo>
                    <a:lnTo>
                      <a:pt x="1050" y="139"/>
                    </a:lnTo>
                    <a:lnTo>
                      <a:pt x="1048" y="144"/>
                    </a:lnTo>
                    <a:lnTo>
                      <a:pt x="1048" y="146"/>
                    </a:lnTo>
                    <a:lnTo>
                      <a:pt x="1053" y="149"/>
                    </a:lnTo>
                    <a:lnTo>
                      <a:pt x="1053" y="149"/>
                    </a:lnTo>
                    <a:lnTo>
                      <a:pt x="1057" y="152"/>
                    </a:lnTo>
                    <a:lnTo>
                      <a:pt x="1058" y="154"/>
                    </a:lnTo>
                    <a:lnTo>
                      <a:pt x="1055" y="152"/>
                    </a:lnTo>
                    <a:lnTo>
                      <a:pt x="1050" y="149"/>
                    </a:lnTo>
                    <a:lnTo>
                      <a:pt x="1046" y="147"/>
                    </a:lnTo>
                    <a:lnTo>
                      <a:pt x="1046" y="149"/>
                    </a:lnTo>
                    <a:lnTo>
                      <a:pt x="1046" y="151"/>
                    </a:lnTo>
                    <a:lnTo>
                      <a:pt x="1046" y="152"/>
                    </a:lnTo>
                    <a:lnTo>
                      <a:pt x="1045" y="151"/>
                    </a:lnTo>
                    <a:lnTo>
                      <a:pt x="1045" y="151"/>
                    </a:lnTo>
                    <a:lnTo>
                      <a:pt x="1045" y="151"/>
                    </a:lnTo>
                    <a:lnTo>
                      <a:pt x="1045" y="149"/>
                    </a:lnTo>
                    <a:lnTo>
                      <a:pt x="1043" y="149"/>
                    </a:lnTo>
                    <a:lnTo>
                      <a:pt x="1043" y="149"/>
                    </a:lnTo>
                    <a:lnTo>
                      <a:pt x="1041" y="151"/>
                    </a:lnTo>
                    <a:lnTo>
                      <a:pt x="1041" y="151"/>
                    </a:lnTo>
                    <a:lnTo>
                      <a:pt x="1040" y="151"/>
                    </a:lnTo>
                    <a:lnTo>
                      <a:pt x="1040" y="149"/>
                    </a:lnTo>
                    <a:lnTo>
                      <a:pt x="1041" y="147"/>
                    </a:lnTo>
                    <a:lnTo>
                      <a:pt x="1041" y="146"/>
                    </a:lnTo>
                    <a:lnTo>
                      <a:pt x="1041" y="146"/>
                    </a:lnTo>
                    <a:lnTo>
                      <a:pt x="1040" y="146"/>
                    </a:lnTo>
                    <a:lnTo>
                      <a:pt x="1040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2"/>
                    </a:lnTo>
                    <a:lnTo>
                      <a:pt x="1035" y="141"/>
                    </a:lnTo>
                    <a:lnTo>
                      <a:pt x="1035" y="139"/>
                    </a:lnTo>
                    <a:lnTo>
                      <a:pt x="1031" y="139"/>
                    </a:lnTo>
                    <a:lnTo>
                      <a:pt x="1031" y="139"/>
                    </a:lnTo>
                    <a:lnTo>
                      <a:pt x="1028" y="139"/>
                    </a:lnTo>
                    <a:lnTo>
                      <a:pt x="1026" y="139"/>
                    </a:lnTo>
                    <a:lnTo>
                      <a:pt x="1028" y="139"/>
                    </a:lnTo>
                    <a:lnTo>
                      <a:pt x="1028" y="137"/>
                    </a:lnTo>
                    <a:lnTo>
                      <a:pt x="1028" y="137"/>
                    </a:lnTo>
                    <a:lnTo>
                      <a:pt x="1026" y="135"/>
                    </a:lnTo>
                    <a:lnTo>
                      <a:pt x="1026" y="135"/>
                    </a:lnTo>
                    <a:lnTo>
                      <a:pt x="1024" y="135"/>
                    </a:lnTo>
                    <a:lnTo>
                      <a:pt x="1024" y="134"/>
                    </a:lnTo>
                    <a:lnTo>
                      <a:pt x="1023" y="135"/>
                    </a:lnTo>
                    <a:lnTo>
                      <a:pt x="1019" y="139"/>
                    </a:lnTo>
                    <a:lnTo>
                      <a:pt x="1019" y="137"/>
                    </a:lnTo>
                    <a:lnTo>
                      <a:pt x="1021" y="135"/>
                    </a:lnTo>
                    <a:lnTo>
                      <a:pt x="1021" y="134"/>
                    </a:lnTo>
                    <a:lnTo>
                      <a:pt x="1021" y="134"/>
                    </a:lnTo>
                    <a:lnTo>
                      <a:pt x="1018" y="132"/>
                    </a:lnTo>
                    <a:lnTo>
                      <a:pt x="1018" y="132"/>
                    </a:lnTo>
                    <a:lnTo>
                      <a:pt x="1018" y="132"/>
                    </a:lnTo>
                    <a:lnTo>
                      <a:pt x="1018" y="130"/>
                    </a:lnTo>
                    <a:lnTo>
                      <a:pt x="1018" y="130"/>
                    </a:lnTo>
                    <a:lnTo>
                      <a:pt x="1016" y="130"/>
                    </a:lnTo>
                    <a:lnTo>
                      <a:pt x="1016" y="132"/>
                    </a:lnTo>
                    <a:lnTo>
                      <a:pt x="1016" y="132"/>
                    </a:lnTo>
                    <a:lnTo>
                      <a:pt x="1016" y="132"/>
                    </a:lnTo>
                    <a:lnTo>
                      <a:pt x="1014" y="132"/>
                    </a:lnTo>
                    <a:lnTo>
                      <a:pt x="1014" y="132"/>
                    </a:lnTo>
                    <a:lnTo>
                      <a:pt x="1012" y="130"/>
                    </a:lnTo>
                    <a:lnTo>
                      <a:pt x="1012" y="132"/>
                    </a:lnTo>
                    <a:lnTo>
                      <a:pt x="1012" y="134"/>
                    </a:lnTo>
                    <a:lnTo>
                      <a:pt x="1012" y="134"/>
                    </a:lnTo>
                    <a:lnTo>
                      <a:pt x="1014" y="134"/>
                    </a:lnTo>
                    <a:lnTo>
                      <a:pt x="1014" y="134"/>
                    </a:lnTo>
                    <a:lnTo>
                      <a:pt x="1016" y="135"/>
                    </a:lnTo>
                    <a:lnTo>
                      <a:pt x="1016" y="135"/>
                    </a:lnTo>
                    <a:lnTo>
                      <a:pt x="1016" y="137"/>
                    </a:lnTo>
                    <a:lnTo>
                      <a:pt x="1014" y="137"/>
                    </a:lnTo>
                    <a:lnTo>
                      <a:pt x="1012" y="137"/>
                    </a:lnTo>
                    <a:lnTo>
                      <a:pt x="1012" y="139"/>
                    </a:lnTo>
                    <a:lnTo>
                      <a:pt x="1014" y="139"/>
                    </a:lnTo>
                    <a:lnTo>
                      <a:pt x="1014" y="139"/>
                    </a:lnTo>
                    <a:lnTo>
                      <a:pt x="1016" y="137"/>
                    </a:lnTo>
                    <a:lnTo>
                      <a:pt x="1018" y="139"/>
                    </a:lnTo>
                    <a:lnTo>
                      <a:pt x="1018" y="139"/>
                    </a:lnTo>
                    <a:lnTo>
                      <a:pt x="1019" y="141"/>
                    </a:lnTo>
                    <a:lnTo>
                      <a:pt x="1018" y="141"/>
                    </a:lnTo>
                    <a:lnTo>
                      <a:pt x="1016" y="142"/>
                    </a:lnTo>
                    <a:lnTo>
                      <a:pt x="1014" y="142"/>
                    </a:lnTo>
                    <a:lnTo>
                      <a:pt x="1014" y="146"/>
                    </a:lnTo>
                    <a:lnTo>
                      <a:pt x="1014" y="147"/>
                    </a:lnTo>
                    <a:lnTo>
                      <a:pt x="1016" y="149"/>
                    </a:lnTo>
                    <a:lnTo>
                      <a:pt x="1014" y="151"/>
                    </a:lnTo>
                    <a:lnTo>
                      <a:pt x="1012" y="151"/>
                    </a:lnTo>
                    <a:lnTo>
                      <a:pt x="1012" y="149"/>
                    </a:lnTo>
                    <a:lnTo>
                      <a:pt x="1011" y="149"/>
                    </a:lnTo>
                    <a:lnTo>
                      <a:pt x="1011" y="147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52"/>
                    </a:lnTo>
                    <a:lnTo>
                      <a:pt x="1009" y="152"/>
                    </a:lnTo>
                    <a:lnTo>
                      <a:pt x="1007" y="152"/>
                    </a:lnTo>
                    <a:lnTo>
                      <a:pt x="1006" y="152"/>
                    </a:lnTo>
                    <a:lnTo>
                      <a:pt x="1004" y="152"/>
                    </a:lnTo>
                    <a:lnTo>
                      <a:pt x="1002" y="151"/>
                    </a:lnTo>
                    <a:lnTo>
                      <a:pt x="999" y="149"/>
                    </a:lnTo>
                    <a:lnTo>
                      <a:pt x="997" y="149"/>
                    </a:lnTo>
                    <a:lnTo>
                      <a:pt x="995" y="151"/>
                    </a:lnTo>
                    <a:lnTo>
                      <a:pt x="995" y="154"/>
                    </a:lnTo>
                    <a:lnTo>
                      <a:pt x="994" y="154"/>
                    </a:lnTo>
                    <a:lnTo>
                      <a:pt x="992" y="154"/>
                    </a:lnTo>
                    <a:lnTo>
                      <a:pt x="992" y="156"/>
                    </a:lnTo>
                    <a:lnTo>
                      <a:pt x="992" y="156"/>
                    </a:lnTo>
                    <a:lnTo>
                      <a:pt x="990" y="154"/>
                    </a:lnTo>
                    <a:lnTo>
                      <a:pt x="989" y="154"/>
                    </a:lnTo>
                    <a:lnTo>
                      <a:pt x="989" y="154"/>
                    </a:lnTo>
                    <a:lnTo>
                      <a:pt x="990" y="156"/>
                    </a:lnTo>
                    <a:lnTo>
                      <a:pt x="990" y="158"/>
                    </a:lnTo>
                    <a:lnTo>
                      <a:pt x="990" y="161"/>
                    </a:lnTo>
                    <a:lnTo>
                      <a:pt x="992" y="161"/>
                    </a:lnTo>
                    <a:lnTo>
                      <a:pt x="992" y="163"/>
                    </a:lnTo>
                    <a:lnTo>
                      <a:pt x="992" y="164"/>
                    </a:lnTo>
                    <a:lnTo>
                      <a:pt x="992" y="166"/>
                    </a:lnTo>
                    <a:lnTo>
                      <a:pt x="990" y="164"/>
                    </a:lnTo>
                    <a:lnTo>
                      <a:pt x="990" y="164"/>
                    </a:lnTo>
                    <a:lnTo>
                      <a:pt x="990" y="166"/>
                    </a:lnTo>
                    <a:lnTo>
                      <a:pt x="990" y="166"/>
                    </a:lnTo>
                    <a:lnTo>
                      <a:pt x="990" y="168"/>
                    </a:lnTo>
                    <a:lnTo>
                      <a:pt x="989" y="168"/>
                    </a:lnTo>
                    <a:lnTo>
                      <a:pt x="989" y="166"/>
                    </a:lnTo>
                    <a:lnTo>
                      <a:pt x="989" y="166"/>
                    </a:lnTo>
                    <a:lnTo>
                      <a:pt x="989" y="166"/>
                    </a:lnTo>
                    <a:lnTo>
                      <a:pt x="989" y="168"/>
                    </a:lnTo>
                    <a:lnTo>
                      <a:pt x="989" y="168"/>
                    </a:lnTo>
                    <a:lnTo>
                      <a:pt x="989" y="171"/>
                    </a:lnTo>
                    <a:lnTo>
                      <a:pt x="989" y="171"/>
                    </a:lnTo>
                    <a:lnTo>
                      <a:pt x="989" y="173"/>
                    </a:lnTo>
                    <a:lnTo>
                      <a:pt x="989" y="176"/>
                    </a:lnTo>
                    <a:lnTo>
                      <a:pt x="990" y="178"/>
                    </a:lnTo>
                    <a:lnTo>
                      <a:pt x="990" y="178"/>
                    </a:lnTo>
                    <a:lnTo>
                      <a:pt x="990" y="185"/>
                    </a:lnTo>
                    <a:lnTo>
                      <a:pt x="992" y="183"/>
                    </a:lnTo>
                    <a:lnTo>
                      <a:pt x="992" y="183"/>
                    </a:lnTo>
                    <a:lnTo>
                      <a:pt x="992" y="183"/>
                    </a:lnTo>
                    <a:lnTo>
                      <a:pt x="994" y="183"/>
                    </a:lnTo>
                    <a:lnTo>
                      <a:pt x="994" y="183"/>
                    </a:lnTo>
                    <a:lnTo>
                      <a:pt x="994" y="181"/>
                    </a:lnTo>
                    <a:lnTo>
                      <a:pt x="994" y="180"/>
                    </a:lnTo>
                    <a:lnTo>
                      <a:pt x="994" y="181"/>
                    </a:lnTo>
                    <a:lnTo>
                      <a:pt x="995" y="186"/>
                    </a:lnTo>
                    <a:lnTo>
                      <a:pt x="997" y="190"/>
                    </a:lnTo>
                    <a:lnTo>
                      <a:pt x="997" y="190"/>
                    </a:lnTo>
                    <a:lnTo>
                      <a:pt x="997" y="190"/>
                    </a:lnTo>
                    <a:lnTo>
                      <a:pt x="999" y="191"/>
                    </a:lnTo>
                    <a:lnTo>
                      <a:pt x="997" y="191"/>
                    </a:lnTo>
                    <a:lnTo>
                      <a:pt x="997" y="193"/>
                    </a:lnTo>
                    <a:lnTo>
                      <a:pt x="997" y="195"/>
                    </a:lnTo>
                    <a:lnTo>
                      <a:pt x="997" y="195"/>
                    </a:lnTo>
                    <a:lnTo>
                      <a:pt x="1001" y="193"/>
                    </a:lnTo>
                    <a:lnTo>
                      <a:pt x="1004" y="185"/>
                    </a:lnTo>
                    <a:lnTo>
                      <a:pt x="1006" y="183"/>
                    </a:lnTo>
                    <a:lnTo>
                      <a:pt x="1007" y="178"/>
                    </a:lnTo>
                    <a:lnTo>
                      <a:pt x="1009" y="178"/>
                    </a:lnTo>
                    <a:lnTo>
                      <a:pt x="1011" y="178"/>
                    </a:lnTo>
                    <a:lnTo>
                      <a:pt x="1014" y="178"/>
                    </a:lnTo>
                    <a:lnTo>
                      <a:pt x="1016" y="178"/>
                    </a:lnTo>
                    <a:lnTo>
                      <a:pt x="1019" y="178"/>
                    </a:lnTo>
                    <a:lnTo>
                      <a:pt x="1018" y="180"/>
                    </a:lnTo>
                    <a:lnTo>
                      <a:pt x="1016" y="181"/>
                    </a:lnTo>
                    <a:lnTo>
                      <a:pt x="1016" y="183"/>
                    </a:lnTo>
                    <a:lnTo>
                      <a:pt x="1014" y="185"/>
                    </a:lnTo>
                    <a:lnTo>
                      <a:pt x="1014" y="185"/>
                    </a:lnTo>
                    <a:lnTo>
                      <a:pt x="1012" y="183"/>
                    </a:lnTo>
                    <a:lnTo>
                      <a:pt x="1011" y="183"/>
                    </a:lnTo>
                    <a:lnTo>
                      <a:pt x="1009" y="185"/>
                    </a:lnTo>
                    <a:lnTo>
                      <a:pt x="1007" y="186"/>
                    </a:lnTo>
                    <a:lnTo>
                      <a:pt x="1007" y="190"/>
                    </a:lnTo>
                    <a:lnTo>
                      <a:pt x="1007" y="191"/>
                    </a:lnTo>
                    <a:lnTo>
                      <a:pt x="1009" y="193"/>
                    </a:lnTo>
                    <a:lnTo>
                      <a:pt x="1007" y="193"/>
                    </a:lnTo>
                    <a:lnTo>
                      <a:pt x="1006" y="195"/>
                    </a:lnTo>
                    <a:lnTo>
                      <a:pt x="1006" y="198"/>
                    </a:lnTo>
                    <a:lnTo>
                      <a:pt x="1006" y="203"/>
                    </a:lnTo>
                    <a:lnTo>
                      <a:pt x="1007" y="205"/>
                    </a:lnTo>
                    <a:lnTo>
                      <a:pt x="1004" y="205"/>
                    </a:lnTo>
                    <a:lnTo>
                      <a:pt x="1002" y="207"/>
                    </a:lnTo>
                    <a:lnTo>
                      <a:pt x="1001" y="208"/>
                    </a:lnTo>
                    <a:lnTo>
                      <a:pt x="1001" y="210"/>
                    </a:lnTo>
                    <a:lnTo>
                      <a:pt x="999" y="208"/>
                    </a:lnTo>
                    <a:lnTo>
                      <a:pt x="999" y="207"/>
                    </a:lnTo>
                    <a:lnTo>
                      <a:pt x="997" y="205"/>
                    </a:lnTo>
                    <a:lnTo>
                      <a:pt x="997" y="205"/>
                    </a:lnTo>
                    <a:lnTo>
                      <a:pt x="995" y="203"/>
                    </a:lnTo>
                    <a:lnTo>
                      <a:pt x="997" y="203"/>
                    </a:lnTo>
                    <a:lnTo>
                      <a:pt x="997" y="202"/>
                    </a:lnTo>
                    <a:lnTo>
                      <a:pt x="995" y="200"/>
                    </a:lnTo>
                    <a:lnTo>
                      <a:pt x="995" y="200"/>
                    </a:lnTo>
                    <a:lnTo>
                      <a:pt x="994" y="200"/>
                    </a:lnTo>
                    <a:lnTo>
                      <a:pt x="994" y="200"/>
                    </a:lnTo>
                    <a:lnTo>
                      <a:pt x="992" y="202"/>
                    </a:lnTo>
                    <a:lnTo>
                      <a:pt x="992" y="207"/>
                    </a:lnTo>
                    <a:lnTo>
                      <a:pt x="992" y="208"/>
                    </a:lnTo>
                    <a:lnTo>
                      <a:pt x="992" y="208"/>
                    </a:lnTo>
                    <a:lnTo>
                      <a:pt x="990" y="210"/>
                    </a:lnTo>
                    <a:lnTo>
                      <a:pt x="989" y="210"/>
                    </a:lnTo>
                    <a:lnTo>
                      <a:pt x="989" y="212"/>
                    </a:lnTo>
                    <a:lnTo>
                      <a:pt x="989" y="212"/>
                    </a:lnTo>
                    <a:lnTo>
                      <a:pt x="989" y="214"/>
                    </a:lnTo>
                    <a:lnTo>
                      <a:pt x="989" y="215"/>
                    </a:lnTo>
                    <a:lnTo>
                      <a:pt x="989" y="215"/>
                    </a:lnTo>
                    <a:lnTo>
                      <a:pt x="990" y="215"/>
                    </a:lnTo>
                    <a:lnTo>
                      <a:pt x="990" y="217"/>
                    </a:lnTo>
                    <a:lnTo>
                      <a:pt x="989" y="219"/>
                    </a:lnTo>
                    <a:lnTo>
                      <a:pt x="989" y="220"/>
                    </a:lnTo>
                    <a:lnTo>
                      <a:pt x="989" y="220"/>
                    </a:lnTo>
                    <a:lnTo>
                      <a:pt x="989" y="220"/>
                    </a:lnTo>
                    <a:lnTo>
                      <a:pt x="990" y="220"/>
                    </a:lnTo>
                    <a:lnTo>
                      <a:pt x="990" y="224"/>
                    </a:lnTo>
                    <a:lnTo>
                      <a:pt x="992" y="224"/>
                    </a:lnTo>
                    <a:lnTo>
                      <a:pt x="992" y="225"/>
                    </a:lnTo>
                    <a:lnTo>
                      <a:pt x="994" y="225"/>
                    </a:lnTo>
                    <a:lnTo>
                      <a:pt x="994" y="224"/>
                    </a:lnTo>
                    <a:lnTo>
                      <a:pt x="995" y="224"/>
                    </a:lnTo>
                    <a:lnTo>
                      <a:pt x="995" y="224"/>
                    </a:lnTo>
                    <a:lnTo>
                      <a:pt x="997" y="225"/>
                    </a:lnTo>
                    <a:lnTo>
                      <a:pt x="997" y="225"/>
                    </a:lnTo>
                    <a:lnTo>
                      <a:pt x="999" y="224"/>
                    </a:lnTo>
                    <a:lnTo>
                      <a:pt x="1006" y="224"/>
                    </a:lnTo>
                    <a:lnTo>
                      <a:pt x="1007" y="224"/>
                    </a:lnTo>
                    <a:lnTo>
                      <a:pt x="1016" y="225"/>
                    </a:lnTo>
                    <a:lnTo>
                      <a:pt x="1021" y="227"/>
                    </a:lnTo>
                    <a:lnTo>
                      <a:pt x="1024" y="229"/>
                    </a:lnTo>
                    <a:lnTo>
                      <a:pt x="1026" y="229"/>
                    </a:lnTo>
                    <a:lnTo>
                      <a:pt x="1026" y="229"/>
                    </a:lnTo>
                    <a:lnTo>
                      <a:pt x="1028" y="231"/>
                    </a:lnTo>
                    <a:lnTo>
                      <a:pt x="1031" y="229"/>
                    </a:lnTo>
                    <a:lnTo>
                      <a:pt x="1033" y="231"/>
                    </a:lnTo>
                    <a:lnTo>
                      <a:pt x="1031" y="232"/>
                    </a:lnTo>
                    <a:lnTo>
                      <a:pt x="1028" y="232"/>
                    </a:lnTo>
                    <a:lnTo>
                      <a:pt x="1024" y="231"/>
                    </a:lnTo>
                    <a:lnTo>
                      <a:pt x="1024" y="229"/>
                    </a:lnTo>
                    <a:lnTo>
                      <a:pt x="1023" y="229"/>
                    </a:lnTo>
                    <a:lnTo>
                      <a:pt x="1018" y="229"/>
                    </a:lnTo>
                    <a:lnTo>
                      <a:pt x="1014" y="229"/>
                    </a:lnTo>
                    <a:lnTo>
                      <a:pt x="1012" y="229"/>
                    </a:lnTo>
                    <a:lnTo>
                      <a:pt x="1012" y="229"/>
                    </a:lnTo>
                    <a:lnTo>
                      <a:pt x="1009" y="231"/>
                    </a:lnTo>
                    <a:lnTo>
                      <a:pt x="1007" y="231"/>
                    </a:lnTo>
                    <a:lnTo>
                      <a:pt x="997" y="229"/>
                    </a:lnTo>
                    <a:lnTo>
                      <a:pt x="994" y="229"/>
                    </a:lnTo>
                    <a:lnTo>
                      <a:pt x="992" y="227"/>
                    </a:lnTo>
                    <a:lnTo>
                      <a:pt x="990" y="225"/>
                    </a:lnTo>
                    <a:lnTo>
                      <a:pt x="989" y="225"/>
                    </a:lnTo>
                    <a:lnTo>
                      <a:pt x="987" y="227"/>
                    </a:lnTo>
                    <a:lnTo>
                      <a:pt x="985" y="231"/>
                    </a:lnTo>
                    <a:lnTo>
                      <a:pt x="984" y="231"/>
                    </a:lnTo>
                    <a:lnTo>
                      <a:pt x="982" y="231"/>
                    </a:lnTo>
                    <a:lnTo>
                      <a:pt x="975" y="229"/>
                    </a:lnTo>
                    <a:lnTo>
                      <a:pt x="973" y="229"/>
                    </a:lnTo>
                    <a:lnTo>
                      <a:pt x="973" y="227"/>
                    </a:lnTo>
                    <a:lnTo>
                      <a:pt x="970" y="222"/>
                    </a:lnTo>
                    <a:lnTo>
                      <a:pt x="970" y="220"/>
                    </a:lnTo>
                    <a:lnTo>
                      <a:pt x="968" y="220"/>
                    </a:lnTo>
                    <a:lnTo>
                      <a:pt x="967" y="219"/>
                    </a:lnTo>
                    <a:lnTo>
                      <a:pt x="965" y="219"/>
                    </a:lnTo>
                    <a:lnTo>
                      <a:pt x="962" y="217"/>
                    </a:lnTo>
                    <a:lnTo>
                      <a:pt x="960" y="219"/>
                    </a:lnTo>
                    <a:lnTo>
                      <a:pt x="958" y="219"/>
                    </a:lnTo>
                    <a:lnTo>
                      <a:pt x="958" y="217"/>
                    </a:lnTo>
                    <a:lnTo>
                      <a:pt x="958" y="217"/>
                    </a:lnTo>
                    <a:lnTo>
                      <a:pt x="958" y="217"/>
                    </a:lnTo>
                    <a:lnTo>
                      <a:pt x="955" y="217"/>
                    </a:lnTo>
                    <a:lnTo>
                      <a:pt x="953" y="215"/>
                    </a:lnTo>
                    <a:lnTo>
                      <a:pt x="950" y="214"/>
                    </a:lnTo>
                    <a:lnTo>
                      <a:pt x="948" y="214"/>
                    </a:lnTo>
                    <a:lnTo>
                      <a:pt x="950" y="215"/>
                    </a:lnTo>
                    <a:lnTo>
                      <a:pt x="951" y="217"/>
                    </a:lnTo>
                    <a:lnTo>
                      <a:pt x="953" y="219"/>
                    </a:lnTo>
                    <a:lnTo>
                      <a:pt x="955" y="219"/>
                    </a:lnTo>
                    <a:lnTo>
                      <a:pt x="955" y="220"/>
                    </a:lnTo>
                    <a:lnTo>
                      <a:pt x="951" y="220"/>
                    </a:lnTo>
                    <a:lnTo>
                      <a:pt x="951" y="224"/>
                    </a:lnTo>
                    <a:lnTo>
                      <a:pt x="955" y="227"/>
                    </a:lnTo>
                    <a:lnTo>
                      <a:pt x="955" y="229"/>
                    </a:lnTo>
                    <a:lnTo>
                      <a:pt x="953" y="227"/>
                    </a:lnTo>
                    <a:lnTo>
                      <a:pt x="951" y="227"/>
                    </a:lnTo>
                    <a:lnTo>
                      <a:pt x="951" y="225"/>
                    </a:lnTo>
                    <a:lnTo>
                      <a:pt x="950" y="225"/>
                    </a:lnTo>
                    <a:lnTo>
                      <a:pt x="948" y="224"/>
                    </a:lnTo>
                    <a:lnTo>
                      <a:pt x="946" y="224"/>
                    </a:lnTo>
                    <a:lnTo>
                      <a:pt x="946" y="225"/>
                    </a:lnTo>
                    <a:lnTo>
                      <a:pt x="946" y="227"/>
                    </a:lnTo>
                    <a:lnTo>
                      <a:pt x="946" y="231"/>
                    </a:lnTo>
                    <a:lnTo>
                      <a:pt x="946" y="232"/>
                    </a:lnTo>
                    <a:lnTo>
                      <a:pt x="946" y="232"/>
                    </a:lnTo>
                    <a:lnTo>
                      <a:pt x="945" y="232"/>
                    </a:lnTo>
                    <a:lnTo>
                      <a:pt x="945" y="231"/>
                    </a:lnTo>
                    <a:lnTo>
                      <a:pt x="945" y="231"/>
                    </a:lnTo>
                    <a:lnTo>
                      <a:pt x="945" y="232"/>
                    </a:lnTo>
                    <a:lnTo>
                      <a:pt x="943" y="231"/>
                    </a:lnTo>
                    <a:lnTo>
                      <a:pt x="941" y="227"/>
                    </a:lnTo>
                    <a:lnTo>
                      <a:pt x="943" y="227"/>
                    </a:lnTo>
                    <a:lnTo>
                      <a:pt x="943" y="227"/>
                    </a:lnTo>
                    <a:lnTo>
                      <a:pt x="945" y="227"/>
                    </a:lnTo>
                    <a:lnTo>
                      <a:pt x="945" y="225"/>
                    </a:lnTo>
                    <a:lnTo>
                      <a:pt x="945" y="225"/>
                    </a:lnTo>
                    <a:lnTo>
                      <a:pt x="945" y="224"/>
                    </a:lnTo>
                    <a:lnTo>
                      <a:pt x="943" y="224"/>
                    </a:lnTo>
                    <a:lnTo>
                      <a:pt x="943" y="224"/>
                    </a:lnTo>
                    <a:lnTo>
                      <a:pt x="941" y="222"/>
                    </a:lnTo>
                    <a:lnTo>
                      <a:pt x="939" y="222"/>
                    </a:lnTo>
                    <a:lnTo>
                      <a:pt x="933" y="217"/>
                    </a:lnTo>
                    <a:lnTo>
                      <a:pt x="934" y="217"/>
                    </a:lnTo>
                    <a:lnTo>
                      <a:pt x="938" y="217"/>
                    </a:lnTo>
                    <a:lnTo>
                      <a:pt x="939" y="217"/>
                    </a:lnTo>
                    <a:lnTo>
                      <a:pt x="941" y="215"/>
                    </a:lnTo>
                    <a:lnTo>
                      <a:pt x="939" y="215"/>
                    </a:lnTo>
                    <a:lnTo>
                      <a:pt x="938" y="215"/>
                    </a:lnTo>
                    <a:lnTo>
                      <a:pt x="936" y="214"/>
                    </a:lnTo>
                    <a:lnTo>
                      <a:pt x="936" y="214"/>
                    </a:lnTo>
                    <a:lnTo>
                      <a:pt x="936" y="212"/>
                    </a:lnTo>
                    <a:lnTo>
                      <a:pt x="938" y="214"/>
                    </a:lnTo>
                    <a:lnTo>
                      <a:pt x="939" y="214"/>
                    </a:lnTo>
                    <a:lnTo>
                      <a:pt x="939" y="212"/>
                    </a:lnTo>
                    <a:lnTo>
                      <a:pt x="939" y="212"/>
                    </a:lnTo>
                    <a:lnTo>
                      <a:pt x="938" y="212"/>
                    </a:lnTo>
                    <a:lnTo>
                      <a:pt x="938" y="212"/>
                    </a:lnTo>
                    <a:lnTo>
                      <a:pt x="938" y="210"/>
                    </a:lnTo>
                    <a:lnTo>
                      <a:pt x="936" y="210"/>
                    </a:lnTo>
                    <a:lnTo>
                      <a:pt x="936" y="210"/>
                    </a:lnTo>
                    <a:lnTo>
                      <a:pt x="936" y="210"/>
                    </a:lnTo>
                    <a:lnTo>
                      <a:pt x="934" y="210"/>
                    </a:lnTo>
                    <a:lnTo>
                      <a:pt x="933" y="208"/>
                    </a:lnTo>
                    <a:lnTo>
                      <a:pt x="933" y="207"/>
                    </a:lnTo>
                    <a:lnTo>
                      <a:pt x="933" y="207"/>
                    </a:lnTo>
                    <a:lnTo>
                      <a:pt x="931" y="208"/>
                    </a:lnTo>
                    <a:lnTo>
                      <a:pt x="929" y="208"/>
                    </a:lnTo>
                    <a:lnTo>
                      <a:pt x="921" y="208"/>
                    </a:lnTo>
                    <a:lnTo>
                      <a:pt x="921" y="210"/>
                    </a:lnTo>
                    <a:lnTo>
                      <a:pt x="921" y="210"/>
                    </a:lnTo>
                    <a:lnTo>
                      <a:pt x="921" y="210"/>
                    </a:lnTo>
                    <a:lnTo>
                      <a:pt x="919" y="210"/>
                    </a:lnTo>
                    <a:lnTo>
                      <a:pt x="919" y="210"/>
                    </a:lnTo>
                    <a:lnTo>
                      <a:pt x="917" y="212"/>
                    </a:lnTo>
                    <a:lnTo>
                      <a:pt x="917" y="214"/>
                    </a:lnTo>
                    <a:lnTo>
                      <a:pt x="919" y="215"/>
                    </a:lnTo>
                    <a:lnTo>
                      <a:pt x="919" y="217"/>
                    </a:lnTo>
                    <a:lnTo>
                      <a:pt x="919" y="217"/>
                    </a:lnTo>
                    <a:lnTo>
                      <a:pt x="916" y="219"/>
                    </a:lnTo>
                    <a:lnTo>
                      <a:pt x="917" y="219"/>
                    </a:lnTo>
                    <a:lnTo>
                      <a:pt x="917" y="220"/>
                    </a:lnTo>
                    <a:lnTo>
                      <a:pt x="919" y="220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1" y="222"/>
                    </a:lnTo>
                    <a:lnTo>
                      <a:pt x="921" y="220"/>
                    </a:lnTo>
                    <a:lnTo>
                      <a:pt x="922" y="220"/>
                    </a:lnTo>
                    <a:lnTo>
                      <a:pt x="922" y="220"/>
                    </a:lnTo>
                    <a:lnTo>
                      <a:pt x="924" y="220"/>
                    </a:lnTo>
                    <a:lnTo>
                      <a:pt x="924" y="222"/>
                    </a:lnTo>
                    <a:lnTo>
                      <a:pt x="926" y="222"/>
                    </a:lnTo>
                    <a:lnTo>
                      <a:pt x="926" y="224"/>
                    </a:lnTo>
                    <a:lnTo>
                      <a:pt x="926" y="224"/>
                    </a:lnTo>
                    <a:lnTo>
                      <a:pt x="929" y="224"/>
                    </a:lnTo>
                    <a:lnTo>
                      <a:pt x="931" y="224"/>
                    </a:lnTo>
                    <a:lnTo>
                      <a:pt x="931" y="225"/>
                    </a:lnTo>
                    <a:lnTo>
                      <a:pt x="931" y="225"/>
                    </a:lnTo>
                    <a:lnTo>
                      <a:pt x="931" y="227"/>
                    </a:lnTo>
                    <a:lnTo>
                      <a:pt x="931" y="229"/>
                    </a:lnTo>
                    <a:lnTo>
                      <a:pt x="929" y="229"/>
                    </a:lnTo>
                    <a:lnTo>
                      <a:pt x="928" y="227"/>
                    </a:lnTo>
                    <a:lnTo>
                      <a:pt x="928" y="227"/>
                    </a:lnTo>
                    <a:lnTo>
                      <a:pt x="926" y="227"/>
                    </a:lnTo>
                    <a:lnTo>
                      <a:pt x="924" y="227"/>
                    </a:lnTo>
                    <a:lnTo>
                      <a:pt x="924" y="227"/>
                    </a:lnTo>
                    <a:lnTo>
                      <a:pt x="924" y="227"/>
                    </a:lnTo>
                    <a:lnTo>
                      <a:pt x="926" y="229"/>
                    </a:lnTo>
                    <a:lnTo>
                      <a:pt x="926" y="229"/>
                    </a:lnTo>
                    <a:lnTo>
                      <a:pt x="926" y="229"/>
                    </a:lnTo>
                    <a:lnTo>
                      <a:pt x="928" y="229"/>
                    </a:lnTo>
                    <a:lnTo>
                      <a:pt x="929" y="231"/>
                    </a:lnTo>
                    <a:lnTo>
                      <a:pt x="931" y="232"/>
                    </a:lnTo>
                    <a:lnTo>
                      <a:pt x="926" y="232"/>
                    </a:lnTo>
                    <a:lnTo>
                      <a:pt x="917" y="229"/>
                    </a:lnTo>
                    <a:lnTo>
                      <a:pt x="917" y="231"/>
                    </a:lnTo>
                    <a:lnTo>
                      <a:pt x="916" y="231"/>
                    </a:lnTo>
                    <a:lnTo>
                      <a:pt x="914" y="231"/>
                    </a:lnTo>
                    <a:lnTo>
                      <a:pt x="914" y="231"/>
                    </a:lnTo>
                    <a:lnTo>
                      <a:pt x="916" y="232"/>
                    </a:lnTo>
                    <a:lnTo>
                      <a:pt x="926" y="237"/>
                    </a:lnTo>
                    <a:lnTo>
                      <a:pt x="924" y="237"/>
                    </a:lnTo>
                    <a:lnTo>
                      <a:pt x="922" y="237"/>
                    </a:lnTo>
                    <a:lnTo>
                      <a:pt x="921" y="239"/>
                    </a:lnTo>
                    <a:lnTo>
                      <a:pt x="922" y="239"/>
                    </a:lnTo>
                    <a:lnTo>
                      <a:pt x="924" y="239"/>
                    </a:lnTo>
                    <a:lnTo>
                      <a:pt x="924" y="241"/>
                    </a:lnTo>
                    <a:lnTo>
                      <a:pt x="922" y="241"/>
                    </a:lnTo>
                    <a:lnTo>
                      <a:pt x="921" y="241"/>
                    </a:lnTo>
                    <a:lnTo>
                      <a:pt x="919" y="239"/>
                    </a:lnTo>
                    <a:lnTo>
                      <a:pt x="916" y="239"/>
                    </a:lnTo>
                    <a:lnTo>
                      <a:pt x="914" y="239"/>
                    </a:lnTo>
                    <a:lnTo>
                      <a:pt x="912" y="236"/>
                    </a:lnTo>
                    <a:lnTo>
                      <a:pt x="909" y="236"/>
                    </a:lnTo>
                    <a:lnTo>
                      <a:pt x="912" y="237"/>
                    </a:lnTo>
                    <a:lnTo>
                      <a:pt x="912" y="239"/>
                    </a:lnTo>
                    <a:lnTo>
                      <a:pt x="911" y="239"/>
                    </a:lnTo>
                    <a:lnTo>
                      <a:pt x="911" y="239"/>
                    </a:lnTo>
                    <a:lnTo>
                      <a:pt x="905" y="237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9" y="241"/>
                    </a:lnTo>
                    <a:lnTo>
                      <a:pt x="909" y="241"/>
                    </a:lnTo>
                    <a:lnTo>
                      <a:pt x="912" y="242"/>
                    </a:lnTo>
                    <a:lnTo>
                      <a:pt x="912" y="242"/>
                    </a:lnTo>
                    <a:lnTo>
                      <a:pt x="912" y="244"/>
                    </a:lnTo>
                    <a:lnTo>
                      <a:pt x="914" y="244"/>
                    </a:lnTo>
                    <a:lnTo>
                      <a:pt x="916" y="244"/>
                    </a:lnTo>
                    <a:lnTo>
                      <a:pt x="917" y="244"/>
                    </a:lnTo>
                    <a:lnTo>
                      <a:pt x="916" y="241"/>
                    </a:lnTo>
                    <a:lnTo>
                      <a:pt x="917" y="242"/>
                    </a:lnTo>
                    <a:lnTo>
                      <a:pt x="921" y="241"/>
                    </a:lnTo>
                    <a:lnTo>
                      <a:pt x="922" y="242"/>
                    </a:lnTo>
                    <a:lnTo>
                      <a:pt x="922" y="244"/>
                    </a:lnTo>
                    <a:lnTo>
                      <a:pt x="921" y="244"/>
                    </a:lnTo>
                    <a:lnTo>
                      <a:pt x="917" y="246"/>
                    </a:lnTo>
                    <a:lnTo>
                      <a:pt x="919" y="248"/>
                    </a:lnTo>
                    <a:lnTo>
                      <a:pt x="917" y="249"/>
                    </a:lnTo>
                    <a:lnTo>
                      <a:pt x="916" y="249"/>
                    </a:lnTo>
                    <a:lnTo>
                      <a:pt x="914" y="251"/>
                    </a:lnTo>
                    <a:lnTo>
                      <a:pt x="914" y="251"/>
                    </a:lnTo>
                    <a:lnTo>
                      <a:pt x="914" y="251"/>
                    </a:lnTo>
                    <a:lnTo>
                      <a:pt x="921" y="253"/>
                    </a:lnTo>
                    <a:lnTo>
                      <a:pt x="922" y="253"/>
                    </a:lnTo>
                    <a:lnTo>
                      <a:pt x="924" y="256"/>
                    </a:lnTo>
                    <a:lnTo>
                      <a:pt x="926" y="256"/>
                    </a:lnTo>
                    <a:lnTo>
                      <a:pt x="929" y="258"/>
                    </a:lnTo>
                    <a:lnTo>
                      <a:pt x="931" y="259"/>
                    </a:lnTo>
                    <a:lnTo>
                      <a:pt x="931" y="261"/>
                    </a:lnTo>
                    <a:lnTo>
                      <a:pt x="933" y="265"/>
                    </a:lnTo>
                    <a:lnTo>
                      <a:pt x="933" y="266"/>
                    </a:lnTo>
                    <a:lnTo>
                      <a:pt x="936" y="271"/>
                    </a:lnTo>
                    <a:lnTo>
                      <a:pt x="938" y="271"/>
                    </a:lnTo>
                    <a:lnTo>
                      <a:pt x="941" y="271"/>
                    </a:lnTo>
                    <a:lnTo>
                      <a:pt x="948" y="270"/>
                    </a:lnTo>
                    <a:lnTo>
                      <a:pt x="950" y="268"/>
                    </a:lnTo>
                    <a:lnTo>
                      <a:pt x="950" y="265"/>
                    </a:lnTo>
                    <a:lnTo>
                      <a:pt x="951" y="265"/>
                    </a:lnTo>
                    <a:lnTo>
                      <a:pt x="951" y="266"/>
                    </a:lnTo>
                    <a:lnTo>
                      <a:pt x="951" y="268"/>
                    </a:lnTo>
                    <a:lnTo>
                      <a:pt x="950" y="270"/>
                    </a:lnTo>
                    <a:lnTo>
                      <a:pt x="950" y="271"/>
                    </a:lnTo>
                    <a:lnTo>
                      <a:pt x="948" y="271"/>
                    </a:lnTo>
                    <a:lnTo>
                      <a:pt x="946" y="273"/>
                    </a:lnTo>
                    <a:lnTo>
                      <a:pt x="945" y="275"/>
                    </a:lnTo>
                    <a:lnTo>
                      <a:pt x="945" y="275"/>
                    </a:lnTo>
                    <a:lnTo>
                      <a:pt x="943" y="276"/>
                    </a:lnTo>
                    <a:lnTo>
                      <a:pt x="941" y="278"/>
                    </a:lnTo>
                    <a:lnTo>
                      <a:pt x="943" y="280"/>
                    </a:lnTo>
                    <a:lnTo>
                      <a:pt x="943" y="281"/>
                    </a:lnTo>
                    <a:lnTo>
                      <a:pt x="945" y="281"/>
                    </a:lnTo>
                    <a:lnTo>
                      <a:pt x="945" y="283"/>
                    </a:lnTo>
                    <a:lnTo>
                      <a:pt x="943" y="283"/>
                    </a:lnTo>
                    <a:lnTo>
                      <a:pt x="939" y="281"/>
                    </a:lnTo>
                    <a:lnTo>
                      <a:pt x="939" y="281"/>
                    </a:lnTo>
                    <a:lnTo>
                      <a:pt x="938" y="281"/>
                    </a:lnTo>
                    <a:lnTo>
                      <a:pt x="938" y="283"/>
                    </a:lnTo>
                    <a:lnTo>
                      <a:pt x="939" y="287"/>
                    </a:lnTo>
                    <a:lnTo>
                      <a:pt x="941" y="293"/>
                    </a:lnTo>
                    <a:lnTo>
                      <a:pt x="943" y="295"/>
                    </a:lnTo>
                    <a:lnTo>
                      <a:pt x="946" y="298"/>
                    </a:lnTo>
                    <a:lnTo>
                      <a:pt x="946" y="298"/>
                    </a:lnTo>
                    <a:lnTo>
                      <a:pt x="948" y="298"/>
                    </a:lnTo>
                    <a:lnTo>
                      <a:pt x="948" y="298"/>
                    </a:lnTo>
                    <a:lnTo>
                      <a:pt x="948" y="298"/>
                    </a:lnTo>
                    <a:lnTo>
                      <a:pt x="948" y="300"/>
                    </a:lnTo>
                    <a:lnTo>
                      <a:pt x="948" y="300"/>
                    </a:lnTo>
                    <a:lnTo>
                      <a:pt x="945" y="300"/>
                    </a:lnTo>
                    <a:lnTo>
                      <a:pt x="945" y="300"/>
                    </a:lnTo>
                    <a:lnTo>
                      <a:pt x="943" y="298"/>
                    </a:lnTo>
                    <a:lnTo>
                      <a:pt x="941" y="297"/>
                    </a:lnTo>
                    <a:lnTo>
                      <a:pt x="941" y="295"/>
                    </a:lnTo>
                    <a:lnTo>
                      <a:pt x="939" y="295"/>
                    </a:lnTo>
                    <a:lnTo>
                      <a:pt x="938" y="293"/>
                    </a:lnTo>
                    <a:lnTo>
                      <a:pt x="936" y="293"/>
                    </a:lnTo>
                    <a:lnTo>
                      <a:pt x="936" y="292"/>
                    </a:lnTo>
                    <a:lnTo>
                      <a:pt x="936" y="292"/>
                    </a:lnTo>
                    <a:lnTo>
                      <a:pt x="934" y="290"/>
                    </a:lnTo>
                    <a:lnTo>
                      <a:pt x="934" y="290"/>
                    </a:lnTo>
                    <a:lnTo>
                      <a:pt x="934" y="288"/>
                    </a:lnTo>
                    <a:lnTo>
                      <a:pt x="933" y="287"/>
                    </a:lnTo>
                    <a:lnTo>
                      <a:pt x="931" y="287"/>
                    </a:lnTo>
                    <a:lnTo>
                      <a:pt x="929" y="285"/>
                    </a:lnTo>
                    <a:lnTo>
                      <a:pt x="929" y="287"/>
                    </a:lnTo>
                    <a:lnTo>
                      <a:pt x="929" y="287"/>
                    </a:lnTo>
                    <a:lnTo>
                      <a:pt x="928" y="287"/>
                    </a:lnTo>
                    <a:lnTo>
                      <a:pt x="928" y="283"/>
                    </a:lnTo>
                    <a:lnTo>
                      <a:pt x="928" y="281"/>
                    </a:lnTo>
                    <a:lnTo>
                      <a:pt x="926" y="281"/>
                    </a:lnTo>
                    <a:lnTo>
                      <a:pt x="926" y="281"/>
                    </a:lnTo>
                    <a:lnTo>
                      <a:pt x="924" y="281"/>
                    </a:lnTo>
                    <a:lnTo>
                      <a:pt x="924" y="281"/>
                    </a:lnTo>
                    <a:lnTo>
                      <a:pt x="922" y="281"/>
                    </a:lnTo>
                    <a:lnTo>
                      <a:pt x="922" y="281"/>
                    </a:lnTo>
                    <a:lnTo>
                      <a:pt x="921" y="280"/>
                    </a:lnTo>
                    <a:lnTo>
                      <a:pt x="921" y="281"/>
                    </a:lnTo>
                    <a:lnTo>
                      <a:pt x="919" y="283"/>
                    </a:lnTo>
                    <a:lnTo>
                      <a:pt x="919" y="285"/>
                    </a:lnTo>
                    <a:lnTo>
                      <a:pt x="919" y="290"/>
                    </a:lnTo>
                    <a:lnTo>
                      <a:pt x="922" y="295"/>
                    </a:lnTo>
                    <a:lnTo>
                      <a:pt x="924" y="297"/>
                    </a:lnTo>
                    <a:lnTo>
                      <a:pt x="926" y="297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2" y="300"/>
                    </a:lnTo>
                    <a:lnTo>
                      <a:pt x="922" y="300"/>
                    </a:lnTo>
                    <a:lnTo>
                      <a:pt x="922" y="302"/>
                    </a:lnTo>
                    <a:lnTo>
                      <a:pt x="922" y="304"/>
                    </a:lnTo>
                    <a:lnTo>
                      <a:pt x="922" y="304"/>
                    </a:lnTo>
                    <a:lnTo>
                      <a:pt x="921" y="305"/>
                    </a:lnTo>
                    <a:lnTo>
                      <a:pt x="921" y="305"/>
                    </a:lnTo>
                    <a:lnTo>
                      <a:pt x="921" y="307"/>
                    </a:lnTo>
                    <a:lnTo>
                      <a:pt x="921" y="307"/>
                    </a:lnTo>
                    <a:lnTo>
                      <a:pt x="921" y="309"/>
                    </a:lnTo>
                    <a:lnTo>
                      <a:pt x="921" y="310"/>
                    </a:lnTo>
                    <a:lnTo>
                      <a:pt x="919" y="312"/>
                    </a:lnTo>
                    <a:lnTo>
                      <a:pt x="919" y="312"/>
                    </a:lnTo>
                    <a:lnTo>
                      <a:pt x="917" y="315"/>
                    </a:lnTo>
                    <a:lnTo>
                      <a:pt x="917" y="321"/>
                    </a:lnTo>
                    <a:lnTo>
                      <a:pt x="917" y="321"/>
                    </a:lnTo>
                    <a:lnTo>
                      <a:pt x="919" y="324"/>
                    </a:lnTo>
                    <a:lnTo>
                      <a:pt x="921" y="326"/>
                    </a:lnTo>
                    <a:lnTo>
                      <a:pt x="921" y="326"/>
                    </a:lnTo>
                    <a:lnTo>
                      <a:pt x="921" y="331"/>
                    </a:lnTo>
                    <a:lnTo>
                      <a:pt x="921" y="331"/>
                    </a:lnTo>
                    <a:lnTo>
                      <a:pt x="919" y="332"/>
                    </a:lnTo>
                    <a:lnTo>
                      <a:pt x="919" y="332"/>
                    </a:lnTo>
                    <a:lnTo>
                      <a:pt x="919" y="332"/>
                    </a:lnTo>
                    <a:lnTo>
                      <a:pt x="919" y="331"/>
                    </a:lnTo>
                    <a:lnTo>
                      <a:pt x="917" y="327"/>
                    </a:lnTo>
                    <a:lnTo>
                      <a:pt x="917" y="326"/>
                    </a:lnTo>
                    <a:lnTo>
                      <a:pt x="916" y="324"/>
                    </a:lnTo>
                    <a:lnTo>
                      <a:pt x="914" y="322"/>
                    </a:lnTo>
                    <a:lnTo>
                      <a:pt x="912" y="319"/>
                    </a:lnTo>
                    <a:lnTo>
                      <a:pt x="912" y="317"/>
                    </a:lnTo>
                    <a:lnTo>
                      <a:pt x="911" y="317"/>
                    </a:lnTo>
                    <a:lnTo>
                      <a:pt x="909" y="315"/>
                    </a:lnTo>
                    <a:lnTo>
                      <a:pt x="909" y="314"/>
                    </a:lnTo>
                    <a:lnTo>
                      <a:pt x="909" y="312"/>
                    </a:lnTo>
                    <a:lnTo>
                      <a:pt x="907" y="310"/>
                    </a:lnTo>
                    <a:lnTo>
                      <a:pt x="904" y="310"/>
                    </a:lnTo>
                    <a:lnTo>
                      <a:pt x="904" y="309"/>
                    </a:lnTo>
                    <a:lnTo>
                      <a:pt x="902" y="305"/>
                    </a:lnTo>
                    <a:lnTo>
                      <a:pt x="902" y="304"/>
                    </a:lnTo>
                    <a:lnTo>
                      <a:pt x="902" y="302"/>
                    </a:lnTo>
                    <a:lnTo>
                      <a:pt x="900" y="298"/>
                    </a:lnTo>
                    <a:lnTo>
                      <a:pt x="899" y="297"/>
                    </a:lnTo>
                    <a:lnTo>
                      <a:pt x="899" y="295"/>
                    </a:lnTo>
                    <a:lnTo>
                      <a:pt x="897" y="293"/>
                    </a:lnTo>
                    <a:lnTo>
                      <a:pt x="894" y="290"/>
                    </a:lnTo>
                    <a:lnTo>
                      <a:pt x="894" y="288"/>
                    </a:lnTo>
                    <a:lnTo>
                      <a:pt x="892" y="287"/>
                    </a:lnTo>
                    <a:lnTo>
                      <a:pt x="892" y="283"/>
                    </a:lnTo>
                    <a:lnTo>
                      <a:pt x="892" y="283"/>
                    </a:lnTo>
                    <a:lnTo>
                      <a:pt x="888" y="280"/>
                    </a:lnTo>
                    <a:lnTo>
                      <a:pt x="887" y="276"/>
                    </a:lnTo>
                    <a:lnTo>
                      <a:pt x="885" y="275"/>
                    </a:lnTo>
                    <a:lnTo>
                      <a:pt x="883" y="275"/>
                    </a:lnTo>
                    <a:lnTo>
                      <a:pt x="882" y="275"/>
                    </a:lnTo>
                    <a:lnTo>
                      <a:pt x="882" y="273"/>
                    </a:lnTo>
                    <a:lnTo>
                      <a:pt x="883" y="270"/>
                    </a:lnTo>
                    <a:lnTo>
                      <a:pt x="883" y="268"/>
                    </a:lnTo>
                    <a:lnTo>
                      <a:pt x="883" y="266"/>
                    </a:lnTo>
                    <a:lnTo>
                      <a:pt x="883" y="265"/>
                    </a:lnTo>
                    <a:lnTo>
                      <a:pt x="882" y="265"/>
                    </a:lnTo>
                    <a:lnTo>
                      <a:pt x="880" y="265"/>
                    </a:lnTo>
                    <a:lnTo>
                      <a:pt x="878" y="263"/>
                    </a:lnTo>
                    <a:lnTo>
                      <a:pt x="878" y="261"/>
                    </a:lnTo>
                    <a:lnTo>
                      <a:pt x="878" y="259"/>
                    </a:lnTo>
                    <a:lnTo>
                      <a:pt x="878" y="258"/>
                    </a:lnTo>
                    <a:lnTo>
                      <a:pt x="878" y="258"/>
                    </a:lnTo>
                    <a:lnTo>
                      <a:pt x="880" y="258"/>
                    </a:lnTo>
                    <a:lnTo>
                      <a:pt x="880" y="258"/>
                    </a:lnTo>
                    <a:lnTo>
                      <a:pt x="880" y="256"/>
                    </a:lnTo>
                    <a:lnTo>
                      <a:pt x="882" y="256"/>
                    </a:lnTo>
                    <a:lnTo>
                      <a:pt x="882" y="254"/>
                    </a:lnTo>
                    <a:lnTo>
                      <a:pt x="880" y="254"/>
                    </a:lnTo>
                    <a:lnTo>
                      <a:pt x="880" y="256"/>
                    </a:lnTo>
                    <a:lnTo>
                      <a:pt x="880" y="256"/>
                    </a:lnTo>
                    <a:lnTo>
                      <a:pt x="880" y="256"/>
                    </a:lnTo>
                    <a:lnTo>
                      <a:pt x="878" y="256"/>
                    </a:lnTo>
                    <a:lnTo>
                      <a:pt x="877" y="256"/>
                    </a:lnTo>
                    <a:lnTo>
                      <a:pt x="877" y="256"/>
                    </a:lnTo>
                    <a:lnTo>
                      <a:pt x="875" y="254"/>
                    </a:lnTo>
                    <a:lnTo>
                      <a:pt x="873" y="254"/>
                    </a:lnTo>
                    <a:lnTo>
                      <a:pt x="872" y="254"/>
                    </a:lnTo>
                    <a:lnTo>
                      <a:pt x="872" y="251"/>
                    </a:lnTo>
                    <a:lnTo>
                      <a:pt x="872" y="249"/>
                    </a:lnTo>
                    <a:lnTo>
                      <a:pt x="872" y="248"/>
                    </a:lnTo>
                    <a:lnTo>
                      <a:pt x="870" y="249"/>
                    </a:lnTo>
                    <a:lnTo>
                      <a:pt x="868" y="249"/>
                    </a:lnTo>
                    <a:lnTo>
                      <a:pt x="868" y="249"/>
                    </a:lnTo>
                    <a:lnTo>
                      <a:pt x="868" y="249"/>
                    </a:lnTo>
                    <a:lnTo>
                      <a:pt x="866" y="246"/>
                    </a:lnTo>
                    <a:lnTo>
                      <a:pt x="866" y="246"/>
                    </a:lnTo>
                    <a:lnTo>
                      <a:pt x="868" y="241"/>
                    </a:lnTo>
                    <a:lnTo>
                      <a:pt x="868" y="239"/>
                    </a:lnTo>
                    <a:lnTo>
                      <a:pt x="868" y="237"/>
                    </a:lnTo>
                    <a:lnTo>
                      <a:pt x="868" y="236"/>
                    </a:lnTo>
                    <a:lnTo>
                      <a:pt x="870" y="236"/>
                    </a:lnTo>
                    <a:lnTo>
                      <a:pt x="872" y="236"/>
                    </a:lnTo>
                    <a:lnTo>
                      <a:pt x="872" y="236"/>
                    </a:lnTo>
                    <a:lnTo>
                      <a:pt x="873" y="236"/>
                    </a:lnTo>
                    <a:lnTo>
                      <a:pt x="875" y="236"/>
                    </a:lnTo>
                    <a:lnTo>
                      <a:pt x="875" y="234"/>
                    </a:lnTo>
                    <a:lnTo>
                      <a:pt x="873" y="234"/>
                    </a:lnTo>
                    <a:lnTo>
                      <a:pt x="870" y="232"/>
                    </a:lnTo>
                    <a:lnTo>
                      <a:pt x="872" y="229"/>
                    </a:lnTo>
                    <a:lnTo>
                      <a:pt x="872" y="229"/>
                    </a:lnTo>
                    <a:lnTo>
                      <a:pt x="870" y="227"/>
                    </a:lnTo>
                    <a:lnTo>
                      <a:pt x="865" y="231"/>
                    </a:lnTo>
                    <a:lnTo>
                      <a:pt x="863" y="231"/>
                    </a:lnTo>
                    <a:lnTo>
                      <a:pt x="861" y="234"/>
                    </a:lnTo>
                    <a:lnTo>
                      <a:pt x="861" y="237"/>
                    </a:lnTo>
                    <a:lnTo>
                      <a:pt x="860" y="239"/>
                    </a:lnTo>
                    <a:lnTo>
                      <a:pt x="858" y="239"/>
                    </a:lnTo>
                    <a:lnTo>
                      <a:pt x="858" y="241"/>
                    </a:lnTo>
                    <a:lnTo>
                      <a:pt x="858" y="242"/>
                    </a:lnTo>
                    <a:lnTo>
                      <a:pt x="856" y="242"/>
                    </a:lnTo>
                    <a:lnTo>
                      <a:pt x="856" y="244"/>
                    </a:lnTo>
                    <a:lnTo>
                      <a:pt x="855" y="244"/>
                    </a:lnTo>
                    <a:lnTo>
                      <a:pt x="853" y="244"/>
                    </a:lnTo>
                    <a:lnTo>
                      <a:pt x="851" y="244"/>
                    </a:lnTo>
                    <a:lnTo>
                      <a:pt x="849" y="246"/>
                    </a:lnTo>
                    <a:lnTo>
                      <a:pt x="849" y="246"/>
                    </a:lnTo>
                    <a:lnTo>
                      <a:pt x="849" y="248"/>
                    </a:lnTo>
                    <a:lnTo>
                      <a:pt x="849" y="251"/>
                    </a:lnTo>
                    <a:lnTo>
                      <a:pt x="849" y="251"/>
                    </a:lnTo>
                    <a:lnTo>
                      <a:pt x="848" y="253"/>
                    </a:lnTo>
                    <a:lnTo>
                      <a:pt x="848" y="253"/>
                    </a:lnTo>
                    <a:lnTo>
                      <a:pt x="848" y="256"/>
                    </a:lnTo>
                    <a:lnTo>
                      <a:pt x="849" y="258"/>
                    </a:lnTo>
                    <a:lnTo>
                      <a:pt x="855" y="263"/>
                    </a:lnTo>
                    <a:lnTo>
                      <a:pt x="849" y="261"/>
                    </a:lnTo>
                    <a:lnTo>
                      <a:pt x="849" y="261"/>
                    </a:lnTo>
                    <a:lnTo>
                      <a:pt x="848" y="261"/>
                    </a:lnTo>
                    <a:lnTo>
                      <a:pt x="846" y="261"/>
                    </a:lnTo>
                    <a:lnTo>
                      <a:pt x="846" y="263"/>
                    </a:lnTo>
                    <a:lnTo>
                      <a:pt x="844" y="263"/>
                    </a:lnTo>
                    <a:lnTo>
                      <a:pt x="844" y="263"/>
                    </a:lnTo>
                    <a:lnTo>
                      <a:pt x="841" y="263"/>
                    </a:lnTo>
                    <a:lnTo>
                      <a:pt x="841" y="263"/>
                    </a:lnTo>
                    <a:lnTo>
                      <a:pt x="839" y="265"/>
                    </a:lnTo>
                    <a:lnTo>
                      <a:pt x="839" y="265"/>
                    </a:lnTo>
                    <a:lnTo>
                      <a:pt x="838" y="265"/>
                    </a:lnTo>
                    <a:lnTo>
                      <a:pt x="836" y="265"/>
                    </a:lnTo>
                    <a:lnTo>
                      <a:pt x="836" y="263"/>
                    </a:lnTo>
                    <a:lnTo>
                      <a:pt x="836" y="261"/>
                    </a:lnTo>
                    <a:lnTo>
                      <a:pt x="834" y="263"/>
                    </a:lnTo>
                    <a:lnTo>
                      <a:pt x="832" y="263"/>
                    </a:lnTo>
                    <a:lnTo>
                      <a:pt x="832" y="265"/>
                    </a:lnTo>
                    <a:lnTo>
                      <a:pt x="831" y="266"/>
                    </a:lnTo>
                    <a:lnTo>
                      <a:pt x="831" y="266"/>
                    </a:lnTo>
                    <a:lnTo>
                      <a:pt x="831" y="266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29" y="268"/>
                    </a:lnTo>
                    <a:lnTo>
                      <a:pt x="829" y="268"/>
                    </a:lnTo>
                    <a:lnTo>
                      <a:pt x="829" y="268"/>
                    </a:lnTo>
                    <a:lnTo>
                      <a:pt x="829" y="270"/>
                    </a:lnTo>
                    <a:lnTo>
                      <a:pt x="829" y="271"/>
                    </a:lnTo>
                    <a:lnTo>
                      <a:pt x="832" y="273"/>
                    </a:lnTo>
                    <a:lnTo>
                      <a:pt x="834" y="278"/>
                    </a:lnTo>
                    <a:lnTo>
                      <a:pt x="834" y="278"/>
                    </a:lnTo>
                    <a:lnTo>
                      <a:pt x="831" y="278"/>
                    </a:lnTo>
                    <a:lnTo>
                      <a:pt x="829" y="278"/>
                    </a:lnTo>
                    <a:lnTo>
                      <a:pt x="829" y="276"/>
                    </a:lnTo>
                    <a:lnTo>
                      <a:pt x="827" y="275"/>
                    </a:lnTo>
                    <a:lnTo>
                      <a:pt x="827" y="275"/>
                    </a:lnTo>
                    <a:lnTo>
                      <a:pt x="826" y="275"/>
                    </a:lnTo>
                    <a:lnTo>
                      <a:pt x="824" y="275"/>
                    </a:lnTo>
                    <a:lnTo>
                      <a:pt x="824" y="276"/>
                    </a:lnTo>
                    <a:lnTo>
                      <a:pt x="826" y="276"/>
                    </a:lnTo>
                    <a:lnTo>
                      <a:pt x="824" y="278"/>
                    </a:lnTo>
                    <a:lnTo>
                      <a:pt x="824" y="280"/>
                    </a:lnTo>
                    <a:lnTo>
                      <a:pt x="822" y="280"/>
                    </a:lnTo>
                    <a:lnTo>
                      <a:pt x="822" y="278"/>
                    </a:lnTo>
                    <a:lnTo>
                      <a:pt x="822" y="276"/>
                    </a:lnTo>
                    <a:lnTo>
                      <a:pt x="819" y="280"/>
                    </a:lnTo>
                    <a:lnTo>
                      <a:pt x="807" y="288"/>
                    </a:lnTo>
                    <a:lnTo>
                      <a:pt x="807" y="290"/>
                    </a:lnTo>
                    <a:lnTo>
                      <a:pt x="805" y="292"/>
                    </a:lnTo>
                    <a:lnTo>
                      <a:pt x="805" y="292"/>
                    </a:lnTo>
                    <a:lnTo>
                      <a:pt x="807" y="292"/>
                    </a:lnTo>
                    <a:lnTo>
                      <a:pt x="807" y="293"/>
                    </a:lnTo>
                    <a:lnTo>
                      <a:pt x="807" y="295"/>
                    </a:lnTo>
                    <a:lnTo>
                      <a:pt x="802" y="300"/>
                    </a:lnTo>
                    <a:lnTo>
                      <a:pt x="802" y="300"/>
                    </a:lnTo>
                    <a:lnTo>
                      <a:pt x="800" y="302"/>
                    </a:lnTo>
                    <a:lnTo>
                      <a:pt x="799" y="302"/>
                    </a:lnTo>
                    <a:lnTo>
                      <a:pt x="799" y="304"/>
                    </a:lnTo>
                    <a:lnTo>
                      <a:pt x="799" y="307"/>
                    </a:lnTo>
                    <a:lnTo>
                      <a:pt x="797" y="310"/>
                    </a:lnTo>
                    <a:lnTo>
                      <a:pt x="795" y="321"/>
                    </a:lnTo>
                    <a:lnTo>
                      <a:pt x="795" y="331"/>
                    </a:lnTo>
                    <a:lnTo>
                      <a:pt x="797" y="331"/>
                    </a:lnTo>
                    <a:lnTo>
                      <a:pt x="797" y="332"/>
                    </a:lnTo>
                    <a:lnTo>
                      <a:pt x="797" y="332"/>
                    </a:lnTo>
                    <a:lnTo>
                      <a:pt x="799" y="336"/>
                    </a:lnTo>
                    <a:lnTo>
                      <a:pt x="799" y="338"/>
                    </a:lnTo>
                    <a:lnTo>
                      <a:pt x="799" y="339"/>
                    </a:lnTo>
                    <a:lnTo>
                      <a:pt x="800" y="341"/>
                    </a:lnTo>
                    <a:lnTo>
                      <a:pt x="800" y="343"/>
                    </a:lnTo>
                    <a:lnTo>
                      <a:pt x="802" y="343"/>
                    </a:lnTo>
                    <a:lnTo>
                      <a:pt x="800" y="344"/>
                    </a:lnTo>
                    <a:lnTo>
                      <a:pt x="800" y="344"/>
                    </a:lnTo>
                    <a:lnTo>
                      <a:pt x="800" y="346"/>
                    </a:lnTo>
                    <a:lnTo>
                      <a:pt x="800" y="351"/>
                    </a:lnTo>
                    <a:lnTo>
                      <a:pt x="802" y="356"/>
                    </a:lnTo>
                    <a:lnTo>
                      <a:pt x="802" y="360"/>
                    </a:lnTo>
                    <a:lnTo>
                      <a:pt x="800" y="363"/>
                    </a:lnTo>
                    <a:lnTo>
                      <a:pt x="799" y="366"/>
                    </a:lnTo>
                    <a:lnTo>
                      <a:pt x="799" y="366"/>
                    </a:lnTo>
                    <a:lnTo>
                      <a:pt x="799" y="366"/>
                    </a:lnTo>
                    <a:lnTo>
                      <a:pt x="800" y="366"/>
                    </a:lnTo>
                    <a:lnTo>
                      <a:pt x="800" y="368"/>
                    </a:lnTo>
                    <a:lnTo>
                      <a:pt x="800" y="368"/>
                    </a:lnTo>
                    <a:lnTo>
                      <a:pt x="802" y="365"/>
                    </a:lnTo>
                    <a:lnTo>
                      <a:pt x="805" y="365"/>
                    </a:lnTo>
                    <a:lnTo>
                      <a:pt x="809" y="365"/>
                    </a:lnTo>
                    <a:lnTo>
                      <a:pt x="810" y="365"/>
                    </a:lnTo>
                    <a:lnTo>
                      <a:pt x="814" y="366"/>
                    </a:lnTo>
                    <a:lnTo>
                      <a:pt x="814" y="368"/>
                    </a:lnTo>
                    <a:lnTo>
                      <a:pt x="815" y="370"/>
                    </a:lnTo>
                    <a:lnTo>
                      <a:pt x="815" y="373"/>
                    </a:lnTo>
                    <a:lnTo>
                      <a:pt x="815" y="375"/>
                    </a:lnTo>
                    <a:lnTo>
                      <a:pt x="814" y="378"/>
                    </a:lnTo>
                    <a:lnTo>
                      <a:pt x="812" y="380"/>
                    </a:lnTo>
                    <a:lnTo>
                      <a:pt x="805" y="383"/>
                    </a:lnTo>
                    <a:lnTo>
                      <a:pt x="802" y="385"/>
                    </a:lnTo>
                    <a:lnTo>
                      <a:pt x="802" y="385"/>
                    </a:lnTo>
                    <a:lnTo>
                      <a:pt x="800" y="388"/>
                    </a:lnTo>
                    <a:lnTo>
                      <a:pt x="800" y="388"/>
                    </a:lnTo>
                    <a:lnTo>
                      <a:pt x="800" y="387"/>
                    </a:lnTo>
                    <a:lnTo>
                      <a:pt x="799" y="387"/>
                    </a:lnTo>
                    <a:lnTo>
                      <a:pt x="797" y="390"/>
                    </a:lnTo>
                    <a:lnTo>
                      <a:pt x="795" y="392"/>
                    </a:lnTo>
                    <a:lnTo>
                      <a:pt x="793" y="394"/>
                    </a:lnTo>
                    <a:lnTo>
                      <a:pt x="788" y="395"/>
                    </a:lnTo>
                    <a:lnTo>
                      <a:pt x="788" y="395"/>
                    </a:lnTo>
                    <a:lnTo>
                      <a:pt x="787" y="399"/>
                    </a:lnTo>
                    <a:lnTo>
                      <a:pt x="785" y="400"/>
                    </a:lnTo>
                    <a:lnTo>
                      <a:pt x="776" y="407"/>
                    </a:lnTo>
                    <a:lnTo>
                      <a:pt x="773" y="409"/>
                    </a:lnTo>
                    <a:lnTo>
                      <a:pt x="771" y="409"/>
                    </a:lnTo>
                    <a:lnTo>
                      <a:pt x="771" y="407"/>
                    </a:lnTo>
                    <a:lnTo>
                      <a:pt x="770" y="407"/>
                    </a:lnTo>
                    <a:lnTo>
                      <a:pt x="768" y="407"/>
                    </a:lnTo>
                    <a:lnTo>
                      <a:pt x="768" y="407"/>
                    </a:lnTo>
                    <a:lnTo>
                      <a:pt x="766" y="409"/>
                    </a:lnTo>
                    <a:lnTo>
                      <a:pt x="765" y="414"/>
                    </a:lnTo>
                    <a:lnTo>
                      <a:pt x="763" y="416"/>
                    </a:lnTo>
                    <a:lnTo>
                      <a:pt x="761" y="417"/>
                    </a:lnTo>
                    <a:lnTo>
                      <a:pt x="763" y="419"/>
                    </a:lnTo>
                    <a:lnTo>
                      <a:pt x="765" y="419"/>
                    </a:lnTo>
                    <a:lnTo>
                      <a:pt x="765" y="421"/>
                    </a:lnTo>
                    <a:lnTo>
                      <a:pt x="765" y="422"/>
                    </a:lnTo>
                    <a:lnTo>
                      <a:pt x="763" y="424"/>
                    </a:lnTo>
                    <a:lnTo>
                      <a:pt x="759" y="428"/>
                    </a:lnTo>
                    <a:lnTo>
                      <a:pt x="759" y="428"/>
                    </a:lnTo>
                    <a:lnTo>
                      <a:pt x="756" y="428"/>
                    </a:lnTo>
                    <a:lnTo>
                      <a:pt x="754" y="429"/>
                    </a:lnTo>
                    <a:lnTo>
                      <a:pt x="754" y="429"/>
                    </a:lnTo>
                    <a:lnTo>
                      <a:pt x="753" y="429"/>
                    </a:lnTo>
                    <a:lnTo>
                      <a:pt x="751" y="429"/>
                    </a:lnTo>
                    <a:lnTo>
                      <a:pt x="751" y="429"/>
                    </a:lnTo>
                    <a:lnTo>
                      <a:pt x="751" y="431"/>
                    </a:lnTo>
                    <a:lnTo>
                      <a:pt x="751" y="433"/>
                    </a:lnTo>
                    <a:lnTo>
                      <a:pt x="753" y="433"/>
                    </a:lnTo>
                    <a:lnTo>
                      <a:pt x="753" y="433"/>
                    </a:lnTo>
                    <a:lnTo>
                      <a:pt x="753" y="434"/>
                    </a:lnTo>
                    <a:lnTo>
                      <a:pt x="753" y="436"/>
                    </a:lnTo>
                    <a:lnTo>
                      <a:pt x="753" y="438"/>
                    </a:lnTo>
                    <a:lnTo>
                      <a:pt x="751" y="438"/>
                    </a:lnTo>
                    <a:lnTo>
                      <a:pt x="749" y="443"/>
                    </a:lnTo>
                    <a:lnTo>
                      <a:pt x="749" y="446"/>
                    </a:lnTo>
                    <a:lnTo>
                      <a:pt x="748" y="446"/>
                    </a:lnTo>
                    <a:lnTo>
                      <a:pt x="748" y="448"/>
                    </a:lnTo>
                    <a:lnTo>
                      <a:pt x="746" y="450"/>
                    </a:lnTo>
                    <a:lnTo>
                      <a:pt x="746" y="450"/>
                    </a:lnTo>
                    <a:lnTo>
                      <a:pt x="746" y="451"/>
                    </a:lnTo>
                    <a:lnTo>
                      <a:pt x="746" y="453"/>
                    </a:lnTo>
                    <a:lnTo>
                      <a:pt x="744" y="455"/>
                    </a:lnTo>
                    <a:lnTo>
                      <a:pt x="742" y="460"/>
                    </a:lnTo>
                    <a:lnTo>
                      <a:pt x="734" y="473"/>
                    </a:lnTo>
                    <a:lnTo>
                      <a:pt x="724" y="484"/>
                    </a:lnTo>
                    <a:lnTo>
                      <a:pt x="714" y="494"/>
                    </a:lnTo>
                    <a:lnTo>
                      <a:pt x="714" y="495"/>
                    </a:lnTo>
                    <a:lnTo>
                      <a:pt x="712" y="495"/>
                    </a:lnTo>
                    <a:lnTo>
                      <a:pt x="709" y="499"/>
                    </a:lnTo>
                    <a:lnTo>
                      <a:pt x="693" y="509"/>
                    </a:lnTo>
                    <a:lnTo>
                      <a:pt x="680" y="514"/>
                    </a:lnTo>
                    <a:lnTo>
                      <a:pt x="668" y="519"/>
                    </a:lnTo>
                    <a:lnTo>
                      <a:pt x="642" y="528"/>
                    </a:lnTo>
                    <a:lnTo>
                      <a:pt x="632" y="531"/>
                    </a:lnTo>
                    <a:lnTo>
                      <a:pt x="617" y="533"/>
                    </a:lnTo>
                    <a:lnTo>
                      <a:pt x="603" y="535"/>
                    </a:lnTo>
                    <a:lnTo>
                      <a:pt x="595" y="536"/>
                    </a:lnTo>
                    <a:lnTo>
                      <a:pt x="590" y="536"/>
                    </a:lnTo>
                    <a:lnTo>
                      <a:pt x="588" y="536"/>
                    </a:lnTo>
                    <a:lnTo>
                      <a:pt x="586" y="538"/>
                    </a:lnTo>
                    <a:lnTo>
                      <a:pt x="586" y="538"/>
                    </a:lnTo>
                    <a:lnTo>
                      <a:pt x="586" y="540"/>
                    </a:lnTo>
                    <a:lnTo>
                      <a:pt x="586" y="540"/>
                    </a:lnTo>
                    <a:lnTo>
                      <a:pt x="586" y="541"/>
                    </a:lnTo>
                    <a:lnTo>
                      <a:pt x="585" y="541"/>
                    </a:lnTo>
                    <a:lnTo>
                      <a:pt x="583" y="541"/>
                    </a:lnTo>
                    <a:lnTo>
                      <a:pt x="583" y="541"/>
                    </a:lnTo>
                    <a:lnTo>
                      <a:pt x="581" y="543"/>
                    </a:lnTo>
                    <a:lnTo>
                      <a:pt x="579" y="543"/>
                    </a:lnTo>
                    <a:lnTo>
                      <a:pt x="579" y="543"/>
                    </a:lnTo>
                    <a:lnTo>
                      <a:pt x="576" y="545"/>
                    </a:lnTo>
                    <a:lnTo>
                      <a:pt x="574" y="546"/>
                    </a:lnTo>
                    <a:lnTo>
                      <a:pt x="573" y="545"/>
                    </a:lnTo>
                    <a:lnTo>
                      <a:pt x="571" y="545"/>
                    </a:lnTo>
                    <a:lnTo>
                      <a:pt x="568" y="543"/>
                    </a:lnTo>
                    <a:lnTo>
                      <a:pt x="566" y="541"/>
                    </a:lnTo>
                    <a:lnTo>
                      <a:pt x="566" y="541"/>
                    </a:lnTo>
                    <a:lnTo>
                      <a:pt x="566" y="540"/>
                    </a:lnTo>
                    <a:lnTo>
                      <a:pt x="564" y="540"/>
                    </a:lnTo>
                    <a:lnTo>
                      <a:pt x="564" y="540"/>
                    </a:lnTo>
                    <a:lnTo>
                      <a:pt x="564" y="541"/>
                    </a:lnTo>
                    <a:lnTo>
                      <a:pt x="562" y="541"/>
                    </a:lnTo>
                    <a:lnTo>
                      <a:pt x="561" y="541"/>
                    </a:lnTo>
                    <a:lnTo>
                      <a:pt x="557" y="540"/>
                    </a:lnTo>
                    <a:lnTo>
                      <a:pt x="556" y="540"/>
                    </a:lnTo>
                    <a:lnTo>
                      <a:pt x="554" y="540"/>
                    </a:lnTo>
                    <a:lnTo>
                      <a:pt x="551" y="538"/>
                    </a:lnTo>
                    <a:lnTo>
                      <a:pt x="544" y="536"/>
                    </a:lnTo>
                    <a:lnTo>
                      <a:pt x="542" y="536"/>
                    </a:lnTo>
                    <a:lnTo>
                      <a:pt x="540" y="536"/>
                    </a:lnTo>
                    <a:lnTo>
                      <a:pt x="539" y="536"/>
                    </a:lnTo>
                    <a:lnTo>
                      <a:pt x="539" y="538"/>
                    </a:lnTo>
                    <a:lnTo>
                      <a:pt x="539" y="540"/>
                    </a:lnTo>
                    <a:lnTo>
                      <a:pt x="535" y="538"/>
                    </a:lnTo>
                    <a:lnTo>
                      <a:pt x="534" y="536"/>
                    </a:lnTo>
                    <a:lnTo>
                      <a:pt x="530" y="538"/>
                    </a:lnTo>
                    <a:lnTo>
                      <a:pt x="530" y="540"/>
                    </a:lnTo>
                    <a:lnTo>
                      <a:pt x="530" y="540"/>
                    </a:lnTo>
                    <a:lnTo>
                      <a:pt x="530" y="541"/>
                    </a:lnTo>
                    <a:lnTo>
                      <a:pt x="529" y="541"/>
                    </a:lnTo>
                    <a:lnTo>
                      <a:pt x="527" y="541"/>
                    </a:lnTo>
                    <a:lnTo>
                      <a:pt x="525" y="543"/>
                    </a:lnTo>
                    <a:lnTo>
                      <a:pt x="523" y="543"/>
                    </a:lnTo>
                    <a:lnTo>
                      <a:pt x="523" y="545"/>
                    </a:lnTo>
                    <a:lnTo>
                      <a:pt x="522" y="546"/>
                    </a:lnTo>
                    <a:lnTo>
                      <a:pt x="522" y="548"/>
                    </a:lnTo>
                    <a:lnTo>
                      <a:pt x="515" y="557"/>
                    </a:lnTo>
                    <a:lnTo>
                      <a:pt x="512" y="560"/>
                    </a:lnTo>
                    <a:lnTo>
                      <a:pt x="510" y="562"/>
                    </a:lnTo>
                    <a:lnTo>
                      <a:pt x="508" y="563"/>
                    </a:lnTo>
                    <a:lnTo>
                      <a:pt x="506" y="565"/>
                    </a:lnTo>
                    <a:lnTo>
                      <a:pt x="505" y="565"/>
                    </a:lnTo>
                    <a:lnTo>
                      <a:pt x="503" y="565"/>
                    </a:lnTo>
                    <a:lnTo>
                      <a:pt x="500" y="567"/>
                    </a:lnTo>
                    <a:lnTo>
                      <a:pt x="498" y="568"/>
                    </a:lnTo>
                    <a:lnTo>
                      <a:pt x="496" y="568"/>
                    </a:lnTo>
                    <a:lnTo>
                      <a:pt x="495" y="567"/>
                    </a:lnTo>
                    <a:lnTo>
                      <a:pt x="495" y="567"/>
                    </a:lnTo>
                    <a:lnTo>
                      <a:pt x="493" y="567"/>
                    </a:lnTo>
                    <a:lnTo>
                      <a:pt x="493" y="567"/>
                    </a:lnTo>
                    <a:lnTo>
                      <a:pt x="493" y="567"/>
                    </a:lnTo>
                    <a:lnTo>
                      <a:pt x="491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6" y="567"/>
                    </a:lnTo>
                    <a:lnTo>
                      <a:pt x="486" y="567"/>
                    </a:lnTo>
                    <a:lnTo>
                      <a:pt x="486" y="567"/>
                    </a:lnTo>
                    <a:lnTo>
                      <a:pt x="474" y="570"/>
                    </a:lnTo>
                    <a:lnTo>
                      <a:pt x="471" y="570"/>
                    </a:lnTo>
                    <a:lnTo>
                      <a:pt x="469" y="572"/>
                    </a:lnTo>
                    <a:lnTo>
                      <a:pt x="469" y="570"/>
                    </a:lnTo>
                    <a:lnTo>
                      <a:pt x="467" y="570"/>
                    </a:lnTo>
                    <a:lnTo>
                      <a:pt x="467" y="568"/>
                    </a:lnTo>
                    <a:lnTo>
                      <a:pt x="467" y="568"/>
                    </a:lnTo>
                    <a:lnTo>
                      <a:pt x="466" y="568"/>
                    </a:lnTo>
                    <a:lnTo>
                      <a:pt x="464" y="570"/>
                    </a:lnTo>
                    <a:lnTo>
                      <a:pt x="464" y="570"/>
                    </a:lnTo>
                    <a:lnTo>
                      <a:pt x="462" y="570"/>
                    </a:lnTo>
                    <a:lnTo>
                      <a:pt x="461" y="572"/>
                    </a:lnTo>
                    <a:lnTo>
                      <a:pt x="459" y="572"/>
                    </a:lnTo>
                    <a:lnTo>
                      <a:pt x="457" y="572"/>
                    </a:lnTo>
                    <a:lnTo>
                      <a:pt x="456" y="572"/>
                    </a:lnTo>
                    <a:lnTo>
                      <a:pt x="456" y="572"/>
                    </a:lnTo>
                    <a:lnTo>
                      <a:pt x="456" y="570"/>
                    </a:lnTo>
                    <a:lnTo>
                      <a:pt x="456" y="570"/>
                    </a:lnTo>
                    <a:lnTo>
                      <a:pt x="454" y="570"/>
                    </a:lnTo>
                    <a:lnTo>
                      <a:pt x="454" y="570"/>
                    </a:lnTo>
                    <a:lnTo>
                      <a:pt x="452" y="570"/>
                    </a:lnTo>
                    <a:lnTo>
                      <a:pt x="452" y="570"/>
                    </a:lnTo>
                    <a:lnTo>
                      <a:pt x="450" y="570"/>
                    </a:lnTo>
                    <a:lnTo>
                      <a:pt x="433" y="582"/>
                    </a:lnTo>
                    <a:lnTo>
                      <a:pt x="433" y="584"/>
                    </a:lnTo>
                    <a:lnTo>
                      <a:pt x="433" y="584"/>
                    </a:lnTo>
                    <a:lnTo>
                      <a:pt x="433" y="585"/>
                    </a:lnTo>
                    <a:lnTo>
                      <a:pt x="433" y="585"/>
                    </a:lnTo>
                    <a:lnTo>
                      <a:pt x="432" y="587"/>
                    </a:lnTo>
                    <a:lnTo>
                      <a:pt x="432" y="589"/>
                    </a:lnTo>
                    <a:lnTo>
                      <a:pt x="428" y="589"/>
                    </a:lnTo>
                    <a:lnTo>
                      <a:pt x="428" y="589"/>
                    </a:lnTo>
                    <a:lnTo>
                      <a:pt x="428" y="589"/>
                    </a:lnTo>
                    <a:lnTo>
                      <a:pt x="427" y="591"/>
                    </a:lnTo>
                    <a:lnTo>
                      <a:pt x="427" y="592"/>
                    </a:lnTo>
                    <a:lnTo>
                      <a:pt x="425" y="592"/>
                    </a:lnTo>
                    <a:lnTo>
                      <a:pt x="425" y="594"/>
                    </a:lnTo>
                    <a:lnTo>
                      <a:pt x="423" y="594"/>
                    </a:lnTo>
                    <a:lnTo>
                      <a:pt x="420" y="594"/>
                    </a:lnTo>
                    <a:lnTo>
                      <a:pt x="418" y="596"/>
                    </a:lnTo>
                    <a:lnTo>
                      <a:pt x="416" y="597"/>
                    </a:lnTo>
                    <a:lnTo>
                      <a:pt x="416" y="596"/>
                    </a:lnTo>
                    <a:lnTo>
                      <a:pt x="413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10" y="596"/>
                    </a:lnTo>
                    <a:lnTo>
                      <a:pt x="410" y="597"/>
                    </a:lnTo>
                    <a:lnTo>
                      <a:pt x="410" y="597"/>
                    </a:lnTo>
                    <a:lnTo>
                      <a:pt x="408" y="597"/>
                    </a:lnTo>
                    <a:lnTo>
                      <a:pt x="406" y="597"/>
                    </a:lnTo>
                    <a:lnTo>
                      <a:pt x="405" y="596"/>
                    </a:lnTo>
                    <a:lnTo>
                      <a:pt x="403" y="597"/>
                    </a:lnTo>
                    <a:lnTo>
                      <a:pt x="399" y="599"/>
                    </a:lnTo>
                    <a:lnTo>
                      <a:pt x="398" y="601"/>
                    </a:lnTo>
                    <a:lnTo>
                      <a:pt x="391" y="602"/>
                    </a:lnTo>
                    <a:lnTo>
                      <a:pt x="384" y="602"/>
                    </a:lnTo>
                    <a:lnTo>
                      <a:pt x="379" y="602"/>
                    </a:lnTo>
                    <a:lnTo>
                      <a:pt x="376" y="601"/>
                    </a:lnTo>
                    <a:lnTo>
                      <a:pt x="371" y="599"/>
                    </a:lnTo>
                    <a:lnTo>
                      <a:pt x="369" y="597"/>
                    </a:lnTo>
                    <a:lnTo>
                      <a:pt x="367" y="597"/>
                    </a:lnTo>
                    <a:lnTo>
                      <a:pt x="367" y="597"/>
                    </a:lnTo>
                    <a:lnTo>
                      <a:pt x="367" y="596"/>
                    </a:lnTo>
                    <a:lnTo>
                      <a:pt x="367" y="596"/>
                    </a:lnTo>
                    <a:lnTo>
                      <a:pt x="367" y="594"/>
                    </a:lnTo>
                    <a:lnTo>
                      <a:pt x="367" y="594"/>
                    </a:lnTo>
                    <a:lnTo>
                      <a:pt x="367" y="592"/>
                    </a:lnTo>
                    <a:lnTo>
                      <a:pt x="367" y="592"/>
                    </a:lnTo>
                    <a:lnTo>
                      <a:pt x="367" y="592"/>
                    </a:lnTo>
                    <a:lnTo>
                      <a:pt x="367" y="591"/>
                    </a:lnTo>
                    <a:lnTo>
                      <a:pt x="366" y="591"/>
                    </a:lnTo>
                    <a:lnTo>
                      <a:pt x="366" y="592"/>
                    </a:lnTo>
                    <a:lnTo>
                      <a:pt x="364" y="594"/>
                    </a:lnTo>
                    <a:lnTo>
                      <a:pt x="362" y="594"/>
                    </a:lnTo>
                    <a:lnTo>
                      <a:pt x="360" y="594"/>
                    </a:lnTo>
                    <a:lnTo>
                      <a:pt x="360" y="594"/>
                    </a:lnTo>
                    <a:lnTo>
                      <a:pt x="359" y="594"/>
                    </a:lnTo>
                    <a:lnTo>
                      <a:pt x="359" y="594"/>
                    </a:lnTo>
                    <a:lnTo>
                      <a:pt x="349" y="597"/>
                    </a:lnTo>
                    <a:lnTo>
                      <a:pt x="349" y="597"/>
                    </a:lnTo>
                    <a:lnTo>
                      <a:pt x="349" y="599"/>
                    </a:lnTo>
                    <a:lnTo>
                      <a:pt x="347" y="601"/>
                    </a:lnTo>
                    <a:lnTo>
                      <a:pt x="343" y="601"/>
                    </a:lnTo>
                    <a:lnTo>
                      <a:pt x="342" y="601"/>
                    </a:lnTo>
                    <a:lnTo>
                      <a:pt x="340" y="601"/>
                    </a:lnTo>
                    <a:lnTo>
                      <a:pt x="338" y="601"/>
                    </a:lnTo>
                    <a:lnTo>
                      <a:pt x="335" y="597"/>
                    </a:lnTo>
                    <a:lnTo>
                      <a:pt x="335" y="596"/>
                    </a:lnTo>
                    <a:lnTo>
                      <a:pt x="335" y="596"/>
                    </a:lnTo>
                    <a:lnTo>
                      <a:pt x="335" y="594"/>
                    </a:lnTo>
                    <a:lnTo>
                      <a:pt x="337" y="592"/>
                    </a:lnTo>
                    <a:lnTo>
                      <a:pt x="337" y="592"/>
                    </a:lnTo>
                    <a:lnTo>
                      <a:pt x="337" y="589"/>
                    </a:lnTo>
                    <a:lnTo>
                      <a:pt x="337" y="587"/>
                    </a:lnTo>
                    <a:lnTo>
                      <a:pt x="338" y="587"/>
                    </a:lnTo>
                    <a:lnTo>
                      <a:pt x="340" y="585"/>
                    </a:lnTo>
                    <a:lnTo>
                      <a:pt x="340" y="585"/>
                    </a:lnTo>
                    <a:lnTo>
                      <a:pt x="338" y="585"/>
                    </a:lnTo>
                    <a:lnTo>
                      <a:pt x="338" y="585"/>
                    </a:lnTo>
                    <a:lnTo>
                      <a:pt x="337" y="585"/>
                    </a:lnTo>
                    <a:lnTo>
                      <a:pt x="337" y="585"/>
                    </a:lnTo>
                    <a:lnTo>
                      <a:pt x="335" y="585"/>
                    </a:lnTo>
                    <a:lnTo>
                      <a:pt x="335" y="587"/>
                    </a:lnTo>
                    <a:lnTo>
                      <a:pt x="333" y="589"/>
                    </a:lnTo>
                    <a:lnTo>
                      <a:pt x="332" y="592"/>
                    </a:lnTo>
                    <a:lnTo>
                      <a:pt x="326" y="597"/>
                    </a:lnTo>
                    <a:lnTo>
                      <a:pt x="318" y="602"/>
                    </a:lnTo>
                    <a:lnTo>
                      <a:pt x="315" y="604"/>
                    </a:lnTo>
                    <a:lnTo>
                      <a:pt x="313" y="604"/>
                    </a:lnTo>
                    <a:lnTo>
                      <a:pt x="311" y="604"/>
                    </a:lnTo>
                    <a:lnTo>
                      <a:pt x="311" y="606"/>
                    </a:lnTo>
                    <a:lnTo>
                      <a:pt x="311" y="608"/>
                    </a:lnTo>
                    <a:lnTo>
                      <a:pt x="309" y="608"/>
                    </a:lnTo>
                    <a:lnTo>
                      <a:pt x="309" y="608"/>
                    </a:lnTo>
                    <a:lnTo>
                      <a:pt x="308" y="608"/>
                    </a:lnTo>
                    <a:lnTo>
                      <a:pt x="306" y="609"/>
                    </a:lnTo>
                    <a:lnTo>
                      <a:pt x="304" y="611"/>
                    </a:lnTo>
                    <a:lnTo>
                      <a:pt x="301" y="611"/>
                    </a:lnTo>
                    <a:lnTo>
                      <a:pt x="298" y="611"/>
                    </a:lnTo>
                    <a:lnTo>
                      <a:pt x="296" y="611"/>
                    </a:lnTo>
                    <a:lnTo>
                      <a:pt x="294" y="613"/>
                    </a:lnTo>
                    <a:lnTo>
                      <a:pt x="293" y="614"/>
                    </a:lnTo>
                    <a:lnTo>
                      <a:pt x="289" y="614"/>
                    </a:lnTo>
                    <a:lnTo>
                      <a:pt x="287" y="613"/>
                    </a:lnTo>
                    <a:lnTo>
                      <a:pt x="287" y="613"/>
                    </a:lnTo>
                    <a:lnTo>
                      <a:pt x="286" y="613"/>
                    </a:lnTo>
                    <a:lnTo>
                      <a:pt x="284" y="613"/>
                    </a:lnTo>
                    <a:lnTo>
                      <a:pt x="282" y="614"/>
                    </a:lnTo>
                    <a:lnTo>
                      <a:pt x="282" y="618"/>
                    </a:lnTo>
                    <a:lnTo>
                      <a:pt x="282" y="621"/>
                    </a:lnTo>
                    <a:lnTo>
                      <a:pt x="281" y="623"/>
                    </a:lnTo>
                    <a:lnTo>
                      <a:pt x="277" y="625"/>
                    </a:lnTo>
                    <a:lnTo>
                      <a:pt x="274" y="625"/>
                    </a:lnTo>
                    <a:lnTo>
                      <a:pt x="272" y="626"/>
                    </a:lnTo>
                    <a:lnTo>
                      <a:pt x="272" y="626"/>
                    </a:lnTo>
                    <a:lnTo>
                      <a:pt x="269" y="628"/>
                    </a:lnTo>
                    <a:lnTo>
                      <a:pt x="265" y="630"/>
                    </a:lnTo>
                    <a:lnTo>
                      <a:pt x="264" y="630"/>
                    </a:lnTo>
                    <a:lnTo>
                      <a:pt x="262" y="631"/>
                    </a:lnTo>
                    <a:lnTo>
                      <a:pt x="259" y="633"/>
                    </a:lnTo>
                    <a:lnTo>
                      <a:pt x="257" y="636"/>
                    </a:lnTo>
                    <a:lnTo>
                      <a:pt x="255" y="640"/>
                    </a:lnTo>
                    <a:lnTo>
                      <a:pt x="252" y="643"/>
                    </a:lnTo>
                    <a:lnTo>
                      <a:pt x="252" y="645"/>
                    </a:lnTo>
                    <a:lnTo>
                      <a:pt x="250" y="647"/>
                    </a:lnTo>
                    <a:lnTo>
                      <a:pt x="238" y="652"/>
                    </a:lnTo>
                    <a:lnTo>
                      <a:pt x="235" y="653"/>
                    </a:lnTo>
                    <a:lnTo>
                      <a:pt x="233" y="655"/>
                    </a:lnTo>
                    <a:lnTo>
                      <a:pt x="226" y="662"/>
                    </a:lnTo>
                    <a:lnTo>
                      <a:pt x="225" y="665"/>
                    </a:lnTo>
                    <a:lnTo>
                      <a:pt x="223" y="665"/>
                    </a:lnTo>
                    <a:lnTo>
                      <a:pt x="223" y="667"/>
                    </a:lnTo>
                    <a:lnTo>
                      <a:pt x="221" y="669"/>
                    </a:lnTo>
                    <a:lnTo>
                      <a:pt x="219" y="670"/>
                    </a:lnTo>
                    <a:lnTo>
                      <a:pt x="199" y="677"/>
                    </a:lnTo>
                    <a:lnTo>
                      <a:pt x="189" y="684"/>
                    </a:lnTo>
                    <a:lnTo>
                      <a:pt x="189" y="682"/>
                    </a:lnTo>
                    <a:lnTo>
                      <a:pt x="189" y="682"/>
                    </a:lnTo>
                    <a:lnTo>
                      <a:pt x="187" y="682"/>
                    </a:lnTo>
                    <a:lnTo>
                      <a:pt x="187" y="684"/>
                    </a:lnTo>
                    <a:lnTo>
                      <a:pt x="186" y="684"/>
                    </a:lnTo>
                    <a:lnTo>
                      <a:pt x="182" y="686"/>
                    </a:lnTo>
                    <a:lnTo>
                      <a:pt x="179" y="684"/>
                    </a:lnTo>
                    <a:lnTo>
                      <a:pt x="175" y="686"/>
                    </a:lnTo>
                    <a:lnTo>
                      <a:pt x="162" y="692"/>
                    </a:lnTo>
                    <a:lnTo>
                      <a:pt x="155" y="696"/>
                    </a:lnTo>
                    <a:lnTo>
                      <a:pt x="153" y="696"/>
                    </a:lnTo>
                    <a:lnTo>
                      <a:pt x="153" y="698"/>
                    </a:lnTo>
                    <a:lnTo>
                      <a:pt x="152" y="698"/>
                    </a:lnTo>
                    <a:lnTo>
                      <a:pt x="150" y="699"/>
                    </a:lnTo>
                    <a:lnTo>
                      <a:pt x="150" y="699"/>
                    </a:lnTo>
                    <a:lnTo>
                      <a:pt x="148" y="703"/>
                    </a:lnTo>
                    <a:lnTo>
                      <a:pt x="148" y="704"/>
                    </a:lnTo>
                    <a:lnTo>
                      <a:pt x="148" y="704"/>
                    </a:lnTo>
                    <a:lnTo>
                      <a:pt x="148" y="706"/>
                    </a:lnTo>
                    <a:lnTo>
                      <a:pt x="148" y="706"/>
                    </a:lnTo>
                    <a:lnTo>
                      <a:pt x="148" y="706"/>
                    </a:lnTo>
                    <a:lnTo>
                      <a:pt x="146" y="706"/>
                    </a:lnTo>
                    <a:lnTo>
                      <a:pt x="146" y="708"/>
                    </a:lnTo>
                    <a:lnTo>
                      <a:pt x="141" y="716"/>
                    </a:lnTo>
                    <a:lnTo>
                      <a:pt x="141" y="715"/>
                    </a:lnTo>
                    <a:lnTo>
                      <a:pt x="140" y="713"/>
                    </a:lnTo>
                    <a:lnTo>
                      <a:pt x="138" y="711"/>
                    </a:lnTo>
                    <a:lnTo>
                      <a:pt x="138" y="713"/>
                    </a:lnTo>
                    <a:lnTo>
                      <a:pt x="138" y="713"/>
                    </a:lnTo>
                    <a:lnTo>
                      <a:pt x="138" y="715"/>
                    </a:lnTo>
                    <a:lnTo>
                      <a:pt x="138" y="716"/>
                    </a:lnTo>
                    <a:lnTo>
                      <a:pt x="138" y="716"/>
                    </a:lnTo>
                    <a:lnTo>
                      <a:pt x="140" y="718"/>
                    </a:lnTo>
                    <a:lnTo>
                      <a:pt x="140" y="718"/>
                    </a:lnTo>
                    <a:lnTo>
                      <a:pt x="140" y="720"/>
                    </a:lnTo>
                    <a:lnTo>
                      <a:pt x="138" y="723"/>
                    </a:lnTo>
                    <a:lnTo>
                      <a:pt x="138" y="726"/>
                    </a:lnTo>
                    <a:lnTo>
                      <a:pt x="136" y="726"/>
                    </a:lnTo>
                    <a:lnTo>
                      <a:pt x="136" y="726"/>
                    </a:lnTo>
                    <a:lnTo>
                      <a:pt x="135" y="726"/>
                    </a:lnTo>
                    <a:lnTo>
                      <a:pt x="135" y="728"/>
                    </a:lnTo>
                    <a:lnTo>
                      <a:pt x="135" y="728"/>
                    </a:lnTo>
                    <a:lnTo>
                      <a:pt x="135" y="730"/>
                    </a:lnTo>
                    <a:lnTo>
                      <a:pt x="133" y="733"/>
                    </a:lnTo>
                    <a:lnTo>
                      <a:pt x="133" y="733"/>
                    </a:lnTo>
                    <a:lnTo>
                      <a:pt x="131" y="735"/>
                    </a:lnTo>
                    <a:lnTo>
                      <a:pt x="131" y="738"/>
                    </a:lnTo>
                    <a:lnTo>
                      <a:pt x="128" y="743"/>
                    </a:lnTo>
                    <a:lnTo>
                      <a:pt x="128" y="745"/>
                    </a:lnTo>
                    <a:lnTo>
                      <a:pt x="128" y="747"/>
                    </a:lnTo>
                    <a:lnTo>
                      <a:pt x="128" y="748"/>
                    </a:lnTo>
                    <a:lnTo>
                      <a:pt x="126" y="750"/>
                    </a:lnTo>
                    <a:lnTo>
                      <a:pt x="126" y="750"/>
                    </a:lnTo>
                    <a:lnTo>
                      <a:pt x="126" y="752"/>
                    </a:lnTo>
                    <a:lnTo>
                      <a:pt x="126" y="754"/>
                    </a:lnTo>
                    <a:lnTo>
                      <a:pt x="126" y="754"/>
                    </a:lnTo>
                    <a:lnTo>
                      <a:pt x="124" y="755"/>
                    </a:lnTo>
                    <a:lnTo>
                      <a:pt x="123" y="754"/>
                    </a:lnTo>
                    <a:lnTo>
                      <a:pt x="121" y="754"/>
                    </a:lnTo>
                    <a:lnTo>
                      <a:pt x="121" y="752"/>
                    </a:lnTo>
                    <a:lnTo>
                      <a:pt x="121" y="750"/>
                    </a:lnTo>
                    <a:lnTo>
                      <a:pt x="119" y="750"/>
                    </a:lnTo>
                    <a:lnTo>
                      <a:pt x="118" y="750"/>
                    </a:lnTo>
                    <a:lnTo>
                      <a:pt x="118" y="752"/>
                    </a:lnTo>
                    <a:lnTo>
                      <a:pt x="116" y="752"/>
                    </a:lnTo>
                    <a:lnTo>
                      <a:pt x="114" y="752"/>
                    </a:lnTo>
                    <a:lnTo>
                      <a:pt x="113" y="754"/>
                    </a:lnTo>
                    <a:lnTo>
                      <a:pt x="111" y="755"/>
                    </a:lnTo>
                    <a:lnTo>
                      <a:pt x="111" y="757"/>
                    </a:lnTo>
                    <a:lnTo>
                      <a:pt x="107" y="757"/>
                    </a:lnTo>
                    <a:lnTo>
                      <a:pt x="106" y="755"/>
                    </a:lnTo>
                    <a:lnTo>
                      <a:pt x="104" y="754"/>
                    </a:lnTo>
                    <a:lnTo>
                      <a:pt x="106" y="750"/>
                    </a:lnTo>
                    <a:lnTo>
                      <a:pt x="104" y="747"/>
                    </a:lnTo>
                    <a:lnTo>
                      <a:pt x="104" y="747"/>
                    </a:lnTo>
                    <a:lnTo>
                      <a:pt x="106" y="745"/>
                    </a:lnTo>
                    <a:lnTo>
                      <a:pt x="107" y="743"/>
                    </a:lnTo>
                    <a:lnTo>
                      <a:pt x="109" y="743"/>
                    </a:lnTo>
                    <a:lnTo>
                      <a:pt x="109" y="742"/>
                    </a:lnTo>
                    <a:lnTo>
                      <a:pt x="109" y="740"/>
                    </a:lnTo>
                    <a:lnTo>
                      <a:pt x="109" y="738"/>
                    </a:lnTo>
                    <a:lnTo>
                      <a:pt x="107" y="737"/>
                    </a:lnTo>
                    <a:lnTo>
                      <a:pt x="106" y="738"/>
                    </a:lnTo>
                    <a:lnTo>
                      <a:pt x="106" y="740"/>
                    </a:lnTo>
                    <a:lnTo>
                      <a:pt x="106" y="742"/>
                    </a:lnTo>
                    <a:lnTo>
                      <a:pt x="104" y="740"/>
                    </a:lnTo>
                    <a:lnTo>
                      <a:pt x="104" y="738"/>
                    </a:lnTo>
                    <a:lnTo>
                      <a:pt x="106" y="737"/>
                    </a:lnTo>
                    <a:lnTo>
                      <a:pt x="106" y="735"/>
                    </a:lnTo>
                    <a:lnTo>
                      <a:pt x="104" y="731"/>
                    </a:lnTo>
                    <a:lnTo>
                      <a:pt x="102" y="730"/>
                    </a:lnTo>
                    <a:lnTo>
                      <a:pt x="101" y="726"/>
                    </a:lnTo>
                    <a:lnTo>
                      <a:pt x="102" y="725"/>
                    </a:lnTo>
                    <a:lnTo>
                      <a:pt x="102" y="721"/>
                    </a:lnTo>
                    <a:lnTo>
                      <a:pt x="106" y="706"/>
                    </a:lnTo>
                    <a:lnTo>
                      <a:pt x="107" y="701"/>
                    </a:lnTo>
                    <a:lnTo>
                      <a:pt x="107" y="699"/>
                    </a:lnTo>
                    <a:lnTo>
                      <a:pt x="107" y="699"/>
                    </a:lnTo>
                    <a:lnTo>
                      <a:pt x="109" y="698"/>
                    </a:lnTo>
                    <a:lnTo>
                      <a:pt x="109" y="698"/>
                    </a:lnTo>
                    <a:lnTo>
                      <a:pt x="109" y="696"/>
                    </a:lnTo>
                    <a:lnTo>
                      <a:pt x="107" y="694"/>
                    </a:lnTo>
                    <a:lnTo>
                      <a:pt x="107" y="694"/>
                    </a:lnTo>
                    <a:lnTo>
                      <a:pt x="106" y="696"/>
                    </a:lnTo>
                    <a:lnTo>
                      <a:pt x="104" y="696"/>
                    </a:lnTo>
                    <a:lnTo>
                      <a:pt x="102" y="696"/>
                    </a:lnTo>
                    <a:lnTo>
                      <a:pt x="101" y="696"/>
                    </a:lnTo>
                    <a:lnTo>
                      <a:pt x="97" y="698"/>
                    </a:lnTo>
                    <a:lnTo>
                      <a:pt x="96" y="699"/>
                    </a:lnTo>
                    <a:lnTo>
                      <a:pt x="90" y="708"/>
                    </a:lnTo>
                    <a:lnTo>
                      <a:pt x="89" y="713"/>
                    </a:lnTo>
                    <a:lnTo>
                      <a:pt x="85" y="716"/>
                    </a:lnTo>
                    <a:lnTo>
                      <a:pt x="85" y="718"/>
                    </a:lnTo>
                    <a:lnTo>
                      <a:pt x="85" y="720"/>
                    </a:lnTo>
                    <a:lnTo>
                      <a:pt x="85" y="721"/>
                    </a:lnTo>
                    <a:lnTo>
                      <a:pt x="77" y="740"/>
                    </a:lnTo>
                    <a:lnTo>
                      <a:pt x="77" y="742"/>
                    </a:lnTo>
                    <a:lnTo>
                      <a:pt x="73" y="745"/>
                    </a:lnTo>
                    <a:lnTo>
                      <a:pt x="73" y="747"/>
                    </a:lnTo>
                    <a:lnTo>
                      <a:pt x="72" y="748"/>
                    </a:lnTo>
                    <a:lnTo>
                      <a:pt x="72" y="752"/>
                    </a:lnTo>
                    <a:lnTo>
                      <a:pt x="72" y="754"/>
                    </a:lnTo>
                    <a:lnTo>
                      <a:pt x="70" y="754"/>
                    </a:lnTo>
                    <a:lnTo>
                      <a:pt x="68" y="759"/>
                    </a:lnTo>
                    <a:lnTo>
                      <a:pt x="67" y="759"/>
                    </a:lnTo>
                    <a:lnTo>
                      <a:pt x="65" y="760"/>
                    </a:lnTo>
                    <a:lnTo>
                      <a:pt x="65" y="760"/>
                    </a:lnTo>
                    <a:lnTo>
                      <a:pt x="65" y="762"/>
                    </a:lnTo>
                    <a:lnTo>
                      <a:pt x="65" y="762"/>
                    </a:lnTo>
                    <a:lnTo>
                      <a:pt x="65" y="764"/>
                    </a:lnTo>
                    <a:lnTo>
                      <a:pt x="65" y="764"/>
                    </a:lnTo>
                    <a:lnTo>
                      <a:pt x="65" y="767"/>
                    </a:lnTo>
                    <a:lnTo>
                      <a:pt x="65" y="767"/>
                    </a:lnTo>
                    <a:lnTo>
                      <a:pt x="67" y="769"/>
                    </a:lnTo>
                    <a:lnTo>
                      <a:pt x="67" y="772"/>
                    </a:lnTo>
                    <a:lnTo>
                      <a:pt x="65" y="774"/>
                    </a:lnTo>
                    <a:lnTo>
                      <a:pt x="67" y="774"/>
                    </a:lnTo>
                    <a:lnTo>
                      <a:pt x="68" y="776"/>
                    </a:lnTo>
                    <a:lnTo>
                      <a:pt x="68" y="776"/>
                    </a:lnTo>
                    <a:lnTo>
                      <a:pt x="70" y="776"/>
                    </a:lnTo>
                    <a:lnTo>
                      <a:pt x="73" y="781"/>
                    </a:lnTo>
                    <a:lnTo>
                      <a:pt x="75" y="786"/>
                    </a:lnTo>
                    <a:lnTo>
                      <a:pt x="77" y="788"/>
                    </a:lnTo>
                    <a:lnTo>
                      <a:pt x="77" y="789"/>
                    </a:lnTo>
                    <a:lnTo>
                      <a:pt x="79" y="793"/>
                    </a:lnTo>
                    <a:lnTo>
                      <a:pt x="79" y="803"/>
                    </a:lnTo>
                    <a:lnTo>
                      <a:pt x="79" y="805"/>
                    </a:lnTo>
                    <a:lnTo>
                      <a:pt x="77" y="806"/>
                    </a:lnTo>
                    <a:lnTo>
                      <a:pt x="75" y="808"/>
                    </a:lnTo>
                    <a:lnTo>
                      <a:pt x="75" y="808"/>
                    </a:lnTo>
                    <a:lnTo>
                      <a:pt x="73" y="808"/>
                    </a:lnTo>
                    <a:lnTo>
                      <a:pt x="73" y="810"/>
                    </a:lnTo>
                    <a:lnTo>
                      <a:pt x="73" y="810"/>
                    </a:lnTo>
                    <a:lnTo>
                      <a:pt x="73" y="811"/>
                    </a:lnTo>
                    <a:lnTo>
                      <a:pt x="73" y="813"/>
                    </a:lnTo>
                    <a:lnTo>
                      <a:pt x="75" y="818"/>
                    </a:lnTo>
                    <a:lnTo>
                      <a:pt x="75" y="827"/>
                    </a:lnTo>
                    <a:lnTo>
                      <a:pt x="75" y="828"/>
                    </a:lnTo>
                    <a:lnTo>
                      <a:pt x="75" y="832"/>
                    </a:lnTo>
                    <a:lnTo>
                      <a:pt x="75" y="837"/>
                    </a:lnTo>
                    <a:lnTo>
                      <a:pt x="75" y="838"/>
                    </a:lnTo>
                    <a:lnTo>
                      <a:pt x="73" y="840"/>
                    </a:lnTo>
                    <a:lnTo>
                      <a:pt x="73" y="840"/>
                    </a:lnTo>
                    <a:lnTo>
                      <a:pt x="73" y="842"/>
                    </a:lnTo>
                    <a:lnTo>
                      <a:pt x="72" y="844"/>
                    </a:lnTo>
                    <a:lnTo>
                      <a:pt x="68" y="845"/>
                    </a:lnTo>
                    <a:lnTo>
                      <a:pt x="68" y="847"/>
                    </a:lnTo>
                    <a:lnTo>
                      <a:pt x="68" y="847"/>
                    </a:lnTo>
                    <a:lnTo>
                      <a:pt x="67" y="849"/>
                    </a:lnTo>
                    <a:lnTo>
                      <a:pt x="65" y="849"/>
                    </a:lnTo>
                    <a:lnTo>
                      <a:pt x="63" y="850"/>
                    </a:lnTo>
                    <a:lnTo>
                      <a:pt x="63" y="850"/>
                    </a:lnTo>
                    <a:lnTo>
                      <a:pt x="63" y="850"/>
                    </a:lnTo>
                    <a:lnTo>
                      <a:pt x="62" y="852"/>
                    </a:lnTo>
                    <a:lnTo>
                      <a:pt x="62" y="852"/>
                    </a:lnTo>
                    <a:lnTo>
                      <a:pt x="60" y="852"/>
                    </a:lnTo>
                    <a:lnTo>
                      <a:pt x="60" y="852"/>
                    </a:lnTo>
                    <a:lnTo>
                      <a:pt x="56" y="862"/>
                    </a:lnTo>
                    <a:lnTo>
                      <a:pt x="55" y="862"/>
                    </a:lnTo>
                    <a:lnTo>
                      <a:pt x="53" y="864"/>
                    </a:lnTo>
                    <a:lnTo>
                      <a:pt x="51" y="872"/>
                    </a:lnTo>
                    <a:lnTo>
                      <a:pt x="51" y="872"/>
                    </a:lnTo>
                    <a:lnTo>
                      <a:pt x="48" y="876"/>
                    </a:lnTo>
                    <a:lnTo>
                      <a:pt x="48" y="878"/>
                    </a:lnTo>
                    <a:lnTo>
                      <a:pt x="48" y="879"/>
                    </a:lnTo>
                    <a:lnTo>
                      <a:pt x="48" y="881"/>
                    </a:lnTo>
                    <a:lnTo>
                      <a:pt x="48" y="883"/>
                    </a:lnTo>
                    <a:lnTo>
                      <a:pt x="46" y="884"/>
                    </a:lnTo>
                    <a:lnTo>
                      <a:pt x="46" y="886"/>
                    </a:lnTo>
                    <a:lnTo>
                      <a:pt x="45" y="888"/>
                    </a:lnTo>
                    <a:lnTo>
                      <a:pt x="45" y="888"/>
                    </a:lnTo>
                    <a:lnTo>
                      <a:pt x="45" y="891"/>
                    </a:lnTo>
                    <a:lnTo>
                      <a:pt x="45" y="893"/>
                    </a:lnTo>
                    <a:lnTo>
                      <a:pt x="46" y="896"/>
                    </a:lnTo>
                    <a:lnTo>
                      <a:pt x="46" y="900"/>
                    </a:lnTo>
                    <a:lnTo>
                      <a:pt x="45" y="901"/>
                    </a:lnTo>
                    <a:lnTo>
                      <a:pt x="43" y="903"/>
                    </a:lnTo>
                    <a:lnTo>
                      <a:pt x="41" y="905"/>
                    </a:lnTo>
                    <a:lnTo>
                      <a:pt x="41" y="906"/>
                    </a:lnTo>
                    <a:lnTo>
                      <a:pt x="43" y="920"/>
                    </a:lnTo>
                    <a:lnTo>
                      <a:pt x="43" y="923"/>
                    </a:lnTo>
                    <a:lnTo>
                      <a:pt x="45" y="927"/>
                    </a:lnTo>
                    <a:lnTo>
                      <a:pt x="46" y="930"/>
                    </a:lnTo>
                    <a:lnTo>
                      <a:pt x="55" y="940"/>
                    </a:lnTo>
                    <a:lnTo>
                      <a:pt x="60" y="947"/>
                    </a:lnTo>
                    <a:lnTo>
                      <a:pt x="62" y="949"/>
                    </a:lnTo>
                    <a:lnTo>
                      <a:pt x="62" y="951"/>
                    </a:lnTo>
                    <a:lnTo>
                      <a:pt x="62" y="952"/>
                    </a:lnTo>
                    <a:lnTo>
                      <a:pt x="62" y="954"/>
                    </a:lnTo>
                    <a:lnTo>
                      <a:pt x="60" y="956"/>
                    </a:lnTo>
                    <a:lnTo>
                      <a:pt x="60" y="957"/>
                    </a:lnTo>
                    <a:lnTo>
                      <a:pt x="62" y="959"/>
                    </a:lnTo>
                    <a:lnTo>
                      <a:pt x="62" y="961"/>
                    </a:lnTo>
                    <a:lnTo>
                      <a:pt x="63" y="961"/>
                    </a:lnTo>
                    <a:lnTo>
                      <a:pt x="65" y="962"/>
                    </a:lnTo>
                    <a:lnTo>
                      <a:pt x="67" y="964"/>
                    </a:lnTo>
                    <a:lnTo>
                      <a:pt x="65" y="966"/>
                    </a:lnTo>
                    <a:lnTo>
                      <a:pt x="65" y="968"/>
                    </a:lnTo>
                    <a:lnTo>
                      <a:pt x="65" y="969"/>
                    </a:lnTo>
                    <a:lnTo>
                      <a:pt x="63" y="969"/>
                    </a:lnTo>
                    <a:lnTo>
                      <a:pt x="63" y="969"/>
                    </a:lnTo>
                    <a:lnTo>
                      <a:pt x="65" y="971"/>
                    </a:lnTo>
                    <a:lnTo>
                      <a:pt x="65" y="973"/>
                    </a:lnTo>
                    <a:lnTo>
                      <a:pt x="67" y="974"/>
                    </a:lnTo>
                    <a:lnTo>
                      <a:pt x="67" y="978"/>
                    </a:lnTo>
                    <a:lnTo>
                      <a:pt x="68" y="979"/>
                    </a:lnTo>
                    <a:lnTo>
                      <a:pt x="70" y="981"/>
                    </a:lnTo>
                    <a:lnTo>
                      <a:pt x="73" y="983"/>
                    </a:lnTo>
                    <a:lnTo>
                      <a:pt x="77" y="985"/>
                    </a:lnTo>
                    <a:lnTo>
                      <a:pt x="77" y="985"/>
                    </a:lnTo>
                    <a:lnTo>
                      <a:pt x="79" y="986"/>
                    </a:lnTo>
                    <a:lnTo>
                      <a:pt x="79" y="988"/>
                    </a:lnTo>
                    <a:lnTo>
                      <a:pt x="82" y="993"/>
                    </a:lnTo>
                    <a:lnTo>
                      <a:pt x="82" y="995"/>
                    </a:lnTo>
                    <a:lnTo>
                      <a:pt x="82" y="996"/>
                    </a:lnTo>
                    <a:lnTo>
                      <a:pt x="89" y="1008"/>
                    </a:lnTo>
                    <a:lnTo>
                      <a:pt x="90" y="1012"/>
                    </a:lnTo>
                    <a:lnTo>
                      <a:pt x="96" y="1020"/>
                    </a:lnTo>
                    <a:lnTo>
                      <a:pt x="99" y="1025"/>
                    </a:lnTo>
                    <a:lnTo>
                      <a:pt x="99" y="1025"/>
                    </a:lnTo>
                    <a:lnTo>
                      <a:pt x="102" y="1029"/>
                    </a:lnTo>
                    <a:lnTo>
                      <a:pt x="102" y="1029"/>
                    </a:lnTo>
                    <a:lnTo>
                      <a:pt x="102" y="1030"/>
                    </a:lnTo>
                    <a:lnTo>
                      <a:pt x="104" y="1030"/>
                    </a:lnTo>
                    <a:lnTo>
                      <a:pt x="104" y="1030"/>
                    </a:lnTo>
                    <a:lnTo>
                      <a:pt x="106" y="1032"/>
                    </a:lnTo>
                    <a:lnTo>
                      <a:pt x="106" y="1034"/>
                    </a:lnTo>
                    <a:lnTo>
                      <a:pt x="106" y="1035"/>
                    </a:lnTo>
                    <a:lnTo>
                      <a:pt x="107" y="1035"/>
                    </a:lnTo>
                    <a:lnTo>
                      <a:pt x="107" y="1037"/>
                    </a:lnTo>
                    <a:lnTo>
                      <a:pt x="107" y="1039"/>
                    </a:lnTo>
                    <a:lnTo>
                      <a:pt x="111" y="1039"/>
                    </a:lnTo>
                    <a:lnTo>
                      <a:pt x="116" y="1042"/>
                    </a:lnTo>
                    <a:lnTo>
                      <a:pt x="118" y="1042"/>
                    </a:lnTo>
                    <a:lnTo>
                      <a:pt x="118" y="1044"/>
                    </a:lnTo>
                    <a:lnTo>
                      <a:pt x="116" y="1047"/>
                    </a:lnTo>
                    <a:lnTo>
                      <a:pt x="116" y="1049"/>
                    </a:lnTo>
                    <a:lnTo>
                      <a:pt x="114" y="1051"/>
                    </a:lnTo>
                    <a:lnTo>
                      <a:pt x="114" y="1052"/>
                    </a:lnTo>
                    <a:lnTo>
                      <a:pt x="116" y="1052"/>
                    </a:lnTo>
                    <a:lnTo>
                      <a:pt x="118" y="1054"/>
                    </a:lnTo>
                    <a:lnTo>
                      <a:pt x="118" y="1056"/>
                    </a:lnTo>
                    <a:lnTo>
                      <a:pt x="118" y="1056"/>
                    </a:lnTo>
                    <a:lnTo>
                      <a:pt x="116" y="1056"/>
                    </a:lnTo>
                    <a:lnTo>
                      <a:pt x="116" y="1056"/>
                    </a:lnTo>
                    <a:lnTo>
                      <a:pt x="114" y="1056"/>
                    </a:lnTo>
                    <a:lnTo>
                      <a:pt x="114" y="1056"/>
                    </a:lnTo>
                    <a:lnTo>
                      <a:pt x="113" y="1056"/>
                    </a:lnTo>
                    <a:lnTo>
                      <a:pt x="113" y="1054"/>
                    </a:lnTo>
                    <a:lnTo>
                      <a:pt x="111" y="1054"/>
                    </a:lnTo>
                    <a:lnTo>
                      <a:pt x="111" y="1054"/>
                    </a:lnTo>
                    <a:lnTo>
                      <a:pt x="111" y="1058"/>
                    </a:lnTo>
                    <a:lnTo>
                      <a:pt x="113" y="1061"/>
                    </a:lnTo>
                    <a:lnTo>
                      <a:pt x="114" y="1063"/>
                    </a:lnTo>
                    <a:lnTo>
                      <a:pt x="114" y="1063"/>
                    </a:lnTo>
                    <a:lnTo>
                      <a:pt x="114" y="1064"/>
                    </a:lnTo>
                    <a:lnTo>
                      <a:pt x="114" y="1066"/>
                    </a:lnTo>
                    <a:lnTo>
                      <a:pt x="113" y="1066"/>
                    </a:lnTo>
                    <a:lnTo>
                      <a:pt x="113" y="1066"/>
                    </a:lnTo>
                    <a:lnTo>
                      <a:pt x="113" y="1066"/>
                    </a:lnTo>
                    <a:lnTo>
                      <a:pt x="113" y="1068"/>
                    </a:lnTo>
                    <a:lnTo>
                      <a:pt x="111" y="1068"/>
                    </a:lnTo>
                    <a:lnTo>
                      <a:pt x="111" y="1069"/>
                    </a:lnTo>
                    <a:lnTo>
                      <a:pt x="109" y="1071"/>
                    </a:lnTo>
                    <a:lnTo>
                      <a:pt x="109" y="1073"/>
                    </a:lnTo>
                    <a:lnTo>
                      <a:pt x="111" y="1075"/>
                    </a:lnTo>
                    <a:lnTo>
                      <a:pt x="111" y="1076"/>
                    </a:lnTo>
                    <a:lnTo>
                      <a:pt x="113" y="1080"/>
                    </a:lnTo>
                    <a:lnTo>
                      <a:pt x="114" y="1081"/>
                    </a:lnTo>
                    <a:lnTo>
                      <a:pt x="113" y="1086"/>
                    </a:lnTo>
                    <a:lnTo>
                      <a:pt x="113" y="1088"/>
                    </a:lnTo>
                    <a:lnTo>
                      <a:pt x="111" y="1088"/>
                    </a:lnTo>
                    <a:lnTo>
                      <a:pt x="107" y="1088"/>
                    </a:lnTo>
                    <a:lnTo>
                      <a:pt x="107" y="1090"/>
                    </a:lnTo>
                    <a:lnTo>
                      <a:pt x="106" y="1091"/>
                    </a:lnTo>
                    <a:lnTo>
                      <a:pt x="106" y="1091"/>
                    </a:lnTo>
                    <a:lnTo>
                      <a:pt x="104" y="1093"/>
                    </a:lnTo>
                    <a:lnTo>
                      <a:pt x="102" y="1095"/>
                    </a:lnTo>
                    <a:lnTo>
                      <a:pt x="101" y="1097"/>
                    </a:lnTo>
                    <a:lnTo>
                      <a:pt x="99" y="1095"/>
                    </a:lnTo>
                    <a:lnTo>
                      <a:pt x="97" y="1090"/>
                    </a:lnTo>
                    <a:lnTo>
                      <a:pt x="92" y="1085"/>
                    </a:lnTo>
                    <a:lnTo>
                      <a:pt x="90" y="1083"/>
                    </a:lnTo>
                    <a:lnTo>
                      <a:pt x="90" y="1081"/>
                    </a:lnTo>
                    <a:lnTo>
                      <a:pt x="89" y="1080"/>
                    </a:lnTo>
                    <a:lnTo>
                      <a:pt x="89" y="1076"/>
                    </a:lnTo>
                    <a:lnTo>
                      <a:pt x="87" y="1071"/>
                    </a:lnTo>
                    <a:lnTo>
                      <a:pt x="87" y="1069"/>
                    </a:lnTo>
                    <a:lnTo>
                      <a:pt x="89" y="1066"/>
                    </a:lnTo>
                    <a:lnTo>
                      <a:pt x="87" y="1066"/>
                    </a:lnTo>
                    <a:lnTo>
                      <a:pt x="85" y="1066"/>
                    </a:lnTo>
                    <a:lnTo>
                      <a:pt x="84" y="1058"/>
                    </a:lnTo>
                    <a:lnTo>
                      <a:pt x="84" y="1056"/>
                    </a:lnTo>
                    <a:lnTo>
                      <a:pt x="85" y="1052"/>
                    </a:lnTo>
                    <a:lnTo>
                      <a:pt x="85" y="1052"/>
                    </a:lnTo>
                    <a:lnTo>
                      <a:pt x="84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4"/>
                    </a:lnTo>
                    <a:lnTo>
                      <a:pt x="82" y="1056"/>
                    </a:lnTo>
                    <a:lnTo>
                      <a:pt x="84" y="1056"/>
                    </a:lnTo>
                    <a:lnTo>
                      <a:pt x="82" y="1059"/>
                    </a:lnTo>
                    <a:lnTo>
                      <a:pt x="82" y="1063"/>
                    </a:lnTo>
                    <a:lnTo>
                      <a:pt x="80" y="1066"/>
                    </a:lnTo>
                    <a:lnTo>
                      <a:pt x="75" y="1075"/>
                    </a:lnTo>
                    <a:lnTo>
                      <a:pt x="73" y="1075"/>
                    </a:lnTo>
                    <a:lnTo>
                      <a:pt x="72" y="1073"/>
                    </a:lnTo>
                    <a:lnTo>
                      <a:pt x="70" y="1073"/>
                    </a:lnTo>
                    <a:lnTo>
                      <a:pt x="70" y="1071"/>
                    </a:lnTo>
                    <a:lnTo>
                      <a:pt x="68" y="1069"/>
                    </a:lnTo>
                    <a:lnTo>
                      <a:pt x="68" y="1068"/>
                    </a:lnTo>
                    <a:lnTo>
                      <a:pt x="67" y="1064"/>
                    </a:lnTo>
                    <a:lnTo>
                      <a:pt x="67" y="1061"/>
                    </a:lnTo>
                    <a:lnTo>
                      <a:pt x="67" y="1059"/>
                    </a:lnTo>
                    <a:lnTo>
                      <a:pt x="68" y="1056"/>
                    </a:lnTo>
                    <a:lnTo>
                      <a:pt x="70" y="1056"/>
                    </a:lnTo>
                    <a:lnTo>
                      <a:pt x="70" y="1054"/>
                    </a:lnTo>
                    <a:lnTo>
                      <a:pt x="70" y="1052"/>
                    </a:lnTo>
                    <a:lnTo>
                      <a:pt x="70" y="1051"/>
                    </a:lnTo>
                    <a:lnTo>
                      <a:pt x="72" y="1049"/>
                    </a:lnTo>
                    <a:lnTo>
                      <a:pt x="72" y="1049"/>
                    </a:lnTo>
                    <a:lnTo>
                      <a:pt x="72" y="1047"/>
                    </a:lnTo>
                    <a:lnTo>
                      <a:pt x="72" y="1046"/>
                    </a:lnTo>
                    <a:lnTo>
                      <a:pt x="72" y="1046"/>
                    </a:lnTo>
                    <a:lnTo>
                      <a:pt x="70" y="1046"/>
                    </a:lnTo>
                    <a:lnTo>
                      <a:pt x="70" y="1044"/>
                    </a:lnTo>
                    <a:lnTo>
                      <a:pt x="70" y="1044"/>
                    </a:lnTo>
                    <a:lnTo>
                      <a:pt x="68" y="1042"/>
                    </a:lnTo>
                    <a:lnTo>
                      <a:pt x="70" y="1041"/>
                    </a:lnTo>
                    <a:lnTo>
                      <a:pt x="68" y="1039"/>
                    </a:lnTo>
                    <a:lnTo>
                      <a:pt x="67" y="1037"/>
                    </a:lnTo>
                    <a:lnTo>
                      <a:pt x="65" y="1035"/>
                    </a:lnTo>
                    <a:lnTo>
                      <a:pt x="63" y="1034"/>
                    </a:lnTo>
                    <a:lnTo>
                      <a:pt x="58" y="1030"/>
                    </a:lnTo>
                    <a:lnTo>
                      <a:pt x="58" y="1030"/>
                    </a:lnTo>
                    <a:lnTo>
                      <a:pt x="58" y="1029"/>
                    </a:lnTo>
                    <a:lnTo>
                      <a:pt x="56" y="1025"/>
                    </a:lnTo>
                    <a:lnTo>
                      <a:pt x="56" y="1024"/>
                    </a:lnTo>
                    <a:lnTo>
                      <a:pt x="55" y="1024"/>
                    </a:lnTo>
                    <a:lnTo>
                      <a:pt x="55" y="1024"/>
                    </a:lnTo>
                    <a:lnTo>
                      <a:pt x="53" y="1024"/>
                    </a:lnTo>
                    <a:lnTo>
                      <a:pt x="53" y="1024"/>
                    </a:lnTo>
                    <a:lnTo>
                      <a:pt x="53" y="1022"/>
                    </a:lnTo>
                    <a:lnTo>
                      <a:pt x="51" y="1022"/>
                    </a:lnTo>
                    <a:lnTo>
                      <a:pt x="51" y="1022"/>
                    </a:lnTo>
                    <a:lnTo>
                      <a:pt x="51" y="1020"/>
                    </a:lnTo>
                    <a:lnTo>
                      <a:pt x="51" y="1017"/>
                    </a:lnTo>
                    <a:lnTo>
                      <a:pt x="51" y="1013"/>
                    </a:lnTo>
                    <a:lnTo>
                      <a:pt x="50" y="1013"/>
                    </a:lnTo>
                    <a:lnTo>
                      <a:pt x="48" y="1017"/>
                    </a:lnTo>
                    <a:lnTo>
                      <a:pt x="46" y="1020"/>
                    </a:lnTo>
                    <a:lnTo>
                      <a:pt x="46" y="1022"/>
                    </a:lnTo>
                    <a:lnTo>
                      <a:pt x="43" y="1025"/>
                    </a:lnTo>
                    <a:lnTo>
                      <a:pt x="43" y="1025"/>
                    </a:lnTo>
                    <a:lnTo>
                      <a:pt x="43" y="1029"/>
                    </a:lnTo>
                    <a:lnTo>
                      <a:pt x="41" y="1030"/>
                    </a:lnTo>
                    <a:lnTo>
                      <a:pt x="43" y="1032"/>
                    </a:lnTo>
                    <a:lnTo>
                      <a:pt x="43" y="1034"/>
                    </a:lnTo>
                    <a:lnTo>
                      <a:pt x="46" y="1035"/>
                    </a:lnTo>
                    <a:lnTo>
                      <a:pt x="48" y="1037"/>
                    </a:lnTo>
                    <a:lnTo>
                      <a:pt x="46" y="1039"/>
                    </a:lnTo>
                    <a:lnTo>
                      <a:pt x="46" y="1039"/>
                    </a:lnTo>
                    <a:lnTo>
                      <a:pt x="46" y="1041"/>
                    </a:lnTo>
                    <a:lnTo>
                      <a:pt x="48" y="1042"/>
                    </a:lnTo>
                    <a:lnTo>
                      <a:pt x="48" y="1042"/>
                    </a:lnTo>
                    <a:lnTo>
                      <a:pt x="50" y="1044"/>
                    </a:lnTo>
                    <a:lnTo>
                      <a:pt x="51" y="1044"/>
                    </a:lnTo>
                    <a:lnTo>
                      <a:pt x="51" y="1046"/>
                    </a:lnTo>
                    <a:lnTo>
                      <a:pt x="51" y="1047"/>
                    </a:lnTo>
                    <a:lnTo>
                      <a:pt x="51" y="1049"/>
                    </a:lnTo>
                    <a:lnTo>
                      <a:pt x="51" y="1049"/>
                    </a:lnTo>
                    <a:lnTo>
                      <a:pt x="55" y="1052"/>
                    </a:lnTo>
                    <a:lnTo>
                      <a:pt x="56" y="1063"/>
                    </a:lnTo>
                    <a:lnTo>
                      <a:pt x="56" y="1063"/>
                    </a:lnTo>
                    <a:lnTo>
                      <a:pt x="58" y="1064"/>
                    </a:lnTo>
                    <a:lnTo>
                      <a:pt x="60" y="1066"/>
                    </a:lnTo>
                    <a:lnTo>
                      <a:pt x="62" y="1066"/>
                    </a:lnTo>
                    <a:lnTo>
                      <a:pt x="65" y="1069"/>
                    </a:lnTo>
                    <a:lnTo>
                      <a:pt x="65" y="1071"/>
                    </a:lnTo>
                    <a:lnTo>
                      <a:pt x="65" y="1073"/>
                    </a:lnTo>
                    <a:lnTo>
                      <a:pt x="65" y="1075"/>
                    </a:lnTo>
                    <a:lnTo>
                      <a:pt x="67" y="1075"/>
                    </a:lnTo>
                    <a:lnTo>
                      <a:pt x="73" y="1076"/>
                    </a:lnTo>
                    <a:lnTo>
                      <a:pt x="75" y="1078"/>
                    </a:lnTo>
                    <a:lnTo>
                      <a:pt x="79" y="1080"/>
                    </a:lnTo>
                    <a:lnTo>
                      <a:pt x="80" y="1081"/>
                    </a:lnTo>
                    <a:lnTo>
                      <a:pt x="82" y="1085"/>
                    </a:lnTo>
                    <a:lnTo>
                      <a:pt x="82" y="1086"/>
                    </a:lnTo>
                    <a:lnTo>
                      <a:pt x="82" y="1088"/>
                    </a:lnTo>
                    <a:lnTo>
                      <a:pt x="82" y="1091"/>
                    </a:lnTo>
                    <a:lnTo>
                      <a:pt x="82" y="1093"/>
                    </a:lnTo>
                    <a:lnTo>
                      <a:pt x="84" y="1097"/>
                    </a:lnTo>
                    <a:lnTo>
                      <a:pt x="84" y="1098"/>
                    </a:lnTo>
                    <a:lnTo>
                      <a:pt x="82" y="1100"/>
                    </a:lnTo>
                    <a:lnTo>
                      <a:pt x="82" y="1102"/>
                    </a:lnTo>
                    <a:lnTo>
                      <a:pt x="80" y="1103"/>
                    </a:lnTo>
                    <a:lnTo>
                      <a:pt x="79" y="1103"/>
                    </a:lnTo>
                    <a:lnTo>
                      <a:pt x="79" y="1103"/>
                    </a:lnTo>
                    <a:lnTo>
                      <a:pt x="77" y="1108"/>
                    </a:lnTo>
                    <a:lnTo>
                      <a:pt x="75" y="1108"/>
                    </a:lnTo>
                    <a:lnTo>
                      <a:pt x="73" y="1107"/>
                    </a:lnTo>
                    <a:lnTo>
                      <a:pt x="73" y="1107"/>
                    </a:lnTo>
                    <a:lnTo>
                      <a:pt x="72" y="1107"/>
                    </a:lnTo>
                    <a:lnTo>
                      <a:pt x="70" y="1108"/>
                    </a:lnTo>
                    <a:lnTo>
                      <a:pt x="67" y="1110"/>
                    </a:lnTo>
                    <a:lnTo>
                      <a:pt x="67" y="1110"/>
                    </a:lnTo>
                    <a:lnTo>
                      <a:pt x="68" y="1114"/>
                    </a:lnTo>
                    <a:lnTo>
                      <a:pt x="65" y="1114"/>
                    </a:lnTo>
                    <a:lnTo>
                      <a:pt x="63" y="1112"/>
                    </a:lnTo>
                    <a:lnTo>
                      <a:pt x="63" y="1112"/>
                    </a:lnTo>
                    <a:lnTo>
                      <a:pt x="63" y="1110"/>
                    </a:lnTo>
                    <a:lnTo>
                      <a:pt x="63" y="1108"/>
                    </a:lnTo>
                    <a:lnTo>
                      <a:pt x="63" y="1108"/>
                    </a:lnTo>
                    <a:lnTo>
                      <a:pt x="62" y="1108"/>
                    </a:lnTo>
                    <a:lnTo>
                      <a:pt x="62" y="1107"/>
                    </a:lnTo>
                    <a:lnTo>
                      <a:pt x="62" y="1105"/>
                    </a:lnTo>
                    <a:lnTo>
                      <a:pt x="62" y="1102"/>
                    </a:lnTo>
                    <a:lnTo>
                      <a:pt x="62" y="1102"/>
                    </a:lnTo>
                    <a:lnTo>
                      <a:pt x="62" y="1098"/>
                    </a:lnTo>
                    <a:lnTo>
                      <a:pt x="62" y="1098"/>
                    </a:lnTo>
                    <a:lnTo>
                      <a:pt x="62" y="1097"/>
                    </a:lnTo>
                    <a:lnTo>
                      <a:pt x="60" y="1097"/>
                    </a:lnTo>
                    <a:lnTo>
                      <a:pt x="60" y="1098"/>
                    </a:lnTo>
                    <a:lnTo>
                      <a:pt x="60" y="1098"/>
                    </a:lnTo>
                    <a:lnTo>
                      <a:pt x="60" y="1100"/>
                    </a:lnTo>
                    <a:lnTo>
                      <a:pt x="58" y="1102"/>
                    </a:lnTo>
                    <a:lnTo>
                      <a:pt x="58" y="1103"/>
                    </a:lnTo>
                    <a:lnTo>
                      <a:pt x="58" y="1108"/>
                    </a:lnTo>
                    <a:lnTo>
                      <a:pt x="56" y="1108"/>
                    </a:lnTo>
                    <a:lnTo>
                      <a:pt x="56" y="1107"/>
                    </a:lnTo>
                    <a:lnTo>
                      <a:pt x="56" y="1105"/>
                    </a:lnTo>
                    <a:lnTo>
                      <a:pt x="56" y="1100"/>
                    </a:lnTo>
                    <a:lnTo>
                      <a:pt x="55" y="1097"/>
                    </a:lnTo>
                    <a:lnTo>
                      <a:pt x="55" y="1097"/>
                    </a:lnTo>
                    <a:lnTo>
                      <a:pt x="55" y="1095"/>
                    </a:lnTo>
                    <a:lnTo>
                      <a:pt x="55" y="1093"/>
                    </a:lnTo>
                    <a:lnTo>
                      <a:pt x="55" y="1091"/>
                    </a:lnTo>
                    <a:lnTo>
                      <a:pt x="55" y="1090"/>
                    </a:lnTo>
                    <a:lnTo>
                      <a:pt x="55" y="1085"/>
                    </a:lnTo>
                    <a:lnTo>
                      <a:pt x="53" y="1083"/>
                    </a:lnTo>
                    <a:lnTo>
                      <a:pt x="53" y="1081"/>
                    </a:lnTo>
                    <a:lnTo>
                      <a:pt x="51" y="1080"/>
                    </a:lnTo>
                    <a:lnTo>
                      <a:pt x="51" y="1081"/>
                    </a:lnTo>
                    <a:lnTo>
                      <a:pt x="51" y="1086"/>
                    </a:lnTo>
                    <a:lnTo>
                      <a:pt x="51" y="1088"/>
                    </a:lnTo>
                    <a:lnTo>
                      <a:pt x="50" y="1090"/>
                    </a:lnTo>
                    <a:lnTo>
                      <a:pt x="50" y="1088"/>
                    </a:lnTo>
                    <a:lnTo>
                      <a:pt x="48" y="1086"/>
                    </a:lnTo>
                    <a:lnTo>
                      <a:pt x="48" y="1081"/>
                    </a:lnTo>
                    <a:lnTo>
                      <a:pt x="48" y="1081"/>
                    </a:lnTo>
                    <a:lnTo>
                      <a:pt x="48" y="1080"/>
                    </a:lnTo>
                    <a:lnTo>
                      <a:pt x="48" y="1080"/>
                    </a:lnTo>
                    <a:lnTo>
                      <a:pt x="48" y="1080"/>
                    </a:lnTo>
                    <a:lnTo>
                      <a:pt x="46" y="1076"/>
                    </a:lnTo>
                    <a:lnTo>
                      <a:pt x="45" y="1073"/>
                    </a:lnTo>
                    <a:lnTo>
                      <a:pt x="43" y="1069"/>
                    </a:lnTo>
                    <a:lnTo>
                      <a:pt x="43" y="1068"/>
                    </a:lnTo>
                    <a:lnTo>
                      <a:pt x="41" y="1069"/>
                    </a:lnTo>
                    <a:lnTo>
                      <a:pt x="41" y="1071"/>
                    </a:lnTo>
                    <a:lnTo>
                      <a:pt x="40" y="1061"/>
                    </a:lnTo>
                    <a:lnTo>
                      <a:pt x="40" y="1058"/>
                    </a:lnTo>
                    <a:lnTo>
                      <a:pt x="38" y="1059"/>
                    </a:lnTo>
                    <a:lnTo>
                      <a:pt x="40" y="1066"/>
                    </a:lnTo>
                    <a:lnTo>
                      <a:pt x="40" y="1076"/>
                    </a:lnTo>
                    <a:lnTo>
                      <a:pt x="38" y="1080"/>
                    </a:lnTo>
                    <a:lnTo>
                      <a:pt x="38" y="1081"/>
                    </a:lnTo>
                    <a:lnTo>
                      <a:pt x="38" y="1083"/>
                    </a:lnTo>
                    <a:lnTo>
                      <a:pt x="40" y="1088"/>
                    </a:lnTo>
                    <a:lnTo>
                      <a:pt x="41" y="1090"/>
                    </a:lnTo>
                    <a:lnTo>
                      <a:pt x="40" y="1088"/>
                    </a:lnTo>
                    <a:lnTo>
                      <a:pt x="38" y="1088"/>
                    </a:lnTo>
                    <a:lnTo>
                      <a:pt x="38" y="1086"/>
                    </a:lnTo>
                    <a:lnTo>
                      <a:pt x="36" y="1085"/>
                    </a:lnTo>
                    <a:lnTo>
                      <a:pt x="36" y="1085"/>
                    </a:lnTo>
                    <a:lnTo>
                      <a:pt x="36" y="1085"/>
                    </a:lnTo>
                    <a:lnTo>
                      <a:pt x="36" y="1083"/>
                    </a:lnTo>
                    <a:lnTo>
                      <a:pt x="36" y="1083"/>
                    </a:lnTo>
                    <a:lnTo>
                      <a:pt x="34" y="1080"/>
                    </a:lnTo>
                    <a:lnTo>
                      <a:pt x="34" y="1078"/>
                    </a:lnTo>
                    <a:lnTo>
                      <a:pt x="34" y="1059"/>
                    </a:lnTo>
                    <a:lnTo>
                      <a:pt x="33" y="1058"/>
                    </a:lnTo>
                    <a:lnTo>
                      <a:pt x="33" y="1059"/>
                    </a:lnTo>
                    <a:lnTo>
                      <a:pt x="31" y="1061"/>
                    </a:lnTo>
                    <a:lnTo>
                      <a:pt x="31" y="1064"/>
                    </a:lnTo>
                    <a:lnTo>
                      <a:pt x="33" y="1068"/>
                    </a:lnTo>
                    <a:lnTo>
                      <a:pt x="33" y="1069"/>
                    </a:lnTo>
                    <a:lnTo>
                      <a:pt x="31" y="1071"/>
                    </a:lnTo>
                    <a:lnTo>
                      <a:pt x="31" y="1073"/>
                    </a:lnTo>
                    <a:lnTo>
                      <a:pt x="31" y="1076"/>
                    </a:lnTo>
                    <a:lnTo>
                      <a:pt x="29" y="1076"/>
                    </a:lnTo>
                    <a:lnTo>
                      <a:pt x="29" y="1075"/>
                    </a:lnTo>
                    <a:lnTo>
                      <a:pt x="29" y="1073"/>
                    </a:lnTo>
                    <a:lnTo>
                      <a:pt x="28" y="1073"/>
                    </a:lnTo>
                    <a:lnTo>
                      <a:pt x="26" y="1071"/>
                    </a:lnTo>
                    <a:lnTo>
                      <a:pt x="24" y="1071"/>
                    </a:lnTo>
                    <a:lnTo>
                      <a:pt x="21" y="1069"/>
                    </a:lnTo>
                    <a:lnTo>
                      <a:pt x="19" y="1069"/>
                    </a:lnTo>
                    <a:lnTo>
                      <a:pt x="21" y="1071"/>
                    </a:lnTo>
                    <a:lnTo>
                      <a:pt x="28" y="1075"/>
                    </a:lnTo>
                    <a:lnTo>
                      <a:pt x="29" y="1080"/>
                    </a:lnTo>
                    <a:lnTo>
                      <a:pt x="31" y="1081"/>
                    </a:lnTo>
                    <a:lnTo>
                      <a:pt x="33" y="1085"/>
                    </a:lnTo>
                    <a:lnTo>
                      <a:pt x="31" y="1086"/>
                    </a:lnTo>
                    <a:lnTo>
                      <a:pt x="33" y="1088"/>
                    </a:lnTo>
                    <a:lnTo>
                      <a:pt x="33" y="1090"/>
                    </a:lnTo>
                    <a:lnTo>
                      <a:pt x="34" y="1091"/>
                    </a:lnTo>
                    <a:lnTo>
                      <a:pt x="36" y="1093"/>
                    </a:lnTo>
                    <a:lnTo>
                      <a:pt x="38" y="1095"/>
                    </a:lnTo>
                    <a:lnTo>
                      <a:pt x="40" y="1095"/>
                    </a:lnTo>
                    <a:lnTo>
                      <a:pt x="48" y="1105"/>
                    </a:lnTo>
                    <a:lnTo>
                      <a:pt x="55" y="1110"/>
                    </a:lnTo>
                    <a:lnTo>
                      <a:pt x="55" y="1112"/>
                    </a:lnTo>
                    <a:lnTo>
                      <a:pt x="56" y="1114"/>
                    </a:lnTo>
                    <a:lnTo>
                      <a:pt x="65" y="1122"/>
                    </a:lnTo>
                    <a:lnTo>
                      <a:pt x="73" y="1136"/>
                    </a:lnTo>
                    <a:lnTo>
                      <a:pt x="89" y="1158"/>
                    </a:lnTo>
                    <a:lnTo>
                      <a:pt x="96" y="1170"/>
                    </a:lnTo>
                    <a:lnTo>
                      <a:pt x="101" y="1181"/>
                    </a:lnTo>
                    <a:lnTo>
                      <a:pt x="107" y="1202"/>
                    </a:lnTo>
                    <a:lnTo>
                      <a:pt x="107" y="1204"/>
                    </a:lnTo>
                    <a:lnTo>
                      <a:pt x="107" y="1204"/>
                    </a:lnTo>
                    <a:lnTo>
                      <a:pt x="106" y="1205"/>
                    </a:lnTo>
                    <a:lnTo>
                      <a:pt x="106" y="1207"/>
                    </a:lnTo>
                    <a:lnTo>
                      <a:pt x="106" y="1209"/>
                    </a:lnTo>
                    <a:lnTo>
                      <a:pt x="104" y="1212"/>
                    </a:lnTo>
                    <a:lnTo>
                      <a:pt x="102" y="1214"/>
                    </a:lnTo>
                    <a:lnTo>
                      <a:pt x="102" y="1217"/>
                    </a:lnTo>
                    <a:lnTo>
                      <a:pt x="104" y="1221"/>
                    </a:lnTo>
                    <a:lnTo>
                      <a:pt x="107" y="1231"/>
                    </a:lnTo>
                    <a:lnTo>
                      <a:pt x="107" y="1231"/>
                    </a:lnTo>
                    <a:lnTo>
                      <a:pt x="107" y="1234"/>
                    </a:lnTo>
                    <a:lnTo>
                      <a:pt x="107" y="1234"/>
                    </a:lnTo>
                    <a:lnTo>
                      <a:pt x="107" y="1236"/>
                    </a:lnTo>
                    <a:lnTo>
                      <a:pt x="109" y="1238"/>
                    </a:lnTo>
                    <a:lnTo>
                      <a:pt x="116" y="1246"/>
                    </a:lnTo>
                    <a:lnTo>
                      <a:pt x="118" y="1246"/>
                    </a:lnTo>
                    <a:lnTo>
                      <a:pt x="119" y="1248"/>
                    </a:lnTo>
                    <a:lnTo>
                      <a:pt x="121" y="1249"/>
                    </a:lnTo>
                    <a:lnTo>
                      <a:pt x="126" y="1255"/>
                    </a:lnTo>
                    <a:lnTo>
                      <a:pt x="126" y="1256"/>
                    </a:lnTo>
                    <a:lnTo>
                      <a:pt x="126" y="1256"/>
                    </a:lnTo>
                    <a:lnTo>
                      <a:pt x="131" y="1263"/>
                    </a:lnTo>
                    <a:lnTo>
                      <a:pt x="138" y="1271"/>
                    </a:lnTo>
                    <a:lnTo>
                      <a:pt x="140" y="1273"/>
                    </a:lnTo>
                    <a:lnTo>
                      <a:pt x="145" y="1285"/>
                    </a:lnTo>
                    <a:lnTo>
                      <a:pt x="146" y="1288"/>
                    </a:lnTo>
                    <a:lnTo>
                      <a:pt x="146" y="1294"/>
                    </a:lnTo>
                    <a:lnTo>
                      <a:pt x="145" y="1297"/>
                    </a:lnTo>
                    <a:lnTo>
                      <a:pt x="145" y="1297"/>
                    </a:lnTo>
                    <a:lnTo>
                      <a:pt x="146" y="1300"/>
                    </a:lnTo>
                    <a:lnTo>
                      <a:pt x="148" y="1302"/>
                    </a:lnTo>
                    <a:lnTo>
                      <a:pt x="150" y="1307"/>
                    </a:lnTo>
                    <a:lnTo>
                      <a:pt x="152" y="1307"/>
                    </a:lnTo>
                    <a:lnTo>
                      <a:pt x="167" y="1322"/>
                    </a:lnTo>
                    <a:lnTo>
                      <a:pt x="167" y="1324"/>
                    </a:lnTo>
                    <a:lnTo>
                      <a:pt x="172" y="1334"/>
                    </a:lnTo>
                    <a:lnTo>
                      <a:pt x="174" y="1339"/>
                    </a:lnTo>
                    <a:lnTo>
                      <a:pt x="175" y="1343"/>
                    </a:lnTo>
                    <a:lnTo>
                      <a:pt x="175" y="1345"/>
                    </a:lnTo>
                    <a:lnTo>
                      <a:pt x="175" y="1346"/>
                    </a:lnTo>
                    <a:lnTo>
                      <a:pt x="175" y="1348"/>
                    </a:lnTo>
                    <a:lnTo>
                      <a:pt x="177" y="1351"/>
                    </a:lnTo>
                    <a:lnTo>
                      <a:pt x="179" y="1356"/>
                    </a:lnTo>
                    <a:lnTo>
                      <a:pt x="179" y="1358"/>
                    </a:lnTo>
                    <a:lnTo>
                      <a:pt x="179" y="1360"/>
                    </a:lnTo>
                    <a:lnTo>
                      <a:pt x="177" y="1365"/>
                    </a:lnTo>
                    <a:lnTo>
                      <a:pt x="175" y="1372"/>
                    </a:lnTo>
                    <a:lnTo>
                      <a:pt x="175" y="1378"/>
                    </a:lnTo>
                    <a:lnTo>
                      <a:pt x="175" y="1387"/>
                    </a:lnTo>
                    <a:lnTo>
                      <a:pt x="177" y="1387"/>
                    </a:lnTo>
                    <a:lnTo>
                      <a:pt x="177" y="1390"/>
                    </a:lnTo>
                    <a:lnTo>
                      <a:pt x="177" y="1392"/>
                    </a:lnTo>
                    <a:lnTo>
                      <a:pt x="175" y="1404"/>
                    </a:lnTo>
                    <a:lnTo>
                      <a:pt x="175" y="1407"/>
                    </a:lnTo>
                    <a:lnTo>
                      <a:pt x="177" y="1407"/>
                    </a:lnTo>
                    <a:lnTo>
                      <a:pt x="177" y="1407"/>
                    </a:lnTo>
                    <a:lnTo>
                      <a:pt x="179" y="1409"/>
                    </a:lnTo>
                    <a:lnTo>
                      <a:pt x="179" y="1411"/>
                    </a:lnTo>
                    <a:lnTo>
                      <a:pt x="179" y="1412"/>
                    </a:lnTo>
                    <a:lnTo>
                      <a:pt x="180" y="1414"/>
                    </a:lnTo>
                    <a:lnTo>
                      <a:pt x="179" y="1416"/>
                    </a:lnTo>
                    <a:lnTo>
                      <a:pt x="179" y="1418"/>
                    </a:lnTo>
                    <a:lnTo>
                      <a:pt x="179" y="1419"/>
                    </a:lnTo>
                    <a:lnTo>
                      <a:pt x="179" y="1421"/>
                    </a:lnTo>
                    <a:lnTo>
                      <a:pt x="180" y="1421"/>
                    </a:lnTo>
                    <a:lnTo>
                      <a:pt x="182" y="1423"/>
                    </a:lnTo>
                    <a:lnTo>
                      <a:pt x="182" y="1423"/>
                    </a:lnTo>
                    <a:lnTo>
                      <a:pt x="182" y="1424"/>
                    </a:lnTo>
                    <a:lnTo>
                      <a:pt x="182" y="1424"/>
                    </a:lnTo>
                    <a:lnTo>
                      <a:pt x="182" y="1426"/>
                    </a:lnTo>
                    <a:lnTo>
                      <a:pt x="182" y="1428"/>
                    </a:lnTo>
                    <a:lnTo>
                      <a:pt x="182" y="1428"/>
                    </a:lnTo>
                    <a:lnTo>
                      <a:pt x="182" y="1428"/>
                    </a:lnTo>
                    <a:lnTo>
                      <a:pt x="182" y="1429"/>
                    </a:lnTo>
                    <a:lnTo>
                      <a:pt x="182" y="1429"/>
                    </a:lnTo>
                    <a:lnTo>
                      <a:pt x="182" y="1431"/>
                    </a:lnTo>
                    <a:lnTo>
                      <a:pt x="184" y="1433"/>
                    </a:lnTo>
                    <a:lnTo>
                      <a:pt x="186" y="1440"/>
                    </a:lnTo>
                    <a:lnTo>
                      <a:pt x="186" y="1441"/>
                    </a:lnTo>
                    <a:lnTo>
                      <a:pt x="186" y="1445"/>
                    </a:lnTo>
                    <a:lnTo>
                      <a:pt x="186" y="1446"/>
                    </a:lnTo>
                    <a:lnTo>
                      <a:pt x="189" y="1453"/>
                    </a:lnTo>
                    <a:lnTo>
                      <a:pt x="189" y="1455"/>
                    </a:lnTo>
                    <a:lnTo>
                      <a:pt x="189" y="1455"/>
                    </a:lnTo>
                    <a:lnTo>
                      <a:pt x="194" y="1465"/>
                    </a:lnTo>
                    <a:lnTo>
                      <a:pt x="196" y="1467"/>
                    </a:lnTo>
                    <a:lnTo>
                      <a:pt x="196" y="1467"/>
                    </a:lnTo>
                    <a:lnTo>
                      <a:pt x="196" y="1472"/>
                    </a:lnTo>
                    <a:lnTo>
                      <a:pt x="201" y="1477"/>
                    </a:lnTo>
                    <a:lnTo>
                      <a:pt x="208" y="1485"/>
                    </a:lnTo>
                    <a:lnTo>
                      <a:pt x="214" y="1499"/>
                    </a:lnTo>
                    <a:lnTo>
                      <a:pt x="219" y="1513"/>
                    </a:lnTo>
                    <a:lnTo>
                      <a:pt x="228" y="1525"/>
                    </a:lnTo>
                    <a:lnTo>
                      <a:pt x="233" y="1535"/>
                    </a:lnTo>
                    <a:lnTo>
                      <a:pt x="240" y="1543"/>
                    </a:lnTo>
                    <a:lnTo>
                      <a:pt x="242" y="1547"/>
                    </a:lnTo>
                    <a:lnTo>
                      <a:pt x="243" y="1553"/>
                    </a:lnTo>
                    <a:lnTo>
                      <a:pt x="245" y="1567"/>
                    </a:lnTo>
                    <a:lnTo>
                      <a:pt x="243" y="1577"/>
                    </a:lnTo>
                    <a:lnTo>
                      <a:pt x="243" y="1579"/>
                    </a:lnTo>
                    <a:lnTo>
                      <a:pt x="245" y="1581"/>
                    </a:lnTo>
                    <a:lnTo>
                      <a:pt x="245" y="1582"/>
                    </a:lnTo>
                    <a:lnTo>
                      <a:pt x="245" y="1584"/>
                    </a:lnTo>
                    <a:lnTo>
                      <a:pt x="243" y="1584"/>
                    </a:lnTo>
                    <a:lnTo>
                      <a:pt x="245" y="1586"/>
                    </a:lnTo>
                    <a:lnTo>
                      <a:pt x="245" y="1586"/>
                    </a:lnTo>
                    <a:lnTo>
                      <a:pt x="245" y="1587"/>
                    </a:lnTo>
                    <a:lnTo>
                      <a:pt x="247" y="1589"/>
                    </a:lnTo>
                    <a:lnTo>
                      <a:pt x="245" y="1592"/>
                    </a:lnTo>
                    <a:lnTo>
                      <a:pt x="245" y="1594"/>
                    </a:lnTo>
                    <a:lnTo>
                      <a:pt x="243" y="1596"/>
                    </a:lnTo>
                    <a:lnTo>
                      <a:pt x="243" y="1598"/>
                    </a:lnTo>
                    <a:lnTo>
                      <a:pt x="238" y="1598"/>
                    </a:lnTo>
                    <a:lnTo>
                      <a:pt x="240" y="1598"/>
                    </a:lnTo>
                    <a:lnTo>
                      <a:pt x="242" y="1599"/>
                    </a:lnTo>
                    <a:lnTo>
                      <a:pt x="243" y="1601"/>
                    </a:lnTo>
                    <a:lnTo>
                      <a:pt x="243" y="1603"/>
                    </a:lnTo>
                    <a:lnTo>
                      <a:pt x="243" y="1603"/>
                    </a:lnTo>
                    <a:lnTo>
                      <a:pt x="242" y="1604"/>
                    </a:lnTo>
                    <a:lnTo>
                      <a:pt x="243" y="1606"/>
                    </a:lnTo>
                    <a:lnTo>
                      <a:pt x="245" y="1609"/>
                    </a:lnTo>
                    <a:lnTo>
                      <a:pt x="245" y="1613"/>
                    </a:lnTo>
                    <a:lnTo>
                      <a:pt x="243" y="1616"/>
                    </a:lnTo>
                    <a:lnTo>
                      <a:pt x="243" y="1616"/>
                    </a:lnTo>
                    <a:lnTo>
                      <a:pt x="243" y="1618"/>
                    </a:lnTo>
                    <a:lnTo>
                      <a:pt x="242" y="1618"/>
                    </a:lnTo>
                    <a:lnTo>
                      <a:pt x="242" y="1620"/>
                    </a:lnTo>
                    <a:lnTo>
                      <a:pt x="243" y="1621"/>
                    </a:lnTo>
                    <a:lnTo>
                      <a:pt x="243" y="1621"/>
                    </a:lnTo>
                    <a:lnTo>
                      <a:pt x="245" y="1623"/>
                    </a:lnTo>
                    <a:lnTo>
                      <a:pt x="247" y="1623"/>
                    </a:lnTo>
                    <a:lnTo>
                      <a:pt x="247" y="1625"/>
                    </a:lnTo>
                    <a:lnTo>
                      <a:pt x="247" y="1628"/>
                    </a:lnTo>
                    <a:lnTo>
                      <a:pt x="245" y="1628"/>
                    </a:lnTo>
                    <a:lnTo>
                      <a:pt x="242" y="1628"/>
                    </a:lnTo>
                    <a:lnTo>
                      <a:pt x="240" y="1628"/>
                    </a:lnTo>
                    <a:lnTo>
                      <a:pt x="238" y="1626"/>
                    </a:lnTo>
                    <a:lnTo>
                      <a:pt x="238" y="1626"/>
                    </a:lnTo>
                    <a:lnTo>
                      <a:pt x="238" y="1628"/>
                    </a:lnTo>
                    <a:lnTo>
                      <a:pt x="238" y="1628"/>
                    </a:lnTo>
                    <a:lnTo>
                      <a:pt x="238" y="1628"/>
                    </a:lnTo>
                    <a:lnTo>
                      <a:pt x="240" y="1630"/>
                    </a:lnTo>
                    <a:lnTo>
                      <a:pt x="240" y="1630"/>
                    </a:lnTo>
                    <a:lnTo>
                      <a:pt x="240" y="1631"/>
                    </a:lnTo>
                    <a:lnTo>
                      <a:pt x="240" y="1633"/>
                    </a:lnTo>
                    <a:lnTo>
                      <a:pt x="242" y="1633"/>
                    </a:lnTo>
                    <a:lnTo>
                      <a:pt x="243" y="1637"/>
                    </a:lnTo>
                    <a:lnTo>
                      <a:pt x="243" y="1638"/>
                    </a:lnTo>
                    <a:lnTo>
                      <a:pt x="242" y="1640"/>
                    </a:lnTo>
                    <a:lnTo>
                      <a:pt x="240" y="1640"/>
                    </a:lnTo>
                    <a:lnTo>
                      <a:pt x="238" y="1637"/>
                    </a:lnTo>
                    <a:lnTo>
                      <a:pt x="236" y="1630"/>
                    </a:lnTo>
                    <a:lnTo>
                      <a:pt x="236" y="1626"/>
                    </a:lnTo>
                    <a:lnTo>
                      <a:pt x="240" y="1621"/>
                    </a:lnTo>
                    <a:lnTo>
                      <a:pt x="242" y="1618"/>
                    </a:lnTo>
                    <a:lnTo>
                      <a:pt x="238" y="1620"/>
                    </a:lnTo>
                    <a:lnTo>
                      <a:pt x="235" y="1625"/>
                    </a:lnTo>
                    <a:lnTo>
                      <a:pt x="233" y="1626"/>
                    </a:lnTo>
                    <a:lnTo>
                      <a:pt x="233" y="1630"/>
                    </a:lnTo>
                    <a:lnTo>
                      <a:pt x="233" y="1633"/>
                    </a:lnTo>
                    <a:lnTo>
                      <a:pt x="233" y="1637"/>
                    </a:lnTo>
                    <a:lnTo>
                      <a:pt x="235" y="1643"/>
                    </a:lnTo>
                    <a:lnTo>
                      <a:pt x="238" y="1654"/>
                    </a:lnTo>
                    <a:lnTo>
                      <a:pt x="238" y="1662"/>
                    </a:lnTo>
                    <a:lnTo>
                      <a:pt x="238" y="1671"/>
                    </a:lnTo>
                    <a:lnTo>
                      <a:pt x="238" y="1684"/>
                    </a:lnTo>
                    <a:lnTo>
                      <a:pt x="238" y="1684"/>
                    </a:lnTo>
                    <a:lnTo>
                      <a:pt x="240" y="1681"/>
                    </a:lnTo>
                    <a:lnTo>
                      <a:pt x="240" y="1677"/>
                    </a:lnTo>
                    <a:lnTo>
                      <a:pt x="242" y="1676"/>
                    </a:lnTo>
                    <a:lnTo>
                      <a:pt x="242" y="1676"/>
                    </a:lnTo>
                    <a:lnTo>
                      <a:pt x="242" y="1677"/>
                    </a:lnTo>
                    <a:lnTo>
                      <a:pt x="242" y="1682"/>
                    </a:lnTo>
                    <a:lnTo>
                      <a:pt x="242" y="1684"/>
                    </a:lnTo>
                    <a:lnTo>
                      <a:pt x="238" y="1686"/>
                    </a:lnTo>
                    <a:lnTo>
                      <a:pt x="236" y="1686"/>
                    </a:lnTo>
                    <a:lnTo>
                      <a:pt x="236" y="1686"/>
                    </a:lnTo>
                    <a:lnTo>
                      <a:pt x="235" y="1686"/>
                    </a:lnTo>
                    <a:lnTo>
                      <a:pt x="235" y="1686"/>
                    </a:lnTo>
                    <a:lnTo>
                      <a:pt x="235" y="1688"/>
                    </a:lnTo>
                    <a:lnTo>
                      <a:pt x="233" y="1691"/>
                    </a:lnTo>
                    <a:lnTo>
                      <a:pt x="230" y="1696"/>
                    </a:lnTo>
                    <a:lnTo>
                      <a:pt x="225" y="1703"/>
                    </a:lnTo>
                    <a:lnTo>
                      <a:pt x="218" y="1711"/>
                    </a:lnTo>
                    <a:lnTo>
                      <a:pt x="216" y="1713"/>
                    </a:lnTo>
                    <a:lnTo>
                      <a:pt x="213" y="1713"/>
                    </a:lnTo>
                    <a:lnTo>
                      <a:pt x="209" y="1715"/>
                    </a:lnTo>
                    <a:lnTo>
                      <a:pt x="204" y="1715"/>
                    </a:lnTo>
                    <a:lnTo>
                      <a:pt x="201" y="1715"/>
                    </a:lnTo>
                    <a:lnTo>
                      <a:pt x="197" y="1715"/>
                    </a:lnTo>
                    <a:lnTo>
                      <a:pt x="194" y="1713"/>
                    </a:lnTo>
                    <a:lnTo>
                      <a:pt x="191" y="1713"/>
                    </a:lnTo>
                    <a:lnTo>
                      <a:pt x="189" y="1710"/>
                    </a:lnTo>
                    <a:lnTo>
                      <a:pt x="187" y="1708"/>
                    </a:lnTo>
                    <a:lnTo>
                      <a:pt x="184" y="1706"/>
                    </a:lnTo>
                    <a:lnTo>
                      <a:pt x="180" y="1705"/>
                    </a:lnTo>
                    <a:lnTo>
                      <a:pt x="180" y="1705"/>
                    </a:lnTo>
                    <a:lnTo>
                      <a:pt x="180" y="1706"/>
                    </a:lnTo>
                    <a:lnTo>
                      <a:pt x="180" y="1711"/>
                    </a:lnTo>
                    <a:lnTo>
                      <a:pt x="180" y="1713"/>
                    </a:lnTo>
                    <a:lnTo>
                      <a:pt x="180" y="1713"/>
                    </a:lnTo>
                    <a:lnTo>
                      <a:pt x="179" y="1716"/>
                    </a:lnTo>
                    <a:lnTo>
                      <a:pt x="177" y="1718"/>
                    </a:lnTo>
                    <a:lnTo>
                      <a:pt x="177" y="1721"/>
                    </a:lnTo>
                    <a:lnTo>
                      <a:pt x="179" y="1725"/>
                    </a:lnTo>
                    <a:lnTo>
                      <a:pt x="180" y="1727"/>
                    </a:lnTo>
                    <a:lnTo>
                      <a:pt x="179" y="1728"/>
                    </a:lnTo>
                    <a:lnTo>
                      <a:pt x="177" y="1732"/>
                    </a:lnTo>
                    <a:lnTo>
                      <a:pt x="177" y="1733"/>
                    </a:lnTo>
                    <a:lnTo>
                      <a:pt x="177" y="1735"/>
                    </a:lnTo>
                    <a:lnTo>
                      <a:pt x="179" y="1738"/>
                    </a:lnTo>
                    <a:lnTo>
                      <a:pt x="179" y="1750"/>
                    </a:lnTo>
                    <a:lnTo>
                      <a:pt x="179" y="1752"/>
                    </a:lnTo>
                    <a:lnTo>
                      <a:pt x="179" y="1754"/>
                    </a:lnTo>
                    <a:lnTo>
                      <a:pt x="180" y="1757"/>
                    </a:lnTo>
                    <a:lnTo>
                      <a:pt x="182" y="1759"/>
                    </a:lnTo>
                    <a:lnTo>
                      <a:pt x="182" y="1761"/>
                    </a:lnTo>
                    <a:lnTo>
                      <a:pt x="182" y="1764"/>
                    </a:lnTo>
                    <a:lnTo>
                      <a:pt x="182" y="1767"/>
                    </a:lnTo>
                    <a:lnTo>
                      <a:pt x="182" y="1767"/>
                    </a:lnTo>
                    <a:lnTo>
                      <a:pt x="191" y="1776"/>
                    </a:lnTo>
                    <a:lnTo>
                      <a:pt x="191" y="1778"/>
                    </a:lnTo>
                    <a:lnTo>
                      <a:pt x="192" y="1776"/>
                    </a:lnTo>
                    <a:lnTo>
                      <a:pt x="196" y="1772"/>
                    </a:lnTo>
                    <a:lnTo>
                      <a:pt x="196" y="1771"/>
                    </a:lnTo>
                    <a:lnTo>
                      <a:pt x="203" y="1771"/>
                    </a:lnTo>
                    <a:lnTo>
                      <a:pt x="206" y="1771"/>
                    </a:lnTo>
                    <a:lnTo>
                      <a:pt x="209" y="1772"/>
                    </a:lnTo>
                    <a:lnTo>
                      <a:pt x="223" y="1778"/>
                    </a:lnTo>
                    <a:lnTo>
                      <a:pt x="223" y="1779"/>
                    </a:lnTo>
                    <a:lnTo>
                      <a:pt x="225" y="1779"/>
                    </a:lnTo>
                    <a:lnTo>
                      <a:pt x="225" y="1779"/>
                    </a:lnTo>
                    <a:lnTo>
                      <a:pt x="225" y="1781"/>
                    </a:lnTo>
                    <a:lnTo>
                      <a:pt x="226" y="1781"/>
                    </a:lnTo>
                    <a:lnTo>
                      <a:pt x="226" y="1781"/>
                    </a:lnTo>
                    <a:lnTo>
                      <a:pt x="230" y="1783"/>
                    </a:lnTo>
                    <a:lnTo>
                      <a:pt x="233" y="1784"/>
                    </a:lnTo>
                    <a:lnTo>
                      <a:pt x="245" y="1793"/>
                    </a:lnTo>
                    <a:lnTo>
                      <a:pt x="257" y="1803"/>
                    </a:lnTo>
                    <a:lnTo>
                      <a:pt x="260" y="1806"/>
                    </a:lnTo>
                    <a:lnTo>
                      <a:pt x="260" y="1808"/>
                    </a:lnTo>
                    <a:lnTo>
                      <a:pt x="262" y="1811"/>
                    </a:lnTo>
                    <a:lnTo>
                      <a:pt x="264" y="1813"/>
                    </a:lnTo>
                    <a:lnTo>
                      <a:pt x="265" y="1815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7" y="1817"/>
                    </a:lnTo>
                    <a:lnTo>
                      <a:pt x="269" y="1817"/>
                    </a:lnTo>
                    <a:lnTo>
                      <a:pt x="276" y="1818"/>
                    </a:lnTo>
                    <a:lnTo>
                      <a:pt x="287" y="1822"/>
                    </a:lnTo>
                    <a:lnTo>
                      <a:pt x="293" y="1823"/>
                    </a:lnTo>
                    <a:lnTo>
                      <a:pt x="296" y="1823"/>
                    </a:lnTo>
                    <a:lnTo>
                      <a:pt x="299" y="1825"/>
                    </a:lnTo>
                    <a:lnTo>
                      <a:pt x="301" y="1823"/>
                    </a:lnTo>
                    <a:lnTo>
                      <a:pt x="299" y="1820"/>
                    </a:lnTo>
                    <a:lnTo>
                      <a:pt x="299" y="1820"/>
                    </a:lnTo>
                    <a:lnTo>
                      <a:pt x="301" y="1820"/>
                    </a:lnTo>
                    <a:lnTo>
                      <a:pt x="301" y="1820"/>
                    </a:lnTo>
                    <a:lnTo>
                      <a:pt x="301" y="1820"/>
                    </a:lnTo>
                    <a:lnTo>
                      <a:pt x="303" y="1822"/>
                    </a:lnTo>
                    <a:lnTo>
                      <a:pt x="303" y="1822"/>
                    </a:lnTo>
                    <a:lnTo>
                      <a:pt x="304" y="1823"/>
                    </a:lnTo>
                    <a:lnTo>
                      <a:pt x="308" y="1823"/>
                    </a:lnTo>
                    <a:lnTo>
                      <a:pt x="309" y="1825"/>
                    </a:lnTo>
                    <a:lnTo>
                      <a:pt x="309" y="1825"/>
                    </a:lnTo>
                    <a:lnTo>
                      <a:pt x="309" y="1827"/>
                    </a:lnTo>
                    <a:lnTo>
                      <a:pt x="309" y="1827"/>
                    </a:lnTo>
                    <a:lnTo>
                      <a:pt x="309" y="1827"/>
                    </a:lnTo>
                    <a:lnTo>
                      <a:pt x="308" y="1827"/>
                    </a:lnTo>
                    <a:lnTo>
                      <a:pt x="299" y="1825"/>
                    </a:lnTo>
                    <a:lnTo>
                      <a:pt x="299" y="1825"/>
                    </a:lnTo>
                    <a:lnTo>
                      <a:pt x="301" y="1827"/>
                    </a:lnTo>
                    <a:lnTo>
                      <a:pt x="304" y="1828"/>
                    </a:lnTo>
                    <a:lnTo>
                      <a:pt x="306" y="1832"/>
                    </a:lnTo>
                    <a:lnTo>
                      <a:pt x="306" y="1832"/>
                    </a:lnTo>
                    <a:lnTo>
                      <a:pt x="309" y="1832"/>
                    </a:lnTo>
                    <a:lnTo>
                      <a:pt x="309" y="1832"/>
                    </a:lnTo>
                    <a:lnTo>
                      <a:pt x="311" y="1832"/>
                    </a:lnTo>
                    <a:lnTo>
                      <a:pt x="313" y="1834"/>
                    </a:lnTo>
                    <a:lnTo>
                      <a:pt x="318" y="1834"/>
                    </a:lnTo>
                    <a:lnTo>
                      <a:pt x="320" y="1835"/>
                    </a:lnTo>
                    <a:lnTo>
                      <a:pt x="321" y="1835"/>
                    </a:lnTo>
                    <a:lnTo>
                      <a:pt x="323" y="1835"/>
                    </a:lnTo>
                    <a:lnTo>
                      <a:pt x="323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2"/>
                    </a:lnTo>
                    <a:lnTo>
                      <a:pt x="332" y="1832"/>
                    </a:lnTo>
                    <a:lnTo>
                      <a:pt x="335" y="1834"/>
                    </a:lnTo>
                    <a:lnTo>
                      <a:pt x="338" y="1835"/>
                    </a:lnTo>
                    <a:lnTo>
                      <a:pt x="340" y="1835"/>
                    </a:lnTo>
                    <a:lnTo>
                      <a:pt x="342" y="1837"/>
                    </a:lnTo>
                    <a:lnTo>
                      <a:pt x="343" y="1835"/>
                    </a:lnTo>
                    <a:lnTo>
                      <a:pt x="345" y="1835"/>
                    </a:lnTo>
                    <a:lnTo>
                      <a:pt x="347" y="1834"/>
                    </a:lnTo>
                    <a:lnTo>
                      <a:pt x="349" y="1834"/>
                    </a:lnTo>
                    <a:lnTo>
                      <a:pt x="350" y="1834"/>
                    </a:lnTo>
                    <a:lnTo>
                      <a:pt x="352" y="1834"/>
                    </a:lnTo>
                    <a:lnTo>
                      <a:pt x="352" y="1834"/>
                    </a:lnTo>
                    <a:lnTo>
                      <a:pt x="354" y="1834"/>
                    </a:lnTo>
                    <a:lnTo>
                      <a:pt x="354" y="1834"/>
                    </a:lnTo>
                    <a:lnTo>
                      <a:pt x="355" y="1834"/>
                    </a:lnTo>
                    <a:lnTo>
                      <a:pt x="357" y="1834"/>
                    </a:lnTo>
                    <a:lnTo>
                      <a:pt x="357" y="1834"/>
                    </a:lnTo>
                    <a:lnTo>
                      <a:pt x="360" y="1834"/>
                    </a:lnTo>
                    <a:lnTo>
                      <a:pt x="360" y="1835"/>
                    </a:lnTo>
                    <a:lnTo>
                      <a:pt x="362" y="1835"/>
                    </a:lnTo>
                    <a:lnTo>
                      <a:pt x="364" y="1837"/>
                    </a:lnTo>
                    <a:lnTo>
                      <a:pt x="366" y="1837"/>
                    </a:lnTo>
                    <a:lnTo>
                      <a:pt x="367" y="1834"/>
                    </a:lnTo>
                    <a:lnTo>
                      <a:pt x="367" y="1834"/>
                    </a:lnTo>
                    <a:lnTo>
                      <a:pt x="369" y="1832"/>
                    </a:lnTo>
                    <a:lnTo>
                      <a:pt x="371" y="1832"/>
                    </a:lnTo>
                    <a:lnTo>
                      <a:pt x="371" y="1834"/>
                    </a:lnTo>
                    <a:lnTo>
                      <a:pt x="372" y="1834"/>
                    </a:lnTo>
                    <a:lnTo>
                      <a:pt x="372" y="1834"/>
                    </a:lnTo>
                    <a:lnTo>
                      <a:pt x="374" y="1834"/>
                    </a:lnTo>
                    <a:lnTo>
                      <a:pt x="374" y="1834"/>
                    </a:lnTo>
                    <a:lnTo>
                      <a:pt x="376" y="1834"/>
                    </a:lnTo>
                    <a:lnTo>
                      <a:pt x="379" y="1834"/>
                    </a:lnTo>
                    <a:lnTo>
                      <a:pt x="381" y="1835"/>
                    </a:lnTo>
                    <a:lnTo>
                      <a:pt x="381" y="1834"/>
                    </a:lnTo>
                    <a:lnTo>
                      <a:pt x="382" y="1834"/>
                    </a:lnTo>
                    <a:lnTo>
                      <a:pt x="384" y="1834"/>
                    </a:lnTo>
                    <a:lnTo>
                      <a:pt x="386" y="1835"/>
                    </a:lnTo>
                    <a:lnTo>
                      <a:pt x="388" y="1835"/>
                    </a:lnTo>
                    <a:lnTo>
                      <a:pt x="393" y="1839"/>
                    </a:lnTo>
                    <a:lnTo>
                      <a:pt x="393" y="1839"/>
                    </a:lnTo>
                    <a:lnTo>
                      <a:pt x="396" y="1839"/>
                    </a:lnTo>
                    <a:lnTo>
                      <a:pt x="399" y="1840"/>
                    </a:lnTo>
                    <a:lnTo>
                      <a:pt x="403" y="1842"/>
                    </a:lnTo>
                    <a:lnTo>
                      <a:pt x="406" y="1844"/>
                    </a:lnTo>
                    <a:lnTo>
                      <a:pt x="406" y="1840"/>
                    </a:lnTo>
                    <a:lnTo>
                      <a:pt x="406" y="1839"/>
                    </a:lnTo>
                    <a:lnTo>
                      <a:pt x="408" y="1837"/>
                    </a:lnTo>
                    <a:lnTo>
                      <a:pt x="410" y="1835"/>
                    </a:lnTo>
                    <a:lnTo>
                      <a:pt x="411" y="1835"/>
                    </a:lnTo>
                    <a:lnTo>
                      <a:pt x="416" y="1835"/>
                    </a:lnTo>
                    <a:lnTo>
                      <a:pt x="423" y="1837"/>
                    </a:lnTo>
                    <a:lnTo>
                      <a:pt x="427" y="1840"/>
                    </a:lnTo>
                    <a:lnTo>
                      <a:pt x="430" y="1842"/>
                    </a:lnTo>
                    <a:lnTo>
                      <a:pt x="433" y="1842"/>
                    </a:lnTo>
                    <a:lnTo>
                      <a:pt x="435" y="1842"/>
                    </a:lnTo>
                    <a:lnTo>
                      <a:pt x="437" y="1840"/>
                    </a:lnTo>
                    <a:lnTo>
                      <a:pt x="437" y="1840"/>
                    </a:lnTo>
                    <a:lnTo>
                      <a:pt x="439" y="1840"/>
                    </a:lnTo>
                    <a:lnTo>
                      <a:pt x="439" y="1839"/>
                    </a:lnTo>
                    <a:lnTo>
                      <a:pt x="439" y="1839"/>
                    </a:lnTo>
                    <a:lnTo>
                      <a:pt x="435" y="1839"/>
                    </a:lnTo>
                    <a:lnTo>
                      <a:pt x="433" y="1839"/>
                    </a:lnTo>
                    <a:lnTo>
                      <a:pt x="432" y="1835"/>
                    </a:lnTo>
                    <a:lnTo>
                      <a:pt x="430" y="1835"/>
                    </a:lnTo>
                    <a:lnTo>
                      <a:pt x="430" y="1835"/>
                    </a:lnTo>
                    <a:lnTo>
                      <a:pt x="430" y="1837"/>
                    </a:lnTo>
                    <a:lnTo>
                      <a:pt x="430" y="1837"/>
                    </a:lnTo>
                    <a:lnTo>
                      <a:pt x="430" y="1839"/>
                    </a:lnTo>
                    <a:lnTo>
                      <a:pt x="430" y="1839"/>
                    </a:lnTo>
                    <a:lnTo>
                      <a:pt x="430" y="1839"/>
                    </a:lnTo>
                    <a:lnTo>
                      <a:pt x="427" y="1837"/>
                    </a:lnTo>
                    <a:lnTo>
                      <a:pt x="425" y="1837"/>
                    </a:lnTo>
                    <a:lnTo>
                      <a:pt x="425" y="1835"/>
                    </a:lnTo>
                    <a:lnTo>
                      <a:pt x="425" y="1834"/>
                    </a:lnTo>
                    <a:lnTo>
                      <a:pt x="427" y="1834"/>
                    </a:lnTo>
                    <a:lnTo>
                      <a:pt x="432" y="1834"/>
                    </a:lnTo>
                    <a:lnTo>
                      <a:pt x="432" y="1834"/>
                    </a:lnTo>
                    <a:lnTo>
                      <a:pt x="432" y="1832"/>
                    </a:lnTo>
                    <a:lnTo>
                      <a:pt x="432" y="1832"/>
                    </a:lnTo>
                    <a:lnTo>
                      <a:pt x="433" y="1832"/>
                    </a:lnTo>
                    <a:lnTo>
                      <a:pt x="433" y="1832"/>
                    </a:lnTo>
                    <a:lnTo>
                      <a:pt x="433" y="1834"/>
                    </a:lnTo>
                    <a:lnTo>
                      <a:pt x="433" y="1834"/>
                    </a:lnTo>
                    <a:lnTo>
                      <a:pt x="435" y="1834"/>
                    </a:lnTo>
                    <a:lnTo>
                      <a:pt x="437" y="1832"/>
                    </a:lnTo>
                    <a:lnTo>
                      <a:pt x="437" y="1832"/>
                    </a:lnTo>
                    <a:lnTo>
                      <a:pt x="439" y="1832"/>
                    </a:lnTo>
                    <a:lnTo>
                      <a:pt x="440" y="1834"/>
                    </a:lnTo>
                    <a:lnTo>
                      <a:pt x="440" y="1834"/>
                    </a:lnTo>
                    <a:lnTo>
                      <a:pt x="442" y="1834"/>
                    </a:lnTo>
                    <a:lnTo>
                      <a:pt x="442" y="1832"/>
                    </a:lnTo>
                    <a:lnTo>
                      <a:pt x="444" y="1832"/>
                    </a:lnTo>
                    <a:lnTo>
                      <a:pt x="447" y="1832"/>
                    </a:lnTo>
                    <a:lnTo>
                      <a:pt x="449" y="1830"/>
                    </a:lnTo>
                    <a:lnTo>
                      <a:pt x="449" y="1832"/>
                    </a:lnTo>
                    <a:lnTo>
                      <a:pt x="449" y="1830"/>
                    </a:lnTo>
                    <a:lnTo>
                      <a:pt x="454" y="1834"/>
                    </a:lnTo>
                    <a:lnTo>
                      <a:pt x="454" y="1834"/>
                    </a:lnTo>
                    <a:lnTo>
                      <a:pt x="456" y="1834"/>
                    </a:lnTo>
                    <a:lnTo>
                      <a:pt x="456" y="1832"/>
                    </a:lnTo>
                    <a:lnTo>
                      <a:pt x="456" y="1830"/>
                    </a:lnTo>
                    <a:lnTo>
                      <a:pt x="454" y="1828"/>
                    </a:lnTo>
                    <a:lnTo>
                      <a:pt x="454" y="1828"/>
                    </a:lnTo>
                    <a:lnTo>
                      <a:pt x="454" y="1828"/>
                    </a:lnTo>
                    <a:lnTo>
                      <a:pt x="452" y="1828"/>
                    </a:lnTo>
                    <a:lnTo>
                      <a:pt x="452" y="1827"/>
                    </a:lnTo>
                    <a:lnTo>
                      <a:pt x="454" y="1827"/>
                    </a:lnTo>
                    <a:lnTo>
                      <a:pt x="457" y="1827"/>
                    </a:lnTo>
                    <a:lnTo>
                      <a:pt x="461" y="1825"/>
                    </a:lnTo>
                    <a:lnTo>
                      <a:pt x="462" y="1823"/>
                    </a:lnTo>
                    <a:lnTo>
                      <a:pt x="469" y="1823"/>
                    </a:lnTo>
                    <a:lnTo>
                      <a:pt x="472" y="1823"/>
                    </a:lnTo>
                    <a:lnTo>
                      <a:pt x="472" y="1823"/>
                    </a:lnTo>
                    <a:lnTo>
                      <a:pt x="474" y="1822"/>
                    </a:lnTo>
                    <a:lnTo>
                      <a:pt x="472" y="1818"/>
                    </a:lnTo>
                    <a:lnTo>
                      <a:pt x="472" y="1817"/>
                    </a:lnTo>
                    <a:lnTo>
                      <a:pt x="472" y="1815"/>
                    </a:lnTo>
                    <a:lnTo>
                      <a:pt x="474" y="1813"/>
                    </a:lnTo>
                    <a:lnTo>
                      <a:pt x="476" y="1810"/>
                    </a:lnTo>
                    <a:lnTo>
                      <a:pt x="478" y="1810"/>
                    </a:lnTo>
                    <a:lnTo>
                      <a:pt x="481" y="1806"/>
                    </a:lnTo>
                    <a:lnTo>
                      <a:pt x="484" y="1806"/>
                    </a:lnTo>
                    <a:lnTo>
                      <a:pt x="491" y="1805"/>
                    </a:lnTo>
                    <a:lnTo>
                      <a:pt x="493" y="1803"/>
                    </a:lnTo>
                    <a:lnTo>
                      <a:pt x="496" y="1801"/>
                    </a:lnTo>
                    <a:lnTo>
                      <a:pt x="500" y="1801"/>
                    </a:lnTo>
                    <a:lnTo>
                      <a:pt x="501" y="1800"/>
                    </a:lnTo>
                    <a:lnTo>
                      <a:pt x="505" y="1798"/>
                    </a:lnTo>
                    <a:lnTo>
                      <a:pt x="501" y="1796"/>
                    </a:lnTo>
                    <a:lnTo>
                      <a:pt x="501" y="1795"/>
                    </a:lnTo>
                    <a:lnTo>
                      <a:pt x="501" y="1793"/>
                    </a:lnTo>
                    <a:lnTo>
                      <a:pt x="503" y="1793"/>
                    </a:lnTo>
                    <a:lnTo>
                      <a:pt x="505" y="1793"/>
                    </a:lnTo>
                    <a:lnTo>
                      <a:pt x="506" y="1789"/>
                    </a:lnTo>
                    <a:lnTo>
                      <a:pt x="508" y="1789"/>
                    </a:lnTo>
                    <a:lnTo>
                      <a:pt x="515" y="1789"/>
                    </a:lnTo>
                    <a:lnTo>
                      <a:pt x="515" y="1788"/>
                    </a:lnTo>
                    <a:lnTo>
                      <a:pt x="515" y="1788"/>
                    </a:lnTo>
                    <a:lnTo>
                      <a:pt x="512" y="1784"/>
                    </a:lnTo>
                    <a:lnTo>
                      <a:pt x="512" y="1784"/>
                    </a:lnTo>
                    <a:lnTo>
                      <a:pt x="517" y="1784"/>
                    </a:lnTo>
                    <a:lnTo>
                      <a:pt x="517" y="1784"/>
                    </a:lnTo>
                    <a:lnTo>
                      <a:pt x="518" y="1784"/>
                    </a:lnTo>
                    <a:lnTo>
                      <a:pt x="520" y="1784"/>
                    </a:lnTo>
                    <a:lnTo>
                      <a:pt x="535" y="1786"/>
                    </a:lnTo>
                    <a:lnTo>
                      <a:pt x="535" y="1786"/>
                    </a:lnTo>
                    <a:lnTo>
                      <a:pt x="537" y="1788"/>
                    </a:lnTo>
                    <a:lnTo>
                      <a:pt x="537" y="1788"/>
                    </a:lnTo>
                    <a:lnTo>
                      <a:pt x="539" y="1788"/>
                    </a:lnTo>
                    <a:lnTo>
                      <a:pt x="540" y="1788"/>
                    </a:lnTo>
                    <a:lnTo>
                      <a:pt x="542" y="1788"/>
                    </a:lnTo>
                    <a:lnTo>
                      <a:pt x="542" y="1788"/>
                    </a:lnTo>
                    <a:lnTo>
                      <a:pt x="544" y="1789"/>
                    </a:lnTo>
                    <a:lnTo>
                      <a:pt x="544" y="1789"/>
                    </a:lnTo>
                    <a:lnTo>
                      <a:pt x="544" y="1791"/>
                    </a:lnTo>
                    <a:lnTo>
                      <a:pt x="544" y="1791"/>
                    </a:lnTo>
                    <a:lnTo>
                      <a:pt x="546" y="1791"/>
                    </a:lnTo>
                    <a:lnTo>
                      <a:pt x="547" y="1791"/>
                    </a:lnTo>
                    <a:lnTo>
                      <a:pt x="547" y="1791"/>
                    </a:lnTo>
                    <a:lnTo>
                      <a:pt x="547" y="1789"/>
                    </a:lnTo>
                    <a:lnTo>
                      <a:pt x="547" y="1788"/>
                    </a:lnTo>
                    <a:lnTo>
                      <a:pt x="549" y="1786"/>
                    </a:lnTo>
                    <a:lnTo>
                      <a:pt x="549" y="1784"/>
                    </a:lnTo>
                    <a:lnTo>
                      <a:pt x="549" y="1784"/>
                    </a:lnTo>
                    <a:lnTo>
                      <a:pt x="551" y="1784"/>
                    </a:lnTo>
                    <a:lnTo>
                      <a:pt x="552" y="1784"/>
                    </a:lnTo>
                    <a:lnTo>
                      <a:pt x="554" y="1784"/>
                    </a:lnTo>
                    <a:lnTo>
                      <a:pt x="554" y="1786"/>
                    </a:lnTo>
                    <a:lnTo>
                      <a:pt x="556" y="1788"/>
                    </a:lnTo>
                    <a:lnTo>
                      <a:pt x="556" y="1788"/>
                    </a:lnTo>
                    <a:lnTo>
                      <a:pt x="556" y="1788"/>
                    </a:lnTo>
                    <a:lnTo>
                      <a:pt x="557" y="1788"/>
                    </a:lnTo>
                    <a:lnTo>
                      <a:pt x="557" y="1788"/>
                    </a:lnTo>
                    <a:lnTo>
                      <a:pt x="557" y="1786"/>
                    </a:lnTo>
                    <a:lnTo>
                      <a:pt x="559" y="1786"/>
                    </a:lnTo>
                    <a:lnTo>
                      <a:pt x="559" y="1784"/>
                    </a:lnTo>
                    <a:lnTo>
                      <a:pt x="557" y="1783"/>
                    </a:lnTo>
                    <a:lnTo>
                      <a:pt x="557" y="1781"/>
                    </a:lnTo>
                    <a:lnTo>
                      <a:pt x="559" y="1779"/>
                    </a:lnTo>
                    <a:lnTo>
                      <a:pt x="561" y="1778"/>
                    </a:lnTo>
                    <a:lnTo>
                      <a:pt x="562" y="1778"/>
                    </a:lnTo>
                    <a:lnTo>
                      <a:pt x="566" y="1781"/>
                    </a:lnTo>
                    <a:lnTo>
                      <a:pt x="569" y="1779"/>
                    </a:lnTo>
                    <a:lnTo>
                      <a:pt x="571" y="1779"/>
                    </a:lnTo>
                    <a:lnTo>
                      <a:pt x="573" y="1779"/>
                    </a:lnTo>
                    <a:lnTo>
                      <a:pt x="573" y="1779"/>
                    </a:lnTo>
                    <a:lnTo>
                      <a:pt x="571" y="1778"/>
                    </a:lnTo>
                    <a:lnTo>
                      <a:pt x="569" y="1778"/>
                    </a:lnTo>
                    <a:lnTo>
                      <a:pt x="568" y="1776"/>
                    </a:lnTo>
                    <a:lnTo>
                      <a:pt x="566" y="1774"/>
                    </a:lnTo>
                    <a:lnTo>
                      <a:pt x="566" y="1772"/>
                    </a:lnTo>
                    <a:lnTo>
                      <a:pt x="566" y="1771"/>
                    </a:lnTo>
                    <a:lnTo>
                      <a:pt x="568" y="1767"/>
                    </a:lnTo>
                    <a:lnTo>
                      <a:pt x="568" y="1766"/>
                    </a:lnTo>
                    <a:lnTo>
                      <a:pt x="571" y="1764"/>
                    </a:lnTo>
                    <a:lnTo>
                      <a:pt x="571" y="1764"/>
                    </a:lnTo>
                    <a:lnTo>
                      <a:pt x="574" y="1757"/>
                    </a:lnTo>
                    <a:lnTo>
                      <a:pt x="576" y="1757"/>
                    </a:lnTo>
                    <a:lnTo>
                      <a:pt x="578" y="1757"/>
                    </a:lnTo>
                    <a:lnTo>
                      <a:pt x="578" y="1755"/>
                    </a:lnTo>
                    <a:lnTo>
                      <a:pt x="579" y="1755"/>
                    </a:lnTo>
                    <a:lnTo>
                      <a:pt x="578" y="1754"/>
                    </a:lnTo>
                    <a:lnTo>
                      <a:pt x="579" y="1752"/>
                    </a:lnTo>
                    <a:lnTo>
                      <a:pt x="586" y="1750"/>
                    </a:lnTo>
                    <a:lnTo>
                      <a:pt x="588" y="1750"/>
                    </a:lnTo>
                    <a:lnTo>
                      <a:pt x="593" y="1745"/>
                    </a:lnTo>
                    <a:lnTo>
                      <a:pt x="595" y="1744"/>
                    </a:lnTo>
                    <a:lnTo>
                      <a:pt x="600" y="1742"/>
                    </a:lnTo>
                    <a:lnTo>
                      <a:pt x="603" y="1742"/>
                    </a:lnTo>
                    <a:lnTo>
                      <a:pt x="605" y="1742"/>
                    </a:lnTo>
                    <a:lnTo>
                      <a:pt x="607" y="1742"/>
                    </a:lnTo>
                    <a:lnTo>
                      <a:pt x="608" y="1740"/>
                    </a:lnTo>
                    <a:lnTo>
                      <a:pt x="610" y="1740"/>
                    </a:lnTo>
                    <a:lnTo>
                      <a:pt x="612" y="1738"/>
                    </a:lnTo>
                    <a:lnTo>
                      <a:pt x="613" y="1738"/>
                    </a:lnTo>
                    <a:lnTo>
                      <a:pt x="615" y="1738"/>
                    </a:lnTo>
                    <a:lnTo>
                      <a:pt x="617" y="1740"/>
                    </a:lnTo>
                    <a:lnTo>
                      <a:pt x="619" y="1740"/>
                    </a:lnTo>
                    <a:lnTo>
                      <a:pt x="620" y="1742"/>
                    </a:lnTo>
                    <a:lnTo>
                      <a:pt x="622" y="1742"/>
                    </a:lnTo>
                    <a:lnTo>
                      <a:pt x="625" y="1740"/>
                    </a:lnTo>
                    <a:lnTo>
                      <a:pt x="627" y="1740"/>
                    </a:lnTo>
                    <a:lnTo>
                      <a:pt x="635" y="1740"/>
                    </a:lnTo>
                    <a:lnTo>
                      <a:pt x="644" y="1742"/>
                    </a:lnTo>
                    <a:lnTo>
                      <a:pt x="646" y="1744"/>
                    </a:lnTo>
                    <a:lnTo>
                      <a:pt x="647" y="1744"/>
                    </a:lnTo>
                    <a:lnTo>
                      <a:pt x="656" y="1740"/>
                    </a:lnTo>
                    <a:lnTo>
                      <a:pt x="658" y="1738"/>
                    </a:lnTo>
                    <a:lnTo>
                      <a:pt x="658" y="1738"/>
                    </a:lnTo>
                    <a:lnTo>
                      <a:pt x="658" y="1738"/>
                    </a:lnTo>
                    <a:lnTo>
                      <a:pt x="658" y="1737"/>
                    </a:lnTo>
                    <a:lnTo>
                      <a:pt x="659" y="1737"/>
                    </a:lnTo>
                    <a:lnTo>
                      <a:pt x="659" y="1737"/>
                    </a:lnTo>
                    <a:lnTo>
                      <a:pt x="661" y="1737"/>
                    </a:lnTo>
                    <a:lnTo>
                      <a:pt x="676" y="1737"/>
                    </a:lnTo>
                    <a:lnTo>
                      <a:pt x="678" y="1735"/>
                    </a:lnTo>
                    <a:lnTo>
                      <a:pt x="680" y="1735"/>
                    </a:lnTo>
                    <a:lnTo>
                      <a:pt x="681" y="1735"/>
                    </a:lnTo>
                    <a:lnTo>
                      <a:pt x="683" y="1733"/>
                    </a:lnTo>
                    <a:lnTo>
                      <a:pt x="686" y="1733"/>
                    </a:lnTo>
                    <a:lnTo>
                      <a:pt x="690" y="1733"/>
                    </a:lnTo>
                    <a:lnTo>
                      <a:pt x="693" y="1733"/>
                    </a:lnTo>
                    <a:lnTo>
                      <a:pt x="695" y="1735"/>
                    </a:lnTo>
                    <a:lnTo>
                      <a:pt x="695" y="1733"/>
                    </a:lnTo>
                    <a:lnTo>
                      <a:pt x="697" y="1733"/>
                    </a:lnTo>
                    <a:lnTo>
                      <a:pt x="698" y="1733"/>
                    </a:lnTo>
                    <a:lnTo>
                      <a:pt x="700" y="1733"/>
                    </a:lnTo>
                    <a:lnTo>
                      <a:pt x="703" y="1732"/>
                    </a:lnTo>
                    <a:lnTo>
                      <a:pt x="705" y="1732"/>
                    </a:lnTo>
                    <a:lnTo>
                      <a:pt x="707" y="1732"/>
                    </a:lnTo>
                    <a:lnTo>
                      <a:pt x="709" y="1733"/>
                    </a:lnTo>
                    <a:lnTo>
                      <a:pt x="710" y="1733"/>
                    </a:lnTo>
                    <a:lnTo>
                      <a:pt x="712" y="1733"/>
                    </a:lnTo>
                    <a:lnTo>
                      <a:pt x="712" y="1733"/>
                    </a:lnTo>
                    <a:lnTo>
                      <a:pt x="715" y="1732"/>
                    </a:lnTo>
                    <a:lnTo>
                      <a:pt x="717" y="1732"/>
                    </a:lnTo>
                    <a:lnTo>
                      <a:pt x="722" y="1732"/>
                    </a:lnTo>
                    <a:lnTo>
                      <a:pt x="724" y="1730"/>
                    </a:lnTo>
                    <a:lnTo>
                      <a:pt x="725" y="1730"/>
                    </a:lnTo>
                    <a:lnTo>
                      <a:pt x="741" y="1730"/>
                    </a:lnTo>
                    <a:lnTo>
                      <a:pt x="742" y="1730"/>
                    </a:lnTo>
                    <a:lnTo>
                      <a:pt x="742" y="1730"/>
                    </a:lnTo>
                    <a:lnTo>
                      <a:pt x="744" y="1730"/>
                    </a:lnTo>
                    <a:lnTo>
                      <a:pt x="748" y="1732"/>
                    </a:lnTo>
                    <a:lnTo>
                      <a:pt x="748" y="1732"/>
                    </a:lnTo>
                    <a:lnTo>
                      <a:pt x="749" y="1732"/>
                    </a:lnTo>
                    <a:lnTo>
                      <a:pt x="751" y="1733"/>
                    </a:lnTo>
                    <a:lnTo>
                      <a:pt x="751" y="1735"/>
                    </a:lnTo>
                    <a:lnTo>
                      <a:pt x="753" y="1735"/>
                    </a:lnTo>
                    <a:lnTo>
                      <a:pt x="754" y="1735"/>
                    </a:lnTo>
                    <a:lnTo>
                      <a:pt x="754" y="1733"/>
                    </a:lnTo>
                    <a:lnTo>
                      <a:pt x="756" y="1733"/>
                    </a:lnTo>
                    <a:lnTo>
                      <a:pt x="756" y="1733"/>
                    </a:lnTo>
                    <a:lnTo>
                      <a:pt x="758" y="1733"/>
                    </a:lnTo>
                    <a:lnTo>
                      <a:pt x="759" y="1733"/>
                    </a:lnTo>
                    <a:lnTo>
                      <a:pt x="759" y="1733"/>
                    </a:lnTo>
                    <a:lnTo>
                      <a:pt x="761" y="1733"/>
                    </a:lnTo>
                    <a:lnTo>
                      <a:pt x="765" y="1737"/>
                    </a:lnTo>
                    <a:lnTo>
                      <a:pt x="766" y="1737"/>
                    </a:lnTo>
                    <a:lnTo>
                      <a:pt x="768" y="1737"/>
                    </a:lnTo>
                    <a:lnTo>
                      <a:pt x="770" y="1735"/>
                    </a:lnTo>
                    <a:lnTo>
                      <a:pt x="771" y="1735"/>
                    </a:lnTo>
                    <a:lnTo>
                      <a:pt x="773" y="1735"/>
                    </a:lnTo>
                    <a:lnTo>
                      <a:pt x="776" y="1732"/>
                    </a:lnTo>
                    <a:lnTo>
                      <a:pt x="778" y="1730"/>
                    </a:lnTo>
                    <a:lnTo>
                      <a:pt x="782" y="1730"/>
                    </a:lnTo>
                    <a:lnTo>
                      <a:pt x="783" y="1730"/>
                    </a:lnTo>
                    <a:lnTo>
                      <a:pt x="783" y="1730"/>
                    </a:lnTo>
                    <a:lnTo>
                      <a:pt x="785" y="1730"/>
                    </a:lnTo>
                    <a:lnTo>
                      <a:pt x="787" y="1733"/>
                    </a:lnTo>
                    <a:lnTo>
                      <a:pt x="788" y="1735"/>
                    </a:lnTo>
                    <a:lnTo>
                      <a:pt x="790" y="1735"/>
                    </a:lnTo>
                    <a:lnTo>
                      <a:pt x="790" y="1737"/>
                    </a:lnTo>
                    <a:lnTo>
                      <a:pt x="790" y="1738"/>
                    </a:lnTo>
                    <a:lnTo>
                      <a:pt x="793" y="1742"/>
                    </a:lnTo>
                    <a:lnTo>
                      <a:pt x="792" y="1744"/>
                    </a:lnTo>
                    <a:lnTo>
                      <a:pt x="790" y="1745"/>
                    </a:lnTo>
                    <a:lnTo>
                      <a:pt x="790" y="1747"/>
                    </a:lnTo>
                    <a:lnTo>
                      <a:pt x="792" y="1747"/>
                    </a:lnTo>
                    <a:lnTo>
                      <a:pt x="800" y="1747"/>
                    </a:lnTo>
                    <a:lnTo>
                      <a:pt x="800" y="1747"/>
                    </a:lnTo>
                    <a:lnTo>
                      <a:pt x="800" y="1745"/>
                    </a:lnTo>
                    <a:lnTo>
                      <a:pt x="802" y="1745"/>
                    </a:lnTo>
                    <a:lnTo>
                      <a:pt x="802" y="1745"/>
                    </a:lnTo>
                    <a:lnTo>
                      <a:pt x="802" y="1745"/>
                    </a:lnTo>
                    <a:lnTo>
                      <a:pt x="804" y="1747"/>
                    </a:lnTo>
                    <a:lnTo>
                      <a:pt x="805" y="1747"/>
                    </a:lnTo>
                    <a:lnTo>
                      <a:pt x="807" y="1745"/>
                    </a:lnTo>
                    <a:lnTo>
                      <a:pt x="807" y="1744"/>
                    </a:lnTo>
                    <a:lnTo>
                      <a:pt x="807" y="1742"/>
                    </a:lnTo>
                    <a:lnTo>
                      <a:pt x="807" y="1740"/>
                    </a:lnTo>
                    <a:lnTo>
                      <a:pt x="810" y="1738"/>
                    </a:lnTo>
                    <a:lnTo>
                      <a:pt x="814" y="1738"/>
                    </a:lnTo>
                    <a:lnTo>
                      <a:pt x="817" y="1738"/>
                    </a:lnTo>
                    <a:lnTo>
                      <a:pt x="826" y="1740"/>
                    </a:lnTo>
                    <a:lnTo>
                      <a:pt x="827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31" y="1740"/>
                    </a:lnTo>
                    <a:lnTo>
                      <a:pt x="832" y="1742"/>
                    </a:lnTo>
                    <a:lnTo>
                      <a:pt x="832" y="1742"/>
                    </a:lnTo>
                    <a:lnTo>
                      <a:pt x="834" y="1740"/>
                    </a:lnTo>
                    <a:lnTo>
                      <a:pt x="834" y="1738"/>
                    </a:lnTo>
                    <a:lnTo>
                      <a:pt x="832" y="1738"/>
                    </a:lnTo>
                    <a:lnTo>
                      <a:pt x="836" y="1737"/>
                    </a:lnTo>
                    <a:lnTo>
                      <a:pt x="839" y="1737"/>
                    </a:lnTo>
                    <a:lnTo>
                      <a:pt x="846" y="1737"/>
                    </a:lnTo>
                    <a:lnTo>
                      <a:pt x="849" y="1735"/>
                    </a:lnTo>
                    <a:lnTo>
                      <a:pt x="851" y="1735"/>
                    </a:lnTo>
                    <a:lnTo>
                      <a:pt x="851" y="1735"/>
                    </a:lnTo>
                    <a:lnTo>
                      <a:pt x="853" y="1737"/>
                    </a:lnTo>
                    <a:lnTo>
                      <a:pt x="855" y="1737"/>
                    </a:lnTo>
                    <a:lnTo>
                      <a:pt x="856" y="1737"/>
                    </a:lnTo>
                    <a:lnTo>
                      <a:pt x="860" y="1737"/>
                    </a:lnTo>
                    <a:lnTo>
                      <a:pt x="866" y="1735"/>
                    </a:lnTo>
                    <a:lnTo>
                      <a:pt x="870" y="1733"/>
                    </a:lnTo>
                    <a:lnTo>
                      <a:pt x="870" y="1733"/>
                    </a:lnTo>
                    <a:lnTo>
                      <a:pt x="872" y="1733"/>
                    </a:lnTo>
                    <a:lnTo>
                      <a:pt x="873" y="1733"/>
                    </a:lnTo>
                    <a:lnTo>
                      <a:pt x="877" y="1735"/>
                    </a:lnTo>
                    <a:lnTo>
                      <a:pt x="880" y="1737"/>
                    </a:lnTo>
                    <a:lnTo>
                      <a:pt x="882" y="1740"/>
                    </a:lnTo>
                    <a:lnTo>
                      <a:pt x="882" y="1745"/>
                    </a:lnTo>
                    <a:lnTo>
                      <a:pt x="883" y="1747"/>
                    </a:lnTo>
                    <a:lnTo>
                      <a:pt x="885" y="1745"/>
                    </a:lnTo>
                    <a:lnTo>
                      <a:pt x="887" y="1745"/>
                    </a:lnTo>
                    <a:lnTo>
                      <a:pt x="887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90" y="1745"/>
                    </a:lnTo>
                    <a:lnTo>
                      <a:pt x="892" y="1744"/>
                    </a:lnTo>
                    <a:lnTo>
                      <a:pt x="897" y="1740"/>
                    </a:lnTo>
                    <a:lnTo>
                      <a:pt x="899" y="1737"/>
                    </a:lnTo>
                    <a:lnTo>
                      <a:pt x="902" y="1737"/>
                    </a:lnTo>
                    <a:lnTo>
                      <a:pt x="909" y="1737"/>
                    </a:lnTo>
                    <a:lnTo>
                      <a:pt x="911" y="1737"/>
                    </a:lnTo>
                    <a:lnTo>
                      <a:pt x="911" y="1738"/>
                    </a:lnTo>
                    <a:lnTo>
                      <a:pt x="912" y="1740"/>
                    </a:lnTo>
                    <a:lnTo>
                      <a:pt x="914" y="1740"/>
                    </a:lnTo>
                    <a:lnTo>
                      <a:pt x="916" y="1740"/>
                    </a:lnTo>
                    <a:lnTo>
                      <a:pt x="919" y="1735"/>
                    </a:lnTo>
                    <a:lnTo>
                      <a:pt x="919" y="1735"/>
                    </a:lnTo>
                    <a:lnTo>
                      <a:pt x="922" y="1735"/>
                    </a:lnTo>
                    <a:lnTo>
                      <a:pt x="922" y="1735"/>
                    </a:lnTo>
                    <a:lnTo>
                      <a:pt x="924" y="1735"/>
                    </a:lnTo>
                    <a:lnTo>
                      <a:pt x="924" y="1733"/>
                    </a:lnTo>
                    <a:lnTo>
                      <a:pt x="926" y="1732"/>
                    </a:lnTo>
                    <a:lnTo>
                      <a:pt x="928" y="1732"/>
                    </a:lnTo>
                    <a:lnTo>
                      <a:pt x="931" y="1730"/>
                    </a:lnTo>
                    <a:lnTo>
                      <a:pt x="933" y="1728"/>
                    </a:lnTo>
                    <a:lnTo>
                      <a:pt x="933" y="1728"/>
                    </a:lnTo>
                    <a:lnTo>
                      <a:pt x="933" y="1727"/>
                    </a:lnTo>
                    <a:lnTo>
                      <a:pt x="933" y="1727"/>
                    </a:lnTo>
                    <a:lnTo>
                      <a:pt x="933" y="1725"/>
                    </a:lnTo>
                    <a:lnTo>
                      <a:pt x="933" y="1725"/>
                    </a:lnTo>
                    <a:lnTo>
                      <a:pt x="934" y="1723"/>
                    </a:lnTo>
                    <a:lnTo>
                      <a:pt x="934" y="1721"/>
                    </a:lnTo>
                    <a:lnTo>
                      <a:pt x="939" y="1716"/>
                    </a:lnTo>
                    <a:lnTo>
                      <a:pt x="943" y="1715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1"/>
                    </a:lnTo>
                    <a:lnTo>
                      <a:pt x="946" y="1710"/>
                    </a:lnTo>
                    <a:lnTo>
                      <a:pt x="948" y="1710"/>
                    </a:lnTo>
                    <a:lnTo>
                      <a:pt x="950" y="1710"/>
                    </a:lnTo>
                    <a:lnTo>
                      <a:pt x="951" y="1708"/>
                    </a:lnTo>
                    <a:lnTo>
                      <a:pt x="953" y="1706"/>
                    </a:lnTo>
                    <a:lnTo>
                      <a:pt x="953" y="1703"/>
                    </a:lnTo>
                    <a:lnTo>
                      <a:pt x="953" y="1701"/>
                    </a:lnTo>
                    <a:lnTo>
                      <a:pt x="955" y="1696"/>
                    </a:lnTo>
                    <a:lnTo>
                      <a:pt x="955" y="1694"/>
                    </a:lnTo>
                    <a:lnTo>
                      <a:pt x="956" y="1693"/>
                    </a:lnTo>
                    <a:lnTo>
                      <a:pt x="956" y="1693"/>
                    </a:lnTo>
                    <a:lnTo>
                      <a:pt x="956" y="1691"/>
                    </a:lnTo>
                    <a:lnTo>
                      <a:pt x="956" y="1691"/>
                    </a:lnTo>
                    <a:lnTo>
                      <a:pt x="956" y="1689"/>
                    </a:lnTo>
                    <a:lnTo>
                      <a:pt x="960" y="1684"/>
                    </a:lnTo>
                    <a:lnTo>
                      <a:pt x="962" y="1682"/>
                    </a:lnTo>
                    <a:lnTo>
                      <a:pt x="962" y="1681"/>
                    </a:lnTo>
                    <a:lnTo>
                      <a:pt x="962" y="1679"/>
                    </a:lnTo>
                    <a:lnTo>
                      <a:pt x="963" y="1676"/>
                    </a:lnTo>
                    <a:lnTo>
                      <a:pt x="963" y="1672"/>
                    </a:lnTo>
                    <a:lnTo>
                      <a:pt x="965" y="1671"/>
                    </a:lnTo>
                    <a:lnTo>
                      <a:pt x="970" y="1665"/>
                    </a:lnTo>
                    <a:lnTo>
                      <a:pt x="973" y="1662"/>
                    </a:lnTo>
                    <a:lnTo>
                      <a:pt x="975" y="1662"/>
                    </a:lnTo>
                    <a:lnTo>
                      <a:pt x="977" y="1660"/>
                    </a:lnTo>
                    <a:lnTo>
                      <a:pt x="978" y="1660"/>
                    </a:lnTo>
                    <a:lnTo>
                      <a:pt x="982" y="1657"/>
                    </a:lnTo>
                    <a:lnTo>
                      <a:pt x="984" y="1657"/>
                    </a:lnTo>
                    <a:lnTo>
                      <a:pt x="987" y="1655"/>
                    </a:lnTo>
                    <a:lnTo>
                      <a:pt x="1001" y="1654"/>
                    </a:lnTo>
                    <a:lnTo>
                      <a:pt x="1018" y="1652"/>
                    </a:lnTo>
                    <a:lnTo>
                      <a:pt x="1019" y="1650"/>
                    </a:lnTo>
                    <a:lnTo>
                      <a:pt x="1028" y="1647"/>
                    </a:lnTo>
                    <a:lnTo>
                      <a:pt x="1031" y="1645"/>
                    </a:lnTo>
                    <a:lnTo>
                      <a:pt x="1041" y="1637"/>
                    </a:lnTo>
                    <a:lnTo>
                      <a:pt x="1043" y="1637"/>
                    </a:lnTo>
                    <a:lnTo>
                      <a:pt x="1045" y="1637"/>
                    </a:lnTo>
                    <a:lnTo>
                      <a:pt x="1050" y="1635"/>
                    </a:lnTo>
                    <a:lnTo>
                      <a:pt x="1063" y="1626"/>
                    </a:lnTo>
                    <a:lnTo>
                      <a:pt x="1070" y="1625"/>
                    </a:lnTo>
                    <a:lnTo>
                      <a:pt x="1084" y="1621"/>
                    </a:lnTo>
                    <a:lnTo>
                      <a:pt x="1087" y="1620"/>
                    </a:lnTo>
                    <a:lnTo>
                      <a:pt x="1099" y="1611"/>
                    </a:lnTo>
                    <a:lnTo>
                      <a:pt x="1111" y="1603"/>
                    </a:lnTo>
                    <a:lnTo>
                      <a:pt x="1114" y="1601"/>
                    </a:lnTo>
                    <a:lnTo>
                      <a:pt x="1121" y="1598"/>
                    </a:lnTo>
                    <a:lnTo>
                      <a:pt x="1125" y="1596"/>
                    </a:lnTo>
                    <a:lnTo>
                      <a:pt x="1128" y="1598"/>
                    </a:lnTo>
                    <a:lnTo>
                      <a:pt x="1135" y="1598"/>
                    </a:lnTo>
                    <a:lnTo>
                      <a:pt x="1136" y="1598"/>
                    </a:lnTo>
                    <a:lnTo>
                      <a:pt x="1138" y="1596"/>
                    </a:lnTo>
                    <a:lnTo>
                      <a:pt x="1138" y="1594"/>
                    </a:lnTo>
                    <a:lnTo>
                      <a:pt x="1140" y="1594"/>
                    </a:lnTo>
                    <a:lnTo>
                      <a:pt x="1143" y="1594"/>
                    </a:lnTo>
                    <a:lnTo>
                      <a:pt x="1143" y="1592"/>
                    </a:lnTo>
                    <a:lnTo>
                      <a:pt x="1145" y="1594"/>
                    </a:lnTo>
                    <a:lnTo>
                      <a:pt x="1150" y="1594"/>
                    </a:lnTo>
                    <a:lnTo>
                      <a:pt x="1152" y="1596"/>
                    </a:lnTo>
                    <a:lnTo>
                      <a:pt x="1160" y="1598"/>
                    </a:lnTo>
                    <a:lnTo>
                      <a:pt x="1186" y="1601"/>
                    </a:lnTo>
                    <a:lnTo>
                      <a:pt x="1194" y="1599"/>
                    </a:lnTo>
                    <a:lnTo>
                      <a:pt x="1196" y="1599"/>
                    </a:lnTo>
                    <a:lnTo>
                      <a:pt x="1199" y="1599"/>
                    </a:lnTo>
                    <a:lnTo>
                      <a:pt x="1208" y="1599"/>
                    </a:lnTo>
                    <a:lnTo>
                      <a:pt x="1218" y="1599"/>
                    </a:lnTo>
                    <a:lnTo>
                      <a:pt x="1221" y="1599"/>
                    </a:lnTo>
                    <a:lnTo>
                      <a:pt x="1221" y="1599"/>
                    </a:lnTo>
                    <a:lnTo>
                      <a:pt x="1223" y="1599"/>
                    </a:lnTo>
                    <a:lnTo>
                      <a:pt x="1238" y="1598"/>
                    </a:lnTo>
                    <a:lnTo>
                      <a:pt x="1260" y="1591"/>
                    </a:lnTo>
                    <a:lnTo>
                      <a:pt x="1260" y="1591"/>
                    </a:lnTo>
                    <a:lnTo>
                      <a:pt x="1262" y="1589"/>
                    </a:lnTo>
                    <a:lnTo>
                      <a:pt x="1262" y="1589"/>
                    </a:lnTo>
                    <a:lnTo>
                      <a:pt x="1264" y="1589"/>
                    </a:lnTo>
                    <a:lnTo>
                      <a:pt x="1281" y="1584"/>
                    </a:lnTo>
                    <a:lnTo>
                      <a:pt x="1301" y="1581"/>
                    </a:lnTo>
                    <a:lnTo>
                      <a:pt x="1320" y="1575"/>
                    </a:lnTo>
                    <a:lnTo>
                      <a:pt x="1357" y="1560"/>
                    </a:lnTo>
                    <a:lnTo>
                      <a:pt x="1362" y="1557"/>
                    </a:lnTo>
                    <a:lnTo>
                      <a:pt x="1366" y="1555"/>
                    </a:lnTo>
                    <a:lnTo>
                      <a:pt x="1367" y="1553"/>
                    </a:lnTo>
                    <a:lnTo>
                      <a:pt x="1381" y="1548"/>
                    </a:lnTo>
                    <a:lnTo>
                      <a:pt x="1386" y="1547"/>
                    </a:lnTo>
                    <a:lnTo>
                      <a:pt x="1386" y="1547"/>
                    </a:lnTo>
                    <a:lnTo>
                      <a:pt x="1386" y="214"/>
                    </a:lnTo>
                    <a:lnTo>
                      <a:pt x="1384" y="215"/>
                    </a:lnTo>
                    <a:lnTo>
                      <a:pt x="1383" y="215"/>
                    </a:lnTo>
                    <a:lnTo>
                      <a:pt x="1383" y="215"/>
                    </a:lnTo>
                    <a:lnTo>
                      <a:pt x="1381" y="217"/>
                    </a:lnTo>
                    <a:lnTo>
                      <a:pt x="1381" y="217"/>
                    </a:lnTo>
                    <a:lnTo>
                      <a:pt x="1381" y="215"/>
                    </a:lnTo>
                    <a:lnTo>
                      <a:pt x="1379" y="215"/>
                    </a:lnTo>
                    <a:lnTo>
                      <a:pt x="1379" y="217"/>
                    </a:lnTo>
                    <a:lnTo>
                      <a:pt x="1379" y="217"/>
                    </a:lnTo>
                    <a:lnTo>
                      <a:pt x="1381" y="219"/>
                    </a:lnTo>
                    <a:lnTo>
                      <a:pt x="1383" y="219"/>
                    </a:lnTo>
                    <a:lnTo>
                      <a:pt x="1383" y="219"/>
                    </a:lnTo>
                    <a:lnTo>
                      <a:pt x="1381" y="220"/>
                    </a:lnTo>
                    <a:lnTo>
                      <a:pt x="1383" y="220"/>
                    </a:lnTo>
                    <a:lnTo>
                      <a:pt x="1383" y="220"/>
                    </a:lnTo>
                    <a:lnTo>
                      <a:pt x="1384" y="220"/>
                    </a:lnTo>
                    <a:lnTo>
                      <a:pt x="1384" y="222"/>
                    </a:lnTo>
                    <a:lnTo>
                      <a:pt x="1384" y="222"/>
                    </a:lnTo>
                    <a:lnTo>
                      <a:pt x="1381" y="224"/>
                    </a:lnTo>
                    <a:lnTo>
                      <a:pt x="1381" y="224"/>
                    </a:lnTo>
                    <a:lnTo>
                      <a:pt x="1379" y="224"/>
                    </a:lnTo>
                    <a:lnTo>
                      <a:pt x="1379" y="224"/>
                    </a:lnTo>
                    <a:lnTo>
                      <a:pt x="1379" y="225"/>
                    </a:lnTo>
                    <a:lnTo>
                      <a:pt x="1383" y="225"/>
                    </a:lnTo>
                    <a:lnTo>
                      <a:pt x="1383" y="227"/>
                    </a:lnTo>
                    <a:lnTo>
                      <a:pt x="1383" y="227"/>
                    </a:lnTo>
                    <a:lnTo>
                      <a:pt x="1379" y="227"/>
                    </a:lnTo>
                    <a:lnTo>
                      <a:pt x="1378" y="227"/>
                    </a:lnTo>
                    <a:lnTo>
                      <a:pt x="1378" y="229"/>
                    </a:lnTo>
                    <a:lnTo>
                      <a:pt x="1378" y="229"/>
                    </a:lnTo>
                    <a:lnTo>
                      <a:pt x="1379" y="231"/>
                    </a:lnTo>
                    <a:lnTo>
                      <a:pt x="1379" y="231"/>
                    </a:lnTo>
                    <a:lnTo>
                      <a:pt x="1378" y="232"/>
                    </a:lnTo>
                    <a:lnTo>
                      <a:pt x="1378" y="232"/>
                    </a:lnTo>
                    <a:lnTo>
                      <a:pt x="1378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4"/>
                    </a:lnTo>
                    <a:lnTo>
                      <a:pt x="1374" y="234"/>
                    </a:lnTo>
                    <a:lnTo>
                      <a:pt x="1374" y="234"/>
                    </a:lnTo>
                    <a:lnTo>
                      <a:pt x="1374" y="232"/>
                    </a:lnTo>
                    <a:lnTo>
                      <a:pt x="1374" y="231"/>
                    </a:lnTo>
                    <a:lnTo>
                      <a:pt x="1374" y="231"/>
                    </a:lnTo>
                    <a:lnTo>
                      <a:pt x="1374" y="231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1" y="231"/>
                    </a:lnTo>
                    <a:lnTo>
                      <a:pt x="1371" y="231"/>
                    </a:lnTo>
                    <a:lnTo>
                      <a:pt x="1369" y="232"/>
                    </a:lnTo>
                    <a:lnTo>
                      <a:pt x="1369" y="234"/>
                    </a:lnTo>
                    <a:lnTo>
                      <a:pt x="1369" y="234"/>
                    </a:lnTo>
                    <a:lnTo>
                      <a:pt x="1369" y="236"/>
                    </a:lnTo>
                    <a:lnTo>
                      <a:pt x="1367" y="237"/>
                    </a:lnTo>
                    <a:lnTo>
                      <a:pt x="1369" y="237"/>
                    </a:lnTo>
                    <a:lnTo>
                      <a:pt x="1369" y="239"/>
                    </a:lnTo>
                    <a:lnTo>
                      <a:pt x="1369" y="239"/>
                    </a:lnTo>
                    <a:lnTo>
                      <a:pt x="1369" y="239"/>
                    </a:lnTo>
                    <a:lnTo>
                      <a:pt x="1369" y="241"/>
                    </a:lnTo>
                    <a:lnTo>
                      <a:pt x="1367" y="241"/>
                    </a:lnTo>
                    <a:lnTo>
                      <a:pt x="1367" y="241"/>
                    </a:lnTo>
                    <a:lnTo>
                      <a:pt x="1367" y="242"/>
                    </a:lnTo>
                    <a:lnTo>
                      <a:pt x="1367" y="242"/>
                    </a:lnTo>
                    <a:lnTo>
                      <a:pt x="1367" y="242"/>
                    </a:lnTo>
                    <a:lnTo>
                      <a:pt x="1369" y="242"/>
                    </a:lnTo>
                    <a:lnTo>
                      <a:pt x="1369" y="244"/>
                    </a:lnTo>
                    <a:lnTo>
                      <a:pt x="1371" y="244"/>
                    </a:lnTo>
                    <a:lnTo>
                      <a:pt x="1371" y="244"/>
                    </a:lnTo>
                    <a:lnTo>
                      <a:pt x="1371" y="246"/>
                    </a:lnTo>
                    <a:lnTo>
                      <a:pt x="1369" y="246"/>
                    </a:lnTo>
                    <a:lnTo>
                      <a:pt x="1367" y="246"/>
                    </a:lnTo>
                    <a:lnTo>
                      <a:pt x="1367" y="246"/>
                    </a:lnTo>
                    <a:lnTo>
                      <a:pt x="1366" y="248"/>
                    </a:lnTo>
                    <a:lnTo>
                      <a:pt x="1367" y="249"/>
                    </a:lnTo>
                    <a:lnTo>
                      <a:pt x="1367" y="249"/>
                    </a:lnTo>
                    <a:lnTo>
                      <a:pt x="1369" y="251"/>
                    </a:lnTo>
                    <a:lnTo>
                      <a:pt x="1371" y="251"/>
                    </a:lnTo>
                    <a:lnTo>
                      <a:pt x="1369" y="253"/>
                    </a:lnTo>
                    <a:lnTo>
                      <a:pt x="1369" y="253"/>
                    </a:lnTo>
                    <a:lnTo>
                      <a:pt x="1367" y="253"/>
                    </a:lnTo>
                    <a:lnTo>
                      <a:pt x="1367" y="254"/>
                    </a:lnTo>
                    <a:lnTo>
                      <a:pt x="1367" y="254"/>
                    </a:lnTo>
                    <a:lnTo>
                      <a:pt x="1367" y="256"/>
                    </a:lnTo>
                    <a:lnTo>
                      <a:pt x="1367" y="258"/>
                    </a:lnTo>
                    <a:lnTo>
                      <a:pt x="1367" y="258"/>
                    </a:lnTo>
                    <a:lnTo>
                      <a:pt x="1366" y="259"/>
                    </a:lnTo>
                    <a:lnTo>
                      <a:pt x="1366" y="261"/>
                    </a:lnTo>
                    <a:lnTo>
                      <a:pt x="1366" y="263"/>
                    </a:lnTo>
                    <a:lnTo>
                      <a:pt x="1364" y="263"/>
                    </a:lnTo>
                    <a:lnTo>
                      <a:pt x="1364" y="265"/>
                    </a:lnTo>
                    <a:lnTo>
                      <a:pt x="1364" y="263"/>
                    </a:lnTo>
                    <a:lnTo>
                      <a:pt x="1364" y="263"/>
                    </a:lnTo>
                    <a:lnTo>
                      <a:pt x="1362" y="261"/>
                    </a:lnTo>
                    <a:lnTo>
                      <a:pt x="1362" y="261"/>
                    </a:lnTo>
                    <a:lnTo>
                      <a:pt x="1364" y="259"/>
                    </a:lnTo>
                    <a:lnTo>
                      <a:pt x="1366" y="256"/>
                    </a:lnTo>
                    <a:lnTo>
                      <a:pt x="1366" y="254"/>
                    </a:lnTo>
                    <a:lnTo>
                      <a:pt x="1364" y="253"/>
                    </a:lnTo>
                    <a:lnTo>
                      <a:pt x="1364" y="254"/>
                    </a:lnTo>
                    <a:lnTo>
                      <a:pt x="1362" y="254"/>
                    </a:lnTo>
                    <a:lnTo>
                      <a:pt x="1361" y="254"/>
                    </a:lnTo>
                    <a:lnTo>
                      <a:pt x="1359" y="254"/>
                    </a:lnTo>
                    <a:lnTo>
                      <a:pt x="1361" y="254"/>
                    </a:lnTo>
                    <a:lnTo>
                      <a:pt x="1359" y="254"/>
                    </a:lnTo>
                    <a:lnTo>
                      <a:pt x="1357" y="254"/>
                    </a:lnTo>
                    <a:lnTo>
                      <a:pt x="1355" y="254"/>
                    </a:lnTo>
                    <a:lnTo>
                      <a:pt x="1355" y="254"/>
                    </a:lnTo>
                    <a:lnTo>
                      <a:pt x="1355" y="253"/>
                    </a:lnTo>
                    <a:lnTo>
                      <a:pt x="1355" y="253"/>
                    </a:lnTo>
                    <a:lnTo>
                      <a:pt x="1354" y="253"/>
                    </a:lnTo>
                    <a:lnTo>
                      <a:pt x="1354" y="253"/>
                    </a:lnTo>
                    <a:lnTo>
                      <a:pt x="1354" y="253"/>
                    </a:lnTo>
                    <a:lnTo>
                      <a:pt x="1354" y="251"/>
                    </a:lnTo>
                    <a:lnTo>
                      <a:pt x="1354" y="251"/>
                    </a:lnTo>
                    <a:lnTo>
                      <a:pt x="1354" y="251"/>
                    </a:lnTo>
                    <a:lnTo>
                      <a:pt x="1354" y="249"/>
                    </a:lnTo>
                    <a:lnTo>
                      <a:pt x="1354" y="251"/>
                    </a:lnTo>
                    <a:lnTo>
                      <a:pt x="1352" y="251"/>
                    </a:lnTo>
                    <a:lnTo>
                      <a:pt x="1350" y="253"/>
                    </a:lnTo>
                    <a:lnTo>
                      <a:pt x="1350" y="251"/>
                    </a:lnTo>
                    <a:lnTo>
                      <a:pt x="1350" y="249"/>
                    </a:lnTo>
                    <a:lnTo>
                      <a:pt x="1352" y="249"/>
                    </a:lnTo>
                    <a:lnTo>
                      <a:pt x="1352" y="249"/>
                    </a:lnTo>
                    <a:lnTo>
                      <a:pt x="1352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52" y="248"/>
                    </a:lnTo>
                    <a:lnTo>
                      <a:pt x="1352" y="246"/>
                    </a:lnTo>
                    <a:lnTo>
                      <a:pt x="1354" y="246"/>
                    </a:lnTo>
                    <a:lnTo>
                      <a:pt x="1354" y="244"/>
                    </a:lnTo>
                    <a:lnTo>
                      <a:pt x="1352" y="244"/>
                    </a:lnTo>
                    <a:lnTo>
                      <a:pt x="1352" y="244"/>
                    </a:lnTo>
                    <a:lnTo>
                      <a:pt x="1350" y="244"/>
                    </a:lnTo>
                    <a:lnTo>
                      <a:pt x="1349" y="244"/>
                    </a:lnTo>
                    <a:lnTo>
                      <a:pt x="1349" y="242"/>
                    </a:lnTo>
                    <a:lnTo>
                      <a:pt x="1349" y="242"/>
                    </a:lnTo>
                    <a:lnTo>
                      <a:pt x="1352" y="241"/>
                    </a:lnTo>
                    <a:lnTo>
                      <a:pt x="1352" y="239"/>
                    </a:lnTo>
                    <a:lnTo>
                      <a:pt x="1350" y="239"/>
                    </a:lnTo>
                    <a:lnTo>
                      <a:pt x="1349" y="239"/>
                    </a:lnTo>
                    <a:lnTo>
                      <a:pt x="1345" y="242"/>
                    </a:lnTo>
                    <a:lnTo>
                      <a:pt x="1344" y="242"/>
                    </a:lnTo>
                    <a:lnTo>
                      <a:pt x="1344" y="242"/>
                    </a:lnTo>
                    <a:lnTo>
                      <a:pt x="1344" y="241"/>
                    </a:lnTo>
                    <a:lnTo>
                      <a:pt x="1345" y="239"/>
                    </a:lnTo>
                    <a:lnTo>
                      <a:pt x="1347" y="237"/>
                    </a:lnTo>
                    <a:lnTo>
                      <a:pt x="1347" y="236"/>
                    </a:lnTo>
                    <a:lnTo>
                      <a:pt x="1354" y="227"/>
                    </a:lnTo>
                    <a:lnTo>
                      <a:pt x="1355" y="225"/>
                    </a:lnTo>
                    <a:lnTo>
                      <a:pt x="1355" y="224"/>
                    </a:lnTo>
                    <a:lnTo>
                      <a:pt x="1355" y="222"/>
                    </a:lnTo>
                    <a:lnTo>
                      <a:pt x="1354" y="219"/>
                    </a:lnTo>
                    <a:lnTo>
                      <a:pt x="1352" y="217"/>
                    </a:lnTo>
                    <a:lnTo>
                      <a:pt x="1354" y="217"/>
                    </a:lnTo>
                    <a:lnTo>
                      <a:pt x="1355" y="215"/>
                    </a:lnTo>
                    <a:lnTo>
                      <a:pt x="1357" y="217"/>
                    </a:lnTo>
                    <a:lnTo>
                      <a:pt x="1357" y="215"/>
                    </a:lnTo>
                    <a:lnTo>
                      <a:pt x="1357" y="215"/>
                    </a:lnTo>
                    <a:lnTo>
                      <a:pt x="1357" y="215"/>
                    </a:lnTo>
                    <a:lnTo>
                      <a:pt x="1359" y="215"/>
                    </a:lnTo>
                    <a:lnTo>
                      <a:pt x="1359" y="215"/>
                    </a:lnTo>
                    <a:lnTo>
                      <a:pt x="1361" y="217"/>
                    </a:lnTo>
                    <a:lnTo>
                      <a:pt x="1361" y="217"/>
                    </a:lnTo>
                    <a:lnTo>
                      <a:pt x="1362" y="215"/>
                    </a:lnTo>
                    <a:lnTo>
                      <a:pt x="1361" y="214"/>
                    </a:lnTo>
                    <a:lnTo>
                      <a:pt x="1357" y="210"/>
                    </a:lnTo>
                    <a:lnTo>
                      <a:pt x="1357" y="210"/>
                    </a:lnTo>
                    <a:lnTo>
                      <a:pt x="1355" y="210"/>
                    </a:lnTo>
                    <a:lnTo>
                      <a:pt x="1354" y="210"/>
                    </a:lnTo>
                    <a:lnTo>
                      <a:pt x="1357" y="208"/>
                    </a:lnTo>
                    <a:lnTo>
                      <a:pt x="1357" y="208"/>
                    </a:lnTo>
                    <a:lnTo>
                      <a:pt x="1357" y="207"/>
                    </a:lnTo>
                    <a:lnTo>
                      <a:pt x="1357" y="207"/>
                    </a:lnTo>
                    <a:lnTo>
                      <a:pt x="1359" y="207"/>
                    </a:lnTo>
                    <a:lnTo>
                      <a:pt x="1361" y="208"/>
                    </a:lnTo>
                    <a:lnTo>
                      <a:pt x="1361" y="208"/>
                    </a:lnTo>
                    <a:lnTo>
                      <a:pt x="1362" y="208"/>
                    </a:lnTo>
                    <a:lnTo>
                      <a:pt x="1362" y="207"/>
                    </a:lnTo>
                    <a:lnTo>
                      <a:pt x="1364" y="205"/>
                    </a:lnTo>
                    <a:lnTo>
                      <a:pt x="1364" y="203"/>
                    </a:lnTo>
                    <a:lnTo>
                      <a:pt x="1366" y="202"/>
                    </a:lnTo>
                    <a:lnTo>
                      <a:pt x="1367" y="202"/>
                    </a:lnTo>
                    <a:lnTo>
                      <a:pt x="1369" y="202"/>
                    </a:lnTo>
                    <a:lnTo>
                      <a:pt x="1371" y="202"/>
                    </a:lnTo>
                    <a:lnTo>
                      <a:pt x="1371" y="203"/>
                    </a:lnTo>
                    <a:lnTo>
                      <a:pt x="1369" y="203"/>
                    </a:lnTo>
                    <a:lnTo>
                      <a:pt x="1364" y="207"/>
                    </a:lnTo>
                    <a:lnTo>
                      <a:pt x="1364" y="208"/>
                    </a:lnTo>
                    <a:lnTo>
                      <a:pt x="1362" y="210"/>
                    </a:lnTo>
                    <a:lnTo>
                      <a:pt x="1364" y="210"/>
                    </a:lnTo>
                    <a:lnTo>
                      <a:pt x="1367" y="208"/>
                    </a:lnTo>
                    <a:lnTo>
                      <a:pt x="1369" y="208"/>
                    </a:lnTo>
                    <a:lnTo>
                      <a:pt x="1369" y="208"/>
                    </a:lnTo>
                    <a:lnTo>
                      <a:pt x="1369" y="210"/>
                    </a:lnTo>
                    <a:lnTo>
                      <a:pt x="1367" y="210"/>
                    </a:lnTo>
                    <a:lnTo>
                      <a:pt x="1369" y="208"/>
                    </a:lnTo>
                    <a:lnTo>
                      <a:pt x="1369" y="208"/>
                    </a:lnTo>
                    <a:lnTo>
                      <a:pt x="1369" y="210"/>
                    </a:lnTo>
                    <a:lnTo>
                      <a:pt x="1369" y="210"/>
                    </a:lnTo>
                    <a:lnTo>
                      <a:pt x="1367" y="212"/>
                    </a:lnTo>
                    <a:lnTo>
                      <a:pt x="1369" y="212"/>
                    </a:lnTo>
                    <a:lnTo>
                      <a:pt x="1371" y="212"/>
                    </a:lnTo>
                    <a:lnTo>
                      <a:pt x="1371" y="210"/>
                    </a:lnTo>
                    <a:lnTo>
                      <a:pt x="1372" y="208"/>
                    </a:lnTo>
                    <a:lnTo>
                      <a:pt x="1372" y="208"/>
                    </a:lnTo>
                    <a:lnTo>
                      <a:pt x="1372" y="208"/>
                    </a:lnTo>
                    <a:lnTo>
                      <a:pt x="1372" y="210"/>
                    </a:lnTo>
                    <a:lnTo>
                      <a:pt x="1374" y="210"/>
                    </a:lnTo>
                    <a:lnTo>
                      <a:pt x="1374" y="208"/>
                    </a:lnTo>
                    <a:lnTo>
                      <a:pt x="1376" y="208"/>
                    </a:lnTo>
                    <a:lnTo>
                      <a:pt x="1376" y="207"/>
                    </a:lnTo>
                    <a:lnTo>
                      <a:pt x="1378" y="205"/>
                    </a:lnTo>
                    <a:lnTo>
                      <a:pt x="1379" y="205"/>
                    </a:lnTo>
                    <a:lnTo>
                      <a:pt x="1381" y="205"/>
                    </a:lnTo>
                    <a:lnTo>
                      <a:pt x="1383" y="205"/>
                    </a:lnTo>
                    <a:lnTo>
                      <a:pt x="1386" y="205"/>
                    </a:lnTo>
                    <a:lnTo>
                      <a:pt x="1386" y="98"/>
                    </a:lnTo>
                    <a:lnTo>
                      <a:pt x="1386" y="98"/>
                    </a:lnTo>
                    <a:close/>
                    <a:moveTo>
                      <a:pt x="238" y="1592"/>
                    </a:moveTo>
                    <a:lnTo>
                      <a:pt x="238" y="1594"/>
                    </a:lnTo>
                    <a:lnTo>
                      <a:pt x="240" y="1594"/>
                    </a:lnTo>
                    <a:lnTo>
                      <a:pt x="240" y="1592"/>
                    </a:lnTo>
                    <a:lnTo>
                      <a:pt x="238" y="1587"/>
                    </a:lnTo>
                    <a:lnTo>
                      <a:pt x="238" y="1586"/>
                    </a:lnTo>
                    <a:lnTo>
                      <a:pt x="236" y="1587"/>
                    </a:lnTo>
                    <a:lnTo>
                      <a:pt x="236" y="1589"/>
                    </a:lnTo>
                    <a:lnTo>
                      <a:pt x="236" y="1591"/>
                    </a:lnTo>
                    <a:lnTo>
                      <a:pt x="238" y="1592"/>
                    </a:lnTo>
                    <a:close/>
                    <a:moveTo>
                      <a:pt x="1316" y="118"/>
                    </a:moveTo>
                    <a:lnTo>
                      <a:pt x="1315" y="118"/>
                    </a:lnTo>
                    <a:lnTo>
                      <a:pt x="1315" y="117"/>
                    </a:lnTo>
                    <a:lnTo>
                      <a:pt x="1313" y="117"/>
                    </a:lnTo>
                    <a:lnTo>
                      <a:pt x="1313" y="117"/>
                    </a:lnTo>
                    <a:lnTo>
                      <a:pt x="1313" y="113"/>
                    </a:lnTo>
                    <a:lnTo>
                      <a:pt x="1311" y="112"/>
                    </a:lnTo>
                    <a:lnTo>
                      <a:pt x="1311" y="113"/>
                    </a:lnTo>
                    <a:lnTo>
                      <a:pt x="1311" y="120"/>
                    </a:lnTo>
                    <a:lnTo>
                      <a:pt x="1311" y="120"/>
                    </a:lnTo>
                    <a:lnTo>
                      <a:pt x="1311" y="122"/>
                    </a:lnTo>
                    <a:lnTo>
                      <a:pt x="1313" y="124"/>
                    </a:lnTo>
                    <a:lnTo>
                      <a:pt x="1315" y="124"/>
                    </a:lnTo>
                    <a:lnTo>
                      <a:pt x="1315" y="124"/>
                    </a:lnTo>
                    <a:lnTo>
                      <a:pt x="1316" y="125"/>
                    </a:lnTo>
                    <a:lnTo>
                      <a:pt x="1316" y="125"/>
                    </a:lnTo>
                    <a:lnTo>
                      <a:pt x="1316" y="124"/>
                    </a:lnTo>
                    <a:lnTo>
                      <a:pt x="1316" y="122"/>
                    </a:lnTo>
                    <a:lnTo>
                      <a:pt x="1316" y="120"/>
                    </a:lnTo>
                    <a:lnTo>
                      <a:pt x="1316" y="118"/>
                    </a:lnTo>
                    <a:lnTo>
                      <a:pt x="1316" y="118"/>
                    </a:lnTo>
                    <a:close/>
                    <a:moveTo>
                      <a:pt x="985" y="135"/>
                    </a:moveTo>
                    <a:lnTo>
                      <a:pt x="987" y="137"/>
                    </a:lnTo>
                    <a:lnTo>
                      <a:pt x="989" y="137"/>
                    </a:lnTo>
                    <a:lnTo>
                      <a:pt x="989" y="137"/>
                    </a:lnTo>
                    <a:lnTo>
                      <a:pt x="989" y="135"/>
                    </a:lnTo>
                    <a:lnTo>
                      <a:pt x="989" y="135"/>
                    </a:lnTo>
                    <a:lnTo>
                      <a:pt x="990" y="135"/>
                    </a:lnTo>
                    <a:lnTo>
                      <a:pt x="990" y="135"/>
                    </a:lnTo>
                    <a:lnTo>
                      <a:pt x="992" y="135"/>
                    </a:lnTo>
                    <a:lnTo>
                      <a:pt x="992" y="135"/>
                    </a:lnTo>
                    <a:lnTo>
                      <a:pt x="994" y="135"/>
                    </a:lnTo>
                    <a:lnTo>
                      <a:pt x="992" y="134"/>
                    </a:lnTo>
                    <a:lnTo>
                      <a:pt x="994" y="134"/>
                    </a:lnTo>
                    <a:lnTo>
                      <a:pt x="994" y="132"/>
                    </a:lnTo>
                    <a:lnTo>
                      <a:pt x="995" y="132"/>
                    </a:lnTo>
                    <a:lnTo>
                      <a:pt x="994" y="130"/>
                    </a:lnTo>
                    <a:lnTo>
                      <a:pt x="994" y="130"/>
                    </a:lnTo>
                    <a:lnTo>
                      <a:pt x="992" y="130"/>
                    </a:lnTo>
                    <a:lnTo>
                      <a:pt x="992" y="130"/>
                    </a:lnTo>
                    <a:lnTo>
                      <a:pt x="990" y="132"/>
                    </a:lnTo>
                    <a:lnTo>
                      <a:pt x="989" y="134"/>
                    </a:lnTo>
                    <a:lnTo>
                      <a:pt x="985" y="134"/>
                    </a:lnTo>
                    <a:lnTo>
                      <a:pt x="985" y="135"/>
                    </a:lnTo>
                    <a:lnTo>
                      <a:pt x="985" y="135"/>
                    </a:lnTo>
                    <a:lnTo>
                      <a:pt x="985" y="135"/>
                    </a:lnTo>
                    <a:close/>
                    <a:moveTo>
                      <a:pt x="21" y="1064"/>
                    </a:moveTo>
                    <a:lnTo>
                      <a:pt x="23" y="1066"/>
                    </a:lnTo>
                    <a:lnTo>
                      <a:pt x="24" y="1068"/>
                    </a:lnTo>
                    <a:lnTo>
                      <a:pt x="26" y="1068"/>
                    </a:lnTo>
                    <a:lnTo>
                      <a:pt x="26" y="1068"/>
                    </a:lnTo>
                    <a:lnTo>
                      <a:pt x="28" y="1068"/>
                    </a:lnTo>
                    <a:lnTo>
                      <a:pt x="28" y="1066"/>
                    </a:lnTo>
                    <a:lnTo>
                      <a:pt x="28" y="1064"/>
                    </a:lnTo>
                    <a:lnTo>
                      <a:pt x="28" y="1063"/>
                    </a:lnTo>
                    <a:lnTo>
                      <a:pt x="26" y="1061"/>
                    </a:lnTo>
                    <a:lnTo>
                      <a:pt x="26" y="1059"/>
                    </a:lnTo>
                    <a:lnTo>
                      <a:pt x="26" y="1059"/>
                    </a:lnTo>
                    <a:lnTo>
                      <a:pt x="26" y="1058"/>
                    </a:lnTo>
                    <a:lnTo>
                      <a:pt x="24" y="1056"/>
                    </a:lnTo>
                    <a:lnTo>
                      <a:pt x="24" y="1056"/>
                    </a:lnTo>
                    <a:lnTo>
                      <a:pt x="23" y="1054"/>
                    </a:lnTo>
                    <a:lnTo>
                      <a:pt x="23" y="1052"/>
                    </a:lnTo>
                    <a:lnTo>
                      <a:pt x="21" y="1052"/>
                    </a:lnTo>
                    <a:lnTo>
                      <a:pt x="19" y="1052"/>
                    </a:lnTo>
                    <a:lnTo>
                      <a:pt x="21" y="1052"/>
                    </a:lnTo>
                    <a:lnTo>
                      <a:pt x="21" y="1052"/>
                    </a:lnTo>
                    <a:lnTo>
                      <a:pt x="21" y="1054"/>
                    </a:lnTo>
                    <a:lnTo>
                      <a:pt x="19" y="1054"/>
                    </a:lnTo>
                    <a:lnTo>
                      <a:pt x="19" y="1051"/>
                    </a:lnTo>
                    <a:lnTo>
                      <a:pt x="21" y="1047"/>
                    </a:lnTo>
                    <a:lnTo>
                      <a:pt x="17" y="1046"/>
                    </a:lnTo>
                    <a:lnTo>
                      <a:pt x="17" y="1044"/>
                    </a:lnTo>
                    <a:lnTo>
                      <a:pt x="16" y="1039"/>
                    </a:lnTo>
                    <a:lnTo>
                      <a:pt x="14" y="1035"/>
                    </a:lnTo>
                    <a:lnTo>
                      <a:pt x="12" y="1032"/>
                    </a:lnTo>
                    <a:lnTo>
                      <a:pt x="11" y="1029"/>
                    </a:lnTo>
                    <a:lnTo>
                      <a:pt x="11" y="1025"/>
                    </a:lnTo>
                    <a:lnTo>
                      <a:pt x="7" y="1020"/>
                    </a:lnTo>
                    <a:lnTo>
                      <a:pt x="7" y="1018"/>
                    </a:lnTo>
                    <a:lnTo>
                      <a:pt x="7" y="1015"/>
                    </a:lnTo>
                    <a:lnTo>
                      <a:pt x="7" y="1015"/>
                    </a:lnTo>
                    <a:lnTo>
                      <a:pt x="9" y="1013"/>
                    </a:lnTo>
                    <a:lnTo>
                      <a:pt x="9" y="1013"/>
                    </a:lnTo>
                    <a:lnTo>
                      <a:pt x="9" y="1013"/>
                    </a:lnTo>
                    <a:lnTo>
                      <a:pt x="7" y="1013"/>
                    </a:lnTo>
                    <a:lnTo>
                      <a:pt x="6" y="1013"/>
                    </a:lnTo>
                    <a:lnTo>
                      <a:pt x="6" y="1012"/>
                    </a:lnTo>
                    <a:lnTo>
                      <a:pt x="4" y="1013"/>
                    </a:lnTo>
                    <a:lnTo>
                      <a:pt x="2" y="1013"/>
                    </a:lnTo>
                    <a:lnTo>
                      <a:pt x="2" y="1015"/>
                    </a:lnTo>
                    <a:lnTo>
                      <a:pt x="0" y="1017"/>
                    </a:lnTo>
                    <a:lnTo>
                      <a:pt x="0" y="1020"/>
                    </a:lnTo>
                    <a:lnTo>
                      <a:pt x="0" y="1024"/>
                    </a:lnTo>
                    <a:lnTo>
                      <a:pt x="4" y="1030"/>
                    </a:lnTo>
                    <a:lnTo>
                      <a:pt x="6" y="1035"/>
                    </a:lnTo>
                    <a:lnTo>
                      <a:pt x="6" y="1035"/>
                    </a:lnTo>
                    <a:lnTo>
                      <a:pt x="4" y="1037"/>
                    </a:lnTo>
                    <a:lnTo>
                      <a:pt x="6" y="1039"/>
                    </a:lnTo>
                    <a:lnTo>
                      <a:pt x="7" y="1042"/>
                    </a:lnTo>
                    <a:lnTo>
                      <a:pt x="12" y="1051"/>
                    </a:lnTo>
                    <a:lnTo>
                      <a:pt x="14" y="1054"/>
                    </a:lnTo>
                    <a:lnTo>
                      <a:pt x="19" y="1059"/>
                    </a:lnTo>
                    <a:lnTo>
                      <a:pt x="21" y="1059"/>
                    </a:lnTo>
                    <a:lnTo>
                      <a:pt x="21" y="1064"/>
                    </a:lnTo>
                    <a:close/>
                    <a:moveTo>
                      <a:pt x="14" y="993"/>
                    </a:moveTo>
                    <a:lnTo>
                      <a:pt x="14" y="995"/>
                    </a:lnTo>
                    <a:lnTo>
                      <a:pt x="14" y="995"/>
                    </a:lnTo>
                    <a:lnTo>
                      <a:pt x="14" y="993"/>
                    </a:lnTo>
                    <a:lnTo>
                      <a:pt x="16" y="991"/>
                    </a:lnTo>
                    <a:lnTo>
                      <a:pt x="16" y="988"/>
                    </a:lnTo>
                    <a:lnTo>
                      <a:pt x="16" y="986"/>
                    </a:lnTo>
                    <a:lnTo>
                      <a:pt x="17" y="985"/>
                    </a:lnTo>
                    <a:lnTo>
                      <a:pt x="17" y="983"/>
                    </a:lnTo>
                    <a:lnTo>
                      <a:pt x="17" y="979"/>
                    </a:lnTo>
                    <a:lnTo>
                      <a:pt x="17" y="978"/>
                    </a:lnTo>
                    <a:lnTo>
                      <a:pt x="19" y="976"/>
                    </a:lnTo>
                    <a:lnTo>
                      <a:pt x="17" y="976"/>
                    </a:lnTo>
                    <a:lnTo>
                      <a:pt x="17" y="974"/>
                    </a:lnTo>
                    <a:lnTo>
                      <a:pt x="19" y="971"/>
                    </a:lnTo>
                    <a:lnTo>
                      <a:pt x="16" y="973"/>
                    </a:lnTo>
                    <a:lnTo>
                      <a:pt x="16" y="976"/>
                    </a:lnTo>
                    <a:lnTo>
                      <a:pt x="16" y="983"/>
                    </a:lnTo>
                    <a:lnTo>
                      <a:pt x="16" y="985"/>
                    </a:lnTo>
                    <a:lnTo>
                      <a:pt x="12" y="991"/>
                    </a:lnTo>
                    <a:lnTo>
                      <a:pt x="14" y="993"/>
                    </a:lnTo>
                    <a:lnTo>
                      <a:pt x="14" y="993"/>
                    </a:lnTo>
                    <a:close/>
                    <a:moveTo>
                      <a:pt x="208" y="614"/>
                    </a:moveTo>
                    <a:lnTo>
                      <a:pt x="209" y="614"/>
                    </a:lnTo>
                    <a:lnTo>
                      <a:pt x="209" y="613"/>
                    </a:lnTo>
                    <a:lnTo>
                      <a:pt x="209" y="613"/>
                    </a:lnTo>
                    <a:lnTo>
                      <a:pt x="211" y="613"/>
                    </a:lnTo>
                    <a:lnTo>
                      <a:pt x="211" y="614"/>
                    </a:lnTo>
                    <a:lnTo>
                      <a:pt x="213" y="616"/>
                    </a:lnTo>
                    <a:lnTo>
                      <a:pt x="214" y="614"/>
                    </a:lnTo>
                    <a:lnTo>
                      <a:pt x="216" y="613"/>
                    </a:lnTo>
                    <a:lnTo>
                      <a:pt x="216" y="613"/>
                    </a:lnTo>
                    <a:lnTo>
                      <a:pt x="216" y="613"/>
                    </a:lnTo>
                    <a:lnTo>
                      <a:pt x="218" y="611"/>
                    </a:lnTo>
                    <a:lnTo>
                      <a:pt x="218" y="611"/>
                    </a:lnTo>
                    <a:lnTo>
                      <a:pt x="218" y="611"/>
                    </a:lnTo>
                    <a:lnTo>
                      <a:pt x="218" y="609"/>
                    </a:lnTo>
                    <a:lnTo>
                      <a:pt x="218" y="609"/>
                    </a:lnTo>
                    <a:lnTo>
                      <a:pt x="218" y="608"/>
                    </a:lnTo>
                    <a:lnTo>
                      <a:pt x="221" y="606"/>
                    </a:lnTo>
                    <a:lnTo>
                      <a:pt x="221" y="604"/>
                    </a:lnTo>
                    <a:lnTo>
                      <a:pt x="221" y="602"/>
                    </a:lnTo>
                    <a:lnTo>
                      <a:pt x="219" y="601"/>
                    </a:lnTo>
                    <a:lnTo>
                      <a:pt x="219" y="599"/>
                    </a:lnTo>
                    <a:lnTo>
                      <a:pt x="219" y="597"/>
                    </a:lnTo>
                    <a:lnTo>
                      <a:pt x="218" y="597"/>
                    </a:lnTo>
                    <a:lnTo>
                      <a:pt x="214" y="599"/>
                    </a:lnTo>
                    <a:lnTo>
                      <a:pt x="209" y="606"/>
                    </a:lnTo>
                    <a:lnTo>
                      <a:pt x="208" y="609"/>
                    </a:lnTo>
                    <a:lnTo>
                      <a:pt x="206" y="613"/>
                    </a:lnTo>
                    <a:lnTo>
                      <a:pt x="206" y="614"/>
                    </a:lnTo>
                    <a:lnTo>
                      <a:pt x="208" y="614"/>
                    </a:lnTo>
                    <a:lnTo>
                      <a:pt x="208" y="614"/>
                    </a:lnTo>
                    <a:close/>
                    <a:moveTo>
                      <a:pt x="19" y="969"/>
                    </a:moveTo>
                    <a:lnTo>
                      <a:pt x="19" y="969"/>
                    </a:lnTo>
                    <a:lnTo>
                      <a:pt x="19" y="969"/>
                    </a:lnTo>
                    <a:lnTo>
                      <a:pt x="19" y="968"/>
                    </a:lnTo>
                    <a:lnTo>
                      <a:pt x="19" y="966"/>
                    </a:lnTo>
                    <a:lnTo>
                      <a:pt x="21" y="964"/>
                    </a:lnTo>
                    <a:lnTo>
                      <a:pt x="21" y="962"/>
                    </a:lnTo>
                    <a:lnTo>
                      <a:pt x="21" y="961"/>
                    </a:lnTo>
                    <a:lnTo>
                      <a:pt x="23" y="954"/>
                    </a:lnTo>
                    <a:lnTo>
                      <a:pt x="23" y="951"/>
                    </a:lnTo>
                    <a:lnTo>
                      <a:pt x="21" y="949"/>
                    </a:lnTo>
                    <a:lnTo>
                      <a:pt x="19" y="954"/>
                    </a:lnTo>
                    <a:lnTo>
                      <a:pt x="17" y="968"/>
                    </a:lnTo>
                    <a:lnTo>
                      <a:pt x="19" y="968"/>
                    </a:lnTo>
                    <a:lnTo>
                      <a:pt x="19" y="969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50" name="Freeform 10">
                <a:extLst>
                  <a:ext uri="{FF2B5EF4-FFF2-40B4-BE49-F238E27FC236}">
                    <a16:creationId xmlns:a16="http://schemas.microsoft.com/office/drawing/2014/main" id="{25938A0E-2249-4300-AACC-55899EAFB3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66604" y="2843357"/>
                <a:ext cx="1539791" cy="2567641"/>
              </a:xfrm>
              <a:custGeom>
                <a:avLst/>
                <a:gdLst>
                  <a:gd name="T0" fmla="*/ 172 w 776"/>
                  <a:gd name="T1" fmla="*/ 83 h 1294"/>
                  <a:gd name="T2" fmla="*/ 209 w 776"/>
                  <a:gd name="T3" fmla="*/ 24 h 1294"/>
                  <a:gd name="T4" fmla="*/ 178 w 776"/>
                  <a:gd name="T5" fmla="*/ 29 h 1294"/>
                  <a:gd name="T6" fmla="*/ 117 w 776"/>
                  <a:gd name="T7" fmla="*/ 22 h 1294"/>
                  <a:gd name="T8" fmla="*/ 119 w 776"/>
                  <a:gd name="T9" fmla="*/ 44 h 1294"/>
                  <a:gd name="T10" fmla="*/ 672 w 776"/>
                  <a:gd name="T11" fmla="*/ 246 h 1294"/>
                  <a:gd name="T12" fmla="*/ 657 w 776"/>
                  <a:gd name="T13" fmla="*/ 30 h 1294"/>
                  <a:gd name="T14" fmla="*/ 645 w 776"/>
                  <a:gd name="T15" fmla="*/ 41 h 1294"/>
                  <a:gd name="T16" fmla="*/ 688 w 776"/>
                  <a:gd name="T17" fmla="*/ 409 h 1294"/>
                  <a:gd name="T18" fmla="*/ 644 w 776"/>
                  <a:gd name="T19" fmla="*/ 78 h 1294"/>
                  <a:gd name="T20" fmla="*/ 623 w 776"/>
                  <a:gd name="T21" fmla="*/ 59 h 1294"/>
                  <a:gd name="T22" fmla="*/ 294 w 776"/>
                  <a:gd name="T23" fmla="*/ 100 h 1294"/>
                  <a:gd name="T24" fmla="*/ 53 w 776"/>
                  <a:gd name="T25" fmla="*/ 334 h 1294"/>
                  <a:gd name="T26" fmla="*/ 307 w 776"/>
                  <a:gd name="T27" fmla="*/ 3 h 1294"/>
                  <a:gd name="T28" fmla="*/ 382 w 776"/>
                  <a:gd name="T29" fmla="*/ 44 h 1294"/>
                  <a:gd name="T30" fmla="*/ 686 w 776"/>
                  <a:gd name="T31" fmla="*/ 275 h 1294"/>
                  <a:gd name="T32" fmla="*/ 669 w 776"/>
                  <a:gd name="T33" fmla="*/ 261 h 1294"/>
                  <a:gd name="T34" fmla="*/ 666 w 776"/>
                  <a:gd name="T35" fmla="*/ 233 h 1294"/>
                  <a:gd name="T36" fmla="*/ 647 w 776"/>
                  <a:gd name="T37" fmla="*/ 244 h 1294"/>
                  <a:gd name="T38" fmla="*/ 674 w 776"/>
                  <a:gd name="T39" fmla="*/ 285 h 1294"/>
                  <a:gd name="T40" fmla="*/ 615 w 776"/>
                  <a:gd name="T41" fmla="*/ 217 h 1294"/>
                  <a:gd name="T42" fmla="*/ 676 w 776"/>
                  <a:gd name="T43" fmla="*/ 399 h 1294"/>
                  <a:gd name="T44" fmla="*/ 647 w 776"/>
                  <a:gd name="T45" fmla="*/ 402 h 1294"/>
                  <a:gd name="T46" fmla="*/ 613 w 776"/>
                  <a:gd name="T47" fmla="*/ 238 h 1294"/>
                  <a:gd name="T48" fmla="*/ 730 w 776"/>
                  <a:gd name="T49" fmla="*/ 448 h 1294"/>
                  <a:gd name="T50" fmla="*/ 664 w 776"/>
                  <a:gd name="T51" fmla="*/ 421 h 1294"/>
                  <a:gd name="T52" fmla="*/ 579 w 776"/>
                  <a:gd name="T53" fmla="*/ 356 h 1294"/>
                  <a:gd name="T54" fmla="*/ 593 w 776"/>
                  <a:gd name="T55" fmla="*/ 278 h 1294"/>
                  <a:gd name="T56" fmla="*/ 591 w 776"/>
                  <a:gd name="T57" fmla="*/ 224 h 1294"/>
                  <a:gd name="T58" fmla="*/ 608 w 776"/>
                  <a:gd name="T59" fmla="*/ 200 h 1294"/>
                  <a:gd name="T60" fmla="*/ 635 w 776"/>
                  <a:gd name="T61" fmla="*/ 183 h 1294"/>
                  <a:gd name="T62" fmla="*/ 645 w 776"/>
                  <a:gd name="T63" fmla="*/ 173 h 1294"/>
                  <a:gd name="T64" fmla="*/ 650 w 776"/>
                  <a:gd name="T65" fmla="*/ 153 h 1294"/>
                  <a:gd name="T66" fmla="*/ 684 w 776"/>
                  <a:gd name="T67" fmla="*/ 122 h 1294"/>
                  <a:gd name="T68" fmla="*/ 645 w 776"/>
                  <a:gd name="T69" fmla="*/ 86 h 1294"/>
                  <a:gd name="T70" fmla="*/ 635 w 776"/>
                  <a:gd name="T71" fmla="*/ 110 h 1294"/>
                  <a:gd name="T72" fmla="*/ 604 w 776"/>
                  <a:gd name="T73" fmla="*/ 110 h 1294"/>
                  <a:gd name="T74" fmla="*/ 576 w 776"/>
                  <a:gd name="T75" fmla="*/ 107 h 1294"/>
                  <a:gd name="T76" fmla="*/ 579 w 776"/>
                  <a:gd name="T77" fmla="*/ 83 h 1294"/>
                  <a:gd name="T78" fmla="*/ 543 w 776"/>
                  <a:gd name="T79" fmla="*/ 102 h 1294"/>
                  <a:gd name="T80" fmla="*/ 504 w 776"/>
                  <a:gd name="T81" fmla="*/ 98 h 1294"/>
                  <a:gd name="T82" fmla="*/ 447 w 776"/>
                  <a:gd name="T83" fmla="*/ 88 h 1294"/>
                  <a:gd name="T84" fmla="*/ 423 w 776"/>
                  <a:gd name="T85" fmla="*/ 66 h 1294"/>
                  <a:gd name="T86" fmla="*/ 379 w 776"/>
                  <a:gd name="T87" fmla="*/ 68 h 1294"/>
                  <a:gd name="T88" fmla="*/ 340 w 776"/>
                  <a:gd name="T89" fmla="*/ 32 h 1294"/>
                  <a:gd name="T90" fmla="*/ 302 w 776"/>
                  <a:gd name="T91" fmla="*/ 27 h 1294"/>
                  <a:gd name="T92" fmla="*/ 275 w 776"/>
                  <a:gd name="T93" fmla="*/ 25 h 1294"/>
                  <a:gd name="T94" fmla="*/ 265 w 776"/>
                  <a:gd name="T95" fmla="*/ 19 h 1294"/>
                  <a:gd name="T96" fmla="*/ 243 w 776"/>
                  <a:gd name="T97" fmla="*/ 30 h 1294"/>
                  <a:gd name="T98" fmla="*/ 277 w 776"/>
                  <a:gd name="T99" fmla="*/ 42 h 1294"/>
                  <a:gd name="T100" fmla="*/ 321 w 776"/>
                  <a:gd name="T101" fmla="*/ 100 h 1294"/>
                  <a:gd name="T102" fmla="*/ 273 w 776"/>
                  <a:gd name="T103" fmla="*/ 109 h 1294"/>
                  <a:gd name="T104" fmla="*/ 195 w 776"/>
                  <a:gd name="T105" fmla="*/ 97 h 1294"/>
                  <a:gd name="T106" fmla="*/ 163 w 776"/>
                  <a:gd name="T107" fmla="*/ 119 h 1294"/>
                  <a:gd name="T108" fmla="*/ 155 w 776"/>
                  <a:gd name="T109" fmla="*/ 137 h 1294"/>
                  <a:gd name="T110" fmla="*/ 139 w 776"/>
                  <a:gd name="T111" fmla="*/ 148 h 1294"/>
                  <a:gd name="T112" fmla="*/ 117 w 776"/>
                  <a:gd name="T113" fmla="*/ 153 h 1294"/>
                  <a:gd name="T114" fmla="*/ 97 w 776"/>
                  <a:gd name="T115" fmla="*/ 214 h 1294"/>
                  <a:gd name="T116" fmla="*/ 54 w 776"/>
                  <a:gd name="T117" fmla="*/ 265 h 1294"/>
                  <a:gd name="T118" fmla="*/ 39 w 776"/>
                  <a:gd name="T119" fmla="*/ 304 h 1294"/>
                  <a:gd name="T120" fmla="*/ 85 w 776"/>
                  <a:gd name="T121" fmla="*/ 324 h 1294"/>
                  <a:gd name="T122" fmla="*/ 51 w 776"/>
                  <a:gd name="T123" fmla="*/ 362 h 1294"/>
                  <a:gd name="T124" fmla="*/ 15 w 776"/>
                  <a:gd name="T125" fmla="*/ 351 h 1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76" h="1294">
                    <a:moveTo>
                      <a:pt x="119" y="25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4"/>
                    </a:lnTo>
                    <a:lnTo>
                      <a:pt x="122" y="36"/>
                    </a:lnTo>
                    <a:lnTo>
                      <a:pt x="124" y="44"/>
                    </a:lnTo>
                    <a:lnTo>
                      <a:pt x="124" y="46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27" y="49"/>
                    </a:lnTo>
                    <a:lnTo>
                      <a:pt x="127" y="49"/>
                    </a:lnTo>
                    <a:lnTo>
                      <a:pt x="129" y="51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31" y="59"/>
                    </a:lnTo>
                    <a:lnTo>
                      <a:pt x="132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6" y="63"/>
                    </a:lnTo>
                    <a:lnTo>
                      <a:pt x="136" y="63"/>
                    </a:lnTo>
                    <a:lnTo>
                      <a:pt x="139" y="64"/>
                    </a:lnTo>
                    <a:lnTo>
                      <a:pt x="143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8" y="71"/>
                    </a:lnTo>
                    <a:lnTo>
                      <a:pt x="149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6" y="75"/>
                    </a:lnTo>
                    <a:lnTo>
                      <a:pt x="160" y="76"/>
                    </a:lnTo>
                    <a:lnTo>
                      <a:pt x="163" y="78"/>
                    </a:lnTo>
                    <a:lnTo>
                      <a:pt x="166" y="80"/>
                    </a:lnTo>
                    <a:lnTo>
                      <a:pt x="168" y="83"/>
                    </a:lnTo>
                    <a:lnTo>
                      <a:pt x="170" y="83"/>
                    </a:lnTo>
                    <a:lnTo>
                      <a:pt x="172" y="83"/>
                    </a:lnTo>
                    <a:lnTo>
                      <a:pt x="182" y="75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8"/>
                    </a:lnTo>
                    <a:lnTo>
                      <a:pt x="192" y="66"/>
                    </a:lnTo>
                    <a:lnTo>
                      <a:pt x="195" y="66"/>
                    </a:lnTo>
                    <a:lnTo>
                      <a:pt x="195" y="66"/>
                    </a:lnTo>
                    <a:lnTo>
                      <a:pt x="197" y="66"/>
                    </a:lnTo>
                    <a:lnTo>
                      <a:pt x="197" y="64"/>
                    </a:lnTo>
                    <a:lnTo>
                      <a:pt x="199" y="63"/>
                    </a:lnTo>
                    <a:lnTo>
                      <a:pt x="200" y="61"/>
                    </a:lnTo>
                    <a:lnTo>
                      <a:pt x="205" y="53"/>
                    </a:lnTo>
                    <a:lnTo>
                      <a:pt x="205" y="53"/>
                    </a:lnTo>
                    <a:lnTo>
                      <a:pt x="207" y="53"/>
                    </a:lnTo>
                    <a:lnTo>
                      <a:pt x="209" y="54"/>
                    </a:lnTo>
                    <a:lnTo>
                      <a:pt x="209" y="54"/>
                    </a:lnTo>
                    <a:lnTo>
                      <a:pt x="211" y="54"/>
                    </a:lnTo>
                    <a:lnTo>
                      <a:pt x="212" y="56"/>
                    </a:lnTo>
                    <a:lnTo>
                      <a:pt x="214" y="54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1"/>
                    </a:lnTo>
                    <a:lnTo>
                      <a:pt x="212" y="47"/>
                    </a:lnTo>
                    <a:lnTo>
                      <a:pt x="212" y="46"/>
                    </a:lnTo>
                    <a:lnTo>
                      <a:pt x="214" y="44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9" y="42"/>
                    </a:lnTo>
                    <a:lnTo>
                      <a:pt x="219" y="41"/>
                    </a:lnTo>
                    <a:lnTo>
                      <a:pt x="219" y="39"/>
                    </a:lnTo>
                    <a:lnTo>
                      <a:pt x="219" y="37"/>
                    </a:lnTo>
                    <a:lnTo>
                      <a:pt x="217" y="36"/>
                    </a:lnTo>
                    <a:lnTo>
                      <a:pt x="217" y="36"/>
                    </a:lnTo>
                    <a:lnTo>
                      <a:pt x="216" y="36"/>
                    </a:lnTo>
                    <a:lnTo>
                      <a:pt x="214" y="36"/>
                    </a:lnTo>
                    <a:lnTo>
                      <a:pt x="214" y="37"/>
                    </a:lnTo>
                    <a:lnTo>
                      <a:pt x="214" y="36"/>
                    </a:lnTo>
                    <a:lnTo>
                      <a:pt x="212" y="36"/>
                    </a:lnTo>
                    <a:lnTo>
                      <a:pt x="212" y="34"/>
                    </a:lnTo>
                    <a:lnTo>
                      <a:pt x="212" y="30"/>
                    </a:lnTo>
                    <a:lnTo>
                      <a:pt x="212" y="29"/>
                    </a:lnTo>
                    <a:lnTo>
                      <a:pt x="211" y="29"/>
                    </a:lnTo>
                    <a:lnTo>
                      <a:pt x="211" y="27"/>
                    </a:lnTo>
                    <a:lnTo>
                      <a:pt x="211" y="25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07" y="24"/>
                    </a:lnTo>
                    <a:lnTo>
                      <a:pt x="205" y="25"/>
                    </a:lnTo>
                    <a:lnTo>
                      <a:pt x="204" y="25"/>
                    </a:lnTo>
                    <a:lnTo>
                      <a:pt x="204" y="25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0" y="25"/>
                    </a:lnTo>
                    <a:lnTo>
                      <a:pt x="200" y="27"/>
                    </a:lnTo>
                    <a:lnTo>
                      <a:pt x="199" y="27"/>
                    </a:lnTo>
                    <a:lnTo>
                      <a:pt x="197" y="25"/>
                    </a:lnTo>
                    <a:lnTo>
                      <a:pt x="197" y="25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2"/>
                    </a:lnTo>
                    <a:lnTo>
                      <a:pt x="197" y="20"/>
                    </a:lnTo>
                    <a:lnTo>
                      <a:pt x="195" y="19"/>
                    </a:lnTo>
                    <a:lnTo>
                      <a:pt x="194" y="20"/>
                    </a:lnTo>
                    <a:lnTo>
                      <a:pt x="192" y="20"/>
                    </a:lnTo>
                    <a:lnTo>
                      <a:pt x="190" y="22"/>
                    </a:lnTo>
                    <a:lnTo>
                      <a:pt x="190" y="24"/>
                    </a:lnTo>
                    <a:lnTo>
                      <a:pt x="190" y="27"/>
                    </a:lnTo>
                    <a:lnTo>
                      <a:pt x="190" y="27"/>
                    </a:lnTo>
                    <a:lnTo>
                      <a:pt x="188" y="27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0" y="30"/>
                    </a:lnTo>
                    <a:lnTo>
                      <a:pt x="192" y="32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2" y="37"/>
                    </a:lnTo>
                    <a:lnTo>
                      <a:pt x="192" y="37"/>
                    </a:lnTo>
                    <a:lnTo>
                      <a:pt x="188" y="30"/>
                    </a:lnTo>
                    <a:lnTo>
                      <a:pt x="187" y="29"/>
                    </a:lnTo>
                    <a:lnTo>
                      <a:pt x="187" y="27"/>
                    </a:lnTo>
                    <a:lnTo>
                      <a:pt x="187" y="25"/>
                    </a:lnTo>
                    <a:lnTo>
                      <a:pt x="185" y="24"/>
                    </a:lnTo>
                    <a:lnTo>
                      <a:pt x="183" y="25"/>
                    </a:lnTo>
                    <a:lnTo>
                      <a:pt x="182" y="27"/>
                    </a:lnTo>
                    <a:lnTo>
                      <a:pt x="180" y="29"/>
                    </a:lnTo>
                    <a:lnTo>
                      <a:pt x="178" y="29"/>
                    </a:lnTo>
                    <a:lnTo>
                      <a:pt x="177" y="30"/>
                    </a:lnTo>
                    <a:lnTo>
                      <a:pt x="175" y="37"/>
                    </a:lnTo>
                    <a:lnTo>
                      <a:pt x="175" y="39"/>
                    </a:lnTo>
                    <a:lnTo>
                      <a:pt x="175" y="37"/>
                    </a:lnTo>
                    <a:lnTo>
                      <a:pt x="173" y="34"/>
                    </a:lnTo>
                    <a:lnTo>
                      <a:pt x="173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68" y="30"/>
                    </a:lnTo>
                    <a:lnTo>
                      <a:pt x="166" y="29"/>
                    </a:lnTo>
                    <a:lnTo>
                      <a:pt x="163" y="30"/>
                    </a:lnTo>
                    <a:lnTo>
                      <a:pt x="161" y="32"/>
                    </a:lnTo>
                    <a:lnTo>
                      <a:pt x="160" y="34"/>
                    </a:lnTo>
                    <a:lnTo>
                      <a:pt x="155" y="34"/>
                    </a:lnTo>
                    <a:lnTo>
                      <a:pt x="149" y="36"/>
                    </a:lnTo>
                    <a:lnTo>
                      <a:pt x="146" y="41"/>
                    </a:lnTo>
                    <a:lnTo>
                      <a:pt x="146" y="39"/>
                    </a:lnTo>
                    <a:lnTo>
                      <a:pt x="144" y="37"/>
                    </a:lnTo>
                    <a:lnTo>
                      <a:pt x="143" y="36"/>
                    </a:lnTo>
                    <a:lnTo>
                      <a:pt x="143" y="36"/>
                    </a:lnTo>
                    <a:lnTo>
                      <a:pt x="144" y="32"/>
                    </a:lnTo>
                    <a:lnTo>
                      <a:pt x="143" y="30"/>
                    </a:lnTo>
                    <a:lnTo>
                      <a:pt x="141" y="32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4" y="36"/>
                    </a:lnTo>
                    <a:lnTo>
                      <a:pt x="134" y="34"/>
                    </a:lnTo>
                    <a:lnTo>
                      <a:pt x="138" y="32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7"/>
                    </a:lnTo>
                    <a:lnTo>
                      <a:pt x="136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1" y="29"/>
                    </a:lnTo>
                    <a:lnTo>
                      <a:pt x="131" y="27"/>
                    </a:lnTo>
                    <a:lnTo>
                      <a:pt x="124" y="20"/>
                    </a:lnTo>
                    <a:lnTo>
                      <a:pt x="121" y="15"/>
                    </a:lnTo>
                    <a:lnTo>
                      <a:pt x="119" y="17"/>
                    </a:lnTo>
                    <a:lnTo>
                      <a:pt x="119" y="19"/>
                    </a:lnTo>
                    <a:lnTo>
                      <a:pt x="117" y="20"/>
                    </a:lnTo>
                    <a:lnTo>
                      <a:pt x="117" y="22"/>
                    </a:lnTo>
                    <a:lnTo>
                      <a:pt x="119" y="24"/>
                    </a:lnTo>
                    <a:lnTo>
                      <a:pt x="119" y="25"/>
                    </a:lnTo>
                    <a:close/>
                    <a:moveTo>
                      <a:pt x="88" y="71"/>
                    </a:moveTo>
                    <a:lnTo>
                      <a:pt x="90" y="73"/>
                    </a:lnTo>
                    <a:lnTo>
                      <a:pt x="92" y="73"/>
                    </a:lnTo>
                    <a:lnTo>
                      <a:pt x="93" y="75"/>
                    </a:lnTo>
                    <a:lnTo>
                      <a:pt x="97" y="75"/>
                    </a:lnTo>
                    <a:lnTo>
                      <a:pt x="98" y="75"/>
                    </a:lnTo>
                    <a:lnTo>
                      <a:pt x="107" y="71"/>
                    </a:lnTo>
                    <a:lnTo>
                      <a:pt x="110" y="69"/>
                    </a:lnTo>
                    <a:lnTo>
                      <a:pt x="112" y="69"/>
                    </a:lnTo>
                    <a:lnTo>
                      <a:pt x="114" y="69"/>
                    </a:lnTo>
                    <a:lnTo>
                      <a:pt x="115" y="69"/>
                    </a:lnTo>
                    <a:lnTo>
                      <a:pt x="117" y="71"/>
                    </a:lnTo>
                    <a:lnTo>
                      <a:pt x="119" y="71"/>
                    </a:lnTo>
                    <a:lnTo>
                      <a:pt x="121" y="71"/>
                    </a:lnTo>
                    <a:lnTo>
                      <a:pt x="124" y="73"/>
                    </a:lnTo>
                    <a:lnTo>
                      <a:pt x="127" y="75"/>
                    </a:lnTo>
                    <a:lnTo>
                      <a:pt x="129" y="75"/>
                    </a:lnTo>
                    <a:lnTo>
                      <a:pt x="131" y="75"/>
                    </a:lnTo>
                    <a:lnTo>
                      <a:pt x="136" y="75"/>
                    </a:lnTo>
                    <a:lnTo>
                      <a:pt x="139" y="73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69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6" y="64"/>
                    </a:lnTo>
                    <a:lnTo>
                      <a:pt x="134" y="63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29" y="63"/>
                    </a:lnTo>
                    <a:lnTo>
                      <a:pt x="127" y="63"/>
                    </a:lnTo>
                    <a:lnTo>
                      <a:pt x="127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1"/>
                    </a:lnTo>
                    <a:lnTo>
                      <a:pt x="126" y="59"/>
                    </a:lnTo>
                    <a:lnTo>
                      <a:pt x="126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1" y="49"/>
                    </a:lnTo>
                    <a:lnTo>
                      <a:pt x="119" y="47"/>
                    </a:lnTo>
                    <a:lnTo>
                      <a:pt x="119" y="44"/>
                    </a:lnTo>
                    <a:lnTo>
                      <a:pt x="119" y="42"/>
                    </a:lnTo>
                    <a:lnTo>
                      <a:pt x="121" y="41"/>
                    </a:lnTo>
                    <a:lnTo>
                      <a:pt x="121" y="41"/>
                    </a:lnTo>
                    <a:lnTo>
                      <a:pt x="119" y="37"/>
                    </a:lnTo>
                    <a:lnTo>
                      <a:pt x="117" y="34"/>
                    </a:lnTo>
                    <a:lnTo>
                      <a:pt x="117" y="32"/>
                    </a:lnTo>
                    <a:lnTo>
                      <a:pt x="115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2" y="32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5" y="37"/>
                    </a:lnTo>
                    <a:lnTo>
                      <a:pt x="105" y="37"/>
                    </a:lnTo>
                    <a:lnTo>
                      <a:pt x="104" y="39"/>
                    </a:lnTo>
                    <a:lnTo>
                      <a:pt x="102" y="41"/>
                    </a:lnTo>
                    <a:lnTo>
                      <a:pt x="102" y="41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7"/>
                    </a:lnTo>
                    <a:lnTo>
                      <a:pt x="104" y="49"/>
                    </a:lnTo>
                    <a:lnTo>
                      <a:pt x="102" y="49"/>
                    </a:lnTo>
                    <a:lnTo>
                      <a:pt x="104" y="58"/>
                    </a:lnTo>
                    <a:lnTo>
                      <a:pt x="104" y="59"/>
                    </a:lnTo>
                    <a:lnTo>
                      <a:pt x="102" y="61"/>
                    </a:lnTo>
                    <a:lnTo>
                      <a:pt x="100" y="63"/>
                    </a:lnTo>
                    <a:lnTo>
                      <a:pt x="98" y="63"/>
                    </a:lnTo>
                    <a:lnTo>
                      <a:pt x="97" y="63"/>
                    </a:lnTo>
                    <a:lnTo>
                      <a:pt x="93" y="61"/>
                    </a:lnTo>
                    <a:lnTo>
                      <a:pt x="92" y="61"/>
                    </a:lnTo>
                    <a:lnTo>
                      <a:pt x="92" y="63"/>
                    </a:lnTo>
                    <a:lnTo>
                      <a:pt x="92" y="66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71"/>
                    </a:lnTo>
                    <a:close/>
                    <a:moveTo>
                      <a:pt x="672" y="244"/>
                    </a:moveTo>
                    <a:lnTo>
                      <a:pt x="672" y="244"/>
                    </a:lnTo>
                    <a:lnTo>
                      <a:pt x="672" y="246"/>
                    </a:lnTo>
                    <a:lnTo>
                      <a:pt x="672" y="244"/>
                    </a:lnTo>
                    <a:lnTo>
                      <a:pt x="672" y="244"/>
                    </a:lnTo>
                    <a:lnTo>
                      <a:pt x="674" y="244"/>
                    </a:lnTo>
                    <a:lnTo>
                      <a:pt x="672" y="244"/>
                    </a:lnTo>
                    <a:lnTo>
                      <a:pt x="672" y="244"/>
                    </a:lnTo>
                    <a:close/>
                    <a:moveTo>
                      <a:pt x="525" y="83"/>
                    </a:moveTo>
                    <a:lnTo>
                      <a:pt x="528" y="81"/>
                    </a:lnTo>
                    <a:lnTo>
                      <a:pt x="528" y="81"/>
                    </a:lnTo>
                    <a:lnTo>
                      <a:pt x="526" y="81"/>
                    </a:lnTo>
                    <a:lnTo>
                      <a:pt x="525" y="81"/>
                    </a:lnTo>
                    <a:lnTo>
                      <a:pt x="523" y="81"/>
                    </a:lnTo>
                    <a:lnTo>
                      <a:pt x="521" y="83"/>
                    </a:lnTo>
                    <a:lnTo>
                      <a:pt x="523" y="83"/>
                    </a:lnTo>
                    <a:lnTo>
                      <a:pt x="525" y="83"/>
                    </a:lnTo>
                    <a:close/>
                    <a:moveTo>
                      <a:pt x="511" y="93"/>
                    </a:moveTo>
                    <a:lnTo>
                      <a:pt x="513" y="93"/>
                    </a:lnTo>
                    <a:lnTo>
                      <a:pt x="514" y="92"/>
                    </a:lnTo>
                    <a:lnTo>
                      <a:pt x="516" y="92"/>
                    </a:lnTo>
                    <a:lnTo>
                      <a:pt x="514" y="90"/>
                    </a:lnTo>
                    <a:lnTo>
                      <a:pt x="513" y="90"/>
                    </a:lnTo>
                    <a:lnTo>
                      <a:pt x="509" y="90"/>
                    </a:lnTo>
                    <a:lnTo>
                      <a:pt x="509" y="90"/>
                    </a:lnTo>
                    <a:lnTo>
                      <a:pt x="511" y="92"/>
                    </a:lnTo>
                    <a:lnTo>
                      <a:pt x="511" y="93"/>
                    </a:lnTo>
                    <a:close/>
                    <a:moveTo>
                      <a:pt x="506" y="97"/>
                    </a:moveTo>
                    <a:lnTo>
                      <a:pt x="508" y="98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1" y="97"/>
                    </a:lnTo>
                    <a:lnTo>
                      <a:pt x="511" y="95"/>
                    </a:lnTo>
                    <a:lnTo>
                      <a:pt x="509" y="95"/>
                    </a:lnTo>
                    <a:lnTo>
                      <a:pt x="509" y="93"/>
                    </a:lnTo>
                    <a:lnTo>
                      <a:pt x="508" y="93"/>
                    </a:lnTo>
                    <a:lnTo>
                      <a:pt x="506" y="93"/>
                    </a:lnTo>
                    <a:lnTo>
                      <a:pt x="504" y="92"/>
                    </a:lnTo>
                    <a:lnTo>
                      <a:pt x="506" y="95"/>
                    </a:lnTo>
                    <a:lnTo>
                      <a:pt x="506" y="97"/>
                    </a:lnTo>
                    <a:close/>
                    <a:moveTo>
                      <a:pt x="647" y="42"/>
                    </a:moveTo>
                    <a:lnTo>
                      <a:pt x="649" y="41"/>
                    </a:lnTo>
                    <a:lnTo>
                      <a:pt x="649" y="41"/>
                    </a:lnTo>
                    <a:lnTo>
                      <a:pt x="649" y="41"/>
                    </a:lnTo>
                    <a:lnTo>
                      <a:pt x="649" y="41"/>
                    </a:lnTo>
                    <a:lnTo>
                      <a:pt x="650" y="42"/>
                    </a:lnTo>
                    <a:lnTo>
                      <a:pt x="650" y="41"/>
                    </a:lnTo>
                    <a:lnTo>
                      <a:pt x="655" y="34"/>
                    </a:lnTo>
                    <a:lnTo>
                      <a:pt x="657" y="30"/>
                    </a:lnTo>
                    <a:lnTo>
                      <a:pt x="659" y="27"/>
                    </a:lnTo>
                    <a:lnTo>
                      <a:pt x="661" y="25"/>
                    </a:lnTo>
                    <a:lnTo>
                      <a:pt x="662" y="24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6" y="20"/>
                    </a:lnTo>
                    <a:lnTo>
                      <a:pt x="666" y="20"/>
                    </a:lnTo>
                    <a:lnTo>
                      <a:pt x="666" y="19"/>
                    </a:lnTo>
                    <a:lnTo>
                      <a:pt x="666" y="15"/>
                    </a:lnTo>
                    <a:lnTo>
                      <a:pt x="667" y="13"/>
                    </a:lnTo>
                    <a:lnTo>
                      <a:pt x="669" y="8"/>
                    </a:lnTo>
                    <a:lnTo>
                      <a:pt x="669" y="7"/>
                    </a:lnTo>
                    <a:lnTo>
                      <a:pt x="671" y="7"/>
                    </a:lnTo>
                    <a:lnTo>
                      <a:pt x="671" y="5"/>
                    </a:lnTo>
                    <a:lnTo>
                      <a:pt x="671" y="5"/>
                    </a:lnTo>
                    <a:lnTo>
                      <a:pt x="669" y="5"/>
                    </a:lnTo>
                    <a:lnTo>
                      <a:pt x="669" y="5"/>
                    </a:lnTo>
                    <a:lnTo>
                      <a:pt x="667" y="5"/>
                    </a:lnTo>
                    <a:lnTo>
                      <a:pt x="667" y="7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6" y="7"/>
                    </a:lnTo>
                    <a:lnTo>
                      <a:pt x="667" y="10"/>
                    </a:lnTo>
                    <a:lnTo>
                      <a:pt x="667" y="10"/>
                    </a:lnTo>
                    <a:lnTo>
                      <a:pt x="666" y="10"/>
                    </a:lnTo>
                    <a:lnTo>
                      <a:pt x="666" y="10"/>
                    </a:lnTo>
                    <a:lnTo>
                      <a:pt x="666" y="13"/>
                    </a:lnTo>
                    <a:lnTo>
                      <a:pt x="664" y="19"/>
                    </a:lnTo>
                    <a:lnTo>
                      <a:pt x="664" y="19"/>
                    </a:lnTo>
                    <a:lnTo>
                      <a:pt x="661" y="20"/>
                    </a:lnTo>
                    <a:lnTo>
                      <a:pt x="655" y="25"/>
                    </a:lnTo>
                    <a:lnTo>
                      <a:pt x="655" y="25"/>
                    </a:lnTo>
                    <a:lnTo>
                      <a:pt x="654" y="30"/>
                    </a:lnTo>
                    <a:lnTo>
                      <a:pt x="654" y="30"/>
                    </a:lnTo>
                    <a:lnTo>
                      <a:pt x="652" y="32"/>
                    </a:lnTo>
                    <a:lnTo>
                      <a:pt x="652" y="34"/>
                    </a:lnTo>
                    <a:lnTo>
                      <a:pt x="650" y="36"/>
                    </a:lnTo>
                    <a:lnTo>
                      <a:pt x="647" y="37"/>
                    </a:lnTo>
                    <a:lnTo>
                      <a:pt x="647" y="39"/>
                    </a:lnTo>
                    <a:lnTo>
                      <a:pt x="647" y="39"/>
                    </a:lnTo>
                    <a:lnTo>
                      <a:pt x="647" y="41"/>
                    </a:lnTo>
                    <a:lnTo>
                      <a:pt x="645" y="41"/>
                    </a:lnTo>
                    <a:lnTo>
                      <a:pt x="647" y="42"/>
                    </a:lnTo>
                    <a:lnTo>
                      <a:pt x="647" y="42"/>
                    </a:lnTo>
                    <a:close/>
                    <a:moveTo>
                      <a:pt x="672" y="100"/>
                    </a:moveTo>
                    <a:lnTo>
                      <a:pt x="674" y="100"/>
                    </a:lnTo>
                    <a:lnTo>
                      <a:pt x="674" y="100"/>
                    </a:lnTo>
                    <a:lnTo>
                      <a:pt x="676" y="98"/>
                    </a:lnTo>
                    <a:lnTo>
                      <a:pt x="676" y="98"/>
                    </a:lnTo>
                    <a:lnTo>
                      <a:pt x="674" y="97"/>
                    </a:lnTo>
                    <a:lnTo>
                      <a:pt x="674" y="95"/>
                    </a:lnTo>
                    <a:lnTo>
                      <a:pt x="672" y="97"/>
                    </a:lnTo>
                    <a:lnTo>
                      <a:pt x="672" y="97"/>
                    </a:lnTo>
                    <a:lnTo>
                      <a:pt x="672" y="100"/>
                    </a:lnTo>
                    <a:lnTo>
                      <a:pt x="672" y="100"/>
                    </a:lnTo>
                    <a:close/>
                    <a:moveTo>
                      <a:pt x="654" y="68"/>
                    </a:moveTo>
                    <a:lnTo>
                      <a:pt x="652" y="69"/>
                    </a:lnTo>
                    <a:lnTo>
                      <a:pt x="650" y="69"/>
                    </a:lnTo>
                    <a:lnTo>
                      <a:pt x="649" y="69"/>
                    </a:lnTo>
                    <a:lnTo>
                      <a:pt x="649" y="69"/>
                    </a:lnTo>
                    <a:lnTo>
                      <a:pt x="647" y="71"/>
                    </a:lnTo>
                    <a:lnTo>
                      <a:pt x="649" y="71"/>
                    </a:lnTo>
                    <a:lnTo>
                      <a:pt x="652" y="71"/>
                    </a:lnTo>
                    <a:lnTo>
                      <a:pt x="654" y="71"/>
                    </a:lnTo>
                    <a:lnTo>
                      <a:pt x="654" y="69"/>
                    </a:lnTo>
                    <a:lnTo>
                      <a:pt x="654" y="69"/>
                    </a:lnTo>
                    <a:lnTo>
                      <a:pt x="655" y="68"/>
                    </a:lnTo>
                    <a:lnTo>
                      <a:pt x="657" y="66"/>
                    </a:lnTo>
                    <a:lnTo>
                      <a:pt x="657" y="66"/>
                    </a:lnTo>
                    <a:lnTo>
                      <a:pt x="657" y="66"/>
                    </a:lnTo>
                    <a:lnTo>
                      <a:pt x="655" y="68"/>
                    </a:lnTo>
                    <a:lnTo>
                      <a:pt x="654" y="68"/>
                    </a:lnTo>
                    <a:close/>
                    <a:moveTo>
                      <a:pt x="688" y="404"/>
                    </a:moveTo>
                    <a:lnTo>
                      <a:pt x="688" y="404"/>
                    </a:lnTo>
                    <a:lnTo>
                      <a:pt x="688" y="404"/>
                    </a:lnTo>
                    <a:lnTo>
                      <a:pt x="686" y="402"/>
                    </a:lnTo>
                    <a:lnTo>
                      <a:pt x="684" y="404"/>
                    </a:lnTo>
                    <a:lnTo>
                      <a:pt x="684" y="404"/>
                    </a:lnTo>
                    <a:lnTo>
                      <a:pt x="684" y="406"/>
                    </a:lnTo>
                    <a:lnTo>
                      <a:pt x="684" y="407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6" y="409"/>
                    </a:lnTo>
                    <a:lnTo>
                      <a:pt x="686" y="409"/>
                    </a:lnTo>
                    <a:lnTo>
                      <a:pt x="688" y="409"/>
                    </a:lnTo>
                    <a:lnTo>
                      <a:pt x="688" y="409"/>
                    </a:lnTo>
                    <a:lnTo>
                      <a:pt x="688" y="409"/>
                    </a:lnTo>
                    <a:lnTo>
                      <a:pt x="688" y="411"/>
                    </a:lnTo>
                    <a:lnTo>
                      <a:pt x="688" y="413"/>
                    </a:lnTo>
                    <a:lnTo>
                      <a:pt x="689" y="414"/>
                    </a:lnTo>
                    <a:lnTo>
                      <a:pt x="689" y="416"/>
                    </a:lnTo>
                    <a:lnTo>
                      <a:pt x="691" y="416"/>
                    </a:lnTo>
                    <a:lnTo>
                      <a:pt x="693" y="416"/>
                    </a:lnTo>
                    <a:lnTo>
                      <a:pt x="693" y="416"/>
                    </a:lnTo>
                    <a:lnTo>
                      <a:pt x="693" y="418"/>
                    </a:lnTo>
                    <a:lnTo>
                      <a:pt x="693" y="418"/>
                    </a:lnTo>
                    <a:lnTo>
                      <a:pt x="694" y="418"/>
                    </a:lnTo>
                    <a:lnTo>
                      <a:pt x="696" y="418"/>
                    </a:lnTo>
                    <a:lnTo>
                      <a:pt x="696" y="416"/>
                    </a:lnTo>
                    <a:lnTo>
                      <a:pt x="698" y="414"/>
                    </a:lnTo>
                    <a:lnTo>
                      <a:pt x="698" y="413"/>
                    </a:lnTo>
                    <a:lnTo>
                      <a:pt x="698" y="413"/>
                    </a:lnTo>
                    <a:lnTo>
                      <a:pt x="696" y="413"/>
                    </a:lnTo>
                    <a:lnTo>
                      <a:pt x="696" y="413"/>
                    </a:lnTo>
                    <a:lnTo>
                      <a:pt x="694" y="411"/>
                    </a:lnTo>
                    <a:lnTo>
                      <a:pt x="694" y="411"/>
                    </a:lnTo>
                    <a:lnTo>
                      <a:pt x="696" y="409"/>
                    </a:lnTo>
                    <a:lnTo>
                      <a:pt x="694" y="404"/>
                    </a:lnTo>
                    <a:lnTo>
                      <a:pt x="694" y="402"/>
                    </a:lnTo>
                    <a:lnTo>
                      <a:pt x="693" y="401"/>
                    </a:lnTo>
                    <a:lnTo>
                      <a:pt x="691" y="401"/>
                    </a:lnTo>
                    <a:lnTo>
                      <a:pt x="691" y="399"/>
                    </a:lnTo>
                    <a:lnTo>
                      <a:pt x="691" y="399"/>
                    </a:lnTo>
                    <a:lnTo>
                      <a:pt x="689" y="399"/>
                    </a:lnTo>
                    <a:lnTo>
                      <a:pt x="688" y="399"/>
                    </a:lnTo>
                    <a:lnTo>
                      <a:pt x="688" y="401"/>
                    </a:lnTo>
                    <a:lnTo>
                      <a:pt x="688" y="404"/>
                    </a:lnTo>
                    <a:lnTo>
                      <a:pt x="688" y="404"/>
                    </a:lnTo>
                    <a:close/>
                    <a:moveTo>
                      <a:pt x="645" y="71"/>
                    </a:moveTo>
                    <a:lnTo>
                      <a:pt x="644" y="73"/>
                    </a:lnTo>
                    <a:lnTo>
                      <a:pt x="644" y="75"/>
                    </a:lnTo>
                    <a:lnTo>
                      <a:pt x="644" y="78"/>
                    </a:lnTo>
                    <a:lnTo>
                      <a:pt x="644" y="80"/>
                    </a:lnTo>
                    <a:lnTo>
                      <a:pt x="644" y="80"/>
                    </a:lnTo>
                    <a:lnTo>
                      <a:pt x="644" y="81"/>
                    </a:lnTo>
                    <a:lnTo>
                      <a:pt x="644" y="81"/>
                    </a:lnTo>
                    <a:lnTo>
                      <a:pt x="644" y="80"/>
                    </a:lnTo>
                    <a:lnTo>
                      <a:pt x="645" y="80"/>
                    </a:lnTo>
                    <a:lnTo>
                      <a:pt x="645" y="78"/>
                    </a:lnTo>
                    <a:lnTo>
                      <a:pt x="644" y="78"/>
                    </a:lnTo>
                    <a:lnTo>
                      <a:pt x="644" y="78"/>
                    </a:lnTo>
                    <a:lnTo>
                      <a:pt x="645" y="73"/>
                    </a:lnTo>
                    <a:lnTo>
                      <a:pt x="645" y="71"/>
                    </a:lnTo>
                    <a:close/>
                    <a:moveTo>
                      <a:pt x="615" y="93"/>
                    </a:moveTo>
                    <a:lnTo>
                      <a:pt x="615" y="95"/>
                    </a:lnTo>
                    <a:lnTo>
                      <a:pt x="616" y="95"/>
                    </a:lnTo>
                    <a:lnTo>
                      <a:pt x="618" y="95"/>
                    </a:lnTo>
                    <a:lnTo>
                      <a:pt x="618" y="95"/>
                    </a:lnTo>
                    <a:lnTo>
                      <a:pt x="620" y="95"/>
                    </a:lnTo>
                    <a:lnTo>
                      <a:pt x="621" y="95"/>
                    </a:lnTo>
                    <a:lnTo>
                      <a:pt x="621" y="93"/>
                    </a:lnTo>
                    <a:lnTo>
                      <a:pt x="623" y="93"/>
                    </a:lnTo>
                    <a:lnTo>
                      <a:pt x="627" y="92"/>
                    </a:lnTo>
                    <a:lnTo>
                      <a:pt x="630" y="90"/>
                    </a:lnTo>
                    <a:lnTo>
                      <a:pt x="630" y="88"/>
                    </a:lnTo>
                    <a:lnTo>
                      <a:pt x="628" y="86"/>
                    </a:lnTo>
                    <a:lnTo>
                      <a:pt x="627" y="88"/>
                    </a:lnTo>
                    <a:lnTo>
                      <a:pt x="625" y="90"/>
                    </a:lnTo>
                    <a:lnTo>
                      <a:pt x="623" y="92"/>
                    </a:lnTo>
                    <a:lnTo>
                      <a:pt x="623" y="92"/>
                    </a:lnTo>
                    <a:lnTo>
                      <a:pt x="621" y="92"/>
                    </a:lnTo>
                    <a:lnTo>
                      <a:pt x="621" y="92"/>
                    </a:lnTo>
                    <a:lnTo>
                      <a:pt x="620" y="92"/>
                    </a:lnTo>
                    <a:lnTo>
                      <a:pt x="621" y="90"/>
                    </a:lnTo>
                    <a:lnTo>
                      <a:pt x="621" y="90"/>
                    </a:lnTo>
                    <a:lnTo>
                      <a:pt x="621" y="90"/>
                    </a:lnTo>
                    <a:lnTo>
                      <a:pt x="620" y="88"/>
                    </a:lnTo>
                    <a:lnTo>
                      <a:pt x="620" y="90"/>
                    </a:lnTo>
                    <a:lnTo>
                      <a:pt x="618" y="92"/>
                    </a:lnTo>
                    <a:lnTo>
                      <a:pt x="616" y="92"/>
                    </a:lnTo>
                    <a:lnTo>
                      <a:pt x="616" y="92"/>
                    </a:lnTo>
                    <a:lnTo>
                      <a:pt x="615" y="92"/>
                    </a:lnTo>
                    <a:lnTo>
                      <a:pt x="615" y="90"/>
                    </a:lnTo>
                    <a:lnTo>
                      <a:pt x="615" y="92"/>
                    </a:lnTo>
                    <a:lnTo>
                      <a:pt x="615" y="92"/>
                    </a:lnTo>
                    <a:lnTo>
                      <a:pt x="615" y="93"/>
                    </a:lnTo>
                    <a:lnTo>
                      <a:pt x="615" y="93"/>
                    </a:lnTo>
                    <a:close/>
                    <a:moveTo>
                      <a:pt x="603" y="64"/>
                    </a:moveTo>
                    <a:lnTo>
                      <a:pt x="604" y="63"/>
                    </a:lnTo>
                    <a:lnTo>
                      <a:pt x="606" y="61"/>
                    </a:lnTo>
                    <a:lnTo>
                      <a:pt x="608" y="59"/>
                    </a:lnTo>
                    <a:lnTo>
                      <a:pt x="606" y="59"/>
                    </a:lnTo>
                    <a:lnTo>
                      <a:pt x="603" y="61"/>
                    </a:lnTo>
                    <a:lnTo>
                      <a:pt x="599" y="63"/>
                    </a:lnTo>
                    <a:lnTo>
                      <a:pt x="601" y="64"/>
                    </a:lnTo>
                    <a:lnTo>
                      <a:pt x="603" y="64"/>
                    </a:lnTo>
                    <a:close/>
                    <a:moveTo>
                      <a:pt x="623" y="59"/>
                    </a:moveTo>
                    <a:lnTo>
                      <a:pt x="623" y="59"/>
                    </a:lnTo>
                    <a:lnTo>
                      <a:pt x="625" y="59"/>
                    </a:lnTo>
                    <a:lnTo>
                      <a:pt x="627" y="58"/>
                    </a:lnTo>
                    <a:lnTo>
                      <a:pt x="628" y="56"/>
                    </a:lnTo>
                    <a:lnTo>
                      <a:pt x="628" y="56"/>
                    </a:lnTo>
                    <a:lnTo>
                      <a:pt x="628" y="56"/>
                    </a:lnTo>
                    <a:lnTo>
                      <a:pt x="630" y="56"/>
                    </a:lnTo>
                    <a:lnTo>
                      <a:pt x="630" y="56"/>
                    </a:lnTo>
                    <a:lnTo>
                      <a:pt x="630" y="56"/>
                    </a:lnTo>
                    <a:lnTo>
                      <a:pt x="632" y="56"/>
                    </a:lnTo>
                    <a:lnTo>
                      <a:pt x="635" y="54"/>
                    </a:lnTo>
                    <a:lnTo>
                      <a:pt x="637" y="51"/>
                    </a:lnTo>
                    <a:lnTo>
                      <a:pt x="637" y="51"/>
                    </a:lnTo>
                    <a:lnTo>
                      <a:pt x="638" y="51"/>
                    </a:lnTo>
                    <a:lnTo>
                      <a:pt x="642" y="47"/>
                    </a:lnTo>
                    <a:lnTo>
                      <a:pt x="644" y="46"/>
                    </a:lnTo>
                    <a:lnTo>
                      <a:pt x="645" y="44"/>
                    </a:lnTo>
                    <a:lnTo>
                      <a:pt x="644" y="42"/>
                    </a:lnTo>
                    <a:lnTo>
                      <a:pt x="644" y="44"/>
                    </a:lnTo>
                    <a:lnTo>
                      <a:pt x="642" y="44"/>
                    </a:lnTo>
                    <a:lnTo>
                      <a:pt x="640" y="47"/>
                    </a:lnTo>
                    <a:lnTo>
                      <a:pt x="637" y="47"/>
                    </a:lnTo>
                    <a:lnTo>
                      <a:pt x="635" y="49"/>
                    </a:lnTo>
                    <a:lnTo>
                      <a:pt x="635" y="51"/>
                    </a:lnTo>
                    <a:lnTo>
                      <a:pt x="635" y="49"/>
                    </a:lnTo>
                    <a:lnTo>
                      <a:pt x="635" y="49"/>
                    </a:lnTo>
                    <a:lnTo>
                      <a:pt x="632" y="53"/>
                    </a:lnTo>
                    <a:lnTo>
                      <a:pt x="632" y="54"/>
                    </a:lnTo>
                    <a:lnTo>
                      <a:pt x="630" y="54"/>
                    </a:lnTo>
                    <a:lnTo>
                      <a:pt x="628" y="54"/>
                    </a:lnTo>
                    <a:lnTo>
                      <a:pt x="628" y="53"/>
                    </a:lnTo>
                    <a:lnTo>
                      <a:pt x="628" y="51"/>
                    </a:lnTo>
                    <a:lnTo>
                      <a:pt x="627" y="53"/>
                    </a:lnTo>
                    <a:lnTo>
                      <a:pt x="625" y="54"/>
                    </a:lnTo>
                    <a:lnTo>
                      <a:pt x="623" y="56"/>
                    </a:lnTo>
                    <a:lnTo>
                      <a:pt x="623" y="56"/>
                    </a:lnTo>
                    <a:lnTo>
                      <a:pt x="621" y="58"/>
                    </a:lnTo>
                    <a:lnTo>
                      <a:pt x="620" y="58"/>
                    </a:lnTo>
                    <a:lnTo>
                      <a:pt x="620" y="58"/>
                    </a:lnTo>
                    <a:lnTo>
                      <a:pt x="618" y="61"/>
                    </a:lnTo>
                    <a:lnTo>
                      <a:pt x="618" y="61"/>
                    </a:lnTo>
                    <a:lnTo>
                      <a:pt x="618" y="61"/>
                    </a:lnTo>
                    <a:lnTo>
                      <a:pt x="618" y="63"/>
                    </a:lnTo>
                    <a:lnTo>
                      <a:pt x="620" y="61"/>
                    </a:lnTo>
                    <a:lnTo>
                      <a:pt x="623" y="59"/>
                    </a:lnTo>
                    <a:close/>
                    <a:moveTo>
                      <a:pt x="294" y="100"/>
                    </a:moveTo>
                    <a:lnTo>
                      <a:pt x="294" y="98"/>
                    </a:lnTo>
                    <a:lnTo>
                      <a:pt x="294" y="97"/>
                    </a:lnTo>
                    <a:lnTo>
                      <a:pt x="292" y="95"/>
                    </a:lnTo>
                    <a:lnTo>
                      <a:pt x="290" y="95"/>
                    </a:lnTo>
                    <a:lnTo>
                      <a:pt x="289" y="95"/>
                    </a:lnTo>
                    <a:lnTo>
                      <a:pt x="289" y="97"/>
                    </a:lnTo>
                    <a:lnTo>
                      <a:pt x="289" y="97"/>
                    </a:lnTo>
                    <a:lnTo>
                      <a:pt x="292" y="100"/>
                    </a:lnTo>
                    <a:lnTo>
                      <a:pt x="294" y="100"/>
                    </a:lnTo>
                    <a:close/>
                    <a:moveTo>
                      <a:pt x="306" y="64"/>
                    </a:moveTo>
                    <a:lnTo>
                      <a:pt x="307" y="64"/>
                    </a:lnTo>
                    <a:lnTo>
                      <a:pt x="309" y="64"/>
                    </a:lnTo>
                    <a:lnTo>
                      <a:pt x="311" y="64"/>
                    </a:lnTo>
                    <a:lnTo>
                      <a:pt x="312" y="64"/>
                    </a:lnTo>
                    <a:lnTo>
                      <a:pt x="312" y="63"/>
                    </a:lnTo>
                    <a:lnTo>
                      <a:pt x="314" y="63"/>
                    </a:lnTo>
                    <a:lnTo>
                      <a:pt x="314" y="61"/>
                    </a:lnTo>
                    <a:lnTo>
                      <a:pt x="314" y="61"/>
                    </a:lnTo>
                    <a:lnTo>
                      <a:pt x="314" y="59"/>
                    </a:lnTo>
                    <a:lnTo>
                      <a:pt x="314" y="58"/>
                    </a:lnTo>
                    <a:lnTo>
                      <a:pt x="312" y="58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6" y="58"/>
                    </a:lnTo>
                    <a:lnTo>
                      <a:pt x="304" y="58"/>
                    </a:lnTo>
                    <a:lnTo>
                      <a:pt x="302" y="59"/>
                    </a:lnTo>
                    <a:lnTo>
                      <a:pt x="302" y="61"/>
                    </a:lnTo>
                    <a:lnTo>
                      <a:pt x="304" y="63"/>
                    </a:lnTo>
                    <a:lnTo>
                      <a:pt x="306" y="64"/>
                    </a:lnTo>
                    <a:close/>
                    <a:moveTo>
                      <a:pt x="53" y="334"/>
                    </a:moveTo>
                    <a:lnTo>
                      <a:pt x="53" y="336"/>
                    </a:lnTo>
                    <a:lnTo>
                      <a:pt x="54" y="336"/>
                    </a:lnTo>
                    <a:lnTo>
                      <a:pt x="54" y="336"/>
                    </a:lnTo>
                    <a:lnTo>
                      <a:pt x="54" y="334"/>
                    </a:lnTo>
                    <a:lnTo>
                      <a:pt x="54" y="334"/>
                    </a:lnTo>
                    <a:lnTo>
                      <a:pt x="54" y="333"/>
                    </a:lnTo>
                    <a:lnTo>
                      <a:pt x="53" y="333"/>
                    </a:lnTo>
                    <a:lnTo>
                      <a:pt x="53" y="331"/>
                    </a:lnTo>
                    <a:lnTo>
                      <a:pt x="51" y="331"/>
                    </a:lnTo>
                    <a:lnTo>
                      <a:pt x="51" y="331"/>
                    </a:lnTo>
                    <a:lnTo>
                      <a:pt x="51" y="331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3" y="334"/>
                    </a:lnTo>
                    <a:close/>
                    <a:moveTo>
                      <a:pt x="301" y="7"/>
                    </a:moveTo>
                    <a:lnTo>
                      <a:pt x="301" y="8"/>
                    </a:lnTo>
                    <a:lnTo>
                      <a:pt x="301" y="8"/>
                    </a:lnTo>
                    <a:lnTo>
                      <a:pt x="302" y="10"/>
                    </a:lnTo>
                    <a:lnTo>
                      <a:pt x="302" y="10"/>
                    </a:lnTo>
                    <a:lnTo>
                      <a:pt x="304" y="13"/>
                    </a:lnTo>
                    <a:lnTo>
                      <a:pt x="304" y="15"/>
                    </a:lnTo>
                    <a:lnTo>
                      <a:pt x="302" y="15"/>
                    </a:lnTo>
                    <a:lnTo>
                      <a:pt x="302" y="15"/>
                    </a:lnTo>
                    <a:lnTo>
                      <a:pt x="301" y="15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4" y="22"/>
                    </a:lnTo>
                    <a:lnTo>
                      <a:pt x="306" y="24"/>
                    </a:lnTo>
                    <a:lnTo>
                      <a:pt x="307" y="27"/>
                    </a:lnTo>
                    <a:lnTo>
                      <a:pt x="307" y="29"/>
                    </a:lnTo>
                    <a:lnTo>
                      <a:pt x="311" y="32"/>
                    </a:lnTo>
                    <a:lnTo>
                      <a:pt x="311" y="30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2"/>
                    </a:lnTo>
                    <a:lnTo>
                      <a:pt x="311" y="20"/>
                    </a:lnTo>
                    <a:lnTo>
                      <a:pt x="311" y="19"/>
                    </a:lnTo>
                    <a:lnTo>
                      <a:pt x="312" y="17"/>
                    </a:lnTo>
                    <a:lnTo>
                      <a:pt x="312" y="17"/>
                    </a:lnTo>
                    <a:lnTo>
                      <a:pt x="311" y="17"/>
                    </a:lnTo>
                    <a:lnTo>
                      <a:pt x="309" y="15"/>
                    </a:lnTo>
                    <a:lnTo>
                      <a:pt x="309" y="13"/>
                    </a:lnTo>
                    <a:lnTo>
                      <a:pt x="309" y="13"/>
                    </a:lnTo>
                    <a:lnTo>
                      <a:pt x="311" y="13"/>
                    </a:lnTo>
                    <a:lnTo>
                      <a:pt x="311" y="13"/>
                    </a:lnTo>
                    <a:lnTo>
                      <a:pt x="311" y="12"/>
                    </a:lnTo>
                    <a:lnTo>
                      <a:pt x="311" y="12"/>
                    </a:lnTo>
                    <a:lnTo>
                      <a:pt x="311" y="10"/>
                    </a:lnTo>
                    <a:lnTo>
                      <a:pt x="311" y="8"/>
                    </a:lnTo>
                    <a:lnTo>
                      <a:pt x="309" y="8"/>
                    </a:lnTo>
                    <a:lnTo>
                      <a:pt x="311" y="8"/>
                    </a:lnTo>
                    <a:lnTo>
                      <a:pt x="309" y="7"/>
                    </a:lnTo>
                    <a:lnTo>
                      <a:pt x="309" y="5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2"/>
                    </a:lnTo>
                    <a:lnTo>
                      <a:pt x="311" y="0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4" y="7"/>
                    </a:lnTo>
                    <a:lnTo>
                      <a:pt x="304" y="7"/>
                    </a:lnTo>
                    <a:lnTo>
                      <a:pt x="302" y="7"/>
                    </a:lnTo>
                    <a:lnTo>
                      <a:pt x="302" y="7"/>
                    </a:lnTo>
                    <a:lnTo>
                      <a:pt x="301" y="5"/>
                    </a:lnTo>
                    <a:lnTo>
                      <a:pt x="299" y="5"/>
                    </a:lnTo>
                    <a:lnTo>
                      <a:pt x="299" y="7"/>
                    </a:lnTo>
                    <a:lnTo>
                      <a:pt x="301" y="7"/>
                    </a:lnTo>
                    <a:close/>
                    <a:moveTo>
                      <a:pt x="46" y="329"/>
                    </a:moveTo>
                    <a:lnTo>
                      <a:pt x="46" y="329"/>
                    </a:lnTo>
                    <a:lnTo>
                      <a:pt x="44" y="329"/>
                    </a:lnTo>
                    <a:lnTo>
                      <a:pt x="44" y="329"/>
                    </a:lnTo>
                    <a:lnTo>
                      <a:pt x="44" y="329"/>
                    </a:lnTo>
                    <a:lnTo>
                      <a:pt x="44" y="331"/>
                    </a:lnTo>
                    <a:lnTo>
                      <a:pt x="46" y="333"/>
                    </a:lnTo>
                    <a:lnTo>
                      <a:pt x="46" y="334"/>
                    </a:lnTo>
                    <a:lnTo>
                      <a:pt x="48" y="339"/>
                    </a:lnTo>
                    <a:lnTo>
                      <a:pt x="49" y="341"/>
                    </a:lnTo>
                    <a:lnTo>
                      <a:pt x="51" y="341"/>
                    </a:lnTo>
                    <a:lnTo>
                      <a:pt x="51" y="343"/>
                    </a:lnTo>
                    <a:lnTo>
                      <a:pt x="51" y="343"/>
                    </a:lnTo>
                    <a:lnTo>
                      <a:pt x="51" y="345"/>
                    </a:lnTo>
                    <a:lnTo>
                      <a:pt x="51" y="339"/>
                    </a:lnTo>
                    <a:lnTo>
                      <a:pt x="51" y="338"/>
                    </a:lnTo>
                    <a:lnTo>
                      <a:pt x="49" y="334"/>
                    </a:lnTo>
                    <a:lnTo>
                      <a:pt x="46" y="329"/>
                    </a:lnTo>
                    <a:close/>
                    <a:moveTo>
                      <a:pt x="379" y="49"/>
                    </a:moveTo>
                    <a:lnTo>
                      <a:pt x="379" y="49"/>
                    </a:lnTo>
                    <a:lnTo>
                      <a:pt x="379" y="49"/>
                    </a:lnTo>
                    <a:lnTo>
                      <a:pt x="379" y="49"/>
                    </a:lnTo>
                    <a:lnTo>
                      <a:pt x="380" y="47"/>
                    </a:lnTo>
                    <a:lnTo>
                      <a:pt x="382" y="46"/>
                    </a:lnTo>
                    <a:lnTo>
                      <a:pt x="382" y="46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7" y="46"/>
                    </a:lnTo>
                    <a:lnTo>
                      <a:pt x="387" y="44"/>
                    </a:lnTo>
                    <a:lnTo>
                      <a:pt x="385" y="44"/>
                    </a:lnTo>
                    <a:lnTo>
                      <a:pt x="385" y="42"/>
                    </a:lnTo>
                    <a:lnTo>
                      <a:pt x="384" y="42"/>
                    </a:lnTo>
                    <a:lnTo>
                      <a:pt x="384" y="44"/>
                    </a:lnTo>
                    <a:lnTo>
                      <a:pt x="382" y="44"/>
                    </a:lnTo>
                    <a:lnTo>
                      <a:pt x="379" y="44"/>
                    </a:lnTo>
                    <a:lnTo>
                      <a:pt x="379" y="46"/>
                    </a:lnTo>
                    <a:lnTo>
                      <a:pt x="379" y="46"/>
                    </a:lnTo>
                    <a:lnTo>
                      <a:pt x="379" y="47"/>
                    </a:lnTo>
                    <a:lnTo>
                      <a:pt x="379" y="47"/>
                    </a:lnTo>
                    <a:lnTo>
                      <a:pt x="379" y="49"/>
                    </a:lnTo>
                    <a:close/>
                    <a:moveTo>
                      <a:pt x="375" y="59"/>
                    </a:moveTo>
                    <a:lnTo>
                      <a:pt x="377" y="59"/>
                    </a:lnTo>
                    <a:lnTo>
                      <a:pt x="379" y="59"/>
                    </a:lnTo>
                    <a:lnTo>
                      <a:pt x="379" y="59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79" y="58"/>
                    </a:lnTo>
                    <a:lnTo>
                      <a:pt x="379" y="56"/>
                    </a:lnTo>
                    <a:lnTo>
                      <a:pt x="380" y="56"/>
                    </a:lnTo>
                    <a:lnTo>
                      <a:pt x="384" y="56"/>
                    </a:lnTo>
                    <a:lnTo>
                      <a:pt x="385" y="56"/>
                    </a:lnTo>
                    <a:lnTo>
                      <a:pt x="387" y="54"/>
                    </a:lnTo>
                    <a:lnTo>
                      <a:pt x="385" y="53"/>
                    </a:lnTo>
                    <a:lnTo>
                      <a:pt x="384" y="53"/>
                    </a:lnTo>
                    <a:lnTo>
                      <a:pt x="382" y="53"/>
                    </a:lnTo>
                    <a:lnTo>
                      <a:pt x="380" y="54"/>
                    </a:lnTo>
                    <a:lnTo>
                      <a:pt x="377" y="56"/>
                    </a:lnTo>
                    <a:lnTo>
                      <a:pt x="377" y="56"/>
                    </a:lnTo>
                    <a:lnTo>
                      <a:pt x="375" y="56"/>
                    </a:lnTo>
                    <a:lnTo>
                      <a:pt x="375" y="58"/>
                    </a:lnTo>
                    <a:lnTo>
                      <a:pt x="377" y="59"/>
                    </a:lnTo>
                    <a:lnTo>
                      <a:pt x="375" y="59"/>
                    </a:lnTo>
                    <a:close/>
                    <a:moveTo>
                      <a:pt x="684" y="285"/>
                    </a:moveTo>
                    <a:lnTo>
                      <a:pt x="684" y="285"/>
                    </a:lnTo>
                    <a:lnTo>
                      <a:pt x="684" y="283"/>
                    </a:lnTo>
                    <a:lnTo>
                      <a:pt x="684" y="283"/>
                    </a:lnTo>
                    <a:lnTo>
                      <a:pt x="684" y="282"/>
                    </a:lnTo>
                    <a:lnTo>
                      <a:pt x="686" y="282"/>
                    </a:lnTo>
                    <a:lnTo>
                      <a:pt x="686" y="282"/>
                    </a:lnTo>
                    <a:lnTo>
                      <a:pt x="686" y="280"/>
                    </a:lnTo>
                    <a:lnTo>
                      <a:pt x="684" y="280"/>
                    </a:lnTo>
                    <a:lnTo>
                      <a:pt x="684" y="280"/>
                    </a:lnTo>
                    <a:lnTo>
                      <a:pt x="684" y="278"/>
                    </a:lnTo>
                    <a:lnTo>
                      <a:pt x="684" y="278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6" y="275"/>
                    </a:lnTo>
                    <a:lnTo>
                      <a:pt x="686" y="275"/>
                    </a:lnTo>
                    <a:lnTo>
                      <a:pt x="688" y="273"/>
                    </a:lnTo>
                    <a:lnTo>
                      <a:pt x="686" y="273"/>
                    </a:lnTo>
                    <a:lnTo>
                      <a:pt x="684" y="275"/>
                    </a:lnTo>
                    <a:lnTo>
                      <a:pt x="684" y="275"/>
                    </a:lnTo>
                    <a:lnTo>
                      <a:pt x="683" y="273"/>
                    </a:lnTo>
                    <a:lnTo>
                      <a:pt x="683" y="273"/>
                    </a:lnTo>
                    <a:lnTo>
                      <a:pt x="681" y="275"/>
                    </a:lnTo>
                    <a:lnTo>
                      <a:pt x="681" y="277"/>
                    </a:lnTo>
                    <a:lnTo>
                      <a:pt x="681" y="277"/>
                    </a:lnTo>
                    <a:lnTo>
                      <a:pt x="679" y="278"/>
                    </a:lnTo>
                    <a:lnTo>
                      <a:pt x="679" y="278"/>
                    </a:lnTo>
                    <a:lnTo>
                      <a:pt x="678" y="278"/>
                    </a:lnTo>
                    <a:lnTo>
                      <a:pt x="672" y="275"/>
                    </a:lnTo>
                    <a:lnTo>
                      <a:pt x="671" y="273"/>
                    </a:lnTo>
                    <a:lnTo>
                      <a:pt x="671" y="275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67" y="277"/>
                    </a:lnTo>
                    <a:lnTo>
                      <a:pt x="666" y="277"/>
                    </a:lnTo>
                    <a:lnTo>
                      <a:pt x="666" y="277"/>
                    </a:lnTo>
                    <a:lnTo>
                      <a:pt x="666" y="277"/>
                    </a:lnTo>
                    <a:lnTo>
                      <a:pt x="664" y="275"/>
                    </a:lnTo>
                    <a:lnTo>
                      <a:pt x="664" y="272"/>
                    </a:lnTo>
                    <a:lnTo>
                      <a:pt x="664" y="270"/>
                    </a:lnTo>
                    <a:lnTo>
                      <a:pt x="664" y="268"/>
                    </a:lnTo>
                    <a:lnTo>
                      <a:pt x="664" y="268"/>
                    </a:lnTo>
                    <a:lnTo>
                      <a:pt x="666" y="266"/>
                    </a:lnTo>
                    <a:lnTo>
                      <a:pt x="666" y="266"/>
                    </a:lnTo>
                    <a:lnTo>
                      <a:pt x="667" y="266"/>
                    </a:lnTo>
                    <a:lnTo>
                      <a:pt x="667" y="268"/>
                    </a:lnTo>
                    <a:lnTo>
                      <a:pt x="667" y="266"/>
                    </a:lnTo>
                    <a:lnTo>
                      <a:pt x="667" y="265"/>
                    </a:lnTo>
                    <a:lnTo>
                      <a:pt x="669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1" y="263"/>
                    </a:lnTo>
                    <a:lnTo>
                      <a:pt x="671" y="261"/>
                    </a:lnTo>
                    <a:lnTo>
                      <a:pt x="669" y="261"/>
                    </a:lnTo>
                    <a:lnTo>
                      <a:pt x="669" y="261"/>
                    </a:lnTo>
                    <a:lnTo>
                      <a:pt x="669" y="260"/>
                    </a:lnTo>
                    <a:lnTo>
                      <a:pt x="669" y="256"/>
                    </a:lnTo>
                    <a:lnTo>
                      <a:pt x="671" y="255"/>
                    </a:lnTo>
                    <a:lnTo>
                      <a:pt x="674" y="253"/>
                    </a:lnTo>
                    <a:lnTo>
                      <a:pt x="678" y="255"/>
                    </a:lnTo>
                    <a:lnTo>
                      <a:pt x="679" y="249"/>
                    </a:lnTo>
                    <a:lnTo>
                      <a:pt x="679" y="248"/>
                    </a:lnTo>
                    <a:lnTo>
                      <a:pt x="683" y="246"/>
                    </a:lnTo>
                    <a:lnTo>
                      <a:pt x="683" y="244"/>
                    </a:lnTo>
                    <a:lnTo>
                      <a:pt x="683" y="243"/>
                    </a:lnTo>
                    <a:lnTo>
                      <a:pt x="683" y="243"/>
                    </a:lnTo>
                    <a:lnTo>
                      <a:pt x="681" y="241"/>
                    </a:lnTo>
                    <a:lnTo>
                      <a:pt x="681" y="241"/>
                    </a:lnTo>
                    <a:lnTo>
                      <a:pt x="679" y="239"/>
                    </a:lnTo>
                    <a:lnTo>
                      <a:pt x="678" y="241"/>
                    </a:lnTo>
                    <a:lnTo>
                      <a:pt x="676" y="239"/>
                    </a:lnTo>
                    <a:lnTo>
                      <a:pt x="674" y="243"/>
                    </a:lnTo>
                    <a:lnTo>
                      <a:pt x="674" y="243"/>
                    </a:lnTo>
                    <a:lnTo>
                      <a:pt x="674" y="244"/>
                    </a:lnTo>
                    <a:lnTo>
                      <a:pt x="674" y="244"/>
                    </a:lnTo>
                    <a:lnTo>
                      <a:pt x="674" y="244"/>
                    </a:lnTo>
                    <a:lnTo>
                      <a:pt x="676" y="244"/>
                    </a:lnTo>
                    <a:lnTo>
                      <a:pt x="676" y="244"/>
                    </a:lnTo>
                    <a:lnTo>
                      <a:pt x="676" y="246"/>
                    </a:lnTo>
                    <a:lnTo>
                      <a:pt x="674" y="248"/>
                    </a:lnTo>
                    <a:lnTo>
                      <a:pt x="672" y="248"/>
                    </a:lnTo>
                    <a:lnTo>
                      <a:pt x="672" y="248"/>
                    </a:lnTo>
                    <a:lnTo>
                      <a:pt x="667" y="248"/>
                    </a:lnTo>
                    <a:lnTo>
                      <a:pt x="666" y="248"/>
                    </a:lnTo>
                    <a:lnTo>
                      <a:pt x="666" y="246"/>
                    </a:lnTo>
                    <a:lnTo>
                      <a:pt x="664" y="246"/>
                    </a:lnTo>
                    <a:lnTo>
                      <a:pt x="664" y="244"/>
                    </a:lnTo>
                    <a:lnTo>
                      <a:pt x="664" y="243"/>
                    </a:lnTo>
                    <a:lnTo>
                      <a:pt x="666" y="241"/>
                    </a:lnTo>
                    <a:lnTo>
                      <a:pt x="666" y="241"/>
                    </a:lnTo>
                    <a:lnTo>
                      <a:pt x="664" y="241"/>
                    </a:lnTo>
                    <a:lnTo>
                      <a:pt x="664" y="241"/>
                    </a:lnTo>
                    <a:lnTo>
                      <a:pt x="662" y="241"/>
                    </a:lnTo>
                    <a:lnTo>
                      <a:pt x="662" y="239"/>
                    </a:lnTo>
                    <a:lnTo>
                      <a:pt x="661" y="239"/>
                    </a:lnTo>
                    <a:lnTo>
                      <a:pt x="662" y="238"/>
                    </a:lnTo>
                    <a:lnTo>
                      <a:pt x="662" y="238"/>
                    </a:lnTo>
                    <a:lnTo>
                      <a:pt x="664" y="236"/>
                    </a:lnTo>
                    <a:lnTo>
                      <a:pt x="666" y="234"/>
                    </a:lnTo>
                    <a:lnTo>
                      <a:pt x="666" y="233"/>
                    </a:lnTo>
                    <a:lnTo>
                      <a:pt x="666" y="231"/>
                    </a:lnTo>
                    <a:lnTo>
                      <a:pt x="664" y="231"/>
                    </a:lnTo>
                    <a:lnTo>
                      <a:pt x="662" y="231"/>
                    </a:lnTo>
                    <a:lnTo>
                      <a:pt x="661" y="233"/>
                    </a:lnTo>
                    <a:lnTo>
                      <a:pt x="661" y="233"/>
                    </a:lnTo>
                    <a:lnTo>
                      <a:pt x="659" y="236"/>
                    </a:lnTo>
                    <a:lnTo>
                      <a:pt x="659" y="234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8"/>
                    </a:lnTo>
                    <a:lnTo>
                      <a:pt x="655" y="236"/>
                    </a:lnTo>
                    <a:lnTo>
                      <a:pt x="655" y="236"/>
                    </a:lnTo>
                    <a:lnTo>
                      <a:pt x="655" y="236"/>
                    </a:lnTo>
                    <a:lnTo>
                      <a:pt x="655" y="234"/>
                    </a:lnTo>
                    <a:lnTo>
                      <a:pt x="655" y="234"/>
                    </a:lnTo>
                    <a:lnTo>
                      <a:pt x="657" y="234"/>
                    </a:lnTo>
                    <a:lnTo>
                      <a:pt x="655" y="234"/>
                    </a:lnTo>
                    <a:lnTo>
                      <a:pt x="655" y="234"/>
                    </a:lnTo>
                    <a:lnTo>
                      <a:pt x="654" y="234"/>
                    </a:lnTo>
                    <a:lnTo>
                      <a:pt x="654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6"/>
                    </a:lnTo>
                    <a:lnTo>
                      <a:pt x="654" y="236"/>
                    </a:lnTo>
                    <a:lnTo>
                      <a:pt x="654" y="236"/>
                    </a:lnTo>
                    <a:lnTo>
                      <a:pt x="652" y="238"/>
                    </a:lnTo>
                    <a:lnTo>
                      <a:pt x="654" y="238"/>
                    </a:lnTo>
                    <a:lnTo>
                      <a:pt x="655" y="238"/>
                    </a:lnTo>
                    <a:lnTo>
                      <a:pt x="655" y="239"/>
                    </a:lnTo>
                    <a:lnTo>
                      <a:pt x="655" y="241"/>
                    </a:lnTo>
                    <a:lnTo>
                      <a:pt x="655" y="241"/>
                    </a:lnTo>
                    <a:lnTo>
                      <a:pt x="657" y="241"/>
                    </a:lnTo>
                    <a:lnTo>
                      <a:pt x="657" y="243"/>
                    </a:lnTo>
                    <a:lnTo>
                      <a:pt x="655" y="243"/>
                    </a:lnTo>
                    <a:lnTo>
                      <a:pt x="654" y="243"/>
                    </a:lnTo>
                    <a:lnTo>
                      <a:pt x="654" y="244"/>
                    </a:lnTo>
                    <a:lnTo>
                      <a:pt x="654" y="244"/>
                    </a:lnTo>
                    <a:lnTo>
                      <a:pt x="652" y="244"/>
                    </a:lnTo>
                    <a:lnTo>
                      <a:pt x="652" y="246"/>
                    </a:lnTo>
                    <a:lnTo>
                      <a:pt x="650" y="244"/>
                    </a:lnTo>
                    <a:lnTo>
                      <a:pt x="649" y="243"/>
                    </a:lnTo>
                    <a:lnTo>
                      <a:pt x="649" y="243"/>
                    </a:lnTo>
                    <a:lnTo>
                      <a:pt x="647" y="244"/>
                    </a:lnTo>
                    <a:lnTo>
                      <a:pt x="647" y="246"/>
                    </a:lnTo>
                    <a:lnTo>
                      <a:pt x="647" y="246"/>
                    </a:lnTo>
                    <a:lnTo>
                      <a:pt x="645" y="246"/>
                    </a:lnTo>
                    <a:lnTo>
                      <a:pt x="644" y="246"/>
                    </a:lnTo>
                    <a:lnTo>
                      <a:pt x="644" y="248"/>
                    </a:lnTo>
                    <a:lnTo>
                      <a:pt x="640" y="246"/>
                    </a:lnTo>
                    <a:lnTo>
                      <a:pt x="640" y="244"/>
                    </a:lnTo>
                    <a:lnTo>
                      <a:pt x="638" y="246"/>
                    </a:lnTo>
                    <a:lnTo>
                      <a:pt x="638" y="246"/>
                    </a:lnTo>
                    <a:lnTo>
                      <a:pt x="638" y="248"/>
                    </a:lnTo>
                    <a:lnTo>
                      <a:pt x="640" y="249"/>
                    </a:lnTo>
                    <a:lnTo>
                      <a:pt x="640" y="251"/>
                    </a:lnTo>
                    <a:lnTo>
                      <a:pt x="640" y="253"/>
                    </a:lnTo>
                    <a:lnTo>
                      <a:pt x="638" y="258"/>
                    </a:lnTo>
                    <a:lnTo>
                      <a:pt x="638" y="261"/>
                    </a:lnTo>
                    <a:lnTo>
                      <a:pt x="638" y="266"/>
                    </a:lnTo>
                    <a:lnTo>
                      <a:pt x="640" y="268"/>
                    </a:lnTo>
                    <a:lnTo>
                      <a:pt x="640" y="270"/>
                    </a:lnTo>
                    <a:lnTo>
                      <a:pt x="640" y="272"/>
                    </a:lnTo>
                    <a:lnTo>
                      <a:pt x="640" y="272"/>
                    </a:lnTo>
                    <a:lnTo>
                      <a:pt x="640" y="273"/>
                    </a:lnTo>
                    <a:lnTo>
                      <a:pt x="638" y="275"/>
                    </a:lnTo>
                    <a:lnTo>
                      <a:pt x="637" y="277"/>
                    </a:lnTo>
                    <a:lnTo>
                      <a:pt x="635" y="277"/>
                    </a:lnTo>
                    <a:lnTo>
                      <a:pt x="633" y="278"/>
                    </a:lnTo>
                    <a:lnTo>
                      <a:pt x="632" y="278"/>
                    </a:lnTo>
                    <a:lnTo>
                      <a:pt x="632" y="280"/>
                    </a:lnTo>
                    <a:lnTo>
                      <a:pt x="632" y="280"/>
                    </a:lnTo>
                    <a:lnTo>
                      <a:pt x="632" y="282"/>
                    </a:lnTo>
                    <a:lnTo>
                      <a:pt x="632" y="282"/>
                    </a:lnTo>
                    <a:lnTo>
                      <a:pt x="632" y="280"/>
                    </a:lnTo>
                    <a:lnTo>
                      <a:pt x="633" y="280"/>
                    </a:lnTo>
                    <a:lnTo>
                      <a:pt x="635" y="278"/>
                    </a:lnTo>
                    <a:lnTo>
                      <a:pt x="638" y="278"/>
                    </a:lnTo>
                    <a:lnTo>
                      <a:pt x="640" y="278"/>
                    </a:lnTo>
                    <a:lnTo>
                      <a:pt x="640" y="278"/>
                    </a:lnTo>
                    <a:lnTo>
                      <a:pt x="642" y="280"/>
                    </a:lnTo>
                    <a:lnTo>
                      <a:pt x="644" y="280"/>
                    </a:lnTo>
                    <a:lnTo>
                      <a:pt x="659" y="285"/>
                    </a:lnTo>
                    <a:lnTo>
                      <a:pt x="662" y="285"/>
                    </a:lnTo>
                    <a:lnTo>
                      <a:pt x="666" y="283"/>
                    </a:lnTo>
                    <a:lnTo>
                      <a:pt x="666" y="283"/>
                    </a:lnTo>
                    <a:lnTo>
                      <a:pt x="667" y="283"/>
                    </a:lnTo>
                    <a:lnTo>
                      <a:pt x="669" y="283"/>
                    </a:lnTo>
                    <a:lnTo>
                      <a:pt x="672" y="283"/>
                    </a:lnTo>
                    <a:lnTo>
                      <a:pt x="674" y="285"/>
                    </a:lnTo>
                    <a:lnTo>
                      <a:pt x="676" y="285"/>
                    </a:lnTo>
                    <a:lnTo>
                      <a:pt x="676" y="285"/>
                    </a:lnTo>
                    <a:lnTo>
                      <a:pt x="678" y="285"/>
                    </a:lnTo>
                    <a:lnTo>
                      <a:pt x="681" y="287"/>
                    </a:lnTo>
                    <a:lnTo>
                      <a:pt x="681" y="285"/>
                    </a:lnTo>
                    <a:lnTo>
                      <a:pt x="681" y="285"/>
                    </a:lnTo>
                    <a:lnTo>
                      <a:pt x="683" y="285"/>
                    </a:lnTo>
                    <a:lnTo>
                      <a:pt x="684" y="287"/>
                    </a:lnTo>
                    <a:lnTo>
                      <a:pt x="683" y="285"/>
                    </a:lnTo>
                    <a:lnTo>
                      <a:pt x="683" y="285"/>
                    </a:lnTo>
                    <a:lnTo>
                      <a:pt x="684" y="285"/>
                    </a:lnTo>
                    <a:close/>
                    <a:moveTo>
                      <a:pt x="657" y="413"/>
                    </a:moveTo>
                    <a:lnTo>
                      <a:pt x="659" y="413"/>
                    </a:lnTo>
                    <a:lnTo>
                      <a:pt x="659" y="414"/>
                    </a:lnTo>
                    <a:lnTo>
                      <a:pt x="661" y="414"/>
                    </a:lnTo>
                    <a:lnTo>
                      <a:pt x="662" y="411"/>
                    </a:lnTo>
                    <a:lnTo>
                      <a:pt x="664" y="409"/>
                    </a:lnTo>
                    <a:lnTo>
                      <a:pt x="664" y="407"/>
                    </a:lnTo>
                    <a:lnTo>
                      <a:pt x="664" y="407"/>
                    </a:lnTo>
                    <a:lnTo>
                      <a:pt x="662" y="406"/>
                    </a:lnTo>
                    <a:lnTo>
                      <a:pt x="661" y="406"/>
                    </a:lnTo>
                    <a:lnTo>
                      <a:pt x="661" y="404"/>
                    </a:lnTo>
                    <a:lnTo>
                      <a:pt x="659" y="406"/>
                    </a:lnTo>
                    <a:lnTo>
                      <a:pt x="657" y="406"/>
                    </a:lnTo>
                    <a:lnTo>
                      <a:pt x="657" y="407"/>
                    </a:lnTo>
                    <a:lnTo>
                      <a:pt x="655" y="409"/>
                    </a:lnTo>
                    <a:lnTo>
                      <a:pt x="657" y="411"/>
                    </a:lnTo>
                    <a:lnTo>
                      <a:pt x="657" y="413"/>
                    </a:lnTo>
                    <a:close/>
                    <a:moveTo>
                      <a:pt x="618" y="214"/>
                    </a:moveTo>
                    <a:lnTo>
                      <a:pt x="620" y="216"/>
                    </a:lnTo>
                    <a:lnTo>
                      <a:pt x="620" y="214"/>
                    </a:lnTo>
                    <a:lnTo>
                      <a:pt x="620" y="214"/>
                    </a:lnTo>
                    <a:lnTo>
                      <a:pt x="620" y="214"/>
                    </a:lnTo>
                    <a:lnTo>
                      <a:pt x="618" y="214"/>
                    </a:lnTo>
                    <a:lnTo>
                      <a:pt x="618" y="212"/>
                    </a:lnTo>
                    <a:lnTo>
                      <a:pt x="616" y="210"/>
                    </a:lnTo>
                    <a:lnTo>
                      <a:pt x="616" y="209"/>
                    </a:lnTo>
                    <a:lnTo>
                      <a:pt x="615" y="207"/>
                    </a:lnTo>
                    <a:lnTo>
                      <a:pt x="613" y="205"/>
                    </a:lnTo>
                    <a:lnTo>
                      <a:pt x="611" y="205"/>
                    </a:lnTo>
                    <a:lnTo>
                      <a:pt x="613" y="207"/>
                    </a:lnTo>
                    <a:lnTo>
                      <a:pt x="615" y="209"/>
                    </a:lnTo>
                    <a:lnTo>
                      <a:pt x="615" y="210"/>
                    </a:lnTo>
                    <a:lnTo>
                      <a:pt x="615" y="212"/>
                    </a:lnTo>
                    <a:lnTo>
                      <a:pt x="615" y="217"/>
                    </a:lnTo>
                    <a:lnTo>
                      <a:pt x="615" y="217"/>
                    </a:lnTo>
                    <a:lnTo>
                      <a:pt x="616" y="219"/>
                    </a:lnTo>
                    <a:lnTo>
                      <a:pt x="616" y="219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19"/>
                    </a:lnTo>
                    <a:lnTo>
                      <a:pt x="616" y="217"/>
                    </a:lnTo>
                    <a:lnTo>
                      <a:pt x="616" y="216"/>
                    </a:lnTo>
                    <a:lnTo>
                      <a:pt x="618" y="216"/>
                    </a:lnTo>
                    <a:lnTo>
                      <a:pt x="618" y="214"/>
                    </a:lnTo>
                    <a:close/>
                    <a:moveTo>
                      <a:pt x="577" y="338"/>
                    </a:moveTo>
                    <a:lnTo>
                      <a:pt x="577" y="338"/>
                    </a:lnTo>
                    <a:lnTo>
                      <a:pt x="577" y="338"/>
                    </a:lnTo>
                    <a:lnTo>
                      <a:pt x="577" y="339"/>
                    </a:lnTo>
                    <a:lnTo>
                      <a:pt x="579" y="339"/>
                    </a:lnTo>
                    <a:lnTo>
                      <a:pt x="581" y="338"/>
                    </a:lnTo>
                    <a:lnTo>
                      <a:pt x="582" y="338"/>
                    </a:lnTo>
                    <a:lnTo>
                      <a:pt x="582" y="338"/>
                    </a:lnTo>
                    <a:lnTo>
                      <a:pt x="584" y="338"/>
                    </a:lnTo>
                    <a:lnTo>
                      <a:pt x="584" y="336"/>
                    </a:lnTo>
                    <a:lnTo>
                      <a:pt x="582" y="334"/>
                    </a:lnTo>
                    <a:lnTo>
                      <a:pt x="582" y="333"/>
                    </a:lnTo>
                    <a:lnTo>
                      <a:pt x="581" y="333"/>
                    </a:lnTo>
                    <a:lnTo>
                      <a:pt x="579" y="334"/>
                    </a:lnTo>
                    <a:lnTo>
                      <a:pt x="579" y="334"/>
                    </a:lnTo>
                    <a:lnTo>
                      <a:pt x="579" y="336"/>
                    </a:lnTo>
                    <a:lnTo>
                      <a:pt x="579" y="336"/>
                    </a:lnTo>
                    <a:lnTo>
                      <a:pt x="577" y="338"/>
                    </a:lnTo>
                    <a:close/>
                    <a:moveTo>
                      <a:pt x="679" y="399"/>
                    </a:moveTo>
                    <a:lnTo>
                      <a:pt x="681" y="397"/>
                    </a:lnTo>
                    <a:lnTo>
                      <a:pt x="679" y="394"/>
                    </a:lnTo>
                    <a:lnTo>
                      <a:pt x="679" y="392"/>
                    </a:lnTo>
                    <a:lnTo>
                      <a:pt x="679" y="390"/>
                    </a:lnTo>
                    <a:lnTo>
                      <a:pt x="678" y="390"/>
                    </a:lnTo>
                    <a:lnTo>
                      <a:pt x="678" y="392"/>
                    </a:lnTo>
                    <a:lnTo>
                      <a:pt x="676" y="394"/>
                    </a:lnTo>
                    <a:lnTo>
                      <a:pt x="676" y="396"/>
                    </a:lnTo>
                    <a:lnTo>
                      <a:pt x="676" y="396"/>
                    </a:lnTo>
                    <a:lnTo>
                      <a:pt x="676" y="396"/>
                    </a:lnTo>
                    <a:lnTo>
                      <a:pt x="678" y="396"/>
                    </a:lnTo>
                    <a:lnTo>
                      <a:pt x="678" y="397"/>
                    </a:lnTo>
                    <a:lnTo>
                      <a:pt x="676" y="397"/>
                    </a:lnTo>
                    <a:lnTo>
                      <a:pt x="676" y="397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2"/>
                    </a:lnTo>
                    <a:lnTo>
                      <a:pt x="676" y="402"/>
                    </a:lnTo>
                    <a:lnTo>
                      <a:pt x="678" y="401"/>
                    </a:lnTo>
                    <a:lnTo>
                      <a:pt x="678" y="401"/>
                    </a:lnTo>
                    <a:lnTo>
                      <a:pt x="679" y="401"/>
                    </a:lnTo>
                    <a:lnTo>
                      <a:pt x="678" y="399"/>
                    </a:lnTo>
                    <a:lnTo>
                      <a:pt x="678" y="399"/>
                    </a:lnTo>
                    <a:lnTo>
                      <a:pt x="679" y="399"/>
                    </a:lnTo>
                    <a:close/>
                    <a:moveTo>
                      <a:pt x="671" y="404"/>
                    </a:moveTo>
                    <a:lnTo>
                      <a:pt x="672" y="406"/>
                    </a:lnTo>
                    <a:lnTo>
                      <a:pt x="672" y="406"/>
                    </a:lnTo>
                    <a:lnTo>
                      <a:pt x="674" y="407"/>
                    </a:lnTo>
                    <a:lnTo>
                      <a:pt x="674" y="406"/>
                    </a:lnTo>
                    <a:lnTo>
                      <a:pt x="674" y="404"/>
                    </a:lnTo>
                    <a:lnTo>
                      <a:pt x="674" y="404"/>
                    </a:lnTo>
                    <a:lnTo>
                      <a:pt x="672" y="402"/>
                    </a:lnTo>
                    <a:lnTo>
                      <a:pt x="671" y="402"/>
                    </a:lnTo>
                    <a:lnTo>
                      <a:pt x="667" y="402"/>
                    </a:lnTo>
                    <a:lnTo>
                      <a:pt x="666" y="402"/>
                    </a:lnTo>
                    <a:lnTo>
                      <a:pt x="667" y="406"/>
                    </a:lnTo>
                    <a:lnTo>
                      <a:pt x="667" y="407"/>
                    </a:lnTo>
                    <a:lnTo>
                      <a:pt x="666" y="409"/>
                    </a:lnTo>
                    <a:lnTo>
                      <a:pt x="666" y="411"/>
                    </a:lnTo>
                    <a:lnTo>
                      <a:pt x="667" y="413"/>
                    </a:lnTo>
                    <a:lnTo>
                      <a:pt x="667" y="411"/>
                    </a:lnTo>
                    <a:lnTo>
                      <a:pt x="669" y="411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06"/>
                    </a:lnTo>
                    <a:lnTo>
                      <a:pt x="671" y="406"/>
                    </a:lnTo>
                    <a:lnTo>
                      <a:pt x="671" y="404"/>
                    </a:lnTo>
                    <a:close/>
                    <a:moveTo>
                      <a:pt x="645" y="401"/>
                    </a:moveTo>
                    <a:lnTo>
                      <a:pt x="647" y="402"/>
                    </a:lnTo>
                    <a:lnTo>
                      <a:pt x="647" y="402"/>
                    </a:lnTo>
                    <a:lnTo>
                      <a:pt x="647" y="402"/>
                    </a:lnTo>
                    <a:lnTo>
                      <a:pt x="649" y="402"/>
                    </a:lnTo>
                    <a:lnTo>
                      <a:pt x="650" y="402"/>
                    </a:lnTo>
                    <a:lnTo>
                      <a:pt x="650" y="401"/>
                    </a:lnTo>
                    <a:lnTo>
                      <a:pt x="650" y="402"/>
                    </a:lnTo>
                    <a:lnTo>
                      <a:pt x="652" y="402"/>
                    </a:lnTo>
                    <a:lnTo>
                      <a:pt x="654" y="402"/>
                    </a:lnTo>
                    <a:lnTo>
                      <a:pt x="655" y="401"/>
                    </a:lnTo>
                    <a:lnTo>
                      <a:pt x="655" y="396"/>
                    </a:lnTo>
                    <a:lnTo>
                      <a:pt x="655" y="394"/>
                    </a:lnTo>
                    <a:lnTo>
                      <a:pt x="655" y="392"/>
                    </a:lnTo>
                    <a:lnTo>
                      <a:pt x="654" y="392"/>
                    </a:lnTo>
                    <a:lnTo>
                      <a:pt x="652" y="392"/>
                    </a:lnTo>
                    <a:lnTo>
                      <a:pt x="650" y="394"/>
                    </a:lnTo>
                    <a:lnTo>
                      <a:pt x="649" y="394"/>
                    </a:lnTo>
                    <a:lnTo>
                      <a:pt x="649" y="394"/>
                    </a:lnTo>
                    <a:lnTo>
                      <a:pt x="649" y="394"/>
                    </a:lnTo>
                    <a:lnTo>
                      <a:pt x="649" y="396"/>
                    </a:lnTo>
                    <a:lnTo>
                      <a:pt x="649" y="396"/>
                    </a:lnTo>
                    <a:lnTo>
                      <a:pt x="647" y="397"/>
                    </a:lnTo>
                    <a:lnTo>
                      <a:pt x="645" y="397"/>
                    </a:lnTo>
                    <a:lnTo>
                      <a:pt x="647" y="399"/>
                    </a:lnTo>
                    <a:lnTo>
                      <a:pt x="647" y="399"/>
                    </a:lnTo>
                    <a:lnTo>
                      <a:pt x="647" y="401"/>
                    </a:lnTo>
                    <a:lnTo>
                      <a:pt x="645" y="401"/>
                    </a:lnTo>
                    <a:close/>
                    <a:moveTo>
                      <a:pt x="625" y="239"/>
                    </a:moveTo>
                    <a:lnTo>
                      <a:pt x="627" y="239"/>
                    </a:lnTo>
                    <a:lnTo>
                      <a:pt x="627" y="238"/>
                    </a:lnTo>
                    <a:lnTo>
                      <a:pt x="628" y="238"/>
                    </a:lnTo>
                    <a:lnTo>
                      <a:pt x="628" y="238"/>
                    </a:lnTo>
                    <a:lnTo>
                      <a:pt x="628" y="238"/>
                    </a:lnTo>
                    <a:lnTo>
                      <a:pt x="628" y="236"/>
                    </a:lnTo>
                    <a:lnTo>
                      <a:pt x="627" y="236"/>
                    </a:lnTo>
                    <a:lnTo>
                      <a:pt x="627" y="234"/>
                    </a:lnTo>
                    <a:lnTo>
                      <a:pt x="625" y="234"/>
                    </a:lnTo>
                    <a:lnTo>
                      <a:pt x="625" y="234"/>
                    </a:lnTo>
                    <a:lnTo>
                      <a:pt x="625" y="233"/>
                    </a:lnTo>
                    <a:lnTo>
                      <a:pt x="623" y="233"/>
                    </a:lnTo>
                    <a:lnTo>
                      <a:pt x="621" y="233"/>
                    </a:lnTo>
                    <a:lnTo>
                      <a:pt x="621" y="233"/>
                    </a:lnTo>
                    <a:lnTo>
                      <a:pt x="620" y="233"/>
                    </a:lnTo>
                    <a:lnTo>
                      <a:pt x="618" y="234"/>
                    </a:lnTo>
                    <a:lnTo>
                      <a:pt x="618" y="236"/>
                    </a:lnTo>
                    <a:lnTo>
                      <a:pt x="618" y="238"/>
                    </a:lnTo>
                    <a:lnTo>
                      <a:pt x="618" y="239"/>
                    </a:lnTo>
                    <a:lnTo>
                      <a:pt x="616" y="239"/>
                    </a:lnTo>
                    <a:lnTo>
                      <a:pt x="613" y="238"/>
                    </a:lnTo>
                    <a:lnTo>
                      <a:pt x="613" y="246"/>
                    </a:lnTo>
                    <a:lnTo>
                      <a:pt x="613" y="246"/>
                    </a:lnTo>
                    <a:lnTo>
                      <a:pt x="616" y="248"/>
                    </a:lnTo>
                    <a:lnTo>
                      <a:pt x="616" y="246"/>
                    </a:lnTo>
                    <a:lnTo>
                      <a:pt x="616" y="243"/>
                    </a:lnTo>
                    <a:lnTo>
                      <a:pt x="616" y="241"/>
                    </a:lnTo>
                    <a:lnTo>
                      <a:pt x="618" y="241"/>
                    </a:lnTo>
                    <a:lnTo>
                      <a:pt x="620" y="241"/>
                    </a:lnTo>
                    <a:lnTo>
                      <a:pt x="620" y="244"/>
                    </a:lnTo>
                    <a:lnTo>
                      <a:pt x="621" y="246"/>
                    </a:lnTo>
                    <a:lnTo>
                      <a:pt x="621" y="246"/>
                    </a:lnTo>
                    <a:lnTo>
                      <a:pt x="621" y="246"/>
                    </a:lnTo>
                    <a:lnTo>
                      <a:pt x="621" y="248"/>
                    </a:lnTo>
                    <a:lnTo>
                      <a:pt x="621" y="248"/>
                    </a:lnTo>
                    <a:lnTo>
                      <a:pt x="620" y="248"/>
                    </a:lnTo>
                    <a:lnTo>
                      <a:pt x="621" y="249"/>
                    </a:lnTo>
                    <a:lnTo>
                      <a:pt x="621" y="248"/>
                    </a:lnTo>
                    <a:lnTo>
                      <a:pt x="623" y="248"/>
                    </a:lnTo>
                    <a:lnTo>
                      <a:pt x="625" y="248"/>
                    </a:lnTo>
                    <a:lnTo>
                      <a:pt x="625" y="246"/>
                    </a:lnTo>
                    <a:lnTo>
                      <a:pt x="625" y="244"/>
                    </a:lnTo>
                    <a:lnTo>
                      <a:pt x="625" y="243"/>
                    </a:lnTo>
                    <a:lnTo>
                      <a:pt x="627" y="243"/>
                    </a:lnTo>
                    <a:lnTo>
                      <a:pt x="627" y="243"/>
                    </a:lnTo>
                    <a:lnTo>
                      <a:pt x="627" y="241"/>
                    </a:lnTo>
                    <a:lnTo>
                      <a:pt x="625" y="241"/>
                    </a:lnTo>
                    <a:lnTo>
                      <a:pt x="625" y="241"/>
                    </a:lnTo>
                    <a:lnTo>
                      <a:pt x="625" y="239"/>
                    </a:lnTo>
                    <a:lnTo>
                      <a:pt x="625" y="239"/>
                    </a:lnTo>
                    <a:close/>
                    <a:moveTo>
                      <a:pt x="771" y="477"/>
                    </a:moveTo>
                    <a:lnTo>
                      <a:pt x="767" y="474"/>
                    </a:lnTo>
                    <a:lnTo>
                      <a:pt x="764" y="470"/>
                    </a:lnTo>
                    <a:lnTo>
                      <a:pt x="762" y="469"/>
                    </a:lnTo>
                    <a:lnTo>
                      <a:pt x="762" y="469"/>
                    </a:lnTo>
                    <a:lnTo>
                      <a:pt x="757" y="460"/>
                    </a:lnTo>
                    <a:lnTo>
                      <a:pt x="756" y="460"/>
                    </a:lnTo>
                    <a:lnTo>
                      <a:pt x="754" y="455"/>
                    </a:lnTo>
                    <a:lnTo>
                      <a:pt x="752" y="455"/>
                    </a:lnTo>
                    <a:lnTo>
                      <a:pt x="749" y="453"/>
                    </a:lnTo>
                    <a:lnTo>
                      <a:pt x="745" y="452"/>
                    </a:lnTo>
                    <a:lnTo>
                      <a:pt x="737" y="448"/>
                    </a:lnTo>
                    <a:lnTo>
                      <a:pt x="735" y="448"/>
                    </a:lnTo>
                    <a:lnTo>
                      <a:pt x="734" y="448"/>
                    </a:lnTo>
                    <a:lnTo>
                      <a:pt x="732" y="448"/>
                    </a:lnTo>
                    <a:lnTo>
                      <a:pt x="730" y="448"/>
                    </a:lnTo>
                    <a:lnTo>
                      <a:pt x="730" y="448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6"/>
                    </a:lnTo>
                    <a:lnTo>
                      <a:pt x="725" y="446"/>
                    </a:lnTo>
                    <a:lnTo>
                      <a:pt x="725" y="445"/>
                    </a:lnTo>
                    <a:lnTo>
                      <a:pt x="725" y="445"/>
                    </a:lnTo>
                    <a:lnTo>
                      <a:pt x="723" y="445"/>
                    </a:lnTo>
                    <a:lnTo>
                      <a:pt x="722" y="445"/>
                    </a:lnTo>
                    <a:lnTo>
                      <a:pt x="720" y="443"/>
                    </a:lnTo>
                    <a:lnTo>
                      <a:pt x="715" y="440"/>
                    </a:lnTo>
                    <a:lnTo>
                      <a:pt x="711" y="436"/>
                    </a:lnTo>
                    <a:lnTo>
                      <a:pt x="711" y="436"/>
                    </a:lnTo>
                    <a:lnTo>
                      <a:pt x="711" y="435"/>
                    </a:lnTo>
                    <a:lnTo>
                      <a:pt x="706" y="431"/>
                    </a:lnTo>
                    <a:lnTo>
                      <a:pt x="705" y="431"/>
                    </a:lnTo>
                    <a:lnTo>
                      <a:pt x="705" y="431"/>
                    </a:lnTo>
                    <a:lnTo>
                      <a:pt x="703" y="431"/>
                    </a:lnTo>
                    <a:lnTo>
                      <a:pt x="703" y="431"/>
                    </a:lnTo>
                    <a:lnTo>
                      <a:pt x="701" y="429"/>
                    </a:lnTo>
                    <a:lnTo>
                      <a:pt x="696" y="429"/>
                    </a:lnTo>
                    <a:lnTo>
                      <a:pt x="693" y="426"/>
                    </a:lnTo>
                    <a:lnTo>
                      <a:pt x="689" y="424"/>
                    </a:lnTo>
                    <a:lnTo>
                      <a:pt x="688" y="421"/>
                    </a:lnTo>
                    <a:lnTo>
                      <a:pt x="688" y="421"/>
                    </a:lnTo>
                    <a:lnTo>
                      <a:pt x="684" y="423"/>
                    </a:lnTo>
                    <a:lnTo>
                      <a:pt x="683" y="424"/>
                    </a:lnTo>
                    <a:lnTo>
                      <a:pt x="683" y="426"/>
                    </a:lnTo>
                    <a:lnTo>
                      <a:pt x="683" y="428"/>
                    </a:lnTo>
                    <a:lnTo>
                      <a:pt x="683" y="428"/>
                    </a:lnTo>
                    <a:lnTo>
                      <a:pt x="681" y="428"/>
                    </a:lnTo>
                    <a:lnTo>
                      <a:pt x="681" y="428"/>
                    </a:lnTo>
                    <a:lnTo>
                      <a:pt x="679" y="426"/>
                    </a:lnTo>
                    <a:lnTo>
                      <a:pt x="678" y="426"/>
                    </a:lnTo>
                    <a:lnTo>
                      <a:pt x="678" y="426"/>
                    </a:lnTo>
                    <a:lnTo>
                      <a:pt x="674" y="426"/>
                    </a:lnTo>
                    <a:lnTo>
                      <a:pt x="671" y="424"/>
                    </a:lnTo>
                    <a:lnTo>
                      <a:pt x="669" y="424"/>
                    </a:lnTo>
                    <a:lnTo>
                      <a:pt x="669" y="426"/>
                    </a:lnTo>
                    <a:lnTo>
                      <a:pt x="667" y="428"/>
                    </a:lnTo>
                    <a:lnTo>
                      <a:pt x="666" y="428"/>
                    </a:lnTo>
                    <a:lnTo>
                      <a:pt x="664" y="428"/>
                    </a:lnTo>
                    <a:lnTo>
                      <a:pt x="664" y="426"/>
                    </a:lnTo>
                    <a:lnTo>
                      <a:pt x="664" y="424"/>
                    </a:lnTo>
                    <a:lnTo>
                      <a:pt x="666" y="423"/>
                    </a:lnTo>
                    <a:lnTo>
                      <a:pt x="666" y="421"/>
                    </a:lnTo>
                    <a:lnTo>
                      <a:pt x="664" y="421"/>
                    </a:lnTo>
                    <a:lnTo>
                      <a:pt x="664" y="421"/>
                    </a:lnTo>
                    <a:lnTo>
                      <a:pt x="661" y="416"/>
                    </a:lnTo>
                    <a:lnTo>
                      <a:pt x="661" y="414"/>
                    </a:lnTo>
                    <a:lnTo>
                      <a:pt x="655" y="413"/>
                    </a:lnTo>
                    <a:lnTo>
                      <a:pt x="655" y="411"/>
                    </a:lnTo>
                    <a:lnTo>
                      <a:pt x="654" y="409"/>
                    </a:lnTo>
                    <a:lnTo>
                      <a:pt x="654" y="409"/>
                    </a:lnTo>
                    <a:lnTo>
                      <a:pt x="654" y="407"/>
                    </a:lnTo>
                    <a:lnTo>
                      <a:pt x="652" y="409"/>
                    </a:lnTo>
                    <a:lnTo>
                      <a:pt x="652" y="409"/>
                    </a:lnTo>
                    <a:lnTo>
                      <a:pt x="650" y="409"/>
                    </a:lnTo>
                    <a:lnTo>
                      <a:pt x="649" y="409"/>
                    </a:lnTo>
                    <a:lnTo>
                      <a:pt x="647" y="407"/>
                    </a:lnTo>
                    <a:lnTo>
                      <a:pt x="645" y="407"/>
                    </a:lnTo>
                    <a:lnTo>
                      <a:pt x="644" y="406"/>
                    </a:lnTo>
                    <a:lnTo>
                      <a:pt x="638" y="401"/>
                    </a:lnTo>
                    <a:lnTo>
                      <a:pt x="637" y="401"/>
                    </a:lnTo>
                    <a:lnTo>
                      <a:pt x="633" y="401"/>
                    </a:lnTo>
                    <a:lnTo>
                      <a:pt x="632" y="399"/>
                    </a:lnTo>
                    <a:lnTo>
                      <a:pt x="628" y="396"/>
                    </a:lnTo>
                    <a:lnTo>
                      <a:pt x="627" y="396"/>
                    </a:lnTo>
                    <a:lnTo>
                      <a:pt x="627" y="394"/>
                    </a:lnTo>
                    <a:lnTo>
                      <a:pt x="625" y="387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2"/>
                    </a:lnTo>
                    <a:lnTo>
                      <a:pt x="621" y="382"/>
                    </a:lnTo>
                    <a:lnTo>
                      <a:pt x="618" y="380"/>
                    </a:lnTo>
                    <a:lnTo>
                      <a:pt x="615" y="379"/>
                    </a:lnTo>
                    <a:lnTo>
                      <a:pt x="613" y="377"/>
                    </a:lnTo>
                    <a:lnTo>
                      <a:pt x="611" y="377"/>
                    </a:lnTo>
                    <a:lnTo>
                      <a:pt x="611" y="377"/>
                    </a:lnTo>
                    <a:lnTo>
                      <a:pt x="608" y="373"/>
                    </a:lnTo>
                    <a:lnTo>
                      <a:pt x="606" y="373"/>
                    </a:lnTo>
                    <a:lnTo>
                      <a:pt x="603" y="372"/>
                    </a:lnTo>
                    <a:lnTo>
                      <a:pt x="603" y="372"/>
                    </a:lnTo>
                    <a:lnTo>
                      <a:pt x="599" y="370"/>
                    </a:lnTo>
                    <a:lnTo>
                      <a:pt x="596" y="367"/>
                    </a:lnTo>
                    <a:lnTo>
                      <a:pt x="593" y="365"/>
                    </a:lnTo>
                    <a:lnTo>
                      <a:pt x="591" y="362"/>
                    </a:lnTo>
                    <a:lnTo>
                      <a:pt x="586" y="360"/>
                    </a:lnTo>
                    <a:lnTo>
                      <a:pt x="584" y="360"/>
                    </a:lnTo>
                    <a:lnTo>
                      <a:pt x="584" y="358"/>
                    </a:lnTo>
                    <a:lnTo>
                      <a:pt x="582" y="356"/>
                    </a:lnTo>
                    <a:lnTo>
                      <a:pt x="581" y="356"/>
                    </a:lnTo>
                    <a:lnTo>
                      <a:pt x="579" y="356"/>
                    </a:lnTo>
                    <a:lnTo>
                      <a:pt x="577" y="355"/>
                    </a:lnTo>
                    <a:lnTo>
                      <a:pt x="577" y="355"/>
                    </a:lnTo>
                    <a:lnTo>
                      <a:pt x="574" y="353"/>
                    </a:lnTo>
                    <a:lnTo>
                      <a:pt x="574" y="351"/>
                    </a:lnTo>
                    <a:lnTo>
                      <a:pt x="572" y="351"/>
                    </a:lnTo>
                    <a:lnTo>
                      <a:pt x="571" y="351"/>
                    </a:lnTo>
                    <a:lnTo>
                      <a:pt x="571" y="351"/>
                    </a:lnTo>
                    <a:lnTo>
                      <a:pt x="567" y="350"/>
                    </a:lnTo>
                    <a:lnTo>
                      <a:pt x="564" y="350"/>
                    </a:lnTo>
                    <a:lnTo>
                      <a:pt x="557" y="343"/>
                    </a:lnTo>
                    <a:lnTo>
                      <a:pt x="555" y="339"/>
                    </a:lnTo>
                    <a:lnTo>
                      <a:pt x="552" y="331"/>
                    </a:lnTo>
                    <a:lnTo>
                      <a:pt x="550" y="328"/>
                    </a:lnTo>
                    <a:lnTo>
                      <a:pt x="550" y="324"/>
                    </a:lnTo>
                    <a:lnTo>
                      <a:pt x="550" y="324"/>
                    </a:lnTo>
                    <a:lnTo>
                      <a:pt x="548" y="323"/>
                    </a:lnTo>
                    <a:lnTo>
                      <a:pt x="550" y="323"/>
                    </a:lnTo>
                    <a:lnTo>
                      <a:pt x="550" y="323"/>
                    </a:lnTo>
                    <a:lnTo>
                      <a:pt x="552" y="323"/>
                    </a:lnTo>
                    <a:lnTo>
                      <a:pt x="554" y="323"/>
                    </a:lnTo>
                    <a:lnTo>
                      <a:pt x="554" y="323"/>
                    </a:lnTo>
                    <a:lnTo>
                      <a:pt x="555" y="323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9" y="319"/>
                    </a:lnTo>
                    <a:lnTo>
                      <a:pt x="560" y="317"/>
                    </a:lnTo>
                    <a:lnTo>
                      <a:pt x="562" y="317"/>
                    </a:lnTo>
                    <a:lnTo>
                      <a:pt x="562" y="316"/>
                    </a:lnTo>
                    <a:lnTo>
                      <a:pt x="564" y="311"/>
                    </a:lnTo>
                    <a:lnTo>
                      <a:pt x="565" y="309"/>
                    </a:lnTo>
                    <a:lnTo>
                      <a:pt x="569" y="300"/>
                    </a:lnTo>
                    <a:lnTo>
                      <a:pt x="571" y="299"/>
                    </a:lnTo>
                    <a:lnTo>
                      <a:pt x="572" y="297"/>
                    </a:lnTo>
                    <a:lnTo>
                      <a:pt x="574" y="297"/>
                    </a:lnTo>
                    <a:lnTo>
                      <a:pt x="576" y="295"/>
                    </a:lnTo>
                    <a:lnTo>
                      <a:pt x="581" y="287"/>
                    </a:lnTo>
                    <a:lnTo>
                      <a:pt x="582" y="283"/>
                    </a:lnTo>
                    <a:lnTo>
                      <a:pt x="584" y="282"/>
                    </a:lnTo>
                    <a:lnTo>
                      <a:pt x="584" y="282"/>
                    </a:lnTo>
                    <a:lnTo>
                      <a:pt x="586" y="280"/>
                    </a:lnTo>
                    <a:lnTo>
                      <a:pt x="588" y="280"/>
                    </a:lnTo>
                    <a:lnTo>
                      <a:pt x="588" y="280"/>
                    </a:lnTo>
                    <a:lnTo>
                      <a:pt x="589" y="280"/>
                    </a:lnTo>
                    <a:lnTo>
                      <a:pt x="589" y="280"/>
                    </a:lnTo>
                    <a:lnTo>
                      <a:pt x="591" y="278"/>
                    </a:lnTo>
                    <a:lnTo>
                      <a:pt x="593" y="278"/>
                    </a:lnTo>
                    <a:lnTo>
                      <a:pt x="594" y="277"/>
                    </a:lnTo>
                    <a:lnTo>
                      <a:pt x="596" y="278"/>
                    </a:lnTo>
                    <a:lnTo>
                      <a:pt x="594" y="273"/>
                    </a:lnTo>
                    <a:lnTo>
                      <a:pt x="596" y="258"/>
                    </a:lnTo>
                    <a:lnTo>
                      <a:pt x="599" y="256"/>
                    </a:lnTo>
                    <a:lnTo>
                      <a:pt x="603" y="253"/>
                    </a:lnTo>
                    <a:lnTo>
                      <a:pt x="603" y="251"/>
                    </a:lnTo>
                    <a:lnTo>
                      <a:pt x="603" y="249"/>
                    </a:lnTo>
                    <a:lnTo>
                      <a:pt x="603" y="249"/>
                    </a:lnTo>
                    <a:lnTo>
                      <a:pt x="603" y="248"/>
                    </a:lnTo>
                    <a:lnTo>
                      <a:pt x="603" y="248"/>
                    </a:lnTo>
                    <a:lnTo>
                      <a:pt x="603" y="248"/>
                    </a:lnTo>
                    <a:lnTo>
                      <a:pt x="604" y="246"/>
                    </a:lnTo>
                    <a:lnTo>
                      <a:pt x="604" y="244"/>
                    </a:lnTo>
                    <a:lnTo>
                      <a:pt x="603" y="244"/>
                    </a:lnTo>
                    <a:lnTo>
                      <a:pt x="606" y="239"/>
                    </a:lnTo>
                    <a:lnTo>
                      <a:pt x="608" y="236"/>
                    </a:lnTo>
                    <a:lnTo>
                      <a:pt x="608" y="234"/>
                    </a:lnTo>
                    <a:lnTo>
                      <a:pt x="610" y="233"/>
                    </a:lnTo>
                    <a:lnTo>
                      <a:pt x="610" y="233"/>
                    </a:lnTo>
                    <a:lnTo>
                      <a:pt x="610" y="231"/>
                    </a:lnTo>
                    <a:lnTo>
                      <a:pt x="610" y="231"/>
                    </a:lnTo>
                    <a:lnTo>
                      <a:pt x="608" y="231"/>
                    </a:lnTo>
                    <a:lnTo>
                      <a:pt x="608" y="231"/>
                    </a:lnTo>
                    <a:lnTo>
                      <a:pt x="608" y="231"/>
                    </a:lnTo>
                    <a:lnTo>
                      <a:pt x="606" y="231"/>
                    </a:lnTo>
                    <a:lnTo>
                      <a:pt x="606" y="233"/>
                    </a:lnTo>
                    <a:lnTo>
                      <a:pt x="606" y="233"/>
                    </a:lnTo>
                    <a:lnTo>
                      <a:pt x="606" y="233"/>
                    </a:lnTo>
                    <a:lnTo>
                      <a:pt x="603" y="238"/>
                    </a:lnTo>
                    <a:lnTo>
                      <a:pt x="601" y="239"/>
                    </a:lnTo>
                    <a:lnTo>
                      <a:pt x="598" y="239"/>
                    </a:lnTo>
                    <a:lnTo>
                      <a:pt x="594" y="239"/>
                    </a:lnTo>
                    <a:lnTo>
                      <a:pt x="593" y="236"/>
                    </a:lnTo>
                    <a:lnTo>
                      <a:pt x="594" y="234"/>
                    </a:lnTo>
                    <a:lnTo>
                      <a:pt x="596" y="233"/>
                    </a:lnTo>
                    <a:lnTo>
                      <a:pt x="596" y="233"/>
                    </a:lnTo>
                    <a:lnTo>
                      <a:pt x="596" y="233"/>
                    </a:lnTo>
                    <a:lnTo>
                      <a:pt x="596" y="231"/>
                    </a:lnTo>
                    <a:lnTo>
                      <a:pt x="594" y="233"/>
                    </a:lnTo>
                    <a:lnTo>
                      <a:pt x="593" y="231"/>
                    </a:lnTo>
                    <a:lnTo>
                      <a:pt x="591" y="227"/>
                    </a:lnTo>
                    <a:lnTo>
                      <a:pt x="589" y="226"/>
                    </a:lnTo>
                    <a:lnTo>
                      <a:pt x="589" y="224"/>
                    </a:lnTo>
                    <a:lnTo>
                      <a:pt x="591" y="224"/>
                    </a:lnTo>
                    <a:lnTo>
                      <a:pt x="591" y="224"/>
                    </a:lnTo>
                    <a:lnTo>
                      <a:pt x="591" y="222"/>
                    </a:lnTo>
                    <a:lnTo>
                      <a:pt x="591" y="222"/>
                    </a:lnTo>
                    <a:lnTo>
                      <a:pt x="593" y="221"/>
                    </a:lnTo>
                    <a:lnTo>
                      <a:pt x="591" y="219"/>
                    </a:lnTo>
                    <a:lnTo>
                      <a:pt x="591" y="216"/>
                    </a:lnTo>
                    <a:lnTo>
                      <a:pt x="591" y="214"/>
                    </a:lnTo>
                    <a:lnTo>
                      <a:pt x="593" y="212"/>
                    </a:lnTo>
                    <a:lnTo>
                      <a:pt x="594" y="212"/>
                    </a:lnTo>
                    <a:lnTo>
                      <a:pt x="598" y="216"/>
                    </a:lnTo>
                    <a:lnTo>
                      <a:pt x="598" y="214"/>
                    </a:lnTo>
                    <a:lnTo>
                      <a:pt x="598" y="214"/>
                    </a:lnTo>
                    <a:lnTo>
                      <a:pt x="599" y="214"/>
                    </a:lnTo>
                    <a:lnTo>
                      <a:pt x="601" y="212"/>
                    </a:lnTo>
                    <a:lnTo>
                      <a:pt x="601" y="212"/>
                    </a:lnTo>
                    <a:lnTo>
                      <a:pt x="601" y="212"/>
                    </a:lnTo>
                    <a:lnTo>
                      <a:pt x="599" y="210"/>
                    </a:lnTo>
                    <a:lnTo>
                      <a:pt x="599" y="210"/>
                    </a:lnTo>
                    <a:lnTo>
                      <a:pt x="599" y="210"/>
                    </a:lnTo>
                    <a:lnTo>
                      <a:pt x="599" y="212"/>
                    </a:lnTo>
                    <a:lnTo>
                      <a:pt x="598" y="212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09"/>
                    </a:lnTo>
                    <a:lnTo>
                      <a:pt x="598" y="209"/>
                    </a:lnTo>
                    <a:lnTo>
                      <a:pt x="596" y="207"/>
                    </a:lnTo>
                    <a:lnTo>
                      <a:pt x="596" y="207"/>
                    </a:lnTo>
                    <a:lnTo>
                      <a:pt x="594" y="207"/>
                    </a:lnTo>
                    <a:lnTo>
                      <a:pt x="594" y="204"/>
                    </a:lnTo>
                    <a:lnTo>
                      <a:pt x="596" y="200"/>
                    </a:lnTo>
                    <a:lnTo>
                      <a:pt x="596" y="200"/>
                    </a:lnTo>
                    <a:lnTo>
                      <a:pt x="596" y="199"/>
                    </a:lnTo>
                    <a:lnTo>
                      <a:pt x="598" y="199"/>
                    </a:lnTo>
                    <a:lnTo>
                      <a:pt x="599" y="197"/>
                    </a:lnTo>
                    <a:lnTo>
                      <a:pt x="599" y="199"/>
                    </a:lnTo>
                    <a:lnTo>
                      <a:pt x="601" y="200"/>
                    </a:lnTo>
                    <a:lnTo>
                      <a:pt x="601" y="197"/>
                    </a:lnTo>
                    <a:lnTo>
                      <a:pt x="603" y="195"/>
                    </a:lnTo>
                    <a:lnTo>
                      <a:pt x="604" y="193"/>
                    </a:lnTo>
                    <a:lnTo>
                      <a:pt x="606" y="195"/>
                    </a:lnTo>
                    <a:lnTo>
                      <a:pt x="606" y="197"/>
                    </a:lnTo>
                    <a:lnTo>
                      <a:pt x="606" y="200"/>
                    </a:lnTo>
                    <a:lnTo>
                      <a:pt x="608" y="202"/>
                    </a:lnTo>
                    <a:lnTo>
                      <a:pt x="608" y="202"/>
                    </a:lnTo>
                    <a:lnTo>
                      <a:pt x="608" y="200"/>
                    </a:lnTo>
                    <a:lnTo>
                      <a:pt x="608" y="197"/>
                    </a:lnTo>
                    <a:lnTo>
                      <a:pt x="608" y="195"/>
                    </a:lnTo>
                    <a:lnTo>
                      <a:pt x="608" y="195"/>
                    </a:lnTo>
                    <a:lnTo>
                      <a:pt x="608" y="193"/>
                    </a:lnTo>
                    <a:lnTo>
                      <a:pt x="610" y="193"/>
                    </a:lnTo>
                    <a:lnTo>
                      <a:pt x="611" y="193"/>
                    </a:lnTo>
                    <a:lnTo>
                      <a:pt x="611" y="193"/>
                    </a:lnTo>
                    <a:lnTo>
                      <a:pt x="610" y="193"/>
                    </a:lnTo>
                    <a:lnTo>
                      <a:pt x="615" y="185"/>
                    </a:lnTo>
                    <a:lnTo>
                      <a:pt x="616" y="185"/>
                    </a:lnTo>
                    <a:lnTo>
                      <a:pt x="616" y="188"/>
                    </a:lnTo>
                    <a:lnTo>
                      <a:pt x="616" y="190"/>
                    </a:lnTo>
                    <a:lnTo>
                      <a:pt x="616" y="192"/>
                    </a:lnTo>
                    <a:lnTo>
                      <a:pt x="616" y="193"/>
                    </a:lnTo>
                    <a:lnTo>
                      <a:pt x="616" y="195"/>
                    </a:lnTo>
                    <a:lnTo>
                      <a:pt x="618" y="195"/>
                    </a:lnTo>
                    <a:lnTo>
                      <a:pt x="620" y="195"/>
                    </a:lnTo>
                    <a:lnTo>
                      <a:pt x="621" y="195"/>
                    </a:lnTo>
                    <a:lnTo>
                      <a:pt x="621" y="193"/>
                    </a:lnTo>
                    <a:lnTo>
                      <a:pt x="621" y="193"/>
                    </a:lnTo>
                    <a:lnTo>
                      <a:pt x="621" y="193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3"/>
                    </a:lnTo>
                    <a:lnTo>
                      <a:pt x="625" y="192"/>
                    </a:lnTo>
                    <a:lnTo>
                      <a:pt x="625" y="190"/>
                    </a:lnTo>
                    <a:lnTo>
                      <a:pt x="623" y="190"/>
                    </a:lnTo>
                    <a:lnTo>
                      <a:pt x="623" y="188"/>
                    </a:lnTo>
                    <a:lnTo>
                      <a:pt x="623" y="187"/>
                    </a:lnTo>
                    <a:lnTo>
                      <a:pt x="625" y="187"/>
                    </a:lnTo>
                    <a:lnTo>
                      <a:pt x="625" y="187"/>
                    </a:lnTo>
                    <a:lnTo>
                      <a:pt x="627" y="188"/>
                    </a:lnTo>
                    <a:lnTo>
                      <a:pt x="628" y="190"/>
                    </a:lnTo>
                    <a:lnTo>
                      <a:pt x="630" y="188"/>
                    </a:lnTo>
                    <a:lnTo>
                      <a:pt x="630" y="188"/>
                    </a:lnTo>
                    <a:lnTo>
                      <a:pt x="632" y="187"/>
                    </a:lnTo>
                    <a:lnTo>
                      <a:pt x="630" y="185"/>
                    </a:lnTo>
                    <a:lnTo>
                      <a:pt x="630" y="185"/>
                    </a:lnTo>
                    <a:lnTo>
                      <a:pt x="630" y="183"/>
                    </a:lnTo>
                    <a:lnTo>
                      <a:pt x="630" y="182"/>
                    </a:lnTo>
                    <a:lnTo>
                      <a:pt x="630" y="180"/>
                    </a:lnTo>
                    <a:lnTo>
                      <a:pt x="632" y="180"/>
                    </a:lnTo>
                    <a:lnTo>
                      <a:pt x="633" y="180"/>
                    </a:lnTo>
                    <a:lnTo>
                      <a:pt x="635" y="180"/>
                    </a:lnTo>
                    <a:lnTo>
                      <a:pt x="635" y="180"/>
                    </a:lnTo>
                    <a:lnTo>
                      <a:pt x="635" y="183"/>
                    </a:lnTo>
                    <a:lnTo>
                      <a:pt x="635" y="187"/>
                    </a:lnTo>
                    <a:lnTo>
                      <a:pt x="635" y="188"/>
                    </a:lnTo>
                    <a:lnTo>
                      <a:pt x="637" y="190"/>
                    </a:lnTo>
                    <a:lnTo>
                      <a:pt x="637" y="193"/>
                    </a:lnTo>
                    <a:lnTo>
                      <a:pt x="637" y="195"/>
                    </a:lnTo>
                    <a:lnTo>
                      <a:pt x="637" y="195"/>
                    </a:lnTo>
                    <a:lnTo>
                      <a:pt x="635" y="195"/>
                    </a:lnTo>
                    <a:lnTo>
                      <a:pt x="633" y="195"/>
                    </a:lnTo>
                    <a:lnTo>
                      <a:pt x="633" y="195"/>
                    </a:lnTo>
                    <a:lnTo>
                      <a:pt x="633" y="197"/>
                    </a:lnTo>
                    <a:lnTo>
                      <a:pt x="633" y="199"/>
                    </a:lnTo>
                    <a:lnTo>
                      <a:pt x="633" y="199"/>
                    </a:lnTo>
                    <a:lnTo>
                      <a:pt x="632" y="200"/>
                    </a:lnTo>
                    <a:lnTo>
                      <a:pt x="632" y="200"/>
                    </a:lnTo>
                    <a:lnTo>
                      <a:pt x="632" y="200"/>
                    </a:lnTo>
                    <a:lnTo>
                      <a:pt x="633" y="202"/>
                    </a:lnTo>
                    <a:lnTo>
                      <a:pt x="632" y="202"/>
                    </a:lnTo>
                    <a:lnTo>
                      <a:pt x="633" y="202"/>
                    </a:lnTo>
                    <a:lnTo>
                      <a:pt x="635" y="200"/>
                    </a:lnTo>
                    <a:lnTo>
                      <a:pt x="637" y="199"/>
                    </a:lnTo>
                    <a:lnTo>
                      <a:pt x="638" y="197"/>
                    </a:lnTo>
                    <a:lnTo>
                      <a:pt x="640" y="195"/>
                    </a:lnTo>
                    <a:lnTo>
                      <a:pt x="642" y="193"/>
                    </a:lnTo>
                    <a:lnTo>
                      <a:pt x="642" y="193"/>
                    </a:lnTo>
                    <a:lnTo>
                      <a:pt x="642" y="195"/>
                    </a:lnTo>
                    <a:lnTo>
                      <a:pt x="642" y="195"/>
                    </a:lnTo>
                    <a:lnTo>
                      <a:pt x="642" y="197"/>
                    </a:lnTo>
                    <a:lnTo>
                      <a:pt x="644" y="195"/>
                    </a:lnTo>
                    <a:lnTo>
                      <a:pt x="644" y="195"/>
                    </a:lnTo>
                    <a:lnTo>
                      <a:pt x="644" y="192"/>
                    </a:lnTo>
                    <a:lnTo>
                      <a:pt x="645" y="190"/>
                    </a:lnTo>
                    <a:lnTo>
                      <a:pt x="647" y="187"/>
                    </a:lnTo>
                    <a:lnTo>
                      <a:pt x="649" y="187"/>
                    </a:lnTo>
                    <a:lnTo>
                      <a:pt x="650" y="185"/>
                    </a:lnTo>
                    <a:lnTo>
                      <a:pt x="652" y="180"/>
                    </a:lnTo>
                    <a:lnTo>
                      <a:pt x="649" y="178"/>
                    </a:lnTo>
                    <a:lnTo>
                      <a:pt x="649" y="178"/>
                    </a:lnTo>
                    <a:lnTo>
                      <a:pt x="649" y="176"/>
                    </a:lnTo>
                    <a:lnTo>
                      <a:pt x="649" y="176"/>
                    </a:lnTo>
                    <a:lnTo>
                      <a:pt x="647" y="176"/>
                    </a:lnTo>
                    <a:lnTo>
                      <a:pt x="647" y="176"/>
                    </a:lnTo>
                    <a:lnTo>
                      <a:pt x="645" y="176"/>
                    </a:lnTo>
                    <a:lnTo>
                      <a:pt x="645" y="175"/>
                    </a:lnTo>
                    <a:lnTo>
                      <a:pt x="645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7" y="171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1"/>
                    </a:lnTo>
                    <a:lnTo>
                      <a:pt x="650" y="171"/>
                    </a:lnTo>
                    <a:lnTo>
                      <a:pt x="650" y="171"/>
                    </a:lnTo>
                    <a:lnTo>
                      <a:pt x="652" y="171"/>
                    </a:lnTo>
                    <a:lnTo>
                      <a:pt x="652" y="175"/>
                    </a:lnTo>
                    <a:lnTo>
                      <a:pt x="654" y="175"/>
                    </a:lnTo>
                    <a:lnTo>
                      <a:pt x="655" y="173"/>
                    </a:lnTo>
                    <a:lnTo>
                      <a:pt x="655" y="173"/>
                    </a:lnTo>
                    <a:lnTo>
                      <a:pt x="657" y="173"/>
                    </a:lnTo>
                    <a:lnTo>
                      <a:pt x="657" y="175"/>
                    </a:lnTo>
                    <a:lnTo>
                      <a:pt x="657" y="175"/>
                    </a:lnTo>
                    <a:lnTo>
                      <a:pt x="657" y="175"/>
                    </a:lnTo>
                    <a:lnTo>
                      <a:pt x="659" y="176"/>
                    </a:lnTo>
                    <a:lnTo>
                      <a:pt x="659" y="176"/>
                    </a:lnTo>
                    <a:lnTo>
                      <a:pt x="659" y="175"/>
                    </a:lnTo>
                    <a:lnTo>
                      <a:pt x="659" y="173"/>
                    </a:lnTo>
                    <a:lnTo>
                      <a:pt x="659" y="171"/>
                    </a:lnTo>
                    <a:lnTo>
                      <a:pt x="659" y="171"/>
                    </a:lnTo>
                    <a:lnTo>
                      <a:pt x="657" y="170"/>
                    </a:lnTo>
                    <a:lnTo>
                      <a:pt x="652" y="168"/>
                    </a:lnTo>
                    <a:lnTo>
                      <a:pt x="650" y="168"/>
                    </a:lnTo>
                    <a:lnTo>
                      <a:pt x="650" y="168"/>
                    </a:lnTo>
                    <a:lnTo>
                      <a:pt x="650" y="166"/>
                    </a:lnTo>
                    <a:lnTo>
                      <a:pt x="650" y="165"/>
                    </a:lnTo>
                    <a:lnTo>
                      <a:pt x="649" y="165"/>
                    </a:lnTo>
                    <a:lnTo>
                      <a:pt x="645" y="163"/>
                    </a:lnTo>
                    <a:lnTo>
                      <a:pt x="645" y="161"/>
                    </a:lnTo>
                    <a:lnTo>
                      <a:pt x="645" y="159"/>
                    </a:lnTo>
                    <a:lnTo>
                      <a:pt x="644" y="158"/>
                    </a:lnTo>
                    <a:lnTo>
                      <a:pt x="644" y="156"/>
                    </a:lnTo>
                    <a:lnTo>
                      <a:pt x="644" y="154"/>
                    </a:lnTo>
                    <a:lnTo>
                      <a:pt x="645" y="156"/>
                    </a:lnTo>
                    <a:lnTo>
                      <a:pt x="649" y="159"/>
                    </a:lnTo>
                    <a:lnTo>
                      <a:pt x="650" y="159"/>
                    </a:lnTo>
                    <a:lnTo>
                      <a:pt x="650" y="158"/>
                    </a:lnTo>
                    <a:lnTo>
                      <a:pt x="650" y="158"/>
                    </a:lnTo>
                    <a:lnTo>
                      <a:pt x="650" y="156"/>
                    </a:lnTo>
                    <a:lnTo>
                      <a:pt x="650" y="154"/>
                    </a:lnTo>
                    <a:lnTo>
                      <a:pt x="649" y="153"/>
                    </a:lnTo>
                    <a:lnTo>
                      <a:pt x="650" y="153"/>
                    </a:lnTo>
                    <a:lnTo>
                      <a:pt x="650" y="153"/>
                    </a:lnTo>
                    <a:lnTo>
                      <a:pt x="652" y="153"/>
                    </a:lnTo>
                    <a:lnTo>
                      <a:pt x="652" y="153"/>
                    </a:lnTo>
                    <a:lnTo>
                      <a:pt x="652" y="154"/>
                    </a:lnTo>
                    <a:lnTo>
                      <a:pt x="652" y="154"/>
                    </a:lnTo>
                    <a:lnTo>
                      <a:pt x="654" y="158"/>
                    </a:lnTo>
                    <a:lnTo>
                      <a:pt x="654" y="158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5" y="161"/>
                    </a:lnTo>
                    <a:lnTo>
                      <a:pt x="657" y="159"/>
                    </a:lnTo>
                    <a:lnTo>
                      <a:pt x="657" y="158"/>
                    </a:lnTo>
                    <a:lnTo>
                      <a:pt x="657" y="158"/>
                    </a:lnTo>
                    <a:lnTo>
                      <a:pt x="657" y="156"/>
                    </a:lnTo>
                    <a:lnTo>
                      <a:pt x="657" y="156"/>
                    </a:lnTo>
                    <a:lnTo>
                      <a:pt x="655" y="153"/>
                    </a:lnTo>
                    <a:lnTo>
                      <a:pt x="655" y="153"/>
                    </a:lnTo>
                    <a:lnTo>
                      <a:pt x="655" y="151"/>
                    </a:lnTo>
                    <a:lnTo>
                      <a:pt x="657" y="149"/>
                    </a:lnTo>
                    <a:lnTo>
                      <a:pt x="661" y="149"/>
                    </a:lnTo>
                    <a:lnTo>
                      <a:pt x="662" y="149"/>
                    </a:lnTo>
                    <a:lnTo>
                      <a:pt x="662" y="148"/>
                    </a:lnTo>
                    <a:lnTo>
                      <a:pt x="662" y="144"/>
                    </a:lnTo>
                    <a:lnTo>
                      <a:pt x="664" y="143"/>
                    </a:lnTo>
                    <a:lnTo>
                      <a:pt x="666" y="139"/>
                    </a:lnTo>
                    <a:lnTo>
                      <a:pt x="667" y="137"/>
                    </a:lnTo>
                    <a:lnTo>
                      <a:pt x="669" y="137"/>
                    </a:lnTo>
                    <a:lnTo>
                      <a:pt x="667" y="136"/>
                    </a:lnTo>
                    <a:lnTo>
                      <a:pt x="667" y="132"/>
                    </a:lnTo>
                    <a:lnTo>
                      <a:pt x="667" y="131"/>
                    </a:lnTo>
                    <a:lnTo>
                      <a:pt x="669" y="129"/>
                    </a:lnTo>
                    <a:lnTo>
                      <a:pt x="669" y="129"/>
                    </a:lnTo>
                    <a:lnTo>
                      <a:pt x="671" y="127"/>
                    </a:lnTo>
                    <a:lnTo>
                      <a:pt x="671" y="127"/>
                    </a:lnTo>
                    <a:lnTo>
                      <a:pt x="672" y="127"/>
                    </a:lnTo>
                    <a:lnTo>
                      <a:pt x="672" y="129"/>
                    </a:lnTo>
                    <a:lnTo>
                      <a:pt x="672" y="129"/>
                    </a:lnTo>
                    <a:lnTo>
                      <a:pt x="672" y="131"/>
                    </a:lnTo>
                    <a:lnTo>
                      <a:pt x="672" y="131"/>
                    </a:lnTo>
                    <a:lnTo>
                      <a:pt x="671" y="132"/>
                    </a:lnTo>
                    <a:lnTo>
                      <a:pt x="669" y="134"/>
                    </a:lnTo>
                    <a:lnTo>
                      <a:pt x="671" y="136"/>
                    </a:lnTo>
                    <a:lnTo>
                      <a:pt x="671" y="136"/>
                    </a:lnTo>
                    <a:lnTo>
                      <a:pt x="671" y="134"/>
                    </a:lnTo>
                    <a:lnTo>
                      <a:pt x="683" y="122"/>
                    </a:lnTo>
                    <a:lnTo>
                      <a:pt x="683" y="122"/>
                    </a:lnTo>
                    <a:lnTo>
                      <a:pt x="684" y="122"/>
                    </a:lnTo>
                    <a:lnTo>
                      <a:pt x="684" y="120"/>
                    </a:lnTo>
                    <a:lnTo>
                      <a:pt x="686" y="120"/>
                    </a:lnTo>
                    <a:lnTo>
                      <a:pt x="686" y="120"/>
                    </a:lnTo>
                    <a:lnTo>
                      <a:pt x="686" y="120"/>
                    </a:lnTo>
                    <a:lnTo>
                      <a:pt x="688" y="119"/>
                    </a:lnTo>
                    <a:lnTo>
                      <a:pt x="686" y="119"/>
                    </a:lnTo>
                    <a:lnTo>
                      <a:pt x="684" y="119"/>
                    </a:lnTo>
                    <a:lnTo>
                      <a:pt x="684" y="119"/>
                    </a:lnTo>
                    <a:lnTo>
                      <a:pt x="684" y="115"/>
                    </a:lnTo>
                    <a:lnTo>
                      <a:pt x="684" y="114"/>
                    </a:lnTo>
                    <a:lnTo>
                      <a:pt x="679" y="109"/>
                    </a:lnTo>
                    <a:lnTo>
                      <a:pt x="679" y="109"/>
                    </a:lnTo>
                    <a:lnTo>
                      <a:pt x="672" y="105"/>
                    </a:lnTo>
                    <a:lnTo>
                      <a:pt x="671" y="103"/>
                    </a:lnTo>
                    <a:lnTo>
                      <a:pt x="669" y="103"/>
                    </a:lnTo>
                    <a:lnTo>
                      <a:pt x="667" y="103"/>
                    </a:lnTo>
                    <a:lnTo>
                      <a:pt x="662" y="105"/>
                    </a:lnTo>
                    <a:lnTo>
                      <a:pt x="662" y="107"/>
                    </a:lnTo>
                    <a:lnTo>
                      <a:pt x="662" y="107"/>
                    </a:lnTo>
                    <a:lnTo>
                      <a:pt x="664" y="107"/>
                    </a:lnTo>
                    <a:lnTo>
                      <a:pt x="666" y="107"/>
                    </a:lnTo>
                    <a:lnTo>
                      <a:pt x="667" y="109"/>
                    </a:lnTo>
                    <a:lnTo>
                      <a:pt x="667" y="109"/>
                    </a:lnTo>
                    <a:lnTo>
                      <a:pt x="669" y="109"/>
                    </a:lnTo>
                    <a:lnTo>
                      <a:pt x="669" y="110"/>
                    </a:lnTo>
                    <a:lnTo>
                      <a:pt x="667" y="112"/>
                    </a:lnTo>
                    <a:lnTo>
                      <a:pt x="666" y="114"/>
                    </a:lnTo>
                    <a:lnTo>
                      <a:pt x="662" y="114"/>
                    </a:lnTo>
                    <a:lnTo>
                      <a:pt x="661" y="112"/>
                    </a:lnTo>
                    <a:lnTo>
                      <a:pt x="661" y="110"/>
                    </a:lnTo>
                    <a:lnTo>
                      <a:pt x="659" y="109"/>
                    </a:lnTo>
                    <a:lnTo>
                      <a:pt x="657" y="107"/>
                    </a:lnTo>
                    <a:lnTo>
                      <a:pt x="655" y="105"/>
                    </a:lnTo>
                    <a:lnTo>
                      <a:pt x="654" y="102"/>
                    </a:lnTo>
                    <a:lnTo>
                      <a:pt x="654" y="102"/>
                    </a:lnTo>
                    <a:lnTo>
                      <a:pt x="655" y="100"/>
                    </a:lnTo>
                    <a:lnTo>
                      <a:pt x="654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9" y="90"/>
                    </a:lnTo>
                    <a:lnTo>
                      <a:pt x="649" y="88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5" y="88"/>
                    </a:lnTo>
                    <a:lnTo>
                      <a:pt x="644" y="86"/>
                    </a:lnTo>
                    <a:lnTo>
                      <a:pt x="645" y="86"/>
                    </a:lnTo>
                    <a:lnTo>
                      <a:pt x="645" y="86"/>
                    </a:lnTo>
                    <a:lnTo>
                      <a:pt x="647" y="86"/>
                    </a:lnTo>
                    <a:lnTo>
                      <a:pt x="650" y="85"/>
                    </a:lnTo>
                    <a:lnTo>
                      <a:pt x="652" y="85"/>
                    </a:lnTo>
                    <a:lnTo>
                      <a:pt x="652" y="85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5" y="81"/>
                    </a:lnTo>
                    <a:lnTo>
                      <a:pt x="654" y="80"/>
                    </a:lnTo>
                    <a:lnTo>
                      <a:pt x="654" y="80"/>
                    </a:lnTo>
                    <a:lnTo>
                      <a:pt x="654" y="78"/>
                    </a:lnTo>
                    <a:lnTo>
                      <a:pt x="652" y="81"/>
                    </a:lnTo>
                    <a:lnTo>
                      <a:pt x="650" y="83"/>
                    </a:lnTo>
                    <a:lnTo>
                      <a:pt x="649" y="85"/>
                    </a:lnTo>
                    <a:lnTo>
                      <a:pt x="645" y="85"/>
                    </a:lnTo>
                    <a:lnTo>
                      <a:pt x="644" y="83"/>
                    </a:lnTo>
                    <a:lnTo>
                      <a:pt x="644" y="83"/>
                    </a:lnTo>
                    <a:lnTo>
                      <a:pt x="640" y="85"/>
                    </a:lnTo>
                    <a:lnTo>
                      <a:pt x="640" y="86"/>
                    </a:lnTo>
                    <a:lnTo>
                      <a:pt x="638" y="86"/>
                    </a:lnTo>
                    <a:lnTo>
                      <a:pt x="637" y="90"/>
                    </a:lnTo>
                    <a:lnTo>
                      <a:pt x="633" y="92"/>
                    </a:lnTo>
                    <a:lnTo>
                      <a:pt x="632" y="93"/>
                    </a:lnTo>
                    <a:lnTo>
                      <a:pt x="632" y="93"/>
                    </a:lnTo>
                    <a:lnTo>
                      <a:pt x="630" y="93"/>
                    </a:lnTo>
                    <a:lnTo>
                      <a:pt x="628" y="93"/>
                    </a:lnTo>
                    <a:lnTo>
                      <a:pt x="628" y="95"/>
                    </a:lnTo>
                    <a:lnTo>
                      <a:pt x="623" y="100"/>
                    </a:lnTo>
                    <a:lnTo>
                      <a:pt x="623" y="102"/>
                    </a:lnTo>
                    <a:lnTo>
                      <a:pt x="620" y="102"/>
                    </a:lnTo>
                    <a:lnTo>
                      <a:pt x="618" y="103"/>
                    </a:lnTo>
                    <a:lnTo>
                      <a:pt x="618" y="103"/>
                    </a:lnTo>
                    <a:lnTo>
                      <a:pt x="618" y="105"/>
                    </a:lnTo>
                    <a:lnTo>
                      <a:pt x="620" y="105"/>
                    </a:lnTo>
                    <a:lnTo>
                      <a:pt x="621" y="105"/>
                    </a:lnTo>
                    <a:lnTo>
                      <a:pt x="623" y="105"/>
                    </a:lnTo>
                    <a:lnTo>
                      <a:pt x="625" y="107"/>
                    </a:lnTo>
                    <a:lnTo>
                      <a:pt x="625" y="107"/>
                    </a:lnTo>
                    <a:lnTo>
                      <a:pt x="627" y="107"/>
                    </a:lnTo>
                    <a:lnTo>
                      <a:pt x="628" y="107"/>
                    </a:lnTo>
                    <a:lnTo>
                      <a:pt x="630" y="107"/>
                    </a:lnTo>
                    <a:lnTo>
                      <a:pt x="632" y="107"/>
                    </a:lnTo>
                    <a:lnTo>
                      <a:pt x="633" y="107"/>
                    </a:lnTo>
                    <a:lnTo>
                      <a:pt x="635" y="109"/>
                    </a:lnTo>
                    <a:lnTo>
                      <a:pt x="635" y="110"/>
                    </a:lnTo>
                    <a:lnTo>
                      <a:pt x="635" y="110"/>
                    </a:lnTo>
                    <a:lnTo>
                      <a:pt x="632" y="115"/>
                    </a:lnTo>
                    <a:lnTo>
                      <a:pt x="630" y="122"/>
                    </a:lnTo>
                    <a:lnTo>
                      <a:pt x="628" y="124"/>
                    </a:lnTo>
                    <a:lnTo>
                      <a:pt x="625" y="127"/>
                    </a:lnTo>
                    <a:lnTo>
                      <a:pt x="621" y="127"/>
                    </a:lnTo>
                    <a:lnTo>
                      <a:pt x="620" y="129"/>
                    </a:lnTo>
                    <a:lnTo>
                      <a:pt x="618" y="129"/>
                    </a:lnTo>
                    <a:lnTo>
                      <a:pt x="618" y="129"/>
                    </a:lnTo>
                    <a:lnTo>
                      <a:pt x="616" y="127"/>
                    </a:lnTo>
                    <a:lnTo>
                      <a:pt x="616" y="126"/>
                    </a:lnTo>
                    <a:lnTo>
                      <a:pt x="615" y="126"/>
                    </a:lnTo>
                    <a:lnTo>
                      <a:pt x="611" y="127"/>
                    </a:lnTo>
                    <a:lnTo>
                      <a:pt x="611" y="127"/>
                    </a:lnTo>
                    <a:lnTo>
                      <a:pt x="611" y="127"/>
                    </a:lnTo>
                    <a:lnTo>
                      <a:pt x="610" y="127"/>
                    </a:lnTo>
                    <a:lnTo>
                      <a:pt x="610" y="127"/>
                    </a:lnTo>
                    <a:lnTo>
                      <a:pt x="610" y="126"/>
                    </a:lnTo>
                    <a:lnTo>
                      <a:pt x="610" y="126"/>
                    </a:lnTo>
                    <a:lnTo>
                      <a:pt x="610" y="126"/>
                    </a:lnTo>
                    <a:lnTo>
                      <a:pt x="608" y="126"/>
                    </a:lnTo>
                    <a:lnTo>
                      <a:pt x="608" y="127"/>
                    </a:lnTo>
                    <a:lnTo>
                      <a:pt x="608" y="127"/>
                    </a:lnTo>
                    <a:lnTo>
                      <a:pt x="608" y="129"/>
                    </a:lnTo>
                    <a:lnTo>
                      <a:pt x="606" y="129"/>
                    </a:lnTo>
                    <a:lnTo>
                      <a:pt x="604" y="129"/>
                    </a:lnTo>
                    <a:lnTo>
                      <a:pt x="604" y="126"/>
                    </a:lnTo>
                    <a:lnTo>
                      <a:pt x="604" y="124"/>
                    </a:lnTo>
                    <a:lnTo>
                      <a:pt x="604" y="122"/>
                    </a:lnTo>
                    <a:lnTo>
                      <a:pt x="604" y="122"/>
                    </a:lnTo>
                    <a:lnTo>
                      <a:pt x="603" y="122"/>
                    </a:lnTo>
                    <a:lnTo>
                      <a:pt x="603" y="122"/>
                    </a:lnTo>
                    <a:lnTo>
                      <a:pt x="603" y="122"/>
                    </a:lnTo>
                    <a:lnTo>
                      <a:pt x="601" y="120"/>
                    </a:lnTo>
                    <a:lnTo>
                      <a:pt x="601" y="120"/>
                    </a:lnTo>
                    <a:lnTo>
                      <a:pt x="603" y="119"/>
                    </a:lnTo>
                    <a:lnTo>
                      <a:pt x="604" y="115"/>
                    </a:lnTo>
                    <a:lnTo>
                      <a:pt x="606" y="114"/>
                    </a:lnTo>
                    <a:lnTo>
                      <a:pt x="606" y="112"/>
                    </a:lnTo>
                    <a:lnTo>
                      <a:pt x="606" y="112"/>
                    </a:lnTo>
                    <a:lnTo>
                      <a:pt x="608" y="112"/>
                    </a:lnTo>
                    <a:lnTo>
                      <a:pt x="608" y="112"/>
                    </a:lnTo>
                    <a:lnTo>
                      <a:pt x="610" y="110"/>
                    </a:lnTo>
                    <a:lnTo>
                      <a:pt x="608" y="109"/>
                    </a:lnTo>
                    <a:lnTo>
                      <a:pt x="606" y="109"/>
                    </a:lnTo>
                    <a:lnTo>
                      <a:pt x="604" y="110"/>
                    </a:lnTo>
                    <a:lnTo>
                      <a:pt x="604" y="110"/>
                    </a:lnTo>
                    <a:lnTo>
                      <a:pt x="603" y="112"/>
                    </a:lnTo>
                    <a:lnTo>
                      <a:pt x="601" y="112"/>
                    </a:lnTo>
                    <a:lnTo>
                      <a:pt x="599" y="110"/>
                    </a:lnTo>
                    <a:lnTo>
                      <a:pt x="599" y="109"/>
                    </a:lnTo>
                    <a:lnTo>
                      <a:pt x="598" y="109"/>
                    </a:lnTo>
                    <a:lnTo>
                      <a:pt x="598" y="109"/>
                    </a:lnTo>
                    <a:lnTo>
                      <a:pt x="598" y="107"/>
                    </a:lnTo>
                    <a:lnTo>
                      <a:pt x="598" y="107"/>
                    </a:lnTo>
                    <a:lnTo>
                      <a:pt x="598" y="105"/>
                    </a:lnTo>
                    <a:lnTo>
                      <a:pt x="599" y="105"/>
                    </a:lnTo>
                    <a:lnTo>
                      <a:pt x="601" y="103"/>
                    </a:lnTo>
                    <a:lnTo>
                      <a:pt x="603" y="103"/>
                    </a:lnTo>
                    <a:lnTo>
                      <a:pt x="603" y="102"/>
                    </a:lnTo>
                    <a:lnTo>
                      <a:pt x="603" y="102"/>
                    </a:lnTo>
                    <a:lnTo>
                      <a:pt x="603" y="100"/>
                    </a:lnTo>
                    <a:lnTo>
                      <a:pt x="604" y="100"/>
                    </a:lnTo>
                    <a:lnTo>
                      <a:pt x="604" y="98"/>
                    </a:lnTo>
                    <a:lnTo>
                      <a:pt x="606" y="98"/>
                    </a:lnTo>
                    <a:lnTo>
                      <a:pt x="608" y="97"/>
                    </a:lnTo>
                    <a:lnTo>
                      <a:pt x="608" y="95"/>
                    </a:lnTo>
                    <a:lnTo>
                      <a:pt x="606" y="97"/>
                    </a:lnTo>
                    <a:lnTo>
                      <a:pt x="601" y="102"/>
                    </a:lnTo>
                    <a:lnTo>
                      <a:pt x="599" y="102"/>
                    </a:lnTo>
                    <a:lnTo>
                      <a:pt x="598" y="102"/>
                    </a:lnTo>
                    <a:lnTo>
                      <a:pt x="598" y="102"/>
                    </a:lnTo>
                    <a:lnTo>
                      <a:pt x="598" y="102"/>
                    </a:lnTo>
                    <a:lnTo>
                      <a:pt x="596" y="103"/>
                    </a:lnTo>
                    <a:lnTo>
                      <a:pt x="596" y="105"/>
                    </a:lnTo>
                    <a:lnTo>
                      <a:pt x="596" y="103"/>
                    </a:lnTo>
                    <a:lnTo>
                      <a:pt x="594" y="103"/>
                    </a:lnTo>
                    <a:lnTo>
                      <a:pt x="594" y="103"/>
                    </a:lnTo>
                    <a:lnTo>
                      <a:pt x="594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89" y="105"/>
                    </a:lnTo>
                    <a:lnTo>
                      <a:pt x="586" y="107"/>
                    </a:lnTo>
                    <a:lnTo>
                      <a:pt x="586" y="109"/>
                    </a:lnTo>
                    <a:lnTo>
                      <a:pt x="584" y="112"/>
                    </a:lnTo>
                    <a:lnTo>
                      <a:pt x="584" y="112"/>
                    </a:lnTo>
                    <a:lnTo>
                      <a:pt x="582" y="110"/>
                    </a:lnTo>
                    <a:lnTo>
                      <a:pt x="582" y="112"/>
                    </a:lnTo>
                    <a:lnTo>
                      <a:pt x="581" y="115"/>
                    </a:lnTo>
                    <a:lnTo>
                      <a:pt x="581" y="112"/>
                    </a:lnTo>
                    <a:lnTo>
                      <a:pt x="579" y="110"/>
                    </a:lnTo>
                    <a:lnTo>
                      <a:pt x="576" y="109"/>
                    </a:lnTo>
                    <a:lnTo>
                      <a:pt x="576" y="107"/>
                    </a:lnTo>
                    <a:lnTo>
                      <a:pt x="574" y="103"/>
                    </a:lnTo>
                    <a:lnTo>
                      <a:pt x="574" y="102"/>
                    </a:lnTo>
                    <a:lnTo>
                      <a:pt x="576" y="102"/>
                    </a:lnTo>
                    <a:lnTo>
                      <a:pt x="576" y="102"/>
                    </a:lnTo>
                    <a:lnTo>
                      <a:pt x="579" y="98"/>
                    </a:lnTo>
                    <a:lnTo>
                      <a:pt x="579" y="98"/>
                    </a:lnTo>
                    <a:lnTo>
                      <a:pt x="582" y="95"/>
                    </a:lnTo>
                    <a:lnTo>
                      <a:pt x="586" y="92"/>
                    </a:lnTo>
                    <a:lnTo>
                      <a:pt x="588" y="90"/>
                    </a:lnTo>
                    <a:lnTo>
                      <a:pt x="591" y="88"/>
                    </a:lnTo>
                    <a:lnTo>
                      <a:pt x="594" y="86"/>
                    </a:lnTo>
                    <a:lnTo>
                      <a:pt x="596" y="86"/>
                    </a:lnTo>
                    <a:lnTo>
                      <a:pt x="596" y="85"/>
                    </a:lnTo>
                    <a:lnTo>
                      <a:pt x="594" y="85"/>
                    </a:lnTo>
                    <a:lnTo>
                      <a:pt x="591" y="86"/>
                    </a:lnTo>
                    <a:lnTo>
                      <a:pt x="591" y="88"/>
                    </a:lnTo>
                    <a:lnTo>
                      <a:pt x="584" y="88"/>
                    </a:lnTo>
                    <a:lnTo>
                      <a:pt x="582" y="88"/>
                    </a:lnTo>
                    <a:lnTo>
                      <a:pt x="582" y="88"/>
                    </a:lnTo>
                    <a:lnTo>
                      <a:pt x="581" y="88"/>
                    </a:lnTo>
                    <a:lnTo>
                      <a:pt x="581" y="88"/>
                    </a:lnTo>
                    <a:lnTo>
                      <a:pt x="582" y="86"/>
                    </a:lnTo>
                    <a:lnTo>
                      <a:pt x="582" y="86"/>
                    </a:lnTo>
                    <a:lnTo>
                      <a:pt x="586" y="86"/>
                    </a:lnTo>
                    <a:lnTo>
                      <a:pt x="588" y="85"/>
                    </a:lnTo>
                    <a:lnTo>
                      <a:pt x="589" y="81"/>
                    </a:lnTo>
                    <a:lnTo>
                      <a:pt x="596" y="76"/>
                    </a:lnTo>
                    <a:lnTo>
                      <a:pt x="598" y="73"/>
                    </a:lnTo>
                    <a:lnTo>
                      <a:pt x="598" y="69"/>
                    </a:lnTo>
                    <a:lnTo>
                      <a:pt x="596" y="69"/>
                    </a:lnTo>
                    <a:lnTo>
                      <a:pt x="594" y="68"/>
                    </a:lnTo>
                    <a:lnTo>
                      <a:pt x="593" y="68"/>
                    </a:lnTo>
                    <a:lnTo>
                      <a:pt x="591" y="69"/>
                    </a:lnTo>
                    <a:lnTo>
                      <a:pt x="593" y="71"/>
                    </a:lnTo>
                    <a:lnTo>
                      <a:pt x="593" y="73"/>
                    </a:lnTo>
                    <a:lnTo>
                      <a:pt x="593" y="73"/>
                    </a:lnTo>
                    <a:lnTo>
                      <a:pt x="593" y="76"/>
                    </a:lnTo>
                    <a:lnTo>
                      <a:pt x="591" y="76"/>
                    </a:lnTo>
                    <a:lnTo>
                      <a:pt x="591" y="76"/>
                    </a:lnTo>
                    <a:lnTo>
                      <a:pt x="589" y="76"/>
                    </a:lnTo>
                    <a:lnTo>
                      <a:pt x="589" y="78"/>
                    </a:lnTo>
                    <a:lnTo>
                      <a:pt x="589" y="78"/>
                    </a:lnTo>
                    <a:lnTo>
                      <a:pt x="588" y="80"/>
                    </a:lnTo>
                    <a:lnTo>
                      <a:pt x="584" y="81"/>
                    </a:lnTo>
                    <a:lnTo>
                      <a:pt x="581" y="83"/>
                    </a:lnTo>
                    <a:lnTo>
                      <a:pt x="579" y="83"/>
                    </a:lnTo>
                    <a:lnTo>
                      <a:pt x="577" y="83"/>
                    </a:lnTo>
                    <a:lnTo>
                      <a:pt x="576" y="83"/>
                    </a:lnTo>
                    <a:lnTo>
                      <a:pt x="574" y="85"/>
                    </a:lnTo>
                    <a:lnTo>
                      <a:pt x="574" y="85"/>
                    </a:lnTo>
                    <a:lnTo>
                      <a:pt x="574" y="85"/>
                    </a:lnTo>
                    <a:lnTo>
                      <a:pt x="574" y="86"/>
                    </a:lnTo>
                    <a:lnTo>
                      <a:pt x="572" y="86"/>
                    </a:lnTo>
                    <a:lnTo>
                      <a:pt x="572" y="86"/>
                    </a:lnTo>
                    <a:lnTo>
                      <a:pt x="571" y="85"/>
                    </a:lnTo>
                    <a:lnTo>
                      <a:pt x="571" y="85"/>
                    </a:lnTo>
                    <a:lnTo>
                      <a:pt x="571" y="85"/>
                    </a:lnTo>
                    <a:lnTo>
                      <a:pt x="569" y="85"/>
                    </a:lnTo>
                    <a:lnTo>
                      <a:pt x="567" y="86"/>
                    </a:lnTo>
                    <a:lnTo>
                      <a:pt x="567" y="88"/>
                    </a:lnTo>
                    <a:lnTo>
                      <a:pt x="567" y="92"/>
                    </a:lnTo>
                    <a:lnTo>
                      <a:pt x="565" y="93"/>
                    </a:lnTo>
                    <a:lnTo>
                      <a:pt x="567" y="93"/>
                    </a:lnTo>
                    <a:lnTo>
                      <a:pt x="569" y="93"/>
                    </a:lnTo>
                    <a:lnTo>
                      <a:pt x="572" y="92"/>
                    </a:lnTo>
                    <a:lnTo>
                      <a:pt x="572" y="90"/>
                    </a:lnTo>
                    <a:lnTo>
                      <a:pt x="574" y="92"/>
                    </a:lnTo>
                    <a:lnTo>
                      <a:pt x="574" y="92"/>
                    </a:lnTo>
                    <a:lnTo>
                      <a:pt x="574" y="93"/>
                    </a:lnTo>
                    <a:lnTo>
                      <a:pt x="572" y="93"/>
                    </a:lnTo>
                    <a:lnTo>
                      <a:pt x="571" y="95"/>
                    </a:lnTo>
                    <a:lnTo>
                      <a:pt x="571" y="95"/>
                    </a:lnTo>
                    <a:lnTo>
                      <a:pt x="567" y="97"/>
                    </a:lnTo>
                    <a:lnTo>
                      <a:pt x="565" y="97"/>
                    </a:lnTo>
                    <a:lnTo>
                      <a:pt x="565" y="97"/>
                    </a:lnTo>
                    <a:lnTo>
                      <a:pt x="564" y="93"/>
                    </a:lnTo>
                    <a:lnTo>
                      <a:pt x="562" y="97"/>
                    </a:lnTo>
                    <a:lnTo>
                      <a:pt x="560" y="97"/>
                    </a:lnTo>
                    <a:lnTo>
                      <a:pt x="559" y="98"/>
                    </a:lnTo>
                    <a:lnTo>
                      <a:pt x="557" y="98"/>
                    </a:lnTo>
                    <a:lnTo>
                      <a:pt x="555" y="98"/>
                    </a:lnTo>
                    <a:lnTo>
                      <a:pt x="554" y="98"/>
                    </a:lnTo>
                    <a:lnTo>
                      <a:pt x="555" y="97"/>
                    </a:lnTo>
                    <a:lnTo>
                      <a:pt x="552" y="97"/>
                    </a:lnTo>
                    <a:lnTo>
                      <a:pt x="548" y="97"/>
                    </a:lnTo>
                    <a:lnTo>
                      <a:pt x="547" y="98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2"/>
                    </a:lnTo>
                    <a:lnTo>
                      <a:pt x="543" y="102"/>
                    </a:lnTo>
                    <a:lnTo>
                      <a:pt x="543" y="102"/>
                    </a:lnTo>
                    <a:lnTo>
                      <a:pt x="540" y="103"/>
                    </a:lnTo>
                    <a:lnTo>
                      <a:pt x="538" y="105"/>
                    </a:lnTo>
                    <a:lnTo>
                      <a:pt x="540" y="105"/>
                    </a:lnTo>
                    <a:lnTo>
                      <a:pt x="543" y="107"/>
                    </a:lnTo>
                    <a:lnTo>
                      <a:pt x="543" y="109"/>
                    </a:lnTo>
                    <a:lnTo>
                      <a:pt x="545" y="109"/>
                    </a:lnTo>
                    <a:lnTo>
                      <a:pt x="547" y="109"/>
                    </a:lnTo>
                    <a:lnTo>
                      <a:pt x="547" y="109"/>
                    </a:lnTo>
                    <a:lnTo>
                      <a:pt x="547" y="110"/>
                    </a:lnTo>
                    <a:lnTo>
                      <a:pt x="545" y="110"/>
                    </a:lnTo>
                    <a:lnTo>
                      <a:pt x="543" y="110"/>
                    </a:lnTo>
                    <a:lnTo>
                      <a:pt x="542" y="109"/>
                    </a:lnTo>
                    <a:lnTo>
                      <a:pt x="540" y="109"/>
                    </a:lnTo>
                    <a:lnTo>
                      <a:pt x="540" y="109"/>
                    </a:lnTo>
                    <a:lnTo>
                      <a:pt x="538" y="109"/>
                    </a:lnTo>
                    <a:lnTo>
                      <a:pt x="535" y="109"/>
                    </a:lnTo>
                    <a:lnTo>
                      <a:pt x="533" y="109"/>
                    </a:lnTo>
                    <a:lnTo>
                      <a:pt x="535" y="110"/>
                    </a:lnTo>
                    <a:lnTo>
                      <a:pt x="537" y="112"/>
                    </a:lnTo>
                    <a:lnTo>
                      <a:pt x="537" y="114"/>
                    </a:lnTo>
                    <a:lnTo>
                      <a:pt x="535" y="114"/>
                    </a:lnTo>
                    <a:lnTo>
                      <a:pt x="535" y="112"/>
                    </a:lnTo>
                    <a:lnTo>
                      <a:pt x="533" y="112"/>
                    </a:lnTo>
                    <a:lnTo>
                      <a:pt x="531" y="110"/>
                    </a:lnTo>
                    <a:lnTo>
                      <a:pt x="531" y="110"/>
                    </a:lnTo>
                    <a:lnTo>
                      <a:pt x="530" y="110"/>
                    </a:lnTo>
                    <a:lnTo>
                      <a:pt x="528" y="110"/>
                    </a:lnTo>
                    <a:lnTo>
                      <a:pt x="526" y="110"/>
                    </a:lnTo>
                    <a:lnTo>
                      <a:pt x="525" y="112"/>
                    </a:lnTo>
                    <a:lnTo>
                      <a:pt x="525" y="112"/>
                    </a:lnTo>
                    <a:lnTo>
                      <a:pt x="523" y="112"/>
                    </a:lnTo>
                    <a:lnTo>
                      <a:pt x="521" y="109"/>
                    </a:lnTo>
                    <a:lnTo>
                      <a:pt x="521" y="109"/>
                    </a:lnTo>
                    <a:lnTo>
                      <a:pt x="520" y="109"/>
                    </a:lnTo>
                    <a:lnTo>
                      <a:pt x="518" y="107"/>
                    </a:lnTo>
                    <a:lnTo>
                      <a:pt x="516" y="107"/>
                    </a:lnTo>
                    <a:lnTo>
                      <a:pt x="516" y="105"/>
                    </a:lnTo>
                    <a:lnTo>
                      <a:pt x="514" y="102"/>
                    </a:lnTo>
                    <a:lnTo>
                      <a:pt x="514" y="102"/>
                    </a:lnTo>
                    <a:lnTo>
                      <a:pt x="514" y="102"/>
                    </a:lnTo>
                    <a:lnTo>
                      <a:pt x="513" y="102"/>
                    </a:lnTo>
                    <a:lnTo>
                      <a:pt x="511" y="100"/>
                    </a:lnTo>
                    <a:lnTo>
                      <a:pt x="511" y="100"/>
                    </a:lnTo>
                    <a:lnTo>
                      <a:pt x="506" y="100"/>
                    </a:lnTo>
                    <a:lnTo>
                      <a:pt x="504" y="100"/>
                    </a:lnTo>
                    <a:lnTo>
                      <a:pt x="504" y="98"/>
                    </a:lnTo>
                    <a:lnTo>
                      <a:pt x="504" y="97"/>
                    </a:lnTo>
                    <a:lnTo>
                      <a:pt x="503" y="93"/>
                    </a:lnTo>
                    <a:lnTo>
                      <a:pt x="503" y="92"/>
                    </a:lnTo>
                    <a:lnTo>
                      <a:pt x="503" y="92"/>
                    </a:lnTo>
                    <a:lnTo>
                      <a:pt x="501" y="93"/>
                    </a:lnTo>
                    <a:lnTo>
                      <a:pt x="501" y="93"/>
                    </a:lnTo>
                    <a:lnTo>
                      <a:pt x="499" y="92"/>
                    </a:lnTo>
                    <a:lnTo>
                      <a:pt x="499" y="92"/>
                    </a:lnTo>
                    <a:lnTo>
                      <a:pt x="499" y="90"/>
                    </a:lnTo>
                    <a:lnTo>
                      <a:pt x="498" y="90"/>
                    </a:lnTo>
                    <a:lnTo>
                      <a:pt x="498" y="88"/>
                    </a:lnTo>
                    <a:lnTo>
                      <a:pt x="498" y="88"/>
                    </a:lnTo>
                    <a:lnTo>
                      <a:pt x="498" y="86"/>
                    </a:lnTo>
                    <a:lnTo>
                      <a:pt x="498" y="85"/>
                    </a:lnTo>
                    <a:lnTo>
                      <a:pt x="498" y="85"/>
                    </a:lnTo>
                    <a:lnTo>
                      <a:pt x="496" y="85"/>
                    </a:lnTo>
                    <a:lnTo>
                      <a:pt x="492" y="85"/>
                    </a:lnTo>
                    <a:lnTo>
                      <a:pt x="491" y="85"/>
                    </a:lnTo>
                    <a:lnTo>
                      <a:pt x="491" y="86"/>
                    </a:lnTo>
                    <a:lnTo>
                      <a:pt x="486" y="92"/>
                    </a:lnTo>
                    <a:lnTo>
                      <a:pt x="482" y="93"/>
                    </a:lnTo>
                    <a:lnTo>
                      <a:pt x="482" y="95"/>
                    </a:lnTo>
                    <a:lnTo>
                      <a:pt x="481" y="93"/>
                    </a:lnTo>
                    <a:lnTo>
                      <a:pt x="479" y="93"/>
                    </a:lnTo>
                    <a:lnTo>
                      <a:pt x="475" y="95"/>
                    </a:lnTo>
                    <a:lnTo>
                      <a:pt x="467" y="93"/>
                    </a:lnTo>
                    <a:lnTo>
                      <a:pt x="464" y="93"/>
                    </a:lnTo>
                    <a:lnTo>
                      <a:pt x="460" y="90"/>
                    </a:lnTo>
                    <a:lnTo>
                      <a:pt x="455" y="86"/>
                    </a:lnTo>
                    <a:lnTo>
                      <a:pt x="453" y="86"/>
                    </a:lnTo>
                    <a:lnTo>
                      <a:pt x="453" y="88"/>
                    </a:lnTo>
                    <a:lnTo>
                      <a:pt x="453" y="88"/>
                    </a:lnTo>
                    <a:lnTo>
                      <a:pt x="453" y="90"/>
                    </a:lnTo>
                    <a:lnTo>
                      <a:pt x="452" y="92"/>
                    </a:lnTo>
                    <a:lnTo>
                      <a:pt x="448" y="93"/>
                    </a:lnTo>
                    <a:lnTo>
                      <a:pt x="448" y="95"/>
                    </a:lnTo>
                    <a:lnTo>
                      <a:pt x="447" y="95"/>
                    </a:lnTo>
                    <a:lnTo>
                      <a:pt x="447" y="95"/>
                    </a:lnTo>
                    <a:lnTo>
                      <a:pt x="447" y="95"/>
                    </a:lnTo>
                    <a:lnTo>
                      <a:pt x="447" y="93"/>
                    </a:lnTo>
                    <a:lnTo>
                      <a:pt x="447" y="93"/>
                    </a:lnTo>
                    <a:lnTo>
                      <a:pt x="447" y="92"/>
                    </a:lnTo>
                    <a:lnTo>
                      <a:pt x="447" y="90"/>
                    </a:lnTo>
                    <a:lnTo>
                      <a:pt x="447" y="90"/>
                    </a:lnTo>
                    <a:lnTo>
                      <a:pt x="447" y="88"/>
                    </a:lnTo>
                    <a:lnTo>
                      <a:pt x="447" y="88"/>
                    </a:lnTo>
                    <a:lnTo>
                      <a:pt x="445" y="88"/>
                    </a:lnTo>
                    <a:lnTo>
                      <a:pt x="445" y="86"/>
                    </a:lnTo>
                    <a:lnTo>
                      <a:pt x="445" y="86"/>
                    </a:lnTo>
                    <a:lnTo>
                      <a:pt x="447" y="86"/>
                    </a:lnTo>
                    <a:lnTo>
                      <a:pt x="447" y="86"/>
                    </a:lnTo>
                    <a:lnTo>
                      <a:pt x="448" y="85"/>
                    </a:lnTo>
                    <a:lnTo>
                      <a:pt x="448" y="85"/>
                    </a:lnTo>
                    <a:lnTo>
                      <a:pt x="447" y="83"/>
                    </a:lnTo>
                    <a:lnTo>
                      <a:pt x="445" y="83"/>
                    </a:lnTo>
                    <a:lnTo>
                      <a:pt x="445" y="83"/>
                    </a:lnTo>
                    <a:lnTo>
                      <a:pt x="445" y="81"/>
                    </a:lnTo>
                    <a:lnTo>
                      <a:pt x="443" y="80"/>
                    </a:lnTo>
                    <a:lnTo>
                      <a:pt x="443" y="78"/>
                    </a:lnTo>
                    <a:lnTo>
                      <a:pt x="441" y="80"/>
                    </a:lnTo>
                    <a:lnTo>
                      <a:pt x="438" y="83"/>
                    </a:lnTo>
                    <a:lnTo>
                      <a:pt x="438" y="81"/>
                    </a:lnTo>
                    <a:lnTo>
                      <a:pt x="438" y="81"/>
                    </a:lnTo>
                    <a:lnTo>
                      <a:pt x="438" y="80"/>
                    </a:lnTo>
                    <a:lnTo>
                      <a:pt x="438" y="80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6" y="78"/>
                    </a:lnTo>
                    <a:lnTo>
                      <a:pt x="436" y="76"/>
                    </a:lnTo>
                    <a:lnTo>
                      <a:pt x="436" y="76"/>
                    </a:lnTo>
                    <a:lnTo>
                      <a:pt x="435" y="75"/>
                    </a:lnTo>
                    <a:lnTo>
                      <a:pt x="433" y="76"/>
                    </a:lnTo>
                    <a:lnTo>
                      <a:pt x="433" y="76"/>
                    </a:lnTo>
                    <a:lnTo>
                      <a:pt x="431" y="78"/>
                    </a:lnTo>
                    <a:lnTo>
                      <a:pt x="431" y="78"/>
                    </a:lnTo>
                    <a:lnTo>
                      <a:pt x="430" y="80"/>
                    </a:lnTo>
                    <a:lnTo>
                      <a:pt x="426" y="81"/>
                    </a:lnTo>
                    <a:lnTo>
                      <a:pt x="421" y="80"/>
                    </a:lnTo>
                    <a:lnTo>
                      <a:pt x="418" y="76"/>
                    </a:lnTo>
                    <a:lnTo>
                      <a:pt x="416" y="75"/>
                    </a:lnTo>
                    <a:lnTo>
                      <a:pt x="418" y="73"/>
                    </a:lnTo>
                    <a:lnTo>
                      <a:pt x="419" y="71"/>
                    </a:lnTo>
                    <a:lnTo>
                      <a:pt x="421" y="71"/>
                    </a:lnTo>
                    <a:lnTo>
                      <a:pt x="423" y="69"/>
                    </a:lnTo>
                    <a:lnTo>
                      <a:pt x="423" y="69"/>
                    </a:lnTo>
                    <a:lnTo>
                      <a:pt x="425" y="69"/>
                    </a:lnTo>
                    <a:lnTo>
                      <a:pt x="425" y="68"/>
                    </a:lnTo>
                    <a:lnTo>
                      <a:pt x="426" y="68"/>
                    </a:lnTo>
                    <a:lnTo>
                      <a:pt x="425" y="66"/>
                    </a:lnTo>
                    <a:lnTo>
                      <a:pt x="423" y="64"/>
                    </a:lnTo>
                    <a:lnTo>
                      <a:pt x="423" y="66"/>
                    </a:lnTo>
                    <a:lnTo>
                      <a:pt x="421" y="66"/>
                    </a:lnTo>
                    <a:lnTo>
                      <a:pt x="419" y="66"/>
                    </a:lnTo>
                    <a:lnTo>
                      <a:pt x="418" y="66"/>
                    </a:lnTo>
                    <a:lnTo>
                      <a:pt x="418" y="66"/>
                    </a:lnTo>
                    <a:lnTo>
                      <a:pt x="418" y="64"/>
                    </a:lnTo>
                    <a:lnTo>
                      <a:pt x="416" y="64"/>
                    </a:lnTo>
                    <a:lnTo>
                      <a:pt x="416" y="64"/>
                    </a:lnTo>
                    <a:lnTo>
                      <a:pt x="414" y="64"/>
                    </a:lnTo>
                    <a:lnTo>
                      <a:pt x="411" y="68"/>
                    </a:lnTo>
                    <a:lnTo>
                      <a:pt x="409" y="69"/>
                    </a:lnTo>
                    <a:lnTo>
                      <a:pt x="408" y="69"/>
                    </a:lnTo>
                    <a:lnTo>
                      <a:pt x="406" y="69"/>
                    </a:lnTo>
                    <a:lnTo>
                      <a:pt x="404" y="69"/>
                    </a:lnTo>
                    <a:lnTo>
                      <a:pt x="404" y="69"/>
                    </a:lnTo>
                    <a:lnTo>
                      <a:pt x="402" y="73"/>
                    </a:lnTo>
                    <a:lnTo>
                      <a:pt x="402" y="73"/>
                    </a:lnTo>
                    <a:lnTo>
                      <a:pt x="401" y="73"/>
                    </a:lnTo>
                    <a:lnTo>
                      <a:pt x="399" y="73"/>
                    </a:lnTo>
                    <a:lnTo>
                      <a:pt x="399" y="75"/>
                    </a:lnTo>
                    <a:lnTo>
                      <a:pt x="397" y="75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2" y="73"/>
                    </a:lnTo>
                    <a:lnTo>
                      <a:pt x="392" y="73"/>
                    </a:lnTo>
                    <a:lnTo>
                      <a:pt x="391" y="76"/>
                    </a:lnTo>
                    <a:lnTo>
                      <a:pt x="391" y="78"/>
                    </a:lnTo>
                    <a:lnTo>
                      <a:pt x="391" y="76"/>
                    </a:lnTo>
                    <a:lnTo>
                      <a:pt x="391" y="75"/>
                    </a:lnTo>
                    <a:lnTo>
                      <a:pt x="391" y="71"/>
                    </a:lnTo>
                    <a:lnTo>
                      <a:pt x="392" y="69"/>
                    </a:lnTo>
                    <a:lnTo>
                      <a:pt x="391" y="68"/>
                    </a:lnTo>
                    <a:lnTo>
                      <a:pt x="391" y="68"/>
                    </a:lnTo>
                    <a:lnTo>
                      <a:pt x="389" y="69"/>
                    </a:lnTo>
                    <a:lnTo>
                      <a:pt x="387" y="69"/>
                    </a:lnTo>
                    <a:lnTo>
                      <a:pt x="387" y="69"/>
                    </a:lnTo>
                    <a:lnTo>
                      <a:pt x="385" y="71"/>
                    </a:lnTo>
                    <a:lnTo>
                      <a:pt x="385" y="71"/>
                    </a:lnTo>
                    <a:lnTo>
                      <a:pt x="382" y="69"/>
                    </a:lnTo>
                    <a:lnTo>
                      <a:pt x="380" y="69"/>
                    </a:lnTo>
                    <a:lnTo>
                      <a:pt x="380" y="69"/>
                    </a:lnTo>
                    <a:lnTo>
                      <a:pt x="380" y="69"/>
                    </a:lnTo>
                    <a:lnTo>
                      <a:pt x="379" y="68"/>
                    </a:lnTo>
                    <a:lnTo>
                      <a:pt x="380" y="68"/>
                    </a:lnTo>
                    <a:lnTo>
                      <a:pt x="380" y="68"/>
                    </a:lnTo>
                    <a:lnTo>
                      <a:pt x="380" y="66"/>
                    </a:lnTo>
                    <a:lnTo>
                      <a:pt x="380" y="66"/>
                    </a:lnTo>
                    <a:lnTo>
                      <a:pt x="380" y="64"/>
                    </a:lnTo>
                    <a:lnTo>
                      <a:pt x="379" y="66"/>
                    </a:lnTo>
                    <a:lnTo>
                      <a:pt x="379" y="66"/>
                    </a:lnTo>
                    <a:lnTo>
                      <a:pt x="377" y="68"/>
                    </a:lnTo>
                    <a:lnTo>
                      <a:pt x="377" y="68"/>
                    </a:lnTo>
                    <a:lnTo>
                      <a:pt x="377" y="68"/>
                    </a:lnTo>
                    <a:lnTo>
                      <a:pt x="374" y="68"/>
                    </a:lnTo>
                    <a:lnTo>
                      <a:pt x="372" y="68"/>
                    </a:lnTo>
                    <a:lnTo>
                      <a:pt x="372" y="68"/>
                    </a:lnTo>
                    <a:lnTo>
                      <a:pt x="372" y="66"/>
                    </a:lnTo>
                    <a:lnTo>
                      <a:pt x="374" y="64"/>
                    </a:lnTo>
                    <a:lnTo>
                      <a:pt x="374" y="64"/>
                    </a:lnTo>
                    <a:lnTo>
                      <a:pt x="375" y="63"/>
                    </a:lnTo>
                    <a:lnTo>
                      <a:pt x="375" y="63"/>
                    </a:lnTo>
                    <a:lnTo>
                      <a:pt x="375" y="63"/>
                    </a:lnTo>
                    <a:lnTo>
                      <a:pt x="374" y="63"/>
                    </a:lnTo>
                    <a:lnTo>
                      <a:pt x="372" y="63"/>
                    </a:lnTo>
                    <a:lnTo>
                      <a:pt x="370" y="63"/>
                    </a:lnTo>
                    <a:lnTo>
                      <a:pt x="368" y="64"/>
                    </a:lnTo>
                    <a:lnTo>
                      <a:pt x="367" y="66"/>
                    </a:lnTo>
                    <a:lnTo>
                      <a:pt x="362" y="64"/>
                    </a:lnTo>
                    <a:lnTo>
                      <a:pt x="360" y="64"/>
                    </a:lnTo>
                    <a:lnTo>
                      <a:pt x="358" y="63"/>
                    </a:lnTo>
                    <a:lnTo>
                      <a:pt x="358" y="63"/>
                    </a:lnTo>
                    <a:lnTo>
                      <a:pt x="357" y="61"/>
                    </a:lnTo>
                    <a:lnTo>
                      <a:pt x="353" y="54"/>
                    </a:lnTo>
                    <a:lnTo>
                      <a:pt x="351" y="51"/>
                    </a:lnTo>
                    <a:lnTo>
                      <a:pt x="351" y="49"/>
                    </a:lnTo>
                    <a:lnTo>
                      <a:pt x="351" y="47"/>
                    </a:lnTo>
                    <a:lnTo>
                      <a:pt x="351" y="47"/>
                    </a:lnTo>
                    <a:lnTo>
                      <a:pt x="350" y="46"/>
                    </a:lnTo>
                    <a:lnTo>
                      <a:pt x="350" y="46"/>
                    </a:lnTo>
                    <a:lnTo>
                      <a:pt x="350" y="46"/>
                    </a:lnTo>
                    <a:lnTo>
                      <a:pt x="348" y="46"/>
                    </a:lnTo>
                    <a:lnTo>
                      <a:pt x="348" y="42"/>
                    </a:lnTo>
                    <a:lnTo>
                      <a:pt x="346" y="41"/>
                    </a:lnTo>
                    <a:lnTo>
                      <a:pt x="343" y="37"/>
                    </a:lnTo>
                    <a:lnTo>
                      <a:pt x="341" y="37"/>
                    </a:lnTo>
                    <a:lnTo>
                      <a:pt x="341" y="36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6" y="32"/>
                    </a:lnTo>
                    <a:lnTo>
                      <a:pt x="335" y="30"/>
                    </a:lnTo>
                    <a:lnTo>
                      <a:pt x="335" y="30"/>
                    </a:lnTo>
                    <a:lnTo>
                      <a:pt x="335" y="30"/>
                    </a:lnTo>
                    <a:lnTo>
                      <a:pt x="333" y="32"/>
                    </a:lnTo>
                    <a:lnTo>
                      <a:pt x="336" y="34"/>
                    </a:lnTo>
                    <a:lnTo>
                      <a:pt x="336" y="36"/>
                    </a:lnTo>
                    <a:lnTo>
                      <a:pt x="336" y="37"/>
                    </a:lnTo>
                    <a:lnTo>
                      <a:pt x="336" y="39"/>
                    </a:lnTo>
                    <a:lnTo>
                      <a:pt x="335" y="39"/>
                    </a:lnTo>
                    <a:lnTo>
                      <a:pt x="333" y="37"/>
                    </a:lnTo>
                    <a:lnTo>
                      <a:pt x="331" y="37"/>
                    </a:lnTo>
                    <a:lnTo>
                      <a:pt x="329" y="37"/>
                    </a:lnTo>
                    <a:lnTo>
                      <a:pt x="331" y="39"/>
                    </a:lnTo>
                    <a:lnTo>
                      <a:pt x="331" y="39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9" y="41"/>
                    </a:lnTo>
                    <a:lnTo>
                      <a:pt x="328" y="41"/>
                    </a:lnTo>
                    <a:lnTo>
                      <a:pt x="328" y="41"/>
                    </a:lnTo>
                    <a:lnTo>
                      <a:pt x="326" y="41"/>
                    </a:lnTo>
                    <a:lnTo>
                      <a:pt x="326" y="44"/>
                    </a:lnTo>
                    <a:lnTo>
                      <a:pt x="324" y="46"/>
                    </a:lnTo>
                    <a:lnTo>
                      <a:pt x="323" y="46"/>
                    </a:lnTo>
                    <a:lnTo>
                      <a:pt x="321" y="47"/>
                    </a:lnTo>
                    <a:lnTo>
                      <a:pt x="316" y="46"/>
                    </a:lnTo>
                    <a:lnTo>
                      <a:pt x="314" y="44"/>
                    </a:lnTo>
                    <a:lnTo>
                      <a:pt x="312" y="41"/>
                    </a:lnTo>
                    <a:lnTo>
                      <a:pt x="311" y="37"/>
                    </a:lnTo>
                    <a:lnTo>
                      <a:pt x="307" y="36"/>
                    </a:lnTo>
                    <a:lnTo>
                      <a:pt x="307" y="34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6" y="30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2" y="30"/>
                    </a:lnTo>
                    <a:lnTo>
                      <a:pt x="302" y="30"/>
                    </a:lnTo>
                    <a:lnTo>
                      <a:pt x="304" y="29"/>
                    </a:lnTo>
                    <a:lnTo>
                      <a:pt x="302" y="27"/>
                    </a:lnTo>
                    <a:lnTo>
                      <a:pt x="299" y="24"/>
                    </a:lnTo>
                    <a:lnTo>
                      <a:pt x="297" y="20"/>
                    </a:lnTo>
                    <a:lnTo>
                      <a:pt x="295" y="22"/>
                    </a:lnTo>
                    <a:lnTo>
                      <a:pt x="294" y="25"/>
                    </a:lnTo>
                    <a:lnTo>
                      <a:pt x="294" y="27"/>
                    </a:lnTo>
                    <a:lnTo>
                      <a:pt x="292" y="27"/>
                    </a:lnTo>
                    <a:lnTo>
                      <a:pt x="290" y="27"/>
                    </a:lnTo>
                    <a:lnTo>
                      <a:pt x="292" y="24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89" y="15"/>
                    </a:lnTo>
                    <a:lnTo>
                      <a:pt x="289" y="13"/>
                    </a:lnTo>
                    <a:lnTo>
                      <a:pt x="289" y="13"/>
                    </a:lnTo>
                    <a:lnTo>
                      <a:pt x="287" y="13"/>
                    </a:lnTo>
                    <a:lnTo>
                      <a:pt x="287" y="15"/>
                    </a:lnTo>
                    <a:lnTo>
                      <a:pt x="287" y="15"/>
                    </a:lnTo>
                    <a:lnTo>
                      <a:pt x="285" y="17"/>
                    </a:lnTo>
                    <a:lnTo>
                      <a:pt x="285" y="17"/>
                    </a:lnTo>
                    <a:lnTo>
                      <a:pt x="285" y="17"/>
                    </a:lnTo>
                    <a:lnTo>
                      <a:pt x="284" y="15"/>
                    </a:lnTo>
                    <a:lnTo>
                      <a:pt x="282" y="17"/>
                    </a:lnTo>
                    <a:lnTo>
                      <a:pt x="282" y="19"/>
                    </a:lnTo>
                    <a:lnTo>
                      <a:pt x="282" y="22"/>
                    </a:lnTo>
                    <a:lnTo>
                      <a:pt x="284" y="25"/>
                    </a:lnTo>
                    <a:lnTo>
                      <a:pt x="284" y="25"/>
                    </a:lnTo>
                    <a:lnTo>
                      <a:pt x="282" y="25"/>
                    </a:lnTo>
                    <a:lnTo>
                      <a:pt x="280" y="24"/>
                    </a:lnTo>
                    <a:lnTo>
                      <a:pt x="280" y="20"/>
                    </a:lnTo>
                    <a:lnTo>
                      <a:pt x="278" y="19"/>
                    </a:lnTo>
                    <a:lnTo>
                      <a:pt x="277" y="19"/>
                    </a:lnTo>
                    <a:lnTo>
                      <a:pt x="277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272" y="13"/>
                    </a:lnTo>
                    <a:lnTo>
                      <a:pt x="272" y="15"/>
                    </a:lnTo>
                    <a:lnTo>
                      <a:pt x="272" y="17"/>
                    </a:lnTo>
                    <a:lnTo>
                      <a:pt x="272" y="17"/>
                    </a:lnTo>
                    <a:lnTo>
                      <a:pt x="273" y="19"/>
                    </a:lnTo>
                    <a:lnTo>
                      <a:pt x="275" y="20"/>
                    </a:lnTo>
                    <a:lnTo>
                      <a:pt x="275" y="22"/>
                    </a:lnTo>
                    <a:lnTo>
                      <a:pt x="273" y="22"/>
                    </a:lnTo>
                    <a:lnTo>
                      <a:pt x="275" y="24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5" y="27"/>
                    </a:lnTo>
                    <a:lnTo>
                      <a:pt x="275" y="27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30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8" y="34"/>
                    </a:lnTo>
                    <a:lnTo>
                      <a:pt x="277" y="34"/>
                    </a:lnTo>
                    <a:lnTo>
                      <a:pt x="277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4"/>
                    </a:lnTo>
                    <a:lnTo>
                      <a:pt x="272" y="30"/>
                    </a:lnTo>
                    <a:lnTo>
                      <a:pt x="270" y="29"/>
                    </a:lnTo>
                    <a:lnTo>
                      <a:pt x="270" y="30"/>
                    </a:lnTo>
                    <a:lnTo>
                      <a:pt x="270" y="30"/>
                    </a:lnTo>
                    <a:lnTo>
                      <a:pt x="270" y="30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68" y="30"/>
                    </a:lnTo>
                    <a:lnTo>
                      <a:pt x="268" y="27"/>
                    </a:lnTo>
                    <a:lnTo>
                      <a:pt x="268" y="27"/>
                    </a:lnTo>
                    <a:lnTo>
                      <a:pt x="268" y="25"/>
                    </a:lnTo>
                    <a:lnTo>
                      <a:pt x="268" y="24"/>
                    </a:lnTo>
                    <a:lnTo>
                      <a:pt x="268" y="24"/>
                    </a:lnTo>
                    <a:lnTo>
                      <a:pt x="268" y="22"/>
                    </a:lnTo>
                    <a:lnTo>
                      <a:pt x="268" y="22"/>
                    </a:lnTo>
                    <a:lnTo>
                      <a:pt x="268" y="20"/>
                    </a:lnTo>
                    <a:lnTo>
                      <a:pt x="268" y="22"/>
                    </a:lnTo>
                    <a:lnTo>
                      <a:pt x="267" y="22"/>
                    </a:lnTo>
                    <a:lnTo>
                      <a:pt x="267" y="22"/>
                    </a:lnTo>
                    <a:lnTo>
                      <a:pt x="265" y="22"/>
                    </a:lnTo>
                    <a:lnTo>
                      <a:pt x="265" y="19"/>
                    </a:lnTo>
                    <a:lnTo>
                      <a:pt x="263" y="19"/>
                    </a:lnTo>
                    <a:lnTo>
                      <a:pt x="261" y="17"/>
                    </a:lnTo>
                    <a:lnTo>
                      <a:pt x="260" y="15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56" y="13"/>
                    </a:lnTo>
                    <a:lnTo>
                      <a:pt x="256" y="15"/>
                    </a:lnTo>
                    <a:lnTo>
                      <a:pt x="258" y="17"/>
                    </a:lnTo>
                    <a:lnTo>
                      <a:pt x="258" y="19"/>
                    </a:lnTo>
                    <a:lnTo>
                      <a:pt x="256" y="17"/>
                    </a:lnTo>
                    <a:lnTo>
                      <a:pt x="256" y="19"/>
                    </a:lnTo>
                    <a:lnTo>
                      <a:pt x="256" y="20"/>
                    </a:lnTo>
                    <a:lnTo>
                      <a:pt x="256" y="22"/>
                    </a:lnTo>
                    <a:lnTo>
                      <a:pt x="255" y="24"/>
                    </a:lnTo>
                    <a:lnTo>
                      <a:pt x="255" y="24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0" y="20"/>
                    </a:lnTo>
                    <a:lnTo>
                      <a:pt x="250" y="19"/>
                    </a:lnTo>
                    <a:lnTo>
                      <a:pt x="250" y="19"/>
                    </a:lnTo>
                    <a:lnTo>
                      <a:pt x="248" y="17"/>
                    </a:lnTo>
                    <a:lnTo>
                      <a:pt x="248" y="19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22"/>
                    </a:lnTo>
                    <a:lnTo>
                      <a:pt x="248" y="22"/>
                    </a:lnTo>
                    <a:lnTo>
                      <a:pt x="246" y="20"/>
                    </a:lnTo>
                    <a:lnTo>
                      <a:pt x="246" y="20"/>
                    </a:lnTo>
                    <a:lnTo>
                      <a:pt x="245" y="20"/>
                    </a:lnTo>
                    <a:lnTo>
                      <a:pt x="243" y="20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6" y="25"/>
                    </a:lnTo>
                    <a:lnTo>
                      <a:pt x="245" y="27"/>
                    </a:lnTo>
                    <a:lnTo>
                      <a:pt x="243" y="27"/>
                    </a:lnTo>
                    <a:lnTo>
                      <a:pt x="241" y="25"/>
                    </a:lnTo>
                    <a:lnTo>
                      <a:pt x="241" y="25"/>
                    </a:lnTo>
                    <a:lnTo>
                      <a:pt x="241" y="27"/>
                    </a:lnTo>
                    <a:lnTo>
                      <a:pt x="241" y="29"/>
                    </a:lnTo>
                    <a:lnTo>
                      <a:pt x="239" y="29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3" y="30"/>
                    </a:lnTo>
                    <a:lnTo>
                      <a:pt x="243" y="30"/>
                    </a:lnTo>
                    <a:lnTo>
                      <a:pt x="246" y="29"/>
                    </a:lnTo>
                    <a:lnTo>
                      <a:pt x="246" y="29"/>
                    </a:lnTo>
                    <a:lnTo>
                      <a:pt x="248" y="29"/>
                    </a:lnTo>
                    <a:lnTo>
                      <a:pt x="250" y="30"/>
                    </a:lnTo>
                    <a:lnTo>
                      <a:pt x="251" y="30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1" y="32"/>
                    </a:lnTo>
                    <a:lnTo>
                      <a:pt x="253" y="32"/>
                    </a:lnTo>
                    <a:lnTo>
                      <a:pt x="253" y="34"/>
                    </a:lnTo>
                    <a:lnTo>
                      <a:pt x="256" y="32"/>
                    </a:lnTo>
                    <a:lnTo>
                      <a:pt x="256" y="32"/>
                    </a:lnTo>
                    <a:lnTo>
                      <a:pt x="256" y="34"/>
                    </a:lnTo>
                    <a:lnTo>
                      <a:pt x="256" y="36"/>
                    </a:lnTo>
                    <a:lnTo>
                      <a:pt x="255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7"/>
                    </a:lnTo>
                    <a:lnTo>
                      <a:pt x="256" y="37"/>
                    </a:lnTo>
                    <a:lnTo>
                      <a:pt x="256" y="37"/>
                    </a:lnTo>
                    <a:lnTo>
                      <a:pt x="258" y="39"/>
                    </a:lnTo>
                    <a:lnTo>
                      <a:pt x="260" y="39"/>
                    </a:lnTo>
                    <a:lnTo>
                      <a:pt x="261" y="39"/>
                    </a:lnTo>
                    <a:lnTo>
                      <a:pt x="263" y="41"/>
                    </a:lnTo>
                    <a:lnTo>
                      <a:pt x="263" y="41"/>
                    </a:lnTo>
                    <a:lnTo>
                      <a:pt x="263" y="41"/>
                    </a:lnTo>
                    <a:lnTo>
                      <a:pt x="261" y="41"/>
                    </a:lnTo>
                    <a:lnTo>
                      <a:pt x="261" y="42"/>
                    </a:lnTo>
                    <a:lnTo>
                      <a:pt x="261" y="42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3" y="44"/>
                    </a:lnTo>
                    <a:lnTo>
                      <a:pt x="263" y="46"/>
                    </a:lnTo>
                    <a:lnTo>
                      <a:pt x="265" y="46"/>
                    </a:lnTo>
                    <a:lnTo>
                      <a:pt x="267" y="47"/>
                    </a:lnTo>
                    <a:lnTo>
                      <a:pt x="268" y="47"/>
                    </a:lnTo>
                    <a:lnTo>
                      <a:pt x="270" y="47"/>
                    </a:lnTo>
                    <a:lnTo>
                      <a:pt x="272" y="47"/>
                    </a:lnTo>
                    <a:lnTo>
                      <a:pt x="273" y="44"/>
                    </a:lnTo>
                    <a:lnTo>
                      <a:pt x="273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7" y="44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8" y="42"/>
                    </a:lnTo>
                    <a:lnTo>
                      <a:pt x="280" y="42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2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4" y="41"/>
                    </a:lnTo>
                    <a:lnTo>
                      <a:pt x="295" y="41"/>
                    </a:lnTo>
                    <a:lnTo>
                      <a:pt x="301" y="44"/>
                    </a:lnTo>
                    <a:lnTo>
                      <a:pt x="302" y="46"/>
                    </a:lnTo>
                    <a:lnTo>
                      <a:pt x="304" y="47"/>
                    </a:lnTo>
                    <a:lnTo>
                      <a:pt x="304" y="47"/>
                    </a:lnTo>
                    <a:lnTo>
                      <a:pt x="304" y="49"/>
                    </a:lnTo>
                    <a:lnTo>
                      <a:pt x="306" y="49"/>
                    </a:lnTo>
                    <a:lnTo>
                      <a:pt x="307" y="51"/>
                    </a:lnTo>
                    <a:lnTo>
                      <a:pt x="306" y="51"/>
                    </a:lnTo>
                    <a:lnTo>
                      <a:pt x="306" y="53"/>
                    </a:lnTo>
                    <a:lnTo>
                      <a:pt x="306" y="53"/>
                    </a:lnTo>
                    <a:lnTo>
                      <a:pt x="307" y="54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11" y="58"/>
                    </a:lnTo>
                    <a:lnTo>
                      <a:pt x="314" y="58"/>
                    </a:lnTo>
                    <a:lnTo>
                      <a:pt x="319" y="59"/>
                    </a:lnTo>
                    <a:lnTo>
                      <a:pt x="319" y="59"/>
                    </a:lnTo>
                    <a:lnTo>
                      <a:pt x="318" y="59"/>
                    </a:lnTo>
                    <a:lnTo>
                      <a:pt x="316" y="61"/>
                    </a:lnTo>
                    <a:lnTo>
                      <a:pt x="314" y="64"/>
                    </a:lnTo>
                    <a:lnTo>
                      <a:pt x="314" y="66"/>
                    </a:lnTo>
                    <a:lnTo>
                      <a:pt x="311" y="69"/>
                    </a:lnTo>
                    <a:lnTo>
                      <a:pt x="309" y="69"/>
                    </a:lnTo>
                    <a:lnTo>
                      <a:pt x="311" y="71"/>
                    </a:lnTo>
                    <a:lnTo>
                      <a:pt x="314" y="73"/>
                    </a:lnTo>
                    <a:lnTo>
                      <a:pt x="314" y="75"/>
                    </a:lnTo>
                    <a:lnTo>
                      <a:pt x="314" y="76"/>
                    </a:lnTo>
                    <a:lnTo>
                      <a:pt x="314" y="78"/>
                    </a:lnTo>
                    <a:lnTo>
                      <a:pt x="312" y="90"/>
                    </a:lnTo>
                    <a:lnTo>
                      <a:pt x="312" y="93"/>
                    </a:lnTo>
                    <a:lnTo>
                      <a:pt x="312" y="95"/>
                    </a:lnTo>
                    <a:lnTo>
                      <a:pt x="314" y="97"/>
                    </a:lnTo>
                    <a:lnTo>
                      <a:pt x="318" y="98"/>
                    </a:lnTo>
                    <a:lnTo>
                      <a:pt x="319" y="98"/>
                    </a:lnTo>
                    <a:lnTo>
                      <a:pt x="319" y="100"/>
                    </a:lnTo>
                    <a:lnTo>
                      <a:pt x="321" y="100"/>
                    </a:lnTo>
                    <a:lnTo>
                      <a:pt x="321" y="100"/>
                    </a:lnTo>
                    <a:lnTo>
                      <a:pt x="323" y="100"/>
                    </a:lnTo>
                    <a:lnTo>
                      <a:pt x="324" y="100"/>
                    </a:lnTo>
                    <a:lnTo>
                      <a:pt x="321" y="102"/>
                    </a:lnTo>
                    <a:lnTo>
                      <a:pt x="318" y="100"/>
                    </a:lnTo>
                    <a:lnTo>
                      <a:pt x="314" y="100"/>
                    </a:lnTo>
                    <a:lnTo>
                      <a:pt x="311" y="98"/>
                    </a:lnTo>
                    <a:lnTo>
                      <a:pt x="309" y="97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1" y="100"/>
                    </a:lnTo>
                    <a:lnTo>
                      <a:pt x="299" y="102"/>
                    </a:lnTo>
                    <a:lnTo>
                      <a:pt x="297" y="102"/>
                    </a:lnTo>
                    <a:lnTo>
                      <a:pt x="295" y="105"/>
                    </a:lnTo>
                    <a:lnTo>
                      <a:pt x="295" y="109"/>
                    </a:lnTo>
                    <a:lnTo>
                      <a:pt x="297" y="115"/>
                    </a:lnTo>
                    <a:lnTo>
                      <a:pt x="295" y="117"/>
                    </a:lnTo>
                    <a:lnTo>
                      <a:pt x="294" y="120"/>
                    </a:lnTo>
                    <a:lnTo>
                      <a:pt x="292" y="122"/>
                    </a:lnTo>
                    <a:lnTo>
                      <a:pt x="292" y="119"/>
                    </a:lnTo>
                    <a:lnTo>
                      <a:pt x="292" y="119"/>
                    </a:lnTo>
                    <a:lnTo>
                      <a:pt x="292" y="119"/>
                    </a:lnTo>
                    <a:lnTo>
                      <a:pt x="294" y="117"/>
                    </a:lnTo>
                    <a:lnTo>
                      <a:pt x="294" y="117"/>
                    </a:lnTo>
                    <a:lnTo>
                      <a:pt x="294" y="115"/>
                    </a:lnTo>
                    <a:lnTo>
                      <a:pt x="295" y="115"/>
                    </a:lnTo>
                    <a:lnTo>
                      <a:pt x="295" y="115"/>
                    </a:lnTo>
                    <a:lnTo>
                      <a:pt x="295" y="115"/>
                    </a:lnTo>
                    <a:lnTo>
                      <a:pt x="294" y="114"/>
                    </a:lnTo>
                    <a:lnTo>
                      <a:pt x="294" y="112"/>
                    </a:lnTo>
                    <a:lnTo>
                      <a:pt x="292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87" y="107"/>
                    </a:lnTo>
                    <a:lnTo>
                      <a:pt x="284" y="109"/>
                    </a:lnTo>
                    <a:lnTo>
                      <a:pt x="282" y="109"/>
                    </a:lnTo>
                    <a:lnTo>
                      <a:pt x="282" y="105"/>
                    </a:lnTo>
                    <a:lnTo>
                      <a:pt x="282" y="105"/>
                    </a:lnTo>
                    <a:lnTo>
                      <a:pt x="282" y="103"/>
                    </a:lnTo>
                    <a:lnTo>
                      <a:pt x="280" y="102"/>
                    </a:lnTo>
                    <a:lnTo>
                      <a:pt x="278" y="103"/>
                    </a:lnTo>
                    <a:lnTo>
                      <a:pt x="278" y="103"/>
                    </a:lnTo>
                    <a:lnTo>
                      <a:pt x="278" y="105"/>
                    </a:lnTo>
                    <a:lnTo>
                      <a:pt x="277" y="107"/>
                    </a:lnTo>
                    <a:lnTo>
                      <a:pt x="273" y="109"/>
                    </a:lnTo>
                    <a:lnTo>
                      <a:pt x="273" y="109"/>
                    </a:lnTo>
                    <a:lnTo>
                      <a:pt x="272" y="110"/>
                    </a:lnTo>
                    <a:lnTo>
                      <a:pt x="268" y="112"/>
                    </a:lnTo>
                    <a:lnTo>
                      <a:pt x="265" y="114"/>
                    </a:lnTo>
                    <a:lnTo>
                      <a:pt x="263" y="115"/>
                    </a:lnTo>
                    <a:lnTo>
                      <a:pt x="263" y="115"/>
                    </a:lnTo>
                    <a:lnTo>
                      <a:pt x="261" y="114"/>
                    </a:lnTo>
                    <a:lnTo>
                      <a:pt x="258" y="114"/>
                    </a:lnTo>
                    <a:lnTo>
                      <a:pt x="256" y="112"/>
                    </a:lnTo>
                    <a:lnTo>
                      <a:pt x="253" y="112"/>
                    </a:lnTo>
                    <a:lnTo>
                      <a:pt x="251" y="110"/>
                    </a:lnTo>
                    <a:lnTo>
                      <a:pt x="251" y="110"/>
                    </a:lnTo>
                    <a:lnTo>
                      <a:pt x="251" y="109"/>
                    </a:lnTo>
                    <a:lnTo>
                      <a:pt x="250" y="109"/>
                    </a:lnTo>
                    <a:lnTo>
                      <a:pt x="250" y="107"/>
                    </a:lnTo>
                    <a:lnTo>
                      <a:pt x="248" y="107"/>
                    </a:lnTo>
                    <a:lnTo>
                      <a:pt x="248" y="109"/>
                    </a:lnTo>
                    <a:lnTo>
                      <a:pt x="246" y="109"/>
                    </a:lnTo>
                    <a:lnTo>
                      <a:pt x="245" y="110"/>
                    </a:lnTo>
                    <a:lnTo>
                      <a:pt x="243" y="110"/>
                    </a:lnTo>
                    <a:lnTo>
                      <a:pt x="239" y="112"/>
                    </a:lnTo>
                    <a:lnTo>
                      <a:pt x="233" y="114"/>
                    </a:lnTo>
                    <a:lnTo>
                      <a:pt x="226" y="114"/>
                    </a:lnTo>
                    <a:lnTo>
                      <a:pt x="226" y="114"/>
                    </a:lnTo>
                    <a:lnTo>
                      <a:pt x="224" y="114"/>
                    </a:lnTo>
                    <a:lnTo>
                      <a:pt x="222" y="114"/>
                    </a:lnTo>
                    <a:lnTo>
                      <a:pt x="221" y="114"/>
                    </a:lnTo>
                    <a:lnTo>
                      <a:pt x="217" y="114"/>
                    </a:lnTo>
                    <a:lnTo>
                      <a:pt x="216" y="114"/>
                    </a:lnTo>
                    <a:lnTo>
                      <a:pt x="212" y="114"/>
                    </a:lnTo>
                    <a:lnTo>
                      <a:pt x="211" y="114"/>
                    </a:lnTo>
                    <a:lnTo>
                      <a:pt x="209" y="114"/>
                    </a:lnTo>
                    <a:lnTo>
                      <a:pt x="207" y="112"/>
                    </a:lnTo>
                    <a:lnTo>
                      <a:pt x="205" y="110"/>
                    </a:lnTo>
                    <a:lnTo>
                      <a:pt x="202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97"/>
                    </a:lnTo>
                    <a:lnTo>
                      <a:pt x="200" y="97"/>
                    </a:lnTo>
                    <a:lnTo>
                      <a:pt x="199" y="95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7" y="93"/>
                    </a:lnTo>
                    <a:lnTo>
                      <a:pt x="197" y="93"/>
                    </a:lnTo>
                    <a:lnTo>
                      <a:pt x="195" y="95"/>
                    </a:lnTo>
                    <a:lnTo>
                      <a:pt x="195" y="97"/>
                    </a:lnTo>
                    <a:lnTo>
                      <a:pt x="195" y="100"/>
                    </a:lnTo>
                    <a:lnTo>
                      <a:pt x="195" y="102"/>
                    </a:lnTo>
                    <a:lnTo>
                      <a:pt x="195" y="103"/>
                    </a:lnTo>
                    <a:lnTo>
                      <a:pt x="194" y="103"/>
                    </a:lnTo>
                    <a:lnTo>
                      <a:pt x="194" y="105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7"/>
                    </a:lnTo>
                    <a:lnTo>
                      <a:pt x="190" y="107"/>
                    </a:lnTo>
                    <a:lnTo>
                      <a:pt x="188" y="107"/>
                    </a:lnTo>
                    <a:lnTo>
                      <a:pt x="187" y="103"/>
                    </a:lnTo>
                    <a:lnTo>
                      <a:pt x="185" y="105"/>
                    </a:lnTo>
                    <a:lnTo>
                      <a:pt x="183" y="103"/>
                    </a:lnTo>
                    <a:lnTo>
                      <a:pt x="182" y="102"/>
                    </a:lnTo>
                    <a:lnTo>
                      <a:pt x="182" y="102"/>
                    </a:lnTo>
                    <a:lnTo>
                      <a:pt x="180" y="102"/>
                    </a:lnTo>
                    <a:lnTo>
                      <a:pt x="180" y="103"/>
                    </a:lnTo>
                    <a:lnTo>
                      <a:pt x="180" y="103"/>
                    </a:lnTo>
                    <a:lnTo>
                      <a:pt x="178" y="103"/>
                    </a:lnTo>
                    <a:lnTo>
                      <a:pt x="177" y="102"/>
                    </a:lnTo>
                    <a:lnTo>
                      <a:pt x="177" y="102"/>
                    </a:lnTo>
                    <a:lnTo>
                      <a:pt x="175" y="102"/>
                    </a:lnTo>
                    <a:lnTo>
                      <a:pt x="173" y="102"/>
                    </a:lnTo>
                    <a:lnTo>
                      <a:pt x="173" y="103"/>
                    </a:lnTo>
                    <a:lnTo>
                      <a:pt x="172" y="105"/>
                    </a:lnTo>
                    <a:lnTo>
                      <a:pt x="173" y="107"/>
                    </a:lnTo>
                    <a:lnTo>
                      <a:pt x="175" y="109"/>
                    </a:lnTo>
                    <a:lnTo>
                      <a:pt x="175" y="110"/>
                    </a:lnTo>
                    <a:lnTo>
                      <a:pt x="175" y="115"/>
                    </a:lnTo>
                    <a:lnTo>
                      <a:pt x="175" y="117"/>
                    </a:lnTo>
                    <a:lnTo>
                      <a:pt x="177" y="119"/>
                    </a:lnTo>
                    <a:lnTo>
                      <a:pt x="177" y="119"/>
                    </a:lnTo>
                    <a:lnTo>
                      <a:pt x="177" y="120"/>
                    </a:lnTo>
                    <a:lnTo>
                      <a:pt x="175" y="120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5" y="117"/>
                    </a:lnTo>
                    <a:lnTo>
                      <a:pt x="163" y="117"/>
                    </a:lnTo>
                    <a:lnTo>
                      <a:pt x="163" y="119"/>
                    </a:lnTo>
                    <a:lnTo>
                      <a:pt x="163" y="119"/>
                    </a:lnTo>
                    <a:lnTo>
                      <a:pt x="163" y="119"/>
                    </a:lnTo>
                    <a:lnTo>
                      <a:pt x="160" y="120"/>
                    </a:lnTo>
                    <a:lnTo>
                      <a:pt x="160" y="122"/>
                    </a:lnTo>
                    <a:lnTo>
                      <a:pt x="160" y="122"/>
                    </a:lnTo>
                    <a:lnTo>
                      <a:pt x="158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8" y="127"/>
                    </a:lnTo>
                    <a:lnTo>
                      <a:pt x="158" y="127"/>
                    </a:lnTo>
                    <a:lnTo>
                      <a:pt x="160" y="129"/>
                    </a:lnTo>
                    <a:lnTo>
                      <a:pt x="160" y="127"/>
                    </a:lnTo>
                    <a:lnTo>
                      <a:pt x="161" y="127"/>
                    </a:lnTo>
                    <a:lnTo>
                      <a:pt x="163" y="127"/>
                    </a:lnTo>
                    <a:lnTo>
                      <a:pt x="163" y="129"/>
                    </a:lnTo>
                    <a:lnTo>
                      <a:pt x="163" y="129"/>
                    </a:lnTo>
                    <a:lnTo>
                      <a:pt x="163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6" y="131"/>
                    </a:lnTo>
                    <a:lnTo>
                      <a:pt x="168" y="132"/>
                    </a:lnTo>
                    <a:lnTo>
                      <a:pt x="170" y="134"/>
                    </a:lnTo>
                    <a:lnTo>
                      <a:pt x="170" y="136"/>
                    </a:lnTo>
                    <a:lnTo>
                      <a:pt x="168" y="134"/>
                    </a:lnTo>
                    <a:lnTo>
                      <a:pt x="166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1" y="132"/>
                    </a:lnTo>
                    <a:lnTo>
                      <a:pt x="161" y="134"/>
                    </a:lnTo>
                    <a:lnTo>
                      <a:pt x="163" y="136"/>
                    </a:lnTo>
                    <a:lnTo>
                      <a:pt x="165" y="137"/>
                    </a:lnTo>
                    <a:lnTo>
                      <a:pt x="166" y="139"/>
                    </a:lnTo>
                    <a:lnTo>
                      <a:pt x="168" y="141"/>
                    </a:lnTo>
                    <a:lnTo>
                      <a:pt x="170" y="143"/>
                    </a:lnTo>
                    <a:lnTo>
                      <a:pt x="166" y="141"/>
                    </a:lnTo>
                    <a:lnTo>
                      <a:pt x="165" y="141"/>
                    </a:lnTo>
                    <a:lnTo>
                      <a:pt x="163" y="141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4"/>
                    </a:lnTo>
                    <a:lnTo>
                      <a:pt x="161" y="143"/>
                    </a:lnTo>
                    <a:lnTo>
                      <a:pt x="160" y="137"/>
                    </a:lnTo>
                    <a:lnTo>
                      <a:pt x="156" y="136"/>
                    </a:lnTo>
                    <a:lnTo>
                      <a:pt x="155" y="136"/>
                    </a:lnTo>
                    <a:lnTo>
                      <a:pt x="155" y="137"/>
                    </a:lnTo>
                    <a:lnTo>
                      <a:pt x="155" y="137"/>
                    </a:lnTo>
                    <a:lnTo>
                      <a:pt x="155" y="139"/>
                    </a:lnTo>
                    <a:lnTo>
                      <a:pt x="155" y="137"/>
                    </a:lnTo>
                    <a:lnTo>
                      <a:pt x="155" y="132"/>
                    </a:lnTo>
                    <a:lnTo>
                      <a:pt x="153" y="129"/>
                    </a:lnTo>
                    <a:lnTo>
                      <a:pt x="153" y="127"/>
                    </a:lnTo>
                    <a:lnTo>
                      <a:pt x="155" y="126"/>
                    </a:lnTo>
                    <a:lnTo>
                      <a:pt x="153" y="126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6" y="124"/>
                    </a:lnTo>
                    <a:lnTo>
                      <a:pt x="144" y="122"/>
                    </a:lnTo>
                    <a:lnTo>
                      <a:pt x="141" y="122"/>
                    </a:lnTo>
                    <a:lnTo>
                      <a:pt x="139" y="122"/>
                    </a:lnTo>
                    <a:lnTo>
                      <a:pt x="136" y="124"/>
                    </a:lnTo>
                    <a:lnTo>
                      <a:pt x="136" y="124"/>
                    </a:lnTo>
                    <a:lnTo>
                      <a:pt x="138" y="124"/>
                    </a:lnTo>
                    <a:lnTo>
                      <a:pt x="138" y="124"/>
                    </a:lnTo>
                    <a:lnTo>
                      <a:pt x="139" y="126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8" y="129"/>
                    </a:lnTo>
                    <a:lnTo>
                      <a:pt x="139" y="131"/>
                    </a:lnTo>
                    <a:lnTo>
                      <a:pt x="138" y="132"/>
                    </a:lnTo>
                    <a:lnTo>
                      <a:pt x="136" y="137"/>
                    </a:lnTo>
                    <a:lnTo>
                      <a:pt x="136" y="139"/>
                    </a:lnTo>
                    <a:lnTo>
                      <a:pt x="136" y="139"/>
                    </a:lnTo>
                    <a:lnTo>
                      <a:pt x="139" y="139"/>
                    </a:lnTo>
                    <a:lnTo>
                      <a:pt x="139" y="139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4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6"/>
                    </a:lnTo>
                    <a:lnTo>
                      <a:pt x="139" y="146"/>
                    </a:lnTo>
                    <a:lnTo>
                      <a:pt x="146" y="148"/>
                    </a:lnTo>
                    <a:lnTo>
                      <a:pt x="146" y="149"/>
                    </a:lnTo>
                    <a:lnTo>
                      <a:pt x="146" y="149"/>
                    </a:lnTo>
                    <a:lnTo>
                      <a:pt x="144" y="149"/>
                    </a:lnTo>
                    <a:lnTo>
                      <a:pt x="144" y="149"/>
                    </a:lnTo>
                    <a:lnTo>
                      <a:pt x="143" y="149"/>
                    </a:lnTo>
                    <a:lnTo>
                      <a:pt x="143" y="14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51"/>
                    </a:lnTo>
                    <a:lnTo>
                      <a:pt x="141" y="151"/>
                    </a:lnTo>
                    <a:lnTo>
                      <a:pt x="139" y="149"/>
                    </a:lnTo>
                    <a:lnTo>
                      <a:pt x="139" y="149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1" y="141"/>
                    </a:lnTo>
                    <a:lnTo>
                      <a:pt x="131" y="141"/>
                    </a:lnTo>
                    <a:lnTo>
                      <a:pt x="129" y="141"/>
                    </a:lnTo>
                    <a:lnTo>
                      <a:pt x="129" y="143"/>
                    </a:lnTo>
                    <a:lnTo>
                      <a:pt x="129" y="143"/>
                    </a:lnTo>
                    <a:lnTo>
                      <a:pt x="131" y="146"/>
                    </a:lnTo>
                    <a:lnTo>
                      <a:pt x="129" y="144"/>
                    </a:lnTo>
                    <a:lnTo>
                      <a:pt x="126" y="143"/>
                    </a:lnTo>
                    <a:lnTo>
                      <a:pt x="126" y="143"/>
                    </a:lnTo>
                    <a:lnTo>
                      <a:pt x="124" y="143"/>
                    </a:lnTo>
                    <a:lnTo>
                      <a:pt x="122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6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19" y="148"/>
                    </a:lnTo>
                    <a:lnTo>
                      <a:pt x="117" y="148"/>
                    </a:lnTo>
                    <a:lnTo>
                      <a:pt x="117" y="146"/>
                    </a:lnTo>
                    <a:lnTo>
                      <a:pt x="115" y="149"/>
                    </a:lnTo>
                    <a:lnTo>
                      <a:pt x="115" y="151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6"/>
                    </a:lnTo>
                    <a:lnTo>
                      <a:pt x="117" y="161"/>
                    </a:lnTo>
                    <a:lnTo>
                      <a:pt x="115" y="163"/>
                    </a:lnTo>
                    <a:lnTo>
                      <a:pt x="115" y="165"/>
                    </a:lnTo>
                    <a:lnTo>
                      <a:pt x="114" y="166"/>
                    </a:lnTo>
                    <a:lnTo>
                      <a:pt x="112" y="168"/>
                    </a:lnTo>
                    <a:lnTo>
                      <a:pt x="110" y="168"/>
                    </a:lnTo>
                    <a:lnTo>
                      <a:pt x="107" y="170"/>
                    </a:lnTo>
                    <a:lnTo>
                      <a:pt x="105" y="170"/>
                    </a:lnTo>
                    <a:lnTo>
                      <a:pt x="104" y="170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102" y="166"/>
                    </a:lnTo>
                    <a:lnTo>
                      <a:pt x="102" y="168"/>
                    </a:lnTo>
                    <a:lnTo>
                      <a:pt x="100" y="168"/>
                    </a:lnTo>
                    <a:lnTo>
                      <a:pt x="100" y="168"/>
                    </a:lnTo>
                    <a:lnTo>
                      <a:pt x="98" y="168"/>
                    </a:lnTo>
                    <a:lnTo>
                      <a:pt x="97" y="170"/>
                    </a:lnTo>
                    <a:lnTo>
                      <a:pt x="97" y="173"/>
                    </a:lnTo>
                    <a:lnTo>
                      <a:pt x="98" y="175"/>
                    </a:lnTo>
                    <a:lnTo>
                      <a:pt x="97" y="176"/>
                    </a:lnTo>
                    <a:lnTo>
                      <a:pt x="97" y="178"/>
                    </a:lnTo>
                    <a:lnTo>
                      <a:pt x="97" y="178"/>
                    </a:lnTo>
                    <a:lnTo>
                      <a:pt x="97" y="188"/>
                    </a:lnTo>
                    <a:lnTo>
                      <a:pt x="97" y="188"/>
                    </a:lnTo>
                    <a:lnTo>
                      <a:pt x="98" y="190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105" y="195"/>
                    </a:lnTo>
                    <a:lnTo>
                      <a:pt x="107" y="197"/>
                    </a:lnTo>
                    <a:lnTo>
                      <a:pt x="107" y="199"/>
                    </a:lnTo>
                    <a:lnTo>
                      <a:pt x="109" y="200"/>
                    </a:lnTo>
                    <a:lnTo>
                      <a:pt x="110" y="200"/>
                    </a:lnTo>
                    <a:lnTo>
                      <a:pt x="112" y="200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2" y="204"/>
                    </a:lnTo>
                    <a:lnTo>
                      <a:pt x="110" y="202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5" y="205"/>
                    </a:lnTo>
                    <a:lnTo>
                      <a:pt x="100" y="212"/>
                    </a:lnTo>
                    <a:lnTo>
                      <a:pt x="98" y="214"/>
                    </a:lnTo>
                    <a:lnTo>
                      <a:pt x="97" y="214"/>
                    </a:lnTo>
                    <a:lnTo>
                      <a:pt x="92" y="217"/>
                    </a:lnTo>
                    <a:lnTo>
                      <a:pt x="90" y="219"/>
                    </a:lnTo>
                    <a:lnTo>
                      <a:pt x="85" y="221"/>
                    </a:lnTo>
                    <a:lnTo>
                      <a:pt x="83" y="221"/>
                    </a:lnTo>
                    <a:lnTo>
                      <a:pt x="80" y="219"/>
                    </a:lnTo>
                    <a:lnTo>
                      <a:pt x="80" y="219"/>
                    </a:lnTo>
                    <a:lnTo>
                      <a:pt x="78" y="217"/>
                    </a:lnTo>
                    <a:lnTo>
                      <a:pt x="78" y="216"/>
                    </a:lnTo>
                    <a:lnTo>
                      <a:pt x="78" y="214"/>
                    </a:lnTo>
                    <a:lnTo>
                      <a:pt x="78" y="212"/>
                    </a:lnTo>
                    <a:lnTo>
                      <a:pt x="76" y="212"/>
                    </a:lnTo>
                    <a:lnTo>
                      <a:pt x="76" y="214"/>
                    </a:lnTo>
                    <a:lnTo>
                      <a:pt x="76" y="216"/>
                    </a:lnTo>
                    <a:lnTo>
                      <a:pt x="75" y="217"/>
                    </a:lnTo>
                    <a:lnTo>
                      <a:pt x="75" y="217"/>
                    </a:lnTo>
                    <a:lnTo>
                      <a:pt x="73" y="219"/>
                    </a:lnTo>
                    <a:lnTo>
                      <a:pt x="73" y="219"/>
                    </a:lnTo>
                    <a:lnTo>
                      <a:pt x="71" y="221"/>
                    </a:lnTo>
                    <a:lnTo>
                      <a:pt x="71" y="221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0" y="227"/>
                    </a:lnTo>
                    <a:lnTo>
                      <a:pt x="68" y="233"/>
                    </a:lnTo>
                    <a:lnTo>
                      <a:pt x="68" y="234"/>
                    </a:lnTo>
                    <a:lnTo>
                      <a:pt x="68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8" y="241"/>
                    </a:lnTo>
                    <a:lnTo>
                      <a:pt x="68" y="241"/>
                    </a:lnTo>
                    <a:lnTo>
                      <a:pt x="70" y="239"/>
                    </a:lnTo>
                    <a:lnTo>
                      <a:pt x="70" y="239"/>
                    </a:lnTo>
                    <a:lnTo>
                      <a:pt x="71" y="241"/>
                    </a:lnTo>
                    <a:lnTo>
                      <a:pt x="70" y="243"/>
                    </a:lnTo>
                    <a:lnTo>
                      <a:pt x="65" y="246"/>
                    </a:lnTo>
                    <a:lnTo>
                      <a:pt x="63" y="248"/>
                    </a:lnTo>
                    <a:lnTo>
                      <a:pt x="61" y="249"/>
                    </a:lnTo>
                    <a:lnTo>
                      <a:pt x="61" y="251"/>
                    </a:lnTo>
                    <a:lnTo>
                      <a:pt x="63" y="251"/>
                    </a:lnTo>
                    <a:lnTo>
                      <a:pt x="63" y="253"/>
                    </a:lnTo>
                    <a:lnTo>
                      <a:pt x="65" y="253"/>
                    </a:lnTo>
                    <a:lnTo>
                      <a:pt x="65" y="255"/>
                    </a:lnTo>
                    <a:lnTo>
                      <a:pt x="65" y="258"/>
                    </a:lnTo>
                    <a:lnTo>
                      <a:pt x="63" y="260"/>
                    </a:lnTo>
                    <a:lnTo>
                      <a:pt x="63" y="263"/>
                    </a:lnTo>
                    <a:lnTo>
                      <a:pt x="59" y="263"/>
                    </a:lnTo>
                    <a:lnTo>
                      <a:pt x="54" y="265"/>
                    </a:lnTo>
                    <a:lnTo>
                      <a:pt x="53" y="263"/>
                    </a:lnTo>
                    <a:lnTo>
                      <a:pt x="53" y="261"/>
                    </a:lnTo>
                    <a:lnTo>
                      <a:pt x="51" y="261"/>
                    </a:lnTo>
                    <a:lnTo>
                      <a:pt x="53" y="265"/>
                    </a:lnTo>
                    <a:lnTo>
                      <a:pt x="53" y="266"/>
                    </a:lnTo>
                    <a:lnTo>
                      <a:pt x="51" y="270"/>
                    </a:lnTo>
                    <a:lnTo>
                      <a:pt x="51" y="268"/>
                    </a:lnTo>
                    <a:lnTo>
                      <a:pt x="49" y="268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6" y="268"/>
                    </a:lnTo>
                    <a:lnTo>
                      <a:pt x="46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6"/>
                    </a:lnTo>
                    <a:lnTo>
                      <a:pt x="42" y="268"/>
                    </a:lnTo>
                    <a:lnTo>
                      <a:pt x="42" y="268"/>
                    </a:lnTo>
                    <a:lnTo>
                      <a:pt x="42" y="272"/>
                    </a:lnTo>
                    <a:lnTo>
                      <a:pt x="42" y="273"/>
                    </a:lnTo>
                    <a:lnTo>
                      <a:pt x="42" y="275"/>
                    </a:lnTo>
                    <a:lnTo>
                      <a:pt x="41" y="277"/>
                    </a:lnTo>
                    <a:lnTo>
                      <a:pt x="37" y="280"/>
                    </a:lnTo>
                    <a:lnTo>
                      <a:pt x="36" y="282"/>
                    </a:lnTo>
                    <a:lnTo>
                      <a:pt x="36" y="283"/>
                    </a:lnTo>
                    <a:lnTo>
                      <a:pt x="36" y="283"/>
                    </a:lnTo>
                    <a:lnTo>
                      <a:pt x="36" y="285"/>
                    </a:lnTo>
                    <a:lnTo>
                      <a:pt x="36" y="285"/>
                    </a:lnTo>
                    <a:lnTo>
                      <a:pt x="36" y="287"/>
                    </a:lnTo>
                    <a:lnTo>
                      <a:pt x="32" y="289"/>
                    </a:lnTo>
                    <a:lnTo>
                      <a:pt x="32" y="290"/>
                    </a:lnTo>
                    <a:lnTo>
                      <a:pt x="31" y="297"/>
                    </a:lnTo>
                    <a:lnTo>
                      <a:pt x="32" y="297"/>
                    </a:lnTo>
                    <a:lnTo>
                      <a:pt x="36" y="299"/>
                    </a:lnTo>
                    <a:lnTo>
                      <a:pt x="36" y="300"/>
                    </a:lnTo>
                    <a:lnTo>
                      <a:pt x="37" y="300"/>
                    </a:lnTo>
                    <a:lnTo>
                      <a:pt x="37" y="302"/>
                    </a:lnTo>
                    <a:lnTo>
                      <a:pt x="37" y="302"/>
                    </a:lnTo>
                    <a:lnTo>
                      <a:pt x="39" y="302"/>
                    </a:lnTo>
                    <a:lnTo>
                      <a:pt x="39" y="302"/>
                    </a:lnTo>
                    <a:lnTo>
                      <a:pt x="39" y="302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41" y="304"/>
                    </a:lnTo>
                    <a:lnTo>
                      <a:pt x="41" y="304"/>
                    </a:lnTo>
                    <a:lnTo>
                      <a:pt x="46" y="307"/>
                    </a:lnTo>
                    <a:lnTo>
                      <a:pt x="48" y="309"/>
                    </a:lnTo>
                    <a:lnTo>
                      <a:pt x="49" y="309"/>
                    </a:lnTo>
                    <a:lnTo>
                      <a:pt x="49" y="309"/>
                    </a:lnTo>
                    <a:lnTo>
                      <a:pt x="51" y="309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3" y="311"/>
                    </a:lnTo>
                    <a:lnTo>
                      <a:pt x="54" y="311"/>
                    </a:lnTo>
                    <a:lnTo>
                      <a:pt x="58" y="311"/>
                    </a:lnTo>
                    <a:lnTo>
                      <a:pt x="59" y="311"/>
                    </a:lnTo>
                    <a:lnTo>
                      <a:pt x="63" y="309"/>
                    </a:lnTo>
                    <a:lnTo>
                      <a:pt x="65" y="307"/>
                    </a:lnTo>
                    <a:lnTo>
                      <a:pt x="66" y="307"/>
                    </a:lnTo>
                    <a:lnTo>
                      <a:pt x="68" y="307"/>
                    </a:lnTo>
                    <a:lnTo>
                      <a:pt x="68" y="307"/>
                    </a:lnTo>
                    <a:lnTo>
                      <a:pt x="65" y="311"/>
                    </a:lnTo>
                    <a:lnTo>
                      <a:pt x="63" y="311"/>
                    </a:lnTo>
                    <a:lnTo>
                      <a:pt x="63" y="312"/>
                    </a:lnTo>
                    <a:lnTo>
                      <a:pt x="59" y="312"/>
                    </a:lnTo>
                    <a:lnTo>
                      <a:pt x="56" y="312"/>
                    </a:lnTo>
                    <a:lnTo>
                      <a:pt x="53" y="314"/>
                    </a:lnTo>
                    <a:lnTo>
                      <a:pt x="51" y="314"/>
                    </a:lnTo>
                    <a:lnTo>
                      <a:pt x="51" y="314"/>
                    </a:lnTo>
                    <a:lnTo>
                      <a:pt x="51" y="316"/>
                    </a:lnTo>
                    <a:lnTo>
                      <a:pt x="53" y="319"/>
                    </a:lnTo>
                    <a:lnTo>
                      <a:pt x="54" y="321"/>
                    </a:lnTo>
                    <a:lnTo>
                      <a:pt x="56" y="323"/>
                    </a:lnTo>
                    <a:lnTo>
                      <a:pt x="58" y="323"/>
                    </a:lnTo>
                    <a:lnTo>
                      <a:pt x="58" y="324"/>
                    </a:lnTo>
                    <a:lnTo>
                      <a:pt x="58" y="326"/>
                    </a:lnTo>
                    <a:lnTo>
                      <a:pt x="61" y="329"/>
                    </a:lnTo>
                    <a:lnTo>
                      <a:pt x="63" y="329"/>
                    </a:lnTo>
                    <a:lnTo>
                      <a:pt x="65" y="329"/>
                    </a:lnTo>
                    <a:lnTo>
                      <a:pt x="65" y="329"/>
                    </a:lnTo>
                    <a:lnTo>
                      <a:pt x="68" y="328"/>
                    </a:lnTo>
                    <a:lnTo>
                      <a:pt x="70" y="328"/>
                    </a:lnTo>
                    <a:lnTo>
                      <a:pt x="68" y="328"/>
                    </a:lnTo>
                    <a:lnTo>
                      <a:pt x="66" y="331"/>
                    </a:lnTo>
                    <a:lnTo>
                      <a:pt x="70" y="331"/>
                    </a:lnTo>
                    <a:lnTo>
                      <a:pt x="76" y="328"/>
                    </a:lnTo>
                    <a:lnTo>
                      <a:pt x="83" y="326"/>
                    </a:lnTo>
                    <a:lnTo>
                      <a:pt x="85" y="324"/>
                    </a:lnTo>
                    <a:lnTo>
                      <a:pt x="85" y="323"/>
                    </a:lnTo>
                    <a:lnTo>
                      <a:pt x="87" y="324"/>
                    </a:lnTo>
                    <a:lnTo>
                      <a:pt x="85" y="328"/>
                    </a:lnTo>
                    <a:lnTo>
                      <a:pt x="85" y="331"/>
                    </a:lnTo>
                    <a:lnTo>
                      <a:pt x="83" y="329"/>
                    </a:lnTo>
                    <a:lnTo>
                      <a:pt x="82" y="329"/>
                    </a:lnTo>
                    <a:lnTo>
                      <a:pt x="80" y="329"/>
                    </a:lnTo>
                    <a:lnTo>
                      <a:pt x="80" y="329"/>
                    </a:lnTo>
                    <a:lnTo>
                      <a:pt x="76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3" y="334"/>
                    </a:lnTo>
                    <a:lnTo>
                      <a:pt x="71" y="334"/>
                    </a:lnTo>
                    <a:lnTo>
                      <a:pt x="70" y="334"/>
                    </a:lnTo>
                    <a:lnTo>
                      <a:pt x="68" y="336"/>
                    </a:lnTo>
                    <a:lnTo>
                      <a:pt x="66" y="334"/>
                    </a:lnTo>
                    <a:lnTo>
                      <a:pt x="63" y="334"/>
                    </a:lnTo>
                    <a:lnTo>
                      <a:pt x="61" y="334"/>
                    </a:lnTo>
                    <a:lnTo>
                      <a:pt x="59" y="334"/>
                    </a:lnTo>
                    <a:lnTo>
                      <a:pt x="58" y="333"/>
                    </a:lnTo>
                    <a:lnTo>
                      <a:pt x="56" y="333"/>
                    </a:lnTo>
                    <a:lnTo>
                      <a:pt x="56" y="333"/>
                    </a:lnTo>
                    <a:lnTo>
                      <a:pt x="56" y="338"/>
                    </a:lnTo>
                    <a:lnTo>
                      <a:pt x="54" y="339"/>
                    </a:lnTo>
                    <a:lnTo>
                      <a:pt x="54" y="341"/>
                    </a:lnTo>
                    <a:lnTo>
                      <a:pt x="53" y="343"/>
                    </a:lnTo>
                    <a:lnTo>
                      <a:pt x="54" y="343"/>
                    </a:lnTo>
                    <a:lnTo>
                      <a:pt x="54" y="350"/>
                    </a:lnTo>
                    <a:lnTo>
                      <a:pt x="56" y="353"/>
                    </a:lnTo>
                    <a:lnTo>
                      <a:pt x="58" y="355"/>
                    </a:lnTo>
                    <a:lnTo>
                      <a:pt x="63" y="362"/>
                    </a:lnTo>
                    <a:lnTo>
                      <a:pt x="63" y="362"/>
                    </a:lnTo>
                    <a:lnTo>
                      <a:pt x="63" y="363"/>
                    </a:lnTo>
                    <a:lnTo>
                      <a:pt x="63" y="363"/>
                    </a:lnTo>
                    <a:lnTo>
                      <a:pt x="61" y="363"/>
                    </a:lnTo>
                    <a:lnTo>
                      <a:pt x="61" y="363"/>
                    </a:lnTo>
                    <a:lnTo>
                      <a:pt x="58" y="365"/>
                    </a:lnTo>
                    <a:lnTo>
                      <a:pt x="58" y="363"/>
                    </a:lnTo>
                    <a:lnTo>
                      <a:pt x="58" y="362"/>
                    </a:lnTo>
                    <a:lnTo>
                      <a:pt x="58" y="360"/>
                    </a:lnTo>
                    <a:lnTo>
                      <a:pt x="58" y="360"/>
                    </a:lnTo>
                    <a:lnTo>
                      <a:pt x="56" y="358"/>
                    </a:lnTo>
                    <a:lnTo>
                      <a:pt x="54" y="360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56"/>
                    </a:lnTo>
                    <a:lnTo>
                      <a:pt x="51" y="356"/>
                    </a:lnTo>
                    <a:lnTo>
                      <a:pt x="51" y="355"/>
                    </a:lnTo>
                    <a:lnTo>
                      <a:pt x="49" y="351"/>
                    </a:lnTo>
                    <a:lnTo>
                      <a:pt x="49" y="351"/>
                    </a:lnTo>
                    <a:lnTo>
                      <a:pt x="48" y="350"/>
                    </a:lnTo>
                    <a:lnTo>
                      <a:pt x="46" y="348"/>
                    </a:lnTo>
                    <a:lnTo>
                      <a:pt x="44" y="348"/>
                    </a:lnTo>
                    <a:lnTo>
                      <a:pt x="42" y="343"/>
                    </a:lnTo>
                    <a:lnTo>
                      <a:pt x="42" y="343"/>
                    </a:lnTo>
                    <a:lnTo>
                      <a:pt x="41" y="341"/>
                    </a:lnTo>
                    <a:lnTo>
                      <a:pt x="32" y="339"/>
                    </a:lnTo>
                    <a:lnTo>
                      <a:pt x="31" y="336"/>
                    </a:lnTo>
                    <a:lnTo>
                      <a:pt x="29" y="336"/>
                    </a:lnTo>
                    <a:lnTo>
                      <a:pt x="25" y="336"/>
                    </a:lnTo>
                    <a:lnTo>
                      <a:pt x="24" y="338"/>
                    </a:lnTo>
                    <a:lnTo>
                      <a:pt x="22" y="338"/>
                    </a:lnTo>
                    <a:lnTo>
                      <a:pt x="22" y="336"/>
                    </a:lnTo>
                    <a:lnTo>
                      <a:pt x="22" y="334"/>
                    </a:lnTo>
                    <a:lnTo>
                      <a:pt x="20" y="333"/>
                    </a:lnTo>
                    <a:lnTo>
                      <a:pt x="19" y="334"/>
                    </a:lnTo>
                    <a:lnTo>
                      <a:pt x="19" y="336"/>
                    </a:lnTo>
                    <a:lnTo>
                      <a:pt x="20" y="341"/>
                    </a:lnTo>
                    <a:lnTo>
                      <a:pt x="20" y="346"/>
                    </a:lnTo>
                    <a:lnTo>
                      <a:pt x="20" y="348"/>
                    </a:lnTo>
                    <a:lnTo>
                      <a:pt x="22" y="348"/>
                    </a:lnTo>
                    <a:lnTo>
                      <a:pt x="22" y="350"/>
                    </a:lnTo>
                    <a:lnTo>
                      <a:pt x="24" y="355"/>
                    </a:lnTo>
                    <a:lnTo>
                      <a:pt x="22" y="356"/>
                    </a:lnTo>
                    <a:lnTo>
                      <a:pt x="20" y="356"/>
                    </a:lnTo>
                    <a:lnTo>
                      <a:pt x="19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9" y="363"/>
                    </a:lnTo>
                    <a:lnTo>
                      <a:pt x="19" y="362"/>
                    </a:lnTo>
                    <a:lnTo>
                      <a:pt x="17" y="362"/>
                    </a:lnTo>
                    <a:lnTo>
                      <a:pt x="15" y="367"/>
                    </a:lnTo>
                    <a:lnTo>
                      <a:pt x="14" y="367"/>
                    </a:lnTo>
                    <a:lnTo>
                      <a:pt x="15" y="362"/>
                    </a:lnTo>
                    <a:lnTo>
                      <a:pt x="17" y="358"/>
                    </a:lnTo>
                    <a:lnTo>
                      <a:pt x="17" y="356"/>
                    </a:lnTo>
                    <a:lnTo>
                      <a:pt x="17" y="356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7" y="348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4" y="343"/>
                    </a:lnTo>
                    <a:lnTo>
                      <a:pt x="12" y="343"/>
                    </a:lnTo>
                    <a:lnTo>
                      <a:pt x="10" y="343"/>
                    </a:lnTo>
                    <a:lnTo>
                      <a:pt x="10" y="341"/>
                    </a:lnTo>
                    <a:lnTo>
                      <a:pt x="10" y="341"/>
                    </a:lnTo>
                    <a:lnTo>
                      <a:pt x="10" y="339"/>
                    </a:lnTo>
                    <a:lnTo>
                      <a:pt x="8" y="339"/>
                    </a:lnTo>
                    <a:lnTo>
                      <a:pt x="8" y="338"/>
                    </a:lnTo>
                    <a:lnTo>
                      <a:pt x="5" y="336"/>
                    </a:lnTo>
                    <a:lnTo>
                      <a:pt x="2" y="336"/>
                    </a:lnTo>
                    <a:lnTo>
                      <a:pt x="0" y="336"/>
                    </a:lnTo>
                    <a:lnTo>
                      <a:pt x="0" y="443"/>
                    </a:lnTo>
                    <a:lnTo>
                      <a:pt x="2" y="443"/>
                    </a:lnTo>
                    <a:lnTo>
                      <a:pt x="3" y="443"/>
                    </a:lnTo>
                    <a:lnTo>
                      <a:pt x="5" y="445"/>
                    </a:lnTo>
                    <a:lnTo>
                      <a:pt x="3" y="446"/>
                    </a:lnTo>
                    <a:lnTo>
                      <a:pt x="2" y="448"/>
                    </a:lnTo>
                    <a:lnTo>
                      <a:pt x="0" y="448"/>
                    </a:lnTo>
                    <a:lnTo>
                      <a:pt x="0" y="448"/>
                    </a:lnTo>
                    <a:lnTo>
                      <a:pt x="0" y="450"/>
                    </a:lnTo>
                    <a:lnTo>
                      <a:pt x="0" y="448"/>
                    </a:lnTo>
                    <a:lnTo>
                      <a:pt x="2" y="448"/>
                    </a:lnTo>
                    <a:lnTo>
                      <a:pt x="2" y="450"/>
                    </a:lnTo>
                    <a:lnTo>
                      <a:pt x="2" y="450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0" y="452"/>
                    </a:lnTo>
                    <a:lnTo>
                      <a:pt x="0" y="452"/>
                    </a:lnTo>
                    <a:lnTo>
                      <a:pt x="0" y="1294"/>
                    </a:lnTo>
                    <a:lnTo>
                      <a:pt x="776" y="1294"/>
                    </a:lnTo>
                    <a:lnTo>
                      <a:pt x="776" y="480"/>
                    </a:lnTo>
                    <a:lnTo>
                      <a:pt x="771" y="477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</p:grp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D62BAA82-15CA-41D7-B4BE-85D41D77579C}"/>
                </a:ext>
              </a:extLst>
            </p:cNvPr>
            <p:cNvGrpSpPr/>
            <p:nvPr/>
          </p:nvGrpSpPr>
          <p:grpSpPr>
            <a:xfrm>
              <a:off x="8466604" y="2545717"/>
              <a:ext cx="5294024" cy="5881366"/>
              <a:chOff x="8466604" y="2545717"/>
              <a:chExt cx="5294024" cy="5881365"/>
            </a:xfrm>
            <a:grpFill/>
          </p:grpSpPr>
          <p:sp>
            <p:nvSpPr>
              <p:cNvPr id="143" name="Freeform 6">
                <a:extLst>
                  <a:ext uri="{FF2B5EF4-FFF2-40B4-BE49-F238E27FC236}">
                    <a16:creationId xmlns:a16="http://schemas.microsoft.com/office/drawing/2014/main" id="{2C4F57D4-2BAD-44DA-A887-77A913AF2D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12384" y="6776173"/>
                <a:ext cx="1539791" cy="881014"/>
              </a:xfrm>
              <a:custGeom>
                <a:avLst/>
                <a:gdLst>
                  <a:gd name="T0" fmla="*/ 489 w 776"/>
                  <a:gd name="T1" fmla="*/ 412 h 444"/>
                  <a:gd name="T2" fmla="*/ 387 w 776"/>
                  <a:gd name="T3" fmla="*/ 373 h 444"/>
                  <a:gd name="T4" fmla="*/ 377 w 776"/>
                  <a:gd name="T5" fmla="*/ 390 h 444"/>
                  <a:gd name="T6" fmla="*/ 370 w 776"/>
                  <a:gd name="T7" fmla="*/ 385 h 444"/>
                  <a:gd name="T8" fmla="*/ 375 w 776"/>
                  <a:gd name="T9" fmla="*/ 392 h 444"/>
                  <a:gd name="T10" fmla="*/ 616 w 776"/>
                  <a:gd name="T11" fmla="*/ 242 h 444"/>
                  <a:gd name="T12" fmla="*/ 618 w 776"/>
                  <a:gd name="T13" fmla="*/ 215 h 444"/>
                  <a:gd name="T14" fmla="*/ 609 w 776"/>
                  <a:gd name="T15" fmla="*/ 186 h 444"/>
                  <a:gd name="T16" fmla="*/ 580 w 776"/>
                  <a:gd name="T17" fmla="*/ 168 h 444"/>
                  <a:gd name="T18" fmla="*/ 550 w 776"/>
                  <a:gd name="T19" fmla="*/ 174 h 444"/>
                  <a:gd name="T20" fmla="*/ 528 w 776"/>
                  <a:gd name="T21" fmla="*/ 180 h 444"/>
                  <a:gd name="T22" fmla="*/ 536 w 776"/>
                  <a:gd name="T23" fmla="*/ 191 h 444"/>
                  <a:gd name="T24" fmla="*/ 511 w 776"/>
                  <a:gd name="T25" fmla="*/ 183 h 444"/>
                  <a:gd name="T26" fmla="*/ 477 w 776"/>
                  <a:gd name="T27" fmla="*/ 171 h 444"/>
                  <a:gd name="T28" fmla="*/ 450 w 776"/>
                  <a:gd name="T29" fmla="*/ 178 h 444"/>
                  <a:gd name="T30" fmla="*/ 411 w 776"/>
                  <a:gd name="T31" fmla="*/ 171 h 444"/>
                  <a:gd name="T32" fmla="*/ 343 w 776"/>
                  <a:gd name="T33" fmla="*/ 176 h 444"/>
                  <a:gd name="T34" fmla="*/ 322 w 776"/>
                  <a:gd name="T35" fmla="*/ 183 h 444"/>
                  <a:gd name="T36" fmla="*/ 282 w 776"/>
                  <a:gd name="T37" fmla="*/ 149 h 444"/>
                  <a:gd name="T38" fmla="*/ 246 w 776"/>
                  <a:gd name="T39" fmla="*/ 125 h 444"/>
                  <a:gd name="T40" fmla="*/ 222 w 776"/>
                  <a:gd name="T41" fmla="*/ 107 h 444"/>
                  <a:gd name="T42" fmla="*/ 203 w 776"/>
                  <a:gd name="T43" fmla="*/ 78 h 444"/>
                  <a:gd name="T44" fmla="*/ 193 w 776"/>
                  <a:gd name="T45" fmla="*/ 64 h 444"/>
                  <a:gd name="T46" fmla="*/ 163 w 776"/>
                  <a:gd name="T47" fmla="*/ 56 h 444"/>
                  <a:gd name="T48" fmla="*/ 149 w 776"/>
                  <a:gd name="T49" fmla="*/ 62 h 444"/>
                  <a:gd name="T50" fmla="*/ 134 w 776"/>
                  <a:gd name="T51" fmla="*/ 67 h 444"/>
                  <a:gd name="T52" fmla="*/ 124 w 776"/>
                  <a:gd name="T53" fmla="*/ 32 h 444"/>
                  <a:gd name="T54" fmla="*/ 105 w 776"/>
                  <a:gd name="T55" fmla="*/ 18 h 444"/>
                  <a:gd name="T56" fmla="*/ 74 w 776"/>
                  <a:gd name="T57" fmla="*/ 13 h 444"/>
                  <a:gd name="T58" fmla="*/ 39 w 776"/>
                  <a:gd name="T59" fmla="*/ 15 h 444"/>
                  <a:gd name="T60" fmla="*/ 20 w 776"/>
                  <a:gd name="T61" fmla="*/ 10 h 444"/>
                  <a:gd name="T62" fmla="*/ 0 w 776"/>
                  <a:gd name="T63" fmla="*/ 351 h 444"/>
                  <a:gd name="T64" fmla="*/ 40 w 776"/>
                  <a:gd name="T65" fmla="*/ 378 h 444"/>
                  <a:gd name="T66" fmla="*/ 56 w 776"/>
                  <a:gd name="T67" fmla="*/ 380 h 444"/>
                  <a:gd name="T68" fmla="*/ 103 w 776"/>
                  <a:gd name="T69" fmla="*/ 380 h 444"/>
                  <a:gd name="T70" fmla="*/ 134 w 776"/>
                  <a:gd name="T71" fmla="*/ 382 h 444"/>
                  <a:gd name="T72" fmla="*/ 190 w 776"/>
                  <a:gd name="T73" fmla="*/ 407 h 444"/>
                  <a:gd name="T74" fmla="*/ 227 w 776"/>
                  <a:gd name="T75" fmla="*/ 416 h 444"/>
                  <a:gd name="T76" fmla="*/ 251 w 776"/>
                  <a:gd name="T77" fmla="*/ 402 h 444"/>
                  <a:gd name="T78" fmla="*/ 278 w 776"/>
                  <a:gd name="T79" fmla="*/ 383 h 444"/>
                  <a:gd name="T80" fmla="*/ 317 w 776"/>
                  <a:gd name="T81" fmla="*/ 370 h 444"/>
                  <a:gd name="T82" fmla="*/ 293 w 776"/>
                  <a:gd name="T83" fmla="*/ 360 h 444"/>
                  <a:gd name="T84" fmla="*/ 321 w 776"/>
                  <a:gd name="T85" fmla="*/ 346 h 444"/>
                  <a:gd name="T86" fmla="*/ 348 w 776"/>
                  <a:gd name="T87" fmla="*/ 343 h 444"/>
                  <a:gd name="T88" fmla="*/ 346 w 776"/>
                  <a:gd name="T89" fmla="*/ 371 h 444"/>
                  <a:gd name="T90" fmla="*/ 322 w 776"/>
                  <a:gd name="T91" fmla="*/ 375 h 444"/>
                  <a:gd name="T92" fmla="*/ 366 w 776"/>
                  <a:gd name="T93" fmla="*/ 377 h 444"/>
                  <a:gd name="T94" fmla="*/ 377 w 776"/>
                  <a:gd name="T95" fmla="*/ 366 h 444"/>
                  <a:gd name="T96" fmla="*/ 390 w 776"/>
                  <a:gd name="T97" fmla="*/ 382 h 444"/>
                  <a:gd name="T98" fmla="*/ 390 w 776"/>
                  <a:gd name="T99" fmla="*/ 395 h 444"/>
                  <a:gd name="T100" fmla="*/ 424 w 776"/>
                  <a:gd name="T101" fmla="*/ 417 h 444"/>
                  <a:gd name="T102" fmla="*/ 462 w 776"/>
                  <a:gd name="T103" fmla="*/ 439 h 444"/>
                  <a:gd name="T104" fmla="*/ 473 w 776"/>
                  <a:gd name="T105" fmla="*/ 434 h 444"/>
                  <a:gd name="T106" fmla="*/ 473 w 776"/>
                  <a:gd name="T107" fmla="*/ 422 h 444"/>
                  <a:gd name="T108" fmla="*/ 460 w 776"/>
                  <a:gd name="T109" fmla="*/ 424 h 444"/>
                  <a:gd name="T110" fmla="*/ 450 w 776"/>
                  <a:gd name="T111" fmla="*/ 411 h 444"/>
                  <a:gd name="T112" fmla="*/ 492 w 776"/>
                  <a:gd name="T113" fmla="*/ 404 h 444"/>
                  <a:gd name="T114" fmla="*/ 657 w 776"/>
                  <a:gd name="T115" fmla="*/ 329 h 444"/>
                  <a:gd name="T116" fmla="*/ 721 w 776"/>
                  <a:gd name="T117" fmla="*/ 327 h 444"/>
                  <a:gd name="T118" fmla="*/ 757 w 776"/>
                  <a:gd name="T119" fmla="*/ 309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76" h="444">
                    <a:moveTo>
                      <a:pt x="489" y="411"/>
                    </a:moveTo>
                    <a:lnTo>
                      <a:pt x="487" y="411"/>
                    </a:lnTo>
                    <a:lnTo>
                      <a:pt x="487" y="411"/>
                    </a:lnTo>
                    <a:lnTo>
                      <a:pt x="485" y="411"/>
                    </a:lnTo>
                    <a:lnTo>
                      <a:pt x="484" y="411"/>
                    </a:lnTo>
                    <a:lnTo>
                      <a:pt x="479" y="411"/>
                    </a:lnTo>
                    <a:lnTo>
                      <a:pt x="475" y="411"/>
                    </a:lnTo>
                    <a:lnTo>
                      <a:pt x="473" y="411"/>
                    </a:lnTo>
                    <a:lnTo>
                      <a:pt x="475" y="412"/>
                    </a:lnTo>
                    <a:lnTo>
                      <a:pt x="475" y="412"/>
                    </a:lnTo>
                    <a:lnTo>
                      <a:pt x="477" y="414"/>
                    </a:lnTo>
                    <a:lnTo>
                      <a:pt x="480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4" y="412"/>
                    </a:lnTo>
                    <a:lnTo>
                      <a:pt x="484" y="412"/>
                    </a:lnTo>
                    <a:lnTo>
                      <a:pt x="489" y="412"/>
                    </a:lnTo>
                    <a:lnTo>
                      <a:pt x="489" y="412"/>
                    </a:lnTo>
                    <a:lnTo>
                      <a:pt x="490" y="412"/>
                    </a:lnTo>
                    <a:lnTo>
                      <a:pt x="490" y="411"/>
                    </a:lnTo>
                    <a:lnTo>
                      <a:pt x="489" y="411"/>
                    </a:lnTo>
                    <a:lnTo>
                      <a:pt x="489" y="411"/>
                    </a:lnTo>
                    <a:close/>
                    <a:moveTo>
                      <a:pt x="372" y="378"/>
                    </a:moveTo>
                    <a:lnTo>
                      <a:pt x="372" y="380"/>
                    </a:lnTo>
                    <a:lnTo>
                      <a:pt x="372" y="380"/>
                    </a:lnTo>
                    <a:lnTo>
                      <a:pt x="375" y="382"/>
                    </a:lnTo>
                    <a:lnTo>
                      <a:pt x="375" y="382"/>
                    </a:lnTo>
                    <a:lnTo>
                      <a:pt x="378" y="383"/>
                    </a:lnTo>
                    <a:lnTo>
                      <a:pt x="380" y="382"/>
                    </a:lnTo>
                    <a:lnTo>
                      <a:pt x="383" y="378"/>
                    </a:lnTo>
                    <a:lnTo>
                      <a:pt x="383" y="378"/>
                    </a:lnTo>
                    <a:lnTo>
                      <a:pt x="387" y="378"/>
                    </a:lnTo>
                    <a:lnTo>
                      <a:pt x="389" y="378"/>
                    </a:lnTo>
                    <a:lnTo>
                      <a:pt x="390" y="377"/>
                    </a:lnTo>
                    <a:lnTo>
                      <a:pt x="387" y="375"/>
                    </a:lnTo>
                    <a:lnTo>
                      <a:pt x="387" y="373"/>
                    </a:lnTo>
                    <a:lnTo>
                      <a:pt x="385" y="373"/>
                    </a:lnTo>
                    <a:lnTo>
                      <a:pt x="383" y="373"/>
                    </a:lnTo>
                    <a:lnTo>
                      <a:pt x="380" y="373"/>
                    </a:lnTo>
                    <a:lnTo>
                      <a:pt x="378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3" y="371"/>
                    </a:lnTo>
                    <a:lnTo>
                      <a:pt x="373" y="371"/>
                    </a:lnTo>
                    <a:lnTo>
                      <a:pt x="373" y="371"/>
                    </a:lnTo>
                    <a:lnTo>
                      <a:pt x="372" y="371"/>
                    </a:lnTo>
                    <a:lnTo>
                      <a:pt x="372" y="373"/>
                    </a:lnTo>
                    <a:lnTo>
                      <a:pt x="372" y="373"/>
                    </a:lnTo>
                    <a:lnTo>
                      <a:pt x="373" y="373"/>
                    </a:lnTo>
                    <a:lnTo>
                      <a:pt x="370" y="377"/>
                    </a:lnTo>
                    <a:lnTo>
                      <a:pt x="372" y="378"/>
                    </a:lnTo>
                    <a:close/>
                    <a:moveTo>
                      <a:pt x="378" y="392"/>
                    </a:moveTo>
                    <a:lnTo>
                      <a:pt x="377" y="392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5" y="390"/>
                    </a:lnTo>
                    <a:lnTo>
                      <a:pt x="375" y="390"/>
                    </a:lnTo>
                    <a:lnTo>
                      <a:pt x="375" y="388"/>
                    </a:lnTo>
                    <a:lnTo>
                      <a:pt x="373" y="388"/>
                    </a:lnTo>
                    <a:lnTo>
                      <a:pt x="373" y="387"/>
                    </a:lnTo>
                    <a:lnTo>
                      <a:pt x="373" y="387"/>
                    </a:lnTo>
                    <a:lnTo>
                      <a:pt x="375" y="387"/>
                    </a:lnTo>
                    <a:lnTo>
                      <a:pt x="373" y="387"/>
                    </a:lnTo>
                    <a:lnTo>
                      <a:pt x="373" y="385"/>
                    </a:lnTo>
                    <a:lnTo>
                      <a:pt x="373" y="385"/>
                    </a:lnTo>
                    <a:lnTo>
                      <a:pt x="372" y="385"/>
                    </a:lnTo>
                    <a:lnTo>
                      <a:pt x="372" y="385"/>
                    </a:lnTo>
                    <a:lnTo>
                      <a:pt x="370" y="385"/>
                    </a:lnTo>
                    <a:lnTo>
                      <a:pt x="370" y="385"/>
                    </a:lnTo>
                    <a:lnTo>
                      <a:pt x="365" y="385"/>
                    </a:lnTo>
                    <a:lnTo>
                      <a:pt x="363" y="387"/>
                    </a:lnTo>
                    <a:lnTo>
                      <a:pt x="361" y="387"/>
                    </a:lnTo>
                    <a:lnTo>
                      <a:pt x="360" y="388"/>
                    </a:lnTo>
                    <a:lnTo>
                      <a:pt x="358" y="390"/>
                    </a:lnTo>
                    <a:lnTo>
                      <a:pt x="356" y="392"/>
                    </a:lnTo>
                    <a:lnTo>
                      <a:pt x="358" y="392"/>
                    </a:lnTo>
                    <a:lnTo>
                      <a:pt x="361" y="392"/>
                    </a:lnTo>
                    <a:lnTo>
                      <a:pt x="361" y="392"/>
                    </a:lnTo>
                    <a:lnTo>
                      <a:pt x="363" y="392"/>
                    </a:lnTo>
                    <a:lnTo>
                      <a:pt x="365" y="392"/>
                    </a:lnTo>
                    <a:lnTo>
                      <a:pt x="365" y="392"/>
                    </a:lnTo>
                    <a:lnTo>
                      <a:pt x="365" y="392"/>
                    </a:lnTo>
                    <a:lnTo>
                      <a:pt x="366" y="392"/>
                    </a:lnTo>
                    <a:lnTo>
                      <a:pt x="366" y="392"/>
                    </a:lnTo>
                    <a:lnTo>
                      <a:pt x="370" y="390"/>
                    </a:lnTo>
                    <a:lnTo>
                      <a:pt x="372" y="392"/>
                    </a:lnTo>
                    <a:lnTo>
                      <a:pt x="375" y="392"/>
                    </a:lnTo>
                    <a:lnTo>
                      <a:pt x="377" y="394"/>
                    </a:lnTo>
                    <a:lnTo>
                      <a:pt x="377" y="394"/>
                    </a:lnTo>
                    <a:lnTo>
                      <a:pt x="377" y="395"/>
                    </a:lnTo>
                    <a:lnTo>
                      <a:pt x="377" y="395"/>
                    </a:lnTo>
                    <a:lnTo>
                      <a:pt x="377" y="395"/>
                    </a:lnTo>
                    <a:lnTo>
                      <a:pt x="378" y="394"/>
                    </a:lnTo>
                    <a:lnTo>
                      <a:pt x="378" y="394"/>
                    </a:lnTo>
                    <a:lnTo>
                      <a:pt x="378" y="392"/>
                    </a:lnTo>
                    <a:close/>
                    <a:moveTo>
                      <a:pt x="757" y="297"/>
                    </a:moveTo>
                    <a:lnTo>
                      <a:pt x="720" y="281"/>
                    </a:lnTo>
                    <a:lnTo>
                      <a:pt x="701" y="273"/>
                    </a:lnTo>
                    <a:lnTo>
                      <a:pt x="664" y="259"/>
                    </a:lnTo>
                    <a:lnTo>
                      <a:pt x="645" y="251"/>
                    </a:lnTo>
                    <a:lnTo>
                      <a:pt x="626" y="244"/>
                    </a:lnTo>
                    <a:lnTo>
                      <a:pt x="625" y="242"/>
                    </a:lnTo>
                    <a:lnTo>
                      <a:pt x="619" y="242"/>
                    </a:lnTo>
                    <a:lnTo>
                      <a:pt x="618" y="242"/>
                    </a:lnTo>
                    <a:lnTo>
                      <a:pt x="616" y="242"/>
                    </a:lnTo>
                    <a:lnTo>
                      <a:pt x="616" y="241"/>
                    </a:lnTo>
                    <a:lnTo>
                      <a:pt x="623" y="234"/>
                    </a:lnTo>
                    <a:lnTo>
                      <a:pt x="623" y="232"/>
                    </a:lnTo>
                    <a:lnTo>
                      <a:pt x="625" y="231"/>
                    </a:lnTo>
                    <a:lnTo>
                      <a:pt x="625" y="227"/>
                    </a:lnTo>
                    <a:lnTo>
                      <a:pt x="625" y="227"/>
                    </a:lnTo>
                    <a:lnTo>
                      <a:pt x="623" y="224"/>
                    </a:lnTo>
                    <a:lnTo>
                      <a:pt x="621" y="224"/>
                    </a:lnTo>
                    <a:lnTo>
                      <a:pt x="619" y="224"/>
                    </a:lnTo>
                    <a:lnTo>
                      <a:pt x="619" y="224"/>
                    </a:lnTo>
                    <a:lnTo>
                      <a:pt x="619" y="222"/>
                    </a:lnTo>
                    <a:lnTo>
                      <a:pt x="618" y="222"/>
                    </a:lnTo>
                    <a:lnTo>
                      <a:pt x="618" y="222"/>
                    </a:lnTo>
                    <a:lnTo>
                      <a:pt x="618" y="220"/>
                    </a:lnTo>
                    <a:lnTo>
                      <a:pt x="618" y="217"/>
                    </a:lnTo>
                    <a:lnTo>
                      <a:pt x="618" y="217"/>
                    </a:lnTo>
                    <a:lnTo>
                      <a:pt x="618" y="217"/>
                    </a:lnTo>
                    <a:lnTo>
                      <a:pt x="618" y="215"/>
                    </a:lnTo>
                    <a:lnTo>
                      <a:pt x="618" y="214"/>
                    </a:lnTo>
                    <a:lnTo>
                      <a:pt x="616" y="214"/>
                    </a:lnTo>
                    <a:lnTo>
                      <a:pt x="616" y="212"/>
                    </a:lnTo>
                    <a:lnTo>
                      <a:pt x="613" y="210"/>
                    </a:lnTo>
                    <a:lnTo>
                      <a:pt x="611" y="208"/>
                    </a:lnTo>
                    <a:lnTo>
                      <a:pt x="611" y="207"/>
                    </a:lnTo>
                    <a:lnTo>
                      <a:pt x="611" y="207"/>
                    </a:lnTo>
                    <a:lnTo>
                      <a:pt x="613" y="205"/>
                    </a:lnTo>
                    <a:lnTo>
                      <a:pt x="613" y="205"/>
                    </a:lnTo>
                    <a:lnTo>
                      <a:pt x="613" y="203"/>
                    </a:lnTo>
                    <a:lnTo>
                      <a:pt x="611" y="202"/>
                    </a:lnTo>
                    <a:lnTo>
                      <a:pt x="611" y="202"/>
                    </a:lnTo>
                    <a:lnTo>
                      <a:pt x="609" y="197"/>
                    </a:lnTo>
                    <a:lnTo>
                      <a:pt x="609" y="195"/>
                    </a:lnTo>
                    <a:lnTo>
                      <a:pt x="608" y="195"/>
                    </a:lnTo>
                    <a:lnTo>
                      <a:pt x="608" y="191"/>
                    </a:lnTo>
                    <a:lnTo>
                      <a:pt x="609" y="188"/>
                    </a:lnTo>
                    <a:lnTo>
                      <a:pt x="609" y="186"/>
                    </a:lnTo>
                    <a:lnTo>
                      <a:pt x="606" y="185"/>
                    </a:lnTo>
                    <a:lnTo>
                      <a:pt x="604" y="183"/>
                    </a:lnTo>
                    <a:lnTo>
                      <a:pt x="606" y="181"/>
                    </a:lnTo>
                    <a:lnTo>
                      <a:pt x="606" y="180"/>
                    </a:lnTo>
                    <a:lnTo>
                      <a:pt x="606" y="180"/>
                    </a:lnTo>
                    <a:lnTo>
                      <a:pt x="602" y="178"/>
                    </a:lnTo>
                    <a:lnTo>
                      <a:pt x="601" y="178"/>
                    </a:lnTo>
                    <a:lnTo>
                      <a:pt x="601" y="178"/>
                    </a:lnTo>
                    <a:lnTo>
                      <a:pt x="599" y="176"/>
                    </a:lnTo>
                    <a:lnTo>
                      <a:pt x="599" y="176"/>
                    </a:lnTo>
                    <a:lnTo>
                      <a:pt x="597" y="174"/>
                    </a:lnTo>
                    <a:lnTo>
                      <a:pt x="597" y="174"/>
                    </a:lnTo>
                    <a:lnTo>
                      <a:pt x="597" y="174"/>
                    </a:lnTo>
                    <a:lnTo>
                      <a:pt x="594" y="173"/>
                    </a:lnTo>
                    <a:lnTo>
                      <a:pt x="584" y="169"/>
                    </a:lnTo>
                    <a:lnTo>
                      <a:pt x="582" y="169"/>
                    </a:lnTo>
                    <a:lnTo>
                      <a:pt x="580" y="168"/>
                    </a:lnTo>
                    <a:lnTo>
                      <a:pt x="580" y="168"/>
                    </a:lnTo>
                    <a:lnTo>
                      <a:pt x="579" y="169"/>
                    </a:lnTo>
                    <a:lnTo>
                      <a:pt x="577" y="169"/>
                    </a:lnTo>
                    <a:lnTo>
                      <a:pt x="577" y="169"/>
                    </a:lnTo>
                    <a:lnTo>
                      <a:pt x="567" y="173"/>
                    </a:lnTo>
                    <a:lnTo>
                      <a:pt x="565" y="173"/>
                    </a:lnTo>
                    <a:lnTo>
                      <a:pt x="565" y="171"/>
                    </a:lnTo>
                    <a:lnTo>
                      <a:pt x="563" y="169"/>
                    </a:lnTo>
                    <a:lnTo>
                      <a:pt x="562" y="169"/>
                    </a:lnTo>
                    <a:lnTo>
                      <a:pt x="562" y="169"/>
                    </a:lnTo>
                    <a:lnTo>
                      <a:pt x="560" y="169"/>
                    </a:lnTo>
                    <a:lnTo>
                      <a:pt x="558" y="169"/>
                    </a:lnTo>
                    <a:lnTo>
                      <a:pt x="558" y="169"/>
                    </a:lnTo>
                    <a:lnTo>
                      <a:pt x="555" y="169"/>
                    </a:lnTo>
                    <a:lnTo>
                      <a:pt x="555" y="169"/>
                    </a:lnTo>
                    <a:lnTo>
                      <a:pt x="553" y="171"/>
                    </a:lnTo>
                    <a:lnTo>
                      <a:pt x="552" y="173"/>
                    </a:lnTo>
                    <a:lnTo>
                      <a:pt x="552" y="173"/>
                    </a:lnTo>
                    <a:lnTo>
                      <a:pt x="550" y="174"/>
                    </a:lnTo>
                    <a:lnTo>
                      <a:pt x="550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6" y="178"/>
                    </a:lnTo>
                    <a:lnTo>
                      <a:pt x="545" y="178"/>
                    </a:lnTo>
                    <a:lnTo>
                      <a:pt x="543" y="178"/>
                    </a:lnTo>
                    <a:lnTo>
                      <a:pt x="543" y="178"/>
                    </a:lnTo>
                    <a:lnTo>
                      <a:pt x="538" y="180"/>
                    </a:lnTo>
                    <a:lnTo>
                      <a:pt x="535" y="180"/>
                    </a:lnTo>
                    <a:lnTo>
                      <a:pt x="535" y="180"/>
                    </a:lnTo>
                    <a:lnTo>
                      <a:pt x="533" y="180"/>
                    </a:lnTo>
                    <a:lnTo>
                      <a:pt x="533" y="178"/>
                    </a:lnTo>
                    <a:lnTo>
                      <a:pt x="531" y="178"/>
                    </a:lnTo>
                    <a:lnTo>
                      <a:pt x="531" y="178"/>
                    </a:lnTo>
                    <a:lnTo>
                      <a:pt x="531" y="178"/>
                    </a:lnTo>
                    <a:lnTo>
                      <a:pt x="529" y="178"/>
                    </a:lnTo>
                    <a:lnTo>
                      <a:pt x="529" y="178"/>
                    </a:lnTo>
                    <a:lnTo>
                      <a:pt x="528" y="180"/>
                    </a:lnTo>
                    <a:lnTo>
                      <a:pt x="528" y="181"/>
                    </a:lnTo>
                    <a:lnTo>
                      <a:pt x="528" y="181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5"/>
                    </a:lnTo>
                    <a:lnTo>
                      <a:pt x="526" y="185"/>
                    </a:lnTo>
                    <a:lnTo>
                      <a:pt x="526" y="185"/>
                    </a:lnTo>
                    <a:lnTo>
                      <a:pt x="528" y="186"/>
                    </a:lnTo>
                    <a:lnTo>
                      <a:pt x="528" y="188"/>
                    </a:lnTo>
                    <a:lnTo>
                      <a:pt x="528" y="190"/>
                    </a:lnTo>
                    <a:lnTo>
                      <a:pt x="529" y="190"/>
                    </a:lnTo>
                    <a:lnTo>
                      <a:pt x="529" y="191"/>
                    </a:lnTo>
                    <a:lnTo>
                      <a:pt x="531" y="191"/>
                    </a:lnTo>
                    <a:lnTo>
                      <a:pt x="533" y="191"/>
                    </a:lnTo>
                    <a:lnTo>
                      <a:pt x="535" y="191"/>
                    </a:lnTo>
                    <a:lnTo>
                      <a:pt x="535" y="191"/>
                    </a:lnTo>
                    <a:lnTo>
                      <a:pt x="536" y="191"/>
                    </a:lnTo>
                    <a:lnTo>
                      <a:pt x="536" y="193"/>
                    </a:lnTo>
                    <a:lnTo>
                      <a:pt x="535" y="193"/>
                    </a:lnTo>
                    <a:lnTo>
                      <a:pt x="528" y="195"/>
                    </a:lnTo>
                    <a:lnTo>
                      <a:pt x="528" y="193"/>
                    </a:lnTo>
                    <a:lnTo>
                      <a:pt x="524" y="190"/>
                    </a:lnTo>
                    <a:lnTo>
                      <a:pt x="523" y="188"/>
                    </a:lnTo>
                    <a:lnTo>
                      <a:pt x="523" y="186"/>
                    </a:lnTo>
                    <a:lnTo>
                      <a:pt x="523" y="183"/>
                    </a:lnTo>
                    <a:lnTo>
                      <a:pt x="523" y="183"/>
                    </a:lnTo>
                    <a:lnTo>
                      <a:pt x="521" y="181"/>
                    </a:lnTo>
                    <a:lnTo>
                      <a:pt x="519" y="181"/>
                    </a:lnTo>
                    <a:lnTo>
                      <a:pt x="519" y="181"/>
                    </a:lnTo>
                    <a:lnTo>
                      <a:pt x="518" y="181"/>
                    </a:lnTo>
                    <a:lnTo>
                      <a:pt x="516" y="183"/>
                    </a:lnTo>
                    <a:lnTo>
                      <a:pt x="516" y="183"/>
                    </a:lnTo>
                    <a:lnTo>
                      <a:pt x="516" y="185"/>
                    </a:lnTo>
                    <a:lnTo>
                      <a:pt x="514" y="183"/>
                    </a:lnTo>
                    <a:lnTo>
                      <a:pt x="511" y="183"/>
                    </a:lnTo>
                    <a:lnTo>
                      <a:pt x="509" y="181"/>
                    </a:lnTo>
                    <a:lnTo>
                      <a:pt x="506" y="181"/>
                    </a:lnTo>
                    <a:lnTo>
                      <a:pt x="504" y="181"/>
                    </a:lnTo>
                    <a:lnTo>
                      <a:pt x="504" y="180"/>
                    </a:lnTo>
                    <a:lnTo>
                      <a:pt x="504" y="180"/>
                    </a:lnTo>
                    <a:lnTo>
                      <a:pt x="501" y="180"/>
                    </a:lnTo>
                    <a:lnTo>
                      <a:pt x="499" y="180"/>
                    </a:lnTo>
                    <a:lnTo>
                      <a:pt x="499" y="178"/>
                    </a:lnTo>
                    <a:lnTo>
                      <a:pt x="497" y="178"/>
                    </a:lnTo>
                    <a:lnTo>
                      <a:pt x="494" y="178"/>
                    </a:lnTo>
                    <a:lnTo>
                      <a:pt x="492" y="178"/>
                    </a:lnTo>
                    <a:lnTo>
                      <a:pt x="490" y="176"/>
                    </a:lnTo>
                    <a:lnTo>
                      <a:pt x="489" y="174"/>
                    </a:lnTo>
                    <a:lnTo>
                      <a:pt x="487" y="173"/>
                    </a:lnTo>
                    <a:lnTo>
                      <a:pt x="480" y="173"/>
                    </a:lnTo>
                    <a:lnTo>
                      <a:pt x="479" y="173"/>
                    </a:lnTo>
                    <a:lnTo>
                      <a:pt x="477" y="171"/>
                    </a:lnTo>
                    <a:lnTo>
                      <a:pt x="477" y="171"/>
                    </a:lnTo>
                    <a:lnTo>
                      <a:pt x="475" y="171"/>
                    </a:lnTo>
                    <a:lnTo>
                      <a:pt x="475" y="173"/>
                    </a:lnTo>
                    <a:lnTo>
                      <a:pt x="473" y="173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2" y="171"/>
                    </a:lnTo>
                    <a:lnTo>
                      <a:pt x="470" y="173"/>
                    </a:lnTo>
                    <a:lnTo>
                      <a:pt x="467" y="178"/>
                    </a:lnTo>
                    <a:lnTo>
                      <a:pt x="465" y="178"/>
                    </a:lnTo>
                    <a:lnTo>
                      <a:pt x="460" y="178"/>
                    </a:lnTo>
                    <a:lnTo>
                      <a:pt x="456" y="176"/>
                    </a:lnTo>
                    <a:lnTo>
                      <a:pt x="455" y="176"/>
                    </a:lnTo>
                    <a:lnTo>
                      <a:pt x="453" y="176"/>
                    </a:lnTo>
                    <a:lnTo>
                      <a:pt x="453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0" y="178"/>
                    </a:lnTo>
                    <a:lnTo>
                      <a:pt x="450" y="178"/>
                    </a:lnTo>
                    <a:lnTo>
                      <a:pt x="446" y="176"/>
                    </a:lnTo>
                    <a:lnTo>
                      <a:pt x="441" y="176"/>
                    </a:lnTo>
                    <a:lnTo>
                      <a:pt x="439" y="176"/>
                    </a:lnTo>
                    <a:lnTo>
                      <a:pt x="438" y="174"/>
                    </a:lnTo>
                    <a:lnTo>
                      <a:pt x="436" y="174"/>
                    </a:lnTo>
                    <a:lnTo>
                      <a:pt x="433" y="174"/>
                    </a:lnTo>
                    <a:lnTo>
                      <a:pt x="431" y="174"/>
                    </a:lnTo>
                    <a:lnTo>
                      <a:pt x="431" y="174"/>
                    </a:lnTo>
                    <a:lnTo>
                      <a:pt x="431" y="173"/>
                    </a:lnTo>
                    <a:lnTo>
                      <a:pt x="431" y="173"/>
                    </a:lnTo>
                    <a:lnTo>
                      <a:pt x="429" y="171"/>
                    </a:lnTo>
                    <a:lnTo>
                      <a:pt x="428" y="171"/>
                    </a:lnTo>
                    <a:lnTo>
                      <a:pt x="426" y="171"/>
                    </a:lnTo>
                    <a:lnTo>
                      <a:pt x="424" y="171"/>
                    </a:lnTo>
                    <a:lnTo>
                      <a:pt x="419" y="173"/>
                    </a:lnTo>
                    <a:lnTo>
                      <a:pt x="414" y="173"/>
                    </a:lnTo>
                    <a:lnTo>
                      <a:pt x="411" y="171"/>
                    </a:lnTo>
                    <a:lnTo>
                      <a:pt x="397" y="161"/>
                    </a:lnTo>
                    <a:lnTo>
                      <a:pt x="394" y="159"/>
                    </a:lnTo>
                    <a:lnTo>
                      <a:pt x="390" y="159"/>
                    </a:lnTo>
                    <a:lnTo>
                      <a:pt x="385" y="159"/>
                    </a:lnTo>
                    <a:lnTo>
                      <a:pt x="380" y="163"/>
                    </a:lnTo>
                    <a:lnTo>
                      <a:pt x="377" y="163"/>
                    </a:lnTo>
                    <a:lnTo>
                      <a:pt x="372" y="163"/>
                    </a:lnTo>
                    <a:lnTo>
                      <a:pt x="368" y="161"/>
                    </a:lnTo>
                    <a:lnTo>
                      <a:pt x="366" y="161"/>
                    </a:lnTo>
                    <a:lnTo>
                      <a:pt x="358" y="161"/>
                    </a:lnTo>
                    <a:lnTo>
                      <a:pt x="348" y="163"/>
                    </a:lnTo>
                    <a:lnTo>
                      <a:pt x="346" y="163"/>
                    </a:lnTo>
                    <a:lnTo>
                      <a:pt x="344" y="164"/>
                    </a:lnTo>
                    <a:lnTo>
                      <a:pt x="344" y="164"/>
                    </a:lnTo>
                    <a:lnTo>
                      <a:pt x="344" y="169"/>
                    </a:lnTo>
                    <a:lnTo>
                      <a:pt x="341" y="173"/>
                    </a:lnTo>
                    <a:lnTo>
                      <a:pt x="341" y="174"/>
                    </a:lnTo>
                    <a:lnTo>
                      <a:pt x="343" y="176"/>
                    </a:lnTo>
                    <a:lnTo>
                      <a:pt x="344" y="178"/>
                    </a:lnTo>
                    <a:lnTo>
                      <a:pt x="344" y="180"/>
                    </a:lnTo>
                    <a:lnTo>
                      <a:pt x="346" y="181"/>
                    </a:lnTo>
                    <a:lnTo>
                      <a:pt x="344" y="181"/>
                    </a:lnTo>
                    <a:lnTo>
                      <a:pt x="343" y="183"/>
                    </a:lnTo>
                    <a:lnTo>
                      <a:pt x="339" y="181"/>
                    </a:lnTo>
                    <a:lnTo>
                      <a:pt x="338" y="180"/>
                    </a:lnTo>
                    <a:lnTo>
                      <a:pt x="336" y="181"/>
                    </a:lnTo>
                    <a:lnTo>
                      <a:pt x="332" y="185"/>
                    </a:lnTo>
                    <a:lnTo>
                      <a:pt x="331" y="185"/>
                    </a:lnTo>
                    <a:lnTo>
                      <a:pt x="327" y="185"/>
                    </a:lnTo>
                    <a:lnTo>
                      <a:pt x="324" y="185"/>
                    </a:lnTo>
                    <a:lnTo>
                      <a:pt x="324" y="185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1" y="183"/>
                    </a:lnTo>
                    <a:lnTo>
                      <a:pt x="319" y="181"/>
                    </a:lnTo>
                    <a:lnTo>
                      <a:pt x="317" y="181"/>
                    </a:lnTo>
                    <a:lnTo>
                      <a:pt x="314" y="180"/>
                    </a:lnTo>
                    <a:lnTo>
                      <a:pt x="312" y="180"/>
                    </a:lnTo>
                    <a:lnTo>
                      <a:pt x="304" y="169"/>
                    </a:lnTo>
                    <a:lnTo>
                      <a:pt x="300" y="169"/>
                    </a:lnTo>
                    <a:lnTo>
                      <a:pt x="299" y="168"/>
                    </a:lnTo>
                    <a:lnTo>
                      <a:pt x="297" y="166"/>
                    </a:lnTo>
                    <a:lnTo>
                      <a:pt x="293" y="157"/>
                    </a:lnTo>
                    <a:lnTo>
                      <a:pt x="292" y="154"/>
                    </a:lnTo>
                    <a:lnTo>
                      <a:pt x="288" y="152"/>
                    </a:lnTo>
                    <a:lnTo>
                      <a:pt x="288" y="152"/>
                    </a:lnTo>
                    <a:lnTo>
                      <a:pt x="285" y="152"/>
                    </a:lnTo>
                    <a:lnTo>
                      <a:pt x="285" y="152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2" y="149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8" y="147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5" y="144"/>
                    </a:lnTo>
                    <a:lnTo>
                      <a:pt x="270" y="139"/>
                    </a:lnTo>
                    <a:lnTo>
                      <a:pt x="266" y="137"/>
                    </a:lnTo>
                    <a:lnTo>
                      <a:pt x="263" y="135"/>
                    </a:lnTo>
                    <a:lnTo>
                      <a:pt x="261" y="135"/>
                    </a:lnTo>
                    <a:lnTo>
                      <a:pt x="259" y="132"/>
                    </a:lnTo>
                    <a:lnTo>
                      <a:pt x="258" y="132"/>
                    </a:lnTo>
                    <a:lnTo>
                      <a:pt x="253" y="130"/>
                    </a:lnTo>
                    <a:lnTo>
                      <a:pt x="249" y="129"/>
                    </a:lnTo>
                    <a:lnTo>
                      <a:pt x="248" y="127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2" y="125"/>
                    </a:lnTo>
                    <a:lnTo>
                      <a:pt x="242" y="125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37" y="122"/>
                    </a:lnTo>
                    <a:lnTo>
                      <a:pt x="231" y="122"/>
                    </a:lnTo>
                    <a:lnTo>
                      <a:pt x="226" y="118"/>
                    </a:lnTo>
                    <a:lnTo>
                      <a:pt x="226" y="118"/>
                    </a:lnTo>
                    <a:lnTo>
                      <a:pt x="226" y="117"/>
                    </a:lnTo>
                    <a:lnTo>
                      <a:pt x="224" y="117"/>
                    </a:lnTo>
                    <a:lnTo>
                      <a:pt x="226" y="115"/>
                    </a:lnTo>
                    <a:lnTo>
                      <a:pt x="226" y="115"/>
                    </a:lnTo>
                    <a:lnTo>
                      <a:pt x="226" y="113"/>
                    </a:lnTo>
                    <a:lnTo>
                      <a:pt x="226" y="112"/>
                    </a:lnTo>
                    <a:lnTo>
                      <a:pt x="226" y="110"/>
                    </a:lnTo>
                    <a:lnTo>
                      <a:pt x="226" y="108"/>
                    </a:lnTo>
                    <a:lnTo>
                      <a:pt x="224" y="108"/>
                    </a:lnTo>
                    <a:lnTo>
                      <a:pt x="222" y="107"/>
                    </a:lnTo>
                    <a:lnTo>
                      <a:pt x="214" y="105"/>
                    </a:lnTo>
                    <a:lnTo>
                      <a:pt x="212" y="105"/>
                    </a:lnTo>
                    <a:lnTo>
                      <a:pt x="210" y="103"/>
                    </a:lnTo>
                    <a:lnTo>
                      <a:pt x="210" y="103"/>
                    </a:lnTo>
                    <a:lnTo>
                      <a:pt x="209" y="100"/>
                    </a:lnTo>
                    <a:lnTo>
                      <a:pt x="207" y="96"/>
                    </a:lnTo>
                    <a:lnTo>
                      <a:pt x="205" y="93"/>
                    </a:lnTo>
                    <a:lnTo>
                      <a:pt x="205" y="88"/>
                    </a:lnTo>
                    <a:lnTo>
                      <a:pt x="203" y="86"/>
                    </a:lnTo>
                    <a:lnTo>
                      <a:pt x="203" y="84"/>
                    </a:lnTo>
                    <a:lnTo>
                      <a:pt x="203" y="84"/>
                    </a:lnTo>
                    <a:lnTo>
                      <a:pt x="205" y="83"/>
                    </a:lnTo>
                    <a:lnTo>
                      <a:pt x="205" y="81"/>
                    </a:lnTo>
                    <a:lnTo>
                      <a:pt x="205" y="81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3" y="78"/>
                    </a:lnTo>
                    <a:lnTo>
                      <a:pt x="203" y="78"/>
                    </a:lnTo>
                    <a:lnTo>
                      <a:pt x="205" y="78"/>
                    </a:lnTo>
                    <a:lnTo>
                      <a:pt x="205" y="78"/>
                    </a:lnTo>
                    <a:lnTo>
                      <a:pt x="205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3"/>
                    </a:lnTo>
                    <a:lnTo>
                      <a:pt x="205" y="71"/>
                    </a:lnTo>
                    <a:lnTo>
                      <a:pt x="205" y="71"/>
                    </a:lnTo>
                    <a:lnTo>
                      <a:pt x="203" y="69"/>
                    </a:lnTo>
                    <a:lnTo>
                      <a:pt x="202" y="69"/>
                    </a:lnTo>
                    <a:lnTo>
                      <a:pt x="200" y="69"/>
                    </a:lnTo>
                    <a:lnTo>
                      <a:pt x="198" y="69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6"/>
                    </a:lnTo>
                    <a:lnTo>
                      <a:pt x="195" y="66"/>
                    </a:lnTo>
                    <a:lnTo>
                      <a:pt x="193" y="64"/>
                    </a:lnTo>
                    <a:lnTo>
                      <a:pt x="188" y="62"/>
                    </a:lnTo>
                    <a:lnTo>
                      <a:pt x="186" y="62"/>
                    </a:lnTo>
                    <a:lnTo>
                      <a:pt x="180" y="61"/>
                    </a:lnTo>
                    <a:lnTo>
                      <a:pt x="176" y="59"/>
                    </a:lnTo>
                    <a:lnTo>
                      <a:pt x="175" y="59"/>
                    </a:lnTo>
                    <a:lnTo>
                      <a:pt x="175" y="61"/>
                    </a:lnTo>
                    <a:lnTo>
                      <a:pt x="173" y="61"/>
                    </a:lnTo>
                    <a:lnTo>
                      <a:pt x="171" y="61"/>
                    </a:lnTo>
                    <a:lnTo>
                      <a:pt x="169" y="57"/>
                    </a:lnTo>
                    <a:lnTo>
                      <a:pt x="168" y="57"/>
                    </a:lnTo>
                    <a:lnTo>
                      <a:pt x="168" y="59"/>
                    </a:lnTo>
                    <a:lnTo>
                      <a:pt x="168" y="59"/>
                    </a:lnTo>
                    <a:lnTo>
                      <a:pt x="164" y="61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3" y="57"/>
                    </a:lnTo>
                    <a:lnTo>
                      <a:pt x="163" y="56"/>
                    </a:lnTo>
                    <a:lnTo>
                      <a:pt x="163" y="56"/>
                    </a:lnTo>
                    <a:lnTo>
                      <a:pt x="161" y="54"/>
                    </a:lnTo>
                    <a:lnTo>
                      <a:pt x="159" y="54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6" y="52"/>
                    </a:lnTo>
                    <a:lnTo>
                      <a:pt x="154" y="52"/>
                    </a:lnTo>
                    <a:lnTo>
                      <a:pt x="153" y="52"/>
                    </a:lnTo>
                    <a:lnTo>
                      <a:pt x="151" y="54"/>
                    </a:lnTo>
                    <a:lnTo>
                      <a:pt x="151" y="56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9" y="61"/>
                    </a:lnTo>
                    <a:lnTo>
                      <a:pt x="149" y="61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47" y="64"/>
                    </a:ln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4"/>
                    </a:lnTo>
                    <a:lnTo>
                      <a:pt x="142" y="66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2" y="69"/>
                    </a:lnTo>
                    <a:lnTo>
                      <a:pt x="141" y="69"/>
                    </a:lnTo>
                    <a:lnTo>
                      <a:pt x="141" y="69"/>
                    </a:lnTo>
                    <a:lnTo>
                      <a:pt x="139" y="69"/>
                    </a:lnTo>
                    <a:lnTo>
                      <a:pt x="137" y="67"/>
                    </a:lnTo>
                    <a:lnTo>
                      <a:pt x="136" y="67"/>
                    </a:lnTo>
                    <a:lnTo>
                      <a:pt x="136" y="67"/>
                    </a:lnTo>
                    <a:lnTo>
                      <a:pt x="134" y="67"/>
                    </a:lnTo>
                    <a:lnTo>
                      <a:pt x="134" y="66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2" y="59"/>
                    </a:lnTo>
                    <a:lnTo>
                      <a:pt x="129" y="57"/>
                    </a:lnTo>
                    <a:lnTo>
                      <a:pt x="129" y="56"/>
                    </a:lnTo>
                    <a:lnTo>
                      <a:pt x="129" y="56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29" y="52"/>
                    </a:lnTo>
                    <a:lnTo>
                      <a:pt x="122" y="49"/>
                    </a:lnTo>
                    <a:lnTo>
                      <a:pt x="122" y="47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2" y="37"/>
                    </a:lnTo>
                    <a:lnTo>
                      <a:pt x="124" y="34"/>
                    </a:lnTo>
                    <a:lnTo>
                      <a:pt x="124" y="32"/>
                    </a:lnTo>
                    <a:lnTo>
                      <a:pt x="124" y="30"/>
                    </a:lnTo>
                    <a:lnTo>
                      <a:pt x="122" y="30"/>
                    </a:lnTo>
                    <a:lnTo>
                      <a:pt x="120" y="30"/>
                    </a:lnTo>
                    <a:lnTo>
                      <a:pt x="119" y="30"/>
                    </a:lnTo>
                    <a:lnTo>
                      <a:pt x="117" y="30"/>
                    </a:lnTo>
                    <a:lnTo>
                      <a:pt x="115" y="28"/>
                    </a:lnTo>
                    <a:lnTo>
                      <a:pt x="113" y="27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20"/>
                    </a:lnTo>
                    <a:lnTo>
                      <a:pt x="110" y="18"/>
                    </a:lnTo>
                    <a:lnTo>
                      <a:pt x="108" y="18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5" y="18"/>
                    </a:lnTo>
                    <a:lnTo>
                      <a:pt x="103" y="17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98" y="17"/>
                    </a:lnTo>
                    <a:lnTo>
                      <a:pt x="96" y="17"/>
                    </a:lnTo>
                    <a:lnTo>
                      <a:pt x="95" y="13"/>
                    </a:lnTo>
                    <a:lnTo>
                      <a:pt x="93" y="11"/>
                    </a:lnTo>
                    <a:lnTo>
                      <a:pt x="91" y="11"/>
                    </a:lnTo>
                    <a:lnTo>
                      <a:pt x="86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1" y="13"/>
                    </a:lnTo>
                    <a:lnTo>
                      <a:pt x="79" y="13"/>
                    </a:lnTo>
                    <a:lnTo>
                      <a:pt x="74" y="13"/>
                    </a:lnTo>
                    <a:lnTo>
                      <a:pt x="73" y="13"/>
                    </a:lnTo>
                    <a:lnTo>
                      <a:pt x="69" y="11"/>
                    </a:lnTo>
                    <a:lnTo>
                      <a:pt x="68" y="10"/>
                    </a:lnTo>
                    <a:lnTo>
                      <a:pt x="64" y="11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4" y="17"/>
                    </a:lnTo>
                    <a:lnTo>
                      <a:pt x="52" y="18"/>
                    </a:lnTo>
                    <a:lnTo>
                      <a:pt x="52" y="20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2" y="17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51"/>
                    </a:lnTo>
                    <a:lnTo>
                      <a:pt x="0" y="93"/>
                    </a:lnTo>
                    <a:lnTo>
                      <a:pt x="0" y="180"/>
                    </a:lnTo>
                    <a:lnTo>
                      <a:pt x="0" y="222"/>
                    </a:lnTo>
                    <a:lnTo>
                      <a:pt x="0" y="266"/>
                    </a:lnTo>
                    <a:lnTo>
                      <a:pt x="0" y="309"/>
                    </a:lnTo>
                    <a:lnTo>
                      <a:pt x="0" y="351"/>
                    </a:lnTo>
                    <a:lnTo>
                      <a:pt x="0" y="351"/>
                    </a:lnTo>
                    <a:lnTo>
                      <a:pt x="1" y="353"/>
                    </a:lnTo>
                    <a:lnTo>
                      <a:pt x="15" y="356"/>
                    </a:lnTo>
                    <a:lnTo>
                      <a:pt x="22" y="361"/>
                    </a:lnTo>
                    <a:lnTo>
                      <a:pt x="35" y="371"/>
                    </a:lnTo>
                    <a:lnTo>
                      <a:pt x="37" y="371"/>
                    </a:lnTo>
                    <a:lnTo>
                      <a:pt x="37" y="373"/>
                    </a:lnTo>
                    <a:lnTo>
                      <a:pt x="37" y="375"/>
                    </a:lnTo>
                    <a:lnTo>
                      <a:pt x="37" y="375"/>
                    </a:lnTo>
                    <a:lnTo>
                      <a:pt x="37" y="377"/>
                    </a:lnTo>
                    <a:lnTo>
                      <a:pt x="35" y="378"/>
                    </a:lnTo>
                    <a:lnTo>
                      <a:pt x="35" y="380"/>
                    </a:lnTo>
                    <a:lnTo>
                      <a:pt x="35" y="380"/>
                    </a:lnTo>
                    <a:lnTo>
                      <a:pt x="37" y="380"/>
                    </a:lnTo>
                    <a:lnTo>
                      <a:pt x="39" y="382"/>
                    </a:lnTo>
                    <a:lnTo>
                      <a:pt x="39" y="380"/>
                    </a:lnTo>
                    <a:lnTo>
                      <a:pt x="39" y="380"/>
                    </a:lnTo>
                    <a:lnTo>
                      <a:pt x="40" y="378"/>
                    </a:lnTo>
                    <a:lnTo>
                      <a:pt x="40" y="378"/>
                    </a:lnTo>
                    <a:lnTo>
                      <a:pt x="42" y="378"/>
                    </a:lnTo>
                    <a:lnTo>
                      <a:pt x="42" y="378"/>
                    </a:lnTo>
                    <a:lnTo>
                      <a:pt x="44" y="378"/>
                    </a:lnTo>
                    <a:lnTo>
                      <a:pt x="46" y="378"/>
                    </a:lnTo>
                    <a:lnTo>
                      <a:pt x="46" y="380"/>
                    </a:lnTo>
                    <a:lnTo>
                      <a:pt x="47" y="380"/>
                    </a:lnTo>
                    <a:lnTo>
                      <a:pt x="49" y="382"/>
                    </a:lnTo>
                    <a:lnTo>
                      <a:pt x="49" y="383"/>
                    </a:lnTo>
                    <a:lnTo>
                      <a:pt x="51" y="383"/>
                    </a:lnTo>
                    <a:lnTo>
                      <a:pt x="51" y="383"/>
                    </a:lnTo>
                    <a:lnTo>
                      <a:pt x="52" y="382"/>
                    </a:lnTo>
                    <a:lnTo>
                      <a:pt x="52" y="382"/>
                    </a:lnTo>
                    <a:lnTo>
                      <a:pt x="54" y="380"/>
                    </a:lnTo>
                    <a:lnTo>
                      <a:pt x="54" y="380"/>
                    </a:lnTo>
                    <a:lnTo>
                      <a:pt x="56" y="380"/>
                    </a:lnTo>
                    <a:lnTo>
                      <a:pt x="56" y="380"/>
                    </a:lnTo>
                    <a:lnTo>
                      <a:pt x="56" y="380"/>
                    </a:lnTo>
                    <a:lnTo>
                      <a:pt x="59" y="380"/>
                    </a:lnTo>
                    <a:lnTo>
                      <a:pt x="59" y="380"/>
                    </a:lnTo>
                    <a:lnTo>
                      <a:pt x="59" y="380"/>
                    </a:lnTo>
                    <a:lnTo>
                      <a:pt x="57" y="378"/>
                    </a:lnTo>
                    <a:lnTo>
                      <a:pt x="56" y="377"/>
                    </a:lnTo>
                    <a:lnTo>
                      <a:pt x="56" y="375"/>
                    </a:lnTo>
                    <a:lnTo>
                      <a:pt x="57" y="373"/>
                    </a:lnTo>
                    <a:lnTo>
                      <a:pt x="61" y="370"/>
                    </a:lnTo>
                    <a:lnTo>
                      <a:pt x="64" y="370"/>
                    </a:lnTo>
                    <a:lnTo>
                      <a:pt x="68" y="368"/>
                    </a:lnTo>
                    <a:lnTo>
                      <a:pt x="78" y="370"/>
                    </a:lnTo>
                    <a:lnTo>
                      <a:pt x="79" y="370"/>
                    </a:lnTo>
                    <a:lnTo>
                      <a:pt x="79" y="370"/>
                    </a:lnTo>
                    <a:lnTo>
                      <a:pt x="83" y="370"/>
                    </a:lnTo>
                    <a:lnTo>
                      <a:pt x="85" y="370"/>
                    </a:lnTo>
                    <a:lnTo>
                      <a:pt x="88" y="371"/>
                    </a:lnTo>
                    <a:lnTo>
                      <a:pt x="96" y="378"/>
                    </a:lnTo>
                    <a:lnTo>
                      <a:pt x="103" y="380"/>
                    </a:lnTo>
                    <a:lnTo>
                      <a:pt x="108" y="382"/>
                    </a:lnTo>
                    <a:lnTo>
                      <a:pt x="112" y="380"/>
                    </a:lnTo>
                    <a:lnTo>
                      <a:pt x="113" y="378"/>
                    </a:lnTo>
                    <a:lnTo>
                      <a:pt x="115" y="378"/>
                    </a:lnTo>
                    <a:lnTo>
                      <a:pt x="124" y="378"/>
                    </a:lnTo>
                    <a:lnTo>
                      <a:pt x="124" y="378"/>
                    </a:lnTo>
                    <a:lnTo>
                      <a:pt x="125" y="380"/>
                    </a:lnTo>
                    <a:lnTo>
                      <a:pt x="127" y="380"/>
                    </a:lnTo>
                    <a:lnTo>
                      <a:pt x="129" y="382"/>
                    </a:lnTo>
                    <a:lnTo>
                      <a:pt x="129" y="380"/>
                    </a:lnTo>
                    <a:lnTo>
                      <a:pt x="129" y="380"/>
                    </a:lnTo>
                    <a:lnTo>
                      <a:pt x="130" y="378"/>
                    </a:lnTo>
                    <a:lnTo>
                      <a:pt x="130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6" y="382"/>
                    </a:lnTo>
                    <a:lnTo>
                      <a:pt x="136" y="382"/>
                    </a:lnTo>
                    <a:lnTo>
                      <a:pt x="139" y="383"/>
                    </a:lnTo>
                    <a:lnTo>
                      <a:pt x="146" y="387"/>
                    </a:lnTo>
                    <a:lnTo>
                      <a:pt x="153" y="392"/>
                    </a:lnTo>
                    <a:lnTo>
                      <a:pt x="154" y="392"/>
                    </a:lnTo>
                    <a:lnTo>
                      <a:pt x="159" y="395"/>
                    </a:lnTo>
                    <a:lnTo>
                      <a:pt x="161" y="397"/>
                    </a:lnTo>
                    <a:lnTo>
                      <a:pt x="163" y="397"/>
                    </a:lnTo>
                    <a:lnTo>
                      <a:pt x="164" y="397"/>
                    </a:lnTo>
                    <a:lnTo>
                      <a:pt x="166" y="397"/>
                    </a:lnTo>
                    <a:lnTo>
                      <a:pt x="169" y="399"/>
                    </a:lnTo>
                    <a:lnTo>
                      <a:pt x="180" y="400"/>
                    </a:lnTo>
                    <a:lnTo>
                      <a:pt x="181" y="402"/>
                    </a:lnTo>
                    <a:lnTo>
                      <a:pt x="185" y="404"/>
                    </a:lnTo>
                    <a:lnTo>
                      <a:pt x="190" y="407"/>
                    </a:lnTo>
                    <a:lnTo>
                      <a:pt x="192" y="409"/>
                    </a:lnTo>
                    <a:lnTo>
                      <a:pt x="192" y="411"/>
                    </a:lnTo>
                    <a:lnTo>
                      <a:pt x="193" y="411"/>
                    </a:lnTo>
                    <a:lnTo>
                      <a:pt x="195" y="412"/>
                    </a:lnTo>
                    <a:lnTo>
                      <a:pt x="203" y="411"/>
                    </a:lnTo>
                    <a:lnTo>
                      <a:pt x="205" y="411"/>
                    </a:lnTo>
                    <a:lnTo>
                      <a:pt x="207" y="412"/>
                    </a:lnTo>
                    <a:lnTo>
                      <a:pt x="210" y="414"/>
                    </a:lnTo>
                    <a:lnTo>
                      <a:pt x="214" y="414"/>
                    </a:lnTo>
                    <a:lnTo>
                      <a:pt x="214" y="416"/>
                    </a:lnTo>
                    <a:lnTo>
                      <a:pt x="215" y="416"/>
                    </a:lnTo>
                    <a:lnTo>
                      <a:pt x="215" y="416"/>
                    </a:lnTo>
                    <a:lnTo>
                      <a:pt x="217" y="417"/>
                    </a:lnTo>
                    <a:lnTo>
                      <a:pt x="219" y="419"/>
                    </a:lnTo>
                    <a:lnTo>
                      <a:pt x="220" y="421"/>
                    </a:lnTo>
                    <a:lnTo>
                      <a:pt x="222" y="419"/>
                    </a:lnTo>
                    <a:lnTo>
                      <a:pt x="224" y="419"/>
                    </a:lnTo>
                    <a:lnTo>
                      <a:pt x="227" y="416"/>
                    </a:lnTo>
                    <a:lnTo>
                      <a:pt x="227" y="416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4" y="412"/>
                    </a:lnTo>
                    <a:lnTo>
                      <a:pt x="234" y="411"/>
                    </a:lnTo>
                    <a:lnTo>
                      <a:pt x="236" y="409"/>
                    </a:lnTo>
                    <a:lnTo>
                      <a:pt x="237" y="409"/>
                    </a:lnTo>
                    <a:lnTo>
                      <a:pt x="239" y="407"/>
                    </a:lnTo>
                    <a:lnTo>
                      <a:pt x="248" y="405"/>
                    </a:lnTo>
                    <a:lnTo>
                      <a:pt x="249" y="405"/>
                    </a:lnTo>
                    <a:lnTo>
                      <a:pt x="249" y="404"/>
                    </a:lnTo>
                    <a:lnTo>
                      <a:pt x="251" y="402"/>
                    </a:lnTo>
                    <a:lnTo>
                      <a:pt x="251" y="402"/>
                    </a:lnTo>
                    <a:lnTo>
                      <a:pt x="253" y="402"/>
                    </a:lnTo>
                    <a:lnTo>
                      <a:pt x="254" y="397"/>
                    </a:lnTo>
                    <a:lnTo>
                      <a:pt x="256" y="397"/>
                    </a:lnTo>
                    <a:lnTo>
                      <a:pt x="258" y="395"/>
                    </a:lnTo>
                    <a:lnTo>
                      <a:pt x="259" y="395"/>
                    </a:lnTo>
                    <a:lnTo>
                      <a:pt x="259" y="395"/>
                    </a:lnTo>
                    <a:lnTo>
                      <a:pt x="261" y="394"/>
                    </a:lnTo>
                    <a:lnTo>
                      <a:pt x="261" y="394"/>
                    </a:lnTo>
                    <a:lnTo>
                      <a:pt x="261" y="392"/>
                    </a:lnTo>
                    <a:lnTo>
                      <a:pt x="261" y="392"/>
                    </a:lnTo>
                    <a:lnTo>
                      <a:pt x="266" y="388"/>
                    </a:lnTo>
                    <a:lnTo>
                      <a:pt x="266" y="387"/>
                    </a:lnTo>
                    <a:lnTo>
                      <a:pt x="271" y="387"/>
                    </a:lnTo>
                    <a:lnTo>
                      <a:pt x="271" y="387"/>
                    </a:lnTo>
                    <a:lnTo>
                      <a:pt x="273" y="385"/>
                    </a:lnTo>
                    <a:lnTo>
                      <a:pt x="273" y="385"/>
                    </a:lnTo>
                    <a:lnTo>
                      <a:pt x="276" y="383"/>
                    </a:lnTo>
                    <a:lnTo>
                      <a:pt x="278" y="383"/>
                    </a:lnTo>
                    <a:lnTo>
                      <a:pt x="278" y="382"/>
                    </a:lnTo>
                    <a:lnTo>
                      <a:pt x="280" y="382"/>
                    </a:lnTo>
                    <a:lnTo>
                      <a:pt x="280" y="380"/>
                    </a:lnTo>
                    <a:lnTo>
                      <a:pt x="282" y="380"/>
                    </a:lnTo>
                    <a:lnTo>
                      <a:pt x="283" y="380"/>
                    </a:lnTo>
                    <a:lnTo>
                      <a:pt x="288" y="377"/>
                    </a:lnTo>
                    <a:lnTo>
                      <a:pt x="295" y="371"/>
                    </a:lnTo>
                    <a:lnTo>
                      <a:pt x="297" y="371"/>
                    </a:lnTo>
                    <a:lnTo>
                      <a:pt x="299" y="371"/>
                    </a:lnTo>
                    <a:lnTo>
                      <a:pt x="300" y="371"/>
                    </a:lnTo>
                    <a:lnTo>
                      <a:pt x="302" y="371"/>
                    </a:lnTo>
                    <a:lnTo>
                      <a:pt x="304" y="371"/>
                    </a:lnTo>
                    <a:lnTo>
                      <a:pt x="304" y="371"/>
                    </a:lnTo>
                    <a:lnTo>
                      <a:pt x="305" y="371"/>
                    </a:lnTo>
                    <a:lnTo>
                      <a:pt x="305" y="371"/>
                    </a:lnTo>
                    <a:lnTo>
                      <a:pt x="307" y="371"/>
                    </a:lnTo>
                    <a:lnTo>
                      <a:pt x="314" y="371"/>
                    </a:lnTo>
                    <a:lnTo>
                      <a:pt x="317" y="370"/>
                    </a:lnTo>
                    <a:lnTo>
                      <a:pt x="317" y="368"/>
                    </a:lnTo>
                    <a:lnTo>
                      <a:pt x="317" y="368"/>
                    </a:lnTo>
                    <a:lnTo>
                      <a:pt x="319" y="366"/>
                    </a:lnTo>
                    <a:lnTo>
                      <a:pt x="321" y="365"/>
                    </a:lnTo>
                    <a:lnTo>
                      <a:pt x="321" y="365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4" y="360"/>
                    </a:lnTo>
                    <a:lnTo>
                      <a:pt x="322" y="358"/>
                    </a:lnTo>
                    <a:lnTo>
                      <a:pt x="317" y="356"/>
                    </a:lnTo>
                    <a:lnTo>
                      <a:pt x="310" y="360"/>
                    </a:lnTo>
                    <a:lnTo>
                      <a:pt x="309" y="361"/>
                    </a:lnTo>
                    <a:lnTo>
                      <a:pt x="305" y="361"/>
                    </a:lnTo>
                    <a:lnTo>
                      <a:pt x="299" y="360"/>
                    </a:lnTo>
                    <a:lnTo>
                      <a:pt x="293" y="360"/>
                    </a:lnTo>
                    <a:lnTo>
                      <a:pt x="292" y="358"/>
                    </a:lnTo>
                    <a:lnTo>
                      <a:pt x="293" y="356"/>
                    </a:lnTo>
                    <a:lnTo>
                      <a:pt x="295" y="354"/>
                    </a:lnTo>
                    <a:lnTo>
                      <a:pt x="300" y="354"/>
                    </a:lnTo>
                    <a:lnTo>
                      <a:pt x="302" y="354"/>
                    </a:lnTo>
                    <a:lnTo>
                      <a:pt x="304" y="354"/>
                    </a:lnTo>
                    <a:lnTo>
                      <a:pt x="304" y="354"/>
                    </a:lnTo>
                    <a:lnTo>
                      <a:pt x="305" y="356"/>
                    </a:lnTo>
                    <a:lnTo>
                      <a:pt x="305" y="356"/>
                    </a:lnTo>
                    <a:lnTo>
                      <a:pt x="307" y="354"/>
                    </a:lnTo>
                    <a:lnTo>
                      <a:pt x="307" y="354"/>
                    </a:lnTo>
                    <a:lnTo>
                      <a:pt x="305" y="354"/>
                    </a:lnTo>
                    <a:lnTo>
                      <a:pt x="305" y="353"/>
                    </a:lnTo>
                    <a:lnTo>
                      <a:pt x="307" y="353"/>
                    </a:lnTo>
                    <a:lnTo>
                      <a:pt x="307" y="351"/>
                    </a:lnTo>
                    <a:lnTo>
                      <a:pt x="309" y="349"/>
                    </a:lnTo>
                    <a:lnTo>
                      <a:pt x="319" y="348"/>
                    </a:lnTo>
                    <a:lnTo>
                      <a:pt x="321" y="346"/>
                    </a:lnTo>
                    <a:lnTo>
                      <a:pt x="321" y="346"/>
                    </a:lnTo>
                    <a:lnTo>
                      <a:pt x="324" y="343"/>
                    </a:lnTo>
                    <a:lnTo>
                      <a:pt x="326" y="343"/>
                    </a:lnTo>
                    <a:lnTo>
                      <a:pt x="326" y="343"/>
                    </a:lnTo>
                    <a:lnTo>
                      <a:pt x="327" y="343"/>
                    </a:lnTo>
                    <a:lnTo>
                      <a:pt x="329" y="341"/>
                    </a:lnTo>
                    <a:lnTo>
                      <a:pt x="331" y="341"/>
                    </a:lnTo>
                    <a:lnTo>
                      <a:pt x="331" y="339"/>
                    </a:lnTo>
                    <a:lnTo>
                      <a:pt x="331" y="337"/>
                    </a:lnTo>
                    <a:lnTo>
                      <a:pt x="332" y="337"/>
                    </a:lnTo>
                    <a:lnTo>
                      <a:pt x="334" y="337"/>
                    </a:lnTo>
                    <a:lnTo>
                      <a:pt x="339" y="337"/>
                    </a:lnTo>
                    <a:lnTo>
                      <a:pt x="339" y="334"/>
                    </a:lnTo>
                    <a:lnTo>
                      <a:pt x="341" y="334"/>
                    </a:lnTo>
                    <a:lnTo>
                      <a:pt x="344" y="336"/>
                    </a:lnTo>
                    <a:lnTo>
                      <a:pt x="346" y="337"/>
                    </a:lnTo>
                    <a:lnTo>
                      <a:pt x="346" y="339"/>
                    </a:lnTo>
                    <a:lnTo>
                      <a:pt x="348" y="343"/>
                    </a:lnTo>
                    <a:lnTo>
                      <a:pt x="349" y="346"/>
                    </a:lnTo>
                    <a:lnTo>
                      <a:pt x="349" y="346"/>
                    </a:lnTo>
                    <a:lnTo>
                      <a:pt x="351" y="346"/>
                    </a:lnTo>
                    <a:lnTo>
                      <a:pt x="353" y="348"/>
                    </a:lnTo>
                    <a:lnTo>
                      <a:pt x="355" y="348"/>
                    </a:lnTo>
                    <a:lnTo>
                      <a:pt x="356" y="351"/>
                    </a:lnTo>
                    <a:lnTo>
                      <a:pt x="358" y="353"/>
                    </a:lnTo>
                    <a:lnTo>
                      <a:pt x="358" y="356"/>
                    </a:lnTo>
                    <a:lnTo>
                      <a:pt x="358" y="360"/>
                    </a:lnTo>
                    <a:lnTo>
                      <a:pt x="353" y="363"/>
                    </a:lnTo>
                    <a:lnTo>
                      <a:pt x="353" y="365"/>
                    </a:lnTo>
                    <a:lnTo>
                      <a:pt x="351" y="366"/>
                    </a:lnTo>
                    <a:lnTo>
                      <a:pt x="349" y="368"/>
                    </a:lnTo>
                    <a:lnTo>
                      <a:pt x="349" y="368"/>
                    </a:lnTo>
                    <a:lnTo>
                      <a:pt x="349" y="370"/>
                    </a:lnTo>
                    <a:lnTo>
                      <a:pt x="349" y="370"/>
                    </a:lnTo>
                    <a:lnTo>
                      <a:pt x="348" y="371"/>
                    </a:lnTo>
                    <a:lnTo>
                      <a:pt x="346" y="371"/>
                    </a:lnTo>
                    <a:lnTo>
                      <a:pt x="346" y="373"/>
                    </a:lnTo>
                    <a:lnTo>
                      <a:pt x="346" y="373"/>
                    </a:lnTo>
                    <a:lnTo>
                      <a:pt x="346" y="375"/>
                    </a:lnTo>
                    <a:lnTo>
                      <a:pt x="346" y="375"/>
                    </a:lnTo>
                    <a:lnTo>
                      <a:pt x="343" y="377"/>
                    </a:lnTo>
                    <a:lnTo>
                      <a:pt x="338" y="378"/>
                    </a:lnTo>
                    <a:lnTo>
                      <a:pt x="334" y="378"/>
                    </a:lnTo>
                    <a:lnTo>
                      <a:pt x="331" y="378"/>
                    </a:lnTo>
                    <a:lnTo>
                      <a:pt x="329" y="378"/>
                    </a:lnTo>
                    <a:lnTo>
                      <a:pt x="326" y="375"/>
                    </a:lnTo>
                    <a:lnTo>
                      <a:pt x="324" y="375"/>
                    </a:lnTo>
                    <a:lnTo>
                      <a:pt x="321" y="375"/>
                    </a:lnTo>
                    <a:lnTo>
                      <a:pt x="321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5"/>
                    </a:lnTo>
                    <a:lnTo>
                      <a:pt x="321" y="375"/>
                    </a:lnTo>
                    <a:lnTo>
                      <a:pt x="322" y="375"/>
                    </a:lnTo>
                    <a:lnTo>
                      <a:pt x="324" y="377"/>
                    </a:lnTo>
                    <a:lnTo>
                      <a:pt x="338" y="387"/>
                    </a:lnTo>
                    <a:lnTo>
                      <a:pt x="341" y="388"/>
                    </a:lnTo>
                    <a:lnTo>
                      <a:pt x="343" y="390"/>
                    </a:lnTo>
                    <a:lnTo>
                      <a:pt x="343" y="388"/>
                    </a:lnTo>
                    <a:lnTo>
                      <a:pt x="349" y="388"/>
                    </a:lnTo>
                    <a:lnTo>
                      <a:pt x="351" y="388"/>
                    </a:lnTo>
                    <a:lnTo>
                      <a:pt x="349" y="387"/>
                    </a:lnTo>
                    <a:lnTo>
                      <a:pt x="351" y="385"/>
                    </a:lnTo>
                    <a:lnTo>
                      <a:pt x="353" y="385"/>
                    </a:lnTo>
                    <a:lnTo>
                      <a:pt x="355" y="383"/>
                    </a:lnTo>
                    <a:lnTo>
                      <a:pt x="356" y="383"/>
                    </a:lnTo>
                    <a:lnTo>
                      <a:pt x="356" y="382"/>
                    </a:lnTo>
                    <a:lnTo>
                      <a:pt x="356" y="382"/>
                    </a:lnTo>
                    <a:lnTo>
                      <a:pt x="360" y="380"/>
                    </a:lnTo>
                    <a:lnTo>
                      <a:pt x="366" y="382"/>
                    </a:lnTo>
                    <a:lnTo>
                      <a:pt x="366" y="380"/>
                    </a:lnTo>
                    <a:lnTo>
                      <a:pt x="366" y="377"/>
                    </a:lnTo>
                    <a:lnTo>
                      <a:pt x="366" y="377"/>
                    </a:lnTo>
                    <a:lnTo>
                      <a:pt x="365" y="375"/>
                    </a:lnTo>
                    <a:lnTo>
                      <a:pt x="365" y="373"/>
                    </a:lnTo>
                    <a:lnTo>
                      <a:pt x="365" y="373"/>
                    </a:lnTo>
                    <a:lnTo>
                      <a:pt x="366" y="373"/>
                    </a:lnTo>
                    <a:lnTo>
                      <a:pt x="366" y="373"/>
                    </a:lnTo>
                    <a:lnTo>
                      <a:pt x="368" y="370"/>
                    </a:lnTo>
                    <a:lnTo>
                      <a:pt x="368" y="370"/>
                    </a:lnTo>
                    <a:lnTo>
                      <a:pt x="370" y="368"/>
                    </a:lnTo>
                    <a:lnTo>
                      <a:pt x="370" y="368"/>
                    </a:lnTo>
                    <a:lnTo>
                      <a:pt x="370" y="366"/>
                    </a:lnTo>
                    <a:lnTo>
                      <a:pt x="370" y="366"/>
                    </a:lnTo>
                    <a:lnTo>
                      <a:pt x="373" y="366"/>
                    </a:lnTo>
                    <a:lnTo>
                      <a:pt x="375" y="366"/>
                    </a:lnTo>
                    <a:lnTo>
                      <a:pt x="375" y="368"/>
                    </a:lnTo>
                    <a:lnTo>
                      <a:pt x="377" y="366"/>
                    </a:lnTo>
                    <a:lnTo>
                      <a:pt x="377" y="366"/>
                    </a:lnTo>
                    <a:lnTo>
                      <a:pt x="377" y="366"/>
                    </a:lnTo>
                    <a:lnTo>
                      <a:pt x="380" y="366"/>
                    </a:lnTo>
                    <a:lnTo>
                      <a:pt x="383" y="365"/>
                    </a:lnTo>
                    <a:lnTo>
                      <a:pt x="385" y="366"/>
                    </a:lnTo>
                    <a:lnTo>
                      <a:pt x="387" y="366"/>
                    </a:lnTo>
                    <a:lnTo>
                      <a:pt x="389" y="366"/>
                    </a:lnTo>
                    <a:lnTo>
                      <a:pt x="390" y="370"/>
                    </a:lnTo>
                    <a:lnTo>
                      <a:pt x="392" y="371"/>
                    </a:lnTo>
                    <a:lnTo>
                      <a:pt x="392" y="373"/>
                    </a:lnTo>
                    <a:lnTo>
                      <a:pt x="392" y="375"/>
                    </a:lnTo>
                    <a:lnTo>
                      <a:pt x="392" y="375"/>
                    </a:lnTo>
                    <a:lnTo>
                      <a:pt x="392" y="375"/>
                    </a:lnTo>
                    <a:lnTo>
                      <a:pt x="394" y="377"/>
                    </a:lnTo>
                    <a:lnTo>
                      <a:pt x="395" y="378"/>
                    </a:lnTo>
                    <a:lnTo>
                      <a:pt x="395" y="380"/>
                    </a:lnTo>
                    <a:lnTo>
                      <a:pt x="394" y="380"/>
                    </a:lnTo>
                    <a:lnTo>
                      <a:pt x="394" y="380"/>
                    </a:lnTo>
                    <a:lnTo>
                      <a:pt x="392" y="382"/>
                    </a:lnTo>
                    <a:lnTo>
                      <a:pt x="390" y="382"/>
                    </a:lnTo>
                    <a:lnTo>
                      <a:pt x="389" y="383"/>
                    </a:lnTo>
                    <a:lnTo>
                      <a:pt x="389" y="383"/>
                    </a:lnTo>
                    <a:lnTo>
                      <a:pt x="387" y="382"/>
                    </a:lnTo>
                    <a:lnTo>
                      <a:pt x="387" y="382"/>
                    </a:lnTo>
                    <a:lnTo>
                      <a:pt x="385" y="382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5" y="385"/>
                    </a:lnTo>
                    <a:lnTo>
                      <a:pt x="383" y="387"/>
                    </a:lnTo>
                    <a:lnTo>
                      <a:pt x="383" y="388"/>
                    </a:lnTo>
                    <a:lnTo>
                      <a:pt x="385" y="388"/>
                    </a:lnTo>
                    <a:lnTo>
                      <a:pt x="383" y="390"/>
                    </a:lnTo>
                    <a:lnTo>
                      <a:pt x="382" y="392"/>
                    </a:lnTo>
                    <a:lnTo>
                      <a:pt x="380" y="392"/>
                    </a:lnTo>
                    <a:lnTo>
                      <a:pt x="380" y="392"/>
                    </a:lnTo>
                    <a:lnTo>
                      <a:pt x="380" y="392"/>
                    </a:lnTo>
                    <a:lnTo>
                      <a:pt x="385" y="394"/>
                    </a:lnTo>
                    <a:lnTo>
                      <a:pt x="390" y="395"/>
                    </a:lnTo>
                    <a:lnTo>
                      <a:pt x="392" y="395"/>
                    </a:lnTo>
                    <a:lnTo>
                      <a:pt x="392" y="397"/>
                    </a:lnTo>
                    <a:lnTo>
                      <a:pt x="397" y="404"/>
                    </a:lnTo>
                    <a:lnTo>
                      <a:pt x="399" y="404"/>
                    </a:lnTo>
                    <a:lnTo>
                      <a:pt x="402" y="404"/>
                    </a:lnTo>
                    <a:lnTo>
                      <a:pt x="407" y="402"/>
                    </a:lnTo>
                    <a:lnTo>
                      <a:pt x="411" y="400"/>
                    </a:lnTo>
                    <a:lnTo>
                      <a:pt x="414" y="400"/>
                    </a:lnTo>
                    <a:lnTo>
                      <a:pt x="417" y="402"/>
                    </a:lnTo>
                    <a:lnTo>
                      <a:pt x="419" y="404"/>
                    </a:lnTo>
                    <a:lnTo>
                      <a:pt x="421" y="407"/>
                    </a:lnTo>
                    <a:lnTo>
                      <a:pt x="417" y="405"/>
                    </a:lnTo>
                    <a:lnTo>
                      <a:pt x="414" y="404"/>
                    </a:lnTo>
                    <a:lnTo>
                      <a:pt x="412" y="402"/>
                    </a:lnTo>
                    <a:lnTo>
                      <a:pt x="414" y="404"/>
                    </a:lnTo>
                    <a:lnTo>
                      <a:pt x="417" y="407"/>
                    </a:lnTo>
                    <a:lnTo>
                      <a:pt x="421" y="411"/>
                    </a:lnTo>
                    <a:lnTo>
                      <a:pt x="424" y="417"/>
                    </a:lnTo>
                    <a:lnTo>
                      <a:pt x="426" y="422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33" y="424"/>
                    </a:lnTo>
                    <a:lnTo>
                      <a:pt x="433" y="422"/>
                    </a:lnTo>
                    <a:lnTo>
                      <a:pt x="434" y="421"/>
                    </a:lnTo>
                    <a:lnTo>
                      <a:pt x="434" y="419"/>
                    </a:lnTo>
                    <a:lnTo>
                      <a:pt x="434" y="417"/>
                    </a:lnTo>
                    <a:lnTo>
                      <a:pt x="441" y="417"/>
                    </a:lnTo>
                    <a:lnTo>
                      <a:pt x="450" y="421"/>
                    </a:lnTo>
                    <a:lnTo>
                      <a:pt x="455" y="427"/>
                    </a:lnTo>
                    <a:lnTo>
                      <a:pt x="456" y="431"/>
                    </a:lnTo>
                    <a:lnTo>
                      <a:pt x="458" y="434"/>
                    </a:lnTo>
                    <a:lnTo>
                      <a:pt x="458" y="436"/>
                    </a:lnTo>
                    <a:lnTo>
                      <a:pt x="463" y="436"/>
                    </a:lnTo>
                    <a:lnTo>
                      <a:pt x="463" y="438"/>
                    </a:lnTo>
                    <a:lnTo>
                      <a:pt x="463" y="439"/>
                    </a:lnTo>
                    <a:lnTo>
                      <a:pt x="462" y="439"/>
                    </a:lnTo>
                    <a:lnTo>
                      <a:pt x="462" y="439"/>
                    </a:lnTo>
                    <a:lnTo>
                      <a:pt x="462" y="441"/>
                    </a:lnTo>
                    <a:lnTo>
                      <a:pt x="462" y="443"/>
                    </a:lnTo>
                    <a:lnTo>
                      <a:pt x="463" y="443"/>
                    </a:lnTo>
                    <a:lnTo>
                      <a:pt x="467" y="444"/>
                    </a:lnTo>
                    <a:lnTo>
                      <a:pt x="467" y="444"/>
                    </a:lnTo>
                    <a:lnTo>
                      <a:pt x="468" y="444"/>
                    </a:lnTo>
                    <a:lnTo>
                      <a:pt x="470" y="444"/>
                    </a:lnTo>
                    <a:lnTo>
                      <a:pt x="470" y="443"/>
                    </a:lnTo>
                    <a:lnTo>
                      <a:pt x="472" y="441"/>
                    </a:lnTo>
                    <a:lnTo>
                      <a:pt x="470" y="441"/>
                    </a:lnTo>
                    <a:lnTo>
                      <a:pt x="470" y="439"/>
                    </a:lnTo>
                    <a:lnTo>
                      <a:pt x="472" y="439"/>
                    </a:lnTo>
                    <a:lnTo>
                      <a:pt x="473" y="438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3" y="434"/>
                    </a:lnTo>
                    <a:lnTo>
                      <a:pt x="473" y="434"/>
                    </a:lnTo>
                    <a:lnTo>
                      <a:pt x="472" y="434"/>
                    </a:lnTo>
                    <a:lnTo>
                      <a:pt x="472" y="434"/>
                    </a:lnTo>
                    <a:lnTo>
                      <a:pt x="472" y="434"/>
                    </a:lnTo>
                    <a:lnTo>
                      <a:pt x="470" y="434"/>
                    </a:lnTo>
                    <a:lnTo>
                      <a:pt x="470" y="433"/>
                    </a:lnTo>
                    <a:lnTo>
                      <a:pt x="472" y="429"/>
                    </a:lnTo>
                    <a:lnTo>
                      <a:pt x="472" y="429"/>
                    </a:lnTo>
                    <a:lnTo>
                      <a:pt x="472" y="427"/>
                    </a:lnTo>
                    <a:lnTo>
                      <a:pt x="473" y="427"/>
                    </a:lnTo>
                    <a:lnTo>
                      <a:pt x="475" y="426"/>
                    </a:lnTo>
                    <a:lnTo>
                      <a:pt x="475" y="426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2"/>
                    </a:lnTo>
                    <a:lnTo>
                      <a:pt x="473" y="422"/>
                    </a:lnTo>
                    <a:lnTo>
                      <a:pt x="473" y="422"/>
                    </a:lnTo>
                    <a:lnTo>
                      <a:pt x="473" y="421"/>
                    </a:lnTo>
                    <a:lnTo>
                      <a:pt x="473" y="419"/>
                    </a:lnTo>
                    <a:lnTo>
                      <a:pt x="473" y="417"/>
                    </a:lnTo>
                    <a:lnTo>
                      <a:pt x="473" y="416"/>
                    </a:lnTo>
                    <a:lnTo>
                      <a:pt x="473" y="414"/>
                    </a:lnTo>
                    <a:lnTo>
                      <a:pt x="472" y="414"/>
                    </a:lnTo>
                    <a:lnTo>
                      <a:pt x="470" y="416"/>
                    </a:lnTo>
                    <a:lnTo>
                      <a:pt x="470" y="416"/>
                    </a:lnTo>
                    <a:lnTo>
                      <a:pt x="470" y="417"/>
                    </a:lnTo>
                    <a:lnTo>
                      <a:pt x="470" y="417"/>
                    </a:lnTo>
                    <a:lnTo>
                      <a:pt x="468" y="419"/>
                    </a:lnTo>
                    <a:lnTo>
                      <a:pt x="468" y="419"/>
                    </a:lnTo>
                    <a:lnTo>
                      <a:pt x="468" y="421"/>
                    </a:lnTo>
                    <a:lnTo>
                      <a:pt x="467" y="419"/>
                    </a:lnTo>
                    <a:lnTo>
                      <a:pt x="465" y="421"/>
                    </a:lnTo>
                    <a:lnTo>
                      <a:pt x="463" y="421"/>
                    </a:lnTo>
                    <a:lnTo>
                      <a:pt x="462" y="422"/>
                    </a:lnTo>
                    <a:lnTo>
                      <a:pt x="460" y="424"/>
                    </a:lnTo>
                    <a:lnTo>
                      <a:pt x="460" y="424"/>
                    </a:lnTo>
                    <a:lnTo>
                      <a:pt x="458" y="424"/>
                    </a:lnTo>
                    <a:lnTo>
                      <a:pt x="456" y="424"/>
                    </a:lnTo>
                    <a:lnTo>
                      <a:pt x="458" y="422"/>
                    </a:lnTo>
                    <a:lnTo>
                      <a:pt x="456" y="421"/>
                    </a:lnTo>
                    <a:lnTo>
                      <a:pt x="456" y="421"/>
                    </a:lnTo>
                    <a:lnTo>
                      <a:pt x="456" y="419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6"/>
                    </a:lnTo>
                    <a:lnTo>
                      <a:pt x="455" y="417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3" y="414"/>
                    </a:lnTo>
                    <a:lnTo>
                      <a:pt x="451" y="414"/>
                    </a:lnTo>
                    <a:lnTo>
                      <a:pt x="450" y="411"/>
                    </a:lnTo>
                    <a:lnTo>
                      <a:pt x="453" y="407"/>
                    </a:lnTo>
                    <a:lnTo>
                      <a:pt x="453" y="407"/>
                    </a:lnTo>
                    <a:lnTo>
                      <a:pt x="455" y="407"/>
                    </a:lnTo>
                    <a:lnTo>
                      <a:pt x="463" y="405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7" y="409"/>
                    </a:lnTo>
                    <a:lnTo>
                      <a:pt x="468" y="409"/>
                    </a:lnTo>
                    <a:lnTo>
                      <a:pt x="470" y="409"/>
                    </a:lnTo>
                    <a:lnTo>
                      <a:pt x="470" y="407"/>
                    </a:lnTo>
                    <a:lnTo>
                      <a:pt x="473" y="407"/>
                    </a:lnTo>
                    <a:lnTo>
                      <a:pt x="477" y="407"/>
                    </a:lnTo>
                    <a:lnTo>
                      <a:pt x="479" y="407"/>
                    </a:lnTo>
                    <a:lnTo>
                      <a:pt x="480" y="407"/>
                    </a:lnTo>
                    <a:lnTo>
                      <a:pt x="482" y="407"/>
                    </a:lnTo>
                    <a:lnTo>
                      <a:pt x="487" y="404"/>
                    </a:lnTo>
                    <a:lnTo>
                      <a:pt x="489" y="404"/>
                    </a:lnTo>
                    <a:lnTo>
                      <a:pt x="492" y="404"/>
                    </a:lnTo>
                    <a:lnTo>
                      <a:pt x="504" y="402"/>
                    </a:lnTo>
                    <a:lnTo>
                      <a:pt x="506" y="402"/>
                    </a:lnTo>
                    <a:lnTo>
                      <a:pt x="504" y="404"/>
                    </a:lnTo>
                    <a:lnTo>
                      <a:pt x="506" y="405"/>
                    </a:lnTo>
                    <a:lnTo>
                      <a:pt x="506" y="405"/>
                    </a:lnTo>
                    <a:lnTo>
                      <a:pt x="509" y="402"/>
                    </a:lnTo>
                    <a:lnTo>
                      <a:pt x="509" y="400"/>
                    </a:lnTo>
                    <a:lnTo>
                      <a:pt x="511" y="400"/>
                    </a:lnTo>
                    <a:lnTo>
                      <a:pt x="518" y="395"/>
                    </a:lnTo>
                    <a:lnTo>
                      <a:pt x="526" y="387"/>
                    </a:lnTo>
                    <a:lnTo>
                      <a:pt x="535" y="380"/>
                    </a:lnTo>
                    <a:lnTo>
                      <a:pt x="553" y="365"/>
                    </a:lnTo>
                    <a:lnTo>
                      <a:pt x="570" y="353"/>
                    </a:lnTo>
                    <a:lnTo>
                      <a:pt x="584" y="344"/>
                    </a:lnTo>
                    <a:lnTo>
                      <a:pt x="597" y="339"/>
                    </a:lnTo>
                    <a:lnTo>
                      <a:pt x="616" y="334"/>
                    </a:lnTo>
                    <a:lnTo>
                      <a:pt x="631" y="331"/>
                    </a:lnTo>
                    <a:lnTo>
                      <a:pt x="657" y="329"/>
                    </a:lnTo>
                    <a:lnTo>
                      <a:pt x="667" y="331"/>
                    </a:lnTo>
                    <a:lnTo>
                      <a:pt x="669" y="331"/>
                    </a:lnTo>
                    <a:lnTo>
                      <a:pt x="672" y="329"/>
                    </a:lnTo>
                    <a:lnTo>
                      <a:pt x="674" y="329"/>
                    </a:lnTo>
                    <a:lnTo>
                      <a:pt x="682" y="329"/>
                    </a:lnTo>
                    <a:lnTo>
                      <a:pt x="687" y="327"/>
                    </a:lnTo>
                    <a:lnTo>
                      <a:pt x="699" y="327"/>
                    </a:lnTo>
                    <a:lnTo>
                      <a:pt x="703" y="327"/>
                    </a:lnTo>
                    <a:lnTo>
                      <a:pt x="704" y="327"/>
                    </a:lnTo>
                    <a:lnTo>
                      <a:pt x="706" y="327"/>
                    </a:lnTo>
                    <a:lnTo>
                      <a:pt x="713" y="327"/>
                    </a:lnTo>
                    <a:lnTo>
                      <a:pt x="715" y="327"/>
                    </a:lnTo>
                    <a:lnTo>
                      <a:pt x="715" y="329"/>
                    </a:lnTo>
                    <a:lnTo>
                      <a:pt x="715" y="329"/>
                    </a:lnTo>
                    <a:lnTo>
                      <a:pt x="715" y="331"/>
                    </a:lnTo>
                    <a:lnTo>
                      <a:pt x="715" y="331"/>
                    </a:lnTo>
                    <a:lnTo>
                      <a:pt x="718" y="329"/>
                    </a:lnTo>
                    <a:lnTo>
                      <a:pt x="721" y="327"/>
                    </a:lnTo>
                    <a:lnTo>
                      <a:pt x="733" y="327"/>
                    </a:lnTo>
                    <a:lnTo>
                      <a:pt x="733" y="327"/>
                    </a:lnTo>
                    <a:lnTo>
                      <a:pt x="735" y="327"/>
                    </a:lnTo>
                    <a:lnTo>
                      <a:pt x="735" y="326"/>
                    </a:lnTo>
                    <a:lnTo>
                      <a:pt x="735" y="326"/>
                    </a:lnTo>
                    <a:lnTo>
                      <a:pt x="737" y="324"/>
                    </a:lnTo>
                    <a:lnTo>
                      <a:pt x="742" y="324"/>
                    </a:lnTo>
                    <a:lnTo>
                      <a:pt x="743" y="324"/>
                    </a:lnTo>
                    <a:lnTo>
                      <a:pt x="743" y="322"/>
                    </a:lnTo>
                    <a:lnTo>
                      <a:pt x="743" y="322"/>
                    </a:lnTo>
                    <a:lnTo>
                      <a:pt x="745" y="321"/>
                    </a:lnTo>
                    <a:lnTo>
                      <a:pt x="748" y="321"/>
                    </a:lnTo>
                    <a:lnTo>
                      <a:pt x="750" y="319"/>
                    </a:lnTo>
                    <a:lnTo>
                      <a:pt x="754" y="315"/>
                    </a:lnTo>
                    <a:lnTo>
                      <a:pt x="754" y="314"/>
                    </a:lnTo>
                    <a:lnTo>
                      <a:pt x="757" y="312"/>
                    </a:lnTo>
                    <a:lnTo>
                      <a:pt x="757" y="310"/>
                    </a:lnTo>
                    <a:lnTo>
                      <a:pt x="757" y="309"/>
                    </a:lnTo>
                    <a:lnTo>
                      <a:pt x="754" y="304"/>
                    </a:lnTo>
                    <a:lnTo>
                      <a:pt x="757" y="305"/>
                    </a:lnTo>
                    <a:lnTo>
                      <a:pt x="759" y="305"/>
                    </a:lnTo>
                    <a:lnTo>
                      <a:pt x="759" y="304"/>
                    </a:lnTo>
                    <a:lnTo>
                      <a:pt x="760" y="304"/>
                    </a:lnTo>
                    <a:lnTo>
                      <a:pt x="760" y="305"/>
                    </a:lnTo>
                    <a:lnTo>
                      <a:pt x="759" y="305"/>
                    </a:lnTo>
                    <a:lnTo>
                      <a:pt x="760" y="307"/>
                    </a:lnTo>
                    <a:lnTo>
                      <a:pt x="760" y="307"/>
                    </a:lnTo>
                    <a:lnTo>
                      <a:pt x="759" y="307"/>
                    </a:lnTo>
                    <a:lnTo>
                      <a:pt x="759" y="307"/>
                    </a:lnTo>
                    <a:lnTo>
                      <a:pt x="769" y="307"/>
                    </a:lnTo>
                    <a:lnTo>
                      <a:pt x="774" y="305"/>
                    </a:lnTo>
                    <a:lnTo>
                      <a:pt x="776" y="304"/>
                    </a:lnTo>
                    <a:lnTo>
                      <a:pt x="757" y="297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44" name="Freeform 7">
                <a:extLst>
                  <a:ext uri="{FF2B5EF4-FFF2-40B4-BE49-F238E27FC236}">
                    <a16:creationId xmlns:a16="http://schemas.microsoft.com/office/drawing/2014/main" id="{5E780077-7DC2-4544-8F67-76A3870700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04482" y="7732590"/>
                <a:ext cx="791723" cy="694493"/>
              </a:xfrm>
              <a:custGeom>
                <a:avLst/>
                <a:gdLst>
                  <a:gd name="T0" fmla="*/ 366 w 399"/>
                  <a:gd name="T1" fmla="*/ 266 h 350"/>
                  <a:gd name="T2" fmla="*/ 304 w 399"/>
                  <a:gd name="T3" fmla="*/ 312 h 350"/>
                  <a:gd name="T4" fmla="*/ 387 w 399"/>
                  <a:gd name="T5" fmla="*/ 239 h 350"/>
                  <a:gd name="T6" fmla="*/ 383 w 399"/>
                  <a:gd name="T7" fmla="*/ 187 h 350"/>
                  <a:gd name="T8" fmla="*/ 382 w 399"/>
                  <a:gd name="T9" fmla="*/ 139 h 350"/>
                  <a:gd name="T10" fmla="*/ 365 w 399"/>
                  <a:gd name="T11" fmla="*/ 102 h 350"/>
                  <a:gd name="T12" fmla="*/ 329 w 399"/>
                  <a:gd name="T13" fmla="*/ 107 h 350"/>
                  <a:gd name="T14" fmla="*/ 273 w 399"/>
                  <a:gd name="T15" fmla="*/ 120 h 350"/>
                  <a:gd name="T16" fmla="*/ 256 w 399"/>
                  <a:gd name="T17" fmla="*/ 136 h 350"/>
                  <a:gd name="T18" fmla="*/ 234 w 399"/>
                  <a:gd name="T19" fmla="*/ 136 h 350"/>
                  <a:gd name="T20" fmla="*/ 163 w 399"/>
                  <a:gd name="T21" fmla="*/ 119 h 350"/>
                  <a:gd name="T22" fmla="*/ 122 w 399"/>
                  <a:gd name="T23" fmla="*/ 103 h 350"/>
                  <a:gd name="T24" fmla="*/ 78 w 399"/>
                  <a:gd name="T25" fmla="*/ 97 h 350"/>
                  <a:gd name="T26" fmla="*/ 73 w 399"/>
                  <a:gd name="T27" fmla="*/ 134 h 350"/>
                  <a:gd name="T28" fmla="*/ 96 w 399"/>
                  <a:gd name="T29" fmla="*/ 183 h 350"/>
                  <a:gd name="T30" fmla="*/ 125 w 399"/>
                  <a:gd name="T31" fmla="*/ 222 h 350"/>
                  <a:gd name="T32" fmla="*/ 144 w 399"/>
                  <a:gd name="T33" fmla="*/ 239 h 350"/>
                  <a:gd name="T34" fmla="*/ 125 w 399"/>
                  <a:gd name="T35" fmla="*/ 232 h 350"/>
                  <a:gd name="T36" fmla="*/ 127 w 399"/>
                  <a:gd name="T37" fmla="*/ 263 h 350"/>
                  <a:gd name="T38" fmla="*/ 156 w 399"/>
                  <a:gd name="T39" fmla="*/ 299 h 350"/>
                  <a:gd name="T40" fmla="*/ 168 w 399"/>
                  <a:gd name="T41" fmla="*/ 316 h 350"/>
                  <a:gd name="T42" fmla="*/ 183 w 399"/>
                  <a:gd name="T43" fmla="*/ 317 h 350"/>
                  <a:gd name="T44" fmla="*/ 205 w 399"/>
                  <a:gd name="T45" fmla="*/ 328 h 350"/>
                  <a:gd name="T46" fmla="*/ 185 w 399"/>
                  <a:gd name="T47" fmla="*/ 331 h 350"/>
                  <a:gd name="T48" fmla="*/ 208 w 399"/>
                  <a:gd name="T49" fmla="*/ 338 h 350"/>
                  <a:gd name="T50" fmla="*/ 251 w 399"/>
                  <a:gd name="T51" fmla="*/ 348 h 350"/>
                  <a:gd name="T52" fmla="*/ 273 w 399"/>
                  <a:gd name="T53" fmla="*/ 336 h 350"/>
                  <a:gd name="T54" fmla="*/ 280 w 399"/>
                  <a:gd name="T55" fmla="*/ 321 h 350"/>
                  <a:gd name="T56" fmla="*/ 280 w 399"/>
                  <a:gd name="T57" fmla="*/ 316 h 350"/>
                  <a:gd name="T58" fmla="*/ 297 w 399"/>
                  <a:gd name="T59" fmla="*/ 297 h 350"/>
                  <a:gd name="T60" fmla="*/ 310 w 399"/>
                  <a:gd name="T61" fmla="*/ 287 h 350"/>
                  <a:gd name="T62" fmla="*/ 317 w 399"/>
                  <a:gd name="T63" fmla="*/ 280 h 350"/>
                  <a:gd name="T64" fmla="*/ 346 w 399"/>
                  <a:gd name="T65" fmla="*/ 290 h 350"/>
                  <a:gd name="T66" fmla="*/ 329 w 399"/>
                  <a:gd name="T67" fmla="*/ 289 h 350"/>
                  <a:gd name="T68" fmla="*/ 343 w 399"/>
                  <a:gd name="T69" fmla="*/ 312 h 350"/>
                  <a:gd name="T70" fmla="*/ 356 w 399"/>
                  <a:gd name="T71" fmla="*/ 305 h 350"/>
                  <a:gd name="T72" fmla="*/ 354 w 399"/>
                  <a:gd name="T73" fmla="*/ 283 h 350"/>
                  <a:gd name="T74" fmla="*/ 353 w 399"/>
                  <a:gd name="T75" fmla="*/ 270 h 350"/>
                  <a:gd name="T76" fmla="*/ 358 w 399"/>
                  <a:gd name="T77" fmla="*/ 243 h 350"/>
                  <a:gd name="T78" fmla="*/ 370 w 399"/>
                  <a:gd name="T79" fmla="*/ 215 h 350"/>
                  <a:gd name="T80" fmla="*/ 373 w 399"/>
                  <a:gd name="T81" fmla="*/ 212 h 350"/>
                  <a:gd name="T82" fmla="*/ 385 w 399"/>
                  <a:gd name="T83" fmla="*/ 231 h 350"/>
                  <a:gd name="T84" fmla="*/ 191 w 399"/>
                  <a:gd name="T85" fmla="*/ 265 h 350"/>
                  <a:gd name="T86" fmla="*/ 210 w 399"/>
                  <a:gd name="T87" fmla="*/ 270 h 350"/>
                  <a:gd name="T88" fmla="*/ 202 w 399"/>
                  <a:gd name="T89" fmla="*/ 277 h 350"/>
                  <a:gd name="T90" fmla="*/ 203 w 399"/>
                  <a:gd name="T91" fmla="*/ 295 h 350"/>
                  <a:gd name="T92" fmla="*/ 188 w 399"/>
                  <a:gd name="T93" fmla="*/ 277 h 350"/>
                  <a:gd name="T94" fmla="*/ 212 w 399"/>
                  <a:gd name="T95" fmla="*/ 287 h 350"/>
                  <a:gd name="T96" fmla="*/ 290 w 399"/>
                  <a:gd name="T97" fmla="*/ 328 h 350"/>
                  <a:gd name="T98" fmla="*/ 292 w 399"/>
                  <a:gd name="T99" fmla="*/ 331 h 350"/>
                  <a:gd name="T100" fmla="*/ 302 w 399"/>
                  <a:gd name="T101" fmla="*/ 328 h 350"/>
                  <a:gd name="T102" fmla="*/ 23 w 399"/>
                  <a:gd name="T103" fmla="*/ 27 h 350"/>
                  <a:gd name="T104" fmla="*/ 5 w 399"/>
                  <a:gd name="T105" fmla="*/ 10 h 350"/>
                  <a:gd name="T106" fmla="*/ 5 w 399"/>
                  <a:gd name="T107" fmla="*/ 47 h 350"/>
                  <a:gd name="T108" fmla="*/ 371 w 399"/>
                  <a:gd name="T109" fmla="*/ 80 h 350"/>
                  <a:gd name="T110" fmla="*/ 348 w 399"/>
                  <a:gd name="T111" fmla="*/ 29 h 350"/>
                  <a:gd name="T112" fmla="*/ 370 w 399"/>
                  <a:gd name="T113" fmla="*/ 59 h 350"/>
                  <a:gd name="T114" fmla="*/ 377 w 399"/>
                  <a:gd name="T115" fmla="*/ 47 h 350"/>
                  <a:gd name="T116" fmla="*/ 337 w 399"/>
                  <a:gd name="T117" fmla="*/ 25 h 350"/>
                  <a:gd name="T118" fmla="*/ 358 w 399"/>
                  <a:gd name="T119" fmla="*/ 69 h 350"/>
                  <a:gd name="T120" fmla="*/ 390 w 399"/>
                  <a:gd name="T121" fmla="*/ 78 h 350"/>
                  <a:gd name="T122" fmla="*/ 95 w 399"/>
                  <a:gd name="T123" fmla="*/ 69 h 350"/>
                  <a:gd name="T124" fmla="*/ 90 w 399"/>
                  <a:gd name="T125" fmla="*/ 9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350">
                    <a:moveTo>
                      <a:pt x="370" y="263"/>
                    </a:moveTo>
                    <a:lnTo>
                      <a:pt x="370" y="261"/>
                    </a:lnTo>
                    <a:lnTo>
                      <a:pt x="370" y="260"/>
                    </a:lnTo>
                    <a:lnTo>
                      <a:pt x="370" y="260"/>
                    </a:lnTo>
                    <a:lnTo>
                      <a:pt x="368" y="260"/>
                    </a:lnTo>
                    <a:lnTo>
                      <a:pt x="366" y="258"/>
                    </a:lnTo>
                    <a:lnTo>
                      <a:pt x="365" y="258"/>
                    </a:lnTo>
                    <a:lnTo>
                      <a:pt x="363" y="260"/>
                    </a:lnTo>
                    <a:lnTo>
                      <a:pt x="361" y="260"/>
                    </a:lnTo>
                    <a:lnTo>
                      <a:pt x="360" y="261"/>
                    </a:lnTo>
                    <a:lnTo>
                      <a:pt x="358" y="263"/>
                    </a:lnTo>
                    <a:lnTo>
                      <a:pt x="358" y="265"/>
                    </a:lnTo>
                    <a:lnTo>
                      <a:pt x="360" y="266"/>
                    </a:lnTo>
                    <a:lnTo>
                      <a:pt x="361" y="266"/>
                    </a:lnTo>
                    <a:lnTo>
                      <a:pt x="360" y="270"/>
                    </a:lnTo>
                    <a:lnTo>
                      <a:pt x="360" y="270"/>
                    </a:lnTo>
                    <a:lnTo>
                      <a:pt x="358" y="272"/>
                    </a:lnTo>
                    <a:lnTo>
                      <a:pt x="358" y="273"/>
                    </a:lnTo>
                    <a:lnTo>
                      <a:pt x="360" y="273"/>
                    </a:lnTo>
                    <a:lnTo>
                      <a:pt x="360" y="272"/>
                    </a:lnTo>
                    <a:lnTo>
                      <a:pt x="361" y="272"/>
                    </a:lnTo>
                    <a:lnTo>
                      <a:pt x="366" y="270"/>
                    </a:lnTo>
                    <a:lnTo>
                      <a:pt x="366" y="270"/>
                    </a:lnTo>
                    <a:lnTo>
                      <a:pt x="365" y="268"/>
                    </a:lnTo>
                    <a:lnTo>
                      <a:pt x="363" y="266"/>
                    </a:lnTo>
                    <a:lnTo>
                      <a:pt x="366" y="266"/>
                    </a:lnTo>
                    <a:lnTo>
                      <a:pt x="370" y="266"/>
                    </a:lnTo>
                    <a:lnTo>
                      <a:pt x="373" y="265"/>
                    </a:lnTo>
                    <a:lnTo>
                      <a:pt x="371" y="263"/>
                    </a:lnTo>
                    <a:lnTo>
                      <a:pt x="370" y="263"/>
                    </a:lnTo>
                    <a:close/>
                    <a:moveTo>
                      <a:pt x="307" y="311"/>
                    </a:moveTo>
                    <a:lnTo>
                      <a:pt x="307" y="309"/>
                    </a:lnTo>
                    <a:lnTo>
                      <a:pt x="307" y="309"/>
                    </a:lnTo>
                    <a:lnTo>
                      <a:pt x="307" y="307"/>
                    </a:lnTo>
                    <a:lnTo>
                      <a:pt x="305" y="307"/>
                    </a:lnTo>
                    <a:lnTo>
                      <a:pt x="305" y="305"/>
                    </a:lnTo>
                    <a:lnTo>
                      <a:pt x="305" y="304"/>
                    </a:lnTo>
                    <a:lnTo>
                      <a:pt x="304" y="304"/>
                    </a:lnTo>
                    <a:lnTo>
                      <a:pt x="302" y="300"/>
                    </a:lnTo>
                    <a:lnTo>
                      <a:pt x="300" y="302"/>
                    </a:lnTo>
                    <a:lnTo>
                      <a:pt x="300" y="304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2" y="305"/>
                    </a:lnTo>
                    <a:lnTo>
                      <a:pt x="302" y="307"/>
                    </a:lnTo>
                    <a:lnTo>
                      <a:pt x="297" y="307"/>
                    </a:lnTo>
                    <a:lnTo>
                      <a:pt x="297" y="307"/>
                    </a:lnTo>
                    <a:lnTo>
                      <a:pt x="297" y="309"/>
                    </a:lnTo>
                    <a:lnTo>
                      <a:pt x="298" y="311"/>
                    </a:lnTo>
                    <a:lnTo>
                      <a:pt x="304" y="311"/>
                    </a:lnTo>
                    <a:lnTo>
                      <a:pt x="305" y="311"/>
                    </a:lnTo>
                    <a:lnTo>
                      <a:pt x="304" y="312"/>
                    </a:lnTo>
                    <a:lnTo>
                      <a:pt x="302" y="314"/>
                    </a:lnTo>
                    <a:lnTo>
                      <a:pt x="302" y="314"/>
                    </a:lnTo>
                    <a:lnTo>
                      <a:pt x="302" y="316"/>
                    </a:lnTo>
                    <a:lnTo>
                      <a:pt x="302" y="317"/>
                    </a:lnTo>
                    <a:lnTo>
                      <a:pt x="304" y="316"/>
                    </a:lnTo>
                    <a:lnTo>
                      <a:pt x="304" y="316"/>
                    </a:lnTo>
                    <a:lnTo>
                      <a:pt x="305" y="316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09" y="316"/>
                    </a:lnTo>
                    <a:lnTo>
                      <a:pt x="309" y="312"/>
                    </a:lnTo>
                    <a:lnTo>
                      <a:pt x="307" y="311"/>
                    </a:lnTo>
                    <a:close/>
                    <a:moveTo>
                      <a:pt x="385" y="236"/>
                    </a:moveTo>
                    <a:lnTo>
                      <a:pt x="385" y="236"/>
                    </a:lnTo>
                    <a:lnTo>
                      <a:pt x="383" y="234"/>
                    </a:lnTo>
                    <a:lnTo>
                      <a:pt x="380" y="234"/>
                    </a:lnTo>
                    <a:lnTo>
                      <a:pt x="378" y="234"/>
                    </a:lnTo>
                    <a:lnTo>
                      <a:pt x="377" y="234"/>
                    </a:lnTo>
                    <a:lnTo>
                      <a:pt x="378" y="236"/>
                    </a:lnTo>
                    <a:lnTo>
                      <a:pt x="378" y="236"/>
                    </a:lnTo>
                    <a:lnTo>
                      <a:pt x="382" y="238"/>
                    </a:lnTo>
                    <a:lnTo>
                      <a:pt x="383" y="238"/>
                    </a:lnTo>
                    <a:lnTo>
                      <a:pt x="383" y="238"/>
                    </a:lnTo>
                    <a:lnTo>
                      <a:pt x="385" y="239"/>
                    </a:lnTo>
                    <a:lnTo>
                      <a:pt x="385" y="239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5" y="238"/>
                    </a:lnTo>
                    <a:lnTo>
                      <a:pt x="385" y="236"/>
                    </a:lnTo>
                    <a:close/>
                    <a:moveTo>
                      <a:pt x="385" y="222"/>
                    </a:moveTo>
                    <a:lnTo>
                      <a:pt x="385" y="222"/>
                    </a:lnTo>
                    <a:lnTo>
                      <a:pt x="387" y="219"/>
                    </a:lnTo>
                    <a:lnTo>
                      <a:pt x="388" y="219"/>
                    </a:lnTo>
                    <a:lnTo>
                      <a:pt x="388" y="219"/>
                    </a:lnTo>
                    <a:lnTo>
                      <a:pt x="388" y="217"/>
                    </a:lnTo>
                    <a:lnTo>
                      <a:pt x="383" y="212"/>
                    </a:lnTo>
                    <a:lnTo>
                      <a:pt x="383" y="209"/>
                    </a:lnTo>
                    <a:lnTo>
                      <a:pt x="385" y="204"/>
                    </a:lnTo>
                    <a:lnTo>
                      <a:pt x="385" y="202"/>
                    </a:lnTo>
                    <a:lnTo>
                      <a:pt x="385" y="200"/>
                    </a:lnTo>
                    <a:lnTo>
                      <a:pt x="385" y="200"/>
                    </a:lnTo>
                    <a:lnTo>
                      <a:pt x="385" y="200"/>
                    </a:lnTo>
                    <a:lnTo>
                      <a:pt x="385" y="199"/>
                    </a:lnTo>
                    <a:lnTo>
                      <a:pt x="382" y="197"/>
                    </a:lnTo>
                    <a:lnTo>
                      <a:pt x="382" y="197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2" y="190"/>
                    </a:lnTo>
                    <a:lnTo>
                      <a:pt x="383" y="188"/>
                    </a:lnTo>
                    <a:lnTo>
                      <a:pt x="383" y="187"/>
                    </a:lnTo>
                    <a:lnTo>
                      <a:pt x="382" y="182"/>
                    </a:lnTo>
                    <a:lnTo>
                      <a:pt x="382" y="180"/>
                    </a:lnTo>
                    <a:lnTo>
                      <a:pt x="383" y="178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5" y="173"/>
                    </a:lnTo>
                    <a:lnTo>
                      <a:pt x="383" y="171"/>
                    </a:lnTo>
                    <a:lnTo>
                      <a:pt x="382" y="168"/>
                    </a:lnTo>
                    <a:lnTo>
                      <a:pt x="382" y="168"/>
                    </a:lnTo>
                    <a:lnTo>
                      <a:pt x="382" y="166"/>
                    </a:lnTo>
                    <a:lnTo>
                      <a:pt x="382" y="166"/>
                    </a:lnTo>
                    <a:lnTo>
                      <a:pt x="382" y="165"/>
                    </a:lnTo>
                    <a:lnTo>
                      <a:pt x="382" y="163"/>
                    </a:lnTo>
                    <a:lnTo>
                      <a:pt x="382" y="161"/>
                    </a:lnTo>
                    <a:lnTo>
                      <a:pt x="387" y="149"/>
                    </a:lnTo>
                    <a:lnTo>
                      <a:pt x="388" y="148"/>
                    </a:lnTo>
                    <a:lnTo>
                      <a:pt x="387" y="148"/>
                    </a:lnTo>
                    <a:lnTo>
                      <a:pt x="380" y="153"/>
                    </a:lnTo>
                    <a:lnTo>
                      <a:pt x="380" y="151"/>
                    </a:lnTo>
                    <a:lnTo>
                      <a:pt x="382" y="149"/>
                    </a:lnTo>
                    <a:lnTo>
                      <a:pt x="385" y="146"/>
                    </a:lnTo>
                    <a:lnTo>
                      <a:pt x="385" y="146"/>
                    </a:lnTo>
                    <a:lnTo>
                      <a:pt x="385" y="144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2" y="139"/>
                    </a:lnTo>
                    <a:lnTo>
                      <a:pt x="380" y="137"/>
                    </a:lnTo>
                    <a:lnTo>
                      <a:pt x="380" y="136"/>
                    </a:lnTo>
                    <a:lnTo>
                      <a:pt x="382" y="132"/>
                    </a:lnTo>
                    <a:lnTo>
                      <a:pt x="382" y="132"/>
                    </a:lnTo>
                    <a:lnTo>
                      <a:pt x="382" y="132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7"/>
                    </a:lnTo>
                    <a:lnTo>
                      <a:pt x="382" y="125"/>
                    </a:lnTo>
                    <a:lnTo>
                      <a:pt x="382" y="125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4"/>
                    </a:lnTo>
                    <a:lnTo>
                      <a:pt x="387" y="122"/>
                    </a:lnTo>
                    <a:lnTo>
                      <a:pt x="385" y="120"/>
                    </a:lnTo>
                    <a:lnTo>
                      <a:pt x="385" y="119"/>
                    </a:lnTo>
                    <a:lnTo>
                      <a:pt x="382" y="115"/>
                    </a:lnTo>
                    <a:lnTo>
                      <a:pt x="375" y="109"/>
                    </a:lnTo>
                    <a:lnTo>
                      <a:pt x="375" y="109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8" y="107"/>
                    </a:lnTo>
                    <a:lnTo>
                      <a:pt x="368" y="105"/>
                    </a:lnTo>
                    <a:lnTo>
                      <a:pt x="365" y="103"/>
                    </a:lnTo>
                    <a:lnTo>
                      <a:pt x="365" y="102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61" y="102"/>
                    </a:lnTo>
                    <a:lnTo>
                      <a:pt x="361" y="102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6" y="100"/>
                    </a:lnTo>
                    <a:lnTo>
                      <a:pt x="354" y="100"/>
                    </a:lnTo>
                    <a:lnTo>
                      <a:pt x="354" y="102"/>
                    </a:lnTo>
                    <a:lnTo>
                      <a:pt x="353" y="102"/>
                    </a:lnTo>
                    <a:lnTo>
                      <a:pt x="353" y="105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49" y="110"/>
                    </a:lnTo>
                    <a:lnTo>
                      <a:pt x="348" y="112"/>
                    </a:lnTo>
                    <a:lnTo>
                      <a:pt x="344" y="112"/>
                    </a:lnTo>
                    <a:lnTo>
                      <a:pt x="343" y="114"/>
                    </a:lnTo>
                    <a:lnTo>
                      <a:pt x="341" y="112"/>
                    </a:lnTo>
                    <a:lnTo>
                      <a:pt x="337" y="110"/>
                    </a:lnTo>
                    <a:lnTo>
                      <a:pt x="336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1" y="109"/>
                    </a:lnTo>
                    <a:lnTo>
                      <a:pt x="329" y="107"/>
                    </a:lnTo>
                    <a:lnTo>
                      <a:pt x="327" y="107"/>
                    </a:lnTo>
                    <a:lnTo>
                      <a:pt x="322" y="109"/>
                    </a:lnTo>
                    <a:lnTo>
                      <a:pt x="322" y="110"/>
                    </a:lnTo>
                    <a:lnTo>
                      <a:pt x="322" y="112"/>
                    </a:lnTo>
                    <a:lnTo>
                      <a:pt x="315" y="119"/>
                    </a:lnTo>
                    <a:lnTo>
                      <a:pt x="314" y="120"/>
                    </a:lnTo>
                    <a:lnTo>
                      <a:pt x="310" y="124"/>
                    </a:lnTo>
                    <a:lnTo>
                      <a:pt x="307" y="122"/>
                    </a:lnTo>
                    <a:lnTo>
                      <a:pt x="305" y="122"/>
                    </a:lnTo>
                    <a:lnTo>
                      <a:pt x="305" y="120"/>
                    </a:lnTo>
                    <a:lnTo>
                      <a:pt x="305" y="120"/>
                    </a:lnTo>
                    <a:lnTo>
                      <a:pt x="304" y="120"/>
                    </a:lnTo>
                    <a:lnTo>
                      <a:pt x="302" y="120"/>
                    </a:lnTo>
                    <a:lnTo>
                      <a:pt x="302" y="119"/>
                    </a:lnTo>
                    <a:lnTo>
                      <a:pt x="302" y="119"/>
                    </a:lnTo>
                    <a:lnTo>
                      <a:pt x="300" y="117"/>
                    </a:lnTo>
                    <a:lnTo>
                      <a:pt x="297" y="119"/>
                    </a:lnTo>
                    <a:lnTo>
                      <a:pt x="297" y="117"/>
                    </a:lnTo>
                    <a:lnTo>
                      <a:pt x="290" y="122"/>
                    </a:lnTo>
                    <a:lnTo>
                      <a:pt x="287" y="122"/>
                    </a:lnTo>
                    <a:lnTo>
                      <a:pt x="275" y="122"/>
                    </a:lnTo>
                    <a:lnTo>
                      <a:pt x="275" y="120"/>
                    </a:lnTo>
                    <a:lnTo>
                      <a:pt x="275" y="120"/>
                    </a:lnTo>
                    <a:lnTo>
                      <a:pt x="273" y="120"/>
                    </a:lnTo>
                    <a:lnTo>
                      <a:pt x="273" y="120"/>
                    </a:lnTo>
                    <a:lnTo>
                      <a:pt x="273" y="120"/>
                    </a:lnTo>
                    <a:lnTo>
                      <a:pt x="271" y="120"/>
                    </a:lnTo>
                    <a:lnTo>
                      <a:pt x="271" y="120"/>
                    </a:lnTo>
                    <a:lnTo>
                      <a:pt x="270" y="122"/>
                    </a:lnTo>
                    <a:lnTo>
                      <a:pt x="270" y="122"/>
                    </a:lnTo>
                    <a:lnTo>
                      <a:pt x="270" y="122"/>
                    </a:lnTo>
                    <a:lnTo>
                      <a:pt x="266" y="124"/>
                    </a:lnTo>
                    <a:lnTo>
                      <a:pt x="261" y="124"/>
                    </a:lnTo>
                    <a:lnTo>
                      <a:pt x="258" y="125"/>
                    </a:lnTo>
                    <a:lnTo>
                      <a:pt x="256" y="129"/>
                    </a:lnTo>
                    <a:lnTo>
                      <a:pt x="256" y="131"/>
                    </a:lnTo>
                    <a:lnTo>
                      <a:pt x="258" y="132"/>
                    </a:lnTo>
                    <a:lnTo>
                      <a:pt x="259" y="132"/>
                    </a:lnTo>
                    <a:lnTo>
                      <a:pt x="263" y="134"/>
                    </a:lnTo>
                    <a:lnTo>
                      <a:pt x="264" y="134"/>
                    </a:lnTo>
                    <a:lnTo>
                      <a:pt x="266" y="136"/>
                    </a:lnTo>
                    <a:lnTo>
                      <a:pt x="266" y="136"/>
                    </a:lnTo>
                    <a:lnTo>
                      <a:pt x="266" y="137"/>
                    </a:lnTo>
                    <a:lnTo>
                      <a:pt x="264" y="136"/>
                    </a:lnTo>
                    <a:lnTo>
                      <a:pt x="264" y="136"/>
                    </a:lnTo>
                    <a:lnTo>
                      <a:pt x="263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59" y="137"/>
                    </a:lnTo>
                    <a:lnTo>
                      <a:pt x="258" y="136"/>
                    </a:lnTo>
                    <a:lnTo>
                      <a:pt x="256" y="136"/>
                    </a:lnTo>
                    <a:lnTo>
                      <a:pt x="254" y="136"/>
                    </a:lnTo>
                    <a:lnTo>
                      <a:pt x="254" y="134"/>
                    </a:lnTo>
                    <a:lnTo>
                      <a:pt x="254" y="134"/>
                    </a:lnTo>
                    <a:lnTo>
                      <a:pt x="254" y="132"/>
                    </a:lnTo>
                    <a:lnTo>
                      <a:pt x="254" y="131"/>
                    </a:lnTo>
                    <a:lnTo>
                      <a:pt x="253" y="129"/>
                    </a:lnTo>
                    <a:lnTo>
                      <a:pt x="253" y="129"/>
                    </a:lnTo>
                    <a:lnTo>
                      <a:pt x="251" y="129"/>
                    </a:lnTo>
                    <a:lnTo>
                      <a:pt x="251" y="127"/>
                    </a:lnTo>
                    <a:lnTo>
                      <a:pt x="249" y="127"/>
                    </a:lnTo>
                    <a:lnTo>
                      <a:pt x="247" y="129"/>
                    </a:lnTo>
                    <a:lnTo>
                      <a:pt x="247" y="129"/>
                    </a:lnTo>
                    <a:lnTo>
                      <a:pt x="246" y="129"/>
                    </a:lnTo>
                    <a:lnTo>
                      <a:pt x="244" y="131"/>
                    </a:lnTo>
                    <a:lnTo>
                      <a:pt x="242" y="131"/>
                    </a:lnTo>
                    <a:lnTo>
                      <a:pt x="241" y="131"/>
                    </a:lnTo>
                    <a:lnTo>
                      <a:pt x="241" y="131"/>
                    </a:lnTo>
                    <a:lnTo>
                      <a:pt x="241" y="132"/>
                    </a:lnTo>
                    <a:lnTo>
                      <a:pt x="239" y="134"/>
                    </a:lnTo>
                    <a:lnTo>
                      <a:pt x="236" y="136"/>
                    </a:lnTo>
                    <a:lnTo>
                      <a:pt x="236" y="136"/>
                    </a:lnTo>
                    <a:lnTo>
                      <a:pt x="237" y="137"/>
                    </a:lnTo>
                    <a:lnTo>
                      <a:pt x="236" y="137"/>
                    </a:lnTo>
                    <a:lnTo>
                      <a:pt x="234" y="137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27" y="136"/>
                    </a:lnTo>
                    <a:lnTo>
                      <a:pt x="222" y="137"/>
                    </a:lnTo>
                    <a:lnTo>
                      <a:pt x="215" y="137"/>
                    </a:lnTo>
                    <a:lnTo>
                      <a:pt x="203" y="136"/>
                    </a:lnTo>
                    <a:lnTo>
                      <a:pt x="195" y="132"/>
                    </a:lnTo>
                    <a:lnTo>
                      <a:pt x="191" y="132"/>
                    </a:lnTo>
                    <a:lnTo>
                      <a:pt x="191" y="132"/>
                    </a:lnTo>
                    <a:lnTo>
                      <a:pt x="190" y="131"/>
                    </a:lnTo>
                    <a:lnTo>
                      <a:pt x="188" y="131"/>
                    </a:lnTo>
                    <a:lnTo>
                      <a:pt x="186" y="131"/>
                    </a:lnTo>
                    <a:lnTo>
                      <a:pt x="183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80" y="127"/>
                    </a:lnTo>
                    <a:lnTo>
                      <a:pt x="178" y="127"/>
                    </a:lnTo>
                    <a:lnTo>
                      <a:pt x="178" y="125"/>
                    </a:lnTo>
                    <a:lnTo>
                      <a:pt x="176" y="125"/>
                    </a:lnTo>
                    <a:lnTo>
                      <a:pt x="173" y="125"/>
                    </a:lnTo>
                    <a:lnTo>
                      <a:pt x="171" y="125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4" y="122"/>
                    </a:lnTo>
                    <a:lnTo>
                      <a:pt x="163" y="120"/>
                    </a:lnTo>
                    <a:lnTo>
                      <a:pt x="163" y="119"/>
                    </a:lnTo>
                    <a:lnTo>
                      <a:pt x="163" y="117"/>
                    </a:lnTo>
                    <a:lnTo>
                      <a:pt x="161" y="117"/>
                    </a:lnTo>
                    <a:lnTo>
                      <a:pt x="152" y="115"/>
                    </a:lnTo>
                    <a:lnTo>
                      <a:pt x="149" y="115"/>
                    </a:lnTo>
                    <a:lnTo>
                      <a:pt x="146" y="112"/>
                    </a:lnTo>
                    <a:lnTo>
                      <a:pt x="144" y="109"/>
                    </a:lnTo>
                    <a:lnTo>
                      <a:pt x="139" y="110"/>
                    </a:lnTo>
                    <a:lnTo>
                      <a:pt x="137" y="110"/>
                    </a:lnTo>
                    <a:lnTo>
                      <a:pt x="134" y="110"/>
                    </a:lnTo>
                    <a:lnTo>
                      <a:pt x="132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7" y="109"/>
                    </a:lnTo>
                    <a:lnTo>
                      <a:pt x="127" y="107"/>
                    </a:lnTo>
                    <a:lnTo>
                      <a:pt x="124" y="105"/>
                    </a:lnTo>
                    <a:lnTo>
                      <a:pt x="122" y="105"/>
                    </a:lnTo>
                    <a:lnTo>
                      <a:pt x="122" y="103"/>
                    </a:lnTo>
                    <a:lnTo>
                      <a:pt x="122" y="103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0"/>
                    </a:lnTo>
                    <a:lnTo>
                      <a:pt x="122" y="98"/>
                    </a:lnTo>
                    <a:lnTo>
                      <a:pt x="120" y="98"/>
                    </a:lnTo>
                    <a:lnTo>
                      <a:pt x="122" y="98"/>
                    </a:lnTo>
                    <a:lnTo>
                      <a:pt x="122" y="102"/>
                    </a:lnTo>
                    <a:lnTo>
                      <a:pt x="122" y="103"/>
                    </a:lnTo>
                    <a:lnTo>
                      <a:pt x="120" y="105"/>
                    </a:lnTo>
                    <a:lnTo>
                      <a:pt x="118" y="105"/>
                    </a:lnTo>
                    <a:lnTo>
                      <a:pt x="110" y="105"/>
                    </a:lnTo>
                    <a:lnTo>
                      <a:pt x="112" y="105"/>
                    </a:lnTo>
                    <a:lnTo>
                      <a:pt x="112" y="107"/>
                    </a:lnTo>
                    <a:lnTo>
                      <a:pt x="110" y="107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5" y="105"/>
                    </a:lnTo>
                    <a:lnTo>
                      <a:pt x="105" y="103"/>
                    </a:lnTo>
                    <a:lnTo>
                      <a:pt x="101" y="103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0"/>
                    </a:lnTo>
                    <a:lnTo>
                      <a:pt x="96" y="100"/>
                    </a:lnTo>
                    <a:lnTo>
                      <a:pt x="93" y="100"/>
                    </a:lnTo>
                    <a:lnTo>
                      <a:pt x="90" y="100"/>
                    </a:lnTo>
                    <a:lnTo>
                      <a:pt x="84" y="98"/>
                    </a:lnTo>
                    <a:lnTo>
                      <a:pt x="81" y="98"/>
                    </a:lnTo>
                    <a:lnTo>
                      <a:pt x="81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5"/>
                    </a:lnTo>
                    <a:lnTo>
                      <a:pt x="73" y="97"/>
                    </a:lnTo>
                    <a:lnTo>
                      <a:pt x="74" y="107"/>
                    </a:lnTo>
                    <a:lnTo>
                      <a:pt x="74" y="109"/>
                    </a:lnTo>
                    <a:lnTo>
                      <a:pt x="74" y="112"/>
                    </a:lnTo>
                    <a:lnTo>
                      <a:pt x="73" y="112"/>
                    </a:lnTo>
                    <a:lnTo>
                      <a:pt x="73" y="114"/>
                    </a:lnTo>
                    <a:lnTo>
                      <a:pt x="71" y="114"/>
                    </a:lnTo>
                    <a:lnTo>
                      <a:pt x="69" y="114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8" y="119"/>
                    </a:lnTo>
                    <a:lnTo>
                      <a:pt x="68" y="120"/>
                    </a:lnTo>
                    <a:lnTo>
                      <a:pt x="68" y="120"/>
                    </a:lnTo>
                    <a:lnTo>
                      <a:pt x="66" y="122"/>
                    </a:lnTo>
                    <a:lnTo>
                      <a:pt x="66" y="122"/>
                    </a:lnTo>
                    <a:lnTo>
                      <a:pt x="69" y="127"/>
                    </a:lnTo>
                    <a:lnTo>
                      <a:pt x="71" y="129"/>
                    </a:lnTo>
                    <a:lnTo>
                      <a:pt x="71" y="132"/>
                    </a:lnTo>
                    <a:lnTo>
                      <a:pt x="73" y="134"/>
                    </a:lnTo>
                    <a:lnTo>
                      <a:pt x="73" y="137"/>
                    </a:lnTo>
                    <a:lnTo>
                      <a:pt x="73" y="139"/>
                    </a:lnTo>
                    <a:lnTo>
                      <a:pt x="71" y="141"/>
                    </a:lnTo>
                    <a:lnTo>
                      <a:pt x="73" y="142"/>
                    </a:lnTo>
                    <a:lnTo>
                      <a:pt x="79" y="151"/>
                    </a:lnTo>
                    <a:lnTo>
                      <a:pt x="79" y="154"/>
                    </a:lnTo>
                    <a:lnTo>
                      <a:pt x="81" y="156"/>
                    </a:lnTo>
                    <a:lnTo>
                      <a:pt x="78" y="156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81" y="161"/>
                    </a:lnTo>
                    <a:lnTo>
                      <a:pt x="81" y="161"/>
                    </a:lnTo>
                    <a:lnTo>
                      <a:pt x="83" y="163"/>
                    </a:lnTo>
                    <a:lnTo>
                      <a:pt x="88" y="170"/>
                    </a:lnTo>
                    <a:lnTo>
                      <a:pt x="91" y="178"/>
                    </a:lnTo>
                    <a:lnTo>
                      <a:pt x="91" y="182"/>
                    </a:lnTo>
                    <a:lnTo>
                      <a:pt x="91" y="182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5" y="183"/>
                    </a:lnTo>
                    <a:lnTo>
                      <a:pt x="96" y="183"/>
                    </a:lnTo>
                    <a:lnTo>
                      <a:pt x="96" y="185"/>
                    </a:lnTo>
                    <a:lnTo>
                      <a:pt x="96" y="185"/>
                    </a:lnTo>
                    <a:lnTo>
                      <a:pt x="98" y="187"/>
                    </a:lnTo>
                    <a:lnTo>
                      <a:pt x="101" y="192"/>
                    </a:lnTo>
                    <a:lnTo>
                      <a:pt x="103" y="192"/>
                    </a:lnTo>
                    <a:lnTo>
                      <a:pt x="103" y="193"/>
                    </a:lnTo>
                    <a:lnTo>
                      <a:pt x="103" y="193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7"/>
                    </a:lnTo>
                    <a:lnTo>
                      <a:pt x="112" y="202"/>
                    </a:lnTo>
                    <a:lnTo>
                      <a:pt x="117" y="205"/>
                    </a:lnTo>
                    <a:lnTo>
                      <a:pt x="120" y="212"/>
                    </a:lnTo>
                    <a:lnTo>
                      <a:pt x="122" y="219"/>
                    </a:lnTo>
                    <a:lnTo>
                      <a:pt x="118" y="226"/>
                    </a:lnTo>
                    <a:lnTo>
                      <a:pt x="122" y="227"/>
                    </a:lnTo>
                    <a:lnTo>
                      <a:pt x="122" y="227"/>
                    </a:lnTo>
                    <a:lnTo>
                      <a:pt x="124" y="227"/>
                    </a:lnTo>
                    <a:lnTo>
                      <a:pt x="124" y="226"/>
                    </a:lnTo>
                    <a:lnTo>
                      <a:pt x="124" y="226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7" y="221"/>
                    </a:lnTo>
                    <a:lnTo>
                      <a:pt x="127" y="221"/>
                    </a:lnTo>
                    <a:lnTo>
                      <a:pt x="129" y="221"/>
                    </a:lnTo>
                    <a:lnTo>
                      <a:pt x="129" y="222"/>
                    </a:lnTo>
                    <a:lnTo>
                      <a:pt x="129" y="224"/>
                    </a:lnTo>
                    <a:lnTo>
                      <a:pt x="130" y="226"/>
                    </a:lnTo>
                    <a:lnTo>
                      <a:pt x="130" y="229"/>
                    </a:lnTo>
                    <a:lnTo>
                      <a:pt x="130" y="229"/>
                    </a:lnTo>
                    <a:lnTo>
                      <a:pt x="132" y="231"/>
                    </a:lnTo>
                    <a:lnTo>
                      <a:pt x="134" y="232"/>
                    </a:lnTo>
                    <a:lnTo>
                      <a:pt x="139" y="236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6" y="239"/>
                    </a:lnTo>
                    <a:lnTo>
                      <a:pt x="144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6" y="241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2" y="246"/>
                    </a:lnTo>
                    <a:lnTo>
                      <a:pt x="141" y="244"/>
                    </a:lnTo>
                    <a:lnTo>
                      <a:pt x="141" y="251"/>
                    </a:lnTo>
                    <a:lnTo>
                      <a:pt x="141" y="253"/>
                    </a:lnTo>
                    <a:lnTo>
                      <a:pt x="141" y="253"/>
                    </a:lnTo>
                    <a:lnTo>
                      <a:pt x="139" y="251"/>
                    </a:lnTo>
                    <a:lnTo>
                      <a:pt x="137" y="248"/>
                    </a:lnTo>
                    <a:lnTo>
                      <a:pt x="137" y="246"/>
                    </a:lnTo>
                    <a:lnTo>
                      <a:pt x="137" y="243"/>
                    </a:lnTo>
                    <a:lnTo>
                      <a:pt x="137" y="241"/>
                    </a:lnTo>
                    <a:lnTo>
                      <a:pt x="135" y="241"/>
                    </a:lnTo>
                    <a:lnTo>
                      <a:pt x="130" y="238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4"/>
                    </a:lnTo>
                    <a:lnTo>
                      <a:pt x="127" y="234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4" y="232"/>
                    </a:lnTo>
                    <a:lnTo>
                      <a:pt x="120" y="232"/>
                    </a:lnTo>
                    <a:lnTo>
                      <a:pt x="120" y="231"/>
                    </a:lnTo>
                    <a:lnTo>
                      <a:pt x="120" y="229"/>
                    </a:lnTo>
                    <a:lnTo>
                      <a:pt x="118" y="229"/>
                    </a:lnTo>
                    <a:lnTo>
                      <a:pt x="118" y="227"/>
                    </a:lnTo>
                    <a:lnTo>
                      <a:pt x="117" y="226"/>
                    </a:lnTo>
                    <a:lnTo>
                      <a:pt x="115" y="226"/>
                    </a:lnTo>
                    <a:lnTo>
                      <a:pt x="115" y="227"/>
                    </a:lnTo>
                    <a:lnTo>
                      <a:pt x="117" y="229"/>
                    </a:lnTo>
                    <a:lnTo>
                      <a:pt x="117" y="229"/>
                    </a:lnTo>
                    <a:lnTo>
                      <a:pt x="117" y="234"/>
                    </a:lnTo>
                    <a:lnTo>
                      <a:pt x="117" y="238"/>
                    </a:lnTo>
                    <a:lnTo>
                      <a:pt x="118" y="241"/>
                    </a:lnTo>
                    <a:lnTo>
                      <a:pt x="120" y="246"/>
                    </a:lnTo>
                    <a:lnTo>
                      <a:pt x="118" y="248"/>
                    </a:lnTo>
                    <a:lnTo>
                      <a:pt x="120" y="251"/>
                    </a:lnTo>
                    <a:lnTo>
                      <a:pt x="122" y="255"/>
                    </a:lnTo>
                    <a:lnTo>
                      <a:pt x="125" y="256"/>
                    </a:lnTo>
                    <a:lnTo>
                      <a:pt x="122" y="260"/>
                    </a:lnTo>
                    <a:lnTo>
                      <a:pt x="122" y="260"/>
                    </a:lnTo>
                    <a:lnTo>
                      <a:pt x="124" y="261"/>
                    </a:lnTo>
                    <a:lnTo>
                      <a:pt x="125" y="261"/>
                    </a:lnTo>
                    <a:lnTo>
                      <a:pt x="125" y="261"/>
                    </a:lnTo>
                    <a:lnTo>
                      <a:pt x="127" y="263"/>
                    </a:lnTo>
                    <a:lnTo>
                      <a:pt x="127" y="265"/>
                    </a:lnTo>
                    <a:lnTo>
                      <a:pt x="127" y="265"/>
                    </a:lnTo>
                    <a:lnTo>
                      <a:pt x="129" y="265"/>
                    </a:lnTo>
                    <a:lnTo>
                      <a:pt x="129" y="265"/>
                    </a:lnTo>
                    <a:lnTo>
                      <a:pt x="130" y="270"/>
                    </a:lnTo>
                    <a:lnTo>
                      <a:pt x="132" y="270"/>
                    </a:lnTo>
                    <a:lnTo>
                      <a:pt x="132" y="270"/>
                    </a:lnTo>
                    <a:lnTo>
                      <a:pt x="132" y="272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2" y="275"/>
                    </a:lnTo>
                    <a:lnTo>
                      <a:pt x="134" y="275"/>
                    </a:lnTo>
                    <a:lnTo>
                      <a:pt x="134" y="275"/>
                    </a:lnTo>
                    <a:lnTo>
                      <a:pt x="134" y="277"/>
                    </a:lnTo>
                    <a:lnTo>
                      <a:pt x="135" y="282"/>
                    </a:lnTo>
                    <a:lnTo>
                      <a:pt x="137" y="285"/>
                    </a:lnTo>
                    <a:lnTo>
                      <a:pt x="141" y="287"/>
                    </a:lnTo>
                    <a:lnTo>
                      <a:pt x="142" y="290"/>
                    </a:lnTo>
                    <a:lnTo>
                      <a:pt x="144" y="292"/>
                    </a:lnTo>
                    <a:lnTo>
                      <a:pt x="149" y="292"/>
                    </a:lnTo>
                    <a:lnTo>
                      <a:pt x="151" y="292"/>
                    </a:lnTo>
                    <a:lnTo>
                      <a:pt x="154" y="297"/>
                    </a:lnTo>
                    <a:lnTo>
                      <a:pt x="156" y="299"/>
                    </a:lnTo>
                    <a:lnTo>
                      <a:pt x="156" y="299"/>
                    </a:lnTo>
                    <a:lnTo>
                      <a:pt x="158" y="299"/>
                    </a:lnTo>
                    <a:lnTo>
                      <a:pt x="158" y="299"/>
                    </a:lnTo>
                    <a:lnTo>
                      <a:pt x="158" y="299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2"/>
                    </a:lnTo>
                    <a:lnTo>
                      <a:pt x="158" y="304"/>
                    </a:lnTo>
                    <a:lnTo>
                      <a:pt x="158" y="304"/>
                    </a:lnTo>
                    <a:lnTo>
                      <a:pt x="159" y="304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3" y="304"/>
                    </a:lnTo>
                    <a:lnTo>
                      <a:pt x="161" y="304"/>
                    </a:lnTo>
                    <a:lnTo>
                      <a:pt x="163" y="305"/>
                    </a:lnTo>
                    <a:lnTo>
                      <a:pt x="163" y="307"/>
                    </a:lnTo>
                    <a:lnTo>
                      <a:pt x="163" y="307"/>
                    </a:lnTo>
                    <a:lnTo>
                      <a:pt x="164" y="307"/>
                    </a:lnTo>
                    <a:lnTo>
                      <a:pt x="164" y="309"/>
                    </a:lnTo>
                    <a:lnTo>
                      <a:pt x="164" y="309"/>
                    </a:lnTo>
                    <a:lnTo>
                      <a:pt x="164" y="309"/>
                    </a:lnTo>
                    <a:lnTo>
                      <a:pt x="164" y="311"/>
                    </a:lnTo>
                    <a:lnTo>
                      <a:pt x="166" y="311"/>
                    </a:lnTo>
                    <a:lnTo>
                      <a:pt x="168" y="312"/>
                    </a:lnTo>
                    <a:lnTo>
                      <a:pt x="168" y="312"/>
                    </a:lnTo>
                    <a:lnTo>
                      <a:pt x="168" y="316"/>
                    </a:lnTo>
                    <a:lnTo>
                      <a:pt x="168" y="316"/>
                    </a:lnTo>
                    <a:lnTo>
                      <a:pt x="171" y="319"/>
                    </a:lnTo>
                    <a:lnTo>
                      <a:pt x="171" y="321"/>
                    </a:lnTo>
                    <a:lnTo>
                      <a:pt x="173" y="321"/>
                    </a:lnTo>
                    <a:lnTo>
                      <a:pt x="176" y="321"/>
                    </a:lnTo>
                    <a:lnTo>
                      <a:pt x="178" y="321"/>
                    </a:lnTo>
                    <a:lnTo>
                      <a:pt x="180" y="319"/>
                    </a:lnTo>
                    <a:lnTo>
                      <a:pt x="180" y="319"/>
                    </a:lnTo>
                    <a:lnTo>
                      <a:pt x="178" y="317"/>
                    </a:lnTo>
                    <a:lnTo>
                      <a:pt x="174" y="319"/>
                    </a:lnTo>
                    <a:lnTo>
                      <a:pt x="174" y="317"/>
                    </a:lnTo>
                    <a:lnTo>
                      <a:pt x="174" y="317"/>
                    </a:lnTo>
                    <a:lnTo>
                      <a:pt x="174" y="316"/>
                    </a:lnTo>
                    <a:lnTo>
                      <a:pt x="176" y="316"/>
                    </a:lnTo>
                    <a:lnTo>
                      <a:pt x="176" y="316"/>
                    </a:lnTo>
                    <a:lnTo>
                      <a:pt x="176" y="316"/>
                    </a:lnTo>
                    <a:lnTo>
                      <a:pt x="178" y="316"/>
                    </a:lnTo>
                    <a:lnTo>
                      <a:pt x="178" y="316"/>
                    </a:lnTo>
                    <a:lnTo>
                      <a:pt x="178" y="314"/>
                    </a:lnTo>
                    <a:lnTo>
                      <a:pt x="178" y="312"/>
                    </a:lnTo>
                    <a:lnTo>
                      <a:pt x="178" y="311"/>
                    </a:lnTo>
                    <a:lnTo>
                      <a:pt x="180" y="312"/>
                    </a:lnTo>
                    <a:lnTo>
                      <a:pt x="181" y="314"/>
                    </a:lnTo>
                    <a:lnTo>
                      <a:pt x="181" y="314"/>
                    </a:lnTo>
                    <a:lnTo>
                      <a:pt x="181" y="316"/>
                    </a:lnTo>
                    <a:lnTo>
                      <a:pt x="183" y="317"/>
                    </a:lnTo>
                    <a:lnTo>
                      <a:pt x="183" y="319"/>
                    </a:lnTo>
                    <a:lnTo>
                      <a:pt x="185" y="321"/>
                    </a:lnTo>
                    <a:lnTo>
                      <a:pt x="186" y="321"/>
                    </a:lnTo>
                    <a:lnTo>
                      <a:pt x="188" y="322"/>
                    </a:lnTo>
                    <a:lnTo>
                      <a:pt x="190" y="322"/>
                    </a:lnTo>
                    <a:lnTo>
                      <a:pt x="190" y="321"/>
                    </a:lnTo>
                    <a:lnTo>
                      <a:pt x="190" y="319"/>
                    </a:lnTo>
                    <a:lnTo>
                      <a:pt x="190" y="319"/>
                    </a:lnTo>
                    <a:lnTo>
                      <a:pt x="191" y="319"/>
                    </a:lnTo>
                    <a:lnTo>
                      <a:pt x="191" y="319"/>
                    </a:lnTo>
                    <a:lnTo>
                      <a:pt x="191" y="319"/>
                    </a:lnTo>
                    <a:lnTo>
                      <a:pt x="193" y="321"/>
                    </a:lnTo>
                    <a:lnTo>
                      <a:pt x="193" y="322"/>
                    </a:lnTo>
                    <a:lnTo>
                      <a:pt x="195" y="324"/>
                    </a:lnTo>
                    <a:lnTo>
                      <a:pt x="197" y="322"/>
                    </a:lnTo>
                    <a:lnTo>
                      <a:pt x="198" y="319"/>
                    </a:lnTo>
                    <a:lnTo>
                      <a:pt x="200" y="319"/>
                    </a:lnTo>
                    <a:lnTo>
                      <a:pt x="200" y="319"/>
                    </a:lnTo>
                    <a:lnTo>
                      <a:pt x="202" y="321"/>
                    </a:lnTo>
                    <a:lnTo>
                      <a:pt x="205" y="322"/>
                    </a:lnTo>
                    <a:lnTo>
                      <a:pt x="205" y="322"/>
                    </a:lnTo>
                    <a:lnTo>
                      <a:pt x="205" y="322"/>
                    </a:lnTo>
                    <a:lnTo>
                      <a:pt x="205" y="326"/>
                    </a:lnTo>
                    <a:lnTo>
                      <a:pt x="205" y="328"/>
                    </a:lnTo>
                    <a:lnTo>
                      <a:pt x="205" y="329"/>
                    </a:lnTo>
                    <a:lnTo>
                      <a:pt x="205" y="328"/>
                    </a:lnTo>
                    <a:lnTo>
                      <a:pt x="203" y="328"/>
                    </a:lnTo>
                    <a:lnTo>
                      <a:pt x="202" y="326"/>
                    </a:lnTo>
                    <a:lnTo>
                      <a:pt x="202" y="326"/>
                    </a:lnTo>
                    <a:lnTo>
                      <a:pt x="200" y="326"/>
                    </a:lnTo>
                    <a:lnTo>
                      <a:pt x="200" y="326"/>
                    </a:lnTo>
                    <a:lnTo>
                      <a:pt x="202" y="328"/>
                    </a:lnTo>
                    <a:lnTo>
                      <a:pt x="200" y="328"/>
                    </a:lnTo>
                    <a:lnTo>
                      <a:pt x="200" y="328"/>
                    </a:lnTo>
                    <a:lnTo>
                      <a:pt x="198" y="328"/>
                    </a:lnTo>
                    <a:lnTo>
                      <a:pt x="198" y="328"/>
                    </a:lnTo>
                    <a:lnTo>
                      <a:pt x="200" y="329"/>
                    </a:lnTo>
                    <a:lnTo>
                      <a:pt x="198" y="331"/>
                    </a:lnTo>
                    <a:lnTo>
                      <a:pt x="198" y="329"/>
                    </a:lnTo>
                    <a:lnTo>
                      <a:pt x="197" y="328"/>
                    </a:lnTo>
                    <a:lnTo>
                      <a:pt x="195" y="326"/>
                    </a:lnTo>
                    <a:lnTo>
                      <a:pt x="193" y="326"/>
                    </a:lnTo>
                    <a:lnTo>
                      <a:pt x="185" y="324"/>
                    </a:lnTo>
                    <a:lnTo>
                      <a:pt x="183" y="324"/>
                    </a:lnTo>
                    <a:lnTo>
                      <a:pt x="185" y="326"/>
                    </a:lnTo>
                    <a:lnTo>
                      <a:pt x="185" y="328"/>
                    </a:lnTo>
                    <a:lnTo>
                      <a:pt x="185" y="328"/>
                    </a:lnTo>
                    <a:lnTo>
                      <a:pt x="181" y="326"/>
                    </a:lnTo>
                    <a:lnTo>
                      <a:pt x="180" y="326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5" y="331"/>
                    </a:lnTo>
                    <a:lnTo>
                      <a:pt x="188" y="333"/>
                    </a:lnTo>
                    <a:lnTo>
                      <a:pt x="188" y="336"/>
                    </a:lnTo>
                    <a:lnTo>
                      <a:pt x="188" y="343"/>
                    </a:lnTo>
                    <a:lnTo>
                      <a:pt x="191" y="341"/>
                    </a:lnTo>
                    <a:lnTo>
                      <a:pt x="193" y="341"/>
                    </a:lnTo>
                    <a:lnTo>
                      <a:pt x="193" y="341"/>
                    </a:lnTo>
                    <a:lnTo>
                      <a:pt x="193" y="341"/>
                    </a:lnTo>
                    <a:lnTo>
                      <a:pt x="195" y="341"/>
                    </a:lnTo>
                    <a:lnTo>
                      <a:pt x="195" y="341"/>
                    </a:lnTo>
                    <a:lnTo>
                      <a:pt x="195" y="339"/>
                    </a:lnTo>
                    <a:lnTo>
                      <a:pt x="195" y="339"/>
                    </a:lnTo>
                    <a:lnTo>
                      <a:pt x="195" y="339"/>
                    </a:lnTo>
                    <a:lnTo>
                      <a:pt x="198" y="338"/>
                    </a:lnTo>
                    <a:lnTo>
                      <a:pt x="198" y="338"/>
                    </a:lnTo>
                    <a:lnTo>
                      <a:pt x="200" y="339"/>
                    </a:lnTo>
                    <a:lnTo>
                      <a:pt x="200" y="339"/>
                    </a:lnTo>
                    <a:lnTo>
                      <a:pt x="202" y="341"/>
                    </a:lnTo>
                    <a:lnTo>
                      <a:pt x="202" y="341"/>
                    </a:lnTo>
                    <a:lnTo>
                      <a:pt x="203" y="339"/>
                    </a:lnTo>
                    <a:lnTo>
                      <a:pt x="203" y="338"/>
                    </a:lnTo>
                    <a:lnTo>
                      <a:pt x="203" y="336"/>
                    </a:lnTo>
                    <a:lnTo>
                      <a:pt x="205" y="336"/>
                    </a:lnTo>
                    <a:lnTo>
                      <a:pt x="205" y="336"/>
                    </a:lnTo>
                    <a:lnTo>
                      <a:pt x="207" y="336"/>
                    </a:lnTo>
                    <a:lnTo>
                      <a:pt x="208" y="336"/>
                    </a:lnTo>
                    <a:lnTo>
                      <a:pt x="208" y="338"/>
                    </a:lnTo>
                    <a:lnTo>
                      <a:pt x="208" y="339"/>
                    </a:lnTo>
                    <a:lnTo>
                      <a:pt x="208" y="339"/>
                    </a:lnTo>
                    <a:lnTo>
                      <a:pt x="210" y="341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5" y="338"/>
                    </a:lnTo>
                    <a:lnTo>
                      <a:pt x="215" y="339"/>
                    </a:lnTo>
                    <a:lnTo>
                      <a:pt x="217" y="339"/>
                    </a:lnTo>
                    <a:lnTo>
                      <a:pt x="227" y="341"/>
                    </a:lnTo>
                    <a:lnTo>
                      <a:pt x="229" y="341"/>
                    </a:lnTo>
                    <a:lnTo>
                      <a:pt x="232" y="339"/>
                    </a:lnTo>
                    <a:lnTo>
                      <a:pt x="232" y="339"/>
                    </a:lnTo>
                    <a:lnTo>
                      <a:pt x="234" y="339"/>
                    </a:lnTo>
                    <a:lnTo>
                      <a:pt x="232" y="338"/>
                    </a:lnTo>
                    <a:lnTo>
                      <a:pt x="232" y="336"/>
                    </a:lnTo>
                    <a:lnTo>
                      <a:pt x="232" y="334"/>
                    </a:lnTo>
                    <a:lnTo>
                      <a:pt x="234" y="336"/>
                    </a:lnTo>
                    <a:lnTo>
                      <a:pt x="236" y="338"/>
                    </a:lnTo>
                    <a:lnTo>
                      <a:pt x="236" y="341"/>
                    </a:lnTo>
                    <a:lnTo>
                      <a:pt x="237" y="343"/>
                    </a:lnTo>
                    <a:lnTo>
                      <a:pt x="237" y="343"/>
                    </a:lnTo>
                    <a:lnTo>
                      <a:pt x="244" y="345"/>
                    </a:lnTo>
                    <a:lnTo>
                      <a:pt x="244" y="346"/>
                    </a:lnTo>
                    <a:lnTo>
                      <a:pt x="246" y="348"/>
                    </a:lnTo>
                    <a:lnTo>
                      <a:pt x="246" y="348"/>
                    </a:lnTo>
                    <a:lnTo>
                      <a:pt x="251" y="348"/>
                    </a:lnTo>
                    <a:lnTo>
                      <a:pt x="253" y="346"/>
                    </a:lnTo>
                    <a:lnTo>
                      <a:pt x="254" y="348"/>
                    </a:lnTo>
                    <a:lnTo>
                      <a:pt x="256" y="348"/>
                    </a:lnTo>
                    <a:lnTo>
                      <a:pt x="256" y="348"/>
                    </a:lnTo>
                    <a:lnTo>
                      <a:pt x="256" y="350"/>
                    </a:lnTo>
                    <a:lnTo>
                      <a:pt x="256" y="350"/>
                    </a:lnTo>
                    <a:lnTo>
                      <a:pt x="258" y="350"/>
                    </a:lnTo>
                    <a:lnTo>
                      <a:pt x="259" y="350"/>
                    </a:lnTo>
                    <a:lnTo>
                      <a:pt x="264" y="348"/>
                    </a:lnTo>
                    <a:lnTo>
                      <a:pt x="266" y="346"/>
                    </a:lnTo>
                    <a:lnTo>
                      <a:pt x="266" y="345"/>
                    </a:lnTo>
                    <a:lnTo>
                      <a:pt x="264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3" y="341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6" y="341"/>
                    </a:lnTo>
                    <a:lnTo>
                      <a:pt x="266" y="341"/>
                    </a:lnTo>
                    <a:lnTo>
                      <a:pt x="268" y="339"/>
                    </a:lnTo>
                    <a:lnTo>
                      <a:pt x="266" y="338"/>
                    </a:lnTo>
                    <a:lnTo>
                      <a:pt x="266" y="338"/>
                    </a:lnTo>
                    <a:lnTo>
                      <a:pt x="266" y="338"/>
                    </a:lnTo>
                    <a:lnTo>
                      <a:pt x="266" y="336"/>
                    </a:lnTo>
                    <a:lnTo>
                      <a:pt x="268" y="336"/>
                    </a:lnTo>
                    <a:lnTo>
                      <a:pt x="273" y="336"/>
                    </a:lnTo>
                    <a:lnTo>
                      <a:pt x="271" y="334"/>
                    </a:lnTo>
                    <a:lnTo>
                      <a:pt x="266" y="333"/>
                    </a:lnTo>
                    <a:lnTo>
                      <a:pt x="264" y="331"/>
                    </a:lnTo>
                    <a:lnTo>
                      <a:pt x="268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1"/>
                    </a:lnTo>
                    <a:lnTo>
                      <a:pt x="273" y="328"/>
                    </a:lnTo>
                    <a:lnTo>
                      <a:pt x="275" y="328"/>
                    </a:lnTo>
                    <a:lnTo>
                      <a:pt x="276" y="326"/>
                    </a:lnTo>
                    <a:lnTo>
                      <a:pt x="276" y="324"/>
                    </a:lnTo>
                    <a:lnTo>
                      <a:pt x="275" y="324"/>
                    </a:lnTo>
                    <a:lnTo>
                      <a:pt x="273" y="324"/>
                    </a:lnTo>
                    <a:lnTo>
                      <a:pt x="268" y="324"/>
                    </a:lnTo>
                    <a:lnTo>
                      <a:pt x="270" y="322"/>
                    </a:lnTo>
                    <a:lnTo>
                      <a:pt x="271" y="322"/>
                    </a:lnTo>
                    <a:lnTo>
                      <a:pt x="273" y="321"/>
                    </a:lnTo>
                    <a:lnTo>
                      <a:pt x="275" y="321"/>
                    </a:lnTo>
                    <a:lnTo>
                      <a:pt x="275" y="322"/>
                    </a:lnTo>
                    <a:lnTo>
                      <a:pt x="275" y="322"/>
                    </a:lnTo>
                    <a:lnTo>
                      <a:pt x="276" y="322"/>
                    </a:lnTo>
                    <a:lnTo>
                      <a:pt x="276" y="322"/>
                    </a:lnTo>
                    <a:lnTo>
                      <a:pt x="278" y="322"/>
                    </a:lnTo>
                    <a:lnTo>
                      <a:pt x="278" y="322"/>
                    </a:lnTo>
                    <a:lnTo>
                      <a:pt x="280" y="321"/>
                    </a:lnTo>
                    <a:lnTo>
                      <a:pt x="280" y="321"/>
                    </a:lnTo>
                    <a:lnTo>
                      <a:pt x="280" y="319"/>
                    </a:lnTo>
                    <a:lnTo>
                      <a:pt x="278" y="317"/>
                    </a:lnTo>
                    <a:lnTo>
                      <a:pt x="276" y="316"/>
                    </a:lnTo>
                    <a:lnTo>
                      <a:pt x="271" y="312"/>
                    </a:lnTo>
                    <a:lnTo>
                      <a:pt x="270" y="312"/>
                    </a:lnTo>
                    <a:lnTo>
                      <a:pt x="268" y="312"/>
                    </a:lnTo>
                    <a:lnTo>
                      <a:pt x="268" y="309"/>
                    </a:lnTo>
                    <a:lnTo>
                      <a:pt x="268" y="307"/>
                    </a:lnTo>
                    <a:lnTo>
                      <a:pt x="270" y="305"/>
                    </a:lnTo>
                    <a:lnTo>
                      <a:pt x="270" y="305"/>
                    </a:lnTo>
                    <a:lnTo>
                      <a:pt x="271" y="304"/>
                    </a:lnTo>
                    <a:lnTo>
                      <a:pt x="273" y="304"/>
                    </a:lnTo>
                    <a:lnTo>
                      <a:pt x="273" y="307"/>
                    </a:lnTo>
                    <a:lnTo>
                      <a:pt x="273" y="311"/>
                    </a:lnTo>
                    <a:lnTo>
                      <a:pt x="273" y="311"/>
                    </a:lnTo>
                    <a:lnTo>
                      <a:pt x="276" y="312"/>
                    </a:lnTo>
                    <a:lnTo>
                      <a:pt x="276" y="312"/>
                    </a:lnTo>
                    <a:lnTo>
                      <a:pt x="278" y="311"/>
                    </a:lnTo>
                    <a:lnTo>
                      <a:pt x="280" y="309"/>
                    </a:lnTo>
                    <a:lnTo>
                      <a:pt x="280" y="307"/>
                    </a:lnTo>
                    <a:lnTo>
                      <a:pt x="281" y="311"/>
                    </a:lnTo>
                    <a:lnTo>
                      <a:pt x="281" y="311"/>
                    </a:lnTo>
                    <a:lnTo>
                      <a:pt x="281" y="312"/>
                    </a:lnTo>
                    <a:lnTo>
                      <a:pt x="280" y="312"/>
                    </a:lnTo>
                    <a:lnTo>
                      <a:pt x="280" y="314"/>
                    </a:lnTo>
                    <a:lnTo>
                      <a:pt x="280" y="316"/>
                    </a:lnTo>
                    <a:lnTo>
                      <a:pt x="283" y="316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5" y="317"/>
                    </a:lnTo>
                    <a:lnTo>
                      <a:pt x="285" y="317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8" y="319"/>
                    </a:lnTo>
                    <a:lnTo>
                      <a:pt x="290" y="319"/>
                    </a:lnTo>
                    <a:lnTo>
                      <a:pt x="292" y="319"/>
                    </a:lnTo>
                    <a:lnTo>
                      <a:pt x="293" y="317"/>
                    </a:lnTo>
                    <a:lnTo>
                      <a:pt x="293" y="316"/>
                    </a:lnTo>
                    <a:lnTo>
                      <a:pt x="293" y="312"/>
                    </a:lnTo>
                    <a:lnTo>
                      <a:pt x="293" y="312"/>
                    </a:lnTo>
                    <a:lnTo>
                      <a:pt x="293" y="309"/>
                    </a:lnTo>
                    <a:lnTo>
                      <a:pt x="292" y="307"/>
                    </a:lnTo>
                    <a:lnTo>
                      <a:pt x="293" y="305"/>
                    </a:lnTo>
                    <a:lnTo>
                      <a:pt x="293" y="304"/>
                    </a:lnTo>
                    <a:lnTo>
                      <a:pt x="295" y="304"/>
                    </a:lnTo>
                    <a:lnTo>
                      <a:pt x="297" y="302"/>
                    </a:lnTo>
                    <a:lnTo>
                      <a:pt x="297" y="302"/>
                    </a:lnTo>
                    <a:lnTo>
                      <a:pt x="297" y="300"/>
                    </a:lnTo>
                    <a:lnTo>
                      <a:pt x="293" y="299"/>
                    </a:lnTo>
                    <a:lnTo>
                      <a:pt x="293" y="297"/>
                    </a:lnTo>
                    <a:lnTo>
                      <a:pt x="295" y="295"/>
                    </a:lnTo>
                    <a:lnTo>
                      <a:pt x="297" y="297"/>
                    </a:lnTo>
                    <a:lnTo>
                      <a:pt x="298" y="299"/>
                    </a:lnTo>
                    <a:lnTo>
                      <a:pt x="300" y="299"/>
                    </a:lnTo>
                    <a:lnTo>
                      <a:pt x="300" y="294"/>
                    </a:lnTo>
                    <a:lnTo>
                      <a:pt x="300" y="292"/>
                    </a:lnTo>
                    <a:lnTo>
                      <a:pt x="300" y="290"/>
                    </a:lnTo>
                    <a:lnTo>
                      <a:pt x="302" y="289"/>
                    </a:lnTo>
                    <a:lnTo>
                      <a:pt x="302" y="287"/>
                    </a:lnTo>
                    <a:lnTo>
                      <a:pt x="300" y="285"/>
                    </a:lnTo>
                    <a:lnTo>
                      <a:pt x="298" y="282"/>
                    </a:lnTo>
                    <a:lnTo>
                      <a:pt x="297" y="280"/>
                    </a:lnTo>
                    <a:lnTo>
                      <a:pt x="297" y="278"/>
                    </a:lnTo>
                    <a:lnTo>
                      <a:pt x="295" y="278"/>
                    </a:lnTo>
                    <a:lnTo>
                      <a:pt x="295" y="277"/>
                    </a:lnTo>
                    <a:lnTo>
                      <a:pt x="293" y="277"/>
                    </a:lnTo>
                    <a:lnTo>
                      <a:pt x="295" y="277"/>
                    </a:lnTo>
                    <a:lnTo>
                      <a:pt x="295" y="275"/>
                    </a:lnTo>
                    <a:lnTo>
                      <a:pt x="297" y="275"/>
                    </a:lnTo>
                    <a:lnTo>
                      <a:pt x="297" y="277"/>
                    </a:lnTo>
                    <a:lnTo>
                      <a:pt x="302" y="283"/>
                    </a:lnTo>
                    <a:lnTo>
                      <a:pt x="304" y="283"/>
                    </a:lnTo>
                    <a:lnTo>
                      <a:pt x="305" y="283"/>
                    </a:lnTo>
                    <a:lnTo>
                      <a:pt x="307" y="285"/>
                    </a:lnTo>
                    <a:lnTo>
                      <a:pt x="307" y="287"/>
                    </a:lnTo>
                    <a:lnTo>
                      <a:pt x="307" y="289"/>
                    </a:lnTo>
                    <a:lnTo>
                      <a:pt x="309" y="289"/>
                    </a:lnTo>
                    <a:lnTo>
                      <a:pt x="310" y="287"/>
                    </a:lnTo>
                    <a:lnTo>
                      <a:pt x="312" y="287"/>
                    </a:lnTo>
                    <a:lnTo>
                      <a:pt x="312" y="290"/>
                    </a:lnTo>
                    <a:lnTo>
                      <a:pt x="312" y="292"/>
                    </a:lnTo>
                    <a:lnTo>
                      <a:pt x="312" y="292"/>
                    </a:lnTo>
                    <a:lnTo>
                      <a:pt x="314" y="292"/>
                    </a:lnTo>
                    <a:lnTo>
                      <a:pt x="312" y="294"/>
                    </a:lnTo>
                    <a:lnTo>
                      <a:pt x="312" y="295"/>
                    </a:lnTo>
                    <a:lnTo>
                      <a:pt x="310" y="295"/>
                    </a:lnTo>
                    <a:lnTo>
                      <a:pt x="309" y="295"/>
                    </a:lnTo>
                    <a:lnTo>
                      <a:pt x="309" y="294"/>
                    </a:lnTo>
                    <a:lnTo>
                      <a:pt x="307" y="294"/>
                    </a:lnTo>
                    <a:lnTo>
                      <a:pt x="305" y="294"/>
                    </a:lnTo>
                    <a:lnTo>
                      <a:pt x="305" y="295"/>
                    </a:lnTo>
                    <a:lnTo>
                      <a:pt x="307" y="297"/>
                    </a:lnTo>
                    <a:lnTo>
                      <a:pt x="309" y="299"/>
                    </a:lnTo>
                    <a:lnTo>
                      <a:pt x="309" y="299"/>
                    </a:lnTo>
                    <a:lnTo>
                      <a:pt x="310" y="297"/>
                    </a:lnTo>
                    <a:lnTo>
                      <a:pt x="315" y="297"/>
                    </a:lnTo>
                    <a:lnTo>
                      <a:pt x="317" y="295"/>
                    </a:lnTo>
                    <a:lnTo>
                      <a:pt x="317" y="295"/>
                    </a:lnTo>
                    <a:lnTo>
                      <a:pt x="319" y="292"/>
                    </a:lnTo>
                    <a:lnTo>
                      <a:pt x="315" y="287"/>
                    </a:lnTo>
                    <a:lnTo>
                      <a:pt x="315" y="285"/>
                    </a:lnTo>
                    <a:lnTo>
                      <a:pt x="315" y="282"/>
                    </a:lnTo>
                    <a:lnTo>
                      <a:pt x="315" y="282"/>
                    </a:lnTo>
                    <a:lnTo>
                      <a:pt x="317" y="280"/>
                    </a:lnTo>
                    <a:lnTo>
                      <a:pt x="322" y="278"/>
                    </a:lnTo>
                    <a:lnTo>
                      <a:pt x="322" y="278"/>
                    </a:lnTo>
                    <a:lnTo>
                      <a:pt x="324" y="280"/>
                    </a:lnTo>
                    <a:lnTo>
                      <a:pt x="324" y="280"/>
                    </a:lnTo>
                    <a:lnTo>
                      <a:pt x="324" y="282"/>
                    </a:lnTo>
                    <a:lnTo>
                      <a:pt x="324" y="282"/>
                    </a:lnTo>
                    <a:lnTo>
                      <a:pt x="326" y="283"/>
                    </a:lnTo>
                    <a:lnTo>
                      <a:pt x="326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9" y="283"/>
                    </a:lnTo>
                    <a:lnTo>
                      <a:pt x="329" y="285"/>
                    </a:lnTo>
                    <a:lnTo>
                      <a:pt x="329" y="285"/>
                    </a:lnTo>
                    <a:lnTo>
                      <a:pt x="331" y="285"/>
                    </a:lnTo>
                    <a:lnTo>
                      <a:pt x="334" y="285"/>
                    </a:lnTo>
                    <a:lnTo>
                      <a:pt x="334" y="285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7" y="287"/>
                    </a:lnTo>
                    <a:lnTo>
                      <a:pt x="343" y="285"/>
                    </a:lnTo>
                    <a:lnTo>
                      <a:pt x="344" y="287"/>
                    </a:lnTo>
                    <a:lnTo>
                      <a:pt x="344" y="287"/>
                    </a:lnTo>
                    <a:lnTo>
                      <a:pt x="343" y="289"/>
                    </a:lnTo>
                    <a:lnTo>
                      <a:pt x="343" y="290"/>
                    </a:lnTo>
                    <a:lnTo>
                      <a:pt x="346" y="290"/>
                    </a:lnTo>
                    <a:lnTo>
                      <a:pt x="346" y="290"/>
                    </a:lnTo>
                    <a:lnTo>
                      <a:pt x="344" y="292"/>
                    </a:lnTo>
                    <a:lnTo>
                      <a:pt x="344" y="292"/>
                    </a:lnTo>
                    <a:lnTo>
                      <a:pt x="343" y="292"/>
                    </a:lnTo>
                    <a:lnTo>
                      <a:pt x="344" y="294"/>
                    </a:lnTo>
                    <a:lnTo>
                      <a:pt x="346" y="295"/>
                    </a:lnTo>
                    <a:lnTo>
                      <a:pt x="348" y="295"/>
                    </a:lnTo>
                    <a:lnTo>
                      <a:pt x="349" y="295"/>
                    </a:lnTo>
                    <a:lnTo>
                      <a:pt x="348" y="297"/>
                    </a:lnTo>
                    <a:lnTo>
                      <a:pt x="346" y="299"/>
                    </a:lnTo>
                    <a:lnTo>
                      <a:pt x="346" y="299"/>
                    </a:lnTo>
                    <a:lnTo>
                      <a:pt x="346" y="299"/>
                    </a:lnTo>
                    <a:lnTo>
                      <a:pt x="344" y="299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3" y="299"/>
                    </a:lnTo>
                    <a:lnTo>
                      <a:pt x="341" y="299"/>
                    </a:lnTo>
                    <a:lnTo>
                      <a:pt x="339" y="299"/>
                    </a:lnTo>
                    <a:lnTo>
                      <a:pt x="337" y="297"/>
                    </a:lnTo>
                    <a:lnTo>
                      <a:pt x="332" y="295"/>
                    </a:lnTo>
                    <a:lnTo>
                      <a:pt x="334" y="294"/>
                    </a:lnTo>
                    <a:lnTo>
                      <a:pt x="334" y="292"/>
                    </a:lnTo>
                    <a:lnTo>
                      <a:pt x="334" y="290"/>
                    </a:lnTo>
                    <a:lnTo>
                      <a:pt x="334" y="290"/>
                    </a:lnTo>
                    <a:lnTo>
                      <a:pt x="332" y="289"/>
                    </a:lnTo>
                    <a:lnTo>
                      <a:pt x="331" y="289"/>
                    </a:lnTo>
                    <a:lnTo>
                      <a:pt x="329" y="289"/>
                    </a:lnTo>
                    <a:lnTo>
                      <a:pt x="329" y="290"/>
                    </a:lnTo>
                    <a:lnTo>
                      <a:pt x="331" y="290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4"/>
                    </a:lnTo>
                    <a:lnTo>
                      <a:pt x="329" y="294"/>
                    </a:lnTo>
                    <a:lnTo>
                      <a:pt x="329" y="294"/>
                    </a:lnTo>
                    <a:lnTo>
                      <a:pt x="326" y="295"/>
                    </a:lnTo>
                    <a:lnTo>
                      <a:pt x="326" y="295"/>
                    </a:lnTo>
                    <a:lnTo>
                      <a:pt x="324" y="297"/>
                    </a:lnTo>
                    <a:lnTo>
                      <a:pt x="326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9" y="302"/>
                    </a:lnTo>
                    <a:lnTo>
                      <a:pt x="336" y="304"/>
                    </a:lnTo>
                    <a:lnTo>
                      <a:pt x="334" y="305"/>
                    </a:lnTo>
                    <a:lnTo>
                      <a:pt x="332" y="305"/>
                    </a:lnTo>
                    <a:lnTo>
                      <a:pt x="331" y="305"/>
                    </a:lnTo>
                    <a:lnTo>
                      <a:pt x="332" y="309"/>
                    </a:lnTo>
                    <a:lnTo>
                      <a:pt x="337" y="314"/>
                    </a:lnTo>
                    <a:lnTo>
                      <a:pt x="339" y="316"/>
                    </a:lnTo>
                    <a:lnTo>
                      <a:pt x="341" y="314"/>
                    </a:lnTo>
                    <a:lnTo>
                      <a:pt x="343" y="312"/>
                    </a:lnTo>
                    <a:lnTo>
                      <a:pt x="343" y="312"/>
                    </a:lnTo>
                    <a:lnTo>
                      <a:pt x="346" y="312"/>
                    </a:lnTo>
                    <a:lnTo>
                      <a:pt x="344" y="311"/>
                    </a:lnTo>
                    <a:lnTo>
                      <a:pt x="344" y="309"/>
                    </a:lnTo>
                    <a:lnTo>
                      <a:pt x="344" y="307"/>
                    </a:lnTo>
                    <a:lnTo>
                      <a:pt x="346" y="307"/>
                    </a:lnTo>
                    <a:lnTo>
                      <a:pt x="348" y="305"/>
                    </a:lnTo>
                    <a:lnTo>
                      <a:pt x="348" y="307"/>
                    </a:lnTo>
                    <a:lnTo>
                      <a:pt x="348" y="307"/>
                    </a:lnTo>
                    <a:lnTo>
                      <a:pt x="348" y="309"/>
                    </a:lnTo>
                    <a:lnTo>
                      <a:pt x="349" y="311"/>
                    </a:lnTo>
                    <a:lnTo>
                      <a:pt x="354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58" y="314"/>
                    </a:lnTo>
                    <a:lnTo>
                      <a:pt x="356" y="312"/>
                    </a:lnTo>
                    <a:lnTo>
                      <a:pt x="356" y="312"/>
                    </a:lnTo>
                    <a:lnTo>
                      <a:pt x="356" y="311"/>
                    </a:lnTo>
                    <a:lnTo>
                      <a:pt x="356" y="311"/>
                    </a:lnTo>
                    <a:lnTo>
                      <a:pt x="356" y="311"/>
                    </a:lnTo>
                    <a:lnTo>
                      <a:pt x="358" y="309"/>
                    </a:lnTo>
                    <a:lnTo>
                      <a:pt x="358" y="309"/>
                    </a:lnTo>
                    <a:lnTo>
                      <a:pt x="358" y="307"/>
                    </a:lnTo>
                    <a:lnTo>
                      <a:pt x="356" y="307"/>
                    </a:lnTo>
                    <a:lnTo>
                      <a:pt x="354" y="307"/>
                    </a:lnTo>
                    <a:lnTo>
                      <a:pt x="356" y="305"/>
                    </a:lnTo>
                    <a:lnTo>
                      <a:pt x="356" y="305"/>
                    </a:lnTo>
                    <a:lnTo>
                      <a:pt x="356" y="304"/>
                    </a:lnTo>
                    <a:lnTo>
                      <a:pt x="354" y="304"/>
                    </a:lnTo>
                    <a:lnTo>
                      <a:pt x="353" y="300"/>
                    </a:lnTo>
                    <a:lnTo>
                      <a:pt x="354" y="300"/>
                    </a:lnTo>
                    <a:lnTo>
                      <a:pt x="354" y="295"/>
                    </a:lnTo>
                    <a:lnTo>
                      <a:pt x="354" y="294"/>
                    </a:lnTo>
                    <a:lnTo>
                      <a:pt x="356" y="294"/>
                    </a:lnTo>
                    <a:lnTo>
                      <a:pt x="358" y="292"/>
                    </a:lnTo>
                    <a:lnTo>
                      <a:pt x="358" y="292"/>
                    </a:lnTo>
                    <a:lnTo>
                      <a:pt x="358" y="290"/>
                    </a:lnTo>
                    <a:lnTo>
                      <a:pt x="358" y="290"/>
                    </a:lnTo>
                    <a:lnTo>
                      <a:pt x="358" y="290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6" y="285"/>
                    </a:lnTo>
                    <a:lnTo>
                      <a:pt x="356" y="285"/>
                    </a:lnTo>
                    <a:lnTo>
                      <a:pt x="356" y="283"/>
                    </a:lnTo>
                    <a:lnTo>
                      <a:pt x="356" y="283"/>
                    </a:lnTo>
                    <a:lnTo>
                      <a:pt x="354" y="283"/>
                    </a:lnTo>
                    <a:lnTo>
                      <a:pt x="354" y="283"/>
                    </a:lnTo>
                    <a:lnTo>
                      <a:pt x="354" y="283"/>
                    </a:lnTo>
                    <a:lnTo>
                      <a:pt x="353" y="283"/>
                    </a:lnTo>
                    <a:lnTo>
                      <a:pt x="353" y="283"/>
                    </a:lnTo>
                    <a:lnTo>
                      <a:pt x="353" y="282"/>
                    </a:lnTo>
                    <a:lnTo>
                      <a:pt x="351" y="280"/>
                    </a:lnTo>
                    <a:lnTo>
                      <a:pt x="348" y="282"/>
                    </a:lnTo>
                    <a:lnTo>
                      <a:pt x="348" y="283"/>
                    </a:lnTo>
                    <a:lnTo>
                      <a:pt x="349" y="285"/>
                    </a:lnTo>
                    <a:lnTo>
                      <a:pt x="349" y="285"/>
                    </a:lnTo>
                    <a:lnTo>
                      <a:pt x="349" y="285"/>
                    </a:lnTo>
                    <a:lnTo>
                      <a:pt x="348" y="285"/>
                    </a:lnTo>
                    <a:lnTo>
                      <a:pt x="346" y="285"/>
                    </a:lnTo>
                    <a:lnTo>
                      <a:pt x="344" y="285"/>
                    </a:lnTo>
                    <a:lnTo>
                      <a:pt x="344" y="283"/>
                    </a:lnTo>
                    <a:lnTo>
                      <a:pt x="344" y="282"/>
                    </a:lnTo>
                    <a:lnTo>
                      <a:pt x="346" y="280"/>
                    </a:lnTo>
                    <a:lnTo>
                      <a:pt x="346" y="280"/>
                    </a:lnTo>
                    <a:lnTo>
                      <a:pt x="348" y="280"/>
                    </a:lnTo>
                    <a:lnTo>
                      <a:pt x="348" y="280"/>
                    </a:lnTo>
                    <a:lnTo>
                      <a:pt x="348" y="278"/>
                    </a:lnTo>
                    <a:lnTo>
                      <a:pt x="348" y="278"/>
                    </a:lnTo>
                    <a:lnTo>
                      <a:pt x="348" y="275"/>
                    </a:lnTo>
                    <a:lnTo>
                      <a:pt x="348" y="273"/>
                    </a:lnTo>
                    <a:lnTo>
                      <a:pt x="349" y="273"/>
                    </a:lnTo>
                    <a:lnTo>
                      <a:pt x="351" y="273"/>
                    </a:lnTo>
                    <a:lnTo>
                      <a:pt x="353" y="272"/>
                    </a:lnTo>
                    <a:lnTo>
                      <a:pt x="353" y="270"/>
                    </a:lnTo>
                    <a:lnTo>
                      <a:pt x="353" y="268"/>
                    </a:lnTo>
                    <a:lnTo>
                      <a:pt x="353" y="268"/>
                    </a:lnTo>
                    <a:lnTo>
                      <a:pt x="354" y="266"/>
                    </a:lnTo>
                    <a:lnTo>
                      <a:pt x="354" y="265"/>
                    </a:lnTo>
                    <a:lnTo>
                      <a:pt x="353" y="265"/>
                    </a:lnTo>
                    <a:lnTo>
                      <a:pt x="353" y="265"/>
                    </a:lnTo>
                    <a:lnTo>
                      <a:pt x="353" y="263"/>
                    </a:lnTo>
                    <a:lnTo>
                      <a:pt x="353" y="263"/>
                    </a:lnTo>
                    <a:lnTo>
                      <a:pt x="353" y="263"/>
                    </a:lnTo>
                    <a:lnTo>
                      <a:pt x="353" y="261"/>
                    </a:lnTo>
                    <a:lnTo>
                      <a:pt x="353" y="260"/>
                    </a:lnTo>
                    <a:lnTo>
                      <a:pt x="348" y="255"/>
                    </a:lnTo>
                    <a:lnTo>
                      <a:pt x="349" y="255"/>
                    </a:lnTo>
                    <a:lnTo>
                      <a:pt x="349" y="255"/>
                    </a:lnTo>
                    <a:lnTo>
                      <a:pt x="349" y="255"/>
                    </a:lnTo>
                    <a:lnTo>
                      <a:pt x="349" y="253"/>
                    </a:lnTo>
                    <a:lnTo>
                      <a:pt x="351" y="253"/>
                    </a:lnTo>
                    <a:lnTo>
                      <a:pt x="353" y="256"/>
                    </a:lnTo>
                    <a:lnTo>
                      <a:pt x="353" y="256"/>
                    </a:lnTo>
                    <a:lnTo>
                      <a:pt x="354" y="256"/>
                    </a:lnTo>
                    <a:lnTo>
                      <a:pt x="356" y="255"/>
                    </a:lnTo>
                    <a:lnTo>
                      <a:pt x="356" y="253"/>
                    </a:lnTo>
                    <a:lnTo>
                      <a:pt x="358" y="253"/>
                    </a:lnTo>
                    <a:lnTo>
                      <a:pt x="358" y="251"/>
                    </a:lnTo>
                    <a:lnTo>
                      <a:pt x="358" y="246"/>
                    </a:lnTo>
                    <a:lnTo>
                      <a:pt x="358" y="243"/>
                    </a:lnTo>
                    <a:lnTo>
                      <a:pt x="358" y="239"/>
                    </a:lnTo>
                    <a:lnTo>
                      <a:pt x="360" y="238"/>
                    </a:lnTo>
                    <a:lnTo>
                      <a:pt x="360" y="238"/>
                    </a:lnTo>
                    <a:lnTo>
                      <a:pt x="360" y="236"/>
                    </a:lnTo>
                    <a:lnTo>
                      <a:pt x="358" y="236"/>
                    </a:lnTo>
                    <a:lnTo>
                      <a:pt x="356" y="236"/>
                    </a:lnTo>
                    <a:lnTo>
                      <a:pt x="354" y="238"/>
                    </a:lnTo>
                    <a:lnTo>
                      <a:pt x="354" y="238"/>
                    </a:lnTo>
                    <a:lnTo>
                      <a:pt x="356" y="236"/>
                    </a:lnTo>
                    <a:lnTo>
                      <a:pt x="358" y="232"/>
                    </a:lnTo>
                    <a:lnTo>
                      <a:pt x="360" y="231"/>
                    </a:lnTo>
                    <a:lnTo>
                      <a:pt x="358" y="231"/>
                    </a:lnTo>
                    <a:lnTo>
                      <a:pt x="360" y="231"/>
                    </a:lnTo>
                    <a:lnTo>
                      <a:pt x="360" y="229"/>
                    </a:lnTo>
                    <a:lnTo>
                      <a:pt x="360" y="229"/>
                    </a:lnTo>
                    <a:lnTo>
                      <a:pt x="361" y="227"/>
                    </a:lnTo>
                    <a:lnTo>
                      <a:pt x="363" y="226"/>
                    </a:lnTo>
                    <a:lnTo>
                      <a:pt x="365" y="224"/>
                    </a:lnTo>
                    <a:lnTo>
                      <a:pt x="365" y="221"/>
                    </a:lnTo>
                    <a:lnTo>
                      <a:pt x="365" y="219"/>
                    </a:lnTo>
                    <a:lnTo>
                      <a:pt x="365" y="217"/>
                    </a:lnTo>
                    <a:lnTo>
                      <a:pt x="368" y="215"/>
                    </a:lnTo>
                    <a:lnTo>
                      <a:pt x="377" y="217"/>
                    </a:lnTo>
                    <a:lnTo>
                      <a:pt x="371" y="215"/>
                    </a:lnTo>
                    <a:lnTo>
                      <a:pt x="371" y="215"/>
                    </a:lnTo>
                    <a:lnTo>
                      <a:pt x="370" y="215"/>
                    </a:lnTo>
                    <a:lnTo>
                      <a:pt x="370" y="214"/>
                    </a:lnTo>
                    <a:lnTo>
                      <a:pt x="368" y="214"/>
                    </a:lnTo>
                    <a:lnTo>
                      <a:pt x="368" y="214"/>
                    </a:lnTo>
                    <a:lnTo>
                      <a:pt x="370" y="212"/>
                    </a:lnTo>
                    <a:lnTo>
                      <a:pt x="370" y="212"/>
                    </a:lnTo>
                    <a:lnTo>
                      <a:pt x="371" y="212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0" y="209"/>
                    </a:lnTo>
                    <a:lnTo>
                      <a:pt x="371" y="207"/>
                    </a:lnTo>
                    <a:lnTo>
                      <a:pt x="373" y="209"/>
                    </a:lnTo>
                    <a:lnTo>
                      <a:pt x="373" y="209"/>
                    </a:lnTo>
                    <a:lnTo>
                      <a:pt x="375" y="209"/>
                    </a:lnTo>
                    <a:lnTo>
                      <a:pt x="375" y="207"/>
                    </a:lnTo>
                    <a:lnTo>
                      <a:pt x="373" y="205"/>
                    </a:lnTo>
                    <a:lnTo>
                      <a:pt x="373" y="204"/>
                    </a:lnTo>
                    <a:lnTo>
                      <a:pt x="375" y="204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7"/>
                    </a:lnTo>
                    <a:lnTo>
                      <a:pt x="378" y="207"/>
                    </a:lnTo>
                    <a:lnTo>
                      <a:pt x="378" y="209"/>
                    </a:lnTo>
                    <a:lnTo>
                      <a:pt x="377" y="210"/>
                    </a:lnTo>
                    <a:lnTo>
                      <a:pt x="377" y="210"/>
                    </a:lnTo>
                    <a:lnTo>
                      <a:pt x="375" y="212"/>
                    </a:lnTo>
                    <a:lnTo>
                      <a:pt x="373" y="212"/>
                    </a:lnTo>
                    <a:lnTo>
                      <a:pt x="371" y="214"/>
                    </a:lnTo>
                    <a:lnTo>
                      <a:pt x="377" y="215"/>
                    </a:lnTo>
                    <a:lnTo>
                      <a:pt x="378" y="215"/>
                    </a:lnTo>
                    <a:lnTo>
                      <a:pt x="382" y="219"/>
                    </a:lnTo>
                    <a:lnTo>
                      <a:pt x="383" y="219"/>
                    </a:lnTo>
                    <a:lnTo>
                      <a:pt x="385" y="219"/>
                    </a:lnTo>
                    <a:lnTo>
                      <a:pt x="385" y="221"/>
                    </a:lnTo>
                    <a:lnTo>
                      <a:pt x="383" y="221"/>
                    </a:lnTo>
                    <a:lnTo>
                      <a:pt x="382" y="222"/>
                    </a:lnTo>
                    <a:lnTo>
                      <a:pt x="382" y="222"/>
                    </a:lnTo>
                    <a:lnTo>
                      <a:pt x="383" y="222"/>
                    </a:lnTo>
                    <a:lnTo>
                      <a:pt x="383" y="224"/>
                    </a:lnTo>
                    <a:lnTo>
                      <a:pt x="383" y="224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2" y="227"/>
                    </a:lnTo>
                    <a:lnTo>
                      <a:pt x="382" y="227"/>
                    </a:lnTo>
                    <a:lnTo>
                      <a:pt x="382" y="227"/>
                    </a:lnTo>
                    <a:lnTo>
                      <a:pt x="380" y="229"/>
                    </a:lnTo>
                    <a:lnTo>
                      <a:pt x="380" y="229"/>
                    </a:lnTo>
                    <a:lnTo>
                      <a:pt x="380" y="231"/>
                    </a:lnTo>
                    <a:lnTo>
                      <a:pt x="383" y="231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5" y="232"/>
                    </a:lnTo>
                    <a:lnTo>
                      <a:pt x="385" y="231"/>
                    </a:lnTo>
                    <a:lnTo>
                      <a:pt x="387" y="231"/>
                    </a:lnTo>
                    <a:lnTo>
                      <a:pt x="387" y="229"/>
                    </a:lnTo>
                    <a:lnTo>
                      <a:pt x="388" y="229"/>
                    </a:lnTo>
                    <a:lnTo>
                      <a:pt x="388" y="226"/>
                    </a:lnTo>
                    <a:lnTo>
                      <a:pt x="388" y="224"/>
                    </a:lnTo>
                    <a:lnTo>
                      <a:pt x="385" y="222"/>
                    </a:lnTo>
                    <a:close/>
                    <a:moveTo>
                      <a:pt x="185" y="270"/>
                    </a:moveTo>
                    <a:lnTo>
                      <a:pt x="185" y="270"/>
                    </a:lnTo>
                    <a:lnTo>
                      <a:pt x="186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6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6" y="263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8" y="261"/>
                    </a:lnTo>
                    <a:lnTo>
                      <a:pt x="190" y="261"/>
                    </a:lnTo>
                    <a:lnTo>
                      <a:pt x="190" y="263"/>
                    </a:lnTo>
                    <a:lnTo>
                      <a:pt x="190" y="266"/>
                    </a:lnTo>
                    <a:lnTo>
                      <a:pt x="190" y="266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91" y="265"/>
                    </a:lnTo>
                    <a:lnTo>
                      <a:pt x="191" y="263"/>
                    </a:lnTo>
                    <a:lnTo>
                      <a:pt x="193" y="260"/>
                    </a:lnTo>
                    <a:lnTo>
                      <a:pt x="195" y="260"/>
                    </a:lnTo>
                    <a:lnTo>
                      <a:pt x="195" y="260"/>
                    </a:lnTo>
                    <a:lnTo>
                      <a:pt x="195" y="261"/>
                    </a:lnTo>
                    <a:lnTo>
                      <a:pt x="195" y="263"/>
                    </a:lnTo>
                    <a:lnTo>
                      <a:pt x="195" y="265"/>
                    </a:lnTo>
                    <a:lnTo>
                      <a:pt x="197" y="265"/>
                    </a:lnTo>
                    <a:lnTo>
                      <a:pt x="200" y="265"/>
                    </a:lnTo>
                    <a:lnTo>
                      <a:pt x="200" y="263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202" y="258"/>
                    </a:lnTo>
                    <a:lnTo>
                      <a:pt x="203" y="260"/>
                    </a:lnTo>
                    <a:lnTo>
                      <a:pt x="205" y="263"/>
                    </a:lnTo>
                    <a:lnTo>
                      <a:pt x="207" y="261"/>
                    </a:lnTo>
                    <a:lnTo>
                      <a:pt x="208" y="261"/>
                    </a:lnTo>
                    <a:lnTo>
                      <a:pt x="208" y="263"/>
                    </a:lnTo>
                    <a:lnTo>
                      <a:pt x="208" y="265"/>
                    </a:lnTo>
                    <a:lnTo>
                      <a:pt x="208" y="265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7" y="268"/>
                    </a:lnTo>
                    <a:lnTo>
                      <a:pt x="210" y="268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2" y="270"/>
                    </a:lnTo>
                    <a:lnTo>
                      <a:pt x="212" y="272"/>
                    </a:lnTo>
                    <a:lnTo>
                      <a:pt x="212" y="272"/>
                    </a:lnTo>
                    <a:lnTo>
                      <a:pt x="212" y="272"/>
                    </a:lnTo>
                    <a:lnTo>
                      <a:pt x="212" y="273"/>
                    </a:lnTo>
                    <a:lnTo>
                      <a:pt x="212" y="273"/>
                    </a:lnTo>
                    <a:lnTo>
                      <a:pt x="212" y="275"/>
                    </a:lnTo>
                    <a:lnTo>
                      <a:pt x="215" y="277"/>
                    </a:lnTo>
                    <a:lnTo>
                      <a:pt x="215" y="278"/>
                    </a:lnTo>
                    <a:lnTo>
                      <a:pt x="214" y="278"/>
                    </a:lnTo>
                    <a:lnTo>
                      <a:pt x="212" y="278"/>
                    </a:lnTo>
                    <a:lnTo>
                      <a:pt x="210" y="277"/>
                    </a:lnTo>
                    <a:lnTo>
                      <a:pt x="208" y="277"/>
                    </a:lnTo>
                    <a:lnTo>
                      <a:pt x="208" y="277"/>
                    </a:lnTo>
                    <a:lnTo>
                      <a:pt x="207" y="278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7" y="282"/>
                    </a:lnTo>
                    <a:lnTo>
                      <a:pt x="207" y="282"/>
                    </a:lnTo>
                    <a:lnTo>
                      <a:pt x="205" y="282"/>
                    </a:lnTo>
                    <a:lnTo>
                      <a:pt x="205" y="282"/>
                    </a:lnTo>
                    <a:lnTo>
                      <a:pt x="205" y="280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3" y="278"/>
                    </a:lnTo>
                    <a:lnTo>
                      <a:pt x="202" y="277"/>
                    </a:lnTo>
                    <a:lnTo>
                      <a:pt x="200" y="277"/>
                    </a:lnTo>
                    <a:lnTo>
                      <a:pt x="200" y="275"/>
                    </a:lnTo>
                    <a:lnTo>
                      <a:pt x="200" y="273"/>
                    </a:lnTo>
                    <a:lnTo>
                      <a:pt x="198" y="272"/>
                    </a:lnTo>
                    <a:lnTo>
                      <a:pt x="195" y="272"/>
                    </a:lnTo>
                    <a:lnTo>
                      <a:pt x="193" y="272"/>
                    </a:lnTo>
                    <a:lnTo>
                      <a:pt x="193" y="272"/>
                    </a:lnTo>
                    <a:lnTo>
                      <a:pt x="193" y="272"/>
                    </a:lnTo>
                    <a:lnTo>
                      <a:pt x="191" y="272"/>
                    </a:lnTo>
                    <a:lnTo>
                      <a:pt x="191" y="272"/>
                    </a:lnTo>
                    <a:lnTo>
                      <a:pt x="191" y="272"/>
                    </a:lnTo>
                    <a:lnTo>
                      <a:pt x="190" y="270"/>
                    </a:lnTo>
                    <a:lnTo>
                      <a:pt x="190" y="270"/>
                    </a:lnTo>
                    <a:lnTo>
                      <a:pt x="188" y="272"/>
                    </a:lnTo>
                    <a:lnTo>
                      <a:pt x="186" y="272"/>
                    </a:lnTo>
                    <a:lnTo>
                      <a:pt x="185" y="272"/>
                    </a:lnTo>
                    <a:lnTo>
                      <a:pt x="183" y="272"/>
                    </a:lnTo>
                    <a:lnTo>
                      <a:pt x="183" y="272"/>
                    </a:lnTo>
                    <a:lnTo>
                      <a:pt x="185" y="270"/>
                    </a:lnTo>
                    <a:close/>
                    <a:moveTo>
                      <a:pt x="217" y="297"/>
                    </a:moveTo>
                    <a:lnTo>
                      <a:pt x="214" y="297"/>
                    </a:lnTo>
                    <a:lnTo>
                      <a:pt x="208" y="297"/>
                    </a:lnTo>
                    <a:lnTo>
                      <a:pt x="207" y="297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5"/>
                    </a:lnTo>
                    <a:lnTo>
                      <a:pt x="203" y="294"/>
                    </a:lnTo>
                    <a:lnTo>
                      <a:pt x="203" y="292"/>
                    </a:lnTo>
                    <a:lnTo>
                      <a:pt x="202" y="290"/>
                    </a:lnTo>
                    <a:lnTo>
                      <a:pt x="202" y="290"/>
                    </a:lnTo>
                    <a:lnTo>
                      <a:pt x="198" y="290"/>
                    </a:lnTo>
                    <a:lnTo>
                      <a:pt x="197" y="290"/>
                    </a:lnTo>
                    <a:lnTo>
                      <a:pt x="195" y="290"/>
                    </a:lnTo>
                    <a:lnTo>
                      <a:pt x="195" y="290"/>
                    </a:lnTo>
                    <a:lnTo>
                      <a:pt x="195" y="289"/>
                    </a:lnTo>
                    <a:lnTo>
                      <a:pt x="195" y="289"/>
                    </a:lnTo>
                    <a:lnTo>
                      <a:pt x="191" y="289"/>
                    </a:lnTo>
                    <a:lnTo>
                      <a:pt x="190" y="285"/>
                    </a:lnTo>
                    <a:lnTo>
                      <a:pt x="188" y="283"/>
                    </a:lnTo>
                    <a:lnTo>
                      <a:pt x="188" y="282"/>
                    </a:lnTo>
                    <a:lnTo>
                      <a:pt x="188" y="280"/>
                    </a:lnTo>
                    <a:lnTo>
                      <a:pt x="186" y="280"/>
                    </a:lnTo>
                    <a:lnTo>
                      <a:pt x="185" y="280"/>
                    </a:lnTo>
                    <a:lnTo>
                      <a:pt x="185" y="280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3" y="275"/>
                    </a:lnTo>
                    <a:lnTo>
                      <a:pt x="185" y="275"/>
                    </a:lnTo>
                    <a:lnTo>
                      <a:pt x="186" y="275"/>
                    </a:lnTo>
                    <a:lnTo>
                      <a:pt x="186" y="275"/>
                    </a:lnTo>
                    <a:lnTo>
                      <a:pt x="188" y="275"/>
                    </a:lnTo>
                    <a:lnTo>
                      <a:pt x="188" y="277"/>
                    </a:lnTo>
                    <a:lnTo>
                      <a:pt x="190" y="277"/>
                    </a:lnTo>
                    <a:lnTo>
                      <a:pt x="190" y="277"/>
                    </a:lnTo>
                    <a:lnTo>
                      <a:pt x="190" y="275"/>
                    </a:lnTo>
                    <a:lnTo>
                      <a:pt x="191" y="275"/>
                    </a:lnTo>
                    <a:lnTo>
                      <a:pt x="191" y="277"/>
                    </a:lnTo>
                    <a:lnTo>
                      <a:pt x="193" y="277"/>
                    </a:lnTo>
                    <a:lnTo>
                      <a:pt x="197" y="280"/>
                    </a:lnTo>
                    <a:lnTo>
                      <a:pt x="197" y="280"/>
                    </a:lnTo>
                    <a:lnTo>
                      <a:pt x="198" y="280"/>
                    </a:lnTo>
                    <a:lnTo>
                      <a:pt x="200" y="280"/>
                    </a:lnTo>
                    <a:lnTo>
                      <a:pt x="202" y="282"/>
                    </a:lnTo>
                    <a:lnTo>
                      <a:pt x="197" y="282"/>
                    </a:lnTo>
                    <a:lnTo>
                      <a:pt x="197" y="282"/>
                    </a:lnTo>
                    <a:lnTo>
                      <a:pt x="197" y="282"/>
                    </a:lnTo>
                    <a:lnTo>
                      <a:pt x="195" y="282"/>
                    </a:lnTo>
                    <a:lnTo>
                      <a:pt x="195" y="282"/>
                    </a:lnTo>
                    <a:lnTo>
                      <a:pt x="193" y="283"/>
                    </a:lnTo>
                    <a:lnTo>
                      <a:pt x="195" y="283"/>
                    </a:lnTo>
                    <a:lnTo>
                      <a:pt x="200" y="287"/>
                    </a:lnTo>
                    <a:lnTo>
                      <a:pt x="202" y="289"/>
                    </a:lnTo>
                    <a:lnTo>
                      <a:pt x="203" y="289"/>
                    </a:lnTo>
                    <a:lnTo>
                      <a:pt x="205" y="287"/>
                    </a:lnTo>
                    <a:lnTo>
                      <a:pt x="210" y="285"/>
                    </a:lnTo>
                    <a:lnTo>
                      <a:pt x="210" y="285"/>
                    </a:lnTo>
                    <a:lnTo>
                      <a:pt x="212" y="285"/>
                    </a:lnTo>
                    <a:lnTo>
                      <a:pt x="212" y="287"/>
                    </a:lnTo>
                    <a:lnTo>
                      <a:pt x="212" y="289"/>
                    </a:lnTo>
                    <a:lnTo>
                      <a:pt x="214" y="290"/>
                    </a:lnTo>
                    <a:lnTo>
                      <a:pt x="215" y="290"/>
                    </a:lnTo>
                    <a:lnTo>
                      <a:pt x="217" y="290"/>
                    </a:lnTo>
                    <a:lnTo>
                      <a:pt x="215" y="292"/>
                    </a:lnTo>
                    <a:lnTo>
                      <a:pt x="214" y="292"/>
                    </a:lnTo>
                    <a:lnTo>
                      <a:pt x="215" y="294"/>
                    </a:lnTo>
                    <a:lnTo>
                      <a:pt x="217" y="294"/>
                    </a:lnTo>
                    <a:lnTo>
                      <a:pt x="217" y="294"/>
                    </a:lnTo>
                    <a:lnTo>
                      <a:pt x="219" y="295"/>
                    </a:lnTo>
                    <a:lnTo>
                      <a:pt x="219" y="295"/>
                    </a:lnTo>
                    <a:lnTo>
                      <a:pt x="217" y="297"/>
                    </a:lnTo>
                    <a:close/>
                    <a:moveTo>
                      <a:pt x="302" y="326"/>
                    </a:moveTo>
                    <a:lnTo>
                      <a:pt x="300" y="324"/>
                    </a:lnTo>
                    <a:lnTo>
                      <a:pt x="300" y="324"/>
                    </a:lnTo>
                    <a:lnTo>
                      <a:pt x="298" y="317"/>
                    </a:lnTo>
                    <a:lnTo>
                      <a:pt x="297" y="317"/>
                    </a:lnTo>
                    <a:lnTo>
                      <a:pt x="297" y="319"/>
                    </a:lnTo>
                    <a:lnTo>
                      <a:pt x="293" y="321"/>
                    </a:lnTo>
                    <a:lnTo>
                      <a:pt x="292" y="322"/>
                    </a:lnTo>
                    <a:lnTo>
                      <a:pt x="292" y="322"/>
                    </a:lnTo>
                    <a:lnTo>
                      <a:pt x="292" y="324"/>
                    </a:lnTo>
                    <a:lnTo>
                      <a:pt x="292" y="326"/>
                    </a:lnTo>
                    <a:lnTo>
                      <a:pt x="292" y="326"/>
                    </a:lnTo>
                    <a:lnTo>
                      <a:pt x="292" y="326"/>
                    </a:lnTo>
                    <a:lnTo>
                      <a:pt x="290" y="328"/>
                    </a:lnTo>
                    <a:lnTo>
                      <a:pt x="290" y="328"/>
                    </a:lnTo>
                    <a:lnTo>
                      <a:pt x="288" y="326"/>
                    </a:lnTo>
                    <a:lnTo>
                      <a:pt x="288" y="324"/>
                    </a:lnTo>
                    <a:lnTo>
                      <a:pt x="287" y="326"/>
                    </a:lnTo>
                    <a:lnTo>
                      <a:pt x="287" y="326"/>
                    </a:lnTo>
                    <a:lnTo>
                      <a:pt x="287" y="326"/>
                    </a:lnTo>
                    <a:lnTo>
                      <a:pt x="287" y="328"/>
                    </a:lnTo>
                    <a:lnTo>
                      <a:pt x="287" y="329"/>
                    </a:lnTo>
                    <a:lnTo>
                      <a:pt x="287" y="333"/>
                    </a:lnTo>
                    <a:lnTo>
                      <a:pt x="287" y="334"/>
                    </a:lnTo>
                    <a:lnTo>
                      <a:pt x="287" y="334"/>
                    </a:lnTo>
                    <a:lnTo>
                      <a:pt x="285" y="334"/>
                    </a:lnTo>
                    <a:lnTo>
                      <a:pt x="281" y="331"/>
                    </a:lnTo>
                    <a:lnTo>
                      <a:pt x="280" y="329"/>
                    </a:lnTo>
                    <a:lnTo>
                      <a:pt x="278" y="331"/>
                    </a:lnTo>
                    <a:lnTo>
                      <a:pt x="280" y="333"/>
                    </a:lnTo>
                    <a:lnTo>
                      <a:pt x="281" y="333"/>
                    </a:lnTo>
                    <a:lnTo>
                      <a:pt x="281" y="334"/>
                    </a:lnTo>
                    <a:lnTo>
                      <a:pt x="283" y="336"/>
                    </a:lnTo>
                    <a:lnTo>
                      <a:pt x="285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8" y="334"/>
                    </a:lnTo>
                    <a:lnTo>
                      <a:pt x="288" y="331"/>
                    </a:lnTo>
                    <a:lnTo>
                      <a:pt x="290" y="331"/>
                    </a:lnTo>
                    <a:lnTo>
                      <a:pt x="292" y="331"/>
                    </a:lnTo>
                    <a:lnTo>
                      <a:pt x="292" y="331"/>
                    </a:lnTo>
                    <a:lnTo>
                      <a:pt x="290" y="333"/>
                    </a:lnTo>
                    <a:lnTo>
                      <a:pt x="290" y="333"/>
                    </a:lnTo>
                    <a:lnTo>
                      <a:pt x="292" y="333"/>
                    </a:lnTo>
                    <a:lnTo>
                      <a:pt x="292" y="333"/>
                    </a:lnTo>
                    <a:lnTo>
                      <a:pt x="292" y="334"/>
                    </a:lnTo>
                    <a:lnTo>
                      <a:pt x="292" y="334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3" y="336"/>
                    </a:lnTo>
                    <a:lnTo>
                      <a:pt x="293" y="336"/>
                    </a:lnTo>
                    <a:lnTo>
                      <a:pt x="293" y="336"/>
                    </a:lnTo>
                    <a:lnTo>
                      <a:pt x="297" y="338"/>
                    </a:lnTo>
                    <a:lnTo>
                      <a:pt x="297" y="338"/>
                    </a:lnTo>
                    <a:lnTo>
                      <a:pt x="298" y="338"/>
                    </a:lnTo>
                    <a:lnTo>
                      <a:pt x="300" y="336"/>
                    </a:lnTo>
                    <a:lnTo>
                      <a:pt x="300" y="333"/>
                    </a:lnTo>
                    <a:lnTo>
                      <a:pt x="300" y="333"/>
                    </a:lnTo>
                    <a:lnTo>
                      <a:pt x="300" y="331"/>
                    </a:lnTo>
                    <a:lnTo>
                      <a:pt x="302" y="331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4" y="328"/>
                    </a:lnTo>
                    <a:lnTo>
                      <a:pt x="302" y="328"/>
                    </a:lnTo>
                    <a:lnTo>
                      <a:pt x="302" y="326"/>
                    </a:lnTo>
                    <a:close/>
                    <a:moveTo>
                      <a:pt x="76" y="80"/>
                    </a:moveTo>
                    <a:lnTo>
                      <a:pt x="76" y="80"/>
                    </a:lnTo>
                    <a:lnTo>
                      <a:pt x="76" y="85"/>
                    </a:lnTo>
                    <a:lnTo>
                      <a:pt x="76" y="86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79" y="81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73"/>
                    </a:lnTo>
                    <a:lnTo>
                      <a:pt x="81" y="73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8" y="78"/>
                    </a:lnTo>
                    <a:lnTo>
                      <a:pt x="76" y="78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0"/>
                    </a:lnTo>
                    <a:lnTo>
                      <a:pt x="76" y="80"/>
                    </a:lnTo>
                    <a:close/>
                    <a:moveTo>
                      <a:pt x="25" y="29"/>
                    </a:moveTo>
                    <a:lnTo>
                      <a:pt x="23" y="29"/>
                    </a:lnTo>
                    <a:lnTo>
                      <a:pt x="23" y="27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3" y="19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3" y="8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39"/>
                    </a:lnTo>
                    <a:lnTo>
                      <a:pt x="3" y="41"/>
                    </a:lnTo>
                    <a:lnTo>
                      <a:pt x="1" y="41"/>
                    </a:lnTo>
                    <a:lnTo>
                      <a:pt x="3" y="44"/>
                    </a:lnTo>
                    <a:lnTo>
                      <a:pt x="3" y="46"/>
                    </a:lnTo>
                    <a:lnTo>
                      <a:pt x="5" y="47"/>
                    </a:lnTo>
                    <a:lnTo>
                      <a:pt x="6" y="47"/>
                    </a:lnTo>
                    <a:lnTo>
                      <a:pt x="15" y="44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2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7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5" y="35"/>
                    </a:lnTo>
                    <a:lnTo>
                      <a:pt x="25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5" y="29"/>
                    </a:lnTo>
                    <a:lnTo>
                      <a:pt x="25" y="29"/>
                    </a:lnTo>
                    <a:close/>
                    <a:moveTo>
                      <a:pt x="378" y="80"/>
                    </a:moveTo>
                    <a:lnTo>
                      <a:pt x="378" y="80"/>
                    </a:lnTo>
                    <a:lnTo>
                      <a:pt x="378" y="78"/>
                    </a:lnTo>
                    <a:lnTo>
                      <a:pt x="373" y="80"/>
                    </a:lnTo>
                    <a:lnTo>
                      <a:pt x="371" y="80"/>
                    </a:lnTo>
                    <a:lnTo>
                      <a:pt x="368" y="80"/>
                    </a:lnTo>
                    <a:lnTo>
                      <a:pt x="368" y="81"/>
                    </a:lnTo>
                    <a:lnTo>
                      <a:pt x="366" y="81"/>
                    </a:lnTo>
                    <a:lnTo>
                      <a:pt x="366" y="81"/>
                    </a:lnTo>
                    <a:lnTo>
                      <a:pt x="366" y="81"/>
                    </a:lnTo>
                    <a:lnTo>
                      <a:pt x="366" y="83"/>
                    </a:lnTo>
                    <a:lnTo>
                      <a:pt x="366" y="83"/>
                    </a:lnTo>
                    <a:lnTo>
                      <a:pt x="368" y="85"/>
                    </a:lnTo>
                    <a:lnTo>
                      <a:pt x="368" y="85"/>
                    </a:lnTo>
                    <a:lnTo>
                      <a:pt x="368" y="85"/>
                    </a:lnTo>
                    <a:lnTo>
                      <a:pt x="370" y="85"/>
                    </a:lnTo>
                    <a:lnTo>
                      <a:pt x="371" y="85"/>
                    </a:lnTo>
                    <a:lnTo>
                      <a:pt x="371" y="86"/>
                    </a:lnTo>
                    <a:lnTo>
                      <a:pt x="375" y="88"/>
                    </a:lnTo>
                    <a:lnTo>
                      <a:pt x="375" y="86"/>
                    </a:lnTo>
                    <a:lnTo>
                      <a:pt x="375" y="85"/>
                    </a:lnTo>
                    <a:lnTo>
                      <a:pt x="377" y="83"/>
                    </a:lnTo>
                    <a:lnTo>
                      <a:pt x="377" y="83"/>
                    </a:lnTo>
                    <a:lnTo>
                      <a:pt x="377" y="83"/>
                    </a:lnTo>
                    <a:lnTo>
                      <a:pt x="377" y="81"/>
                    </a:lnTo>
                    <a:lnTo>
                      <a:pt x="377" y="81"/>
                    </a:lnTo>
                    <a:lnTo>
                      <a:pt x="378" y="80"/>
                    </a:lnTo>
                    <a:close/>
                    <a:moveTo>
                      <a:pt x="343" y="29"/>
                    </a:moveTo>
                    <a:lnTo>
                      <a:pt x="346" y="27"/>
                    </a:lnTo>
                    <a:lnTo>
                      <a:pt x="348" y="27"/>
                    </a:lnTo>
                    <a:lnTo>
                      <a:pt x="348" y="29"/>
                    </a:lnTo>
                    <a:lnTo>
                      <a:pt x="348" y="30"/>
                    </a:lnTo>
                    <a:lnTo>
                      <a:pt x="349" y="32"/>
                    </a:lnTo>
                    <a:lnTo>
                      <a:pt x="349" y="34"/>
                    </a:lnTo>
                    <a:lnTo>
                      <a:pt x="349" y="35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51" y="39"/>
                    </a:lnTo>
                    <a:lnTo>
                      <a:pt x="353" y="41"/>
                    </a:lnTo>
                    <a:lnTo>
                      <a:pt x="353" y="42"/>
                    </a:lnTo>
                    <a:lnTo>
                      <a:pt x="353" y="44"/>
                    </a:lnTo>
                    <a:lnTo>
                      <a:pt x="354" y="44"/>
                    </a:lnTo>
                    <a:lnTo>
                      <a:pt x="354" y="44"/>
                    </a:lnTo>
                    <a:lnTo>
                      <a:pt x="356" y="44"/>
                    </a:lnTo>
                    <a:lnTo>
                      <a:pt x="358" y="46"/>
                    </a:lnTo>
                    <a:lnTo>
                      <a:pt x="358" y="46"/>
                    </a:lnTo>
                    <a:lnTo>
                      <a:pt x="360" y="47"/>
                    </a:lnTo>
                    <a:lnTo>
                      <a:pt x="358" y="49"/>
                    </a:lnTo>
                    <a:lnTo>
                      <a:pt x="358" y="51"/>
                    </a:lnTo>
                    <a:lnTo>
                      <a:pt x="360" y="51"/>
                    </a:lnTo>
                    <a:lnTo>
                      <a:pt x="363" y="54"/>
                    </a:lnTo>
                    <a:lnTo>
                      <a:pt x="361" y="56"/>
                    </a:lnTo>
                    <a:lnTo>
                      <a:pt x="361" y="58"/>
                    </a:lnTo>
                    <a:lnTo>
                      <a:pt x="365" y="58"/>
                    </a:lnTo>
                    <a:lnTo>
                      <a:pt x="368" y="59"/>
                    </a:lnTo>
                    <a:lnTo>
                      <a:pt x="370" y="59"/>
                    </a:lnTo>
                    <a:lnTo>
                      <a:pt x="371" y="58"/>
                    </a:lnTo>
                    <a:lnTo>
                      <a:pt x="373" y="58"/>
                    </a:lnTo>
                    <a:lnTo>
                      <a:pt x="373" y="58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7" y="54"/>
                    </a:lnTo>
                    <a:lnTo>
                      <a:pt x="377" y="54"/>
                    </a:lnTo>
                    <a:lnTo>
                      <a:pt x="378" y="54"/>
                    </a:lnTo>
                    <a:lnTo>
                      <a:pt x="380" y="54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5" y="56"/>
                    </a:lnTo>
                    <a:lnTo>
                      <a:pt x="385" y="54"/>
                    </a:lnTo>
                    <a:lnTo>
                      <a:pt x="383" y="54"/>
                    </a:lnTo>
                    <a:lnTo>
                      <a:pt x="382" y="52"/>
                    </a:lnTo>
                    <a:lnTo>
                      <a:pt x="383" y="51"/>
                    </a:lnTo>
                    <a:lnTo>
                      <a:pt x="385" y="52"/>
                    </a:lnTo>
                    <a:lnTo>
                      <a:pt x="387" y="52"/>
                    </a:lnTo>
                    <a:lnTo>
                      <a:pt x="387" y="51"/>
                    </a:lnTo>
                    <a:lnTo>
                      <a:pt x="385" y="47"/>
                    </a:lnTo>
                    <a:lnTo>
                      <a:pt x="383" y="46"/>
                    </a:lnTo>
                    <a:lnTo>
                      <a:pt x="383" y="44"/>
                    </a:lnTo>
                    <a:lnTo>
                      <a:pt x="382" y="46"/>
                    </a:lnTo>
                    <a:lnTo>
                      <a:pt x="380" y="47"/>
                    </a:lnTo>
                    <a:lnTo>
                      <a:pt x="378" y="47"/>
                    </a:lnTo>
                    <a:lnTo>
                      <a:pt x="377" y="47"/>
                    </a:lnTo>
                    <a:lnTo>
                      <a:pt x="378" y="46"/>
                    </a:lnTo>
                    <a:lnTo>
                      <a:pt x="382" y="44"/>
                    </a:lnTo>
                    <a:lnTo>
                      <a:pt x="383" y="42"/>
                    </a:lnTo>
                    <a:lnTo>
                      <a:pt x="383" y="35"/>
                    </a:lnTo>
                    <a:lnTo>
                      <a:pt x="383" y="32"/>
                    </a:lnTo>
                    <a:lnTo>
                      <a:pt x="375" y="32"/>
                    </a:lnTo>
                    <a:lnTo>
                      <a:pt x="371" y="30"/>
                    </a:lnTo>
                    <a:lnTo>
                      <a:pt x="370" y="29"/>
                    </a:lnTo>
                    <a:lnTo>
                      <a:pt x="370" y="27"/>
                    </a:lnTo>
                    <a:lnTo>
                      <a:pt x="353" y="12"/>
                    </a:lnTo>
                    <a:lnTo>
                      <a:pt x="349" y="15"/>
                    </a:lnTo>
                    <a:lnTo>
                      <a:pt x="348" y="15"/>
                    </a:lnTo>
                    <a:lnTo>
                      <a:pt x="348" y="15"/>
                    </a:lnTo>
                    <a:lnTo>
                      <a:pt x="346" y="15"/>
                    </a:lnTo>
                    <a:lnTo>
                      <a:pt x="346" y="13"/>
                    </a:lnTo>
                    <a:lnTo>
                      <a:pt x="346" y="15"/>
                    </a:lnTo>
                    <a:lnTo>
                      <a:pt x="346" y="15"/>
                    </a:lnTo>
                    <a:lnTo>
                      <a:pt x="346" y="17"/>
                    </a:lnTo>
                    <a:lnTo>
                      <a:pt x="348" y="17"/>
                    </a:lnTo>
                    <a:lnTo>
                      <a:pt x="346" y="19"/>
                    </a:lnTo>
                    <a:lnTo>
                      <a:pt x="344" y="19"/>
                    </a:lnTo>
                    <a:lnTo>
                      <a:pt x="346" y="20"/>
                    </a:lnTo>
                    <a:lnTo>
                      <a:pt x="344" y="22"/>
                    </a:lnTo>
                    <a:lnTo>
                      <a:pt x="341" y="22"/>
                    </a:lnTo>
                    <a:lnTo>
                      <a:pt x="339" y="24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41" y="29"/>
                    </a:lnTo>
                    <a:lnTo>
                      <a:pt x="343" y="29"/>
                    </a:lnTo>
                    <a:close/>
                    <a:moveTo>
                      <a:pt x="397" y="71"/>
                    </a:moveTo>
                    <a:lnTo>
                      <a:pt x="395" y="68"/>
                    </a:lnTo>
                    <a:lnTo>
                      <a:pt x="394" y="68"/>
                    </a:lnTo>
                    <a:lnTo>
                      <a:pt x="392" y="68"/>
                    </a:lnTo>
                    <a:lnTo>
                      <a:pt x="392" y="66"/>
                    </a:lnTo>
                    <a:lnTo>
                      <a:pt x="387" y="63"/>
                    </a:lnTo>
                    <a:lnTo>
                      <a:pt x="387" y="63"/>
                    </a:lnTo>
                    <a:lnTo>
                      <a:pt x="385" y="63"/>
                    </a:lnTo>
                    <a:lnTo>
                      <a:pt x="385" y="63"/>
                    </a:lnTo>
                    <a:lnTo>
                      <a:pt x="383" y="64"/>
                    </a:lnTo>
                    <a:lnTo>
                      <a:pt x="383" y="64"/>
                    </a:lnTo>
                    <a:lnTo>
                      <a:pt x="382" y="64"/>
                    </a:lnTo>
                    <a:lnTo>
                      <a:pt x="380" y="64"/>
                    </a:lnTo>
                    <a:lnTo>
                      <a:pt x="375" y="66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1" y="66"/>
                    </a:lnTo>
                    <a:lnTo>
                      <a:pt x="371" y="66"/>
                    </a:lnTo>
                    <a:lnTo>
                      <a:pt x="370" y="66"/>
                    </a:lnTo>
                    <a:lnTo>
                      <a:pt x="365" y="66"/>
                    </a:lnTo>
                    <a:lnTo>
                      <a:pt x="363" y="66"/>
                    </a:lnTo>
                    <a:lnTo>
                      <a:pt x="358" y="69"/>
                    </a:lnTo>
                    <a:lnTo>
                      <a:pt x="358" y="69"/>
                    </a:lnTo>
                    <a:lnTo>
                      <a:pt x="358" y="73"/>
                    </a:lnTo>
                    <a:lnTo>
                      <a:pt x="358" y="73"/>
                    </a:lnTo>
                    <a:lnTo>
                      <a:pt x="358" y="73"/>
                    </a:lnTo>
                    <a:lnTo>
                      <a:pt x="360" y="73"/>
                    </a:lnTo>
                    <a:lnTo>
                      <a:pt x="361" y="73"/>
                    </a:lnTo>
                    <a:lnTo>
                      <a:pt x="361" y="75"/>
                    </a:lnTo>
                    <a:lnTo>
                      <a:pt x="363" y="75"/>
                    </a:lnTo>
                    <a:lnTo>
                      <a:pt x="365" y="75"/>
                    </a:lnTo>
                    <a:lnTo>
                      <a:pt x="370" y="75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5" y="75"/>
                    </a:lnTo>
                    <a:lnTo>
                      <a:pt x="375" y="75"/>
                    </a:lnTo>
                    <a:lnTo>
                      <a:pt x="377" y="75"/>
                    </a:lnTo>
                    <a:lnTo>
                      <a:pt x="377" y="75"/>
                    </a:lnTo>
                    <a:lnTo>
                      <a:pt x="377" y="76"/>
                    </a:lnTo>
                    <a:lnTo>
                      <a:pt x="383" y="73"/>
                    </a:lnTo>
                    <a:lnTo>
                      <a:pt x="385" y="75"/>
                    </a:lnTo>
                    <a:lnTo>
                      <a:pt x="387" y="76"/>
                    </a:lnTo>
                    <a:lnTo>
                      <a:pt x="387" y="80"/>
                    </a:lnTo>
                    <a:lnTo>
                      <a:pt x="388" y="78"/>
                    </a:lnTo>
                    <a:lnTo>
                      <a:pt x="390" y="78"/>
                    </a:lnTo>
                    <a:lnTo>
                      <a:pt x="390" y="78"/>
                    </a:lnTo>
                    <a:lnTo>
                      <a:pt x="392" y="78"/>
                    </a:lnTo>
                    <a:lnTo>
                      <a:pt x="392" y="78"/>
                    </a:lnTo>
                    <a:lnTo>
                      <a:pt x="394" y="76"/>
                    </a:lnTo>
                    <a:lnTo>
                      <a:pt x="394" y="75"/>
                    </a:lnTo>
                    <a:lnTo>
                      <a:pt x="394" y="75"/>
                    </a:lnTo>
                    <a:lnTo>
                      <a:pt x="395" y="75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7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3"/>
                    </a:lnTo>
                    <a:lnTo>
                      <a:pt x="397" y="71"/>
                    </a:lnTo>
                    <a:close/>
                    <a:moveTo>
                      <a:pt x="86" y="76"/>
                    </a:moveTo>
                    <a:lnTo>
                      <a:pt x="88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5" y="75"/>
                    </a:lnTo>
                    <a:lnTo>
                      <a:pt x="95" y="75"/>
                    </a:lnTo>
                    <a:lnTo>
                      <a:pt x="95" y="73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5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0" y="69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88" y="71"/>
                    </a:lnTo>
                    <a:lnTo>
                      <a:pt x="88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4" y="73"/>
                    </a:lnTo>
                    <a:lnTo>
                      <a:pt x="86" y="75"/>
                    </a:lnTo>
                    <a:lnTo>
                      <a:pt x="86" y="76"/>
                    </a:lnTo>
                    <a:close/>
                    <a:moveTo>
                      <a:pt x="93" y="90"/>
                    </a:moveTo>
                    <a:lnTo>
                      <a:pt x="93" y="90"/>
                    </a:lnTo>
                    <a:lnTo>
                      <a:pt x="91" y="90"/>
                    </a:lnTo>
                    <a:lnTo>
                      <a:pt x="88" y="93"/>
                    </a:lnTo>
                    <a:lnTo>
                      <a:pt x="88" y="93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1" y="98"/>
                    </a:lnTo>
                    <a:lnTo>
                      <a:pt x="91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8" y="97"/>
                    </a:lnTo>
                    <a:lnTo>
                      <a:pt x="100" y="97"/>
                    </a:lnTo>
                    <a:lnTo>
                      <a:pt x="101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3" y="95"/>
                    </a:lnTo>
                    <a:lnTo>
                      <a:pt x="101" y="95"/>
                    </a:lnTo>
                    <a:lnTo>
                      <a:pt x="100" y="93"/>
                    </a:lnTo>
                    <a:lnTo>
                      <a:pt x="98" y="93"/>
                    </a:lnTo>
                    <a:lnTo>
                      <a:pt x="96" y="92"/>
                    </a:lnTo>
                    <a:lnTo>
                      <a:pt x="96" y="92"/>
                    </a:lnTo>
                    <a:lnTo>
                      <a:pt x="95" y="92"/>
                    </a:lnTo>
                    <a:lnTo>
                      <a:pt x="93" y="9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45" name="Freeform 8">
                <a:extLst>
                  <a:ext uri="{FF2B5EF4-FFF2-40B4-BE49-F238E27FC236}">
                    <a16:creationId xmlns:a16="http://schemas.microsoft.com/office/drawing/2014/main" id="{7D040BF8-AAD2-4E95-8144-57AEA57EF0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66604" y="5410998"/>
                <a:ext cx="2051732" cy="2065622"/>
              </a:xfrm>
              <a:custGeom>
                <a:avLst/>
                <a:gdLst>
                  <a:gd name="T0" fmla="*/ 399 w 1034"/>
                  <a:gd name="T1" fmla="*/ 542 h 1041"/>
                  <a:gd name="T2" fmla="*/ 477 w 1034"/>
                  <a:gd name="T3" fmla="*/ 664 h 1041"/>
                  <a:gd name="T4" fmla="*/ 718 w 1034"/>
                  <a:gd name="T5" fmla="*/ 735 h 1041"/>
                  <a:gd name="T6" fmla="*/ 757 w 1034"/>
                  <a:gd name="T7" fmla="*/ 842 h 1041"/>
                  <a:gd name="T8" fmla="*/ 742 w 1034"/>
                  <a:gd name="T9" fmla="*/ 825 h 1041"/>
                  <a:gd name="T10" fmla="*/ 667 w 1034"/>
                  <a:gd name="T11" fmla="*/ 839 h 1041"/>
                  <a:gd name="T12" fmla="*/ 664 w 1034"/>
                  <a:gd name="T13" fmla="*/ 866 h 1041"/>
                  <a:gd name="T14" fmla="*/ 700 w 1034"/>
                  <a:gd name="T15" fmla="*/ 866 h 1041"/>
                  <a:gd name="T16" fmla="*/ 742 w 1034"/>
                  <a:gd name="T17" fmla="*/ 859 h 1041"/>
                  <a:gd name="T18" fmla="*/ 786 w 1034"/>
                  <a:gd name="T19" fmla="*/ 847 h 1041"/>
                  <a:gd name="T20" fmla="*/ 146 w 1034"/>
                  <a:gd name="T21" fmla="*/ 484 h 1041"/>
                  <a:gd name="T22" fmla="*/ 301 w 1034"/>
                  <a:gd name="T23" fmla="*/ 519 h 1041"/>
                  <a:gd name="T24" fmla="*/ 345 w 1034"/>
                  <a:gd name="T25" fmla="*/ 526 h 1041"/>
                  <a:gd name="T26" fmla="*/ 382 w 1034"/>
                  <a:gd name="T27" fmla="*/ 535 h 1041"/>
                  <a:gd name="T28" fmla="*/ 394 w 1034"/>
                  <a:gd name="T29" fmla="*/ 531 h 1041"/>
                  <a:gd name="T30" fmla="*/ 411 w 1034"/>
                  <a:gd name="T31" fmla="*/ 536 h 1041"/>
                  <a:gd name="T32" fmla="*/ 419 w 1034"/>
                  <a:gd name="T33" fmla="*/ 557 h 1041"/>
                  <a:gd name="T34" fmla="*/ 435 w 1034"/>
                  <a:gd name="T35" fmla="*/ 557 h 1041"/>
                  <a:gd name="T36" fmla="*/ 448 w 1034"/>
                  <a:gd name="T37" fmla="*/ 586 h 1041"/>
                  <a:gd name="T38" fmla="*/ 438 w 1034"/>
                  <a:gd name="T39" fmla="*/ 598 h 1041"/>
                  <a:gd name="T40" fmla="*/ 455 w 1034"/>
                  <a:gd name="T41" fmla="*/ 618 h 1041"/>
                  <a:gd name="T42" fmla="*/ 486 w 1034"/>
                  <a:gd name="T43" fmla="*/ 621 h 1041"/>
                  <a:gd name="T44" fmla="*/ 501 w 1034"/>
                  <a:gd name="T45" fmla="*/ 633 h 1041"/>
                  <a:gd name="T46" fmla="*/ 535 w 1034"/>
                  <a:gd name="T47" fmla="*/ 686 h 1041"/>
                  <a:gd name="T48" fmla="*/ 550 w 1034"/>
                  <a:gd name="T49" fmla="*/ 732 h 1041"/>
                  <a:gd name="T50" fmla="*/ 555 w 1034"/>
                  <a:gd name="T51" fmla="*/ 744 h 1041"/>
                  <a:gd name="T52" fmla="*/ 533 w 1034"/>
                  <a:gd name="T53" fmla="*/ 728 h 1041"/>
                  <a:gd name="T54" fmla="*/ 548 w 1034"/>
                  <a:gd name="T55" fmla="*/ 749 h 1041"/>
                  <a:gd name="T56" fmla="*/ 591 w 1034"/>
                  <a:gd name="T57" fmla="*/ 767 h 1041"/>
                  <a:gd name="T58" fmla="*/ 604 w 1034"/>
                  <a:gd name="T59" fmla="*/ 754 h 1041"/>
                  <a:gd name="T60" fmla="*/ 593 w 1034"/>
                  <a:gd name="T61" fmla="*/ 755 h 1041"/>
                  <a:gd name="T62" fmla="*/ 611 w 1034"/>
                  <a:gd name="T63" fmla="*/ 735 h 1041"/>
                  <a:gd name="T64" fmla="*/ 640 w 1034"/>
                  <a:gd name="T65" fmla="*/ 691 h 1041"/>
                  <a:gd name="T66" fmla="*/ 681 w 1034"/>
                  <a:gd name="T67" fmla="*/ 671 h 1041"/>
                  <a:gd name="T68" fmla="*/ 703 w 1034"/>
                  <a:gd name="T69" fmla="*/ 664 h 1041"/>
                  <a:gd name="T70" fmla="*/ 740 w 1034"/>
                  <a:gd name="T71" fmla="*/ 603 h 1041"/>
                  <a:gd name="T72" fmla="*/ 759 w 1034"/>
                  <a:gd name="T73" fmla="*/ 591 h 1041"/>
                  <a:gd name="T74" fmla="*/ 759 w 1034"/>
                  <a:gd name="T75" fmla="*/ 569 h 1041"/>
                  <a:gd name="T76" fmla="*/ 773 w 1034"/>
                  <a:gd name="T77" fmla="*/ 604 h 1041"/>
                  <a:gd name="T78" fmla="*/ 771 w 1034"/>
                  <a:gd name="T79" fmla="*/ 616 h 1041"/>
                  <a:gd name="T80" fmla="*/ 766 w 1034"/>
                  <a:gd name="T81" fmla="*/ 655 h 1041"/>
                  <a:gd name="T82" fmla="*/ 735 w 1034"/>
                  <a:gd name="T83" fmla="*/ 691 h 1041"/>
                  <a:gd name="T84" fmla="*/ 728 w 1034"/>
                  <a:gd name="T85" fmla="*/ 725 h 1041"/>
                  <a:gd name="T86" fmla="*/ 725 w 1034"/>
                  <a:gd name="T87" fmla="*/ 771 h 1041"/>
                  <a:gd name="T88" fmla="*/ 684 w 1034"/>
                  <a:gd name="T89" fmla="*/ 788 h 1041"/>
                  <a:gd name="T90" fmla="*/ 706 w 1034"/>
                  <a:gd name="T91" fmla="*/ 795 h 1041"/>
                  <a:gd name="T92" fmla="*/ 754 w 1034"/>
                  <a:gd name="T93" fmla="*/ 786 h 1041"/>
                  <a:gd name="T94" fmla="*/ 766 w 1034"/>
                  <a:gd name="T95" fmla="*/ 737 h 1041"/>
                  <a:gd name="T96" fmla="*/ 798 w 1034"/>
                  <a:gd name="T97" fmla="*/ 727 h 1041"/>
                  <a:gd name="T98" fmla="*/ 822 w 1034"/>
                  <a:gd name="T99" fmla="*/ 759 h 1041"/>
                  <a:gd name="T100" fmla="*/ 813 w 1034"/>
                  <a:gd name="T101" fmla="*/ 805 h 1041"/>
                  <a:gd name="T102" fmla="*/ 800 w 1034"/>
                  <a:gd name="T103" fmla="*/ 832 h 1041"/>
                  <a:gd name="T104" fmla="*/ 859 w 1034"/>
                  <a:gd name="T105" fmla="*/ 822 h 1041"/>
                  <a:gd name="T106" fmla="*/ 857 w 1034"/>
                  <a:gd name="T107" fmla="*/ 815 h 1041"/>
                  <a:gd name="T108" fmla="*/ 891 w 1034"/>
                  <a:gd name="T109" fmla="*/ 813 h 1041"/>
                  <a:gd name="T110" fmla="*/ 890 w 1034"/>
                  <a:gd name="T111" fmla="*/ 835 h 1041"/>
                  <a:gd name="T112" fmla="*/ 869 w 1034"/>
                  <a:gd name="T113" fmla="*/ 822 h 1041"/>
                  <a:gd name="T114" fmla="*/ 910 w 1034"/>
                  <a:gd name="T115" fmla="*/ 866 h 1041"/>
                  <a:gd name="T116" fmla="*/ 936 w 1034"/>
                  <a:gd name="T117" fmla="*/ 915 h 1041"/>
                  <a:gd name="T118" fmla="*/ 949 w 1034"/>
                  <a:gd name="T119" fmla="*/ 992 h 1041"/>
                  <a:gd name="T120" fmla="*/ 978 w 1034"/>
                  <a:gd name="T121" fmla="*/ 1024 h 1041"/>
                  <a:gd name="T122" fmla="*/ 1031 w 1034"/>
                  <a:gd name="T123" fmla="*/ 1039 h 10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4" h="1041">
                    <a:moveTo>
                      <a:pt x="644" y="788"/>
                    </a:moveTo>
                    <a:lnTo>
                      <a:pt x="644" y="788"/>
                    </a:lnTo>
                    <a:lnTo>
                      <a:pt x="642" y="788"/>
                    </a:lnTo>
                    <a:lnTo>
                      <a:pt x="640" y="789"/>
                    </a:lnTo>
                    <a:lnTo>
                      <a:pt x="642" y="789"/>
                    </a:lnTo>
                    <a:lnTo>
                      <a:pt x="644" y="791"/>
                    </a:lnTo>
                    <a:lnTo>
                      <a:pt x="645" y="791"/>
                    </a:lnTo>
                    <a:lnTo>
                      <a:pt x="645" y="791"/>
                    </a:lnTo>
                    <a:lnTo>
                      <a:pt x="645" y="791"/>
                    </a:lnTo>
                    <a:lnTo>
                      <a:pt x="645" y="789"/>
                    </a:lnTo>
                    <a:lnTo>
                      <a:pt x="644" y="788"/>
                    </a:lnTo>
                    <a:close/>
                    <a:moveTo>
                      <a:pt x="399" y="538"/>
                    </a:moveTo>
                    <a:lnTo>
                      <a:pt x="396" y="538"/>
                    </a:lnTo>
                    <a:lnTo>
                      <a:pt x="394" y="540"/>
                    </a:lnTo>
                    <a:lnTo>
                      <a:pt x="392" y="542"/>
                    </a:lnTo>
                    <a:lnTo>
                      <a:pt x="392" y="543"/>
                    </a:lnTo>
                    <a:lnTo>
                      <a:pt x="391" y="545"/>
                    </a:lnTo>
                    <a:lnTo>
                      <a:pt x="394" y="545"/>
                    </a:lnTo>
                    <a:lnTo>
                      <a:pt x="396" y="543"/>
                    </a:lnTo>
                    <a:lnTo>
                      <a:pt x="397" y="543"/>
                    </a:lnTo>
                    <a:lnTo>
                      <a:pt x="397" y="543"/>
                    </a:lnTo>
                    <a:lnTo>
                      <a:pt x="397" y="543"/>
                    </a:lnTo>
                    <a:lnTo>
                      <a:pt x="399" y="542"/>
                    </a:lnTo>
                    <a:lnTo>
                      <a:pt x="399" y="542"/>
                    </a:lnTo>
                    <a:lnTo>
                      <a:pt x="399" y="542"/>
                    </a:lnTo>
                    <a:lnTo>
                      <a:pt x="397" y="540"/>
                    </a:lnTo>
                    <a:lnTo>
                      <a:pt x="402" y="538"/>
                    </a:lnTo>
                    <a:lnTo>
                      <a:pt x="402" y="538"/>
                    </a:lnTo>
                    <a:lnTo>
                      <a:pt x="401" y="538"/>
                    </a:lnTo>
                    <a:lnTo>
                      <a:pt x="399" y="538"/>
                    </a:lnTo>
                    <a:close/>
                    <a:moveTo>
                      <a:pt x="477" y="664"/>
                    </a:moveTo>
                    <a:lnTo>
                      <a:pt x="477" y="664"/>
                    </a:lnTo>
                    <a:lnTo>
                      <a:pt x="477" y="664"/>
                    </a:lnTo>
                    <a:lnTo>
                      <a:pt x="475" y="664"/>
                    </a:lnTo>
                    <a:lnTo>
                      <a:pt x="474" y="664"/>
                    </a:lnTo>
                    <a:lnTo>
                      <a:pt x="472" y="664"/>
                    </a:lnTo>
                    <a:lnTo>
                      <a:pt x="472" y="665"/>
                    </a:lnTo>
                    <a:lnTo>
                      <a:pt x="472" y="665"/>
                    </a:lnTo>
                    <a:lnTo>
                      <a:pt x="472" y="667"/>
                    </a:lnTo>
                    <a:lnTo>
                      <a:pt x="472" y="669"/>
                    </a:lnTo>
                    <a:lnTo>
                      <a:pt x="472" y="671"/>
                    </a:lnTo>
                    <a:lnTo>
                      <a:pt x="474" y="671"/>
                    </a:lnTo>
                    <a:lnTo>
                      <a:pt x="475" y="667"/>
                    </a:lnTo>
                    <a:lnTo>
                      <a:pt x="477" y="667"/>
                    </a:lnTo>
                    <a:lnTo>
                      <a:pt x="477" y="667"/>
                    </a:lnTo>
                    <a:lnTo>
                      <a:pt x="479" y="667"/>
                    </a:lnTo>
                    <a:lnTo>
                      <a:pt x="477" y="665"/>
                    </a:lnTo>
                    <a:lnTo>
                      <a:pt x="477" y="664"/>
                    </a:lnTo>
                    <a:close/>
                    <a:moveTo>
                      <a:pt x="620" y="778"/>
                    </a:moveTo>
                    <a:lnTo>
                      <a:pt x="620" y="778"/>
                    </a:lnTo>
                    <a:lnTo>
                      <a:pt x="620" y="778"/>
                    </a:lnTo>
                    <a:lnTo>
                      <a:pt x="618" y="776"/>
                    </a:lnTo>
                    <a:lnTo>
                      <a:pt x="615" y="771"/>
                    </a:lnTo>
                    <a:lnTo>
                      <a:pt x="613" y="771"/>
                    </a:lnTo>
                    <a:lnTo>
                      <a:pt x="611" y="771"/>
                    </a:lnTo>
                    <a:lnTo>
                      <a:pt x="611" y="772"/>
                    </a:lnTo>
                    <a:lnTo>
                      <a:pt x="615" y="776"/>
                    </a:lnTo>
                    <a:lnTo>
                      <a:pt x="616" y="778"/>
                    </a:lnTo>
                    <a:lnTo>
                      <a:pt x="616" y="779"/>
                    </a:lnTo>
                    <a:lnTo>
                      <a:pt x="616" y="781"/>
                    </a:lnTo>
                    <a:lnTo>
                      <a:pt x="620" y="781"/>
                    </a:lnTo>
                    <a:lnTo>
                      <a:pt x="620" y="783"/>
                    </a:lnTo>
                    <a:lnTo>
                      <a:pt x="621" y="781"/>
                    </a:lnTo>
                    <a:lnTo>
                      <a:pt x="621" y="781"/>
                    </a:lnTo>
                    <a:lnTo>
                      <a:pt x="621" y="779"/>
                    </a:lnTo>
                    <a:lnTo>
                      <a:pt x="620" y="778"/>
                    </a:lnTo>
                    <a:close/>
                    <a:moveTo>
                      <a:pt x="720" y="735"/>
                    </a:moveTo>
                    <a:lnTo>
                      <a:pt x="722" y="732"/>
                    </a:lnTo>
                    <a:lnTo>
                      <a:pt x="722" y="730"/>
                    </a:lnTo>
                    <a:lnTo>
                      <a:pt x="718" y="733"/>
                    </a:lnTo>
                    <a:lnTo>
                      <a:pt x="718" y="733"/>
                    </a:lnTo>
                    <a:lnTo>
                      <a:pt x="718" y="735"/>
                    </a:lnTo>
                    <a:lnTo>
                      <a:pt x="720" y="735"/>
                    </a:lnTo>
                    <a:lnTo>
                      <a:pt x="720" y="735"/>
                    </a:lnTo>
                    <a:close/>
                    <a:moveTo>
                      <a:pt x="784" y="845"/>
                    </a:moveTo>
                    <a:lnTo>
                      <a:pt x="783" y="845"/>
                    </a:lnTo>
                    <a:lnTo>
                      <a:pt x="783" y="845"/>
                    </a:lnTo>
                    <a:lnTo>
                      <a:pt x="781" y="844"/>
                    </a:lnTo>
                    <a:lnTo>
                      <a:pt x="781" y="842"/>
                    </a:lnTo>
                    <a:lnTo>
                      <a:pt x="781" y="840"/>
                    </a:lnTo>
                    <a:lnTo>
                      <a:pt x="779" y="840"/>
                    </a:lnTo>
                    <a:lnTo>
                      <a:pt x="776" y="839"/>
                    </a:lnTo>
                    <a:lnTo>
                      <a:pt x="773" y="839"/>
                    </a:lnTo>
                    <a:lnTo>
                      <a:pt x="769" y="839"/>
                    </a:lnTo>
                    <a:lnTo>
                      <a:pt x="767" y="839"/>
                    </a:lnTo>
                    <a:lnTo>
                      <a:pt x="766" y="840"/>
                    </a:lnTo>
                    <a:lnTo>
                      <a:pt x="766" y="842"/>
                    </a:lnTo>
                    <a:lnTo>
                      <a:pt x="766" y="842"/>
                    </a:lnTo>
                    <a:lnTo>
                      <a:pt x="764" y="844"/>
                    </a:lnTo>
                    <a:lnTo>
                      <a:pt x="762" y="845"/>
                    </a:lnTo>
                    <a:lnTo>
                      <a:pt x="761" y="845"/>
                    </a:lnTo>
                    <a:lnTo>
                      <a:pt x="759" y="845"/>
                    </a:lnTo>
                    <a:lnTo>
                      <a:pt x="757" y="845"/>
                    </a:lnTo>
                    <a:lnTo>
                      <a:pt x="757" y="844"/>
                    </a:lnTo>
                    <a:lnTo>
                      <a:pt x="757" y="842"/>
                    </a:lnTo>
                    <a:lnTo>
                      <a:pt x="757" y="842"/>
                    </a:lnTo>
                    <a:lnTo>
                      <a:pt x="757" y="840"/>
                    </a:lnTo>
                    <a:lnTo>
                      <a:pt x="757" y="840"/>
                    </a:lnTo>
                    <a:lnTo>
                      <a:pt x="756" y="839"/>
                    </a:lnTo>
                    <a:lnTo>
                      <a:pt x="756" y="839"/>
                    </a:lnTo>
                    <a:lnTo>
                      <a:pt x="756" y="840"/>
                    </a:lnTo>
                    <a:lnTo>
                      <a:pt x="754" y="840"/>
                    </a:lnTo>
                    <a:lnTo>
                      <a:pt x="751" y="840"/>
                    </a:lnTo>
                    <a:lnTo>
                      <a:pt x="749" y="840"/>
                    </a:lnTo>
                    <a:lnTo>
                      <a:pt x="745" y="839"/>
                    </a:lnTo>
                    <a:lnTo>
                      <a:pt x="742" y="840"/>
                    </a:lnTo>
                    <a:lnTo>
                      <a:pt x="740" y="840"/>
                    </a:lnTo>
                    <a:lnTo>
                      <a:pt x="739" y="839"/>
                    </a:lnTo>
                    <a:lnTo>
                      <a:pt x="744" y="835"/>
                    </a:lnTo>
                    <a:lnTo>
                      <a:pt x="745" y="832"/>
                    </a:lnTo>
                    <a:lnTo>
                      <a:pt x="745" y="832"/>
                    </a:lnTo>
                    <a:lnTo>
                      <a:pt x="744" y="832"/>
                    </a:lnTo>
                    <a:lnTo>
                      <a:pt x="740" y="832"/>
                    </a:lnTo>
                    <a:lnTo>
                      <a:pt x="739" y="832"/>
                    </a:lnTo>
                    <a:lnTo>
                      <a:pt x="739" y="830"/>
                    </a:lnTo>
                    <a:lnTo>
                      <a:pt x="740" y="829"/>
                    </a:lnTo>
                    <a:lnTo>
                      <a:pt x="742" y="829"/>
                    </a:lnTo>
                    <a:lnTo>
                      <a:pt x="744" y="827"/>
                    </a:lnTo>
                    <a:lnTo>
                      <a:pt x="744" y="827"/>
                    </a:lnTo>
                    <a:lnTo>
                      <a:pt x="742" y="825"/>
                    </a:lnTo>
                    <a:lnTo>
                      <a:pt x="740" y="827"/>
                    </a:lnTo>
                    <a:lnTo>
                      <a:pt x="740" y="825"/>
                    </a:lnTo>
                    <a:lnTo>
                      <a:pt x="739" y="827"/>
                    </a:lnTo>
                    <a:lnTo>
                      <a:pt x="735" y="827"/>
                    </a:lnTo>
                    <a:lnTo>
                      <a:pt x="734" y="827"/>
                    </a:lnTo>
                    <a:lnTo>
                      <a:pt x="732" y="827"/>
                    </a:lnTo>
                    <a:lnTo>
                      <a:pt x="730" y="827"/>
                    </a:lnTo>
                    <a:lnTo>
                      <a:pt x="728" y="829"/>
                    </a:lnTo>
                    <a:lnTo>
                      <a:pt x="727" y="829"/>
                    </a:lnTo>
                    <a:lnTo>
                      <a:pt x="727" y="829"/>
                    </a:lnTo>
                    <a:lnTo>
                      <a:pt x="720" y="827"/>
                    </a:lnTo>
                    <a:lnTo>
                      <a:pt x="718" y="825"/>
                    </a:lnTo>
                    <a:lnTo>
                      <a:pt x="717" y="827"/>
                    </a:lnTo>
                    <a:lnTo>
                      <a:pt x="715" y="827"/>
                    </a:lnTo>
                    <a:lnTo>
                      <a:pt x="715" y="829"/>
                    </a:lnTo>
                    <a:lnTo>
                      <a:pt x="713" y="829"/>
                    </a:lnTo>
                    <a:lnTo>
                      <a:pt x="701" y="832"/>
                    </a:lnTo>
                    <a:lnTo>
                      <a:pt x="698" y="834"/>
                    </a:lnTo>
                    <a:lnTo>
                      <a:pt x="696" y="834"/>
                    </a:lnTo>
                    <a:lnTo>
                      <a:pt x="672" y="837"/>
                    </a:lnTo>
                    <a:lnTo>
                      <a:pt x="671" y="837"/>
                    </a:lnTo>
                    <a:lnTo>
                      <a:pt x="671" y="837"/>
                    </a:lnTo>
                    <a:lnTo>
                      <a:pt x="669" y="839"/>
                    </a:lnTo>
                    <a:lnTo>
                      <a:pt x="667" y="839"/>
                    </a:lnTo>
                    <a:lnTo>
                      <a:pt x="662" y="840"/>
                    </a:lnTo>
                    <a:lnTo>
                      <a:pt x="657" y="840"/>
                    </a:lnTo>
                    <a:lnTo>
                      <a:pt x="654" y="840"/>
                    </a:lnTo>
                    <a:lnTo>
                      <a:pt x="654" y="842"/>
                    </a:lnTo>
                    <a:lnTo>
                      <a:pt x="654" y="842"/>
                    </a:lnTo>
                    <a:lnTo>
                      <a:pt x="654" y="844"/>
                    </a:lnTo>
                    <a:lnTo>
                      <a:pt x="652" y="845"/>
                    </a:lnTo>
                    <a:lnTo>
                      <a:pt x="652" y="845"/>
                    </a:lnTo>
                    <a:lnTo>
                      <a:pt x="652" y="845"/>
                    </a:lnTo>
                    <a:lnTo>
                      <a:pt x="652" y="847"/>
                    </a:lnTo>
                    <a:lnTo>
                      <a:pt x="650" y="849"/>
                    </a:lnTo>
                    <a:lnTo>
                      <a:pt x="650" y="851"/>
                    </a:lnTo>
                    <a:lnTo>
                      <a:pt x="650" y="851"/>
                    </a:lnTo>
                    <a:lnTo>
                      <a:pt x="650" y="851"/>
                    </a:lnTo>
                    <a:lnTo>
                      <a:pt x="649" y="852"/>
                    </a:lnTo>
                    <a:lnTo>
                      <a:pt x="649" y="854"/>
                    </a:lnTo>
                    <a:lnTo>
                      <a:pt x="649" y="854"/>
                    </a:lnTo>
                    <a:lnTo>
                      <a:pt x="654" y="857"/>
                    </a:lnTo>
                    <a:lnTo>
                      <a:pt x="655" y="859"/>
                    </a:lnTo>
                    <a:lnTo>
                      <a:pt x="659" y="859"/>
                    </a:lnTo>
                    <a:lnTo>
                      <a:pt x="659" y="859"/>
                    </a:lnTo>
                    <a:lnTo>
                      <a:pt x="662" y="862"/>
                    </a:lnTo>
                    <a:lnTo>
                      <a:pt x="664" y="864"/>
                    </a:lnTo>
                    <a:lnTo>
                      <a:pt x="664" y="866"/>
                    </a:lnTo>
                    <a:lnTo>
                      <a:pt x="664" y="866"/>
                    </a:lnTo>
                    <a:lnTo>
                      <a:pt x="664" y="868"/>
                    </a:lnTo>
                    <a:lnTo>
                      <a:pt x="666" y="868"/>
                    </a:lnTo>
                    <a:lnTo>
                      <a:pt x="667" y="866"/>
                    </a:lnTo>
                    <a:lnTo>
                      <a:pt x="669" y="866"/>
                    </a:lnTo>
                    <a:lnTo>
                      <a:pt x="669" y="866"/>
                    </a:lnTo>
                    <a:lnTo>
                      <a:pt x="669" y="866"/>
                    </a:lnTo>
                    <a:lnTo>
                      <a:pt x="671" y="866"/>
                    </a:lnTo>
                    <a:lnTo>
                      <a:pt x="671" y="866"/>
                    </a:lnTo>
                    <a:lnTo>
                      <a:pt x="672" y="866"/>
                    </a:lnTo>
                    <a:lnTo>
                      <a:pt x="674" y="866"/>
                    </a:lnTo>
                    <a:lnTo>
                      <a:pt x="674" y="866"/>
                    </a:lnTo>
                    <a:lnTo>
                      <a:pt x="676" y="864"/>
                    </a:lnTo>
                    <a:lnTo>
                      <a:pt x="678" y="864"/>
                    </a:lnTo>
                    <a:lnTo>
                      <a:pt x="678" y="864"/>
                    </a:lnTo>
                    <a:lnTo>
                      <a:pt x="679" y="866"/>
                    </a:lnTo>
                    <a:lnTo>
                      <a:pt x="683" y="866"/>
                    </a:lnTo>
                    <a:lnTo>
                      <a:pt x="684" y="866"/>
                    </a:lnTo>
                    <a:lnTo>
                      <a:pt x="691" y="864"/>
                    </a:lnTo>
                    <a:lnTo>
                      <a:pt x="691" y="864"/>
                    </a:lnTo>
                    <a:lnTo>
                      <a:pt x="693" y="864"/>
                    </a:lnTo>
                    <a:lnTo>
                      <a:pt x="696" y="864"/>
                    </a:lnTo>
                    <a:lnTo>
                      <a:pt x="698" y="864"/>
                    </a:lnTo>
                    <a:lnTo>
                      <a:pt x="700" y="866"/>
                    </a:lnTo>
                    <a:lnTo>
                      <a:pt x="701" y="866"/>
                    </a:lnTo>
                    <a:lnTo>
                      <a:pt x="705" y="864"/>
                    </a:lnTo>
                    <a:lnTo>
                      <a:pt x="705" y="862"/>
                    </a:lnTo>
                    <a:lnTo>
                      <a:pt x="705" y="861"/>
                    </a:lnTo>
                    <a:lnTo>
                      <a:pt x="708" y="861"/>
                    </a:lnTo>
                    <a:lnTo>
                      <a:pt x="708" y="861"/>
                    </a:lnTo>
                    <a:lnTo>
                      <a:pt x="710" y="861"/>
                    </a:lnTo>
                    <a:lnTo>
                      <a:pt x="715" y="861"/>
                    </a:lnTo>
                    <a:lnTo>
                      <a:pt x="718" y="862"/>
                    </a:lnTo>
                    <a:lnTo>
                      <a:pt x="722" y="862"/>
                    </a:lnTo>
                    <a:lnTo>
                      <a:pt x="725" y="866"/>
                    </a:lnTo>
                    <a:lnTo>
                      <a:pt x="727" y="868"/>
                    </a:lnTo>
                    <a:lnTo>
                      <a:pt x="728" y="869"/>
                    </a:lnTo>
                    <a:lnTo>
                      <a:pt x="732" y="868"/>
                    </a:lnTo>
                    <a:lnTo>
                      <a:pt x="737" y="864"/>
                    </a:lnTo>
                    <a:lnTo>
                      <a:pt x="740" y="864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1"/>
                    </a:lnTo>
                    <a:lnTo>
                      <a:pt x="742" y="861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2" y="857"/>
                    </a:lnTo>
                    <a:lnTo>
                      <a:pt x="742" y="856"/>
                    </a:lnTo>
                    <a:lnTo>
                      <a:pt x="744" y="854"/>
                    </a:lnTo>
                    <a:lnTo>
                      <a:pt x="747" y="854"/>
                    </a:lnTo>
                    <a:lnTo>
                      <a:pt x="754" y="851"/>
                    </a:lnTo>
                    <a:lnTo>
                      <a:pt x="757" y="851"/>
                    </a:lnTo>
                    <a:lnTo>
                      <a:pt x="761" y="851"/>
                    </a:lnTo>
                    <a:lnTo>
                      <a:pt x="762" y="851"/>
                    </a:lnTo>
                    <a:lnTo>
                      <a:pt x="764" y="851"/>
                    </a:lnTo>
                    <a:lnTo>
                      <a:pt x="766" y="851"/>
                    </a:lnTo>
                    <a:lnTo>
                      <a:pt x="767" y="851"/>
                    </a:lnTo>
                    <a:lnTo>
                      <a:pt x="769" y="851"/>
                    </a:lnTo>
                    <a:lnTo>
                      <a:pt x="771" y="852"/>
                    </a:lnTo>
                    <a:lnTo>
                      <a:pt x="774" y="854"/>
                    </a:lnTo>
                    <a:lnTo>
                      <a:pt x="776" y="854"/>
                    </a:lnTo>
                    <a:lnTo>
                      <a:pt x="778" y="854"/>
                    </a:lnTo>
                    <a:lnTo>
                      <a:pt x="779" y="854"/>
                    </a:lnTo>
                    <a:lnTo>
                      <a:pt x="781" y="854"/>
                    </a:lnTo>
                    <a:lnTo>
                      <a:pt x="783" y="851"/>
                    </a:lnTo>
                    <a:lnTo>
                      <a:pt x="784" y="851"/>
                    </a:lnTo>
                    <a:lnTo>
                      <a:pt x="786" y="851"/>
                    </a:lnTo>
                    <a:lnTo>
                      <a:pt x="786" y="849"/>
                    </a:lnTo>
                    <a:lnTo>
                      <a:pt x="786" y="847"/>
                    </a:lnTo>
                    <a:lnTo>
                      <a:pt x="786" y="845"/>
                    </a:lnTo>
                    <a:lnTo>
                      <a:pt x="784" y="845"/>
                    </a:lnTo>
                    <a:close/>
                    <a:moveTo>
                      <a:pt x="0" y="0"/>
                    </a:moveTo>
                    <a:lnTo>
                      <a:pt x="0" y="491"/>
                    </a:lnTo>
                    <a:lnTo>
                      <a:pt x="8" y="489"/>
                    </a:lnTo>
                    <a:lnTo>
                      <a:pt x="10" y="489"/>
                    </a:lnTo>
                    <a:lnTo>
                      <a:pt x="12" y="489"/>
                    </a:lnTo>
                    <a:lnTo>
                      <a:pt x="17" y="487"/>
                    </a:lnTo>
                    <a:lnTo>
                      <a:pt x="19" y="487"/>
                    </a:lnTo>
                    <a:lnTo>
                      <a:pt x="25" y="487"/>
                    </a:lnTo>
                    <a:lnTo>
                      <a:pt x="27" y="487"/>
                    </a:lnTo>
                    <a:lnTo>
                      <a:pt x="32" y="487"/>
                    </a:lnTo>
                    <a:lnTo>
                      <a:pt x="39" y="487"/>
                    </a:lnTo>
                    <a:lnTo>
                      <a:pt x="41" y="485"/>
                    </a:lnTo>
                    <a:lnTo>
                      <a:pt x="46" y="485"/>
                    </a:lnTo>
                    <a:lnTo>
                      <a:pt x="65" y="484"/>
                    </a:lnTo>
                    <a:lnTo>
                      <a:pt x="82" y="482"/>
                    </a:lnTo>
                    <a:lnTo>
                      <a:pt x="93" y="482"/>
                    </a:lnTo>
                    <a:lnTo>
                      <a:pt x="98" y="480"/>
                    </a:lnTo>
                    <a:lnTo>
                      <a:pt x="100" y="480"/>
                    </a:lnTo>
                    <a:lnTo>
                      <a:pt x="109" y="480"/>
                    </a:lnTo>
                    <a:lnTo>
                      <a:pt x="114" y="482"/>
                    </a:lnTo>
                    <a:lnTo>
                      <a:pt x="134" y="482"/>
                    </a:lnTo>
                    <a:lnTo>
                      <a:pt x="146" y="484"/>
                    </a:lnTo>
                    <a:lnTo>
                      <a:pt x="155" y="484"/>
                    </a:lnTo>
                    <a:lnTo>
                      <a:pt x="158" y="482"/>
                    </a:lnTo>
                    <a:lnTo>
                      <a:pt x="172" y="479"/>
                    </a:lnTo>
                    <a:lnTo>
                      <a:pt x="180" y="474"/>
                    </a:lnTo>
                    <a:lnTo>
                      <a:pt x="183" y="472"/>
                    </a:lnTo>
                    <a:lnTo>
                      <a:pt x="188" y="472"/>
                    </a:lnTo>
                    <a:lnTo>
                      <a:pt x="202" y="477"/>
                    </a:lnTo>
                    <a:lnTo>
                      <a:pt x="219" y="484"/>
                    </a:lnTo>
                    <a:lnTo>
                      <a:pt x="239" y="494"/>
                    </a:lnTo>
                    <a:lnTo>
                      <a:pt x="251" y="502"/>
                    </a:lnTo>
                    <a:lnTo>
                      <a:pt x="265" y="509"/>
                    </a:lnTo>
                    <a:lnTo>
                      <a:pt x="268" y="511"/>
                    </a:lnTo>
                    <a:lnTo>
                      <a:pt x="272" y="516"/>
                    </a:lnTo>
                    <a:lnTo>
                      <a:pt x="275" y="519"/>
                    </a:lnTo>
                    <a:lnTo>
                      <a:pt x="278" y="519"/>
                    </a:lnTo>
                    <a:lnTo>
                      <a:pt x="282" y="521"/>
                    </a:lnTo>
                    <a:lnTo>
                      <a:pt x="287" y="519"/>
                    </a:lnTo>
                    <a:lnTo>
                      <a:pt x="290" y="518"/>
                    </a:lnTo>
                    <a:lnTo>
                      <a:pt x="292" y="518"/>
                    </a:lnTo>
                    <a:lnTo>
                      <a:pt x="295" y="518"/>
                    </a:lnTo>
                    <a:lnTo>
                      <a:pt x="297" y="519"/>
                    </a:lnTo>
                    <a:lnTo>
                      <a:pt x="299" y="519"/>
                    </a:lnTo>
                    <a:lnTo>
                      <a:pt x="299" y="519"/>
                    </a:lnTo>
                    <a:lnTo>
                      <a:pt x="301" y="519"/>
                    </a:lnTo>
                    <a:lnTo>
                      <a:pt x="299" y="518"/>
                    </a:lnTo>
                    <a:lnTo>
                      <a:pt x="299" y="518"/>
                    </a:lnTo>
                    <a:lnTo>
                      <a:pt x="297" y="516"/>
                    </a:lnTo>
                    <a:lnTo>
                      <a:pt x="299" y="514"/>
                    </a:lnTo>
                    <a:lnTo>
                      <a:pt x="299" y="513"/>
                    </a:lnTo>
                    <a:lnTo>
                      <a:pt x="301" y="513"/>
                    </a:lnTo>
                    <a:lnTo>
                      <a:pt x="302" y="513"/>
                    </a:lnTo>
                    <a:lnTo>
                      <a:pt x="307" y="511"/>
                    </a:lnTo>
                    <a:lnTo>
                      <a:pt x="309" y="511"/>
                    </a:lnTo>
                    <a:lnTo>
                      <a:pt x="316" y="513"/>
                    </a:lnTo>
                    <a:lnTo>
                      <a:pt x="319" y="513"/>
                    </a:lnTo>
                    <a:lnTo>
                      <a:pt x="323" y="513"/>
                    </a:lnTo>
                    <a:lnTo>
                      <a:pt x="326" y="513"/>
                    </a:lnTo>
                    <a:lnTo>
                      <a:pt x="328" y="513"/>
                    </a:lnTo>
                    <a:lnTo>
                      <a:pt x="331" y="516"/>
                    </a:lnTo>
                    <a:lnTo>
                      <a:pt x="333" y="518"/>
                    </a:lnTo>
                    <a:lnTo>
                      <a:pt x="340" y="523"/>
                    </a:lnTo>
                    <a:lnTo>
                      <a:pt x="341" y="523"/>
                    </a:lnTo>
                    <a:lnTo>
                      <a:pt x="341" y="523"/>
                    </a:lnTo>
                    <a:lnTo>
                      <a:pt x="343" y="525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5" y="526"/>
                    </a:lnTo>
                    <a:lnTo>
                      <a:pt x="345" y="526"/>
                    </a:lnTo>
                    <a:lnTo>
                      <a:pt x="346" y="526"/>
                    </a:lnTo>
                    <a:lnTo>
                      <a:pt x="348" y="526"/>
                    </a:lnTo>
                    <a:lnTo>
                      <a:pt x="350" y="526"/>
                    </a:lnTo>
                    <a:lnTo>
                      <a:pt x="357" y="533"/>
                    </a:lnTo>
                    <a:lnTo>
                      <a:pt x="357" y="533"/>
                    </a:lnTo>
                    <a:lnTo>
                      <a:pt x="357" y="535"/>
                    </a:lnTo>
                    <a:lnTo>
                      <a:pt x="357" y="535"/>
                    </a:lnTo>
                    <a:lnTo>
                      <a:pt x="358" y="535"/>
                    </a:lnTo>
                    <a:lnTo>
                      <a:pt x="358" y="535"/>
                    </a:lnTo>
                    <a:lnTo>
                      <a:pt x="360" y="533"/>
                    </a:lnTo>
                    <a:lnTo>
                      <a:pt x="362" y="533"/>
                    </a:lnTo>
                    <a:lnTo>
                      <a:pt x="362" y="533"/>
                    </a:lnTo>
                    <a:lnTo>
                      <a:pt x="363" y="535"/>
                    </a:lnTo>
                    <a:lnTo>
                      <a:pt x="365" y="535"/>
                    </a:lnTo>
                    <a:lnTo>
                      <a:pt x="367" y="536"/>
                    </a:lnTo>
                    <a:lnTo>
                      <a:pt x="368" y="536"/>
                    </a:lnTo>
                    <a:lnTo>
                      <a:pt x="368" y="536"/>
                    </a:lnTo>
                    <a:lnTo>
                      <a:pt x="370" y="533"/>
                    </a:lnTo>
                    <a:lnTo>
                      <a:pt x="374" y="535"/>
                    </a:lnTo>
                    <a:lnTo>
                      <a:pt x="375" y="535"/>
                    </a:lnTo>
                    <a:lnTo>
                      <a:pt x="380" y="535"/>
                    </a:lnTo>
                    <a:lnTo>
                      <a:pt x="380" y="535"/>
                    </a:lnTo>
                    <a:lnTo>
                      <a:pt x="382" y="535"/>
                    </a:lnTo>
                    <a:lnTo>
                      <a:pt x="382" y="535"/>
                    </a:lnTo>
                    <a:lnTo>
                      <a:pt x="382" y="533"/>
                    </a:lnTo>
                    <a:lnTo>
                      <a:pt x="384" y="533"/>
                    </a:lnTo>
                    <a:lnTo>
                      <a:pt x="385" y="535"/>
                    </a:lnTo>
                    <a:lnTo>
                      <a:pt x="385" y="535"/>
                    </a:lnTo>
                    <a:lnTo>
                      <a:pt x="387" y="535"/>
                    </a:lnTo>
                    <a:lnTo>
                      <a:pt x="387" y="533"/>
                    </a:lnTo>
                    <a:lnTo>
                      <a:pt x="385" y="531"/>
                    </a:lnTo>
                    <a:lnTo>
                      <a:pt x="384" y="531"/>
                    </a:lnTo>
                    <a:lnTo>
                      <a:pt x="382" y="531"/>
                    </a:lnTo>
                    <a:lnTo>
                      <a:pt x="380" y="531"/>
                    </a:lnTo>
                    <a:lnTo>
                      <a:pt x="380" y="530"/>
                    </a:lnTo>
                    <a:lnTo>
                      <a:pt x="380" y="528"/>
                    </a:lnTo>
                    <a:lnTo>
                      <a:pt x="382" y="528"/>
                    </a:lnTo>
                    <a:lnTo>
                      <a:pt x="382" y="528"/>
                    </a:lnTo>
                    <a:lnTo>
                      <a:pt x="384" y="528"/>
                    </a:lnTo>
                    <a:lnTo>
                      <a:pt x="385" y="526"/>
                    </a:lnTo>
                    <a:lnTo>
                      <a:pt x="387" y="528"/>
                    </a:lnTo>
                    <a:lnTo>
                      <a:pt x="387" y="530"/>
                    </a:lnTo>
                    <a:lnTo>
                      <a:pt x="387" y="530"/>
                    </a:lnTo>
                    <a:lnTo>
                      <a:pt x="389" y="530"/>
                    </a:lnTo>
                    <a:lnTo>
                      <a:pt x="392" y="531"/>
                    </a:lnTo>
                    <a:lnTo>
                      <a:pt x="392" y="531"/>
                    </a:lnTo>
                    <a:lnTo>
                      <a:pt x="394" y="531"/>
                    </a:lnTo>
                    <a:lnTo>
                      <a:pt x="394" y="530"/>
                    </a:lnTo>
                    <a:lnTo>
                      <a:pt x="394" y="528"/>
                    </a:lnTo>
                    <a:lnTo>
                      <a:pt x="396" y="526"/>
                    </a:lnTo>
                    <a:lnTo>
                      <a:pt x="397" y="526"/>
                    </a:lnTo>
                    <a:lnTo>
                      <a:pt x="399" y="526"/>
                    </a:lnTo>
                    <a:lnTo>
                      <a:pt x="401" y="526"/>
                    </a:lnTo>
                    <a:lnTo>
                      <a:pt x="402" y="526"/>
                    </a:lnTo>
                    <a:lnTo>
                      <a:pt x="404" y="528"/>
                    </a:lnTo>
                    <a:lnTo>
                      <a:pt x="402" y="528"/>
                    </a:lnTo>
                    <a:lnTo>
                      <a:pt x="402" y="530"/>
                    </a:lnTo>
                    <a:lnTo>
                      <a:pt x="402" y="530"/>
                    </a:lnTo>
                    <a:lnTo>
                      <a:pt x="402" y="530"/>
                    </a:lnTo>
                    <a:lnTo>
                      <a:pt x="402" y="531"/>
                    </a:lnTo>
                    <a:lnTo>
                      <a:pt x="404" y="531"/>
                    </a:lnTo>
                    <a:lnTo>
                      <a:pt x="404" y="531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6" y="535"/>
                    </a:lnTo>
                    <a:lnTo>
                      <a:pt x="406" y="535"/>
                    </a:lnTo>
                    <a:lnTo>
                      <a:pt x="408" y="535"/>
                    </a:lnTo>
                    <a:lnTo>
                      <a:pt x="409" y="536"/>
                    </a:lnTo>
                    <a:lnTo>
                      <a:pt x="411" y="536"/>
                    </a:lnTo>
                    <a:lnTo>
                      <a:pt x="411" y="536"/>
                    </a:lnTo>
                    <a:lnTo>
                      <a:pt x="411" y="538"/>
                    </a:lnTo>
                    <a:lnTo>
                      <a:pt x="411" y="540"/>
                    </a:lnTo>
                    <a:lnTo>
                      <a:pt x="411" y="540"/>
                    </a:lnTo>
                    <a:lnTo>
                      <a:pt x="413" y="540"/>
                    </a:lnTo>
                    <a:lnTo>
                      <a:pt x="413" y="540"/>
                    </a:lnTo>
                    <a:lnTo>
                      <a:pt x="414" y="540"/>
                    </a:lnTo>
                    <a:lnTo>
                      <a:pt x="414" y="538"/>
                    </a:lnTo>
                    <a:lnTo>
                      <a:pt x="416" y="538"/>
                    </a:lnTo>
                    <a:lnTo>
                      <a:pt x="416" y="538"/>
                    </a:lnTo>
                    <a:lnTo>
                      <a:pt x="418" y="542"/>
                    </a:lnTo>
                    <a:lnTo>
                      <a:pt x="421" y="545"/>
                    </a:lnTo>
                    <a:lnTo>
                      <a:pt x="423" y="545"/>
                    </a:lnTo>
                    <a:lnTo>
                      <a:pt x="423" y="547"/>
                    </a:lnTo>
                    <a:lnTo>
                      <a:pt x="426" y="550"/>
                    </a:lnTo>
                    <a:lnTo>
                      <a:pt x="426" y="550"/>
                    </a:lnTo>
                    <a:lnTo>
                      <a:pt x="426" y="552"/>
                    </a:lnTo>
                    <a:lnTo>
                      <a:pt x="425" y="553"/>
                    </a:lnTo>
                    <a:lnTo>
                      <a:pt x="423" y="553"/>
                    </a:lnTo>
                    <a:lnTo>
                      <a:pt x="423" y="553"/>
                    </a:lnTo>
                    <a:lnTo>
                      <a:pt x="421" y="552"/>
                    </a:lnTo>
                    <a:lnTo>
                      <a:pt x="421" y="552"/>
                    </a:lnTo>
                    <a:lnTo>
                      <a:pt x="419" y="555"/>
                    </a:lnTo>
                    <a:lnTo>
                      <a:pt x="419" y="557"/>
                    </a:lnTo>
                    <a:lnTo>
                      <a:pt x="419" y="557"/>
                    </a:lnTo>
                    <a:lnTo>
                      <a:pt x="419" y="559"/>
                    </a:lnTo>
                    <a:lnTo>
                      <a:pt x="419" y="560"/>
                    </a:lnTo>
                    <a:lnTo>
                      <a:pt x="419" y="560"/>
                    </a:lnTo>
                    <a:lnTo>
                      <a:pt x="419" y="562"/>
                    </a:lnTo>
                    <a:lnTo>
                      <a:pt x="419" y="562"/>
                    </a:lnTo>
                    <a:lnTo>
                      <a:pt x="418" y="562"/>
                    </a:lnTo>
                    <a:lnTo>
                      <a:pt x="418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4"/>
                    </a:lnTo>
                    <a:lnTo>
                      <a:pt x="421" y="564"/>
                    </a:lnTo>
                    <a:lnTo>
                      <a:pt x="423" y="564"/>
                    </a:lnTo>
                    <a:lnTo>
                      <a:pt x="423" y="564"/>
                    </a:lnTo>
                    <a:lnTo>
                      <a:pt x="423" y="564"/>
                    </a:lnTo>
                    <a:lnTo>
                      <a:pt x="423" y="562"/>
                    </a:lnTo>
                    <a:lnTo>
                      <a:pt x="426" y="560"/>
                    </a:lnTo>
                    <a:lnTo>
                      <a:pt x="426" y="560"/>
                    </a:lnTo>
                    <a:lnTo>
                      <a:pt x="428" y="560"/>
                    </a:lnTo>
                    <a:lnTo>
                      <a:pt x="430" y="560"/>
                    </a:lnTo>
                    <a:lnTo>
                      <a:pt x="431" y="560"/>
                    </a:lnTo>
                    <a:lnTo>
                      <a:pt x="433" y="559"/>
                    </a:lnTo>
                    <a:lnTo>
                      <a:pt x="433" y="557"/>
                    </a:lnTo>
                    <a:lnTo>
                      <a:pt x="435" y="557"/>
                    </a:lnTo>
                    <a:lnTo>
                      <a:pt x="436" y="557"/>
                    </a:lnTo>
                    <a:lnTo>
                      <a:pt x="438" y="559"/>
                    </a:lnTo>
                    <a:lnTo>
                      <a:pt x="438" y="557"/>
                    </a:lnTo>
                    <a:lnTo>
                      <a:pt x="440" y="557"/>
                    </a:lnTo>
                    <a:lnTo>
                      <a:pt x="440" y="557"/>
                    </a:lnTo>
                    <a:lnTo>
                      <a:pt x="441" y="557"/>
                    </a:lnTo>
                    <a:lnTo>
                      <a:pt x="441" y="557"/>
                    </a:lnTo>
                    <a:lnTo>
                      <a:pt x="443" y="557"/>
                    </a:lnTo>
                    <a:lnTo>
                      <a:pt x="448" y="560"/>
                    </a:lnTo>
                    <a:lnTo>
                      <a:pt x="450" y="562"/>
                    </a:lnTo>
                    <a:lnTo>
                      <a:pt x="453" y="565"/>
                    </a:lnTo>
                    <a:lnTo>
                      <a:pt x="455" y="569"/>
                    </a:lnTo>
                    <a:lnTo>
                      <a:pt x="457" y="574"/>
                    </a:lnTo>
                    <a:lnTo>
                      <a:pt x="457" y="575"/>
                    </a:lnTo>
                    <a:lnTo>
                      <a:pt x="455" y="577"/>
                    </a:lnTo>
                    <a:lnTo>
                      <a:pt x="455" y="579"/>
                    </a:lnTo>
                    <a:lnTo>
                      <a:pt x="453" y="581"/>
                    </a:lnTo>
                    <a:lnTo>
                      <a:pt x="453" y="581"/>
                    </a:lnTo>
                    <a:lnTo>
                      <a:pt x="452" y="582"/>
                    </a:lnTo>
                    <a:lnTo>
                      <a:pt x="452" y="584"/>
                    </a:lnTo>
                    <a:lnTo>
                      <a:pt x="450" y="584"/>
                    </a:lnTo>
                    <a:lnTo>
                      <a:pt x="450" y="586"/>
                    </a:lnTo>
                    <a:lnTo>
                      <a:pt x="450" y="587"/>
                    </a:lnTo>
                    <a:lnTo>
                      <a:pt x="448" y="586"/>
                    </a:lnTo>
                    <a:lnTo>
                      <a:pt x="448" y="586"/>
                    </a:lnTo>
                    <a:lnTo>
                      <a:pt x="448" y="584"/>
                    </a:lnTo>
                    <a:lnTo>
                      <a:pt x="448" y="584"/>
                    </a:lnTo>
                    <a:lnTo>
                      <a:pt x="448" y="582"/>
                    </a:lnTo>
                    <a:lnTo>
                      <a:pt x="448" y="582"/>
                    </a:lnTo>
                    <a:lnTo>
                      <a:pt x="448" y="581"/>
                    </a:lnTo>
                    <a:lnTo>
                      <a:pt x="450" y="579"/>
                    </a:lnTo>
                    <a:lnTo>
                      <a:pt x="448" y="579"/>
                    </a:lnTo>
                    <a:lnTo>
                      <a:pt x="441" y="579"/>
                    </a:lnTo>
                    <a:lnTo>
                      <a:pt x="438" y="579"/>
                    </a:lnTo>
                    <a:lnTo>
                      <a:pt x="436" y="579"/>
                    </a:lnTo>
                    <a:lnTo>
                      <a:pt x="436" y="579"/>
                    </a:lnTo>
                    <a:lnTo>
                      <a:pt x="436" y="581"/>
                    </a:lnTo>
                    <a:lnTo>
                      <a:pt x="440" y="584"/>
                    </a:lnTo>
                    <a:lnTo>
                      <a:pt x="441" y="587"/>
                    </a:lnTo>
                    <a:lnTo>
                      <a:pt x="441" y="589"/>
                    </a:lnTo>
                    <a:lnTo>
                      <a:pt x="441" y="591"/>
                    </a:lnTo>
                    <a:lnTo>
                      <a:pt x="441" y="592"/>
                    </a:lnTo>
                    <a:lnTo>
                      <a:pt x="438" y="592"/>
                    </a:lnTo>
                    <a:lnTo>
                      <a:pt x="438" y="594"/>
                    </a:lnTo>
                    <a:lnTo>
                      <a:pt x="436" y="596"/>
                    </a:lnTo>
                    <a:lnTo>
                      <a:pt x="436" y="596"/>
                    </a:lnTo>
                    <a:lnTo>
                      <a:pt x="436" y="598"/>
                    </a:lnTo>
                    <a:lnTo>
                      <a:pt x="438" y="598"/>
                    </a:lnTo>
                    <a:lnTo>
                      <a:pt x="441" y="598"/>
                    </a:lnTo>
                    <a:lnTo>
                      <a:pt x="443" y="599"/>
                    </a:lnTo>
                    <a:lnTo>
                      <a:pt x="443" y="599"/>
                    </a:lnTo>
                    <a:lnTo>
                      <a:pt x="443" y="599"/>
                    </a:lnTo>
                    <a:lnTo>
                      <a:pt x="445" y="599"/>
                    </a:lnTo>
                    <a:lnTo>
                      <a:pt x="445" y="598"/>
                    </a:lnTo>
                    <a:lnTo>
                      <a:pt x="447" y="598"/>
                    </a:lnTo>
                    <a:lnTo>
                      <a:pt x="447" y="599"/>
                    </a:lnTo>
                    <a:lnTo>
                      <a:pt x="448" y="599"/>
                    </a:lnTo>
                    <a:lnTo>
                      <a:pt x="448" y="601"/>
                    </a:lnTo>
                    <a:lnTo>
                      <a:pt x="448" y="603"/>
                    </a:lnTo>
                    <a:lnTo>
                      <a:pt x="448" y="604"/>
                    </a:lnTo>
                    <a:lnTo>
                      <a:pt x="445" y="604"/>
                    </a:lnTo>
                    <a:lnTo>
                      <a:pt x="443" y="606"/>
                    </a:lnTo>
                    <a:lnTo>
                      <a:pt x="445" y="606"/>
                    </a:lnTo>
                    <a:lnTo>
                      <a:pt x="445" y="608"/>
                    </a:lnTo>
                    <a:lnTo>
                      <a:pt x="448" y="606"/>
                    </a:lnTo>
                    <a:lnTo>
                      <a:pt x="450" y="608"/>
                    </a:lnTo>
                    <a:lnTo>
                      <a:pt x="452" y="608"/>
                    </a:lnTo>
                    <a:lnTo>
                      <a:pt x="452" y="608"/>
                    </a:lnTo>
                    <a:lnTo>
                      <a:pt x="453" y="613"/>
                    </a:lnTo>
                    <a:lnTo>
                      <a:pt x="453" y="615"/>
                    </a:lnTo>
                    <a:lnTo>
                      <a:pt x="453" y="616"/>
                    </a:lnTo>
                    <a:lnTo>
                      <a:pt x="455" y="618"/>
                    </a:lnTo>
                    <a:lnTo>
                      <a:pt x="460" y="621"/>
                    </a:lnTo>
                    <a:lnTo>
                      <a:pt x="460" y="620"/>
                    </a:lnTo>
                    <a:lnTo>
                      <a:pt x="462" y="620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2" y="616"/>
                    </a:lnTo>
                    <a:lnTo>
                      <a:pt x="462" y="618"/>
                    </a:lnTo>
                    <a:lnTo>
                      <a:pt x="464" y="618"/>
                    </a:lnTo>
                    <a:lnTo>
                      <a:pt x="464" y="618"/>
                    </a:lnTo>
                    <a:lnTo>
                      <a:pt x="465" y="618"/>
                    </a:lnTo>
                    <a:lnTo>
                      <a:pt x="467" y="618"/>
                    </a:lnTo>
                    <a:lnTo>
                      <a:pt x="469" y="616"/>
                    </a:lnTo>
                    <a:lnTo>
                      <a:pt x="472" y="616"/>
                    </a:lnTo>
                    <a:lnTo>
                      <a:pt x="477" y="620"/>
                    </a:lnTo>
                    <a:lnTo>
                      <a:pt x="482" y="621"/>
                    </a:lnTo>
                    <a:lnTo>
                      <a:pt x="482" y="621"/>
                    </a:lnTo>
                    <a:lnTo>
                      <a:pt x="486" y="625"/>
                    </a:lnTo>
                    <a:lnTo>
                      <a:pt x="486" y="623"/>
                    </a:lnTo>
                    <a:lnTo>
                      <a:pt x="486" y="623"/>
                    </a:lnTo>
                    <a:lnTo>
                      <a:pt x="487" y="623"/>
                    </a:lnTo>
                    <a:lnTo>
                      <a:pt x="487" y="623"/>
                    </a:lnTo>
                    <a:lnTo>
                      <a:pt x="487" y="621"/>
                    </a:lnTo>
                    <a:lnTo>
                      <a:pt x="486" y="621"/>
                    </a:lnTo>
                    <a:lnTo>
                      <a:pt x="486" y="621"/>
                    </a:lnTo>
                    <a:lnTo>
                      <a:pt x="486" y="620"/>
                    </a:lnTo>
                    <a:lnTo>
                      <a:pt x="486" y="620"/>
                    </a:lnTo>
                    <a:lnTo>
                      <a:pt x="484" y="620"/>
                    </a:lnTo>
                    <a:lnTo>
                      <a:pt x="482" y="620"/>
                    </a:lnTo>
                    <a:lnTo>
                      <a:pt x="481" y="618"/>
                    </a:lnTo>
                    <a:lnTo>
                      <a:pt x="481" y="618"/>
                    </a:lnTo>
                    <a:lnTo>
                      <a:pt x="481" y="616"/>
                    </a:lnTo>
                    <a:lnTo>
                      <a:pt x="484" y="616"/>
                    </a:lnTo>
                    <a:lnTo>
                      <a:pt x="489" y="618"/>
                    </a:lnTo>
                    <a:lnTo>
                      <a:pt x="491" y="618"/>
                    </a:lnTo>
                    <a:lnTo>
                      <a:pt x="492" y="618"/>
                    </a:lnTo>
                    <a:lnTo>
                      <a:pt x="492" y="620"/>
                    </a:lnTo>
                    <a:lnTo>
                      <a:pt x="494" y="621"/>
                    </a:lnTo>
                    <a:lnTo>
                      <a:pt x="494" y="623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89" y="623"/>
                    </a:lnTo>
                    <a:lnTo>
                      <a:pt x="491" y="625"/>
                    </a:lnTo>
                    <a:lnTo>
                      <a:pt x="491" y="625"/>
                    </a:lnTo>
                    <a:lnTo>
                      <a:pt x="492" y="626"/>
                    </a:lnTo>
                    <a:lnTo>
                      <a:pt x="494" y="626"/>
                    </a:lnTo>
                    <a:lnTo>
                      <a:pt x="498" y="630"/>
                    </a:lnTo>
                    <a:lnTo>
                      <a:pt x="499" y="632"/>
                    </a:lnTo>
                    <a:lnTo>
                      <a:pt x="501" y="633"/>
                    </a:lnTo>
                    <a:lnTo>
                      <a:pt x="503" y="637"/>
                    </a:lnTo>
                    <a:lnTo>
                      <a:pt x="504" y="643"/>
                    </a:lnTo>
                    <a:lnTo>
                      <a:pt x="504" y="645"/>
                    </a:lnTo>
                    <a:lnTo>
                      <a:pt x="506" y="647"/>
                    </a:lnTo>
                    <a:lnTo>
                      <a:pt x="506" y="650"/>
                    </a:lnTo>
                    <a:lnTo>
                      <a:pt x="504" y="652"/>
                    </a:lnTo>
                    <a:lnTo>
                      <a:pt x="504" y="654"/>
                    </a:lnTo>
                    <a:lnTo>
                      <a:pt x="504" y="655"/>
                    </a:lnTo>
                    <a:lnTo>
                      <a:pt x="504" y="657"/>
                    </a:lnTo>
                    <a:lnTo>
                      <a:pt x="503" y="657"/>
                    </a:lnTo>
                    <a:lnTo>
                      <a:pt x="504" y="659"/>
                    </a:lnTo>
                    <a:lnTo>
                      <a:pt x="506" y="659"/>
                    </a:lnTo>
                    <a:lnTo>
                      <a:pt x="508" y="660"/>
                    </a:lnTo>
                    <a:lnTo>
                      <a:pt x="509" y="662"/>
                    </a:lnTo>
                    <a:lnTo>
                      <a:pt x="509" y="662"/>
                    </a:lnTo>
                    <a:lnTo>
                      <a:pt x="511" y="664"/>
                    </a:lnTo>
                    <a:lnTo>
                      <a:pt x="513" y="664"/>
                    </a:lnTo>
                    <a:lnTo>
                      <a:pt x="518" y="667"/>
                    </a:lnTo>
                    <a:lnTo>
                      <a:pt x="523" y="672"/>
                    </a:lnTo>
                    <a:lnTo>
                      <a:pt x="528" y="677"/>
                    </a:lnTo>
                    <a:lnTo>
                      <a:pt x="530" y="679"/>
                    </a:lnTo>
                    <a:lnTo>
                      <a:pt x="531" y="679"/>
                    </a:lnTo>
                    <a:lnTo>
                      <a:pt x="533" y="681"/>
                    </a:lnTo>
                    <a:lnTo>
                      <a:pt x="535" y="686"/>
                    </a:lnTo>
                    <a:lnTo>
                      <a:pt x="538" y="688"/>
                    </a:lnTo>
                    <a:lnTo>
                      <a:pt x="540" y="689"/>
                    </a:lnTo>
                    <a:lnTo>
                      <a:pt x="540" y="691"/>
                    </a:lnTo>
                    <a:lnTo>
                      <a:pt x="540" y="694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8"/>
                    </a:lnTo>
                    <a:lnTo>
                      <a:pt x="540" y="698"/>
                    </a:lnTo>
                    <a:lnTo>
                      <a:pt x="540" y="699"/>
                    </a:lnTo>
                    <a:lnTo>
                      <a:pt x="540" y="701"/>
                    </a:lnTo>
                    <a:lnTo>
                      <a:pt x="538" y="701"/>
                    </a:lnTo>
                    <a:lnTo>
                      <a:pt x="537" y="701"/>
                    </a:lnTo>
                    <a:lnTo>
                      <a:pt x="537" y="703"/>
                    </a:lnTo>
                    <a:lnTo>
                      <a:pt x="538" y="703"/>
                    </a:lnTo>
                    <a:lnTo>
                      <a:pt x="540" y="705"/>
                    </a:lnTo>
                    <a:lnTo>
                      <a:pt x="543" y="705"/>
                    </a:lnTo>
                    <a:lnTo>
                      <a:pt x="545" y="708"/>
                    </a:lnTo>
                    <a:lnTo>
                      <a:pt x="547" y="713"/>
                    </a:lnTo>
                    <a:lnTo>
                      <a:pt x="548" y="725"/>
                    </a:lnTo>
                    <a:lnTo>
                      <a:pt x="548" y="727"/>
                    </a:lnTo>
                    <a:lnTo>
                      <a:pt x="550" y="728"/>
                    </a:lnTo>
                    <a:lnTo>
                      <a:pt x="550" y="730"/>
                    </a:lnTo>
                    <a:lnTo>
                      <a:pt x="552" y="732"/>
                    </a:lnTo>
                    <a:lnTo>
                      <a:pt x="550" y="732"/>
                    </a:lnTo>
                    <a:lnTo>
                      <a:pt x="550" y="733"/>
                    </a:lnTo>
                    <a:lnTo>
                      <a:pt x="550" y="733"/>
                    </a:lnTo>
                    <a:lnTo>
                      <a:pt x="550" y="735"/>
                    </a:lnTo>
                    <a:lnTo>
                      <a:pt x="550" y="735"/>
                    </a:lnTo>
                    <a:lnTo>
                      <a:pt x="550" y="735"/>
                    </a:lnTo>
                    <a:lnTo>
                      <a:pt x="550" y="737"/>
                    </a:lnTo>
                    <a:lnTo>
                      <a:pt x="550" y="737"/>
                    </a:lnTo>
                    <a:lnTo>
                      <a:pt x="550" y="739"/>
                    </a:lnTo>
                    <a:lnTo>
                      <a:pt x="550" y="739"/>
                    </a:lnTo>
                    <a:lnTo>
                      <a:pt x="552" y="740"/>
                    </a:lnTo>
                    <a:lnTo>
                      <a:pt x="552" y="739"/>
                    </a:lnTo>
                    <a:lnTo>
                      <a:pt x="552" y="739"/>
                    </a:lnTo>
                    <a:lnTo>
                      <a:pt x="554" y="739"/>
                    </a:lnTo>
                    <a:lnTo>
                      <a:pt x="554" y="737"/>
                    </a:lnTo>
                    <a:lnTo>
                      <a:pt x="554" y="737"/>
                    </a:lnTo>
                    <a:lnTo>
                      <a:pt x="555" y="737"/>
                    </a:lnTo>
                    <a:lnTo>
                      <a:pt x="555" y="737"/>
                    </a:lnTo>
                    <a:lnTo>
                      <a:pt x="555" y="739"/>
                    </a:lnTo>
                    <a:lnTo>
                      <a:pt x="555" y="740"/>
                    </a:lnTo>
                    <a:lnTo>
                      <a:pt x="555" y="742"/>
                    </a:lnTo>
                    <a:lnTo>
                      <a:pt x="559" y="742"/>
                    </a:lnTo>
                    <a:lnTo>
                      <a:pt x="560" y="742"/>
                    </a:lnTo>
                    <a:lnTo>
                      <a:pt x="560" y="744"/>
                    </a:lnTo>
                    <a:lnTo>
                      <a:pt x="555" y="744"/>
                    </a:lnTo>
                    <a:lnTo>
                      <a:pt x="554" y="745"/>
                    </a:lnTo>
                    <a:lnTo>
                      <a:pt x="552" y="745"/>
                    </a:lnTo>
                    <a:lnTo>
                      <a:pt x="550" y="745"/>
                    </a:lnTo>
                    <a:lnTo>
                      <a:pt x="548" y="744"/>
                    </a:lnTo>
                    <a:lnTo>
                      <a:pt x="547" y="742"/>
                    </a:lnTo>
                    <a:lnTo>
                      <a:pt x="547" y="742"/>
                    </a:lnTo>
                    <a:lnTo>
                      <a:pt x="547" y="740"/>
                    </a:lnTo>
                    <a:lnTo>
                      <a:pt x="547" y="740"/>
                    </a:lnTo>
                    <a:lnTo>
                      <a:pt x="545" y="739"/>
                    </a:lnTo>
                    <a:lnTo>
                      <a:pt x="543" y="739"/>
                    </a:lnTo>
                    <a:lnTo>
                      <a:pt x="543" y="737"/>
                    </a:lnTo>
                    <a:lnTo>
                      <a:pt x="543" y="735"/>
                    </a:lnTo>
                    <a:lnTo>
                      <a:pt x="545" y="735"/>
                    </a:lnTo>
                    <a:lnTo>
                      <a:pt x="543" y="735"/>
                    </a:lnTo>
                    <a:lnTo>
                      <a:pt x="538" y="733"/>
                    </a:lnTo>
                    <a:lnTo>
                      <a:pt x="537" y="733"/>
                    </a:lnTo>
                    <a:lnTo>
                      <a:pt x="535" y="732"/>
                    </a:lnTo>
                    <a:lnTo>
                      <a:pt x="535" y="730"/>
                    </a:lnTo>
                    <a:lnTo>
                      <a:pt x="535" y="728"/>
                    </a:lnTo>
                    <a:lnTo>
                      <a:pt x="537" y="727"/>
                    </a:lnTo>
                    <a:lnTo>
                      <a:pt x="535" y="727"/>
                    </a:lnTo>
                    <a:lnTo>
                      <a:pt x="535" y="727"/>
                    </a:lnTo>
                    <a:lnTo>
                      <a:pt x="533" y="728"/>
                    </a:lnTo>
                    <a:lnTo>
                      <a:pt x="533" y="728"/>
                    </a:lnTo>
                    <a:lnTo>
                      <a:pt x="533" y="730"/>
                    </a:lnTo>
                    <a:lnTo>
                      <a:pt x="531" y="730"/>
                    </a:lnTo>
                    <a:lnTo>
                      <a:pt x="531" y="732"/>
                    </a:lnTo>
                    <a:lnTo>
                      <a:pt x="530" y="733"/>
                    </a:lnTo>
                    <a:lnTo>
                      <a:pt x="530" y="735"/>
                    </a:lnTo>
                    <a:lnTo>
                      <a:pt x="530" y="737"/>
                    </a:lnTo>
                    <a:lnTo>
                      <a:pt x="526" y="739"/>
                    </a:lnTo>
                    <a:lnTo>
                      <a:pt x="526" y="740"/>
                    </a:lnTo>
                    <a:lnTo>
                      <a:pt x="528" y="742"/>
                    </a:lnTo>
                    <a:lnTo>
                      <a:pt x="528" y="740"/>
                    </a:lnTo>
                    <a:lnTo>
                      <a:pt x="530" y="740"/>
                    </a:lnTo>
                    <a:lnTo>
                      <a:pt x="531" y="739"/>
                    </a:lnTo>
                    <a:lnTo>
                      <a:pt x="533" y="739"/>
                    </a:lnTo>
                    <a:lnTo>
                      <a:pt x="535" y="739"/>
                    </a:lnTo>
                    <a:lnTo>
                      <a:pt x="537" y="739"/>
                    </a:lnTo>
                    <a:lnTo>
                      <a:pt x="538" y="739"/>
                    </a:lnTo>
                    <a:lnTo>
                      <a:pt x="542" y="740"/>
                    </a:lnTo>
                    <a:lnTo>
                      <a:pt x="545" y="744"/>
                    </a:lnTo>
                    <a:lnTo>
                      <a:pt x="547" y="744"/>
                    </a:lnTo>
                    <a:lnTo>
                      <a:pt x="547" y="745"/>
                    </a:lnTo>
                    <a:lnTo>
                      <a:pt x="545" y="749"/>
                    </a:lnTo>
                    <a:lnTo>
                      <a:pt x="545" y="749"/>
                    </a:lnTo>
                    <a:lnTo>
                      <a:pt x="548" y="749"/>
                    </a:lnTo>
                    <a:lnTo>
                      <a:pt x="548" y="749"/>
                    </a:lnTo>
                    <a:lnTo>
                      <a:pt x="550" y="749"/>
                    </a:lnTo>
                    <a:lnTo>
                      <a:pt x="554" y="750"/>
                    </a:lnTo>
                    <a:lnTo>
                      <a:pt x="557" y="752"/>
                    </a:lnTo>
                    <a:lnTo>
                      <a:pt x="559" y="754"/>
                    </a:lnTo>
                    <a:lnTo>
                      <a:pt x="560" y="757"/>
                    </a:lnTo>
                    <a:lnTo>
                      <a:pt x="569" y="766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71" y="771"/>
                    </a:lnTo>
                    <a:lnTo>
                      <a:pt x="571" y="771"/>
                    </a:lnTo>
                    <a:lnTo>
                      <a:pt x="572" y="771"/>
                    </a:lnTo>
                    <a:lnTo>
                      <a:pt x="576" y="771"/>
                    </a:lnTo>
                    <a:lnTo>
                      <a:pt x="576" y="771"/>
                    </a:lnTo>
                    <a:lnTo>
                      <a:pt x="576" y="771"/>
                    </a:lnTo>
                    <a:lnTo>
                      <a:pt x="576" y="769"/>
                    </a:lnTo>
                    <a:lnTo>
                      <a:pt x="576" y="769"/>
                    </a:lnTo>
                    <a:lnTo>
                      <a:pt x="576" y="769"/>
                    </a:lnTo>
                    <a:lnTo>
                      <a:pt x="577" y="769"/>
                    </a:lnTo>
                    <a:lnTo>
                      <a:pt x="577" y="767"/>
                    </a:lnTo>
                    <a:lnTo>
                      <a:pt x="577" y="766"/>
                    </a:lnTo>
                    <a:lnTo>
                      <a:pt x="581" y="764"/>
                    </a:lnTo>
                    <a:lnTo>
                      <a:pt x="584" y="764"/>
                    </a:lnTo>
                    <a:lnTo>
                      <a:pt x="588" y="764"/>
                    </a:lnTo>
                    <a:lnTo>
                      <a:pt x="591" y="767"/>
                    </a:lnTo>
                    <a:lnTo>
                      <a:pt x="591" y="769"/>
                    </a:lnTo>
                    <a:lnTo>
                      <a:pt x="591" y="769"/>
                    </a:lnTo>
                    <a:lnTo>
                      <a:pt x="591" y="769"/>
                    </a:lnTo>
                    <a:lnTo>
                      <a:pt x="593" y="769"/>
                    </a:lnTo>
                    <a:lnTo>
                      <a:pt x="594" y="771"/>
                    </a:lnTo>
                    <a:lnTo>
                      <a:pt x="596" y="771"/>
                    </a:lnTo>
                    <a:lnTo>
                      <a:pt x="596" y="772"/>
                    </a:lnTo>
                    <a:lnTo>
                      <a:pt x="598" y="776"/>
                    </a:lnTo>
                    <a:lnTo>
                      <a:pt x="599" y="776"/>
                    </a:lnTo>
                    <a:lnTo>
                      <a:pt x="601" y="776"/>
                    </a:lnTo>
                    <a:lnTo>
                      <a:pt x="603" y="774"/>
                    </a:lnTo>
                    <a:lnTo>
                      <a:pt x="604" y="774"/>
                    </a:lnTo>
                    <a:lnTo>
                      <a:pt x="603" y="772"/>
                    </a:lnTo>
                    <a:lnTo>
                      <a:pt x="603" y="772"/>
                    </a:lnTo>
                    <a:lnTo>
                      <a:pt x="603" y="771"/>
                    </a:lnTo>
                    <a:lnTo>
                      <a:pt x="603" y="771"/>
                    </a:lnTo>
                    <a:lnTo>
                      <a:pt x="601" y="766"/>
                    </a:lnTo>
                    <a:lnTo>
                      <a:pt x="601" y="764"/>
                    </a:lnTo>
                    <a:lnTo>
                      <a:pt x="601" y="762"/>
                    </a:lnTo>
                    <a:lnTo>
                      <a:pt x="603" y="761"/>
                    </a:lnTo>
                    <a:lnTo>
                      <a:pt x="604" y="761"/>
                    </a:lnTo>
                    <a:lnTo>
                      <a:pt x="604" y="759"/>
                    </a:lnTo>
                    <a:lnTo>
                      <a:pt x="604" y="755"/>
                    </a:lnTo>
                    <a:lnTo>
                      <a:pt x="604" y="754"/>
                    </a:lnTo>
                    <a:lnTo>
                      <a:pt x="604" y="752"/>
                    </a:lnTo>
                    <a:lnTo>
                      <a:pt x="603" y="752"/>
                    </a:lnTo>
                    <a:lnTo>
                      <a:pt x="603" y="754"/>
                    </a:lnTo>
                    <a:lnTo>
                      <a:pt x="603" y="754"/>
                    </a:lnTo>
                    <a:lnTo>
                      <a:pt x="603" y="755"/>
                    </a:lnTo>
                    <a:lnTo>
                      <a:pt x="601" y="757"/>
                    </a:lnTo>
                    <a:lnTo>
                      <a:pt x="601" y="757"/>
                    </a:lnTo>
                    <a:lnTo>
                      <a:pt x="599" y="757"/>
                    </a:lnTo>
                    <a:lnTo>
                      <a:pt x="599" y="755"/>
                    </a:lnTo>
                    <a:lnTo>
                      <a:pt x="598" y="755"/>
                    </a:lnTo>
                    <a:lnTo>
                      <a:pt x="598" y="755"/>
                    </a:lnTo>
                    <a:lnTo>
                      <a:pt x="594" y="759"/>
                    </a:lnTo>
                    <a:lnTo>
                      <a:pt x="593" y="759"/>
                    </a:lnTo>
                    <a:lnTo>
                      <a:pt x="591" y="761"/>
                    </a:lnTo>
                    <a:lnTo>
                      <a:pt x="589" y="761"/>
                    </a:lnTo>
                    <a:lnTo>
                      <a:pt x="588" y="761"/>
                    </a:lnTo>
                    <a:lnTo>
                      <a:pt x="586" y="761"/>
                    </a:lnTo>
                    <a:lnTo>
                      <a:pt x="586" y="759"/>
                    </a:lnTo>
                    <a:lnTo>
                      <a:pt x="586" y="759"/>
                    </a:lnTo>
                    <a:lnTo>
                      <a:pt x="588" y="757"/>
                    </a:lnTo>
                    <a:lnTo>
                      <a:pt x="588" y="757"/>
                    </a:lnTo>
                    <a:lnTo>
                      <a:pt x="589" y="755"/>
                    </a:lnTo>
                    <a:lnTo>
                      <a:pt x="591" y="755"/>
                    </a:lnTo>
                    <a:lnTo>
                      <a:pt x="593" y="755"/>
                    </a:lnTo>
                    <a:lnTo>
                      <a:pt x="594" y="754"/>
                    </a:lnTo>
                    <a:lnTo>
                      <a:pt x="593" y="752"/>
                    </a:lnTo>
                    <a:lnTo>
                      <a:pt x="591" y="752"/>
                    </a:lnTo>
                    <a:lnTo>
                      <a:pt x="591" y="750"/>
                    </a:lnTo>
                    <a:lnTo>
                      <a:pt x="591" y="750"/>
                    </a:lnTo>
                    <a:lnTo>
                      <a:pt x="591" y="749"/>
                    </a:lnTo>
                    <a:lnTo>
                      <a:pt x="591" y="747"/>
                    </a:lnTo>
                    <a:lnTo>
                      <a:pt x="593" y="745"/>
                    </a:lnTo>
                    <a:lnTo>
                      <a:pt x="594" y="744"/>
                    </a:lnTo>
                    <a:lnTo>
                      <a:pt x="596" y="744"/>
                    </a:lnTo>
                    <a:lnTo>
                      <a:pt x="598" y="745"/>
                    </a:lnTo>
                    <a:lnTo>
                      <a:pt x="598" y="744"/>
                    </a:lnTo>
                    <a:lnTo>
                      <a:pt x="598" y="744"/>
                    </a:lnTo>
                    <a:lnTo>
                      <a:pt x="596" y="740"/>
                    </a:lnTo>
                    <a:lnTo>
                      <a:pt x="596" y="739"/>
                    </a:lnTo>
                    <a:lnTo>
                      <a:pt x="598" y="737"/>
                    </a:lnTo>
                    <a:lnTo>
                      <a:pt x="598" y="735"/>
                    </a:lnTo>
                    <a:lnTo>
                      <a:pt x="599" y="735"/>
                    </a:lnTo>
                    <a:lnTo>
                      <a:pt x="599" y="733"/>
                    </a:lnTo>
                    <a:lnTo>
                      <a:pt x="603" y="733"/>
                    </a:lnTo>
                    <a:lnTo>
                      <a:pt x="606" y="732"/>
                    </a:lnTo>
                    <a:lnTo>
                      <a:pt x="610" y="732"/>
                    </a:lnTo>
                    <a:lnTo>
                      <a:pt x="610" y="733"/>
                    </a:lnTo>
                    <a:lnTo>
                      <a:pt x="611" y="735"/>
                    </a:lnTo>
                    <a:lnTo>
                      <a:pt x="611" y="735"/>
                    </a:lnTo>
                    <a:lnTo>
                      <a:pt x="613" y="733"/>
                    </a:lnTo>
                    <a:lnTo>
                      <a:pt x="613" y="732"/>
                    </a:lnTo>
                    <a:lnTo>
                      <a:pt x="613" y="728"/>
                    </a:lnTo>
                    <a:lnTo>
                      <a:pt x="613" y="728"/>
                    </a:lnTo>
                    <a:lnTo>
                      <a:pt x="613" y="727"/>
                    </a:lnTo>
                    <a:lnTo>
                      <a:pt x="613" y="725"/>
                    </a:lnTo>
                    <a:lnTo>
                      <a:pt x="613" y="725"/>
                    </a:lnTo>
                    <a:lnTo>
                      <a:pt x="615" y="723"/>
                    </a:lnTo>
                    <a:lnTo>
                      <a:pt x="613" y="723"/>
                    </a:lnTo>
                    <a:lnTo>
                      <a:pt x="615" y="720"/>
                    </a:lnTo>
                    <a:lnTo>
                      <a:pt x="620" y="718"/>
                    </a:lnTo>
                    <a:lnTo>
                      <a:pt x="623" y="716"/>
                    </a:lnTo>
                    <a:lnTo>
                      <a:pt x="628" y="708"/>
                    </a:lnTo>
                    <a:lnTo>
                      <a:pt x="630" y="706"/>
                    </a:lnTo>
                    <a:lnTo>
                      <a:pt x="632" y="703"/>
                    </a:lnTo>
                    <a:lnTo>
                      <a:pt x="632" y="703"/>
                    </a:lnTo>
                    <a:lnTo>
                      <a:pt x="633" y="701"/>
                    </a:lnTo>
                    <a:lnTo>
                      <a:pt x="633" y="699"/>
                    </a:lnTo>
                    <a:lnTo>
                      <a:pt x="633" y="699"/>
                    </a:lnTo>
                    <a:lnTo>
                      <a:pt x="633" y="698"/>
                    </a:lnTo>
                    <a:lnTo>
                      <a:pt x="635" y="696"/>
                    </a:lnTo>
                    <a:lnTo>
                      <a:pt x="635" y="696"/>
                    </a:lnTo>
                    <a:lnTo>
                      <a:pt x="640" y="691"/>
                    </a:lnTo>
                    <a:lnTo>
                      <a:pt x="642" y="691"/>
                    </a:lnTo>
                    <a:lnTo>
                      <a:pt x="645" y="691"/>
                    </a:lnTo>
                    <a:lnTo>
                      <a:pt x="647" y="689"/>
                    </a:lnTo>
                    <a:lnTo>
                      <a:pt x="650" y="688"/>
                    </a:lnTo>
                    <a:lnTo>
                      <a:pt x="654" y="686"/>
                    </a:lnTo>
                    <a:lnTo>
                      <a:pt x="654" y="682"/>
                    </a:lnTo>
                    <a:lnTo>
                      <a:pt x="654" y="682"/>
                    </a:lnTo>
                    <a:lnTo>
                      <a:pt x="654" y="682"/>
                    </a:lnTo>
                    <a:lnTo>
                      <a:pt x="655" y="681"/>
                    </a:lnTo>
                    <a:lnTo>
                      <a:pt x="661" y="679"/>
                    </a:lnTo>
                    <a:lnTo>
                      <a:pt x="662" y="679"/>
                    </a:lnTo>
                    <a:lnTo>
                      <a:pt x="664" y="679"/>
                    </a:lnTo>
                    <a:lnTo>
                      <a:pt x="664" y="677"/>
                    </a:lnTo>
                    <a:lnTo>
                      <a:pt x="666" y="676"/>
                    </a:lnTo>
                    <a:lnTo>
                      <a:pt x="666" y="676"/>
                    </a:lnTo>
                    <a:lnTo>
                      <a:pt x="669" y="676"/>
                    </a:lnTo>
                    <a:lnTo>
                      <a:pt x="671" y="674"/>
                    </a:lnTo>
                    <a:lnTo>
                      <a:pt x="671" y="674"/>
                    </a:lnTo>
                    <a:lnTo>
                      <a:pt x="672" y="672"/>
                    </a:lnTo>
                    <a:lnTo>
                      <a:pt x="674" y="672"/>
                    </a:lnTo>
                    <a:lnTo>
                      <a:pt x="678" y="672"/>
                    </a:lnTo>
                    <a:lnTo>
                      <a:pt x="679" y="672"/>
                    </a:lnTo>
                    <a:lnTo>
                      <a:pt x="681" y="672"/>
                    </a:lnTo>
                    <a:lnTo>
                      <a:pt x="681" y="671"/>
                    </a:lnTo>
                    <a:lnTo>
                      <a:pt x="686" y="669"/>
                    </a:lnTo>
                    <a:lnTo>
                      <a:pt x="684" y="669"/>
                    </a:lnTo>
                    <a:lnTo>
                      <a:pt x="679" y="669"/>
                    </a:lnTo>
                    <a:lnTo>
                      <a:pt x="679" y="669"/>
                    </a:lnTo>
                    <a:lnTo>
                      <a:pt x="679" y="669"/>
                    </a:lnTo>
                    <a:lnTo>
                      <a:pt x="679" y="667"/>
                    </a:lnTo>
                    <a:lnTo>
                      <a:pt x="679" y="667"/>
                    </a:lnTo>
                    <a:lnTo>
                      <a:pt x="681" y="667"/>
                    </a:lnTo>
                    <a:lnTo>
                      <a:pt x="681" y="667"/>
                    </a:lnTo>
                    <a:lnTo>
                      <a:pt x="683" y="665"/>
                    </a:lnTo>
                    <a:lnTo>
                      <a:pt x="683" y="665"/>
                    </a:lnTo>
                    <a:lnTo>
                      <a:pt x="683" y="664"/>
                    </a:lnTo>
                    <a:lnTo>
                      <a:pt x="684" y="662"/>
                    </a:lnTo>
                    <a:lnTo>
                      <a:pt x="686" y="662"/>
                    </a:lnTo>
                    <a:lnTo>
                      <a:pt x="688" y="664"/>
                    </a:lnTo>
                    <a:lnTo>
                      <a:pt x="688" y="664"/>
                    </a:lnTo>
                    <a:lnTo>
                      <a:pt x="688" y="665"/>
                    </a:lnTo>
                    <a:lnTo>
                      <a:pt x="689" y="665"/>
                    </a:lnTo>
                    <a:lnTo>
                      <a:pt x="689" y="665"/>
                    </a:lnTo>
                    <a:lnTo>
                      <a:pt x="691" y="665"/>
                    </a:lnTo>
                    <a:lnTo>
                      <a:pt x="691" y="665"/>
                    </a:lnTo>
                    <a:lnTo>
                      <a:pt x="696" y="665"/>
                    </a:lnTo>
                    <a:lnTo>
                      <a:pt x="701" y="665"/>
                    </a:lnTo>
                    <a:lnTo>
                      <a:pt x="703" y="664"/>
                    </a:lnTo>
                    <a:lnTo>
                      <a:pt x="705" y="662"/>
                    </a:lnTo>
                    <a:lnTo>
                      <a:pt x="706" y="660"/>
                    </a:lnTo>
                    <a:lnTo>
                      <a:pt x="708" y="660"/>
                    </a:lnTo>
                    <a:lnTo>
                      <a:pt x="711" y="655"/>
                    </a:lnTo>
                    <a:lnTo>
                      <a:pt x="715" y="647"/>
                    </a:lnTo>
                    <a:lnTo>
                      <a:pt x="717" y="645"/>
                    </a:lnTo>
                    <a:lnTo>
                      <a:pt x="720" y="640"/>
                    </a:lnTo>
                    <a:lnTo>
                      <a:pt x="722" y="638"/>
                    </a:lnTo>
                    <a:lnTo>
                      <a:pt x="722" y="637"/>
                    </a:lnTo>
                    <a:lnTo>
                      <a:pt x="722" y="630"/>
                    </a:lnTo>
                    <a:lnTo>
                      <a:pt x="723" y="628"/>
                    </a:lnTo>
                    <a:lnTo>
                      <a:pt x="727" y="623"/>
                    </a:lnTo>
                    <a:lnTo>
                      <a:pt x="727" y="621"/>
                    </a:lnTo>
                    <a:lnTo>
                      <a:pt x="727" y="620"/>
                    </a:lnTo>
                    <a:lnTo>
                      <a:pt x="727" y="618"/>
                    </a:lnTo>
                    <a:lnTo>
                      <a:pt x="728" y="616"/>
                    </a:lnTo>
                    <a:lnTo>
                      <a:pt x="730" y="615"/>
                    </a:lnTo>
                    <a:lnTo>
                      <a:pt x="732" y="613"/>
                    </a:lnTo>
                    <a:lnTo>
                      <a:pt x="734" y="613"/>
                    </a:lnTo>
                    <a:lnTo>
                      <a:pt x="740" y="606"/>
                    </a:lnTo>
                    <a:lnTo>
                      <a:pt x="740" y="606"/>
                    </a:lnTo>
                    <a:lnTo>
                      <a:pt x="740" y="604"/>
                    </a:lnTo>
                    <a:lnTo>
                      <a:pt x="740" y="603"/>
                    </a:lnTo>
                    <a:lnTo>
                      <a:pt x="740" y="603"/>
                    </a:lnTo>
                    <a:lnTo>
                      <a:pt x="742" y="601"/>
                    </a:lnTo>
                    <a:lnTo>
                      <a:pt x="744" y="599"/>
                    </a:lnTo>
                    <a:lnTo>
                      <a:pt x="745" y="599"/>
                    </a:lnTo>
                    <a:lnTo>
                      <a:pt x="747" y="599"/>
                    </a:lnTo>
                    <a:lnTo>
                      <a:pt x="751" y="601"/>
                    </a:lnTo>
                    <a:lnTo>
                      <a:pt x="752" y="603"/>
                    </a:lnTo>
                    <a:lnTo>
                      <a:pt x="752" y="603"/>
                    </a:lnTo>
                    <a:lnTo>
                      <a:pt x="754" y="603"/>
                    </a:lnTo>
                    <a:lnTo>
                      <a:pt x="756" y="603"/>
                    </a:lnTo>
                    <a:lnTo>
                      <a:pt x="756" y="603"/>
                    </a:lnTo>
                    <a:lnTo>
                      <a:pt x="756" y="601"/>
                    </a:lnTo>
                    <a:lnTo>
                      <a:pt x="754" y="599"/>
                    </a:lnTo>
                    <a:lnTo>
                      <a:pt x="754" y="598"/>
                    </a:lnTo>
                    <a:lnTo>
                      <a:pt x="754" y="598"/>
                    </a:lnTo>
                    <a:lnTo>
                      <a:pt x="754" y="596"/>
                    </a:lnTo>
                    <a:lnTo>
                      <a:pt x="754" y="596"/>
                    </a:lnTo>
                    <a:lnTo>
                      <a:pt x="756" y="596"/>
                    </a:lnTo>
                    <a:lnTo>
                      <a:pt x="756" y="596"/>
                    </a:lnTo>
                    <a:lnTo>
                      <a:pt x="756" y="596"/>
                    </a:lnTo>
                    <a:lnTo>
                      <a:pt x="757" y="594"/>
                    </a:lnTo>
                    <a:lnTo>
                      <a:pt x="757" y="592"/>
                    </a:lnTo>
                    <a:lnTo>
                      <a:pt x="759" y="592"/>
                    </a:lnTo>
                    <a:lnTo>
                      <a:pt x="759" y="591"/>
                    </a:lnTo>
                    <a:lnTo>
                      <a:pt x="759" y="591"/>
                    </a:lnTo>
                    <a:lnTo>
                      <a:pt x="759" y="584"/>
                    </a:lnTo>
                    <a:lnTo>
                      <a:pt x="757" y="581"/>
                    </a:lnTo>
                    <a:lnTo>
                      <a:pt x="757" y="581"/>
                    </a:lnTo>
                    <a:lnTo>
                      <a:pt x="757" y="579"/>
                    </a:lnTo>
                    <a:lnTo>
                      <a:pt x="756" y="577"/>
                    </a:lnTo>
                    <a:lnTo>
                      <a:pt x="754" y="577"/>
                    </a:lnTo>
                    <a:lnTo>
                      <a:pt x="754" y="575"/>
                    </a:lnTo>
                    <a:lnTo>
                      <a:pt x="754" y="574"/>
                    </a:lnTo>
                    <a:lnTo>
                      <a:pt x="756" y="570"/>
                    </a:lnTo>
                    <a:lnTo>
                      <a:pt x="754" y="569"/>
                    </a:lnTo>
                    <a:lnTo>
                      <a:pt x="754" y="567"/>
                    </a:lnTo>
                    <a:lnTo>
                      <a:pt x="754" y="565"/>
                    </a:lnTo>
                    <a:lnTo>
                      <a:pt x="754" y="564"/>
                    </a:lnTo>
                    <a:lnTo>
                      <a:pt x="756" y="562"/>
                    </a:lnTo>
                    <a:lnTo>
                      <a:pt x="756" y="562"/>
                    </a:lnTo>
                    <a:lnTo>
                      <a:pt x="756" y="562"/>
                    </a:lnTo>
                    <a:lnTo>
                      <a:pt x="757" y="564"/>
                    </a:lnTo>
                    <a:lnTo>
                      <a:pt x="757" y="565"/>
                    </a:lnTo>
                    <a:lnTo>
                      <a:pt x="757" y="565"/>
                    </a:lnTo>
                    <a:lnTo>
                      <a:pt x="759" y="565"/>
                    </a:lnTo>
                    <a:lnTo>
                      <a:pt x="759" y="565"/>
                    </a:lnTo>
                    <a:lnTo>
                      <a:pt x="761" y="567"/>
                    </a:lnTo>
                    <a:lnTo>
                      <a:pt x="759" y="567"/>
                    </a:lnTo>
                    <a:lnTo>
                      <a:pt x="759" y="569"/>
                    </a:lnTo>
                    <a:lnTo>
                      <a:pt x="759" y="570"/>
                    </a:lnTo>
                    <a:lnTo>
                      <a:pt x="761" y="570"/>
                    </a:lnTo>
                    <a:lnTo>
                      <a:pt x="762" y="572"/>
                    </a:lnTo>
                    <a:lnTo>
                      <a:pt x="762" y="574"/>
                    </a:lnTo>
                    <a:lnTo>
                      <a:pt x="762" y="574"/>
                    </a:lnTo>
                    <a:lnTo>
                      <a:pt x="762" y="575"/>
                    </a:lnTo>
                    <a:lnTo>
                      <a:pt x="762" y="575"/>
                    </a:lnTo>
                    <a:lnTo>
                      <a:pt x="762" y="575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4" y="577"/>
                    </a:lnTo>
                    <a:lnTo>
                      <a:pt x="764" y="577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9" y="582"/>
                    </a:lnTo>
                    <a:lnTo>
                      <a:pt x="767" y="582"/>
                    </a:lnTo>
                    <a:lnTo>
                      <a:pt x="767" y="584"/>
                    </a:lnTo>
                    <a:lnTo>
                      <a:pt x="767" y="586"/>
                    </a:lnTo>
                    <a:lnTo>
                      <a:pt x="771" y="604"/>
                    </a:lnTo>
                    <a:lnTo>
                      <a:pt x="773" y="604"/>
                    </a:lnTo>
                    <a:lnTo>
                      <a:pt x="773" y="604"/>
                    </a:lnTo>
                    <a:lnTo>
                      <a:pt x="773" y="604"/>
                    </a:lnTo>
                    <a:lnTo>
                      <a:pt x="776" y="604"/>
                    </a:lnTo>
                    <a:lnTo>
                      <a:pt x="776" y="606"/>
                    </a:lnTo>
                    <a:lnTo>
                      <a:pt x="778" y="606"/>
                    </a:lnTo>
                    <a:lnTo>
                      <a:pt x="778" y="608"/>
                    </a:lnTo>
                    <a:lnTo>
                      <a:pt x="778" y="609"/>
                    </a:lnTo>
                    <a:lnTo>
                      <a:pt x="779" y="611"/>
                    </a:lnTo>
                    <a:lnTo>
                      <a:pt x="779" y="611"/>
                    </a:lnTo>
                    <a:lnTo>
                      <a:pt x="779" y="613"/>
                    </a:lnTo>
                    <a:lnTo>
                      <a:pt x="779" y="615"/>
                    </a:lnTo>
                    <a:lnTo>
                      <a:pt x="779" y="615"/>
                    </a:lnTo>
                    <a:lnTo>
                      <a:pt x="779" y="615"/>
                    </a:lnTo>
                    <a:lnTo>
                      <a:pt x="778" y="615"/>
                    </a:lnTo>
                    <a:lnTo>
                      <a:pt x="778" y="616"/>
                    </a:lnTo>
                    <a:lnTo>
                      <a:pt x="776" y="616"/>
                    </a:lnTo>
                    <a:lnTo>
                      <a:pt x="776" y="615"/>
                    </a:lnTo>
                    <a:lnTo>
                      <a:pt x="774" y="615"/>
                    </a:lnTo>
                    <a:lnTo>
                      <a:pt x="774" y="615"/>
                    </a:lnTo>
                    <a:lnTo>
                      <a:pt x="773" y="616"/>
                    </a:lnTo>
                    <a:lnTo>
                      <a:pt x="773" y="616"/>
                    </a:lnTo>
                    <a:lnTo>
                      <a:pt x="773" y="616"/>
                    </a:lnTo>
                    <a:lnTo>
                      <a:pt x="771" y="616"/>
                    </a:lnTo>
                    <a:lnTo>
                      <a:pt x="771" y="616"/>
                    </a:lnTo>
                    <a:lnTo>
                      <a:pt x="766" y="618"/>
                    </a:lnTo>
                    <a:lnTo>
                      <a:pt x="762" y="620"/>
                    </a:lnTo>
                    <a:lnTo>
                      <a:pt x="762" y="621"/>
                    </a:lnTo>
                    <a:lnTo>
                      <a:pt x="761" y="623"/>
                    </a:lnTo>
                    <a:lnTo>
                      <a:pt x="761" y="625"/>
                    </a:lnTo>
                    <a:lnTo>
                      <a:pt x="759" y="626"/>
                    </a:lnTo>
                    <a:lnTo>
                      <a:pt x="761" y="628"/>
                    </a:lnTo>
                    <a:lnTo>
                      <a:pt x="762" y="630"/>
                    </a:lnTo>
                    <a:lnTo>
                      <a:pt x="766" y="633"/>
                    </a:lnTo>
                    <a:lnTo>
                      <a:pt x="766" y="633"/>
                    </a:lnTo>
                    <a:lnTo>
                      <a:pt x="766" y="635"/>
                    </a:lnTo>
                    <a:lnTo>
                      <a:pt x="764" y="638"/>
                    </a:lnTo>
                    <a:lnTo>
                      <a:pt x="764" y="638"/>
                    </a:lnTo>
                    <a:lnTo>
                      <a:pt x="767" y="640"/>
                    </a:lnTo>
                    <a:lnTo>
                      <a:pt x="767" y="640"/>
                    </a:lnTo>
                    <a:lnTo>
                      <a:pt x="769" y="642"/>
                    </a:lnTo>
                    <a:lnTo>
                      <a:pt x="769" y="645"/>
                    </a:lnTo>
                    <a:lnTo>
                      <a:pt x="771" y="647"/>
                    </a:lnTo>
                    <a:lnTo>
                      <a:pt x="771" y="649"/>
                    </a:lnTo>
                    <a:lnTo>
                      <a:pt x="771" y="652"/>
                    </a:lnTo>
                    <a:lnTo>
                      <a:pt x="771" y="654"/>
                    </a:lnTo>
                    <a:lnTo>
                      <a:pt x="769" y="655"/>
                    </a:lnTo>
                    <a:lnTo>
                      <a:pt x="769" y="657"/>
                    </a:lnTo>
                    <a:lnTo>
                      <a:pt x="766" y="655"/>
                    </a:lnTo>
                    <a:lnTo>
                      <a:pt x="764" y="657"/>
                    </a:lnTo>
                    <a:lnTo>
                      <a:pt x="757" y="664"/>
                    </a:lnTo>
                    <a:lnTo>
                      <a:pt x="757" y="664"/>
                    </a:lnTo>
                    <a:lnTo>
                      <a:pt x="756" y="664"/>
                    </a:lnTo>
                    <a:lnTo>
                      <a:pt x="754" y="665"/>
                    </a:lnTo>
                    <a:lnTo>
                      <a:pt x="751" y="671"/>
                    </a:lnTo>
                    <a:lnTo>
                      <a:pt x="751" y="672"/>
                    </a:lnTo>
                    <a:lnTo>
                      <a:pt x="745" y="676"/>
                    </a:lnTo>
                    <a:lnTo>
                      <a:pt x="744" y="677"/>
                    </a:lnTo>
                    <a:lnTo>
                      <a:pt x="742" y="677"/>
                    </a:lnTo>
                    <a:lnTo>
                      <a:pt x="740" y="679"/>
                    </a:lnTo>
                    <a:lnTo>
                      <a:pt x="742" y="679"/>
                    </a:lnTo>
                    <a:lnTo>
                      <a:pt x="742" y="681"/>
                    </a:lnTo>
                    <a:lnTo>
                      <a:pt x="744" y="681"/>
                    </a:lnTo>
                    <a:lnTo>
                      <a:pt x="744" y="682"/>
                    </a:lnTo>
                    <a:lnTo>
                      <a:pt x="744" y="682"/>
                    </a:lnTo>
                    <a:lnTo>
                      <a:pt x="742" y="684"/>
                    </a:lnTo>
                    <a:lnTo>
                      <a:pt x="742" y="684"/>
                    </a:lnTo>
                    <a:lnTo>
                      <a:pt x="740" y="686"/>
                    </a:lnTo>
                    <a:lnTo>
                      <a:pt x="739" y="686"/>
                    </a:lnTo>
                    <a:lnTo>
                      <a:pt x="737" y="688"/>
                    </a:lnTo>
                    <a:lnTo>
                      <a:pt x="735" y="689"/>
                    </a:lnTo>
                    <a:lnTo>
                      <a:pt x="735" y="691"/>
                    </a:lnTo>
                    <a:lnTo>
                      <a:pt x="735" y="691"/>
                    </a:lnTo>
                    <a:lnTo>
                      <a:pt x="735" y="693"/>
                    </a:lnTo>
                    <a:lnTo>
                      <a:pt x="737" y="694"/>
                    </a:lnTo>
                    <a:lnTo>
                      <a:pt x="737" y="694"/>
                    </a:lnTo>
                    <a:lnTo>
                      <a:pt x="737" y="696"/>
                    </a:lnTo>
                    <a:lnTo>
                      <a:pt x="737" y="698"/>
                    </a:lnTo>
                    <a:lnTo>
                      <a:pt x="734" y="701"/>
                    </a:lnTo>
                    <a:lnTo>
                      <a:pt x="734" y="703"/>
                    </a:lnTo>
                    <a:lnTo>
                      <a:pt x="732" y="703"/>
                    </a:lnTo>
                    <a:lnTo>
                      <a:pt x="730" y="701"/>
                    </a:lnTo>
                    <a:lnTo>
                      <a:pt x="728" y="701"/>
                    </a:lnTo>
                    <a:lnTo>
                      <a:pt x="728" y="703"/>
                    </a:lnTo>
                    <a:lnTo>
                      <a:pt x="728" y="703"/>
                    </a:lnTo>
                    <a:lnTo>
                      <a:pt x="728" y="703"/>
                    </a:lnTo>
                    <a:lnTo>
                      <a:pt x="730" y="706"/>
                    </a:lnTo>
                    <a:lnTo>
                      <a:pt x="730" y="708"/>
                    </a:lnTo>
                    <a:lnTo>
                      <a:pt x="732" y="710"/>
                    </a:lnTo>
                    <a:lnTo>
                      <a:pt x="732" y="711"/>
                    </a:lnTo>
                    <a:lnTo>
                      <a:pt x="732" y="713"/>
                    </a:lnTo>
                    <a:lnTo>
                      <a:pt x="730" y="720"/>
                    </a:lnTo>
                    <a:lnTo>
                      <a:pt x="730" y="722"/>
                    </a:lnTo>
                    <a:lnTo>
                      <a:pt x="730" y="723"/>
                    </a:lnTo>
                    <a:lnTo>
                      <a:pt x="730" y="723"/>
                    </a:lnTo>
                    <a:lnTo>
                      <a:pt x="728" y="725"/>
                    </a:lnTo>
                    <a:lnTo>
                      <a:pt x="728" y="725"/>
                    </a:lnTo>
                    <a:lnTo>
                      <a:pt x="728" y="725"/>
                    </a:lnTo>
                    <a:lnTo>
                      <a:pt x="727" y="725"/>
                    </a:lnTo>
                    <a:lnTo>
                      <a:pt x="727" y="725"/>
                    </a:lnTo>
                    <a:lnTo>
                      <a:pt x="725" y="730"/>
                    </a:lnTo>
                    <a:lnTo>
                      <a:pt x="725" y="730"/>
                    </a:lnTo>
                    <a:lnTo>
                      <a:pt x="727" y="730"/>
                    </a:lnTo>
                    <a:lnTo>
                      <a:pt x="727" y="728"/>
                    </a:lnTo>
                    <a:lnTo>
                      <a:pt x="728" y="728"/>
                    </a:lnTo>
                    <a:lnTo>
                      <a:pt x="730" y="730"/>
                    </a:lnTo>
                    <a:lnTo>
                      <a:pt x="730" y="732"/>
                    </a:lnTo>
                    <a:lnTo>
                      <a:pt x="730" y="735"/>
                    </a:lnTo>
                    <a:lnTo>
                      <a:pt x="732" y="737"/>
                    </a:lnTo>
                    <a:lnTo>
                      <a:pt x="732" y="740"/>
                    </a:lnTo>
                    <a:lnTo>
                      <a:pt x="734" y="742"/>
                    </a:lnTo>
                    <a:lnTo>
                      <a:pt x="730" y="750"/>
                    </a:lnTo>
                    <a:lnTo>
                      <a:pt x="730" y="752"/>
                    </a:lnTo>
                    <a:lnTo>
                      <a:pt x="730" y="754"/>
                    </a:lnTo>
                    <a:lnTo>
                      <a:pt x="730" y="755"/>
                    </a:lnTo>
                    <a:lnTo>
                      <a:pt x="730" y="755"/>
                    </a:lnTo>
                    <a:lnTo>
                      <a:pt x="728" y="759"/>
                    </a:lnTo>
                    <a:lnTo>
                      <a:pt x="728" y="762"/>
                    </a:lnTo>
                    <a:lnTo>
                      <a:pt x="728" y="766"/>
                    </a:lnTo>
                    <a:lnTo>
                      <a:pt x="727" y="769"/>
                    </a:lnTo>
                    <a:lnTo>
                      <a:pt x="725" y="771"/>
                    </a:lnTo>
                    <a:lnTo>
                      <a:pt x="723" y="772"/>
                    </a:lnTo>
                    <a:lnTo>
                      <a:pt x="722" y="771"/>
                    </a:lnTo>
                    <a:lnTo>
                      <a:pt x="720" y="771"/>
                    </a:lnTo>
                    <a:lnTo>
                      <a:pt x="715" y="769"/>
                    </a:lnTo>
                    <a:lnTo>
                      <a:pt x="715" y="769"/>
                    </a:lnTo>
                    <a:lnTo>
                      <a:pt x="713" y="767"/>
                    </a:lnTo>
                    <a:lnTo>
                      <a:pt x="711" y="767"/>
                    </a:lnTo>
                    <a:lnTo>
                      <a:pt x="708" y="767"/>
                    </a:lnTo>
                    <a:lnTo>
                      <a:pt x="701" y="769"/>
                    </a:lnTo>
                    <a:lnTo>
                      <a:pt x="698" y="769"/>
                    </a:lnTo>
                    <a:lnTo>
                      <a:pt x="691" y="767"/>
                    </a:lnTo>
                    <a:lnTo>
                      <a:pt x="691" y="767"/>
                    </a:lnTo>
                    <a:lnTo>
                      <a:pt x="691" y="769"/>
                    </a:lnTo>
                    <a:lnTo>
                      <a:pt x="686" y="772"/>
                    </a:lnTo>
                    <a:lnTo>
                      <a:pt x="688" y="774"/>
                    </a:lnTo>
                    <a:lnTo>
                      <a:pt x="688" y="776"/>
                    </a:lnTo>
                    <a:lnTo>
                      <a:pt x="684" y="778"/>
                    </a:lnTo>
                    <a:lnTo>
                      <a:pt x="684" y="778"/>
                    </a:lnTo>
                    <a:lnTo>
                      <a:pt x="684" y="779"/>
                    </a:lnTo>
                    <a:lnTo>
                      <a:pt x="684" y="779"/>
                    </a:lnTo>
                    <a:lnTo>
                      <a:pt x="686" y="781"/>
                    </a:lnTo>
                    <a:lnTo>
                      <a:pt x="686" y="783"/>
                    </a:lnTo>
                    <a:lnTo>
                      <a:pt x="686" y="784"/>
                    </a:lnTo>
                    <a:lnTo>
                      <a:pt x="684" y="788"/>
                    </a:lnTo>
                    <a:lnTo>
                      <a:pt x="684" y="788"/>
                    </a:lnTo>
                    <a:lnTo>
                      <a:pt x="683" y="789"/>
                    </a:lnTo>
                    <a:lnTo>
                      <a:pt x="683" y="789"/>
                    </a:lnTo>
                    <a:lnTo>
                      <a:pt x="681" y="789"/>
                    </a:lnTo>
                    <a:lnTo>
                      <a:pt x="681" y="791"/>
                    </a:lnTo>
                    <a:lnTo>
                      <a:pt x="681" y="791"/>
                    </a:lnTo>
                    <a:lnTo>
                      <a:pt x="679" y="791"/>
                    </a:lnTo>
                    <a:lnTo>
                      <a:pt x="678" y="793"/>
                    </a:lnTo>
                    <a:lnTo>
                      <a:pt x="676" y="795"/>
                    </a:lnTo>
                    <a:lnTo>
                      <a:pt x="676" y="795"/>
                    </a:lnTo>
                    <a:lnTo>
                      <a:pt x="676" y="796"/>
                    </a:lnTo>
                    <a:lnTo>
                      <a:pt x="676" y="796"/>
                    </a:lnTo>
                    <a:lnTo>
                      <a:pt x="676" y="798"/>
                    </a:lnTo>
                    <a:lnTo>
                      <a:pt x="676" y="798"/>
                    </a:lnTo>
                    <a:lnTo>
                      <a:pt x="678" y="800"/>
                    </a:lnTo>
                    <a:lnTo>
                      <a:pt x="678" y="801"/>
                    </a:lnTo>
                    <a:lnTo>
                      <a:pt x="681" y="801"/>
                    </a:lnTo>
                    <a:lnTo>
                      <a:pt x="686" y="800"/>
                    </a:lnTo>
                    <a:lnTo>
                      <a:pt x="688" y="798"/>
                    </a:lnTo>
                    <a:lnTo>
                      <a:pt x="693" y="795"/>
                    </a:lnTo>
                    <a:lnTo>
                      <a:pt x="694" y="795"/>
                    </a:lnTo>
                    <a:lnTo>
                      <a:pt x="700" y="796"/>
                    </a:lnTo>
                    <a:lnTo>
                      <a:pt x="703" y="796"/>
                    </a:lnTo>
                    <a:lnTo>
                      <a:pt x="706" y="795"/>
                    </a:lnTo>
                    <a:lnTo>
                      <a:pt x="706" y="793"/>
                    </a:lnTo>
                    <a:lnTo>
                      <a:pt x="710" y="791"/>
                    </a:lnTo>
                    <a:lnTo>
                      <a:pt x="711" y="789"/>
                    </a:lnTo>
                    <a:lnTo>
                      <a:pt x="718" y="791"/>
                    </a:lnTo>
                    <a:lnTo>
                      <a:pt x="720" y="789"/>
                    </a:lnTo>
                    <a:lnTo>
                      <a:pt x="722" y="788"/>
                    </a:lnTo>
                    <a:lnTo>
                      <a:pt x="723" y="786"/>
                    </a:lnTo>
                    <a:lnTo>
                      <a:pt x="725" y="786"/>
                    </a:lnTo>
                    <a:lnTo>
                      <a:pt x="727" y="786"/>
                    </a:lnTo>
                    <a:lnTo>
                      <a:pt x="730" y="786"/>
                    </a:lnTo>
                    <a:lnTo>
                      <a:pt x="732" y="786"/>
                    </a:lnTo>
                    <a:lnTo>
                      <a:pt x="734" y="786"/>
                    </a:lnTo>
                    <a:lnTo>
                      <a:pt x="734" y="786"/>
                    </a:lnTo>
                    <a:lnTo>
                      <a:pt x="737" y="786"/>
                    </a:lnTo>
                    <a:lnTo>
                      <a:pt x="737" y="786"/>
                    </a:lnTo>
                    <a:lnTo>
                      <a:pt x="739" y="788"/>
                    </a:lnTo>
                    <a:lnTo>
                      <a:pt x="742" y="789"/>
                    </a:lnTo>
                    <a:lnTo>
                      <a:pt x="747" y="791"/>
                    </a:lnTo>
                    <a:lnTo>
                      <a:pt x="749" y="791"/>
                    </a:lnTo>
                    <a:lnTo>
                      <a:pt x="749" y="791"/>
                    </a:lnTo>
                    <a:lnTo>
                      <a:pt x="751" y="788"/>
                    </a:lnTo>
                    <a:lnTo>
                      <a:pt x="754" y="788"/>
                    </a:lnTo>
                    <a:lnTo>
                      <a:pt x="754" y="786"/>
                    </a:lnTo>
                    <a:lnTo>
                      <a:pt x="754" y="786"/>
                    </a:lnTo>
                    <a:lnTo>
                      <a:pt x="754" y="784"/>
                    </a:lnTo>
                    <a:lnTo>
                      <a:pt x="754" y="781"/>
                    </a:lnTo>
                    <a:lnTo>
                      <a:pt x="754" y="779"/>
                    </a:lnTo>
                    <a:lnTo>
                      <a:pt x="756" y="779"/>
                    </a:lnTo>
                    <a:lnTo>
                      <a:pt x="756" y="776"/>
                    </a:lnTo>
                    <a:lnTo>
                      <a:pt x="756" y="774"/>
                    </a:lnTo>
                    <a:lnTo>
                      <a:pt x="757" y="769"/>
                    </a:lnTo>
                    <a:lnTo>
                      <a:pt x="759" y="764"/>
                    </a:lnTo>
                    <a:lnTo>
                      <a:pt x="759" y="764"/>
                    </a:lnTo>
                    <a:lnTo>
                      <a:pt x="759" y="762"/>
                    </a:lnTo>
                    <a:lnTo>
                      <a:pt x="761" y="761"/>
                    </a:lnTo>
                    <a:lnTo>
                      <a:pt x="762" y="761"/>
                    </a:lnTo>
                    <a:lnTo>
                      <a:pt x="762" y="759"/>
                    </a:lnTo>
                    <a:lnTo>
                      <a:pt x="764" y="757"/>
                    </a:lnTo>
                    <a:lnTo>
                      <a:pt x="764" y="755"/>
                    </a:lnTo>
                    <a:lnTo>
                      <a:pt x="764" y="755"/>
                    </a:lnTo>
                    <a:lnTo>
                      <a:pt x="764" y="749"/>
                    </a:lnTo>
                    <a:lnTo>
                      <a:pt x="766" y="747"/>
                    </a:lnTo>
                    <a:lnTo>
                      <a:pt x="766" y="745"/>
                    </a:lnTo>
                    <a:lnTo>
                      <a:pt x="767" y="744"/>
                    </a:lnTo>
                    <a:lnTo>
                      <a:pt x="766" y="740"/>
                    </a:lnTo>
                    <a:lnTo>
                      <a:pt x="766" y="740"/>
                    </a:lnTo>
                    <a:lnTo>
                      <a:pt x="766" y="739"/>
                    </a:lnTo>
                    <a:lnTo>
                      <a:pt x="766" y="737"/>
                    </a:lnTo>
                    <a:lnTo>
                      <a:pt x="766" y="735"/>
                    </a:lnTo>
                    <a:lnTo>
                      <a:pt x="769" y="727"/>
                    </a:lnTo>
                    <a:lnTo>
                      <a:pt x="769" y="725"/>
                    </a:lnTo>
                    <a:lnTo>
                      <a:pt x="776" y="720"/>
                    </a:lnTo>
                    <a:lnTo>
                      <a:pt x="778" y="716"/>
                    </a:lnTo>
                    <a:lnTo>
                      <a:pt x="778" y="715"/>
                    </a:lnTo>
                    <a:lnTo>
                      <a:pt x="778" y="715"/>
                    </a:lnTo>
                    <a:lnTo>
                      <a:pt x="778" y="715"/>
                    </a:lnTo>
                    <a:lnTo>
                      <a:pt x="776" y="711"/>
                    </a:lnTo>
                    <a:lnTo>
                      <a:pt x="776" y="711"/>
                    </a:lnTo>
                    <a:lnTo>
                      <a:pt x="776" y="710"/>
                    </a:lnTo>
                    <a:lnTo>
                      <a:pt x="779" y="705"/>
                    </a:lnTo>
                    <a:lnTo>
                      <a:pt x="781" y="703"/>
                    </a:lnTo>
                    <a:lnTo>
                      <a:pt x="781" y="701"/>
                    </a:lnTo>
                    <a:lnTo>
                      <a:pt x="783" y="701"/>
                    </a:lnTo>
                    <a:lnTo>
                      <a:pt x="784" y="701"/>
                    </a:lnTo>
                    <a:lnTo>
                      <a:pt x="790" y="708"/>
                    </a:lnTo>
                    <a:lnTo>
                      <a:pt x="790" y="710"/>
                    </a:lnTo>
                    <a:lnTo>
                      <a:pt x="788" y="711"/>
                    </a:lnTo>
                    <a:lnTo>
                      <a:pt x="788" y="711"/>
                    </a:lnTo>
                    <a:lnTo>
                      <a:pt x="790" y="713"/>
                    </a:lnTo>
                    <a:lnTo>
                      <a:pt x="793" y="715"/>
                    </a:lnTo>
                    <a:lnTo>
                      <a:pt x="795" y="716"/>
                    </a:lnTo>
                    <a:lnTo>
                      <a:pt x="798" y="727"/>
                    </a:lnTo>
                    <a:lnTo>
                      <a:pt x="800" y="732"/>
                    </a:lnTo>
                    <a:lnTo>
                      <a:pt x="800" y="733"/>
                    </a:lnTo>
                    <a:lnTo>
                      <a:pt x="803" y="735"/>
                    </a:lnTo>
                    <a:lnTo>
                      <a:pt x="805" y="735"/>
                    </a:lnTo>
                    <a:lnTo>
                      <a:pt x="807" y="739"/>
                    </a:lnTo>
                    <a:lnTo>
                      <a:pt x="807" y="740"/>
                    </a:lnTo>
                    <a:lnTo>
                      <a:pt x="810" y="742"/>
                    </a:lnTo>
                    <a:lnTo>
                      <a:pt x="813" y="744"/>
                    </a:lnTo>
                    <a:lnTo>
                      <a:pt x="813" y="745"/>
                    </a:lnTo>
                    <a:lnTo>
                      <a:pt x="813" y="745"/>
                    </a:lnTo>
                    <a:lnTo>
                      <a:pt x="813" y="747"/>
                    </a:lnTo>
                    <a:lnTo>
                      <a:pt x="813" y="747"/>
                    </a:lnTo>
                    <a:lnTo>
                      <a:pt x="813" y="749"/>
                    </a:lnTo>
                    <a:lnTo>
                      <a:pt x="815" y="749"/>
                    </a:lnTo>
                    <a:lnTo>
                      <a:pt x="817" y="750"/>
                    </a:lnTo>
                    <a:lnTo>
                      <a:pt x="817" y="750"/>
                    </a:lnTo>
                    <a:lnTo>
                      <a:pt x="817" y="750"/>
                    </a:lnTo>
                    <a:lnTo>
                      <a:pt x="818" y="752"/>
                    </a:lnTo>
                    <a:lnTo>
                      <a:pt x="818" y="752"/>
                    </a:lnTo>
                    <a:lnTo>
                      <a:pt x="820" y="752"/>
                    </a:lnTo>
                    <a:lnTo>
                      <a:pt x="822" y="754"/>
                    </a:lnTo>
                    <a:lnTo>
                      <a:pt x="822" y="755"/>
                    </a:lnTo>
                    <a:lnTo>
                      <a:pt x="824" y="757"/>
                    </a:lnTo>
                    <a:lnTo>
                      <a:pt x="822" y="759"/>
                    </a:lnTo>
                    <a:lnTo>
                      <a:pt x="822" y="757"/>
                    </a:lnTo>
                    <a:lnTo>
                      <a:pt x="820" y="755"/>
                    </a:lnTo>
                    <a:lnTo>
                      <a:pt x="818" y="755"/>
                    </a:lnTo>
                    <a:lnTo>
                      <a:pt x="818" y="757"/>
                    </a:lnTo>
                    <a:lnTo>
                      <a:pt x="817" y="764"/>
                    </a:lnTo>
                    <a:lnTo>
                      <a:pt x="817" y="767"/>
                    </a:lnTo>
                    <a:lnTo>
                      <a:pt x="818" y="776"/>
                    </a:lnTo>
                    <a:lnTo>
                      <a:pt x="820" y="779"/>
                    </a:lnTo>
                    <a:lnTo>
                      <a:pt x="818" y="781"/>
                    </a:lnTo>
                    <a:lnTo>
                      <a:pt x="817" y="783"/>
                    </a:lnTo>
                    <a:lnTo>
                      <a:pt x="815" y="784"/>
                    </a:lnTo>
                    <a:lnTo>
                      <a:pt x="815" y="789"/>
                    </a:lnTo>
                    <a:lnTo>
                      <a:pt x="815" y="791"/>
                    </a:lnTo>
                    <a:lnTo>
                      <a:pt x="815" y="793"/>
                    </a:lnTo>
                    <a:lnTo>
                      <a:pt x="815" y="793"/>
                    </a:lnTo>
                    <a:lnTo>
                      <a:pt x="817" y="795"/>
                    </a:lnTo>
                    <a:lnTo>
                      <a:pt x="817" y="795"/>
                    </a:lnTo>
                    <a:lnTo>
                      <a:pt x="815" y="796"/>
                    </a:lnTo>
                    <a:lnTo>
                      <a:pt x="815" y="796"/>
                    </a:lnTo>
                    <a:lnTo>
                      <a:pt x="813" y="798"/>
                    </a:lnTo>
                    <a:lnTo>
                      <a:pt x="813" y="798"/>
                    </a:lnTo>
                    <a:lnTo>
                      <a:pt x="813" y="800"/>
                    </a:lnTo>
                    <a:lnTo>
                      <a:pt x="813" y="803"/>
                    </a:lnTo>
                    <a:lnTo>
                      <a:pt x="813" y="805"/>
                    </a:lnTo>
                    <a:lnTo>
                      <a:pt x="812" y="806"/>
                    </a:lnTo>
                    <a:lnTo>
                      <a:pt x="810" y="806"/>
                    </a:lnTo>
                    <a:lnTo>
                      <a:pt x="808" y="808"/>
                    </a:lnTo>
                    <a:lnTo>
                      <a:pt x="808" y="808"/>
                    </a:lnTo>
                    <a:lnTo>
                      <a:pt x="807" y="808"/>
                    </a:lnTo>
                    <a:lnTo>
                      <a:pt x="805" y="810"/>
                    </a:lnTo>
                    <a:lnTo>
                      <a:pt x="803" y="813"/>
                    </a:lnTo>
                    <a:lnTo>
                      <a:pt x="800" y="817"/>
                    </a:lnTo>
                    <a:lnTo>
                      <a:pt x="798" y="818"/>
                    </a:lnTo>
                    <a:lnTo>
                      <a:pt x="790" y="822"/>
                    </a:lnTo>
                    <a:lnTo>
                      <a:pt x="788" y="822"/>
                    </a:lnTo>
                    <a:lnTo>
                      <a:pt x="786" y="823"/>
                    </a:lnTo>
                    <a:lnTo>
                      <a:pt x="784" y="825"/>
                    </a:lnTo>
                    <a:lnTo>
                      <a:pt x="784" y="827"/>
                    </a:lnTo>
                    <a:lnTo>
                      <a:pt x="784" y="829"/>
                    </a:lnTo>
                    <a:lnTo>
                      <a:pt x="784" y="829"/>
                    </a:lnTo>
                    <a:lnTo>
                      <a:pt x="790" y="832"/>
                    </a:lnTo>
                    <a:lnTo>
                      <a:pt x="791" y="834"/>
                    </a:lnTo>
                    <a:lnTo>
                      <a:pt x="793" y="834"/>
                    </a:lnTo>
                    <a:lnTo>
                      <a:pt x="795" y="834"/>
                    </a:lnTo>
                    <a:lnTo>
                      <a:pt x="796" y="832"/>
                    </a:lnTo>
                    <a:lnTo>
                      <a:pt x="798" y="832"/>
                    </a:lnTo>
                    <a:lnTo>
                      <a:pt x="800" y="832"/>
                    </a:lnTo>
                    <a:lnTo>
                      <a:pt x="800" y="832"/>
                    </a:lnTo>
                    <a:lnTo>
                      <a:pt x="813" y="832"/>
                    </a:lnTo>
                    <a:lnTo>
                      <a:pt x="822" y="832"/>
                    </a:lnTo>
                    <a:lnTo>
                      <a:pt x="824" y="830"/>
                    </a:lnTo>
                    <a:lnTo>
                      <a:pt x="827" y="829"/>
                    </a:lnTo>
                    <a:lnTo>
                      <a:pt x="829" y="827"/>
                    </a:lnTo>
                    <a:lnTo>
                      <a:pt x="830" y="825"/>
                    </a:lnTo>
                    <a:lnTo>
                      <a:pt x="830" y="825"/>
                    </a:lnTo>
                    <a:lnTo>
                      <a:pt x="832" y="823"/>
                    </a:lnTo>
                    <a:lnTo>
                      <a:pt x="839" y="822"/>
                    </a:lnTo>
                    <a:lnTo>
                      <a:pt x="844" y="822"/>
                    </a:lnTo>
                    <a:lnTo>
                      <a:pt x="846" y="822"/>
                    </a:lnTo>
                    <a:lnTo>
                      <a:pt x="849" y="823"/>
                    </a:lnTo>
                    <a:lnTo>
                      <a:pt x="851" y="823"/>
                    </a:lnTo>
                    <a:lnTo>
                      <a:pt x="851" y="823"/>
                    </a:lnTo>
                    <a:lnTo>
                      <a:pt x="852" y="823"/>
                    </a:lnTo>
                    <a:lnTo>
                      <a:pt x="854" y="823"/>
                    </a:lnTo>
                    <a:lnTo>
                      <a:pt x="854" y="823"/>
                    </a:lnTo>
                    <a:lnTo>
                      <a:pt x="856" y="823"/>
                    </a:lnTo>
                    <a:lnTo>
                      <a:pt x="857" y="823"/>
                    </a:lnTo>
                    <a:lnTo>
                      <a:pt x="859" y="823"/>
                    </a:lnTo>
                    <a:lnTo>
                      <a:pt x="861" y="823"/>
                    </a:lnTo>
                    <a:lnTo>
                      <a:pt x="861" y="822"/>
                    </a:lnTo>
                    <a:lnTo>
                      <a:pt x="859" y="822"/>
                    </a:lnTo>
                    <a:lnTo>
                      <a:pt x="859" y="822"/>
                    </a:lnTo>
                    <a:lnTo>
                      <a:pt x="857" y="822"/>
                    </a:lnTo>
                    <a:lnTo>
                      <a:pt x="857" y="822"/>
                    </a:lnTo>
                    <a:lnTo>
                      <a:pt x="856" y="822"/>
                    </a:lnTo>
                    <a:lnTo>
                      <a:pt x="854" y="820"/>
                    </a:lnTo>
                    <a:lnTo>
                      <a:pt x="854" y="820"/>
                    </a:lnTo>
                    <a:lnTo>
                      <a:pt x="852" y="820"/>
                    </a:lnTo>
                    <a:lnTo>
                      <a:pt x="846" y="820"/>
                    </a:lnTo>
                    <a:lnTo>
                      <a:pt x="846" y="818"/>
                    </a:lnTo>
                    <a:lnTo>
                      <a:pt x="844" y="817"/>
                    </a:lnTo>
                    <a:lnTo>
                      <a:pt x="844" y="817"/>
                    </a:lnTo>
                    <a:lnTo>
                      <a:pt x="851" y="817"/>
                    </a:lnTo>
                    <a:lnTo>
                      <a:pt x="852" y="817"/>
                    </a:lnTo>
                    <a:lnTo>
                      <a:pt x="852" y="817"/>
                    </a:lnTo>
                    <a:lnTo>
                      <a:pt x="854" y="818"/>
                    </a:lnTo>
                    <a:lnTo>
                      <a:pt x="854" y="818"/>
                    </a:lnTo>
                    <a:lnTo>
                      <a:pt x="859" y="820"/>
                    </a:lnTo>
                    <a:lnTo>
                      <a:pt x="861" y="820"/>
                    </a:lnTo>
                    <a:lnTo>
                      <a:pt x="863" y="820"/>
                    </a:lnTo>
                    <a:lnTo>
                      <a:pt x="864" y="820"/>
                    </a:lnTo>
                    <a:lnTo>
                      <a:pt x="864" y="820"/>
                    </a:lnTo>
                    <a:lnTo>
                      <a:pt x="864" y="818"/>
                    </a:lnTo>
                    <a:lnTo>
                      <a:pt x="863" y="818"/>
                    </a:lnTo>
                    <a:lnTo>
                      <a:pt x="859" y="817"/>
                    </a:lnTo>
                    <a:lnTo>
                      <a:pt x="857" y="815"/>
                    </a:lnTo>
                    <a:lnTo>
                      <a:pt x="857" y="813"/>
                    </a:lnTo>
                    <a:lnTo>
                      <a:pt x="857" y="812"/>
                    </a:lnTo>
                    <a:lnTo>
                      <a:pt x="859" y="810"/>
                    </a:lnTo>
                    <a:lnTo>
                      <a:pt x="864" y="808"/>
                    </a:lnTo>
                    <a:lnTo>
                      <a:pt x="866" y="810"/>
                    </a:lnTo>
                    <a:lnTo>
                      <a:pt x="868" y="810"/>
                    </a:lnTo>
                    <a:lnTo>
                      <a:pt x="869" y="810"/>
                    </a:lnTo>
                    <a:lnTo>
                      <a:pt x="871" y="808"/>
                    </a:lnTo>
                    <a:lnTo>
                      <a:pt x="873" y="806"/>
                    </a:lnTo>
                    <a:lnTo>
                      <a:pt x="878" y="805"/>
                    </a:lnTo>
                    <a:lnTo>
                      <a:pt x="878" y="805"/>
                    </a:lnTo>
                    <a:lnTo>
                      <a:pt x="878" y="803"/>
                    </a:lnTo>
                    <a:lnTo>
                      <a:pt x="878" y="803"/>
                    </a:lnTo>
                    <a:lnTo>
                      <a:pt x="878" y="803"/>
                    </a:lnTo>
                    <a:lnTo>
                      <a:pt x="876" y="803"/>
                    </a:lnTo>
                    <a:lnTo>
                      <a:pt x="881" y="803"/>
                    </a:lnTo>
                    <a:lnTo>
                      <a:pt x="885" y="805"/>
                    </a:lnTo>
                    <a:lnTo>
                      <a:pt x="888" y="806"/>
                    </a:lnTo>
                    <a:lnTo>
                      <a:pt x="888" y="810"/>
                    </a:lnTo>
                    <a:lnTo>
                      <a:pt x="890" y="808"/>
                    </a:lnTo>
                    <a:lnTo>
                      <a:pt x="891" y="808"/>
                    </a:lnTo>
                    <a:lnTo>
                      <a:pt x="893" y="808"/>
                    </a:lnTo>
                    <a:lnTo>
                      <a:pt x="893" y="810"/>
                    </a:lnTo>
                    <a:lnTo>
                      <a:pt x="891" y="813"/>
                    </a:lnTo>
                    <a:lnTo>
                      <a:pt x="891" y="813"/>
                    </a:lnTo>
                    <a:lnTo>
                      <a:pt x="893" y="815"/>
                    </a:lnTo>
                    <a:lnTo>
                      <a:pt x="893" y="815"/>
                    </a:lnTo>
                    <a:lnTo>
                      <a:pt x="893" y="817"/>
                    </a:lnTo>
                    <a:lnTo>
                      <a:pt x="893" y="818"/>
                    </a:lnTo>
                    <a:lnTo>
                      <a:pt x="891" y="818"/>
                    </a:lnTo>
                    <a:lnTo>
                      <a:pt x="886" y="817"/>
                    </a:lnTo>
                    <a:lnTo>
                      <a:pt x="886" y="817"/>
                    </a:lnTo>
                    <a:lnTo>
                      <a:pt x="885" y="817"/>
                    </a:lnTo>
                    <a:lnTo>
                      <a:pt x="885" y="817"/>
                    </a:lnTo>
                    <a:lnTo>
                      <a:pt x="885" y="818"/>
                    </a:lnTo>
                    <a:lnTo>
                      <a:pt x="885" y="818"/>
                    </a:lnTo>
                    <a:lnTo>
                      <a:pt x="881" y="818"/>
                    </a:lnTo>
                    <a:lnTo>
                      <a:pt x="880" y="820"/>
                    </a:lnTo>
                    <a:lnTo>
                      <a:pt x="881" y="820"/>
                    </a:lnTo>
                    <a:lnTo>
                      <a:pt x="881" y="820"/>
                    </a:lnTo>
                    <a:lnTo>
                      <a:pt x="885" y="822"/>
                    </a:lnTo>
                    <a:lnTo>
                      <a:pt x="886" y="822"/>
                    </a:lnTo>
                    <a:lnTo>
                      <a:pt x="891" y="827"/>
                    </a:lnTo>
                    <a:lnTo>
                      <a:pt x="893" y="829"/>
                    </a:lnTo>
                    <a:lnTo>
                      <a:pt x="891" y="830"/>
                    </a:lnTo>
                    <a:lnTo>
                      <a:pt x="890" y="832"/>
                    </a:lnTo>
                    <a:lnTo>
                      <a:pt x="891" y="834"/>
                    </a:lnTo>
                    <a:lnTo>
                      <a:pt x="890" y="835"/>
                    </a:lnTo>
                    <a:lnTo>
                      <a:pt x="888" y="835"/>
                    </a:lnTo>
                    <a:lnTo>
                      <a:pt x="886" y="835"/>
                    </a:lnTo>
                    <a:lnTo>
                      <a:pt x="883" y="835"/>
                    </a:lnTo>
                    <a:lnTo>
                      <a:pt x="881" y="835"/>
                    </a:lnTo>
                    <a:lnTo>
                      <a:pt x="881" y="834"/>
                    </a:lnTo>
                    <a:lnTo>
                      <a:pt x="881" y="834"/>
                    </a:lnTo>
                    <a:lnTo>
                      <a:pt x="883" y="832"/>
                    </a:lnTo>
                    <a:lnTo>
                      <a:pt x="883" y="832"/>
                    </a:lnTo>
                    <a:lnTo>
                      <a:pt x="883" y="830"/>
                    </a:lnTo>
                    <a:lnTo>
                      <a:pt x="883" y="830"/>
                    </a:lnTo>
                    <a:lnTo>
                      <a:pt x="883" y="830"/>
                    </a:lnTo>
                    <a:lnTo>
                      <a:pt x="881" y="830"/>
                    </a:lnTo>
                    <a:lnTo>
                      <a:pt x="881" y="829"/>
                    </a:lnTo>
                    <a:lnTo>
                      <a:pt x="881" y="827"/>
                    </a:lnTo>
                    <a:lnTo>
                      <a:pt x="881" y="827"/>
                    </a:lnTo>
                    <a:lnTo>
                      <a:pt x="881" y="825"/>
                    </a:lnTo>
                    <a:lnTo>
                      <a:pt x="881" y="823"/>
                    </a:lnTo>
                    <a:lnTo>
                      <a:pt x="880" y="822"/>
                    </a:lnTo>
                    <a:lnTo>
                      <a:pt x="880" y="822"/>
                    </a:lnTo>
                    <a:lnTo>
                      <a:pt x="878" y="822"/>
                    </a:lnTo>
                    <a:lnTo>
                      <a:pt x="874" y="818"/>
                    </a:lnTo>
                    <a:lnTo>
                      <a:pt x="873" y="818"/>
                    </a:lnTo>
                    <a:lnTo>
                      <a:pt x="871" y="820"/>
                    </a:lnTo>
                    <a:lnTo>
                      <a:pt x="869" y="822"/>
                    </a:lnTo>
                    <a:lnTo>
                      <a:pt x="868" y="823"/>
                    </a:lnTo>
                    <a:lnTo>
                      <a:pt x="868" y="825"/>
                    </a:lnTo>
                    <a:lnTo>
                      <a:pt x="866" y="825"/>
                    </a:lnTo>
                    <a:lnTo>
                      <a:pt x="864" y="825"/>
                    </a:lnTo>
                    <a:lnTo>
                      <a:pt x="864" y="827"/>
                    </a:lnTo>
                    <a:lnTo>
                      <a:pt x="864" y="827"/>
                    </a:lnTo>
                    <a:lnTo>
                      <a:pt x="866" y="829"/>
                    </a:lnTo>
                    <a:lnTo>
                      <a:pt x="869" y="830"/>
                    </a:lnTo>
                    <a:lnTo>
                      <a:pt x="871" y="830"/>
                    </a:lnTo>
                    <a:lnTo>
                      <a:pt x="876" y="835"/>
                    </a:lnTo>
                    <a:lnTo>
                      <a:pt x="878" y="835"/>
                    </a:lnTo>
                    <a:lnTo>
                      <a:pt x="893" y="847"/>
                    </a:lnTo>
                    <a:lnTo>
                      <a:pt x="897" y="849"/>
                    </a:lnTo>
                    <a:lnTo>
                      <a:pt x="897" y="851"/>
                    </a:lnTo>
                    <a:lnTo>
                      <a:pt x="902" y="852"/>
                    </a:lnTo>
                    <a:lnTo>
                      <a:pt x="902" y="852"/>
                    </a:lnTo>
                    <a:lnTo>
                      <a:pt x="912" y="864"/>
                    </a:lnTo>
                    <a:lnTo>
                      <a:pt x="914" y="864"/>
                    </a:lnTo>
                    <a:lnTo>
                      <a:pt x="914" y="868"/>
                    </a:lnTo>
                    <a:lnTo>
                      <a:pt x="919" y="878"/>
                    </a:lnTo>
                    <a:lnTo>
                      <a:pt x="919" y="881"/>
                    </a:lnTo>
                    <a:lnTo>
                      <a:pt x="919" y="881"/>
                    </a:lnTo>
                    <a:lnTo>
                      <a:pt x="914" y="871"/>
                    </a:lnTo>
                    <a:lnTo>
                      <a:pt x="910" y="866"/>
                    </a:lnTo>
                    <a:lnTo>
                      <a:pt x="905" y="859"/>
                    </a:lnTo>
                    <a:lnTo>
                      <a:pt x="900" y="856"/>
                    </a:lnTo>
                    <a:lnTo>
                      <a:pt x="891" y="849"/>
                    </a:lnTo>
                    <a:lnTo>
                      <a:pt x="861" y="827"/>
                    </a:lnTo>
                    <a:lnTo>
                      <a:pt x="857" y="825"/>
                    </a:lnTo>
                    <a:lnTo>
                      <a:pt x="854" y="825"/>
                    </a:lnTo>
                    <a:lnTo>
                      <a:pt x="859" y="829"/>
                    </a:lnTo>
                    <a:lnTo>
                      <a:pt x="861" y="829"/>
                    </a:lnTo>
                    <a:lnTo>
                      <a:pt x="864" y="832"/>
                    </a:lnTo>
                    <a:lnTo>
                      <a:pt x="866" y="832"/>
                    </a:lnTo>
                    <a:lnTo>
                      <a:pt x="869" y="835"/>
                    </a:lnTo>
                    <a:lnTo>
                      <a:pt x="873" y="835"/>
                    </a:lnTo>
                    <a:lnTo>
                      <a:pt x="874" y="839"/>
                    </a:lnTo>
                    <a:lnTo>
                      <a:pt x="878" y="840"/>
                    </a:lnTo>
                    <a:lnTo>
                      <a:pt x="885" y="845"/>
                    </a:lnTo>
                    <a:lnTo>
                      <a:pt x="900" y="857"/>
                    </a:lnTo>
                    <a:lnTo>
                      <a:pt x="902" y="859"/>
                    </a:lnTo>
                    <a:lnTo>
                      <a:pt x="902" y="861"/>
                    </a:lnTo>
                    <a:lnTo>
                      <a:pt x="905" y="864"/>
                    </a:lnTo>
                    <a:lnTo>
                      <a:pt x="908" y="866"/>
                    </a:lnTo>
                    <a:lnTo>
                      <a:pt x="910" y="868"/>
                    </a:lnTo>
                    <a:lnTo>
                      <a:pt x="915" y="879"/>
                    </a:lnTo>
                    <a:lnTo>
                      <a:pt x="924" y="893"/>
                    </a:lnTo>
                    <a:lnTo>
                      <a:pt x="936" y="915"/>
                    </a:lnTo>
                    <a:lnTo>
                      <a:pt x="936" y="917"/>
                    </a:lnTo>
                    <a:lnTo>
                      <a:pt x="936" y="927"/>
                    </a:lnTo>
                    <a:lnTo>
                      <a:pt x="936" y="932"/>
                    </a:lnTo>
                    <a:lnTo>
                      <a:pt x="934" y="934"/>
                    </a:lnTo>
                    <a:lnTo>
                      <a:pt x="932" y="937"/>
                    </a:lnTo>
                    <a:lnTo>
                      <a:pt x="929" y="939"/>
                    </a:lnTo>
                    <a:lnTo>
                      <a:pt x="919" y="944"/>
                    </a:lnTo>
                    <a:lnTo>
                      <a:pt x="920" y="946"/>
                    </a:lnTo>
                    <a:lnTo>
                      <a:pt x="920" y="946"/>
                    </a:lnTo>
                    <a:lnTo>
                      <a:pt x="922" y="947"/>
                    </a:lnTo>
                    <a:lnTo>
                      <a:pt x="924" y="947"/>
                    </a:lnTo>
                    <a:lnTo>
                      <a:pt x="925" y="949"/>
                    </a:lnTo>
                    <a:lnTo>
                      <a:pt x="925" y="952"/>
                    </a:lnTo>
                    <a:lnTo>
                      <a:pt x="927" y="954"/>
                    </a:lnTo>
                    <a:lnTo>
                      <a:pt x="929" y="958"/>
                    </a:lnTo>
                    <a:lnTo>
                      <a:pt x="929" y="959"/>
                    </a:lnTo>
                    <a:lnTo>
                      <a:pt x="929" y="961"/>
                    </a:lnTo>
                    <a:lnTo>
                      <a:pt x="927" y="963"/>
                    </a:lnTo>
                    <a:lnTo>
                      <a:pt x="925" y="963"/>
                    </a:lnTo>
                    <a:lnTo>
                      <a:pt x="925" y="963"/>
                    </a:lnTo>
                    <a:lnTo>
                      <a:pt x="927" y="966"/>
                    </a:lnTo>
                    <a:lnTo>
                      <a:pt x="931" y="971"/>
                    </a:lnTo>
                    <a:lnTo>
                      <a:pt x="946" y="990"/>
                    </a:lnTo>
                    <a:lnTo>
                      <a:pt x="949" y="992"/>
                    </a:lnTo>
                    <a:lnTo>
                      <a:pt x="949" y="992"/>
                    </a:lnTo>
                    <a:lnTo>
                      <a:pt x="949" y="990"/>
                    </a:lnTo>
                    <a:lnTo>
                      <a:pt x="949" y="990"/>
                    </a:lnTo>
                    <a:lnTo>
                      <a:pt x="951" y="990"/>
                    </a:lnTo>
                    <a:lnTo>
                      <a:pt x="951" y="990"/>
                    </a:lnTo>
                    <a:lnTo>
                      <a:pt x="951" y="990"/>
                    </a:lnTo>
                    <a:lnTo>
                      <a:pt x="953" y="990"/>
                    </a:lnTo>
                    <a:lnTo>
                      <a:pt x="953" y="990"/>
                    </a:lnTo>
                    <a:lnTo>
                      <a:pt x="954" y="992"/>
                    </a:lnTo>
                    <a:lnTo>
                      <a:pt x="956" y="992"/>
                    </a:lnTo>
                    <a:lnTo>
                      <a:pt x="958" y="993"/>
                    </a:lnTo>
                    <a:lnTo>
                      <a:pt x="959" y="995"/>
                    </a:lnTo>
                    <a:lnTo>
                      <a:pt x="959" y="995"/>
                    </a:lnTo>
                    <a:lnTo>
                      <a:pt x="958" y="997"/>
                    </a:lnTo>
                    <a:lnTo>
                      <a:pt x="958" y="997"/>
                    </a:lnTo>
                    <a:lnTo>
                      <a:pt x="959" y="998"/>
                    </a:lnTo>
                    <a:lnTo>
                      <a:pt x="966" y="1003"/>
                    </a:lnTo>
                    <a:lnTo>
                      <a:pt x="968" y="1005"/>
                    </a:lnTo>
                    <a:lnTo>
                      <a:pt x="971" y="1010"/>
                    </a:lnTo>
                    <a:lnTo>
                      <a:pt x="973" y="1012"/>
                    </a:lnTo>
                    <a:lnTo>
                      <a:pt x="976" y="1019"/>
                    </a:lnTo>
                    <a:lnTo>
                      <a:pt x="978" y="1020"/>
                    </a:lnTo>
                    <a:lnTo>
                      <a:pt x="978" y="1022"/>
                    </a:lnTo>
                    <a:lnTo>
                      <a:pt x="978" y="1024"/>
                    </a:lnTo>
                    <a:lnTo>
                      <a:pt x="978" y="1024"/>
                    </a:lnTo>
                    <a:lnTo>
                      <a:pt x="980" y="1025"/>
                    </a:lnTo>
                    <a:lnTo>
                      <a:pt x="980" y="1025"/>
                    </a:lnTo>
                    <a:lnTo>
                      <a:pt x="981" y="1025"/>
                    </a:lnTo>
                    <a:lnTo>
                      <a:pt x="981" y="1025"/>
                    </a:lnTo>
                    <a:lnTo>
                      <a:pt x="981" y="1025"/>
                    </a:lnTo>
                    <a:lnTo>
                      <a:pt x="981" y="1027"/>
                    </a:lnTo>
                    <a:lnTo>
                      <a:pt x="981" y="1027"/>
                    </a:lnTo>
                    <a:lnTo>
                      <a:pt x="983" y="1027"/>
                    </a:lnTo>
                    <a:lnTo>
                      <a:pt x="987" y="1029"/>
                    </a:lnTo>
                    <a:lnTo>
                      <a:pt x="988" y="1029"/>
                    </a:lnTo>
                    <a:lnTo>
                      <a:pt x="995" y="1034"/>
                    </a:lnTo>
                    <a:lnTo>
                      <a:pt x="997" y="1036"/>
                    </a:lnTo>
                    <a:lnTo>
                      <a:pt x="998" y="1036"/>
                    </a:lnTo>
                    <a:lnTo>
                      <a:pt x="998" y="1037"/>
                    </a:lnTo>
                    <a:lnTo>
                      <a:pt x="1000" y="1037"/>
                    </a:lnTo>
                    <a:lnTo>
                      <a:pt x="1002" y="1037"/>
                    </a:lnTo>
                    <a:lnTo>
                      <a:pt x="1002" y="1037"/>
                    </a:lnTo>
                    <a:lnTo>
                      <a:pt x="1004" y="1039"/>
                    </a:lnTo>
                    <a:lnTo>
                      <a:pt x="1005" y="1039"/>
                    </a:lnTo>
                    <a:lnTo>
                      <a:pt x="1007" y="1039"/>
                    </a:lnTo>
                    <a:lnTo>
                      <a:pt x="1009" y="1041"/>
                    </a:lnTo>
                    <a:lnTo>
                      <a:pt x="1029" y="1039"/>
                    </a:lnTo>
                    <a:lnTo>
                      <a:pt x="1031" y="1039"/>
                    </a:lnTo>
                    <a:lnTo>
                      <a:pt x="1031" y="997"/>
                    </a:lnTo>
                    <a:lnTo>
                      <a:pt x="1031" y="954"/>
                    </a:lnTo>
                    <a:lnTo>
                      <a:pt x="1031" y="910"/>
                    </a:lnTo>
                    <a:lnTo>
                      <a:pt x="1031" y="868"/>
                    </a:lnTo>
                    <a:lnTo>
                      <a:pt x="1031" y="781"/>
                    </a:lnTo>
                    <a:lnTo>
                      <a:pt x="1031" y="739"/>
                    </a:lnTo>
                    <a:lnTo>
                      <a:pt x="1031" y="694"/>
                    </a:lnTo>
                    <a:lnTo>
                      <a:pt x="1031" y="688"/>
                    </a:lnTo>
                    <a:lnTo>
                      <a:pt x="1032" y="689"/>
                    </a:lnTo>
                    <a:lnTo>
                      <a:pt x="1034" y="691"/>
                    </a:lnTo>
                    <a:lnTo>
                      <a:pt x="103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46" name="Freeform 9">
                <a:extLst>
                  <a:ext uri="{FF2B5EF4-FFF2-40B4-BE49-F238E27FC236}">
                    <a16:creationId xmlns:a16="http://schemas.microsoft.com/office/drawing/2014/main" id="{4E19B7EC-B5CD-45E7-8939-52B1CD7AC0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06395" y="2545717"/>
                <a:ext cx="3754233" cy="3406986"/>
              </a:xfrm>
              <a:custGeom>
                <a:avLst/>
                <a:gdLst>
                  <a:gd name="T0" fmla="*/ 1022 w 1892"/>
                  <a:gd name="T1" fmla="*/ 1119 h 1717"/>
                  <a:gd name="T2" fmla="*/ 1056 w 1892"/>
                  <a:gd name="T3" fmla="*/ 1069 h 1717"/>
                  <a:gd name="T4" fmla="*/ 937 w 1892"/>
                  <a:gd name="T5" fmla="*/ 941 h 1717"/>
                  <a:gd name="T6" fmla="*/ 1138 w 1892"/>
                  <a:gd name="T7" fmla="*/ 1254 h 1717"/>
                  <a:gd name="T8" fmla="*/ 1124 w 1892"/>
                  <a:gd name="T9" fmla="*/ 1228 h 1717"/>
                  <a:gd name="T10" fmla="*/ 1318 w 1892"/>
                  <a:gd name="T11" fmla="*/ 1354 h 1717"/>
                  <a:gd name="T12" fmla="*/ 1146 w 1892"/>
                  <a:gd name="T13" fmla="*/ 1252 h 1717"/>
                  <a:gd name="T14" fmla="*/ 1073 w 1892"/>
                  <a:gd name="T15" fmla="*/ 1126 h 1717"/>
                  <a:gd name="T16" fmla="*/ 1007 w 1892"/>
                  <a:gd name="T17" fmla="*/ 1136 h 1717"/>
                  <a:gd name="T18" fmla="*/ 122 w 1892"/>
                  <a:gd name="T19" fmla="*/ 681 h 1717"/>
                  <a:gd name="T20" fmla="*/ 127 w 1892"/>
                  <a:gd name="T21" fmla="*/ 627 h 1717"/>
                  <a:gd name="T22" fmla="*/ 112 w 1892"/>
                  <a:gd name="T23" fmla="*/ 624 h 1717"/>
                  <a:gd name="T24" fmla="*/ 1331 w 1892"/>
                  <a:gd name="T25" fmla="*/ 1564 h 1717"/>
                  <a:gd name="T26" fmla="*/ 1328 w 1892"/>
                  <a:gd name="T27" fmla="*/ 1605 h 1717"/>
                  <a:gd name="T28" fmla="*/ 1299 w 1892"/>
                  <a:gd name="T29" fmla="*/ 1547 h 1717"/>
                  <a:gd name="T30" fmla="*/ 1304 w 1892"/>
                  <a:gd name="T31" fmla="*/ 1447 h 1717"/>
                  <a:gd name="T32" fmla="*/ 1285 w 1892"/>
                  <a:gd name="T33" fmla="*/ 1400 h 1717"/>
                  <a:gd name="T34" fmla="*/ 1255 w 1892"/>
                  <a:gd name="T35" fmla="*/ 1367 h 1717"/>
                  <a:gd name="T36" fmla="*/ 1178 w 1892"/>
                  <a:gd name="T37" fmla="*/ 1272 h 1717"/>
                  <a:gd name="T38" fmla="*/ 1153 w 1892"/>
                  <a:gd name="T39" fmla="*/ 1267 h 1717"/>
                  <a:gd name="T40" fmla="*/ 1109 w 1892"/>
                  <a:gd name="T41" fmla="*/ 1226 h 1717"/>
                  <a:gd name="T42" fmla="*/ 1100 w 1892"/>
                  <a:gd name="T43" fmla="*/ 1147 h 1717"/>
                  <a:gd name="T44" fmla="*/ 1087 w 1892"/>
                  <a:gd name="T45" fmla="*/ 1130 h 1717"/>
                  <a:gd name="T46" fmla="*/ 1037 w 1892"/>
                  <a:gd name="T47" fmla="*/ 1113 h 1717"/>
                  <a:gd name="T48" fmla="*/ 1002 w 1892"/>
                  <a:gd name="T49" fmla="*/ 1126 h 1717"/>
                  <a:gd name="T50" fmla="*/ 983 w 1892"/>
                  <a:gd name="T51" fmla="*/ 1063 h 1717"/>
                  <a:gd name="T52" fmla="*/ 966 w 1892"/>
                  <a:gd name="T53" fmla="*/ 1021 h 1717"/>
                  <a:gd name="T54" fmla="*/ 934 w 1892"/>
                  <a:gd name="T55" fmla="*/ 996 h 1717"/>
                  <a:gd name="T56" fmla="*/ 932 w 1892"/>
                  <a:gd name="T57" fmla="*/ 967 h 1717"/>
                  <a:gd name="T58" fmla="*/ 919 w 1892"/>
                  <a:gd name="T59" fmla="*/ 946 h 1717"/>
                  <a:gd name="T60" fmla="*/ 898 w 1892"/>
                  <a:gd name="T61" fmla="*/ 945 h 1717"/>
                  <a:gd name="T62" fmla="*/ 840 w 1892"/>
                  <a:gd name="T63" fmla="*/ 909 h 1717"/>
                  <a:gd name="T64" fmla="*/ 776 w 1892"/>
                  <a:gd name="T65" fmla="*/ 858 h 1717"/>
                  <a:gd name="T66" fmla="*/ 717 w 1892"/>
                  <a:gd name="T67" fmla="*/ 805 h 1717"/>
                  <a:gd name="T68" fmla="*/ 701 w 1892"/>
                  <a:gd name="T69" fmla="*/ 724 h 1717"/>
                  <a:gd name="T70" fmla="*/ 674 w 1892"/>
                  <a:gd name="T71" fmla="*/ 659 h 1717"/>
                  <a:gd name="T72" fmla="*/ 638 w 1892"/>
                  <a:gd name="T73" fmla="*/ 624 h 1717"/>
                  <a:gd name="T74" fmla="*/ 627 w 1892"/>
                  <a:gd name="T75" fmla="*/ 540 h 1717"/>
                  <a:gd name="T76" fmla="*/ 608 w 1892"/>
                  <a:gd name="T77" fmla="*/ 479 h 1717"/>
                  <a:gd name="T78" fmla="*/ 559 w 1892"/>
                  <a:gd name="T79" fmla="*/ 425 h 1717"/>
                  <a:gd name="T80" fmla="*/ 497 w 1892"/>
                  <a:gd name="T81" fmla="*/ 445 h 1717"/>
                  <a:gd name="T82" fmla="*/ 469 w 1892"/>
                  <a:gd name="T83" fmla="*/ 313 h 1717"/>
                  <a:gd name="T84" fmla="*/ 438 w 1892"/>
                  <a:gd name="T85" fmla="*/ 257 h 1717"/>
                  <a:gd name="T86" fmla="*/ 416 w 1892"/>
                  <a:gd name="T87" fmla="*/ 179 h 1717"/>
                  <a:gd name="T88" fmla="*/ 396 w 1892"/>
                  <a:gd name="T89" fmla="*/ 135 h 1717"/>
                  <a:gd name="T90" fmla="*/ 345 w 1892"/>
                  <a:gd name="T91" fmla="*/ 216 h 1717"/>
                  <a:gd name="T92" fmla="*/ 319 w 1892"/>
                  <a:gd name="T93" fmla="*/ 260 h 1717"/>
                  <a:gd name="T94" fmla="*/ 329 w 1892"/>
                  <a:gd name="T95" fmla="*/ 296 h 1717"/>
                  <a:gd name="T96" fmla="*/ 309 w 1892"/>
                  <a:gd name="T97" fmla="*/ 325 h 1717"/>
                  <a:gd name="T98" fmla="*/ 302 w 1892"/>
                  <a:gd name="T99" fmla="*/ 449 h 1717"/>
                  <a:gd name="T100" fmla="*/ 287 w 1892"/>
                  <a:gd name="T101" fmla="*/ 608 h 1717"/>
                  <a:gd name="T102" fmla="*/ 236 w 1892"/>
                  <a:gd name="T103" fmla="*/ 712 h 1717"/>
                  <a:gd name="T104" fmla="*/ 97 w 1892"/>
                  <a:gd name="T105" fmla="*/ 680 h 1717"/>
                  <a:gd name="T106" fmla="*/ 954 w 1892"/>
                  <a:gd name="T107" fmla="*/ 1690 h 1717"/>
                  <a:gd name="T108" fmla="*/ 1068 w 1892"/>
                  <a:gd name="T109" fmla="*/ 1671 h 1717"/>
                  <a:gd name="T110" fmla="*/ 1156 w 1892"/>
                  <a:gd name="T111" fmla="*/ 1714 h 1717"/>
                  <a:gd name="T112" fmla="*/ 1194 w 1892"/>
                  <a:gd name="T113" fmla="*/ 1695 h 1717"/>
                  <a:gd name="T114" fmla="*/ 1204 w 1892"/>
                  <a:gd name="T115" fmla="*/ 1663 h 1717"/>
                  <a:gd name="T116" fmla="*/ 1256 w 1892"/>
                  <a:gd name="T117" fmla="*/ 1643 h 1717"/>
                  <a:gd name="T118" fmla="*/ 1335 w 1892"/>
                  <a:gd name="T119" fmla="*/ 1629 h 1717"/>
                  <a:gd name="T120" fmla="*/ 708 w 1892"/>
                  <a:gd name="T121" fmla="*/ 797 h 1717"/>
                  <a:gd name="T122" fmla="*/ 365 w 1892"/>
                  <a:gd name="T123" fmla="*/ 87 h 1717"/>
                  <a:gd name="T124" fmla="*/ 1888 w 1892"/>
                  <a:gd name="T125" fmla="*/ 870 h 1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92" h="1717">
                    <a:moveTo>
                      <a:pt x="757" y="855"/>
                    </a:moveTo>
                    <a:lnTo>
                      <a:pt x="757" y="856"/>
                    </a:lnTo>
                    <a:lnTo>
                      <a:pt x="759" y="856"/>
                    </a:lnTo>
                    <a:lnTo>
                      <a:pt x="762" y="855"/>
                    </a:lnTo>
                    <a:lnTo>
                      <a:pt x="762" y="856"/>
                    </a:lnTo>
                    <a:lnTo>
                      <a:pt x="762" y="855"/>
                    </a:lnTo>
                    <a:lnTo>
                      <a:pt x="764" y="855"/>
                    </a:lnTo>
                    <a:lnTo>
                      <a:pt x="764" y="851"/>
                    </a:lnTo>
                    <a:lnTo>
                      <a:pt x="764" y="851"/>
                    </a:lnTo>
                    <a:lnTo>
                      <a:pt x="762" y="851"/>
                    </a:lnTo>
                    <a:lnTo>
                      <a:pt x="762" y="851"/>
                    </a:lnTo>
                    <a:lnTo>
                      <a:pt x="762" y="851"/>
                    </a:lnTo>
                    <a:lnTo>
                      <a:pt x="761" y="851"/>
                    </a:lnTo>
                    <a:lnTo>
                      <a:pt x="761" y="851"/>
                    </a:lnTo>
                    <a:lnTo>
                      <a:pt x="761" y="851"/>
                    </a:lnTo>
                    <a:lnTo>
                      <a:pt x="759" y="851"/>
                    </a:lnTo>
                    <a:lnTo>
                      <a:pt x="757" y="851"/>
                    </a:lnTo>
                    <a:lnTo>
                      <a:pt x="757" y="851"/>
                    </a:lnTo>
                    <a:lnTo>
                      <a:pt x="756" y="853"/>
                    </a:lnTo>
                    <a:lnTo>
                      <a:pt x="756" y="853"/>
                    </a:lnTo>
                    <a:lnTo>
                      <a:pt x="756" y="855"/>
                    </a:lnTo>
                    <a:lnTo>
                      <a:pt x="757" y="855"/>
                    </a:lnTo>
                    <a:close/>
                    <a:moveTo>
                      <a:pt x="953" y="970"/>
                    </a:moveTo>
                    <a:lnTo>
                      <a:pt x="951" y="970"/>
                    </a:lnTo>
                    <a:lnTo>
                      <a:pt x="949" y="972"/>
                    </a:lnTo>
                    <a:lnTo>
                      <a:pt x="949" y="972"/>
                    </a:lnTo>
                    <a:lnTo>
                      <a:pt x="951" y="972"/>
                    </a:lnTo>
                    <a:lnTo>
                      <a:pt x="951" y="973"/>
                    </a:lnTo>
                    <a:lnTo>
                      <a:pt x="951" y="973"/>
                    </a:lnTo>
                    <a:lnTo>
                      <a:pt x="953" y="972"/>
                    </a:lnTo>
                    <a:lnTo>
                      <a:pt x="954" y="970"/>
                    </a:lnTo>
                    <a:lnTo>
                      <a:pt x="954" y="970"/>
                    </a:lnTo>
                    <a:lnTo>
                      <a:pt x="956" y="968"/>
                    </a:lnTo>
                    <a:lnTo>
                      <a:pt x="956" y="968"/>
                    </a:lnTo>
                    <a:lnTo>
                      <a:pt x="954" y="967"/>
                    </a:lnTo>
                    <a:lnTo>
                      <a:pt x="954" y="965"/>
                    </a:lnTo>
                    <a:lnTo>
                      <a:pt x="954" y="963"/>
                    </a:lnTo>
                    <a:lnTo>
                      <a:pt x="954" y="965"/>
                    </a:lnTo>
                    <a:lnTo>
                      <a:pt x="954" y="967"/>
                    </a:lnTo>
                    <a:lnTo>
                      <a:pt x="954" y="968"/>
                    </a:lnTo>
                    <a:lnTo>
                      <a:pt x="953" y="970"/>
                    </a:lnTo>
                    <a:lnTo>
                      <a:pt x="953" y="970"/>
                    </a:lnTo>
                    <a:close/>
                    <a:moveTo>
                      <a:pt x="1022" y="1116"/>
                    </a:moveTo>
                    <a:lnTo>
                      <a:pt x="1022" y="1116"/>
                    </a:lnTo>
                    <a:lnTo>
                      <a:pt x="1022" y="1116"/>
                    </a:lnTo>
                    <a:lnTo>
                      <a:pt x="1022" y="1118"/>
                    </a:lnTo>
                    <a:lnTo>
                      <a:pt x="1022" y="1118"/>
                    </a:lnTo>
                    <a:lnTo>
                      <a:pt x="1022" y="1119"/>
                    </a:lnTo>
                    <a:lnTo>
                      <a:pt x="1024" y="1119"/>
                    </a:lnTo>
                    <a:lnTo>
                      <a:pt x="1026" y="1119"/>
                    </a:lnTo>
                    <a:lnTo>
                      <a:pt x="1026" y="1116"/>
                    </a:lnTo>
                    <a:lnTo>
                      <a:pt x="1027" y="1114"/>
                    </a:lnTo>
                    <a:lnTo>
                      <a:pt x="1027" y="1111"/>
                    </a:lnTo>
                    <a:lnTo>
                      <a:pt x="1026" y="1111"/>
                    </a:lnTo>
                    <a:lnTo>
                      <a:pt x="1026" y="1109"/>
                    </a:lnTo>
                    <a:lnTo>
                      <a:pt x="1026" y="1108"/>
                    </a:lnTo>
                    <a:lnTo>
                      <a:pt x="1026" y="1106"/>
                    </a:lnTo>
                    <a:lnTo>
                      <a:pt x="1026" y="1104"/>
                    </a:lnTo>
                    <a:lnTo>
                      <a:pt x="1024" y="1104"/>
                    </a:lnTo>
                    <a:lnTo>
                      <a:pt x="1024" y="1106"/>
                    </a:lnTo>
                    <a:lnTo>
                      <a:pt x="1024" y="1106"/>
                    </a:lnTo>
                    <a:lnTo>
                      <a:pt x="1024" y="1108"/>
                    </a:lnTo>
                    <a:lnTo>
                      <a:pt x="1022" y="1108"/>
                    </a:lnTo>
                    <a:lnTo>
                      <a:pt x="1022" y="1111"/>
                    </a:lnTo>
                    <a:lnTo>
                      <a:pt x="1022" y="1113"/>
                    </a:lnTo>
                    <a:lnTo>
                      <a:pt x="1020" y="1114"/>
                    </a:lnTo>
                    <a:lnTo>
                      <a:pt x="1022" y="1114"/>
                    </a:lnTo>
                    <a:lnTo>
                      <a:pt x="1022" y="1116"/>
                    </a:lnTo>
                    <a:close/>
                    <a:moveTo>
                      <a:pt x="900" y="929"/>
                    </a:moveTo>
                    <a:lnTo>
                      <a:pt x="900" y="931"/>
                    </a:lnTo>
                    <a:lnTo>
                      <a:pt x="900" y="931"/>
                    </a:lnTo>
                    <a:lnTo>
                      <a:pt x="900" y="931"/>
                    </a:lnTo>
                    <a:lnTo>
                      <a:pt x="900" y="931"/>
                    </a:lnTo>
                    <a:lnTo>
                      <a:pt x="902" y="933"/>
                    </a:lnTo>
                    <a:lnTo>
                      <a:pt x="902" y="929"/>
                    </a:lnTo>
                    <a:lnTo>
                      <a:pt x="902" y="928"/>
                    </a:lnTo>
                    <a:lnTo>
                      <a:pt x="902" y="926"/>
                    </a:lnTo>
                    <a:lnTo>
                      <a:pt x="900" y="924"/>
                    </a:lnTo>
                    <a:lnTo>
                      <a:pt x="898" y="926"/>
                    </a:lnTo>
                    <a:lnTo>
                      <a:pt x="900" y="928"/>
                    </a:lnTo>
                    <a:lnTo>
                      <a:pt x="900" y="929"/>
                    </a:lnTo>
                    <a:close/>
                    <a:moveTo>
                      <a:pt x="1054" y="1072"/>
                    </a:moveTo>
                    <a:lnTo>
                      <a:pt x="1054" y="1072"/>
                    </a:lnTo>
                    <a:lnTo>
                      <a:pt x="1056" y="1072"/>
                    </a:lnTo>
                    <a:lnTo>
                      <a:pt x="1056" y="1072"/>
                    </a:lnTo>
                    <a:lnTo>
                      <a:pt x="1056" y="1072"/>
                    </a:lnTo>
                    <a:lnTo>
                      <a:pt x="1058" y="1074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60" y="1070"/>
                    </a:lnTo>
                    <a:lnTo>
                      <a:pt x="1058" y="1070"/>
                    </a:lnTo>
                    <a:lnTo>
                      <a:pt x="1056" y="1069"/>
                    </a:lnTo>
                    <a:lnTo>
                      <a:pt x="1054" y="1067"/>
                    </a:lnTo>
                    <a:lnTo>
                      <a:pt x="1054" y="1067"/>
                    </a:lnTo>
                    <a:lnTo>
                      <a:pt x="1054" y="1069"/>
                    </a:lnTo>
                    <a:lnTo>
                      <a:pt x="1054" y="1070"/>
                    </a:lnTo>
                    <a:lnTo>
                      <a:pt x="1054" y="1070"/>
                    </a:lnTo>
                    <a:lnTo>
                      <a:pt x="1054" y="1070"/>
                    </a:lnTo>
                    <a:lnTo>
                      <a:pt x="1053" y="1070"/>
                    </a:lnTo>
                    <a:lnTo>
                      <a:pt x="1053" y="1072"/>
                    </a:lnTo>
                    <a:lnTo>
                      <a:pt x="1054" y="1072"/>
                    </a:lnTo>
                    <a:lnTo>
                      <a:pt x="1054" y="1072"/>
                    </a:lnTo>
                    <a:close/>
                    <a:moveTo>
                      <a:pt x="944" y="945"/>
                    </a:moveTo>
                    <a:lnTo>
                      <a:pt x="942" y="946"/>
                    </a:lnTo>
                    <a:lnTo>
                      <a:pt x="942" y="948"/>
                    </a:lnTo>
                    <a:lnTo>
                      <a:pt x="944" y="948"/>
                    </a:lnTo>
                    <a:lnTo>
                      <a:pt x="944" y="950"/>
                    </a:lnTo>
                    <a:lnTo>
                      <a:pt x="941" y="951"/>
                    </a:lnTo>
                    <a:lnTo>
                      <a:pt x="941" y="953"/>
                    </a:lnTo>
                    <a:lnTo>
                      <a:pt x="941" y="953"/>
                    </a:lnTo>
                    <a:lnTo>
                      <a:pt x="941" y="953"/>
                    </a:lnTo>
                    <a:lnTo>
                      <a:pt x="942" y="953"/>
                    </a:lnTo>
                    <a:lnTo>
                      <a:pt x="942" y="953"/>
                    </a:lnTo>
                    <a:lnTo>
                      <a:pt x="944" y="951"/>
                    </a:lnTo>
                    <a:lnTo>
                      <a:pt x="944" y="955"/>
                    </a:lnTo>
                    <a:lnTo>
                      <a:pt x="944" y="956"/>
                    </a:lnTo>
                    <a:lnTo>
                      <a:pt x="946" y="955"/>
                    </a:lnTo>
                    <a:lnTo>
                      <a:pt x="947" y="955"/>
                    </a:lnTo>
                    <a:lnTo>
                      <a:pt x="947" y="956"/>
                    </a:lnTo>
                    <a:lnTo>
                      <a:pt x="949" y="955"/>
                    </a:lnTo>
                    <a:lnTo>
                      <a:pt x="949" y="953"/>
                    </a:lnTo>
                    <a:lnTo>
                      <a:pt x="951" y="955"/>
                    </a:lnTo>
                    <a:lnTo>
                      <a:pt x="951" y="955"/>
                    </a:lnTo>
                    <a:lnTo>
                      <a:pt x="953" y="955"/>
                    </a:lnTo>
                    <a:lnTo>
                      <a:pt x="953" y="953"/>
                    </a:lnTo>
                    <a:lnTo>
                      <a:pt x="953" y="953"/>
                    </a:lnTo>
                    <a:lnTo>
                      <a:pt x="951" y="951"/>
                    </a:lnTo>
                    <a:lnTo>
                      <a:pt x="949" y="950"/>
                    </a:lnTo>
                    <a:lnTo>
                      <a:pt x="949" y="948"/>
                    </a:lnTo>
                    <a:lnTo>
                      <a:pt x="947" y="948"/>
                    </a:lnTo>
                    <a:lnTo>
                      <a:pt x="947" y="948"/>
                    </a:lnTo>
                    <a:lnTo>
                      <a:pt x="947" y="945"/>
                    </a:lnTo>
                    <a:lnTo>
                      <a:pt x="947" y="945"/>
                    </a:lnTo>
                    <a:lnTo>
                      <a:pt x="946" y="941"/>
                    </a:lnTo>
                    <a:lnTo>
                      <a:pt x="946" y="941"/>
                    </a:lnTo>
                    <a:lnTo>
                      <a:pt x="944" y="941"/>
                    </a:lnTo>
                    <a:lnTo>
                      <a:pt x="944" y="945"/>
                    </a:lnTo>
                    <a:close/>
                    <a:moveTo>
                      <a:pt x="937" y="941"/>
                    </a:moveTo>
                    <a:lnTo>
                      <a:pt x="937" y="941"/>
                    </a:lnTo>
                    <a:lnTo>
                      <a:pt x="937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41" y="941"/>
                    </a:lnTo>
                    <a:lnTo>
                      <a:pt x="941" y="941"/>
                    </a:lnTo>
                    <a:lnTo>
                      <a:pt x="941" y="943"/>
                    </a:lnTo>
                    <a:lnTo>
                      <a:pt x="942" y="941"/>
                    </a:lnTo>
                    <a:lnTo>
                      <a:pt x="942" y="939"/>
                    </a:lnTo>
                    <a:lnTo>
                      <a:pt x="942" y="939"/>
                    </a:lnTo>
                    <a:lnTo>
                      <a:pt x="942" y="938"/>
                    </a:lnTo>
                    <a:lnTo>
                      <a:pt x="942" y="938"/>
                    </a:lnTo>
                    <a:lnTo>
                      <a:pt x="942" y="936"/>
                    </a:lnTo>
                    <a:lnTo>
                      <a:pt x="944" y="934"/>
                    </a:lnTo>
                    <a:lnTo>
                      <a:pt x="944" y="933"/>
                    </a:lnTo>
                    <a:lnTo>
                      <a:pt x="944" y="931"/>
                    </a:lnTo>
                    <a:lnTo>
                      <a:pt x="942" y="933"/>
                    </a:lnTo>
                    <a:lnTo>
                      <a:pt x="942" y="933"/>
                    </a:lnTo>
                    <a:lnTo>
                      <a:pt x="942" y="933"/>
                    </a:lnTo>
                    <a:lnTo>
                      <a:pt x="941" y="934"/>
                    </a:lnTo>
                    <a:lnTo>
                      <a:pt x="941" y="934"/>
                    </a:lnTo>
                    <a:lnTo>
                      <a:pt x="941" y="933"/>
                    </a:lnTo>
                    <a:lnTo>
                      <a:pt x="939" y="933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6"/>
                    </a:lnTo>
                    <a:lnTo>
                      <a:pt x="937" y="938"/>
                    </a:lnTo>
                    <a:lnTo>
                      <a:pt x="936" y="939"/>
                    </a:lnTo>
                    <a:lnTo>
                      <a:pt x="937" y="941"/>
                    </a:lnTo>
                    <a:lnTo>
                      <a:pt x="937" y="941"/>
                    </a:lnTo>
                    <a:close/>
                    <a:moveTo>
                      <a:pt x="1122" y="1230"/>
                    </a:moveTo>
                    <a:lnTo>
                      <a:pt x="1122" y="1230"/>
                    </a:lnTo>
                    <a:lnTo>
                      <a:pt x="1121" y="1230"/>
                    </a:lnTo>
                    <a:lnTo>
                      <a:pt x="1124" y="1237"/>
                    </a:lnTo>
                    <a:lnTo>
                      <a:pt x="1124" y="1238"/>
                    </a:lnTo>
                    <a:lnTo>
                      <a:pt x="1126" y="1238"/>
                    </a:lnTo>
                    <a:lnTo>
                      <a:pt x="1127" y="1240"/>
                    </a:lnTo>
                    <a:lnTo>
                      <a:pt x="1131" y="1243"/>
                    </a:lnTo>
                    <a:lnTo>
                      <a:pt x="1133" y="1245"/>
                    </a:lnTo>
                    <a:lnTo>
                      <a:pt x="1133" y="1249"/>
                    </a:lnTo>
                    <a:lnTo>
                      <a:pt x="1134" y="1250"/>
                    </a:lnTo>
                    <a:lnTo>
                      <a:pt x="1136" y="1252"/>
                    </a:lnTo>
                    <a:lnTo>
                      <a:pt x="1136" y="1252"/>
                    </a:lnTo>
                    <a:lnTo>
                      <a:pt x="1138" y="1254"/>
                    </a:lnTo>
                    <a:lnTo>
                      <a:pt x="1138" y="1254"/>
                    </a:lnTo>
                    <a:lnTo>
                      <a:pt x="1139" y="1254"/>
                    </a:lnTo>
                    <a:lnTo>
                      <a:pt x="1141" y="1254"/>
                    </a:lnTo>
                    <a:lnTo>
                      <a:pt x="1141" y="1254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0"/>
                    </a:lnTo>
                    <a:lnTo>
                      <a:pt x="1144" y="1250"/>
                    </a:lnTo>
                    <a:lnTo>
                      <a:pt x="1144" y="1250"/>
                    </a:lnTo>
                    <a:lnTo>
                      <a:pt x="1144" y="1250"/>
                    </a:lnTo>
                    <a:lnTo>
                      <a:pt x="1144" y="1247"/>
                    </a:lnTo>
                    <a:lnTo>
                      <a:pt x="1143" y="1245"/>
                    </a:lnTo>
                    <a:lnTo>
                      <a:pt x="1143" y="1243"/>
                    </a:lnTo>
                    <a:lnTo>
                      <a:pt x="1141" y="1243"/>
                    </a:lnTo>
                    <a:lnTo>
                      <a:pt x="1139" y="1240"/>
                    </a:lnTo>
                    <a:lnTo>
                      <a:pt x="1139" y="1238"/>
                    </a:lnTo>
                    <a:lnTo>
                      <a:pt x="1138" y="1237"/>
                    </a:lnTo>
                    <a:lnTo>
                      <a:pt x="1138" y="1235"/>
                    </a:lnTo>
                    <a:lnTo>
                      <a:pt x="1139" y="1230"/>
                    </a:lnTo>
                    <a:lnTo>
                      <a:pt x="1139" y="1228"/>
                    </a:lnTo>
                    <a:lnTo>
                      <a:pt x="1138" y="1230"/>
                    </a:lnTo>
                    <a:lnTo>
                      <a:pt x="1138" y="1232"/>
                    </a:lnTo>
                    <a:lnTo>
                      <a:pt x="1136" y="1232"/>
                    </a:lnTo>
                    <a:lnTo>
                      <a:pt x="1134" y="1232"/>
                    </a:lnTo>
                    <a:lnTo>
                      <a:pt x="1136" y="1230"/>
                    </a:lnTo>
                    <a:lnTo>
                      <a:pt x="1134" y="1230"/>
                    </a:lnTo>
                    <a:lnTo>
                      <a:pt x="1133" y="1230"/>
                    </a:lnTo>
                    <a:lnTo>
                      <a:pt x="1131" y="1230"/>
                    </a:lnTo>
                    <a:lnTo>
                      <a:pt x="1131" y="1228"/>
                    </a:lnTo>
                    <a:lnTo>
                      <a:pt x="1127" y="1228"/>
                    </a:lnTo>
                    <a:lnTo>
                      <a:pt x="1126" y="1226"/>
                    </a:lnTo>
                    <a:lnTo>
                      <a:pt x="1126" y="1226"/>
                    </a:lnTo>
                    <a:lnTo>
                      <a:pt x="1126" y="1226"/>
                    </a:lnTo>
                    <a:lnTo>
                      <a:pt x="1126" y="1225"/>
                    </a:lnTo>
                    <a:lnTo>
                      <a:pt x="1124" y="1225"/>
                    </a:lnTo>
                    <a:lnTo>
                      <a:pt x="1124" y="1225"/>
                    </a:lnTo>
                    <a:lnTo>
                      <a:pt x="1124" y="1225"/>
                    </a:lnTo>
                    <a:lnTo>
                      <a:pt x="1122" y="1225"/>
                    </a:lnTo>
                    <a:lnTo>
                      <a:pt x="1122" y="1225"/>
                    </a:lnTo>
                    <a:lnTo>
                      <a:pt x="1121" y="1225"/>
                    </a:lnTo>
                    <a:lnTo>
                      <a:pt x="1121" y="1225"/>
                    </a:lnTo>
                    <a:lnTo>
                      <a:pt x="1121" y="1226"/>
                    </a:lnTo>
                    <a:lnTo>
                      <a:pt x="1122" y="1226"/>
                    </a:lnTo>
                    <a:lnTo>
                      <a:pt x="1122" y="1226"/>
                    </a:lnTo>
                    <a:lnTo>
                      <a:pt x="1124" y="1228"/>
                    </a:lnTo>
                    <a:lnTo>
                      <a:pt x="1124" y="1228"/>
                    </a:lnTo>
                    <a:lnTo>
                      <a:pt x="1124" y="1230"/>
                    </a:lnTo>
                    <a:lnTo>
                      <a:pt x="1122" y="1230"/>
                    </a:lnTo>
                    <a:close/>
                    <a:moveTo>
                      <a:pt x="1058" y="1079"/>
                    </a:moveTo>
                    <a:lnTo>
                      <a:pt x="1061" y="1080"/>
                    </a:lnTo>
                    <a:lnTo>
                      <a:pt x="1063" y="1080"/>
                    </a:lnTo>
                    <a:lnTo>
                      <a:pt x="1063" y="1079"/>
                    </a:lnTo>
                    <a:lnTo>
                      <a:pt x="1063" y="1079"/>
                    </a:lnTo>
                    <a:lnTo>
                      <a:pt x="1065" y="1077"/>
                    </a:lnTo>
                    <a:lnTo>
                      <a:pt x="1061" y="1077"/>
                    </a:lnTo>
                    <a:lnTo>
                      <a:pt x="1061" y="1077"/>
                    </a:lnTo>
                    <a:lnTo>
                      <a:pt x="1060" y="1077"/>
                    </a:lnTo>
                    <a:lnTo>
                      <a:pt x="1058" y="1077"/>
                    </a:lnTo>
                    <a:lnTo>
                      <a:pt x="1058" y="1079"/>
                    </a:lnTo>
                    <a:close/>
                    <a:moveTo>
                      <a:pt x="1296" y="1389"/>
                    </a:moveTo>
                    <a:lnTo>
                      <a:pt x="1294" y="1393"/>
                    </a:lnTo>
                    <a:lnTo>
                      <a:pt x="1294" y="1393"/>
                    </a:lnTo>
                    <a:lnTo>
                      <a:pt x="1292" y="1395"/>
                    </a:lnTo>
                    <a:lnTo>
                      <a:pt x="1292" y="1395"/>
                    </a:lnTo>
                    <a:lnTo>
                      <a:pt x="1290" y="1396"/>
                    </a:lnTo>
                    <a:lnTo>
                      <a:pt x="1290" y="1401"/>
                    </a:lnTo>
                    <a:lnTo>
                      <a:pt x="1290" y="1403"/>
                    </a:lnTo>
                    <a:lnTo>
                      <a:pt x="1287" y="1405"/>
                    </a:lnTo>
                    <a:lnTo>
                      <a:pt x="1287" y="1406"/>
                    </a:lnTo>
                    <a:lnTo>
                      <a:pt x="1287" y="1408"/>
                    </a:lnTo>
                    <a:lnTo>
                      <a:pt x="1287" y="1412"/>
                    </a:lnTo>
                    <a:lnTo>
                      <a:pt x="1290" y="1412"/>
                    </a:lnTo>
                    <a:lnTo>
                      <a:pt x="1289" y="1413"/>
                    </a:lnTo>
                    <a:lnTo>
                      <a:pt x="1290" y="1418"/>
                    </a:lnTo>
                    <a:lnTo>
                      <a:pt x="1290" y="1420"/>
                    </a:lnTo>
                    <a:lnTo>
                      <a:pt x="1290" y="1422"/>
                    </a:lnTo>
                    <a:lnTo>
                      <a:pt x="1292" y="1423"/>
                    </a:lnTo>
                    <a:lnTo>
                      <a:pt x="1296" y="1427"/>
                    </a:lnTo>
                    <a:lnTo>
                      <a:pt x="1299" y="1427"/>
                    </a:lnTo>
                    <a:lnTo>
                      <a:pt x="1299" y="1423"/>
                    </a:lnTo>
                    <a:lnTo>
                      <a:pt x="1299" y="1420"/>
                    </a:lnTo>
                    <a:lnTo>
                      <a:pt x="1299" y="1418"/>
                    </a:lnTo>
                    <a:lnTo>
                      <a:pt x="1299" y="1415"/>
                    </a:lnTo>
                    <a:lnTo>
                      <a:pt x="1304" y="1398"/>
                    </a:lnTo>
                    <a:lnTo>
                      <a:pt x="1314" y="1381"/>
                    </a:lnTo>
                    <a:lnTo>
                      <a:pt x="1321" y="1366"/>
                    </a:lnTo>
                    <a:lnTo>
                      <a:pt x="1321" y="1364"/>
                    </a:lnTo>
                    <a:lnTo>
                      <a:pt x="1321" y="1362"/>
                    </a:lnTo>
                    <a:lnTo>
                      <a:pt x="1323" y="1361"/>
                    </a:lnTo>
                    <a:lnTo>
                      <a:pt x="1323" y="1359"/>
                    </a:lnTo>
                    <a:lnTo>
                      <a:pt x="1323" y="1357"/>
                    </a:lnTo>
                    <a:lnTo>
                      <a:pt x="1323" y="1356"/>
                    </a:lnTo>
                    <a:lnTo>
                      <a:pt x="1319" y="1354"/>
                    </a:lnTo>
                    <a:lnTo>
                      <a:pt x="1318" y="1354"/>
                    </a:lnTo>
                    <a:lnTo>
                      <a:pt x="1318" y="1352"/>
                    </a:lnTo>
                    <a:lnTo>
                      <a:pt x="1316" y="1347"/>
                    </a:lnTo>
                    <a:lnTo>
                      <a:pt x="1316" y="1347"/>
                    </a:lnTo>
                    <a:lnTo>
                      <a:pt x="1316" y="1335"/>
                    </a:lnTo>
                    <a:lnTo>
                      <a:pt x="1316" y="1332"/>
                    </a:lnTo>
                    <a:lnTo>
                      <a:pt x="1314" y="1332"/>
                    </a:lnTo>
                    <a:lnTo>
                      <a:pt x="1311" y="1335"/>
                    </a:lnTo>
                    <a:lnTo>
                      <a:pt x="1309" y="1337"/>
                    </a:lnTo>
                    <a:lnTo>
                      <a:pt x="1307" y="1337"/>
                    </a:lnTo>
                    <a:lnTo>
                      <a:pt x="1302" y="1342"/>
                    </a:lnTo>
                    <a:lnTo>
                      <a:pt x="1306" y="1342"/>
                    </a:lnTo>
                    <a:lnTo>
                      <a:pt x="1307" y="1345"/>
                    </a:lnTo>
                    <a:lnTo>
                      <a:pt x="1311" y="1349"/>
                    </a:lnTo>
                    <a:lnTo>
                      <a:pt x="1311" y="1350"/>
                    </a:lnTo>
                    <a:lnTo>
                      <a:pt x="1313" y="1354"/>
                    </a:lnTo>
                    <a:lnTo>
                      <a:pt x="1313" y="1357"/>
                    </a:lnTo>
                    <a:lnTo>
                      <a:pt x="1311" y="1361"/>
                    </a:lnTo>
                    <a:lnTo>
                      <a:pt x="1309" y="1364"/>
                    </a:lnTo>
                    <a:lnTo>
                      <a:pt x="1306" y="1366"/>
                    </a:lnTo>
                    <a:lnTo>
                      <a:pt x="1304" y="1367"/>
                    </a:lnTo>
                    <a:lnTo>
                      <a:pt x="1294" y="1374"/>
                    </a:lnTo>
                    <a:lnTo>
                      <a:pt x="1292" y="1376"/>
                    </a:lnTo>
                    <a:lnTo>
                      <a:pt x="1292" y="1376"/>
                    </a:lnTo>
                    <a:lnTo>
                      <a:pt x="1292" y="1378"/>
                    </a:lnTo>
                    <a:lnTo>
                      <a:pt x="1292" y="1378"/>
                    </a:lnTo>
                    <a:lnTo>
                      <a:pt x="1292" y="1378"/>
                    </a:lnTo>
                    <a:lnTo>
                      <a:pt x="1296" y="1378"/>
                    </a:lnTo>
                    <a:lnTo>
                      <a:pt x="1296" y="1379"/>
                    </a:lnTo>
                    <a:lnTo>
                      <a:pt x="1296" y="1379"/>
                    </a:lnTo>
                    <a:lnTo>
                      <a:pt x="1297" y="1379"/>
                    </a:lnTo>
                    <a:lnTo>
                      <a:pt x="1296" y="1383"/>
                    </a:lnTo>
                    <a:lnTo>
                      <a:pt x="1297" y="1386"/>
                    </a:lnTo>
                    <a:lnTo>
                      <a:pt x="1296" y="1389"/>
                    </a:lnTo>
                    <a:lnTo>
                      <a:pt x="1296" y="1389"/>
                    </a:lnTo>
                    <a:close/>
                    <a:moveTo>
                      <a:pt x="1148" y="1255"/>
                    </a:moveTo>
                    <a:lnTo>
                      <a:pt x="1150" y="1257"/>
                    </a:lnTo>
                    <a:lnTo>
                      <a:pt x="1150" y="1259"/>
                    </a:lnTo>
                    <a:lnTo>
                      <a:pt x="1150" y="1260"/>
                    </a:lnTo>
                    <a:lnTo>
                      <a:pt x="1151" y="1262"/>
                    </a:lnTo>
                    <a:lnTo>
                      <a:pt x="1153" y="1260"/>
                    </a:lnTo>
                    <a:lnTo>
                      <a:pt x="1151" y="1259"/>
                    </a:lnTo>
                    <a:lnTo>
                      <a:pt x="1151" y="1257"/>
                    </a:lnTo>
                    <a:lnTo>
                      <a:pt x="1150" y="1255"/>
                    </a:lnTo>
                    <a:lnTo>
                      <a:pt x="1148" y="1254"/>
                    </a:lnTo>
                    <a:lnTo>
                      <a:pt x="1148" y="1250"/>
                    </a:lnTo>
                    <a:lnTo>
                      <a:pt x="1148" y="1250"/>
                    </a:lnTo>
                    <a:lnTo>
                      <a:pt x="1146" y="1252"/>
                    </a:lnTo>
                    <a:lnTo>
                      <a:pt x="1146" y="1252"/>
                    </a:lnTo>
                    <a:lnTo>
                      <a:pt x="1146" y="1252"/>
                    </a:lnTo>
                    <a:lnTo>
                      <a:pt x="1148" y="1255"/>
                    </a:lnTo>
                    <a:close/>
                    <a:moveTo>
                      <a:pt x="1290" y="1388"/>
                    </a:moveTo>
                    <a:lnTo>
                      <a:pt x="1292" y="1386"/>
                    </a:lnTo>
                    <a:lnTo>
                      <a:pt x="1290" y="1384"/>
                    </a:lnTo>
                    <a:lnTo>
                      <a:pt x="1287" y="1381"/>
                    </a:lnTo>
                    <a:lnTo>
                      <a:pt x="1287" y="1383"/>
                    </a:lnTo>
                    <a:lnTo>
                      <a:pt x="1287" y="1384"/>
                    </a:lnTo>
                    <a:lnTo>
                      <a:pt x="1290" y="1388"/>
                    </a:lnTo>
                    <a:close/>
                    <a:moveTo>
                      <a:pt x="1073" y="1126"/>
                    </a:moveTo>
                    <a:lnTo>
                      <a:pt x="1073" y="1126"/>
                    </a:lnTo>
                    <a:lnTo>
                      <a:pt x="1073" y="1126"/>
                    </a:lnTo>
                    <a:lnTo>
                      <a:pt x="1073" y="1126"/>
                    </a:lnTo>
                    <a:lnTo>
                      <a:pt x="1075" y="1128"/>
                    </a:lnTo>
                    <a:lnTo>
                      <a:pt x="1073" y="1128"/>
                    </a:lnTo>
                    <a:lnTo>
                      <a:pt x="1075" y="1130"/>
                    </a:lnTo>
                    <a:lnTo>
                      <a:pt x="1075" y="1130"/>
                    </a:lnTo>
                    <a:lnTo>
                      <a:pt x="1077" y="1130"/>
                    </a:lnTo>
                    <a:lnTo>
                      <a:pt x="1078" y="1130"/>
                    </a:lnTo>
                    <a:lnTo>
                      <a:pt x="1078" y="1130"/>
                    </a:lnTo>
                    <a:lnTo>
                      <a:pt x="1078" y="1128"/>
                    </a:lnTo>
                    <a:lnTo>
                      <a:pt x="1078" y="1128"/>
                    </a:lnTo>
                    <a:lnTo>
                      <a:pt x="1078" y="1128"/>
                    </a:lnTo>
                    <a:lnTo>
                      <a:pt x="1080" y="1126"/>
                    </a:lnTo>
                    <a:lnTo>
                      <a:pt x="1080" y="1126"/>
                    </a:lnTo>
                    <a:lnTo>
                      <a:pt x="1082" y="1126"/>
                    </a:lnTo>
                    <a:lnTo>
                      <a:pt x="1080" y="1125"/>
                    </a:lnTo>
                    <a:lnTo>
                      <a:pt x="1080" y="1125"/>
                    </a:lnTo>
                    <a:lnTo>
                      <a:pt x="1080" y="1125"/>
                    </a:lnTo>
                    <a:lnTo>
                      <a:pt x="1078" y="1125"/>
                    </a:lnTo>
                    <a:lnTo>
                      <a:pt x="1078" y="1123"/>
                    </a:lnTo>
                    <a:lnTo>
                      <a:pt x="1078" y="1123"/>
                    </a:lnTo>
                    <a:lnTo>
                      <a:pt x="1078" y="1121"/>
                    </a:lnTo>
                    <a:lnTo>
                      <a:pt x="1078" y="1121"/>
                    </a:lnTo>
                    <a:lnTo>
                      <a:pt x="1077" y="1119"/>
                    </a:lnTo>
                    <a:lnTo>
                      <a:pt x="1077" y="1119"/>
                    </a:lnTo>
                    <a:lnTo>
                      <a:pt x="1077" y="1119"/>
                    </a:lnTo>
                    <a:lnTo>
                      <a:pt x="1075" y="1118"/>
                    </a:lnTo>
                    <a:lnTo>
                      <a:pt x="1073" y="1119"/>
                    </a:lnTo>
                    <a:lnTo>
                      <a:pt x="1073" y="1119"/>
                    </a:lnTo>
                    <a:lnTo>
                      <a:pt x="1075" y="1119"/>
                    </a:lnTo>
                    <a:lnTo>
                      <a:pt x="1075" y="1121"/>
                    </a:lnTo>
                    <a:lnTo>
                      <a:pt x="1075" y="1121"/>
                    </a:lnTo>
                    <a:lnTo>
                      <a:pt x="1075" y="1123"/>
                    </a:lnTo>
                    <a:lnTo>
                      <a:pt x="1073" y="1125"/>
                    </a:lnTo>
                    <a:lnTo>
                      <a:pt x="1071" y="1126"/>
                    </a:lnTo>
                    <a:lnTo>
                      <a:pt x="1073" y="1126"/>
                    </a:lnTo>
                    <a:lnTo>
                      <a:pt x="1073" y="1126"/>
                    </a:lnTo>
                    <a:close/>
                    <a:moveTo>
                      <a:pt x="1323" y="1536"/>
                    </a:moveTo>
                    <a:lnTo>
                      <a:pt x="1323" y="1537"/>
                    </a:lnTo>
                    <a:lnTo>
                      <a:pt x="1323" y="1539"/>
                    </a:lnTo>
                    <a:lnTo>
                      <a:pt x="1323" y="1544"/>
                    </a:lnTo>
                    <a:lnTo>
                      <a:pt x="1323" y="1551"/>
                    </a:lnTo>
                    <a:lnTo>
                      <a:pt x="1323" y="1553"/>
                    </a:lnTo>
                    <a:lnTo>
                      <a:pt x="1324" y="1553"/>
                    </a:lnTo>
                    <a:lnTo>
                      <a:pt x="1324" y="1554"/>
                    </a:lnTo>
                    <a:lnTo>
                      <a:pt x="1326" y="1556"/>
                    </a:lnTo>
                    <a:lnTo>
                      <a:pt x="1326" y="1558"/>
                    </a:lnTo>
                    <a:lnTo>
                      <a:pt x="1326" y="1559"/>
                    </a:lnTo>
                    <a:lnTo>
                      <a:pt x="1328" y="1561"/>
                    </a:lnTo>
                    <a:lnTo>
                      <a:pt x="1328" y="1561"/>
                    </a:lnTo>
                    <a:lnTo>
                      <a:pt x="1328" y="1559"/>
                    </a:lnTo>
                    <a:lnTo>
                      <a:pt x="1328" y="1558"/>
                    </a:lnTo>
                    <a:lnTo>
                      <a:pt x="1328" y="1558"/>
                    </a:lnTo>
                    <a:lnTo>
                      <a:pt x="1328" y="1554"/>
                    </a:lnTo>
                    <a:lnTo>
                      <a:pt x="1328" y="1554"/>
                    </a:lnTo>
                    <a:lnTo>
                      <a:pt x="1328" y="1549"/>
                    </a:lnTo>
                    <a:lnTo>
                      <a:pt x="1328" y="1546"/>
                    </a:lnTo>
                    <a:lnTo>
                      <a:pt x="1331" y="1536"/>
                    </a:lnTo>
                    <a:lnTo>
                      <a:pt x="1331" y="1534"/>
                    </a:lnTo>
                    <a:lnTo>
                      <a:pt x="1331" y="1532"/>
                    </a:lnTo>
                    <a:lnTo>
                      <a:pt x="1330" y="1532"/>
                    </a:lnTo>
                    <a:lnTo>
                      <a:pt x="1330" y="1532"/>
                    </a:lnTo>
                    <a:lnTo>
                      <a:pt x="1328" y="1534"/>
                    </a:lnTo>
                    <a:lnTo>
                      <a:pt x="1324" y="1534"/>
                    </a:lnTo>
                    <a:lnTo>
                      <a:pt x="1323" y="1536"/>
                    </a:lnTo>
                    <a:lnTo>
                      <a:pt x="1323" y="1536"/>
                    </a:lnTo>
                    <a:close/>
                    <a:moveTo>
                      <a:pt x="1007" y="1136"/>
                    </a:moveTo>
                    <a:lnTo>
                      <a:pt x="1009" y="1136"/>
                    </a:lnTo>
                    <a:lnTo>
                      <a:pt x="1009" y="1138"/>
                    </a:lnTo>
                    <a:lnTo>
                      <a:pt x="1010" y="1136"/>
                    </a:lnTo>
                    <a:lnTo>
                      <a:pt x="1012" y="1135"/>
                    </a:lnTo>
                    <a:lnTo>
                      <a:pt x="1012" y="1133"/>
                    </a:lnTo>
                    <a:lnTo>
                      <a:pt x="1012" y="1133"/>
                    </a:lnTo>
                    <a:lnTo>
                      <a:pt x="1012" y="1131"/>
                    </a:lnTo>
                    <a:lnTo>
                      <a:pt x="1012" y="1131"/>
                    </a:lnTo>
                    <a:lnTo>
                      <a:pt x="1010" y="1130"/>
                    </a:lnTo>
                    <a:lnTo>
                      <a:pt x="1010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3"/>
                    </a:lnTo>
                    <a:lnTo>
                      <a:pt x="1007" y="1133"/>
                    </a:lnTo>
                    <a:lnTo>
                      <a:pt x="1009" y="1135"/>
                    </a:lnTo>
                    <a:lnTo>
                      <a:pt x="1009" y="1135"/>
                    </a:lnTo>
                    <a:lnTo>
                      <a:pt x="1009" y="1136"/>
                    </a:lnTo>
                    <a:lnTo>
                      <a:pt x="1007" y="1136"/>
                    </a:lnTo>
                    <a:close/>
                    <a:moveTo>
                      <a:pt x="93" y="656"/>
                    </a:moveTo>
                    <a:lnTo>
                      <a:pt x="93" y="656"/>
                    </a:lnTo>
                    <a:lnTo>
                      <a:pt x="93" y="656"/>
                    </a:lnTo>
                    <a:lnTo>
                      <a:pt x="93" y="658"/>
                    </a:lnTo>
                    <a:lnTo>
                      <a:pt x="95" y="658"/>
                    </a:lnTo>
                    <a:lnTo>
                      <a:pt x="95" y="658"/>
                    </a:lnTo>
                    <a:lnTo>
                      <a:pt x="95" y="656"/>
                    </a:lnTo>
                    <a:lnTo>
                      <a:pt x="95" y="656"/>
                    </a:lnTo>
                    <a:lnTo>
                      <a:pt x="98" y="656"/>
                    </a:lnTo>
                    <a:lnTo>
                      <a:pt x="98" y="654"/>
                    </a:lnTo>
                    <a:lnTo>
                      <a:pt x="98" y="653"/>
                    </a:lnTo>
                    <a:lnTo>
                      <a:pt x="97" y="653"/>
                    </a:lnTo>
                    <a:lnTo>
                      <a:pt x="95" y="654"/>
                    </a:lnTo>
                    <a:lnTo>
                      <a:pt x="93" y="654"/>
                    </a:lnTo>
                    <a:lnTo>
                      <a:pt x="93" y="654"/>
                    </a:lnTo>
                    <a:lnTo>
                      <a:pt x="93" y="656"/>
                    </a:lnTo>
                    <a:close/>
                    <a:moveTo>
                      <a:pt x="122" y="681"/>
                    </a:moveTo>
                    <a:lnTo>
                      <a:pt x="122" y="680"/>
                    </a:lnTo>
                    <a:lnTo>
                      <a:pt x="124" y="678"/>
                    </a:lnTo>
                    <a:lnTo>
                      <a:pt x="126" y="678"/>
                    </a:lnTo>
                    <a:lnTo>
                      <a:pt x="127" y="678"/>
                    </a:lnTo>
                    <a:lnTo>
                      <a:pt x="127" y="678"/>
                    </a:lnTo>
                    <a:lnTo>
                      <a:pt x="127" y="680"/>
                    </a:lnTo>
                    <a:lnTo>
                      <a:pt x="127" y="680"/>
                    </a:lnTo>
                    <a:lnTo>
                      <a:pt x="127" y="680"/>
                    </a:lnTo>
                    <a:lnTo>
                      <a:pt x="129" y="680"/>
                    </a:lnTo>
                    <a:lnTo>
                      <a:pt x="129" y="680"/>
                    </a:lnTo>
                    <a:lnTo>
                      <a:pt x="129" y="680"/>
                    </a:lnTo>
                    <a:lnTo>
                      <a:pt x="131" y="678"/>
                    </a:lnTo>
                    <a:lnTo>
                      <a:pt x="132" y="678"/>
                    </a:lnTo>
                    <a:lnTo>
                      <a:pt x="134" y="678"/>
                    </a:lnTo>
                    <a:lnTo>
                      <a:pt x="134" y="676"/>
                    </a:lnTo>
                    <a:lnTo>
                      <a:pt x="134" y="676"/>
                    </a:lnTo>
                    <a:lnTo>
                      <a:pt x="134" y="675"/>
                    </a:lnTo>
                    <a:lnTo>
                      <a:pt x="132" y="675"/>
                    </a:lnTo>
                    <a:lnTo>
                      <a:pt x="134" y="673"/>
                    </a:lnTo>
                    <a:lnTo>
                      <a:pt x="132" y="671"/>
                    </a:lnTo>
                    <a:lnTo>
                      <a:pt x="129" y="669"/>
                    </a:lnTo>
                    <a:lnTo>
                      <a:pt x="127" y="668"/>
                    </a:lnTo>
                    <a:lnTo>
                      <a:pt x="127" y="669"/>
                    </a:lnTo>
                    <a:lnTo>
                      <a:pt x="127" y="669"/>
                    </a:lnTo>
                    <a:lnTo>
                      <a:pt x="126" y="671"/>
                    </a:lnTo>
                    <a:lnTo>
                      <a:pt x="124" y="675"/>
                    </a:lnTo>
                    <a:lnTo>
                      <a:pt x="122" y="676"/>
                    </a:lnTo>
                    <a:lnTo>
                      <a:pt x="121" y="676"/>
                    </a:lnTo>
                    <a:lnTo>
                      <a:pt x="121" y="678"/>
                    </a:lnTo>
                    <a:lnTo>
                      <a:pt x="121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close/>
                    <a:moveTo>
                      <a:pt x="98" y="649"/>
                    </a:moveTo>
                    <a:lnTo>
                      <a:pt x="98" y="649"/>
                    </a:lnTo>
                    <a:lnTo>
                      <a:pt x="100" y="647"/>
                    </a:lnTo>
                    <a:lnTo>
                      <a:pt x="100" y="646"/>
                    </a:lnTo>
                    <a:lnTo>
                      <a:pt x="102" y="646"/>
                    </a:lnTo>
                    <a:lnTo>
                      <a:pt x="102" y="644"/>
                    </a:lnTo>
                    <a:lnTo>
                      <a:pt x="102" y="642"/>
                    </a:lnTo>
                    <a:lnTo>
                      <a:pt x="100" y="641"/>
                    </a:lnTo>
                    <a:lnTo>
                      <a:pt x="102" y="641"/>
                    </a:lnTo>
                    <a:lnTo>
                      <a:pt x="104" y="644"/>
                    </a:lnTo>
                    <a:lnTo>
                      <a:pt x="105" y="646"/>
                    </a:lnTo>
                    <a:lnTo>
                      <a:pt x="105" y="646"/>
                    </a:lnTo>
                    <a:lnTo>
                      <a:pt x="112" y="646"/>
                    </a:lnTo>
                    <a:lnTo>
                      <a:pt x="112" y="646"/>
                    </a:lnTo>
                    <a:lnTo>
                      <a:pt x="115" y="644"/>
                    </a:lnTo>
                    <a:lnTo>
                      <a:pt x="117" y="644"/>
                    </a:lnTo>
                    <a:lnTo>
                      <a:pt x="117" y="642"/>
                    </a:lnTo>
                    <a:lnTo>
                      <a:pt x="119" y="639"/>
                    </a:lnTo>
                    <a:lnTo>
                      <a:pt x="119" y="639"/>
                    </a:lnTo>
                    <a:lnTo>
                      <a:pt x="121" y="639"/>
                    </a:lnTo>
                    <a:lnTo>
                      <a:pt x="122" y="641"/>
                    </a:lnTo>
                    <a:lnTo>
                      <a:pt x="122" y="641"/>
                    </a:lnTo>
                    <a:lnTo>
                      <a:pt x="124" y="641"/>
                    </a:lnTo>
                    <a:lnTo>
                      <a:pt x="124" y="639"/>
                    </a:lnTo>
                    <a:lnTo>
                      <a:pt x="126" y="639"/>
                    </a:lnTo>
                    <a:lnTo>
                      <a:pt x="124" y="637"/>
                    </a:lnTo>
                    <a:lnTo>
                      <a:pt x="124" y="637"/>
                    </a:lnTo>
                    <a:lnTo>
                      <a:pt x="126" y="636"/>
                    </a:lnTo>
                    <a:lnTo>
                      <a:pt x="126" y="636"/>
                    </a:lnTo>
                    <a:lnTo>
                      <a:pt x="126" y="636"/>
                    </a:lnTo>
                    <a:lnTo>
                      <a:pt x="126" y="632"/>
                    </a:lnTo>
                    <a:lnTo>
                      <a:pt x="126" y="632"/>
                    </a:lnTo>
                    <a:lnTo>
                      <a:pt x="127" y="630"/>
                    </a:lnTo>
                    <a:lnTo>
                      <a:pt x="127" y="630"/>
                    </a:lnTo>
                    <a:lnTo>
                      <a:pt x="129" y="632"/>
                    </a:lnTo>
                    <a:lnTo>
                      <a:pt x="129" y="632"/>
                    </a:lnTo>
                    <a:lnTo>
                      <a:pt x="131" y="630"/>
                    </a:lnTo>
                    <a:lnTo>
                      <a:pt x="131" y="630"/>
                    </a:lnTo>
                    <a:lnTo>
                      <a:pt x="131" y="630"/>
                    </a:lnTo>
                    <a:lnTo>
                      <a:pt x="129" y="630"/>
                    </a:lnTo>
                    <a:lnTo>
                      <a:pt x="127" y="629"/>
                    </a:lnTo>
                    <a:lnTo>
                      <a:pt x="127" y="629"/>
                    </a:lnTo>
                    <a:lnTo>
                      <a:pt x="127" y="629"/>
                    </a:lnTo>
                    <a:lnTo>
                      <a:pt x="127" y="627"/>
                    </a:lnTo>
                    <a:lnTo>
                      <a:pt x="131" y="627"/>
                    </a:lnTo>
                    <a:lnTo>
                      <a:pt x="131" y="627"/>
                    </a:lnTo>
                    <a:lnTo>
                      <a:pt x="132" y="625"/>
                    </a:lnTo>
                    <a:lnTo>
                      <a:pt x="132" y="625"/>
                    </a:lnTo>
                    <a:lnTo>
                      <a:pt x="132" y="625"/>
                    </a:lnTo>
                    <a:lnTo>
                      <a:pt x="134" y="625"/>
                    </a:lnTo>
                    <a:lnTo>
                      <a:pt x="134" y="625"/>
                    </a:lnTo>
                    <a:lnTo>
                      <a:pt x="134" y="627"/>
                    </a:lnTo>
                    <a:lnTo>
                      <a:pt x="136" y="627"/>
                    </a:lnTo>
                    <a:lnTo>
                      <a:pt x="138" y="630"/>
                    </a:lnTo>
                    <a:lnTo>
                      <a:pt x="138" y="630"/>
                    </a:lnTo>
                    <a:lnTo>
                      <a:pt x="139" y="630"/>
                    </a:lnTo>
                    <a:lnTo>
                      <a:pt x="141" y="629"/>
                    </a:lnTo>
                    <a:lnTo>
                      <a:pt x="143" y="629"/>
                    </a:lnTo>
                    <a:lnTo>
                      <a:pt x="144" y="629"/>
                    </a:lnTo>
                    <a:lnTo>
                      <a:pt x="146" y="629"/>
                    </a:lnTo>
                    <a:lnTo>
                      <a:pt x="146" y="629"/>
                    </a:lnTo>
                    <a:lnTo>
                      <a:pt x="146" y="629"/>
                    </a:lnTo>
                    <a:lnTo>
                      <a:pt x="146" y="627"/>
                    </a:lnTo>
                    <a:lnTo>
                      <a:pt x="146" y="627"/>
                    </a:lnTo>
                    <a:lnTo>
                      <a:pt x="146" y="625"/>
                    </a:lnTo>
                    <a:lnTo>
                      <a:pt x="148" y="625"/>
                    </a:lnTo>
                    <a:lnTo>
                      <a:pt x="148" y="625"/>
                    </a:lnTo>
                    <a:lnTo>
                      <a:pt x="148" y="627"/>
                    </a:lnTo>
                    <a:lnTo>
                      <a:pt x="149" y="627"/>
                    </a:lnTo>
                    <a:lnTo>
                      <a:pt x="149" y="625"/>
                    </a:lnTo>
                    <a:lnTo>
                      <a:pt x="149" y="624"/>
                    </a:lnTo>
                    <a:lnTo>
                      <a:pt x="149" y="622"/>
                    </a:lnTo>
                    <a:lnTo>
                      <a:pt x="149" y="622"/>
                    </a:lnTo>
                    <a:lnTo>
                      <a:pt x="148" y="622"/>
                    </a:lnTo>
                    <a:lnTo>
                      <a:pt x="148" y="622"/>
                    </a:lnTo>
                    <a:lnTo>
                      <a:pt x="146" y="624"/>
                    </a:lnTo>
                    <a:lnTo>
                      <a:pt x="144" y="624"/>
                    </a:lnTo>
                    <a:lnTo>
                      <a:pt x="144" y="624"/>
                    </a:lnTo>
                    <a:lnTo>
                      <a:pt x="146" y="622"/>
                    </a:lnTo>
                    <a:lnTo>
                      <a:pt x="146" y="622"/>
                    </a:lnTo>
                    <a:lnTo>
                      <a:pt x="143" y="622"/>
                    </a:lnTo>
                    <a:lnTo>
                      <a:pt x="141" y="620"/>
                    </a:lnTo>
                    <a:lnTo>
                      <a:pt x="139" y="620"/>
                    </a:lnTo>
                    <a:lnTo>
                      <a:pt x="139" y="619"/>
                    </a:lnTo>
                    <a:lnTo>
                      <a:pt x="138" y="619"/>
                    </a:lnTo>
                    <a:lnTo>
                      <a:pt x="138" y="617"/>
                    </a:lnTo>
                    <a:lnTo>
                      <a:pt x="136" y="617"/>
                    </a:lnTo>
                    <a:lnTo>
                      <a:pt x="132" y="619"/>
                    </a:lnTo>
                    <a:lnTo>
                      <a:pt x="127" y="620"/>
                    </a:lnTo>
                    <a:lnTo>
                      <a:pt x="117" y="622"/>
                    </a:lnTo>
                    <a:lnTo>
                      <a:pt x="114" y="622"/>
                    </a:lnTo>
                    <a:lnTo>
                      <a:pt x="112" y="624"/>
                    </a:lnTo>
                    <a:lnTo>
                      <a:pt x="110" y="624"/>
                    </a:lnTo>
                    <a:lnTo>
                      <a:pt x="109" y="625"/>
                    </a:lnTo>
                    <a:lnTo>
                      <a:pt x="107" y="627"/>
                    </a:lnTo>
                    <a:lnTo>
                      <a:pt x="107" y="627"/>
                    </a:lnTo>
                    <a:lnTo>
                      <a:pt x="105" y="627"/>
                    </a:lnTo>
                    <a:lnTo>
                      <a:pt x="105" y="629"/>
                    </a:lnTo>
                    <a:lnTo>
                      <a:pt x="105" y="629"/>
                    </a:lnTo>
                    <a:lnTo>
                      <a:pt x="104" y="629"/>
                    </a:lnTo>
                    <a:lnTo>
                      <a:pt x="104" y="630"/>
                    </a:lnTo>
                    <a:lnTo>
                      <a:pt x="104" y="632"/>
                    </a:lnTo>
                    <a:lnTo>
                      <a:pt x="102" y="634"/>
                    </a:lnTo>
                    <a:lnTo>
                      <a:pt x="100" y="636"/>
                    </a:lnTo>
                    <a:lnTo>
                      <a:pt x="100" y="637"/>
                    </a:lnTo>
                    <a:lnTo>
                      <a:pt x="98" y="637"/>
                    </a:lnTo>
                    <a:lnTo>
                      <a:pt x="98" y="641"/>
                    </a:lnTo>
                    <a:lnTo>
                      <a:pt x="98" y="641"/>
                    </a:lnTo>
                    <a:lnTo>
                      <a:pt x="98" y="642"/>
                    </a:lnTo>
                    <a:lnTo>
                      <a:pt x="97" y="642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98" y="646"/>
                    </a:lnTo>
                    <a:lnTo>
                      <a:pt x="98" y="649"/>
                    </a:lnTo>
                    <a:close/>
                    <a:moveTo>
                      <a:pt x="353" y="79"/>
                    </a:moveTo>
                    <a:lnTo>
                      <a:pt x="355" y="80"/>
                    </a:lnTo>
                    <a:lnTo>
                      <a:pt x="355" y="82"/>
                    </a:lnTo>
                    <a:lnTo>
                      <a:pt x="357" y="82"/>
                    </a:lnTo>
                    <a:lnTo>
                      <a:pt x="357" y="82"/>
                    </a:lnTo>
                    <a:lnTo>
                      <a:pt x="358" y="82"/>
                    </a:lnTo>
                    <a:lnTo>
                      <a:pt x="358" y="80"/>
                    </a:lnTo>
                    <a:lnTo>
                      <a:pt x="360" y="80"/>
                    </a:lnTo>
                    <a:lnTo>
                      <a:pt x="360" y="79"/>
                    </a:lnTo>
                    <a:lnTo>
                      <a:pt x="360" y="75"/>
                    </a:lnTo>
                    <a:lnTo>
                      <a:pt x="360" y="75"/>
                    </a:lnTo>
                    <a:lnTo>
                      <a:pt x="360" y="73"/>
                    </a:lnTo>
                    <a:lnTo>
                      <a:pt x="358" y="72"/>
                    </a:lnTo>
                    <a:lnTo>
                      <a:pt x="357" y="72"/>
                    </a:lnTo>
                    <a:lnTo>
                      <a:pt x="357" y="72"/>
                    </a:lnTo>
                    <a:lnTo>
                      <a:pt x="351" y="77"/>
                    </a:lnTo>
                    <a:lnTo>
                      <a:pt x="351" y="79"/>
                    </a:lnTo>
                    <a:lnTo>
                      <a:pt x="353" y="79"/>
                    </a:lnTo>
                    <a:close/>
                    <a:moveTo>
                      <a:pt x="1411" y="1016"/>
                    </a:moveTo>
                    <a:lnTo>
                      <a:pt x="1411" y="1016"/>
                    </a:lnTo>
                    <a:lnTo>
                      <a:pt x="1411" y="1016"/>
                    </a:lnTo>
                    <a:lnTo>
                      <a:pt x="1411" y="1016"/>
                    </a:lnTo>
                    <a:close/>
                    <a:moveTo>
                      <a:pt x="1333" y="1566"/>
                    </a:moveTo>
                    <a:lnTo>
                      <a:pt x="1333" y="1566"/>
                    </a:lnTo>
                    <a:lnTo>
                      <a:pt x="1331" y="1564"/>
                    </a:lnTo>
                    <a:lnTo>
                      <a:pt x="1331" y="1564"/>
                    </a:lnTo>
                    <a:lnTo>
                      <a:pt x="1330" y="1564"/>
                    </a:lnTo>
                    <a:lnTo>
                      <a:pt x="1328" y="1564"/>
                    </a:lnTo>
                    <a:lnTo>
                      <a:pt x="1328" y="1566"/>
                    </a:lnTo>
                    <a:lnTo>
                      <a:pt x="1328" y="1568"/>
                    </a:lnTo>
                    <a:lnTo>
                      <a:pt x="1328" y="1569"/>
                    </a:lnTo>
                    <a:lnTo>
                      <a:pt x="1326" y="1571"/>
                    </a:lnTo>
                    <a:lnTo>
                      <a:pt x="1324" y="1573"/>
                    </a:lnTo>
                    <a:lnTo>
                      <a:pt x="1326" y="1576"/>
                    </a:lnTo>
                    <a:lnTo>
                      <a:pt x="1326" y="1578"/>
                    </a:lnTo>
                    <a:lnTo>
                      <a:pt x="1326" y="1580"/>
                    </a:lnTo>
                    <a:lnTo>
                      <a:pt x="1326" y="1581"/>
                    </a:lnTo>
                    <a:lnTo>
                      <a:pt x="1324" y="1583"/>
                    </a:lnTo>
                    <a:lnTo>
                      <a:pt x="1326" y="1583"/>
                    </a:lnTo>
                    <a:lnTo>
                      <a:pt x="1326" y="1585"/>
                    </a:lnTo>
                    <a:lnTo>
                      <a:pt x="1326" y="1585"/>
                    </a:lnTo>
                    <a:lnTo>
                      <a:pt x="1326" y="1586"/>
                    </a:lnTo>
                    <a:lnTo>
                      <a:pt x="1326" y="1586"/>
                    </a:lnTo>
                    <a:lnTo>
                      <a:pt x="1326" y="1586"/>
                    </a:lnTo>
                    <a:lnTo>
                      <a:pt x="1324" y="1586"/>
                    </a:lnTo>
                    <a:lnTo>
                      <a:pt x="1324" y="1590"/>
                    </a:lnTo>
                    <a:lnTo>
                      <a:pt x="1324" y="1592"/>
                    </a:lnTo>
                    <a:lnTo>
                      <a:pt x="1326" y="1593"/>
                    </a:lnTo>
                    <a:lnTo>
                      <a:pt x="1326" y="1593"/>
                    </a:lnTo>
                    <a:lnTo>
                      <a:pt x="1328" y="1593"/>
                    </a:lnTo>
                    <a:lnTo>
                      <a:pt x="1328" y="1593"/>
                    </a:lnTo>
                    <a:lnTo>
                      <a:pt x="1330" y="1593"/>
                    </a:lnTo>
                    <a:lnTo>
                      <a:pt x="1330" y="1593"/>
                    </a:lnTo>
                    <a:lnTo>
                      <a:pt x="1335" y="1575"/>
                    </a:lnTo>
                    <a:lnTo>
                      <a:pt x="1336" y="1569"/>
                    </a:lnTo>
                    <a:lnTo>
                      <a:pt x="1338" y="1566"/>
                    </a:lnTo>
                    <a:lnTo>
                      <a:pt x="1335" y="1566"/>
                    </a:lnTo>
                    <a:lnTo>
                      <a:pt x="1333" y="1566"/>
                    </a:lnTo>
                    <a:close/>
                    <a:moveTo>
                      <a:pt x="1333" y="1626"/>
                    </a:moveTo>
                    <a:lnTo>
                      <a:pt x="1331" y="1626"/>
                    </a:lnTo>
                    <a:lnTo>
                      <a:pt x="1330" y="1624"/>
                    </a:lnTo>
                    <a:lnTo>
                      <a:pt x="1330" y="1615"/>
                    </a:lnTo>
                    <a:lnTo>
                      <a:pt x="1330" y="1612"/>
                    </a:lnTo>
                    <a:lnTo>
                      <a:pt x="1328" y="1614"/>
                    </a:lnTo>
                    <a:lnTo>
                      <a:pt x="1328" y="1614"/>
                    </a:lnTo>
                    <a:lnTo>
                      <a:pt x="1326" y="1615"/>
                    </a:lnTo>
                    <a:lnTo>
                      <a:pt x="1326" y="1614"/>
                    </a:lnTo>
                    <a:lnTo>
                      <a:pt x="1326" y="1614"/>
                    </a:lnTo>
                    <a:lnTo>
                      <a:pt x="1326" y="1612"/>
                    </a:lnTo>
                    <a:lnTo>
                      <a:pt x="1326" y="1610"/>
                    </a:lnTo>
                    <a:lnTo>
                      <a:pt x="1328" y="1609"/>
                    </a:lnTo>
                    <a:lnTo>
                      <a:pt x="1328" y="1612"/>
                    </a:lnTo>
                    <a:lnTo>
                      <a:pt x="1328" y="1607"/>
                    </a:lnTo>
                    <a:lnTo>
                      <a:pt x="1328" y="1605"/>
                    </a:lnTo>
                    <a:lnTo>
                      <a:pt x="1330" y="1600"/>
                    </a:lnTo>
                    <a:lnTo>
                      <a:pt x="1330" y="1598"/>
                    </a:lnTo>
                    <a:lnTo>
                      <a:pt x="1330" y="1598"/>
                    </a:lnTo>
                    <a:lnTo>
                      <a:pt x="1328" y="1600"/>
                    </a:lnTo>
                    <a:lnTo>
                      <a:pt x="1326" y="1600"/>
                    </a:lnTo>
                    <a:lnTo>
                      <a:pt x="1326" y="1600"/>
                    </a:lnTo>
                    <a:lnTo>
                      <a:pt x="1326" y="1598"/>
                    </a:lnTo>
                    <a:lnTo>
                      <a:pt x="1326" y="1598"/>
                    </a:lnTo>
                    <a:lnTo>
                      <a:pt x="1326" y="1597"/>
                    </a:lnTo>
                    <a:lnTo>
                      <a:pt x="1323" y="1595"/>
                    </a:lnTo>
                    <a:lnTo>
                      <a:pt x="1323" y="1593"/>
                    </a:lnTo>
                    <a:lnTo>
                      <a:pt x="1323" y="1593"/>
                    </a:lnTo>
                    <a:lnTo>
                      <a:pt x="1321" y="1593"/>
                    </a:lnTo>
                    <a:lnTo>
                      <a:pt x="1321" y="1592"/>
                    </a:lnTo>
                    <a:lnTo>
                      <a:pt x="1321" y="1592"/>
                    </a:lnTo>
                    <a:lnTo>
                      <a:pt x="1321" y="1590"/>
                    </a:lnTo>
                    <a:lnTo>
                      <a:pt x="1319" y="1588"/>
                    </a:lnTo>
                    <a:lnTo>
                      <a:pt x="1318" y="1586"/>
                    </a:lnTo>
                    <a:lnTo>
                      <a:pt x="1318" y="1586"/>
                    </a:lnTo>
                    <a:lnTo>
                      <a:pt x="1318" y="1580"/>
                    </a:lnTo>
                    <a:lnTo>
                      <a:pt x="1318" y="1580"/>
                    </a:lnTo>
                    <a:lnTo>
                      <a:pt x="1316" y="1578"/>
                    </a:lnTo>
                    <a:lnTo>
                      <a:pt x="1316" y="1576"/>
                    </a:lnTo>
                    <a:lnTo>
                      <a:pt x="1316" y="1576"/>
                    </a:lnTo>
                    <a:lnTo>
                      <a:pt x="1316" y="1576"/>
                    </a:lnTo>
                    <a:lnTo>
                      <a:pt x="1314" y="1573"/>
                    </a:lnTo>
                    <a:lnTo>
                      <a:pt x="1314" y="1573"/>
                    </a:lnTo>
                    <a:lnTo>
                      <a:pt x="1313" y="1571"/>
                    </a:lnTo>
                    <a:lnTo>
                      <a:pt x="1311" y="1571"/>
                    </a:lnTo>
                    <a:lnTo>
                      <a:pt x="1311" y="1571"/>
                    </a:lnTo>
                    <a:lnTo>
                      <a:pt x="1309" y="1571"/>
                    </a:lnTo>
                    <a:lnTo>
                      <a:pt x="1307" y="1569"/>
                    </a:lnTo>
                    <a:lnTo>
                      <a:pt x="1307" y="1568"/>
                    </a:lnTo>
                    <a:lnTo>
                      <a:pt x="1306" y="1564"/>
                    </a:lnTo>
                    <a:lnTo>
                      <a:pt x="1306" y="1563"/>
                    </a:lnTo>
                    <a:lnTo>
                      <a:pt x="1304" y="1561"/>
                    </a:lnTo>
                    <a:lnTo>
                      <a:pt x="1301" y="1559"/>
                    </a:lnTo>
                    <a:lnTo>
                      <a:pt x="1299" y="1559"/>
                    </a:lnTo>
                    <a:lnTo>
                      <a:pt x="1297" y="1558"/>
                    </a:lnTo>
                    <a:lnTo>
                      <a:pt x="1297" y="1558"/>
                    </a:lnTo>
                    <a:lnTo>
                      <a:pt x="1296" y="1556"/>
                    </a:lnTo>
                    <a:lnTo>
                      <a:pt x="1297" y="1554"/>
                    </a:lnTo>
                    <a:lnTo>
                      <a:pt x="1299" y="1553"/>
                    </a:lnTo>
                    <a:lnTo>
                      <a:pt x="1301" y="1553"/>
                    </a:lnTo>
                    <a:lnTo>
                      <a:pt x="1301" y="1551"/>
                    </a:lnTo>
                    <a:lnTo>
                      <a:pt x="1301" y="1547"/>
                    </a:lnTo>
                    <a:lnTo>
                      <a:pt x="1301" y="1547"/>
                    </a:lnTo>
                    <a:lnTo>
                      <a:pt x="1299" y="1547"/>
                    </a:lnTo>
                    <a:lnTo>
                      <a:pt x="1299" y="1547"/>
                    </a:lnTo>
                    <a:lnTo>
                      <a:pt x="1297" y="1547"/>
                    </a:lnTo>
                    <a:lnTo>
                      <a:pt x="1296" y="1547"/>
                    </a:lnTo>
                    <a:lnTo>
                      <a:pt x="1294" y="1547"/>
                    </a:lnTo>
                    <a:lnTo>
                      <a:pt x="1294" y="1546"/>
                    </a:lnTo>
                    <a:lnTo>
                      <a:pt x="1296" y="1544"/>
                    </a:lnTo>
                    <a:lnTo>
                      <a:pt x="1296" y="1542"/>
                    </a:lnTo>
                    <a:lnTo>
                      <a:pt x="1297" y="1541"/>
                    </a:lnTo>
                    <a:lnTo>
                      <a:pt x="1301" y="1539"/>
                    </a:lnTo>
                    <a:lnTo>
                      <a:pt x="1304" y="1537"/>
                    </a:lnTo>
                    <a:lnTo>
                      <a:pt x="1307" y="1539"/>
                    </a:lnTo>
                    <a:lnTo>
                      <a:pt x="1309" y="1537"/>
                    </a:lnTo>
                    <a:lnTo>
                      <a:pt x="1309" y="1534"/>
                    </a:lnTo>
                    <a:lnTo>
                      <a:pt x="1304" y="1524"/>
                    </a:lnTo>
                    <a:lnTo>
                      <a:pt x="1304" y="1522"/>
                    </a:lnTo>
                    <a:lnTo>
                      <a:pt x="1304" y="1519"/>
                    </a:lnTo>
                    <a:lnTo>
                      <a:pt x="1304" y="1519"/>
                    </a:lnTo>
                    <a:lnTo>
                      <a:pt x="1304" y="1517"/>
                    </a:lnTo>
                    <a:lnTo>
                      <a:pt x="1304" y="1515"/>
                    </a:lnTo>
                    <a:lnTo>
                      <a:pt x="1304" y="1513"/>
                    </a:lnTo>
                    <a:lnTo>
                      <a:pt x="1304" y="1513"/>
                    </a:lnTo>
                    <a:lnTo>
                      <a:pt x="1304" y="1513"/>
                    </a:lnTo>
                    <a:lnTo>
                      <a:pt x="1304" y="1512"/>
                    </a:lnTo>
                    <a:lnTo>
                      <a:pt x="1304" y="1508"/>
                    </a:lnTo>
                    <a:lnTo>
                      <a:pt x="1304" y="1508"/>
                    </a:lnTo>
                    <a:lnTo>
                      <a:pt x="1304" y="1503"/>
                    </a:lnTo>
                    <a:lnTo>
                      <a:pt x="1301" y="1503"/>
                    </a:lnTo>
                    <a:lnTo>
                      <a:pt x="1301" y="1502"/>
                    </a:lnTo>
                    <a:lnTo>
                      <a:pt x="1301" y="1502"/>
                    </a:lnTo>
                    <a:lnTo>
                      <a:pt x="1301" y="1500"/>
                    </a:lnTo>
                    <a:lnTo>
                      <a:pt x="1301" y="1485"/>
                    </a:lnTo>
                    <a:lnTo>
                      <a:pt x="1302" y="1481"/>
                    </a:lnTo>
                    <a:lnTo>
                      <a:pt x="1302" y="1478"/>
                    </a:lnTo>
                    <a:lnTo>
                      <a:pt x="1302" y="1478"/>
                    </a:lnTo>
                    <a:lnTo>
                      <a:pt x="1301" y="1476"/>
                    </a:lnTo>
                    <a:lnTo>
                      <a:pt x="1301" y="1476"/>
                    </a:lnTo>
                    <a:lnTo>
                      <a:pt x="1299" y="1476"/>
                    </a:lnTo>
                    <a:lnTo>
                      <a:pt x="1297" y="1474"/>
                    </a:lnTo>
                    <a:lnTo>
                      <a:pt x="1297" y="1473"/>
                    </a:lnTo>
                    <a:lnTo>
                      <a:pt x="1297" y="1471"/>
                    </a:lnTo>
                    <a:lnTo>
                      <a:pt x="1297" y="1469"/>
                    </a:lnTo>
                    <a:lnTo>
                      <a:pt x="1301" y="1459"/>
                    </a:lnTo>
                    <a:lnTo>
                      <a:pt x="1301" y="1459"/>
                    </a:lnTo>
                    <a:lnTo>
                      <a:pt x="1302" y="1454"/>
                    </a:lnTo>
                    <a:lnTo>
                      <a:pt x="1302" y="1454"/>
                    </a:lnTo>
                    <a:lnTo>
                      <a:pt x="1302" y="1451"/>
                    </a:lnTo>
                    <a:lnTo>
                      <a:pt x="1304" y="1449"/>
                    </a:lnTo>
                    <a:lnTo>
                      <a:pt x="1304" y="1447"/>
                    </a:lnTo>
                    <a:lnTo>
                      <a:pt x="1306" y="1444"/>
                    </a:lnTo>
                    <a:lnTo>
                      <a:pt x="1307" y="1442"/>
                    </a:lnTo>
                    <a:lnTo>
                      <a:pt x="1307" y="1440"/>
                    </a:lnTo>
                    <a:lnTo>
                      <a:pt x="1309" y="1439"/>
                    </a:lnTo>
                    <a:lnTo>
                      <a:pt x="1306" y="1440"/>
                    </a:lnTo>
                    <a:lnTo>
                      <a:pt x="1304" y="1440"/>
                    </a:lnTo>
                    <a:lnTo>
                      <a:pt x="1301" y="1439"/>
                    </a:lnTo>
                    <a:lnTo>
                      <a:pt x="1301" y="1437"/>
                    </a:lnTo>
                    <a:lnTo>
                      <a:pt x="1299" y="1434"/>
                    </a:lnTo>
                    <a:lnTo>
                      <a:pt x="1299" y="1430"/>
                    </a:lnTo>
                    <a:lnTo>
                      <a:pt x="1297" y="1430"/>
                    </a:lnTo>
                    <a:lnTo>
                      <a:pt x="1296" y="1429"/>
                    </a:lnTo>
                    <a:lnTo>
                      <a:pt x="1297" y="1429"/>
                    </a:lnTo>
                    <a:lnTo>
                      <a:pt x="1297" y="1430"/>
                    </a:lnTo>
                    <a:lnTo>
                      <a:pt x="1297" y="1432"/>
                    </a:lnTo>
                    <a:lnTo>
                      <a:pt x="1296" y="1434"/>
                    </a:lnTo>
                    <a:lnTo>
                      <a:pt x="1296" y="1437"/>
                    </a:lnTo>
                    <a:lnTo>
                      <a:pt x="1296" y="1437"/>
                    </a:lnTo>
                    <a:lnTo>
                      <a:pt x="1294" y="1442"/>
                    </a:lnTo>
                    <a:lnTo>
                      <a:pt x="1292" y="1442"/>
                    </a:lnTo>
                    <a:lnTo>
                      <a:pt x="1292" y="1439"/>
                    </a:lnTo>
                    <a:lnTo>
                      <a:pt x="1292" y="1439"/>
                    </a:lnTo>
                    <a:lnTo>
                      <a:pt x="1294" y="1437"/>
                    </a:lnTo>
                    <a:lnTo>
                      <a:pt x="1294" y="1437"/>
                    </a:lnTo>
                    <a:lnTo>
                      <a:pt x="1294" y="1437"/>
                    </a:lnTo>
                    <a:lnTo>
                      <a:pt x="1294" y="1435"/>
                    </a:lnTo>
                    <a:lnTo>
                      <a:pt x="1294" y="1432"/>
                    </a:lnTo>
                    <a:lnTo>
                      <a:pt x="1292" y="1430"/>
                    </a:lnTo>
                    <a:lnTo>
                      <a:pt x="1289" y="1423"/>
                    </a:lnTo>
                    <a:lnTo>
                      <a:pt x="1287" y="1423"/>
                    </a:lnTo>
                    <a:lnTo>
                      <a:pt x="1285" y="1423"/>
                    </a:lnTo>
                    <a:lnTo>
                      <a:pt x="1285" y="1422"/>
                    </a:lnTo>
                    <a:lnTo>
                      <a:pt x="1284" y="1420"/>
                    </a:lnTo>
                    <a:lnTo>
                      <a:pt x="1284" y="1420"/>
                    </a:lnTo>
                    <a:lnTo>
                      <a:pt x="1285" y="1420"/>
                    </a:lnTo>
                    <a:lnTo>
                      <a:pt x="1284" y="1418"/>
                    </a:lnTo>
                    <a:lnTo>
                      <a:pt x="1282" y="1418"/>
                    </a:lnTo>
                    <a:lnTo>
                      <a:pt x="1280" y="1417"/>
                    </a:lnTo>
                    <a:lnTo>
                      <a:pt x="1284" y="1417"/>
                    </a:lnTo>
                    <a:lnTo>
                      <a:pt x="1284" y="1413"/>
                    </a:lnTo>
                    <a:lnTo>
                      <a:pt x="1282" y="1408"/>
                    </a:lnTo>
                    <a:lnTo>
                      <a:pt x="1282" y="1406"/>
                    </a:lnTo>
                    <a:lnTo>
                      <a:pt x="1284" y="1405"/>
                    </a:lnTo>
                    <a:lnTo>
                      <a:pt x="1287" y="1403"/>
                    </a:lnTo>
                    <a:lnTo>
                      <a:pt x="1289" y="1401"/>
                    </a:lnTo>
                    <a:lnTo>
                      <a:pt x="1287" y="1401"/>
                    </a:lnTo>
                    <a:lnTo>
                      <a:pt x="1287" y="1400"/>
                    </a:lnTo>
                    <a:lnTo>
                      <a:pt x="1285" y="1400"/>
                    </a:lnTo>
                    <a:lnTo>
                      <a:pt x="1287" y="1400"/>
                    </a:lnTo>
                    <a:lnTo>
                      <a:pt x="1287" y="1398"/>
                    </a:lnTo>
                    <a:lnTo>
                      <a:pt x="1289" y="1398"/>
                    </a:lnTo>
                    <a:lnTo>
                      <a:pt x="1287" y="1396"/>
                    </a:lnTo>
                    <a:lnTo>
                      <a:pt x="1285" y="1396"/>
                    </a:lnTo>
                    <a:lnTo>
                      <a:pt x="1282" y="1398"/>
                    </a:lnTo>
                    <a:lnTo>
                      <a:pt x="1280" y="1400"/>
                    </a:lnTo>
                    <a:lnTo>
                      <a:pt x="1280" y="1398"/>
                    </a:lnTo>
                    <a:lnTo>
                      <a:pt x="1280" y="1398"/>
                    </a:lnTo>
                    <a:lnTo>
                      <a:pt x="1282" y="1396"/>
                    </a:lnTo>
                    <a:lnTo>
                      <a:pt x="1285" y="1395"/>
                    </a:lnTo>
                    <a:lnTo>
                      <a:pt x="1285" y="1395"/>
                    </a:lnTo>
                    <a:lnTo>
                      <a:pt x="1284" y="1386"/>
                    </a:lnTo>
                    <a:lnTo>
                      <a:pt x="1284" y="1384"/>
                    </a:lnTo>
                    <a:lnTo>
                      <a:pt x="1284" y="1383"/>
                    </a:lnTo>
                    <a:lnTo>
                      <a:pt x="1282" y="1383"/>
                    </a:lnTo>
                    <a:lnTo>
                      <a:pt x="1279" y="1383"/>
                    </a:lnTo>
                    <a:lnTo>
                      <a:pt x="1277" y="1381"/>
                    </a:lnTo>
                    <a:lnTo>
                      <a:pt x="1277" y="1379"/>
                    </a:lnTo>
                    <a:lnTo>
                      <a:pt x="1277" y="1379"/>
                    </a:lnTo>
                    <a:lnTo>
                      <a:pt x="1275" y="1379"/>
                    </a:lnTo>
                    <a:lnTo>
                      <a:pt x="1275" y="1381"/>
                    </a:lnTo>
                    <a:lnTo>
                      <a:pt x="1275" y="1381"/>
                    </a:lnTo>
                    <a:lnTo>
                      <a:pt x="1275" y="1383"/>
                    </a:lnTo>
                    <a:lnTo>
                      <a:pt x="1273" y="1383"/>
                    </a:lnTo>
                    <a:lnTo>
                      <a:pt x="1272" y="1381"/>
                    </a:lnTo>
                    <a:lnTo>
                      <a:pt x="1268" y="1381"/>
                    </a:lnTo>
                    <a:lnTo>
                      <a:pt x="1265" y="1379"/>
                    </a:lnTo>
                    <a:lnTo>
                      <a:pt x="1263" y="1379"/>
                    </a:lnTo>
                    <a:lnTo>
                      <a:pt x="1262" y="1378"/>
                    </a:lnTo>
                    <a:lnTo>
                      <a:pt x="1262" y="1378"/>
                    </a:lnTo>
                    <a:lnTo>
                      <a:pt x="1260" y="1376"/>
                    </a:lnTo>
                    <a:lnTo>
                      <a:pt x="1258" y="1374"/>
                    </a:lnTo>
                    <a:lnTo>
                      <a:pt x="1256" y="1374"/>
                    </a:lnTo>
                    <a:lnTo>
                      <a:pt x="1255" y="1374"/>
                    </a:lnTo>
                    <a:lnTo>
                      <a:pt x="1253" y="1374"/>
                    </a:lnTo>
                    <a:lnTo>
                      <a:pt x="1253" y="1374"/>
                    </a:lnTo>
                    <a:lnTo>
                      <a:pt x="1255" y="1373"/>
                    </a:lnTo>
                    <a:lnTo>
                      <a:pt x="1255" y="1373"/>
                    </a:lnTo>
                    <a:lnTo>
                      <a:pt x="1255" y="1373"/>
                    </a:lnTo>
                    <a:lnTo>
                      <a:pt x="1256" y="1373"/>
                    </a:lnTo>
                    <a:lnTo>
                      <a:pt x="1256" y="1374"/>
                    </a:lnTo>
                    <a:lnTo>
                      <a:pt x="1258" y="1373"/>
                    </a:lnTo>
                    <a:lnTo>
                      <a:pt x="1260" y="1373"/>
                    </a:lnTo>
                    <a:lnTo>
                      <a:pt x="1260" y="1373"/>
                    </a:lnTo>
                    <a:lnTo>
                      <a:pt x="1260" y="1371"/>
                    </a:lnTo>
                    <a:lnTo>
                      <a:pt x="1256" y="1369"/>
                    </a:lnTo>
                    <a:lnTo>
                      <a:pt x="1255" y="1367"/>
                    </a:lnTo>
                    <a:lnTo>
                      <a:pt x="1255" y="1367"/>
                    </a:lnTo>
                    <a:lnTo>
                      <a:pt x="1248" y="1359"/>
                    </a:lnTo>
                    <a:lnTo>
                      <a:pt x="1248" y="1357"/>
                    </a:lnTo>
                    <a:lnTo>
                      <a:pt x="1248" y="1349"/>
                    </a:lnTo>
                    <a:lnTo>
                      <a:pt x="1248" y="1345"/>
                    </a:lnTo>
                    <a:lnTo>
                      <a:pt x="1245" y="1342"/>
                    </a:lnTo>
                    <a:lnTo>
                      <a:pt x="1243" y="1339"/>
                    </a:lnTo>
                    <a:lnTo>
                      <a:pt x="1240" y="1337"/>
                    </a:lnTo>
                    <a:lnTo>
                      <a:pt x="1234" y="1335"/>
                    </a:lnTo>
                    <a:lnTo>
                      <a:pt x="1233" y="1335"/>
                    </a:lnTo>
                    <a:lnTo>
                      <a:pt x="1231" y="1335"/>
                    </a:lnTo>
                    <a:lnTo>
                      <a:pt x="1217" y="1325"/>
                    </a:lnTo>
                    <a:lnTo>
                      <a:pt x="1216" y="1323"/>
                    </a:lnTo>
                    <a:lnTo>
                      <a:pt x="1212" y="1318"/>
                    </a:lnTo>
                    <a:lnTo>
                      <a:pt x="1211" y="1316"/>
                    </a:lnTo>
                    <a:lnTo>
                      <a:pt x="1206" y="1308"/>
                    </a:lnTo>
                    <a:lnTo>
                      <a:pt x="1200" y="1293"/>
                    </a:lnTo>
                    <a:lnTo>
                      <a:pt x="1199" y="1291"/>
                    </a:lnTo>
                    <a:lnTo>
                      <a:pt x="1199" y="1291"/>
                    </a:lnTo>
                    <a:lnTo>
                      <a:pt x="1197" y="1289"/>
                    </a:lnTo>
                    <a:lnTo>
                      <a:pt x="1197" y="1288"/>
                    </a:lnTo>
                    <a:lnTo>
                      <a:pt x="1197" y="1288"/>
                    </a:lnTo>
                    <a:lnTo>
                      <a:pt x="1197" y="1286"/>
                    </a:lnTo>
                    <a:lnTo>
                      <a:pt x="1195" y="1284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2" y="1288"/>
                    </a:lnTo>
                    <a:lnTo>
                      <a:pt x="1190" y="1286"/>
                    </a:lnTo>
                    <a:lnTo>
                      <a:pt x="1189" y="1284"/>
                    </a:lnTo>
                    <a:lnTo>
                      <a:pt x="1187" y="1283"/>
                    </a:lnTo>
                    <a:lnTo>
                      <a:pt x="1187" y="1279"/>
                    </a:lnTo>
                    <a:lnTo>
                      <a:pt x="1185" y="1277"/>
                    </a:lnTo>
                    <a:lnTo>
                      <a:pt x="1185" y="1274"/>
                    </a:lnTo>
                    <a:lnTo>
                      <a:pt x="1183" y="1276"/>
                    </a:lnTo>
                    <a:lnTo>
                      <a:pt x="1182" y="1277"/>
                    </a:lnTo>
                    <a:lnTo>
                      <a:pt x="1182" y="1277"/>
                    </a:lnTo>
                    <a:lnTo>
                      <a:pt x="1180" y="1277"/>
                    </a:lnTo>
                    <a:lnTo>
                      <a:pt x="1180" y="1276"/>
                    </a:lnTo>
                    <a:lnTo>
                      <a:pt x="1182" y="1274"/>
                    </a:lnTo>
                    <a:lnTo>
                      <a:pt x="1182" y="1274"/>
                    </a:lnTo>
                    <a:lnTo>
                      <a:pt x="1180" y="1274"/>
                    </a:lnTo>
                    <a:lnTo>
                      <a:pt x="1178" y="1272"/>
                    </a:lnTo>
                    <a:lnTo>
                      <a:pt x="1178" y="1272"/>
                    </a:lnTo>
                    <a:lnTo>
                      <a:pt x="1177" y="1271"/>
                    </a:lnTo>
                    <a:lnTo>
                      <a:pt x="1175" y="1271"/>
                    </a:lnTo>
                    <a:lnTo>
                      <a:pt x="1173" y="1271"/>
                    </a:lnTo>
                    <a:lnTo>
                      <a:pt x="1172" y="1271"/>
                    </a:lnTo>
                    <a:lnTo>
                      <a:pt x="1172" y="1272"/>
                    </a:lnTo>
                    <a:lnTo>
                      <a:pt x="1172" y="1272"/>
                    </a:lnTo>
                    <a:lnTo>
                      <a:pt x="1175" y="1274"/>
                    </a:lnTo>
                    <a:lnTo>
                      <a:pt x="1177" y="1274"/>
                    </a:lnTo>
                    <a:lnTo>
                      <a:pt x="1177" y="1276"/>
                    </a:lnTo>
                    <a:lnTo>
                      <a:pt x="1178" y="1277"/>
                    </a:lnTo>
                    <a:lnTo>
                      <a:pt x="1178" y="1281"/>
                    </a:lnTo>
                    <a:lnTo>
                      <a:pt x="1177" y="1279"/>
                    </a:lnTo>
                    <a:lnTo>
                      <a:pt x="1175" y="1277"/>
                    </a:lnTo>
                    <a:lnTo>
                      <a:pt x="1172" y="1277"/>
                    </a:lnTo>
                    <a:lnTo>
                      <a:pt x="1170" y="1277"/>
                    </a:lnTo>
                    <a:lnTo>
                      <a:pt x="1170" y="1277"/>
                    </a:lnTo>
                    <a:lnTo>
                      <a:pt x="1170" y="1276"/>
                    </a:lnTo>
                    <a:lnTo>
                      <a:pt x="1168" y="1276"/>
                    </a:lnTo>
                    <a:lnTo>
                      <a:pt x="1168" y="1277"/>
                    </a:lnTo>
                    <a:lnTo>
                      <a:pt x="1168" y="1279"/>
                    </a:lnTo>
                    <a:lnTo>
                      <a:pt x="1168" y="1279"/>
                    </a:lnTo>
                    <a:lnTo>
                      <a:pt x="1168" y="1279"/>
                    </a:lnTo>
                    <a:lnTo>
                      <a:pt x="1168" y="1281"/>
                    </a:lnTo>
                    <a:lnTo>
                      <a:pt x="1168" y="1281"/>
                    </a:lnTo>
                    <a:lnTo>
                      <a:pt x="1168" y="1281"/>
                    </a:lnTo>
                    <a:lnTo>
                      <a:pt x="1167" y="1281"/>
                    </a:lnTo>
                    <a:lnTo>
                      <a:pt x="1165" y="1279"/>
                    </a:lnTo>
                    <a:lnTo>
                      <a:pt x="1165" y="1279"/>
                    </a:lnTo>
                    <a:lnTo>
                      <a:pt x="1165" y="1277"/>
                    </a:lnTo>
                    <a:lnTo>
                      <a:pt x="1165" y="1276"/>
                    </a:lnTo>
                    <a:lnTo>
                      <a:pt x="1165" y="1276"/>
                    </a:lnTo>
                    <a:lnTo>
                      <a:pt x="1167" y="1276"/>
                    </a:lnTo>
                    <a:lnTo>
                      <a:pt x="1167" y="1276"/>
                    </a:lnTo>
                    <a:lnTo>
                      <a:pt x="1165" y="1274"/>
                    </a:lnTo>
                    <a:lnTo>
                      <a:pt x="1165" y="1274"/>
                    </a:lnTo>
                    <a:lnTo>
                      <a:pt x="1165" y="1274"/>
                    </a:lnTo>
                    <a:lnTo>
                      <a:pt x="1163" y="1272"/>
                    </a:lnTo>
                    <a:lnTo>
                      <a:pt x="1161" y="1272"/>
                    </a:lnTo>
                    <a:lnTo>
                      <a:pt x="1160" y="1271"/>
                    </a:lnTo>
                    <a:lnTo>
                      <a:pt x="1158" y="1271"/>
                    </a:lnTo>
                    <a:lnTo>
                      <a:pt x="1158" y="1272"/>
                    </a:lnTo>
                    <a:lnTo>
                      <a:pt x="1158" y="1272"/>
                    </a:lnTo>
                    <a:lnTo>
                      <a:pt x="1158" y="1272"/>
                    </a:lnTo>
                    <a:lnTo>
                      <a:pt x="1156" y="1272"/>
                    </a:lnTo>
                    <a:lnTo>
                      <a:pt x="1156" y="1272"/>
                    </a:lnTo>
                    <a:lnTo>
                      <a:pt x="1155" y="1271"/>
                    </a:lnTo>
                    <a:lnTo>
                      <a:pt x="1153" y="1267"/>
                    </a:lnTo>
                    <a:lnTo>
                      <a:pt x="1148" y="1264"/>
                    </a:lnTo>
                    <a:lnTo>
                      <a:pt x="1148" y="1262"/>
                    </a:lnTo>
                    <a:lnTo>
                      <a:pt x="1148" y="1260"/>
                    </a:lnTo>
                    <a:lnTo>
                      <a:pt x="1146" y="1260"/>
                    </a:lnTo>
                    <a:lnTo>
                      <a:pt x="1146" y="1260"/>
                    </a:lnTo>
                    <a:lnTo>
                      <a:pt x="1144" y="1260"/>
                    </a:lnTo>
                    <a:lnTo>
                      <a:pt x="1144" y="1260"/>
                    </a:lnTo>
                    <a:lnTo>
                      <a:pt x="1144" y="1260"/>
                    </a:lnTo>
                    <a:lnTo>
                      <a:pt x="1144" y="1259"/>
                    </a:lnTo>
                    <a:lnTo>
                      <a:pt x="1143" y="1259"/>
                    </a:lnTo>
                    <a:lnTo>
                      <a:pt x="1143" y="1259"/>
                    </a:lnTo>
                    <a:lnTo>
                      <a:pt x="1143" y="1257"/>
                    </a:lnTo>
                    <a:lnTo>
                      <a:pt x="1143" y="1257"/>
                    </a:lnTo>
                    <a:lnTo>
                      <a:pt x="1143" y="1257"/>
                    </a:lnTo>
                    <a:lnTo>
                      <a:pt x="1141" y="1257"/>
                    </a:lnTo>
                    <a:lnTo>
                      <a:pt x="1141" y="1257"/>
                    </a:lnTo>
                    <a:lnTo>
                      <a:pt x="1138" y="1255"/>
                    </a:lnTo>
                    <a:lnTo>
                      <a:pt x="1134" y="1255"/>
                    </a:lnTo>
                    <a:lnTo>
                      <a:pt x="1134" y="1254"/>
                    </a:lnTo>
                    <a:lnTo>
                      <a:pt x="1134" y="1254"/>
                    </a:lnTo>
                    <a:lnTo>
                      <a:pt x="1133" y="1252"/>
                    </a:lnTo>
                    <a:lnTo>
                      <a:pt x="1133" y="1252"/>
                    </a:lnTo>
                    <a:lnTo>
                      <a:pt x="1133" y="1250"/>
                    </a:lnTo>
                    <a:lnTo>
                      <a:pt x="1131" y="1249"/>
                    </a:lnTo>
                    <a:lnTo>
                      <a:pt x="1131" y="1247"/>
                    </a:lnTo>
                    <a:lnTo>
                      <a:pt x="1129" y="1245"/>
                    </a:lnTo>
                    <a:lnTo>
                      <a:pt x="1129" y="1243"/>
                    </a:lnTo>
                    <a:lnTo>
                      <a:pt x="1129" y="1242"/>
                    </a:lnTo>
                    <a:lnTo>
                      <a:pt x="1124" y="1240"/>
                    </a:lnTo>
                    <a:lnTo>
                      <a:pt x="1124" y="1238"/>
                    </a:lnTo>
                    <a:lnTo>
                      <a:pt x="1122" y="1235"/>
                    </a:lnTo>
                    <a:lnTo>
                      <a:pt x="1121" y="1233"/>
                    </a:lnTo>
                    <a:lnTo>
                      <a:pt x="1117" y="1235"/>
                    </a:lnTo>
                    <a:lnTo>
                      <a:pt x="1116" y="1233"/>
                    </a:lnTo>
                    <a:lnTo>
                      <a:pt x="1114" y="1233"/>
                    </a:lnTo>
                    <a:lnTo>
                      <a:pt x="1112" y="1233"/>
                    </a:lnTo>
                    <a:lnTo>
                      <a:pt x="1110" y="1235"/>
                    </a:lnTo>
                    <a:lnTo>
                      <a:pt x="1109" y="1235"/>
                    </a:lnTo>
                    <a:lnTo>
                      <a:pt x="1109" y="1233"/>
                    </a:lnTo>
                    <a:lnTo>
                      <a:pt x="1107" y="1232"/>
                    </a:lnTo>
                    <a:lnTo>
                      <a:pt x="1107" y="1232"/>
                    </a:lnTo>
                    <a:lnTo>
                      <a:pt x="1105" y="1230"/>
                    </a:lnTo>
                    <a:lnTo>
                      <a:pt x="1102" y="1230"/>
                    </a:lnTo>
                    <a:lnTo>
                      <a:pt x="1102" y="1230"/>
                    </a:lnTo>
                    <a:lnTo>
                      <a:pt x="1105" y="1230"/>
                    </a:lnTo>
                    <a:lnTo>
                      <a:pt x="1107" y="1230"/>
                    </a:lnTo>
                    <a:lnTo>
                      <a:pt x="1109" y="1228"/>
                    </a:lnTo>
                    <a:lnTo>
                      <a:pt x="1109" y="1226"/>
                    </a:lnTo>
                    <a:lnTo>
                      <a:pt x="1105" y="1223"/>
                    </a:lnTo>
                    <a:lnTo>
                      <a:pt x="1102" y="1221"/>
                    </a:lnTo>
                    <a:lnTo>
                      <a:pt x="1100" y="1213"/>
                    </a:lnTo>
                    <a:lnTo>
                      <a:pt x="1102" y="1211"/>
                    </a:lnTo>
                    <a:lnTo>
                      <a:pt x="1104" y="1209"/>
                    </a:lnTo>
                    <a:lnTo>
                      <a:pt x="1105" y="1208"/>
                    </a:lnTo>
                    <a:lnTo>
                      <a:pt x="1104" y="1206"/>
                    </a:lnTo>
                    <a:lnTo>
                      <a:pt x="1104" y="1206"/>
                    </a:lnTo>
                    <a:lnTo>
                      <a:pt x="1104" y="1206"/>
                    </a:lnTo>
                    <a:lnTo>
                      <a:pt x="1102" y="1206"/>
                    </a:lnTo>
                    <a:lnTo>
                      <a:pt x="1102" y="1206"/>
                    </a:lnTo>
                    <a:lnTo>
                      <a:pt x="1100" y="1204"/>
                    </a:lnTo>
                    <a:lnTo>
                      <a:pt x="1100" y="1203"/>
                    </a:lnTo>
                    <a:lnTo>
                      <a:pt x="1102" y="1201"/>
                    </a:lnTo>
                    <a:lnTo>
                      <a:pt x="1099" y="1199"/>
                    </a:lnTo>
                    <a:lnTo>
                      <a:pt x="1099" y="1196"/>
                    </a:lnTo>
                    <a:lnTo>
                      <a:pt x="1100" y="1189"/>
                    </a:lnTo>
                    <a:lnTo>
                      <a:pt x="1100" y="1187"/>
                    </a:lnTo>
                    <a:lnTo>
                      <a:pt x="1100" y="1187"/>
                    </a:lnTo>
                    <a:lnTo>
                      <a:pt x="1099" y="1186"/>
                    </a:lnTo>
                    <a:lnTo>
                      <a:pt x="1099" y="1186"/>
                    </a:lnTo>
                    <a:lnTo>
                      <a:pt x="1099" y="1186"/>
                    </a:lnTo>
                    <a:lnTo>
                      <a:pt x="1099" y="1184"/>
                    </a:lnTo>
                    <a:lnTo>
                      <a:pt x="1099" y="1184"/>
                    </a:lnTo>
                    <a:lnTo>
                      <a:pt x="1099" y="1182"/>
                    </a:lnTo>
                    <a:lnTo>
                      <a:pt x="1097" y="1182"/>
                    </a:lnTo>
                    <a:lnTo>
                      <a:pt x="1097" y="1181"/>
                    </a:lnTo>
                    <a:lnTo>
                      <a:pt x="1097" y="1181"/>
                    </a:lnTo>
                    <a:lnTo>
                      <a:pt x="1097" y="1181"/>
                    </a:lnTo>
                    <a:lnTo>
                      <a:pt x="1099" y="1179"/>
                    </a:lnTo>
                    <a:lnTo>
                      <a:pt x="1100" y="1181"/>
                    </a:lnTo>
                    <a:lnTo>
                      <a:pt x="1100" y="1181"/>
                    </a:lnTo>
                    <a:lnTo>
                      <a:pt x="1100" y="1179"/>
                    </a:lnTo>
                    <a:lnTo>
                      <a:pt x="1100" y="1179"/>
                    </a:lnTo>
                    <a:lnTo>
                      <a:pt x="1100" y="1177"/>
                    </a:lnTo>
                    <a:lnTo>
                      <a:pt x="1100" y="1177"/>
                    </a:lnTo>
                    <a:lnTo>
                      <a:pt x="1102" y="1174"/>
                    </a:lnTo>
                    <a:lnTo>
                      <a:pt x="1102" y="1170"/>
                    </a:lnTo>
                    <a:lnTo>
                      <a:pt x="1102" y="1167"/>
                    </a:lnTo>
                    <a:lnTo>
                      <a:pt x="1104" y="1164"/>
                    </a:lnTo>
                    <a:lnTo>
                      <a:pt x="1104" y="1162"/>
                    </a:lnTo>
                    <a:lnTo>
                      <a:pt x="1104" y="1160"/>
                    </a:lnTo>
                    <a:lnTo>
                      <a:pt x="1102" y="1159"/>
                    </a:lnTo>
                    <a:lnTo>
                      <a:pt x="1102" y="1157"/>
                    </a:lnTo>
                    <a:lnTo>
                      <a:pt x="1100" y="1157"/>
                    </a:lnTo>
                    <a:lnTo>
                      <a:pt x="1100" y="1153"/>
                    </a:lnTo>
                    <a:lnTo>
                      <a:pt x="1100" y="1148"/>
                    </a:lnTo>
                    <a:lnTo>
                      <a:pt x="1100" y="1147"/>
                    </a:lnTo>
                    <a:lnTo>
                      <a:pt x="1099" y="1145"/>
                    </a:lnTo>
                    <a:lnTo>
                      <a:pt x="1099" y="1147"/>
                    </a:lnTo>
                    <a:lnTo>
                      <a:pt x="1099" y="1148"/>
                    </a:lnTo>
                    <a:lnTo>
                      <a:pt x="1099" y="1150"/>
                    </a:lnTo>
                    <a:lnTo>
                      <a:pt x="1099" y="1152"/>
                    </a:lnTo>
                    <a:lnTo>
                      <a:pt x="1097" y="1153"/>
                    </a:lnTo>
                    <a:lnTo>
                      <a:pt x="1097" y="1153"/>
                    </a:lnTo>
                    <a:lnTo>
                      <a:pt x="1095" y="1153"/>
                    </a:lnTo>
                    <a:lnTo>
                      <a:pt x="1095" y="1153"/>
                    </a:lnTo>
                    <a:lnTo>
                      <a:pt x="1095" y="1152"/>
                    </a:lnTo>
                    <a:lnTo>
                      <a:pt x="1095" y="1150"/>
                    </a:lnTo>
                    <a:lnTo>
                      <a:pt x="1093" y="1148"/>
                    </a:lnTo>
                    <a:lnTo>
                      <a:pt x="1093" y="1148"/>
                    </a:lnTo>
                    <a:lnTo>
                      <a:pt x="1092" y="1148"/>
                    </a:lnTo>
                    <a:lnTo>
                      <a:pt x="1092" y="1147"/>
                    </a:lnTo>
                    <a:lnTo>
                      <a:pt x="1090" y="1145"/>
                    </a:lnTo>
                    <a:lnTo>
                      <a:pt x="1090" y="1143"/>
                    </a:lnTo>
                    <a:lnTo>
                      <a:pt x="1092" y="1143"/>
                    </a:lnTo>
                    <a:lnTo>
                      <a:pt x="1093" y="1143"/>
                    </a:lnTo>
                    <a:lnTo>
                      <a:pt x="1093" y="1145"/>
                    </a:lnTo>
                    <a:lnTo>
                      <a:pt x="1095" y="1145"/>
                    </a:lnTo>
                    <a:lnTo>
                      <a:pt x="1097" y="1142"/>
                    </a:lnTo>
                    <a:lnTo>
                      <a:pt x="1099" y="1142"/>
                    </a:lnTo>
                    <a:lnTo>
                      <a:pt x="1099" y="1140"/>
                    </a:lnTo>
                    <a:lnTo>
                      <a:pt x="1099" y="1140"/>
                    </a:lnTo>
                    <a:lnTo>
                      <a:pt x="1097" y="1140"/>
                    </a:lnTo>
                    <a:lnTo>
                      <a:pt x="1097" y="1138"/>
                    </a:lnTo>
                    <a:lnTo>
                      <a:pt x="1093" y="1138"/>
                    </a:lnTo>
                    <a:lnTo>
                      <a:pt x="1093" y="1138"/>
                    </a:lnTo>
                    <a:lnTo>
                      <a:pt x="1092" y="1136"/>
                    </a:lnTo>
                    <a:lnTo>
                      <a:pt x="1092" y="1135"/>
                    </a:lnTo>
                    <a:lnTo>
                      <a:pt x="1092" y="1133"/>
                    </a:lnTo>
                    <a:lnTo>
                      <a:pt x="1092" y="1131"/>
                    </a:lnTo>
                    <a:lnTo>
                      <a:pt x="1090" y="1131"/>
                    </a:lnTo>
                    <a:lnTo>
                      <a:pt x="1090" y="1133"/>
                    </a:lnTo>
                    <a:lnTo>
                      <a:pt x="1090" y="1135"/>
                    </a:lnTo>
                    <a:lnTo>
                      <a:pt x="1090" y="1135"/>
                    </a:lnTo>
                    <a:lnTo>
                      <a:pt x="1090" y="1136"/>
                    </a:lnTo>
                    <a:lnTo>
                      <a:pt x="1088" y="1135"/>
                    </a:lnTo>
                    <a:lnTo>
                      <a:pt x="1088" y="1135"/>
                    </a:lnTo>
                    <a:lnTo>
                      <a:pt x="1087" y="1135"/>
                    </a:lnTo>
                    <a:lnTo>
                      <a:pt x="1087" y="1133"/>
                    </a:lnTo>
                    <a:lnTo>
                      <a:pt x="1087" y="1133"/>
                    </a:lnTo>
                    <a:lnTo>
                      <a:pt x="1087" y="1133"/>
                    </a:lnTo>
                    <a:lnTo>
                      <a:pt x="1087" y="1131"/>
                    </a:lnTo>
                    <a:lnTo>
                      <a:pt x="1087" y="1131"/>
                    </a:lnTo>
                    <a:lnTo>
                      <a:pt x="1088" y="1131"/>
                    </a:lnTo>
                    <a:lnTo>
                      <a:pt x="1087" y="1130"/>
                    </a:lnTo>
                    <a:lnTo>
                      <a:pt x="1087" y="1130"/>
                    </a:lnTo>
                    <a:lnTo>
                      <a:pt x="1085" y="1130"/>
                    </a:lnTo>
                    <a:lnTo>
                      <a:pt x="1082" y="1128"/>
                    </a:lnTo>
                    <a:lnTo>
                      <a:pt x="1082" y="1128"/>
                    </a:lnTo>
                    <a:lnTo>
                      <a:pt x="1080" y="1131"/>
                    </a:lnTo>
                    <a:lnTo>
                      <a:pt x="1078" y="1136"/>
                    </a:lnTo>
                    <a:lnTo>
                      <a:pt x="1080" y="1142"/>
                    </a:lnTo>
                    <a:lnTo>
                      <a:pt x="1083" y="1143"/>
                    </a:lnTo>
                    <a:lnTo>
                      <a:pt x="1083" y="1145"/>
                    </a:lnTo>
                    <a:lnTo>
                      <a:pt x="1082" y="1145"/>
                    </a:lnTo>
                    <a:lnTo>
                      <a:pt x="1083" y="1148"/>
                    </a:lnTo>
                    <a:lnTo>
                      <a:pt x="1085" y="1150"/>
                    </a:lnTo>
                    <a:lnTo>
                      <a:pt x="1085" y="1152"/>
                    </a:lnTo>
                    <a:lnTo>
                      <a:pt x="1085" y="1153"/>
                    </a:lnTo>
                    <a:lnTo>
                      <a:pt x="1078" y="1147"/>
                    </a:lnTo>
                    <a:lnTo>
                      <a:pt x="1077" y="1147"/>
                    </a:lnTo>
                    <a:lnTo>
                      <a:pt x="1073" y="1145"/>
                    </a:lnTo>
                    <a:lnTo>
                      <a:pt x="1071" y="1145"/>
                    </a:lnTo>
                    <a:lnTo>
                      <a:pt x="1070" y="1143"/>
                    </a:lnTo>
                    <a:lnTo>
                      <a:pt x="1068" y="1142"/>
                    </a:lnTo>
                    <a:lnTo>
                      <a:pt x="1068" y="1142"/>
                    </a:lnTo>
                    <a:lnTo>
                      <a:pt x="1066" y="1140"/>
                    </a:lnTo>
                    <a:lnTo>
                      <a:pt x="1063" y="1140"/>
                    </a:lnTo>
                    <a:lnTo>
                      <a:pt x="1061" y="1138"/>
                    </a:lnTo>
                    <a:lnTo>
                      <a:pt x="1060" y="1136"/>
                    </a:lnTo>
                    <a:lnTo>
                      <a:pt x="1058" y="1136"/>
                    </a:lnTo>
                    <a:lnTo>
                      <a:pt x="1051" y="1135"/>
                    </a:lnTo>
                    <a:lnTo>
                      <a:pt x="1049" y="1133"/>
                    </a:lnTo>
                    <a:lnTo>
                      <a:pt x="1048" y="1130"/>
                    </a:lnTo>
                    <a:lnTo>
                      <a:pt x="1049" y="1130"/>
                    </a:lnTo>
                    <a:lnTo>
                      <a:pt x="1049" y="1128"/>
                    </a:lnTo>
                    <a:lnTo>
                      <a:pt x="1046" y="1126"/>
                    </a:lnTo>
                    <a:lnTo>
                      <a:pt x="1046" y="1126"/>
                    </a:lnTo>
                    <a:lnTo>
                      <a:pt x="1046" y="1126"/>
                    </a:lnTo>
                    <a:lnTo>
                      <a:pt x="1046" y="1125"/>
                    </a:lnTo>
                    <a:lnTo>
                      <a:pt x="1046" y="1125"/>
                    </a:lnTo>
                    <a:lnTo>
                      <a:pt x="1046" y="1123"/>
                    </a:lnTo>
                    <a:lnTo>
                      <a:pt x="1046" y="1123"/>
                    </a:lnTo>
                    <a:lnTo>
                      <a:pt x="1044" y="1123"/>
                    </a:lnTo>
                    <a:lnTo>
                      <a:pt x="1044" y="1121"/>
                    </a:lnTo>
                    <a:lnTo>
                      <a:pt x="1043" y="1121"/>
                    </a:lnTo>
                    <a:lnTo>
                      <a:pt x="1043" y="1119"/>
                    </a:lnTo>
                    <a:lnTo>
                      <a:pt x="1041" y="1119"/>
                    </a:lnTo>
                    <a:lnTo>
                      <a:pt x="1039" y="1114"/>
                    </a:lnTo>
                    <a:lnTo>
                      <a:pt x="1039" y="1114"/>
                    </a:lnTo>
                    <a:lnTo>
                      <a:pt x="1039" y="1114"/>
                    </a:lnTo>
                    <a:lnTo>
                      <a:pt x="1037" y="1113"/>
                    </a:lnTo>
                    <a:lnTo>
                      <a:pt x="1037" y="1113"/>
                    </a:lnTo>
                    <a:lnTo>
                      <a:pt x="1034" y="1113"/>
                    </a:lnTo>
                    <a:lnTo>
                      <a:pt x="1032" y="1114"/>
                    </a:lnTo>
                    <a:lnTo>
                      <a:pt x="1032" y="1114"/>
                    </a:lnTo>
                    <a:lnTo>
                      <a:pt x="1031" y="1114"/>
                    </a:lnTo>
                    <a:lnTo>
                      <a:pt x="1031" y="1116"/>
                    </a:lnTo>
                    <a:lnTo>
                      <a:pt x="1029" y="1119"/>
                    </a:lnTo>
                    <a:lnTo>
                      <a:pt x="1027" y="1123"/>
                    </a:lnTo>
                    <a:lnTo>
                      <a:pt x="1027" y="1125"/>
                    </a:lnTo>
                    <a:lnTo>
                      <a:pt x="1026" y="1126"/>
                    </a:lnTo>
                    <a:lnTo>
                      <a:pt x="1027" y="1126"/>
                    </a:lnTo>
                    <a:lnTo>
                      <a:pt x="1027" y="1128"/>
                    </a:lnTo>
                    <a:lnTo>
                      <a:pt x="1029" y="1130"/>
                    </a:lnTo>
                    <a:lnTo>
                      <a:pt x="1027" y="1130"/>
                    </a:lnTo>
                    <a:lnTo>
                      <a:pt x="1027" y="1131"/>
                    </a:lnTo>
                    <a:lnTo>
                      <a:pt x="1027" y="1133"/>
                    </a:lnTo>
                    <a:lnTo>
                      <a:pt x="1029" y="1135"/>
                    </a:lnTo>
                    <a:lnTo>
                      <a:pt x="1034" y="1148"/>
                    </a:lnTo>
                    <a:lnTo>
                      <a:pt x="1037" y="1155"/>
                    </a:lnTo>
                    <a:lnTo>
                      <a:pt x="1034" y="1155"/>
                    </a:lnTo>
                    <a:lnTo>
                      <a:pt x="1032" y="1152"/>
                    </a:lnTo>
                    <a:lnTo>
                      <a:pt x="1031" y="1150"/>
                    </a:lnTo>
                    <a:lnTo>
                      <a:pt x="1031" y="1147"/>
                    </a:lnTo>
                    <a:lnTo>
                      <a:pt x="1029" y="1147"/>
                    </a:lnTo>
                    <a:lnTo>
                      <a:pt x="1022" y="1140"/>
                    </a:lnTo>
                    <a:lnTo>
                      <a:pt x="1022" y="1140"/>
                    </a:lnTo>
                    <a:lnTo>
                      <a:pt x="1022" y="1138"/>
                    </a:lnTo>
                    <a:lnTo>
                      <a:pt x="1020" y="1136"/>
                    </a:lnTo>
                    <a:lnTo>
                      <a:pt x="1019" y="1133"/>
                    </a:lnTo>
                    <a:lnTo>
                      <a:pt x="1017" y="1133"/>
                    </a:lnTo>
                    <a:lnTo>
                      <a:pt x="1015" y="1133"/>
                    </a:lnTo>
                    <a:lnTo>
                      <a:pt x="1014" y="1136"/>
                    </a:lnTo>
                    <a:lnTo>
                      <a:pt x="1012" y="1138"/>
                    </a:lnTo>
                    <a:lnTo>
                      <a:pt x="1010" y="1140"/>
                    </a:lnTo>
                    <a:lnTo>
                      <a:pt x="1007" y="1142"/>
                    </a:lnTo>
                    <a:lnTo>
                      <a:pt x="1003" y="1143"/>
                    </a:lnTo>
                    <a:lnTo>
                      <a:pt x="1005" y="1142"/>
                    </a:lnTo>
                    <a:lnTo>
                      <a:pt x="1005" y="1140"/>
                    </a:lnTo>
                    <a:lnTo>
                      <a:pt x="1007" y="1138"/>
                    </a:lnTo>
                    <a:lnTo>
                      <a:pt x="1007" y="1136"/>
                    </a:lnTo>
                    <a:lnTo>
                      <a:pt x="1007" y="1133"/>
                    </a:lnTo>
                    <a:lnTo>
                      <a:pt x="1007" y="1131"/>
                    </a:lnTo>
                    <a:lnTo>
                      <a:pt x="1007" y="1130"/>
                    </a:lnTo>
                    <a:lnTo>
                      <a:pt x="1005" y="1130"/>
                    </a:lnTo>
                    <a:lnTo>
                      <a:pt x="1003" y="1130"/>
                    </a:lnTo>
                    <a:lnTo>
                      <a:pt x="1003" y="1128"/>
                    </a:lnTo>
                    <a:lnTo>
                      <a:pt x="1003" y="1126"/>
                    </a:lnTo>
                    <a:lnTo>
                      <a:pt x="1002" y="1126"/>
                    </a:lnTo>
                    <a:lnTo>
                      <a:pt x="1002" y="1126"/>
                    </a:lnTo>
                    <a:lnTo>
                      <a:pt x="997" y="1125"/>
                    </a:lnTo>
                    <a:lnTo>
                      <a:pt x="997" y="1125"/>
                    </a:lnTo>
                    <a:lnTo>
                      <a:pt x="997" y="1123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7" y="1119"/>
                    </a:lnTo>
                    <a:lnTo>
                      <a:pt x="997" y="1118"/>
                    </a:lnTo>
                    <a:lnTo>
                      <a:pt x="997" y="1116"/>
                    </a:lnTo>
                    <a:lnTo>
                      <a:pt x="993" y="1116"/>
                    </a:lnTo>
                    <a:lnTo>
                      <a:pt x="995" y="1116"/>
                    </a:lnTo>
                    <a:lnTo>
                      <a:pt x="995" y="1114"/>
                    </a:lnTo>
                    <a:lnTo>
                      <a:pt x="997" y="1114"/>
                    </a:lnTo>
                    <a:lnTo>
                      <a:pt x="993" y="1108"/>
                    </a:lnTo>
                    <a:lnTo>
                      <a:pt x="992" y="1106"/>
                    </a:lnTo>
                    <a:lnTo>
                      <a:pt x="992" y="1103"/>
                    </a:lnTo>
                    <a:lnTo>
                      <a:pt x="992" y="1101"/>
                    </a:lnTo>
                    <a:lnTo>
                      <a:pt x="988" y="1096"/>
                    </a:lnTo>
                    <a:lnTo>
                      <a:pt x="987" y="1094"/>
                    </a:lnTo>
                    <a:lnTo>
                      <a:pt x="987" y="1092"/>
                    </a:lnTo>
                    <a:lnTo>
                      <a:pt x="987" y="1091"/>
                    </a:lnTo>
                    <a:lnTo>
                      <a:pt x="988" y="1089"/>
                    </a:lnTo>
                    <a:lnTo>
                      <a:pt x="988" y="1089"/>
                    </a:lnTo>
                    <a:lnTo>
                      <a:pt x="988" y="1087"/>
                    </a:lnTo>
                    <a:lnTo>
                      <a:pt x="987" y="1087"/>
                    </a:lnTo>
                    <a:lnTo>
                      <a:pt x="987" y="1086"/>
                    </a:lnTo>
                    <a:lnTo>
                      <a:pt x="987" y="1086"/>
                    </a:lnTo>
                    <a:lnTo>
                      <a:pt x="985" y="1084"/>
                    </a:lnTo>
                    <a:lnTo>
                      <a:pt x="985" y="1082"/>
                    </a:lnTo>
                    <a:lnTo>
                      <a:pt x="983" y="1080"/>
                    </a:lnTo>
                    <a:lnTo>
                      <a:pt x="985" y="1079"/>
                    </a:lnTo>
                    <a:lnTo>
                      <a:pt x="985" y="1077"/>
                    </a:lnTo>
                    <a:lnTo>
                      <a:pt x="987" y="1077"/>
                    </a:lnTo>
                    <a:lnTo>
                      <a:pt x="987" y="1077"/>
                    </a:lnTo>
                    <a:lnTo>
                      <a:pt x="988" y="1077"/>
                    </a:lnTo>
                    <a:lnTo>
                      <a:pt x="988" y="1075"/>
                    </a:lnTo>
                    <a:lnTo>
                      <a:pt x="987" y="1075"/>
                    </a:lnTo>
                    <a:lnTo>
                      <a:pt x="987" y="1074"/>
                    </a:lnTo>
                    <a:lnTo>
                      <a:pt x="985" y="1070"/>
                    </a:lnTo>
                    <a:lnTo>
                      <a:pt x="985" y="1069"/>
                    </a:lnTo>
                    <a:lnTo>
                      <a:pt x="985" y="1067"/>
                    </a:lnTo>
                    <a:lnTo>
                      <a:pt x="990" y="1063"/>
                    </a:lnTo>
                    <a:lnTo>
                      <a:pt x="988" y="1060"/>
                    </a:lnTo>
                    <a:lnTo>
                      <a:pt x="988" y="1060"/>
                    </a:lnTo>
                    <a:lnTo>
                      <a:pt x="988" y="1060"/>
                    </a:lnTo>
                    <a:lnTo>
                      <a:pt x="987" y="1060"/>
                    </a:lnTo>
                    <a:lnTo>
                      <a:pt x="987" y="1063"/>
                    </a:lnTo>
                    <a:lnTo>
                      <a:pt x="985" y="1063"/>
                    </a:lnTo>
                    <a:lnTo>
                      <a:pt x="983" y="1063"/>
                    </a:lnTo>
                    <a:lnTo>
                      <a:pt x="983" y="1063"/>
                    </a:lnTo>
                    <a:lnTo>
                      <a:pt x="981" y="1062"/>
                    </a:lnTo>
                    <a:lnTo>
                      <a:pt x="981" y="1062"/>
                    </a:lnTo>
                    <a:lnTo>
                      <a:pt x="981" y="1062"/>
                    </a:lnTo>
                    <a:lnTo>
                      <a:pt x="980" y="1060"/>
                    </a:lnTo>
                    <a:lnTo>
                      <a:pt x="980" y="1057"/>
                    </a:lnTo>
                    <a:lnTo>
                      <a:pt x="980" y="1057"/>
                    </a:lnTo>
                    <a:lnTo>
                      <a:pt x="978" y="1057"/>
                    </a:lnTo>
                    <a:lnTo>
                      <a:pt x="976" y="1057"/>
                    </a:lnTo>
                    <a:lnTo>
                      <a:pt x="976" y="1055"/>
                    </a:lnTo>
                    <a:lnTo>
                      <a:pt x="973" y="1058"/>
                    </a:lnTo>
                    <a:lnTo>
                      <a:pt x="971" y="1058"/>
                    </a:lnTo>
                    <a:lnTo>
                      <a:pt x="971" y="1055"/>
                    </a:lnTo>
                    <a:lnTo>
                      <a:pt x="971" y="1053"/>
                    </a:lnTo>
                    <a:lnTo>
                      <a:pt x="973" y="1053"/>
                    </a:lnTo>
                    <a:lnTo>
                      <a:pt x="975" y="1052"/>
                    </a:lnTo>
                    <a:lnTo>
                      <a:pt x="976" y="1050"/>
                    </a:lnTo>
                    <a:lnTo>
                      <a:pt x="975" y="1050"/>
                    </a:lnTo>
                    <a:lnTo>
                      <a:pt x="971" y="1050"/>
                    </a:lnTo>
                    <a:lnTo>
                      <a:pt x="971" y="1048"/>
                    </a:lnTo>
                    <a:lnTo>
                      <a:pt x="973" y="1048"/>
                    </a:lnTo>
                    <a:lnTo>
                      <a:pt x="973" y="1048"/>
                    </a:lnTo>
                    <a:lnTo>
                      <a:pt x="973" y="1046"/>
                    </a:lnTo>
                    <a:lnTo>
                      <a:pt x="975" y="1046"/>
                    </a:lnTo>
                    <a:lnTo>
                      <a:pt x="973" y="1043"/>
                    </a:lnTo>
                    <a:lnTo>
                      <a:pt x="971" y="1041"/>
                    </a:lnTo>
                    <a:lnTo>
                      <a:pt x="971" y="1041"/>
                    </a:lnTo>
                    <a:lnTo>
                      <a:pt x="973" y="1040"/>
                    </a:lnTo>
                    <a:lnTo>
                      <a:pt x="973" y="1040"/>
                    </a:lnTo>
                    <a:lnTo>
                      <a:pt x="971" y="1038"/>
                    </a:lnTo>
                    <a:lnTo>
                      <a:pt x="971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68" y="1036"/>
                    </a:lnTo>
                    <a:lnTo>
                      <a:pt x="968" y="1036"/>
                    </a:lnTo>
                    <a:lnTo>
                      <a:pt x="968" y="1038"/>
                    </a:lnTo>
                    <a:lnTo>
                      <a:pt x="966" y="1038"/>
                    </a:lnTo>
                    <a:lnTo>
                      <a:pt x="966" y="1038"/>
                    </a:lnTo>
                    <a:lnTo>
                      <a:pt x="963" y="1033"/>
                    </a:lnTo>
                    <a:lnTo>
                      <a:pt x="963" y="1029"/>
                    </a:lnTo>
                    <a:lnTo>
                      <a:pt x="966" y="1024"/>
                    </a:lnTo>
                    <a:lnTo>
                      <a:pt x="966" y="1021"/>
                    </a:lnTo>
                    <a:lnTo>
                      <a:pt x="964" y="1019"/>
                    </a:lnTo>
                    <a:lnTo>
                      <a:pt x="964" y="1018"/>
                    </a:lnTo>
                    <a:lnTo>
                      <a:pt x="963" y="1018"/>
                    </a:lnTo>
                    <a:lnTo>
                      <a:pt x="961" y="1018"/>
                    </a:lnTo>
                    <a:lnTo>
                      <a:pt x="961" y="1016"/>
                    </a:lnTo>
                    <a:lnTo>
                      <a:pt x="961" y="1014"/>
                    </a:lnTo>
                    <a:lnTo>
                      <a:pt x="959" y="1014"/>
                    </a:lnTo>
                    <a:lnTo>
                      <a:pt x="956" y="1013"/>
                    </a:lnTo>
                    <a:lnTo>
                      <a:pt x="956" y="1013"/>
                    </a:lnTo>
                    <a:lnTo>
                      <a:pt x="954" y="1011"/>
                    </a:lnTo>
                    <a:lnTo>
                      <a:pt x="953" y="1011"/>
                    </a:lnTo>
                    <a:lnTo>
                      <a:pt x="951" y="1013"/>
                    </a:lnTo>
                    <a:lnTo>
                      <a:pt x="949" y="1013"/>
                    </a:lnTo>
                    <a:lnTo>
                      <a:pt x="949" y="1011"/>
                    </a:lnTo>
                    <a:lnTo>
                      <a:pt x="949" y="1009"/>
                    </a:lnTo>
                    <a:lnTo>
                      <a:pt x="949" y="1009"/>
                    </a:lnTo>
                    <a:lnTo>
                      <a:pt x="949" y="1007"/>
                    </a:lnTo>
                    <a:lnTo>
                      <a:pt x="949" y="1007"/>
                    </a:lnTo>
                    <a:lnTo>
                      <a:pt x="951" y="1007"/>
                    </a:lnTo>
                    <a:lnTo>
                      <a:pt x="953" y="1007"/>
                    </a:lnTo>
                    <a:lnTo>
                      <a:pt x="953" y="1006"/>
                    </a:lnTo>
                    <a:lnTo>
                      <a:pt x="951" y="1006"/>
                    </a:lnTo>
                    <a:lnTo>
                      <a:pt x="949" y="1006"/>
                    </a:lnTo>
                    <a:lnTo>
                      <a:pt x="949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4" y="1004"/>
                    </a:lnTo>
                    <a:lnTo>
                      <a:pt x="944" y="1002"/>
                    </a:lnTo>
                    <a:lnTo>
                      <a:pt x="942" y="1002"/>
                    </a:lnTo>
                    <a:lnTo>
                      <a:pt x="941" y="1004"/>
                    </a:lnTo>
                    <a:lnTo>
                      <a:pt x="939" y="1002"/>
                    </a:lnTo>
                    <a:lnTo>
                      <a:pt x="937" y="1002"/>
                    </a:lnTo>
                    <a:lnTo>
                      <a:pt x="937" y="1001"/>
                    </a:lnTo>
                    <a:lnTo>
                      <a:pt x="936" y="1001"/>
                    </a:lnTo>
                    <a:lnTo>
                      <a:pt x="934" y="1002"/>
                    </a:lnTo>
                    <a:lnTo>
                      <a:pt x="934" y="1004"/>
                    </a:lnTo>
                    <a:lnTo>
                      <a:pt x="932" y="1004"/>
                    </a:lnTo>
                    <a:lnTo>
                      <a:pt x="932" y="1004"/>
                    </a:lnTo>
                    <a:lnTo>
                      <a:pt x="932" y="1004"/>
                    </a:lnTo>
                    <a:lnTo>
                      <a:pt x="932" y="1002"/>
                    </a:lnTo>
                    <a:lnTo>
                      <a:pt x="932" y="1002"/>
                    </a:lnTo>
                    <a:lnTo>
                      <a:pt x="932" y="1001"/>
                    </a:lnTo>
                    <a:lnTo>
                      <a:pt x="934" y="1001"/>
                    </a:lnTo>
                    <a:lnTo>
                      <a:pt x="934" y="1001"/>
                    </a:lnTo>
                    <a:lnTo>
                      <a:pt x="934" y="999"/>
                    </a:lnTo>
                    <a:lnTo>
                      <a:pt x="934" y="996"/>
                    </a:lnTo>
                    <a:lnTo>
                      <a:pt x="934" y="996"/>
                    </a:lnTo>
                    <a:lnTo>
                      <a:pt x="932" y="994"/>
                    </a:lnTo>
                    <a:lnTo>
                      <a:pt x="932" y="994"/>
                    </a:lnTo>
                    <a:lnTo>
                      <a:pt x="930" y="994"/>
                    </a:lnTo>
                    <a:lnTo>
                      <a:pt x="930" y="994"/>
                    </a:lnTo>
                    <a:lnTo>
                      <a:pt x="929" y="994"/>
                    </a:lnTo>
                    <a:lnTo>
                      <a:pt x="929" y="994"/>
                    </a:lnTo>
                    <a:lnTo>
                      <a:pt x="929" y="994"/>
                    </a:lnTo>
                    <a:lnTo>
                      <a:pt x="927" y="992"/>
                    </a:lnTo>
                    <a:lnTo>
                      <a:pt x="927" y="990"/>
                    </a:lnTo>
                    <a:lnTo>
                      <a:pt x="925" y="990"/>
                    </a:lnTo>
                    <a:lnTo>
                      <a:pt x="924" y="990"/>
                    </a:lnTo>
                    <a:lnTo>
                      <a:pt x="924" y="987"/>
                    </a:lnTo>
                    <a:lnTo>
                      <a:pt x="922" y="987"/>
                    </a:lnTo>
                    <a:lnTo>
                      <a:pt x="924" y="984"/>
                    </a:lnTo>
                    <a:lnTo>
                      <a:pt x="924" y="984"/>
                    </a:lnTo>
                    <a:lnTo>
                      <a:pt x="922" y="982"/>
                    </a:lnTo>
                    <a:lnTo>
                      <a:pt x="922" y="982"/>
                    </a:lnTo>
                    <a:lnTo>
                      <a:pt x="920" y="982"/>
                    </a:lnTo>
                    <a:lnTo>
                      <a:pt x="920" y="982"/>
                    </a:lnTo>
                    <a:lnTo>
                      <a:pt x="920" y="982"/>
                    </a:lnTo>
                    <a:lnTo>
                      <a:pt x="920" y="980"/>
                    </a:lnTo>
                    <a:lnTo>
                      <a:pt x="920" y="980"/>
                    </a:lnTo>
                    <a:lnTo>
                      <a:pt x="919" y="979"/>
                    </a:lnTo>
                    <a:lnTo>
                      <a:pt x="917" y="977"/>
                    </a:lnTo>
                    <a:lnTo>
                      <a:pt x="917" y="975"/>
                    </a:lnTo>
                    <a:lnTo>
                      <a:pt x="919" y="975"/>
                    </a:lnTo>
                    <a:lnTo>
                      <a:pt x="920" y="975"/>
                    </a:lnTo>
                    <a:lnTo>
                      <a:pt x="922" y="973"/>
                    </a:lnTo>
                    <a:lnTo>
                      <a:pt x="922" y="972"/>
                    </a:lnTo>
                    <a:lnTo>
                      <a:pt x="922" y="968"/>
                    </a:lnTo>
                    <a:lnTo>
                      <a:pt x="920" y="967"/>
                    </a:lnTo>
                    <a:lnTo>
                      <a:pt x="920" y="965"/>
                    </a:lnTo>
                    <a:lnTo>
                      <a:pt x="922" y="967"/>
                    </a:lnTo>
                    <a:lnTo>
                      <a:pt x="924" y="967"/>
                    </a:lnTo>
                    <a:lnTo>
                      <a:pt x="924" y="968"/>
                    </a:lnTo>
                    <a:lnTo>
                      <a:pt x="924" y="968"/>
                    </a:lnTo>
                    <a:lnTo>
                      <a:pt x="925" y="968"/>
                    </a:lnTo>
                    <a:lnTo>
                      <a:pt x="927" y="968"/>
                    </a:lnTo>
                    <a:lnTo>
                      <a:pt x="927" y="968"/>
                    </a:lnTo>
                    <a:lnTo>
                      <a:pt x="929" y="967"/>
                    </a:lnTo>
                    <a:lnTo>
                      <a:pt x="929" y="967"/>
                    </a:lnTo>
                    <a:lnTo>
                      <a:pt x="929" y="965"/>
                    </a:lnTo>
                    <a:lnTo>
                      <a:pt x="929" y="965"/>
                    </a:lnTo>
                    <a:lnTo>
                      <a:pt x="929" y="965"/>
                    </a:lnTo>
                    <a:lnTo>
                      <a:pt x="930" y="965"/>
                    </a:lnTo>
                    <a:lnTo>
                      <a:pt x="930" y="965"/>
                    </a:lnTo>
                    <a:lnTo>
                      <a:pt x="932" y="967"/>
                    </a:lnTo>
                    <a:lnTo>
                      <a:pt x="932" y="967"/>
                    </a:lnTo>
                    <a:lnTo>
                      <a:pt x="932" y="968"/>
                    </a:lnTo>
                    <a:lnTo>
                      <a:pt x="932" y="970"/>
                    </a:lnTo>
                    <a:lnTo>
                      <a:pt x="932" y="970"/>
                    </a:lnTo>
                    <a:lnTo>
                      <a:pt x="932" y="970"/>
                    </a:lnTo>
                    <a:lnTo>
                      <a:pt x="934" y="972"/>
                    </a:lnTo>
                    <a:lnTo>
                      <a:pt x="934" y="972"/>
                    </a:lnTo>
                    <a:lnTo>
                      <a:pt x="936" y="973"/>
                    </a:lnTo>
                    <a:lnTo>
                      <a:pt x="936" y="973"/>
                    </a:lnTo>
                    <a:lnTo>
                      <a:pt x="937" y="972"/>
                    </a:lnTo>
                    <a:lnTo>
                      <a:pt x="937" y="973"/>
                    </a:lnTo>
                    <a:lnTo>
                      <a:pt x="937" y="973"/>
                    </a:lnTo>
                    <a:lnTo>
                      <a:pt x="939" y="973"/>
                    </a:lnTo>
                    <a:lnTo>
                      <a:pt x="939" y="973"/>
                    </a:lnTo>
                    <a:lnTo>
                      <a:pt x="941" y="973"/>
                    </a:lnTo>
                    <a:lnTo>
                      <a:pt x="941" y="973"/>
                    </a:lnTo>
                    <a:lnTo>
                      <a:pt x="941" y="972"/>
                    </a:lnTo>
                    <a:lnTo>
                      <a:pt x="939" y="970"/>
                    </a:lnTo>
                    <a:lnTo>
                      <a:pt x="937" y="968"/>
                    </a:lnTo>
                    <a:lnTo>
                      <a:pt x="941" y="968"/>
                    </a:lnTo>
                    <a:lnTo>
                      <a:pt x="936" y="965"/>
                    </a:lnTo>
                    <a:lnTo>
                      <a:pt x="934" y="963"/>
                    </a:lnTo>
                    <a:lnTo>
                      <a:pt x="932" y="962"/>
                    </a:lnTo>
                    <a:lnTo>
                      <a:pt x="932" y="960"/>
                    </a:lnTo>
                    <a:lnTo>
                      <a:pt x="934" y="960"/>
                    </a:lnTo>
                    <a:lnTo>
                      <a:pt x="934" y="958"/>
                    </a:lnTo>
                    <a:lnTo>
                      <a:pt x="932" y="956"/>
                    </a:lnTo>
                    <a:lnTo>
                      <a:pt x="932" y="956"/>
                    </a:lnTo>
                    <a:lnTo>
                      <a:pt x="932" y="956"/>
                    </a:lnTo>
                    <a:lnTo>
                      <a:pt x="930" y="955"/>
                    </a:lnTo>
                    <a:lnTo>
                      <a:pt x="930" y="955"/>
                    </a:lnTo>
                    <a:lnTo>
                      <a:pt x="930" y="955"/>
                    </a:lnTo>
                    <a:lnTo>
                      <a:pt x="929" y="953"/>
                    </a:lnTo>
                    <a:lnTo>
                      <a:pt x="929" y="953"/>
                    </a:lnTo>
                    <a:lnTo>
                      <a:pt x="929" y="951"/>
                    </a:lnTo>
                    <a:lnTo>
                      <a:pt x="927" y="948"/>
                    </a:lnTo>
                    <a:lnTo>
                      <a:pt x="925" y="948"/>
                    </a:lnTo>
                    <a:lnTo>
                      <a:pt x="925" y="950"/>
                    </a:lnTo>
                    <a:lnTo>
                      <a:pt x="924" y="950"/>
                    </a:lnTo>
                    <a:lnTo>
                      <a:pt x="922" y="950"/>
                    </a:lnTo>
                    <a:lnTo>
                      <a:pt x="919" y="951"/>
                    </a:lnTo>
                    <a:lnTo>
                      <a:pt x="919" y="950"/>
                    </a:lnTo>
                    <a:lnTo>
                      <a:pt x="919" y="950"/>
                    </a:lnTo>
                    <a:lnTo>
                      <a:pt x="919" y="950"/>
                    </a:lnTo>
                    <a:lnTo>
                      <a:pt x="920" y="948"/>
                    </a:lnTo>
                    <a:lnTo>
                      <a:pt x="919" y="948"/>
                    </a:lnTo>
                    <a:lnTo>
                      <a:pt x="917" y="948"/>
                    </a:lnTo>
                    <a:lnTo>
                      <a:pt x="919" y="946"/>
                    </a:lnTo>
                    <a:lnTo>
                      <a:pt x="919" y="946"/>
                    </a:lnTo>
                    <a:lnTo>
                      <a:pt x="919" y="945"/>
                    </a:lnTo>
                    <a:lnTo>
                      <a:pt x="919" y="945"/>
                    </a:lnTo>
                    <a:lnTo>
                      <a:pt x="919" y="945"/>
                    </a:lnTo>
                    <a:lnTo>
                      <a:pt x="917" y="945"/>
                    </a:lnTo>
                    <a:lnTo>
                      <a:pt x="917" y="945"/>
                    </a:lnTo>
                    <a:lnTo>
                      <a:pt x="917" y="943"/>
                    </a:lnTo>
                    <a:lnTo>
                      <a:pt x="917" y="943"/>
                    </a:lnTo>
                    <a:lnTo>
                      <a:pt x="917" y="941"/>
                    </a:lnTo>
                    <a:lnTo>
                      <a:pt x="915" y="943"/>
                    </a:lnTo>
                    <a:lnTo>
                      <a:pt x="915" y="945"/>
                    </a:lnTo>
                    <a:lnTo>
                      <a:pt x="915" y="945"/>
                    </a:lnTo>
                    <a:lnTo>
                      <a:pt x="915" y="946"/>
                    </a:lnTo>
                    <a:lnTo>
                      <a:pt x="914" y="946"/>
                    </a:lnTo>
                    <a:lnTo>
                      <a:pt x="912" y="946"/>
                    </a:lnTo>
                    <a:lnTo>
                      <a:pt x="912" y="945"/>
                    </a:lnTo>
                    <a:lnTo>
                      <a:pt x="914" y="943"/>
                    </a:lnTo>
                    <a:lnTo>
                      <a:pt x="912" y="943"/>
                    </a:lnTo>
                    <a:lnTo>
                      <a:pt x="910" y="941"/>
                    </a:lnTo>
                    <a:lnTo>
                      <a:pt x="910" y="938"/>
                    </a:lnTo>
                    <a:lnTo>
                      <a:pt x="908" y="933"/>
                    </a:lnTo>
                    <a:lnTo>
                      <a:pt x="908" y="933"/>
                    </a:lnTo>
                    <a:lnTo>
                      <a:pt x="907" y="933"/>
                    </a:lnTo>
                    <a:lnTo>
                      <a:pt x="907" y="934"/>
                    </a:lnTo>
                    <a:lnTo>
                      <a:pt x="905" y="934"/>
                    </a:lnTo>
                    <a:lnTo>
                      <a:pt x="903" y="934"/>
                    </a:lnTo>
                    <a:lnTo>
                      <a:pt x="902" y="934"/>
                    </a:lnTo>
                    <a:lnTo>
                      <a:pt x="902" y="933"/>
                    </a:lnTo>
                    <a:lnTo>
                      <a:pt x="900" y="933"/>
                    </a:lnTo>
                    <a:lnTo>
                      <a:pt x="898" y="933"/>
                    </a:lnTo>
                    <a:lnTo>
                      <a:pt x="898" y="934"/>
                    </a:lnTo>
                    <a:lnTo>
                      <a:pt x="898" y="936"/>
                    </a:lnTo>
                    <a:lnTo>
                      <a:pt x="898" y="936"/>
                    </a:lnTo>
                    <a:lnTo>
                      <a:pt x="900" y="938"/>
                    </a:lnTo>
                    <a:lnTo>
                      <a:pt x="900" y="938"/>
                    </a:lnTo>
                    <a:lnTo>
                      <a:pt x="902" y="938"/>
                    </a:lnTo>
                    <a:lnTo>
                      <a:pt x="902" y="939"/>
                    </a:lnTo>
                    <a:lnTo>
                      <a:pt x="902" y="939"/>
                    </a:lnTo>
                    <a:lnTo>
                      <a:pt x="900" y="941"/>
                    </a:lnTo>
                    <a:lnTo>
                      <a:pt x="898" y="941"/>
                    </a:lnTo>
                    <a:lnTo>
                      <a:pt x="898" y="941"/>
                    </a:lnTo>
                    <a:lnTo>
                      <a:pt x="897" y="941"/>
                    </a:lnTo>
                    <a:lnTo>
                      <a:pt x="898" y="943"/>
                    </a:lnTo>
                    <a:lnTo>
                      <a:pt x="900" y="943"/>
                    </a:lnTo>
                    <a:lnTo>
                      <a:pt x="900" y="943"/>
                    </a:lnTo>
                    <a:lnTo>
                      <a:pt x="900" y="945"/>
                    </a:lnTo>
                    <a:lnTo>
                      <a:pt x="900" y="945"/>
                    </a:lnTo>
                    <a:lnTo>
                      <a:pt x="898" y="945"/>
                    </a:lnTo>
                    <a:lnTo>
                      <a:pt x="897" y="945"/>
                    </a:lnTo>
                    <a:lnTo>
                      <a:pt x="895" y="945"/>
                    </a:lnTo>
                    <a:lnTo>
                      <a:pt x="895" y="943"/>
                    </a:lnTo>
                    <a:lnTo>
                      <a:pt x="895" y="943"/>
                    </a:lnTo>
                    <a:lnTo>
                      <a:pt x="893" y="941"/>
                    </a:lnTo>
                    <a:lnTo>
                      <a:pt x="890" y="939"/>
                    </a:lnTo>
                    <a:lnTo>
                      <a:pt x="888" y="939"/>
                    </a:lnTo>
                    <a:lnTo>
                      <a:pt x="888" y="939"/>
                    </a:lnTo>
                    <a:lnTo>
                      <a:pt x="886" y="936"/>
                    </a:lnTo>
                    <a:lnTo>
                      <a:pt x="885" y="936"/>
                    </a:lnTo>
                    <a:lnTo>
                      <a:pt x="883" y="934"/>
                    </a:lnTo>
                    <a:lnTo>
                      <a:pt x="885" y="934"/>
                    </a:lnTo>
                    <a:lnTo>
                      <a:pt x="885" y="933"/>
                    </a:lnTo>
                    <a:lnTo>
                      <a:pt x="885" y="933"/>
                    </a:lnTo>
                    <a:lnTo>
                      <a:pt x="883" y="933"/>
                    </a:lnTo>
                    <a:lnTo>
                      <a:pt x="885" y="931"/>
                    </a:lnTo>
                    <a:lnTo>
                      <a:pt x="886" y="931"/>
                    </a:lnTo>
                    <a:lnTo>
                      <a:pt x="885" y="928"/>
                    </a:lnTo>
                    <a:lnTo>
                      <a:pt x="885" y="926"/>
                    </a:lnTo>
                    <a:lnTo>
                      <a:pt x="885" y="924"/>
                    </a:lnTo>
                    <a:lnTo>
                      <a:pt x="883" y="924"/>
                    </a:lnTo>
                    <a:lnTo>
                      <a:pt x="878" y="923"/>
                    </a:lnTo>
                    <a:lnTo>
                      <a:pt x="871" y="923"/>
                    </a:lnTo>
                    <a:lnTo>
                      <a:pt x="871" y="921"/>
                    </a:lnTo>
                    <a:lnTo>
                      <a:pt x="871" y="921"/>
                    </a:lnTo>
                    <a:lnTo>
                      <a:pt x="868" y="917"/>
                    </a:lnTo>
                    <a:lnTo>
                      <a:pt x="866" y="917"/>
                    </a:lnTo>
                    <a:lnTo>
                      <a:pt x="866" y="917"/>
                    </a:lnTo>
                    <a:lnTo>
                      <a:pt x="864" y="919"/>
                    </a:lnTo>
                    <a:lnTo>
                      <a:pt x="864" y="917"/>
                    </a:lnTo>
                    <a:lnTo>
                      <a:pt x="863" y="917"/>
                    </a:lnTo>
                    <a:lnTo>
                      <a:pt x="863" y="917"/>
                    </a:lnTo>
                    <a:lnTo>
                      <a:pt x="863" y="917"/>
                    </a:lnTo>
                    <a:lnTo>
                      <a:pt x="863" y="919"/>
                    </a:lnTo>
                    <a:lnTo>
                      <a:pt x="863" y="919"/>
                    </a:lnTo>
                    <a:lnTo>
                      <a:pt x="861" y="921"/>
                    </a:lnTo>
                    <a:lnTo>
                      <a:pt x="857" y="921"/>
                    </a:lnTo>
                    <a:lnTo>
                      <a:pt x="856" y="919"/>
                    </a:lnTo>
                    <a:lnTo>
                      <a:pt x="854" y="919"/>
                    </a:lnTo>
                    <a:lnTo>
                      <a:pt x="852" y="917"/>
                    </a:lnTo>
                    <a:lnTo>
                      <a:pt x="849" y="916"/>
                    </a:lnTo>
                    <a:lnTo>
                      <a:pt x="849" y="912"/>
                    </a:lnTo>
                    <a:lnTo>
                      <a:pt x="847" y="906"/>
                    </a:lnTo>
                    <a:lnTo>
                      <a:pt x="846" y="904"/>
                    </a:lnTo>
                    <a:lnTo>
                      <a:pt x="839" y="900"/>
                    </a:lnTo>
                    <a:lnTo>
                      <a:pt x="839" y="907"/>
                    </a:lnTo>
                    <a:lnTo>
                      <a:pt x="839" y="907"/>
                    </a:lnTo>
                    <a:lnTo>
                      <a:pt x="840" y="909"/>
                    </a:lnTo>
                    <a:lnTo>
                      <a:pt x="842" y="914"/>
                    </a:lnTo>
                    <a:lnTo>
                      <a:pt x="835" y="914"/>
                    </a:lnTo>
                    <a:lnTo>
                      <a:pt x="834" y="912"/>
                    </a:lnTo>
                    <a:lnTo>
                      <a:pt x="827" y="907"/>
                    </a:lnTo>
                    <a:lnTo>
                      <a:pt x="825" y="904"/>
                    </a:lnTo>
                    <a:lnTo>
                      <a:pt x="824" y="904"/>
                    </a:lnTo>
                    <a:lnTo>
                      <a:pt x="824" y="902"/>
                    </a:lnTo>
                    <a:lnTo>
                      <a:pt x="825" y="902"/>
                    </a:lnTo>
                    <a:lnTo>
                      <a:pt x="825" y="900"/>
                    </a:lnTo>
                    <a:lnTo>
                      <a:pt x="825" y="899"/>
                    </a:lnTo>
                    <a:lnTo>
                      <a:pt x="825" y="897"/>
                    </a:lnTo>
                    <a:lnTo>
                      <a:pt x="824" y="895"/>
                    </a:lnTo>
                    <a:lnTo>
                      <a:pt x="824" y="892"/>
                    </a:lnTo>
                    <a:lnTo>
                      <a:pt x="822" y="890"/>
                    </a:lnTo>
                    <a:lnTo>
                      <a:pt x="822" y="889"/>
                    </a:lnTo>
                    <a:lnTo>
                      <a:pt x="822" y="887"/>
                    </a:lnTo>
                    <a:lnTo>
                      <a:pt x="817" y="880"/>
                    </a:lnTo>
                    <a:lnTo>
                      <a:pt x="813" y="872"/>
                    </a:lnTo>
                    <a:lnTo>
                      <a:pt x="810" y="868"/>
                    </a:lnTo>
                    <a:lnTo>
                      <a:pt x="808" y="868"/>
                    </a:lnTo>
                    <a:lnTo>
                      <a:pt x="808" y="868"/>
                    </a:lnTo>
                    <a:lnTo>
                      <a:pt x="810" y="870"/>
                    </a:lnTo>
                    <a:lnTo>
                      <a:pt x="812" y="872"/>
                    </a:lnTo>
                    <a:lnTo>
                      <a:pt x="812" y="873"/>
                    </a:lnTo>
                    <a:lnTo>
                      <a:pt x="813" y="875"/>
                    </a:lnTo>
                    <a:lnTo>
                      <a:pt x="813" y="877"/>
                    </a:lnTo>
                    <a:lnTo>
                      <a:pt x="810" y="877"/>
                    </a:lnTo>
                    <a:lnTo>
                      <a:pt x="800" y="877"/>
                    </a:lnTo>
                    <a:lnTo>
                      <a:pt x="796" y="878"/>
                    </a:lnTo>
                    <a:lnTo>
                      <a:pt x="796" y="878"/>
                    </a:lnTo>
                    <a:lnTo>
                      <a:pt x="795" y="878"/>
                    </a:lnTo>
                    <a:lnTo>
                      <a:pt x="793" y="877"/>
                    </a:lnTo>
                    <a:lnTo>
                      <a:pt x="788" y="877"/>
                    </a:lnTo>
                    <a:lnTo>
                      <a:pt x="786" y="877"/>
                    </a:lnTo>
                    <a:lnTo>
                      <a:pt x="786" y="877"/>
                    </a:lnTo>
                    <a:lnTo>
                      <a:pt x="781" y="872"/>
                    </a:lnTo>
                    <a:lnTo>
                      <a:pt x="781" y="872"/>
                    </a:lnTo>
                    <a:lnTo>
                      <a:pt x="779" y="868"/>
                    </a:lnTo>
                    <a:lnTo>
                      <a:pt x="779" y="868"/>
                    </a:lnTo>
                    <a:lnTo>
                      <a:pt x="779" y="866"/>
                    </a:lnTo>
                    <a:lnTo>
                      <a:pt x="779" y="865"/>
                    </a:lnTo>
                    <a:lnTo>
                      <a:pt x="779" y="863"/>
                    </a:lnTo>
                    <a:lnTo>
                      <a:pt x="779" y="863"/>
                    </a:lnTo>
                    <a:lnTo>
                      <a:pt x="779" y="863"/>
                    </a:lnTo>
                    <a:lnTo>
                      <a:pt x="779" y="861"/>
                    </a:lnTo>
                    <a:lnTo>
                      <a:pt x="779" y="861"/>
                    </a:lnTo>
                    <a:lnTo>
                      <a:pt x="778" y="860"/>
                    </a:lnTo>
                    <a:lnTo>
                      <a:pt x="776" y="858"/>
                    </a:lnTo>
                    <a:lnTo>
                      <a:pt x="776" y="856"/>
                    </a:lnTo>
                    <a:lnTo>
                      <a:pt x="776" y="856"/>
                    </a:lnTo>
                    <a:lnTo>
                      <a:pt x="776" y="858"/>
                    </a:lnTo>
                    <a:lnTo>
                      <a:pt x="776" y="860"/>
                    </a:lnTo>
                    <a:lnTo>
                      <a:pt x="776" y="861"/>
                    </a:lnTo>
                    <a:lnTo>
                      <a:pt x="776" y="863"/>
                    </a:lnTo>
                    <a:lnTo>
                      <a:pt x="773" y="866"/>
                    </a:lnTo>
                    <a:lnTo>
                      <a:pt x="771" y="866"/>
                    </a:lnTo>
                    <a:lnTo>
                      <a:pt x="769" y="866"/>
                    </a:lnTo>
                    <a:lnTo>
                      <a:pt x="766" y="868"/>
                    </a:lnTo>
                    <a:lnTo>
                      <a:pt x="764" y="866"/>
                    </a:lnTo>
                    <a:lnTo>
                      <a:pt x="761" y="865"/>
                    </a:lnTo>
                    <a:lnTo>
                      <a:pt x="759" y="863"/>
                    </a:lnTo>
                    <a:lnTo>
                      <a:pt x="759" y="863"/>
                    </a:lnTo>
                    <a:lnTo>
                      <a:pt x="757" y="861"/>
                    </a:lnTo>
                    <a:lnTo>
                      <a:pt x="756" y="860"/>
                    </a:lnTo>
                    <a:lnTo>
                      <a:pt x="754" y="858"/>
                    </a:lnTo>
                    <a:lnTo>
                      <a:pt x="752" y="856"/>
                    </a:lnTo>
                    <a:lnTo>
                      <a:pt x="747" y="858"/>
                    </a:lnTo>
                    <a:lnTo>
                      <a:pt x="744" y="858"/>
                    </a:lnTo>
                    <a:lnTo>
                      <a:pt x="739" y="855"/>
                    </a:lnTo>
                    <a:lnTo>
                      <a:pt x="739" y="855"/>
                    </a:lnTo>
                    <a:lnTo>
                      <a:pt x="737" y="855"/>
                    </a:lnTo>
                    <a:lnTo>
                      <a:pt x="737" y="853"/>
                    </a:lnTo>
                    <a:lnTo>
                      <a:pt x="735" y="853"/>
                    </a:lnTo>
                    <a:lnTo>
                      <a:pt x="734" y="851"/>
                    </a:lnTo>
                    <a:lnTo>
                      <a:pt x="734" y="849"/>
                    </a:lnTo>
                    <a:lnTo>
                      <a:pt x="730" y="849"/>
                    </a:lnTo>
                    <a:lnTo>
                      <a:pt x="728" y="848"/>
                    </a:lnTo>
                    <a:lnTo>
                      <a:pt x="727" y="846"/>
                    </a:lnTo>
                    <a:lnTo>
                      <a:pt x="725" y="844"/>
                    </a:lnTo>
                    <a:lnTo>
                      <a:pt x="723" y="843"/>
                    </a:lnTo>
                    <a:lnTo>
                      <a:pt x="717" y="838"/>
                    </a:lnTo>
                    <a:lnTo>
                      <a:pt x="717" y="836"/>
                    </a:lnTo>
                    <a:lnTo>
                      <a:pt x="715" y="834"/>
                    </a:lnTo>
                    <a:lnTo>
                      <a:pt x="715" y="834"/>
                    </a:lnTo>
                    <a:lnTo>
                      <a:pt x="713" y="834"/>
                    </a:lnTo>
                    <a:lnTo>
                      <a:pt x="713" y="833"/>
                    </a:lnTo>
                    <a:lnTo>
                      <a:pt x="711" y="831"/>
                    </a:lnTo>
                    <a:lnTo>
                      <a:pt x="711" y="829"/>
                    </a:lnTo>
                    <a:lnTo>
                      <a:pt x="711" y="829"/>
                    </a:lnTo>
                    <a:lnTo>
                      <a:pt x="711" y="827"/>
                    </a:lnTo>
                    <a:lnTo>
                      <a:pt x="711" y="827"/>
                    </a:lnTo>
                    <a:lnTo>
                      <a:pt x="711" y="827"/>
                    </a:lnTo>
                    <a:lnTo>
                      <a:pt x="713" y="817"/>
                    </a:lnTo>
                    <a:lnTo>
                      <a:pt x="717" y="812"/>
                    </a:lnTo>
                    <a:lnTo>
                      <a:pt x="717" y="809"/>
                    </a:lnTo>
                    <a:lnTo>
                      <a:pt x="717" y="805"/>
                    </a:lnTo>
                    <a:lnTo>
                      <a:pt x="718" y="800"/>
                    </a:lnTo>
                    <a:lnTo>
                      <a:pt x="715" y="800"/>
                    </a:lnTo>
                    <a:lnTo>
                      <a:pt x="713" y="800"/>
                    </a:lnTo>
                    <a:lnTo>
                      <a:pt x="711" y="800"/>
                    </a:lnTo>
                    <a:lnTo>
                      <a:pt x="711" y="800"/>
                    </a:lnTo>
                    <a:lnTo>
                      <a:pt x="710" y="800"/>
                    </a:lnTo>
                    <a:lnTo>
                      <a:pt x="708" y="799"/>
                    </a:lnTo>
                    <a:lnTo>
                      <a:pt x="706" y="800"/>
                    </a:lnTo>
                    <a:lnTo>
                      <a:pt x="706" y="799"/>
                    </a:lnTo>
                    <a:lnTo>
                      <a:pt x="705" y="792"/>
                    </a:lnTo>
                    <a:lnTo>
                      <a:pt x="705" y="790"/>
                    </a:lnTo>
                    <a:lnTo>
                      <a:pt x="705" y="788"/>
                    </a:lnTo>
                    <a:lnTo>
                      <a:pt x="703" y="787"/>
                    </a:lnTo>
                    <a:lnTo>
                      <a:pt x="703" y="787"/>
                    </a:lnTo>
                    <a:lnTo>
                      <a:pt x="700" y="787"/>
                    </a:lnTo>
                    <a:lnTo>
                      <a:pt x="698" y="787"/>
                    </a:lnTo>
                    <a:lnTo>
                      <a:pt x="696" y="785"/>
                    </a:lnTo>
                    <a:lnTo>
                      <a:pt x="691" y="778"/>
                    </a:lnTo>
                    <a:lnTo>
                      <a:pt x="689" y="776"/>
                    </a:lnTo>
                    <a:lnTo>
                      <a:pt x="689" y="773"/>
                    </a:lnTo>
                    <a:lnTo>
                      <a:pt x="689" y="773"/>
                    </a:lnTo>
                    <a:lnTo>
                      <a:pt x="689" y="771"/>
                    </a:lnTo>
                    <a:lnTo>
                      <a:pt x="689" y="770"/>
                    </a:lnTo>
                    <a:lnTo>
                      <a:pt x="688" y="770"/>
                    </a:lnTo>
                    <a:lnTo>
                      <a:pt x="689" y="768"/>
                    </a:lnTo>
                    <a:lnTo>
                      <a:pt x="689" y="766"/>
                    </a:lnTo>
                    <a:lnTo>
                      <a:pt x="689" y="763"/>
                    </a:lnTo>
                    <a:lnTo>
                      <a:pt x="694" y="756"/>
                    </a:lnTo>
                    <a:lnTo>
                      <a:pt x="696" y="749"/>
                    </a:lnTo>
                    <a:lnTo>
                      <a:pt x="696" y="748"/>
                    </a:lnTo>
                    <a:lnTo>
                      <a:pt x="696" y="748"/>
                    </a:lnTo>
                    <a:lnTo>
                      <a:pt x="698" y="744"/>
                    </a:lnTo>
                    <a:lnTo>
                      <a:pt x="698" y="744"/>
                    </a:lnTo>
                    <a:lnTo>
                      <a:pt x="698" y="743"/>
                    </a:lnTo>
                    <a:lnTo>
                      <a:pt x="696" y="741"/>
                    </a:lnTo>
                    <a:lnTo>
                      <a:pt x="696" y="741"/>
                    </a:lnTo>
                    <a:lnTo>
                      <a:pt x="696" y="739"/>
                    </a:lnTo>
                    <a:lnTo>
                      <a:pt x="696" y="739"/>
                    </a:lnTo>
                    <a:lnTo>
                      <a:pt x="696" y="739"/>
                    </a:lnTo>
                    <a:lnTo>
                      <a:pt x="696" y="737"/>
                    </a:lnTo>
                    <a:lnTo>
                      <a:pt x="696" y="737"/>
                    </a:lnTo>
                    <a:lnTo>
                      <a:pt x="696" y="736"/>
                    </a:lnTo>
                    <a:lnTo>
                      <a:pt x="698" y="736"/>
                    </a:lnTo>
                    <a:lnTo>
                      <a:pt x="696" y="731"/>
                    </a:lnTo>
                    <a:lnTo>
                      <a:pt x="698" y="729"/>
                    </a:lnTo>
                    <a:lnTo>
                      <a:pt x="698" y="727"/>
                    </a:lnTo>
                    <a:lnTo>
                      <a:pt x="701" y="726"/>
                    </a:lnTo>
                    <a:lnTo>
                      <a:pt x="701" y="724"/>
                    </a:lnTo>
                    <a:lnTo>
                      <a:pt x="701" y="722"/>
                    </a:lnTo>
                    <a:lnTo>
                      <a:pt x="700" y="720"/>
                    </a:lnTo>
                    <a:lnTo>
                      <a:pt x="698" y="719"/>
                    </a:lnTo>
                    <a:lnTo>
                      <a:pt x="694" y="715"/>
                    </a:lnTo>
                    <a:lnTo>
                      <a:pt x="694" y="714"/>
                    </a:lnTo>
                    <a:lnTo>
                      <a:pt x="694" y="714"/>
                    </a:lnTo>
                    <a:lnTo>
                      <a:pt x="694" y="709"/>
                    </a:lnTo>
                    <a:lnTo>
                      <a:pt x="694" y="703"/>
                    </a:lnTo>
                    <a:lnTo>
                      <a:pt x="694" y="703"/>
                    </a:lnTo>
                    <a:lnTo>
                      <a:pt x="693" y="703"/>
                    </a:lnTo>
                    <a:lnTo>
                      <a:pt x="691" y="702"/>
                    </a:lnTo>
                    <a:lnTo>
                      <a:pt x="691" y="700"/>
                    </a:lnTo>
                    <a:lnTo>
                      <a:pt x="688" y="695"/>
                    </a:lnTo>
                    <a:lnTo>
                      <a:pt x="686" y="690"/>
                    </a:lnTo>
                    <a:lnTo>
                      <a:pt x="684" y="690"/>
                    </a:lnTo>
                    <a:lnTo>
                      <a:pt x="684" y="686"/>
                    </a:lnTo>
                    <a:lnTo>
                      <a:pt x="684" y="685"/>
                    </a:lnTo>
                    <a:lnTo>
                      <a:pt x="684" y="683"/>
                    </a:lnTo>
                    <a:lnTo>
                      <a:pt x="681" y="676"/>
                    </a:lnTo>
                    <a:lnTo>
                      <a:pt x="679" y="676"/>
                    </a:lnTo>
                    <a:lnTo>
                      <a:pt x="679" y="676"/>
                    </a:lnTo>
                    <a:lnTo>
                      <a:pt x="677" y="675"/>
                    </a:lnTo>
                    <a:lnTo>
                      <a:pt x="677" y="673"/>
                    </a:lnTo>
                    <a:lnTo>
                      <a:pt x="679" y="671"/>
                    </a:lnTo>
                    <a:lnTo>
                      <a:pt x="679" y="669"/>
                    </a:lnTo>
                    <a:lnTo>
                      <a:pt x="681" y="668"/>
                    </a:lnTo>
                    <a:lnTo>
                      <a:pt x="681" y="666"/>
                    </a:lnTo>
                    <a:lnTo>
                      <a:pt x="681" y="666"/>
                    </a:lnTo>
                    <a:lnTo>
                      <a:pt x="683" y="664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4" y="661"/>
                    </a:lnTo>
                    <a:lnTo>
                      <a:pt x="684" y="661"/>
                    </a:lnTo>
                    <a:lnTo>
                      <a:pt x="684" y="661"/>
                    </a:lnTo>
                    <a:lnTo>
                      <a:pt x="684" y="659"/>
                    </a:lnTo>
                    <a:lnTo>
                      <a:pt x="684" y="659"/>
                    </a:lnTo>
                    <a:lnTo>
                      <a:pt x="683" y="658"/>
                    </a:lnTo>
                    <a:lnTo>
                      <a:pt x="681" y="658"/>
                    </a:lnTo>
                    <a:lnTo>
                      <a:pt x="681" y="658"/>
                    </a:lnTo>
                    <a:lnTo>
                      <a:pt x="681" y="659"/>
                    </a:lnTo>
                    <a:lnTo>
                      <a:pt x="679" y="659"/>
                    </a:lnTo>
                    <a:lnTo>
                      <a:pt x="677" y="661"/>
                    </a:lnTo>
                    <a:lnTo>
                      <a:pt x="677" y="661"/>
                    </a:lnTo>
                    <a:lnTo>
                      <a:pt x="676" y="661"/>
                    </a:lnTo>
                    <a:lnTo>
                      <a:pt x="674" y="659"/>
                    </a:lnTo>
                    <a:lnTo>
                      <a:pt x="674" y="661"/>
                    </a:lnTo>
                    <a:lnTo>
                      <a:pt x="671" y="663"/>
                    </a:lnTo>
                    <a:lnTo>
                      <a:pt x="671" y="663"/>
                    </a:lnTo>
                    <a:lnTo>
                      <a:pt x="671" y="663"/>
                    </a:lnTo>
                    <a:lnTo>
                      <a:pt x="669" y="664"/>
                    </a:lnTo>
                    <a:lnTo>
                      <a:pt x="671" y="666"/>
                    </a:lnTo>
                    <a:lnTo>
                      <a:pt x="671" y="668"/>
                    </a:lnTo>
                    <a:lnTo>
                      <a:pt x="671" y="668"/>
                    </a:lnTo>
                    <a:lnTo>
                      <a:pt x="669" y="669"/>
                    </a:lnTo>
                    <a:lnTo>
                      <a:pt x="669" y="668"/>
                    </a:lnTo>
                    <a:lnTo>
                      <a:pt x="669" y="668"/>
                    </a:lnTo>
                    <a:lnTo>
                      <a:pt x="669" y="666"/>
                    </a:lnTo>
                    <a:lnTo>
                      <a:pt x="669" y="666"/>
                    </a:lnTo>
                    <a:lnTo>
                      <a:pt x="667" y="664"/>
                    </a:lnTo>
                    <a:lnTo>
                      <a:pt x="666" y="664"/>
                    </a:lnTo>
                    <a:lnTo>
                      <a:pt x="666" y="663"/>
                    </a:lnTo>
                    <a:lnTo>
                      <a:pt x="666" y="661"/>
                    </a:lnTo>
                    <a:lnTo>
                      <a:pt x="667" y="661"/>
                    </a:lnTo>
                    <a:lnTo>
                      <a:pt x="667" y="661"/>
                    </a:lnTo>
                    <a:lnTo>
                      <a:pt x="669" y="661"/>
                    </a:lnTo>
                    <a:lnTo>
                      <a:pt x="669" y="659"/>
                    </a:lnTo>
                    <a:lnTo>
                      <a:pt x="669" y="659"/>
                    </a:lnTo>
                    <a:lnTo>
                      <a:pt x="667" y="658"/>
                    </a:lnTo>
                    <a:lnTo>
                      <a:pt x="666" y="656"/>
                    </a:lnTo>
                    <a:lnTo>
                      <a:pt x="664" y="653"/>
                    </a:lnTo>
                    <a:lnTo>
                      <a:pt x="664" y="651"/>
                    </a:lnTo>
                    <a:lnTo>
                      <a:pt x="662" y="651"/>
                    </a:lnTo>
                    <a:lnTo>
                      <a:pt x="661" y="651"/>
                    </a:lnTo>
                    <a:lnTo>
                      <a:pt x="661" y="649"/>
                    </a:lnTo>
                    <a:lnTo>
                      <a:pt x="661" y="647"/>
                    </a:lnTo>
                    <a:lnTo>
                      <a:pt x="661" y="647"/>
                    </a:lnTo>
                    <a:lnTo>
                      <a:pt x="659" y="646"/>
                    </a:lnTo>
                    <a:lnTo>
                      <a:pt x="657" y="646"/>
                    </a:lnTo>
                    <a:lnTo>
                      <a:pt x="655" y="644"/>
                    </a:lnTo>
                    <a:lnTo>
                      <a:pt x="652" y="641"/>
                    </a:lnTo>
                    <a:lnTo>
                      <a:pt x="650" y="641"/>
                    </a:lnTo>
                    <a:lnTo>
                      <a:pt x="650" y="639"/>
                    </a:lnTo>
                    <a:lnTo>
                      <a:pt x="650" y="637"/>
                    </a:lnTo>
                    <a:lnTo>
                      <a:pt x="649" y="637"/>
                    </a:lnTo>
                    <a:lnTo>
                      <a:pt x="647" y="636"/>
                    </a:lnTo>
                    <a:lnTo>
                      <a:pt x="647" y="632"/>
                    </a:lnTo>
                    <a:lnTo>
                      <a:pt x="644" y="629"/>
                    </a:lnTo>
                    <a:lnTo>
                      <a:pt x="644" y="629"/>
                    </a:lnTo>
                    <a:lnTo>
                      <a:pt x="644" y="627"/>
                    </a:lnTo>
                    <a:lnTo>
                      <a:pt x="642" y="625"/>
                    </a:lnTo>
                    <a:lnTo>
                      <a:pt x="640" y="624"/>
                    </a:lnTo>
                    <a:lnTo>
                      <a:pt x="638" y="624"/>
                    </a:lnTo>
                    <a:lnTo>
                      <a:pt x="638" y="624"/>
                    </a:lnTo>
                    <a:lnTo>
                      <a:pt x="637" y="624"/>
                    </a:lnTo>
                    <a:lnTo>
                      <a:pt x="637" y="622"/>
                    </a:lnTo>
                    <a:lnTo>
                      <a:pt x="637" y="622"/>
                    </a:lnTo>
                    <a:lnTo>
                      <a:pt x="638" y="619"/>
                    </a:lnTo>
                    <a:lnTo>
                      <a:pt x="638" y="612"/>
                    </a:lnTo>
                    <a:lnTo>
                      <a:pt x="638" y="610"/>
                    </a:lnTo>
                    <a:lnTo>
                      <a:pt x="642" y="607"/>
                    </a:lnTo>
                    <a:lnTo>
                      <a:pt x="642" y="605"/>
                    </a:lnTo>
                    <a:lnTo>
                      <a:pt x="642" y="605"/>
                    </a:lnTo>
                    <a:lnTo>
                      <a:pt x="642" y="602"/>
                    </a:lnTo>
                    <a:lnTo>
                      <a:pt x="642" y="602"/>
                    </a:lnTo>
                    <a:lnTo>
                      <a:pt x="640" y="600"/>
                    </a:lnTo>
                    <a:lnTo>
                      <a:pt x="640" y="600"/>
                    </a:lnTo>
                    <a:lnTo>
                      <a:pt x="640" y="598"/>
                    </a:lnTo>
                    <a:lnTo>
                      <a:pt x="642" y="591"/>
                    </a:lnTo>
                    <a:lnTo>
                      <a:pt x="642" y="588"/>
                    </a:lnTo>
                    <a:lnTo>
                      <a:pt x="640" y="586"/>
                    </a:lnTo>
                    <a:lnTo>
                      <a:pt x="638" y="583"/>
                    </a:lnTo>
                    <a:lnTo>
                      <a:pt x="635" y="578"/>
                    </a:lnTo>
                    <a:lnTo>
                      <a:pt x="633" y="576"/>
                    </a:lnTo>
                    <a:lnTo>
                      <a:pt x="633" y="574"/>
                    </a:lnTo>
                    <a:lnTo>
                      <a:pt x="632" y="573"/>
                    </a:lnTo>
                    <a:lnTo>
                      <a:pt x="633" y="573"/>
                    </a:lnTo>
                    <a:lnTo>
                      <a:pt x="633" y="571"/>
                    </a:lnTo>
                    <a:lnTo>
                      <a:pt x="635" y="569"/>
                    </a:lnTo>
                    <a:lnTo>
                      <a:pt x="635" y="569"/>
                    </a:lnTo>
                    <a:lnTo>
                      <a:pt x="633" y="568"/>
                    </a:lnTo>
                    <a:lnTo>
                      <a:pt x="633" y="568"/>
                    </a:lnTo>
                    <a:lnTo>
                      <a:pt x="633" y="568"/>
                    </a:lnTo>
                    <a:lnTo>
                      <a:pt x="633" y="566"/>
                    </a:lnTo>
                    <a:lnTo>
                      <a:pt x="633" y="563"/>
                    </a:lnTo>
                    <a:lnTo>
                      <a:pt x="633" y="561"/>
                    </a:lnTo>
                    <a:lnTo>
                      <a:pt x="633" y="559"/>
                    </a:lnTo>
                    <a:lnTo>
                      <a:pt x="630" y="552"/>
                    </a:lnTo>
                    <a:lnTo>
                      <a:pt x="628" y="552"/>
                    </a:lnTo>
                    <a:lnTo>
                      <a:pt x="628" y="551"/>
                    </a:lnTo>
                    <a:lnTo>
                      <a:pt x="630" y="549"/>
                    </a:lnTo>
                    <a:lnTo>
                      <a:pt x="630" y="549"/>
                    </a:lnTo>
                    <a:lnTo>
                      <a:pt x="630" y="547"/>
                    </a:lnTo>
                    <a:lnTo>
                      <a:pt x="630" y="546"/>
                    </a:lnTo>
                    <a:lnTo>
                      <a:pt x="628" y="546"/>
                    </a:lnTo>
                    <a:lnTo>
                      <a:pt x="625" y="544"/>
                    </a:lnTo>
                    <a:lnTo>
                      <a:pt x="625" y="544"/>
                    </a:lnTo>
                    <a:lnTo>
                      <a:pt x="625" y="542"/>
                    </a:lnTo>
                    <a:lnTo>
                      <a:pt x="625" y="542"/>
                    </a:lnTo>
                    <a:lnTo>
                      <a:pt x="625" y="540"/>
                    </a:lnTo>
                    <a:lnTo>
                      <a:pt x="625" y="540"/>
                    </a:lnTo>
                    <a:lnTo>
                      <a:pt x="627" y="540"/>
                    </a:lnTo>
                    <a:lnTo>
                      <a:pt x="627" y="539"/>
                    </a:lnTo>
                    <a:lnTo>
                      <a:pt x="625" y="535"/>
                    </a:lnTo>
                    <a:lnTo>
                      <a:pt x="625" y="535"/>
                    </a:lnTo>
                    <a:lnTo>
                      <a:pt x="623" y="535"/>
                    </a:lnTo>
                    <a:lnTo>
                      <a:pt x="623" y="534"/>
                    </a:lnTo>
                    <a:lnTo>
                      <a:pt x="623" y="532"/>
                    </a:lnTo>
                    <a:lnTo>
                      <a:pt x="625" y="530"/>
                    </a:lnTo>
                    <a:lnTo>
                      <a:pt x="625" y="530"/>
                    </a:lnTo>
                    <a:lnTo>
                      <a:pt x="627" y="530"/>
                    </a:lnTo>
                    <a:lnTo>
                      <a:pt x="627" y="530"/>
                    </a:lnTo>
                    <a:lnTo>
                      <a:pt x="627" y="529"/>
                    </a:lnTo>
                    <a:lnTo>
                      <a:pt x="627" y="527"/>
                    </a:lnTo>
                    <a:lnTo>
                      <a:pt x="627" y="527"/>
                    </a:lnTo>
                    <a:lnTo>
                      <a:pt x="628" y="525"/>
                    </a:lnTo>
                    <a:lnTo>
                      <a:pt x="627" y="525"/>
                    </a:lnTo>
                    <a:lnTo>
                      <a:pt x="627" y="523"/>
                    </a:lnTo>
                    <a:lnTo>
                      <a:pt x="628" y="522"/>
                    </a:lnTo>
                    <a:lnTo>
                      <a:pt x="632" y="520"/>
                    </a:lnTo>
                    <a:lnTo>
                      <a:pt x="632" y="518"/>
                    </a:lnTo>
                    <a:lnTo>
                      <a:pt x="632" y="517"/>
                    </a:lnTo>
                    <a:lnTo>
                      <a:pt x="630" y="517"/>
                    </a:lnTo>
                    <a:lnTo>
                      <a:pt x="630" y="518"/>
                    </a:lnTo>
                    <a:lnTo>
                      <a:pt x="628" y="518"/>
                    </a:lnTo>
                    <a:lnTo>
                      <a:pt x="627" y="520"/>
                    </a:lnTo>
                    <a:lnTo>
                      <a:pt x="627" y="520"/>
                    </a:lnTo>
                    <a:lnTo>
                      <a:pt x="625" y="518"/>
                    </a:lnTo>
                    <a:lnTo>
                      <a:pt x="625" y="518"/>
                    </a:lnTo>
                    <a:lnTo>
                      <a:pt x="623" y="515"/>
                    </a:lnTo>
                    <a:lnTo>
                      <a:pt x="623" y="513"/>
                    </a:lnTo>
                    <a:lnTo>
                      <a:pt x="623" y="512"/>
                    </a:lnTo>
                    <a:lnTo>
                      <a:pt x="623" y="505"/>
                    </a:lnTo>
                    <a:lnTo>
                      <a:pt x="625" y="503"/>
                    </a:lnTo>
                    <a:lnTo>
                      <a:pt x="630" y="495"/>
                    </a:lnTo>
                    <a:lnTo>
                      <a:pt x="632" y="493"/>
                    </a:lnTo>
                    <a:lnTo>
                      <a:pt x="628" y="493"/>
                    </a:lnTo>
                    <a:lnTo>
                      <a:pt x="627" y="493"/>
                    </a:lnTo>
                    <a:lnTo>
                      <a:pt x="627" y="493"/>
                    </a:lnTo>
                    <a:lnTo>
                      <a:pt x="621" y="486"/>
                    </a:lnTo>
                    <a:lnTo>
                      <a:pt x="620" y="484"/>
                    </a:lnTo>
                    <a:lnTo>
                      <a:pt x="621" y="483"/>
                    </a:lnTo>
                    <a:lnTo>
                      <a:pt x="620" y="483"/>
                    </a:lnTo>
                    <a:lnTo>
                      <a:pt x="618" y="483"/>
                    </a:lnTo>
                    <a:lnTo>
                      <a:pt x="616" y="483"/>
                    </a:lnTo>
                    <a:lnTo>
                      <a:pt x="615" y="483"/>
                    </a:lnTo>
                    <a:lnTo>
                      <a:pt x="613" y="483"/>
                    </a:lnTo>
                    <a:lnTo>
                      <a:pt x="613" y="483"/>
                    </a:lnTo>
                    <a:lnTo>
                      <a:pt x="611" y="481"/>
                    </a:lnTo>
                    <a:lnTo>
                      <a:pt x="608" y="479"/>
                    </a:lnTo>
                    <a:lnTo>
                      <a:pt x="606" y="479"/>
                    </a:lnTo>
                    <a:lnTo>
                      <a:pt x="604" y="481"/>
                    </a:lnTo>
                    <a:lnTo>
                      <a:pt x="603" y="479"/>
                    </a:lnTo>
                    <a:lnTo>
                      <a:pt x="598" y="476"/>
                    </a:lnTo>
                    <a:lnTo>
                      <a:pt x="598" y="474"/>
                    </a:lnTo>
                    <a:lnTo>
                      <a:pt x="598" y="474"/>
                    </a:lnTo>
                    <a:lnTo>
                      <a:pt x="596" y="469"/>
                    </a:lnTo>
                    <a:lnTo>
                      <a:pt x="596" y="469"/>
                    </a:lnTo>
                    <a:lnTo>
                      <a:pt x="596" y="467"/>
                    </a:lnTo>
                    <a:lnTo>
                      <a:pt x="594" y="467"/>
                    </a:lnTo>
                    <a:lnTo>
                      <a:pt x="594" y="466"/>
                    </a:lnTo>
                    <a:lnTo>
                      <a:pt x="594" y="466"/>
                    </a:lnTo>
                    <a:lnTo>
                      <a:pt x="594" y="464"/>
                    </a:lnTo>
                    <a:lnTo>
                      <a:pt x="594" y="464"/>
                    </a:lnTo>
                    <a:lnTo>
                      <a:pt x="593" y="464"/>
                    </a:lnTo>
                    <a:lnTo>
                      <a:pt x="587" y="464"/>
                    </a:lnTo>
                    <a:lnTo>
                      <a:pt x="584" y="462"/>
                    </a:lnTo>
                    <a:lnTo>
                      <a:pt x="584" y="461"/>
                    </a:lnTo>
                    <a:lnTo>
                      <a:pt x="582" y="461"/>
                    </a:lnTo>
                    <a:lnTo>
                      <a:pt x="581" y="459"/>
                    </a:lnTo>
                    <a:lnTo>
                      <a:pt x="579" y="459"/>
                    </a:lnTo>
                    <a:lnTo>
                      <a:pt x="576" y="459"/>
                    </a:lnTo>
                    <a:lnTo>
                      <a:pt x="574" y="459"/>
                    </a:lnTo>
                    <a:lnTo>
                      <a:pt x="574" y="459"/>
                    </a:lnTo>
                    <a:lnTo>
                      <a:pt x="572" y="456"/>
                    </a:lnTo>
                    <a:lnTo>
                      <a:pt x="572" y="456"/>
                    </a:lnTo>
                    <a:lnTo>
                      <a:pt x="571" y="454"/>
                    </a:lnTo>
                    <a:lnTo>
                      <a:pt x="569" y="452"/>
                    </a:lnTo>
                    <a:lnTo>
                      <a:pt x="569" y="452"/>
                    </a:lnTo>
                    <a:lnTo>
                      <a:pt x="569" y="447"/>
                    </a:lnTo>
                    <a:lnTo>
                      <a:pt x="569" y="445"/>
                    </a:lnTo>
                    <a:lnTo>
                      <a:pt x="571" y="445"/>
                    </a:lnTo>
                    <a:lnTo>
                      <a:pt x="571" y="444"/>
                    </a:lnTo>
                    <a:lnTo>
                      <a:pt x="571" y="442"/>
                    </a:lnTo>
                    <a:lnTo>
                      <a:pt x="571" y="440"/>
                    </a:lnTo>
                    <a:lnTo>
                      <a:pt x="569" y="442"/>
                    </a:lnTo>
                    <a:lnTo>
                      <a:pt x="567" y="442"/>
                    </a:lnTo>
                    <a:lnTo>
                      <a:pt x="565" y="442"/>
                    </a:lnTo>
                    <a:lnTo>
                      <a:pt x="565" y="440"/>
                    </a:lnTo>
                    <a:lnTo>
                      <a:pt x="565" y="437"/>
                    </a:lnTo>
                    <a:lnTo>
                      <a:pt x="565" y="435"/>
                    </a:lnTo>
                    <a:lnTo>
                      <a:pt x="567" y="433"/>
                    </a:lnTo>
                    <a:lnTo>
                      <a:pt x="562" y="428"/>
                    </a:lnTo>
                    <a:lnTo>
                      <a:pt x="562" y="428"/>
                    </a:lnTo>
                    <a:lnTo>
                      <a:pt x="562" y="428"/>
                    </a:lnTo>
                    <a:lnTo>
                      <a:pt x="560" y="427"/>
                    </a:lnTo>
                    <a:lnTo>
                      <a:pt x="560" y="427"/>
                    </a:lnTo>
                    <a:lnTo>
                      <a:pt x="559" y="425"/>
                    </a:lnTo>
                    <a:lnTo>
                      <a:pt x="559" y="425"/>
                    </a:lnTo>
                    <a:lnTo>
                      <a:pt x="557" y="425"/>
                    </a:lnTo>
                    <a:lnTo>
                      <a:pt x="557" y="425"/>
                    </a:lnTo>
                    <a:lnTo>
                      <a:pt x="557" y="427"/>
                    </a:lnTo>
                    <a:lnTo>
                      <a:pt x="557" y="427"/>
                    </a:lnTo>
                    <a:lnTo>
                      <a:pt x="557" y="427"/>
                    </a:lnTo>
                    <a:lnTo>
                      <a:pt x="557" y="428"/>
                    </a:lnTo>
                    <a:lnTo>
                      <a:pt x="555" y="432"/>
                    </a:lnTo>
                    <a:lnTo>
                      <a:pt x="554" y="433"/>
                    </a:lnTo>
                    <a:lnTo>
                      <a:pt x="542" y="439"/>
                    </a:lnTo>
                    <a:lnTo>
                      <a:pt x="542" y="437"/>
                    </a:lnTo>
                    <a:lnTo>
                      <a:pt x="540" y="437"/>
                    </a:lnTo>
                    <a:lnTo>
                      <a:pt x="538" y="437"/>
                    </a:lnTo>
                    <a:lnTo>
                      <a:pt x="538" y="437"/>
                    </a:lnTo>
                    <a:lnTo>
                      <a:pt x="538" y="437"/>
                    </a:lnTo>
                    <a:lnTo>
                      <a:pt x="537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5"/>
                    </a:lnTo>
                    <a:lnTo>
                      <a:pt x="535" y="433"/>
                    </a:lnTo>
                    <a:lnTo>
                      <a:pt x="533" y="433"/>
                    </a:lnTo>
                    <a:lnTo>
                      <a:pt x="533" y="433"/>
                    </a:lnTo>
                    <a:lnTo>
                      <a:pt x="531" y="433"/>
                    </a:lnTo>
                    <a:lnTo>
                      <a:pt x="531" y="435"/>
                    </a:lnTo>
                    <a:lnTo>
                      <a:pt x="531" y="439"/>
                    </a:lnTo>
                    <a:lnTo>
                      <a:pt x="531" y="440"/>
                    </a:lnTo>
                    <a:lnTo>
                      <a:pt x="531" y="442"/>
                    </a:lnTo>
                    <a:lnTo>
                      <a:pt x="530" y="444"/>
                    </a:lnTo>
                    <a:lnTo>
                      <a:pt x="528" y="445"/>
                    </a:lnTo>
                    <a:lnTo>
                      <a:pt x="526" y="445"/>
                    </a:lnTo>
                    <a:lnTo>
                      <a:pt x="526" y="445"/>
                    </a:lnTo>
                    <a:lnTo>
                      <a:pt x="521" y="450"/>
                    </a:lnTo>
                    <a:lnTo>
                      <a:pt x="518" y="452"/>
                    </a:lnTo>
                    <a:lnTo>
                      <a:pt x="514" y="454"/>
                    </a:lnTo>
                    <a:lnTo>
                      <a:pt x="513" y="454"/>
                    </a:lnTo>
                    <a:lnTo>
                      <a:pt x="511" y="454"/>
                    </a:lnTo>
                    <a:lnTo>
                      <a:pt x="511" y="456"/>
                    </a:lnTo>
                    <a:lnTo>
                      <a:pt x="511" y="454"/>
                    </a:lnTo>
                    <a:lnTo>
                      <a:pt x="509" y="452"/>
                    </a:lnTo>
                    <a:lnTo>
                      <a:pt x="506" y="452"/>
                    </a:lnTo>
                    <a:lnTo>
                      <a:pt x="504" y="452"/>
                    </a:lnTo>
                    <a:lnTo>
                      <a:pt x="504" y="452"/>
                    </a:lnTo>
                    <a:lnTo>
                      <a:pt x="503" y="452"/>
                    </a:lnTo>
                    <a:lnTo>
                      <a:pt x="501" y="450"/>
                    </a:lnTo>
                    <a:lnTo>
                      <a:pt x="499" y="449"/>
                    </a:lnTo>
                    <a:lnTo>
                      <a:pt x="497" y="445"/>
                    </a:lnTo>
                    <a:lnTo>
                      <a:pt x="494" y="440"/>
                    </a:lnTo>
                    <a:lnTo>
                      <a:pt x="491" y="428"/>
                    </a:lnTo>
                    <a:lnTo>
                      <a:pt x="491" y="422"/>
                    </a:lnTo>
                    <a:lnTo>
                      <a:pt x="489" y="420"/>
                    </a:lnTo>
                    <a:lnTo>
                      <a:pt x="489" y="418"/>
                    </a:lnTo>
                    <a:lnTo>
                      <a:pt x="489" y="413"/>
                    </a:lnTo>
                    <a:lnTo>
                      <a:pt x="489" y="411"/>
                    </a:lnTo>
                    <a:lnTo>
                      <a:pt x="484" y="408"/>
                    </a:lnTo>
                    <a:lnTo>
                      <a:pt x="482" y="406"/>
                    </a:lnTo>
                    <a:lnTo>
                      <a:pt x="482" y="406"/>
                    </a:lnTo>
                    <a:lnTo>
                      <a:pt x="482" y="405"/>
                    </a:lnTo>
                    <a:lnTo>
                      <a:pt x="481" y="405"/>
                    </a:lnTo>
                    <a:lnTo>
                      <a:pt x="481" y="401"/>
                    </a:lnTo>
                    <a:lnTo>
                      <a:pt x="481" y="401"/>
                    </a:lnTo>
                    <a:lnTo>
                      <a:pt x="479" y="396"/>
                    </a:lnTo>
                    <a:lnTo>
                      <a:pt x="477" y="396"/>
                    </a:lnTo>
                    <a:lnTo>
                      <a:pt x="477" y="394"/>
                    </a:lnTo>
                    <a:lnTo>
                      <a:pt x="475" y="391"/>
                    </a:lnTo>
                    <a:lnTo>
                      <a:pt x="475" y="389"/>
                    </a:lnTo>
                    <a:lnTo>
                      <a:pt x="475" y="388"/>
                    </a:lnTo>
                    <a:lnTo>
                      <a:pt x="477" y="384"/>
                    </a:lnTo>
                    <a:lnTo>
                      <a:pt x="477" y="379"/>
                    </a:lnTo>
                    <a:lnTo>
                      <a:pt x="479" y="377"/>
                    </a:lnTo>
                    <a:lnTo>
                      <a:pt x="481" y="372"/>
                    </a:lnTo>
                    <a:lnTo>
                      <a:pt x="481" y="371"/>
                    </a:lnTo>
                    <a:lnTo>
                      <a:pt x="481" y="369"/>
                    </a:lnTo>
                    <a:lnTo>
                      <a:pt x="481" y="367"/>
                    </a:lnTo>
                    <a:lnTo>
                      <a:pt x="481" y="362"/>
                    </a:lnTo>
                    <a:lnTo>
                      <a:pt x="481" y="362"/>
                    </a:lnTo>
                    <a:lnTo>
                      <a:pt x="481" y="360"/>
                    </a:lnTo>
                    <a:lnTo>
                      <a:pt x="481" y="360"/>
                    </a:lnTo>
                    <a:lnTo>
                      <a:pt x="479" y="359"/>
                    </a:lnTo>
                    <a:lnTo>
                      <a:pt x="479" y="357"/>
                    </a:lnTo>
                    <a:lnTo>
                      <a:pt x="475" y="355"/>
                    </a:lnTo>
                    <a:lnTo>
                      <a:pt x="475" y="354"/>
                    </a:lnTo>
                    <a:lnTo>
                      <a:pt x="475" y="354"/>
                    </a:lnTo>
                    <a:lnTo>
                      <a:pt x="475" y="342"/>
                    </a:lnTo>
                    <a:lnTo>
                      <a:pt x="474" y="332"/>
                    </a:lnTo>
                    <a:lnTo>
                      <a:pt x="474" y="325"/>
                    </a:lnTo>
                    <a:lnTo>
                      <a:pt x="474" y="321"/>
                    </a:lnTo>
                    <a:lnTo>
                      <a:pt x="472" y="318"/>
                    </a:lnTo>
                    <a:lnTo>
                      <a:pt x="477" y="311"/>
                    </a:lnTo>
                    <a:lnTo>
                      <a:pt x="475" y="311"/>
                    </a:lnTo>
                    <a:lnTo>
                      <a:pt x="474" y="311"/>
                    </a:lnTo>
                    <a:lnTo>
                      <a:pt x="472" y="313"/>
                    </a:lnTo>
                    <a:lnTo>
                      <a:pt x="470" y="313"/>
                    </a:lnTo>
                    <a:lnTo>
                      <a:pt x="469" y="313"/>
                    </a:lnTo>
                    <a:lnTo>
                      <a:pt x="469" y="313"/>
                    </a:lnTo>
                    <a:lnTo>
                      <a:pt x="467" y="313"/>
                    </a:lnTo>
                    <a:lnTo>
                      <a:pt x="467" y="313"/>
                    </a:lnTo>
                    <a:lnTo>
                      <a:pt x="465" y="313"/>
                    </a:lnTo>
                    <a:lnTo>
                      <a:pt x="464" y="313"/>
                    </a:lnTo>
                    <a:lnTo>
                      <a:pt x="464" y="313"/>
                    </a:lnTo>
                    <a:lnTo>
                      <a:pt x="462" y="313"/>
                    </a:lnTo>
                    <a:lnTo>
                      <a:pt x="460" y="315"/>
                    </a:lnTo>
                    <a:lnTo>
                      <a:pt x="462" y="313"/>
                    </a:lnTo>
                    <a:lnTo>
                      <a:pt x="462" y="308"/>
                    </a:lnTo>
                    <a:lnTo>
                      <a:pt x="462" y="303"/>
                    </a:lnTo>
                    <a:lnTo>
                      <a:pt x="462" y="303"/>
                    </a:lnTo>
                    <a:lnTo>
                      <a:pt x="465" y="298"/>
                    </a:lnTo>
                    <a:lnTo>
                      <a:pt x="465" y="298"/>
                    </a:lnTo>
                    <a:lnTo>
                      <a:pt x="465" y="296"/>
                    </a:lnTo>
                    <a:lnTo>
                      <a:pt x="465" y="294"/>
                    </a:lnTo>
                    <a:lnTo>
                      <a:pt x="467" y="293"/>
                    </a:lnTo>
                    <a:lnTo>
                      <a:pt x="467" y="291"/>
                    </a:lnTo>
                    <a:lnTo>
                      <a:pt x="465" y="289"/>
                    </a:lnTo>
                    <a:lnTo>
                      <a:pt x="464" y="289"/>
                    </a:lnTo>
                    <a:lnTo>
                      <a:pt x="462" y="287"/>
                    </a:lnTo>
                    <a:lnTo>
                      <a:pt x="462" y="287"/>
                    </a:lnTo>
                    <a:lnTo>
                      <a:pt x="458" y="287"/>
                    </a:lnTo>
                    <a:lnTo>
                      <a:pt x="457" y="286"/>
                    </a:lnTo>
                    <a:lnTo>
                      <a:pt x="455" y="286"/>
                    </a:lnTo>
                    <a:lnTo>
                      <a:pt x="455" y="284"/>
                    </a:lnTo>
                    <a:lnTo>
                      <a:pt x="453" y="282"/>
                    </a:lnTo>
                    <a:lnTo>
                      <a:pt x="453" y="276"/>
                    </a:lnTo>
                    <a:lnTo>
                      <a:pt x="453" y="276"/>
                    </a:lnTo>
                    <a:lnTo>
                      <a:pt x="452" y="274"/>
                    </a:lnTo>
                    <a:lnTo>
                      <a:pt x="452" y="272"/>
                    </a:lnTo>
                    <a:lnTo>
                      <a:pt x="452" y="272"/>
                    </a:lnTo>
                    <a:lnTo>
                      <a:pt x="448" y="270"/>
                    </a:lnTo>
                    <a:lnTo>
                      <a:pt x="448" y="269"/>
                    </a:lnTo>
                    <a:lnTo>
                      <a:pt x="447" y="269"/>
                    </a:lnTo>
                    <a:lnTo>
                      <a:pt x="445" y="269"/>
                    </a:lnTo>
                    <a:lnTo>
                      <a:pt x="441" y="269"/>
                    </a:lnTo>
                    <a:lnTo>
                      <a:pt x="438" y="269"/>
                    </a:lnTo>
                    <a:lnTo>
                      <a:pt x="436" y="267"/>
                    </a:lnTo>
                    <a:lnTo>
                      <a:pt x="436" y="267"/>
                    </a:lnTo>
                    <a:lnTo>
                      <a:pt x="436" y="264"/>
                    </a:lnTo>
                    <a:lnTo>
                      <a:pt x="436" y="262"/>
                    </a:lnTo>
                    <a:lnTo>
                      <a:pt x="438" y="260"/>
                    </a:lnTo>
                    <a:lnTo>
                      <a:pt x="438" y="260"/>
                    </a:lnTo>
                    <a:lnTo>
                      <a:pt x="436" y="260"/>
                    </a:lnTo>
                    <a:lnTo>
                      <a:pt x="436" y="259"/>
                    </a:lnTo>
                    <a:lnTo>
                      <a:pt x="436" y="259"/>
                    </a:lnTo>
                    <a:lnTo>
                      <a:pt x="438" y="259"/>
                    </a:lnTo>
                    <a:lnTo>
                      <a:pt x="438" y="257"/>
                    </a:lnTo>
                    <a:lnTo>
                      <a:pt x="438" y="255"/>
                    </a:lnTo>
                    <a:lnTo>
                      <a:pt x="436" y="253"/>
                    </a:lnTo>
                    <a:lnTo>
                      <a:pt x="436" y="253"/>
                    </a:lnTo>
                    <a:lnTo>
                      <a:pt x="438" y="252"/>
                    </a:lnTo>
                    <a:lnTo>
                      <a:pt x="438" y="252"/>
                    </a:lnTo>
                    <a:lnTo>
                      <a:pt x="438" y="252"/>
                    </a:lnTo>
                    <a:lnTo>
                      <a:pt x="440" y="250"/>
                    </a:lnTo>
                    <a:lnTo>
                      <a:pt x="447" y="238"/>
                    </a:lnTo>
                    <a:lnTo>
                      <a:pt x="450" y="236"/>
                    </a:lnTo>
                    <a:lnTo>
                      <a:pt x="450" y="236"/>
                    </a:lnTo>
                    <a:lnTo>
                      <a:pt x="452" y="236"/>
                    </a:lnTo>
                    <a:lnTo>
                      <a:pt x="450" y="235"/>
                    </a:lnTo>
                    <a:lnTo>
                      <a:pt x="450" y="235"/>
                    </a:lnTo>
                    <a:lnTo>
                      <a:pt x="447" y="235"/>
                    </a:lnTo>
                    <a:lnTo>
                      <a:pt x="445" y="236"/>
                    </a:lnTo>
                    <a:lnTo>
                      <a:pt x="445" y="235"/>
                    </a:lnTo>
                    <a:lnTo>
                      <a:pt x="440" y="231"/>
                    </a:lnTo>
                    <a:lnTo>
                      <a:pt x="438" y="230"/>
                    </a:lnTo>
                    <a:lnTo>
                      <a:pt x="436" y="231"/>
                    </a:lnTo>
                    <a:lnTo>
                      <a:pt x="433" y="233"/>
                    </a:lnTo>
                    <a:lnTo>
                      <a:pt x="431" y="233"/>
                    </a:lnTo>
                    <a:lnTo>
                      <a:pt x="430" y="233"/>
                    </a:lnTo>
                    <a:lnTo>
                      <a:pt x="428" y="233"/>
                    </a:lnTo>
                    <a:lnTo>
                      <a:pt x="424" y="230"/>
                    </a:lnTo>
                    <a:lnTo>
                      <a:pt x="423" y="230"/>
                    </a:lnTo>
                    <a:lnTo>
                      <a:pt x="419" y="226"/>
                    </a:lnTo>
                    <a:lnTo>
                      <a:pt x="418" y="225"/>
                    </a:lnTo>
                    <a:lnTo>
                      <a:pt x="418" y="223"/>
                    </a:lnTo>
                    <a:lnTo>
                      <a:pt x="418" y="216"/>
                    </a:lnTo>
                    <a:lnTo>
                      <a:pt x="418" y="204"/>
                    </a:lnTo>
                    <a:lnTo>
                      <a:pt x="418" y="204"/>
                    </a:lnTo>
                    <a:lnTo>
                      <a:pt x="416" y="203"/>
                    </a:lnTo>
                    <a:lnTo>
                      <a:pt x="416" y="201"/>
                    </a:lnTo>
                    <a:lnTo>
                      <a:pt x="416" y="197"/>
                    </a:lnTo>
                    <a:lnTo>
                      <a:pt x="416" y="196"/>
                    </a:lnTo>
                    <a:lnTo>
                      <a:pt x="414" y="194"/>
                    </a:lnTo>
                    <a:lnTo>
                      <a:pt x="414" y="194"/>
                    </a:lnTo>
                    <a:lnTo>
                      <a:pt x="416" y="192"/>
                    </a:lnTo>
                    <a:lnTo>
                      <a:pt x="418" y="189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19" y="186"/>
                    </a:lnTo>
                    <a:lnTo>
                      <a:pt x="419" y="186"/>
                    </a:lnTo>
                    <a:lnTo>
                      <a:pt x="418" y="182"/>
                    </a:lnTo>
                    <a:lnTo>
                      <a:pt x="418" y="182"/>
                    </a:lnTo>
                    <a:lnTo>
                      <a:pt x="416" y="180"/>
                    </a:lnTo>
                    <a:lnTo>
                      <a:pt x="416" y="179"/>
                    </a:lnTo>
                    <a:lnTo>
                      <a:pt x="416" y="179"/>
                    </a:lnTo>
                    <a:lnTo>
                      <a:pt x="414" y="179"/>
                    </a:lnTo>
                    <a:lnTo>
                      <a:pt x="413" y="177"/>
                    </a:lnTo>
                    <a:lnTo>
                      <a:pt x="413" y="174"/>
                    </a:lnTo>
                    <a:lnTo>
                      <a:pt x="413" y="172"/>
                    </a:lnTo>
                    <a:lnTo>
                      <a:pt x="413" y="170"/>
                    </a:lnTo>
                    <a:lnTo>
                      <a:pt x="413" y="169"/>
                    </a:lnTo>
                    <a:lnTo>
                      <a:pt x="414" y="167"/>
                    </a:lnTo>
                    <a:lnTo>
                      <a:pt x="413" y="167"/>
                    </a:lnTo>
                    <a:lnTo>
                      <a:pt x="413" y="165"/>
                    </a:lnTo>
                    <a:lnTo>
                      <a:pt x="413" y="162"/>
                    </a:lnTo>
                    <a:lnTo>
                      <a:pt x="411" y="160"/>
                    </a:lnTo>
                    <a:lnTo>
                      <a:pt x="411" y="157"/>
                    </a:lnTo>
                    <a:lnTo>
                      <a:pt x="409" y="157"/>
                    </a:lnTo>
                    <a:lnTo>
                      <a:pt x="409" y="155"/>
                    </a:lnTo>
                    <a:lnTo>
                      <a:pt x="409" y="153"/>
                    </a:lnTo>
                    <a:lnTo>
                      <a:pt x="408" y="152"/>
                    </a:lnTo>
                    <a:lnTo>
                      <a:pt x="408" y="150"/>
                    </a:lnTo>
                    <a:lnTo>
                      <a:pt x="406" y="150"/>
                    </a:lnTo>
                    <a:lnTo>
                      <a:pt x="404" y="150"/>
                    </a:lnTo>
                    <a:lnTo>
                      <a:pt x="402" y="152"/>
                    </a:lnTo>
                    <a:lnTo>
                      <a:pt x="401" y="153"/>
                    </a:lnTo>
                    <a:lnTo>
                      <a:pt x="401" y="152"/>
                    </a:lnTo>
                    <a:lnTo>
                      <a:pt x="401" y="148"/>
                    </a:lnTo>
                    <a:lnTo>
                      <a:pt x="401" y="146"/>
                    </a:lnTo>
                    <a:lnTo>
                      <a:pt x="399" y="146"/>
                    </a:lnTo>
                    <a:lnTo>
                      <a:pt x="399" y="146"/>
                    </a:lnTo>
                    <a:lnTo>
                      <a:pt x="399" y="146"/>
                    </a:lnTo>
                    <a:lnTo>
                      <a:pt x="397" y="143"/>
                    </a:lnTo>
                    <a:lnTo>
                      <a:pt x="397" y="141"/>
                    </a:lnTo>
                    <a:lnTo>
                      <a:pt x="394" y="141"/>
                    </a:lnTo>
                    <a:lnTo>
                      <a:pt x="392" y="141"/>
                    </a:lnTo>
                    <a:lnTo>
                      <a:pt x="392" y="143"/>
                    </a:lnTo>
                    <a:lnTo>
                      <a:pt x="391" y="145"/>
                    </a:lnTo>
                    <a:lnTo>
                      <a:pt x="391" y="146"/>
                    </a:lnTo>
                    <a:lnTo>
                      <a:pt x="389" y="148"/>
                    </a:lnTo>
                    <a:lnTo>
                      <a:pt x="387" y="148"/>
                    </a:lnTo>
                    <a:lnTo>
                      <a:pt x="389" y="146"/>
                    </a:lnTo>
                    <a:lnTo>
                      <a:pt x="389" y="145"/>
                    </a:lnTo>
                    <a:lnTo>
                      <a:pt x="387" y="141"/>
                    </a:lnTo>
                    <a:lnTo>
                      <a:pt x="389" y="140"/>
                    </a:lnTo>
                    <a:lnTo>
                      <a:pt x="389" y="140"/>
                    </a:lnTo>
                    <a:lnTo>
                      <a:pt x="391" y="140"/>
                    </a:lnTo>
                    <a:lnTo>
                      <a:pt x="391" y="138"/>
                    </a:lnTo>
                    <a:lnTo>
                      <a:pt x="392" y="138"/>
                    </a:lnTo>
                    <a:lnTo>
                      <a:pt x="392" y="136"/>
                    </a:lnTo>
                    <a:lnTo>
                      <a:pt x="392" y="135"/>
                    </a:lnTo>
                    <a:lnTo>
                      <a:pt x="394" y="135"/>
                    </a:lnTo>
                    <a:lnTo>
                      <a:pt x="396" y="135"/>
                    </a:lnTo>
                    <a:lnTo>
                      <a:pt x="396" y="135"/>
                    </a:lnTo>
                    <a:lnTo>
                      <a:pt x="396" y="133"/>
                    </a:lnTo>
                    <a:lnTo>
                      <a:pt x="396" y="133"/>
                    </a:lnTo>
                    <a:lnTo>
                      <a:pt x="397" y="131"/>
                    </a:lnTo>
                    <a:lnTo>
                      <a:pt x="397" y="131"/>
                    </a:lnTo>
                    <a:lnTo>
                      <a:pt x="396" y="129"/>
                    </a:lnTo>
                    <a:lnTo>
                      <a:pt x="392" y="128"/>
                    </a:lnTo>
                    <a:lnTo>
                      <a:pt x="391" y="128"/>
                    </a:lnTo>
                    <a:lnTo>
                      <a:pt x="391" y="128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89" y="126"/>
                    </a:lnTo>
                    <a:lnTo>
                      <a:pt x="389" y="126"/>
                    </a:lnTo>
                    <a:lnTo>
                      <a:pt x="387" y="128"/>
                    </a:lnTo>
                    <a:lnTo>
                      <a:pt x="387" y="128"/>
                    </a:lnTo>
                    <a:lnTo>
                      <a:pt x="384" y="128"/>
                    </a:lnTo>
                    <a:lnTo>
                      <a:pt x="382" y="128"/>
                    </a:lnTo>
                    <a:lnTo>
                      <a:pt x="380" y="129"/>
                    </a:lnTo>
                    <a:lnTo>
                      <a:pt x="380" y="131"/>
                    </a:lnTo>
                    <a:lnTo>
                      <a:pt x="379" y="135"/>
                    </a:lnTo>
                    <a:lnTo>
                      <a:pt x="379" y="136"/>
                    </a:lnTo>
                    <a:lnTo>
                      <a:pt x="379" y="138"/>
                    </a:lnTo>
                    <a:lnTo>
                      <a:pt x="375" y="140"/>
                    </a:lnTo>
                    <a:lnTo>
                      <a:pt x="374" y="143"/>
                    </a:lnTo>
                    <a:lnTo>
                      <a:pt x="372" y="145"/>
                    </a:lnTo>
                    <a:lnTo>
                      <a:pt x="370" y="145"/>
                    </a:lnTo>
                    <a:lnTo>
                      <a:pt x="368" y="145"/>
                    </a:lnTo>
                    <a:lnTo>
                      <a:pt x="367" y="145"/>
                    </a:lnTo>
                    <a:lnTo>
                      <a:pt x="365" y="146"/>
                    </a:lnTo>
                    <a:lnTo>
                      <a:pt x="363" y="146"/>
                    </a:lnTo>
                    <a:lnTo>
                      <a:pt x="363" y="146"/>
                    </a:lnTo>
                    <a:lnTo>
                      <a:pt x="358" y="146"/>
                    </a:lnTo>
                    <a:lnTo>
                      <a:pt x="357" y="148"/>
                    </a:lnTo>
                    <a:lnTo>
                      <a:pt x="357" y="152"/>
                    </a:lnTo>
                    <a:lnTo>
                      <a:pt x="357" y="158"/>
                    </a:lnTo>
                    <a:lnTo>
                      <a:pt x="358" y="165"/>
                    </a:lnTo>
                    <a:lnTo>
                      <a:pt x="357" y="169"/>
                    </a:lnTo>
                    <a:lnTo>
                      <a:pt x="355" y="172"/>
                    </a:lnTo>
                    <a:lnTo>
                      <a:pt x="355" y="174"/>
                    </a:lnTo>
                    <a:lnTo>
                      <a:pt x="355" y="175"/>
                    </a:lnTo>
                    <a:lnTo>
                      <a:pt x="355" y="180"/>
                    </a:lnTo>
                    <a:lnTo>
                      <a:pt x="355" y="182"/>
                    </a:lnTo>
                    <a:lnTo>
                      <a:pt x="345" y="213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8"/>
                    </a:lnTo>
                    <a:lnTo>
                      <a:pt x="341" y="223"/>
                    </a:lnTo>
                    <a:lnTo>
                      <a:pt x="340" y="230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6"/>
                    </a:lnTo>
                    <a:lnTo>
                      <a:pt x="341" y="236"/>
                    </a:lnTo>
                    <a:lnTo>
                      <a:pt x="341" y="236"/>
                    </a:lnTo>
                    <a:lnTo>
                      <a:pt x="343" y="238"/>
                    </a:lnTo>
                    <a:lnTo>
                      <a:pt x="343" y="238"/>
                    </a:lnTo>
                    <a:lnTo>
                      <a:pt x="345" y="242"/>
                    </a:lnTo>
                    <a:lnTo>
                      <a:pt x="346" y="242"/>
                    </a:lnTo>
                    <a:lnTo>
                      <a:pt x="346" y="242"/>
                    </a:lnTo>
                    <a:lnTo>
                      <a:pt x="346" y="245"/>
                    </a:lnTo>
                    <a:lnTo>
                      <a:pt x="341" y="242"/>
                    </a:lnTo>
                    <a:lnTo>
                      <a:pt x="341" y="242"/>
                    </a:lnTo>
                    <a:lnTo>
                      <a:pt x="340" y="243"/>
                    </a:lnTo>
                    <a:lnTo>
                      <a:pt x="336" y="248"/>
                    </a:lnTo>
                    <a:lnTo>
                      <a:pt x="336" y="247"/>
                    </a:lnTo>
                    <a:lnTo>
                      <a:pt x="336" y="245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6" y="236"/>
                    </a:lnTo>
                    <a:lnTo>
                      <a:pt x="336" y="235"/>
                    </a:lnTo>
                    <a:lnTo>
                      <a:pt x="333" y="236"/>
                    </a:lnTo>
                    <a:lnTo>
                      <a:pt x="329" y="240"/>
                    </a:lnTo>
                    <a:lnTo>
                      <a:pt x="326" y="243"/>
                    </a:lnTo>
                    <a:lnTo>
                      <a:pt x="326" y="248"/>
                    </a:lnTo>
                    <a:lnTo>
                      <a:pt x="324" y="252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3" y="257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9"/>
                    </a:lnTo>
                    <a:lnTo>
                      <a:pt x="326" y="259"/>
                    </a:lnTo>
                    <a:lnTo>
                      <a:pt x="328" y="259"/>
                    </a:lnTo>
                    <a:lnTo>
                      <a:pt x="326" y="260"/>
                    </a:lnTo>
                    <a:lnTo>
                      <a:pt x="326" y="260"/>
                    </a:lnTo>
                    <a:lnTo>
                      <a:pt x="324" y="260"/>
                    </a:lnTo>
                    <a:lnTo>
                      <a:pt x="321" y="259"/>
                    </a:lnTo>
                    <a:lnTo>
                      <a:pt x="319" y="259"/>
                    </a:lnTo>
                    <a:lnTo>
                      <a:pt x="319" y="260"/>
                    </a:lnTo>
                    <a:lnTo>
                      <a:pt x="318" y="265"/>
                    </a:lnTo>
                    <a:lnTo>
                      <a:pt x="309" y="284"/>
                    </a:lnTo>
                    <a:lnTo>
                      <a:pt x="309" y="286"/>
                    </a:lnTo>
                    <a:lnTo>
                      <a:pt x="309" y="287"/>
                    </a:lnTo>
                    <a:lnTo>
                      <a:pt x="311" y="287"/>
                    </a:lnTo>
                    <a:lnTo>
                      <a:pt x="314" y="286"/>
                    </a:lnTo>
                    <a:lnTo>
                      <a:pt x="318" y="286"/>
                    </a:lnTo>
                    <a:lnTo>
                      <a:pt x="318" y="286"/>
                    </a:lnTo>
                    <a:lnTo>
                      <a:pt x="318" y="284"/>
                    </a:lnTo>
                    <a:lnTo>
                      <a:pt x="318" y="284"/>
                    </a:lnTo>
                    <a:lnTo>
                      <a:pt x="314" y="284"/>
                    </a:lnTo>
                    <a:lnTo>
                      <a:pt x="314" y="284"/>
                    </a:lnTo>
                    <a:lnTo>
                      <a:pt x="314" y="279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6" y="277"/>
                    </a:lnTo>
                    <a:lnTo>
                      <a:pt x="318" y="279"/>
                    </a:lnTo>
                    <a:lnTo>
                      <a:pt x="321" y="277"/>
                    </a:lnTo>
                    <a:lnTo>
                      <a:pt x="323" y="279"/>
                    </a:lnTo>
                    <a:lnTo>
                      <a:pt x="321" y="281"/>
                    </a:lnTo>
                    <a:lnTo>
                      <a:pt x="318" y="282"/>
                    </a:lnTo>
                    <a:lnTo>
                      <a:pt x="321" y="284"/>
                    </a:lnTo>
                    <a:lnTo>
                      <a:pt x="323" y="284"/>
                    </a:lnTo>
                    <a:lnTo>
                      <a:pt x="323" y="286"/>
                    </a:lnTo>
                    <a:lnTo>
                      <a:pt x="324" y="287"/>
                    </a:lnTo>
                    <a:lnTo>
                      <a:pt x="324" y="287"/>
                    </a:lnTo>
                    <a:lnTo>
                      <a:pt x="326" y="289"/>
                    </a:lnTo>
                    <a:lnTo>
                      <a:pt x="328" y="289"/>
                    </a:lnTo>
                    <a:lnTo>
                      <a:pt x="329" y="289"/>
                    </a:lnTo>
                    <a:lnTo>
                      <a:pt x="333" y="289"/>
                    </a:lnTo>
                    <a:lnTo>
                      <a:pt x="334" y="289"/>
                    </a:lnTo>
                    <a:lnTo>
                      <a:pt x="334" y="289"/>
                    </a:lnTo>
                    <a:lnTo>
                      <a:pt x="336" y="287"/>
                    </a:lnTo>
                    <a:lnTo>
                      <a:pt x="338" y="287"/>
                    </a:lnTo>
                    <a:lnTo>
                      <a:pt x="340" y="289"/>
                    </a:lnTo>
                    <a:lnTo>
                      <a:pt x="341" y="289"/>
                    </a:lnTo>
                    <a:lnTo>
                      <a:pt x="340" y="289"/>
                    </a:lnTo>
                    <a:lnTo>
                      <a:pt x="338" y="289"/>
                    </a:lnTo>
                    <a:lnTo>
                      <a:pt x="338" y="289"/>
                    </a:lnTo>
                    <a:lnTo>
                      <a:pt x="336" y="291"/>
                    </a:lnTo>
                    <a:lnTo>
                      <a:pt x="334" y="291"/>
                    </a:lnTo>
                    <a:lnTo>
                      <a:pt x="333" y="293"/>
                    </a:lnTo>
                    <a:lnTo>
                      <a:pt x="329" y="294"/>
                    </a:lnTo>
                    <a:lnTo>
                      <a:pt x="328" y="296"/>
                    </a:lnTo>
                    <a:lnTo>
                      <a:pt x="329" y="296"/>
                    </a:lnTo>
                    <a:lnTo>
                      <a:pt x="333" y="296"/>
                    </a:lnTo>
                    <a:lnTo>
                      <a:pt x="334" y="298"/>
                    </a:lnTo>
                    <a:lnTo>
                      <a:pt x="336" y="299"/>
                    </a:lnTo>
                    <a:lnTo>
                      <a:pt x="338" y="299"/>
                    </a:lnTo>
                    <a:lnTo>
                      <a:pt x="340" y="301"/>
                    </a:lnTo>
                    <a:lnTo>
                      <a:pt x="343" y="301"/>
                    </a:lnTo>
                    <a:lnTo>
                      <a:pt x="345" y="301"/>
                    </a:lnTo>
                    <a:lnTo>
                      <a:pt x="343" y="301"/>
                    </a:lnTo>
                    <a:lnTo>
                      <a:pt x="336" y="304"/>
                    </a:lnTo>
                    <a:lnTo>
                      <a:pt x="336" y="304"/>
                    </a:lnTo>
                    <a:lnTo>
                      <a:pt x="336" y="309"/>
                    </a:lnTo>
                    <a:lnTo>
                      <a:pt x="338" y="311"/>
                    </a:lnTo>
                    <a:lnTo>
                      <a:pt x="338" y="313"/>
                    </a:lnTo>
                    <a:lnTo>
                      <a:pt x="338" y="316"/>
                    </a:lnTo>
                    <a:lnTo>
                      <a:pt x="338" y="316"/>
                    </a:lnTo>
                    <a:lnTo>
                      <a:pt x="336" y="313"/>
                    </a:lnTo>
                    <a:lnTo>
                      <a:pt x="334" y="313"/>
                    </a:lnTo>
                    <a:lnTo>
                      <a:pt x="334" y="311"/>
                    </a:lnTo>
                    <a:lnTo>
                      <a:pt x="334" y="309"/>
                    </a:lnTo>
                    <a:lnTo>
                      <a:pt x="334" y="306"/>
                    </a:lnTo>
                    <a:lnTo>
                      <a:pt x="333" y="301"/>
                    </a:lnTo>
                    <a:lnTo>
                      <a:pt x="333" y="299"/>
                    </a:lnTo>
                    <a:lnTo>
                      <a:pt x="331" y="298"/>
                    </a:lnTo>
                    <a:lnTo>
                      <a:pt x="329" y="298"/>
                    </a:lnTo>
                    <a:lnTo>
                      <a:pt x="328" y="299"/>
                    </a:lnTo>
                    <a:lnTo>
                      <a:pt x="328" y="299"/>
                    </a:lnTo>
                    <a:lnTo>
                      <a:pt x="328" y="298"/>
                    </a:lnTo>
                    <a:lnTo>
                      <a:pt x="328" y="296"/>
                    </a:lnTo>
                    <a:lnTo>
                      <a:pt x="328" y="296"/>
                    </a:lnTo>
                    <a:lnTo>
                      <a:pt x="326" y="298"/>
                    </a:lnTo>
                    <a:lnTo>
                      <a:pt x="326" y="299"/>
                    </a:lnTo>
                    <a:lnTo>
                      <a:pt x="326" y="301"/>
                    </a:lnTo>
                    <a:lnTo>
                      <a:pt x="324" y="306"/>
                    </a:lnTo>
                    <a:lnTo>
                      <a:pt x="323" y="308"/>
                    </a:lnTo>
                    <a:lnTo>
                      <a:pt x="323" y="309"/>
                    </a:lnTo>
                    <a:lnTo>
                      <a:pt x="321" y="311"/>
                    </a:lnTo>
                    <a:lnTo>
                      <a:pt x="319" y="313"/>
                    </a:lnTo>
                    <a:lnTo>
                      <a:pt x="316" y="315"/>
                    </a:lnTo>
                    <a:lnTo>
                      <a:pt x="314" y="316"/>
                    </a:lnTo>
                    <a:lnTo>
                      <a:pt x="312" y="316"/>
                    </a:lnTo>
                    <a:lnTo>
                      <a:pt x="312" y="316"/>
                    </a:lnTo>
                    <a:lnTo>
                      <a:pt x="312" y="318"/>
                    </a:lnTo>
                    <a:lnTo>
                      <a:pt x="311" y="318"/>
                    </a:lnTo>
                    <a:lnTo>
                      <a:pt x="309" y="320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7" y="325"/>
                    </a:lnTo>
                    <a:lnTo>
                      <a:pt x="309" y="325"/>
                    </a:lnTo>
                    <a:lnTo>
                      <a:pt x="309" y="325"/>
                    </a:lnTo>
                    <a:lnTo>
                      <a:pt x="309" y="325"/>
                    </a:lnTo>
                    <a:lnTo>
                      <a:pt x="311" y="330"/>
                    </a:lnTo>
                    <a:lnTo>
                      <a:pt x="311" y="335"/>
                    </a:lnTo>
                    <a:lnTo>
                      <a:pt x="311" y="337"/>
                    </a:lnTo>
                    <a:lnTo>
                      <a:pt x="312" y="338"/>
                    </a:lnTo>
                    <a:lnTo>
                      <a:pt x="312" y="340"/>
                    </a:lnTo>
                    <a:lnTo>
                      <a:pt x="314" y="340"/>
                    </a:lnTo>
                    <a:lnTo>
                      <a:pt x="314" y="342"/>
                    </a:lnTo>
                    <a:lnTo>
                      <a:pt x="314" y="342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8" y="343"/>
                    </a:lnTo>
                    <a:lnTo>
                      <a:pt x="318" y="345"/>
                    </a:lnTo>
                    <a:lnTo>
                      <a:pt x="318" y="345"/>
                    </a:lnTo>
                    <a:lnTo>
                      <a:pt x="318" y="347"/>
                    </a:lnTo>
                    <a:lnTo>
                      <a:pt x="318" y="347"/>
                    </a:lnTo>
                    <a:lnTo>
                      <a:pt x="316" y="349"/>
                    </a:lnTo>
                    <a:lnTo>
                      <a:pt x="316" y="350"/>
                    </a:lnTo>
                    <a:lnTo>
                      <a:pt x="316" y="350"/>
                    </a:lnTo>
                    <a:lnTo>
                      <a:pt x="314" y="352"/>
                    </a:lnTo>
                    <a:lnTo>
                      <a:pt x="314" y="354"/>
                    </a:lnTo>
                    <a:lnTo>
                      <a:pt x="316" y="355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2" y="355"/>
                    </a:lnTo>
                    <a:lnTo>
                      <a:pt x="312" y="355"/>
                    </a:lnTo>
                    <a:lnTo>
                      <a:pt x="311" y="357"/>
                    </a:lnTo>
                    <a:lnTo>
                      <a:pt x="309" y="362"/>
                    </a:lnTo>
                    <a:lnTo>
                      <a:pt x="309" y="364"/>
                    </a:lnTo>
                    <a:lnTo>
                      <a:pt x="306" y="367"/>
                    </a:lnTo>
                    <a:lnTo>
                      <a:pt x="306" y="367"/>
                    </a:lnTo>
                    <a:lnTo>
                      <a:pt x="306" y="371"/>
                    </a:lnTo>
                    <a:lnTo>
                      <a:pt x="302" y="374"/>
                    </a:lnTo>
                    <a:lnTo>
                      <a:pt x="299" y="391"/>
                    </a:lnTo>
                    <a:lnTo>
                      <a:pt x="297" y="399"/>
                    </a:lnTo>
                    <a:lnTo>
                      <a:pt x="299" y="406"/>
                    </a:lnTo>
                    <a:lnTo>
                      <a:pt x="304" y="413"/>
                    </a:lnTo>
                    <a:lnTo>
                      <a:pt x="306" y="415"/>
                    </a:lnTo>
                    <a:lnTo>
                      <a:pt x="307" y="418"/>
                    </a:lnTo>
                    <a:lnTo>
                      <a:pt x="309" y="422"/>
                    </a:lnTo>
                    <a:lnTo>
                      <a:pt x="309" y="425"/>
                    </a:lnTo>
                    <a:lnTo>
                      <a:pt x="309" y="428"/>
                    </a:lnTo>
                    <a:lnTo>
                      <a:pt x="309" y="432"/>
                    </a:lnTo>
                    <a:lnTo>
                      <a:pt x="304" y="445"/>
                    </a:lnTo>
                    <a:lnTo>
                      <a:pt x="302" y="449"/>
                    </a:lnTo>
                    <a:lnTo>
                      <a:pt x="302" y="452"/>
                    </a:lnTo>
                    <a:lnTo>
                      <a:pt x="302" y="454"/>
                    </a:lnTo>
                    <a:lnTo>
                      <a:pt x="304" y="457"/>
                    </a:lnTo>
                    <a:lnTo>
                      <a:pt x="304" y="459"/>
                    </a:lnTo>
                    <a:lnTo>
                      <a:pt x="304" y="464"/>
                    </a:lnTo>
                    <a:lnTo>
                      <a:pt x="309" y="486"/>
                    </a:lnTo>
                    <a:lnTo>
                      <a:pt x="311" y="488"/>
                    </a:lnTo>
                    <a:lnTo>
                      <a:pt x="312" y="491"/>
                    </a:lnTo>
                    <a:lnTo>
                      <a:pt x="312" y="491"/>
                    </a:lnTo>
                    <a:lnTo>
                      <a:pt x="312" y="493"/>
                    </a:lnTo>
                    <a:lnTo>
                      <a:pt x="312" y="493"/>
                    </a:lnTo>
                    <a:lnTo>
                      <a:pt x="314" y="495"/>
                    </a:lnTo>
                    <a:lnTo>
                      <a:pt x="314" y="496"/>
                    </a:lnTo>
                    <a:lnTo>
                      <a:pt x="314" y="498"/>
                    </a:lnTo>
                    <a:lnTo>
                      <a:pt x="314" y="500"/>
                    </a:lnTo>
                    <a:lnTo>
                      <a:pt x="314" y="501"/>
                    </a:lnTo>
                    <a:lnTo>
                      <a:pt x="314" y="503"/>
                    </a:lnTo>
                    <a:lnTo>
                      <a:pt x="314" y="505"/>
                    </a:lnTo>
                    <a:lnTo>
                      <a:pt x="312" y="505"/>
                    </a:lnTo>
                    <a:lnTo>
                      <a:pt x="312" y="506"/>
                    </a:lnTo>
                    <a:lnTo>
                      <a:pt x="312" y="508"/>
                    </a:lnTo>
                    <a:lnTo>
                      <a:pt x="312" y="510"/>
                    </a:lnTo>
                    <a:lnTo>
                      <a:pt x="312" y="510"/>
                    </a:lnTo>
                    <a:lnTo>
                      <a:pt x="311" y="512"/>
                    </a:lnTo>
                    <a:lnTo>
                      <a:pt x="309" y="513"/>
                    </a:lnTo>
                    <a:lnTo>
                      <a:pt x="309" y="515"/>
                    </a:lnTo>
                    <a:lnTo>
                      <a:pt x="309" y="515"/>
                    </a:lnTo>
                    <a:lnTo>
                      <a:pt x="307" y="517"/>
                    </a:lnTo>
                    <a:lnTo>
                      <a:pt x="307" y="518"/>
                    </a:lnTo>
                    <a:lnTo>
                      <a:pt x="307" y="520"/>
                    </a:lnTo>
                    <a:lnTo>
                      <a:pt x="307" y="522"/>
                    </a:lnTo>
                    <a:lnTo>
                      <a:pt x="299" y="539"/>
                    </a:lnTo>
                    <a:lnTo>
                      <a:pt x="295" y="552"/>
                    </a:lnTo>
                    <a:lnTo>
                      <a:pt x="292" y="571"/>
                    </a:lnTo>
                    <a:lnTo>
                      <a:pt x="292" y="574"/>
                    </a:lnTo>
                    <a:lnTo>
                      <a:pt x="292" y="574"/>
                    </a:lnTo>
                    <a:lnTo>
                      <a:pt x="290" y="576"/>
                    </a:lnTo>
                    <a:lnTo>
                      <a:pt x="290" y="578"/>
                    </a:lnTo>
                    <a:lnTo>
                      <a:pt x="290" y="578"/>
                    </a:lnTo>
                    <a:lnTo>
                      <a:pt x="294" y="586"/>
                    </a:lnTo>
                    <a:lnTo>
                      <a:pt x="295" y="588"/>
                    </a:lnTo>
                    <a:lnTo>
                      <a:pt x="294" y="590"/>
                    </a:lnTo>
                    <a:lnTo>
                      <a:pt x="289" y="598"/>
                    </a:lnTo>
                    <a:lnTo>
                      <a:pt x="289" y="600"/>
                    </a:lnTo>
                    <a:lnTo>
                      <a:pt x="289" y="602"/>
                    </a:lnTo>
                    <a:lnTo>
                      <a:pt x="287" y="603"/>
                    </a:lnTo>
                    <a:lnTo>
                      <a:pt x="287" y="607"/>
                    </a:lnTo>
                    <a:lnTo>
                      <a:pt x="287" y="608"/>
                    </a:lnTo>
                    <a:lnTo>
                      <a:pt x="285" y="612"/>
                    </a:lnTo>
                    <a:lnTo>
                      <a:pt x="285" y="613"/>
                    </a:lnTo>
                    <a:lnTo>
                      <a:pt x="285" y="615"/>
                    </a:lnTo>
                    <a:lnTo>
                      <a:pt x="284" y="617"/>
                    </a:lnTo>
                    <a:lnTo>
                      <a:pt x="282" y="619"/>
                    </a:lnTo>
                    <a:lnTo>
                      <a:pt x="282" y="620"/>
                    </a:lnTo>
                    <a:lnTo>
                      <a:pt x="282" y="620"/>
                    </a:lnTo>
                    <a:lnTo>
                      <a:pt x="284" y="620"/>
                    </a:lnTo>
                    <a:lnTo>
                      <a:pt x="284" y="622"/>
                    </a:lnTo>
                    <a:lnTo>
                      <a:pt x="284" y="622"/>
                    </a:lnTo>
                    <a:lnTo>
                      <a:pt x="284" y="624"/>
                    </a:lnTo>
                    <a:lnTo>
                      <a:pt x="284" y="625"/>
                    </a:lnTo>
                    <a:lnTo>
                      <a:pt x="282" y="629"/>
                    </a:lnTo>
                    <a:lnTo>
                      <a:pt x="280" y="632"/>
                    </a:lnTo>
                    <a:lnTo>
                      <a:pt x="278" y="630"/>
                    </a:lnTo>
                    <a:lnTo>
                      <a:pt x="278" y="632"/>
                    </a:lnTo>
                    <a:lnTo>
                      <a:pt x="277" y="639"/>
                    </a:lnTo>
                    <a:lnTo>
                      <a:pt x="275" y="641"/>
                    </a:lnTo>
                    <a:lnTo>
                      <a:pt x="275" y="642"/>
                    </a:lnTo>
                    <a:lnTo>
                      <a:pt x="275" y="644"/>
                    </a:lnTo>
                    <a:lnTo>
                      <a:pt x="270" y="649"/>
                    </a:lnTo>
                    <a:lnTo>
                      <a:pt x="268" y="651"/>
                    </a:lnTo>
                    <a:lnTo>
                      <a:pt x="268" y="651"/>
                    </a:lnTo>
                    <a:lnTo>
                      <a:pt x="267" y="653"/>
                    </a:lnTo>
                    <a:lnTo>
                      <a:pt x="265" y="653"/>
                    </a:lnTo>
                    <a:lnTo>
                      <a:pt x="265" y="653"/>
                    </a:lnTo>
                    <a:lnTo>
                      <a:pt x="261" y="659"/>
                    </a:lnTo>
                    <a:lnTo>
                      <a:pt x="255" y="669"/>
                    </a:lnTo>
                    <a:lnTo>
                      <a:pt x="253" y="671"/>
                    </a:lnTo>
                    <a:lnTo>
                      <a:pt x="253" y="673"/>
                    </a:lnTo>
                    <a:lnTo>
                      <a:pt x="253" y="675"/>
                    </a:lnTo>
                    <a:lnTo>
                      <a:pt x="255" y="676"/>
                    </a:lnTo>
                    <a:lnTo>
                      <a:pt x="253" y="681"/>
                    </a:lnTo>
                    <a:lnTo>
                      <a:pt x="253" y="683"/>
                    </a:lnTo>
                    <a:lnTo>
                      <a:pt x="253" y="683"/>
                    </a:lnTo>
                    <a:lnTo>
                      <a:pt x="251" y="686"/>
                    </a:lnTo>
                    <a:lnTo>
                      <a:pt x="250" y="688"/>
                    </a:lnTo>
                    <a:lnTo>
                      <a:pt x="250" y="688"/>
                    </a:lnTo>
                    <a:lnTo>
                      <a:pt x="248" y="692"/>
                    </a:lnTo>
                    <a:lnTo>
                      <a:pt x="248" y="700"/>
                    </a:lnTo>
                    <a:lnTo>
                      <a:pt x="244" y="705"/>
                    </a:lnTo>
                    <a:lnTo>
                      <a:pt x="244" y="707"/>
                    </a:lnTo>
                    <a:lnTo>
                      <a:pt x="243" y="709"/>
                    </a:lnTo>
                    <a:lnTo>
                      <a:pt x="241" y="709"/>
                    </a:lnTo>
                    <a:lnTo>
                      <a:pt x="239" y="709"/>
                    </a:lnTo>
                    <a:lnTo>
                      <a:pt x="238" y="710"/>
                    </a:lnTo>
                    <a:lnTo>
                      <a:pt x="236" y="710"/>
                    </a:lnTo>
                    <a:lnTo>
                      <a:pt x="236" y="712"/>
                    </a:lnTo>
                    <a:lnTo>
                      <a:pt x="236" y="714"/>
                    </a:lnTo>
                    <a:lnTo>
                      <a:pt x="234" y="714"/>
                    </a:lnTo>
                    <a:lnTo>
                      <a:pt x="231" y="714"/>
                    </a:lnTo>
                    <a:lnTo>
                      <a:pt x="229" y="715"/>
                    </a:lnTo>
                    <a:lnTo>
                      <a:pt x="228" y="717"/>
                    </a:lnTo>
                    <a:lnTo>
                      <a:pt x="224" y="719"/>
                    </a:lnTo>
                    <a:lnTo>
                      <a:pt x="224" y="720"/>
                    </a:lnTo>
                    <a:lnTo>
                      <a:pt x="222" y="720"/>
                    </a:lnTo>
                    <a:lnTo>
                      <a:pt x="221" y="720"/>
                    </a:lnTo>
                    <a:lnTo>
                      <a:pt x="221" y="720"/>
                    </a:lnTo>
                    <a:lnTo>
                      <a:pt x="217" y="722"/>
                    </a:lnTo>
                    <a:lnTo>
                      <a:pt x="217" y="724"/>
                    </a:lnTo>
                    <a:lnTo>
                      <a:pt x="216" y="724"/>
                    </a:lnTo>
                    <a:lnTo>
                      <a:pt x="211" y="724"/>
                    </a:lnTo>
                    <a:lnTo>
                      <a:pt x="209" y="726"/>
                    </a:lnTo>
                    <a:lnTo>
                      <a:pt x="209" y="726"/>
                    </a:lnTo>
                    <a:lnTo>
                      <a:pt x="209" y="726"/>
                    </a:lnTo>
                    <a:lnTo>
                      <a:pt x="207" y="727"/>
                    </a:lnTo>
                    <a:lnTo>
                      <a:pt x="192" y="731"/>
                    </a:lnTo>
                    <a:lnTo>
                      <a:pt x="182" y="731"/>
                    </a:lnTo>
                    <a:lnTo>
                      <a:pt x="171" y="731"/>
                    </a:lnTo>
                    <a:lnTo>
                      <a:pt x="171" y="731"/>
                    </a:lnTo>
                    <a:lnTo>
                      <a:pt x="168" y="727"/>
                    </a:lnTo>
                    <a:lnTo>
                      <a:pt x="166" y="724"/>
                    </a:lnTo>
                    <a:lnTo>
                      <a:pt x="165" y="722"/>
                    </a:lnTo>
                    <a:lnTo>
                      <a:pt x="156" y="720"/>
                    </a:lnTo>
                    <a:lnTo>
                      <a:pt x="156" y="719"/>
                    </a:lnTo>
                    <a:lnTo>
                      <a:pt x="155" y="719"/>
                    </a:lnTo>
                    <a:lnTo>
                      <a:pt x="153" y="719"/>
                    </a:lnTo>
                    <a:lnTo>
                      <a:pt x="146" y="717"/>
                    </a:lnTo>
                    <a:lnTo>
                      <a:pt x="143" y="715"/>
                    </a:lnTo>
                    <a:lnTo>
                      <a:pt x="141" y="715"/>
                    </a:lnTo>
                    <a:lnTo>
                      <a:pt x="139" y="714"/>
                    </a:lnTo>
                    <a:lnTo>
                      <a:pt x="134" y="710"/>
                    </a:lnTo>
                    <a:lnTo>
                      <a:pt x="131" y="707"/>
                    </a:lnTo>
                    <a:lnTo>
                      <a:pt x="131" y="707"/>
                    </a:lnTo>
                    <a:lnTo>
                      <a:pt x="129" y="705"/>
                    </a:lnTo>
                    <a:lnTo>
                      <a:pt x="126" y="703"/>
                    </a:lnTo>
                    <a:lnTo>
                      <a:pt x="124" y="702"/>
                    </a:lnTo>
                    <a:lnTo>
                      <a:pt x="124" y="702"/>
                    </a:lnTo>
                    <a:lnTo>
                      <a:pt x="121" y="702"/>
                    </a:lnTo>
                    <a:lnTo>
                      <a:pt x="112" y="700"/>
                    </a:lnTo>
                    <a:lnTo>
                      <a:pt x="109" y="700"/>
                    </a:lnTo>
                    <a:lnTo>
                      <a:pt x="105" y="697"/>
                    </a:lnTo>
                    <a:lnTo>
                      <a:pt x="104" y="693"/>
                    </a:lnTo>
                    <a:lnTo>
                      <a:pt x="100" y="686"/>
                    </a:lnTo>
                    <a:lnTo>
                      <a:pt x="98" y="685"/>
                    </a:lnTo>
                    <a:lnTo>
                      <a:pt x="97" y="680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3" y="669"/>
                    </a:lnTo>
                    <a:lnTo>
                      <a:pt x="90" y="668"/>
                    </a:lnTo>
                    <a:lnTo>
                      <a:pt x="88" y="663"/>
                    </a:lnTo>
                    <a:lnTo>
                      <a:pt x="87" y="661"/>
                    </a:lnTo>
                    <a:lnTo>
                      <a:pt x="83" y="659"/>
                    </a:lnTo>
                    <a:lnTo>
                      <a:pt x="75" y="659"/>
                    </a:lnTo>
                    <a:lnTo>
                      <a:pt x="71" y="658"/>
                    </a:lnTo>
                    <a:lnTo>
                      <a:pt x="68" y="656"/>
                    </a:lnTo>
                    <a:lnTo>
                      <a:pt x="65" y="656"/>
                    </a:lnTo>
                    <a:lnTo>
                      <a:pt x="63" y="656"/>
                    </a:lnTo>
                    <a:lnTo>
                      <a:pt x="61" y="654"/>
                    </a:lnTo>
                    <a:lnTo>
                      <a:pt x="59" y="654"/>
                    </a:lnTo>
                    <a:lnTo>
                      <a:pt x="58" y="653"/>
                    </a:lnTo>
                    <a:lnTo>
                      <a:pt x="56" y="651"/>
                    </a:lnTo>
                    <a:lnTo>
                      <a:pt x="54" y="651"/>
                    </a:lnTo>
                    <a:lnTo>
                      <a:pt x="46" y="651"/>
                    </a:lnTo>
                    <a:lnTo>
                      <a:pt x="42" y="653"/>
                    </a:lnTo>
                    <a:lnTo>
                      <a:pt x="37" y="651"/>
                    </a:lnTo>
                    <a:lnTo>
                      <a:pt x="34" y="649"/>
                    </a:lnTo>
                    <a:lnTo>
                      <a:pt x="32" y="647"/>
                    </a:lnTo>
                    <a:lnTo>
                      <a:pt x="25" y="647"/>
                    </a:lnTo>
                    <a:lnTo>
                      <a:pt x="24" y="647"/>
                    </a:lnTo>
                    <a:lnTo>
                      <a:pt x="24" y="647"/>
                    </a:lnTo>
                    <a:lnTo>
                      <a:pt x="24" y="646"/>
                    </a:lnTo>
                    <a:lnTo>
                      <a:pt x="22" y="646"/>
                    </a:lnTo>
                    <a:lnTo>
                      <a:pt x="22" y="646"/>
                    </a:lnTo>
                    <a:lnTo>
                      <a:pt x="20" y="646"/>
                    </a:lnTo>
                    <a:lnTo>
                      <a:pt x="19" y="644"/>
                    </a:lnTo>
                    <a:lnTo>
                      <a:pt x="15" y="644"/>
                    </a:lnTo>
                    <a:lnTo>
                      <a:pt x="12" y="642"/>
                    </a:lnTo>
                    <a:lnTo>
                      <a:pt x="8" y="637"/>
                    </a:lnTo>
                    <a:lnTo>
                      <a:pt x="5" y="636"/>
                    </a:lnTo>
                    <a:lnTo>
                      <a:pt x="0" y="630"/>
                    </a:lnTo>
                    <a:lnTo>
                      <a:pt x="0" y="630"/>
                    </a:lnTo>
                    <a:lnTo>
                      <a:pt x="0" y="1444"/>
                    </a:lnTo>
                    <a:lnTo>
                      <a:pt x="258" y="1444"/>
                    </a:lnTo>
                    <a:lnTo>
                      <a:pt x="258" y="1704"/>
                    </a:lnTo>
                    <a:lnTo>
                      <a:pt x="944" y="1704"/>
                    </a:lnTo>
                    <a:lnTo>
                      <a:pt x="944" y="1704"/>
                    </a:lnTo>
                    <a:lnTo>
                      <a:pt x="946" y="1700"/>
                    </a:lnTo>
                    <a:lnTo>
                      <a:pt x="949" y="1700"/>
                    </a:lnTo>
                    <a:lnTo>
                      <a:pt x="951" y="1699"/>
                    </a:lnTo>
                    <a:lnTo>
                      <a:pt x="953" y="1697"/>
                    </a:lnTo>
                    <a:lnTo>
                      <a:pt x="953" y="1695"/>
                    </a:lnTo>
                    <a:lnTo>
                      <a:pt x="954" y="1692"/>
                    </a:lnTo>
                    <a:lnTo>
                      <a:pt x="954" y="1690"/>
                    </a:lnTo>
                    <a:lnTo>
                      <a:pt x="956" y="1688"/>
                    </a:lnTo>
                    <a:lnTo>
                      <a:pt x="958" y="1688"/>
                    </a:lnTo>
                    <a:lnTo>
                      <a:pt x="959" y="1688"/>
                    </a:lnTo>
                    <a:lnTo>
                      <a:pt x="961" y="1687"/>
                    </a:lnTo>
                    <a:lnTo>
                      <a:pt x="963" y="1687"/>
                    </a:lnTo>
                    <a:lnTo>
                      <a:pt x="964" y="1685"/>
                    </a:lnTo>
                    <a:lnTo>
                      <a:pt x="964" y="1685"/>
                    </a:lnTo>
                    <a:lnTo>
                      <a:pt x="964" y="1683"/>
                    </a:lnTo>
                    <a:lnTo>
                      <a:pt x="966" y="1683"/>
                    </a:lnTo>
                    <a:lnTo>
                      <a:pt x="968" y="1682"/>
                    </a:lnTo>
                    <a:lnTo>
                      <a:pt x="970" y="1682"/>
                    </a:lnTo>
                    <a:lnTo>
                      <a:pt x="970" y="1680"/>
                    </a:lnTo>
                    <a:lnTo>
                      <a:pt x="970" y="1680"/>
                    </a:lnTo>
                    <a:lnTo>
                      <a:pt x="980" y="1676"/>
                    </a:lnTo>
                    <a:lnTo>
                      <a:pt x="981" y="1676"/>
                    </a:lnTo>
                    <a:lnTo>
                      <a:pt x="983" y="1675"/>
                    </a:lnTo>
                    <a:lnTo>
                      <a:pt x="983" y="1673"/>
                    </a:lnTo>
                    <a:lnTo>
                      <a:pt x="987" y="1668"/>
                    </a:lnTo>
                    <a:lnTo>
                      <a:pt x="988" y="1666"/>
                    </a:lnTo>
                    <a:lnTo>
                      <a:pt x="997" y="1666"/>
                    </a:lnTo>
                    <a:lnTo>
                      <a:pt x="998" y="1666"/>
                    </a:lnTo>
                    <a:lnTo>
                      <a:pt x="998" y="1666"/>
                    </a:lnTo>
                    <a:lnTo>
                      <a:pt x="1000" y="1668"/>
                    </a:lnTo>
                    <a:lnTo>
                      <a:pt x="1000" y="1670"/>
                    </a:lnTo>
                    <a:lnTo>
                      <a:pt x="1002" y="1670"/>
                    </a:lnTo>
                    <a:lnTo>
                      <a:pt x="1005" y="1670"/>
                    </a:lnTo>
                    <a:lnTo>
                      <a:pt x="1005" y="1670"/>
                    </a:lnTo>
                    <a:lnTo>
                      <a:pt x="1007" y="1671"/>
                    </a:lnTo>
                    <a:lnTo>
                      <a:pt x="1009" y="1670"/>
                    </a:lnTo>
                    <a:lnTo>
                      <a:pt x="1010" y="1670"/>
                    </a:lnTo>
                    <a:lnTo>
                      <a:pt x="1012" y="1670"/>
                    </a:lnTo>
                    <a:lnTo>
                      <a:pt x="1022" y="1668"/>
                    </a:lnTo>
                    <a:lnTo>
                      <a:pt x="1024" y="1670"/>
                    </a:lnTo>
                    <a:lnTo>
                      <a:pt x="1029" y="1668"/>
                    </a:lnTo>
                    <a:lnTo>
                      <a:pt x="1031" y="1668"/>
                    </a:lnTo>
                    <a:lnTo>
                      <a:pt x="1032" y="1668"/>
                    </a:lnTo>
                    <a:lnTo>
                      <a:pt x="1034" y="1668"/>
                    </a:lnTo>
                    <a:lnTo>
                      <a:pt x="1037" y="1666"/>
                    </a:lnTo>
                    <a:lnTo>
                      <a:pt x="1041" y="1666"/>
                    </a:lnTo>
                    <a:lnTo>
                      <a:pt x="1046" y="1665"/>
                    </a:lnTo>
                    <a:lnTo>
                      <a:pt x="1048" y="1665"/>
                    </a:lnTo>
                    <a:lnTo>
                      <a:pt x="1053" y="1665"/>
                    </a:lnTo>
                    <a:lnTo>
                      <a:pt x="1054" y="1665"/>
                    </a:lnTo>
                    <a:lnTo>
                      <a:pt x="1056" y="1663"/>
                    </a:lnTo>
                    <a:lnTo>
                      <a:pt x="1058" y="1663"/>
                    </a:lnTo>
                    <a:lnTo>
                      <a:pt x="1061" y="1663"/>
                    </a:lnTo>
                    <a:lnTo>
                      <a:pt x="1063" y="1666"/>
                    </a:lnTo>
                    <a:lnTo>
                      <a:pt x="1068" y="1671"/>
                    </a:lnTo>
                    <a:lnTo>
                      <a:pt x="1071" y="1673"/>
                    </a:lnTo>
                    <a:lnTo>
                      <a:pt x="1075" y="1673"/>
                    </a:lnTo>
                    <a:lnTo>
                      <a:pt x="1087" y="1673"/>
                    </a:lnTo>
                    <a:lnTo>
                      <a:pt x="1090" y="1673"/>
                    </a:lnTo>
                    <a:lnTo>
                      <a:pt x="1097" y="1671"/>
                    </a:lnTo>
                    <a:lnTo>
                      <a:pt x="1100" y="1671"/>
                    </a:lnTo>
                    <a:lnTo>
                      <a:pt x="1104" y="1673"/>
                    </a:lnTo>
                    <a:lnTo>
                      <a:pt x="1107" y="1675"/>
                    </a:lnTo>
                    <a:lnTo>
                      <a:pt x="1109" y="1675"/>
                    </a:lnTo>
                    <a:lnTo>
                      <a:pt x="1114" y="1676"/>
                    </a:lnTo>
                    <a:lnTo>
                      <a:pt x="1114" y="1676"/>
                    </a:lnTo>
                    <a:lnTo>
                      <a:pt x="1116" y="1678"/>
                    </a:lnTo>
                    <a:lnTo>
                      <a:pt x="1117" y="1680"/>
                    </a:lnTo>
                    <a:lnTo>
                      <a:pt x="1119" y="1680"/>
                    </a:lnTo>
                    <a:lnTo>
                      <a:pt x="1121" y="1680"/>
                    </a:lnTo>
                    <a:lnTo>
                      <a:pt x="1122" y="1680"/>
                    </a:lnTo>
                    <a:lnTo>
                      <a:pt x="1124" y="1682"/>
                    </a:lnTo>
                    <a:lnTo>
                      <a:pt x="1124" y="1685"/>
                    </a:lnTo>
                    <a:lnTo>
                      <a:pt x="1124" y="1687"/>
                    </a:lnTo>
                    <a:lnTo>
                      <a:pt x="1124" y="1688"/>
                    </a:lnTo>
                    <a:lnTo>
                      <a:pt x="1126" y="1688"/>
                    </a:lnTo>
                    <a:lnTo>
                      <a:pt x="1127" y="1688"/>
                    </a:lnTo>
                    <a:lnTo>
                      <a:pt x="1131" y="1690"/>
                    </a:lnTo>
                    <a:lnTo>
                      <a:pt x="1133" y="1690"/>
                    </a:lnTo>
                    <a:lnTo>
                      <a:pt x="1134" y="1690"/>
                    </a:lnTo>
                    <a:lnTo>
                      <a:pt x="1138" y="1693"/>
                    </a:lnTo>
                    <a:lnTo>
                      <a:pt x="1143" y="1697"/>
                    </a:lnTo>
                    <a:lnTo>
                      <a:pt x="1144" y="1702"/>
                    </a:lnTo>
                    <a:lnTo>
                      <a:pt x="1146" y="1704"/>
                    </a:lnTo>
                    <a:lnTo>
                      <a:pt x="1144" y="1704"/>
                    </a:lnTo>
                    <a:lnTo>
                      <a:pt x="1144" y="1704"/>
                    </a:lnTo>
                    <a:lnTo>
                      <a:pt x="1144" y="1705"/>
                    </a:lnTo>
                    <a:lnTo>
                      <a:pt x="1146" y="1705"/>
                    </a:lnTo>
                    <a:lnTo>
                      <a:pt x="1146" y="1709"/>
                    </a:lnTo>
                    <a:lnTo>
                      <a:pt x="1146" y="1712"/>
                    </a:lnTo>
                    <a:lnTo>
                      <a:pt x="1146" y="1712"/>
                    </a:lnTo>
                    <a:lnTo>
                      <a:pt x="1148" y="1712"/>
                    </a:lnTo>
                    <a:lnTo>
                      <a:pt x="1148" y="1714"/>
                    </a:lnTo>
                    <a:lnTo>
                      <a:pt x="1148" y="1716"/>
                    </a:lnTo>
                    <a:lnTo>
                      <a:pt x="1148" y="1716"/>
                    </a:lnTo>
                    <a:lnTo>
                      <a:pt x="1150" y="1717"/>
                    </a:lnTo>
                    <a:lnTo>
                      <a:pt x="1151" y="1717"/>
                    </a:lnTo>
                    <a:lnTo>
                      <a:pt x="1151" y="1717"/>
                    </a:lnTo>
                    <a:lnTo>
                      <a:pt x="1153" y="1717"/>
                    </a:lnTo>
                    <a:lnTo>
                      <a:pt x="1155" y="1716"/>
                    </a:lnTo>
                    <a:lnTo>
                      <a:pt x="1155" y="1716"/>
                    </a:lnTo>
                    <a:lnTo>
                      <a:pt x="1156" y="1716"/>
                    </a:lnTo>
                    <a:lnTo>
                      <a:pt x="1156" y="1714"/>
                    </a:lnTo>
                    <a:lnTo>
                      <a:pt x="1158" y="1714"/>
                    </a:lnTo>
                    <a:lnTo>
                      <a:pt x="1158" y="1714"/>
                    </a:lnTo>
                    <a:lnTo>
                      <a:pt x="1160" y="1712"/>
                    </a:lnTo>
                    <a:lnTo>
                      <a:pt x="1160" y="1710"/>
                    </a:lnTo>
                    <a:lnTo>
                      <a:pt x="1161" y="1710"/>
                    </a:lnTo>
                    <a:lnTo>
                      <a:pt x="1163" y="1709"/>
                    </a:lnTo>
                    <a:lnTo>
                      <a:pt x="1163" y="1709"/>
                    </a:lnTo>
                    <a:lnTo>
                      <a:pt x="1163" y="1707"/>
                    </a:lnTo>
                    <a:lnTo>
                      <a:pt x="1163" y="1705"/>
                    </a:lnTo>
                    <a:lnTo>
                      <a:pt x="1165" y="1704"/>
                    </a:lnTo>
                    <a:lnTo>
                      <a:pt x="1167" y="1700"/>
                    </a:lnTo>
                    <a:lnTo>
                      <a:pt x="1167" y="1699"/>
                    </a:lnTo>
                    <a:lnTo>
                      <a:pt x="1167" y="1699"/>
                    </a:lnTo>
                    <a:lnTo>
                      <a:pt x="1167" y="1699"/>
                    </a:lnTo>
                    <a:lnTo>
                      <a:pt x="1168" y="1699"/>
                    </a:lnTo>
                    <a:lnTo>
                      <a:pt x="1168" y="1699"/>
                    </a:lnTo>
                    <a:lnTo>
                      <a:pt x="1170" y="1699"/>
                    </a:lnTo>
                    <a:lnTo>
                      <a:pt x="1170" y="1699"/>
                    </a:lnTo>
                    <a:lnTo>
                      <a:pt x="1172" y="1697"/>
                    </a:lnTo>
                    <a:lnTo>
                      <a:pt x="1172" y="1697"/>
                    </a:lnTo>
                    <a:lnTo>
                      <a:pt x="1173" y="1697"/>
                    </a:lnTo>
                    <a:lnTo>
                      <a:pt x="1173" y="1697"/>
                    </a:lnTo>
                    <a:lnTo>
                      <a:pt x="1175" y="1697"/>
                    </a:lnTo>
                    <a:lnTo>
                      <a:pt x="1175" y="1697"/>
                    </a:lnTo>
                    <a:lnTo>
                      <a:pt x="1177" y="1695"/>
                    </a:lnTo>
                    <a:lnTo>
                      <a:pt x="1178" y="1693"/>
                    </a:lnTo>
                    <a:lnTo>
                      <a:pt x="1180" y="1693"/>
                    </a:lnTo>
                    <a:lnTo>
                      <a:pt x="1180" y="1693"/>
                    </a:lnTo>
                    <a:lnTo>
                      <a:pt x="1182" y="1693"/>
                    </a:lnTo>
                    <a:lnTo>
                      <a:pt x="1182" y="1693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7" y="1699"/>
                    </a:lnTo>
                    <a:lnTo>
                      <a:pt x="1187" y="1699"/>
                    </a:lnTo>
                    <a:lnTo>
                      <a:pt x="1189" y="1699"/>
                    </a:lnTo>
                    <a:lnTo>
                      <a:pt x="1189" y="1700"/>
                    </a:lnTo>
                    <a:lnTo>
                      <a:pt x="1189" y="1700"/>
                    </a:lnTo>
                    <a:lnTo>
                      <a:pt x="1189" y="1700"/>
                    </a:lnTo>
                    <a:lnTo>
                      <a:pt x="1190" y="1700"/>
                    </a:lnTo>
                    <a:lnTo>
                      <a:pt x="1190" y="1700"/>
                    </a:lnTo>
                    <a:lnTo>
                      <a:pt x="1190" y="1700"/>
                    </a:lnTo>
                    <a:lnTo>
                      <a:pt x="1192" y="1697"/>
                    </a:lnTo>
                    <a:lnTo>
                      <a:pt x="1192" y="1697"/>
                    </a:lnTo>
                    <a:lnTo>
                      <a:pt x="1192" y="1695"/>
                    </a:lnTo>
                    <a:lnTo>
                      <a:pt x="1192" y="1695"/>
                    </a:lnTo>
                    <a:lnTo>
                      <a:pt x="1194" y="1695"/>
                    </a:lnTo>
                    <a:lnTo>
                      <a:pt x="1194" y="1695"/>
                    </a:lnTo>
                    <a:lnTo>
                      <a:pt x="1194" y="1695"/>
                    </a:lnTo>
                    <a:lnTo>
                      <a:pt x="1195" y="1695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202" y="1695"/>
                    </a:lnTo>
                    <a:lnTo>
                      <a:pt x="1202" y="1695"/>
                    </a:lnTo>
                    <a:lnTo>
                      <a:pt x="1204" y="1695"/>
                    </a:lnTo>
                    <a:lnTo>
                      <a:pt x="1204" y="1695"/>
                    </a:lnTo>
                    <a:lnTo>
                      <a:pt x="1206" y="1695"/>
                    </a:lnTo>
                    <a:lnTo>
                      <a:pt x="1206" y="1695"/>
                    </a:lnTo>
                    <a:lnTo>
                      <a:pt x="1206" y="1695"/>
                    </a:lnTo>
                    <a:lnTo>
                      <a:pt x="1206" y="1693"/>
                    </a:lnTo>
                    <a:lnTo>
                      <a:pt x="1206" y="1693"/>
                    </a:lnTo>
                    <a:lnTo>
                      <a:pt x="1207" y="1693"/>
                    </a:lnTo>
                    <a:lnTo>
                      <a:pt x="1207" y="1693"/>
                    </a:lnTo>
                    <a:lnTo>
                      <a:pt x="1207" y="1692"/>
                    </a:lnTo>
                    <a:lnTo>
                      <a:pt x="1207" y="1690"/>
                    </a:lnTo>
                    <a:lnTo>
                      <a:pt x="1207" y="1690"/>
                    </a:lnTo>
                    <a:lnTo>
                      <a:pt x="1209" y="1687"/>
                    </a:lnTo>
                    <a:lnTo>
                      <a:pt x="1209" y="1687"/>
                    </a:lnTo>
                    <a:lnTo>
                      <a:pt x="1209" y="1685"/>
                    </a:lnTo>
                    <a:lnTo>
                      <a:pt x="1209" y="1683"/>
                    </a:lnTo>
                    <a:lnTo>
                      <a:pt x="1209" y="1682"/>
                    </a:lnTo>
                    <a:lnTo>
                      <a:pt x="1209" y="1680"/>
                    </a:lnTo>
                    <a:lnTo>
                      <a:pt x="1209" y="1680"/>
                    </a:lnTo>
                    <a:lnTo>
                      <a:pt x="1209" y="1680"/>
                    </a:lnTo>
                    <a:lnTo>
                      <a:pt x="1211" y="1678"/>
                    </a:lnTo>
                    <a:lnTo>
                      <a:pt x="1211" y="1678"/>
                    </a:lnTo>
                    <a:lnTo>
                      <a:pt x="1211" y="1676"/>
                    </a:lnTo>
                    <a:lnTo>
                      <a:pt x="1211" y="1676"/>
                    </a:lnTo>
                    <a:lnTo>
                      <a:pt x="1211" y="1676"/>
                    </a:lnTo>
                    <a:lnTo>
                      <a:pt x="1207" y="1673"/>
                    </a:lnTo>
                    <a:lnTo>
                      <a:pt x="1206" y="1671"/>
                    </a:lnTo>
                    <a:lnTo>
                      <a:pt x="1206" y="1671"/>
                    </a:lnTo>
                    <a:lnTo>
                      <a:pt x="1206" y="1671"/>
                    </a:lnTo>
                    <a:lnTo>
                      <a:pt x="1204" y="1670"/>
                    </a:lnTo>
                    <a:lnTo>
                      <a:pt x="1204" y="1668"/>
                    </a:lnTo>
                    <a:lnTo>
                      <a:pt x="1204" y="1668"/>
                    </a:lnTo>
                    <a:lnTo>
                      <a:pt x="1200" y="1665"/>
                    </a:lnTo>
                    <a:lnTo>
                      <a:pt x="1202" y="1665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4" y="1663"/>
                    </a:lnTo>
                    <a:lnTo>
                      <a:pt x="1204" y="1663"/>
                    </a:lnTo>
                    <a:lnTo>
                      <a:pt x="1206" y="1663"/>
                    </a:lnTo>
                    <a:lnTo>
                      <a:pt x="1206" y="1661"/>
                    </a:lnTo>
                    <a:lnTo>
                      <a:pt x="1207" y="1661"/>
                    </a:lnTo>
                    <a:lnTo>
                      <a:pt x="1209" y="1659"/>
                    </a:lnTo>
                    <a:lnTo>
                      <a:pt x="1209" y="1659"/>
                    </a:lnTo>
                    <a:lnTo>
                      <a:pt x="1219" y="1654"/>
                    </a:lnTo>
                    <a:lnTo>
                      <a:pt x="1219" y="1654"/>
                    </a:lnTo>
                    <a:lnTo>
                      <a:pt x="1221" y="1654"/>
                    </a:lnTo>
                    <a:lnTo>
                      <a:pt x="1224" y="1654"/>
                    </a:lnTo>
                    <a:lnTo>
                      <a:pt x="1224" y="1654"/>
                    </a:lnTo>
                    <a:lnTo>
                      <a:pt x="1224" y="1654"/>
                    </a:lnTo>
                    <a:lnTo>
                      <a:pt x="1226" y="1654"/>
                    </a:lnTo>
                    <a:lnTo>
                      <a:pt x="1226" y="1653"/>
                    </a:lnTo>
                    <a:lnTo>
                      <a:pt x="1228" y="1651"/>
                    </a:lnTo>
                    <a:lnTo>
                      <a:pt x="1229" y="1649"/>
                    </a:lnTo>
                    <a:lnTo>
                      <a:pt x="1231" y="1649"/>
                    </a:lnTo>
                    <a:lnTo>
                      <a:pt x="1231" y="1649"/>
                    </a:lnTo>
                    <a:lnTo>
                      <a:pt x="1236" y="1649"/>
                    </a:lnTo>
                    <a:lnTo>
                      <a:pt x="1238" y="1648"/>
                    </a:lnTo>
                    <a:lnTo>
                      <a:pt x="1240" y="1648"/>
                    </a:lnTo>
                    <a:lnTo>
                      <a:pt x="1240" y="1648"/>
                    </a:lnTo>
                    <a:lnTo>
                      <a:pt x="1240" y="1646"/>
                    </a:lnTo>
                    <a:lnTo>
                      <a:pt x="1241" y="1646"/>
                    </a:lnTo>
                    <a:lnTo>
                      <a:pt x="1241" y="1643"/>
                    </a:lnTo>
                    <a:lnTo>
                      <a:pt x="1243" y="1643"/>
                    </a:lnTo>
                    <a:lnTo>
                      <a:pt x="1243" y="1643"/>
                    </a:lnTo>
                    <a:lnTo>
                      <a:pt x="1246" y="1639"/>
                    </a:lnTo>
                    <a:lnTo>
                      <a:pt x="1246" y="1639"/>
                    </a:lnTo>
                    <a:lnTo>
                      <a:pt x="1248" y="1639"/>
                    </a:lnTo>
                    <a:lnTo>
                      <a:pt x="1248" y="1639"/>
                    </a:lnTo>
                    <a:lnTo>
                      <a:pt x="1248" y="1639"/>
                    </a:lnTo>
                    <a:lnTo>
                      <a:pt x="1250" y="1641"/>
                    </a:lnTo>
                    <a:lnTo>
                      <a:pt x="1251" y="1641"/>
                    </a:lnTo>
                    <a:lnTo>
                      <a:pt x="1251" y="1643"/>
                    </a:lnTo>
                    <a:lnTo>
                      <a:pt x="1251" y="1643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3" y="1644"/>
                    </a:lnTo>
                    <a:lnTo>
                      <a:pt x="1253" y="1646"/>
                    </a:lnTo>
                    <a:lnTo>
                      <a:pt x="1255" y="1646"/>
                    </a:lnTo>
                    <a:lnTo>
                      <a:pt x="1255" y="1646"/>
                    </a:lnTo>
                    <a:lnTo>
                      <a:pt x="1256" y="1644"/>
                    </a:lnTo>
                    <a:lnTo>
                      <a:pt x="1256" y="1644"/>
                    </a:lnTo>
                    <a:lnTo>
                      <a:pt x="1256" y="1644"/>
                    </a:lnTo>
                    <a:lnTo>
                      <a:pt x="1256" y="1643"/>
                    </a:lnTo>
                    <a:lnTo>
                      <a:pt x="1256" y="1643"/>
                    </a:lnTo>
                    <a:lnTo>
                      <a:pt x="1256" y="1643"/>
                    </a:lnTo>
                    <a:lnTo>
                      <a:pt x="1258" y="1643"/>
                    </a:lnTo>
                    <a:lnTo>
                      <a:pt x="1258" y="1643"/>
                    </a:lnTo>
                    <a:lnTo>
                      <a:pt x="1258" y="1643"/>
                    </a:lnTo>
                    <a:lnTo>
                      <a:pt x="1260" y="1644"/>
                    </a:lnTo>
                    <a:lnTo>
                      <a:pt x="1262" y="1644"/>
                    </a:lnTo>
                    <a:lnTo>
                      <a:pt x="1270" y="1648"/>
                    </a:lnTo>
                    <a:lnTo>
                      <a:pt x="1270" y="1648"/>
                    </a:lnTo>
                    <a:lnTo>
                      <a:pt x="1270" y="1648"/>
                    </a:lnTo>
                    <a:lnTo>
                      <a:pt x="1272" y="1648"/>
                    </a:lnTo>
                    <a:lnTo>
                      <a:pt x="1273" y="1648"/>
                    </a:lnTo>
                    <a:lnTo>
                      <a:pt x="1275" y="1646"/>
                    </a:lnTo>
                    <a:lnTo>
                      <a:pt x="1277" y="1646"/>
                    </a:lnTo>
                    <a:lnTo>
                      <a:pt x="1277" y="1646"/>
                    </a:lnTo>
                    <a:lnTo>
                      <a:pt x="1279" y="1644"/>
                    </a:lnTo>
                    <a:lnTo>
                      <a:pt x="1279" y="1644"/>
                    </a:lnTo>
                    <a:lnTo>
                      <a:pt x="1279" y="1644"/>
                    </a:lnTo>
                    <a:lnTo>
                      <a:pt x="1282" y="1644"/>
                    </a:lnTo>
                    <a:lnTo>
                      <a:pt x="1284" y="1644"/>
                    </a:lnTo>
                    <a:lnTo>
                      <a:pt x="1285" y="1646"/>
                    </a:lnTo>
                    <a:lnTo>
                      <a:pt x="1285" y="1646"/>
                    </a:lnTo>
                    <a:lnTo>
                      <a:pt x="1290" y="1646"/>
                    </a:lnTo>
                    <a:lnTo>
                      <a:pt x="1292" y="1646"/>
                    </a:lnTo>
                    <a:lnTo>
                      <a:pt x="1292" y="1646"/>
                    </a:lnTo>
                    <a:lnTo>
                      <a:pt x="1297" y="1646"/>
                    </a:lnTo>
                    <a:lnTo>
                      <a:pt x="1297" y="1646"/>
                    </a:lnTo>
                    <a:lnTo>
                      <a:pt x="1297" y="1646"/>
                    </a:lnTo>
                    <a:lnTo>
                      <a:pt x="1299" y="1648"/>
                    </a:lnTo>
                    <a:lnTo>
                      <a:pt x="1299" y="1648"/>
                    </a:lnTo>
                    <a:lnTo>
                      <a:pt x="1301" y="1648"/>
                    </a:lnTo>
                    <a:lnTo>
                      <a:pt x="1301" y="1648"/>
                    </a:lnTo>
                    <a:lnTo>
                      <a:pt x="1302" y="1646"/>
                    </a:lnTo>
                    <a:lnTo>
                      <a:pt x="1304" y="1643"/>
                    </a:lnTo>
                    <a:lnTo>
                      <a:pt x="1306" y="1643"/>
                    </a:lnTo>
                    <a:lnTo>
                      <a:pt x="1306" y="1643"/>
                    </a:lnTo>
                    <a:lnTo>
                      <a:pt x="1306" y="1643"/>
                    </a:lnTo>
                    <a:lnTo>
                      <a:pt x="1306" y="1641"/>
                    </a:lnTo>
                    <a:lnTo>
                      <a:pt x="1306" y="1641"/>
                    </a:lnTo>
                    <a:lnTo>
                      <a:pt x="1307" y="1639"/>
                    </a:lnTo>
                    <a:lnTo>
                      <a:pt x="1309" y="1639"/>
                    </a:lnTo>
                    <a:lnTo>
                      <a:pt x="1311" y="1639"/>
                    </a:lnTo>
                    <a:lnTo>
                      <a:pt x="1318" y="1637"/>
                    </a:lnTo>
                    <a:lnTo>
                      <a:pt x="1319" y="1637"/>
                    </a:lnTo>
                    <a:lnTo>
                      <a:pt x="1321" y="1639"/>
                    </a:lnTo>
                    <a:lnTo>
                      <a:pt x="1324" y="1637"/>
                    </a:lnTo>
                    <a:lnTo>
                      <a:pt x="1331" y="1632"/>
                    </a:lnTo>
                    <a:lnTo>
                      <a:pt x="1335" y="1629"/>
                    </a:lnTo>
                    <a:lnTo>
                      <a:pt x="1335" y="1629"/>
                    </a:lnTo>
                    <a:lnTo>
                      <a:pt x="1333" y="1626"/>
                    </a:lnTo>
                    <a:close/>
                    <a:moveTo>
                      <a:pt x="365" y="124"/>
                    </a:moveTo>
                    <a:lnTo>
                      <a:pt x="363" y="119"/>
                    </a:lnTo>
                    <a:lnTo>
                      <a:pt x="362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60" y="119"/>
                    </a:lnTo>
                    <a:lnTo>
                      <a:pt x="358" y="119"/>
                    </a:lnTo>
                    <a:lnTo>
                      <a:pt x="358" y="121"/>
                    </a:lnTo>
                    <a:lnTo>
                      <a:pt x="357" y="121"/>
                    </a:lnTo>
                    <a:lnTo>
                      <a:pt x="357" y="121"/>
                    </a:lnTo>
                    <a:lnTo>
                      <a:pt x="357" y="121"/>
                    </a:lnTo>
                    <a:lnTo>
                      <a:pt x="355" y="121"/>
                    </a:lnTo>
                    <a:lnTo>
                      <a:pt x="355" y="123"/>
                    </a:lnTo>
                    <a:lnTo>
                      <a:pt x="355" y="123"/>
                    </a:lnTo>
                    <a:lnTo>
                      <a:pt x="353" y="123"/>
                    </a:lnTo>
                    <a:lnTo>
                      <a:pt x="353" y="126"/>
                    </a:lnTo>
                    <a:lnTo>
                      <a:pt x="355" y="128"/>
                    </a:lnTo>
                    <a:lnTo>
                      <a:pt x="355" y="129"/>
                    </a:lnTo>
                    <a:lnTo>
                      <a:pt x="357" y="131"/>
                    </a:lnTo>
                    <a:lnTo>
                      <a:pt x="357" y="131"/>
                    </a:lnTo>
                    <a:lnTo>
                      <a:pt x="360" y="133"/>
                    </a:lnTo>
                    <a:lnTo>
                      <a:pt x="360" y="131"/>
                    </a:lnTo>
                    <a:lnTo>
                      <a:pt x="360" y="131"/>
                    </a:lnTo>
                    <a:lnTo>
                      <a:pt x="362" y="129"/>
                    </a:lnTo>
                    <a:lnTo>
                      <a:pt x="362" y="129"/>
                    </a:lnTo>
                    <a:lnTo>
                      <a:pt x="363" y="129"/>
                    </a:lnTo>
                    <a:lnTo>
                      <a:pt x="365" y="128"/>
                    </a:lnTo>
                    <a:lnTo>
                      <a:pt x="367" y="128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8"/>
                    </a:lnTo>
                    <a:lnTo>
                      <a:pt x="368" y="128"/>
                    </a:lnTo>
                    <a:lnTo>
                      <a:pt x="368" y="126"/>
                    </a:lnTo>
                    <a:lnTo>
                      <a:pt x="365" y="124"/>
                    </a:lnTo>
                    <a:close/>
                    <a:moveTo>
                      <a:pt x="696" y="776"/>
                    </a:moveTo>
                    <a:lnTo>
                      <a:pt x="696" y="778"/>
                    </a:lnTo>
                    <a:lnTo>
                      <a:pt x="696" y="780"/>
                    </a:lnTo>
                    <a:lnTo>
                      <a:pt x="698" y="780"/>
                    </a:lnTo>
                    <a:lnTo>
                      <a:pt x="698" y="782"/>
                    </a:lnTo>
                    <a:lnTo>
                      <a:pt x="703" y="783"/>
                    </a:lnTo>
                    <a:lnTo>
                      <a:pt x="703" y="785"/>
                    </a:lnTo>
                    <a:lnTo>
                      <a:pt x="705" y="788"/>
                    </a:lnTo>
                    <a:lnTo>
                      <a:pt x="706" y="788"/>
                    </a:lnTo>
                    <a:lnTo>
                      <a:pt x="706" y="793"/>
                    </a:lnTo>
                    <a:lnTo>
                      <a:pt x="708" y="795"/>
                    </a:lnTo>
                    <a:lnTo>
                      <a:pt x="708" y="797"/>
                    </a:lnTo>
                    <a:lnTo>
                      <a:pt x="711" y="797"/>
                    </a:lnTo>
                    <a:lnTo>
                      <a:pt x="713" y="799"/>
                    </a:lnTo>
                    <a:lnTo>
                      <a:pt x="715" y="797"/>
                    </a:lnTo>
                    <a:lnTo>
                      <a:pt x="717" y="795"/>
                    </a:lnTo>
                    <a:lnTo>
                      <a:pt x="717" y="793"/>
                    </a:lnTo>
                    <a:lnTo>
                      <a:pt x="717" y="792"/>
                    </a:lnTo>
                    <a:lnTo>
                      <a:pt x="718" y="792"/>
                    </a:lnTo>
                    <a:lnTo>
                      <a:pt x="718" y="792"/>
                    </a:lnTo>
                    <a:lnTo>
                      <a:pt x="718" y="790"/>
                    </a:lnTo>
                    <a:lnTo>
                      <a:pt x="718" y="790"/>
                    </a:lnTo>
                    <a:lnTo>
                      <a:pt x="717" y="790"/>
                    </a:lnTo>
                    <a:lnTo>
                      <a:pt x="715" y="788"/>
                    </a:lnTo>
                    <a:lnTo>
                      <a:pt x="717" y="788"/>
                    </a:lnTo>
                    <a:lnTo>
                      <a:pt x="717" y="788"/>
                    </a:lnTo>
                    <a:lnTo>
                      <a:pt x="718" y="788"/>
                    </a:lnTo>
                    <a:lnTo>
                      <a:pt x="718" y="787"/>
                    </a:lnTo>
                    <a:lnTo>
                      <a:pt x="717" y="787"/>
                    </a:lnTo>
                    <a:lnTo>
                      <a:pt x="715" y="787"/>
                    </a:lnTo>
                    <a:lnTo>
                      <a:pt x="715" y="787"/>
                    </a:lnTo>
                    <a:lnTo>
                      <a:pt x="713" y="783"/>
                    </a:lnTo>
                    <a:lnTo>
                      <a:pt x="711" y="782"/>
                    </a:lnTo>
                    <a:lnTo>
                      <a:pt x="711" y="780"/>
                    </a:lnTo>
                    <a:lnTo>
                      <a:pt x="713" y="778"/>
                    </a:lnTo>
                    <a:lnTo>
                      <a:pt x="713" y="776"/>
                    </a:lnTo>
                    <a:lnTo>
                      <a:pt x="715" y="776"/>
                    </a:lnTo>
                    <a:lnTo>
                      <a:pt x="713" y="775"/>
                    </a:lnTo>
                    <a:lnTo>
                      <a:pt x="710" y="775"/>
                    </a:lnTo>
                    <a:lnTo>
                      <a:pt x="708" y="775"/>
                    </a:lnTo>
                    <a:lnTo>
                      <a:pt x="708" y="773"/>
                    </a:lnTo>
                    <a:lnTo>
                      <a:pt x="706" y="775"/>
                    </a:lnTo>
                    <a:lnTo>
                      <a:pt x="708" y="778"/>
                    </a:lnTo>
                    <a:lnTo>
                      <a:pt x="706" y="780"/>
                    </a:lnTo>
                    <a:lnTo>
                      <a:pt x="703" y="778"/>
                    </a:lnTo>
                    <a:lnTo>
                      <a:pt x="698" y="776"/>
                    </a:lnTo>
                    <a:lnTo>
                      <a:pt x="696" y="776"/>
                    </a:lnTo>
                    <a:close/>
                    <a:moveTo>
                      <a:pt x="363" y="79"/>
                    </a:moveTo>
                    <a:lnTo>
                      <a:pt x="362" y="80"/>
                    </a:lnTo>
                    <a:lnTo>
                      <a:pt x="362" y="80"/>
                    </a:lnTo>
                    <a:lnTo>
                      <a:pt x="362" y="82"/>
                    </a:lnTo>
                    <a:lnTo>
                      <a:pt x="362" y="82"/>
                    </a:lnTo>
                    <a:lnTo>
                      <a:pt x="362" y="84"/>
                    </a:lnTo>
                    <a:lnTo>
                      <a:pt x="360" y="84"/>
                    </a:lnTo>
                    <a:lnTo>
                      <a:pt x="360" y="84"/>
                    </a:lnTo>
                    <a:lnTo>
                      <a:pt x="362" y="85"/>
                    </a:lnTo>
                    <a:lnTo>
                      <a:pt x="362" y="87"/>
                    </a:lnTo>
                    <a:lnTo>
                      <a:pt x="363" y="87"/>
                    </a:lnTo>
                    <a:lnTo>
                      <a:pt x="363" y="87"/>
                    </a:lnTo>
                    <a:lnTo>
                      <a:pt x="365" y="87"/>
                    </a:lnTo>
                    <a:lnTo>
                      <a:pt x="367" y="87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72" y="85"/>
                    </a:lnTo>
                    <a:lnTo>
                      <a:pt x="372" y="84"/>
                    </a:lnTo>
                    <a:lnTo>
                      <a:pt x="374" y="84"/>
                    </a:lnTo>
                    <a:lnTo>
                      <a:pt x="372" y="82"/>
                    </a:lnTo>
                    <a:lnTo>
                      <a:pt x="370" y="79"/>
                    </a:lnTo>
                    <a:lnTo>
                      <a:pt x="368" y="79"/>
                    </a:lnTo>
                    <a:lnTo>
                      <a:pt x="365" y="79"/>
                    </a:lnTo>
                    <a:lnTo>
                      <a:pt x="363" y="79"/>
                    </a:lnTo>
                    <a:close/>
                    <a:moveTo>
                      <a:pt x="372" y="119"/>
                    </a:moveTo>
                    <a:lnTo>
                      <a:pt x="372" y="118"/>
                    </a:lnTo>
                    <a:lnTo>
                      <a:pt x="368" y="116"/>
                    </a:lnTo>
                    <a:lnTo>
                      <a:pt x="367" y="116"/>
                    </a:lnTo>
                    <a:lnTo>
                      <a:pt x="365" y="118"/>
                    </a:lnTo>
                    <a:lnTo>
                      <a:pt x="365" y="121"/>
                    </a:lnTo>
                    <a:lnTo>
                      <a:pt x="367" y="121"/>
                    </a:lnTo>
                    <a:lnTo>
                      <a:pt x="370" y="121"/>
                    </a:lnTo>
                    <a:lnTo>
                      <a:pt x="372" y="119"/>
                    </a:lnTo>
                    <a:close/>
                    <a:moveTo>
                      <a:pt x="740" y="821"/>
                    </a:moveTo>
                    <a:lnTo>
                      <a:pt x="742" y="821"/>
                    </a:lnTo>
                    <a:lnTo>
                      <a:pt x="742" y="821"/>
                    </a:lnTo>
                    <a:lnTo>
                      <a:pt x="744" y="822"/>
                    </a:lnTo>
                    <a:lnTo>
                      <a:pt x="744" y="822"/>
                    </a:lnTo>
                    <a:lnTo>
                      <a:pt x="745" y="822"/>
                    </a:lnTo>
                    <a:lnTo>
                      <a:pt x="745" y="821"/>
                    </a:lnTo>
                    <a:lnTo>
                      <a:pt x="747" y="821"/>
                    </a:lnTo>
                    <a:lnTo>
                      <a:pt x="747" y="819"/>
                    </a:lnTo>
                    <a:lnTo>
                      <a:pt x="744" y="821"/>
                    </a:lnTo>
                    <a:lnTo>
                      <a:pt x="742" y="819"/>
                    </a:lnTo>
                    <a:lnTo>
                      <a:pt x="742" y="817"/>
                    </a:lnTo>
                    <a:lnTo>
                      <a:pt x="740" y="816"/>
                    </a:lnTo>
                    <a:lnTo>
                      <a:pt x="740" y="816"/>
                    </a:lnTo>
                    <a:lnTo>
                      <a:pt x="739" y="816"/>
                    </a:lnTo>
                    <a:lnTo>
                      <a:pt x="739" y="814"/>
                    </a:lnTo>
                    <a:lnTo>
                      <a:pt x="739" y="816"/>
                    </a:lnTo>
                    <a:lnTo>
                      <a:pt x="739" y="816"/>
                    </a:lnTo>
                    <a:lnTo>
                      <a:pt x="739" y="817"/>
                    </a:lnTo>
                    <a:lnTo>
                      <a:pt x="737" y="819"/>
                    </a:lnTo>
                    <a:lnTo>
                      <a:pt x="737" y="821"/>
                    </a:lnTo>
                    <a:lnTo>
                      <a:pt x="739" y="821"/>
                    </a:lnTo>
                    <a:lnTo>
                      <a:pt x="740" y="821"/>
                    </a:lnTo>
                    <a:close/>
                    <a:moveTo>
                      <a:pt x="1892" y="853"/>
                    </a:moveTo>
                    <a:lnTo>
                      <a:pt x="1890" y="851"/>
                    </a:lnTo>
                    <a:lnTo>
                      <a:pt x="1888" y="853"/>
                    </a:lnTo>
                    <a:lnTo>
                      <a:pt x="1888" y="858"/>
                    </a:lnTo>
                    <a:lnTo>
                      <a:pt x="1888" y="870"/>
                    </a:lnTo>
                    <a:lnTo>
                      <a:pt x="1888" y="870"/>
                    </a:lnTo>
                    <a:lnTo>
                      <a:pt x="1890" y="870"/>
                    </a:lnTo>
                    <a:lnTo>
                      <a:pt x="1892" y="868"/>
                    </a:lnTo>
                    <a:lnTo>
                      <a:pt x="1892" y="866"/>
                    </a:lnTo>
                    <a:lnTo>
                      <a:pt x="1892" y="863"/>
                    </a:lnTo>
                    <a:lnTo>
                      <a:pt x="1892" y="860"/>
                    </a:lnTo>
                    <a:lnTo>
                      <a:pt x="1892" y="856"/>
                    </a:lnTo>
                    <a:lnTo>
                      <a:pt x="1892" y="853"/>
                    </a:lnTo>
                    <a:close/>
                    <a:moveTo>
                      <a:pt x="397" y="17"/>
                    </a:moveTo>
                    <a:lnTo>
                      <a:pt x="399" y="17"/>
                    </a:lnTo>
                    <a:lnTo>
                      <a:pt x="406" y="17"/>
                    </a:lnTo>
                    <a:lnTo>
                      <a:pt x="408" y="17"/>
                    </a:lnTo>
                    <a:lnTo>
                      <a:pt x="408" y="17"/>
                    </a:lnTo>
                    <a:lnTo>
                      <a:pt x="409" y="16"/>
                    </a:lnTo>
                    <a:lnTo>
                      <a:pt x="409" y="14"/>
                    </a:lnTo>
                    <a:lnTo>
                      <a:pt x="411" y="14"/>
                    </a:lnTo>
                    <a:lnTo>
                      <a:pt x="411" y="12"/>
                    </a:lnTo>
                    <a:lnTo>
                      <a:pt x="409" y="12"/>
                    </a:lnTo>
                    <a:lnTo>
                      <a:pt x="406" y="12"/>
                    </a:lnTo>
                    <a:lnTo>
                      <a:pt x="404" y="12"/>
                    </a:lnTo>
                    <a:lnTo>
                      <a:pt x="401" y="12"/>
                    </a:lnTo>
                    <a:lnTo>
                      <a:pt x="399" y="12"/>
                    </a:lnTo>
                    <a:lnTo>
                      <a:pt x="396" y="14"/>
                    </a:lnTo>
                    <a:lnTo>
                      <a:pt x="396" y="16"/>
                    </a:lnTo>
                    <a:lnTo>
                      <a:pt x="396" y="16"/>
                    </a:lnTo>
                    <a:lnTo>
                      <a:pt x="397" y="17"/>
                    </a:lnTo>
                    <a:close/>
                    <a:moveTo>
                      <a:pt x="363" y="6"/>
                    </a:moveTo>
                    <a:lnTo>
                      <a:pt x="367" y="6"/>
                    </a:lnTo>
                    <a:lnTo>
                      <a:pt x="368" y="6"/>
                    </a:lnTo>
                    <a:lnTo>
                      <a:pt x="368" y="4"/>
                    </a:lnTo>
                    <a:lnTo>
                      <a:pt x="368" y="4"/>
                    </a:lnTo>
                    <a:lnTo>
                      <a:pt x="362" y="0"/>
                    </a:lnTo>
                    <a:lnTo>
                      <a:pt x="358" y="2"/>
                    </a:lnTo>
                    <a:lnTo>
                      <a:pt x="357" y="4"/>
                    </a:lnTo>
                    <a:lnTo>
                      <a:pt x="360" y="6"/>
                    </a:lnTo>
                    <a:lnTo>
                      <a:pt x="363" y="6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47" name="Freeform 11">
                <a:extLst>
                  <a:ext uri="{FF2B5EF4-FFF2-40B4-BE49-F238E27FC236}">
                    <a16:creationId xmlns:a16="http://schemas.microsoft.com/office/drawing/2014/main" id="{9C705142-A5E9-460B-8767-E308B251ED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18336" y="5778088"/>
                <a:ext cx="2156899" cy="1601304"/>
              </a:xfrm>
              <a:custGeom>
                <a:avLst/>
                <a:gdLst>
                  <a:gd name="T0" fmla="*/ 1046 w 1087"/>
                  <a:gd name="T1" fmla="*/ 14 h 807"/>
                  <a:gd name="T2" fmla="*/ 1012 w 1087"/>
                  <a:gd name="T3" fmla="*/ 19 h 807"/>
                  <a:gd name="T4" fmla="*/ 990 w 1087"/>
                  <a:gd name="T5" fmla="*/ 10 h 807"/>
                  <a:gd name="T6" fmla="*/ 949 w 1087"/>
                  <a:gd name="T7" fmla="*/ 32 h 807"/>
                  <a:gd name="T8" fmla="*/ 951 w 1087"/>
                  <a:gd name="T9" fmla="*/ 53 h 807"/>
                  <a:gd name="T10" fmla="*/ 936 w 1087"/>
                  <a:gd name="T11" fmla="*/ 66 h 807"/>
                  <a:gd name="T12" fmla="*/ 915 w 1087"/>
                  <a:gd name="T13" fmla="*/ 68 h 807"/>
                  <a:gd name="T14" fmla="*/ 895 w 1087"/>
                  <a:gd name="T15" fmla="*/ 88 h 807"/>
                  <a:gd name="T16" fmla="*/ 866 w 1087"/>
                  <a:gd name="T17" fmla="*/ 56 h 807"/>
                  <a:gd name="T18" fmla="*/ 788 w 1087"/>
                  <a:gd name="T19" fmla="*/ 36 h 807"/>
                  <a:gd name="T20" fmla="*/ 722 w 1087"/>
                  <a:gd name="T21" fmla="*/ 47 h 807"/>
                  <a:gd name="T22" fmla="*/ 3 w 1087"/>
                  <a:gd name="T23" fmla="*/ 509 h 807"/>
                  <a:gd name="T24" fmla="*/ 39 w 1087"/>
                  <a:gd name="T25" fmla="*/ 520 h 807"/>
                  <a:gd name="T26" fmla="*/ 92 w 1087"/>
                  <a:gd name="T27" fmla="*/ 516 h 807"/>
                  <a:gd name="T28" fmla="*/ 121 w 1087"/>
                  <a:gd name="T29" fmla="*/ 535 h 807"/>
                  <a:gd name="T30" fmla="*/ 141 w 1087"/>
                  <a:gd name="T31" fmla="*/ 572 h 807"/>
                  <a:gd name="T32" fmla="*/ 156 w 1087"/>
                  <a:gd name="T33" fmla="*/ 557 h 807"/>
                  <a:gd name="T34" fmla="*/ 197 w 1087"/>
                  <a:gd name="T35" fmla="*/ 572 h 807"/>
                  <a:gd name="T36" fmla="*/ 207 w 1087"/>
                  <a:gd name="T37" fmla="*/ 606 h 807"/>
                  <a:gd name="T38" fmla="*/ 250 w 1087"/>
                  <a:gd name="T39" fmla="*/ 633 h 807"/>
                  <a:gd name="T40" fmla="*/ 301 w 1087"/>
                  <a:gd name="T41" fmla="*/ 672 h 807"/>
                  <a:gd name="T42" fmla="*/ 338 w 1087"/>
                  <a:gd name="T43" fmla="*/ 676 h 807"/>
                  <a:gd name="T44" fmla="*/ 428 w 1087"/>
                  <a:gd name="T45" fmla="*/ 677 h 807"/>
                  <a:gd name="T46" fmla="*/ 464 w 1087"/>
                  <a:gd name="T47" fmla="*/ 681 h 807"/>
                  <a:gd name="T48" fmla="*/ 508 w 1087"/>
                  <a:gd name="T49" fmla="*/ 686 h 807"/>
                  <a:gd name="T50" fmla="*/ 535 w 1087"/>
                  <a:gd name="T51" fmla="*/ 683 h 807"/>
                  <a:gd name="T52" fmla="*/ 574 w 1087"/>
                  <a:gd name="T53" fmla="*/ 672 h 807"/>
                  <a:gd name="T54" fmla="*/ 606 w 1087"/>
                  <a:gd name="T55" fmla="*/ 700 h 807"/>
                  <a:gd name="T56" fmla="*/ 622 w 1087"/>
                  <a:gd name="T57" fmla="*/ 730 h 807"/>
                  <a:gd name="T58" fmla="*/ 778 w 1087"/>
                  <a:gd name="T59" fmla="*/ 786 h 807"/>
                  <a:gd name="T60" fmla="*/ 769 w 1087"/>
                  <a:gd name="T61" fmla="*/ 766 h 807"/>
                  <a:gd name="T62" fmla="*/ 779 w 1087"/>
                  <a:gd name="T63" fmla="*/ 718 h 807"/>
                  <a:gd name="T64" fmla="*/ 783 w 1087"/>
                  <a:gd name="T65" fmla="*/ 684 h 807"/>
                  <a:gd name="T66" fmla="*/ 795 w 1087"/>
                  <a:gd name="T67" fmla="*/ 652 h 807"/>
                  <a:gd name="T68" fmla="*/ 820 w 1087"/>
                  <a:gd name="T69" fmla="*/ 613 h 807"/>
                  <a:gd name="T70" fmla="*/ 835 w 1087"/>
                  <a:gd name="T71" fmla="*/ 601 h 807"/>
                  <a:gd name="T72" fmla="*/ 842 w 1087"/>
                  <a:gd name="T73" fmla="*/ 587 h 807"/>
                  <a:gd name="T74" fmla="*/ 846 w 1087"/>
                  <a:gd name="T75" fmla="*/ 554 h 807"/>
                  <a:gd name="T76" fmla="*/ 875 w 1087"/>
                  <a:gd name="T77" fmla="*/ 514 h 807"/>
                  <a:gd name="T78" fmla="*/ 875 w 1087"/>
                  <a:gd name="T79" fmla="*/ 504 h 807"/>
                  <a:gd name="T80" fmla="*/ 888 w 1087"/>
                  <a:gd name="T81" fmla="*/ 486 h 807"/>
                  <a:gd name="T82" fmla="*/ 880 w 1087"/>
                  <a:gd name="T83" fmla="*/ 467 h 807"/>
                  <a:gd name="T84" fmla="*/ 900 w 1087"/>
                  <a:gd name="T85" fmla="*/ 457 h 807"/>
                  <a:gd name="T86" fmla="*/ 907 w 1087"/>
                  <a:gd name="T87" fmla="*/ 447 h 807"/>
                  <a:gd name="T88" fmla="*/ 931 w 1087"/>
                  <a:gd name="T89" fmla="*/ 411 h 807"/>
                  <a:gd name="T90" fmla="*/ 956 w 1087"/>
                  <a:gd name="T91" fmla="*/ 390 h 807"/>
                  <a:gd name="T92" fmla="*/ 993 w 1087"/>
                  <a:gd name="T93" fmla="*/ 365 h 807"/>
                  <a:gd name="T94" fmla="*/ 995 w 1087"/>
                  <a:gd name="T95" fmla="*/ 336 h 807"/>
                  <a:gd name="T96" fmla="*/ 1029 w 1087"/>
                  <a:gd name="T97" fmla="*/ 285 h 807"/>
                  <a:gd name="T98" fmla="*/ 1039 w 1087"/>
                  <a:gd name="T99" fmla="*/ 236 h 807"/>
                  <a:gd name="T100" fmla="*/ 1049 w 1087"/>
                  <a:gd name="T101" fmla="*/ 165 h 807"/>
                  <a:gd name="T102" fmla="*/ 1061 w 1087"/>
                  <a:gd name="T103" fmla="*/ 126 h 807"/>
                  <a:gd name="T104" fmla="*/ 1073 w 1087"/>
                  <a:gd name="T105" fmla="*/ 75 h 807"/>
                  <a:gd name="T106" fmla="*/ 710 w 1087"/>
                  <a:gd name="T107" fmla="*/ 384 h 807"/>
                  <a:gd name="T108" fmla="*/ 708 w 1087"/>
                  <a:gd name="T109" fmla="*/ 397 h 807"/>
                  <a:gd name="T110" fmla="*/ 703 w 1087"/>
                  <a:gd name="T111" fmla="*/ 397 h 807"/>
                  <a:gd name="T112" fmla="*/ 691 w 1087"/>
                  <a:gd name="T113" fmla="*/ 504 h 807"/>
                  <a:gd name="T114" fmla="*/ 705 w 1087"/>
                  <a:gd name="T115" fmla="*/ 623 h 807"/>
                  <a:gd name="T116" fmla="*/ 696 w 1087"/>
                  <a:gd name="T117" fmla="*/ 642 h 807"/>
                  <a:gd name="T118" fmla="*/ 693 w 1087"/>
                  <a:gd name="T119" fmla="*/ 669 h 807"/>
                  <a:gd name="T120" fmla="*/ 671 w 1087"/>
                  <a:gd name="T121" fmla="*/ 652 h 807"/>
                  <a:gd name="T122" fmla="*/ 672 w 1087"/>
                  <a:gd name="T123" fmla="*/ 620 h 807"/>
                  <a:gd name="T124" fmla="*/ 710 w 1087"/>
                  <a:gd name="T125" fmla="*/ 613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87" h="807">
                    <a:moveTo>
                      <a:pt x="1087" y="44"/>
                    </a:moveTo>
                    <a:lnTo>
                      <a:pt x="1083" y="41"/>
                    </a:lnTo>
                    <a:lnTo>
                      <a:pt x="1083" y="39"/>
                    </a:lnTo>
                    <a:lnTo>
                      <a:pt x="1082" y="30"/>
                    </a:lnTo>
                    <a:lnTo>
                      <a:pt x="1082" y="27"/>
                    </a:lnTo>
                    <a:lnTo>
                      <a:pt x="1083" y="15"/>
                    </a:lnTo>
                    <a:lnTo>
                      <a:pt x="1083" y="10"/>
                    </a:lnTo>
                    <a:lnTo>
                      <a:pt x="1083" y="8"/>
                    </a:lnTo>
                    <a:lnTo>
                      <a:pt x="1082" y="5"/>
                    </a:lnTo>
                    <a:lnTo>
                      <a:pt x="1082" y="3"/>
                    </a:lnTo>
                    <a:lnTo>
                      <a:pt x="1078" y="3"/>
                    </a:lnTo>
                    <a:lnTo>
                      <a:pt x="1077" y="0"/>
                    </a:lnTo>
                    <a:lnTo>
                      <a:pt x="1073" y="3"/>
                    </a:lnTo>
                    <a:lnTo>
                      <a:pt x="1066" y="8"/>
                    </a:lnTo>
                    <a:lnTo>
                      <a:pt x="1063" y="10"/>
                    </a:lnTo>
                    <a:lnTo>
                      <a:pt x="1061" y="8"/>
                    </a:lnTo>
                    <a:lnTo>
                      <a:pt x="1060" y="8"/>
                    </a:lnTo>
                    <a:lnTo>
                      <a:pt x="1053" y="10"/>
                    </a:lnTo>
                    <a:lnTo>
                      <a:pt x="1051" y="10"/>
                    </a:lnTo>
                    <a:lnTo>
                      <a:pt x="1049" y="10"/>
                    </a:lnTo>
                    <a:lnTo>
                      <a:pt x="1048" y="12"/>
                    </a:lnTo>
                    <a:lnTo>
                      <a:pt x="1048" y="12"/>
                    </a:lnTo>
                    <a:lnTo>
                      <a:pt x="1048" y="14"/>
                    </a:lnTo>
                    <a:lnTo>
                      <a:pt x="1048" y="14"/>
                    </a:lnTo>
                    <a:lnTo>
                      <a:pt x="1048" y="14"/>
                    </a:lnTo>
                    <a:lnTo>
                      <a:pt x="1046" y="14"/>
                    </a:lnTo>
                    <a:lnTo>
                      <a:pt x="1044" y="17"/>
                    </a:lnTo>
                    <a:lnTo>
                      <a:pt x="1043" y="19"/>
                    </a:lnTo>
                    <a:lnTo>
                      <a:pt x="1043" y="19"/>
                    </a:lnTo>
                    <a:lnTo>
                      <a:pt x="1041" y="19"/>
                    </a:lnTo>
                    <a:lnTo>
                      <a:pt x="1041" y="19"/>
                    </a:lnTo>
                    <a:lnTo>
                      <a:pt x="1039" y="17"/>
                    </a:lnTo>
                    <a:lnTo>
                      <a:pt x="1039" y="17"/>
                    </a:lnTo>
                    <a:lnTo>
                      <a:pt x="1039" y="17"/>
                    </a:lnTo>
                    <a:lnTo>
                      <a:pt x="1034" y="17"/>
                    </a:lnTo>
                    <a:lnTo>
                      <a:pt x="1034" y="17"/>
                    </a:lnTo>
                    <a:lnTo>
                      <a:pt x="1032" y="17"/>
                    </a:lnTo>
                    <a:lnTo>
                      <a:pt x="1027" y="17"/>
                    </a:lnTo>
                    <a:lnTo>
                      <a:pt x="1027" y="17"/>
                    </a:lnTo>
                    <a:lnTo>
                      <a:pt x="1026" y="15"/>
                    </a:lnTo>
                    <a:lnTo>
                      <a:pt x="1024" y="15"/>
                    </a:lnTo>
                    <a:lnTo>
                      <a:pt x="1021" y="15"/>
                    </a:lnTo>
                    <a:lnTo>
                      <a:pt x="1021" y="15"/>
                    </a:lnTo>
                    <a:lnTo>
                      <a:pt x="1021" y="15"/>
                    </a:lnTo>
                    <a:lnTo>
                      <a:pt x="1019" y="17"/>
                    </a:lnTo>
                    <a:lnTo>
                      <a:pt x="1019" y="17"/>
                    </a:lnTo>
                    <a:lnTo>
                      <a:pt x="1017" y="17"/>
                    </a:lnTo>
                    <a:lnTo>
                      <a:pt x="1015" y="19"/>
                    </a:lnTo>
                    <a:lnTo>
                      <a:pt x="1014" y="19"/>
                    </a:lnTo>
                    <a:lnTo>
                      <a:pt x="1012" y="19"/>
                    </a:lnTo>
                    <a:lnTo>
                      <a:pt x="1012" y="19"/>
                    </a:lnTo>
                    <a:lnTo>
                      <a:pt x="1012" y="19"/>
                    </a:lnTo>
                    <a:lnTo>
                      <a:pt x="1004" y="15"/>
                    </a:lnTo>
                    <a:lnTo>
                      <a:pt x="1002" y="15"/>
                    </a:lnTo>
                    <a:lnTo>
                      <a:pt x="1000" y="14"/>
                    </a:lnTo>
                    <a:lnTo>
                      <a:pt x="1000" y="14"/>
                    </a:lnTo>
                    <a:lnTo>
                      <a:pt x="1000" y="14"/>
                    </a:lnTo>
                    <a:lnTo>
                      <a:pt x="998" y="14"/>
                    </a:lnTo>
                    <a:lnTo>
                      <a:pt x="998" y="14"/>
                    </a:lnTo>
                    <a:lnTo>
                      <a:pt x="998" y="14"/>
                    </a:lnTo>
                    <a:lnTo>
                      <a:pt x="998" y="15"/>
                    </a:lnTo>
                    <a:lnTo>
                      <a:pt x="998" y="15"/>
                    </a:lnTo>
                    <a:lnTo>
                      <a:pt x="998" y="15"/>
                    </a:lnTo>
                    <a:lnTo>
                      <a:pt x="997" y="17"/>
                    </a:lnTo>
                    <a:lnTo>
                      <a:pt x="997" y="17"/>
                    </a:lnTo>
                    <a:lnTo>
                      <a:pt x="995" y="17"/>
                    </a:lnTo>
                    <a:lnTo>
                      <a:pt x="995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4"/>
                    </a:lnTo>
                    <a:lnTo>
                      <a:pt x="993" y="14"/>
                    </a:lnTo>
                    <a:lnTo>
                      <a:pt x="993" y="12"/>
                    </a:lnTo>
                    <a:lnTo>
                      <a:pt x="992" y="12"/>
                    </a:lnTo>
                    <a:lnTo>
                      <a:pt x="990" y="10"/>
                    </a:lnTo>
                    <a:lnTo>
                      <a:pt x="990" y="10"/>
                    </a:lnTo>
                    <a:lnTo>
                      <a:pt x="990" y="10"/>
                    </a:lnTo>
                    <a:lnTo>
                      <a:pt x="988" y="10"/>
                    </a:lnTo>
                    <a:lnTo>
                      <a:pt x="988" y="10"/>
                    </a:lnTo>
                    <a:lnTo>
                      <a:pt x="985" y="14"/>
                    </a:lnTo>
                    <a:lnTo>
                      <a:pt x="985" y="14"/>
                    </a:lnTo>
                    <a:lnTo>
                      <a:pt x="983" y="14"/>
                    </a:lnTo>
                    <a:lnTo>
                      <a:pt x="983" y="17"/>
                    </a:lnTo>
                    <a:lnTo>
                      <a:pt x="982" y="17"/>
                    </a:lnTo>
                    <a:lnTo>
                      <a:pt x="982" y="19"/>
                    </a:lnTo>
                    <a:lnTo>
                      <a:pt x="982" y="19"/>
                    </a:lnTo>
                    <a:lnTo>
                      <a:pt x="980" y="19"/>
                    </a:lnTo>
                    <a:lnTo>
                      <a:pt x="978" y="20"/>
                    </a:lnTo>
                    <a:lnTo>
                      <a:pt x="973" y="20"/>
                    </a:lnTo>
                    <a:lnTo>
                      <a:pt x="973" y="20"/>
                    </a:lnTo>
                    <a:lnTo>
                      <a:pt x="971" y="20"/>
                    </a:lnTo>
                    <a:lnTo>
                      <a:pt x="970" y="22"/>
                    </a:lnTo>
                    <a:lnTo>
                      <a:pt x="968" y="24"/>
                    </a:lnTo>
                    <a:lnTo>
                      <a:pt x="968" y="25"/>
                    </a:lnTo>
                    <a:lnTo>
                      <a:pt x="966" y="25"/>
                    </a:lnTo>
                    <a:lnTo>
                      <a:pt x="966" y="25"/>
                    </a:lnTo>
                    <a:lnTo>
                      <a:pt x="966" y="25"/>
                    </a:lnTo>
                    <a:lnTo>
                      <a:pt x="963" y="25"/>
                    </a:lnTo>
                    <a:lnTo>
                      <a:pt x="961" y="25"/>
                    </a:lnTo>
                    <a:lnTo>
                      <a:pt x="961" y="25"/>
                    </a:lnTo>
                    <a:lnTo>
                      <a:pt x="951" y="30"/>
                    </a:lnTo>
                    <a:lnTo>
                      <a:pt x="951" y="30"/>
                    </a:lnTo>
                    <a:lnTo>
                      <a:pt x="949" y="32"/>
                    </a:lnTo>
                    <a:lnTo>
                      <a:pt x="948" y="32"/>
                    </a:lnTo>
                    <a:lnTo>
                      <a:pt x="948" y="34"/>
                    </a:lnTo>
                    <a:lnTo>
                      <a:pt x="946" y="34"/>
                    </a:lnTo>
                    <a:lnTo>
                      <a:pt x="946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6"/>
                    </a:lnTo>
                    <a:lnTo>
                      <a:pt x="942" y="36"/>
                    </a:lnTo>
                    <a:lnTo>
                      <a:pt x="946" y="39"/>
                    </a:lnTo>
                    <a:lnTo>
                      <a:pt x="946" y="39"/>
                    </a:lnTo>
                    <a:lnTo>
                      <a:pt x="946" y="41"/>
                    </a:lnTo>
                    <a:lnTo>
                      <a:pt x="948" y="42"/>
                    </a:lnTo>
                    <a:lnTo>
                      <a:pt x="948" y="42"/>
                    </a:lnTo>
                    <a:lnTo>
                      <a:pt x="948" y="42"/>
                    </a:lnTo>
                    <a:lnTo>
                      <a:pt x="949" y="44"/>
                    </a:lnTo>
                    <a:lnTo>
                      <a:pt x="953" y="47"/>
                    </a:lnTo>
                    <a:lnTo>
                      <a:pt x="953" y="47"/>
                    </a:lnTo>
                    <a:lnTo>
                      <a:pt x="953" y="47"/>
                    </a:lnTo>
                    <a:lnTo>
                      <a:pt x="953" y="49"/>
                    </a:lnTo>
                    <a:lnTo>
                      <a:pt x="953" y="49"/>
                    </a:lnTo>
                    <a:lnTo>
                      <a:pt x="951" y="51"/>
                    </a:lnTo>
                    <a:lnTo>
                      <a:pt x="951" y="51"/>
                    </a:lnTo>
                    <a:lnTo>
                      <a:pt x="951" y="51"/>
                    </a:lnTo>
                    <a:lnTo>
                      <a:pt x="951" y="53"/>
                    </a:lnTo>
                    <a:lnTo>
                      <a:pt x="951" y="54"/>
                    </a:lnTo>
                    <a:lnTo>
                      <a:pt x="951" y="56"/>
                    </a:lnTo>
                    <a:lnTo>
                      <a:pt x="951" y="58"/>
                    </a:lnTo>
                    <a:lnTo>
                      <a:pt x="951" y="58"/>
                    </a:lnTo>
                    <a:lnTo>
                      <a:pt x="949" y="61"/>
                    </a:lnTo>
                    <a:lnTo>
                      <a:pt x="949" y="61"/>
                    </a:lnTo>
                    <a:lnTo>
                      <a:pt x="949" y="63"/>
                    </a:lnTo>
                    <a:lnTo>
                      <a:pt x="949" y="64"/>
                    </a:lnTo>
                    <a:lnTo>
                      <a:pt x="949" y="64"/>
                    </a:lnTo>
                    <a:lnTo>
                      <a:pt x="948" y="64"/>
                    </a:lnTo>
                    <a:lnTo>
                      <a:pt x="948" y="64"/>
                    </a:lnTo>
                    <a:lnTo>
                      <a:pt x="948" y="66"/>
                    </a:lnTo>
                    <a:lnTo>
                      <a:pt x="948" y="66"/>
                    </a:lnTo>
                    <a:lnTo>
                      <a:pt x="948" y="66"/>
                    </a:lnTo>
                    <a:lnTo>
                      <a:pt x="946" y="66"/>
                    </a:lnTo>
                    <a:lnTo>
                      <a:pt x="946" y="66"/>
                    </a:lnTo>
                    <a:lnTo>
                      <a:pt x="944" y="66"/>
                    </a:lnTo>
                    <a:lnTo>
                      <a:pt x="944" y="66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37" y="66"/>
                    </a:lnTo>
                    <a:lnTo>
                      <a:pt x="936" y="66"/>
                    </a:lnTo>
                    <a:lnTo>
                      <a:pt x="936" y="66"/>
                    </a:lnTo>
                    <a:lnTo>
                      <a:pt x="936" y="66"/>
                    </a:lnTo>
                    <a:lnTo>
                      <a:pt x="934" y="66"/>
                    </a:lnTo>
                    <a:lnTo>
                      <a:pt x="934" y="66"/>
                    </a:lnTo>
                    <a:lnTo>
                      <a:pt x="934" y="68"/>
                    </a:lnTo>
                    <a:lnTo>
                      <a:pt x="934" y="68"/>
                    </a:lnTo>
                    <a:lnTo>
                      <a:pt x="932" y="71"/>
                    </a:lnTo>
                    <a:lnTo>
                      <a:pt x="932" y="71"/>
                    </a:lnTo>
                    <a:lnTo>
                      <a:pt x="932" y="71"/>
                    </a:lnTo>
                    <a:lnTo>
                      <a:pt x="931" y="71"/>
                    </a:lnTo>
                    <a:lnTo>
                      <a:pt x="931" y="71"/>
                    </a:lnTo>
                    <a:lnTo>
                      <a:pt x="931" y="71"/>
                    </a:lnTo>
                    <a:lnTo>
                      <a:pt x="931" y="70"/>
                    </a:lnTo>
                    <a:lnTo>
                      <a:pt x="929" y="70"/>
                    </a:lnTo>
                    <a:lnTo>
                      <a:pt x="929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4" y="64"/>
                    </a:lnTo>
                    <a:lnTo>
                      <a:pt x="924" y="64"/>
                    </a:lnTo>
                    <a:lnTo>
                      <a:pt x="922" y="64"/>
                    </a:lnTo>
                    <a:lnTo>
                      <a:pt x="922" y="64"/>
                    </a:lnTo>
                    <a:lnTo>
                      <a:pt x="920" y="64"/>
                    </a:lnTo>
                    <a:lnTo>
                      <a:pt x="919" y="66"/>
                    </a:lnTo>
                    <a:lnTo>
                      <a:pt x="917" y="68"/>
                    </a:lnTo>
                    <a:lnTo>
                      <a:pt x="917" y="68"/>
                    </a:lnTo>
                    <a:lnTo>
                      <a:pt x="915" y="68"/>
                    </a:lnTo>
                    <a:lnTo>
                      <a:pt x="915" y="68"/>
                    </a:lnTo>
                    <a:lnTo>
                      <a:pt x="914" y="68"/>
                    </a:lnTo>
                    <a:lnTo>
                      <a:pt x="914" y="68"/>
                    </a:lnTo>
                    <a:lnTo>
                      <a:pt x="912" y="70"/>
                    </a:lnTo>
                    <a:lnTo>
                      <a:pt x="912" y="70"/>
                    </a:lnTo>
                    <a:lnTo>
                      <a:pt x="910" y="70"/>
                    </a:lnTo>
                    <a:lnTo>
                      <a:pt x="910" y="70"/>
                    </a:lnTo>
                    <a:lnTo>
                      <a:pt x="909" y="70"/>
                    </a:lnTo>
                    <a:lnTo>
                      <a:pt x="909" y="70"/>
                    </a:lnTo>
                    <a:lnTo>
                      <a:pt x="909" y="70"/>
                    </a:lnTo>
                    <a:lnTo>
                      <a:pt x="909" y="71"/>
                    </a:lnTo>
                    <a:lnTo>
                      <a:pt x="907" y="75"/>
                    </a:lnTo>
                    <a:lnTo>
                      <a:pt x="905" y="76"/>
                    </a:lnTo>
                    <a:lnTo>
                      <a:pt x="905" y="78"/>
                    </a:lnTo>
                    <a:lnTo>
                      <a:pt x="905" y="80"/>
                    </a:lnTo>
                    <a:lnTo>
                      <a:pt x="905" y="80"/>
                    </a:lnTo>
                    <a:lnTo>
                      <a:pt x="903" y="81"/>
                    </a:lnTo>
                    <a:lnTo>
                      <a:pt x="902" y="81"/>
                    </a:lnTo>
                    <a:lnTo>
                      <a:pt x="902" y="83"/>
                    </a:lnTo>
                    <a:lnTo>
                      <a:pt x="900" y="85"/>
                    </a:lnTo>
                    <a:lnTo>
                      <a:pt x="900" y="85"/>
                    </a:lnTo>
                    <a:lnTo>
                      <a:pt x="898" y="85"/>
                    </a:lnTo>
                    <a:lnTo>
                      <a:pt x="898" y="87"/>
                    </a:lnTo>
                    <a:lnTo>
                      <a:pt x="897" y="87"/>
                    </a:lnTo>
                    <a:lnTo>
                      <a:pt x="897" y="87"/>
                    </a:lnTo>
                    <a:lnTo>
                      <a:pt x="895" y="88"/>
                    </a:lnTo>
                    <a:lnTo>
                      <a:pt x="893" y="88"/>
                    </a:lnTo>
                    <a:lnTo>
                      <a:pt x="893" y="88"/>
                    </a:lnTo>
                    <a:lnTo>
                      <a:pt x="892" y="88"/>
                    </a:lnTo>
                    <a:lnTo>
                      <a:pt x="890" y="87"/>
                    </a:lnTo>
                    <a:lnTo>
                      <a:pt x="890" y="87"/>
                    </a:lnTo>
                    <a:lnTo>
                      <a:pt x="890" y="85"/>
                    </a:lnTo>
                    <a:lnTo>
                      <a:pt x="890" y="83"/>
                    </a:lnTo>
                    <a:lnTo>
                      <a:pt x="888" y="83"/>
                    </a:lnTo>
                    <a:lnTo>
                      <a:pt x="888" y="83"/>
                    </a:lnTo>
                    <a:lnTo>
                      <a:pt x="888" y="80"/>
                    </a:lnTo>
                    <a:lnTo>
                      <a:pt x="888" y="76"/>
                    </a:lnTo>
                    <a:lnTo>
                      <a:pt x="886" y="76"/>
                    </a:lnTo>
                    <a:lnTo>
                      <a:pt x="886" y="75"/>
                    </a:lnTo>
                    <a:lnTo>
                      <a:pt x="886" y="75"/>
                    </a:lnTo>
                    <a:lnTo>
                      <a:pt x="888" y="75"/>
                    </a:lnTo>
                    <a:lnTo>
                      <a:pt x="886" y="73"/>
                    </a:lnTo>
                    <a:lnTo>
                      <a:pt x="885" y="68"/>
                    </a:lnTo>
                    <a:lnTo>
                      <a:pt x="880" y="64"/>
                    </a:lnTo>
                    <a:lnTo>
                      <a:pt x="876" y="61"/>
                    </a:lnTo>
                    <a:lnTo>
                      <a:pt x="875" y="61"/>
                    </a:lnTo>
                    <a:lnTo>
                      <a:pt x="873" y="61"/>
                    </a:lnTo>
                    <a:lnTo>
                      <a:pt x="869" y="59"/>
                    </a:lnTo>
                    <a:lnTo>
                      <a:pt x="868" y="59"/>
                    </a:lnTo>
                    <a:lnTo>
                      <a:pt x="866" y="59"/>
                    </a:lnTo>
                    <a:lnTo>
                      <a:pt x="866" y="58"/>
                    </a:lnTo>
                    <a:lnTo>
                      <a:pt x="866" y="56"/>
                    </a:lnTo>
                    <a:lnTo>
                      <a:pt x="866" y="53"/>
                    </a:lnTo>
                    <a:lnTo>
                      <a:pt x="864" y="51"/>
                    </a:lnTo>
                    <a:lnTo>
                      <a:pt x="863" y="51"/>
                    </a:lnTo>
                    <a:lnTo>
                      <a:pt x="861" y="51"/>
                    </a:lnTo>
                    <a:lnTo>
                      <a:pt x="859" y="51"/>
                    </a:lnTo>
                    <a:lnTo>
                      <a:pt x="858" y="49"/>
                    </a:lnTo>
                    <a:lnTo>
                      <a:pt x="856" y="47"/>
                    </a:lnTo>
                    <a:lnTo>
                      <a:pt x="856" y="47"/>
                    </a:lnTo>
                    <a:lnTo>
                      <a:pt x="851" y="46"/>
                    </a:lnTo>
                    <a:lnTo>
                      <a:pt x="849" y="46"/>
                    </a:lnTo>
                    <a:lnTo>
                      <a:pt x="846" y="44"/>
                    </a:lnTo>
                    <a:lnTo>
                      <a:pt x="842" y="42"/>
                    </a:lnTo>
                    <a:lnTo>
                      <a:pt x="839" y="42"/>
                    </a:lnTo>
                    <a:lnTo>
                      <a:pt x="832" y="44"/>
                    </a:lnTo>
                    <a:lnTo>
                      <a:pt x="829" y="44"/>
                    </a:lnTo>
                    <a:lnTo>
                      <a:pt x="817" y="44"/>
                    </a:lnTo>
                    <a:lnTo>
                      <a:pt x="813" y="44"/>
                    </a:lnTo>
                    <a:lnTo>
                      <a:pt x="810" y="42"/>
                    </a:lnTo>
                    <a:lnTo>
                      <a:pt x="805" y="37"/>
                    </a:lnTo>
                    <a:lnTo>
                      <a:pt x="803" y="34"/>
                    </a:lnTo>
                    <a:lnTo>
                      <a:pt x="800" y="34"/>
                    </a:lnTo>
                    <a:lnTo>
                      <a:pt x="798" y="34"/>
                    </a:lnTo>
                    <a:lnTo>
                      <a:pt x="796" y="36"/>
                    </a:lnTo>
                    <a:lnTo>
                      <a:pt x="795" y="36"/>
                    </a:lnTo>
                    <a:lnTo>
                      <a:pt x="790" y="36"/>
                    </a:lnTo>
                    <a:lnTo>
                      <a:pt x="788" y="36"/>
                    </a:lnTo>
                    <a:lnTo>
                      <a:pt x="783" y="37"/>
                    </a:lnTo>
                    <a:lnTo>
                      <a:pt x="779" y="37"/>
                    </a:lnTo>
                    <a:lnTo>
                      <a:pt x="776" y="39"/>
                    </a:lnTo>
                    <a:lnTo>
                      <a:pt x="774" y="39"/>
                    </a:lnTo>
                    <a:lnTo>
                      <a:pt x="773" y="39"/>
                    </a:lnTo>
                    <a:lnTo>
                      <a:pt x="771" y="39"/>
                    </a:lnTo>
                    <a:lnTo>
                      <a:pt x="766" y="41"/>
                    </a:lnTo>
                    <a:lnTo>
                      <a:pt x="764" y="39"/>
                    </a:lnTo>
                    <a:lnTo>
                      <a:pt x="754" y="41"/>
                    </a:lnTo>
                    <a:lnTo>
                      <a:pt x="752" y="41"/>
                    </a:lnTo>
                    <a:lnTo>
                      <a:pt x="751" y="41"/>
                    </a:lnTo>
                    <a:lnTo>
                      <a:pt x="749" y="42"/>
                    </a:lnTo>
                    <a:lnTo>
                      <a:pt x="747" y="41"/>
                    </a:lnTo>
                    <a:lnTo>
                      <a:pt x="747" y="41"/>
                    </a:lnTo>
                    <a:lnTo>
                      <a:pt x="744" y="41"/>
                    </a:lnTo>
                    <a:lnTo>
                      <a:pt x="742" y="41"/>
                    </a:lnTo>
                    <a:lnTo>
                      <a:pt x="742" y="39"/>
                    </a:lnTo>
                    <a:lnTo>
                      <a:pt x="740" y="37"/>
                    </a:lnTo>
                    <a:lnTo>
                      <a:pt x="740" y="37"/>
                    </a:lnTo>
                    <a:lnTo>
                      <a:pt x="739" y="37"/>
                    </a:lnTo>
                    <a:lnTo>
                      <a:pt x="730" y="37"/>
                    </a:lnTo>
                    <a:lnTo>
                      <a:pt x="729" y="39"/>
                    </a:lnTo>
                    <a:lnTo>
                      <a:pt x="725" y="44"/>
                    </a:lnTo>
                    <a:lnTo>
                      <a:pt x="725" y="46"/>
                    </a:lnTo>
                    <a:lnTo>
                      <a:pt x="723" y="47"/>
                    </a:lnTo>
                    <a:lnTo>
                      <a:pt x="722" y="47"/>
                    </a:lnTo>
                    <a:lnTo>
                      <a:pt x="712" y="51"/>
                    </a:lnTo>
                    <a:lnTo>
                      <a:pt x="712" y="51"/>
                    </a:lnTo>
                    <a:lnTo>
                      <a:pt x="712" y="53"/>
                    </a:lnTo>
                    <a:lnTo>
                      <a:pt x="710" y="53"/>
                    </a:lnTo>
                    <a:lnTo>
                      <a:pt x="708" y="54"/>
                    </a:lnTo>
                    <a:lnTo>
                      <a:pt x="706" y="54"/>
                    </a:lnTo>
                    <a:lnTo>
                      <a:pt x="706" y="56"/>
                    </a:lnTo>
                    <a:lnTo>
                      <a:pt x="706" y="56"/>
                    </a:lnTo>
                    <a:lnTo>
                      <a:pt x="705" y="58"/>
                    </a:lnTo>
                    <a:lnTo>
                      <a:pt x="703" y="58"/>
                    </a:lnTo>
                    <a:lnTo>
                      <a:pt x="701" y="59"/>
                    </a:lnTo>
                    <a:lnTo>
                      <a:pt x="700" y="59"/>
                    </a:lnTo>
                    <a:lnTo>
                      <a:pt x="698" y="59"/>
                    </a:lnTo>
                    <a:lnTo>
                      <a:pt x="696" y="61"/>
                    </a:lnTo>
                    <a:lnTo>
                      <a:pt x="696" y="63"/>
                    </a:lnTo>
                    <a:lnTo>
                      <a:pt x="695" y="66"/>
                    </a:lnTo>
                    <a:lnTo>
                      <a:pt x="695" y="68"/>
                    </a:lnTo>
                    <a:lnTo>
                      <a:pt x="693" y="70"/>
                    </a:lnTo>
                    <a:lnTo>
                      <a:pt x="691" y="71"/>
                    </a:lnTo>
                    <a:lnTo>
                      <a:pt x="688" y="71"/>
                    </a:lnTo>
                    <a:lnTo>
                      <a:pt x="686" y="75"/>
                    </a:lnTo>
                    <a:lnTo>
                      <a:pt x="686" y="75"/>
                    </a:lnTo>
                    <a:lnTo>
                      <a:pt x="0" y="75"/>
                    </a:lnTo>
                    <a:lnTo>
                      <a:pt x="0" y="506"/>
                    </a:lnTo>
                    <a:lnTo>
                      <a:pt x="2" y="509"/>
                    </a:lnTo>
                    <a:lnTo>
                      <a:pt x="3" y="509"/>
                    </a:lnTo>
                    <a:lnTo>
                      <a:pt x="12" y="509"/>
                    </a:lnTo>
                    <a:lnTo>
                      <a:pt x="14" y="511"/>
                    </a:lnTo>
                    <a:lnTo>
                      <a:pt x="14" y="511"/>
                    </a:lnTo>
                    <a:lnTo>
                      <a:pt x="15" y="511"/>
                    </a:lnTo>
                    <a:lnTo>
                      <a:pt x="15" y="513"/>
                    </a:lnTo>
                    <a:lnTo>
                      <a:pt x="17" y="513"/>
                    </a:lnTo>
                    <a:lnTo>
                      <a:pt x="19" y="513"/>
                    </a:lnTo>
                    <a:lnTo>
                      <a:pt x="19" y="511"/>
                    </a:lnTo>
                    <a:lnTo>
                      <a:pt x="20" y="511"/>
                    </a:lnTo>
                    <a:lnTo>
                      <a:pt x="20" y="511"/>
                    </a:lnTo>
                    <a:lnTo>
                      <a:pt x="22" y="511"/>
                    </a:lnTo>
                    <a:lnTo>
                      <a:pt x="22" y="511"/>
                    </a:lnTo>
                    <a:lnTo>
                      <a:pt x="22" y="513"/>
                    </a:lnTo>
                    <a:lnTo>
                      <a:pt x="24" y="513"/>
                    </a:lnTo>
                    <a:lnTo>
                      <a:pt x="24" y="513"/>
                    </a:lnTo>
                    <a:lnTo>
                      <a:pt x="26" y="514"/>
                    </a:lnTo>
                    <a:lnTo>
                      <a:pt x="26" y="514"/>
                    </a:lnTo>
                    <a:lnTo>
                      <a:pt x="27" y="516"/>
                    </a:lnTo>
                    <a:lnTo>
                      <a:pt x="27" y="516"/>
                    </a:lnTo>
                    <a:lnTo>
                      <a:pt x="29" y="516"/>
                    </a:lnTo>
                    <a:lnTo>
                      <a:pt x="31" y="516"/>
                    </a:lnTo>
                    <a:lnTo>
                      <a:pt x="34" y="516"/>
                    </a:lnTo>
                    <a:lnTo>
                      <a:pt x="34" y="516"/>
                    </a:lnTo>
                    <a:lnTo>
                      <a:pt x="36" y="518"/>
                    </a:lnTo>
                    <a:lnTo>
                      <a:pt x="37" y="518"/>
                    </a:lnTo>
                    <a:lnTo>
                      <a:pt x="39" y="520"/>
                    </a:lnTo>
                    <a:lnTo>
                      <a:pt x="44" y="520"/>
                    </a:lnTo>
                    <a:lnTo>
                      <a:pt x="44" y="520"/>
                    </a:lnTo>
                    <a:lnTo>
                      <a:pt x="44" y="521"/>
                    </a:lnTo>
                    <a:lnTo>
                      <a:pt x="46" y="523"/>
                    </a:lnTo>
                    <a:lnTo>
                      <a:pt x="46" y="523"/>
                    </a:lnTo>
                    <a:lnTo>
                      <a:pt x="46" y="523"/>
                    </a:lnTo>
                    <a:lnTo>
                      <a:pt x="49" y="523"/>
                    </a:lnTo>
                    <a:lnTo>
                      <a:pt x="49" y="521"/>
                    </a:lnTo>
                    <a:lnTo>
                      <a:pt x="51" y="520"/>
                    </a:lnTo>
                    <a:lnTo>
                      <a:pt x="54" y="518"/>
                    </a:lnTo>
                    <a:lnTo>
                      <a:pt x="56" y="516"/>
                    </a:lnTo>
                    <a:lnTo>
                      <a:pt x="61" y="514"/>
                    </a:lnTo>
                    <a:lnTo>
                      <a:pt x="65" y="513"/>
                    </a:lnTo>
                    <a:lnTo>
                      <a:pt x="66" y="514"/>
                    </a:lnTo>
                    <a:lnTo>
                      <a:pt x="70" y="516"/>
                    </a:lnTo>
                    <a:lnTo>
                      <a:pt x="71" y="516"/>
                    </a:lnTo>
                    <a:lnTo>
                      <a:pt x="76" y="516"/>
                    </a:lnTo>
                    <a:lnTo>
                      <a:pt x="78" y="516"/>
                    </a:lnTo>
                    <a:lnTo>
                      <a:pt x="80" y="514"/>
                    </a:lnTo>
                    <a:lnTo>
                      <a:pt x="80" y="514"/>
                    </a:lnTo>
                    <a:lnTo>
                      <a:pt x="82" y="514"/>
                    </a:lnTo>
                    <a:lnTo>
                      <a:pt x="82" y="514"/>
                    </a:lnTo>
                    <a:lnTo>
                      <a:pt x="83" y="514"/>
                    </a:lnTo>
                    <a:lnTo>
                      <a:pt x="88" y="514"/>
                    </a:lnTo>
                    <a:lnTo>
                      <a:pt x="90" y="514"/>
                    </a:lnTo>
                    <a:lnTo>
                      <a:pt x="92" y="516"/>
                    </a:lnTo>
                    <a:lnTo>
                      <a:pt x="93" y="520"/>
                    </a:lnTo>
                    <a:lnTo>
                      <a:pt x="95" y="520"/>
                    </a:lnTo>
                    <a:lnTo>
                      <a:pt x="97" y="518"/>
                    </a:lnTo>
                    <a:lnTo>
                      <a:pt x="97" y="518"/>
                    </a:lnTo>
                    <a:lnTo>
                      <a:pt x="99" y="518"/>
                    </a:lnTo>
                    <a:lnTo>
                      <a:pt x="100" y="518"/>
                    </a:lnTo>
                    <a:lnTo>
                      <a:pt x="100" y="520"/>
                    </a:lnTo>
                    <a:lnTo>
                      <a:pt x="102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5" y="521"/>
                    </a:lnTo>
                    <a:lnTo>
                      <a:pt x="107" y="521"/>
                    </a:lnTo>
                    <a:lnTo>
                      <a:pt x="107" y="523"/>
                    </a:lnTo>
                    <a:lnTo>
                      <a:pt x="107" y="525"/>
                    </a:lnTo>
                    <a:lnTo>
                      <a:pt x="107" y="528"/>
                    </a:lnTo>
                    <a:lnTo>
                      <a:pt x="109" y="528"/>
                    </a:lnTo>
                    <a:lnTo>
                      <a:pt x="109" y="528"/>
                    </a:lnTo>
                    <a:lnTo>
                      <a:pt x="109" y="528"/>
                    </a:lnTo>
                    <a:lnTo>
                      <a:pt x="110" y="530"/>
                    </a:lnTo>
                    <a:lnTo>
                      <a:pt x="112" y="531"/>
                    </a:lnTo>
                    <a:lnTo>
                      <a:pt x="114" y="533"/>
                    </a:lnTo>
                    <a:lnTo>
                      <a:pt x="116" y="533"/>
                    </a:lnTo>
                    <a:lnTo>
                      <a:pt x="117" y="533"/>
                    </a:lnTo>
                    <a:lnTo>
                      <a:pt x="119" y="533"/>
                    </a:lnTo>
                    <a:lnTo>
                      <a:pt x="121" y="533"/>
                    </a:lnTo>
                    <a:lnTo>
                      <a:pt x="121" y="535"/>
                    </a:lnTo>
                    <a:lnTo>
                      <a:pt x="121" y="537"/>
                    </a:lnTo>
                    <a:lnTo>
                      <a:pt x="119" y="540"/>
                    </a:lnTo>
                    <a:lnTo>
                      <a:pt x="117" y="542"/>
                    </a:lnTo>
                    <a:lnTo>
                      <a:pt x="117" y="543"/>
                    </a:lnTo>
                    <a:lnTo>
                      <a:pt x="119" y="550"/>
                    </a:lnTo>
                    <a:lnTo>
                      <a:pt x="119" y="552"/>
                    </a:lnTo>
                    <a:lnTo>
                      <a:pt x="126" y="555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60"/>
                    </a:lnTo>
                    <a:lnTo>
                      <a:pt x="129" y="562"/>
                    </a:lnTo>
                    <a:lnTo>
                      <a:pt x="131" y="567"/>
                    </a:lnTo>
                    <a:lnTo>
                      <a:pt x="131" y="567"/>
                    </a:lnTo>
                    <a:lnTo>
                      <a:pt x="131" y="569"/>
                    </a:lnTo>
                    <a:lnTo>
                      <a:pt x="131" y="570"/>
                    </a:lnTo>
                    <a:lnTo>
                      <a:pt x="133" y="570"/>
                    </a:lnTo>
                    <a:lnTo>
                      <a:pt x="133" y="570"/>
                    </a:lnTo>
                    <a:lnTo>
                      <a:pt x="134" y="570"/>
                    </a:lnTo>
                    <a:lnTo>
                      <a:pt x="136" y="572"/>
                    </a:lnTo>
                    <a:lnTo>
                      <a:pt x="138" y="572"/>
                    </a:lnTo>
                    <a:lnTo>
                      <a:pt x="138" y="572"/>
                    </a:lnTo>
                    <a:lnTo>
                      <a:pt x="139" y="572"/>
                    </a:lnTo>
                    <a:lnTo>
                      <a:pt x="141" y="572"/>
                    </a:lnTo>
                    <a:lnTo>
                      <a:pt x="141" y="572"/>
                    </a:lnTo>
                    <a:lnTo>
                      <a:pt x="141" y="570"/>
                    </a:lnTo>
                    <a:lnTo>
                      <a:pt x="139" y="569"/>
                    </a:lnTo>
                    <a:lnTo>
                      <a:pt x="139" y="567"/>
                    </a:lnTo>
                    <a:lnTo>
                      <a:pt x="141" y="567"/>
                    </a:lnTo>
                    <a:lnTo>
                      <a:pt x="143" y="567"/>
                    </a:lnTo>
                    <a:lnTo>
                      <a:pt x="144" y="567"/>
                    </a:lnTo>
                    <a:lnTo>
                      <a:pt x="144" y="567"/>
                    </a:lnTo>
                    <a:lnTo>
                      <a:pt x="146" y="567"/>
                    </a:lnTo>
                    <a:lnTo>
                      <a:pt x="146" y="565"/>
                    </a:lnTo>
                    <a:lnTo>
                      <a:pt x="146" y="565"/>
                    </a:lnTo>
                    <a:lnTo>
                      <a:pt x="146" y="565"/>
                    </a:lnTo>
                    <a:lnTo>
                      <a:pt x="146" y="564"/>
                    </a:lnTo>
                    <a:lnTo>
                      <a:pt x="146" y="564"/>
                    </a:lnTo>
                    <a:lnTo>
                      <a:pt x="146" y="562"/>
                    </a:lnTo>
                    <a:lnTo>
                      <a:pt x="146" y="562"/>
                    </a:lnTo>
                    <a:lnTo>
                      <a:pt x="146" y="562"/>
                    </a:lnTo>
                    <a:lnTo>
                      <a:pt x="148" y="559"/>
                    </a:lnTo>
                    <a:lnTo>
                      <a:pt x="148" y="557"/>
                    </a:lnTo>
                    <a:lnTo>
                      <a:pt x="150" y="555"/>
                    </a:lnTo>
                    <a:lnTo>
                      <a:pt x="151" y="555"/>
                    </a:lnTo>
                    <a:lnTo>
                      <a:pt x="153" y="555"/>
                    </a:lnTo>
                    <a:lnTo>
                      <a:pt x="155" y="555"/>
                    </a:lnTo>
                    <a:lnTo>
                      <a:pt x="155" y="555"/>
                    </a:lnTo>
                    <a:lnTo>
                      <a:pt x="155" y="555"/>
                    </a:lnTo>
                    <a:lnTo>
                      <a:pt x="156" y="557"/>
                    </a:lnTo>
                    <a:lnTo>
                      <a:pt x="158" y="557"/>
                    </a:lnTo>
                    <a:lnTo>
                      <a:pt x="160" y="559"/>
                    </a:lnTo>
                    <a:lnTo>
                      <a:pt x="160" y="559"/>
                    </a:lnTo>
                    <a:lnTo>
                      <a:pt x="160" y="560"/>
                    </a:lnTo>
                    <a:lnTo>
                      <a:pt x="161" y="562"/>
                    </a:lnTo>
                    <a:lnTo>
                      <a:pt x="161" y="562"/>
                    </a:lnTo>
                    <a:lnTo>
                      <a:pt x="161" y="564"/>
                    </a:lnTo>
                    <a:lnTo>
                      <a:pt x="165" y="562"/>
                    </a:lnTo>
                    <a:lnTo>
                      <a:pt x="165" y="562"/>
                    </a:lnTo>
                    <a:lnTo>
                      <a:pt x="165" y="560"/>
                    </a:lnTo>
                    <a:lnTo>
                      <a:pt x="166" y="560"/>
                    </a:lnTo>
                    <a:lnTo>
                      <a:pt x="168" y="564"/>
                    </a:lnTo>
                    <a:lnTo>
                      <a:pt x="170" y="564"/>
                    </a:lnTo>
                    <a:lnTo>
                      <a:pt x="172" y="564"/>
                    </a:lnTo>
                    <a:lnTo>
                      <a:pt x="172" y="562"/>
                    </a:lnTo>
                    <a:lnTo>
                      <a:pt x="173" y="562"/>
                    </a:lnTo>
                    <a:lnTo>
                      <a:pt x="177" y="564"/>
                    </a:lnTo>
                    <a:lnTo>
                      <a:pt x="183" y="565"/>
                    </a:lnTo>
                    <a:lnTo>
                      <a:pt x="185" y="565"/>
                    </a:lnTo>
                    <a:lnTo>
                      <a:pt x="190" y="567"/>
                    </a:lnTo>
                    <a:lnTo>
                      <a:pt x="192" y="569"/>
                    </a:lnTo>
                    <a:lnTo>
                      <a:pt x="194" y="569"/>
                    </a:lnTo>
                    <a:lnTo>
                      <a:pt x="195" y="569"/>
                    </a:lnTo>
                    <a:lnTo>
                      <a:pt x="195" y="570"/>
                    </a:lnTo>
                    <a:lnTo>
                      <a:pt x="195" y="572"/>
                    </a:lnTo>
                    <a:lnTo>
                      <a:pt x="197" y="572"/>
                    </a:lnTo>
                    <a:lnTo>
                      <a:pt x="199" y="572"/>
                    </a:lnTo>
                    <a:lnTo>
                      <a:pt x="200" y="572"/>
                    </a:lnTo>
                    <a:lnTo>
                      <a:pt x="202" y="574"/>
                    </a:lnTo>
                    <a:lnTo>
                      <a:pt x="202" y="574"/>
                    </a:lnTo>
                    <a:lnTo>
                      <a:pt x="202" y="576"/>
                    </a:lnTo>
                    <a:lnTo>
                      <a:pt x="202" y="576"/>
                    </a:lnTo>
                    <a:lnTo>
                      <a:pt x="202" y="577"/>
                    </a:lnTo>
                    <a:lnTo>
                      <a:pt x="202" y="579"/>
                    </a:lnTo>
                    <a:lnTo>
                      <a:pt x="202" y="579"/>
                    </a:lnTo>
                    <a:lnTo>
                      <a:pt x="202" y="581"/>
                    </a:lnTo>
                    <a:lnTo>
                      <a:pt x="202" y="581"/>
                    </a:lnTo>
                    <a:lnTo>
                      <a:pt x="200" y="581"/>
                    </a:lnTo>
                    <a:lnTo>
                      <a:pt x="200" y="581"/>
                    </a:lnTo>
                    <a:lnTo>
                      <a:pt x="200" y="582"/>
                    </a:lnTo>
                    <a:lnTo>
                      <a:pt x="200" y="582"/>
                    </a:lnTo>
                    <a:lnTo>
                      <a:pt x="202" y="584"/>
                    </a:lnTo>
                    <a:lnTo>
                      <a:pt x="202" y="584"/>
                    </a:lnTo>
                    <a:lnTo>
                      <a:pt x="202" y="586"/>
                    </a:lnTo>
                    <a:lnTo>
                      <a:pt x="200" y="587"/>
                    </a:lnTo>
                    <a:lnTo>
                      <a:pt x="200" y="587"/>
                    </a:lnTo>
                    <a:lnTo>
                      <a:pt x="200" y="589"/>
                    </a:lnTo>
                    <a:lnTo>
                      <a:pt x="202" y="591"/>
                    </a:lnTo>
                    <a:lnTo>
                      <a:pt x="202" y="596"/>
                    </a:lnTo>
                    <a:lnTo>
                      <a:pt x="204" y="599"/>
                    </a:lnTo>
                    <a:lnTo>
                      <a:pt x="206" y="603"/>
                    </a:lnTo>
                    <a:lnTo>
                      <a:pt x="207" y="606"/>
                    </a:lnTo>
                    <a:lnTo>
                      <a:pt x="207" y="606"/>
                    </a:lnTo>
                    <a:lnTo>
                      <a:pt x="209" y="608"/>
                    </a:lnTo>
                    <a:lnTo>
                      <a:pt x="211" y="608"/>
                    </a:lnTo>
                    <a:lnTo>
                      <a:pt x="219" y="610"/>
                    </a:lnTo>
                    <a:lnTo>
                      <a:pt x="221" y="611"/>
                    </a:lnTo>
                    <a:lnTo>
                      <a:pt x="223" y="611"/>
                    </a:lnTo>
                    <a:lnTo>
                      <a:pt x="223" y="613"/>
                    </a:lnTo>
                    <a:lnTo>
                      <a:pt x="223" y="615"/>
                    </a:lnTo>
                    <a:lnTo>
                      <a:pt x="223" y="616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1" y="620"/>
                    </a:lnTo>
                    <a:lnTo>
                      <a:pt x="223" y="620"/>
                    </a:lnTo>
                    <a:lnTo>
                      <a:pt x="223" y="621"/>
                    </a:lnTo>
                    <a:lnTo>
                      <a:pt x="223" y="621"/>
                    </a:lnTo>
                    <a:lnTo>
                      <a:pt x="228" y="625"/>
                    </a:lnTo>
                    <a:lnTo>
                      <a:pt x="234" y="625"/>
                    </a:lnTo>
                    <a:lnTo>
                      <a:pt x="239" y="627"/>
                    </a:lnTo>
                    <a:lnTo>
                      <a:pt x="239" y="627"/>
                    </a:lnTo>
                    <a:lnTo>
                      <a:pt x="239" y="628"/>
                    </a:lnTo>
                    <a:lnTo>
                      <a:pt x="239" y="628"/>
                    </a:lnTo>
                    <a:lnTo>
                      <a:pt x="243" y="628"/>
                    </a:lnTo>
                    <a:lnTo>
                      <a:pt x="243" y="628"/>
                    </a:lnTo>
                    <a:lnTo>
                      <a:pt x="245" y="630"/>
                    </a:lnTo>
                    <a:lnTo>
                      <a:pt x="246" y="632"/>
                    </a:lnTo>
                    <a:lnTo>
                      <a:pt x="250" y="633"/>
                    </a:lnTo>
                    <a:lnTo>
                      <a:pt x="255" y="635"/>
                    </a:lnTo>
                    <a:lnTo>
                      <a:pt x="256" y="635"/>
                    </a:lnTo>
                    <a:lnTo>
                      <a:pt x="258" y="638"/>
                    </a:lnTo>
                    <a:lnTo>
                      <a:pt x="260" y="638"/>
                    </a:lnTo>
                    <a:lnTo>
                      <a:pt x="263" y="640"/>
                    </a:lnTo>
                    <a:lnTo>
                      <a:pt x="267" y="642"/>
                    </a:lnTo>
                    <a:lnTo>
                      <a:pt x="272" y="647"/>
                    </a:lnTo>
                    <a:lnTo>
                      <a:pt x="273" y="649"/>
                    </a:lnTo>
                    <a:lnTo>
                      <a:pt x="273" y="649"/>
                    </a:lnTo>
                    <a:lnTo>
                      <a:pt x="275" y="650"/>
                    </a:lnTo>
                    <a:lnTo>
                      <a:pt x="277" y="650"/>
                    </a:lnTo>
                    <a:lnTo>
                      <a:pt x="277" y="650"/>
                    </a:lnTo>
                    <a:lnTo>
                      <a:pt x="277" y="650"/>
                    </a:lnTo>
                    <a:lnTo>
                      <a:pt x="279" y="652"/>
                    </a:lnTo>
                    <a:lnTo>
                      <a:pt x="280" y="654"/>
                    </a:lnTo>
                    <a:lnTo>
                      <a:pt x="280" y="654"/>
                    </a:lnTo>
                    <a:lnTo>
                      <a:pt x="282" y="655"/>
                    </a:lnTo>
                    <a:lnTo>
                      <a:pt x="282" y="655"/>
                    </a:lnTo>
                    <a:lnTo>
                      <a:pt x="285" y="655"/>
                    </a:lnTo>
                    <a:lnTo>
                      <a:pt x="285" y="655"/>
                    </a:lnTo>
                    <a:lnTo>
                      <a:pt x="289" y="657"/>
                    </a:lnTo>
                    <a:lnTo>
                      <a:pt x="290" y="660"/>
                    </a:lnTo>
                    <a:lnTo>
                      <a:pt x="294" y="669"/>
                    </a:lnTo>
                    <a:lnTo>
                      <a:pt x="296" y="671"/>
                    </a:lnTo>
                    <a:lnTo>
                      <a:pt x="297" y="672"/>
                    </a:lnTo>
                    <a:lnTo>
                      <a:pt x="301" y="672"/>
                    </a:lnTo>
                    <a:lnTo>
                      <a:pt x="309" y="683"/>
                    </a:lnTo>
                    <a:lnTo>
                      <a:pt x="311" y="683"/>
                    </a:lnTo>
                    <a:lnTo>
                      <a:pt x="314" y="684"/>
                    </a:lnTo>
                    <a:lnTo>
                      <a:pt x="316" y="684"/>
                    </a:lnTo>
                    <a:lnTo>
                      <a:pt x="318" y="686"/>
                    </a:lnTo>
                    <a:lnTo>
                      <a:pt x="319" y="686"/>
                    </a:lnTo>
                    <a:lnTo>
                      <a:pt x="319" y="686"/>
                    </a:lnTo>
                    <a:lnTo>
                      <a:pt x="319" y="686"/>
                    </a:lnTo>
                    <a:lnTo>
                      <a:pt x="321" y="686"/>
                    </a:lnTo>
                    <a:lnTo>
                      <a:pt x="321" y="686"/>
                    </a:lnTo>
                    <a:lnTo>
                      <a:pt x="321" y="688"/>
                    </a:lnTo>
                    <a:lnTo>
                      <a:pt x="321" y="688"/>
                    </a:lnTo>
                    <a:lnTo>
                      <a:pt x="324" y="688"/>
                    </a:lnTo>
                    <a:lnTo>
                      <a:pt x="328" y="688"/>
                    </a:lnTo>
                    <a:lnTo>
                      <a:pt x="329" y="688"/>
                    </a:lnTo>
                    <a:lnTo>
                      <a:pt x="333" y="684"/>
                    </a:lnTo>
                    <a:lnTo>
                      <a:pt x="335" y="683"/>
                    </a:lnTo>
                    <a:lnTo>
                      <a:pt x="336" y="684"/>
                    </a:lnTo>
                    <a:lnTo>
                      <a:pt x="340" y="686"/>
                    </a:lnTo>
                    <a:lnTo>
                      <a:pt x="341" y="684"/>
                    </a:lnTo>
                    <a:lnTo>
                      <a:pt x="343" y="684"/>
                    </a:lnTo>
                    <a:lnTo>
                      <a:pt x="341" y="683"/>
                    </a:lnTo>
                    <a:lnTo>
                      <a:pt x="341" y="681"/>
                    </a:lnTo>
                    <a:lnTo>
                      <a:pt x="340" y="679"/>
                    </a:lnTo>
                    <a:lnTo>
                      <a:pt x="338" y="677"/>
                    </a:lnTo>
                    <a:lnTo>
                      <a:pt x="338" y="676"/>
                    </a:lnTo>
                    <a:lnTo>
                      <a:pt x="341" y="672"/>
                    </a:lnTo>
                    <a:lnTo>
                      <a:pt x="341" y="667"/>
                    </a:lnTo>
                    <a:lnTo>
                      <a:pt x="341" y="667"/>
                    </a:lnTo>
                    <a:lnTo>
                      <a:pt x="343" y="666"/>
                    </a:lnTo>
                    <a:lnTo>
                      <a:pt x="345" y="666"/>
                    </a:lnTo>
                    <a:lnTo>
                      <a:pt x="355" y="664"/>
                    </a:lnTo>
                    <a:lnTo>
                      <a:pt x="363" y="664"/>
                    </a:lnTo>
                    <a:lnTo>
                      <a:pt x="365" y="664"/>
                    </a:lnTo>
                    <a:lnTo>
                      <a:pt x="369" y="666"/>
                    </a:lnTo>
                    <a:lnTo>
                      <a:pt x="374" y="666"/>
                    </a:lnTo>
                    <a:lnTo>
                      <a:pt x="377" y="666"/>
                    </a:lnTo>
                    <a:lnTo>
                      <a:pt x="382" y="662"/>
                    </a:lnTo>
                    <a:lnTo>
                      <a:pt x="387" y="662"/>
                    </a:lnTo>
                    <a:lnTo>
                      <a:pt x="391" y="662"/>
                    </a:lnTo>
                    <a:lnTo>
                      <a:pt x="394" y="664"/>
                    </a:lnTo>
                    <a:lnTo>
                      <a:pt x="408" y="674"/>
                    </a:lnTo>
                    <a:lnTo>
                      <a:pt x="411" y="676"/>
                    </a:lnTo>
                    <a:lnTo>
                      <a:pt x="416" y="676"/>
                    </a:lnTo>
                    <a:lnTo>
                      <a:pt x="421" y="674"/>
                    </a:lnTo>
                    <a:lnTo>
                      <a:pt x="423" y="674"/>
                    </a:lnTo>
                    <a:lnTo>
                      <a:pt x="425" y="674"/>
                    </a:lnTo>
                    <a:lnTo>
                      <a:pt x="426" y="674"/>
                    </a:lnTo>
                    <a:lnTo>
                      <a:pt x="428" y="676"/>
                    </a:lnTo>
                    <a:lnTo>
                      <a:pt x="428" y="676"/>
                    </a:lnTo>
                    <a:lnTo>
                      <a:pt x="428" y="677"/>
                    </a:lnTo>
                    <a:lnTo>
                      <a:pt x="428" y="677"/>
                    </a:lnTo>
                    <a:lnTo>
                      <a:pt x="430" y="677"/>
                    </a:lnTo>
                    <a:lnTo>
                      <a:pt x="433" y="677"/>
                    </a:lnTo>
                    <a:lnTo>
                      <a:pt x="433" y="677"/>
                    </a:lnTo>
                    <a:lnTo>
                      <a:pt x="431" y="677"/>
                    </a:lnTo>
                    <a:lnTo>
                      <a:pt x="431" y="676"/>
                    </a:lnTo>
                    <a:lnTo>
                      <a:pt x="431" y="676"/>
                    </a:lnTo>
                    <a:lnTo>
                      <a:pt x="431" y="674"/>
                    </a:lnTo>
                    <a:lnTo>
                      <a:pt x="433" y="674"/>
                    </a:lnTo>
                    <a:lnTo>
                      <a:pt x="435" y="674"/>
                    </a:lnTo>
                    <a:lnTo>
                      <a:pt x="436" y="674"/>
                    </a:lnTo>
                    <a:lnTo>
                      <a:pt x="436" y="676"/>
                    </a:lnTo>
                    <a:lnTo>
                      <a:pt x="438" y="677"/>
                    </a:lnTo>
                    <a:lnTo>
                      <a:pt x="438" y="677"/>
                    </a:lnTo>
                    <a:lnTo>
                      <a:pt x="442" y="676"/>
                    </a:lnTo>
                    <a:lnTo>
                      <a:pt x="443" y="677"/>
                    </a:lnTo>
                    <a:lnTo>
                      <a:pt x="445" y="677"/>
                    </a:lnTo>
                    <a:lnTo>
                      <a:pt x="447" y="679"/>
                    </a:lnTo>
                    <a:lnTo>
                      <a:pt x="448" y="681"/>
                    </a:lnTo>
                    <a:lnTo>
                      <a:pt x="448" y="681"/>
                    </a:lnTo>
                    <a:lnTo>
                      <a:pt x="450" y="681"/>
                    </a:lnTo>
                    <a:lnTo>
                      <a:pt x="450" y="679"/>
                    </a:lnTo>
                    <a:lnTo>
                      <a:pt x="452" y="679"/>
                    </a:lnTo>
                    <a:lnTo>
                      <a:pt x="453" y="679"/>
                    </a:lnTo>
                    <a:lnTo>
                      <a:pt x="457" y="681"/>
                    </a:lnTo>
                    <a:lnTo>
                      <a:pt x="462" y="681"/>
                    </a:lnTo>
                    <a:lnTo>
                      <a:pt x="464" y="681"/>
                    </a:lnTo>
                    <a:lnTo>
                      <a:pt x="467" y="676"/>
                    </a:lnTo>
                    <a:lnTo>
                      <a:pt x="469" y="674"/>
                    </a:lnTo>
                    <a:lnTo>
                      <a:pt x="469" y="676"/>
                    </a:lnTo>
                    <a:lnTo>
                      <a:pt x="470" y="676"/>
                    </a:lnTo>
                    <a:lnTo>
                      <a:pt x="470" y="676"/>
                    </a:lnTo>
                    <a:lnTo>
                      <a:pt x="472" y="676"/>
                    </a:lnTo>
                    <a:lnTo>
                      <a:pt x="472" y="674"/>
                    </a:lnTo>
                    <a:lnTo>
                      <a:pt x="474" y="674"/>
                    </a:lnTo>
                    <a:lnTo>
                      <a:pt x="474" y="674"/>
                    </a:lnTo>
                    <a:lnTo>
                      <a:pt x="476" y="676"/>
                    </a:lnTo>
                    <a:lnTo>
                      <a:pt x="477" y="676"/>
                    </a:lnTo>
                    <a:lnTo>
                      <a:pt x="484" y="676"/>
                    </a:lnTo>
                    <a:lnTo>
                      <a:pt x="486" y="677"/>
                    </a:lnTo>
                    <a:lnTo>
                      <a:pt x="487" y="679"/>
                    </a:lnTo>
                    <a:lnTo>
                      <a:pt x="489" y="681"/>
                    </a:lnTo>
                    <a:lnTo>
                      <a:pt x="491" y="681"/>
                    </a:lnTo>
                    <a:lnTo>
                      <a:pt x="494" y="681"/>
                    </a:lnTo>
                    <a:lnTo>
                      <a:pt x="496" y="681"/>
                    </a:lnTo>
                    <a:lnTo>
                      <a:pt x="496" y="683"/>
                    </a:lnTo>
                    <a:lnTo>
                      <a:pt x="498" y="683"/>
                    </a:lnTo>
                    <a:lnTo>
                      <a:pt x="501" y="683"/>
                    </a:lnTo>
                    <a:lnTo>
                      <a:pt x="501" y="683"/>
                    </a:lnTo>
                    <a:lnTo>
                      <a:pt x="501" y="684"/>
                    </a:lnTo>
                    <a:lnTo>
                      <a:pt x="503" y="684"/>
                    </a:lnTo>
                    <a:lnTo>
                      <a:pt x="506" y="684"/>
                    </a:lnTo>
                    <a:lnTo>
                      <a:pt x="508" y="686"/>
                    </a:lnTo>
                    <a:lnTo>
                      <a:pt x="511" y="686"/>
                    </a:lnTo>
                    <a:lnTo>
                      <a:pt x="513" y="688"/>
                    </a:lnTo>
                    <a:lnTo>
                      <a:pt x="513" y="686"/>
                    </a:lnTo>
                    <a:lnTo>
                      <a:pt x="513" y="686"/>
                    </a:lnTo>
                    <a:lnTo>
                      <a:pt x="515" y="684"/>
                    </a:lnTo>
                    <a:lnTo>
                      <a:pt x="516" y="684"/>
                    </a:lnTo>
                    <a:lnTo>
                      <a:pt x="516" y="684"/>
                    </a:lnTo>
                    <a:lnTo>
                      <a:pt x="518" y="684"/>
                    </a:lnTo>
                    <a:lnTo>
                      <a:pt x="520" y="686"/>
                    </a:lnTo>
                    <a:lnTo>
                      <a:pt x="525" y="679"/>
                    </a:lnTo>
                    <a:lnTo>
                      <a:pt x="521" y="676"/>
                    </a:lnTo>
                    <a:lnTo>
                      <a:pt x="521" y="674"/>
                    </a:lnTo>
                    <a:lnTo>
                      <a:pt x="521" y="674"/>
                    </a:lnTo>
                    <a:lnTo>
                      <a:pt x="523" y="674"/>
                    </a:lnTo>
                    <a:lnTo>
                      <a:pt x="525" y="676"/>
                    </a:lnTo>
                    <a:lnTo>
                      <a:pt x="526" y="676"/>
                    </a:lnTo>
                    <a:lnTo>
                      <a:pt x="526" y="676"/>
                    </a:lnTo>
                    <a:lnTo>
                      <a:pt x="528" y="676"/>
                    </a:lnTo>
                    <a:lnTo>
                      <a:pt x="530" y="677"/>
                    </a:lnTo>
                    <a:lnTo>
                      <a:pt x="532" y="679"/>
                    </a:lnTo>
                    <a:lnTo>
                      <a:pt x="533" y="679"/>
                    </a:lnTo>
                    <a:lnTo>
                      <a:pt x="535" y="679"/>
                    </a:lnTo>
                    <a:lnTo>
                      <a:pt x="537" y="679"/>
                    </a:lnTo>
                    <a:lnTo>
                      <a:pt x="538" y="681"/>
                    </a:lnTo>
                    <a:lnTo>
                      <a:pt x="540" y="681"/>
                    </a:lnTo>
                    <a:lnTo>
                      <a:pt x="535" y="683"/>
                    </a:lnTo>
                    <a:lnTo>
                      <a:pt x="532" y="683"/>
                    </a:lnTo>
                    <a:lnTo>
                      <a:pt x="532" y="683"/>
                    </a:lnTo>
                    <a:lnTo>
                      <a:pt x="535" y="683"/>
                    </a:lnTo>
                    <a:lnTo>
                      <a:pt x="540" y="681"/>
                    </a:lnTo>
                    <a:lnTo>
                      <a:pt x="540" y="681"/>
                    </a:lnTo>
                    <a:lnTo>
                      <a:pt x="542" y="681"/>
                    </a:lnTo>
                    <a:lnTo>
                      <a:pt x="543" y="681"/>
                    </a:lnTo>
                    <a:lnTo>
                      <a:pt x="543" y="683"/>
                    </a:lnTo>
                    <a:lnTo>
                      <a:pt x="545" y="683"/>
                    </a:lnTo>
                    <a:lnTo>
                      <a:pt x="547" y="683"/>
                    </a:lnTo>
                    <a:lnTo>
                      <a:pt x="547" y="677"/>
                    </a:lnTo>
                    <a:lnTo>
                      <a:pt x="549" y="676"/>
                    </a:lnTo>
                    <a:lnTo>
                      <a:pt x="549" y="676"/>
                    </a:lnTo>
                    <a:lnTo>
                      <a:pt x="550" y="674"/>
                    </a:lnTo>
                    <a:lnTo>
                      <a:pt x="552" y="672"/>
                    </a:lnTo>
                    <a:lnTo>
                      <a:pt x="552" y="672"/>
                    </a:lnTo>
                    <a:lnTo>
                      <a:pt x="555" y="672"/>
                    </a:lnTo>
                    <a:lnTo>
                      <a:pt x="555" y="672"/>
                    </a:lnTo>
                    <a:lnTo>
                      <a:pt x="557" y="672"/>
                    </a:lnTo>
                    <a:lnTo>
                      <a:pt x="559" y="672"/>
                    </a:lnTo>
                    <a:lnTo>
                      <a:pt x="559" y="672"/>
                    </a:lnTo>
                    <a:lnTo>
                      <a:pt x="560" y="672"/>
                    </a:lnTo>
                    <a:lnTo>
                      <a:pt x="562" y="674"/>
                    </a:lnTo>
                    <a:lnTo>
                      <a:pt x="562" y="676"/>
                    </a:lnTo>
                    <a:lnTo>
                      <a:pt x="564" y="676"/>
                    </a:lnTo>
                    <a:lnTo>
                      <a:pt x="574" y="672"/>
                    </a:lnTo>
                    <a:lnTo>
                      <a:pt x="574" y="672"/>
                    </a:lnTo>
                    <a:lnTo>
                      <a:pt x="576" y="672"/>
                    </a:lnTo>
                    <a:lnTo>
                      <a:pt x="577" y="671"/>
                    </a:lnTo>
                    <a:lnTo>
                      <a:pt x="577" y="671"/>
                    </a:lnTo>
                    <a:lnTo>
                      <a:pt x="579" y="672"/>
                    </a:lnTo>
                    <a:lnTo>
                      <a:pt x="581" y="672"/>
                    </a:lnTo>
                    <a:lnTo>
                      <a:pt x="591" y="676"/>
                    </a:lnTo>
                    <a:lnTo>
                      <a:pt x="594" y="677"/>
                    </a:lnTo>
                    <a:lnTo>
                      <a:pt x="594" y="677"/>
                    </a:lnTo>
                    <a:lnTo>
                      <a:pt x="594" y="677"/>
                    </a:lnTo>
                    <a:lnTo>
                      <a:pt x="596" y="679"/>
                    </a:lnTo>
                    <a:lnTo>
                      <a:pt x="596" y="679"/>
                    </a:lnTo>
                    <a:lnTo>
                      <a:pt x="598" y="681"/>
                    </a:lnTo>
                    <a:lnTo>
                      <a:pt x="598" y="681"/>
                    </a:lnTo>
                    <a:lnTo>
                      <a:pt x="599" y="681"/>
                    </a:lnTo>
                    <a:lnTo>
                      <a:pt x="603" y="683"/>
                    </a:lnTo>
                    <a:lnTo>
                      <a:pt x="603" y="683"/>
                    </a:lnTo>
                    <a:lnTo>
                      <a:pt x="603" y="684"/>
                    </a:lnTo>
                    <a:lnTo>
                      <a:pt x="601" y="686"/>
                    </a:lnTo>
                    <a:lnTo>
                      <a:pt x="603" y="688"/>
                    </a:lnTo>
                    <a:lnTo>
                      <a:pt x="606" y="689"/>
                    </a:lnTo>
                    <a:lnTo>
                      <a:pt x="606" y="691"/>
                    </a:lnTo>
                    <a:lnTo>
                      <a:pt x="605" y="694"/>
                    </a:lnTo>
                    <a:lnTo>
                      <a:pt x="605" y="698"/>
                    </a:lnTo>
                    <a:lnTo>
                      <a:pt x="606" y="698"/>
                    </a:lnTo>
                    <a:lnTo>
                      <a:pt x="606" y="700"/>
                    </a:lnTo>
                    <a:lnTo>
                      <a:pt x="608" y="705"/>
                    </a:lnTo>
                    <a:lnTo>
                      <a:pt x="608" y="705"/>
                    </a:lnTo>
                    <a:lnTo>
                      <a:pt x="610" y="706"/>
                    </a:lnTo>
                    <a:lnTo>
                      <a:pt x="610" y="708"/>
                    </a:lnTo>
                    <a:lnTo>
                      <a:pt x="610" y="708"/>
                    </a:lnTo>
                    <a:lnTo>
                      <a:pt x="608" y="710"/>
                    </a:lnTo>
                    <a:lnTo>
                      <a:pt x="608" y="710"/>
                    </a:lnTo>
                    <a:lnTo>
                      <a:pt x="608" y="711"/>
                    </a:lnTo>
                    <a:lnTo>
                      <a:pt x="610" y="713"/>
                    </a:lnTo>
                    <a:lnTo>
                      <a:pt x="613" y="715"/>
                    </a:lnTo>
                    <a:lnTo>
                      <a:pt x="613" y="717"/>
                    </a:lnTo>
                    <a:lnTo>
                      <a:pt x="615" y="717"/>
                    </a:lnTo>
                    <a:lnTo>
                      <a:pt x="615" y="718"/>
                    </a:lnTo>
                    <a:lnTo>
                      <a:pt x="615" y="720"/>
                    </a:lnTo>
                    <a:lnTo>
                      <a:pt x="615" y="720"/>
                    </a:lnTo>
                    <a:lnTo>
                      <a:pt x="615" y="720"/>
                    </a:lnTo>
                    <a:lnTo>
                      <a:pt x="615" y="723"/>
                    </a:lnTo>
                    <a:lnTo>
                      <a:pt x="615" y="725"/>
                    </a:lnTo>
                    <a:lnTo>
                      <a:pt x="615" y="725"/>
                    </a:lnTo>
                    <a:lnTo>
                      <a:pt x="616" y="725"/>
                    </a:lnTo>
                    <a:lnTo>
                      <a:pt x="616" y="727"/>
                    </a:lnTo>
                    <a:lnTo>
                      <a:pt x="616" y="727"/>
                    </a:lnTo>
                    <a:lnTo>
                      <a:pt x="618" y="727"/>
                    </a:lnTo>
                    <a:lnTo>
                      <a:pt x="620" y="727"/>
                    </a:lnTo>
                    <a:lnTo>
                      <a:pt x="622" y="730"/>
                    </a:lnTo>
                    <a:lnTo>
                      <a:pt x="622" y="730"/>
                    </a:lnTo>
                    <a:lnTo>
                      <a:pt x="622" y="734"/>
                    </a:lnTo>
                    <a:lnTo>
                      <a:pt x="620" y="735"/>
                    </a:lnTo>
                    <a:lnTo>
                      <a:pt x="620" y="737"/>
                    </a:lnTo>
                    <a:lnTo>
                      <a:pt x="613" y="744"/>
                    </a:lnTo>
                    <a:lnTo>
                      <a:pt x="613" y="745"/>
                    </a:lnTo>
                    <a:lnTo>
                      <a:pt x="615" y="745"/>
                    </a:lnTo>
                    <a:lnTo>
                      <a:pt x="616" y="745"/>
                    </a:lnTo>
                    <a:lnTo>
                      <a:pt x="622" y="745"/>
                    </a:lnTo>
                    <a:lnTo>
                      <a:pt x="623" y="747"/>
                    </a:lnTo>
                    <a:lnTo>
                      <a:pt x="642" y="754"/>
                    </a:lnTo>
                    <a:lnTo>
                      <a:pt x="661" y="762"/>
                    </a:lnTo>
                    <a:lnTo>
                      <a:pt x="698" y="776"/>
                    </a:lnTo>
                    <a:lnTo>
                      <a:pt x="717" y="784"/>
                    </a:lnTo>
                    <a:lnTo>
                      <a:pt x="754" y="800"/>
                    </a:lnTo>
                    <a:lnTo>
                      <a:pt x="773" y="807"/>
                    </a:lnTo>
                    <a:lnTo>
                      <a:pt x="773" y="805"/>
                    </a:lnTo>
                    <a:lnTo>
                      <a:pt x="771" y="801"/>
                    </a:lnTo>
                    <a:lnTo>
                      <a:pt x="771" y="798"/>
                    </a:lnTo>
                    <a:lnTo>
                      <a:pt x="771" y="795"/>
                    </a:lnTo>
                    <a:lnTo>
                      <a:pt x="773" y="791"/>
                    </a:lnTo>
                    <a:lnTo>
                      <a:pt x="771" y="788"/>
                    </a:lnTo>
                    <a:lnTo>
                      <a:pt x="771" y="788"/>
                    </a:lnTo>
                    <a:lnTo>
                      <a:pt x="771" y="786"/>
                    </a:lnTo>
                    <a:lnTo>
                      <a:pt x="773" y="784"/>
                    </a:lnTo>
                    <a:lnTo>
                      <a:pt x="776" y="784"/>
                    </a:lnTo>
                    <a:lnTo>
                      <a:pt x="778" y="786"/>
                    </a:lnTo>
                    <a:lnTo>
                      <a:pt x="779" y="786"/>
                    </a:lnTo>
                    <a:lnTo>
                      <a:pt x="779" y="786"/>
                    </a:lnTo>
                    <a:lnTo>
                      <a:pt x="776" y="781"/>
                    </a:lnTo>
                    <a:lnTo>
                      <a:pt x="776" y="781"/>
                    </a:lnTo>
                    <a:lnTo>
                      <a:pt x="776" y="778"/>
                    </a:lnTo>
                    <a:lnTo>
                      <a:pt x="774" y="776"/>
                    </a:lnTo>
                    <a:lnTo>
                      <a:pt x="774" y="776"/>
                    </a:lnTo>
                    <a:lnTo>
                      <a:pt x="771" y="774"/>
                    </a:lnTo>
                    <a:lnTo>
                      <a:pt x="769" y="773"/>
                    </a:lnTo>
                    <a:lnTo>
                      <a:pt x="769" y="773"/>
                    </a:lnTo>
                    <a:lnTo>
                      <a:pt x="769" y="773"/>
                    </a:lnTo>
                    <a:lnTo>
                      <a:pt x="768" y="774"/>
                    </a:lnTo>
                    <a:lnTo>
                      <a:pt x="766" y="773"/>
                    </a:lnTo>
                    <a:lnTo>
                      <a:pt x="764" y="773"/>
                    </a:lnTo>
                    <a:lnTo>
                      <a:pt x="764" y="771"/>
                    </a:lnTo>
                    <a:lnTo>
                      <a:pt x="764" y="771"/>
                    </a:lnTo>
                    <a:lnTo>
                      <a:pt x="766" y="771"/>
                    </a:lnTo>
                    <a:lnTo>
                      <a:pt x="766" y="769"/>
                    </a:lnTo>
                    <a:lnTo>
                      <a:pt x="768" y="767"/>
                    </a:lnTo>
                    <a:lnTo>
                      <a:pt x="769" y="769"/>
                    </a:lnTo>
                    <a:lnTo>
                      <a:pt x="769" y="769"/>
                    </a:lnTo>
                    <a:lnTo>
                      <a:pt x="769" y="769"/>
                    </a:lnTo>
                    <a:lnTo>
                      <a:pt x="769" y="767"/>
                    </a:lnTo>
                    <a:lnTo>
                      <a:pt x="769" y="767"/>
                    </a:lnTo>
                    <a:lnTo>
                      <a:pt x="769" y="766"/>
                    </a:lnTo>
                    <a:lnTo>
                      <a:pt x="769" y="766"/>
                    </a:lnTo>
                    <a:lnTo>
                      <a:pt x="769" y="766"/>
                    </a:lnTo>
                    <a:lnTo>
                      <a:pt x="768" y="764"/>
                    </a:lnTo>
                    <a:lnTo>
                      <a:pt x="768" y="762"/>
                    </a:lnTo>
                    <a:lnTo>
                      <a:pt x="768" y="761"/>
                    </a:lnTo>
                    <a:lnTo>
                      <a:pt x="769" y="761"/>
                    </a:lnTo>
                    <a:lnTo>
                      <a:pt x="769" y="759"/>
                    </a:lnTo>
                    <a:lnTo>
                      <a:pt x="768" y="757"/>
                    </a:lnTo>
                    <a:lnTo>
                      <a:pt x="768" y="757"/>
                    </a:lnTo>
                    <a:lnTo>
                      <a:pt x="766" y="757"/>
                    </a:lnTo>
                    <a:lnTo>
                      <a:pt x="768" y="754"/>
                    </a:lnTo>
                    <a:lnTo>
                      <a:pt x="769" y="752"/>
                    </a:lnTo>
                    <a:lnTo>
                      <a:pt x="769" y="750"/>
                    </a:lnTo>
                    <a:lnTo>
                      <a:pt x="769" y="749"/>
                    </a:lnTo>
                    <a:lnTo>
                      <a:pt x="769" y="747"/>
                    </a:lnTo>
                    <a:lnTo>
                      <a:pt x="771" y="745"/>
                    </a:lnTo>
                    <a:lnTo>
                      <a:pt x="773" y="744"/>
                    </a:lnTo>
                    <a:lnTo>
                      <a:pt x="773" y="740"/>
                    </a:lnTo>
                    <a:lnTo>
                      <a:pt x="773" y="739"/>
                    </a:lnTo>
                    <a:lnTo>
                      <a:pt x="774" y="737"/>
                    </a:lnTo>
                    <a:lnTo>
                      <a:pt x="774" y="735"/>
                    </a:lnTo>
                    <a:lnTo>
                      <a:pt x="778" y="730"/>
                    </a:lnTo>
                    <a:lnTo>
                      <a:pt x="779" y="727"/>
                    </a:lnTo>
                    <a:lnTo>
                      <a:pt x="779" y="725"/>
                    </a:lnTo>
                    <a:lnTo>
                      <a:pt x="779" y="723"/>
                    </a:lnTo>
                    <a:lnTo>
                      <a:pt x="779" y="720"/>
                    </a:lnTo>
                    <a:lnTo>
                      <a:pt x="779" y="718"/>
                    </a:lnTo>
                    <a:lnTo>
                      <a:pt x="781" y="717"/>
                    </a:lnTo>
                    <a:lnTo>
                      <a:pt x="781" y="717"/>
                    </a:lnTo>
                    <a:lnTo>
                      <a:pt x="781" y="717"/>
                    </a:lnTo>
                    <a:lnTo>
                      <a:pt x="781" y="713"/>
                    </a:lnTo>
                    <a:lnTo>
                      <a:pt x="781" y="711"/>
                    </a:lnTo>
                    <a:lnTo>
                      <a:pt x="781" y="710"/>
                    </a:lnTo>
                    <a:lnTo>
                      <a:pt x="783" y="708"/>
                    </a:lnTo>
                    <a:lnTo>
                      <a:pt x="785" y="706"/>
                    </a:lnTo>
                    <a:lnTo>
                      <a:pt x="786" y="706"/>
                    </a:lnTo>
                    <a:lnTo>
                      <a:pt x="786" y="705"/>
                    </a:lnTo>
                    <a:lnTo>
                      <a:pt x="786" y="705"/>
                    </a:lnTo>
                    <a:lnTo>
                      <a:pt x="786" y="703"/>
                    </a:lnTo>
                    <a:lnTo>
                      <a:pt x="786" y="701"/>
                    </a:lnTo>
                    <a:lnTo>
                      <a:pt x="786" y="701"/>
                    </a:lnTo>
                    <a:lnTo>
                      <a:pt x="788" y="700"/>
                    </a:lnTo>
                    <a:lnTo>
                      <a:pt x="786" y="698"/>
                    </a:lnTo>
                    <a:lnTo>
                      <a:pt x="785" y="693"/>
                    </a:lnTo>
                    <a:lnTo>
                      <a:pt x="785" y="691"/>
                    </a:lnTo>
                    <a:lnTo>
                      <a:pt x="785" y="689"/>
                    </a:lnTo>
                    <a:lnTo>
                      <a:pt x="786" y="686"/>
                    </a:lnTo>
                    <a:lnTo>
                      <a:pt x="786" y="684"/>
                    </a:lnTo>
                    <a:lnTo>
                      <a:pt x="785" y="684"/>
                    </a:lnTo>
                    <a:lnTo>
                      <a:pt x="783" y="683"/>
                    </a:lnTo>
                    <a:lnTo>
                      <a:pt x="783" y="684"/>
                    </a:lnTo>
                    <a:lnTo>
                      <a:pt x="783" y="684"/>
                    </a:lnTo>
                    <a:lnTo>
                      <a:pt x="783" y="684"/>
                    </a:lnTo>
                    <a:lnTo>
                      <a:pt x="781" y="684"/>
                    </a:lnTo>
                    <a:lnTo>
                      <a:pt x="783" y="683"/>
                    </a:lnTo>
                    <a:lnTo>
                      <a:pt x="783" y="683"/>
                    </a:lnTo>
                    <a:lnTo>
                      <a:pt x="783" y="683"/>
                    </a:lnTo>
                    <a:lnTo>
                      <a:pt x="785" y="681"/>
                    </a:lnTo>
                    <a:lnTo>
                      <a:pt x="786" y="683"/>
                    </a:lnTo>
                    <a:lnTo>
                      <a:pt x="788" y="683"/>
                    </a:lnTo>
                    <a:lnTo>
                      <a:pt x="788" y="679"/>
                    </a:lnTo>
                    <a:lnTo>
                      <a:pt x="788" y="672"/>
                    </a:lnTo>
                    <a:lnTo>
                      <a:pt x="788" y="671"/>
                    </a:lnTo>
                    <a:lnTo>
                      <a:pt x="788" y="669"/>
                    </a:lnTo>
                    <a:lnTo>
                      <a:pt x="788" y="667"/>
                    </a:lnTo>
                    <a:lnTo>
                      <a:pt x="788" y="667"/>
                    </a:lnTo>
                    <a:lnTo>
                      <a:pt x="791" y="664"/>
                    </a:lnTo>
                    <a:lnTo>
                      <a:pt x="791" y="664"/>
                    </a:lnTo>
                    <a:lnTo>
                      <a:pt x="793" y="664"/>
                    </a:lnTo>
                    <a:lnTo>
                      <a:pt x="795" y="664"/>
                    </a:lnTo>
                    <a:lnTo>
                      <a:pt x="795" y="662"/>
                    </a:lnTo>
                    <a:lnTo>
                      <a:pt x="795" y="660"/>
                    </a:lnTo>
                    <a:lnTo>
                      <a:pt x="795" y="659"/>
                    </a:lnTo>
                    <a:lnTo>
                      <a:pt x="795" y="659"/>
                    </a:lnTo>
                    <a:lnTo>
                      <a:pt x="795" y="657"/>
                    </a:lnTo>
                    <a:lnTo>
                      <a:pt x="793" y="655"/>
                    </a:lnTo>
                    <a:lnTo>
                      <a:pt x="791" y="654"/>
                    </a:lnTo>
                    <a:lnTo>
                      <a:pt x="793" y="652"/>
                    </a:lnTo>
                    <a:lnTo>
                      <a:pt x="795" y="652"/>
                    </a:lnTo>
                    <a:lnTo>
                      <a:pt x="796" y="654"/>
                    </a:lnTo>
                    <a:lnTo>
                      <a:pt x="798" y="654"/>
                    </a:lnTo>
                    <a:lnTo>
                      <a:pt x="800" y="652"/>
                    </a:lnTo>
                    <a:lnTo>
                      <a:pt x="802" y="650"/>
                    </a:lnTo>
                    <a:lnTo>
                      <a:pt x="803" y="645"/>
                    </a:lnTo>
                    <a:lnTo>
                      <a:pt x="807" y="640"/>
                    </a:lnTo>
                    <a:lnTo>
                      <a:pt x="808" y="638"/>
                    </a:lnTo>
                    <a:lnTo>
                      <a:pt x="810" y="638"/>
                    </a:lnTo>
                    <a:lnTo>
                      <a:pt x="810" y="637"/>
                    </a:lnTo>
                    <a:lnTo>
                      <a:pt x="810" y="633"/>
                    </a:lnTo>
                    <a:lnTo>
                      <a:pt x="810" y="630"/>
                    </a:lnTo>
                    <a:lnTo>
                      <a:pt x="810" y="630"/>
                    </a:lnTo>
                    <a:lnTo>
                      <a:pt x="812" y="628"/>
                    </a:lnTo>
                    <a:lnTo>
                      <a:pt x="813" y="627"/>
                    </a:lnTo>
                    <a:lnTo>
                      <a:pt x="813" y="627"/>
                    </a:lnTo>
                    <a:lnTo>
                      <a:pt x="813" y="625"/>
                    </a:lnTo>
                    <a:lnTo>
                      <a:pt x="817" y="623"/>
                    </a:lnTo>
                    <a:lnTo>
                      <a:pt x="817" y="623"/>
                    </a:lnTo>
                    <a:lnTo>
                      <a:pt x="817" y="623"/>
                    </a:lnTo>
                    <a:lnTo>
                      <a:pt x="817" y="621"/>
                    </a:lnTo>
                    <a:lnTo>
                      <a:pt x="817" y="621"/>
                    </a:lnTo>
                    <a:lnTo>
                      <a:pt x="817" y="618"/>
                    </a:lnTo>
                    <a:lnTo>
                      <a:pt x="817" y="616"/>
                    </a:lnTo>
                    <a:lnTo>
                      <a:pt x="817" y="616"/>
                    </a:lnTo>
                    <a:lnTo>
                      <a:pt x="820" y="613"/>
                    </a:lnTo>
                    <a:lnTo>
                      <a:pt x="820" y="613"/>
                    </a:lnTo>
                    <a:lnTo>
                      <a:pt x="822" y="611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2" y="610"/>
                    </a:lnTo>
                    <a:lnTo>
                      <a:pt x="825" y="608"/>
                    </a:lnTo>
                    <a:lnTo>
                      <a:pt x="827" y="606"/>
                    </a:lnTo>
                    <a:lnTo>
                      <a:pt x="829" y="606"/>
                    </a:lnTo>
                    <a:lnTo>
                      <a:pt x="834" y="606"/>
                    </a:lnTo>
                    <a:lnTo>
                      <a:pt x="835" y="608"/>
                    </a:lnTo>
                    <a:lnTo>
                      <a:pt x="835" y="608"/>
                    </a:lnTo>
                    <a:lnTo>
                      <a:pt x="837" y="608"/>
                    </a:lnTo>
                    <a:lnTo>
                      <a:pt x="837" y="606"/>
                    </a:lnTo>
                    <a:lnTo>
                      <a:pt x="837" y="606"/>
                    </a:lnTo>
                    <a:lnTo>
                      <a:pt x="837" y="606"/>
                    </a:lnTo>
                    <a:lnTo>
                      <a:pt x="839" y="606"/>
                    </a:lnTo>
                    <a:lnTo>
                      <a:pt x="839" y="606"/>
                    </a:lnTo>
                    <a:lnTo>
                      <a:pt x="841" y="606"/>
                    </a:lnTo>
                    <a:lnTo>
                      <a:pt x="841" y="604"/>
                    </a:lnTo>
                    <a:lnTo>
                      <a:pt x="841" y="603"/>
                    </a:lnTo>
                    <a:lnTo>
                      <a:pt x="841" y="603"/>
                    </a:lnTo>
                    <a:lnTo>
                      <a:pt x="841" y="601"/>
                    </a:lnTo>
                    <a:lnTo>
                      <a:pt x="839" y="601"/>
                    </a:lnTo>
                    <a:lnTo>
                      <a:pt x="839" y="603"/>
                    </a:lnTo>
                    <a:lnTo>
                      <a:pt x="837" y="603"/>
                    </a:lnTo>
                    <a:lnTo>
                      <a:pt x="835" y="601"/>
                    </a:lnTo>
                    <a:lnTo>
                      <a:pt x="835" y="601"/>
                    </a:lnTo>
                    <a:lnTo>
                      <a:pt x="835" y="599"/>
                    </a:lnTo>
                    <a:lnTo>
                      <a:pt x="835" y="599"/>
                    </a:lnTo>
                    <a:lnTo>
                      <a:pt x="834" y="598"/>
                    </a:lnTo>
                    <a:lnTo>
                      <a:pt x="834" y="598"/>
                    </a:lnTo>
                    <a:lnTo>
                      <a:pt x="834" y="594"/>
                    </a:lnTo>
                    <a:lnTo>
                      <a:pt x="834" y="593"/>
                    </a:lnTo>
                    <a:lnTo>
                      <a:pt x="837" y="593"/>
                    </a:lnTo>
                    <a:lnTo>
                      <a:pt x="839" y="591"/>
                    </a:lnTo>
                    <a:lnTo>
                      <a:pt x="841" y="591"/>
                    </a:lnTo>
                    <a:lnTo>
                      <a:pt x="842" y="593"/>
                    </a:lnTo>
                    <a:lnTo>
                      <a:pt x="842" y="593"/>
                    </a:lnTo>
                    <a:lnTo>
                      <a:pt x="842" y="594"/>
                    </a:lnTo>
                    <a:lnTo>
                      <a:pt x="842" y="596"/>
                    </a:lnTo>
                    <a:lnTo>
                      <a:pt x="842" y="598"/>
                    </a:lnTo>
                    <a:lnTo>
                      <a:pt x="842" y="598"/>
                    </a:lnTo>
                    <a:lnTo>
                      <a:pt x="844" y="599"/>
                    </a:lnTo>
                    <a:lnTo>
                      <a:pt x="844" y="599"/>
                    </a:lnTo>
                    <a:lnTo>
                      <a:pt x="846" y="598"/>
                    </a:lnTo>
                    <a:lnTo>
                      <a:pt x="847" y="598"/>
                    </a:lnTo>
                    <a:lnTo>
                      <a:pt x="847" y="596"/>
                    </a:lnTo>
                    <a:lnTo>
                      <a:pt x="849" y="593"/>
                    </a:lnTo>
                    <a:lnTo>
                      <a:pt x="847" y="593"/>
                    </a:lnTo>
                    <a:lnTo>
                      <a:pt x="846" y="591"/>
                    </a:lnTo>
                    <a:lnTo>
                      <a:pt x="844" y="591"/>
                    </a:lnTo>
                    <a:lnTo>
                      <a:pt x="842" y="589"/>
                    </a:lnTo>
                    <a:lnTo>
                      <a:pt x="842" y="587"/>
                    </a:lnTo>
                    <a:lnTo>
                      <a:pt x="842" y="586"/>
                    </a:lnTo>
                    <a:lnTo>
                      <a:pt x="842" y="586"/>
                    </a:lnTo>
                    <a:lnTo>
                      <a:pt x="842" y="586"/>
                    </a:lnTo>
                    <a:lnTo>
                      <a:pt x="839" y="584"/>
                    </a:lnTo>
                    <a:lnTo>
                      <a:pt x="839" y="584"/>
                    </a:lnTo>
                    <a:lnTo>
                      <a:pt x="841" y="584"/>
                    </a:lnTo>
                    <a:lnTo>
                      <a:pt x="842" y="582"/>
                    </a:lnTo>
                    <a:lnTo>
                      <a:pt x="842" y="582"/>
                    </a:lnTo>
                    <a:lnTo>
                      <a:pt x="841" y="582"/>
                    </a:lnTo>
                    <a:lnTo>
                      <a:pt x="839" y="581"/>
                    </a:lnTo>
                    <a:lnTo>
                      <a:pt x="839" y="581"/>
                    </a:lnTo>
                    <a:lnTo>
                      <a:pt x="837" y="579"/>
                    </a:lnTo>
                    <a:lnTo>
                      <a:pt x="837" y="579"/>
                    </a:lnTo>
                    <a:lnTo>
                      <a:pt x="839" y="579"/>
                    </a:lnTo>
                    <a:lnTo>
                      <a:pt x="842" y="574"/>
                    </a:lnTo>
                    <a:lnTo>
                      <a:pt x="844" y="572"/>
                    </a:lnTo>
                    <a:lnTo>
                      <a:pt x="846" y="572"/>
                    </a:lnTo>
                    <a:lnTo>
                      <a:pt x="847" y="569"/>
                    </a:lnTo>
                    <a:lnTo>
                      <a:pt x="849" y="559"/>
                    </a:lnTo>
                    <a:lnTo>
                      <a:pt x="851" y="557"/>
                    </a:lnTo>
                    <a:lnTo>
                      <a:pt x="854" y="557"/>
                    </a:lnTo>
                    <a:lnTo>
                      <a:pt x="852" y="557"/>
                    </a:lnTo>
                    <a:lnTo>
                      <a:pt x="851" y="555"/>
                    </a:lnTo>
                    <a:lnTo>
                      <a:pt x="849" y="554"/>
                    </a:lnTo>
                    <a:lnTo>
                      <a:pt x="847" y="554"/>
                    </a:lnTo>
                    <a:lnTo>
                      <a:pt x="846" y="554"/>
                    </a:lnTo>
                    <a:lnTo>
                      <a:pt x="844" y="554"/>
                    </a:lnTo>
                    <a:lnTo>
                      <a:pt x="844" y="552"/>
                    </a:lnTo>
                    <a:lnTo>
                      <a:pt x="844" y="552"/>
                    </a:lnTo>
                    <a:lnTo>
                      <a:pt x="847" y="548"/>
                    </a:lnTo>
                    <a:lnTo>
                      <a:pt x="847" y="548"/>
                    </a:lnTo>
                    <a:lnTo>
                      <a:pt x="847" y="548"/>
                    </a:lnTo>
                    <a:lnTo>
                      <a:pt x="849" y="548"/>
                    </a:lnTo>
                    <a:lnTo>
                      <a:pt x="849" y="550"/>
                    </a:lnTo>
                    <a:lnTo>
                      <a:pt x="849" y="552"/>
                    </a:lnTo>
                    <a:lnTo>
                      <a:pt x="849" y="552"/>
                    </a:lnTo>
                    <a:lnTo>
                      <a:pt x="851" y="550"/>
                    </a:lnTo>
                    <a:lnTo>
                      <a:pt x="852" y="548"/>
                    </a:lnTo>
                    <a:lnTo>
                      <a:pt x="854" y="547"/>
                    </a:lnTo>
                    <a:lnTo>
                      <a:pt x="854" y="547"/>
                    </a:lnTo>
                    <a:lnTo>
                      <a:pt x="854" y="540"/>
                    </a:lnTo>
                    <a:lnTo>
                      <a:pt x="856" y="533"/>
                    </a:lnTo>
                    <a:lnTo>
                      <a:pt x="856" y="531"/>
                    </a:lnTo>
                    <a:lnTo>
                      <a:pt x="863" y="525"/>
                    </a:lnTo>
                    <a:lnTo>
                      <a:pt x="863" y="523"/>
                    </a:lnTo>
                    <a:lnTo>
                      <a:pt x="863" y="523"/>
                    </a:lnTo>
                    <a:lnTo>
                      <a:pt x="869" y="520"/>
                    </a:lnTo>
                    <a:lnTo>
                      <a:pt x="869" y="520"/>
                    </a:lnTo>
                    <a:lnTo>
                      <a:pt x="871" y="518"/>
                    </a:lnTo>
                    <a:lnTo>
                      <a:pt x="871" y="518"/>
                    </a:lnTo>
                    <a:lnTo>
                      <a:pt x="873" y="514"/>
                    </a:lnTo>
                    <a:lnTo>
                      <a:pt x="875" y="514"/>
                    </a:lnTo>
                    <a:lnTo>
                      <a:pt x="876" y="513"/>
                    </a:lnTo>
                    <a:lnTo>
                      <a:pt x="876" y="513"/>
                    </a:lnTo>
                    <a:lnTo>
                      <a:pt x="876" y="511"/>
                    </a:lnTo>
                    <a:lnTo>
                      <a:pt x="873" y="511"/>
                    </a:lnTo>
                    <a:lnTo>
                      <a:pt x="873" y="511"/>
                    </a:lnTo>
                    <a:lnTo>
                      <a:pt x="873" y="511"/>
                    </a:lnTo>
                    <a:lnTo>
                      <a:pt x="875" y="511"/>
                    </a:lnTo>
                    <a:lnTo>
                      <a:pt x="875" y="509"/>
                    </a:lnTo>
                    <a:lnTo>
                      <a:pt x="875" y="509"/>
                    </a:lnTo>
                    <a:lnTo>
                      <a:pt x="876" y="509"/>
                    </a:lnTo>
                    <a:lnTo>
                      <a:pt x="876" y="508"/>
                    </a:lnTo>
                    <a:lnTo>
                      <a:pt x="876" y="509"/>
                    </a:lnTo>
                    <a:lnTo>
                      <a:pt x="880" y="508"/>
                    </a:lnTo>
                    <a:lnTo>
                      <a:pt x="881" y="508"/>
                    </a:lnTo>
                    <a:lnTo>
                      <a:pt x="881" y="506"/>
                    </a:lnTo>
                    <a:lnTo>
                      <a:pt x="880" y="506"/>
                    </a:lnTo>
                    <a:lnTo>
                      <a:pt x="875" y="506"/>
                    </a:lnTo>
                    <a:lnTo>
                      <a:pt x="873" y="508"/>
                    </a:lnTo>
                    <a:lnTo>
                      <a:pt x="873" y="508"/>
                    </a:lnTo>
                    <a:lnTo>
                      <a:pt x="873" y="506"/>
                    </a:lnTo>
                    <a:lnTo>
                      <a:pt x="871" y="506"/>
                    </a:lnTo>
                    <a:lnTo>
                      <a:pt x="869" y="506"/>
                    </a:lnTo>
                    <a:lnTo>
                      <a:pt x="869" y="504"/>
                    </a:lnTo>
                    <a:lnTo>
                      <a:pt x="871" y="504"/>
                    </a:lnTo>
                    <a:lnTo>
                      <a:pt x="873" y="504"/>
                    </a:lnTo>
                    <a:lnTo>
                      <a:pt x="875" y="504"/>
                    </a:lnTo>
                    <a:lnTo>
                      <a:pt x="876" y="503"/>
                    </a:lnTo>
                    <a:lnTo>
                      <a:pt x="876" y="503"/>
                    </a:lnTo>
                    <a:lnTo>
                      <a:pt x="876" y="501"/>
                    </a:lnTo>
                    <a:lnTo>
                      <a:pt x="878" y="501"/>
                    </a:lnTo>
                    <a:lnTo>
                      <a:pt x="880" y="501"/>
                    </a:lnTo>
                    <a:lnTo>
                      <a:pt x="881" y="504"/>
                    </a:lnTo>
                    <a:lnTo>
                      <a:pt x="883" y="504"/>
                    </a:lnTo>
                    <a:lnTo>
                      <a:pt x="883" y="504"/>
                    </a:lnTo>
                    <a:lnTo>
                      <a:pt x="883" y="503"/>
                    </a:lnTo>
                    <a:lnTo>
                      <a:pt x="885" y="501"/>
                    </a:lnTo>
                    <a:lnTo>
                      <a:pt x="885" y="499"/>
                    </a:lnTo>
                    <a:lnTo>
                      <a:pt x="886" y="496"/>
                    </a:lnTo>
                    <a:lnTo>
                      <a:pt x="886" y="494"/>
                    </a:lnTo>
                    <a:lnTo>
                      <a:pt x="885" y="492"/>
                    </a:lnTo>
                    <a:lnTo>
                      <a:pt x="885" y="492"/>
                    </a:lnTo>
                    <a:lnTo>
                      <a:pt x="885" y="494"/>
                    </a:lnTo>
                    <a:lnTo>
                      <a:pt x="885" y="494"/>
                    </a:lnTo>
                    <a:lnTo>
                      <a:pt x="883" y="494"/>
                    </a:lnTo>
                    <a:lnTo>
                      <a:pt x="881" y="492"/>
                    </a:lnTo>
                    <a:lnTo>
                      <a:pt x="881" y="492"/>
                    </a:lnTo>
                    <a:lnTo>
                      <a:pt x="883" y="491"/>
                    </a:lnTo>
                    <a:lnTo>
                      <a:pt x="883" y="489"/>
                    </a:lnTo>
                    <a:lnTo>
                      <a:pt x="885" y="489"/>
                    </a:lnTo>
                    <a:lnTo>
                      <a:pt x="886" y="489"/>
                    </a:lnTo>
                    <a:lnTo>
                      <a:pt x="886" y="489"/>
                    </a:lnTo>
                    <a:lnTo>
                      <a:pt x="888" y="486"/>
                    </a:lnTo>
                    <a:lnTo>
                      <a:pt x="888" y="484"/>
                    </a:lnTo>
                    <a:lnTo>
                      <a:pt x="888" y="482"/>
                    </a:lnTo>
                    <a:lnTo>
                      <a:pt x="888" y="482"/>
                    </a:lnTo>
                    <a:lnTo>
                      <a:pt x="886" y="480"/>
                    </a:lnTo>
                    <a:lnTo>
                      <a:pt x="886" y="480"/>
                    </a:lnTo>
                    <a:lnTo>
                      <a:pt x="890" y="479"/>
                    </a:lnTo>
                    <a:lnTo>
                      <a:pt x="888" y="477"/>
                    </a:lnTo>
                    <a:lnTo>
                      <a:pt x="890" y="474"/>
                    </a:lnTo>
                    <a:lnTo>
                      <a:pt x="890" y="470"/>
                    </a:lnTo>
                    <a:lnTo>
                      <a:pt x="890" y="472"/>
                    </a:lnTo>
                    <a:lnTo>
                      <a:pt x="888" y="474"/>
                    </a:lnTo>
                    <a:lnTo>
                      <a:pt x="886" y="475"/>
                    </a:lnTo>
                    <a:lnTo>
                      <a:pt x="885" y="475"/>
                    </a:lnTo>
                    <a:lnTo>
                      <a:pt x="886" y="474"/>
                    </a:lnTo>
                    <a:lnTo>
                      <a:pt x="888" y="470"/>
                    </a:lnTo>
                    <a:lnTo>
                      <a:pt x="888" y="469"/>
                    </a:lnTo>
                    <a:lnTo>
                      <a:pt x="886" y="469"/>
                    </a:lnTo>
                    <a:lnTo>
                      <a:pt x="883" y="470"/>
                    </a:lnTo>
                    <a:lnTo>
                      <a:pt x="880" y="470"/>
                    </a:lnTo>
                    <a:lnTo>
                      <a:pt x="880" y="470"/>
                    </a:lnTo>
                    <a:lnTo>
                      <a:pt x="881" y="470"/>
                    </a:lnTo>
                    <a:lnTo>
                      <a:pt x="881" y="470"/>
                    </a:lnTo>
                    <a:lnTo>
                      <a:pt x="881" y="469"/>
                    </a:lnTo>
                    <a:lnTo>
                      <a:pt x="883" y="469"/>
                    </a:lnTo>
                    <a:lnTo>
                      <a:pt x="881" y="467"/>
                    </a:lnTo>
                    <a:lnTo>
                      <a:pt x="880" y="467"/>
                    </a:lnTo>
                    <a:lnTo>
                      <a:pt x="881" y="465"/>
                    </a:lnTo>
                    <a:lnTo>
                      <a:pt x="881" y="464"/>
                    </a:lnTo>
                    <a:lnTo>
                      <a:pt x="883" y="465"/>
                    </a:lnTo>
                    <a:lnTo>
                      <a:pt x="883" y="467"/>
                    </a:lnTo>
                    <a:lnTo>
                      <a:pt x="885" y="467"/>
                    </a:lnTo>
                    <a:lnTo>
                      <a:pt x="888" y="465"/>
                    </a:lnTo>
                    <a:lnTo>
                      <a:pt x="888" y="465"/>
                    </a:lnTo>
                    <a:lnTo>
                      <a:pt x="890" y="465"/>
                    </a:lnTo>
                    <a:lnTo>
                      <a:pt x="892" y="467"/>
                    </a:lnTo>
                    <a:lnTo>
                      <a:pt x="892" y="465"/>
                    </a:lnTo>
                    <a:lnTo>
                      <a:pt x="893" y="465"/>
                    </a:lnTo>
                    <a:lnTo>
                      <a:pt x="893" y="464"/>
                    </a:lnTo>
                    <a:lnTo>
                      <a:pt x="897" y="465"/>
                    </a:lnTo>
                    <a:lnTo>
                      <a:pt x="897" y="464"/>
                    </a:lnTo>
                    <a:lnTo>
                      <a:pt x="897" y="464"/>
                    </a:lnTo>
                    <a:lnTo>
                      <a:pt x="898" y="464"/>
                    </a:lnTo>
                    <a:lnTo>
                      <a:pt x="898" y="464"/>
                    </a:lnTo>
                    <a:lnTo>
                      <a:pt x="898" y="462"/>
                    </a:lnTo>
                    <a:lnTo>
                      <a:pt x="900" y="462"/>
                    </a:lnTo>
                    <a:lnTo>
                      <a:pt x="900" y="462"/>
                    </a:lnTo>
                    <a:lnTo>
                      <a:pt x="900" y="460"/>
                    </a:lnTo>
                    <a:lnTo>
                      <a:pt x="900" y="460"/>
                    </a:lnTo>
                    <a:lnTo>
                      <a:pt x="900" y="458"/>
                    </a:lnTo>
                    <a:lnTo>
                      <a:pt x="900" y="458"/>
                    </a:lnTo>
                    <a:lnTo>
                      <a:pt x="900" y="458"/>
                    </a:lnTo>
                    <a:lnTo>
                      <a:pt x="900" y="457"/>
                    </a:lnTo>
                    <a:lnTo>
                      <a:pt x="900" y="457"/>
                    </a:lnTo>
                    <a:lnTo>
                      <a:pt x="902" y="453"/>
                    </a:lnTo>
                    <a:lnTo>
                      <a:pt x="903" y="453"/>
                    </a:lnTo>
                    <a:lnTo>
                      <a:pt x="905" y="450"/>
                    </a:lnTo>
                    <a:lnTo>
                      <a:pt x="905" y="450"/>
                    </a:lnTo>
                    <a:lnTo>
                      <a:pt x="903" y="450"/>
                    </a:lnTo>
                    <a:lnTo>
                      <a:pt x="903" y="450"/>
                    </a:lnTo>
                    <a:lnTo>
                      <a:pt x="902" y="452"/>
                    </a:lnTo>
                    <a:lnTo>
                      <a:pt x="900" y="450"/>
                    </a:lnTo>
                    <a:lnTo>
                      <a:pt x="900" y="450"/>
                    </a:lnTo>
                    <a:lnTo>
                      <a:pt x="898" y="450"/>
                    </a:lnTo>
                    <a:lnTo>
                      <a:pt x="898" y="448"/>
                    </a:lnTo>
                    <a:lnTo>
                      <a:pt x="900" y="448"/>
                    </a:lnTo>
                    <a:lnTo>
                      <a:pt x="900" y="448"/>
                    </a:lnTo>
                    <a:lnTo>
                      <a:pt x="902" y="447"/>
                    </a:lnTo>
                    <a:lnTo>
                      <a:pt x="902" y="447"/>
                    </a:lnTo>
                    <a:lnTo>
                      <a:pt x="902" y="447"/>
                    </a:lnTo>
                    <a:lnTo>
                      <a:pt x="900" y="447"/>
                    </a:lnTo>
                    <a:lnTo>
                      <a:pt x="900" y="445"/>
                    </a:lnTo>
                    <a:lnTo>
                      <a:pt x="903" y="443"/>
                    </a:lnTo>
                    <a:lnTo>
                      <a:pt x="907" y="441"/>
                    </a:lnTo>
                    <a:lnTo>
                      <a:pt x="909" y="443"/>
                    </a:lnTo>
                    <a:lnTo>
                      <a:pt x="907" y="445"/>
                    </a:lnTo>
                    <a:lnTo>
                      <a:pt x="907" y="447"/>
                    </a:lnTo>
                    <a:lnTo>
                      <a:pt x="907" y="448"/>
                    </a:lnTo>
                    <a:lnTo>
                      <a:pt x="907" y="447"/>
                    </a:lnTo>
                    <a:lnTo>
                      <a:pt x="910" y="443"/>
                    </a:lnTo>
                    <a:lnTo>
                      <a:pt x="910" y="443"/>
                    </a:lnTo>
                    <a:lnTo>
                      <a:pt x="910" y="441"/>
                    </a:lnTo>
                    <a:lnTo>
                      <a:pt x="910" y="440"/>
                    </a:lnTo>
                    <a:lnTo>
                      <a:pt x="914" y="438"/>
                    </a:lnTo>
                    <a:lnTo>
                      <a:pt x="914" y="436"/>
                    </a:lnTo>
                    <a:lnTo>
                      <a:pt x="915" y="435"/>
                    </a:lnTo>
                    <a:lnTo>
                      <a:pt x="915" y="433"/>
                    </a:lnTo>
                    <a:lnTo>
                      <a:pt x="915" y="431"/>
                    </a:lnTo>
                    <a:lnTo>
                      <a:pt x="917" y="431"/>
                    </a:lnTo>
                    <a:lnTo>
                      <a:pt x="917" y="430"/>
                    </a:lnTo>
                    <a:lnTo>
                      <a:pt x="919" y="430"/>
                    </a:lnTo>
                    <a:lnTo>
                      <a:pt x="919" y="424"/>
                    </a:lnTo>
                    <a:lnTo>
                      <a:pt x="919" y="423"/>
                    </a:lnTo>
                    <a:lnTo>
                      <a:pt x="919" y="423"/>
                    </a:lnTo>
                    <a:lnTo>
                      <a:pt x="922" y="421"/>
                    </a:lnTo>
                    <a:lnTo>
                      <a:pt x="924" y="421"/>
                    </a:lnTo>
                    <a:lnTo>
                      <a:pt x="924" y="419"/>
                    </a:lnTo>
                    <a:lnTo>
                      <a:pt x="924" y="418"/>
                    </a:lnTo>
                    <a:lnTo>
                      <a:pt x="925" y="416"/>
                    </a:lnTo>
                    <a:lnTo>
                      <a:pt x="925" y="416"/>
                    </a:lnTo>
                    <a:lnTo>
                      <a:pt x="927" y="414"/>
                    </a:lnTo>
                    <a:lnTo>
                      <a:pt x="927" y="414"/>
                    </a:lnTo>
                    <a:lnTo>
                      <a:pt x="929" y="413"/>
                    </a:lnTo>
                    <a:lnTo>
                      <a:pt x="929" y="413"/>
                    </a:lnTo>
                    <a:lnTo>
                      <a:pt x="931" y="411"/>
                    </a:lnTo>
                    <a:lnTo>
                      <a:pt x="931" y="407"/>
                    </a:lnTo>
                    <a:lnTo>
                      <a:pt x="932" y="407"/>
                    </a:lnTo>
                    <a:lnTo>
                      <a:pt x="934" y="407"/>
                    </a:lnTo>
                    <a:lnTo>
                      <a:pt x="939" y="406"/>
                    </a:lnTo>
                    <a:lnTo>
                      <a:pt x="942" y="404"/>
                    </a:lnTo>
                    <a:lnTo>
                      <a:pt x="946" y="402"/>
                    </a:lnTo>
                    <a:lnTo>
                      <a:pt x="953" y="401"/>
                    </a:lnTo>
                    <a:lnTo>
                      <a:pt x="956" y="401"/>
                    </a:lnTo>
                    <a:lnTo>
                      <a:pt x="958" y="401"/>
                    </a:lnTo>
                    <a:lnTo>
                      <a:pt x="958" y="401"/>
                    </a:lnTo>
                    <a:lnTo>
                      <a:pt x="958" y="399"/>
                    </a:lnTo>
                    <a:lnTo>
                      <a:pt x="959" y="399"/>
                    </a:lnTo>
                    <a:lnTo>
                      <a:pt x="959" y="399"/>
                    </a:lnTo>
                    <a:lnTo>
                      <a:pt x="961" y="399"/>
                    </a:lnTo>
                    <a:lnTo>
                      <a:pt x="963" y="399"/>
                    </a:lnTo>
                    <a:lnTo>
                      <a:pt x="963" y="397"/>
                    </a:lnTo>
                    <a:lnTo>
                      <a:pt x="963" y="396"/>
                    </a:lnTo>
                    <a:lnTo>
                      <a:pt x="963" y="396"/>
                    </a:lnTo>
                    <a:lnTo>
                      <a:pt x="965" y="396"/>
                    </a:lnTo>
                    <a:lnTo>
                      <a:pt x="963" y="394"/>
                    </a:lnTo>
                    <a:lnTo>
                      <a:pt x="963" y="394"/>
                    </a:lnTo>
                    <a:lnTo>
                      <a:pt x="961" y="394"/>
                    </a:lnTo>
                    <a:lnTo>
                      <a:pt x="954" y="394"/>
                    </a:lnTo>
                    <a:lnTo>
                      <a:pt x="954" y="394"/>
                    </a:lnTo>
                    <a:lnTo>
                      <a:pt x="953" y="392"/>
                    </a:lnTo>
                    <a:lnTo>
                      <a:pt x="956" y="390"/>
                    </a:lnTo>
                    <a:lnTo>
                      <a:pt x="956" y="390"/>
                    </a:lnTo>
                    <a:lnTo>
                      <a:pt x="958" y="389"/>
                    </a:lnTo>
                    <a:lnTo>
                      <a:pt x="959" y="389"/>
                    </a:lnTo>
                    <a:lnTo>
                      <a:pt x="959" y="389"/>
                    </a:lnTo>
                    <a:lnTo>
                      <a:pt x="961" y="390"/>
                    </a:lnTo>
                    <a:lnTo>
                      <a:pt x="961" y="390"/>
                    </a:lnTo>
                    <a:lnTo>
                      <a:pt x="963" y="390"/>
                    </a:lnTo>
                    <a:lnTo>
                      <a:pt x="963" y="390"/>
                    </a:lnTo>
                    <a:lnTo>
                      <a:pt x="963" y="392"/>
                    </a:lnTo>
                    <a:lnTo>
                      <a:pt x="965" y="392"/>
                    </a:lnTo>
                    <a:lnTo>
                      <a:pt x="965" y="392"/>
                    </a:lnTo>
                    <a:lnTo>
                      <a:pt x="966" y="392"/>
                    </a:lnTo>
                    <a:lnTo>
                      <a:pt x="966" y="392"/>
                    </a:lnTo>
                    <a:lnTo>
                      <a:pt x="965" y="390"/>
                    </a:lnTo>
                    <a:lnTo>
                      <a:pt x="965" y="389"/>
                    </a:lnTo>
                    <a:lnTo>
                      <a:pt x="966" y="387"/>
                    </a:lnTo>
                    <a:lnTo>
                      <a:pt x="968" y="385"/>
                    </a:lnTo>
                    <a:lnTo>
                      <a:pt x="971" y="384"/>
                    </a:lnTo>
                    <a:lnTo>
                      <a:pt x="973" y="384"/>
                    </a:lnTo>
                    <a:lnTo>
                      <a:pt x="976" y="379"/>
                    </a:lnTo>
                    <a:lnTo>
                      <a:pt x="978" y="377"/>
                    </a:lnTo>
                    <a:lnTo>
                      <a:pt x="982" y="375"/>
                    </a:lnTo>
                    <a:lnTo>
                      <a:pt x="993" y="370"/>
                    </a:lnTo>
                    <a:lnTo>
                      <a:pt x="993" y="368"/>
                    </a:lnTo>
                    <a:lnTo>
                      <a:pt x="993" y="367"/>
                    </a:lnTo>
                    <a:lnTo>
                      <a:pt x="993" y="365"/>
                    </a:lnTo>
                    <a:lnTo>
                      <a:pt x="993" y="363"/>
                    </a:lnTo>
                    <a:lnTo>
                      <a:pt x="993" y="363"/>
                    </a:lnTo>
                    <a:lnTo>
                      <a:pt x="993" y="362"/>
                    </a:lnTo>
                    <a:lnTo>
                      <a:pt x="993" y="362"/>
                    </a:lnTo>
                    <a:lnTo>
                      <a:pt x="993" y="362"/>
                    </a:lnTo>
                    <a:lnTo>
                      <a:pt x="995" y="360"/>
                    </a:lnTo>
                    <a:lnTo>
                      <a:pt x="995" y="360"/>
                    </a:lnTo>
                    <a:lnTo>
                      <a:pt x="995" y="360"/>
                    </a:lnTo>
                    <a:lnTo>
                      <a:pt x="993" y="358"/>
                    </a:lnTo>
                    <a:lnTo>
                      <a:pt x="993" y="358"/>
                    </a:lnTo>
                    <a:lnTo>
                      <a:pt x="993" y="357"/>
                    </a:lnTo>
                    <a:lnTo>
                      <a:pt x="993" y="355"/>
                    </a:lnTo>
                    <a:lnTo>
                      <a:pt x="993" y="355"/>
                    </a:lnTo>
                    <a:lnTo>
                      <a:pt x="993" y="353"/>
                    </a:lnTo>
                    <a:lnTo>
                      <a:pt x="995" y="351"/>
                    </a:lnTo>
                    <a:lnTo>
                      <a:pt x="995" y="351"/>
                    </a:lnTo>
                    <a:lnTo>
                      <a:pt x="997" y="350"/>
                    </a:lnTo>
                    <a:lnTo>
                      <a:pt x="997" y="350"/>
                    </a:lnTo>
                    <a:lnTo>
                      <a:pt x="995" y="350"/>
                    </a:lnTo>
                    <a:lnTo>
                      <a:pt x="995" y="348"/>
                    </a:lnTo>
                    <a:lnTo>
                      <a:pt x="993" y="346"/>
                    </a:lnTo>
                    <a:lnTo>
                      <a:pt x="992" y="345"/>
                    </a:lnTo>
                    <a:lnTo>
                      <a:pt x="992" y="345"/>
                    </a:lnTo>
                    <a:lnTo>
                      <a:pt x="992" y="343"/>
                    </a:lnTo>
                    <a:lnTo>
                      <a:pt x="992" y="341"/>
                    </a:lnTo>
                    <a:lnTo>
                      <a:pt x="995" y="336"/>
                    </a:lnTo>
                    <a:lnTo>
                      <a:pt x="995" y="334"/>
                    </a:lnTo>
                    <a:lnTo>
                      <a:pt x="997" y="333"/>
                    </a:lnTo>
                    <a:lnTo>
                      <a:pt x="1004" y="324"/>
                    </a:lnTo>
                    <a:lnTo>
                      <a:pt x="1007" y="323"/>
                    </a:lnTo>
                    <a:lnTo>
                      <a:pt x="1012" y="319"/>
                    </a:lnTo>
                    <a:lnTo>
                      <a:pt x="1014" y="317"/>
                    </a:lnTo>
                    <a:lnTo>
                      <a:pt x="1012" y="316"/>
                    </a:lnTo>
                    <a:lnTo>
                      <a:pt x="1014" y="314"/>
                    </a:lnTo>
                    <a:lnTo>
                      <a:pt x="1017" y="309"/>
                    </a:lnTo>
                    <a:lnTo>
                      <a:pt x="1019" y="309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6"/>
                    </a:lnTo>
                    <a:lnTo>
                      <a:pt x="1019" y="304"/>
                    </a:lnTo>
                    <a:lnTo>
                      <a:pt x="1019" y="304"/>
                    </a:lnTo>
                    <a:lnTo>
                      <a:pt x="1021" y="302"/>
                    </a:lnTo>
                    <a:lnTo>
                      <a:pt x="1022" y="302"/>
                    </a:lnTo>
                    <a:lnTo>
                      <a:pt x="1021" y="299"/>
                    </a:lnTo>
                    <a:lnTo>
                      <a:pt x="1022" y="295"/>
                    </a:lnTo>
                    <a:lnTo>
                      <a:pt x="1024" y="292"/>
                    </a:lnTo>
                    <a:lnTo>
                      <a:pt x="1026" y="290"/>
                    </a:lnTo>
                    <a:lnTo>
                      <a:pt x="1027" y="289"/>
                    </a:lnTo>
                    <a:lnTo>
                      <a:pt x="1029" y="287"/>
                    </a:lnTo>
                    <a:lnTo>
                      <a:pt x="1029" y="285"/>
                    </a:lnTo>
                    <a:lnTo>
                      <a:pt x="1029" y="284"/>
                    </a:lnTo>
                    <a:lnTo>
                      <a:pt x="1027" y="282"/>
                    </a:lnTo>
                    <a:lnTo>
                      <a:pt x="1027" y="282"/>
                    </a:lnTo>
                    <a:lnTo>
                      <a:pt x="1027" y="280"/>
                    </a:lnTo>
                    <a:lnTo>
                      <a:pt x="1027" y="280"/>
                    </a:lnTo>
                    <a:lnTo>
                      <a:pt x="1031" y="273"/>
                    </a:lnTo>
                    <a:lnTo>
                      <a:pt x="1031" y="272"/>
                    </a:lnTo>
                    <a:lnTo>
                      <a:pt x="1031" y="267"/>
                    </a:lnTo>
                    <a:lnTo>
                      <a:pt x="1031" y="265"/>
                    </a:lnTo>
                    <a:lnTo>
                      <a:pt x="1032" y="261"/>
                    </a:lnTo>
                    <a:lnTo>
                      <a:pt x="1036" y="255"/>
                    </a:lnTo>
                    <a:lnTo>
                      <a:pt x="1038" y="255"/>
                    </a:lnTo>
                    <a:lnTo>
                      <a:pt x="1038" y="253"/>
                    </a:lnTo>
                    <a:lnTo>
                      <a:pt x="1039" y="251"/>
                    </a:lnTo>
                    <a:lnTo>
                      <a:pt x="1039" y="250"/>
                    </a:lnTo>
                    <a:lnTo>
                      <a:pt x="1038" y="250"/>
                    </a:lnTo>
                    <a:lnTo>
                      <a:pt x="1038" y="248"/>
                    </a:lnTo>
                    <a:lnTo>
                      <a:pt x="1038" y="246"/>
                    </a:lnTo>
                    <a:lnTo>
                      <a:pt x="1038" y="244"/>
                    </a:lnTo>
                    <a:lnTo>
                      <a:pt x="1039" y="241"/>
                    </a:lnTo>
                    <a:lnTo>
                      <a:pt x="1041" y="241"/>
                    </a:lnTo>
                    <a:lnTo>
                      <a:pt x="1041" y="239"/>
                    </a:lnTo>
                    <a:lnTo>
                      <a:pt x="1041" y="238"/>
                    </a:lnTo>
                    <a:lnTo>
                      <a:pt x="1041" y="238"/>
                    </a:lnTo>
                    <a:lnTo>
                      <a:pt x="1039" y="236"/>
                    </a:lnTo>
                    <a:lnTo>
                      <a:pt x="1039" y="236"/>
                    </a:lnTo>
                    <a:lnTo>
                      <a:pt x="1039" y="236"/>
                    </a:lnTo>
                    <a:lnTo>
                      <a:pt x="1039" y="238"/>
                    </a:lnTo>
                    <a:lnTo>
                      <a:pt x="1038" y="238"/>
                    </a:lnTo>
                    <a:lnTo>
                      <a:pt x="1036" y="236"/>
                    </a:lnTo>
                    <a:lnTo>
                      <a:pt x="1036" y="236"/>
                    </a:lnTo>
                    <a:lnTo>
                      <a:pt x="1036" y="236"/>
                    </a:lnTo>
                    <a:lnTo>
                      <a:pt x="1036" y="234"/>
                    </a:lnTo>
                    <a:lnTo>
                      <a:pt x="1036" y="234"/>
                    </a:lnTo>
                    <a:lnTo>
                      <a:pt x="1034" y="231"/>
                    </a:lnTo>
                    <a:lnTo>
                      <a:pt x="1034" y="217"/>
                    </a:lnTo>
                    <a:lnTo>
                      <a:pt x="1034" y="216"/>
                    </a:lnTo>
                    <a:lnTo>
                      <a:pt x="1034" y="216"/>
                    </a:lnTo>
                    <a:lnTo>
                      <a:pt x="1034" y="214"/>
                    </a:lnTo>
                    <a:lnTo>
                      <a:pt x="1034" y="214"/>
                    </a:lnTo>
                    <a:lnTo>
                      <a:pt x="1036" y="202"/>
                    </a:lnTo>
                    <a:lnTo>
                      <a:pt x="1038" y="200"/>
                    </a:lnTo>
                    <a:lnTo>
                      <a:pt x="1039" y="197"/>
                    </a:lnTo>
                    <a:lnTo>
                      <a:pt x="1039" y="195"/>
                    </a:lnTo>
                    <a:lnTo>
                      <a:pt x="1041" y="194"/>
                    </a:lnTo>
                    <a:lnTo>
                      <a:pt x="1044" y="188"/>
                    </a:lnTo>
                    <a:lnTo>
                      <a:pt x="1046" y="185"/>
                    </a:lnTo>
                    <a:lnTo>
                      <a:pt x="1044" y="182"/>
                    </a:lnTo>
                    <a:lnTo>
                      <a:pt x="1049" y="175"/>
                    </a:lnTo>
                    <a:lnTo>
                      <a:pt x="1051" y="171"/>
                    </a:lnTo>
                    <a:lnTo>
                      <a:pt x="1051" y="166"/>
                    </a:lnTo>
                    <a:lnTo>
                      <a:pt x="1049" y="165"/>
                    </a:lnTo>
                    <a:lnTo>
                      <a:pt x="1049" y="163"/>
                    </a:lnTo>
                    <a:lnTo>
                      <a:pt x="1051" y="163"/>
                    </a:lnTo>
                    <a:lnTo>
                      <a:pt x="1051" y="161"/>
                    </a:lnTo>
                    <a:lnTo>
                      <a:pt x="1051" y="160"/>
                    </a:lnTo>
                    <a:lnTo>
                      <a:pt x="1053" y="160"/>
                    </a:lnTo>
                    <a:lnTo>
                      <a:pt x="1055" y="154"/>
                    </a:lnTo>
                    <a:lnTo>
                      <a:pt x="1056" y="153"/>
                    </a:lnTo>
                    <a:lnTo>
                      <a:pt x="1056" y="151"/>
                    </a:lnTo>
                    <a:lnTo>
                      <a:pt x="1056" y="148"/>
                    </a:lnTo>
                    <a:lnTo>
                      <a:pt x="1056" y="148"/>
                    </a:lnTo>
                    <a:lnTo>
                      <a:pt x="1058" y="146"/>
                    </a:lnTo>
                    <a:lnTo>
                      <a:pt x="1058" y="144"/>
                    </a:lnTo>
                    <a:lnTo>
                      <a:pt x="1058" y="141"/>
                    </a:lnTo>
                    <a:lnTo>
                      <a:pt x="1058" y="141"/>
                    </a:lnTo>
                    <a:lnTo>
                      <a:pt x="1058" y="139"/>
                    </a:lnTo>
                    <a:lnTo>
                      <a:pt x="1058" y="137"/>
                    </a:lnTo>
                    <a:lnTo>
                      <a:pt x="1061" y="134"/>
                    </a:lnTo>
                    <a:lnTo>
                      <a:pt x="1061" y="132"/>
                    </a:lnTo>
                    <a:lnTo>
                      <a:pt x="1060" y="131"/>
                    </a:lnTo>
                    <a:lnTo>
                      <a:pt x="1060" y="129"/>
                    </a:lnTo>
                    <a:lnTo>
                      <a:pt x="1060" y="129"/>
                    </a:lnTo>
                    <a:lnTo>
                      <a:pt x="1061" y="127"/>
                    </a:lnTo>
                    <a:lnTo>
                      <a:pt x="1061" y="127"/>
                    </a:lnTo>
                    <a:lnTo>
                      <a:pt x="1061" y="127"/>
                    </a:lnTo>
                    <a:lnTo>
                      <a:pt x="1061" y="126"/>
                    </a:lnTo>
                    <a:lnTo>
                      <a:pt x="1061" y="126"/>
                    </a:lnTo>
                    <a:lnTo>
                      <a:pt x="1061" y="124"/>
                    </a:lnTo>
                    <a:lnTo>
                      <a:pt x="1061" y="122"/>
                    </a:lnTo>
                    <a:lnTo>
                      <a:pt x="1063" y="120"/>
                    </a:lnTo>
                    <a:lnTo>
                      <a:pt x="1063" y="115"/>
                    </a:lnTo>
                    <a:lnTo>
                      <a:pt x="1065" y="114"/>
                    </a:lnTo>
                    <a:lnTo>
                      <a:pt x="1065" y="114"/>
                    </a:lnTo>
                    <a:lnTo>
                      <a:pt x="1063" y="112"/>
                    </a:lnTo>
                    <a:lnTo>
                      <a:pt x="1063" y="110"/>
                    </a:lnTo>
                    <a:lnTo>
                      <a:pt x="1065" y="109"/>
                    </a:lnTo>
                    <a:lnTo>
                      <a:pt x="1065" y="109"/>
                    </a:lnTo>
                    <a:lnTo>
                      <a:pt x="1065" y="107"/>
                    </a:lnTo>
                    <a:lnTo>
                      <a:pt x="1063" y="105"/>
                    </a:lnTo>
                    <a:lnTo>
                      <a:pt x="1063" y="102"/>
                    </a:lnTo>
                    <a:lnTo>
                      <a:pt x="1063" y="98"/>
                    </a:lnTo>
                    <a:lnTo>
                      <a:pt x="1065" y="95"/>
                    </a:lnTo>
                    <a:lnTo>
                      <a:pt x="1068" y="88"/>
                    </a:lnTo>
                    <a:lnTo>
                      <a:pt x="1070" y="88"/>
                    </a:lnTo>
                    <a:lnTo>
                      <a:pt x="1070" y="88"/>
                    </a:lnTo>
                    <a:lnTo>
                      <a:pt x="1072" y="87"/>
                    </a:lnTo>
                    <a:lnTo>
                      <a:pt x="1072" y="87"/>
                    </a:lnTo>
                    <a:lnTo>
                      <a:pt x="1072" y="87"/>
                    </a:lnTo>
                    <a:lnTo>
                      <a:pt x="1070" y="81"/>
                    </a:lnTo>
                    <a:lnTo>
                      <a:pt x="1070" y="81"/>
                    </a:lnTo>
                    <a:lnTo>
                      <a:pt x="1072" y="80"/>
                    </a:lnTo>
                    <a:lnTo>
                      <a:pt x="1072" y="76"/>
                    </a:lnTo>
                    <a:lnTo>
                      <a:pt x="1073" y="75"/>
                    </a:lnTo>
                    <a:lnTo>
                      <a:pt x="1078" y="70"/>
                    </a:lnTo>
                    <a:lnTo>
                      <a:pt x="1083" y="64"/>
                    </a:lnTo>
                    <a:lnTo>
                      <a:pt x="1085" y="63"/>
                    </a:lnTo>
                    <a:lnTo>
                      <a:pt x="1085" y="59"/>
                    </a:lnTo>
                    <a:lnTo>
                      <a:pt x="1085" y="56"/>
                    </a:lnTo>
                    <a:lnTo>
                      <a:pt x="1085" y="53"/>
                    </a:lnTo>
                    <a:lnTo>
                      <a:pt x="1087" y="51"/>
                    </a:lnTo>
                    <a:lnTo>
                      <a:pt x="1087" y="49"/>
                    </a:lnTo>
                    <a:lnTo>
                      <a:pt x="1087" y="49"/>
                    </a:lnTo>
                    <a:lnTo>
                      <a:pt x="1087" y="47"/>
                    </a:lnTo>
                    <a:lnTo>
                      <a:pt x="1087" y="47"/>
                    </a:lnTo>
                    <a:lnTo>
                      <a:pt x="1087" y="46"/>
                    </a:lnTo>
                    <a:lnTo>
                      <a:pt x="1087" y="44"/>
                    </a:lnTo>
                    <a:lnTo>
                      <a:pt x="1087" y="44"/>
                    </a:lnTo>
                    <a:close/>
                    <a:moveTo>
                      <a:pt x="696" y="390"/>
                    </a:moveTo>
                    <a:lnTo>
                      <a:pt x="698" y="390"/>
                    </a:lnTo>
                    <a:lnTo>
                      <a:pt x="700" y="389"/>
                    </a:lnTo>
                    <a:lnTo>
                      <a:pt x="701" y="385"/>
                    </a:lnTo>
                    <a:lnTo>
                      <a:pt x="703" y="385"/>
                    </a:lnTo>
                    <a:lnTo>
                      <a:pt x="703" y="384"/>
                    </a:lnTo>
                    <a:lnTo>
                      <a:pt x="705" y="384"/>
                    </a:lnTo>
                    <a:lnTo>
                      <a:pt x="706" y="384"/>
                    </a:lnTo>
                    <a:lnTo>
                      <a:pt x="708" y="385"/>
                    </a:lnTo>
                    <a:lnTo>
                      <a:pt x="708" y="385"/>
                    </a:lnTo>
                    <a:lnTo>
                      <a:pt x="710" y="385"/>
                    </a:lnTo>
                    <a:lnTo>
                      <a:pt x="710" y="384"/>
                    </a:lnTo>
                    <a:lnTo>
                      <a:pt x="710" y="380"/>
                    </a:lnTo>
                    <a:lnTo>
                      <a:pt x="712" y="379"/>
                    </a:lnTo>
                    <a:lnTo>
                      <a:pt x="713" y="377"/>
                    </a:lnTo>
                    <a:lnTo>
                      <a:pt x="713" y="384"/>
                    </a:lnTo>
                    <a:lnTo>
                      <a:pt x="713" y="385"/>
                    </a:lnTo>
                    <a:lnTo>
                      <a:pt x="713" y="385"/>
                    </a:lnTo>
                    <a:lnTo>
                      <a:pt x="715" y="384"/>
                    </a:lnTo>
                    <a:lnTo>
                      <a:pt x="715" y="385"/>
                    </a:lnTo>
                    <a:lnTo>
                      <a:pt x="715" y="387"/>
                    </a:lnTo>
                    <a:lnTo>
                      <a:pt x="713" y="387"/>
                    </a:lnTo>
                    <a:lnTo>
                      <a:pt x="712" y="387"/>
                    </a:lnTo>
                    <a:lnTo>
                      <a:pt x="712" y="387"/>
                    </a:lnTo>
                    <a:lnTo>
                      <a:pt x="710" y="389"/>
                    </a:lnTo>
                    <a:lnTo>
                      <a:pt x="710" y="389"/>
                    </a:lnTo>
                    <a:lnTo>
                      <a:pt x="708" y="389"/>
                    </a:lnTo>
                    <a:lnTo>
                      <a:pt x="706" y="389"/>
                    </a:lnTo>
                    <a:lnTo>
                      <a:pt x="706" y="387"/>
                    </a:lnTo>
                    <a:lnTo>
                      <a:pt x="705" y="387"/>
                    </a:lnTo>
                    <a:lnTo>
                      <a:pt x="703" y="387"/>
                    </a:lnTo>
                    <a:lnTo>
                      <a:pt x="703" y="389"/>
                    </a:lnTo>
                    <a:lnTo>
                      <a:pt x="705" y="392"/>
                    </a:lnTo>
                    <a:lnTo>
                      <a:pt x="706" y="394"/>
                    </a:lnTo>
                    <a:lnTo>
                      <a:pt x="710" y="396"/>
                    </a:lnTo>
                    <a:lnTo>
                      <a:pt x="710" y="396"/>
                    </a:lnTo>
                    <a:lnTo>
                      <a:pt x="710" y="397"/>
                    </a:lnTo>
                    <a:lnTo>
                      <a:pt x="708" y="397"/>
                    </a:lnTo>
                    <a:lnTo>
                      <a:pt x="708" y="397"/>
                    </a:lnTo>
                    <a:lnTo>
                      <a:pt x="706" y="396"/>
                    </a:lnTo>
                    <a:lnTo>
                      <a:pt x="705" y="397"/>
                    </a:lnTo>
                    <a:lnTo>
                      <a:pt x="705" y="397"/>
                    </a:lnTo>
                    <a:lnTo>
                      <a:pt x="705" y="399"/>
                    </a:lnTo>
                    <a:lnTo>
                      <a:pt x="706" y="399"/>
                    </a:lnTo>
                    <a:lnTo>
                      <a:pt x="708" y="399"/>
                    </a:lnTo>
                    <a:lnTo>
                      <a:pt x="710" y="399"/>
                    </a:lnTo>
                    <a:lnTo>
                      <a:pt x="710" y="401"/>
                    </a:lnTo>
                    <a:lnTo>
                      <a:pt x="712" y="401"/>
                    </a:lnTo>
                    <a:lnTo>
                      <a:pt x="710" y="402"/>
                    </a:lnTo>
                    <a:lnTo>
                      <a:pt x="710" y="402"/>
                    </a:lnTo>
                    <a:lnTo>
                      <a:pt x="710" y="402"/>
                    </a:lnTo>
                    <a:lnTo>
                      <a:pt x="710" y="409"/>
                    </a:lnTo>
                    <a:lnTo>
                      <a:pt x="710" y="411"/>
                    </a:lnTo>
                    <a:lnTo>
                      <a:pt x="708" y="411"/>
                    </a:lnTo>
                    <a:lnTo>
                      <a:pt x="708" y="411"/>
                    </a:lnTo>
                    <a:lnTo>
                      <a:pt x="708" y="409"/>
                    </a:lnTo>
                    <a:lnTo>
                      <a:pt x="708" y="407"/>
                    </a:lnTo>
                    <a:lnTo>
                      <a:pt x="708" y="406"/>
                    </a:lnTo>
                    <a:lnTo>
                      <a:pt x="708" y="404"/>
                    </a:lnTo>
                    <a:lnTo>
                      <a:pt x="708" y="402"/>
                    </a:lnTo>
                    <a:lnTo>
                      <a:pt x="706" y="401"/>
                    </a:lnTo>
                    <a:lnTo>
                      <a:pt x="703" y="401"/>
                    </a:lnTo>
                    <a:lnTo>
                      <a:pt x="701" y="399"/>
                    </a:lnTo>
                    <a:lnTo>
                      <a:pt x="703" y="397"/>
                    </a:lnTo>
                    <a:lnTo>
                      <a:pt x="703" y="396"/>
                    </a:lnTo>
                    <a:lnTo>
                      <a:pt x="701" y="396"/>
                    </a:lnTo>
                    <a:lnTo>
                      <a:pt x="700" y="397"/>
                    </a:lnTo>
                    <a:lnTo>
                      <a:pt x="700" y="394"/>
                    </a:lnTo>
                    <a:lnTo>
                      <a:pt x="700" y="392"/>
                    </a:lnTo>
                    <a:lnTo>
                      <a:pt x="698" y="392"/>
                    </a:lnTo>
                    <a:lnTo>
                      <a:pt x="698" y="394"/>
                    </a:lnTo>
                    <a:lnTo>
                      <a:pt x="696" y="394"/>
                    </a:lnTo>
                    <a:lnTo>
                      <a:pt x="696" y="392"/>
                    </a:lnTo>
                    <a:lnTo>
                      <a:pt x="696" y="390"/>
                    </a:lnTo>
                    <a:close/>
                    <a:moveTo>
                      <a:pt x="686" y="497"/>
                    </a:moveTo>
                    <a:lnTo>
                      <a:pt x="688" y="497"/>
                    </a:lnTo>
                    <a:lnTo>
                      <a:pt x="688" y="497"/>
                    </a:lnTo>
                    <a:lnTo>
                      <a:pt x="688" y="497"/>
                    </a:lnTo>
                    <a:lnTo>
                      <a:pt x="689" y="497"/>
                    </a:lnTo>
                    <a:lnTo>
                      <a:pt x="691" y="497"/>
                    </a:lnTo>
                    <a:lnTo>
                      <a:pt x="695" y="496"/>
                    </a:lnTo>
                    <a:lnTo>
                      <a:pt x="696" y="496"/>
                    </a:lnTo>
                    <a:lnTo>
                      <a:pt x="695" y="497"/>
                    </a:lnTo>
                    <a:lnTo>
                      <a:pt x="691" y="499"/>
                    </a:lnTo>
                    <a:lnTo>
                      <a:pt x="691" y="501"/>
                    </a:lnTo>
                    <a:lnTo>
                      <a:pt x="691" y="503"/>
                    </a:lnTo>
                    <a:lnTo>
                      <a:pt x="693" y="504"/>
                    </a:lnTo>
                    <a:lnTo>
                      <a:pt x="693" y="504"/>
                    </a:lnTo>
                    <a:lnTo>
                      <a:pt x="691" y="504"/>
                    </a:lnTo>
                    <a:lnTo>
                      <a:pt x="691" y="504"/>
                    </a:lnTo>
                    <a:lnTo>
                      <a:pt x="689" y="504"/>
                    </a:lnTo>
                    <a:lnTo>
                      <a:pt x="689" y="501"/>
                    </a:lnTo>
                    <a:lnTo>
                      <a:pt x="688" y="499"/>
                    </a:lnTo>
                    <a:lnTo>
                      <a:pt x="688" y="503"/>
                    </a:lnTo>
                    <a:lnTo>
                      <a:pt x="686" y="504"/>
                    </a:lnTo>
                    <a:lnTo>
                      <a:pt x="686" y="504"/>
                    </a:lnTo>
                    <a:lnTo>
                      <a:pt x="686" y="501"/>
                    </a:lnTo>
                    <a:lnTo>
                      <a:pt x="686" y="497"/>
                    </a:lnTo>
                    <a:close/>
                    <a:moveTo>
                      <a:pt x="723" y="620"/>
                    </a:moveTo>
                    <a:lnTo>
                      <a:pt x="722" y="620"/>
                    </a:lnTo>
                    <a:lnTo>
                      <a:pt x="722" y="621"/>
                    </a:lnTo>
                    <a:lnTo>
                      <a:pt x="720" y="621"/>
                    </a:lnTo>
                    <a:lnTo>
                      <a:pt x="720" y="621"/>
                    </a:lnTo>
                    <a:lnTo>
                      <a:pt x="718" y="621"/>
                    </a:lnTo>
                    <a:lnTo>
                      <a:pt x="713" y="621"/>
                    </a:lnTo>
                    <a:lnTo>
                      <a:pt x="712" y="621"/>
                    </a:lnTo>
                    <a:lnTo>
                      <a:pt x="712" y="621"/>
                    </a:lnTo>
                    <a:lnTo>
                      <a:pt x="710" y="621"/>
                    </a:lnTo>
                    <a:lnTo>
                      <a:pt x="710" y="623"/>
                    </a:lnTo>
                    <a:lnTo>
                      <a:pt x="710" y="623"/>
                    </a:lnTo>
                    <a:lnTo>
                      <a:pt x="708" y="623"/>
                    </a:lnTo>
                    <a:lnTo>
                      <a:pt x="708" y="623"/>
                    </a:lnTo>
                    <a:lnTo>
                      <a:pt x="706" y="623"/>
                    </a:lnTo>
                    <a:lnTo>
                      <a:pt x="706" y="623"/>
                    </a:lnTo>
                    <a:lnTo>
                      <a:pt x="706" y="623"/>
                    </a:lnTo>
                    <a:lnTo>
                      <a:pt x="705" y="623"/>
                    </a:lnTo>
                    <a:lnTo>
                      <a:pt x="705" y="623"/>
                    </a:lnTo>
                    <a:lnTo>
                      <a:pt x="705" y="623"/>
                    </a:lnTo>
                    <a:lnTo>
                      <a:pt x="703" y="627"/>
                    </a:lnTo>
                    <a:lnTo>
                      <a:pt x="703" y="627"/>
                    </a:lnTo>
                    <a:lnTo>
                      <a:pt x="701" y="627"/>
                    </a:lnTo>
                    <a:lnTo>
                      <a:pt x="701" y="627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30"/>
                    </a:lnTo>
                    <a:lnTo>
                      <a:pt x="701" y="630"/>
                    </a:lnTo>
                    <a:lnTo>
                      <a:pt x="701" y="632"/>
                    </a:lnTo>
                    <a:lnTo>
                      <a:pt x="700" y="632"/>
                    </a:lnTo>
                    <a:lnTo>
                      <a:pt x="700" y="632"/>
                    </a:lnTo>
                    <a:lnTo>
                      <a:pt x="701" y="633"/>
                    </a:lnTo>
                    <a:lnTo>
                      <a:pt x="701" y="633"/>
                    </a:lnTo>
                    <a:lnTo>
                      <a:pt x="701" y="633"/>
                    </a:lnTo>
                    <a:lnTo>
                      <a:pt x="701" y="635"/>
                    </a:lnTo>
                    <a:lnTo>
                      <a:pt x="701" y="635"/>
                    </a:lnTo>
                    <a:lnTo>
                      <a:pt x="701" y="637"/>
                    </a:lnTo>
                    <a:lnTo>
                      <a:pt x="700" y="638"/>
                    </a:lnTo>
                    <a:lnTo>
                      <a:pt x="700" y="640"/>
                    </a:lnTo>
                    <a:lnTo>
                      <a:pt x="700" y="640"/>
                    </a:lnTo>
                    <a:lnTo>
                      <a:pt x="700" y="640"/>
                    </a:lnTo>
                    <a:lnTo>
                      <a:pt x="696" y="642"/>
                    </a:lnTo>
                    <a:lnTo>
                      <a:pt x="696" y="642"/>
                    </a:lnTo>
                    <a:lnTo>
                      <a:pt x="696" y="644"/>
                    </a:lnTo>
                    <a:lnTo>
                      <a:pt x="696" y="645"/>
                    </a:lnTo>
                    <a:lnTo>
                      <a:pt x="696" y="650"/>
                    </a:lnTo>
                    <a:lnTo>
                      <a:pt x="698" y="652"/>
                    </a:lnTo>
                    <a:lnTo>
                      <a:pt x="698" y="654"/>
                    </a:lnTo>
                    <a:lnTo>
                      <a:pt x="696" y="655"/>
                    </a:lnTo>
                    <a:lnTo>
                      <a:pt x="696" y="657"/>
                    </a:lnTo>
                    <a:lnTo>
                      <a:pt x="696" y="657"/>
                    </a:lnTo>
                    <a:lnTo>
                      <a:pt x="698" y="660"/>
                    </a:lnTo>
                    <a:lnTo>
                      <a:pt x="698" y="662"/>
                    </a:lnTo>
                    <a:lnTo>
                      <a:pt x="698" y="662"/>
                    </a:lnTo>
                    <a:lnTo>
                      <a:pt x="698" y="664"/>
                    </a:lnTo>
                    <a:lnTo>
                      <a:pt x="696" y="664"/>
                    </a:lnTo>
                    <a:lnTo>
                      <a:pt x="696" y="666"/>
                    </a:lnTo>
                    <a:lnTo>
                      <a:pt x="696" y="666"/>
                    </a:lnTo>
                    <a:lnTo>
                      <a:pt x="696" y="666"/>
                    </a:lnTo>
                    <a:lnTo>
                      <a:pt x="695" y="666"/>
                    </a:lnTo>
                    <a:lnTo>
                      <a:pt x="695" y="666"/>
                    </a:lnTo>
                    <a:lnTo>
                      <a:pt x="695" y="667"/>
                    </a:lnTo>
                    <a:lnTo>
                      <a:pt x="695" y="667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1" y="669"/>
                    </a:lnTo>
                    <a:lnTo>
                      <a:pt x="691" y="669"/>
                    </a:lnTo>
                    <a:lnTo>
                      <a:pt x="689" y="669"/>
                    </a:lnTo>
                    <a:lnTo>
                      <a:pt x="684" y="667"/>
                    </a:lnTo>
                    <a:lnTo>
                      <a:pt x="683" y="667"/>
                    </a:lnTo>
                    <a:lnTo>
                      <a:pt x="683" y="666"/>
                    </a:lnTo>
                    <a:lnTo>
                      <a:pt x="683" y="666"/>
                    </a:lnTo>
                    <a:lnTo>
                      <a:pt x="683" y="666"/>
                    </a:lnTo>
                    <a:lnTo>
                      <a:pt x="681" y="662"/>
                    </a:lnTo>
                    <a:lnTo>
                      <a:pt x="679" y="660"/>
                    </a:lnTo>
                    <a:lnTo>
                      <a:pt x="679" y="657"/>
                    </a:lnTo>
                    <a:lnTo>
                      <a:pt x="679" y="654"/>
                    </a:lnTo>
                    <a:lnTo>
                      <a:pt x="679" y="654"/>
                    </a:lnTo>
                    <a:lnTo>
                      <a:pt x="679" y="654"/>
                    </a:lnTo>
                    <a:lnTo>
                      <a:pt x="678" y="654"/>
                    </a:lnTo>
                    <a:lnTo>
                      <a:pt x="678" y="654"/>
                    </a:lnTo>
                    <a:lnTo>
                      <a:pt x="678" y="654"/>
                    </a:lnTo>
                    <a:lnTo>
                      <a:pt x="676" y="654"/>
                    </a:lnTo>
                    <a:lnTo>
                      <a:pt x="676" y="655"/>
                    </a:lnTo>
                    <a:lnTo>
                      <a:pt x="676" y="655"/>
                    </a:lnTo>
                    <a:lnTo>
                      <a:pt x="676" y="655"/>
                    </a:lnTo>
                    <a:lnTo>
                      <a:pt x="674" y="655"/>
                    </a:lnTo>
                    <a:lnTo>
                      <a:pt x="674" y="655"/>
                    </a:lnTo>
                    <a:lnTo>
                      <a:pt x="674" y="655"/>
                    </a:lnTo>
                    <a:lnTo>
                      <a:pt x="671" y="652"/>
                    </a:lnTo>
                    <a:lnTo>
                      <a:pt x="671" y="652"/>
                    </a:lnTo>
                    <a:lnTo>
                      <a:pt x="671" y="652"/>
                    </a:lnTo>
                    <a:lnTo>
                      <a:pt x="671" y="650"/>
                    </a:lnTo>
                    <a:lnTo>
                      <a:pt x="671" y="650"/>
                    </a:lnTo>
                    <a:lnTo>
                      <a:pt x="671" y="649"/>
                    </a:lnTo>
                    <a:lnTo>
                      <a:pt x="671" y="649"/>
                    </a:lnTo>
                    <a:lnTo>
                      <a:pt x="671" y="649"/>
                    </a:lnTo>
                    <a:lnTo>
                      <a:pt x="669" y="647"/>
                    </a:lnTo>
                    <a:lnTo>
                      <a:pt x="669" y="647"/>
                    </a:lnTo>
                    <a:lnTo>
                      <a:pt x="669" y="645"/>
                    </a:lnTo>
                    <a:lnTo>
                      <a:pt x="669" y="644"/>
                    </a:lnTo>
                    <a:lnTo>
                      <a:pt x="669" y="642"/>
                    </a:lnTo>
                    <a:lnTo>
                      <a:pt x="669" y="640"/>
                    </a:lnTo>
                    <a:lnTo>
                      <a:pt x="669" y="638"/>
                    </a:lnTo>
                    <a:lnTo>
                      <a:pt x="669" y="635"/>
                    </a:lnTo>
                    <a:lnTo>
                      <a:pt x="669" y="633"/>
                    </a:lnTo>
                    <a:lnTo>
                      <a:pt x="669" y="630"/>
                    </a:lnTo>
                    <a:lnTo>
                      <a:pt x="671" y="627"/>
                    </a:lnTo>
                    <a:lnTo>
                      <a:pt x="671" y="627"/>
                    </a:lnTo>
                    <a:lnTo>
                      <a:pt x="671" y="623"/>
                    </a:lnTo>
                    <a:lnTo>
                      <a:pt x="672" y="623"/>
                    </a:lnTo>
                    <a:lnTo>
                      <a:pt x="672" y="623"/>
                    </a:lnTo>
                    <a:lnTo>
                      <a:pt x="671" y="621"/>
                    </a:lnTo>
                    <a:lnTo>
                      <a:pt x="671" y="621"/>
                    </a:lnTo>
                    <a:lnTo>
                      <a:pt x="671" y="621"/>
                    </a:lnTo>
                    <a:lnTo>
                      <a:pt x="671" y="620"/>
                    </a:lnTo>
                    <a:lnTo>
                      <a:pt x="672" y="620"/>
                    </a:lnTo>
                    <a:lnTo>
                      <a:pt x="672" y="620"/>
                    </a:lnTo>
                    <a:lnTo>
                      <a:pt x="672" y="618"/>
                    </a:lnTo>
                    <a:lnTo>
                      <a:pt x="674" y="618"/>
                    </a:lnTo>
                    <a:lnTo>
                      <a:pt x="683" y="611"/>
                    </a:lnTo>
                    <a:lnTo>
                      <a:pt x="698" y="603"/>
                    </a:lnTo>
                    <a:lnTo>
                      <a:pt x="700" y="603"/>
                    </a:lnTo>
                    <a:lnTo>
                      <a:pt x="705" y="604"/>
                    </a:lnTo>
                    <a:lnTo>
                      <a:pt x="705" y="606"/>
                    </a:lnTo>
                    <a:lnTo>
                      <a:pt x="705" y="606"/>
                    </a:lnTo>
                    <a:lnTo>
                      <a:pt x="705" y="606"/>
                    </a:lnTo>
                    <a:lnTo>
                      <a:pt x="705" y="608"/>
                    </a:lnTo>
                    <a:lnTo>
                      <a:pt x="705" y="608"/>
                    </a:lnTo>
                    <a:lnTo>
                      <a:pt x="705" y="608"/>
                    </a:lnTo>
                    <a:lnTo>
                      <a:pt x="705" y="610"/>
                    </a:lnTo>
                    <a:lnTo>
                      <a:pt x="705" y="610"/>
                    </a:lnTo>
                    <a:lnTo>
                      <a:pt x="706" y="610"/>
                    </a:lnTo>
                    <a:lnTo>
                      <a:pt x="706" y="610"/>
                    </a:lnTo>
                    <a:lnTo>
                      <a:pt x="708" y="610"/>
                    </a:lnTo>
                    <a:lnTo>
                      <a:pt x="708" y="610"/>
                    </a:lnTo>
                    <a:lnTo>
                      <a:pt x="708" y="611"/>
                    </a:lnTo>
                    <a:lnTo>
                      <a:pt x="710" y="611"/>
                    </a:lnTo>
                    <a:lnTo>
                      <a:pt x="710" y="611"/>
                    </a:lnTo>
                    <a:lnTo>
                      <a:pt x="710" y="611"/>
                    </a:lnTo>
                    <a:lnTo>
                      <a:pt x="710" y="613"/>
                    </a:lnTo>
                    <a:lnTo>
                      <a:pt x="710" y="613"/>
                    </a:lnTo>
                    <a:lnTo>
                      <a:pt x="710" y="613"/>
                    </a:lnTo>
                    <a:lnTo>
                      <a:pt x="712" y="613"/>
                    </a:lnTo>
                    <a:lnTo>
                      <a:pt x="715" y="615"/>
                    </a:lnTo>
                    <a:lnTo>
                      <a:pt x="717" y="616"/>
                    </a:lnTo>
                    <a:lnTo>
                      <a:pt x="717" y="616"/>
                    </a:lnTo>
                    <a:lnTo>
                      <a:pt x="718" y="616"/>
                    </a:lnTo>
                    <a:lnTo>
                      <a:pt x="723" y="618"/>
                    </a:lnTo>
                    <a:lnTo>
                      <a:pt x="723" y="618"/>
                    </a:lnTo>
                    <a:lnTo>
                      <a:pt x="723" y="618"/>
                    </a:lnTo>
                    <a:lnTo>
                      <a:pt x="723" y="62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sp>
            <p:nvSpPr>
              <p:cNvPr id="148" name="Freeform 12">
                <a:extLst>
                  <a:ext uri="{FF2B5EF4-FFF2-40B4-BE49-F238E27FC236}">
                    <a16:creationId xmlns:a16="http://schemas.microsoft.com/office/drawing/2014/main" id="{D6CAC980-AF7F-4B19-A29F-66C082BC8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5811" y="6974600"/>
                <a:ext cx="107150" cy="130962"/>
              </a:xfrm>
              <a:custGeom>
                <a:avLst/>
                <a:gdLst>
                  <a:gd name="T0" fmla="*/ 48 w 54"/>
                  <a:gd name="T1" fmla="*/ 13 h 66"/>
                  <a:gd name="T2" fmla="*/ 43 w 54"/>
                  <a:gd name="T3" fmla="*/ 10 h 66"/>
                  <a:gd name="T4" fmla="*/ 41 w 54"/>
                  <a:gd name="T5" fmla="*/ 10 h 66"/>
                  <a:gd name="T6" fmla="*/ 41 w 54"/>
                  <a:gd name="T7" fmla="*/ 8 h 66"/>
                  <a:gd name="T8" fmla="*/ 39 w 54"/>
                  <a:gd name="T9" fmla="*/ 7 h 66"/>
                  <a:gd name="T10" fmla="*/ 36 w 54"/>
                  <a:gd name="T11" fmla="*/ 7 h 66"/>
                  <a:gd name="T12" fmla="*/ 36 w 54"/>
                  <a:gd name="T13" fmla="*/ 5 h 66"/>
                  <a:gd name="T14" fmla="*/ 36 w 54"/>
                  <a:gd name="T15" fmla="*/ 3 h 66"/>
                  <a:gd name="T16" fmla="*/ 31 w 54"/>
                  <a:gd name="T17" fmla="*/ 0 h 66"/>
                  <a:gd name="T18" fmla="*/ 5 w 54"/>
                  <a:gd name="T19" fmla="*/ 15 h 66"/>
                  <a:gd name="T20" fmla="*/ 3 w 54"/>
                  <a:gd name="T21" fmla="*/ 17 h 66"/>
                  <a:gd name="T22" fmla="*/ 2 w 54"/>
                  <a:gd name="T23" fmla="*/ 18 h 66"/>
                  <a:gd name="T24" fmla="*/ 3 w 54"/>
                  <a:gd name="T25" fmla="*/ 20 h 66"/>
                  <a:gd name="T26" fmla="*/ 2 w 54"/>
                  <a:gd name="T27" fmla="*/ 24 h 66"/>
                  <a:gd name="T28" fmla="*/ 0 w 54"/>
                  <a:gd name="T29" fmla="*/ 32 h 66"/>
                  <a:gd name="T30" fmla="*/ 0 w 54"/>
                  <a:gd name="T31" fmla="*/ 39 h 66"/>
                  <a:gd name="T32" fmla="*/ 0 w 54"/>
                  <a:gd name="T33" fmla="*/ 44 h 66"/>
                  <a:gd name="T34" fmla="*/ 2 w 54"/>
                  <a:gd name="T35" fmla="*/ 46 h 66"/>
                  <a:gd name="T36" fmla="*/ 2 w 54"/>
                  <a:gd name="T37" fmla="*/ 47 h 66"/>
                  <a:gd name="T38" fmla="*/ 2 w 54"/>
                  <a:gd name="T39" fmla="*/ 49 h 66"/>
                  <a:gd name="T40" fmla="*/ 5 w 54"/>
                  <a:gd name="T41" fmla="*/ 52 h 66"/>
                  <a:gd name="T42" fmla="*/ 7 w 54"/>
                  <a:gd name="T43" fmla="*/ 52 h 66"/>
                  <a:gd name="T44" fmla="*/ 9 w 54"/>
                  <a:gd name="T45" fmla="*/ 51 h 66"/>
                  <a:gd name="T46" fmla="*/ 10 w 54"/>
                  <a:gd name="T47" fmla="*/ 51 h 66"/>
                  <a:gd name="T48" fmla="*/ 10 w 54"/>
                  <a:gd name="T49" fmla="*/ 57 h 66"/>
                  <a:gd name="T50" fmla="*/ 14 w 54"/>
                  <a:gd name="T51" fmla="*/ 63 h 66"/>
                  <a:gd name="T52" fmla="*/ 15 w 54"/>
                  <a:gd name="T53" fmla="*/ 64 h 66"/>
                  <a:gd name="T54" fmla="*/ 22 w 54"/>
                  <a:gd name="T55" fmla="*/ 66 h 66"/>
                  <a:gd name="T56" fmla="*/ 24 w 54"/>
                  <a:gd name="T57" fmla="*/ 66 h 66"/>
                  <a:gd name="T58" fmla="*/ 26 w 54"/>
                  <a:gd name="T59" fmla="*/ 64 h 66"/>
                  <a:gd name="T60" fmla="*/ 26 w 54"/>
                  <a:gd name="T61" fmla="*/ 63 h 66"/>
                  <a:gd name="T62" fmla="*/ 27 w 54"/>
                  <a:gd name="T63" fmla="*/ 63 h 66"/>
                  <a:gd name="T64" fmla="*/ 29 w 54"/>
                  <a:gd name="T65" fmla="*/ 59 h 66"/>
                  <a:gd name="T66" fmla="*/ 27 w 54"/>
                  <a:gd name="T67" fmla="*/ 54 h 66"/>
                  <a:gd name="T68" fmla="*/ 29 w 54"/>
                  <a:gd name="T69" fmla="*/ 51 h 66"/>
                  <a:gd name="T70" fmla="*/ 27 w 54"/>
                  <a:gd name="T71" fmla="*/ 42 h 66"/>
                  <a:gd name="T72" fmla="*/ 27 w 54"/>
                  <a:gd name="T73" fmla="*/ 39 h 66"/>
                  <a:gd name="T74" fmla="*/ 31 w 54"/>
                  <a:gd name="T75" fmla="*/ 37 h 66"/>
                  <a:gd name="T76" fmla="*/ 32 w 54"/>
                  <a:gd name="T77" fmla="*/ 32 h 66"/>
                  <a:gd name="T78" fmla="*/ 32 w 54"/>
                  <a:gd name="T79" fmla="*/ 30 h 66"/>
                  <a:gd name="T80" fmla="*/ 31 w 54"/>
                  <a:gd name="T81" fmla="*/ 29 h 66"/>
                  <a:gd name="T82" fmla="*/ 32 w 54"/>
                  <a:gd name="T83" fmla="*/ 27 h 66"/>
                  <a:gd name="T84" fmla="*/ 32 w 54"/>
                  <a:gd name="T85" fmla="*/ 25 h 66"/>
                  <a:gd name="T86" fmla="*/ 32 w 54"/>
                  <a:gd name="T87" fmla="*/ 24 h 66"/>
                  <a:gd name="T88" fmla="*/ 36 w 54"/>
                  <a:gd name="T89" fmla="*/ 20 h 66"/>
                  <a:gd name="T90" fmla="*/ 37 w 54"/>
                  <a:gd name="T91" fmla="*/ 20 h 66"/>
                  <a:gd name="T92" fmla="*/ 39 w 54"/>
                  <a:gd name="T93" fmla="*/ 20 h 66"/>
                  <a:gd name="T94" fmla="*/ 41 w 54"/>
                  <a:gd name="T95" fmla="*/ 20 h 66"/>
                  <a:gd name="T96" fmla="*/ 43 w 54"/>
                  <a:gd name="T97" fmla="*/ 18 h 66"/>
                  <a:gd name="T98" fmla="*/ 51 w 54"/>
                  <a:gd name="T99" fmla="*/ 18 h 66"/>
                  <a:gd name="T100" fmla="*/ 53 w 54"/>
                  <a:gd name="T101" fmla="*/ 17 h 66"/>
                  <a:gd name="T102" fmla="*/ 54 w 54"/>
                  <a:gd name="T103" fmla="*/ 1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" h="66">
                    <a:moveTo>
                      <a:pt x="54" y="15"/>
                    </a:moveTo>
                    <a:lnTo>
                      <a:pt x="49" y="13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6" y="12"/>
                    </a:lnTo>
                    <a:lnTo>
                      <a:pt x="43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14" y="8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2" y="20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4"/>
                    </a:lnTo>
                    <a:lnTo>
                      <a:pt x="10" y="57"/>
                    </a:lnTo>
                    <a:lnTo>
                      <a:pt x="12" y="59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4"/>
                    </a:lnTo>
                    <a:lnTo>
                      <a:pt x="15" y="64"/>
                    </a:lnTo>
                    <a:lnTo>
                      <a:pt x="20" y="66"/>
                    </a:lnTo>
                    <a:lnTo>
                      <a:pt x="22" y="66"/>
                    </a:lnTo>
                    <a:lnTo>
                      <a:pt x="22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1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7" y="47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5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3" y="18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4" y="15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6C8D722-B9FC-4455-A816-4CB30BCADA8D}"/>
              </a:ext>
            </a:extLst>
          </p:cNvPr>
          <p:cNvGrpSpPr/>
          <p:nvPr/>
        </p:nvGrpSpPr>
        <p:grpSpPr>
          <a:xfrm>
            <a:off x="1735045" y="2146527"/>
            <a:ext cx="1269205" cy="668194"/>
            <a:chOff x="1735045" y="2146527"/>
            <a:chExt cx="1269205" cy="668194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0DC5F317-80E5-4FD2-9B33-309943AA3FC1}"/>
                </a:ext>
              </a:extLst>
            </p:cNvPr>
            <p:cNvGrpSpPr/>
            <p:nvPr/>
          </p:nvGrpSpPr>
          <p:grpSpPr>
            <a:xfrm>
              <a:off x="2408965" y="2561432"/>
              <a:ext cx="106500" cy="106497"/>
              <a:chOff x="5688290" y="3559386"/>
              <a:chExt cx="163092" cy="163092"/>
            </a:xfrm>
          </p:grpSpPr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45FAF129-0146-4AB5-ADAE-7E84E32E8BE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AA90125F-EB7A-4B15-85DB-C850677E9C94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D2770E42-5AB8-4DD9-9D2F-081F713A7FB7}"/>
                </a:ext>
              </a:extLst>
            </p:cNvPr>
            <p:cNvGrpSpPr/>
            <p:nvPr/>
          </p:nvGrpSpPr>
          <p:grpSpPr>
            <a:xfrm>
              <a:off x="2879320" y="2708224"/>
              <a:ext cx="106500" cy="106497"/>
              <a:chOff x="5688290" y="3559386"/>
              <a:chExt cx="163092" cy="163092"/>
            </a:xfrm>
          </p:grpSpPr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C7092C0F-01DF-407C-84ED-8E1100DC175E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4C0E66D2-0725-4165-A2BF-73D30851233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8A823192-C195-4EE6-9ABE-C4A15F0B711D}"/>
                </a:ext>
              </a:extLst>
            </p:cNvPr>
            <p:cNvGrpSpPr/>
            <p:nvPr/>
          </p:nvGrpSpPr>
          <p:grpSpPr>
            <a:xfrm>
              <a:off x="1735045" y="2539237"/>
              <a:ext cx="106500" cy="106497"/>
              <a:chOff x="5688290" y="3559386"/>
              <a:chExt cx="163092" cy="163092"/>
            </a:xfrm>
          </p:grpSpPr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4D8FDB9F-3A71-4995-8D97-D4ABCC6DC853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C9C763A8-BDE9-4549-9CBF-E4A52B464724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87377DF0-DE6F-4673-95AB-A40309868682}"/>
                </a:ext>
              </a:extLst>
            </p:cNvPr>
            <p:cNvGrpSpPr/>
            <p:nvPr/>
          </p:nvGrpSpPr>
          <p:grpSpPr>
            <a:xfrm>
              <a:off x="2897750" y="2253024"/>
              <a:ext cx="106500" cy="106497"/>
              <a:chOff x="5688290" y="3559386"/>
              <a:chExt cx="163092" cy="163092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4B21E422-E7C3-4138-9A96-12BD2FA91A6C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D2FC447D-F7C8-4577-8CFE-78617119097C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96905225-7084-4212-A2F5-B55D035AA216}"/>
                </a:ext>
              </a:extLst>
            </p:cNvPr>
            <p:cNvGrpSpPr/>
            <p:nvPr/>
          </p:nvGrpSpPr>
          <p:grpSpPr>
            <a:xfrm>
              <a:off x="2302465" y="2146527"/>
              <a:ext cx="106500" cy="106497"/>
              <a:chOff x="5688290" y="3559386"/>
              <a:chExt cx="163092" cy="163092"/>
            </a:xfrm>
          </p:grpSpPr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5013A5BF-34DC-4472-81AA-E095C2EE7A7B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385514D-3752-41B5-BE30-A65461D4EC2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BF79E147-C973-4FB9-8ED4-FB7884C99209}"/>
              </a:ext>
            </a:extLst>
          </p:cNvPr>
          <p:cNvSpPr/>
          <p:nvPr/>
        </p:nvSpPr>
        <p:spPr>
          <a:xfrm>
            <a:off x="1876238" y="5153901"/>
            <a:ext cx="1641266" cy="404231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0414" h="474270">
                <a:moveTo>
                  <a:pt x="0" y="474270"/>
                </a:moveTo>
                <a:cubicBezTo>
                  <a:pt x="752025" y="87599"/>
                  <a:pt x="797672" y="39598"/>
                  <a:pt x="1318079" y="2555"/>
                </a:cubicBezTo>
                <a:cubicBezTo>
                  <a:pt x="1838486" y="-34488"/>
                  <a:pt x="2035931" y="346362"/>
                  <a:pt x="2770414" y="17582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2">
                    <a:alpha val="0"/>
                  </a:schemeClr>
                </a:gs>
                <a:gs pos="100000">
                  <a:schemeClr val="accent1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400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AAAE4A7F-4B1A-410D-964C-650F1C969BE9}"/>
              </a:ext>
            </a:extLst>
          </p:cNvPr>
          <p:cNvGrpSpPr/>
          <p:nvPr/>
        </p:nvGrpSpPr>
        <p:grpSpPr>
          <a:xfrm>
            <a:off x="1084700" y="3949447"/>
            <a:ext cx="2586350" cy="898820"/>
            <a:chOff x="7750527" y="1446884"/>
            <a:chExt cx="3034476" cy="1054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C47081C2-E6BF-4196-823D-F6B70F846B58}"/>
                </a:ext>
              </a:extLst>
            </p:cNvPr>
            <p:cNvSpPr/>
            <p:nvPr/>
          </p:nvSpPr>
          <p:spPr>
            <a:xfrm>
              <a:off x="7750527" y="2171931"/>
              <a:ext cx="3034476" cy="329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0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40873EE3-9655-4B3F-8DE5-F9646078AC2C}"/>
                </a:ext>
              </a:extLst>
            </p:cNvPr>
            <p:cNvSpPr/>
            <p:nvPr/>
          </p:nvSpPr>
          <p:spPr>
            <a:xfrm>
              <a:off x="7750527" y="1446884"/>
              <a:ext cx="3034476" cy="99303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200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190" name="Rectangle 189">
            <a:extLst>
              <a:ext uri="{FF2B5EF4-FFF2-40B4-BE49-F238E27FC236}">
                <a16:creationId xmlns:a16="http://schemas.microsoft.com/office/drawing/2014/main" id="{A26EE264-F03D-44D6-8054-896B3A063EA8}"/>
              </a:ext>
            </a:extLst>
          </p:cNvPr>
          <p:cNvSpPr/>
          <p:nvPr/>
        </p:nvSpPr>
        <p:spPr>
          <a:xfrm>
            <a:off x="909721" y="1093745"/>
            <a:ext cx="306149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Australia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23529239-439A-430F-9527-443CE5668679}"/>
              </a:ext>
            </a:extLst>
          </p:cNvPr>
          <p:cNvGrpSpPr/>
          <p:nvPr/>
        </p:nvGrpSpPr>
        <p:grpSpPr>
          <a:xfrm>
            <a:off x="4748691" y="3212532"/>
            <a:ext cx="2694615" cy="363894"/>
            <a:chOff x="4239302" y="4450463"/>
            <a:chExt cx="5210812" cy="703693"/>
          </a:xfrm>
        </p:grpSpPr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B1C989EC-6589-4487-B95A-67F958648AF3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3">
                    <a:alpha val="85000"/>
                  </a:schemeClr>
                </a:gs>
                <a:gs pos="99000">
                  <a:schemeClr val="accent4">
                    <a:alpha val="1500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6948ADA7-7543-47DC-A19A-63692698495F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CB317D43-3181-4895-BEB7-A9EE3323D37C}"/>
              </a:ext>
            </a:extLst>
          </p:cNvPr>
          <p:cNvSpPr/>
          <p:nvPr/>
        </p:nvSpPr>
        <p:spPr>
          <a:xfrm>
            <a:off x="4677437" y="1591294"/>
            <a:ext cx="2837126" cy="1895887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1600"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658B2F7-86C7-40DC-9CF2-FB59A61B2B89}"/>
              </a:ext>
            </a:extLst>
          </p:cNvPr>
          <p:cNvGrpSpPr/>
          <p:nvPr/>
        </p:nvGrpSpPr>
        <p:grpSpPr>
          <a:xfrm>
            <a:off x="5127774" y="1949969"/>
            <a:ext cx="1936452" cy="1238528"/>
            <a:chOff x="4223657" y="2203189"/>
            <a:chExt cx="3744686" cy="2395050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93" name="Freeform 5">
              <a:extLst>
                <a:ext uri="{FF2B5EF4-FFF2-40B4-BE49-F238E27FC236}">
                  <a16:creationId xmlns:a16="http://schemas.microsoft.com/office/drawing/2014/main" id="{D287456E-F610-4F24-B62F-E596875FC7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75742" y="2433181"/>
              <a:ext cx="642932" cy="631432"/>
            </a:xfrm>
            <a:custGeom>
              <a:avLst/>
              <a:gdLst>
                <a:gd name="T0" fmla="*/ 599 w 615"/>
                <a:gd name="T1" fmla="*/ 590 h 604"/>
                <a:gd name="T2" fmla="*/ 403 w 615"/>
                <a:gd name="T3" fmla="*/ 18 h 604"/>
                <a:gd name="T4" fmla="*/ 449 w 615"/>
                <a:gd name="T5" fmla="*/ 11 h 604"/>
                <a:gd name="T6" fmla="*/ 483 w 615"/>
                <a:gd name="T7" fmla="*/ 57 h 604"/>
                <a:gd name="T8" fmla="*/ 556 w 615"/>
                <a:gd name="T9" fmla="*/ 60 h 604"/>
                <a:gd name="T10" fmla="*/ 538 w 615"/>
                <a:gd name="T11" fmla="*/ 102 h 604"/>
                <a:gd name="T12" fmla="*/ 512 w 615"/>
                <a:gd name="T13" fmla="*/ 130 h 604"/>
                <a:gd name="T14" fmla="*/ 521 w 615"/>
                <a:gd name="T15" fmla="*/ 161 h 604"/>
                <a:gd name="T16" fmla="*/ 521 w 615"/>
                <a:gd name="T17" fmla="*/ 185 h 604"/>
                <a:gd name="T18" fmla="*/ 528 w 615"/>
                <a:gd name="T19" fmla="*/ 199 h 604"/>
                <a:gd name="T20" fmla="*/ 521 w 615"/>
                <a:gd name="T21" fmla="*/ 220 h 604"/>
                <a:gd name="T22" fmla="*/ 528 w 615"/>
                <a:gd name="T23" fmla="*/ 247 h 604"/>
                <a:gd name="T24" fmla="*/ 540 w 615"/>
                <a:gd name="T25" fmla="*/ 284 h 604"/>
                <a:gd name="T26" fmla="*/ 547 w 615"/>
                <a:gd name="T27" fmla="*/ 311 h 604"/>
                <a:gd name="T28" fmla="*/ 553 w 615"/>
                <a:gd name="T29" fmla="*/ 343 h 604"/>
                <a:gd name="T30" fmla="*/ 585 w 615"/>
                <a:gd name="T31" fmla="*/ 334 h 604"/>
                <a:gd name="T32" fmla="*/ 564 w 615"/>
                <a:gd name="T33" fmla="*/ 364 h 604"/>
                <a:gd name="T34" fmla="*/ 534 w 615"/>
                <a:gd name="T35" fmla="*/ 384 h 604"/>
                <a:gd name="T36" fmla="*/ 548 w 615"/>
                <a:gd name="T37" fmla="*/ 431 h 604"/>
                <a:gd name="T38" fmla="*/ 541 w 615"/>
                <a:gd name="T39" fmla="*/ 479 h 604"/>
                <a:gd name="T40" fmla="*/ 550 w 615"/>
                <a:gd name="T41" fmla="*/ 519 h 604"/>
                <a:gd name="T42" fmla="*/ 543 w 615"/>
                <a:gd name="T43" fmla="*/ 560 h 604"/>
                <a:gd name="T44" fmla="*/ 508 w 615"/>
                <a:gd name="T45" fmla="*/ 539 h 604"/>
                <a:gd name="T46" fmla="*/ 486 w 615"/>
                <a:gd name="T47" fmla="*/ 492 h 604"/>
                <a:gd name="T48" fmla="*/ 475 w 615"/>
                <a:gd name="T49" fmla="*/ 460 h 604"/>
                <a:gd name="T50" fmla="*/ 458 w 615"/>
                <a:gd name="T51" fmla="*/ 413 h 604"/>
                <a:gd name="T52" fmla="*/ 431 w 615"/>
                <a:gd name="T53" fmla="*/ 388 h 604"/>
                <a:gd name="T54" fmla="*/ 417 w 615"/>
                <a:gd name="T55" fmla="*/ 405 h 604"/>
                <a:gd name="T56" fmla="*/ 386 w 615"/>
                <a:gd name="T57" fmla="*/ 447 h 604"/>
                <a:gd name="T58" fmla="*/ 363 w 615"/>
                <a:gd name="T59" fmla="*/ 458 h 604"/>
                <a:gd name="T60" fmla="*/ 357 w 615"/>
                <a:gd name="T61" fmla="*/ 442 h 604"/>
                <a:gd name="T62" fmla="*/ 324 w 615"/>
                <a:gd name="T63" fmla="*/ 441 h 604"/>
                <a:gd name="T64" fmla="*/ 284 w 615"/>
                <a:gd name="T65" fmla="*/ 423 h 604"/>
                <a:gd name="T66" fmla="*/ 265 w 615"/>
                <a:gd name="T67" fmla="*/ 437 h 604"/>
                <a:gd name="T68" fmla="*/ 204 w 615"/>
                <a:gd name="T69" fmla="*/ 403 h 604"/>
                <a:gd name="T70" fmla="*/ 144 w 615"/>
                <a:gd name="T71" fmla="*/ 439 h 604"/>
                <a:gd name="T72" fmla="*/ 93 w 615"/>
                <a:gd name="T73" fmla="*/ 443 h 604"/>
                <a:gd name="T74" fmla="*/ 93 w 615"/>
                <a:gd name="T75" fmla="*/ 410 h 604"/>
                <a:gd name="T76" fmla="*/ 136 w 615"/>
                <a:gd name="T77" fmla="*/ 360 h 604"/>
                <a:gd name="T78" fmla="*/ 184 w 615"/>
                <a:gd name="T79" fmla="*/ 335 h 604"/>
                <a:gd name="T80" fmla="*/ 216 w 615"/>
                <a:gd name="T81" fmla="*/ 339 h 604"/>
                <a:gd name="T82" fmla="*/ 234 w 615"/>
                <a:gd name="T83" fmla="*/ 306 h 604"/>
                <a:gd name="T84" fmla="*/ 249 w 615"/>
                <a:gd name="T85" fmla="*/ 273 h 604"/>
                <a:gd name="T86" fmla="*/ 218 w 615"/>
                <a:gd name="T87" fmla="*/ 240 h 604"/>
                <a:gd name="T88" fmla="*/ 213 w 615"/>
                <a:gd name="T89" fmla="*/ 222 h 604"/>
                <a:gd name="T90" fmla="*/ 206 w 615"/>
                <a:gd name="T91" fmla="*/ 194 h 604"/>
                <a:gd name="T92" fmla="*/ 191 w 615"/>
                <a:gd name="T93" fmla="*/ 191 h 604"/>
                <a:gd name="T94" fmla="*/ 169 w 615"/>
                <a:gd name="T95" fmla="*/ 160 h 604"/>
                <a:gd name="T96" fmla="*/ 142 w 615"/>
                <a:gd name="T97" fmla="*/ 132 h 604"/>
                <a:gd name="T98" fmla="*/ 119 w 615"/>
                <a:gd name="T99" fmla="*/ 114 h 604"/>
                <a:gd name="T100" fmla="*/ 95 w 615"/>
                <a:gd name="T101" fmla="*/ 103 h 604"/>
                <a:gd name="T102" fmla="*/ 71 w 615"/>
                <a:gd name="T103" fmla="*/ 142 h 604"/>
                <a:gd name="T104" fmla="*/ 60 w 615"/>
                <a:gd name="T105" fmla="*/ 142 h 604"/>
                <a:gd name="T106" fmla="*/ 54 w 615"/>
                <a:gd name="T107" fmla="*/ 115 h 604"/>
                <a:gd name="T108" fmla="*/ 8 w 615"/>
                <a:gd name="T109" fmla="*/ 96 h 604"/>
                <a:gd name="T110" fmla="*/ 35 w 615"/>
                <a:gd name="T111" fmla="*/ 84 h 604"/>
                <a:gd name="T112" fmla="*/ 93 w 615"/>
                <a:gd name="T113" fmla="*/ 39 h 604"/>
                <a:gd name="T114" fmla="*/ 148 w 615"/>
                <a:gd name="T115" fmla="*/ 46 h 604"/>
                <a:gd name="T116" fmla="*/ 184 w 615"/>
                <a:gd name="T117" fmla="*/ 87 h 604"/>
                <a:gd name="T118" fmla="*/ 256 w 615"/>
                <a:gd name="T119" fmla="*/ 78 h 604"/>
                <a:gd name="T120" fmla="*/ 303 w 615"/>
                <a:gd name="T121" fmla="*/ 66 h 604"/>
                <a:gd name="T122" fmla="*/ 352 w 615"/>
                <a:gd name="T123" fmla="*/ 31 h 604"/>
                <a:gd name="T124" fmla="*/ 401 w 615"/>
                <a:gd name="T125" fmla="*/ 16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5" h="604">
                  <a:moveTo>
                    <a:pt x="585" y="589"/>
                  </a:moveTo>
                  <a:lnTo>
                    <a:pt x="593" y="584"/>
                  </a:lnTo>
                  <a:lnTo>
                    <a:pt x="604" y="574"/>
                  </a:lnTo>
                  <a:lnTo>
                    <a:pt x="615" y="589"/>
                  </a:lnTo>
                  <a:lnTo>
                    <a:pt x="614" y="604"/>
                  </a:lnTo>
                  <a:lnTo>
                    <a:pt x="614" y="604"/>
                  </a:lnTo>
                  <a:lnTo>
                    <a:pt x="601" y="597"/>
                  </a:lnTo>
                  <a:lnTo>
                    <a:pt x="600" y="591"/>
                  </a:lnTo>
                  <a:lnTo>
                    <a:pt x="599" y="590"/>
                  </a:lnTo>
                  <a:lnTo>
                    <a:pt x="597" y="591"/>
                  </a:lnTo>
                  <a:lnTo>
                    <a:pt x="596" y="589"/>
                  </a:lnTo>
                  <a:lnTo>
                    <a:pt x="592" y="592"/>
                  </a:lnTo>
                  <a:lnTo>
                    <a:pt x="589" y="590"/>
                  </a:lnTo>
                  <a:lnTo>
                    <a:pt x="588" y="591"/>
                  </a:lnTo>
                  <a:lnTo>
                    <a:pt x="588" y="589"/>
                  </a:lnTo>
                  <a:lnTo>
                    <a:pt x="586" y="590"/>
                  </a:lnTo>
                  <a:lnTo>
                    <a:pt x="585" y="589"/>
                  </a:lnTo>
                  <a:close/>
                  <a:moveTo>
                    <a:pt x="403" y="18"/>
                  </a:moveTo>
                  <a:lnTo>
                    <a:pt x="406" y="17"/>
                  </a:lnTo>
                  <a:lnTo>
                    <a:pt x="412" y="9"/>
                  </a:lnTo>
                  <a:lnTo>
                    <a:pt x="420" y="9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3" y="12"/>
                  </a:lnTo>
                  <a:lnTo>
                    <a:pt x="434" y="13"/>
                  </a:lnTo>
                  <a:lnTo>
                    <a:pt x="443" y="11"/>
                  </a:lnTo>
                  <a:lnTo>
                    <a:pt x="449" y="11"/>
                  </a:lnTo>
                  <a:lnTo>
                    <a:pt x="454" y="13"/>
                  </a:lnTo>
                  <a:lnTo>
                    <a:pt x="459" y="16"/>
                  </a:lnTo>
                  <a:lnTo>
                    <a:pt x="460" y="20"/>
                  </a:lnTo>
                  <a:lnTo>
                    <a:pt x="458" y="30"/>
                  </a:lnTo>
                  <a:lnTo>
                    <a:pt x="460" y="36"/>
                  </a:lnTo>
                  <a:lnTo>
                    <a:pt x="463" y="40"/>
                  </a:lnTo>
                  <a:lnTo>
                    <a:pt x="470" y="43"/>
                  </a:lnTo>
                  <a:lnTo>
                    <a:pt x="478" y="53"/>
                  </a:lnTo>
                  <a:lnTo>
                    <a:pt x="483" y="57"/>
                  </a:lnTo>
                  <a:lnTo>
                    <a:pt x="487" y="57"/>
                  </a:lnTo>
                  <a:lnTo>
                    <a:pt x="509" y="59"/>
                  </a:lnTo>
                  <a:lnTo>
                    <a:pt x="528" y="63"/>
                  </a:lnTo>
                  <a:lnTo>
                    <a:pt x="529" y="63"/>
                  </a:lnTo>
                  <a:lnTo>
                    <a:pt x="531" y="57"/>
                  </a:lnTo>
                  <a:lnTo>
                    <a:pt x="533" y="54"/>
                  </a:lnTo>
                  <a:lnTo>
                    <a:pt x="537" y="51"/>
                  </a:lnTo>
                  <a:lnTo>
                    <a:pt x="540" y="50"/>
                  </a:lnTo>
                  <a:lnTo>
                    <a:pt x="556" y="60"/>
                  </a:lnTo>
                  <a:lnTo>
                    <a:pt x="556" y="60"/>
                  </a:lnTo>
                  <a:lnTo>
                    <a:pt x="555" y="71"/>
                  </a:lnTo>
                  <a:lnTo>
                    <a:pt x="553" y="75"/>
                  </a:lnTo>
                  <a:lnTo>
                    <a:pt x="554" y="85"/>
                  </a:lnTo>
                  <a:lnTo>
                    <a:pt x="549" y="87"/>
                  </a:lnTo>
                  <a:lnTo>
                    <a:pt x="545" y="95"/>
                  </a:lnTo>
                  <a:lnTo>
                    <a:pt x="545" y="98"/>
                  </a:lnTo>
                  <a:lnTo>
                    <a:pt x="543" y="101"/>
                  </a:lnTo>
                  <a:lnTo>
                    <a:pt x="538" y="102"/>
                  </a:lnTo>
                  <a:lnTo>
                    <a:pt x="538" y="106"/>
                  </a:lnTo>
                  <a:lnTo>
                    <a:pt x="536" y="109"/>
                  </a:lnTo>
                  <a:lnTo>
                    <a:pt x="530" y="106"/>
                  </a:lnTo>
                  <a:lnTo>
                    <a:pt x="527" y="109"/>
                  </a:lnTo>
                  <a:lnTo>
                    <a:pt x="527" y="117"/>
                  </a:lnTo>
                  <a:lnTo>
                    <a:pt x="524" y="124"/>
                  </a:lnTo>
                  <a:lnTo>
                    <a:pt x="518" y="127"/>
                  </a:lnTo>
                  <a:lnTo>
                    <a:pt x="512" y="127"/>
                  </a:lnTo>
                  <a:lnTo>
                    <a:pt x="512" y="130"/>
                  </a:lnTo>
                  <a:lnTo>
                    <a:pt x="510" y="132"/>
                  </a:lnTo>
                  <a:lnTo>
                    <a:pt x="508" y="136"/>
                  </a:lnTo>
                  <a:lnTo>
                    <a:pt x="509" y="139"/>
                  </a:lnTo>
                  <a:lnTo>
                    <a:pt x="512" y="139"/>
                  </a:lnTo>
                  <a:lnTo>
                    <a:pt x="509" y="142"/>
                  </a:lnTo>
                  <a:lnTo>
                    <a:pt x="512" y="147"/>
                  </a:lnTo>
                  <a:lnTo>
                    <a:pt x="512" y="155"/>
                  </a:lnTo>
                  <a:lnTo>
                    <a:pt x="513" y="161"/>
                  </a:lnTo>
                  <a:lnTo>
                    <a:pt x="521" y="161"/>
                  </a:lnTo>
                  <a:lnTo>
                    <a:pt x="521" y="161"/>
                  </a:lnTo>
                  <a:lnTo>
                    <a:pt x="521" y="168"/>
                  </a:lnTo>
                  <a:lnTo>
                    <a:pt x="522" y="172"/>
                  </a:lnTo>
                  <a:lnTo>
                    <a:pt x="519" y="174"/>
                  </a:lnTo>
                  <a:lnTo>
                    <a:pt x="516" y="174"/>
                  </a:lnTo>
                  <a:lnTo>
                    <a:pt x="515" y="178"/>
                  </a:lnTo>
                  <a:lnTo>
                    <a:pt x="518" y="180"/>
                  </a:lnTo>
                  <a:lnTo>
                    <a:pt x="518" y="182"/>
                  </a:lnTo>
                  <a:lnTo>
                    <a:pt x="521" y="185"/>
                  </a:lnTo>
                  <a:lnTo>
                    <a:pt x="521" y="187"/>
                  </a:lnTo>
                  <a:lnTo>
                    <a:pt x="523" y="188"/>
                  </a:lnTo>
                  <a:lnTo>
                    <a:pt x="524" y="188"/>
                  </a:lnTo>
                  <a:lnTo>
                    <a:pt x="525" y="188"/>
                  </a:lnTo>
                  <a:lnTo>
                    <a:pt x="526" y="191"/>
                  </a:lnTo>
                  <a:lnTo>
                    <a:pt x="529" y="191"/>
                  </a:lnTo>
                  <a:lnTo>
                    <a:pt x="532" y="196"/>
                  </a:lnTo>
                  <a:lnTo>
                    <a:pt x="530" y="198"/>
                  </a:lnTo>
                  <a:lnTo>
                    <a:pt x="528" y="199"/>
                  </a:lnTo>
                  <a:lnTo>
                    <a:pt x="527" y="202"/>
                  </a:lnTo>
                  <a:lnTo>
                    <a:pt x="528" y="208"/>
                  </a:lnTo>
                  <a:lnTo>
                    <a:pt x="529" y="209"/>
                  </a:lnTo>
                  <a:lnTo>
                    <a:pt x="529" y="212"/>
                  </a:lnTo>
                  <a:lnTo>
                    <a:pt x="530" y="213"/>
                  </a:lnTo>
                  <a:lnTo>
                    <a:pt x="529" y="214"/>
                  </a:lnTo>
                  <a:lnTo>
                    <a:pt x="528" y="217"/>
                  </a:lnTo>
                  <a:lnTo>
                    <a:pt x="521" y="217"/>
                  </a:lnTo>
                  <a:lnTo>
                    <a:pt x="521" y="220"/>
                  </a:lnTo>
                  <a:lnTo>
                    <a:pt x="524" y="221"/>
                  </a:lnTo>
                  <a:lnTo>
                    <a:pt x="532" y="223"/>
                  </a:lnTo>
                  <a:lnTo>
                    <a:pt x="533" y="234"/>
                  </a:lnTo>
                  <a:lnTo>
                    <a:pt x="530" y="237"/>
                  </a:lnTo>
                  <a:lnTo>
                    <a:pt x="529" y="236"/>
                  </a:lnTo>
                  <a:lnTo>
                    <a:pt x="528" y="237"/>
                  </a:lnTo>
                  <a:lnTo>
                    <a:pt x="529" y="238"/>
                  </a:lnTo>
                  <a:lnTo>
                    <a:pt x="526" y="244"/>
                  </a:lnTo>
                  <a:lnTo>
                    <a:pt x="528" y="247"/>
                  </a:lnTo>
                  <a:lnTo>
                    <a:pt x="527" y="251"/>
                  </a:lnTo>
                  <a:lnTo>
                    <a:pt x="523" y="254"/>
                  </a:lnTo>
                  <a:lnTo>
                    <a:pt x="522" y="256"/>
                  </a:lnTo>
                  <a:lnTo>
                    <a:pt x="525" y="256"/>
                  </a:lnTo>
                  <a:lnTo>
                    <a:pt x="527" y="260"/>
                  </a:lnTo>
                  <a:lnTo>
                    <a:pt x="529" y="264"/>
                  </a:lnTo>
                  <a:lnTo>
                    <a:pt x="537" y="267"/>
                  </a:lnTo>
                  <a:lnTo>
                    <a:pt x="538" y="282"/>
                  </a:lnTo>
                  <a:lnTo>
                    <a:pt x="540" y="284"/>
                  </a:lnTo>
                  <a:lnTo>
                    <a:pt x="542" y="286"/>
                  </a:lnTo>
                  <a:lnTo>
                    <a:pt x="542" y="289"/>
                  </a:lnTo>
                  <a:lnTo>
                    <a:pt x="548" y="291"/>
                  </a:lnTo>
                  <a:lnTo>
                    <a:pt x="548" y="294"/>
                  </a:lnTo>
                  <a:lnTo>
                    <a:pt x="546" y="297"/>
                  </a:lnTo>
                  <a:lnTo>
                    <a:pt x="547" y="300"/>
                  </a:lnTo>
                  <a:lnTo>
                    <a:pt x="547" y="307"/>
                  </a:lnTo>
                  <a:lnTo>
                    <a:pt x="548" y="308"/>
                  </a:lnTo>
                  <a:lnTo>
                    <a:pt x="547" y="311"/>
                  </a:lnTo>
                  <a:lnTo>
                    <a:pt x="545" y="319"/>
                  </a:lnTo>
                  <a:lnTo>
                    <a:pt x="547" y="324"/>
                  </a:lnTo>
                  <a:lnTo>
                    <a:pt x="549" y="325"/>
                  </a:lnTo>
                  <a:lnTo>
                    <a:pt x="551" y="328"/>
                  </a:lnTo>
                  <a:lnTo>
                    <a:pt x="554" y="330"/>
                  </a:lnTo>
                  <a:lnTo>
                    <a:pt x="554" y="333"/>
                  </a:lnTo>
                  <a:lnTo>
                    <a:pt x="551" y="340"/>
                  </a:lnTo>
                  <a:lnTo>
                    <a:pt x="552" y="342"/>
                  </a:lnTo>
                  <a:lnTo>
                    <a:pt x="553" y="343"/>
                  </a:lnTo>
                  <a:lnTo>
                    <a:pt x="554" y="344"/>
                  </a:lnTo>
                  <a:lnTo>
                    <a:pt x="565" y="341"/>
                  </a:lnTo>
                  <a:lnTo>
                    <a:pt x="570" y="343"/>
                  </a:lnTo>
                  <a:lnTo>
                    <a:pt x="571" y="341"/>
                  </a:lnTo>
                  <a:lnTo>
                    <a:pt x="574" y="341"/>
                  </a:lnTo>
                  <a:lnTo>
                    <a:pt x="575" y="339"/>
                  </a:lnTo>
                  <a:lnTo>
                    <a:pt x="581" y="337"/>
                  </a:lnTo>
                  <a:lnTo>
                    <a:pt x="582" y="333"/>
                  </a:lnTo>
                  <a:lnTo>
                    <a:pt x="585" y="334"/>
                  </a:lnTo>
                  <a:lnTo>
                    <a:pt x="581" y="342"/>
                  </a:lnTo>
                  <a:lnTo>
                    <a:pt x="580" y="346"/>
                  </a:lnTo>
                  <a:lnTo>
                    <a:pt x="577" y="349"/>
                  </a:lnTo>
                  <a:lnTo>
                    <a:pt x="574" y="352"/>
                  </a:lnTo>
                  <a:lnTo>
                    <a:pt x="574" y="354"/>
                  </a:lnTo>
                  <a:lnTo>
                    <a:pt x="570" y="355"/>
                  </a:lnTo>
                  <a:lnTo>
                    <a:pt x="567" y="360"/>
                  </a:lnTo>
                  <a:lnTo>
                    <a:pt x="567" y="363"/>
                  </a:lnTo>
                  <a:lnTo>
                    <a:pt x="564" y="364"/>
                  </a:lnTo>
                  <a:lnTo>
                    <a:pt x="565" y="368"/>
                  </a:lnTo>
                  <a:lnTo>
                    <a:pt x="564" y="372"/>
                  </a:lnTo>
                  <a:lnTo>
                    <a:pt x="558" y="376"/>
                  </a:lnTo>
                  <a:lnTo>
                    <a:pt x="554" y="380"/>
                  </a:lnTo>
                  <a:lnTo>
                    <a:pt x="545" y="383"/>
                  </a:lnTo>
                  <a:lnTo>
                    <a:pt x="544" y="384"/>
                  </a:lnTo>
                  <a:lnTo>
                    <a:pt x="540" y="387"/>
                  </a:lnTo>
                  <a:lnTo>
                    <a:pt x="537" y="384"/>
                  </a:lnTo>
                  <a:lnTo>
                    <a:pt x="534" y="384"/>
                  </a:lnTo>
                  <a:lnTo>
                    <a:pt x="532" y="384"/>
                  </a:lnTo>
                  <a:lnTo>
                    <a:pt x="535" y="390"/>
                  </a:lnTo>
                  <a:lnTo>
                    <a:pt x="537" y="398"/>
                  </a:lnTo>
                  <a:lnTo>
                    <a:pt x="543" y="404"/>
                  </a:lnTo>
                  <a:lnTo>
                    <a:pt x="543" y="408"/>
                  </a:lnTo>
                  <a:lnTo>
                    <a:pt x="542" y="413"/>
                  </a:lnTo>
                  <a:lnTo>
                    <a:pt x="545" y="419"/>
                  </a:lnTo>
                  <a:lnTo>
                    <a:pt x="543" y="425"/>
                  </a:lnTo>
                  <a:lnTo>
                    <a:pt x="548" y="431"/>
                  </a:lnTo>
                  <a:lnTo>
                    <a:pt x="548" y="431"/>
                  </a:lnTo>
                  <a:lnTo>
                    <a:pt x="550" y="435"/>
                  </a:lnTo>
                  <a:lnTo>
                    <a:pt x="546" y="442"/>
                  </a:lnTo>
                  <a:lnTo>
                    <a:pt x="546" y="446"/>
                  </a:lnTo>
                  <a:lnTo>
                    <a:pt x="539" y="454"/>
                  </a:lnTo>
                  <a:lnTo>
                    <a:pt x="537" y="459"/>
                  </a:lnTo>
                  <a:lnTo>
                    <a:pt x="539" y="467"/>
                  </a:lnTo>
                  <a:lnTo>
                    <a:pt x="542" y="472"/>
                  </a:lnTo>
                  <a:lnTo>
                    <a:pt x="541" y="479"/>
                  </a:lnTo>
                  <a:lnTo>
                    <a:pt x="543" y="487"/>
                  </a:lnTo>
                  <a:lnTo>
                    <a:pt x="545" y="494"/>
                  </a:lnTo>
                  <a:lnTo>
                    <a:pt x="545" y="496"/>
                  </a:lnTo>
                  <a:lnTo>
                    <a:pt x="542" y="502"/>
                  </a:lnTo>
                  <a:lnTo>
                    <a:pt x="541" y="504"/>
                  </a:lnTo>
                  <a:lnTo>
                    <a:pt x="543" y="515"/>
                  </a:lnTo>
                  <a:lnTo>
                    <a:pt x="543" y="516"/>
                  </a:lnTo>
                  <a:lnTo>
                    <a:pt x="548" y="517"/>
                  </a:lnTo>
                  <a:lnTo>
                    <a:pt x="550" y="519"/>
                  </a:lnTo>
                  <a:lnTo>
                    <a:pt x="553" y="530"/>
                  </a:lnTo>
                  <a:lnTo>
                    <a:pt x="553" y="537"/>
                  </a:lnTo>
                  <a:lnTo>
                    <a:pt x="551" y="543"/>
                  </a:lnTo>
                  <a:lnTo>
                    <a:pt x="552" y="548"/>
                  </a:lnTo>
                  <a:lnTo>
                    <a:pt x="553" y="553"/>
                  </a:lnTo>
                  <a:lnTo>
                    <a:pt x="551" y="558"/>
                  </a:lnTo>
                  <a:lnTo>
                    <a:pt x="551" y="558"/>
                  </a:lnTo>
                  <a:lnTo>
                    <a:pt x="546" y="561"/>
                  </a:lnTo>
                  <a:lnTo>
                    <a:pt x="543" y="560"/>
                  </a:lnTo>
                  <a:lnTo>
                    <a:pt x="539" y="561"/>
                  </a:lnTo>
                  <a:lnTo>
                    <a:pt x="538" y="559"/>
                  </a:lnTo>
                  <a:lnTo>
                    <a:pt x="536" y="560"/>
                  </a:lnTo>
                  <a:lnTo>
                    <a:pt x="534" y="559"/>
                  </a:lnTo>
                  <a:lnTo>
                    <a:pt x="518" y="554"/>
                  </a:lnTo>
                  <a:lnTo>
                    <a:pt x="511" y="551"/>
                  </a:lnTo>
                  <a:lnTo>
                    <a:pt x="510" y="544"/>
                  </a:lnTo>
                  <a:lnTo>
                    <a:pt x="508" y="543"/>
                  </a:lnTo>
                  <a:lnTo>
                    <a:pt x="508" y="539"/>
                  </a:lnTo>
                  <a:lnTo>
                    <a:pt x="500" y="530"/>
                  </a:lnTo>
                  <a:lnTo>
                    <a:pt x="501" y="528"/>
                  </a:lnTo>
                  <a:lnTo>
                    <a:pt x="499" y="526"/>
                  </a:lnTo>
                  <a:lnTo>
                    <a:pt x="499" y="526"/>
                  </a:lnTo>
                  <a:lnTo>
                    <a:pt x="496" y="521"/>
                  </a:lnTo>
                  <a:lnTo>
                    <a:pt x="494" y="519"/>
                  </a:lnTo>
                  <a:lnTo>
                    <a:pt x="493" y="515"/>
                  </a:lnTo>
                  <a:lnTo>
                    <a:pt x="492" y="502"/>
                  </a:lnTo>
                  <a:lnTo>
                    <a:pt x="486" y="492"/>
                  </a:lnTo>
                  <a:lnTo>
                    <a:pt x="486" y="487"/>
                  </a:lnTo>
                  <a:lnTo>
                    <a:pt x="484" y="483"/>
                  </a:lnTo>
                  <a:lnTo>
                    <a:pt x="485" y="480"/>
                  </a:lnTo>
                  <a:lnTo>
                    <a:pt x="483" y="473"/>
                  </a:lnTo>
                  <a:lnTo>
                    <a:pt x="482" y="472"/>
                  </a:lnTo>
                  <a:lnTo>
                    <a:pt x="477" y="471"/>
                  </a:lnTo>
                  <a:lnTo>
                    <a:pt x="477" y="470"/>
                  </a:lnTo>
                  <a:lnTo>
                    <a:pt x="478" y="464"/>
                  </a:lnTo>
                  <a:lnTo>
                    <a:pt x="475" y="460"/>
                  </a:lnTo>
                  <a:lnTo>
                    <a:pt x="473" y="447"/>
                  </a:lnTo>
                  <a:lnTo>
                    <a:pt x="474" y="443"/>
                  </a:lnTo>
                  <a:lnTo>
                    <a:pt x="472" y="436"/>
                  </a:lnTo>
                  <a:lnTo>
                    <a:pt x="466" y="428"/>
                  </a:lnTo>
                  <a:lnTo>
                    <a:pt x="465" y="429"/>
                  </a:lnTo>
                  <a:lnTo>
                    <a:pt x="463" y="428"/>
                  </a:lnTo>
                  <a:lnTo>
                    <a:pt x="459" y="420"/>
                  </a:lnTo>
                  <a:lnTo>
                    <a:pt x="459" y="417"/>
                  </a:lnTo>
                  <a:lnTo>
                    <a:pt x="458" y="413"/>
                  </a:lnTo>
                  <a:lnTo>
                    <a:pt x="462" y="406"/>
                  </a:lnTo>
                  <a:lnTo>
                    <a:pt x="458" y="404"/>
                  </a:lnTo>
                  <a:lnTo>
                    <a:pt x="453" y="398"/>
                  </a:lnTo>
                  <a:lnTo>
                    <a:pt x="446" y="395"/>
                  </a:lnTo>
                  <a:lnTo>
                    <a:pt x="445" y="393"/>
                  </a:lnTo>
                  <a:lnTo>
                    <a:pt x="439" y="395"/>
                  </a:lnTo>
                  <a:lnTo>
                    <a:pt x="439" y="393"/>
                  </a:lnTo>
                  <a:lnTo>
                    <a:pt x="432" y="393"/>
                  </a:lnTo>
                  <a:lnTo>
                    <a:pt x="431" y="388"/>
                  </a:lnTo>
                  <a:lnTo>
                    <a:pt x="423" y="389"/>
                  </a:lnTo>
                  <a:lnTo>
                    <a:pt x="422" y="395"/>
                  </a:lnTo>
                  <a:lnTo>
                    <a:pt x="419" y="395"/>
                  </a:lnTo>
                  <a:lnTo>
                    <a:pt x="419" y="396"/>
                  </a:lnTo>
                  <a:lnTo>
                    <a:pt x="417" y="398"/>
                  </a:lnTo>
                  <a:lnTo>
                    <a:pt x="417" y="401"/>
                  </a:lnTo>
                  <a:lnTo>
                    <a:pt x="416" y="401"/>
                  </a:lnTo>
                  <a:lnTo>
                    <a:pt x="416" y="402"/>
                  </a:lnTo>
                  <a:lnTo>
                    <a:pt x="417" y="405"/>
                  </a:lnTo>
                  <a:lnTo>
                    <a:pt x="412" y="405"/>
                  </a:lnTo>
                  <a:lnTo>
                    <a:pt x="406" y="404"/>
                  </a:lnTo>
                  <a:lnTo>
                    <a:pt x="406" y="404"/>
                  </a:lnTo>
                  <a:lnTo>
                    <a:pt x="399" y="428"/>
                  </a:lnTo>
                  <a:lnTo>
                    <a:pt x="389" y="435"/>
                  </a:lnTo>
                  <a:lnTo>
                    <a:pt x="387" y="440"/>
                  </a:lnTo>
                  <a:lnTo>
                    <a:pt x="387" y="444"/>
                  </a:lnTo>
                  <a:lnTo>
                    <a:pt x="387" y="447"/>
                  </a:lnTo>
                  <a:lnTo>
                    <a:pt x="386" y="447"/>
                  </a:lnTo>
                  <a:lnTo>
                    <a:pt x="386" y="454"/>
                  </a:lnTo>
                  <a:lnTo>
                    <a:pt x="387" y="455"/>
                  </a:lnTo>
                  <a:lnTo>
                    <a:pt x="387" y="459"/>
                  </a:lnTo>
                  <a:lnTo>
                    <a:pt x="378" y="458"/>
                  </a:lnTo>
                  <a:lnTo>
                    <a:pt x="378" y="460"/>
                  </a:lnTo>
                  <a:lnTo>
                    <a:pt x="372" y="464"/>
                  </a:lnTo>
                  <a:lnTo>
                    <a:pt x="368" y="463"/>
                  </a:lnTo>
                  <a:lnTo>
                    <a:pt x="365" y="464"/>
                  </a:lnTo>
                  <a:lnTo>
                    <a:pt x="363" y="458"/>
                  </a:lnTo>
                  <a:lnTo>
                    <a:pt x="360" y="455"/>
                  </a:lnTo>
                  <a:lnTo>
                    <a:pt x="359" y="457"/>
                  </a:lnTo>
                  <a:lnTo>
                    <a:pt x="357" y="455"/>
                  </a:lnTo>
                  <a:lnTo>
                    <a:pt x="356" y="456"/>
                  </a:lnTo>
                  <a:lnTo>
                    <a:pt x="352" y="452"/>
                  </a:lnTo>
                  <a:lnTo>
                    <a:pt x="352" y="446"/>
                  </a:lnTo>
                  <a:lnTo>
                    <a:pt x="348" y="445"/>
                  </a:lnTo>
                  <a:lnTo>
                    <a:pt x="349" y="443"/>
                  </a:lnTo>
                  <a:lnTo>
                    <a:pt x="357" y="442"/>
                  </a:lnTo>
                  <a:lnTo>
                    <a:pt x="360" y="440"/>
                  </a:lnTo>
                  <a:lnTo>
                    <a:pt x="363" y="442"/>
                  </a:lnTo>
                  <a:lnTo>
                    <a:pt x="364" y="442"/>
                  </a:lnTo>
                  <a:lnTo>
                    <a:pt x="362" y="428"/>
                  </a:lnTo>
                  <a:lnTo>
                    <a:pt x="355" y="431"/>
                  </a:lnTo>
                  <a:lnTo>
                    <a:pt x="333" y="435"/>
                  </a:lnTo>
                  <a:lnTo>
                    <a:pt x="329" y="436"/>
                  </a:lnTo>
                  <a:lnTo>
                    <a:pt x="329" y="438"/>
                  </a:lnTo>
                  <a:lnTo>
                    <a:pt x="324" y="441"/>
                  </a:lnTo>
                  <a:lnTo>
                    <a:pt x="319" y="438"/>
                  </a:lnTo>
                  <a:lnTo>
                    <a:pt x="311" y="437"/>
                  </a:lnTo>
                  <a:lnTo>
                    <a:pt x="309" y="431"/>
                  </a:lnTo>
                  <a:lnTo>
                    <a:pt x="309" y="428"/>
                  </a:lnTo>
                  <a:lnTo>
                    <a:pt x="304" y="420"/>
                  </a:lnTo>
                  <a:lnTo>
                    <a:pt x="296" y="416"/>
                  </a:lnTo>
                  <a:lnTo>
                    <a:pt x="287" y="420"/>
                  </a:lnTo>
                  <a:lnTo>
                    <a:pt x="286" y="423"/>
                  </a:lnTo>
                  <a:lnTo>
                    <a:pt x="284" y="423"/>
                  </a:lnTo>
                  <a:lnTo>
                    <a:pt x="283" y="425"/>
                  </a:lnTo>
                  <a:lnTo>
                    <a:pt x="276" y="425"/>
                  </a:lnTo>
                  <a:lnTo>
                    <a:pt x="274" y="423"/>
                  </a:lnTo>
                  <a:lnTo>
                    <a:pt x="270" y="425"/>
                  </a:lnTo>
                  <a:lnTo>
                    <a:pt x="271" y="428"/>
                  </a:lnTo>
                  <a:lnTo>
                    <a:pt x="275" y="434"/>
                  </a:lnTo>
                  <a:lnTo>
                    <a:pt x="274" y="436"/>
                  </a:lnTo>
                  <a:lnTo>
                    <a:pt x="267" y="438"/>
                  </a:lnTo>
                  <a:lnTo>
                    <a:pt x="265" y="437"/>
                  </a:lnTo>
                  <a:lnTo>
                    <a:pt x="249" y="440"/>
                  </a:lnTo>
                  <a:lnTo>
                    <a:pt x="248" y="442"/>
                  </a:lnTo>
                  <a:lnTo>
                    <a:pt x="238" y="437"/>
                  </a:lnTo>
                  <a:lnTo>
                    <a:pt x="238" y="420"/>
                  </a:lnTo>
                  <a:lnTo>
                    <a:pt x="229" y="407"/>
                  </a:lnTo>
                  <a:lnTo>
                    <a:pt x="229" y="402"/>
                  </a:lnTo>
                  <a:lnTo>
                    <a:pt x="221" y="394"/>
                  </a:lnTo>
                  <a:lnTo>
                    <a:pt x="214" y="401"/>
                  </a:lnTo>
                  <a:lnTo>
                    <a:pt x="204" y="403"/>
                  </a:lnTo>
                  <a:lnTo>
                    <a:pt x="203" y="401"/>
                  </a:lnTo>
                  <a:lnTo>
                    <a:pt x="191" y="400"/>
                  </a:lnTo>
                  <a:lnTo>
                    <a:pt x="186" y="402"/>
                  </a:lnTo>
                  <a:lnTo>
                    <a:pt x="187" y="409"/>
                  </a:lnTo>
                  <a:lnTo>
                    <a:pt x="195" y="427"/>
                  </a:lnTo>
                  <a:lnTo>
                    <a:pt x="173" y="447"/>
                  </a:lnTo>
                  <a:lnTo>
                    <a:pt x="164" y="444"/>
                  </a:lnTo>
                  <a:lnTo>
                    <a:pt x="155" y="437"/>
                  </a:lnTo>
                  <a:lnTo>
                    <a:pt x="144" y="439"/>
                  </a:lnTo>
                  <a:lnTo>
                    <a:pt x="128" y="443"/>
                  </a:lnTo>
                  <a:lnTo>
                    <a:pt x="119" y="446"/>
                  </a:lnTo>
                  <a:lnTo>
                    <a:pt x="111" y="450"/>
                  </a:lnTo>
                  <a:lnTo>
                    <a:pt x="104" y="449"/>
                  </a:lnTo>
                  <a:lnTo>
                    <a:pt x="101" y="447"/>
                  </a:lnTo>
                  <a:lnTo>
                    <a:pt x="98" y="447"/>
                  </a:lnTo>
                  <a:lnTo>
                    <a:pt x="96" y="445"/>
                  </a:lnTo>
                  <a:lnTo>
                    <a:pt x="93" y="443"/>
                  </a:lnTo>
                  <a:lnTo>
                    <a:pt x="93" y="443"/>
                  </a:lnTo>
                  <a:lnTo>
                    <a:pt x="90" y="430"/>
                  </a:lnTo>
                  <a:lnTo>
                    <a:pt x="88" y="428"/>
                  </a:lnTo>
                  <a:lnTo>
                    <a:pt x="90" y="427"/>
                  </a:lnTo>
                  <a:lnTo>
                    <a:pt x="90" y="42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93" y="410"/>
                  </a:lnTo>
                  <a:lnTo>
                    <a:pt x="101" y="403"/>
                  </a:lnTo>
                  <a:lnTo>
                    <a:pt x="102" y="399"/>
                  </a:lnTo>
                  <a:lnTo>
                    <a:pt x="103" y="393"/>
                  </a:lnTo>
                  <a:lnTo>
                    <a:pt x="109" y="382"/>
                  </a:lnTo>
                  <a:lnTo>
                    <a:pt x="117" y="365"/>
                  </a:lnTo>
                  <a:lnTo>
                    <a:pt x="123" y="362"/>
                  </a:lnTo>
                  <a:lnTo>
                    <a:pt x="125" y="360"/>
                  </a:lnTo>
                  <a:lnTo>
                    <a:pt x="129" y="358"/>
                  </a:lnTo>
                  <a:lnTo>
                    <a:pt x="136" y="360"/>
                  </a:lnTo>
                  <a:lnTo>
                    <a:pt x="138" y="360"/>
                  </a:lnTo>
                  <a:lnTo>
                    <a:pt x="139" y="354"/>
                  </a:lnTo>
                  <a:lnTo>
                    <a:pt x="144" y="350"/>
                  </a:lnTo>
                  <a:lnTo>
                    <a:pt x="144" y="341"/>
                  </a:lnTo>
                  <a:lnTo>
                    <a:pt x="150" y="330"/>
                  </a:lnTo>
                  <a:lnTo>
                    <a:pt x="153" y="327"/>
                  </a:lnTo>
                  <a:lnTo>
                    <a:pt x="153" y="323"/>
                  </a:lnTo>
                  <a:lnTo>
                    <a:pt x="162" y="333"/>
                  </a:lnTo>
                  <a:lnTo>
                    <a:pt x="184" y="335"/>
                  </a:lnTo>
                  <a:lnTo>
                    <a:pt x="185" y="338"/>
                  </a:lnTo>
                  <a:lnTo>
                    <a:pt x="184" y="350"/>
                  </a:lnTo>
                  <a:lnTo>
                    <a:pt x="186" y="353"/>
                  </a:lnTo>
                  <a:lnTo>
                    <a:pt x="205" y="347"/>
                  </a:lnTo>
                  <a:lnTo>
                    <a:pt x="207" y="344"/>
                  </a:lnTo>
                  <a:lnTo>
                    <a:pt x="212" y="341"/>
                  </a:lnTo>
                  <a:lnTo>
                    <a:pt x="213" y="340"/>
                  </a:lnTo>
                  <a:lnTo>
                    <a:pt x="214" y="341"/>
                  </a:lnTo>
                  <a:lnTo>
                    <a:pt x="216" y="339"/>
                  </a:lnTo>
                  <a:lnTo>
                    <a:pt x="218" y="334"/>
                  </a:lnTo>
                  <a:lnTo>
                    <a:pt x="223" y="334"/>
                  </a:lnTo>
                  <a:lnTo>
                    <a:pt x="230" y="330"/>
                  </a:lnTo>
                  <a:lnTo>
                    <a:pt x="231" y="327"/>
                  </a:lnTo>
                  <a:lnTo>
                    <a:pt x="229" y="322"/>
                  </a:lnTo>
                  <a:lnTo>
                    <a:pt x="229" y="319"/>
                  </a:lnTo>
                  <a:lnTo>
                    <a:pt x="234" y="314"/>
                  </a:lnTo>
                  <a:lnTo>
                    <a:pt x="236" y="308"/>
                  </a:lnTo>
                  <a:lnTo>
                    <a:pt x="234" y="306"/>
                  </a:lnTo>
                  <a:lnTo>
                    <a:pt x="239" y="302"/>
                  </a:lnTo>
                  <a:lnTo>
                    <a:pt x="242" y="297"/>
                  </a:lnTo>
                  <a:lnTo>
                    <a:pt x="245" y="297"/>
                  </a:lnTo>
                  <a:lnTo>
                    <a:pt x="246" y="292"/>
                  </a:lnTo>
                  <a:lnTo>
                    <a:pt x="247" y="292"/>
                  </a:lnTo>
                  <a:lnTo>
                    <a:pt x="248" y="287"/>
                  </a:lnTo>
                  <a:lnTo>
                    <a:pt x="248" y="284"/>
                  </a:lnTo>
                  <a:lnTo>
                    <a:pt x="250" y="277"/>
                  </a:lnTo>
                  <a:lnTo>
                    <a:pt x="249" y="273"/>
                  </a:lnTo>
                  <a:lnTo>
                    <a:pt x="246" y="261"/>
                  </a:lnTo>
                  <a:lnTo>
                    <a:pt x="242" y="261"/>
                  </a:lnTo>
                  <a:lnTo>
                    <a:pt x="241" y="263"/>
                  </a:lnTo>
                  <a:lnTo>
                    <a:pt x="237" y="260"/>
                  </a:lnTo>
                  <a:lnTo>
                    <a:pt x="237" y="251"/>
                  </a:lnTo>
                  <a:lnTo>
                    <a:pt x="233" y="245"/>
                  </a:lnTo>
                  <a:lnTo>
                    <a:pt x="223" y="244"/>
                  </a:lnTo>
                  <a:lnTo>
                    <a:pt x="219" y="243"/>
                  </a:lnTo>
                  <a:lnTo>
                    <a:pt x="218" y="240"/>
                  </a:lnTo>
                  <a:lnTo>
                    <a:pt x="213" y="239"/>
                  </a:lnTo>
                  <a:lnTo>
                    <a:pt x="211" y="240"/>
                  </a:lnTo>
                  <a:lnTo>
                    <a:pt x="204" y="233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212" y="222"/>
                  </a:lnTo>
                  <a:lnTo>
                    <a:pt x="213" y="222"/>
                  </a:lnTo>
                  <a:lnTo>
                    <a:pt x="213" y="229"/>
                  </a:lnTo>
                  <a:lnTo>
                    <a:pt x="215" y="229"/>
                  </a:lnTo>
                  <a:lnTo>
                    <a:pt x="216" y="221"/>
                  </a:lnTo>
                  <a:lnTo>
                    <a:pt x="214" y="218"/>
                  </a:lnTo>
                  <a:lnTo>
                    <a:pt x="215" y="217"/>
                  </a:lnTo>
                  <a:lnTo>
                    <a:pt x="213" y="211"/>
                  </a:lnTo>
                  <a:lnTo>
                    <a:pt x="213" y="205"/>
                  </a:lnTo>
                  <a:lnTo>
                    <a:pt x="210" y="199"/>
                  </a:lnTo>
                  <a:lnTo>
                    <a:pt x="206" y="194"/>
                  </a:lnTo>
                  <a:lnTo>
                    <a:pt x="207" y="192"/>
                  </a:lnTo>
                  <a:lnTo>
                    <a:pt x="206" y="187"/>
                  </a:lnTo>
                  <a:lnTo>
                    <a:pt x="200" y="183"/>
                  </a:lnTo>
                  <a:lnTo>
                    <a:pt x="195" y="187"/>
                  </a:lnTo>
                  <a:lnTo>
                    <a:pt x="195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3" y="187"/>
                  </a:lnTo>
                  <a:lnTo>
                    <a:pt x="191" y="185"/>
                  </a:lnTo>
                  <a:lnTo>
                    <a:pt x="187" y="183"/>
                  </a:lnTo>
                  <a:lnTo>
                    <a:pt x="185" y="181"/>
                  </a:lnTo>
                  <a:lnTo>
                    <a:pt x="179" y="183"/>
                  </a:lnTo>
                  <a:lnTo>
                    <a:pt x="182" y="169"/>
                  </a:lnTo>
                  <a:lnTo>
                    <a:pt x="183" y="156"/>
                  </a:lnTo>
                  <a:lnTo>
                    <a:pt x="177" y="159"/>
                  </a:lnTo>
                  <a:lnTo>
                    <a:pt x="169" y="160"/>
                  </a:lnTo>
                  <a:lnTo>
                    <a:pt x="162" y="159"/>
                  </a:lnTo>
                  <a:lnTo>
                    <a:pt x="155" y="157"/>
                  </a:lnTo>
                  <a:lnTo>
                    <a:pt x="151" y="157"/>
                  </a:lnTo>
                  <a:lnTo>
                    <a:pt x="150" y="155"/>
                  </a:lnTo>
                  <a:lnTo>
                    <a:pt x="150" y="148"/>
                  </a:lnTo>
                  <a:lnTo>
                    <a:pt x="146" y="143"/>
                  </a:lnTo>
                  <a:lnTo>
                    <a:pt x="145" y="138"/>
                  </a:lnTo>
                  <a:lnTo>
                    <a:pt x="143" y="136"/>
                  </a:lnTo>
                  <a:lnTo>
                    <a:pt x="142" y="132"/>
                  </a:lnTo>
                  <a:lnTo>
                    <a:pt x="134" y="129"/>
                  </a:lnTo>
                  <a:lnTo>
                    <a:pt x="130" y="124"/>
                  </a:lnTo>
                  <a:lnTo>
                    <a:pt x="129" y="123"/>
                  </a:lnTo>
                  <a:lnTo>
                    <a:pt x="128" y="124"/>
                  </a:lnTo>
                  <a:lnTo>
                    <a:pt x="128" y="112"/>
                  </a:lnTo>
                  <a:lnTo>
                    <a:pt x="124" y="114"/>
                  </a:lnTo>
                  <a:lnTo>
                    <a:pt x="123" y="117"/>
                  </a:lnTo>
                  <a:lnTo>
                    <a:pt x="119" y="117"/>
                  </a:lnTo>
                  <a:lnTo>
                    <a:pt x="119" y="114"/>
                  </a:lnTo>
                  <a:lnTo>
                    <a:pt x="117" y="109"/>
                  </a:lnTo>
                  <a:lnTo>
                    <a:pt x="113" y="101"/>
                  </a:lnTo>
                  <a:lnTo>
                    <a:pt x="111" y="99"/>
                  </a:lnTo>
                  <a:lnTo>
                    <a:pt x="109" y="98"/>
                  </a:lnTo>
                  <a:lnTo>
                    <a:pt x="108" y="99"/>
                  </a:lnTo>
                  <a:lnTo>
                    <a:pt x="104" y="101"/>
                  </a:lnTo>
                  <a:lnTo>
                    <a:pt x="98" y="99"/>
                  </a:lnTo>
                  <a:lnTo>
                    <a:pt x="94" y="100"/>
                  </a:lnTo>
                  <a:lnTo>
                    <a:pt x="95" y="103"/>
                  </a:lnTo>
                  <a:lnTo>
                    <a:pt x="95" y="104"/>
                  </a:lnTo>
                  <a:lnTo>
                    <a:pt x="94" y="104"/>
                  </a:lnTo>
                  <a:lnTo>
                    <a:pt x="94" y="115"/>
                  </a:lnTo>
                  <a:lnTo>
                    <a:pt x="93" y="119"/>
                  </a:lnTo>
                  <a:lnTo>
                    <a:pt x="92" y="122"/>
                  </a:lnTo>
                  <a:lnTo>
                    <a:pt x="85" y="130"/>
                  </a:lnTo>
                  <a:lnTo>
                    <a:pt x="78" y="136"/>
                  </a:lnTo>
                  <a:lnTo>
                    <a:pt x="74" y="142"/>
                  </a:lnTo>
                  <a:lnTo>
                    <a:pt x="71" y="142"/>
                  </a:lnTo>
                  <a:lnTo>
                    <a:pt x="67" y="140"/>
                  </a:lnTo>
                  <a:lnTo>
                    <a:pt x="66" y="142"/>
                  </a:lnTo>
                  <a:lnTo>
                    <a:pt x="67" y="144"/>
                  </a:lnTo>
                  <a:lnTo>
                    <a:pt x="66" y="144"/>
                  </a:lnTo>
                  <a:lnTo>
                    <a:pt x="64" y="144"/>
                  </a:lnTo>
                  <a:lnTo>
                    <a:pt x="63" y="144"/>
                  </a:lnTo>
                  <a:lnTo>
                    <a:pt x="60" y="147"/>
                  </a:lnTo>
                  <a:lnTo>
                    <a:pt x="58" y="147"/>
                  </a:lnTo>
                  <a:lnTo>
                    <a:pt x="60" y="142"/>
                  </a:lnTo>
                  <a:lnTo>
                    <a:pt x="62" y="138"/>
                  </a:lnTo>
                  <a:lnTo>
                    <a:pt x="62" y="135"/>
                  </a:lnTo>
                  <a:lnTo>
                    <a:pt x="60" y="132"/>
                  </a:lnTo>
                  <a:lnTo>
                    <a:pt x="60" y="126"/>
                  </a:lnTo>
                  <a:lnTo>
                    <a:pt x="59" y="123"/>
                  </a:lnTo>
                  <a:lnTo>
                    <a:pt x="61" y="120"/>
                  </a:lnTo>
                  <a:lnTo>
                    <a:pt x="60" y="117"/>
                  </a:lnTo>
                  <a:lnTo>
                    <a:pt x="57" y="115"/>
                  </a:lnTo>
                  <a:lnTo>
                    <a:pt x="54" y="115"/>
                  </a:lnTo>
                  <a:lnTo>
                    <a:pt x="35" y="109"/>
                  </a:lnTo>
                  <a:lnTo>
                    <a:pt x="33" y="109"/>
                  </a:lnTo>
                  <a:lnTo>
                    <a:pt x="29" y="109"/>
                  </a:lnTo>
                  <a:lnTo>
                    <a:pt x="22" y="106"/>
                  </a:lnTo>
                  <a:lnTo>
                    <a:pt x="20" y="101"/>
                  </a:lnTo>
                  <a:lnTo>
                    <a:pt x="16" y="101"/>
                  </a:lnTo>
                  <a:lnTo>
                    <a:pt x="12" y="101"/>
                  </a:lnTo>
                  <a:lnTo>
                    <a:pt x="11" y="101"/>
                  </a:lnTo>
                  <a:lnTo>
                    <a:pt x="8" y="96"/>
                  </a:lnTo>
                  <a:lnTo>
                    <a:pt x="5" y="98"/>
                  </a:lnTo>
                  <a:lnTo>
                    <a:pt x="1" y="97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5" y="91"/>
                  </a:lnTo>
                  <a:lnTo>
                    <a:pt x="16" y="92"/>
                  </a:lnTo>
                  <a:lnTo>
                    <a:pt x="25" y="90"/>
                  </a:lnTo>
                  <a:lnTo>
                    <a:pt x="29" y="88"/>
                  </a:lnTo>
                  <a:lnTo>
                    <a:pt x="35" y="84"/>
                  </a:lnTo>
                  <a:lnTo>
                    <a:pt x="47" y="79"/>
                  </a:lnTo>
                  <a:lnTo>
                    <a:pt x="54" y="79"/>
                  </a:lnTo>
                  <a:lnTo>
                    <a:pt x="64" y="73"/>
                  </a:lnTo>
                  <a:lnTo>
                    <a:pt x="68" y="66"/>
                  </a:lnTo>
                  <a:lnTo>
                    <a:pt x="76" y="60"/>
                  </a:lnTo>
                  <a:lnTo>
                    <a:pt x="81" y="43"/>
                  </a:lnTo>
                  <a:lnTo>
                    <a:pt x="82" y="39"/>
                  </a:lnTo>
                  <a:lnTo>
                    <a:pt x="85" y="38"/>
                  </a:lnTo>
                  <a:lnTo>
                    <a:pt x="93" y="39"/>
                  </a:lnTo>
                  <a:lnTo>
                    <a:pt x="95" y="41"/>
                  </a:lnTo>
                  <a:lnTo>
                    <a:pt x="97" y="43"/>
                  </a:lnTo>
                  <a:lnTo>
                    <a:pt x="100" y="45"/>
                  </a:lnTo>
                  <a:lnTo>
                    <a:pt x="105" y="44"/>
                  </a:lnTo>
                  <a:lnTo>
                    <a:pt x="116" y="38"/>
                  </a:lnTo>
                  <a:lnTo>
                    <a:pt x="121" y="37"/>
                  </a:lnTo>
                  <a:lnTo>
                    <a:pt x="134" y="38"/>
                  </a:lnTo>
                  <a:lnTo>
                    <a:pt x="139" y="38"/>
                  </a:lnTo>
                  <a:lnTo>
                    <a:pt x="148" y="46"/>
                  </a:lnTo>
                  <a:lnTo>
                    <a:pt x="153" y="57"/>
                  </a:lnTo>
                  <a:lnTo>
                    <a:pt x="155" y="63"/>
                  </a:lnTo>
                  <a:lnTo>
                    <a:pt x="152" y="71"/>
                  </a:lnTo>
                  <a:lnTo>
                    <a:pt x="153" y="77"/>
                  </a:lnTo>
                  <a:lnTo>
                    <a:pt x="156" y="82"/>
                  </a:lnTo>
                  <a:lnTo>
                    <a:pt x="161" y="85"/>
                  </a:lnTo>
                  <a:lnTo>
                    <a:pt x="172" y="86"/>
                  </a:lnTo>
                  <a:lnTo>
                    <a:pt x="180" y="90"/>
                  </a:lnTo>
                  <a:lnTo>
                    <a:pt x="184" y="87"/>
                  </a:lnTo>
                  <a:lnTo>
                    <a:pt x="188" y="77"/>
                  </a:lnTo>
                  <a:lnTo>
                    <a:pt x="190" y="74"/>
                  </a:lnTo>
                  <a:lnTo>
                    <a:pt x="193" y="73"/>
                  </a:lnTo>
                  <a:lnTo>
                    <a:pt x="205" y="76"/>
                  </a:lnTo>
                  <a:lnTo>
                    <a:pt x="227" y="75"/>
                  </a:lnTo>
                  <a:lnTo>
                    <a:pt x="231" y="76"/>
                  </a:lnTo>
                  <a:lnTo>
                    <a:pt x="237" y="81"/>
                  </a:lnTo>
                  <a:lnTo>
                    <a:pt x="242" y="82"/>
                  </a:lnTo>
                  <a:lnTo>
                    <a:pt x="256" y="78"/>
                  </a:lnTo>
                  <a:lnTo>
                    <a:pt x="262" y="75"/>
                  </a:lnTo>
                  <a:lnTo>
                    <a:pt x="274" y="67"/>
                  </a:lnTo>
                  <a:lnTo>
                    <a:pt x="278" y="65"/>
                  </a:lnTo>
                  <a:lnTo>
                    <a:pt x="282" y="66"/>
                  </a:lnTo>
                  <a:lnTo>
                    <a:pt x="289" y="73"/>
                  </a:lnTo>
                  <a:lnTo>
                    <a:pt x="293" y="73"/>
                  </a:lnTo>
                  <a:lnTo>
                    <a:pt x="297" y="73"/>
                  </a:lnTo>
                  <a:lnTo>
                    <a:pt x="301" y="70"/>
                  </a:lnTo>
                  <a:lnTo>
                    <a:pt x="303" y="66"/>
                  </a:lnTo>
                  <a:lnTo>
                    <a:pt x="307" y="52"/>
                  </a:lnTo>
                  <a:lnTo>
                    <a:pt x="311" y="46"/>
                  </a:lnTo>
                  <a:lnTo>
                    <a:pt x="315" y="43"/>
                  </a:lnTo>
                  <a:lnTo>
                    <a:pt x="332" y="42"/>
                  </a:lnTo>
                  <a:lnTo>
                    <a:pt x="333" y="41"/>
                  </a:lnTo>
                  <a:lnTo>
                    <a:pt x="334" y="35"/>
                  </a:lnTo>
                  <a:lnTo>
                    <a:pt x="342" y="29"/>
                  </a:lnTo>
                  <a:lnTo>
                    <a:pt x="346" y="29"/>
                  </a:lnTo>
                  <a:lnTo>
                    <a:pt x="352" y="31"/>
                  </a:lnTo>
                  <a:lnTo>
                    <a:pt x="355" y="30"/>
                  </a:lnTo>
                  <a:lnTo>
                    <a:pt x="363" y="22"/>
                  </a:lnTo>
                  <a:lnTo>
                    <a:pt x="371" y="18"/>
                  </a:lnTo>
                  <a:lnTo>
                    <a:pt x="378" y="5"/>
                  </a:lnTo>
                  <a:lnTo>
                    <a:pt x="384" y="0"/>
                  </a:lnTo>
                  <a:lnTo>
                    <a:pt x="390" y="0"/>
                  </a:lnTo>
                  <a:lnTo>
                    <a:pt x="398" y="2"/>
                  </a:lnTo>
                  <a:lnTo>
                    <a:pt x="400" y="6"/>
                  </a:lnTo>
                  <a:lnTo>
                    <a:pt x="401" y="16"/>
                  </a:lnTo>
                  <a:lnTo>
                    <a:pt x="403" y="18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4" name="Freeform 6">
              <a:extLst>
                <a:ext uri="{FF2B5EF4-FFF2-40B4-BE49-F238E27FC236}">
                  <a16:creationId xmlns:a16="http://schemas.microsoft.com/office/drawing/2014/main" id="{A1C14705-FE8C-4F68-90E5-BA322A8B4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92968" y="2652718"/>
              <a:ext cx="255082" cy="249855"/>
            </a:xfrm>
            <a:custGeom>
              <a:avLst/>
              <a:gdLst>
                <a:gd name="T0" fmla="*/ 160 w 244"/>
                <a:gd name="T1" fmla="*/ 47 h 239"/>
                <a:gd name="T2" fmla="*/ 166 w 244"/>
                <a:gd name="T3" fmla="*/ 38 h 239"/>
                <a:gd name="T4" fmla="*/ 174 w 244"/>
                <a:gd name="T5" fmla="*/ 31 h 239"/>
                <a:gd name="T6" fmla="*/ 170 w 244"/>
                <a:gd name="T7" fmla="*/ 30 h 239"/>
                <a:gd name="T8" fmla="*/ 171 w 244"/>
                <a:gd name="T9" fmla="*/ 23 h 239"/>
                <a:gd name="T10" fmla="*/ 173 w 244"/>
                <a:gd name="T11" fmla="*/ 17 h 239"/>
                <a:gd name="T12" fmla="*/ 182 w 244"/>
                <a:gd name="T13" fmla="*/ 8 h 239"/>
                <a:gd name="T14" fmla="*/ 190 w 244"/>
                <a:gd name="T15" fmla="*/ 12 h 239"/>
                <a:gd name="T16" fmla="*/ 194 w 244"/>
                <a:gd name="T17" fmla="*/ 13 h 239"/>
                <a:gd name="T18" fmla="*/ 198 w 244"/>
                <a:gd name="T19" fmla="*/ 11 h 239"/>
                <a:gd name="T20" fmla="*/ 198 w 244"/>
                <a:gd name="T21" fmla="*/ 5 h 239"/>
                <a:gd name="T22" fmla="*/ 204 w 244"/>
                <a:gd name="T23" fmla="*/ 0 h 239"/>
                <a:gd name="T24" fmla="*/ 211 w 244"/>
                <a:gd name="T25" fmla="*/ 5 h 239"/>
                <a:gd name="T26" fmla="*/ 220 w 244"/>
                <a:gd name="T27" fmla="*/ 4 h 239"/>
                <a:gd name="T28" fmla="*/ 226 w 244"/>
                <a:gd name="T29" fmla="*/ 5 h 239"/>
                <a:gd name="T30" fmla="*/ 244 w 244"/>
                <a:gd name="T31" fmla="*/ 1 h 239"/>
                <a:gd name="T32" fmla="*/ 234 w 244"/>
                <a:gd name="T33" fmla="*/ 8 h 239"/>
                <a:gd name="T34" fmla="*/ 221 w 244"/>
                <a:gd name="T35" fmla="*/ 18 h 239"/>
                <a:gd name="T36" fmla="*/ 227 w 244"/>
                <a:gd name="T37" fmla="*/ 23 h 239"/>
                <a:gd name="T38" fmla="*/ 234 w 244"/>
                <a:gd name="T39" fmla="*/ 28 h 239"/>
                <a:gd name="T40" fmla="*/ 221 w 244"/>
                <a:gd name="T41" fmla="*/ 30 h 239"/>
                <a:gd name="T42" fmla="*/ 215 w 244"/>
                <a:gd name="T43" fmla="*/ 33 h 239"/>
                <a:gd name="T44" fmla="*/ 210 w 244"/>
                <a:gd name="T45" fmla="*/ 40 h 239"/>
                <a:gd name="T46" fmla="*/ 187 w 244"/>
                <a:gd name="T47" fmla="*/ 54 h 239"/>
                <a:gd name="T48" fmla="*/ 185 w 244"/>
                <a:gd name="T49" fmla="*/ 45 h 239"/>
                <a:gd name="T50" fmla="*/ 158 w 244"/>
                <a:gd name="T51" fmla="*/ 51 h 239"/>
                <a:gd name="T52" fmla="*/ 18 w 244"/>
                <a:gd name="T53" fmla="*/ 196 h 239"/>
                <a:gd name="T54" fmla="*/ 3 w 244"/>
                <a:gd name="T55" fmla="*/ 172 h 239"/>
                <a:gd name="T56" fmla="*/ 5 w 244"/>
                <a:gd name="T57" fmla="*/ 155 h 239"/>
                <a:gd name="T58" fmla="*/ 5 w 244"/>
                <a:gd name="T59" fmla="*/ 144 h 239"/>
                <a:gd name="T60" fmla="*/ 0 w 244"/>
                <a:gd name="T61" fmla="*/ 137 h 239"/>
                <a:gd name="T62" fmla="*/ 20 w 244"/>
                <a:gd name="T63" fmla="*/ 114 h 239"/>
                <a:gd name="T64" fmla="*/ 27 w 244"/>
                <a:gd name="T65" fmla="*/ 103 h 239"/>
                <a:gd name="T66" fmla="*/ 44 w 244"/>
                <a:gd name="T67" fmla="*/ 95 h 239"/>
                <a:gd name="T68" fmla="*/ 39 w 244"/>
                <a:gd name="T69" fmla="*/ 71 h 239"/>
                <a:gd name="T70" fmla="*/ 38 w 244"/>
                <a:gd name="T71" fmla="*/ 65 h 239"/>
                <a:gd name="T72" fmla="*/ 55 w 244"/>
                <a:gd name="T73" fmla="*/ 61 h 239"/>
                <a:gd name="T74" fmla="*/ 55 w 244"/>
                <a:gd name="T75" fmla="*/ 68 h 239"/>
                <a:gd name="T76" fmla="*/ 64 w 244"/>
                <a:gd name="T77" fmla="*/ 71 h 239"/>
                <a:gd name="T78" fmla="*/ 72 w 244"/>
                <a:gd name="T79" fmla="*/ 72 h 239"/>
                <a:gd name="T80" fmla="*/ 87 w 244"/>
                <a:gd name="T81" fmla="*/ 81 h 239"/>
                <a:gd name="T82" fmla="*/ 96 w 244"/>
                <a:gd name="T83" fmla="*/ 84 h 239"/>
                <a:gd name="T84" fmla="*/ 104 w 244"/>
                <a:gd name="T85" fmla="*/ 96 h 239"/>
                <a:gd name="T86" fmla="*/ 124 w 244"/>
                <a:gd name="T87" fmla="*/ 108 h 239"/>
                <a:gd name="T88" fmla="*/ 153 w 244"/>
                <a:gd name="T89" fmla="*/ 106 h 239"/>
                <a:gd name="T90" fmla="*/ 151 w 244"/>
                <a:gd name="T91" fmla="*/ 128 h 239"/>
                <a:gd name="T92" fmla="*/ 149 w 244"/>
                <a:gd name="T93" fmla="*/ 140 h 239"/>
                <a:gd name="T94" fmla="*/ 145 w 244"/>
                <a:gd name="T95" fmla="*/ 146 h 239"/>
                <a:gd name="T96" fmla="*/ 142 w 244"/>
                <a:gd name="T97" fmla="*/ 160 h 239"/>
                <a:gd name="T98" fmla="*/ 141 w 244"/>
                <a:gd name="T99" fmla="*/ 176 h 239"/>
                <a:gd name="T100" fmla="*/ 132 w 244"/>
                <a:gd name="T101" fmla="*/ 191 h 239"/>
                <a:gd name="T102" fmla="*/ 114 w 244"/>
                <a:gd name="T103" fmla="*/ 207 h 239"/>
                <a:gd name="T104" fmla="*/ 101 w 244"/>
                <a:gd name="T105" fmla="*/ 219 h 239"/>
                <a:gd name="T106" fmla="*/ 87 w 244"/>
                <a:gd name="T107" fmla="*/ 223 h 239"/>
                <a:gd name="T108" fmla="*/ 76 w 244"/>
                <a:gd name="T109" fmla="*/ 233 h 239"/>
                <a:gd name="T110" fmla="*/ 58 w 244"/>
                <a:gd name="T111" fmla="*/ 239 h 239"/>
                <a:gd name="T112" fmla="*/ 31 w 244"/>
                <a:gd name="T113" fmla="*/ 22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4" h="239">
                  <a:moveTo>
                    <a:pt x="158" y="51"/>
                  </a:moveTo>
                  <a:lnTo>
                    <a:pt x="157" y="49"/>
                  </a:lnTo>
                  <a:lnTo>
                    <a:pt x="160" y="47"/>
                  </a:lnTo>
                  <a:lnTo>
                    <a:pt x="159" y="42"/>
                  </a:lnTo>
                  <a:lnTo>
                    <a:pt x="163" y="38"/>
                  </a:lnTo>
                  <a:lnTo>
                    <a:pt x="166" y="38"/>
                  </a:lnTo>
                  <a:lnTo>
                    <a:pt x="170" y="36"/>
                  </a:lnTo>
                  <a:lnTo>
                    <a:pt x="176" y="33"/>
                  </a:lnTo>
                  <a:lnTo>
                    <a:pt x="174" y="31"/>
                  </a:lnTo>
                  <a:lnTo>
                    <a:pt x="173" y="32"/>
                  </a:lnTo>
                  <a:lnTo>
                    <a:pt x="172" y="31"/>
                  </a:lnTo>
                  <a:lnTo>
                    <a:pt x="170" y="30"/>
                  </a:lnTo>
                  <a:lnTo>
                    <a:pt x="169" y="28"/>
                  </a:lnTo>
                  <a:lnTo>
                    <a:pt x="171" y="27"/>
                  </a:lnTo>
                  <a:lnTo>
                    <a:pt x="171" y="23"/>
                  </a:lnTo>
                  <a:lnTo>
                    <a:pt x="171" y="22"/>
                  </a:lnTo>
                  <a:lnTo>
                    <a:pt x="171" y="19"/>
                  </a:lnTo>
                  <a:lnTo>
                    <a:pt x="173" y="17"/>
                  </a:lnTo>
                  <a:lnTo>
                    <a:pt x="179" y="16"/>
                  </a:lnTo>
                  <a:lnTo>
                    <a:pt x="182" y="13"/>
                  </a:lnTo>
                  <a:lnTo>
                    <a:pt x="182" y="8"/>
                  </a:lnTo>
                  <a:lnTo>
                    <a:pt x="185" y="8"/>
                  </a:lnTo>
                  <a:lnTo>
                    <a:pt x="189" y="10"/>
                  </a:lnTo>
                  <a:lnTo>
                    <a:pt x="190" y="12"/>
                  </a:lnTo>
                  <a:lnTo>
                    <a:pt x="192" y="13"/>
                  </a:lnTo>
                  <a:lnTo>
                    <a:pt x="193" y="13"/>
                  </a:lnTo>
                  <a:lnTo>
                    <a:pt x="194" y="13"/>
                  </a:lnTo>
                  <a:lnTo>
                    <a:pt x="195" y="13"/>
                  </a:lnTo>
                  <a:lnTo>
                    <a:pt x="196" y="14"/>
                  </a:lnTo>
                  <a:lnTo>
                    <a:pt x="198" y="11"/>
                  </a:lnTo>
                  <a:lnTo>
                    <a:pt x="198" y="9"/>
                  </a:lnTo>
                  <a:lnTo>
                    <a:pt x="197" y="7"/>
                  </a:lnTo>
                  <a:lnTo>
                    <a:pt x="198" y="5"/>
                  </a:lnTo>
                  <a:lnTo>
                    <a:pt x="199" y="2"/>
                  </a:lnTo>
                  <a:lnTo>
                    <a:pt x="202" y="0"/>
                  </a:lnTo>
                  <a:lnTo>
                    <a:pt x="204" y="0"/>
                  </a:lnTo>
                  <a:lnTo>
                    <a:pt x="205" y="1"/>
                  </a:lnTo>
                  <a:lnTo>
                    <a:pt x="207" y="5"/>
                  </a:lnTo>
                  <a:lnTo>
                    <a:pt x="211" y="5"/>
                  </a:lnTo>
                  <a:lnTo>
                    <a:pt x="212" y="5"/>
                  </a:lnTo>
                  <a:lnTo>
                    <a:pt x="214" y="4"/>
                  </a:lnTo>
                  <a:lnTo>
                    <a:pt x="220" y="4"/>
                  </a:lnTo>
                  <a:lnTo>
                    <a:pt x="224" y="3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32" y="2"/>
                  </a:lnTo>
                  <a:lnTo>
                    <a:pt x="244" y="1"/>
                  </a:lnTo>
                  <a:lnTo>
                    <a:pt x="244" y="1"/>
                  </a:lnTo>
                  <a:lnTo>
                    <a:pt x="239" y="5"/>
                  </a:lnTo>
                  <a:lnTo>
                    <a:pt x="236" y="6"/>
                  </a:lnTo>
                  <a:lnTo>
                    <a:pt x="234" y="8"/>
                  </a:lnTo>
                  <a:lnTo>
                    <a:pt x="220" y="14"/>
                  </a:lnTo>
                  <a:lnTo>
                    <a:pt x="220" y="16"/>
                  </a:lnTo>
                  <a:lnTo>
                    <a:pt x="221" y="18"/>
                  </a:lnTo>
                  <a:lnTo>
                    <a:pt x="220" y="19"/>
                  </a:lnTo>
                  <a:lnTo>
                    <a:pt x="225" y="22"/>
                  </a:lnTo>
                  <a:lnTo>
                    <a:pt x="227" y="23"/>
                  </a:lnTo>
                  <a:lnTo>
                    <a:pt x="226" y="24"/>
                  </a:lnTo>
                  <a:lnTo>
                    <a:pt x="231" y="25"/>
                  </a:lnTo>
                  <a:lnTo>
                    <a:pt x="234" y="28"/>
                  </a:lnTo>
                  <a:lnTo>
                    <a:pt x="230" y="29"/>
                  </a:lnTo>
                  <a:lnTo>
                    <a:pt x="226" y="31"/>
                  </a:lnTo>
                  <a:lnTo>
                    <a:pt x="221" y="30"/>
                  </a:lnTo>
                  <a:lnTo>
                    <a:pt x="219" y="32"/>
                  </a:lnTo>
                  <a:lnTo>
                    <a:pt x="214" y="32"/>
                  </a:lnTo>
                  <a:lnTo>
                    <a:pt x="215" y="33"/>
                  </a:lnTo>
                  <a:lnTo>
                    <a:pt x="215" y="34"/>
                  </a:lnTo>
                  <a:lnTo>
                    <a:pt x="209" y="38"/>
                  </a:lnTo>
                  <a:lnTo>
                    <a:pt x="210" y="40"/>
                  </a:lnTo>
                  <a:lnTo>
                    <a:pt x="204" y="43"/>
                  </a:lnTo>
                  <a:lnTo>
                    <a:pt x="192" y="52"/>
                  </a:lnTo>
                  <a:lnTo>
                    <a:pt x="187" y="54"/>
                  </a:lnTo>
                  <a:lnTo>
                    <a:pt x="184" y="53"/>
                  </a:lnTo>
                  <a:lnTo>
                    <a:pt x="186" y="46"/>
                  </a:lnTo>
                  <a:lnTo>
                    <a:pt x="185" y="45"/>
                  </a:lnTo>
                  <a:lnTo>
                    <a:pt x="179" y="46"/>
                  </a:lnTo>
                  <a:lnTo>
                    <a:pt x="171" y="48"/>
                  </a:lnTo>
                  <a:lnTo>
                    <a:pt x="158" y="51"/>
                  </a:lnTo>
                  <a:close/>
                  <a:moveTo>
                    <a:pt x="25" y="218"/>
                  </a:moveTo>
                  <a:lnTo>
                    <a:pt x="19" y="204"/>
                  </a:lnTo>
                  <a:lnTo>
                    <a:pt x="18" y="196"/>
                  </a:lnTo>
                  <a:lnTo>
                    <a:pt x="12" y="183"/>
                  </a:lnTo>
                  <a:lnTo>
                    <a:pt x="8" y="180"/>
                  </a:lnTo>
                  <a:lnTo>
                    <a:pt x="3" y="172"/>
                  </a:lnTo>
                  <a:lnTo>
                    <a:pt x="3" y="166"/>
                  </a:lnTo>
                  <a:lnTo>
                    <a:pt x="6" y="161"/>
                  </a:lnTo>
                  <a:lnTo>
                    <a:pt x="5" y="155"/>
                  </a:lnTo>
                  <a:lnTo>
                    <a:pt x="8" y="152"/>
                  </a:lnTo>
                  <a:lnTo>
                    <a:pt x="5" y="148"/>
                  </a:lnTo>
                  <a:lnTo>
                    <a:pt x="5" y="144"/>
                  </a:lnTo>
                  <a:lnTo>
                    <a:pt x="6" y="144"/>
                  </a:lnTo>
                  <a:lnTo>
                    <a:pt x="4" y="137"/>
                  </a:lnTo>
                  <a:lnTo>
                    <a:pt x="0" y="137"/>
                  </a:lnTo>
                  <a:lnTo>
                    <a:pt x="2" y="133"/>
                  </a:lnTo>
                  <a:lnTo>
                    <a:pt x="16" y="125"/>
                  </a:lnTo>
                  <a:lnTo>
                    <a:pt x="20" y="114"/>
                  </a:lnTo>
                  <a:lnTo>
                    <a:pt x="24" y="112"/>
                  </a:lnTo>
                  <a:lnTo>
                    <a:pt x="29" y="110"/>
                  </a:lnTo>
                  <a:lnTo>
                    <a:pt x="27" y="103"/>
                  </a:lnTo>
                  <a:lnTo>
                    <a:pt x="27" y="101"/>
                  </a:lnTo>
                  <a:lnTo>
                    <a:pt x="29" y="100"/>
                  </a:lnTo>
                  <a:lnTo>
                    <a:pt x="44" y="95"/>
                  </a:lnTo>
                  <a:lnTo>
                    <a:pt x="38" y="79"/>
                  </a:lnTo>
                  <a:lnTo>
                    <a:pt x="39" y="77"/>
                  </a:lnTo>
                  <a:lnTo>
                    <a:pt x="39" y="71"/>
                  </a:lnTo>
                  <a:lnTo>
                    <a:pt x="32" y="65"/>
                  </a:lnTo>
                  <a:lnTo>
                    <a:pt x="35" y="64"/>
                  </a:lnTo>
                  <a:lnTo>
                    <a:pt x="38" y="65"/>
                  </a:lnTo>
                  <a:lnTo>
                    <a:pt x="39" y="63"/>
                  </a:lnTo>
                  <a:lnTo>
                    <a:pt x="49" y="63"/>
                  </a:lnTo>
                  <a:lnTo>
                    <a:pt x="55" y="61"/>
                  </a:lnTo>
                  <a:lnTo>
                    <a:pt x="55" y="65"/>
                  </a:lnTo>
                  <a:lnTo>
                    <a:pt x="54" y="67"/>
                  </a:lnTo>
                  <a:lnTo>
                    <a:pt x="55" y="68"/>
                  </a:lnTo>
                  <a:lnTo>
                    <a:pt x="60" y="69"/>
                  </a:lnTo>
                  <a:lnTo>
                    <a:pt x="61" y="72"/>
                  </a:lnTo>
                  <a:lnTo>
                    <a:pt x="64" y="71"/>
                  </a:lnTo>
                  <a:lnTo>
                    <a:pt x="65" y="69"/>
                  </a:lnTo>
                  <a:lnTo>
                    <a:pt x="68" y="68"/>
                  </a:lnTo>
                  <a:lnTo>
                    <a:pt x="72" y="72"/>
                  </a:lnTo>
                  <a:lnTo>
                    <a:pt x="77" y="79"/>
                  </a:lnTo>
                  <a:lnTo>
                    <a:pt x="81" y="82"/>
                  </a:lnTo>
                  <a:lnTo>
                    <a:pt x="87" y="81"/>
                  </a:lnTo>
                  <a:lnTo>
                    <a:pt x="89" y="82"/>
                  </a:lnTo>
                  <a:lnTo>
                    <a:pt x="95" y="79"/>
                  </a:lnTo>
                  <a:lnTo>
                    <a:pt x="96" y="84"/>
                  </a:lnTo>
                  <a:lnTo>
                    <a:pt x="102" y="96"/>
                  </a:lnTo>
                  <a:lnTo>
                    <a:pt x="104" y="95"/>
                  </a:lnTo>
                  <a:lnTo>
                    <a:pt x="104" y="96"/>
                  </a:lnTo>
                  <a:lnTo>
                    <a:pt x="107" y="95"/>
                  </a:lnTo>
                  <a:lnTo>
                    <a:pt x="109" y="97"/>
                  </a:lnTo>
                  <a:lnTo>
                    <a:pt x="124" y="108"/>
                  </a:lnTo>
                  <a:lnTo>
                    <a:pt x="134" y="106"/>
                  </a:lnTo>
                  <a:lnTo>
                    <a:pt x="141" y="104"/>
                  </a:lnTo>
                  <a:lnTo>
                    <a:pt x="153" y="106"/>
                  </a:lnTo>
                  <a:lnTo>
                    <a:pt x="153" y="106"/>
                  </a:lnTo>
                  <a:lnTo>
                    <a:pt x="152" y="127"/>
                  </a:lnTo>
                  <a:lnTo>
                    <a:pt x="151" y="128"/>
                  </a:lnTo>
                  <a:lnTo>
                    <a:pt x="152" y="128"/>
                  </a:lnTo>
                  <a:lnTo>
                    <a:pt x="151" y="130"/>
                  </a:lnTo>
                  <a:lnTo>
                    <a:pt x="149" y="140"/>
                  </a:lnTo>
                  <a:lnTo>
                    <a:pt x="148" y="142"/>
                  </a:lnTo>
                  <a:lnTo>
                    <a:pt x="148" y="143"/>
                  </a:lnTo>
                  <a:lnTo>
                    <a:pt x="145" y="146"/>
                  </a:lnTo>
                  <a:lnTo>
                    <a:pt x="145" y="150"/>
                  </a:lnTo>
                  <a:lnTo>
                    <a:pt x="148" y="155"/>
                  </a:lnTo>
                  <a:lnTo>
                    <a:pt x="142" y="160"/>
                  </a:lnTo>
                  <a:lnTo>
                    <a:pt x="142" y="168"/>
                  </a:lnTo>
                  <a:lnTo>
                    <a:pt x="140" y="172"/>
                  </a:lnTo>
                  <a:lnTo>
                    <a:pt x="141" y="176"/>
                  </a:lnTo>
                  <a:lnTo>
                    <a:pt x="139" y="180"/>
                  </a:lnTo>
                  <a:lnTo>
                    <a:pt x="135" y="185"/>
                  </a:lnTo>
                  <a:lnTo>
                    <a:pt x="132" y="191"/>
                  </a:lnTo>
                  <a:lnTo>
                    <a:pt x="129" y="196"/>
                  </a:lnTo>
                  <a:lnTo>
                    <a:pt x="120" y="204"/>
                  </a:lnTo>
                  <a:lnTo>
                    <a:pt x="114" y="207"/>
                  </a:lnTo>
                  <a:lnTo>
                    <a:pt x="106" y="215"/>
                  </a:lnTo>
                  <a:lnTo>
                    <a:pt x="103" y="217"/>
                  </a:lnTo>
                  <a:lnTo>
                    <a:pt x="101" y="219"/>
                  </a:lnTo>
                  <a:lnTo>
                    <a:pt x="99" y="219"/>
                  </a:lnTo>
                  <a:lnTo>
                    <a:pt x="93" y="224"/>
                  </a:lnTo>
                  <a:lnTo>
                    <a:pt x="87" y="223"/>
                  </a:lnTo>
                  <a:lnTo>
                    <a:pt x="84" y="224"/>
                  </a:lnTo>
                  <a:lnTo>
                    <a:pt x="79" y="228"/>
                  </a:lnTo>
                  <a:lnTo>
                    <a:pt x="76" y="233"/>
                  </a:lnTo>
                  <a:lnTo>
                    <a:pt x="73" y="234"/>
                  </a:lnTo>
                  <a:lnTo>
                    <a:pt x="67" y="236"/>
                  </a:lnTo>
                  <a:lnTo>
                    <a:pt x="58" y="239"/>
                  </a:lnTo>
                  <a:lnTo>
                    <a:pt x="43" y="228"/>
                  </a:lnTo>
                  <a:lnTo>
                    <a:pt x="37" y="228"/>
                  </a:lnTo>
                  <a:lnTo>
                    <a:pt x="31" y="226"/>
                  </a:lnTo>
                  <a:lnTo>
                    <a:pt x="28" y="224"/>
                  </a:lnTo>
                  <a:lnTo>
                    <a:pt x="25" y="218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5" name="Freeform 7">
              <a:extLst>
                <a:ext uri="{FF2B5EF4-FFF2-40B4-BE49-F238E27FC236}">
                  <a16:creationId xmlns:a16="http://schemas.microsoft.com/office/drawing/2014/main" id="{D75762EB-69C8-4221-A4F2-582C0183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5744" y="2615083"/>
              <a:ext cx="362760" cy="272854"/>
            </a:xfrm>
            <a:custGeom>
              <a:avLst/>
              <a:gdLst>
                <a:gd name="T0" fmla="*/ 97 w 347"/>
                <a:gd name="T1" fmla="*/ 254 h 261"/>
                <a:gd name="T2" fmla="*/ 79 w 347"/>
                <a:gd name="T3" fmla="*/ 243 h 261"/>
                <a:gd name="T4" fmla="*/ 65 w 347"/>
                <a:gd name="T5" fmla="*/ 234 h 261"/>
                <a:gd name="T6" fmla="*/ 46 w 347"/>
                <a:gd name="T7" fmla="*/ 239 h 261"/>
                <a:gd name="T8" fmla="*/ 20 w 347"/>
                <a:gd name="T9" fmla="*/ 217 h 261"/>
                <a:gd name="T10" fmla="*/ 25 w 347"/>
                <a:gd name="T11" fmla="*/ 205 h 261"/>
                <a:gd name="T12" fmla="*/ 18 w 347"/>
                <a:gd name="T13" fmla="*/ 183 h 261"/>
                <a:gd name="T14" fmla="*/ 31 w 347"/>
                <a:gd name="T15" fmla="*/ 164 h 261"/>
                <a:gd name="T16" fmla="*/ 11 w 347"/>
                <a:gd name="T17" fmla="*/ 150 h 261"/>
                <a:gd name="T18" fmla="*/ 11 w 347"/>
                <a:gd name="T19" fmla="*/ 132 h 261"/>
                <a:gd name="T20" fmla="*/ 5 w 347"/>
                <a:gd name="T21" fmla="*/ 127 h 261"/>
                <a:gd name="T22" fmla="*/ 22 w 347"/>
                <a:gd name="T23" fmla="*/ 113 h 261"/>
                <a:gd name="T24" fmla="*/ 22 w 347"/>
                <a:gd name="T25" fmla="*/ 101 h 261"/>
                <a:gd name="T26" fmla="*/ 32 w 347"/>
                <a:gd name="T27" fmla="*/ 84 h 261"/>
                <a:gd name="T28" fmla="*/ 58 w 347"/>
                <a:gd name="T29" fmla="*/ 80 h 261"/>
                <a:gd name="T30" fmla="*/ 106 w 347"/>
                <a:gd name="T31" fmla="*/ 80 h 261"/>
                <a:gd name="T32" fmla="*/ 148 w 347"/>
                <a:gd name="T33" fmla="*/ 73 h 261"/>
                <a:gd name="T34" fmla="*/ 173 w 347"/>
                <a:gd name="T35" fmla="*/ 78 h 261"/>
                <a:gd name="T36" fmla="*/ 187 w 347"/>
                <a:gd name="T37" fmla="*/ 69 h 261"/>
                <a:gd name="T38" fmla="*/ 189 w 347"/>
                <a:gd name="T39" fmla="*/ 60 h 261"/>
                <a:gd name="T40" fmla="*/ 193 w 347"/>
                <a:gd name="T41" fmla="*/ 41 h 261"/>
                <a:gd name="T42" fmla="*/ 207 w 347"/>
                <a:gd name="T43" fmla="*/ 44 h 261"/>
                <a:gd name="T44" fmla="*/ 231 w 347"/>
                <a:gd name="T45" fmla="*/ 35 h 261"/>
                <a:gd name="T46" fmla="*/ 253 w 347"/>
                <a:gd name="T47" fmla="*/ 22 h 261"/>
                <a:gd name="T48" fmla="*/ 269 w 347"/>
                <a:gd name="T49" fmla="*/ 18 h 261"/>
                <a:gd name="T50" fmla="*/ 266 w 347"/>
                <a:gd name="T51" fmla="*/ 7 h 261"/>
                <a:gd name="T52" fmla="*/ 282 w 347"/>
                <a:gd name="T53" fmla="*/ 5 h 261"/>
                <a:gd name="T54" fmla="*/ 290 w 347"/>
                <a:gd name="T55" fmla="*/ 5 h 261"/>
                <a:gd name="T56" fmla="*/ 313 w 347"/>
                <a:gd name="T57" fmla="*/ 11 h 261"/>
                <a:gd name="T58" fmla="*/ 332 w 347"/>
                <a:gd name="T59" fmla="*/ 23 h 261"/>
                <a:gd name="T60" fmla="*/ 347 w 347"/>
                <a:gd name="T61" fmla="*/ 33 h 261"/>
                <a:gd name="T62" fmla="*/ 319 w 347"/>
                <a:gd name="T63" fmla="*/ 41 h 261"/>
                <a:gd name="T64" fmla="*/ 305 w 347"/>
                <a:gd name="T65" fmla="*/ 41 h 261"/>
                <a:gd name="T66" fmla="*/ 295 w 347"/>
                <a:gd name="T67" fmla="*/ 36 h 261"/>
                <a:gd name="T68" fmla="*/ 291 w 347"/>
                <a:gd name="T69" fmla="*/ 47 h 261"/>
                <a:gd name="T70" fmla="*/ 285 w 347"/>
                <a:gd name="T71" fmla="*/ 49 h 261"/>
                <a:gd name="T72" fmla="*/ 275 w 347"/>
                <a:gd name="T73" fmla="*/ 49 h 261"/>
                <a:gd name="T74" fmla="*/ 264 w 347"/>
                <a:gd name="T75" fmla="*/ 59 h 261"/>
                <a:gd name="T76" fmla="*/ 266 w 347"/>
                <a:gd name="T77" fmla="*/ 68 h 261"/>
                <a:gd name="T78" fmla="*/ 256 w 347"/>
                <a:gd name="T79" fmla="*/ 74 h 261"/>
                <a:gd name="T80" fmla="*/ 251 w 347"/>
                <a:gd name="T81" fmla="*/ 87 h 261"/>
                <a:gd name="T82" fmla="*/ 245 w 347"/>
                <a:gd name="T83" fmla="*/ 114 h 261"/>
                <a:gd name="T84" fmla="*/ 245 w 347"/>
                <a:gd name="T85" fmla="*/ 142 h 261"/>
                <a:gd name="T86" fmla="*/ 201 w 347"/>
                <a:gd name="T87" fmla="*/ 133 h 261"/>
                <a:gd name="T88" fmla="*/ 189 w 347"/>
                <a:gd name="T89" fmla="*/ 120 h 261"/>
                <a:gd name="T90" fmla="*/ 169 w 347"/>
                <a:gd name="T91" fmla="*/ 115 h 261"/>
                <a:gd name="T92" fmla="*/ 153 w 347"/>
                <a:gd name="T93" fmla="*/ 108 h 261"/>
                <a:gd name="T94" fmla="*/ 148 w 347"/>
                <a:gd name="T95" fmla="*/ 97 h 261"/>
                <a:gd name="T96" fmla="*/ 125 w 347"/>
                <a:gd name="T97" fmla="*/ 101 h 261"/>
                <a:gd name="T98" fmla="*/ 122 w 347"/>
                <a:gd name="T99" fmla="*/ 136 h 261"/>
                <a:gd name="T100" fmla="*/ 113 w 347"/>
                <a:gd name="T101" fmla="*/ 150 h 261"/>
                <a:gd name="T102" fmla="*/ 98 w 347"/>
                <a:gd name="T103" fmla="*/ 180 h 261"/>
                <a:gd name="T104" fmla="*/ 99 w 347"/>
                <a:gd name="T105" fmla="*/ 197 h 261"/>
                <a:gd name="T106" fmla="*/ 111 w 347"/>
                <a:gd name="T107" fmla="*/ 23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261">
                  <a:moveTo>
                    <a:pt x="118" y="254"/>
                  </a:moveTo>
                  <a:lnTo>
                    <a:pt x="114" y="257"/>
                  </a:lnTo>
                  <a:lnTo>
                    <a:pt x="106" y="259"/>
                  </a:lnTo>
                  <a:lnTo>
                    <a:pt x="103" y="261"/>
                  </a:lnTo>
                  <a:lnTo>
                    <a:pt x="97" y="254"/>
                  </a:lnTo>
                  <a:lnTo>
                    <a:pt x="93" y="252"/>
                  </a:lnTo>
                  <a:lnTo>
                    <a:pt x="92" y="246"/>
                  </a:lnTo>
                  <a:lnTo>
                    <a:pt x="89" y="246"/>
                  </a:lnTo>
                  <a:lnTo>
                    <a:pt x="84" y="249"/>
                  </a:lnTo>
                  <a:lnTo>
                    <a:pt x="79" y="243"/>
                  </a:lnTo>
                  <a:lnTo>
                    <a:pt x="75" y="242"/>
                  </a:lnTo>
                  <a:lnTo>
                    <a:pt x="73" y="239"/>
                  </a:lnTo>
                  <a:lnTo>
                    <a:pt x="67" y="238"/>
                  </a:lnTo>
                  <a:lnTo>
                    <a:pt x="66" y="238"/>
                  </a:lnTo>
                  <a:lnTo>
                    <a:pt x="65" y="234"/>
                  </a:lnTo>
                  <a:lnTo>
                    <a:pt x="62" y="235"/>
                  </a:lnTo>
                  <a:lnTo>
                    <a:pt x="60" y="235"/>
                  </a:lnTo>
                  <a:lnTo>
                    <a:pt x="54" y="240"/>
                  </a:lnTo>
                  <a:lnTo>
                    <a:pt x="52" y="241"/>
                  </a:lnTo>
                  <a:lnTo>
                    <a:pt x="46" y="239"/>
                  </a:lnTo>
                  <a:lnTo>
                    <a:pt x="36" y="240"/>
                  </a:lnTo>
                  <a:lnTo>
                    <a:pt x="27" y="237"/>
                  </a:lnTo>
                  <a:lnTo>
                    <a:pt x="11" y="226"/>
                  </a:lnTo>
                  <a:lnTo>
                    <a:pt x="13" y="222"/>
                  </a:lnTo>
                  <a:lnTo>
                    <a:pt x="20" y="217"/>
                  </a:lnTo>
                  <a:lnTo>
                    <a:pt x="21" y="214"/>
                  </a:lnTo>
                  <a:lnTo>
                    <a:pt x="24" y="211"/>
                  </a:lnTo>
                  <a:lnTo>
                    <a:pt x="24" y="208"/>
                  </a:lnTo>
                  <a:lnTo>
                    <a:pt x="25" y="208"/>
                  </a:lnTo>
                  <a:lnTo>
                    <a:pt x="25" y="205"/>
                  </a:lnTo>
                  <a:lnTo>
                    <a:pt x="22" y="200"/>
                  </a:lnTo>
                  <a:lnTo>
                    <a:pt x="20" y="199"/>
                  </a:lnTo>
                  <a:lnTo>
                    <a:pt x="19" y="195"/>
                  </a:lnTo>
                  <a:lnTo>
                    <a:pt x="20" y="189"/>
                  </a:lnTo>
                  <a:lnTo>
                    <a:pt x="18" y="183"/>
                  </a:lnTo>
                  <a:lnTo>
                    <a:pt x="16" y="175"/>
                  </a:lnTo>
                  <a:lnTo>
                    <a:pt x="14" y="174"/>
                  </a:lnTo>
                  <a:lnTo>
                    <a:pt x="22" y="168"/>
                  </a:lnTo>
                  <a:lnTo>
                    <a:pt x="24" y="168"/>
                  </a:lnTo>
                  <a:lnTo>
                    <a:pt x="31" y="164"/>
                  </a:lnTo>
                  <a:lnTo>
                    <a:pt x="32" y="161"/>
                  </a:lnTo>
                  <a:lnTo>
                    <a:pt x="26" y="150"/>
                  </a:lnTo>
                  <a:lnTo>
                    <a:pt x="24" y="148"/>
                  </a:lnTo>
                  <a:lnTo>
                    <a:pt x="11" y="153"/>
                  </a:lnTo>
                  <a:lnTo>
                    <a:pt x="11" y="150"/>
                  </a:lnTo>
                  <a:lnTo>
                    <a:pt x="6" y="143"/>
                  </a:lnTo>
                  <a:lnTo>
                    <a:pt x="10" y="135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1" y="132"/>
                  </a:lnTo>
                  <a:lnTo>
                    <a:pt x="10" y="134"/>
                  </a:lnTo>
                  <a:lnTo>
                    <a:pt x="3" y="137"/>
                  </a:lnTo>
                  <a:lnTo>
                    <a:pt x="2" y="131"/>
                  </a:lnTo>
                  <a:lnTo>
                    <a:pt x="0" y="126"/>
                  </a:lnTo>
                  <a:lnTo>
                    <a:pt x="5" y="127"/>
                  </a:lnTo>
                  <a:lnTo>
                    <a:pt x="13" y="126"/>
                  </a:lnTo>
                  <a:lnTo>
                    <a:pt x="16" y="123"/>
                  </a:lnTo>
                  <a:lnTo>
                    <a:pt x="19" y="118"/>
                  </a:lnTo>
                  <a:lnTo>
                    <a:pt x="20" y="117"/>
                  </a:lnTo>
                  <a:lnTo>
                    <a:pt x="22" y="113"/>
                  </a:lnTo>
                  <a:lnTo>
                    <a:pt x="23" y="113"/>
                  </a:lnTo>
                  <a:lnTo>
                    <a:pt x="22" y="109"/>
                  </a:lnTo>
                  <a:lnTo>
                    <a:pt x="24" y="107"/>
                  </a:lnTo>
                  <a:lnTo>
                    <a:pt x="24" y="104"/>
                  </a:lnTo>
                  <a:lnTo>
                    <a:pt x="22" y="101"/>
                  </a:lnTo>
                  <a:lnTo>
                    <a:pt x="22" y="100"/>
                  </a:lnTo>
                  <a:lnTo>
                    <a:pt x="27" y="93"/>
                  </a:lnTo>
                  <a:lnTo>
                    <a:pt x="32" y="88"/>
                  </a:lnTo>
                  <a:lnTo>
                    <a:pt x="30" y="85"/>
                  </a:lnTo>
                  <a:lnTo>
                    <a:pt x="32" y="84"/>
                  </a:lnTo>
                  <a:lnTo>
                    <a:pt x="34" y="86"/>
                  </a:lnTo>
                  <a:lnTo>
                    <a:pt x="47" y="81"/>
                  </a:lnTo>
                  <a:lnTo>
                    <a:pt x="51" y="80"/>
                  </a:lnTo>
                  <a:lnTo>
                    <a:pt x="53" y="83"/>
                  </a:lnTo>
                  <a:lnTo>
                    <a:pt x="58" y="80"/>
                  </a:lnTo>
                  <a:lnTo>
                    <a:pt x="60" y="82"/>
                  </a:lnTo>
                  <a:lnTo>
                    <a:pt x="64" y="80"/>
                  </a:lnTo>
                  <a:lnTo>
                    <a:pt x="87" y="88"/>
                  </a:lnTo>
                  <a:lnTo>
                    <a:pt x="103" y="83"/>
                  </a:lnTo>
                  <a:lnTo>
                    <a:pt x="106" y="80"/>
                  </a:lnTo>
                  <a:lnTo>
                    <a:pt x="109" y="80"/>
                  </a:lnTo>
                  <a:lnTo>
                    <a:pt x="112" y="82"/>
                  </a:lnTo>
                  <a:lnTo>
                    <a:pt x="120" y="81"/>
                  </a:lnTo>
                  <a:lnTo>
                    <a:pt x="142" y="72"/>
                  </a:lnTo>
                  <a:lnTo>
                    <a:pt x="148" y="73"/>
                  </a:lnTo>
                  <a:lnTo>
                    <a:pt x="154" y="74"/>
                  </a:lnTo>
                  <a:lnTo>
                    <a:pt x="159" y="80"/>
                  </a:lnTo>
                  <a:lnTo>
                    <a:pt x="165" y="80"/>
                  </a:lnTo>
                  <a:lnTo>
                    <a:pt x="169" y="78"/>
                  </a:lnTo>
                  <a:lnTo>
                    <a:pt x="173" y="78"/>
                  </a:lnTo>
                  <a:lnTo>
                    <a:pt x="176" y="75"/>
                  </a:lnTo>
                  <a:lnTo>
                    <a:pt x="182" y="74"/>
                  </a:lnTo>
                  <a:lnTo>
                    <a:pt x="186" y="72"/>
                  </a:lnTo>
                  <a:lnTo>
                    <a:pt x="188" y="69"/>
                  </a:lnTo>
                  <a:lnTo>
                    <a:pt x="187" y="69"/>
                  </a:lnTo>
                  <a:lnTo>
                    <a:pt x="187" y="68"/>
                  </a:lnTo>
                  <a:lnTo>
                    <a:pt x="188" y="66"/>
                  </a:lnTo>
                  <a:lnTo>
                    <a:pt x="189" y="67"/>
                  </a:lnTo>
                  <a:lnTo>
                    <a:pt x="191" y="66"/>
                  </a:lnTo>
                  <a:lnTo>
                    <a:pt x="189" y="60"/>
                  </a:lnTo>
                  <a:lnTo>
                    <a:pt x="193" y="57"/>
                  </a:lnTo>
                  <a:lnTo>
                    <a:pt x="193" y="50"/>
                  </a:lnTo>
                  <a:lnTo>
                    <a:pt x="191" y="47"/>
                  </a:lnTo>
                  <a:lnTo>
                    <a:pt x="193" y="43"/>
                  </a:lnTo>
                  <a:lnTo>
                    <a:pt x="193" y="41"/>
                  </a:lnTo>
                  <a:lnTo>
                    <a:pt x="196" y="41"/>
                  </a:lnTo>
                  <a:lnTo>
                    <a:pt x="199" y="42"/>
                  </a:lnTo>
                  <a:lnTo>
                    <a:pt x="201" y="41"/>
                  </a:lnTo>
                  <a:lnTo>
                    <a:pt x="205" y="45"/>
                  </a:lnTo>
                  <a:lnTo>
                    <a:pt x="207" y="44"/>
                  </a:lnTo>
                  <a:lnTo>
                    <a:pt x="207" y="43"/>
                  </a:lnTo>
                  <a:lnTo>
                    <a:pt x="216" y="40"/>
                  </a:lnTo>
                  <a:lnTo>
                    <a:pt x="219" y="36"/>
                  </a:lnTo>
                  <a:lnTo>
                    <a:pt x="223" y="36"/>
                  </a:lnTo>
                  <a:lnTo>
                    <a:pt x="231" y="35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8" y="28"/>
                  </a:lnTo>
                  <a:lnTo>
                    <a:pt x="252" y="23"/>
                  </a:lnTo>
                  <a:lnTo>
                    <a:pt x="253" y="22"/>
                  </a:lnTo>
                  <a:lnTo>
                    <a:pt x="256" y="23"/>
                  </a:lnTo>
                  <a:lnTo>
                    <a:pt x="260" y="20"/>
                  </a:lnTo>
                  <a:lnTo>
                    <a:pt x="264" y="20"/>
                  </a:lnTo>
                  <a:lnTo>
                    <a:pt x="267" y="17"/>
                  </a:lnTo>
                  <a:lnTo>
                    <a:pt x="269" y="18"/>
                  </a:lnTo>
                  <a:lnTo>
                    <a:pt x="270" y="17"/>
                  </a:lnTo>
                  <a:lnTo>
                    <a:pt x="266" y="14"/>
                  </a:lnTo>
                  <a:lnTo>
                    <a:pt x="265" y="9"/>
                  </a:lnTo>
                  <a:lnTo>
                    <a:pt x="266" y="8"/>
                  </a:lnTo>
                  <a:lnTo>
                    <a:pt x="266" y="7"/>
                  </a:lnTo>
                  <a:lnTo>
                    <a:pt x="271" y="1"/>
                  </a:lnTo>
                  <a:lnTo>
                    <a:pt x="278" y="0"/>
                  </a:lnTo>
                  <a:lnTo>
                    <a:pt x="280" y="2"/>
                  </a:lnTo>
                  <a:lnTo>
                    <a:pt x="281" y="2"/>
                  </a:lnTo>
                  <a:lnTo>
                    <a:pt x="282" y="5"/>
                  </a:lnTo>
                  <a:lnTo>
                    <a:pt x="281" y="6"/>
                  </a:lnTo>
                  <a:lnTo>
                    <a:pt x="281" y="6"/>
                  </a:lnTo>
                  <a:lnTo>
                    <a:pt x="286" y="5"/>
                  </a:lnTo>
                  <a:lnTo>
                    <a:pt x="288" y="6"/>
                  </a:lnTo>
                  <a:lnTo>
                    <a:pt x="290" y="5"/>
                  </a:lnTo>
                  <a:lnTo>
                    <a:pt x="294" y="7"/>
                  </a:lnTo>
                  <a:lnTo>
                    <a:pt x="298" y="7"/>
                  </a:lnTo>
                  <a:lnTo>
                    <a:pt x="310" y="9"/>
                  </a:lnTo>
                  <a:lnTo>
                    <a:pt x="311" y="10"/>
                  </a:lnTo>
                  <a:lnTo>
                    <a:pt x="313" y="11"/>
                  </a:lnTo>
                  <a:lnTo>
                    <a:pt x="314" y="14"/>
                  </a:lnTo>
                  <a:lnTo>
                    <a:pt x="316" y="13"/>
                  </a:lnTo>
                  <a:lnTo>
                    <a:pt x="319" y="13"/>
                  </a:lnTo>
                  <a:lnTo>
                    <a:pt x="321" y="15"/>
                  </a:lnTo>
                  <a:lnTo>
                    <a:pt x="332" y="23"/>
                  </a:lnTo>
                  <a:lnTo>
                    <a:pt x="335" y="25"/>
                  </a:lnTo>
                  <a:lnTo>
                    <a:pt x="339" y="25"/>
                  </a:lnTo>
                  <a:lnTo>
                    <a:pt x="340" y="26"/>
                  </a:lnTo>
                  <a:lnTo>
                    <a:pt x="346" y="29"/>
                  </a:lnTo>
                  <a:lnTo>
                    <a:pt x="347" y="33"/>
                  </a:lnTo>
                  <a:lnTo>
                    <a:pt x="345" y="35"/>
                  </a:lnTo>
                  <a:lnTo>
                    <a:pt x="337" y="37"/>
                  </a:lnTo>
                  <a:lnTo>
                    <a:pt x="337" y="37"/>
                  </a:lnTo>
                  <a:lnTo>
                    <a:pt x="325" y="38"/>
                  </a:lnTo>
                  <a:lnTo>
                    <a:pt x="319" y="41"/>
                  </a:lnTo>
                  <a:lnTo>
                    <a:pt x="317" y="41"/>
                  </a:lnTo>
                  <a:lnTo>
                    <a:pt x="317" y="39"/>
                  </a:lnTo>
                  <a:lnTo>
                    <a:pt x="313" y="40"/>
                  </a:lnTo>
                  <a:lnTo>
                    <a:pt x="308" y="40"/>
                  </a:lnTo>
                  <a:lnTo>
                    <a:pt x="305" y="41"/>
                  </a:lnTo>
                  <a:lnTo>
                    <a:pt x="304" y="41"/>
                  </a:lnTo>
                  <a:lnTo>
                    <a:pt x="300" y="41"/>
                  </a:lnTo>
                  <a:lnTo>
                    <a:pt x="298" y="37"/>
                  </a:lnTo>
                  <a:lnTo>
                    <a:pt x="297" y="36"/>
                  </a:lnTo>
                  <a:lnTo>
                    <a:pt x="295" y="36"/>
                  </a:lnTo>
                  <a:lnTo>
                    <a:pt x="292" y="38"/>
                  </a:lnTo>
                  <a:lnTo>
                    <a:pt x="291" y="41"/>
                  </a:lnTo>
                  <a:lnTo>
                    <a:pt x="291" y="43"/>
                  </a:lnTo>
                  <a:lnTo>
                    <a:pt x="291" y="45"/>
                  </a:lnTo>
                  <a:lnTo>
                    <a:pt x="291" y="47"/>
                  </a:lnTo>
                  <a:lnTo>
                    <a:pt x="289" y="50"/>
                  </a:lnTo>
                  <a:lnTo>
                    <a:pt x="288" y="49"/>
                  </a:lnTo>
                  <a:lnTo>
                    <a:pt x="287" y="49"/>
                  </a:lnTo>
                  <a:lnTo>
                    <a:pt x="286" y="49"/>
                  </a:lnTo>
                  <a:lnTo>
                    <a:pt x="285" y="49"/>
                  </a:lnTo>
                  <a:lnTo>
                    <a:pt x="283" y="48"/>
                  </a:lnTo>
                  <a:lnTo>
                    <a:pt x="282" y="46"/>
                  </a:lnTo>
                  <a:lnTo>
                    <a:pt x="278" y="44"/>
                  </a:lnTo>
                  <a:lnTo>
                    <a:pt x="275" y="44"/>
                  </a:lnTo>
                  <a:lnTo>
                    <a:pt x="275" y="49"/>
                  </a:lnTo>
                  <a:lnTo>
                    <a:pt x="272" y="52"/>
                  </a:lnTo>
                  <a:lnTo>
                    <a:pt x="266" y="53"/>
                  </a:lnTo>
                  <a:lnTo>
                    <a:pt x="264" y="55"/>
                  </a:lnTo>
                  <a:lnTo>
                    <a:pt x="264" y="58"/>
                  </a:lnTo>
                  <a:lnTo>
                    <a:pt x="264" y="59"/>
                  </a:lnTo>
                  <a:lnTo>
                    <a:pt x="264" y="63"/>
                  </a:lnTo>
                  <a:lnTo>
                    <a:pt x="262" y="64"/>
                  </a:lnTo>
                  <a:lnTo>
                    <a:pt x="263" y="66"/>
                  </a:lnTo>
                  <a:lnTo>
                    <a:pt x="265" y="67"/>
                  </a:lnTo>
                  <a:lnTo>
                    <a:pt x="266" y="68"/>
                  </a:lnTo>
                  <a:lnTo>
                    <a:pt x="267" y="67"/>
                  </a:lnTo>
                  <a:lnTo>
                    <a:pt x="269" y="69"/>
                  </a:lnTo>
                  <a:lnTo>
                    <a:pt x="263" y="72"/>
                  </a:lnTo>
                  <a:lnTo>
                    <a:pt x="259" y="74"/>
                  </a:lnTo>
                  <a:lnTo>
                    <a:pt x="256" y="74"/>
                  </a:lnTo>
                  <a:lnTo>
                    <a:pt x="252" y="78"/>
                  </a:lnTo>
                  <a:lnTo>
                    <a:pt x="253" y="83"/>
                  </a:lnTo>
                  <a:lnTo>
                    <a:pt x="250" y="85"/>
                  </a:lnTo>
                  <a:lnTo>
                    <a:pt x="251" y="87"/>
                  </a:lnTo>
                  <a:lnTo>
                    <a:pt x="251" y="87"/>
                  </a:lnTo>
                  <a:lnTo>
                    <a:pt x="248" y="93"/>
                  </a:lnTo>
                  <a:lnTo>
                    <a:pt x="246" y="103"/>
                  </a:lnTo>
                  <a:lnTo>
                    <a:pt x="246" y="110"/>
                  </a:lnTo>
                  <a:lnTo>
                    <a:pt x="248" y="110"/>
                  </a:lnTo>
                  <a:lnTo>
                    <a:pt x="245" y="114"/>
                  </a:lnTo>
                  <a:lnTo>
                    <a:pt x="242" y="117"/>
                  </a:lnTo>
                  <a:lnTo>
                    <a:pt x="244" y="118"/>
                  </a:lnTo>
                  <a:lnTo>
                    <a:pt x="242" y="124"/>
                  </a:lnTo>
                  <a:lnTo>
                    <a:pt x="245" y="139"/>
                  </a:lnTo>
                  <a:lnTo>
                    <a:pt x="245" y="142"/>
                  </a:lnTo>
                  <a:lnTo>
                    <a:pt x="245" y="142"/>
                  </a:lnTo>
                  <a:lnTo>
                    <a:pt x="234" y="140"/>
                  </a:lnTo>
                  <a:lnTo>
                    <a:pt x="227" y="142"/>
                  </a:lnTo>
                  <a:lnTo>
                    <a:pt x="216" y="144"/>
                  </a:lnTo>
                  <a:lnTo>
                    <a:pt x="201" y="133"/>
                  </a:lnTo>
                  <a:lnTo>
                    <a:pt x="199" y="131"/>
                  </a:lnTo>
                  <a:lnTo>
                    <a:pt x="197" y="132"/>
                  </a:lnTo>
                  <a:lnTo>
                    <a:pt x="197" y="131"/>
                  </a:lnTo>
                  <a:lnTo>
                    <a:pt x="195" y="132"/>
                  </a:lnTo>
                  <a:lnTo>
                    <a:pt x="189" y="120"/>
                  </a:lnTo>
                  <a:lnTo>
                    <a:pt x="188" y="115"/>
                  </a:lnTo>
                  <a:lnTo>
                    <a:pt x="182" y="118"/>
                  </a:lnTo>
                  <a:lnTo>
                    <a:pt x="180" y="117"/>
                  </a:lnTo>
                  <a:lnTo>
                    <a:pt x="174" y="118"/>
                  </a:lnTo>
                  <a:lnTo>
                    <a:pt x="169" y="115"/>
                  </a:lnTo>
                  <a:lnTo>
                    <a:pt x="165" y="108"/>
                  </a:lnTo>
                  <a:lnTo>
                    <a:pt x="161" y="104"/>
                  </a:lnTo>
                  <a:lnTo>
                    <a:pt x="158" y="105"/>
                  </a:lnTo>
                  <a:lnTo>
                    <a:pt x="157" y="107"/>
                  </a:lnTo>
                  <a:lnTo>
                    <a:pt x="153" y="108"/>
                  </a:lnTo>
                  <a:lnTo>
                    <a:pt x="153" y="105"/>
                  </a:lnTo>
                  <a:lnTo>
                    <a:pt x="148" y="104"/>
                  </a:lnTo>
                  <a:lnTo>
                    <a:pt x="147" y="103"/>
                  </a:lnTo>
                  <a:lnTo>
                    <a:pt x="148" y="101"/>
                  </a:lnTo>
                  <a:lnTo>
                    <a:pt x="148" y="97"/>
                  </a:lnTo>
                  <a:lnTo>
                    <a:pt x="142" y="99"/>
                  </a:lnTo>
                  <a:lnTo>
                    <a:pt x="132" y="99"/>
                  </a:lnTo>
                  <a:lnTo>
                    <a:pt x="131" y="101"/>
                  </a:lnTo>
                  <a:lnTo>
                    <a:pt x="128" y="100"/>
                  </a:lnTo>
                  <a:lnTo>
                    <a:pt x="125" y="101"/>
                  </a:lnTo>
                  <a:lnTo>
                    <a:pt x="132" y="107"/>
                  </a:lnTo>
                  <a:lnTo>
                    <a:pt x="132" y="113"/>
                  </a:lnTo>
                  <a:lnTo>
                    <a:pt x="131" y="115"/>
                  </a:lnTo>
                  <a:lnTo>
                    <a:pt x="137" y="131"/>
                  </a:lnTo>
                  <a:lnTo>
                    <a:pt x="122" y="136"/>
                  </a:lnTo>
                  <a:lnTo>
                    <a:pt x="120" y="137"/>
                  </a:lnTo>
                  <a:lnTo>
                    <a:pt x="120" y="139"/>
                  </a:lnTo>
                  <a:lnTo>
                    <a:pt x="122" y="145"/>
                  </a:lnTo>
                  <a:lnTo>
                    <a:pt x="117" y="148"/>
                  </a:lnTo>
                  <a:lnTo>
                    <a:pt x="113" y="150"/>
                  </a:lnTo>
                  <a:lnTo>
                    <a:pt x="109" y="161"/>
                  </a:lnTo>
                  <a:lnTo>
                    <a:pt x="95" y="169"/>
                  </a:lnTo>
                  <a:lnTo>
                    <a:pt x="93" y="173"/>
                  </a:lnTo>
                  <a:lnTo>
                    <a:pt x="97" y="173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8" y="184"/>
                  </a:lnTo>
                  <a:lnTo>
                    <a:pt x="101" y="188"/>
                  </a:lnTo>
                  <a:lnTo>
                    <a:pt x="98" y="191"/>
                  </a:lnTo>
                  <a:lnTo>
                    <a:pt x="99" y="197"/>
                  </a:lnTo>
                  <a:lnTo>
                    <a:pt x="96" y="202"/>
                  </a:lnTo>
                  <a:lnTo>
                    <a:pt x="96" y="208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11" y="232"/>
                  </a:lnTo>
                  <a:lnTo>
                    <a:pt x="112" y="240"/>
                  </a:lnTo>
                  <a:lnTo>
                    <a:pt x="118" y="25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6" name="Freeform 8">
              <a:extLst>
                <a:ext uri="{FF2B5EF4-FFF2-40B4-BE49-F238E27FC236}">
                  <a16:creationId xmlns:a16="http://schemas.microsoft.com/office/drawing/2014/main" id="{6BC79720-FBF5-47CC-9063-87B69DE7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843" y="2500087"/>
              <a:ext cx="478801" cy="274945"/>
            </a:xfrm>
            <a:custGeom>
              <a:avLst/>
              <a:gdLst>
                <a:gd name="T0" fmla="*/ 446 w 458"/>
                <a:gd name="T1" fmla="*/ 141 h 263"/>
                <a:gd name="T2" fmla="*/ 456 w 458"/>
                <a:gd name="T3" fmla="*/ 166 h 263"/>
                <a:gd name="T4" fmla="*/ 428 w 458"/>
                <a:gd name="T5" fmla="*/ 189 h 263"/>
                <a:gd name="T6" fmla="*/ 401 w 458"/>
                <a:gd name="T7" fmla="*/ 183 h 263"/>
                <a:gd name="T8" fmla="*/ 390 w 458"/>
                <a:gd name="T9" fmla="*/ 190 h 263"/>
                <a:gd name="T10" fmla="*/ 393 w 458"/>
                <a:gd name="T11" fmla="*/ 207 h 263"/>
                <a:gd name="T12" fmla="*/ 371 w 458"/>
                <a:gd name="T13" fmla="*/ 216 h 263"/>
                <a:gd name="T14" fmla="*/ 325 w 458"/>
                <a:gd name="T15" fmla="*/ 252 h 263"/>
                <a:gd name="T16" fmla="*/ 306 w 458"/>
                <a:gd name="T17" fmla="*/ 259 h 263"/>
                <a:gd name="T18" fmla="*/ 250 w 458"/>
                <a:gd name="T19" fmla="*/ 223 h 263"/>
                <a:gd name="T20" fmla="*/ 198 w 458"/>
                <a:gd name="T21" fmla="*/ 211 h 263"/>
                <a:gd name="T22" fmla="*/ 224 w 458"/>
                <a:gd name="T23" fmla="*/ 178 h 263"/>
                <a:gd name="T24" fmla="*/ 240 w 458"/>
                <a:gd name="T25" fmla="*/ 133 h 263"/>
                <a:gd name="T26" fmla="*/ 257 w 458"/>
                <a:gd name="T27" fmla="*/ 105 h 263"/>
                <a:gd name="T28" fmla="*/ 227 w 458"/>
                <a:gd name="T29" fmla="*/ 92 h 263"/>
                <a:gd name="T30" fmla="*/ 215 w 458"/>
                <a:gd name="T31" fmla="*/ 80 h 263"/>
                <a:gd name="T32" fmla="*/ 213 w 458"/>
                <a:gd name="T33" fmla="*/ 91 h 263"/>
                <a:gd name="T34" fmla="*/ 194 w 458"/>
                <a:gd name="T35" fmla="*/ 93 h 263"/>
                <a:gd name="T36" fmla="*/ 178 w 458"/>
                <a:gd name="T37" fmla="*/ 104 h 263"/>
                <a:gd name="T38" fmla="*/ 189 w 458"/>
                <a:gd name="T39" fmla="*/ 122 h 263"/>
                <a:gd name="T40" fmla="*/ 166 w 458"/>
                <a:gd name="T41" fmla="*/ 153 h 263"/>
                <a:gd name="T42" fmla="*/ 154 w 458"/>
                <a:gd name="T43" fmla="*/ 150 h 263"/>
                <a:gd name="T44" fmla="*/ 148 w 458"/>
                <a:gd name="T45" fmla="*/ 168 h 263"/>
                <a:gd name="T46" fmla="*/ 119 w 458"/>
                <a:gd name="T47" fmla="*/ 176 h 263"/>
                <a:gd name="T48" fmla="*/ 101 w 458"/>
                <a:gd name="T49" fmla="*/ 203 h 263"/>
                <a:gd name="T50" fmla="*/ 77 w 458"/>
                <a:gd name="T51" fmla="*/ 204 h 263"/>
                <a:gd name="T52" fmla="*/ 63 w 458"/>
                <a:gd name="T53" fmla="*/ 190 h 263"/>
                <a:gd name="T54" fmla="*/ 47 w 458"/>
                <a:gd name="T55" fmla="*/ 189 h 263"/>
                <a:gd name="T56" fmla="*/ 41 w 458"/>
                <a:gd name="T57" fmla="*/ 216 h 263"/>
                <a:gd name="T58" fmla="*/ 23 w 458"/>
                <a:gd name="T59" fmla="*/ 198 h 263"/>
                <a:gd name="T60" fmla="*/ 3 w 458"/>
                <a:gd name="T61" fmla="*/ 175 h 263"/>
                <a:gd name="T62" fmla="*/ 52 w 458"/>
                <a:gd name="T63" fmla="*/ 173 h 263"/>
                <a:gd name="T64" fmla="*/ 38 w 458"/>
                <a:gd name="T65" fmla="*/ 140 h 263"/>
                <a:gd name="T66" fmla="*/ 32 w 458"/>
                <a:gd name="T67" fmla="*/ 133 h 263"/>
                <a:gd name="T68" fmla="*/ 57 w 458"/>
                <a:gd name="T69" fmla="*/ 134 h 263"/>
                <a:gd name="T70" fmla="*/ 100 w 458"/>
                <a:gd name="T71" fmla="*/ 124 h 263"/>
                <a:gd name="T72" fmla="*/ 122 w 458"/>
                <a:gd name="T73" fmla="*/ 93 h 263"/>
                <a:gd name="T74" fmla="*/ 103 w 458"/>
                <a:gd name="T75" fmla="*/ 77 h 263"/>
                <a:gd name="T76" fmla="*/ 92 w 458"/>
                <a:gd name="T77" fmla="*/ 59 h 263"/>
                <a:gd name="T78" fmla="*/ 106 w 458"/>
                <a:gd name="T79" fmla="*/ 56 h 263"/>
                <a:gd name="T80" fmla="*/ 116 w 458"/>
                <a:gd name="T81" fmla="*/ 42 h 263"/>
                <a:gd name="T82" fmla="*/ 98 w 458"/>
                <a:gd name="T83" fmla="*/ 43 h 263"/>
                <a:gd name="T84" fmla="*/ 106 w 458"/>
                <a:gd name="T85" fmla="*/ 23 h 263"/>
                <a:gd name="T86" fmla="*/ 144 w 458"/>
                <a:gd name="T87" fmla="*/ 9 h 263"/>
                <a:gd name="T88" fmla="*/ 161 w 458"/>
                <a:gd name="T89" fmla="*/ 32 h 263"/>
                <a:gd name="T90" fmla="*/ 179 w 458"/>
                <a:gd name="T91" fmla="*/ 34 h 263"/>
                <a:gd name="T92" fmla="*/ 186 w 458"/>
                <a:gd name="T93" fmla="*/ 7 h 263"/>
                <a:gd name="T94" fmla="*/ 210 w 458"/>
                <a:gd name="T95" fmla="*/ 20 h 263"/>
                <a:gd name="T96" fmla="*/ 236 w 458"/>
                <a:gd name="T97" fmla="*/ 38 h 263"/>
                <a:gd name="T98" fmla="*/ 270 w 458"/>
                <a:gd name="T99" fmla="*/ 32 h 263"/>
                <a:gd name="T100" fmla="*/ 291 w 458"/>
                <a:gd name="T101" fmla="*/ 45 h 263"/>
                <a:gd name="T102" fmla="*/ 322 w 458"/>
                <a:gd name="T103" fmla="*/ 55 h 263"/>
                <a:gd name="T104" fmla="*/ 322 w 458"/>
                <a:gd name="T105" fmla="*/ 78 h 263"/>
                <a:gd name="T106" fmla="*/ 329 w 458"/>
                <a:gd name="T107" fmla="*/ 79 h 263"/>
                <a:gd name="T108" fmla="*/ 347 w 458"/>
                <a:gd name="T109" fmla="*/ 65 h 263"/>
                <a:gd name="T110" fmla="*/ 357 w 458"/>
                <a:gd name="T111" fmla="*/ 39 h 263"/>
                <a:gd name="T112" fmla="*/ 373 w 458"/>
                <a:gd name="T113" fmla="*/ 35 h 263"/>
                <a:gd name="T114" fmla="*/ 386 w 458"/>
                <a:gd name="T115" fmla="*/ 50 h 263"/>
                <a:gd name="T116" fmla="*/ 404 w 458"/>
                <a:gd name="T117" fmla="*/ 68 h 263"/>
                <a:gd name="T118" fmla="*/ 413 w 458"/>
                <a:gd name="T119" fmla="*/ 92 h 263"/>
                <a:gd name="T120" fmla="*/ 444 w 458"/>
                <a:gd name="T121" fmla="*/ 105 h 263"/>
                <a:gd name="T122" fmla="*/ 453 w 458"/>
                <a:gd name="T123" fmla="*/ 12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8" h="263">
                  <a:moveTo>
                    <a:pt x="453" y="127"/>
                  </a:moveTo>
                  <a:lnTo>
                    <a:pt x="455" y="128"/>
                  </a:lnTo>
                  <a:lnTo>
                    <a:pt x="455" y="129"/>
                  </a:lnTo>
                  <a:lnTo>
                    <a:pt x="448" y="138"/>
                  </a:lnTo>
                  <a:lnTo>
                    <a:pt x="447" y="138"/>
                  </a:lnTo>
                  <a:lnTo>
                    <a:pt x="446" y="141"/>
                  </a:lnTo>
                  <a:lnTo>
                    <a:pt x="449" y="153"/>
                  </a:lnTo>
                  <a:lnTo>
                    <a:pt x="448" y="154"/>
                  </a:lnTo>
                  <a:lnTo>
                    <a:pt x="456" y="164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6" y="166"/>
                  </a:lnTo>
                  <a:lnTo>
                    <a:pt x="453" y="167"/>
                  </a:lnTo>
                  <a:lnTo>
                    <a:pt x="452" y="173"/>
                  </a:lnTo>
                  <a:lnTo>
                    <a:pt x="447" y="172"/>
                  </a:lnTo>
                  <a:lnTo>
                    <a:pt x="436" y="177"/>
                  </a:lnTo>
                  <a:lnTo>
                    <a:pt x="438" y="183"/>
                  </a:lnTo>
                  <a:lnTo>
                    <a:pt x="428" y="189"/>
                  </a:lnTo>
                  <a:lnTo>
                    <a:pt x="425" y="189"/>
                  </a:lnTo>
                  <a:lnTo>
                    <a:pt x="415" y="192"/>
                  </a:lnTo>
                  <a:lnTo>
                    <a:pt x="412" y="189"/>
                  </a:lnTo>
                  <a:lnTo>
                    <a:pt x="411" y="189"/>
                  </a:lnTo>
                  <a:lnTo>
                    <a:pt x="409" y="190"/>
                  </a:lnTo>
                  <a:lnTo>
                    <a:pt x="401" y="183"/>
                  </a:lnTo>
                  <a:lnTo>
                    <a:pt x="398" y="183"/>
                  </a:lnTo>
                  <a:lnTo>
                    <a:pt x="396" y="184"/>
                  </a:lnTo>
                  <a:lnTo>
                    <a:pt x="396" y="189"/>
                  </a:lnTo>
                  <a:lnTo>
                    <a:pt x="393" y="190"/>
                  </a:lnTo>
                  <a:lnTo>
                    <a:pt x="392" y="189"/>
                  </a:lnTo>
                  <a:lnTo>
                    <a:pt x="390" y="190"/>
                  </a:lnTo>
                  <a:lnTo>
                    <a:pt x="389" y="194"/>
                  </a:lnTo>
                  <a:lnTo>
                    <a:pt x="385" y="196"/>
                  </a:lnTo>
                  <a:lnTo>
                    <a:pt x="386" y="201"/>
                  </a:lnTo>
                  <a:lnTo>
                    <a:pt x="388" y="203"/>
                  </a:lnTo>
                  <a:lnTo>
                    <a:pt x="390" y="203"/>
                  </a:lnTo>
                  <a:lnTo>
                    <a:pt x="393" y="207"/>
                  </a:lnTo>
                  <a:lnTo>
                    <a:pt x="392" y="210"/>
                  </a:lnTo>
                  <a:lnTo>
                    <a:pt x="389" y="209"/>
                  </a:lnTo>
                  <a:lnTo>
                    <a:pt x="385" y="213"/>
                  </a:lnTo>
                  <a:lnTo>
                    <a:pt x="379" y="212"/>
                  </a:lnTo>
                  <a:lnTo>
                    <a:pt x="377" y="214"/>
                  </a:lnTo>
                  <a:lnTo>
                    <a:pt x="371" y="216"/>
                  </a:lnTo>
                  <a:lnTo>
                    <a:pt x="361" y="221"/>
                  </a:lnTo>
                  <a:lnTo>
                    <a:pt x="354" y="232"/>
                  </a:lnTo>
                  <a:lnTo>
                    <a:pt x="352" y="233"/>
                  </a:lnTo>
                  <a:lnTo>
                    <a:pt x="333" y="236"/>
                  </a:lnTo>
                  <a:lnTo>
                    <a:pt x="328" y="241"/>
                  </a:lnTo>
                  <a:lnTo>
                    <a:pt x="325" y="252"/>
                  </a:lnTo>
                  <a:lnTo>
                    <a:pt x="325" y="258"/>
                  </a:lnTo>
                  <a:lnTo>
                    <a:pt x="318" y="263"/>
                  </a:lnTo>
                  <a:lnTo>
                    <a:pt x="314" y="262"/>
                  </a:lnTo>
                  <a:lnTo>
                    <a:pt x="308" y="263"/>
                  </a:lnTo>
                  <a:lnTo>
                    <a:pt x="305" y="263"/>
                  </a:lnTo>
                  <a:lnTo>
                    <a:pt x="306" y="259"/>
                  </a:lnTo>
                  <a:lnTo>
                    <a:pt x="293" y="257"/>
                  </a:lnTo>
                  <a:lnTo>
                    <a:pt x="284" y="250"/>
                  </a:lnTo>
                  <a:lnTo>
                    <a:pt x="278" y="240"/>
                  </a:lnTo>
                  <a:lnTo>
                    <a:pt x="273" y="228"/>
                  </a:lnTo>
                  <a:lnTo>
                    <a:pt x="265" y="225"/>
                  </a:lnTo>
                  <a:lnTo>
                    <a:pt x="250" y="223"/>
                  </a:lnTo>
                  <a:lnTo>
                    <a:pt x="206" y="229"/>
                  </a:lnTo>
                  <a:lnTo>
                    <a:pt x="205" y="219"/>
                  </a:lnTo>
                  <a:lnTo>
                    <a:pt x="204" y="216"/>
                  </a:lnTo>
                  <a:lnTo>
                    <a:pt x="205" y="214"/>
                  </a:lnTo>
                  <a:lnTo>
                    <a:pt x="199" y="214"/>
                  </a:lnTo>
                  <a:lnTo>
                    <a:pt x="198" y="211"/>
                  </a:lnTo>
                  <a:lnTo>
                    <a:pt x="197" y="209"/>
                  </a:lnTo>
                  <a:lnTo>
                    <a:pt x="201" y="207"/>
                  </a:lnTo>
                  <a:lnTo>
                    <a:pt x="197" y="179"/>
                  </a:lnTo>
                  <a:lnTo>
                    <a:pt x="218" y="180"/>
                  </a:lnTo>
                  <a:lnTo>
                    <a:pt x="221" y="179"/>
                  </a:lnTo>
                  <a:lnTo>
                    <a:pt x="224" y="178"/>
                  </a:lnTo>
                  <a:lnTo>
                    <a:pt x="233" y="170"/>
                  </a:lnTo>
                  <a:lnTo>
                    <a:pt x="235" y="168"/>
                  </a:lnTo>
                  <a:lnTo>
                    <a:pt x="240" y="151"/>
                  </a:lnTo>
                  <a:lnTo>
                    <a:pt x="237" y="145"/>
                  </a:lnTo>
                  <a:lnTo>
                    <a:pt x="237" y="141"/>
                  </a:lnTo>
                  <a:lnTo>
                    <a:pt x="240" y="133"/>
                  </a:lnTo>
                  <a:lnTo>
                    <a:pt x="245" y="127"/>
                  </a:lnTo>
                  <a:lnTo>
                    <a:pt x="250" y="127"/>
                  </a:lnTo>
                  <a:lnTo>
                    <a:pt x="251" y="124"/>
                  </a:lnTo>
                  <a:lnTo>
                    <a:pt x="251" y="121"/>
                  </a:lnTo>
                  <a:lnTo>
                    <a:pt x="258" y="109"/>
                  </a:lnTo>
                  <a:lnTo>
                    <a:pt x="257" y="105"/>
                  </a:lnTo>
                  <a:lnTo>
                    <a:pt x="254" y="103"/>
                  </a:lnTo>
                  <a:lnTo>
                    <a:pt x="251" y="99"/>
                  </a:lnTo>
                  <a:lnTo>
                    <a:pt x="248" y="97"/>
                  </a:lnTo>
                  <a:lnTo>
                    <a:pt x="244" y="97"/>
                  </a:lnTo>
                  <a:lnTo>
                    <a:pt x="235" y="93"/>
                  </a:lnTo>
                  <a:lnTo>
                    <a:pt x="227" y="92"/>
                  </a:lnTo>
                  <a:lnTo>
                    <a:pt x="225" y="89"/>
                  </a:lnTo>
                  <a:lnTo>
                    <a:pt x="223" y="84"/>
                  </a:lnTo>
                  <a:lnTo>
                    <a:pt x="224" y="79"/>
                  </a:lnTo>
                  <a:lnTo>
                    <a:pt x="220" y="80"/>
                  </a:lnTo>
                  <a:lnTo>
                    <a:pt x="218" y="80"/>
                  </a:lnTo>
                  <a:lnTo>
                    <a:pt x="215" y="80"/>
                  </a:lnTo>
                  <a:lnTo>
                    <a:pt x="212" y="80"/>
                  </a:lnTo>
                  <a:lnTo>
                    <a:pt x="210" y="85"/>
                  </a:lnTo>
                  <a:lnTo>
                    <a:pt x="216" y="86"/>
                  </a:lnTo>
                  <a:lnTo>
                    <a:pt x="212" y="89"/>
                  </a:lnTo>
                  <a:lnTo>
                    <a:pt x="216" y="90"/>
                  </a:lnTo>
                  <a:lnTo>
                    <a:pt x="213" y="91"/>
                  </a:lnTo>
                  <a:lnTo>
                    <a:pt x="210" y="93"/>
                  </a:lnTo>
                  <a:lnTo>
                    <a:pt x="207" y="92"/>
                  </a:lnTo>
                  <a:lnTo>
                    <a:pt x="205" y="94"/>
                  </a:lnTo>
                  <a:lnTo>
                    <a:pt x="204" y="95"/>
                  </a:lnTo>
                  <a:lnTo>
                    <a:pt x="197" y="93"/>
                  </a:lnTo>
                  <a:lnTo>
                    <a:pt x="194" y="93"/>
                  </a:lnTo>
                  <a:lnTo>
                    <a:pt x="191" y="91"/>
                  </a:lnTo>
                  <a:lnTo>
                    <a:pt x="182" y="87"/>
                  </a:lnTo>
                  <a:lnTo>
                    <a:pt x="178" y="87"/>
                  </a:lnTo>
                  <a:lnTo>
                    <a:pt x="178" y="96"/>
                  </a:lnTo>
                  <a:lnTo>
                    <a:pt x="178" y="103"/>
                  </a:lnTo>
                  <a:lnTo>
                    <a:pt x="178" y="104"/>
                  </a:lnTo>
                  <a:lnTo>
                    <a:pt x="175" y="109"/>
                  </a:lnTo>
                  <a:lnTo>
                    <a:pt x="182" y="110"/>
                  </a:lnTo>
                  <a:lnTo>
                    <a:pt x="185" y="112"/>
                  </a:lnTo>
                  <a:lnTo>
                    <a:pt x="187" y="112"/>
                  </a:lnTo>
                  <a:lnTo>
                    <a:pt x="191" y="117"/>
                  </a:lnTo>
                  <a:lnTo>
                    <a:pt x="189" y="122"/>
                  </a:lnTo>
                  <a:lnTo>
                    <a:pt x="189" y="127"/>
                  </a:lnTo>
                  <a:lnTo>
                    <a:pt x="185" y="139"/>
                  </a:lnTo>
                  <a:lnTo>
                    <a:pt x="184" y="153"/>
                  </a:lnTo>
                  <a:lnTo>
                    <a:pt x="183" y="152"/>
                  </a:lnTo>
                  <a:lnTo>
                    <a:pt x="174" y="154"/>
                  </a:lnTo>
                  <a:lnTo>
                    <a:pt x="166" y="153"/>
                  </a:lnTo>
                  <a:lnTo>
                    <a:pt x="160" y="157"/>
                  </a:lnTo>
                  <a:lnTo>
                    <a:pt x="158" y="157"/>
                  </a:lnTo>
                  <a:lnTo>
                    <a:pt x="155" y="156"/>
                  </a:lnTo>
                  <a:lnTo>
                    <a:pt x="156" y="154"/>
                  </a:lnTo>
                  <a:lnTo>
                    <a:pt x="154" y="153"/>
                  </a:lnTo>
                  <a:lnTo>
                    <a:pt x="154" y="150"/>
                  </a:lnTo>
                  <a:lnTo>
                    <a:pt x="152" y="149"/>
                  </a:lnTo>
                  <a:lnTo>
                    <a:pt x="147" y="149"/>
                  </a:lnTo>
                  <a:lnTo>
                    <a:pt x="148" y="155"/>
                  </a:lnTo>
                  <a:lnTo>
                    <a:pt x="146" y="160"/>
                  </a:lnTo>
                  <a:lnTo>
                    <a:pt x="147" y="166"/>
                  </a:lnTo>
                  <a:lnTo>
                    <a:pt x="148" y="168"/>
                  </a:lnTo>
                  <a:lnTo>
                    <a:pt x="153" y="169"/>
                  </a:lnTo>
                  <a:lnTo>
                    <a:pt x="155" y="171"/>
                  </a:lnTo>
                  <a:lnTo>
                    <a:pt x="156" y="174"/>
                  </a:lnTo>
                  <a:lnTo>
                    <a:pt x="145" y="176"/>
                  </a:lnTo>
                  <a:lnTo>
                    <a:pt x="131" y="174"/>
                  </a:lnTo>
                  <a:lnTo>
                    <a:pt x="119" y="176"/>
                  </a:lnTo>
                  <a:lnTo>
                    <a:pt x="113" y="178"/>
                  </a:lnTo>
                  <a:lnTo>
                    <a:pt x="117" y="184"/>
                  </a:lnTo>
                  <a:lnTo>
                    <a:pt x="117" y="188"/>
                  </a:lnTo>
                  <a:lnTo>
                    <a:pt x="113" y="194"/>
                  </a:lnTo>
                  <a:lnTo>
                    <a:pt x="107" y="205"/>
                  </a:lnTo>
                  <a:lnTo>
                    <a:pt x="101" y="203"/>
                  </a:lnTo>
                  <a:lnTo>
                    <a:pt x="100" y="205"/>
                  </a:lnTo>
                  <a:lnTo>
                    <a:pt x="94" y="209"/>
                  </a:lnTo>
                  <a:lnTo>
                    <a:pt x="86" y="209"/>
                  </a:lnTo>
                  <a:lnTo>
                    <a:pt x="81" y="206"/>
                  </a:lnTo>
                  <a:lnTo>
                    <a:pt x="80" y="204"/>
                  </a:lnTo>
                  <a:lnTo>
                    <a:pt x="77" y="204"/>
                  </a:lnTo>
                  <a:lnTo>
                    <a:pt x="76" y="203"/>
                  </a:lnTo>
                  <a:lnTo>
                    <a:pt x="74" y="190"/>
                  </a:lnTo>
                  <a:lnTo>
                    <a:pt x="70" y="191"/>
                  </a:lnTo>
                  <a:lnTo>
                    <a:pt x="65" y="188"/>
                  </a:lnTo>
                  <a:lnTo>
                    <a:pt x="64" y="188"/>
                  </a:lnTo>
                  <a:lnTo>
                    <a:pt x="63" y="190"/>
                  </a:lnTo>
                  <a:lnTo>
                    <a:pt x="60" y="190"/>
                  </a:lnTo>
                  <a:lnTo>
                    <a:pt x="58" y="187"/>
                  </a:lnTo>
                  <a:lnTo>
                    <a:pt x="53" y="187"/>
                  </a:lnTo>
                  <a:lnTo>
                    <a:pt x="54" y="189"/>
                  </a:lnTo>
                  <a:lnTo>
                    <a:pt x="52" y="192"/>
                  </a:lnTo>
                  <a:lnTo>
                    <a:pt x="47" y="189"/>
                  </a:lnTo>
                  <a:lnTo>
                    <a:pt x="46" y="194"/>
                  </a:lnTo>
                  <a:lnTo>
                    <a:pt x="47" y="195"/>
                  </a:lnTo>
                  <a:lnTo>
                    <a:pt x="48" y="205"/>
                  </a:lnTo>
                  <a:lnTo>
                    <a:pt x="44" y="208"/>
                  </a:lnTo>
                  <a:lnTo>
                    <a:pt x="43" y="214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22" y="214"/>
                  </a:lnTo>
                  <a:lnTo>
                    <a:pt x="26" y="209"/>
                  </a:lnTo>
                  <a:lnTo>
                    <a:pt x="25" y="205"/>
                  </a:lnTo>
                  <a:lnTo>
                    <a:pt x="25" y="199"/>
                  </a:lnTo>
                  <a:lnTo>
                    <a:pt x="23" y="198"/>
                  </a:lnTo>
                  <a:lnTo>
                    <a:pt x="12" y="195"/>
                  </a:lnTo>
                  <a:lnTo>
                    <a:pt x="10" y="188"/>
                  </a:lnTo>
                  <a:lnTo>
                    <a:pt x="4" y="188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3" y="175"/>
                  </a:lnTo>
                  <a:lnTo>
                    <a:pt x="14" y="178"/>
                  </a:lnTo>
                  <a:lnTo>
                    <a:pt x="29" y="179"/>
                  </a:lnTo>
                  <a:lnTo>
                    <a:pt x="36" y="174"/>
                  </a:lnTo>
                  <a:lnTo>
                    <a:pt x="44" y="176"/>
                  </a:lnTo>
                  <a:lnTo>
                    <a:pt x="50" y="175"/>
                  </a:lnTo>
                  <a:lnTo>
                    <a:pt x="52" y="173"/>
                  </a:lnTo>
                  <a:lnTo>
                    <a:pt x="53" y="167"/>
                  </a:lnTo>
                  <a:lnTo>
                    <a:pt x="58" y="159"/>
                  </a:lnTo>
                  <a:lnTo>
                    <a:pt x="55" y="156"/>
                  </a:lnTo>
                  <a:lnTo>
                    <a:pt x="53" y="150"/>
                  </a:lnTo>
                  <a:lnTo>
                    <a:pt x="43" y="138"/>
                  </a:lnTo>
                  <a:lnTo>
                    <a:pt x="38" y="140"/>
                  </a:lnTo>
                  <a:lnTo>
                    <a:pt x="33" y="141"/>
                  </a:lnTo>
                  <a:lnTo>
                    <a:pt x="33" y="141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3" y="135"/>
                  </a:lnTo>
                  <a:lnTo>
                    <a:pt x="32" y="133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4"/>
                  </a:lnTo>
                  <a:lnTo>
                    <a:pt x="47" y="121"/>
                  </a:lnTo>
                  <a:lnTo>
                    <a:pt x="47" y="121"/>
                  </a:lnTo>
                  <a:lnTo>
                    <a:pt x="57" y="134"/>
                  </a:lnTo>
                  <a:lnTo>
                    <a:pt x="59" y="134"/>
                  </a:lnTo>
                  <a:lnTo>
                    <a:pt x="69" y="129"/>
                  </a:lnTo>
                  <a:lnTo>
                    <a:pt x="77" y="127"/>
                  </a:lnTo>
                  <a:lnTo>
                    <a:pt x="85" y="124"/>
                  </a:lnTo>
                  <a:lnTo>
                    <a:pt x="91" y="122"/>
                  </a:lnTo>
                  <a:lnTo>
                    <a:pt x="100" y="124"/>
                  </a:lnTo>
                  <a:lnTo>
                    <a:pt x="106" y="121"/>
                  </a:lnTo>
                  <a:lnTo>
                    <a:pt x="117" y="120"/>
                  </a:lnTo>
                  <a:lnTo>
                    <a:pt x="115" y="105"/>
                  </a:lnTo>
                  <a:lnTo>
                    <a:pt x="116" y="102"/>
                  </a:lnTo>
                  <a:lnTo>
                    <a:pt x="119" y="101"/>
                  </a:lnTo>
                  <a:lnTo>
                    <a:pt x="122" y="93"/>
                  </a:lnTo>
                  <a:lnTo>
                    <a:pt x="121" y="93"/>
                  </a:lnTo>
                  <a:lnTo>
                    <a:pt x="122" y="86"/>
                  </a:lnTo>
                  <a:lnTo>
                    <a:pt x="119" y="86"/>
                  </a:lnTo>
                  <a:lnTo>
                    <a:pt x="118" y="78"/>
                  </a:lnTo>
                  <a:lnTo>
                    <a:pt x="107" y="78"/>
                  </a:lnTo>
                  <a:lnTo>
                    <a:pt x="103" y="77"/>
                  </a:lnTo>
                  <a:lnTo>
                    <a:pt x="102" y="74"/>
                  </a:lnTo>
                  <a:lnTo>
                    <a:pt x="99" y="73"/>
                  </a:lnTo>
                  <a:lnTo>
                    <a:pt x="99" y="73"/>
                  </a:lnTo>
                  <a:lnTo>
                    <a:pt x="100" y="68"/>
                  </a:lnTo>
                  <a:lnTo>
                    <a:pt x="98" y="65"/>
                  </a:lnTo>
                  <a:lnTo>
                    <a:pt x="92" y="59"/>
                  </a:lnTo>
                  <a:lnTo>
                    <a:pt x="90" y="52"/>
                  </a:lnTo>
                  <a:lnTo>
                    <a:pt x="91" y="51"/>
                  </a:lnTo>
                  <a:lnTo>
                    <a:pt x="95" y="59"/>
                  </a:lnTo>
                  <a:lnTo>
                    <a:pt x="96" y="59"/>
                  </a:lnTo>
                  <a:lnTo>
                    <a:pt x="104" y="56"/>
                  </a:lnTo>
                  <a:lnTo>
                    <a:pt x="106" y="56"/>
                  </a:lnTo>
                  <a:lnTo>
                    <a:pt x="107" y="59"/>
                  </a:lnTo>
                  <a:lnTo>
                    <a:pt x="108" y="58"/>
                  </a:lnTo>
                  <a:lnTo>
                    <a:pt x="110" y="59"/>
                  </a:lnTo>
                  <a:lnTo>
                    <a:pt x="110" y="54"/>
                  </a:lnTo>
                  <a:lnTo>
                    <a:pt x="115" y="46"/>
                  </a:lnTo>
                  <a:lnTo>
                    <a:pt x="116" y="42"/>
                  </a:lnTo>
                  <a:lnTo>
                    <a:pt x="115" y="39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07" y="35"/>
                  </a:lnTo>
                  <a:lnTo>
                    <a:pt x="101" y="42"/>
                  </a:lnTo>
                  <a:lnTo>
                    <a:pt x="98" y="43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90" y="34"/>
                  </a:lnTo>
                  <a:lnTo>
                    <a:pt x="91" y="30"/>
                  </a:lnTo>
                  <a:lnTo>
                    <a:pt x="96" y="24"/>
                  </a:lnTo>
                  <a:lnTo>
                    <a:pt x="106" y="23"/>
                  </a:lnTo>
                  <a:lnTo>
                    <a:pt x="112" y="15"/>
                  </a:lnTo>
                  <a:lnTo>
                    <a:pt x="120" y="12"/>
                  </a:lnTo>
                  <a:lnTo>
                    <a:pt x="126" y="6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44" y="9"/>
                  </a:lnTo>
                  <a:lnTo>
                    <a:pt x="144" y="18"/>
                  </a:lnTo>
                  <a:lnTo>
                    <a:pt x="148" y="24"/>
                  </a:lnTo>
                  <a:lnTo>
                    <a:pt x="151" y="26"/>
                  </a:lnTo>
                  <a:lnTo>
                    <a:pt x="156" y="26"/>
                  </a:lnTo>
                  <a:lnTo>
                    <a:pt x="159" y="26"/>
                  </a:lnTo>
                  <a:lnTo>
                    <a:pt x="161" y="32"/>
                  </a:lnTo>
                  <a:lnTo>
                    <a:pt x="159" y="38"/>
                  </a:lnTo>
                  <a:lnTo>
                    <a:pt x="164" y="52"/>
                  </a:lnTo>
                  <a:lnTo>
                    <a:pt x="166" y="53"/>
                  </a:lnTo>
                  <a:lnTo>
                    <a:pt x="169" y="51"/>
                  </a:lnTo>
                  <a:lnTo>
                    <a:pt x="173" y="45"/>
                  </a:lnTo>
                  <a:lnTo>
                    <a:pt x="179" y="34"/>
                  </a:lnTo>
                  <a:lnTo>
                    <a:pt x="183" y="31"/>
                  </a:lnTo>
                  <a:lnTo>
                    <a:pt x="187" y="29"/>
                  </a:lnTo>
                  <a:lnTo>
                    <a:pt x="186" y="24"/>
                  </a:lnTo>
                  <a:lnTo>
                    <a:pt x="190" y="17"/>
                  </a:lnTo>
                  <a:lnTo>
                    <a:pt x="186" y="12"/>
                  </a:lnTo>
                  <a:lnTo>
                    <a:pt x="186" y="7"/>
                  </a:lnTo>
                  <a:lnTo>
                    <a:pt x="194" y="4"/>
                  </a:lnTo>
                  <a:lnTo>
                    <a:pt x="199" y="4"/>
                  </a:lnTo>
                  <a:lnTo>
                    <a:pt x="199" y="4"/>
                  </a:lnTo>
                  <a:lnTo>
                    <a:pt x="198" y="4"/>
                  </a:lnTo>
                  <a:lnTo>
                    <a:pt x="205" y="11"/>
                  </a:lnTo>
                  <a:lnTo>
                    <a:pt x="210" y="20"/>
                  </a:lnTo>
                  <a:lnTo>
                    <a:pt x="213" y="23"/>
                  </a:lnTo>
                  <a:lnTo>
                    <a:pt x="218" y="23"/>
                  </a:lnTo>
                  <a:lnTo>
                    <a:pt x="220" y="26"/>
                  </a:lnTo>
                  <a:lnTo>
                    <a:pt x="224" y="34"/>
                  </a:lnTo>
                  <a:lnTo>
                    <a:pt x="231" y="37"/>
                  </a:lnTo>
                  <a:lnTo>
                    <a:pt x="236" y="38"/>
                  </a:lnTo>
                  <a:lnTo>
                    <a:pt x="247" y="38"/>
                  </a:lnTo>
                  <a:lnTo>
                    <a:pt x="262" y="29"/>
                  </a:lnTo>
                  <a:lnTo>
                    <a:pt x="262" y="29"/>
                  </a:lnTo>
                  <a:lnTo>
                    <a:pt x="263" y="32"/>
                  </a:lnTo>
                  <a:lnTo>
                    <a:pt x="267" y="33"/>
                  </a:lnTo>
                  <a:lnTo>
                    <a:pt x="270" y="32"/>
                  </a:lnTo>
                  <a:lnTo>
                    <a:pt x="273" y="37"/>
                  </a:lnTo>
                  <a:lnTo>
                    <a:pt x="274" y="36"/>
                  </a:lnTo>
                  <a:lnTo>
                    <a:pt x="278" y="37"/>
                  </a:lnTo>
                  <a:lnTo>
                    <a:pt x="282" y="36"/>
                  </a:lnTo>
                  <a:lnTo>
                    <a:pt x="284" y="42"/>
                  </a:lnTo>
                  <a:lnTo>
                    <a:pt x="291" y="45"/>
                  </a:lnTo>
                  <a:lnTo>
                    <a:pt x="295" y="45"/>
                  </a:lnTo>
                  <a:lnTo>
                    <a:pt x="297" y="45"/>
                  </a:lnTo>
                  <a:lnTo>
                    <a:pt x="316" y="51"/>
                  </a:lnTo>
                  <a:lnTo>
                    <a:pt x="319" y="51"/>
                  </a:lnTo>
                  <a:lnTo>
                    <a:pt x="322" y="53"/>
                  </a:lnTo>
                  <a:lnTo>
                    <a:pt x="322" y="55"/>
                  </a:lnTo>
                  <a:lnTo>
                    <a:pt x="321" y="59"/>
                  </a:lnTo>
                  <a:lnTo>
                    <a:pt x="322" y="62"/>
                  </a:lnTo>
                  <a:lnTo>
                    <a:pt x="322" y="68"/>
                  </a:lnTo>
                  <a:lnTo>
                    <a:pt x="324" y="70"/>
                  </a:lnTo>
                  <a:lnTo>
                    <a:pt x="324" y="74"/>
                  </a:lnTo>
                  <a:lnTo>
                    <a:pt x="322" y="78"/>
                  </a:lnTo>
                  <a:lnTo>
                    <a:pt x="319" y="83"/>
                  </a:lnTo>
                  <a:lnTo>
                    <a:pt x="322" y="83"/>
                  </a:lnTo>
                  <a:lnTo>
                    <a:pt x="325" y="80"/>
                  </a:lnTo>
                  <a:lnTo>
                    <a:pt x="326" y="79"/>
                  </a:lnTo>
                  <a:lnTo>
                    <a:pt x="327" y="80"/>
                  </a:lnTo>
                  <a:lnTo>
                    <a:pt x="329" y="79"/>
                  </a:lnTo>
                  <a:lnTo>
                    <a:pt x="328" y="77"/>
                  </a:lnTo>
                  <a:lnTo>
                    <a:pt x="329" y="76"/>
                  </a:lnTo>
                  <a:lnTo>
                    <a:pt x="332" y="78"/>
                  </a:lnTo>
                  <a:lnTo>
                    <a:pt x="336" y="78"/>
                  </a:lnTo>
                  <a:lnTo>
                    <a:pt x="340" y="72"/>
                  </a:lnTo>
                  <a:lnTo>
                    <a:pt x="347" y="65"/>
                  </a:lnTo>
                  <a:lnTo>
                    <a:pt x="353" y="58"/>
                  </a:lnTo>
                  <a:lnTo>
                    <a:pt x="355" y="55"/>
                  </a:lnTo>
                  <a:lnTo>
                    <a:pt x="356" y="51"/>
                  </a:lnTo>
                  <a:lnTo>
                    <a:pt x="356" y="40"/>
                  </a:lnTo>
                  <a:lnTo>
                    <a:pt x="357" y="40"/>
                  </a:lnTo>
                  <a:lnTo>
                    <a:pt x="357" y="39"/>
                  </a:lnTo>
                  <a:lnTo>
                    <a:pt x="356" y="36"/>
                  </a:lnTo>
                  <a:lnTo>
                    <a:pt x="360" y="35"/>
                  </a:lnTo>
                  <a:lnTo>
                    <a:pt x="366" y="37"/>
                  </a:lnTo>
                  <a:lnTo>
                    <a:pt x="370" y="35"/>
                  </a:lnTo>
                  <a:lnTo>
                    <a:pt x="371" y="34"/>
                  </a:lnTo>
                  <a:lnTo>
                    <a:pt x="373" y="35"/>
                  </a:lnTo>
                  <a:lnTo>
                    <a:pt x="375" y="37"/>
                  </a:lnTo>
                  <a:lnTo>
                    <a:pt x="379" y="44"/>
                  </a:lnTo>
                  <a:lnTo>
                    <a:pt x="381" y="50"/>
                  </a:lnTo>
                  <a:lnTo>
                    <a:pt x="380" y="53"/>
                  </a:lnTo>
                  <a:lnTo>
                    <a:pt x="385" y="53"/>
                  </a:lnTo>
                  <a:lnTo>
                    <a:pt x="386" y="50"/>
                  </a:lnTo>
                  <a:lnTo>
                    <a:pt x="390" y="48"/>
                  </a:lnTo>
                  <a:lnTo>
                    <a:pt x="390" y="60"/>
                  </a:lnTo>
                  <a:lnTo>
                    <a:pt x="391" y="59"/>
                  </a:lnTo>
                  <a:lnTo>
                    <a:pt x="392" y="59"/>
                  </a:lnTo>
                  <a:lnTo>
                    <a:pt x="396" y="65"/>
                  </a:lnTo>
                  <a:lnTo>
                    <a:pt x="404" y="68"/>
                  </a:lnTo>
                  <a:lnTo>
                    <a:pt x="405" y="72"/>
                  </a:lnTo>
                  <a:lnTo>
                    <a:pt x="407" y="74"/>
                  </a:lnTo>
                  <a:lnTo>
                    <a:pt x="408" y="79"/>
                  </a:lnTo>
                  <a:lnTo>
                    <a:pt x="412" y="84"/>
                  </a:lnTo>
                  <a:lnTo>
                    <a:pt x="412" y="90"/>
                  </a:lnTo>
                  <a:lnTo>
                    <a:pt x="413" y="92"/>
                  </a:lnTo>
                  <a:lnTo>
                    <a:pt x="417" y="93"/>
                  </a:lnTo>
                  <a:lnTo>
                    <a:pt x="424" y="95"/>
                  </a:lnTo>
                  <a:lnTo>
                    <a:pt x="430" y="95"/>
                  </a:lnTo>
                  <a:lnTo>
                    <a:pt x="439" y="95"/>
                  </a:lnTo>
                  <a:lnTo>
                    <a:pt x="445" y="92"/>
                  </a:lnTo>
                  <a:lnTo>
                    <a:pt x="444" y="105"/>
                  </a:lnTo>
                  <a:lnTo>
                    <a:pt x="441" y="119"/>
                  </a:lnTo>
                  <a:lnTo>
                    <a:pt x="447" y="117"/>
                  </a:lnTo>
                  <a:lnTo>
                    <a:pt x="448" y="119"/>
                  </a:lnTo>
                  <a:lnTo>
                    <a:pt x="452" y="121"/>
                  </a:lnTo>
                  <a:lnTo>
                    <a:pt x="454" y="122"/>
                  </a:lnTo>
                  <a:lnTo>
                    <a:pt x="453" y="127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7" name="Freeform 9">
              <a:extLst>
                <a:ext uri="{FF2B5EF4-FFF2-40B4-BE49-F238E27FC236}">
                  <a16:creationId xmlns:a16="http://schemas.microsoft.com/office/drawing/2014/main" id="{741836D6-B722-45AF-BE92-F1312CC40F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2176" y="2650627"/>
              <a:ext cx="1316181" cy="1343361"/>
            </a:xfrm>
            <a:custGeom>
              <a:avLst/>
              <a:gdLst>
                <a:gd name="T0" fmla="*/ 218 w 1259"/>
                <a:gd name="T1" fmla="*/ 619 h 1285"/>
                <a:gd name="T2" fmla="*/ 24 w 1259"/>
                <a:gd name="T3" fmla="*/ 334 h 1285"/>
                <a:gd name="T4" fmla="*/ 128 w 1259"/>
                <a:gd name="T5" fmla="*/ 286 h 1285"/>
                <a:gd name="T6" fmla="*/ 185 w 1259"/>
                <a:gd name="T7" fmla="*/ 238 h 1285"/>
                <a:gd name="T8" fmla="*/ 227 w 1259"/>
                <a:gd name="T9" fmla="*/ 200 h 1285"/>
                <a:gd name="T10" fmla="*/ 299 w 1259"/>
                <a:gd name="T11" fmla="*/ 182 h 1285"/>
                <a:gd name="T12" fmla="*/ 489 w 1259"/>
                <a:gd name="T13" fmla="*/ 160 h 1285"/>
                <a:gd name="T14" fmla="*/ 560 w 1259"/>
                <a:gd name="T15" fmla="*/ 133 h 1285"/>
                <a:gd name="T16" fmla="*/ 443 w 1259"/>
                <a:gd name="T17" fmla="*/ 216 h 1285"/>
                <a:gd name="T18" fmla="*/ 407 w 1259"/>
                <a:gd name="T19" fmla="*/ 296 h 1285"/>
                <a:gd name="T20" fmla="*/ 458 w 1259"/>
                <a:gd name="T21" fmla="*/ 305 h 1285"/>
                <a:gd name="T22" fmla="*/ 471 w 1259"/>
                <a:gd name="T23" fmla="*/ 335 h 1285"/>
                <a:gd name="T24" fmla="*/ 442 w 1259"/>
                <a:gd name="T25" fmla="*/ 372 h 1285"/>
                <a:gd name="T26" fmla="*/ 410 w 1259"/>
                <a:gd name="T27" fmla="*/ 397 h 1285"/>
                <a:gd name="T28" fmla="*/ 471 w 1259"/>
                <a:gd name="T29" fmla="*/ 422 h 1285"/>
                <a:gd name="T30" fmla="*/ 526 w 1259"/>
                <a:gd name="T31" fmla="*/ 337 h 1285"/>
                <a:gd name="T32" fmla="*/ 588 w 1259"/>
                <a:gd name="T33" fmla="*/ 335 h 1285"/>
                <a:gd name="T34" fmla="*/ 640 w 1259"/>
                <a:gd name="T35" fmla="*/ 317 h 1285"/>
                <a:gd name="T36" fmla="*/ 619 w 1259"/>
                <a:gd name="T37" fmla="*/ 258 h 1285"/>
                <a:gd name="T38" fmla="*/ 581 w 1259"/>
                <a:gd name="T39" fmla="*/ 228 h 1285"/>
                <a:gd name="T40" fmla="*/ 672 w 1259"/>
                <a:gd name="T41" fmla="*/ 194 h 1285"/>
                <a:gd name="T42" fmla="*/ 762 w 1259"/>
                <a:gd name="T43" fmla="*/ 204 h 1285"/>
                <a:gd name="T44" fmla="*/ 804 w 1259"/>
                <a:gd name="T45" fmla="*/ 340 h 1285"/>
                <a:gd name="T46" fmla="*/ 802 w 1259"/>
                <a:gd name="T47" fmla="*/ 405 h 1285"/>
                <a:gd name="T48" fmla="*/ 840 w 1259"/>
                <a:gd name="T49" fmla="*/ 504 h 1285"/>
                <a:gd name="T50" fmla="*/ 819 w 1259"/>
                <a:gd name="T51" fmla="*/ 587 h 1285"/>
                <a:gd name="T52" fmla="*/ 796 w 1259"/>
                <a:gd name="T53" fmla="*/ 672 h 1285"/>
                <a:gd name="T54" fmla="*/ 911 w 1259"/>
                <a:gd name="T55" fmla="*/ 759 h 1285"/>
                <a:gd name="T56" fmla="*/ 1014 w 1259"/>
                <a:gd name="T57" fmla="*/ 794 h 1285"/>
                <a:gd name="T58" fmla="*/ 1115 w 1259"/>
                <a:gd name="T59" fmla="*/ 795 h 1285"/>
                <a:gd name="T60" fmla="*/ 1221 w 1259"/>
                <a:gd name="T61" fmla="*/ 777 h 1285"/>
                <a:gd name="T62" fmla="*/ 1247 w 1259"/>
                <a:gd name="T63" fmla="*/ 815 h 1285"/>
                <a:gd name="T64" fmla="*/ 1216 w 1259"/>
                <a:gd name="T65" fmla="*/ 889 h 1285"/>
                <a:gd name="T66" fmla="*/ 1184 w 1259"/>
                <a:gd name="T67" fmla="*/ 987 h 1285"/>
                <a:gd name="T68" fmla="*/ 1098 w 1259"/>
                <a:gd name="T69" fmla="*/ 1053 h 1285"/>
                <a:gd name="T70" fmla="*/ 1010 w 1259"/>
                <a:gd name="T71" fmla="*/ 1046 h 1285"/>
                <a:gd name="T72" fmla="*/ 909 w 1259"/>
                <a:gd name="T73" fmla="*/ 1014 h 1285"/>
                <a:gd name="T74" fmla="*/ 847 w 1259"/>
                <a:gd name="T75" fmla="*/ 1082 h 1285"/>
                <a:gd name="T76" fmla="*/ 774 w 1259"/>
                <a:gd name="T77" fmla="*/ 1114 h 1285"/>
                <a:gd name="T78" fmla="*/ 670 w 1259"/>
                <a:gd name="T79" fmla="*/ 1184 h 1285"/>
                <a:gd name="T80" fmla="*/ 579 w 1259"/>
                <a:gd name="T81" fmla="*/ 1188 h 1285"/>
                <a:gd name="T82" fmla="*/ 509 w 1259"/>
                <a:gd name="T83" fmla="*/ 1229 h 1285"/>
                <a:gd name="T84" fmla="*/ 445 w 1259"/>
                <a:gd name="T85" fmla="*/ 1224 h 1285"/>
                <a:gd name="T86" fmla="*/ 338 w 1259"/>
                <a:gd name="T87" fmla="*/ 1239 h 1285"/>
                <a:gd name="T88" fmla="*/ 280 w 1259"/>
                <a:gd name="T89" fmla="*/ 1245 h 1285"/>
                <a:gd name="T90" fmla="*/ 270 w 1259"/>
                <a:gd name="T91" fmla="*/ 1155 h 1285"/>
                <a:gd name="T92" fmla="*/ 301 w 1259"/>
                <a:gd name="T93" fmla="*/ 1087 h 1285"/>
                <a:gd name="T94" fmla="*/ 347 w 1259"/>
                <a:gd name="T95" fmla="*/ 995 h 1285"/>
                <a:gd name="T96" fmla="*/ 395 w 1259"/>
                <a:gd name="T97" fmla="*/ 918 h 1285"/>
                <a:gd name="T98" fmla="*/ 370 w 1259"/>
                <a:gd name="T99" fmla="*/ 841 h 1285"/>
                <a:gd name="T100" fmla="*/ 339 w 1259"/>
                <a:gd name="T101" fmla="*/ 774 h 1285"/>
                <a:gd name="T102" fmla="*/ 362 w 1259"/>
                <a:gd name="T103" fmla="*/ 714 h 1285"/>
                <a:gd name="T104" fmla="*/ 368 w 1259"/>
                <a:gd name="T105" fmla="*/ 678 h 1285"/>
                <a:gd name="T106" fmla="*/ 387 w 1259"/>
                <a:gd name="T107" fmla="*/ 642 h 1285"/>
                <a:gd name="T108" fmla="*/ 278 w 1259"/>
                <a:gd name="T109" fmla="*/ 627 h 1285"/>
                <a:gd name="T110" fmla="*/ 270 w 1259"/>
                <a:gd name="T111" fmla="*/ 585 h 1285"/>
                <a:gd name="T112" fmla="*/ 294 w 1259"/>
                <a:gd name="T113" fmla="*/ 531 h 1285"/>
                <a:gd name="T114" fmla="*/ 157 w 1259"/>
                <a:gd name="T115" fmla="*/ 539 h 1285"/>
                <a:gd name="T116" fmla="*/ 170 w 1259"/>
                <a:gd name="T117" fmla="*/ 402 h 1285"/>
                <a:gd name="T118" fmla="*/ 54 w 1259"/>
                <a:gd name="T119" fmla="*/ 382 h 1285"/>
                <a:gd name="T120" fmla="*/ 294 w 1259"/>
                <a:gd name="T121" fmla="*/ 594 h 1285"/>
                <a:gd name="T122" fmla="*/ 659 w 1259"/>
                <a:gd name="T123" fmla="*/ 329 h 1285"/>
                <a:gd name="T124" fmla="*/ 368 w 1259"/>
                <a:gd name="T125" fmla="*/ 0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9" h="1285">
                  <a:moveTo>
                    <a:pt x="181" y="624"/>
                  </a:moveTo>
                  <a:lnTo>
                    <a:pt x="182" y="625"/>
                  </a:lnTo>
                  <a:lnTo>
                    <a:pt x="183" y="624"/>
                  </a:lnTo>
                  <a:lnTo>
                    <a:pt x="186" y="628"/>
                  </a:lnTo>
                  <a:lnTo>
                    <a:pt x="191" y="626"/>
                  </a:lnTo>
                  <a:lnTo>
                    <a:pt x="191" y="627"/>
                  </a:lnTo>
                  <a:lnTo>
                    <a:pt x="184" y="633"/>
                  </a:lnTo>
                  <a:lnTo>
                    <a:pt x="180" y="637"/>
                  </a:lnTo>
                  <a:lnTo>
                    <a:pt x="179" y="638"/>
                  </a:lnTo>
                  <a:lnTo>
                    <a:pt x="178" y="636"/>
                  </a:lnTo>
                  <a:lnTo>
                    <a:pt x="175" y="636"/>
                  </a:lnTo>
                  <a:lnTo>
                    <a:pt x="174" y="635"/>
                  </a:lnTo>
                  <a:lnTo>
                    <a:pt x="174" y="632"/>
                  </a:lnTo>
                  <a:lnTo>
                    <a:pt x="174" y="632"/>
                  </a:lnTo>
                  <a:lnTo>
                    <a:pt x="179" y="629"/>
                  </a:lnTo>
                  <a:lnTo>
                    <a:pt x="177" y="627"/>
                  </a:lnTo>
                  <a:lnTo>
                    <a:pt x="181" y="624"/>
                  </a:lnTo>
                  <a:lnTo>
                    <a:pt x="181" y="624"/>
                  </a:lnTo>
                  <a:lnTo>
                    <a:pt x="181" y="624"/>
                  </a:lnTo>
                  <a:close/>
                  <a:moveTo>
                    <a:pt x="216" y="606"/>
                  </a:moveTo>
                  <a:lnTo>
                    <a:pt x="216" y="614"/>
                  </a:lnTo>
                  <a:lnTo>
                    <a:pt x="218" y="619"/>
                  </a:lnTo>
                  <a:lnTo>
                    <a:pt x="211" y="621"/>
                  </a:lnTo>
                  <a:lnTo>
                    <a:pt x="207" y="625"/>
                  </a:lnTo>
                  <a:lnTo>
                    <a:pt x="207" y="627"/>
                  </a:lnTo>
                  <a:lnTo>
                    <a:pt x="204" y="627"/>
                  </a:lnTo>
                  <a:lnTo>
                    <a:pt x="202" y="622"/>
                  </a:lnTo>
                  <a:lnTo>
                    <a:pt x="203" y="621"/>
                  </a:lnTo>
                  <a:lnTo>
                    <a:pt x="199" y="616"/>
                  </a:lnTo>
                  <a:lnTo>
                    <a:pt x="200" y="609"/>
                  </a:lnTo>
                  <a:lnTo>
                    <a:pt x="209" y="605"/>
                  </a:lnTo>
                  <a:lnTo>
                    <a:pt x="211" y="607"/>
                  </a:lnTo>
                  <a:lnTo>
                    <a:pt x="215" y="605"/>
                  </a:lnTo>
                  <a:lnTo>
                    <a:pt x="216" y="606"/>
                  </a:lnTo>
                  <a:lnTo>
                    <a:pt x="216" y="606"/>
                  </a:lnTo>
                  <a:lnTo>
                    <a:pt x="216" y="606"/>
                  </a:lnTo>
                  <a:close/>
                  <a:moveTo>
                    <a:pt x="0" y="320"/>
                  </a:moveTo>
                  <a:lnTo>
                    <a:pt x="0" y="318"/>
                  </a:lnTo>
                  <a:lnTo>
                    <a:pt x="8" y="310"/>
                  </a:lnTo>
                  <a:lnTo>
                    <a:pt x="11" y="325"/>
                  </a:lnTo>
                  <a:lnTo>
                    <a:pt x="14" y="329"/>
                  </a:lnTo>
                  <a:lnTo>
                    <a:pt x="14" y="332"/>
                  </a:lnTo>
                  <a:lnTo>
                    <a:pt x="17" y="338"/>
                  </a:lnTo>
                  <a:lnTo>
                    <a:pt x="24" y="334"/>
                  </a:lnTo>
                  <a:lnTo>
                    <a:pt x="35" y="330"/>
                  </a:lnTo>
                  <a:lnTo>
                    <a:pt x="44" y="321"/>
                  </a:lnTo>
                  <a:lnTo>
                    <a:pt x="54" y="316"/>
                  </a:lnTo>
                  <a:lnTo>
                    <a:pt x="59" y="310"/>
                  </a:lnTo>
                  <a:lnTo>
                    <a:pt x="62" y="299"/>
                  </a:lnTo>
                  <a:lnTo>
                    <a:pt x="71" y="295"/>
                  </a:lnTo>
                  <a:lnTo>
                    <a:pt x="72" y="297"/>
                  </a:lnTo>
                  <a:lnTo>
                    <a:pt x="73" y="299"/>
                  </a:lnTo>
                  <a:lnTo>
                    <a:pt x="72" y="300"/>
                  </a:lnTo>
                  <a:lnTo>
                    <a:pt x="74" y="302"/>
                  </a:lnTo>
                  <a:lnTo>
                    <a:pt x="79" y="302"/>
                  </a:lnTo>
                  <a:lnTo>
                    <a:pt x="85" y="302"/>
                  </a:lnTo>
                  <a:lnTo>
                    <a:pt x="90" y="309"/>
                  </a:lnTo>
                  <a:lnTo>
                    <a:pt x="92" y="310"/>
                  </a:lnTo>
                  <a:lnTo>
                    <a:pt x="98" y="307"/>
                  </a:lnTo>
                  <a:lnTo>
                    <a:pt x="98" y="306"/>
                  </a:lnTo>
                  <a:lnTo>
                    <a:pt x="101" y="301"/>
                  </a:lnTo>
                  <a:lnTo>
                    <a:pt x="101" y="300"/>
                  </a:lnTo>
                  <a:lnTo>
                    <a:pt x="104" y="296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8" y="286"/>
                  </a:lnTo>
                  <a:lnTo>
                    <a:pt x="133" y="278"/>
                  </a:lnTo>
                  <a:lnTo>
                    <a:pt x="138" y="265"/>
                  </a:lnTo>
                  <a:lnTo>
                    <a:pt x="142" y="258"/>
                  </a:lnTo>
                  <a:lnTo>
                    <a:pt x="144" y="256"/>
                  </a:lnTo>
                  <a:lnTo>
                    <a:pt x="143" y="254"/>
                  </a:lnTo>
                  <a:lnTo>
                    <a:pt x="146" y="250"/>
                  </a:lnTo>
                  <a:lnTo>
                    <a:pt x="155" y="245"/>
                  </a:lnTo>
                  <a:lnTo>
                    <a:pt x="153" y="237"/>
                  </a:lnTo>
                  <a:lnTo>
                    <a:pt x="154" y="236"/>
                  </a:lnTo>
                  <a:lnTo>
                    <a:pt x="154" y="233"/>
                  </a:lnTo>
                  <a:lnTo>
                    <a:pt x="156" y="231"/>
                  </a:lnTo>
                  <a:lnTo>
                    <a:pt x="163" y="230"/>
                  </a:lnTo>
                  <a:lnTo>
                    <a:pt x="171" y="226"/>
                  </a:lnTo>
                  <a:lnTo>
                    <a:pt x="171" y="231"/>
                  </a:lnTo>
                  <a:lnTo>
                    <a:pt x="174" y="231"/>
                  </a:lnTo>
                  <a:lnTo>
                    <a:pt x="176" y="228"/>
                  </a:lnTo>
                  <a:lnTo>
                    <a:pt x="177" y="229"/>
                  </a:lnTo>
                  <a:lnTo>
                    <a:pt x="179" y="233"/>
                  </a:lnTo>
                  <a:lnTo>
                    <a:pt x="177" y="234"/>
                  </a:lnTo>
                  <a:lnTo>
                    <a:pt x="177" y="236"/>
                  </a:lnTo>
                  <a:lnTo>
                    <a:pt x="180" y="239"/>
                  </a:lnTo>
                  <a:lnTo>
                    <a:pt x="185" y="238"/>
                  </a:lnTo>
                  <a:lnTo>
                    <a:pt x="185" y="236"/>
                  </a:lnTo>
                  <a:lnTo>
                    <a:pt x="190" y="231"/>
                  </a:lnTo>
                  <a:lnTo>
                    <a:pt x="196" y="232"/>
                  </a:lnTo>
                  <a:lnTo>
                    <a:pt x="196" y="233"/>
                  </a:lnTo>
                  <a:lnTo>
                    <a:pt x="210" y="228"/>
                  </a:lnTo>
                  <a:lnTo>
                    <a:pt x="219" y="231"/>
                  </a:lnTo>
                  <a:lnTo>
                    <a:pt x="220" y="230"/>
                  </a:lnTo>
                  <a:lnTo>
                    <a:pt x="231" y="226"/>
                  </a:lnTo>
                  <a:lnTo>
                    <a:pt x="229" y="221"/>
                  </a:lnTo>
                  <a:lnTo>
                    <a:pt x="226" y="219"/>
                  </a:lnTo>
                  <a:lnTo>
                    <a:pt x="229" y="218"/>
                  </a:lnTo>
                  <a:lnTo>
                    <a:pt x="228" y="217"/>
                  </a:lnTo>
                  <a:lnTo>
                    <a:pt x="227" y="216"/>
                  </a:lnTo>
                  <a:lnTo>
                    <a:pt x="221" y="217"/>
                  </a:lnTo>
                  <a:lnTo>
                    <a:pt x="222" y="212"/>
                  </a:lnTo>
                  <a:lnTo>
                    <a:pt x="224" y="212"/>
                  </a:lnTo>
                  <a:lnTo>
                    <a:pt x="224" y="210"/>
                  </a:lnTo>
                  <a:lnTo>
                    <a:pt x="226" y="209"/>
                  </a:lnTo>
                  <a:lnTo>
                    <a:pt x="226" y="208"/>
                  </a:lnTo>
                  <a:lnTo>
                    <a:pt x="225" y="208"/>
                  </a:lnTo>
                  <a:lnTo>
                    <a:pt x="224" y="205"/>
                  </a:lnTo>
                  <a:lnTo>
                    <a:pt x="227" y="200"/>
                  </a:lnTo>
                  <a:lnTo>
                    <a:pt x="242" y="194"/>
                  </a:lnTo>
                  <a:lnTo>
                    <a:pt x="241" y="188"/>
                  </a:lnTo>
                  <a:lnTo>
                    <a:pt x="242" y="185"/>
                  </a:lnTo>
                  <a:lnTo>
                    <a:pt x="242" y="184"/>
                  </a:lnTo>
                  <a:lnTo>
                    <a:pt x="242" y="182"/>
                  </a:lnTo>
                  <a:lnTo>
                    <a:pt x="240" y="181"/>
                  </a:lnTo>
                  <a:lnTo>
                    <a:pt x="239" y="177"/>
                  </a:lnTo>
                  <a:lnTo>
                    <a:pt x="240" y="176"/>
                  </a:lnTo>
                  <a:lnTo>
                    <a:pt x="242" y="175"/>
                  </a:lnTo>
                  <a:lnTo>
                    <a:pt x="238" y="174"/>
                  </a:lnTo>
                  <a:lnTo>
                    <a:pt x="238" y="172"/>
                  </a:lnTo>
                  <a:lnTo>
                    <a:pt x="242" y="171"/>
                  </a:lnTo>
                  <a:lnTo>
                    <a:pt x="246" y="172"/>
                  </a:lnTo>
                  <a:lnTo>
                    <a:pt x="264" y="170"/>
                  </a:lnTo>
                  <a:lnTo>
                    <a:pt x="271" y="170"/>
                  </a:lnTo>
                  <a:lnTo>
                    <a:pt x="273" y="171"/>
                  </a:lnTo>
                  <a:lnTo>
                    <a:pt x="271" y="174"/>
                  </a:lnTo>
                  <a:lnTo>
                    <a:pt x="275" y="178"/>
                  </a:lnTo>
                  <a:lnTo>
                    <a:pt x="279" y="177"/>
                  </a:lnTo>
                  <a:lnTo>
                    <a:pt x="283" y="178"/>
                  </a:lnTo>
                  <a:lnTo>
                    <a:pt x="292" y="179"/>
                  </a:lnTo>
                  <a:lnTo>
                    <a:pt x="299" y="182"/>
                  </a:lnTo>
                  <a:lnTo>
                    <a:pt x="313" y="182"/>
                  </a:lnTo>
                  <a:lnTo>
                    <a:pt x="313" y="180"/>
                  </a:lnTo>
                  <a:lnTo>
                    <a:pt x="316" y="179"/>
                  </a:lnTo>
                  <a:lnTo>
                    <a:pt x="327" y="183"/>
                  </a:lnTo>
                  <a:lnTo>
                    <a:pt x="339" y="182"/>
                  </a:lnTo>
                  <a:lnTo>
                    <a:pt x="346" y="179"/>
                  </a:lnTo>
                  <a:lnTo>
                    <a:pt x="358" y="179"/>
                  </a:lnTo>
                  <a:lnTo>
                    <a:pt x="363" y="171"/>
                  </a:lnTo>
                  <a:lnTo>
                    <a:pt x="370" y="166"/>
                  </a:lnTo>
                  <a:lnTo>
                    <a:pt x="376" y="158"/>
                  </a:lnTo>
                  <a:lnTo>
                    <a:pt x="395" y="155"/>
                  </a:lnTo>
                  <a:lnTo>
                    <a:pt x="409" y="147"/>
                  </a:lnTo>
                  <a:lnTo>
                    <a:pt x="429" y="150"/>
                  </a:lnTo>
                  <a:lnTo>
                    <a:pt x="434" y="149"/>
                  </a:lnTo>
                  <a:lnTo>
                    <a:pt x="435" y="152"/>
                  </a:lnTo>
                  <a:lnTo>
                    <a:pt x="442" y="156"/>
                  </a:lnTo>
                  <a:lnTo>
                    <a:pt x="448" y="156"/>
                  </a:lnTo>
                  <a:lnTo>
                    <a:pt x="458" y="155"/>
                  </a:lnTo>
                  <a:lnTo>
                    <a:pt x="469" y="156"/>
                  </a:lnTo>
                  <a:lnTo>
                    <a:pt x="485" y="156"/>
                  </a:lnTo>
                  <a:lnTo>
                    <a:pt x="486" y="159"/>
                  </a:lnTo>
                  <a:lnTo>
                    <a:pt x="489" y="160"/>
                  </a:lnTo>
                  <a:lnTo>
                    <a:pt x="492" y="162"/>
                  </a:lnTo>
                  <a:lnTo>
                    <a:pt x="499" y="162"/>
                  </a:lnTo>
                  <a:lnTo>
                    <a:pt x="502" y="161"/>
                  </a:lnTo>
                  <a:lnTo>
                    <a:pt x="524" y="146"/>
                  </a:lnTo>
                  <a:lnTo>
                    <a:pt x="550" y="138"/>
                  </a:lnTo>
                  <a:lnTo>
                    <a:pt x="548" y="137"/>
                  </a:lnTo>
                  <a:lnTo>
                    <a:pt x="538" y="139"/>
                  </a:lnTo>
                  <a:lnTo>
                    <a:pt x="532" y="139"/>
                  </a:lnTo>
                  <a:lnTo>
                    <a:pt x="527" y="139"/>
                  </a:lnTo>
                  <a:lnTo>
                    <a:pt x="526" y="138"/>
                  </a:lnTo>
                  <a:lnTo>
                    <a:pt x="531" y="124"/>
                  </a:lnTo>
                  <a:lnTo>
                    <a:pt x="543" y="116"/>
                  </a:lnTo>
                  <a:lnTo>
                    <a:pt x="543" y="114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8" y="113"/>
                  </a:lnTo>
                  <a:lnTo>
                    <a:pt x="549" y="115"/>
                  </a:lnTo>
                  <a:lnTo>
                    <a:pt x="552" y="115"/>
                  </a:lnTo>
                  <a:lnTo>
                    <a:pt x="553" y="116"/>
                  </a:lnTo>
                  <a:lnTo>
                    <a:pt x="553" y="119"/>
                  </a:lnTo>
                  <a:lnTo>
                    <a:pt x="561" y="130"/>
                  </a:lnTo>
                  <a:lnTo>
                    <a:pt x="560" y="133"/>
                  </a:lnTo>
                  <a:lnTo>
                    <a:pt x="558" y="136"/>
                  </a:lnTo>
                  <a:lnTo>
                    <a:pt x="552" y="139"/>
                  </a:lnTo>
                  <a:lnTo>
                    <a:pt x="550" y="138"/>
                  </a:lnTo>
                  <a:lnTo>
                    <a:pt x="542" y="145"/>
                  </a:lnTo>
                  <a:lnTo>
                    <a:pt x="540" y="156"/>
                  </a:lnTo>
                  <a:lnTo>
                    <a:pt x="541" y="157"/>
                  </a:lnTo>
                  <a:lnTo>
                    <a:pt x="534" y="162"/>
                  </a:lnTo>
                  <a:lnTo>
                    <a:pt x="534" y="166"/>
                  </a:lnTo>
                  <a:lnTo>
                    <a:pt x="529" y="171"/>
                  </a:lnTo>
                  <a:lnTo>
                    <a:pt x="520" y="171"/>
                  </a:lnTo>
                  <a:lnTo>
                    <a:pt x="509" y="176"/>
                  </a:lnTo>
                  <a:lnTo>
                    <a:pt x="508" y="175"/>
                  </a:lnTo>
                  <a:lnTo>
                    <a:pt x="500" y="179"/>
                  </a:lnTo>
                  <a:lnTo>
                    <a:pt x="500" y="180"/>
                  </a:lnTo>
                  <a:lnTo>
                    <a:pt x="493" y="183"/>
                  </a:lnTo>
                  <a:lnTo>
                    <a:pt x="492" y="183"/>
                  </a:lnTo>
                  <a:lnTo>
                    <a:pt x="484" y="193"/>
                  </a:lnTo>
                  <a:lnTo>
                    <a:pt x="483" y="197"/>
                  </a:lnTo>
                  <a:lnTo>
                    <a:pt x="478" y="205"/>
                  </a:lnTo>
                  <a:lnTo>
                    <a:pt x="455" y="208"/>
                  </a:lnTo>
                  <a:lnTo>
                    <a:pt x="446" y="216"/>
                  </a:lnTo>
                  <a:lnTo>
                    <a:pt x="443" y="216"/>
                  </a:lnTo>
                  <a:lnTo>
                    <a:pt x="438" y="219"/>
                  </a:lnTo>
                  <a:lnTo>
                    <a:pt x="437" y="223"/>
                  </a:lnTo>
                  <a:lnTo>
                    <a:pt x="439" y="228"/>
                  </a:lnTo>
                  <a:lnTo>
                    <a:pt x="441" y="231"/>
                  </a:lnTo>
                  <a:lnTo>
                    <a:pt x="437" y="234"/>
                  </a:lnTo>
                  <a:lnTo>
                    <a:pt x="434" y="234"/>
                  </a:lnTo>
                  <a:lnTo>
                    <a:pt x="431" y="235"/>
                  </a:lnTo>
                  <a:lnTo>
                    <a:pt x="425" y="241"/>
                  </a:lnTo>
                  <a:lnTo>
                    <a:pt x="409" y="248"/>
                  </a:lnTo>
                  <a:lnTo>
                    <a:pt x="408" y="249"/>
                  </a:lnTo>
                  <a:lnTo>
                    <a:pt x="404" y="250"/>
                  </a:lnTo>
                  <a:lnTo>
                    <a:pt x="395" y="259"/>
                  </a:lnTo>
                  <a:lnTo>
                    <a:pt x="392" y="258"/>
                  </a:lnTo>
                  <a:lnTo>
                    <a:pt x="391" y="257"/>
                  </a:lnTo>
                  <a:lnTo>
                    <a:pt x="377" y="261"/>
                  </a:lnTo>
                  <a:lnTo>
                    <a:pt x="381" y="273"/>
                  </a:lnTo>
                  <a:lnTo>
                    <a:pt x="382" y="272"/>
                  </a:lnTo>
                  <a:lnTo>
                    <a:pt x="388" y="291"/>
                  </a:lnTo>
                  <a:lnTo>
                    <a:pt x="393" y="289"/>
                  </a:lnTo>
                  <a:lnTo>
                    <a:pt x="397" y="286"/>
                  </a:lnTo>
                  <a:lnTo>
                    <a:pt x="398" y="291"/>
                  </a:lnTo>
                  <a:lnTo>
                    <a:pt x="407" y="296"/>
                  </a:lnTo>
                  <a:lnTo>
                    <a:pt x="413" y="307"/>
                  </a:lnTo>
                  <a:lnTo>
                    <a:pt x="417" y="320"/>
                  </a:lnTo>
                  <a:lnTo>
                    <a:pt x="417" y="321"/>
                  </a:lnTo>
                  <a:lnTo>
                    <a:pt x="412" y="321"/>
                  </a:lnTo>
                  <a:lnTo>
                    <a:pt x="411" y="321"/>
                  </a:lnTo>
                  <a:lnTo>
                    <a:pt x="411" y="325"/>
                  </a:lnTo>
                  <a:lnTo>
                    <a:pt x="411" y="327"/>
                  </a:lnTo>
                  <a:lnTo>
                    <a:pt x="419" y="327"/>
                  </a:lnTo>
                  <a:lnTo>
                    <a:pt x="423" y="325"/>
                  </a:lnTo>
                  <a:lnTo>
                    <a:pt x="427" y="324"/>
                  </a:lnTo>
                  <a:lnTo>
                    <a:pt x="431" y="325"/>
                  </a:lnTo>
                  <a:lnTo>
                    <a:pt x="434" y="324"/>
                  </a:lnTo>
                  <a:lnTo>
                    <a:pt x="437" y="321"/>
                  </a:lnTo>
                  <a:lnTo>
                    <a:pt x="439" y="314"/>
                  </a:lnTo>
                  <a:lnTo>
                    <a:pt x="448" y="310"/>
                  </a:lnTo>
                  <a:lnTo>
                    <a:pt x="449" y="309"/>
                  </a:lnTo>
                  <a:lnTo>
                    <a:pt x="449" y="302"/>
                  </a:lnTo>
                  <a:lnTo>
                    <a:pt x="449" y="299"/>
                  </a:lnTo>
                  <a:lnTo>
                    <a:pt x="453" y="298"/>
                  </a:lnTo>
                  <a:lnTo>
                    <a:pt x="455" y="299"/>
                  </a:lnTo>
                  <a:lnTo>
                    <a:pt x="457" y="305"/>
                  </a:lnTo>
                  <a:lnTo>
                    <a:pt x="458" y="305"/>
                  </a:lnTo>
                  <a:lnTo>
                    <a:pt x="462" y="303"/>
                  </a:lnTo>
                  <a:lnTo>
                    <a:pt x="464" y="299"/>
                  </a:lnTo>
                  <a:lnTo>
                    <a:pt x="463" y="293"/>
                  </a:lnTo>
                  <a:lnTo>
                    <a:pt x="469" y="294"/>
                  </a:lnTo>
                  <a:lnTo>
                    <a:pt x="484" y="292"/>
                  </a:lnTo>
                  <a:lnTo>
                    <a:pt x="485" y="295"/>
                  </a:lnTo>
                  <a:lnTo>
                    <a:pt x="482" y="297"/>
                  </a:lnTo>
                  <a:lnTo>
                    <a:pt x="482" y="299"/>
                  </a:lnTo>
                  <a:lnTo>
                    <a:pt x="484" y="307"/>
                  </a:lnTo>
                  <a:lnTo>
                    <a:pt x="486" y="310"/>
                  </a:lnTo>
                  <a:lnTo>
                    <a:pt x="490" y="312"/>
                  </a:lnTo>
                  <a:lnTo>
                    <a:pt x="493" y="311"/>
                  </a:lnTo>
                  <a:lnTo>
                    <a:pt x="501" y="316"/>
                  </a:lnTo>
                  <a:lnTo>
                    <a:pt x="498" y="319"/>
                  </a:lnTo>
                  <a:lnTo>
                    <a:pt x="496" y="321"/>
                  </a:lnTo>
                  <a:lnTo>
                    <a:pt x="498" y="324"/>
                  </a:lnTo>
                  <a:lnTo>
                    <a:pt x="491" y="328"/>
                  </a:lnTo>
                  <a:lnTo>
                    <a:pt x="487" y="333"/>
                  </a:lnTo>
                  <a:lnTo>
                    <a:pt x="484" y="335"/>
                  </a:lnTo>
                  <a:lnTo>
                    <a:pt x="477" y="337"/>
                  </a:lnTo>
                  <a:lnTo>
                    <a:pt x="474" y="335"/>
                  </a:lnTo>
                  <a:lnTo>
                    <a:pt x="471" y="335"/>
                  </a:lnTo>
                  <a:lnTo>
                    <a:pt x="470" y="333"/>
                  </a:lnTo>
                  <a:lnTo>
                    <a:pt x="464" y="332"/>
                  </a:lnTo>
                  <a:lnTo>
                    <a:pt x="456" y="338"/>
                  </a:lnTo>
                  <a:lnTo>
                    <a:pt x="456" y="344"/>
                  </a:lnTo>
                  <a:lnTo>
                    <a:pt x="455" y="346"/>
                  </a:lnTo>
                  <a:lnTo>
                    <a:pt x="450" y="346"/>
                  </a:lnTo>
                  <a:lnTo>
                    <a:pt x="444" y="350"/>
                  </a:lnTo>
                  <a:lnTo>
                    <a:pt x="445" y="353"/>
                  </a:lnTo>
                  <a:lnTo>
                    <a:pt x="441" y="356"/>
                  </a:lnTo>
                  <a:lnTo>
                    <a:pt x="443" y="357"/>
                  </a:lnTo>
                  <a:lnTo>
                    <a:pt x="446" y="361"/>
                  </a:lnTo>
                  <a:lnTo>
                    <a:pt x="447" y="360"/>
                  </a:lnTo>
                  <a:lnTo>
                    <a:pt x="448" y="363"/>
                  </a:lnTo>
                  <a:lnTo>
                    <a:pt x="452" y="361"/>
                  </a:lnTo>
                  <a:lnTo>
                    <a:pt x="452" y="364"/>
                  </a:lnTo>
                  <a:lnTo>
                    <a:pt x="450" y="365"/>
                  </a:lnTo>
                  <a:lnTo>
                    <a:pt x="455" y="368"/>
                  </a:lnTo>
                  <a:lnTo>
                    <a:pt x="455" y="370"/>
                  </a:lnTo>
                  <a:lnTo>
                    <a:pt x="454" y="370"/>
                  </a:lnTo>
                  <a:lnTo>
                    <a:pt x="452" y="370"/>
                  </a:lnTo>
                  <a:lnTo>
                    <a:pt x="447" y="369"/>
                  </a:lnTo>
                  <a:lnTo>
                    <a:pt x="442" y="372"/>
                  </a:lnTo>
                  <a:lnTo>
                    <a:pt x="440" y="373"/>
                  </a:lnTo>
                  <a:lnTo>
                    <a:pt x="439" y="372"/>
                  </a:lnTo>
                  <a:lnTo>
                    <a:pt x="436" y="372"/>
                  </a:lnTo>
                  <a:lnTo>
                    <a:pt x="428" y="376"/>
                  </a:lnTo>
                  <a:lnTo>
                    <a:pt x="421" y="372"/>
                  </a:lnTo>
                  <a:lnTo>
                    <a:pt x="417" y="374"/>
                  </a:lnTo>
                  <a:lnTo>
                    <a:pt x="416" y="370"/>
                  </a:lnTo>
                  <a:lnTo>
                    <a:pt x="414" y="367"/>
                  </a:lnTo>
                  <a:lnTo>
                    <a:pt x="410" y="370"/>
                  </a:lnTo>
                  <a:lnTo>
                    <a:pt x="409" y="370"/>
                  </a:lnTo>
                  <a:lnTo>
                    <a:pt x="408" y="369"/>
                  </a:lnTo>
                  <a:lnTo>
                    <a:pt x="404" y="370"/>
                  </a:lnTo>
                  <a:lnTo>
                    <a:pt x="403" y="372"/>
                  </a:lnTo>
                  <a:lnTo>
                    <a:pt x="402" y="371"/>
                  </a:lnTo>
                  <a:lnTo>
                    <a:pt x="401" y="372"/>
                  </a:lnTo>
                  <a:lnTo>
                    <a:pt x="402" y="376"/>
                  </a:lnTo>
                  <a:lnTo>
                    <a:pt x="400" y="378"/>
                  </a:lnTo>
                  <a:lnTo>
                    <a:pt x="403" y="382"/>
                  </a:lnTo>
                  <a:lnTo>
                    <a:pt x="404" y="382"/>
                  </a:lnTo>
                  <a:lnTo>
                    <a:pt x="406" y="387"/>
                  </a:lnTo>
                  <a:lnTo>
                    <a:pt x="408" y="389"/>
                  </a:lnTo>
                  <a:lnTo>
                    <a:pt x="410" y="397"/>
                  </a:lnTo>
                  <a:lnTo>
                    <a:pt x="410" y="401"/>
                  </a:lnTo>
                  <a:lnTo>
                    <a:pt x="411" y="402"/>
                  </a:lnTo>
                  <a:lnTo>
                    <a:pt x="412" y="401"/>
                  </a:lnTo>
                  <a:lnTo>
                    <a:pt x="416" y="403"/>
                  </a:lnTo>
                  <a:lnTo>
                    <a:pt x="417" y="406"/>
                  </a:lnTo>
                  <a:lnTo>
                    <a:pt x="433" y="403"/>
                  </a:lnTo>
                  <a:lnTo>
                    <a:pt x="441" y="398"/>
                  </a:lnTo>
                  <a:lnTo>
                    <a:pt x="441" y="399"/>
                  </a:lnTo>
                  <a:lnTo>
                    <a:pt x="442" y="398"/>
                  </a:lnTo>
                  <a:lnTo>
                    <a:pt x="443" y="400"/>
                  </a:lnTo>
                  <a:lnTo>
                    <a:pt x="450" y="397"/>
                  </a:lnTo>
                  <a:lnTo>
                    <a:pt x="453" y="403"/>
                  </a:lnTo>
                  <a:lnTo>
                    <a:pt x="450" y="411"/>
                  </a:lnTo>
                  <a:lnTo>
                    <a:pt x="452" y="413"/>
                  </a:lnTo>
                  <a:lnTo>
                    <a:pt x="452" y="419"/>
                  </a:lnTo>
                  <a:lnTo>
                    <a:pt x="454" y="422"/>
                  </a:lnTo>
                  <a:lnTo>
                    <a:pt x="457" y="424"/>
                  </a:lnTo>
                  <a:lnTo>
                    <a:pt x="458" y="427"/>
                  </a:lnTo>
                  <a:lnTo>
                    <a:pt x="467" y="425"/>
                  </a:lnTo>
                  <a:lnTo>
                    <a:pt x="468" y="426"/>
                  </a:lnTo>
                  <a:lnTo>
                    <a:pt x="469" y="426"/>
                  </a:lnTo>
                  <a:lnTo>
                    <a:pt x="471" y="422"/>
                  </a:lnTo>
                  <a:lnTo>
                    <a:pt x="478" y="421"/>
                  </a:lnTo>
                  <a:lnTo>
                    <a:pt x="481" y="415"/>
                  </a:lnTo>
                  <a:lnTo>
                    <a:pt x="484" y="414"/>
                  </a:lnTo>
                  <a:lnTo>
                    <a:pt x="484" y="413"/>
                  </a:lnTo>
                  <a:lnTo>
                    <a:pt x="483" y="411"/>
                  </a:lnTo>
                  <a:lnTo>
                    <a:pt x="477" y="403"/>
                  </a:lnTo>
                  <a:lnTo>
                    <a:pt x="475" y="398"/>
                  </a:lnTo>
                  <a:lnTo>
                    <a:pt x="473" y="392"/>
                  </a:lnTo>
                  <a:lnTo>
                    <a:pt x="473" y="387"/>
                  </a:lnTo>
                  <a:lnTo>
                    <a:pt x="496" y="378"/>
                  </a:lnTo>
                  <a:lnTo>
                    <a:pt x="503" y="372"/>
                  </a:lnTo>
                  <a:lnTo>
                    <a:pt x="507" y="370"/>
                  </a:lnTo>
                  <a:lnTo>
                    <a:pt x="512" y="367"/>
                  </a:lnTo>
                  <a:lnTo>
                    <a:pt x="515" y="362"/>
                  </a:lnTo>
                  <a:lnTo>
                    <a:pt x="515" y="358"/>
                  </a:lnTo>
                  <a:lnTo>
                    <a:pt x="516" y="354"/>
                  </a:lnTo>
                  <a:lnTo>
                    <a:pt x="519" y="349"/>
                  </a:lnTo>
                  <a:lnTo>
                    <a:pt x="522" y="348"/>
                  </a:lnTo>
                  <a:lnTo>
                    <a:pt x="522" y="343"/>
                  </a:lnTo>
                  <a:lnTo>
                    <a:pt x="523" y="342"/>
                  </a:lnTo>
                  <a:lnTo>
                    <a:pt x="526" y="341"/>
                  </a:lnTo>
                  <a:lnTo>
                    <a:pt x="526" y="337"/>
                  </a:lnTo>
                  <a:lnTo>
                    <a:pt x="523" y="335"/>
                  </a:lnTo>
                  <a:lnTo>
                    <a:pt x="520" y="329"/>
                  </a:lnTo>
                  <a:lnTo>
                    <a:pt x="519" y="329"/>
                  </a:lnTo>
                  <a:lnTo>
                    <a:pt x="522" y="326"/>
                  </a:lnTo>
                  <a:lnTo>
                    <a:pt x="531" y="322"/>
                  </a:lnTo>
                  <a:lnTo>
                    <a:pt x="531" y="324"/>
                  </a:lnTo>
                  <a:lnTo>
                    <a:pt x="536" y="324"/>
                  </a:lnTo>
                  <a:lnTo>
                    <a:pt x="538" y="327"/>
                  </a:lnTo>
                  <a:lnTo>
                    <a:pt x="539" y="326"/>
                  </a:lnTo>
                  <a:lnTo>
                    <a:pt x="550" y="318"/>
                  </a:lnTo>
                  <a:lnTo>
                    <a:pt x="553" y="318"/>
                  </a:lnTo>
                  <a:lnTo>
                    <a:pt x="556" y="324"/>
                  </a:lnTo>
                  <a:lnTo>
                    <a:pt x="559" y="324"/>
                  </a:lnTo>
                  <a:lnTo>
                    <a:pt x="563" y="323"/>
                  </a:lnTo>
                  <a:lnTo>
                    <a:pt x="567" y="326"/>
                  </a:lnTo>
                  <a:lnTo>
                    <a:pt x="569" y="332"/>
                  </a:lnTo>
                  <a:lnTo>
                    <a:pt x="571" y="341"/>
                  </a:lnTo>
                  <a:lnTo>
                    <a:pt x="572" y="338"/>
                  </a:lnTo>
                  <a:lnTo>
                    <a:pt x="575" y="337"/>
                  </a:lnTo>
                  <a:lnTo>
                    <a:pt x="578" y="336"/>
                  </a:lnTo>
                  <a:lnTo>
                    <a:pt x="580" y="337"/>
                  </a:lnTo>
                  <a:lnTo>
                    <a:pt x="588" y="335"/>
                  </a:lnTo>
                  <a:lnTo>
                    <a:pt x="594" y="334"/>
                  </a:lnTo>
                  <a:lnTo>
                    <a:pt x="595" y="331"/>
                  </a:lnTo>
                  <a:lnTo>
                    <a:pt x="601" y="336"/>
                  </a:lnTo>
                  <a:lnTo>
                    <a:pt x="605" y="335"/>
                  </a:lnTo>
                  <a:lnTo>
                    <a:pt x="607" y="334"/>
                  </a:lnTo>
                  <a:lnTo>
                    <a:pt x="608" y="335"/>
                  </a:lnTo>
                  <a:lnTo>
                    <a:pt x="610" y="334"/>
                  </a:lnTo>
                  <a:lnTo>
                    <a:pt x="610" y="336"/>
                  </a:lnTo>
                  <a:lnTo>
                    <a:pt x="614" y="335"/>
                  </a:lnTo>
                  <a:lnTo>
                    <a:pt x="615" y="337"/>
                  </a:lnTo>
                  <a:lnTo>
                    <a:pt x="617" y="340"/>
                  </a:lnTo>
                  <a:lnTo>
                    <a:pt x="619" y="340"/>
                  </a:lnTo>
                  <a:lnTo>
                    <a:pt x="623" y="338"/>
                  </a:lnTo>
                  <a:lnTo>
                    <a:pt x="624" y="336"/>
                  </a:lnTo>
                  <a:lnTo>
                    <a:pt x="623" y="332"/>
                  </a:lnTo>
                  <a:lnTo>
                    <a:pt x="622" y="331"/>
                  </a:lnTo>
                  <a:lnTo>
                    <a:pt x="624" y="326"/>
                  </a:lnTo>
                  <a:lnTo>
                    <a:pt x="623" y="325"/>
                  </a:lnTo>
                  <a:lnTo>
                    <a:pt x="629" y="317"/>
                  </a:lnTo>
                  <a:lnTo>
                    <a:pt x="630" y="318"/>
                  </a:lnTo>
                  <a:lnTo>
                    <a:pt x="634" y="316"/>
                  </a:lnTo>
                  <a:lnTo>
                    <a:pt x="640" y="317"/>
                  </a:lnTo>
                  <a:lnTo>
                    <a:pt x="640" y="309"/>
                  </a:lnTo>
                  <a:lnTo>
                    <a:pt x="643" y="306"/>
                  </a:lnTo>
                  <a:lnTo>
                    <a:pt x="643" y="300"/>
                  </a:lnTo>
                  <a:lnTo>
                    <a:pt x="640" y="298"/>
                  </a:lnTo>
                  <a:lnTo>
                    <a:pt x="639" y="299"/>
                  </a:lnTo>
                  <a:lnTo>
                    <a:pt x="639" y="295"/>
                  </a:lnTo>
                  <a:lnTo>
                    <a:pt x="640" y="294"/>
                  </a:lnTo>
                  <a:lnTo>
                    <a:pt x="641" y="292"/>
                  </a:lnTo>
                  <a:lnTo>
                    <a:pt x="638" y="288"/>
                  </a:lnTo>
                  <a:lnTo>
                    <a:pt x="639" y="286"/>
                  </a:lnTo>
                  <a:lnTo>
                    <a:pt x="638" y="287"/>
                  </a:lnTo>
                  <a:lnTo>
                    <a:pt x="636" y="285"/>
                  </a:lnTo>
                  <a:lnTo>
                    <a:pt x="635" y="285"/>
                  </a:lnTo>
                  <a:lnTo>
                    <a:pt x="634" y="283"/>
                  </a:lnTo>
                  <a:lnTo>
                    <a:pt x="632" y="283"/>
                  </a:lnTo>
                  <a:lnTo>
                    <a:pt x="631" y="279"/>
                  </a:lnTo>
                  <a:lnTo>
                    <a:pt x="628" y="280"/>
                  </a:lnTo>
                  <a:lnTo>
                    <a:pt x="621" y="279"/>
                  </a:lnTo>
                  <a:lnTo>
                    <a:pt x="623" y="273"/>
                  </a:lnTo>
                  <a:lnTo>
                    <a:pt x="619" y="263"/>
                  </a:lnTo>
                  <a:lnTo>
                    <a:pt x="621" y="258"/>
                  </a:lnTo>
                  <a:lnTo>
                    <a:pt x="619" y="258"/>
                  </a:lnTo>
                  <a:lnTo>
                    <a:pt x="615" y="256"/>
                  </a:lnTo>
                  <a:lnTo>
                    <a:pt x="613" y="254"/>
                  </a:lnTo>
                  <a:lnTo>
                    <a:pt x="616" y="252"/>
                  </a:lnTo>
                  <a:lnTo>
                    <a:pt x="614" y="247"/>
                  </a:lnTo>
                  <a:lnTo>
                    <a:pt x="610" y="250"/>
                  </a:lnTo>
                  <a:lnTo>
                    <a:pt x="609" y="247"/>
                  </a:lnTo>
                  <a:lnTo>
                    <a:pt x="607" y="250"/>
                  </a:lnTo>
                  <a:lnTo>
                    <a:pt x="605" y="247"/>
                  </a:lnTo>
                  <a:lnTo>
                    <a:pt x="603" y="250"/>
                  </a:lnTo>
                  <a:lnTo>
                    <a:pt x="602" y="246"/>
                  </a:lnTo>
                  <a:lnTo>
                    <a:pt x="597" y="247"/>
                  </a:lnTo>
                  <a:lnTo>
                    <a:pt x="597" y="245"/>
                  </a:lnTo>
                  <a:lnTo>
                    <a:pt x="595" y="243"/>
                  </a:lnTo>
                  <a:lnTo>
                    <a:pt x="597" y="242"/>
                  </a:lnTo>
                  <a:lnTo>
                    <a:pt x="594" y="241"/>
                  </a:lnTo>
                  <a:lnTo>
                    <a:pt x="593" y="238"/>
                  </a:lnTo>
                  <a:lnTo>
                    <a:pt x="589" y="236"/>
                  </a:lnTo>
                  <a:lnTo>
                    <a:pt x="589" y="235"/>
                  </a:lnTo>
                  <a:lnTo>
                    <a:pt x="587" y="235"/>
                  </a:lnTo>
                  <a:lnTo>
                    <a:pt x="586" y="232"/>
                  </a:lnTo>
                  <a:lnTo>
                    <a:pt x="584" y="232"/>
                  </a:lnTo>
                  <a:lnTo>
                    <a:pt x="581" y="228"/>
                  </a:lnTo>
                  <a:lnTo>
                    <a:pt x="579" y="228"/>
                  </a:lnTo>
                  <a:lnTo>
                    <a:pt x="580" y="217"/>
                  </a:lnTo>
                  <a:lnTo>
                    <a:pt x="578" y="204"/>
                  </a:lnTo>
                  <a:lnTo>
                    <a:pt x="572" y="200"/>
                  </a:lnTo>
                  <a:lnTo>
                    <a:pt x="567" y="193"/>
                  </a:lnTo>
                  <a:lnTo>
                    <a:pt x="569" y="191"/>
                  </a:lnTo>
                  <a:lnTo>
                    <a:pt x="596" y="186"/>
                  </a:lnTo>
                  <a:lnTo>
                    <a:pt x="616" y="186"/>
                  </a:lnTo>
                  <a:lnTo>
                    <a:pt x="624" y="184"/>
                  </a:lnTo>
                  <a:lnTo>
                    <a:pt x="632" y="179"/>
                  </a:lnTo>
                  <a:lnTo>
                    <a:pt x="637" y="177"/>
                  </a:lnTo>
                  <a:lnTo>
                    <a:pt x="638" y="179"/>
                  </a:lnTo>
                  <a:lnTo>
                    <a:pt x="644" y="176"/>
                  </a:lnTo>
                  <a:lnTo>
                    <a:pt x="649" y="171"/>
                  </a:lnTo>
                  <a:lnTo>
                    <a:pt x="653" y="176"/>
                  </a:lnTo>
                  <a:lnTo>
                    <a:pt x="662" y="180"/>
                  </a:lnTo>
                  <a:lnTo>
                    <a:pt x="665" y="185"/>
                  </a:lnTo>
                  <a:lnTo>
                    <a:pt x="668" y="187"/>
                  </a:lnTo>
                  <a:lnTo>
                    <a:pt x="668" y="190"/>
                  </a:lnTo>
                  <a:lnTo>
                    <a:pt x="670" y="190"/>
                  </a:lnTo>
                  <a:lnTo>
                    <a:pt x="670" y="192"/>
                  </a:lnTo>
                  <a:lnTo>
                    <a:pt x="672" y="194"/>
                  </a:lnTo>
                  <a:lnTo>
                    <a:pt x="673" y="191"/>
                  </a:lnTo>
                  <a:lnTo>
                    <a:pt x="681" y="200"/>
                  </a:lnTo>
                  <a:lnTo>
                    <a:pt x="681" y="204"/>
                  </a:lnTo>
                  <a:lnTo>
                    <a:pt x="687" y="212"/>
                  </a:lnTo>
                  <a:lnTo>
                    <a:pt x="692" y="211"/>
                  </a:lnTo>
                  <a:lnTo>
                    <a:pt x="696" y="214"/>
                  </a:lnTo>
                  <a:lnTo>
                    <a:pt x="703" y="212"/>
                  </a:lnTo>
                  <a:lnTo>
                    <a:pt x="706" y="212"/>
                  </a:lnTo>
                  <a:lnTo>
                    <a:pt x="708" y="212"/>
                  </a:lnTo>
                  <a:lnTo>
                    <a:pt x="713" y="203"/>
                  </a:lnTo>
                  <a:lnTo>
                    <a:pt x="720" y="202"/>
                  </a:lnTo>
                  <a:lnTo>
                    <a:pt x="722" y="209"/>
                  </a:lnTo>
                  <a:lnTo>
                    <a:pt x="728" y="214"/>
                  </a:lnTo>
                  <a:lnTo>
                    <a:pt x="729" y="216"/>
                  </a:lnTo>
                  <a:lnTo>
                    <a:pt x="736" y="209"/>
                  </a:lnTo>
                  <a:lnTo>
                    <a:pt x="741" y="202"/>
                  </a:lnTo>
                  <a:lnTo>
                    <a:pt x="742" y="201"/>
                  </a:lnTo>
                  <a:lnTo>
                    <a:pt x="744" y="201"/>
                  </a:lnTo>
                  <a:lnTo>
                    <a:pt x="746" y="207"/>
                  </a:lnTo>
                  <a:lnTo>
                    <a:pt x="752" y="209"/>
                  </a:lnTo>
                  <a:lnTo>
                    <a:pt x="755" y="209"/>
                  </a:lnTo>
                  <a:lnTo>
                    <a:pt x="762" y="204"/>
                  </a:lnTo>
                  <a:lnTo>
                    <a:pt x="762" y="204"/>
                  </a:lnTo>
                  <a:lnTo>
                    <a:pt x="763" y="215"/>
                  </a:lnTo>
                  <a:lnTo>
                    <a:pt x="763" y="219"/>
                  </a:lnTo>
                  <a:lnTo>
                    <a:pt x="761" y="221"/>
                  </a:lnTo>
                  <a:lnTo>
                    <a:pt x="763" y="222"/>
                  </a:lnTo>
                  <a:lnTo>
                    <a:pt x="766" y="236"/>
                  </a:lnTo>
                  <a:lnTo>
                    <a:pt x="766" y="236"/>
                  </a:lnTo>
                  <a:lnTo>
                    <a:pt x="771" y="244"/>
                  </a:lnTo>
                  <a:lnTo>
                    <a:pt x="770" y="246"/>
                  </a:lnTo>
                  <a:lnTo>
                    <a:pt x="774" y="256"/>
                  </a:lnTo>
                  <a:lnTo>
                    <a:pt x="778" y="261"/>
                  </a:lnTo>
                  <a:lnTo>
                    <a:pt x="779" y="268"/>
                  </a:lnTo>
                  <a:lnTo>
                    <a:pt x="785" y="280"/>
                  </a:lnTo>
                  <a:lnTo>
                    <a:pt x="788" y="283"/>
                  </a:lnTo>
                  <a:lnTo>
                    <a:pt x="788" y="283"/>
                  </a:lnTo>
                  <a:lnTo>
                    <a:pt x="792" y="295"/>
                  </a:lnTo>
                  <a:lnTo>
                    <a:pt x="794" y="296"/>
                  </a:lnTo>
                  <a:lnTo>
                    <a:pt x="796" y="299"/>
                  </a:lnTo>
                  <a:lnTo>
                    <a:pt x="801" y="313"/>
                  </a:lnTo>
                  <a:lnTo>
                    <a:pt x="800" y="324"/>
                  </a:lnTo>
                  <a:lnTo>
                    <a:pt x="801" y="335"/>
                  </a:lnTo>
                  <a:lnTo>
                    <a:pt x="804" y="340"/>
                  </a:lnTo>
                  <a:lnTo>
                    <a:pt x="812" y="350"/>
                  </a:lnTo>
                  <a:lnTo>
                    <a:pt x="811" y="351"/>
                  </a:lnTo>
                  <a:lnTo>
                    <a:pt x="812" y="353"/>
                  </a:lnTo>
                  <a:lnTo>
                    <a:pt x="810" y="357"/>
                  </a:lnTo>
                  <a:lnTo>
                    <a:pt x="811" y="359"/>
                  </a:lnTo>
                  <a:lnTo>
                    <a:pt x="809" y="360"/>
                  </a:lnTo>
                  <a:lnTo>
                    <a:pt x="809" y="363"/>
                  </a:lnTo>
                  <a:lnTo>
                    <a:pt x="796" y="372"/>
                  </a:lnTo>
                  <a:lnTo>
                    <a:pt x="794" y="375"/>
                  </a:lnTo>
                  <a:lnTo>
                    <a:pt x="794" y="377"/>
                  </a:lnTo>
                  <a:lnTo>
                    <a:pt x="796" y="378"/>
                  </a:lnTo>
                  <a:lnTo>
                    <a:pt x="795" y="383"/>
                  </a:lnTo>
                  <a:lnTo>
                    <a:pt x="799" y="385"/>
                  </a:lnTo>
                  <a:lnTo>
                    <a:pt x="798" y="392"/>
                  </a:lnTo>
                  <a:lnTo>
                    <a:pt x="798" y="393"/>
                  </a:lnTo>
                  <a:lnTo>
                    <a:pt x="800" y="393"/>
                  </a:lnTo>
                  <a:lnTo>
                    <a:pt x="800" y="394"/>
                  </a:lnTo>
                  <a:lnTo>
                    <a:pt x="800" y="398"/>
                  </a:lnTo>
                  <a:lnTo>
                    <a:pt x="798" y="399"/>
                  </a:lnTo>
                  <a:lnTo>
                    <a:pt x="803" y="401"/>
                  </a:lnTo>
                  <a:lnTo>
                    <a:pt x="804" y="403"/>
                  </a:lnTo>
                  <a:lnTo>
                    <a:pt x="802" y="405"/>
                  </a:lnTo>
                  <a:lnTo>
                    <a:pt x="804" y="406"/>
                  </a:lnTo>
                  <a:lnTo>
                    <a:pt x="805" y="410"/>
                  </a:lnTo>
                  <a:lnTo>
                    <a:pt x="802" y="426"/>
                  </a:lnTo>
                  <a:lnTo>
                    <a:pt x="801" y="427"/>
                  </a:lnTo>
                  <a:lnTo>
                    <a:pt x="801" y="431"/>
                  </a:lnTo>
                  <a:lnTo>
                    <a:pt x="797" y="438"/>
                  </a:lnTo>
                  <a:lnTo>
                    <a:pt x="798" y="439"/>
                  </a:lnTo>
                  <a:lnTo>
                    <a:pt x="799" y="441"/>
                  </a:lnTo>
                  <a:lnTo>
                    <a:pt x="793" y="449"/>
                  </a:lnTo>
                  <a:lnTo>
                    <a:pt x="795" y="457"/>
                  </a:lnTo>
                  <a:lnTo>
                    <a:pt x="799" y="464"/>
                  </a:lnTo>
                  <a:lnTo>
                    <a:pt x="805" y="465"/>
                  </a:lnTo>
                  <a:lnTo>
                    <a:pt x="807" y="469"/>
                  </a:lnTo>
                  <a:lnTo>
                    <a:pt x="806" y="472"/>
                  </a:lnTo>
                  <a:lnTo>
                    <a:pt x="814" y="479"/>
                  </a:lnTo>
                  <a:lnTo>
                    <a:pt x="815" y="485"/>
                  </a:lnTo>
                  <a:lnTo>
                    <a:pt x="820" y="490"/>
                  </a:lnTo>
                  <a:lnTo>
                    <a:pt x="817" y="496"/>
                  </a:lnTo>
                  <a:lnTo>
                    <a:pt x="820" y="504"/>
                  </a:lnTo>
                  <a:lnTo>
                    <a:pt x="836" y="499"/>
                  </a:lnTo>
                  <a:lnTo>
                    <a:pt x="839" y="499"/>
                  </a:lnTo>
                  <a:lnTo>
                    <a:pt x="840" y="504"/>
                  </a:lnTo>
                  <a:lnTo>
                    <a:pt x="845" y="507"/>
                  </a:lnTo>
                  <a:lnTo>
                    <a:pt x="851" y="505"/>
                  </a:lnTo>
                  <a:lnTo>
                    <a:pt x="857" y="505"/>
                  </a:lnTo>
                  <a:lnTo>
                    <a:pt x="859" y="504"/>
                  </a:lnTo>
                  <a:lnTo>
                    <a:pt x="863" y="507"/>
                  </a:lnTo>
                  <a:lnTo>
                    <a:pt x="861" y="515"/>
                  </a:lnTo>
                  <a:lnTo>
                    <a:pt x="858" y="519"/>
                  </a:lnTo>
                  <a:lnTo>
                    <a:pt x="861" y="534"/>
                  </a:lnTo>
                  <a:lnTo>
                    <a:pt x="860" y="535"/>
                  </a:lnTo>
                  <a:lnTo>
                    <a:pt x="858" y="535"/>
                  </a:lnTo>
                  <a:lnTo>
                    <a:pt x="855" y="538"/>
                  </a:lnTo>
                  <a:lnTo>
                    <a:pt x="856" y="548"/>
                  </a:lnTo>
                  <a:lnTo>
                    <a:pt x="852" y="553"/>
                  </a:lnTo>
                  <a:lnTo>
                    <a:pt x="850" y="553"/>
                  </a:lnTo>
                  <a:lnTo>
                    <a:pt x="845" y="557"/>
                  </a:lnTo>
                  <a:lnTo>
                    <a:pt x="845" y="568"/>
                  </a:lnTo>
                  <a:lnTo>
                    <a:pt x="843" y="572"/>
                  </a:lnTo>
                  <a:lnTo>
                    <a:pt x="837" y="574"/>
                  </a:lnTo>
                  <a:lnTo>
                    <a:pt x="837" y="577"/>
                  </a:lnTo>
                  <a:lnTo>
                    <a:pt x="831" y="588"/>
                  </a:lnTo>
                  <a:lnTo>
                    <a:pt x="823" y="589"/>
                  </a:lnTo>
                  <a:lnTo>
                    <a:pt x="819" y="587"/>
                  </a:lnTo>
                  <a:lnTo>
                    <a:pt x="812" y="589"/>
                  </a:lnTo>
                  <a:lnTo>
                    <a:pt x="807" y="593"/>
                  </a:lnTo>
                  <a:lnTo>
                    <a:pt x="801" y="595"/>
                  </a:lnTo>
                  <a:lnTo>
                    <a:pt x="798" y="598"/>
                  </a:lnTo>
                  <a:lnTo>
                    <a:pt x="794" y="608"/>
                  </a:lnTo>
                  <a:lnTo>
                    <a:pt x="793" y="610"/>
                  </a:lnTo>
                  <a:lnTo>
                    <a:pt x="801" y="615"/>
                  </a:lnTo>
                  <a:lnTo>
                    <a:pt x="804" y="616"/>
                  </a:lnTo>
                  <a:lnTo>
                    <a:pt x="806" y="622"/>
                  </a:lnTo>
                  <a:lnTo>
                    <a:pt x="804" y="626"/>
                  </a:lnTo>
                  <a:lnTo>
                    <a:pt x="804" y="628"/>
                  </a:lnTo>
                  <a:lnTo>
                    <a:pt x="803" y="629"/>
                  </a:lnTo>
                  <a:lnTo>
                    <a:pt x="795" y="643"/>
                  </a:lnTo>
                  <a:lnTo>
                    <a:pt x="789" y="643"/>
                  </a:lnTo>
                  <a:lnTo>
                    <a:pt x="787" y="644"/>
                  </a:lnTo>
                  <a:lnTo>
                    <a:pt x="785" y="648"/>
                  </a:lnTo>
                  <a:lnTo>
                    <a:pt x="787" y="654"/>
                  </a:lnTo>
                  <a:lnTo>
                    <a:pt x="786" y="660"/>
                  </a:lnTo>
                  <a:lnTo>
                    <a:pt x="791" y="662"/>
                  </a:lnTo>
                  <a:lnTo>
                    <a:pt x="793" y="666"/>
                  </a:lnTo>
                  <a:lnTo>
                    <a:pt x="796" y="669"/>
                  </a:lnTo>
                  <a:lnTo>
                    <a:pt x="796" y="672"/>
                  </a:lnTo>
                  <a:lnTo>
                    <a:pt x="794" y="673"/>
                  </a:lnTo>
                  <a:lnTo>
                    <a:pt x="794" y="684"/>
                  </a:lnTo>
                  <a:lnTo>
                    <a:pt x="796" y="687"/>
                  </a:lnTo>
                  <a:lnTo>
                    <a:pt x="796" y="691"/>
                  </a:lnTo>
                  <a:lnTo>
                    <a:pt x="803" y="700"/>
                  </a:lnTo>
                  <a:lnTo>
                    <a:pt x="820" y="708"/>
                  </a:lnTo>
                  <a:lnTo>
                    <a:pt x="838" y="720"/>
                  </a:lnTo>
                  <a:lnTo>
                    <a:pt x="856" y="736"/>
                  </a:lnTo>
                  <a:lnTo>
                    <a:pt x="860" y="743"/>
                  </a:lnTo>
                  <a:lnTo>
                    <a:pt x="863" y="753"/>
                  </a:lnTo>
                  <a:lnTo>
                    <a:pt x="868" y="755"/>
                  </a:lnTo>
                  <a:lnTo>
                    <a:pt x="869" y="758"/>
                  </a:lnTo>
                  <a:lnTo>
                    <a:pt x="872" y="758"/>
                  </a:lnTo>
                  <a:lnTo>
                    <a:pt x="873" y="759"/>
                  </a:lnTo>
                  <a:lnTo>
                    <a:pt x="875" y="764"/>
                  </a:lnTo>
                  <a:lnTo>
                    <a:pt x="878" y="768"/>
                  </a:lnTo>
                  <a:lnTo>
                    <a:pt x="884" y="769"/>
                  </a:lnTo>
                  <a:lnTo>
                    <a:pt x="887" y="771"/>
                  </a:lnTo>
                  <a:lnTo>
                    <a:pt x="895" y="768"/>
                  </a:lnTo>
                  <a:lnTo>
                    <a:pt x="897" y="763"/>
                  </a:lnTo>
                  <a:lnTo>
                    <a:pt x="902" y="763"/>
                  </a:lnTo>
                  <a:lnTo>
                    <a:pt x="911" y="759"/>
                  </a:lnTo>
                  <a:lnTo>
                    <a:pt x="912" y="758"/>
                  </a:lnTo>
                  <a:lnTo>
                    <a:pt x="916" y="755"/>
                  </a:lnTo>
                  <a:lnTo>
                    <a:pt x="926" y="755"/>
                  </a:lnTo>
                  <a:lnTo>
                    <a:pt x="932" y="757"/>
                  </a:lnTo>
                  <a:lnTo>
                    <a:pt x="937" y="758"/>
                  </a:lnTo>
                  <a:lnTo>
                    <a:pt x="937" y="757"/>
                  </a:lnTo>
                  <a:lnTo>
                    <a:pt x="937" y="757"/>
                  </a:lnTo>
                  <a:lnTo>
                    <a:pt x="941" y="756"/>
                  </a:lnTo>
                  <a:lnTo>
                    <a:pt x="946" y="758"/>
                  </a:lnTo>
                  <a:lnTo>
                    <a:pt x="951" y="758"/>
                  </a:lnTo>
                  <a:lnTo>
                    <a:pt x="954" y="755"/>
                  </a:lnTo>
                  <a:lnTo>
                    <a:pt x="956" y="758"/>
                  </a:lnTo>
                  <a:lnTo>
                    <a:pt x="959" y="759"/>
                  </a:lnTo>
                  <a:lnTo>
                    <a:pt x="970" y="758"/>
                  </a:lnTo>
                  <a:lnTo>
                    <a:pt x="975" y="766"/>
                  </a:lnTo>
                  <a:lnTo>
                    <a:pt x="979" y="769"/>
                  </a:lnTo>
                  <a:lnTo>
                    <a:pt x="980" y="773"/>
                  </a:lnTo>
                  <a:lnTo>
                    <a:pt x="983" y="774"/>
                  </a:lnTo>
                  <a:lnTo>
                    <a:pt x="987" y="774"/>
                  </a:lnTo>
                  <a:lnTo>
                    <a:pt x="993" y="777"/>
                  </a:lnTo>
                  <a:lnTo>
                    <a:pt x="995" y="777"/>
                  </a:lnTo>
                  <a:lnTo>
                    <a:pt x="1014" y="794"/>
                  </a:lnTo>
                  <a:lnTo>
                    <a:pt x="1017" y="794"/>
                  </a:lnTo>
                  <a:lnTo>
                    <a:pt x="1019" y="791"/>
                  </a:lnTo>
                  <a:lnTo>
                    <a:pt x="1025" y="790"/>
                  </a:lnTo>
                  <a:lnTo>
                    <a:pt x="1032" y="784"/>
                  </a:lnTo>
                  <a:lnTo>
                    <a:pt x="1035" y="784"/>
                  </a:lnTo>
                  <a:lnTo>
                    <a:pt x="1049" y="777"/>
                  </a:lnTo>
                  <a:lnTo>
                    <a:pt x="1052" y="779"/>
                  </a:lnTo>
                  <a:lnTo>
                    <a:pt x="1054" y="779"/>
                  </a:lnTo>
                  <a:lnTo>
                    <a:pt x="1065" y="778"/>
                  </a:lnTo>
                  <a:lnTo>
                    <a:pt x="1068" y="782"/>
                  </a:lnTo>
                  <a:lnTo>
                    <a:pt x="1073" y="787"/>
                  </a:lnTo>
                  <a:lnTo>
                    <a:pt x="1074" y="788"/>
                  </a:lnTo>
                  <a:lnTo>
                    <a:pt x="1082" y="787"/>
                  </a:lnTo>
                  <a:lnTo>
                    <a:pt x="1084" y="786"/>
                  </a:lnTo>
                  <a:lnTo>
                    <a:pt x="1088" y="777"/>
                  </a:lnTo>
                  <a:lnTo>
                    <a:pt x="1092" y="779"/>
                  </a:lnTo>
                  <a:lnTo>
                    <a:pt x="1095" y="780"/>
                  </a:lnTo>
                  <a:lnTo>
                    <a:pt x="1098" y="782"/>
                  </a:lnTo>
                  <a:lnTo>
                    <a:pt x="1104" y="784"/>
                  </a:lnTo>
                  <a:lnTo>
                    <a:pt x="1111" y="793"/>
                  </a:lnTo>
                  <a:lnTo>
                    <a:pt x="1112" y="796"/>
                  </a:lnTo>
                  <a:lnTo>
                    <a:pt x="1115" y="795"/>
                  </a:lnTo>
                  <a:lnTo>
                    <a:pt x="1123" y="797"/>
                  </a:lnTo>
                  <a:lnTo>
                    <a:pt x="1130" y="791"/>
                  </a:lnTo>
                  <a:lnTo>
                    <a:pt x="1134" y="790"/>
                  </a:lnTo>
                  <a:lnTo>
                    <a:pt x="1135" y="787"/>
                  </a:lnTo>
                  <a:lnTo>
                    <a:pt x="1136" y="788"/>
                  </a:lnTo>
                  <a:lnTo>
                    <a:pt x="1139" y="787"/>
                  </a:lnTo>
                  <a:lnTo>
                    <a:pt x="1145" y="779"/>
                  </a:lnTo>
                  <a:lnTo>
                    <a:pt x="1164" y="765"/>
                  </a:lnTo>
                  <a:lnTo>
                    <a:pt x="1177" y="763"/>
                  </a:lnTo>
                  <a:lnTo>
                    <a:pt x="1183" y="763"/>
                  </a:lnTo>
                  <a:lnTo>
                    <a:pt x="1186" y="759"/>
                  </a:lnTo>
                  <a:lnTo>
                    <a:pt x="1190" y="757"/>
                  </a:lnTo>
                  <a:lnTo>
                    <a:pt x="1190" y="757"/>
                  </a:lnTo>
                  <a:lnTo>
                    <a:pt x="1192" y="756"/>
                  </a:lnTo>
                  <a:lnTo>
                    <a:pt x="1197" y="759"/>
                  </a:lnTo>
                  <a:lnTo>
                    <a:pt x="1201" y="766"/>
                  </a:lnTo>
                  <a:lnTo>
                    <a:pt x="1205" y="768"/>
                  </a:lnTo>
                  <a:lnTo>
                    <a:pt x="1207" y="768"/>
                  </a:lnTo>
                  <a:lnTo>
                    <a:pt x="1211" y="775"/>
                  </a:lnTo>
                  <a:lnTo>
                    <a:pt x="1211" y="775"/>
                  </a:lnTo>
                  <a:lnTo>
                    <a:pt x="1213" y="782"/>
                  </a:lnTo>
                  <a:lnTo>
                    <a:pt x="1221" y="777"/>
                  </a:lnTo>
                  <a:lnTo>
                    <a:pt x="1226" y="771"/>
                  </a:lnTo>
                  <a:lnTo>
                    <a:pt x="1228" y="771"/>
                  </a:lnTo>
                  <a:lnTo>
                    <a:pt x="1230" y="773"/>
                  </a:lnTo>
                  <a:lnTo>
                    <a:pt x="1230" y="776"/>
                  </a:lnTo>
                  <a:lnTo>
                    <a:pt x="1232" y="777"/>
                  </a:lnTo>
                  <a:lnTo>
                    <a:pt x="1238" y="774"/>
                  </a:lnTo>
                  <a:lnTo>
                    <a:pt x="1245" y="774"/>
                  </a:lnTo>
                  <a:lnTo>
                    <a:pt x="1247" y="776"/>
                  </a:lnTo>
                  <a:lnTo>
                    <a:pt x="1250" y="777"/>
                  </a:lnTo>
                  <a:lnTo>
                    <a:pt x="1253" y="776"/>
                  </a:lnTo>
                  <a:lnTo>
                    <a:pt x="1251" y="781"/>
                  </a:lnTo>
                  <a:lnTo>
                    <a:pt x="1253" y="782"/>
                  </a:lnTo>
                  <a:lnTo>
                    <a:pt x="1253" y="784"/>
                  </a:lnTo>
                  <a:lnTo>
                    <a:pt x="1253" y="784"/>
                  </a:lnTo>
                  <a:lnTo>
                    <a:pt x="1252" y="790"/>
                  </a:lnTo>
                  <a:lnTo>
                    <a:pt x="1249" y="796"/>
                  </a:lnTo>
                  <a:lnTo>
                    <a:pt x="1248" y="795"/>
                  </a:lnTo>
                  <a:lnTo>
                    <a:pt x="1245" y="796"/>
                  </a:lnTo>
                  <a:lnTo>
                    <a:pt x="1249" y="802"/>
                  </a:lnTo>
                  <a:lnTo>
                    <a:pt x="1247" y="808"/>
                  </a:lnTo>
                  <a:lnTo>
                    <a:pt x="1248" y="811"/>
                  </a:lnTo>
                  <a:lnTo>
                    <a:pt x="1247" y="815"/>
                  </a:lnTo>
                  <a:lnTo>
                    <a:pt x="1254" y="823"/>
                  </a:lnTo>
                  <a:lnTo>
                    <a:pt x="1252" y="828"/>
                  </a:lnTo>
                  <a:lnTo>
                    <a:pt x="1253" y="841"/>
                  </a:lnTo>
                  <a:lnTo>
                    <a:pt x="1258" y="845"/>
                  </a:lnTo>
                  <a:lnTo>
                    <a:pt x="1256" y="852"/>
                  </a:lnTo>
                  <a:lnTo>
                    <a:pt x="1259" y="858"/>
                  </a:lnTo>
                  <a:lnTo>
                    <a:pt x="1256" y="870"/>
                  </a:lnTo>
                  <a:lnTo>
                    <a:pt x="1254" y="870"/>
                  </a:lnTo>
                  <a:lnTo>
                    <a:pt x="1252" y="872"/>
                  </a:lnTo>
                  <a:lnTo>
                    <a:pt x="1250" y="872"/>
                  </a:lnTo>
                  <a:lnTo>
                    <a:pt x="1246" y="874"/>
                  </a:lnTo>
                  <a:lnTo>
                    <a:pt x="1241" y="872"/>
                  </a:lnTo>
                  <a:lnTo>
                    <a:pt x="1237" y="873"/>
                  </a:lnTo>
                  <a:lnTo>
                    <a:pt x="1225" y="867"/>
                  </a:lnTo>
                  <a:lnTo>
                    <a:pt x="1214" y="865"/>
                  </a:lnTo>
                  <a:lnTo>
                    <a:pt x="1214" y="865"/>
                  </a:lnTo>
                  <a:lnTo>
                    <a:pt x="1214" y="871"/>
                  </a:lnTo>
                  <a:lnTo>
                    <a:pt x="1214" y="871"/>
                  </a:lnTo>
                  <a:lnTo>
                    <a:pt x="1213" y="876"/>
                  </a:lnTo>
                  <a:lnTo>
                    <a:pt x="1214" y="879"/>
                  </a:lnTo>
                  <a:lnTo>
                    <a:pt x="1213" y="886"/>
                  </a:lnTo>
                  <a:lnTo>
                    <a:pt x="1216" y="889"/>
                  </a:lnTo>
                  <a:lnTo>
                    <a:pt x="1217" y="893"/>
                  </a:lnTo>
                  <a:lnTo>
                    <a:pt x="1221" y="896"/>
                  </a:lnTo>
                  <a:lnTo>
                    <a:pt x="1223" y="911"/>
                  </a:lnTo>
                  <a:lnTo>
                    <a:pt x="1223" y="911"/>
                  </a:lnTo>
                  <a:lnTo>
                    <a:pt x="1214" y="909"/>
                  </a:lnTo>
                  <a:lnTo>
                    <a:pt x="1210" y="920"/>
                  </a:lnTo>
                  <a:lnTo>
                    <a:pt x="1210" y="919"/>
                  </a:lnTo>
                  <a:lnTo>
                    <a:pt x="1207" y="921"/>
                  </a:lnTo>
                  <a:lnTo>
                    <a:pt x="1199" y="932"/>
                  </a:lnTo>
                  <a:lnTo>
                    <a:pt x="1193" y="933"/>
                  </a:lnTo>
                  <a:lnTo>
                    <a:pt x="1191" y="942"/>
                  </a:lnTo>
                  <a:lnTo>
                    <a:pt x="1190" y="948"/>
                  </a:lnTo>
                  <a:lnTo>
                    <a:pt x="1192" y="949"/>
                  </a:lnTo>
                  <a:lnTo>
                    <a:pt x="1192" y="954"/>
                  </a:lnTo>
                  <a:lnTo>
                    <a:pt x="1191" y="957"/>
                  </a:lnTo>
                  <a:lnTo>
                    <a:pt x="1191" y="960"/>
                  </a:lnTo>
                  <a:lnTo>
                    <a:pt x="1185" y="969"/>
                  </a:lnTo>
                  <a:lnTo>
                    <a:pt x="1184" y="973"/>
                  </a:lnTo>
                  <a:lnTo>
                    <a:pt x="1186" y="978"/>
                  </a:lnTo>
                  <a:lnTo>
                    <a:pt x="1186" y="979"/>
                  </a:lnTo>
                  <a:lnTo>
                    <a:pt x="1184" y="985"/>
                  </a:lnTo>
                  <a:lnTo>
                    <a:pt x="1184" y="987"/>
                  </a:lnTo>
                  <a:lnTo>
                    <a:pt x="1189" y="989"/>
                  </a:lnTo>
                  <a:lnTo>
                    <a:pt x="1183" y="997"/>
                  </a:lnTo>
                  <a:lnTo>
                    <a:pt x="1178" y="1001"/>
                  </a:lnTo>
                  <a:lnTo>
                    <a:pt x="1176" y="1008"/>
                  </a:lnTo>
                  <a:lnTo>
                    <a:pt x="1173" y="1011"/>
                  </a:lnTo>
                  <a:lnTo>
                    <a:pt x="1163" y="1017"/>
                  </a:lnTo>
                  <a:lnTo>
                    <a:pt x="1156" y="1017"/>
                  </a:lnTo>
                  <a:lnTo>
                    <a:pt x="1155" y="1019"/>
                  </a:lnTo>
                  <a:lnTo>
                    <a:pt x="1150" y="1018"/>
                  </a:lnTo>
                  <a:lnTo>
                    <a:pt x="1148" y="1019"/>
                  </a:lnTo>
                  <a:lnTo>
                    <a:pt x="1146" y="1025"/>
                  </a:lnTo>
                  <a:lnTo>
                    <a:pt x="1139" y="1033"/>
                  </a:lnTo>
                  <a:lnTo>
                    <a:pt x="1137" y="1035"/>
                  </a:lnTo>
                  <a:lnTo>
                    <a:pt x="1131" y="1035"/>
                  </a:lnTo>
                  <a:lnTo>
                    <a:pt x="1126" y="1037"/>
                  </a:lnTo>
                  <a:lnTo>
                    <a:pt x="1123" y="1043"/>
                  </a:lnTo>
                  <a:lnTo>
                    <a:pt x="1119" y="1045"/>
                  </a:lnTo>
                  <a:lnTo>
                    <a:pt x="1113" y="1046"/>
                  </a:lnTo>
                  <a:lnTo>
                    <a:pt x="1112" y="1047"/>
                  </a:lnTo>
                  <a:lnTo>
                    <a:pt x="1109" y="1047"/>
                  </a:lnTo>
                  <a:lnTo>
                    <a:pt x="1103" y="1052"/>
                  </a:lnTo>
                  <a:lnTo>
                    <a:pt x="1098" y="1053"/>
                  </a:lnTo>
                  <a:lnTo>
                    <a:pt x="1090" y="1056"/>
                  </a:lnTo>
                  <a:lnTo>
                    <a:pt x="1087" y="1055"/>
                  </a:lnTo>
                  <a:lnTo>
                    <a:pt x="1084" y="1056"/>
                  </a:lnTo>
                  <a:lnTo>
                    <a:pt x="1082" y="1055"/>
                  </a:lnTo>
                  <a:lnTo>
                    <a:pt x="1079" y="1056"/>
                  </a:lnTo>
                  <a:lnTo>
                    <a:pt x="1077" y="1055"/>
                  </a:lnTo>
                  <a:lnTo>
                    <a:pt x="1063" y="1058"/>
                  </a:lnTo>
                  <a:lnTo>
                    <a:pt x="1061" y="1060"/>
                  </a:lnTo>
                  <a:lnTo>
                    <a:pt x="1058" y="1059"/>
                  </a:lnTo>
                  <a:lnTo>
                    <a:pt x="1049" y="1060"/>
                  </a:lnTo>
                  <a:lnTo>
                    <a:pt x="1044" y="1063"/>
                  </a:lnTo>
                  <a:lnTo>
                    <a:pt x="1041" y="1063"/>
                  </a:lnTo>
                  <a:lnTo>
                    <a:pt x="1041" y="1061"/>
                  </a:lnTo>
                  <a:lnTo>
                    <a:pt x="1036" y="1058"/>
                  </a:lnTo>
                  <a:lnTo>
                    <a:pt x="1036" y="1055"/>
                  </a:lnTo>
                  <a:lnTo>
                    <a:pt x="1038" y="1051"/>
                  </a:lnTo>
                  <a:lnTo>
                    <a:pt x="1037" y="1051"/>
                  </a:lnTo>
                  <a:lnTo>
                    <a:pt x="1028" y="1051"/>
                  </a:lnTo>
                  <a:lnTo>
                    <a:pt x="1026" y="1052"/>
                  </a:lnTo>
                  <a:lnTo>
                    <a:pt x="1024" y="1051"/>
                  </a:lnTo>
                  <a:lnTo>
                    <a:pt x="1016" y="1049"/>
                  </a:lnTo>
                  <a:lnTo>
                    <a:pt x="1010" y="1046"/>
                  </a:lnTo>
                  <a:lnTo>
                    <a:pt x="1000" y="1044"/>
                  </a:lnTo>
                  <a:lnTo>
                    <a:pt x="997" y="1042"/>
                  </a:lnTo>
                  <a:lnTo>
                    <a:pt x="997" y="1040"/>
                  </a:lnTo>
                  <a:lnTo>
                    <a:pt x="995" y="1039"/>
                  </a:lnTo>
                  <a:lnTo>
                    <a:pt x="990" y="1033"/>
                  </a:lnTo>
                  <a:lnTo>
                    <a:pt x="983" y="1031"/>
                  </a:lnTo>
                  <a:lnTo>
                    <a:pt x="980" y="1031"/>
                  </a:lnTo>
                  <a:lnTo>
                    <a:pt x="976" y="1030"/>
                  </a:lnTo>
                  <a:lnTo>
                    <a:pt x="973" y="1028"/>
                  </a:lnTo>
                  <a:lnTo>
                    <a:pt x="970" y="1028"/>
                  </a:lnTo>
                  <a:lnTo>
                    <a:pt x="965" y="1027"/>
                  </a:lnTo>
                  <a:lnTo>
                    <a:pt x="959" y="1022"/>
                  </a:lnTo>
                  <a:lnTo>
                    <a:pt x="954" y="1025"/>
                  </a:lnTo>
                  <a:lnTo>
                    <a:pt x="948" y="1026"/>
                  </a:lnTo>
                  <a:lnTo>
                    <a:pt x="948" y="1028"/>
                  </a:lnTo>
                  <a:lnTo>
                    <a:pt x="942" y="1022"/>
                  </a:lnTo>
                  <a:lnTo>
                    <a:pt x="934" y="1021"/>
                  </a:lnTo>
                  <a:lnTo>
                    <a:pt x="928" y="1018"/>
                  </a:lnTo>
                  <a:lnTo>
                    <a:pt x="924" y="1015"/>
                  </a:lnTo>
                  <a:lnTo>
                    <a:pt x="918" y="1015"/>
                  </a:lnTo>
                  <a:lnTo>
                    <a:pt x="911" y="1014"/>
                  </a:lnTo>
                  <a:lnTo>
                    <a:pt x="909" y="1014"/>
                  </a:lnTo>
                  <a:lnTo>
                    <a:pt x="900" y="1020"/>
                  </a:lnTo>
                  <a:lnTo>
                    <a:pt x="897" y="1019"/>
                  </a:lnTo>
                  <a:lnTo>
                    <a:pt x="887" y="1033"/>
                  </a:lnTo>
                  <a:lnTo>
                    <a:pt x="884" y="1031"/>
                  </a:lnTo>
                  <a:lnTo>
                    <a:pt x="879" y="1033"/>
                  </a:lnTo>
                  <a:lnTo>
                    <a:pt x="876" y="1035"/>
                  </a:lnTo>
                  <a:lnTo>
                    <a:pt x="874" y="1038"/>
                  </a:lnTo>
                  <a:lnTo>
                    <a:pt x="869" y="1041"/>
                  </a:lnTo>
                  <a:lnTo>
                    <a:pt x="869" y="1044"/>
                  </a:lnTo>
                  <a:lnTo>
                    <a:pt x="872" y="1048"/>
                  </a:lnTo>
                  <a:lnTo>
                    <a:pt x="873" y="1049"/>
                  </a:lnTo>
                  <a:lnTo>
                    <a:pt x="873" y="1052"/>
                  </a:lnTo>
                  <a:lnTo>
                    <a:pt x="877" y="1058"/>
                  </a:lnTo>
                  <a:lnTo>
                    <a:pt x="875" y="1063"/>
                  </a:lnTo>
                  <a:lnTo>
                    <a:pt x="876" y="1066"/>
                  </a:lnTo>
                  <a:lnTo>
                    <a:pt x="875" y="1069"/>
                  </a:lnTo>
                  <a:lnTo>
                    <a:pt x="873" y="1071"/>
                  </a:lnTo>
                  <a:lnTo>
                    <a:pt x="870" y="1072"/>
                  </a:lnTo>
                  <a:lnTo>
                    <a:pt x="863" y="1078"/>
                  </a:lnTo>
                  <a:lnTo>
                    <a:pt x="860" y="1077"/>
                  </a:lnTo>
                  <a:lnTo>
                    <a:pt x="853" y="1078"/>
                  </a:lnTo>
                  <a:lnTo>
                    <a:pt x="847" y="1082"/>
                  </a:lnTo>
                  <a:lnTo>
                    <a:pt x="845" y="1088"/>
                  </a:lnTo>
                  <a:lnTo>
                    <a:pt x="845" y="1088"/>
                  </a:lnTo>
                  <a:lnTo>
                    <a:pt x="839" y="1092"/>
                  </a:lnTo>
                  <a:lnTo>
                    <a:pt x="840" y="1094"/>
                  </a:lnTo>
                  <a:lnTo>
                    <a:pt x="839" y="1096"/>
                  </a:lnTo>
                  <a:lnTo>
                    <a:pt x="834" y="1096"/>
                  </a:lnTo>
                  <a:lnTo>
                    <a:pt x="829" y="1101"/>
                  </a:lnTo>
                  <a:lnTo>
                    <a:pt x="826" y="1101"/>
                  </a:lnTo>
                  <a:lnTo>
                    <a:pt x="825" y="1103"/>
                  </a:lnTo>
                  <a:lnTo>
                    <a:pt x="821" y="1104"/>
                  </a:lnTo>
                  <a:lnTo>
                    <a:pt x="819" y="1107"/>
                  </a:lnTo>
                  <a:lnTo>
                    <a:pt x="817" y="1107"/>
                  </a:lnTo>
                  <a:lnTo>
                    <a:pt x="814" y="1106"/>
                  </a:lnTo>
                  <a:lnTo>
                    <a:pt x="812" y="1107"/>
                  </a:lnTo>
                  <a:lnTo>
                    <a:pt x="808" y="1109"/>
                  </a:lnTo>
                  <a:lnTo>
                    <a:pt x="803" y="1110"/>
                  </a:lnTo>
                  <a:lnTo>
                    <a:pt x="801" y="1112"/>
                  </a:lnTo>
                  <a:lnTo>
                    <a:pt x="797" y="1112"/>
                  </a:lnTo>
                  <a:lnTo>
                    <a:pt x="784" y="1112"/>
                  </a:lnTo>
                  <a:lnTo>
                    <a:pt x="778" y="1110"/>
                  </a:lnTo>
                  <a:lnTo>
                    <a:pt x="777" y="1110"/>
                  </a:lnTo>
                  <a:lnTo>
                    <a:pt x="774" y="1114"/>
                  </a:lnTo>
                  <a:lnTo>
                    <a:pt x="763" y="1119"/>
                  </a:lnTo>
                  <a:lnTo>
                    <a:pt x="761" y="1124"/>
                  </a:lnTo>
                  <a:lnTo>
                    <a:pt x="760" y="1125"/>
                  </a:lnTo>
                  <a:lnTo>
                    <a:pt x="739" y="1134"/>
                  </a:lnTo>
                  <a:lnTo>
                    <a:pt x="736" y="1139"/>
                  </a:lnTo>
                  <a:lnTo>
                    <a:pt x="731" y="1141"/>
                  </a:lnTo>
                  <a:lnTo>
                    <a:pt x="730" y="1144"/>
                  </a:lnTo>
                  <a:lnTo>
                    <a:pt x="725" y="1147"/>
                  </a:lnTo>
                  <a:lnTo>
                    <a:pt x="723" y="1151"/>
                  </a:lnTo>
                  <a:lnTo>
                    <a:pt x="719" y="1153"/>
                  </a:lnTo>
                  <a:lnTo>
                    <a:pt x="717" y="1156"/>
                  </a:lnTo>
                  <a:lnTo>
                    <a:pt x="714" y="1156"/>
                  </a:lnTo>
                  <a:lnTo>
                    <a:pt x="713" y="1158"/>
                  </a:lnTo>
                  <a:lnTo>
                    <a:pt x="707" y="1161"/>
                  </a:lnTo>
                  <a:lnTo>
                    <a:pt x="706" y="1163"/>
                  </a:lnTo>
                  <a:lnTo>
                    <a:pt x="699" y="1167"/>
                  </a:lnTo>
                  <a:lnTo>
                    <a:pt x="695" y="1170"/>
                  </a:lnTo>
                  <a:lnTo>
                    <a:pt x="690" y="1174"/>
                  </a:lnTo>
                  <a:lnTo>
                    <a:pt x="680" y="1177"/>
                  </a:lnTo>
                  <a:lnTo>
                    <a:pt x="676" y="1180"/>
                  </a:lnTo>
                  <a:lnTo>
                    <a:pt x="675" y="1183"/>
                  </a:lnTo>
                  <a:lnTo>
                    <a:pt x="670" y="1184"/>
                  </a:lnTo>
                  <a:lnTo>
                    <a:pt x="668" y="1184"/>
                  </a:lnTo>
                  <a:lnTo>
                    <a:pt x="665" y="1180"/>
                  </a:lnTo>
                  <a:lnTo>
                    <a:pt x="657" y="1174"/>
                  </a:lnTo>
                  <a:lnTo>
                    <a:pt x="657" y="1172"/>
                  </a:lnTo>
                  <a:lnTo>
                    <a:pt x="654" y="1172"/>
                  </a:lnTo>
                  <a:lnTo>
                    <a:pt x="648" y="1170"/>
                  </a:lnTo>
                  <a:lnTo>
                    <a:pt x="644" y="1167"/>
                  </a:lnTo>
                  <a:lnTo>
                    <a:pt x="610" y="1153"/>
                  </a:lnTo>
                  <a:lnTo>
                    <a:pt x="604" y="1148"/>
                  </a:lnTo>
                  <a:lnTo>
                    <a:pt x="599" y="1156"/>
                  </a:lnTo>
                  <a:lnTo>
                    <a:pt x="597" y="1157"/>
                  </a:lnTo>
                  <a:lnTo>
                    <a:pt x="591" y="1159"/>
                  </a:lnTo>
                  <a:lnTo>
                    <a:pt x="590" y="1159"/>
                  </a:lnTo>
                  <a:lnTo>
                    <a:pt x="589" y="1161"/>
                  </a:lnTo>
                  <a:lnTo>
                    <a:pt x="591" y="1168"/>
                  </a:lnTo>
                  <a:lnTo>
                    <a:pt x="589" y="1172"/>
                  </a:lnTo>
                  <a:lnTo>
                    <a:pt x="586" y="1174"/>
                  </a:lnTo>
                  <a:lnTo>
                    <a:pt x="582" y="1175"/>
                  </a:lnTo>
                  <a:lnTo>
                    <a:pt x="582" y="1178"/>
                  </a:lnTo>
                  <a:lnTo>
                    <a:pt x="583" y="1183"/>
                  </a:lnTo>
                  <a:lnTo>
                    <a:pt x="580" y="1184"/>
                  </a:lnTo>
                  <a:lnTo>
                    <a:pt x="579" y="1188"/>
                  </a:lnTo>
                  <a:lnTo>
                    <a:pt x="571" y="1183"/>
                  </a:lnTo>
                  <a:lnTo>
                    <a:pt x="569" y="1181"/>
                  </a:lnTo>
                  <a:lnTo>
                    <a:pt x="564" y="1181"/>
                  </a:lnTo>
                  <a:lnTo>
                    <a:pt x="561" y="1183"/>
                  </a:lnTo>
                  <a:lnTo>
                    <a:pt x="554" y="1186"/>
                  </a:lnTo>
                  <a:lnTo>
                    <a:pt x="553" y="1186"/>
                  </a:lnTo>
                  <a:lnTo>
                    <a:pt x="550" y="1186"/>
                  </a:lnTo>
                  <a:lnTo>
                    <a:pt x="546" y="1185"/>
                  </a:lnTo>
                  <a:lnTo>
                    <a:pt x="544" y="1186"/>
                  </a:lnTo>
                  <a:lnTo>
                    <a:pt x="536" y="1188"/>
                  </a:lnTo>
                  <a:lnTo>
                    <a:pt x="530" y="1190"/>
                  </a:lnTo>
                  <a:lnTo>
                    <a:pt x="530" y="1193"/>
                  </a:lnTo>
                  <a:lnTo>
                    <a:pt x="526" y="1200"/>
                  </a:lnTo>
                  <a:lnTo>
                    <a:pt x="531" y="1205"/>
                  </a:lnTo>
                  <a:lnTo>
                    <a:pt x="542" y="1209"/>
                  </a:lnTo>
                  <a:lnTo>
                    <a:pt x="548" y="1213"/>
                  </a:lnTo>
                  <a:lnTo>
                    <a:pt x="537" y="1219"/>
                  </a:lnTo>
                  <a:lnTo>
                    <a:pt x="534" y="1223"/>
                  </a:lnTo>
                  <a:lnTo>
                    <a:pt x="534" y="1227"/>
                  </a:lnTo>
                  <a:lnTo>
                    <a:pt x="525" y="1230"/>
                  </a:lnTo>
                  <a:lnTo>
                    <a:pt x="514" y="1228"/>
                  </a:lnTo>
                  <a:lnTo>
                    <a:pt x="509" y="1229"/>
                  </a:lnTo>
                  <a:lnTo>
                    <a:pt x="508" y="1232"/>
                  </a:lnTo>
                  <a:lnTo>
                    <a:pt x="505" y="1235"/>
                  </a:lnTo>
                  <a:lnTo>
                    <a:pt x="503" y="1235"/>
                  </a:lnTo>
                  <a:lnTo>
                    <a:pt x="499" y="1233"/>
                  </a:lnTo>
                  <a:lnTo>
                    <a:pt x="494" y="1235"/>
                  </a:lnTo>
                  <a:lnTo>
                    <a:pt x="492" y="1232"/>
                  </a:lnTo>
                  <a:lnTo>
                    <a:pt x="492" y="1229"/>
                  </a:lnTo>
                  <a:lnTo>
                    <a:pt x="490" y="1221"/>
                  </a:lnTo>
                  <a:lnTo>
                    <a:pt x="488" y="1219"/>
                  </a:lnTo>
                  <a:lnTo>
                    <a:pt x="482" y="1220"/>
                  </a:lnTo>
                  <a:lnTo>
                    <a:pt x="482" y="1222"/>
                  </a:lnTo>
                  <a:lnTo>
                    <a:pt x="479" y="1226"/>
                  </a:lnTo>
                  <a:lnTo>
                    <a:pt x="475" y="1226"/>
                  </a:lnTo>
                  <a:lnTo>
                    <a:pt x="474" y="1228"/>
                  </a:lnTo>
                  <a:lnTo>
                    <a:pt x="471" y="1226"/>
                  </a:lnTo>
                  <a:lnTo>
                    <a:pt x="471" y="1222"/>
                  </a:lnTo>
                  <a:lnTo>
                    <a:pt x="467" y="1221"/>
                  </a:lnTo>
                  <a:lnTo>
                    <a:pt x="464" y="1222"/>
                  </a:lnTo>
                  <a:lnTo>
                    <a:pt x="459" y="1221"/>
                  </a:lnTo>
                  <a:lnTo>
                    <a:pt x="455" y="1219"/>
                  </a:lnTo>
                  <a:lnTo>
                    <a:pt x="455" y="1217"/>
                  </a:lnTo>
                  <a:lnTo>
                    <a:pt x="445" y="1224"/>
                  </a:lnTo>
                  <a:lnTo>
                    <a:pt x="435" y="1225"/>
                  </a:lnTo>
                  <a:lnTo>
                    <a:pt x="425" y="1231"/>
                  </a:lnTo>
                  <a:lnTo>
                    <a:pt x="424" y="1229"/>
                  </a:lnTo>
                  <a:lnTo>
                    <a:pt x="420" y="1232"/>
                  </a:lnTo>
                  <a:lnTo>
                    <a:pt x="411" y="1241"/>
                  </a:lnTo>
                  <a:lnTo>
                    <a:pt x="407" y="1242"/>
                  </a:lnTo>
                  <a:lnTo>
                    <a:pt x="405" y="1245"/>
                  </a:lnTo>
                  <a:lnTo>
                    <a:pt x="398" y="1251"/>
                  </a:lnTo>
                  <a:lnTo>
                    <a:pt x="395" y="1251"/>
                  </a:lnTo>
                  <a:lnTo>
                    <a:pt x="388" y="1258"/>
                  </a:lnTo>
                  <a:lnTo>
                    <a:pt x="384" y="1257"/>
                  </a:lnTo>
                  <a:lnTo>
                    <a:pt x="376" y="1262"/>
                  </a:lnTo>
                  <a:lnTo>
                    <a:pt x="364" y="1265"/>
                  </a:lnTo>
                  <a:lnTo>
                    <a:pt x="358" y="1265"/>
                  </a:lnTo>
                  <a:lnTo>
                    <a:pt x="352" y="1257"/>
                  </a:lnTo>
                  <a:lnTo>
                    <a:pt x="354" y="1252"/>
                  </a:lnTo>
                  <a:lnTo>
                    <a:pt x="352" y="1249"/>
                  </a:lnTo>
                  <a:lnTo>
                    <a:pt x="355" y="1243"/>
                  </a:lnTo>
                  <a:lnTo>
                    <a:pt x="355" y="1235"/>
                  </a:lnTo>
                  <a:lnTo>
                    <a:pt x="354" y="1230"/>
                  </a:lnTo>
                  <a:lnTo>
                    <a:pt x="343" y="1241"/>
                  </a:lnTo>
                  <a:lnTo>
                    <a:pt x="338" y="1239"/>
                  </a:lnTo>
                  <a:lnTo>
                    <a:pt x="323" y="1246"/>
                  </a:lnTo>
                  <a:lnTo>
                    <a:pt x="319" y="1249"/>
                  </a:lnTo>
                  <a:lnTo>
                    <a:pt x="316" y="1249"/>
                  </a:lnTo>
                  <a:lnTo>
                    <a:pt x="314" y="1253"/>
                  </a:lnTo>
                  <a:lnTo>
                    <a:pt x="316" y="1256"/>
                  </a:lnTo>
                  <a:lnTo>
                    <a:pt x="315" y="1270"/>
                  </a:lnTo>
                  <a:lnTo>
                    <a:pt x="316" y="1272"/>
                  </a:lnTo>
                  <a:lnTo>
                    <a:pt x="308" y="1281"/>
                  </a:lnTo>
                  <a:lnTo>
                    <a:pt x="306" y="1281"/>
                  </a:lnTo>
                  <a:lnTo>
                    <a:pt x="303" y="1284"/>
                  </a:lnTo>
                  <a:lnTo>
                    <a:pt x="300" y="1284"/>
                  </a:lnTo>
                  <a:lnTo>
                    <a:pt x="292" y="1285"/>
                  </a:lnTo>
                  <a:lnTo>
                    <a:pt x="283" y="1282"/>
                  </a:lnTo>
                  <a:lnTo>
                    <a:pt x="283" y="1282"/>
                  </a:lnTo>
                  <a:lnTo>
                    <a:pt x="284" y="1262"/>
                  </a:lnTo>
                  <a:lnTo>
                    <a:pt x="281" y="1250"/>
                  </a:lnTo>
                  <a:lnTo>
                    <a:pt x="283" y="1249"/>
                  </a:lnTo>
                  <a:lnTo>
                    <a:pt x="287" y="1249"/>
                  </a:lnTo>
                  <a:lnTo>
                    <a:pt x="289" y="1246"/>
                  </a:lnTo>
                  <a:lnTo>
                    <a:pt x="289" y="1246"/>
                  </a:lnTo>
                  <a:lnTo>
                    <a:pt x="286" y="1242"/>
                  </a:lnTo>
                  <a:lnTo>
                    <a:pt x="280" y="1245"/>
                  </a:lnTo>
                  <a:lnTo>
                    <a:pt x="279" y="1244"/>
                  </a:lnTo>
                  <a:lnTo>
                    <a:pt x="275" y="1238"/>
                  </a:lnTo>
                  <a:lnTo>
                    <a:pt x="274" y="1233"/>
                  </a:lnTo>
                  <a:lnTo>
                    <a:pt x="272" y="1232"/>
                  </a:lnTo>
                  <a:lnTo>
                    <a:pt x="272" y="1227"/>
                  </a:lnTo>
                  <a:lnTo>
                    <a:pt x="273" y="1226"/>
                  </a:lnTo>
                  <a:lnTo>
                    <a:pt x="271" y="1224"/>
                  </a:lnTo>
                  <a:lnTo>
                    <a:pt x="270" y="1226"/>
                  </a:lnTo>
                  <a:lnTo>
                    <a:pt x="261" y="1226"/>
                  </a:lnTo>
                  <a:lnTo>
                    <a:pt x="261" y="1221"/>
                  </a:lnTo>
                  <a:lnTo>
                    <a:pt x="265" y="1212"/>
                  </a:lnTo>
                  <a:lnTo>
                    <a:pt x="267" y="1209"/>
                  </a:lnTo>
                  <a:lnTo>
                    <a:pt x="270" y="1201"/>
                  </a:lnTo>
                  <a:lnTo>
                    <a:pt x="272" y="1197"/>
                  </a:lnTo>
                  <a:lnTo>
                    <a:pt x="272" y="1190"/>
                  </a:lnTo>
                  <a:lnTo>
                    <a:pt x="274" y="1183"/>
                  </a:lnTo>
                  <a:lnTo>
                    <a:pt x="271" y="1177"/>
                  </a:lnTo>
                  <a:lnTo>
                    <a:pt x="268" y="1175"/>
                  </a:lnTo>
                  <a:lnTo>
                    <a:pt x="266" y="1168"/>
                  </a:lnTo>
                  <a:lnTo>
                    <a:pt x="261" y="1162"/>
                  </a:lnTo>
                  <a:lnTo>
                    <a:pt x="262" y="1155"/>
                  </a:lnTo>
                  <a:lnTo>
                    <a:pt x="270" y="1155"/>
                  </a:lnTo>
                  <a:lnTo>
                    <a:pt x="270" y="1156"/>
                  </a:lnTo>
                  <a:lnTo>
                    <a:pt x="278" y="1156"/>
                  </a:lnTo>
                  <a:lnTo>
                    <a:pt x="283" y="1153"/>
                  </a:lnTo>
                  <a:lnTo>
                    <a:pt x="287" y="1150"/>
                  </a:lnTo>
                  <a:lnTo>
                    <a:pt x="288" y="1145"/>
                  </a:lnTo>
                  <a:lnTo>
                    <a:pt x="287" y="1142"/>
                  </a:lnTo>
                  <a:lnTo>
                    <a:pt x="292" y="1140"/>
                  </a:lnTo>
                  <a:lnTo>
                    <a:pt x="288" y="1135"/>
                  </a:lnTo>
                  <a:lnTo>
                    <a:pt x="290" y="1132"/>
                  </a:lnTo>
                  <a:lnTo>
                    <a:pt x="289" y="1130"/>
                  </a:lnTo>
                  <a:lnTo>
                    <a:pt x="291" y="1126"/>
                  </a:lnTo>
                  <a:lnTo>
                    <a:pt x="287" y="1115"/>
                  </a:lnTo>
                  <a:lnTo>
                    <a:pt x="286" y="1102"/>
                  </a:lnTo>
                  <a:lnTo>
                    <a:pt x="289" y="1103"/>
                  </a:lnTo>
                  <a:lnTo>
                    <a:pt x="289" y="1101"/>
                  </a:lnTo>
                  <a:lnTo>
                    <a:pt x="295" y="1100"/>
                  </a:lnTo>
                  <a:lnTo>
                    <a:pt x="294" y="1095"/>
                  </a:lnTo>
                  <a:lnTo>
                    <a:pt x="292" y="1093"/>
                  </a:lnTo>
                  <a:lnTo>
                    <a:pt x="295" y="1092"/>
                  </a:lnTo>
                  <a:lnTo>
                    <a:pt x="297" y="1090"/>
                  </a:lnTo>
                  <a:lnTo>
                    <a:pt x="298" y="1091"/>
                  </a:lnTo>
                  <a:lnTo>
                    <a:pt x="301" y="1087"/>
                  </a:lnTo>
                  <a:lnTo>
                    <a:pt x="302" y="1085"/>
                  </a:lnTo>
                  <a:lnTo>
                    <a:pt x="302" y="1082"/>
                  </a:lnTo>
                  <a:lnTo>
                    <a:pt x="304" y="1079"/>
                  </a:lnTo>
                  <a:lnTo>
                    <a:pt x="303" y="1077"/>
                  </a:lnTo>
                  <a:lnTo>
                    <a:pt x="305" y="1074"/>
                  </a:lnTo>
                  <a:lnTo>
                    <a:pt x="304" y="1071"/>
                  </a:lnTo>
                  <a:lnTo>
                    <a:pt x="305" y="1066"/>
                  </a:lnTo>
                  <a:lnTo>
                    <a:pt x="303" y="1051"/>
                  </a:lnTo>
                  <a:lnTo>
                    <a:pt x="302" y="1049"/>
                  </a:lnTo>
                  <a:lnTo>
                    <a:pt x="302" y="1043"/>
                  </a:lnTo>
                  <a:lnTo>
                    <a:pt x="302" y="1041"/>
                  </a:lnTo>
                  <a:lnTo>
                    <a:pt x="296" y="1033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301" y="1024"/>
                  </a:lnTo>
                  <a:lnTo>
                    <a:pt x="311" y="1018"/>
                  </a:lnTo>
                  <a:lnTo>
                    <a:pt x="324" y="997"/>
                  </a:lnTo>
                  <a:lnTo>
                    <a:pt x="331" y="989"/>
                  </a:lnTo>
                  <a:lnTo>
                    <a:pt x="333" y="989"/>
                  </a:lnTo>
                  <a:lnTo>
                    <a:pt x="335" y="992"/>
                  </a:lnTo>
                  <a:lnTo>
                    <a:pt x="343" y="995"/>
                  </a:lnTo>
                  <a:lnTo>
                    <a:pt x="347" y="995"/>
                  </a:lnTo>
                  <a:lnTo>
                    <a:pt x="352" y="992"/>
                  </a:lnTo>
                  <a:lnTo>
                    <a:pt x="356" y="984"/>
                  </a:lnTo>
                  <a:lnTo>
                    <a:pt x="362" y="981"/>
                  </a:lnTo>
                  <a:lnTo>
                    <a:pt x="358" y="971"/>
                  </a:lnTo>
                  <a:lnTo>
                    <a:pt x="360" y="951"/>
                  </a:lnTo>
                  <a:lnTo>
                    <a:pt x="355" y="947"/>
                  </a:lnTo>
                  <a:lnTo>
                    <a:pt x="355" y="945"/>
                  </a:lnTo>
                  <a:lnTo>
                    <a:pt x="357" y="931"/>
                  </a:lnTo>
                  <a:lnTo>
                    <a:pt x="358" y="930"/>
                  </a:lnTo>
                  <a:lnTo>
                    <a:pt x="365" y="929"/>
                  </a:lnTo>
                  <a:lnTo>
                    <a:pt x="367" y="928"/>
                  </a:lnTo>
                  <a:lnTo>
                    <a:pt x="369" y="924"/>
                  </a:lnTo>
                  <a:lnTo>
                    <a:pt x="368" y="920"/>
                  </a:lnTo>
                  <a:lnTo>
                    <a:pt x="362" y="909"/>
                  </a:lnTo>
                  <a:lnTo>
                    <a:pt x="382" y="909"/>
                  </a:lnTo>
                  <a:lnTo>
                    <a:pt x="385" y="913"/>
                  </a:lnTo>
                  <a:lnTo>
                    <a:pt x="387" y="918"/>
                  </a:lnTo>
                  <a:lnTo>
                    <a:pt x="390" y="920"/>
                  </a:lnTo>
                  <a:lnTo>
                    <a:pt x="390" y="924"/>
                  </a:lnTo>
                  <a:lnTo>
                    <a:pt x="391" y="927"/>
                  </a:lnTo>
                  <a:lnTo>
                    <a:pt x="392" y="921"/>
                  </a:lnTo>
                  <a:lnTo>
                    <a:pt x="395" y="918"/>
                  </a:lnTo>
                  <a:lnTo>
                    <a:pt x="400" y="915"/>
                  </a:lnTo>
                  <a:lnTo>
                    <a:pt x="406" y="908"/>
                  </a:lnTo>
                  <a:lnTo>
                    <a:pt x="400" y="908"/>
                  </a:lnTo>
                  <a:lnTo>
                    <a:pt x="400" y="908"/>
                  </a:lnTo>
                  <a:lnTo>
                    <a:pt x="403" y="895"/>
                  </a:lnTo>
                  <a:lnTo>
                    <a:pt x="402" y="892"/>
                  </a:lnTo>
                  <a:lnTo>
                    <a:pt x="406" y="886"/>
                  </a:lnTo>
                  <a:lnTo>
                    <a:pt x="403" y="880"/>
                  </a:lnTo>
                  <a:lnTo>
                    <a:pt x="407" y="877"/>
                  </a:lnTo>
                  <a:lnTo>
                    <a:pt x="406" y="872"/>
                  </a:lnTo>
                  <a:lnTo>
                    <a:pt x="409" y="869"/>
                  </a:lnTo>
                  <a:lnTo>
                    <a:pt x="406" y="866"/>
                  </a:lnTo>
                  <a:lnTo>
                    <a:pt x="400" y="867"/>
                  </a:lnTo>
                  <a:lnTo>
                    <a:pt x="397" y="864"/>
                  </a:lnTo>
                  <a:lnTo>
                    <a:pt x="395" y="859"/>
                  </a:lnTo>
                  <a:lnTo>
                    <a:pt x="394" y="860"/>
                  </a:lnTo>
                  <a:lnTo>
                    <a:pt x="382" y="859"/>
                  </a:lnTo>
                  <a:lnTo>
                    <a:pt x="382" y="856"/>
                  </a:lnTo>
                  <a:lnTo>
                    <a:pt x="385" y="852"/>
                  </a:lnTo>
                  <a:lnTo>
                    <a:pt x="386" y="848"/>
                  </a:lnTo>
                  <a:lnTo>
                    <a:pt x="385" y="844"/>
                  </a:lnTo>
                  <a:lnTo>
                    <a:pt x="370" y="841"/>
                  </a:lnTo>
                  <a:lnTo>
                    <a:pt x="370" y="839"/>
                  </a:lnTo>
                  <a:lnTo>
                    <a:pt x="365" y="838"/>
                  </a:lnTo>
                  <a:lnTo>
                    <a:pt x="357" y="838"/>
                  </a:lnTo>
                  <a:lnTo>
                    <a:pt x="354" y="837"/>
                  </a:lnTo>
                  <a:lnTo>
                    <a:pt x="352" y="838"/>
                  </a:lnTo>
                  <a:lnTo>
                    <a:pt x="346" y="832"/>
                  </a:lnTo>
                  <a:lnTo>
                    <a:pt x="345" y="828"/>
                  </a:lnTo>
                  <a:lnTo>
                    <a:pt x="343" y="826"/>
                  </a:lnTo>
                  <a:lnTo>
                    <a:pt x="343" y="823"/>
                  </a:lnTo>
                  <a:lnTo>
                    <a:pt x="345" y="813"/>
                  </a:lnTo>
                  <a:lnTo>
                    <a:pt x="344" y="812"/>
                  </a:lnTo>
                  <a:lnTo>
                    <a:pt x="349" y="808"/>
                  </a:lnTo>
                  <a:lnTo>
                    <a:pt x="350" y="805"/>
                  </a:lnTo>
                  <a:lnTo>
                    <a:pt x="350" y="801"/>
                  </a:lnTo>
                  <a:lnTo>
                    <a:pt x="349" y="798"/>
                  </a:lnTo>
                  <a:lnTo>
                    <a:pt x="349" y="790"/>
                  </a:lnTo>
                  <a:lnTo>
                    <a:pt x="344" y="785"/>
                  </a:lnTo>
                  <a:lnTo>
                    <a:pt x="346" y="783"/>
                  </a:lnTo>
                  <a:lnTo>
                    <a:pt x="343" y="783"/>
                  </a:lnTo>
                  <a:lnTo>
                    <a:pt x="340" y="777"/>
                  </a:lnTo>
                  <a:lnTo>
                    <a:pt x="338" y="776"/>
                  </a:lnTo>
                  <a:lnTo>
                    <a:pt x="339" y="774"/>
                  </a:lnTo>
                  <a:lnTo>
                    <a:pt x="343" y="771"/>
                  </a:lnTo>
                  <a:lnTo>
                    <a:pt x="343" y="769"/>
                  </a:lnTo>
                  <a:lnTo>
                    <a:pt x="347" y="767"/>
                  </a:lnTo>
                  <a:lnTo>
                    <a:pt x="347" y="766"/>
                  </a:lnTo>
                  <a:lnTo>
                    <a:pt x="346" y="766"/>
                  </a:lnTo>
                  <a:lnTo>
                    <a:pt x="350" y="763"/>
                  </a:lnTo>
                  <a:lnTo>
                    <a:pt x="349" y="760"/>
                  </a:lnTo>
                  <a:lnTo>
                    <a:pt x="348" y="760"/>
                  </a:lnTo>
                  <a:lnTo>
                    <a:pt x="349" y="755"/>
                  </a:lnTo>
                  <a:lnTo>
                    <a:pt x="347" y="753"/>
                  </a:lnTo>
                  <a:lnTo>
                    <a:pt x="347" y="751"/>
                  </a:lnTo>
                  <a:lnTo>
                    <a:pt x="350" y="749"/>
                  </a:lnTo>
                  <a:lnTo>
                    <a:pt x="354" y="733"/>
                  </a:lnTo>
                  <a:lnTo>
                    <a:pt x="357" y="731"/>
                  </a:lnTo>
                  <a:lnTo>
                    <a:pt x="358" y="728"/>
                  </a:lnTo>
                  <a:lnTo>
                    <a:pt x="362" y="726"/>
                  </a:lnTo>
                  <a:lnTo>
                    <a:pt x="362" y="725"/>
                  </a:lnTo>
                  <a:lnTo>
                    <a:pt x="362" y="725"/>
                  </a:lnTo>
                  <a:lnTo>
                    <a:pt x="360" y="724"/>
                  </a:lnTo>
                  <a:lnTo>
                    <a:pt x="362" y="719"/>
                  </a:lnTo>
                  <a:lnTo>
                    <a:pt x="362" y="719"/>
                  </a:lnTo>
                  <a:lnTo>
                    <a:pt x="362" y="714"/>
                  </a:lnTo>
                  <a:lnTo>
                    <a:pt x="368" y="710"/>
                  </a:lnTo>
                  <a:lnTo>
                    <a:pt x="371" y="706"/>
                  </a:lnTo>
                  <a:lnTo>
                    <a:pt x="370" y="705"/>
                  </a:lnTo>
                  <a:lnTo>
                    <a:pt x="369" y="703"/>
                  </a:lnTo>
                  <a:lnTo>
                    <a:pt x="364" y="696"/>
                  </a:lnTo>
                  <a:lnTo>
                    <a:pt x="352" y="689"/>
                  </a:lnTo>
                  <a:lnTo>
                    <a:pt x="351" y="685"/>
                  </a:lnTo>
                  <a:lnTo>
                    <a:pt x="348" y="684"/>
                  </a:lnTo>
                  <a:lnTo>
                    <a:pt x="356" y="679"/>
                  </a:lnTo>
                  <a:lnTo>
                    <a:pt x="356" y="676"/>
                  </a:lnTo>
                  <a:lnTo>
                    <a:pt x="357" y="675"/>
                  </a:lnTo>
                  <a:lnTo>
                    <a:pt x="356" y="673"/>
                  </a:lnTo>
                  <a:lnTo>
                    <a:pt x="358" y="673"/>
                  </a:lnTo>
                  <a:lnTo>
                    <a:pt x="357" y="672"/>
                  </a:lnTo>
                  <a:lnTo>
                    <a:pt x="359" y="671"/>
                  </a:lnTo>
                  <a:lnTo>
                    <a:pt x="360" y="671"/>
                  </a:lnTo>
                  <a:lnTo>
                    <a:pt x="360" y="673"/>
                  </a:lnTo>
                  <a:lnTo>
                    <a:pt x="363" y="673"/>
                  </a:lnTo>
                  <a:lnTo>
                    <a:pt x="368" y="674"/>
                  </a:lnTo>
                  <a:lnTo>
                    <a:pt x="370" y="676"/>
                  </a:lnTo>
                  <a:lnTo>
                    <a:pt x="368" y="678"/>
                  </a:lnTo>
                  <a:lnTo>
                    <a:pt x="368" y="678"/>
                  </a:lnTo>
                  <a:lnTo>
                    <a:pt x="366" y="678"/>
                  </a:lnTo>
                  <a:lnTo>
                    <a:pt x="365" y="680"/>
                  </a:lnTo>
                  <a:lnTo>
                    <a:pt x="366" y="684"/>
                  </a:lnTo>
                  <a:lnTo>
                    <a:pt x="371" y="684"/>
                  </a:lnTo>
                  <a:lnTo>
                    <a:pt x="373" y="683"/>
                  </a:lnTo>
                  <a:lnTo>
                    <a:pt x="374" y="685"/>
                  </a:lnTo>
                  <a:lnTo>
                    <a:pt x="375" y="685"/>
                  </a:lnTo>
                  <a:lnTo>
                    <a:pt x="375" y="686"/>
                  </a:lnTo>
                  <a:lnTo>
                    <a:pt x="376" y="687"/>
                  </a:lnTo>
                  <a:lnTo>
                    <a:pt x="384" y="681"/>
                  </a:lnTo>
                  <a:lnTo>
                    <a:pt x="385" y="681"/>
                  </a:lnTo>
                  <a:lnTo>
                    <a:pt x="387" y="681"/>
                  </a:lnTo>
                  <a:lnTo>
                    <a:pt x="389" y="677"/>
                  </a:lnTo>
                  <a:lnTo>
                    <a:pt x="389" y="676"/>
                  </a:lnTo>
                  <a:lnTo>
                    <a:pt x="392" y="673"/>
                  </a:lnTo>
                  <a:lnTo>
                    <a:pt x="393" y="671"/>
                  </a:lnTo>
                  <a:lnTo>
                    <a:pt x="392" y="668"/>
                  </a:lnTo>
                  <a:lnTo>
                    <a:pt x="392" y="663"/>
                  </a:lnTo>
                  <a:lnTo>
                    <a:pt x="389" y="662"/>
                  </a:lnTo>
                  <a:lnTo>
                    <a:pt x="387" y="657"/>
                  </a:lnTo>
                  <a:lnTo>
                    <a:pt x="389" y="644"/>
                  </a:lnTo>
                  <a:lnTo>
                    <a:pt x="387" y="642"/>
                  </a:lnTo>
                  <a:lnTo>
                    <a:pt x="384" y="640"/>
                  </a:lnTo>
                  <a:lnTo>
                    <a:pt x="366" y="635"/>
                  </a:lnTo>
                  <a:lnTo>
                    <a:pt x="353" y="638"/>
                  </a:lnTo>
                  <a:lnTo>
                    <a:pt x="343" y="635"/>
                  </a:lnTo>
                  <a:lnTo>
                    <a:pt x="339" y="635"/>
                  </a:lnTo>
                  <a:lnTo>
                    <a:pt x="336" y="636"/>
                  </a:lnTo>
                  <a:lnTo>
                    <a:pt x="332" y="640"/>
                  </a:lnTo>
                  <a:lnTo>
                    <a:pt x="330" y="640"/>
                  </a:lnTo>
                  <a:lnTo>
                    <a:pt x="324" y="637"/>
                  </a:lnTo>
                  <a:lnTo>
                    <a:pt x="319" y="635"/>
                  </a:lnTo>
                  <a:lnTo>
                    <a:pt x="315" y="631"/>
                  </a:lnTo>
                  <a:lnTo>
                    <a:pt x="302" y="628"/>
                  </a:lnTo>
                  <a:lnTo>
                    <a:pt x="302" y="631"/>
                  </a:lnTo>
                  <a:lnTo>
                    <a:pt x="296" y="631"/>
                  </a:lnTo>
                  <a:lnTo>
                    <a:pt x="293" y="629"/>
                  </a:lnTo>
                  <a:lnTo>
                    <a:pt x="291" y="627"/>
                  </a:lnTo>
                  <a:lnTo>
                    <a:pt x="290" y="625"/>
                  </a:lnTo>
                  <a:lnTo>
                    <a:pt x="291" y="624"/>
                  </a:lnTo>
                  <a:lnTo>
                    <a:pt x="286" y="625"/>
                  </a:lnTo>
                  <a:lnTo>
                    <a:pt x="282" y="631"/>
                  </a:lnTo>
                  <a:lnTo>
                    <a:pt x="280" y="630"/>
                  </a:lnTo>
                  <a:lnTo>
                    <a:pt x="278" y="627"/>
                  </a:lnTo>
                  <a:lnTo>
                    <a:pt x="275" y="625"/>
                  </a:lnTo>
                  <a:lnTo>
                    <a:pt x="270" y="626"/>
                  </a:lnTo>
                  <a:lnTo>
                    <a:pt x="267" y="625"/>
                  </a:lnTo>
                  <a:lnTo>
                    <a:pt x="265" y="627"/>
                  </a:lnTo>
                  <a:lnTo>
                    <a:pt x="264" y="629"/>
                  </a:lnTo>
                  <a:lnTo>
                    <a:pt x="259" y="628"/>
                  </a:lnTo>
                  <a:lnTo>
                    <a:pt x="267" y="624"/>
                  </a:lnTo>
                  <a:lnTo>
                    <a:pt x="274" y="618"/>
                  </a:lnTo>
                  <a:lnTo>
                    <a:pt x="272" y="614"/>
                  </a:lnTo>
                  <a:lnTo>
                    <a:pt x="272" y="611"/>
                  </a:lnTo>
                  <a:lnTo>
                    <a:pt x="273" y="608"/>
                  </a:lnTo>
                  <a:lnTo>
                    <a:pt x="272" y="603"/>
                  </a:lnTo>
                  <a:lnTo>
                    <a:pt x="273" y="602"/>
                  </a:lnTo>
                  <a:lnTo>
                    <a:pt x="272" y="599"/>
                  </a:lnTo>
                  <a:lnTo>
                    <a:pt x="277" y="599"/>
                  </a:lnTo>
                  <a:lnTo>
                    <a:pt x="277" y="597"/>
                  </a:lnTo>
                  <a:lnTo>
                    <a:pt x="278" y="595"/>
                  </a:lnTo>
                  <a:lnTo>
                    <a:pt x="277" y="592"/>
                  </a:lnTo>
                  <a:lnTo>
                    <a:pt x="276" y="592"/>
                  </a:lnTo>
                  <a:lnTo>
                    <a:pt x="275" y="590"/>
                  </a:lnTo>
                  <a:lnTo>
                    <a:pt x="274" y="590"/>
                  </a:lnTo>
                  <a:lnTo>
                    <a:pt x="270" y="585"/>
                  </a:lnTo>
                  <a:lnTo>
                    <a:pt x="271" y="583"/>
                  </a:lnTo>
                  <a:lnTo>
                    <a:pt x="270" y="583"/>
                  </a:lnTo>
                  <a:lnTo>
                    <a:pt x="275" y="579"/>
                  </a:lnTo>
                  <a:lnTo>
                    <a:pt x="275" y="574"/>
                  </a:lnTo>
                  <a:lnTo>
                    <a:pt x="274" y="572"/>
                  </a:lnTo>
                  <a:lnTo>
                    <a:pt x="275" y="566"/>
                  </a:lnTo>
                  <a:lnTo>
                    <a:pt x="276" y="563"/>
                  </a:lnTo>
                  <a:lnTo>
                    <a:pt x="273" y="559"/>
                  </a:lnTo>
                  <a:lnTo>
                    <a:pt x="268" y="560"/>
                  </a:lnTo>
                  <a:lnTo>
                    <a:pt x="266" y="558"/>
                  </a:lnTo>
                  <a:lnTo>
                    <a:pt x="263" y="558"/>
                  </a:lnTo>
                  <a:lnTo>
                    <a:pt x="264" y="554"/>
                  </a:lnTo>
                  <a:lnTo>
                    <a:pt x="273" y="554"/>
                  </a:lnTo>
                  <a:lnTo>
                    <a:pt x="273" y="550"/>
                  </a:lnTo>
                  <a:lnTo>
                    <a:pt x="279" y="551"/>
                  </a:lnTo>
                  <a:lnTo>
                    <a:pt x="279" y="546"/>
                  </a:lnTo>
                  <a:lnTo>
                    <a:pt x="281" y="545"/>
                  </a:lnTo>
                  <a:lnTo>
                    <a:pt x="281" y="545"/>
                  </a:lnTo>
                  <a:lnTo>
                    <a:pt x="285" y="542"/>
                  </a:lnTo>
                  <a:lnTo>
                    <a:pt x="285" y="541"/>
                  </a:lnTo>
                  <a:lnTo>
                    <a:pt x="290" y="537"/>
                  </a:lnTo>
                  <a:lnTo>
                    <a:pt x="294" y="531"/>
                  </a:lnTo>
                  <a:lnTo>
                    <a:pt x="296" y="531"/>
                  </a:lnTo>
                  <a:lnTo>
                    <a:pt x="294" y="527"/>
                  </a:lnTo>
                  <a:lnTo>
                    <a:pt x="289" y="523"/>
                  </a:lnTo>
                  <a:lnTo>
                    <a:pt x="285" y="520"/>
                  </a:lnTo>
                  <a:lnTo>
                    <a:pt x="289" y="516"/>
                  </a:lnTo>
                  <a:lnTo>
                    <a:pt x="289" y="514"/>
                  </a:lnTo>
                  <a:lnTo>
                    <a:pt x="288" y="514"/>
                  </a:lnTo>
                  <a:lnTo>
                    <a:pt x="286" y="515"/>
                  </a:lnTo>
                  <a:lnTo>
                    <a:pt x="285" y="510"/>
                  </a:lnTo>
                  <a:lnTo>
                    <a:pt x="280" y="505"/>
                  </a:lnTo>
                  <a:lnTo>
                    <a:pt x="279" y="507"/>
                  </a:lnTo>
                  <a:lnTo>
                    <a:pt x="278" y="505"/>
                  </a:lnTo>
                  <a:lnTo>
                    <a:pt x="275" y="508"/>
                  </a:lnTo>
                  <a:lnTo>
                    <a:pt x="272" y="505"/>
                  </a:lnTo>
                  <a:lnTo>
                    <a:pt x="267" y="511"/>
                  </a:lnTo>
                  <a:lnTo>
                    <a:pt x="265" y="510"/>
                  </a:lnTo>
                  <a:lnTo>
                    <a:pt x="265" y="512"/>
                  </a:lnTo>
                  <a:lnTo>
                    <a:pt x="233" y="529"/>
                  </a:lnTo>
                  <a:lnTo>
                    <a:pt x="231" y="528"/>
                  </a:lnTo>
                  <a:lnTo>
                    <a:pt x="231" y="529"/>
                  </a:lnTo>
                  <a:lnTo>
                    <a:pt x="184" y="540"/>
                  </a:lnTo>
                  <a:lnTo>
                    <a:pt x="157" y="539"/>
                  </a:lnTo>
                  <a:lnTo>
                    <a:pt x="149" y="539"/>
                  </a:lnTo>
                  <a:lnTo>
                    <a:pt x="149" y="539"/>
                  </a:lnTo>
                  <a:lnTo>
                    <a:pt x="141" y="537"/>
                  </a:lnTo>
                  <a:lnTo>
                    <a:pt x="141" y="537"/>
                  </a:lnTo>
                  <a:lnTo>
                    <a:pt x="132" y="510"/>
                  </a:lnTo>
                  <a:lnTo>
                    <a:pt x="129" y="506"/>
                  </a:lnTo>
                  <a:lnTo>
                    <a:pt x="134" y="499"/>
                  </a:lnTo>
                  <a:lnTo>
                    <a:pt x="136" y="493"/>
                  </a:lnTo>
                  <a:lnTo>
                    <a:pt x="136" y="477"/>
                  </a:lnTo>
                  <a:lnTo>
                    <a:pt x="140" y="471"/>
                  </a:lnTo>
                  <a:lnTo>
                    <a:pt x="150" y="463"/>
                  </a:lnTo>
                  <a:lnTo>
                    <a:pt x="160" y="461"/>
                  </a:lnTo>
                  <a:lnTo>
                    <a:pt x="171" y="454"/>
                  </a:lnTo>
                  <a:lnTo>
                    <a:pt x="178" y="444"/>
                  </a:lnTo>
                  <a:lnTo>
                    <a:pt x="178" y="443"/>
                  </a:lnTo>
                  <a:lnTo>
                    <a:pt x="173" y="436"/>
                  </a:lnTo>
                  <a:lnTo>
                    <a:pt x="173" y="428"/>
                  </a:lnTo>
                  <a:lnTo>
                    <a:pt x="170" y="425"/>
                  </a:lnTo>
                  <a:lnTo>
                    <a:pt x="178" y="419"/>
                  </a:lnTo>
                  <a:lnTo>
                    <a:pt x="178" y="414"/>
                  </a:lnTo>
                  <a:lnTo>
                    <a:pt x="171" y="405"/>
                  </a:lnTo>
                  <a:lnTo>
                    <a:pt x="170" y="402"/>
                  </a:lnTo>
                  <a:lnTo>
                    <a:pt x="161" y="399"/>
                  </a:lnTo>
                  <a:lnTo>
                    <a:pt x="155" y="397"/>
                  </a:lnTo>
                  <a:lnTo>
                    <a:pt x="147" y="391"/>
                  </a:lnTo>
                  <a:lnTo>
                    <a:pt x="141" y="387"/>
                  </a:lnTo>
                  <a:lnTo>
                    <a:pt x="132" y="393"/>
                  </a:lnTo>
                  <a:lnTo>
                    <a:pt x="128" y="384"/>
                  </a:lnTo>
                  <a:lnTo>
                    <a:pt x="133" y="375"/>
                  </a:lnTo>
                  <a:lnTo>
                    <a:pt x="141" y="369"/>
                  </a:lnTo>
                  <a:lnTo>
                    <a:pt x="139" y="367"/>
                  </a:lnTo>
                  <a:lnTo>
                    <a:pt x="133" y="365"/>
                  </a:lnTo>
                  <a:lnTo>
                    <a:pt x="130" y="369"/>
                  </a:lnTo>
                  <a:lnTo>
                    <a:pt x="118" y="370"/>
                  </a:lnTo>
                  <a:lnTo>
                    <a:pt x="117" y="369"/>
                  </a:lnTo>
                  <a:lnTo>
                    <a:pt x="115" y="369"/>
                  </a:lnTo>
                  <a:lnTo>
                    <a:pt x="114" y="371"/>
                  </a:lnTo>
                  <a:lnTo>
                    <a:pt x="112" y="371"/>
                  </a:lnTo>
                  <a:lnTo>
                    <a:pt x="107" y="375"/>
                  </a:lnTo>
                  <a:lnTo>
                    <a:pt x="101" y="377"/>
                  </a:lnTo>
                  <a:lnTo>
                    <a:pt x="71" y="382"/>
                  </a:lnTo>
                  <a:lnTo>
                    <a:pt x="63" y="386"/>
                  </a:lnTo>
                  <a:lnTo>
                    <a:pt x="60" y="387"/>
                  </a:lnTo>
                  <a:lnTo>
                    <a:pt x="54" y="382"/>
                  </a:lnTo>
                  <a:lnTo>
                    <a:pt x="52" y="386"/>
                  </a:lnTo>
                  <a:lnTo>
                    <a:pt x="45" y="391"/>
                  </a:lnTo>
                  <a:lnTo>
                    <a:pt x="5" y="414"/>
                  </a:lnTo>
                  <a:lnTo>
                    <a:pt x="8" y="393"/>
                  </a:lnTo>
                  <a:lnTo>
                    <a:pt x="16" y="387"/>
                  </a:lnTo>
                  <a:lnTo>
                    <a:pt x="22" y="361"/>
                  </a:lnTo>
                  <a:lnTo>
                    <a:pt x="0" y="320"/>
                  </a:lnTo>
                  <a:close/>
                  <a:moveTo>
                    <a:pt x="291" y="585"/>
                  </a:moveTo>
                  <a:lnTo>
                    <a:pt x="287" y="587"/>
                  </a:lnTo>
                  <a:lnTo>
                    <a:pt x="287" y="586"/>
                  </a:lnTo>
                  <a:lnTo>
                    <a:pt x="281" y="589"/>
                  </a:lnTo>
                  <a:lnTo>
                    <a:pt x="280" y="590"/>
                  </a:lnTo>
                  <a:lnTo>
                    <a:pt x="281" y="591"/>
                  </a:lnTo>
                  <a:lnTo>
                    <a:pt x="281" y="591"/>
                  </a:lnTo>
                  <a:lnTo>
                    <a:pt x="280" y="591"/>
                  </a:lnTo>
                  <a:lnTo>
                    <a:pt x="279" y="592"/>
                  </a:lnTo>
                  <a:lnTo>
                    <a:pt x="281" y="599"/>
                  </a:lnTo>
                  <a:lnTo>
                    <a:pt x="286" y="597"/>
                  </a:lnTo>
                  <a:lnTo>
                    <a:pt x="288" y="597"/>
                  </a:lnTo>
                  <a:lnTo>
                    <a:pt x="291" y="594"/>
                  </a:lnTo>
                  <a:lnTo>
                    <a:pt x="291" y="594"/>
                  </a:lnTo>
                  <a:lnTo>
                    <a:pt x="294" y="594"/>
                  </a:lnTo>
                  <a:lnTo>
                    <a:pt x="294" y="583"/>
                  </a:lnTo>
                  <a:lnTo>
                    <a:pt x="291" y="581"/>
                  </a:lnTo>
                  <a:lnTo>
                    <a:pt x="289" y="583"/>
                  </a:lnTo>
                  <a:lnTo>
                    <a:pt x="289" y="583"/>
                  </a:lnTo>
                  <a:lnTo>
                    <a:pt x="289" y="583"/>
                  </a:lnTo>
                  <a:lnTo>
                    <a:pt x="291" y="585"/>
                  </a:lnTo>
                  <a:close/>
                  <a:moveTo>
                    <a:pt x="659" y="329"/>
                  </a:moveTo>
                  <a:lnTo>
                    <a:pt x="662" y="324"/>
                  </a:lnTo>
                  <a:lnTo>
                    <a:pt x="657" y="324"/>
                  </a:lnTo>
                  <a:lnTo>
                    <a:pt x="654" y="319"/>
                  </a:lnTo>
                  <a:lnTo>
                    <a:pt x="652" y="318"/>
                  </a:lnTo>
                  <a:lnTo>
                    <a:pt x="646" y="324"/>
                  </a:lnTo>
                  <a:lnTo>
                    <a:pt x="645" y="323"/>
                  </a:lnTo>
                  <a:lnTo>
                    <a:pt x="641" y="333"/>
                  </a:lnTo>
                  <a:lnTo>
                    <a:pt x="642" y="334"/>
                  </a:lnTo>
                  <a:lnTo>
                    <a:pt x="646" y="333"/>
                  </a:lnTo>
                  <a:lnTo>
                    <a:pt x="654" y="335"/>
                  </a:lnTo>
                  <a:lnTo>
                    <a:pt x="654" y="332"/>
                  </a:lnTo>
                  <a:lnTo>
                    <a:pt x="657" y="329"/>
                  </a:lnTo>
                  <a:lnTo>
                    <a:pt x="657" y="329"/>
                  </a:lnTo>
                  <a:lnTo>
                    <a:pt x="657" y="329"/>
                  </a:lnTo>
                  <a:lnTo>
                    <a:pt x="659" y="329"/>
                  </a:lnTo>
                  <a:close/>
                  <a:moveTo>
                    <a:pt x="368" y="0"/>
                  </a:moveTo>
                  <a:lnTo>
                    <a:pt x="375" y="1"/>
                  </a:lnTo>
                  <a:lnTo>
                    <a:pt x="379" y="6"/>
                  </a:lnTo>
                  <a:lnTo>
                    <a:pt x="386" y="9"/>
                  </a:lnTo>
                  <a:lnTo>
                    <a:pt x="400" y="9"/>
                  </a:lnTo>
                  <a:lnTo>
                    <a:pt x="409" y="11"/>
                  </a:lnTo>
                  <a:lnTo>
                    <a:pt x="409" y="11"/>
                  </a:lnTo>
                  <a:lnTo>
                    <a:pt x="408" y="24"/>
                  </a:lnTo>
                  <a:lnTo>
                    <a:pt x="405" y="31"/>
                  </a:lnTo>
                  <a:lnTo>
                    <a:pt x="405" y="31"/>
                  </a:lnTo>
                  <a:lnTo>
                    <a:pt x="391" y="30"/>
                  </a:lnTo>
                  <a:lnTo>
                    <a:pt x="392" y="27"/>
                  </a:lnTo>
                  <a:lnTo>
                    <a:pt x="387" y="24"/>
                  </a:lnTo>
                  <a:lnTo>
                    <a:pt x="383" y="20"/>
                  </a:lnTo>
                  <a:lnTo>
                    <a:pt x="380" y="19"/>
                  </a:lnTo>
                  <a:lnTo>
                    <a:pt x="378" y="16"/>
                  </a:lnTo>
                  <a:lnTo>
                    <a:pt x="378" y="13"/>
                  </a:lnTo>
                  <a:lnTo>
                    <a:pt x="372" y="13"/>
                  </a:lnTo>
                  <a:lnTo>
                    <a:pt x="366" y="10"/>
                  </a:lnTo>
                  <a:lnTo>
                    <a:pt x="365" y="7"/>
                  </a:lnTo>
                  <a:lnTo>
                    <a:pt x="367" y="4"/>
                  </a:lnTo>
                  <a:lnTo>
                    <a:pt x="368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8" name="Freeform 10">
              <a:extLst>
                <a:ext uri="{FF2B5EF4-FFF2-40B4-BE49-F238E27FC236}">
                  <a16:creationId xmlns:a16="http://schemas.microsoft.com/office/drawing/2014/main" id="{495E77CD-8235-47B3-944D-B8DBB429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065" y="2457225"/>
              <a:ext cx="111860" cy="98269"/>
            </a:xfrm>
            <a:custGeom>
              <a:avLst/>
              <a:gdLst>
                <a:gd name="T0" fmla="*/ 92 w 107"/>
                <a:gd name="T1" fmla="*/ 14 h 94"/>
                <a:gd name="T2" fmla="*/ 92 w 107"/>
                <a:gd name="T3" fmla="*/ 18 h 94"/>
                <a:gd name="T4" fmla="*/ 100 w 107"/>
                <a:gd name="T5" fmla="*/ 30 h 94"/>
                <a:gd name="T6" fmla="*/ 104 w 107"/>
                <a:gd name="T7" fmla="*/ 35 h 94"/>
                <a:gd name="T8" fmla="*/ 100 w 107"/>
                <a:gd name="T9" fmla="*/ 38 h 94"/>
                <a:gd name="T10" fmla="*/ 96 w 107"/>
                <a:gd name="T11" fmla="*/ 37 h 94"/>
                <a:gd name="T12" fmla="*/ 88 w 107"/>
                <a:gd name="T13" fmla="*/ 40 h 94"/>
                <a:gd name="T14" fmla="*/ 83 w 107"/>
                <a:gd name="T15" fmla="*/ 41 h 94"/>
                <a:gd name="T16" fmla="*/ 67 w 107"/>
                <a:gd name="T17" fmla="*/ 45 h 94"/>
                <a:gd name="T18" fmla="*/ 62 w 107"/>
                <a:gd name="T19" fmla="*/ 45 h 94"/>
                <a:gd name="T20" fmla="*/ 57 w 107"/>
                <a:gd name="T21" fmla="*/ 45 h 94"/>
                <a:gd name="T22" fmla="*/ 49 w 107"/>
                <a:gd name="T23" fmla="*/ 53 h 94"/>
                <a:gd name="T24" fmla="*/ 49 w 107"/>
                <a:gd name="T25" fmla="*/ 65 h 94"/>
                <a:gd name="T26" fmla="*/ 46 w 107"/>
                <a:gd name="T27" fmla="*/ 72 h 94"/>
                <a:gd name="T28" fmla="*/ 36 w 107"/>
                <a:gd name="T29" fmla="*/ 86 h 94"/>
                <a:gd name="T30" fmla="*/ 29 w 107"/>
                <a:gd name="T31" fmla="*/ 94 h 94"/>
                <a:gd name="T32" fmla="*/ 22 w 107"/>
                <a:gd name="T33" fmla="*/ 79 h 94"/>
                <a:gd name="T34" fmla="*/ 22 w 107"/>
                <a:gd name="T35" fmla="*/ 67 h 94"/>
                <a:gd name="T36" fmla="*/ 14 w 107"/>
                <a:gd name="T37" fmla="*/ 67 h 94"/>
                <a:gd name="T38" fmla="*/ 7 w 107"/>
                <a:gd name="T39" fmla="*/ 59 h 94"/>
                <a:gd name="T40" fmla="*/ 0 w 107"/>
                <a:gd name="T41" fmla="*/ 41 h 94"/>
                <a:gd name="T42" fmla="*/ 2 w 107"/>
                <a:gd name="T43" fmla="*/ 37 h 94"/>
                <a:gd name="T44" fmla="*/ 0 w 107"/>
                <a:gd name="T45" fmla="*/ 33 h 94"/>
                <a:gd name="T46" fmla="*/ 13 w 107"/>
                <a:gd name="T47" fmla="*/ 28 h 94"/>
                <a:gd name="T48" fmla="*/ 21 w 107"/>
                <a:gd name="T49" fmla="*/ 29 h 94"/>
                <a:gd name="T50" fmla="*/ 26 w 107"/>
                <a:gd name="T51" fmla="*/ 11 h 94"/>
                <a:gd name="T52" fmla="*/ 38 w 107"/>
                <a:gd name="T53" fmla="*/ 17 h 94"/>
                <a:gd name="T54" fmla="*/ 42 w 107"/>
                <a:gd name="T55" fmla="*/ 26 h 94"/>
                <a:gd name="T56" fmla="*/ 49 w 107"/>
                <a:gd name="T57" fmla="*/ 27 h 94"/>
                <a:gd name="T58" fmla="*/ 54 w 107"/>
                <a:gd name="T59" fmla="*/ 23 h 94"/>
                <a:gd name="T60" fmla="*/ 68 w 107"/>
                <a:gd name="T61" fmla="*/ 12 h 94"/>
                <a:gd name="T62" fmla="*/ 82 w 107"/>
                <a:gd name="T63" fmla="*/ 7 h 94"/>
                <a:gd name="T64" fmla="*/ 92 w 107"/>
                <a:gd name="T65" fmla="*/ 10 h 94"/>
                <a:gd name="T66" fmla="*/ 103 w 107"/>
                <a:gd name="T67" fmla="*/ 3 h 94"/>
                <a:gd name="T68" fmla="*/ 107 w 107"/>
                <a:gd name="T69" fmla="*/ 1 h 94"/>
                <a:gd name="T70" fmla="*/ 100 w 107"/>
                <a:gd name="T71" fmla="*/ 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7" h="94">
                  <a:moveTo>
                    <a:pt x="96" y="10"/>
                  </a:moveTo>
                  <a:lnTo>
                    <a:pt x="92" y="14"/>
                  </a:lnTo>
                  <a:lnTo>
                    <a:pt x="91" y="16"/>
                  </a:lnTo>
                  <a:lnTo>
                    <a:pt x="92" y="18"/>
                  </a:lnTo>
                  <a:lnTo>
                    <a:pt x="98" y="20"/>
                  </a:lnTo>
                  <a:lnTo>
                    <a:pt x="100" y="30"/>
                  </a:lnTo>
                  <a:lnTo>
                    <a:pt x="104" y="32"/>
                  </a:lnTo>
                  <a:lnTo>
                    <a:pt x="104" y="35"/>
                  </a:lnTo>
                  <a:lnTo>
                    <a:pt x="102" y="40"/>
                  </a:lnTo>
                  <a:lnTo>
                    <a:pt x="100" y="38"/>
                  </a:lnTo>
                  <a:lnTo>
                    <a:pt x="99" y="35"/>
                  </a:lnTo>
                  <a:lnTo>
                    <a:pt x="96" y="37"/>
                  </a:lnTo>
                  <a:lnTo>
                    <a:pt x="95" y="42"/>
                  </a:lnTo>
                  <a:lnTo>
                    <a:pt x="88" y="40"/>
                  </a:lnTo>
                  <a:lnTo>
                    <a:pt x="87" y="41"/>
                  </a:lnTo>
                  <a:lnTo>
                    <a:pt x="83" y="41"/>
                  </a:lnTo>
                  <a:lnTo>
                    <a:pt x="73" y="47"/>
                  </a:lnTo>
                  <a:lnTo>
                    <a:pt x="67" y="45"/>
                  </a:lnTo>
                  <a:lnTo>
                    <a:pt x="63" y="42"/>
                  </a:lnTo>
                  <a:lnTo>
                    <a:pt x="62" y="45"/>
                  </a:lnTo>
                  <a:lnTo>
                    <a:pt x="62" y="45"/>
                  </a:lnTo>
                  <a:lnTo>
                    <a:pt x="57" y="45"/>
                  </a:lnTo>
                  <a:lnTo>
                    <a:pt x="49" y="48"/>
                  </a:lnTo>
                  <a:lnTo>
                    <a:pt x="49" y="53"/>
                  </a:lnTo>
                  <a:lnTo>
                    <a:pt x="53" y="58"/>
                  </a:lnTo>
                  <a:lnTo>
                    <a:pt x="49" y="65"/>
                  </a:lnTo>
                  <a:lnTo>
                    <a:pt x="50" y="70"/>
                  </a:lnTo>
                  <a:lnTo>
                    <a:pt x="46" y="72"/>
                  </a:lnTo>
                  <a:lnTo>
                    <a:pt x="42" y="75"/>
                  </a:lnTo>
                  <a:lnTo>
                    <a:pt x="36" y="86"/>
                  </a:lnTo>
                  <a:lnTo>
                    <a:pt x="32" y="92"/>
                  </a:lnTo>
                  <a:lnTo>
                    <a:pt x="29" y="94"/>
                  </a:lnTo>
                  <a:lnTo>
                    <a:pt x="27" y="93"/>
                  </a:lnTo>
                  <a:lnTo>
                    <a:pt x="22" y="79"/>
                  </a:lnTo>
                  <a:lnTo>
                    <a:pt x="24" y="73"/>
                  </a:lnTo>
                  <a:lnTo>
                    <a:pt x="22" y="67"/>
                  </a:lnTo>
                  <a:lnTo>
                    <a:pt x="19" y="67"/>
                  </a:lnTo>
                  <a:lnTo>
                    <a:pt x="14" y="67"/>
                  </a:lnTo>
                  <a:lnTo>
                    <a:pt x="11" y="65"/>
                  </a:lnTo>
                  <a:lnTo>
                    <a:pt x="7" y="59"/>
                  </a:lnTo>
                  <a:lnTo>
                    <a:pt x="7" y="5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37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7" y="27"/>
                  </a:lnTo>
                  <a:lnTo>
                    <a:pt x="21" y="29"/>
                  </a:lnTo>
                  <a:lnTo>
                    <a:pt x="22" y="20"/>
                  </a:lnTo>
                  <a:lnTo>
                    <a:pt x="26" y="11"/>
                  </a:lnTo>
                  <a:lnTo>
                    <a:pt x="27" y="12"/>
                  </a:lnTo>
                  <a:lnTo>
                    <a:pt x="38" y="17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6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3"/>
                  </a:lnTo>
                  <a:lnTo>
                    <a:pt x="63" y="14"/>
                  </a:lnTo>
                  <a:lnTo>
                    <a:pt x="68" y="12"/>
                  </a:lnTo>
                  <a:lnTo>
                    <a:pt x="71" y="6"/>
                  </a:lnTo>
                  <a:lnTo>
                    <a:pt x="82" y="7"/>
                  </a:lnTo>
                  <a:lnTo>
                    <a:pt x="88" y="10"/>
                  </a:lnTo>
                  <a:lnTo>
                    <a:pt x="92" y="10"/>
                  </a:lnTo>
                  <a:lnTo>
                    <a:pt x="98" y="4"/>
                  </a:lnTo>
                  <a:lnTo>
                    <a:pt x="103" y="3"/>
                  </a:lnTo>
                  <a:lnTo>
                    <a:pt x="107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0" y="5"/>
                  </a:lnTo>
                  <a:lnTo>
                    <a:pt x="96" y="1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99" name="Freeform 11">
              <a:extLst>
                <a:ext uri="{FF2B5EF4-FFF2-40B4-BE49-F238E27FC236}">
                  <a16:creationId xmlns:a16="http://schemas.microsoft.com/office/drawing/2014/main" id="{CF4D8FA2-C616-46B3-84F7-A16548C561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2861" y="3177518"/>
              <a:ext cx="526890" cy="683703"/>
            </a:xfrm>
            <a:custGeom>
              <a:avLst/>
              <a:gdLst>
                <a:gd name="T0" fmla="*/ 16 w 504"/>
                <a:gd name="T1" fmla="*/ 330 h 654"/>
                <a:gd name="T2" fmla="*/ 75 w 504"/>
                <a:gd name="T3" fmla="*/ 283 h 654"/>
                <a:gd name="T4" fmla="*/ 97 w 504"/>
                <a:gd name="T5" fmla="*/ 281 h 654"/>
                <a:gd name="T6" fmla="*/ 95 w 504"/>
                <a:gd name="T7" fmla="*/ 324 h 654"/>
                <a:gd name="T8" fmla="*/ 37 w 504"/>
                <a:gd name="T9" fmla="*/ 319 h 654"/>
                <a:gd name="T10" fmla="*/ 63 w 504"/>
                <a:gd name="T11" fmla="*/ 302 h 654"/>
                <a:gd name="T12" fmla="*/ 133 w 504"/>
                <a:gd name="T13" fmla="*/ 161 h 654"/>
                <a:gd name="T14" fmla="*/ 147 w 504"/>
                <a:gd name="T15" fmla="*/ 175 h 654"/>
                <a:gd name="T16" fmla="*/ 137 w 504"/>
                <a:gd name="T17" fmla="*/ 229 h 654"/>
                <a:gd name="T18" fmla="*/ 133 w 504"/>
                <a:gd name="T19" fmla="*/ 257 h 654"/>
                <a:gd name="T20" fmla="*/ 103 w 504"/>
                <a:gd name="T21" fmla="*/ 263 h 654"/>
                <a:gd name="T22" fmla="*/ 58 w 504"/>
                <a:gd name="T23" fmla="*/ 263 h 654"/>
                <a:gd name="T24" fmla="*/ 30 w 504"/>
                <a:gd name="T25" fmla="*/ 177 h 654"/>
                <a:gd name="T26" fmla="*/ 382 w 504"/>
                <a:gd name="T27" fmla="*/ 82 h 654"/>
                <a:gd name="T28" fmla="*/ 359 w 504"/>
                <a:gd name="T29" fmla="*/ 8 h 654"/>
                <a:gd name="T30" fmla="*/ 389 w 504"/>
                <a:gd name="T31" fmla="*/ 22 h 654"/>
                <a:gd name="T32" fmla="*/ 362 w 504"/>
                <a:gd name="T33" fmla="*/ 55 h 654"/>
                <a:gd name="T34" fmla="*/ 371 w 504"/>
                <a:gd name="T35" fmla="*/ 92 h 654"/>
                <a:gd name="T36" fmla="*/ 369 w 504"/>
                <a:gd name="T37" fmla="*/ 120 h 654"/>
                <a:gd name="T38" fmla="*/ 425 w 504"/>
                <a:gd name="T39" fmla="*/ 136 h 654"/>
                <a:gd name="T40" fmla="*/ 486 w 504"/>
                <a:gd name="T41" fmla="*/ 169 h 654"/>
                <a:gd name="T42" fmla="*/ 463 w 504"/>
                <a:gd name="T43" fmla="*/ 174 h 654"/>
                <a:gd name="T44" fmla="*/ 446 w 504"/>
                <a:gd name="T45" fmla="*/ 181 h 654"/>
                <a:gd name="T46" fmla="*/ 452 w 504"/>
                <a:gd name="T47" fmla="*/ 226 h 654"/>
                <a:gd name="T48" fmla="*/ 433 w 504"/>
                <a:gd name="T49" fmla="*/ 272 h 654"/>
                <a:gd name="T50" fmla="*/ 441 w 504"/>
                <a:gd name="T51" fmla="*/ 327 h 654"/>
                <a:gd name="T52" fmla="*/ 495 w 504"/>
                <a:gd name="T53" fmla="*/ 362 h 654"/>
                <a:gd name="T54" fmla="*/ 485 w 504"/>
                <a:gd name="T55" fmla="*/ 423 h 654"/>
                <a:gd name="T56" fmla="*/ 455 w 504"/>
                <a:gd name="T57" fmla="*/ 447 h 654"/>
                <a:gd name="T58" fmla="*/ 380 w 504"/>
                <a:gd name="T59" fmla="*/ 527 h 654"/>
                <a:gd name="T60" fmla="*/ 314 w 504"/>
                <a:gd name="T61" fmla="*/ 559 h 654"/>
                <a:gd name="T62" fmla="*/ 261 w 504"/>
                <a:gd name="T63" fmla="*/ 597 h 654"/>
                <a:gd name="T64" fmla="*/ 195 w 504"/>
                <a:gd name="T65" fmla="*/ 653 h 654"/>
                <a:gd name="T66" fmla="*/ 181 w 504"/>
                <a:gd name="T67" fmla="*/ 592 h 654"/>
                <a:gd name="T68" fmla="*/ 146 w 504"/>
                <a:gd name="T69" fmla="*/ 577 h 654"/>
                <a:gd name="T70" fmla="*/ 122 w 504"/>
                <a:gd name="T71" fmla="*/ 558 h 654"/>
                <a:gd name="T72" fmla="*/ 58 w 504"/>
                <a:gd name="T73" fmla="*/ 558 h 654"/>
                <a:gd name="T74" fmla="*/ 89 w 504"/>
                <a:gd name="T75" fmla="*/ 535 h 654"/>
                <a:gd name="T76" fmla="*/ 118 w 504"/>
                <a:gd name="T77" fmla="*/ 515 h 654"/>
                <a:gd name="T78" fmla="*/ 112 w 504"/>
                <a:gd name="T79" fmla="*/ 511 h 654"/>
                <a:gd name="T80" fmla="*/ 82 w 504"/>
                <a:gd name="T81" fmla="*/ 486 h 654"/>
                <a:gd name="T82" fmla="*/ 53 w 504"/>
                <a:gd name="T83" fmla="*/ 491 h 654"/>
                <a:gd name="T84" fmla="*/ 48 w 504"/>
                <a:gd name="T85" fmla="*/ 449 h 654"/>
                <a:gd name="T86" fmla="*/ 48 w 504"/>
                <a:gd name="T87" fmla="*/ 411 h 654"/>
                <a:gd name="T88" fmla="*/ 76 w 504"/>
                <a:gd name="T89" fmla="*/ 395 h 654"/>
                <a:gd name="T90" fmla="*/ 103 w 504"/>
                <a:gd name="T91" fmla="*/ 384 h 654"/>
                <a:gd name="T92" fmla="*/ 125 w 504"/>
                <a:gd name="T93" fmla="*/ 342 h 654"/>
                <a:gd name="T94" fmla="*/ 157 w 504"/>
                <a:gd name="T95" fmla="*/ 302 h 654"/>
                <a:gd name="T96" fmla="*/ 138 w 504"/>
                <a:gd name="T97" fmla="*/ 281 h 654"/>
                <a:gd name="T98" fmla="*/ 158 w 504"/>
                <a:gd name="T99" fmla="*/ 257 h 654"/>
                <a:gd name="T100" fmla="*/ 172 w 504"/>
                <a:gd name="T101" fmla="*/ 225 h 654"/>
                <a:gd name="T102" fmla="*/ 198 w 504"/>
                <a:gd name="T103" fmla="*/ 201 h 654"/>
                <a:gd name="T104" fmla="*/ 186 w 504"/>
                <a:gd name="T105" fmla="*/ 177 h 654"/>
                <a:gd name="T106" fmla="*/ 173 w 504"/>
                <a:gd name="T107" fmla="*/ 150 h 654"/>
                <a:gd name="T108" fmla="*/ 152 w 504"/>
                <a:gd name="T109" fmla="*/ 133 h 654"/>
                <a:gd name="T110" fmla="*/ 187 w 504"/>
                <a:gd name="T111" fmla="*/ 96 h 654"/>
                <a:gd name="T112" fmla="*/ 212 w 504"/>
                <a:gd name="T113" fmla="*/ 153 h 654"/>
                <a:gd name="T114" fmla="*/ 231 w 504"/>
                <a:gd name="T115" fmla="*/ 173 h 654"/>
                <a:gd name="T116" fmla="*/ 257 w 504"/>
                <a:gd name="T117" fmla="*/ 161 h 654"/>
                <a:gd name="T118" fmla="*/ 267 w 504"/>
                <a:gd name="T119" fmla="*/ 130 h 654"/>
                <a:gd name="T120" fmla="*/ 277 w 504"/>
                <a:gd name="T121" fmla="*/ 122 h 654"/>
                <a:gd name="T122" fmla="*/ 251 w 504"/>
                <a:gd name="T123" fmla="*/ 52 h 654"/>
                <a:gd name="T124" fmla="*/ 306 w 504"/>
                <a:gd name="T125" fmla="*/ 117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4" h="654">
                  <a:moveTo>
                    <a:pt x="27" y="296"/>
                  </a:moveTo>
                  <a:lnTo>
                    <a:pt x="29" y="294"/>
                  </a:lnTo>
                  <a:lnTo>
                    <a:pt x="35" y="298"/>
                  </a:lnTo>
                  <a:lnTo>
                    <a:pt x="34" y="300"/>
                  </a:lnTo>
                  <a:lnTo>
                    <a:pt x="34" y="306"/>
                  </a:lnTo>
                  <a:lnTo>
                    <a:pt x="32" y="311"/>
                  </a:lnTo>
                  <a:lnTo>
                    <a:pt x="33" y="312"/>
                  </a:lnTo>
                  <a:lnTo>
                    <a:pt x="32" y="315"/>
                  </a:lnTo>
                  <a:lnTo>
                    <a:pt x="28" y="319"/>
                  </a:lnTo>
                  <a:lnTo>
                    <a:pt x="27" y="322"/>
                  </a:lnTo>
                  <a:lnTo>
                    <a:pt x="28" y="322"/>
                  </a:lnTo>
                  <a:lnTo>
                    <a:pt x="23" y="328"/>
                  </a:lnTo>
                  <a:lnTo>
                    <a:pt x="16" y="333"/>
                  </a:lnTo>
                  <a:lnTo>
                    <a:pt x="15" y="330"/>
                  </a:lnTo>
                  <a:lnTo>
                    <a:pt x="16" y="330"/>
                  </a:lnTo>
                  <a:lnTo>
                    <a:pt x="13" y="327"/>
                  </a:lnTo>
                  <a:lnTo>
                    <a:pt x="14" y="326"/>
                  </a:lnTo>
                  <a:lnTo>
                    <a:pt x="13" y="323"/>
                  </a:lnTo>
                  <a:lnTo>
                    <a:pt x="7" y="319"/>
                  </a:lnTo>
                  <a:lnTo>
                    <a:pt x="5" y="316"/>
                  </a:lnTo>
                  <a:lnTo>
                    <a:pt x="8" y="311"/>
                  </a:lnTo>
                  <a:lnTo>
                    <a:pt x="13" y="309"/>
                  </a:lnTo>
                  <a:lnTo>
                    <a:pt x="21" y="300"/>
                  </a:lnTo>
                  <a:lnTo>
                    <a:pt x="24" y="293"/>
                  </a:lnTo>
                  <a:lnTo>
                    <a:pt x="27" y="296"/>
                  </a:lnTo>
                  <a:close/>
                  <a:moveTo>
                    <a:pt x="67" y="295"/>
                  </a:moveTo>
                  <a:lnTo>
                    <a:pt x="70" y="292"/>
                  </a:lnTo>
                  <a:lnTo>
                    <a:pt x="68" y="290"/>
                  </a:lnTo>
                  <a:lnTo>
                    <a:pt x="69" y="289"/>
                  </a:lnTo>
                  <a:lnTo>
                    <a:pt x="75" y="283"/>
                  </a:lnTo>
                  <a:lnTo>
                    <a:pt x="81" y="279"/>
                  </a:lnTo>
                  <a:lnTo>
                    <a:pt x="81" y="276"/>
                  </a:lnTo>
                  <a:lnTo>
                    <a:pt x="84" y="272"/>
                  </a:lnTo>
                  <a:lnTo>
                    <a:pt x="83" y="271"/>
                  </a:lnTo>
                  <a:lnTo>
                    <a:pt x="84" y="267"/>
                  </a:lnTo>
                  <a:lnTo>
                    <a:pt x="88" y="267"/>
                  </a:lnTo>
                  <a:lnTo>
                    <a:pt x="87" y="270"/>
                  </a:lnTo>
                  <a:lnTo>
                    <a:pt x="89" y="270"/>
                  </a:lnTo>
                  <a:lnTo>
                    <a:pt x="91" y="275"/>
                  </a:lnTo>
                  <a:lnTo>
                    <a:pt x="94" y="278"/>
                  </a:lnTo>
                  <a:lnTo>
                    <a:pt x="95" y="281"/>
                  </a:lnTo>
                  <a:lnTo>
                    <a:pt x="92" y="282"/>
                  </a:lnTo>
                  <a:lnTo>
                    <a:pt x="92" y="283"/>
                  </a:lnTo>
                  <a:lnTo>
                    <a:pt x="95" y="281"/>
                  </a:lnTo>
                  <a:lnTo>
                    <a:pt x="97" y="281"/>
                  </a:lnTo>
                  <a:lnTo>
                    <a:pt x="100" y="286"/>
                  </a:lnTo>
                  <a:lnTo>
                    <a:pt x="106" y="289"/>
                  </a:lnTo>
                  <a:lnTo>
                    <a:pt x="104" y="290"/>
                  </a:lnTo>
                  <a:lnTo>
                    <a:pt x="106" y="292"/>
                  </a:lnTo>
                  <a:lnTo>
                    <a:pt x="108" y="289"/>
                  </a:lnTo>
                  <a:lnTo>
                    <a:pt x="107" y="290"/>
                  </a:lnTo>
                  <a:lnTo>
                    <a:pt x="108" y="291"/>
                  </a:lnTo>
                  <a:lnTo>
                    <a:pt x="108" y="292"/>
                  </a:lnTo>
                  <a:lnTo>
                    <a:pt x="111" y="296"/>
                  </a:lnTo>
                  <a:lnTo>
                    <a:pt x="96" y="318"/>
                  </a:lnTo>
                  <a:lnTo>
                    <a:pt x="97" y="319"/>
                  </a:lnTo>
                  <a:lnTo>
                    <a:pt x="99" y="320"/>
                  </a:lnTo>
                  <a:lnTo>
                    <a:pt x="97" y="324"/>
                  </a:lnTo>
                  <a:lnTo>
                    <a:pt x="96" y="323"/>
                  </a:lnTo>
                  <a:lnTo>
                    <a:pt x="95" y="324"/>
                  </a:lnTo>
                  <a:lnTo>
                    <a:pt x="92" y="323"/>
                  </a:lnTo>
                  <a:lnTo>
                    <a:pt x="84" y="322"/>
                  </a:lnTo>
                  <a:lnTo>
                    <a:pt x="72" y="312"/>
                  </a:lnTo>
                  <a:lnTo>
                    <a:pt x="70" y="313"/>
                  </a:lnTo>
                  <a:lnTo>
                    <a:pt x="68" y="312"/>
                  </a:lnTo>
                  <a:lnTo>
                    <a:pt x="67" y="313"/>
                  </a:lnTo>
                  <a:lnTo>
                    <a:pt x="61" y="314"/>
                  </a:lnTo>
                  <a:lnTo>
                    <a:pt x="54" y="322"/>
                  </a:lnTo>
                  <a:lnTo>
                    <a:pt x="50" y="321"/>
                  </a:lnTo>
                  <a:lnTo>
                    <a:pt x="48" y="322"/>
                  </a:lnTo>
                  <a:lnTo>
                    <a:pt x="46" y="322"/>
                  </a:lnTo>
                  <a:lnTo>
                    <a:pt x="44" y="322"/>
                  </a:lnTo>
                  <a:lnTo>
                    <a:pt x="40" y="323"/>
                  </a:lnTo>
                  <a:lnTo>
                    <a:pt x="37" y="320"/>
                  </a:lnTo>
                  <a:lnTo>
                    <a:pt x="37" y="319"/>
                  </a:lnTo>
                  <a:lnTo>
                    <a:pt x="39" y="316"/>
                  </a:lnTo>
                  <a:lnTo>
                    <a:pt x="41" y="311"/>
                  </a:lnTo>
                  <a:lnTo>
                    <a:pt x="43" y="312"/>
                  </a:lnTo>
                  <a:lnTo>
                    <a:pt x="43" y="311"/>
                  </a:lnTo>
                  <a:lnTo>
                    <a:pt x="43" y="311"/>
                  </a:lnTo>
                  <a:lnTo>
                    <a:pt x="44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50" y="311"/>
                  </a:lnTo>
                  <a:lnTo>
                    <a:pt x="51" y="312"/>
                  </a:lnTo>
                  <a:lnTo>
                    <a:pt x="54" y="310"/>
                  </a:lnTo>
                  <a:lnTo>
                    <a:pt x="58" y="310"/>
                  </a:lnTo>
                  <a:lnTo>
                    <a:pt x="59" y="308"/>
                  </a:lnTo>
                  <a:lnTo>
                    <a:pt x="58" y="306"/>
                  </a:lnTo>
                  <a:lnTo>
                    <a:pt x="63" y="302"/>
                  </a:lnTo>
                  <a:lnTo>
                    <a:pt x="64" y="299"/>
                  </a:lnTo>
                  <a:lnTo>
                    <a:pt x="64" y="299"/>
                  </a:lnTo>
                  <a:lnTo>
                    <a:pt x="67" y="295"/>
                  </a:lnTo>
                  <a:close/>
                  <a:moveTo>
                    <a:pt x="98" y="112"/>
                  </a:moveTo>
                  <a:lnTo>
                    <a:pt x="122" y="142"/>
                  </a:lnTo>
                  <a:lnTo>
                    <a:pt x="122" y="142"/>
                  </a:lnTo>
                  <a:lnTo>
                    <a:pt x="124" y="143"/>
                  </a:lnTo>
                  <a:lnTo>
                    <a:pt x="125" y="142"/>
                  </a:lnTo>
                  <a:lnTo>
                    <a:pt x="128" y="147"/>
                  </a:lnTo>
                  <a:lnTo>
                    <a:pt x="129" y="147"/>
                  </a:lnTo>
                  <a:lnTo>
                    <a:pt x="130" y="147"/>
                  </a:lnTo>
                  <a:lnTo>
                    <a:pt x="133" y="145"/>
                  </a:lnTo>
                  <a:lnTo>
                    <a:pt x="141" y="156"/>
                  </a:lnTo>
                  <a:lnTo>
                    <a:pt x="135" y="161"/>
                  </a:lnTo>
                  <a:lnTo>
                    <a:pt x="133" y="161"/>
                  </a:lnTo>
                  <a:lnTo>
                    <a:pt x="133" y="158"/>
                  </a:lnTo>
                  <a:lnTo>
                    <a:pt x="129" y="159"/>
                  </a:lnTo>
                  <a:lnTo>
                    <a:pt x="126" y="161"/>
                  </a:lnTo>
                  <a:lnTo>
                    <a:pt x="124" y="161"/>
                  </a:lnTo>
                  <a:lnTo>
                    <a:pt x="119" y="164"/>
                  </a:lnTo>
                  <a:lnTo>
                    <a:pt x="120" y="167"/>
                  </a:lnTo>
                  <a:lnTo>
                    <a:pt x="122" y="166"/>
                  </a:lnTo>
                  <a:lnTo>
                    <a:pt x="122" y="167"/>
                  </a:lnTo>
                  <a:lnTo>
                    <a:pt x="128" y="164"/>
                  </a:lnTo>
                  <a:lnTo>
                    <a:pt x="129" y="166"/>
                  </a:lnTo>
                  <a:lnTo>
                    <a:pt x="136" y="162"/>
                  </a:lnTo>
                  <a:lnTo>
                    <a:pt x="143" y="170"/>
                  </a:lnTo>
                  <a:lnTo>
                    <a:pt x="144" y="170"/>
                  </a:lnTo>
                  <a:lnTo>
                    <a:pt x="146" y="175"/>
                  </a:lnTo>
                  <a:lnTo>
                    <a:pt x="147" y="175"/>
                  </a:lnTo>
                  <a:lnTo>
                    <a:pt x="149" y="177"/>
                  </a:lnTo>
                  <a:lnTo>
                    <a:pt x="143" y="183"/>
                  </a:lnTo>
                  <a:lnTo>
                    <a:pt x="141" y="184"/>
                  </a:lnTo>
                  <a:lnTo>
                    <a:pt x="135" y="191"/>
                  </a:lnTo>
                  <a:lnTo>
                    <a:pt x="131" y="199"/>
                  </a:lnTo>
                  <a:lnTo>
                    <a:pt x="130" y="204"/>
                  </a:lnTo>
                  <a:lnTo>
                    <a:pt x="127" y="207"/>
                  </a:lnTo>
                  <a:lnTo>
                    <a:pt x="132" y="217"/>
                  </a:lnTo>
                  <a:lnTo>
                    <a:pt x="131" y="218"/>
                  </a:lnTo>
                  <a:lnTo>
                    <a:pt x="132" y="218"/>
                  </a:lnTo>
                  <a:lnTo>
                    <a:pt x="132" y="220"/>
                  </a:lnTo>
                  <a:lnTo>
                    <a:pt x="133" y="224"/>
                  </a:lnTo>
                  <a:lnTo>
                    <a:pt x="129" y="232"/>
                  </a:lnTo>
                  <a:lnTo>
                    <a:pt x="134" y="234"/>
                  </a:lnTo>
                  <a:lnTo>
                    <a:pt x="137" y="229"/>
                  </a:lnTo>
                  <a:lnTo>
                    <a:pt x="141" y="226"/>
                  </a:lnTo>
                  <a:lnTo>
                    <a:pt x="142" y="228"/>
                  </a:lnTo>
                  <a:lnTo>
                    <a:pt x="146" y="228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6" y="237"/>
                  </a:lnTo>
                  <a:lnTo>
                    <a:pt x="145" y="240"/>
                  </a:lnTo>
                  <a:lnTo>
                    <a:pt x="141" y="242"/>
                  </a:lnTo>
                  <a:lnTo>
                    <a:pt x="141" y="245"/>
                  </a:lnTo>
                  <a:lnTo>
                    <a:pt x="138" y="251"/>
                  </a:lnTo>
                  <a:lnTo>
                    <a:pt x="138" y="256"/>
                  </a:lnTo>
                  <a:lnTo>
                    <a:pt x="134" y="262"/>
                  </a:lnTo>
                  <a:lnTo>
                    <a:pt x="131" y="259"/>
                  </a:lnTo>
                  <a:lnTo>
                    <a:pt x="133" y="258"/>
                  </a:lnTo>
                  <a:lnTo>
                    <a:pt x="133" y="257"/>
                  </a:lnTo>
                  <a:lnTo>
                    <a:pt x="130" y="258"/>
                  </a:lnTo>
                  <a:lnTo>
                    <a:pt x="129" y="259"/>
                  </a:lnTo>
                  <a:lnTo>
                    <a:pt x="125" y="259"/>
                  </a:lnTo>
                  <a:lnTo>
                    <a:pt x="125" y="261"/>
                  </a:lnTo>
                  <a:lnTo>
                    <a:pt x="122" y="263"/>
                  </a:lnTo>
                  <a:lnTo>
                    <a:pt x="121" y="264"/>
                  </a:lnTo>
                  <a:lnTo>
                    <a:pt x="116" y="263"/>
                  </a:lnTo>
                  <a:lnTo>
                    <a:pt x="112" y="264"/>
                  </a:lnTo>
                  <a:lnTo>
                    <a:pt x="111" y="264"/>
                  </a:lnTo>
                  <a:lnTo>
                    <a:pt x="108" y="265"/>
                  </a:lnTo>
                  <a:lnTo>
                    <a:pt x="106" y="264"/>
                  </a:lnTo>
                  <a:lnTo>
                    <a:pt x="106" y="262"/>
                  </a:lnTo>
                  <a:lnTo>
                    <a:pt x="105" y="261"/>
                  </a:lnTo>
                  <a:lnTo>
                    <a:pt x="103" y="262"/>
                  </a:lnTo>
                  <a:lnTo>
                    <a:pt x="103" y="263"/>
                  </a:lnTo>
                  <a:lnTo>
                    <a:pt x="96" y="260"/>
                  </a:lnTo>
                  <a:lnTo>
                    <a:pt x="95" y="257"/>
                  </a:lnTo>
                  <a:lnTo>
                    <a:pt x="97" y="256"/>
                  </a:lnTo>
                  <a:lnTo>
                    <a:pt x="96" y="255"/>
                  </a:lnTo>
                  <a:lnTo>
                    <a:pt x="92" y="251"/>
                  </a:lnTo>
                  <a:lnTo>
                    <a:pt x="87" y="255"/>
                  </a:lnTo>
                  <a:lnTo>
                    <a:pt x="81" y="262"/>
                  </a:lnTo>
                  <a:lnTo>
                    <a:pt x="80" y="262"/>
                  </a:lnTo>
                  <a:lnTo>
                    <a:pt x="78" y="260"/>
                  </a:lnTo>
                  <a:lnTo>
                    <a:pt x="74" y="266"/>
                  </a:lnTo>
                  <a:lnTo>
                    <a:pt x="72" y="267"/>
                  </a:lnTo>
                  <a:lnTo>
                    <a:pt x="67" y="264"/>
                  </a:lnTo>
                  <a:lnTo>
                    <a:pt x="65" y="269"/>
                  </a:lnTo>
                  <a:lnTo>
                    <a:pt x="63" y="265"/>
                  </a:lnTo>
                  <a:lnTo>
                    <a:pt x="58" y="263"/>
                  </a:lnTo>
                  <a:lnTo>
                    <a:pt x="54" y="257"/>
                  </a:lnTo>
                  <a:lnTo>
                    <a:pt x="49" y="254"/>
                  </a:lnTo>
                  <a:lnTo>
                    <a:pt x="44" y="257"/>
                  </a:lnTo>
                  <a:lnTo>
                    <a:pt x="35" y="248"/>
                  </a:lnTo>
                  <a:lnTo>
                    <a:pt x="31" y="245"/>
                  </a:lnTo>
                  <a:lnTo>
                    <a:pt x="30" y="248"/>
                  </a:lnTo>
                  <a:lnTo>
                    <a:pt x="28" y="250"/>
                  </a:lnTo>
                  <a:lnTo>
                    <a:pt x="27" y="249"/>
                  </a:lnTo>
                  <a:lnTo>
                    <a:pt x="29" y="245"/>
                  </a:lnTo>
                  <a:lnTo>
                    <a:pt x="36" y="239"/>
                  </a:lnTo>
                  <a:lnTo>
                    <a:pt x="34" y="234"/>
                  </a:lnTo>
                  <a:lnTo>
                    <a:pt x="29" y="237"/>
                  </a:lnTo>
                  <a:lnTo>
                    <a:pt x="0" y="206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98" y="112"/>
                  </a:lnTo>
                  <a:close/>
                  <a:moveTo>
                    <a:pt x="389" y="82"/>
                  </a:moveTo>
                  <a:lnTo>
                    <a:pt x="389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2" y="93"/>
                  </a:lnTo>
                  <a:lnTo>
                    <a:pt x="381" y="93"/>
                  </a:lnTo>
                  <a:lnTo>
                    <a:pt x="376" y="95"/>
                  </a:lnTo>
                  <a:lnTo>
                    <a:pt x="373" y="88"/>
                  </a:lnTo>
                  <a:lnTo>
                    <a:pt x="375" y="87"/>
                  </a:lnTo>
                  <a:lnTo>
                    <a:pt x="376" y="87"/>
                  </a:lnTo>
                  <a:lnTo>
                    <a:pt x="376" y="87"/>
                  </a:lnTo>
                  <a:lnTo>
                    <a:pt x="375" y="86"/>
                  </a:lnTo>
                  <a:lnTo>
                    <a:pt x="376" y="85"/>
                  </a:lnTo>
                  <a:lnTo>
                    <a:pt x="382" y="82"/>
                  </a:lnTo>
                  <a:lnTo>
                    <a:pt x="382" y="83"/>
                  </a:lnTo>
                  <a:lnTo>
                    <a:pt x="386" y="81"/>
                  </a:lnTo>
                  <a:lnTo>
                    <a:pt x="384" y="78"/>
                  </a:lnTo>
                  <a:lnTo>
                    <a:pt x="386" y="77"/>
                  </a:lnTo>
                  <a:lnTo>
                    <a:pt x="389" y="79"/>
                  </a:lnTo>
                  <a:lnTo>
                    <a:pt x="389" y="82"/>
                  </a:lnTo>
                  <a:lnTo>
                    <a:pt x="389" y="82"/>
                  </a:lnTo>
                  <a:lnTo>
                    <a:pt x="389" y="82"/>
                  </a:lnTo>
                  <a:close/>
                  <a:moveTo>
                    <a:pt x="243" y="34"/>
                  </a:moveTo>
                  <a:lnTo>
                    <a:pt x="251" y="35"/>
                  </a:lnTo>
                  <a:lnTo>
                    <a:pt x="278" y="35"/>
                  </a:lnTo>
                  <a:lnTo>
                    <a:pt x="324" y="24"/>
                  </a:lnTo>
                  <a:lnTo>
                    <a:pt x="326" y="24"/>
                  </a:lnTo>
                  <a:lnTo>
                    <a:pt x="327" y="24"/>
                  </a:lnTo>
                  <a:lnTo>
                    <a:pt x="359" y="8"/>
                  </a:lnTo>
                  <a:lnTo>
                    <a:pt x="359" y="5"/>
                  </a:lnTo>
                  <a:lnTo>
                    <a:pt x="362" y="6"/>
                  </a:lnTo>
                  <a:lnTo>
                    <a:pt x="366" y="0"/>
                  </a:lnTo>
                  <a:lnTo>
                    <a:pt x="370" y="3"/>
                  </a:lnTo>
                  <a:lnTo>
                    <a:pt x="372" y="0"/>
                  </a:lnTo>
                  <a:lnTo>
                    <a:pt x="373" y="2"/>
                  </a:lnTo>
                  <a:lnTo>
                    <a:pt x="375" y="0"/>
                  </a:lnTo>
                  <a:lnTo>
                    <a:pt x="379" y="5"/>
                  </a:lnTo>
                  <a:lnTo>
                    <a:pt x="380" y="10"/>
                  </a:lnTo>
                  <a:lnTo>
                    <a:pt x="382" y="9"/>
                  </a:lnTo>
                  <a:lnTo>
                    <a:pt x="383" y="9"/>
                  </a:lnTo>
                  <a:lnTo>
                    <a:pt x="383" y="11"/>
                  </a:lnTo>
                  <a:lnTo>
                    <a:pt x="379" y="16"/>
                  </a:lnTo>
                  <a:lnTo>
                    <a:pt x="384" y="18"/>
                  </a:lnTo>
                  <a:lnTo>
                    <a:pt x="389" y="22"/>
                  </a:lnTo>
                  <a:lnTo>
                    <a:pt x="390" y="26"/>
                  </a:lnTo>
                  <a:lnTo>
                    <a:pt x="389" y="27"/>
                  </a:lnTo>
                  <a:lnTo>
                    <a:pt x="384" y="33"/>
                  </a:lnTo>
                  <a:lnTo>
                    <a:pt x="378" y="36"/>
                  </a:lnTo>
                  <a:lnTo>
                    <a:pt x="379" y="38"/>
                  </a:lnTo>
                  <a:lnTo>
                    <a:pt x="375" y="40"/>
                  </a:lnTo>
                  <a:lnTo>
                    <a:pt x="375" y="41"/>
                  </a:lnTo>
                  <a:lnTo>
                    <a:pt x="373" y="41"/>
                  </a:lnTo>
                  <a:lnTo>
                    <a:pt x="373" y="46"/>
                  </a:lnTo>
                  <a:lnTo>
                    <a:pt x="367" y="46"/>
                  </a:lnTo>
                  <a:lnTo>
                    <a:pt x="367" y="49"/>
                  </a:lnTo>
                  <a:lnTo>
                    <a:pt x="358" y="49"/>
                  </a:lnTo>
                  <a:lnTo>
                    <a:pt x="357" y="53"/>
                  </a:lnTo>
                  <a:lnTo>
                    <a:pt x="360" y="54"/>
                  </a:lnTo>
                  <a:lnTo>
                    <a:pt x="362" y="55"/>
                  </a:lnTo>
                  <a:lnTo>
                    <a:pt x="367" y="54"/>
                  </a:lnTo>
                  <a:lnTo>
                    <a:pt x="370" y="58"/>
                  </a:lnTo>
                  <a:lnTo>
                    <a:pt x="369" y="61"/>
                  </a:lnTo>
                  <a:lnTo>
                    <a:pt x="368" y="67"/>
                  </a:lnTo>
                  <a:lnTo>
                    <a:pt x="370" y="69"/>
                  </a:lnTo>
                  <a:lnTo>
                    <a:pt x="370" y="74"/>
                  </a:lnTo>
                  <a:lnTo>
                    <a:pt x="365" y="78"/>
                  </a:lnTo>
                  <a:lnTo>
                    <a:pt x="365" y="79"/>
                  </a:lnTo>
                  <a:lnTo>
                    <a:pt x="365" y="80"/>
                  </a:lnTo>
                  <a:lnTo>
                    <a:pt x="368" y="85"/>
                  </a:lnTo>
                  <a:lnTo>
                    <a:pt x="369" y="85"/>
                  </a:lnTo>
                  <a:lnTo>
                    <a:pt x="370" y="87"/>
                  </a:lnTo>
                  <a:lnTo>
                    <a:pt x="371" y="87"/>
                  </a:lnTo>
                  <a:lnTo>
                    <a:pt x="372" y="91"/>
                  </a:lnTo>
                  <a:lnTo>
                    <a:pt x="371" y="92"/>
                  </a:lnTo>
                  <a:lnTo>
                    <a:pt x="371" y="95"/>
                  </a:lnTo>
                  <a:lnTo>
                    <a:pt x="367" y="95"/>
                  </a:lnTo>
                  <a:lnTo>
                    <a:pt x="367" y="98"/>
                  </a:lnTo>
                  <a:lnTo>
                    <a:pt x="366" y="98"/>
                  </a:lnTo>
                  <a:lnTo>
                    <a:pt x="367" y="104"/>
                  </a:lnTo>
                  <a:lnTo>
                    <a:pt x="367" y="106"/>
                  </a:lnTo>
                  <a:lnTo>
                    <a:pt x="367" y="109"/>
                  </a:lnTo>
                  <a:lnTo>
                    <a:pt x="368" y="113"/>
                  </a:lnTo>
                  <a:lnTo>
                    <a:pt x="362" y="119"/>
                  </a:lnTo>
                  <a:lnTo>
                    <a:pt x="353" y="123"/>
                  </a:lnTo>
                  <a:lnTo>
                    <a:pt x="358" y="125"/>
                  </a:lnTo>
                  <a:lnTo>
                    <a:pt x="359" y="123"/>
                  </a:lnTo>
                  <a:lnTo>
                    <a:pt x="362" y="121"/>
                  </a:lnTo>
                  <a:lnTo>
                    <a:pt x="365" y="121"/>
                  </a:lnTo>
                  <a:lnTo>
                    <a:pt x="369" y="120"/>
                  </a:lnTo>
                  <a:lnTo>
                    <a:pt x="372" y="122"/>
                  </a:lnTo>
                  <a:lnTo>
                    <a:pt x="375" y="125"/>
                  </a:lnTo>
                  <a:lnTo>
                    <a:pt x="376" y="126"/>
                  </a:lnTo>
                  <a:lnTo>
                    <a:pt x="381" y="120"/>
                  </a:lnTo>
                  <a:lnTo>
                    <a:pt x="386" y="120"/>
                  </a:lnTo>
                  <a:lnTo>
                    <a:pt x="384" y="120"/>
                  </a:lnTo>
                  <a:lnTo>
                    <a:pt x="385" y="123"/>
                  </a:lnTo>
                  <a:lnTo>
                    <a:pt x="388" y="124"/>
                  </a:lnTo>
                  <a:lnTo>
                    <a:pt x="390" y="126"/>
                  </a:lnTo>
                  <a:lnTo>
                    <a:pt x="396" y="126"/>
                  </a:lnTo>
                  <a:lnTo>
                    <a:pt x="397" y="123"/>
                  </a:lnTo>
                  <a:lnTo>
                    <a:pt x="409" y="126"/>
                  </a:lnTo>
                  <a:lnTo>
                    <a:pt x="414" y="131"/>
                  </a:lnTo>
                  <a:lnTo>
                    <a:pt x="419" y="133"/>
                  </a:lnTo>
                  <a:lnTo>
                    <a:pt x="425" y="136"/>
                  </a:lnTo>
                  <a:lnTo>
                    <a:pt x="427" y="136"/>
                  </a:lnTo>
                  <a:lnTo>
                    <a:pt x="430" y="131"/>
                  </a:lnTo>
                  <a:lnTo>
                    <a:pt x="433" y="131"/>
                  </a:lnTo>
                  <a:lnTo>
                    <a:pt x="437" y="131"/>
                  </a:lnTo>
                  <a:lnTo>
                    <a:pt x="447" y="134"/>
                  </a:lnTo>
                  <a:lnTo>
                    <a:pt x="461" y="131"/>
                  </a:lnTo>
                  <a:lnTo>
                    <a:pt x="479" y="136"/>
                  </a:lnTo>
                  <a:lnTo>
                    <a:pt x="482" y="137"/>
                  </a:lnTo>
                  <a:lnTo>
                    <a:pt x="483" y="139"/>
                  </a:lnTo>
                  <a:lnTo>
                    <a:pt x="482" y="152"/>
                  </a:lnTo>
                  <a:lnTo>
                    <a:pt x="484" y="157"/>
                  </a:lnTo>
                  <a:lnTo>
                    <a:pt x="487" y="158"/>
                  </a:lnTo>
                  <a:lnTo>
                    <a:pt x="487" y="164"/>
                  </a:lnTo>
                  <a:lnTo>
                    <a:pt x="487" y="166"/>
                  </a:lnTo>
                  <a:lnTo>
                    <a:pt x="486" y="169"/>
                  </a:lnTo>
                  <a:lnTo>
                    <a:pt x="484" y="171"/>
                  </a:lnTo>
                  <a:lnTo>
                    <a:pt x="484" y="172"/>
                  </a:lnTo>
                  <a:lnTo>
                    <a:pt x="481" y="176"/>
                  </a:lnTo>
                  <a:lnTo>
                    <a:pt x="479" y="177"/>
                  </a:lnTo>
                  <a:lnTo>
                    <a:pt x="479" y="177"/>
                  </a:lnTo>
                  <a:lnTo>
                    <a:pt x="471" y="182"/>
                  </a:lnTo>
                  <a:lnTo>
                    <a:pt x="470" y="181"/>
                  </a:lnTo>
                  <a:lnTo>
                    <a:pt x="470" y="180"/>
                  </a:lnTo>
                  <a:lnTo>
                    <a:pt x="468" y="180"/>
                  </a:lnTo>
                  <a:lnTo>
                    <a:pt x="468" y="178"/>
                  </a:lnTo>
                  <a:lnTo>
                    <a:pt x="465" y="180"/>
                  </a:lnTo>
                  <a:lnTo>
                    <a:pt x="461" y="179"/>
                  </a:lnTo>
                  <a:lnTo>
                    <a:pt x="459" y="176"/>
                  </a:lnTo>
                  <a:lnTo>
                    <a:pt x="461" y="173"/>
                  </a:lnTo>
                  <a:lnTo>
                    <a:pt x="463" y="174"/>
                  </a:lnTo>
                  <a:lnTo>
                    <a:pt x="463" y="174"/>
                  </a:lnTo>
                  <a:lnTo>
                    <a:pt x="465" y="172"/>
                  </a:lnTo>
                  <a:lnTo>
                    <a:pt x="463" y="169"/>
                  </a:lnTo>
                  <a:lnTo>
                    <a:pt x="458" y="168"/>
                  </a:lnTo>
                  <a:lnTo>
                    <a:pt x="455" y="169"/>
                  </a:lnTo>
                  <a:lnTo>
                    <a:pt x="455" y="167"/>
                  </a:lnTo>
                  <a:lnTo>
                    <a:pt x="453" y="167"/>
                  </a:lnTo>
                  <a:lnTo>
                    <a:pt x="452" y="167"/>
                  </a:lnTo>
                  <a:lnTo>
                    <a:pt x="452" y="169"/>
                  </a:lnTo>
                  <a:lnTo>
                    <a:pt x="451" y="169"/>
                  </a:lnTo>
                  <a:lnTo>
                    <a:pt x="451" y="171"/>
                  </a:lnTo>
                  <a:lnTo>
                    <a:pt x="450" y="172"/>
                  </a:lnTo>
                  <a:lnTo>
                    <a:pt x="450" y="174"/>
                  </a:lnTo>
                  <a:lnTo>
                    <a:pt x="443" y="179"/>
                  </a:lnTo>
                  <a:lnTo>
                    <a:pt x="446" y="181"/>
                  </a:lnTo>
                  <a:lnTo>
                    <a:pt x="447" y="185"/>
                  </a:lnTo>
                  <a:lnTo>
                    <a:pt x="458" y="192"/>
                  </a:lnTo>
                  <a:lnTo>
                    <a:pt x="464" y="198"/>
                  </a:lnTo>
                  <a:lnTo>
                    <a:pt x="464" y="200"/>
                  </a:lnTo>
                  <a:lnTo>
                    <a:pt x="465" y="202"/>
                  </a:lnTo>
                  <a:lnTo>
                    <a:pt x="463" y="205"/>
                  </a:lnTo>
                  <a:lnTo>
                    <a:pt x="457" y="209"/>
                  </a:lnTo>
                  <a:lnTo>
                    <a:pt x="457" y="215"/>
                  </a:lnTo>
                  <a:lnTo>
                    <a:pt x="457" y="215"/>
                  </a:lnTo>
                  <a:lnTo>
                    <a:pt x="455" y="219"/>
                  </a:lnTo>
                  <a:lnTo>
                    <a:pt x="457" y="221"/>
                  </a:lnTo>
                  <a:lnTo>
                    <a:pt x="457" y="221"/>
                  </a:lnTo>
                  <a:lnTo>
                    <a:pt x="457" y="221"/>
                  </a:lnTo>
                  <a:lnTo>
                    <a:pt x="453" y="224"/>
                  </a:lnTo>
                  <a:lnTo>
                    <a:pt x="452" y="226"/>
                  </a:lnTo>
                  <a:lnTo>
                    <a:pt x="449" y="229"/>
                  </a:lnTo>
                  <a:lnTo>
                    <a:pt x="445" y="244"/>
                  </a:lnTo>
                  <a:lnTo>
                    <a:pt x="442" y="247"/>
                  </a:lnTo>
                  <a:lnTo>
                    <a:pt x="442" y="249"/>
                  </a:lnTo>
                  <a:lnTo>
                    <a:pt x="444" y="251"/>
                  </a:lnTo>
                  <a:lnTo>
                    <a:pt x="442" y="256"/>
                  </a:lnTo>
                  <a:lnTo>
                    <a:pt x="444" y="256"/>
                  </a:lnTo>
                  <a:lnTo>
                    <a:pt x="444" y="258"/>
                  </a:lnTo>
                  <a:lnTo>
                    <a:pt x="441" y="261"/>
                  </a:lnTo>
                  <a:lnTo>
                    <a:pt x="442" y="262"/>
                  </a:lnTo>
                  <a:lnTo>
                    <a:pt x="441" y="263"/>
                  </a:lnTo>
                  <a:lnTo>
                    <a:pt x="438" y="264"/>
                  </a:lnTo>
                  <a:lnTo>
                    <a:pt x="438" y="267"/>
                  </a:lnTo>
                  <a:lnTo>
                    <a:pt x="433" y="270"/>
                  </a:lnTo>
                  <a:lnTo>
                    <a:pt x="433" y="272"/>
                  </a:lnTo>
                  <a:lnTo>
                    <a:pt x="435" y="272"/>
                  </a:lnTo>
                  <a:lnTo>
                    <a:pt x="437" y="278"/>
                  </a:lnTo>
                  <a:lnTo>
                    <a:pt x="440" y="278"/>
                  </a:lnTo>
                  <a:lnTo>
                    <a:pt x="439" y="280"/>
                  </a:lnTo>
                  <a:lnTo>
                    <a:pt x="444" y="286"/>
                  </a:lnTo>
                  <a:lnTo>
                    <a:pt x="444" y="294"/>
                  </a:lnTo>
                  <a:lnTo>
                    <a:pt x="444" y="296"/>
                  </a:lnTo>
                  <a:lnTo>
                    <a:pt x="445" y="301"/>
                  </a:lnTo>
                  <a:lnTo>
                    <a:pt x="444" y="303"/>
                  </a:lnTo>
                  <a:lnTo>
                    <a:pt x="439" y="307"/>
                  </a:lnTo>
                  <a:lnTo>
                    <a:pt x="439" y="308"/>
                  </a:lnTo>
                  <a:lnTo>
                    <a:pt x="438" y="319"/>
                  </a:lnTo>
                  <a:lnTo>
                    <a:pt x="438" y="322"/>
                  </a:lnTo>
                  <a:lnTo>
                    <a:pt x="440" y="324"/>
                  </a:lnTo>
                  <a:lnTo>
                    <a:pt x="441" y="327"/>
                  </a:lnTo>
                  <a:lnTo>
                    <a:pt x="447" y="334"/>
                  </a:lnTo>
                  <a:lnTo>
                    <a:pt x="449" y="333"/>
                  </a:lnTo>
                  <a:lnTo>
                    <a:pt x="452" y="333"/>
                  </a:lnTo>
                  <a:lnTo>
                    <a:pt x="459" y="334"/>
                  </a:lnTo>
                  <a:lnTo>
                    <a:pt x="464" y="335"/>
                  </a:lnTo>
                  <a:lnTo>
                    <a:pt x="465" y="336"/>
                  </a:lnTo>
                  <a:lnTo>
                    <a:pt x="479" y="339"/>
                  </a:lnTo>
                  <a:lnTo>
                    <a:pt x="480" y="344"/>
                  </a:lnTo>
                  <a:lnTo>
                    <a:pt x="480" y="347"/>
                  </a:lnTo>
                  <a:lnTo>
                    <a:pt x="477" y="352"/>
                  </a:lnTo>
                  <a:lnTo>
                    <a:pt x="476" y="355"/>
                  </a:lnTo>
                  <a:lnTo>
                    <a:pt x="488" y="356"/>
                  </a:lnTo>
                  <a:lnTo>
                    <a:pt x="490" y="355"/>
                  </a:lnTo>
                  <a:lnTo>
                    <a:pt x="492" y="359"/>
                  </a:lnTo>
                  <a:lnTo>
                    <a:pt x="495" y="362"/>
                  </a:lnTo>
                  <a:lnTo>
                    <a:pt x="501" y="362"/>
                  </a:lnTo>
                  <a:lnTo>
                    <a:pt x="504" y="365"/>
                  </a:lnTo>
                  <a:lnTo>
                    <a:pt x="501" y="368"/>
                  </a:lnTo>
                  <a:lnTo>
                    <a:pt x="502" y="372"/>
                  </a:lnTo>
                  <a:lnTo>
                    <a:pt x="498" y="376"/>
                  </a:lnTo>
                  <a:lnTo>
                    <a:pt x="501" y="382"/>
                  </a:lnTo>
                  <a:lnTo>
                    <a:pt x="497" y="388"/>
                  </a:lnTo>
                  <a:lnTo>
                    <a:pt x="498" y="391"/>
                  </a:lnTo>
                  <a:lnTo>
                    <a:pt x="495" y="404"/>
                  </a:lnTo>
                  <a:lnTo>
                    <a:pt x="495" y="404"/>
                  </a:lnTo>
                  <a:lnTo>
                    <a:pt x="501" y="404"/>
                  </a:lnTo>
                  <a:lnTo>
                    <a:pt x="494" y="410"/>
                  </a:lnTo>
                  <a:lnTo>
                    <a:pt x="490" y="413"/>
                  </a:lnTo>
                  <a:lnTo>
                    <a:pt x="487" y="417"/>
                  </a:lnTo>
                  <a:lnTo>
                    <a:pt x="485" y="423"/>
                  </a:lnTo>
                  <a:lnTo>
                    <a:pt x="485" y="420"/>
                  </a:lnTo>
                  <a:lnTo>
                    <a:pt x="484" y="415"/>
                  </a:lnTo>
                  <a:lnTo>
                    <a:pt x="482" y="413"/>
                  </a:lnTo>
                  <a:lnTo>
                    <a:pt x="480" y="408"/>
                  </a:lnTo>
                  <a:lnTo>
                    <a:pt x="476" y="404"/>
                  </a:lnTo>
                  <a:lnTo>
                    <a:pt x="457" y="405"/>
                  </a:lnTo>
                  <a:lnTo>
                    <a:pt x="463" y="415"/>
                  </a:lnTo>
                  <a:lnTo>
                    <a:pt x="463" y="420"/>
                  </a:lnTo>
                  <a:lnTo>
                    <a:pt x="461" y="424"/>
                  </a:lnTo>
                  <a:lnTo>
                    <a:pt x="460" y="425"/>
                  </a:lnTo>
                  <a:lnTo>
                    <a:pt x="452" y="425"/>
                  </a:lnTo>
                  <a:lnTo>
                    <a:pt x="451" y="426"/>
                  </a:lnTo>
                  <a:lnTo>
                    <a:pt x="450" y="441"/>
                  </a:lnTo>
                  <a:lnTo>
                    <a:pt x="450" y="443"/>
                  </a:lnTo>
                  <a:lnTo>
                    <a:pt x="455" y="447"/>
                  </a:lnTo>
                  <a:lnTo>
                    <a:pt x="452" y="467"/>
                  </a:lnTo>
                  <a:lnTo>
                    <a:pt x="457" y="477"/>
                  </a:lnTo>
                  <a:lnTo>
                    <a:pt x="450" y="480"/>
                  </a:lnTo>
                  <a:lnTo>
                    <a:pt x="447" y="488"/>
                  </a:lnTo>
                  <a:lnTo>
                    <a:pt x="442" y="491"/>
                  </a:lnTo>
                  <a:lnTo>
                    <a:pt x="438" y="491"/>
                  </a:lnTo>
                  <a:lnTo>
                    <a:pt x="430" y="488"/>
                  </a:lnTo>
                  <a:lnTo>
                    <a:pt x="428" y="485"/>
                  </a:lnTo>
                  <a:lnTo>
                    <a:pt x="426" y="485"/>
                  </a:lnTo>
                  <a:lnTo>
                    <a:pt x="419" y="493"/>
                  </a:lnTo>
                  <a:lnTo>
                    <a:pt x="405" y="513"/>
                  </a:lnTo>
                  <a:lnTo>
                    <a:pt x="395" y="519"/>
                  </a:lnTo>
                  <a:lnTo>
                    <a:pt x="391" y="521"/>
                  </a:lnTo>
                  <a:lnTo>
                    <a:pt x="391" y="521"/>
                  </a:lnTo>
                  <a:lnTo>
                    <a:pt x="380" y="527"/>
                  </a:lnTo>
                  <a:lnTo>
                    <a:pt x="378" y="531"/>
                  </a:lnTo>
                  <a:lnTo>
                    <a:pt x="376" y="532"/>
                  </a:lnTo>
                  <a:lnTo>
                    <a:pt x="368" y="545"/>
                  </a:lnTo>
                  <a:lnTo>
                    <a:pt x="362" y="537"/>
                  </a:lnTo>
                  <a:lnTo>
                    <a:pt x="362" y="535"/>
                  </a:lnTo>
                  <a:lnTo>
                    <a:pt x="356" y="529"/>
                  </a:lnTo>
                  <a:lnTo>
                    <a:pt x="343" y="541"/>
                  </a:lnTo>
                  <a:lnTo>
                    <a:pt x="332" y="549"/>
                  </a:lnTo>
                  <a:lnTo>
                    <a:pt x="329" y="551"/>
                  </a:lnTo>
                  <a:lnTo>
                    <a:pt x="325" y="551"/>
                  </a:lnTo>
                  <a:lnTo>
                    <a:pt x="321" y="549"/>
                  </a:lnTo>
                  <a:lnTo>
                    <a:pt x="318" y="551"/>
                  </a:lnTo>
                  <a:lnTo>
                    <a:pt x="317" y="556"/>
                  </a:lnTo>
                  <a:lnTo>
                    <a:pt x="315" y="557"/>
                  </a:lnTo>
                  <a:lnTo>
                    <a:pt x="314" y="559"/>
                  </a:lnTo>
                  <a:lnTo>
                    <a:pt x="314" y="562"/>
                  </a:lnTo>
                  <a:lnTo>
                    <a:pt x="312" y="567"/>
                  </a:lnTo>
                  <a:lnTo>
                    <a:pt x="311" y="573"/>
                  </a:lnTo>
                  <a:lnTo>
                    <a:pt x="307" y="577"/>
                  </a:lnTo>
                  <a:lnTo>
                    <a:pt x="305" y="578"/>
                  </a:lnTo>
                  <a:lnTo>
                    <a:pt x="301" y="584"/>
                  </a:lnTo>
                  <a:lnTo>
                    <a:pt x="299" y="584"/>
                  </a:lnTo>
                  <a:lnTo>
                    <a:pt x="290" y="589"/>
                  </a:lnTo>
                  <a:lnTo>
                    <a:pt x="288" y="592"/>
                  </a:lnTo>
                  <a:lnTo>
                    <a:pt x="287" y="594"/>
                  </a:lnTo>
                  <a:lnTo>
                    <a:pt x="283" y="597"/>
                  </a:lnTo>
                  <a:lnTo>
                    <a:pt x="281" y="595"/>
                  </a:lnTo>
                  <a:lnTo>
                    <a:pt x="274" y="597"/>
                  </a:lnTo>
                  <a:lnTo>
                    <a:pt x="265" y="595"/>
                  </a:lnTo>
                  <a:lnTo>
                    <a:pt x="261" y="597"/>
                  </a:lnTo>
                  <a:lnTo>
                    <a:pt x="255" y="595"/>
                  </a:lnTo>
                  <a:lnTo>
                    <a:pt x="252" y="597"/>
                  </a:lnTo>
                  <a:lnTo>
                    <a:pt x="249" y="600"/>
                  </a:lnTo>
                  <a:lnTo>
                    <a:pt x="243" y="603"/>
                  </a:lnTo>
                  <a:lnTo>
                    <a:pt x="238" y="609"/>
                  </a:lnTo>
                  <a:lnTo>
                    <a:pt x="235" y="611"/>
                  </a:lnTo>
                  <a:lnTo>
                    <a:pt x="226" y="621"/>
                  </a:lnTo>
                  <a:lnTo>
                    <a:pt x="225" y="624"/>
                  </a:lnTo>
                  <a:lnTo>
                    <a:pt x="220" y="627"/>
                  </a:lnTo>
                  <a:lnTo>
                    <a:pt x="220" y="628"/>
                  </a:lnTo>
                  <a:lnTo>
                    <a:pt x="220" y="631"/>
                  </a:lnTo>
                  <a:lnTo>
                    <a:pt x="217" y="642"/>
                  </a:lnTo>
                  <a:lnTo>
                    <a:pt x="217" y="642"/>
                  </a:lnTo>
                  <a:lnTo>
                    <a:pt x="205" y="647"/>
                  </a:lnTo>
                  <a:lnTo>
                    <a:pt x="195" y="653"/>
                  </a:lnTo>
                  <a:lnTo>
                    <a:pt x="190" y="654"/>
                  </a:lnTo>
                  <a:lnTo>
                    <a:pt x="191" y="651"/>
                  </a:lnTo>
                  <a:lnTo>
                    <a:pt x="197" y="641"/>
                  </a:lnTo>
                  <a:lnTo>
                    <a:pt x="196" y="636"/>
                  </a:lnTo>
                  <a:lnTo>
                    <a:pt x="190" y="630"/>
                  </a:lnTo>
                  <a:lnTo>
                    <a:pt x="187" y="630"/>
                  </a:lnTo>
                  <a:lnTo>
                    <a:pt x="187" y="628"/>
                  </a:lnTo>
                  <a:lnTo>
                    <a:pt x="186" y="613"/>
                  </a:lnTo>
                  <a:lnTo>
                    <a:pt x="188" y="611"/>
                  </a:lnTo>
                  <a:lnTo>
                    <a:pt x="184" y="607"/>
                  </a:lnTo>
                  <a:lnTo>
                    <a:pt x="182" y="604"/>
                  </a:lnTo>
                  <a:lnTo>
                    <a:pt x="182" y="599"/>
                  </a:lnTo>
                  <a:lnTo>
                    <a:pt x="182" y="595"/>
                  </a:lnTo>
                  <a:lnTo>
                    <a:pt x="182" y="595"/>
                  </a:lnTo>
                  <a:lnTo>
                    <a:pt x="181" y="592"/>
                  </a:lnTo>
                  <a:lnTo>
                    <a:pt x="179" y="592"/>
                  </a:lnTo>
                  <a:lnTo>
                    <a:pt x="176" y="590"/>
                  </a:lnTo>
                  <a:lnTo>
                    <a:pt x="174" y="586"/>
                  </a:lnTo>
                  <a:lnTo>
                    <a:pt x="168" y="583"/>
                  </a:lnTo>
                  <a:lnTo>
                    <a:pt x="167" y="580"/>
                  </a:lnTo>
                  <a:lnTo>
                    <a:pt x="164" y="579"/>
                  </a:lnTo>
                  <a:lnTo>
                    <a:pt x="162" y="581"/>
                  </a:lnTo>
                  <a:lnTo>
                    <a:pt x="159" y="581"/>
                  </a:lnTo>
                  <a:lnTo>
                    <a:pt x="157" y="580"/>
                  </a:lnTo>
                  <a:lnTo>
                    <a:pt x="152" y="581"/>
                  </a:lnTo>
                  <a:lnTo>
                    <a:pt x="151" y="580"/>
                  </a:lnTo>
                  <a:lnTo>
                    <a:pt x="151" y="578"/>
                  </a:lnTo>
                  <a:lnTo>
                    <a:pt x="149" y="578"/>
                  </a:lnTo>
                  <a:lnTo>
                    <a:pt x="149" y="577"/>
                  </a:lnTo>
                  <a:lnTo>
                    <a:pt x="146" y="577"/>
                  </a:lnTo>
                  <a:lnTo>
                    <a:pt x="144" y="573"/>
                  </a:lnTo>
                  <a:lnTo>
                    <a:pt x="141" y="573"/>
                  </a:lnTo>
                  <a:lnTo>
                    <a:pt x="138" y="570"/>
                  </a:lnTo>
                  <a:lnTo>
                    <a:pt x="136" y="570"/>
                  </a:lnTo>
                  <a:lnTo>
                    <a:pt x="135" y="569"/>
                  </a:lnTo>
                  <a:lnTo>
                    <a:pt x="134" y="567"/>
                  </a:lnTo>
                  <a:lnTo>
                    <a:pt x="133" y="567"/>
                  </a:lnTo>
                  <a:lnTo>
                    <a:pt x="131" y="568"/>
                  </a:lnTo>
                  <a:lnTo>
                    <a:pt x="125" y="567"/>
                  </a:lnTo>
                  <a:lnTo>
                    <a:pt x="124" y="570"/>
                  </a:lnTo>
                  <a:lnTo>
                    <a:pt x="121" y="573"/>
                  </a:lnTo>
                  <a:lnTo>
                    <a:pt x="120" y="570"/>
                  </a:lnTo>
                  <a:lnTo>
                    <a:pt x="122" y="567"/>
                  </a:lnTo>
                  <a:lnTo>
                    <a:pt x="122" y="565"/>
                  </a:lnTo>
                  <a:lnTo>
                    <a:pt x="122" y="558"/>
                  </a:lnTo>
                  <a:lnTo>
                    <a:pt x="110" y="567"/>
                  </a:lnTo>
                  <a:lnTo>
                    <a:pt x="104" y="575"/>
                  </a:lnTo>
                  <a:lnTo>
                    <a:pt x="97" y="582"/>
                  </a:lnTo>
                  <a:lnTo>
                    <a:pt x="95" y="589"/>
                  </a:lnTo>
                  <a:lnTo>
                    <a:pt x="91" y="589"/>
                  </a:lnTo>
                  <a:lnTo>
                    <a:pt x="84" y="589"/>
                  </a:lnTo>
                  <a:lnTo>
                    <a:pt x="81" y="586"/>
                  </a:lnTo>
                  <a:lnTo>
                    <a:pt x="79" y="586"/>
                  </a:lnTo>
                  <a:lnTo>
                    <a:pt x="78" y="585"/>
                  </a:lnTo>
                  <a:lnTo>
                    <a:pt x="73" y="579"/>
                  </a:lnTo>
                  <a:lnTo>
                    <a:pt x="71" y="575"/>
                  </a:lnTo>
                  <a:lnTo>
                    <a:pt x="70" y="567"/>
                  </a:lnTo>
                  <a:lnTo>
                    <a:pt x="65" y="568"/>
                  </a:lnTo>
                  <a:lnTo>
                    <a:pt x="59" y="562"/>
                  </a:lnTo>
                  <a:lnTo>
                    <a:pt x="58" y="558"/>
                  </a:lnTo>
                  <a:lnTo>
                    <a:pt x="54" y="553"/>
                  </a:lnTo>
                  <a:lnTo>
                    <a:pt x="59" y="545"/>
                  </a:lnTo>
                  <a:lnTo>
                    <a:pt x="60" y="540"/>
                  </a:lnTo>
                  <a:lnTo>
                    <a:pt x="62" y="538"/>
                  </a:lnTo>
                  <a:lnTo>
                    <a:pt x="62" y="537"/>
                  </a:lnTo>
                  <a:lnTo>
                    <a:pt x="65" y="533"/>
                  </a:lnTo>
                  <a:lnTo>
                    <a:pt x="65" y="532"/>
                  </a:lnTo>
                  <a:lnTo>
                    <a:pt x="67" y="532"/>
                  </a:lnTo>
                  <a:lnTo>
                    <a:pt x="67" y="533"/>
                  </a:lnTo>
                  <a:lnTo>
                    <a:pt x="65" y="537"/>
                  </a:lnTo>
                  <a:lnTo>
                    <a:pt x="65" y="538"/>
                  </a:lnTo>
                  <a:lnTo>
                    <a:pt x="70" y="539"/>
                  </a:lnTo>
                  <a:lnTo>
                    <a:pt x="78" y="538"/>
                  </a:lnTo>
                  <a:lnTo>
                    <a:pt x="87" y="535"/>
                  </a:lnTo>
                  <a:lnTo>
                    <a:pt x="89" y="535"/>
                  </a:lnTo>
                  <a:lnTo>
                    <a:pt x="90" y="539"/>
                  </a:lnTo>
                  <a:lnTo>
                    <a:pt x="93" y="541"/>
                  </a:lnTo>
                  <a:lnTo>
                    <a:pt x="92" y="546"/>
                  </a:lnTo>
                  <a:lnTo>
                    <a:pt x="95" y="547"/>
                  </a:lnTo>
                  <a:lnTo>
                    <a:pt x="95" y="542"/>
                  </a:lnTo>
                  <a:lnTo>
                    <a:pt x="96" y="542"/>
                  </a:lnTo>
                  <a:lnTo>
                    <a:pt x="97" y="540"/>
                  </a:lnTo>
                  <a:lnTo>
                    <a:pt x="100" y="532"/>
                  </a:lnTo>
                  <a:lnTo>
                    <a:pt x="103" y="529"/>
                  </a:lnTo>
                  <a:lnTo>
                    <a:pt x="104" y="529"/>
                  </a:lnTo>
                  <a:lnTo>
                    <a:pt x="106" y="527"/>
                  </a:lnTo>
                  <a:lnTo>
                    <a:pt x="107" y="526"/>
                  </a:lnTo>
                  <a:lnTo>
                    <a:pt x="115" y="515"/>
                  </a:lnTo>
                  <a:lnTo>
                    <a:pt x="118" y="516"/>
                  </a:lnTo>
                  <a:lnTo>
                    <a:pt x="118" y="515"/>
                  </a:lnTo>
                  <a:lnTo>
                    <a:pt x="119" y="513"/>
                  </a:lnTo>
                  <a:lnTo>
                    <a:pt x="119" y="513"/>
                  </a:lnTo>
                  <a:lnTo>
                    <a:pt x="120" y="514"/>
                  </a:lnTo>
                  <a:lnTo>
                    <a:pt x="122" y="513"/>
                  </a:lnTo>
                  <a:lnTo>
                    <a:pt x="123" y="513"/>
                  </a:lnTo>
                  <a:lnTo>
                    <a:pt x="126" y="512"/>
                  </a:lnTo>
                  <a:lnTo>
                    <a:pt x="126" y="512"/>
                  </a:lnTo>
                  <a:lnTo>
                    <a:pt x="125" y="510"/>
                  </a:lnTo>
                  <a:lnTo>
                    <a:pt x="124" y="505"/>
                  </a:lnTo>
                  <a:lnTo>
                    <a:pt x="126" y="502"/>
                  </a:lnTo>
                  <a:lnTo>
                    <a:pt x="123" y="501"/>
                  </a:lnTo>
                  <a:lnTo>
                    <a:pt x="117" y="505"/>
                  </a:lnTo>
                  <a:lnTo>
                    <a:pt x="115" y="505"/>
                  </a:lnTo>
                  <a:lnTo>
                    <a:pt x="114" y="510"/>
                  </a:lnTo>
                  <a:lnTo>
                    <a:pt x="112" y="511"/>
                  </a:lnTo>
                  <a:lnTo>
                    <a:pt x="108" y="505"/>
                  </a:lnTo>
                  <a:lnTo>
                    <a:pt x="104" y="507"/>
                  </a:lnTo>
                  <a:lnTo>
                    <a:pt x="100" y="496"/>
                  </a:lnTo>
                  <a:lnTo>
                    <a:pt x="97" y="494"/>
                  </a:lnTo>
                  <a:lnTo>
                    <a:pt x="97" y="493"/>
                  </a:lnTo>
                  <a:lnTo>
                    <a:pt x="97" y="493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5" y="492"/>
                  </a:lnTo>
                  <a:lnTo>
                    <a:pt x="93" y="490"/>
                  </a:lnTo>
                  <a:lnTo>
                    <a:pt x="87" y="487"/>
                  </a:lnTo>
                  <a:lnTo>
                    <a:pt x="87" y="488"/>
                  </a:lnTo>
                  <a:lnTo>
                    <a:pt x="84" y="485"/>
                  </a:lnTo>
                  <a:lnTo>
                    <a:pt x="83" y="485"/>
                  </a:lnTo>
                  <a:lnTo>
                    <a:pt x="82" y="486"/>
                  </a:lnTo>
                  <a:lnTo>
                    <a:pt x="79" y="487"/>
                  </a:lnTo>
                  <a:lnTo>
                    <a:pt x="77" y="491"/>
                  </a:lnTo>
                  <a:lnTo>
                    <a:pt x="76" y="492"/>
                  </a:lnTo>
                  <a:lnTo>
                    <a:pt x="76" y="494"/>
                  </a:lnTo>
                  <a:lnTo>
                    <a:pt x="74" y="494"/>
                  </a:lnTo>
                  <a:lnTo>
                    <a:pt x="72" y="494"/>
                  </a:lnTo>
                  <a:lnTo>
                    <a:pt x="67" y="492"/>
                  </a:lnTo>
                  <a:lnTo>
                    <a:pt x="65" y="492"/>
                  </a:lnTo>
                  <a:lnTo>
                    <a:pt x="62" y="485"/>
                  </a:lnTo>
                  <a:lnTo>
                    <a:pt x="57" y="483"/>
                  </a:lnTo>
                  <a:lnTo>
                    <a:pt x="57" y="485"/>
                  </a:lnTo>
                  <a:lnTo>
                    <a:pt x="55" y="488"/>
                  </a:lnTo>
                  <a:lnTo>
                    <a:pt x="57" y="491"/>
                  </a:lnTo>
                  <a:lnTo>
                    <a:pt x="54" y="491"/>
                  </a:lnTo>
                  <a:lnTo>
                    <a:pt x="53" y="491"/>
                  </a:lnTo>
                  <a:lnTo>
                    <a:pt x="52" y="492"/>
                  </a:lnTo>
                  <a:lnTo>
                    <a:pt x="50" y="491"/>
                  </a:lnTo>
                  <a:lnTo>
                    <a:pt x="48" y="495"/>
                  </a:lnTo>
                  <a:lnTo>
                    <a:pt x="46" y="496"/>
                  </a:lnTo>
                  <a:lnTo>
                    <a:pt x="42" y="495"/>
                  </a:lnTo>
                  <a:lnTo>
                    <a:pt x="43" y="492"/>
                  </a:lnTo>
                  <a:lnTo>
                    <a:pt x="43" y="490"/>
                  </a:lnTo>
                  <a:lnTo>
                    <a:pt x="46" y="486"/>
                  </a:lnTo>
                  <a:lnTo>
                    <a:pt x="45" y="482"/>
                  </a:lnTo>
                  <a:lnTo>
                    <a:pt x="47" y="476"/>
                  </a:lnTo>
                  <a:lnTo>
                    <a:pt x="45" y="467"/>
                  </a:lnTo>
                  <a:lnTo>
                    <a:pt x="48" y="466"/>
                  </a:lnTo>
                  <a:lnTo>
                    <a:pt x="49" y="458"/>
                  </a:lnTo>
                  <a:lnTo>
                    <a:pt x="48" y="450"/>
                  </a:lnTo>
                  <a:lnTo>
                    <a:pt x="48" y="449"/>
                  </a:lnTo>
                  <a:lnTo>
                    <a:pt x="48" y="442"/>
                  </a:lnTo>
                  <a:lnTo>
                    <a:pt x="48" y="438"/>
                  </a:lnTo>
                  <a:lnTo>
                    <a:pt x="48" y="435"/>
                  </a:lnTo>
                  <a:lnTo>
                    <a:pt x="46" y="434"/>
                  </a:lnTo>
                  <a:lnTo>
                    <a:pt x="46" y="433"/>
                  </a:lnTo>
                  <a:lnTo>
                    <a:pt x="45" y="432"/>
                  </a:lnTo>
                  <a:lnTo>
                    <a:pt x="43" y="428"/>
                  </a:lnTo>
                  <a:lnTo>
                    <a:pt x="46" y="425"/>
                  </a:lnTo>
                  <a:lnTo>
                    <a:pt x="46" y="422"/>
                  </a:lnTo>
                  <a:lnTo>
                    <a:pt x="48" y="416"/>
                  </a:lnTo>
                  <a:lnTo>
                    <a:pt x="48" y="417"/>
                  </a:lnTo>
                  <a:lnTo>
                    <a:pt x="49" y="415"/>
                  </a:lnTo>
                  <a:lnTo>
                    <a:pt x="45" y="412"/>
                  </a:lnTo>
                  <a:lnTo>
                    <a:pt x="45" y="411"/>
                  </a:lnTo>
                  <a:lnTo>
                    <a:pt x="48" y="411"/>
                  </a:lnTo>
                  <a:lnTo>
                    <a:pt x="52" y="409"/>
                  </a:lnTo>
                  <a:lnTo>
                    <a:pt x="55" y="409"/>
                  </a:lnTo>
                  <a:lnTo>
                    <a:pt x="55" y="411"/>
                  </a:lnTo>
                  <a:lnTo>
                    <a:pt x="57" y="410"/>
                  </a:lnTo>
                  <a:lnTo>
                    <a:pt x="58" y="413"/>
                  </a:lnTo>
                  <a:lnTo>
                    <a:pt x="61" y="412"/>
                  </a:lnTo>
                  <a:lnTo>
                    <a:pt x="61" y="412"/>
                  </a:lnTo>
                  <a:lnTo>
                    <a:pt x="59" y="412"/>
                  </a:lnTo>
                  <a:lnTo>
                    <a:pt x="63" y="407"/>
                  </a:lnTo>
                  <a:lnTo>
                    <a:pt x="67" y="400"/>
                  </a:lnTo>
                  <a:lnTo>
                    <a:pt x="69" y="398"/>
                  </a:lnTo>
                  <a:lnTo>
                    <a:pt x="71" y="399"/>
                  </a:lnTo>
                  <a:lnTo>
                    <a:pt x="73" y="396"/>
                  </a:lnTo>
                  <a:lnTo>
                    <a:pt x="74" y="397"/>
                  </a:lnTo>
                  <a:lnTo>
                    <a:pt x="76" y="395"/>
                  </a:lnTo>
                  <a:lnTo>
                    <a:pt x="79" y="397"/>
                  </a:lnTo>
                  <a:lnTo>
                    <a:pt x="78" y="398"/>
                  </a:lnTo>
                  <a:lnTo>
                    <a:pt x="81" y="398"/>
                  </a:lnTo>
                  <a:lnTo>
                    <a:pt x="79" y="400"/>
                  </a:lnTo>
                  <a:lnTo>
                    <a:pt x="81" y="401"/>
                  </a:lnTo>
                  <a:lnTo>
                    <a:pt x="82" y="401"/>
                  </a:lnTo>
                  <a:lnTo>
                    <a:pt x="88" y="404"/>
                  </a:lnTo>
                  <a:lnTo>
                    <a:pt x="90" y="403"/>
                  </a:lnTo>
                  <a:lnTo>
                    <a:pt x="93" y="398"/>
                  </a:lnTo>
                  <a:lnTo>
                    <a:pt x="96" y="401"/>
                  </a:lnTo>
                  <a:lnTo>
                    <a:pt x="98" y="400"/>
                  </a:lnTo>
                  <a:lnTo>
                    <a:pt x="100" y="398"/>
                  </a:lnTo>
                  <a:lnTo>
                    <a:pt x="100" y="395"/>
                  </a:lnTo>
                  <a:lnTo>
                    <a:pt x="97" y="393"/>
                  </a:lnTo>
                  <a:lnTo>
                    <a:pt x="103" y="384"/>
                  </a:lnTo>
                  <a:lnTo>
                    <a:pt x="97" y="380"/>
                  </a:lnTo>
                  <a:lnTo>
                    <a:pt x="96" y="375"/>
                  </a:lnTo>
                  <a:lnTo>
                    <a:pt x="97" y="374"/>
                  </a:lnTo>
                  <a:lnTo>
                    <a:pt x="97" y="372"/>
                  </a:lnTo>
                  <a:lnTo>
                    <a:pt x="100" y="369"/>
                  </a:lnTo>
                  <a:lnTo>
                    <a:pt x="104" y="372"/>
                  </a:lnTo>
                  <a:lnTo>
                    <a:pt x="110" y="365"/>
                  </a:lnTo>
                  <a:lnTo>
                    <a:pt x="112" y="365"/>
                  </a:lnTo>
                  <a:lnTo>
                    <a:pt x="114" y="361"/>
                  </a:lnTo>
                  <a:lnTo>
                    <a:pt x="119" y="358"/>
                  </a:lnTo>
                  <a:lnTo>
                    <a:pt x="120" y="352"/>
                  </a:lnTo>
                  <a:lnTo>
                    <a:pt x="119" y="350"/>
                  </a:lnTo>
                  <a:lnTo>
                    <a:pt x="122" y="346"/>
                  </a:lnTo>
                  <a:lnTo>
                    <a:pt x="122" y="346"/>
                  </a:lnTo>
                  <a:lnTo>
                    <a:pt x="125" y="342"/>
                  </a:lnTo>
                  <a:lnTo>
                    <a:pt x="128" y="337"/>
                  </a:lnTo>
                  <a:lnTo>
                    <a:pt x="129" y="338"/>
                  </a:lnTo>
                  <a:lnTo>
                    <a:pt x="134" y="333"/>
                  </a:lnTo>
                  <a:lnTo>
                    <a:pt x="137" y="332"/>
                  </a:lnTo>
                  <a:lnTo>
                    <a:pt x="138" y="330"/>
                  </a:lnTo>
                  <a:lnTo>
                    <a:pt x="141" y="330"/>
                  </a:lnTo>
                  <a:lnTo>
                    <a:pt x="143" y="326"/>
                  </a:lnTo>
                  <a:lnTo>
                    <a:pt x="149" y="319"/>
                  </a:lnTo>
                  <a:lnTo>
                    <a:pt x="152" y="316"/>
                  </a:lnTo>
                  <a:lnTo>
                    <a:pt x="154" y="314"/>
                  </a:lnTo>
                  <a:lnTo>
                    <a:pt x="153" y="313"/>
                  </a:lnTo>
                  <a:lnTo>
                    <a:pt x="154" y="312"/>
                  </a:lnTo>
                  <a:lnTo>
                    <a:pt x="154" y="309"/>
                  </a:lnTo>
                  <a:lnTo>
                    <a:pt x="157" y="303"/>
                  </a:lnTo>
                  <a:lnTo>
                    <a:pt x="157" y="302"/>
                  </a:lnTo>
                  <a:lnTo>
                    <a:pt x="156" y="301"/>
                  </a:lnTo>
                  <a:lnTo>
                    <a:pt x="155" y="297"/>
                  </a:lnTo>
                  <a:lnTo>
                    <a:pt x="151" y="294"/>
                  </a:lnTo>
                  <a:lnTo>
                    <a:pt x="149" y="292"/>
                  </a:lnTo>
                  <a:lnTo>
                    <a:pt x="141" y="295"/>
                  </a:lnTo>
                  <a:lnTo>
                    <a:pt x="138" y="292"/>
                  </a:lnTo>
                  <a:lnTo>
                    <a:pt x="137" y="292"/>
                  </a:lnTo>
                  <a:lnTo>
                    <a:pt x="134" y="291"/>
                  </a:lnTo>
                  <a:lnTo>
                    <a:pt x="133" y="292"/>
                  </a:lnTo>
                  <a:lnTo>
                    <a:pt x="132" y="291"/>
                  </a:lnTo>
                  <a:lnTo>
                    <a:pt x="133" y="289"/>
                  </a:lnTo>
                  <a:lnTo>
                    <a:pt x="131" y="288"/>
                  </a:lnTo>
                  <a:lnTo>
                    <a:pt x="136" y="281"/>
                  </a:lnTo>
                  <a:lnTo>
                    <a:pt x="138" y="283"/>
                  </a:lnTo>
                  <a:lnTo>
                    <a:pt x="138" y="281"/>
                  </a:lnTo>
                  <a:lnTo>
                    <a:pt x="139" y="283"/>
                  </a:lnTo>
                  <a:lnTo>
                    <a:pt x="138" y="284"/>
                  </a:lnTo>
                  <a:lnTo>
                    <a:pt x="141" y="285"/>
                  </a:lnTo>
                  <a:lnTo>
                    <a:pt x="148" y="276"/>
                  </a:lnTo>
                  <a:lnTo>
                    <a:pt x="148" y="274"/>
                  </a:lnTo>
                  <a:lnTo>
                    <a:pt x="152" y="272"/>
                  </a:lnTo>
                  <a:lnTo>
                    <a:pt x="152" y="270"/>
                  </a:lnTo>
                  <a:lnTo>
                    <a:pt x="151" y="271"/>
                  </a:lnTo>
                  <a:lnTo>
                    <a:pt x="149" y="270"/>
                  </a:lnTo>
                  <a:lnTo>
                    <a:pt x="151" y="268"/>
                  </a:lnTo>
                  <a:lnTo>
                    <a:pt x="150" y="267"/>
                  </a:lnTo>
                  <a:lnTo>
                    <a:pt x="154" y="264"/>
                  </a:lnTo>
                  <a:lnTo>
                    <a:pt x="155" y="260"/>
                  </a:lnTo>
                  <a:lnTo>
                    <a:pt x="156" y="261"/>
                  </a:lnTo>
                  <a:lnTo>
                    <a:pt x="158" y="257"/>
                  </a:lnTo>
                  <a:lnTo>
                    <a:pt x="161" y="256"/>
                  </a:lnTo>
                  <a:lnTo>
                    <a:pt x="165" y="259"/>
                  </a:lnTo>
                  <a:lnTo>
                    <a:pt x="166" y="256"/>
                  </a:lnTo>
                  <a:lnTo>
                    <a:pt x="170" y="253"/>
                  </a:lnTo>
                  <a:lnTo>
                    <a:pt x="171" y="251"/>
                  </a:lnTo>
                  <a:lnTo>
                    <a:pt x="170" y="246"/>
                  </a:lnTo>
                  <a:lnTo>
                    <a:pt x="175" y="239"/>
                  </a:lnTo>
                  <a:lnTo>
                    <a:pt x="177" y="237"/>
                  </a:lnTo>
                  <a:lnTo>
                    <a:pt x="176" y="237"/>
                  </a:lnTo>
                  <a:lnTo>
                    <a:pt x="178" y="236"/>
                  </a:lnTo>
                  <a:lnTo>
                    <a:pt x="175" y="234"/>
                  </a:lnTo>
                  <a:lnTo>
                    <a:pt x="176" y="232"/>
                  </a:lnTo>
                  <a:lnTo>
                    <a:pt x="171" y="228"/>
                  </a:lnTo>
                  <a:lnTo>
                    <a:pt x="171" y="226"/>
                  </a:lnTo>
                  <a:lnTo>
                    <a:pt x="172" y="225"/>
                  </a:lnTo>
                  <a:lnTo>
                    <a:pt x="170" y="222"/>
                  </a:lnTo>
                  <a:lnTo>
                    <a:pt x="173" y="219"/>
                  </a:lnTo>
                  <a:lnTo>
                    <a:pt x="171" y="215"/>
                  </a:lnTo>
                  <a:lnTo>
                    <a:pt x="176" y="207"/>
                  </a:lnTo>
                  <a:lnTo>
                    <a:pt x="176" y="206"/>
                  </a:lnTo>
                  <a:lnTo>
                    <a:pt x="177" y="207"/>
                  </a:lnTo>
                  <a:lnTo>
                    <a:pt x="179" y="208"/>
                  </a:lnTo>
                  <a:lnTo>
                    <a:pt x="181" y="211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4" y="213"/>
                  </a:lnTo>
                  <a:lnTo>
                    <a:pt x="193" y="214"/>
                  </a:lnTo>
                  <a:lnTo>
                    <a:pt x="193" y="213"/>
                  </a:lnTo>
                  <a:lnTo>
                    <a:pt x="196" y="209"/>
                  </a:lnTo>
                  <a:lnTo>
                    <a:pt x="198" y="201"/>
                  </a:lnTo>
                  <a:lnTo>
                    <a:pt x="193" y="199"/>
                  </a:lnTo>
                  <a:lnTo>
                    <a:pt x="194" y="196"/>
                  </a:lnTo>
                  <a:lnTo>
                    <a:pt x="191" y="194"/>
                  </a:lnTo>
                  <a:lnTo>
                    <a:pt x="194" y="191"/>
                  </a:lnTo>
                  <a:lnTo>
                    <a:pt x="193" y="190"/>
                  </a:lnTo>
                  <a:lnTo>
                    <a:pt x="193" y="188"/>
                  </a:lnTo>
                  <a:lnTo>
                    <a:pt x="198" y="185"/>
                  </a:lnTo>
                  <a:lnTo>
                    <a:pt x="196" y="182"/>
                  </a:lnTo>
                  <a:lnTo>
                    <a:pt x="195" y="182"/>
                  </a:lnTo>
                  <a:lnTo>
                    <a:pt x="190" y="187"/>
                  </a:lnTo>
                  <a:lnTo>
                    <a:pt x="187" y="186"/>
                  </a:lnTo>
                  <a:lnTo>
                    <a:pt x="185" y="185"/>
                  </a:lnTo>
                  <a:lnTo>
                    <a:pt x="186" y="183"/>
                  </a:lnTo>
                  <a:lnTo>
                    <a:pt x="184" y="178"/>
                  </a:lnTo>
                  <a:lnTo>
                    <a:pt x="186" y="177"/>
                  </a:lnTo>
                  <a:lnTo>
                    <a:pt x="187" y="174"/>
                  </a:lnTo>
                  <a:lnTo>
                    <a:pt x="186" y="172"/>
                  </a:lnTo>
                  <a:lnTo>
                    <a:pt x="188" y="169"/>
                  </a:lnTo>
                  <a:lnTo>
                    <a:pt x="188" y="163"/>
                  </a:lnTo>
                  <a:lnTo>
                    <a:pt x="193" y="158"/>
                  </a:lnTo>
                  <a:lnTo>
                    <a:pt x="193" y="157"/>
                  </a:lnTo>
                  <a:lnTo>
                    <a:pt x="196" y="155"/>
                  </a:lnTo>
                  <a:lnTo>
                    <a:pt x="189" y="144"/>
                  </a:lnTo>
                  <a:lnTo>
                    <a:pt x="183" y="139"/>
                  </a:lnTo>
                  <a:lnTo>
                    <a:pt x="181" y="140"/>
                  </a:lnTo>
                  <a:lnTo>
                    <a:pt x="181" y="141"/>
                  </a:lnTo>
                  <a:lnTo>
                    <a:pt x="179" y="142"/>
                  </a:lnTo>
                  <a:lnTo>
                    <a:pt x="174" y="144"/>
                  </a:lnTo>
                  <a:lnTo>
                    <a:pt x="171" y="145"/>
                  </a:lnTo>
                  <a:lnTo>
                    <a:pt x="173" y="150"/>
                  </a:lnTo>
                  <a:lnTo>
                    <a:pt x="175" y="151"/>
                  </a:lnTo>
                  <a:lnTo>
                    <a:pt x="179" y="161"/>
                  </a:lnTo>
                  <a:lnTo>
                    <a:pt x="176" y="163"/>
                  </a:lnTo>
                  <a:lnTo>
                    <a:pt x="170" y="156"/>
                  </a:lnTo>
                  <a:lnTo>
                    <a:pt x="168" y="153"/>
                  </a:lnTo>
                  <a:lnTo>
                    <a:pt x="166" y="153"/>
                  </a:lnTo>
                  <a:lnTo>
                    <a:pt x="166" y="152"/>
                  </a:lnTo>
                  <a:lnTo>
                    <a:pt x="166" y="151"/>
                  </a:lnTo>
                  <a:lnTo>
                    <a:pt x="161" y="144"/>
                  </a:lnTo>
                  <a:lnTo>
                    <a:pt x="159" y="143"/>
                  </a:lnTo>
                  <a:lnTo>
                    <a:pt x="158" y="140"/>
                  </a:lnTo>
                  <a:lnTo>
                    <a:pt x="156" y="139"/>
                  </a:lnTo>
                  <a:lnTo>
                    <a:pt x="155" y="135"/>
                  </a:lnTo>
                  <a:lnTo>
                    <a:pt x="154" y="136"/>
                  </a:lnTo>
                  <a:lnTo>
                    <a:pt x="152" y="133"/>
                  </a:lnTo>
                  <a:lnTo>
                    <a:pt x="148" y="131"/>
                  </a:lnTo>
                  <a:lnTo>
                    <a:pt x="145" y="132"/>
                  </a:lnTo>
                  <a:lnTo>
                    <a:pt x="144" y="129"/>
                  </a:lnTo>
                  <a:lnTo>
                    <a:pt x="149" y="125"/>
                  </a:lnTo>
                  <a:lnTo>
                    <a:pt x="146" y="123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49" y="63"/>
                  </a:lnTo>
                  <a:lnTo>
                    <a:pt x="149" y="63"/>
                  </a:lnTo>
                  <a:lnTo>
                    <a:pt x="176" y="95"/>
                  </a:lnTo>
                  <a:lnTo>
                    <a:pt x="180" y="97"/>
                  </a:lnTo>
                  <a:lnTo>
                    <a:pt x="182" y="100"/>
                  </a:lnTo>
                  <a:lnTo>
                    <a:pt x="183" y="99"/>
                  </a:lnTo>
                  <a:lnTo>
                    <a:pt x="184" y="100"/>
                  </a:lnTo>
                  <a:lnTo>
                    <a:pt x="187" y="96"/>
                  </a:lnTo>
                  <a:lnTo>
                    <a:pt x="194" y="101"/>
                  </a:lnTo>
                  <a:lnTo>
                    <a:pt x="195" y="103"/>
                  </a:lnTo>
                  <a:lnTo>
                    <a:pt x="190" y="108"/>
                  </a:lnTo>
                  <a:lnTo>
                    <a:pt x="192" y="110"/>
                  </a:lnTo>
                  <a:lnTo>
                    <a:pt x="190" y="113"/>
                  </a:lnTo>
                  <a:lnTo>
                    <a:pt x="199" y="125"/>
                  </a:lnTo>
                  <a:lnTo>
                    <a:pt x="212" y="136"/>
                  </a:lnTo>
                  <a:lnTo>
                    <a:pt x="209" y="142"/>
                  </a:lnTo>
                  <a:lnTo>
                    <a:pt x="208" y="141"/>
                  </a:lnTo>
                  <a:lnTo>
                    <a:pt x="204" y="145"/>
                  </a:lnTo>
                  <a:lnTo>
                    <a:pt x="204" y="144"/>
                  </a:lnTo>
                  <a:lnTo>
                    <a:pt x="199" y="148"/>
                  </a:lnTo>
                  <a:lnTo>
                    <a:pt x="204" y="154"/>
                  </a:lnTo>
                  <a:lnTo>
                    <a:pt x="211" y="155"/>
                  </a:lnTo>
                  <a:lnTo>
                    <a:pt x="212" y="153"/>
                  </a:lnTo>
                  <a:lnTo>
                    <a:pt x="214" y="153"/>
                  </a:lnTo>
                  <a:lnTo>
                    <a:pt x="214" y="151"/>
                  </a:lnTo>
                  <a:lnTo>
                    <a:pt x="215" y="150"/>
                  </a:lnTo>
                  <a:lnTo>
                    <a:pt x="217" y="151"/>
                  </a:lnTo>
                  <a:lnTo>
                    <a:pt x="217" y="147"/>
                  </a:lnTo>
                  <a:lnTo>
                    <a:pt x="221" y="151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3"/>
                  </a:lnTo>
                  <a:lnTo>
                    <a:pt x="230" y="152"/>
                  </a:lnTo>
                  <a:lnTo>
                    <a:pt x="233" y="155"/>
                  </a:lnTo>
                  <a:lnTo>
                    <a:pt x="228" y="163"/>
                  </a:lnTo>
                  <a:lnTo>
                    <a:pt x="236" y="170"/>
                  </a:lnTo>
                  <a:lnTo>
                    <a:pt x="235" y="172"/>
                  </a:lnTo>
                  <a:lnTo>
                    <a:pt x="231" y="173"/>
                  </a:lnTo>
                  <a:lnTo>
                    <a:pt x="231" y="175"/>
                  </a:lnTo>
                  <a:lnTo>
                    <a:pt x="228" y="179"/>
                  </a:lnTo>
                  <a:lnTo>
                    <a:pt x="228" y="181"/>
                  </a:lnTo>
                  <a:lnTo>
                    <a:pt x="229" y="184"/>
                  </a:lnTo>
                  <a:lnTo>
                    <a:pt x="230" y="184"/>
                  </a:lnTo>
                  <a:lnTo>
                    <a:pt x="230" y="183"/>
                  </a:lnTo>
                  <a:lnTo>
                    <a:pt x="233" y="186"/>
                  </a:lnTo>
                  <a:lnTo>
                    <a:pt x="234" y="188"/>
                  </a:lnTo>
                  <a:lnTo>
                    <a:pt x="242" y="180"/>
                  </a:lnTo>
                  <a:lnTo>
                    <a:pt x="243" y="176"/>
                  </a:lnTo>
                  <a:lnTo>
                    <a:pt x="244" y="177"/>
                  </a:lnTo>
                  <a:lnTo>
                    <a:pt x="245" y="175"/>
                  </a:lnTo>
                  <a:lnTo>
                    <a:pt x="246" y="175"/>
                  </a:lnTo>
                  <a:lnTo>
                    <a:pt x="253" y="163"/>
                  </a:lnTo>
                  <a:lnTo>
                    <a:pt x="257" y="161"/>
                  </a:lnTo>
                  <a:lnTo>
                    <a:pt x="257" y="160"/>
                  </a:lnTo>
                  <a:lnTo>
                    <a:pt x="260" y="156"/>
                  </a:lnTo>
                  <a:lnTo>
                    <a:pt x="260" y="155"/>
                  </a:lnTo>
                  <a:lnTo>
                    <a:pt x="258" y="151"/>
                  </a:lnTo>
                  <a:lnTo>
                    <a:pt x="256" y="150"/>
                  </a:lnTo>
                  <a:lnTo>
                    <a:pt x="257" y="149"/>
                  </a:lnTo>
                  <a:lnTo>
                    <a:pt x="256" y="147"/>
                  </a:lnTo>
                  <a:lnTo>
                    <a:pt x="253" y="147"/>
                  </a:lnTo>
                  <a:lnTo>
                    <a:pt x="253" y="143"/>
                  </a:lnTo>
                  <a:lnTo>
                    <a:pt x="258" y="139"/>
                  </a:lnTo>
                  <a:lnTo>
                    <a:pt x="258" y="139"/>
                  </a:lnTo>
                  <a:lnTo>
                    <a:pt x="262" y="137"/>
                  </a:lnTo>
                  <a:lnTo>
                    <a:pt x="261" y="135"/>
                  </a:lnTo>
                  <a:lnTo>
                    <a:pt x="268" y="131"/>
                  </a:lnTo>
                  <a:lnTo>
                    <a:pt x="267" y="130"/>
                  </a:lnTo>
                  <a:lnTo>
                    <a:pt x="264" y="131"/>
                  </a:lnTo>
                  <a:lnTo>
                    <a:pt x="263" y="130"/>
                  </a:lnTo>
                  <a:lnTo>
                    <a:pt x="270" y="129"/>
                  </a:lnTo>
                  <a:lnTo>
                    <a:pt x="270" y="129"/>
                  </a:lnTo>
                  <a:lnTo>
                    <a:pt x="269" y="131"/>
                  </a:lnTo>
                  <a:lnTo>
                    <a:pt x="270" y="133"/>
                  </a:lnTo>
                  <a:lnTo>
                    <a:pt x="274" y="133"/>
                  </a:lnTo>
                  <a:lnTo>
                    <a:pt x="275" y="134"/>
                  </a:lnTo>
                  <a:lnTo>
                    <a:pt x="276" y="134"/>
                  </a:lnTo>
                  <a:lnTo>
                    <a:pt x="279" y="130"/>
                  </a:lnTo>
                  <a:lnTo>
                    <a:pt x="286" y="124"/>
                  </a:lnTo>
                  <a:lnTo>
                    <a:pt x="286" y="123"/>
                  </a:lnTo>
                  <a:lnTo>
                    <a:pt x="281" y="125"/>
                  </a:lnTo>
                  <a:lnTo>
                    <a:pt x="279" y="121"/>
                  </a:lnTo>
                  <a:lnTo>
                    <a:pt x="277" y="122"/>
                  </a:lnTo>
                  <a:lnTo>
                    <a:pt x="277" y="120"/>
                  </a:lnTo>
                  <a:lnTo>
                    <a:pt x="277" y="120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3" y="113"/>
                  </a:lnTo>
                  <a:lnTo>
                    <a:pt x="250" y="79"/>
                  </a:lnTo>
                  <a:lnTo>
                    <a:pt x="252" y="76"/>
                  </a:lnTo>
                  <a:lnTo>
                    <a:pt x="253" y="73"/>
                  </a:lnTo>
                  <a:lnTo>
                    <a:pt x="251" y="63"/>
                  </a:lnTo>
                  <a:lnTo>
                    <a:pt x="249" y="60"/>
                  </a:lnTo>
                  <a:lnTo>
                    <a:pt x="252" y="60"/>
                  </a:lnTo>
                  <a:lnTo>
                    <a:pt x="250" y="55"/>
                  </a:lnTo>
                  <a:lnTo>
                    <a:pt x="251" y="54"/>
                  </a:lnTo>
                  <a:lnTo>
                    <a:pt x="250" y="52"/>
                  </a:lnTo>
                  <a:lnTo>
                    <a:pt x="251" y="52"/>
                  </a:lnTo>
                  <a:lnTo>
                    <a:pt x="250" y="49"/>
                  </a:lnTo>
                  <a:lnTo>
                    <a:pt x="253" y="47"/>
                  </a:lnTo>
                  <a:lnTo>
                    <a:pt x="252" y="45"/>
                  </a:lnTo>
                  <a:lnTo>
                    <a:pt x="255" y="43"/>
                  </a:lnTo>
                  <a:lnTo>
                    <a:pt x="252" y="39"/>
                  </a:lnTo>
                  <a:lnTo>
                    <a:pt x="243" y="34"/>
                  </a:lnTo>
                  <a:close/>
                  <a:moveTo>
                    <a:pt x="304" y="101"/>
                  </a:moveTo>
                  <a:lnTo>
                    <a:pt x="295" y="105"/>
                  </a:lnTo>
                  <a:lnTo>
                    <a:pt x="294" y="112"/>
                  </a:lnTo>
                  <a:lnTo>
                    <a:pt x="298" y="117"/>
                  </a:lnTo>
                  <a:lnTo>
                    <a:pt x="297" y="118"/>
                  </a:lnTo>
                  <a:lnTo>
                    <a:pt x="299" y="123"/>
                  </a:lnTo>
                  <a:lnTo>
                    <a:pt x="302" y="123"/>
                  </a:lnTo>
                  <a:lnTo>
                    <a:pt x="302" y="121"/>
                  </a:lnTo>
                  <a:lnTo>
                    <a:pt x="306" y="117"/>
                  </a:lnTo>
                  <a:lnTo>
                    <a:pt x="313" y="115"/>
                  </a:lnTo>
                  <a:lnTo>
                    <a:pt x="311" y="110"/>
                  </a:lnTo>
                  <a:lnTo>
                    <a:pt x="311" y="107"/>
                  </a:lnTo>
                  <a:lnTo>
                    <a:pt x="310" y="101"/>
                  </a:lnTo>
                  <a:lnTo>
                    <a:pt x="306" y="103"/>
                  </a:lnTo>
                  <a:lnTo>
                    <a:pt x="304" y="10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0" name="Freeform 12">
              <a:extLst>
                <a:ext uri="{FF2B5EF4-FFF2-40B4-BE49-F238E27FC236}">
                  <a16:creationId xmlns:a16="http://schemas.microsoft.com/office/drawing/2014/main" id="{4207BF56-9CD5-4FED-9AF8-62AE62065B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3657" y="3947990"/>
              <a:ext cx="292717" cy="282263"/>
            </a:xfrm>
            <a:custGeom>
              <a:avLst/>
              <a:gdLst>
                <a:gd name="T0" fmla="*/ 156 w 280"/>
                <a:gd name="T1" fmla="*/ 75 h 270"/>
                <a:gd name="T2" fmla="*/ 209 w 280"/>
                <a:gd name="T3" fmla="*/ 61 h 270"/>
                <a:gd name="T4" fmla="*/ 234 w 280"/>
                <a:gd name="T5" fmla="*/ 85 h 270"/>
                <a:gd name="T6" fmla="*/ 222 w 280"/>
                <a:gd name="T7" fmla="*/ 100 h 270"/>
                <a:gd name="T8" fmla="*/ 241 w 280"/>
                <a:gd name="T9" fmla="*/ 125 h 270"/>
                <a:gd name="T10" fmla="*/ 255 w 280"/>
                <a:gd name="T11" fmla="*/ 130 h 270"/>
                <a:gd name="T12" fmla="*/ 262 w 280"/>
                <a:gd name="T13" fmla="*/ 122 h 270"/>
                <a:gd name="T14" fmla="*/ 269 w 280"/>
                <a:gd name="T15" fmla="*/ 126 h 270"/>
                <a:gd name="T16" fmla="*/ 278 w 280"/>
                <a:gd name="T17" fmla="*/ 131 h 270"/>
                <a:gd name="T18" fmla="*/ 252 w 280"/>
                <a:gd name="T19" fmla="*/ 171 h 270"/>
                <a:gd name="T20" fmla="*/ 229 w 280"/>
                <a:gd name="T21" fmla="*/ 182 h 270"/>
                <a:gd name="T22" fmla="*/ 215 w 280"/>
                <a:gd name="T23" fmla="*/ 185 h 270"/>
                <a:gd name="T24" fmla="*/ 192 w 280"/>
                <a:gd name="T25" fmla="*/ 206 h 270"/>
                <a:gd name="T26" fmla="*/ 184 w 280"/>
                <a:gd name="T27" fmla="*/ 226 h 270"/>
                <a:gd name="T28" fmla="*/ 155 w 280"/>
                <a:gd name="T29" fmla="*/ 242 h 270"/>
                <a:gd name="T30" fmla="*/ 138 w 280"/>
                <a:gd name="T31" fmla="*/ 254 h 270"/>
                <a:gd name="T32" fmla="*/ 113 w 280"/>
                <a:gd name="T33" fmla="*/ 252 h 270"/>
                <a:gd name="T34" fmla="*/ 105 w 280"/>
                <a:gd name="T35" fmla="*/ 243 h 270"/>
                <a:gd name="T36" fmla="*/ 74 w 280"/>
                <a:gd name="T37" fmla="*/ 244 h 270"/>
                <a:gd name="T38" fmla="*/ 63 w 280"/>
                <a:gd name="T39" fmla="*/ 262 h 270"/>
                <a:gd name="T40" fmla="*/ 55 w 280"/>
                <a:gd name="T41" fmla="*/ 256 h 270"/>
                <a:gd name="T42" fmla="*/ 21 w 280"/>
                <a:gd name="T43" fmla="*/ 253 h 270"/>
                <a:gd name="T44" fmla="*/ 16 w 280"/>
                <a:gd name="T45" fmla="*/ 264 h 270"/>
                <a:gd name="T46" fmla="*/ 1 w 280"/>
                <a:gd name="T47" fmla="*/ 270 h 270"/>
                <a:gd name="T48" fmla="*/ 7 w 280"/>
                <a:gd name="T49" fmla="*/ 253 h 270"/>
                <a:gd name="T50" fmla="*/ 23 w 280"/>
                <a:gd name="T51" fmla="*/ 219 h 270"/>
                <a:gd name="T52" fmla="*/ 28 w 280"/>
                <a:gd name="T53" fmla="*/ 213 h 270"/>
                <a:gd name="T54" fmla="*/ 21 w 280"/>
                <a:gd name="T55" fmla="*/ 201 h 270"/>
                <a:gd name="T56" fmla="*/ 13 w 280"/>
                <a:gd name="T57" fmla="*/ 185 h 270"/>
                <a:gd name="T58" fmla="*/ 29 w 280"/>
                <a:gd name="T59" fmla="*/ 171 h 270"/>
                <a:gd name="T60" fmla="*/ 31 w 280"/>
                <a:gd name="T61" fmla="*/ 163 h 270"/>
                <a:gd name="T62" fmla="*/ 40 w 280"/>
                <a:gd name="T63" fmla="*/ 161 h 270"/>
                <a:gd name="T64" fmla="*/ 43 w 280"/>
                <a:gd name="T65" fmla="*/ 156 h 270"/>
                <a:gd name="T66" fmla="*/ 48 w 280"/>
                <a:gd name="T67" fmla="*/ 152 h 270"/>
                <a:gd name="T68" fmla="*/ 70 w 280"/>
                <a:gd name="T69" fmla="*/ 152 h 270"/>
                <a:gd name="T70" fmla="*/ 83 w 280"/>
                <a:gd name="T71" fmla="*/ 137 h 270"/>
                <a:gd name="T72" fmla="*/ 92 w 280"/>
                <a:gd name="T73" fmla="*/ 138 h 270"/>
                <a:gd name="T74" fmla="*/ 105 w 280"/>
                <a:gd name="T75" fmla="*/ 136 h 270"/>
                <a:gd name="T76" fmla="*/ 132 w 280"/>
                <a:gd name="T77" fmla="*/ 130 h 270"/>
                <a:gd name="T78" fmla="*/ 130 w 280"/>
                <a:gd name="T79" fmla="*/ 120 h 270"/>
                <a:gd name="T80" fmla="*/ 123 w 280"/>
                <a:gd name="T81" fmla="*/ 104 h 270"/>
                <a:gd name="T82" fmla="*/ 115 w 280"/>
                <a:gd name="T83" fmla="*/ 92 h 270"/>
                <a:gd name="T84" fmla="*/ 130 w 280"/>
                <a:gd name="T85" fmla="*/ 80 h 270"/>
                <a:gd name="T86" fmla="*/ 131 w 280"/>
                <a:gd name="T87" fmla="*/ 73 h 270"/>
                <a:gd name="T88" fmla="*/ 133 w 280"/>
                <a:gd name="T89" fmla="*/ 54 h 270"/>
                <a:gd name="T90" fmla="*/ 170 w 280"/>
                <a:gd name="T91" fmla="*/ 28 h 270"/>
                <a:gd name="T92" fmla="*/ 173 w 280"/>
                <a:gd name="T93" fmla="*/ 17 h 270"/>
                <a:gd name="T94" fmla="*/ 195 w 280"/>
                <a:gd name="T95" fmla="*/ 29 h 270"/>
                <a:gd name="T96" fmla="*/ 181 w 280"/>
                <a:gd name="T97" fmla="*/ 18 h 270"/>
                <a:gd name="T98" fmla="*/ 174 w 280"/>
                <a:gd name="T99" fmla="*/ 6 h 270"/>
                <a:gd name="T100" fmla="*/ 191 w 280"/>
                <a:gd name="T101" fmla="*/ 6 h 270"/>
                <a:gd name="T102" fmla="*/ 225 w 280"/>
                <a:gd name="T103" fmla="*/ 2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0" h="270">
                  <a:moveTo>
                    <a:pt x="133" y="54"/>
                  </a:moveTo>
                  <a:lnTo>
                    <a:pt x="142" y="65"/>
                  </a:lnTo>
                  <a:lnTo>
                    <a:pt x="148" y="70"/>
                  </a:lnTo>
                  <a:lnTo>
                    <a:pt x="156" y="75"/>
                  </a:lnTo>
                  <a:lnTo>
                    <a:pt x="170" y="81"/>
                  </a:lnTo>
                  <a:lnTo>
                    <a:pt x="192" y="92"/>
                  </a:lnTo>
                  <a:lnTo>
                    <a:pt x="209" y="61"/>
                  </a:lnTo>
                  <a:lnTo>
                    <a:pt x="209" y="61"/>
                  </a:lnTo>
                  <a:lnTo>
                    <a:pt x="225" y="69"/>
                  </a:lnTo>
                  <a:lnTo>
                    <a:pt x="230" y="70"/>
                  </a:lnTo>
                  <a:lnTo>
                    <a:pt x="231" y="81"/>
                  </a:lnTo>
                  <a:lnTo>
                    <a:pt x="234" y="85"/>
                  </a:lnTo>
                  <a:lnTo>
                    <a:pt x="229" y="90"/>
                  </a:lnTo>
                  <a:lnTo>
                    <a:pt x="227" y="91"/>
                  </a:lnTo>
                  <a:lnTo>
                    <a:pt x="224" y="94"/>
                  </a:lnTo>
                  <a:lnTo>
                    <a:pt x="222" y="100"/>
                  </a:lnTo>
                  <a:lnTo>
                    <a:pt x="223" y="103"/>
                  </a:lnTo>
                  <a:lnTo>
                    <a:pt x="227" y="106"/>
                  </a:lnTo>
                  <a:lnTo>
                    <a:pt x="232" y="117"/>
                  </a:lnTo>
                  <a:lnTo>
                    <a:pt x="241" y="125"/>
                  </a:lnTo>
                  <a:lnTo>
                    <a:pt x="241" y="127"/>
                  </a:lnTo>
                  <a:lnTo>
                    <a:pt x="241" y="130"/>
                  </a:lnTo>
                  <a:lnTo>
                    <a:pt x="246" y="134"/>
                  </a:lnTo>
                  <a:lnTo>
                    <a:pt x="255" y="130"/>
                  </a:lnTo>
                  <a:lnTo>
                    <a:pt x="255" y="128"/>
                  </a:lnTo>
                  <a:lnTo>
                    <a:pt x="258" y="127"/>
                  </a:lnTo>
                  <a:lnTo>
                    <a:pt x="259" y="124"/>
                  </a:lnTo>
                  <a:lnTo>
                    <a:pt x="262" y="122"/>
                  </a:lnTo>
                  <a:lnTo>
                    <a:pt x="265" y="117"/>
                  </a:lnTo>
                  <a:lnTo>
                    <a:pt x="269" y="116"/>
                  </a:lnTo>
                  <a:lnTo>
                    <a:pt x="267" y="124"/>
                  </a:lnTo>
                  <a:lnTo>
                    <a:pt x="269" y="126"/>
                  </a:lnTo>
                  <a:lnTo>
                    <a:pt x="273" y="126"/>
                  </a:lnTo>
                  <a:lnTo>
                    <a:pt x="279" y="125"/>
                  </a:lnTo>
                  <a:lnTo>
                    <a:pt x="277" y="130"/>
                  </a:lnTo>
                  <a:lnTo>
                    <a:pt x="278" y="131"/>
                  </a:lnTo>
                  <a:lnTo>
                    <a:pt x="280" y="138"/>
                  </a:lnTo>
                  <a:lnTo>
                    <a:pt x="268" y="160"/>
                  </a:lnTo>
                  <a:lnTo>
                    <a:pt x="263" y="161"/>
                  </a:lnTo>
                  <a:lnTo>
                    <a:pt x="252" y="171"/>
                  </a:lnTo>
                  <a:lnTo>
                    <a:pt x="244" y="173"/>
                  </a:lnTo>
                  <a:lnTo>
                    <a:pt x="237" y="177"/>
                  </a:lnTo>
                  <a:lnTo>
                    <a:pt x="230" y="182"/>
                  </a:lnTo>
                  <a:lnTo>
                    <a:pt x="229" y="182"/>
                  </a:lnTo>
                  <a:lnTo>
                    <a:pt x="227" y="182"/>
                  </a:lnTo>
                  <a:lnTo>
                    <a:pt x="220" y="181"/>
                  </a:lnTo>
                  <a:lnTo>
                    <a:pt x="218" y="182"/>
                  </a:lnTo>
                  <a:lnTo>
                    <a:pt x="215" y="185"/>
                  </a:lnTo>
                  <a:lnTo>
                    <a:pt x="213" y="185"/>
                  </a:lnTo>
                  <a:lnTo>
                    <a:pt x="202" y="196"/>
                  </a:lnTo>
                  <a:lnTo>
                    <a:pt x="197" y="198"/>
                  </a:lnTo>
                  <a:lnTo>
                    <a:pt x="192" y="206"/>
                  </a:lnTo>
                  <a:lnTo>
                    <a:pt x="189" y="206"/>
                  </a:lnTo>
                  <a:lnTo>
                    <a:pt x="182" y="211"/>
                  </a:lnTo>
                  <a:lnTo>
                    <a:pt x="181" y="216"/>
                  </a:lnTo>
                  <a:lnTo>
                    <a:pt x="184" y="226"/>
                  </a:lnTo>
                  <a:lnTo>
                    <a:pt x="174" y="234"/>
                  </a:lnTo>
                  <a:lnTo>
                    <a:pt x="165" y="237"/>
                  </a:lnTo>
                  <a:lnTo>
                    <a:pt x="158" y="241"/>
                  </a:lnTo>
                  <a:lnTo>
                    <a:pt x="155" y="242"/>
                  </a:lnTo>
                  <a:lnTo>
                    <a:pt x="150" y="246"/>
                  </a:lnTo>
                  <a:lnTo>
                    <a:pt x="148" y="250"/>
                  </a:lnTo>
                  <a:lnTo>
                    <a:pt x="141" y="254"/>
                  </a:lnTo>
                  <a:lnTo>
                    <a:pt x="138" y="254"/>
                  </a:lnTo>
                  <a:lnTo>
                    <a:pt x="136" y="257"/>
                  </a:lnTo>
                  <a:lnTo>
                    <a:pt x="132" y="253"/>
                  </a:lnTo>
                  <a:lnTo>
                    <a:pt x="127" y="253"/>
                  </a:lnTo>
                  <a:lnTo>
                    <a:pt x="113" y="252"/>
                  </a:lnTo>
                  <a:lnTo>
                    <a:pt x="109" y="253"/>
                  </a:lnTo>
                  <a:lnTo>
                    <a:pt x="109" y="246"/>
                  </a:lnTo>
                  <a:lnTo>
                    <a:pt x="108" y="243"/>
                  </a:lnTo>
                  <a:lnTo>
                    <a:pt x="105" y="243"/>
                  </a:lnTo>
                  <a:lnTo>
                    <a:pt x="94" y="246"/>
                  </a:lnTo>
                  <a:lnTo>
                    <a:pt x="91" y="245"/>
                  </a:lnTo>
                  <a:lnTo>
                    <a:pt x="75" y="243"/>
                  </a:lnTo>
                  <a:lnTo>
                    <a:pt x="74" y="244"/>
                  </a:lnTo>
                  <a:lnTo>
                    <a:pt x="72" y="251"/>
                  </a:lnTo>
                  <a:lnTo>
                    <a:pt x="71" y="254"/>
                  </a:lnTo>
                  <a:lnTo>
                    <a:pt x="64" y="259"/>
                  </a:lnTo>
                  <a:lnTo>
                    <a:pt x="63" y="262"/>
                  </a:lnTo>
                  <a:lnTo>
                    <a:pt x="62" y="261"/>
                  </a:lnTo>
                  <a:lnTo>
                    <a:pt x="60" y="258"/>
                  </a:lnTo>
                  <a:lnTo>
                    <a:pt x="57" y="256"/>
                  </a:lnTo>
                  <a:lnTo>
                    <a:pt x="55" y="256"/>
                  </a:lnTo>
                  <a:lnTo>
                    <a:pt x="47" y="253"/>
                  </a:lnTo>
                  <a:lnTo>
                    <a:pt x="37" y="254"/>
                  </a:lnTo>
                  <a:lnTo>
                    <a:pt x="29" y="251"/>
                  </a:lnTo>
                  <a:lnTo>
                    <a:pt x="21" y="253"/>
                  </a:lnTo>
                  <a:lnTo>
                    <a:pt x="21" y="259"/>
                  </a:lnTo>
                  <a:lnTo>
                    <a:pt x="19" y="261"/>
                  </a:lnTo>
                  <a:lnTo>
                    <a:pt x="18" y="261"/>
                  </a:lnTo>
                  <a:lnTo>
                    <a:pt x="16" y="264"/>
                  </a:lnTo>
                  <a:lnTo>
                    <a:pt x="10" y="266"/>
                  </a:lnTo>
                  <a:lnTo>
                    <a:pt x="7" y="267"/>
                  </a:lnTo>
                  <a:lnTo>
                    <a:pt x="4" y="267"/>
                  </a:lnTo>
                  <a:lnTo>
                    <a:pt x="1" y="270"/>
                  </a:lnTo>
                  <a:lnTo>
                    <a:pt x="0" y="264"/>
                  </a:lnTo>
                  <a:lnTo>
                    <a:pt x="6" y="261"/>
                  </a:lnTo>
                  <a:lnTo>
                    <a:pt x="9" y="259"/>
                  </a:lnTo>
                  <a:lnTo>
                    <a:pt x="7" y="253"/>
                  </a:lnTo>
                  <a:lnTo>
                    <a:pt x="7" y="251"/>
                  </a:lnTo>
                  <a:lnTo>
                    <a:pt x="20" y="226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23"/>
                  </a:lnTo>
                  <a:lnTo>
                    <a:pt x="25" y="223"/>
                  </a:lnTo>
                  <a:lnTo>
                    <a:pt x="26" y="221"/>
                  </a:lnTo>
                  <a:lnTo>
                    <a:pt x="28" y="213"/>
                  </a:lnTo>
                  <a:lnTo>
                    <a:pt x="30" y="210"/>
                  </a:lnTo>
                  <a:lnTo>
                    <a:pt x="30" y="208"/>
                  </a:lnTo>
                  <a:lnTo>
                    <a:pt x="28" y="203"/>
                  </a:lnTo>
                  <a:lnTo>
                    <a:pt x="21" y="201"/>
                  </a:lnTo>
                  <a:lnTo>
                    <a:pt x="21" y="199"/>
                  </a:lnTo>
                  <a:lnTo>
                    <a:pt x="7" y="192"/>
                  </a:lnTo>
                  <a:lnTo>
                    <a:pt x="7" y="189"/>
                  </a:lnTo>
                  <a:lnTo>
                    <a:pt x="13" y="185"/>
                  </a:lnTo>
                  <a:lnTo>
                    <a:pt x="11" y="183"/>
                  </a:lnTo>
                  <a:lnTo>
                    <a:pt x="16" y="172"/>
                  </a:lnTo>
                  <a:lnTo>
                    <a:pt x="19" y="169"/>
                  </a:lnTo>
                  <a:lnTo>
                    <a:pt x="29" y="171"/>
                  </a:lnTo>
                  <a:lnTo>
                    <a:pt x="29" y="169"/>
                  </a:lnTo>
                  <a:lnTo>
                    <a:pt x="27" y="163"/>
                  </a:lnTo>
                  <a:lnTo>
                    <a:pt x="28" y="163"/>
                  </a:lnTo>
                  <a:lnTo>
                    <a:pt x="31" y="163"/>
                  </a:lnTo>
                  <a:lnTo>
                    <a:pt x="34" y="165"/>
                  </a:lnTo>
                  <a:lnTo>
                    <a:pt x="34" y="166"/>
                  </a:lnTo>
                  <a:lnTo>
                    <a:pt x="37" y="163"/>
                  </a:lnTo>
                  <a:lnTo>
                    <a:pt x="40" y="161"/>
                  </a:lnTo>
                  <a:lnTo>
                    <a:pt x="40" y="158"/>
                  </a:lnTo>
                  <a:lnTo>
                    <a:pt x="41" y="158"/>
                  </a:lnTo>
                  <a:lnTo>
                    <a:pt x="42" y="155"/>
                  </a:lnTo>
                  <a:lnTo>
                    <a:pt x="43" y="156"/>
                  </a:lnTo>
                  <a:lnTo>
                    <a:pt x="44" y="156"/>
                  </a:lnTo>
                  <a:lnTo>
                    <a:pt x="45" y="153"/>
                  </a:lnTo>
                  <a:lnTo>
                    <a:pt x="46" y="154"/>
                  </a:lnTo>
                  <a:lnTo>
                    <a:pt x="48" y="152"/>
                  </a:lnTo>
                  <a:lnTo>
                    <a:pt x="54" y="150"/>
                  </a:lnTo>
                  <a:lnTo>
                    <a:pt x="61" y="144"/>
                  </a:lnTo>
                  <a:lnTo>
                    <a:pt x="61" y="144"/>
                  </a:lnTo>
                  <a:lnTo>
                    <a:pt x="70" y="152"/>
                  </a:lnTo>
                  <a:lnTo>
                    <a:pt x="72" y="152"/>
                  </a:lnTo>
                  <a:lnTo>
                    <a:pt x="75" y="149"/>
                  </a:lnTo>
                  <a:lnTo>
                    <a:pt x="77" y="143"/>
                  </a:lnTo>
                  <a:lnTo>
                    <a:pt x="83" y="137"/>
                  </a:lnTo>
                  <a:lnTo>
                    <a:pt x="85" y="136"/>
                  </a:lnTo>
                  <a:lnTo>
                    <a:pt x="89" y="141"/>
                  </a:lnTo>
                  <a:lnTo>
                    <a:pt x="91" y="141"/>
                  </a:lnTo>
                  <a:lnTo>
                    <a:pt x="92" y="138"/>
                  </a:lnTo>
                  <a:lnTo>
                    <a:pt x="96" y="139"/>
                  </a:lnTo>
                  <a:lnTo>
                    <a:pt x="100" y="137"/>
                  </a:lnTo>
                  <a:lnTo>
                    <a:pt x="102" y="134"/>
                  </a:lnTo>
                  <a:lnTo>
                    <a:pt x="105" y="136"/>
                  </a:lnTo>
                  <a:lnTo>
                    <a:pt x="112" y="142"/>
                  </a:lnTo>
                  <a:lnTo>
                    <a:pt x="116" y="144"/>
                  </a:lnTo>
                  <a:lnTo>
                    <a:pt x="124" y="139"/>
                  </a:lnTo>
                  <a:lnTo>
                    <a:pt x="132" y="130"/>
                  </a:lnTo>
                  <a:lnTo>
                    <a:pt x="133" y="130"/>
                  </a:lnTo>
                  <a:lnTo>
                    <a:pt x="131" y="126"/>
                  </a:lnTo>
                  <a:lnTo>
                    <a:pt x="132" y="124"/>
                  </a:lnTo>
                  <a:lnTo>
                    <a:pt x="130" y="120"/>
                  </a:lnTo>
                  <a:lnTo>
                    <a:pt x="129" y="115"/>
                  </a:lnTo>
                  <a:lnTo>
                    <a:pt x="122" y="109"/>
                  </a:lnTo>
                  <a:lnTo>
                    <a:pt x="121" y="106"/>
                  </a:lnTo>
                  <a:lnTo>
                    <a:pt x="123" y="104"/>
                  </a:lnTo>
                  <a:lnTo>
                    <a:pt x="121" y="103"/>
                  </a:lnTo>
                  <a:lnTo>
                    <a:pt x="117" y="98"/>
                  </a:lnTo>
                  <a:lnTo>
                    <a:pt x="117" y="92"/>
                  </a:lnTo>
                  <a:lnTo>
                    <a:pt x="115" y="92"/>
                  </a:lnTo>
                  <a:lnTo>
                    <a:pt x="122" y="85"/>
                  </a:lnTo>
                  <a:lnTo>
                    <a:pt x="125" y="81"/>
                  </a:lnTo>
                  <a:lnTo>
                    <a:pt x="129" y="81"/>
                  </a:lnTo>
                  <a:lnTo>
                    <a:pt x="130" y="80"/>
                  </a:lnTo>
                  <a:lnTo>
                    <a:pt x="129" y="79"/>
                  </a:lnTo>
                  <a:lnTo>
                    <a:pt x="130" y="78"/>
                  </a:lnTo>
                  <a:lnTo>
                    <a:pt x="131" y="75"/>
                  </a:lnTo>
                  <a:lnTo>
                    <a:pt x="131" y="73"/>
                  </a:lnTo>
                  <a:lnTo>
                    <a:pt x="129" y="70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33" y="54"/>
                  </a:lnTo>
                  <a:close/>
                  <a:moveTo>
                    <a:pt x="181" y="22"/>
                  </a:moveTo>
                  <a:lnTo>
                    <a:pt x="179" y="25"/>
                  </a:lnTo>
                  <a:lnTo>
                    <a:pt x="173" y="21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71" y="18"/>
                  </a:lnTo>
                  <a:lnTo>
                    <a:pt x="172" y="19"/>
                  </a:lnTo>
                  <a:lnTo>
                    <a:pt x="173" y="17"/>
                  </a:lnTo>
                  <a:lnTo>
                    <a:pt x="174" y="16"/>
                  </a:lnTo>
                  <a:lnTo>
                    <a:pt x="181" y="22"/>
                  </a:lnTo>
                  <a:close/>
                  <a:moveTo>
                    <a:pt x="219" y="40"/>
                  </a:moveTo>
                  <a:lnTo>
                    <a:pt x="195" y="29"/>
                  </a:lnTo>
                  <a:lnTo>
                    <a:pt x="190" y="26"/>
                  </a:lnTo>
                  <a:lnTo>
                    <a:pt x="189" y="25"/>
                  </a:lnTo>
                  <a:lnTo>
                    <a:pt x="189" y="19"/>
                  </a:lnTo>
                  <a:lnTo>
                    <a:pt x="181" y="18"/>
                  </a:lnTo>
                  <a:lnTo>
                    <a:pt x="178" y="14"/>
                  </a:lnTo>
                  <a:lnTo>
                    <a:pt x="173" y="13"/>
                  </a:lnTo>
                  <a:lnTo>
                    <a:pt x="170" y="8"/>
                  </a:lnTo>
                  <a:lnTo>
                    <a:pt x="174" y="6"/>
                  </a:lnTo>
                  <a:lnTo>
                    <a:pt x="173" y="3"/>
                  </a:lnTo>
                  <a:lnTo>
                    <a:pt x="178" y="0"/>
                  </a:lnTo>
                  <a:lnTo>
                    <a:pt x="185" y="6"/>
                  </a:lnTo>
                  <a:lnTo>
                    <a:pt x="191" y="6"/>
                  </a:lnTo>
                  <a:lnTo>
                    <a:pt x="195" y="12"/>
                  </a:lnTo>
                  <a:lnTo>
                    <a:pt x="200" y="13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19" y="4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1" name="Freeform 13">
              <a:extLst>
                <a:ext uri="{FF2B5EF4-FFF2-40B4-BE49-F238E27FC236}">
                  <a16:creationId xmlns:a16="http://schemas.microsoft.com/office/drawing/2014/main" id="{7C5FB858-DDC4-482A-9D10-78D20860F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208" y="2975752"/>
              <a:ext cx="314671" cy="455802"/>
            </a:xfrm>
            <a:custGeom>
              <a:avLst/>
              <a:gdLst>
                <a:gd name="T0" fmla="*/ 182 w 301"/>
                <a:gd name="T1" fmla="*/ 48 h 436"/>
                <a:gd name="T2" fmla="*/ 226 w 301"/>
                <a:gd name="T3" fmla="*/ 54 h 436"/>
                <a:gd name="T4" fmla="*/ 253 w 301"/>
                <a:gd name="T5" fmla="*/ 73 h 436"/>
                <a:gd name="T6" fmla="*/ 253 w 301"/>
                <a:gd name="T7" fmla="*/ 97 h 436"/>
                <a:gd name="T8" fmla="*/ 252 w 301"/>
                <a:gd name="T9" fmla="*/ 123 h 436"/>
                <a:gd name="T10" fmla="*/ 237 w 301"/>
                <a:gd name="T11" fmla="*/ 141 h 436"/>
                <a:gd name="T12" fmla="*/ 213 w 301"/>
                <a:gd name="T13" fmla="*/ 156 h 436"/>
                <a:gd name="T14" fmla="*/ 238 w 301"/>
                <a:gd name="T15" fmla="*/ 169 h 436"/>
                <a:gd name="T16" fmla="*/ 262 w 301"/>
                <a:gd name="T17" fmla="*/ 160 h 436"/>
                <a:gd name="T18" fmla="*/ 277 w 301"/>
                <a:gd name="T19" fmla="*/ 163 h 436"/>
                <a:gd name="T20" fmla="*/ 293 w 301"/>
                <a:gd name="T21" fmla="*/ 180 h 436"/>
                <a:gd name="T22" fmla="*/ 300 w 301"/>
                <a:gd name="T23" fmla="*/ 205 h 436"/>
                <a:gd name="T24" fmla="*/ 295 w 301"/>
                <a:gd name="T25" fmla="*/ 222 h 436"/>
                <a:gd name="T26" fmla="*/ 295 w 301"/>
                <a:gd name="T27" fmla="*/ 250 h 436"/>
                <a:gd name="T28" fmla="*/ 292 w 301"/>
                <a:gd name="T29" fmla="*/ 270 h 436"/>
                <a:gd name="T30" fmla="*/ 298 w 301"/>
                <a:gd name="T31" fmla="*/ 297 h 436"/>
                <a:gd name="T32" fmla="*/ 287 w 301"/>
                <a:gd name="T33" fmla="*/ 305 h 436"/>
                <a:gd name="T34" fmla="*/ 265 w 301"/>
                <a:gd name="T35" fmla="*/ 331 h 436"/>
                <a:gd name="T36" fmla="*/ 250 w 301"/>
                <a:gd name="T37" fmla="*/ 343 h 436"/>
                <a:gd name="T38" fmla="*/ 226 w 301"/>
                <a:gd name="T39" fmla="*/ 346 h 436"/>
                <a:gd name="T40" fmla="*/ 213 w 301"/>
                <a:gd name="T41" fmla="*/ 360 h 436"/>
                <a:gd name="T42" fmla="*/ 201 w 301"/>
                <a:gd name="T43" fmla="*/ 367 h 436"/>
                <a:gd name="T44" fmla="*/ 190 w 301"/>
                <a:gd name="T45" fmla="*/ 373 h 436"/>
                <a:gd name="T46" fmla="*/ 177 w 301"/>
                <a:gd name="T47" fmla="*/ 348 h 436"/>
                <a:gd name="T48" fmla="*/ 145 w 301"/>
                <a:gd name="T49" fmla="*/ 351 h 436"/>
                <a:gd name="T50" fmla="*/ 137 w 301"/>
                <a:gd name="T51" fmla="*/ 365 h 436"/>
                <a:gd name="T52" fmla="*/ 128 w 301"/>
                <a:gd name="T53" fmla="*/ 386 h 436"/>
                <a:gd name="T54" fmla="*/ 117 w 301"/>
                <a:gd name="T55" fmla="*/ 411 h 436"/>
                <a:gd name="T56" fmla="*/ 89 w 301"/>
                <a:gd name="T57" fmla="*/ 422 h 436"/>
                <a:gd name="T58" fmla="*/ 68 w 301"/>
                <a:gd name="T59" fmla="*/ 426 h 436"/>
                <a:gd name="T60" fmla="*/ 55 w 301"/>
                <a:gd name="T61" fmla="*/ 432 h 436"/>
                <a:gd name="T62" fmla="*/ 36 w 301"/>
                <a:gd name="T63" fmla="*/ 432 h 436"/>
                <a:gd name="T64" fmla="*/ 28 w 301"/>
                <a:gd name="T65" fmla="*/ 419 h 436"/>
                <a:gd name="T66" fmla="*/ 14 w 301"/>
                <a:gd name="T67" fmla="*/ 414 h 436"/>
                <a:gd name="T68" fmla="*/ 7 w 301"/>
                <a:gd name="T69" fmla="*/ 407 h 436"/>
                <a:gd name="T70" fmla="*/ 0 w 301"/>
                <a:gd name="T71" fmla="*/ 382 h 436"/>
                <a:gd name="T72" fmla="*/ 36 w 301"/>
                <a:gd name="T73" fmla="*/ 361 h 436"/>
                <a:gd name="T74" fmla="*/ 53 w 301"/>
                <a:gd name="T75" fmla="*/ 352 h 436"/>
                <a:gd name="T76" fmla="*/ 68 w 301"/>
                <a:gd name="T77" fmla="*/ 343 h 436"/>
                <a:gd name="T78" fmla="*/ 65 w 301"/>
                <a:gd name="T79" fmla="*/ 314 h 436"/>
                <a:gd name="T80" fmla="*/ 51 w 301"/>
                <a:gd name="T81" fmla="*/ 292 h 436"/>
                <a:gd name="T82" fmla="*/ 55 w 301"/>
                <a:gd name="T83" fmla="*/ 290 h 436"/>
                <a:gd name="T84" fmla="*/ 66 w 301"/>
                <a:gd name="T85" fmla="*/ 286 h 436"/>
                <a:gd name="T86" fmla="*/ 72 w 301"/>
                <a:gd name="T87" fmla="*/ 280 h 436"/>
                <a:gd name="T88" fmla="*/ 67 w 301"/>
                <a:gd name="T89" fmla="*/ 271 h 436"/>
                <a:gd name="T90" fmla="*/ 79 w 301"/>
                <a:gd name="T91" fmla="*/ 246 h 436"/>
                <a:gd name="T92" fmla="*/ 59 w 301"/>
                <a:gd name="T93" fmla="*/ 237 h 436"/>
                <a:gd name="T94" fmla="*/ 52 w 301"/>
                <a:gd name="T95" fmla="*/ 215 h 436"/>
                <a:gd name="T96" fmla="*/ 40 w 301"/>
                <a:gd name="T97" fmla="*/ 201 h 436"/>
                <a:gd name="T98" fmla="*/ 32 w 301"/>
                <a:gd name="T99" fmla="*/ 181 h 436"/>
                <a:gd name="T100" fmla="*/ 19 w 301"/>
                <a:gd name="T101" fmla="*/ 173 h 436"/>
                <a:gd name="T102" fmla="*/ 25 w 301"/>
                <a:gd name="T103" fmla="*/ 164 h 436"/>
                <a:gd name="T104" fmla="*/ 36 w 301"/>
                <a:gd name="T105" fmla="*/ 157 h 436"/>
                <a:gd name="T106" fmla="*/ 54 w 301"/>
                <a:gd name="T107" fmla="*/ 149 h 436"/>
                <a:gd name="T108" fmla="*/ 66 w 301"/>
                <a:gd name="T109" fmla="*/ 127 h 436"/>
                <a:gd name="T110" fmla="*/ 75 w 301"/>
                <a:gd name="T111" fmla="*/ 115 h 436"/>
                <a:gd name="T112" fmla="*/ 66 w 301"/>
                <a:gd name="T113" fmla="*/ 95 h 436"/>
                <a:gd name="T114" fmla="*/ 79 w 301"/>
                <a:gd name="T115" fmla="*/ 76 h 436"/>
                <a:gd name="T116" fmla="*/ 77 w 301"/>
                <a:gd name="T117" fmla="*/ 64 h 436"/>
                <a:gd name="T118" fmla="*/ 78 w 301"/>
                <a:gd name="T119" fmla="*/ 48 h 436"/>
                <a:gd name="T120" fmla="*/ 85 w 301"/>
                <a:gd name="T121" fmla="*/ 32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1" h="436">
                  <a:moveTo>
                    <a:pt x="107" y="0"/>
                  </a:moveTo>
                  <a:lnTo>
                    <a:pt x="146" y="41"/>
                  </a:lnTo>
                  <a:lnTo>
                    <a:pt x="156" y="51"/>
                  </a:lnTo>
                  <a:lnTo>
                    <a:pt x="182" y="48"/>
                  </a:lnTo>
                  <a:lnTo>
                    <a:pt x="188" y="50"/>
                  </a:lnTo>
                  <a:lnTo>
                    <a:pt x="192" y="48"/>
                  </a:lnTo>
                  <a:lnTo>
                    <a:pt x="209" y="50"/>
                  </a:lnTo>
                  <a:lnTo>
                    <a:pt x="226" y="54"/>
                  </a:lnTo>
                  <a:lnTo>
                    <a:pt x="252" y="57"/>
                  </a:lnTo>
                  <a:lnTo>
                    <a:pt x="252" y="66"/>
                  </a:lnTo>
                  <a:lnTo>
                    <a:pt x="250" y="68"/>
                  </a:lnTo>
                  <a:lnTo>
                    <a:pt x="253" y="73"/>
                  </a:lnTo>
                  <a:lnTo>
                    <a:pt x="253" y="78"/>
                  </a:lnTo>
                  <a:lnTo>
                    <a:pt x="250" y="86"/>
                  </a:lnTo>
                  <a:lnTo>
                    <a:pt x="250" y="90"/>
                  </a:lnTo>
                  <a:lnTo>
                    <a:pt x="253" y="97"/>
                  </a:lnTo>
                  <a:lnTo>
                    <a:pt x="252" y="103"/>
                  </a:lnTo>
                  <a:lnTo>
                    <a:pt x="254" y="111"/>
                  </a:lnTo>
                  <a:lnTo>
                    <a:pt x="254" y="118"/>
                  </a:lnTo>
                  <a:lnTo>
                    <a:pt x="252" y="123"/>
                  </a:lnTo>
                  <a:lnTo>
                    <a:pt x="249" y="127"/>
                  </a:lnTo>
                  <a:lnTo>
                    <a:pt x="246" y="134"/>
                  </a:lnTo>
                  <a:lnTo>
                    <a:pt x="241" y="140"/>
                  </a:lnTo>
                  <a:lnTo>
                    <a:pt x="237" y="141"/>
                  </a:lnTo>
                  <a:lnTo>
                    <a:pt x="235" y="144"/>
                  </a:lnTo>
                  <a:lnTo>
                    <a:pt x="229" y="144"/>
                  </a:lnTo>
                  <a:lnTo>
                    <a:pt x="219" y="150"/>
                  </a:lnTo>
                  <a:lnTo>
                    <a:pt x="213" y="156"/>
                  </a:lnTo>
                  <a:lnTo>
                    <a:pt x="226" y="166"/>
                  </a:lnTo>
                  <a:lnTo>
                    <a:pt x="228" y="166"/>
                  </a:lnTo>
                  <a:lnTo>
                    <a:pt x="235" y="170"/>
                  </a:lnTo>
                  <a:lnTo>
                    <a:pt x="238" y="169"/>
                  </a:lnTo>
                  <a:lnTo>
                    <a:pt x="241" y="167"/>
                  </a:lnTo>
                  <a:lnTo>
                    <a:pt x="243" y="170"/>
                  </a:lnTo>
                  <a:lnTo>
                    <a:pt x="246" y="171"/>
                  </a:lnTo>
                  <a:lnTo>
                    <a:pt x="262" y="160"/>
                  </a:lnTo>
                  <a:lnTo>
                    <a:pt x="265" y="160"/>
                  </a:lnTo>
                  <a:lnTo>
                    <a:pt x="267" y="160"/>
                  </a:lnTo>
                  <a:lnTo>
                    <a:pt x="273" y="163"/>
                  </a:lnTo>
                  <a:lnTo>
                    <a:pt x="277" y="163"/>
                  </a:lnTo>
                  <a:lnTo>
                    <a:pt x="280" y="165"/>
                  </a:lnTo>
                  <a:lnTo>
                    <a:pt x="286" y="171"/>
                  </a:lnTo>
                  <a:lnTo>
                    <a:pt x="289" y="173"/>
                  </a:lnTo>
                  <a:lnTo>
                    <a:pt x="293" y="180"/>
                  </a:lnTo>
                  <a:lnTo>
                    <a:pt x="295" y="192"/>
                  </a:lnTo>
                  <a:lnTo>
                    <a:pt x="296" y="196"/>
                  </a:lnTo>
                  <a:lnTo>
                    <a:pt x="300" y="203"/>
                  </a:lnTo>
                  <a:lnTo>
                    <a:pt x="300" y="205"/>
                  </a:lnTo>
                  <a:lnTo>
                    <a:pt x="296" y="212"/>
                  </a:lnTo>
                  <a:lnTo>
                    <a:pt x="296" y="215"/>
                  </a:lnTo>
                  <a:lnTo>
                    <a:pt x="295" y="220"/>
                  </a:lnTo>
                  <a:lnTo>
                    <a:pt x="295" y="222"/>
                  </a:lnTo>
                  <a:lnTo>
                    <a:pt x="297" y="226"/>
                  </a:lnTo>
                  <a:lnTo>
                    <a:pt x="293" y="239"/>
                  </a:lnTo>
                  <a:lnTo>
                    <a:pt x="296" y="247"/>
                  </a:lnTo>
                  <a:lnTo>
                    <a:pt x="295" y="250"/>
                  </a:lnTo>
                  <a:lnTo>
                    <a:pt x="289" y="251"/>
                  </a:lnTo>
                  <a:lnTo>
                    <a:pt x="289" y="253"/>
                  </a:lnTo>
                  <a:lnTo>
                    <a:pt x="289" y="262"/>
                  </a:lnTo>
                  <a:lnTo>
                    <a:pt x="292" y="270"/>
                  </a:lnTo>
                  <a:lnTo>
                    <a:pt x="298" y="275"/>
                  </a:lnTo>
                  <a:lnTo>
                    <a:pt x="300" y="277"/>
                  </a:lnTo>
                  <a:lnTo>
                    <a:pt x="301" y="284"/>
                  </a:lnTo>
                  <a:lnTo>
                    <a:pt x="298" y="297"/>
                  </a:lnTo>
                  <a:lnTo>
                    <a:pt x="298" y="297"/>
                  </a:lnTo>
                  <a:lnTo>
                    <a:pt x="295" y="299"/>
                  </a:lnTo>
                  <a:lnTo>
                    <a:pt x="291" y="306"/>
                  </a:lnTo>
                  <a:lnTo>
                    <a:pt x="287" y="305"/>
                  </a:lnTo>
                  <a:lnTo>
                    <a:pt x="281" y="309"/>
                  </a:lnTo>
                  <a:lnTo>
                    <a:pt x="278" y="315"/>
                  </a:lnTo>
                  <a:lnTo>
                    <a:pt x="273" y="321"/>
                  </a:lnTo>
                  <a:lnTo>
                    <a:pt x="265" y="331"/>
                  </a:lnTo>
                  <a:lnTo>
                    <a:pt x="262" y="336"/>
                  </a:lnTo>
                  <a:lnTo>
                    <a:pt x="259" y="338"/>
                  </a:lnTo>
                  <a:lnTo>
                    <a:pt x="257" y="338"/>
                  </a:lnTo>
                  <a:lnTo>
                    <a:pt x="250" y="343"/>
                  </a:lnTo>
                  <a:lnTo>
                    <a:pt x="245" y="340"/>
                  </a:lnTo>
                  <a:lnTo>
                    <a:pt x="240" y="340"/>
                  </a:lnTo>
                  <a:lnTo>
                    <a:pt x="223" y="340"/>
                  </a:lnTo>
                  <a:lnTo>
                    <a:pt x="226" y="346"/>
                  </a:lnTo>
                  <a:lnTo>
                    <a:pt x="222" y="348"/>
                  </a:lnTo>
                  <a:lnTo>
                    <a:pt x="218" y="348"/>
                  </a:lnTo>
                  <a:lnTo>
                    <a:pt x="216" y="351"/>
                  </a:lnTo>
                  <a:lnTo>
                    <a:pt x="213" y="360"/>
                  </a:lnTo>
                  <a:lnTo>
                    <a:pt x="210" y="360"/>
                  </a:lnTo>
                  <a:lnTo>
                    <a:pt x="207" y="362"/>
                  </a:lnTo>
                  <a:lnTo>
                    <a:pt x="202" y="364"/>
                  </a:lnTo>
                  <a:lnTo>
                    <a:pt x="201" y="367"/>
                  </a:lnTo>
                  <a:lnTo>
                    <a:pt x="199" y="368"/>
                  </a:lnTo>
                  <a:lnTo>
                    <a:pt x="196" y="368"/>
                  </a:lnTo>
                  <a:lnTo>
                    <a:pt x="191" y="371"/>
                  </a:lnTo>
                  <a:lnTo>
                    <a:pt x="190" y="373"/>
                  </a:lnTo>
                  <a:lnTo>
                    <a:pt x="185" y="370"/>
                  </a:lnTo>
                  <a:lnTo>
                    <a:pt x="183" y="362"/>
                  </a:lnTo>
                  <a:lnTo>
                    <a:pt x="177" y="353"/>
                  </a:lnTo>
                  <a:lnTo>
                    <a:pt x="177" y="348"/>
                  </a:lnTo>
                  <a:lnTo>
                    <a:pt x="168" y="347"/>
                  </a:lnTo>
                  <a:lnTo>
                    <a:pt x="161" y="344"/>
                  </a:lnTo>
                  <a:lnTo>
                    <a:pt x="150" y="345"/>
                  </a:lnTo>
                  <a:lnTo>
                    <a:pt x="145" y="351"/>
                  </a:lnTo>
                  <a:lnTo>
                    <a:pt x="145" y="354"/>
                  </a:lnTo>
                  <a:lnTo>
                    <a:pt x="139" y="354"/>
                  </a:lnTo>
                  <a:lnTo>
                    <a:pt x="138" y="355"/>
                  </a:lnTo>
                  <a:lnTo>
                    <a:pt x="137" y="365"/>
                  </a:lnTo>
                  <a:lnTo>
                    <a:pt x="138" y="374"/>
                  </a:lnTo>
                  <a:lnTo>
                    <a:pt x="133" y="377"/>
                  </a:lnTo>
                  <a:lnTo>
                    <a:pt x="131" y="379"/>
                  </a:lnTo>
                  <a:lnTo>
                    <a:pt x="128" y="386"/>
                  </a:lnTo>
                  <a:lnTo>
                    <a:pt x="129" y="390"/>
                  </a:lnTo>
                  <a:lnTo>
                    <a:pt x="125" y="394"/>
                  </a:lnTo>
                  <a:lnTo>
                    <a:pt x="117" y="410"/>
                  </a:lnTo>
                  <a:lnTo>
                    <a:pt x="117" y="411"/>
                  </a:lnTo>
                  <a:lnTo>
                    <a:pt x="109" y="419"/>
                  </a:lnTo>
                  <a:lnTo>
                    <a:pt x="100" y="419"/>
                  </a:lnTo>
                  <a:lnTo>
                    <a:pt x="94" y="422"/>
                  </a:lnTo>
                  <a:lnTo>
                    <a:pt x="89" y="422"/>
                  </a:lnTo>
                  <a:lnTo>
                    <a:pt x="87" y="423"/>
                  </a:lnTo>
                  <a:lnTo>
                    <a:pt x="82" y="422"/>
                  </a:lnTo>
                  <a:lnTo>
                    <a:pt x="74" y="424"/>
                  </a:lnTo>
                  <a:lnTo>
                    <a:pt x="68" y="426"/>
                  </a:lnTo>
                  <a:lnTo>
                    <a:pt x="66" y="425"/>
                  </a:lnTo>
                  <a:lnTo>
                    <a:pt x="62" y="429"/>
                  </a:lnTo>
                  <a:lnTo>
                    <a:pt x="58" y="429"/>
                  </a:lnTo>
                  <a:lnTo>
                    <a:pt x="55" y="432"/>
                  </a:lnTo>
                  <a:lnTo>
                    <a:pt x="45" y="436"/>
                  </a:lnTo>
                  <a:lnTo>
                    <a:pt x="44" y="433"/>
                  </a:lnTo>
                  <a:lnTo>
                    <a:pt x="38" y="433"/>
                  </a:lnTo>
                  <a:lnTo>
                    <a:pt x="36" y="432"/>
                  </a:lnTo>
                  <a:lnTo>
                    <a:pt x="33" y="428"/>
                  </a:lnTo>
                  <a:lnTo>
                    <a:pt x="35" y="422"/>
                  </a:lnTo>
                  <a:lnTo>
                    <a:pt x="33" y="418"/>
                  </a:lnTo>
                  <a:lnTo>
                    <a:pt x="28" y="419"/>
                  </a:lnTo>
                  <a:lnTo>
                    <a:pt x="22" y="417"/>
                  </a:lnTo>
                  <a:lnTo>
                    <a:pt x="22" y="414"/>
                  </a:lnTo>
                  <a:lnTo>
                    <a:pt x="16" y="416"/>
                  </a:lnTo>
                  <a:lnTo>
                    <a:pt x="14" y="414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3" y="413"/>
                  </a:lnTo>
                  <a:lnTo>
                    <a:pt x="7" y="407"/>
                  </a:lnTo>
                  <a:lnTo>
                    <a:pt x="8" y="399"/>
                  </a:lnTo>
                  <a:lnTo>
                    <a:pt x="6" y="395"/>
                  </a:lnTo>
                  <a:lnTo>
                    <a:pt x="3" y="390"/>
                  </a:lnTo>
                  <a:lnTo>
                    <a:pt x="0" y="382"/>
                  </a:lnTo>
                  <a:lnTo>
                    <a:pt x="15" y="375"/>
                  </a:lnTo>
                  <a:lnTo>
                    <a:pt x="18" y="375"/>
                  </a:lnTo>
                  <a:lnTo>
                    <a:pt x="28" y="362"/>
                  </a:lnTo>
                  <a:lnTo>
                    <a:pt x="36" y="361"/>
                  </a:lnTo>
                  <a:lnTo>
                    <a:pt x="49" y="355"/>
                  </a:lnTo>
                  <a:lnTo>
                    <a:pt x="49" y="356"/>
                  </a:lnTo>
                  <a:lnTo>
                    <a:pt x="51" y="353"/>
                  </a:lnTo>
                  <a:lnTo>
                    <a:pt x="53" y="352"/>
                  </a:lnTo>
                  <a:lnTo>
                    <a:pt x="55" y="349"/>
                  </a:lnTo>
                  <a:lnTo>
                    <a:pt x="64" y="346"/>
                  </a:lnTo>
                  <a:lnTo>
                    <a:pt x="67" y="344"/>
                  </a:lnTo>
                  <a:lnTo>
                    <a:pt x="68" y="343"/>
                  </a:lnTo>
                  <a:lnTo>
                    <a:pt x="68" y="339"/>
                  </a:lnTo>
                  <a:lnTo>
                    <a:pt x="68" y="329"/>
                  </a:lnTo>
                  <a:lnTo>
                    <a:pt x="64" y="316"/>
                  </a:lnTo>
                  <a:lnTo>
                    <a:pt x="65" y="314"/>
                  </a:lnTo>
                  <a:lnTo>
                    <a:pt x="63" y="313"/>
                  </a:lnTo>
                  <a:lnTo>
                    <a:pt x="61" y="313"/>
                  </a:lnTo>
                  <a:lnTo>
                    <a:pt x="57" y="308"/>
                  </a:lnTo>
                  <a:lnTo>
                    <a:pt x="51" y="292"/>
                  </a:lnTo>
                  <a:lnTo>
                    <a:pt x="51" y="292"/>
                  </a:lnTo>
                  <a:lnTo>
                    <a:pt x="52" y="291"/>
                  </a:lnTo>
                  <a:lnTo>
                    <a:pt x="54" y="291"/>
                  </a:lnTo>
                  <a:lnTo>
                    <a:pt x="55" y="290"/>
                  </a:lnTo>
                  <a:lnTo>
                    <a:pt x="57" y="290"/>
                  </a:lnTo>
                  <a:lnTo>
                    <a:pt x="61" y="286"/>
                  </a:lnTo>
                  <a:lnTo>
                    <a:pt x="63" y="286"/>
                  </a:lnTo>
                  <a:lnTo>
                    <a:pt x="66" y="286"/>
                  </a:lnTo>
                  <a:lnTo>
                    <a:pt x="73" y="285"/>
                  </a:lnTo>
                  <a:lnTo>
                    <a:pt x="74" y="283"/>
                  </a:lnTo>
                  <a:lnTo>
                    <a:pt x="73" y="281"/>
                  </a:lnTo>
                  <a:lnTo>
                    <a:pt x="72" y="280"/>
                  </a:lnTo>
                  <a:lnTo>
                    <a:pt x="69" y="278"/>
                  </a:lnTo>
                  <a:lnTo>
                    <a:pt x="68" y="276"/>
                  </a:lnTo>
                  <a:lnTo>
                    <a:pt x="68" y="275"/>
                  </a:lnTo>
                  <a:lnTo>
                    <a:pt x="67" y="271"/>
                  </a:lnTo>
                  <a:lnTo>
                    <a:pt x="68" y="265"/>
                  </a:lnTo>
                  <a:lnTo>
                    <a:pt x="71" y="260"/>
                  </a:lnTo>
                  <a:lnTo>
                    <a:pt x="72" y="253"/>
                  </a:lnTo>
                  <a:lnTo>
                    <a:pt x="79" y="246"/>
                  </a:lnTo>
                  <a:lnTo>
                    <a:pt x="68" y="243"/>
                  </a:lnTo>
                  <a:lnTo>
                    <a:pt x="61" y="236"/>
                  </a:lnTo>
                  <a:lnTo>
                    <a:pt x="62" y="235"/>
                  </a:lnTo>
                  <a:lnTo>
                    <a:pt x="59" y="237"/>
                  </a:lnTo>
                  <a:lnTo>
                    <a:pt x="48" y="220"/>
                  </a:lnTo>
                  <a:lnTo>
                    <a:pt x="55" y="217"/>
                  </a:lnTo>
                  <a:lnTo>
                    <a:pt x="55" y="214"/>
                  </a:lnTo>
                  <a:lnTo>
                    <a:pt x="52" y="215"/>
                  </a:lnTo>
                  <a:lnTo>
                    <a:pt x="48" y="209"/>
                  </a:lnTo>
                  <a:lnTo>
                    <a:pt x="47" y="204"/>
                  </a:lnTo>
                  <a:lnTo>
                    <a:pt x="41" y="199"/>
                  </a:lnTo>
                  <a:lnTo>
                    <a:pt x="40" y="201"/>
                  </a:lnTo>
                  <a:lnTo>
                    <a:pt x="38" y="198"/>
                  </a:lnTo>
                  <a:lnTo>
                    <a:pt x="36" y="193"/>
                  </a:lnTo>
                  <a:lnTo>
                    <a:pt x="33" y="190"/>
                  </a:lnTo>
                  <a:lnTo>
                    <a:pt x="32" y="181"/>
                  </a:lnTo>
                  <a:lnTo>
                    <a:pt x="25" y="177"/>
                  </a:lnTo>
                  <a:lnTo>
                    <a:pt x="19" y="176"/>
                  </a:lnTo>
                  <a:lnTo>
                    <a:pt x="18" y="174"/>
                  </a:lnTo>
                  <a:lnTo>
                    <a:pt x="19" y="173"/>
                  </a:lnTo>
                  <a:lnTo>
                    <a:pt x="20" y="171"/>
                  </a:lnTo>
                  <a:lnTo>
                    <a:pt x="26" y="169"/>
                  </a:lnTo>
                  <a:lnTo>
                    <a:pt x="26" y="166"/>
                  </a:lnTo>
                  <a:lnTo>
                    <a:pt x="25" y="164"/>
                  </a:lnTo>
                  <a:lnTo>
                    <a:pt x="24" y="160"/>
                  </a:lnTo>
                  <a:lnTo>
                    <a:pt x="26" y="157"/>
                  </a:lnTo>
                  <a:lnTo>
                    <a:pt x="35" y="155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41" y="157"/>
                  </a:lnTo>
                  <a:lnTo>
                    <a:pt x="52" y="152"/>
                  </a:lnTo>
                  <a:lnTo>
                    <a:pt x="54" y="149"/>
                  </a:lnTo>
                  <a:lnTo>
                    <a:pt x="56" y="146"/>
                  </a:lnTo>
                  <a:lnTo>
                    <a:pt x="62" y="144"/>
                  </a:lnTo>
                  <a:lnTo>
                    <a:pt x="63" y="135"/>
                  </a:lnTo>
                  <a:lnTo>
                    <a:pt x="66" y="127"/>
                  </a:lnTo>
                  <a:lnTo>
                    <a:pt x="70" y="123"/>
                  </a:lnTo>
                  <a:lnTo>
                    <a:pt x="71" y="120"/>
                  </a:lnTo>
                  <a:lnTo>
                    <a:pt x="73" y="119"/>
                  </a:lnTo>
                  <a:lnTo>
                    <a:pt x="75" y="115"/>
                  </a:lnTo>
                  <a:lnTo>
                    <a:pt x="77" y="108"/>
                  </a:lnTo>
                  <a:lnTo>
                    <a:pt x="83" y="102"/>
                  </a:lnTo>
                  <a:lnTo>
                    <a:pt x="70" y="97"/>
                  </a:lnTo>
                  <a:lnTo>
                    <a:pt x="66" y="95"/>
                  </a:lnTo>
                  <a:lnTo>
                    <a:pt x="69" y="88"/>
                  </a:lnTo>
                  <a:lnTo>
                    <a:pt x="71" y="85"/>
                  </a:lnTo>
                  <a:lnTo>
                    <a:pt x="79" y="81"/>
                  </a:lnTo>
                  <a:lnTo>
                    <a:pt x="79" y="76"/>
                  </a:lnTo>
                  <a:lnTo>
                    <a:pt x="80" y="71"/>
                  </a:lnTo>
                  <a:lnTo>
                    <a:pt x="82" y="68"/>
                  </a:lnTo>
                  <a:lnTo>
                    <a:pt x="81" y="65"/>
                  </a:lnTo>
                  <a:lnTo>
                    <a:pt x="77" y="64"/>
                  </a:lnTo>
                  <a:lnTo>
                    <a:pt x="76" y="62"/>
                  </a:lnTo>
                  <a:lnTo>
                    <a:pt x="76" y="57"/>
                  </a:lnTo>
                  <a:lnTo>
                    <a:pt x="79" y="51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77" y="43"/>
                  </a:lnTo>
                  <a:lnTo>
                    <a:pt x="82" y="39"/>
                  </a:lnTo>
                  <a:lnTo>
                    <a:pt x="85" y="32"/>
                  </a:lnTo>
                  <a:lnTo>
                    <a:pt x="97" y="12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2" name="Freeform 14">
              <a:extLst>
                <a:ext uri="{FF2B5EF4-FFF2-40B4-BE49-F238E27FC236}">
                  <a16:creationId xmlns:a16="http://schemas.microsoft.com/office/drawing/2014/main" id="{D2E7EA7A-BE75-4816-BAEF-5356B4B8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306" y="3106429"/>
              <a:ext cx="1520037" cy="1073643"/>
            </a:xfrm>
            <a:custGeom>
              <a:avLst/>
              <a:gdLst>
                <a:gd name="T0" fmla="*/ 785 w 1454"/>
                <a:gd name="T1" fmla="*/ 7 h 1027"/>
                <a:gd name="T2" fmla="*/ 867 w 1454"/>
                <a:gd name="T3" fmla="*/ 32 h 1027"/>
                <a:gd name="T4" fmla="*/ 971 w 1454"/>
                <a:gd name="T5" fmla="*/ 52 h 1027"/>
                <a:gd name="T6" fmla="*/ 968 w 1454"/>
                <a:gd name="T7" fmla="*/ 133 h 1027"/>
                <a:gd name="T8" fmla="*/ 1038 w 1454"/>
                <a:gd name="T9" fmla="*/ 177 h 1027"/>
                <a:gd name="T10" fmla="*/ 1092 w 1454"/>
                <a:gd name="T11" fmla="*/ 206 h 1027"/>
                <a:gd name="T12" fmla="*/ 1150 w 1454"/>
                <a:gd name="T13" fmla="*/ 259 h 1027"/>
                <a:gd name="T14" fmla="*/ 1211 w 1454"/>
                <a:gd name="T15" fmla="*/ 239 h 1027"/>
                <a:gd name="T16" fmla="*/ 1251 w 1454"/>
                <a:gd name="T17" fmla="*/ 188 h 1027"/>
                <a:gd name="T18" fmla="*/ 1309 w 1454"/>
                <a:gd name="T19" fmla="*/ 141 h 1027"/>
                <a:gd name="T20" fmla="*/ 1374 w 1454"/>
                <a:gd name="T21" fmla="*/ 75 h 1027"/>
                <a:gd name="T22" fmla="*/ 1426 w 1454"/>
                <a:gd name="T23" fmla="*/ 131 h 1027"/>
                <a:gd name="T24" fmla="*/ 1438 w 1454"/>
                <a:gd name="T25" fmla="*/ 221 h 1027"/>
                <a:gd name="T26" fmla="*/ 1399 w 1454"/>
                <a:gd name="T27" fmla="*/ 315 h 1027"/>
                <a:gd name="T28" fmla="*/ 1386 w 1454"/>
                <a:gd name="T29" fmla="*/ 416 h 1027"/>
                <a:gd name="T30" fmla="*/ 1454 w 1454"/>
                <a:gd name="T31" fmla="*/ 522 h 1027"/>
                <a:gd name="T32" fmla="*/ 1429 w 1454"/>
                <a:gd name="T33" fmla="*/ 609 h 1027"/>
                <a:gd name="T34" fmla="*/ 1332 w 1454"/>
                <a:gd name="T35" fmla="*/ 600 h 1027"/>
                <a:gd name="T36" fmla="*/ 1265 w 1454"/>
                <a:gd name="T37" fmla="*/ 530 h 1027"/>
                <a:gd name="T38" fmla="*/ 1177 w 1454"/>
                <a:gd name="T39" fmla="*/ 523 h 1027"/>
                <a:gd name="T40" fmla="*/ 1104 w 1454"/>
                <a:gd name="T41" fmla="*/ 599 h 1027"/>
                <a:gd name="T42" fmla="*/ 1099 w 1454"/>
                <a:gd name="T43" fmla="*/ 705 h 1027"/>
                <a:gd name="T44" fmla="*/ 1158 w 1454"/>
                <a:gd name="T45" fmla="*/ 734 h 1027"/>
                <a:gd name="T46" fmla="*/ 1171 w 1454"/>
                <a:gd name="T47" fmla="*/ 786 h 1027"/>
                <a:gd name="T48" fmla="*/ 1188 w 1454"/>
                <a:gd name="T49" fmla="*/ 890 h 1027"/>
                <a:gd name="T50" fmla="*/ 1138 w 1454"/>
                <a:gd name="T51" fmla="*/ 960 h 1027"/>
                <a:gd name="T52" fmla="*/ 1066 w 1454"/>
                <a:gd name="T53" fmla="*/ 877 h 1027"/>
                <a:gd name="T54" fmla="*/ 1032 w 1454"/>
                <a:gd name="T55" fmla="*/ 790 h 1027"/>
                <a:gd name="T56" fmla="*/ 937 w 1454"/>
                <a:gd name="T57" fmla="*/ 807 h 1027"/>
                <a:gd name="T58" fmla="*/ 844 w 1454"/>
                <a:gd name="T59" fmla="*/ 854 h 1027"/>
                <a:gd name="T60" fmla="*/ 768 w 1454"/>
                <a:gd name="T61" fmla="*/ 892 h 1027"/>
                <a:gd name="T62" fmla="*/ 678 w 1454"/>
                <a:gd name="T63" fmla="*/ 821 h 1027"/>
                <a:gd name="T64" fmla="*/ 637 w 1454"/>
                <a:gd name="T65" fmla="*/ 696 h 1027"/>
                <a:gd name="T66" fmla="*/ 640 w 1454"/>
                <a:gd name="T67" fmla="*/ 638 h 1027"/>
                <a:gd name="T68" fmla="*/ 571 w 1454"/>
                <a:gd name="T69" fmla="*/ 645 h 1027"/>
                <a:gd name="T70" fmla="*/ 490 w 1454"/>
                <a:gd name="T71" fmla="*/ 698 h 1027"/>
                <a:gd name="T72" fmla="*/ 493 w 1454"/>
                <a:gd name="T73" fmla="*/ 772 h 1027"/>
                <a:gd name="T74" fmla="*/ 500 w 1454"/>
                <a:gd name="T75" fmla="*/ 860 h 1027"/>
                <a:gd name="T76" fmla="*/ 450 w 1454"/>
                <a:gd name="T77" fmla="*/ 965 h 1027"/>
                <a:gd name="T78" fmla="*/ 368 w 1454"/>
                <a:gd name="T79" fmla="*/ 990 h 1027"/>
                <a:gd name="T80" fmla="*/ 335 w 1454"/>
                <a:gd name="T81" fmla="*/ 859 h 1027"/>
                <a:gd name="T82" fmla="*/ 347 w 1454"/>
                <a:gd name="T83" fmla="*/ 759 h 1027"/>
                <a:gd name="T84" fmla="*/ 324 w 1454"/>
                <a:gd name="T85" fmla="*/ 677 h 1027"/>
                <a:gd name="T86" fmla="*/ 290 w 1454"/>
                <a:gd name="T87" fmla="*/ 613 h 1027"/>
                <a:gd name="T88" fmla="*/ 296 w 1454"/>
                <a:gd name="T89" fmla="*/ 534 h 1027"/>
                <a:gd name="T90" fmla="*/ 230 w 1454"/>
                <a:gd name="T91" fmla="*/ 514 h 1027"/>
                <a:gd name="T92" fmla="*/ 188 w 1454"/>
                <a:gd name="T93" fmla="*/ 559 h 1027"/>
                <a:gd name="T94" fmla="*/ 73 w 1454"/>
                <a:gd name="T95" fmla="*/ 567 h 1027"/>
                <a:gd name="T96" fmla="*/ 22 w 1454"/>
                <a:gd name="T97" fmla="*/ 559 h 1027"/>
                <a:gd name="T98" fmla="*/ 6 w 1454"/>
                <a:gd name="T99" fmla="*/ 481 h 1027"/>
                <a:gd name="T100" fmla="*/ 35 w 1454"/>
                <a:gd name="T101" fmla="*/ 417 h 1027"/>
                <a:gd name="T102" fmla="*/ 93 w 1454"/>
                <a:gd name="T103" fmla="*/ 375 h 1027"/>
                <a:gd name="T104" fmla="*/ 142 w 1454"/>
                <a:gd name="T105" fmla="*/ 347 h 1027"/>
                <a:gd name="T106" fmla="*/ 190 w 1454"/>
                <a:gd name="T107" fmla="*/ 291 h 1027"/>
                <a:gd name="T108" fmla="*/ 261 w 1454"/>
                <a:gd name="T109" fmla="*/ 298 h 1027"/>
                <a:gd name="T110" fmla="*/ 324 w 1454"/>
                <a:gd name="T111" fmla="*/ 220 h 1027"/>
                <a:gd name="T112" fmla="*/ 396 w 1454"/>
                <a:gd name="T113" fmla="*/ 223 h 1027"/>
                <a:gd name="T114" fmla="*/ 477 w 1454"/>
                <a:gd name="T115" fmla="*/ 176 h 1027"/>
                <a:gd name="T116" fmla="*/ 578 w 1454"/>
                <a:gd name="T117" fmla="*/ 193 h 1027"/>
                <a:gd name="T118" fmla="*/ 648 w 1454"/>
                <a:gd name="T119" fmla="*/ 188 h 1027"/>
                <a:gd name="T120" fmla="*/ 685 w 1454"/>
                <a:gd name="T121" fmla="*/ 109 h 1027"/>
                <a:gd name="T122" fmla="*/ 671 w 1454"/>
                <a:gd name="T123" fmla="*/ 12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4" h="1027">
                  <a:moveTo>
                    <a:pt x="714" y="10"/>
                  </a:moveTo>
                  <a:lnTo>
                    <a:pt x="714" y="16"/>
                  </a:lnTo>
                  <a:lnTo>
                    <a:pt x="717" y="19"/>
                  </a:lnTo>
                  <a:lnTo>
                    <a:pt x="718" y="19"/>
                  </a:lnTo>
                  <a:lnTo>
                    <a:pt x="724" y="16"/>
                  </a:lnTo>
                  <a:lnTo>
                    <a:pt x="733" y="14"/>
                  </a:lnTo>
                  <a:lnTo>
                    <a:pt x="737" y="14"/>
                  </a:lnTo>
                  <a:lnTo>
                    <a:pt x="744" y="9"/>
                  </a:lnTo>
                  <a:lnTo>
                    <a:pt x="749" y="8"/>
                  </a:lnTo>
                  <a:lnTo>
                    <a:pt x="753" y="4"/>
                  </a:lnTo>
                  <a:lnTo>
                    <a:pt x="757" y="5"/>
                  </a:lnTo>
                  <a:lnTo>
                    <a:pt x="766" y="14"/>
                  </a:lnTo>
                  <a:lnTo>
                    <a:pt x="767" y="13"/>
                  </a:lnTo>
                  <a:lnTo>
                    <a:pt x="770" y="15"/>
                  </a:lnTo>
                  <a:lnTo>
                    <a:pt x="777" y="16"/>
                  </a:lnTo>
                  <a:lnTo>
                    <a:pt x="780" y="15"/>
                  </a:lnTo>
                  <a:lnTo>
                    <a:pt x="783" y="13"/>
                  </a:lnTo>
                  <a:lnTo>
                    <a:pt x="785" y="7"/>
                  </a:lnTo>
                  <a:lnTo>
                    <a:pt x="796" y="8"/>
                  </a:lnTo>
                  <a:lnTo>
                    <a:pt x="801" y="7"/>
                  </a:lnTo>
                  <a:lnTo>
                    <a:pt x="807" y="7"/>
                  </a:lnTo>
                  <a:lnTo>
                    <a:pt x="814" y="3"/>
                  </a:lnTo>
                  <a:lnTo>
                    <a:pt x="815" y="4"/>
                  </a:lnTo>
                  <a:lnTo>
                    <a:pt x="817" y="8"/>
                  </a:lnTo>
                  <a:lnTo>
                    <a:pt x="820" y="12"/>
                  </a:lnTo>
                  <a:lnTo>
                    <a:pt x="829" y="15"/>
                  </a:lnTo>
                  <a:lnTo>
                    <a:pt x="836" y="13"/>
                  </a:lnTo>
                  <a:lnTo>
                    <a:pt x="837" y="16"/>
                  </a:lnTo>
                  <a:lnTo>
                    <a:pt x="834" y="18"/>
                  </a:lnTo>
                  <a:lnTo>
                    <a:pt x="835" y="19"/>
                  </a:lnTo>
                  <a:lnTo>
                    <a:pt x="837" y="21"/>
                  </a:lnTo>
                  <a:lnTo>
                    <a:pt x="844" y="25"/>
                  </a:lnTo>
                  <a:lnTo>
                    <a:pt x="851" y="25"/>
                  </a:lnTo>
                  <a:lnTo>
                    <a:pt x="858" y="27"/>
                  </a:lnTo>
                  <a:lnTo>
                    <a:pt x="862" y="27"/>
                  </a:lnTo>
                  <a:lnTo>
                    <a:pt x="867" y="32"/>
                  </a:lnTo>
                  <a:lnTo>
                    <a:pt x="870" y="33"/>
                  </a:lnTo>
                  <a:lnTo>
                    <a:pt x="880" y="32"/>
                  </a:lnTo>
                  <a:lnTo>
                    <a:pt x="883" y="31"/>
                  </a:lnTo>
                  <a:lnTo>
                    <a:pt x="895" y="32"/>
                  </a:lnTo>
                  <a:lnTo>
                    <a:pt x="904" y="39"/>
                  </a:lnTo>
                  <a:lnTo>
                    <a:pt x="910" y="43"/>
                  </a:lnTo>
                  <a:lnTo>
                    <a:pt x="918" y="51"/>
                  </a:lnTo>
                  <a:lnTo>
                    <a:pt x="921" y="50"/>
                  </a:lnTo>
                  <a:lnTo>
                    <a:pt x="924" y="51"/>
                  </a:lnTo>
                  <a:lnTo>
                    <a:pt x="934" y="59"/>
                  </a:lnTo>
                  <a:lnTo>
                    <a:pt x="938" y="61"/>
                  </a:lnTo>
                  <a:lnTo>
                    <a:pt x="939" y="61"/>
                  </a:lnTo>
                  <a:lnTo>
                    <a:pt x="941" y="59"/>
                  </a:lnTo>
                  <a:lnTo>
                    <a:pt x="950" y="57"/>
                  </a:lnTo>
                  <a:lnTo>
                    <a:pt x="952" y="55"/>
                  </a:lnTo>
                  <a:lnTo>
                    <a:pt x="956" y="49"/>
                  </a:lnTo>
                  <a:lnTo>
                    <a:pt x="962" y="51"/>
                  </a:lnTo>
                  <a:lnTo>
                    <a:pt x="971" y="52"/>
                  </a:lnTo>
                  <a:lnTo>
                    <a:pt x="973" y="56"/>
                  </a:lnTo>
                  <a:lnTo>
                    <a:pt x="968" y="60"/>
                  </a:lnTo>
                  <a:lnTo>
                    <a:pt x="965" y="60"/>
                  </a:lnTo>
                  <a:lnTo>
                    <a:pt x="965" y="64"/>
                  </a:lnTo>
                  <a:lnTo>
                    <a:pt x="968" y="69"/>
                  </a:lnTo>
                  <a:lnTo>
                    <a:pt x="978" y="76"/>
                  </a:lnTo>
                  <a:lnTo>
                    <a:pt x="981" y="88"/>
                  </a:lnTo>
                  <a:lnTo>
                    <a:pt x="977" y="91"/>
                  </a:lnTo>
                  <a:lnTo>
                    <a:pt x="975" y="95"/>
                  </a:lnTo>
                  <a:lnTo>
                    <a:pt x="976" y="98"/>
                  </a:lnTo>
                  <a:lnTo>
                    <a:pt x="968" y="105"/>
                  </a:lnTo>
                  <a:lnTo>
                    <a:pt x="968" y="109"/>
                  </a:lnTo>
                  <a:lnTo>
                    <a:pt x="968" y="111"/>
                  </a:lnTo>
                  <a:lnTo>
                    <a:pt x="965" y="117"/>
                  </a:lnTo>
                  <a:lnTo>
                    <a:pt x="967" y="122"/>
                  </a:lnTo>
                  <a:lnTo>
                    <a:pt x="970" y="125"/>
                  </a:lnTo>
                  <a:lnTo>
                    <a:pt x="968" y="131"/>
                  </a:lnTo>
                  <a:lnTo>
                    <a:pt x="968" y="133"/>
                  </a:lnTo>
                  <a:lnTo>
                    <a:pt x="969" y="144"/>
                  </a:lnTo>
                  <a:lnTo>
                    <a:pt x="971" y="145"/>
                  </a:lnTo>
                  <a:lnTo>
                    <a:pt x="969" y="149"/>
                  </a:lnTo>
                  <a:lnTo>
                    <a:pt x="969" y="150"/>
                  </a:lnTo>
                  <a:lnTo>
                    <a:pt x="970" y="151"/>
                  </a:lnTo>
                  <a:lnTo>
                    <a:pt x="972" y="151"/>
                  </a:lnTo>
                  <a:lnTo>
                    <a:pt x="978" y="155"/>
                  </a:lnTo>
                  <a:lnTo>
                    <a:pt x="984" y="155"/>
                  </a:lnTo>
                  <a:lnTo>
                    <a:pt x="987" y="158"/>
                  </a:lnTo>
                  <a:lnTo>
                    <a:pt x="988" y="160"/>
                  </a:lnTo>
                  <a:lnTo>
                    <a:pt x="992" y="162"/>
                  </a:lnTo>
                  <a:lnTo>
                    <a:pt x="997" y="162"/>
                  </a:lnTo>
                  <a:lnTo>
                    <a:pt x="1002" y="168"/>
                  </a:lnTo>
                  <a:lnTo>
                    <a:pt x="1018" y="176"/>
                  </a:lnTo>
                  <a:lnTo>
                    <a:pt x="1024" y="177"/>
                  </a:lnTo>
                  <a:lnTo>
                    <a:pt x="1027" y="175"/>
                  </a:lnTo>
                  <a:lnTo>
                    <a:pt x="1033" y="173"/>
                  </a:lnTo>
                  <a:lnTo>
                    <a:pt x="1038" y="177"/>
                  </a:lnTo>
                  <a:lnTo>
                    <a:pt x="1040" y="177"/>
                  </a:lnTo>
                  <a:lnTo>
                    <a:pt x="1044" y="176"/>
                  </a:lnTo>
                  <a:lnTo>
                    <a:pt x="1047" y="173"/>
                  </a:lnTo>
                  <a:lnTo>
                    <a:pt x="1048" y="173"/>
                  </a:lnTo>
                  <a:lnTo>
                    <a:pt x="1050" y="175"/>
                  </a:lnTo>
                  <a:lnTo>
                    <a:pt x="1052" y="180"/>
                  </a:lnTo>
                  <a:lnTo>
                    <a:pt x="1052" y="185"/>
                  </a:lnTo>
                  <a:lnTo>
                    <a:pt x="1057" y="186"/>
                  </a:lnTo>
                  <a:lnTo>
                    <a:pt x="1058" y="189"/>
                  </a:lnTo>
                  <a:lnTo>
                    <a:pt x="1063" y="189"/>
                  </a:lnTo>
                  <a:lnTo>
                    <a:pt x="1071" y="193"/>
                  </a:lnTo>
                  <a:lnTo>
                    <a:pt x="1074" y="191"/>
                  </a:lnTo>
                  <a:lnTo>
                    <a:pt x="1078" y="191"/>
                  </a:lnTo>
                  <a:lnTo>
                    <a:pt x="1080" y="189"/>
                  </a:lnTo>
                  <a:lnTo>
                    <a:pt x="1081" y="190"/>
                  </a:lnTo>
                  <a:lnTo>
                    <a:pt x="1082" y="193"/>
                  </a:lnTo>
                  <a:lnTo>
                    <a:pt x="1089" y="199"/>
                  </a:lnTo>
                  <a:lnTo>
                    <a:pt x="1092" y="206"/>
                  </a:lnTo>
                  <a:lnTo>
                    <a:pt x="1097" y="207"/>
                  </a:lnTo>
                  <a:lnTo>
                    <a:pt x="1099" y="213"/>
                  </a:lnTo>
                  <a:lnTo>
                    <a:pt x="1107" y="219"/>
                  </a:lnTo>
                  <a:lnTo>
                    <a:pt x="1107" y="224"/>
                  </a:lnTo>
                  <a:lnTo>
                    <a:pt x="1107" y="231"/>
                  </a:lnTo>
                  <a:lnTo>
                    <a:pt x="1109" y="235"/>
                  </a:lnTo>
                  <a:lnTo>
                    <a:pt x="1114" y="237"/>
                  </a:lnTo>
                  <a:lnTo>
                    <a:pt x="1126" y="235"/>
                  </a:lnTo>
                  <a:lnTo>
                    <a:pt x="1131" y="237"/>
                  </a:lnTo>
                  <a:lnTo>
                    <a:pt x="1135" y="236"/>
                  </a:lnTo>
                  <a:lnTo>
                    <a:pt x="1136" y="238"/>
                  </a:lnTo>
                  <a:lnTo>
                    <a:pt x="1139" y="240"/>
                  </a:lnTo>
                  <a:lnTo>
                    <a:pt x="1139" y="243"/>
                  </a:lnTo>
                  <a:lnTo>
                    <a:pt x="1139" y="248"/>
                  </a:lnTo>
                  <a:lnTo>
                    <a:pt x="1144" y="251"/>
                  </a:lnTo>
                  <a:lnTo>
                    <a:pt x="1147" y="255"/>
                  </a:lnTo>
                  <a:lnTo>
                    <a:pt x="1148" y="258"/>
                  </a:lnTo>
                  <a:lnTo>
                    <a:pt x="1150" y="259"/>
                  </a:lnTo>
                  <a:lnTo>
                    <a:pt x="1156" y="259"/>
                  </a:lnTo>
                  <a:lnTo>
                    <a:pt x="1160" y="256"/>
                  </a:lnTo>
                  <a:lnTo>
                    <a:pt x="1161" y="253"/>
                  </a:lnTo>
                  <a:lnTo>
                    <a:pt x="1163" y="253"/>
                  </a:lnTo>
                  <a:lnTo>
                    <a:pt x="1164" y="251"/>
                  </a:lnTo>
                  <a:lnTo>
                    <a:pt x="1167" y="252"/>
                  </a:lnTo>
                  <a:lnTo>
                    <a:pt x="1168" y="251"/>
                  </a:lnTo>
                  <a:lnTo>
                    <a:pt x="1177" y="252"/>
                  </a:lnTo>
                  <a:lnTo>
                    <a:pt x="1180" y="250"/>
                  </a:lnTo>
                  <a:lnTo>
                    <a:pt x="1181" y="248"/>
                  </a:lnTo>
                  <a:lnTo>
                    <a:pt x="1188" y="249"/>
                  </a:lnTo>
                  <a:lnTo>
                    <a:pt x="1190" y="252"/>
                  </a:lnTo>
                  <a:lnTo>
                    <a:pt x="1196" y="248"/>
                  </a:lnTo>
                  <a:lnTo>
                    <a:pt x="1200" y="248"/>
                  </a:lnTo>
                  <a:lnTo>
                    <a:pt x="1202" y="245"/>
                  </a:lnTo>
                  <a:lnTo>
                    <a:pt x="1207" y="245"/>
                  </a:lnTo>
                  <a:lnTo>
                    <a:pt x="1210" y="242"/>
                  </a:lnTo>
                  <a:lnTo>
                    <a:pt x="1211" y="239"/>
                  </a:lnTo>
                  <a:lnTo>
                    <a:pt x="1217" y="234"/>
                  </a:lnTo>
                  <a:lnTo>
                    <a:pt x="1220" y="230"/>
                  </a:lnTo>
                  <a:lnTo>
                    <a:pt x="1224" y="230"/>
                  </a:lnTo>
                  <a:lnTo>
                    <a:pt x="1227" y="232"/>
                  </a:lnTo>
                  <a:lnTo>
                    <a:pt x="1235" y="231"/>
                  </a:lnTo>
                  <a:lnTo>
                    <a:pt x="1239" y="229"/>
                  </a:lnTo>
                  <a:lnTo>
                    <a:pt x="1243" y="230"/>
                  </a:lnTo>
                  <a:lnTo>
                    <a:pt x="1248" y="230"/>
                  </a:lnTo>
                  <a:lnTo>
                    <a:pt x="1248" y="226"/>
                  </a:lnTo>
                  <a:lnTo>
                    <a:pt x="1250" y="224"/>
                  </a:lnTo>
                  <a:lnTo>
                    <a:pt x="1251" y="209"/>
                  </a:lnTo>
                  <a:lnTo>
                    <a:pt x="1251" y="207"/>
                  </a:lnTo>
                  <a:lnTo>
                    <a:pt x="1246" y="202"/>
                  </a:lnTo>
                  <a:lnTo>
                    <a:pt x="1245" y="200"/>
                  </a:lnTo>
                  <a:lnTo>
                    <a:pt x="1246" y="197"/>
                  </a:lnTo>
                  <a:lnTo>
                    <a:pt x="1245" y="195"/>
                  </a:lnTo>
                  <a:lnTo>
                    <a:pt x="1248" y="193"/>
                  </a:lnTo>
                  <a:lnTo>
                    <a:pt x="1251" y="188"/>
                  </a:lnTo>
                  <a:lnTo>
                    <a:pt x="1254" y="173"/>
                  </a:lnTo>
                  <a:lnTo>
                    <a:pt x="1257" y="169"/>
                  </a:lnTo>
                  <a:lnTo>
                    <a:pt x="1256" y="163"/>
                  </a:lnTo>
                  <a:lnTo>
                    <a:pt x="1256" y="155"/>
                  </a:lnTo>
                  <a:lnTo>
                    <a:pt x="1257" y="155"/>
                  </a:lnTo>
                  <a:lnTo>
                    <a:pt x="1276" y="158"/>
                  </a:lnTo>
                  <a:lnTo>
                    <a:pt x="1296" y="164"/>
                  </a:lnTo>
                  <a:lnTo>
                    <a:pt x="1300" y="168"/>
                  </a:lnTo>
                  <a:lnTo>
                    <a:pt x="1303" y="163"/>
                  </a:lnTo>
                  <a:lnTo>
                    <a:pt x="1305" y="162"/>
                  </a:lnTo>
                  <a:lnTo>
                    <a:pt x="1311" y="161"/>
                  </a:lnTo>
                  <a:lnTo>
                    <a:pt x="1316" y="161"/>
                  </a:lnTo>
                  <a:lnTo>
                    <a:pt x="1316" y="161"/>
                  </a:lnTo>
                  <a:lnTo>
                    <a:pt x="1316" y="155"/>
                  </a:lnTo>
                  <a:lnTo>
                    <a:pt x="1311" y="150"/>
                  </a:lnTo>
                  <a:lnTo>
                    <a:pt x="1308" y="145"/>
                  </a:lnTo>
                  <a:lnTo>
                    <a:pt x="1308" y="143"/>
                  </a:lnTo>
                  <a:lnTo>
                    <a:pt x="1309" y="141"/>
                  </a:lnTo>
                  <a:lnTo>
                    <a:pt x="1309" y="136"/>
                  </a:lnTo>
                  <a:lnTo>
                    <a:pt x="1311" y="132"/>
                  </a:lnTo>
                  <a:lnTo>
                    <a:pt x="1319" y="131"/>
                  </a:lnTo>
                  <a:lnTo>
                    <a:pt x="1321" y="131"/>
                  </a:lnTo>
                  <a:lnTo>
                    <a:pt x="1325" y="128"/>
                  </a:lnTo>
                  <a:lnTo>
                    <a:pt x="1326" y="123"/>
                  </a:lnTo>
                  <a:lnTo>
                    <a:pt x="1326" y="117"/>
                  </a:lnTo>
                  <a:lnTo>
                    <a:pt x="1327" y="114"/>
                  </a:lnTo>
                  <a:lnTo>
                    <a:pt x="1331" y="106"/>
                  </a:lnTo>
                  <a:lnTo>
                    <a:pt x="1335" y="101"/>
                  </a:lnTo>
                  <a:lnTo>
                    <a:pt x="1334" y="95"/>
                  </a:lnTo>
                  <a:lnTo>
                    <a:pt x="1337" y="95"/>
                  </a:lnTo>
                  <a:lnTo>
                    <a:pt x="1338" y="93"/>
                  </a:lnTo>
                  <a:lnTo>
                    <a:pt x="1340" y="87"/>
                  </a:lnTo>
                  <a:lnTo>
                    <a:pt x="1346" y="84"/>
                  </a:lnTo>
                  <a:lnTo>
                    <a:pt x="1360" y="86"/>
                  </a:lnTo>
                  <a:lnTo>
                    <a:pt x="1371" y="75"/>
                  </a:lnTo>
                  <a:lnTo>
                    <a:pt x="1374" y="75"/>
                  </a:lnTo>
                  <a:lnTo>
                    <a:pt x="1381" y="79"/>
                  </a:lnTo>
                  <a:lnTo>
                    <a:pt x="1384" y="84"/>
                  </a:lnTo>
                  <a:lnTo>
                    <a:pt x="1388" y="90"/>
                  </a:lnTo>
                  <a:lnTo>
                    <a:pt x="1392" y="95"/>
                  </a:lnTo>
                  <a:lnTo>
                    <a:pt x="1397" y="97"/>
                  </a:lnTo>
                  <a:lnTo>
                    <a:pt x="1398" y="99"/>
                  </a:lnTo>
                  <a:lnTo>
                    <a:pt x="1403" y="103"/>
                  </a:lnTo>
                  <a:lnTo>
                    <a:pt x="1403" y="109"/>
                  </a:lnTo>
                  <a:lnTo>
                    <a:pt x="1400" y="119"/>
                  </a:lnTo>
                  <a:lnTo>
                    <a:pt x="1400" y="120"/>
                  </a:lnTo>
                  <a:lnTo>
                    <a:pt x="1403" y="123"/>
                  </a:lnTo>
                  <a:lnTo>
                    <a:pt x="1405" y="125"/>
                  </a:lnTo>
                  <a:lnTo>
                    <a:pt x="1412" y="125"/>
                  </a:lnTo>
                  <a:lnTo>
                    <a:pt x="1412" y="127"/>
                  </a:lnTo>
                  <a:lnTo>
                    <a:pt x="1414" y="128"/>
                  </a:lnTo>
                  <a:lnTo>
                    <a:pt x="1420" y="129"/>
                  </a:lnTo>
                  <a:lnTo>
                    <a:pt x="1425" y="128"/>
                  </a:lnTo>
                  <a:lnTo>
                    <a:pt x="1426" y="131"/>
                  </a:lnTo>
                  <a:lnTo>
                    <a:pt x="1436" y="136"/>
                  </a:lnTo>
                  <a:lnTo>
                    <a:pt x="1440" y="141"/>
                  </a:lnTo>
                  <a:lnTo>
                    <a:pt x="1442" y="141"/>
                  </a:lnTo>
                  <a:lnTo>
                    <a:pt x="1442" y="142"/>
                  </a:lnTo>
                  <a:lnTo>
                    <a:pt x="1453" y="146"/>
                  </a:lnTo>
                  <a:lnTo>
                    <a:pt x="1451" y="148"/>
                  </a:lnTo>
                  <a:lnTo>
                    <a:pt x="1450" y="153"/>
                  </a:lnTo>
                  <a:lnTo>
                    <a:pt x="1450" y="164"/>
                  </a:lnTo>
                  <a:lnTo>
                    <a:pt x="1447" y="175"/>
                  </a:lnTo>
                  <a:lnTo>
                    <a:pt x="1443" y="180"/>
                  </a:lnTo>
                  <a:lnTo>
                    <a:pt x="1444" y="182"/>
                  </a:lnTo>
                  <a:lnTo>
                    <a:pt x="1443" y="189"/>
                  </a:lnTo>
                  <a:lnTo>
                    <a:pt x="1442" y="193"/>
                  </a:lnTo>
                  <a:lnTo>
                    <a:pt x="1442" y="199"/>
                  </a:lnTo>
                  <a:lnTo>
                    <a:pt x="1434" y="206"/>
                  </a:lnTo>
                  <a:lnTo>
                    <a:pt x="1434" y="208"/>
                  </a:lnTo>
                  <a:lnTo>
                    <a:pt x="1436" y="212"/>
                  </a:lnTo>
                  <a:lnTo>
                    <a:pt x="1438" y="221"/>
                  </a:lnTo>
                  <a:lnTo>
                    <a:pt x="1437" y="229"/>
                  </a:lnTo>
                  <a:lnTo>
                    <a:pt x="1436" y="234"/>
                  </a:lnTo>
                  <a:lnTo>
                    <a:pt x="1438" y="242"/>
                  </a:lnTo>
                  <a:lnTo>
                    <a:pt x="1436" y="244"/>
                  </a:lnTo>
                  <a:lnTo>
                    <a:pt x="1438" y="250"/>
                  </a:lnTo>
                  <a:lnTo>
                    <a:pt x="1433" y="259"/>
                  </a:lnTo>
                  <a:lnTo>
                    <a:pt x="1434" y="263"/>
                  </a:lnTo>
                  <a:lnTo>
                    <a:pt x="1433" y="266"/>
                  </a:lnTo>
                  <a:lnTo>
                    <a:pt x="1428" y="270"/>
                  </a:lnTo>
                  <a:lnTo>
                    <a:pt x="1426" y="272"/>
                  </a:lnTo>
                  <a:lnTo>
                    <a:pt x="1426" y="275"/>
                  </a:lnTo>
                  <a:lnTo>
                    <a:pt x="1428" y="279"/>
                  </a:lnTo>
                  <a:lnTo>
                    <a:pt x="1425" y="283"/>
                  </a:lnTo>
                  <a:lnTo>
                    <a:pt x="1426" y="290"/>
                  </a:lnTo>
                  <a:lnTo>
                    <a:pt x="1420" y="304"/>
                  </a:lnTo>
                  <a:lnTo>
                    <a:pt x="1414" y="311"/>
                  </a:lnTo>
                  <a:lnTo>
                    <a:pt x="1405" y="312"/>
                  </a:lnTo>
                  <a:lnTo>
                    <a:pt x="1399" y="315"/>
                  </a:lnTo>
                  <a:lnTo>
                    <a:pt x="1398" y="317"/>
                  </a:lnTo>
                  <a:lnTo>
                    <a:pt x="1400" y="321"/>
                  </a:lnTo>
                  <a:lnTo>
                    <a:pt x="1406" y="325"/>
                  </a:lnTo>
                  <a:lnTo>
                    <a:pt x="1414" y="338"/>
                  </a:lnTo>
                  <a:lnTo>
                    <a:pt x="1417" y="352"/>
                  </a:lnTo>
                  <a:lnTo>
                    <a:pt x="1417" y="356"/>
                  </a:lnTo>
                  <a:lnTo>
                    <a:pt x="1415" y="362"/>
                  </a:lnTo>
                  <a:lnTo>
                    <a:pt x="1412" y="362"/>
                  </a:lnTo>
                  <a:lnTo>
                    <a:pt x="1409" y="362"/>
                  </a:lnTo>
                  <a:lnTo>
                    <a:pt x="1389" y="379"/>
                  </a:lnTo>
                  <a:lnTo>
                    <a:pt x="1383" y="383"/>
                  </a:lnTo>
                  <a:lnTo>
                    <a:pt x="1384" y="385"/>
                  </a:lnTo>
                  <a:lnTo>
                    <a:pt x="1388" y="390"/>
                  </a:lnTo>
                  <a:lnTo>
                    <a:pt x="1390" y="393"/>
                  </a:lnTo>
                  <a:lnTo>
                    <a:pt x="1396" y="401"/>
                  </a:lnTo>
                  <a:lnTo>
                    <a:pt x="1395" y="410"/>
                  </a:lnTo>
                  <a:lnTo>
                    <a:pt x="1392" y="414"/>
                  </a:lnTo>
                  <a:lnTo>
                    <a:pt x="1386" y="416"/>
                  </a:lnTo>
                  <a:lnTo>
                    <a:pt x="1385" y="417"/>
                  </a:lnTo>
                  <a:lnTo>
                    <a:pt x="1378" y="431"/>
                  </a:lnTo>
                  <a:lnTo>
                    <a:pt x="1373" y="435"/>
                  </a:lnTo>
                  <a:lnTo>
                    <a:pt x="1371" y="439"/>
                  </a:lnTo>
                  <a:lnTo>
                    <a:pt x="1371" y="444"/>
                  </a:lnTo>
                  <a:lnTo>
                    <a:pt x="1375" y="455"/>
                  </a:lnTo>
                  <a:lnTo>
                    <a:pt x="1376" y="462"/>
                  </a:lnTo>
                  <a:lnTo>
                    <a:pt x="1376" y="472"/>
                  </a:lnTo>
                  <a:lnTo>
                    <a:pt x="1382" y="485"/>
                  </a:lnTo>
                  <a:lnTo>
                    <a:pt x="1382" y="493"/>
                  </a:lnTo>
                  <a:lnTo>
                    <a:pt x="1384" y="496"/>
                  </a:lnTo>
                  <a:lnTo>
                    <a:pt x="1386" y="496"/>
                  </a:lnTo>
                  <a:lnTo>
                    <a:pt x="1390" y="497"/>
                  </a:lnTo>
                  <a:lnTo>
                    <a:pt x="1398" y="493"/>
                  </a:lnTo>
                  <a:lnTo>
                    <a:pt x="1414" y="492"/>
                  </a:lnTo>
                  <a:lnTo>
                    <a:pt x="1419" y="491"/>
                  </a:lnTo>
                  <a:lnTo>
                    <a:pt x="1433" y="502"/>
                  </a:lnTo>
                  <a:lnTo>
                    <a:pt x="1454" y="522"/>
                  </a:lnTo>
                  <a:lnTo>
                    <a:pt x="1454" y="525"/>
                  </a:lnTo>
                  <a:lnTo>
                    <a:pt x="1450" y="528"/>
                  </a:lnTo>
                  <a:lnTo>
                    <a:pt x="1449" y="532"/>
                  </a:lnTo>
                  <a:lnTo>
                    <a:pt x="1451" y="541"/>
                  </a:lnTo>
                  <a:lnTo>
                    <a:pt x="1449" y="548"/>
                  </a:lnTo>
                  <a:lnTo>
                    <a:pt x="1451" y="552"/>
                  </a:lnTo>
                  <a:lnTo>
                    <a:pt x="1449" y="559"/>
                  </a:lnTo>
                  <a:lnTo>
                    <a:pt x="1448" y="564"/>
                  </a:lnTo>
                  <a:lnTo>
                    <a:pt x="1444" y="569"/>
                  </a:lnTo>
                  <a:lnTo>
                    <a:pt x="1442" y="573"/>
                  </a:lnTo>
                  <a:lnTo>
                    <a:pt x="1442" y="580"/>
                  </a:lnTo>
                  <a:lnTo>
                    <a:pt x="1445" y="586"/>
                  </a:lnTo>
                  <a:lnTo>
                    <a:pt x="1439" y="595"/>
                  </a:lnTo>
                  <a:lnTo>
                    <a:pt x="1441" y="601"/>
                  </a:lnTo>
                  <a:lnTo>
                    <a:pt x="1437" y="603"/>
                  </a:lnTo>
                  <a:lnTo>
                    <a:pt x="1432" y="603"/>
                  </a:lnTo>
                  <a:lnTo>
                    <a:pt x="1431" y="604"/>
                  </a:lnTo>
                  <a:lnTo>
                    <a:pt x="1429" y="609"/>
                  </a:lnTo>
                  <a:lnTo>
                    <a:pt x="1425" y="615"/>
                  </a:lnTo>
                  <a:lnTo>
                    <a:pt x="1422" y="612"/>
                  </a:lnTo>
                  <a:lnTo>
                    <a:pt x="1416" y="611"/>
                  </a:lnTo>
                  <a:lnTo>
                    <a:pt x="1414" y="609"/>
                  </a:lnTo>
                  <a:lnTo>
                    <a:pt x="1398" y="593"/>
                  </a:lnTo>
                  <a:lnTo>
                    <a:pt x="1396" y="592"/>
                  </a:lnTo>
                  <a:lnTo>
                    <a:pt x="1391" y="592"/>
                  </a:lnTo>
                  <a:lnTo>
                    <a:pt x="1385" y="599"/>
                  </a:lnTo>
                  <a:lnTo>
                    <a:pt x="1379" y="599"/>
                  </a:lnTo>
                  <a:lnTo>
                    <a:pt x="1359" y="588"/>
                  </a:lnTo>
                  <a:lnTo>
                    <a:pt x="1353" y="586"/>
                  </a:lnTo>
                  <a:lnTo>
                    <a:pt x="1347" y="586"/>
                  </a:lnTo>
                  <a:lnTo>
                    <a:pt x="1344" y="586"/>
                  </a:lnTo>
                  <a:lnTo>
                    <a:pt x="1343" y="587"/>
                  </a:lnTo>
                  <a:lnTo>
                    <a:pt x="1341" y="594"/>
                  </a:lnTo>
                  <a:lnTo>
                    <a:pt x="1337" y="600"/>
                  </a:lnTo>
                  <a:lnTo>
                    <a:pt x="1334" y="601"/>
                  </a:lnTo>
                  <a:lnTo>
                    <a:pt x="1332" y="600"/>
                  </a:lnTo>
                  <a:lnTo>
                    <a:pt x="1325" y="592"/>
                  </a:lnTo>
                  <a:lnTo>
                    <a:pt x="1312" y="596"/>
                  </a:lnTo>
                  <a:lnTo>
                    <a:pt x="1308" y="594"/>
                  </a:lnTo>
                  <a:lnTo>
                    <a:pt x="1300" y="592"/>
                  </a:lnTo>
                  <a:lnTo>
                    <a:pt x="1299" y="590"/>
                  </a:lnTo>
                  <a:lnTo>
                    <a:pt x="1300" y="582"/>
                  </a:lnTo>
                  <a:lnTo>
                    <a:pt x="1296" y="577"/>
                  </a:lnTo>
                  <a:lnTo>
                    <a:pt x="1295" y="571"/>
                  </a:lnTo>
                  <a:lnTo>
                    <a:pt x="1292" y="568"/>
                  </a:lnTo>
                  <a:lnTo>
                    <a:pt x="1286" y="567"/>
                  </a:lnTo>
                  <a:lnTo>
                    <a:pt x="1278" y="561"/>
                  </a:lnTo>
                  <a:lnTo>
                    <a:pt x="1273" y="563"/>
                  </a:lnTo>
                  <a:lnTo>
                    <a:pt x="1268" y="567"/>
                  </a:lnTo>
                  <a:lnTo>
                    <a:pt x="1266" y="567"/>
                  </a:lnTo>
                  <a:lnTo>
                    <a:pt x="1260" y="562"/>
                  </a:lnTo>
                  <a:lnTo>
                    <a:pt x="1259" y="553"/>
                  </a:lnTo>
                  <a:lnTo>
                    <a:pt x="1256" y="545"/>
                  </a:lnTo>
                  <a:lnTo>
                    <a:pt x="1265" y="530"/>
                  </a:lnTo>
                  <a:lnTo>
                    <a:pt x="1270" y="523"/>
                  </a:lnTo>
                  <a:lnTo>
                    <a:pt x="1262" y="514"/>
                  </a:lnTo>
                  <a:lnTo>
                    <a:pt x="1257" y="507"/>
                  </a:lnTo>
                  <a:lnTo>
                    <a:pt x="1256" y="503"/>
                  </a:lnTo>
                  <a:lnTo>
                    <a:pt x="1255" y="496"/>
                  </a:lnTo>
                  <a:lnTo>
                    <a:pt x="1246" y="499"/>
                  </a:lnTo>
                  <a:lnTo>
                    <a:pt x="1241" y="504"/>
                  </a:lnTo>
                  <a:lnTo>
                    <a:pt x="1239" y="510"/>
                  </a:lnTo>
                  <a:lnTo>
                    <a:pt x="1235" y="515"/>
                  </a:lnTo>
                  <a:lnTo>
                    <a:pt x="1234" y="515"/>
                  </a:lnTo>
                  <a:lnTo>
                    <a:pt x="1225" y="510"/>
                  </a:lnTo>
                  <a:lnTo>
                    <a:pt x="1218" y="510"/>
                  </a:lnTo>
                  <a:lnTo>
                    <a:pt x="1217" y="506"/>
                  </a:lnTo>
                  <a:lnTo>
                    <a:pt x="1215" y="504"/>
                  </a:lnTo>
                  <a:lnTo>
                    <a:pt x="1197" y="515"/>
                  </a:lnTo>
                  <a:lnTo>
                    <a:pt x="1186" y="518"/>
                  </a:lnTo>
                  <a:lnTo>
                    <a:pt x="1183" y="521"/>
                  </a:lnTo>
                  <a:lnTo>
                    <a:pt x="1177" y="523"/>
                  </a:lnTo>
                  <a:lnTo>
                    <a:pt x="1171" y="528"/>
                  </a:lnTo>
                  <a:lnTo>
                    <a:pt x="1169" y="529"/>
                  </a:lnTo>
                  <a:lnTo>
                    <a:pt x="1158" y="528"/>
                  </a:lnTo>
                  <a:lnTo>
                    <a:pt x="1150" y="523"/>
                  </a:lnTo>
                  <a:lnTo>
                    <a:pt x="1147" y="523"/>
                  </a:lnTo>
                  <a:lnTo>
                    <a:pt x="1145" y="529"/>
                  </a:lnTo>
                  <a:lnTo>
                    <a:pt x="1143" y="542"/>
                  </a:lnTo>
                  <a:lnTo>
                    <a:pt x="1146" y="550"/>
                  </a:lnTo>
                  <a:lnTo>
                    <a:pt x="1145" y="556"/>
                  </a:lnTo>
                  <a:lnTo>
                    <a:pt x="1137" y="564"/>
                  </a:lnTo>
                  <a:lnTo>
                    <a:pt x="1130" y="564"/>
                  </a:lnTo>
                  <a:lnTo>
                    <a:pt x="1129" y="566"/>
                  </a:lnTo>
                  <a:lnTo>
                    <a:pt x="1132" y="571"/>
                  </a:lnTo>
                  <a:lnTo>
                    <a:pt x="1131" y="578"/>
                  </a:lnTo>
                  <a:lnTo>
                    <a:pt x="1123" y="583"/>
                  </a:lnTo>
                  <a:lnTo>
                    <a:pt x="1120" y="592"/>
                  </a:lnTo>
                  <a:lnTo>
                    <a:pt x="1114" y="597"/>
                  </a:lnTo>
                  <a:lnTo>
                    <a:pt x="1104" y="599"/>
                  </a:lnTo>
                  <a:lnTo>
                    <a:pt x="1101" y="604"/>
                  </a:lnTo>
                  <a:lnTo>
                    <a:pt x="1101" y="608"/>
                  </a:lnTo>
                  <a:lnTo>
                    <a:pt x="1105" y="612"/>
                  </a:lnTo>
                  <a:lnTo>
                    <a:pt x="1109" y="623"/>
                  </a:lnTo>
                  <a:lnTo>
                    <a:pt x="1109" y="627"/>
                  </a:lnTo>
                  <a:lnTo>
                    <a:pt x="1107" y="633"/>
                  </a:lnTo>
                  <a:lnTo>
                    <a:pt x="1099" y="641"/>
                  </a:lnTo>
                  <a:lnTo>
                    <a:pt x="1101" y="646"/>
                  </a:lnTo>
                  <a:lnTo>
                    <a:pt x="1104" y="651"/>
                  </a:lnTo>
                  <a:lnTo>
                    <a:pt x="1101" y="660"/>
                  </a:lnTo>
                  <a:lnTo>
                    <a:pt x="1104" y="665"/>
                  </a:lnTo>
                  <a:lnTo>
                    <a:pt x="1100" y="671"/>
                  </a:lnTo>
                  <a:lnTo>
                    <a:pt x="1099" y="674"/>
                  </a:lnTo>
                  <a:lnTo>
                    <a:pt x="1107" y="682"/>
                  </a:lnTo>
                  <a:lnTo>
                    <a:pt x="1108" y="690"/>
                  </a:lnTo>
                  <a:lnTo>
                    <a:pt x="1108" y="693"/>
                  </a:lnTo>
                  <a:lnTo>
                    <a:pt x="1103" y="698"/>
                  </a:lnTo>
                  <a:lnTo>
                    <a:pt x="1099" y="705"/>
                  </a:lnTo>
                  <a:lnTo>
                    <a:pt x="1099" y="709"/>
                  </a:lnTo>
                  <a:lnTo>
                    <a:pt x="1097" y="712"/>
                  </a:lnTo>
                  <a:lnTo>
                    <a:pt x="1101" y="716"/>
                  </a:lnTo>
                  <a:lnTo>
                    <a:pt x="1111" y="718"/>
                  </a:lnTo>
                  <a:lnTo>
                    <a:pt x="1112" y="730"/>
                  </a:lnTo>
                  <a:lnTo>
                    <a:pt x="1115" y="733"/>
                  </a:lnTo>
                  <a:lnTo>
                    <a:pt x="1118" y="734"/>
                  </a:lnTo>
                  <a:lnTo>
                    <a:pt x="1123" y="732"/>
                  </a:lnTo>
                  <a:lnTo>
                    <a:pt x="1126" y="732"/>
                  </a:lnTo>
                  <a:lnTo>
                    <a:pt x="1129" y="734"/>
                  </a:lnTo>
                  <a:lnTo>
                    <a:pt x="1129" y="739"/>
                  </a:lnTo>
                  <a:lnTo>
                    <a:pt x="1130" y="739"/>
                  </a:lnTo>
                  <a:lnTo>
                    <a:pt x="1139" y="738"/>
                  </a:lnTo>
                  <a:lnTo>
                    <a:pt x="1142" y="740"/>
                  </a:lnTo>
                  <a:lnTo>
                    <a:pt x="1144" y="740"/>
                  </a:lnTo>
                  <a:lnTo>
                    <a:pt x="1151" y="732"/>
                  </a:lnTo>
                  <a:lnTo>
                    <a:pt x="1154" y="732"/>
                  </a:lnTo>
                  <a:lnTo>
                    <a:pt x="1158" y="734"/>
                  </a:lnTo>
                  <a:lnTo>
                    <a:pt x="1165" y="729"/>
                  </a:lnTo>
                  <a:lnTo>
                    <a:pt x="1168" y="728"/>
                  </a:lnTo>
                  <a:lnTo>
                    <a:pt x="1174" y="731"/>
                  </a:lnTo>
                  <a:lnTo>
                    <a:pt x="1177" y="731"/>
                  </a:lnTo>
                  <a:lnTo>
                    <a:pt x="1179" y="732"/>
                  </a:lnTo>
                  <a:lnTo>
                    <a:pt x="1183" y="738"/>
                  </a:lnTo>
                  <a:lnTo>
                    <a:pt x="1183" y="747"/>
                  </a:lnTo>
                  <a:lnTo>
                    <a:pt x="1183" y="750"/>
                  </a:lnTo>
                  <a:lnTo>
                    <a:pt x="1190" y="746"/>
                  </a:lnTo>
                  <a:lnTo>
                    <a:pt x="1192" y="745"/>
                  </a:lnTo>
                  <a:lnTo>
                    <a:pt x="1197" y="752"/>
                  </a:lnTo>
                  <a:lnTo>
                    <a:pt x="1197" y="755"/>
                  </a:lnTo>
                  <a:lnTo>
                    <a:pt x="1194" y="759"/>
                  </a:lnTo>
                  <a:lnTo>
                    <a:pt x="1195" y="768"/>
                  </a:lnTo>
                  <a:lnTo>
                    <a:pt x="1194" y="777"/>
                  </a:lnTo>
                  <a:lnTo>
                    <a:pt x="1190" y="780"/>
                  </a:lnTo>
                  <a:lnTo>
                    <a:pt x="1177" y="780"/>
                  </a:lnTo>
                  <a:lnTo>
                    <a:pt x="1171" y="786"/>
                  </a:lnTo>
                  <a:lnTo>
                    <a:pt x="1167" y="789"/>
                  </a:lnTo>
                  <a:lnTo>
                    <a:pt x="1166" y="799"/>
                  </a:lnTo>
                  <a:lnTo>
                    <a:pt x="1168" y="808"/>
                  </a:lnTo>
                  <a:lnTo>
                    <a:pt x="1155" y="818"/>
                  </a:lnTo>
                  <a:lnTo>
                    <a:pt x="1151" y="818"/>
                  </a:lnTo>
                  <a:lnTo>
                    <a:pt x="1152" y="826"/>
                  </a:lnTo>
                  <a:lnTo>
                    <a:pt x="1150" y="832"/>
                  </a:lnTo>
                  <a:lnTo>
                    <a:pt x="1149" y="842"/>
                  </a:lnTo>
                  <a:lnTo>
                    <a:pt x="1150" y="845"/>
                  </a:lnTo>
                  <a:lnTo>
                    <a:pt x="1155" y="852"/>
                  </a:lnTo>
                  <a:lnTo>
                    <a:pt x="1158" y="862"/>
                  </a:lnTo>
                  <a:lnTo>
                    <a:pt x="1165" y="867"/>
                  </a:lnTo>
                  <a:lnTo>
                    <a:pt x="1174" y="873"/>
                  </a:lnTo>
                  <a:lnTo>
                    <a:pt x="1175" y="878"/>
                  </a:lnTo>
                  <a:lnTo>
                    <a:pt x="1179" y="882"/>
                  </a:lnTo>
                  <a:lnTo>
                    <a:pt x="1187" y="886"/>
                  </a:lnTo>
                  <a:lnTo>
                    <a:pt x="1188" y="888"/>
                  </a:lnTo>
                  <a:lnTo>
                    <a:pt x="1188" y="890"/>
                  </a:lnTo>
                  <a:lnTo>
                    <a:pt x="1187" y="894"/>
                  </a:lnTo>
                  <a:lnTo>
                    <a:pt x="1194" y="898"/>
                  </a:lnTo>
                  <a:lnTo>
                    <a:pt x="1194" y="908"/>
                  </a:lnTo>
                  <a:lnTo>
                    <a:pt x="1198" y="911"/>
                  </a:lnTo>
                  <a:lnTo>
                    <a:pt x="1200" y="915"/>
                  </a:lnTo>
                  <a:lnTo>
                    <a:pt x="1205" y="925"/>
                  </a:lnTo>
                  <a:lnTo>
                    <a:pt x="1205" y="928"/>
                  </a:lnTo>
                  <a:lnTo>
                    <a:pt x="1205" y="930"/>
                  </a:lnTo>
                  <a:lnTo>
                    <a:pt x="1202" y="933"/>
                  </a:lnTo>
                  <a:lnTo>
                    <a:pt x="1185" y="947"/>
                  </a:lnTo>
                  <a:lnTo>
                    <a:pt x="1183" y="952"/>
                  </a:lnTo>
                  <a:lnTo>
                    <a:pt x="1181" y="957"/>
                  </a:lnTo>
                  <a:lnTo>
                    <a:pt x="1172" y="963"/>
                  </a:lnTo>
                  <a:lnTo>
                    <a:pt x="1161" y="965"/>
                  </a:lnTo>
                  <a:lnTo>
                    <a:pt x="1157" y="963"/>
                  </a:lnTo>
                  <a:lnTo>
                    <a:pt x="1153" y="963"/>
                  </a:lnTo>
                  <a:lnTo>
                    <a:pt x="1147" y="960"/>
                  </a:lnTo>
                  <a:lnTo>
                    <a:pt x="1138" y="960"/>
                  </a:lnTo>
                  <a:lnTo>
                    <a:pt x="1131" y="962"/>
                  </a:lnTo>
                  <a:lnTo>
                    <a:pt x="1124" y="971"/>
                  </a:lnTo>
                  <a:lnTo>
                    <a:pt x="1121" y="972"/>
                  </a:lnTo>
                  <a:lnTo>
                    <a:pt x="1119" y="971"/>
                  </a:lnTo>
                  <a:lnTo>
                    <a:pt x="1113" y="965"/>
                  </a:lnTo>
                  <a:lnTo>
                    <a:pt x="1101" y="958"/>
                  </a:lnTo>
                  <a:lnTo>
                    <a:pt x="1102" y="956"/>
                  </a:lnTo>
                  <a:lnTo>
                    <a:pt x="1107" y="952"/>
                  </a:lnTo>
                  <a:lnTo>
                    <a:pt x="1109" y="949"/>
                  </a:lnTo>
                  <a:lnTo>
                    <a:pt x="1109" y="944"/>
                  </a:lnTo>
                  <a:lnTo>
                    <a:pt x="1114" y="936"/>
                  </a:lnTo>
                  <a:lnTo>
                    <a:pt x="1109" y="918"/>
                  </a:lnTo>
                  <a:lnTo>
                    <a:pt x="1097" y="909"/>
                  </a:lnTo>
                  <a:lnTo>
                    <a:pt x="1089" y="905"/>
                  </a:lnTo>
                  <a:lnTo>
                    <a:pt x="1066" y="897"/>
                  </a:lnTo>
                  <a:lnTo>
                    <a:pt x="1061" y="889"/>
                  </a:lnTo>
                  <a:lnTo>
                    <a:pt x="1060" y="884"/>
                  </a:lnTo>
                  <a:lnTo>
                    <a:pt x="1066" y="877"/>
                  </a:lnTo>
                  <a:lnTo>
                    <a:pt x="1066" y="874"/>
                  </a:lnTo>
                  <a:lnTo>
                    <a:pt x="1064" y="870"/>
                  </a:lnTo>
                  <a:lnTo>
                    <a:pt x="1066" y="867"/>
                  </a:lnTo>
                  <a:lnTo>
                    <a:pt x="1067" y="862"/>
                  </a:lnTo>
                  <a:lnTo>
                    <a:pt x="1064" y="863"/>
                  </a:lnTo>
                  <a:lnTo>
                    <a:pt x="1063" y="862"/>
                  </a:lnTo>
                  <a:lnTo>
                    <a:pt x="1056" y="858"/>
                  </a:lnTo>
                  <a:lnTo>
                    <a:pt x="1051" y="852"/>
                  </a:lnTo>
                  <a:lnTo>
                    <a:pt x="1055" y="840"/>
                  </a:lnTo>
                  <a:lnTo>
                    <a:pt x="1062" y="831"/>
                  </a:lnTo>
                  <a:lnTo>
                    <a:pt x="1063" y="819"/>
                  </a:lnTo>
                  <a:lnTo>
                    <a:pt x="1062" y="818"/>
                  </a:lnTo>
                  <a:lnTo>
                    <a:pt x="1055" y="819"/>
                  </a:lnTo>
                  <a:lnTo>
                    <a:pt x="1054" y="818"/>
                  </a:lnTo>
                  <a:lnTo>
                    <a:pt x="1038" y="805"/>
                  </a:lnTo>
                  <a:lnTo>
                    <a:pt x="1031" y="796"/>
                  </a:lnTo>
                  <a:lnTo>
                    <a:pt x="1031" y="794"/>
                  </a:lnTo>
                  <a:lnTo>
                    <a:pt x="1032" y="790"/>
                  </a:lnTo>
                  <a:lnTo>
                    <a:pt x="1031" y="789"/>
                  </a:lnTo>
                  <a:lnTo>
                    <a:pt x="1027" y="788"/>
                  </a:lnTo>
                  <a:lnTo>
                    <a:pt x="1013" y="794"/>
                  </a:lnTo>
                  <a:lnTo>
                    <a:pt x="1010" y="802"/>
                  </a:lnTo>
                  <a:lnTo>
                    <a:pt x="1007" y="803"/>
                  </a:lnTo>
                  <a:lnTo>
                    <a:pt x="1005" y="796"/>
                  </a:lnTo>
                  <a:lnTo>
                    <a:pt x="1000" y="796"/>
                  </a:lnTo>
                  <a:lnTo>
                    <a:pt x="996" y="787"/>
                  </a:lnTo>
                  <a:lnTo>
                    <a:pt x="992" y="786"/>
                  </a:lnTo>
                  <a:lnTo>
                    <a:pt x="976" y="794"/>
                  </a:lnTo>
                  <a:lnTo>
                    <a:pt x="972" y="801"/>
                  </a:lnTo>
                  <a:lnTo>
                    <a:pt x="965" y="806"/>
                  </a:lnTo>
                  <a:lnTo>
                    <a:pt x="963" y="806"/>
                  </a:lnTo>
                  <a:lnTo>
                    <a:pt x="958" y="804"/>
                  </a:lnTo>
                  <a:lnTo>
                    <a:pt x="947" y="805"/>
                  </a:lnTo>
                  <a:lnTo>
                    <a:pt x="945" y="807"/>
                  </a:lnTo>
                  <a:lnTo>
                    <a:pt x="940" y="807"/>
                  </a:lnTo>
                  <a:lnTo>
                    <a:pt x="937" y="807"/>
                  </a:lnTo>
                  <a:lnTo>
                    <a:pt x="926" y="819"/>
                  </a:lnTo>
                  <a:lnTo>
                    <a:pt x="916" y="823"/>
                  </a:lnTo>
                  <a:lnTo>
                    <a:pt x="909" y="828"/>
                  </a:lnTo>
                  <a:lnTo>
                    <a:pt x="899" y="830"/>
                  </a:lnTo>
                  <a:lnTo>
                    <a:pt x="890" y="838"/>
                  </a:lnTo>
                  <a:lnTo>
                    <a:pt x="884" y="837"/>
                  </a:lnTo>
                  <a:lnTo>
                    <a:pt x="882" y="836"/>
                  </a:lnTo>
                  <a:lnTo>
                    <a:pt x="870" y="825"/>
                  </a:lnTo>
                  <a:lnTo>
                    <a:pt x="867" y="824"/>
                  </a:lnTo>
                  <a:lnTo>
                    <a:pt x="864" y="820"/>
                  </a:lnTo>
                  <a:lnTo>
                    <a:pt x="858" y="821"/>
                  </a:lnTo>
                  <a:lnTo>
                    <a:pt x="853" y="826"/>
                  </a:lnTo>
                  <a:lnTo>
                    <a:pt x="849" y="828"/>
                  </a:lnTo>
                  <a:lnTo>
                    <a:pt x="848" y="829"/>
                  </a:lnTo>
                  <a:lnTo>
                    <a:pt x="850" y="840"/>
                  </a:lnTo>
                  <a:lnTo>
                    <a:pt x="843" y="847"/>
                  </a:lnTo>
                  <a:lnTo>
                    <a:pt x="842" y="851"/>
                  </a:lnTo>
                  <a:lnTo>
                    <a:pt x="844" y="854"/>
                  </a:lnTo>
                  <a:lnTo>
                    <a:pt x="848" y="856"/>
                  </a:lnTo>
                  <a:lnTo>
                    <a:pt x="848" y="862"/>
                  </a:lnTo>
                  <a:lnTo>
                    <a:pt x="848" y="866"/>
                  </a:lnTo>
                  <a:lnTo>
                    <a:pt x="844" y="870"/>
                  </a:lnTo>
                  <a:lnTo>
                    <a:pt x="841" y="875"/>
                  </a:lnTo>
                  <a:lnTo>
                    <a:pt x="839" y="886"/>
                  </a:lnTo>
                  <a:lnTo>
                    <a:pt x="831" y="888"/>
                  </a:lnTo>
                  <a:lnTo>
                    <a:pt x="823" y="885"/>
                  </a:lnTo>
                  <a:lnTo>
                    <a:pt x="820" y="885"/>
                  </a:lnTo>
                  <a:lnTo>
                    <a:pt x="815" y="881"/>
                  </a:lnTo>
                  <a:lnTo>
                    <a:pt x="812" y="876"/>
                  </a:lnTo>
                  <a:lnTo>
                    <a:pt x="808" y="875"/>
                  </a:lnTo>
                  <a:lnTo>
                    <a:pt x="807" y="876"/>
                  </a:lnTo>
                  <a:lnTo>
                    <a:pt x="804" y="881"/>
                  </a:lnTo>
                  <a:lnTo>
                    <a:pt x="798" y="882"/>
                  </a:lnTo>
                  <a:lnTo>
                    <a:pt x="782" y="894"/>
                  </a:lnTo>
                  <a:lnTo>
                    <a:pt x="775" y="894"/>
                  </a:lnTo>
                  <a:lnTo>
                    <a:pt x="768" y="892"/>
                  </a:lnTo>
                  <a:lnTo>
                    <a:pt x="765" y="892"/>
                  </a:lnTo>
                  <a:lnTo>
                    <a:pt x="762" y="890"/>
                  </a:lnTo>
                  <a:lnTo>
                    <a:pt x="759" y="886"/>
                  </a:lnTo>
                  <a:lnTo>
                    <a:pt x="755" y="884"/>
                  </a:lnTo>
                  <a:lnTo>
                    <a:pt x="749" y="884"/>
                  </a:lnTo>
                  <a:lnTo>
                    <a:pt x="744" y="884"/>
                  </a:lnTo>
                  <a:lnTo>
                    <a:pt x="735" y="884"/>
                  </a:lnTo>
                  <a:lnTo>
                    <a:pt x="724" y="878"/>
                  </a:lnTo>
                  <a:lnTo>
                    <a:pt x="715" y="870"/>
                  </a:lnTo>
                  <a:lnTo>
                    <a:pt x="712" y="872"/>
                  </a:lnTo>
                  <a:lnTo>
                    <a:pt x="709" y="876"/>
                  </a:lnTo>
                  <a:lnTo>
                    <a:pt x="708" y="875"/>
                  </a:lnTo>
                  <a:lnTo>
                    <a:pt x="698" y="867"/>
                  </a:lnTo>
                  <a:lnTo>
                    <a:pt x="684" y="848"/>
                  </a:lnTo>
                  <a:lnTo>
                    <a:pt x="684" y="843"/>
                  </a:lnTo>
                  <a:lnTo>
                    <a:pt x="679" y="834"/>
                  </a:lnTo>
                  <a:lnTo>
                    <a:pt x="677" y="824"/>
                  </a:lnTo>
                  <a:lnTo>
                    <a:pt x="678" y="821"/>
                  </a:lnTo>
                  <a:lnTo>
                    <a:pt x="671" y="815"/>
                  </a:lnTo>
                  <a:lnTo>
                    <a:pt x="670" y="814"/>
                  </a:lnTo>
                  <a:lnTo>
                    <a:pt x="670" y="810"/>
                  </a:lnTo>
                  <a:lnTo>
                    <a:pt x="670" y="802"/>
                  </a:lnTo>
                  <a:lnTo>
                    <a:pt x="657" y="802"/>
                  </a:lnTo>
                  <a:lnTo>
                    <a:pt x="647" y="795"/>
                  </a:lnTo>
                  <a:lnTo>
                    <a:pt x="640" y="793"/>
                  </a:lnTo>
                  <a:lnTo>
                    <a:pt x="640" y="784"/>
                  </a:lnTo>
                  <a:lnTo>
                    <a:pt x="643" y="783"/>
                  </a:lnTo>
                  <a:lnTo>
                    <a:pt x="645" y="780"/>
                  </a:lnTo>
                  <a:lnTo>
                    <a:pt x="645" y="771"/>
                  </a:lnTo>
                  <a:lnTo>
                    <a:pt x="641" y="750"/>
                  </a:lnTo>
                  <a:lnTo>
                    <a:pt x="635" y="744"/>
                  </a:lnTo>
                  <a:lnTo>
                    <a:pt x="634" y="740"/>
                  </a:lnTo>
                  <a:lnTo>
                    <a:pt x="638" y="720"/>
                  </a:lnTo>
                  <a:lnTo>
                    <a:pt x="640" y="712"/>
                  </a:lnTo>
                  <a:lnTo>
                    <a:pt x="640" y="706"/>
                  </a:lnTo>
                  <a:lnTo>
                    <a:pt x="637" y="696"/>
                  </a:lnTo>
                  <a:lnTo>
                    <a:pt x="638" y="692"/>
                  </a:lnTo>
                  <a:lnTo>
                    <a:pt x="638" y="690"/>
                  </a:lnTo>
                  <a:lnTo>
                    <a:pt x="642" y="687"/>
                  </a:lnTo>
                  <a:lnTo>
                    <a:pt x="643" y="685"/>
                  </a:lnTo>
                  <a:lnTo>
                    <a:pt x="642" y="674"/>
                  </a:lnTo>
                  <a:lnTo>
                    <a:pt x="641" y="671"/>
                  </a:lnTo>
                  <a:lnTo>
                    <a:pt x="639" y="670"/>
                  </a:lnTo>
                  <a:lnTo>
                    <a:pt x="628" y="670"/>
                  </a:lnTo>
                  <a:lnTo>
                    <a:pt x="627" y="668"/>
                  </a:lnTo>
                  <a:lnTo>
                    <a:pt x="627" y="665"/>
                  </a:lnTo>
                  <a:lnTo>
                    <a:pt x="629" y="663"/>
                  </a:lnTo>
                  <a:lnTo>
                    <a:pt x="635" y="663"/>
                  </a:lnTo>
                  <a:lnTo>
                    <a:pt x="638" y="661"/>
                  </a:lnTo>
                  <a:lnTo>
                    <a:pt x="640" y="654"/>
                  </a:lnTo>
                  <a:lnTo>
                    <a:pt x="640" y="643"/>
                  </a:lnTo>
                  <a:lnTo>
                    <a:pt x="641" y="641"/>
                  </a:lnTo>
                  <a:lnTo>
                    <a:pt x="641" y="638"/>
                  </a:lnTo>
                  <a:lnTo>
                    <a:pt x="640" y="638"/>
                  </a:lnTo>
                  <a:lnTo>
                    <a:pt x="638" y="638"/>
                  </a:lnTo>
                  <a:lnTo>
                    <a:pt x="633" y="643"/>
                  </a:lnTo>
                  <a:lnTo>
                    <a:pt x="619" y="649"/>
                  </a:lnTo>
                  <a:lnTo>
                    <a:pt x="610" y="662"/>
                  </a:lnTo>
                  <a:lnTo>
                    <a:pt x="610" y="676"/>
                  </a:lnTo>
                  <a:lnTo>
                    <a:pt x="604" y="684"/>
                  </a:lnTo>
                  <a:lnTo>
                    <a:pt x="600" y="687"/>
                  </a:lnTo>
                  <a:lnTo>
                    <a:pt x="597" y="687"/>
                  </a:lnTo>
                  <a:lnTo>
                    <a:pt x="589" y="684"/>
                  </a:lnTo>
                  <a:lnTo>
                    <a:pt x="582" y="678"/>
                  </a:lnTo>
                  <a:lnTo>
                    <a:pt x="578" y="670"/>
                  </a:lnTo>
                  <a:lnTo>
                    <a:pt x="571" y="666"/>
                  </a:lnTo>
                  <a:lnTo>
                    <a:pt x="570" y="664"/>
                  </a:lnTo>
                  <a:lnTo>
                    <a:pt x="567" y="660"/>
                  </a:lnTo>
                  <a:lnTo>
                    <a:pt x="566" y="655"/>
                  </a:lnTo>
                  <a:lnTo>
                    <a:pt x="567" y="652"/>
                  </a:lnTo>
                  <a:lnTo>
                    <a:pt x="570" y="648"/>
                  </a:lnTo>
                  <a:lnTo>
                    <a:pt x="571" y="645"/>
                  </a:lnTo>
                  <a:lnTo>
                    <a:pt x="566" y="643"/>
                  </a:lnTo>
                  <a:lnTo>
                    <a:pt x="561" y="639"/>
                  </a:lnTo>
                  <a:lnTo>
                    <a:pt x="560" y="639"/>
                  </a:lnTo>
                  <a:lnTo>
                    <a:pt x="554" y="644"/>
                  </a:lnTo>
                  <a:lnTo>
                    <a:pt x="550" y="643"/>
                  </a:lnTo>
                  <a:lnTo>
                    <a:pt x="542" y="644"/>
                  </a:lnTo>
                  <a:lnTo>
                    <a:pt x="541" y="643"/>
                  </a:lnTo>
                  <a:lnTo>
                    <a:pt x="538" y="641"/>
                  </a:lnTo>
                  <a:lnTo>
                    <a:pt x="526" y="643"/>
                  </a:lnTo>
                  <a:lnTo>
                    <a:pt x="499" y="653"/>
                  </a:lnTo>
                  <a:lnTo>
                    <a:pt x="494" y="654"/>
                  </a:lnTo>
                  <a:lnTo>
                    <a:pt x="493" y="657"/>
                  </a:lnTo>
                  <a:lnTo>
                    <a:pt x="493" y="665"/>
                  </a:lnTo>
                  <a:lnTo>
                    <a:pt x="490" y="668"/>
                  </a:lnTo>
                  <a:lnTo>
                    <a:pt x="493" y="675"/>
                  </a:lnTo>
                  <a:lnTo>
                    <a:pt x="490" y="684"/>
                  </a:lnTo>
                  <a:lnTo>
                    <a:pt x="492" y="694"/>
                  </a:lnTo>
                  <a:lnTo>
                    <a:pt x="490" y="698"/>
                  </a:lnTo>
                  <a:lnTo>
                    <a:pt x="489" y="701"/>
                  </a:lnTo>
                  <a:lnTo>
                    <a:pt x="485" y="705"/>
                  </a:lnTo>
                  <a:lnTo>
                    <a:pt x="474" y="707"/>
                  </a:lnTo>
                  <a:lnTo>
                    <a:pt x="471" y="709"/>
                  </a:lnTo>
                  <a:lnTo>
                    <a:pt x="470" y="711"/>
                  </a:lnTo>
                  <a:lnTo>
                    <a:pt x="470" y="716"/>
                  </a:lnTo>
                  <a:lnTo>
                    <a:pt x="471" y="725"/>
                  </a:lnTo>
                  <a:lnTo>
                    <a:pt x="474" y="731"/>
                  </a:lnTo>
                  <a:lnTo>
                    <a:pt x="481" y="736"/>
                  </a:lnTo>
                  <a:lnTo>
                    <a:pt x="486" y="742"/>
                  </a:lnTo>
                  <a:lnTo>
                    <a:pt x="493" y="742"/>
                  </a:lnTo>
                  <a:lnTo>
                    <a:pt x="493" y="745"/>
                  </a:lnTo>
                  <a:lnTo>
                    <a:pt x="496" y="748"/>
                  </a:lnTo>
                  <a:lnTo>
                    <a:pt x="497" y="755"/>
                  </a:lnTo>
                  <a:lnTo>
                    <a:pt x="496" y="760"/>
                  </a:lnTo>
                  <a:lnTo>
                    <a:pt x="496" y="763"/>
                  </a:lnTo>
                  <a:lnTo>
                    <a:pt x="493" y="766"/>
                  </a:lnTo>
                  <a:lnTo>
                    <a:pt x="493" y="772"/>
                  </a:lnTo>
                  <a:lnTo>
                    <a:pt x="494" y="775"/>
                  </a:lnTo>
                  <a:lnTo>
                    <a:pt x="499" y="780"/>
                  </a:lnTo>
                  <a:lnTo>
                    <a:pt x="496" y="787"/>
                  </a:lnTo>
                  <a:lnTo>
                    <a:pt x="492" y="798"/>
                  </a:lnTo>
                  <a:lnTo>
                    <a:pt x="499" y="812"/>
                  </a:lnTo>
                  <a:lnTo>
                    <a:pt x="506" y="814"/>
                  </a:lnTo>
                  <a:lnTo>
                    <a:pt x="508" y="817"/>
                  </a:lnTo>
                  <a:lnTo>
                    <a:pt x="509" y="819"/>
                  </a:lnTo>
                  <a:lnTo>
                    <a:pt x="508" y="822"/>
                  </a:lnTo>
                  <a:lnTo>
                    <a:pt x="510" y="826"/>
                  </a:lnTo>
                  <a:lnTo>
                    <a:pt x="510" y="829"/>
                  </a:lnTo>
                  <a:lnTo>
                    <a:pt x="507" y="834"/>
                  </a:lnTo>
                  <a:lnTo>
                    <a:pt x="505" y="838"/>
                  </a:lnTo>
                  <a:lnTo>
                    <a:pt x="506" y="842"/>
                  </a:lnTo>
                  <a:lnTo>
                    <a:pt x="510" y="846"/>
                  </a:lnTo>
                  <a:lnTo>
                    <a:pt x="510" y="848"/>
                  </a:lnTo>
                  <a:lnTo>
                    <a:pt x="505" y="859"/>
                  </a:lnTo>
                  <a:lnTo>
                    <a:pt x="500" y="860"/>
                  </a:lnTo>
                  <a:lnTo>
                    <a:pt x="498" y="864"/>
                  </a:lnTo>
                  <a:lnTo>
                    <a:pt x="499" y="881"/>
                  </a:lnTo>
                  <a:lnTo>
                    <a:pt x="490" y="888"/>
                  </a:lnTo>
                  <a:lnTo>
                    <a:pt x="488" y="892"/>
                  </a:lnTo>
                  <a:lnTo>
                    <a:pt x="486" y="897"/>
                  </a:lnTo>
                  <a:lnTo>
                    <a:pt x="481" y="900"/>
                  </a:lnTo>
                  <a:lnTo>
                    <a:pt x="479" y="910"/>
                  </a:lnTo>
                  <a:lnTo>
                    <a:pt x="474" y="916"/>
                  </a:lnTo>
                  <a:lnTo>
                    <a:pt x="474" y="922"/>
                  </a:lnTo>
                  <a:lnTo>
                    <a:pt x="471" y="928"/>
                  </a:lnTo>
                  <a:lnTo>
                    <a:pt x="472" y="933"/>
                  </a:lnTo>
                  <a:lnTo>
                    <a:pt x="471" y="953"/>
                  </a:lnTo>
                  <a:lnTo>
                    <a:pt x="470" y="955"/>
                  </a:lnTo>
                  <a:lnTo>
                    <a:pt x="467" y="955"/>
                  </a:lnTo>
                  <a:lnTo>
                    <a:pt x="460" y="954"/>
                  </a:lnTo>
                  <a:lnTo>
                    <a:pt x="455" y="956"/>
                  </a:lnTo>
                  <a:lnTo>
                    <a:pt x="449" y="955"/>
                  </a:lnTo>
                  <a:lnTo>
                    <a:pt x="450" y="965"/>
                  </a:lnTo>
                  <a:lnTo>
                    <a:pt x="447" y="974"/>
                  </a:lnTo>
                  <a:lnTo>
                    <a:pt x="444" y="979"/>
                  </a:lnTo>
                  <a:lnTo>
                    <a:pt x="436" y="981"/>
                  </a:lnTo>
                  <a:lnTo>
                    <a:pt x="433" y="985"/>
                  </a:lnTo>
                  <a:lnTo>
                    <a:pt x="428" y="1003"/>
                  </a:lnTo>
                  <a:lnTo>
                    <a:pt x="429" y="1009"/>
                  </a:lnTo>
                  <a:lnTo>
                    <a:pt x="428" y="1015"/>
                  </a:lnTo>
                  <a:lnTo>
                    <a:pt x="420" y="1023"/>
                  </a:lnTo>
                  <a:lnTo>
                    <a:pt x="417" y="1027"/>
                  </a:lnTo>
                  <a:lnTo>
                    <a:pt x="411" y="1025"/>
                  </a:lnTo>
                  <a:lnTo>
                    <a:pt x="403" y="1027"/>
                  </a:lnTo>
                  <a:lnTo>
                    <a:pt x="403" y="1027"/>
                  </a:lnTo>
                  <a:lnTo>
                    <a:pt x="398" y="1026"/>
                  </a:lnTo>
                  <a:lnTo>
                    <a:pt x="390" y="1018"/>
                  </a:lnTo>
                  <a:lnTo>
                    <a:pt x="384" y="1015"/>
                  </a:lnTo>
                  <a:lnTo>
                    <a:pt x="381" y="1009"/>
                  </a:lnTo>
                  <a:lnTo>
                    <a:pt x="380" y="1004"/>
                  </a:lnTo>
                  <a:lnTo>
                    <a:pt x="368" y="990"/>
                  </a:lnTo>
                  <a:lnTo>
                    <a:pt x="364" y="987"/>
                  </a:lnTo>
                  <a:lnTo>
                    <a:pt x="347" y="979"/>
                  </a:lnTo>
                  <a:lnTo>
                    <a:pt x="345" y="976"/>
                  </a:lnTo>
                  <a:lnTo>
                    <a:pt x="337" y="949"/>
                  </a:lnTo>
                  <a:lnTo>
                    <a:pt x="337" y="923"/>
                  </a:lnTo>
                  <a:lnTo>
                    <a:pt x="332" y="915"/>
                  </a:lnTo>
                  <a:lnTo>
                    <a:pt x="327" y="910"/>
                  </a:lnTo>
                  <a:lnTo>
                    <a:pt x="326" y="905"/>
                  </a:lnTo>
                  <a:lnTo>
                    <a:pt x="323" y="900"/>
                  </a:lnTo>
                  <a:lnTo>
                    <a:pt x="321" y="892"/>
                  </a:lnTo>
                  <a:lnTo>
                    <a:pt x="319" y="889"/>
                  </a:lnTo>
                  <a:lnTo>
                    <a:pt x="319" y="886"/>
                  </a:lnTo>
                  <a:lnTo>
                    <a:pt x="320" y="884"/>
                  </a:lnTo>
                  <a:lnTo>
                    <a:pt x="324" y="882"/>
                  </a:lnTo>
                  <a:lnTo>
                    <a:pt x="330" y="871"/>
                  </a:lnTo>
                  <a:lnTo>
                    <a:pt x="332" y="870"/>
                  </a:lnTo>
                  <a:lnTo>
                    <a:pt x="336" y="864"/>
                  </a:lnTo>
                  <a:lnTo>
                    <a:pt x="335" y="859"/>
                  </a:lnTo>
                  <a:lnTo>
                    <a:pt x="330" y="854"/>
                  </a:lnTo>
                  <a:lnTo>
                    <a:pt x="327" y="851"/>
                  </a:lnTo>
                  <a:lnTo>
                    <a:pt x="327" y="849"/>
                  </a:lnTo>
                  <a:lnTo>
                    <a:pt x="331" y="843"/>
                  </a:lnTo>
                  <a:lnTo>
                    <a:pt x="330" y="837"/>
                  </a:lnTo>
                  <a:lnTo>
                    <a:pt x="332" y="829"/>
                  </a:lnTo>
                  <a:lnTo>
                    <a:pt x="341" y="824"/>
                  </a:lnTo>
                  <a:lnTo>
                    <a:pt x="346" y="824"/>
                  </a:lnTo>
                  <a:lnTo>
                    <a:pt x="346" y="819"/>
                  </a:lnTo>
                  <a:lnTo>
                    <a:pt x="349" y="813"/>
                  </a:lnTo>
                  <a:lnTo>
                    <a:pt x="351" y="810"/>
                  </a:lnTo>
                  <a:lnTo>
                    <a:pt x="350" y="798"/>
                  </a:lnTo>
                  <a:lnTo>
                    <a:pt x="351" y="796"/>
                  </a:lnTo>
                  <a:lnTo>
                    <a:pt x="349" y="784"/>
                  </a:lnTo>
                  <a:lnTo>
                    <a:pt x="346" y="779"/>
                  </a:lnTo>
                  <a:lnTo>
                    <a:pt x="349" y="770"/>
                  </a:lnTo>
                  <a:lnTo>
                    <a:pt x="352" y="765"/>
                  </a:lnTo>
                  <a:lnTo>
                    <a:pt x="347" y="759"/>
                  </a:lnTo>
                  <a:lnTo>
                    <a:pt x="349" y="757"/>
                  </a:lnTo>
                  <a:lnTo>
                    <a:pt x="358" y="752"/>
                  </a:lnTo>
                  <a:lnTo>
                    <a:pt x="357" y="745"/>
                  </a:lnTo>
                  <a:lnTo>
                    <a:pt x="353" y="741"/>
                  </a:lnTo>
                  <a:lnTo>
                    <a:pt x="347" y="728"/>
                  </a:lnTo>
                  <a:lnTo>
                    <a:pt x="347" y="721"/>
                  </a:lnTo>
                  <a:lnTo>
                    <a:pt x="346" y="714"/>
                  </a:lnTo>
                  <a:lnTo>
                    <a:pt x="349" y="709"/>
                  </a:lnTo>
                  <a:lnTo>
                    <a:pt x="349" y="706"/>
                  </a:lnTo>
                  <a:lnTo>
                    <a:pt x="351" y="695"/>
                  </a:lnTo>
                  <a:lnTo>
                    <a:pt x="348" y="688"/>
                  </a:lnTo>
                  <a:lnTo>
                    <a:pt x="346" y="687"/>
                  </a:lnTo>
                  <a:lnTo>
                    <a:pt x="345" y="682"/>
                  </a:lnTo>
                  <a:lnTo>
                    <a:pt x="343" y="679"/>
                  </a:lnTo>
                  <a:lnTo>
                    <a:pt x="341" y="676"/>
                  </a:lnTo>
                  <a:lnTo>
                    <a:pt x="337" y="676"/>
                  </a:lnTo>
                  <a:lnTo>
                    <a:pt x="334" y="674"/>
                  </a:lnTo>
                  <a:lnTo>
                    <a:pt x="324" y="677"/>
                  </a:lnTo>
                  <a:lnTo>
                    <a:pt x="319" y="676"/>
                  </a:lnTo>
                  <a:lnTo>
                    <a:pt x="317" y="674"/>
                  </a:lnTo>
                  <a:lnTo>
                    <a:pt x="315" y="674"/>
                  </a:lnTo>
                  <a:lnTo>
                    <a:pt x="313" y="673"/>
                  </a:lnTo>
                  <a:lnTo>
                    <a:pt x="314" y="667"/>
                  </a:lnTo>
                  <a:lnTo>
                    <a:pt x="313" y="665"/>
                  </a:lnTo>
                  <a:lnTo>
                    <a:pt x="308" y="661"/>
                  </a:lnTo>
                  <a:lnTo>
                    <a:pt x="307" y="660"/>
                  </a:lnTo>
                  <a:lnTo>
                    <a:pt x="308" y="657"/>
                  </a:lnTo>
                  <a:lnTo>
                    <a:pt x="305" y="653"/>
                  </a:lnTo>
                  <a:lnTo>
                    <a:pt x="304" y="649"/>
                  </a:lnTo>
                  <a:lnTo>
                    <a:pt x="299" y="646"/>
                  </a:lnTo>
                  <a:lnTo>
                    <a:pt x="294" y="638"/>
                  </a:lnTo>
                  <a:lnTo>
                    <a:pt x="294" y="630"/>
                  </a:lnTo>
                  <a:lnTo>
                    <a:pt x="294" y="627"/>
                  </a:lnTo>
                  <a:lnTo>
                    <a:pt x="290" y="617"/>
                  </a:lnTo>
                  <a:lnTo>
                    <a:pt x="290" y="615"/>
                  </a:lnTo>
                  <a:lnTo>
                    <a:pt x="290" y="613"/>
                  </a:lnTo>
                  <a:lnTo>
                    <a:pt x="293" y="611"/>
                  </a:lnTo>
                  <a:lnTo>
                    <a:pt x="294" y="607"/>
                  </a:lnTo>
                  <a:lnTo>
                    <a:pt x="291" y="594"/>
                  </a:lnTo>
                  <a:lnTo>
                    <a:pt x="296" y="586"/>
                  </a:lnTo>
                  <a:lnTo>
                    <a:pt x="295" y="583"/>
                  </a:lnTo>
                  <a:lnTo>
                    <a:pt x="297" y="579"/>
                  </a:lnTo>
                  <a:lnTo>
                    <a:pt x="297" y="574"/>
                  </a:lnTo>
                  <a:lnTo>
                    <a:pt x="300" y="569"/>
                  </a:lnTo>
                  <a:lnTo>
                    <a:pt x="304" y="564"/>
                  </a:lnTo>
                  <a:lnTo>
                    <a:pt x="305" y="557"/>
                  </a:lnTo>
                  <a:lnTo>
                    <a:pt x="310" y="553"/>
                  </a:lnTo>
                  <a:lnTo>
                    <a:pt x="309" y="552"/>
                  </a:lnTo>
                  <a:lnTo>
                    <a:pt x="311" y="550"/>
                  </a:lnTo>
                  <a:lnTo>
                    <a:pt x="309" y="547"/>
                  </a:lnTo>
                  <a:lnTo>
                    <a:pt x="303" y="544"/>
                  </a:lnTo>
                  <a:lnTo>
                    <a:pt x="302" y="535"/>
                  </a:lnTo>
                  <a:lnTo>
                    <a:pt x="297" y="537"/>
                  </a:lnTo>
                  <a:lnTo>
                    <a:pt x="296" y="534"/>
                  </a:lnTo>
                  <a:lnTo>
                    <a:pt x="291" y="532"/>
                  </a:lnTo>
                  <a:lnTo>
                    <a:pt x="289" y="532"/>
                  </a:lnTo>
                  <a:lnTo>
                    <a:pt x="286" y="527"/>
                  </a:lnTo>
                  <a:lnTo>
                    <a:pt x="280" y="522"/>
                  </a:lnTo>
                  <a:lnTo>
                    <a:pt x="272" y="522"/>
                  </a:lnTo>
                  <a:lnTo>
                    <a:pt x="263" y="526"/>
                  </a:lnTo>
                  <a:lnTo>
                    <a:pt x="259" y="529"/>
                  </a:lnTo>
                  <a:lnTo>
                    <a:pt x="257" y="532"/>
                  </a:lnTo>
                  <a:lnTo>
                    <a:pt x="254" y="533"/>
                  </a:lnTo>
                  <a:lnTo>
                    <a:pt x="249" y="532"/>
                  </a:lnTo>
                  <a:lnTo>
                    <a:pt x="246" y="532"/>
                  </a:lnTo>
                  <a:lnTo>
                    <a:pt x="244" y="523"/>
                  </a:lnTo>
                  <a:lnTo>
                    <a:pt x="246" y="514"/>
                  </a:lnTo>
                  <a:lnTo>
                    <a:pt x="242" y="502"/>
                  </a:lnTo>
                  <a:lnTo>
                    <a:pt x="239" y="499"/>
                  </a:lnTo>
                  <a:lnTo>
                    <a:pt x="237" y="502"/>
                  </a:lnTo>
                  <a:lnTo>
                    <a:pt x="237" y="508"/>
                  </a:lnTo>
                  <a:lnTo>
                    <a:pt x="230" y="514"/>
                  </a:lnTo>
                  <a:lnTo>
                    <a:pt x="220" y="511"/>
                  </a:lnTo>
                  <a:lnTo>
                    <a:pt x="218" y="511"/>
                  </a:lnTo>
                  <a:lnTo>
                    <a:pt x="215" y="509"/>
                  </a:lnTo>
                  <a:lnTo>
                    <a:pt x="213" y="510"/>
                  </a:lnTo>
                  <a:lnTo>
                    <a:pt x="212" y="513"/>
                  </a:lnTo>
                  <a:lnTo>
                    <a:pt x="207" y="513"/>
                  </a:lnTo>
                  <a:lnTo>
                    <a:pt x="205" y="517"/>
                  </a:lnTo>
                  <a:lnTo>
                    <a:pt x="202" y="518"/>
                  </a:lnTo>
                  <a:lnTo>
                    <a:pt x="202" y="518"/>
                  </a:lnTo>
                  <a:lnTo>
                    <a:pt x="202" y="523"/>
                  </a:lnTo>
                  <a:lnTo>
                    <a:pt x="202" y="529"/>
                  </a:lnTo>
                  <a:lnTo>
                    <a:pt x="210" y="537"/>
                  </a:lnTo>
                  <a:lnTo>
                    <a:pt x="210" y="540"/>
                  </a:lnTo>
                  <a:lnTo>
                    <a:pt x="209" y="544"/>
                  </a:lnTo>
                  <a:lnTo>
                    <a:pt x="205" y="548"/>
                  </a:lnTo>
                  <a:lnTo>
                    <a:pt x="199" y="553"/>
                  </a:lnTo>
                  <a:lnTo>
                    <a:pt x="192" y="556"/>
                  </a:lnTo>
                  <a:lnTo>
                    <a:pt x="188" y="559"/>
                  </a:lnTo>
                  <a:lnTo>
                    <a:pt x="181" y="561"/>
                  </a:lnTo>
                  <a:lnTo>
                    <a:pt x="178" y="564"/>
                  </a:lnTo>
                  <a:lnTo>
                    <a:pt x="168" y="567"/>
                  </a:lnTo>
                  <a:lnTo>
                    <a:pt x="165" y="570"/>
                  </a:lnTo>
                  <a:lnTo>
                    <a:pt x="162" y="570"/>
                  </a:lnTo>
                  <a:lnTo>
                    <a:pt x="153" y="577"/>
                  </a:lnTo>
                  <a:lnTo>
                    <a:pt x="147" y="577"/>
                  </a:lnTo>
                  <a:lnTo>
                    <a:pt x="144" y="578"/>
                  </a:lnTo>
                  <a:lnTo>
                    <a:pt x="142" y="575"/>
                  </a:lnTo>
                  <a:lnTo>
                    <a:pt x="142" y="575"/>
                  </a:lnTo>
                  <a:lnTo>
                    <a:pt x="142" y="56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89" y="564"/>
                  </a:lnTo>
                  <a:lnTo>
                    <a:pt x="85" y="565"/>
                  </a:lnTo>
                  <a:lnTo>
                    <a:pt x="80" y="563"/>
                  </a:lnTo>
                  <a:lnTo>
                    <a:pt x="77" y="563"/>
                  </a:lnTo>
                  <a:lnTo>
                    <a:pt x="73" y="567"/>
                  </a:lnTo>
                  <a:lnTo>
                    <a:pt x="70" y="567"/>
                  </a:lnTo>
                  <a:lnTo>
                    <a:pt x="61" y="562"/>
                  </a:lnTo>
                  <a:lnTo>
                    <a:pt x="57" y="564"/>
                  </a:lnTo>
                  <a:lnTo>
                    <a:pt x="57" y="567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43" y="564"/>
                  </a:lnTo>
                  <a:lnTo>
                    <a:pt x="42" y="559"/>
                  </a:lnTo>
                  <a:lnTo>
                    <a:pt x="38" y="558"/>
                  </a:lnTo>
                  <a:lnTo>
                    <a:pt x="38" y="556"/>
                  </a:lnTo>
                  <a:lnTo>
                    <a:pt x="34" y="558"/>
                  </a:lnTo>
                  <a:lnTo>
                    <a:pt x="30" y="557"/>
                  </a:lnTo>
                  <a:lnTo>
                    <a:pt x="27" y="557"/>
                  </a:lnTo>
                  <a:lnTo>
                    <a:pt x="24" y="559"/>
                  </a:lnTo>
                  <a:lnTo>
                    <a:pt x="22" y="559"/>
                  </a:lnTo>
                  <a:lnTo>
                    <a:pt x="22" y="559"/>
                  </a:lnTo>
                  <a:lnTo>
                    <a:pt x="24" y="548"/>
                  </a:lnTo>
                  <a:lnTo>
                    <a:pt x="22" y="539"/>
                  </a:lnTo>
                  <a:lnTo>
                    <a:pt x="21" y="537"/>
                  </a:lnTo>
                  <a:lnTo>
                    <a:pt x="22" y="532"/>
                  </a:lnTo>
                  <a:lnTo>
                    <a:pt x="23" y="528"/>
                  </a:lnTo>
                  <a:lnTo>
                    <a:pt x="22" y="523"/>
                  </a:lnTo>
                  <a:lnTo>
                    <a:pt x="22" y="516"/>
                  </a:lnTo>
                  <a:lnTo>
                    <a:pt x="21" y="512"/>
                  </a:lnTo>
                  <a:lnTo>
                    <a:pt x="14" y="512"/>
                  </a:lnTo>
                  <a:lnTo>
                    <a:pt x="11" y="510"/>
                  </a:lnTo>
                  <a:lnTo>
                    <a:pt x="11" y="508"/>
                  </a:lnTo>
                  <a:lnTo>
                    <a:pt x="6" y="506"/>
                  </a:lnTo>
                  <a:lnTo>
                    <a:pt x="4" y="498"/>
                  </a:lnTo>
                  <a:lnTo>
                    <a:pt x="0" y="496"/>
                  </a:lnTo>
                  <a:lnTo>
                    <a:pt x="2" y="491"/>
                  </a:lnTo>
                  <a:lnTo>
                    <a:pt x="5" y="488"/>
                  </a:lnTo>
                  <a:lnTo>
                    <a:pt x="4" y="485"/>
                  </a:lnTo>
                  <a:lnTo>
                    <a:pt x="6" y="481"/>
                  </a:lnTo>
                  <a:lnTo>
                    <a:pt x="3" y="478"/>
                  </a:lnTo>
                  <a:lnTo>
                    <a:pt x="8" y="471"/>
                  </a:lnTo>
                  <a:lnTo>
                    <a:pt x="12" y="471"/>
                  </a:lnTo>
                  <a:lnTo>
                    <a:pt x="17" y="466"/>
                  </a:lnTo>
                  <a:lnTo>
                    <a:pt x="19" y="463"/>
                  </a:lnTo>
                  <a:lnTo>
                    <a:pt x="22" y="461"/>
                  </a:lnTo>
                  <a:lnTo>
                    <a:pt x="20" y="456"/>
                  </a:lnTo>
                  <a:lnTo>
                    <a:pt x="18" y="453"/>
                  </a:lnTo>
                  <a:lnTo>
                    <a:pt x="19" y="444"/>
                  </a:lnTo>
                  <a:lnTo>
                    <a:pt x="17" y="441"/>
                  </a:lnTo>
                  <a:lnTo>
                    <a:pt x="19" y="437"/>
                  </a:lnTo>
                  <a:lnTo>
                    <a:pt x="18" y="431"/>
                  </a:lnTo>
                  <a:lnTo>
                    <a:pt x="19" y="428"/>
                  </a:lnTo>
                  <a:lnTo>
                    <a:pt x="21" y="426"/>
                  </a:lnTo>
                  <a:lnTo>
                    <a:pt x="28" y="427"/>
                  </a:lnTo>
                  <a:lnTo>
                    <a:pt x="30" y="425"/>
                  </a:lnTo>
                  <a:lnTo>
                    <a:pt x="33" y="418"/>
                  </a:lnTo>
                  <a:lnTo>
                    <a:pt x="35" y="417"/>
                  </a:lnTo>
                  <a:lnTo>
                    <a:pt x="39" y="417"/>
                  </a:lnTo>
                  <a:lnTo>
                    <a:pt x="46" y="422"/>
                  </a:lnTo>
                  <a:lnTo>
                    <a:pt x="46" y="420"/>
                  </a:lnTo>
                  <a:lnTo>
                    <a:pt x="52" y="418"/>
                  </a:lnTo>
                  <a:lnTo>
                    <a:pt x="52" y="417"/>
                  </a:lnTo>
                  <a:lnTo>
                    <a:pt x="53" y="414"/>
                  </a:lnTo>
                  <a:lnTo>
                    <a:pt x="60" y="412"/>
                  </a:lnTo>
                  <a:lnTo>
                    <a:pt x="67" y="406"/>
                  </a:lnTo>
                  <a:lnTo>
                    <a:pt x="71" y="403"/>
                  </a:lnTo>
                  <a:lnTo>
                    <a:pt x="76" y="401"/>
                  </a:lnTo>
                  <a:lnTo>
                    <a:pt x="78" y="395"/>
                  </a:lnTo>
                  <a:lnTo>
                    <a:pt x="73" y="387"/>
                  </a:lnTo>
                  <a:lnTo>
                    <a:pt x="77" y="379"/>
                  </a:lnTo>
                  <a:lnTo>
                    <a:pt x="81" y="376"/>
                  </a:lnTo>
                  <a:lnTo>
                    <a:pt x="84" y="373"/>
                  </a:lnTo>
                  <a:lnTo>
                    <a:pt x="90" y="370"/>
                  </a:lnTo>
                  <a:lnTo>
                    <a:pt x="93" y="370"/>
                  </a:lnTo>
                  <a:lnTo>
                    <a:pt x="93" y="375"/>
                  </a:lnTo>
                  <a:lnTo>
                    <a:pt x="96" y="375"/>
                  </a:lnTo>
                  <a:lnTo>
                    <a:pt x="97" y="376"/>
                  </a:lnTo>
                  <a:lnTo>
                    <a:pt x="99" y="383"/>
                  </a:lnTo>
                  <a:lnTo>
                    <a:pt x="103" y="386"/>
                  </a:lnTo>
                  <a:lnTo>
                    <a:pt x="103" y="388"/>
                  </a:lnTo>
                  <a:lnTo>
                    <a:pt x="112" y="384"/>
                  </a:lnTo>
                  <a:lnTo>
                    <a:pt x="117" y="384"/>
                  </a:lnTo>
                  <a:lnTo>
                    <a:pt x="128" y="378"/>
                  </a:lnTo>
                  <a:lnTo>
                    <a:pt x="126" y="369"/>
                  </a:lnTo>
                  <a:lnTo>
                    <a:pt x="129" y="362"/>
                  </a:lnTo>
                  <a:lnTo>
                    <a:pt x="128" y="360"/>
                  </a:lnTo>
                  <a:lnTo>
                    <a:pt x="130" y="357"/>
                  </a:lnTo>
                  <a:lnTo>
                    <a:pt x="131" y="354"/>
                  </a:lnTo>
                  <a:lnTo>
                    <a:pt x="132" y="354"/>
                  </a:lnTo>
                  <a:lnTo>
                    <a:pt x="133" y="349"/>
                  </a:lnTo>
                  <a:lnTo>
                    <a:pt x="135" y="348"/>
                  </a:lnTo>
                  <a:lnTo>
                    <a:pt x="138" y="345"/>
                  </a:lnTo>
                  <a:lnTo>
                    <a:pt x="142" y="347"/>
                  </a:lnTo>
                  <a:lnTo>
                    <a:pt x="144" y="344"/>
                  </a:lnTo>
                  <a:lnTo>
                    <a:pt x="142" y="339"/>
                  </a:lnTo>
                  <a:lnTo>
                    <a:pt x="140" y="330"/>
                  </a:lnTo>
                  <a:lnTo>
                    <a:pt x="140" y="326"/>
                  </a:lnTo>
                  <a:lnTo>
                    <a:pt x="139" y="320"/>
                  </a:lnTo>
                  <a:lnTo>
                    <a:pt x="140" y="316"/>
                  </a:lnTo>
                  <a:lnTo>
                    <a:pt x="145" y="311"/>
                  </a:lnTo>
                  <a:lnTo>
                    <a:pt x="153" y="313"/>
                  </a:lnTo>
                  <a:lnTo>
                    <a:pt x="155" y="312"/>
                  </a:lnTo>
                  <a:lnTo>
                    <a:pt x="155" y="308"/>
                  </a:lnTo>
                  <a:lnTo>
                    <a:pt x="160" y="305"/>
                  </a:lnTo>
                  <a:lnTo>
                    <a:pt x="165" y="300"/>
                  </a:lnTo>
                  <a:lnTo>
                    <a:pt x="173" y="298"/>
                  </a:lnTo>
                  <a:lnTo>
                    <a:pt x="175" y="297"/>
                  </a:lnTo>
                  <a:lnTo>
                    <a:pt x="179" y="291"/>
                  </a:lnTo>
                  <a:lnTo>
                    <a:pt x="179" y="291"/>
                  </a:lnTo>
                  <a:lnTo>
                    <a:pt x="188" y="289"/>
                  </a:lnTo>
                  <a:lnTo>
                    <a:pt x="190" y="291"/>
                  </a:lnTo>
                  <a:lnTo>
                    <a:pt x="196" y="289"/>
                  </a:lnTo>
                  <a:lnTo>
                    <a:pt x="196" y="292"/>
                  </a:lnTo>
                  <a:lnTo>
                    <a:pt x="202" y="294"/>
                  </a:lnTo>
                  <a:lnTo>
                    <a:pt x="207" y="293"/>
                  </a:lnTo>
                  <a:lnTo>
                    <a:pt x="209" y="297"/>
                  </a:lnTo>
                  <a:lnTo>
                    <a:pt x="207" y="303"/>
                  </a:lnTo>
                  <a:lnTo>
                    <a:pt x="210" y="307"/>
                  </a:lnTo>
                  <a:lnTo>
                    <a:pt x="212" y="308"/>
                  </a:lnTo>
                  <a:lnTo>
                    <a:pt x="218" y="308"/>
                  </a:lnTo>
                  <a:lnTo>
                    <a:pt x="219" y="311"/>
                  </a:lnTo>
                  <a:lnTo>
                    <a:pt x="229" y="307"/>
                  </a:lnTo>
                  <a:lnTo>
                    <a:pt x="232" y="304"/>
                  </a:lnTo>
                  <a:lnTo>
                    <a:pt x="236" y="304"/>
                  </a:lnTo>
                  <a:lnTo>
                    <a:pt x="240" y="300"/>
                  </a:lnTo>
                  <a:lnTo>
                    <a:pt x="242" y="301"/>
                  </a:lnTo>
                  <a:lnTo>
                    <a:pt x="248" y="299"/>
                  </a:lnTo>
                  <a:lnTo>
                    <a:pt x="256" y="297"/>
                  </a:lnTo>
                  <a:lnTo>
                    <a:pt x="261" y="298"/>
                  </a:lnTo>
                  <a:lnTo>
                    <a:pt x="263" y="297"/>
                  </a:lnTo>
                  <a:lnTo>
                    <a:pt x="268" y="297"/>
                  </a:lnTo>
                  <a:lnTo>
                    <a:pt x="274" y="294"/>
                  </a:lnTo>
                  <a:lnTo>
                    <a:pt x="283" y="294"/>
                  </a:lnTo>
                  <a:lnTo>
                    <a:pt x="291" y="286"/>
                  </a:lnTo>
                  <a:lnTo>
                    <a:pt x="291" y="285"/>
                  </a:lnTo>
                  <a:lnTo>
                    <a:pt x="299" y="269"/>
                  </a:lnTo>
                  <a:lnTo>
                    <a:pt x="303" y="265"/>
                  </a:lnTo>
                  <a:lnTo>
                    <a:pt x="302" y="261"/>
                  </a:lnTo>
                  <a:lnTo>
                    <a:pt x="305" y="254"/>
                  </a:lnTo>
                  <a:lnTo>
                    <a:pt x="307" y="252"/>
                  </a:lnTo>
                  <a:lnTo>
                    <a:pt x="312" y="249"/>
                  </a:lnTo>
                  <a:lnTo>
                    <a:pt x="311" y="240"/>
                  </a:lnTo>
                  <a:lnTo>
                    <a:pt x="312" y="230"/>
                  </a:lnTo>
                  <a:lnTo>
                    <a:pt x="313" y="229"/>
                  </a:lnTo>
                  <a:lnTo>
                    <a:pt x="319" y="229"/>
                  </a:lnTo>
                  <a:lnTo>
                    <a:pt x="319" y="226"/>
                  </a:lnTo>
                  <a:lnTo>
                    <a:pt x="324" y="220"/>
                  </a:lnTo>
                  <a:lnTo>
                    <a:pt x="335" y="219"/>
                  </a:lnTo>
                  <a:lnTo>
                    <a:pt x="342" y="222"/>
                  </a:lnTo>
                  <a:lnTo>
                    <a:pt x="351" y="223"/>
                  </a:lnTo>
                  <a:lnTo>
                    <a:pt x="351" y="228"/>
                  </a:lnTo>
                  <a:lnTo>
                    <a:pt x="357" y="237"/>
                  </a:lnTo>
                  <a:lnTo>
                    <a:pt x="359" y="245"/>
                  </a:lnTo>
                  <a:lnTo>
                    <a:pt x="364" y="248"/>
                  </a:lnTo>
                  <a:lnTo>
                    <a:pt x="365" y="246"/>
                  </a:lnTo>
                  <a:lnTo>
                    <a:pt x="370" y="243"/>
                  </a:lnTo>
                  <a:lnTo>
                    <a:pt x="373" y="243"/>
                  </a:lnTo>
                  <a:lnTo>
                    <a:pt x="375" y="242"/>
                  </a:lnTo>
                  <a:lnTo>
                    <a:pt x="376" y="239"/>
                  </a:lnTo>
                  <a:lnTo>
                    <a:pt x="381" y="237"/>
                  </a:lnTo>
                  <a:lnTo>
                    <a:pt x="384" y="235"/>
                  </a:lnTo>
                  <a:lnTo>
                    <a:pt x="387" y="235"/>
                  </a:lnTo>
                  <a:lnTo>
                    <a:pt x="390" y="226"/>
                  </a:lnTo>
                  <a:lnTo>
                    <a:pt x="392" y="223"/>
                  </a:lnTo>
                  <a:lnTo>
                    <a:pt x="396" y="223"/>
                  </a:lnTo>
                  <a:lnTo>
                    <a:pt x="400" y="221"/>
                  </a:lnTo>
                  <a:lnTo>
                    <a:pt x="397" y="215"/>
                  </a:lnTo>
                  <a:lnTo>
                    <a:pt x="414" y="215"/>
                  </a:lnTo>
                  <a:lnTo>
                    <a:pt x="419" y="215"/>
                  </a:lnTo>
                  <a:lnTo>
                    <a:pt x="424" y="218"/>
                  </a:lnTo>
                  <a:lnTo>
                    <a:pt x="431" y="213"/>
                  </a:lnTo>
                  <a:lnTo>
                    <a:pt x="433" y="213"/>
                  </a:lnTo>
                  <a:lnTo>
                    <a:pt x="436" y="211"/>
                  </a:lnTo>
                  <a:lnTo>
                    <a:pt x="439" y="206"/>
                  </a:lnTo>
                  <a:lnTo>
                    <a:pt x="447" y="196"/>
                  </a:lnTo>
                  <a:lnTo>
                    <a:pt x="452" y="190"/>
                  </a:lnTo>
                  <a:lnTo>
                    <a:pt x="455" y="184"/>
                  </a:lnTo>
                  <a:lnTo>
                    <a:pt x="461" y="180"/>
                  </a:lnTo>
                  <a:lnTo>
                    <a:pt x="465" y="181"/>
                  </a:lnTo>
                  <a:lnTo>
                    <a:pt x="469" y="174"/>
                  </a:lnTo>
                  <a:lnTo>
                    <a:pt x="472" y="172"/>
                  </a:lnTo>
                  <a:lnTo>
                    <a:pt x="472" y="172"/>
                  </a:lnTo>
                  <a:lnTo>
                    <a:pt x="477" y="176"/>
                  </a:lnTo>
                  <a:lnTo>
                    <a:pt x="479" y="181"/>
                  </a:lnTo>
                  <a:lnTo>
                    <a:pt x="487" y="187"/>
                  </a:lnTo>
                  <a:lnTo>
                    <a:pt x="494" y="182"/>
                  </a:lnTo>
                  <a:lnTo>
                    <a:pt x="497" y="182"/>
                  </a:lnTo>
                  <a:lnTo>
                    <a:pt x="502" y="185"/>
                  </a:lnTo>
                  <a:lnTo>
                    <a:pt x="504" y="182"/>
                  </a:lnTo>
                  <a:lnTo>
                    <a:pt x="507" y="182"/>
                  </a:lnTo>
                  <a:lnTo>
                    <a:pt x="512" y="184"/>
                  </a:lnTo>
                  <a:lnTo>
                    <a:pt x="520" y="183"/>
                  </a:lnTo>
                  <a:lnTo>
                    <a:pt x="523" y="186"/>
                  </a:lnTo>
                  <a:lnTo>
                    <a:pt x="526" y="189"/>
                  </a:lnTo>
                  <a:lnTo>
                    <a:pt x="532" y="190"/>
                  </a:lnTo>
                  <a:lnTo>
                    <a:pt x="536" y="188"/>
                  </a:lnTo>
                  <a:lnTo>
                    <a:pt x="543" y="188"/>
                  </a:lnTo>
                  <a:lnTo>
                    <a:pt x="546" y="190"/>
                  </a:lnTo>
                  <a:lnTo>
                    <a:pt x="549" y="190"/>
                  </a:lnTo>
                  <a:lnTo>
                    <a:pt x="559" y="193"/>
                  </a:lnTo>
                  <a:lnTo>
                    <a:pt x="578" y="193"/>
                  </a:lnTo>
                  <a:lnTo>
                    <a:pt x="591" y="199"/>
                  </a:lnTo>
                  <a:lnTo>
                    <a:pt x="600" y="199"/>
                  </a:lnTo>
                  <a:lnTo>
                    <a:pt x="611" y="204"/>
                  </a:lnTo>
                  <a:lnTo>
                    <a:pt x="614" y="207"/>
                  </a:lnTo>
                  <a:lnTo>
                    <a:pt x="617" y="207"/>
                  </a:lnTo>
                  <a:lnTo>
                    <a:pt x="621" y="213"/>
                  </a:lnTo>
                  <a:lnTo>
                    <a:pt x="628" y="218"/>
                  </a:lnTo>
                  <a:lnTo>
                    <a:pt x="630" y="221"/>
                  </a:lnTo>
                  <a:lnTo>
                    <a:pt x="633" y="219"/>
                  </a:lnTo>
                  <a:lnTo>
                    <a:pt x="636" y="212"/>
                  </a:lnTo>
                  <a:lnTo>
                    <a:pt x="636" y="209"/>
                  </a:lnTo>
                  <a:lnTo>
                    <a:pt x="635" y="207"/>
                  </a:lnTo>
                  <a:lnTo>
                    <a:pt x="644" y="206"/>
                  </a:lnTo>
                  <a:lnTo>
                    <a:pt x="646" y="203"/>
                  </a:lnTo>
                  <a:lnTo>
                    <a:pt x="646" y="199"/>
                  </a:lnTo>
                  <a:lnTo>
                    <a:pt x="644" y="191"/>
                  </a:lnTo>
                  <a:lnTo>
                    <a:pt x="645" y="190"/>
                  </a:lnTo>
                  <a:lnTo>
                    <a:pt x="648" y="188"/>
                  </a:lnTo>
                  <a:lnTo>
                    <a:pt x="651" y="182"/>
                  </a:lnTo>
                  <a:lnTo>
                    <a:pt x="657" y="180"/>
                  </a:lnTo>
                  <a:lnTo>
                    <a:pt x="661" y="175"/>
                  </a:lnTo>
                  <a:lnTo>
                    <a:pt x="654" y="172"/>
                  </a:lnTo>
                  <a:lnTo>
                    <a:pt x="653" y="166"/>
                  </a:lnTo>
                  <a:lnTo>
                    <a:pt x="655" y="160"/>
                  </a:lnTo>
                  <a:lnTo>
                    <a:pt x="659" y="155"/>
                  </a:lnTo>
                  <a:lnTo>
                    <a:pt x="660" y="149"/>
                  </a:lnTo>
                  <a:lnTo>
                    <a:pt x="665" y="146"/>
                  </a:lnTo>
                  <a:lnTo>
                    <a:pt x="665" y="144"/>
                  </a:lnTo>
                  <a:lnTo>
                    <a:pt x="668" y="143"/>
                  </a:lnTo>
                  <a:lnTo>
                    <a:pt x="668" y="141"/>
                  </a:lnTo>
                  <a:lnTo>
                    <a:pt x="671" y="132"/>
                  </a:lnTo>
                  <a:lnTo>
                    <a:pt x="673" y="132"/>
                  </a:lnTo>
                  <a:lnTo>
                    <a:pt x="674" y="128"/>
                  </a:lnTo>
                  <a:lnTo>
                    <a:pt x="684" y="125"/>
                  </a:lnTo>
                  <a:lnTo>
                    <a:pt x="685" y="124"/>
                  </a:lnTo>
                  <a:lnTo>
                    <a:pt x="685" y="109"/>
                  </a:lnTo>
                  <a:lnTo>
                    <a:pt x="686" y="107"/>
                  </a:lnTo>
                  <a:lnTo>
                    <a:pt x="688" y="106"/>
                  </a:lnTo>
                  <a:lnTo>
                    <a:pt x="692" y="105"/>
                  </a:lnTo>
                  <a:lnTo>
                    <a:pt x="694" y="103"/>
                  </a:lnTo>
                  <a:lnTo>
                    <a:pt x="706" y="101"/>
                  </a:lnTo>
                  <a:lnTo>
                    <a:pt x="687" y="77"/>
                  </a:lnTo>
                  <a:lnTo>
                    <a:pt x="681" y="65"/>
                  </a:lnTo>
                  <a:lnTo>
                    <a:pt x="676" y="54"/>
                  </a:lnTo>
                  <a:lnTo>
                    <a:pt x="655" y="21"/>
                  </a:lnTo>
                  <a:lnTo>
                    <a:pt x="652" y="14"/>
                  </a:lnTo>
                  <a:lnTo>
                    <a:pt x="652" y="14"/>
                  </a:lnTo>
                  <a:lnTo>
                    <a:pt x="657" y="10"/>
                  </a:lnTo>
                  <a:lnTo>
                    <a:pt x="657" y="16"/>
                  </a:lnTo>
                  <a:lnTo>
                    <a:pt x="659" y="18"/>
                  </a:lnTo>
                  <a:lnTo>
                    <a:pt x="660" y="19"/>
                  </a:lnTo>
                  <a:lnTo>
                    <a:pt x="665" y="10"/>
                  </a:lnTo>
                  <a:lnTo>
                    <a:pt x="670" y="13"/>
                  </a:lnTo>
                  <a:lnTo>
                    <a:pt x="671" y="12"/>
                  </a:lnTo>
                  <a:lnTo>
                    <a:pt x="672" y="9"/>
                  </a:lnTo>
                  <a:lnTo>
                    <a:pt x="675" y="11"/>
                  </a:lnTo>
                  <a:lnTo>
                    <a:pt x="682" y="9"/>
                  </a:lnTo>
                  <a:lnTo>
                    <a:pt x="685" y="5"/>
                  </a:lnTo>
                  <a:lnTo>
                    <a:pt x="698" y="2"/>
                  </a:lnTo>
                  <a:lnTo>
                    <a:pt x="702" y="0"/>
                  </a:lnTo>
                  <a:lnTo>
                    <a:pt x="707" y="2"/>
                  </a:lnTo>
                  <a:lnTo>
                    <a:pt x="714" y="1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3" name="Freeform 15">
              <a:extLst>
                <a:ext uri="{FF2B5EF4-FFF2-40B4-BE49-F238E27FC236}">
                  <a16:creationId xmlns:a16="http://schemas.microsoft.com/office/drawing/2014/main" id="{9B0C8F58-C21B-405D-8291-0021FFE3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404" y="2574312"/>
              <a:ext cx="592752" cy="429666"/>
            </a:xfrm>
            <a:custGeom>
              <a:avLst/>
              <a:gdLst>
                <a:gd name="T0" fmla="*/ 183 w 567"/>
                <a:gd name="T1" fmla="*/ 16 h 411"/>
                <a:gd name="T2" fmla="*/ 237 w 567"/>
                <a:gd name="T3" fmla="*/ 4 h 411"/>
                <a:gd name="T4" fmla="*/ 284 w 567"/>
                <a:gd name="T5" fmla="*/ 12 h 411"/>
                <a:gd name="T6" fmla="*/ 266 w 567"/>
                <a:gd name="T7" fmla="*/ 46 h 411"/>
                <a:gd name="T8" fmla="*/ 290 w 567"/>
                <a:gd name="T9" fmla="*/ 80 h 411"/>
                <a:gd name="T10" fmla="*/ 319 w 567"/>
                <a:gd name="T11" fmla="*/ 89 h 411"/>
                <a:gd name="T12" fmla="*/ 350 w 567"/>
                <a:gd name="T13" fmla="*/ 80 h 411"/>
                <a:gd name="T14" fmla="*/ 385 w 567"/>
                <a:gd name="T15" fmla="*/ 73 h 411"/>
                <a:gd name="T16" fmla="*/ 395 w 567"/>
                <a:gd name="T17" fmla="*/ 89 h 411"/>
                <a:gd name="T18" fmla="*/ 422 w 567"/>
                <a:gd name="T19" fmla="*/ 104 h 411"/>
                <a:gd name="T20" fmla="*/ 432 w 567"/>
                <a:gd name="T21" fmla="*/ 117 h 411"/>
                <a:gd name="T22" fmla="*/ 450 w 567"/>
                <a:gd name="T23" fmla="*/ 143 h 411"/>
                <a:gd name="T24" fmla="*/ 477 w 567"/>
                <a:gd name="T25" fmla="*/ 146 h 411"/>
                <a:gd name="T26" fmla="*/ 520 w 567"/>
                <a:gd name="T27" fmla="*/ 154 h 411"/>
                <a:gd name="T28" fmla="*/ 545 w 567"/>
                <a:gd name="T29" fmla="*/ 164 h 411"/>
                <a:gd name="T30" fmla="*/ 554 w 567"/>
                <a:gd name="T31" fmla="*/ 181 h 411"/>
                <a:gd name="T32" fmla="*/ 548 w 567"/>
                <a:gd name="T33" fmla="*/ 197 h 411"/>
                <a:gd name="T34" fmla="*/ 540 w 567"/>
                <a:gd name="T35" fmla="*/ 219 h 411"/>
                <a:gd name="T36" fmla="*/ 486 w 567"/>
                <a:gd name="T37" fmla="*/ 229 h 411"/>
                <a:gd name="T38" fmla="*/ 426 w 567"/>
                <a:gd name="T39" fmla="*/ 220 h 411"/>
                <a:gd name="T40" fmla="*/ 356 w 567"/>
                <a:gd name="T41" fmla="*/ 255 h 411"/>
                <a:gd name="T42" fmla="*/ 300 w 567"/>
                <a:gd name="T43" fmla="*/ 251 h 411"/>
                <a:gd name="T44" fmla="*/ 263 w 567"/>
                <a:gd name="T45" fmla="*/ 245 h 411"/>
                <a:gd name="T46" fmla="*/ 257 w 567"/>
                <a:gd name="T47" fmla="*/ 254 h 411"/>
                <a:gd name="T48" fmla="*/ 240 w 567"/>
                <a:gd name="T49" fmla="*/ 278 h 411"/>
                <a:gd name="T50" fmla="*/ 238 w 567"/>
                <a:gd name="T51" fmla="*/ 289 h 411"/>
                <a:gd name="T52" fmla="*/ 236 w 567"/>
                <a:gd name="T53" fmla="*/ 303 h 411"/>
                <a:gd name="T54" fmla="*/ 202 w 567"/>
                <a:gd name="T55" fmla="*/ 311 h 411"/>
                <a:gd name="T56" fmla="*/ 191 w 567"/>
                <a:gd name="T57" fmla="*/ 304 h 411"/>
                <a:gd name="T58" fmla="*/ 170 w 567"/>
                <a:gd name="T59" fmla="*/ 310 h 411"/>
                <a:gd name="T60" fmla="*/ 150 w 567"/>
                <a:gd name="T61" fmla="*/ 351 h 411"/>
                <a:gd name="T62" fmla="*/ 115 w 567"/>
                <a:gd name="T63" fmla="*/ 379 h 411"/>
                <a:gd name="T64" fmla="*/ 89 w 567"/>
                <a:gd name="T65" fmla="*/ 373 h 411"/>
                <a:gd name="T66" fmla="*/ 61 w 567"/>
                <a:gd name="T67" fmla="*/ 394 h 411"/>
                <a:gd name="T68" fmla="*/ 25 w 567"/>
                <a:gd name="T69" fmla="*/ 383 h 411"/>
                <a:gd name="T70" fmla="*/ 6 w 567"/>
                <a:gd name="T71" fmla="*/ 393 h 411"/>
                <a:gd name="T72" fmla="*/ 25 w 567"/>
                <a:gd name="T73" fmla="*/ 372 h 411"/>
                <a:gd name="T74" fmla="*/ 40 w 567"/>
                <a:gd name="T75" fmla="*/ 346 h 411"/>
                <a:gd name="T76" fmla="*/ 68 w 567"/>
                <a:gd name="T77" fmla="*/ 321 h 411"/>
                <a:gd name="T78" fmla="*/ 90 w 567"/>
                <a:gd name="T79" fmla="*/ 302 h 411"/>
                <a:gd name="T80" fmla="*/ 82 w 567"/>
                <a:gd name="T81" fmla="*/ 262 h 411"/>
                <a:gd name="T82" fmla="*/ 94 w 567"/>
                <a:gd name="T83" fmla="*/ 249 h 411"/>
                <a:gd name="T84" fmla="*/ 123 w 567"/>
                <a:gd name="T85" fmla="*/ 244 h 411"/>
                <a:gd name="T86" fmla="*/ 137 w 567"/>
                <a:gd name="T87" fmla="*/ 222 h 411"/>
                <a:gd name="T88" fmla="*/ 161 w 567"/>
                <a:gd name="T89" fmla="*/ 206 h 411"/>
                <a:gd name="T90" fmla="*/ 174 w 567"/>
                <a:gd name="T91" fmla="*/ 187 h 411"/>
                <a:gd name="T92" fmla="*/ 159 w 567"/>
                <a:gd name="T93" fmla="*/ 163 h 411"/>
                <a:gd name="T94" fmla="*/ 134 w 567"/>
                <a:gd name="T95" fmla="*/ 154 h 411"/>
                <a:gd name="T96" fmla="*/ 88 w 567"/>
                <a:gd name="T97" fmla="*/ 169 h 411"/>
                <a:gd name="T98" fmla="*/ 49 w 567"/>
                <a:gd name="T99" fmla="*/ 168 h 411"/>
                <a:gd name="T100" fmla="*/ 33 w 567"/>
                <a:gd name="T101" fmla="*/ 165 h 411"/>
                <a:gd name="T102" fmla="*/ 55 w 567"/>
                <a:gd name="T103" fmla="*/ 138 h 411"/>
                <a:gd name="T104" fmla="*/ 60 w 567"/>
                <a:gd name="T105" fmla="*/ 119 h 411"/>
                <a:gd name="T106" fmla="*/ 79 w 567"/>
                <a:gd name="T107" fmla="*/ 103 h 411"/>
                <a:gd name="T108" fmla="*/ 98 w 567"/>
                <a:gd name="T109" fmla="*/ 78 h 411"/>
                <a:gd name="T110" fmla="*/ 127 w 567"/>
                <a:gd name="T111" fmla="*/ 58 h 411"/>
                <a:gd name="T112" fmla="*/ 126 w 567"/>
                <a:gd name="T113" fmla="*/ 43 h 411"/>
                <a:gd name="T114" fmla="*/ 116 w 567"/>
                <a:gd name="T115" fmla="*/ 27 h 411"/>
                <a:gd name="T116" fmla="*/ 144 w 567"/>
                <a:gd name="T117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7" h="411">
                  <a:moveTo>
                    <a:pt x="153" y="6"/>
                  </a:moveTo>
                  <a:lnTo>
                    <a:pt x="154" y="8"/>
                  </a:lnTo>
                  <a:lnTo>
                    <a:pt x="161" y="7"/>
                  </a:lnTo>
                  <a:lnTo>
                    <a:pt x="166" y="11"/>
                  </a:lnTo>
                  <a:lnTo>
                    <a:pt x="173" y="10"/>
                  </a:lnTo>
                  <a:lnTo>
                    <a:pt x="183" y="14"/>
                  </a:lnTo>
                  <a:lnTo>
                    <a:pt x="183" y="16"/>
                  </a:lnTo>
                  <a:lnTo>
                    <a:pt x="185" y="19"/>
                  </a:lnTo>
                  <a:lnTo>
                    <a:pt x="188" y="18"/>
                  </a:lnTo>
                  <a:lnTo>
                    <a:pt x="198" y="11"/>
                  </a:lnTo>
                  <a:lnTo>
                    <a:pt x="216" y="10"/>
                  </a:lnTo>
                  <a:lnTo>
                    <a:pt x="227" y="1"/>
                  </a:lnTo>
                  <a:lnTo>
                    <a:pt x="234" y="2"/>
                  </a:lnTo>
                  <a:lnTo>
                    <a:pt x="237" y="4"/>
                  </a:lnTo>
                  <a:lnTo>
                    <a:pt x="245" y="9"/>
                  </a:lnTo>
                  <a:lnTo>
                    <a:pt x="249" y="14"/>
                  </a:lnTo>
                  <a:lnTo>
                    <a:pt x="251" y="16"/>
                  </a:lnTo>
                  <a:lnTo>
                    <a:pt x="260" y="18"/>
                  </a:lnTo>
                  <a:lnTo>
                    <a:pt x="265" y="17"/>
                  </a:lnTo>
                  <a:lnTo>
                    <a:pt x="278" y="12"/>
                  </a:lnTo>
                  <a:lnTo>
                    <a:pt x="284" y="12"/>
                  </a:lnTo>
                  <a:lnTo>
                    <a:pt x="286" y="15"/>
                  </a:lnTo>
                  <a:lnTo>
                    <a:pt x="284" y="16"/>
                  </a:lnTo>
                  <a:lnTo>
                    <a:pt x="276" y="18"/>
                  </a:lnTo>
                  <a:lnTo>
                    <a:pt x="273" y="25"/>
                  </a:lnTo>
                  <a:lnTo>
                    <a:pt x="270" y="34"/>
                  </a:lnTo>
                  <a:lnTo>
                    <a:pt x="265" y="42"/>
                  </a:lnTo>
                  <a:lnTo>
                    <a:pt x="266" y="46"/>
                  </a:lnTo>
                  <a:lnTo>
                    <a:pt x="265" y="55"/>
                  </a:lnTo>
                  <a:lnTo>
                    <a:pt x="261" y="69"/>
                  </a:lnTo>
                  <a:lnTo>
                    <a:pt x="259" y="70"/>
                  </a:lnTo>
                  <a:lnTo>
                    <a:pt x="276" y="75"/>
                  </a:lnTo>
                  <a:lnTo>
                    <a:pt x="279" y="78"/>
                  </a:lnTo>
                  <a:lnTo>
                    <a:pt x="281" y="80"/>
                  </a:lnTo>
                  <a:lnTo>
                    <a:pt x="290" y="80"/>
                  </a:lnTo>
                  <a:lnTo>
                    <a:pt x="303" y="75"/>
                  </a:lnTo>
                  <a:lnTo>
                    <a:pt x="306" y="75"/>
                  </a:lnTo>
                  <a:lnTo>
                    <a:pt x="308" y="75"/>
                  </a:lnTo>
                  <a:lnTo>
                    <a:pt x="314" y="82"/>
                  </a:lnTo>
                  <a:lnTo>
                    <a:pt x="312" y="86"/>
                  </a:lnTo>
                  <a:lnTo>
                    <a:pt x="315" y="88"/>
                  </a:lnTo>
                  <a:lnTo>
                    <a:pt x="319" y="89"/>
                  </a:lnTo>
                  <a:lnTo>
                    <a:pt x="319" y="91"/>
                  </a:lnTo>
                  <a:lnTo>
                    <a:pt x="317" y="97"/>
                  </a:lnTo>
                  <a:lnTo>
                    <a:pt x="319" y="97"/>
                  </a:lnTo>
                  <a:lnTo>
                    <a:pt x="326" y="93"/>
                  </a:lnTo>
                  <a:lnTo>
                    <a:pt x="339" y="89"/>
                  </a:lnTo>
                  <a:lnTo>
                    <a:pt x="348" y="81"/>
                  </a:lnTo>
                  <a:lnTo>
                    <a:pt x="350" y="80"/>
                  </a:lnTo>
                  <a:lnTo>
                    <a:pt x="356" y="83"/>
                  </a:lnTo>
                  <a:lnTo>
                    <a:pt x="362" y="79"/>
                  </a:lnTo>
                  <a:lnTo>
                    <a:pt x="364" y="76"/>
                  </a:lnTo>
                  <a:lnTo>
                    <a:pt x="371" y="77"/>
                  </a:lnTo>
                  <a:lnTo>
                    <a:pt x="374" y="76"/>
                  </a:lnTo>
                  <a:lnTo>
                    <a:pt x="380" y="76"/>
                  </a:lnTo>
                  <a:lnTo>
                    <a:pt x="385" y="73"/>
                  </a:lnTo>
                  <a:lnTo>
                    <a:pt x="385" y="73"/>
                  </a:lnTo>
                  <a:lnTo>
                    <a:pt x="384" y="77"/>
                  </a:lnTo>
                  <a:lnTo>
                    <a:pt x="382" y="79"/>
                  </a:lnTo>
                  <a:lnTo>
                    <a:pt x="383" y="83"/>
                  </a:lnTo>
                  <a:lnTo>
                    <a:pt x="389" y="86"/>
                  </a:lnTo>
                  <a:lnTo>
                    <a:pt x="395" y="86"/>
                  </a:lnTo>
                  <a:lnTo>
                    <a:pt x="395" y="89"/>
                  </a:lnTo>
                  <a:lnTo>
                    <a:pt x="397" y="92"/>
                  </a:lnTo>
                  <a:lnTo>
                    <a:pt x="400" y="93"/>
                  </a:lnTo>
                  <a:lnTo>
                    <a:pt x="404" y="97"/>
                  </a:lnTo>
                  <a:lnTo>
                    <a:pt x="409" y="99"/>
                  </a:lnTo>
                  <a:lnTo>
                    <a:pt x="408" y="103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32" y="117"/>
                  </a:lnTo>
                  <a:lnTo>
                    <a:pt x="438" y="117"/>
                  </a:lnTo>
                  <a:lnTo>
                    <a:pt x="440" y="124"/>
                  </a:lnTo>
                  <a:lnTo>
                    <a:pt x="451" y="127"/>
                  </a:lnTo>
                  <a:lnTo>
                    <a:pt x="453" y="128"/>
                  </a:lnTo>
                  <a:lnTo>
                    <a:pt x="453" y="134"/>
                  </a:lnTo>
                  <a:lnTo>
                    <a:pt x="454" y="138"/>
                  </a:lnTo>
                  <a:lnTo>
                    <a:pt x="450" y="143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70" y="146"/>
                  </a:lnTo>
                  <a:lnTo>
                    <a:pt x="474" y="144"/>
                  </a:lnTo>
                  <a:lnTo>
                    <a:pt x="477" y="146"/>
                  </a:lnTo>
                  <a:lnTo>
                    <a:pt x="480" y="149"/>
                  </a:lnTo>
                  <a:lnTo>
                    <a:pt x="483" y="151"/>
                  </a:lnTo>
                  <a:lnTo>
                    <a:pt x="486" y="154"/>
                  </a:lnTo>
                  <a:lnTo>
                    <a:pt x="492" y="156"/>
                  </a:lnTo>
                  <a:lnTo>
                    <a:pt x="504" y="154"/>
                  </a:lnTo>
                  <a:lnTo>
                    <a:pt x="510" y="156"/>
                  </a:lnTo>
                  <a:lnTo>
                    <a:pt x="520" y="154"/>
                  </a:lnTo>
                  <a:lnTo>
                    <a:pt x="535" y="153"/>
                  </a:lnTo>
                  <a:lnTo>
                    <a:pt x="540" y="154"/>
                  </a:lnTo>
                  <a:lnTo>
                    <a:pt x="540" y="156"/>
                  </a:lnTo>
                  <a:lnTo>
                    <a:pt x="537" y="161"/>
                  </a:lnTo>
                  <a:lnTo>
                    <a:pt x="538" y="162"/>
                  </a:lnTo>
                  <a:lnTo>
                    <a:pt x="542" y="165"/>
                  </a:lnTo>
                  <a:lnTo>
                    <a:pt x="545" y="164"/>
                  </a:lnTo>
                  <a:lnTo>
                    <a:pt x="547" y="165"/>
                  </a:lnTo>
                  <a:lnTo>
                    <a:pt x="547" y="168"/>
                  </a:lnTo>
                  <a:lnTo>
                    <a:pt x="551" y="168"/>
                  </a:lnTo>
                  <a:lnTo>
                    <a:pt x="554" y="172"/>
                  </a:lnTo>
                  <a:lnTo>
                    <a:pt x="550" y="178"/>
                  </a:lnTo>
                  <a:lnTo>
                    <a:pt x="551" y="181"/>
                  </a:lnTo>
                  <a:lnTo>
                    <a:pt x="554" y="181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59" y="187"/>
                  </a:lnTo>
                  <a:lnTo>
                    <a:pt x="560" y="189"/>
                  </a:lnTo>
                  <a:lnTo>
                    <a:pt x="548" y="197"/>
                  </a:lnTo>
                  <a:lnTo>
                    <a:pt x="543" y="211"/>
                  </a:lnTo>
                  <a:lnTo>
                    <a:pt x="544" y="212"/>
                  </a:lnTo>
                  <a:lnTo>
                    <a:pt x="549" y="212"/>
                  </a:lnTo>
                  <a:lnTo>
                    <a:pt x="555" y="212"/>
                  </a:lnTo>
                  <a:lnTo>
                    <a:pt x="565" y="210"/>
                  </a:lnTo>
                  <a:lnTo>
                    <a:pt x="567" y="211"/>
                  </a:lnTo>
                  <a:lnTo>
                    <a:pt x="540" y="219"/>
                  </a:lnTo>
                  <a:lnTo>
                    <a:pt x="519" y="234"/>
                  </a:lnTo>
                  <a:lnTo>
                    <a:pt x="516" y="235"/>
                  </a:lnTo>
                  <a:lnTo>
                    <a:pt x="509" y="235"/>
                  </a:lnTo>
                  <a:lnTo>
                    <a:pt x="506" y="233"/>
                  </a:lnTo>
                  <a:lnTo>
                    <a:pt x="503" y="232"/>
                  </a:lnTo>
                  <a:lnTo>
                    <a:pt x="501" y="229"/>
                  </a:lnTo>
                  <a:lnTo>
                    <a:pt x="486" y="229"/>
                  </a:lnTo>
                  <a:lnTo>
                    <a:pt x="475" y="228"/>
                  </a:lnTo>
                  <a:lnTo>
                    <a:pt x="464" y="229"/>
                  </a:lnTo>
                  <a:lnTo>
                    <a:pt x="459" y="229"/>
                  </a:lnTo>
                  <a:lnTo>
                    <a:pt x="452" y="225"/>
                  </a:lnTo>
                  <a:lnTo>
                    <a:pt x="451" y="222"/>
                  </a:lnTo>
                  <a:lnTo>
                    <a:pt x="446" y="223"/>
                  </a:lnTo>
                  <a:lnTo>
                    <a:pt x="426" y="220"/>
                  </a:lnTo>
                  <a:lnTo>
                    <a:pt x="412" y="228"/>
                  </a:lnTo>
                  <a:lnTo>
                    <a:pt x="392" y="231"/>
                  </a:lnTo>
                  <a:lnTo>
                    <a:pt x="387" y="239"/>
                  </a:lnTo>
                  <a:lnTo>
                    <a:pt x="380" y="244"/>
                  </a:lnTo>
                  <a:lnTo>
                    <a:pt x="375" y="252"/>
                  </a:lnTo>
                  <a:lnTo>
                    <a:pt x="363" y="252"/>
                  </a:lnTo>
                  <a:lnTo>
                    <a:pt x="356" y="255"/>
                  </a:lnTo>
                  <a:lnTo>
                    <a:pt x="344" y="256"/>
                  </a:lnTo>
                  <a:lnTo>
                    <a:pt x="333" y="252"/>
                  </a:lnTo>
                  <a:lnTo>
                    <a:pt x="330" y="253"/>
                  </a:lnTo>
                  <a:lnTo>
                    <a:pt x="329" y="255"/>
                  </a:lnTo>
                  <a:lnTo>
                    <a:pt x="316" y="255"/>
                  </a:lnTo>
                  <a:lnTo>
                    <a:pt x="308" y="252"/>
                  </a:lnTo>
                  <a:lnTo>
                    <a:pt x="300" y="251"/>
                  </a:lnTo>
                  <a:lnTo>
                    <a:pt x="296" y="250"/>
                  </a:lnTo>
                  <a:lnTo>
                    <a:pt x="292" y="251"/>
                  </a:lnTo>
                  <a:lnTo>
                    <a:pt x="288" y="247"/>
                  </a:lnTo>
                  <a:lnTo>
                    <a:pt x="290" y="244"/>
                  </a:lnTo>
                  <a:lnTo>
                    <a:pt x="288" y="243"/>
                  </a:lnTo>
                  <a:lnTo>
                    <a:pt x="281" y="243"/>
                  </a:lnTo>
                  <a:lnTo>
                    <a:pt x="263" y="245"/>
                  </a:lnTo>
                  <a:lnTo>
                    <a:pt x="259" y="244"/>
                  </a:lnTo>
                  <a:lnTo>
                    <a:pt x="255" y="245"/>
                  </a:lnTo>
                  <a:lnTo>
                    <a:pt x="255" y="247"/>
                  </a:lnTo>
                  <a:lnTo>
                    <a:pt x="258" y="248"/>
                  </a:lnTo>
                  <a:lnTo>
                    <a:pt x="256" y="249"/>
                  </a:lnTo>
                  <a:lnTo>
                    <a:pt x="256" y="250"/>
                  </a:lnTo>
                  <a:lnTo>
                    <a:pt x="257" y="254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8" y="258"/>
                  </a:lnTo>
                  <a:lnTo>
                    <a:pt x="258" y="261"/>
                  </a:lnTo>
                  <a:lnTo>
                    <a:pt x="259" y="267"/>
                  </a:lnTo>
                  <a:lnTo>
                    <a:pt x="244" y="273"/>
                  </a:lnTo>
                  <a:lnTo>
                    <a:pt x="240" y="278"/>
                  </a:lnTo>
                  <a:lnTo>
                    <a:pt x="242" y="281"/>
                  </a:lnTo>
                  <a:lnTo>
                    <a:pt x="243" y="281"/>
                  </a:lnTo>
                  <a:lnTo>
                    <a:pt x="243" y="282"/>
                  </a:lnTo>
                  <a:lnTo>
                    <a:pt x="240" y="283"/>
                  </a:lnTo>
                  <a:lnTo>
                    <a:pt x="241" y="285"/>
                  </a:lnTo>
                  <a:lnTo>
                    <a:pt x="238" y="285"/>
                  </a:lnTo>
                  <a:lnTo>
                    <a:pt x="238" y="289"/>
                  </a:lnTo>
                  <a:lnTo>
                    <a:pt x="243" y="289"/>
                  </a:lnTo>
                  <a:lnTo>
                    <a:pt x="245" y="290"/>
                  </a:lnTo>
                  <a:lnTo>
                    <a:pt x="246" y="291"/>
                  </a:lnTo>
                  <a:lnTo>
                    <a:pt x="243" y="292"/>
                  </a:lnTo>
                  <a:lnTo>
                    <a:pt x="246" y="294"/>
                  </a:lnTo>
                  <a:lnTo>
                    <a:pt x="248" y="299"/>
                  </a:lnTo>
                  <a:lnTo>
                    <a:pt x="236" y="303"/>
                  </a:lnTo>
                  <a:lnTo>
                    <a:pt x="236" y="304"/>
                  </a:lnTo>
                  <a:lnTo>
                    <a:pt x="227" y="301"/>
                  </a:lnTo>
                  <a:lnTo>
                    <a:pt x="213" y="306"/>
                  </a:lnTo>
                  <a:lnTo>
                    <a:pt x="213" y="305"/>
                  </a:lnTo>
                  <a:lnTo>
                    <a:pt x="207" y="304"/>
                  </a:lnTo>
                  <a:lnTo>
                    <a:pt x="202" y="309"/>
                  </a:lnTo>
                  <a:lnTo>
                    <a:pt x="202" y="311"/>
                  </a:lnTo>
                  <a:lnTo>
                    <a:pt x="197" y="312"/>
                  </a:lnTo>
                  <a:lnTo>
                    <a:pt x="194" y="309"/>
                  </a:lnTo>
                  <a:lnTo>
                    <a:pt x="194" y="307"/>
                  </a:lnTo>
                  <a:lnTo>
                    <a:pt x="196" y="306"/>
                  </a:lnTo>
                  <a:lnTo>
                    <a:pt x="194" y="302"/>
                  </a:lnTo>
                  <a:lnTo>
                    <a:pt x="193" y="301"/>
                  </a:lnTo>
                  <a:lnTo>
                    <a:pt x="191" y="304"/>
                  </a:lnTo>
                  <a:lnTo>
                    <a:pt x="188" y="304"/>
                  </a:lnTo>
                  <a:lnTo>
                    <a:pt x="188" y="299"/>
                  </a:lnTo>
                  <a:lnTo>
                    <a:pt x="180" y="303"/>
                  </a:lnTo>
                  <a:lnTo>
                    <a:pt x="173" y="304"/>
                  </a:lnTo>
                  <a:lnTo>
                    <a:pt x="171" y="306"/>
                  </a:lnTo>
                  <a:lnTo>
                    <a:pt x="171" y="309"/>
                  </a:lnTo>
                  <a:lnTo>
                    <a:pt x="170" y="310"/>
                  </a:lnTo>
                  <a:lnTo>
                    <a:pt x="172" y="318"/>
                  </a:lnTo>
                  <a:lnTo>
                    <a:pt x="163" y="323"/>
                  </a:lnTo>
                  <a:lnTo>
                    <a:pt x="160" y="327"/>
                  </a:lnTo>
                  <a:lnTo>
                    <a:pt x="161" y="329"/>
                  </a:lnTo>
                  <a:lnTo>
                    <a:pt x="159" y="331"/>
                  </a:lnTo>
                  <a:lnTo>
                    <a:pt x="155" y="338"/>
                  </a:lnTo>
                  <a:lnTo>
                    <a:pt x="150" y="351"/>
                  </a:lnTo>
                  <a:lnTo>
                    <a:pt x="145" y="359"/>
                  </a:lnTo>
                  <a:lnTo>
                    <a:pt x="135" y="361"/>
                  </a:lnTo>
                  <a:lnTo>
                    <a:pt x="123" y="361"/>
                  </a:lnTo>
                  <a:lnTo>
                    <a:pt x="121" y="369"/>
                  </a:lnTo>
                  <a:lnTo>
                    <a:pt x="118" y="373"/>
                  </a:lnTo>
                  <a:lnTo>
                    <a:pt x="118" y="374"/>
                  </a:lnTo>
                  <a:lnTo>
                    <a:pt x="115" y="379"/>
                  </a:lnTo>
                  <a:lnTo>
                    <a:pt x="115" y="380"/>
                  </a:lnTo>
                  <a:lnTo>
                    <a:pt x="109" y="383"/>
                  </a:lnTo>
                  <a:lnTo>
                    <a:pt x="107" y="382"/>
                  </a:lnTo>
                  <a:lnTo>
                    <a:pt x="102" y="375"/>
                  </a:lnTo>
                  <a:lnTo>
                    <a:pt x="96" y="375"/>
                  </a:lnTo>
                  <a:lnTo>
                    <a:pt x="91" y="375"/>
                  </a:lnTo>
                  <a:lnTo>
                    <a:pt x="89" y="373"/>
                  </a:lnTo>
                  <a:lnTo>
                    <a:pt x="90" y="372"/>
                  </a:lnTo>
                  <a:lnTo>
                    <a:pt x="88" y="370"/>
                  </a:lnTo>
                  <a:lnTo>
                    <a:pt x="88" y="368"/>
                  </a:lnTo>
                  <a:lnTo>
                    <a:pt x="79" y="372"/>
                  </a:lnTo>
                  <a:lnTo>
                    <a:pt x="76" y="383"/>
                  </a:lnTo>
                  <a:lnTo>
                    <a:pt x="71" y="389"/>
                  </a:lnTo>
                  <a:lnTo>
                    <a:pt x="61" y="394"/>
                  </a:lnTo>
                  <a:lnTo>
                    <a:pt x="52" y="403"/>
                  </a:lnTo>
                  <a:lnTo>
                    <a:pt x="41" y="407"/>
                  </a:lnTo>
                  <a:lnTo>
                    <a:pt x="34" y="411"/>
                  </a:lnTo>
                  <a:lnTo>
                    <a:pt x="31" y="405"/>
                  </a:lnTo>
                  <a:lnTo>
                    <a:pt x="31" y="402"/>
                  </a:lnTo>
                  <a:lnTo>
                    <a:pt x="28" y="398"/>
                  </a:lnTo>
                  <a:lnTo>
                    <a:pt x="25" y="383"/>
                  </a:lnTo>
                  <a:lnTo>
                    <a:pt x="17" y="391"/>
                  </a:lnTo>
                  <a:lnTo>
                    <a:pt x="17" y="393"/>
                  </a:lnTo>
                  <a:lnTo>
                    <a:pt x="17" y="393"/>
                  </a:lnTo>
                  <a:lnTo>
                    <a:pt x="14" y="394"/>
                  </a:lnTo>
                  <a:lnTo>
                    <a:pt x="14" y="394"/>
                  </a:lnTo>
                  <a:lnTo>
                    <a:pt x="9" y="391"/>
                  </a:lnTo>
                  <a:lnTo>
                    <a:pt x="6" y="393"/>
                  </a:lnTo>
                  <a:lnTo>
                    <a:pt x="3" y="392"/>
                  </a:lnTo>
                  <a:lnTo>
                    <a:pt x="0" y="389"/>
                  </a:lnTo>
                  <a:lnTo>
                    <a:pt x="0" y="387"/>
                  </a:lnTo>
                  <a:lnTo>
                    <a:pt x="17" y="378"/>
                  </a:lnTo>
                  <a:lnTo>
                    <a:pt x="19" y="376"/>
                  </a:lnTo>
                  <a:lnTo>
                    <a:pt x="20" y="372"/>
                  </a:lnTo>
                  <a:lnTo>
                    <a:pt x="25" y="372"/>
                  </a:lnTo>
                  <a:lnTo>
                    <a:pt x="25" y="366"/>
                  </a:lnTo>
                  <a:lnTo>
                    <a:pt x="26" y="363"/>
                  </a:lnTo>
                  <a:lnTo>
                    <a:pt x="29" y="361"/>
                  </a:lnTo>
                  <a:lnTo>
                    <a:pt x="30" y="354"/>
                  </a:lnTo>
                  <a:lnTo>
                    <a:pt x="36" y="350"/>
                  </a:lnTo>
                  <a:lnTo>
                    <a:pt x="37" y="350"/>
                  </a:lnTo>
                  <a:lnTo>
                    <a:pt x="40" y="346"/>
                  </a:lnTo>
                  <a:lnTo>
                    <a:pt x="43" y="345"/>
                  </a:lnTo>
                  <a:lnTo>
                    <a:pt x="47" y="340"/>
                  </a:lnTo>
                  <a:lnTo>
                    <a:pt x="51" y="338"/>
                  </a:lnTo>
                  <a:lnTo>
                    <a:pt x="55" y="333"/>
                  </a:lnTo>
                  <a:lnTo>
                    <a:pt x="63" y="330"/>
                  </a:lnTo>
                  <a:lnTo>
                    <a:pt x="66" y="326"/>
                  </a:lnTo>
                  <a:lnTo>
                    <a:pt x="68" y="321"/>
                  </a:lnTo>
                  <a:lnTo>
                    <a:pt x="71" y="319"/>
                  </a:lnTo>
                  <a:lnTo>
                    <a:pt x="76" y="319"/>
                  </a:lnTo>
                  <a:lnTo>
                    <a:pt x="79" y="318"/>
                  </a:lnTo>
                  <a:lnTo>
                    <a:pt x="80" y="313"/>
                  </a:lnTo>
                  <a:lnTo>
                    <a:pt x="80" y="311"/>
                  </a:lnTo>
                  <a:lnTo>
                    <a:pt x="90" y="304"/>
                  </a:lnTo>
                  <a:lnTo>
                    <a:pt x="90" y="302"/>
                  </a:lnTo>
                  <a:lnTo>
                    <a:pt x="84" y="294"/>
                  </a:lnTo>
                  <a:lnTo>
                    <a:pt x="83" y="290"/>
                  </a:lnTo>
                  <a:lnTo>
                    <a:pt x="85" y="290"/>
                  </a:lnTo>
                  <a:lnTo>
                    <a:pt x="87" y="284"/>
                  </a:lnTo>
                  <a:lnTo>
                    <a:pt x="87" y="275"/>
                  </a:lnTo>
                  <a:lnTo>
                    <a:pt x="88" y="273"/>
                  </a:lnTo>
                  <a:lnTo>
                    <a:pt x="82" y="262"/>
                  </a:lnTo>
                  <a:lnTo>
                    <a:pt x="82" y="259"/>
                  </a:lnTo>
                  <a:lnTo>
                    <a:pt x="79" y="255"/>
                  </a:lnTo>
                  <a:lnTo>
                    <a:pt x="80" y="252"/>
                  </a:lnTo>
                  <a:lnTo>
                    <a:pt x="85" y="249"/>
                  </a:lnTo>
                  <a:lnTo>
                    <a:pt x="87" y="248"/>
                  </a:lnTo>
                  <a:lnTo>
                    <a:pt x="89" y="247"/>
                  </a:lnTo>
                  <a:lnTo>
                    <a:pt x="94" y="249"/>
                  </a:lnTo>
                  <a:lnTo>
                    <a:pt x="99" y="247"/>
                  </a:lnTo>
                  <a:lnTo>
                    <a:pt x="105" y="249"/>
                  </a:lnTo>
                  <a:lnTo>
                    <a:pt x="107" y="246"/>
                  </a:lnTo>
                  <a:lnTo>
                    <a:pt x="107" y="243"/>
                  </a:lnTo>
                  <a:lnTo>
                    <a:pt x="111" y="244"/>
                  </a:lnTo>
                  <a:lnTo>
                    <a:pt x="117" y="243"/>
                  </a:lnTo>
                  <a:lnTo>
                    <a:pt x="123" y="244"/>
                  </a:lnTo>
                  <a:lnTo>
                    <a:pt x="128" y="238"/>
                  </a:lnTo>
                  <a:lnTo>
                    <a:pt x="128" y="237"/>
                  </a:lnTo>
                  <a:lnTo>
                    <a:pt x="130" y="238"/>
                  </a:lnTo>
                  <a:lnTo>
                    <a:pt x="131" y="237"/>
                  </a:lnTo>
                  <a:lnTo>
                    <a:pt x="134" y="230"/>
                  </a:lnTo>
                  <a:lnTo>
                    <a:pt x="135" y="228"/>
                  </a:lnTo>
                  <a:lnTo>
                    <a:pt x="137" y="222"/>
                  </a:lnTo>
                  <a:lnTo>
                    <a:pt x="137" y="219"/>
                  </a:lnTo>
                  <a:lnTo>
                    <a:pt x="135" y="215"/>
                  </a:lnTo>
                  <a:lnTo>
                    <a:pt x="132" y="214"/>
                  </a:lnTo>
                  <a:lnTo>
                    <a:pt x="133" y="209"/>
                  </a:lnTo>
                  <a:lnTo>
                    <a:pt x="148" y="207"/>
                  </a:lnTo>
                  <a:lnTo>
                    <a:pt x="151" y="205"/>
                  </a:lnTo>
                  <a:lnTo>
                    <a:pt x="161" y="206"/>
                  </a:lnTo>
                  <a:lnTo>
                    <a:pt x="169" y="198"/>
                  </a:lnTo>
                  <a:lnTo>
                    <a:pt x="169" y="197"/>
                  </a:lnTo>
                  <a:lnTo>
                    <a:pt x="167" y="196"/>
                  </a:lnTo>
                  <a:lnTo>
                    <a:pt x="169" y="194"/>
                  </a:lnTo>
                  <a:lnTo>
                    <a:pt x="169" y="193"/>
                  </a:lnTo>
                  <a:lnTo>
                    <a:pt x="172" y="192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0" y="184"/>
                  </a:lnTo>
                  <a:lnTo>
                    <a:pt x="165" y="182"/>
                  </a:lnTo>
                  <a:lnTo>
                    <a:pt x="165" y="179"/>
                  </a:lnTo>
                  <a:lnTo>
                    <a:pt x="167" y="176"/>
                  </a:lnTo>
                  <a:lnTo>
                    <a:pt x="164" y="165"/>
                  </a:lnTo>
                  <a:lnTo>
                    <a:pt x="159" y="163"/>
                  </a:lnTo>
                  <a:lnTo>
                    <a:pt x="153" y="164"/>
                  </a:lnTo>
                  <a:lnTo>
                    <a:pt x="152" y="163"/>
                  </a:lnTo>
                  <a:lnTo>
                    <a:pt x="151" y="157"/>
                  </a:lnTo>
                  <a:lnTo>
                    <a:pt x="148" y="157"/>
                  </a:lnTo>
                  <a:lnTo>
                    <a:pt x="140" y="155"/>
                  </a:lnTo>
                  <a:lnTo>
                    <a:pt x="138" y="153"/>
                  </a:lnTo>
                  <a:lnTo>
                    <a:pt x="134" y="154"/>
                  </a:lnTo>
                  <a:lnTo>
                    <a:pt x="131" y="159"/>
                  </a:lnTo>
                  <a:lnTo>
                    <a:pt x="120" y="164"/>
                  </a:lnTo>
                  <a:lnTo>
                    <a:pt x="112" y="164"/>
                  </a:lnTo>
                  <a:lnTo>
                    <a:pt x="104" y="168"/>
                  </a:lnTo>
                  <a:lnTo>
                    <a:pt x="102" y="167"/>
                  </a:lnTo>
                  <a:lnTo>
                    <a:pt x="99" y="168"/>
                  </a:lnTo>
                  <a:lnTo>
                    <a:pt x="88" y="169"/>
                  </a:lnTo>
                  <a:lnTo>
                    <a:pt x="87" y="168"/>
                  </a:lnTo>
                  <a:lnTo>
                    <a:pt x="79" y="170"/>
                  </a:lnTo>
                  <a:lnTo>
                    <a:pt x="74" y="170"/>
                  </a:lnTo>
                  <a:lnTo>
                    <a:pt x="71" y="170"/>
                  </a:lnTo>
                  <a:lnTo>
                    <a:pt x="64" y="173"/>
                  </a:lnTo>
                  <a:lnTo>
                    <a:pt x="61" y="173"/>
                  </a:lnTo>
                  <a:lnTo>
                    <a:pt x="49" y="168"/>
                  </a:lnTo>
                  <a:lnTo>
                    <a:pt x="46" y="170"/>
                  </a:lnTo>
                  <a:lnTo>
                    <a:pt x="43" y="170"/>
                  </a:lnTo>
                  <a:lnTo>
                    <a:pt x="42" y="172"/>
                  </a:lnTo>
                  <a:lnTo>
                    <a:pt x="33" y="176"/>
                  </a:lnTo>
                  <a:lnTo>
                    <a:pt x="30" y="176"/>
                  </a:lnTo>
                  <a:lnTo>
                    <a:pt x="30" y="170"/>
                  </a:lnTo>
                  <a:lnTo>
                    <a:pt x="33" y="165"/>
                  </a:lnTo>
                  <a:lnTo>
                    <a:pt x="34" y="160"/>
                  </a:lnTo>
                  <a:lnTo>
                    <a:pt x="33" y="153"/>
                  </a:lnTo>
                  <a:lnTo>
                    <a:pt x="34" y="151"/>
                  </a:lnTo>
                  <a:lnTo>
                    <a:pt x="43" y="145"/>
                  </a:lnTo>
                  <a:lnTo>
                    <a:pt x="42" y="143"/>
                  </a:lnTo>
                  <a:lnTo>
                    <a:pt x="49" y="142"/>
                  </a:lnTo>
                  <a:lnTo>
                    <a:pt x="55" y="138"/>
                  </a:lnTo>
                  <a:lnTo>
                    <a:pt x="57" y="135"/>
                  </a:lnTo>
                  <a:lnTo>
                    <a:pt x="55" y="132"/>
                  </a:lnTo>
                  <a:lnTo>
                    <a:pt x="55" y="129"/>
                  </a:lnTo>
                  <a:lnTo>
                    <a:pt x="55" y="128"/>
                  </a:lnTo>
                  <a:lnTo>
                    <a:pt x="55" y="127"/>
                  </a:lnTo>
                  <a:lnTo>
                    <a:pt x="58" y="125"/>
                  </a:lnTo>
                  <a:lnTo>
                    <a:pt x="60" y="119"/>
                  </a:lnTo>
                  <a:lnTo>
                    <a:pt x="60" y="118"/>
                  </a:lnTo>
                  <a:lnTo>
                    <a:pt x="57" y="116"/>
                  </a:lnTo>
                  <a:lnTo>
                    <a:pt x="62" y="114"/>
                  </a:lnTo>
                  <a:lnTo>
                    <a:pt x="63" y="116"/>
                  </a:lnTo>
                  <a:lnTo>
                    <a:pt x="76" y="115"/>
                  </a:lnTo>
                  <a:lnTo>
                    <a:pt x="78" y="109"/>
                  </a:lnTo>
                  <a:lnTo>
                    <a:pt x="79" y="103"/>
                  </a:lnTo>
                  <a:lnTo>
                    <a:pt x="78" y="87"/>
                  </a:lnTo>
                  <a:lnTo>
                    <a:pt x="79" y="85"/>
                  </a:lnTo>
                  <a:lnTo>
                    <a:pt x="78" y="83"/>
                  </a:lnTo>
                  <a:lnTo>
                    <a:pt x="79" y="82"/>
                  </a:lnTo>
                  <a:lnTo>
                    <a:pt x="88" y="81"/>
                  </a:lnTo>
                  <a:lnTo>
                    <a:pt x="93" y="83"/>
                  </a:lnTo>
                  <a:lnTo>
                    <a:pt x="98" y="78"/>
                  </a:lnTo>
                  <a:lnTo>
                    <a:pt x="101" y="70"/>
                  </a:lnTo>
                  <a:lnTo>
                    <a:pt x="103" y="67"/>
                  </a:lnTo>
                  <a:lnTo>
                    <a:pt x="109" y="65"/>
                  </a:lnTo>
                  <a:lnTo>
                    <a:pt x="115" y="66"/>
                  </a:lnTo>
                  <a:lnTo>
                    <a:pt x="120" y="65"/>
                  </a:lnTo>
                  <a:lnTo>
                    <a:pt x="127" y="59"/>
                  </a:lnTo>
                  <a:lnTo>
                    <a:pt x="127" y="58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4" y="55"/>
                  </a:lnTo>
                  <a:lnTo>
                    <a:pt x="124" y="52"/>
                  </a:lnTo>
                  <a:lnTo>
                    <a:pt x="126" y="50"/>
                  </a:lnTo>
                  <a:lnTo>
                    <a:pt x="126" y="48"/>
                  </a:lnTo>
                  <a:lnTo>
                    <a:pt x="126" y="43"/>
                  </a:lnTo>
                  <a:lnTo>
                    <a:pt x="119" y="45"/>
                  </a:lnTo>
                  <a:lnTo>
                    <a:pt x="118" y="43"/>
                  </a:lnTo>
                  <a:lnTo>
                    <a:pt x="120" y="38"/>
                  </a:lnTo>
                  <a:lnTo>
                    <a:pt x="116" y="37"/>
                  </a:lnTo>
                  <a:lnTo>
                    <a:pt x="115" y="33"/>
                  </a:lnTo>
                  <a:lnTo>
                    <a:pt x="115" y="31"/>
                  </a:lnTo>
                  <a:lnTo>
                    <a:pt x="116" y="27"/>
                  </a:lnTo>
                  <a:lnTo>
                    <a:pt x="115" y="19"/>
                  </a:lnTo>
                  <a:lnTo>
                    <a:pt x="114" y="15"/>
                  </a:lnTo>
                  <a:lnTo>
                    <a:pt x="112" y="12"/>
                  </a:lnTo>
                  <a:lnTo>
                    <a:pt x="118" y="9"/>
                  </a:lnTo>
                  <a:lnTo>
                    <a:pt x="132" y="3"/>
                  </a:lnTo>
                  <a:lnTo>
                    <a:pt x="141" y="0"/>
                  </a:lnTo>
                  <a:lnTo>
                    <a:pt x="144" y="0"/>
                  </a:lnTo>
                  <a:lnTo>
                    <a:pt x="147" y="3"/>
                  </a:lnTo>
                  <a:lnTo>
                    <a:pt x="153" y="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4" name="Freeform 16">
              <a:extLst>
                <a:ext uri="{FF2B5EF4-FFF2-40B4-BE49-F238E27FC236}">
                  <a16:creationId xmlns:a16="http://schemas.microsoft.com/office/drawing/2014/main" id="{E624A8D6-E74C-4614-876F-5182F93E0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966" y="2838802"/>
              <a:ext cx="561389" cy="617841"/>
            </a:xfrm>
            <a:custGeom>
              <a:avLst/>
              <a:gdLst>
                <a:gd name="T0" fmla="*/ 26 w 537"/>
                <a:gd name="T1" fmla="*/ 58 h 591"/>
                <a:gd name="T2" fmla="*/ 94 w 537"/>
                <a:gd name="T3" fmla="*/ 21 h 591"/>
                <a:gd name="T4" fmla="*/ 136 w 537"/>
                <a:gd name="T5" fmla="*/ 14 h 591"/>
                <a:gd name="T6" fmla="*/ 174 w 537"/>
                <a:gd name="T7" fmla="*/ 50 h 591"/>
                <a:gd name="T8" fmla="*/ 190 w 537"/>
                <a:gd name="T9" fmla="*/ 37 h 591"/>
                <a:gd name="T10" fmla="*/ 216 w 537"/>
                <a:gd name="T11" fmla="*/ 43 h 591"/>
                <a:gd name="T12" fmla="*/ 262 w 537"/>
                <a:gd name="T13" fmla="*/ 43 h 591"/>
                <a:gd name="T14" fmla="*/ 255 w 537"/>
                <a:gd name="T15" fmla="*/ 57 h 591"/>
                <a:gd name="T16" fmla="*/ 270 w 537"/>
                <a:gd name="T17" fmla="*/ 70 h 591"/>
                <a:gd name="T18" fmla="*/ 294 w 537"/>
                <a:gd name="T19" fmla="*/ 67 h 591"/>
                <a:gd name="T20" fmla="*/ 306 w 537"/>
                <a:gd name="T21" fmla="*/ 40 h 591"/>
                <a:gd name="T22" fmla="*/ 324 w 537"/>
                <a:gd name="T23" fmla="*/ 13 h 591"/>
                <a:gd name="T24" fmla="*/ 339 w 537"/>
                <a:gd name="T25" fmla="*/ 5 h 591"/>
                <a:gd name="T26" fmla="*/ 368 w 537"/>
                <a:gd name="T27" fmla="*/ 18 h 591"/>
                <a:gd name="T28" fmla="*/ 379 w 537"/>
                <a:gd name="T29" fmla="*/ 48 h 591"/>
                <a:gd name="T30" fmla="*/ 389 w 537"/>
                <a:gd name="T31" fmla="*/ 84 h 591"/>
                <a:gd name="T32" fmla="*/ 400 w 537"/>
                <a:gd name="T33" fmla="*/ 127 h 591"/>
                <a:gd name="T34" fmla="*/ 415 w 537"/>
                <a:gd name="T35" fmla="*/ 151 h 591"/>
                <a:gd name="T36" fmla="*/ 444 w 537"/>
                <a:gd name="T37" fmla="*/ 171 h 591"/>
                <a:gd name="T38" fmla="*/ 460 w 537"/>
                <a:gd name="T39" fmla="*/ 182 h 591"/>
                <a:gd name="T40" fmla="*/ 466 w 537"/>
                <a:gd name="T41" fmla="*/ 191 h 591"/>
                <a:gd name="T42" fmla="*/ 482 w 537"/>
                <a:gd name="T43" fmla="*/ 182 h 591"/>
                <a:gd name="T44" fmla="*/ 463 w 537"/>
                <a:gd name="T45" fmla="*/ 215 h 591"/>
                <a:gd name="T46" fmla="*/ 445 w 537"/>
                <a:gd name="T47" fmla="*/ 246 h 591"/>
                <a:gd name="T48" fmla="*/ 474 w 537"/>
                <a:gd name="T49" fmla="*/ 258 h 591"/>
                <a:gd name="T50" fmla="*/ 519 w 537"/>
                <a:gd name="T51" fmla="*/ 294 h 591"/>
                <a:gd name="T52" fmla="*/ 535 w 537"/>
                <a:gd name="T53" fmla="*/ 324 h 591"/>
                <a:gd name="T54" fmla="*/ 502 w 537"/>
                <a:gd name="T55" fmla="*/ 335 h 591"/>
                <a:gd name="T56" fmla="*/ 460 w 537"/>
                <a:gd name="T57" fmla="*/ 334 h 591"/>
                <a:gd name="T58" fmla="*/ 422 w 537"/>
                <a:gd name="T59" fmla="*/ 309 h 591"/>
                <a:gd name="T60" fmla="*/ 366 w 537"/>
                <a:gd name="T61" fmla="*/ 334 h 591"/>
                <a:gd name="T62" fmla="*/ 335 w 537"/>
                <a:gd name="T63" fmla="*/ 338 h 591"/>
                <a:gd name="T64" fmla="*/ 313 w 537"/>
                <a:gd name="T65" fmla="*/ 340 h 591"/>
                <a:gd name="T66" fmla="*/ 313 w 537"/>
                <a:gd name="T67" fmla="*/ 367 h 591"/>
                <a:gd name="T68" fmla="*/ 269 w 537"/>
                <a:gd name="T69" fmla="*/ 372 h 591"/>
                <a:gd name="T70" fmla="*/ 258 w 537"/>
                <a:gd name="T71" fmla="*/ 406 h 591"/>
                <a:gd name="T72" fmla="*/ 229 w 537"/>
                <a:gd name="T73" fmla="*/ 437 h 591"/>
                <a:gd name="T74" fmla="*/ 207 w 537"/>
                <a:gd name="T75" fmla="*/ 434 h 591"/>
                <a:gd name="T76" fmla="*/ 196 w 537"/>
                <a:gd name="T77" fmla="*/ 449 h 591"/>
                <a:gd name="T78" fmla="*/ 189 w 537"/>
                <a:gd name="T79" fmla="*/ 469 h 591"/>
                <a:gd name="T80" fmla="*/ 185 w 537"/>
                <a:gd name="T81" fmla="*/ 495 h 591"/>
                <a:gd name="T82" fmla="*/ 172 w 537"/>
                <a:gd name="T83" fmla="*/ 511 h 591"/>
                <a:gd name="T84" fmla="*/ 183 w 537"/>
                <a:gd name="T85" fmla="*/ 558 h 591"/>
                <a:gd name="T86" fmla="*/ 171 w 537"/>
                <a:gd name="T87" fmla="*/ 577 h 591"/>
                <a:gd name="T88" fmla="*/ 136 w 537"/>
                <a:gd name="T89" fmla="*/ 583 h 591"/>
                <a:gd name="T90" fmla="*/ 107 w 537"/>
                <a:gd name="T91" fmla="*/ 579 h 591"/>
                <a:gd name="T92" fmla="*/ 72 w 537"/>
                <a:gd name="T93" fmla="*/ 540 h 591"/>
                <a:gd name="T94" fmla="*/ 30 w 537"/>
                <a:gd name="T95" fmla="*/ 492 h 591"/>
                <a:gd name="T96" fmla="*/ 21 w 537"/>
                <a:gd name="T97" fmla="*/ 464 h 591"/>
                <a:gd name="T98" fmla="*/ 38 w 537"/>
                <a:gd name="T99" fmla="*/ 436 h 591"/>
                <a:gd name="T100" fmla="*/ 46 w 537"/>
                <a:gd name="T101" fmla="*/ 409 h 591"/>
                <a:gd name="T102" fmla="*/ 79 w 537"/>
                <a:gd name="T103" fmla="*/ 388 h 591"/>
                <a:gd name="T104" fmla="*/ 94 w 537"/>
                <a:gd name="T105" fmla="*/ 355 h 591"/>
                <a:gd name="T106" fmla="*/ 85 w 537"/>
                <a:gd name="T107" fmla="*/ 325 h 591"/>
                <a:gd name="T108" fmla="*/ 54 w 537"/>
                <a:gd name="T109" fmla="*/ 310 h 591"/>
                <a:gd name="T110" fmla="*/ 29 w 537"/>
                <a:gd name="T111" fmla="*/ 277 h 591"/>
                <a:gd name="T112" fmla="*/ 36 w 537"/>
                <a:gd name="T113" fmla="*/ 246 h 591"/>
                <a:gd name="T114" fmla="*/ 33 w 537"/>
                <a:gd name="T115" fmla="*/ 217 h 591"/>
                <a:gd name="T116" fmla="*/ 30 w 537"/>
                <a:gd name="T117" fmla="*/ 198 h 591"/>
                <a:gd name="T118" fmla="*/ 44 w 537"/>
                <a:gd name="T119" fmla="*/ 177 h 591"/>
                <a:gd name="T120" fmla="*/ 35 w 537"/>
                <a:gd name="T121" fmla="*/ 133 h 591"/>
                <a:gd name="T122" fmla="*/ 13 w 537"/>
                <a:gd name="T123" fmla="*/ 87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7" h="591">
                  <a:moveTo>
                    <a:pt x="0" y="55"/>
                  </a:moveTo>
                  <a:lnTo>
                    <a:pt x="3" y="57"/>
                  </a:lnTo>
                  <a:lnTo>
                    <a:pt x="5" y="59"/>
                  </a:lnTo>
                  <a:lnTo>
                    <a:pt x="8" y="59"/>
                  </a:lnTo>
                  <a:lnTo>
                    <a:pt x="11" y="61"/>
                  </a:lnTo>
                  <a:lnTo>
                    <a:pt x="18" y="62"/>
                  </a:lnTo>
                  <a:lnTo>
                    <a:pt x="26" y="58"/>
                  </a:lnTo>
                  <a:lnTo>
                    <a:pt x="35" y="55"/>
                  </a:lnTo>
                  <a:lnTo>
                    <a:pt x="51" y="51"/>
                  </a:lnTo>
                  <a:lnTo>
                    <a:pt x="62" y="49"/>
                  </a:lnTo>
                  <a:lnTo>
                    <a:pt x="70" y="56"/>
                  </a:lnTo>
                  <a:lnTo>
                    <a:pt x="79" y="59"/>
                  </a:lnTo>
                  <a:lnTo>
                    <a:pt x="102" y="39"/>
                  </a:lnTo>
                  <a:lnTo>
                    <a:pt x="94" y="21"/>
                  </a:lnTo>
                  <a:lnTo>
                    <a:pt x="93" y="14"/>
                  </a:lnTo>
                  <a:lnTo>
                    <a:pt x="97" y="12"/>
                  </a:lnTo>
                  <a:lnTo>
                    <a:pt x="110" y="13"/>
                  </a:lnTo>
                  <a:lnTo>
                    <a:pt x="111" y="15"/>
                  </a:lnTo>
                  <a:lnTo>
                    <a:pt x="121" y="13"/>
                  </a:lnTo>
                  <a:lnTo>
                    <a:pt x="128" y="6"/>
                  </a:lnTo>
                  <a:lnTo>
                    <a:pt x="136" y="14"/>
                  </a:lnTo>
                  <a:lnTo>
                    <a:pt x="136" y="19"/>
                  </a:lnTo>
                  <a:lnTo>
                    <a:pt x="145" y="32"/>
                  </a:lnTo>
                  <a:lnTo>
                    <a:pt x="145" y="49"/>
                  </a:lnTo>
                  <a:lnTo>
                    <a:pt x="155" y="54"/>
                  </a:lnTo>
                  <a:lnTo>
                    <a:pt x="156" y="52"/>
                  </a:lnTo>
                  <a:lnTo>
                    <a:pt x="172" y="49"/>
                  </a:lnTo>
                  <a:lnTo>
                    <a:pt x="174" y="50"/>
                  </a:lnTo>
                  <a:lnTo>
                    <a:pt x="181" y="47"/>
                  </a:lnTo>
                  <a:lnTo>
                    <a:pt x="182" y="46"/>
                  </a:lnTo>
                  <a:lnTo>
                    <a:pt x="178" y="40"/>
                  </a:lnTo>
                  <a:lnTo>
                    <a:pt x="177" y="36"/>
                  </a:lnTo>
                  <a:lnTo>
                    <a:pt x="181" y="35"/>
                  </a:lnTo>
                  <a:lnTo>
                    <a:pt x="183" y="37"/>
                  </a:lnTo>
                  <a:lnTo>
                    <a:pt x="190" y="37"/>
                  </a:lnTo>
                  <a:lnTo>
                    <a:pt x="191" y="35"/>
                  </a:lnTo>
                  <a:lnTo>
                    <a:pt x="193" y="35"/>
                  </a:lnTo>
                  <a:lnTo>
                    <a:pt x="194" y="32"/>
                  </a:lnTo>
                  <a:lnTo>
                    <a:pt x="203" y="28"/>
                  </a:lnTo>
                  <a:lnTo>
                    <a:pt x="211" y="31"/>
                  </a:lnTo>
                  <a:lnTo>
                    <a:pt x="216" y="40"/>
                  </a:lnTo>
                  <a:lnTo>
                    <a:pt x="216" y="43"/>
                  </a:lnTo>
                  <a:lnTo>
                    <a:pt x="218" y="49"/>
                  </a:lnTo>
                  <a:lnTo>
                    <a:pt x="226" y="50"/>
                  </a:lnTo>
                  <a:lnTo>
                    <a:pt x="231" y="52"/>
                  </a:lnTo>
                  <a:lnTo>
                    <a:pt x="236" y="50"/>
                  </a:lnTo>
                  <a:lnTo>
                    <a:pt x="236" y="48"/>
                  </a:lnTo>
                  <a:lnTo>
                    <a:pt x="240" y="47"/>
                  </a:lnTo>
                  <a:lnTo>
                    <a:pt x="262" y="43"/>
                  </a:lnTo>
                  <a:lnTo>
                    <a:pt x="269" y="40"/>
                  </a:lnTo>
                  <a:lnTo>
                    <a:pt x="271" y="54"/>
                  </a:lnTo>
                  <a:lnTo>
                    <a:pt x="270" y="54"/>
                  </a:lnTo>
                  <a:lnTo>
                    <a:pt x="267" y="52"/>
                  </a:lnTo>
                  <a:lnTo>
                    <a:pt x="264" y="54"/>
                  </a:lnTo>
                  <a:lnTo>
                    <a:pt x="256" y="55"/>
                  </a:lnTo>
                  <a:lnTo>
                    <a:pt x="255" y="57"/>
                  </a:lnTo>
                  <a:lnTo>
                    <a:pt x="259" y="58"/>
                  </a:lnTo>
                  <a:lnTo>
                    <a:pt x="259" y="64"/>
                  </a:lnTo>
                  <a:lnTo>
                    <a:pt x="263" y="68"/>
                  </a:lnTo>
                  <a:lnTo>
                    <a:pt x="264" y="67"/>
                  </a:lnTo>
                  <a:lnTo>
                    <a:pt x="266" y="69"/>
                  </a:lnTo>
                  <a:lnTo>
                    <a:pt x="267" y="67"/>
                  </a:lnTo>
                  <a:lnTo>
                    <a:pt x="270" y="70"/>
                  </a:lnTo>
                  <a:lnTo>
                    <a:pt x="272" y="76"/>
                  </a:lnTo>
                  <a:lnTo>
                    <a:pt x="275" y="75"/>
                  </a:lnTo>
                  <a:lnTo>
                    <a:pt x="279" y="76"/>
                  </a:lnTo>
                  <a:lnTo>
                    <a:pt x="285" y="72"/>
                  </a:lnTo>
                  <a:lnTo>
                    <a:pt x="285" y="70"/>
                  </a:lnTo>
                  <a:lnTo>
                    <a:pt x="294" y="71"/>
                  </a:lnTo>
                  <a:lnTo>
                    <a:pt x="294" y="67"/>
                  </a:lnTo>
                  <a:lnTo>
                    <a:pt x="293" y="66"/>
                  </a:lnTo>
                  <a:lnTo>
                    <a:pt x="293" y="59"/>
                  </a:lnTo>
                  <a:lnTo>
                    <a:pt x="294" y="59"/>
                  </a:lnTo>
                  <a:lnTo>
                    <a:pt x="294" y="56"/>
                  </a:lnTo>
                  <a:lnTo>
                    <a:pt x="294" y="52"/>
                  </a:lnTo>
                  <a:lnTo>
                    <a:pt x="296" y="47"/>
                  </a:lnTo>
                  <a:lnTo>
                    <a:pt x="306" y="40"/>
                  </a:lnTo>
                  <a:lnTo>
                    <a:pt x="312" y="16"/>
                  </a:lnTo>
                  <a:lnTo>
                    <a:pt x="313" y="16"/>
                  </a:lnTo>
                  <a:lnTo>
                    <a:pt x="319" y="17"/>
                  </a:lnTo>
                  <a:lnTo>
                    <a:pt x="324" y="17"/>
                  </a:lnTo>
                  <a:lnTo>
                    <a:pt x="323" y="14"/>
                  </a:lnTo>
                  <a:lnTo>
                    <a:pt x="323" y="13"/>
                  </a:lnTo>
                  <a:lnTo>
                    <a:pt x="324" y="13"/>
                  </a:lnTo>
                  <a:lnTo>
                    <a:pt x="324" y="10"/>
                  </a:lnTo>
                  <a:lnTo>
                    <a:pt x="325" y="8"/>
                  </a:lnTo>
                  <a:lnTo>
                    <a:pt x="325" y="7"/>
                  </a:lnTo>
                  <a:lnTo>
                    <a:pt x="329" y="7"/>
                  </a:lnTo>
                  <a:lnTo>
                    <a:pt x="330" y="1"/>
                  </a:lnTo>
                  <a:lnTo>
                    <a:pt x="338" y="0"/>
                  </a:lnTo>
                  <a:lnTo>
                    <a:pt x="339" y="5"/>
                  </a:lnTo>
                  <a:lnTo>
                    <a:pt x="346" y="5"/>
                  </a:lnTo>
                  <a:lnTo>
                    <a:pt x="346" y="7"/>
                  </a:lnTo>
                  <a:lnTo>
                    <a:pt x="352" y="5"/>
                  </a:lnTo>
                  <a:lnTo>
                    <a:pt x="353" y="7"/>
                  </a:lnTo>
                  <a:lnTo>
                    <a:pt x="360" y="10"/>
                  </a:lnTo>
                  <a:lnTo>
                    <a:pt x="365" y="16"/>
                  </a:lnTo>
                  <a:lnTo>
                    <a:pt x="368" y="18"/>
                  </a:lnTo>
                  <a:lnTo>
                    <a:pt x="365" y="25"/>
                  </a:lnTo>
                  <a:lnTo>
                    <a:pt x="366" y="29"/>
                  </a:lnTo>
                  <a:lnTo>
                    <a:pt x="366" y="32"/>
                  </a:lnTo>
                  <a:lnTo>
                    <a:pt x="370" y="40"/>
                  </a:lnTo>
                  <a:lnTo>
                    <a:pt x="372" y="41"/>
                  </a:lnTo>
                  <a:lnTo>
                    <a:pt x="373" y="40"/>
                  </a:lnTo>
                  <a:lnTo>
                    <a:pt x="379" y="48"/>
                  </a:lnTo>
                  <a:lnTo>
                    <a:pt x="381" y="55"/>
                  </a:lnTo>
                  <a:lnTo>
                    <a:pt x="380" y="59"/>
                  </a:lnTo>
                  <a:lnTo>
                    <a:pt x="382" y="72"/>
                  </a:lnTo>
                  <a:lnTo>
                    <a:pt x="385" y="76"/>
                  </a:lnTo>
                  <a:lnTo>
                    <a:pt x="384" y="82"/>
                  </a:lnTo>
                  <a:lnTo>
                    <a:pt x="384" y="83"/>
                  </a:lnTo>
                  <a:lnTo>
                    <a:pt x="389" y="84"/>
                  </a:lnTo>
                  <a:lnTo>
                    <a:pt x="390" y="85"/>
                  </a:lnTo>
                  <a:lnTo>
                    <a:pt x="392" y="92"/>
                  </a:lnTo>
                  <a:lnTo>
                    <a:pt x="391" y="95"/>
                  </a:lnTo>
                  <a:lnTo>
                    <a:pt x="393" y="99"/>
                  </a:lnTo>
                  <a:lnTo>
                    <a:pt x="393" y="103"/>
                  </a:lnTo>
                  <a:lnTo>
                    <a:pt x="399" y="114"/>
                  </a:lnTo>
                  <a:lnTo>
                    <a:pt x="400" y="127"/>
                  </a:lnTo>
                  <a:lnTo>
                    <a:pt x="401" y="131"/>
                  </a:lnTo>
                  <a:lnTo>
                    <a:pt x="403" y="133"/>
                  </a:lnTo>
                  <a:lnTo>
                    <a:pt x="406" y="138"/>
                  </a:lnTo>
                  <a:lnTo>
                    <a:pt x="406" y="138"/>
                  </a:lnTo>
                  <a:lnTo>
                    <a:pt x="408" y="140"/>
                  </a:lnTo>
                  <a:lnTo>
                    <a:pt x="407" y="142"/>
                  </a:lnTo>
                  <a:lnTo>
                    <a:pt x="415" y="151"/>
                  </a:lnTo>
                  <a:lnTo>
                    <a:pt x="415" y="155"/>
                  </a:lnTo>
                  <a:lnTo>
                    <a:pt x="417" y="155"/>
                  </a:lnTo>
                  <a:lnTo>
                    <a:pt x="418" y="163"/>
                  </a:lnTo>
                  <a:lnTo>
                    <a:pt x="425" y="166"/>
                  </a:lnTo>
                  <a:lnTo>
                    <a:pt x="441" y="171"/>
                  </a:lnTo>
                  <a:lnTo>
                    <a:pt x="443" y="172"/>
                  </a:lnTo>
                  <a:lnTo>
                    <a:pt x="444" y="171"/>
                  </a:lnTo>
                  <a:lnTo>
                    <a:pt x="446" y="173"/>
                  </a:lnTo>
                  <a:lnTo>
                    <a:pt x="450" y="172"/>
                  </a:lnTo>
                  <a:lnTo>
                    <a:pt x="453" y="173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60" y="177"/>
                  </a:lnTo>
                  <a:lnTo>
                    <a:pt x="460" y="182"/>
                  </a:lnTo>
                  <a:lnTo>
                    <a:pt x="459" y="185"/>
                  </a:lnTo>
                  <a:lnTo>
                    <a:pt x="460" y="188"/>
                  </a:lnTo>
                  <a:lnTo>
                    <a:pt x="462" y="191"/>
                  </a:lnTo>
                  <a:lnTo>
                    <a:pt x="463" y="189"/>
                  </a:lnTo>
                  <a:lnTo>
                    <a:pt x="464" y="190"/>
                  </a:lnTo>
                  <a:lnTo>
                    <a:pt x="466" y="190"/>
                  </a:lnTo>
                  <a:lnTo>
                    <a:pt x="466" y="191"/>
                  </a:lnTo>
                  <a:lnTo>
                    <a:pt x="468" y="189"/>
                  </a:lnTo>
                  <a:lnTo>
                    <a:pt x="470" y="190"/>
                  </a:lnTo>
                  <a:lnTo>
                    <a:pt x="471" y="189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7"/>
                  </a:lnTo>
                  <a:lnTo>
                    <a:pt x="482" y="182"/>
                  </a:lnTo>
                  <a:lnTo>
                    <a:pt x="485" y="182"/>
                  </a:lnTo>
                  <a:lnTo>
                    <a:pt x="489" y="200"/>
                  </a:lnTo>
                  <a:lnTo>
                    <a:pt x="489" y="200"/>
                  </a:lnTo>
                  <a:lnTo>
                    <a:pt x="487" y="199"/>
                  </a:lnTo>
                  <a:lnTo>
                    <a:pt x="485" y="204"/>
                  </a:lnTo>
                  <a:lnTo>
                    <a:pt x="482" y="203"/>
                  </a:lnTo>
                  <a:lnTo>
                    <a:pt x="463" y="215"/>
                  </a:lnTo>
                  <a:lnTo>
                    <a:pt x="455" y="225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55" y="234"/>
                  </a:lnTo>
                  <a:lnTo>
                    <a:pt x="455" y="237"/>
                  </a:lnTo>
                  <a:lnTo>
                    <a:pt x="453" y="240"/>
                  </a:lnTo>
                  <a:lnTo>
                    <a:pt x="445" y="246"/>
                  </a:lnTo>
                  <a:lnTo>
                    <a:pt x="444" y="248"/>
                  </a:lnTo>
                  <a:lnTo>
                    <a:pt x="439" y="250"/>
                  </a:lnTo>
                  <a:lnTo>
                    <a:pt x="439" y="256"/>
                  </a:lnTo>
                  <a:lnTo>
                    <a:pt x="440" y="261"/>
                  </a:lnTo>
                  <a:lnTo>
                    <a:pt x="448" y="263"/>
                  </a:lnTo>
                  <a:lnTo>
                    <a:pt x="472" y="256"/>
                  </a:lnTo>
                  <a:lnTo>
                    <a:pt x="474" y="258"/>
                  </a:lnTo>
                  <a:lnTo>
                    <a:pt x="479" y="258"/>
                  </a:lnTo>
                  <a:lnTo>
                    <a:pt x="484" y="261"/>
                  </a:lnTo>
                  <a:lnTo>
                    <a:pt x="482" y="264"/>
                  </a:lnTo>
                  <a:lnTo>
                    <a:pt x="488" y="267"/>
                  </a:lnTo>
                  <a:lnTo>
                    <a:pt x="498" y="275"/>
                  </a:lnTo>
                  <a:lnTo>
                    <a:pt x="504" y="277"/>
                  </a:lnTo>
                  <a:lnTo>
                    <a:pt x="519" y="294"/>
                  </a:lnTo>
                  <a:lnTo>
                    <a:pt x="524" y="299"/>
                  </a:lnTo>
                  <a:lnTo>
                    <a:pt x="528" y="303"/>
                  </a:lnTo>
                  <a:lnTo>
                    <a:pt x="532" y="304"/>
                  </a:lnTo>
                  <a:lnTo>
                    <a:pt x="536" y="305"/>
                  </a:lnTo>
                  <a:lnTo>
                    <a:pt x="537" y="307"/>
                  </a:lnTo>
                  <a:lnTo>
                    <a:pt x="537" y="318"/>
                  </a:lnTo>
                  <a:lnTo>
                    <a:pt x="535" y="324"/>
                  </a:lnTo>
                  <a:lnTo>
                    <a:pt x="533" y="326"/>
                  </a:lnTo>
                  <a:lnTo>
                    <a:pt x="529" y="327"/>
                  </a:lnTo>
                  <a:lnTo>
                    <a:pt x="527" y="330"/>
                  </a:lnTo>
                  <a:lnTo>
                    <a:pt x="522" y="332"/>
                  </a:lnTo>
                  <a:lnTo>
                    <a:pt x="512" y="335"/>
                  </a:lnTo>
                  <a:lnTo>
                    <a:pt x="507" y="337"/>
                  </a:lnTo>
                  <a:lnTo>
                    <a:pt x="502" y="335"/>
                  </a:lnTo>
                  <a:lnTo>
                    <a:pt x="502" y="335"/>
                  </a:lnTo>
                  <a:lnTo>
                    <a:pt x="504" y="321"/>
                  </a:lnTo>
                  <a:lnTo>
                    <a:pt x="469" y="312"/>
                  </a:lnTo>
                  <a:lnTo>
                    <a:pt x="469" y="329"/>
                  </a:lnTo>
                  <a:lnTo>
                    <a:pt x="470" y="332"/>
                  </a:lnTo>
                  <a:lnTo>
                    <a:pt x="469" y="334"/>
                  </a:lnTo>
                  <a:lnTo>
                    <a:pt x="460" y="334"/>
                  </a:lnTo>
                  <a:lnTo>
                    <a:pt x="452" y="331"/>
                  </a:lnTo>
                  <a:lnTo>
                    <a:pt x="445" y="331"/>
                  </a:lnTo>
                  <a:lnTo>
                    <a:pt x="438" y="334"/>
                  </a:lnTo>
                  <a:lnTo>
                    <a:pt x="436" y="332"/>
                  </a:lnTo>
                  <a:lnTo>
                    <a:pt x="435" y="328"/>
                  </a:lnTo>
                  <a:lnTo>
                    <a:pt x="435" y="311"/>
                  </a:lnTo>
                  <a:lnTo>
                    <a:pt x="422" y="309"/>
                  </a:lnTo>
                  <a:lnTo>
                    <a:pt x="397" y="344"/>
                  </a:lnTo>
                  <a:lnTo>
                    <a:pt x="385" y="332"/>
                  </a:lnTo>
                  <a:lnTo>
                    <a:pt x="384" y="332"/>
                  </a:lnTo>
                  <a:lnTo>
                    <a:pt x="380" y="333"/>
                  </a:lnTo>
                  <a:lnTo>
                    <a:pt x="378" y="332"/>
                  </a:lnTo>
                  <a:lnTo>
                    <a:pt x="370" y="334"/>
                  </a:lnTo>
                  <a:lnTo>
                    <a:pt x="366" y="334"/>
                  </a:lnTo>
                  <a:lnTo>
                    <a:pt x="365" y="337"/>
                  </a:lnTo>
                  <a:lnTo>
                    <a:pt x="362" y="337"/>
                  </a:lnTo>
                  <a:lnTo>
                    <a:pt x="361" y="338"/>
                  </a:lnTo>
                  <a:lnTo>
                    <a:pt x="354" y="336"/>
                  </a:lnTo>
                  <a:lnTo>
                    <a:pt x="352" y="335"/>
                  </a:lnTo>
                  <a:lnTo>
                    <a:pt x="343" y="334"/>
                  </a:lnTo>
                  <a:lnTo>
                    <a:pt x="335" y="338"/>
                  </a:lnTo>
                  <a:lnTo>
                    <a:pt x="329" y="347"/>
                  </a:lnTo>
                  <a:lnTo>
                    <a:pt x="327" y="348"/>
                  </a:lnTo>
                  <a:lnTo>
                    <a:pt x="324" y="347"/>
                  </a:lnTo>
                  <a:lnTo>
                    <a:pt x="321" y="342"/>
                  </a:lnTo>
                  <a:lnTo>
                    <a:pt x="319" y="343"/>
                  </a:lnTo>
                  <a:lnTo>
                    <a:pt x="318" y="341"/>
                  </a:lnTo>
                  <a:lnTo>
                    <a:pt x="313" y="340"/>
                  </a:lnTo>
                  <a:lnTo>
                    <a:pt x="305" y="355"/>
                  </a:lnTo>
                  <a:lnTo>
                    <a:pt x="308" y="359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3" y="367"/>
                  </a:lnTo>
                  <a:lnTo>
                    <a:pt x="310" y="368"/>
                  </a:lnTo>
                  <a:lnTo>
                    <a:pt x="305" y="367"/>
                  </a:lnTo>
                  <a:lnTo>
                    <a:pt x="292" y="370"/>
                  </a:lnTo>
                  <a:lnTo>
                    <a:pt x="280" y="366"/>
                  </a:lnTo>
                  <a:lnTo>
                    <a:pt x="277" y="369"/>
                  </a:lnTo>
                  <a:lnTo>
                    <a:pt x="272" y="369"/>
                  </a:lnTo>
                  <a:lnTo>
                    <a:pt x="269" y="372"/>
                  </a:lnTo>
                  <a:lnTo>
                    <a:pt x="264" y="373"/>
                  </a:lnTo>
                  <a:lnTo>
                    <a:pt x="252" y="381"/>
                  </a:lnTo>
                  <a:lnTo>
                    <a:pt x="253" y="387"/>
                  </a:lnTo>
                  <a:lnTo>
                    <a:pt x="261" y="399"/>
                  </a:lnTo>
                  <a:lnTo>
                    <a:pt x="262" y="403"/>
                  </a:lnTo>
                  <a:lnTo>
                    <a:pt x="262" y="404"/>
                  </a:lnTo>
                  <a:lnTo>
                    <a:pt x="258" y="406"/>
                  </a:lnTo>
                  <a:lnTo>
                    <a:pt x="257" y="409"/>
                  </a:lnTo>
                  <a:lnTo>
                    <a:pt x="255" y="409"/>
                  </a:lnTo>
                  <a:lnTo>
                    <a:pt x="245" y="417"/>
                  </a:lnTo>
                  <a:lnTo>
                    <a:pt x="242" y="421"/>
                  </a:lnTo>
                  <a:lnTo>
                    <a:pt x="240" y="422"/>
                  </a:lnTo>
                  <a:lnTo>
                    <a:pt x="234" y="430"/>
                  </a:lnTo>
                  <a:lnTo>
                    <a:pt x="229" y="437"/>
                  </a:lnTo>
                  <a:lnTo>
                    <a:pt x="221" y="457"/>
                  </a:lnTo>
                  <a:lnTo>
                    <a:pt x="218" y="454"/>
                  </a:lnTo>
                  <a:lnTo>
                    <a:pt x="218" y="452"/>
                  </a:lnTo>
                  <a:lnTo>
                    <a:pt x="217" y="446"/>
                  </a:lnTo>
                  <a:lnTo>
                    <a:pt x="218" y="438"/>
                  </a:lnTo>
                  <a:lnTo>
                    <a:pt x="212" y="437"/>
                  </a:lnTo>
                  <a:lnTo>
                    <a:pt x="207" y="434"/>
                  </a:lnTo>
                  <a:lnTo>
                    <a:pt x="207" y="436"/>
                  </a:lnTo>
                  <a:lnTo>
                    <a:pt x="201" y="438"/>
                  </a:lnTo>
                  <a:lnTo>
                    <a:pt x="201" y="443"/>
                  </a:lnTo>
                  <a:lnTo>
                    <a:pt x="199" y="445"/>
                  </a:lnTo>
                  <a:lnTo>
                    <a:pt x="198" y="445"/>
                  </a:lnTo>
                  <a:lnTo>
                    <a:pt x="198" y="447"/>
                  </a:lnTo>
                  <a:lnTo>
                    <a:pt x="196" y="449"/>
                  </a:lnTo>
                  <a:lnTo>
                    <a:pt x="194" y="451"/>
                  </a:lnTo>
                  <a:lnTo>
                    <a:pt x="189" y="451"/>
                  </a:lnTo>
                  <a:lnTo>
                    <a:pt x="188" y="452"/>
                  </a:lnTo>
                  <a:lnTo>
                    <a:pt x="188" y="458"/>
                  </a:lnTo>
                  <a:lnTo>
                    <a:pt x="186" y="462"/>
                  </a:lnTo>
                  <a:lnTo>
                    <a:pt x="188" y="468"/>
                  </a:lnTo>
                  <a:lnTo>
                    <a:pt x="189" y="469"/>
                  </a:lnTo>
                  <a:lnTo>
                    <a:pt x="188" y="471"/>
                  </a:lnTo>
                  <a:lnTo>
                    <a:pt x="190" y="478"/>
                  </a:lnTo>
                  <a:lnTo>
                    <a:pt x="188" y="480"/>
                  </a:lnTo>
                  <a:lnTo>
                    <a:pt x="188" y="484"/>
                  </a:lnTo>
                  <a:lnTo>
                    <a:pt x="185" y="486"/>
                  </a:lnTo>
                  <a:lnTo>
                    <a:pt x="186" y="490"/>
                  </a:lnTo>
                  <a:lnTo>
                    <a:pt x="185" y="495"/>
                  </a:lnTo>
                  <a:lnTo>
                    <a:pt x="182" y="495"/>
                  </a:lnTo>
                  <a:lnTo>
                    <a:pt x="182" y="496"/>
                  </a:lnTo>
                  <a:lnTo>
                    <a:pt x="180" y="496"/>
                  </a:lnTo>
                  <a:lnTo>
                    <a:pt x="178" y="496"/>
                  </a:lnTo>
                  <a:lnTo>
                    <a:pt x="179" y="501"/>
                  </a:lnTo>
                  <a:lnTo>
                    <a:pt x="177" y="506"/>
                  </a:lnTo>
                  <a:lnTo>
                    <a:pt x="172" y="511"/>
                  </a:lnTo>
                  <a:lnTo>
                    <a:pt x="169" y="512"/>
                  </a:lnTo>
                  <a:lnTo>
                    <a:pt x="166" y="520"/>
                  </a:lnTo>
                  <a:lnTo>
                    <a:pt x="171" y="526"/>
                  </a:lnTo>
                  <a:lnTo>
                    <a:pt x="170" y="529"/>
                  </a:lnTo>
                  <a:lnTo>
                    <a:pt x="174" y="534"/>
                  </a:lnTo>
                  <a:lnTo>
                    <a:pt x="184" y="553"/>
                  </a:lnTo>
                  <a:lnTo>
                    <a:pt x="183" y="558"/>
                  </a:lnTo>
                  <a:lnTo>
                    <a:pt x="183" y="559"/>
                  </a:lnTo>
                  <a:lnTo>
                    <a:pt x="181" y="559"/>
                  </a:lnTo>
                  <a:lnTo>
                    <a:pt x="180" y="561"/>
                  </a:lnTo>
                  <a:lnTo>
                    <a:pt x="177" y="563"/>
                  </a:lnTo>
                  <a:lnTo>
                    <a:pt x="177" y="570"/>
                  </a:lnTo>
                  <a:lnTo>
                    <a:pt x="171" y="577"/>
                  </a:lnTo>
                  <a:lnTo>
                    <a:pt x="171" y="577"/>
                  </a:lnTo>
                  <a:lnTo>
                    <a:pt x="170" y="578"/>
                  </a:lnTo>
                  <a:lnTo>
                    <a:pt x="166" y="577"/>
                  </a:lnTo>
                  <a:lnTo>
                    <a:pt x="160" y="575"/>
                  </a:lnTo>
                  <a:lnTo>
                    <a:pt x="150" y="575"/>
                  </a:lnTo>
                  <a:lnTo>
                    <a:pt x="146" y="578"/>
                  </a:lnTo>
                  <a:lnTo>
                    <a:pt x="144" y="579"/>
                  </a:lnTo>
                  <a:lnTo>
                    <a:pt x="136" y="583"/>
                  </a:lnTo>
                  <a:lnTo>
                    <a:pt x="131" y="583"/>
                  </a:lnTo>
                  <a:lnTo>
                    <a:pt x="129" y="588"/>
                  </a:lnTo>
                  <a:lnTo>
                    <a:pt x="121" y="591"/>
                  </a:lnTo>
                  <a:lnTo>
                    <a:pt x="118" y="589"/>
                  </a:lnTo>
                  <a:lnTo>
                    <a:pt x="112" y="587"/>
                  </a:lnTo>
                  <a:lnTo>
                    <a:pt x="109" y="584"/>
                  </a:lnTo>
                  <a:lnTo>
                    <a:pt x="107" y="579"/>
                  </a:lnTo>
                  <a:lnTo>
                    <a:pt x="106" y="578"/>
                  </a:lnTo>
                  <a:lnTo>
                    <a:pt x="103" y="578"/>
                  </a:lnTo>
                  <a:lnTo>
                    <a:pt x="102" y="575"/>
                  </a:lnTo>
                  <a:lnTo>
                    <a:pt x="97" y="573"/>
                  </a:lnTo>
                  <a:lnTo>
                    <a:pt x="94" y="563"/>
                  </a:lnTo>
                  <a:lnTo>
                    <a:pt x="90" y="556"/>
                  </a:lnTo>
                  <a:lnTo>
                    <a:pt x="72" y="540"/>
                  </a:lnTo>
                  <a:lnTo>
                    <a:pt x="54" y="528"/>
                  </a:lnTo>
                  <a:lnTo>
                    <a:pt x="37" y="520"/>
                  </a:lnTo>
                  <a:lnTo>
                    <a:pt x="30" y="511"/>
                  </a:lnTo>
                  <a:lnTo>
                    <a:pt x="30" y="507"/>
                  </a:lnTo>
                  <a:lnTo>
                    <a:pt x="28" y="504"/>
                  </a:lnTo>
                  <a:lnTo>
                    <a:pt x="28" y="493"/>
                  </a:lnTo>
                  <a:lnTo>
                    <a:pt x="30" y="492"/>
                  </a:lnTo>
                  <a:lnTo>
                    <a:pt x="30" y="489"/>
                  </a:lnTo>
                  <a:lnTo>
                    <a:pt x="27" y="486"/>
                  </a:lnTo>
                  <a:lnTo>
                    <a:pt x="25" y="482"/>
                  </a:lnTo>
                  <a:lnTo>
                    <a:pt x="20" y="480"/>
                  </a:lnTo>
                  <a:lnTo>
                    <a:pt x="21" y="474"/>
                  </a:lnTo>
                  <a:lnTo>
                    <a:pt x="19" y="468"/>
                  </a:lnTo>
                  <a:lnTo>
                    <a:pt x="21" y="464"/>
                  </a:lnTo>
                  <a:lnTo>
                    <a:pt x="23" y="463"/>
                  </a:lnTo>
                  <a:lnTo>
                    <a:pt x="28" y="462"/>
                  </a:lnTo>
                  <a:lnTo>
                    <a:pt x="37" y="449"/>
                  </a:lnTo>
                  <a:lnTo>
                    <a:pt x="38" y="448"/>
                  </a:lnTo>
                  <a:lnTo>
                    <a:pt x="38" y="446"/>
                  </a:lnTo>
                  <a:lnTo>
                    <a:pt x="40" y="442"/>
                  </a:lnTo>
                  <a:lnTo>
                    <a:pt x="38" y="436"/>
                  </a:lnTo>
                  <a:lnTo>
                    <a:pt x="35" y="435"/>
                  </a:lnTo>
                  <a:lnTo>
                    <a:pt x="27" y="430"/>
                  </a:lnTo>
                  <a:lnTo>
                    <a:pt x="27" y="428"/>
                  </a:lnTo>
                  <a:lnTo>
                    <a:pt x="32" y="418"/>
                  </a:lnTo>
                  <a:lnTo>
                    <a:pt x="35" y="415"/>
                  </a:lnTo>
                  <a:lnTo>
                    <a:pt x="41" y="413"/>
                  </a:lnTo>
                  <a:lnTo>
                    <a:pt x="46" y="409"/>
                  </a:lnTo>
                  <a:lnTo>
                    <a:pt x="52" y="407"/>
                  </a:lnTo>
                  <a:lnTo>
                    <a:pt x="57" y="409"/>
                  </a:lnTo>
                  <a:lnTo>
                    <a:pt x="65" y="408"/>
                  </a:lnTo>
                  <a:lnTo>
                    <a:pt x="71" y="397"/>
                  </a:lnTo>
                  <a:lnTo>
                    <a:pt x="71" y="394"/>
                  </a:lnTo>
                  <a:lnTo>
                    <a:pt x="77" y="392"/>
                  </a:lnTo>
                  <a:lnTo>
                    <a:pt x="79" y="388"/>
                  </a:lnTo>
                  <a:lnTo>
                    <a:pt x="79" y="377"/>
                  </a:lnTo>
                  <a:lnTo>
                    <a:pt x="84" y="373"/>
                  </a:lnTo>
                  <a:lnTo>
                    <a:pt x="86" y="373"/>
                  </a:lnTo>
                  <a:lnTo>
                    <a:pt x="90" y="368"/>
                  </a:lnTo>
                  <a:lnTo>
                    <a:pt x="89" y="358"/>
                  </a:lnTo>
                  <a:lnTo>
                    <a:pt x="92" y="355"/>
                  </a:lnTo>
                  <a:lnTo>
                    <a:pt x="94" y="355"/>
                  </a:lnTo>
                  <a:lnTo>
                    <a:pt x="95" y="354"/>
                  </a:lnTo>
                  <a:lnTo>
                    <a:pt x="92" y="339"/>
                  </a:lnTo>
                  <a:lnTo>
                    <a:pt x="95" y="335"/>
                  </a:lnTo>
                  <a:lnTo>
                    <a:pt x="97" y="327"/>
                  </a:lnTo>
                  <a:lnTo>
                    <a:pt x="93" y="324"/>
                  </a:lnTo>
                  <a:lnTo>
                    <a:pt x="91" y="325"/>
                  </a:lnTo>
                  <a:lnTo>
                    <a:pt x="85" y="325"/>
                  </a:lnTo>
                  <a:lnTo>
                    <a:pt x="79" y="327"/>
                  </a:lnTo>
                  <a:lnTo>
                    <a:pt x="74" y="324"/>
                  </a:lnTo>
                  <a:lnTo>
                    <a:pt x="73" y="319"/>
                  </a:lnTo>
                  <a:lnTo>
                    <a:pt x="69" y="319"/>
                  </a:lnTo>
                  <a:lnTo>
                    <a:pt x="54" y="324"/>
                  </a:lnTo>
                  <a:lnTo>
                    <a:pt x="51" y="316"/>
                  </a:lnTo>
                  <a:lnTo>
                    <a:pt x="54" y="310"/>
                  </a:lnTo>
                  <a:lnTo>
                    <a:pt x="49" y="305"/>
                  </a:lnTo>
                  <a:lnTo>
                    <a:pt x="48" y="299"/>
                  </a:lnTo>
                  <a:lnTo>
                    <a:pt x="40" y="292"/>
                  </a:lnTo>
                  <a:lnTo>
                    <a:pt x="41" y="288"/>
                  </a:lnTo>
                  <a:lnTo>
                    <a:pt x="39" y="285"/>
                  </a:lnTo>
                  <a:lnTo>
                    <a:pt x="33" y="284"/>
                  </a:lnTo>
                  <a:lnTo>
                    <a:pt x="29" y="277"/>
                  </a:lnTo>
                  <a:lnTo>
                    <a:pt x="27" y="269"/>
                  </a:lnTo>
                  <a:lnTo>
                    <a:pt x="33" y="261"/>
                  </a:lnTo>
                  <a:lnTo>
                    <a:pt x="32" y="259"/>
                  </a:lnTo>
                  <a:lnTo>
                    <a:pt x="31" y="258"/>
                  </a:lnTo>
                  <a:lnTo>
                    <a:pt x="35" y="250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9" y="229"/>
                  </a:lnTo>
                  <a:lnTo>
                    <a:pt x="38" y="226"/>
                  </a:lnTo>
                  <a:lnTo>
                    <a:pt x="36" y="224"/>
                  </a:lnTo>
                  <a:lnTo>
                    <a:pt x="38" y="223"/>
                  </a:lnTo>
                  <a:lnTo>
                    <a:pt x="36" y="220"/>
                  </a:lnTo>
                  <a:lnTo>
                    <a:pt x="32" y="218"/>
                  </a:lnTo>
                  <a:lnTo>
                    <a:pt x="33" y="217"/>
                  </a:lnTo>
                  <a:lnTo>
                    <a:pt x="34" y="214"/>
                  </a:lnTo>
                  <a:lnTo>
                    <a:pt x="33" y="212"/>
                  </a:lnTo>
                  <a:lnTo>
                    <a:pt x="32" y="212"/>
                  </a:lnTo>
                  <a:lnTo>
                    <a:pt x="32" y="211"/>
                  </a:lnTo>
                  <a:lnTo>
                    <a:pt x="33" y="204"/>
                  </a:lnTo>
                  <a:lnTo>
                    <a:pt x="29" y="203"/>
                  </a:lnTo>
                  <a:lnTo>
                    <a:pt x="30" y="198"/>
                  </a:lnTo>
                  <a:lnTo>
                    <a:pt x="27" y="197"/>
                  </a:lnTo>
                  <a:lnTo>
                    <a:pt x="28" y="194"/>
                  </a:lnTo>
                  <a:lnTo>
                    <a:pt x="30" y="192"/>
                  </a:lnTo>
                  <a:lnTo>
                    <a:pt x="43" y="183"/>
                  </a:lnTo>
                  <a:lnTo>
                    <a:pt x="43" y="179"/>
                  </a:lnTo>
                  <a:lnTo>
                    <a:pt x="45" y="179"/>
                  </a:lnTo>
                  <a:lnTo>
                    <a:pt x="44" y="177"/>
                  </a:lnTo>
                  <a:lnTo>
                    <a:pt x="46" y="172"/>
                  </a:lnTo>
                  <a:lnTo>
                    <a:pt x="45" y="171"/>
                  </a:lnTo>
                  <a:lnTo>
                    <a:pt x="46" y="169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4" y="144"/>
                  </a:lnTo>
                  <a:lnTo>
                    <a:pt x="35" y="133"/>
                  </a:lnTo>
                  <a:lnTo>
                    <a:pt x="30" y="119"/>
                  </a:lnTo>
                  <a:lnTo>
                    <a:pt x="28" y="116"/>
                  </a:lnTo>
                  <a:lnTo>
                    <a:pt x="26" y="114"/>
                  </a:lnTo>
                  <a:lnTo>
                    <a:pt x="22" y="103"/>
                  </a:lnTo>
                  <a:lnTo>
                    <a:pt x="22" y="102"/>
                  </a:lnTo>
                  <a:lnTo>
                    <a:pt x="19" y="100"/>
                  </a:lnTo>
                  <a:lnTo>
                    <a:pt x="13" y="87"/>
                  </a:lnTo>
                  <a:lnTo>
                    <a:pt x="11" y="81"/>
                  </a:lnTo>
                  <a:lnTo>
                    <a:pt x="8" y="7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5" name="Freeform 17">
              <a:extLst>
                <a:ext uri="{FF2B5EF4-FFF2-40B4-BE49-F238E27FC236}">
                  <a16:creationId xmlns:a16="http://schemas.microsoft.com/office/drawing/2014/main" id="{7198877F-DBBA-43BD-9DEB-81889E2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689" y="2985161"/>
              <a:ext cx="541526" cy="385759"/>
            </a:xfrm>
            <a:custGeom>
              <a:avLst/>
              <a:gdLst>
                <a:gd name="T0" fmla="*/ 349 w 518"/>
                <a:gd name="T1" fmla="*/ 72 h 369"/>
                <a:gd name="T2" fmla="*/ 394 w 518"/>
                <a:gd name="T3" fmla="*/ 61 h 369"/>
                <a:gd name="T4" fmla="*/ 441 w 518"/>
                <a:gd name="T5" fmla="*/ 56 h 369"/>
                <a:gd name="T6" fmla="*/ 455 w 518"/>
                <a:gd name="T7" fmla="*/ 48 h 369"/>
                <a:gd name="T8" fmla="*/ 473 w 518"/>
                <a:gd name="T9" fmla="*/ 45 h 369"/>
                <a:gd name="T10" fmla="*/ 468 w 518"/>
                <a:gd name="T11" fmla="*/ 62 h 369"/>
                <a:gd name="T12" fmla="*/ 495 w 518"/>
                <a:gd name="T13" fmla="*/ 77 h 369"/>
                <a:gd name="T14" fmla="*/ 518 w 518"/>
                <a:gd name="T15" fmla="*/ 93 h 369"/>
                <a:gd name="T16" fmla="*/ 513 w 518"/>
                <a:gd name="T17" fmla="*/ 115 h 369"/>
                <a:gd name="T18" fmla="*/ 500 w 518"/>
                <a:gd name="T19" fmla="*/ 140 h 369"/>
                <a:gd name="T20" fmla="*/ 476 w 518"/>
                <a:gd name="T21" fmla="*/ 172 h 369"/>
                <a:gd name="T22" fmla="*/ 482 w 518"/>
                <a:gd name="T23" fmla="*/ 216 h 369"/>
                <a:gd name="T24" fmla="*/ 452 w 518"/>
                <a:gd name="T25" fmla="*/ 207 h 369"/>
                <a:gd name="T26" fmla="*/ 394 w 518"/>
                <a:gd name="T27" fmla="*/ 247 h 369"/>
                <a:gd name="T28" fmla="*/ 368 w 518"/>
                <a:gd name="T29" fmla="*/ 278 h 369"/>
                <a:gd name="T30" fmla="*/ 276 w 518"/>
                <a:gd name="T31" fmla="*/ 361 h 369"/>
                <a:gd name="T32" fmla="*/ 245 w 518"/>
                <a:gd name="T33" fmla="*/ 339 h 369"/>
                <a:gd name="T34" fmla="*/ 243 w 518"/>
                <a:gd name="T35" fmla="*/ 336 h 369"/>
                <a:gd name="T36" fmla="*/ 245 w 518"/>
                <a:gd name="T37" fmla="*/ 312 h 369"/>
                <a:gd name="T38" fmla="*/ 232 w 518"/>
                <a:gd name="T39" fmla="*/ 271 h 369"/>
                <a:gd name="T40" fmla="*/ 172 w 518"/>
                <a:gd name="T41" fmla="*/ 295 h 369"/>
                <a:gd name="T42" fmla="*/ 139 w 518"/>
                <a:gd name="T43" fmla="*/ 322 h 369"/>
                <a:gd name="T44" fmla="*/ 122 w 518"/>
                <a:gd name="T45" fmla="*/ 326 h 369"/>
                <a:gd name="T46" fmla="*/ 96 w 518"/>
                <a:gd name="T47" fmla="*/ 338 h 369"/>
                <a:gd name="T48" fmla="*/ 74 w 518"/>
                <a:gd name="T49" fmla="*/ 357 h 369"/>
                <a:gd name="T50" fmla="*/ 22 w 518"/>
                <a:gd name="T51" fmla="*/ 362 h 369"/>
                <a:gd name="T52" fmla="*/ 6 w 518"/>
                <a:gd name="T53" fmla="*/ 285 h 369"/>
                <a:gd name="T54" fmla="*/ 22 w 518"/>
                <a:gd name="T55" fmla="*/ 257 h 369"/>
                <a:gd name="T56" fmla="*/ 52 w 518"/>
                <a:gd name="T57" fmla="*/ 222 h 369"/>
                <a:gd name="T58" fmla="*/ 84 w 518"/>
                <a:gd name="T59" fmla="*/ 222 h 369"/>
                <a:gd name="T60" fmla="*/ 129 w 518"/>
                <a:gd name="T61" fmla="*/ 201 h 369"/>
                <a:gd name="T62" fmla="*/ 150 w 518"/>
                <a:gd name="T63" fmla="*/ 200 h 369"/>
                <a:gd name="T64" fmla="*/ 169 w 518"/>
                <a:gd name="T65" fmla="*/ 182 h 369"/>
                <a:gd name="T66" fmla="*/ 202 w 518"/>
                <a:gd name="T67" fmla="*/ 148 h 369"/>
                <a:gd name="T68" fmla="*/ 227 w 518"/>
                <a:gd name="T69" fmla="*/ 134 h 369"/>
                <a:gd name="T70" fmla="*/ 217 w 518"/>
                <a:gd name="T71" fmla="*/ 124 h 369"/>
                <a:gd name="T72" fmla="*/ 206 w 518"/>
                <a:gd name="T73" fmla="*/ 115 h 369"/>
                <a:gd name="T74" fmla="*/ 218 w 518"/>
                <a:gd name="T75" fmla="*/ 106 h 369"/>
                <a:gd name="T76" fmla="*/ 215 w 518"/>
                <a:gd name="T77" fmla="*/ 97 h 369"/>
                <a:gd name="T78" fmla="*/ 230 w 518"/>
                <a:gd name="T79" fmla="*/ 89 h 369"/>
                <a:gd name="T80" fmla="*/ 245 w 518"/>
                <a:gd name="T81" fmla="*/ 87 h 369"/>
                <a:gd name="T82" fmla="*/ 245 w 518"/>
                <a:gd name="T83" fmla="*/ 72 h 369"/>
                <a:gd name="T84" fmla="*/ 253 w 518"/>
                <a:gd name="T85" fmla="*/ 61 h 369"/>
                <a:gd name="T86" fmla="*/ 276 w 518"/>
                <a:gd name="T87" fmla="*/ 50 h 369"/>
                <a:gd name="T88" fmla="*/ 297 w 518"/>
                <a:gd name="T89" fmla="*/ 42 h 369"/>
                <a:gd name="T90" fmla="*/ 311 w 518"/>
                <a:gd name="T91" fmla="*/ 29 h 369"/>
                <a:gd name="T92" fmla="*/ 330 w 518"/>
                <a:gd name="T93" fmla="*/ 12 h 369"/>
                <a:gd name="T94" fmla="*/ 338 w 518"/>
                <a:gd name="T95" fmla="*/ 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8" h="369">
                  <a:moveTo>
                    <a:pt x="341" y="0"/>
                  </a:moveTo>
                  <a:lnTo>
                    <a:pt x="362" y="39"/>
                  </a:lnTo>
                  <a:lnTo>
                    <a:pt x="356" y="66"/>
                  </a:lnTo>
                  <a:lnTo>
                    <a:pt x="349" y="72"/>
                  </a:lnTo>
                  <a:lnTo>
                    <a:pt x="344" y="93"/>
                  </a:lnTo>
                  <a:lnTo>
                    <a:pt x="385" y="70"/>
                  </a:lnTo>
                  <a:lnTo>
                    <a:pt x="392" y="65"/>
                  </a:lnTo>
                  <a:lnTo>
                    <a:pt x="394" y="61"/>
                  </a:lnTo>
                  <a:lnTo>
                    <a:pt x="400" y="66"/>
                  </a:lnTo>
                  <a:lnTo>
                    <a:pt x="403" y="65"/>
                  </a:lnTo>
                  <a:lnTo>
                    <a:pt x="412" y="61"/>
                  </a:lnTo>
                  <a:lnTo>
                    <a:pt x="441" y="56"/>
                  </a:lnTo>
                  <a:lnTo>
                    <a:pt x="447" y="54"/>
                  </a:lnTo>
                  <a:lnTo>
                    <a:pt x="452" y="50"/>
                  </a:lnTo>
                  <a:lnTo>
                    <a:pt x="454" y="50"/>
                  </a:lnTo>
                  <a:lnTo>
                    <a:pt x="455" y="48"/>
                  </a:lnTo>
                  <a:lnTo>
                    <a:pt x="457" y="48"/>
                  </a:lnTo>
                  <a:lnTo>
                    <a:pt x="458" y="50"/>
                  </a:lnTo>
                  <a:lnTo>
                    <a:pt x="470" y="48"/>
                  </a:lnTo>
                  <a:lnTo>
                    <a:pt x="473" y="45"/>
                  </a:lnTo>
                  <a:lnTo>
                    <a:pt x="480" y="46"/>
                  </a:lnTo>
                  <a:lnTo>
                    <a:pt x="481" y="47"/>
                  </a:lnTo>
                  <a:lnTo>
                    <a:pt x="474" y="54"/>
                  </a:lnTo>
                  <a:lnTo>
                    <a:pt x="468" y="62"/>
                  </a:lnTo>
                  <a:lnTo>
                    <a:pt x="472" y="72"/>
                  </a:lnTo>
                  <a:lnTo>
                    <a:pt x="482" y="66"/>
                  </a:lnTo>
                  <a:lnTo>
                    <a:pt x="488" y="70"/>
                  </a:lnTo>
                  <a:lnTo>
                    <a:pt x="495" y="77"/>
                  </a:lnTo>
                  <a:lnTo>
                    <a:pt x="502" y="77"/>
                  </a:lnTo>
                  <a:lnTo>
                    <a:pt x="510" y="80"/>
                  </a:lnTo>
                  <a:lnTo>
                    <a:pt x="512" y="84"/>
                  </a:lnTo>
                  <a:lnTo>
                    <a:pt x="518" y="93"/>
                  </a:lnTo>
                  <a:lnTo>
                    <a:pt x="518" y="98"/>
                  </a:lnTo>
                  <a:lnTo>
                    <a:pt x="510" y="104"/>
                  </a:lnTo>
                  <a:lnTo>
                    <a:pt x="513" y="107"/>
                  </a:lnTo>
                  <a:lnTo>
                    <a:pt x="513" y="115"/>
                  </a:lnTo>
                  <a:lnTo>
                    <a:pt x="518" y="122"/>
                  </a:lnTo>
                  <a:lnTo>
                    <a:pt x="518" y="124"/>
                  </a:lnTo>
                  <a:lnTo>
                    <a:pt x="511" y="133"/>
                  </a:lnTo>
                  <a:lnTo>
                    <a:pt x="500" y="140"/>
                  </a:lnTo>
                  <a:lnTo>
                    <a:pt x="490" y="143"/>
                  </a:lnTo>
                  <a:lnTo>
                    <a:pt x="480" y="150"/>
                  </a:lnTo>
                  <a:lnTo>
                    <a:pt x="476" y="156"/>
                  </a:lnTo>
                  <a:lnTo>
                    <a:pt x="476" y="172"/>
                  </a:lnTo>
                  <a:lnTo>
                    <a:pt x="474" y="178"/>
                  </a:lnTo>
                  <a:lnTo>
                    <a:pt x="469" y="185"/>
                  </a:lnTo>
                  <a:lnTo>
                    <a:pt x="472" y="189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52" y="20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44" y="296"/>
                  </a:lnTo>
                  <a:lnTo>
                    <a:pt x="344" y="296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57" y="341"/>
                  </a:lnTo>
                  <a:lnTo>
                    <a:pt x="245" y="339"/>
                  </a:lnTo>
                  <a:lnTo>
                    <a:pt x="240" y="342"/>
                  </a:lnTo>
                  <a:lnTo>
                    <a:pt x="239" y="342"/>
                  </a:lnTo>
                  <a:lnTo>
                    <a:pt x="240" y="339"/>
                  </a:lnTo>
                  <a:lnTo>
                    <a:pt x="243" y="336"/>
                  </a:lnTo>
                  <a:lnTo>
                    <a:pt x="245" y="326"/>
                  </a:lnTo>
                  <a:lnTo>
                    <a:pt x="245" y="325"/>
                  </a:lnTo>
                  <a:lnTo>
                    <a:pt x="243" y="324"/>
                  </a:lnTo>
                  <a:lnTo>
                    <a:pt x="245" y="312"/>
                  </a:lnTo>
                  <a:lnTo>
                    <a:pt x="230" y="300"/>
                  </a:lnTo>
                  <a:lnTo>
                    <a:pt x="226" y="299"/>
                  </a:lnTo>
                  <a:lnTo>
                    <a:pt x="227" y="288"/>
                  </a:lnTo>
                  <a:lnTo>
                    <a:pt x="232" y="271"/>
                  </a:lnTo>
                  <a:lnTo>
                    <a:pt x="229" y="268"/>
                  </a:lnTo>
                  <a:lnTo>
                    <a:pt x="229" y="265"/>
                  </a:lnTo>
                  <a:lnTo>
                    <a:pt x="190" y="282"/>
                  </a:lnTo>
                  <a:lnTo>
                    <a:pt x="172" y="295"/>
                  </a:lnTo>
                  <a:lnTo>
                    <a:pt x="170" y="300"/>
                  </a:lnTo>
                  <a:lnTo>
                    <a:pt x="155" y="320"/>
                  </a:lnTo>
                  <a:lnTo>
                    <a:pt x="146" y="320"/>
                  </a:lnTo>
                  <a:lnTo>
                    <a:pt x="139" y="322"/>
                  </a:lnTo>
                  <a:lnTo>
                    <a:pt x="133" y="326"/>
                  </a:lnTo>
                  <a:lnTo>
                    <a:pt x="133" y="326"/>
                  </a:lnTo>
                  <a:lnTo>
                    <a:pt x="129" y="326"/>
                  </a:lnTo>
                  <a:lnTo>
                    <a:pt x="122" y="326"/>
                  </a:lnTo>
                  <a:lnTo>
                    <a:pt x="122" y="326"/>
                  </a:lnTo>
                  <a:lnTo>
                    <a:pt x="112" y="330"/>
                  </a:lnTo>
                  <a:lnTo>
                    <a:pt x="102" y="337"/>
                  </a:lnTo>
                  <a:lnTo>
                    <a:pt x="96" y="338"/>
                  </a:lnTo>
                  <a:lnTo>
                    <a:pt x="91" y="343"/>
                  </a:lnTo>
                  <a:lnTo>
                    <a:pt x="84" y="345"/>
                  </a:lnTo>
                  <a:lnTo>
                    <a:pt x="78" y="353"/>
                  </a:lnTo>
                  <a:lnTo>
                    <a:pt x="74" y="357"/>
                  </a:lnTo>
                  <a:lnTo>
                    <a:pt x="40" y="369"/>
                  </a:lnTo>
                  <a:lnTo>
                    <a:pt x="28" y="367"/>
                  </a:lnTo>
                  <a:lnTo>
                    <a:pt x="27" y="364"/>
                  </a:lnTo>
                  <a:lnTo>
                    <a:pt x="22" y="362"/>
                  </a:lnTo>
                  <a:lnTo>
                    <a:pt x="22" y="362"/>
                  </a:lnTo>
                  <a:lnTo>
                    <a:pt x="26" y="319"/>
                  </a:lnTo>
                  <a:lnTo>
                    <a:pt x="21" y="307"/>
                  </a:lnTo>
                  <a:lnTo>
                    <a:pt x="6" y="285"/>
                  </a:lnTo>
                  <a:lnTo>
                    <a:pt x="3" y="283"/>
                  </a:lnTo>
                  <a:lnTo>
                    <a:pt x="0" y="275"/>
                  </a:lnTo>
                  <a:lnTo>
                    <a:pt x="14" y="266"/>
                  </a:lnTo>
                  <a:lnTo>
                    <a:pt x="22" y="257"/>
                  </a:lnTo>
                  <a:lnTo>
                    <a:pt x="24" y="252"/>
                  </a:lnTo>
                  <a:lnTo>
                    <a:pt x="34" y="239"/>
                  </a:lnTo>
                  <a:lnTo>
                    <a:pt x="42" y="230"/>
                  </a:lnTo>
                  <a:lnTo>
                    <a:pt x="52" y="222"/>
                  </a:lnTo>
                  <a:lnTo>
                    <a:pt x="58" y="231"/>
                  </a:lnTo>
                  <a:lnTo>
                    <a:pt x="71" y="225"/>
                  </a:lnTo>
                  <a:lnTo>
                    <a:pt x="76" y="225"/>
                  </a:lnTo>
                  <a:lnTo>
                    <a:pt x="84" y="222"/>
                  </a:lnTo>
                  <a:lnTo>
                    <a:pt x="101" y="216"/>
                  </a:lnTo>
                  <a:lnTo>
                    <a:pt x="104" y="215"/>
                  </a:lnTo>
                  <a:lnTo>
                    <a:pt x="114" y="211"/>
                  </a:lnTo>
                  <a:lnTo>
                    <a:pt x="129" y="201"/>
                  </a:lnTo>
                  <a:lnTo>
                    <a:pt x="132" y="200"/>
                  </a:lnTo>
                  <a:lnTo>
                    <a:pt x="137" y="203"/>
                  </a:lnTo>
                  <a:lnTo>
                    <a:pt x="142" y="203"/>
                  </a:lnTo>
                  <a:lnTo>
                    <a:pt x="150" y="200"/>
                  </a:lnTo>
                  <a:lnTo>
                    <a:pt x="154" y="197"/>
                  </a:lnTo>
                  <a:lnTo>
                    <a:pt x="160" y="195"/>
                  </a:lnTo>
                  <a:lnTo>
                    <a:pt x="166" y="189"/>
                  </a:lnTo>
                  <a:lnTo>
                    <a:pt x="169" y="182"/>
                  </a:lnTo>
                  <a:lnTo>
                    <a:pt x="174" y="170"/>
                  </a:lnTo>
                  <a:lnTo>
                    <a:pt x="181" y="160"/>
                  </a:lnTo>
                  <a:lnTo>
                    <a:pt x="193" y="151"/>
                  </a:lnTo>
                  <a:lnTo>
                    <a:pt x="202" y="148"/>
                  </a:lnTo>
                  <a:lnTo>
                    <a:pt x="209" y="149"/>
                  </a:lnTo>
                  <a:lnTo>
                    <a:pt x="214" y="145"/>
                  </a:lnTo>
                  <a:lnTo>
                    <a:pt x="221" y="137"/>
                  </a:lnTo>
                  <a:lnTo>
                    <a:pt x="227" y="134"/>
                  </a:lnTo>
                  <a:lnTo>
                    <a:pt x="228" y="132"/>
                  </a:lnTo>
                  <a:lnTo>
                    <a:pt x="222" y="129"/>
                  </a:lnTo>
                  <a:lnTo>
                    <a:pt x="220" y="125"/>
                  </a:lnTo>
                  <a:lnTo>
                    <a:pt x="217" y="124"/>
                  </a:lnTo>
                  <a:lnTo>
                    <a:pt x="214" y="124"/>
                  </a:lnTo>
                  <a:lnTo>
                    <a:pt x="211" y="118"/>
                  </a:lnTo>
                  <a:lnTo>
                    <a:pt x="208" y="117"/>
                  </a:lnTo>
                  <a:lnTo>
                    <a:pt x="206" y="115"/>
                  </a:lnTo>
                  <a:lnTo>
                    <a:pt x="207" y="113"/>
                  </a:lnTo>
                  <a:lnTo>
                    <a:pt x="213" y="111"/>
                  </a:lnTo>
                  <a:lnTo>
                    <a:pt x="215" y="107"/>
                  </a:lnTo>
                  <a:lnTo>
                    <a:pt x="218" y="106"/>
                  </a:lnTo>
                  <a:lnTo>
                    <a:pt x="216" y="104"/>
                  </a:lnTo>
                  <a:lnTo>
                    <a:pt x="218" y="100"/>
                  </a:lnTo>
                  <a:lnTo>
                    <a:pt x="215" y="99"/>
                  </a:lnTo>
                  <a:lnTo>
                    <a:pt x="215" y="97"/>
                  </a:lnTo>
                  <a:lnTo>
                    <a:pt x="221" y="95"/>
                  </a:lnTo>
                  <a:lnTo>
                    <a:pt x="223" y="93"/>
                  </a:lnTo>
                  <a:lnTo>
                    <a:pt x="224" y="91"/>
                  </a:lnTo>
                  <a:lnTo>
                    <a:pt x="230" y="89"/>
                  </a:lnTo>
                  <a:lnTo>
                    <a:pt x="233" y="86"/>
                  </a:lnTo>
                  <a:lnTo>
                    <a:pt x="237" y="88"/>
                  </a:lnTo>
                  <a:lnTo>
                    <a:pt x="240" y="88"/>
                  </a:lnTo>
                  <a:lnTo>
                    <a:pt x="245" y="87"/>
                  </a:lnTo>
                  <a:lnTo>
                    <a:pt x="248" y="85"/>
                  </a:lnTo>
                  <a:lnTo>
                    <a:pt x="249" y="80"/>
                  </a:lnTo>
                  <a:lnTo>
                    <a:pt x="249" y="78"/>
                  </a:lnTo>
                  <a:lnTo>
                    <a:pt x="245" y="72"/>
                  </a:lnTo>
                  <a:lnTo>
                    <a:pt x="245" y="67"/>
                  </a:lnTo>
                  <a:lnTo>
                    <a:pt x="248" y="67"/>
                  </a:lnTo>
                  <a:lnTo>
                    <a:pt x="250" y="66"/>
                  </a:lnTo>
                  <a:lnTo>
                    <a:pt x="253" y="61"/>
                  </a:lnTo>
                  <a:lnTo>
                    <a:pt x="263" y="55"/>
                  </a:lnTo>
                  <a:lnTo>
                    <a:pt x="266" y="53"/>
                  </a:lnTo>
                  <a:lnTo>
                    <a:pt x="273" y="53"/>
                  </a:lnTo>
                  <a:lnTo>
                    <a:pt x="276" y="50"/>
                  </a:lnTo>
                  <a:lnTo>
                    <a:pt x="285" y="47"/>
                  </a:lnTo>
                  <a:lnTo>
                    <a:pt x="289" y="45"/>
                  </a:lnTo>
                  <a:lnTo>
                    <a:pt x="296" y="42"/>
                  </a:lnTo>
                  <a:lnTo>
                    <a:pt x="297" y="42"/>
                  </a:lnTo>
                  <a:lnTo>
                    <a:pt x="299" y="37"/>
                  </a:lnTo>
                  <a:lnTo>
                    <a:pt x="304" y="37"/>
                  </a:lnTo>
                  <a:lnTo>
                    <a:pt x="307" y="31"/>
                  </a:lnTo>
                  <a:lnTo>
                    <a:pt x="311" y="29"/>
                  </a:lnTo>
                  <a:lnTo>
                    <a:pt x="313" y="25"/>
                  </a:lnTo>
                  <a:lnTo>
                    <a:pt x="323" y="20"/>
                  </a:lnTo>
                  <a:lnTo>
                    <a:pt x="324" y="15"/>
                  </a:lnTo>
                  <a:lnTo>
                    <a:pt x="330" y="12"/>
                  </a:lnTo>
                  <a:lnTo>
                    <a:pt x="333" y="8"/>
                  </a:lnTo>
                  <a:lnTo>
                    <a:pt x="338" y="2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41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6" name="Freeform 18">
              <a:extLst>
                <a:ext uri="{FF2B5EF4-FFF2-40B4-BE49-F238E27FC236}">
                  <a16:creationId xmlns:a16="http://schemas.microsoft.com/office/drawing/2014/main" id="{BCC31AD7-1411-4A8E-B952-400B5FE3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1818" y="3161836"/>
              <a:ext cx="293762" cy="297944"/>
            </a:xfrm>
            <a:custGeom>
              <a:avLst/>
              <a:gdLst>
                <a:gd name="T0" fmla="*/ 8 w 281"/>
                <a:gd name="T1" fmla="*/ 31 h 285"/>
                <a:gd name="T2" fmla="*/ 19 w 281"/>
                <a:gd name="T3" fmla="*/ 38 h 285"/>
                <a:gd name="T4" fmla="*/ 38 w 281"/>
                <a:gd name="T5" fmla="*/ 25 h 285"/>
                <a:gd name="T6" fmla="*/ 57 w 281"/>
                <a:gd name="T7" fmla="*/ 28 h 285"/>
                <a:gd name="T8" fmla="*/ 73 w 281"/>
                <a:gd name="T9" fmla="*/ 23 h 285"/>
                <a:gd name="T10" fmla="*/ 92 w 281"/>
                <a:gd name="T11" fmla="*/ 35 h 285"/>
                <a:gd name="T12" fmla="*/ 131 w 281"/>
                <a:gd name="T13" fmla="*/ 23 h 285"/>
                <a:gd name="T14" fmla="*/ 155 w 281"/>
                <a:gd name="T15" fmla="*/ 25 h 285"/>
                <a:gd name="T16" fmla="*/ 164 w 281"/>
                <a:gd name="T17" fmla="*/ 3 h 285"/>
                <a:gd name="T18" fmla="*/ 195 w 281"/>
                <a:gd name="T19" fmla="*/ 41 h 285"/>
                <a:gd name="T20" fmla="*/ 279 w 281"/>
                <a:gd name="T21" fmla="*/ 34 h 285"/>
                <a:gd name="T22" fmla="*/ 273 w 281"/>
                <a:gd name="T23" fmla="*/ 53 h 285"/>
                <a:gd name="T24" fmla="*/ 267 w 281"/>
                <a:gd name="T25" fmla="*/ 81 h 285"/>
                <a:gd name="T26" fmla="*/ 261 w 281"/>
                <a:gd name="T27" fmla="*/ 93 h 285"/>
                <a:gd name="T28" fmla="*/ 244 w 281"/>
                <a:gd name="T29" fmla="*/ 111 h 285"/>
                <a:gd name="T30" fmla="*/ 225 w 281"/>
                <a:gd name="T31" fmla="*/ 122 h 285"/>
                <a:gd name="T32" fmla="*/ 207 w 281"/>
                <a:gd name="T33" fmla="*/ 129 h 285"/>
                <a:gd name="T34" fmla="*/ 196 w 281"/>
                <a:gd name="T35" fmla="*/ 141 h 285"/>
                <a:gd name="T36" fmla="*/ 204 w 281"/>
                <a:gd name="T37" fmla="*/ 151 h 285"/>
                <a:gd name="T38" fmla="*/ 202 w 281"/>
                <a:gd name="T39" fmla="*/ 161 h 285"/>
                <a:gd name="T40" fmla="*/ 200 w 281"/>
                <a:gd name="T41" fmla="*/ 176 h 285"/>
                <a:gd name="T42" fmla="*/ 196 w 281"/>
                <a:gd name="T43" fmla="*/ 189 h 285"/>
                <a:gd name="T44" fmla="*/ 167 w 281"/>
                <a:gd name="T45" fmla="*/ 195 h 285"/>
                <a:gd name="T46" fmla="*/ 158 w 281"/>
                <a:gd name="T47" fmla="*/ 181 h 285"/>
                <a:gd name="T48" fmla="*/ 151 w 281"/>
                <a:gd name="T49" fmla="*/ 175 h 285"/>
                <a:gd name="T50" fmla="*/ 137 w 281"/>
                <a:gd name="T51" fmla="*/ 186 h 285"/>
                <a:gd name="T52" fmla="*/ 124 w 281"/>
                <a:gd name="T53" fmla="*/ 198 h 285"/>
                <a:gd name="T54" fmla="*/ 131 w 281"/>
                <a:gd name="T55" fmla="*/ 178 h 285"/>
                <a:gd name="T56" fmla="*/ 123 w 281"/>
                <a:gd name="T57" fmla="*/ 168 h 285"/>
                <a:gd name="T58" fmla="*/ 120 w 281"/>
                <a:gd name="T59" fmla="*/ 189 h 285"/>
                <a:gd name="T60" fmla="*/ 120 w 281"/>
                <a:gd name="T61" fmla="*/ 202 h 285"/>
                <a:gd name="T62" fmla="*/ 123 w 281"/>
                <a:gd name="T63" fmla="*/ 236 h 285"/>
                <a:gd name="T64" fmla="*/ 134 w 281"/>
                <a:gd name="T65" fmla="*/ 240 h 285"/>
                <a:gd name="T66" fmla="*/ 142 w 281"/>
                <a:gd name="T67" fmla="*/ 259 h 285"/>
                <a:gd name="T68" fmla="*/ 160 w 281"/>
                <a:gd name="T69" fmla="*/ 269 h 285"/>
                <a:gd name="T70" fmla="*/ 147 w 281"/>
                <a:gd name="T71" fmla="*/ 283 h 285"/>
                <a:gd name="T72" fmla="*/ 140 w 281"/>
                <a:gd name="T73" fmla="*/ 285 h 285"/>
                <a:gd name="T74" fmla="*/ 126 w 281"/>
                <a:gd name="T75" fmla="*/ 270 h 285"/>
                <a:gd name="T76" fmla="*/ 114 w 281"/>
                <a:gd name="T77" fmla="*/ 261 h 285"/>
                <a:gd name="T78" fmla="*/ 98 w 281"/>
                <a:gd name="T79" fmla="*/ 252 h 285"/>
                <a:gd name="T80" fmla="*/ 86 w 281"/>
                <a:gd name="T81" fmla="*/ 237 h 285"/>
                <a:gd name="T82" fmla="*/ 93 w 281"/>
                <a:gd name="T83" fmla="*/ 222 h 285"/>
                <a:gd name="T84" fmla="*/ 87 w 281"/>
                <a:gd name="T85" fmla="*/ 203 h 285"/>
                <a:gd name="T86" fmla="*/ 92 w 281"/>
                <a:gd name="T87" fmla="*/ 183 h 285"/>
                <a:gd name="T88" fmla="*/ 90 w 281"/>
                <a:gd name="T89" fmla="*/ 159 h 285"/>
                <a:gd name="T90" fmla="*/ 93 w 281"/>
                <a:gd name="T91" fmla="*/ 134 h 285"/>
                <a:gd name="T92" fmla="*/ 95 w 281"/>
                <a:gd name="T93" fmla="*/ 117 h 285"/>
                <a:gd name="T94" fmla="*/ 82 w 281"/>
                <a:gd name="T95" fmla="*/ 109 h 285"/>
                <a:gd name="T96" fmla="*/ 63 w 281"/>
                <a:gd name="T97" fmla="*/ 103 h 285"/>
                <a:gd name="T98" fmla="*/ 72 w 281"/>
                <a:gd name="T99" fmla="*/ 78 h 285"/>
                <a:gd name="T100" fmla="*/ 65 w 281"/>
                <a:gd name="T101" fmla="*/ 49 h 285"/>
                <a:gd name="T102" fmla="*/ 34 w 281"/>
                <a:gd name="T103" fmla="*/ 47 h 285"/>
                <a:gd name="T104" fmla="*/ 23 w 281"/>
                <a:gd name="T105" fmla="*/ 5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1" h="285">
                  <a:moveTo>
                    <a:pt x="9" y="56"/>
                  </a:moveTo>
                  <a:lnTo>
                    <a:pt x="3" y="50"/>
                  </a:lnTo>
                  <a:lnTo>
                    <a:pt x="0" y="46"/>
                  </a:lnTo>
                  <a:lnTo>
                    <a:pt x="8" y="31"/>
                  </a:lnTo>
                  <a:lnTo>
                    <a:pt x="13" y="32"/>
                  </a:lnTo>
                  <a:lnTo>
                    <a:pt x="14" y="34"/>
                  </a:lnTo>
                  <a:lnTo>
                    <a:pt x="16" y="33"/>
                  </a:lnTo>
                  <a:lnTo>
                    <a:pt x="19" y="38"/>
                  </a:lnTo>
                  <a:lnTo>
                    <a:pt x="22" y="39"/>
                  </a:lnTo>
                  <a:lnTo>
                    <a:pt x="24" y="38"/>
                  </a:lnTo>
                  <a:lnTo>
                    <a:pt x="30" y="29"/>
                  </a:lnTo>
                  <a:lnTo>
                    <a:pt x="38" y="25"/>
                  </a:lnTo>
                  <a:lnTo>
                    <a:pt x="47" y="26"/>
                  </a:lnTo>
                  <a:lnTo>
                    <a:pt x="49" y="27"/>
                  </a:lnTo>
                  <a:lnTo>
                    <a:pt x="56" y="29"/>
                  </a:lnTo>
                  <a:lnTo>
                    <a:pt x="57" y="28"/>
                  </a:lnTo>
                  <a:lnTo>
                    <a:pt x="60" y="28"/>
                  </a:lnTo>
                  <a:lnTo>
                    <a:pt x="61" y="25"/>
                  </a:lnTo>
                  <a:lnTo>
                    <a:pt x="65" y="25"/>
                  </a:lnTo>
                  <a:lnTo>
                    <a:pt x="73" y="23"/>
                  </a:lnTo>
                  <a:lnTo>
                    <a:pt x="75" y="24"/>
                  </a:lnTo>
                  <a:lnTo>
                    <a:pt x="79" y="23"/>
                  </a:lnTo>
                  <a:lnTo>
                    <a:pt x="80" y="23"/>
                  </a:lnTo>
                  <a:lnTo>
                    <a:pt x="92" y="35"/>
                  </a:lnTo>
                  <a:lnTo>
                    <a:pt x="117" y="0"/>
                  </a:lnTo>
                  <a:lnTo>
                    <a:pt x="130" y="2"/>
                  </a:lnTo>
                  <a:lnTo>
                    <a:pt x="130" y="19"/>
                  </a:lnTo>
                  <a:lnTo>
                    <a:pt x="131" y="23"/>
                  </a:lnTo>
                  <a:lnTo>
                    <a:pt x="133" y="25"/>
                  </a:lnTo>
                  <a:lnTo>
                    <a:pt x="140" y="22"/>
                  </a:lnTo>
                  <a:lnTo>
                    <a:pt x="147" y="22"/>
                  </a:lnTo>
                  <a:lnTo>
                    <a:pt x="155" y="25"/>
                  </a:lnTo>
                  <a:lnTo>
                    <a:pt x="164" y="25"/>
                  </a:lnTo>
                  <a:lnTo>
                    <a:pt x="165" y="23"/>
                  </a:lnTo>
                  <a:lnTo>
                    <a:pt x="164" y="20"/>
                  </a:lnTo>
                  <a:lnTo>
                    <a:pt x="164" y="3"/>
                  </a:lnTo>
                  <a:lnTo>
                    <a:pt x="199" y="12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5" y="41"/>
                  </a:lnTo>
                  <a:lnTo>
                    <a:pt x="218" y="50"/>
                  </a:lnTo>
                  <a:lnTo>
                    <a:pt x="238" y="46"/>
                  </a:lnTo>
                  <a:lnTo>
                    <a:pt x="256" y="4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81" y="42"/>
                  </a:lnTo>
                  <a:lnTo>
                    <a:pt x="278" y="50"/>
                  </a:lnTo>
                  <a:lnTo>
                    <a:pt x="273" y="53"/>
                  </a:lnTo>
                  <a:lnTo>
                    <a:pt x="271" y="60"/>
                  </a:lnTo>
                  <a:lnTo>
                    <a:pt x="268" y="64"/>
                  </a:lnTo>
                  <a:lnTo>
                    <a:pt x="266" y="65"/>
                  </a:lnTo>
                  <a:lnTo>
                    <a:pt x="267" y="81"/>
                  </a:lnTo>
                  <a:lnTo>
                    <a:pt x="268" y="84"/>
                  </a:lnTo>
                  <a:lnTo>
                    <a:pt x="267" y="89"/>
                  </a:lnTo>
                  <a:lnTo>
                    <a:pt x="269" y="91"/>
                  </a:lnTo>
                  <a:lnTo>
                    <a:pt x="261" y="93"/>
                  </a:lnTo>
                  <a:lnTo>
                    <a:pt x="257" y="92"/>
                  </a:lnTo>
                  <a:lnTo>
                    <a:pt x="260" y="99"/>
                  </a:lnTo>
                  <a:lnTo>
                    <a:pt x="258" y="105"/>
                  </a:lnTo>
                  <a:lnTo>
                    <a:pt x="244" y="111"/>
                  </a:lnTo>
                  <a:lnTo>
                    <a:pt x="238" y="113"/>
                  </a:lnTo>
                  <a:lnTo>
                    <a:pt x="237" y="115"/>
                  </a:lnTo>
                  <a:lnTo>
                    <a:pt x="235" y="117"/>
                  </a:lnTo>
                  <a:lnTo>
                    <a:pt x="225" y="122"/>
                  </a:lnTo>
                  <a:lnTo>
                    <a:pt x="221" y="117"/>
                  </a:lnTo>
                  <a:lnTo>
                    <a:pt x="212" y="117"/>
                  </a:lnTo>
                  <a:lnTo>
                    <a:pt x="210" y="124"/>
                  </a:lnTo>
                  <a:lnTo>
                    <a:pt x="207" y="129"/>
                  </a:lnTo>
                  <a:lnTo>
                    <a:pt x="194" y="134"/>
                  </a:lnTo>
                  <a:lnTo>
                    <a:pt x="190" y="140"/>
                  </a:lnTo>
                  <a:lnTo>
                    <a:pt x="192" y="141"/>
                  </a:lnTo>
                  <a:lnTo>
                    <a:pt x="196" y="141"/>
                  </a:lnTo>
                  <a:lnTo>
                    <a:pt x="198" y="142"/>
                  </a:lnTo>
                  <a:lnTo>
                    <a:pt x="201" y="146"/>
                  </a:lnTo>
                  <a:lnTo>
                    <a:pt x="202" y="149"/>
                  </a:lnTo>
                  <a:lnTo>
                    <a:pt x="204" y="151"/>
                  </a:lnTo>
                  <a:lnTo>
                    <a:pt x="205" y="157"/>
                  </a:lnTo>
                  <a:lnTo>
                    <a:pt x="206" y="159"/>
                  </a:lnTo>
                  <a:lnTo>
                    <a:pt x="204" y="160"/>
                  </a:lnTo>
                  <a:lnTo>
                    <a:pt x="202" y="161"/>
                  </a:lnTo>
                  <a:lnTo>
                    <a:pt x="202" y="163"/>
                  </a:lnTo>
                  <a:lnTo>
                    <a:pt x="198" y="165"/>
                  </a:lnTo>
                  <a:lnTo>
                    <a:pt x="197" y="166"/>
                  </a:lnTo>
                  <a:lnTo>
                    <a:pt x="200" y="176"/>
                  </a:lnTo>
                  <a:lnTo>
                    <a:pt x="198" y="184"/>
                  </a:lnTo>
                  <a:lnTo>
                    <a:pt x="200" y="190"/>
                  </a:lnTo>
                  <a:lnTo>
                    <a:pt x="200" y="190"/>
                  </a:lnTo>
                  <a:lnTo>
                    <a:pt x="196" y="189"/>
                  </a:lnTo>
                  <a:lnTo>
                    <a:pt x="188" y="191"/>
                  </a:lnTo>
                  <a:lnTo>
                    <a:pt x="174" y="192"/>
                  </a:lnTo>
                  <a:lnTo>
                    <a:pt x="172" y="194"/>
                  </a:lnTo>
                  <a:lnTo>
                    <a:pt x="167" y="195"/>
                  </a:lnTo>
                  <a:lnTo>
                    <a:pt x="159" y="194"/>
                  </a:lnTo>
                  <a:lnTo>
                    <a:pt x="158" y="191"/>
                  </a:lnTo>
                  <a:lnTo>
                    <a:pt x="160" y="188"/>
                  </a:lnTo>
                  <a:lnTo>
                    <a:pt x="158" y="181"/>
                  </a:lnTo>
                  <a:lnTo>
                    <a:pt x="156" y="179"/>
                  </a:lnTo>
                  <a:lnTo>
                    <a:pt x="154" y="173"/>
                  </a:lnTo>
                  <a:lnTo>
                    <a:pt x="153" y="175"/>
                  </a:lnTo>
                  <a:lnTo>
                    <a:pt x="151" y="175"/>
                  </a:lnTo>
                  <a:lnTo>
                    <a:pt x="147" y="179"/>
                  </a:lnTo>
                  <a:lnTo>
                    <a:pt x="145" y="180"/>
                  </a:lnTo>
                  <a:lnTo>
                    <a:pt x="142" y="179"/>
                  </a:lnTo>
                  <a:lnTo>
                    <a:pt x="137" y="186"/>
                  </a:lnTo>
                  <a:lnTo>
                    <a:pt x="134" y="187"/>
                  </a:lnTo>
                  <a:lnTo>
                    <a:pt x="132" y="190"/>
                  </a:lnTo>
                  <a:lnTo>
                    <a:pt x="128" y="189"/>
                  </a:lnTo>
                  <a:lnTo>
                    <a:pt x="124" y="198"/>
                  </a:lnTo>
                  <a:lnTo>
                    <a:pt x="124" y="188"/>
                  </a:lnTo>
                  <a:lnTo>
                    <a:pt x="125" y="185"/>
                  </a:lnTo>
                  <a:lnTo>
                    <a:pt x="127" y="181"/>
                  </a:lnTo>
                  <a:lnTo>
                    <a:pt x="131" y="178"/>
                  </a:lnTo>
                  <a:lnTo>
                    <a:pt x="128" y="173"/>
                  </a:lnTo>
                  <a:lnTo>
                    <a:pt x="129" y="170"/>
                  </a:lnTo>
                  <a:lnTo>
                    <a:pt x="128" y="168"/>
                  </a:lnTo>
                  <a:lnTo>
                    <a:pt x="123" y="168"/>
                  </a:lnTo>
                  <a:lnTo>
                    <a:pt x="120" y="170"/>
                  </a:lnTo>
                  <a:lnTo>
                    <a:pt x="120" y="174"/>
                  </a:lnTo>
                  <a:lnTo>
                    <a:pt x="120" y="181"/>
                  </a:lnTo>
                  <a:lnTo>
                    <a:pt x="120" y="189"/>
                  </a:lnTo>
                  <a:lnTo>
                    <a:pt x="121" y="193"/>
                  </a:lnTo>
                  <a:lnTo>
                    <a:pt x="119" y="197"/>
                  </a:lnTo>
                  <a:lnTo>
                    <a:pt x="119" y="200"/>
                  </a:lnTo>
                  <a:lnTo>
                    <a:pt x="120" y="202"/>
                  </a:lnTo>
                  <a:lnTo>
                    <a:pt x="121" y="214"/>
                  </a:lnTo>
                  <a:lnTo>
                    <a:pt x="125" y="222"/>
                  </a:lnTo>
                  <a:lnTo>
                    <a:pt x="124" y="233"/>
                  </a:lnTo>
                  <a:lnTo>
                    <a:pt x="123" y="236"/>
                  </a:lnTo>
                  <a:lnTo>
                    <a:pt x="125" y="235"/>
                  </a:lnTo>
                  <a:lnTo>
                    <a:pt x="126" y="235"/>
                  </a:lnTo>
                  <a:lnTo>
                    <a:pt x="128" y="237"/>
                  </a:lnTo>
                  <a:lnTo>
                    <a:pt x="134" y="240"/>
                  </a:lnTo>
                  <a:lnTo>
                    <a:pt x="135" y="243"/>
                  </a:lnTo>
                  <a:lnTo>
                    <a:pt x="131" y="249"/>
                  </a:lnTo>
                  <a:lnTo>
                    <a:pt x="134" y="251"/>
                  </a:lnTo>
                  <a:lnTo>
                    <a:pt x="142" y="259"/>
                  </a:lnTo>
                  <a:lnTo>
                    <a:pt x="147" y="260"/>
                  </a:lnTo>
                  <a:lnTo>
                    <a:pt x="150" y="264"/>
                  </a:lnTo>
                  <a:lnTo>
                    <a:pt x="159" y="266"/>
                  </a:lnTo>
                  <a:lnTo>
                    <a:pt x="160" y="269"/>
                  </a:lnTo>
                  <a:lnTo>
                    <a:pt x="164" y="276"/>
                  </a:lnTo>
                  <a:lnTo>
                    <a:pt x="165" y="281"/>
                  </a:lnTo>
                  <a:lnTo>
                    <a:pt x="156" y="279"/>
                  </a:lnTo>
                  <a:lnTo>
                    <a:pt x="147" y="283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36" y="279"/>
                  </a:lnTo>
                  <a:lnTo>
                    <a:pt x="133" y="278"/>
                  </a:lnTo>
                  <a:lnTo>
                    <a:pt x="130" y="276"/>
                  </a:lnTo>
                  <a:lnTo>
                    <a:pt x="126" y="270"/>
                  </a:lnTo>
                  <a:lnTo>
                    <a:pt x="120" y="267"/>
                  </a:lnTo>
                  <a:lnTo>
                    <a:pt x="119" y="268"/>
                  </a:lnTo>
                  <a:lnTo>
                    <a:pt x="119" y="268"/>
                  </a:lnTo>
                  <a:lnTo>
                    <a:pt x="114" y="261"/>
                  </a:lnTo>
                  <a:lnTo>
                    <a:pt x="104" y="258"/>
                  </a:lnTo>
                  <a:lnTo>
                    <a:pt x="101" y="254"/>
                  </a:lnTo>
                  <a:lnTo>
                    <a:pt x="100" y="254"/>
                  </a:lnTo>
                  <a:lnTo>
                    <a:pt x="98" y="252"/>
                  </a:lnTo>
                  <a:lnTo>
                    <a:pt x="98" y="249"/>
                  </a:lnTo>
                  <a:lnTo>
                    <a:pt x="90" y="241"/>
                  </a:lnTo>
                  <a:lnTo>
                    <a:pt x="90" y="239"/>
                  </a:lnTo>
                  <a:lnTo>
                    <a:pt x="86" y="237"/>
                  </a:lnTo>
                  <a:lnTo>
                    <a:pt x="82" y="230"/>
                  </a:lnTo>
                  <a:lnTo>
                    <a:pt x="85" y="227"/>
                  </a:lnTo>
                  <a:lnTo>
                    <a:pt x="90" y="225"/>
                  </a:lnTo>
                  <a:lnTo>
                    <a:pt x="93" y="222"/>
                  </a:lnTo>
                  <a:lnTo>
                    <a:pt x="90" y="214"/>
                  </a:lnTo>
                  <a:lnTo>
                    <a:pt x="90" y="207"/>
                  </a:lnTo>
                  <a:lnTo>
                    <a:pt x="87" y="206"/>
                  </a:lnTo>
                  <a:lnTo>
                    <a:pt x="87" y="203"/>
                  </a:lnTo>
                  <a:lnTo>
                    <a:pt x="87" y="200"/>
                  </a:lnTo>
                  <a:lnTo>
                    <a:pt x="90" y="194"/>
                  </a:lnTo>
                  <a:lnTo>
                    <a:pt x="90" y="188"/>
                  </a:lnTo>
                  <a:lnTo>
                    <a:pt x="92" y="183"/>
                  </a:lnTo>
                  <a:lnTo>
                    <a:pt x="92" y="176"/>
                  </a:lnTo>
                  <a:lnTo>
                    <a:pt x="89" y="172"/>
                  </a:lnTo>
                  <a:lnTo>
                    <a:pt x="87" y="164"/>
                  </a:lnTo>
                  <a:lnTo>
                    <a:pt x="90" y="159"/>
                  </a:lnTo>
                  <a:lnTo>
                    <a:pt x="90" y="155"/>
                  </a:lnTo>
                  <a:lnTo>
                    <a:pt x="95" y="149"/>
                  </a:lnTo>
                  <a:lnTo>
                    <a:pt x="95" y="141"/>
                  </a:lnTo>
                  <a:lnTo>
                    <a:pt x="93" y="134"/>
                  </a:lnTo>
                  <a:lnTo>
                    <a:pt x="99" y="125"/>
                  </a:lnTo>
                  <a:lnTo>
                    <a:pt x="99" y="122"/>
                  </a:lnTo>
                  <a:lnTo>
                    <a:pt x="98" y="118"/>
                  </a:lnTo>
                  <a:lnTo>
                    <a:pt x="95" y="117"/>
                  </a:lnTo>
                  <a:lnTo>
                    <a:pt x="96" y="115"/>
                  </a:lnTo>
                  <a:lnTo>
                    <a:pt x="96" y="105"/>
                  </a:lnTo>
                  <a:lnTo>
                    <a:pt x="87" y="107"/>
                  </a:lnTo>
                  <a:lnTo>
                    <a:pt x="82" y="109"/>
                  </a:lnTo>
                  <a:lnTo>
                    <a:pt x="76" y="110"/>
                  </a:lnTo>
                  <a:lnTo>
                    <a:pt x="75" y="109"/>
                  </a:lnTo>
                  <a:lnTo>
                    <a:pt x="72" y="110"/>
                  </a:lnTo>
                  <a:lnTo>
                    <a:pt x="63" y="103"/>
                  </a:lnTo>
                  <a:lnTo>
                    <a:pt x="56" y="99"/>
                  </a:lnTo>
                  <a:lnTo>
                    <a:pt x="57" y="96"/>
                  </a:lnTo>
                  <a:lnTo>
                    <a:pt x="65" y="84"/>
                  </a:lnTo>
                  <a:lnTo>
                    <a:pt x="72" y="78"/>
                  </a:lnTo>
                  <a:lnTo>
                    <a:pt x="70" y="74"/>
                  </a:lnTo>
                  <a:lnTo>
                    <a:pt x="74" y="59"/>
                  </a:lnTo>
                  <a:lnTo>
                    <a:pt x="70" y="50"/>
                  </a:lnTo>
                  <a:lnTo>
                    <a:pt x="65" y="49"/>
                  </a:lnTo>
                  <a:lnTo>
                    <a:pt x="52" y="50"/>
                  </a:lnTo>
                  <a:lnTo>
                    <a:pt x="41" y="48"/>
                  </a:lnTo>
                  <a:lnTo>
                    <a:pt x="35" y="49"/>
                  </a:lnTo>
                  <a:lnTo>
                    <a:pt x="34" y="47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5" y="50"/>
                  </a:lnTo>
                  <a:lnTo>
                    <a:pt x="23" y="51"/>
                  </a:lnTo>
                  <a:lnTo>
                    <a:pt x="16" y="53"/>
                  </a:lnTo>
                  <a:lnTo>
                    <a:pt x="12" y="53"/>
                  </a:lnTo>
                  <a:lnTo>
                    <a:pt x="9" y="5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7" name="Freeform 19">
              <a:extLst>
                <a:ext uri="{FF2B5EF4-FFF2-40B4-BE49-F238E27FC236}">
                  <a16:creationId xmlns:a16="http://schemas.microsoft.com/office/drawing/2014/main" id="{5312A936-B558-43DB-9B21-6C8EFA6C9F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7551" y="3209925"/>
              <a:ext cx="382623" cy="273899"/>
            </a:xfrm>
            <a:custGeom>
              <a:avLst/>
              <a:gdLst>
                <a:gd name="T0" fmla="*/ 163 w 366"/>
                <a:gd name="T1" fmla="*/ 4 h 262"/>
                <a:gd name="T2" fmla="*/ 179 w 366"/>
                <a:gd name="T3" fmla="*/ 2 h 262"/>
                <a:gd name="T4" fmla="*/ 208 w 366"/>
                <a:gd name="T5" fmla="*/ 28 h 262"/>
                <a:gd name="T6" fmla="*/ 202 w 366"/>
                <a:gd name="T7" fmla="*/ 57 h 262"/>
                <a:gd name="T8" fmla="*/ 225 w 366"/>
                <a:gd name="T9" fmla="*/ 61 h 262"/>
                <a:gd name="T10" fmla="*/ 237 w 366"/>
                <a:gd name="T11" fmla="*/ 76 h 262"/>
                <a:gd name="T12" fmla="*/ 229 w 366"/>
                <a:gd name="T13" fmla="*/ 109 h 262"/>
                <a:gd name="T14" fmla="*/ 230 w 366"/>
                <a:gd name="T15" fmla="*/ 137 h 262"/>
                <a:gd name="T16" fmla="*/ 226 w 366"/>
                <a:gd name="T17" fmla="*/ 160 h 262"/>
                <a:gd name="T18" fmla="*/ 223 w 366"/>
                <a:gd name="T19" fmla="*/ 181 h 262"/>
                <a:gd name="T20" fmla="*/ 236 w 366"/>
                <a:gd name="T21" fmla="*/ 203 h 262"/>
                <a:gd name="T22" fmla="*/ 252 w 366"/>
                <a:gd name="T23" fmla="*/ 215 h 262"/>
                <a:gd name="T24" fmla="*/ 244 w 366"/>
                <a:gd name="T25" fmla="*/ 228 h 262"/>
                <a:gd name="T26" fmla="*/ 202 w 366"/>
                <a:gd name="T27" fmla="*/ 252 h 262"/>
                <a:gd name="T28" fmla="*/ 179 w 366"/>
                <a:gd name="T29" fmla="*/ 261 h 262"/>
                <a:gd name="T30" fmla="*/ 159 w 366"/>
                <a:gd name="T31" fmla="*/ 244 h 262"/>
                <a:gd name="T32" fmla="*/ 140 w 366"/>
                <a:gd name="T33" fmla="*/ 252 h 262"/>
                <a:gd name="T34" fmla="*/ 116 w 366"/>
                <a:gd name="T35" fmla="*/ 242 h 262"/>
                <a:gd name="T36" fmla="*/ 84 w 366"/>
                <a:gd name="T37" fmla="*/ 259 h 262"/>
                <a:gd name="T38" fmla="*/ 50 w 366"/>
                <a:gd name="T39" fmla="*/ 239 h 262"/>
                <a:gd name="T40" fmla="*/ 26 w 366"/>
                <a:gd name="T41" fmla="*/ 224 h 262"/>
                <a:gd name="T42" fmla="*/ 9 w 366"/>
                <a:gd name="T43" fmla="*/ 221 h 262"/>
                <a:gd name="T44" fmla="*/ 14 w 366"/>
                <a:gd name="T45" fmla="*/ 206 h 262"/>
                <a:gd name="T46" fmla="*/ 7 w 366"/>
                <a:gd name="T47" fmla="*/ 179 h 262"/>
                <a:gd name="T48" fmla="*/ 6 w 366"/>
                <a:gd name="T49" fmla="*/ 156 h 262"/>
                <a:gd name="T50" fmla="*/ 15 w 366"/>
                <a:gd name="T51" fmla="*/ 141 h 262"/>
                <a:gd name="T52" fmla="*/ 21 w 366"/>
                <a:gd name="T53" fmla="*/ 130 h 262"/>
                <a:gd name="T54" fmla="*/ 21 w 366"/>
                <a:gd name="T55" fmla="*/ 113 h 262"/>
                <a:gd name="T56" fmla="*/ 28 w 366"/>
                <a:gd name="T57" fmla="*/ 96 h 262"/>
                <a:gd name="T58" fmla="*/ 34 w 366"/>
                <a:gd name="T59" fmla="*/ 89 h 262"/>
                <a:gd name="T60" fmla="*/ 52 w 366"/>
                <a:gd name="T61" fmla="*/ 83 h 262"/>
                <a:gd name="T62" fmla="*/ 63 w 366"/>
                <a:gd name="T63" fmla="*/ 82 h 262"/>
                <a:gd name="T64" fmla="*/ 88 w 366"/>
                <a:gd name="T65" fmla="*/ 55 h 262"/>
                <a:gd name="T66" fmla="*/ 94 w 366"/>
                <a:gd name="T67" fmla="*/ 44 h 262"/>
                <a:gd name="T68" fmla="*/ 105 w 366"/>
                <a:gd name="T69" fmla="*/ 15 h 262"/>
                <a:gd name="T70" fmla="*/ 143 w 366"/>
                <a:gd name="T71" fmla="*/ 13 h 262"/>
                <a:gd name="T72" fmla="*/ 294 w 366"/>
                <a:gd name="T73" fmla="*/ 233 h 262"/>
                <a:gd name="T74" fmla="*/ 288 w 366"/>
                <a:gd name="T75" fmla="*/ 218 h 262"/>
                <a:gd name="T76" fmla="*/ 273 w 366"/>
                <a:gd name="T77" fmla="*/ 197 h 262"/>
                <a:gd name="T78" fmla="*/ 261 w 366"/>
                <a:gd name="T79" fmla="*/ 190 h 262"/>
                <a:gd name="T80" fmla="*/ 258 w 366"/>
                <a:gd name="T81" fmla="*/ 154 h 262"/>
                <a:gd name="T82" fmla="*/ 258 w 366"/>
                <a:gd name="T83" fmla="*/ 128 h 262"/>
                <a:gd name="T84" fmla="*/ 266 w 366"/>
                <a:gd name="T85" fmla="*/ 127 h 262"/>
                <a:gd name="T86" fmla="*/ 262 w 366"/>
                <a:gd name="T87" fmla="*/ 152 h 262"/>
                <a:gd name="T88" fmla="*/ 280 w 366"/>
                <a:gd name="T89" fmla="*/ 133 h 262"/>
                <a:gd name="T90" fmla="*/ 292 w 366"/>
                <a:gd name="T91" fmla="*/ 127 h 262"/>
                <a:gd name="T92" fmla="*/ 297 w 366"/>
                <a:gd name="T93" fmla="*/ 148 h 262"/>
                <a:gd name="T94" fmla="*/ 334 w 366"/>
                <a:gd name="T95" fmla="*/ 143 h 262"/>
                <a:gd name="T96" fmla="*/ 353 w 366"/>
                <a:gd name="T97" fmla="*/ 146 h 262"/>
                <a:gd name="T98" fmla="*/ 362 w 366"/>
                <a:gd name="T99" fmla="*/ 163 h 262"/>
                <a:gd name="T100" fmla="*/ 345 w 366"/>
                <a:gd name="T101" fmla="*/ 192 h 262"/>
                <a:gd name="T102" fmla="*/ 340 w 366"/>
                <a:gd name="T103" fmla="*/ 208 h 262"/>
                <a:gd name="T104" fmla="*/ 347 w 366"/>
                <a:gd name="T105" fmla="*/ 214 h 262"/>
                <a:gd name="T106" fmla="*/ 354 w 366"/>
                <a:gd name="T107" fmla="*/ 239 h 262"/>
                <a:gd name="T108" fmla="*/ 332 w 366"/>
                <a:gd name="T109" fmla="*/ 244 h 262"/>
                <a:gd name="T110" fmla="*/ 320 w 366"/>
                <a:gd name="T111" fmla="*/ 249 h 262"/>
                <a:gd name="T112" fmla="*/ 317 w 366"/>
                <a:gd name="T113" fmla="*/ 242 h 262"/>
                <a:gd name="T114" fmla="*/ 298 w 366"/>
                <a:gd name="T115" fmla="*/ 241 h 262"/>
                <a:gd name="T116" fmla="*/ 280 w 366"/>
                <a:gd name="T117" fmla="*/ 24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6" h="262">
                  <a:moveTo>
                    <a:pt x="147" y="10"/>
                  </a:moveTo>
                  <a:lnTo>
                    <a:pt x="150" y="7"/>
                  </a:lnTo>
                  <a:lnTo>
                    <a:pt x="154" y="7"/>
                  </a:lnTo>
                  <a:lnTo>
                    <a:pt x="161" y="5"/>
                  </a:lnTo>
                  <a:lnTo>
                    <a:pt x="163" y="4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3" y="3"/>
                  </a:lnTo>
                  <a:lnTo>
                    <a:pt x="179" y="2"/>
                  </a:lnTo>
                  <a:lnTo>
                    <a:pt x="190" y="4"/>
                  </a:lnTo>
                  <a:lnTo>
                    <a:pt x="203" y="3"/>
                  </a:lnTo>
                  <a:lnTo>
                    <a:pt x="208" y="4"/>
                  </a:lnTo>
                  <a:lnTo>
                    <a:pt x="212" y="13"/>
                  </a:lnTo>
                  <a:lnTo>
                    <a:pt x="208" y="28"/>
                  </a:lnTo>
                  <a:lnTo>
                    <a:pt x="210" y="32"/>
                  </a:lnTo>
                  <a:lnTo>
                    <a:pt x="203" y="38"/>
                  </a:lnTo>
                  <a:lnTo>
                    <a:pt x="195" y="50"/>
                  </a:lnTo>
                  <a:lnTo>
                    <a:pt x="194" y="53"/>
                  </a:lnTo>
                  <a:lnTo>
                    <a:pt x="202" y="57"/>
                  </a:lnTo>
                  <a:lnTo>
                    <a:pt x="210" y="64"/>
                  </a:lnTo>
                  <a:lnTo>
                    <a:pt x="213" y="64"/>
                  </a:lnTo>
                  <a:lnTo>
                    <a:pt x="214" y="64"/>
                  </a:lnTo>
                  <a:lnTo>
                    <a:pt x="220" y="63"/>
                  </a:lnTo>
                  <a:lnTo>
                    <a:pt x="225" y="61"/>
                  </a:lnTo>
                  <a:lnTo>
                    <a:pt x="235" y="59"/>
                  </a:lnTo>
                  <a:lnTo>
                    <a:pt x="235" y="69"/>
                  </a:lnTo>
                  <a:lnTo>
                    <a:pt x="233" y="71"/>
                  </a:lnTo>
                  <a:lnTo>
                    <a:pt x="236" y="72"/>
                  </a:lnTo>
                  <a:lnTo>
                    <a:pt x="237" y="76"/>
                  </a:lnTo>
                  <a:lnTo>
                    <a:pt x="237" y="79"/>
                  </a:lnTo>
                  <a:lnTo>
                    <a:pt x="232" y="88"/>
                  </a:lnTo>
                  <a:lnTo>
                    <a:pt x="233" y="95"/>
                  </a:lnTo>
                  <a:lnTo>
                    <a:pt x="233" y="103"/>
                  </a:lnTo>
                  <a:lnTo>
                    <a:pt x="229" y="109"/>
                  </a:lnTo>
                  <a:lnTo>
                    <a:pt x="229" y="113"/>
                  </a:lnTo>
                  <a:lnTo>
                    <a:pt x="225" y="118"/>
                  </a:lnTo>
                  <a:lnTo>
                    <a:pt x="227" y="126"/>
                  </a:lnTo>
                  <a:lnTo>
                    <a:pt x="230" y="130"/>
                  </a:lnTo>
                  <a:lnTo>
                    <a:pt x="230" y="137"/>
                  </a:lnTo>
                  <a:lnTo>
                    <a:pt x="228" y="143"/>
                  </a:lnTo>
                  <a:lnTo>
                    <a:pt x="228" y="148"/>
                  </a:lnTo>
                  <a:lnTo>
                    <a:pt x="225" y="154"/>
                  </a:lnTo>
                  <a:lnTo>
                    <a:pt x="225" y="157"/>
                  </a:lnTo>
                  <a:lnTo>
                    <a:pt x="226" y="160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1" y="176"/>
                  </a:lnTo>
                  <a:lnTo>
                    <a:pt x="228" y="179"/>
                  </a:lnTo>
                  <a:lnTo>
                    <a:pt x="223" y="181"/>
                  </a:lnTo>
                  <a:lnTo>
                    <a:pt x="220" y="184"/>
                  </a:lnTo>
                  <a:lnTo>
                    <a:pt x="224" y="191"/>
                  </a:lnTo>
                  <a:lnTo>
                    <a:pt x="228" y="193"/>
                  </a:lnTo>
                  <a:lnTo>
                    <a:pt x="228" y="195"/>
                  </a:lnTo>
                  <a:lnTo>
                    <a:pt x="236" y="203"/>
                  </a:lnTo>
                  <a:lnTo>
                    <a:pt x="237" y="206"/>
                  </a:lnTo>
                  <a:lnTo>
                    <a:pt x="238" y="208"/>
                  </a:lnTo>
                  <a:lnTo>
                    <a:pt x="239" y="209"/>
                  </a:lnTo>
                  <a:lnTo>
                    <a:pt x="243" y="212"/>
                  </a:lnTo>
                  <a:lnTo>
                    <a:pt x="252" y="215"/>
                  </a:lnTo>
                  <a:lnTo>
                    <a:pt x="258" y="222"/>
                  </a:lnTo>
                  <a:lnTo>
                    <a:pt x="258" y="222"/>
                  </a:lnTo>
                  <a:lnTo>
                    <a:pt x="253" y="224"/>
                  </a:lnTo>
                  <a:lnTo>
                    <a:pt x="250" y="228"/>
                  </a:lnTo>
                  <a:lnTo>
                    <a:pt x="244" y="228"/>
                  </a:lnTo>
                  <a:lnTo>
                    <a:pt x="232" y="230"/>
                  </a:lnTo>
                  <a:lnTo>
                    <a:pt x="212" y="244"/>
                  </a:lnTo>
                  <a:lnTo>
                    <a:pt x="206" y="252"/>
                  </a:lnTo>
                  <a:lnTo>
                    <a:pt x="203" y="253"/>
                  </a:lnTo>
                  <a:lnTo>
                    <a:pt x="202" y="252"/>
                  </a:lnTo>
                  <a:lnTo>
                    <a:pt x="201" y="254"/>
                  </a:lnTo>
                  <a:lnTo>
                    <a:pt x="197" y="256"/>
                  </a:lnTo>
                  <a:lnTo>
                    <a:pt x="190" y="262"/>
                  </a:lnTo>
                  <a:lnTo>
                    <a:pt x="182" y="260"/>
                  </a:lnTo>
                  <a:lnTo>
                    <a:pt x="179" y="261"/>
                  </a:lnTo>
                  <a:lnTo>
                    <a:pt x="178" y="258"/>
                  </a:lnTo>
                  <a:lnTo>
                    <a:pt x="171" y="249"/>
                  </a:lnTo>
                  <a:lnTo>
                    <a:pt x="165" y="247"/>
                  </a:lnTo>
                  <a:lnTo>
                    <a:pt x="162" y="244"/>
                  </a:lnTo>
                  <a:lnTo>
                    <a:pt x="159" y="244"/>
                  </a:lnTo>
                  <a:lnTo>
                    <a:pt x="155" y="242"/>
                  </a:lnTo>
                  <a:lnTo>
                    <a:pt x="151" y="251"/>
                  </a:lnTo>
                  <a:lnTo>
                    <a:pt x="149" y="252"/>
                  </a:lnTo>
                  <a:lnTo>
                    <a:pt x="142" y="253"/>
                  </a:lnTo>
                  <a:lnTo>
                    <a:pt x="140" y="252"/>
                  </a:lnTo>
                  <a:lnTo>
                    <a:pt x="135" y="247"/>
                  </a:lnTo>
                  <a:lnTo>
                    <a:pt x="132" y="243"/>
                  </a:lnTo>
                  <a:lnTo>
                    <a:pt x="121" y="244"/>
                  </a:lnTo>
                  <a:lnTo>
                    <a:pt x="119" y="244"/>
                  </a:lnTo>
                  <a:lnTo>
                    <a:pt x="116" y="242"/>
                  </a:lnTo>
                  <a:lnTo>
                    <a:pt x="102" y="249"/>
                  </a:lnTo>
                  <a:lnTo>
                    <a:pt x="99" y="248"/>
                  </a:lnTo>
                  <a:lnTo>
                    <a:pt x="92" y="255"/>
                  </a:lnTo>
                  <a:lnTo>
                    <a:pt x="87" y="256"/>
                  </a:lnTo>
                  <a:lnTo>
                    <a:pt x="84" y="259"/>
                  </a:lnTo>
                  <a:lnTo>
                    <a:pt x="81" y="259"/>
                  </a:lnTo>
                  <a:lnTo>
                    <a:pt x="63" y="242"/>
                  </a:lnTo>
                  <a:lnTo>
                    <a:pt x="61" y="242"/>
                  </a:lnTo>
                  <a:lnTo>
                    <a:pt x="55" y="238"/>
                  </a:lnTo>
                  <a:lnTo>
                    <a:pt x="50" y="239"/>
                  </a:lnTo>
                  <a:lnTo>
                    <a:pt x="47" y="239"/>
                  </a:lnTo>
                  <a:lnTo>
                    <a:pt x="47" y="234"/>
                  </a:lnTo>
                  <a:lnTo>
                    <a:pt x="42" y="231"/>
                  </a:lnTo>
                  <a:lnTo>
                    <a:pt x="37" y="223"/>
                  </a:lnTo>
                  <a:lnTo>
                    <a:pt x="26" y="224"/>
                  </a:lnTo>
                  <a:lnTo>
                    <a:pt x="24" y="223"/>
                  </a:lnTo>
                  <a:lnTo>
                    <a:pt x="22" y="220"/>
                  </a:lnTo>
                  <a:lnTo>
                    <a:pt x="18" y="223"/>
                  </a:lnTo>
                  <a:lnTo>
                    <a:pt x="13" y="223"/>
                  </a:lnTo>
                  <a:lnTo>
                    <a:pt x="9" y="221"/>
                  </a:lnTo>
                  <a:lnTo>
                    <a:pt x="5" y="222"/>
                  </a:lnTo>
                  <a:lnTo>
                    <a:pt x="5" y="222"/>
                  </a:lnTo>
                  <a:lnTo>
                    <a:pt x="10" y="215"/>
                  </a:lnTo>
                  <a:lnTo>
                    <a:pt x="10" y="209"/>
                  </a:lnTo>
                  <a:lnTo>
                    <a:pt x="14" y="206"/>
                  </a:lnTo>
                  <a:lnTo>
                    <a:pt x="15" y="204"/>
                  </a:lnTo>
                  <a:lnTo>
                    <a:pt x="16" y="204"/>
                  </a:lnTo>
                  <a:lnTo>
                    <a:pt x="17" y="203"/>
                  </a:lnTo>
                  <a:lnTo>
                    <a:pt x="17" y="198"/>
                  </a:lnTo>
                  <a:lnTo>
                    <a:pt x="7" y="179"/>
                  </a:lnTo>
                  <a:lnTo>
                    <a:pt x="3" y="174"/>
                  </a:lnTo>
                  <a:lnTo>
                    <a:pt x="4" y="172"/>
                  </a:lnTo>
                  <a:lnTo>
                    <a:pt x="0" y="165"/>
                  </a:lnTo>
                  <a:lnTo>
                    <a:pt x="2" y="157"/>
                  </a:lnTo>
                  <a:lnTo>
                    <a:pt x="6" y="156"/>
                  </a:lnTo>
                  <a:lnTo>
                    <a:pt x="10" y="151"/>
                  </a:lnTo>
                  <a:lnTo>
                    <a:pt x="13" y="146"/>
                  </a:lnTo>
                  <a:lnTo>
                    <a:pt x="12" y="142"/>
                  </a:lnTo>
                  <a:lnTo>
                    <a:pt x="13" y="141"/>
                  </a:lnTo>
                  <a:lnTo>
                    <a:pt x="15" y="141"/>
                  </a:lnTo>
                  <a:lnTo>
                    <a:pt x="16" y="141"/>
                  </a:lnTo>
                  <a:lnTo>
                    <a:pt x="18" y="141"/>
                  </a:lnTo>
                  <a:lnTo>
                    <a:pt x="19" y="136"/>
                  </a:lnTo>
                  <a:lnTo>
                    <a:pt x="18" y="131"/>
                  </a:lnTo>
                  <a:lnTo>
                    <a:pt x="21" y="130"/>
                  </a:lnTo>
                  <a:lnTo>
                    <a:pt x="21" y="125"/>
                  </a:lnTo>
                  <a:lnTo>
                    <a:pt x="23" y="123"/>
                  </a:lnTo>
                  <a:lnTo>
                    <a:pt x="22" y="116"/>
                  </a:lnTo>
                  <a:lnTo>
                    <a:pt x="22" y="114"/>
                  </a:lnTo>
                  <a:lnTo>
                    <a:pt x="21" y="113"/>
                  </a:lnTo>
                  <a:lnTo>
                    <a:pt x="19" y="108"/>
                  </a:lnTo>
                  <a:lnTo>
                    <a:pt x="21" y="103"/>
                  </a:lnTo>
                  <a:lnTo>
                    <a:pt x="21" y="98"/>
                  </a:lnTo>
                  <a:lnTo>
                    <a:pt x="23" y="96"/>
                  </a:lnTo>
                  <a:lnTo>
                    <a:pt x="28" y="96"/>
                  </a:lnTo>
                  <a:lnTo>
                    <a:pt x="29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3" y="90"/>
                  </a:lnTo>
                  <a:lnTo>
                    <a:pt x="34" y="89"/>
                  </a:lnTo>
                  <a:lnTo>
                    <a:pt x="35" y="83"/>
                  </a:lnTo>
                  <a:lnTo>
                    <a:pt x="40" y="81"/>
                  </a:lnTo>
                  <a:lnTo>
                    <a:pt x="41" y="79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50" y="92"/>
                  </a:lnTo>
                  <a:lnTo>
                    <a:pt x="51" y="97"/>
                  </a:lnTo>
                  <a:lnTo>
                    <a:pt x="51" y="100"/>
                  </a:lnTo>
                  <a:lnTo>
                    <a:pt x="54" y="102"/>
                  </a:lnTo>
                  <a:lnTo>
                    <a:pt x="63" y="82"/>
                  </a:lnTo>
                  <a:lnTo>
                    <a:pt x="68" y="75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8" y="62"/>
                  </a:lnTo>
                  <a:lnTo>
                    <a:pt x="88" y="55"/>
                  </a:lnTo>
                  <a:lnTo>
                    <a:pt x="90" y="54"/>
                  </a:lnTo>
                  <a:lnTo>
                    <a:pt x="92" y="51"/>
                  </a:lnTo>
                  <a:lnTo>
                    <a:pt x="96" y="49"/>
                  </a:lnTo>
                  <a:lnTo>
                    <a:pt x="96" y="48"/>
                  </a:lnTo>
                  <a:lnTo>
                    <a:pt x="94" y="44"/>
                  </a:lnTo>
                  <a:lnTo>
                    <a:pt x="86" y="33"/>
                  </a:lnTo>
                  <a:lnTo>
                    <a:pt x="86" y="26"/>
                  </a:lnTo>
                  <a:lnTo>
                    <a:pt x="98" y="18"/>
                  </a:lnTo>
                  <a:lnTo>
                    <a:pt x="103" y="17"/>
                  </a:lnTo>
                  <a:lnTo>
                    <a:pt x="105" y="15"/>
                  </a:lnTo>
                  <a:lnTo>
                    <a:pt x="111" y="14"/>
                  </a:lnTo>
                  <a:lnTo>
                    <a:pt x="114" y="11"/>
                  </a:lnTo>
                  <a:lnTo>
                    <a:pt x="125" y="16"/>
                  </a:lnTo>
                  <a:lnTo>
                    <a:pt x="138" y="13"/>
                  </a:lnTo>
                  <a:lnTo>
                    <a:pt x="143" y="13"/>
                  </a:lnTo>
                  <a:lnTo>
                    <a:pt x="146" y="12"/>
                  </a:lnTo>
                  <a:lnTo>
                    <a:pt x="147" y="10"/>
                  </a:lnTo>
                  <a:close/>
                  <a:moveTo>
                    <a:pt x="278" y="239"/>
                  </a:moveTo>
                  <a:lnTo>
                    <a:pt x="285" y="237"/>
                  </a:lnTo>
                  <a:lnTo>
                    <a:pt x="294" y="233"/>
                  </a:lnTo>
                  <a:lnTo>
                    <a:pt x="303" y="235"/>
                  </a:lnTo>
                  <a:lnTo>
                    <a:pt x="302" y="230"/>
                  </a:lnTo>
                  <a:lnTo>
                    <a:pt x="298" y="223"/>
                  </a:lnTo>
                  <a:lnTo>
                    <a:pt x="297" y="220"/>
                  </a:lnTo>
                  <a:lnTo>
                    <a:pt x="288" y="218"/>
                  </a:lnTo>
                  <a:lnTo>
                    <a:pt x="285" y="214"/>
                  </a:lnTo>
                  <a:lnTo>
                    <a:pt x="280" y="213"/>
                  </a:lnTo>
                  <a:lnTo>
                    <a:pt x="273" y="205"/>
                  </a:lnTo>
                  <a:lnTo>
                    <a:pt x="269" y="203"/>
                  </a:lnTo>
                  <a:lnTo>
                    <a:pt x="273" y="197"/>
                  </a:lnTo>
                  <a:lnTo>
                    <a:pt x="272" y="194"/>
                  </a:lnTo>
                  <a:lnTo>
                    <a:pt x="266" y="191"/>
                  </a:lnTo>
                  <a:lnTo>
                    <a:pt x="264" y="190"/>
                  </a:lnTo>
                  <a:lnTo>
                    <a:pt x="263" y="189"/>
                  </a:lnTo>
                  <a:lnTo>
                    <a:pt x="261" y="190"/>
                  </a:lnTo>
                  <a:lnTo>
                    <a:pt x="262" y="187"/>
                  </a:lnTo>
                  <a:lnTo>
                    <a:pt x="263" y="176"/>
                  </a:lnTo>
                  <a:lnTo>
                    <a:pt x="259" y="168"/>
                  </a:lnTo>
                  <a:lnTo>
                    <a:pt x="258" y="156"/>
                  </a:lnTo>
                  <a:lnTo>
                    <a:pt x="258" y="154"/>
                  </a:lnTo>
                  <a:lnTo>
                    <a:pt x="257" y="151"/>
                  </a:lnTo>
                  <a:lnTo>
                    <a:pt x="259" y="147"/>
                  </a:lnTo>
                  <a:lnTo>
                    <a:pt x="258" y="143"/>
                  </a:lnTo>
                  <a:lnTo>
                    <a:pt x="259" y="135"/>
                  </a:lnTo>
                  <a:lnTo>
                    <a:pt x="258" y="128"/>
                  </a:lnTo>
                  <a:lnTo>
                    <a:pt x="259" y="124"/>
                  </a:lnTo>
                  <a:lnTo>
                    <a:pt x="261" y="122"/>
                  </a:lnTo>
                  <a:lnTo>
                    <a:pt x="266" y="122"/>
                  </a:lnTo>
                  <a:lnTo>
                    <a:pt x="267" y="124"/>
                  </a:lnTo>
                  <a:lnTo>
                    <a:pt x="266" y="127"/>
                  </a:lnTo>
                  <a:lnTo>
                    <a:pt x="269" y="132"/>
                  </a:lnTo>
                  <a:lnTo>
                    <a:pt x="265" y="135"/>
                  </a:lnTo>
                  <a:lnTo>
                    <a:pt x="263" y="139"/>
                  </a:lnTo>
                  <a:lnTo>
                    <a:pt x="262" y="142"/>
                  </a:lnTo>
                  <a:lnTo>
                    <a:pt x="262" y="152"/>
                  </a:lnTo>
                  <a:lnTo>
                    <a:pt x="267" y="143"/>
                  </a:lnTo>
                  <a:lnTo>
                    <a:pt x="270" y="144"/>
                  </a:lnTo>
                  <a:lnTo>
                    <a:pt x="272" y="141"/>
                  </a:lnTo>
                  <a:lnTo>
                    <a:pt x="276" y="140"/>
                  </a:lnTo>
                  <a:lnTo>
                    <a:pt x="280" y="133"/>
                  </a:lnTo>
                  <a:lnTo>
                    <a:pt x="283" y="134"/>
                  </a:lnTo>
                  <a:lnTo>
                    <a:pt x="285" y="133"/>
                  </a:lnTo>
                  <a:lnTo>
                    <a:pt x="289" y="129"/>
                  </a:lnTo>
                  <a:lnTo>
                    <a:pt x="291" y="129"/>
                  </a:lnTo>
                  <a:lnTo>
                    <a:pt x="292" y="127"/>
                  </a:lnTo>
                  <a:lnTo>
                    <a:pt x="294" y="133"/>
                  </a:lnTo>
                  <a:lnTo>
                    <a:pt x="296" y="135"/>
                  </a:lnTo>
                  <a:lnTo>
                    <a:pt x="298" y="143"/>
                  </a:lnTo>
                  <a:lnTo>
                    <a:pt x="297" y="145"/>
                  </a:lnTo>
                  <a:lnTo>
                    <a:pt x="297" y="148"/>
                  </a:lnTo>
                  <a:lnTo>
                    <a:pt x="305" y="149"/>
                  </a:lnTo>
                  <a:lnTo>
                    <a:pt x="310" y="148"/>
                  </a:lnTo>
                  <a:lnTo>
                    <a:pt x="312" y="146"/>
                  </a:lnTo>
                  <a:lnTo>
                    <a:pt x="326" y="146"/>
                  </a:lnTo>
                  <a:lnTo>
                    <a:pt x="334" y="143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2" y="144"/>
                  </a:lnTo>
                  <a:lnTo>
                    <a:pt x="343" y="142"/>
                  </a:lnTo>
                  <a:lnTo>
                    <a:pt x="353" y="146"/>
                  </a:lnTo>
                  <a:lnTo>
                    <a:pt x="359" y="147"/>
                  </a:lnTo>
                  <a:lnTo>
                    <a:pt x="366" y="155"/>
                  </a:lnTo>
                  <a:lnTo>
                    <a:pt x="365" y="156"/>
                  </a:lnTo>
                  <a:lnTo>
                    <a:pt x="364" y="160"/>
                  </a:lnTo>
                  <a:lnTo>
                    <a:pt x="362" y="163"/>
                  </a:lnTo>
                  <a:lnTo>
                    <a:pt x="352" y="166"/>
                  </a:lnTo>
                  <a:lnTo>
                    <a:pt x="351" y="168"/>
                  </a:lnTo>
                  <a:lnTo>
                    <a:pt x="348" y="176"/>
                  </a:lnTo>
                  <a:lnTo>
                    <a:pt x="348" y="190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8" y="198"/>
                  </a:lnTo>
                  <a:lnTo>
                    <a:pt x="348" y="203"/>
                  </a:lnTo>
                  <a:lnTo>
                    <a:pt x="343" y="206"/>
                  </a:lnTo>
                  <a:lnTo>
                    <a:pt x="340" y="208"/>
                  </a:lnTo>
                  <a:lnTo>
                    <a:pt x="333" y="206"/>
                  </a:lnTo>
                  <a:lnTo>
                    <a:pt x="334" y="210"/>
                  </a:lnTo>
                  <a:lnTo>
                    <a:pt x="340" y="212"/>
                  </a:lnTo>
                  <a:lnTo>
                    <a:pt x="346" y="209"/>
                  </a:lnTo>
                  <a:lnTo>
                    <a:pt x="347" y="214"/>
                  </a:lnTo>
                  <a:lnTo>
                    <a:pt x="344" y="218"/>
                  </a:lnTo>
                  <a:lnTo>
                    <a:pt x="344" y="220"/>
                  </a:lnTo>
                  <a:lnTo>
                    <a:pt x="347" y="222"/>
                  </a:lnTo>
                  <a:lnTo>
                    <a:pt x="352" y="229"/>
                  </a:lnTo>
                  <a:lnTo>
                    <a:pt x="354" y="239"/>
                  </a:lnTo>
                  <a:lnTo>
                    <a:pt x="346" y="244"/>
                  </a:lnTo>
                  <a:lnTo>
                    <a:pt x="341" y="244"/>
                  </a:lnTo>
                  <a:lnTo>
                    <a:pt x="337" y="243"/>
                  </a:lnTo>
                  <a:lnTo>
                    <a:pt x="333" y="243"/>
                  </a:lnTo>
                  <a:lnTo>
                    <a:pt x="332" y="244"/>
                  </a:lnTo>
                  <a:lnTo>
                    <a:pt x="331" y="244"/>
                  </a:lnTo>
                  <a:lnTo>
                    <a:pt x="329" y="244"/>
                  </a:lnTo>
                  <a:lnTo>
                    <a:pt x="326" y="245"/>
                  </a:lnTo>
                  <a:lnTo>
                    <a:pt x="326" y="247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20" y="247"/>
                  </a:lnTo>
                  <a:lnTo>
                    <a:pt x="318" y="246"/>
                  </a:lnTo>
                  <a:lnTo>
                    <a:pt x="320" y="241"/>
                  </a:lnTo>
                  <a:lnTo>
                    <a:pt x="317" y="242"/>
                  </a:lnTo>
                  <a:lnTo>
                    <a:pt x="314" y="241"/>
                  </a:lnTo>
                  <a:lnTo>
                    <a:pt x="312" y="239"/>
                  </a:lnTo>
                  <a:lnTo>
                    <a:pt x="305" y="239"/>
                  </a:lnTo>
                  <a:lnTo>
                    <a:pt x="299" y="242"/>
                  </a:lnTo>
                  <a:lnTo>
                    <a:pt x="298" y="241"/>
                  </a:lnTo>
                  <a:lnTo>
                    <a:pt x="297" y="238"/>
                  </a:lnTo>
                  <a:lnTo>
                    <a:pt x="295" y="236"/>
                  </a:lnTo>
                  <a:lnTo>
                    <a:pt x="293" y="236"/>
                  </a:lnTo>
                  <a:lnTo>
                    <a:pt x="288" y="242"/>
                  </a:lnTo>
                  <a:lnTo>
                    <a:pt x="280" y="247"/>
                  </a:lnTo>
                  <a:lnTo>
                    <a:pt x="278" y="239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8" name="Freeform 20">
              <a:extLst>
                <a:ext uri="{FF2B5EF4-FFF2-40B4-BE49-F238E27FC236}">
                  <a16:creationId xmlns:a16="http://schemas.microsoft.com/office/drawing/2014/main" id="{679846CA-9FD6-4374-B7FA-ABBE74882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9574" y="2510542"/>
              <a:ext cx="723429" cy="827970"/>
            </a:xfrm>
            <a:custGeom>
              <a:avLst/>
              <a:gdLst>
                <a:gd name="T0" fmla="*/ 519 w 692"/>
                <a:gd name="T1" fmla="*/ 75 h 792"/>
                <a:gd name="T2" fmla="*/ 606 w 692"/>
                <a:gd name="T3" fmla="*/ 72 h 792"/>
                <a:gd name="T4" fmla="*/ 650 w 692"/>
                <a:gd name="T5" fmla="*/ 111 h 792"/>
                <a:gd name="T6" fmla="*/ 690 w 692"/>
                <a:gd name="T7" fmla="*/ 189 h 792"/>
                <a:gd name="T8" fmla="*/ 601 w 692"/>
                <a:gd name="T9" fmla="*/ 298 h 792"/>
                <a:gd name="T10" fmla="*/ 562 w 692"/>
                <a:gd name="T11" fmla="*/ 481 h 792"/>
                <a:gd name="T12" fmla="*/ 565 w 692"/>
                <a:gd name="T13" fmla="*/ 635 h 792"/>
                <a:gd name="T14" fmla="*/ 552 w 692"/>
                <a:gd name="T15" fmla="*/ 711 h 792"/>
                <a:gd name="T16" fmla="*/ 530 w 692"/>
                <a:gd name="T17" fmla="*/ 760 h 792"/>
                <a:gd name="T18" fmla="*/ 499 w 692"/>
                <a:gd name="T19" fmla="*/ 777 h 792"/>
                <a:gd name="T20" fmla="*/ 404 w 692"/>
                <a:gd name="T21" fmla="*/ 754 h 792"/>
                <a:gd name="T22" fmla="*/ 358 w 692"/>
                <a:gd name="T23" fmla="*/ 722 h 792"/>
                <a:gd name="T24" fmla="*/ 354 w 692"/>
                <a:gd name="T25" fmla="*/ 657 h 792"/>
                <a:gd name="T26" fmla="*/ 320 w 692"/>
                <a:gd name="T27" fmla="*/ 605 h 792"/>
                <a:gd name="T28" fmla="*/ 299 w 692"/>
                <a:gd name="T29" fmla="*/ 585 h 792"/>
                <a:gd name="T30" fmla="*/ 310 w 692"/>
                <a:gd name="T31" fmla="*/ 511 h 792"/>
                <a:gd name="T32" fmla="*/ 137 w 692"/>
                <a:gd name="T33" fmla="*/ 395 h 792"/>
                <a:gd name="T34" fmla="*/ 23 w 692"/>
                <a:gd name="T35" fmla="*/ 355 h 792"/>
                <a:gd name="T36" fmla="*/ 58 w 692"/>
                <a:gd name="T37" fmla="*/ 361 h 792"/>
                <a:gd name="T38" fmla="*/ 118 w 692"/>
                <a:gd name="T39" fmla="*/ 329 h 792"/>
                <a:gd name="T40" fmla="*/ 126 w 692"/>
                <a:gd name="T41" fmla="*/ 296 h 792"/>
                <a:gd name="T42" fmla="*/ 139 w 692"/>
                <a:gd name="T43" fmla="*/ 238 h 792"/>
                <a:gd name="T44" fmla="*/ 127 w 692"/>
                <a:gd name="T45" fmla="*/ 198 h 792"/>
                <a:gd name="T46" fmla="*/ 155 w 692"/>
                <a:gd name="T47" fmla="*/ 147 h 792"/>
                <a:gd name="T48" fmla="*/ 179 w 692"/>
                <a:gd name="T49" fmla="*/ 134 h 792"/>
                <a:gd name="T50" fmla="*/ 198 w 692"/>
                <a:gd name="T51" fmla="*/ 134 h 792"/>
                <a:gd name="T52" fmla="*/ 193 w 692"/>
                <a:gd name="T53" fmla="*/ 119 h 792"/>
                <a:gd name="T54" fmla="*/ 175 w 692"/>
                <a:gd name="T55" fmla="*/ 78 h 792"/>
                <a:gd name="T56" fmla="*/ 209 w 692"/>
                <a:gd name="T57" fmla="*/ 77 h 792"/>
                <a:gd name="T58" fmla="*/ 248 w 692"/>
                <a:gd name="T59" fmla="*/ 85 h 792"/>
                <a:gd name="T60" fmla="*/ 285 w 692"/>
                <a:gd name="T61" fmla="*/ 81 h 792"/>
                <a:gd name="T62" fmla="*/ 299 w 692"/>
                <a:gd name="T63" fmla="*/ 70 h 792"/>
                <a:gd name="T64" fmla="*/ 328 w 692"/>
                <a:gd name="T65" fmla="*/ 79 h 792"/>
                <a:gd name="T66" fmla="*/ 346 w 692"/>
                <a:gd name="T67" fmla="*/ 88 h 792"/>
                <a:gd name="T68" fmla="*/ 387 w 692"/>
                <a:gd name="T69" fmla="*/ 87 h 792"/>
                <a:gd name="T70" fmla="*/ 409 w 692"/>
                <a:gd name="T71" fmla="*/ 67 h 792"/>
                <a:gd name="T72" fmla="*/ 398 w 692"/>
                <a:gd name="T73" fmla="*/ 53 h 792"/>
                <a:gd name="T74" fmla="*/ 374 w 692"/>
                <a:gd name="T75" fmla="*/ 54 h 792"/>
                <a:gd name="T76" fmla="*/ 396 w 692"/>
                <a:gd name="T77" fmla="*/ 38 h 792"/>
                <a:gd name="T78" fmla="*/ 421 w 692"/>
                <a:gd name="T79" fmla="*/ 33 h 792"/>
                <a:gd name="T80" fmla="*/ 435 w 692"/>
                <a:gd name="T81" fmla="*/ 52 h 792"/>
                <a:gd name="T82" fmla="*/ 448 w 692"/>
                <a:gd name="T83" fmla="*/ 62 h 792"/>
                <a:gd name="T84" fmla="*/ 456 w 692"/>
                <a:gd name="T85" fmla="*/ 83 h 792"/>
                <a:gd name="T86" fmla="*/ 479 w 692"/>
                <a:gd name="T87" fmla="*/ 82 h 792"/>
                <a:gd name="T88" fmla="*/ 554 w 692"/>
                <a:gd name="T89" fmla="*/ 217 h 792"/>
                <a:gd name="T90" fmla="*/ 591 w 692"/>
                <a:gd name="T91" fmla="*/ 190 h 792"/>
                <a:gd name="T92" fmla="*/ 635 w 692"/>
                <a:gd name="T93" fmla="*/ 161 h 792"/>
                <a:gd name="T94" fmla="*/ 657 w 692"/>
                <a:gd name="T95" fmla="*/ 135 h 792"/>
                <a:gd name="T96" fmla="*/ 622 w 692"/>
                <a:gd name="T97" fmla="*/ 109 h 792"/>
                <a:gd name="T98" fmla="*/ 578 w 692"/>
                <a:gd name="T99" fmla="*/ 107 h 792"/>
                <a:gd name="T100" fmla="*/ 551 w 692"/>
                <a:gd name="T101" fmla="*/ 133 h 792"/>
                <a:gd name="T102" fmla="*/ 505 w 692"/>
                <a:gd name="T103" fmla="*/ 143 h 792"/>
                <a:gd name="T104" fmla="*/ 488 w 692"/>
                <a:gd name="T105" fmla="*/ 175 h 792"/>
                <a:gd name="T106" fmla="*/ 399 w 692"/>
                <a:gd name="T107" fmla="*/ 188 h 792"/>
                <a:gd name="T108" fmla="*/ 334 w 692"/>
                <a:gd name="T109" fmla="*/ 201 h 792"/>
                <a:gd name="T110" fmla="*/ 315 w 692"/>
                <a:gd name="T111" fmla="*/ 237 h 792"/>
                <a:gd name="T112" fmla="*/ 336 w 692"/>
                <a:gd name="T113" fmla="*/ 268 h 792"/>
                <a:gd name="T114" fmla="*/ 334 w 692"/>
                <a:gd name="T115" fmla="*/ 314 h 792"/>
                <a:gd name="T116" fmla="*/ 380 w 692"/>
                <a:gd name="T117" fmla="*/ 339 h 792"/>
                <a:gd name="T118" fmla="*/ 430 w 692"/>
                <a:gd name="T119" fmla="*/ 354 h 792"/>
                <a:gd name="T120" fmla="*/ 504 w 692"/>
                <a:gd name="T121" fmla="*/ 355 h 792"/>
                <a:gd name="T122" fmla="*/ 547 w 692"/>
                <a:gd name="T123" fmla="*/ 296 h 792"/>
                <a:gd name="T124" fmla="*/ 557 w 692"/>
                <a:gd name="T125" fmla="*/ 239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2" h="792">
                  <a:moveTo>
                    <a:pt x="444" y="55"/>
                  </a:moveTo>
                  <a:lnTo>
                    <a:pt x="442" y="54"/>
                  </a:lnTo>
                  <a:lnTo>
                    <a:pt x="441" y="51"/>
                  </a:lnTo>
                  <a:lnTo>
                    <a:pt x="443" y="51"/>
                  </a:lnTo>
                  <a:lnTo>
                    <a:pt x="445" y="53"/>
                  </a:lnTo>
                  <a:lnTo>
                    <a:pt x="444" y="55"/>
                  </a:lnTo>
                  <a:close/>
                  <a:moveTo>
                    <a:pt x="566" y="8"/>
                  </a:moveTo>
                  <a:lnTo>
                    <a:pt x="516" y="64"/>
                  </a:lnTo>
                  <a:lnTo>
                    <a:pt x="516" y="67"/>
                  </a:lnTo>
                  <a:lnTo>
                    <a:pt x="517" y="69"/>
                  </a:lnTo>
                  <a:lnTo>
                    <a:pt x="516" y="71"/>
                  </a:lnTo>
                  <a:lnTo>
                    <a:pt x="516" y="74"/>
                  </a:lnTo>
                  <a:lnTo>
                    <a:pt x="519" y="75"/>
                  </a:lnTo>
                  <a:lnTo>
                    <a:pt x="519" y="76"/>
                  </a:lnTo>
                  <a:lnTo>
                    <a:pt x="520" y="76"/>
                  </a:lnTo>
                  <a:lnTo>
                    <a:pt x="526" y="78"/>
                  </a:lnTo>
                  <a:lnTo>
                    <a:pt x="528" y="78"/>
                  </a:lnTo>
                  <a:lnTo>
                    <a:pt x="530" y="79"/>
                  </a:lnTo>
                  <a:lnTo>
                    <a:pt x="528" y="81"/>
                  </a:lnTo>
                  <a:lnTo>
                    <a:pt x="528" y="83"/>
                  </a:lnTo>
                  <a:lnTo>
                    <a:pt x="556" y="65"/>
                  </a:lnTo>
                  <a:lnTo>
                    <a:pt x="589" y="38"/>
                  </a:lnTo>
                  <a:lnTo>
                    <a:pt x="589" y="38"/>
                  </a:lnTo>
                  <a:lnTo>
                    <a:pt x="606" y="59"/>
                  </a:lnTo>
                  <a:lnTo>
                    <a:pt x="605" y="66"/>
                  </a:lnTo>
                  <a:lnTo>
                    <a:pt x="606" y="72"/>
                  </a:lnTo>
                  <a:lnTo>
                    <a:pt x="610" y="76"/>
                  </a:lnTo>
                  <a:lnTo>
                    <a:pt x="619" y="83"/>
                  </a:lnTo>
                  <a:lnTo>
                    <a:pt x="625" y="93"/>
                  </a:lnTo>
                  <a:lnTo>
                    <a:pt x="631" y="107"/>
                  </a:lnTo>
                  <a:lnTo>
                    <a:pt x="633" y="108"/>
                  </a:lnTo>
                  <a:lnTo>
                    <a:pt x="637" y="109"/>
                  </a:lnTo>
                  <a:lnTo>
                    <a:pt x="639" y="106"/>
                  </a:lnTo>
                  <a:lnTo>
                    <a:pt x="640" y="100"/>
                  </a:lnTo>
                  <a:lnTo>
                    <a:pt x="641" y="100"/>
                  </a:lnTo>
                  <a:lnTo>
                    <a:pt x="642" y="100"/>
                  </a:lnTo>
                  <a:lnTo>
                    <a:pt x="644" y="101"/>
                  </a:lnTo>
                  <a:lnTo>
                    <a:pt x="647" y="108"/>
                  </a:lnTo>
                  <a:lnTo>
                    <a:pt x="650" y="111"/>
                  </a:lnTo>
                  <a:lnTo>
                    <a:pt x="657" y="114"/>
                  </a:lnTo>
                  <a:lnTo>
                    <a:pt x="669" y="114"/>
                  </a:lnTo>
                  <a:lnTo>
                    <a:pt x="680" y="119"/>
                  </a:lnTo>
                  <a:lnTo>
                    <a:pt x="681" y="122"/>
                  </a:lnTo>
                  <a:lnTo>
                    <a:pt x="680" y="125"/>
                  </a:lnTo>
                  <a:lnTo>
                    <a:pt x="672" y="136"/>
                  </a:lnTo>
                  <a:lnTo>
                    <a:pt x="670" y="138"/>
                  </a:lnTo>
                  <a:lnTo>
                    <a:pt x="670" y="143"/>
                  </a:lnTo>
                  <a:lnTo>
                    <a:pt x="674" y="158"/>
                  </a:lnTo>
                  <a:lnTo>
                    <a:pt x="675" y="174"/>
                  </a:lnTo>
                  <a:lnTo>
                    <a:pt x="681" y="184"/>
                  </a:lnTo>
                  <a:lnTo>
                    <a:pt x="683" y="185"/>
                  </a:lnTo>
                  <a:lnTo>
                    <a:pt x="690" y="189"/>
                  </a:lnTo>
                  <a:lnTo>
                    <a:pt x="692" y="191"/>
                  </a:lnTo>
                  <a:lnTo>
                    <a:pt x="692" y="201"/>
                  </a:lnTo>
                  <a:lnTo>
                    <a:pt x="688" y="209"/>
                  </a:lnTo>
                  <a:lnTo>
                    <a:pt x="685" y="213"/>
                  </a:lnTo>
                  <a:lnTo>
                    <a:pt x="677" y="218"/>
                  </a:lnTo>
                  <a:lnTo>
                    <a:pt x="661" y="219"/>
                  </a:lnTo>
                  <a:lnTo>
                    <a:pt x="655" y="221"/>
                  </a:lnTo>
                  <a:lnTo>
                    <a:pt x="653" y="220"/>
                  </a:lnTo>
                  <a:lnTo>
                    <a:pt x="639" y="237"/>
                  </a:lnTo>
                  <a:lnTo>
                    <a:pt x="634" y="244"/>
                  </a:lnTo>
                  <a:lnTo>
                    <a:pt x="626" y="273"/>
                  </a:lnTo>
                  <a:lnTo>
                    <a:pt x="622" y="283"/>
                  </a:lnTo>
                  <a:lnTo>
                    <a:pt x="601" y="298"/>
                  </a:lnTo>
                  <a:lnTo>
                    <a:pt x="598" y="303"/>
                  </a:lnTo>
                  <a:lnTo>
                    <a:pt x="595" y="314"/>
                  </a:lnTo>
                  <a:lnTo>
                    <a:pt x="593" y="321"/>
                  </a:lnTo>
                  <a:lnTo>
                    <a:pt x="580" y="332"/>
                  </a:lnTo>
                  <a:lnTo>
                    <a:pt x="579" y="344"/>
                  </a:lnTo>
                  <a:lnTo>
                    <a:pt x="571" y="365"/>
                  </a:lnTo>
                  <a:lnTo>
                    <a:pt x="558" y="387"/>
                  </a:lnTo>
                  <a:lnTo>
                    <a:pt x="555" y="401"/>
                  </a:lnTo>
                  <a:lnTo>
                    <a:pt x="547" y="420"/>
                  </a:lnTo>
                  <a:lnTo>
                    <a:pt x="545" y="435"/>
                  </a:lnTo>
                  <a:lnTo>
                    <a:pt x="549" y="456"/>
                  </a:lnTo>
                  <a:lnTo>
                    <a:pt x="555" y="472"/>
                  </a:lnTo>
                  <a:lnTo>
                    <a:pt x="562" y="481"/>
                  </a:lnTo>
                  <a:lnTo>
                    <a:pt x="563" y="486"/>
                  </a:lnTo>
                  <a:lnTo>
                    <a:pt x="571" y="526"/>
                  </a:lnTo>
                  <a:lnTo>
                    <a:pt x="571" y="534"/>
                  </a:lnTo>
                  <a:lnTo>
                    <a:pt x="568" y="544"/>
                  </a:lnTo>
                  <a:lnTo>
                    <a:pt x="565" y="548"/>
                  </a:lnTo>
                  <a:lnTo>
                    <a:pt x="551" y="559"/>
                  </a:lnTo>
                  <a:lnTo>
                    <a:pt x="534" y="571"/>
                  </a:lnTo>
                  <a:lnTo>
                    <a:pt x="534" y="575"/>
                  </a:lnTo>
                  <a:lnTo>
                    <a:pt x="536" y="584"/>
                  </a:lnTo>
                  <a:lnTo>
                    <a:pt x="536" y="584"/>
                  </a:lnTo>
                  <a:lnTo>
                    <a:pt x="540" y="592"/>
                  </a:lnTo>
                  <a:lnTo>
                    <a:pt x="561" y="624"/>
                  </a:lnTo>
                  <a:lnTo>
                    <a:pt x="565" y="635"/>
                  </a:lnTo>
                  <a:lnTo>
                    <a:pt x="571" y="647"/>
                  </a:lnTo>
                  <a:lnTo>
                    <a:pt x="590" y="671"/>
                  </a:lnTo>
                  <a:lnTo>
                    <a:pt x="578" y="673"/>
                  </a:lnTo>
                  <a:lnTo>
                    <a:pt x="576" y="676"/>
                  </a:lnTo>
                  <a:lnTo>
                    <a:pt x="572" y="676"/>
                  </a:lnTo>
                  <a:lnTo>
                    <a:pt x="570" y="677"/>
                  </a:lnTo>
                  <a:lnTo>
                    <a:pt x="569" y="679"/>
                  </a:lnTo>
                  <a:lnTo>
                    <a:pt x="569" y="694"/>
                  </a:lnTo>
                  <a:lnTo>
                    <a:pt x="568" y="695"/>
                  </a:lnTo>
                  <a:lnTo>
                    <a:pt x="558" y="698"/>
                  </a:lnTo>
                  <a:lnTo>
                    <a:pt x="557" y="702"/>
                  </a:lnTo>
                  <a:lnTo>
                    <a:pt x="555" y="702"/>
                  </a:lnTo>
                  <a:lnTo>
                    <a:pt x="552" y="711"/>
                  </a:lnTo>
                  <a:lnTo>
                    <a:pt x="552" y="714"/>
                  </a:lnTo>
                  <a:lnTo>
                    <a:pt x="549" y="714"/>
                  </a:lnTo>
                  <a:lnTo>
                    <a:pt x="550" y="716"/>
                  </a:lnTo>
                  <a:lnTo>
                    <a:pt x="544" y="719"/>
                  </a:lnTo>
                  <a:lnTo>
                    <a:pt x="543" y="725"/>
                  </a:lnTo>
                  <a:lnTo>
                    <a:pt x="539" y="731"/>
                  </a:lnTo>
                  <a:lnTo>
                    <a:pt x="537" y="736"/>
                  </a:lnTo>
                  <a:lnTo>
                    <a:pt x="538" y="742"/>
                  </a:lnTo>
                  <a:lnTo>
                    <a:pt x="546" y="746"/>
                  </a:lnTo>
                  <a:lnTo>
                    <a:pt x="541" y="750"/>
                  </a:lnTo>
                  <a:lnTo>
                    <a:pt x="535" y="753"/>
                  </a:lnTo>
                  <a:lnTo>
                    <a:pt x="532" y="758"/>
                  </a:lnTo>
                  <a:lnTo>
                    <a:pt x="530" y="760"/>
                  </a:lnTo>
                  <a:lnTo>
                    <a:pt x="529" y="761"/>
                  </a:lnTo>
                  <a:lnTo>
                    <a:pt x="531" y="769"/>
                  </a:lnTo>
                  <a:lnTo>
                    <a:pt x="530" y="774"/>
                  </a:lnTo>
                  <a:lnTo>
                    <a:pt x="528" y="776"/>
                  </a:lnTo>
                  <a:lnTo>
                    <a:pt x="519" y="777"/>
                  </a:lnTo>
                  <a:lnTo>
                    <a:pt x="520" y="779"/>
                  </a:lnTo>
                  <a:lnTo>
                    <a:pt x="520" y="783"/>
                  </a:lnTo>
                  <a:lnTo>
                    <a:pt x="517" y="789"/>
                  </a:lnTo>
                  <a:lnTo>
                    <a:pt x="514" y="792"/>
                  </a:lnTo>
                  <a:lnTo>
                    <a:pt x="512" y="789"/>
                  </a:lnTo>
                  <a:lnTo>
                    <a:pt x="505" y="784"/>
                  </a:lnTo>
                  <a:lnTo>
                    <a:pt x="502" y="777"/>
                  </a:lnTo>
                  <a:lnTo>
                    <a:pt x="499" y="777"/>
                  </a:lnTo>
                  <a:lnTo>
                    <a:pt x="495" y="774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62" y="763"/>
                  </a:lnTo>
                  <a:lnTo>
                    <a:pt x="443" y="763"/>
                  </a:lnTo>
                  <a:lnTo>
                    <a:pt x="433" y="760"/>
                  </a:lnTo>
                  <a:lnTo>
                    <a:pt x="431" y="761"/>
                  </a:lnTo>
                  <a:lnTo>
                    <a:pt x="427" y="758"/>
                  </a:lnTo>
                  <a:lnTo>
                    <a:pt x="420" y="759"/>
                  </a:lnTo>
                  <a:lnTo>
                    <a:pt x="416" y="761"/>
                  </a:lnTo>
                  <a:lnTo>
                    <a:pt x="410" y="760"/>
                  </a:lnTo>
                  <a:lnTo>
                    <a:pt x="408" y="756"/>
                  </a:lnTo>
                  <a:lnTo>
                    <a:pt x="404" y="754"/>
                  </a:lnTo>
                  <a:lnTo>
                    <a:pt x="396" y="754"/>
                  </a:lnTo>
                  <a:lnTo>
                    <a:pt x="391" y="752"/>
                  </a:lnTo>
                  <a:lnTo>
                    <a:pt x="388" y="752"/>
                  </a:lnTo>
                  <a:lnTo>
                    <a:pt x="386" y="755"/>
                  </a:lnTo>
                  <a:lnTo>
                    <a:pt x="381" y="752"/>
                  </a:lnTo>
                  <a:lnTo>
                    <a:pt x="378" y="752"/>
                  </a:lnTo>
                  <a:lnTo>
                    <a:pt x="371" y="758"/>
                  </a:lnTo>
                  <a:lnTo>
                    <a:pt x="364" y="751"/>
                  </a:lnTo>
                  <a:lnTo>
                    <a:pt x="361" y="746"/>
                  </a:lnTo>
                  <a:lnTo>
                    <a:pt x="356" y="742"/>
                  </a:lnTo>
                  <a:lnTo>
                    <a:pt x="356" y="742"/>
                  </a:lnTo>
                  <a:lnTo>
                    <a:pt x="360" y="729"/>
                  </a:lnTo>
                  <a:lnTo>
                    <a:pt x="358" y="722"/>
                  </a:lnTo>
                  <a:lnTo>
                    <a:pt x="357" y="720"/>
                  </a:lnTo>
                  <a:lnTo>
                    <a:pt x="350" y="716"/>
                  </a:lnTo>
                  <a:lnTo>
                    <a:pt x="347" y="708"/>
                  </a:lnTo>
                  <a:lnTo>
                    <a:pt x="347" y="698"/>
                  </a:lnTo>
                  <a:lnTo>
                    <a:pt x="347" y="697"/>
                  </a:lnTo>
                  <a:lnTo>
                    <a:pt x="353" y="695"/>
                  </a:lnTo>
                  <a:lnTo>
                    <a:pt x="354" y="692"/>
                  </a:lnTo>
                  <a:lnTo>
                    <a:pt x="351" y="684"/>
                  </a:lnTo>
                  <a:lnTo>
                    <a:pt x="355" y="672"/>
                  </a:lnTo>
                  <a:lnTo>
                    <a:pt x="353" y="667"/>
                  </a:lnTo>
                  <a:lnTo>
                    <a:pt x="353" y="665"/>
                  </a:lnTo>
                  <a:lnTo>
                    <a:pt x="355" y="660"/>
                  </a:lnTo>
                  <a:lnTo>
                    <a:pt x="354" y="657"/>
                  </a:lnTo>
                  <a:lnTo>
                    <a:pt x="358" y="650"/>
                  </a:lnTo>
                  <a:lnTo>
                    <a:pt x="358" y="649"/>
                  </a:lnTo>
                  <a:lnTo>
                    <a:pt x="354" y="642"/>
                  </a:lnTo>
                  <a:lnTo>
                    <a:pt x="353" y="637"/>
                  </a:lnTo>
                  <a:lnTo>
                    <a:pt x="351" y="626"/>
                  </a:lnTo>
                  <a:lnTo>
                    <a:pt x="347" y="619"/>
                  </a:lnTo>
                  <a:lnTo>
                    <a:pt x="344" y="617"/>
                  </a:lnTo>
                  <a:lnTo>
                    <a:pt x="338" y="610"/>
                  </a:lnTo>
                  <a:lnTo>
                    <a:pt x="335" y="608"/>
                  </a:lnTo>
                  <a:lnTo>
                    <a:pt x="331" y="608"/>
                  </a:lnTo>
                  <a:lnTo>
                    <a:pt x="325" y="605"/>
                  </a:lnTo>
                  <a:lnTo>
                    <a:pt x="323" y="606"/>
                  </a:lnTo>
                  <a:lnTo>
                    <a:pt x="320" y="605"/>
                  </a:lnTo>
                  <a:lnTo>
                    <a:pt x="304" y="616"/>
                  </a:lnTo>
                  <a:lnTo>
                    <a:pt x="301" y="616"/>
                  </a:lnTo>
                  <a:lnTo>
                    <a:pt x="300" y="613"/>
                  </a:lnTo>
                  <a:lnTo>
                    <a:pt x="296" y="615"/>
                  </a:lnTo>
                  <a:lnTo>
                    <a:pt x="293" y="616"/>
                  </a:lnTo>
                  <a:lnTo>
                    <a:pt x="286" y="611"/>
                  </a:lnTo>
                  <a:lnTo>
                    <a:pt x="284" y="611"/>
                  </a:lnTo>
                  <a:lnTo>
                    <a:pt x="271" y="601"/>
                  </a:lnTo>
                  <a:lnTo>
                    <a:pt x="277" y="596"/>
                  </a:lnTo>
                  <a:lnTo>
                    <a:pt x="287" y="590"/>
                  </a:lnTo>
                  <a:lnTo>
                    <a:pt x="293" y="589"/>
                  </a:lnTo>
                  <a:lnTo>
                    <a:pt x="295" y="586"/>
                  </a:lnTo>
                  <a:lnTo>
                    <a:pt x="299" y="585"/>
                  </a:lnTo>
                  <a:lnTo>
                    <a:pt x="305" y="580"/>
                  </a:lnTo>
                  <a:lnTo>
                    <a:pt x="307" y="572"/>
                  </a:lnTo>
                  <a:lnTo>
                    <a:pt x="310" y="568"/>
                  </a:lnTo>
                  <a:lnTo>
                    <a:pt x="312" y="564"/>
                  </a:lnTo>
                  <a:lnTo>
                    <a:pt x="312" y="556"/>
                  </a:lnTo>
                  <a:lnTo>
                    <a:pt x="310" y="548"/>
                  </a:lnTo>
                  <a:lnTo>
                    <a:pt x="311" y="542"/>
                  </a:lnTo>
                  <a:lnTo>
                    <a:pt x="309" y="536"/>
                  </a:lnTo>
                  <a:lnTo>
                    <a:pt x="308" y="531"/>
                  </a:lnTo>
                  <a:lnTo>
                    <a:pt x="311" y="523"/>
                  </a:lnTo>
                  <a:lnTo>
                    <a:pt x="311" y="518"/>
                  </a:lnTo>
                  <a:lnTo>
                    <a:pt x="309" y="513"/>
                  </a:lnTo>
                  <a:lnTo>
                    <a:pt x="310" y="511"/>
                  </a:lnTo>
                  <a:lnTo>
                    <a:pt x="311" y="503"/>
                  </a:lnTo>
                  <a:lnTo>
                    <a:pt x="284" y="499"/>
                  </a:lnTo>
                  <a:lnTo>
                    <a:pt x="268" y="495"/>
                  </a:lnTo>
                  <a:lnTo>
                    <a:pt x="250" y="494"/>
                  </a:lnTo>
                  <a:lnTo>
                    <a:pt x="246" y="495"/>
                  </a:lnTo>
                  <a:lnTo>
                    <a:pt x="240" y="493"/>
                  </a:lnTo>
                  <a:lnTo>
                    <a:pt x="214" y="497"/>
                  </a:lnTo>
                  <a:lnTo>
                    <a:pt x="204" y="487"/>
                  </a:lnTo>
                  <a:lnTo>
                    <a:pt x="165" y="445"/>
                  </a:lnTo>
                  <a:lnTo>
                    <a:pt x="165" y="445"/>
                  </a:lnTo>
                  <a:lnTo>
                    <a:pt x="155" y="434"/>
                  </a:lnTo>
                  <a:lnTo>
                    <a:pt x="139" y="398"/>
                  </a:lnTo>
                  <a:lnTo>
                    <a:pt x="137" y="395"/>
                  </a:lnTo>
                  <a:lnTo>
                    <a:pt x="125" y="397"/>
                  </a:lnTo>
                  <a:lnTo>
                    <a:pt x="113" y="395"/>
                  </a:lnTo>
                  <a:lnTo>
                    <a:pt x="39" y="406"/>
                  </a:lnTo>
                  <a:lnTo>
                    <a:pt x="31" y="406"/>
                  </a:lnTo>
                  <a:lnTo>
                    <a:pt x="23" y="403"/>
                  </a:lnTo>
                  <a:lnTo>
                    <a:pt x="9" y="392"/>
                  </a:lnTo>
                  <a:lnTo>
                    <a:pt x="9" y="392"/>
                  </a:lnTo>
                  <a:lnTo>
                    <a:pt x="0" y="370"/>
                  </a:lnTo>
                  <a:lnTo>
                    <a:pt x="1" y="366"/>
                  </a:lnTo>
                  <a:lnTo>
                    <a:pt x="2" y="366"/>
                  </a:lnTo>
                  <a:lnTo>
                    <a:pt x="2" y="365"/>
                  </a:lnTo>
                  <a:lnTo>
                    <a:pt x="6" y="361"/>
                  </a:lnTo>
                  <a:lnTo>
                    <a:pt x="23" y="355"/>
                  </a:lnTo>
                  <a:lnTo>
                    <a:pt x="31" y="358"/>
                  </a:lnTo>
                  <a:lnTo>
                    <a:pt x="35" y="360"/>
                  </a:lnTo>
                  <a:lnTo>
                    <a:pt x="37" y="360"/>
                  </a:lnTo>
                  <a:lnTo>
                    <a:pt x="39" y="359"/>
                  </a:lnTo>
                  <a:lnTo>
                    <a:pt x="44" y="356"/>
                  </a:lnTo>
                  <a:lnTo>
                    <a:pt x="45" y="357"/>
                  </a:lnTo>
                  <a:lnTo>
                    <a:pt x="45" y="361"/>
                  </a:lnTo>
                  <a:lnTo>
                    <a:pt x="47" y="362"/>
                  </a:lnTo>
                  <a:lnTo>
                    <a:pt x="51" y="364"/>
                  </a:lnTo>
                  <a:lnTo>
                    <a:pt x="55" y="363"/>
                  </a:lnTo>
                  <a:lnTo>
                    <a:pt x="56" y="364"/>
                  </a:lnTo>
                  <a:lnTo>
                    <a:pt x="59" y="362"/>
                  </a:lnTo>
                  <a:lnTo>
                    <a:pt x="58" y="361"/>
                  </a:lnTo>
                  <a:lnTo>
                    <a:pt x="61" y="360"/>
                  </a:lnTo>
                  <a:lnTo>
                    <a:pt x="61" y="354"/>
                  </a:lnTo>
                  <a:lnTo>
                    <a:pt x="78" y="352"/>
                  </a:lnTo>
                  <a:lnTo>
                    <a:pt x="88" y="349"/>
                  </a:lnTo>
                  <a:lnTo>
                    <a:pt x="88" y="349"/>
                  </a:lnTo>
                  <a:lnTo>
                    <a:pt x="89" y="352"/>
                  </a:lnTo>
                  <a:lnTo>
                    <a:pt x="105" y="347"/>
                  </a:lnTo>
                  <a:lnTo>
                    <a:pt x="105" y="346"/>
                  </a:lnTo>
                  <a:lnTo>
                    <a:pt x="108" y="347"/>
                  </a:lnTo>
                  <a:lnTo>
                    <a:pt x="115" y="338"/>
                  </a:lnTo>
                  <a:lnTo>
                    <a:pt x="117" y="335"/>
                  </a:lnTo>
                  <a:lnTo>
                    <a:pt x="114" y="332"/>
                  </a:lnTo>
                  <a:lnTo>
                    <a:pt x="118" y="329"/>
                  </a:lnTo>
                  <a:lnTo>
                    <a:pt x="119" y="327"/>
                  </a:lnTo>
                  <a:lnTo>
                    <a:pt x="120" y="322"/>
                  </a:lnTo>
                  <a:lnTo>
                    <a:pt x="120" y="321"/>
                  </a:lnTo>
                  <a:lnTo>
                    <a:pt x="118" y="320"/>
                  </a:lnTo>
                  <a:lnTo>
                    <a:pt x="116" y="323"/>
                  </a:lnTo>
                  <a:lnTo>
                    <a:pt x="115" y="322"/>
                  </a:lnTo>
                  <a:lnTo>
                    <a:pt x="115" y="319"/>
                  </a:lnTo>
                  <a:lnTo>
                    <a:pt x="113" y="317"/>
                  </a:lnTo>
                  <a:lnTo>
                    <a:pt x="109" y="313"/>
                  </a:lnTo>
                  <a:lnTo>
                    <a:pt x="121" y="308"/>
                  </a:lnTo>
                  <a:lnTo>
                    <a:pt x="121" y="307"/>
                  </a:lnTo>
                  <a:lnTo>
                    <a:pt x="123" y="304"/>
                  </a:lnTo>
                  <a:lnTo>
                    <a:pt x="126" y="296"/>
                  </a:lnTo>
                  <a:lnTo>
                    <a:pt x="128" y="293"/>
                  </a:lnTo>
                  <a:lnTo>
                    <a:pt x="132" y="291"/>
                  </a:lnTo>
                  <a:lnTo>
                    <a:pt x="136" y="292"/>
                  </a:lnTo>
                  <a:lnTo>
                    <a:pt x="141" y="291"/>
                  </a:lnTo>
                  <a:lnTo>
                    <a:pt x="149" y="275"/>
                  </a:lnTo>
                  <a:lnTo>
                    <a:pt x="146" y="272"/>
                  </a:lnTo>
                  <a:lnTo>
                    <a:pt x="145" y="269"/>
                  </a:lnTo>
                  <a:lnTo>
                    <a:pt x="143" y="267"/>
                  </a:lnTo>
                  <a:lnTo>
                    <a:pt x="143" y="263"/>
                  </a:lnTo>
                  <a:lnTo>
                    <a:pt x="145" y="256"/>
                  </a:lnTo>
                  <a:lnTo>
                    <a:pt x="140" y="253"/>
                  </a:lnTo>
                  <a:lnTo>
                    <a:pt x="140" y="243"/>
                  </a:lnTo>
                  <a:lnTo>
                    <a:pt x="139" y="238"/>
                  </a:lnTo>
                  <a:lnTo>
                    <a:pt x="137" y="237"/>
                  </a:lnTo>
                  <a:lnTo>
                    <a:pt x="136" y="236"/>
                  </a:lnTo>
                  <a:lnTo>
                    <a:pt x="129" y="236"/>
                  </a:lnTo>
                  <a:lnTo>
                    <a:pt x="129" y="233"/>
                  </a:lnTo>
                  <a:lnTo>
                    <a:pt x="124" y="220"/>
                  </a:lnTo>
                  <a:lnTo>
                    <a:pt x="122" y="215"/>
                  </a:lnTo>
                  <a:lnTo>
                    <a:pt x="120" y="212"/>
                  </a:lnTo>
                  <a:lnTo>
                    <a:pt x="118" y="211"/>
                  </a:lnTo>
                  <a:lnTo>
                    <a:pt x="116" y="210"/>
                  </a:lnTo>
                  <a:lnTo>
                    <a:pt x="116" y="210"/>
                  </a:lnTo>
                  <a:lnTo>
                    <a:pt x="120" y="206"/>
                  </a:lnTo>
                  <a:lnTo>
                    <a:pt x="124" y="204"/>
                  </a:lnTo>
                  <a:lnTo>
                    <a:pt x="127" y="198"/>
                  </a:lnTo>
                  <a:lnTo>
                    <a:pt x="134" y="199"/>
                  </a:lnTo>
                  <a:lnTo>
                    <a:pt x="136" y="192"/>
                  </a:lnTo>
                  <a:lnTo>
                    <a:pt x="139" y="192"/>
                  </a:lnTo>
                  <a:lnTo>
                    <a:pt x="140" y="178"/>
                  </a:lnTo>
                  <a:lnTo>
                    <a:pt x="143" y="169"/>
                  </a:lnTo>
                  <a:lnTo>
                    <a:pt x="147" y="168"/>
                  </a:lnTo>
                  <a:lnTo>
                    <a:pt x="152" y="169"/>
                  </a:lnTo>
                  <a:lnTo>
                    <a:pt x="153" y="166"/>
                  </a:lnTo>
                  <a:lnTo>
                    <a:pt x="155" y="155"/>
                  </a:lnTo>
                  <a:lnTo>
                    <a:pt x="154" y="152"/>
                  </a:lnTo>
                  <a:lnTo>
                    <a:pt x="154" y="151"/>
                  </a:lnTo>
                  <a:lnTo>
                    <a:pt x="153" y="147"/>
                  </a:lnTo>
                  <a:lnTo>
                    <a:pt x="155" y="147"/>
                  </a:lnTo>
                  <a:lnTo>
                    <a:pt x="156" y="147"/>
                  </a:lnTo>
                  <a:lnTo>
                    <a:pt x="157" y="147"/>
                  </a:lnTo>
                  <a:lnTo>
                    <a:pt x="160" y="146"/>
                  </a:lnTo>
                  <a:lnTo>
                    <a:pt x="162" y="144"/>
                  </a:lnTo>
                  <a:lnTo>
                    <a:pt x="160" y="142"/>
                  </a:lnTo>
                  <a:lnTo>
                    <a:pt x="161" y="141"/>
                  </a:lnTo>
                  <a:lnTo>
                    <a:pt x="166" y="142"/>
                  </a:lnTo>
                  <a:lnTo>
                    <a:pt x="170" y="141"/>
                  </a:lnTo>
                  <a:lnTo>
                    <a:pt x="171" y="143"/>
                  </a:lnTo>
                  <a:lnTo>
                    <a:pt x="173" y="141"/>
                  </a:lnTo>
                  <a:lnTo>
                    <a:pt x="176" y="139"/>
                  </a:lnTo>
                  <a:lnTo>
                    <a:pt x="178" y="135"/>
                  </a:lnTo>
                  <a:lnTo>
                    <a:pt x="179" y="134"/>
                  </a:lnTo>
                  <a:lnTo>
                    <a:pt x="182" y="139"/>
                  </a:lnTo>
                  <a:lnTo>
                    <a:pt x="184" y="139"/>
                  </a:lnTo>
                  <a:lnTo>
                    <a:pt x="186" y="139"/>
                  </a:lnTo>
                  <a:lnTo>
                    <a:pt x="188" y="136"/>
                  </a:lnTo>
                  <a:lnTo>
                    <a:pt x="189" y="136"/>
                  </a:lnTo>
                  <a:lnTo>
                    <a:pt x="190" y="139"/>
                  </a:lnTo>
                  <a:lnTo>
                    <a:pt x="188" y="141"/>
                  </a:lnTo>
                  <a:lnTo>
                    <a:pt x="191" y="141"/>
                  </a:lnTo>
                  <a:lnTo>
                    <a:pt x="192" y="139"/>
                  </a:lnTo>
                  <a:lnTo>
                    <a:pt x="191" y="136"/>
                  </a:lnTo>
                  <a:lnTo>
                    <a:pt x="192" y="136"/>
                  </a:lnTo>
                  <a:lnTo>
                    <a:pt x="192" y="133"/>
                  </a:lnTo>
                  <a:lnTo>
                    <a:pt x="198" y="134"/>
                  </a:lnTo>
                  <a:lnTo>
                    <a:pt x="197" y="132"/>
                  </a:lnTo>
                  <a:lnTo>
                    <a:pt x="200" y="132"/>
                  </a:lnTo>
                  <a:lnTo>
                    <a:pt x="200" y="130"/>
                  </a:lnTo>
                  <a:lnTo>
                    <a:pt x="205" y="133"/>
                  </a:lnTo>
                  <a:lnTo>
                    <a:pt x="205" y="131"/>
                  </a:lnTo>
                  <a:lnTo>
                    <a:pt x="208" y="132"/>
                  </a:lnTo>
                  <a:lnTo>
                    <a:pt x="208" y="130"/>
                  </a:lnTo>
                  <a:lnTo>
                    <a:pt x="211" y="129"/>
                  </a:lnTo>
                  <a:lnTo>
                    <a:pt x="210" y="128"/>
                  </a:lnTo>
                  <a:lnTo>
                    <a:pt x="205" y="126"/>
                  </a:lnTo>
                  <a:lnTo>
                    <a:pt x="205" y="124"/>
                  </a:lnTo>
                  <a:lnTo>
                    <a:pt x="200" y="120"/>
                  </a:lnTo>
                  <a:lnTo>
                    <a:pt x="193" y="119"/>
                  </a:lnTo>
                  <a:lnTo>
                    <a:pt x="186" y="115"/>
                  </a:lnTo>
                  <a:lnTo>
                    <a:pt x="183" y="112"/>
                  </a:lnTo>
                  <a:lnTo>
                    <a:pt x="186" y="110"/>
                  </a:lnTo>
                  <a:lnTo>
                    <a:pt x="184" y="109"/>
                  </a:lnTo>
                  <a:lnTo>
                    <a:pt x="184" y="103"/>
                  </a:lnTo>
                  <a:lnTo>
                    <a:pt x="169" y="98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0"/>
                  </a:lnTo>
                  <a:lnTo>
                    <a:pt x="165" y="88"/>
                  </a:lnTo>
                  <a:lnTo>
                    <a:pt x="170" y="84"/>
                  </a:lnTo>
                  <a:lnTo>
                    <a:pt x="172" y="78"/>
                  </a:lnTo>
                  <a:lnTo>
                    <a:pt x="175" y="78"/>
                  </a:lnTo>
                  <a:lnTo>
                    <a:pt x="177" y="79"/>
                  </a:lnTo>
                  <a:lnTo>
                    <a:pt x="184" y="78"/>
                  </a:lnTo>
                  <a:lnTo>
                    <a:pt x="194" y="73"/>
                  </a:lnTo>
                  <a:lnTo>
                    <a:pt x="193" y="71"/>
                  </a:lnTo>
                  <a:lnTo>
                    <a:pt x="195" y="71"/>
                  </a:lnTo>
                  <a:lnTo>
                    <a:pt x="197" y="73"/>
                  </a:lnTo>
                  <a:lnTo>
                    <a:pt x="199" y="76"/>
                  </a:lnTo>
                  <a:lnTo>
                    <a:pt x="202" y="76"/>
                  </a:lnTo>
                  <a:lnTo>
                    <a:pt x="201" y="78"/>
                  </a:lnTo>
                  <a:lnTo>
                    <a:pt x="204" y="78"/>
                  </a:lnTo>
                  <a:lnTo>
                    <a:pt x="205" y="81"/>
                  </a:lnTo>
                  <a:lnTo>
                    <a:pt x="208" y="80"/>
                  </a:lnTo>
                  <a:lnTo>
                    <a:pt x="209" y="77"/>
                  </a:lnTo>
                  <a:lnTo>
                    <a:pt x="211" y="76"/>
                  </a:lnTo>
                  <a:lnTo>
                    <a:pt x="211" y="75"/>
                  </a:lnTo>
                  <a:lnTo>
                    <a:pt x="213" y="77"/>
                  </a:lnTo>
                  <a:lnTo>
                    <a:pt x="219" y="74"/>
                  </a:lnTo>
                  <a:lnTo>
                    <a:pt x="221" y="75"/>
                  </a:lnTo>
                  <a:lnTo>
                    <a:pt x="227" y="72"/>
                  </a:lnTo>
                  <a:lnTo>
                    <a:pt x="229" y="77"/>
                  </a:lnTo>
                  <a:lnTo>
                    <a:pt x="228" y="79"/>
                  </a:lnTo>
                  <a:lnTo>
                    <a:pt x="230" y="81"/>
                  </a:lnTo>
                  <a:lnTo>
                    <a:pt x="233" y="87"/>
                  </a:lnTo>
                  <a:lnTo>
                    <a:pt x="238" y="85"/>
                  </a:lnTo>
                  <a:lnTo>
                    <a:pt x="240" y="83"/>
                  </a:lnTo>
                  <a:lnTo>
                    <a:pt x="248" y="85"/>
                  </a:lnTo>
                  <a:lnTo>
                    <a:pt x="251" y="84"/>
                  </a:lnTo>
                  <a:lnTo>
                    <a:pt x="255" y="90"/>
                  </a:lnTo>
                  <a:lnTo>
                    <a:pt x="256" y="90"/>
                  </a:lnTo>
                  <a:lnTo>
                    <a:pt x="260" y="88"/>
                  </a:lnTo>
                  <a:lnTo>
                    <a:pt x="260" y="85"/>
                  </a:lnTo>
                  <a:lnTo>
                    <a:pt x="265" y="84"/>
                  </a:lnTo>
                  <a:lnTo>
                    <a:pt x="265" y="83"/>
                  </a:lnTo>
                  <a:lnTo>
                    <a:pt x="270" y="83"/>
                  </a:lnTo>
                  <a:lnTo>
                    <a:pt x="272" y="83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80" y="81"/>
                  </a:lnTo>
                  <a:lnTo>
                    <a:pt x="285" y="81"/>
                  </a:lnTo>
                  <a:lnTo>
                    <a:pt x="287" y="78"/>
                  </a:lnTo>
                  <a:lnTo>
                    <a:pt x="287" y="76"/>
                  </a:lnTo>
                  <a:lnTo>
                    <a:pt x="290" y="70"/>
                  </a:lnTo>
                  <a:lnTo>
                    <a:pt x="289" y="68"/>
                  </a:lnTo>
                  <a:lnTo>
                    <a:pt x="290" y="66"/>
                  </a:lnTo>
                  <a:lnTo>
                    <a:pt x="290" y="65"/>
                  </a:lnTo>
                  <a:lnTo>
                    <a:pt x="293" y="62"/>
                  </a:lnTo>
                  <a:lnTo>
                    <a:pt x="294" y="62"/>
                  </a:lnTo>
                  <a:lnTo>
                    <a:pt x="294" y="65"/>
                  </a:lnTo>
                  <a:lnTo>
                    <a:pt x="295" y="62"/>
                  </a:lnTo>
                  <a:lnTo>
                    <a:pt x="298" y="63"/>
                  </a:lnTo>
                  <a:lnTo>
                    <a:pt x="295" y="68"/>
                  </a:lnTo>
                  <a:lnTo>
                    <a:pt x="299" y="70"/>
                  </a:lnTo>
                  <a:lnTo>
                    <a:pt x="299" y="73"/>
                  </a:lnTo>
                  <a:lnTo>
                    <a:pt x="300" y="72"/>
                  </a:lnTo>
                  <a:lnTo>
                    <a:pt x="301" y="73"/>
                  </a:lnTo>
                  <a:lnTo>
                    <a:pt x="303" y="71"/>
                  </a:lnTo>
                  <a:lnTo>
                    <a:pt x="302" y="70"/>
                  </a:lnTo>
                  <a:lnTo>
                    <a:pt x="304" y="69"/>
                  </a:lnTo>
                  <a:lnTo>
                    <a:pt x="307" y="76"/>
                  </a:lnTo>
                  <a:lnTo>
                    <a:pt x="311" y="74"/>
                  </a:lnTo>
                  <a:lnTo>
                    <a:pt x="314" y="76"/>
                  </a:lnTo>
                  <a:lnTo>
                    <a:pt x="314" y="79"/>
                  </a:lnTo>
                  <a:lnTo>
                    <a:pt x="317" y="77"/>
                  </a:lnTo>
                  <a:lnTo>
                    <a:pt x="319" y="79"/>
                  </a:lnTo>
                  <a:lnTo>
                    <a:pt x="328" y="79"/>
                  </a:lnTo>
                  <a:lnTo>
                    <a:pt x="325" y="81"/>
                  </a:lnTo>
                  <a:lnTo>
                    <a:pt x="326" y="84"/>
                  </a:lnTo>
                  <a:lnTo>
                    <a:pt x="325" y="86"/>
                  </a:lnTo>
                  <a:lnTo>
                    <a:pt x="328" y="87"/>
                  </a:lnTo>
                  <a:lnTo>
                    <a:pt x="327" y="89"/>
                  </a:lnTo>
                  <a:lnTo>
                    <a:pt x="331" y="90"/>
                  </a:lnTo>
                  <a:lnTo>
                    <a:pt x="331" y="88"/>
                  </a:lnTo>
                  <a:lnTo>
                    <a:pt x="334" y="85"/>
                  </a:lnTo>
                  <a:lnTo>
                    <a:pt x="339" y="84"/>
                  </a:lnTo>
                  <a:lnTo>
                    <a:pt x="342" y="86"/>
                  </a:lnTo>
                  <a:lnTo>
                    <a:pt x="342" y="85"/>
                  </a:lnTo>
                  <a:lnTo>
                    <a:pt x="344" y="85"/>
                  </a:lnTo>
                  <a:lnTo>
                    <a:pt x="346" y="88"/>
                  </a:lnTo>
                  <a:lnTo>
                    <a:pt x="349" y="88"/>
                  </a:lnTo>
                  <a:lnTo>
                    <a:pt x="350" y="87"/>
                  </a:lnTo>
                  <a:lnTo>
                    <a:pt x="352" y="89"/>
                  </a:lnTo>
                  <a:lnTo>
                    <a:pt x="355" y="89"/>
                  </a:lnTo>
                  <a:lnTo>
                    <a:pt x="357" y="94"/>
                  </a:lnTo>
                  <a:lnTo>
                    <a:pt x="360" y="95"/>
                  </a:lnTo>
                  <a:lnTo>
                    <a:pt x="361" y="94"/>
                  </a:lnTo>
                  <a:lnTo>
                    <a:pt x="370" y="96"/>
                  </a:lnTo>
                  <a:lnTo>
                    <a:pt x="373" y="93"/>
                  </a:lnTo>
                  <a:lnTo>
                    <a:pt x="382" y="90"/>
                  </a:lnTo>
                  <a:lnTo>
                    <a:pt x="383" y="87"/>
                  </a:lnTo>
                  <a:lnTo>
                    <a:pt x="384" y="86"/>
                  </a:lnTo>
                  <a:lnTo>
                    <a:pt x="387" y="87"/>
                  </a:lnTo>
                  <a:lnTo>
                    <a:pt x="388" y="88"/>
                  </a:lnTo>
                  <a:lnTo>
                    <a:pt x="391" y="89"/>
                  </a:lnTo>
                  <a:lnTo>
                    <a:pt x="396" y="91"/>
                  </a:lnTo>
                  <a:lnTo>
                    <a:pt x="398" y="92"/>
                  </a:lnTo>
                  <a:lnTo>
                    <a:pt x="405" y="87"/>
                  </a:lnTo>
                  <a:lnTo>
                    <a:pt x="407" y="84"/>
                  </a:lnTo>
                  <a:lnTo>
                    <a:pt x="411" y="82"/>
                  </a:lnTo>
                  <a:lnTo>
                    <a:pt x="413" y="79"/>
                  </a:lnTo>
                  <a:lnTo>
                    <a:pt x="415" y="77"/>
                  </a:lnTo>
                  <a:lnTo>
                    <a:pt x="414" y="72"/>
                  </a:lnTo>
                  <a:lnTo>
                    <a:pt x="415" y="70"/>
                  </a:lnTo>
                  <a:lnTo>
                    <a:pt x="413" y="65"/>
                  </a:lnTo>
                  <a:lnTo>
                    <a:pt x="409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6" y="65"/>
                  </a:lnTo>
                  <a:lnTo>
                    <a:pt x="405" y="61"/>
                  </a:lnTo>
                  <a:lnTo>
                    <a:pt x="407" y="59"/>
                  </a:lnTo>
                  <a:lnTo>
                    <a:pt x="411" y="57"/>
                  </a:lnTo>
                  <a:lnTo>
                    <a:pt x="413" y="56"/>
                  </a:lnTo>
                  <a:lnTo>
                    <a:pt x="407" y="53"/>
                  </a:lnTo>
                  <a:lnTo>
                    <a:pt x="403" y="50"/>
                  </a:lnTo>
                  <a:lnTo>
                    <a:pt x="402" y="48"/>
                  </a:lnTo>
                  <a:lnTo>
                    <a:pt x="401" y="49"/>
                  </a:lnTo>
                  <a:lnTo>
                    <a:pt x="401" y="51"/>
                  </a:lnTo>
                  <a:lnTo>
                    <a:pt x="398" y="53"/>
                  </a:lnTo>
                  <a:lnTo>
                    <a:pt x="397" y="54"/>
                  </a:lnTo>
                  <a:lnTo>
                    <a:pt x="396" y="56"/>
                  </a:lnTo>
                  <a:lnTo>
                    <a:pt x="396" y="55"/>
                  </a:lnTo>
                  <a:lnTo>
                    <a:pt x="392" y="57"/>
                  </a:lnTo>
                  <a:lnTo>
                    <a:pt x="392" y="59"/>
                  </a:lnTo>
                  <a:lnTo>
                    <a:pt x="388" y="58"/>
                  </a:lnTo>
                  <a:lnTo>
                    <a:pt x="385" y="59"/>
                  </a:lnTo>
                  <a:lnTo>
                    <a:pt x="384" y="59"/>
                  </a:lnTo>
                  <a:lnTo>
                    <a:pt x="378" y="57"/>
                  </a:lnTo>
                  <a:lnTo>
                    <a:pt x="377" y="57"/>
                  </a:lnTo>
                  <a:lnTo>
                    <a:pt x="376" y="57"/>
                  </a:lnTo>
                  <a:lnTo>
                    <a:pt x="376" y="54"/>
                  </a:lnTo>
                  <a:lnTo>
                    <a:pt x="374" y="54"/>
                  </a:lnTo>
                  <a:lnTo>
                    <a:pt x="374" y="52"/>
                  </a:lnTo>
                  <a:lnTo>
                    <a:pt x="375" y="52"/>
                  </a:lnTo>
                  <a:lnTo>
                    <a:pt x="377" y="53"/>
                  </a:lnTo>
                  <a:lnTo>
                    <a:pt x="380" y="51"/>
                  </a:lnTo>
                  <a:lnTo>
                    <a:pt x="382" y="54"/>
                  </a:lnTo>
                  <a:lnTo>
                    <a:pt x="383" y="54"/>
                  </a:lnTo>
                  <a:lnTo>
                    <a:pt x="383" y="50"/>
                  </a:lnTo>
                  <a:lnTo>
                    <a:pt x="385" y="49"/>
                  </a:lnTo>
                  <a:lnTo>
                    <a:pt x="385" y="47"/>
                  </a:lnTo>
                  <a:lnTo>
                    <a:pt x="387" y="44"/>
                  </a:lnTo>
                  <a:lnTo>
                    <a:pt x="385" y="43"/>
                  </a:lnTo>
                  <a:lnTo>
                    <a:pt x="395" y="40"/>
                  </a:lnTo>
                  <a:lnTo>
                    <a:pt x="396" y="38"/>
                  </a:lnTo>
                  <a:lnTo>
                    <a:pt x="400" y="38"/>
                  </a:lnTo>
                  <a:lnTo>
                    <a:pt x="401" y="36"/>
                  </a:lnTo>
                  <a:lnTo>
                    <a:pt x="405" y="36"/>
                  </a:lnTo>
                  <a:lnTo>
                    <a:pt x="407" y="39"/>
                  </a:lnTo>
                  <a:lnTo>
                    <a:pt x="410" y="40"/>
                  </a:lnTo>
                  <a:lnTo>
                    <a:pt x="409" y="35"/>
                  </a:lnTo>
                  <a:lnTo>
                    <a:pt x="410" y="33"/>
                  </a:lnTo>
                  <a:lnTo>
                    <a:pt x="412" y="33"/>
                  </a:lnTo>
                  <a:lnTo>
                    <a:pt x="412" y="30"/>
                  </a:lnTo>
                  <a:lnTo>
                    <a:pt x="414" y="29"/>
                  </a:lnTo>
                  <a:lnTo>
                    <a:pt x="417" y="30"/>
                  </a:lnTo>
                  <a:lnTo>
                    <a:pt x="418" y="32"/>
                  </a:lnTo>
                  <a:lnTo>
                    <a:pt x="421" y="33"/>
                  </a:lnTo>
                  <a:lnTo>
                    <a:pt x="423" y="32"/>
                  </a:lnTo>
                  <a:lnTo>
                    <a:pt x="429" y="32"/>
                  </a:lnTo>
                  <a:lnTo>
                    <a:pt x="431" y="29"/>
                  </a:lnTo>
                  <a:lnTo>
                    <a:pt x="431" y="33"/>
                  </a:lnTo>
                  <a:lnTo>
                    <a:pt x="429" y="37"/>
                  </a:lnTo>
                  <a:lnTo>
                    <a:pt x="431" y="38"/>
                  </a:lnTo>
                  <a:lnTo>
                    <a:pt x="433" y="41"/>
                  </a:lnTo>
                  <a:lnTo>
                    <a:pt x="441" y="43"/>
                  </a:lnTo>
                  <a:lnTo>
                    <a:pt x="443" y="43"/>
                  </a:lnTo>
                  <a:lnTo>
                    <a:pt x="443" y="47"/>
                  </a:lnTo>
                  <a:lnTo>
                    <a:pt x="442" y="49"/>
                  </a:lnTo>
                  <a:lnTo>
                    <a:pt x="440" y="49"/>
                  </a:lnTo>
                  <a:lnTo>
                    <a:pt x="435" y="52"/>
                  </a:lnTo>
                  <a:lnTo>
                    <a:pt x="437" y="53"/>
                  </a:lnTo>
                  <a:lnTo>
                    <a:pt x="435" y="57"/>
                  </a:lnTo>
                  <a:lnTo>
                    <a:pt x="434" y="57"/>
                  </a:lnTo>
                  <a:lnTo>
                    <a:pt x="433" y="59"/>
                  </a:lnTo>
                  <a:lnTo>
                    <a:pt x="429" y="58"/>
                  </a:lnTo>
                  <a:lnTo>
                    <a:pt x="428" y="63"/>
                  </a:lnTo>
                  <a:lnTo>
                    <a:pt x="428" y="65"/>
                  </a:lnTo>
                  <a:lnTo>
                    <a:pt x="429" y="65"/>
                  </a:lnTo>
                  <a:lnTo>
                    <a:pt x="430" y="62"/>
                  </a:lnTo>
                  <a:lnTo>
                    <a:pt x="432" y="62"/>
                  </a:lnTo>
                  <a:lnTo>
                    <a:pt x="436" y="64"/>
                  </a:lnTo>
                  <a:lnTo>
                    <a:pt x="443" y="65"/>
                  </a:lnTo>
                  <a:lnTo>
                    <a:pt x="448" y="62"/>
                  </a:lnTo>
                  <a:lnTo>
                    <a:pt x="453" y="65"/>
                  </a:lnTo>
                  <a:lnTo>
                    <a:pt x="455" y="65"/>
                  </a:lnTo>
                  <a:lnTo>
                    <a:pt x="457" y="65"/>
                  </a:lnTo>
                  <a:lnTo>
                    <a:pt x="458" y="67"/>
                  </a:lnTo>
                  <a:lnTo>
                    <a:pt x="456" y="73"/>
                  </a:lnTo>
                  <a:lnTo>
                    <a:pt x="454" y="73"/>
                  </a:lnTo>
                  <a:lnTo>
                    <a:pt x="454" y="74"/>
                  </a:lnTo>
                  <a:lnTo>
                    <a:pt x="454" y="75"/>
                  </a:lnTo>
                  <a:lnTo>
                    <a:pt x="456" y="77"/>
                  </a:lnTo>
                  <a:lnTo>
                    <a:pt x="454" y="79"/>
                  </a:lnTo>
                  <a:lnTo>
                    <a:pt x="452" y="83"/>
                  </a:lnTo>
                  <a:lnTo>
                    <a:pt x="453" y="84"/>
                  </a:lnTo>
                  <a:lnTo>
                    <a:pt x="456" y="83"/>
                  </a:lnTo>
                  <a:lnTo>
                    <a:pt x="459" y="81"/>
                  </a:lnTo>
                  <a:lnTo>
                    <a:pt x="463" y="81"/>
                  </a:lnTo>
                  <a:lnTo>
                    <a:pt x="462" y="83"/>
                  </a:lnTo>
                  <a:lnTo>
                    <a:pt x="467" y="87"/>
                  </a:lnTo>
                  <a:lnTo>
                    <a:pt x="470" y="87"/>
                  </a:lnTo>
                  <a:lnTo>
                    <a:pt x="473" y="93"/>
                  </a:lnTo>
                  <a:lnTo>
                    <a:pt x="476" y="95"/>
                  </a:lnTo>
                  <a:lnTo>
                    <a:pt x="475" y="92"/>
                  </a:lnTo>
                  <a:lnTo>
                    <a:pt x="478" y="91"/>
                  </a:lnTo>
                  <a:lnTo>
                    <a:pt x="479" y="88"/>
                  </a:lnTo>
                  <a:lnTo>
                    <a:pt x="478" y="86"/>
                  </a:lnTo>
                  <a:lnTo>
                    <a:pt x="480" y="84"/>
                  </a:lnTo>
                  <a:lnTo>
                    <a:pt x="479" y="82"/>
                  </a:lnTo>
                  <a:lnTo>
                    <a:pt x="481" y="80"/>
                  </a:lnTo>
                  <a:lnTo>
                    <a:pt x="484" y="76"/>
                  </a:lnTo>
                  <a:lnTo>
                    <a:pt x="483" y="74"/>
                  </a:lnTo>
                  <a:lnTo>
                    <a:pt x="492" y="71"/>
                  </a:lnTo>
                  <a:lnTo>
                    <a:pt x="500" y="63"/>
                  </a:lnTo>
                  <a:lnTo>
                    <a:pt x="506" y="58"/>
                  </a:lnTo>
                  <a:lnTo>
                    <a:pt x="560" y="0"/>
                  </a:lnTo>
                  <a:lnTo>
                    <a:pt x="560" y="0"/>
                  </a:lnTo>
                  <a:lnTo>
                    <a:pt x="566" y="8"/>
                  </a:lnTo>
                  <a:close/>
                  <a:moveTo>
                    <a:pt x="557" y="239"/>
                  </a:moveTo>
                  <a:lnTo>
                    <a:pt x="554" y="224"/>
                  </a:lnTo>
                  <a:lnTo>
                    <a:pt x="556" y="218"/>
                  </a:lnTo>
                  <a:lnTo>
                    <a:pt x="554" y="217"/>
                  </a:lnTo>
                  <a:lnTo>
                    <a:pt x="556" y="214"/>
                  </a:lnTo>
                  <a:lnTo>
                    <a:pt x="560" y="210"/>
                  </a:lnTo>
                  <a:lnTo>
                    <a:pt x="558" y="210"/>
                  </a:lnTo>
                  <a:lnTo>
                    <a:pt x="558" y="203"/>
                  </a:lnTo>
                  <a:lnTo>
                    <a:pt x="560" y="193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76" y="184"/>
                  </a:lnTo>
                  <a:lnTo>
                    <a:pt x="584" y="182"/>
                  </a:lnTo>
                  <a:lnTo>
                    <a:pt x="590" y="181"/>
                  </a:lnTo>
                  <a:lnTo>
                    <a:pt x="591" y="182"/>
                  </a:lnTo>
                  <a:lnTo>
                    <a:pt x="589" y="189"/>
                  </a:lnTo>
                  <a:lnTo>
                    <a:pt x="591" y="190"/>
                  </a:lnTo>
                  <a:lnTo>
                    <a:pt x="596" y="188"/>
                  </a:lnTo>
                  <a:lnTo>
                    <a:pt x="609" y="179"/>
                  </a:lnTo>
                  <a:lnTo>
                    <a:pt x="615" y="176"/>
                  </a:lnTo>
                  <a:lnTo>
                    <a:pt x="614" y="174"/>
                  </a:lnTo>
                  <a:lnTo>
                    <a:pt x="620" y="170"/>
                  </a:lnTo>
                  <a:lnTo>
                    <a:pt x="620" y="169"/>
                  </a:lnTo>
                  <a:lnTo>
                    <a:pt x="619" y="168"/>
                  </a:lnTo>
                  <a:lnTo>
                    <a:pt x="624" y="168"/>
                  </a:lnTo>
                  <a:lnTo>
                    <a:pt x="626" y="166"/>
                  </a:lnTo>
                  <a:lnTo>
                    <a:pt x="631" y="167"/>
                  </a:lnTo>
                  <a:lnTo>
                    <a:pt x="635" y="165"/>
                  </a:lnTo>
                  <a:lnTo>
                    <a:pt x="639" y="164"/>
                  </a:lnTo>
                  <a:lnTo>
                    <a:pt x="635" y="161"/>
                  </a:lnTo>
                  <a:lnTo>
                    <a:pt x="631" y="160"/>
                  </a:lnTo>
                  <a:lnTo>
                    <a:pt x="632" y="159"/>
                  </a:lnTo>
                  <a:lnTo>
                    <a:pt x="630" y="158"/>
                  </a:lnTo>
                  <a:lnTo>
                    <a:pt x="625" y="155"/>
                  </a:lnTo>
                  <a:lnTo>
                    <a:pt x="626" y="154"/>
                  </a:lnTo>
                  <a:lnTo>
                    <a:pt x="625" y="152"/>
                  </a:lnTo>
                  <a:lnTo>
                    <a:pt x="625" y="150"/>
                  </a:lnTo>
                  <a:lnTo>
                    <a:pt x="639" y="144"/>
                  </a:lnTo>
                  <a:lnTo>
                    <a:pt x="641" y="142"/>
                  </a:lnTo>
                  <a:lnTo>
                    <a:pt x="645" y="141"/>
                  </a:lnTo>
                  <a:lnTo>
                    <a:pt x="649" y="137"/>
                  </a:lnTo>
                  <a:lnTo>
                    <a:pt x="649" y="137"/>
                  </a:lnTo>
                  <a:lnTo>
                    <a:pt x="657" y="135"/>
                  </a:lnTo>
                  <a:lnTo>
                    <a:pt x="659" y="133"/>
                  </a:lnTo>
                  <a:lnTo>
                    <a:pt x="658" y="129"/>
                  </a:lnTo>
                  <a:lnTo>
                    <a:pt x="652" y="126"/>
                  </a:lnTo>
                  <a:lnTo>
                    <a:pt x="651" y="125"/>
                  </a:lnTo>
                  <a:lnTo>
                    <a:pt x="647" y="125"/>
                  </a:lnTo>
                  <a:lnTo>
                    <a:pt x="644" y="123"/>
                  </a:lnTo>
                  <a:lnTo>
                    <a:pt x="633" y="115"/>
                  </a:lnTo>
                  <a:lnTo>
                    <a:pt x="631" y="113"/>
                  </a:lnTo>
                  <a:lnTo>
                    <a:pt x="628" y="113"/>
                  </a:lnTo>
                  <a:lnTo>
                    <a:pt x="626" y="114"/>
                  </a:lnTo>
                  <a:lnTo>
                    <a:pt x="625" y="111"/>
                  </a:lnTo>
                  <a:lnTo>
                    <a:pt x="623" y="110"/>
                  </a:lnTo>
                  <a:lnTo>
                    <a:pt x="622" y="109"/>
                  </a:lnTo>
                  <a:lnTo>
                    <a:pt x="610" y="107"/>
                  </a:lnTo>
                  <a:lnTo>
                    <a:pt x="606" y="107"/>
                  </a:lnTo>
                  <a:lnTo>
                    <a:pt x="602" y="105"/>
                  </a:lnTo>
                  <a:lnTo>
                    <a:pt x="600" y="106"/>
                  </a:lnTo>
                  <a:lnTo>
                    <a:pt x="598" y="105"/>
                  </a:lnTo>
                  <a:lnTo>
                    <a:pt x="593" y="106"/>
                  </a:lnTo>
                  <a:lnTo>
                    <a:pt x="593" y="106"/>
                  </a:lnTo>
                  <a:lnTo>
                    <a:pt x="594" y="105"/>
                  </a:lnTo>
                  <a:lnTo>
                    <a:pt x="593" y="102"/>
                  </a:lnTo>
                  <a:lnTo>
                    <a:pt x="592" y="102"/>
                  </a:lnTo>
                  <a:lnTo>
                    <a:pt x="590" y="100"/>
                  </a:lnTo>
                  <a:lnTo>
                    <a:pt x="583" y="101"/>
                  </a:lnTo>
                  <a:lnTo>
                    <a:pt x="578" y="107"/>
                  </a:lnTo>
                  <a:lnTo>
                    <a:pt x="578" y="108"/>
                  </a:lnTo>
                  <a:lnTo>
                    <a:pt x="577" y="109"/>
                  </a:lnTo>
                  <a:lnTo>
                    <a:pt x="578" y="114"/>
                  </a:lnTo>
                  <a:lnTo>
                    <a:pt x="582" y="117"/>
                  </a:lnTo>
                  <a:lnTo>
                    <a:pt x="581" y="118"/>
                  </a:lnTo>
                  <a:lnTo>
                    <a:pt x="579" y="117"/>
                  </a:lnTo>
                  <a:lnTo>
                    <a:pt x="576" y="120"/>
                  </a:lnTo>
                  <a:lnTo>
                    <a:pt x="572" y="120"/>
                  </a:lnTo>
                  <a:lnTo>
                    <a:pt x="568" y="123"/>
                  </a:lnTo>
                  <a:lnTo>
                    <a:pt x="565" y="122"/>
                  </a:lnTo>
                  <a:lnTo>
                    <a:pt x="564" y="123"/>
                  </a:lnTo>
                  <a:lnTo>
                    <a:pt x="560" y="128"/>
                  </a:lnTo>
                  <a:lnTo>
                    <a:pt x="551" y="133"/>
                  </a:lnTo>
                  <a:lnTo>
                    <a:pt x="544" y="133"/>
                  </a:lnTo>
                  <a:lnTo>
                    <a:pt x="543" y="135"/>
                  </a:lnTo>
                  <a:lnTo>
                    <a:pt x="535" y="136"/>
                  </a:lnTo>
                  <a:lnTo>
                    <a:pt x="532" y="136"/>
                  </a:lnTo>
                  <a:lnTo>
                    <a:pt x="528" y="140"/>
                  </a:lnTo>
                  <a:lnTo>
                    <a:pt x="519" y="143"/>
                  </a:lnTo>
                  <a:lnTo>
                    <a:pt x="519" y="144"/>
                  </a:lnTo>
                  <a:lnTo>
                    <a:pt x="518" y="145"/>
                  </a:lnTo>
                  <a:lnTo>
                    <a:pt x="513" y="141"/>
                  </a:lnTo>
                  <a:lnTo>
                    <a:pt x="511" y="142"/>
                  </a:lnTo>
                  <a:lnTo>
                    <a:pt x="508" y="141"/>
                  </a:lnTo>
                  <a:lnTo>
                    <a:pt x="505" y="141"/>
                  </a:lnTo>
                  <a:lnTo>
                    <a:pt x="505" y="143"/>
                  </a:lnTo>
                  <a:lnTo>
                    <a:pt x="503" y="147"/>
                  </a:lnTo>
                  <a:lnTo>
                    <a:pt x="505" y="150"/>
                  </a:lnTo>
                  <a:lnTo>
                    <a:pt x="505" y="157"/>
                  </a:lnTo>
                  <a:lnTo>
                    <a:pt x="501" y="160"/>
                  </a:lnTo>
                  <a:lnTo>
                    <a:pt x="503" y="166"/>
                  </a:lnTo>
                  <a:lnTo>
                    <a:pt x="501" y="167"/>
                  </a:lnTo>
                  <a:lnTo>
                    <a:pt x="500" y="166"/>
                  </a:lnTo>
                  <a:lnTo>
                    <a:pt x="499" y="168"/>
                  </a:lnTo>
                  <a:lnTo>
                    <a:pt x="499" y="169"/>
                  </a:lnTo>
                  <a:lnTo>
                    <a:pt x="500" y="169"/>
                  </a:lnTo>
                  <a:lnTo>
                    <a:pt x="499" y="172"/>
                  </a:lnTo>
                  <a:lnTo>
                    <a:pt x="494" y="174"/>
                  </a:lnTo>
                  <a:lnTo>
                    <a:pt x="488" y="175"/>
                  </a:lnTo>
                  <a:lnTo>
                    <a:pt x="485" y="178"/>
                  </a:lnTo>
                  <a:lnTo>
                    <a:pt x="481" y="178"/>
                  </a:lnTo>
                  <a:lnTo>
                    <a:pt x="477" y="180"/>
                  </a:lnTo>
                  <a:lnTo>
                    <a:pt x="471" y="180"/>
                  </a:lnTo>
                  <a:lnTo>
                    <a:pt x="466" y="174"/>
                  </a:lnTo>
                  <a:lnTo>
                    <a:pt x="461" y="173"/>
                  </a:lnTo>
                  <a:lnTo>
                    <a:pt x="454" y="172"/>
                  </a:lnTo>
                  <a:lnTo>
                    <a:pt x="432" y="181"/>
                  </a:lnTo>
                  <a:lnTo>
                    <a:pt x="424" y="182"/>
                  </a:lnTo>
                  <a:lnTo>
                    <a:pt x="421" y="180"/>
                  </a:lnTo>
                  <a:lnTo>
                    <a:pt x="418" y="180"/>
                  </a:lnTo>
                  <a:lnTo>
                    <a:pt x="415" y="183"/>
                  </a:lnTo>
                  <a:lnTo>
                    <a:pt x="399" y="188"/>
                  </a:lnTo>
                  <a:lnTo>
                    <a:pt x="376" y="180"/>
                  </a:lnTo>
                  <a:lnTo>
                    <a:pt x="372" y="182"/>
                  </a:lnTo>
                  <a:lnTo>
                    <a:pt x="370" y="180"/>
                  </a:lnTo>
                  <a:lnTo>
                    <a:pt x="365" y="183"/>
                  </a:lnTo>
                  <a:lnTo>
                    <a:pt x="363" y="181"/>
                  </a:lnTo>
                  <a:lnTo>
                    <a:pt x="359" y="181"/>
                  </a:lnTo>
                  <a:lnTo>
                    <a:pt x="346" y="186"/>
                  </a:lnTo>
                  <a:lnTo>
                    <a:pt x="344" y="184"/>
                  </a:lnTo>
                  <a:lnTo>
                    <a:pt x="342" y="185"/>
                  </a:lnTo>
                  <a:lnTo>
                    <a:pt x="344" y="188"/>
                  </a:lnTo>
                  <a:lnTo>
                    <a:pt x="339" y="193"/>
                  </a:lnTo>
                  <a:lnTo>
                    <a:pt x="334" y="200"/>
                  </a:lnTo>
                  <a:lnTo>
                    <a:pt x="334" y="201"/>
                  </a:lnTo>
                  <a:lnTo>
                    <a:pt x="336" y="204"/>
                  </a:lnTo>
                  <a:lnTo>
                    <a:pt x="336" y="207"/>
                  </a:lnTo>
                  <a:lnTo>
                    <a:pt x="334" y="209"/>
                  </a:lnTo>
                  <a:lnTo>
                    <a:pt x="335" y="213"/>
                  </a:lnTo>
                  <a:lnTo>
                    <a:pt x="334" y="214"/>
                  </a:lnTo>
                  <a:lnTo>
                    <a:pt x="332" y="217"/>
                  </a:lnTo>
                  <a:lnTo>
                    <a:pt x="331" y="218"/>
                  </a:lnTo>
                  <a:lnTo>
                    <a:pt x="328" y="223"/>
                  </a:lnTo>
                  <a:lnTo>
                    <a:pt x="325" y="226"/>
                  </a:lnTo>
                  <a:lnTo>
                    <a:pt x="318" y="227"/>
                  </a:lnTo>
                  <a:lnTo>
                    <a:pt x="312" y="226"/>
                  </a:lnTo>
                  <a:lnTo>
                    <a:pt x="314" y="231"/>
                  </a:lnTo>
                  <a:lnTo>
                    <a:pt x="315" y="237"/>
                  </a:lnTo>
                  <a:lnTo>
                    <a:pt x="322" y="234"/>
                  </a:lnTo>
                  <a:lnTo>
                    <a:pt x="323" y="232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3" y="235"/>
                  </a:lnTo>
                  <a:lnTo>
                    <a:pt x="318" y="243"/>
                  </a:lnTo>
                  <a:lnTo>
                    <a:pt x="323" y="250"/>
                  </a:lnTo>
                  <a:lnTo>
                    <a:pt x="323" y="253"/>
                  </a:lnTo>
                  <a:lnTo>
                    <a:pt x="336" y="248"/>
                  </a:lnTo>
                  <a:lnTo>
                    <a:pt x="339" y="250"/>
                  </a:lnTo>
                  <a:lnTo>
                    <a:pt x="345" y="261"/>
                  </a:lnTo>
                  <a:lnTo>
                    <a:pt x="343" y="264"/>
                  </a:lnTo>
                  <a:lnTo>
                    <a:pt x="336" y="268"/>
                  </a:lnTo>
                  <a:lnTo>
                    <a:pt x="335" y="268"/>
                  </a:lnTo>
                  <a:lnTo>
                    <a:pt x="326" y="274"/>
                  </a:lnTo>
                  <a:lnTo>
                    <a:pt x="328" y="275"/>
                  </a:lnTo>
                  <a:lnTo>
                    <a:pt x="330" y="283"/>
                  </a:lnTo>
                  <a:lnTo>
                    <a:pt x="333" y="289"/>
                  </a:lnTo>
                  <a:lnTo>
                    <a:pt x="331" y="295"/>
                  </a:lnTo>
                  <a:lnTo>
                    <a:pt x="332" y="300"/>
                  </a:lnTo>
                  <a:lnTo>
                    <a:pt x="334" y="300"/>
                  </a:lnTo>
                  <a:lnTo>
                    <a:pt x="337" y="305"/>
                  </a:lnTo>
                  <a:lnTo>
                    <a:pt x="337" y="308"/>
                  </a:lnTo>
                  <a:lnTo>
                    <a:pt x="336" y="308"/>
                  </a:lnTo>
                  <a:lnTo>
                    <a:pt x="336" y="312"/>
                  </a:lnTo>
                  <a:lnTo>
                    <a:pt x="334" y="314"/>
                  </a:lnTo>
                  <a:lnTo>
                    <a:pt x="332" y="317"/>
                  </a:lnTo>
                  <a:lnTo>
                    <a:pt x="325" y="322"/>
                  </a:lnTo>
                  <a:lnTo>
                    <a:pt x="323" y="326"/>
                  </a:lnTo>
                  <a:lnTo>
                    <a:pt x="340" y="337"/>
                  </a:lnTo>
                  <a:lnTo>
                    <a:pt x="348" y="340"/>
                  </a:lnTo>
                  <a:lnTo>
                    <a:pt x="358" y="339"/>
                  </a:lnTo>
                  <a:lnTo>
                    <a:pt x="364" y="341"/>
                  </a:lnTo>
                  <a:lnTo>
                    <a:pt x="366" y="340"/>
                  </a:lnTo>
                  <a:lnTo>
                    <a:pt x="372" y="335"/>
                  </a:lnTo>
                  <a:lnTo>
                    <a:pt x="375" y="335"/>
                  </a:lnTo>
                  <a:lnTo>
                    <a:pt x="377" y="334"/>
                  </a:lnTo>
                  <a:lnTo>
                    <a:pt x="378" y="338"/>
                  </a:lnTo>
                  <a:lnTo>
                    <a:pt x="380" y="339"/>
                  </a:lnTo>
                  <a:lnTo>
                    <a:pt x="385" y="339"/>
                  </a:lnTo>
                  <a:lnTo>
                    <a:pt x="387" y="342"/>
                  </a:lnTo>
                  <a:lnTo>
                    <a:pt x="392" y="343"/>
                  </a:lnTo>
                  <a:lnTo>
                    <a:pt x="396" y="349"/>
                  </a:lnTo>
                  <a:lnTo>
                    <a:pt x="401" y="346"/>
                  </a:lnTo>
                  <a:lnTo>
                    <a:pt x="404" y="346"/>
                  </a:lnTo>
                  <a:lnTo>
                    <a:pt x="406" y="352"/>
                  </a:lnTo>
                  <a:lnTo>
                    <a:pt x="410" y="354"/>
                  </a:lnTo>
                  <a:lnTo>
                    <a:pt x="415" y="361"/>
                  </a:lnTo>
                  <a:lnTo>
                    <a:pt x="419" y="359"/>
                  </a:lnTo>
                  <a:lnTo>
                    <a:pt x="426" y="357"/>
                  </a:lnTo>
                  <a:lnTo>
                    <a:pt x="430" y="354"/>
                  </a:lnTo>
                  <a:lnTo>
                    <a:pt x="430" y="354"/>
                  </a:lnTo>
                  <a:lnTo>
                    <a:pt x="433" y="360"/>
                  </a:lnTo>
                  <a:lnTo>
                    <a:pt x="436" y="362"/>
                  </a:lnTo>
                  <a:lnTo>
                    <a:pt x="442" y="364"/>
                  </a:lnTo>
                  <a:lnTo>
                    <a:pt x="448" y="364"/>
                  </a:lnTo>
                  <a:lnTo>
                    <a:pt x="463" y="375"/>
                  </a:lnTo>
                  <a:lnTo>
                    <a:pt x="472" y="372"/>
                  </a:lnTo>
                  <a:lnTo>
                    <a:pt x="478" y="370"/>
                  </a:lnTo>
                  <a:lnTo>
                    <a:pt x="481" y="369"/>
                  </a:lnTo>
                  <a:lnTo>
                    <a:pt x="484" y="364"/>
                  </a:lnTo>
                  <a:lnTo>
                    <a:pt x="489" y="360"/>
                  </a:lnTo>
                  <a:lnTo>
                    <a:pt x="492" y="359"/>
                  </a:lnTo>
                  <a:lnTo>
                    <a:pt x="498" y="360"/>
                  </a:lnTo>
                  <a:lnTo>
                    <a:pt x="504" y="355"/>
                  </a:lnTo>
                  <a:lnTo>
                    <a:pt x="506" y="355"/>
                  </a:lnTo>
                  <a:lnTo>
                    <a:pt x="508" y="353"/>
                  </a:lnTo>
                  <a:lnTo>
                    <a:pt x="511" y="351"/>
                  </a:lnTo>
                  <a:lnTo>
                    <a:pt x="519" y="343"/>
                  </a:lnTo>
                  <a:lnTo>
                    <a:pt x="525" y="340"/>
                  </a:lnTo>
                  <a:lnTo>
                    <a:pt x="534" y="332"/>
                  </a:lnTo>
                  <a:lnTo>
                    <a:pt x="537" y="327"/>
                  </a:lnTo>
                  <a:lnTo>
                    <a:pt x="540" y="321"/>
                  </a:lnTo>
                  <a:lnTo>
                    <a:pt x="544" y="316"/>
                  </a:lnTo>
                  <a:lnTo>
                    <a:pt x="546" y="312"/>
                  </a:lnTo>
                  <a:lnTo>
                    <a:pt x="545" y="308"/>
                  </a:lnTo>
                  <a:lnTo>
                    <a:pt x="547" y="304"/>
                  </a:lnTo>
                  <a:lnTo>
                    <a:pt x="547" y="296"/>
                  </a:lnTo>
                  <a:lnTo>
                    <a:pt x="553" y="291"/>
                  </a:lnTo>
                  <a:lnTo>
                    <a:pt x="550" y="286"/>
                  </a:lnTo>
                  <a:lnTo>
                    <a:pt x="550" y="282"/>
                  </a:lnTo>
                  <a:lnTo>
                    <a:pt x="553" y="279"/>
                  </a:lnTo>
                  <a:lnTo>
                    <a:pt x="553" y="278"/>
                  </a:lnTo>
                  <a:lnTo>
                    <a:pt x="554" y="276"/>
                  </a:lnTo>
                  <a:lnTo>
                    <a:pt x="556" y="266"/>
                  </a:lnTo>
                  <a:lnTo>
                    <a:pt x="557" y="264"/>
                  </a:lnTo>
                  <a:lnTo>
                    <a:pt x="556" y="264"/>
                  </a:lnTo>
                  <a:lnTo>
                    <a:pt x="557" y="263"/>
                  </a:lnTo>
                  <a:lnTo>
                    <a:pt x="558" y="242"/>
                  </a:lnTo>
                  <a:lnTo>
                    <a:pt x="558" y="239"/>
                  </a:lnTo>
                  <a:lnTo>
                    <a:pt x="557" y="239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09" name="Freeform 21">
              <a:extLst>
                <a:ext uri="{FF2B5EF4-FFF2-40B4-BE49-F238E27FC236}">
                  <a16:creationId xmlns:a16="http://schemas.microsoft.com/office/drawing/2014/main" id="{496EE025-213D-44CC-9EA1-B6F5B75BF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5495" y="2203189"/>
              <a:ext cx="388895" cy="311534"/>
            </a:xfrm>
            <a:custGeom>
              <a:avLst/>
              <a:gdLst>
                <a:gd name="T0" fmla="*/ 137 w 372"/>
                <a:gd name="T1" fmla="*/ 255 h 298"/>
                <a:gd name="T2" fmla="*/ 120 w 372"/>
                <a:gd name="T3" fmla="*/ 298 h 298"/>
                <a:gd name="T4" fmla="*/ 112 w 372"/>
                <a:gd name="T5" fmla="*/ 273 h 298"/>
                <a:gd name="T6" fmla="*/ 104 w 372"/>
                <a:gd name="T7" fmla="*/ 258 h 298"/>
                <a:gd name="T8" fmla="*/ 125 w 372"/>
                <a:gd name="T9" fmla="*/ 245 h 298"/>
                <a:gd name="T10" fmla="*/ 142 w 372"/>
                <a:gd name="T11" fmla="*/ 243 h 298"/>
                <a:gd name="T12" fmla="*/ 147 w 372"/>
                <a:gd name="T13" fmla="*/ 9 h 298"/>
                <a:gd name="T14" fmla="*/ 170 w 372"/>
                <a:gd name="T15" fmla="*/ 15 h 298"/>
                <a:gd name="T16" fmla="*/ 176 w 372"/>
                <a:gd name="T17" fmla="*/ 56 h 298"/>
                <a:gd name="T18" fmla="*/ 195 w 372"/>
                <a:gd name="T19" fmla="*/ 40 h 298"/>
                <a:gd name="T20" fmla="*/ 194 w 372"/>
                <a:gd name="T21" fmla="*/ 15 h 298"/>
                <a:gd name="T22" fmla="*/ 205 w 372"/>
                <a:gd name="T23" fmla="*/ 20 h 298"/>
                <a:gd name="T24" fmla="*/ 221 w 372"/>
                <a:gd name="T25" fmla="*/ 27 h 298"/>
                <a:gd name="T26" fmla="*/ 224 w 372"/>
                <a:gd name="T27" fmla="*/ 56 h 298"/>
                <a:gd name="T28" fmla="*/ 244 w 372"/>
                <a:gd name="T29" fmla="*/ 49 h 298"/>
                <a:gd name="T30" fmla="*/ 265 w 372"/>
                <a:gd name="T31" fmla="*/ 68 h 298"/>
                <a:gd name="T32" fmla="*/ 246 w 372"/>
                <a:gd name="T33" fmla="*/ 80 h 298"/>
                <a:gd name="T34" fmla="*/ 257 w 372"/>
                <a:gd name="T35" fmla="*/ 113 h 298"/>
                <a:gd name="T36" fmla="*/ 246 w 372"/>
                <a:gd name="T37" fmla="*/ 136 h 298"/>
                <a:gd name="T38" fmla="*/ 225 w 372"/>
                <a:gd name="T39" fmla="*/ 112 h 298"/>
                <a:gd name="T40" fmla="*/ 204 w 372"/>
                <a:gd name="T41" fmla="*/ 113 h 298"/>
                <a:gd name="T42" fmla="*/ 200 w 372"/>
                <a:gd name="T43" fmla="*/ 134 h 298"/>
                <a:gd name="T44" fmla="*/ 205 w 372"/>
                <a:gd name="T45" fmla="*/ 143 h 298"/>
                <a:gd name="T46" fmla="*/ 172 w 372"/>
                <a:gd name="T47" fmla="*/ 154 h 298"/>
                <a:gd name="T48" fmla="*/ 163 w 372"/>
                <a:gd name="T49" fmla="*/ 167 h 298"/>
                <a:gd name="T50" fmla="*/ 153 w 372"/>
                <a:gd name="T51" fmla="*/ 159 h 298"/>
                <a:gd name="T52" fmla="*/ 128 w 372"/>
                <a:gd name="T53" fmla="*/ 168 h 298"/>
                <a:gd name="T54" fmla="*/ 109 w 372"/>
                <a:gd name="T55" fmla="*/ 165 h 298"/>
                <a:gd name="T56" fmla="*/ 101 w 372"/>
                <a:gd name="T57" fmla="*/ 170 h 298"/>
                <a:gd name="T58" fmla="*/ 98 w 372"/>
                <a:gd name="T59" fmla="*/ 191 h 298"/>
                <a:gd name="T60" fmla="*/ 68 w 372"/>
                <a:gd name="T61" fmla="*/ 194 h 298"/>
                <a:gd name="T62" fmla="*/ 53 w 372"/>
                <a:gd name="T63" fmla="*/ 187 h 298"/>
                <a:gd name="T64" fmla="*/ 52 w 372"/>
                <a:gd name="T65" fmla="*/ 196 h 298"/>
                <a:gd name="T66" fmla="*/ 47 w 372"/>
                <a:gd name="T67" fmla="*/ 185 h 298"/>
                <a:gd name="T68" fmla="*/ 25 w 372"/>
                <a:gd name="T69" fmla="*/ 177 h 298"/>
                <a:gd name="T70" fmla="*/ 13 w 372"/>
                <a:gd name="T71" fmla="*/ 146 h 298"/>
                <a:gd name="T72" fmla="*/ 24 w 372"/>
                <a:gd name="T73" fmla="*/ 106 h 298"/>
                <a:gd name="T74" fmla="*/ 38 w 372"/>
                <a:gd name="T75" fmla="*/ 91 h 298"/>
                <a:gd name="T76" fmla="*/ 47 w 372"/>
                <a:gd name="T77" fmla="*/ 64 h 298"/>
                <a:gd name="T78" fmla="*/ 78 w 372"/>
                <a:gd name="T79" fmla="*/ 42 h 298"/>
                <a:gd name="T80" fmla="*/ 104 w 372"/>
                <a:gd name="T81" fmla="*/ 33 h 298"/>
                <a:gd name="T82" fmla="*/ 134 w 372"/>
                <a:gd name="T83" fmla="*/ 32 h 298"/>
                <a:gd name="T84" fmla="*/ 128 w 372"/>
                <a:gd name="T85" fmla="*/ 0 h 298"/>
                <a:gd name="T86" fmla="*/ 317 w 372"/>
                <a:gd name="T87" fmla="*/ 94 h 298"/>
                <a:gd name="T88" fmla="*/ 332 w 372"/>
                <a:gd name="T89" fmla="*/ 113 h 298"/>
                <a:gd name="T90" fmla="*/ 355 w 372"/>
                <a:gd name="T91" fmla="*/ 121 h 298"/>
                <a:gd name="T92" fmla="*/ 369 w 372"/>
                <a:gd name="T93" fmla="*/ 128 h 298"/>
                <a:gd name="T94" fmla="*/ 360 w 372"/>
                <a:gd name="T95" fmla="*/ 130 h 298"/>
                <a:gd name="T96" fmla="*/ 358 w 372"/>
                <a:gd name="T97" fmla="*/ 135 h 298"/>
                <a:gd name="T98" fmla="*/ 352 w 372"/>
                <a:gd name="T99" fmla="*/ 148 h 298"/>
                <a:gd name="T100" fmla="*/ 370 w 372"/>
                <a:gd name="T101" fmla="*/ 180 h 298"/>
                <a:gd name="T102" fmla="*/ 356 w 372"/>
                <a:gd name="T103" fmla="*/ 173 h 298"/>
                <a:gd name="T104" fmla="*/ 316 w 372"/>
                <a:gd name="T105" fmla="*/ 152 h 298"/>
                <a:gd name="T106" fmla="*/ 319 w 372"/>
                <a:gd name="T107" fmla="*/ 133 h 298"/>
                <a:gd name="T108" fmla="*/ 288 w 372"/>
                <a:gd name="T109" fmla="*/ 116 h 298"/>
                <a:gd name="T110" fmla="*/ 299 w 372"/>
                <a:gd name="T111" fmla="*/ 96 h 298"/>
                <a:gd name="T112" fmla="*/ 319 w 372"/>
                <a:gd name="T113" fmla="*/ 83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72" h="298">
                  <a:moveTo>
                    <a:pt x="148" y="236"/>
                  </a:moveTo>
                  <a:lnTo>
                    <a:pt x="150" y="237"/>
                  </a:lnTo>
                  <a:lnTo>
                    <a:pt x="150" y="237"/>
                  </a:lnTo>
                  <a:lnTo>
                    <a:pt x="150" y="247"/>
                  </a:lnTo>
                  <a:lnTo>
                    <a:pt x="147" y="249"/>
                  </a:lnTo>
                  <a:lnTo>
                    <a:pt x="141" y="251"/>
                  </a:lnTo>
                  <a:lnTo>
                    <a:pt x="137" y="255"/>
                  </a:lnTo>
                  <a:lnTo>
                    <a:pt x="137" y="259"/>
                  </a:lnTo>
                  <a:lnTo>
                    <a:pt x="139" y="269"/>
                  </a:lnTo>
                  <a:lnTo>
                    <a:pt x="134" y="272"/>
                  </a:lnTo>
                  <a:lnTo>
                    <a:pt x="132" y="273"/>
                  </a:lnTo>
                  <a:lnTo>
                    <a:pt x="129" y="285"/>
                  </a:lnTo>
                  <a:lnTo>
                    <a:pt x="122" y="297"/>
                  </a:lnTo>
                  <a:lnTo>
                    <a:pt x="120" y="298"/>
                  </a:lnTo>
                  <a:lnTo>
                    <a:pt x="119" y="298"/>
                  </a:lnTo>
                  <a:lnTo>
                    <a:pt x="116" y="293"/>
                  </a:lnTo>
                  <a:lnTo>
                    <a:pt x="115" y="285"/>
                  </a:lnTo>
                  <a:lnTo>
                    <a:pt x="112" y="282"/>
                  </a:lnTo>
                  <a:lnTo>
                    <a:pt x="109" y="277"/>
                  </a:lnTo>
                  <a:lnTo>
                    <a:pt x="113" y="276"/>
                  </a:lnTo>
                  <a:lnTo>
                    <a:pt x="112" y="273"/>
                  </a:lnTo>
                  <a:lnTo>
                    <a:pt x="112" y="272"/>
                  </a:lnTo>
                  <a:lnTo>
                    <a:pt x="106" y="273"/>
                  </a:lnTo>
                  <a:lnTo>
                    <a:pt x="104" y="272"/>
                  </a:lnTo>
                  <a:lnTo>
                    <a:pt x="105" y="269"/>
                  </a:lnTo>
                  <a:lnTo>
                    <a:pt x="104" y="263"/>
                  </a:lnTo>
                  <a:lnTo>
                    <a:pt x="105" y="261"/>
                  </a:lnTo>
                  <a:lnTo>
                    <a:pt x="104" y="258"/>
                  </a:lnTo>
                  <a:lnTo>
                    <a:pt x="113" y="251"/>
                  </a:lnTo>
                  <a:lnTo>
                    <a:pt x="117" y="251"/>
                  </a:lnTo>
                  <a:lnTo>
                    <a:pt x="119" y="250"/>
                  </a:lnTo>
                  <a:lnTo>
                    <a:pt x="120" y="246"/>
                  </a:lnTo>
                  <a:lnTo>
                    <a:pt x="123" y="244"/>
                  </a:lnTo>
                  <a:lnTo>
                    <a:pt x="123" y="244"/>
                  </a:lnTo>
                  <a:lnTo>
                    <a:pt x="125" y="245"/>
                  </a:lnTo>
                  <a:lnTo>
                    <a:pt x="127" y="247"/>
                  </a:lnTo>
                  <a:lnTo>
                    <a:pt x="131" y="246"/>
                  </a:lnTo>
                  <a:lnTo>
                    <a:pt x="134" y="250"/>
                  </a:lnTo>
                  <a:lnTo>
                    <a:pt x="134" y="250"/>
                  </a:lnTo>
                  <a:lnTo>
                    <a:pt x="137" y="248"/>
                  </a:lnTo>
                  <a:lnTo>
                    <a:pt x="139" y="248"/>
                  </a:lnTo>
                  <a:lnTo>
                    <a:pt x="142" y="243"/>
                  </a:lnTo>
                  <a:lnTo>
                    <a:pt x="143" y="242"/>
                  </a:lnTo>
                  <a:lnTo>
                    <a:pt x="146" y="242"/>
                  </a:lnTo>
                  <a:lnTo>
                    <a:pt x="148" y="236"/>
                  </a:lnTo>
                  <a:close/>
                  <a:moveTo>
                    <a:pt x="135" y="10"/>
                  </a:moveTo>
                  <a:lnTo>
                    <a:pt x="137" y="10"/>
                  </a:lnTo>
                  <a:lnTo>
                    <a:pt x="145" y="6"/>
                  </a:lnTo>
                  <a:lnTo>
                    <a:pt x="147" y="9"/>
                  </a:lnTo>
                  <a:lnTo>
                    <a:pt x="149" y="10"/>
                  </a:lnTo>
                  <a:lnTo>
                    <a:pt x="153" y="6"/>
                  </a:lnTo>
                  <a:lnTo>
                    <a:pt x="159" y="7"/>
                  </a:lnTo>
                  <a:lnTo>
                    <a:pt x="164" y="7"/>
                  </a:lnTo>
                  <a:lnTo>
                    <a:pt x="168" y="10"/>
                  </a:lnTo>
                  <a:lnTo>
                    <a:pt x="168" y="15"/>
                  </a:lnTo>
                  <a:lnTo>
                    <a:pt x="170" y="15"/>
                  </a:lnTo>
                  <a:lnTo>
                    <a:pt x="171" y="16"/>
                  </a:lnTo>
                  <a:lnTo>
                    <a:pt x="167" y="26"/>
                  </a:lnTo>
                  <a:lnTo>
                    <a:pt x="169" y="33"/>
                  </a:lnTo>
                  <a:lnTo>
                    <a:pt x="172" y="37"/>
                  </a:lnTo>
                  <a:lnTo>
                    <a:pt x="169" y="48"/>
                  </a:lnTo>
                  <a:lnTo>
                    <a:pt x="173" y="51"/>
                  </a:lnTo>
                  <a:lnTo>
                    <a:pt x="176" y="56"/>
                  </a:lnTo>
                  <a:lnTo>
                    <a:pt x="177" y="57"/>
                  </a:lnTo>
                  <a:lnTo>
                    <a:pt x="179" y="58"/>
                  </a:lnTo>
                  <a:lnTo>
                    <a:pt x="186" y="51"/>
                  </a:lnTo>
                  <a:lnTo>
                    <a:pt x="189" y="50"/>
                  </a:lnTo>
                  <a:lnTo>
                    <a:pt x="191" y="47"/>
                  </a:lnTo>
                  <a:lnTo>
                    <a:pt x="190" y="45"/>
                  </a:lnTo>
                  <a:lnTo>
                    <a:pt x="195" y="40"/>
                  </a:lnTo>
                  <a:lnTo>
                    <a:pt x="195" y="39"/>
                  </a:lnTo>
                  <a:lnTo>
                    <a:pt x="191" y="38"/>
                  </a:lnTo>
                  <a:lnTo>
                    <a:pt x="193" y="29"/>
                  </a:lnTo>
                  <a:lnTo>
                    <a:pt x="190" y="25"/>
                  </a:lnTo>
                  <a:lnTo>
                    <a:pt x="189" y="23"/>
                  </a:lnTo>
                  <a:lnTo>
                    <a:pt x="191" y="16"/>
                  </a:lnTo>
                  <a:lnTo>
                    <a:pt x="194" y="15"/>
                  </a:lnTo>
                  <a:lnTo>
                    <a:pt x="195" y="10"/>
                  </a:lnTo>
                  <a:lnTo>
                    <a:pt x="197" y="10"/>
                  </a:lnTo>
                  <a:lnTo>
                    <a:pt x="199" y="10"/>
                  </a:lnTo>
                  <a:lnTo>
                    <a:pt x="202" y="13"/>
                  </a:lnTo>
                  <a:lnTo>
                    <a:pt x="202" y="16"/>
                  </a:lnTo>
                  <a:lnTo>
                    <a:pt x="200" y="18"/>
                  </a:lnTo>
                  <a:lnTo>
                    <a:pt x="205" y="20"/>
                  </a:lnTo>
                  <a:lnTo>
                    <a:pt x="206" y="23"/>
                  </a:lnTo>
                  <a:lnTo>
                    <a:pt x="210" y="23"/>
                  </a:lnTo>
                  <a:lnTo>
                    <a:pt x="213" y="26"/>
                  </a:lnTo>
                  <a:lnTo>
                    <a:pt x="215" y="26"/>
                  </a:lnTo>
                  <a:lnTo>
                    <a:pt x="218" y="24"/>
                  </a:lnTo>
                  <a:lnTo>
                    <a:pt x="218" y="26"/>
                  </a:lnTo>
                  <a:lnTo>
                    <a:pt x="221" y="27"/>
                  </a:lnTo>
                  <a:lnTo>
                    <a:pt x="221" y="32"/>
                  </a:lnTo>
                  <a:lnTo>
                    <a:pt x="221" y="35"/>
                  </a:lnTo>
                  <a:lnTo>
                    <a:pt x="219" y="36"/>
                  </a:lnTo>
                  <a:lnTo>
                    <a:pt x="224" y="40"/>
                  </a:lnTo>
                  <a:lnTo>
                    <a:pt x="221" y="43"/>
                  </a:lnTo>
                  <a:lnTo>
                    <a:pt x="225" y="53"/>
                  </a:lnTo>
                  <a:lnTo>
                    <a:pt x="224" y="56"/>
                  </a:lnTo>
                  <a:lnTo>
                    <a:pt x="229" y="61"/>
                  </a:lnTo>
                  <a:lnTo>
                    <a:pt x="231" y="59"/>
                  </a:lnTo>
                  <a:lnTo>
                    <a:pt x="232" y="56"/>
                  </a:lnTo>
                  <a:lnTo>
                    <a:pt x="235" y="55"/>
                  </a:lnTo>
                  <a:lnTo>
                    <a:pt x="238" y="52"/>
                  </a:lnTo>
                  <a:lnTo>
                    <a:pt x="240" y="52"/>
                  </a:lnTo>
                  <a:lnTo>
                    <a:pt x="244" y="49"/>
                  </a:lnTo>
                  <a:lnTo>
                    <a:pt x="249" y="51"/>
                  </a:lnTo>
                  <a:lnTo>
                    <a:pt x="251" y="51"/>
                  </a:lnTo>
                  <a:lnTo>
                    <a:pt x="252" y="53"/>
                  </a:lnTo>
                  <a:lnTo>
                    <a:pt x="255" y="54"/>
                  </a:lnTo>
                  <a:lnTo>
                    <a:pt x="257" y="59"/>
                  </a:lnTo>
                  <a:lnTo>
                    <a:pt x="265" y="65"/>
                  </a:lnTo>
                  <a:lnTo>
                    <a:pt x="265" y="68"/>
                  </a:lnTo>
                  <a:lnTo>
                    <a:pt x="265" y="70"/>
                  </a:lnTo>
                  <a:lnTo>
                    <a:pt x="264" y="72"/>
                  </a:lnTo>
                  <a:lnTo>
                    <a:pt x="254" y="72"/>
                  </a:lnTo>
                  <a:lnTo>
                    <a:pt x="253" y="74"/>
                  </a:lnTo>
                  <a:lnTo>
                    <a:pt x="251" y="74"/>
                  </a:lnTo>
                  <a:lnTo>
                    <a:pt x="249" y="78"/>
                  </a:lnTo>
                  <a:lnTo>
                    <a:pt x="246" y="80"/>
                  </a:lnTo>
                  <a:lnTo>
                    <a:pt x="243" y="93"/>
                  </a:lnTo>
                  <a:lnTo>
                    <a:pt x="248" y="101"/>
                  </a:lnTo>
                  <a:lnTo>
                    <a:pt x="252" y="101"/>
                  </a:lnTo>
                  <a:lnTo>
                    <a:pt x="252" y="102"/>
                  </a:lnTo>
                  <a:lnTo>
                    <a:pt x="258" y="104"/>
                  </a:lnTo>
                  <a:lnTo>
                    <a:pt x="262" y="108"/>
                  </a:lnTo>
                  <a:lnTo>
                    <a:pt x="257" y="113"/>
                  </a:lnTo>
                  <a:lnTo>
                    <a:pt x="257" y="116"/>
                  </a:lnTo>
                  <a:lnTo>
                    <a:pt x="254" y="127"/>
                  </a:lnTo>
                  <a:lnTo>
                    <a:pt x="254" y="130"/>
                  </a:lnTo>
                  <a:lnTo>
                    <a:pt x="254" y="134"/>
                  </a:lnTo>
                  <a:lnTo>
                    <a:pt x="254" y="134"/>
                  </a:lnTo>
                  <a:lnTo>
                    <a:pt x="246" y="136"/>
                  </a:lnTo>
                  <a:lnTo>
                    <a:pt x="246" y="136"/>
                  </a:lnTo>
                  <a:lnTo>
                    <a:pt x="246" y="132"/>
                  </a:lnTo>
                  <a:lnTo>
                    <a:pt x="244" y="130"/>
                  </a:lnTo>
                  <a:lnTo>
                    <a:pt x="241" y="130"/>
                  </a:lnTo>
                  <a:lnTo>
                    <a:pt x="242" y="124"/>
                  </a:lnTo>
                  <a:lnTo>
                    <a:pt x="235" y="111"/>
                  </a:lnTo>
                  <a:lnTo>
                    <a:pt x="234" y="110"/>
                  </a:lnTo>
                  <a:lnTo>
                    <a:pt x="225" y="112"/>
                  </a:lnTo>
                  <a:lnTo>
                    <a:pt x="226" y="115"/>
                  </a:lnTo>
                  <a:lnTo>
                    <a:pt x="225" y="116"/>
                  </a:lnTo>
                  <a:lnTo>
                    <a:pt x="221" y="116"/>
                  </a:lnTo>
                  <a:lnTo>
                    <a:pt x="220" y="116"/>
                  </a:lnTo>
                  <a:lnTo>
                    <a:pt x="215" y="111"/>
                  </a:lnTo>
                  <a:lnTo>
                    <a:pt x="205" y="110"/>
                  </a:lnTo>
                  <a:lnTo>
                    <a:pt x="204" y="113"/>
                  </a:lnTo>
                  <a:lnTo>
                    <a:pt x="205" y="118"/>
                  </a:lnTo>
                  <a:lnTo>
                    <a:pt x="205" y="119"/>
                  </a:lnTo>
                  <a:lnTo>
                    <a:pt x="210" y="120"/>
                  </a:lnTo>
                  <a:lnTo>
                    <a:pt x="213" y="122"/>
                  </a:lnTo>
                  <a:lnTo>
                    <a:pt x="213" y="124"/>
                  </a:lnTo>
                  <a:lnTo>
                    <a:pt x="213" y="130"/>
                  </a:lnTo>
                  <a:lnTo>
                    <a:pt x="200" y="134"/>
                  </a:lnTo>
                  <a:lnTo>
                    <a:pt x="199" y="138"/>
                  </a:lnTo>
                  <a:lnTo>
                    <a:pt x="201" y="140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190" y="132"/>
                  </a:lnTo>
                  <a:lnTo>
                    <a:pt x="175" y="135"/>
                  </a:lnTo>
                  <a:lnTo>
                    <a:pt x="174" y="138"/>
                  </a:lnTo>
                  <a:lnTo>
                    <a:pt x="176" y="147"/>
                  </a:lnTo>
                  <a:lnTo>
                    <a:pt x="176" y="152"/>
                  </a:lnTo>
                  <a:lnTo>
                    <a:pt x="172" y="154"/>
                  </a:lnTo>
                  <a:lnTo>
                    <a:pt x="169" y="154"/>
                  </a:lnTo>
                  <a:lnTo>
                    <a:pt x="167" y="151"/>
                  </a:lnTo>
                  <a:lnTo>
                    <a:pt x="166" y="151"/>
                  </a:lnTo>
                  <a:lnTo>
                    <a:pt x="164" y="152"/>
                  </a:lnTo>
                  <a:lnTo>
                    <a:pt x="163" y="155"/>
                  </a:lnTo>
                  <a:lnTo>
                    <a:pt x="162" y="164"/>
                  </a:lnTo>
                  <a:lnTo>
                    <a:pt x="163" y="167"/>
                  </a:lnTo>
                  <a:lnTo>
                    <a:pt x="166" y="172"/>
                  </a:lnTo>
                  <a:lnTo>
                    <a:pt x="166" y="172"/>
                  </a:lnTo>
                  <a:lnTo>
                    <a:pt x="163" y="173"/>
                  </a:lnTo>
                  <a:lnTo>
                    <a:pt x="160" y="170"/>
                  </a:lnTo>
                  <a:lnTo>
                    <a:pt x="158" y="160"/>
                  </a:lnTo>
                  <a:lnTo>
                    <a:pt x="158" y="159"/>
                  </a:lnTo>
                  <a:lnTo>
                    <a:pt x="153" y="159"/>
                  </a:lnTo>
                  <a:lnTo>
                    <a:pt x="148" y="165"/>
                  </a:lnTo>
                  <a:lnTo>
                    <a:pt x="146" y="165"/>
                  </a:lnTo>
                  <a:lnTo>
                    <a:pt x="145" y="165"/>
                  </a:lnTo>
                  <a:lnTo>
                    <a:pt x="139" y="170"/>
                  </a:lnTo>
                  <a:lnTo>
                    <a:pt x="137" y="171"/>
                  </a:lnTo>
                  <a:lnTo>
                    <a:pt x="131" y="168"/>
                  </a:lnTo>
                  <a:lnTo>
                    <a:pt x="128" y="168"/>
                  </a:lnTo>
                  <a:lnTo>
                    <a:pt x="126" y="166"/>
                  </a:lnTo>
                  <a:lnTo>
                    <a:pt x="125" y="162"/>
                  </a:lnTo>
                  <a:lnTo>
                    <a:pt x="123" y="162"/>
                  </a:lnTo>
                  <a:lnTo>
                    <a:pt x="121" y="162"/>
                  </a:lnTo>
                  <a:lnTo>
                    <a:pt x="115" y="163"/>
                  </a:lnTo>
                  <a:lnTo>
                    <a:pt x="113" y="165"/>
                  </a:lnTo>
                  <a:lnTo>
                    <a:pt x="109" y="165"/>
                  </a:lnTo>
                  <a:lnTo>
                    <a:pt x="109" y="168"/>
                  </a:lnTo>
                  <a:lnTo>
                    <a:pt x="107" y="168"/>
                  </a:lnTo>
                  <a:lnTo>
                    <a:pt x="106" y="171"/>
                  </a:lnTo>
                  <a:lnTo>
                    <a:pt x="107" y="177"/>
                  </a:lnTo>
                  <a:lnTo>
                    <a:pt x="101" y="174"/>
                  </a:lnTo>
                  <a:lnTo>
                    <a:pt x="101" y="171"/>
                  </a:lnTo>
                  <a:lnTo>
                    <a:pt x="101" y="170"/>
                  </a:lnTo>
                  <a:lnTo>
                    <a:pt x="96" y="173"/>
                  </a:lnTo>
                  <a:lnTo>
                    <a:pt x="96" y="176"/>
                  </a:lnTo>
                  <a:lnTo>
                    <a:pt x="98" y="177"/>
                  </a:lnTo>
                  <a:lnTo>
                    <a:pt x="98" y="180"/>
                  </a:lnTo>
                  <a:lnTo>
                    <a:pt x="101" y="184"/>
                  </a:lnTo>
                  <a:lnTo>
                    <a:pt x="101" y="188"/>
                  </a:lnTo>
                  <a:lnTo>
                    <a:pt x="98" y="191"/>
                  </a:lnTo>
                  <a:lnTo>
                    <a:pt x="96" y="192"/>
                  </a:lnTo>
                  <a:lnTo>
                    <a:pt x="93" y="192"/>
                  </a:lnTo>
                  <a:lnTo>
                    <a:pt x="85" y="188"/>
                  </a:lnTo>
                  <a:lnTo>
                    <a:pt x="82" y="190"/>
                  </a:lnTo>
                  <a:lnTo>
                    <a:pt x="70" y="189"/>
                  </a:lnTo>
                  <a:lnTo>
                    <a:pt x="70" y="195"/>
                  </a:lnTo>
                  <a:lnTo>
                    <a:pt x="68" y="194"/>
                  </a:lnTo>
                  <a:lnTo>
                    <a:pt x="67" y="195"/>
                  </a:lnTo>
                  <a:lnTo>
                    <a:pt x="66" y="192"/>
                  </a:lnTo>
                  <a:lnTo>
                    <a:pt x="61" y="192"/>
                  </a:lnTo>
                  <a:lnTo>
                    <a:pt x="60" y="187"/>
                  </a:lnTo>
                  <a:lnTo>
                    <a:pt x="58" y="186"/>
                  </a:lnTo>
                  <a:lnTo>
                    <a:pt x="55" y="185"/>
                  </a:lnTo>
                  <a:lnTo>
                    <a:pt x="53" y="187"/>
                  </a:lnTo>
                  <a:lnTo>
                    <a:pt x="53" y="188"/>
                  </a:lnTo>
                  <a:lnTo>
                    <a:pt x="57" y="190"/>
                  </a:lnTo>
                  <a:lnTo>
                    <a:pt x="57" y="192"/>
                  </a:lnTo>
                  <a:lnTo>
                    <a:pt x="56" y="193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2" y="196"/>
                  </a:lnTo>
                  <a:lnTo>
                    <a:pt x="57" y="197"/>
                  </a:lnTo>
                  <a:lnTo>
                    <a:pt x="57" y="198"/>
                  </a:lnTo>
                  <a:lnTo>
                    <a:pt x="56" y="198"/>
                  </a:lnTo>
                  <a:lnTo>
                    <a:pt x="52" y="198"/>
                  </a:lnTo>
                  <a:lnTo>
                    <a:pt x="49" y="196"/>
                  </a:lnTo>
                  <a:lnTo>
                    <a:pt x="47" y="189"/>
                  </a:lnTo>
                  <a:lnTo>
                    <a:pt x="47" y="185"/>
                  </a:lnTo>
                  <a:lnTo>
                    <a:pt x="49" y="177"/>
                  </a:lnTo>
                  <a:lnTo>
                    <a:pt x="47" y="177"/>
                  </a:lnTo>
                  <a:lnTo>
                    <a:pt x="41" y="182"/>
                  </a:lnTo>
                  <a:lnTo>
                    <a:pt x="38" y="180"/>
                  </a:lnTo>
                  <a:lnTo>
                    <a:pt x="32" y="180"/>
                  </a:lnTo>
                  <a:lnTo>
                    <a:pt x="28" y="178"/>
                  </a:lnTo>
                  <a:lnTo>
                    <a:pt x="25" y="177"/>
                  </a:lnTo>
                  <a:lnTo>
                    <a:pt x="15" y="166"/>
                  </a:lnTo>
                  <a:lnTo>
                    <a:pt x="6" y="167"/>
                  </a:lnTo>
                  <a:lnTo>
                    <a:pt x="0" y="157"/>
                  </a:lnTo>
                  <a:lnTo>
                    <a:pt x="1" y="154"/>
                  </a:lnTo>
                  <a:lnTo>
                    <a:pt x="3" y="152"/>
                  </a:lnTo>
                  <a:lnTo>
                    <a:pt x="8" y="150"/>
                  </a:lnTo>
                  <a:lnTo>
                    <a:pt x="13" y="146"/>
                  </a:lnTo>
                  <a:lnTo>
                    <a:pt x="6" y="134"/>
                  </a:lnTo>
                  <a:lnTo>
                    <a:pt x="4" y="132"/>
                  </a:lnTo>
                  <a:lnTo>
                    <a:pt x="1" y="132"/>
                  </a:lnTo>
                  <a:lnTo>
                    <a:pt x="0" y="129"/>
                  </a:lnTo>
                  <a:lnTo>
                    <a:pt x="11" y="116"/>
                  </a:lnTo>
                  <a:lnTo>
                    <a:pt x="18" y="113"/>
                  </a:lnTo>
                  <a:lnTo>
                    <a:pt x="24" y="106"/>
                  </a:lnTo>
                  <a:lnTo>
                    <a:pt x="27" y="105"/>
                  </a:lnTo>
                  <a:lnTo>
                    <a:pt x="30" y="100"/>
                  </a:lnTo>
                  <a:lnTo>
                    <a:pt x="33" y="100"/>
                  </a:lnTo>
                  <a:lnTo>
                    <a:pt x="38" y="100"/>
                  </a:lnTo>
                  <a:lnTo>
                    <a:pt x="38" y="96"/>
                  </a:lnTo>
                  <a:lnTo>
                    <a:pt x="41" y="92"/>
                  </a:lnTo>
                  <a:lnTo>
                    <a:pt x="38" y="91"/>
                  </a:lnTo>
                  <a:lnTo>
                    <a:pt x="36" y="89"/>
                  </a:lnTo>
                  <a:lnTo>
                    <a:pt x="35" y="83"/>
                  </a:lnTo>
                  <a:lnTo>
                    <a:pt x="35" y="80"/>
                  </a:lnTo>
                  <a:lnTo>
                    <a:pt x="39" y="78"/>
                  </a:lnTo>
                  <a:lnTo>
                    <a:pt x="41" y="74"/>
                  </a:lnTo>
                  <a:lnTo>
                    <a:pt x="40" y="70"/>
                  </a:lnTo>
                  <a:lnTo>
                    <a:pt x="47" y="64"/>
                  </a:lnTo>
                  <a:lnTo>
                    <a:pt x="54" y="53"/>
                  </a:lnTo>
                  <a:lnTo>
                    <a:pt x="61" y="48"/>
                  </a:lnTo>
                  <a:lnTo>
                    <a:pt x="62" y="45"/>
                  </a:lnTo>
                  <a:lnTo>
                    <a:pt x="66" y="43"/>
                  </a:lnTo>
                  <a:lnTo>
                    <a:pt x="70" y="45"/>
                  </a:lnTo>
                  <a:lnTo>
                    <a:pt x="75" y="41"/>
                  </a:lnTo>
                  <a:lnTo>
                    <a:pt x="78" y="42"/>
                  </a:lnTo>
                  <a:lnTo>
                    <a:pt x="84" y="38"/>
                  </a:lnTo>
                  <a:lnTo>
                    <a:pt x="90" y="44"/>
                  </a:lnTo>
                  <a:lnTo>
                    <a:pt x="91" y="44"/>
                  </a:lnTo>
                  <a:lnTo>
                    <a:pt x="93" y="38"/>
                  </a:lnTo>
                  <a:lnTo>
                    <a:pt x="95" y="35"/>
                  </a:lnTo>
                  <a:lnTo>
                    <a:pt x="101" y="35"/>
                  </a:lnTo>
                  <a:lnTo>
                    <a:pt x="104" y="33"/>
                  </a:lnTo>
                  <a:lnTo>
                    <a:pt x="116" y="28"/>
                  </a:lnTo>
                  <a:lnTo>
                    <a:pt x="117" y="28"/>
                  </a:lnTo>
                  <a:lnTo>
                    <a:pt x="124" y="32"/>
                  </a:lnTo>
                  <a:lnTo>
                    <a:pt x="125" y="36"/>
                  </a:lnTo>
                  <a:lnTo>
                    <a:pt x="126" y="37"/>
                  </a:lnTo>
                  <a:lnTo>
                    <a:pt x="130" y="34"/>
                  </a:lnTo>
                  <a:lnTo>
                    <a:pt x="134" y="32"/>
                  </a:lnTo>
                  <a:lnTo>
                    <a:pt x="136" y="30"/>
                  </a:lnTo>
                  <a:lnTo>
                    <a:pt x="134" y="21"/>
                  </a:lnTo>
                  <a:lnTo>
                    <a:pt x="125" y="18"/>
                  </a:lnTo>
                  <a:lnTo>
                    <a:pt x="124" y="17"/>
                  </a:lnTo>
                  <a:lnTo>
                    <a:pt x="125" y="4"/>
                  </a:lnTo>
                  <a:lnTo>
                    <a:pt x="126" y="1"/>
                  </a:lnTo>
                  <a:lnTo>
                    <a:pt x="128" y="0"/>
                  </a:lnTo>
                  <a:lnTo>
                    <a:pt x="131" y="1"/>
                  </a:lnTo>
                  <a:lnTo>
                    <a:pt x="132" y="3"/>
                  </a:lnTo>
                  <a:lnTo>
                    <a:pt x="135" y="10"/>
                  </a:lnTo>
                  <a:close/>
                  <a:moveTo>
                    <a:pt x="321" y="94"/>
                  </a:moveTo>
                  <a:lnTo>
                    <a:pt x="319" y="94"/>
                  </a:lnTo>
                  <a:lnTo>
                    <a:pt x="317" y="95"/>
                  </a:lnTo>
                  <a:lnTo>
                    <a:pt x="317" y="94"/>
                  </a:lnTo>
                  <a:lnTo>
                    <a:pt x="316" y="97"/>
                  </a:lnTo>
                  <a:lnTo>
                    <a:pt x="322" y="98"/>
                  </a:lnTo>
                  <a:lnTo>
                    <a:pt x="325" y="101"/>
                  </a:lnTo>
                  <a:lnTo>
                    <a:pt x="327" y="105"/>
                  </a:lnTo>
                  <a:lnTo>
                    <a:pt x="328" y="106"/>
                  </a:lnTo>
                  <a:lnTo>
                    <a:pt x="327" y="111"/>
                  </a:lnTo>
                  <a:lnTo>
                    <a:pt x="332" y="113"/>
                  </a:lnTo>
                  <a:lnTo>
                    <a:pt x="335" y="113"/>
                  </a:lnTo>
                  <a:lnTo>
                    <a:pt x="338" y="110"/>
                  </a:lnTo>
                  <a:lnTo>
                    <a:pt x="346" y="112"/>
                  </a:lnTo>
                  <a:lnTo>
                    <a:pt x="348" y="113"/>
                  </a:lnTo>
                  <a:lnTo>
                    <a:pt x="349" y="119"/>
                  </a:lnTo>
                  <a:lnTo>
                    <a:pt x="352" y="122"/>
                  </a:lnTo>
                  <a:lnTo>
                    <a:pt x="355" y="121"/>
                  </a:lnTo>
                  <a:lnTo>
                    <a:pt x="360" y="122"/>
                  </a:lnTo>
                  <a:lnTo>
                    <a:pt x="366" y="121"/>
                  </a:lnTo>
                  <a:lnTo>
                    <a:pt x="369" y="122"/>
                  </a:lnTo>
                  <a:lnTo>
                    <a:pt x="367" y="125"/>
                  </a:lnTo>
                  <a:lnTo>
                    <a:pt x="368" y="126"/>
                  </a:lnTo>
                  <a:lnTo>
                    <a:pt x="367" y="129"/>
                  </a:lnTo>
                  <a:lnTo>
                    <a:pt x="369" y="128"/>
                  </a:lnTo>
                  <a:lnTo>
                    <a:pt x="371" y="130"/>
                  </a:lnTo>
                  <a:lnTo>
                    <a:pt x="370" y="133"/>
                  </a:lnTo>
                  <a:lnTo>
                    <a:pt x="366" y="132"/>
                  </a:lnTo>
                  <a:lnTo>
                    <a:pt x="363" y="134"/>
                  </a:lnTo>
                  <a:lnTo>
                    <a:pt x="364" y="130"/>
                  </a:lnTo>
                  <a:lnTo>
                    <a:pt x="362" y="129"/>
                  </a:lnTo>
                  <a:lnTo>
                    <a:pt x="360" y="130"/>
                  </a:lnTo>
                  <a:lnTo>
                    <a:pt x="358" y="128"/>
                  </a:lnTo>
                  <a:lnTo>
                    <a:pt x="357" y="130"/>
                  </a:lnTo>
                  <a:lnTo>
                    <a:pt x="353" y="130"/>
                  </a:lnTo>
                  <a:lnTo>
                    <a:pt x="352" y="131"/>
                  </a:lnTo>
                  <a:lnTo>
                    <a:pt x="353" y="132"/>
                  </a:lnTo>
                  <a:lnTo>
                    <a:pt x="357" y="132"/>
                  </a:lnTo>
                  <a:lnTo>
                    <a:pt x="358" y="135"/>
                  </a:lnTo>
                  <a:lnTo>
                    <a:pt x="357" y="138"/>
                  </a:lnTo>
                  <a:lnTo>
                    <a:pt x="354" y="141"/>
                  </a:lnTo>
                  <a:lnTo>
                    <a:pt x="354" y="143"/>
                  </a:lnTo>
                  <a:lnTo>
                    <a:pt x="353" y="143"/>
                  </a:lnTo>
                  <a:lnTo>
                    <a:pt x="352" y="146"/>
                  </a:lnTo>
                  <a:lnTo>
                    <a:pt x="353" y="147"/>
                  </a:lnTo>
                  <a:lnTo>
                    <a:pt x="352" y="148"/>
                  </a:lnTo>
                  <a:lnTo>
                    <a:pt x="358" y="149"/>
                  </a:lnTo>
                  <a:lnTo>
                    <a:pt x="365" y="154"/>
                  </a:lnTo>
                  <a:lnTo>
                    <a:pt x="370" y="163"/>
                  </a:lnTo>
                  <a:lnTo>
                    <a:pt x="371" y="168"/>
                  </a:lnTo>
                  <a:lnTo>
                    <a:pt x="372" y="179"/>
                  </a:lnTo>
                  <a:lnTo>
                    <a:pt x="372" y="179"/>
                  </a:lnTo>
                  <a:lnTo>
                    <a:pt x="370" y="180"/>
                  </a:lnTo>
                  <a:lnTo>
                    <a:pt x="366" y="178"/>
                  </a:lnTo>
                  <a:lnTo>
                    <a:pt x="364" y="178"/>
                  </a:lnTo>
                  <a:lnTo>
                    <a:pt x="361" y="181"/>
                  </a:lnTo>
                  <a:lnTo>
                    <a:pt x="359" y="184"/>
                  </a:lnTo>
                  <a:lnTo>
                    <a:pt x="352" y="183"/>
                  </a:lnTo>
                  <a:lnTo>
                    <a:pt x="349" y="181"/>
                  </a:lnTo>
                  <a:lnTo>
                    <a:pt x="356" y="173"/>
                  </a:lnTo>
                  <a:lnTo>
                    <a:pt x="346" y="168"/>
                  </a:lnTo>
                  <a:lnTo>
                    <a:pt x="343" y="160"/>
                  </a:lnTo>
                  <a:lnTo>
                    <a:pt x="338" y="156"/>
                  </a:lnTo>
                  <a:lnTo>
                    <a:pt x="334" y="156"/>
                  </a:lnTo>
                  <a:lnTo>
                    <a:pt x="327" y="152"/>
                  </a:lnTo>
                  <a:lnTo>
                    <a:pt x="320" y="153"/>
                  </a:lnTo>
                  <a:lnTo>
                    <a:pt x="316" y="152"/>
                  </a:lnTo>
                  <a:lnTo>
                    <a:pt x="308" y="156"/>
                  </a:lnTo>
                  <a:lnTo>
                    <a:pt x="308" y="156"/>
                  </a:lnTo>
                  <a:lnTo>
                    <a:pt x="308" y="148"/>
                  </a:lnTo>
                  <a:lnTo>
                    <a:pt x="311" y="138"/>
                  </a:lnTo>
                  <a:lnTo>
                    <a:pt x="314" y="135"/>
                  </a:lnTo>
                  <a:lnTo>
                    <a:pt x="317" y="135"/>
                  </a:lnTo>
                  <a:lnTo>
                    <a:pt x="319" y="133"/>
                  </a:lnTo>
                  <a:lnTo>
                    <a:pt x="317" y="130"/>
                  </a:lnTo>
                  <a:lnTo>
                    <a:pt x="311" y="130"/>
                  </a:lnTo>
                  <a:lnTo>
                    <a:pt x="311" y="124"/>
                  </a:lnTo>
                  <a:lnTo>
                    <a:pt x="306" y="120"/>
                  </a:lnTo>
                  <a:lnTo>
                    <a:pt x="300" y="121"/>
                  </a:lnTo>
                  <a:lnTo>
                    <a:pt x="288" y="118"/>
                  </a:lnTo>
                  <a:lnTo>
                    <a:pt x="288" y="116"/>
                  </a:lnTo>
                  <a:lnTo>
                    <a:pt x="291" y="110"/>
                  </a:lnTo>
                  <a:lnTo>
                    <a:pt x="289" y="105"/>
                  </a:lnTo>
                  <a:lnTo>
                    <a:pt x="290" y="103"/>
                  </a:lnTo>
                  <a:lnTo>
                    <a:pt x="292" y="103"/>
                  </a:lnTo>
                  <a:lnTo>
                    <a:pt x="295" y="100"/>
                  </a:lnTo>
                  <a:lnTo>
                    <a:pt x="297" y="100"/>
                  </a:lnTo>
                  <a:lnTo>
                    <a:pt x="299" y="96"/>
                  </a:lnTo>
                  <a:lnTo>
                    <a:pt x="305" y="92"/>
                  </a:lnTo>
                  <a:lnTo>
                    <a:pt x="306" y="92"/>
                  </a:lnTo>
                  <a:lnTo>
                    <a:pt x="311" y="94"/>
                  </a:lnTo>
                  <a:lnTo>
                    <a:pt x="310" y="86"/>
                  </a:lnTo>
                  <a:lnTo>
                    <a:pt x="318" y="82"/>
                  </a:lnTo>
                  <a:lnTo>
                    <a:pt x="319" y="82"/>
                  </a:lnTo>
                  <a:lnTo>
                    <a:pt x="319" y="83"/>
                  </a:lnTo>
                  <a:lnTo>
                    <a:pt x="319" y="90"/>
                  </a:lnTo>
                  <a:lnTo>
                    <a:pt x="322" y="92"/>
                  </a:lnTo>
                  <a:lnTo>
                    <a:pt x="321" y="9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0" name="Freeform 22">
              <a:extLst>
                <a:ext uri="{FF2B5EF4-FFF2-40B4-BE49-F238E27FC236}">
                  <a16:creationId xmlns:a16="http://schemas.microsoft.com/office/drawing/2014/main" id="{A17E9C44-97B2-4F68-A629-08763DA693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7344" y="2576403"/>
              <a:ext cx="569753" cy="520618"/>
            </a:xfrm>
            <a:custGeom>
              <a:avLst/>
              <a:gdLst>
                <a:gd name="T0" fmla="*/ 267 w 545"/>
                <a:gd name="T1" fmla="*/ 394 h 498"/>
                <a:gd name="T2" fmla="*/ 88 w 545"/>
                <a:gd name="T3" fmla="*/ 83 h 498"/>
                <a:gd name="T4" fmla="*/ 33 w 545"/>
                <a:gd name="T5" fmla="*/ 103 h 498"/>
                <a:gd name="T6" fmla="*/ 491 w 545"/>
                <a:gd name="T7" fmla="*/ 92 h 498"/>
                <a:gd name="T8" fmla="*/ 489 w 545"/>
                <a:gd name="T9" fmla="*/ 54 h 498"/>
                <a:gd name="T10" fmla="*/ 511 w 545"/>
                <a:gd name="T11" fmla="*/ 84 h 498"/>
                <a:gd name="T12" fmla="*/ 514 w 545"/>
                <a:gd name="T13" fmla="*/ 105 h 498"/>
                <a:gd name="T14" fmla="*/ 543 w 545"/>
                <a:gd name="T15" fmla="*/ 149 h 498"/>
                <a:gd name="T16" fmla="*/ 526 w 545"/>
                <a:gd name="T17" fmla="*/ 190 h 498"/>
                <a:gd name="T18" fmla="*/ 479 w 545"/>
                <a:gd name="T19" fmla="*/ 213 h 498"/>
                <a:gd name="T20" fmla="*/ 431 w 545"/>
                <a:gd name="T21" fmla="*/ 223 h 498"/>
                <a:gd name="T22" fmla="*/ 384 w 545"/>
                <a:gd name="T23" fmla="*/ 275 h 498"/>
                <a:gd name="T24" fmla="*/ 342 w 545"/>
                <a:gd name="T25" fmla="*/ 272 h 498"/>
                <a:gd name="T26" fmla="*/ 294 w 545"/>
                <a:gd name="T27" fmla="*/ 264 h 498"/>
                <a:gd name="T28" fmla="*/ 259 w 545"/>
                <a:gd name="T29" fmla="*/ 248 h 498"/>
                <a:gd name="T30" fmla="*/ 204 w 545"/>
                <a:gd name="T31" fmla="*/ 299 h 498"/>
                <a:gd name="T32" fmla="*/ 219 w 545"/>
                <a:gd name="T33" fmla="*/ 318 h 498"/>
                <a:gd name="T34" fmla="*/ 241 w 545"/>
                <a:gd name="T35" fmla="*/ 329 h 498"/>
                <a:gd name="T36" fmla="*/ 260 w 545"/>
                <a:gd name="T37" fmla="*/ 358 h 498"/>
                <a:gd name="T38" fmla="*/ 262 w 545"/>
                <a:gd name="T39" fmla="*/ 388 h 498"/>
                <a:gd name="T40" fmla="*/ 239 w 545"/>
                <a:gd name="T41" fmla="*/ 411 h 498"/>
                <a:gd name="T42" fmla="*/ 210 w 545"/>
                <a:gd name="T43" fmla="*/ 406 h 498"/>
                <a:gd name="T44" fmla="*/ 175 w 545"/>
                <a:gd name="T45" fmla="*/ 389 h 498"/>
                <a:gd name="T46" fmla="*/ 148 w 545"/>
                <a:gd name="T47" fmla="*/ 408 h 498"/>
                <a:gd name="T48" fmla="*/ 125 w 545"/>
                <a:gd name="T49" fmla="*/ 443 h 498"/>
                <a:gd name="T50" fmla="*/ 93 w 545"/>
                <a:gd name="T51" fmla="*/ 493 h 498"/>
                <a:gd name="T52" fmla="*/ 73 w 545"/>
                <a:gd name="T53" fmla="*/ 468 h 498"/>
                <a:gd name="T54" fmla="*/ 33 w 545"/>
                <a:gd name="T55" fmla="*/ 468 h 498"/>
                <a:gd name="T56" fmla="*/ 30 w 545"/>
                <a:gd name="T57" fmla="*/ 440 h 498"/>
                <a:gd name="T58" fmla="*/ 64 w 545"/>
                <a:gd name="T59" fmla="*/ 443 h 498"/>
                <a:gd name="T60" fmla="*/ 68 w 545"/>
                <a:gd name="T61" fmla="*/ 432 h 498"/>
                <a:gd name="T62" fmla="*/ 94 w 545"/>
                <a:gd name="T63" fmla="*/ 406 h 498"/>
                <a:gd name="T64" fmla="*/ 113 w 545"/>
                <a:gd name="T65" fmla="*/ 384 h 498"/>
                <a:gd name="T66" fmla="*/ 81 w 545"/>
                <a:gd name="T67" fmla="*/ 376 h 498"/>
                <a:gd name="T68" fmla="*/ 54 w 545"/>
                <a:gd name="T69" fmla="*/ 396 h 498"/>
                <a:gd name="T70" fmla="*/ 30 w 545"/>
                <a:gd name="T71" fmla="*/ 367 h 498"/>
                <a:gd name="T72" fmla="*/ 27 w 545"/>
                <a:gd name="T73" fmla="*/ 321 h 498"/>
                <a:gd name="T74" fmla="*/ 65 w 545"/>
                <a:gd name="T75" fmla="*/ 288 h 498"/>
                <a:gd name="T76" fmla="*/ 131 w 545"/>
                <a:gd name="T77" fmla="*/ 247 h 498"/>
                <a:gd name="T78" fmla="*/ 183 w 545"/>
                <a:gd name="T79" fmla="*/ 204 h 498"/>
                <a:gd name="T80" fmla="*/ 156 w 545"/>
                <a:gd name="T81" fmla="*/ 176 h 498"/>
                <a:gd name="T82" fmla="*/ 141 w 545"/>
                <a:gd name="T83" fmla="*/ 152 h 498"/>
                <a:gd name="T84" fmla="*/ 75 w 545"/>
                <a:gd name="T85" fmla="*/ 143 h 498"/>
                <a:gd name="T86" fmla="*/ 91 w 545"/>
                <a:gd name="T87" fmla="*/ 114 h 498"/>
                <a:gd name="T88" fmla="*/ 120 w 545"/>
                <a:gd name="T89" fmla="*/ 136 h 498"/>
                <a:gd name="T90" fmla="*/ 179 w 545"/>
                <a:gd name="T91" fmla="*/ 103 h 498"/>
                <a:gd name="T92" fmla="*/ 188 w 545"/>
                <a:gd name="T93" fmla="*/ 81 h 498"/>
                <a:gd name="T94" fmla="*/ 223 w 545"/>
                <a:gd name="T95" fmla="*/ 49 h 498"/>
                <a:gd name="T96" fmla="*/ 225 w 545"/>
                <a:gd name="T97" fmla="*/ 18 h 498"/>
                <a:gd name="T98" fmla="*/ 244 w 545"/>
                <a:gd name="T99" fmla="*/ 12 h 498"/>
                <a:gd name="T100" fmla="*/ 281 w 545"/>
                <a:gd name="T101" fmla="*/ 24 h 498"/>
                <a:gd name="T102" fmla="*/ 271 w 545"/>
                <a:gd name="T103" fmla="*/ 73 h 498"/>
                <a:gd name="T104" fmla="*/ 233 w 545"/>
                <a:gd name="T105" fmla="*/ 141 h 498"/>
                <a:gd name="T106" fmla="*/ 339 w 545"/>
                <a:gd name="T107" fmla="*/ 187 h 498"/>
                <a:gd name="T108" fmla="*/ 395 w 545"/>
                <a:gd name="T109" fmla="*/ 148 h 498"/>
                <a:gd name="T110" fmla="*/ 418 w 545"/>
                <a:gd name="T111" fmla="*/ 123 h 498"/>
                <a:gd name="T112" fmla="*/ 446 w 545"/>
                <a:gd name="T113" fmla="*/ 116 h 498"/>
                <a:gd name="T114" fmla="*/ 132 w 545"/>
                <a:gd name="T115" fmla="*/ 0 h 498"/>
                <a:gd name="T116" fmla="*/ 148 w 545"/>
                <a:gd name="T117" fmla="*/ 32 h 498"/>
                <a:gd name="T118" fmla="*/ 80 w 545"/>
                <a:gd name="T119" fmla="*/ 48 h 498"/>
                <a:gd name="T120" fmla="*/ 63 w 545"/>
                <a:gd name="T121" fmla="*/ 26 h 498"/>
                <a:gd name="T122" fmla="*/ 109 w 545"/>
                <a:gd name="T123" fmla="*/ 2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498">
                  <a:moveTo>
                    <a:pt x="278" y="393"/>
                  </a:moveTo>
                  <a:lnTo>
                    <a:pt x="279" y="395"/>
                  </a:lnTo>
                  <a:lnTo>
                    <a:pt x="284" y="395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6" y="403"/>
                  </a:lnTo>
                  <a:lnTo>
                    <a:pt x="276" y="406"/>
                  </a:lnTo>
                  <a:lnTo>
                    <a:pt x="268" y="404"/>
                  </a:lnTo>
                  <a:lnTo>
                    <a:pt x="264" y="405"/>
                  </a:lnTo>
                  <a:lnTo>
                    <a:pt x="263" y="404"/>
                  </a:lnTo>
                  <a:lnTo>
                    <a:pt x="267" y="394"/>
                  </a:lnTo>
                  <a:lnTo>
                    <a:pt x="268" y="395"/>
                  </a:lnTo>
                  <a:lnTo>
                    <a:pt x="274" y="389"/>
                  </a:lnTo>
                  <a:lnTo>
                    <a:pt x="276" y="390"/>
                  </a:lnTo>
                  <a:lnTo>
                    <a:pt x="278" y="393"/>
                  </a:lnTo>
                  <a:close/>
                  <a:moveTo>
                    <a:pt x="63" y="66"/>
                  </a:moveTo>
                  <a:lnTo>
                    <a:pt x="66" y="68"/>
                  </a:lnTo>
                  <a:lnTo>
                    <a:pt x="66" y="68"/>
                  </a:lnTo>
                  <a:lnTo>
                    <a:pt x="71" y="67"/>
                  </a:lnTo>
                  <a:lnTo>
                    <a:pt x="76" y="65"/>
                  </a:lnTo>
                  <a:lnTo>
                    <a:pt x="86" y="77"/>
                  </a:lnTo>
                  <a:lnTo>
                    <a:pt x="88" y="83"/>
                  </a:lnTo>
                  <a:lnTo>
                    <a:pt x="91" y="86"/>
                  </a:lnTo>
                  <a:lnTo>
                    <a:pt x="86" y="94"/>
                  </a:lnTo>
                  <a:lnTo>
                    <a:pt x="85" y="100"/>
                  </a:lnTo>
                  <a:lnTo>
                    <a:pt x="83" y="102"/>
                  </a:lnTo>
                  <a:lnTo>
                    <a:pt x="77" y="103"/>
                  </a:lnTo>
                  <a:lnTo>
                    <a:pt x="69" y="101"/>
                  </a:lnTo>
                  <a:lnTo>
                    <a:pt x="62" y="106"/>
                  </a:lnTo>
                  <a:lnTo>
                    <a:pt x="47" y="105"/>
                  </a:lnTo>
                  <a:lnTo>
                    <a:pt x="36" y="102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27" y="102"/>
                  </a:lnTo>
                  <a:lnTo>
                    <a:pt x="27" y="102"/>
                  </a:lnTo>
                  <a:lnTo>
                    <a:pt x="30" y="95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6" y="82"/>
                  </a:lnTo>
                  <a:lnTo>
                    <a:pt x="40" y="79"/>
                  </a:lnTo>
                  <a:lnTo>
                    <a:pt x="49" y="78"/>
                  </a:lnTo>
                  <a:lnTo>
                    <a:pt x="50" y="74"/>
                  </a:lnTo>
                  <a:lnTo>
                    <a:pt x="63" y="66"/>
                  </a:lnTo>
                  <a:close/>
                  <a:moveTo>
                    <a:pt x="491" y="92"/>
                  </a:moveTo>
                  <a:lnTo>
                    <a:pt x="489" y="91"/>
                  </a:lnTo>
                  <a:lnTo>
                    <a:pt x="481" y="81"/>
                  </a:lnTo>
                  <a:lnTo>
                    <a:pt x="482" y="80"/>
                  </a:lnTo>
                  <a:lnTo>
                    <a:pt x="479" y="68"/>
                  </a:lnTo>
                  <a:lnTo>
                    <a:pt x="480" y="65"/>
                  </a:lnTo>
                  <a:lnTo>
                    <a:pt x="481" y="65"/>
                  </a:lnTo>
                  <a:lnTo>
                    <a:pt x="488" y="56"/>
                  </a:lnTo>
                  <a:lnTo>
                    <a:pt x="488" y="55"/>
                  </a:lnTo>
                  <a:lnTo>
                    <a:pt x="486" y="54"/>
                  </a:lnTo>
                  <a:lnTo>
                    <a:pt x="486" y="54"/>
                  </a:lnTo>
                  <a:lnTo>
                    <a:pt x="489" y="54"/>
                  </a:lnTo>
                  <a:lnTo>
                    <a:pt x="490" y="49"/>
                  </a:lnTo>
                  <a:lnTo>
                    <a:pt x="495" y="46"/>
                  </a:lnTo>
                  <a:lnTo>
                    <a:pt x="501" y="50"/>
                  </a:lnTo>
                  <a:lnTo>
                    <a:pt x="502" y="55"/>
                  </a:lnTo>
                  <a:lnTo>
                    <a:pt x="501" y="57"/>
                  </a:lnTo>
                  <a:lnTo>
                    <a:pt x="505" y="61"/>
                  </a:lnTo>
                  <a:lnTo>
                    <a:pt x="508" y="68"/>
                  </a:lnTo>
                  <a:lnTo>
                    <a:pt x="508" y="73"/>
                  </a:lnTo>
                  <a:lnTo>
                    <a:pt x="510" y="80"/>
                  </a:lnTo>
                  <a:lnTo>
                    <a:pt x="509" y="81"/>
                  </a:lnTo>
                  <a:lnTo>
                    <a:pt x="511" y="84"/>
                  </a:lnTo>
                  <a:lnTo>
                    <a:pt x="510" y="92"/>
                  </a:lnTo>
                  <a:lnTo>
                    <a:pt x="508" y="92"/>
                  </a:lnTo>
                  <a:lnTo>
                    <a:pt x="508" y="85"/>
                  </a:lnTo>
                  <a:lnTo>
                    <a:pt x="507" y="85"/>
                  </a:lnTo>
                  <a:lnTo>
                    <a:pt x="491" y="92"/>
                  </a:lnTo>
                  <a:close/>
                  <a:moveTo>
                    <a:pt x="491" y="92"/>
                  </a:moveTo>
                  <a:lnTo>
                    <a:pt x="499" y="96"/>
                  </a:lnTo>
                  <a:lnTo>
                    <a:pt x="506" y="103"/>
                  </a:lnTo>
                  <a:lnTo>
                    <a:pt x="508" y="102"/>
                  </a:lnTo>
                  <a:lnTo>
                    <a:pt x="513" y="102"/>
                  </a:lnTo>
                  <a:lnTo>
                    <a:pt x="514" y="105"/>
                  </a:lnTo>
                  <a:lnTo>
                    <a:pt x="518" y="106"/>
                  </a:lnTo>
                  <a:lnTo>
                    <a:pt x="527" y="108"/>
                  </a:lnTo>
                  <a:lnTo>
                    <a:pt x="532" y="113"/>
                  </a:lnTo>
                  <a:lnTo>
                    <a:pt x="532" y="123"/>
                  </a:lnTo>
                  <a:lnTo>
                    <a:pt x="536" y="125"/>
                  </a:lnTo>
                  <a:lnTo>
                    <a:pt x="537" y="124"/>
                  </a:lnTo>
                  <a:lnTo>
                    <a:pt x="541" y="124"/>
                  </a:lnTo>
                  <a:lnTo>
                    <a:pt x="544" y="136"/>
                  </a:lnTo>
                  <a:lnTo>
                    <a:pt x="545" y="140"/>
                  </a:lnTo>
                  <a:lnTo>
                    <a:pt x="542" y="146"/>
                  </a:lnTo>
                  <a:lnTo>
                    <a:pt x="543" y="149"/>
                  </a:lnTo>
                  <a:lnTo>
                    <a:pt x="542" y="155"/>
                  </a:lnTo>
                  <a:lnTo>
                    <a:pt x="541" y="155"/>
                  </a:lnTo>
                  <a:lnTo>
                    <a:pt x="540" y="160"/>
                  </a:lnTo>
                  <a:lnTo>
                    <a:pt x="537" y="160"/>
                  </a:lnTo>
                  <a:lnTo>
                    <a:pt x="534" y="165"/>
                  </a:lnTo>
                  <a:lnTo>
                    <a:pt x="529" y="169"/>
                  </a:lnTo>
                  <a:lnTo>
                    <a:pt x="531" y="171"/>
                  </a:lnTo>
                  <a:lnTo>
                    <a:pt x="529" y="177"/>
                  </a:lnTo>
                  <a:lnTo>
                    <a:pt x="524" y="182"/>
                  </a:lnTo>
                  <a:lnTo>
                    <a:pt x="524" y="185"/>
                  </a:lnTo>
                  <a:lnTo>
                    <a:pt x="526" y="190"/>
                  </a:lnTo>
                  <a:lnTo>
                    <a:pt x="525" y="193"/>
                  </a:lnTo>
                  <a:lnTo>
                    <a:pt x="517" y="196"/>
                  </a:lnTo>
                  <a:lnTo>
                    <a:pt x="513" y="197"/>
                  </a:lnTo>
                  <a:lnTo>
                    <a:pt x="511" y="201"/>
                  </a:lnTo>
                  <a:lnTo>
                    <a:pt x="509" y="204"/>
                  </a:lnTo>
                  <a:lnTo>
                    <a:pt x="508" y="202"/>
                  </a:lnTo>
                  <a:lnTo>
                    <a:pt x="507" y="203"/>
                  </a:lnTo>
                  <a:lnTo>
                    <a:pt x="502" y="207"/>
                  </a:lnTo>
                  <a:lnTo>
                    <a:pt x="500" y="209"/>
                  </a:lnTo>
                  <a:lnTo>
                    <a:pt x="481" y="215"/>
                  </a:lnTo>
                  <a:lnTo>
                    <a:pt x="479" y="213"/>
                  </a:lnTo>
                  <a:lnTo>
                    <a:pt x="480" y="201"/>
                  </a:lnTo>
                  <a:lnTo>
                    <a:pt x="479" y="198"/>
                  </a:lnTo>
                  <a:lnTo>
                    <a:pt x="457" y="196"/>
                  </a:lnTo>
                  <a:lnTo>
                    <a:pt x="448" y="185"/>
                  </a:lnTo>
                  <a:lnTo>
                    <a:pt x="448" y="190"/>
                  </a:lnTo>
                  <a:lnTo>
                    <a:pt x="445" y="193"/>
                  </a:lnTo>
                  <a:lnTo>
                    <a:pt x="439" y="203"/>
                  </a:lnTo>
                  <a:lnTo>
                    <a:pt x="439" y="213"/>
                  </a:lnTo>
                  <a:lnTo>
                    <a:pt x="434" y="217"/>
                  </a:lnTo>
                  <a:lnTo>
                    <a:pt x="433" y="223"/>
                  </a:lnTo>
                  <a:lnTo>
                    <a:pt x="431" y="223"/>
                  </a:lnTo>
                  <a:lnTo>
                    <a:pt x="424" y="221"/>
                  </a:lnTo>
                  <a:lnTo>
                    <a:pt x="420" y="223"/>
                  </a:lnTo>
                  <a:lnTo>
                    <a:pt x="418" y="225"/>
                  </a:lnTo>
                  <a:lnTo>
                    <a:pt x="412" y="228"/>
                  </a:lnTo>
                  <a:lnTo>
                    <a:pt x="404" y="245"/>
                  </a:lnTo>
                  <a:lnTo>
                    <a:pt x="398" y="256"/>
                  </a:lnTo>
                  <a:lnTo>
                    <a:pt x="397" y="262"/>
                  </a:lnTo>
                  <a:lnTo>
                    <a:pt x="396" y="266"/>
                  </a:lnTo>
                  <a:lnTo>
                    <a:pt x="388" y="273"/>
                  </a:lnTo>
                  <a:lnTo>
                    <a:pt x="384" y="275"/>
                  </a:lnTo>
                  <a:lnTo>
                    <a:pt x="384" y="275"/>
                  </a:lnTo>
                  <a:lnTo>
                    <a:pt x="377" y="279"/>
                  </a:lnTo>
                  <a:lnTo>
                    <a:pt x="374" y="280"/>
                  </a:lnTo>
                  <a:lnTo>
                    <a:pt x="368" y="277"/>
                  </a:lnTo>
                  <a:lnTo>
                    <a:pt x="366" y="272"/>
                  </a:lnTo>
                  <a:lnTo>
                    <a:pt x="365" y="272"/>
                  </a:lnTo>
                  <a:lnTo>
                    <a:pt x="363" y="273"/>
                  </a:lnTo>
                  <a:lnTo>
                    <a:pt x="358" y="280"/>
                  </a:lnTo>
                  <a:lnTo>
                    <a:pt x="351" y="286"/>
                  </a:lnTo>
                  <a:lnTo>
                    <a:pt x="350" y="284"/>
                  </a:lnTo>
                  <a:lnTo>
                    <a:pt x="344" y="280"/>
                  </a:lnTo>
                  <a:lnTo>
                    <a:pt x="342" y="272"/>
                  </a:lnTo>
                  <a:lnTo>
                    <a:pt x="335" y="274"/>
                  </a:lnTo>
                  <a:lnTo>
                    <a:pt x="330" y="282"/>
                  </a:lnTo>
                  <a:lnTo>
                    <a:pt x="328" y="283"/>
                  </a:lnTo>
                  <a:lnTo>
                    <a:pt x="325" y="283"/>
                  </a:lnTo>
                  <a:lnTo>
                    <a:pt x="318" y="285"/>
                  </a:lnTo>
                  <a:lnTo>
                    <a:pt x="314" y="282"/>
                  </a:lnTo>
                  <a:lnTo>
                    <a:pt x="309" y="283"/>
                  </a:lnTo>
                  <a:lnTo>
                    <a:pt x="303" y="275"/>
                  </a:lnTo>
                  <a:lnTo>
                    <a:pt x="303" y="271"/>
                  </a:lnTo>
                  <a:lnTo>
                    <a:pt x="296" y="262"/>
                  </a:lnTo>
                  <a:lnTo>
                    <a:pt x="294" y="264"/>
                  </a:lnTo>
                  <a:lnTo>
                    <a:pt x="292" y="263"/>
                  </a:lnTo>
                  <a:lnTo>
                    <a:pt x="292" y="261"/>
                  </a:lnTo>
                  <a:lnTo>
                    <a:pt x="291" y="260"/>
                  </a:lnTo>
                  <a:lnTo>
                    <a:pt x="290" y="258"/>
                  </a:lnTo>
                  <a:lnTo>
                    <a:pt x="287" y="256"/>
                  </a:lnTo>
                  <a:lnTo>
                    <a:pt x="284" y="250"/>
                  </a:lnTo>
                  <a:lnTo>
                    <a:pt x="275" y="247"/>
                  </a:lnTo>
                  <a:lnTo>
                    <a:pt x="271" y="242"/>
                  </a:lnTo>
                  <a:lnTo>
                    <a:pt x="266" y="247"/>
                  </a:lnTo>
                  <a:lnTo>
                    <a:pt x="260" y="250"/>
                  </a:lnTo>
                  <a:lnTo>
                    <a:pt x="259" y="248"/>
                  </a:lnTo>
                  <a:lnTo>
                    <a:pt x="254" y="250"/>
                  </a:lnTo>
                  <a:lnTo>
                    <a:pt x="246" y="255"/>
                  </a:lnTo>
                  <a:lnTo>
                    <a:pt x="239" y="256"/>
                  </a:lnTo>
                  <a:lnTo>
                    <a:pt x="218" y="257"/>
                  </a:lnTo>
                  <a:lnTo>
                    <a:pt x="191" y="262"/>
                  </a:lnTo>
                  <a:lnTo>
                    <a:pt x="189" y="264"/>
                  </a:lnTo>
                  <a:lnTo>
                    <a:pt x="194" y="271"/>
                  </a:lnTo>
                  <a:lnTo>
                    <a:pt x="200" y="275"/>
                  </a:lnTo>
                  <a:lnTo>
                    <a:pt x="203" y="288"/>
                  </a:lnTo>
                  <a:lnTo>
                    <a:pt x="201" y="298"/>
                  </a:lnTo>
                  <a:lnTo>
                    <a:pt x="204" y="299"/>
                  </a:lnTo>
                  <a:lnTo>
                    <a:pt x="206" y="302"/>
                  </a:lnTo>
                  <a:lnTo>
                    <a:pt x="208" y="303"/>
                  </a:lnTo>
                  <a:lnTo>
                    <a:pt x="210" y="306"/>
                  </a:lnTo>
                  <a:lnTo>
                    <a:pt x="211" y="305"/>
                  </a:lnTo>
                  <a:lnTo>
                    <a:pt x="212" y="307"/>
                  </a:lnTo>
                  <a:lnTo>
                    <a:pt x="216" y="309"/>
                  </a:lnTo>
                  <a:lnTo>
                    <a:pt x="216" y="311"/>
                  </a:lnTo>
                  <a:lnTo>
                    <a:pt x="219" y="312"/>
                  </a:lnTo>
                  <a:lnTo>
                    <a:pt x="217" y="313"/>
                  </a:lnTo>
                  <a:lnTo>
                    <a:pt x="219" y="315"/>
                  </a:lnTo>
                  <a:lnTo>
                    <a:pt x="219" y="318"/>
                  </a:lnTo>
                  <a:lnTo>
                    <a:pt x="224" y="317"/>
                  </a:lnTo>
                  <a:lnTo>
                    <a:pt x="225" y="321"/>
                  </a:lnTo>
                  <a:lnTo>
                    <a:pt x="227" y="318"/>
                  </a:lnTo>
                  <a:lnTo>
                    <a:pt x="229" y="321"/>
                  </a:lnTo>
                  <a:lnTo>
                    <a:pt x="231" y="318"/>
                  </a:lnTo>
                  <a:lnTo>
                    <a:pt x="232" y="321"/>
                  </a:lnTo>
                  <a:lnTo>
                    <a:pt x="236" y="318"/>
                  </a:lnTo>
                  <a:lnTo>
                    <a:pt x="239" y="323"/>
                  </a:lnTo>
                  <a:lnTo>
                    <a:pt x="236" y="325"/>
                  </a:lnTo>
                  <a:lnTo>
                    <a:pt x="237" y="327"/>
                  </a:lnTo>
                  <a:lnTo>
                    <a:pt x="241" y="329"/>
                  </a:lnTo>
                  <a:lnTo>
                    <a:pt x="243" y="329"/>
                  </a:lnTo>
                  <a:lnTo>
                    <a:pt x="241" y="334"/>
                  </a:lnTo>
                  <a:lnTo>
                    <a:pt x="245" y="344"/>
                  </a:lnTo>
                  <a:lnTo>
                    <a:pt x="243" y="349"/>
                  </a:lnTo>
                  <a:lnTo>
                    <a:pt x="250" y="351"/>
                  </a:lnTo>
                  <a:lnTo>
                    <a:pt x="253" y="350"/>
                  </a:lnTo>
                  <a:lnTo>
                    <a:pt x="255" y="354"/>
                  </a:lnTo>
                  <a:lnTo>
                    <a:pt x="256" y="354"/>
                  </a:lnTo>
                  <a:lnTo>
                    <a:pt x="257" y="356"/>
                  </a:lnTo>
                  <a:lnTo>
                    <a:pt x="258" y="356"/>
                  </a:lnTo>
                  <a:lnTo>
                    <a:pt x="260" y="358"/>
                  </a:lnTo>
                  <a:lnTo>
                    <a:pt x="261" y="357"/>
                  </a:lnTo>
                  <a:lnTo>
                    <a:pt x="261" y="359"/>
                  </a:lnTo>
                  <a:lnTo>
                    <a:pt x="263" y="362"/>
                  </a:lnTo>
                  <a:lnTo>
                    <a:pt x="262" y="365"/>
                  </a:lnTo>
                  <a:lnTo>
                    <a:pt x="261" y="366"/>
                  </a:lnTo>
                  <a:lnTo>
                    <a:pt x="261" y="370"/>
                  </a:lnTo>
                  <a:lnTo>
                    <a:pt x="263" y="369"/>
                  </a:lnTo>
                  <a:lnTo>
                    <a:pt x="266" y="371"/>
                  </a:lnTo>
                  <a:lnTo>
                    <a:pt x="265" y="377"/>
                  </a:lnTo>
                  <a:lnTo>
                    <a:pt x="263" y="380"/>
                  </a:lnTo>
                  <a:lnTo>
                    <a:pt x="262" y="388"/>
                  </a:lnTo>
                  <a:lnTo>
                    <a:pt x="256" y="387"/>
                  </a:lnTo>
                  <a:lnTo>
                    <a:pt x="252" y="389"/>
                  </a:lnTo>
                  <a:lnTo>
                    <a:pt x="251" y="388"/>
                  </a:lnTo>
                  <a:lnTo>
                    <a:pt x="246" y="395"/>
                  </a:lnTo>
                  <a:lnTo>
                    <a:pt x="246" y="397"/>
                  </a:lnTo>
                  <a:lnTo>
                    <a:pt x="244" y="401"/>
                  </a:lnTo>
                  <a:lnTo>
                    <a:pt x="246" y="403"/>
                  </a:lnTo>
                  <a:lnTo>
                    <a:pt x="246" y="407"/>
                  </a:lnTo>
                  <a:lnTo>
                    <a:pt x="246" y="409"/>
                  </a:lnTo>
                  <a:lnTo>
                    <a:pt x="241" y="411"/>
                  </a:lnTo>
                  <a:lnTo>
                    <a:pt x="239" y="411"/>
                  </a:lnTo>
                  <a:lnTo>
                    <a:pt x="237" y="408"/>
                  </a:lnTo>
                  <a:lnTo>
                    <a:pt x="236" y="406"/>
                  </a:lnTo>
                  <a:lnTo>
                    <a:pt x="232" y="406"/>
                  </a:lnTo>
                  <a:lnTo>
                    <a:pt x="232" y="405"/>
                  </a:lnTo>
                  <a:lnTo>
                    <a:pt x="230" y="406"/>
                  </a:lnTo>
                  <a:lnTo>
                    <a:pt x="229" y="405"/>
                  </a:lnTo>
                  <a:lnTo>
                    <a:pt x="227" y="406"/>
                  </a:lnTo>
                  <a:lnTo>
                    <a:pt x="224" y="406"/>
                  </a:lnTo>
                  <a:lnTo>
                    <a:pt x="217" y="402"/>
                  </a:lnTo>
                  <a:lnTo>
                    <a:pt x="216" y="404"/>
                  </a:lnTo>
                  <a:lnTo>
                    <a:pt x="210" y="406"/>
                  </a:lnTo>
                  <a:lnTo>
                    <a:pt x="203" y="408"/>
                  </a:lnTo>
                  <a:lnTo>
                    <a:pt x="200" y="407"/>
                  </a:lnTo>
                  <a:lnTo>
                    <a:pt x="197" y="408"/>
                  </a:lnTo>
                  <a:lnTo>
                    <a:pt x="194" y="409"/>
                  </a:lnTo>
                  <a:lnTo>
                    <a:pt x="194" y="412"/>
                  </a:lnTo>
                  <a:lnTo>
                    <a:pt x="191" y="403"/>
                  </a:lnTo>
                  <a:lnTo>
                    <a:pt x="189" y="397"/>
                  </a:lnTo>
                  <a:lnTo>
                    <a:pt x="185" y="394"/>
                  </a:lnTo>
                  <a:lnTo>
                    <a:pt x="181" y="395"/>
                  </a:lnTo>
                  <a:lnTo>
                    <a:pt x="179" y="395"/>
                  </a:lnTo>
                  <a:lnTo>
                    <a:pt x="175" y="389"/>
                  </a:lnTo>
                  <a:lnTo>
                    <a:pt x="172" y="389"/>
                  </a:lnTo>
                  <a:lnTo>
                    <a:pt x="162" y="397"/>
                  </a:lnTo>
                  <a:lnTo>
                    <a:pt x="160" y="398"/>
                  </a:lnTo>
                  <a:lnTo>
                    <a:pt x="158" y="394"/>
                  </a:lnTo>
                  <a:lnTo>
                    <a:pt x="153" y="395"/>
                  </a:lnTo>
                  <a:lnTo>
                    <a:pt x="153" y="393"/>
                  </a:lnTo>
                  <a:lnTo>
                    <a:pt x="144" y="397"/>
                  </a:lnTo>
                  <a:lnTo>
                    <a:pt x="142" y="400"/>
                  </a:lnTo>
                  <a:lnTo>
                    <a:pt x="143" y="400"/>
                  </a:lnTo>
                  <a:lnTo>
                    <a:pt x="145" y="406"/>
                  </a:lnTo>
                  <a:lnTo>
                    <a:pt x="148" y="408"/>
                  </a:lnTo>
                  <a:lnTo>
                    <a:pt x="149" y="412"/>
                  </a:lnTo>
                  <a:lnTo>
                    <a:pt x="145" y="413"/>
                  </a:lnTo>
                  <a:lnTo>
                    <a:pt x="145" y="414"/>
                  </a:lnTo>
                  <a:lnTo>
                    <a:pt x="145" y="419"/>
                  </a:lnTo>
                  <a:lnTo>
                    <a:pt x="141" y="420"/>
                  </a:lnTo>
                  <a:lnTo>
                    <a:pt x="139" y="425"/>
                  </a:lnTo>
                  <a:lnTo>
                    <a:pt x="137" y="429"/>
                  </a:lnTo>
                  <a:lnTo>
                    <a:pt x="137" y="433"/>
                  </a:lnTo>
                  <a:lnTo>
                    <a:pt x="134" y="437"/>
                  </a:lnTo>
                  <a:lnTo>
                    <a:pt x="130" y="441"/>
                  </a:lnTo>
                  <a:lnTo>
                    <a:pt x="125" y="443"/>
                  </a:lnTo>
                  <a:lnTo>
                    <a:pt x="118" y="449"/>
                  </a:lnTo>
                  <a:lnTo>
                    <a:pt x="95" y="458"/>
                  </a:lnTo>
                  <a:lnTo>
                    <a:pt x="96" y="463"/>
                  </a:lnTo>
                  <a:lnTo>
                    <a:pt x="98" y="469"/>
                  </a:lnTo>
                  <a:lnTo>
                    <a:pt x="100" y="474"/>
                  </a:lnTo>
                  <a:lnTo>
                    <a:pt x="106" y="482"/>
                  </a:lnTo>
                  <a:lnTo>
                    <a:pt x="107" y="484"/>
                  </a:lnTo>
                  <a:lnTo>
                    <a:pt x="106" y="485"/>
                  </a:lnTo>
                  <a:lnTo>
                    <a:pt x="104" y="486"/>
                  </a:lnTo>
                  <a:lnTo>
                    <a:pt x="101" y="492"/>
                  </a:lnTo>
                  <a:lnTo>
                    <a:pt x="93" y="493"/>
                  </a:lnTo>
                  <a:lnTo>
                    <a:pt x="91" y="497"/>
                  </a:lnTo>
                  <a:lnTo>
                    <a:pt x="90" y="497"/>
                  </a:lnTo>
                  <a:lnTo>
                    <a:pt x="89" y="496"/>
                  </a:lnTo>
                  <a:lnTo>
                    <a:pt x="80" y="498"/>
                  </a:lnTo>
                  <a:lnTo>
                    <a:pt x="79" y="495"/>
                  </a:lnTo>
                  <a:lnTo>
                    <a:pt x="77" y="493"/>
                  </a:lnTo>
                  <a:lnTo>
                    <a:pt x="74" y="490"/>
                  </a:lnTo>
                  <a:lnTo>
                    <a:pt x="74" y="484"/>
                  </a:lnTo>
                  <a:lnTo>
                    <a:pt x="73" y="482"/>
                  </a:lnTo>
                  <a:lnTo>
                    <a:pt x="75" y="474"/>
                  </a:lnTo>
                  <a:lnTo>
                    <a:pt x="73" y="468"/>
                  </a:lnTo>
                  <a:lnTo>
                    <a:pt x="65" y="471"/>
                  </a:lnTo>
                  <a:lnTo>
                    <a:pt x="64" y="469"/>
                  </a:lnTo>
                  <a:lnTo>
                    <a:pt x="63" y="470"/>
                  </a:lnTo>
                  <a:lnTo>
                    <a:pt x="63" y="469"/>
                  </a:lnTo>
                  <a:lnTo>
                    <a:pt x="56" y="474"/>
                  </a:lnTo>
                  <a:lnTo>
                    <a:pt x="39" y="477"/>
                  </a:lnTo>
                  <a:lnTo>
                    <a:pt x="39" y="474"/>
                  </a:lnTo>
                  <a:lnTo>
                    <a:pt x="35" y="472"/>
                  </a:lnTo>
                  <a:lnTo>
                    <a:pt x="34" y="473"/>
                  </a:lnTo>
                  <a:lnTo>
                    <a:pt x="33" y="473"/>
                  </a:lnTo>
                  <a:lnTo>
                    <a:pt x="33" y="468"/>
                  </a:lnTo>
                  <a:lnTo>
                    <a:pt x="30" y="460"/>
                  </a:lnTo>
                  <a:lnTo>
                    <a:pt x="28" y="458"/>
                  </a:lnTo>
                  <a:lnTo>
                    <a:pt x="26" y="454"/>
                  </a:lnTo>
                  <a:lnTo>
                    <a:pt x="25" y="453"/>
                  </a:lnTo>
                  <a:lnTo>
                    <a:pt x="22" y="449"/>
                  </a:lnTo>
                  <a:lnTo>
                    <a:pt x="24" y="447"/>
                  </a:lnTo>
                  <a:lnTo>
                    <a:pt x="23" y="444"/>
                  </a:lnTo>
                  <a:lnTo>
                    <a:pt x="25" y="442"/>
                  </a:lnTo>
                  <a:lnTo>
                    <a:pt x="26" y="443"/>
                  </a:lnTo>
                  <a:lnTo>
                    <a:pt x="27" y="441"/>
                  </a:lnTo>
                  <a:lnTo>
                    <a:pt x="30" y="440"/>
                  </a:lnTo>
                  <a:lnTo>
                    <a:pt x="31" y="441"/>
                  </a:lnTo>
                  <a:lnTo>
                    <a:pt x="33" y="441"/>
                  </a:lnTo>
                  <a:lnTo>
                    <a:pt x="36" y="438"/>
                  </a:lnTo>
                  <a:lnTo>
                    <a:pt x="38" y="441"/>
                  </a:lnTo>
                  <a:lnTo>
                    <a:pt x="39" y="445"/>
                  </a:lnTo>
                  <a:lnTo>
                    <a:pt x="43" y="443"/>
                  </a:lnTo>
                  <a:lnTo>
                    <a:pt x="50" y="447"/>
                  </a:lnTo>
                  <a:lnTo>
                    <a:pt x="59" y="443"/>
                  </a:lnTo>
                  <a:lnTo>
                    <a:pt x="62" y="443"/>
                  </a:lnTo>
                  <a:lnTo>
                    <a:pt x="62" y="444"/>
                  </a:lnTo>
                  <a:lnTo>
                    <a:pt x="64" y="443"/>
                  </a:lnTo>
                  <a:lnTo>
                    <a:pt x="69" y="440"/>
                  </a:lnTo>
                  <a:lnTo>
                    <a:pt x="74" y="441"/>
                  </a:lnTo>
                  <a:lnTo>
                    <a:pt x="77" y="442"/>
                  </a:lnTo>
                  <a:lnTo>
                    <a:pt x="77" y="441"/>
                  </a:lnTo>
                  <a:lnTo>
                    <a:pt x="78" y="440"/>
                  </a:lnTo>
                  <a:lnTo>
                    <a:pt x="72" y="436"/>
                  </a:lnTo>
                  <a:lnTo>
                    <a:pt x="75" y="436"/>
                  </a:lnTo>
                  <a:lnTo>
                    <a:pt x="74" y="432"/>
                  </a:lnTo>
                  <a:lnTo>
                    <a:pt x="71" y="434"/>
                  </a:lnTo>
                  <a:lnTo>
                    <a:pt x="70" y="432"/>
                  </a:lnTo>
                  <a:lnTo>
                    <a:pt x="68" y="432"/>
                  </a:lnTo>
                  <a:lnTo>
                    <a:pt x="66" y="428"/>
                  </a:lnTo>
                  <a:lnTo>
                    <a:pt x="64" y="427"/>
                  </a:lnTo>
                  <a:lnTo>
                    <a:pt x="68" y="424"/>
                  </a:lnTo>
                  <a:lnTo>
                    <a:pt x="67" y="421"/>
                  </a:lnTo>
                  <a:lnTo>
                    <a:pt x="73" y="417"/>
                  </a:lnTo>
                  <a:lnTo>
                    <a:pt x="78" y="417"/>
                  </a:lnTo>
                  <a:lnTo>
                    <a:pt x="79" y="415"/>
                  </a:lnTo>
                  <a:lnTo>
                    <a:pt x="78" y="410"/>
                  </a:lnTo>
                  <a:lnTo>
                    <a:pt x="87" y="403"/>
                  </a:lnTo>
                  <a:lnTo>
                    <a:pt x="92" y="404"/>
                  </a:lnTo>
                  <a:lnTo>
                    <a:pt x="94" y="406"/>
                  </a:lnTo>
                  <a:lnTo>
                    <a:pt x="96" y="406"/>
                  </a:lnTo>
                  <a:lnTo>
                    <a:pt x="100" y="408"/>
                  </a:lnTo>
                  <a:lnTo>
                    <a:pt x="107" y="406"/>
                  </a:lnTo>
                  <a:lnTo>
                    <a:pt x="110" y="404"/>
                  </a:lnTo>
                  <a:lnTo>
                    <a:pt x="114" y="399"/>
                  </a:lnTo>
                  <a:lnTo>
                    <a:pt x="120" y="395"/>
                  </a:lnTo>
                  <a:lnTo>
                    <a:pt x="118" y="392"/>
                  </a:lnTo>
                  <a:lnTo>
                    <a:pt x="121" y="390"/>
                  </a:lnTo>
                  <a:lnTo>
                    <a:pt x="123" y="387"/>
                  </a:lnTo>
                  <a:lnTo>
                    <a:pt x="115" y="383"/>
                  </a:lnTo>
                  <a:lnTo>
                    <a:pt x="113" y="384"/>
                  </a:lnTo>
                  <a:lnTo>
                    <a:pt x="109" y="381"/>
                  </a:lnTo>
                  <a:lnTo>
                    <a:pt x="107" y="378"/>
                  </a:lnTo>
                  <a:lnTo>
                    <a:pt x="104" y="370"/>
                  </a:lnTo>
                  <a:lnTo>
                    <a:pt x="105" y="368"/>
                  </a:lnTo>
                  <a:lnTo>
                    <a:pt x="107" y="366"/>
                  </a:lnTo>
                  <a:lnTo>
                    <a:pt x="107" y="363"/>
                  </a:lnTo>
                  <a:lnTo>
                    <a:pt x="91" y="365"/>
                  </a:lnTo>
                  <a:lnTo>
                    <a:pt x="85" y="365"/>
                  </a:lnTo>
                  <a:lnTo>
                    <a:pt x="87" y="371"/>
                  </a:lnTo>
                  <a:lnTo>
                    <a:pt x="84" y="375"/>
                  </a:lnTo>
                  <a:lnTo>
                    <a:pt x="81" y="376"/>
                  </a:lnTo>
                  <a:lnTo>
                    <a:pt x="80" y="376"/>
                  </a:lnTo>
                  <a:lnTo>
                    <a:pt x="77" y="370"/>
                  </a:lnTo>
                  <a:lnTo>
                    <a:pt x="76" y="369"/>
                  </a:lnTo>
                  <a:lnTo>
                    <a:pt x="72" y="371"/>
                  </a:lnTo>
                  <a:lnTo>
                    <a:pt x="71" y="373"/>
                  </a:lnTo>
                  <a:lnTo>
                    <a:pt x="72" y="380"/>
                  </a:lnTo>
                  <a:lnTo>
                    <a:pt x="71" y="382"/>
                  </a:lnTo>
                  <a:lnTo>
                    <a:pt x="62" y="386"/>
                  </a:lnTo>
                  <a:lnTo>
                    <a:pt x="60" y="392"/>
                  </a:lnTo>
                  <a:lnTo>
                    <a:pt x="57" y="396"/>
                  </a:lnTo>
                  <a:lnTo>
                    <a:pt x="54" y="396"/>
                  </a:lnTo>
                  <a:lnTo>
                    <a:pt x="50" y="395"/>
                  </a:lnTo>
                  <a:lnTo>
                    <a:pt x="45" y="396"/>
                  </a:lnTo>
                  <a:lnTo>
                    <a:pt x="42" y="398"/>
                  </a:lnTo>
                  <a:lnTo>
                    <a:pt x="34" y="398"/>
                  </a:lnTo>
                  <a:lnTo>
                    <a:pt x="33" y="397"/>
                  </a:lnTo>
                  <a:lnTo>
                    <a:pt x="33" y="392"/>
                  </a:lnTo>
                  <a:lnTo>
                    <a:pt x="35" y="392"/>
                  </a:lnTo>
                  <a:lnTo>
                    <a:pt x="39" y="392"/>
                  </a:lnTo>
                  <a:lnTo>
                    <a:pt x="40" y="391"/>
                  </a:lnTo>
                  <a:lnTo>
                    <a:pt x="35" y="378"/>
                  </a:lnTo>
                  <a:lnTo>
                    <a:pt x="30" y="367"/>
                  </a:lnTo>
                  <a:lnTo>
                    <a:pt x="21" y="362"/>
                  </a:lnTo>
                  <a:lnTo>
                    <a:pt x="20" y="357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5" y="344"/>
                  </a:lnTo>
                  <a:lnTo>
                    <a:pt x="3" y="344"/>
                  </a:lnTo>
                  <a:lnTo>
                    <a:pt x="0" y="332"/>
                  </a:lnTo>
                  <a:lnTo>
                    <a:pt x="13" y="328"/>
                  </a:lnTo>
                  <a:lnTo>
                    <a:pt x="14" y="330"/>
                  </a:lnTo>
                  <a:lnTo>
                    <a:pt x="17" y="330"/>
                  </a:lnTo>
                  <a:lnTo>
                    <a:pt x="27" y="321"/>
                  </a:lnTo>
                  <a:lnTo>
                    <a:pt x="31" y="321"/>
                  </a:lnTo>
                  <a:lnTo>
                    <a:pt x="31" y="319"/>
                  </a:lnTo>
                  <a:lnTo>
                    <a:pt x="48" y="312"/>
                  </a:lnTo>
                  <a:lnTo>
                    <a:pt x="54" y="306"/>
                  </a:lnTo>
                  <a:lnTo>
                    <a:pt x="56" y="305"/>
                  </a:lnTo>
                  <a:lnTo>
                    <a:pt x="60" y="305"/>
                  </a:lnTo>
                  <a:lnTo>
                    <a:pt x="63" y="302"/>
                  </a:lnTo>
                  <a:lnTo>
                    <a:pt x="61" y="300"/>
                  </a:lnTo>
                  <a:lnTo>
                    <a:pt x="60" y="294"/>
                  </a:lnTo>
                  <a:lnTo>
                    <a:pt x="61" y="290"/>
                  </a:lnTo>
                  <a:lnTo>
                    <a:pt x="65" y="288"/>
                  </a:lnTo>
                  <a:lnTo>
                    <a:pt x="69" y="287"/>
                  </a:lnTo>
                  <a:lnTo>
                    <a:pt x="78" y="280"/>
                  </a:lnTo>
                  <a:lnTo>
                    <a:pt x="100" y="277"/>
                  </a:lnTo>
                  <a:lnTo>
                    <a:pt x="105" y="269"/>
                  </a:lnTo>
                  <a:lnTo>
                    <a:pt x="107" y="264"/>
                  </a:lnTo>
                  <a:lnTo>
                    <a:pt x="115" y="254"/>
                  </a:lnTo>
                  <a:lnTo>
                    <a:pt x="116" y="255"/>
                  </a:lnTo>
                  <a:lnTo>
                    <a:pt x="122" y="251"/>
                  </a:lnTo>
                  <a:lnTo>
                    <a:pt x="122" y="250"/>
                  </a:lnTo>
                  <a:lnTo>
                    <a:pt x="131" y="247"/>
                  </a:lnTo>
                  <a:lnTo>
                    <a:pt x="131" y="247"/>
                  </a:lnTo>
                  <a:lnTo>
                    <a:pt x="142" y="243"/>
                  </a:lnTo>
                  <a:lnTo>
                    <a:pt x="152" y="242"/>
                  </a:lnTo>
                  <a:lnTo>
                    <a:pt x="157" y="238"/>
                  </a:lnTo>
                  <a:lnTo>
                    <a:pt x="157" y="234"/>
                  </a:lnTo>
                  <a:lnTo>
                    <a:pt x="163" y="228"/>
                  </a:lnTo>
                  <a:lnTo>
                    <a:pt x="163" y="227"/>
                  </a:lnTo>
                  <a:lnTo>
                    <a:pt x="164" y="217"/>
                  </a:lnTo>
                  <a:lnTo>
                    <a:pt x="172" y="209"/>
                  </a:lnTo>
                  <a:lnTo>
                    <a:pt x="175" y="210"/>
                  </a:lnTo>
                  <a:lnTo>
                    <a:pt x="181" y="207"/>
                  </a:lnTo>
                  <a:lnTo>
                    <a:pt x="183" y="204"/>
                  </a:lnTo>
                  <a:lnTo>
                    <a:pt x="183" y="201"/>
                  </a:lnTo>
                  <a:lnTo>
                    <a:pt x="175" y="190"/>
                  </a:lnTo>
                  <a:lnTo>
                    <a:pt x="175" y="188"/>
                  </a:lnTo>
                  <a:lnTo>
                    <a:pt x="174" y="187"/>
                  </a:lnTo>
                  <a:lnTo>
                    <a:pt x="171" y="187"/>
                  </a:lnTo>
                  <a:lnTo>
                    <a:pt x="170" y="184"/>
                  </a:lnTo>
                  <a:lnTo>
                    <a:pt x="167" y="182"/>
                  </a:lnTo>
                  <a:lnTo>
                    <a:pt x="167" y="182"/>
                  </a:lnTo>
                  <a:lnTo>
                    <a:pt x="160" y="180"/>
                  </a:lnTo>
                  <a:lnTo>
                    <a:pt x="157" y="180"/>
                  </a:lnTo>
                  <a:lnTo>
                    <a:pt x="156" y="176"/>
                  </a:lnTo>
                  <a:lnTo>
                    <a:pt x="159" y="171"/>
                  </a:lnTo>
                  <a:lnTo>
                    <a:pt x="157" y="166"/>
                  </a:lnTo>
                  <a:lnTo>
                    <a:pt x="153" y="166"/>
                  </a:lnTo>
                  <a:lnTo>
                    <a:pt x="152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4" y="160"/>
                  </a:lnTo>
                  <a:lnTo>
                    <a:pt x="143" y="160"/>
                  </a:lnTo>
                  <a:lnTo>
                    <a:pt x="145" y="154"/>
                  </a:lnTo>
                  <a:lnTo>
                    <a:pt x="145" y="152"/>
                  </a:lnTo>
                  <a:lnTo>
                    <a:pt x="141" y="152"/>
                  </a:lnTo>
                  <a:lnTo>
                    <a:pt x="126" y="152"/>
                  </a:lnTo>
                  <a:lnTo>
                    <a:pt x="116" y="155"/>
                  </a:lnTo>
                  <a:lnTo>
                    <a:pt x="110" y="152"/>
                  </a:lnTo>
                  <a:lnTo>
                    <a:pt x="97" y="154"/>
                  </a:lnTo>
                  <a:lnTo>
                    <a:pt x="91" y="152"/>
                  </a:lnTo>
                  <a:lnTo>
                    <a:pt x="89" y="149"/>
                  </a:lnTo>
                  <a:lnTo>
                    <a:pt x="85" y="147"/>
                  </a:lnTo>
                  <a:lnTo>
                    <a:pt x="83" y="144"/>
                  </a:lnTo>
                  <a:lnTo>
                    <a:pt x="80" y="142"/>
                  </a:lnTo>
                  <a:lnTo>
                    <a:pt x="76" y="144"/>
                  </a:lnTo>
                  <a:lnTo>
                    <a:pt x="75" y="143"/>
                  </a:lnTo>
                  <a:lnTo>
                    <a:pt x="75" y="143"/>
                  </a:lnTo>
                  <a:lnTo>
                    <a:pt x="77" y="141"/>
                  </a:lnTo>
                  <a:lnTo>
                    <a:pt x="78" y="135"/>
                  </a:lnTo>
                  <a:lnTo>
                    <a:pt x="82" y="132"/>
                  </a:lnTo>
                  <a:lnTo>
                    <a:pt x="81" y="123"/>
                  </a:lnTo>
                  <a:lnTo>
                    <a:pt x="80" y="122"/>
                  </a:lnTo>
                  <a:lnTo>
                    <a:pt x="81" y="117"/>
                  </a:lnTo>
                  <a:lnTo>
                    <a:pt x="85" y="119"/>
                  </a:lnTo>
                  <a:lnTo>
                    <a:pt x="88" y="117"/>
                  </a:lnTo>
                  <a:lnTo>
                    <a:pt x="87" y="115"/>
                  </a:lnTo>
                  <a:lnTo>
                    <a:pt x="91" y="114"/>
                  </a:lnTo>
                  <a:lnTo>
                    <a:pt x="93" y="117"/>
                  </a:lnTo>
                  <a:lnTo>
                    <a:pt x="96" y="117"/>
                  </a:lnTo>
                  <a:lnTo>
                    <a:pt x="97" y="116"/>
                  </a:lnTo>
                  <a:lnTo>
                    <a:pt x="99" y="116"/>
                  </a:lnTo>
                  <a:lnTo>
                    <a:pt x="104" y="118"/>
                  </a:lnTo>
                  <a:lnTo>
                    <a:pt x="107" y="118"/>
                  </a:lnTo>
                  <a:lnTo>
                    <a:pt x="110" y="130"/>
                  </a:lnTo>
                  <a:lnTo>
                    <a:pt x="111" y="132"/>
                  </a:lnTo>
                  <a:lnTo>
                    <a:pt x="114" y="131"/>
                  </a:lnTo>
                  <a:lnTo>
                    <a:pt x="115" y="133"/>
                  </a:lnTo>
                  <a:lnTo>
                    <a:pt x="120" y="136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5" y="131"/>
                  </a:lnTo>
                  <a:lnTo>
                    <a:pt x="141" y="133"/>
                  </a:lnTo>
                  <a:lnTo>
                    <a:pt x="147" y="121"/>
                  </a:lnTo>
                  <a:lnTo>
                    <a:pt x="151" y="115"/>
                  </a:lnTo>
                  <a:lnTo>
                    <a:pt x="151" y="112"/>
                  </a:lnTo>
                  <a:lnTo>
                    <a:pt x="147" y="106"/>
                  </a:lnTo>
                  <a:lnTo>
                    <a:pt x="153" y="103"/>
                  </a:lnTo>
                  <a:lnTo>
                    <a:pt x="165" y="102"/>
                  </a:lnTo>
                  <a:lnTo>
                    <a:pt x="179" y="103"/>
                  </a:lnTo>
                  <a:lnTo>
                    <a:pt x="190" y="101"/>
                  </a:lnTo>
                  <a:lnTo>
                    <a:pt x="189" y="98"/>
                  </a:lnTo>
                  <a:lnTo>
                    <a:pt x="186" y="97"/>
                  </a:lnTo>
                  <a:lnTo>
                    <a:pt x="182" y="96"/>
                  </a:lnTo>
                  <a:lnTo>
                    <a:pt x="181" y="94"/>
                  </a:lnTo>
                  <a:lnTo>
                    <a:pt x="180" y="88"/>
                  </a:lnTo>
                  <a:lnTo>
                    <a:pt x="181" y="82"/>
                  </a:lnTo>
                  <a:lnTo>
                    <a:pt x="181" y="76"/>
                  </a:lnTo>
                  <a:lnTo>
                    <a:pt x="186" y="76"/>
                  </a:lnTo>
                  <a:lnTo>
                    <a:pt x="188" y="78"/>
                  </a:lnTo>
                  <a:lnTo>
                    <a:pt x="188" y="81"/>
                  </a:lnTo>
                  <a:lnTo>
                    <a:pt x="190" y="81"/>
                  </a:lnTo>
                  <a:lnTo>
                    <a:pt x="189" y="84"/>
                  </a:lnTo>
                  <a:lnTo>
                    <a:pt x="191" y="85"/>
                  </a:lnTo>
                  <a:lnTo>
                    <a:pt x="194" y="85"/>
                  </a:lnTo>
                  <a:lnTo>
                    <a:pt x="200" y="80"/>
                  </a:lnTo>
                  <a:lnTo>
                    <a:pt x="208" y="81"/>
                  </a:lnTo>
                  <a:lnTo>
                    <a:pt x="217" y="79"/>
                  </a:lnTo>
                  <a:lnTo>
                    <a:pt x="218" y="80"/>
                  </a:lnTo>
                  <a:lnTo>
                    <a:pt x="219" y="66"/>
                  </a:lnTo>
                  <a:lnTo>
                    <a:pt x="223" y="54"/>
                  </a:lnTo>
                  <a:lnTo>
                    <a:pt x="223" y="49"/>
                  </a:lnTo>
                  <a:lnTo>
                    <a:pt x="224" y="45"/>
                  </a:lnTo>
                  <a:lnTo>
                    <a:pt x="221" y="40"/>
                  </a:lnTo>
                  <a:lnTo>
                    <a:pt x="219" y="40"/>
                  </a:lnTo>
                  <a:lnTo>
                    <a:pt x="216" y="37"/>
                  </a:lnTo>
                  <a:lnTo>
                    <a:pt x="209" y="37"/>
                  </a:lnTo>
                  <a:lnTo>
                    <a:pt x="212" y="31"/>
                  </a:lnTo>
                  <a:lnTo>
                    <a:pt x="211" y="31"/>
                  </a:lnTo>
                  <a:lnTo>
                    <a:pt x="213" y="24"/>
                  </a:lnTo>
                  <a:lnTo>
                    <a:pt x="211" y="14"/>
                  </a:lnTo>
                  <a:lnTo>
                    <a:pt x="216" y="14"/>
                  </a:lnTo>
                  <a:lnTo>
                    <a:pt x="225" y="18"/>
                  </a:lnTo>
                  <a:lnTo>
                    <a:pt x="227" y="21"/>
                  </a:lnTo>
                  <a:lnTo>
                    <a:pt x="231" y="21"/>
                  </a:lnTo>
                  <a:lnTo>
                    <a:pt x="238" y="23"/>
                  </a:lnTo>
                  <a:lnTo>
                    <a:pt x="239" y="22"/>
                  </a:lnTo>
                  <a:lnTo>
                    <a:pt x="241" y="19"/>
                  </a:lnTo>
                  <a:lnTo>
                    <a:pt x="243" y="20"/>
                  </a:lnTo>
                  <a:lnTo>
                    <a:pt x="248" y="18"/>
                  </a:lnTo>
                  <a:lnTo>
                    <a:pt x="249" y="17"/>
                  </a:lnTo>
                  <a:lnTo>
                    <a:pt x="246" y="16"/>
                  </a:lnTo>
                  <a:lnTo>
                    <a:pt x="249" y="13"/>
                  </a:lnTo>
                  <a:lnTo>
                    <a:pt x="244" y="12"/>
                  </a:lnTo>
                  <a:lnTo>
                    <a:pt x="246" y="8"/>
                  </a:lnTo>
                  <a:lnTo>
                    <a:pt x="249" y="7"/>
                  </a:lnTo>
                  <a:lnTo>
                    <a:pt x="252" y="8"/>
                  </a:lnTo>
                  <a:lnTo>
                    <a:pt x="254" y="7"/>
                  </a:lnTo>
                  <a:lnTo>
                    <a:pt x="258" y="6"/>
                  </a:lnTo>
                  <a:lnTo>
                    <a:pt x="257" y="11"/>
                  </a:lnTo>
                  <a:lnTo>
                    <a:pt x="259" y="17"/>
                  </a:lnTo>
                  <a:lnTo>
                    <a:pt x="261" y="19"/>
                  </a:lnTo>
                  <a:lnTo>
                    <a:pt x="268" y="21"/>
                  </a:lnTo>
                  <a:lnTo>
                    <a:pt x="278" y="24"/>
                  </a:lnTo>
                  <a:lnTo>
                    <a:pt x="281" y="24"/>
                  </a:lnTo>
                  <a:lnTo>
                    <a:pt x="285" y="26"/>
                  </a:lnTo>
                  <a:lnTo>
                    <a:pt x="288" y="31"/>
                  </a:lnTo>
                  <a:lnTo>
                    <a:pt x="290" y="32"/>
                  </a:lnTo>
                  <a:lnTo>
                    <a:pt x="292" y="36"/>
                  </a:lnTo>
                  <a:lnTo>
                    <a:pt x="284" y="48"/>
                  </a:lnTo>
                  <a:lnTo>
                    <a:pt x="285" y="52"/>
                  </a:lnTo>
                  <a:lnTo>
                    <a:pt x="284" y="55"/>
                  </a:lnTo>
                  <a:lnTo>
                    <a:pt x="279" y="55"/>
                  </a:lnTo>
                  <a:lnTo>
                    <a:pt x="273" y="60"/>
                  </a:lnTo>
                  <a:lnTo>
                    <a:pt x="271" y="68"/>
                  </a:lnTo>
                  <a:lnTo>
                    <a:pt x="271" y="73"/>
                  </a:lnTo>
                  <a:lnTo>
                    <a:pt x="273" y="79"/>
                  </a:lnTo>
                  <a:lnTo>
                    <a:pt x="269" y="96"/>
                  </a:lnTo>
                  <a:lnTo>
                    <a:pt x="268" y="98"/>
                  </a:lnTo>
                  <a:lnTo>
                    <a:pt x="257" y="106"/>
                  </a:lnTo>
                  <a:lnTo>
                    <a:pt x="254" y="107"/>
                  </a:lnTo>
                  <a:lnTo>
                    <a:pt x="251" y="107"/>
                  </a:lnTo>
                  <a:lnTo>
                    <a:pt x="231" y="106"/>
                  </a:lnTo>
                  <a:lnTo>
                    <a:pt x="235" y="135"/>
                  </a:lnTo>
                  <a:lnTo>
                    <a:pt x="232" y="136"/>
                  </a:lnTo>
                  <a:lnTo>
                    <a:pt x="232" y="138"/>
                  </a:lnTo>
                  <a:lnTo>
                    <a:pt x="233" y="141"/>
                  </a:lnTo>
                  <a:lnTo>
                    <a:pt x="238" y="141"/>
                  </a:lnTo>
                  <a:lnTo>
                    <a:pt x="238" y="144"/>
                  </a:lnTo>
                  <a:lnTo>
                    <a:pt x="240" y="147"/>
                  </a:lnTo>
                  <a:lnTo>
                    <a:pt x="241" y="157"/>
                  </a:lnTo>
                  <a:lnTo>
                    <a:pt x="284" y="151"/>
                  </a:lnTo>
                  <a:lnTo>
                    <a:pt x="300" y="153"/>
                  </a:lnTo>
                  <a:lnTo>
                    <a:pt x="307" y="155"/>
                  </a:lnTo>
                  <a:lnTo>
                    <a:pt x="311" y="168"/>
                  </a:lnTo>
                  <a:lnTo>
                    <a:pt x="318" y="177"/>
                  </a:lnTo>
                  <a:lnTo>
                    <a:pt x="327" y="185"/>
                  </a:lnTo>
                  <a:lnTo>
                    <a:pt x="339" y="187"/>
                  </a:lnTo>
                  <a:lnTo>
                    <a:pt x="339" y="190"/>
                  </a:lnTo>
                  <a:lnTo>
                    <a:pt x="343" y="190"/>
                  </a:lnTo>
                  <a:lnTo>
                    <a:pt x="348" y="189"/>
                  </a:lnTo>
                  <a:lnTo>
                    <a:pt x="352" y="190"/>
                  </a:lnTo>
                  <a:lnTo>
                    <a:pt x="359" y="186"/>
                  </a:lnTo>
                  <a:lnTo>
                    <a:pt x="359" y="180"/>
                  </a:lnTo>
                  <a:lnTo>
                    <a:pt x="362" y="169"/>
                  </a:lnTo>
                  <a:lnTo>
                    <a:pt x="366" y="163"/>
                  </a:lnTo>
                  <a:lnTo>
                    <a:pt x="386" y="160"/>
                  </a:lnTo>
                  <a:lnTo>
                    <a:pt x="388" y="159"/>
                  </a:lnTo>
                  <a:lnTo>
                    <a:pt x="395" y="148"/>
                  </a:lnTo>
                  <a:lnTo>
                    <a:pt x="404" y="144"/>
                  </a:lnTo>
                  <a:lnTo>
                    <a:pt x="410" y="142"/>
                  </a:lnTo>
                  <a:lnTo>
                    <a:pt x="413" y="140"/>
                  </a:lnTo>
                  <a:lnTo>
                    <a:pt x="418" y="141"/>
                  </a:lnTo>
                  <a:lnTo>
                    <a:pt x="423" y="137"/>
                  </a:lnTo>
                  <a:lnTo>
                    <a:pt x="426" y="138"/>
                  </a:lnTo>
                  <a:lnTo>
                    <a:pt x="426" y="135"/>
                  </a:lnTo>
                  <a:lnTo>
                    <a:pt x="424" y="130"/>
                  </a:lnTo>
                  <a:lnTo>
                    <a:pt x="422" y="130"/>
                  </a:lnTo>
                  <a:lnTo>
                    <a:pt x="420" y="129"/>
                  </a:lnTo>
                  <a:lnTo>
                    <a:pt x="418" y="123"/>
                  </a:lnTo>
                  <a:lnTo>
                    <a:pt x="423" y="121"/>
                  </a:lnTo>
                  <a:lnTo>
                    <a:pt x="425" y="117"/>
                  </a:lnTo>
                  <a:lnTo>
                    <a:pt x="426" y="116"/>
                  </a:lnTo>
                  <a:lnTo>
                    <a:pt x="428" y="118"/>
                  </a:lnTo>
                  <a:lnTo>
                    <a:pt x="429" y="117"/>
                  </a:lnTo>
                  <a:lnTo>
                    <a:pt x="429" y="111"/>
                  </a:lnTo>
                  <a:lnTo>
                    <a:pt x="431" y="110"/>
                  </a:lnTo>
                  <a:lnTo>
                    <a:pt x="434" y="111"/>
                  </a:lnTo>
                  <a:lnTo>
                    <a:pt x="442" y="118"/>
                  </a:lnTo>
                  <a:lnTo>
                    <a:pt x="445" y="116"/>
                  </a:lnTo>
                  <a:lnTo>
                    <a:pt x="446" y="116"/>
                  </a:lnTo>
                  <a:lnTo>
                    <a:pt x="450" y="120"/>
                  </a:lnTo>
                  <a:lnTo>
                    <a:pt x="459" y="116"/>
                  </a:lnTo>
                  <a:lnTo>
                    <a:pt x="461" y="116"/>
                  </a:lnTo>
                  <a:lnTo>
                    <a:pt x="472" y="110"/>
                  </a:lnTo>
                  <a:lnTo>
                    <a:pt x="470" y="105"/>
                  </a:lnTo>
                  <a:lnTo>
                    <a:pt x="482" y="99"/>
                  </a:lnTo>
                  <a:lnTo>
                    <a:pt x="486" y="100"/>
                  </a:lnTo>
                  <a:lnTo>
                    <a:pt x="487" y="94"/>
                  </a:lnTo>
                  <a:lnTo>
                    <a:pt x="490" y="94"/>
                  </a:lnTo>
                  <a:lnTo>
                    <a:pt x="491" y="92"/>
                  </a:lnTo>
                  <a:close/>
                  <a:moveTo>
                    <a:pt x="132" y="0"/>
                  </a:moveTo>
                  <a:lnTo>
                    <a:pt x="135" y="1"/>
                  </a:lnTo>
                  <a:lnTo>
                    <a:pt x="136" y="4"/>
                  </a:lnTo>
                  <a:lnTo>
                    <a:pt x="140" y="5"/>
                  </a:lnTo>
                  <a:lnTo>
                    <a:pt x="151" y="5"/>
                  </a:lnTo>
                  <a:lnTo>
                    <a:pt x="152" y="13"/>
                  </a:lnTo>
                  <a:lnTo>
                    <a:pt x="155" y="13"/>
                  </a:lnTo>
                  <a:lnTo>
                    <a:pt x="154" y="20"/>
                  </a:lnTo>
                  <a:lnTo>
                    <a:pt x="155" y="20"/>
                  </a:lnTo>
                  <a:lnTo>
                    <a:pt x="152" y="28"/>
                  </a:lnTo>
                  <a:lnTo>
                    <a:pt x="149" y="29"/>
                  </a:lnTo>
                  <a:lnTo>
                    <a:pt x="148" y="32"/>
                  </a:lnTo>
                  <a:lnTo>
                    <a:pt x="150" y="47"/>
                  </a:lnTo>
                  <a:lnTo>
                    <a:pt x="139" y="48"/>
                  </a:lnTo>
                  <a:lnTo>
                    <a:pt x="133" y="51"/>
                  </a:lnTo>
                  <a:lnTo>
                    <a:pt x="124" y="49"/>
                  </a:lnTo>
                  <a:lnTo>
                    <a:pt x="118" y="51"/>
                  </a:lnTo>
                  <a:lnTo>
                    <a:pt x="110" y="54"/>
                  </a:lnTo>
                  <a:lnTo>
                    <a:pt x="102" y="56"/>
                  </a:lnTo>
                  <a:lnTo>
                    <a:pt x="92" y="61"/>
                  </a:lnTo>
                  <a:lnTo>
                    <a:pt x="91" y="61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90" y="37"/>
                  </a:lnTo>
                  <a:lnTo>
                    <a:pt x="91" y="34"/>
                  </a:lnTo>
                  <a:lnTo>
                    <a:pt x="87" y="32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0" y="27"/>
                  </a:lnTo>
                  <a:lnTo>
                    <a:pt x="79" y="28"/>
                  </a:lnTo>
                  <a:lnTo>
                    <a:pt x="74" y="25"/>
                  </a:lnTo>
                  <a:lnTo>
                    <a:pt x="73" y="26"/>
                  </a:lnTo>
                  <a:lnTo>
                    <a:pt x="70" y="23"/>
                  </a:lnTo>
                  <a:lnTo>
                    <a:pt x="63" y="26"/>
                  </a:lnTo>
                  <a:lnTo>
                    <a:pt x="65" y="20"/>
                  </a:lnTo>
                  <a:lnTo>
                    <a:pt x="70" y="13"/>
                  </a:lnTo>
                  <a:lnTo>
                    <a:pt x="71" y="9"/>
                  </a:lnTo>
                  <a:lnTo>
                    <a:pt x="74" y="6"/>
                  </a:lnTo>
                  <a:lnTo>
                    <a:pt x="83" y="11"/>
                  </a:lnTo>
                  <a:lnTo>
                    <a:pt x="87" y="15"/>
                  </a:lnTo>
                  <a:lnTo>
                    <a:pt x="91" y="16"/>
                  </a:lnTo>
                  <a:lnTo>
                    <a:pt x="96" y="17"/>
                  </a:lnTo>
                  <a:lnTo>
                    <a:pt x="102" y="25"/>
                  </a:lnTo>
                  <a:lnTo>
                    <a:pt x="105" y="26"/>
                  </a:lnTo>
                  <a:lnTo>
                    <a:pt x="109" y="26"/>
                  </a:lnTo>
                  <a:lnTo>
                    <a:pt x="116" y="24"/>
                  </a:lnTo>
                  <a:lnTo>
                    <a:pt x="119" y="21"/>
                  </a:lnTo>
                  <a:lnTo>
                    <a:pt x="120" y="18"/>
                  </a:lnTo>
                  <a:lnTo>
                    <a:pt x="127" y="13"/>
                  </a:lnTo>
                  <a:lnTo>
                    <a:pt x="126" y="11"/>
                  </a:lnTo>
                  <a:lnTo>
                    <a:pt x="128" y="10"/>
                  </a:lnTo>
                  <a:lnTo>
                    <a:pt x="133" y="7"/>
                  </a:lnTo>
                  <a:lnTo>
                    <a:pt x="134" y="5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1" name="Freeform 23">
              <a:extLst>
                <a:ext uri="{FF2B5EF4-FFF2-40B4-BE49-F238E27FC236}">
                  <a16:creationId xmlns:a16="http://schemas.microsoft.com/office/drawing/2014/main" id="{D51989CA-4795-49B4-A4CB-14E30F228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1904" y="2916163"/>
              <a:ext cx="510164" cy="406667"/>
            </a:xfrm>
            <a:custGeom>
              <a:avLst/>
              <a:gdLst>
                <a:gd name="T0" fmla="*/ 436 w 488"/>
                <a:gd name="T1" fmla="*/ 6 h 389"/>
                <a:gd name="T2" fmla="*/ 488 w 488"/>
                <a:gd name="T3" fmla="*/ 57 h 389"/>
                <a:gd name="T4" fmla="*/ 458 w 488"/>
                <a:gd name="T5" fmla="*/ 100 h 389"/>
                <a:gd name="T6" fmla="*/ 457 w 488"/>
                <a:gd name="T7" fmla="*/ 119 h 389"/>
                <a:gd name="T8" fmla="*/ 460 w 488"/>
                <a:gd name="T9" fmla="*/ 133 h 389"/>
                <a:gd name="T10" fmla="*/ 451 w 488"/>
                <a:gd name="T11" fmla="*/ 154 h 389"/>
                <a:gd name="T12" fmla="*/ 452 w 488"/>
                <a:gd name="T13" fmla="*/ 177 h 389"/>
                <a:gd name="T14" fmla="*/ 437 w 488"/>
                <a:gd name="T15" fmla="*/ 203 h 389"/>
                <a:gd name="T16" fmla="*/ 417 w 488"/>
                <a:gd name="T17" fmla="*/ 214 h 389"/>
                <a:gd name="T18" fmla="*/ 407 w 488"/>
                <a:gd name="T19" fmla="*/ 223 h 389"/>
                <a:gd name="T20" fmla="*/ 400 w 488"/>
                <a:gd name="T21" fmla="*/ 233 h 389"/>
                <a:gd name="T22" fmla="*/ 419 w 488"/>
                <a:gd name="T23" fmla="*/ 255 h 389"/>
                <a:gd name="T24" fmla="*/ 433 w 488"/>
                <a:gd name="T25" fmla="*/ 272 h 389"/>
                <a:gd name="T26" fmla="*/ 443 w 488"/>
                <a:gd name="T27" fmla="*/ 292 h 389"/>
                <a:gd name="T28" fmla="*/ 452 w 488"/>
                <a:gd name="T29" fmla="*/ 317 h 389"/>
                <a:gd name="T30" fmla="*/ 450 w 488"/>
                <a:gd name="T31" fmla="*/ 335 h 389"/>
                <a:gd name="T32" fmla="*/ 447 w 488"/>
                <a:gd name="T33" fmla="*/ 343 h 389"/>
                <a:gd name="T34" fmla="*/ 435 w 488"/>
                <a:gd name="T35" fmla="*/ 348 h 389"/>
                <a:gd name="T36" fmla="*/ 422 w 488"/>
                <a:gd name="T37" fmla="*/ 354 h 389"/>
                <a:gd name="T38" fmla="*/ 400 w 488"/>
                <a:gd name="T39" fmla="*/ 367 h 389"/>
                <a:gd name="T40" fmla="*/ 384 w 488"/>
                <a:gd name="T41" fmla="*/ 378 h 389"/>
                <a:gd name="T42" fmla="*/ 368 w 488"/>
                <a:gd name="T43" fmla="*/ 386 h 389"/>
                <a:gd name="T44" fmla="*/ 362 w 488"/>
                <a:gd name="T45" fmla="*/ 367 h 389"/>
                <a:gd name="T46" fmla="*/ 354 w 488"/>
                <a:gd name="T47" fmla="*/ 363 h 389"/>
                <a:gd name="T48" fmla="*/ 348 w 488"/>
                <a:gd name="T49" fmla="*/ 338 h 389"/>
                <a:gd name="T50" fmla="*/ 333 w 488"/>
                <a:gd name="T51" fmla="*/ 324 h 389"/>
                <a:gd name="T52" fmla="*/ 305 w 488"/>
                <a:gd name="T53" fmla="*/ 327 h 389"/>
                <a:gd name="T54" fmla="*/ 281 w 488"/>
                <a:gd name="T55" fmla="*/ 331 h 389"/>
                <a:gd name="T56" fmla="*/ 275 w 488"/>
                <a:gd name="T57" fmla="*/ 337 h 389"/>
                <a:gd name="T58" fmla="*/ 260 w 488"/>
                <a:gd name="T59" fmla="*/ 351 h 389"/>
                <a:gd name="T60" fmla="*/ 245 w 488"/>
                <a:gd name="T61" fmla="*/ 345 h 389"/>
                <a:gd name="T62" fmla="*/ 243 w 488"/>
                <a:gd name="T63" fmla="*/ 323 h 389"/>
                <a:gd name="T64" fmla="*/ 218 w 488"/>
                <a:gd name="T65" fmla="*/ 319 h 389"/>
                <a:gd name="T66" fmla="*/ 185 w 488"/>
                <a:gd name="T67" fmla="*/ 310 h 389"/>
                <a:gd name="T68" fmla="*/ 169 w 488"/>
                <a:gd name="T69" fmla="*/ 286 h 389"/>
                <a:gd name="T70" fmla="*/ 145 w 488"/>
                <a:gd name="T71" fmla="*/ 269 h 389"/>
                <a:gd name="T72" fmla="*/ 61 w 488"/>
                <a:gd name="T73" fmla="*/ 276 h 389"/>
                <a:gd name="T74" fmla="*/ 83 w 488"/>
                <a:gd name="T75" fmla="*/ 258 h 389"/>
                <a:gd name="T76" fmla="*/ 98 w 488"/>
                <a:gd name="T77" fmla="*/ 244 h 389"/>
                <a:gd name="T78" fmla="*/ 85 w 488"/>
                <a:gd name="T79" fmla="*/ 225 h 389"/>
                <a:gd name="T80" fmla="*/ 43 w 488"/>
                <a:gd name="T81" fmla="*/ 190 h 389"/>
                <a:gd name="T82" fmla="*/ 9 w 488"/>
                <a:gd name="T83" fmla="*/ 189 h 389"/>
                <a:gd name="T84" fmla="*/ 6 w 488"/>
                <a:gd name="T85" fmla="*/ 172 h 389"/>
                <a:gd name="T86" fmla="*/ 16 w 488"/>
                <a:gd name="T87" fmla="*/ 155 h 389"/>
                <a:gd name="T88" fmla="*/ 48 w 488"/>
                <a:gd name="T89" fmla="*/ 125 h 389"/>
                <a:gd name="T90" fmla="*/ 54 w 488"/>
                <a:gd name="T91" fmla="*/ 128 h 389"/>
                <a:gd name="T92" fmla="*/ 64 w 488"/>
                <a:gd name="T93" fmla="*/ 127 h 389"/>
                <a:gd name="T94" fmla="*/ 82 w 488"/>
                <a:gd name="T95" fmla="*/ 142 h 389"/>
                <a:gd name="T96" fmla="*/ 123 w 488"/>
                <a:gd name="T97" fmla="*/ 149 h 389"/>
                <a:gd name="T98" fmla="*/ 145 w 488"/>
                <a:gd name="T99" fmla="*/ 162 h 389"/>
                <a:gd name="T100" fmla="*/ 162 w 488"/>
                <a:gd name="T101" fmla="*/ 152 h 389"/>
                <a:gd name="T102" fmla="*/ 177 w 488"/>
                <a:gd name="T103" fmla="*/ 147 h 389"/>
                <a:gd name="T104" fmla="*/ 210 w 488"/>
                <a:gd name="T105" fmla="*/ 133 h 389"/>
                <a:gd name="T106" fmla="*/ 237 w 488"/>
                <a:gd name="T107" fmla="*/ 103 h 389"/>
                <a:gd name="T108" fmla="*/ 239 w 488"/>
                <a:gd name="T109" fmla="*/ 87 h 389"/>
                <a:gd name="T110" fmla="*/ 244 w 488"/>
                <a:gd name="T111" fmla="*/ 73 h 389"/>
                <a:gd name="T112" fmla="*/ 234 w 488"/>
                <a:gd name="T113" fmla="*/ 57 h 389"/>
                <a:gd name="T114" fmla="*/ 242 w 488"/>
                <a:gd name="T115" fmla="*/ 31 h 389"/>
                <a:gd name="T116" fmla="*/ 279 w 488"/>
                <a:gd name="T117" fmla="*/ 13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8" h="389">
                  <a:moveTo>
                    <a:pt x="332" y="3"/>
                  </a:moveTo>
                  <a:lnTo>
                    <a:pt x="345" y="15"/>
                  </a:lnTo>
                  <a:lnTo>
                    <a:pt x="354" y="17"/>
                  </a:lnTo>
                  <a:lnTo>
                    <a:pt x="362" y="18"/>
                  </a:lnTo>
                  <a:lnTo>
                    <a:pt x="436" y="6"/>
                  </a:lnTo>
                  <a:lnTo>
                    <a:pt x="448" y="8"/>
                  </a:lnTo>
                  <a:lnTo>
                    <a:pt x="460" y="7"/>
                  </a:lnTo>
                  <a:lnTo>
                    <a:pt x="462" y="9"/>
                  </a:lnTo>
                  <a:lnTo>
                    <a:pt x="478" y="46"/>
                  </a:lnTo>
                  <a:lnTo>
                    <a:pt x="488" y="57"/>
                  </a:lnTo>
                  <a:lnTo>
                    <a:pt x="488" y="57"/>
                  </a:lnTo>
                  <a:lnTo>
                    <a:pt x="478" y="69"/>
                  </a:lnTo>
                  <a:lnTo>
                    <a:pt x="466" y="89"/>
                  </a:lnTo>
                  <a:lnTo>
                    <a:pt x="463" y="96"/>
                  </a:lnTo>
                  <a:lnTo>
                    <a:pt x="458" y="100"/>
                  </a:lnTo>
                  <a:lnTo>
                    <a:pt x="459" y="103"/>
                  </a:lnTo>
                  <a:lnTo>
                    <a:pt x="459" y="105"/>
                  </a:lnTo>
                  <a:lnTo>
                    <a:pt x="460" y="108"/>
                  </a:lnTo>
                  <a:lnTo>
                    <a:pt x="457" y="114"/>
                  </a:lnTo>
                  <a:lnTo>
                    <a:pt x="457" y="119"/>
                  </a:lnTo>
                  <a:lnTo>
                    <a:pt x="458" y="121"/>
                  </a:lnTo>
                  <a:lnTo>
                    <a:pt x="462" y="122"/>
                  </a:lnTo>
                  <a:lnTo>
                    <a:pt x="463" y="125"/>
                  </a:lnTo>
                  <a:lnTo>
                    <a:pt x="461" y="128"/>
                  </a:lnTo>
                  <a:lnTo>
                    <a:pt x="460" y="133"/>
                  </a:lnTo>
                  <a:lnTo>
                    <a:pt x="460" y="138"/>
                  </a:lnTo>
                  <a:lnTo>
                    <a:pt x="452" y="142"/>
                  </a:lnTo>
                  <a:lnTo>
                    <a:pt x="450" y="145"/>
                  </a:lnTo>
                  <a:lnTo>
                    <a:pt x="447" y="152"/>
                  </a:lnTo>
                  <a:lnTo>
                    <a:pt x="451" y="154"/>
                  </a:lnTo>
                  <a:lnTo>
                    <a:pt x="464" y="159"/>
                  </a:lnTo>
                  <a:lnTo>
                    <a:pt x="458" y="165"/>
                  </a:lnTo>
                  <a:lnTo>
                    <a:pt x="456" y="172"/>
                  </a:lnTo>
                  <a:lnTo>
                    <a:pt x="454" y="176"/>
                  </a:lnTo>
                  <a:lnTo>
                    <a:pt x="452" y="177"/>
                  </a:lnTo>
                  <a:lnTo>
                    <a:pt x="451" y="180"/>
                  </a:lnTo>
                  <a:lnTo>
                    <a:pt x="447" y="184"/>
                  </a:lnTo>
                  <a:lnTo>
                    <a:pt x="444" y="192"/>
                  </a:lnTo>
                  <a:lnTo>
                    <a:pt x="443" y="201"/>
                  </a:lnTo>
                  <a:lnTo>
                    <a:pt x="437" y="203"/>
                  </a:lnTo>
                  <a:lnTo>
                    <a:pt x="435" y="206"/>
                  </a:lnTo>
                  <a:lnTo>
                    <a:pt x="433" y="209"/>
                  </a:lnTo>
                  <a:lnTo>
                    <a:pt x="422" y="214"/>
                  </a:lnTo>
                  <a:lnTo>
                    <a:pt x="419" y="214"/>
                  </a:lnTo>
                  <a:lnTo>
                    <a:pt x="417" y="214"/>
                  </a:lnTo>
                  <a:lnTo>
                    <a:pt x="416" y="212"/>
                  </a:lnTo>
                  <a:lnTo>
                    <a:pt x="407" y="214"/>
                  </a:lnTo>
                  <a:lnTo>
                    <a:pt x="405" y="217"/>
                  </a:lnTo>
                  <a:lnTo>
                    <a:pt x="406" y="221"/>
                  </a:lnTo>
                  <a:lnTo>
                    <a:pt x="407" y="223"/>
                  </a:lnTo>
                  <a:lnTo>
                    <a:pt x="407" y="226"/>
                  </a:lnTo>
                  <a:lnTo>
                    <a:pt x="401" y="228"/>
                  </a:lnTo>
                  <a:lnTo>
                    <a:pt x="400" y="230"/>
                  </a:lnTo>
                  <a:lnTo>
                    <a:pt x="399" y="231"/>
                  </a:lnTo>
                  <a:lnTo>
                    <a:pt x="400" y="233"/>
                  </a:lnTo>
                  <a:lnTo>
                    <a:pt x="406" y="234"/>
                  </a:lnTo>
                  <a:lnTo>
                    <a:pt x="413" y="238"/>
                  </a:lnTo>
                  <a:lnTo>
                    <a:pt x="414" y="247"/>
                  </a:lnTo>
                  <a:lnTo>
                    <a:pt x="417" y="250"/>
                  </a:lnTo>
                  <a:lnTo>
                    <a:pt x="419" y="255"/>
                  </a:lnTo>
                  <a:lnTo>
                    <a:pt x="421" y="258"/>
                  </a:lnTo>
                  <a:lnTo>
                    <a:pt x="422" y="256"/>
                  </a:lnTo>
                  <a:lnTo>
                    <a:pt x="428" y="261"/>
                  </a:lnTo>
                  <a:lnTo>
                    <a:pt x="429" y="266"/>
                  </a:lnTo>
                  <a:lnTo>
                    <a:pt x="433" y="272"/>
                  </a:lnTo>
                  <a:lnTo>
                    <a:pt x="436" y="271"/>
                  </a:lnTo>
                  <a:lnTo>
                    <a:pt x="436" y="274"/>
                  </a:lnTo>
                  <a:lnTo>
                    <a:pt x="429" y="277"/>
                  </a:lnTo>
                  <a:lnTo>
                    <a:pt x="440" y="294"/>
                  </a:lnTo>
                  <a:lnTo>
                    <a:pt x="443" y="292"/>
                  </a:lnTo>
                  <a:lnTo>
                    <a:pt x="442" y="293"/>
                  </a:lnTo>
                  <a:lnTo>
                    <a:pt x="449" y="300"/>
                  </a:lnTo>
                  <a:lnTo>
                    <a:pt x="460" y="303"/>
                  </a:lnTo>
                  <a:lnTo>
                    <a:pt x="453" y="310"/>
                  </a:lnTo>
                  <a:lnTo>
                    <a:pt x="452" y="317"/>
                  </a:lnTo>
                  <a:lnTo>
                    <a:pt x="449" y="322"/>
                  </a:lnTo>
                  <a:lnTo>
                    <a:pt x="448" y="328"/>
                  </a:lnTo>
                  <a:lnTo>
                    <a:pt x="449" y="332"/>
                  </a:lnTo>
                  <a:lnTo>
                    <a:pt x="449" y="333"/>
                  </a:lnTo>
                  <a:lnTo>
                    <a:pt x="450" y="335"/>
                  </a:lnTo>
                  <a:lnTo>
                    <a:pt x="453" y="337"/>
                  </a:lnTo>
                  <a:lnTo>
                    <a:pt x="454" y="338"/>
                  </a:lnTo>
                  <a:lnTo>
                    <a:pt x="455" y="340"/>
                  </a:lnTo>
                  <a:lnTo>
                    <a:pt x="454" y="342"/>
                  </a:lnTo>
                  <a:lnTo>
                    <a:pt x="447" y="343"/>
                  </a:lnTo>
                  <a:lnTo>
                    <a:pt x="444" y="343"/>
                  </a:lnTo>
                  <a:lnTo>
                    <a:pt x="442" y="343"/>
                  </a:lnTo>
                  <a:lnTo>
                    <a:pt x="438" y="347"/>
                  </a:lnTo>
                  <a:lnTo>
                    <a:pt x="436" y="347"/>
                  </a:lnTo>
                  <a:lnTo>
                    <a:pt x="435" y="348"/>
                  </a:lnTo>
                  <a:lnTo>
                    <a:pt x="433" y="348"/>
                  </a:lnTo>
                  <a:lnTo>
                    <a:pt x="432" y="349"/>
                  </a:lnTo>
                  <a:lnTo>
                    <a:pt x="432" y="349"/>
                  </a:lnTo>
                  <a:lnTo>
                    <a:pt x="428" y="353"/>
                  </a:lnTo>
                  <a:lnTo>
                    <a:pt x="422" y="354"/>
                  </a:lnTo>
                  <a:lnTo>
                    <a:pt x="416" y="359"/>
                  </a:lnTo>
                  <a:lnTo>
                    <a:pt x="413" y="360"/>
                  </a:lnTo>
                  <a:lnTo>
                    <a:pt x="411" y="362"/>
                  </a:lnTo>
                  <a:lnTo>
                    <a:pt x="406" y="363"/>
                  </a:lnTo>
                  <a:lnTo>
                    <a:pt x="400" y="367"/>
                  </a:lnTo>
                  <a:lnTo>
                    <a:pt x="400" y="370"/>
                  </a:lnTo>
                  <a:lnTo>
                    <a:pt x="393" y="370"/>
                  </a:lnTo>
                  <a:lnTo>
                    <a:pt x="390" y="372"/>
                  </a:lnTo>
                  <a:lnTo>
                    <a:pt x="389" y="375"/>
                  </a:lnTo>
                  <a:lnTo>
                    <a:pt x="384" y="378"/>
                  </a:lnTo>
                  <a:lnTo>
                    <a:pt x="381" y="379"/>
                  </a:lnTo>
                  <a:lnTo>
                    <a:pt x="373" y="378"/>
                  </a:lnTo>
                  <a:lnTo>
                    <a:pt x="373" y="382"/>
                  </a:lnTo>
                  <a:lnTo>
                    <a:pt x="372" y="384"/>
                  </a:lnTo>
                  <a:lnTo>
                    <a:pt x="368" y="386"/>
                  </a:lnTo>
                  <a:lnTo>
                    <a:pt x="368" y="389"/>
                  </a:lnTo>
                  <a:lnTo>
                    <a:pt x="366" y="389"/>
                  </a:lnTo>
                  <a:lnTo>
                    <a:pt x="362" y="383"/>
                  </a:lnTo>
                  <a:lnTo>
                    <a:pt x="364" y="372"/>
                  </a:lnTo>
                  <a:lnTo>
                    <a:pt x="362" y="367"/>
                  </a:lnTo>
                  <a:lnTo>
                    <a:pt x="364" y="362"/>
                  </a:lnTo>
                  <a:lnTo>
                    <a:pt x="363" y="356"/>
                  </a:lnTo>
                  <a:lnTo>
                    <a:pt x="362" y="356"/>
                  </a:lnTo>
                  <a:lnTo>
                    <a:pt x="357" y="362"/>
                  </a:lnTo>
                  <a:lnTo>
                    <a:pt x="354" y="363"/>
                  </a:lnTo>
                  <a:lnTo>
                    <a:pt x="346" y="349"/>
                  </a:lnTo>
                  <a:lnTo>
                    <a:pt x="347" y="346"/>
                  </a:lnTo>
                  <a:lnTo>
                    <a:pt x="349" y="344"/>
                  </a:lnTo>
                  <a:lnTo>
                    <a:pt x="347" y="343"/>
                  </a:lnTo>
                  <a:lnTo>
                    <a:pt x="348" y="338"/>
                  </a:lnTo>
                  <a:lnTo>
                    <a:pt x="346" y="331"/>
                  </a:lnTo>
                  <a:lnTo>
                    <a:pt x="344" y="332"/>
                  </a:lnTo>
                  <a:lnTo>
                    <a:pt x="340" y="329"/>
                  </a:lnTo>
                  <a:lnTo>
                    <a:pt x="336" y="327"/>
                  </a:lnTo>
                  <a:lnTo>
                    <a:pt x="333" y="324"/>
                  </a:lnTo>
                  <a:lnTo>
                    <a:pt x="322" y="330"/>
                  </a:lnTo>
                  <a:lnTo>
                    <a:pt x="319" y="337"/>
                  </a:lnTo>
                  <a:lnTo>
                    <a:pt x="316" y="337"/>
                  </a:lnTo>
                  <a:lnTo>
                    <a:pt x="308" y="334"/>
                  </a:lnTo>
                  <a:lnTo>
                    <a:pt x="305" y="327"/>
                  </a:lnTo>
                  <a:lnTo>
                    <a:pt x="303" y="325"/>
                  </a:lnTo>
                  <a:lnTo>
                    <a:pt x="302" y="324"/>
                  </a:lnTo>
                  <a:lnTo>
                    <a:pt x="286" y="332"/>
                  </a:lnTo>
                  <a:lnTo>
                    <a:pt x="285" y="333"/>
                  </a:lnTo>
                  <a:lnTo>
                    <a:pt x="281" y="331"/>
                  </a:lnTo>
                  <a:lnTo>
                    <a:pt x="280" y="334"/>
                  </a:lnTo>
                  <a:lnTo>
                    <a:pt x="278" y="334"/>
                  </a:lnTo>
                  <a:lnTo>
                    <a:pt x="277" y="335"/>
                  </a:lnTo>
                  <a:lnTo>
                    <a:pt x="275" y="335"/>
                  </a:lnTo>
                  <a:lnTo>
                    <a:pt x="275" y="337"/>
                  </a:lnTo>
                  <a:lnTo>
                    <a:pt x="270" y="340"/>
                  </a:lnTo>
                  <a:lnTo>
                    <a:pt x="268" y="340"/>
                  </a:lnTo>
                  <a:lnTo>
                    <a:pt x="268" y="340"/>
                  </a:lnTo>
                  <a:lnTo>
                    <a:pt x="266" y="342"/>
                  </a:lnTo>
                  <a:lnTo>
                    <a:pt x="260" y="351"/>
                  </a:lnTo>
                  <a:lnTo>
                    <a:pt x="258" y="351"/>
                  </a:lnTo>
                  <a:lnTo>
                    <a:pt x="255" y="351"/>
                  </a:lnTo>
                  <a:lnTo>
                    <a:pt x="252" y="352"/>
                  </a:lnTo>
                  <a:lnTo>
                    <a:pt x="250" y="349"/>
                  </a:lnTo>
                  <a:lnTo>
                    <a:pt x="245" y="345"/>
                  </a:lnTo>
                  <a:lnTo>
                    <a:pt x="243" y="339"/>
                  </a:lnTo>
                  <a:lnTo>
                    <a:pt x="246" y="334"/>
                  </a:lnTo>
                  <a:lnTo>
                    <a:pt x="246" y="331"/>
                  </a:lnTo>
                  <a:lnTo>
                    <a:pt x="244" y="326"/>
                  </a:lnTo>
                  <a:lnTo>
                    <a:pt x="243" y="323"/>
                  </a:lnTo>
                  <a:lnTo>
                    <a:pt x="240" y="318"/>
                  </a:lnTo>
                  <a:lnTo>
                    <a:pt x="234" y="319"/>
                  </a:lnTo>
                  <a:lnTo>
                    <a:pt x="229" y="318"/>
                  </a:lnTo>
                  <a:lnTo>
                    <a:pt x="221" y="321"/>
                  </a:lnTo>
                  <a:lnTo>
                    <a:pt x="218" y="319"/>
                  </a:lnTo>
                  <a:lnTo>
                    <a:pt x="214" y="318"/>
                  </a:lnTo>
                  <a:lnTo>
                    <a:pt x="212" y="318"/>
                  </a:lnTo>
                  <a:lnTo>
                    <a:pt x="202" y="315"/>
                  </a:lnTo>
                  <a:lnTo>
                    <a:pt x="189" y="313"/>
                  </a:lnTo>
                  <a:lnTo>
                    <a:pt x="185" y="310"/>
                  </a:lnTo>
                  <a:lnTo>
                    <a:pt x="184" y="312"/>
                  </a:lnTo>
                  <a:lnTo>
                    <a:pt x="171" y="313"/>
                  </a:lnTo>
                  <a:lnTo>
                    <a:pt x="170" y="311"/>
                  </a:lnTo>
                  <a:lnTo>
                    <a:pt x="170" y="294"/>
                  </a:lnTo>
                  <a:lnTo>
                    <a:pt x="169" y="286"/>
                  </a:lnTo>
                  <a:lnTo>
                    <a:pt x="171" y="277"/>
                  </a:lnTo>
                  <a:lnTo>
                    <a:pt x="170" y="272"/>
                  </a:lnTo>
                  <a:lnTo>
                    <a:pt x="168" y="271"/>
                  </a:lnTo>
                  <a:lnTo>
                    <a:pt x="155" y="265"/>
                  </a:lnTo>
                  <a:lnTo>
                    <a:pt x="145" y="269"/>
                  </a:lnTo>
                  <a:lnTo>
                    <a:pt x="145" y="269"/>
                  </a:lnTo>
                  <a:lnTo>
                    <a:pt x="122" y="281"/>
                  </a:lnTo>
                  <a:lnTo>
                    <a:pt x="104" y="281"/>
                  </a:lnTo>
                  <a:lnTo>
                    <a:pt x="84" y="285"/>
                  </a:lnTo>
                  <a:lnTo>
                    <a:pt x="61" y="276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8" y="263"/>
                  </a:lnTo>
                  <a:lnTo>
                    <a:pt x="73" y="261"/>
                  </a:lnTo>
                  <a:lnTo>
                    <a:pt x="83" y="258"/>
                  </a:lnTo>
                  <a:lnTo>
                    <a:pt x="88" y="256"/>
                  </a:lnTo>
                  <a:lnTo>
                    <a:pt x="90" y="253"/>
                  </a:lnTo>
                  <a:lnTo>
                    <a:pt x="94" y="252"/>
                  </a:lnTo>
                  <a:lnTo>
                    <a:pt x="96" y="250"/>
                  </a:lnTo>
                  <a:lnTo>
                    <a:pt x="98" y="244"/>
                  </a:lnTo>
                  <a:lnTo>
                    <a:pt x="98" y="233"/>
                  </a:lnTo>
                  <a:lnTo>
                    <a:pt x="97" y="231"/>
                  </a:lnTo>
                  <a:lnTo>
                    <a:pt x="93" y="230"/>
                  </a:lnTo>
                  <a:lnTo>
                    <a:pt x="89" y="229"/>
                  </a:lnTo>
                  <a:lnTo>
                    <a:pt x="85" y="225"/>
                  </a:lnTo>
                  <a:lnTo>
                    <a:pt x="80" y="220"/>
                  </a:lnTo>
                  <a:lnTo>
                    <a:pt x="65" y="203"/>
                  </a:lnTo>
                  <a:lnTo>
                    <a:pt x="59" y="201"/>
                  </a:lnTo>
                  <a:lnTo>
                    <a:pt x="49" y="193"/>
                  </a:lnTo>
                  <a:lnTo>
                    <a:pt x="43" y="190"/>
                  </a:lnTo>
                  <a:lnTo>
                    <a:pt x="45" y="187"/>
                  </a:lnTo>
                  <a:lnTo>
                    <a:pt x="40" y="184"/>
                  </a:lnTo>
                  <a:lnTo>
                    <a:pt x="35" y="184"/>
                  </a:lnTo>
                  <a:lnTo>
                    <a:pt x="33" y="182"/>
                  </a:lnTo>
                  <a:lnTo>
                    <a:pt x="9" y="189"/>
                  </a:lnTo>
                  <a:lnTo>
                    <a:pt x="1" y="187"/>
                  </a:lnTo>
                  <a:lnTo>
                    <a:pt x="0" y="182"/>
                  </a:lnTo>
                  <a:lnTo>
                    <a:pt x="0" y="176"/>
                  </a:lnTo>
                  <a:lnTo>
                    <a:pt x="5" y="174"/>
                  </a:lnTo>
                  <a:lnTo>
                    <a:pt x="6" y="172"/>
                  </a:lnTo>
                  <a:lnTo>
                    <a:pt x="14" y="166"/>
                  </a:lnTo>
                  <a:lnTo>
                    <a:pt x="16" y="163"/>
                  </a:lnTo>
                  <a:lnTo>
                    <a:pt x="16" y="160"/>
                  </a:lnTo>
                  <a:lnTo>
                    <a:pt x="17" y="159"/>
                  </a:lnTo>
                  <a:lnTo>
                    <a:pt x="16" y="155"/>
                  </a:lnTo>
                  <a:lnTo>
                    <a:pt x="16" y="151"/>
                  </a:lnTo>
                  <a:lnTo>
                    <a:pt x="24" y="141"/>
                  </a:lnTo>
                  <a:lnTo>
                    <a:pt x="43" y="129"/>
                  </a:lnTo>
                  <a:lnTo>
                    <a:pt x="46" y="130"/>
                  </a:lnTo>
                  <a:lnTo>
                    <a:pt x="48" y="125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3" y="127"/>
                  </a:lnTo>
                  <a:lnTo>
                    <a:pt x="53" y="127"/>
                  </a:lnTo>
                  <a:lnTo>
                    <a:pt x="54" y="128"/>
                  </a:lnTo>
                  <a:lnTo>
                    <a:pt x="56" y="127"/>
                  </a:lnTo>
                  <a:lnTo>
                    <a:pt x="56" y="129"/>
                  </a:lnTo>
                  <a:lnTo>
                    <a:pt x="57" y="128"/>
                  </a:lnTo>
                  <a:lnTo>
                    <a:pt x="60" y="130"/>
                  </a:lnTo>
                  <a:lnTo>
                    <a:pt x="64" y="127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8" y="129"/>
                  </a:lnTo>
                  <a:lnTo>
                    <a:pt x="69" y="135"/>
                  </a:lnTo>
                  <a:lnTo>
                    <a:pt x="82" y="142"/>
                  </a:lnTo>
                  <a:lnTo>
                    <a:pt x="82" y="142"/>
                  </a:lnTo>
                  <a:lnTo>
                    <a:pt x="106" y="155"/>
                  </a:lnTo>
                  <a:lnTo>
                    <a:pt x="108" y="152"/>
                  </a:lnTo>
                  <a:lnTo>
                    <a:pt x="112" y="152"/>
                  </a:lnTo>
                  <a:lnTo>
                    <a:pt x="123" y="149"/>
                  </a:lnTo>
                  <a:lnTo>
                    <a:pt x="137" y="149"/>
                  </a:lnTo>
                  <a:lnTo>
                    <a:pt x="139" y="157"/>
                  </a:lnTo>
                  <a:lnTo>
                    <a:pt x="137" y="162"/>
                  </a:lnTo>
                  <a:lnTo>
                    <a:pt x="139" y="163"/>
                  </a:lnTo>
                  <a:lnTo>
                    <a:pt x="145" y="162"/>
                  </a:lnTo>
                  <a:lnTo>
                    <a:pt x="148" y="160"/>
                  </a:lnTo>
                  <a:lnTo>
                    <a:pt x="157" y="157"/>
                  </a:lnTo>
                  <a:lnTo>
                    <a:pt x="159" y="157"/>
                  </a:lnTo>
                  <a:lnTo>
                    <a:pt x="159" y="155"/>
                  </a:lnTo>
                  <a:lnTo>
                    <a:pt x="162" y="152"/>
                  </a:lnTo>
                  <a:lnTo>
                    <a:pt x="163" y="152"/>
                  </a:lnTo>
                  <a:lnTo>
                    <a:pt x="165" y="152"/>
                  </a:lnTo>
                  <a:lnTo>
                    <a:pt x="172" y="151"/>
                  </a:lnTo>
                  <a:lnTo>
                    <a:pt x="174" y="148"/>
                  </a:lnTo>
                  <a:lnTo>
                    <a:pt x="177" y="147"/>
                  </a:lnTo>
                  <a:lnTo>
                    <a:pt x="190" y="149"/>
                  </a:lnTo>
                  <a:lnTo>
                    <a:pt x="199" y="149"/>
                  </a:lnTo>
                  <a:lnTo>
                    <a:pt x="203" y="146"/>
                  </a:lnTo>
                  <a:lnTo>
                    <a:pt x="204" y="141"/>
                  </a:lnTo>
                  <a:lnTo>
                    <a:pt x="210" y="133"/>
                  </a:lnTo>
                  <a:lnTo>
                    <a:pt x="215" y="130"/>
                  </a:lnTo>
                  <a:lnTo>
                    <a:pt x="215" y="124"/>
                  </a:lnTo>
                  <a:lnTo>
                    <a:pt x="226" y="124"/>
                  </a:lnTo>
                  <a:lnTo>
                    <a:pt x="232" y="113"/>
                  </a:lnTo>
                  <a:lnTo>
                    <a:pt x="237" y="103"/>
                  </a:lnTo>
                  <a:lnTo>
                    <a:pt x="237" y="100"/>
                  </a:lnTo>
                  <a:lnTo>
                    <a:pt x="235" y="99"/>
                  </a:lnTo>
                  <a:lnTo>
                    <a:pt x="234" y="96"/>
                  </a:lnTo>
                  <a:lnTo>
                    <a:pt x="235" y="93"/>
                  </a:lnTo>
                  <a:lnTo>
                    <a:pt x="239" y="87"/>
                  </a:lnTo>
                  <a:lnTo>
                    <a:pt x="243" y="84"/>
                  </a:lnTo>
                  <a:lnTo>
                    <a:pt x="248" y="83"/>
                  </a:lnTo>
                  <a:lnTo>
                    <a:pt x="246" y="81"/>
                  </a:lnTo>
                  <a:lnTo>
                    <a:pt x="245" y="74"/>
                  </a:lnTo>
                  <a:lnTo>
                    <a:pt x="244" y="73"/>
                  </a:lnTo>
                  <a:lnTo>
                    <a:pt x="244" y="70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39" y="62"/>
                  </a:lnTo>
                  <a:lnTo>
                    <a:pt x="234" y="57"/>
                  </a:lnTo>
                  <a:lnTo>
                    <a:pt x="231" y="50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7" y="40"/>
                  </a:lnTo>
                  <a:lnTo>
                    <a:pt x="242" y="31"/>
                  </a:lnTo>
                  <a:lnTo>
                    <a:pt x="245" y="30"/>
                  </a:lnTo>
                  <a:lnTo>
                    <a:pt x="249" y="29"/>
                  </a:lnTo>
                  <a:lnTo>
                    <a:pt x="250" y="23"/>
                  </a:lnTo>
                  <a:lnTo>
                    <a:pt x="261" y="22"/>
                  </a:lnTo>
                  <a:lnTo>
                    <a:pt x="279" y="13"/>
                  </a:lnTo>
                  <a:lnTo>
                    <a:pt x="319" y="1"/>
                  </a:lnTo>
                  <a:lnTo>
                    <a:pt x="321" y="0"/>
                  </a:lnTo>
                  <a:lnTo>
                    <a:pt x="332" y="3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2" name="Freeform 24">
              <a:extLst>
                <a:ext uri="{FF2B5EF4-FFF2-40B4-BE49-F238E27FC236}">
                  <a16:creationId xmlns:a16="http://schemas.microsoft.com/office/drawing/2014/main" id="{4CA2FE43-B781-4BFF-B935-713E0E9556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59805" y="2341184"/>
              <a:ext cx="725520" cy="388895"/>
            </a:xfrm>
            <a:custGeom>
              <a:avLst/>
              <a:gdLst>
                <a:gd name="T0" fmla="*/ 624 w 694"/>
                <a:gd name="T1" fmla="*/ 238 h 372"/>
                <a:gd name="T2" fmla="*/ 694 w 694"/>
                <a:gd name="T3" fmla="*/ 199 h 372"/>
                <a:gd name="T4" fmla="*/ 95 w 694"/>
                <a:gd name="T5" fmla="*/ 22 h 372"/>
                <a:gd name="T6" fmla="*/ 138 w 694"/>
                <a:gd name="T7" fmla="*/ 28 h 372"/>
                <a:gd name="T8" fmla="*/ 166 w 694"/>
                <a:gd name="T9" fmla="*/ 48 h 372"/>
                <a:gd name="T10" fmla="*/ 245 w 694"/>
                <a:gd name="T11" fmla="*/ 30 h 372"/>
                <a:gd name="T12" fmla="*/ 376 w 694"/>
                <a:gd name="T13" fmla="*/ 36 h 372"/>
                <a:gd name="T14" fmla="*/ 411 w 694"/>
                <a:gd name="T15" fmla="*/ 44 h 372"/>
                <a:gd name="T16" fmla="*/ 588 w 694"/>
                <a:gd name="T17" fmla="*/ 238 h 372"/>
                <a:gd name="T18" fmla="*/ 577 w 694"/>
                <a:gd name="T19" fmla="*/ 254 h 372"/>
                <a:gd name="T20" fmla="*/ 558 w 694"/>
                <a:gd name="T21" fmla="*/ 241 h 372"/>
                <a:gd name="T22" fmla="*/ 557 w 694"/>
                <a:gd name="T23" fmla="*/ 227 h 372"/>
                <a:gd name="T24" fmla="*/ 534 w 694"/>
                <a:gd name="T25" fmla="*/ 219 h 372"/>
                <a:gd name="T26" fmla="*/ 548 w 694"/>
                <a:gd name="T27" fmla="*/ 205 h 372"/>
                <a:gd name="T28" fmla="*/ 526 w 694"/>
                <a:gd name="T29" fmla="*/ 194 h 372"/>
                <a:gd name="T30" fmla="*/ 512 w 694"/>
                <a:gd name="T31" fmla="*/ 201 h 372"/>
                <a:gd name="T32" fmla="*/ 489 w 694"/>
                <a:gd name="T33" fmla="*/ 211 h 372"/>
                <a:gd name="T34" fmla="*/ 481 w 694"/>
                <a:gd name="T35" fmla="*/ 216 h 372"/>
                <a:gd name="T36" fmla="*/ 500 w 694"/>
                <a:gd name="T37" fmla="*/ 216 h 372"/>
                <a:gd name="T38" fmla="*/ 517 w 694"/>
                <a:gd name="T39" fmla="*/ 217 h 372"/>
                <a:gd name="T40" fmla="*/ 520 w 694"/>
                <a:gd name="T41" fmla="*/ 231 h 372"/>
                <a:gd name="T42" fmla="*/ 496 w 694"/>
                <a:gd name="T43" fmla="*/ 251 h 372"/>
                <a:gd name="T44" fmla="*/ 464 w 694"/>
                <a:gd name="T45" fmla="*/ 257 h 372"/>
                <a:gd name="T46" fmla="*/ 447 w 694"/>
                <a:gd name="T47" fmla="*/ 247 h 372"/>
                <a:gd name="T48" fmla="*/ 430 w 694"/>
                <a:gd name="T49" fmla="*/ 243 h 372"/>
                <a:gd name="T50" fmla="*/ 407 w 694"/>
                <a:gd name="T51" fmla="*/ 231 h 372"/>
                <a:gd name="T52" fmla="*/ 399 w 694"/>
                <a:gd name="T53" fmla="*/ 226 h 372"/>
                <a:gd name="T54" fmla="*/ 390 w 694"/>
                <a:gd name="T55" fmla="*/ 242 h 372"/>
                <a:gd name="T56" fmla="*/ 365 w 694"/>
                <a:gd name="T57" fmla="*/ 250 h 372"/>
                <a:gd name="T58" fmla="*/ 333 w 694"/>
                <a:gd name="T59" fmla="*/ 240 h 372"/>
                <a:gd name="T60" fmla="*/ 313 w 694"/>
                <a:gd name="T61" fmla="*/ 241 h 372"/>
                <a:gd name="T62" fmla="*/ 299 w 694"/>
                <a:gd name="T63" fmla="*/ 235 h 372"/>
                <a:gd name="T64" fmla="*/ 275 w 694"/>
                <a:gd name="T65" fmla="*/ 257 h 372"/>
                <a:gd name="T66" fmla="*/ 310 w 694"/>
                <a:gd name="T67" fmla="*/ 286 h 372"/>
                <a:gd name="T68" fmla="*/ 305 w 694"/>
                <a:gd name="T69" fmla="*/ 294 h 372"/>
                <a:gd name="T70" fmla="*/ 295 w 694"/>
                <a:gd name="T71" fmla="*/ 301 h 372"/>
                <a:gd name="T72" fmla="*/ 278 w 694"/>
                <a:gd name="T73" fmla="*/ 303 h 372"/>
                <a:gd name="T74" fmla="*/ 262 w 694"/>
                <a:gd name="T75" fmla="*/ 309 h 372"/>
                <a:gd name="T76" fmla="*/ 248 w 694"/>
                <a:gd name="T77" fmla="*/ 331 h 372"/>
                <a:gd name="T78" fmla="*/ 222 w 694"/>
                <a:gd name="T79" fmla="*/ 372 h 372"/>
                <a:gd name="T80" fmla="*/ 193 w 694"/>
                <a:gd name="T81" fmla="*/ 336 h 372"/>
                <a:gd name="T82" fmla="*/ 209 w 694"/>
                <a:gd name="T83" fmla="*/ 308 h 372"/>
                <a:gd name="T84" fmla="*/ 190 w 694"/>
                <a:gd name="T85" fmla="*/ 292 h 372"/>
                <a:gd name="T86" fmla="*/ 174 w 694"/>
                <a:gd name="T87" fmla="*/ 262 h 372"/>
                <a:gd name="T88" fmla="*/ 184 w 694"/>
                <a:gd name="T89" fmla="*/ 224 h 372"/>
                <a:gd name="T90" fmla="*/ 178 w 694"/>
                <a:gd name="T91" fmla="*/ 195 h 372"/>
                <a:gd name="T92" fmla="*/ 139 w 694"/>
                <a:gd name="T93" fmla="*/ 183 h 372"/>
                <a:gd name="T94" fmla="*/ 139 w 694"/>
                <a:gd name="T95" fmla="*/ 161 h 372"/>
                <a:gd name="T96" fmla="*/ 139 w 694"/>
                <a:gd name="T97" fmla="*/ 148 h 372"/>
                <a:gd name="T98" fmla="*/ 122 w 694"/>
                <a:gd name="T99" fmla="*/ 146 h 372"/>
                <a:gd name="T100" fmla="*/ 114 w 694"/>
                <a:gd name="T101" fmla="*/ 131 h 372"/>
                <a:gd name="T102" fmla="*/ 63 w 694"/>
                <a:gd name="T103" fmla="*/ 106 h 372"/>
                <a:gd name="T104" fmla="*/ 68 w 694"/>
                <a:gd name="T105" fmla="*/ 85 h 372"/>
                <a:gd name="T106" fmla="*/ 99 w 694"/>
                <a:gd name="T107" fmla="*/ 101 h 372"/>
                <a:gd name="T108" fmla="*/ 118 w 694"/>
                <a:gd name="T109" fmla="*/ 90 h 372"/>
                <a:gd name="T110" fmla="*/ 125 w 694"/>
                <a:gd name="T111" fmla="*/ 77 h 372"/>
                <a:gd name="T112" fmla="*/ 112 w 694"/>
                <a:gd name="T113" fmla="*/ 51 h 372"/>
                <a:gd name="T114" fmla="*/ 92 w 694"/>
                <a:gd name="T115" fmla="*/ 52 h 372"/>
                <a:gd name="T116" fmla="*/ 64 w 694"/>
                <a:gd name="T117" fmla="*/ 65 h 372"/>
                <a:gd name="T118" fmla="*/ 41 w 694"/>
                <a:gd name="T119" fmla="*/ 59 h 372"/>
                <a:gd name="T120" fmla="*/ 19 w 694"/>
                <a:gd name="T121" fmla="*/ 49 h 372"/>
                <a:gd name="T122" fmla="*/ 0 w 694"/>
                <a:gd name="T123" fmla="*/ 11 h 372"/>
                <a:gd name="T124" fmla="*/ 27 w 694"/>
                <a:gd name="T125" fmla="*/ 1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4" h="372">
                  <a:moveTo>
                    <a:pt x="694" y="199"/>
                  </a:moveTo>
                  <a:lnTo>
                    <a:pt x="661" y="227"/>
                  </a:lnTo>
                  <a:lnTo>
                    <a:pt x="633" y="245"/>
                  </a:lnTo>
                  <a:lnTo>
                    <a:pt x="633" y="243"/>
                  </a:lnTo>
                  <a:lnTo>
                    <a:pt x="635" y="241"/>
                  </a:lnTo>
                  <a:lnTo>
                    <a:pt x="632" y="240"/>
                  </a:lnTo>
                  <a:lnTo>
                    <a:pt x="631" y="240"/>
                  </a:lnTo>
                  <a:lnTo>
                    <a:pt x="625" y="238"/>
                  </a:lnTo>
                  <a:lnTo>
                    <a:pt x="624" y="238"/>
                  </a:lnTo>
                  <a:lnTo>
                    <a:pt x="624" y="236"/>
                  </a:lnTo>
                  <a:lnTo>
                    <a:pt x="621" y="236"/>
                  </a:lnTo>
                  <a:lnTo>
                    <a:pt x="621" y="233"/>
                  </a:lnTo>
                  <a:lnTo>
                    <a:pt x="622" y="231"/>
                  </a:lnTo>
                  <a:lnTo>
                    <a:pt x="620" y="229"/>
                  </a:lnTo>
                  <a:lnTo>
                    <a:pt x="621" y="226"/>
                  </a:lnTo>
                  <a:lnTo>
                    <a:pt x="671" y="170"/>
                  </a:lnTo>
                  <a:lnTo>
                    <a:pt x="671" y="170"/>
                  </a:lnTo>
                  <a:lnTo>
                    <a:pt x="694" y="199"/>
                  </a:lnTo>
                  <a:close/>
                  <a:moveTo>
                    <a:pt x="32" y="6"/>
                  </a:moveTo>
                  <a:lnTo>
                    <a:pt x="39" y="6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74" y="7"/>
                  </a:lnTo>
                  <a:lnTo>
                    <a:pt x="84" y="12"/>
                  </a:lnTo>
                  <a:lnTo>
                    <a:pt x="95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11" y="20"/>
                  </a:lnTo>
                  <a:lnTo>
                    <a:pt x="115" y="21"/>
                  </a:lnTo>
                  <a:lnTo>
                    <a:pt x="122" y="20"/>
                  </a:lnTo>
                  <a:lnTo>
                    <a:pt x="129" y="24"/>
                  </a:lnTo>
                  <a:lnTo>
                    <a:pt x="133" y="24"/>
                  </a:lnTo>
                  <a:lnTo>
                    <a:pt x="138" y="28"/>
                  </a:lnTo>
                  <a:lnTo>
                    <a:pt x="141" y="36"/>
                  </a:lnTo>
                  <a:lnTo>
                    <a:pt x="151" y="41"/>
                  </a:lnTo>
                  <a:lnTo>
                    <a:pt x="144" y="49"/>
                  </a:lnTo>
                  <a:lnTo>
                    <a:pt x="147" y="51"/>
                  </a:lnTo>
                  <a:lnTo>
                    <a:pt x="154" y="52"/>
                  </a:lnTo>
                  <a:lnTo>
                    <a:pt x="156" y="49"/>
                  </a:lnTo>
                  <a:lnTo>
                    <a:pt x="159" y="46"/>
                  </a:lnTo>
                  <a:lnTo>
                    <a:pt x="161" y="46"/>
                  </a:lnTo>
                  <a:lnTo>
                    <a:pt x="166" y="48"/>
                  </a:lnTo>
                  <a:lnTo>
                    <a:pt x="167" y="47"/>
                  </a:lnTo>
                  <a:lnTo>
                    <a:pt x="167" y="47"/>
                  </a:lnTo>
                  <a:lnTo>
                    <a:pt x="172" y="48"/>
                  </a:lnTo>
                  <a:lnTo>
                    <a:pt x="182" y="55"/>
                  </a:lnTo>
                  <a:lnTo>
                    <a:pt x="188" y="54"/>
                  </a:lnTo>
                  <a:lnTo>
                    <a:pt x="218" y="44"/>
                  </a:lnTo>
                  <a:lnTo>
                    <a:pt x="225" y="41"/>
                  </a:lnTo>
                  <a:lnTo>
                    <a:pt x="243" y="32"/>
                  </a:lnTo>
                  <a:lnTo>
                    <a:pt x="245" y="30"/>
                  </a:lnTo>
                  <a:lnTo>
                    <a:pt x="277" y="11"/>
                  </a:lnTo>
                  <a:lnTo>
                    <a:pt x="283" y="10"/>
                  </a:lnTo>
                  <a:lnTo>
                    <a:pt x="303" y="14"/>
                  </a:lnTo>
                  <a:lnTo>
                    <a:pt x="317" y="18"/>
                  </a:lnTo>
                  <a:lnTo>
                    <a:pt x="325" y="19"/>
                  </a:lnTo>
                  <a:lnTo>
                    <a:pt x="335" y="18"/>
                  </a:lnTo>
                  <a:lnTo>
                    <a:pt x="355" y="28"/>
                  </a:lnTo>
                  <a:lnTo>
                    <a:pt x="360" y="32"/>
                  </a:lnTo>
                  <a:lnTo>
                    <a:pt x="376" y="36"/>
                  </a:lnTo>
                  <a:lnTo>
                    <a:pt x="382" y="33"/>
                  </a:lnTo>
                  <a:lnTo>
                    <a:pt x="387" y="33"/>
                  </a:lnTo>
                  <a:lnTo>
                    <a:pt x="392" y="38"/>
                  </a:lnTo>
                  <a:lnTo>
                    <a:pt x="394" y="41"/>
                  </a:lnTo>
                  <a:lnTo>
                    <a:pt x="396" y="44"/>
                  </a:lnTo>
                  <a:lnTo>
                    <a:pt x="399" y="45"/>
                  </a:lnTo>
                  <a:lnTo>
                    <a:pt x="399" y="46"/>
                  </a:lnTo>
                  <a:lnTo>
                    <a:pt x="406" y="47"/>
                  </a:lnTo>
                  <a:lnTo>
                    <a:pt x="411" y="44"/>
                  </a:lnTo>
                  <a:lnTo>
                    <a:pt x="632" y="153"/>
                  </a:lnTo>
                  <a:lnTo>
                    <a:pt x="662" y="158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11" y="219"/>
                  </a:lnTo>
                  <a:lnTo>
                    <a:pt x="604" y="224"/>
                  </a:lnTo>
                  <a:lnTo>
                    <a:pt x="597" y="233"/>
                  </a:lnTo>
                  <a:lnTo>
                    <a:pt x="588" y="235"/>
                  </a:lnTo>
                  <a:lnTo>
                    <a:pt x="588" y="238"/>
                  </a:lnTo>
                  <a:lnTo>
                    <a:pt x="586" y="241"/>
                  </a:lnTo>
                  <a:lnTo>
                    <a:pt x="583" y="243"/>
                  </a:lnTo>
                  <a:lnTo>
                    <a:pt x="584" y="246"/>
                  </a:lnTo>
                  <a:lnTo>
                    <a:pt x="583" y="247"/>
                  </a:lnTo>
                  <a:lnTo>
                    <a:pt x="583" y="249"/>
                  </a:lnTo>
                  <a:lnTo>
                    <a:pt x="582" y="252"/>
                  </a:lnTo>
                  <a:lnTo>
                    <a:pt x="580" y="253"/>
                  </a:lnTo>
                  <a:lnTo>
                    <a:pt x="580" y="256"/>
                  </a:lnTo>
                  <a:lnTo>
                    <a:pt x="577" y="254"/>
                  </a:lnTo>
                  <a:lnTo>
                    <a:pt x="574" y="249"/>
                  </a:lnTo>
                  <a:lnTo>
                    <a:pt x="571" y="249"/>
                  </a:lnTo>
                  <a:lnTo>
                    <a:pt x="567" y="244"/>
                  </a:lnTo>
                  <a:lnTo>
                    <a:pt x="567" y="242"/>
                  </a:lnTo>
                  <a:lnTo>
                    <a:pt x="563" y="243"/>
                  </a:lnTo>
                  <a:lnTo>
                    <a:pt x="561" y="244"/>
                  </a:lnTo>
                  <a:lnTo>
                    <a:pt x="557" y="245"/>
                  </a:lnTo>
                  <a:lnTo>
                    <a:pt x="556" y="244"/>
                  </a:lnTo>
                  <a:lnTo>
                    <a:pt x="558" y="241"/>
                  </a:lnTo>
                  <a:lnTo>
                    <a:pt x="561" y="238"/>
                  </a:lnTo>
                  <a:lnTo>
                    <a:pt x="558" y="236"/>
                  </a:lnTo>
                  <a:lnTo>
                    <a:pt x="558" y="235"/>
                  </a:lnTo>
                  <a:lnTo>
                    <a:pt x="559" y="234"/>
                  </a:lnTo>
                  <a:lnTo>
                    <a:pt x="561" y="234"/>
                  </a:lnTo>
                  <a:lnTo>
                    <a:pt x="562" y="228"/>
                  </a:lnTo>
                  <a:lnTo>
                    <a:pt x="561" y="227"/>
                  </a:lnTo>
                  <a:lnTo>
                    <a:pt x="559" y="226"/>
                  </a:lnTo>
                  <a:lnTo>
                    <a:pt x="557" y="227"/>
                  </a:lnTo>
                  <a:lnTo>
                    <a:pt x="553" y="224"/>
                  </a:lnTo>
                  <a:lnTo>
                    <a:pt x="547" y="227"/>
                  </a:lnTo>
                  <a:lnTo>
                    <a:pt x="541" y="225"/>
                  </a:lnTo>
                  <a:lnTo>
                    <a:pt x="537" y="223"/>
                  </a:lnTo>
                  <a:lnTo>
                    <a:pt x="534" y="224"/>
                  </a:lnTo>
                  <a:lnTo>
                    <a:pt x="534" y="226"/>
                  </a:lnTo>
                  <a:lnTo>
                    <a:pt x="533" y="226"/>
                  </a:lnTo>
                  <a:lnTo>
                    <a:pt x="532" y="224"/>
                  </a:lnTo>
                  <a:lnTo>
                    <a:pt x="534" y="219"/>
                  </a:lnTo>
                  <a:lnTo>
                    <a:pt x="537" y="220"/>
                  </a:lnTo>
                  <a:lnTo>
                    <a:pt x="539" y="218"/>
                  </a:lnTo>
                  <a:lnTo>
                    <a:pt x="540" y="219"/>
                  </a:lnTo>
                  <a:lnTo>
                    <a:pt x="542" y="214"/>
                  </a:lnTo>
                  <a:lnTo>
                    <a:pt x="540" y="213"/>
                  </a:lnTo>
                  <a:lnTo>
                    <a:pt x="545" y="210"/>
                  </a:lnTo>
                  <a:lnTo>
                    <a:pt x="547" y="210"/>
                  </a:lnTo>
                  <a:lnTo>
                    <a:pt x="548" y="208"/>
                  </a:lnTo>
                  <a:lnTo>
                    <a:pt x="548" y="205"/>
                  </a:lnTo>
                  <a:lnTo>
                    <a:pt x="545" y="205"/>
                  </a:lnTo>
                  <a:lnTo>
                    <a:pt x="537" y="202"/>
                  </a:lnTo>
                  <a:lnTo>
                    <a:pt x="536" y="200"/>
                  </a:lnTo>
                  <a:lnTo>
                    <a:pt x="534" y="198"/>
                  </a:lnTo>
                  <a:lnTo>
                    <a:pt x="536" y="195"/>
                  </a:lnTo>
                  <a:lnTo>
                    <a:pt x="535" y="191"/>
                  </a:lnTo>
                  <a:lnTo>
                    <a:pt x="534" y="194"/>
                  </a:lnTo>
                  <a:lnTo>
                    <a:pt x="527" y="193"/>
                  </a:lnTo>
                  <a:lnTo>
                    <a:pt x="526" y="194"/>
                  </a:lnTo>
                  <a:lnTo>
                    <a:pt x="523" y="194"/>
                  </a:lnTo>
                  <a:lnTo>
                    <a:pt x="522" y="191"/>
                  </a:lnTo>
                  <a:lnTo>
                    <a:pt x="518" y="191"/>
                  </a:lnTo>
                  <a:lnTo>
                    <a:pt x="516" y="192"/>
                  </a:lnTo>
                  <a:lnTo>
                    <a:pt x="516" y="194"/>
                  </a:lnTo>
                  <a:lnTo>
                    <a:pt x="515" y="194"/>
                  </a:lnTo>
                  <a:lnTo>
                    <a:pt x="513" y="196"/>
                  </a:lnTo>
                  <a:lnTo>
                    <a:pt x="514" y="202"/>
                  </a:lnTo>
                  <a:lnTo>
                    <a:pt x="512" y="201"/>
                  </a:lnTo>
                  <a:lnTo>
                    <a:pt x="510" y="198"/>
                  </a:lnTo>
                  <a:lnTo>
                    <a:pt x="506" y="197"/>
                  </a:lnTo>
                  <a:lnTo>
                    <a:pt x="505" y="200"/>
                  </a:lnTo>
                  <a:lnTo>
                    <a:pt x="501" y="199"/>
                  </a:lnTo>
                  <a:lnTo>
                    <a:pt x="500" y="201"/>
                  </a:lnTo>
                  <a:lnTo>
                    <a:pt x="490" y="204"/>
                  </a:lnTo>
                  <a:lnTo>
                    <a:pt x="491" y="205"/>
                  </a:lnTo>
                  <a:lnTo>
                    <a:pt x="490" y="209"/>
                  </a:lnTo>
                  <a:lnTo>
                    <a:pt x="489" y="211"/>
                  </a:lnTo>
                  <a:lnTo>
                    <a:pt x="488" y="211"/>
                  </a:lnTo>
                  <a:lnTo>
                    <a:pt x="488" y="216"/>
                  </a:lnTo>
                  <a:lnTo>
                    <a:pt x="486" y="216"/>
                  </a:lnTo>
                  <a:lnTo>
                    <a:pt x="485" y="213"/>
                  </a:lnTo>
                  <a:lnTo>
                    <a:pt x="482" y="214"/>
                  </a:lnTo>
                  <a:lnTo>
                    <a:pt x="480" y="213"/>
                  </a:lnTo>
                  <a:lnTo>
                    <a:pt x="479" y="214"/>
                  </a:lnTo>
                  <a:lnTo>
                    <a:pt x="479" y="216"/>
                  </a:lnTo>
                  <a:lnTo>
                    <a:pt x="481" y="216"/>
                  </a:lnTo>
                  <a:lnTo>
                    <a:pt x="481" y="219"/>
                  </a:lnTo>
                  <a:lnTo>
                    <a:pt x="482" y="218"/>
                  </a:lnTo>
                  <a:lnTo>
                    <a:pt x="482" y="219"/>
                  </a:lnTo>
                  <a:lnTo>
                    <a:pt x="488" y="220"/>
                  </a:lnTo>
                  <a:lnTo>
                    <a:pt x="489" y="221"/>
                  </a:lnTo>
                  <a:lnTo>
                    <a:pt x="493" y="219"/>
                  </a:lnTo>
                  <a:lnTo>
                    <a:pt x="496" y="220"/>
                  </a:lnTo>
                  <a:lnTo>
                    <a:pt x="497" y="219"/>
                  </a:lnTo>
                  <a:lnTo>
                    <a:pt x="500" y="216"/>
                  </a:lnTo>
                  <a:lnTo>
                    <a:pt x="501" y="217"/>
                  </a:lnTo>
                  <a:lnTo>
                    <a:pt x="502" y="216"/>
                  </a:lnTo>
                  <a:lnTo>
                    <a:pt x="503" y="214"/>
                  </a:lnTo>
                  <a:lnTo>
                    <a:pt x="506" y="213"/>
                  </a:lnTo>
                  <a:lnTo>
                    <a:pt x="505" y="211"/>
                  </a:lnTo>
                  <a:lnTo>
                    <a:pt x="507" y="210"/>
                  </a:lnTo>
                  <a:lnTo>
                    <a:pt x="507" y="211"/>
                  </a:lnTo>
                  <a:lnTo>
                    <a:pt x="511" y="214"/>
                  </a:lnTo>
                  <a:lnTo>
                    <a:pt x="517" y="217"/>
                  </a:lnTo>
                  <a:lnTo>
                    <a:pt x="516" y="219"/>
                  </a:lnTo>
                  <a:lnTo>
                    <a:pt x="511" y="221"/>
                  </a:lnTo>
                  <a:lnTo>
                    <a:pt x="510" y="222"/>
                  </a:lnTo>
                  <a:lnTo>
                    <a:pt x="511" y="227"/>
                  </a:lnTo>
                  <a:lnTo>
                    <a:pt x="510" y="230"/>
                  </a:lnTo>
                  <a:lnTo>
                    <a:pt x="512" y="230"/>
                  </a:lnTo>
                  <a:lnTo>
                    <a:pt x="514" y="228"/>
                  </a:lnTo>
                  <a:lnTo>
                    <a:pt x="517" y="227"/>
                  </a:lnTo>
                  <a:lnTo>
                    <a:pt x="520" y="231"/>
                  </a:lnTo>
                  <a:lnTo>
                    <a:pt x="519" y="233"/>
                  </a:lnTo>
                  <a:lnTo>
                    <a:pt x="520" y="238"/>
                  </a:lnTo>
                  <a:lnTo>
                    <a:pt x="517" y="241"/>
                  </a:lnTo>
                  <a:lnTo>
                    <a:pt x="515" y="243"/>
                  </a:lnTo>
                  <a:lnTo>
                    <a:pt x="511" y="246"/>
                  </a:lnTo>
                  <a:lnTo>
                    <a:pt x="510" y="249"/>
                  </a:lnTo>
                  <a:lnTo>
                    <a:pt x="502" y="254"/>
                  </a:lnTo>
                  <a:lnTo>
                    <a:pt x="501" y="252"/>
                  </a:lnTo>
                  <a:lnTo>
                    <a:pt x="496" y="251"/>
                  </a:lnTo>
                  <a:lnTo>
                    <a:pt x="493" y="250"/>
                  </a:lnTo>
                  <a:lnTo>
                    <a:pt x="491" y="248"/>
                  </a:lnTo>
                  <a:lnTo>
                    <a:pt x="489" y="248"/>
                  </a:lnTo>
                  <a:lnTo>
                    <a:pt x="487" y="249"/>
                  </a:lnTo>
                  <a:lnTo>
                    <a:pt x="486" y="251"/>
                  </a:lnTo>
                  <a:lnTo>
                    <a:pt x="478" y="254"/>
                  </a:lnTo>
                  <a:lnTo>
                    <a:pt x="475" y="257"/>
                  </a:lnTo>
                  <a:lnTo>
                    <a:pt x="466" y="256"/>
                  </a:lnTo>
                  <a:lnTo>
                    <a:pt x="464" y="257"/>
                  </a:lnTo>
                  <a:lnTo>
                    <a:pt x="462" y="255"/>
                  </a:lnTo>
                  <a:lnTo>
                    <a:pt x="460" y="251"/>
                  </a:lnTo>
                  <a:lnTo>
                    <a:pt x="457" y="251"/>
                  </a:lnTo>
                  <a:lnTo>
                    <a:pt x="455" y="249"/>
                  </a:lnTo>
                  <a:lnTo>
                    <a:pt x="453" y="250"/>
                  </a:lnTo>
                  <a:lnTo>
                    <a:pt x="450" y="250"/>
                  </a:lnTo>
                  <a:lnTo>
                    <a:pt x="449" y="247"/>
                  </a:lnTo>
                  <a:lnTo>
                    <a:pt x="447" y="246"/>
                  </a:lnTo>
                  <a:lnTo>
                    <a:pt x="447" y="247"/>
                  </a:lnTo>
                  <a:lnTo>
                    <a:pt x="444" y="246"/>
                  </a:lnTo>
                  <a:lnTo>
                    <a:pt x="439" y="247"/>
                  </a:lnTo>
                  <a:lnTo>
                    <a:pt x="436" y="249"/>
                  </a:lnTo>
                  <a:lnTo>
                    <a:pt x="435" y="252"/>
                  </a:lnTo>
                  <a:lnTo>
                    <a:pt x="432" y="251"/>
                  </a:lnTo>
                  <a:lnTo>
                    <a:pt x="433" y="249"/>
                  </a:lnTo>
                  <a:lnTo>
                    <a:pt x="430" y="248"/>
                  </a:lnTo>
                  <a:lnTo>
                    <a:pt x="430" y="246"/>
                  </a:lnTo>
                  <a:lnTo>
                    <a:pt x="430" y="243"/>
                  </a:lnTo>
                  <a:lnTo>
                    <a:pt x="433" y="241"/>
                  </a:lnTo>
                  <a:lnTo>
                    <a:pt x="424" y="241"/>
                  </a:lnTo>
                  <a:lnTo>
                    <a:pt x="422" y="239"/>
                  </a:lnTo>
                  <a:lnTo>
                    <a:pt x="419" y="241"/>
                  </a:lnTo>
                  <a:lnTo>
                    <a:pt x="419" y="238"/>
                  </a:lnTo>
                  <a:lnTo>
                    <a:pt x="416" y="236"/>
                  </a:lnTo>
                  <a:lnTo>
                    <a:pt x="411" y="238"/>
                  </a:lnTo>
                  <a:lnTo>
                    <a:pt x="409" y="230"/>
                  </a:lnTo>
                  <a:lnTo>
                    <a:pt x="407" y="231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5" y="233"/>
                  </a:lnTo>
                  <a:lnTo>
                    <a:pt x="404" y="234"/>
                  </a:lnTo>
                  <a:lnTo>
                    <a:pt x="403" y="232"/>
                  </a:lnTo>
                  <a:lnTo>
                    <a:pt x="400" y="230"/>
                  </a:lnTo>
                  <a:lnTo>
                    <a:pt x="403" y="224"/>
                  </a:lnTo>
                  <a:lnTo>
                    <a:pt x="400" y="224"/>
                  </a:lnTo>
                  <a:lnTo>
                    <a:pt x="399" y="226"/>
                  </a:lnTo>
                  <a:lnTo>
                    <a:pt x="399" y="224"/>
                  </a:lnTo>
                  <a:lnTo>
                    <a:pt x="398" y="223"/>
                  </a:lnTo>
                  <a:lnTo>
                    <a:pt x="395" y="227"/>
                  </a:lnTo>
                  <a:lnTo>
                    <a:pt x="395" y="228"/>
                  </a:lnTo>
                  <a:lnTo>
                    <a:pt x="394" y="230"/>
                  </a:lnTo>
                  <a:lnTo>
                    <a:pt x="395" y="232"/>
                  </a:lnTo>
                  <a:lnTo>
                    <a:pt x="392" y="238"/>
                  </a:lnTo>
                  <a:lnTo>
                    <a:pt x="392" y="240"/>
                  </a:lnTo>
                  <a:lnTo>
                    <a:pt x="390" y="242"/>
                  </a:lnTo>
                  <a:lnTo>
                    <a:pt x="385" y="243"/>
                  </a:lnTo>
                  <a:lnTo>
                    <a:pt x="379" y="246"/>
                  </a:lnTo>
                  <a:lnTo>
                    <a:pt x="377" y="246"/>
                  </a:lnTo>
                  <a:lnTo>
                    <a:pt x="377" y="245"/>
                  </a:lnTo>
                  <a:lnTo>
                    <a:pt x="374" y="244"/>
                  </a:lnTo>
                  <a:lnTo>
                    <a:pt x="370" y="245"/>
                  </a:lnTo>
                  <a:lnTo>
                    <a:pt x="370" y="246"/>
                  </a:lnTo>
                  <a:lnTo>
                    <a:pt x="365" y="247"/>
                  </a:lnTo>
                  <a:lnTo>
                    <a:pt x="365" y="250"/>
                  </a:lnTo>
                  <a:lnTo>
                    <a:pt x="361" y="251"/>
                  </a:lnTo>
                  <a:lnTo>
                    <a:pt x="360" y="251"/>
                  </a:lnTo>
                  <a:lnTo>
                    <a:pt x="355" y="246"/>
                  </a:lnTo>
                  <a:lnTo>
                    <a:pt x="353" y="246"/>
                  </a:lnTo>
                  <a:lnTo>
                    <a:pt x="345" y="245"/>
                  </a:lnTo>
                  <a:lnTo>
                    <a:pt x="343" y="247"/>
                  </a:lnTo>
                  <a:lnTo>
                    <a:pt x="338" y="249"/>
                  </a:lnTo>
                  <a:lnTo>
                    <a:pt x="335" y="243"/>
                  </a:lnTo>
                  <a:lnTo>
                    <a:pt x="333" y="240"/>
                  </a:lnTo>
                  <a:lnTo>
                    <a:pt x="334" y="239"/>
                  </a:lnTo>
                  <a:lnTo>
                    <a:pt x="332" y="233"/>
                  </a:lnTo>
                  <a:lnTo>
                    <a:pt x="326" y="237"/>
                  </a:lnTo>
                  <a:lnTo>
                    <a:pt x="324" y="236"/>
                  </a:lnTo>
                  <a:lnTo>
                    <a:pt x="318" y="238"/>
                  </a:lnTo>
                  <a:lnTo>
                    <a:pt x="316" y="237"/>
                  </a:lnTo>
                  <a:lnTo>
                    <a:pt x="316" y="238"/>
                  </a:lnTo>
                  <a:lnTo>
                    <a:pt x="314" y="239"/>
                  </a:lnTo>
                  <a:lnTo>
                    <a:pt x="313" y="241"/>
                  </a:lnTo>
                  <a:lnTo>
                    <a:pt x="310" y="243"/>
                  </a:lnTo>
                  <a:lnTo>
                    <a:pt x="309" y="240"/>
                  </a:lnTo>
                  <a:lnTo>
                    <a:pt x="306" y="240"/>
                  </a:lnTo>
                  <a:lnTo>
                    <a:pt x="307" y="238"/>
                  </a:lnTo>
                  <a:lnTo>
                    <a:pt x="304" y="238"/>
                  </a:lnTo>
                  <a:lnTo>
                    <a:pt x="302" y="235"/>
                  </a:lnTo>
                  <a:lnTo>
                    <a:pt x="300" y="233"/>
                  </a:lnTo>
                  <a:lnTo>
                    <a:pt x="298" y="233"/>
                  </a:lnTo>
                  <a:lnTo>
                    <a:pt x="299" y="235"/>
                  </a:lnTo>
                  <a:lnTo>
                    <a:pt x="289" y="240"/>
                  </a:lnTo>
                  <a:lnTo>
                    <a:pt x="282" y="241"/>
                  </a:lnTo>
                  <a:lnTo>
                    <a:pt x="280" y="240"/>
                  </a:lnTo>
                  <a:lnTo>
                    <a:pt x="277" y="240"/>
                  </a:lnTo>
                  <a:lnTo>
                    <a:pt x="275" y="245"/>
                  </a:lnTo>
                  <a:lnTo>
                    <a:pt x="270" y="250"/>
                  </a:lnTo>
                  <a:lnTo>
                    <a:pt x="274" y="251"/>
                  </a:lnTo>
                  <a:lnTo>
                    <a:pt x="275" y="256"/>
                  </a:lnTo>
                  <a:lnTo>
                    <a:pt x="275" y="257"/>
                  </a:lnTo>
                  <a:lnTo>
                    <a:pt x="274" y="260"/>
                  </a:lnTo>
                  <a:lnTo>
                    <a:pt x="289" y="265"/>
                  </a:lnTo>
                  <a:lnTo>
                    <a:pt x="289" y="270"/>
                  </a:lnTo>
                  <a:lnTo>
                    <a:pt x="291" y="272"/>
                  </a:lnTo>
                  <a:lnTo>
                    <a:pt x="288" y="274"/>
                  </a:lnTo>
                  <a:lnTo>
                    <a:pt x="291" y="277"/>
                  </a:lnTo>
                  <a:lnTo>
                    <a:pt x="298" y="281"/>
                  </a:lnTo>
                  <a:lnTo>
                    <a:pt x="305" y="282"/>
                  </a:lnTo>
                  <a:lnTo>
                    <a:pt x="310" y="286"/>
                  </a:lnTo>
                  <a:lnTo>
                    <a:pt x="310" y="288"/>
                  </a:lnTo>
                  <a:lnTo>
                    <a:pt x="315" y="290"/>
                  </a:lnTo>
                  <a:lnTo>
                    <a:pt x="316" y="291"/>
                  </a:lnTo>
                  <a:lnTo>
                    <a:pt x="313" y="291"/>
                  </a:lnTo>
                  <a:lnTo>
                    <a:pt x="313" y="294"/>
                  </a:lnTo>
                  <a:lnTo>
                    <a:pt x="310" y="293"/>
                  </a:lnTo>
                  <a:lnTo>
                    <a:pt x="310" y="295"/>
                  </a:lnTo>
                  <a:lnTo>
                    <a:pt x="305" y="292"/>
                  </a:lnTo>
                  <a:lnTo>
                    <a:pt x="305" y="294"/>
                  </a:lnTo>
                  <a:lnTo>
                    <a:pt x="302" y="294"/>
                  </a:lnTo>
                  <a:lnTo>
                    <a:pt x="303" y="296"/>
                  </a:lnTo>
                  <a:lnTo>
                    <a:pt x="297" y="295"/>
                  </a:lnTo>
                  <a:lnTo>
                    <a:pt x="297" y="298"/>
                  </a:lnTo>
                  <a:lnTo>
                    <a:pt x="296" y="298"/>
                  </a:lnTo>
                  <a:lnTo>
                    <a:pt x="297" y="300"/>
                  </a:lnTo>
                  <a:lnTo>
                    <a:pt x="296" y="303"/>
                  </a:lnTo>
                  <a:lnTo>
                    <a:pt x="293" y="303"/>
                  </a:lnTo>
                  <a:lnTo>
                    <a:pt x="295" y="301"/>
                  </a:lnTo>
                  <a:lnTo>
                    <a:pt x="294" y="298"/>
                  </a:lnTo>
                  <a:lnTo>
                    <a:pt x="293" y="298"/>
                  </a:lnTo>
                  <a:lnTo>
                    <a:pt x="291" y="301"/>
                  </a:lnTo>
                  <a:lnTo>
                    <a:pt x="289" y="301"/>
                  </a:lnTo>
                  <a:lnTo>
                    <a:pt x="287" y="301"/>
                  </a:lnTo>
                  <a:lnTo>
                    <a:pt x="284" y="295"/>
                  </a:lnTo>
                  <a:lnTo>
                    <a:pt x="283" y="297"/>
                  </a:lnTo>
                  <a:lnTo>
                    <a:pt x="281" y="301"/>
                  </a:lnTo>
                  <a:lnTo>
                    <a:pt x="278" y="303"/>
                  </a:lnTo>
                  <a:lnTo>
                    <a:pt x="276" y="305"/>
                  </a:lnTo>
                  <a:lnTo>
                    <a:pt x="275" y="303"/>
                  </a:lnTo>
                  <a:lnTo>
                    <a:pt x="271" y="304"/>
                  </a:lnTo>
                  <a:lnTo>
                    <a:pt x="266" y="303"/>
                  </a:lnTo>
                  <a:lnTo>
                    <a:pt x="266" y="304"/>
                  </a:lnTo>
                  <a:lnTo>
                    <a:pt x="267" y="306"/>
                  </a:lnTo>
                  <a:lnTo>
                    <a:pt x="265" y="308"/>
                  </a:lnTo>
                  <a:lnTo>
                    <a:pt x="262" y="309"/>
                  </a:lnTo>
                  <a:lnTo>
                    <a:pt x="262" y="309"/>
                  </a:lnTo>
                  <a:lnTo>
                    <a:pt x="260" y="309"/>
                  </a:lnTo>
                  <a:lnTo>
                    <a:pt x="259" y="309"/>
                  </a:lnTo>
                  <a:lnTo>
                    <a:pt x="259" y="313"/>
                  </a:lnTo>
                  <a:lnTo>
                    <a:pt x="259" y="314"/>
                  </a:lnTo>
                  <a:lnTo>
                    <a:pt x="260" y="317"/>
                  </a:lnTo>
                  <a:lnTo>
                    <a:pt x="259" y="328"/>
                  </a:lnTo>
                  <a:lnTo>
                    <a:pt x="257" y="331"/>
                  </a:lnTo>
                  <a:lnTo>
                    <a:pt x="252" y="330"/>
                  </a:lnTo>
                  <a:lnTo>
                    <a:pt x="248" y="331"/>
                  </a:lnTo>
                  <a:lnTo>
                    <a:pt x="245" y="340"/>
                  </a:lnTo>
                  <a:lnTo>
                    <a:pt x="244" y="354"/>
                  </a:lnTo>
                  <a:lnTo>
                    <a:pt x="241" y="354"/>
                  </a:lnTo>
                  <a:lnTo>
                    <a:pt x="239" y="361"/>
                  </a:lnTo>
                  <a:lnTo>
                    <a:pt x="233" y="360"/>
                  </a:lnTo>
                  <a:lnTo>
                    <a:pt x="230" y="366"/>
                  </a:lnTo>
                  <a:lnTo>
                    <a:pt x="225" y="368"/>
                  </a:lnTo>
                  <a:lnTo>
                    <a:pt x="222" y="372"/>
                  </a:lnTo>
                  <a:lnTo>
                    <a:pt x="222" y="372"/>
                  </a:lnTo>
                  <a:lnTo>
                    <a:pt x="219" y="368"/>
                  </a:lnTo>
                  <a:lnTo>
                    <a:pt x="216" y="356"/>
                  </a:lnTo>
                  <a:lnTo>
                    <a:pt x="212" y="353"/>
                  </a:lnTo>
                  <a:lnTo>
                    <a:pt x="207" y="346"/>
                  </a:lnTo>
                  <a:lnTo>
                    <a:pt x="201" y="343"/>
                  </a:lnTo>
                  <a:lnTo>
                    <a:pt x="192" y="342"/>
                  </a:lnTo>
                  <a:lnTo>
                    <a:pt x="190" y="341"/>
                  </a:lnTo>
                  <a:lnTo>
                    <a:pt x="191" y="338"/>
                  </a:lnTo>
                  <a:lnTo>
                    <a:pt x="193" y="336"/>
                  </a:lnTo>
                  <a:lnTo>
                    <a:pt x="197" y="327"/>
                  </a:lnTo>
                  <a:lnTo>
                    <a:pt x="196" y="314"/>
                  </a:lnTo>
                  <a:lnTo>
                    <a:pt x="198" y="311"/>
                  </a:lnTo>
                  <a:lnTo>
                    <a:pt x="193" y="309"/>
                  </a:lnTo>
                  <a:lnTo>
                    <a:pt x="195" y="306"/>
                  </a:lnTo>
                  <a:lnTo>
                    <a:pt x="195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8"/>
                  </a:lnTo>
                  <a:lnTo>
                    <a:pt x="210" y="307"/>
                  </a:lnTo>
                  <a:lnTo>
                    <a:pt x="213" y="304"/>
                  </a:lnTo>
                  <a:lnTo>
                    <a:pt x="213" y="303"/>
                  </a:lnTo>
                  <a:lnTo>
                    <a:pt x="204" y="303"/>
                  </a:lnTo>
                  <a:lnTo>
                    <a:pt x="203" y="302"/>
                  </a:lnTo>
                  <a:lnTo>
                    <a:pt x="197" y="301"/>
                  </a:lnTo>
                  <a:lnTo>
                    <a:pt x="193" y="299"/>
                  </a:lnTo>
                  <a:lnTo>
                    <a:pt x="193" y="298"/>
                  </a:lnTo>
                  <a:lnTo>
                    <a:pt x="190" y="292"/>
                  </a:lnTo>
                  <a:lnTo>
                    <a:pt x="193" y="290"/>
                  </a:lnTo>
                  <a:lnTo>
                    <a:pt x="193" y="285"/>
                  </a:lnTo>
                  <a:lnTo>
                    <a:pt x="188" y="280"/>
                  </a:lnTo>
                  <a:lnTo>
                    <a:pt x="185" y="271"/>
                  </a:lnTo>
                  <a:lnTo>
                    <a:pt x="183" y="271"/>
                  </a:lnTo>
                  <a:lnTo>
                    <a:pt x="180" y="266"/>
                  </a:lnTo>
                  <a:lnTo>
                    <a:pt x="180" y="263"/>
                  </a:lnTo>
                  <a:lnTo>
                    <a:pt x="176" y="263"/>
                  </a:lnTo>
                  <a:lnTo>
                    <a:pt x="174" y="262"/>
                  </a:lnTo>
                  <a:lnTo>
                    <a:pt x="175" y="259"/>
                  </a:lnTo>
                  <a:lnTo>
                    <a:pt x="174" y="256"/>
                  </a:lnTo>
                  <a:lnTo>
                    <a:pt x="176" y="254"/>
                  </a:lnTo>
                  <a:lnTo>
                    <a:pt x="177" y="249"/>
                  </a:lnTo>
                  <a:lnTo>
                    <a:pt x="185" y="246"/>
                  </a:lnTo>
                  <a:lnTo>
                    <a:pt x="185" y="243"/>
                  </a:lnTo>
                  <a:lnTo>
                    <a:pt x="182" y="241"/>
                  </a:lnTo>
                  <a:lnTo>
                    <a:pt x="182" y="230"/>
                  </a:lnTo>
                  <a:lnTo>
                    <a:pt x="184" y="224"/>
                  </a:lnTo>
                  <a:lnTo>
                    <a:pt x="185" y="223"/>
                  </a:lnTo>
                  <a:lnTo>
                    <a:pt x="186" y="215"/>
                  </a:lnTo>
                  <a:lnTo>
                    <a:pt x="185" y="212"/>
                  </a:lnTo>
                  <a:lnTo>
                    <a:pt x="185" y="208"/>
                  </a:lnTo>
                  <a:lnTo>
                    <a:pt x="185" y="207"/>
                  </a:lnTo>
                  <a:lnTo>
                    <a:pt x="186" y="200"/>
                  </a:lnTo>
                  <a:lnTo>
                    <a:pt x="185" y="198"/>
                  </a:lnTo>
                  <a:lnTo>
                    <a:pt x="180" y="197"/>
                  </a:lnTo>
                  <a:lnTo>
                    <a:pt x="178" y="195"/>
                  </a:lnTo>
                  <a:lnTo>
                    <a:pt x="177" y="196"/>
                  </a:lnTo>
                  <a:lnTo>
                    <a:pt x="174" y="194"/>
                  </a:lnTo>
                  <a:lnTo>
                    <a:pt x="172" y="196"/>
                  </a:lnTo>
                  <a:lnTo>
                    <a:pt x="165" y="192"/>
                  </a:lnTo>
                  <a:lnTo>
                    <a:pt x="149" y="192"/>
                  </a:lnTo>
                  <a:lnTo>
                    <a:pt x="141" y="189"/>
                  </a:lnTo>
                  <a:lnTo>
                    <a:pt x="141" y="185"/>
                  </a:lnTo>
                  <a:lnTo>
                    <a:pt x="140" y="185"/>
                  </a:lnTo>
                  <a:lnTo>
                    <a:pt x="139" y="183"/>
                  </a:lnTo>
                  <a:lnTo>
                    <a:pt x="141" y="183"/>
                  </a:lnTo>
                  <a:lnTo>
                    <a:pt x="139" y="182"/>
                  </a:lnTo>
                  <a:lnTo>
                    <a:pt x="138" y="178"/>
                  </a:lnTo>
                  <a:lnTo>
                    <a:pt x="136" y="177"/>
                  </a:lnTo>
                  <a:lnTo>
                    <a:pt x="136" y="176"/>
                  </a:lnTo>
                  <a:lnTo>
                    <a:pt x="131" y="163"/>
                  </a:lnTo>
                  <a:lnTo>
                    <a:pt x="132" y="163"/>
                  </a:lnTo>
                  <a:lnTo>
                    <a:pt x="132" y="161"/>
                  </a:lnTo>
                  <a:lnTo>
                    <a:pt x="139" y="161"/>
                  </a:lnTo>
                  <a:lnTo>
                    <a:pt x="143" y="158"/>
                  </a:lnTo>
                  <a:lnTo>
                    <a:pt x="149" y="158"/>
                  </a:lnTo>
                  <a:lnTo>
                    <a:pt x="150" y="157"/>
                  </a:lnTo>
                  <a:lnTo>
                    <a:pt x="149" y="154"/>
                  </a:lnTo>
                  <a:lnTo>
                    <a:pt x="144" y="155"/>
                  </a:lnTo>
                  <a:lnTo>
                    <a:pt x="144" y="151"/>
                  </a:lnTo>
                  <a:lnTo>
                    <a:pt x="139" y="151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5"/>
                  </a:lnTo>
                  <a:lnTo>
                    <a:pt x="133" y="142"/>
                  </a:lnTo>
                  <a:lnTo>
                    <a:pt x="132" y="145"/>
                  </a:lnTo>
                  <a:lnTo>
                    <a:pt x="127" y="143"/>
                  </a:lnTo>
                  <a:lnTo>
                    <a:pt x="126" y="145"/>
                  </a:lnTo>
                  <a:lnTo>
                    <a:pt x="125" y="144"/>
                  </a:lnTo>
                  <a:lnTo>
                    <a:pt x="124" y="145"/>
                  </a:lnTo>
                  <a:lnTo>
                    <a:pt x="122" y="145"/>
                  </a:lnTo>
                  <a:lnTo>
                    <a:pt x="122" y="146"/>
                  </a:lnTo>
                  <a:lnTo>
                    <a:pt x="120" y="147"/>
                  </a:lnTo>
                  <a:lnTo>
                    <a:pt x="114" y="145"/>
                  </a:lnTo>
                  <a:lnTo>
                    <a:pt x="116" y="142"/>
                  </a:lnTo>
                  <a:lnTo>
                    <a:pt x="113" y="141"/>
                  </a:lnTo>
                  <a:lnTo>
                    <a:pt x="114" y="135"/>
                  </a:lnTo>
                  <a:lnTo>
                    <a:pt x="110" y="134"/>
                  </a:lnTo>
                  <a:lnTo>
                    <a:pt x="111" y="132"/>
                  </a:lnTo>
                  <a:lnTo>
                    <a:pt x="113" y="133"/>
                  </a:lnTo>
                  <a:lnTo>
                    <a:pt x="114" y="131"/>
                  </a:lnTo>
                  <a:lnTo>
                    <a:pt x="79" y="120"/>
                  </a:lnTo>
                  <a:lnTo>
                    <a:pt x="68" y="120"/>
                  </a:lnTo>
                  <a:lnTo>
                    <a:pt x="67" y="116"/>
                  </a:lnTo>
                  <a:lnTo>
                    <a:pt x="66" y="115"/>
                  </a:lnTo>
                  <a:lnTo>
                    <a:pt x="68" y="112"/>
                  </a:lnTo>
                  <a:lnTo>
                    <a:pt x="67" y="111"/>
                  </a:lnTo>
                  <a:lnTo>
                    <a:pt x="66" y="109"/>
                  </a:lnTo>
                  <a:lnTo>
                    <a:pt x="65" y="108"/>
                  </a:lnTo>
                  <a:lnTo>
                    <a:pt x="63" y="106"/>
                  </a:lnTo>
                  <a:lnTo>
                    <a:pt x="63" y="102"/>
                  </a:lnTo>
                  <a:lnTo>
                    <a:pt x="61" y="101"/>
                  </a:lnTo>
                  <a:lnTo>
                    <a:pt x="62" y="97"/>
                  </a:lnTo>
                  <a:lnTo>
                    <a:pt x="64" y="97"/>
                  </a:lnTo>
                  <a:lnTo>
                    <a:pt x="64" y="96"/>
                  </a:lnTo>
                  <a:lnTo>
                    <a:pt x="65" y="96"/>
                  </a:lnTo>
                  <a:lnTo>
                    <a:pt x="67" y="90"/>
                  </a:lnTo>
                  <a:lnTo>
                    <a:pt x="66" y="87"/>
                  </a:lnTo>
                  <a:lnTo>
                    <a:pt x="68" y="85"/>
                  </a:lnTo>
                  <a:lnTo>
                    <a:pt x="74" y="92"/>
                  </a:lnTo>
                  <a:lnTo>
                    <a:pt x="76" y="90"/>
                  </a:lnTo>
                  <a:lnTo>
                    <a:pt x="79" y="90"/>
                  </a:lnTo>
                  <a:lnTo>
                    <a:pt x="85" y="94"/>
                  </a:lnTo>
                  <a:lnTo>
                    <a:pt x="88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9" y="100"/>
                  </a:lnTo>
                  <a:lnTo>
                    <a:pt x="99" y="101"/>
                  </a:lnTo>
                  <a:lnTo>
                    <a:pt x="101" y="101"/>
                  </a:lnTo>
                  <a:lnTo>
                    <a:pt x="101" y="102"/>
                  </a:lnTo>
                  <a:lnTo>
                    <a:pt x="100" y="107"/>
                  </a:lnTo>
                  <a:lnTo>
                    <a:pt x="101" y="107"/>
                  </a:lnTo>
                  <a:lnTo>
                    <a:pt x="111" y="110"/>
                  </a:lnTo>
                  <a:lnTo>
                    <a:pt x="111" y="107"/>
                  </a:lnTo>
                  <a:lnTo>
                    <a:pt x="113" y="96"/>
                  </a:lnTo>
                  <a:lnTo>
                    <a:pt x="120" y="92"/>
                  </a:lnTo>
                  <a:lnTo>
                    <a:pt x="118" y="90"/>
                  </a:lnTo>
                  <a:lnTo>
                    <a:pt x="120" y="87"/>
                  </a:lnTo>
                  <a:lnTo>
                    <a:pt x="118" y="85"/>
                  </a:lnTo>
                  <a:lnTo>
                    <a:pt x="119" y="83"/>
                  </a:lnTo>
                  <a:lnTo>
                    <a:pt x="120" y="83"/>
                  </a:lnTo>
                  <a:lnTo>
                    <a:pt x="119" y="80"/>
                  </a:lnTo>
                  <a:lnTo>
                    <a:pt x="121" y="78"/>
                  </a:lnTo>
                  <a:lnTo>
                    <a:pt x="123" y="79"/>
                  </a:lnTo>
                  <a:lnTo>
                    <a:pt x="123" y="77"/>
                  </a:lnTo>
                  <a:lnTo>
                    <a:pt x="125" y="77"/>
                  </a:lnTo>
                  <a:lnTo>
                    <a:pt x="125" y="76"/>
                  </a:lnTo>
                  <a:lnTo>
                    <a:pt x="128" y="72"/>
                  </a:lnTo>
                  <a:lnTo>
                    <a:pt x="128" y="71"/>
                  </a:lnTo>
                  <a:lnTo>
                    <a:pt x="130" y="67"/>
                  </a:lnTo>
                  <a:lnTo>
                    <a:pt x="130" y="57"/>
                  </a:lnTo>
                  <a:lnTo>
                    <a:pt x="126" y="55"/>
                  </a:lnTo>
                  <a:lnTo>
                    <a:pt x="120" y="54"/>
                  </a:lnTo>
                  <a:lnTo>
                    <a:pt x="116" y="51"/>
                  </a:lnTo>
                  <a:lnTo>
                    <a:pt x="112" y="51"/>
                  </a:lnTo>
                  <a:lnTo>
                    <a:pt x="113" y="41"/>
                  </a:lnTo>
                  <a:lnTo>
                    <a:pt x="111" y="40"/>
                  </a:lnTo>
                  <a:lnTo>
                    <a:pt x="112" y="36"/>
                  </a:lnTo>
                  <a:lnTo>
                    <a:pt x="102" y="36"/>
                  </a:lnTo>
                  <a:lnTo>
                    <a:pt x="100" y="34"/>
                  </a:lnTo>
                  <a:lnTo>
                    <a:pt x="98" y="40"/>
                  </a:lnTo>
                  <a:lnTo>
                    <a:pt x="98" y="47"/>
                  </a:lnTo>
                  <a:lnTo>
                    <a:pt x="95" y="50"/>
                  </a:lnTo>
                  <a:lnTo>
                    <a:pt x="92" y="52"/>
                  </a:lnTo>
                  <a:lnTo>
                    <a:pt x="90" y="54"/>
                  </a:lnTo>
                  <a:lnTo>
                    <a:pt x="84" y="53"/>
                  </a:lnTo>
                  <a:lnTo>
                    <a:pt x="77" y="58"/>
                  </a:lnTo>
                  <a:lnTo>
                    <a:pt x="76" y="60"/>
                  </a:lnTo>
                  <a:lnTo>
                    <a:pt x="73" y="61"/>
                  </a:lnTo>
                  <a:lnTo>
                    <a:pt x="73" y="62"/>
                  </a:lnTo>
                  <a:lnTo>
                    <a:pt x="69" y="63"/>
                  </a:lnTo>
                  <a:lnTo>
                    <a:pt x="68" y="66"/>
                  </a:lnTo>
                  <a:lnTo>
                    <a:pt x="64" y="65"/>
                  </a:lnTo>
                  <a:lnTo>
                    <a:pt x="63" y="62"/>
                  </a:lnTo>
                  <a:lnTo>
                    <a:pt x="59" y="62"/>
                  </a:lnTo>
                  <a:lnTo>
                    <a:pt x="57" y="63"/>
                  </a:lnTo>
                  <a:lnTo>
                    <a:pt x="54" y="61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3"/>
                  </a:lnTo>
                  <a:lnTo>
                    <a:pt x="41" y="61"/>
                  </a:lnTo>
                  <a:lnTo>
                    <a:pt x="41" y="59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31" y="57"/>
                  </a:lnTo>
                  <a:lnTo>
                    <a:pt x="29" y="57"/>
                  </a:lnTo>
                  <a:lnTo>
                    <a:pt x="29" y="55"/>
                  </a:lnTo>
                  <a:lnTo>
                    <a:pt x="24" y="55"/>
                  </a:lnTo>
                  <a:lnTo>
                    <a:pt x="21" y="53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14" y="43"/>
                  </a:lnTo>
                  <a:lnTo>
                    <a:pt x="13" y="37"/>
                  </a:lnTo>
                  <a:lnTo>
                    <a:pt x="13" y="33"/>
                  </a:lnTo>
                  <a:lnTo>
                    <a:pt x="12" y="28"/>
                  </a:lnTo>
                  <a:lnTo>
                    <a:pt x="5" y="23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8" y="11"/>
                  </a:lnTo>
                  <a:lnTo>
                    <a:pt x="13" y="9"/>
                  </a:lnTo>
                  <a:lnTo>
                    <a:pt x="19" y="4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2" y="6"/>
                  </a:lnTo>
                  <a:close/>
                  <a:moveTo>
                    <a:pt x="550" y="215"/>
                  </a:moveTo>
                  <a:lnTo>
                    <a:pt x="548" y="213"/>
                  </a:lnTo>
                  <a:lnTo>
                    <a:pt x="546" y="213"/>
                  </a:lnTo>
                  <a:lnTo>
                    <a:pt x="547" y="216"/>
                  </a:lnTo>
                  <a:lnTo>
                    <a:pt x="549" y="217"/>
                  </a:lnTo>
                  <a:lnTo>
                    <a:pt x="550" y="215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3" name="Freeform 25">
              <a:extLst>
                <a:ext uri="{FF2B5EF4-FFF2-40B4-BE49-F238E27FC236}">
                  <a16:creationId xmlns:a16="http://schemas.microsoft.com/office/drawing/2014/main" id="{E7995904-76FE-4D6A-AB3D-C54B903A00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7723" y="3628092"/>
              <a:ext cx="641886" cy="970147"/>
            </a:xfrm>
            <a:custGeom>
              <a:avLst/>
              <a:gdLst>
                <a:gd name="T0" fmla="*/ 254 w 614"/>
                <a:gd name="T1" fmla="*/ 65 h 928"/>
                <a:gd name="T2" fmla="*/ 296 w 614"/>
                <a:gd name="T3" fmla="*/ 66 h 928"/>
                <a:gd name="T4" fmla="*/ 364 w 614"/>
                <a:gd name="T5" fmla="*/ 78 h 928"/>
                <a:gd name="T6" fmla="*/ 416 w 614"/>
                <a:gd name="T7" fmla="*/ 50 h 928"/>
                <a:gd name="T8" fmla="*/ 418 w 614"/>
                <a:gd name="T9" fmla="*/ 14 h 928"/>
                <a:gd name="T10" fmla="*/ 450 w 614"/>
                <a:gd name="T11" fmla="*/ 0 h 928"/>
                <a:gd name="T12" fmla="*/ 474 w 614"/>
                <a:gd name="T13" fmla="*/ 27 h 928"/>
                <a:gd name="T14" fmla="*/ 514 w 614"/>
                <a:gd name="T15" fmla="*/ 45 h 928"/>
                <a:gd name="T16" fmla="*/ 508 w 614"/>
                <a:gd name="T17" fmla="*/ 80 h 928"/>
                <a:gd name="T18" fmla="*/ 505 w 614"/>
                <a:gd name="T19" fmla="*/ 128 h 928"/>
                <a:gd name="T20" fmla="*/ 524 w 614"/>
                <a:gd name="T21" fmla="*/ 166 h 928"/>
                <a:gd name="T22" fmla="*/ 552 w 614"/>
                <a:gd name="T23" fmla="*/ 177 h 928"/>
                <a:gd name="T24" fmla="*/ 558 w 614"/>
                <a:gd name="T25" fmla="*/ 222 h 928"/>
                <a:gd name="T26" fmla="*/ 557 w 614"/>
                <a:gd name="T27" fmla="*/ 280 h 928"/>
                <a:gd name="T28" fmla="*/ 543 w 614"/>
                <a:gd name="T29" fmla="*/ 330 h 928"/>
                <a:gd name="T30" fmla="*/ 541 w 614"/>
                <a:gd name="T31" fmla="*/ 372 h 928"/>
                <a:gd name="T32" fmla="*/ 543 w 614"/>
                <a:gd name="T33" fmla="*/ 416 h 928"/>
                <a:gd name="T34" fmla="*/ 595 w 614"/>
                <a:gd name="T35" fmla="*/ 516 h 928"/>
                <a:gd name="T36" fmla="*/ 592 w 614"/>
                <a:gd name="T37" fmla="*/ 546 h 928"/>
                <a:gd name="T38" fmla="*/ 546 w 614"/>
                <a:gd name="T39" fmla="*/ 600 h 928"/>
                <a:gd name="T40" fmla="*/ 510 w 614"/>
                <a:gd name="T41" fmla="*/ 660 h 928"/>
                <a:gd name="T42" fmla="*/ 506 w 614"/>
                <a:gd name="T43" fmla="*/ 724 h 928"/>
                <a:gd name="T44" fmla="*/ 482 w 614"/>
                <a:gd name="T45" fmla="*/ 747 h 928"/>
                <a:gd name="T46" fmla="*/ 497 w 614"/>
                <a:gd name="T47" fmla="*/ 787 h 928"/>
                <a:gd name="T48" fmla="*/ 526 w 614"/>
                <a:gd name="T49" fmla="*/ 810 h 928"/>
                <a:gd name="T50" fmla="*/ 546 w 614"/>
                <a:gd name="T51" fmla="*/ 836 h 928"/>
                <a:gd name="T52" fmla="*/ 548 w 614"/>
                <a:gd name="T53" fmla="*/ 850 h 928"/>
                <a:gd name="T54" fmla="*/ 527 w 614"/>
                <a:gd name="T55" fmla="*/ 887 h 928"/>
                <a:gd name="T56" fmla="*/ 515 w 614"/>
                <a:gd name="T57" fmla="*/ 927 h 928"/>
                <a:gd name="T58" fmla="*/ 483 w 614"/>
                <a:gd name="T59" fmla="*/ 917 h 928"/>
                <a:gd name="T60" fmla="*/ 467 w 614"/>
                <a:gd name="T61" fmla="*/ 909 h 928"/>
                <a:gd name="T62" fmla="*/ 448 w 614"/>
                <a:gd name="T63" fmla="*/ 898 h 928"/>
                <a:gd name="T64" fmla="*/ 428 w 614"/>
                <a:gd name="T65" fmla="*/ 884 h 928"/>
                <a:gd name="T66" fmla="*/ 439 w 614"/>
                <a:gd name="T67" fmla="*/ 872 h 928"/>
                <a:gd name="T68" fmla="*/ 428 w 614"/>
                <a:gd name="T69" fmla="*/ 843 h 928"/>
                <a:gd name="T70" fmla="*/ 407 w 614"/>
                <a:gd name="T71" fmla="*/ 777 h 928"/>
                <a:gd name="T72" fmla="*/ 353 w 614"/>
                <a:gd name="T73" fmla="*/ 734 h 928"/>
                <a:gd name="T74" fmla="*/ 328 w 614"/>
                <a:gd name="T75" fmla="*/ 703 h 928"/>
                <a:gd name="T76" fmla="*/ 354 w 614"/>
                <a:gd name="T77" fmla="*/ 675 h 928"/>
                <a:gd name="T78" fmla="*/ 370 w 614"/>
                <a:gd name="T79" fmla="*/ 651 h 928"/>
                <a:gd name="T80" fmla="*/ 331 w 614"/>
                <a:gd name="T81" fmla="*/ 607 h 928"/>
                <a:gd name="T82" fmla="*/ 282 w 614"/>
                <a:gd name="T83" fmla="*/ 584 h 928"/>
                <a:gd name="T84" fmla="*/ 229 w 614"/>
                <a:gd name="T85" fmla="*/ 597 h 928"/>
                <a:gd name="T86" fmla="*/ 167 w 614"/>
                <a:gd name="T87" fmla="*/ 562 h 928"/>
                <a:gd name="T88" fmla="*/ 156 w 614"/>
                <a:gd name="T89" fmla="*/ 537 h 928"/>
                <a:gd name="T90" fmla="*/ 115 w 614"/>
                <a:gd name="T91" fmla="*/ 475 h 928"/>
                <a:gd name="T92" fmla="*/ 63 w 614"/>
                <a:gd name="T93" fmla="*/ 447 h 928"/>
                <a:gd name="T94" fmla="*/ 52 w 614"/>
                <a:gd name="T95" fmla="*/ 412 h 928"/>
                <a:gd name="T96" fmla="*/ 62 w 614"/>
                <a:gd name="T97" fmla="*/ 347 h 928"/>
                <a:gd name="T98" fmla="*/ 61 w 614"/>
                <a:gd name="T99" fmla="*/ 281 h 928"/>
                <a:gd name="T100" fmla="*/ 61 w 614"/>
                <a:gd name="T101" fmla="*/ 235 h 928"/>
                <a:gd name="T102" fmla="*/ 54 w 614"/>
                <a:gd name="T103" fmla="*/ 203 h 928"/>
                <a:gd name="T104" fmla="*/ 11 w 614"/>
                <a:gd name="T105" fmla="*/ 203 h 928"/>
                <a:gd name="T106" fmla="*/ 3 w 614"/>
                <a:gd name="T107" fmla="*/ 196 h 928"/>
                <a:gd name="T108" fmla="*/ 7 w 614"/>
                <a:gd name="T109" fmla="*/ 172 h 928"/>
                <a:gd name="T110" fmla="*/ 36 w 614"/>
                <a:gd name="T111" fmla="*/ 158 h 928"/>
                <a:gd name="T112" fmla="*/ 67 w 614"/>
                <a:gd name="T113" fmla="*/ 130 h 928"/>
                <a:gd name="T114" fmla="*/ 104 w 614"/>
                <a:gd name="T115" fmla="*/ 107 h 928"/>
                <a:gd name="T116" fmla="*/ 110 w 614"/>
                <a:gd name="T117" fmla="*/ 65 h 928"/>
                <a:gd name="T118" fmla="*/ 143 w 614"/>
                <a:gd name="T119" fmla="*/ 57 h 928"/>
                <a:gd name="T120" fmla="*/ 184 w 614"/>
                <a:gd name="T121" fmla="*/ 61 h 928"/>
                <a:gd name="T122" fmla="*/ 217 w 614"/>
                <a:gd name="T123" fmla="*/ 70 h 928"/>
                <a:gd name="T124" fmla="*/ 466 w 614"/>
                <a:gd name="T125" fmla="*/ 740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928">
                  <a:moveTo>
                    <a:pt x="233" y="60"/>
                  </a:moveTo>
                  <a:lnTo>
                    <a:pt x="235" y="60"/>
                  </a:lnTo>
                  <a:lnTo>
                    <a:pt x="238" y="58"/>
                  </a:lnTo>
                  <a:lnTo>
                    <a:pt x="241" y="58"/>
                  </a:lnTo>
                  <a:lnTo>
                    <a:pt x="245" y="59"/>
                  </a:lnTo>
                  <a:lnTo>
                    <a:pt x="249" y="57"/>
                  </a:lnTo>
                  <a:lnTo>
                    <a:pt x="249" y="59"/>
                  </a:lnTo>
                  <a:lnTo>
                    <a:pt x="253" y="60"/>
                  </a:lnTo>
                  <a:lnTo>
                    <a:pt x="254" y="65"/>
                  </a:lnTo>
                  <a:lnTo>
                    <a:pt x="263" y="69"/>
                  </a:lnTo>
                  <a:lnTo>
                    <a:pt x="268" y="68"/>
                  </a:lnTo>
                  <a:lnTo>
                    <a:pt x="268" y="65"/>
                  </a:lnTo>
                  <a:lnTo>
                    <a:pt x="272" y="63"/>
                  </a:lnTo>
                  <a:lnTo>
                    <a:pt x="281" y="68"/>
                  </a:lnTo>
                  <a:lnTo>
                    <a:pt x="284" y="68"/>
                  </a:lnTo>
                  <a:lnTo>
                    <a:pt x="288" y="64"/>
                  </a:lnTo>
                  <a:lnTo>
                    <a:pt x="291" y="64"/>
                  </a:lnTo>
                  <a:lnTo>
                    <a:pt x="296" y="66"/>
                  </a:lnTo>
                  <a:lnTo>
                    <a:pt x="301" y="65"/>
                  </a:lnTo>
                  <a:lnTo>
                    <a:pt x="329" y="77"/>
                  </a:lnTo>
                  <a:lnTo>
                    <a:pt x="331" y="77"/>
                  </a:lnTo>
                  <a:lnTo>
                    <a:pt x="353" y="69"/>
                  </a:lnTo>
                  <a:lnTo>
                    <a:pt x="353" y="76"/>
                  </a:lnTo>
                  <a:lnTo>
                    <a:pt x="354" y="76"/>
                  </a:lnTo>
                  <a:lnTo>
                    <a:pt x="355" y="79"/>
                  </a:lnTo>
                  <a:lnTo>
                    <a:pt x="358" y="78"/>
                  </a:lnTo>
                  <a:lnTo>
                    <a:pt x="364" y="78"/>
                  </a:lnTo>
                  <a:lnTo>
                    <a:pt x="373" y="71"/>
                  </a:lnTo>
                  <a:lnTo>
                    <a:pt x="376" y="71"/>
                  </a:lnTo>
                  <a:lnTo>
                    <a:pt x="379" y="68"/>
                  </a:lnTo>
                  <a:lnTo>
                    <a:pt x="389" y="65"/>
                  </a:lnTo>
                  <a:lnTo>
                    <a:pt x="392" y="62"/>
                  </a:lnTo>
                  <a:lnTo>
                    <a:pt x="399" y="60"/>
                  </a:lnTo>
                  <a:lnTo>
                    <a:pt x="403" y="57"/>
                  </a:lnTo>
                  <a:lnTo>
                    <a:pt x="411" y="54"/>
                  </a:lnTo>
                  <a:lnTo>
                    <a:pt x="416" y="50"/>
                  </a:lnTo>
                  <a:lnTo>
                    <a:pt x="421" y="45"/>
                  </a:lnTo>
                  <a:lnTo>
                    <a:pt x="421" y="41"/>
                  </a:lnTo>
                  <a:lnTo>
                    <a:pt x="421" y="38"/>
                  </a:lnTo>
                  <a:lnTo>
                    <a:pt x="413" y="30"/>
                  </a:lnTo>
                  <a:lnTo>
                    <a:pt x="413" y="24"/>
                  </a:lnTo>
                  <a:lnTo>
                    <a:pt x="413" y="19"/>
                  </a:lnTo>
                  <a:lnTo>
                    <a:pt x="413" y="19"/>
                  </a:lnTo>
                  <a:lnTo>
                    <a:pt x="416" y="18"/>
                  </a:lnTo>
                  <a:lnTo>
                    <a:pt x="418" y="14"/>
                  </a:lnTo>
                  <a:lnTo>
                    <a:pt x="423" y="14"/>
                  </a:lnTo>
                  <a:lnTo>
                    <a:pt x="424" y="11"/>
                  </a:lnTo>
                  <a:lnTo>
                    <a:pt x="426" y="10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41" y="15"/>
                  </a:lnTo>
                  <a:lnTo>
                    <a:pt x="448" y="9"/>
                  </a:lnTo>
                  <a:lnTo>
                    <a:pt x="448" y="3"/>
                  </a:lnTo>
                  <a:lnTo>
                    <a:pt x="450" y="0"/>
                  </a:lnTo>
                  <a:lnTo>
                    <a:pt x="453" y="3"/>
                  </a:lnTo>
                  <a:lnTo>
                    <a:pt x="457" y="15"/>
                  </a:lnTo>
                  <a:lnTo>
                    <a:pt x="455" y="24"/>
                  </a:lnTo>
                  <a:lnTo>
                    <a:pt x="457" y="33"/>
                  </a:lnTo>
                  <a:lnTo>
                    <a:pt x="460" y="33"/>
                  </a:lnTo>
                  <a:lnTo>
                    <a:pt x="465" y="34"/>
                  </a:lnTo>
                  <a:lnTo>
                    <a:pt x="468" y="33"/>
                  </a:lnTo>
                  <a:lnTo>
                    <a:pt x="470" y="30"/>
                  </a:lnTo>
                  <a:lnTo>
                    <a:pt x="474" y="27"/>
                  </a:lnTo>
                  <a:lnTo>
                    <a:pt x="483" y="23"/>
                  </a:lnTo>
                  <a:lnTo>
                    <a:pt x="491" y="24"/>
                  </a:lnTo>
                  <a:lnTo>
                    <a:pt x="497" y="29"/>
                  </a:lnTo>
                  <a:lnTo>
                    <a:pt x="500" y="33"/>
                  </a:lnTo>
                  <a:lnTo>
                    <a:pt x="502" y="33"/>
                  </a:lnTo>
                  <a:lnTo>
                    <a:pt x="508" y="35"/>
                  </a:lnTo>
                  <a:lnTo>
                    <a:pt x="508" y="38"/>
                  </a:lnTo>
                  <a:lnTo>
                    <a:pt x="514" y="37"/>
                  </a:lnTo>
                  <a:lnTo>
                    <a:pt x="514" y="45"/>
                  </a:lnTo>
                  <a:lnTo>
                    <a:pt x="520" y="49"/>
                  </a:lnTo>
                  <a:lnTo>
                    <a:pt x="522" y="52"/>
                  </a:lnTo>
                  <a:lnTo>
                    <a:pt x="520" y="53"/>
                  </a:lnTo>
                  <a:lnTo>
                    <a:pt x="521" y="55"/>
                  </a:lnTo>
                  <a:lnTo>
                    <a:pt x="516" y="58"/>
                  </a:lnTo>
                  <a:lnTo>
                    <a:pt x="515" y="65"/>
                  </a:lnTo>
                  <a:lnTo>
                    <a:pt x="511" y="70"/>
                  </a:lnTo>
                  <a:lnTo>
                    <a:pt x="508" y="75"/>
                  </a:lnTo>
                  <a:lnTo>
                    <a:pt x="508" y="80"/>
                  </a:lnTo>
                  <a:lnTo>
                    <a:pt x="506" y="84"/>
                  </a:lnTo>
                  <a:lnTo>
                    <a:pt x="507" y="87"/>
                  </a:lnTo>
                  <a:lnTo>
                    <a:pt x="503" y="95"/>
                  </a:lnTo>
                  <a:lnTo>
                    <a:pt x="505" y="108"/>
                  </a:lnTo>
                  <a:lnTo>
                    <a:pt x="504" y="112"/>
                  </a:lnTo>
                  <a:lnTo>
                    <a:pt x="501" y="114"/>
                  </a:lnTo>
                  <a:lnTo>
                    <a:pt x="501" y="116"/>
                  </a:lnTo>
                  <a:lnTo>
                    <a:pt x="501" y="118"/>
                  </a:lnTo>
                  <a:lnTo>
                    <a:pt x="505" y="128"/>
                  </a:lnTo>
                  <a:lnTo>
                    <a:pt x="505" y="131"/>
                  </a:lnTo>
                  <a:lnTo>
                    <a:pt x="505" y="139"/>
                  </a:lnTo>
                  <a:lnTo>
                    <a:pt x="510" y="147"/>
                  </a:lnTo>
                  <a:lnTo>
                    <a:pt x="515" y="150"/>
                  </a:lnTo>
                  <a:lnTo>
                    <a:pt x="517" y="154"/>
                  </a:lnTo>
                  <a:lnTo>
                    <a:pt x="519" y="158"/>
                  </a:lnTo>
                  <a:lnTo>
                    <a:pt x="518" y="161"/>
                  </a:lnTo>
                  <a:lnTo>
                    <a:pt x="519" y="162"/>
                  </a:lnTo>
                  <a:lnTo>
                    <a:pt x="524" y="166"/>
                  </a:lnTo>
                  <a:lnTo>
                    <a:pt x="525" y="168"/>
                  </a:lnTo>
                  <a:lnTo>
                    <a:pt x="524" y="174"/>
                  </a:lnTo>
                  <a:lnTo>
                    <a:pt x="527" y="175"/>
                  </a:lnTo>
                  <a:lnTo>
                    <a:pt x="528" y="175"/>
                  </a:lnTo>
                  <a:lnTo>
                    <a:pt x="530" y="177"/>
                  </a:lnTo>
                  <a:lnTo>
                    <a:pt x="535" y="179"/>
                  </a:lnTo>
                  <a:lnTo>
                    <a:pt x="545" y="175"/>
                  </a:lnTo>
                  <a:lnTo>
                    <a:pt x="548" y="177"/>
                  </a:lnTo>
                  <a:lnTo>
                    <a:pt x="552" y="177"/>
                  </a:lnTo>
                  <a:lnTo>
                    <a:pt x="554" y="180"/>
                  </a:lnTo>
                  <a:lnTo>
                    <a:pt x="556" y="183"/>
                  </a:lnTo>
                  <a:lnTo>
                    <a:pt x="557" y="188"/>
                  </a:lnTo>
                  <a:lnTo>
                    <a:pt x="559" y="189"/>
                  </a:lnTo>
                  <a:lnTo>
                    <a:pt x="562" y="196"/>
                  </a:lnTo>
                  <a:lnTo>
                    <a:pt x="560" y="207"/>
                  </a:lnTo>
                  <a:lnTo>
                    <a:pt x="560" y="210"/>
                  </a:lnTo>
                  <a:lnTo>
                    <a:pt x="557" y="215"/>
                  </a:lnTo>
                  <a:lnTo>
                    <a:pt x="558" y="222"/>
                  </a:lnTo>
                  <a:lnTo>
                    <a:pt x="558" y="229"/>
                  </a:lnTo>
                  <a:lnTo>
                    <a:pt x="564" y="242"/>
                  </a:lnTo>
                  <a:lnTo>
                    <a:pt x="568" y="246"/>
                  </a:lnTo>
                  <a:lnTo>
                    <a:pt x="569" y="253"/>
                  </a:lnTo>
                  <a:lnTo>
                    <a:pt x="560" y="258"/>
                  </a:lnTo>
                  <a:lnTo>
                    <a:pt x="558" y="260"/>
                  </a:lnTo>
                  <a:lnTo>
                    <a:pt x="563" y="267"/>
                  </a:lnTo>
                  <a:lnTo>
                    <a:pt x="560" y="271"/>
                  </a:lnTo>
                  <a:lnTo>
                    <a:pt x="557" y="280"/>
                  </a:lnTo>
                  <a:lnTo>
                    <a:pt x="560" y="285"/>
                  </a:lnTo>
                  <a:lnTo>
                    <a:pt x="562" y="297"/>
                  </a:lnTo>
                  <a:lnTo>
                    <a:pt x="561" y="299"/>
                  </a:lnTo>
                  <a:lnTo>
                    <a:pt x="562" y="311"/>
                  </a:lnTo>
                  <a:lnTo>
                    <a:pt x="560" y="314"/>
                  </a:lnTo>
                  <a:lnTo>
                    <a:pt x="557" y="320"/>
                  </a:lnTo>
                  <a:lnTo>
                    <a:pt x="557" y="325"/>
                  </a:lnTo>
                  <a:lnTo>
                    <a:pt x="552" y="325"/>
                  </a:lnTo>
                  <a:lnTo>
                    <a:pt x="543" y="330"/>
                  </a:lnTo>
                  <a:lnTo>
                    <a:pt x="541" y="338"/>
                  </a:lnTo>
                  <a:lnTo>
                    <a:pt x="542" y="344"/>
                  </a:lnTo>
                  <a:lnTo>
                    <a:pt x="538" y="350"/>
                  </a:lnTo>
                  <a:lnTo>
                    <a:pt x="539" y="352"/>
                  </a:lnTo>
                  <a:lnTo>
                    <a:pt x="542" y="355"/>
                  </a:lnTo>
                  <a:lnTo>
                    <a:pt x="546" y="360"/>
                  </a:lnTo>
                  <a:lnTo>
                    <a:pt x="547" y="365"/>
                  </a:lnTo>
                  <a:lnTo>
                    <a:pt x="543" y="371"/>
                  </a:lnTo>
                  <a:lnTo>
                    <a:pt x="541" y="372"/>
                  </a:lnTo>
                  <a:lnTo>
                    <a:pt x="535" y="383"/>
                  </a:lnTo>
                  <a:lnTo>
                    <a:pt x="531" y="385"/>
                  </a:lnTo>
                  <a:lnTo>
                    <a:pt x="530" y="387"/>
                  </a:lnTo>
                  <a:lnTo>
                    <a:pt x="530" y="390"/>
                  </a:lnTo>
                  <a:lnTo>
                    <a:pt x="532" y="393"/>
                  </a:lnTo>
                  <a:lnTo>
                    <a:pt x="534" y="401"/>
                  </a:lnTo>
                  <a:lnTo>
                    <a:pt x="537" y="406"/>
                  </a:lnTo>
                  <a:lnTo>
                    <a:pt x="538" y="411"/>
                  </a:lnTo>
                  <a:lnTo>
                    <a:pt x="543" y="416"/>
                  </a:lnTo>
                  <a:lnTo>
                    <a:pt x="549" y="425"/>
                  </a:lnTo>
                  <a:lnTo>
                    <a:pt x="548" y="450"/>
                  </a:lnTo>
                  <a:lnTo>
                    <a:pt x="557" y="477"/>
                  </a:lnTo>
                  <a:lnTo>
                    <a:pt x="558" y="480"/>
                  </a:lnTo>
                  <a:lnTo>
                    <a:pt x="575" y="488"/>
                  </a:lnTo>
                  <a:lnTo>
                    <a:pt x="579" y="491"/>
                  </a:lnTo>
                  <a:lnTo>
                    <a:pt x="591" y="506"/>
                  </a:lnTo>
                  <a:lnTo>
                    <a:pt x="592" y="510"/>
                  </a:lnTo>
                  <a:lnTo>
                    <a:pt x="595" y="516"/>
                  </a:lnTo>
                  <a:lnTo>
                    <a:pt x="601" y="519"/>
                  </a:lnTo>
                  <a:lnTo>
                    <a:pt x="609" y="527"/>
                  </a:lnTo>
                  <a:lnTo>
                    <a:pt x="614" y="528"/>
                  </a:lnTo>
                  <a:lnTo>
                    <a:pt x="614" y="528"/>
                  </a:lnTo>
                  <a:lnTo>
                    <a:pt x="612" y="530"/>
                  </a:lnTo>
                  <a:lnTo>
                    <a:pt x="607" y="537"/>
                  </a:lnTo>
                  <a:lnTo>
                    <a:pt x="600" y="540"/>
                  </a:lnTo>
                  <a:lnTo>
                    <a:pt x="595" y="545"/>
                  </a:lnTo>
                  <a:lnTo>
                    <a:pt x="592" y="546"/>
                  </a:lnTo>
                  <a:lnTo>
                    <a:pt x="586" y="555"/>
                  </a:lnTo>
                  <a:lnTo>
                    <a:pt x="579" y="567"/>
                  </a:lnTo>
                  <a:lnTo>
                    <a:pt x="574" y="568"/>
                  </a:lnTo>
                  <a:lnTo>
                    <a:pt x="566" y="573"/>
                  </a:lnTo>
                  <a:lnTo>
                    <a:pt x="562" y="576"/>
                  </a:lnTo>
                  <a:lnTo>
                    <a:pt x="560" y="577"/>
                  </a:lnTo>
                  <a:lnTo>
                    <a:pt x="542" y="585"/>
                  </a:lnTo>
                  <a:lnTo>
                    <a:pt x="542" y="590"/>
                  </a:lnTo>
                  <a:lnTo>
                    <a:pt x="546" y="600"/>
                  </a:lnTo>
                  <a:lnTo>
                    <a:pt x="554" y="622"/>
                  </a:lnTo>
                  <a:lnTo>
                    <a:pt x="554" y="625"/>
                  </a:lnTo>
                  <a:lnTo>
                    <a:pt x="546" y="638"/>
                  </a:lnTo>
                  <a:lnTo>
                    <a:pt x="546" y="644"/>
                  </a:lnTo>
                  <a:lnTo>
                    <a:pt x="545" y="648"/>
                  </a:lnTo>
                  <a:lnTo>
                    <a:pt x="531" y="652"/>
                  </a:lnTo>
                  <a:lnTo>
                    <a:pt x="526" y="650"/>
                  </a:lnTo>
                  <a:lnTo>
                    <a:pt x="524" y="651"/>
                  </a:lnTo>
                  <a:lnTo>
                    <a:pt x="510" y="660"/>
                  </a:lnTo>
                  <a:lnTo>
                    <a:pt x="499" y="664"/>
                  </a:lnTo>
                  <a:lnTo>
                    <a:pt x="497" y="666"/>
                  </a:lnTo>
                  <a:lnTo>
                    <a:pt x="497" y="673"/>
                  </a:lnTo>
                  <a:lnTo>
                    <a:pt x="490" y="680"/>
                  </a:lnTo>
                  <a:lnTo>
                    <a:pt x="491" y="690"/>
                  </a:lnTo>
                  <a:lnTo>
                    <a:pt x="498" y="698"/>
                  </a:lnTo>
                  <a:lnTo>
                    <a:pt x="502" y="705"/>
                  </a:lnTo>
                  <a:lnTo>
                    <a:pt x="503" y="718"/>
                  </a:lnTo>
                  <a:lnTo>
                    <a:pt x="506" y="724"/>
                  </a:lnTo>
                  <a:lnTo>
                    <a:pt x="508" y="731"/>
                  </a:lnTo>
                  <a:lnTo>
                    <a:pt x="507" y="732"/>
                  </a:lnTo>
                  <a:lnTo>
                    <a:pt x="505" y="732"/>
                  </a:lnTo>
                  <a:lnTo>
                    <a:pt x="500" y="736"/>
                  </a:lnTo>
                  <a:lnTo>
                    <a:pt x="495" y="736"/>
                  </a:lnTo>
                  <a:lnTo>
                    <a:pt x="494" y="742"/>
                  </a:lnTo>
                  <a:lnTo>
                    <a:pt x="491" y="745"/>
                  </a:lnTo>
                  <a:lnTo>
                    <a:pt x="483" y="745"/>
                  </a:lnTo>
                  <a:lnTo>
                    <a:pt x="482" y="747"/>
                  </a:lnTo>
                  <a:lnTo>
                    <a:pt x="483" y="755"/>
                  </a:lnTo>
                  <a:lnTo>
                    <a:pt x="483" y="755"/>
                  </a:lnTo>
                  <a:lnTo>
                    <a:pt x="481" y="753"/>
                  </a:lnTo>
                  <a:lnTo>
                    <a:pt x="479" y="754"/>
                  </a:lnTo>
                  <a:lnTo>
                    <a:pt x="479" y="758"/>
                  </a:lnTo>
                  <a:lnTo>
                    <a:pt x="492" y="764"/>
                  </a:lnTo>
                  <a:lnTo>
                    <a:pt x="497" y="768"/>
                  </a:lnTo>
                  <a:lnTo>
                    <a:pt x="498" y="777"/>
                  </a:lnTo>
                  <a:lnTo>
                    <a:pt x="497" y="787"/>
                  </a:lnTo>
                  <a:lnTo>
                    <a:pt x="497" y="788"/>
                  </a:lnTo>
                  <a:lnTo>
                    <a:pt x="500" y="789"/>
                  </a:lnTo>
                  <a:lnTo>
                    <a:pt x="503" y="792"/>
                  </a:lnTo>
                  <a:lnTo>
                    <a:pt x="501" y="801"/>
                  </a:lnTo>
                  <a:lnTo>
                    <a:pt x="502" y="803"/>
                  </a:lnTo>
                  <a:lnTo>
                    <a:pt x="507" y="803"/>
                  </a:lnTo>
                  <a:lnTo>
                    <a:pt x="514" y="805"/>
                  </a:lnTo>
                  <a:lnTo>
                    <a:pt x="520" y="805"/>
                  </a:lnTo>
                  <a:lnTo>
                    <a:pt x="526" y="810"/>
                  </a:lnTo>
                  <a:lnTo>
                    <a:pt x="533" y="811"/>
                  </a:lnTo>
                  <a:lnTo>
                    <a:pt x="534" y="812"/>
                  </a:lnTo>
                  <a:lnTo>
                    <a:pt x="532" y="816"/>
                  </a:lnTo>
                  <a:lnTo>
                    <a:pt x="538" y="819"/>
                  </a:lnTo>
                  <a:lnTo>
                    <a:pt x="540" y="822"/>
                  </a:lnTo>
                  <a:lnTo>
                    <a:pt x="544" y="821"/>
                  </a:lnTo>
                  <a:lnTo>
                    <a:pt x="546" y="821"/>
                  </a:lnTo>
                  <a:lnTo>
                    <a:pt x="546" y="824"/>
                  </a:lnTo>
                  <a:lnTo>
                    <a:pt x="546" y="836"/>
                  </a:lnTo>
                  <a:lnTo>
                    <a:pt x="554" y="832"/>
                  </a:lnTo>
                  <a:lnTo>
                    <a:pt x="557" y="837"/>
                  </a:lnTo>
                  <a:lnTo>
                    <a:pt x="554" y="840"/>
                  </a:lnTo>
                  <a:lnTo>
                    <a:pt x="552" y="843"/>
                  </a:lnTo>
                  <a:lnTo>
                    <a:pt x="551" y="845"/>
                  </a:lnTo>
                  <a:lnTo>
                    <a:pt x="549" y="843"/>
                  </a:lnTo>
                  <a:lnTo>
                    <a:pt x="547" y="844"/>
                  </a:lnTo>
                  <a:lnTo>
                    <a:pt x="549" y="847"/>
                  </a:lnTo>
                  <a:lnTo>
                    <a:pt x="548" y="850"/>
                  </a:lnTo>
                  <a:lnTo>
                    <a:pt x="538" y="863"/>
                  </a:lnTo>
                  <a:lnTo>
                    <a:pt x="535" y="864"/>
                  </a:lnTo>
                  <a:lnTo>
                    <a:pt x="530" y="864"/>
                  </a:lnTo>
                  <a:lnTo>
                    <a:pt x="527" y="870"/>
                  </a:lnTo>
                  <a:lnTo>
                    <a:pt x="526" y="871"/>
                  </a:lnTo>
                  <a:lnTo>
                    <a:pt x="527" y="873"/>
                  </a:lnTo>
                  <a:lnTo>
                    <a:pt x="525" y="875"/>
                  </a:lnTo>
                  <a:lnTo>
                    <a:pt x="524" y="880"/>
                  </a:lnTo>
                  <a:lnTo>
                    <a:pt x="527" y="887"/>
                  </a:lnTo>
                  <a:lnTo>
                    <a:pt x="520" y="897"/>
                  </a:lnTo>
                  <a:lnTo>
                    <a:pt x="516" y="900"/>
                  </a:lnTo>
                  <a:lnTo>
                    <a:pt x="515" y="905"/>
                  </a:lnTo>
                  <a:lnTo>
                    <a:pt x="516" y="908"/>
                  </a:lnTo>
                  <a:lnTo>
                    <a:pt x="516" y="910"/>
                  </a:lnTo>
                  <a:lnTo>
                    <a:pt x="511" y="918"/>
                  </a:lnTo>
                  <a:lnTo>
                    <a:pt x="512" y="921"/>
                  </a:lnTo>
                  <a:lnTo>
                    <a:pt x="515" y="925"/>
                  </a:lnTo>
                  <a:lnTo>
                    <a:pt x="515" y="927"/>
                  </a:lnTo>
                  <a:lnTo>
                    <a:pt x="508" y="928"/>
                  </a:lnTo>
                  <a:lnTo>
                    <a:pt x="503" y="926"/>
                  </a:lnTo>
                  <a:lnTo>
                    <a:pt x="500" y="928"/>
                  </a:lnTo>
                  <a:lnTo>
                    <a:pt x="496" y="927"/>
                  </a:lnTo>
                  <a:lnTo>
                    <a:pt x="490" y="923"/>
                  </a:lnTo>
                  <a:lnTo>
                    <a:pt x="484" y="927"/>
                  </a:lnTo>
                  <a:lnTo>
                    <a:pt x="478" y="926"/>
                  </a:lnTo>
                  <a:lnTo>
                    <a:pt x="478" y="922"/>
                  </a:lnTo>
                  <a:lnTo>
                    <a:pt x="483" y="917"/>
                  </a:lnTo>
                  <a:lnTo>
                    <a:pt x="484" y="913"/>
                  </a:lnTo>
                  <a:lnTo>
                    <a:pt x="483" y="911"/>
                  </a:lnTo>
                  <a:lnTo>
                    <a:pt x="479" y="909"/>
                  </a:lnTo>
                  <a:lnTo>
                    <a:pt x="478" y="906"/>
                  </a:lnTo>
                  <a:lnTo>
                    <a:pt x="475" y="907"/>
                  </a:lnTo>
                  <a:lnTo>
                    <a:pt x="473" y="905"/>
                  </a:lnTo>
                  <a:lnTo>
                    <a:pt x="472" y="906"/>
                  </a:lnTo>
                  <a:lnTo>
                    <a:pt x="469" y="908"/>
                  </a:lnTo>
                  <a:lnTo>
                    <a:pt x="467" y="909"/>
                  </a:lnTo>
                  <a:lnTo>
                    <a:pt x="456" y="908"/>
                  </a:lnTo>
                  <a:lnTo>
                    <a:pt x="456" y="907"/>
                  </a:lnTo>
                  <a:lnTo>
                    <a:pt x="456" y="905"/>
                  </a:lnTo>
                  <a:lnTo>
                    <a:pt x="456" y="902"/>
                  </a:lnTo>
                  <a:lnTo>
                    <a:pt x="455" y="900"/>
                  </a:lnTo>
                  <a:lnTo>
                    <a:pt x="452" y="901"/>
                  </a:lnTo>
                  <a:lnTo>
                    <a:pt x="451" y="899"/>
                  </a:lnTo>
                  <a:lnTo>
                    <a:pt x="450" y="900"/>
                  </a:lnTo>
                  <a:lnTo>
                    <a:pt x="448" y="898"/>
                  </a:lnTo>
                  <a:lnTo>
                    <a:pt x="445" y="898"/>
                  </a:lnTo>
                  <a:lnTo>
                    <a:pt x="440" y="900"/>
                  </a:lnTo>
                  <a:lnTo>
                    <a:pt x="433" y="903"/>
                  </a:lnTo>
                  <a:lnTo>
                    <a:pt x="429" y="907"/>
                  </a:lnTo>
                  <a:lnTo>
                    <a:pt x="423" y="908"/>
                  </a:lnTo>
                  <a:lnTo>
                    <a:pt x="416" y="912"/>
                  </a:lnTo>
                  <a:lnTo>
                    <a:pt x="415" y="901"/>
                  </a:lnTo>
                  <a:lnTo>
                    <a:pt x="418" y="897"/>
                  </a:lnTo>
                  <a:lnTo>
                    <a:pt x="428" y="884"/>
                  </a:lnTo>
                  <a:lnTo>
                    <a:pt x="429" y="880"/>
                  </a:lnTo>
                  <a:lnTo>
                    <a:pt x="434" y="877"/>
                  </a:lnTo>
                  <a:lnTo>
                    <a:pt x="438" y="877"/>
                  </a:lnTo>
                  <a:lnTo>
                    <a:pt x="442" y="873"/>
                  </a:lnTo>
                  <a:lnTo>
                    <a:pt x="442" y="872"/>
                  </a:lnTo>
                  <a:lnTo>
                    <a:pt x="442" y="870"/>
                  </a:lnTo>
                  <a:lnTo>
                    <a:pt x="440" y="869"/>
                  </a:lnTo>
                  <a:lnTo>
                    <a:pt x="439" y="870"/>
                  </a:lnTo>
                  <a:lnTo>
                    <a:pt x="439" y="872"/>
                  </a:lnTo>
                  <a:lnTo>
                    <a:pt x="437" y="873"/>
                  </a:lnTo>
                  <a:lnTo>
                    <a:pt x="434" y="870"/>
                  </a:lnTo>
                  <a:lnTo>
                    <a:pt x="434" y="867"/>
                  </a:lnTo>
                  <a:lnTo>
                    <a:pt x="434" y="864"/>
                  </a:lnTo>
                  <a:lnTo>
                    <a:pt x="434" y="862"/>
                  </a:lnTo>
                  <a:lnTo>
                    <a:pt x="432" y="862"/>
                  </a:lnTo>
                  <a:lnTo>
                    <a:pt x="433" y="857"/>
                  </a:lnTo>
                  <a:lnTo>
                    <a:pt x="431" y="847"/>
                  </a:lnTo>
                  <a:lnTo>
                    <a:pt x="428" y="843"/>
                  </a:lnTo>
                  <a:lnTo>
                    <a:pt x="423" y="841"/>
                  </a:lnTo>
                  <a:lnTo>
                    <a:pt x="423" y="837"/>
                  </a:lnTo>
                  <a:lnTo>
                    <a:pt x="426" y="833"/>
                  </a:lnTo>
                  <a:lnTo>
                    <a:pt x="425" y="829"/>
                  </a:lnTo>
                  <a:lnTo>
                    <a:pt x="413" y="805"/>
                  </a:lnTo>
                  <a:lnTo>
                    <a:pt x="404" y="797"/>
                  </a:lnTo>
                  <a:lnTo>
                    <a:pt x="404" y="791"/>
                  </a:lnTo>
                  <a:lnTo>
                    <a:pt x="408" y="782"/>
                  </a:lnTo>
                  <a:lnTo>
                    <a:pt x="407" y="777"/>
                  </a:lnTo>
                  <a:lnTo>
                    <a:pt x="404" y="771"/>
                  </a:lnTo>
                  <a:lnTo>
                    <a:pt x="400" y="768"/>
                  </a:lnTo>
                  <a:lnTo>
                    <a:pt x="389" y="768"/>
                  </a:lnTo>
                  <a:lnTo>
                    <a:pt x="383" y="766"/>
                  </a:lnTo>
                  <a:lnTo>
                    <a:pt x="376" y="758"/>
                  </a:lnTo>
                  <a:lnTo>
                    <a:pt x="366" y="751"/>
                  </a:lnTo>
                  <a:lnTo>
                    <a:pt x="359" y="739"/>
                  </a:lnTo>
                  <a:lnTo>
                    <a:pt x="355" y="737"/>
                  </a:lnTo>
                  <a:lnTo>
                    <a:pt x="353" y="734"/>
                  </a:lnTo>
                  <a:lnTo>
                    <a:pt x="344" y="734"/>
                  </a:lnTo>
                  <a:lnTo>
                    <a:pt x="339" y="731"/>
                  </a:lnTo>
                  <a:lnTo>
                    <a:pt x="323" y="730"/>
                  </a:lnTo>
                  <a:lnTo>
                    <a:pt x="321" y="731"/>
                  </a:lnTo>
                  <a:lnTo>
                    <a:pt x="318" y="734"/>
                  </a:lnTo>
                  <a:lnTo>
                    <a:pt x="316" y="734"/>
                  </a:lnTo>
                  <a:lnTo>
                    <a:pt x="315" y="732"/>
                  </a:lnTo>
                  <a:lnTo>
                    <a:pt x="320" y="716"/>
                  </a:lnTo>
                  <a:lnTo>
                    <a:pt x="328" y="703"/>
                  </a:lnTo>
                  <a:lnTo>
                    <a:pt x="332" y="697"/>
                  </a:lnTo>
                  <a:lnTo>
                    <a:pt x="344" y="692"/>
                  </a:lnTo>
                  <a:lnTo>
                    <a:pt x="347" y="687"/>
                  </a:lnTo>
                  <a:lnTo>
                    <a:pt x="347" y="685"/>
                  </a:lnTo>
                  <a:lnTo>
                    <a:pt x="350" y="683"/>
                  </a:lnTo>
                  <a:lnTo>
                    <a:pt x="350" y="680"/>
                  </a:lnTo>
                  <a:lnTo>
                    <a:pt x="352" y="677"/>
                  </a:lnTo>
                  <a:lnTo>
                    <a:pt x="350" y="675"/>
                  </a:lnTo>
                  <a:lnTo>
                    <a:pt x="354" y="675"/>
                  </a:lnTo>
                  <a:lnTo>
                    <a:pt x="355" y="674"/>
                  </a:lnTo>
                  <a:lnTo>
                    <a:pt x="355" y="671"/>
                  </a:lnTo>
                  <a:lnTo>
                    <a:pt x="354" y="671"/>
                  </a:lnTo>
                  <a:lnTo>
                    <a:pt x="351" y="668"/>
                  </a:lnTo>
                  <a:lnTo>
                    <a:pt x="353" y="664"/>
                  </a:lnTo>
                  <a:lnTo>
                    <a:pt x="354" y="663"/>
                  </a:lnTo>
                  <a:lnTo>
                    <a:pt x="362" y="666"/>
                  </a:lnTo>
                  <a:lnTo>
                    <a:pt x="369" y="654"/>
                  </a:lnTo>
                  <a:lnTo>
                    <a:pt x="370" y="651"/>
                  </a:lnTo>
                  <a:lnTo>
                    <a:pt x="369" y="637"/>
                  </a:lnTo>
                  <a:lnTo>
                    <a:pt x="364" y="636"/>
                  </a:lnTo>
                  <a:lnTo>
                    <a:pt x="360" y="630"/>
                  </a:lnTo>
                  <a:lnTo>
                    <a:pt x="355" y="629"/>
                  </a:lnTo>
                  <a:lnTo>
                    <a:pt x="347" y="619"/>
                  </a:lnTo>
                  <a:lnTo>
                    <a:pt x="345" y="616"/>
                  </a:lnTo>
                  <a:lnTo>
                    <a:pt x="342" y="614"/>
                  </a:lnTo>
                  <a:lnTo>
                    <a:pt x="333" y="607"/>
                  </a:lnTo>
                  <a:lnTo>
                    <a:pt x="331" y="607"/>
                  </a:lnTo>
                  <a:lnTo>
                    <a:pt x="328" y="611"/>
                  </a:lnTo>
                  <a:lnTo>
                    <a:pt x="325" y="614"/>
                  </a:lnTo>
                  <a:lnTo>
                    <a:pt x="314" y="615"/>
                  </a:lnTo>
                  <a:lnTo>
                    <a:pt x="303" y="608"/>
                  </a:lnTo>
                  <a:lnTo>
                    <a:pt x="295" y="605"/>
                  </a:lnTo>
                  <a:lnTo>
                    <a:pt x="293" y="602"/>
                  </a:lnTo>
                  <a:lnTo>
                    <a:pt x="292" y="602"/>
                  </a:lnTo>
                  <a:lnTo>
                    <a:pt x="290" y="600"/>
                  </a:lnTo>
                  <a:lnTo>
                    <a:pt x="282" y="584"/>
                  </a:lnTo>
                  <a:lnTo>
                    <a:pt x="281" y="584"/>
                  </a:lnTo>
                  <a:lnTo>
                    <a:pt x="269" y="595"/>
                  </a:lnTo>
                  <a:lnTo>
                    <a:pt x="263" y="604"/>
                  </a:lnTo>
                  <a:lnTo>
                    <a:pt x="252" y="604"/>
                  </a:lnTo>
                  <a:lnTo>
                    <a:pt x="242" y="606"/>
                  </a:lnTo>
                  <a:lnTo>
                    <a:pt x="236" y="606"/>
                  </a:lnTo>
                  <a:lnTo>
                    <a:pt x="233" y="602"/>
                  </a:lnTo>
                  <a:lnTo>
                    <a:pt x="233" y="597"/>
                  </a:lnTo>
                  <a:lnTo>
                    <a:pt x="229" y="597"/>
                  </a:lnTo>
                  <a:lnTo>
                    <a:pt x="224" y="598"/>
                  </a:lnTo>
                  <a:lnTo>
                    <a:pt x="215" y="593"/>
                  </a:lnTo>
                  <a:lnTo>
                    <a:pt x="211" y="586"/>
                  </a:lnTo>
                  <a:lnTo>
                    <a:pt x="207" y="582"/>
                  </a:lnTo>
                  <a:lnTo>
                    <a:pt x="182" y="584"/>
                  </a:lnTo>
                  <a:lnTo>
                    <a:pt x="179" y="584"/>
                  </a:lnTo>
                  <a:lnTo>
                    <a:pt x="178" y="580"/>
                  </a:lnTo>
                  <a:lnTo>
                    <a:pt x="176" y="571"/>
                  </a:lnTo>
                  <a:lnTo>
                    <a:pt x="167" y="562"/>
                  </a:lnTo>
                  <a:lnTo>
                    <a:pt x="167" y="557"/>
                  </a:lnTo>
                  <a:lnTo>
                    <a:pt x="172" y="551"/>
                  </a:lnTo>
                  <a:lnTo>
                    <a:pt x="172" y="546"/>
                  </a:lnTo>
                  <a:lnTo>
                    <a:pt x="170" y="545"/>
                  </a:lnTo>
                  <a:lnTo>
                    <a:pt x="166" y="545"/>
                  </a:lnTo>
                  <a:lnTo>
                    <a:pt x="162" y="543"/>
                  </a:lnTo>
                  <a:lnTo>
                    <a:pt x="160" y="542"/>
                  </a:lnTo>
                  <a:lnTo>
                    <a:pt x="159" y="537"/>
                  </a:lnTo>
                  <a:lnTo>
                    <a:pt x="156" y="537"/>
                  </a:lnTo>
                  <a:lnTo>
                    <a:pt x="153" y="539"/>
                  </a:lnTo>
                  <a:lnTo>
                    <a:pt x="149" y="536"/>
                  </a:lnTo>
                  <a:lnTo>
                    <a:pt x="145" y="521"/>
                  </a:lnTo>
                  <a:lnTo>
                    <a:pt x="141" y="513"/>
                  </a:lnTo>
                  <a:lnTo>
                    <a:pt x="135" y="511"/>
                  </a:lnTo>
                  <a:lnTo>
                    <a:pt x="133" y="505"/>
                  </a:lnTo>
                  <a:lnTo>
                    <a:pt x="123" y="498"/>
                  </a:lnTo>
                  <a:lnTo>
                    <a:pt x="121" y="495"/>
                  </a:lnTo>
                  <a:lnTo>
                    <a:pt x="115" y="475"/>
                  </a:lnTo>
                  <a:lnTo>
                    <a:pt x="112" y="472"/>
                  </a:lnTo>
                  <a:lnTo>
                    <a:pt x="101" y="472"/>
                  </a:lnTo>
                  <a:lnTo>
                    <a:pt x="95" y="467"/>
                  </a:lnTo>
                  <a:lnTo>
                    <a:pt x="85" y="462"/>
                  </a:lnTo>
                  <a:lnTo>
                    <a:pt x="79" y="461"/>
                  </a:lnTo>
                  <a:lnTo>
                    <a:pt x="72" y="461"/>
                  </a:lnTo>
                  <a:lnTo>
                    <a:pt x="68" y="458"/>
                  </a:lnTo>
                  <a:lnTo>
                    <a:pt x="64" y="456"/>
                  </a:lnTo>
                  <a:lnTo>
                    <a:pt x="63" y="447"/>
                  </a:lnTo>
                  <a:lnTo>
                    <a:pt x="61" y="445"/>
                  </a:lnTo>
                  <a:lnTo>
                    <a:pt x="55" y="442"/>
                  </a:lnTo>
                  <a:lnTo>
                    <a:pt x="47" y="440"/>
                  </a:lnTo>
                  <a:lnTo>
                    <a:pt x="45" y="435"/>
                  </a:lnTo>
                  <a:lnTo>
                    <a:pt x="46" y="431"/>
                  </a:lnTo>
                  <a:lnTo>
                    <a:pt x="51" y="426"/>
                  </a:lnTo>
                  <a:lnTo>
                    <a:pt x="56" y="423"/>
                  </a:lnTo>
                  <a:lnTo>
                    <a:pt x="56" y="421"/>
                  </a:lnTo>
                  <a:lnTo>
                    <a:pt x="52" y="412"/>
                  </a:lnTo>
                  <a:lnTo>
                    <a:pt x="39" y="396"/>
                  </a:lnTo>
                  <a:lnTo>
                    <a:pt x="37" y="390"/>
                  </a:lnTo>
                  <a:lnTo>
                    <a:pt x="34" y="383"/>
                  </a:lnTo>
                  <a:lnTo>
                    <a:pt x="36" y="379"/>
                  </a:lnTo>
                  <a:lnTo>
                    <a:pt x="42" y="376"/>
                  </a:lnTo>
                  <a:lnTo>
                    <a:pt x="46" y="360"/>
                  </a:lnTo>
                  <a:lnTo>
                    <a:pt x="55" y="356"/>
                  </a:lnTo>
                  <a:lnTo>
                    <a:pt x="56" y="352"/>
                  </a:lnTo>
                  <a:lnTo>
                    <a:pt x="62" y="347"/>
                  </a:lnTo>
                  <a:lnTo>
                    <a:pt x="64" y="342"/>
                  </a:lnTo>
                  <a:lnTo>
                    <a:pt x="64" y="337"/>
                  </a:lnTo>
                  <a:lnTo>
                    <a:pt x="62" y="319"/>
                  </a:lnTo>
                  <a:lnTo>
                    <a:pt x="64" y="316"/>
                  </a:lnTo>
                  <a:lnTo>
                    <a:pt x="68" y="311"/>
                  </a:lnTo>
                  <a:lnTo>
                    <a:pt x="68" y="308"/>
                  </a:lnTo>
                  <a:lnTo>
                    <a:pt x="66" y="305"/>
                  </a:lnTo>
                  <a:lnTo>
                    <a:pt x="65" y="289"/>
                  </a:lnTo>
                  <a:lnTo>
                    <a:pt x="61" y="281"/>
                  </a:lnTo>
                  <a:lnTo>
                    <a:pt x="61" y="279"/>
                  </a:lnTo>
                  <a:lnTo>
                    <a:pt x="69" y="273"/>
                  </a:lnTo>
                  <a:lnTo>
                    <a:pt x="69" y="270"/>
                  </a:lnTo>
                  <a:lnTo>
                    <a:pt x="63" y="262"/>
                  </a:lnTo>
                  <a:lnTo>
                    <a:pt x="66" y="256"/>
                  </a:lnTo>
                  <a:lnTo>
                    <a:pt x="66" y="252"/>
                  </a:lnTo>
                  <a:lnTo>
                    <a:pt x="58" y="242"/>
                  </a:lnTo>
                  <a:lnTo>
                    <a:pt x="58" y="238"/>
                  </a:lnTo>
                  <a:lnTo>
                    <a:pt x="61" y="235"/>
                  </a:lnTo>
                  <a:lnTo>
                    <a:pt x="58" y="228"/>
                  </a:lnTo>
                  <a:lnTo>
                    <a:pt x="58" y="226"/>
                  </a:lnTo>
                  <a:lnTo>
                    <a:pt x="66" y="219"/>
                  </a:lnTo>
                  <a:lnTo>
                    <a:pt x="67" y="217"/>
                  </a:lnTo>
                  <a:lnTo>
                    <a:pt x="66" y="214"/>
                  </a:lnTo>
                  <a:lnTo>
                    <a:pt x="62" y="213"/>
                  </a:lnTo>
                  <a:lnTo>
                    <a:pt x="60" y="207"/>
                  </a:lnTo>
                  <a:lnTo>
                    <a:pt x="56" y="205"/>
                  </a:lnTo>
                  <a:lnTo>
                    <a:pt x="54" y="203"/>
                  </a:lnTo>
                  <a:lnTo>
                    <a:pt x="54" y="200"/>
                  </a:lnTo>
                  <a:lnTo>
                    <a:pt x="52" y="196"/>
                  </a:lnTo>
                  <a:lnTo>
                    <a:pt x="46" y="193"/>
                  </a:lnTo>
                  <a:lnTo>
                    <a:pt x="42" y="193"/>
                  </a:lnTo>
                  <a:lnTo>
                    <a:pt x="27" y="198"/>
                  </a:lnTo>
                  <a:lnTo>
                    <a:pt x="20" y="199"/>
                  </a:lnTo>
                  <a:lnTo>
                    <a:pt x="15" y="202"/>
                  </a:lnTo>
                  <a:lnTo>
                    <a:pt x="15" y="205"/>
                  </a:lnTo>
                  <a:lnTo>
                    <a:pt x="11" y="203"/>
                  </a:lnTo>
                  <a:lnTo>
                    <a:pt x="9" y="203"/>
                  </a:lnTo>
                  <a:lnTo>
                    <a:pt x="7" y="207"/>
                  </a:lnTo>
                  <a:lnTo>
                    <a:pt x="6" y="207"/>
                  </a:lnTo>
                  <a:lnTo>
                    <a:pt x="4" y="204"/>
                  </a:lnTo>
                  <a:lnTo>
                    <a:pt x="3" y="206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198"/>
                  </a:lnTo>
                  <a:lnTo>
                    <a:pt x="3" y="196"/>
                  </a:lnTo>
                  <a:lnTo>
                    <a:pt x="3" y="191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8" y="188"/>
                  </a:lnTo>
                  <a:lnTo>
                    <a:pt x="7" y="187"/>
                  </a:lnTo>
                  <a:lnTo>
                    <a:pt x="6" y="186"/>
                  </a:lnTo>
                  <a:lnTo>
                    <a:pt x="5" y="183"/>
                  </a:lnTo>
                  <a:lnTo>
                    <a:pt x="4" y="180"/>
                  </a:lnTo>
                  <a:lnTo>
                    <a:pt x="7" y="172"/>
                  </a:lnTo>
                  <a:lnTo>
                    <a:pt x="9" y="171"/>
                  </a:lnTo>
                  <a:lnTo>
                    <a:pt x="10" y="169"/>
                  </a:lnTo>
                  <a:lnTo>
                    <a:pt x="8" y="161"/>
                  </a:lnTo>
                  <a:lnTo>
                    <a:pt x="12" y="160"/>
                  </a:lnTo>
                  <a:lnTo>
                    <a:pt x="15" y="161"/>
                  </a:lnTo>
                  <a:lnTo>
                    <a:pt x="21" y="161"/>
                  </a:lnTo>
                  <a:lnTo>
                    <a:pt x="25" y="158"/>
                  </a:lnTo>
                  <a:lnTo>
                    <a:pt x="29" y="161"/>
                  </a:lnTo>
                  <a:lnTo>
                    <a:pt x="36" y="158"/>
                  </a:lnTo>
                  <a:lnTo>
                    <a:pt x="39" y="155"/>
                  </a:lnTo>
                  <a:lnTo>
                    <a:pt x="42" y="155"/>
                  </a:lnTo>
                  <a:lnTo>
                    <a:pt x="47" y="157"/>
                  </a:lnTo>
                  <a:lnTo>
                    <a:pt x="49" y="155"/>
                  </a:lnTo>
                  <a:lnTo>
                    <a:pt x="50" y="150"/>
                  </a:lnTo>
                  <a:lnTo>
                    <a:pt x="55" y="142"/>
                  </a:lnTo>
                  <a:lnTo>
                    <a:pt x="58" y="142"/>
                  </a:lnTo>
                  <a:lnTo>
                    <a:pt x="61" y="140"/>
                  </a:lnTo>
                  <a:lnTo>
                    <a:pt x="67" y="130"/>
                  </a:lnTo>
                  <a:lnTo>
                    <a:pt x="72" y="124"/>
                  </a:lnTo>
                  <a:lnTo>
                    <a:pt x="75" y="123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80" y="114"/>
                  </a:lnTo>
                  <a:lnTo>
                    <a:pt x="85" y="114"/>
                  </a:lnTo>
                  <a:lnTo>
                    <a:pt x="88" y="112"/>
                  </a:lnTo>
                  <a:lnTo>
                    <a:pt x="97" y="111"/>
                  </a:lnTo>
                  <a:lnTo>
                    <a:pt x="104" y="107"/>
                  </a:lnTo>
                  <a:lnTo>
                    <a:pt x="108" y="107"/>
                  </a:lnTo>
                  <a:lnTo>
                    <a:pt x="107" y="101"/>
                  </a:lnTo>
                  <a:lnTo>
                    <a:pt x="104" y="93"/>
                  </a:lnTo>
                  <a:lnTo>
                    <a:pt x="104" y="87"/>
                  </a:lnTo>
                  <a:lnTo>
                    <a:pt x="103" y="84"/>
                  </a:lnTo>
                  <a:lnTo>
                    <a:pt x="107" y="76"/>
                  </a:lnTo>
                  <a:lnTo>
                    <a:pt x="109" y="75"/>
                  </a:lnTo>
                  <a:lnTo>
                    <a:pt x="109" y="66"/>
                  </a:lnTo>
                  <a:lnTo>
                    <a:pt x="110" y="65"/>
                  </a:lnTo>
                  <a:lnTo>
                    <a:pt x="110" y="62"/>
                  </a:lnTo>
                  <a:lnTo>
                    <a:pt x="113" y="60"/>
                  </a:lnTo>
                  <a:lnTo>
                    <a:pt x="113" y="57"/>
                  </a:lnTo>
                  <a:lnTo>
                    <a:pt x="118" y="54"/>
                  </a:lnTo>
                  <a:lnTo>
                    <a:pt x="121" y="54"/>
                  </a:lnTo>
                  <a:lnTo>
                    <a:pt x="124" y="51"/>
                  </a:lnTo>
                  <a:lnTo>
                    <a:pt x="128" y="54"/>
                  </a:lnTo>
                  <a:lnTo>
                    <a:pt x="131" y="57"/>
                  </a:lnTo>
                  <a:lnTo>
                    <a:pt x="143" y="57"/>
                  </a:lnTo>
                  <a:lnTo>
                    <a:pt x="150" y="54"/>
                  </a:lnTo>
                  <a:lnTo>
                    <a:pt x="151" y="54"/>
                  </a:lnTo>
                  <a:lnTo>
                    <a:pt x="154" y="57"/>
                  </a:lnTo>
                  <a:lnTo>
                    <a:pt x="155" y="57"/>
                  </a:lnTo>
                  <a:lnTo>
                    <a:pt x="157" y="62"/>
                  </a:lnTo>
                  <a:lnTo>
                    <a:pt x="159" y="62"/>
                  </a:lnTo>
                  <a:lnTo>
                    <a:pt x="164" y="65"/>
                  </a:lnTo>
                  <a:lnTo>
                    <a:pt x="181" y="64"/>
                  </a:lnTo>
                  <a:lnTo>
                    <a:pt x="184" y="61"/>
                  </a:lnTo>
                  <a:lnTo>
                    <a:pt x="188" y="62"/>
                  </a:lnTo>
                  <a:lnTo>
                    <a:pt x="191" y="63"/>
                  </a:lnTo>
                  <a:lnTo>
                    <a:pt x="193" y="65"/>
                  </a:lnTo>
                  <a:lnTo>
                    <a:pt x="194" y="70"/>
                  </a:lnTo>
                  <a:lnTo>
                    <a:pt x="196" y="74"/>
                  </a:lnTo>
                  <a:lnTo>
                    <a:pt x="200" y="76"/>
                  </a:lnTo>
                  <a:lnTo>
                    <a:pt x="204" y="76"/>
                  </a:lnTo>
                  <a:lnTo>
                    <a:pt x="211" y="74"/>
                  </a:lnTo>
                  <a:lnTo>
                    <a:pt x="217" y="70"/>
                  </a:lnTo>
                  <a:lnTo>
                    <a:pt x="219" y="67"/>
                  </a:lnTo>
                  <a:lnTo>
                    <a:pt x="222" y="65"/>
                  </a:lnTo>
                  <a:lnTo>
                    <a:pt x="222" y="64"/>
                  </a:lnTo>
                  <a:lnTo>
                    <a:pt x="229" y="61"/>
                  </a:lnTo>
                  <a:lnTo>
                    <a:pt x="233" y="60"/>
                  </a:lnTo>
                  <a:close/>
                  <a:moveTo>
                    <a:pt x="466" y="763"/>
                  </a:moveTo>
                  <a:lnTo>
                    <a:pt x="467" y="752"/>
                  </a:lnTo>
                  <a:lnTo>
                    <a:pt x="466" y="747"/>
                  </a:lnTo>
                  <a:lnTo>
                    <a:pt x="466" y="740"/>
                  </a:lnTo>
                  <a:lnTo>
                    <a:pt x="458" y="738"/>
                  </a:lnTo>
                  <a:lnTo>
                    <a:pt x="452" y="760"/>
                  </a:lnTo>
                  <a:lnTo>
                    <a:pt x="460" y="764"/>
                  </a:lnTo>
                  <a:lnTo>
                    <a:pt x="464" y="764"/>
                  </a:lnTo>
                  <a:lnTo>
                    <a:pt x="466" y="763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4" name="Freeform 26">
              <a:extLst>
                <a:ext uri="{FF2B5EF4-FFF2-40B4-BE49-F238E27FC236}">
                  <a16:creationId xmlns:a16="http://schemas.microsoft.com/office/drawing/2014/main" id="{D2D61DD7-D52F-4210-981E-2434F4474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268" y="3193199"/>
              <a:ext cx="461029" cy="560343"/>
            </a:xfrm>
            <a:custGeom>
              <a:avLst/>
              <a:gdLst>
                <a:gd name="T0" fmla="*/ 162 w 441"/>
                <a:gd name="T1" fmla="*/ 29 h 536"/>
                <a:gd name="T2" fmla="*/ 204 w 441"/>
                <a:gd name="T3" fmla="*/ 53 h 536"/>
                <a:gd name="T4" fmla="*/ 235 w 441"/>
                <a:gd name="T5" fmla="*/ 58 h 536"/>
                <a:gd name="T6" fmla="*/ 244 w 441"/>
                <a:gd name="T7" fmla="*/ 87 h 536"/>
                <a:gd name="T8" fmla="*/ 262 w 441"/>
                <a:gd name="T9" fmla="*/ 75 h 536"/>
                <a:gd name="T10" fmla="*/ 277 w 441"/>
                <a:gd name="T11" fmla="*/ 68 h 536"/>
                <a:gd name="T12" fmla="*/ 311 w 441"/>
                <a:gd name="T13" fmla="*/ 72 h 536"/>
                <a:gd name="T14" fmla="*/ 340 w 441"/>
                <a:gd name="T15" fmla="*/ 73 h 536"/>
                <a:gd name="T16" fmla="*/ 354 w 441"/>
                <a:gd name="T17" fmla="*/ 91 h 536"/>
                <a:gd name="T18" fmla="*/ 360 w 441"/>
                <a:gd name="T19" fmla="*/ 124 h 536"/>
                <a:gd name="T20" fmla="*/ 381 w 441"/>
                <a:gd name="T21" fmla="*/ 110 h 536"/>
                <a:gd name="T22" fmla="*/ 405 w 441"/>
                <a:gd name="T23" fmla="*/ 95 h 536"/>
                <a:gd name="T24" fmla="*/ 434 w 441"/>
                <a:gd name="T25" fmla="*/ 105 h 536"/>
                <a:gd name="T26" fmla="*/ 440 w 441"/>
                <a:gd name="T27" fmla="*/ 136 h 536"/>
                <a:gd name="T28" fmla="*/ 409 w 441"/>
                <a:gd name="T29" fmla="*/ 153 h 536"/>
                <a:gd name="T30" fmla="*/ 381 w 441"/>
                <a:gd name="T31" fmla="*/ 191 h 536"/>
                <a:gd name="T32" fmla="*/ 364 w 441"/>
                <a:gd name="T33" fmla="*/ 217 h 536"/>
                <a:gd name="T34" fmla="*/ 338 w 441"/>
                <a:gd name="T35" fmla="*/ 237 h 536"/>
                <a:gd name="T36" fmla="*/ 334 w 441"/>
                <a:gd name="T37" fmla="*/ 265 h 536"/>
                <a:gd name="T38" fmla="*/ 325 w 441"/>
                <a:gd name="T39" fmla="*/ 286 h 536"/>
                <a:gd name="T40" fmla="*/ 296 w 441"/>
                <a:gd name="T41" fmla="*/ 293 h 536"/>
                <a:gd name="T42" fmla="*/ 276 w 441"/>
                <a:gd name="T43" fmla="*/ 296 h 536"/>
                <a:gd name="T44" fmla="*/ 252 w 441"/>
                <a:gd name="T45" fmla="*/ 331 h 536"/>
                <a:gd name="T46" fmla="*/ 232 w 441"/>
                <a:gd name="T47" fmla="*/ 335 h 536"/>
                <a:gd name="T48" fmla="*/ 216 w 441"/>
                <a:gd name="T49" fmla="*/ 358 h 536"/>
                <a:gd name="T50" fmla="*/ 211 w 441"/>
                <a:gd name="T51" fmla="*/ 388 h 536"/>
                <a:gd name="T52" fmla="*/ 199 w 441"/>
                <a:gd name="T53" fmla="*/ 413 h 536"/>
                <a:gd name="T54" fmla="*/ 221 w 441"/>
                <a:gd name="T55" fmla="*/ 433 h 536"/>
                <a:gd name="T56" fmla="*/ 221 w 441"/>
                <a:gd name="T57" fmla="*/ 476 h 536"/>
                <a:gd name="T58" fmla="*/ 199 w 441"/>
                <a:gd name="T59" fmla="*/ 490 h 536"/>
                <a:gd name="T60" fmla="*/ 176 w 441"/>
                <a:gd name="T61" fmla="*/ 477 h 536"/>
                <a:gd name="T62" fmla="*/ 142 w 441"/>
                <a:gd name="T63" fmla="*/ 473 h 536"/>
                <a:gd name="T64" fmla="*/ 109 w 441"/>
                <a:gd name="T65" fmla="*/ 469 h 536"/>
                <a:gd name="T66" fmla="*/ 97 w 441"/>
                <a:gd name="T67" fmla="*/ 490 h 536"/>
                <a:gd name="T68" fmla="*/ 92 w 441"/>
                <a:gd name="T69" fmla="*/ 522 h 536"/>
                <a:gd name="T70" fmla="*/ 59 w 441"/>
                <a:gd name="T71" fmla="*/ 533 h 536"/>
                <a:gd name="T72" fmla="*/ 45 w 441"/>
                <a:gd name="T73" fmla="*/ 530 h 536"/>
                <a:gd name="T74" fmla="*/ 22 w 441"/>
                <a:gd name="T75" fmla="*/ 509 h 536"/>
                <a:gd name="T76" fmla="*/ 8 w 441"/>
                <a:gd name="T77" fmla="*/ 473 h 536"/>
                <a:gd name="T78" fmla="*/ 16 w 441"/>
                <a:gd name="T79" fmla="*/ 438 h 536"/>
                <a:gd name="T80" fmla="*/ 18 w 441"/>
                <a:gd name="T81" fmla="*/ 404 h 536"/>
                <a:gd name="T82" fmla="*/ 10 w 441"/>
                <a:gd name="T83" fmla="*/ 392 h 536"/>
                <a:gd name="T84" fmla="*/ 0 w 441"/>
                <a:gd name="T85" fmla="*/ 357 h 536"/>
                <a:gd name="T86" fmla="*/ 28 w 441"/>
                <a:gd name="T87" fmla="*/ 353 h 536"/>
                <a:gd name="T88" fmla="*/ 43 w 441"/>
                <a:gd name="T89" fmla="*/ 333 h 536"/>
                <a:gd name="T90" fmla="*/ 33 w 441"/>
                <a:gd name="T91" fmla="*/ 289 h 536"/>
                <a:gd name="T92" fmla="*/ 40 w 441"/>
                <a:gd name="T93" fmla="*/ 265 h 536"/>
                <a:gd name="T94" fmla="*/ 57 w 441"/>
                <a:gd name="T95" fmla="*/ 259 h 536"/>
                <a:gd name="T96" fmla="*/ 64 w 441"/>
                <a:gd name="T97" fmla="*/ 234 h 536"/>
                <a:gd name="T98" fmla="*/ 63 w 441"/>
                <a:gd name="T99" fmla="*/ 222 h 536"/>
                <a:gd name="T100" fmla="*/ 71 w 441"/>
                <a:gd name="T101" fmla="*/ 184 h 536"/>
                <a:gd name="T102" fmla="*/ 73 w 441"/>
                <a:gd name="T103" fmla="*/ 162 h 536"/>
                <a:gd name="T104" fmla="*/ 55 w 441"/>
                <a:gd name="T105" fmla="*/ 136 h 536"/>
                <a:gd name="T106" fmla="*/ 62 w 441"/>
                <a:gd name="T107" fmla="*/ 121 h 536"/>
                <a:gd name="T108" fmla="*/ 52 w 441"/>
                <a:gd name="T109" fmla="*/ 104 h 536"/>
                <a:gd name="T110" fmla="*/ 95 w 441"/>
                <a:gd name="T111" fmla="*/ 85 h 536"/>
                <a:gd name="T112" fmla="*/ 127 w 441"/>
                <a:gd name="T113" fmla="*/ 61 h 536"/>
                <a:gd name="T114" fmla="*/ 131 w 441"/>
                <a:gd name="T115" fmla="*/ 2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41" h="536">
                  <a:moveTo>
                    <a:pt x="137" y="4"/>
                  </a:moveTo>
                  <a:lnTo>
                    <a:pt x="147" y="0"/>
                  </a:lnTo>
                  <a:lnTo>
                    <a:pt x="160" y="6"/>
                  </a:lnTo>
                  <a:lnTo>
                    <a:pt x="162" y="7"/>
                  </a:lnTo>
                  <a:lnTo>
                    <a:pt x="163" y="12"/>
                  </a:lnTo>
                  <a:lnTo>
                    <a:pt x="161" y="21"/>
                  </a:lnTo>
                  <a:lnTo>
                    <a:pt x="162" y="29"/>
                  </a:lnTo>
                  <a:lnTo>
                    <a:pt x="162" y="46"/>
                  </a:lnTo>
                  <a:lnTo>
                    <a:pt x="163" y="48"/>
                  </a:lnTo>
                  <a:lnTo>
                    <a:pt x="176" y="47"/>
                  </a:lnTo>
                  <a:lnTo>
                    <a:pt x="177" y="45"/>
                  </a:lnTo>
                  <a:lnTo>
                    <a:pt x="181" y="48"/>
                  </a:lnTo>
                  <a:lnTo>
                    <a:pt x="194" y="50"/>
                  </a:lnTo>
                  <a:lnTo>
                    <a:pt x="204" y="53"/>
                  </a:lnTo>
                  <a:lnTo>
                    <a:pt x="206" y="53"/>
                  </a:lnTo>
                  <a:lnTo>
                    <a:pt x="210" y="54"/>
                  </a:lnTo>
                  <a:lnTo>
                    <a:pt x="213" y="56"/>
                  </a:lnTo>
                  <a:lnTo>
                    <a:pt x="221" y="53"/>
                  </a:lnTo>
                  <a:lnTo>
                    <a:pt x="226" y="54"/>
                  </a:lnTo>
                  <a:lnTo>
                    <a:pt x="232" y="53"/>
                  </a:lnTo>
                  <a:lnTo>
                    <a:pt x="235" y="58"/>
                  </a:lnTo>
                  <a:lnTo>
                    <a:pt x="236" y="61"/>
                  </a:lnTo>
                  <a:lnTo>
                    <a:pt x="238" y="66"/>
                  </a:lnTo>
                  <a:lnTo>
                    <a:pt x="238" y="69"/>
                  </a:lnTo>
                  <a:lnTo>
                    <a:pt x="235" y="74"/>
                  </a:lnTo>
                  <a:lnTo>
                    <a:pt x="237" y="80"/>
                  </a:lnTo>
                  <a:lnTo>
                    <a:pt x="242" y="84"/>
                  </a:lnTo>
                  <a:lnTo>
                    <a:pt x="244" y="87"/>
                  </a:lnTo>
                  <a:lnTo>
                    <a:pt x="247" y="86"/>
                  </a:lnTo>
                  <a:lnTo>
                    <a:pt x="250" y="86"/>
                  </a:lnTo>
                  <a:lnTo>
                    <a:pt x="252" y="86"/>
                  </a:lnTo>
                  <a:lnTo>
                    <a:pt x="258" y="77"/>
                  </a:lnTo>
                  <a:lnTo>
                    <a:pt x="260" y="75"/>
                  </a:lnTo>
                  <a:lnTo>
                    <a:pt x="260" y="75"/>
                  </a:lnTo>
                  <a:lnTo>
                    <a:pt x="262" y="75"/>
                  </a:lnTo>
                  <a:lnTo>
                    <a:pt x="267" y="72"/>
                  </a:lnTo>
                  <a:lnTo>
                    <a:pt x="267" y="70"/>
                  </a:lnTo>
                  <a:lnTo>
                    <a:pt x="269" y="70"/>
                  </a:lnTo>
                  <a:lnTo>
                    <a:pt x="270" y="69"/>
                  </a:lnTo>
                  <a:lnTo>
                    <a:pt x="272" y="69"/>
                  </a:lnTo>
                  <a:lnTo>
                    <a:pt x="273" y="66"/>
                  </a:lnTo>
                  <a:lnTo>
                    <a:pt x="277" y="68"/>
                  </a:lnTo>
                  <a:lnTo>
                    <a:pt x="278" y="67"/>
                  </a:lnTo>
                  <a:lnTo>
                    <a:pt x="294" y="59"/>
                  </a:lnTo>
                  <a:lnTo>
                    <a:pt x="295" y="60"/>
                  </a:lnTo>
                  <a:lnTo>
                    <a:pt x="297" y="62"/>
                  </a:lnTo>
                  <a:lnTo>
                    <a:pt x="300" y="69"/>
                  </a:lnTo>
                  <a:lnTo>
                    <a:pt x="308" y="72"/>
                  </a:lnTo>
                  <a:lnTo>
                    <a:pt x="311" y="72"/>
                  </a:lnTo>
                  <a:lnTo>
                    <a:pt x="314" y="65"/>
                  </a:lnTo>
                  <a:lnTo>
                    <a:pt x="325" y="59"/>
                  </a:lnTo>
                  <a:lnTo>
                    <a:pt x="328" y="62"/>
                  </a:lnTo>
                  <a:lnTo>
                    <a:pt x="332" y="64"/>
                  </a:lnTo>
                  <a:lnTo>
                    <a:pt x="336" y="67"/>
                  </a:lnTo>
                  <a:lnTo>
                    <a:pt x="338" y="66"/>
                  </a:lnTo>
                  <a:lnTo>
                    <a:pt x="340" y="73"/>
                  </a:lnTo>
                  <a:lnTo>
                    <a:pt x="339" y="78"/>
                  </a:lnTo>
                  <a:lnTo>
                    <a:pt x="341" y="79"/>
                  </a:lnTo>
                  <a:lnTo>
                    <a:pt x="339" y="81"/>
                  </a:lnTo>
                  <a:lnTo>
                    <a:pt x="338" y="84"/>
                  </a:lnTo>
                  <a:lnTo>
                    <a:pt x="346" y="98"/>
                  </a:lnTo>
                  <a:lnTo>
                    <a:pt x="349" y="97"/>
                  </a:lnTo>
                  <a:lnTo>
                    <a:pt x="354" y="91"/>
                  </a:lnTo>
                  <a:lnTo>
                    <a:pt x="355" y="91"/>
                  </a:lnTo>
                  <a:lnTo>
                    <a:pt x="356" y="97"/>
                  </a:lnTo>
                  <a:lnTo>
                    <a:pt x="354" y="102"/>
                  </a:lnTo>
                  <a:lnTo>
                    <a:pt x="356" y="107"/>
                  </a:lnTo>
                  <a:lnTo>
                    <a:pt x="354" y="118"/>
                  </a:lnTo>
                  <a:lnTo>
                    <a:pt x="358" y="124"/>
                  </a:lnTo>
                  <a:lnTo>
                    <a:pt x="360" y="124"/>
                  </a:lnTo>
                  <a:lnTo>
                    <a:pt x="360" y="121"/>
                  </a:lnTo>
                  <a:lnTo>
                    <a:pt x="364" y="119"/>
                  </a:lnTo>
                  <a:lnTo>
                    <a:pt x="365" y="117"/>
                  </a:lnTo>
                  <a:lnTo>
                    <a:pt x="365" y="113"/>
                  </a:lnTo>
                  <a:lnTo>
                    <a:pt x="373" y="114"/>
                  </a:lnTo>
                  <a:lnTo>
                    <a:pt x="376" y="113"/>
                  </a:lnTo>
                  <a:lnTo>
                    <a:pt x="381" y="110"/>
                  </a:lnTo>
                  <a:lnTo>
                    <a:pt x="382" y="107"/>
                  </a:lnTo>
                  <a:lnTo>
                    <a:pt x="385" y="105"/>
                  </a:lnTo>
                  <a:lnTo>
                    <a:pt x="392" y="105"/>
                  </a:lnTo>
                  <a:lnTo>
                    <a:pt x="392" y="102"/>
                  </a:lnTo>
                  <a:lnTo>
                    <a:pt x="398" y="98"/>
                  </a:lnTo>
                  <a:lnTo>
                    <a:pt x="403" y="97"/>
                  </a:lnTo>
                  <a:lnTo>
                    <a:pt x="405" y="95"/>
                  </a:lnTo>
                  <a:lnTo>
                    <a:pt x="408" y="94"/>
                  </a:lnTo>
                  <a:lnTo>
                    <a:pt x="414" y="89"/>
                  </a:lnTo>
                  <a:lnTo>
                    <a:pt x="420" y="88"/>
                  </a:lnTo>
                  <a:lnTo>
                    <a:pt x="424" y="84"/>
                  </a:lnTo>
                  <a:lnTo>
                    <a:pt x="424" y="84"/>
                  </a:lnTo>
                  <a:lnTo>
                    <a:pt x="430" y="100"/>
                  </a:lnTo>
                  <a:lnTo>
                    <a:pt x="434" y="105"/>
                  </a:lnTo>
                  <a:lnTo>
                    <a:pt x="436" y="105"/>
                  </a:lnTo>
                  <a:lnTo>
                    <a:pt x="438" y="106"/>
                  </a:lnTo>
                  <a:lnTo>
                    <a:pt x="437" y="108"/>
                  </a:lnTo>
                  <a:lnTo>
                    <a:pt x="441" y="121"/>
                  </a:lnTo>
                  <a:lnTo>
                    <a:pt x="441" y="131"/>
                  </a:lnTo>
                  <a:lnTo>
                    <a:pt x="441" y="135"/>
                  </a:lnTo>
                  <a:lnTo>
                    <a:pt x="440" y="136"/>
                  </a:lnTo>
                  <a:lnTo>
                    <a:pt x="437" y="138"/>
                  </a:lnTo>
                  <a:lnTo>
                    <a:pt x="428" y="141"/>
                  </a:lnTo>
                  <a:lnTo>
                    <a:pt x="426" y="144"/>
                  </a:lnTo>
                  <a:lnTo>
                    <a:pt x="424" y="145"/>
                  </a:lnTo>
                  <a:lnTo>
                    <a:pt x="422" y="148"/>
                  </a:lnTo>
                  <a:lnTo>
                    <a:pt x="422" y="147"/>
                  </a:lnTo>
                  <a:lnTo>
                    <a:pt x="409" y="153"/>
                  </a:lnTo>
                  <a:lnTo>
                    <a:pt x="401" y="154"/>
                  </a:lnTo>
                  <a:lnTo>
                    <a:pt x="391" y="167"/>
                  </a:lnTo>
                  <a:lnTo>
                    <a:pt x="388" y="167"/>
                  </a:lnTo>
                  <a:lnTo>
                    <a:pt x="373" y="174"/>
                  </a:lnTo>
                  <a:lnTo>
                    <a:pt x="376" y="182"/>
                  </a:lnTo>
                  <a:lnTo>
                    <a:pt x="379" y="187"/>
                  </a:lnTo>
                  <a:lnTo>
                    <a:pt x="381" y="191"/>
                  </a:lnTo>
                  <a:lnTo>
                    <a:pt x="380" y="199"/>
                  </a:lnTo>
                  <a:lnTo>
                    <a:pt x="376" y="205"/>
                  </a:lnTo>
                  <a:lnTo>
                    <a:pt x="378" y="208"/>
                  </a:lnTo>
                  <a:lnTo>
                    <a:pt x="378" y="208"/>
                  </a:lnTo>
                  <a:lnTo>
                    <a:pt x="374" y="214"/>
                  </a:lnTo>
                  <a:lnTo>
                    <a:pt x="372" y="215"/>
                  </a:lnTo>
                  <a:lnTo>
                    <a:pt x="364" y="217"/>
                  </a:lnTo>
                  <a:lnTo>
                    <a:pt x="359" y="222"/>
                  </a:lnTo>
                  <a:lnTo>
                    <a:pt x="354" y="225"/>
                  </a:lnTo>
                  <a:lnTo>
                    <a:pt x="354" y="229"/>
                  </a:lnTo>
                  <a:lnTo>
                    <a:pt x="352" y="230"/>
                  </a:lnTo>
                  <a:lnTo>
                    <a:pt x="344" y="228"/>
                  </a:lnTo>
                  <a:lnTo>
                    <a:pt x="339" y="233"/>
                  </a:lnTo>
                  <a:lnTo>
                    <a:pt x="338" y="237"/>
                  </a:lnTo>
                  <a:lnTo>
                    <a:pt x="339" y="243"/>
                  </a:lnTo>
                  <a:lnTo>
                    <a:pt x="339" y="247"/>
                  </a:lnTo>
                  <a:lnTo>
                    <a:pt x="341" y="256"/>
                  </a:lnTo>
                  <a:lnTo>
                    <a:pt x="343" y="261"/>
                  </a:lnTo>
                  <a:lnTo>
                    <a:pt x="341" y="264"/>
                  </a:lnTo>
                  <a:lnTo>
                    <a:pt x="337" y="262"/>
                  </a:lnTo>
                  <a:lnTo>
                    <a:pt x="334" y="265"/>
                  </a:lnTo>
                  <a:lnTo>
                    <a:pt x="332" y="266"/>
                  </a:lnTo>
                  <a:lnTo>
                    <a:pt x="331" y="271"/>
                  </a:lnTo>
                  <a:lnTo>
                    <a:pt x="330" y="271"/>
                  </a:lnTo>
                  <a:lnTo>
                    <a:pt x="329" y="274"/>
                  </a:lnTo>
                  <a:lnTo>
                    <a:pt x="327" y="277"/>
                  </a:lnTo>
                  <a:lnTo>
                    <a:pt x="328" y="279"/>
                  </a:lnTo>
                  <a:lnTo>
                    <a:pt x="325" y="286"/>
                  </a:lnTo>
                  <a:lnTo>
                    <a:pt x="327" y="295"/>
                  </a:lnTo>
                  <a:lnTo>
                    <a:pt x="316" y="301"/>
                  </a:lnTo>
                  <a:lnTo>
                    <a:pt x="311" y="301"/>
                  </a:lnTo>
                  <a:lnTo>
                    <a:pt x="302" y="305"/>
                  </a:lnTo>
                  <a:lnTo>
                    <a:pt x="302" y="303"/>
                  </a:lnTo>
                  <a:lnTo>
                    <a:pt x="298" y="300"/>
                  </a:lnTo>
                  <a:lnTo>
                    <a:pt x="296" y="293"/>
                  </a:lnTo>
                  <a:lnTo>
                    <a:pt x="295" y="292"/>
                  </a:lnTo>
                  <a:lnTo>
                    <a:pt x="292" y="292"/>
                  </a:lnTo>
                  <a:lnTo>
                    <a:pt x="292" y="287"/>
                  </a:lnTo>
                  <a:lnTo>
                    <a:pt x="289" y="287"/>
                  </a:lnTo>
                  <a:lnTo>
                    <a:pt x="283" y="290"/>
                  </a:lnTo>
                  <a:lnTo>
                    <a:pt x="280" y="293"/>
                  </a:lnTo>
                  <a:lnTo>
                    <a:pt x="276" y="296"/>
                  </a:lnTo>
                  <a:lnTo>
                    <a:pt x="272" y="304"/>
                  </a:lnTo>
                  <a:lnTo>
                    <a:pt x="277" y="312"/>
                  </a:lnTo>
                  <a:lnTo>
                    <a:pt x="275" y="318"/>
                  </a:lnTo>
                  <a:lnTo>
                    <a:pt x="270" y="320"/>
                  </a:lnTo>
                  <a:lnTo>
                    <a:pt x="266" y="323"/>
                  </a:lnTo>
                  <a:lnTo>
                    <a:pt x="259" y="329"/>
                  </a:lnTo>
                  <a:lnTo>
                    <a:pt x="252" y="331"/>
                  </a:lnTo>
                  <a:lnTo>
                    <a:pt x="251" y="334"/>
                  </a:lnTo>
                  <a:lnTo>
                    <a:pt x="251" y="335"/>
                  </a:lnTo>
                  <a:lnTo>
                    <a:pt x="245" y="337"/>
                  </a:lnTo>
                  <a:lnTo>
                    <a:pt x="245" y="339"/>
                  </a:lnTo>
                  <a:lnTo>
                    <a:pt x="238" y="334"/>
                  </a:lnTo>
                  <a:lnTo>
                    <a:pt x="234" y="334"/>
                  </a:lnTo>
                  <a:lnTo>
                    <a:pt x="232" y="335"/>
                  </a:lnTo>
                  <a:lnTo>
                    <a:pt x="229" y="342"/>
                  </a:lnTo>
                  <a:lnTo>
                    <a:pt x="227" y="344"/>
                  </a:lnTo>
                  <a:lnTo>
                    <a:pt x="220" y="343"/>
                  </a:lnTo>
                  <a:lnTo>
                    <a:pt x="218" y="345"/>
                  </a:lnTo>
                  <a:lnTo>
                    <a:pt x="217" y="348"/>
                  </a:lnTo>
                  <a:lnTo>
                    <a:pt x="218" y="354"/>
                  </a:lnTo>
                  <a:lnTo>
                    <a:pt x="216" y="358"/>
                  </a:lnTo>
                  <a:lnTo>
                    <a:pt x="218" y="361"/>
                  </a:lnTo>
                  <a:lnTo>
                    <a:pt x="217" y="370"/>
                  </a:lnTo>
                  <a:lnTo>
                    <a:pt x="219" y="373"/>
                  </a:lnTo>
                  <a:lnTo>
                    <a:pt x="221" y="378"/>
                  </a:lnTo>
                  <a:lnTo>
                    <a:pt x="218" y="380"/>
                  </a:lnTo>
                  <a:lnTo>
                    <a:pt x="216" y="383"/>
                  </a:lnTo>
                  <a:lnTo>
                    <a:pt x="211" y="388"/>
                  </a:lnTo>
                  <a:lnTo>
                    <a:pt x="207" y="388"/>
                  </a:lnTo>
                  <a:lnTo>
                    <a:pt x="202" y="395"/>
                  </a:lnTo>
                  <a:lnTo>
                    <a:pt x="205" y="398"/>
                  </a:lnTo>
                  <a:lnTo>
                    <a:pt x="203" y="402"/>
                  </a:lnTo>
                  <a:lnTo>
                    <a:pt x="204" y="405"/>
                  </a:lnTo>
                  <a:lnTo>
                    <a:pt x="201" y="408"/>
                  </a:lnTo>
                  <a:lnTo>
                    <a:pt x="199" y="413"/>
                  </a:lnTo>
                  <a:lnTo>
                    <a:pt x="203" y="415"/>
                  </a:lnTo>
                  <a:lnTo>
                    <a:pt x="205" y="423"/>
                  </a:lnTo>
                  <a:lnTo>
                    <a:pt x="210" y="425"/>
                  </a:lnTo>
                  <a:lnTo>
                    <a:pt x="210" y="427"/>
                  </a:lnTo>
                  <a:lnTo>
                    <a:pt x="213" y="429"/>
                  </a:lnTo>
                  <a:lnTo>
                    <a:pt x="220" y="429"/>
                  </a:lnTo>
                  <a:lnTo>
                    <a:pt x="221" y="433"/>
                  </a:lnTo>
                  <a:lnTo>
                    <a:pt x="221" y="440"/>
                  </a:lnTo>
                  <a:lnTo>
                    <a:pt x="222" y="445"/>
                  </a:lnTo>
                  <a:lnTo>
                    <a:pt x="221" y="449"/>
                  </a:lnTo>
                  <a:lnTo>
                    <a:pt x="220" y="454"/>
                  </a:lnTo>
                  <a:lnTo>
                    <a:pt x="221" y="456"/>
                  </a:lnTo>
                  <a:lnTo>
                    <a:pt x="223" y="465"/>
                  </a:lnTo>
                  <a:lnTo>
                    <a:pt x="221" y="476"/>
                  </a:lnTo>
                  <a:lnTo>
                    <a:pt x="221" y="476"/>
                  </a:lnTo>
                  <a:lnTo>
                    <a:pt x="217" y="476"/>
                  </a:lnTo>
                  <a:lnTo>
                    <a:pt x="210" y="480"/>
                  </a:lnTo>
                  <a:lnTo>
                    <a:pt x="210" y="481"/>
                  </a:lnTo>
                  <a:lnTo>
                    <a:pt x="207" y="482"/>
                  </a:lnTo>
                  <a:lnTo>
                    <a:pt x="205" y="485"/>
                  </a:lnTo>
                  <a:lnTo>
                    <a:pt x="199" y="490"/>
                  </a:lnTo>
                  <a:lnTo>
                    <a:pt x="192" y="492"/>
                  </a:lnTo>
                  <a:lnTo>
                    <a:pt x="188" y="492"/>
                  </a:lnTo>
                  <a:lnTo>
                    <a:pt x="184" y="490"/>
                  </a:lnTo>
                  <a:lnTo>
                    <a:pt x="182" y="486"/>
                  </a:lnTo>
                  <a:lnTo>
                    <a:pt x="181" y="481"/>
                  </a:lnTo>
                  <a:lnTo>
                    <a:pt x="179" y="479"/>
                  </a:lnTo>
                  <a:lnTo>
                    <a:pt x="176" y="477"/>
                  </a:lnTo>
                  <a:lnTo>
                    <a:pt x="172" y="476"/>
                  </a:lnTo>
                  <a:lnTo>
                    <a:pt x="169" y="480"/>
                  </a:lnTo>
                  <a:lnTo>
                    <a:pt x="152" y="481"/>
                  </a:lnTo>
                  <a:lnTo>
                    <a:pt x="147" y="478"/>
                  </a:lnTo>
                  <a:lnTo>
                    <a:pt x="145" y="477"/>
                  </a:lnTo>
                  <a:lnTo>
                    <a:pt x="143" y="473"/>
                  </a:lnTo>
                  <a:lnTo>
                    <a:pt x="142" y="473"/>
                  </a:lnTo>
                  <a:lnTo>
                    <a:pt x="139" y="470"/>
                  </a:lnTo>
                  <a:lnTo>
                    <a:pt x="138" y="470"/>
                  </a:lnTo>
                  <a:lnTo>
                    <a:pt x="131" y="473"/>
                  </a:lnTo>
                  <a:lnTo>
                    <a:pt x="118" y="472"/>
                  </a:lnTo>
                  <a:lnTo>
                    <a:pt x="116" y="469"/>
                  </a:lnTo>
                  <a:lnTo>
                    <a:pt x="112" y="466"/>
                  </a:lnTo>
                  <a:lnTo>
                    <a:pt x="109" y="469"/>
                  </a:lnTo>
                  <a:lnTo>
                    <a:pt x="106" y="469"/>
                  </a:lnTo>
                  <a:lnTo>
                    <a:pt x="101" y="473"/>
                  </a:lnTo>
                  <a:lnTo>
                    <a:pt x="100" y="476"/>
                  </a:lnTo>
                  <a:lnTo>
                    <a:pt x="98" y="477"/>
                  </a:lnTo>
                  <a:lnTo>
                    <a:pt x="98" y="480"/>
                  </a:lnTo>
                  <a:lnTo>
                    <a:pt x="97" y="482"/>
                  </a:lnTo>
                  <a:lnTo>
                    <a:pt x="97" y="490"/>
                  </a:lnTo>
                  <a:lnTo>
                    <a:pt x="95" y="492"/>
                  </a:lnTo>
                  <a:lnTo>
                    <a:pt x="91" y="499"/>
                  </a:lnTo>
                  <a:lnTo>
                    <a:pt x="92" y="503"/>
                  </a:lnTo>
                  <a:lnTo>
                    <a:pt x="92" y="509"/>
                  </a:lnTo>
                  <a:lnTo>
                    <a:pt x="95" y="516"/>
                  </a:lnTo>
                  <a:lnTo>
                    <a:pt x="96" y="522"/>
                  </a:lnTo>
                  <a:lnTo>
                    <a:pt x="92" y="522"/>
                  </a:lnTo>
                  <a:lnTo>
                    <a:pt x="85" y="526"/>
                  </a:lnTo>
                  <a:lnTo>
                    <a:pt x="76" y="528"/>
                  </a:lnTo>
                  <a:lnTo>
                    <a:pt x="73" y="529"/>
                  </a:lnTo>
                  <a:lnTo>
                    <a:pt x="68" y="530"/>
                  </a:lnTo>
                  <a:lnTo>
                    <a:pt x="63" y="536"/>
                  </a:lnTo>
                  <a:lnTo>
                    <a:pt x="63" y="536"/>
                  </a:lnTo>
                  <a:lnTo>
                    <a:pt x="59" y="533"/>
                  </a:lnTo>
                  <a:lnTo>
                    <a:pt x="57" y="531"/>
                  </a:lnTo>
                  <a:lnTo>
                    <a:pt x="54" y="527"/>
                  </a:lnTo>
                  <a:lnTo>
                    <a:pt x="52" y="526"/>
                  </a:lnTo>
                  <a:lnTo>
                    <a:pt x="49" y="529"/>
                  </a:lnTo>
                  <a:lnTo>
                    <a:pt x="47" y="528"/>
                  </a:lnTo>
                  <a:lnTo>
                    <a:pt x="46" y="531"/>
                  </a:lnTo>
                  <a:lnTo>
                    <a:pt x="45" y="530"/>
                  </a:lnTo>
                  <a:lnTo>
                    <a:pt x="44" y="528"/>
                  </a:lnTo>
                  <a:lnTo>
                    <a:pt x="40" y="526"/>
                  </a:lnTo>
                  <a:lnTo>
                    <a:pt x="34" y="522"/>
                  </a:lnTo>
                  <a:lnTo>
                    <a:pt x="31" y="522"/>
                  </a:lnTo>
                  <a:lnTo>
                    <a:pt x="28" y="518"/>
                  </a:lnTo>
                  <a:lnTo>
                    <a:pt x="25" y="518"/>
                  </a:lnTo>
                  <a:lnTo>
                    <a:pt x="22" y="509"/>
                  </a:lnTo>
                  <a:lnTo>
                    <a:pt x="20" y="503"/>
                  </a:lnTo>
                  <a:lnTo>
                    <a:pt x="20" y="498"/>
                  </a:lnTo>
                  <a:lnTo>
                    <a:pt x="19" y="497"/>
                  </a:lnTo>
                  <a:lnTo>
                    <a:pt x="14" y="484"/>
                  </a:lnTo>
                  <a:lnTo>
                    <a:pt x="10" y="478"/>
                  </a:lnTo>
                  <a:lnTo>
                    <a:pt x="10" y="474"/>
                  </a:lnTo>
                  <a:lnTo>
                    <a:pt x="8" y="473"/>
                  </a:lnTo>
                  <a:lnTo>
                    <a:pt x="8" y="470"/>
                  </a:lnTo>
                  <a:lnTo>
                    <a:pt x="7" y="468"/>
                  </a:lnTo>
                  <a:lnTo>
                    <a:pt x="10" y="456"/>
                  </a:lnTo>
                  <a:lnTo>
                    <a:pt x="8" y="452"/>
                  </a:lnTo>
                  <a:lnTo>
                    <a:pt x="8" y="451"/>
                  </a:lnTo>
                  <a:lnTo>
                    <a:pt x="14" y="445"/>
                  </a:lnTo>
                  <a:lnTo>
                    <a:pt x="16" y="438"/>
                  </a:lnTo>
                  <a:lnTo>
                    <a:pt x="15" y="438"/>
                  </a:lnTo>
                  <a:lnTo>
                    <a:pt x="19" y="430"/>
                  </a:lnTo>
                  <a:lnTo>
                    <a:pt x="18" y="424"/>
                  </a:lnTo>
                  <a:lnTo>
                    <a:pt x="19" y="421"/>
                  </a:lnTo>
                  <a:lnTo>
                    <a:pt x="18" y="417"/>
                  </a:lnTo>
                  <a:lnTo>
                    <a:pt x="17" y="411"/>
                  </a:lnTo>
                  <a:lnTo>
                    <a:pt x="18" y="404"/>
                  </a:lnTo>
                  <a:lnTo>
                    <a:pt x="18" y="400"/>
                  </a:lnTo>
                  <a:lnTo>
                    <a:pt x="19" y="397"/>
                  </a:lnTo>
                  <a:lnTo>
                    <a:pt x="18" y="396"/>
                  </a:lnTo>
                  <a:lnTo>
                    <a:pt x="16" y="393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8" y="377"/>
                  </a:lnTo>
                  <a:lnTo>
                    <a:pt x="4" y="374"/>
                  </a:lnTo>
                  <a:lnTo>
                    <a:pt x="3" y="370"/>
                  </a:lnTo>
                  <a:lnTo>
                    <a:pt x="0" y="367"/>
                  </a:lnTo>
                  <a:lnTo>
                    <a:pt x="1" y="360"/>
                  </a:lnTo>
                  <a:lnTo>
                    <a:pt x="0" y="357"/>
                  </a:lnTo>
                  <a:lnTo>
                    <a:pt x="1" y="352"/>
                  </a:lnTo>
                  <a:lnTo>
                    <a:pt x="1" y="352"/>
                  </a:lnTo>
                  <a:lnTo>
                    <a:pt x="1" y="346"/>
                  </a:lnTo>
                  <a:lnTo>
                    <a:pt x="1" y="346"/>
                  </a:lnTo>
                  <a:lnTo>
                    <a:pt x="12" y="348"/>
                  </a:lnTo>
                  <a:lnTo>
                    <a:pt x="24" y="353"/>
                  </a:lnTo>
                  <a:lnTo>
                    <a:pt x="28" y="353"/>
                  </a:lnTo>
                  <a:lnTo>
                    <a:pt x="33" y="354"/>
                  </a:lnTo>
                  <a:lnTo>
                    <a:pt x="37" y="353"/>
                  </a:lnTo>
                  <a:lnTo>
                    <a:pt x="39" y="353"/>
                  </a:lnTo>
                  <a:lnTo>
                    <a:pt x="41" y="351"/>
                  </a:lnTo>
                  <a:lnTo>
                    <a:pt x="43" y="351"/>
                  </a:lnTo>
                  <a:lnTo>
                    <a:pt x="45" y="339"/>
                  </a:lnTo>
                  <a:lnTo>
                    <a:pt x="43" y="333"/>
                  </a:lnTo>
                  <a:lnTo>
                    <a:pt x="45" y="326"/>
                  </a:lnTo>
                  <a:lnTo>
                    <a:pt x="40" y="322"/>
                  </a:lnTo>
                  <a:lnTo>
                    <a:pt x="39" y="308"/>
                  </a:lnTo>
                  <a:lnTo>
                    <a:pt x="41" y="303"/>
                  </a:lnTo>
                  <a:lnTo>
                    <a:pt x="34" y="296"/>
                  </a:lnTo>
                  <a:lnTo>
                    <a:pt x="35" y="291"/>
                  </a:lnTo>
                  <a:lnTo>
                    <a:pt x="33" y="289"/>
                  </a:lnTo>
                  <a:lnTo>
                    <a:pt x="36" y="283"/>
                  </a:lnTo>
                  <a:lnTo>
                    <a:pt x="32" y="277"/>
                  </a:lnTo>
                  <a:lnTo>
                    <a:pt x="35" y="276"/>
                  </a:lnTo>
                  <a:lnTo>
                    <a:pt x="36" y="277"/>
                  </a:lnTo>
                  <a:lnTo>
                    <a:pt x="39" y="271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6" y="263"/>
                  </a:lnTo>
                  <a:lnTo>
                    <a:pt x="46" y="261"/>
                  </a:lnTo>
                  <a:lnTo>
                    <a:pt x="49" y="260"/>
                  </a:lnTo>
                  <a:lnTo>
                    <a:pt x="51" y="260"/>
                  </a:lnTo>
                  <a:lnTo>
                    <a:pt x="52" y="260"/>
                  </a:lnTo>
                  <a:lnTo>
                    <a:pt x="53" y="259"/>
                  </a:lnTo>
                  <a:lnTo>
                    <a:pt x="57" y="259"/>
                  </a:lnTo>
                  <a:lnTo>
                    <a:pt x="60" y="260"/>
                  </a:lnTo>
                  <a:lnTo>
                    <a:pt x="66" y="260"/>
                  </a:lnTo>
                  <a:lnTo>
                    <a:pt x="73" y="255"/>
                  </a:lnTo>
                  <a:lnTo>
                    <a:pt x="72" y="245"/>
                  </a:lnTo>
                  <a:lnTo>
                    <a:pt x="67" y="238"/>
                  </a:lnTo>
                  <a:lnTo>
                    <a:pt x="64" y="236"/>
                  </a:lnTo>
                  <a:lnTo>
                    <a:pt x="64" y="234"/>
                  </a:lnTo>
                  <a:lnTo>
                    <a:pt x="66" y="230"/>
                  </a:lnTo>
                  <a:lnTo>
                    <a:pt x="65" y="225"/>
                  </a:lnTo>
                  <a:lnTo>
                    <a:pt x="60" y="228"/>
                  </a:lnTo>
                  <a:lnTo>
                    <a:pt x="54" y="226"/>
                  </a:lnTo>
                  <a:lnTo>
                    <a:pt x="53" y="222"/>
                  </a:lnTo>
                  <a:lnTo>
                    <a:pt x="60" y="224"/>
                  </a:lnTo>
                  <a:lnTo>
                    <a:pt x="63" y="222"/>
                  </a:lnTo>
                  <a:lnTo>
                    <a:pt x="68" y="219"/>
                  </a:lnTo>
                  <a:lnTo>
                    <a:pt x="68" y="213"/>
                  </a:lnTo>
                  <a:lnTo>
                    <a:pt x="65" y="210"/>
                  </a:lnTo>
                  <a:lnTo>
                    <a:pt x="65" y="208"/>
                  </a:lnTo>
                  <a:lnTo>
                    <a:pt x="68" y="206"/>
                  </a:lnTo>
                  <a:lnTo>
                    <a:pt x="68" y="192"/>
                  </a:lnTo>
                  <a:lnTo>
                    <a:pt x="71" y="184"/>
                  </a:lnTo>
                  <a:lnTo>
                    <a:pt x="72" y="182"/>
                  </a:lnTo>
                  <a:lnTo>
                    <a:pt x="82" y="179"/>
                  </a:lnTo>
                  <a:lnTo>
                    <a:pt x="84" y="176"/>
                  </a:lnTo>
                  <a:lnTo>
                    <a:pt x="85" y="172"/>
                  </a:lnTo>
                  <a:lnTo>
                    <a:pt x="86" y="171"/>
                  </a:lnTo>
                  <a:lnTo>
                    <a:pt x="79" y="162"/>
                  </a:lnTo>
                  <a:lnTo>
                    <a:pt x="73" y="162"/>
                  </a:lnTo>
                  <a:lnTo>
                    <a:pt x="63" y="158"/>
                  </a:lnTo>
                  <a:lnTo>
                    <a:pt x="62" y="160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6" y="154"/>
                  </a:lnTo>
                  <a:lnTo>
                    <a:pt x="58" y="146"/>
                  </a:lnTo>
                  <a:lnTo>
                    <a:pt x="55" y="136"/>
                  </a:lnTo>
                  <a:lnTo>
                    <a:pt x="56" y="135"/>
                  </a:lnTo>
                  <a:lnTo>
                    <a:pt x="60" y="133"/>
                  </a:lnTo>
                  <a:lnTo>
                    <a:pt x="60" y="131"/>
                  </a:lnTo>
                  <a:lnTo>
                    <a:pt x="62" y="130"/>
                  </a:lnTo>
                  <a:lnTo>
                    <a:pt x="64" y="129"/>
                  </a:lnTo>
                  <a:lnTo>
                    <a:pt x="63" y="127"/>
                  </a:lnTo>
                  <a:lnTo>
                    <a:pt x="62" y="121"/>
                  </a:lnTo>
                  <a:lnTo>
                    <a:pt x="60" y="119"/>
                  </a:lnTo>
                  <a:lnTo>
                    <a:pt x="59" y="116"/>
                  </a:lnTo>
                  <a:lnTo>
                    <a:pt x="56" y="112"/>
                  </a:lnTo>
                  <a:lnTo>
                    <a:pt x="54" y="111"/>
                  </a:lnTo>
                  <a:lnTo>
                    <a:pt x="50" y="111"/>
                  </a:lnTo>
                  <a:lnTo>
                    <a:pt x="48" y="110"/>
                  </a:lnTo>
                  <a:lnTo>
                    <a:pt x="52" y="104"/>
                  </a:lnTo>
                  <a:lnTo>
                    <a:pt x="65" y="99"/>
                  </a:lnTo>
                  <a:lnTo>
                    <a:pt x="68" y="94"/>
                  </a:lnTo>
                  <a:lnTo>
                    <a:pt x="70" y="87"/>
                  </a:lnTo>
                  <a:lnTo>
                    <a:pt x="79" y="87"/>
                  </a:lnTo>
                  <a:lnTo>
                    <a:pt x="83" y="92"/>
                  </a:lnTo>
                  <a:lnTo>
                    <a:pt x="93" y="87"/>
                  </a:lnTo>
                  <a:lnTo>
                    <a:pt x="95" y="85"/>
                  </a:lnTo>
                  <a:lnTo>
                    <a:pt x="96" y="83"/>
                  </a:lnTo>
                  <a:lnTo>
                    <a:pt x="102" y="81"/>
                  </a:lnTo>
                  <a:lnTo>
                    <a:pt x="116" y="75"/>
                  </a:lnTo>
                  <a:lnTo>
                    <a:pt x="118" y="69"/>
                  </a:lnTo>
                  <a:lnTo>
                    <a:pt x="115" y="62"/>
                  </a:lnTo>
                  <a:lnTo>
                    <a:pt x="119" y="63"/>
                  </a:lnTo>
                  <a:lnTo>
                    <a:pt x="127" y="61"/>
                  </a:lnTo>
                  <a:lnTo>
                    <a:pt x="125" y="59"/>
                  </a:lnTo>
                  <a:lnTo>
                    <a:pt x="126" y="54"/>
                  </a:lnTo>
                  <a:lnTo>
                    <a:pt x="125" y="51"/>
                  </a:lnTo>
                  <a:lnTo>
                    <a:pt x="124" y="35"/>
                  </a:lnTo>
                  <a:lnTo>
                    <a:pt x="126" y="34"/>
                  </a:lnTo>
                  <a:lnTo>
                    <a:pt x="129" y="30"/>
                  </a:lnTo>
                  <a:lnTo>
                    <a:pt x="131" y="23"/>
                  </a:lnTo>
                  <a:lnTo>
                    <a:pt x="136" y="20"/>
                  </a:lnTo>
                  <a:lnTo>
                    <a:pt x="139" y="12"/>
                  </a:lnTo>
                  <a:lnTo>
                    <a:pt x="137" y="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5" name="Freeform 27">
              <a:extLst>
                <a:ext uri="{FF2B5EF4-FFF2-40B4-BE49-F238E27FC236}">
                  <a16:creationId xmlns:a16="http://schemas.microsoft.com/office/drawing/2014/main" id="{E85C76C2-CD8E-4B52-8AFA-16C2DF94BA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3563" y="3201562"/>
              <a:ext cx="977465" cy="958647"/>
            </a:xfrm>
            <a:custGeom>
              <a:avLst/>
              <a:gdLst>
                <a:gd name="T0" fmla="*/ 428 w 935"/>
                <a:gd name="T1" fmla="*/ 115 h 917"/>
                <a:gd name="T2" fmla="*/ 529 w 935"/>
                <a:gd name="T3" fmla="*/ 132 h 917"/>
                <a:gd name="T4" fmla="*/ 579 w 935"/>
                <a:gd name="T5" fmla="*/ 234 h 917"/>
                <a:gd name="T6" fmla="*/ 631 w 935"/>
                <a:gd name="T7" fmla="*/ 237 h 917"/>
                <a:gd name="T8" fmla="*/ 668 w 935"/>
                <a:gd name="T9" fmla="*/ 235 h 917"/>
                <a:gd name="T10" fmla="*/ 668 w 935"/>
                <a:gd name="T11" fmla="*/ 201 h 917"/>
                <a:gd name="T12" fmla="*/ 664 w 935"/>
                <a:gd name="T13" fmla="*/ 143 h 917"/>
                <a:gd name="T14" fmla="*/ 660 w 935"/>
                <a:gd name="T15" fmla="*/ 120 h 917"/>
                <a:gd name="T16" fmla="*/ 693 w 935"/>
                <a:gd name="T17" fmla="*/ 117 h 917"/>
                <a:gd name="T18" fmla="*/ 718 w 935"/>
                <a:gd name="T19" fmla="*/ 115 h 917"/>
                <a:gd name="T20" fmla="*/ 733 w 935"/>
                <a:gd name="T21" fmla="*/ 161 h 917"/>
                <a:gd name="T22" fmla="*/ 711 w 935"/>
                <a:gd name="T23" fmla="*/ 183 h 917"/>
                <a:gd name="T24" fmla="*/ 701 w 935"/>
                <a:gd name="T25" fmla="*/ 233 h 917"/>
                <a:gd name="T26" fmla="*/ 674 w 935"/>
                <a:gd name="T27" fmla="*/ 260 h 917"/>
                <a:gd name="T28" fmla="*/ 692 w 935"/>
                <a:gd name="T29" fmla="*/ 280 h 917"/>
                <a:gd name="T30" fmla="*/ 654 w 935"/>
                <a:gd name="T31" fmla="*/ 328 h 917"/>
                <a:gd name="T32" fmla="*/ 631 w 935"/>
                <a:gd name="T33" fmla="*/ 378 h 917"/>
                <a:gd name="T34" fmla="*/ 594 w 935"/>
                <a:gd name="T35" fmla="*/ 388 h 917"/>
                <a:gd name="T36" fmla="*/ 580 w 935"/>
                <a:gd name="T37" fmla="*/ 409 h 917"/>
                <a:gd name="T38" fmla="*/ 581 w 935"/>
                <a:gd name="T39" fmla="*/ 473 h 917"/>
                <a:gd name="T40" fmla="*/ 613 w 935"/>
                <a:gd name="T41" fmla="*/ 468 h 917"/>
                <a:gd name="T42" fmla="*/ 647 w 935"/>
                <a:gd name="T43" fmla="*/ 487 h 917"/>
                <a:gd name="T44" fmla="*/ 651 w 935"/>
                <a:gd name="T45" fmla="*/ 492 h 917"/>
                <a:gd name="T46" fmla="*/ 600 w 935"/>
                <a:gd name="T47" fmla="*/ 515 h 917"/>
                <a:gd name="T48" fmla="*/ 613 w 935"/>
                <a:gd name="T49" fmla="*/ 562 h 917"/>
                <a:gd name="T50" fmla="*/ 668 w 935"/>
                <a:gd name="T51" fmla="*/ 544 h 917"/>
                <a:gd name="T52" fmla="*/ 703 w 935"/>
                <a:gd name="T53" fmla="*/ 557 h 917"/>
                <a:gd name="T54" fmla="*/ 732 w 935"/>
                <a:gd name="T55" fmla="*/ 618 h 917"/>
                <a:gd name="T56" fmla="*/ 791 w 935"/>
                <a:gd name="T57" fmla="*/ 572 h 917"/>
                <a:gd name="T58" fmla="*/ 851 w 935"/>
                <a:gd name="T59" fmla="*/ 534 h 917"/>
                <a:gd name="T60" fmla="*/ 927 w 935"/>
                <a:gd name="T61" fmla="*/ 506 h 917"/>
                <a:gd name="T62" fmla="*/ 925 w 935"/>
                <a:gd name="T63" fmla="*/ 568 h 917"/>
                <a:gd name="T64" fmla="*/ 900 w 935"/>
                <a:gd name="T65" fmla="*/ 628 h 917"/>
                <a:gd name="T66" fmla="*/ 902 w 935"/>
                <a:gd name="T67" fmla="*/ 700 h 917"/>
                <a:gd name="T68" fmla="*/ 894 w 935"/>
                <a:gd name="T69" fmla="*/ 801 h 917"/>
                <a:gd name="T70" fmla="*/ 846 w 935"/>
                <a:gd name="T71" fmla="*/ 861 h 917"/>
                <a:gd name="T72" fmla="*/ 786 w 935"/>
                <a:gd name="T73" fmla="*/ 906 h 917"/>
                <a:gd name="T74" fmla="*/ 734 w 935"/>
                <a:gd name="T75" fmla="*/ 856 h 917"/>
                <a:gd name="T76" fmla="*/ 656 w 935"/>
                <a:gd name="T77" fmla="*/ 741 h 917"/>
                <a:gd name="T78" fmla="*/ 141 w 935"/>
                <a:gd name="T79" fmla="*/ 739 h 917"/>
                <a:gd name="T80" fmla="*/ 134 w 935"/>
                <a:gd name="T81" fmla="*/ 754 h 917"/>
                <a:gd name="T82" fmla="*/ 57 w 935"/>
                <a:gd name="T83" fmla="*/ 752 h 917"/>
                <a:gd name="T84" fmla="*/ 68 w 935"/>
                <a:gd name="T85" fmla="*/ 700 h 917"/>
                <a:gd name="T86" fmla="*/ 9 w 935"/>
                <a:gd name="T87" fmla="*/ 607 h 917"/>
                <a:gd name="T88" fmla="*/ 67 w 935"/>
                <a:gd name="T89" fmla="*/ 443 h 917"/>
                <a:gd name="T90" fmla="*/ 159 w 935"/>
                <a:gd name="T91" fmla="*/ 359 h 917"/>
                <a:gd name="T92" fmla="*/ 243 w 935"/>
                <a:gd name="T93" fmla="*/ 302 h 917"/>
                <a:gd name="T94" fmla="*/ 293 w 935"/>
                <a:gd name="T95" fmla="*/ 214 h 917"/>
                <a:gd name="T96" fmla="*/ 579 w 935"/>
                <a:gd name="T97" fmla="*/ 290 h 917"/>
                <a:gd name="T98" fmla="*/ 605 w 935"/>
                <a:gd name="T99" fmla="*/ 290 h 917"/>
                <a:gd name="T100" fmla="*/ 641 w 935"/>
                <a:gd name="T101" fmla="*/ 266 h 917"/>
                <a:gd name="T102" fmla="*/ 609 w 935"/>
                <a:gd name="T103" fmla="*/ 260 h 917"/>
                <a:gd name="T104" fmla="*/ 562 w 935"/>
                <a:gd name="T105" fmla="*/ 273 h 917"/>
                <a:gd name="T106" fmla="*/ 562 w 935"/>
                <a:gd name="T107" fmla="*/ 299 h 917"/>
                <a:gd name="T108" fmla="*/ 785 w 935"/>
                <a:gd name="T109" fmla="*/ 28 h 917"/>
                <a:gd name="T110" fmla="*/ 804 w 935"/>
                <a:gd name="T111" fmla="*/ 105 h 917"/>
                <a:gd name="T112" fmla="*/ 795 w 935"/>
                <a:gd name="T113" fmla="*/ 132 h 917"/>
                <a:gd name="T114" fmla="*/ 765 w 935"/>
                <a:gd name="T115" fmla="*/ 150 h 917"/>
                <a:gd name="T116" fmla="*/ 739 w 935"/>
                <a:gd name="T117" fmla="*/ 130 h 917"/>
                <a:gd name="T118" fmla="*/ 715 w 935"/>
                <a:gd name="T119" fmla="*/ 7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5" h="917">
                  <a:moveTo>
                    <a:pt x="311" y="155"/>
                  </a:moveTo>
                  <a:lnTo>
                    <a:pt x="316" y="157"/>
                  </a:lnTo>
                  <a:lnTo>
                    <a:pt x="317" y="160"/>
                  </a:lnTo>
                  <a:lnTo>
                    <a:pt x="329" y="162"/>
                  </a:lnTo>
                  <a:lnTo>
                    <a:pt x="363" y="150"/>
                  </a:lnTo>
                  <a:lnTo>
                    <a:pt x="367" y="146"/>
                  </a:lnTo>
                  <a:lnTo>
                    <a:pt x="373" y="138"/>
                  </a:lnTo>
                  <a:lnTo>
                    <a:pt x="380" y="136"/>
                  </a:lnTo>
                  <a:lnTo>
                    <a:pt x="385" y="131"/>
                  </a:lnTo>
                  <a:lnTo>
                    <a:pt x="391" y="130"/>
                  </a:lnTo>
                  <a:lnTo>
                    <a:pt x="401" y="124"/>
                  </a:lnTo>
                  <a:lnTo>
                    <a:pt x="411" y="119"/>
                  </a:lnTo>
                  <a:lnTo>
                    <a:pt x="411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2" y="119"/>
                  </a:lnTo>
                  <a:lnTo>
                    <a:pt x="428" y="115"/>
                  </a:lnTo>
                  <a:lnTo>
                    <a:pt x="435" y="113"/>
                  </a:lnTo>
                  <a:lnTo>
                    <a:pt x="444" y="113"/>
                  </a:lnTo>
                  <a:lnTo>
                    <a:pt x="459" y="93"/>
                  </a:lnTo>
                  <a:lnTo>
                    <a:pt x="461" y="88"/>
                  </a:lnTo>
                  <a:lnTo>
                    <a:pt x="479" y="75"/>
                  </a:lnTo>
                  <a:lnTo>
                    <a:pt x="518" y="58"/>
                  </a:lnTo>
                  <a:lnTo>
                    <a:pt x="518" y="61"/>
                  </a:lnTo>
                  <a:lnTo>
                    <a:pt x="521" y="64"/>
                  </a:lnTo>
                  <a:lnTo>
                    <a:pt x="516" y="81"/>
                  </a:lnTo>
                  <a:lnTo>
                    <a:pt x="515" y="92"/>
                  </a:lnTo>
                  <a:lnTo>
                    <a:pt x="519" y="93"/>
                  </a:lnTo>
                  <a:lnTo>
                    <a:pt x="534" y="105"/>
                  </a:lnTo>
                  <a:lnTo>
                    <a:pt x="532" y="117"/>
                  </a:lnTo>
                  <a:lnTo>
                    <a:pt x="534" y="118"/>
                  </a:lnTo>
                  <a:lnTo>
                    <a:pt x="534" y="119"/>
                  </a:lnTo>
                  <a:lnTo>
                    <a:pt x="532" y="129"/>
                  </a:lnTo>
                  <a:lnTo>
                    <a:pt x="529" y="132"/>
                  </a:lnTo>
                  <a:lnTo>
                    <a:pt x="528" y="135"/>
                  </a:lnTo>
                  <a:lnTo>
                    <a:pt x="529" y="136"/>
                  </a:lnTo>
                  <a:lnTo>
                    <a:pt x="534" y="132"/>
                  </a:lnTo>
                  <a:lnTo>
                    <a:pt x="546" y="134"/>
                  </a:lnTo>
                  <a:lnTo>
                    <a:pt x="565" y="154"/>
                  </a:lnTo>
                  <a:lnTo>
                    <a:pt x="565" y="154"/>
                  </a:lnTo>
                  <a:lnTo>
                    <a:pt x="535" y="183"/>
                  </a:lnTo>
                  <a:lnTo>
                    <a:pt x="564" y="214"/>
                  </a:lnTo>
                  <a:lnTo>
                    <a:pt x="569" y="211"/>
                  </a:lnTo>
                  <a:lnTo>
                    <a:pt x="571" y="216"/>
                  </a:lnTo>
                  <a:lnTo>
                    <a:pt x="564" y="222"/>
                  </a:lnTo>
                  <a:lnTo>
                    <a:pt x="562" y="226"/>
                  </a:lnTo>
                  <a:lnTo>
                    <a:pt x="563" y="227"/>
                  </a:lnTo>
                  <a:lnTo>
                    <a:pt x="565" y="225"/>
                  </a:lnTo>
                  <a:lnTo>
                    <a:pt x="566" y="222"/>
                  </a:lnTo>
                  <a:lnTo>
                    <a:pt x="570" y="225"/>
                  </a:lnTo>
                  <a:lnTo>
                    <a:pt x="579" y="234"/>
                  </a:lnTo>
                  <a:lnTo>
                    <a:pt x="585" y="231"/>
                  </a:lnTo>
                  <a:lnTo>
                    <a:pt x="589" y="234"/>
                  </a:lnTo>
                  <a:lnTo>
                    <a:pt x="593" y="240"/>
                  </a:lnTo>
                  <a:lnTo>
                    <a:pt x="598" y="242"/>
                  </a:lnTo>
                  <a:lnTo>
                    <a:pt x="600" y="246"/>
                  </a:lnTo>
                  <a:lnTo>
                    <a:pt x="602" y="241"/>
                  </a:lnTo>
                  <a:lnTo>
                    <a:pt x="607" y="244"/>
                  </a:lnTo>
                  <a:lnTo>
                    <a:pt x="609" y="243"/>
                  </a:lnTo>
                  <a:lnTo>
                    <a:pt x="613" y="237"/>
                  </a:lnTo>
                  <a:lnTo>
                    <a:pt x="615" y="239"/>
                  </a:lnTo>
                  <a:lnTo>
                    <a:pt x="616" y="239"/>
                  </a:lnTo>
                  <a:lnTo>
                    <a:pt x="623" y="232"/>
                  </a:lnTo>
                  <a:lnTo>
                    <a:pt x="627" y="229"/>
                  </a:lnTo>
                  <a:lnTo>
                    <a:pt x="631" y="232"/>
                  </a:lnTo>
                  <a:lnTo>
                    <a:pt x="632" y="233"/>
                  </a:lnTo>
                  <a:lnTo>
                    <a:pt x="630" y="234"/>
                  </a:lnTo>
                  <a:lnTo>
                    <a:pt x="631" y="237"/>
                  </a:lnTo>
                  <a:lnTo>
                    <a:pt x="638" y="240"/>
                  </a:lnTo>
                  <a:lnTo>
                    <a:pt x="638" y="239"/>
                  </a:lnTo>
                  <a:lnTo>
                    <a:pt x="640" y="238"/>
                  </a:lnTo>
                  <a:lnTo>
                    <a:pt x="641" y="239"/>
                  </a:lnTo>
                  <a:lnTo>
                    <a:pt x="641" y="241"/>
                  </a:lnTo>
                  <a:lnTo>
                    <a:pt x="643" y="242"/>
                  </a:lnTo>
                  <a:lnTo>
                    <a:pt x="646" y="241"/>
                  </a:lnTo>
                  <a:lnTo>
                    <a:pt x="647" y="241"/>
                  </a:lnTo>
                  <a:lnTo>
                    <a:pt x="651" y="240"/>
                  </a:lnTo>
                  <a:lnTo>
                    <a:pt x="656" y="241"/>
                  </a:lnTo>
                  <a:lnTo>
                    <a:pt x="657" y="240"/>
                  </a:lnTo>
                  <a:lnTo>
                    <a:pt x="660" y="239"/>
                  </a:lnTo>
                  <a:lnTo>
                    <a:pt x="660" y="236"/>
                  </a:lnTo>
                  <a:lnTo>
                    <a:pt x="664" y="236"/>
                  </a:lnTo>
                  <a:lnTo>
                    <a:pt x="665" y="235"/>
                  </a:lnTo>
                  <a:lnTo>
                    <a:pt x="668" y="234"/>
                  </a:lnTo>
                  <a:lnTo>
                    <a:pt x="668" y="235"/>
                  </a:lnTo>
                  <a:lnTo>
                    <a:pt x="666" y="236"/>
                  </a:lnTo>
                  <a:lnTo>
                    <a:pt x="669" y="239"/>
                  </a:lnTo>
                  <a:lnTo>
                    <a:pt x="673" y="233"/>
                  </a:lnTo>
                  <a:lnTo>
                    <a:pt x="673" y="228"/>
                  </a:lnTo>
                  <a:lnTo>
                    <a:pt x="676" y="222"/>
                  </a:lnTo>
                  <a:lnTo>
                    <a:pt x="676" y="219"/>
                  </a:lnTo>
                  <a:lnTo>
                    <a:pt x="680" y="217"/>
                  </a:lnTo>
                  <a:lnTo>
                    <a:pt x="681" y="214"/>
                  </a:lnTo>
                  <a:lnTo>
                    <a:pt x="684" y="211"/>
                  </a:lnTo>
                  <a:lnTo>
                    <a:pt x="684" y="209"/>
                  </a:lnTo>
                  <a:lnTo>
                    <a:pt x="681" y="205"/>
                  </a:lnTo>
                  <a:lnTo>
                    <a:pt x="678" y="205"/>
                  </a:lnTo>
                  <a:lnTo>
                    <a:pt x="676" y="203"/>
                  </a:lnTo>
                  <a:lnTo>
                    <a:pt x="672" y="207"/>
                  </a:lnTo>
                  <a:lnTo>
                    <a:pt x="670" y="211"/>
                  </a:lnTo>
                  <a:lnTo>
                    <a:pt x="664" y="209"/>
                  </a:lnTo>
                  <a:lnTo>
                    <a:pt x="668" y="201"/>
                  </a:lnTo>
                  <a:lnTo>
                    <a:pt x="667" y="197"/>
                  </a:lnTo>
                  <a:lnTo>
                    <a:pt x="668" y="195"/>
                  </a:lnTo>
                  <a:lnTo>
                    <a:pt x="666" y="195"/>
                  </a:lnTo>
                  <a:lnTo>
                    <a:pt x="668" y="194"/>
                  </a:lnTo>
                  <a:lnTo>
                    <a:pt x="663" y="184"/>
                  </a:lnTo>
                  <a:lnTo>
                    <a:pt x="665" y="181"/>
                  </a:lnTo>
                  <a:lnTo>
                    <a:pt x="666" y="176"/>
                  </a:lnTo>
                  <a:lnTo>
                    <a:pt x="670" y="168"/>
                  </a:lnTo>
                  <a:lnTo>
                    <a:pt x="676" y="161"/>
                  </a:lnTo>
                  <a:lnTo>
                    <a:pt x="678" y="160"/>
                  </a:lnTo>
                  <a:lnTo>
                    <a:pt x="684" y="155"/>
                  </a:lnTo>
                  <a:lnTo>
                    <a:pt x="682" y="152"/>
                  </a:lnTo>
                  <a:lnTo>
                    <a:pt x="681" y="153"/>
                  </a:lnTo>
                  <a:lnTo>
                    <a:pt x="679" y="147"/>
                  </a:lnTo>
                  <a:lnTo>
                    <a:pt x="678" y="148"/>
                  </a:lnTo>
                  <a:lnTo>
                    <a:pt x="671" y="140"/>
                  </a:lnTo>
                  <a:lnTo>
                    <a:pt x="664" y="143"/>
                  </a:lnTo>
                  <a:lnTo>
                    <a:pt x="663" y="142"/>
                  </a:lnTo>
                  <a:lnTo>
                    <a:pt x="657" y="145"/>
                  </a:lnTo>
                  <a:lnTo>
                    <a:pt x="657" y="143"/>
                  </a:lnTo>
                  <a:lnTo>
                    <a:pt x="656" y="144"/>
                  </a:lnTo>
                  <a:lnTo>
                    <a:pt x="654" y="141"/>
                  </a:lnTo>
                  <a:lnTo>
                    <a:pt x="659" y="138"/>
                  </a:lnTo>
                  <a:lnTo>
                    <a:pt x="661" y="139"/>
                  </a:lnTo>
                  <a:lnTo>
                    <a:pt x="664" y="136"/>
                  </a:lnTo>
                  <a:lnTo>
                    <a:pt x="668" y="135"/>
                  </a:lnTo>
                  <a:lnTo>
                    <a:pt x="668" y="138"/>
                  </a:lnTo>
                  <a:lnTo>
                    <a:pt x="670" y="138"/>
                  </a:lnTo>
                  <a:lnTo>
                    <a:pt x="676" y="133"/>
                  </a:lnTo>
                  <a:lnTo>
                    <a:pt x="668" y="123"/>
                  </a:lnTo>
                  <a:lnTo>
                    <a:pt x="665" y="125"/>
                  </a:lnTo>
                  <a:lnTo>
                    <a:pt x="664" y="124"/>
                  </a:lnTo>
                  <a:lnTo>
                    <a:pt x="663" y="124"/>
                  </a:lnTo>
                  <a:lnTo>
                    <a:pt x="660" y="120"/>
                  </a:lnTo>
                  <a:lnTo>
                    <a:pt x="659" y="120"/>
                  </a:lnTo>
                  <a:lnTo>
                    <a:pt x="657" y="119"/>
                  </a:lnTo>
                  <a:lnTo>
                    <a:pt x="657" y="119"/>
                  </a:lnTo>
                  <a:lnTo>
                    <a:pt x="633" y="89"/>
                  </a:lnTo>
                  <a:lnTo>
                    <a:pt x="633" y="89"/>
                  </a:lnTo>
                  <a:lnTo>
                    <a:pt x="657" y="71"/>
                  </a:lnTo>
                  <a:lnTo>
                    <a:pt x="657" y="71"/>
                  </a:lnTo>
                  <a:lnTo>
                    <a:pt x="681" y="100"/>
                  </a:lnTo>
                  <a:lnTo>
                    <a:pt x="684" y="101"/>
                  </a:lnTo>
                  <a:lnTo>
                    <a:pt x="679" y="106"/>
                  </a:lnTo>
                  <a:lnTo>
                    <a:pt x="680" y="109"/>
                  </a:lnTo>
                  <a:lnTo>
                    <a:pt x="683" y="108"/>
                  </a:lnTo>
                  <a:lnTo>
                    <a:pt x="686" y="109"/>
                  </a:lnTo>
                  <a:lnTo>
                    <a:pt x="689" y="113"/>
                  </a:lnTo>
                  <a:lnTo>
                    <a:pt x="690" y="112"/>
                  </a:lnTo>
                  <a:lnTo>
                    <a:pt x="691" y="116"/>
                  </a:lnTo>
                  <a:lnTo>
                    <a:pt x="693" y="117"/>
                  </a:lnTo>
                  <a:lnTo>
                    <a:pt x="694" y="119"/>
                  </a:lnTo>
                  <a:lnTo>
                    <a:pt x="696" y="120"/>
                  </a:lnTo>
                  <a:lnTo>
                    <a:pt x="701" y="128"/>
                  </a:lnTo>
                  <a:lnTo>
                    <a:pt x="700" y="129"/>
                  </a:lnTo>
                  <a:lnTo>
                    <a:pt x="701" y="130"/>
                  </a:lnTo>
                  <a:lnTo>
                    <a:pt x="703" y="129"/>
                  </a:lnTo>
                  <a:lnTo>
                    <a:pt x="705" y="132"/>
                  </a:lnTo>
                  <a:lnTo>
                    <a:pt x="711" y="140"/>
                  </a:lnTo>
                  <a:lnTo>
                    <a:pt x="714" y="138"/>
                  </a:lnTo>
                  <a:lnTo>
                    <a:pt x="710" y="127"/>
                  </a:lnTo>
                  <a:lnTo>
                    <a:pt x="708" y="127"/>
                  </a:lnTo>
                  <a:lnTo>
                    <a:pt x="706" y="122"/>
                  </a:lnTo>
                  <a:lnTo>
                    <a:pt x="709" y="120"/>
                  </a:lnTo>
                  <a:lnTo>
                    <a:pt x="714" y="119"/>
                  </a:lnTo>
                  <a:lnTo>
                    <a:pt x="716" y="118"/>
                  </a:lnTo>
                  <a:lnTo>
                    <a:pt x="716" y="116"/>
                  </a:lnTo>
                  <a:lnTo>
                    <a:pt x="718" y="115"/>
                  </a:lnTo>
                  <a:lnTo>
                    <a:pt x="724" y="121"/>
                  </a:lnTo>
                  <a:lnTo>
                    <a:pt x="731" y="131"/>
                  </a:lnTo>
                  <a:lnTo>
                    <a:pt x="728" y="134"/>
                  </a:lnTo>
                  <a:lnTo>
                    <a:pt x="728" y="135"/>
                  </a:lnTo>
                  <a:lnTo>
                    <a:pt x="723" y="139"/>
                  </a:lnTo>
                  <a:lnTo>
                    <a:pt x="722" y="146"/>
                  </a:lnTo>
                  <a:lnTo>
                    <a:pt x="721" y="148"/>
                  </a:lnTo>
                  <a:lnTo>
                    <a:pt x="722" y="151"/>
                  </a:lnTo>
                  <a:lnTo>
                    <a:pt x="721" y="154"/>
                  </a:lnTo>
                  <a:lnTo>
                    <a:pt x="719" y="154"/>
                  </a:lnTo>
                  <a:lnTo>
                    <a:pt x="721" y="160"/>
                  </a:lnTo>
                  <a:lnTo>
                    <a:pt x="720" y="162"/>
                  </a:lnTo>
                  <a:lnTo>
                    <a:pt x="722" y="163"/>
                  </a:lnTo>
                  <a:lnTo>
                    <a:pt x="724" y="164"/>
                  </a:lnTo>
                  <a:lnTo>
                    <a:pt x="730" y="158"/>
                  </a:lnTo>
                  <a:lnTo>
                    <a:pt x="731" y="159"/>
                  </a:lnTo>
                  <a:lnTo>
                    <a:pt x="733" y="161"/>
                  </a:lnTo>
                  <a:lnTo>
                    <a:pt x="728" y="165"/>
                  </a:lnTo>
                  <a:lnTo>
                    <a:pt x="728" y="167"/>
                  </a:lnTo>
                  <a:lnTo>
                    <a:pt x="729" y="168"/>
                  </a:lnTo>
                  <a:lnTo>
                    <a:pt x="726" y="171"/>
                  </a:lnTo>
                  <a:lnTo>
                    <a:pt x="729" y="173"/>
                  </a:lnTo>
                  <a:lnTo>
                    <a:pt x="728" y="176"/>
                  </a:lnTo>
                  <a:lnTo>
                    <a:pt x="733" y="178"/>
                  </a:lnTo>
                  <a:lnTo>
                    <a:pt x="731" y="186"/>
                  </a:lnTo>
                  <a:lnTo>
                    <a:pt x="728" y="190"/>
                  </a:lnTo>
                  <a:lnTo>
                    <a:pt x="728" y="191"/>
                  </a:lnTo>
                  <a:lnTo>
                    <a:pt x="719" y="190"/>
                  </a:lnTo>
                  <a:lnTo>
                    <a:pt x="717" y="187"/>
                  </a:lnTo>
                  <a:lnTo>
                    <a:pt x="717" y="189"/>
                  </a:lnTo>
                  <a:lnTo>
                    <a:pt x="716" y="188"/>
                  </a:lnTo>
                  <a:lnTo>
                    <a:pt x="714" y="185"/>
                  </a:lnTo>
                  <a:lnTo>
                    <a:pt x="712" y="184"/>
                  </a:lnTo>
                  <a:lnTo>
                    <a:pt x="711" y="183"/>
                  </a:lnTo>
                  <a:lnTo>
                    <a:pt x="711" y="184"/>
                  </a:lnTo>
                  <a:lnTo>
                    <a:pt x="706" y="192"/>
                  </a:lnTo>
                  <a:lnTo>
                    <a:pt x="708" y="196"/>
                  </a:lnTo>
                  <a:lnTo>
                    <a:pt x="705" y="199"/>
                  </a:lnTo>
                  <a:lnTo>
                    <a:pt x="707" y="202"/>
                  </a:lnTo>
                  <a:lnTo>
                    <a:pt x="706" y="203"/>
                  </a:lnTo>
                  <a:lnTo>
                    <a:pt x="706" y="204"/>
                  </a:lnTo>
                  <a:lnTo>
                    <a:pt x="711" y="209"/>
                  </a:lnTo>
                  <a:lnTo>
                    <a:pt x="710" y="211"/>
                  </a:lnTo>
                  <a:lnTo>
                    <a:pt x="713" y="213"/>
                  </a:lnTo>
                  <a:lnTo>
                    <a:pt x="711" y="214"/>
                  </a:lnTo>
                  <a:lnTo>
                    <a:pt x="712" y="214"/>
                  </a:lnTo>
                  <a:lnTo>
                    <a:pt x="710" y="216"/>
                  </a:lnTo>
                  <a:lnTo>
                    <a:pt x="705" y="223"/>
                  </a:lnTo>
                  <a:lnTo>
                    <a:pt x="706" y="228"/>
                  </a:lnTo>
                  <a:lnTo>
                    <a:pt x="705" y="230"/>
                  </a:lnTo>
                  <a:lnTo>
                    <a:pt x="701" y="233"/>
                  </a:lnTo>
                  <a:lnTo>
                    <a:pt x="699" y="236"/>
                  </a:lnTo>
                  <a:lnTo>
                    <a:pt x="696" y="233"/>
                  </a:lnTo>
                  <a:lnTo>
                    <a:pt x="693" y="234"/>
                  </a:lnTo>
                  <a:lnTo>
                    <a:pt x="691" y="238"/>
                  </a:lnTo>
                  <a:lnTo>
                    <a:pt x="690" y="237"/>
                  </a:lnTo>
                  <a:lnTo>
                    <a:pt x="689" y="241"/>
                  </a:lnTo>
                  <a:lnTo>
                    <a:pt x="685" y="244"/>
                  </a:lnTo>
                  <a:lnTo>
                    <a:pt x="686" y="245"/>
                  </a:lnTo>
                  <a:lnTo>
                    <a:pt x="684" y="247"/>
                  </a:lnTo>
                  <a:lnTo>
                    <a:pt x="686" y="248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3" y="251"/>
                  </a:lnTo>
                  <a:lnTo>
                    <a:pt x="683" y="253"/>
                  </a:lnTo>
                  <a:lnTo>
                    <a:pt x="676" y="262"/>
                  </a:lnTo>
                  <a:lnTo>
                    <a:pt x="673" y="261"/>
                  </a:lnTo>
                  <a:lnTo>
                    <a:pt x="674" y="260"/>
                  </a:lnTo>
                  <a:lnTo>
                    <a:pt x="673" y="258"/>
                  </a:lnTo>
                  <a:lnTo>
                    <a:pt x="673" y="260"/>
                  </a:lnTo>
                  <a:lnTo>
                    <a:pt x="671" y="258"/>
                  </a:lnTo>
                  <a:lnTo>
                    <a:pt x="666" y="265"/>
                  </a:lnTo>
                  <a:lnTo>
                    <a:pt x="668" y="266"/>
                  </a:lnTo>
                  <a:lnTo>
                    <a:pt x="667" y="268"/>
                  </a:lnTo>
                  <a:lnTo>
                    <a:pt x="668" y="269"/>
                  </a:lnTo>
                  <a:lnTo>
                    <a:pt x="669" y="268"/>
                  </a:lnTo>
                  <a:lnTo>
                    <a:pt x="672" y="269"/>
                  </a:lnTo>
                  <a:lnTo>
                    <a:pt x="673" y="269"/>
                  </a:lnTo>
                  <a:lnTo>
                    <a:pt x="676" y="272"/>
                  </a:lnTo>
                  <a:lnTo>
                    <a:pt x="684" y="269"/>
                  </a:lnTo>
                  <a:lnTo>
                    <a:pt x="686" y="271"/>
                  </a:lnTo>
                  <a:lnTo>
                    <a:pt x="690" y="274"/>
                  </a:lnTo>
                  <a:lnTo>
                    <a:pt x="691" y="278"/>
                  </a:lnTo>
                  <a:lnTo>
                    <a:pt x="692" y="279"/>
                  </a:lnTo>
                  <a:lnTo>
                    <a:pt x="692" y="280"/>
                  </a:lnTo>
                  <a:lnTo>
                    <a:pt x="689" y="286"/>
                  </a:lnTo>
                  <a:lnTo>
                    <a:pt x="689" y="289"/>
                  </a:lnTo>
                  <a:lnTo>
                    <a:pt x="688" y="290"/>
                  </a:lnTo>
                  <a:lnTo>
                    <a:pt x="689" y="291"/>
                  </a:lnTo>
                  <a:lnTo>
                    <a:pt x="687" y="293"/>
                  </a:lnTo>
                  <a:lnTo>
                    <a:pt x="684" y="296"/>
                  </a:lnTo>
                  <a:lnTo>
                    <a:pt x="678" y="303"/>
                  </a:lnTo>
                  <a:lnTo>
                    <a:pt x="676" y="307"/>
                  </a:lnTo>
                  <a:lnTo>
                    <a:pt x="673" y="307"/>
                  </a:lnTo>
                  <a:lnTo>
                    <a:pt x="672" y="309"/>
                  </a:lnTo>
                  <a:lnTo>
                    <a:pt x="669" y="310"/>
                  </a:lnTo>
                  <a:lnTo>
                    <a:pt x="664" y="315"/>
                  </a:lnTo>
                  <a:lnTo>
                    <a:pt x="664" y="314"/>
                  </a:lnTo>
                  <a:lnTo>
                    <a:pt x="660" y="319"/>
                  </a:lnTo>
                  <a:lnTo>
                    <a:pt x="657" y="324"/>
                  </a:lnTo>
                  <a:lnTo>
                    <a:pt x="657" y="323"/>
                  </a:lnTo>
                  <a:lnTo>
                    <a:pt x="654" y="328"/>
                  </a:lnTo>
                  <a:lnTo>
                    <a:pt x="655" y="329"/>
                  </a:lnTo>
                  <a:lnTo>
                    <a:pt x="653" y="334"/>
                  </a:lnTo>
                  <a:lnTo>
                    <a:pt x="649" y="337"/>
                  </a:lnTo>
                  <a:lnTo>
                    <a:pt x="647" y="341"/>
                  </a:lnTo>
                  <a:lnTo>
                    <a:pt x="645" y="341"/>
                  </a:lnTo>
                  <a:lnTo>
                    <a:pt x="638" y="349"/>
                  </a:lnTo>
                  <a:lnTo>
                    <a:pt x="635" y="346"/>
                  </a:lnTo>
                  <a:lnTo>
                    <a:pt x="632" y="348"/>
                  </a:lnTo>
                  <a:lnTo>
                    <a:pt x="632" y="351"/>
                  </a:lnTo>
                  <a:lnTo>
                    <a:pt x="630" y="351"/>
                  </a:lnTo>
                  <a:lnTo>
                    <a:pt x="632" y="357"/>
                  </a:lnTo>
                  <a:lnTo>
                    <a:pt x="638" y="360"/>
                  </a:lnTo>
                  <a:lnTo>
                    <a:pt x="632" y="370"/>
                  </a:lnTo>
                  <a:lnTo>
                    <a:pt x="635" y="372"/>
                  </a:lnTo>
                  <a:lnTo>
                    <a:pt x="635" y="375"/>
                  </a:lnTo>
                  <a:lnTo>
                    <a:pt x="632" y="377"/>
                  </a:lnTo>
                  <a:lnTo>
                    <a:pt x="631" y="378"/>
                  </a:lnTo>
                  <a:lnTo>
                    <a:pt x="628" y="375"/>
                  </a:lnTo>
                  <a:lnTo>
                    <a:pt x="625" y="379"/>
                  </a:lnTo>
                  <a:lnTo>
                    <a:pt x="623" y="381"/>
                  </a:lnTo>
                  <a:lnTo>
                    <a:pt x="616" y="377"/>
                  </a:lnTo>
                  <a:lnTo>
                    <a:pt x="616" y="378"/>
                  </a:lnTo>
                  <a:lnTo>
                    <a:pt x="614" y="377"/>
                  </a:lnTo>
                  <a:lnTo>
                    <a:pt x="616" y="375"/>
                  </a:lnTo>
                  <a:lnTo>
                    <a:pt x="613" y="374"/>
                  </a:lnTo>
                  <a:lnTo>
                    <a:pt x="614" y="373"/>
                  </a:lnTo>
                  <a:lnTo>
                    <a:pt x="611" y="372"/>
                  </a:lnTo>
                  <a:lnTo>
                    <a:pt x="609" y="373"/>
                  </a:lnTo>
                  <a:lnTo>
                    <a:pt x="608" y="372"/>
                  </a:lnTo>
                  <a:lnTo>
                    <a:pt x="606" y="375"/>
                  </a:lnTo>
                  <a:lnTo>
                    <a:pt x="604" y="375"/>
                  </a:lnTo>
                  <a:lnTo>
                    <a:pt x="602" y="377"/>
                  </a:lnTo>
                  <a:lnTo>
                    <a:pt x="598" y="384"/>
                  </a:lnTo>
                  <a:lnTo>
                    <a:pt x="594" y="388"/>
                  </a:lnTo>
                  <a:lnTo>
                    <a:pt x="596" y="388"/>
                  </a:lnTo>
                  <a:lnTo>
                    <a:pt x="596" y="389"/>
                  </a:lnTo>
                  <a:lnTo>
                    <a:pt x="593" y="389"/>
                  </a:lnTo>
                  <a:lnTo>
                    <a:pt x="592" y="387"/>
                  </a:lnTo>
                  <a:lnTo>
                    <a:pt x="590" y="388"/>
                  </a:lnTo>
                  <a:lnTo>
                    <a:pt x="590" y="386"/>
                  </a:lnTo>
                  <a:lnTo>
                    <a:pt x="587" y="386"/>
                  </a:lnTo>
                  <a:lnTo>
                    <a:pt x="583" y="388"/>
                  </a:lnTo>
                  <a:lnTo>
                    <a:pt x="580" y="388"/>
                  </a:lnTo>
                  <a:lnTo>
                    <a:pt x="580" y="389"/>
                  </a:lnTo>
                  <a:lnTo>
                    <a:pt x="584" y="392"/>
                  </a:lnTo>
                  <a:lnTo>
                    <a:pt x="583" y="394"/>
                  </a:lnTo>
                  <a:lnTo>
                    <a:pt x="583" y="393"/>
                  </a:lnTo>
                  <a:lnTo>
                    <a:pt x="581" y="398"/>
                  </a:lnTo>
                  <a:lnTo>
                    <a:pt x="581" y="401"/>
                  </a:lnTo>
                  <a:lnTo>
                    <a:pt x="579" y="405"/>
                  </a:lnTo>
                  <a:lnTo>
                    <a:pt x="580" y="409"/>
                  </a:lnTo>
                  <a:lnTo>
                    <a:pt x="581" y="409"/>
                  </a:lnTo>
                  <a:lnTo>
                    <a:pt x="581" y="411"/>
                  </a:lnTo>
                  <a:lnTo>
                    <a:pt x="583" y="412"/>
                  </a:lnTo>
                  <a:lnTo>
                    <a:pt x="583" y="414"/>
                  </a:lnTo>
                  <a:lnTo>
                    <a:pt x="584" y="419"/>
                  </a:lnTo>
                  <a:lnTo>
                    <a:pt x="583" y="425"/>
                  </a:lnTo>
                  <a:lnTo>
                    <a:pt x="583" y="426"/>
                  </a:lnTo>
                  <a:lnTo>
                    <a:pt x="584" y="434"/>
                  </a:lnTo>
                  <a:lnTo>
                    <a:pt x="583" y="443"/>
                  </a:lnTo>
                  <a:lnTo>
                    <a:pt x="580" y="443"/>
                  </a:lnTo>
                  <a:lnTo>
                    <a:pt x="582" y="452"/>
                  </a:lnTo>
                  <a:lnTo>
                    <a:pt x="580" y="459"/>
                  </a:lnTo>
                  <a:lnTo>
                    <a:pt x="581" y="462"/>
                  </a:lnTo>
                  <a:lnTo>
                    <a:pt x="578" y="467"/>
                  </a:lnTo>
                  <a:lnTo>
                    <a:pt x="578" y="469"/>
                  </a:lnTo>
                  <a:lnTo>
                    <a:pt x="577" y="471"/>
                  </a:lnTo>
                  <a:lnTo>
                    <a:pt x="581" y="473"/>
                  </a:lnTo>
                  <a:lnTo>
                    <a:pt x="583" y="472"/>
                  </a:lnTo>
                  <a:lnTo>
                    <a:pt x="585" y="468"/>
                  </a:lnTo>
                  <a:lnTo>
                    <a:pt x="588" y="469"/>
                  </a:lnTo>
                  <a:lnTo>
                    <a:pt x="589" y="468"/>
                  </a:lnTo>
                  <a:lnTo>
                    <a:pt x="589" y="467"/>
                  </a:lnTo>
                  <a:lnTo>
                    <a:pt x="592" y="468"/>
                  </a:lnTo>
                  <a:lnTo>
                    <a:pt x="590" y="465"/>
                  </a:lnTo>
                  <a:lnTo>
                    <a:pt x="592" y="462"/>
                  </a:lnTo>
                  <a:lnTo>
                    <a:pt x="592" y="460"/>
                  </a:lnTo>
                  <a:lnTo>
                    <a:pt x="597" y="462"/>
                  </a:lnTo>
                  <a:lnTo>
                    <a:pt x="600" y="469"/>
                  </a:lnTo>
                  <a:lnTo>
                    <a:pt x="602" y="468"/>
                  </a:lnTo>
                  <a:lnTo>
                    <a:pt x="607" y="471"/>
                  </a:lnTo>
                  <a:lnTo>
                    <a:pt x="609" y="471"/>
                  </a:lnTo>
                  <a:lnTo>
                    <a:pt x="611" y="470"/>
                  </a:lnTo>
                  <a:lnTo>
                    <a:pt x="611" y="469"/>
                  </a:lnTo>
                  <a:lnTo>
                    <a:pt x="613" y="468"/>
                  </a:lnTo>
                  <a:lnTo>
                    <a:pt x="615" y="463"/>
                  </a:lnTo>
                  <a:lnTo>
                    <a:pt x="617" y="463"/>
                  </a:lnTo>
                  <a:lnTo>
                    <a:pt x="618" y="462"/>
                  </a:lnTo>
                  <a:lnTo>
                    <a:pt x="619" y="462"/>
                  </a:lnTo>
                  <a:lnTo>
                    <a:pt x="622" y="465"/>
                  </a:lnTo>
                  <a:lnTo>
                    <a:pt x="623" y="464"/>
                  </a:lnTo>
                  <a:lnTo>
                    <a:pt x="628" y="466"/>
                  </a:lnTo>
                  <a:lnTo>
                    <a:pt x="630" y="468"/>
                  </a:lnTo>
                  <a:lnTo>
                    <a:pt x="631" y="468"/>
                  </a:lnTo>
                  <a:lnTo>
                    <a:pt x="631" y="468"/>
                  </a:lnTo>
                  <a:lnTo>
                    <a:pt x="632" y="469"/>
                  </a:lnTo>
                  <a:lnTo>
                    <a:pt x="632" y="469"/>
                  </a:lnTo>
                  <a:lnTo>
                    <a:pt x="632" y="471"/>
                  </a:lnTo>
                  <a:lnTo>
                    <a:pt x="635" y="472"/>
                  </a:lnTo>
                  <a:lnTo>
                    <a:pt x="639" y="484"/>
                  </a:lnTo>
                  <a:lnTo>
                    <a:pt x="643" y="482"/>
                  </a:lnTo>
                  <a:lnTo>
                    <a:pt x="647" y="487"/>
                  </a:lnTo>
                  <a:lnTo>
                    <a:pt x="649" y="486"/>
                  </a:lnTo>
                  <a:lnTo>
                    <a:pt x="650" y="482"/>
                  </a:lnTo>
                  <a:lnTo>
                    <a:pt x="652" y="481"/>
                  </a:lnTo>
                  <a:lnTo>
                    <a:pt x="658" y="478"/>
                  </a:lnTo>
                  <a:lnTo>
                    <a:pt x="661" y="479"/>
                  </a:lnTo>
                  <a:lnTo>
                    <a:pt x="659" y="482"/>
                  </a:lnTo>
                  <a:lnTo>
                    <a:pt x="660" y="487"/>
                  </a:lnTo>
                  <a:lnTo>
                    <a:pt x="662" y="488"/>
                  </a:lnTo>
                  <a:lnTo>
                    <a:pt x="662" y="488"/>
                  </a:lnTo>
                  <a:lnTo>
                    <a:pt x="660" y="490"/>
                  </a:lnTo>
                  <a:lnTo>
                    <a:pt x="657" y="490"/>
                  </a:lnTo>
                  <a:lnTo>
                    <a:pt x="656" y="491"/>
                  </a:lnTo>
                  <a:lnTo>
                    <a:pt x="655" y="490"/>
                  </a:lnTo>
                  <a:lnTo>
                    <a:pt x="655" y="490"/>
                  </a:lnTo>
                  <a:lnTo>
                    <a:pt x="653" y="492"/>
                  </a:lnTo>
                  <a:lnTo>
                    <a:pt x="653" y="493"/>
                  </a:lnTo>
                  <a:lnTo>
                    <a:pt x="651" y="492"/>
                  </a:lnTo>
                  <a:lnTo>
                    <a:pt x="642" y="503"/>
                  </a:lnTo>
                  <a:lnTo>
                    <a:pt x="641" y="504"/>
                  </a:lnTo>
                  <a:lnTo>
                    <a:pt x="639" y="506"/>
                  </a:lnTo>
                  <a:lnTo>
                    <a:pt x="638" y="506"/>
                  </a:lnTo>
                  <a:lnTo>
                    <a:pt x="635" y="509"/>
                  </a:lnTo>
                  <a:lnTo>
                    <a:pt x="632" y="516"/>
                  </a:lnTo>
                  <a:lnTo>
                    <a:pt x="632" y="519"/>
                  </a:lnTo>
                  <a:lnTo>
                    <a:pt x="630" y="519"/>
                  </a:lnTo>
                  <a:lnTo>
                    <a:pt x="630" y="524"/>
                  </a:lnTo>
                  <a:lnTo>
                    <a:pt x="627" y="523"/>
                  </a:lnTo>
                  <a:lnTo>
                    <a:pt x="628" y="517"/>
                  </a:lnTo>
                  <a:lnTo>
                    <a:pt x="625" y="516"/>
                  </a:lnTo>
                  <a:lnTo>
                    <a:pt x="624" y="512"/>
                  </a:lnTo>
                  <a:lnTo>
                    <a:pt x="622" y="511"/>
                  </a:lnTo>
                  <a:lnTo>
                    <a:pt x="613" y="514"/>
                  </a:lnTo>
                  <a:lnTo>
                    <a:pt x="605" y="516"/>
                  </a:lnTo>
                  <a:lnTo>
                    <a:pt x="600" y="515"/>
                  </a:lnTo>
                  <a:lnTo>
                    <a:pt x="600" y="513"/>
                  </a:lnTo>
                  <a:lnTo>
                    <a:pt x="602" y="510"/>
                  </a:lnTo>
                  <a:lnTo>
                    <a:pt x="602" y="509"/>
                  </a:lnTo>
                  <a:lnTo>
                    <a:pt x="601" y="509"/>
                  </a:lnTo>
                  <a:lnTo>
                    <a:pt x="601" y="510"/>
                  </a:lnTo>
                  <a:lnTo>
                    <a:pt x="597" y="514"/>
                  </a:lnTo>
                  <a:lnTo>
                    <a:pt x="597" y="515"/>
                  </a:lnTo>
                  <a:lnTo>
                    <a:pt x="595" y="517"/>
                  </a:lnTo>
                  <a:lnTo>
                    <a:pt x="594" y="522"/>
                  </a:lnTo>
                  <a:lnTo>
                    <a:pt x="589" y="530"/>
                  </a:lnTo>
                  <a:lnTo>
                    <a:pt x="593" y="535"/>
                  </a:lnTo>
                  <a:lnTo>
                    <a:pt x="595" y="539"/>
                  </a:lnTo>
                  <a:lnTo>
                    <a:pt x="600" y="544"/>
                  </a:lnTo>
                  <a:lnTo>
                    <a:pt x="605" y="544"/>
                  </a:lnTo>
                  <a:lnTo>
                    <a:pt x="607" y="552"/>
                  </a:lnTo>
                  <a:lnTo>
                    <a:pt x="609" y="556"/>
                  </a:lnTo>
                  <a:lnTo>
                    <a:pt x="613" y="562"/>
                  </a:lnTo>
                  <a:lnTo>
                    <a:pt x="615" y="563"/>
                  </a:lnTo>
                  <a:lnTo>
                    <a:pt x="616" y="563"/>
                  </a:lnTo>
                  <a:lnTo>
                    <a:pt x="619" y="566"/>
                  </a:lnTo>
                  <a:lnTo>
                    <a:pt x="627" y="566"/>
                  </a:lnTo>
                  <a:lnTo>
                    <a:pt x="630" y="566"/>
                  </a:lnTo>
                  <a:lnTo>
                    <a:pt x="632" y="559"/>
                  </a:lnTo>
                  <a:lnTo>
                    <a:pt x="640" y="552"/>
                  </a:lnTo>
                  <a:lnTo>
                    <a:pt x="646" y="544"/>
                  </a:lnTo>
                  <a:lnTo>
                    <a:pt x="657" y="535"/>
                  </a:lnTo>
                  <a:lnTo>
                    <a:pt x="658" y="542"/>
                  </a:lnTo>
                  <a:lnTo>
                    <a:pt x="657" y="544"/>
                  </a:lnTo>
                  <a:lnTo>
                    <a:pt x="656" y="547"/>
                  </a:lnTo>
                  <a:lnTo>
                    <a:pt x="657" y="550"/>
                  </a:lnTo>
                  <a:lnTo>
                    <a:pt x="660" y="547"/>
                  </a:lnTo>
                  <a:lnTo>
                    <a:pt x="661" y="544"/>
                  </a:lnTo>
                  <a:lnTo>
                    <a:pt x="666" y="544"/>
                  </a:lnTo>
                  <a:lnTo>
                    <a:pt x="668" y="544"/>
                  </a:lnTo>
                  <a:lnTo>
                    <a:pt x="670" y="544"/>
                  </a:lnTo>
                  <a:lnTo>
                    <a:pt x="670" y="546"/>
                  </a:lnTo>
                  <a:lnTo>
                    <a:pt x="671" y="547"/>
                  </a:lnTo>
                  <a:lnTo>
                    <a:pt x="673" y="547"/>
                  </a:lnTo>
                  <a:lnTo>
                    <a:pt x="676" y="550"/>
                  </a:lnTo>
                  <a:lnTo>
                    <a:pt x="679" y="550"/>
                  </a:lnTo>
                  <a:lnTo>
                    <a:pt x="681" y="554"/>
                  </a:lnTo>
                  <a:lnTo>
                    <a:pt x="684" y="553"/>
                  </a:lnTo>
                  <a:lnTo>
                    <a:pt x="685" y="555"/>
                  </a:lnTo>
                  <a:lnTo>
                    <a:pt x="686" y="555"/>
                  </a:lnTo>
                  <a:lnTo>
                    <a:pt x="686" y="557"/>
                  </a:lnTo>
                  <a:lnTo>
                    <a:pt x="688" y="558"/>
                  </a:lnTo>
                  <a:lnTo>
                    <a:pt x="692" y="557"/>
                  </a:lnTo>
                  <a:lnTo>
                    <a:pt x="694" y="558"/>
                  </a:lnTo>
                  <a:lnTo>
                    <a:pt x="697" y="558"/>
                  </a:lnTo>
                  <a:lnTo>
                    <a:pt x="700" y="556"/>
                  </a:lnTo>
                  <a:lnTo>
                    <a:pt x="703" y="557"/>
                  </a:lnTo>
                  <a:lnTo>
                    <a:pt x="703" y="560"/>
                  </a:lnTo>
                  <a:lnTo>
                    <a:pt x="710" y="563"/>
                  </a:lnTo>
                  <a:lnTo>
                    <a:pt x="712" y="567"/>
                  </a:lnTo>
                  <a:lnTo>
                    <a:pt x="714" y="569"/>
                  </a:lnTo>
                  <a:lnTo>
                    <a:pt x="717" y="569"/>
                  </a:lnTo>
                  <a:lnTo>
                    <a:pt x="718" y="572"/>
                  </a:lnTo>
                  <a:lnTo>
                    <a:pt x="717" y="572"/>
                  </a:lnTo>
                  <a:lnTo>
                    <a:pt x="717" y="576"/>
                  </a:lnTo>
                  <a:lnTo>
                    <a:pt x="718" y="580"/>
                  </a:lnTo>
                  <a:lnTo>
                    <a:pt x="719" y="584"/>
                  </a:lnTo>
                  <a:lnTo>
                    <a:pt x="724" y="588"/>
                  </a:lnTo>
                  <a:lnTo>
                    <a:pt x="721" y="590"/>
                  </a:lnTo>
                  <a:lnTo>
                    <a:pt x="722" y="605"/>
                  </a:lnTo>
                  <a:lnTo>
                    <a:pt x="722" y="607"/>
                  </a:lnTo>
                  <a:lnTo>
                    <a:pt x="725" y="607"/>
                  </a:lnTo>
                  <a:lnTo>
                    <a:pt x="731" y="613"/>
                  </a:lnTo>
                  <a:lnTo>
                    <a:pt x="732" y="618"/>
                  </a:lnTo>
                  <a:lnTo>
                    <a:pt x="726" y="628"/>
                  </a:lnTo>
                  <a:lnTo>
                    <a:pt x="726" y="631"/>
                  </a:lnTo>
                  <a:lnTo>
                    <a:pt x="731" y="630"/>
                  </a:lnTo>
                  <a:lnTo>
                    <a:pt x="741" y="624"/>
                  </a:lnTo>
                  <a:lnTo>
                    <a:pt x="752" y="619"/>
                  </a:lnTo>
                  <a:lnTo>
                    <a:pt x="753" y="619"/>
                  </a:lnTo>
                  <a:lnTo>
                    <a:pt x="755" y="608"/>
                  </a:lnTo>
                  <a:lnTo>
                    <a:pt x="755" y="605"/>
                  </a:lnTo>
                  <a:lnTo>
                    <a:pt x="755" y="604"/>
                  </a:lnTo>
                  <a:lnTo>
                    <a:pt x="760" y="601"/>
                  </a:lnTo>
                  <a:lnTo>
                    <a:pt x="761" y="598"/>
                  </a:lnTo>
                  <a:lnTo>
                    <a:pt x="770" y="588"/>
                  </a:lnTo>
                  <a:lnTo>
                    <a:pt x="774" y="586"/>
                  </a:lnTo>
                  <a:lnTo>
                    <a:pt x="778" y="580"/>
                  </a:lnTo>
                  <a:lnTo>
                    <a:pt x="785" y="577"/>
                  </a:lnTo>
                  <a:lnTo>
                    <a:pt x="787" y="574"/>
                  </a:lnTo>
                  <a:lnTo>
                    <a:pt x="791" y="572"/>
                  </a:lnTo>
                  <a:lnTo>
                    <a:pt x="796" y="575"/>
                  </a:lnTo>
                  <a:lnTo>
                    <a:pt x="800" y="572"/>
                  </a:lnTo>
                  <a:lnTo>
                    <a:pt x="810" y="574"/>
                  </a:lnTo>
                  <a:lnTo>
                    <a:pt x="816" y="573"/>
                  </a:lnTo>
                  <a:lnTo>
                    <a:pt x="818" y="574"/>
                  </a:lnTo>
                  <a:lnTo>
                    <a:pt x="823" y="572"/>
                  </a:lnTo>
                  <a:lnTo>
                    <a:pt x="823" y="569"/>
                  </a:lnTo>
                  <a:lnTo>
                    <a:pt x="826" y="566"/>
                  </a:lnTo>
                  <a:lnTo>
                    <a:pt x="834" y="561"/>
                  </a:lnTo>
                  <a:lnTo>
                    <a:pt x="836" y="561"/>
                  </a:lnTo>
                  <a:lnTo>
                    <a:pt x="840" y="555"/>
                  </a:lnTo>
                  <a:lnTo>
                    <a:pt x="842" y="554"/>
                  </a:lnTo>
                  <a:lnTo>
                    <a:pt x="847" y="550"/>
                  </a:lnTo>
                  <a:lnTo>
                    <a:pt x="848" y="545"/>
                  </a:lnTo>
                  <a:lnTo>
                    <a:pt x="850" y="539"/>
                  </a:lnTo>
                  <a:lnTo>
                    <a:pt x="850" y="536"/>
                  </a:lnTo>
                  <a:lnTo>
                    <a:pt x="851" y="534"/>
                  </a:lnTo>
                  <a:lnTo>
                    <a:pt x="852" y="534"/>
                  </a:lnTo>
                  <a:lnTo>
                    <a:pt x="853" y="528"/>
                  </a:lnTo>
                  <a:lnTo>
                    <a:pt x="856" y="527"/>
                  </a:lnTo>
                  <a:lnTo>
                    <a:pt x="860" y="528"/>
                  </a:lnTo>
                  <a:lnTo>
                    <a:pt x="864" y="528"/>
                  </a:lnTo>
                  <a:lnTo>
                    <a:pt x="868" y="526"/>
                  </a:lnTo>
                  <a:lnTo>
                    <a:pt x="879" y="519"/>
                  </a:lnTo>
                  <a:lnTo>
                    <a:pt x="891" y="506"/>
                  </a:lnTo>
                  <a:lnTo>
                    <a:pt x="897" y="512"/>
                  </a:lnTo>
                  <a:lnTo>
                    <a:pt x="898" y="514"/>
                  </a:lnTo>
                  <a:lnTo>
                    <a:pt x="904" y="522"/>
                  </a:lnTo>
                  <a:lnTo>
                    <a:pt x="912" y="510"/>
                  </a:lnTo>
                  <a:lnTo>
                    <a:pt x="914" y="509"/>
                  </a:lnTo>
                  <a:lnTo>
                    <a:pt x="916" y="504"/>
                  </a:lnTo>
                  <a:lnTo>
                    <a:pt x="926" y="498"/>
                  </a:lnTo>
                  <a:lnTo>
                    <a:pt x="926" y="498"/>
                  </a:lnTo>
                  <a:lnTo>
                    <a:pt x="927" y="506"/>
                  </a:lnTo>
                  <a:lnTo>
                    <a:pt x="932" y="514"/>
                  </a:lnTo>
                  <a:lnTo>
                    <a:pt x="933" y="516"/>
                  </a:lnTo>
                  <a:lnTo>
                    <a:pt x="932" y="522"/>
                  </a:lnTo>
                  <a:lnTo>
                    <a:pt x="934" y="524"/>
                  </a:lnTo>
                  <a:lnTo>
                    <a:pt x="935" y="539"/>
                  </a:lnTo>
                  <a:lnTo>
                    <a:pt x="934" y="544"/>
                  </a:lnTo>
                  <a:lnTo>
                    <a:pt x="935" y="547"/>
                  </a:lnTo>
                  <a:lnTo>
                    <a:pt x="933" y="550"/>
                  </a:lnTo>
                  <a:lnTo>
                    <a:pt x="934" y="552"/>
                  </a:lnTo>
                  <a:lnTo>
                    <a:pt x="932" y="554"/>
                  </a:lnTo>
                  <a:lnTo>
                    <a:pt x="932" y="558"/>
                  </a:lnTo>
                  <a:lnTo>
                    <a:pt x="932" y="560"/>
                  </a:lnTo>
                  <a:lnTo>
                    <a:pt x="928" y="564"/>
                  </a:lnTo>
                  <a:lnTo>
                    <a:pt x="927" y="563"/>
                  </a:lnTo>
                  <a:lnTo>
                    <a:pt x="926" y="565"/>
                  </a:lnTo>
                  <a:lnTo>
                    <a:pt x="922" y="566"/>
                  </a:lnTo>
                  <a:lnTo>
                    <a:pt x="925" y="568"/>
                  </a:lnTo>
                  <a:lnTo>
                    <a:pt x="925" y="573"/>
                  </a:lnTo>
                  <a:lnTo>
                    <a:pt x="920" y="574"/>
                  </a:lnTo>
                  <a:lnTo>
                    <a:pt x="919" y="575"/>
                  </a:lnTo>
                  <a:lnTo>
                    <a:pt x="916" y="575"/>
                  </a:lnTo>
                  <a:lnTo>
                    <a:pt x="917" y="587"/>
                  </a:lnTo>
                  <a:lnTo>
                    <a:pt x="921" y="599"/>
                  </a:lnTo>
                  <a:lnTo>
                    <a:pt x="919" y="603"/>
                  </a:lnTo>
                  <a:lnTo>
                    <a:pt x="920" y="605"/>
                  </a:lnTo>
                  <a:lnTo>
                    <a:pt x="918" y="608"/>
                  </a:lnTo>
                  <a:lnTo>
                    <a:pt x="922" y="613"/>
                  </a:lnTo>
                  <a:lnTo>
                    <a:pt x="917" y="615"/>
                  </a:lnTo>
                  <a:lnTo>
                    <a:pt x="918" y="618"/>
                  </a:lnTo>
                  <a:lnTo>
                    <a:pt x="917" y="623"/>
                  </a:lnTo>
                  <a:lnTo>
                    <a:pt x="914" y="626"/>
                  </a:lnTo>
                  <a:lnTo>
                    <a:pt x="908" y="629"/>
                  </a:lnTo>
                  <a:lnTo>
                    <a:pt x="900" y="629"/>
                  </a:lnTo>
                  <a:lnTo>
                    <a:pt x="900" y="628"/>
                  </a:lnTo>
                  <a:lnTo>
                    <a:pt x="893" y="628"/>
                  </a:lnTo>
                  <a:lnTo>
                    <a:pt x="891" y="635"/>
                  </a:lnTo>
                  <a:lnTo>
                    <a:pt x="897" y="641"/>
                  </a:lnTo>
                  <a:lnTo>
                    <a:pt x="899" y="648"/>
                  </a:lnTo>
                  <a:lnTo>
                    <a:pt x="902" y="650"/>
                  </a:lnTo>
                  <a:lnTo>
                    <a:pt x="905" y="656"/>
                  </a:lnTo>
                  <a:lnTo>
                    <a:pt x="902" y="663"/>
                  </a:lnTo>
                  <a:lnTo>
                    <a:pt x="903" y="670"/>
                  </a:lnTo>
                  <a:lnTo>
                    <a:pt x="900" y="674"/>
                  </a:lnTo>
                  <a:lnTo>
                    <a:pt x="898" y="682"/>
                  </a:lnTo>
                  <a:lnTo>
                    <a:pt x="896" y="685"/>
                  </a:lnTo>
                  <a:lnTo>
                    <a:pt x="892" y="694"/>
                  </a:lnTo>
                  <a:lnTo>
                    <a:pt x="891" y="699"/>
                  </a:lnTo>
                  <a:lnTo>
                    <a:pt x="900" y="699"/>
                  </a:lnTo>
                  <a:lnTo>
                    <a:pt x="902" y="697"/>
                  </a:lnTo>
                  <a:lnTo>
                    <a:pt x="904" y="699"/>
                  </a:lnTo>
                  <a:lnTo>
                    <a:pt x="902" y="700"/>
                  </a:lnTo>
                  <a:lnTo>
                    <a:pt x="902" y="705"/>
                  </a:lnTo>
                  <a:lnTo>
                    <a:pt x="905" y="706"/>
                  </a:lnTo>
                  <a:lnTo>
                    <a:pt x="905" y="711"/>
                  </a:lnTo>
                  <a:lnTo>
                    <a:pt x="909" y="717"/>
                  </a:lnTo>
                  <a:lnTo>
                    <a:pt x="911" y="718"/>
                  </a:lnTo>
                  <a:lnTo>
                    <a:pt x="917" y="715"/>
                  </a:lnTo>
                  <a:lnTo>
                    <a:pt x="920" y="719"/>
                  </a:lnTo>
                  <a:lnTo>
                    <a:pt x="919" y="719"/>
                  </a:lnTo>
                  <a:lnTo>
                    <a:pt x="918" y="722"/>
                  </a:lnTo>
                  <a:lnTo>
                    <a:pt x="914" y="722"/>
                  </a:lnTo>
                  <a:lnTo>
                    <a:pt x="912" y="723"/>
                  </a:lnTo>
                  <a:lnTo>
                    <a:pt x="914" y="735"/>
                  </a:lnTo>
                  <a:lnTo>
                    <a:pt x="914" y="755"/>
                  </a:lnTo>
                  <a:lnTo>
                    <a:pt x="914" y="755"/>
                  </a:lnTo>
                  <a:lnTo>
                    <a:pt x="889" y="784"/>
                  </a:lnTo>
                  <a:lnTo>
                    <a:pt x="889" y="794"/>
                  </a:lnTo>
                  <a:lnTo>
                    <a:pt x="894" y="801"/>
                  </a:lnTo>
                  <a:lnTo>
                    <a:pt x="892" y="801"/>
                  </a:lnTo>
                  <a:lnTo>
                    <a:pt x="892" y="805"/>
                  </a:lnTo>
                  <a:lnTo>
                    <a:pt x="890" y="805"/>
                  </a:lnTo>
                  <a:lnTo>
                    <a:pt x="886" y="807"/>
                  </a:lnTo>
                  <a:lnTo>
                    <a:pt x="888" y="817"/>
                  </a:lnTo>
                  <a:lnTo>
                    <a:pt x="888" y="822"/>
                  </a:lnTo>
                  <a:lnTo>
                    <a:pt x="884" y="825"/>
                  </a:lnTo>
                  <a:lnTo>
                    <a:pt x="880" y="824"/>
                  </a:lnTo>
                  <a:lnTo>
                    <a:pt x="874" y="833"/>
                  </a:lnTo>
                  <a:lnTo>
                    <a:pt x="871" y="835"/>
                  </a:lnTo>
                  <a:lnTo>
                    <a:pt x="867" y="841"/>
                  </a:lnTo>
                  <a:lnTo>
                    <a:pt x="861" y="843"/>
                  </a:lnTo>
                  <a:lnTo>
                    <a:pt x="859" y="847"/>
                  </a:lnTo>
                  <a:lnTo>
                    <a:pt x="858" y="853"/>
                  </a:lnTo>
                  <a:lnTo>
                    <a:pt x="853" y="855"/>
                  </a:lnTo>
                  <a:lnTo>
                    <a:pt x="851" y="859"/>
                  </a:lnTo>
                  <a:lnTo>
                    <a:pt x="846" y="861"/>
                  </a:lnTo>
                  <a:lnTo>
                    <a:pt x="839" y="860"/>
                  </a:lnTo>
                  <a:lnTo>
                    <a:pt x="837" y="861"/>
                  </a:lnTo>
                  <a:lnTo>
                    <a:pt x="835" y="869"/>
                  </a:lnTo>
                  <a:lnTo>
                    <a:pt x="836" y="875"/>
                  </a:lnTo>
                  <a:lnTo>
                    <a:pt x="834" y="876"/>
                  </a:lnTo>
                  <a:lnTo>
                    <a:pt x="831" y="880"/>
                  </a:lnTo>
                  <a:lnTo>
                    <a:pt x="830" y="883"/>
                  </a:lnTo>
                  <a:lnTo>
                    <a:pt x="829" y="883"/>
                  </a:lnTo>
                  <a:lnTo>
                    <a:pt x="824" y="888"/>
                  </a:lnTo>
                  <a:lnTo>
                    <a:pt x="817" y="893"/>
                  </a:lnTo>
                  <a:lnTo>
                    <a:pt x="815" y="893"/>
                  </a:lnTo>
                  <a:lnTo>
                    <a:pt x="812" y="897"/>
                  </a:lnTo>
                  <a:lnTo>
                    <a:pt x="809" y="900"/>
                  </a:lnTo>
                  <a:lnTo>
                    <a:pt x="800" y="902"/>
                  </a:lnTo>
                  <a:lnTo>
                    <a:pt x="795" y="901"/>
                  </a:lnTo>
                  <a:lnTo>
                    <a:pt x="789" y="903"/>
                  </a:lnTo>
                  <a:lnTo>
                    <a:pt x="786" y="906"/>
                  </a:lnTo>
                  <a:lnTo>
                    <a:pt x="774" y="913"/>
                  </a:lnTo>
                  <a:lnTo>
                    <a:pt x="771" y="913"/>
                  </a:lnTo>
                  <a:lnTo>
                    <a:pt x="769" y="915"/>
                  </a:lnTo>
                  <a:lnTo>
                    <a:pt x="766" y="915"/>
                  </a:lnTo>
                  <a:lnTo>
                    <a:pt x="765" y="917"/>
                  </a:lnTo>
                  <a:lnTo>
                    <a:pt x="763" y="913"/>
                  </a:lnTo>
                  <a:lnTo>
                    <a:pt x="761" y="910"/>
                  </a:lnTo>
                  <a:lnTo>
                    <a:pt x="759" y="905"/>
                  </a:lnTo>
                  <a:lnTo>
                    <a:pt x="756" y="901"/>
                  </a:lnTo>
                  <a:lnTo>
                    <a:pt x="749" y="896"/>
                  </a:lnTo>
                  <a:lnTo>
                    <a:pt x="746" y="879"/>
                  </a:lnTo>
                  <a:lnTo>
                    <a:pt x="742" y="875"/>
                  </a:lnTo>
                  <a:lnTo>
                    <a:pt x="741" y="874"/>
                  </a:lnTo>
                  <a:lnTo>
                    <a:pt x="741" y="867"/>
                  </a:lnTo>
                  <a:lnTo>
                    <a:pt x="740" y="864"/>
                  </a:lnTo>
                  <a:lnTo>
                    <a:pt x="736" y="861"/>
                  </a:lnTo>
                  <a:lnTo>
                    <a:pt x="734" y="856"/>
                  </a:lnTo>
                  <a:lnTo>
                    <a:pt x="731" y="851"/>
                  </a:lnTo>
                  <a:lnTo>
                    <a:pt x="729" y="842"/>
                  </a:lnTo>
                  <a:lnTo>
                    <a:pt x="719" y="833"/>
                  </a:lnTo>
                  <a:lnTo>
                    <a:pt x="711" y="823"/>
                  </a:lnTo>
                  <a:lnTo>
                    <a:pt x="709" y="809"/>
                  </a:lnTo>
                  <a:lnTo>
                    <a:pt x="707" y="806"/>
                  </a:lnTo>
                  <a:lnTo>
                    <a:pt x="699" y="798"/>
                  </a:lnTo>
                  <a:lnTo>
                    <a:pt x="691" y="793"/>
                  </a:lnTo>
                  <a:lnTo>
                    <a:pt x="689" y="791"/>
                  </a:lnTo>
                  <a:lnTo>
                    <a:pt x="688" y="783"/>
                  </a:lnTo>
                  <a:lnTo>
                    <a:pt x="685" y="771"/>
                  </a:lnTo>
                  <a:lnTo>
                    <a:pt x="686" y="761"/>
                  </a:lnTo>
                  <a:lnTo>
                    <a:pt x="684" y="754"/>
                  </a:lnTo>
                  <a:lnTo>
                    <a:pt x="676" y="744"/>
                  </a:lnTo>
                  <a:lnTo>
                    <a:pt x="674" y="743"/>
                  </a:lnTo>
                  <a:lnTo>
                    <a:pt x="662" y="744"/>
                  </a:lnTo>
                  <a:lnTo>
                    <a:pt x="656" y="741"/>
                  </a:lnTo>
                  <a:lnTo>
                    <a:pt x="652" y="732"/>
                  </a:lnTo>
                  <a:lnTo>
                    <a:pt x="646" y="727"/>
                  </a:lnTo>
                  <a:lnTo>
                    <a:pt x="646" y="723"/>
                  </a:lnTo>
                  <a:lnTo>
                    <a:pt x="650" y="713"/>
                  </a:lnTo>
                  <a:lnTo>
                    <a:pt x="648" y="701"/>
                  </a:lnTo>
                  <a:lnTo>
                    <a:pt x="644" y="697"/>
                  </a:lnTo>
                  <a:lnTo>
                    <a:pt x="641" y="695"/>
                  </a:lnTo>
                  <a:lnTo>
                    <a:pt x="632" y="686"/>
                  </a:lnTo>
                  <a:lnTo>
                    <a:pt x="597" y="644"/>
                  </a:lnTo>
                  <a:lnTo>
                    <a:pt x="597" y="644"/>
                  </a:lnTo>
                  <a:lnTo>
                    <a:pt x="488" y="613"/>
                  </a:lnTo>
                  <a:lnTo>
                    <a:pt x="360" y="610"/>
                  </a:lnTo>
                  <a:lnTo>
                    <a:pt x="286" y="655"/>
                  </a:lnTo>
                  <a:lnTo>
                    <a:pt x="153" y="717"/>
                  </a:lnTo>
                  <a:lnTo>
                    <a:pt x="149" y="720"/>
                  </a:lnTo>
                  <a:lnTo>
                    <a:pt x="141" y="739"/>
                  </a:lnTo>
                  <a:lnTo>
                    <a:pt x="141" y="739"/>
                  </a:lnTo>
                  <a:lnTo>
                    <a:pt x="115" y="727"/>
                  </a:lnTo>
                  <a:lnTo>
                    <a:pt x="109" y="726"/>
                  </a:lnTo>
                  <a:lnTo>
                    <a:pt x="106" y="720"/>
                  </a:lnTo>
                  <a:lnTo>
                    <a:pt x="100" y="720"/>
                  </a:lnTo>
                  <a:lnTo>
                    <a:pt x="93" y="714"/>
                  </a:lnTo>
                  <a:lnTo>
                    <a:pt x="87" y="718"/>
                  </a:lnTo>
                  <a:lnTo>
                    <a:pt x="89" y="720"/>
                  </a:lnTo>
                  <a:lnTo>
                    <a:pt x="85" y="722"/>
                  </a:lnTo>
                  <a:lnTo>
                    <a:pt x="87" y="727"/>
                  </a:lnTo>
                  <a:lnTo>
                    <a:pt x="93" y="729"/>
                  </a:lnTo>
                  <a:lnTo>
                    <a:pt x="97" y="733"/>
                  </a:lnTo>
                  <a:lnTo>
                    <a:pt x="104" y="733"/>
                  </a:lnTo>
                  <a:lnTo>
                    <a:pt x="104" y="739"/>
                  </a:lnTo>
                  <a:lnTo>
                    <a:pt x="105" y="741"/>
                  </a:lnTo>
                  <a:lnTo>
                    <a:pt x="110" y="743"/>
                  </a:lnTo>
                  <a:lnTo>
                    <a:pt x="134" y="754"/>
                  </a:lnTo>
                  <a:lnTo>
                    <a:pt x="134" y="754"/>
                  </a:lnTo>
                  <a:lnTo>
                    <a:pt x="123" y="775"/>
                  </a:lnTo>
                  <a:lnTo>
                    <a:pt x="123" y="775"/>
                  </a:lnTo>
                  <a:lnTo>
                    <a:pt x="106" y="806"/>
                  </a:lnTo>
                  <a:lnTo>
                    <a:pt x="84" y="795"/>
                  </a:lnTo>
                  <a:lnTo>
                    <a:pt x="71" y="790"/>
                  </a:lnTo>
                  <a:lnTo>
                    <a:pt x="63" y="784"/>
                  </a:lnTo>
                  <a:lnTo>
                    <a:pt x="57" y="779"/>
                  </a:lnTo>
                  <a:lnTo>
                    <a:pt x="48" y="768"/>
                  </a:lnTo>
                  <a:lnTo>
                    <a:pt x="48" y="768"/>
                  </a:lnTo>
                  <a:lnTo>
                    <a:pt x="49" y="768"/>
                  </a:lnTo>
                  <a:lnTo>
                    <a:pt x="49" y="764"/>
                  </a:lnTo>
                  <a:lnTo>
                    <a:pt x="55" y="758"/>
                  </a:lnTo>
                  <a:lnTo>
                    <a:pt x="56" y="756"/>
                  </a:lnTo>
                  <a:lnTo>
                    <a:pt x="57" y="756"/>
                  </a:lnTo>
                  <a:lnTo>
                    <a:pt x="57" y="754"/>
                  </a:lnTo>
                  <a:lnTo>
                    <a:pt x="57" y="753"/>
                  </a:lnTo>
                  <a:lnTo>
                    <a:pt x="57" y="752"/>
                  </a:lnTo>
                  <a:lnTo>
                    <a:pt x="60" y="749"/>
                  </a:lnTo>
                  <a:lnTo>
                    <a:pt x="59" y="748"/>
                  </a:lnTo>
                  <a:lnTo>
                    <a:pt x="60" y="744"/>
                  </a:lnTo>
                  <a:lnTo>
                    <a:pt x="60" y="746"/>
                  </a:lnTo>
                  <a:lnTo>
                    <a:pt x="60" y="743"/>
                  </a:lnTo>
                  <a:lnTo>
                    <a:pt x="63" y="741"/>
                  </a:lnTo>
                  <a:lnTo>
                    <a:pt x="64" y="742"/>
                  </a:lnTo>
                  <a:lnTo>
                    <a:pt x="67" y="740"/>
                  </a:lnTo>
                  <a:lnTo>
                    <a:pt x="74" y="731"/>
                  </a:lnTo>
                  <a:lnTo>
                    <a:pt x="75" y="730"/>
                  </a:lnTo>
                  <a:lnTo>
                    <a:pt x="74" y="726"/>
                  </a:lnTo>
                  <a:lnTo>
                    <a:pt x="76" y="722"/>
                  </a:lnTo>
                  <a:lnTo>
                    <a:pt x="84" y="712"/>
                  </a:lnTo>
                  <a:lnTo>
                    <a:pt x="78" y="705"/>
                  </a:lnTo>
                  <a:lnTo>
                    <a:pt x="76" y="699"/>
                  </a:lnTo>
                  <a:lnTo>
                    <a:pt x="72" y="698"/>
                  </a:lnTo>
                  <a:lnTo>
                    <a:pt x="68" y="700"/>
                  </a:lnTo>
                  <a:lnTo>
                    <a:pt x="58" y="689"/>
                  </a:lnTo>
                  <a:lnTo>
                    <a:pt x="39" y="675"/>
                  </a:lnTo>
                  <a:lnTo>
                    <a:pt x="38" y="675"/>
                  </a:lnTo>
                  <a:lnTo>
                    <a:pt x="39" y="678"/>
                  </a:lnTo>
                  <a:lnTo>
                    <a:pt x="35" y="675"/>
                  </a:lnTo>
                  <a:lnTo>
                    <a:pt x="33" y="675"/>
                  </a:lnTo>
                  <a:lnTo>
                    <a:pt x="25" y="664"/>
                  </a:lnTo>
                  <a:lnTo>
                    <a:pt x="5" y="658"/>
                  </a:lnTo>
                  <a:lnTo>
                    <a:pt x="0" y="656"/>
                  </a:lnTo>
                  <a:lnTo>
                    <a:pt x="0" y="655"/>
                  </a:lnTo>
                  <a:lnTo>
                    <a:pt x="8" y="641"/>
                  </a:lnTo>
                  <a:lnTo>
                    <a:pt x="9" y="637"/>
                  </a:lnTo>
                  <a:lnTo>
                    <a:pt x="16" y="629"/>
                  </a:lnTo>
                  <a:lnTo>
                    <a:pt x="17" y="624"/>
                  </a:lnTo>
                  <a:lnTo>
                    <a:pt x="15" y="620"/>
                  </a:lnTo>
                  <a:lnTo>
                    <a:pt x="9" y="614"/>
                  </a:lnTo>
                  <a:lnTo>
                    <a:pt x="9" y="607"/>
                  </a:lnTo>
                  <a:lnTo>
                    <a:pt x="6" y="603"/>
                  </a:lnTo>
                  <a:lnTo>
                    <a:pt x="10" y="596"/>
                  </a:lnTo>
                  <a:lnTo>
                    <a:pt x="25" y="581"/>
                  </a:lnTo>
                  <a:lnTo>
                    <a:pt x="31" y="566"/>
                  </a:lnTo>
                  <a:lnTo>
                    <a:pt x="39" y="548"/>
                  </a:lnTo>
                  <a:lnTo>
                    <a:pt x="58" y="524"/>
                  </a:lnTo>
                  <a:lnTo>
                    <a:pt x="63" y="528"/>
                  </a:lnTo>
                  <a:lnTo>
                    <a:pt x="65" y="526"/>
                  </a:lnTo>
                  <a:lnTo>
                    <a:pt x="71" y="519"/>
                  </a:lnTo>
                  <a:lnTo>
                    <a:pt x="67" y="514"/>
                  </a:lnTo>
                  <a:lnTo>
                    <a:pt x="73" y="509"/>
                  </a:lnTo>
                  <a:lnTo>
                    <a:pt x="36" y="472"/>
                  </a:lnTo>
                  <a:lnTo>
                    <a:pt x="45" y="465"/>
                  </a:lnTo>
                  <a:lnTo>
                    <a:pt x="49" y="457"/>
                  </a:lnTo>
                  <a:lnTo>
                    <a:pt x="59" y="449"/>
                  </a:lnTo>
                  <a:lnTo>
                    <a:pt x="63" y="446"/>
                  </a:lnTo>
                  <a:lnTo>
                    <a:pt x="67" y="443"/>
                  </a:lnTo>
                  <a:lnTo>
                    <a:pt x="71" y="442"/>
                  </a:lnTo>
                  <a:lnTo>
                    <a:pt x="76" y="434"/>
                  </a:lnTo>
                  <a:lnTo>
                    <a:pt x="79" y="434"/>
                  </a:lnTo>
                  <a:lnTo>
                    <a:pt x="90" y="428"/>
                  </a:lnTo>
                  <a:lnTo>
                    <a:pt x="91" y="422"/>
                  </a:lnTo>
                  <a:lnTo>
                    <a:pt x="103" y="414"/>
                  </a:lnTo>
                  <a:lnTo>
                    <a:pt x="108" y="405"/>
                  </a:lnTo>
                  <a:lnTo>
                    <a:pt x="110" y="404"/>
                  </a:lnTo>
                  <a:lnTo>
                    <a:pt x="114" y="405"/>
                  </a:lnTo>
                  <a:lnTo>
                    <a:pt x="119" y="398"/>
                  </a:lnTo>
                  <a:lnTo>
                    <a:pt x="121" y="397"/>
                  </a:lnTo>
                  <a:lnTo>
                    <a:pt x="121" y="395"/>
                  </a:lnTo>
                  <a:lnTo>
                    <a:pt x="123" y="393"/>
                  </a:lnTo>
                  <a:lnTo>
                    <a:pt x="125" y="393"/>
                  </a:lnTo>
                  <a:lnTo>
                    <a:pt x="131" y="389"/>
                  </a:lnTo>
                  <a:lnTo>
                    <a:pt x="136" y="381"/>
                  </a:lnTo>
                  <a:lnTo>
                    <a:pt x="159" y="359"/>
                  </a:lnTo>
                  <a:lnTo>
                    <a:pt x="161" y="356"/>
                  </a:lnTo>
                  <a:lnTo>
                    <a:pt x="163" y="355"/>
                  </a:lnTo>
                  <a:lnTo>
                    <a:pt x="162" y="351"/>
                  </a:lnTo>
                  <a:lnTo>
                    <a:pt x="168" y="348"/>
                  </a:lnTo>
                  <a:lnTo>
                    <a:pt x="172" y="342"/>
                  </a:lnTo>
                  <a:lnTo>
                    <a:pt x="181" y="339"/>
                  </a:lnTo>
                  <a:lnTo>
                    <a:pt x="205" y="324"/>
                  </a:lnTo>
                  <a:lnTo>
                    <a:pt x="208" y="323"/>
                  </a:lnTo>
                  <a:lnTo>
                    <a:pt x="217" y="321"/>
                  </a:lnTo>
                  <a:lnTo>
                    <a:pt x="225" y="315"/>
                  </a:lnTo>
                  <a:lnTo>
                    <a:pt x="227" y="314"/>
                  </a:lnTo>
                  <a:lnTo>
                    <a:pt x="229" y="310"/>
                  </a:lnTo>
                  <a:lnTo>
                    <a:pt x="233" y="306"/>
                  </a:lnTo>
                  <a:lnTo>
                    <a:pt x="237" y="306"/>
                  </a:lnTo>
                  <a:lnTo>
                    <a:pt x="239" y="304"/>
                  </a:lnTo>
                  <a:lnTo>
                    <a:pt x="242" y="304"/>
                  </a:lnTo>
                  <a:lnTo>
                    <a:pt x="243" y="302"/>
                  </a:lnTo>
                  <a:lnTo>
                    <a:pt x="243" y="299"/>
                  </a:lnTo>
                  <a:lnTo>
                    <a:pt x="241" y="296"/>
                  </a:lnTo>
                  <a:lnTo>
                    <a:pt x="252" y="296"/>
                  </a:lnTo>
                  <a:lnTo>
                    <a:pt x="255" y="292"/>
                  </a:lnTo>
                  <a:lnTo>
                    <a:pt x="259" y="287"/>
                  </a:lnTo>
                  <a:lnTo>
                    <a:pt x="256" y="282"/>
                  </a:lnTo>
                  <a:lnTo>
                    <a:pt x="261" y="276"/>
                  </a:lnTo>
                  <a:lnTo>
                    <a:pt x="265" y="273"/>
                  </a:lnTo>
                  <a:lnTo>
                    <a:pt x="270" y="272"/>
                  </a:lnTo>
                  <a:lnTo>
                    <a:pt x="284" y="269"/>
                  </a:lnTo>
                  <a:lnTo>
                    <a:pt x="289" y="266"/>
                  </a:lnTo>
                  <a:lnTo>
                    <a:pt x="296" y="258"/>
                  </a:lnTo>
                  <a:lnTo>
                    <a:pt x="295" y="254"/>
                  </a:lnTo>
                  <a:lnTo>
                    <a:pt x="306" y="244"/>
                  </a:lnTo>
                  <a:lnTo>
                    <a:pt x="306" y="240"/>
                  </a:lnTo>
                  <a:lnTo>
                    <a:pt x="311" y="229"/>
                  </a:lnTo>
                  <a:lnTo>
                    <a:pt x="293" y="214"/>
                  </a:lnTo>
                  <a:lnTo>
                    <a:pt x="289" y="202"/>
                  </a:lnTo>
                  <a:lnTo>
                    <a:pt x="297" y="198"/>
                  </a:lnTo>
                  <a:lnTo>
                    <a:pt x="296" y="189"/>
                  </a:lnTo>
                  <a:lnTo>
                    <a:pt x="299" y="178"/>
                  </a:lnTo>
                  <a:lnTo>
                    <a:pt x="311" y="155"/>
                  </a:lnTo>
                  <a:close/>
                  <a:moveTo>
                    <a:pt x="598" y="276"/>
                  </a:moveTo>
                  <a:lnTo>
                    <a:pt x="598" y="276"/>
                  </a:lnTo>
                  <a:lnTo>
                    <a:pt x="597" y="279"/>
                  </a:lnTo>
                  <a:lnTo>
                    <a:pt x="593" y="283"/>
                  </a:lnTo>
                  <a:lnTo>
                    <a:pt x="594" y="285"/>
                  </a:lnTo>
                  <a:lnTo>
                    <a:pt x="593" y="287"/>
                  </a:lnTo>
                  <a:lnTo>
                    <a:pt x="589" y="287"/>
                  </a:lnTo>
                  <a:lnTo>
                    <a:pt x="586" y="289"/>
                  </a:lnTo>
                  <a:lnTo>
                    <a:pt x="585" y="288"/>
                  </a:lnTo>
                  <a:lnTo>
                    <a:pt x="581" y="291"/>
                  </a:lnTo>
                  <a:lnTo>
                    <a:pt x="581" y="290"/>
                  </a:lnTo>
                  <a:lnTo>
                    <a:pt x="579" y="290"/>
                  </a:lnTo>
                  <a:lnTo>
                    <a:pt x="578" y="288"/>
                  </a:lnTo>
                  <a:lnTo>
                    <a:pt x="578" y="288"/>
                  </a:lnTo>
                  <a:lnTo>
                    <a:pt x="577" y="289"/>
                  </a:lnTo>
                  <a:lnTo>
                    <a:pt x="575" y="288"/>
                  </a:lnTo>
                  <a:lnTo>
                    <a:pt x="574" y="293"/>
                  </a:lnTo>
                  <a:lnTo>
                    <a:pt x="572" y="296"/>
                  </a:lnTo>
                  <a:lnTo>
                    <a:pt x="572" y="298"/>
                  </a:lnTo>
                  <a:lnTo>
                    <a:pt x="575" y="300"/>
                  </a:lnTo>
                  <a:lnTo>
                    <a:pt x="579" y="300"/>
                  </a:lnTo>
                  <a:lnTo>
                    <a:pt x="581" y="299"/>
                  </a:lnTo>
                  <a:lnTo>
                    <a:pt x="583" y="299"/>
                  </a:lnTo>
                  <a:lnTo>
                    <a:pt x="584" y="298"/>
                  </a:lnTo>
                  <a:lnTo>
                    <a:pt x="589" y="299"/>
                  </a:lnTo>
                  <a:lnTo>
                    <a:pt x="595" y="291"/>
                  </a:lnTo>
                  <a:lnTo>
                    <a:pt x="602" y="290"/>
                  </a:lnTo>
                  <a:lnTo>
                    <a:pt x="603" y="289"/>
                  </a:lnTo>
                  <a:lnTo>
                    <a:pt x="605" y="290"/>
                  </a:lnTo>
                  <a:lnTo>
                    <a:pt x="606" y="289"/>
                  </a:lnTo>
                  <a:lnTo>
                    <a:pt x="618" y="299"/>
                  </a:lnTo>
                  <a:lnTo>
                    <a:pt x="627" y="300"/>
                  </a:lnTo>
                  <a:lnTo>
                    <a:pt x="630" y="301"/>
                  </a:lnTo>
                  <a:lnTo>
                    <a:pt x="631" y="300"/>
                  </a:lnTo>
                  <a:lnTo>
                    <a:pt x="632" y="301"/>
                  </a:lnTo>
                  <a:lnTo>
                    <a:pt x="634" y="297"/>
                  </a:lnTo>
                  <a:lnTo>
                    <a:pt x="632" y="296"/>
                  </a:lnTo>
                  <a:lnTo>
                    <a:pt x="630" y="295"/>
                  </a:lnTo>
                  <a:lnTo>
                    <a:pt x="646" y="273"/>
                  </a:lnTo>
                  <a:lnTo>
                    <a:pt x="643" y="269"/>
                  </a:lnTo>
                  <a:lnTo>
                    <a:pt x="643" y="269"/>
                  </a:lnTo>
                  <a:lnTo>
                    <a:pt x="642" y="267"/>
                  </a:lnTo>
                  <a:lnTo>
                    <a:pt x="643" y="266"/>
                  </a:lnTo>
                  <a:lnTo>
                    <a:pt x="641" y="269"/>
                  </a:lnTo>
                  <a:lnTo>
                    <a:pt x="639" y="267"/>
                  </a:lnTo>
                  <a:lnTo>
                    <a:pt x="641" y="266"/>
                  </a:lnTo>
                  <a:lnTo>
                    <a:pt x="635" y="263"/>
                  </a:lnTo>
                  <a:lnTo>
                    <a:pt x="632" y="258"/>
                  </a:lnTo>
                  <a:lnTo>
                    <a:pt x="630" y="258"/>
                  </a:lnTo>
                  <a:lnTo>
                    <a:pt x="627" y="260"/>
                  </a:lnTo>
                  <a:lnTo>
                    <a:pt x="627" y="259"/>
                  </a:lnTo>
                  <a:lnTo>
                    <a:pt x="629" y="258"/>
                  </a:lnTo>
                  <a:lnTo>
                    <a:pt x="629" y="255"/>
                  </a:lnTo>
                  <a:lnTo>
                    <a:pt x="626" y="252"/>
                  </a:lnTo>
                  <a:lnTo>
                    <a:pt x="624" y="247"/>
                  </a:lnTo>
                  <a:lnTo>
                    <a:pt x="622" y="247"/>
                  </a:lnTo>
                  <a:lnTo>
                    <a:pt x="623" y="244"/>
                  </a:lnTo>
                  <a:lnTo>
                    <a:pt x="619" y="244"/>
                  </a:lnTo>
                  <a:lnTo>
                    <a:pt x="618" y="248"/>
                  </a:lnTo>
                  <a:lnTo>
                    <a:pt x="619" y="249"/>
                  </a:lnTo>
                  <a:lnTo>
                    <a:pt x="616" y="253"/>
                  </a:lnTo>
                  <a:lnTo>
                    <a:pt x="615" y="256"/>
                  </a:lnTo>
                  <a:lnTo>
                    <a:pt x="609" y="260"/>
                  </a:lnTo>
                  <a:lnTo>
                    <a:pt x="604" y="266"/>
                  </a:lnTo>
                  <a:lnTo>
                    <a:pt x="603" y="267"/>
                  </a:lnTo>
                  <a:lnTo>
                    <a:pt x="605" y="269"/>
                  </a:lnTo>
                  <a:lnTo>
                    <a:pt x="602" y="272"/>
                  </a:lnTo>
                  <a:lnTo>
                    <a:pt x="602" y="272"/>
                  </a:lnTo>
                  <a:lnTo>
                    <a:pt x="602" y="272"/>
                  </a:lnTo>
                  <a:lnTo>
                    <a:pt x="598" y="276"/>
                  </a:lnTo>
                  <a:close/>
                  <a:moveTo>
                    <a:pt x="562" y="299"/>
                  </a:moveTo>
                  <a:lnTo>
                    <a:pt x="563" y="296"/>
                  </a:lnTo>
                  <a:lnTo>
                    <a:pt x="567" y="292"/>
                  </a:lnTo>
                  <a:lnTo>
                    <a:pt x="568" y="289"/>
                  </a:lnTo>
                  <a:lnTo>
                    <a:pt x="567" y="288"/>
                  </a:lnTo>
                  <a:lnTo>
                    <a:pt x="569" y="284"/>
                  </a:lnTo>
                  <a:lnTo>
                    <a:pt x="569" y="277"/>
                  </a:lnTo>
                  <a:lnTo>
                    <a:pt x="570" y="275"/>
                  </a:lnTo>
                  <a:lnTo>
                    <a:pt x="564" y="271"/>
                  </a:lnTo>
                  <a:lnTo>
                    <a:pt x="562" y="273"/>
                  </a:lnTo>
                  <a:lnTo>
                    <a:pt x="559" y="271"/>
                  </a:lnTo>
                  <a:lnTo>
                    <a:pt x="556" y="278"/>
                  </a:lnTo>
                  <a:lnTo>
                    <a:pt x="548" y="286"/>
                  </a:lnTo>
                  <a:lnTo>
                    <a:pt x="543" y="288"/>
                  </a:lnTo>
                  <a:lnTo>
                    <a:pt x="540" y="293"/>
                  </a:lnTo>
                  <a:lnTo>
                    <a:pt x="542" y="297"/>
                  </a:lnTo>
                  <a:lnTo>
                    <a:pt x="548" y="300"/>
                  </a:lnTo>
                  <a:lnTo>
                    <a:pt x="549" y="303"/>
                  </a:lnTo>
                  <a:lnTo>
                    <a:pt x="548" y="304"/>
                  </a:lnTo>
                  <a:lnTo>
                    <a:pt x="551" y="307"/>
                  </a:lnTo>
                  <a:lnTo>
                    <a:pt x="550" y="307"/>
                  </a:lnTo>
                  <a:lnTo>
                    <a:pt x="551" y="310"/>
                  </a:lnTo>
                  <a:lnTo>
                    <a:pt x="558" y="305"/>
                  </a:lnTo>
                  <a:lnTo>
                    <a:pt x="563" y="299"/>
                  </a:lnTo>
                  <a:lnTo>
                    <a:pt x="563" y="299"/>
                  </a:lnTo>
                  <a:lnTo>
                    <a:pt x="563" y="299"/>
                  </a:lnTo>
                  <a:lnTo>
                    <a:pt x="562" y="299"/>
                  </a:lnTo>
                  <a:close/>
                  <a:moveTo>
                    <a:pt x="85" y="732"/>
                  </a:moveTo>
                  <a:lnTo>
                    <a:pt x="82" y="740"/>
                  </a:lnTo>
                  <a:lnTo>
                    <a:pt x="84" y="742"/>
                  </a:lnTo>
                  <a:lnTo>
                    <a:pt x="87" y="735"/>
                  </a:lnTo>
                  <a:lnTo>
                    <a:pt x="93" y="739"/>
                  </a:lnTo>
                  <a:lnTo>
                    <a:pt x="95" y="736"/>
                  </a:lnTo>
                  <a:lnTo>
                    <a:pt x="88" y="730"/>
                  </a:lnTo>
                  <a:lnTo>
                    <a:pt x="87" y="731"/>
                  </a:lnTo>
                  <a:lnTo>
                    <a:pt x="87" y="733"/>
                  </a:lnTo>
                  <a:lnTo>
                    <a:pt x="85" y="732"/>
                  </a:lnTo>
                  <a:close/>
                  <a:moveTo>
                    <a:pt x="778" y="11"/>
                  </a:moveTo>
                  <a:lnTo>
                    <a:pt x="786" y="15"/>
                  </a:lnTo>
                  <a:lnTo>
                    <a:pt x="789" y="19"/>
                  </a:lnTo>
                  <a:lnTo>
                    <a:pt x="786" y="21"/>
                  </a:lnTo>
                  <a:lnTo>
                    <a:pt x="788" y="23"/>
                  </a:lnTo>
                  <a:lnTo>
                    <a:pt x="785" y="25"/>
                  </a:lnTo>
                  <a:lnTo>
                    <a:pt x="785" y="28"/>
                  </a:lnTo>
                  <a:lnTo>
                    <a:pt x="785" y="29"/>
                  </a:lnTo>
                  <a:lnTo>
                    <a:pt x="785" y="31"/>
                  </a:lnTo>
                  <a:lnTo>
                    <a:pt x="785" y="31"/>
                  </a:lnTo>
                  <a:lnTo>
                    <a:pt x="786" y="36"/>
                  </a:lnTo>
                  <a:lnTo>
                    <a:pt x="784" y="37"/>
                  </a:lnTo>
                  <a:lnTo>
                    <a:pt x="785" y="40"/>
                  </a:lnTo>
                  <a:lnTo>
                    <a:pt x="788" y="50"/>
                  </a:lnTo>
                  <a:lnTo>
                    <a:pt x="787" y="53"/>
                  </a:lnTo>
                  <a:lnTo>
                    <a:pt x="785" y="56"/>
                  </a:lnTo>
                  <a:lnTo>
                    <a:pt x="807" y="89"/>
                  </a:lnTo>
                  <a:lnTo>
                    <a:pt x="810" y="92"/>
                  </a:lnTo>
                  <a:lnTo>
                    <a:pt x="812" y="93"/>
                  </a:lnTo>
                  <a:lnTo>
                    <a:pt x="811" y="97"/>
                  </a:lnTo>
                  <a:lnTo>
                    <a:pt x="811" y="97"/>
                  </a:lnTo>
                  <a:lnTo>
                    <a:pt x="807" y="100"/>
                  </a:lnTo>
                  <a:lnTo>
                    <a:pt x="809" y="102"/>
                  </a:lnTo>
                  <a:lnTo>
                    <a:pt x="804" y="105"/>
                  </a:lnTo>
                  <a:lnTo>
                    <a:pt x="804" y="105"/>
                  </a:lnTo>
                  <a:lnTo>
                    <a:pt x="798" y="106"/>
                  </a:lnTo>
                  <a:lnTo>
                    <a:pt x="798" y="108"/>
                  </a:lnTo>
                  <a:lnTo>
                    <a:pt x="801" y="106"/>
                  </a:lnTo>
                  <a:lnTo>
                    <a:pt x="802" y="108"/>
                  </a:lnTo>
                  <a:lnTo>
                    <a:pt x="796" y="111"/>
                  </a:lnTo>
                  <a:lnTo>
                    <a:pt x="796" y="113"/>
                  </a:lnTo>
                  <a:lnTo>
                    <a:pt x="793" y="116"/>
                  </a:lnTo>
                  <a:lnTo>
                    <a:pt x="793" y="115"/>
                  </a:lnTo>
                  <a:lnTo>
                    <a:pt x="788" y="119"/>
                  </a:lnTo>
                  <a:lnTo>
                    <a:pt x="788" y="124"/>
                  </a:lnTo>
                  <a:lnTo>
                    <a:pt x="791" y="123"/>
                  </a:lnTo>
                  <a:lnTo>
                    <a:pt x="792" y="125"/>
                  </a:lnTo>
                  <a:lnTo>
                    <a:pt x="790" y="126"/>
                  </a:lnTo>
                  <a:lnTo>
                    <a:pt x="793" y="127"/>
                  </a:lnTo>
                  <a:lnTo>
                    <a:pt x="795" y="131"/>
                  </a:lnTo>
                  <a:lnTo>
                    <a:pt x="795" y="132"/>
                  </a:lnTo>
                  <a:lnTo>
                    <a:pt x="791" y="136"/>
                  </a:lnTo>
                  <a:lnTo>
                    <a:pt x="792" y="137"/>
                  </a:lnTo>
                  <a:lnTo>
                    <a:pt x="788" y="139"/>
                  </a:lnTo>
                  <a:lnTo>
                    <a:pt x="781" y="151"/>
                  </a:lnTo>
                  <a:lnTo>
                    <a:pt x="780" y="151"/>
                  </a:lnTo>
                  <a:lnTo>
                    <a:pt x="779" y="153"/>
                  </a:lnTo>
                  <a:lnTo>
                    <a:pt x="777" y="152"/>
                  </a:lnTo>
                  <a:lnTo>
                    <a:pt x="776" y="157"/>
                  </a:lnTo>
                  <a:lnTo>
                    <a:pt x="769" y="164"/>
                  </a:lnTo>
                  <a:lnTo>
                    <a:pt x="768" y="163"/>
                  </a:lnTo>
                  <a:lnTo>
                    <a:pt x="765" y="160"/>
                  </a:lnTo>
                  <a:lnTo>
                    <a:pt x="764" y="160"/>
                  </a:lnTo>
                  <a:lnTo>
                    <a:pt x="763" y="160"/>
                  </a:lnTo>
                  <a:lnTo>
                    <a:pt x="763" y="157"/>
                  </a:lnTo>
                  <a:lnTo>
                    <a:pt x="763" y="155"/>
                  </a:lnTo>
                  <a:lnTo>
                    <a:pt x="766" y="152"/>
                  </a:lnTo>
                  <a:lnTo>
                    <a:pt x="765" y="150"/>
                  </a:lnTo>
                  <a:lnTo>
                    <a:pt x="769" y="148"/>
                  </a:lnTo>
                  <a:lnTo>
                    <a:pt x="770" y="146"/>
                  </a:lnTo>
                  <a:lnTo>
                    <a:pt x="763" y="140"/>
                  </a:lnTo>
                  <a:lnTo>
                    <a:pt x="767" y="132"/>
                  </a:lnTo>
                  <a:lnTo>
                    <a:pt x="765" y="129"/>
                  </a:lnTo>
                  <a:lnTo>
                    <a:pt x="763" y="129"/>
                  </a:lnTo>
                  <a:lnTo>
                    <a:pt x="760" y="127"/>
                  </a:lnTo>
                  <a:lnTo>
                    <a:pt x="759" y="126"/>
                  </a:lnTo>
                  <a:lnTo>
                    <a:pt x="756" y="128"/>
                  </a:lnTo>
                  <a:lnTo>
                    <a:pt x="752" y="123"/>
                  </a:lnTo>
                  <a:lnTo>
                    <a:pt x="751" y="127"/>
                  </a:lnTo>
                  <a:lnTo>
                    <a:pt x="750" y="127"/>
                  </a:lnTo>
                  <a:lnTo>
                    <a:pt x="749" y="128"/>
                  </a:lnTo>
                  <a:lnTo>
                    <a:pt x="748" y="129"/>
                  </a:lnTo>
                  <a:lnTo>
                    <a:pt x="747" y="130"/>
                  </a:lnTo>
                  <a:lnTo>
                    <a:pt x="746" y="132"/>
                  </a:lnTo>
                  <a:lnTo>
                    <a:pt x="739" y="130"/>
                  </a:lnTo>
                  <a:lnTo>
                    <a:pt x="734" y="125"/>
                  </a:lnTo>
                  <a:lnTo>
                    <a:pt x="739" y="121"/>
                  </a:lnTo>
                  <a:lnTo>
                    <a:pt x="739" y="121"/>
                  </a:lnTo>
                  <a:lnTo>
                    <a:pt x="743" y="117"/>
                  </a:lnTo>
                  <a:lnTo>
                    <a:pt x="743" y="118"/>
                  </a:lnTo>
                  <a:lnTo>
                    <a:pt x="747" y="113"/>
                  </a:lnTo>
                  <a:lnTo>
                    <a:pt x="734" y="101"/>
                  </a:lnTo>
                  <a:lnTo>
                    <a:pt x="724" y="90"/>
                  </a:lnTo>
                  <a:lnTo>
                    <a:pt x="727" y="86"/>
                  </a:lnTo>
                  <a:lnTo>
                    <a:pt x="725" y="85"/>
                  </a:lnTo>
                  <a:lnTo>
                    <a:pt x="729" y="80"/>
                  </a:lnTo>
                  <a:lnTo>
                    <a:pt x="728" y="78"/>
                  </a:lnTo>
                  <a:lnTo>
                    <a:pt x="722" y="73"/>
                  </a:lnTo>
                  <a:lnTo>
                    <a:pt x="719" y="76"/>
                  </a:lnTo>
                  <a:lnTo>
                    <a:pt x="718" y="75"/>
                  </a:lnTo>
                  <a:lnTo>
                    <a:pt x="717" y="76"/>
                  </a:lnTo>
                  <a:lnTo>
                    <a:pt x="715" y="73"/>
                  </a:lnTo>
                  <a:lnTo>
                    <a:pt x="711" y="72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741" y="0"/>
                  </a:lnTo>
                  <a:lnTo>
                    <a:pt x="771" y="9"/>
                  </a:lnTo>
                  <a:lnTo>
                    <a:pt x="771" y="9"/>
                  </a:lnTo>
                  <a:lnTo>
                    <a:pt x="778" y="1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6" name="Freeform 28">
              <a:extLst>
                <a:ext uri="{FF2B5EF4-FFF2-40B4-BE49-F238E27FC236}">
                  <a16:creationId xmlns:a16="http://schemas.microsoft.com/office/drawing/2014/main" id="{E50211A8-3759-4450-A5E6-9270C105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61" y="3600911"/>
              <a:ext cx="1410268" cy="948193"/>
            </a:xfrm>
            <a:custGeom>
              <a:avLst/>
              <a:gdLst>
                <a:gd name="T0" fmla="*/ 1300 w 1349"/>
                <a:gd name="T1" fmla="*/ 55 h 907"/>
                <a:gd name="T2" fmla="*/ 1311 w 1349"/>
                <a:gd name="T3" fmla="*/ 128 h 907"/>
                <a:gd name="T4" fmla="*/ 1349 w 1349"/>
                <a:gd name="T5" fmla="*/ 146 h 907"/>
                <a:gd name="T6" fmla="*/ 1303 w 1349"/>
                <a:gd name="T7" fmla="*/ 186 h 907"/>
                <a:gd name="T8" fmla="*/ 1280 w 1349"/>
                <a:gd name="T9" fmla="*/ 215 h 907"/>
                <a:gd name="T10" fmla="*/ 1226 w 1349"/>
                <a:gd name="T11" fmla="*/ 264 h 907"/>
                <a:gd name="T12" fmla="*/ 1221 w 1349"/>
                <a:gd name="T13" fmla="*/ 310 h 907"/>
                <a:gd name="T14" fmla="*/ 1169 w 1349"/>
                <a:gd name="T15" fmla="*/ 355 h 907"/>
                <a:gd name="T16" fmla="*/ 1131 w 1349"/>
                <a:gd name="T17" fmla="*/ 400 h 907"/>
                <a:gd name="T18" fmla="*/ 1038 w 1349"/>
                <a:gd name="T19" fmla="*/ 443 h 907"/>
                <a:gd name="T20" fmla="*/ 1080 w 1349"/>
                <a:gd name="T21" fmla="*/ 492 h 907"/>
                <a:gd name="T22" fmla="*/ 1091 w 1349"/>
                <a:gd name="T23" fmla="*/ 576 h 907"/>
                <a:gd name="T24" fmla="*/ 1026 w 1349"/>
                <a:gd name="T25" fmla="*/ 628 h 907"/>
                <a:gd name="T26" fmla="*/ 991 w 1349"/>
                <a:gd name="T27" fmla="*/ 701 h 907"/>
                <a:gd name="T28" fmla="*/ 950 w 1349"/>
                <a:gd name="T29" fmla="*/ 748 h 907"/>
                <a:gd name="T30" fmla="*/ 874 w 1349"/>
                <a:gd name="T31" fmla="*/ 777 h 907"/>
                <a:gd name="T32" fmla="*/ 865 w 1349"/>
                <a:gd name="T33" fmla="*/ 839 h 907"/>
                <a:gd name="T34" fmla="*/ 796 w 1349"/>
                <a:gd name="T35" fmla="*/ 828 h 907"/>
                <a:gd name="T36" fmla="*/ 741 w 1349"/>
                <a:gd name="T37" fmla="*/ 809 h 907"/>
                <a:gd name="T38" fmla="*/ 662 w 1349"/>
                <a:gd name="T39" fmla="*/ 782 h 907"/>
                <a:gd name="T40" fmla="*/ 612 w 1349"/>
                <a:gd name="T41" fmla="*/ 790 h 907"/>
                <a:gd name="T42" fmla="*/ 550 w 1349"/>
                <a:gd name="T43" fmla="*/ 822 h 907"/>
                <a:gd name="T44" fmla="*/ 487 w 1349"/>
                <a:gd name="T45" fmla="*/ 863 h 907"/>
                <a:gd name="T46" fmla="*/ 405 w 1349"/>
                <a:gd name="T47" fmla="*/ 843 h 907"/>
                <a:gd name="T48" fmla="*/ 343 w 1349"/>
                <a:gd name="T49" fmla="*/ 883 h 907"/>
                <a:gd name="T50" fmla="*/ 310 w 1349"/>
                <a:gd name="T51" fmla="*/ 888 h 907"/>
                <a:gd name="T52" fmla="*/ 255 w 1349"/>
                <a:gd name="T53" fmla="*/ 888 h 907"/>
                <a:gd name="T54" fmla="*/ 212 w 1349"/>
                <a:gd name="T55" fmla="*/ 809 h 907"/>
                <a:gd name="T56" fmla="*/ 191 w 1349"/>
                <a:gd name="T57" fmla="*/ 755 h 907"/>
                <a:gd name="T58" fmla="*/ 146 w 1349"/>
                <a:gd name="T59" fmla="*/ 700 h 907"/>
                <a:gd name="T60" fmla="*/ 87 w 1349"/>
                <a:gd name="T61" fmla="*/ 696 h 907"/>
                <a:gd name="T62" fmla="*/ 98 w 1349"/>
                <a:gd name="T63" fmla="*/ 625 h 907"/>
                <a:gd name="T64" fmla="*/ 36 w 1349"/>
                <a:gd name="T65" fmla="*/ 600 h 907"/>
                <a:gd name="T66" fmla="*/ 41 w 1349"/>
                <a:gd name="T67" fmla="*/ 491 h 907"/>
                <a:gd name="T68" fmla="*/ 75 w 1349"/>
                <a:gd name="T69" fmla="*/ 428 h 907"/>
                <a:gd name="T70" fmla="*/ 43 w 1349"/>
                <a:gd name="T71" fmla="*/ 393 h 907"/>
                <a:gd name="T72" fmla="*/ 2 w 1349"/>
                <a:gd name="T73" fmla="*/ 348 h 907"/>
                <a:gd name="T74" fmla="*/ 40 w 1349"/>
                <a:gd name="T75" fmla="*/ 261 h 907"/>
                <a:gd name="T76" fmla="*/ 128 w 1349"/>
                <a:gd name="T77" fmla="*/ 378 h 907"/>
                <a:gd name="T78" fmla="*/ 182 w 1349"/>
                <a:gd name="T79" fmla="*/ 482 h 907"/>
                <a:gd name="T80" fmla="*/ 217 w 1349"/>
                <a:gd name="T81" fmla="*/ 530 h 907"/>
                <a:gd name="T82" fmla="*/ 278 w 1349"/>
                <a:gd name="T83" fmla="*/ 493 h 907"/>
                <a:gd name="T84" fmla="*/ 326 w 1349"/>
                <a:gd name="T85" fmla="*/ 442 h 907"/>
                <a:gd name="T86" fmla="*/ 364 w 1349"/>
                <a:gd name="T87" fmla="*/ 376 h 907"/>
                <a:gd name="T88" fmla="*/ 427 w 1349"/>
                <a:gd name="T89" fmla="*/ 321 h 907"/>
                <a:gd name="T90" fmla="*/ 480 w 1349"/>
                <a:gd name="T91" fmla="*/ 333 h 907"/>
                <a:gd name="T92" fmla="*/ 546 w 1349"/>
                <a:gd name="T93" fmla="*/ 319 h 907"/>
                <a:gd name="T94" fmla="*/ 582 w 1349"/>
                <a:gd name="T95" fmla="*/ 319 h 907"/>
                <a:gd name="T96" fmla="*/ 619 w 1349"/>
                <a:gd name="T97" fmla="*/ 276 h 907"/>
                <a:gd name="T98" fmla="*/ 662 w 1349"/>
                <a:gd name="T99" fmla="*/ 263 h 907"/>
                <a:gd name="T100" fmla="*/ 737 w 1349"/>
                <a:gd name="T101" fmla="*/ 271 h 907"/>
                <a:gd name="T102" fmla="*/ 792 w 1349"/>
                <a:gd name="T103" fmla="*/ 244 h 907"/>
                <a:gd name="T104" fmla="*/ 870 w 1349"/>
                <a:gd name="T105" fmla="*/ 202 h 907"/>
                <a:gd name="T106" fmla="*/ 912 w 1349"/>
                <a:gd name="T107" fmla="*/ 185 h 907"/>
                <a:gd name="T108" fmla="*/ 945 w 1349"/>
                <a:gd name="T109" fmla="*/ 142 h 907"/>
                <a:gd name="T110" fmla="*/ 991 w 1349"/>
                <a:gd name="T111" fmla="*/ 106 h 907"/>
                <a:gd name="T112" fmla="*/ 1056 w 1349"/>
                <a:gd name="T113" fmla="*/ 121 h 907"/>
                <a:gd name="T114" fmla="*/ 1109 w 1349"/>
                <a:gd name="T115" fmla="*/ 149 h 907"/>
                <a:gd name="T116" fmla="*/ 1171 w 1349"/>
                <a:gd name="T117" fmla="*/ 144 h 907"/>
                <a:gd name="T118" fmla="*/ 1228 w 1349"/>
                <a:gd name="T119" fmla="*/ 110 h 907"/>
                <a:gd name="T120" fmla="*/ 1264 w 1349"/>
                <a:gd name="T121" fmla="*/ 51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9" h="907">
                  <a:moveTo>
                    <a:pt x="1296" y="2"/>
                  </a:moveTo>
                  <a:lnTo>
                    <a:pt x="1302" y="3"/>
                  </a:lnTo>
                  <a:lnTo>
                    <a:pt x="1304" y="6"/>
                  </a:lnTo>
                  <a:lnTo>
                    <a:pt x="1305" y="7"/>
                  </a:lnTo>
                  <a:lnTo>
                    <a:pt x="1304" y="10"/>
                  </a:lnTo>
                  <a:lnTo>
                    <a:pt x="1304" y="14"/>
                  </a:lnTo>
                  <a:lnTo>
                    <a:pt x="1303" y="21"/>
                  </a:lnTo>
                  <a:lnTo>
                    <a:pt x="1304" y="27"/>
                  </a:lnTo>
                  <a:lnTo>
                    <a:pt x="1305" y="31"/>
                  </a:lnTo>
                  <a:lnTo>
                    <a:pt x="1304" y="34"/>
                  </a:lnTo>
                  <a:lnTo>
                    <a:pt x="1305" y="40"/>
                  </a:lnTo>
                  <a:lnTo>
                    <a:pt x="1301" y="48"/>
                  </a:lnTo>
                  <a:lnTo>
                    <a:pt x="1302" y="48"/>
                  </a:lnTo>
                  <a:lnTo>
                    <a:pt x="1300" y="55"/>
                  </a:lnTo>
                  <a:lnTo>
                    <a:pt x="1294" y="61"/>
                  </a:lnTo>
                  <a:lnTo>
                    <a:pt x="1294" y="62"/>
                  </a:lnTo>
                  <a:lnTo>
                    <a:pt x="1296" y="66"/>
                  </a:lnTo>
                  <a:lnTo>
                    <a:pt x="1293" y="78"/>
                  </a:lnTo>
                  <a:lnTo>
                    <a:pt x="1294" y="80"/>
                  </a:lnTo>
                  <a:lnTo>
                    <a:pt x="1294" y="83"/>
                  </a:lnTo>
                  <a:lnTo>
                    <a:pt x="1296" y="84"/>
                  </a:lnTo>
                  <a:lnTo>
                    <a:pt x="1296" y="88"/>
                  </a:lnTo>
                  <a:lnTo>
                    <a:pt x="1300" y="94"/>
                  </a:lnTo>
                  <a:lnTo>
                    <a:pt x="1305" y="107"/>
                  </a:lnTo>
                  <a:lnTo>
                    <a:pt x="1306" y="108"/>
                  </a:lnTo>
                  <a:lnTo>
                    <a:pt x="1306" y="113"/>
                  </a:lnTo>
                  <a:lnTo>
                    <a:pt x="1308" y="119"/>
                  </a:lnTo>
                  <a:lnTo>
                    <a:pt x="1311" y="128"/>
                  </a:lnTo>
                  <a:lnTo>
                    <a:pt x="1314" y="128"/>
                  </a:lnTo>
                  <a:lnTo>
                    <a:pt x="1317" y="132"/>
                  </a:lnTo>
                  <a:lnTo>
                    <a:pt x="1320" y="132"/>
                  </a:lnTo>
                  <a:lnTo>
                    <a:pt x="1326" y="136"/>
                  </a:lnTo>
                  <a:lnTo>
                    <a:pt x="1330" y="138"/>
                  </a:lnTo>
                  <a:lnTo>
                    <a:pt x="1331" y="140"/>
                  </a:lnTo>
                  <a:lnTo>
                    <a:pt x="1332" y="141"/>
                  </a:lnTo>
                  <a:lnTo>
                    <a:pt x="1333" y="138"/>
                  </a:lnTo>
                  <a:lnTo>
                    <a:pt x="1335" y="139"/>
                  </a:lnTo>
                  <a:lnTo>
                    <a:pt x="1338" y="136"/>
                  </a:lnTo>
                  <a:lnTo>
                    <a:pt x="1340" y="137"/>
                  </a:lnTo>
                  <a:lnTo>
                    <a:pt x="1343" y="141"/>
                  </a:lnTo>
                  <a:lnTo>
                    <a:pt x="1345" y="143"/>
                  </a:lnTo>
                  <a:lnTo>
                    <a:pt x="1349" y="146"/>
                  </a:lnTo>
                  <a:lnTo>
                    <a:pt x="1349" y="146"/>
                  </a:lnTo>
                  <a:lnTo>
                    <a:pt x="1349" y="149"/>
                  </a:lnTo>
                  <a:lnTo>
                    <a:pt x="1346" y="149"/>
                  </a:lnTo>
                  <a:lnTo>
                    <a:pt x="1340" y="155"/>
                  </a:lnTo>
                  <a:lnTo>
                    <a:pt x="1334" y="165"/>
                  </a:lnTo>
                  <a:lnTo>
                    <a:pt x="1332" y="168"/>
                  </a:lnTo>
                  <a:lnTo>
                    <a:pt x="1329" y="168"/>
                  </a:lnTo>
                  <a:lnTo>
                    <a:pt x="1324" y="175"/>
                  </a:lnTo>
                  <a:lnTo>
                    <a:pt x="1323" y="181"/>
                  </a:lnTo>
                  <a:lnTo>
                    <a:pt x="1321" y="182"/>
                  </a:lnTo>
                  <a:lnTo>
                    <a:pt x="1316" y="181"/>
                  </a:lnTo>
                  <a:lnTo>
                    <a:pt x="1313" y="181"/>
                  </a:lnTo>
                  <a:lnTo>
                    <a:pt x="1309" y="184"/>
                  </a:lnTo>
                  <a:lnTo>
                    <a:pt x="1303" y="186"/>
                  </a:lnTo>
                  <a:lnTo>
                    <a:pt x="1299" y="184"/>
                  </a:lnTo>
                  <a:lnTo>
                    <a:pt x="1295" y="186"/>
                  </a:lnTo>
                  <a:lnTo>
                    <a:pt x="1289" y="186"/>
                  </a:lnTo>
                  <a:lnTo>
                    <a:pt x="1286" y="185"/>
                  </a:lnTo>
                  <a:lnTo>
                    <a:pt x="1282" y="186"/>
                  </a:lnTo>
                  <a:lnTo>
                    <a:pt x="1284" y="195"/>
                  </a:lnTo>
                  <a:lnTo>
                    <a:pt x="1283" y="196"/>
                  </a:lnTo>
                  <a:lnTo>
                    <a:pt x="1281" y="198"/>
                  </a:lnTo>
                  <a:lnTo>
                    <a:pt x="1277" y="206"/>
                  </a:lnTo>
                  <a:lnTo>
                    <a:pt x="1279" y="209"/>
                  </a:lnTo>
                  <a:lnTo>
                    <a:pt x="1280" y="212"/>
                  </a:lnTo>
                  <a:lnTo>
                    <a:pt x="1281" y="213"/>
                  </a:lnTo>
                  <a:lnTo>
                    <a:pt x="1281" y="214"/>
                  </a:lnTo>
                  <a:lnTo>
                    <a:pt x="1280" y="215"/>
                  </a:lnTo>
                  <a:lnTo>
                    <a:pt x="1278" y="215"/>
                  </a:lnTo>
                  <a:lnTo>
                    <a:pt x="1277" y="217"/>
                  </a:lnTo>
                  <a:lnTo>
                    <a:pt x="1277" y="221"/>
                  </a:lnTo>
                  <a:lnTo>
                    <a:pt x="1274" y="223"/>
                  </a:lnTo>
                  <a:lnTo>
                    <a:pt x="1275" y="232"/>
                  </a:lnTo>
                  <a:lnTo>
                    <a:pt x="1275" y="232"/>
                  </a:lnTo>
                  <a:lnTo>
                    <a:pt x="1271" y="234"/>
                  </a:lnTo>
                  <a:lnTo>
                    <a:pt x="1267" y="233"/>
                  </a:lnTo>
                  <a:lnTo>
                    <a:pt x="1257" y="234"/>
                  </a:lnTo>
                  <a:lnTo>
                    <a:pt x="1252" y="239"/>
                  </a:lnTo>
                  <a:lnTo>
                    <a:pt x="1247" y="247"/>
                  </a:lnTo>
                  <a:lnTo>
                    <a:pt x="1237" y="255"/>
                  </a:lnTo>
                  <a:lnTo>
                    <a:pt x="1229" y="261"/>
                  </a:lnTo>
                  <a:lnTo>
                    <a:pt x="1226" y="264"/>
                  </a:lnTo>
                  <a:lnTo>
                    <a:pt x="1222" y="265"/>
                  </a:lnTo>
                  <a:lnTo>
                    <a:pt x="1214" y="263"/>
                  </a:lnTo>
                  <a:lnTo>
                    <a:pt x="1211" y="265"/>
                  </a:lnTo>
                  <a:lnTo>
                    <a:pt x="1209" y="274"/>
                  </a:lnTo>
                  <a:lnTo>
                    <a:pt x="1202" y="280"/>
                  </a:lnTo>
                  <a:lnTo>
                    <a:pt x="1199" y="284"/>
                  </a:lnTo>
                  <a:lnTo>
                    <a:pt x="1199" y="285"/>
                  </a:lnTo>
                  <a:lnTo>
                    <a:pt x="1211" y="289"/>
                  </a:lnTo>
                  <a:lnTo>
                    <a:pt x="1216" y="289"/>
                  </a:lnTo>
                  <a:lnTo>
                    <a:pt x="1220" y="294"/>
                  </a:lnTo>
                  <a:lnTo>
                    <a:pt x="1221" y="296"/>
                  </a:lnTo>
                  <a:lnTo>
                    <a:pt x="1220" y="302"/>
                  </a:lnTo>
                  <a:lnTo>
                    <a:pt x="1222" y="307"/>
                  </a:lnTo>
                  <a:lnTo>
                    <a:pt x="1221" y="310"/>
                  </a:lnTo>
                  <a:lnTo>
                    <a:pt x="1214" y="318"/>
                  </a:lnTo>
                  <a:lnTo>
                    <a:pt x="1201" y="324"/>
                  </a:lnTo>
                  <a:lnTo>
                    <a:pt x="1195" y="334"/>
                  </a:lnTo>
                  <a:lnTo>
                    <a:pt x="1186" y="331"/>
                  </a:lnTo>
                  <a:lnTo>
                    <a:pt x="1177" y="334"/>
                  </a:lnTo>
                  <a:lnTo>
                    <a:pt x="1177" y="337"/>
                  </a:lnTo>
                  <a:lnTo>
                    <a:pt x="1179" y="341"/>
                  </a:lnTo>
                  <a:lnTo>
                    <a:pt x="1181" y="345"/>
                  </a:lnTo>
                  <a:lnTo>
                    <a:pt x="1180" y="349"/>
                  </a:lnTo>
                  <a:lnTo>
                    <a:pt x="1177" y="351"/>
                  </a:lnTo>
                  <a:lnTo>
                    <a:pt x="1177" y="354"/>
                  </a:lnTo>
                  <a:lnTo>
                    <a:pt x="1176" y="355"/>
                  </a:lnTo>
                  <a:lnTo>
                    <a:pt x="1171" y="353"/>
                  </a:lnTo>
                  <a:lnTo>
                    <a:pt x="1169" y="355"/>
                  </a:lnTo>
                  <a:lnTo>
                    <a:pt x="1169" y="359"/>
                  </a:lnTo>
                  <a:lnTo>
                    <a:pt x="1168" y="359"/>
                  </a:lnTo>
                  <a:lnTo>
                    <a:pt x="1163" y="361"/>
                  </a:lnTo>
                  <a:lnTo>
                    <a:pt x="1157" y="360"/>
                  </a:lnTo>
                  <a:lnTo>
                    <a:pt x="1147" y="367"/>
                  </a:lnTo>
                  <a:lnTo>
                    <a:pt x="1145" y="372"/>
                  </a:lnTo>
                  <a:lnTo>
                    <a:pt x="1146" y="378"/>
                  </a:lnTo>
                  <a:lnTo>
                    <a:pt x="1141" y="383"/>
                  </a:lnTo>
                  <a:lnTo>
                    <a:pt x="1139" y="389"/>
                  </a:lnTo>
                  <a:lnTo>
                    <a:pt x="1137" y="390"/>
                  </a:lnTo>
                  <a:lnTo>
                    <a:pt x="1137" y="394"/>
                  </a:lnTo>
                  <a:lnTo>
                    <a:pt x="1136" y="397"/>
                  </a:lnTo>
                  <a:lnTo>
                    <a:pt x="1133" y="398"/>
                  </a:lnTo>
                  <a:lnTo>
                    <a:pt x="1131" y="400"/>
                  </a:lnTo>
                  <a:lnTo>
                    <a:pt x="1127" y="403"/>
                  </a:lnTo>
                  <a:lnTo>
                    <a:pt x="1123" y="402"/>
                  </a:lnTo>
                  <a:lnTo>
                    <a:pt x="1120" y="402"/>
                  </a:lnTo>
                  <a:lnTo>
                    <a:pt x="1114" y="408"/>
                  </a:lnTo>
                  <a:lnTo>
                    <a:pt x="1102" y="411"/>
                  </a:lnTo>
                  <a:lnTo>
                    <a:pt x="1095" y="411"/>
                  </a:lnTo>
                  <a:lnTo>
                    <a:pt x="1085" y="404"/>
                  </a:lnTo>
                  <a:lnTo>
                    <a:pt x="1084" y="403"/>
                  </a:lnTo>
                  <a:lnTo>
                    <a:pt x="1080" y="404"/>
                  </a:lnTo>
                  <a:lnTo>
                    <a:pt x="1067" y="414"/>
                  </a:lnTo>
                  <a:lnTo>
                    <a:pt x="1059" y="430"/>
                  </a:lnTo>
                  <a:lnTo>
                    <a:pt x="1054" y="432"/>
                  </a:lnTo>
                  <a:lnTo>
                    <a:pt x="1043" y="442"/>
                  </a:lnTo>
                  <a:lnTo>
                    <a:pt x="1038" y="443"/>
                  </a:lnTo>
                  <a:lnTo>
                    <a:pt x="1037" y="450"/>
                  </a:lnTo>
                  <a:lnTo>
                    <a:pt x="1030" y="453"/>
                  </a:lnTo>
                  <a:lnTo>
                    <a:pt x="1031" y="454"/>
                  </a:lnTo>
                  <a:lnTo>
                    <a:pt x="1035" y="455"/>
                  </a:lnTo>
                  <a:lnTo>
                    <a:pt x="1038" y="459"/>
                  </a:lnTo>
                  <a:lnTo>
                    <a:pt x="1049" y="462"/>
                  </a:lnTo>
                  <a:lnTo>
                    <a:pt x="1051" y="464"/>
                  </a:lnTo>
                  <a:lnTo>
                    <a:pt x="1057" y="465"/>
                  </a:lnTo>
                  <a:lnTo>
                    <a:pt x="1058" y="472"/>
                  </a:lnTo>
                  <a:lnTo>
                    <a:pt x="1060" y="478"/>
                  </a:lnTo>
                  <a:lnTo>
                    <a:pt x="1064" y="479"/>
                  </a:lnTo>
                  <a:lnTo>
                    <a:pt x="1070" y="490"/>
                  </a:lnTo>
                  <a:lnTo>
                    <a:pt x="1076" y="490"/>
                  </a:lnTo>
                  <a:lnTo>
                    <a:pt x="1080" y="492"/>
                  </a:lnTo>
                  <a:lnTo>
                    <a:pt x="1084" y="509"/>
                  </a:lnTo>
                  <a:lnTo>
                    <a:pt x="1089" y="517"/>
                  </a:lnTo>
                  <a:lnTo>
                    <a:pt x="1091" y="517"/>
                  </a:lnTo>
                  <a:lnTo>
                    <a:pt x="1089" y="522"/>
                  </a:lnTo>
                  <a:lnTo>
                    <a:pt x="1091" y="529"/>
                  </a:lnTo>
                  <a:lnTo>
                    <a:pt x="1100" y="540"/>
                  </a:lnTo>
                  <a:lnTo>
                    <a:pt x="1100" y="543"/>
                  </a:lnTo>
                  <a:lnTo>
                    <a:pt x="1100" y="547"/>
                  </a:lnTo>
                  <a:lnTo>
                    <a:pt x="1098" y="549"/>
                  </a:lnTo>
                  <a:lnTo>
                    <a:pt x="1095" y="550"/>
                  </a:lnTo>
                  <a:lnTo>
                    <a:pt x="1094" y="555"/>
                  </a:lnTo>
                  <a:lnTo>
                    <a:pt x="1089" y="561"/>
                  </a:lnTo>
                  <a:lnTo>
                    <a:pt x="1088" y="566"/>
                  </a:lnTo>
                  <a:lnTo>
                    <a:pt x="1091" y="576"/>
                  </a:lnTo>
                  <a:lnTo>
                    <a:pt x="1090" y="584"/>
                  </a:lnTo>
                  <a:lnTo>
                    <a:pt x="1089" y="588"/>
                  </a:lnTo>
                  <a:lnTo>
                    <a:pt x="1084" y="591"/>
                  </a:lnTo>
                  <a:lnTo>
                    <a:pt x="1069" y="594"/>
                  </a:lnTo>
                  <a:lnTo>
                    <a:pt x="1066" y="595"/>
                  </a:lnTo>
                  <a:lnTo>
                    <a:pt x="1061" y="599"/>
                  </a:lnTo>
                  <a:lnTo>
                    <a:pt x="1060" y="601"/>
                  </a:lnTo>
                  <a:lnTo>
                    <a:pt x="1060" y="605"/>
                  </a:lnTo>
                  <a:lnTo>
                    <a:pt x="1060" y="612"/>
                  </a:lnTo>
                  <a:lnTo>
                    <a:pt x="1052" y="621"/>
                  </a:lnTo>
                  <a:lnTo>
                    <a:pt x="1049" y="622"/>
                  </a:lnTo>
                  <a:lnTo>
                    <a:pt x="1040" y="626"/>
                  </a:lnTo>
                  <a:lnTo>
                    <a:pt x="1030" y="629"/>
                  </a:lnTo>
                  <a:lnTo>
                    <a:pt x="1026" y="628"/>
                  </a:lnTo>
                  <a:lnTo>
                    <a:pt x="1021" y="629"/>
                  </a:lnTo>
                  <a:lnTo>
                    <a:pt x="1016" y="632"/>
                  </a:lnTo>
                  <a:lnTo>
                    <a:pt x="995" y="634"/>
                  </a:lnTo>
                  <a:lnTo>
                    <a:pt x="991" y="655"/>
                  </a:lnTo>
                  <a:lnTo>
                    <a:pt x="988" y="661"/>
                  </a:lnTo>
                  <a:lnTo>
                    <a:pt x="987" y="665"/>
                  </a:lnTo>
                  <a:lnTo>
                    <a:pt x="989" y="679"/>
                  </a:lnTo>
                  <a:lnTo>
                    <a:pt x="993" y="688"/>
                  </a:lnTo>
                  <a:lnTo>
                    <a:pt x="994" y="692"/>
                  </a:lnTo>
                  <a:lnTo>
                    <a:pt x="995" y="695"/>
                  </a:lnTo>
                  <a:lnTo>
                    <a:pt x="997" y="697"/>
                  </a:lnTo>
                  <a:lnTo>
                    <a:pt x="997" y="698"/>
                  </a:lnTo>
                  <a:lnTo>
                    <a:pt x="993" y="701"/>
                  </a:lnTo>
                  <a:lnTo>
                    <a:pt x="991" y="701"/>
                  </a:lnTo>
                  <a:lnTo>
                    <a:pt x="989" y="700"/>
                  </a:lnTo>
                  <a:lnTo>
                    <a:pt x="979" y="711"/>
                  </a:lnTo>
                  <a:lnTo>
                    <a:pt x="980" y="715"/>
                  </a:lnTo>
                  <a:lnTo>
                    <a:pt x="983" y="719"/>
                  </a:lnTo>
                  <a:lnTo>
                    <a:pt x="977" y="724"/>
                  </a:lnTo>
                  <a:lnTo>
                    <a:pt x="978" y="730"/>
                  </a:lnTo>
                  <a:lnTo>
                    <a:pt x="978" y="734"/>
                  </a:lnTo>
                  <a:lnTo>
                    <a:pt x="970" y="734"/>
                  </a:lnTo>
                  <a:lnTo>
                    <a:pt x="969" y="734"/>
                  </a:lnTo>
                  <a:lnTo>
                    <a:pt x="964" y="745"/>
                  </a:lnTo>
                  <a:lnTo>
                    <a:pt x="964" y="750"/>
                  </a:lnTo>
                  <a:lnTo>
                    <a:pt x="960" y="752"/>
                  </a:lnTo>
                  <a:lnTo>
                    <a:pt x="956" y="752"/>
                  </a:lnTo>
                  <a:lnTo>
                    <a:pt x="950" y="748"/>
                  </a:lnTo>
                  <a:lnTo>
                    <a:pt x="934" y="752"/>
                  </a:lnTo>
                  <a:lnTo>
                    <a:pt x="931" y="749"/>
                  </a:lnTo>
                  <a:lnTo>
                    <a:pt x="929" y="749"/>
                  </a:lnTo>
                  <a:lnTo>
                    <a:pt x="916" y="750"/>
                  </a:lnTo>
                  <a:lnTo>
                    <a:pt x="910" y="750"/>
                  </a:lnTo>
                  <a:lnTo>
                    <a:pt x="905" y="752"/>
                  </a:lnTo>
                  <a:lnTo>
                    <a:pt x="896" y="750"/>
                  </a:lnTo>
                  <a:lnTo>
                    <a:pt x="895" y="752"/>
                  </a:lnTo>
                  <a:lnTo>
                    <a:pt x="893" y="757"/>
                  </a:lnTo>
                  <a:lnTo>
                    <a:pt x="888" y="765"/>
                  </a:lnTo>
                  <a:lnTo>
                    <a:pt x="885" y="771"/>
                  </a:lnTo>
                  <a:lnTo>
                    <a:pt x="874" y="774"/>
                  </a:lnTo>
                  <a:lnTo>
                    <a:pt x="874" y="775"/>
                  </a:lnTo>
                  <a:lnTo>
                    <a:pt x="874" y="777"/>
                  </a:lnTo>
                  <a:lnTo>
                    <a:pt x="875" y="783"/>
                  </a:lnTo>
                  <a:lnTo>
                    <a:pt x="876" y="786"/>
                  </a:lnTo>
                  <a:lnTo>
                    <a:pt x="875" y="788"/>
                  </a:lnTo>
                  <a:lnTo>
                    <a:pt x="871" y="794"/>
                  </a:lnTo>
                  <a:lnTo>
                    <a:pt x="874" y="801"/>
                  </a:lnTo>
                  <a:lnTo>
                    <a:pt x="872" y="803"/>
                  </a:lnTo>
                  <a:lnTo>
                    <a:pt x="868" y="806"/>
                  </a:lnTo>
                  <a:lnTo>
                    <a:pt x="866" y="814"/>
                  </a:lnTo>
                  <a:lnTo>
                    <a:pt x="866" y="820"/>
                  </a:lnTo>
                  <a:lnTo>
                    <a:pt x="871" y="827"/>
                  </a:lnTo>
                  <a:lnTo>
                    <a:pt x="872" y="829"/>
                  </a:lnTo>
                  <a:lnTo>
                    <a:pt x="871" y="833"/>
                  </a:lnTo>
                  <a:lnTo>
                    <a:pt x="869" y="837"/>
                  </a:lnTo>
                  <a:lnTo>
                    <a:pt x="865" y="839"/>
                  </a:lnTo>
                  <a:lnTo>
                    <a:pt x="861" y="842"/>
                  </a:lnTo>
                  <a:lnTo>
                    <a:pt x="858" y="836"/>
                  </a:lnTo>
                  <a:lnTo>
                    <a:pt x="852" y="836"/>
                  </a:lnTo>
                  <a:lnTo>
                    <a:pt x="847" y="836"/>
                  </a:lnTo>
                  <a:lnTo>
                    <a:pt x="841" y="835"/>
                  </a:lnTo>
                  <a:lnTo>
                    <a:pt x="837" y="832"/>
                  </a:lnTo>
                  <a:lnTo>
                    <a:pt x="828" y="830"/>
                  </a:lnTo>
                  <a:lnTo>
                    <a:pt x="820" y="835"/>
                  </a:lnTo>
                  <a:lnTo>
                    <a:pt x="815" y="839"/>
                  </a:lnTo>
                  <a:lnTo>
                    <a:pt x="811" y="840"/>
                  </a:lnTo>
                  <a:lnTo>
                    <a:pt x="808" y="837"/>
                  </a:lnTo>
                  <a:lnTo>
                    <a:pt x="803" y="831"/>
                  </a:lnTo>
                  <a:lnTo>
                    <a:pt x="800" y="828"/>
                  </a:lnTo>
                  <a:lnTo>
                    <a:pt x="796" y="828"/>
                  </a:lnTo>
                  <a:lnTo>
                    <a:pt x="787" y="817"/>
                  </a:lnTo>
                  <a:lnTo>
                    <a:pt x="783" y="817"/>
                  </a:lnTo>
                  <a:lnTo>
                    <a:pt x="773" y="815"/>
                  </a:lnTo>
                  <a:lnTo>
                    <a:pt x="771" y="815"/>
                  </a:lnTo>
                  <a:lnTo>
                    <a:pt x="766" y="825"/>
                  </a:lnTo>
                  <a:lnTo>
                    <a:pt x="761" y="826"/>
                  </a:lnTo>
                  <a:lnTo>
                    <a:pt x="761" y="831"/>
                  </a:lnTo>
                  <a:lnTo>
                    <a:pt x="760" y="833"/>
                  </a:lnTo>
                  <a:lnTo>
                    <a:pt x="750" y="833"/>
                  </a:lnTo>
                  <a:lnTo>
                    <a:pt x="747" y="831"/>
                  </a:lnTo>
                  <a:lnTo>
                    <a:pt x="739" y="821"/>
                  </a:lnTo>
                  <a:lnTo>
                    <a:pt x="738" y="818"/>
                  </a:lnTo>
                  <a:lnTo>
                    <a:pt x="740" y="817"/>
                  </a:lnTo>
                  <a:lnTo>
                    <a:pt x="741" y="809"/>
                  </a:lnTo>
                  <a:lnTo>
                    <a:pt x="739" y="803"/>
                  </a:lnTo>
                  <a:lnTo>
                    <a:pt x="732" y="798"/>
                  </a:lnTo>
                  <a:lnTo>
                    <a:pt x="723" y="797"/>
                  </a:lnTo>
                  <a:lnTo>
                    <a:pt x="719" y="795"/>
                  </a:lnTo>
                  <a:lnTo>
                    <a:pt x="716" y="793"/>
                  </a:lnTo>
                  <a:lnTo>
                    <a:pt x="715" y="787"/>
                  </a:lnTo>
                  <a:lnTo>
                    <a:pt x="711" y="780"/>
                  </a:lnTo>
                  <a:lnTo>
                    <a:pt x="705" y="775"/>
                  </a:lnTo>
                  <a:lnTo>
                    <a:pt x="704" y="772"/>
                  </a:lnTo>
                  <a:lnTo>
                    <a:pt x="702" y="772"/>
                  </a:lnTo>
                  <a:lnTo>
                    <a:pt x="690" y="779"/>
                  </a:lnTo>
                  <a:lnTo>
                    <a:pt x="684" y="781"/>
                  </a:lnTo>
                  <a:lnTo>
                    <a:pt x="669" y="779"/>
                  </a:lnTo>
                  <a:lnTo>
                    <a:pt x="662" y="782"/>
                  </a:lnTo>
                  <a:lnTo>
                    <a:pt x="651" y="780"/>
                  </a:lnTo>
                  <a:lnTo>
                    <a:pt x="645" y="780"/>
                  </a:lnTo>
                  <a:lnTo>
                    <a:pt x="642" y="779"/>
                  </a:lnTo>
                  <a:lnTo>
                    <a:pt x="641" y="777"/>
                  </a:lnTo>
                  <a:lnTo>
                    <a:pt x="638" y="765"/>
                  </a:lnTo>
                  <a:lnTo>
                    <a:pt x="634" y="761"/>
                  </a:lnTo>
                  <a:lnTo>
                    <a:pt x="630" y="760"/>
                  </a:lnTo>
                  <a:lnTo>
                    <a:pt x="622" y="763"/>
                  </a:lnTo>
                  <a:lnTo>
                    <a:pt x="615" y="762"/>
                  </a:lnTo>
                  <a:lnTo>
                    <a:pt x="612" y="764"/>
                  </a:lnTo>
                  <a:lnTo>
                    <a:pt x="610" y="768"/>
                  </a:lnTo>
                  <a:lnTo>
                    <a:pt x="608" y="771"/>
                  </a:lnTo>
                  <a:lnTo>
                    <a:pt x="609" y="779"/>
                  </a:lnTo>
                  <a:lnTo>
                    <a:pt x="612" y="790"/>
                  </a:lnTo>
                  <a:lnTo>
                    <a:pt x="610" y="793"/>
                  </a:lnTo>
                  <a:lnTo>
                    <a:pt x="607" y="796"/>
                  </a:lnTo>
                  <a:lnTo>
                    <a:pt x="593" y="795"/>
                  </a:lnTo>
                  <a:lnTo>
                    <a:pt x="589" y="790"/>
                  </a:lnTo>
                  <a:lnTo>
                    <a:pt x="581" y="793"/>
                  </a:lnTo>
                  <a:lnTo>
                    <a:pt x="573" y="790"/>
                  </a:lnTo>
                  <a:lnTo>
                    <a:pt x="570" y="797"/>
                  </a:lnTo>
                  <a:lnTo>
                    <a:pt x="565" y="798"/>
                  </a:lnTo>
                  <a:lnTo>
                    <a:pt x="558" y="800"/>
                  </a:lnTo>
                  <a:lnTo>
                    <a:pt x="552" y="806"/>
                  </a:lnTo>
                  <a:lnTo>
                    <a:pt x="552" y="808"/>
                  </a:lnTo>
                  <a:lnTo>
                    <a:pt x="555" y="816"/>
                  </a:lnTo>
                  <a:lnTo>
                    <a:pt x="553" y="821"/>
                  </a:lnTo>
                  <a:lnTo>
                    <a:pt x="550" y="822"/>
                  </a:lnTo>
                  <a:lnTo>
                    <a:pt x="547" y="820"/>
                  </a:lnTo>
                  <a:lnTo>
                    <a:pt x="543" y="820"/>
                  </a:lnTo>
                  <a:lnTo>
                    <a:pt x="539" y="823"/>
                  </a:lnTo>
                  <a:lnTo>
                    <a:pt x="535" y="825"/>
                  </a:lnTo>
                  <a:lnTo>
                    <a:pt x="528" y="832"/>
                  </a:lnTo>
                  <a:lnTo>
                    <a:pt x="522" y="839"/>
                  </a:lnTo>
                  <a:lnTo>
                    <a:pt x="514" y="844"/>
                  </a:lnTo>
                  <a:lnTo>
                    <a:pt x="512" y="847"/>
                  </a:lnTo>
                  <a:lnTo>
                    <a:pt x="503" y="851"/>
                  </a:lnTo>
                  <a:lnTo>
                    <a:pt x="501" y="850"/>
                  </a:lnTo>
                  <a:lnTo>
                    <a:pt x="498" y="847"/>
                  </a:lnTo>
                  <a:lnTo>
                    <a:pt x="493" y="853"/>
                  </a:lnTo>
                  <a:lnTo>
                    <a:pt x="493" y="857"/>
                  </a:lnTo>
                  <a:lnTo>
                    <a:pt x="487" y="863"/>
                  </a:lnTo>
                  <a:lnTo>
                    <a:pt x="484" y="864"/>
                  </a:lnTo>
                  <a:lnTo>
                    <a:pt x="482" y="864"/>
                  </a:lnTo>
                  <a:lnTo>
                    <a:pt x="471" y="856"/>
                  </a:lnTo>
                  <a:lnTo>
                    <a:pt x="466" y="857"/>
                  </a:lnTo>
                  <a:lnTo>
                    <a:pt x="460" y="848"/>
                  </a:lnTo>
                  <a:lnTo>
                    <a:pt x="452" y="844"/>
                  </a:lnTo>
                  <a:lnTo>
                    <a:pt x="440" y="849"/>
                  </a:lnTo>
                  <a:lnTo>
                    <a:pt x="435" y="848"/>
                  </a:lnTo>
                  <a:lnTo>
                    <a:pt x="433" y="847"/>
                  </a:lnTo>
                  <a:lnTo>
                    <a:pt x="430" y="843"/>
                  </a:lnTo>
                  <a:lnTo>
                    <a:pt x="429" y="842"/>
                  </a:lnTo>
                  <a:lnTo>
                    <a:pt x="417" y="840"/>
                  </a:lnTo>
                  <a:lnTo>
                    <a:pt x="412" y="836"/>
                  </a:lnTo>
                  <a:lnTo>
                    <a:pt x="405" y="843"/>
                  </a:lnTo>
                  <a:lnTo>
                    <a:pt x="398" y="859"/>
                  </a:lnTo>
                  <a:lnTo>
                    <a:pt x="393" y="861"/>
                  </a:lnTo>
                  <a:lnTo>
                    <a:pt x="383" y="873"/>
                  </a:lnTo>
                  <a:lnTo>
                    <a:pt x="381" y="874"/>
                  </a:lnTo>
                  <a:lnTo>
                    <a:pt x="378" y="869"/>
                  </a:lnTo>
                  <a:lnTo>
                    <a:pt x="377" y="868"/>
                  </a:lnTo>
                  <a:lnTo>
                    <a:pt x="369" y="872"/>
                  </a:lnTo>
                  <a:lnTo>
                    <a:pt x="361" y="869"/>
                  </a:lnTo>
                  <a:lnTo>
                    <a:pt x="358" y="872"/>
                  </a:lnTo>
                  <a:lnTo>
                    <a:pt x="356" y="872"/>
                  </a:lnTo>
                  <a:lnTo>
                    <a:pt x="351" y="874"/>
                  </a:lnTo>
                  <a:lnTo>
                    <a:pt x="348" y="880"/>
                  </a:lnTo>
                  <a:lnTo>
                    <a:pt x="345" y="883"/>
                  </a:lnTo>
                  <a:lnTo>
                    <a:pt x="343" y="883"/>
                  </a:lnTo>
                  <a:lnTo>
                    <a:pt x="339" y="888"/>
                  </a:lnTo>
                  <a:lnTo>
                    <a:pt x="337" y="893"/>
                  </a:lnTo>
                  <a:lnTo>
                    <a:pt x="338" y="903"/>
                  </a:lnTo>
                  <a:lnTo>
                    <a:pt x="331" y="907"/>
                  </a:lnTo>
                  <a:lnTo>
                    <a:pt x="327" y="906"/>
                  </a:lnTo>
                  <a:lnTo>
                    <a:pt x="321" y="902"/>
                  </a:lnTo>
                  <a:lnTo>
                    <a:pt x="318" y="902"/>
                  </a:lnTo>
                  <a:lnTo>
                    <a:pt x="314" y="897"/>
                  </a:lnTo>
                  <a:lnTo>
                    <a:pt x="315" y="894"/>
                  </a:lnTo>
                  <a:lnTo>
                    <a:pt x="314" y="893"/>
                  </a:lnTo>
                  <a:lnTo>
                    <a:pt x="310" y="893"/>
                  </a:lnTo>
                  <a:lnTo>
                    <a:pt x="308" y="892"/>
                  </a:lnTo>
                  <a:lnTo>
                    <a:pt x="308" y="891"/>
                  </a:lnTo>
                  <a:lnTo>
                    <a:pt x="310" y="888"/>
                  </a:lnTo>
                  <a:lnTo>
                    <a:pt x="303" y="883"/>
                  </a:lnTo>
                  <a:lnTo>
                    <a:pt x="301" y="884"/>
                  </a:lnTo>
                  <a:lnTo>
                    <a:pt x="296" y="887"/>
                  </a:lnTo>
                  <a:lnTo>
                    <a:pt x="293" y="888"/>
                  </a:lnTo>
                  <a:lnTo>
                    <a:pt x="287" y="891"/>
                  </a:lnTo>
                  <a:lnTo>
                    <a:pt x="285" y="896"/>
                  </a:lnTo>
                  <a:lnTo>
                    <a:pt x="277" y="902"/>
                  </a:lnTo>
                  <a:lnTo>
                    <a:pt x="274" y="907"/>
                  </a:lnTo>
                  <a:lnTo>
                    <a:pt x="264" y="907"/>
                  </a:lnTo>
                  <a:lnTo>
                    <a:pt x="261" y="906"/>
                  </a:lnTo>
                  <a:lnTo>
                    <a:pt x="258" y="903"/>
                  </a:lnTo>
                  <a:lnTo>
                    <a:pt x="257" y="897"/>
                  </a:lnTo>
                  <a:lnTo>
                    <a:pt x="254" y="892"/>
                  </a:lnTo>
                  <a:lnTo>
                    <a:pt x="255" y="888"/>
                  </a:lnTo>
                  <a:lnTo>
                    <a:pt x="254" y="885"/>
                  </a:lnTo>
                  <a:lnTo>
                    <a:pt x="245" y="877"/>
                  </a:lnTo>
                  <a:lnTo>
                    <a:pt x="241" y="870"/>
                  </a:lnTo>
                  <a:lnTo>
                    <a:pt x="240" y="865"/>
                  </a:lnTo>
                  <a:lnTo>
                    <a:pt x="238" y="864"/>
                  </a:lnTo>
                  <a:lnTo>
                    <a:pt x="231" y="860"/>
                  </a:lnTo>
                  <a:lnTo>
                    <a:pt x="231" y="849"/>
                  </a:lnTo>
                  <a:lnTo>
                    <a:pt x="228" y="845"/>
                  </a:lnTo>
                  <a:lnTo>
                    <a:pt x="223" y="843"/>
                  </a:lnTo>
                  <a:lnTo>
                    <a:pt x="216" y="833"/>
                  </a:lnTo>
                  <a:lnTo>
                    <a:pt x="215" y="826"/>
                  </a:lnTo>
                  <a:lnTo>
                    <a:pt x="210" y="817"/>
                  </a:lnTo>
                  <a:lnTo>
                    <a:pt x="211" y="812"/>
                  </a:lnTo>
                  <a:lnTo>
                    <a:pt x="212" y="809"/>
                  </a:lnTo>
                  <a:lnTo>
                    <a:pt x="211" y="802"/>
                  </a:lnTo>
                  <a:lnTo>
                    <a:pt x="211" y="798"/>
                  </a:lnTo>
                  <a:lnTo>
                    <a:pt x="209" y="797"/>
                  </a:lnTo>
                  <a:lnTo>
                    <a:pt x="202" y="795"/>
                  </a:lnTo>
                  <a:lnTo>
                    <a:pt x="195" y="792"/>
                  </a:lnTo>
                  <a:lnTo>
                    <a:pt x="190" y="783"/>
                  </a:lnTo>
                  <a:lnTo>
                    <a:pt x="189" y="781"/>
                  </a:lnTo>
                  <a:lnTo>
                    <a:pt x="190" y="778"/>
                  </a:lnTo>
                  <a:lnTo>
                    <a:pt x="201" y="771"/>
                  </a:lnTo>
                  <a:lnTo>
                    <a:pt x="198" y="768"/>
                  </a:lnTo>
                  <a:lnTo>
                    <a:pt x="194" y="763"/>
                  </a:lnTo>
                  <a:lnTo>
                    <a:pt x="191" y="762"/>
                  </a:lnTo>
                  <a:lnTo>
                    <a:pt x="190" y="761"/>
                  </a:lnTo>
                  <a:lnTo>
                    <a:pt x="191" y="755"/>
                  </a:lnTo>
                  <a:lnTo>
                    <a:pt x="190" y="754"/>
                  </a:lnTo>
                  <a:lnTo>
                    <a:pt x="190" y="752"/>
                  </a:lnTo>
                  <a:lnTo>
                    <a:pt x="190" y="751"/>
                  </a:lnTo>
                  <a:lnTo>
                    <a:pt x="185" y="746"/>
                  </a:lnTo>
                  <a:lnTo>
                    <a:pt x="184" y="747"/>
                  </a:lnTo>
                  <a:lnTo>
                    <a:pt x="177" y="747"/>
                  </a:lnTo>
                  <a:lnTo>
                    <a:pt x="169" y="741"/>
                  </a:lnTo>
                  <a:lnTo>
                    <a:pt x="168" y="741"/>
                  </a:lnTo>
                  <a:lnTo>
                    <a:pt x="169" y="739"/>
                  </a:lnTo>
                  <a:lnTo>
                    <a:pt x="166" y="724"/>
                  </a:lnTo>
                  <a:lnTo>
                    <a:pt x="157" y="717"/>
                  </a:lnTo>
                  <a:lnTo>
                    <a:pt x="154" y="711"/>
                  </a:lnTo>
                  <a:lnTo>
                    <a:pt x="152" y="711"/>
                  </a:lnTo>
                  <a:lnTo>
                    <a:pt x="146" y="700"/>
                  </a:lnTo>
                  <a:lnTo>
                    <a:pt x="142" y="689"/>
                  </a:lnTo>
                  <a:lnTo>
                    <a:pt x="135" y="689"/>
                  </a:lnTo>
                  <a:lnTo>
                    <a:pt x="132" y="685"/>
                  </a:lnTo>
                  <a:lnTo>
                    <a:pt x="130" y="681"/>
                  </a:lnTo>
                  <a:lnTo>
                    <a:pt x="131" y="679"/>
                  </a:lnTo>
                  <a:lnTo>
                    <a:pt x="131" y="675"/>
                  </a:lnTo>
                  <a:lnTo>
                    <a:pt x="126" y="671"/>
                  </a:lnTo>
                  <a:lnTo>
                    <a:pt x="119" y="675"/>
                  </a:lnTo>
                  <a:lnTo>
                    <a:pt x="114" y="685"/>
                  </a:lnTo>
                  <a:lnTo>
                    <a:pt x="111" y="689"/>
                  </a:lnTo>
                  <a:lnTo>
                    <a:pt x="107" y="691"/>
                  </a:lnTo>
                  <a:lnTo>
                    <a:pt x="97" y="693"/>
                  </a:lnTo>
                  <a:lnTo>
                    <a:pt x="95" y="698"/>
                  </a:lnTo>
                  <a:lnTo>
                    <a:pt x="87" y="696"/>
                  </a:lnTo>
                  <a:lnTo>
                    <a:pt x="84" y="692"/>
                  </a:lnTo>
                  <a:lnTo>
                    <a:pt x="81" y="688"/>
                  </a:lnTo>
                  <a:lnTo>
                    <a:pt x="84" y="675"/>
                  </a:lnTo>
                  <a:lnTo>
                    <a:pt x="86" y="673"/>
                  </a:lnTo>
                  <a:lnTo>
                    <a:pt x="86" y="671"/>
                  </a:lnTo>
                  <a:lnTo>
                    <a:pt x="92" y="664"/>
                  </a:lnTo>
                  <a:lnTo>
                    <a:pt x="95" y="663"/>
                  </a:lnTo>
                  <a:lnTo>
                    <a:pt x="93" y="657"/>
                  </a:lnTo>
                  <a:lnTo>
                    <a:pt x="96" y="652"/>
                  </a:lnTo>
                  <a:lnTo>
                    <a:pt x="89" y="638"/>
                  </a:lnTo>
                  <a:lnTo>
                    <a:pt x="91" y="637"/>
                  </a:lnTo>
                  <a:lnTo>
                    <a:pt x="93" y="633"/>
                  </a:lnTo>
                  <a:lnTo>
                    <a:pt x="96" y="631"/>
                  </a:lnTo>
                  <a:lnTo>
                    <a:pt x="98" y="625"/>
                  </a:lnTo>
                  <a:lnTo>
                    <a:pt x="98" y="623"/>
                  </a:lnTo>
                  <a:lnTo>
                    <a:pt x="97" y="619"/>
                  </a:lnTo>
                  <a:lnTo>
                    <a:pt x="102" y="607"/>
                  </a:lnTo>
                  <a:lnTo>
                    <a:pt x="101" y="605"/>
                  </a:lnTo>
                  <a:lnTo>
                    <a:pt x="95" y="604"/>
                  </a:lnTo>
                  <a:lnTo>
                    <a:pt x="90" y="607"/>
                  </a:lnTo>
                  <a:lnTo>
                    <a:pt x="87" y="607"/>
                  </a:lnTo>
                  <a:lnTo>
                    <a:pt x="84" y="604"/>
                  </a:lnTo>
                  <a:lnTo>
                    <a:pt x="63" y="602"/>
                  </a:lnTo>
                  <a:lnTo>
                    <a:pt x="58" y="601"/>
                  </a:lnTo>
                  <a:lnTo>
                    <a:pt x="56" y="597"/>
                  </a:lnTo>
                  <a:lnTo>
                    <a:pt x="51" y="596"/>
                  </a:lnTo>
                  <a:lnTo>
                    <a:pt x="39" y="598"/>
                  </a:lnTo>
                  <a:lnTo>
                    <a:pt x="36" y="600"/>
                  </a:lnTo>
                  <a:lnTo>
                    <a:pt x="31" y="596"/>
                  </a:lnTo>
                  <a:lnTo>
                    <a:pt x="30" y="592"/>
                  </a:lnTo>
                  <a:lnTo>
                    <a:pt x="23" y="593"/>
                  </a:lnTo>
                  <a:lnTo>
                    <a:pt x="21" y="591"/>
                  </a:lnTo>
                  <a:lnTo>
                    <a:pt x="19" y="578"/>
                  </a:lnTo>
                  <a:lnTo>
                    <a:pt x="16" y="571"/>
                  </a:lnTo>
                  <a:lnTo>
                    <a:pt x="18" y="561"/>
                  </a:lnTo>
                  <a:lnTo>
                    <a:pt x="27" y="551"/>
                  </a:lnTo>
                  <a:lnTo>
                    <a:pt x="33" y="539"/>
                  </a:lnTo>
                  <a:lnTo>
                    <a:pt x="26" y="515"/>
                  </a:lnTo>
                  <a:lnTo>
                    <a:pt x="32" y="506"/>
                  </a:lnTo>
                  <a:lnTo>
                    <a:pt x="32" y="504"/>
                  </a:lnTo>
                  <a:lnTo>
                    <a:pt x="35" y="503"/>
                  </a:lnTo>
                  <a:lnTo>
                    <a:pt x="41" y="491"/>
                  </a:lnTo>
                  <a:lnTo>
                    <a:pt x="40" y="486"/>
                  </a:lnTo>
                  <a:lnTo>
                    <a:pt x="40" y="484"/>
                  </a:lnTo>
                  <a:lnTo>
                    <a:pt x="42" y="482"/>
                  </a:lnTo>
                  <a:lnTo>
                    <a:pt x="48" y="480"/>
                  </a:lnTo>
                  <a:lnTo>
                    <a:pt x="50" y="477"/>
                  </a:lnTo>
                  <a:lnTo>
                    <a:pt x="55" y="465"/>
                  </a:lnTo>
                  <a:lnTo>
                    <a:pt x="60" y="463"/>
                  </a:lnTo>
                  <a:lnTo>
                    <a:pt x="65" y="460"/>
                  </a:lnTo>
                  <a:lnTo>
                    <a:pt x="67" y="457"/>
                  </a:lnTo>
                  <a:lnTo>
                    <a:pt x="67" y="452"/>
                  </a:lnTo>
                  <a:lnTo>
                    <a:pt x="70" y="447"/>
                  </a:lnTo>
                  <a:lnTo>
                    <a:pt x="71" y="443"/>
                  </a:lnTo>
                  <a:lnTo>
                    <a:pt x="70" y="435"/>
                  </a:lnTo>
                  <a:lnTo>
                    <a:pt x="75" y="428"/>
                  </a:lnTo>
                  <a:lnTo>
                    <a:pt x="73" y="423"/>
                  </a:lnTo>
                  <a:lnTo>
                    <a:pt x="70" y="420"/>
                  </a:lnTo>
                  <a:lnTo>
                    <a:pt x="70" y="417"/>
                  </a:lnTo>
                  <a:lnTo>
                    <a:pt x="67" y="415"/>
                  </a:lnTo>
                  <a:lnTo>
                    <a:pt x="65" y="415"/>
                  </a:lnTo>
                  <a:lnTo>
                    <a:pt x="62" y="418"/>
                  </a:lnTo>
                  <a:lnTo>
                    <a:pt x="60" y="417"/>
                  </a:lnTo>
                  <a:lnTo>
                    <a:pt x="58" y="413"/>
                  </a:lnTo>
                  <a:lnTo>
                    <a:pt x="54" y="411"/>
                  </a:lnTo>
                  <a:lnTo>
                    <a:pt x="51" y="407"/>
                  </a:lnTo>
                  <a:lnTo>
                    <a:pt x="47" y="406"/>
                  </a:lnTo>
                  <a:lnTo>
                    <a:pt x="45" y="404"/>
                  </a:lnTo>
                  <a:lnTo>
                    <a:pt x="47" y="399"/>
                  </a:lnTo>
                  <a:lnTo>
                    <a:pt x="43" y="393"/>
                  </a:lnTo>
                  <a:lnTo>
                    <a:pt x="41" y="391"/>
                  </a:lnTo>
                  <a:lnTo>
                    <a:pt x="39" y="389"/>
                  </a:lnTo>
                  <a:lnTo>
                    <a:pt x="36" y="388"/>
                  </a:lnTo>
                  <a:lnTo>
                    <a:pt x="31" y="383"/>
                  </a:lnTo>
                  <a:lnTo>
                    <a:pt x="25" y="383"/>
                  </a:lnTo>
                  <a:lnTo>
                    <a:pt x="23" y="382"/>
                  </a:lnTo>
                  <a:lnTo>
                    <a:pt x="22" y="375"/>
                  </a:lnTo>
                  <a:lnTo>
                    <a:pt x="23" y="372"/>
                  </a:lnTo>
                  <a:lnTo>
                    <a:pt x="20" y="369"/>
                  </a:lnTo>
                  <a:lnTo>
                    <a:pt x="13" y="369"/>
                  </a:lnTo>
                  <a:lnTo>
                    <a:pt x="11" y="367"/>
                  </a:lnTo>
                  <a:lnTo>
                    <a:pt x="6" y="354"/>
                  </a:lnTo>
                  <a:lnTo>
                    <a:pt x="3" y="352"/>
                  </a:lnTo>
                  <a:lnTo>
                    <a:pt x="2" y="348"/>
                  </a:lnTo>
                  <a:lnTo>
                    <a:pt x="0" y="343"/>
                  </a:lnTo>
                  <a:lnTo>
                    <a:pt x="2" y="337"/>
                  </a:lnTo>
                  <a:lnTo>
                    <a:pt x="5" y="333"/>
                  </a:lnTo>
                  <a:lnTo>
                    <a:pt x="9" y="330"/>
                  </a:lnTo>
                  <a:lnTo>
                    <a:pt x="18" y="329"/>
                  </a:lnTo>
                  <a:lnTo>
                    <a:pt x="22" y="322"/>
                  </a:lnTo>
                  <a:lnTo>
                    <a:pt x="26" y="319"/>
                  </a:lnTo>
                  <a:lnTo>
                    <a:pt x="28" y="315"/>
                  </a:lnTo>
                  <a:lnTo>
                    <a:pt x="29" y="312"/>
                  </a:lnTo>
                  <a:lnTo>
                    <a:pt x="26" y="309"/>
                  </a:lnTo>
                  <a:lnTo>
                    <a:pt x="26" y="304"/>
                  </a:lnTo>
                  <a:lnTo>
                    <a:pt x="29" y="295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74" y="303"/>
                  </a:lnTo>
                  <a:lnTo>
                    <a:pt x="83" y="312"/>
                  </a:lnTo>
                  <a:lnTo>
                    <a:pt x="86" y="315"/>
                  </a:lnTo>
                  <a:lnTo>
                    <a:pt x="90" y="318"/>
                  </a:lnTo>
                  <a:lnTo>
                    <a:pt x="92" y="331"/>
                  </a:lnTo>
                  <a:lnTo>
                    <a:pt x="88" y="340"/>
                  </a:lnTo>
                  <a:lnTo>
                    <a:pt x="88" y="344"/>
                  </a:lnTo>
                  <a:lnTo>
                    <a:pt x="93" y="350"/>
                  </a:lnTo>
                  <a:lnTo>
                    <a:pt x="98" y="359"/>
                  </a:lnTo>
                  <a:lnTo>
                    <a:pt x="104" y="361"/>
                  </a:lnTo>
                  <a:lnTo>
                    <a:pt x="116" y="361"/>
                  </a:lnTo>
                  <a:lnTo>
                    <a:pt x="119" y="362"/>
                  </a:lnTo>
                  <a:lnTo>
                    <a:pt x="127" y="372"/>
                  </a:lnTo>
                  <a:lnTo>
                    <a:pt x="128" y="378"/>
                  </a:lnTo>
                  <a:lnTo>
                    <a:pt x="127" y="388"/>
                  </a:lnTo>
                  <a:lnTo>
                    <a:pt x="130" y="401"/>
                  </a:lnTo>
                  <a:lnTo>
                    <a:pt x="131" y="408"/>
                  </a:lnTo>
                  <a:lnTo>
                    <a:pt x="133" y="411"/>
                  </a:lnTo>
                  <a:lnTo>
                    <a:pt x="141" y="416"/>
                  </a:lnTo>
                  <a:lnTo>
                    <a:pt x="149" y="423"/>
                  </a:lnTo>
                  <a:lnTo>
                    <a:pt x="151" y="427"/>
                  </a:lnTo>
                  <a:lnTo>
                    <a:pt x="154" y="441"/>
                  </a:lnTo>
                  <a:lnTo>
                    <a:pt x="160" y="450"/>
                  </a:lnTo>
                  <a:lnTo>
                    <a:pt x="171" y="460"/>
                  </a:lnTo>
                  <a:lnTo>
                    <a:pt x="173" y="469"/>
                  </a:lnTo>
                  <a:lnTo>
                    <a:pt x="176" y="474"/>
                  </a:lnTo>
                  <a:lnTo>
                    <a:pt x="178" y="478"/>
                  </a:lnTo>
                  <a:lnTo>
                    <a:pt x="182" y="482"/>
                  </a:lnTo>
                  <a:lnTo>
                    <a:pt x="183" y="485"/>
                  </a:lnTo>
                  <a:lnTo>
                    <a:pt x="183" y="491"/>
                  </a:lnTo>
                  <a:lnTo>
                    <a:pt x="184" y="493"/>
                  </a:lnTo>
                  <a:lnTo>
                    <a:pt x="188" y="497"/>
                  </a:lnTo>
                  <a:lnTo>
                    <a:pt x="191" y="513"/>
                  </a:lnTo>
                  <a:lnTo>
                    <a:pt x="198" y="518"/>
                  </a:lnTo>
                  <a:lnTo>
                    <a:pt x="201" y="522"/>
                  </a:lnTo>
                  <a:lnTo>
                    <a:pt x="204" y="527"/>
                  </a:lnTo>
                  <a:lnTo>
                    <a:pt x="206" y="530"/>
                  </a:lnTo>
                  <a:lnTo>
                    <a:pt x="207" y="534"/>
                  </a:lnTo>
                  <a:lnTo>
                    <a:pt x="209" y="533"/>
                  </a:lnTo>
                  <a:lnTo>
                    <a:pt x="211" y="533"/>
                  </a:lnTo>
                  <a:lnTo>
                    <a:pt x="214" y="531"/>
                  </a:lnTo>
                  <a:lnTo>
                    <a:pt x="217" y="530"/>
                  </a:lnTo>
                  <a:lnTo>
                    <a:pt x="228" y="523"/>
                  </a:lnTo>
                  <a:lnTo>
                    <a:pt x="231" y="520"/>
                  </a:lnTo>
                  <a:lnTo>
                    <a:pt x="237" y="518"/>
                  </a:lnTo>
                  <a:lnTo>
                    <a:pt x="242" y="520"/>
                  </a:lnTo>
                  <a:lnTo>
                    <a:pt x="251" y="518"/>
                  </a:lnTo>
                  <a:lnTo>
                    <a:pt x="254" y="515"/>
                  </a:lnTo>
                  <a:lnTo>
                    <a:pt x="257" y="511"/>
                  </a:lnTo>
                  <a:lnTo>
                    <a:pt x="259" y="510"/>
                  </a:lnTo>
                  <a:lnTo>
                    <a:pt x="266" y="506"/>
                  </a:lnTo>
                  <a:lnTo>
                    <a:pt x="271" y="501"/>
                  </a:lnTo>
                  <a:lnTo>
                    <a:pt x="272" y="500"/>
                  </a:lnTo>
                  <a:lnTo>
                    <a:pt x="273" y="498"/>
                  </a:lnTo>
                  <a:lnTo>
                    <a:pt x="277" y="494"/>
                  </a:lnTo>
                  <a:lnTo>
                    <a:pt x="278" y="493"/>
                  </a:lnTo>
                  <a:lnTo>
                    <a:pt x="277" y="487"/>
                  </a:lnTo>
                  <a:lnTo>
                    <a:pt x="280" y="479"/>
                  </a:lnTo>
                  <a:lnTo>
                    <a:pt x="281" y="477"/>
                  </a:lnTo>
                  <a:lnTo>
                    <a:pt x="288" y="479"/>
                  </a:lnTo>
                  <a:lnTo>
                    <a:pt x="293" y="477"/>
                  </a:lnTo>
                  <a:lnTo>
                    <a:pt x="296" y="473"/>
                  </a:lnTo>
                  <a:lnTo>
                    <a:pt x="300" y="471"/>
                  </a:lnTo>
                  <a:lnTo>
                    <a:pt x="302" y="465"/>
                  </a:lnTo>
                  <a:lnTo>
                    <a:pt x="304" y="460"/>
                  </a:lnTo>
                  <a:lnTo>
                    <a:pt x="310" y="459"/>
                  </a:lnTo>
                  <a:lnTo>
                    <a:pt x="313" y="453"/>
                  </a:lnTo>
                  <a:lnTo>
                    <a:pt x="316" y="451"/>
                  </a:lnTo>
                  <a:lnTo>
                    <a:pt x="322" y="441"/>
                  </a:lnTo>
                  <a:lnTo>
                    <a:pt x="326" y="442"/>
                  </a:lnTo>
                  <a:lnTo>
                    <a:pt x="330" y="440"/>
                  </a:lnTo>
                  <a:lnTo>
                    <a:pt x="330" y="435"/>
                  </a:lnTo>
                  <a:lnTo>
                    <a:pt x="329" y="425"/>
                  </a:lnTo>
                  <a:lnTo>
                    <a:pt x="332" y="423"/>
                  </a:lnTo>
                  <a:lnTo>
                    <a:pt x="334" y="423"/>
                  </a:lnTo>
                  <a:lnTo>
                    <a:pt x="334" y="419"/>
                  </a:lnTo>
                  <a:lnTo>
                    <a:pt x="337" y="419"/>
                  </a:lnTo>
                  <a:lnTo>
                    <a:pt x="331" y="412"/>
                  </a:lnTo>
                  <a:lnTo>
                    <a:pt x="331" y="402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64" y="376"/>
                  </a:lnTo>
                  <a:lnTo>
                    <a:pt x="372" y="375"/>
                  </a:lnTo>
                  <a:lnTo>
                    <a:pt x="376" y="375"/>
                  </a:lnTo>
                  <a:lnTo>
                    <a:pt x="378" y="372"/>
                  </a:lnTo>
                  <a:lnTo>
                    <a:pt x="381" y="372"/>
                  </a:lnTo>
                  <a:lnTo>
                    <a:pt x="389" y="362"/>
                  </a:lnTo>
                  <a:lnTo>
                    <a:pt x="388" y="361"/>
                  </a:lnTo>
                  <a:lnTo>
                    <a:pt x="388" y="346"/>
                  </a:lnTo>
                  <a:lnTo>
                    <a:pt x="387" y="344"/>
                  </a:lnTo>
                  <a:lnTo>
                    <a:pt x="389" y="340"/>
                  </a:lnTo>
                  <a:lnTo>
                    <a:pt x="392" y="340"/>
                  </a:lnTo>
                  <a:lnTo>
                    <a:pt x="396" y="337"/>
                  </a:lnTo>
                  <a:lnTo>
                    <a:pt x="411" y="330"/>
                  </a:lnTo>
                  <a:lnTo>
                    <a:pt x="416" y="331"/>
                  </a:lnTo>
                  <a:lnTo>
                    <a:pt x="427" y="321"/>
                  </a:lnTo>
                  <a:lnTo>
                    <a:pt x="428" y="325"/>
                  </a:lnTo>
                  <a:lnTo>
                    <a:pt x="428" y="334"/>
                  </a:lnTo>
                  <a:lnTo>
                    <a:pt x="425" y="340"/>
                  </a:lnTo>
                  <a:lnTo>
                    <a:pt x="426" y="342"/>
                  </a:lnTo>
                  <a:lnTo>
                    <a:pt x="425" y="348"/>
                  </a:lnTo>
                  <a:lnTo>
                    <a:pt x="430" y="356"/>
                  </a:lnTo>
                  <a:lnTo>
                    <a:pt x="437" y="356"/>
                  </a:lnTo>
                  <a:lnTo>
                    <a:pt x="449" y="353"/>
                  </a:lnTo>
                  <a:lnTo>
                    <a:pt x="457" y="348"/>
                  </a:lnTo>
                  <a:lnTo>
                    <a:pt x="461" y="349"/>
                  </a:lnTo>
                  <a:lnTo>
                    <a:pt x="468" y="342"/>
                  </a:lnTo>
                  <a:lnTo>
                    <a:pt x="471" y="342"/>
                  </a:lnTo>
                  <a:lnTo>
                    <a:pt x="478" y="336"/>
                  </a:lnTo>
                  <a:lnTo>
                    <a:pt x="480" y="333"/>
                  </a:lnTo>
                  <a:lnTo>
                    <a:pt x="483" y="332"/>
                  </a:lnTo>
                  <a:lnTo>
                    <a:pt x="492" y="323"/>
                  </a:lnTo>
                  <a:lnTo>
                    <a:pt x="497" y="319"/>
                  </a:lnTo>
                  <a:lnTo>
                    <a:pt x="498" y="322"/>
                  </a:lnTo>
                  <a:lnTo>
                    <a:pt x="508" y="316"/>
                  </a:lnTo>
                  <a:lnTo>
                    <a:pt x="518" y="315"/>
                  </a:lnTo>
                  <a:lnTo>
                    <a:pt x="528" y="308"/>
                  </a:lnTo>
                  <a:lnTo>
                    <a:pt x="528" y="310"/>
                  </a:lnTo>
                  <a:lnTo>
                    <a:pt x="532" y="312"/>
                  </a:lnTo>
                  <a:lnTo>
                    <a:pt x="537" y="313"/>
                  </a:lnTo>
                  <a:lnTo>
                    <a:pt x="539" y="312"/>
                  </a:lnTo>
                  <a:lnTo>
                    <a:pt x="544" y="313"/>
                  </a:lnTo>
                  <a:lnTo>
                    <a:pt x="544" y="317"/>
                  </a:lnTo>
                  <a:lnTo>
                    <a:pt x="546" y="319"/>
                  </a:lnTo>
                  <a:lnTo>
                    <a:pt x="548" y="317"/>
                  </a:lnTo>
                  <a:lnTo>
                    <a:pt x="552" y="317"/>
                  </a:lnTo>
                  <a:lnTo>
                    <a:pt x="555" y="312"/>
                  </a:lnTo>
                  <a:lnTo>
                    <a:pt x="555" y="310"/>
                  </a:lnTo>
                  <a:lnTo>
                    <a:pt x="560" y="309"/>
                  </a:lnTo>
                  <a:lnTo>
                    <a:pt x="563" y="312"/>
                  </a:lnTo>
                  <a:lnTo>
                    <a:pt x="565" y="320"/>
                  </a:lnTo>
                  <a:lnTo>
                    <a:pt x="565" y="323"/>
                  </a:lnTo>
                  <a:lnTo>
                    <a:pt x="566" y="326"/>
                  </a:lnTo>
                  <a:lnTo>
                    <a:pt x="572" y="324"/>
                  </a:lnTo>
                  <a:lnTo>
                    <a:pt x="576" y="326"/>
                  </a:lnTo>
                  <a:lnTo>
                    <a:pt x="578" y="326"/>
                  </a:lnTo>
                  <a:lnTo>
                    <a:pt x="581" y="323"/>
                  </a:lnTo>
                  <a:lnTo>
                    <a:pt x="582" y="319"/>
                  </a:lnTo>
                  <a:lnTo>
                    <a:pt x="587" y="319"/>
                  </a:lnTo>
                  <a:lnTo>
                    <a:pt x="598" y="321"/>
                  </a:lnTo>
                  <a:lnTo>
                    <a:pt x="607" y="317"/>
                  </a:lnTo>
                  <a:lnTo>
                    <a:pt x="607" y="314"/>
                  </a:lnTo>
                  <a:lnTo>
                    <a:pt x="610" y="310"/>
                  </a:lnTo>
                  <a:lnTo>
                    <a:pt x="620" y="304"/>
                  </a:lnTo>
                  <a:lnTo>
                    <a:pt x="615" y="299"/>
                  </a:lnTo>
                  <a:lnTo>
                    <a:pt x="604" y="296"/>
                  </a:lnTo>
                  <a:lnTo>
                    <a:pt x="599" y="291"/>
                  </a:lnTo>
                  <a:lnTo>
                    <a:pt x="602" y="284"/>
                  </a:lnTo>
                  <a:lnTo>
                    <a:pt x="603" y="281"/>
                  </a:lnTo>
                  <a:lnTo>
                    <a:pt x="608" y="278"/>
                  </a:lnTo>
                  <a:lnTo>
                    <a:pt x="617" y="277"/>
                  </a:lnTo>
                  <a:lnTo>
                    <a:pt x="619" y="276"/>
                  </a:lnTo>
                  <a:lnTo>
                    <a:pt x="623" y="276"/>
                  </a:lnTo>
                  <a:lnTo>
                    <a:pt x="626" y="277"/>
                  </a:lnTo>
                  <a:lnTo>
                    <a:pt x="627" y="276"/>
                  </a:lnTo>
                  <a:lnTo>
                    <a:pt x="634" y="274"/>
                  </a:lnTo>
                  <a:lnTo>
                    <a:pt x="637" y="272"/>
                  </a:lnTo>
                  <a:lnTo>
                    <a:pt x="642" y="272"/>
                  </a:lnTo>
                  <a:lnTo>
                    <a:pt x="644" y="274"/>
                  </a:lnTo>
                  <a:lnTo>
                    <a:pt x="651" y="278"/>
                  </a:lnTo>
                  <a:lnTo>
                    <a:pt x="653" y="274"/>
                  </a:lnTo>
                  <a:lnTo>
                    <a:pt x="656" y="274"/>
                  </a:lnTo>
                  <a:lnTo>
                    <a:pt x="654" y="269"/>
                  </a:lnTo>
                  <a:lnTo>
                    <a:pt x="654" y="266"/>
                  </a:lnTo>
                  <a:lnTo>
                    <a:pt x="659" y="265"/>
                  </a:lnTo>
                  <a:lnTo>
                    <a:pt x="662" y="263"/>
                  </a:lnTo>
                  <a:lnTo>
                    <a:pt x="664" y="259"/>
                  </a:lnTo>
                  <a:lnTo>
                    <a:pt x="662" y="252"/>
                  </a:lnTo>
                  <a:lnTo>
                    <a:pt x="663" y="250"/>
                  </a:lnTo>
                  <a:lnTo>
                    <a:pt x="664" y="250"/>
                  </a:lnTo>
                  <a:lnTo>
                    <a:pt x="670" y="248"/>
                  </a:lnTo>
                  <a:lnTo>
                    <a:pt x="672" y="247"/>
                  </a:lnTo>
                  <a:lnTo>
                    <a:pt x="677" y="239"/>
                  </a:lnTo>
                  <a:lnTo>
                    <a:pt x="683" y="244"/>
                  </a:lnTo>
                  <a:lnTo>
                    <a:pt x="716" y="258"/>
                  </a:lnTo>
                  <a:lnTo>
                    <a:pt x="721" y="261"/>
                  </a:lnTo>
                  <a:lnTo>
                    <a:pt x="726" y="263"/>
                  </a:lnTo>
                  <a:lnTo>
                    <a:pt x="729" y="263"/>
                  </a:lnTo>
                  <a:lnTo>
                    <a:pt x="730" y="265"/>
                  </a:lnTo>
                  <a:lnTo>
                    <a:pt x="737" y="271"/>
                  </a:lnTo>
                  <a:lnTo>
                    <a:pt x="741" y="274"/>
                  </a:lnTo>
                  <a:lnTo>
                    <a:pt x="743" y="275"/>
                  </a:lnTo>
                  <a:lnTo>
                    <a:pt x="747" y="274"/>
                  </a:lnTo>
                  <a:lnTo>
                    <a:pt x="749" y="271"/>
                  </a:lnTo>
                  <a:lnTo>
                    <a:pt x="753" y="267"/>
                  </a:lnTo>
                  <a:lnTo>
                    <a:pt x="762" y="265"/>
                  </a:lnTo>
                  <a:lnTo>
                    <a:pt x="768" y="261"/>
                  </a:lnTo>
                  <a:lnTo>
                    <a:pt x="772" y="258"/>
                  </a:lnTo>
                  <a:lnTo>
                    <a:pt x="779" y="254"/>
                  </a:lnTo>
                  <a:lnTo>
                    <a:pt x="780" y="252"/>
                  </a:lnTo>
                  <a:lnTo>
                    <a:pt x="786" y="249"/>
                  </a:lnTo>
                  <a:lnTo>
                    <a:pt x="787" y="246"/>
                  </a:lnTo>
                  <a:lnTo>
                    <a:pt x="790" y="247"/>
                  </a:lnTo>
                  <a:lnTo>
                    <a:pt x="792" y="244"/>
                  </a:lnTo>
                  <a:lnTo>
                    <a:pt x="796" y="242"/>
                  </a:lnTo>
                  <a:lnTo>
                    <a:pt x="798" y="238"/>
                  </a:lnTo>
                  <a:lnTo>
                    <a:pt x="802" y="235"/>
                  </a:lnTo>
                  <a:lnTo>
                    <a:pt x="804" y="232"/>
                  </a:lnTo>
                  <a:lnTo>
                    <a:pt x="809" y="230"/>
                  </a:lnTo>
                  <a:lnTo>
                    <a:pt x="811" y="225"/>
                  </a:lnTo>
                  <a:lnTo>
                    <a:pt x="833" y="216"/>
                  </a:lnTo>
                  <a:lnTo>
                    <a:pt x="834" y="214"/>
                  </a:lnTo>
                  <a:lnTo>
                    <a:pt x="836" y="210"/>
                  </a:lnTo>
                  <a:lnTo>
                    <a:pt x="847" y="205"/>
                  </a:lnTo>
                  <a:lnTo>
                    <a:pt x="850" y="201"/>
                  </a:lnTo>
                  <a:lnTo>
                    <a:pt x="851" y="201"/>
                  </a:lnTo>
                  <a:lnTo>
                    <a:pt x="857" y="203"/>
                  </a:lnTo>
                  <a:lnTo>
                    <a:pt x="870" y="202"/>
                  </a:lnTo>
                  <a:lnTo>
                    <a:pt x="874" y="203"/>
                  </a:lnTo>
                  <a:lnTo>
                    <a:pt x="875" y="201"/>
                  </a:lnTo>
                  <a:lnTo>
                    <a:pt x="881" y="200"/>
                  </a:lnTo>
                  <a:lnTo>
                    <a:pt x="885" y="198"/>
                  </a:lnTo>
                  <a:lnTo>
                    <a:pt x="886" y="197"/>
                  </a:lnTo>
                  <a:lnTo>
                    <a:pt x="889" y="198"/>
                  </a:lnTo>
                  <a:lnTo>
                    <a:pt x="891" y="198"/>
                  </a:lnTo>
                  <a:lnTo>
                    <a:pt x="893" y="195"/>
                  </a:lnTo>
                  <a:lnTo>
                    <a:pt x="897" y="194"/>
                  </a:lnTo>
                  <a:lnTo>
                    <a:pt x="899" y="192"/>
                  </a:lnTo>
                  <a:lnTo>
                    <a:pt x="902" y="192"/>
                  </a:lnTo>
                  <a:lnTo>
                    <a:pt x="906" y="187"/>
                  </a:lnTo>
                  <a:lnTo>
                    <a:pt x="912" y="187"/>
                  </a:lnTo>
                  <a:lnTo>
                    <a:pt x="912" y="185"/>
                  </a:lnTo>
                  <a:lnTo>
                    <a:pt x="912" y="183"/>
                  </a:lnTo>
                  <a:lnTo>
                    <a:pt x="918" y="179"/>
                  </a:lnTo>
                  <a:lnTo>
                    <a:pt x="918" y="179"/>
                  </a:lnTo>
                  <a:lnTo>
                    <a:pt x="920" y="173"/>
                  </a:lnTo>
                  <a:lnTo>
                    <a:pt x="926" y="169"/>
                  </a:lnTo>
                  <a:lnTo>
                    <a:pt x="933" y="168"/>
                  </a:lnTo>
                  <a:lnTo>
                    <a:pt x="935" y="169"/>
                  </a:lnTo>
                  <a:lnTo>
                    <a:pt x="943" y="163"/>
                  </a:lnTo>
                  <a:lnTo>
                    <a:pt x="946" y="162"/>
                  </a:lnTo>
                  <a:lnTo>
                    <a:pt x="948" y="160"/>
                  </a:lnTo>
                  <a:lnTo>
                    <a:pt x="949" y="156"/>
                  </a:lnTo>
                  <a:lnTo>
                    <a:pt x="948" y="154"/>
                  </a:lnTo>
                  <a:lnTo>
                    <a:pt x="950" y="149"/>
                  </a:lnTo>
                  <a:lnTo>
                    <a:pt x="945" y="142"/>
                  </a:lnTo>
                  <a:lnTo>
                    <a:pt x="946" y="140"/>
                  </a:lnTo>
                  <a:lnTo>
                    <a:pt x="944" y="139"/>
                  </a:lnTo>
                  <a:lnTo>
                    <a:pt x="942" y="135"/>
                  </a:lnTo>
                  <a:lnTo>
                    <a:pt x="942" y="132"/>
                  </a:lnTo>
                  <a:lnTo>
                    <a:pt x="947" y="129"/>
                  </a:lnTo>
                  <a:lnTo>
                    <a:pt x="949" y="125"/>
                  </a:lnTo>
                  <a:lnTo>
                    <a:pt x="952" y="124"/>
                  </a:lnTo>
                  <a:lnTo>
                    <a:pt x="957" y="122"/>
                  </a:lnTo>
                  <a:lnTo>
                    <a:pt x="960" y="124"/>
                  </a:lnTo>
                  <a:lnTo>
                    <a:pt x="970" y="110"/>
                  </a:lnTo>
                  <a:lnTo>
                    <a:pt x="973" y="111"/>
                  </a:lnTo>
                  <a:lnTo>
                    <a:pt x="982" y="105"/>
                  </a:lnTo>
                  <a:lnTo>
                    <a:pt x="984" y="105"/>
                  </a:lnTo>
                  <a:lnTo>
                    <a:pt x="991" y="106"/>
                  </a:lnTo>
                  <a:lnTo>
                    <a:pt x="997" y="105"/>
                  </a:lnTo>
                  <a:lnTo>
                    <a:pt x="1000" y="109"/>
                  </a:lnTo>
                  <a:lnTo>
                    <a:pt x="1006" y="112"/>
                  </a:lnTo>
                  <a:lnTo>
                    <a:pt x="1014" y="113"/>
                  </a:lnTo>
                  <a:lnTo>
                    <a:pt x="1021" y="119"/>
                  </a:lnTo>
                  <a:lnTo>
                    <a:pt x="1021" y="117"/>
                  </a:lnTo>
                  <a:lnTo>
                    <a:pt x="1027" y="116"/>
                  </a:lnTo>
                  <a:lnTo>
                    <a:pt x="1032" y="113"/>
                  </a:lnTo>
                  <a:lnTo>
                    <a:pt x="1038" y="118"/>
                  </a:lnTo>
                  <a:lnTo>
                    <a:pt x="1043" y="119"/>
                  </a:lnTo>
                  <a:lnTo>
                    <a:pt x="1046" y="119"/>
                  </a:lnTo>
                  <a:lnTo>
                    <a:pt x="1049" y="121"/>
                  </a:lnTo>
                  <a:lnTo>
                    <a:pt x="1052" y="122"/>
                  </a:lnTo>
                  <a:lnTo>
                    <a:pt x="1056" y="121"/>
                  </a:lnTo>
                  <a:lnTo>
                    <a:pt x="1062" y="124"/>
                  </a:lnTo>
                  <a:lnTo>
                    <a:pt x="1067" y="130"/>
                  </a:lnTo>
                  <a:lnTo>
                    <a:pt x="1070" y="131"/>
                  </a:lnTo>
                  <a:lnTo>
                    <a:pt x="1070" y="133"/>
                  </a:lnTo>
                  <a:lnTo>
                    <a:pt x="1073" y="135"/>
                  </a:lnTo>
                  <a:lnTo>
                    <a:pt x="1083" y="137"/>
                  </a:lnTo>
                  <a:lnTo>
                    <a:pt x="1089" y="140"/>
                  </a:lnTo>
                  <a:lnTo>
                    <a:pt x="1096" y="142"/>
                  </a:lnTo>
                  <a:lnTo>
                    <a:pt x="1098" y="143"/>
                  </a:lnTo>
                  <a:lnTo>
                    <a:pt x="1100" y="141"/>
                  </a:lnTo>
                  <a:lnTo>
                    <a:pt x="1110" y="142"/>
                  </a:lnTo>
                  <a:lnTo>
                    <a:pt x="1110" y="142"/>
                  </a:lnTo>
                  <a:lnTo>
                    <a:pt x="1109" y="146"/>
                  </a:lnTo>
                  <a:lnTo>
                    <a:pt x="1109" y="149"/>
                  </a:lnTo>
                  <a:lnTo>
                    <a:pt x="1114" y="152"/>
                  </a:lnTo>
                  <a:lnTo>
                    <a:pt x="1114" y="154"/>
                  </a:lnTo>
                  <a:lnTo>
                    <a:pt x="1117" y="154"/>
                  </a:lnTo>
                  <a:lnTo>
                    <a:pt x="1122" y="151"/>
                  </a:lnTo>
                  <a:lnTo>
                    <a:pt x="1131" y="150"/>
                  </a:lnTo>
                  <a:lnTo>
                    <a:pt x="1134" y="151"/>
                  </a:lnTo>
                  <a:lnTo>
                    <a:pt x="1136" y="149"/>
                  </a:lnTo>
                  <a:lnTo>
                    <a:pt x="1150" y="146"/>
                  </a:lnTo>
                  <a:lnTo>
                    <a:pt x="1152" y="147"/>
                  </a:lnTo>
                  <a:lnTo>
                    <a:pt x="1155" y="146"/>
                  </a:lnTo>
                  <a:lnTo>
                    <a:pt x="1156" y="147"/>
                  </a:lnTo>
                  <a:lnTo>
                    <a:pt x="1160" y="146"/>
                  </a:lnTo>
                  <a:lnTo>
                    <a:pt x="1163" y="147"/>
                  </a:lnTo>
                  <a:lnTo>
                    <a:pt x="1171" y="144"/>
                  </a:lnTo>
                  <a:lnTo>
                    <a:pt x="1176" y="143"/>
                  </a:lnTo>
                  <a:lnTo>
                    <a:pt x="1181" y="139"/>
                  </a:lnTo>
                  <a:lnTo>
                    <a:pt x="1184" y="138"/>
                  </a:lnTo>
                  <a:lnTo>
                    <a:pt x="1186" y="137"/>
                  </a:lnTo>
                  <a:lnTo>
                    <a:pt x="1192" y="136"/>
                  </a:lnTo>
                  <a:lnTo>
                    <a:pt x="1196" y="134"/>
                  </a:lnTo>
                  <a:lnTo>
                    <a:pt x="1199" y="128"/>
                  </a:lnTo>
                  <a:lnTo>
                    <a:pt x="1204" y="126"/>
                  </a:lnTo>
                  <a:lnTo>
                    <a:pt x="1210" y="126"/>
                  </a:lnTo>
                  <a:lnTo>
                    <a:pt x="1212" y="124"/>
                  </a:lnTo>
                  <a:lnTo>
                    <a:pt x="1219" y="116"/>
                  </a:lnTo>
                  <a:lnTo>
                    <a:pt x="1221" y="110"/>
                  </a:lnTo>
                  <a:lnTo>
                    <a:pt x="1223" y="109"/>
                  </a:lnTo>
                  <a:lnTo>
                    <a:pt x="1228" y="110"/>
                  </a:lnTo>
                  <a:lnTo>
                    <a:pt x="1229" y="108"/>
                  </a:lnTo>
                  <a:lnTo>
                    <a:pt x="1236" y="108"/>
                  </a:lnTo>
                  <a:lnTo>
                    <a:pt x="1245" y="102"/>
                  </a:lnTo>
                  <a:lnTo>
                    <a:pt x="1249" y="99"/>
                  </a:lnTo>
                  <a:lnTo>
                    <a:pt x="1250" y="92"/>
                  </a:lnTo>
                  <a:lnTo>
                    <a:pt x="1256" y="88"/>
                  </a:lnTo>
                  <a:lnTo>
                    <a:pt x="1261" y="80"/>
                  </a:lnTo>
                  <a:lnTo>
                    <a:pt x="1257" y="79"/>
                  </a:lnTo>
                  <a:lnTo>
                    <a:pt x="1257" y="76"/>
                  </a:lnTo>
                  <a:lnTo>
                    <a:pt x="1259" y="70"/>
                  </a:lnTo>
                  <a:lnTo>
                    <a:pt x="1258" y="69"/>
                  </a:lnTo>
                  <a:lnTo>
                    <a:pt x="1257" y="64"/>
                  </a:lnTo>
                  <a:lnTo>
                    <a:pt x="1258" y="60"/>
                  </a:lnTo>
                  <a:lnTo>
                    <a:pt x="1264" y="51"/>
                  </a:lnTo>
                  <a:lnTo>
                    <a:pt x="1264" y="48"/>
                  </a:lnTo>
                  <a:lnTo>
                    <a:pt x="1265" y="45"/>
                  </a:lnTo>
                  <a:lnTo>
                    <a:pt x="1265" y="40"/>
                  </a:lnTo>
                  <a:lnTo>
                    <a:pt x="1263" y="39"/>
                  </a:lnTo>
                  <a:lnTo>
                    <a:pt x="1264" y="33"/>
                  </a:lnTo>
                  <a:lnTo>
                    <a:pt x="1266" y="24"/>
                  </a:lnTo>
                  <a:lnTo>
                    <a:pt x="1272" y="23"/>
                  </a:lnTo>
                  <a:lnTo>
                    <a:pt x="1280" y="12"/>
                  </a:lnTo>
                  <a:lnTo>
                    <a:pt x="1283" y="10"/>
                  </a:lnTo>
                  <a:lnTo>
                    <a:pt x="1283" y="11"/>
                  </a:lnTo>
                  <a:lnTo>
                    <a:pt x="1287" y="0"/>
                  </a:lnTo>
                  <a:lnTo>
                    <a:pt x="1296" y="2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7" name="Freeform 29">
              <a:extLst>
                <a:ext uri="{FF2B5EF4-FFF2-40B4-BE49-F238E27FC236}">
                  <a16:creationId xmlns:a16="http://schemas.microsoft.com/office/drawing/2014/main" id="{37ACCE53-4CFD-4B5E-9C58-60C07AF0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7131" y="2883755"/>
              <a:ext cx="254036" cy="202811"/>
            </a:xfrm>
            <a:custGeom>
              <a:avLst/>
              <a:gdLst>
                <a:gd name="T0" fmla="*/ 16 w 243"/>
                <a:gd name="T1" fmla="*/ 13 h 194"/>
                <a:gd name="T2" fmla="*/ 19 w 243"/>
                <a:gd name="T3" fmla="*/ 27 h 194"/>
                <a:gd name="T4" fmla="*/ 29 w 243"/>
                <a:gd name="T5" fmla="*/ 30 h 194"/>
                <a:gd name="T6" fmla="*/ 38 w 243"/>
                <a:gd name="T7" fmla="*/ 32 h 194"/>
                <a:gd name="T8" fmla="*/ 46 w 243"/>
                <a:gd name="T9" fmla="*/ 37 h 194"/>
                <a:gd name="T10" fmla="*/ 57 w 243"/>
                <a:gd name="T11" fmla="*/ 42 h 194"/>
                <a:gd name="T12" fmla="*/ 62 w 243"/>
                <a:gd name="T13" fmla="*/ 47 h 194"/>
                <a:gd name="T14" fmla="*/ 70 w 243"/>
                <a:gd name="T15" fmla="*/ 49 h 194"/>
                <a:gd name="T16" fmla="*/ 82 w 243"/>
                <a:gd name="T17" fmla="*/ 43 h 194"/>
                <a:gd name="T18" fmla="*/ 93 w 243"/>
                <a:gd name="T19" fmla="*/ 39 h 194"/>
                <a:gd name="T20" fmla="*/ 108 w 243"/>
                <a:gd name="T21" fmla="*/ 37 h 194"/>
                <a:gd name="T22" fmla="*/ 119 w 243"/>
                <a:gd name="T23" fmla="*/ 32 h 194"/>
                <a:gd name="T24" fmla="*/ 134 w 243"/>
                <a:gd name="T25" fmla="*/ 35 h 194"/>
                <a:gd name="T26" fmla="*/ 154 w 243"/>
                <a:gd name="T27" fmla="*/ 43 h 194"/>
                <a:gd name="T28" fmla="*/ 161 w 243"/>
                <a:gd name="T29" fmla="*/ 76 h 194"/>
                <a:gd name="T30" fmla="*/ 194 w 243"/>
                <a:gd name="T31" fmla="*/ 93 h 194"/>
                <a:gd name="T32" fmla="*/ 207 w 243"/>
                <a:gd name="T33" fmla="*/ 92 h 194"/>
                <a:gd name="T34" fmla="*/ 215 w 243"/>
                <a:gd name="T35" fmla="*/ 104 h 194"/>
                <a:gd name="T36" fmla="*/ 236 w 243"/>
                <a:gd name="T37" fmla="*/ 99 h 194"/>
                <a:gd name="T38" fmla="*/ 239 w 243"/>
                <a:gd name="T39" fmla="*/ 104 h 194"/>
                <a:gd name="T40" fmla="*/ 243 w 243"/>
                <a:gd name="T41" fmla="*/ 114 h 194"/>
                <a:gd name="T42" fmla="*/ 230 w 243"/>
                <a:gd name="T43" fmla="*/ 124 h 194"/>
                <a:gd name="T44" fmla="*/ 232 w 243"/>
                <a:gd name="T45" fmla="*/ 131 h 194"/>
                <a:gd name="T46" fmla="*/ 221 w 243"/>
                <a:gd name="T47" fmla="*/ 155 h 194"/>
                <a:gd name="T48" fmla="*/ 205 w 243"/>
                <a:gd name="T49" fmla="*/ 164 h 194"/>
                <a:gd name="T50" fmla="*/ 194 w 243"/>
                <a:gd name="T51" fmla="*/ 180 h 194"/>
                <a:gd name="T52" fmla="*/ 169 w 243"/>
                <a:gd name="T53" fmla="*/ 179 h 194"/>
                <a:gd name="T54" fmla="*/ 158 w 243"/>
                <a:gd name="T55" fmla="*/ 183 h 194"/>
                <a:gd name="T56" fmla="*/ 154 w 243"/>
                <a:gd name="T57" fmla="*/ 188 h 194"/>
                <a:gd name="T58" fmla="*/ 140 w 243"/>
                <a:gd name="T59" fmla="*/ 193 h 194"/>
                <a:gd name="T60" fmla="*/ 134 w 243"/>
                <a:gd name="T61" fmla="*/ 188 h 194"/>
                <a:gd name="T62" fmla="*/ 107 w 243"/>
                <a:gd name="T63" fmla="*/ 183 h 194"/>
                <a:gd name="T64" fmla="*/ 77 w 243"/>
                <a:gd name="T65" fmla="*/ 173 h 194"/>
                <a:gd name="T66" fmla="*/ 67 w 243"/>
                <a:gd name="T67" fmla="*/ 143 h 194"/>
                <a:gd name="T68" fmla="*/ 48 w 243"/>
                <a:gd name="T69" fmla="*/ 158 h 194"/>
                <a:gd name="T70" fmla="*/ 41 w 243"/>
                <a:gd name="T71" fmla="*/ 139 h 194"/>
                <a:gd name="T72" fmla="*/ 29 w 243"/>
                <a:gd name="T73" fmla="*/ 145 h 194"/>
                <a:gd name="T74" fmla="*/ 26 w 243"/>
                <a:gd name="T75" fmla="*/ 147 h 194"/>
                <a:gd name="T76" fmla="*/ 22 w 243"/>
                <a:gd name="T77" fmla="*/ 147 h 194"/>
                <a:gd name="T78" fmla="*/ 18 w 243"/>
                <a:gd name="T79" fmla="*/ 148 h 194"/>
                <a:gd name="T80" fmla="*/ 16 w 243"/>
                <a:gd name="T81" fmla="*/ 139 h 194"/>
                <a:gd name="T82" fmla="*/ 14 w 243"/>
                <a:gd name="T83" fmla="*/ 127 h 194"/>
                <a:gd name="T84" fmla="*/ 14 w 243"/>
                <a:gd name="T85" fmla="*/ 112 h 194"/>
                <a:gd name="T86" fmla="*/ 13 w 243"/>
                <a:gd name="T87" fmla="*/ 88 h 194"/>
                <a:gd name="T88" fmla="*/ 6 w 243"/>
                <a:gd name="T89" fmla="*/ 84 h 194"/>
                <a:gd name="T90" fmla="*/ 8 w 243"/>
                <a:gd name="T91" fmla="*/ 65 h 194"/>
                <a:gd name="T92" fmla="*/ 4 w 243"/>
                <a:gd name="T93" fmla="*/ 48 h 194"/>
                <a:gd name="T94" fmla="*/ 0 w 243"/>
                <a:gd name="T95" fmla="*/ 28 h 194"/>
                <a:gd name="T96" fmla="*/ 9 w 243"/>
                <a:gd name="T97" fmla="*/ 1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3" h="194">
                  <a:moveTo>
                    <a:pt x="11" y="0"/>
                  </a:moveTo>
                  <a:lnTo>
                    <a:pt x="14" y="4"/>
                  </a:lnTo>
                  <a:lnTo>
                    <a:pt x="16" y="13"/>
                  </a:lnTo>
                  <a:lnTo>
                    <a:pt x="17" y="15"/>
                  </a:lnTo>
                  <a:lnTo>
                    <a:pt x="18" y="24"/>
                  </a:lnTo>
                  <a:lnTo>
                    <a:pt x="19" y="27"/>
                  </a:lnTo>
                  <a:lnTo>
                    <a:pt x="22" y="29"/>
                  </a:lnTo>
                  <a:lnTo>
                    <a:pt x="21" y="30"/>
                  </a:lnTo>
                  <a:lnTo>
                    <a:pt x="29" y="30"/>
                  </a:lnTo>
                  <a:lnTo>
                    <a:pt x="34" y="30"/>
                  </a:lnTo>
                  <a:lnTo>
                    <a:pt x="36" y="29"/>
                  </a:lnTo>
                  <a:lnTo>
                    <a:pt x="38" y="32"/>
                  </a:lnTo>
                  <a:lnTo>
                    <a:pt x="40" y="30"/>
                  </a:lnTo>
                  <a:lnTo>
                    <a:pt x="42" y="35"/>
                  </a:lnTo>
                  <a:lnTo>
                    <a:pt x="46" y="37"/>
                  </a:lnTo>
                  <a:lnTo>
                    <a:pt x="49" y="36"/>
                  </a:lnTo>
                  <a:lnTo>
                    <a:pt x="53" y="43"/>
                  </a:lnTo>
                  <a:lnTo>
                    <a:pt x="57" y="42"/>
                  </a:lnTo>
                  <a:lnTo>
                    <a:pt x="63" y="45"/>
                  </a:lnTo>
                  <a:lnTo>
                    <a:pt x="61" y="46"/>
                  </a:lnTo>
                  <a:lnTo>
                    <a:pt x="62" y="47"/>
                  </a:lnTo>
                  <a:lnTo>
                    <a:pt x="64" y="46"/>
                  </a:lnTo>
                  <a:lnTo>
                    <a:pt x="69" y="47"/>
                  </a:lnTo>
                  <a:lnTo>
                    <a:pt x="70" y="49"/>
                  </a:lnTo>
                  <a:lnTo>
                    <a:pt x="75" y="45"/>
                  </a:lnTo>
                  <a:lnTo>
                    <a:pt x="78" y="43"/>
                  </a:lnTo>
                  <a:lnTo>
                    <a:pt x="82" y="43"/>
                  </a:lnTo>
                  <a:lnTo>
                    <a:pt x="84" y="44"/>
                  </a:lnTo>
                  <a:lnTo>
                    <a:pt x="87" y="41"/>
                  </a:lnTo>
                  <a:lnTo>
                    <a:pt x="93" y="39"/>
                  </a:lnTo>
                  <a:lnTo>
                    <a:pt x="93" y="35"/>
                  </a:lnTo>
                  <a:lnTo>
                    <a:pt x="106" y="35"/>
                  </a:lnTo>
                  <a:lnTo>
                    <a:pt x="108" y="37"/>
                  </a:lnTo>
                  <a:lnTo>
                    <a:pt x="109" y="33"/>
                  </a:lnTo>
                  <a:lnTo>
                    <a:pt x="114" y="30"/>
                  </a:lnTo>
                  <a:lnTo>
                    <a:pt x="119" y="32"/>
                  </a:lnTo>
                  <a:lnTo>
                    <a:pt x="126" y="32"/>
                  </a:lnTo>
                  <a:lnTo>
                    <a:pt x="131" y="35"/>
                  </a:lnTo>
                  <a:lnTo>
                    <a:pt x="134" y="35"/>
                  </a:lnTo>
                  <a:lnTo>
                    <a:pt x="143" y="38"/>
                  </a:lnTo>
                  <a:lnTo>
                    <a:pt x="147" y="39"/>
                  </a:lnTo>
                  <a:lnTo>
                    <a:pt x="154" y="43"/>
                  </a:lnTo>
                  <a:lnTo>
                    <a:pt x="159" y="49"/>
                  </a:lnTo>
                  <a:lnTo>
                    <a:pt x="161" y="58"/>
                  </a:lnTo>
                  <a:lnTo>
                    <a:pt x="161" y="76"/>
                  </a:lnTo>
                  <a:lnTo>
                    <a:pt x="166" y="88"/>
                  </a:lnTo>
                  <a:lnTo>
                    <a:pt x="194" y="90"/>
                  </a:lnTo>
                  <a:lnTo>
                    <a:pt x="194" y="93"/>
                  </a:lnTo>
                  <a:lnTo>
                    <a:pt x="196" y="93"/>
                  </a:lnTo>
                  <a:lnTo>
                    <a:pt x="205" y="90"/>
                  </a:lnTo>
                  <a:lnTo>
                    <a:pt x="207" y="92"/>
                  </a:lnTo>
                  <a:lnTo>
                    <a:pt x="210" y="91"/>
                  </a:lnTo>
                  <a:lnTo>
                    <a:pt x="211" y="101"/>
                  </a:lnTo>
                  <a:lnTo>
                    <a:pt x="215" y="104"/>
                  </a:lnTo>
                  <a:lnTo>
                    <a:pt x="222" y="104"/>
                  </a:lnTo>
                  <a:lnTo>
                    <a:pt x="224" y="102"/>
                  </a:lnTo>
                  <a:lnTo>
                    <a:pt x="236" y="99"/>
                  </a:lnTo>
                  <a:lnTo>
                    <a:pt x="236" y="99"/>
                  </a:lnTo>
                  <a:lnTo>
                    <a:pt x="239" y="101"/>
                  </a:lnTo>
                  <a:lnTo>
                    <a:pt x="239" y="104"/>
                  </a:lnTo>
                  <a:lnTo>
                    <a:pt x="240" y="105"/>
                  </a:lnTo>
                  <a:lnTo>
                    <a:pt x="241" y="112"/>
                  </a:lnTo>
                  <a:lnTo>
                    <a:pt x="243" y="114"/>
                  </a:lnTo>
                  <a:lnTo>
                    <a:pt x="238" y="115"/>
                  </a:lnTo>
                  <a:lnTo>
                    <a:pt x="234" y="118"/>
                  </a:lnTo>
                  <a:lnTo>
                    <a:pt x="230" y="124"/>
                  </a:lnTo>
                  <a:lnTo>
                    <a:pt x="229" y="127"/>
                  </a:lnTo>
                  <a:lnTo>
                    <a:pt x="230" y="130"/>
                  </a:lnTo>
                  <a:lnTo>
                    <a:pt x="232" y="131"/>
                  </a:lnTo>
                  <a:lnTo>
                    <a:pt x="232" y="134"/>
                  </a:lnTo>
                  <a:lnTo>
                    <a:pt x="227" y="144"/>
                  </a:lnTo>
                  <a:lnTo>
                    <a:pt x="221" y="155"/>
                  </a:lnTo>
                  <a:lnTo>
                    <a:pt x="210" y="155"/>
                  </a:lnTo>
                  <a:lnTo>
                    <a:pt x="210" y="161"/>
                  </a:lnTo>
                  <a:lnTo>
                    <a:pt x="205" y="164"/>
                  </a:lnTo>
                  <a:lnTo>
                    <a:pt x="199" y="172"/>
                  </a:lnTo>
                  <a:lnTo>
                    <a:pt x="198" y="177"/>
                  </a:lnTo>
                  <a:lnTo>
                    <a:pt x="194" y="180"/>
                  </a:lnTo>
                  <a:lnTo>
                    <a:pt x="185" y="180"/>
                  </a:lnTo>
                  <a:lnTo>
                    <a:pt x="172" y="178"/>
                  </a:lnTo>
                  <a:lnTo>
                    <a:pt x="169" y="179"/>
                  </a:lnTo>
                  <a:lnTo>
                    <a:pt x="167" y="182"/>
                  </a:lnTo>
                  <a:lnTo>
                    <a:pt x="160" y="183"/>
                  </a:lnTo>
                  <a:lnTo>
                    <a:pt x="158" y="183"/>
                  </a:lnTo>
                  <a:lnTo>
                    <a:pt x="157" y="183"/>
                  </a:lnTo>
                  <a:lnTo>
                    <a:pt x="154" y="186"/>
                  </a:lnTo>
                  <a:lnTo>
                    <a:pt x="154" y="188"/>
                  </a:lnTo>
                  <a:lnTo>
                    <a:pt x="152" y="188"/>
                  </a:lnTo>
                  <a:lnTo>
                    <a:pt x="143" y="191"/>
                  </a:lnTo>
                  <a:lnTo>
                    <a:pt x="140" y="193"/>
                  </a:lnTo>
                  <a:lnTo>
                    <a:pt x="134" y="194"/>
                  </a:lnTo>
                  <a:lnTo>
                    <a:pt x="132" y="193"/>
                  </a:lnTo>
                  <a:lnTo>
                    <a:pt x="134" y="188"/>
                  </a:lnTo>
                  <a:lnTo>
                    <a:pt x="132" y="180"/>
                  </a:lnTo>
                  <a:lnTo>
                    <a:pt x="118" y="180"/>
                  </a:lnTo>
                  <a:lnTo>
                    <a:pt x="107" y="183"/>
                  </a:lnTo>
                  <a:lnTo>
                    <a:pt x="103" y="183"/>
                  </a:lnTo>
                  <a:lnTo>
                    <a:pt x="101" y="186"/>
                  </a:lnTo>
                  <a:lnTo>
                    <a:pt x="77" y="173"/>
                  </a:lnTo>
                  <a:lnTo>
                    <a:pt x="77" y="173"/>
                  </a:lnTo>
                  <a:lnTo>
                    <a:pt x="78" y="158"/>
                  </a:lnTo>
                  <a:lnTo>
                    <a:pt x="67" y="143"/>
                  </a:lnTo>
                  <a:lnTo>
                    <a:pt x="56" y="153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5" y="157"/>
                  </a:lnTo>
                  <a:lnTo>
                    <a:pt x="45" y="157"/>
                  </a:lnTo>
                  <a:lnTo>
                    <a:pt x="41" y="139"/>
                  </a:lnTo>
                  <a:lnTo>
                    <a:pt x="38" y="139"/>
                  </a:lnTo>
                  <a:lnTo>
                    <a:pt x="31" y="144"/>
                  </a:lnTo>
                  <a:lnTo>
                    <a:pt x="29" y="145"/>
                  </a:lnTo>
                  <a:lnTo>
                    <a:pt x="27" y="147"/>
                  </a:lnTo>
                  <a:lnTo>
                    <a:pt x="27" y="146"/>
                  </a:lnTo>
                  <a:lnTo>
                    <a:pt x="26" y="147"/>
                  </a:lnTo>
                  <a:lnTo>
                    <a:pt x="24" y="146"/>
                  </a:lnTo>
                  <a:lnTo>
                    <a:pt x="22" y="148"/>
                  </a:lnTo>
                  <a:lnTo>
                    <a:pt x="22" y="147"/>
                  </a:lnTo>
                  <a:lnTo>
                    <a:pt x="20" y="147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16" y="145"/>
                  </a:lnTo>
                  <a:lnTo>
                    <a:pt x="15" y="142"/>
                  </a:lnTo>
                  <a:lnTo>
                    <a:pt x="16" y="139"/>
                  </a:lnTo>
                  <a:lnTo>
                    <a:pt x="16" y="134"/>
                  </a:lnTo>
                  <a:lnTo>
                    <a:pt x="14" y="127"/>
                  </a:lnTo>
                  <a:lnTo>
                    <a:pt x="14" y="127"/>
                  </a:lnTo>
                  <a:lnTo>
                    <a:pt x="16" y="122"/>
                  </a:lnTo>
                  <a:lnTo>
                    <a:pt x="15" y="117"/>
                  </a:lnTo>
                  <a:lnTo>
                    <a:pt x="14" y="112"/>
                  </a:lnTo>
                  <a:lnTo>
                    <a:pt x="16" y="106"/>
                  </a:lnTo>
                  <a:lnTo>
                    <a:pt x="16" y="99"/>
                  </a:lnTo>
                  <a:lnTo>
                    <a:pt x="13" y="88"/>
                  </a:lnTo>
                  <a:lnTo>
                    <a:pt x="11" y="86"/>
                  </a:lnTo>
                  <a:lnTo>
                    <a:pt x="6" y="85"/>
                  </a:lnTo>
                  <a:lnTo>
                    <a:pt x="6" y="84"/>
                  </a:lnTo>
                  <a:lnTo>
                    <a:pt x="4" y="73"/>
                  </a:lnTo>
                  <a:lnTo>
                    <a:pt x="5" y="71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6" y="56"/>
                  </a:lnTo>
                  <a:lnTo>
                    <a:pt x="4" y="48"/>
                  </a:lnTo>
                  <a:lnTo>
                    <a:pt x="5" y="41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9" y="15"/>
                  </a:lnTo>
                  <a:lnTo>
                    <a:pt x="9" y="11"/>
                  </a:lnTo>
                  <a:lnTo>
                    <a:pt x="13" y="4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8" name="Freeform 30">
              <a:extLst>
                <a:ext uri="{FF2B5EF4-FFF2-40B4-BE49-F238E27FC236}">
                  <a16:creationId xmlns:a16="http://schemas.microsoft.com/office/drawing/2014/main" id="{4F960146-9C90-4A1F-B1EA-330E6556B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6814" y="2341184"/>
              <a:ext cx="517482" cy="651295"/>
            </a:xfrm>
            <a:custGeom>
              <a:avLst/>
              <a:gdLst>
                <a:gd name="T0" fmla="*/ 259 w 495"/>
                <a:gd name="T1" fmla="*/ 48 h 623"/>
                <a:gd name="T2" fmla="*/ 283 w 495"/>
                <a:gd name="T3" fmla="*/ 60 h 623"/>
                <a:gd name="T4" fmla="*/ 310 w 495"/>
                <a:gd name="T5" fmla="*/ 63 h 623"/>
                <a:gd name="T6" fmla="*/ 340 w 495"/>
                <a:gd name="T7" fmla="*/ 40 h 623"/>
                <a:gd name="T8" fmla="*/ 371 w 495"/>
                <a:gd name="T9" fmla="*/ 56 h 623"/>
                <a:gd name="T10" fmla="*/ 361 w 495"/>
                <a:gd name="T11" fmla="*/ 82 h 623"/>
                <a:gd name="T12" fmla="*/ 341 w 495"/>
                <a:gd name="T13" fmla="*/ 106 h 623"/>
                <a:gd name="T14" fmla="*/ 318 w 495"/>
                <a:gd name="T15" fmla="*/ 90 h 623"/>
                <a:gd name="T16" fmla="*/ 304 w 495"/>
                <a:gd name="T17" fmla="*/ 101 h 623"/>
                <a:gd name="T18" fmla="*/ 355 w 495"/>
                <a:gd name="T19" fmla="*/ 131 h 623"/>
                <a:gd name="T20" fmla="*/ 364 w 495"/>
                <a:gd name="T21" fmla="*/ 144 h 623"/>
                <a:gd name="T22" fmla="*/ 381 w 495"/>
                <a:gd name="T23" fmla="*/ 151 h 623"/>
                <a:gd name="T24" fmla="*/ 373 w 495"/>
                <a:gd name="T25" fmla="*/ 162 h 623"/>
                <a:gd name="T26" fmla="*/ 390 w 495"/>
                <a:gd name="T27" fmla="*/ 191 h 623"/>
                <a:gd name="T28" fmla="*/ 427 w 495"/>
                <a:gd name="T29" fmla="*/ 207 h 623"/>
                <a:gd name="T30" fmla="*/ 417 w 495"/>
                <a:gd name="T31" fmla="*/ 254 h 623"/>
                <a:gd name="T32" fmla="*/ 435 w 495"/>
                <a:gd name="T33" fmla="*/ 285 h 623"/>
                <a:gd name="T34" fmla="*/ 452 w 495"/>
                <a:gd name="T35" fmla="*/ 307 h 623"/>
                <a:gd name="T36" fmla="*/ 435 w 495"/>
                <a:gd name="T37" fmla="*/ 335 h 623"/>
                <a:gd name="T38" fmla="*/ 463 w 495"/>
                <a:gd name="T39" fmla="*/ 371 h 623"/>
                <a:gd name="T40" fmla="*/ 487 w 495"/>
                <a:gd name="T41" fmla="*/ 405 h 623"/>
                <a:gd name="T42" fmla="*/ 479 w 495"/>
                <a:gd name="T43" fmla="*/ 453 h 623"/>
                <a:gd name="T44" fmla="*/ 463 w 495"/>
                <a:gd name="T45" fmla="*/ 484 h 623"/>
                <a:gd name="T46" fmla="*/ 452 w 495"/>
                <a:gd name="T47" fmla="*/ 507 h 623"/>
                <a:gd name="T48" fmla="*/ 403 w 495"/>
                <a:gd name="T49" fmla="*/ 526 h 623"/>
                <a:gd name="T50" fmla="*/ 377 w 495"/>
                <a:gd name="T51" fmla="*/ 519 h 623"/>
                <a:gd name="T52" fmla="*/ 343 w 495"/>
                <a:gd name="T53" fmla="*/ 551 h 623"/>
                <a:gd name="T54" fmla="*/ 255 w 495"/>
                <a:gd name="T55" fmla="*/ 600 h 623"/>
                <a:gd name="T56" fmla="*/ 236 w 495"/>
                <a:gd name="T57" fmla="*/ 611 h 623"/>
                <a:gd name="T58" fmla="*/ 176 w 495"/>
                <a:gd name="T59" fmla="*/ 558 h 623"/>
                <a:gd name="T60" fmla="*/ 122 w 495"/>
                <a:gd name="T61" fmla="*/ 554 h 623"/>
                <a:gd name="T62" fmla="*/ 91 w 495"/>
                <a:gd name="T63" fmla="*/ 566 h 623"/>
                <a:gd name="T64" fmla="*/ 65 w 495"/>
                <a:gd name="T65" fmla="*/ 548 h 623"/>
                <a:gd name="T66" fmla="*/ 40 w 495"/>
                <a:gd name="T67" fmla="*/ 519 h 623"/>
                <a:gd name="T68" fmla="*/ 26 w 495"/>
                <a:gd name="T69" fmla="*/ 472 h 623"/>
                <a:gd name="T70" fmla="*/ 59 w 495"/>
                <a:gd name="T71" fmla="*/ 451 h 623"/>
                <a:gd name="T72" fmla="*/ 73 w 495"/>
                <a:gd name="T73" fmla="*/ 424 h 623"/>
                <a:gd name="T74" fmla="*/ 46 w 495"/>
                <a:gd name="T75" fmla="*/ 421 h 623"/>
                <a:gd name="T76" fmla="*/ 38 w 495"/>
                <a:gd name="T77" fmla="*/ 385 h 623"/>
                <a:gd name="T78" fmla="*/ 17 w 495"/>
                <a:gd name="T79" fmla="*/ 344 h 623"/>
                <a:gd name="T80" fmla="*/ 25 w 495"/>
                <a:gd name="T81" fmla="*/ 322 h 623"/>
                <a:gd name="T82" fmla="*/ 20 w 495"/>
                <a:gd name="T83" fmla="*/ 296 h 623"/>
                <a:gd name="T84" fmla="*/ 13 w 495"/>
                <a:gd name="T85" fmla="*/ 275 h 623"/>
                <a:gd name="T86" fmla="*/ 13 w 495"/>
                <a:gd name="T87" fmla="*/ 249 h 623"/>
                <a:gd name="T88" fmla="*/ 4 w 495"/>
                <a:gd name="T89" fmla="*/ 215 h 623"/>
                <a:gd name="T90" fmla="*/ 37 w 495"/>
                <a:gd name="T91" fmla="*/ 186 h 623"/>
                <a:gd name="T92" fmla="*/ 75 w 495"/>
                <a:gd name="T93" fmla="*/ 144 h 623"/>
                <a:gd name="T94" fmla="*/ 92 w 495"/>
                <a:gd name="T95" fmla="*/ 130 h 623"/>
                <a:gd name="T96" fmla="*/ 92 w 495"/>
                <a:gd name="T97" fmla="*/ 103 h 623"/>
                <a:gd name="T98" fmla="*/ 122 w 495"/>
                <a:gd name="T99" fmla="*/ 82 h 623"/>
                <a:gd name="T100" fmla="*/ 156 w 495"/>
                <a:gd name="T101" fmla="*/ 83 h 623"/>
                <a:gd name="T102" fmla="*/ 160 w 495"/>
                <a:gd name="T103" fmla="*/ 110 h 623"/>
                <a:gd name="T104" fmla="*/ 142 w 495"/>
                <a:gd name="T105" fmla="*/ 137 h 623"/>
                <a:gd name="T106" fmla="*/ 156 w 495"/>
                <a:gd name="T107" fmla="*/ 165 h 623"/>
                <a:gd name="T108" fmla="*/ 184 w 495"/>
                <a:gd name="T109" fmla="*/ 117 h 623"/>
                <a:gd name="T110" fmla="*/ 194 w 495"/>
                <a:gd name="T111" fmla="*/ 52 h 623"/>
                <a:gd name="T112" fmla="*/ 213 w 495"/>
                <a:gd name="T113" fmla="*/ 53 h 623"/>
                <a:gd name="T114" fmla="*/ 206 w 495"/>
                <a:gd name="T115" fmla="*/ 22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5" h="623">
                  <a:moveTo>
                    <a:pt x="242" y="11"/>
                  </a:moveTo>
                  <a:lnTo>
                    <a:pt x="246" y="12"/>
                  </a:lnTo>
                  <a:lnTo>
                    <a:pt x="247" y="13"/>
                  </a:lnTo>
                  <a:lnTo>
                    <a:pt x="246" y="23"/>
                  </a:lnTo>
                  <a:lnTo>
                    <a:pt x="253" y="27"/>
                  </a:lnTo>
                  <a:lnTo>
                    <a:pt x="254" y="32"/>
                  </a:lnTo>
                  <a:lnTo>
                    <a:pt x="253" y="36"/>
                  </a:lnTo>
                  <a:lnTo>
                    <a:pt x="255" y="42"/>
                  </a:lnTo>
                  <a:lnTo>
                    <a:pt x="260" y="47"/>
                  </a:lnTo>
                  <a:lnTo>
                    <a:pt x="259" y="48"/>
                  </a:lnTo>
                  <a:lnTo>
                    <a:pt x="261" y="48"/>
                  </a:lnTo>
                  <a:lnTo>
                    <a:pt x="263" y="52"/>
                  </a:lnTo>
                  <a:lnTo>
                    <a:pt x="266" y="55"/>
                  </a:lnTo>
                  <a:lnTo>
                    <a:pt x="270" y="55"/>
                  </a:lnTo>
                  <a:lnTo>
                    <a:pt x="270" y="56"/>
                  </a:lnTo>
                  <a:lnTo>
                    <a:pt x="272" y="56"/>
                  </a:lnTo>
                  <a:lnTo>
                    <a:pt x="272" y="58"/>
                  </a:lnTo>
                  <a:lnTo>
                    <a:pt x="277" y="61"/>
                  </a:lnTo>
                  <a:lnTo>
                    <a:pt x="283" y="58"/>
                  </a:lnTo>
                  <a:lnTo>
                    <a:pt x="283" y="60"/>
                  </a:lnTo>
                  <a:lnTo>
                    <a:pt x="284" y="62"/>
                  </a:lnTo>
                  <a:lnTo>
                    <a:pt x="287" y="63"/>
                  </a:lnTo>
                  <a:lnTo>
                    <a:pt x="291" y="60"/>
                  </a:lnTo>
                  <a:lnTo>
                    <a:pt x="295" y="61"/>
                  </a:lnTo>
                  <a:lnTo>
                    <a:pt x="299" y="63"/>
                  </a:lnTo>
                  <a:lnTo>
                    <a:pt x="300" y="62"/>
                  </a:lnTo>
                  <a:lnTo>
                    <a:pt x="304" y="61"/>
                  </a:lnTo>
                  <a:lnTo>
                    <a:pt x="305" y="64"/>
                  </a:lnTo>
                  <a:lnTo>
                    <a:pt x="308" y="66"/>
                  </a:lnTo>
                  <a:lnTo>
                    <a:pt x="310" y="63"/>
                  </a:lnTo>
                  <a:lnTo>
                    <a:pt x="315" y="62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58"/>
                  </a:lnTo>
                  <a:lnTo>
                    <a:pt x="325" y="52"/>
                  </a:lnTo>
                  <a:lnTo>
                    <a:pt x="332" y="53"/>
                  </a:lnTo>
                  <a:lnTo>
                    <a:pt x="333" y="52"/>
                  </a:lnTo>
                  <a:lnTo>
                    <a:pt x="336" y="50"/>
                  </a:lnTo>
                  <a:lnTo>
                    <a:pt x="339" y="46"/>
                  </a:lnTo>
                  <a:lnTo>
                    <a:pt x="340" y="40"/>
                  </a:lnTo>
                  <a:lnTo>
                    <a:pt x="341" y="34"/>
                  </a:lnTo>
                  <a:lnTo>
                    <a:pt x="343" y="35"/>
                  </a:lnTo>
                  <a:lnTo>
                    <a:pt x="353" y="35"/>
                  </a:lnTo>
                  <a:lnTo>
                    <a:pt x="353" y="39"/>
                  </a:lnTo>
                  <a:lnTo>
                    <a:pt x="354" y="40"/>
                  </a:lnTo>
                  <a:lnTo>
                    <a:pt x="353" y="50"/>
                  </a:lnTo>
                  <a:lnTo>
                    <a:pt x="357" y="51"/>
                  </a:lnTo>
                  <a:lnTo>
                    <a:pt x="362" y="53"/>
                  </a:lnTo>
                  <a:lnTo>
                    <a:pt x="367" y="55"/>
                  </a:lnTo>
                  <a:lnTo>
                    <a:pt x="371" y="56"/>
                  </a:lnTo>
                  <a:lnTo>
                    <a:pt x="371" y="67"/>
                  </a:lnTo>
                  <a:lnTo>
                    <a:pt x="369" y="71"/>
                  </a:lnTo>
                  <a:lnTo>
                    <a:pt x="370" y="71"/>
                  </a:lnTo>
                  <a:lnTo>
                    <a:pt x="366" y="75"/>
                  </a:lnTo>
                  <a:lnTo>
                    <a:pt x="366" y="77"/>
                  </a:lnTo>
                  <a:lnTo>
                    <a:pt x="364" y="77"/>
                  </a:lnTo>
                  <a:lnTo>
                    <a:pt x="364" y="78"/>
                  </a:lnTo>
                  <a:lnTo>
                    <a:pt x="362" y="78"/>
                  </a:lnTo>
                  <a:lnTo>
                    <a:pt x="360" y="80"/>
                  </a:lnTo>
                  <a:lnTo>
                    <a:pt x="361" y="82"/>
                  </a:lnTo>
                  <a:lnTo>
                    <a:pt x="360" y="83"/>
                  </a:lnTo>
                  <a:lnTo>
                    <a:pt x="359" y="85"/>
                  </a:lnTo>
                  <a:lnTo>
                    <a:pt x="362" y="87"/>
                  </a:lnTo>
                  <a:lnTo>
                    <a:pt x="359" y="89"/>
                  </a:lnTo>
                  <a:lnTo>
                    <a:pt x="361" y="92"/>
                  </a:lnTo>
                  <a:lnTo>
                    <a:pt x="354" y="95"/>
                  </a:lnTo>
                  <a:lnTo>
                    <a:pt x="352" y="107"/>
                  </a:lnTo>
                  <a:lnTo>
                    <a:pt x="353" y="110"/>
                  </a:lnTo>
                  <a:lnTo>
                    <a:pt x="342" y="107"/>
                  </a:lnTo>
                  <a:lnTo>
                    <a:pt x="341" y="106"/>
                  </a:lnTo>
                  <a:lnTo>
                    <a:pt x="343" y="101"/>
                  </a:lnTo>
                  <a:lnTo>
                    <a:pt x="342" y="100"/>
                  </a:lnTo>
                  <a:lnTo>
                    <a:pt x="340" y="101"/>
                  </a:lnTo>
                  <a:lnTo>
                    <a:pt x="340" y="100"/>
                  </a:lnTo>
                  <a:lnTo>
                    <a:pt x="334" y="96"/>
                  </a:lnTo>
                  <a:lnTo>
                    <a:pt x="332" y="96"/>
                  </a:lnTo>
                  <a:lnTo>
                    <a:pt x="329" y="93"/>
                  </a:lnTo>
                  <a:lnTo>
                    <a:pt x="326" y="93"/>
                  </a:lnTo>
                  <a:lnTo>
                    <a:pt x="320" y="90"/>
                  </a:lnTo>
                  <a:lnTo>
                    <a:pt x="318" y="90"/>
                  </a:lnTo>
                  <a:lnTo>
                    <a:pt x="315" y="91"/>
                  </a:lnTo>
                  <a:lnTo>
                    <a:pt x="309" y="85"/>
                  </a:lnTo>
                  <a:lnTo>
                    <a:pt x="307" y="86"/>
                  </a:lnTo>
                  <a:lnTo>
                    <a:pt x="308" y="90"/>
                  </a:lnTo>
                  <a:lnTo>
                    <a:pt x="307" y="96"/>
                  </a:lnTo>
                  <a:lnTo>
                    <a:pt x="305" y="96"/>
                  </a:lnTo>
                  <a:lnTo>
                    <a:pt x="305" y="97"/>
                  </a:lnTo>
                  <a:lnTo>
                    <a:pt x="303" y="96"/>
                  </a:lnTo>
                  <a:lnTo>
                    <a:pt x="302" y="101"/>
                  </a:lnTo>
                  <a:lnTo>
                    <a:pt x="304" y="101"/>
                  </a:lnTo>
                  <a:lnTo>
                    <a:pt x="304" y="105"/>
                  </a:lnTo>
                  <a:lnTo>
                    <a:pt x="306" y="107"/>
                  </a:lnTo>
                  <a:lnTo>
                    <a:pt x="307" y="108"/>
                  </a:lnTo>
                  <a:lnTo>
                    <a:pt x="308" y="110"/>
                  </a:lnTo>
                  <a:lnTo>
                    <a:pt x="310" y="111"/>
                  </a:lnTo>
                  <a:lnTo>
                    <a:pt x="307" y="115"/>
                  </a:lnTo>
                  <a:lnTo>
                    <a:pt x="308" y="115"/>
                  </a:lnTo>
                  <a:lnTo>
                    <a:pt x="309" y="120"/>
                  </a:lnTo>
                  <a:lnTo>
                    <a:pt x="321" y="119"/>
                  </a:lnTo>
                  <a:lnTo>
                    <a:pt x="355" y="131"/>
                  </a:lnTo>
                  <a:lnTo>
                    <a:pt x="354" y="132"/>
                  </a:lnTo>
                  <a:lnTo>
                    <a:pt x="352" y="131"/>
                  </a:lnTo>
                  <a:lnTo>
                    <a:pt x="351" y="134"/>
                  </a:lnTo>
                  <a:lnTo>
                    <a:pt x="356" y="135"/>
                  </a:lnTo>
                  <a:lnTo>
                    <a:pt x="354" y="140"/>
                  </a:lnTo>
                  <a:lnTo>
                    <a:pt x="357" y="141"/>
                  </a:lnTo>
                  <a:lnTo>
                    <a:pt x="356" y="145"/>
                  </a:lnTo>
                  <a:lnTo>
                    <a:pt x="362" y="146"/>
                  </a:lnTo>
                  <a:lnTo>
                    <a:pt x="363" y="146"/>
                  </a:lnTo>
                  <a:lnTo>
                    <a:pt x="364" y="144"/>
                  </a:lnTo>
                  <a:lnTo>
                    <a:pt x="365" y="145"/>
                  </a:lnTo>
                  <a:lnTo>
                    <a:pt x="366" y="143"/>
                  </a:lnTo>
                  <a:lnTo>
                    <a:pt x="367" y="144"/>
                  </a:lnTo>
                  <a:lnTo>
                    <a:pt x="368" y="142"/>
                  </a:lnTo>
                  <a:lnTo>
                    <a:pt x="373" y="145"/>
                  </a:lnTo>
                  <a:lnTo>
                    <a:pt x="375" y="142"/>
                  </a:lnTo>
                  <a:lnTo>
                    <a:pt x="381" y="145"/>
                  </a:lnTo>
                  <a:lnTo>
                    <a:pt x="380" y="147"/>
                  </a:lnTo>
                  <a:lnTo>
                    <a:pt x="381" y="147"/>
                  </a:lnTo>
                  <a:lnTo>
                    <a:pt x="381" y="151"/>
                  </a:lnTo>
                  <a:lnTo>
                    <a:pt x="386" y="151"/>
                  </a:lnTo>
                  <a:lnTo>
                    <a:pt x="385" y="154"/>
                  </a:lnTo>
                  <a:lnTo>
                    <a:pt x="390" y="154"/>
                  </a:lnTo>
                  <a:lnTo>
                    <a:pt x="391" y="156"/>
                  </a:lnTo>
                  <a:lnTo>
                    <a:pt x="390" y="157"/>
                  </a:lnTo>
                  <a:lnTo>
                    <a:pt x="384" y="157"/>
                  </a:lnTo>
                  <a:lnTo>
                    <a:pt x="381" y="161"/>
                  </a:lnTo>
                  <a:lnTo>
                    <a:pt x="373" y="161"/>
                  </a:lnTo>
                  <a:lnTo>
                    <a:pt x="374" y="162"/>
                  </a:lnTo>
                  <a:lnTo>
                    <a:pt x="373" y="162"/>
                  </a:lnTo>
                  <a:lnTo>
                    <a:pt x="377" y="175"/>
                  </a:lnTo>
                  <a:lnTo>
                    <a:pt x="377" y="176"/>
                  </a:lnTo>
                  <a:lnTo>
                    <a:pt x="379" y="178"/>
                  </a:lnTo>
                  <a:lnTo>
                    <a:pt x="381" y="182"/>
                  </a:lnTo>
                  <a:lnTo>
                    <a:pt x="382" y="182"/>
                  </a:lnTo>
                  <a:lnTo>
                    <a:pt x="381" y="183"/>
                  </a:lnTo>
                  <a:lnTo>
                    <a:pt x="381" y="184"/>
                  </a:lnTo>
                  <a:lnTo>
                    <a:pt x="382" y="184"/>
                  </a:lnTo>
                  <a:lnTo>
                    <a:pt x="383" y="188"/>
                  </a:lnTo>
                  <a:lnTo>
                    <a:pt x="390" y="191"/>
                  </a:lnTo>
                  <a:lnTo>
                    <a:pt x="406" y="192"/>
                  </a:lnTo>
                  <a:lnTo>
                    <a:pt x="413" y="195"/>
                  </a:lnTo>
                  <a:lnTo>
                    <a:pt x="416" y="194"/>
                  </a:lnTo>
                  <a:lnTo>
                    <a:pt x="418" y="196"/>
                  </a:lnTo>
                  <a:lnTo>
                    <a:pt x="419" y="195"/>
                  </a:lnTo>
                  <a:lnTo>
                    <a:pt x="421" y="196"/>
                  </a:lnTo>
                  <a:lnTo>
                    <a:pt x="427" y="197"/>
                  </a:lnTo>
                  <a:lnTo>
                    <a:pt x="427" y="199"/>
                  </a:lnTo>
                  <a:lnTo>
                    <a:pt x="426" y="206"/>
                  </a:lnTo>
                  <a:lnTo>
                    <a:pt x="427" y="207"/>
                  </a:lnTo>
                  <a:lnTo>
                    <a:pt x="426" y="212"/>
                  </a:lnTo>
                  <a:lnTo>
                    <a:pt x="427" y="214"/>
                  </a:lnTo>
                  <a:lnTo>
                    <a:pt x="427" y="223"/>
                  </a:lnTo>
                  <a:lnTo>
                    <a:pt x="425" y="224"/>
                  </a:lnTo>
                  <a:lnTo>
                    <a:pt x="424" y="230"/>
                  </a:lnTo>
                  <a:lnTo>
                    <a:pt x="424" y="241"/>
                  </a:lnTo>
                  <a:lnTo>
                    <a:pt x="427" y="242"/>
                  </a:lnTo>
                  <a:lnTo>
                    <a:pt x="427" y="245"/>
                  </a:lnTo>
                  <a:lnTo>
                    <a:pt x="418" y="249"/>
                  </a:lnTo>
                  <a:lnTo>
                    <a:pt x="417" y="254"/>
                  </a:lnTo>
                  <a:lnTo>
                    <a:pt x="416" y="255"/>
                  </a:lnTo>
                  <a:lnTo>
                    <a:pt x="417" y="259"/>
                  </a:lnTo>
                  <a:lnTo>
                    <a:pt x="416" y="261"/>
                  </a:lnTo>
                  <a:lnTo>
                    <a:pt x="417" y="262"/>
                  </a:lnTo>
                  <a:lnTo>
                    <a:pt x="422" y="263"/>
                  </a:lnTo>
                  <a:lnTo>
                    <a:pt x="422" y="265"/>
                  </a:lnTo>
                  <a:lnTo>
                    <a:pt x="425" y="270"/>
                  </a:lnTo>
                  <a:lnTo>
                    <a:pt x="426" y="271"/>
                  </a:lnTo>
                  <a:lnTo>
                    <a:pt x="430" y="279"/>
                  </a:lnTo>
                  <a:lnTo>
                    <a:pt x="435" y="285"/>
                  </a:lnTo>
                  <a:lnTo>
                    <a:pt x="434" y="290"/>
                  </a:lnTo>
                  <a:lnTo>
                    <a:pt x="431" y="292"/>
                  </a:lnTo>
                  <a:lnTo>
                    <a:pt x="435" y="298"/>
                  </a:lnTo>
                  <a:lnTo>
                    <a:pt x="435" y="298"/>
                  </a:lnTo>
                  <a:lnTo>
                    <a:pt x="438" y="301"/>
                  </a:lnTo>
                  <a:lnTo>
                    <a:pt x="444" y="301"/>
                  </a:lnTo>
                  <a:lnTo>
                    <a:pt x="446" y="303"/>
                  </a:lnTo>
                  <a:lnTo>
                    <a:pt x="454" y="302"/>
                  </a:lnTo>
                  <a:lnTo>
                    <a:pt x="454" y="303"/>
                  </a:lnTo>
                  <a:lnTo>
                    <a:pt x="452" y="307"/>
                  </a:lnTo>
                  <a:lnTo>
                    <a:pt x="450" y="307"/>
                  </a:lnTo>
                  <a:lnTo>
                    <a:pt x="446" y="305"/>
                  </a:lnTo>
                  <a:lnTo>
                    <a:pt x="446" y="305"/>
                  </a:lnTo>
                  <a:lnTo>
                    <a:pt x="436" y="305"/>
                  </a:lnTo>
                  <a:lnTo>
                    <a:pt x="436" y="305"/>
                  </a:lnTo>
                  <a:lnTo>
                    <a:pt x="435" y="308"/>
                  </a:lnTo>
                  <a:lnTo>
                    <a:pt x="439" y="311"/>
                  </a:lnTo>
                  <a:lnTo>
                    <a:pt x="438" y="314"/>
                  </a:lnTo>
                  <a:lnTo>
                    <a:pt x="439" y="327"/>
                  </a:lnTo>
                  <a:lnTo>
                    <a:pt x="435" y="335"/>
                  </a:lnTo>
                  <a:lnTo>
                    <a:pt x="433" y="338"/>
                  </a:lnTo>
                  <a:lnTo>
                    <a:pt x="431" y="341"/>
                  </a:lnTo>
                  <a:lnTo>
                    <a:pt x="433" y="342"/>
                  </a:lnTo>
                  <a:lnTo>
                    <a:pt x="442" y="342"/>
                  </a:lnTo>
                  <a:lnTo>
                    <a:pt x="448" y="346"/>
                  </a:lnTo>
                  <a:lnTo>
                    <a:pt x="453" y="353"/>
                  </a:lnTo>
                  <a:lnTo>
                    <a:pt x="457" y="355"/>
                  </a:lnTo>
                  <a:lnTo>
                    <a:pt x="460" y="367"/>
                  </a:lnTo>
                  <a:lnTo>
                    <a:pt x="463" y="371"/>
                  </a:lnTo>
                  <a:lnTo>
                    <a:pt x="463" y="371"/>
                  </a:lnTo>
                  <a:lnTo>
                    <a:pt x="464" y="373"/>
                  </a:lnTo>
                  <a:lnTo>
                    <a:pt x="467" y="373"/>
                  </a:lnTo>
                  <a:lnTo>
                    <a:pt x="468" y="376"/>
                  </a:lnTo>
                  <a:lnTo>
                    <a:pt x="470" y="382"/>
                  </a:lnTo>
                  <a:lnTo>
                    <a:pt x="476" y="395"/>
                  </a:lnTo>
                  <a:lnTo>
                    <a:pt x="476" y="398"/>
                  </a:lnTo>
                  <a:lnTo>
                    <a:pt x="482" y="397"/>
                  </a:lnTo>
                  <a:lnTo>
                    <a:pt x="484" y="399"/>
                  </a:lnTo>
                  <a:lnTo>
                    <a:pt x="485" y="399"/>
                  </a:lnTo>
                  <a:lnTo>
                    <a:pt x="487" y="405"/>
                  </a:lnTo>
                  <a:lnTo>
                    <a:pt x="487" y="414"/>
                  </a:lnTo>
                  <a:lnTo>
                    <a:pt x="491" y="417"/>
                  </a:lnTo>
                  <a:lnTo>
                    <a:pt x="490" y="424"/>
                  </a:lnTo>
                  <a:lnTo>
                    <a:pt x="490" y="429"/>
                  </a:lnTo>
                  <a:lnTo>
                    <a:pt x="492" y="431"/>
                  </a:lnTo>
                  <a:lnTo>
                    <a:pt x="493" y="434"/>
                  </a:lnTo>
                  <a:lnTo>
                    <a:pt x="495" y="437"/>
                  </a:lnTo>
                  <a:lnTo>
                    <a:pt x="487" y="452"/>
                  </a:lnTo>
                  <a:lnTo>
                    <a:pt x="483" y="453"/>
                  </a:lnTo>
                  <a:lnTo>
                    <a:pt x="479" y="453"/>
                  </a:lnTo>
                  <a:lnTo>
                    <a:pt x="474" y="455"/>
                  </a:lnTo>
                  <a:lnTo>
                    <a:pt x="472" y="457"/>
                  </a:lnTo>
                  <a:lnTo>
                    <a:pt x="469" y="465"/>
                  </a:lnTo>
                  <a:lnTo>
                    <a:pt x="467" y="468"/>
                  </a:lnTo>
                  <a:lnTo>
                    <a:pt x="467" y="470"/>
                  </a:lnTo>
                  <a:lnTo>
                    <a:pt x="455" y="474"/>
                  </a:lnTo>
                  <a:lnTo>
                    <a:pt x="460" y="478"/>
                  </a:lnTo>
                  <a:lnTo>
                    <a:pt x="462" y="481"/>
                  </a:lnTo>
                  <a:lnTo>
                    <a:pt x="461" y="484"/>
                  </a:lnTo>
                  <a:lnTo>
                    <a:pt x="463" y="484"/>
                  </a:lnTo>
                  <a:lnTo>
                    <a:pt x="465" y="481"/>
                  </a:lnTo>
                  <a:lnTo>
                    <a:pt x="466" y="482"/>
                  </a:lnTo>
                  <a:lnTo>
                    <a:pt x="467" y="483"/>
                  </a:lnTo>
                  <a:lnTo>
                    <a:pt x="466" y="488"/>
                  </a:lnTo>
                  <a:lnTo>
                    <a:pt x="465" y="490"/>
                  </a:lnTo>
                  <a:lnTo>
                    <a:pt x="461" y="493"/>
                  </a:lnTo>
                  <a:lnTo>
                    <a:pt x="463" y="497"/>
                  </a:lnTo>
                  <a:lnTo>
                    <a:pt x="462" y="500"/>
                  </a:lnTo>
                  <a:lnTo>
                    <a:pt x="454" y="508"/>
                  </a:lnTo>
                  <a:lnTo>
                    <a:pt x="452" y="507"/>
                  </a:lnTo>
                  <a:lnTo>
                    <a:pt x="451" y="508"/>
                  </a:lnTo>
                  <a:lnTo>
                    <a:pt x="436" y="513"/>
                  </a:lnTo>
                  <a:lnTo>
                    <a:pt x="435" y="511"/>
                  </a:lnTo>
                  <a:lnTo>
                    <a:pt x="435" y="511"/>
                  </a:lnTo>
                  <a:lnTo>
                    <a:pt x="425" y="514"/>
                  </a:lnTo>
                  <a:lnTo>
                    <a:pt x="407" y="516"/>
                  </a:lnTo>
                  <a:lnTo>
                    <a:pt x="408" y="521"/>
                  </a:lnTo>
                  <a:lnTo>
                    <a:pt x="405" y="522"/>
                  </a:lnTo>
                  <a:lnTo>
                    <a:pt x="405" y="524"/>
                  </a:lnTo>
                  <a:lnTo>
                    <a:pt x="403" y="526"/>
                  </a:lnTo>
                  <a:lnTo>
                    <a:pt x="402" y="524"/>
                  </a:lnTo>
                  <a:lnTo>
                    <a:pt x="398" y="526"/>
                  </a:lnTo>
                  <a:lnTo>
                    <a:pt x="393" y="524"/>
                  </a:lnTo>
                  <a:lnTo>
                    <a:pt x="392" y="522"/>
                  </a:lnTo>
                  <a:lnTo>
                    <a:pt x="392" y="519"/>
                  </a:lnTo>
                  <a:lnTo>
                    <a:pt x="391" y="518"/>
                  </a:lnTo>
                  <a:lnTo>
                    <a:pt x="385" y="520"/>
                  </a:lnTo>
                  <a:lnTo>
                    <a:pt x="384" y="522"/>
                  </a:lnTo>
                  <a:lnTo>
                    <a:pt x="382" y="522"/>
                  </a:lnTo>
                  <a:lnTo>
                    <a:pt x="377" y="519"/>
                  </a:lnTo>
                  <a:lnTo>
                    <a:pt x="370" y="516"/>
                  </a:lnTo>
                  <a:lnTo>
                    <a:pt x="353" y="522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47" y="527"/>
                  </a:lnTo>
                  <a:lnTo>
                    <a:pt x="346" y="531"/>
                  </a:lnTo>
                  <a:lnTo>
                    <a:pt x="356" y="553"/>
                  </a:lnTo>
                  <a:lnTo>
                    <a:pt x="356" y="553"/>
                  </a:lnTo>
                  <a:lnTo>
                    <a:pt x="345" y="550"/>
                  </a:lnTo>
                  <a:lnTo>
                    <a:pt x="343" y="551"/>
                  </a:lnTo>
                  <a:lnTo>
                    <a:pt x="303" y="563"/>
                  </a:lnTo>
                  <a:lnTo>
                    <a:pt x="285" y="572"/>
                  </a:lnTo>
                  <a:lnTo>
                    <a:pt x="274" y="573"/>
                  </a:lnTo>
                  <a:lnTo>
                    <a:pt x="273" y="579"/>
                  </a:lnTo>
                  <a:lnTo>
                    <a:pt x="269" y="580"/>
                  </a:lnTo>
                  <a:lnTo>
                    <a:pt x="266" y="581"/>
                  </a:lnTo>
                  <a:lnTo>
                    <a:pt x="261" y="590"/>
                  </a:lnTo>
                  <a:lnTo>
                    <a:pt x="256" y="594"/>
                  </a:lnTo>
                  <a:lnTo>
                    <a:pt x="256" y="598"/>
                  </a:lnTo>
                  <a:lnTo>
                    <a:pt x="255" y="600"/>
                  </a:lnTo>
                  <a:lnTo>
                    <a:pt x="258" y="607"/>
                  </a:lnTo>
                  <a:lnTo>
                    <a:pt x="263" y="612"/>
                  </a:lnTo>
                  <a:lnTo>
                    <a:pt x="265" y="618"/>
                  </a:lnTo>
                  <a:lnTo>
                    <a:pt x="265" y="618"/>
                  </a:lnTo>
                  <a:lnTo>
                    <a:pt x="253" y="621"/>
                  </a:lnTo>
                  <a:lnTo>
                    <a:pt x="251" y="623"/>
                  </a:lnTo>
                  <a:lnTo>
                    <a:pt x="244" y="623"/>
                  </a:lnTo>
                  <a:lnTo>
                    <a:pt x="240" y="620"/>
                  </a:lnTo>
                  <a:lnTo>
                    <a:pt x="239" y="610"/>
                  </a:lnTo>
                  <a:lnTo>
                    <a:pt x="236" y="611"/>
                  </a:lnTo>
                  <a:lnTo>
                    <a:pt x="234" y="609"/>
                  </a:lnTo>
                  <a:lnTo>
                    <a:pt x="225" y="612"/>
                  </a:lnTo>
                  <a:lnTo>
                    <a:pt x="223" y="612"/>
                  </a:lnTo>
                  <a:lnTo>
                    <a:pt x="223" y="609"/>
                  </a:lnTo>
                  <a:lnTo>
                    <a:pt x="195" y="607"/>
                  </a:lnTo>
                  <a:lnTo>
                    <a:pt x="190" y="595"/>
                  </a:lnTo>
                  <a:lnTo>
                    <a:pt x="190" y="577"/>
                  </a:lnTo>
                  <a:lnTo>
                    <a:pt x="188" y="568"/>
                  </a:lnTo>
                  <a:lnTo>
                    <a:pt x="183" y="562"/>
                  </a:lnTo>
                  <a:lnTo>
                    <a:pt x="176" y="558"/>
                  </a:lnTo>
                  <a:lnTo>
                    <a:pt x="172" y="557"/>
                  </a:lnTo>
                  <a:lnTo>
                    <a:pt x="163" y="554"/>
                  </a:lnTo>
                  <a:lnTo>
                    <a:pt x="160" y="554"/>
                  </a:lnTo>
                  <a:lnTo>
                    <a:pt x="155" y="551"/>
                  </a:lnTo>
                  <a:lnTo>
                    <a:pt x="148" y="551"/>
                  </a:lnTo>
                  <a:lnTo>
                    <a:pt x="143" y="549"/>
                  </a:lnTo>
                  <a:lnTo>
                    <a:pt x="138" y="552"/>
                  </a:lnTo>
                  <a:lnTo>
                    <a:pt x="137" y="556"/>
                  </a:lnTo>
                  <a:lnTo>
                    <a:pt x="135" y="554"/>
                  </a:lnTo>
                  <a:lnTo>
                    <a:pt x="122" y="554"/>
                  </a:lnTo>
                  <a:lnTo>
                    <a:pt x="122" y="558"/>
                  </a:lnTo>
                  <a:lnTo>
                    <a:pt x="116" y="560"/>
                  </a:lnTo>
                  <a:lnTo>
                    <a:pt x="113" y="563"/>
                  </a:lnTo>
                  <a:lnTo>
                    <a:pt x="111" y="562"/>
                  </a:lnTo>
                  <a:lnTo>
                    <a:pt x="107" y="562"/>
                  </a:lnTo>
                  <a:lnTo>
                    <a:pt x="104" y="564"/>
                  </a:lnTo>
                  <a:lnTo>
                    <a:pt x="99" y="568"/>
                  </a:lnTo>
                  <a:lnTo>
                    <a:pt x="98" y="566"/>
                  </a:lnTo>
                  <a:lnTo>
                    <a:pt x="93" y="565"/>
                  </a:lnTo>
                  <a:lnTo>
                    <a:pt x="91" y="566"/>
                  </a:lnTo>
                  <a:lnTo>
                    <a:pt x="90" y="565"/>
                  </a:lnTo>
                  <a:lnTo>
                    <a:pt x="92" y="564"/>
                  </a:lnTo>
                  <a:lnTo>
                    <a:pt x="86" y="561"/>
                  </a:lnTo>
                  <a:lnTo>
                    <a:pt x="82" y="562"/>
                  </a:lnTo>
                  <a:lnTo>
                    <a:pt x="78" y="555"/>
                  </a:lnTo>
                  <a:lnTo>
                    <a:pt x="75" y="556"/>
                  </a:lnTo>
                  <a:lnTo>
                    <a:pt x="71" y="554"/>
                  </a:lnTo>
                  <a:lnTo>
                    <a:pt x="69" y="549"/>
                  </a:lnTo>
                  <a:lnTo>
                    <a:pt x="67" y="551"/>
                  </a:lnTo>
                  <a:lnTo>
                    <a:pt x="65" y="548"/>
                  </a:lnTo>
                  <a:lnTo>
                    <a:pt x="63" y="549"/>
                  </a:lnTo>
                  <a:lnTo>
                    <a:pt x="58" y="549"/>
                  </a:lnTo>
                  <a:lnTo>
                    <a:pt x="50" y="549"/>
                  </a:lnTo>
                  <a:lnTo>
                    <a:pt x="51" y="548"/>
                  </a:lnTo>
                  <a:lnTo>
                    <a:pt x="48" y="546"/>
                  </a:lnTo>
                  <a:lnTo>
                    <a:pt x="47" y="543"/>
                  </a:lnTo>
                  <a:lnTo>
                    <a:pt x="46" y="534"/>
                  </a:lnTo>
                  <a:lnTo>
                    <a:pt x="45" y="532"/>
                  </a:lnTo>
                  <a:lnTo>
                    <a:pt x="43" y="523"/>
                  </a:lnTo>
                  <a:lnTo>
                    <a:pt x="40" y="519"/>
                  </a:lnTo>
                  <a:lnTo>
                    <a:pt x="40" y="519"/>
                  </a:lnTo>
                  <a:lnTo>
                    <a:pt x="35" y="513"/>
                  </a:lnTo>
                  <a:lnTo>
                    <a:pt x="37" y="507"/>
                  </a:lnTo>
                  <a:lnTo>
                    <a:pt x="33" y="500"/>
                  </a:lnTo>
                  <a:lnTo>
                    <a:pt x="35" y="495"/>
                  </a:lnTo>
                  <a:lnTo>
                    <a:pt x="35" y="492"/>
                  </a:lnTo>
                  <a:lnTo>
                    <a:pt x="29" y="486"/>
                  </a:lnTo>
                  <a:lnTo>
                    <a:pt x="27" y="478"/>
                  </a:lnTo>
                  <a:lnTo>
                    <a:pt x="24" y="472"/>
                  </a:lnTo>
                  <a:lnTo>
                    <a:pt x="26" y="472"/>
                  </a:lnTo>
                  <a:lnTo>
                    <a:pt x="28" y="472"/>
                  </a:lnTo>
                  <a:lnTo>
                    <a:pt x="32" y="475"/>
                  </a:lnTo>
                  <a:lnTo>
                    <a:pt x="36" y="472"/>
                  </a:lnTo>
                  <a:lnTo>
                    <a:pt x="37" y="470"/>
                  </a:lnTo>
                  <a:lnTo>
                    <a:pt x="46" y="468"/>
                  </a:lnTo>
                  <a:lnTo>
                    <a:pt x="49" y="464"/>
                  </a:lnTo>
                  <a:lnTo>
                    <a:pt x="56" y="459"/>
                  </a:lnTo>
                  <a:lnTo>
                    <a:pt x="57" y="456"/>
                  </a:lnTo>
                  <a:lnTo>
                    <a:pt x="56" y="452"/>
                  </a:lnTo>
                  <a:lnTo>
                    <a:pt x="59" y="451"/>
                  </a:lnTo>
                  <a:lnTo>
                    <a:pt x="59" y="448"/>
                  </a:lnTo>
                  <a:lnTo>
                    <a:pt x="62" y="443"/>
                  </a:lnTo>
                  <a:lnTo>
                    <a:pt x="66" y="442"/>
                  </a:lnTo>
                  <a:lnTo>
                    <a:pt x="65" y="440"/>
                  </a:lnTo>
                  <a:lnTo>
                    <a:pt x="69" y="437"/>
                  </a:lnTo>
                  <a:lnTo>
                    <a:pt x="72" y="434"/>
                  </a:lnTo>
                  <a:lnTo>
                    <a:pt x="73" y="429"/>
                  </a:lnTo>
                  <a:lnTo>
                    <a:pt x="77" y="421"/>
                  </a:lnTo>
                  <a:lnTo>
                    <a:pt x="73" y="421"/>
                  </a:lnTo>
                  <a:lnTo>
                    <a:pt x="73" y="424"/>
                  </a:lnTo>
                  <a:lnTo>
                    <a:pt x="67" y="426"/>
                  </a:lnTo>
                  <a:lnTo>
                    <a:pt x="66" y="429"/>
                  </a:lnTo>
                  <a:lnTo>
                    <a:pt x="63" y="429"/>
                  </a:lnTo>
                  <a:lnTo>
                    <a:pt x="62" y="431"/>
                  </a:lnTo>
                  <a:lnTo>
                    <a:pt x="57" y="429"/>
                  </a:lnTo>
                  <a:lnTo>
                    <a:pt x="46" y="432"/>
                  </a:lnTo>
                  <a:lnTo>
                    <a:pt x="45" y="430"/>
                  </a:lnTo>
                  <a:lnTo>
                    <a:pt x="44" y="430"/>
                  </a:lnTo>
                  <a:lnTo>
                    <a:pt x="43" y="428"/>
                  </a:lnTo>
                  <a:lnTo>
                    <a:pt x="46" y="421"/>
                  </a:lnTo>
                  <a:lnTo>
                    <a:pt x="46" y="418"/>
                  </a:lnTo>
                  <a:lnTo>
                    <a:pt x="43" y="416"/>
                  </a:lnTo>
                  <a:lnTo>
                    <a:pt x="41" y="413"/>
                  </a:lnTo>
                  <a:lnTo>
                    <a:pt x="39" y="412"/>
                  </a:lnTo>
                  <a:lnTo>
                    <a:pt x="37" y="407"/>
                  </a:lnTo>
                  <a:lnTo>
                    <a:pt x="39" y="399"/>
                  </a:lnTo>
                  <a:lnTo>
                    <a:pt x="40" y="396"/>
                  </a:lnTo>
                  <a:lnTo>
                    <a:pt x="39" y="394"/>
                  </a:lnTo>
                  <a:lnTo>
                    <a:pt x="39" y="388"/>
                  </a:lnTo>
                  <a:lnTo>
                    <a:pt x="38" y="385"/>
                  </a:lnTo>
                  <a:lnTo>
                    <a:pt x="40" y="381"/>
                  </a:lnTo>
                  <a:lnTo>
                    <a:pt x="39" y="379"/>
                  </a:lnTo>
                  <a:lnTo>
                    <a:pt x="34" y="377"/>
                  </a:lnTo>
                  <a:lnTo>
                    <a:pt x="34" y="374"/>
                  </a:lnTo>
                  <a:lnTo>
                    <a:pt x="32" y="372"/>
                  </a:lnTo>
                  <a:lnTo>
                    <a:pt x="30" y="370"/>
                  </a:lnTo>
                  <a:lnTo>
                    <a:pt x="29" y="355"/>
                  </a:lnTo>
                  <a:lnTo>
                    <a:pt x="21" y="352"/>
                  </a:lnTo>
                  <a:lnTo>
                    <a:pt x="19" y="347"/>
                  </a:lnTo>
                  <a:lnTo>
                    <a:pt x="17" y="344"/>
                  </a:lnTo>
                  <a:lnTo>
                    <a:pt x="14" y="344"/>
                  </a:lnTo>
                  <a:lnTo>
                    <a:pt x="15" y="341"/>
                  </a:lnTo>
                  <a:lnTo>
                    <a:pt x="19" y="339"/>
                  </a:lnTo>
                  <a:lnTo>
                    <a:pt x="20" y="335"/>
                  </a:lnTo>
                  <a:lnTo>
                    <a:pt x="18" y="332"/>
                  </a:lnTo>
                  <a:lnTo>
                    <a:pt x="21" y="326"/>
                  </a:lnTo>
                  <a:lnTo>
                    <a:pt x="20" y="325"/>
                  </a:lnTo>
                  <a:lnTo>
                    <a:pt x="21" y="323"/>
                  </a:lnTo>
                  <a:lnTo>
                    <a:pt x="22" y="325"/>
                  </a:lnTo>
                  <a:lnTo>
                    <a:pt x="25" y="322"/>
                  </a:lnTo>
                  <a:lnTo>
                    <a:pt x="24" y="311"/>
                  </a:lnTo>
                  <a:lnTo>
                    <a:pt x="16" y="309"/>
                  </a:lnTo>
                  <a:lnTo>
                    <a:pt x="13" y="307"/>
                  </a:lnTo>
                  <a:lnTo>
                    <a:pt x="13" y="305"/>
                  </a:lnTo>
                  <a:lnTo>
                    <a:pt x="20" y="305"/>
                  </a:lnTo>
                  <a:lnTo>
                    <a:pt x="21" y="302"/>
                  </a:lnTo>
                  <a:lnTo>
                    <a:pt x="22" y="301"/>
                  </a:lnTo>
                  <a:lnTo>
                    <a:pt x="21" y="299"/>
                  </a:lnTo>
                  <a:lnTo>
                    <a:pt x="21" y="297"/>
                  </a:lnTo>
                  <a:lnTo>
                    <a:pt x="20" y="296"/>
                  </a:lnTo>
                  <a:lnTo>
                    <a:pt x="18" y="290"/>
                  </a:lnTo>
                  <a:lnTo>
                    <a:pt x="20" y="287"/>
                  </a:lnTo>
                  <a:lnTo>
                    <a:pt x="22" y="286"/>
                  </a:lnTo>
                  <a:lnTo>
                    <a:pt x="24" y="284"/>
                  </a:lnTo>
                  <a:lnTo>
                    <a:pt x="21" y="279"/>
                  </a:lnTo>
                  <a:lnTo>
                    <a:pt x="18" y="279"/>
                  </a:lnTo>
                  <a:lnTo>
                    <a:pt x="17" y="276"/>
                  </a:lnTo>
                  <a:lnTo>
                    <a:pt x="16" y="275"/>
                  </a:lnTo>
                  <a:lnTo>
                    <a:pt x="15" y="276"/>
                  </a:lnTo>
                  <a:lnTo>
                    <a:pt x="13" y="275"/>
                  </a:lnTo>
                  <a:lnTo>
                    <a:pt x="13" y="273"/>
                  </a:lnTo>
                  <a:lnTo>
                    <a:pt x="10" y="270"/>
                  </a:lnTo>
                  <a:lnTo>
                    <a:pt x="10" y="267"/>
                  </a:lnTo>
                  <a:lnTo>
                    <a:pt x="7" y="265"/>
                  </a:lnTo>
                  <a:lnTo>
                    <a:pt x="8" y="262"/>
                  </a:lnTo>
                  <a:lnTo>
                    <a:pt x="11" y="262"/>
                  </a:lnTo>
                  <a:lnTo>
                    <a:pt x="14" y="260"/>
                  </a:lnTo>
                  <a:lnTo>
                    <a:pt x="13" y="256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5" y="249"/>
                  </a:lnTo>
                  <a:lnTo>
                    <a:pt x="4" y="243"/>
                  </a:lnTo>
                  <a:lnTo>
                    <a:pt x="4" y="235"/>
                  </a:lnTo>
                  <a:lnTo>
                    <a:pt x="1" y="230"/>
                  </a:lnTo>
                  <a:lnTo>
                    <a:pt x="4" y="227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2" y="220"/>
                  </a:lnTo>
                  <a:lnTo>
                    <a:pt x="4" y="218"/>
                  </a:lnTo>
                  <a:lnTo>
                    <a:pt x="4" y="215"/>
                  </a:lnTo>
                  <a:lnTo>
                    <a:pt x="10" y="215"/>
                  </a:lnTo>
                  <a:lnTo>
                    <a:pt x="16" y="212"/>
                  </a:lnTo>
                  <a:lnTo>
                    <a:pt x="18" y="205"/>
                  </a:lnTo>
                  <a:lnTo>
                    <a:pt x="19" y="196"/>
                  </a:lnTo>
                  <a:lnTo>
                    <a:pt x="22" y="194"/>
                  </a:lnTo>
                  <a:lnTo>
                    <a:pt x="28" y="197"/>
                  </a:lnTo>
                  <a:lnTo>
                    <a:pt x="30" y="194"/>
                  </a:lnTo>
                  <a:lnTo>
                    <a:pt x="30" y="190"/>
                  </a:lnTo>
                  <a:lnTo>
                    <a:pt x="35" y="188"/>
                  </a:lnTo>
                  <a:lnTo>
                    <a:pt x="37" y="186"/>
                  </a:lnTo>
                  <a:lnTo>
                    <a:pt x="37" y="183"/>
                  </a:lnTo>
                  <a:lnTo>
                    <a:pt x="41" y="175"/>
                  </a:lnTo>
                  <a:lnTo>
                    <a:pt x="46" y="173"/>
                  </a:lnTo>
                  <a:lnTo>
                    <a:pt x="45" y="163"/>
                  </a:lnTo>
                  <a:lnTo>
                    <a:pt x="47" y="159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56" y="151"/>
                  </a:lnTo>
                  <a:lnTo>
                    <a:pt x="60" y="151"/>
                  </a:lnTo>
                  <a:lnTo>
                    <a:pt x="75" y="144"/>
                  </a:lnTo>
                  <a:lnTo>
                    <a:pt x="85" y="143"/>
                  </a:lnTo>
                  <a:lnTo>
                    <a:pt x="93" y="137"/>
                  </a:lnTo>
                  <a:lnTo>
                    <a:pt x="100" y="139"/>
                  </a:lnTo>
                  <a:lnTo>
                    <a:pt x="107" y="134"/>
                  </a:lnTo>
                  <a:lnTo>
                    <a:pt x="107" y="132"/>
                  </a:lnTo>
                  <a:lnTo>
                    <a:pt x="103" y="125"/>
                  </a:lnTo>
                  <a:lnTo>
                    <a:pt x="99" y="126"/>
                  </a:lnTo>
                  <a:lnTo>
                    <a:pt x="98" y="129"/>
                  </a:lnTo>
                  <a:lnTo>
                    <a:pt x="97" y="129"/>
                  </a:lnTo>
                  <a:lnTo>
                    <a:pt x="92" y="130"/>
                  </a:lnTo>
                  <a:lnTo>
                    <a:pt x="86" y="130"/>
                  </a:lnTo>
                  <a:lnTo>
                    <a:pt x="84" y="125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78" y="114"/>
                  </a:lnTo>
                  <a:lnTo>
                    <a:pt x="78" y="110"/>
                  </a:lnTo>
                  <a:lnTo>
                    <a:pt x="86" y="108"/>
                  </a:lnTo>
                  <a:lnTo>
                    <a:pt x="89" y="104"/>
                  </a:lnTo>
                  <a:lnTo>
                    <a:pt x="89" y="101"/>
                  </a:lnTo>
                  <a:lnTo>
                    <a:pt x="92" y="103"/>
                  </a:lnTo>
                  <a:lnTo>
                    <a:pt x="94" y="101"/>
                  </a:lnTo>
                  <a:lnTo>
                    <a:pt x="95" y="98"/>
                  </a:lnTo>
                  <a:lnTo>
                    <a:pt x="95" y="94"/>
                  </a:lnTo>
                  <a:lnTo>
                    <a:pt x="99" y="96"/>
                  </a:lnTo>
                  <a:lnTo>
                    <a:pt x="118" y="91"/>
                  </a:lnTo>
                  <a:lnTo>
                    <a:pt x="118" y="85"/>
                  </a:lnTo>
                  <a:lnTo>
                    <a:pt x="122" y="85"/>
                  </a:lnTo>
                  <a:lnTo>
                    <a:pt x="123" y="84"/>
                  </a:lnTo>
                  <a:lnTo>
                    <a:pt x="124" y="82"/>
                  </a:lnTo>
                  <a:lnTo>
                    <a:pt x="122" y="82"/>
                  </a:lnTo>
                  <a:lnTo>
                    <a:pt x="122" y="81"/>
                  </a:lnTo>
                  <a:lnTo>
                    <a:pt x="124" y="80"/>
                  </a:lnTo>
                  <a:lnTo>
                    <a:pt x="124" y="75"/>
                  </a:lnTo>
                  <a:lnTo>
                    <a:pt x="126" y="73"/>
                  </a:lnTo>
                  <a:lnTo>
                    <a:pt x="128" y="73"/>
                  </a:lnTo>
                  <a:lnTo>
                    <a:pt x="142" y="76"/>
                  </a:lnTo>
                  <a:lnTo>
                    <a:pt x="143" y="81"/>
                  </a:lnTo>
                  <a:lnTo>
                    <a:pt x="145" y="80"/>
                  </a:lnTo>
                  <a:lnTo>
                    <a:pt x="147" y="82"/>
                  </a:lnTo>
                  <a:lnTo>
                    <a:pt x="156" y="83"/>
                  </a:lnTo>
                  <a:lnTo>
                    <a:pt x="157" y="84"/>
                  </a:lnTo>
                  <a:lnTo>
                    <a:pt x="161" y="92"/>
                  </a:lnTo>
                  <a:lnTo>
                    <a:pt x="166" y="92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71" y="97"/>
                  </a:lnTo>
                  <a:lnTo>
                    <a:pt x="171" y="99"/>
                  </a:lnTo>
                  <a:lnTo>
                    <a:pt x="164" y="100"/>
                  </a:lnTo>
                  <a:lnTo>
                    <a:pt x="163" y="106"/>
                  </a:lnTo>
                  <a:lnTo>
                    <a:pt x="160" y="110"/>
                  </a:lnTo>
                  <a:lnTo>
                    <a:pt x="160" y="111"/>
                  </a:lnTo>
                  <a:lnTo>
                    <a:pt x="160" y="111"/>
                  </a:lnTo>
                  <a:lnTo>
                    <a:pt x="157" y="114"/>
                  </a:lnTo>
                  <a:lnTo>
                    <a:pt x="156" y="118"/>
                  </a:lnTo>
                  <a:lnTo>
                    <a:pt x="154" y="119"/>
                  </a:lnTo>
                  <a:lnTo>
                    <a:pt x="150" y="119"/>
                  </a:lnTo>
                  <a:lnTo>
                    <a:pt x="141" y="126"/>
                  </a:lnTo>
                  <a:lnTo>
                    <a:pt x="142" y="129"/>
                  </a:lnTo>
                  <a:lnTo>
                    <a:pt x="140" y="131"/>
                  </a:lnTo>
                  <a:lnTo>
                    <a:pt x="142" y="137"/>
                  </a:lnTo>
                  <a:lnTo>
                    <a:pt x="141" y="140"/>
                  </a:lnTo>
                  <a:lnTo>
                    <a:pt x="143" y="141"/>
                  </a:lnTo>
                  <a:lnTo>
                    <a:pt x="149" y="140"/>
                  </a:lnTo>
                  <a:lnTo>
                    <a:pt x="149" y="141"/>
                  </a:lnTo>
                  <a:lnTo>
                    <a:pt x="149" y="144"/>
                  </a:lnTo>
                  <a:lnTo>
                    <a:pt x="146" y="145"/>
                  </a:lnTo>
                  <a:lnTo>
                    <a:pt x="149" y="149"/>
                  </a:lnTo>
                  <a:lnTo>
                    <a:pt x="152" y="153"/>
                  </a:lnTo>
                  <a:lnTo>
                    <a:pt x="153" y="161"/>
                  </a:lnTo>
                  <a:lnTo>
                    <a:pt x="156" y="165"/>
                  </a:lnTo>
                  <a:lnTo>
                    <a:pt x="157" y="166"/>
                  </a:lnTo>
                  <a:lnTo>
                    <a:pt x="159" y="165"/>
                  </a:lnTo>
                  <a:lnTo>
                    <a:pt x="166" y="153"/>
                  </a:lnTo>
                  <a:lnTo>
                    <a:pt x="169" y="141"/>
                  </a:lnTo>
                  <a:lnTo>
                    <a:pt x="171" y="140"/>
                  </a:lnTo>
                  <a:lnTo>
                    <a:pt x="176" y="137"/>
                  </a:lnTo>
                  <a:lnTo>
                    <a:pt x="174" y="127"/>
                  </a:lnTo>
                  <a:lnTo>
                    <a:pt x="174" y="123"/>
                  </a:lnTo>
                  <a:lnTo>
                    <a:pt x="178" y="119"/>
                  </a:lnTo>
                  <a:lnTo>
                    <a:pt x="184" y="117"/>
                  </a:lnTo>
                  <a:lnTo>
                    <a:pt x="187" y="115"/>
                  </a:lnTo>
                  <a:lnTo>
                    <a:pt x="187" y="105"/>
                  </a:lnTo>
                  <a:lnTo>
                    <a:pt x="187" y="105"/>
                  </a:lnTo>
                  <a:lnTo>
                    <a:pt x="193" y="99"/>
                  </a:lnTo>
                  <a:lnTo>
                    <a:pt x="195" y="93"/>
                  </a:lnTo>
                  <a:lnTo>
                    <a:pt x="189" y="80"/>
                  </a:lnTo>
                  <a:lnTo>
                    <a:pt x="187" y="63"/>
                  </a:lnTo>
                  <a:lnTo>
                    <a:pt x="187" y="61"/>
                  </a:lnTo>
                  <a:lnTo>
                    <a:pt x="193" y="58"/>
                  </a:lnTo>
                  <a:lnTo>
                    <a:pt x="194" y="52"/>
                  </a:lnTo>
                  <a:lnTo>
                    <a:pt x="198" y="50"/>
                  </a:lnTo>
                  <a:lnTo>
                    <a:pt x="201" y="53"/>
                  </a:lnTo>
                  <a:lnTo>
                    <a:pt x="202" y="60"/>
                  </a:lnTo>
                  <a:lnTo>
                    <a:pt x="200" y="62"/>
                  </a:lnTo>
                  <a:lnTo>
                    <a:pt x="197" y="63"/>
                  </a:lnTo>
                  <a:lnTo>
                    <a:pt x="196" y="66"/>
                  </a:lnTo>
                  <a:lnTo>
                    <a:pt x="197" y="67"/>
                  </a:lnTo>
                  <a:lnTo>
                    <a:pt x="203" y="68"/>
                  </a:lnTo>
                  <a:lnTo>
                    <a:pt x="209" y="64"/>
                  </a:lnTo>
                  <a:lnTo>
                    <a:pt x="213" y="53"/>
                  </a:lnTo>
                  <a:lnTo>
                    <a:pt x="212" y="49"/>
                  </a:lnTo>
                  <a:lnTo>
                    <a:pt x="203" y="40"/>
                  </a:lnTo>
                  <a:lnTo>
                    <a:pt x="203" y="40"/>
                  </a:lnTo>
                  <a:lnTo>
                    <a:pt x="199" y="35"/>
                  </a:lnTo>
                  <a:lnTo>
                    <a:pt x="198" y="32"/>
                  </a:lnTo>
                  <a:lnTo>
                    <a:pt x="200" y="23"/>
                  </a:lnTo>
                  <a:lnTo>
                    <a:pt x="201" y="20"/>
                  </a:lnTo>
                  <a:lnTo>
                    <a:pt x="203" y="19"/>
                  </a:lnTo>
                  <a:lnTo>
                    <a:pt x="204" y="19"/>
                  </a:lnTo>
                  <a:lnTo>
                    <a:pt x="206" y="22"/>
                  </a:lnTo>
                  <a:lnTo>
                    <a:pt x="209" y="22"/>
                  </a:lnTo>
                  <a:lnTo>
                    <a:pt x="213" y="20"/>
                  </a:lnTo>
                  <a:lnTo>
                    <a:pt x="213" y="15"/>
                  </a:lnTo>
                  <a:lnTo>
                    <a:pt x="211" y="6"/>
                  </a:lnTo>
                  <a:lnTo>
                    <a:pt x="212" y="3"/>
                  </a:lnTo>
                  <a:lnTo>
                    <a:pt x="227" y="0"/>
                  </a:lnTo>
                  <a:lnTo>
                    <a:pt x="242" y="1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119" name="Freeform 31">
              <a:extLst>
                <a:ext uri="{FF2B5EF4-FFF2-40B4-BE49-F238E27FC236}">
                  <a16:creationId xmlns:a16="http://schemas.microsoft.com/office/drawing/2014/main" id="{B707EA4E-6948-4DE3-A9F5-64C0F8DE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0251" y="4399610"/>
              <a:ext cx="15681" cy="27181"/>
            </a:xfrm>
            <a:custGeom>
              <a:avLst/>
              <a:gdLst>
                <a:gd name="T0" fmla="*/ 12 w 15"/>
                <a:gd name="T1" fmla="*/ 26 h 26"/>
                <a:gd name="T2" fmla="*/ 14 w 15"/>
                <a:gd name="T3" fmla="*/ 25 h 26"/>
                <a:gd name="T4" fmla="*/ 15 w 15"/>
                <a:gd name="T5" fmla="*/ 14 h 26"/>
                <a:gd name="T6" fmla="*/ 14 w 15"/>
                <a:gd name="T7" fmla="*/ 9 h 26"/>
                <a:gd name="T8" fmla="*/ 14 w 15"/>
                <a:gd name="T9" fmla="*/ 2 h 26"/>
                <a:gd name="T10" fmla="*/ 6 w 15"/>
                <a:gd name="T11" fmla="*/ 0 h 26"/>
                <a:gd name="T12" fmla="*/ 0 w 15"/>
                <a:gd name="T13" fmla="*/ 22 h 26"/>
                <a:gd name="T14" fmla="*/ 4 w 15"/>
                <a:gd name="T15" fmla="*/ 24 h 26"/>
                <a:gd name="T16" fmla="*/ 8 w 15"/>
                <a:gd name="T17" fmla="*/ 26 h 26"/>
                <a:gd name="T18" fmla="*/ 12 w 15"/>
                <a:gd name="T1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6">
                  <a:moveTo>
                    <a:pt x="12" y="26"/>
                  </a:moveTo>
                  <a:lnTo>
                    <a:pt x="14" y="25"/>
                  </a:lnTo>
                  <a:lnTo>
                    <a:pt x="15" y="14"/>
                  </a:lnTo>
                  <a:lnTo>
                    <a:pt x="14" y="9"/>
                  </a:lnTo>
                  <a:lnTo>
                    <a:pt x="14" y="2"/>
                  </a:lnTo>
                  <a:lnTo>
                    <a:pt x="6" y="0"/>
                  </a:lnTo>
                  <a:lnTo>
                    <a:pt x="0" y="22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2" y="2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F126011B-24DD-47CB-9D79-39E8AF0400D0}"/>
              </a:ext>
            </a:extLst>
          </p:cNvPr>
          <p:cNvGrpSpPr/>
          <p:nvPr/>
        </p:nvGrpSpPr>
        <p:grpSpPr>
          <a:xfrm>
            <a:off x="5329083" y="2202437"/>
            <a:ext cx="1290494" cy="678390"/>
            <a:chOff x="5329083" y="2202437"/>
            <a:chExt cx="1290494" cy="678390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44F34432-543E-41FB-A4AF-484D16EEFAB8}"/>
                </a:ext>
              </a:extLst>
            </p:cNvPr>
            <p:cNvGrpSpPr/>
            <p:nvPr/>
          </p:nvGrpSpPr>
          <p:grpSpPr>
            <a:xfrm>
              <a:off x="5947874" y="2774330"/>
              <a:ext cx="106500" cy="106497"/>
              <a:chOff x="5688290" y="3559386"/>
              <a:chExt cx="163092" cy="163092"/>
            </a:xfrm>
          </p:grpSpPr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CEC9A02C-1BD2-482C-8686-9FB0362932C4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AFF0E9F3-59DD-449C-A7FC-B4A641A7E877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9C2F17DD-01B1-4B8C-A585-C34E0F44B6A4}"/>
                </a:ext>
              </a:extLst>
            </p:cNvPr>
            <p:cNvGrpSpPr/>
            <p:nvPr/>
          </p:nvGrpSpPr>
          <p:grpSpPr>
            <a:xfrm>
              <a:off x="5329083" y="2669688"/>
              <a:ext cx="106500" cy="106497"/>
              <a:chOff x="5688290" y="3559386"/>
              <a:chExt cx="163092" cy="163092"/>
            </a:xfrm>
          </p:grpSpPr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2F89CDF0-D5BF-42BC-8DC4-6CC07A533FBE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A0C80429-7BA5-4F69-9A91-13378346316A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AE17F38C-AF04-452F-8C6B-7D07A1CACC88}"/>
                </a:ext>
              </a:extLst>
            </p:cNvPr>
            <p:cNvGrpSpPr/>
            <p:nvPr/>
          </p:nvGrpSpPr>
          <p:grpSpPr>
            <a:xfrm>
              <a:off x="6513077" y="2550709"/>
              <a:ext cx="106500" cy="106497"/>
              <a:chOff x="5688290" y="3559386"/>
              <a:chExt cx="163092" cy="163092"/>
            </a:xfrm>
          </p:grpSpPr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EC998B93-2598-4B16-A930-DE5EEBC63D0B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79725710-0AFC-4E5F-A332-37B56B70D74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395FF4B1-D6A4-4934-A664-601FB5FE6D07}"/>
                </a:ext>
              </a:extLst>
            </p:cNvPr>
            <p:cNvGrpSpPr/>
            <p:nvPr/>
          </p:nvGrpSpPr>
          <p:grpSpPr>
            <a:xfrm>
              <a:off x="5976146" y="2202437"/>
              <a:ext cx="106500" cy="106497"/>
              <a:chOff x="5688290" y="3559386"/>
              <a:chExt cx="163092" cy="163092"/>
            </a:xfrm>
          </p:grpSpPr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3E5B8D61-FC19-4517-8A30-D53F91DB24CE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942577C3-416E-4657-AF00-863BC238FCF2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7E0432B4-0CE3-4AF1-B9FB-CF75D1BB6B5E}"/>
              </a:ext>
            </a:extLst>
          </p:cNvPr>
          <p:cNvSpPr/>
          <p:nvPr/>
        </p:nvSpPr>
        <p:spPr>
          <a:xfrm>
            <a:off x="5531771" y="5106209"/>
            <a:ext cx="1657503" cy="451923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400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F656C644-55E6-4D35-88FC-31E47F3C916E}"/>
              </a:ext>
            </a:extLst>
          </p:cNvPr>
          <p:cNvGrpSpPr/>
          <p:nvPr/>
        </p:nvGrpSpPr>
        <p:grpSpPr>
          <a:xfrm>
            <a:off x="4740233" y="3949447"/>
            <a:ext cx="2586350" cy="898820"/>
            <a:chOff x="7750527" y="1446884"/>
            <a:chExt cx="3034476" cy="1054554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C1701559-5C4A-4722-9278-D6B02D85F2A9}"/>
                </a:ext>
              </a:extLst>
            </p:cNvPr>
            <p:cNvSpPr/>
            <p:nvPr/>
          </p:nvSpPr>
          <p:spPr>
            <a:xfrm>
              <a:off x="7750527" y="2171931"/>
              <a:ext cx="3034476" cy="329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0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442C5BD7-B349-421B-B045-B70682399E86}"/>
                </a:ext>
              </a:extLst>
            </p:cNvPr>
            <p:cNvSpPr/>
            <p:nvPr/>
          </p:nvSpPr>
          <p:spPr>
            <a:xfrm>
              <a:off x="7750527" y="1446884"/>
              <a:ext cx="3034476" cy="99303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52E2A41-0577-4AC1-8AA3-33400AB3BAAA}"/>
              </a:ext>
            </a:extLst>
          </p:cNvPr>
          <p:cNvSpPr/>
          <p:nvPr/>
        </p:nvSpPr>
        <p:spPr>
          <a:xfrm>
            <a:off x="4565254" y="1093745"/>
            <a:ext cx="306149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Switzerland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5C05BF5-7EC8-489E-B729-ABBE9A80E332}"/>
              </a:ext>
            </a:extLst>
          </p:cNvPr>
          <p:cNvGrpSpPr/>
          <p:nvPr/>
        </p:nvGrpSpPr>
        <p:grpSpPr>
          <a:xfrm>
            <a:off x="8404224" y="3212532"/>
            <a:ext cx="2694615" cy="363894"/>
            <a:chOff x="4239302" y="4450463"/>
            <a:chExt cx="5210812" cy="703693"/>
          </a:xfrm>
        </p:grpSpPr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A69C44FC-48CD-45CB-8265-F36A89465DCC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5"/>
                </a:gs>
                <a:gs pos="99000">
                  <a:schemeClr val="accent6">
                    <a:alpha val="1500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EF4F1C6E-DCFC-4FEA-BE0A-BD1DC40FB6AF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21429686-12BF-4B80-A2C5-F8EA980B626B}"/>
              </a:ext>
            </a:extLst>
          </p:cNvPr>
          <p:cNvSpPr/>
          <p:nvPr/>
        </p:nvSpPr>
        <p:spPr>
          <a:xfrm>
            <a:off x="8332970" y="1591294"/>
            <a:ext cx="2837126" cy="1895887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16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7C8D220-1BFD-4DBE-B8BF-14D61F264F4B}"/>
              </a:ext>
            </a:extLst>
          </p:cNvPr>
          <p:cNvGrpSpPr/>
          <p:nvPr/>
        </p:nvGrpSpPr>
        <p:grpSpPr>
          <a:xfrm>
            <a:off x="8658621" y="1955187"/>
            <a:ext cx="2185823" cy="1458254"/>
            <a:chOff x="3449782" y="1663596"/>
            <a:chExt cx="5292436" cy="3530808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4" name="Freeform 5">
              <a:extLst>
                <a:ext uri="{FF2B5EF4-FFF2-40B4-BE49-F238E27FC236}">
                  <a16:creationId xmlns:a16="http://schemas.microsoft.com/office/drawing/2014/main" id="{05695D85-E8DF-4D26-9943-3111540B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799" y="2262134"/>
              <a:ext cx="647630" cy="503188"/>
            </a:xfrm>
            <a:custGeom>
              <a:avLst/>
              <a:gdLst>
                <a:gd name="T0" fmla="*/ 677 w 686"/>
                <a:gd name="T1" fmla="*/ 332 h 533"/>
                <a:gd name="T2" fmla="*/ 674 w 686"/>
                <a:gd name="T3" fmla="*/ 393 h 533"/>
                <a:gd name="T4" fmla="*/ 674 w 686"/>
                <a:gd name="T5" fmla="*/ 455 h 533"/>
                <a:gd name="T6" fmla="*/ 672 w 686"/>
                <a:gd name="T7" fmla="*/ 516 h 533"/>
                <a:gd name="T8" fmla="*/ 627 w 686"/>
                <a:gd name="T9" fmla="*/ 531 h 533"/>
                <a:gd name="T10" fmla="*/ 566 w 686"/>
                <a:gd name="T11" fmla="*/ 528 h 533"/>
                <a:gd name="T12" fmla="*/ 507 w 686"/>
                <a:gd name="T13" fmla="*/ 523 h 533"/>
                <a:gd name="T14" fmla="*/ 445 w 686"/>
                <a:gd name="T15" fmla="*/ 521 h 533"/>
                <a:gd name="T16" fmla="*/ 386 w 686"/>
                <a:gd name="T17" fmla="*/ 519 h 533"/>
                <a:gd name="T18" fmla="*/ 327 w 686"/>
                <a:gd name="T19" fmla="*/ 514 h 533"/>
                <a:gd name="T20" fmla="*/ 265 w 686"/>
                <a:gd name="T21" fmla="*/ 509 h 533"/>
                <a:gd name="T22" fmla="*/ 206 w 686"/>
                <a:gd name="T23" fmla="*/ 504 h 533"/>
                <a:gd name="T24" fmla="*/ 156 w 686"/>
                <a:gd name="T25" fmla="*/ 500 h 533"/>
                <a:gd name="T26" fmla="*/ 107 w 686"/>
                <a:gd name="T27" fmla="*/ 495 h 533"/>
                <a:gd name="T28" fmla="*/ 59 w 686"/>
                <a:gd name="T29" fmla="*/ 493 h 533"/>
                <a:gd name="T30" fmla="*/ 12 w 686"/>
                <a:gd name="T31" fmla="*/ 488 h 533"/>
                <a:gd name="T32" fmla="*/ 0 w 686"/>
                <a:gd name="T33" fmla="*/ 486 h 533"/>
                <a:gd name="T34" fmla="*/ 0 w 686"/>
                <a:gd name="T35" fmla="*/ 486 h 533"/>
                <a:gd name="T36" fmla="*/ 3 w 686"/>
                <a:gd name="T37" fmla="*/ 455 h 533"/>
                <a:gd name="T38" fmla="*/ 7 w 686"/>
                <a:gd name="T39" fmla="*/ 424 h 533"/>
                <a:gd name="T40" fmla="*/ 10 w 686"/>
                <a:gd name="T41" fmla="*/ 393 h 533"/>
                <a:gd name="T42" fmla="*/ 12 w 686"/>
                <a:gd name="T43" fmla="*/ 365 h 533"/>
                <a:gd name="T44" fmla="*/ 19 w 686"/>
                <a:gd name="T45" fmla="*/ 287 h 533"/>
                <a:gd name="T46" fmla="*/ 26 w 686"/>
                <a:gd name="T47" fmla="*/ 211 h 533"/>
                <a:gd name="T48" fmla="*/ 36 w 686"/>
                <a:gd name="T49" fmla="*/ 135 h 533"/>
                <a:gd name="T50" fmla="*/ 43 w 686"/>
                <a:gd name="T51" fmla="*/ 62 h 533"/>
                <a:gd name="T52" fmla="*/ 43 w 686"/>
                <a:gd name="T53" fmla="*/ 45 h 533"/>
                <a:gd name="T54" fmla="*/ 45 w 686"/>
                <a:gd name="T55" fmla="*/ 31 h 533"/>
                <a:gd name="T56" fmla="*/ 48 w 686"/>
                <a:gd name="T57" fmla="*/ 17 h 533"/>
                <a:gd name="T58" fmla="*/ 48 w 686"/>
                <a:gd name="T59" fmla="*/ 3 h 533"/>
                <a:gd name="T60" fmla="*/ 74 w 686"/>
                <a:gd name="T61" fmla="*/ 3 h 533"/>
                <a:gd name="T62" fmla="*/ 112 w 686"/>
                <a:gd name="T63" fmla="*/ 7 h 533"/>
                <a:gd name="T64" fmla="*/ 152 w 686"/>
                <a:gd name="T65" fmla="*/ 10 h 533"/>
                <a:gd name="T66" fmla="*/ 192 w 686"/>
                <a:gd name="T67" fmla="*/ 15 h 533"/>
                <a:gd name="T68" fmla="*/ 232 w 686"/>
                <a:gd name="T69" fmla="*/ 17 h 533"/>
                <a:gd name="T70" fmla="*/ 270 w 686"/>
                <a:gd name="T71" fmla="*/ 19 h 533"/>
                <a:gd name="T72" fmla="*/ 310 w 686"/>
                <a:gd name="T73" fmla="*/ 24 h 533"/>
                <a:gd name="T74" fmla="*/ 350 w 686"/>
                <a:gd name="T75" fmla="*/ 26 h 533"/>
                <a:gd name="T76" fmla="*/ 391 w 686"/>
                <a:gd name="T77" fmla="*/ 29 h 533"/>
                <a:gd name="T78" fmla="*/ 428 w 686"/>
                <a:gd name="T79" fmla="*/ 31 h 533"/>
                <a:gd name="T80" fmla="*/ 469 w 686"/>
                <a:gd name="T81" fmla="*/ 33 h 533"/>
                <a:gd name="T82" fmla="*/ 509 w 686"/>
                <a:gd name="T83" fmla="*/ 36 h 533"/>
                <a:gd name="T84" fmla="*/ 549 w 686"/>
                <a:gd name="T85" fmla="*/ 38 h 533"/>
                <a:gd name="T86" fmla="*/ 589 w 686"/>
                <a:gd name="T87" fmla="*/ 41 h 533"/>
                <a:gd name="T88" fmla="*/ 627 w 686"/>
                <a:gd name="T89" fmla="*/ 41 h 533"/>
                <a:gd name="T90" fmla="*/ 667 w 686"/>
                <a:gd name="T91" fmla="*/ 43 h 533"/>
                <a:gd name="T92" fmla="*/ 686 w 686"/>
                <a:gd name="T93" fmla="*/ 74 h 533"/>
                <a:gd name="T94" fmla="*/ 684 w 686"/>
                <a:gd name="T95" fmla="*/ 135 h 533"/>
                <a:gd name="T96" fmla="*/ 682 w 686"/>
                <a:gd name="T97" fmla="*/ 194 h 533"/>
                <a:gd name="T98" fmla="*/ 679 w 686"/>
                <a:gd name="T99" fmla="*/ 256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6" h="533">
                  <a:moveTo>
                    <a:pt x="679" y="287"/>
                  </a:moveTo>
                  <a:lnTo>
                    <a:pt x="679" y="301"/>
                  </a:lnTo>
                  <a:lnTo>
                    <a:pt x="679" y="317"/>
                  </a:lnTo>
                  <a:lnTo>
                    <a:pt x="677" y="332"/>
                  </a:lnTo>
                  <a:lnTo>
                    <a:pt x="677" y="348"/>
                  </a:lnTo>
                  <a:lnTo>
                    <a:pt x="677" y="362"/>
                  </a:lnTo>
                  <a:lnTo>
                    <a:pt x="677" y="379"/>
                  </a:lnTo>
                  <a:lnTo>
                    <a:pt x="674" y="393"/>
                  </a:lnTo>
                  <a:lnTo>
                    <a:pt x="674" y="410"/>
                  </a:lnTo>
                  <a:lnTo>
                    <a:pt x="674" y="424"/>
                  </a:lnTo>
                  <a:lnTo>
                    <a:pt x="674" y="441"/>
                  </a:lnTo>
                  <a:lnTo>
                    <a:pt x="674" y="455"/>
                  </a:lnTo>
                  <a:lnTo>
                    <a:pt x="672" y="471"/>
                  </a:lnTo>
                  <a:lnTo>
                    <a:pt x="672" y="486"/>
                  </a:lnTo>
                  <a:lnTo>
                    <a:pt x="672" y="502"/>
                  </a:lnTo>
                  <a:lnTo>
                    <a:pt x="672" y="516"/>
                  </a:lnTo>
                  <a:lnTo>
                    <a:pt x="672" y="533"/>
                  </a:lnTo>
                  <a:lnTo>
                    <a:pt x="656" y="531"/>
                  </a:lnTo>
                  <a:lnTo>
                    <a:pt x="641" y="531"/>
                  </a:lnTo>
                  <a:lnTo>
                    <a:pt x="627" y="531"/>
                  </a:lnTo>
                  <a:lnTo>
                    <a:pt x="611" y="531"/>
                  </a:lnTo>
                  <a:lnTo>
                    <a:pt x="596" y="528"/>
                  </a:lnTo>
                  <a:lnTo>
                    <a:pt x="580" y="528"/>
                  </a:lnTo>
                  <a:lnTo>
                    <a:pt x="566" y="528"/>
                  </a:lnTo>
                  <a:lnTo>
                    <a:pt x="551" y="526"/>
                  </a:lnTo>
                  <a:lnTo>
                    <a:pt x="535" y="526"/>
                  </a:lnTo>
                  <a:lnTo>
                    <a:pt x="521" y="526"/>
                  </a:lnTo>
                  <a:lnTo>
                    <a:pt x="507" y="523"/>
                  </a:lnTo>
                  <a:lnTo>
                    <a:pt x="490" y="523"/>
                  </a:lnTo>
                  <a:lnTo>
                    <a:pt x="476" y="523"/>
                  </a:lnTo>
                  <a:lnTo>
                    <a:pt x="462" y="521"/>
                  </a:lnTo>
                  <a:lnTo>
                    <a:pt x="445" y="521"/>
                  </a:lnTo>
                  <a:lnTo>
                    <a:pt x="431" y="521"/>
                  </a:lnTo>
                  <a:lnTo>
                    <a:pt x="417" y="519"/>
                  </a:lnTo>
                  <a:lnTo>
                    <a:pt x="400" y="519"/>
                  </a:lnTo>
                  <a:lnTo>
                    <a:pt x="386" y="519"/>
                  </a:lnTo>
                  <a:lnTo>
                    <a:pt x="372" y="516"/>
                  </a:lnTo>
                  <a:lnTo>
                    <a:pt x="355" y="516"/>
                  </a:lnTo>
                  <a:lnTo>
                    <a:pt x="341" y="514"/>
                  </a:lnTo>
                  <a:lnTo>
                    <a:pt x="327" y="514"/>
                  </a:lnTo>
                  <a:lnTo>
                    <a:pt x="310" y="512"/>
                  </a:lnTo>
                  <a:lnTo>
                    <a:pt x="296" y="512"/>
                  </a:lnTo>
                  <a:lnTo>
                    <a:pt x="282" y="509"/>
                  </a:lnTo>
                  <a:lnTo>
                    <a:pt x="265" y="509"/>
                  </a:lnTo>
                  <a:lnTo>
                    <a:pt x="251" y="509"/>
                  </a:lnTo>
                  <a:lnTo>
                    <a:pt x="237" y="507"/>
                  </a:lnTo>
                  <a:lnTo>
                    <a:pt x="220" y="507"/>
                  </a:lnTo>
                  <a:lnTo>
                    <a:pt x="206" y="504"/>
                  </a:lnTo>
                  <a:lnTo>
                    <a:pt x="192" y="504"/>
                  </a:lnTo>
                  <a:lnTo>
                    <a:pt x="180" y="502"/>
                  </a:lnTo>
                  <a:lnTo>
                    <a:pt x="168" y="502"/>
                  </a:lnTo>
                  <a:lnTo>
                    <a:pt x="156" y="500"/>
                  </a:lnTo>
                  <a:lnTo>
                    <a:pt x="142" y="500"/>
                  </a:lnTo>
                  <a:lnTo>
                    <a:pt x="130" y="497"/>
                  </a:lnTo>
                  <a:lnTo>
                    <a:pt x="119" y="497"/>
                  </a:lnTo>
                  <a:lnTo>
                    <a:pt x="107" y="495"/>
                  </a:lnTo>
                  <a:lnTo>
                    <a:pt x="95" y="495"/>
                  </a:lnTo>
                  <a:lnTo>
                    <a:pt x="83" y="495"/>
                  </a:lnTo>
                  <a:lnTo>
                    <a:pt x="71" y="493"/>
                  </a:lnTo>
                  <a:lnTo>
                    <a:pt x="59" y="493"/>
                  </a:lnTo>
                  <a:lnTo>
                    <a:pt x="48" y="490"/>
                  </a:lnTo>
                  <a:lnTo>
                    <a:pt x="36" y="490"/>
                  </a:lnTo>
                  <a:lnTo>
                    <a:pt x="24" y="488"/>
                  </a:lnTo>
                  <a:lnTo>
                    <a:pt x="12" y="488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78"/>
                  </a:lnTo>
                  <a:lnTo>
                    <a:pt x="3" y="471"/>
                  </a:lnTo>
                  <a:lnTo>
                    <a:pt x="3" y="462"/>
                  </a:lnTo>
                  <a:lnTo>
                    <a:pt x="3" y="455"/>
                  </a:lnTo>
                  <a:lnTo>
                    <a:pt x="5" y="448"/>
                  </a:lnTo>
                  <a:lnTo>
                    <a:pt x="5" y="441"/>
                  </a:lnTo>
                  <a:lnTo>
                    <a:pt x="5" y="433"/>
                  </a:lnTo>
                  <a:lnTo>
                    <a:pt x="7" y="424"/>
                  </a:lnTo>
                  <a:lnTo>
                    <a:pt x="7" y="417"/>
                  </a:lnTo>
                  <a:lnTo>
                    <a:pt x="7" y="410"/>
                  </a:lnTo>
                  <a:lnTo>
                    <a:pt x="7" y="403"/>
                  </a:lnTo>
                  <a:lnTo>
                    <a:pt x="10" y="393"/>
                  </a:lnTo>
                  <a:lnTo>
                    <a:pt x="10" y="386"/>
                  </a:lnTo>
                  <a:lnTo>
                    <a:pt x="10" y="379"/>
                  </a:lnTo>
                  <a:lnTo>
                    <a:pt x="12" y="372"/>
                  </a:lnTo>
                  <a:lnTo>
                    <a:pt x="12" y="365"/>
                  </a:lnTo>
                  <a:lnTo>
                    <a:pt x="15" y="346"/>
                  </a:lnTo>
                  <a:lnTo>
                    <a:pt x="17" y="327"/>
                  </a:lnTo>
                  <a:lnTo>
                    <a:pt x="19" y="306"/>
                  </a:lnTo>
                  <a:lnTo>
                    <a:pt x="19" y="287"/>
                  </a:lnTo>
                  <a:lnTo>
                    <a:pt x="22" y="268"/>
                  </a:lnTo>
                  <a:lnTo>
                    <a:pt x="24" y="249"/>
                  </a:lnTo>
                  <a:lnTo>
                    <a:pt x="26" y="230"/>
                  </a:lnTo>
                  <a:lnTo>
                    <a:pt x="26" y="211"/>
                  </a:lnTo>
                  <a:lnTo>
                    <a:pt x="29" y="192"/>
                  </a:lnTo>
                  <a:lnTo>
                    <a:pt x="31" y="173"/>
                  </a:lnTo>
                  <a:lnTo>
                    <a:pt x="33" y="154"/>
                  </a:lnTo>
                  <a:lnTo>
                    <a:pt x="36" y="135"/>
                  </a:lnTo>
                  <a:lnTo>
                    <a:pt x="36" y="116"/>
                  </a:lnTo>
                  <a:lnTo>
                    <a:pt x="38" y="100"/>
                  </a:lnTo>
                  <a:lnTo>
                    <a:pt x="41" y="81"/>
                  </a:lnTo>
                  <a:lnTo>
                    <a:pt x="43" y="62"/>
                  </a:lnTo>
                  <a:lnTo>
                    <a:pt x="43" y="57"/>
                  </a:lnTo>
                  <a:lnTo>
                    <a:pt x="43" y="55"/>
                  </a:lnTo>
                  <a:lnTo>
                    <a:pt x="43" y="50"/>
                  </a:lnTo>
                  <a:lnTo>
                    <a:pt x="43" y="45"/>
                  </a:lnTo>
                  <a:lnTo>
                    <a:pt x="45" y="43"/>
                  </a:lnTo>
                  <a:lnTo>
                    <a:pt x="45" y="38"/>
                  </a:lnTo>
                  <a:lnTo>
                    <a:pt x="45" y="36"/>
                  </a:lnTo>
                  <a:lnTo>
                    <a:pt x="45" y="31"/>
                  </a:lnTo>
                  <a:lnTo>
                    <a:pt x="45" y="29"/>
                  </a:lnTo>
                  <a:lnTo>
                    <a:pt x="45" y="24"/>
                  </a:lnTo>
                  <a:lnTo>
                    <a:pt x="48" y="22"/>
                  </a:lnTo>
                  <a:lnTo>
                    <a:pt x="48" y="17"/>
                  </a:lnTo>
                  <a:lnTo>
                    <a:pt x="48" y="15"/>
                  </a:lnTo>
                  <a:lnTo>
                    <a:pt x="48" y="10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64" y="3"/>
                  </a:lnTo>
                  <a:lnTo>
                    <a:pt x="74" y="3"/>
                  </a:lnTo>
                  <a:lnTo>
                    <a:pt x="83" y="3"/>
                  </a:lnTo>
                  <a:lnTo>
                    <a:pt x="93" y="5"/>
                  </a:lnTo>
                  <a:lnTo>
                    <a:pt x="102" y="5"/>
                  </a:lnTo>
                  <a:lnTo>
                    <a:pt x="112" y="7"/>
                  </a:lnTo>
                  <a:lnTo>
                    <a:pt x="123" y="7"/>
                  </a:lnTo>
                  <a:lnTo>
                    <a:pt x="133" y="7"/>
                  </a:lnTo>
                  <a:lnTo>
                    <a:pt x="142" y="10"/>
                  </a:lnTo>
                  <a:lnTo>
                    <a:pt x="152" y="10"/>
                  </a:lnTo>
                  <a:lnTo>
                    <a:pt x="161" y="12"/>
                  </a:lnTo>
                  <a:lnTo>
                    <a:pt x="173" y="12"/>
                  </a:lnTo>
                  <a:lnTo>
                    <a:pt x="182" y="12"/>
                  </a:lnTo>
                  <a:lnTo>
                    <a:pt x="192" y="15"/>
                  </a:lnTo>
                  <a:lnTo>
                    <a:pt x="201" y="15"/>
                  </a:lnTo>
                  <a:lnTo>
                    <a:pt x="211" y="15"/>
                  </a:lnTo>
                  <a:lnTo>
                    <a:pt x="220" y="17"/>
                  </a:lnTo>
                  <a:lnTo>
                    <a:pt x="232" y="17"/>
                  </a:lnTo>
                  <a:lnTo>
                    <a:pt x="242" y="17"/>
                  </a:lnTo>
                  <a:lnTo>
                    <a:pt x="251" y="19"/>
                  </a:lnTo>
                  <a:lnTo>
                    <a:pt x="261" y="19"/>
                  </a:lnTo>
                  <a:lnTo>
                    <a:pt x="270" y="19"/>
                  </a:lnTo>
                  <a:lnTo>
                    <a:pt x="282" y="22"/>
                  </a:lnTo>
                  <a:lnTo>
                    <a:pt x="291" y="22"/>
                  </a:lnTo>
                  <a:lnTo>
                    <a:pt x="301" y="22"/>
                  </a:lnTo>
                  <a:lnTo>
                    <a:pt x="310" y="24"/>
                  </a:lnTo>
                  <a:lnTo>
                    <a:pt x="320" y="24"/>
                  </a:lnTo>
                  <a:lnTo>
                    <a:pt x="332" y="24"/>
                  </a:lnTo>
                  <a:lnTo>
                    <a:pt x="341" y="26"/>
                  </a:lnTo>
                  <a:lnTo>
                    <a:pt x="350" y="26"/>
                  </a:lnTo>
                  <a:lnTo>
                    <a:pt x="360" y="26"/>
                  </a:lnTo>
                  <a:lnTo>
                    <a:pt x="369" y="26"/>
                  </a:lnTo>
                  <a:lnTo>
                    <a:pt x="379" y="29"/>
                  </a:lnTo>
                  <a:lnTo>
                    <a:pt x="391" y="29"/>
                  </a:lnTo>
                  <a:lnTo>
                    <a:pt x="400" y="29"/>
                  </a:lnTo>
                  <a:lnTo>
                    <a:pt x="410" y="31"/>
                  </a:lnTo>
                  <a:lnTo>
                    <a:pt x="419" y="31"/>
                  </a:lnTo>
                  <a:lnTo>
                    <a:pt x="428" y="31"/>
                  </a:lnTo>
                  <a:lnTo>
                    <a:pt x="440" y="31"/>
                  </a:lnTo>
                  <a:lnTo>
                    <a:pt x="450" y="33"/>
                  </a:lnTo>
                  <a:lnTo>
                    <a:pt x="459" y="33"/>
                  </a:lnTo>
                  <a:lnTo>
                    <a:pt x="469" y="33"/>
                  </a:lnTo>
                  <a:lnTo>
                    <a:pt x="478" y="33"/>
                  </a:lnTo>
                  <a:lnTo>
                    <a:pt x="490" y="36"/>
                  </a:lnTo>
                  <a:lnTo>
                    <a:pt x="499" y="36"/>
                  </a:lnTo>
                  <a:lnTo>
                    <a:pt x="509" y="36"/>
                  </a:lnTo>
                  <a:lnTo>
                    <a:pt x="518" y="36"/>
                  </a:lnTo>
                  <a:lnTo>
                    <a:pt x="528" y="38"/>
                  </a:lnTo>
                  <a:lnTo>
                    <a:pt x="540" y="38"/>
                  </a:lnTo>
                  <a:lnTo>
                    <a:pt x="549" y="38"/>
                  </a:lnTo>
                  <a:lnTo>
                    <a:pt x="559" y="38"/>
                  </a:lnTo>
                  <a:lnTo>
                    <a:pt x="568" y="38"/>
                  </a:lnTo>
                  <a:lnTo>
                    <a:pt x="578" y="41"/>
                  </a:lnTo>
                  <a:lnTo>
                    <a:pt x="589" y="41"/>
                  </a:lnTo>
                  <a:lnTo>
                    <a:pt x="599" y="41"/>
                  </a:lnTo>
                  <a:lnTo>
                    <a:pt x="608" y="41"/>
                  </a:lnTo>
                  <a:lnTo>
                    <a:pt x="618" y="41"/>
                  </a:lnTo>
                  <a:lnTo>
                    <a:pt x="627" y="41"/>
                  </a:lnTo>
                  <a:lnTo>
                    <a:pt x="637" y="43"/>
                  </a:lnTo>
                  <a:lnTo>
                    <a:pt x="648" y="43"/>
                  </a:lnTo>
                  <a:lnTo>
                    <a:pt x="658" y="43"/>
                  </a:lnTo>
                  <a:lnTo>
                    <a:pt x="667" y="43"/>
                  </a:lnTo>
                  <a:lnTo>
                    <a:pt x="677" y="43"/>
                  </a:lnTo>
                  <a:lnTo>
                    <a:pt x="686" y="43"/>
                  </a:lnTo>
                  <a:lnTo>
                    <a:pt x="686" y="60"/>
                  </a:lnTo>
                  <a:lnTo>
                    <a:pt x="686" y="74"/>
                  </a:lnTo>
                  <a:lnTo>
                    <a:pt x="686" y="90"/>
                  </a:lnTo>
                  <a:lnTo>
                    <a:pt x="686" y="104"/>
                  </a:lnTo>
                  <a:lnTo>
                    <a:pt x="684" y="119"/>
                  </a:lnTo>
                  <a:lnTo>
                    <a:pt x="684" y="135"/>
                  </a:lnTo>
                  <a:lnTo>
                    <a:pt x="684" y="149"/>
                  </a:lnTo>
                  <a:lnTo>
                    <a:pt x="684" y="166"/>
                  </a:lnTo>
                  <a:lnTo>
                    <a:pt x="684" y="180"/>
                  </a:lnTo>
                  <a:lnTo>
                    <a:pt x="682" y="194"/>
                  </a:lnTo>
                  <a:lnTo>
                    <a:pt x="682" y="211"/>
                  </a:lnTo>
                  <a:lnTo>
                    <a:pt x="682" y="225"/>
                  </a:lnTo>
                  <a:lnTo>
                    <a:pt x="682" y="242"/>
                  </a:lnTo>
                  <a:lnTo>
                    <a:pt x="679" y="256"/>
                  </a:lnTo>
                  <a:lnTo>
                    <a:pt x="679" y="273"/>
                  </a:lnTo>
                  <a:lnTo>
                    <a:pt x="679" y="287"/>
                  </a:lnTo>
                  <a:lnTo>
                    <a:pt x="679" y="2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25" name="Freeform 6">
              <a:extLst>
                <a:ext uri="{FF2B5EF4-FFF2-40B4-BE49-F238E27FC236}">
                  <a16:creationId xmlns:a16="http://schemas.microsoft.com/office/drawing/2014/main" id="{4DAABC69-73BA-48CD-84B8-33280699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5142" y="2655810"/>
              <a:ext cx="422942" cy="413501"/>
            </a:xfrm>
            <a:custGeom>
              <a:avLst/>
              <a:gdLst>
                <a:gd name="T0" fmla="*/ 303 w 448"/>
                <a:gd name="T1" fmla="*/ 135 h 438"/>
                <a:gd name="T2" fmla="*/ 315 w 448"/>
                <a:gd name="T3" fmla="*/ 118 h 438"/>
                <a:gd name="T4" fmla="*/ 334 w 448"/>
                <a:gd name="T5" fmla="*/ 109 h 438"/>
                <a:gd name="T6" fmla="*/ 339 w 448"/>
                <a:gd name="T7" fmla="*/ 99 h 438"/>
                <a:gd name="T8" fmla="*/ 346 w 448"/>
                <a:gd name="T9" fmla="*/ 95 h 438"/>
                <a:gd name="T10" fmla="*/ 351 w 448"/>
                <a:gd name="T11" fmla="*/ 99 h 438"/>
                <a:gd name="T12" fmla="*/ 374 w 448"/>
                <a:gd name="T13" fmla="*/ 92 h 438"/>
                <a:gd name="T14" fmla="*/ 391 w 448"/>
                <a:gd name="T15" fmla="*/ 78 h 438"/>
                <a:gd name="T16" fmla="*/ 426 w 448"/>
                <a:gd name="T17" fmla="*/ 78 h 438"/>
                <a:gd name="T18" fmla="*/ 433 w 448"/>
                <a:gd name="T19" fmla="*/ 85 h 438"/>
                <a:gd name="T20" fmla="*/ 440 w 448"/>
                <a:gd name="T21" fmla="*/ 95 h 438"/>
                <a:gd name="T22" fmla="*/ 445 w 448"/>
                <a:gd name="T23" fmla="*/ 128 h 438"/>
                <a:gd name="T24" fmla="*/ 388 w 448"/>
                <a:gd name="T25" fmla="*/ 106 h 438"/>
                <a:gd name="T26" fmla="*/ 386 w 448"/>
                <a:gd name="T27" fmla="*/ 130 h 438"/>
                <a:gd name="T28" fmla="*/ 386 w 448"/>
                <a:gd name="T29" fmla="*/ 142 h 438"/>
                <a:gd name="T30" fmla="*/ 374 w 448"/>
                <a:gd name="T31" fmla="*/ 168 h 438"/>
                <a:gd name="T32" fmla="*/ 365 w 448"/>
                <a:gd name="T33" fmla="*/ 180 h 438"/>
                <a:gd name="T34" fmla="*/ 353 w 448"/>
                <a:gd name="T35" fmla="*/ 196 h 438"/>
                <a:gd name="T36" fmla="*/ 334 w 448"/>
                <a:gd name="T37" fmla="*/ 208 h 438"/>
                <a:gd name="T38" fmla="*/ 327 w 448"/>
                <a:gd name="T39" fmla="*/ 229 h 438"/>
                <a:gd name="T40" fmla="*/ 303 w 448"/>
                <a:gd name="T41" fmla="*/ 246 h 438"/>
                <a:gd name="T42" fmla="*/ 282 w 448"/>
                <a:gd name="T43" fmla="*/ 234 h 438"/>
                <a:gd name="T44" fmla="*/ 280 w 448"/>
                <a:gd name="T45" fmla="*/ 253 h 438"/>
                <a:gd name="T46" fmla="*/ 272 w 448"/>
                <a:gd name="T47" fmla="*/ 272 h 438"/>
                <a:gd name="T48" fmla="*/ 265 w 448"/>
                <a:gd name="T49" fmla="*/ 291 h 438"/>
                <a:gd name="T50" fmla="*/ 244 w 448"/>
                <a:gd name="T51" fmla="*/ 343 h 438"/>
                <a:gd name="T52" fmla="*/ 246 w 448"/>
                <a:gd name="T53" fmla="*/ 364 h 438"/>
                <a:gd name="T54" fmla="*/ 244 w 448"/>
                <a:gd name="T55" fmla="*/ 376 h 438"/>
                <a:gd name="T56" fmla="*/ 225 w 448"/>
                <a:gd name="T57" fmla="*/ 390 h 438"/>
                <a:gd name="T58" fmla="*/ 202 w 448"/>
                <a:gd name="T59" fmla="*/ 402 h 438"/>
                <a:gd name="T60" fmla="*/ 194 w 448"/>
                <a:gd name="T61" fmla="*/ 398 h 438"/>
                <a:gd name="T62" fmla="*/ 190 w 448"/>
                <a:gd name="T63" fmla="*/ 407 h 438"/>
                <a:gd name="T64" fmla="*/ 159 w 448"/>
                <a:gd name="T65" fmla="*/ 426 h 438"/>
                <a:gd name="T66" fmla="*/ 145 w 448"/>
                <a:gd name="T67" fmla="*/ 419 h 438"/>
                <a:gd name="T68" fmla="*/ 131 w 448"/>
                <a:gd name="T69" fmla="*/ 428 h 438"/>
                <a:gd name="T70" fmla="*/ 105 w 448"/>
                <a:gd name="T71" fmla="*/ 433 h 438"/>
                <a:gd name="T72" fmla="*/ 93 w 448"/>
                <a:gd name="T73" fmla="*/ 426 h 438"/>
                <a:gd name="T74" fmla="*/ 83 w 448"/>
                <a:gd name="T75" fmla="*/ 414 h 438"/>
                <a:gd name="T76" fmla="*/ 81 w 448"/>
                <a:gd name="T77" fmla="*/ 405 h 438"/>
                <a:gd name="T78" fmla="*/ 60 w 448"/>
                <a:gd name="T79" fmla="*/ 400 h 438"/>
                <a:gd name="T80" fmla="*/ 43 w 448"/>
                <a:gd name="T81" fmla="*/ 390 h 438"/>
                <a:gd name="T82" fmla="*/ 26 w 448"/>
                <a:gd name="T83" fmla="*/ 367 h 438"/>
                <a:gd name="T84" fmla="*/ 12 w 448"/>
                <a:gd name="T85" fmla="*/ 353 h 438"/>
                <a:gd name="T86" fmla="*/ 3 w 448"/>
                <a:gd name="T87" fmla="*/ 331 h 438"/>
                <a:gd name="T88" fmla="*/ 5 w 448"/>
                <a:gd name="T89" fmla="*/ 322 h 438"/>
                <a:gd name="T90" fmla="*/ 8 w 448"/>
                <a:gd name="T91" fmla="*/ 305 h 438"/>
                <a:gd name="T92" fmla="*/ 36 w 448"/>
                <a:gd name="T93" fmla="*/ 272 h 438"/>
                <a:gd name="T94" fmla="*/ 34 w 448"/>
                <a:gd name="T95" fmla="*/ 239 h 438"/>
                <a:gd name="T96" fmla="*/ 57 w 448"/>
                <a:gd name="T97" fmla="*/ 232 h 438"/>
                <a:gd name="T98" fmla="*/ 62 w 448"/>
                <a:gd name="T99" fmla="*/ 229 h 438"/>
                <a:gd name="T100" fmla="*/ 62 w 448"/>
                <a:gd name="T101" fmla="*/ 215 h 438"/>
                <a:gd name="T102" fmla="*/ 74 w 448"/>
                <a:gd name="T103" fmla="*/ 187 h 438"/>
                <a:gd name="T104" fmla="*/ 95 w 448"/>
                <a:gd name="T105" fmla="*/ 170 h 438"/>
                <a:gd name="T106" fmla="*/ 123 w 448"/>
                <a:gd name="T107" fmla="*/ 149 h 438"/>
                <a:gd name="T108" fmla="*/ 140 w 448"/>
                <a:gd name="T109" fmla="*/ 114 h 438"/>
                <a:gd name="T110" fmla="*/ 142 w 448"/>
                <a:gd name="T111" fmla="*/ 92 h 438"/>
                <a:gd name="T112" fmla="*/ 145 w 448"/>
                <a:gd name="T113" fmla="*/ 71 h 438"/>
                <a:gd name="T114" fmla="*/ 149 w 448"/>
                <a:gd name="T115" fmla="*/ 35 h 438"/>
                <a:gd name="T116" fmla="*/ 140 w 448"/>
                <a:gd name="T117" fmla="*/ 7 h 438"/>
                <a:gd name="T118" fmla="*/ 152 w 448"/>
                <a:gd name="T119" fmla="*/ 2 h 438"/>
                <a:gd name="T120" fmla="*/ 197 w 448"/>
                <a:gd name="T121" fmla="*/ 109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48" h="438">
                  <a:moveTo>
                    <a:pt x="272" y="95"/>
                  </a:moveTo>
                  <a:lnTo>
                    <a:pt x="282" y="156"/>
                  </a:lnTo>
                  <a:lnTo>
                    <a:pt x="284" y="158"/>
                  </a:lnTo>
                  <a:lnTo>
                    <a:pt x="284" y="158"/>
                  </a:lnTo>
                  <a:lnTo>
                    <a:pt x="284" y="156"/>
                  </a:lnTo>
                  <a:lnTo>
                    <a:pt x="287" y="156"/>
                  </a:lnTo>
                  <a:lnTo>
                    <a:pt x="294" y="144"/>
                  </a:lnTo>
                  <a:lnTo>
                    <a:pt x="296" y="144"/>
                  </a:lnTo>
                  <a:lnTo>
                    <a:pt x="298" y="142"/>
                  </a:lnTo>
                  <a:lnTo>
                    <a:pt x="301" y="142"/>
                  </a:lnTo>
                  <a:lnTo>
                    <a:pt x="301" y="142"/>
                  </a:lnTo>
                  <a:lnTo>
                    <a:pt x="301" y="140"/>
                  </a:lnTo>
                  <a:lnTo>
                    <a:pt x="301" y="137"/>
                  </a:lnTo>
                  <a:lnTo>
                    <a:pt x="303" y="135"/>
                  </a:lnTo>
                  <a:lnTo>
                    <a:pt x="306" y="132"/>
                  </a:lnTo>
                  <a:lnTo>
                    <a:pt x="308" y="130"/>
                  </a:lnTo>
                  <a:lnTo>
                    <a:pt x="308" y="130"/>
                  </a:lnTo>
                  <a:lnTo>
                    <a:pt x="310" y="130"/>
                  </a:lnTo>
                  <a:lnTo>
                    <a:pt x="310" y="128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3"/>
                  </a:lnTo>
                  <a:lnTo>
                    <a:pt x="313" y="121"/>
                  </a:lnTo>
                  <a:lnTo>
                    <a:pt x="313" y="121"/>
                  </a:lnTo>
                  <a:lnTo>
                    <a:pt x="313" y="118"/>
                  </a:lnTo>
                  <a:lnTo>
                    <a:pt x="315" y="118"/>
                  </a:lnTo>
                  <a:lnTo>
                    <a:pt x="317" y="116"/>
                  </a:lnTo>
                  <a:lnTo>
                    <a:pt x="317" y="116"/>
                  </a:lnTo>
                  <a:lnTo>
                    <a:pt x="320" y="116"/>
                  </a:lnTo>
                  <a:lnTo>
                    <a:pt x="320" y="116"/>
                  </a:lnTo>
                  <a:lnTo>
                    <a:pt x="322" y="116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9" y="118"/>
                  </a:lnTo>
                  <a:lnTo>
                    <a:pt x="329" y="118"/>
                  </a:lnTo>
                  <a:lnTo>
                    <a:pt x="329" y="116"/>
                  </a:lnTo>
                  <a:lnTo>
                    <a:pt x="329" y="116"/>
                  </a:lnTo>
                  <a:lnTo>
                    <a:pt x="334" y="109"/>
                  </a:lnTo>
                  <a:lnTo>
                    <a:pt x="334" y="106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7"/>
                  </a:lnTo>
                  <a:lnTo>
                    <a:pt x="341" y="95"/>
                  </a:lnTo>
                  <a:lnTo>
                    <a:pt x="341" y="95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3" y="92"/>
                  </a:lnTo>
                  <a:lnTo>
                    <a:pt x="343" y="92"/>
                  </a:lnTo>
                  <a:lnTo>
                    <a:pt x="343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9"/>
                  </a:lnTo>
                  <a:lnTo>
                    <a:pt x="343" y="99"/>
                  </a:lnTo>
                  <a:lnTo>
                    <a:pt x="346" y="99"/>
                  </a:lnTo>
                  <a:lnTo>
                    <a:pt x="346" y="99"/>
                  </a:lnTo>
                  <a:lnTo>
                    <a:pt x="346" y="99"/>
                  </a:lnTo>
                  <a:lnTo>
                    <a:pt x="351" y="99"/>
                  </a:lnTo>
                  <a:lnTo>
                    <a:pt x="351" y="102"/>
                  </a:lnTo>
                  <a:lnTo>
                    <a:pt x="351" y="102"/>
                  </a:lnTo>
                  <a:lnTo>
                    <a:pt x="353" y="102"/>
                  </a:lnTo>
                  <a:lnTo>
                    <a:pt x="355" y="102"/>
                  </a:lnTo>
                  <a:lnTo>
                    <a:pt x="362" y="102"/>
                  </a:lnTo>
                  <a:lnTo>
                    <a:pt x="362" y="102"/>
                  </a:lnTo>
                  <a:lnTo>
                    <a:pt x="367" y="99"/>
                  </a:lnTo>
                  <a:lnTo>
                    <a:pt x="372" y="99"/>
                  </a:lnTo>
                  <a:lnTo>
                    <a:pt x="377" y="97"/>
                  </a:lnTo>
                  <a:lnTo>
                    <a:pt x="377" y="95"/>
                  </a:lnTo>
                  <a:lnTo>
                    <a:pt x="374" y="95"/>
                  </a:lnTo>
                  <a:lnTo>
                    <a:pt x="374" y="95"/>
                  </a:lnTo>
                  <a:lnTo>
                    <a:pt x="374" y="92"/>
                  </a:lnTo>
                  <a:lnTo>
                    <a:pt x="374" y="92"/>
                  </a:lnTo>
                  <a:lnTo>
                    <a:pt x="377" y="92"/>
                  </a:lnTo>
                  <a:lnTo>
                    <a:pt x="377" y="90"/>
                  </a:lnTo>
                  <a:lnTo>
                    <a:pt x="374" y="87"/>
                  </a:lnTo>
                  <a:lnTo>
                    <a:pt x="374" y="87"/>
                  </a:lnTo>
                  <a:lnTo>
                    <a:pt x="377" y="87"/>
                  </a:lnTo>
                  <a:lnTo>
                    <a:pt x="379" y="87"/>
                  </a:lnTo>
                  <a:lnTo>
                    <a:pt x="379" y="85"/>
                  </a:lnTo>
                  <a:lnTo>
                    <a:pt x="381" y="85"/>
                  </a:lnTo>
                  <a:lnTo>
                    <a:pt x="384" y="83"/>
                  </a:lnTo>
                  <a:lnTo>
                    <a:pt x="386" y="83"/>
                  </a:lnTo>
                  <a:lnTo>
                    <a:pt x="388" y="83"/>
                  </a:lnTo>
                  <a:lnTo>
                    <a:pt x="388" y="83"/>
                  </a:lnTo>
                  <a:lnTo>
                    <a:pt x="391" y="80"/>
                  </a:lnTo>
                  <a:lnTo>
                    <a:pt x="391" y="78"/>
                  </a:lnTo>
                  <a:lnTo>
                    <a:pt x="393" y="76"/>
                  </a:lnTo>
                  <a:lnTo>
                    <a:pt x="393" y="73"/>
                  </a:lnTo>
                  <a:lnTo>
                    <a:pt x="395" y="73"/>
                  </a:lnTo>
                  <a:lnTo>
                    <a:pt x="395" y="73"/>
                  </a:lnTo>
                  <a:lnTo>
                    <a:pt x="400" y="73"/>
                  </a:lnTo>
                  <a:lnTo>
                    <a:pt x="405" y="73"/>
                  </a:lnTo>
                  <a:lnTo>
                    <a:pt x="414" y="80"/>
                  </a:lnTo>
                  <a:lnTo>
                    <a:pt x="417" y="80"/>
                  </a:lnTo>
                  <a:lnTo>
                    <a:pt x="419" y="80"/>
                  </a:lnTo>
                  <a:lnTo>
                    <a:pt x="421" y="80"/>
                  </a:lnTo>
                  <a:lnTo>
                    <a:pt x="421" y="80"/>
                  </a:lnTo>
                  <a:lnTo>
                    <a:pt x="424" y="80"/>
                  </a:lnTo>
                  <a:lnTo>
                    <a:pt x="426" y="80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29" y="78"/>
                  </a:lnTo>
                  <a:lnTo>
                    <a:pt x="429" y="78"/>
                  </a:lnTo>
                  <a:lnTo>
                    <a:pt x="431" y="78"/>
                  </a:lnTo>
                  <a:lnTo>
                    <a:pt x="433" y="80"/>
                  </a:lnTo>
                  <a:lnTo>
                    <a:pt x="433" y="80"/>
                  </a:lnTo>
                  <a:lnTo>
                    <a:pt x="431" y="83"/>
                  </a:lnTo>
                  <a:lnTo>
                    <a:pt x="429" y="85"/>
                  </a:lnTo>
                  <a:lnTo>
                    <a:pt x="429" y="85"/>
                  </a:lnTo>
                  <a:lnTo>
                    <a:pt x="431" y="90"/>
                  </a:lnTo>
                  <a:lnTo>
                    <a:pt x="433" y="90"/>
                  </a:lnTo>
                  <a:lnTo>
                    <a:pt x="433" y="87"/>
                  </a:lnTo>
                  <a:lnTo>
                    <a:pt x="433" y="87"/>
                  </a:lnTo>
                  <a:lnTo>
                    <a:pt x="433" y="85"/>
                  </a:lnTo>
                  <a:lnTo>
                    <a:pt x="433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6" y="92"/>
                  </a:lnTo>
                  <a:lnTo>
                    <a:pt x="438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0" y="90"/>
                  </a:lnTo>
                  <a:lnTo>
                    <a:pt x="440" y="90"/>
                  </a:lnTo>
                  <a:lnTo>
                    <a:pt x="438" y="92"/>
                  </a:lnTo>
                  <a:lnTo>
                    <a:pt x="438" y="95"/>
                  </a:lnTo>
                  <a:lnTo>
                    <a:pt x="440" y="95"/>
                  </a:lnTo>
                  <a:lnTo>
                    <a:pt x="438" y="97"/>
                  </a:lnTo>
                  <a:lnTo>
                    <a:pt x="440" y="97"/>
                  </a:lnTo>
                  <a:lnTo>
                    <a:pt x="445" y="99"/>
                  </a:lnTo>
                  <a:lnTo>
                    <a:pt x="445" y="102"/>
                  </a:lnTo>
                  <a:lnTo>
                    <a:pt x="445" y="102"/>
                  </a:lnTo>
                  <a:lnTo>
                    <a:pt x="445" y="106"/>
                  </a:lnTo>
                  <a:lnTo>
                    <a:pt x="445" y="106"/>
                  </a:lnTo>
                  <a:lnTo>
                    <a:pt x="448" y="109"/>
                  </a:lnTo>
                  <a:lnTo>
                    <a:pt x="448" y="109"/>
                  </a:lnTo>
                  <a:lnTo>
                    <a:pt x="448" y="111"/>
                  </a:lnTo>
                  <a:lnTo>
                    <a:pt x="448" y="111"/>
                  </a:lnTo>
                  <a:lnTo>
                    <a:pt x="448" y="116"/>
                  </a:lnTo>
                  <a:lnTo>
                    <a:pt x="445" y="121"/>
                  </a:lnTo>
                  <a:lnTo>
                    <a:pt x="445" y="128"/>
                  </a:lnTo>
                  <a:lnTo>
                    <a:pt x="443" y="130"/>
                  </a:lnTo>
                  <a:lnTo>
                    <a:pt x="443" y="132"/>
                  </a:lnTo>
                  <a:lnTo>
                    <a:pt x="443" y="135"/>
                  </a:lnTo>
                  <a:lnTo>
                    <a:pt x="443" y="132"/>
                  </a:lnTo>
                  <a:lnTo>
                    <a:pt x="440" y="132"/>
                  </a:lnTo>
                  <a:lnTo>
                    <a:pt x="436" y="130"/>
                  </a:lnTo>
                  <a:lnTo>
                    <a:pt x="429" y="128"/>
                  </a:lnTo>
                  <a:lnTo>
                    <a:pt x="421" y="123"/>
                  </a:lnTo>
                  <a:lnTo>
                    <a:pt x="417" y="121"/>
                  </a:lnTo>
                  <a:lnTo>
                    <a:pt x="410" y="116"/>
                  </a:lnTo>
                  <a:lnTo>
                    <a:pt x="403" y="114"/>
                  </a:lnTo>
                  <a:lnTo>
                    <a:pt x="398" y="111"/>
                  </a:lnTo>
                  <a:lnTo>
                    <a:pt x="391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6" y="109"/>
                  </a:lnTo>
                  <a:lnTo>
                    <a:pt x="386" y="111"/>
                  </a:lnTo>
                  <a:lnTo>
                    <a:pt x="386" y="111"/>
                  </a:lnTo>
                  <a:lnTo>
                    <a:pt x="386" y="114"/>
                  </a:lnTo>
                  <a:lnTo>
                    <a:pt x="388" y="116"/>
                  </a:lnTo>
                  <a:lnTo>
                    <a:pt x="388" y="118"/>
                  </a:lnTo>
                  <a:lnTo>
                    <a:pt x="388" y="121"/>
                  </a:lnTo>
                  <a:lnTo>
                    <a:pt x="388" y="121"/>
                  </a:lnTo>
                  <a:lnTo>
                    <a:pt x="388" y="121"/>
                  </a:lnTo>
                  <a:lnTo>
                    <a:pt x="388" y="125"/>
                  </a:lnTo>
                  <a:lnTo>
                    <a:pt x="386" y="128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2"/>
                  </a:lnTo>
                  <a:lnTo>
                    <a:pt x="386" y="132"/>
                  </a:lnTo>
                  <a:lnTo>
                    <a:pt x="386" y="132"/>
                  </a:lnTo>
                  <a:lnTo>
                    <a:pt x="386" y="135"/>
                  </a:lnTo>
                  <a:lnTo>
                    <a:pt x="386" y="135"/>
                  </a:lnTo>
                  <a:lnTo>
                    <a:pt x="386" y="137"/>
                  </a:lnTo>
                  <a:lnTo>
                    <a:pt x="386" y="137"/>
                  </a:lnTo>
                  <a:lnTo>
                    <a:pt x="386" y="140"/>
                  </a:lnTo>
                  <a:lnTo>
                    <a:pt x="386" y="140"/>
                  </a:lnTo>
                  <a:lnTo>
                    <a:pt x="386" y="140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4" y="149"/>
                  </a:lnTo>
                  <a:lnTo>
                    <a:pt x="381" y="151"/>
                  </a:lnTo>
                  <a:lnTo>
                    <a:pt x="379" y="156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3"/>
                  </a:lnTo>
                  <a:lnTo>
                    <a:pt x="377" y="163"/>
                  </a:lnTo>
                  <a:lnTo>
                    <a:pt x="374" y="168"/>
                  </a:lnTo>
                  <a:lnTo>
                    <a:pt x="374" y="168"/>
                  </a:lnTo>
                  <a:lnTo>
                    <a:pt x="374" y="168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69" y="170"/>
                  </a:lnTo>
                  <a:lnTo>
                    <a:pt x="369" y="173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7"/>
                  </a:lnTo>
                  <a:lnTo>
                    <a:pt x="365" y="177"/>
                  </a:lnTo>
                  <a:lnTo>
                    <a:pt x="365" y="177"/>
                  </a:lnTo>
                  <a:lnTo>
                    <a:pt x="365" y="180"/>
                  </a:lnTo>
                  <a:lnTo>
                    <a:pt x="365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0" y="177"/>
                  </a:lnTo>
                  <a:lnTo>
                    <a:pt x="360" y="182"/>
                  </a:lnTo>
                  <a:lnTo>
                    <a:pt x="358" y="187"/>
                  </a:lnTo>
                  <a:lnTo>
                    <a:pt x="355" y="192"/>
                  </a:lnTo>
                  <a:lnTo>
                    <a:pt x="353" y="196"/>
                  </a:lnTo>
                  <a:lnTo>
                    <a:pt x="353" y="196"/>
                  </a:lnTo>
                  <a:lnTo>
                    <a:pt x="353" y="196"/>
                  </a:lnTo>
                  <a:lnTo>
                    <a:pt x="351" y="196"/>
                  </a:lnTo>
                  <a:lnTo>
                    <a:pt x="348" y="196"/>
                  </a:lnTo>
                  <a:lnTo>
                    <a:pt x="343" y="194"/>
                  </a:lnTo>
                  <a:lnTo>
                    <a:pt x="339" y="192"/>
                  </a:lnTo>
                  <a:lnTo>
                    <a:pt x="339" y="192"/>
                  </a:lnTo>
                  <a:lnTo>
                    <a:pt x="339" y="194"/>
                  </a:lnTo>
                  <a:lnTo>
                    <a:pt x="336" y="199"/>
                  </a:lnTo>
                  <a:lnTo>
                    <a:pt x="334" y="201"/>
                  </a:lnTo>
                  <a:lnTo>
                    <a:pt x="334" y="201"/>
                  </a:lnTo>
                  <a:lnTo>
                    <a:pt x="334" y="201"/>
                  </a:lnTo>
                  <a:lnTo>
                    <a:pt x="334" y="203"/>
                  </a:lnTo>
                  <a:lnTo>
                    <a:pt x="334" y="203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4" y="215"/>
                  </a:lnTo>
                  <a:lnTo>
                    <a:pt x="334" y="215"/>
                  </a:lnTo>
                  <a:lnTo>
                    <a:pt x="332" y="215"/>
                  </a:lnTo>
                  <a:lnTo>
                    <a:pt x="332" y="218"/>
                  </a:lnTo>
                  <a:lnTo>
                    <a:pt x="332" y="218"/>
                  </a:lnTo>
                  <a:lnTo>
                    <a:pt x="329" y="220"/>
                  </a:lnTo>
                  <a:lnTo>
                    <a:pt x="329" y="220"/>
                  </a:lnTo>
                  <a:lnTo>
                    <a:pt x="329" y="222"/>
                  </a:lnTo>
                  <a:lnTo>
                    <a:pt x="329" y="222"/>
                  </a:lnTo>
                  <a:lnTo>
                    <a:pt x="329" y="225"/>
                  </a:lnTo>
                  <a:lnTo>
                    <a:pt x="327" y="227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34"/>
                  </a:lnTo>
                  <a:lnTo>
                    <a:pt x="327" y="234"/>
                  </a:lnTo>
                  <a:lnTo>
                    <a:pt x="327" y="237"/>
                  </a:lnTo>
                  <a:lnTo>
                    <a:pt x="325" y="239"/>
                  </a:lnTo>
                  <a:lnTo>
                    <a:pt x="325" y="244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13" y="248"/>
                  </a:lnTo>
                  <a:lnTo>
                    <a:pt x="308" y="248"/>
                  </a:lnTo>
                  <a:lnTo>
                    <a:pt x="303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7"/>
                  </a:lnTo>
                  <a:lnTo>
                    <a:pt x="282" y="237"/>
                  </a:lnTo>
                  <a:lnTo>
                    <a:pt x="282" y="239"/>
                  </a:lnTo>
                  <a:lnTo>
                    <a:pt x="282" y="239"/>
                  </a:lnTo>
                  <a:lnTo>
                    <a:pt x="282" y="241"/>
                  </a:lnTo>
                  <a:lnTo>
                    <a:pt x="282" y="241"/>
                  </a:lnTo>
                  <a:lnTo>
                    <a:pt x="282" y="241"/>
                  </a:lnTo>
                  <a:lnTo>
                    <a:pt x="282" y="244"/>
                  </a:lnTo>
                  <a:lnTo>
                    <a:pt x="282" y="244"/>
                  </a:lnTo>
                  <a:lnTo>
                    <a:pt x="280" y="246"/>
                  </a:lnTo>
                  <a:lnTo>
                    <a:pt x="280" y="248"/>
                  </a:lnTo>
                  <a:lnTo>
                    <a:pt x="280" y="248"/>
                  </a:lnTo>
                  <a:lnTo>
                    <a:pt x="280" y="253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80" y="263"/>
                  </a:lnTo>
                  <a:lnTo>
                    <a:pt x="277" y="265"/>
                  </a:lnTo>
                  <a:lnTo>
                    <a:pt x="277" y="265"/>
                  </a:lnTo>
                  <a:lnTo>
                    <a:pt x="275" y="265"/>
                  </a:lnTo>
                  <a:lnTo>
                    <a:pt x="275" y="265"/>
                  </a:lnTo>
                  <a:lnTo>
                    <a:pt x="275" y="267"/>
                  </a:lnTo>
                  <a:lnTo>
                    <a:pt x="275" y="267"/>
                  </a:lnTo>
                  <a:lnTo>
                    <a:pt x="275" y="270"/>
                  </a:lnTo>
                  <a:lnTo>
                    <a:pt x="275" y="270"/>
                  </a:lnTo>
                  <a:lnTo>
                    <a:pt x="272" y="272"/>
                  </a:lnTo>
                  <a:lnTo>
                    <a:pt x="272" y="272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5" y="277"/>
                  </a:lnTo>
                  <a:lnTo>
                    <a:pt x="275" y="277"/>
                  </a:lnTo>
                  <a:lnTo>
                    <a:pt x="275" y="277"/>
                  </a:lnTo>
                  <a:lnTo>
                    <a:pt x="272" y="279"/>
                  </a:lnTo>
                  <a:lnTo>
                    <a:pt x="270" y="282"/>
                  </a:lnTo>
                  <a:lnTo>
                    <a:pt x="270" y="282"/>
                  </a:lnTo>
                  <a:lnTo>
                    <a:pt x="268" y="286"/>
                  </a:lnTo>
                  <a:lnTo>
                    <a:pt x="265" y="291"/>
                  </a:lnTo>
                  <a:lnTo>
                    <a:pt x="265" y="291"/>
                  </a:lnTo>
                  <a:lnTo>
                    <a:pt x="265" y="291"/>
                  </a:lnTo>
                  <a:lnTo>
                    <a:pt x="265" y="293"/>
                  </a:lnTo>
                  <a:lnTo>
                    <a:pt x="265" y="293"/>
                  </a:lnTo>
                  <a:lnTo>
                    <a:pt x="265" y="293"/>
                  </a:lnTo>
                  <a:lnTo>
                    <a:pt x="265" y="303"/>
                  </a:lnTo>
                  <a:lnTo>
                    <a:pt x="263" y="308"/>
                  </a:lnTo>
                  <a:lnTo>
                    <a:pt x="261" y="312"/>
                  </a:lnTo>
                  <a:lnTo>
                    <a:pt x="258" y="317"/>
                  </a:lnTo>
                  <a:lnTo>
                    <a:pt x="254" y="324"/>
                  </a:lnTo>
                  <a:lnTo>
                    <a:pt x="251" y="329"/>
                  </a:lnTo>
                  <a:lnTo>
                    <a:pt x="249" y="334"/>
                  </a:lnTo>
                  <a:lnTo>
                    <a:pt x="244" y="341"/>
                  </a:lnTo>
                  <a:lnTo>
                    <a:pt x="244" y="341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2" y="350"/>
                  </a:lnTo>
                  <a:lnTo>
                    <a:pt x="239" y="357"/>
                  </a:lnTo>
                  <a:lnTo>
                    <a:pt x="239" y="357"/>
                  </a:lnTo>
                  <a:lnTo>
                    <a:pt x="239" y="360"/>
                  </a:lnTo>
                  <a:lnTo>
                    <a:pt x="239" y="360"/>
                  </a:lnTo>
                  <a:lnTo>
                    <a:pt x="239" y="360"/>
                  </a:lnTo>
                  <a:lnTo>
                    <a:pt x="242" y="360"/>
                  </a:lnTo>
                  <a:lnTo>
                    <a:pt x="242" y="360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46" y="364"/>
                  </a:lnTo>
                  <a:lnTo>
                    <a:pt x="246" y="364"/>
                  </a:lnTo>
                  <a:lnTo>
                    <a:pt x="246" y="364"/>
                  </a:lnTo>
                  <a:lnTo>
                    <a:pt x="246" y="367"/>
                  </a:lnTo>
                  <a:lnTo>
                    <a:pt x="244" y="367"/>
                  </a:lnTo>
                  <a:lnTo>
                    <a:pt x="242" y="369"/>
                  </a:lnTo>
                  <a:lnTo>
                    <a:pt x="242" y="369"/>
                  </a:lnTo>
                  <a:lnTo>
                    <a:pt x="242" y="369"/>
                  </a:lnTo>
                  <a:lnTo>
                    <a:pt x="242" y="371"/>
                  </a:lnTo>
                  <a:lnTo>
                    <a:pt x="239" y="371"/>
                  </a:lnTo>
                  <a:lnTo>
                    <a:pt x="239" y="374"/>
                  </a:lnTo>
                  <a:lnTo>
                    <a:pt x="239" y="374"/>
                  </a:lnTo>
                  <a:lnTo>
                    <a:pt x="242" y="374"/>
                  </a:lnTo>
                  <a:lnTo>
                    <a:pt x="242" y="374"/>
                  </a:lnTo>
                  <a:lnTo>
                    <a:pt x="242" y="374"/>
                  </a:lnTo>
                  <a:lnTo>
                    <a:pt x="242" y="376"/>
                  </a:lnTo>
                  <a:lnTo>
                    <a:pt x="244" y="376"/>
                  </a:lnTo>
                  <a:lnTo>
                    <a:pt x="244" y="376"/>
                  </a:lnTo>
                  <a:lnTo>
                    <a:pt x="244" y="379"/>
                  </a:lnTo>
                  <a:lnTo>
                    <a:pt x="242" y="379"/>
                  </a:lnTo>
                  <a:lnTo>
                    <a:pt x="232" y="388"/>
                  </a:lnTo>
                  <a:lnTo>
                    <a:pt x="230" y="390"/>
                  </a:lnTo>
                  <a:lnTo>
                    <a:pt x="230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5" y="390"/>
                  </a:lnTo>
                  <a:lnTo>
                    <a:pt x="225" y="390"/>
                  </a:lnTo>
                  <a:lnTo>
                    <a:pt x="225" y="390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3" y="388"/>
                  </a:lnTo>
                  <a:lnTo>
                    <a:pt x="223" y="388"/>
                  </a:lnTo>
                  <a:lnTo>
                    <a:pt x="220" y="388"/>
                  </a:lnTo>
                  <a:lnTo>
                    <a:pt x="218" y="388"/>
                  </a:lnTo>
                  <a:lnTo>
                    <a:pt x="216" y="390"/>
                  </a:lnTo>
                  <a:lnTo>
                    <a:pt x="211" y="395"/>
                  </a:lnTo>
                  <a:lnTo>
                    <a:pt x="206" y="398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199" y="402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398"/>
                  </a:lnTo>
                  <a:lnTo>
                    <a:pt x="194" y="398"/>
                  </a:lnTo>
                  <a:lnTo>
                    <a:pt x="194" y="398"/>
                  </a:lnTo>
                  <a:lnTo>
                    <a:pt x="192" y="398"/>
                  </a:lnTo>
                  <a:lnTo>
                    <a:pt x="192" y="398"/>
                  </a:lnTo>
                  <a:lnTo>
                    <a:pt x="190" y="398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87" y="400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5"/>
                  </a:lnTo>
                  <a:lnTo>
                    <a:pt x="187" y="405"/>
                  </a:lnTo>
                  <a:lnTo>
                    <a:pt x="190" y="407"/>
                  </a:lnTo>
                  <a:lnTo>
                    <a:pt x="190" y="407"/>
                  </a:lnTo>
                  <a:lnTo>
                    <a:pt x="190" y="409"/>
                  </a:lnTo>
                  <a:lnTo>
                    <a:pt x="190" y="409"/>
                  </a:lnTo>
                  <a:lnTo>
                    <a:pt x="190" y="412"/>
                  </a:lnTo>
                  <a:lnTo>
                    <a:pt x="190" y="412"/>
                  </a:lnTo>
                  <a:lnTo>
                    <a:pt x="183" y="416"/>
                  </a:lnTo>
                  <a:lnTo>
                    <a:pt x="183" y="416"/>
                  </a:lnTo>
                  <a:lnTo>
                    <a:pt x="183" y="416"/>
                  </a:lnTo>
                  <a:lnTo>
                    <a:pt x="180" y="416"/>
                  </a:lnTo>
                  <a:lnTo>
                    <a:pt x="180" y="416"/>
                  </a:lnTo>
                  <a:lnTo>
                    <a:pt x="178" y="416"/>
                  </a:lnTo>
                  <a:lnTo>
                    <a:pt x="175" y="419"/>
                  </a:lnTo>
                  <a:lnTo>
                    <a:pt x="175" y="419"/>
                  </a:lnTo>
                  <a:lnTo>
                    <a:pt x="166" y="421"/>
                  </a:lnTo>
                  <a:lnTo>
                    <a:pt x="159" y="426"/>
                  </a:lnTo>
                  <a:lnTo>
                    <a:pt x="157" y="428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4" y="426"/>
                  </a:lnTo>
                  <a:lnTo>
                    <a:pt x="154" y="424"/>
                  </a:lnTo>
                  <a:lnTo>
                    <a:pt x="149" y="421"/>
                  </a:lnTo>
                  <a:lnTo>
                    <a:pt x="147" y="421"/>
                  </a:lnTo>
                  <a:lnTo>
                    <a:pt x="147" y="421"/>
                  </a:lnTo>
                  <a:lnTo>
                    <a:pt x="145" y="419"/>
                  </a:lnTo>
                  <a:lnTo>
                    <a:pt x="145" y="419"/>
                  </a:lnTo>
                  <a:lnTo>
                    <a:pt x="145" y="419"/>
                  </a:lnTo>
                  <a:lnTo>
                    <a:pt x="142" y="419"/>
                  </a:lnTo>
                  <a:lnTo>
                    <a:pt x="142" y="419"/>
                  </a:lnTo>
                  <a:lnTo>
                    <a:pt x="140" y="419"/>
                  </a:lnTo>
                  <a:lnTo>
                    <a:pt x="140" y="419"/>
                  </a:lnTo>
                  <a:lnTo>
                    <a:pt x="140" y="421"/>
                  </a:lnTo>
                  <a:lnTo>
                    <a:pt x="140" y="421"/>
                  </a:lnTo>
                  <a:lnTo>
                    <a:pt x="140" y="424"/>
                  </a:lnTo>
                  <a:lnTo>
                    <a:pt x="140" y="424"/>
                  </a:lnTo>
                  <a:lnTo>
                    <a:pt x="138" y="426"/>
                  </a:lnTo>
                  <a:lnTo>
                    <a:pt x="138" y="426"/>
                  </a:lnTo>
                  <a:lnTo>
                    <a:pt x="138" y="428"/>
                  </a:lnTo>
                  <a:lnTo>
                    <a:pt x="133" y="428"/>
                  </a:lnTo>
                  <a:lnTo>
                    <a:pt x="131" y="428"/>
                  </a:lnTo>
                  <a:lnTo>
                    <a:pt x="131" y="428"/>
                  </a:lnTo>
                  <a:lnTo>
                    <a:pt x="131" y="431"/>
                  </a:lnTo>
                  <a:lnTo>
                    <a:pt x="126" y="435"/>
                  </a:lnTo>
                  <a:lnTo>
                    <a:pt x="126" y="438"/>
                  </a:lnTo>
                  <a:lnTo>
                    <a:pt x="126" y="438"/>
                  </a:lnTo>
                  <a:lnTo>
                    <a:pt x="123" y="438"/>
                  </a:lnTo>
                  <a:lnTo>
                    <a:pt x="116" y="438"/>
                  </a:lnTo>
                  <a:lnTo>
                    <a:pt x="116" y="438"/>
                  </a:lnTo>
                  <a:lnTo>
                    <a:pt x="112" y="438"/>
                  </a:lnTo>
                  <a:lnTo>
                    <a:pt x="109" y="435"/>
                  </a:lnTo>
                  <a:lnTo>
                    <a:pt x="109" y="435"/>
                  </a:lnTo>
                  <a:lnTo>
                    <a:pt x="107" y="435"/>
                  </a:lnTo>
                  <a:lnTo>
                    <a:pt x="105" y="433"/>
                  </a:lnTo>
                  <a:lnTo>
                    <a:pt x="105" y="433"/>
                  </a:lnTo>
                  <a:lnTo>
                    <a:pt x="105" y="433"/>
                  </a:lnTo>
                  <a:lnTo>
                    <a:pt x="105" y="431"/>
                  </a:lnTo>
                  <a:lnTo>
                    <a:pt x="105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7" y="433"/>
                  </a:lnTo>
                  <a:lnTo>
                    <a:pt x="97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3" y="428"/>
                  </a:lnTo>
                  <a:lnTo>
                    <a:pt x="93" y="428"/>
                  </a:lnTo>
                  <a:lnTo>
                    <a:pt x="93" y="426"/>
                  </a:lnTo>
                  <a:lnTo>
                    <a:pt x="90" y="426"/>
                  </a:lnTo>
                  <a:lnTo>
                    <a:pt x="86" y="424"/>
                  </a:lnTo>
                  <a:lnTo>
                    <a:pt x="86" y="424"/>
                  </a:lnTo>
                  <a:lnTo>
                    <a:pt x="86" y="424"/>
                  </a:lnTo>
                  <a:lnTo>
                    <a:pt x="86" y="421"/>
                  </a:lnTo>
                  <a:lnTo>
                    <a:pt x="86" y="421"/>
                  </a:lnTo>
                  <a:lnTo>
                    <a:pt x="83" y="421"/>
                  </a:lnTo>
                  <a:lnTo>
                    <a:pt x="83" y="419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09"/>
                  </a:lnTo>
                  <a:lnTo>
                    <a:pt x="79" y="409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5"/>
                  </a:lnTo>
                  <a:lnTo>
                    <a:pt x="81" y="405"/>
                  </a:lnTo>
                  <a:lnTo>
                    <a:pt x="79" y="405"/>
                  </a:lnTo>
                  <a:lnTo>
                    <a:pt x="79" y="405"/>
                  </a:lnTo>
                  <a:lnTo>
                    <a:pt x="79" y="402"/>
                  </a:lnTo>
                  <a:lnTo>
                    <a:pt x="76" y="402"/>
                  </a:lnTo>
                  <a:lnTo>
                    <a:pt x="76" y="402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62" y="402"/>
                  </a:lnTo>
                  <a:lnTo>
                    <a:pt x="62" y="402"/>
                  </a:lnTo>
                  <a:lnTo>
                    <a:pt x="60" y="402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398"/>
                  </a:lnTo>
                  <a:lnTo>
                    <a:pt x="60" y="398"/>
                  </a:lnTo>
                  <a:lnTo>
                    <a:pt x="55" y="395"/>
                  </a:lnTo>
                  <a:lnTo>
                    <a:pt x="55" y="395"/>
                  </a:lnTo>
                  <a:lnTo>
                    <a:pt x="55" y="395"/>
                  </a:lnTo>
                  <a:lnTo>
                    <a:pt x="52" y="395"/>
                  </a:lnTo>
                  <a:lnTo>
                    <a:pt x="52" y="395"/>
                  </a:lnTo>
                  <a:lnTo>
                    <a:pt x="50" y="393"/>
                  </a:lnTo>
                  <a:lnTo>
                    <a:pt x="50" y="393"/>
                  </a:lnTo>
                  <a:lnTo>
                    <a:pt x="50" y="393"/>
                  </a:lnTo>
                  <a:lnTo>
                    <a:pt x="48" y="393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3" y="388"/>
                  </a:lnTo>
                  <a:lnTo>
                    <a:pt x="41" y="386"/>
                  </a:lnTo>
                  <a:lnTo>
                    <a:pt x="41" y="383"/>
                  </a:lnTo>
                  <a:lnTo>
                    <a:pt x="41" y="383"/>
                  </a:lnTo>
                  <a:lnTo>
                    <a:pt x="38" y="383"/>
                  </a:lnTo>
                  <a:lnTo>
                    <a:pt x="38" y="381"/>
                  </a:lnTo>
                  <a:lnTo>
                    <a:pt x="29" y="376"/>
                  </a:lnTo>
                  <a:lnTo>
                    <a:pt x="29" y="374"/>
                  </a:lnTo>
                  <a:lnTo>
                    <a:pt x="29" y="374"/>
                  </a:lnTo>
                  <a:lnTo>
                    <a:pt x="29" y="374"/>
                  </a:lnTo>
                  <a:lnTo>
                    <a:pt x="29" y="369"/>
                  </a:lnTo>
                  <a:lnTo>
                    <a:pt x="26" y="369"/>
                  </a:lnTo>
                  <a:lnTo>
                    <a:pt x="26" y="367"/>
                  </a:lnTo>
                  <a:lnTo>
                    <a:pt x="26" y="367"/>
                  </a:lnTo>
                  <a:lnTo>
                    <a:pt x="26" y="367"/>
                  </a:lnTo>
                  <a:lnTo>
                    <a:pt x="24" y="367"/>
                  </a:lnTo>
                  <a:lnTo>
                    <a:pt x="19" y="364"/>
                  </a:lnTo>
                  <a:lnTo>
                    <a:pt x="19" y="362"/>
                  </a:lnTo>
                  <a:lnTo>
                    <a:pt x="19" y="362"/>
                  </a:lnTo>
                  <a:lnTo>
                    <a:pt x="19" y="362"/>
                  </a:lnTo>
                  <a:lnTo>
                    <a:pt x="19" y="360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2" y="353"/>
                  </a:lnTo>
                  <a:lnTo>
                    <a:pt x="12" y="353"/>
                  </a:lnTo>
                  <a:lnTo>
                    <a:pt x="12" y="350"/>
                  </a:lnTo>
                  <a:lnTo>
                    <a:pt x="10" y="348"/>
                  </a:lnTo>
                  <a:lnTo>
                    <a:pt x="10" y="348"/>
                  </a:lnTo>
                  <a:lnTo>
                    <a:pt x="0" y="338"/>
                  </a:lnTo>
                  <a:lnTo>
                    <a:pt x="0" y="338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3" y="334"/>
                  </a:lnTo>
                  <a:lnTo>
                    <a:pt x="3" y="334"/>
                  </a:lnTo>
                  <a:lnTo>
                    <a:pt x="3" y="331"/>
                  </a:lnTo>
                  <a:lnTo>
                    <a:pt x="3" y="331"/>
                  </a:lnTo>
                  <a:lnTo>
                    <a:pt x="3" y="331"/>
                  </a:lnTo>
                  <a:lnTo>
                    <a:pt x="3" y="329"/>
                  </a:lnTo>
                  <a:lnTo>
                    <a:pt x="3" y="329"/>
                  </a:lnTo>
                  <a:lnTo>
                    <a:pt x="3" y="329"/>
                  </a:lnTo>
                  <a:lnTo>
                    <a:pt x="3" y="327"/>
                  </a:lnTo>
                  <a:lnTo>
                    <a:pt x="3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4"/>
                  </a:lnTo>
                  <a:lnTo>
                    <a:pt x="5" y="324"/>
                  </a:lnTo>
                  <a:lnTo>
                    <a:pt x="5" y="322"/>
                  </a:lnTo>
                  <a:lnTo>
                    <a:pt x="5" y="319"/>
                  </a:lnTo>
                  <a:lnTo>
                    <a:pt x="5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" y="308"/>
                  </a:lnTo>
                  <a:lnTo>
                    <a:pt x="8" y="305"/>
                  </a:lnTo>
                  <a:lnTo>
                    <a:pt x="15" y="300"/>
                  </a:lnTo>
                  <a:lnTo>
                    <a:pt x="22" y="300"/>
                  </a:lnTo>
                  <a:lnTo>
                    <a:pt x="24" y="298"/>
                  </a:lnTo>
                  <a:lnTo>
                    <a:pt x="26" y="296"/>
                  </a:lnTo>
                  <a:lnTo>
                    <a:pt x="26" y="293"/>
                  </a:lnTo>
                  <a:lnTo>
                    <a:pt x="26" y="282"/>
                  </a:lnTo>
                  <a:lnTo>
                    <a:pt x="26" y="279"/>
                  </a:lnTo>
                  <a:lnTo>
                    <a:pt x="29" y="279"/>
                  </a:lnTo>
                  <a:lnTo>
                    <a:pt x="34" y="279"/>
                  </a:lnTo>
                  <a:lnTo>
                    <a:pt x="36" y="277"/>
                  </a:lnTo>
                  <a:lnTo>
                    <a:pt x="36" y="274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4" y="270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1" y="260"/>
                  </a:lnTo>
                  <a:lnTo>
                    <a:pt x="31" y="260"/>
                  </a:lnTo>
                  <a:lnTo>
                    <a:pt x="29" y="258"/>
                  </a:lnTo>
                  <a:lnTo>
                    <a:pt x="29" y="256"/>
                  </a:lnTo>
                  <a:lnTo>
                    <a:pt x="31" y="253"/>
                  </a:lnTo>
                  <a:lnTo>
                    <a:pt x="34" y="251"/>
                  </a:lnTo>
                  <a:lnTo>
                    <a:pt x="34" y="248"/>
                  </a:lnTo>
                  <a:lnTo>
                    <a:pt x="34" y="246"/>
                  </a:lnTo>
                  <a:lnTo>
                    <a:pt x="34" y="244"/>
                  </a:lnTo>
                  <a:lnTo>
                    <a:pt x="34" y="239"/>
                  </a:lnTo>
                  <a:lnTo>
                    <a:pt x="36" y="237"/>
                  </a:lnTo>
                  <a:lnTo>
                    <a:pt x="38" y="229"/>
                  </a:lnTo>
                  <a:lnTo>
                    <a:pt x="41" y="225"/>
                  </a:lnTo>
                  <a:lnTo>
                    <a:pt x="43" y="222"/>
                  </a:lnTo>
                  <a:lnTo>
                    <a:pt x="45" y="222"/>
                  </a:lnTo>
                  <a:lnTo>
                    <a:pt x="48" y="222"/>
                  </a:lnTo>
                  <a:lnTo>
                    <a:pt x="48" y="225"/>
                  </a:lnTo>
                  <a:lnTo>
                    <a:pt x="52" y="225"/>
                  </a:lnTo>
                  <a:lnTo>
                    <a:pt x="52" y="227"/>
                  </a:lnTo>
                  <a:lnTo>
                    <a:pt x="55" y="229"/>
                  </a:lnTo>
                  <a:lnTo>
                    <a:pt x="55" y="229"/>
                  </a:lnTo>
                  <a:lnTo>
                    <a:pt x="55" y="232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55" y="234"/>
                  </a:lnTo>
                  <a:lnTo>
                    <a:pt x="55" y="234"/>
                  </a:lnTo>
                  <a:lnTo>
                    <a:pt x="55" y="234"/>
                  </a:lnTo>
                  <a:lnTo>
                    <a:pt x="55" y="237"/>
                  </a:lnTo>
                  <a:lnTo>
                    <a:pt x="55" y="237"/>
                  </a:lnTo>
                  <a:lnTo>
                    <a:pt x="55" y="237"/>
                  </a:lnTo>
                  <a:lnTo>
                    <a:pt x="55" y="239"/>
                  </a:lnTo>
                  <a:lnTo>
                    <a:pt x="57" y="239"/>
                  </a:lnTo>
                  <a:lnTo>
                    <a:pt x="60" y="237"/>
                  </a:lnTo>
                  <a:lnTo>
                    <a:pt x="62" y="234"/>
                  </a:lnTo>
                  <a:lnTo>
                    <a:pt x="62" y="234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67" y="229"/>
                  </a:lnTo>
                  <a:lnTo>
                    <a:pt x="67" y="229"/>
                  </a:lnTo>
                  <a:lnTo>
                    <a:pt x="69" y="229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7" y="225"/>
                  </a:lnTo>
                  <a:lnTo>
                    <a:pt x="67" y="220"/>
                  </a:lnTo>
                  <a:lnTo>
                    <a:pt x="67" y="218"/>
                  </a:lnTo>
                  <a:lnTo>
                    <a:pt x="64" y="218"/>
                  </a:lnTo>
                  <a:lnTo>
                    <a:pt x="64" y="218"/>
                  </a:lnTo>
                  <a:lnTo>
                    <a:pt x="64" y="215"/>
                  </a:lnTo>
                  <a:lnTo>
                    <a:pt x="62" y="215"/>
                  </a:lnTo>
                  <a:lnTo>
                    <a:pt x="62" y="215"/>
                  </a:lnTo>
                  <a:lnTo>
                    <a:pt x="62" y="213"/>
                  </a:lnTo>
                  <a:lnTo>
                    <a:pt x="62" y="213"/>
                  </a:lnTo>
                  <a:lnTo>
                    <a:pt x="62" y="213"/>
                  </a:lnTo>
                  <a:lnTo>
                    <a:pt x="67" y="211"/>
                  </a:lnTo>
                  <a:lnTo>
                    <a:pt x="67" y="208"/>
                  </a:lnTo>
                  <a:lnTo>
                    <a:pt x="67" y="206"/>
                  </a:lnTo>
                  <a:lnTo>
                    <a:pt x="67" y="201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9" y="192"/>
                  </a:lnTo>
                  <a:lnTo>
                    <a:pt x="71" y="187"/>
                  </a:lnTo>
                  <a:lnTo>
                    <a:pt x="71" y="187"/>
                  </a:lnTo>
                  <a:lnTo>
                    <a:pt x="74" y="187"/>
                  </a:lnTo>
                  <a:lnTo>
                    <a:pt x="76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81" y="185"/>
                  </a:lnTo>
                  <a:lnTo>
                    <a:pt x="81" y="182"/>
                  </a:lnTo>
                  <a:lnTo>
                    <a:pt x="81" y="177"/>
                  </a:lnTo>
                  <a:lnTo>
                    <a:pt x="81" y="175"/>
                  </a:lnTo>
                  <a:lnTo>
                    <a:pt x="88" y="168"/>
                  </a:lnTo>
                  <a:lnTo>
                    <a:pt x="88" y="168"/>
                  </a:lnTo>
                  <a:lnTo>
                    <a:pt x="93" y="166"/>
                  </a:lnTo>
                  <a:lnTo>
                    <a:pt x="95" y="168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100" y="173"/>
                  </a:lnTo>
                  <a:lnTo>
                    <a:pt x="102" y="173"/>
                  </a:lnTo>
                  <a:lnTo>
                    <a:pt x="105" y="168"/>
                  </a:lnTo>
                  <a:lnTo>
                    <a:pt x="107" y="168"/>
                  </a:lnTo>
                  <a:lnTo>
                    <a:pt x="109" y="166"/>
                  </a:lnTo>
                  <a:lnTo>
                    <a:pt x="109" y="166"/>
                  </a:lnTo>
                  <a:lnTo>
                    <a:pt x="112" y="163"/>
                  </a:lnTo>
                  <a:lnTo>
                    <a:pt x="114" y="163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121" y="156"/>
                  </a:lnTo>
                  <a:lnTo>
                    <a:pt x="121" y="154"/>
                  </a:lnTo>
                  <a:lnTo>
                    <a:pt x="123" y="149"/>
                  </a:lnTo>
                  <a:lnTo>
                    <a:pt x="126" y="144"/>
                  </a:lnTo>
                  <a:lnTo>
                    <a:pt x="135" y="135"/>
                  </a:lnTo>
                  <a:lnTo>
                    <a:pt x="140" y="130"/>
                  </a:lnTo>
                  <a:lnTo>
                    <a:pt x="140" y="130"/>
                  </a:lnTo>
                  <a:lnTo>
                    <a:pt x="142" y="125"/>
                  </a:lnTo>
                  <a:lnTo>
                    <a:pt x="142" y="125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42" y="121"/>
                  </a:lnTo>
                  <a:lnTo>
                    <a:pt x="142" y="118"/>
                  </a:lnTo>
                  <a:lnTo>
                    <a:pt x="142" y="116"/>
                  </a:lnTo>
                  <a:lnTo>
                    <a:pt x="140" y="116"/>
                  </a:lnTo>
                  <a:lnTo>
                    <a:pt x="140" y="114"/>
                  </a:lnTo>
                  <a:lnTo>
                    <a:pt x="138" y="114"/>
                  </a:lnTo>
                  <a:lnTo>
                    <a:pt x="138" y="111"/>
                  </a:lnTo>
                  <a:lnTo>
                    <a:pt x="140" y="111"/>
                  </a:lnTo>
                  <a:lnTo>
                    <a:pt x="140" y="109"/>
                  </a:lnTo>
                  <a:lnTo>
                    <a:pt x="140" y="106"/>
                  </a:lnTo>
                  <a:lnTo>
                    <a:pt x="140" y="104"/>
                  </a:lnTo>
                  <a:lnTo>
                    <a:pt x="142" y="104"/>
                  </a:lnTo>
                  <a:lnTo>
                    <a:pt x="142" y="102"/>
                  </a:lnTo>
                  <a:lnTo>
                    <a:pt x="142" y="99"/>
                  </a:lnTo>
                  <a:lnTo>
                    <a:pt x="142" y="99"/>
                  </a:lnTo>
                  <a:lnTo>
                    <a:pt x="142" y="97"/>
                  </a:lnTo>
                  <a:lnTo>
                    <a:pt x="142" y="97"/>
                  </a:lnTo>
                  <a:lnTo>
                    <a:pt x="142" y="95"/>
                  </a:lnTo>
                  <a:lnTo>
                    <a:pt x="142" y="92"/>
                  </a:lnTo>
                  <a:lnTo>
                    <a:pt x="142" y="92"/>
                  </a:lnTo>
                  <a:lnTo>
                    <a:pt x="145" y="95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87"/>
                  </a:lnTo>
                  <a:lnTo>
                    <a:pt x="145" y="85"/>
                  </a:lnTo>
                  <a:lnTo>
                    <a:pt x="145" y="83"/>
                  </a:lnTo>
                  <a:lnTo>
                    <a:pt x="145" y="80"/>
                  </a:lnTo>
                  <a:lnTo>
                    <a:pt x="145" y="76"/>
                  </a:lnTo>
                  <a:lnTo>
                    <a:pt x="145" y="73"/>
                  </a:lnTo>
                  <a:lnTo>
                    <a:pt x="145" y="71"/>
                  </a:lnTo>
                  <a:lnTo>
                    <a:pt x="147" y="66"/>
                  </a:lnTo>
                  <a:lnTo>
                    <a:pt x="147" y="64"/>
                  </a:lnTo>
                  <a:lnTo>
                    <a:pt x="147" y="59"/>
                  </a:lnTo>
                  <a:lnTo>
                    <a:pt x="147" y="57"/>
                  </a:lnTo>
                  <a:lnTo>
                    <a:pt x="147" y="50"/>
                  </a:lnTo>
                  <a:lnTo>
                    <a:pt x="149" y="50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0"/>
                  </a:lnTo>
                  <a:lnTo>
                    <a:pt x="149" y="38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3"/>
                  </a:lnTo>
                  <a:lnTo>
                    <a:pt x="149" y="33"/>
                  </a:lnTo>
                  <a:lnTo>
                    <a:pt x="147" y="33"/>
                  </a:lnTo>
                  <a:lnTo>
                    <a:pt x="147" y="31"/>
                  </a:lnTo>
                  <a:lnTo>
                    <a:pt x="149" y="26"/>
                  </a:lnTo>
                  <a:lnTo>
                    <a:pt x="149" y="24"/>
                  </a:lnTo>
                  <a:lnTo>
                    <a:pt x="147" y="21"/>
                  </a:lnTo>
                  <a:lnTo>
                    <a:pt x="147" y="19"/>
                  </a:lnTo>
                  <a:lnTo>
                    <a:pt x="145" y="16"/>
                  </a:lnTo>
                  <a:lnTo>
                    <a:pt x="140" y="12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52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4" y="12"/>
                  </a:lnTo>
                  <a:lnTo>
                    <a:pt x="157" y="21"/>
                  </a:lnTo>
                  <a:lnTo>
                    <a:pt x="159" y="31"/>
                  </a:lnTo>
                  <a:lnTo>
                    <a:pt x="159" y="40"/>
                  </a:lnTo>
                  <a:lnTo>
                    <a:pt x="161" y="50"/>
                  </a:lnTo>
                  <a:lnTo>
                    <a:pt x="164" y="59"/>
                  </a:lnTo>
                  <a:lnTo>
                    <a:pt x="166" y="69"/>
                  </a:lnTo>
                  <a:lnTo>
                    <a:pt x="166" y="80"/>
                  </a:lnTo>
                  <a:lnTo>
                    <a:pt x="168" y="87"/>
                  </a:lnTo>
                  <a:lnTo>
                    <a:pt x="171" y="97"/>
                  </a:lnTo>
                  <a:lnTo>
                    <a:pt x="171" y="104"/>
                  </a:lnTo>
                  <a:lnTo>
                    <a:pt x="173" y="114"/>
                  </a:lnTo>
                  <a:lnTo>
                    <a:pt x="185" y="111"/>
                  </a:lnTo>
                  <a:lnTo>
                    <a:pt x="197" y="109"/>
                  </a:lnTo>
                  <a:lnTo>
                    <a:pt x="211" y="106"/>
                  </a:lnTo>
                  <a:lnTo>
                    <a:pt x="223" y="104"/>
                  </a:lnTo>
                  <a:lnTo>
                    <a:pt x="235" y="102"/>
                  </a:lnTo>
                  <a:lnTo>
                    <a:pt x="246" y="99"/>
                  </a:lnTo>
                  <a:lnTo>
                    <a:pt x="261" y="97"/>
                  </a:lnTo>
                  <a:lnTo>
                    <a:pt x="272" y="95"/>
                  </a:lnTo>
                  <a:lnTo>
                    <a:pt x="272" y="9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26" name="Freeform 7">
              <a:extLst>
                <a:ext uri="{FF2B5EF4-FFF2-40B4-BE49-F238E27FC236}">
                  <a16:creationId xmlns:a16="http://schemas.microsoft.com/office/drawing/2014/main" id="{2928F21F-2963-4EAF-9FAB-764A9F3CC8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8767" y="2039334"/>
              <a:ext cx="517348" cy="520181"/>
            </a:xfrm>
            <a:custGeom>
              <a:avLst/>
              <a:gdLst>
                <a:gd name="T0" fmla="*/ 194 w 548"/>
                <a:gd name="T1" fmla="*/ 26 h 551"/>
                <a:gd name="T2" fmla="*/ 198 w 548"/>
                <a:gd name="T3" fmla="*/ 14 h 551"/>
                <a:gd name="T4" fmla="*/ 161 w 548"/>
                <a:gd name="T5" fmla="*/ 19 h 551"/>
                <a:gd name="T6" fmla="*/ 482 w 548"/>
                <a:gd name="T7" fmla="*/ 246 h 551"/>
                <a:gd name="T8" fmla="*/ 456 w 548"/>
                <a:gd name="T9" fmla="*/ 281 h 551"/>
                <a:gd name="T10" fmla="*/ 456 w 548"/>
                <a:gd name="T11" fmla="*/ 260 h 551"/>
                <a:gd name="T12" fmla="*/ 480 w 548"/>
                <a:gd name="T13" fmla="*/ 227 h 551"/>
                <a:gd name="T14" fmla="*/ 473 w 548"/>
                <a:gd name="T15" fmla="*/ 203 h 551"/>
                <a:gd name="T16" fmla="*/ 473 w 548"/>
                <a:gd name="T17" fmla="*/ 177 h 551"/>
                <a:gd name="T18" fmla="*/ 456 w 548"/>
                <a:gd name="T19" fmla="*/ 182 h 551"/>
                <a:gd name="T20" fmla="*/ 461 w 548"/>
                <a:gd name="T21" fmla="*/ 165 h 551"/>
                <a:gd name="T22" fmla="*/ 459 w 548"/>
                <a:gd name="T23" fmla="*/ 146 h 551"/>
                <a:gd name="T24" fmla="*/ 449 w 548"/>
                <a:gd name="T25" fmla="*/ 137 h 551"/>
                <a:gd name="T26" fmla="*/ 435 w 548"/>
                <a:gd name="T27" fmla="*/ 135 h 551"/>
                <a:gd name="T28" fmla="*/ 428 w 548"/>
                <a:gd name="T29" fmla="*/ 118 h 551"/>
                <a:gd name="T30" fmla="*/ 409 w 548"/>
                <a:gd name="T31" fmla="*/ 113 h 551"/>
                <a:gd name="T32" fmla="*/ 392 w 548"/>
                <a:gd name="T33" fmla="*/ 111 h 551"/>
                <a:gd name="T34" fmla="*/ 376 w 548"/>
                <a:gd name="T35" fmla="*/ 111 h 551"/>
                <a:gd name="T36" fmla="*/ 359 w 548"/>
                <a:gd name="T37" fmla="*/ 111 h 551"/>
                <a:gd name="T38" fmla="*/ 281 w 548"/>
                <a:gd name="T39" fmla="*/ 92 h 551"/>
                <a:gd name="T40" fmla="*/ 234 w 548"/>
                <a:gd name="T41" fmla="*/ 68 h 551"/>
                <a:gd name="T42" fmla="*/ 220 w 548"/>
                <a:gd name="T43" fmla="*/ 64 h 551"/>
                <a:gd name="T44" fmla="*/ 182 w 548"/>
                <a:gd name="T45" fmla="*/ 47 h 551"/>
                <a:gd name="T46" fmla="*/ 168 w 548"/>
                <a:gd name="T47" fmla="*/ 56 h 551"/>
                <a:gd name="T48" fmla="*/ 179 w 548"/>
                <a:gd name="T49" fmla="*/ 23 h 551"/>
                <a:gd name="T50" fmla="*/ 168 w 548"/>
                <a:gd name="T51" fmla="*/ 19 h 551"/>
                <a:gd name="T52" fmla="*/ 153 w 548"/>
                <a:gd name="T53" fmla="*/ 26 h 551"/>
                <a:gd name="T54" fmla="*/ 142 w 548"/>
                <a:gd name="T55" fmla="*/ 33 h 551"/>
                <a:gd name="T56" fmla="*/ 66 w 548"/>
                <a:gd name="T57" fmla="*/ 54 h 551"/>
                <a:gd name="T58" fmla="*/ 54 w 548"/>
                <a:gd name="T59" fmla="*/ 59 h 551"/>
                <a:gd name="T60" fmla="*/ 47 w 548"/>
                <a:gd name="T61" fmla="*/ 90 h 551"/>
                <a:gd name="T62" fmla="*/ 40 w 548"/>
                <a:gd name="T63" fmla="*/ 139 h 551"/>
                <a:gd name="T64" fmla="*/ 19 w 548"/>
                <a:gd name="T65" fmla="*/ 153 h 551"/>
                <a:gd name="T66" fmla="*/ 14 w 548"/>
                <a:gd name="T67" fmla="*/ 198 h 551"/>
                <a:gd name="T68" fmla="*/ 14 w 548"/>
                <a:gd name="T69" fmla="*/ 234 h 551"/>
                <a:gd name="T70" fmla="*/ 19 w 548"/>
                <a:gd name="T71" fmla="*/ 274 h 551"/>
                <a:gd name="T72" fmla="*/ 52 w 548"/>
                <a:gd name="T73" fmla="*/ 312 h 551"/>
                <a:gd name="T74" fmla="*/ 125 w 548"/>
                <a:gd name="T75" fmla="*/ 371 h 551"/>
                <a:gd name="T76" fmla="*/ 153 w 548"/>
                <a:gd name="T77" fmla="*/ 383 h 551"/>
                <a:gd name="T78" fmla="*/ 168 w 548"/>
                <a:gd name="T79" fmla="*/ 404 h 551"/>
                <a:gd name="T80" fmla="*/ 170 w 548"/>
                <a:gd name="T81" fmla="*/ 438 h 551"/>
                <a:gd name="T82" fmla="*/ 179 w 548"/>
                <a:gd name="T83" fmla="*/ 478 h 551"/>
                <a:gd name="T84" fmla="*/ 196 w 548"/>
                <a:gd name="T85" fmla="*/ 530 h 551"/>
                <a:gd name="T86" fmla="*/ 236 w 548"/>
                <a:gd name="T87" fmla="*/ 551 h 551"/>
                <a:gd name="T88" fmla="*/ 286 w 548"/>
                <a:gd name="T89" fmla="*/ 549 h 551"/>
                <a:gd name="T90" fmla="*/ 499 w 548"/>
                <a:gd name="T91" fmla="*/ 518 h 551"/>
                <a:gd name="T92" fmla="*/ 492 w 548"/>
                <a:gd name="T93" fmla="*/ 473 h 551"/>
                <a:gd name="T94" fmla="*/ 485 w 548"/>
                <a:gd name="T95" fmla="*/ 442 h 551"/>
                <a:gd name="T96" fmla="*/ 494 w 548"/>
                <a:gd name="T97" fmla="*/ 378 h 551"/>
                <a:gd name="T98" fmla="*/ 492 w 548"/>
                <a:gd name="T99" fmla="*/ 343 h 551"/>
                <a:gd name="T100" fmla="*/ 501 w 548"/>
                <a:gd name="T101" fmla="*/ 298 h 551"/>
                <a:gd name="T102" fmla="*/ 182 w 548"/>
                <a:gd name="T103" fmla="*/ 21 h 551"/>
                <a:gd name="T104" fmla="*/ 210 w 548"/>
                <a:gd name="T105" fmla="*/ 2 h 551"/>
                <a:gd name="T106" fmla="*/ 546 w 548"/>
                <a:gd name="T107" fmla="*/ 165 h 551"/>
                <a:gd name="T108" fmla="*/ 548 w 548"/>
                <a:gd name="T109" fmla="*/ 175 h 551"/>
                <a:gd name="T110" fmla="*/ 530 w 548"/>
                <a:gd name="T111" fmla="*/ 184 h 551"/>
                <a:gd name="T112" fmla="*/ 515 w 548"/>
                <a:gd name="T113" fmla="*/ 201 h 551"/>
                <a:gd name="T114" fmla="*/ 508 w 548"/>
                <a:gd name="T115" fmla="*/ 239 h 551"/>
                <a:gd name="T116" fmla="*/ 530 w 548"/>
                <a:gd name="T117" fmla="*/ 210 h 551"/>
                <a:gd name="T118" fmla="*/ 532 w 548"/>
                <a:gd name="T119" fmla="*/ 198 h 551"/>
                <a:gd name="T120" fmla="*/ 539 w 548"/>
                <a:gd name="T121" fmla="*/ 187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8" h="551">
                  <a:moveTo>
                    <a:pt x="177" y="38"/>
                  </a:moveTo>
                  <a:lnTo>
                    <a:pt x="179" y="40"/>
                  </a:lnTo>
                  <a:lnTo>
                    <a:pt x="179" y="42"/>
                  </a:lnTo>
                  <a:lnTo>
                    <a:pt x="184" y="38"/>
                  </a:lnTo>
                  <a:lnTo>
                    <a:pt x="189" y="38"/>
                  </a:lnTo>
                  <a:lnTo>
                    <a:pt x="189" y="35"/>
                  </a:lnTo>
                  <a:lnTo>
                    <a:pt x="189" y="35"/>
                  </a:lnTo>
                  <a:lnTo>
                    <a:pt x="189" y="33"/>
                  </a:lnTo>
                  <a:lnTo>
                    <a:pt x="191" y="30"/>
                  </a:lnTo>
                  <a:lnTo>
                    <a:pt x="194" y="30"/>
                  </a:lnTo>
                  <a:lnTo>
                    <a:pt x="196" y="30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4" y="26"/>
                  </a:lnTo>
                  <a:lnTo>
                    <a:pt x="194" y="26"/>
                  </a:lnTo>
                  <a:lnTo>
                    <a:pt x="189" y="28"/>
                  </a:lnTo>
                  <a:lnTo>
                    <a:pt x="187" y="30"/>
                  </a:lnTo>
                  <a:lnTo>
                    <a:pt x="187" y="33"/>
                  </a:lnTo>
                  <a:lnTo>
                    <a:pt x="179" y="35"/>
                  </a:lnTo>
                  <a:lnTo>
                    <a:pt x="177" y="38"/>
                  </a:lnTo>
                  <a:close/>
                  <a:moveTo>
                    <a:pt x="194" y="21"/>
                  </a:move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8" y="16"/>
                  </a:lnTo>
                  <a:lnTo>
                    <a:pt x="201" y="16"/>
                  </a:lnTo>
                  <a:lnTo>
                    <a:pt x="201" y="14"/>
                  </a:lnTo>
                  <a:lnTo>
                    <a:pt x="198" y="14"/>
                  </a:lnTo>
                  <a:lnTo>
                    <a:pt x="196" y="16"/>
                  </a:lnTo>
                  <a:lnTo>
                    <a:pt x="191" y="16"/>
                  </a:lnTo>
                  <a:lnTo>
                    <a:pt x="189" y="19"/>
                  </a:lnTo>
                  <a:lnTo>
                    <a:pt x="189" y="21"/>
                  </a:lnTo>
                  <a:lnTo>
                    <a:pt x="189" y="21"/>
                  </a:lnTo>
                  <a:lnTo>
                    <a:pt x="194" y="21"/>
                  </a:lnTo>
                  <a:close/>
                  <a:moveTo>
                    <a:pt x="161" y="19"/>
                  </a:moveTo>
                  <a:lnTo>
                    <a:pt x="163" y="16"/>
                  </a:lnTo>
                  <a:lnTo>
                    <a:pt x="163" y="16"/>
                  </a:lnTo>
                  <a:lnTo>
                    <a:pt x="165" y="14"/>
                  </a:lnTo>
                  <a:lnTo>
                    <a:pt x="163" y="11"/>
                  </a:lnTo>
                  <a:lnTo>
                    <a:pt x="163" y="14"/>
                  </a:lnTo>
                  <a:lnTo>
                    <a:pt x="161" y="16"/>
                  </a:lnTo>
                  <a:lnTo>
                    <a:pt x="161" y="16"/>
                  </a:lnTo>
                  <a:lnTo>
                    <a:pt x="161" y="19"/>
                  </a:lnTo>
                  <a:close/>
                  <a:moveTo>
                    <a:pt x="513" y="243"/>
                  </a:moveTo>
                  <a:lnTo>
                    <a:pt x="511" y="243"/>
                  </a:lnTo>
                  <a:lnTo>
                    <a:pt x="508" y="241"/>
                  </a:lnTo>
                  <a:lnTo>
                    <a:pt x="504" y="236"/>
                  </a:lnTo>
                  <a:lnTo>
                    <a:pt x="501" y="236"/>
                  </a:lnTo>
                  <a:lnTo>
                    <a:pt x="499" y="236"/>
                  </a:lnTo>
                  <a:lnTo>
                    <a:pt x="499" y="239"/>
                  </a:lnTo>
                  <a:lnTo>
                    <a:pt x="496" y="239"/>
                  </a:lnTo>
                  <a:lnTo>
                    <a:pt x="492" y="241"/>
                  </a:lnTo>
                  <a:lnTo>
                    <a:pt x="492" y="243"/>
                  </a:lnTo>
                  <a:lnTo>
                    <a:pt x="492" y="241"/>
                  </a:lnTo>
                  <a:lnTo>
                    <a:pt x="489" y="241"/>
                  </a:lnTo>
                  <a:lnTo>
                    <a:pt x="487" y="243"/>
                  </a:lnTo>
                  <a:lnTo>
                    <a:pt x="485" y="243"/>
                  </a:lnTo>
                  <a:lnTo>
                    <a:pt x="482" y="246"/>
                  </a:lnTo>
                  <a:lnTo>
                    <a:pt x="480" y="253"/>
                  </a:lnTo>
                  <a:lnTo>
                    <a:pt x="477" y="258"/>
                  </a:lnTo>
                  <a:lnTo>
                    <a:pt x="480" y="260"/>
                  </a:lnTo>
                  <a:lnTo>
                    <a:pt x="477" y="262"/>
                  </a:lnTo>
                  <a:lnTo>
                    <a:pt x="477" y="265"/>
                  </a:lnTo>
                  <a:lnTo>
                    <a:pt x="477" y="265"/>
                  </a:lnTo>
                  <a:lnTo>
                    <a:pt x="475" y="267"/>
                  </a:lnTo>
                  <a:lnTo>
                    <a:pt x="470" y="269"/>
                  </a:lnTo>
                  <a:lnTo>
                    <a:pt x="466" y="274"/>
                  </a:lnTo>
                  <a:lnTo>
                    <a:pt x="463" y="274"/>
                  </a:lnTo>
                  <a:lnTo>
                    <a:pt x="463" y="277"/>
                  </a:lnTo>
                  <a:lnTo>
                    <a:pt x="463" y="281"/>
                  </a:lnTo>
                  <a:lnTo>
                    <a:pt x="461" y="281"/>
                  </a:lnTo>
                  <a:lnTo>
                    <a:pt x="459" y="281"/>
                  </a:lnTo>
                  <a:lnTo>
                    <a:pt x="456" y="281"/>
                  </a:lnTo>
                  <a:lnTo>
                    <a:pt x="454" y="281"/>
                  </a:lnTo>
                  <a:lnTo>
                    <a:pt x="454" y="279"/>
                  </a:lnTo>
                  <a:lnTo>
                    <a:pt x="451" y="279"/>
                  </a:lnTo>
                  <a:lnTo>
                    <a:pt x="451" y="277"/>
                  </a:lnTo>
                  <a:lnTo>
                    <a:pt x="454" y="274"/>
                  </a:lnTo>
                  <a:lnTo>
                    <a:pt x="454" y="272"/>
                  </a:lnTo>
                  <a:lnTo>
                    <a:pt x="454" y="269"/>
                  </a:lnTo>
                  <a:lnTo>
                    <a:pt x="454" y="269"/>
                  </a:lnTo>
                  <a:lnTo>
                    <a:pt x="454" y="267"/>
                  </a:lnTo>
                  <a:lnTo>
                    <a:pt x="456" y="267"/>
                  </a:lnTo>
                  <a:lnTo>
                    <a:pt x="456" y="267"/>
                  </a:lnTo>
                  <a:lnTo>
                    <a:pt x="454" y="265"/>
                  </a:lnTo>
                  <a:lnTo>
                    <a:pt x="454" y="265"/>
                  </a:lnTo>
                  <a:lnTo>
                    <a:pt x="454" y="260"/>
                  </a:lnTo>
                  <a:lnTo>
                    <a:pt x="456" y="260"/>
                  </a:lnTo>
                  <a:lnTo>
                    <a:pt x="456" y="258"/>
                  </a:lnTo>
                  <a:lnTo>
                    <a:pt x="459" y="255"/>
                  </a:lnTo>
                  <a:lnTo>
                    <a:pt x="459" y="255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9" y="251"/>
                  </a:lnTo>
                  <a:lnTo>
                    <a:pt x="461" y="251"/>
                  </a:lnTo>
                  <a:lnTo>
                    <a:pt x="461" y="248"/>
                  </a:lnTo>
                  <a:lnTo>
                    <a:pt x="466" y="241"/>
                  </a:lnTo>
                  <a:lnTo>
                    <a:pt x="466" y="239"/>
                  </a:lnTo>
                  <a:lnTo>
                    <a:pt x="466" y="236"/>
                  </a:lnTo>
                  <a:lnTo>
                    <a:pt x="466" y="232"/>
                  </a:lnTo>
                  <a:lnTo>
                    <a:pt x="470" y="229"/>
                  </a:lnTo>
                  <a:lnTo>
                    <a:pt x="477" y="227"/>
                  </a:lnTo>
                  <a:lnTo>
                    <a:pt x="480" y="227"/>
                  </a:lnTo>
                  <a:lnTo>
                    <a:pt x="482" y="225"/>
                  </a:lnTo>
                  <a:lnTo>
                    <a:pt x="482" y="222"/>
                  </a:lnTo>
                  <a:lnTo>
                    <a:pt x="482" y="220"/>
                  </a:lnTo>
                  <a:lnTo>
                    <a:pt x="482" y="217"/>
                  </a:lnTo>
                  <a:lnTo>
                    <a:pt x="482" y="217"/>
                  </a:lnTo>
                  <a:lnTo>
                    <a:pt x="482" y="215"/>
                  </a:lnTo>
                  <a:lnTo>
                    <a:pt x="485" y="213"/>
                  </a:lnTo>
                  <a:lnTo>
                    <a:pt x="485" y="210"/>
                  </a:lnTo>
                  <a:lnTo>
                    <a:pt x="480" y="210"/>
                  </a:lnTo>
                  <a:lnTo>
                    <a:pt x="477" y="208"/>
                  </a:lnTo>
                  <a:lnTo>
                    <a:pt x="477" y="208"/>
                  </a:lnTo>
                  <a:lnTo>
                    <a:pt x="477" y="208"/>
                  </a:lnTo>
                  <a:lnTo>
                    <a:pt x="475" y="206"/>
                  </a:lnTo>
                  <a:lnTo>
                    <a:pt x="475" y="203"/>
                  </a:lnTo>
                  <a:lnTo>
                    <a:pt x="473" y="203"/>
                  </a:lnTo>
                  <a:lnTo>
                    <a:pt x="473" y="201"/>
                  </a:lnTo>
                  <a:lnTo>
                    <a:pt x="470" y="201"/>
                  </a:lnTo>
                  <a:lnTo>
                    <a:pt x="470" y="196"/>
                  </a:lnTo>
                  <a:lnTo>
                    <a:pt x="473" y="196"/>
                  </a:lnTo>
                  <a:lnTo>
                    <a:pt x="473" y="191"/>
                  </a:lnTo>
                  <a:lnTo>
                    <a:pt x="475" y="184"/>
                  </a:lnTo>
                  <a:lnTo>
                    <a:pt x="475" y="184"/>
                  </a:lnTo>
                  <a:lnTo>
                    <a:pt x="477" y="182"/>
                  </a:lnTo>
                  <a:lnTo>
                    <a:pt x="477" y="182"/>
                  </a:lnTo>
                  <a:lnTo>
                    <a:pt x="477" y="182"/>
                  </a:lnTo>
                  <a:lnTo>
                    <a:pt x="477" y="180"/>
                  </a:lnTo>
                  <a:lnTo>
                    <a:pt x="475" y="180"/>
                  </a:lnTo>
                  <a:lnTo>
                    <a:pt x="475" y="180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66" y="182"/>
                  </a:lnTo>
                  <a:lnTo>
                    <a:pt x="466" y="182"/>
                  </a:lnTo>
                  <a:lnTo>
                    <a:pt x="466" y="182"/>
                  </a:lnTo>
                  <a:lnTo>
                    <a:pt x="463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0"/>
                  </a:lnTo>
                  <a:lnTo>
                    <a:pt x="456" y="177"/>
                  </a:lnTo>
                  <a:lnTo>
                    <a:pt x="456" y="177"/>
                  </a:lnTo>
                  <a:lnTo>
                    <a:pt x="456" y="175"/>
                  </a:lnTo>
                  <a:lnTo>
                    <a:pt x="456" y="175"/>
                  </a:lnTo>
                  <a:lnTo>
                    <a:pt x="456" y="172"/>
                  </a:lnTo>
                  <a:lnTo>
                    <a:pt x="456" y="172"/>
                  </a:lnTo>
                  <a:lnTo>
                    <a:pt x="456" y="172"/>
                  </a:lnTo>
                  <a:lnTo>
                    <a:pt x="459" y="170"/>
                  </a:lnTo>
                  <a:lnTo>
                    <a:pt x="461" y="170"/>
                  </a:lnTo>
                  <a:lnTo>
                    <a:pt x="461" y="168"/>
                  </a:lnTo>
                  <a:lnTo>
                    <a:pt x="461" y="168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1"/>
                  </a:lnTo>
                  <a:lnTo>
                    <a:pt x="459" y="158"/>
                  </a:lnTo>
                  <a:lnTo>
                    <a:pt x="459" y="158"/>
                  </a:lnTo>
                  <a:lnTo>
                    <a:pt x="459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3"/>
                  </a:lnTo>
                  <a:lnTo>
                    <a:pt x="461" y="153"/>
                  </a:lnTo>
                  <a:lnTo>
                    <a:pt x="461" y="151"/>
                  </a:lnTo>
                  <a:lnTo>
                    <a:pt x="461" y="151"/>
                  </a:lnTo>
                  <a:lnTo>
                    <a:pt x="459" y="149"/>
                  </a:lnTo>
                  <a:lnTo>
                    <a:pt x="459" y="146"/>
                  </a:lnTo>
                  <a:lnTo>
                    <a:pt x="459" y="146"/>
                  </a:lnTo>
                  <a:lnTo>
                    <a:pt x="459" y="146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2"/>
                  </a:lnTo>
                  <a:lnTo>
                    <a:pt x="456" y="142"/>
                  </a:lnTo>
                  <a:lnTo>
                    <a:pt x="456" y="139"/>
                  </a:lnTo>
                  <a:lnTo>
                    <a:pt x="454" y="139"/>
                  </a:lnTo>
                  <a:lnTo>
                    <a:pt x="451" y="139"/>
                  </a:lnTo>
                  <a:lnTo>
                    <a:pt x="451" y="137"/>
                  </a:lnTo>
                  <a:lnTo>
                    <a:pt x="451" y="137"/>
                  </a:lnTo>
                  <a:lnTo>
                    <a:pt x="449" y="137"/>
                  </a:lnTo>
                  <a:lnTo>
                    <a:pt x="449" y="137"/>
                  </a:lnTo>
                  <a:lnTo>
                    <a:pt x="449" y="135"/>
                  </a:lnTo>
                  <a:lnTo>
                    <a:pt x="449" y="135"/>
                  </a:lnTo>
                  <a:lnTo>
                    <a:pt x="444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37" y="135"/>
                  </a:lnTo>
                  <a:lnTo>
                    <a:pt x="435" y="135"/>
                  </a:lnTo>
                  <a:lnTo>
                    <a:pt x="435" y="135"/>
                  </a:lnTo>
                  <a:lnTo>
                    <a:pt x="433" y="135"/>
                  </a:lnTo>
                  <a:lnTo>
                    <a:pt x="433" y="132"/>
                  </a:lnTo>
                  <a:lnTo>
                    <a:pt x="430" y="132"/>
                  </a:lnTo>
                  <a:lnTo>
                    <a:pt x="430" y="132"/>
                  </a:lnTo>
                  <a:lnTo>
                    <a:pt x="428" y="132"/>
                  </a:lnTo>
                  <a:lnTo>
                    <a:pt x="428" y="130"/>
                  </a:lnTo>
                  <a:lnTo>
                    <a:pt x="428" y="130"/>
                  </a:lnTo>
                  <a:lnTo>
                    <a:pt x="428" y="130"/>
                  </a:lnTo>
                  <a:lnTo>
                    <a:pt x="428" y="127"/>
                  </a:lnTo>
                  <a:lnTo>
                    <a:pt x="430" y="125"/>
                  </a:lnTo>
                  <a:lnTo>
                    <a:pt x="430" y="125"/>
                  </a:lnTo>
                  <a:lnTo>
                    <a:pt x="430" y="125"/>
                  </a:lnTo>
                  <a:lnTo>
                    <a:pt x="430" y="123"/>
                  </a:lnTo>
                  <a:lnTo>
                    <a:pt x="430" y="123"/>
                  </a:lnTo>
                  <a:lnTo>
                    <a:pt x="428" y="118"/>
                  </a:lnTo>
                  <a:lnTo>
                    <a:pt x="428" y="118"/>
                  </a:lnTo>
                  <a:lnTo>
                    <a:pt x="425" y="116"/>
                  </a:lnTo>
                  <a:lnTo>
                    <a:pt x="425" y="116"/>
                  </a:lnTo>
                  <a:lnTo>
                    <a:pt x="423" y="116"/>
                  </a:lnTo>
                  <a:lnTo>
                    <a:pt x="421" y="116"/>
                  </a:lnTo>
                  <a:lnTo>
                    <a:pt x="421" y="113"/>
                  </a:lnTo>
                  <a:lnTo>
                    <a:pt x="421" y="113"/>
                  </a:lnTo>
                  <a:lnTo>
                    <a:pt x="418" y="116"/>
                  </a:lnTo>
                  <a:lnTo>
                    <a:pt x="418" y="116"/>
                  </a:lnTo>
                  <a:lnTo>
                    <a:pt x="418" y="116"/>
                  </a:lnTo>
                  <a:lnTo>
                    <a:pt x="416" y="116"/>
                  </a:lnTo>
                  <a:lnTo>
                    <a:pt x="414" y="113"/>
                  </a:lnTo>
                  <a:lnTo>
                    <a:pt x="414" y="113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4" y="111"/>
                  </a:lnTo>
                  <a:lnTo>
                    <a:pt x="404" y="111"/>
                  </a:lnTo>
                  <a:lnTo>
                    <a:pt x="404" y="111"/>
                  </a:lnTo>
                  <a:lnTo>
                    <a:pt x="402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7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2" y="111"/>
                  </a:lnTo>
                  <a:lnTo>
                    <a:pt x="392" y="111"/>
                  </a:lnTo>
                  <a:lnTo>
                    <a:pt x="390" y="111"/>
                  </a:lnTo>
                  <a:lnTo>
                    <a:pt x="390" y="109"/>
                  </a:lnTo>
                  <a:lnTo>
                    <a:pt x="388" y="109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381" y="113"/>
                  </a:lnTo>
                  <a:lnTo>
                    <a:pt x="381" y="113"/>
                  </a:lnTo>
                  <a:lnTo>
                    <a:pt x="381" y="113"/>
                  </a:lnTo>
                  <a:lnTo>
                    <a:pt x="376" y="111"/>
                  </a:lnTo>
                  <a:lnTo>
                    <a:pt x="373" y="111"/>
                  </a:lnTo>
                  <a:lnTo>
                    <a:pt x="373" y="111"/>
                  </a:lnTo>
                  <a:lnTo>
                    <a:pt x="371" y="111"/>
                  </a:lnTo>
                  <a:lnTo>
                    <a:pt x="371" y="111"/>
                  </a:lnTo>
                  <a:lnTo>
                    <a:pt x="371" y="111"/>
                  </a:lnTo>
                  <a:lnTo>
                    <a:pt x="369" y="111"/>
                  </a:lnTo>
                  <a:lnTo>
                    <a:pt x="369" y="111"/>
                  </a:lnTo>
                  <a:lnTo>
                    <a:pt x="366" y="111"/>
                  </a:lnTo>
                  <a:lnTo>
                    <a:pt x="366" y="111"/>
                  </a:lnTo>
                  <a:lnTo>
                    <a:pt x="366" y="111"/>
                  </a:lnTo>
                  <a:lnTo>
                    <a:pt x="364" y="111"/>
                  </a:lnTo>
                  <a:lnTo>
                    <a:pt x="364" y="111"/>
                  </a:lnTo>
                  <a:lnTo>
                    <a:pt x="362" y="111"/>
                  </a:lnTo>
                  <a:lnTo>
                    <a:pt x="362" y="111"/>
                  </a:lnTo>
                  <a:lnTo>
                    <a:pt x="359" y="111"/>
                  </a:lnTo>
                  <a:lnTo>
                    <a:pt x="354" y="109"/>
                  </a:lnTo>
                  <a:lnTo>
                    <a:pt x="347" y="106"/>
                  </a:lnTo>
                  <a:lnTo>
                    <a:pt x="343" y="104"/>
                  </a:lnTo>
                  <a:lnTo>
                    <a:pt x="338" y="101"/>
                  </a:lnTo>
                  <a:lnTo>
                    <a:pt x="336" y="101"/>
                  </a:lnTo>
                  <a:lnTo>
                    <a:pt x="331" y="99"/>
                  </a:lnTo>
                  <a:lnTo>
                    <a:pt x="331" y="99"/>
                  </a:lnTo>
                  <a:lnTo>
                    <a:pt x="328" y="99"/>
                  </a:lnTo>
                  <a:lnTo>
                    <a:pt x="324" y="99"/>
                  </a:lnTo>
                  <a:lnTo>
                    <a:pt x="319" y="97"/>
                  </a:lnTo>
                  <a:lnTo>
                    <a:pt x="312" y="97"/>
                  </a:lnTo>
                  <a:lnTo>
                    <a:pt x="305" y="97"/>
                  </a:lnTo>
                  <a:lnTo>
                    <a:pt x="298" y="94"/>
                  </a:lnTo>
                  <a:lnTo>
                    <a:pt x="288" y="94"/>
                  </a:lnTo>
                  <a:lnTo>
                    <a:pt x="281" y="92"/>
                  </a:lnTo>
                  <a:lnTo>
                    <a:pt x="274" y="90"/>
                  </a:lnTo>
                  <a:lnTo>
                    <a:pt x="265" y="90"/>
                  </a:lnTo>
                  <a:lnTo>
                    <a:pt x="260" y="87"/>
                  </a:lnTo>
                  <a:lnTo>
                    <a:pt x="253" y="87"/>
                  </a:lnTo>
                  <a:lnTo>
                    <a:pt x="250" y="87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43" y="85"/>
                  </a:lnTo>
                  <a:lnTo>
                    <a:pt x="243" y="85"/>
                  </a:lnTo>
                  <a:lnTo>
                    <a:pt x="243" y="85"/>
                  </a:lnTo>
                  <a:lnTo>
                    <a:pt x="241" y="82"/>
                  </a:lnTo>
                  <a:lnTo>
                    <a:pt x="239" y="80"/>
                  </a:lnTo>
                  <a:lnTo>
                    <a:pt x="236" y="75"/>
                  </a:lnTo>
                  <a:lnTo>
                    <a:pt x="236" y="71"/>
                  </a:lnTo>
                  <a:lnTo>
                    <a:pt x="234" y="68"/>
                  </a:lnTo>
                  <a:lnTo>
                    <a:pt x="234" y="68"/>
                  </a:lnTo>
                  <a:lnTo>
                    <a:pt x="231" y="66"/>
                  </a:lnTo>
                  <a:lnTo>
                    <a:pt x="231" y="66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27" y="66"/>
                  </a:lnTo>
                  <a:lnTo>
                    <a:pt x="227" y="66"/>
                  </a:lnTo>
                  <a:lnTo>
                    <a:pt x="227" y="64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222" y="64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4"/>
                  </a:lnTo>
                  <a:lnTo>
                    <a:pt x="217" y="64"/>
                  </a:lnTo>
                  <a:lnTo>
                    <a:pt x="217" y="64"/>
                  </a:lnTo>
                  <a:lnTo>
                    <a:pt x="217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3" y="61"/>
                  </a:lnTo>
                  <a:lnTo>
                    <a:pt x="210" y="61"/>
                  </a:lnTo>
                  <a:lnTo>
                    <a:pt x="208" y="59"/>
                  </a:lnTo>
                  <a:lnTo>
                    <a:pt x="201" y="56"/>
                  </a:lnTo>
                  <a:lnTo>
                    <a:pt x="191" y="54"/>
                  </a:lnTo>
                  <a:lnTo>
                    <a:pt x="184" y="49"/>
                  </a:lnTo>
                  <a:lnTo>
                    <a:pt x="182" y="47"/>
                  </a:lnTo>
                  <a:lnTo>
                    <a:pt x="184" y="47"/>
                  </a:lnTo>
                  <a:lnTo>
                    <a:pt x="184" y="49"/>
                  </a:lnTo>
                  <a:lnTo>
                    <a:pt x="184" y="49"/>
                  </a:lnTo>
                  <a:lnTo>
                    <a:pt x="184" y="49"/>
                  </a:lnTo>
                  <a:lnTo>
                    <a:pt x="182" y="49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4" y="52"/>
                  </a:lnTo>
                  <a:lnTo>
                    <a:pt x="184" y="54"/>
                  </a:lnTo>
                  <a:lnTo>
                    <a:pt x="182" y="56"/>
                  </a:lnTo>
                  <a:lnTo>
                    <a:pt x="170" y="61"/>
                  </a:lnTo>
                  <a:lnTo>
                    <a:pt x="168" y="61"/>
                  </a:lnTo>
                  <a:lnTo>
                    <a:pt x="165" y="61"/>
                  </a:lnTo>
                  <a:lnTo>
                    <a:pt x="168" y="59"/>
                  </a:lnTo>
                  <a:lnTo>
                    <a:pt x="168" y="56"/>
                  </a:lnTo>
                  <a:lnTo>
                    <a:pt x="172" y="49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72" y="45"/>
                  </a:lnTo>
                  <a:lnTo>
                    <a:pt x="172" y="45"/>
                  </a:lnTo>
                  <a:lnTo>
                    <a:pt x="172" y="42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5" y="35"/>
                  </a:lnTo>
                  <a:lnTo>
                    <a:pt x="175" y="35"/>
                  </a:lnTo>
                  <a:lnTo>
                    <a:pt x="177" y="28"/>
                  </a:lnTo>
                  <a:lnTo>
                    <a:pt x="179" y="28"/>
                  </a:lnTo>
                  <a:lnTo>
                    <a:pt x="179" y="26"/>
                  </a:lnTo>
                  <a:lnTo>
                    <a:pt x="177" y="26"/>
                  </a:lnTo>
                  <a:lnTo>
                    <a:pt x="179" y="23"/>
                  </a:lnTo>
                  <a:lnTo>
                    <a:pt x="179" y="23"/>
                  </a:lnTo>
                  <a:lnTo>
                    <a:pt x="179" y="23"/>
                  </a:lnTo>
                  <a:lnTo>
                    <a:pt x="177" y="21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2" y="19"/>
                  </a:lnTo>
                  <a:lnTo>
                    <a:pt x="172" y="19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70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3" y="21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1" y="28"/>
                  </a:lnTo>
                  <a:lnTo>
                    <a:pt x="151" y="28"/>
                  </a:lnTo>
                  <a:lnTo>
                    <a:pt x="151" y="28"/>
                  </a:lnTo>
                  <a:lnTo>
                    <a:pt x="149" y="30"/>
                  </a:lnTo>
                  <a:lnTo>
                    <a:pt x="149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44" y="30"/>
                  </a:lnTo>
                  <a:lnTo>
                    <a:pt x="142" y="33"/>
                  </a:lnTo>
                  <a:lnTo>
                    <a:pt x="142" y="30"/>
                  </a:lnTo>
                  <a:lnTo>
                    <a:pt x="142" y="28"/>
                  </a:lnTo>
                  <a:lnTo>
                    <a:pt x="139" y="30"/>
                  </a:lnTo>
                  <a:lnTo>
                    <a:pt x="135" y="33"/>
                  </a:lnTo>
                  <a:lnTo>
                    <a:pt x="127" y="38"/>
                  </a:lnTo>
                  <a:lnTo>
                    <a:pt x="125" y="42"/>
                  </a:lnTo>
                  <a:lnTo>
                    <a:pt x="123" y="42"/>
                  </a:lnTo>
                  <a:lnTo>
                    <a:pt x="116" y="45"/>
                  </a:lnTo>
                  <a:lnTo>
                    <a:pt x="108" y="47"/>
                  </a:lnTo>
                  <a:lnTo>
                    <a:pt x="90" y="54"/>
                  </a:lnTo>
                  <a:lnTo>
                    <a:pt x="78" y="56"/>
                  </a:lnTo>
                  <a:lnTo>
                    <a:pt x="75" y="56"/>
                  </a:lnTo>
                  <a:lnTo>
                    <a:pt x="68" y="54"/>
                  </a:lnTo>
                  <a:lnTo>
                    <a:pt x="68" y="54"/>
                  </a:lnTo>
                  <a:lnTo>
                    <a:pt x="66" y="54"/>
                  </a:lnTo>
                  <a:lnTo>
                    <a:pt x="64" y="52"/>
                  </a:lnTo>
                  <a:lnTo>
                    <a:pt x="61" y="49"/>
                  </a:lnTo>
                  <a:lnTo>
                    <a:pt x="61" y="49"/>
                  </a:lnTo>
                  <a:lnTo>
                    <a:pt x="61" y="49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9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2" y="61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49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6"/>
                  </a:lnTo>
                  <a:lnTo>
                    <a:pt x="47" y="73"/>
                  </a:lnTo>
                  <a:lnTo>
                    <a:pt x="47" y="80"/>
                  </a:lnTo>
                  <a:lnTo>
                    <a:pt x="47" y="90"/>
                  </a:lnTo>
                  <a:lnTo>
                    <a:pt x="49" y="97"/>
                  </a:lnTo>
                  <a:lnTo>
                    <a:pt x="49" y="104"/>
                  </a:lnTo>
                  <a:lnTo>
                    <a:pt x="49" y="111"/>
                  </a:lnTo>
                  <a:lnTo>
                    <a:pt x="49" y="118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52" y="132"/>
                  </a:lnTo>
                  <a:lnTo>
                    <a:pt x="49" y="132"/>
                  </a:lnTo>
                  <a:lnTo>
                    <a:pt x="47" y="135"/>
                  </a:lnTo>
                  <a:lnTo>
                    <a:pt x="47" y="135"/>
                  </a:lnTo>
                  <a:lnTo>
                    <a:pt x="47" y="137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2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38" y="139"/>
                  </a:lnTo>
                  <a:lnTo>
                    <a:pt x="35" y="144"/>
                  </a:lnTo>
                  <a:lnTo>
                    <a:pt x="35" y="144"/>
                  </a:lnTo>
                  <a:lnTo>
                    <a:pt x="30" y="144"/>
                  </a:lnTo>
                  <a:lnTo>
                    <a:pt x="30" y="144"/>
                  </a:lnTo>
                  <a:lnTo>
                    <a:pt x="30" y="146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8" y="149"/>
                  </a:lnTo>
                  <a:lnTo>
                    <a:pt x="28" y="149"/>
                  </a:lnTo>
                  <a:lnTo>
                    <a:pt x="26" y="149"/>
                  </a:lnTo>
                  <a:lnTo>
                    <a:pt x="23" y="149"/>
                  </a:lnTo>
                  <a:lnTo>
                    <a:pt x="19" y="153"/>
                  </a:lnTo>
                  <a:lnTo>
                    <a:pt x="19" y="153"/>
                  </a:lnTo>
                  <a:lnTo>
                    <a:pt x="16" y="156"/>
                  </a:lnTo>
                  <a:lnTo>
                    <a:pt x="14" y="158"/>
                  </a:lnTo>
                  <a:lnTo>
                    <a:pt x="9" y="165"/>
                  </a:lnTo>
                  <a:lnTo>
                    <a:pt x="9" y="168"/>
                  </a:lnTo>
                  <a:lnTo>
                    <a:pt x="7" y="172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4"/>
                  </a:lnTo>
                  <a:lnTo>
                    <a:pt x="0" y="191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9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6" y="203"/>
                  </a:lnTo>
                  <a:lnTo>
                    <a:pt x="16" y="206"/>
                  </a:lnTo>
                  <a:lnTo>
                    <a:pt x="19" y="208"/>
                  </a:lnTo>
                  <a:lnTo>
                    <a:pt x="21" y="210"/>
                  </a:lnTo>
                  <a:lnTo>
                    <a:pt x="21" y="210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1" y="220"/>
                  </a:lnTo>
                  <a:lnTo>
                    <a:pt x="19" y="222"/>
                  </a:lnTo>
                  <a:lnTo>
                    <a:pt x="19" y="225"/>
                  </a:lnTo>
                  <a:lnTo>
                    <a:pt x="19" y="227"/>
                  </a:lnTo>
                  <a:lnTo>
                    <a:pt x="16" y="227"/>
                  </a:lnTo>
                  <a:lnTo>
                    <a:pt x="16" y="229"/>
                  </a:lnTo>
                  <a:lnTo>
                    <a:pt x="14" y="232"/>
                  </a:lnTo>
                  <a:lnTo>
                    <a:pt x="14" y="234"/>
                  </a:lnTo>
                  <a:lnTo>
                    <a:pt x="16" y="239"/>
                  </a:lnTo>
                  <a:lnTo>
                    <a:pt x="14" y="24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53"/>
                  </a:lnTo>
                  <a:lnTo>
                    <a:pt x="16" y="253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8"/>
                  </a:lnTo>
                  <a:lnTo>
                    <a:pt x="16" y="265"/>
                  </a:lnTo>
                  <a:lnTo>
                    <a:pt x="16" y="269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6" y="277"/>
                  </a:lnTo>
                  <a:lnTo>
                    <a:pt x="16" y="279"/>
                  </a:lnTo>
                  <a:lnTo>
                    <a:pt x="16" y="281"/>
                  </a:lnTo>
                  <a:lnTo>
                    <a:pt x="16" y="284"/>
                  </a:lnTo>
                  <a:lnTo>
                    <a:pt x="16" y="286"/>
                  </a:lnTo>
                  <a:lnTo>
                    <a:pt x="14" y="296"/>
                  </a:lnTo>
                  <a:lnTo>
                    <a:pt x="16" y="298"/>
                  </a:lnTo>
                  <a:lnTo>
                    <a:pt x="21" y="300"/>
                  </a:lnTo>
                  <a:lnTo>
                    <a:pt x="28" y="305"/>
                  </a:lnTo>
                  <a:lnTo>
                    <a:pt x="30" y="307"/>
                  </a:lnTo>
                  <a:lnTo>
                    <a:pt x="30" y="307"/>
                  </a:lnTo>
                  <a:lnTo>
                    <a:pt x="33" y="310"/>
                  </a:lnTo>
                  <a:lnTo>
                    <a:pt x="33" y="310"/>
                  </a:lnTo>
                  <a:lnTo>
                    <a:pt x="38" y="312"/>
                  </a:lnTo>
                  <a:lnTo>
                    <a:pt x="52" y="312"/>
                  </a:lnTo>
                  <a:lnTo>
                    <a:pt x="54" y="314"/>
                  </a:lnTo>
                  <a:lnTo>
                    <a:pt x="56" y="317"/>
                  </a:lnTo>
                  <a:lnTo>
                    <a:pt x="61" y="319"/>
                  </a:lnTo>
                  <a:lnTo>
                    <a:pt x="64" y="324"/>
                  </a:lnTo>
                  <a:lnTo>
                    <a:pt x="64" y="326"/>
                  </a:lnTo>
                  <a:lnTo>
                    <a:pt x="66" y="326"/>
                  </a:lnTo>
                  <a:lnTo>
                    <a:pt x="66" y="326"/>
                  </a:lnTo>
                  <a:lnTo>
                    <a:pt x="78" y="329"/>
                  </a:lnTo>
                  <a:lnTo>
                    <a:pt x="82" y="329"/>
                  </a:lnTo>
                  <a:lnTo>
                    <a:pt x="97" y="340"/>
                  </a:lnTo>
                  <a:lnTo>
                    <a:pt x="101" y="345"/>
                  </a:lnTo>
                  <a:lnTo>
                    <a:pt x="108" y="357"/>
                  </a:lnTo>
                  <a:lnTo>
                    <a:pt x="111" y="359"/>
                  </a:lnTo>
                  <a:lnTo>
                    <a:pt x="113" y="362"/>
                  </a:lnTo>
                  <a:lnTo>
                    <a:pt x="125" y="371"/>
                  </a:lnTo>
                  <a:lnTo>
                    <a:pt x="127" y="371"/>
                  </a:lnTo>
                  <a:lnTo>
                    <a:pt x="127" y="371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4" y="374"/>
                  </a:lnTo>
                  <a:lnTo>
                    <a:pt x="144" y="374"/>
                  </a:lnTo>
                  <a:lnTo>
                    <a:pt x="144" y="374"/>
                  </a:lnTo>
                  <a:lnTo>
                    <a:pt x="149" y="374"/>
                  </a:lnTo>
                  <a:lnTo>
                    <a:pt x="149" y="376"/>
                  </a:lnTo>
                  <a:lnTo>
                    <a:pt x="149" y="376"/>
                  </a:lnTo>
                  <a:lnTo>
                    <a:pt x="151" y="376"/>
                  </a:lnTo>
                  <a:lnTo>
                    <a:pt x="151" y="376"/>
                  </a:lnTo>
                  <a:lnTo>
                    <a:pt x="151" y="378"/>
                  </a:lnTo>
                  <a:lnTo>
                    <a:pt x="151" y="381"/>
                  </a:lnTo>
                  <a:lnTo>
                    <a:pt x="153" y="383"/>
                  </a:lnTo>
                  <a:lnTo>
                    <a:pt x="153" y="383"/>
                  </a:lnTo>
                  <a:lnTo>
                    <a:pt x="158" y="385"/>
                  </a:lnTo>
                  <a:lnTo>
                    <a:pt x="161" y="385"/>
                  </a:lnTo>
                  <a:lnTo>
                    <a:pt x="161" y="385"/>
                  </a:lnTo>
                  <a:lnTo>
                    <a:pt x="161" y="388"/>
                  </a:lnTo>
                  <a:lnTo>
                    <a:pt x="163" y="388"/>
                  </a:lnTo>
                  <a:lnTo>
                    <a:pt x="163" y="393"/>
                  </a:lnTo>
                  <a:lnTo>
                    <a:pt x="163" y="395"/>
                  </a:lnTo>
                  <a:lnTo>
                    <a:pt x="163" y="397"/>
                  </a:lnTo>
                  <a:lnTo>
                    <a:pt x="163" y="400"/>
                  </a:lnTo>
                  <a:lnTo>
                    <a:pt x="163" y="400"/>
                  </a:lnTo>
                  <a:lnTo>
                    <a:pt x="163" y="402"/>
                  </a:lnTo>
                  <a:lnTo>
                    <a:pt x="165" y="402"/>
                  </a:lnTo>
                  <a:lnTo>
                    <a:pt x="165" y="402"/>
                  </a:lnTo>
                  <a:lnTo>
                    <a:pt x="168" y="404"/>
                  </a:lnTo>
                  <a:lnTo>
                    <a:pt x="168" y="404"/>
                  </a:lnTo>
                  <a:lnTo>
                    <a:pt x="168" y="407"/>
                  </a:lnTo>
                  <a:lnTo>
                    <a:pt x="168" y="409"/>
                  </a:lnTo>
                  <a:lnTo>
                    <a:pt x="168" y="416"/>
                  </a:lnTo>
                  <a:lnTo>
                    <a:pt x="168" y="419"/>
                  </a:lnTo>
                  <a:lnTo>
                    <a:pt x="168" y="421"/>
                  </a:lnTo>
                  <a:lnTo>
                    <a:pt x="168" y="421"/>
                  </a:lnTo>
                  <a:lnTo>
                    <a:pt x="168" y="426"/>
                  </a:lnTo>
                  <a:lnTo>
                    <a:pt x="168" y="428"/>
                  </a:lnTo>
                  <a:lnTo>
                    <a:pt x="170" y="430"/>
                  </a:lnTo>
                  <a:lnTo>
                    <a:pt x="170" y="433"/>
                  </a:lnTo>
                  <a:lnTo>
                    <a:pt x="170" y="433"/>
                  </a:lnTo>
                  <a:lnTo>
                    <a:pt x="170" y="438"/>
                  </a:lnTo>
                  <a:lnTo>
                    <a:pt x="170" y="438"/>
                  </a:lnTo>
                  <a:lnTo>
                    <a:pt x="170" y="438"/>
                  </a:lnTo>
                  <a:lnTo>
                    <a:pt x="170" y="440"/>
                  </a:lnTo>
                  <a:lnTo>
                    <a:pt x="170" y="442"/>
                  </a:lnTo>
                  <a:lnTo>
                    <a:pt x="170" y="442"/>
                  </a:lnTo>
                  <a:lnTo>
                    <a:pt x="172" y="445"/>
                  </a:lnTo>
                  <a:lnTo>
                    <a:pt x="172" y="447"/>
                  </a:lnTo>
                  <a:lnTo>
                    <a:pt x="172" y="447"/>
                  </a:lnTo>
                  <a:lnTo>
                    <a:pt x="172" y="452"/>
                  </a:lnTo>
                  <a:lnTo>
                    <a:pt x="175" y="452"/>
                  </a:lnTo>
                  <a:lnTo>
                    <a:pt x="175" y="452"/>
                  </a:lnTo>
                  <a:lnTo>
                    <a:pt x="184" y="454"/>
                  </a:lnTo>
                  <a:lnTo>
                    <a:pt x="187" y="456"/>
                  </a:lnTo>
                  <a:lnTo>
                    <a:pt x="187" y="461"/>
                  </a:lnTo>
                  <a:lnTo>
                    <a:pt x="184" y="466"/>
                  </a:lnTo>
                  <a:lnTo>
                    <a:pt x="182" y="473"/>
                  </a:lnTo>
                  <a:lnTo>
                    <a:pt x="179" y="478"/>
                  </a:lnTo>
                  <a:lnTo>
                    <a:pt x="182" y="485"/>
                  </a:lnTo>
                  <a:lnTo>
                    <a:pt x="182" y="490"/>
                  </a:lnTo>
                  <a:lnTo>
                    <a:pt x="182" y="494"/>
                  </a:lnTo>
                  <a:lnTo>
                    <a:pt x="182" y="497"/>
                  </a:lnTo>
                  <a:lnTo>
                    <a:pt x="184" y="497"/>
                  </a:lnTo>
                  <a:lnTo>
                    <a:pt x="184" y="504"/>
                  </a:lnTo>
                  <a:lnTo>
                    <a:pt x="184" y="506"/>
                  </a:lnTo>
                  <a:lnTo>
                    <a:pt x="187" y="506"/>
                  </a:lnTo>
                  <a:lnTo>
                    <a:pt x="189" y="511"/>
                  </a:lnTo>
                  <a:lnTo>
                    <a:pt x="189" y="511"/>
                  </a:lnTo>
                  <a:lnTo>
                    <a:pt x="191" y="513"/>
                  </a:lnTo>
                  <a:lnTo>
                    <a:pt x="191" y="520"/>
                  </a:lnTo>
                  <a:lnTo>
                    <a:pt x="191" y="520"/>
                  </a:lnTo>
                  <a:lnTo>
                    <a:pt x="196" y="527"/>
                  </a:lnTo>
                  <a:lnTo>
                    <a:pt x="196" y="530"/>
                  </a:lnTo>
                  <a:lnTo>
                    <a:pt x="198" y="530"/>
                  </a:lnTo>
                  <a:lnTo>
                    <a:pt x="203" y="532"/>
                  </a:lnTo>
                  <a:lnTo>
                    <a:pt x="220" y="532"/>
                  </a:lnTo>
                  <a:lnTo>
                    <a:pt x="224" y="535"/>
                  </a:lnTo>
                  <a:lnTo>
                    <a:pt x="227" y="535"/>
                  </a:lnTo>
                  <a:lnTo>
                    <a:pt x="229" y="535"/>
                  </a:lnTo>
                  <a:lnTo>
                    <a:pt x="229" y="537"/>
                  </a:lnTo>
                  <a:lnTo>
                    <a:pt x="231" y="542"/>
                  </a:lnTo>
                  <a:lnTo>
                    <a:pt x="234" y="544"/>
                  </a:lnTo>
                  <a:lnTo>
                    <a:pt x="236" y="546"/>
                  </a:lnTo>
                  <a:lnTo>
                    <a:pt x="236" y="549"/>
                  </a:lnTo>
                  <a:lnTo>
                    <a:pt x="236" y="549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53" y="551"/>
                  </a:lnTo>
                  <a:lnTo>
                    <a:pt x="269" y="549"/>
                  </a:lnTo>
                  <a:lnTo>
                    <a:pt x="286" y="549"/>
                  </a:lnTo>
                  <a:lnTo>
                    <a:pt x="302" y="546"/>
                  </a:lnTo>
                  <a:lnTo>
                    <a:pt x="319" y="546"/>
                  </a:lnTo>
                  <a:lnTo>
                    <a:pt x="336" y="544"/>
                  </a:lnTo>
                  <a:lnTo>
                    <a:pt x="352" y="542"/>
                  </a:lnTo>
                  <a:lnTo>
                    <a:pt x="369" y="542"/>
                  </a:lnTo>
                  <a:lnTo>
                    <a:pt x="385" y="539"/>
                  </a:lnTo>
                  <a:lnTo>
                    <a:pt x="402" y="539"/>
                  </a:lnTo>
                  <a:lnTo>
                    <a:pt x="418" y="537"/>
                  </a:lnTo>
                  <a:lnTo>
                    <a:pt x="435" y="535"/>
                  </a:lnTo>
                  <a:lnTo>
                    <a:pt x="451" y="535"/>
                  </a:lnTo>
                  <a:lnTo>
                    <a:pt x="468" y="532"/>
                  </a:lnTo>
                  <a:lnTo>
                    <a:pt x="485" y="530"/>
                  </a:lnTo>
                  <a:lnTo>
                    <a:pt x="501" y="530"/>
                  </a:lnTo>
                  <a:lnTo>
                    <a:pt x="499" y="520"/>
                  </a:lnTo>
                  <a:lnTo>
                    <a:pt x="499" y="518"/>
                  </a:lnTo>
                  <a:lnTo>
                    <a:pt x="501" y="516"/>
                  </a:lnTo>
                  <a:lnTo>
                    <a:pt x="501" y="516"/>
                  </a:lnTo>
                  <a:lnTo>
                    <a:pt x="499" y="513"/>
                  </a:lnTo>
                  <a:lnTo>
                    <a:pt x="499" y="511"/>
                  </a:lnTo>
                  <a:lnTo>
                    <a:pt x="499" y="511"/>
                  </a:lnTo>
                  <a:lnTo>
                    <a:pt x="499" y="509"/>
                  </a:lnTo>
                  <a:lnTo>
                    <a:pt x="499" y="506"/>
                  </a:lnTo>
                  <a:lnTo>
                    <a:pt x="501" y="504"/>
                  </a:lnTo>
                  <a:lnTo>
                    <a:pt x="501" y="494"/>
                  </a:lnTo>
                  <a:lnTo>
                    <a:pt x="501" y="492"/>
                  </a:lnTo>
                  <a:lnTo>
                    <a:pt x="499" y="490"/>
                  </a:lnTo>
                  <a:lnTo>
                    <a:pt x="494" y="485"/>
                  </a:lnTo>
                  <a:lnTo>
                    <a:pt x="494" y="482"/>
                  </a:lnTo>
                  <a:lnTo>
                    <a:pt x="494" y="482"/>
                  </a:lnTo>
                  <a:lnTo>
                    <a:pt x="492" y="473"/>
                  </a:lnTo>
                  <a:lnTo>
                    <a:pt x="492" y="471"/>
                  </a:lnTo>
                  <a:lnTo>
                    <a:pt x="489" y="468"/>
                  </a:lnTo>
                  <a:lnTo>
                    <a:pt x="487" y="466"/>
                  </a:lnTo>
                  <a:lnTo>
                    <a:pt x="485" y="466"/>
                  </a:lnTo>
                  <a:lnTo>
                    <a:pt x="485" y="464"/>
                  </a:lnTo>
                  <a:lnTo>
                    <a:pt x="487" y="459"/>
                  </a:lnTo>
                  <a:lnTo>
                    <a:pt x="487" y="456"/>
                  </a:lnTo>
                  <a:lnTo>
                    <a:pt x="487" y="456"/>
                  </a:lnTo>
                  <a:lnTo>
                    <a:pt x="487" y="456"/>
                  </a:lnTo>
                  <a:lnTo>
                    <a:pt x="485" y="454"/>
                  </a:lnTo>
                  <a:lnTo>
                    <a:pt x="485" y="452"/>
                  </a:lnTo>
                  <a:lnTo>
                    <a:pt x="485" y="449"/>
                  </a:lnTo>
                  <a:lnTo>
                    <a:pt x="485" y="449"/>
                  </a:lnTo>
                  <a:lnTo>
                    <a:pt x="485" y="447"/>
                  </a:lnTo>
                  <a:lnTo>
                    <a:pt x="485" y="442"/>
                  </a:lnTo>
                  <a:lnTo>
                    <a:pt x="482" y="442"/>
                  </a:lnTo>
                  <a:lnTo>
                    <a:pt x="482" y="440"/>
                  </a:lnTo>
                  <a:lnTo>
                    <a:pt x="482" y="435"/>
                  </a:lnTo>
                  <a:lnTo>
                    <a:pt x="482" y="426"/>
                  </a:lnTo>
                  <a:lnTo>
                    <a:pt x="482" y="423"/>
                  </a:lnTo>
                  <a:lnTo>
                    <a:pt x="487" y="411"/>
                  </a:lnTo>
                  <a:lnTo>
                    <a:pt x="489" y="404"/>
                  </a:lnTo>
                  <a:lnTo>
                    <a:pt x="487" y="402"/>
                  </a:lnTo>
                  <a:lnTo>
                    <a:pt x="487" y="400"/>
                  </a:lnTo>
                  <a:lnTo>
                    <a:pt x="489" y="397"/>
                  </a:lnTo>
                  <a:lnTo>
                    <a:pt x="492" y="385"/>
                  </a:lnTo>
                  <a:lnTo>
                    <a:pt x="494" y="381"/>
                  </a:lnTo>
                  <a:lnTo>
                    <a:pt x="494" y="378"/>
                  </a:lnTo>
                  <a:lnTo>
                    <a:pt x="494" y="378"/>
                  </a:lnTo>
                  <a:lnTo>
                    <a:pt x="494" y="378"/>
                  </a:lnTo>
                  <a:lnTo>
                    <a:pt x="494" y="376"/>
                  </a:lnTo>
                  <a:lnTo>
                    <a:pt x="494" y="376"/>
                  </a:lnTo>
                  <a:lnTo>
                    <a:pt x="494" y="374"/>
                  </a:lnTo>
                  <a:lnTo>
                    <a:pt x="494" y="374"/>
                  </a:lnTo>
                  <a:lnTo>
                    <a:pt x="494" y="371"/>
                  </a:lnTo>
                  <a:lnTo>
                    <a:pt x="492" y="369"/>
                  </a:lnTo>
                  <a:lnTo>
                    <a:pt x="492" y="369"/>
                  </a:lnTo>
                  <a:lnTo>
                    <a:pt x="489" y="367"/>
                  </a:lnTo>
                  <a:lnTo>
                    <a:pt x="489" y="364"/>
                  </a:lnTo>
                  <a:lnTo>
                    <a:pt x="489" y="355"/>
                  </a:lnTo>
                  <a:lnTo>
                    <a:pt x="489" y="352"/>
                  </a:lnTo>
                  <a:lnTo>
                    <a:pt x="492" y="350"/>
                  </a:lnTo>
                  <a:lnTo>
                    <a:pt x="492" y="350"/>
                  </a:lnTo>
                  <a:lnTo>
                    <a:pt x="492" y="345"/>
                  </a:lnTo>
                  <a:lnTo>
                    <a:pt x="492" y="343"/>
                  </a:lnTo>
                  <a:lnTo>
                    <a:pt x="494" y="331"/>
                  </a:lnTo>
                  <a:lnTo>
                    <a:pt x="496" y="331"/>
                  </a:lnTo>
                  <a:lnTo>
                    <a:pt x="496" y="329"/>
                  </a:lnTo>
                  <a:lnTo>
                    <a:pt x="504" y="326"/>
                  </a:lnTo>
                  <a:lnTo>
                    <a:pt x="504" y="324"/>
                  </a:lnTo>
                  <a:lnTo>
                    <a:pt x="506" y="322"/>
                  </a:lnTo>
                  <a:lnTo>
                    <a:pt x="506" y="319"/>
                  </a:lnTo>
                  <a:lnTo>
                    <a:pt x="506" y="317"/>
                  </a:lnTo>
                  <a:lnTo>
                    <a:pt x="506" y="314"/>
                  </a:lnTo>
                  <a:lnTo>
                    <a:pt x="501" y="310"/>
                  </a:lnTo>
                  <a:lnTo>
                    <a:pt x="501" y="305"/>
                  </a:lnTo>
                  <a:lnTo>
                    <a:pt x="501" y="305"/>
                  </a:lnTo>
                  <a:lnTo>
                    <a:pt x="501" y="303"/>
                  </a:lnTo>
                  <a:lnTo>
                    <a:pt x="501" y="300"/>
                  </a:lnTo>
                  <a:lnTo>
                    <a:pt x="501" y="298"/>
                  </a:lnTo>
                  <a:lnTo>
                    <a:pt x="501" y="296"/>
                  </a:lnTo>
                  <a:lnTo>
                    <a:pt x="501" y="293"/>
                  </a:lnTo>
                  <a:lnTo>
                    <a:pt x="504" y="279"/>
                  </a:lnTo>
                  <a:lnTo>
                    <a:pt x="504" y="274"/>
                  </a:lnTo>
                  <a:lnTo>
                    <a:pt x="506" y="269"/>
                  </a:lnTo>
                  <a:lnTo>
                    <a:pt x="511" y="262"/>
                  </a:lnTo>
                  <a:lnTo>
                    <a:pt x="511" y="260"/>
                  </a:lnTo>
                  <a:lnTo>
                    <a:pt x="511" y="258"/>
                  </a:lnTo>
                  <a:lnTo>
                    <a:pt x="513" y="258"/>
                  </a:lnTo>
                  <a:lnTo>
                    <a:pt x="513" y="258"/>
                  </a:lnTo>
                  <a:lnTo>
                    <a:pt x="513" y="255"/>
                  </a:lnTo>
                  <a:lnTo>
                    <a:pt x="513" y="246"/>
                  </a:lnTo>
                  <a:lnTo>
                    <a:pt x="513" y="243"/>
                  </a:lnTo>
                  <a:lnTo>
                    <a:pt x="513" y="243"/>
                  </a:lnTo>
                  <a:close/>
                  <a:moveTo>
                    <a:pt x="182" y="21"/>
                  </a:moveTo>
                  <a:lnTo>
                    <a:pt x="184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6"/>
                  </a:lnTo>
                  <a:lnTo>
                    <a:pt x="182" y="16"/>
                  </a:lnTo>
                  <a:lnTo>
                    <a:pt x="182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2" y="21"/>
                  </a:lnTo>
                  <a:lnTo>
                    <a:pt x="182" y="21"/>
                  </a:lnTo>
                  <a:close/>
                  <a:moveTo>
                    <a:pt x="210" y="4"/>
                  </a:moveTo>
                  <a:lnTo>
                    <a:pt x="210" y="2"/>
                  </a:lnTo>
                  <a:lnTo>
                    <a:pt x="210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08" y="0"/>
                  </a:lnTo>
                  <a:lnTo>
                    <a:pt x="205" y="2"/>
                  </a:lnTo>
                  <a:lnTo>
                    <a:pt x="205" y="7"/>
                  </a:lnTo>
                  <a:lnTo>
                    <a:pt x="205" y="9"/>
                  </a:lnTo>
                  <a:lnTo>
                    <a:pt x="208" y="7"/>
                  </a:lnTo>
                  <a:lnTo>
                    <a:pt x="210" y="4"/>
                  </a:lnTo>
                  <a:close/>
                  <a:moveTo>
                    <a:pt x="548" y="172"/>
                  </a:moveTo>
                  <a:lnTo>
                    <a:pt x="548" y="172"/>
                  </a:lnTo>
                  <a:lnTo>
                    <a:pt x="548" y="170"/>
                  </a:lnTo>
                  <a:lnTo>
                    <a:pt x="548" y="168"/>
                  </a:lnTo>
                  <a:lnTo>
                    <a:pt x="546" y="165"/>
                  </a:lnTo>
                  <a:lnTo>
                    <a:pt x="546" y="165"/>
                  </a:lnTo>
                  <a:lnTo>
                    <a:pt x="544" y="168"/>
                  </a:lnTo>
                  <a:lnTo>
                    <a:pt x="541" y="168"/>
                  </a:lnTo>
                  <a:lnTo>
                    <a:pt x="541" y="165"/>
                  </a:lnTo>
                  <a:lnTo>
                    <a:pt x="539" y="165"/>
                  </a:lnTo>
                  <a:lnTo>
                    <a:pt x="539" y="165"/>
                  </a:lnTo>
                  <a:lnTo>
                    <a:pt x="539" y="168"/>
                  </a:lnTo>
                  <a:lnTo>
                    <a:pt x="539" y="170"/>
                  </a:lnTo>
                  <a:lnTo>
                    <a:pt x="539" y="172"/>
                  </a:lnTo>
                  <a:lnTo>
                    <a:pt x="539" y="175"/>
                  </a:lnTo>
                  <a:lnTo>
                    <a:pt x="539" y="175"/>
                  </a:lnTo>
                  <a:lnTo>
                    <a:pt x="539" y="175"/>
                  </a:lnTo>
                  <a:lnTo>
                    <a:pt x="541" y="175"/>
                  </a:lnTo>
                  <a:lnTo>
                    <a:pt x="541" y="175"/>
                  </a:lnTo>
                  <a:lnTo>
                    <a:pt x="548" y="175"/>
                  </a:lnTo>
                  <a:lnTo>
                    <a:pt x="548" y="175"/>
                  </a:lnTo>
                  <a:lnTo>
                    <a:pt x="548" y="172"/>
                  </a:lnTo>
                  <a:close/>
                  <a:moveTo>
                    <a:pt x="539" y="187"/>
                  </a:moveTo>
                  <a:lnTo>
                    <a:pt x="537" y="184"/>
                  </a:lnTo>
                  <a:lnTo>
                    <a:pt x="539" y="184"/>
                  </a:lnTo>
                  <a:lnTo>
                    <a:pt x="539" y="182"/>
                  </a:lnTo>
                  <a:lnTo>
                    <a:pt x="537" y="182"/>
                  </a:lnTo>
                  <a:lnTo>
                    <a:pt x="534" y="182"/>
                  </a:lnTo>
                  <a:lnTo>
                    <a:pt x="532" y="182"/>
                  </a:lnTo>
                  <a:lnTo>
                    <a:pt x="532" y="182"/>
                  </a:lnTo>
                  <a:lnTo>
                    <a:pt x="530" y="182"/>
                  </a:lnTo>
                  <a:lnTo>
                    <a:pt x="530" y="182"/>
                  </a:lnTo>
                  <a:lnTo>
                    <a:pt x="530" y="182"/>
                  </a:lnTo>
                  <a:lnTo>
                    <a:pt x="530" y="184"/>
                  </a:lnTo>
                  <a:lnTo>
                    <a:pt x="530" y="184"/>
                  </a:lnTo>
                  <a:lnTo>
                    <a:pt x="530" y="187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27" y="191"/>
                  </a:lnTo>
                  <a:lnTo>
                    <a:pt x="525" y="194"/>
                  </a:lnTo>
                  <a:lnTo>
                    <a:pt x="525" y="196"/>
                  </a:lnTo>
                  <a:lnTo>
                    <a:pt x="522" y="196"/>
                  </a:lnTo>
                  <a:lnTo>
                    <a:pt x="522" y="198"/>
                  </a:lnTo>
                  <a:lnTo>
                    <a:pt x="522" y="198"/>
                  </a:lnTo>
                  <a:lnTo>
                    <a:pt x="520" y="198"/>
                  </a:lnTo>
                  <a:lnTo>
                    <a:pt x="518" y="198"/>
                  </a:lnTo>
                  <a:lnTo>
                    <a:pt x="518" y="198"/>
                  </a:lnTo>
                  <a:lnTo>
                    <a:pt x="515" y="201"/>
                  </a:lnTo>
                  <a:lnTo>
                    <a:pt x="515" y="201"/>
                  </a:lnTo>
                  <a:lnTo>
                    <a:pt x="515" y="203"/>
                  </a:lnTo>
                  <a:lnTo>
                    <a:pt x="515" y="208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3"/>
                  </a:lnTo>
                  <a:lnTo>
                    <a:pt x="513" y="213"/>
                  </a:lnTo>
                  <a:lnTo>
                    <a:pt x="513" y="213"/>
                  </a:lnTo>
                  <a:lnTo>
                    <a:pt x="513" y="215"/>
                  </a:lnTo>
                  <a:lnTo>
                    <a:pt x="513" y="215"/>
                  </a:lnTo>
                  <a:lnTo>
                    <a:pt x="513" y="215"/>
                  </a:lnTo>
                  <a:lnTo>
                    <a:pt x="508" y="222"/>
                  </a:lnTo>
                  <a:lnTo>
                    <a:pt x="506" y="225"/>
                  </a:lnTo>
                  <a:lnTo>
                    <a:pt x="506" y="232"/>
                  </a:lnTo>
                  <a:lnTo>
                    <a:pt x="506" y="236"/>
                  </a:lnTo>
                  <a:lnTo>
                    <a:pt x="508" y="239"/>
                  </a:lnTo>
                  <a:lnTo>
                    <a:pt x="513" y="243"/>
                  </a:lnTo>
                  <a:lnTo>
                    <a:pt x="515" y="241"/>
                  </a:lnTo>
                  <a:lnTo>
                    <a:pt x="518" y="241"/>
                  </a:lnTo>
                  <a:lnTo>
                    <a:pt x="522" y="234"/>
                  </a:lnTo>
                  <a:lnTo>
                    <a:pt x="522" y="234"/>
                  </a:lnTo>
                  <a:lnTo>
                    <a:pt x="522" y="232"/>
                  </a:lnTo>
                  <a:lnTo>
                    <a:pt x="522" y="229"/>
                  </a:lnTo>
                  <a:lnTo>
                    <a:pt x="522" y="229"/>
                  </a:lnTo>
                  <a:lnTo>
                    <a:pt x="525" y="227"/>
                  </a:lnTo>
                  <a:lnTo>
                    <a:pt x="525" y="227"/>
                  </a:lnTo>
                  <a:lnTo>
                    <a:pt x="522" y="225"/>
                  </a:lnTo>
                  <a:lnTo>
                    <a:pt x="525" y="220"/>
                  </a:lnTo>
                  <a:lnTo>
                    <a:pt x="527" y="215"/>
                  </a:lnTo>
                  <a:lnTo>
                    <a:pt x="527" y="210"/>
                  </a:lnTo>
                  <a:lnTo>
                    <a:pt x="530" y="210"/>
                  </a:lnTo>
                  <a:lnTo>
                    <a:pt x="530" y="210"/>
                  </a:lnTo>
                  <a:lnTo>
                    <a:pt x="530" y="210"/>
                  </a:lnTo>
                  <a:lnTo>
                    <a:pt x="532" y="210"/>
                  </a:lnTo>
                  <a:lnTo>
                    <a:pt x="532" y="210"/>
                  </a:lnTo>
                  <a:lnTo>
                    <a:pt x="532" y="210"/>
                  </a:lnTo>
                  <a:lnTo>
                    <a:pt x="532" y="208"/>
                  </a:lnTo>
                  <a:lnTo>
                    <a:pt x="532" y="208"/>
                  </a:lnTo>
                  <a:lnTo>
                    <a:pt x="532" y="206"/>
                  </a:lnTo>
                  <a:lnTo>
                    <a:pt x="532" y="206"/>
                  </a:lnTo>
                  <a:lnTo>
                    <a:pt x="534" y="206"/>
                  </a:lnTo>
                  <a:lnTo>
                    <a:pt x="534" y="206"/>
                  </a:lnTo>
                  <a:lnTo>
                    <a:pt x="534" y="203"/>
                  </a:lnTo>
                  <a:lnTo>
                    <a:pt x="532" y="201"/>
                  </a:lnTo>
                  <a:lnTo>
                    <a:pt x="530" y="198"/>
                  </a:lnTo>
                  <a:lnTo>
                    <a:pt x="532" y="198"/>
                  </a:lnTo>
                  <a:lnTo>
                    <a:pt x="532" y="198"/>
                  </a:lnTo>
                  <a:lnTo>
                    <a:pt x="534" y="201"/>
                  </a:lnTo>
                  <a:lnTo>
                    <a:pt x="534" y="198"/>
                  </a:lnTo>
                  <a:lnTo>
                    <a:pt x="534" y="196"/>
                  </a:lnTo>
                  <a:lnTo>
                    <a:pt x="532" y="196"/>
                  </a:lnTo>
                  <a:lnTo>
                    <a:pt x="532" y="194"/>
                  </a:lnTo>
                  <a:lnTo>
                    <a:pt x="534" y="191"/>
                  </a:lnTo>
                  <a:lnTo>
                    <a:pt x="534" y="189"/>
                  </a:lnTo>
                  <a:lnTo>
                    <a:pt x="532" y="189"/>
                  </a:lnTo>
                  <a:lnTo>
                    <a:pt x="532" y="189"/>
                  </a:lnTo>
                  <a:lnTo>
                    <a:pt x="534" y="189"/>
                  </a:lnTo>
                  <a:lnTo>
                    <a:pt x="534" y="189"/>
                  </a:lnTo>
                  <a:lnTo>
                    <a:pt x="539" y="191"/>
                  </a:lnTo>
                  <a:lnTo>
                    <a:pt x="539" y="187"/>
                  </a:lnTo>
                  <a:lnTo>
                    <a:pt x="539" y="187"/>
                  </a:lnTo>
                  <a:lnTo>
                    <a:pt x="539" y="1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27" name="Freeform 8">
              <a:extLst>
                <a:ext uri="{FF2B5EF4-FFF2-40B4-BE49-F238E27FC236}">
                  <a16:creationId xmlns:a16="http://schemas.microsoft.com/office/drawing/2014/main" id="{02968890-A7BF-46FB-9529-981BB5188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6326" y="1663596"/>
              <a:ext cx="641021" cy="421998"/>
            </a:xfrm>
            <a:custGeom>
              <a:avLst/>
              <a:gdLst>
                <a:gd name="T0" fmla="*/ 171 w 679"/>
                <a:gd name="T1" fmla="*/ 66 h 447"/>
                <a:gd name="T2" fmla="*/ 159 w 679"/>
                <a:gd name="T3" fmla="*/ 43 h 447"/>
                <a:gd name="T4" fmla="*/ 173 w 679"/>
                <a:gd name="T5" fmla="*/ 40 h 447"/>
                <a:gd name="T6" fmla="*/ 173 w 679"/>
                <a:gd name="T7" fmla="*/ 109 h 447"/>
                <a:gd name="T8" fmla="*/ 173 w 679"/>
                <a:gd name="T9" fmla="*/ 31 h 447"/>
                <a:gd name="T10" fmla="*/ 166 w 679"/>
                <a:gd name="T11" fmla="*/ 50 h 447"/>
                <a:gd name="T12" fmla="*/ 173 w 679"/>
                <a:gd name="T13" fmla="*/ 90 h 447"/>
                <a:gd name="T14" fmla="*/ 192 w 679"/>
                <a:gd name="T15" fmla="*/ 128 h 447"/>
                <a:gd name="T16" fmla="*/ 187 w 679"/>
                <a:gd name="T17" fmla="*/ 118 h 447"/>
                <a:gd name="T18" fmla="*/ 190 w 679"/>
                <a:gd name="T19" fmla="*/ 88 h 447"/>
                <a:gd name="T20" fmla="*/ 190 w 679"/>
                <a:gd name="T21" fmla="*/ 40 h 447"/>
                <a:gd name="T22" fmla="*/ 187 w 679"/>
                <a:gd name="T23" fmla="*/ 50 h 447"/>
                <a:gd name="T24" fmla="*/ 185 w 679"/>
                <a:gd name="T25" fmla="*/ 199 h 447"/>
                <a:gd name="T26" fmla="*/ 173 w 679"/>
                <a:gd name="T27" fmla="*/ 201 h 447"/>
                <a:gd name="T28" fmla="*/ 180 w 679"/>
                <a:gd name="T29" fmla="*/ 168 h 447"/>
                <a:gd name="T30" fmla="*/ 147 w 679"/>
                <a:gd name="T31" fmla="*/ 220 h 447"/>
                <a:gd name="T32" fmla="*/ 133 w 679"/>
                <a:gd name="T33" fmla="*/ 208 h 447"/>
                <a:gd name="T34" fmla="*/ 24 w 679"/>
                <a:gd name="T35" fmla="*/ 270 h 447"/>
                <a:gd name="T36" fmla="*/ 161 w 679"/>
                <a:gd name="T37" fmla="*/ 31 h 447"/>
                <a:gd name="T38" fmla="*/ 154 w 679"/>
                <a:gd name="T39" fmla="*/ 64 h 447"/>
                <a:gd name="T40" fmla="*/ 632 w 679"/>
                <a:gd name="T41" fmla="*/ 88 h 447"/>
                <a:gd name="T42" fmla="*/ 192 w 679"/>
                <a:gd name="T43" fmla="*/ 7 h 447"/>
                <a:gd name="T44" fmla="*/ 192 w 679"/>
                <a:gd name="T45" fmla="*/ 38 h 447"/>
                <a:gd name="T46" fmla="*/ 199 w 679"/>
                <a:gd name="T47" fmla="*/ 54 h 447"/>
                <a:gd name="T48" fmla="*/ 183 w 679"/>
                <a:gd name="T49" fmla="*/ 64 h 447"/>
                <a:gd name="T50" fmla="*/ 199 w 679"/>
                <a:gd name="T51" fmla="*/ 83 h 447"/>
                <a:gd name="T52" fmla="*/ 202 w 679"/>
                <a:gd name="T53" fmla="*/ 121 h 447"/>
                <a:gd name="T54" fmla="*/ 211 w 679"/>
                <a:gd name="T55" fmla="*/ 125 h 447"/>
                <a:gd name="T56" fmla="*/ 192 w 679"/>
                <a:gd name="T57" fmla="*/ 149 h 447"/>
                <a:gd name="T58" fmla="*/ 187 w 679"/>
                <a:gd name="T59" fmla="*/ 175 h 447"/>
                <a:gd name="T60" fmla="*/ 171 w 679"/>
                <a:gd name="T61" fmla="*/ 206 h 447"/>
                <a:gd name="T62" fmla="*/ 133 w 679"/>
                <a:gd name="T63" fmla="*/ 218 h 447"/>
                <a:gd name="T64" fmla="*/ 128 w 679"/>
                <a:gd name="T65" fmla="*/ 215 h 447"/>
                <a:gd name="T66" fmla="*/ 147 w 679"/>
                <a:gd name="T67" fmla="*/ 189 h 447"/>
                <a:gd name="T68" fmla="*/ 149 w 679"/>
                <a:gd name="T69" fmla="*/ 206 h 447"/>
                <a:gd name="T70" fmla="*/ 166 w 679"/>
                <a:gd name="T71" fmla="*/ 206 h 447"/>
                <a:gd name="T72" fmla="*/ 166 w 679"/>
                <a:gd name="T73" fmla="*/ 170 h 447"/>
                <a:gd name="T74" fmla="*/ 183 w 679"/>
                <a:gd name="T75" fmla="*/ 156 h 447"/>
                <a:gd name="T76" fmla="*/ 176 w 679"/>
                <a:gd name="T77" fmla="*/ 142 h 447"/>
                <a:gd name="T78" fmla="*/ 145 w 679"/>
                <a:gd name="T79" fmla="*/ 185 h 447"/>
                <a:gd name="T80" fmla="*/ 154 w 679"/>
                <a:gd name="T81" fmla="*/ 137 h 447"/>
                <a:gd name="T82" fmla="*/ 171 w 679"/>
                <a:gd name="T83" fmla="*/ 137 h 447"/>
                <a:gd name="T84" fmla="*/ 159 w 679"/>
                <a:gd name="T85" fmla="*/ 107 h 447"/>
                <a:gd name="T86" fmla="*/ 142 w 679"/>
                <a:gd name="T87" fmla="*/ 102 h 447"/>
                <a:gd name="T88" fmla="*/ 81 w 679"/>
                <a:gd name="T89" fmla="*/ 83 h 447"/>
                <a:gd name="T90" fmla="*/ 8 w 679"/>
                <a:gd name="T91" fmla="*/ 57 h 447"/>
                <a:gd name="T92" fmla="*/ 17 w 679"/>
                <a:gd name="T93" fmla="*/ 118 h 447"/>
                <a:gd name="T94" fmla="*/ 17 w 679"/>
                <a:gd name="T95" fmla="*/ 218 h 447"/>
                <a:gd name="T96" fmla="*/ 38 w 679"/>
                <a:gd name="T97" fmla="*/ 218 h 447"/>
                <a:gd name="T98" fmla="*/ 19 w 679"/>
                <a:gd name="T99" fmla="*/ 225 h 447"/>
                <a:gd name="T100" fmla="*/ 43 w 679"/>
                <a:gd name="T101" fmla="*/ 258 h 447"/>
                <a:gd name="T102" fmla="*/ 26 w 679"/>
                <a:gd name="T103" fmla="*/ 277 h 447"/>
                <a:gd name="T104" fmla="*/ 19 w 679"/>
                <a:gd name="T105" fmla="*/ 256 h 447"/>
                <a:gd name="T106" fmla="*/ 17 w 679"/>
                <a:gd name="T107" fmla="*/ 296 h 447"/>
                <a:gd name="T108" fmla="*/ 74 w 679"/>
                <a:gd name="T109" fmla="*/ 324 h 447"/>
                <a:gd name="T110" fmla="*/ 112 w 679"/>
                <a:gd name="T111" fmla="*/ 372 h 447"/>
                <a:gd name="T112" fmla="*/ 190 w 679"/>
                <a:gd name="T113" fmla="*/ 405 h 447"/>
                <a:gd name="T114" fmla="*/ 284 w 679"/>
                <a:gd name="T115" fmla="*/ 426 h 447"/>
                <a:gd name="T116" fmla="*/ 393 w 679"/>
                <a:gd name="T117" fmla="*/ 419 h 447"/>
                <a:gd name="T118" fmla="*/ 639 w 679"/>
                <a:gd name="T119" fmla="*/ 447 h 447"/>
                <a:gd name="T120" fmla="*/ 663 w 679"/>
                <a:gd name="T121" fmla="*/ 206 h 447"/>
                <a:gd name="T122" fmla="*/ 147 w 679"/>
                <a:gd name="T123" fmla="*/ 33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79" h="447">
                  <a:moveTo>
                    <a:pt x="176" y="59"/>
                  </a:move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3" y="59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73" y="64"/>
                  </a:lnTo>
                  <a:lnTo>
                    <a:pt x="173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close/>
                  <a:moveTo>
                    <a:pt x="171" y="71"/>
                  </a:moveTo>
                  <a:lnTo>
                    <a:pt x="171" y="69"/>
                  </a:lnTo>
                  <a:lnTo>
                    <a:pt x="173" y="69"/>
                  </a:lnTo>
                  <a:lnTo>
                    <a:pt x="173" y="66"/>
                  </a:lnTo>
                  <a:lnTo>
                    <a:pt x="173" y="64"/>
                  </a:lnTo>
                  <a:lnTo>
                    <a:pt x="171" y="66"/>
                  </a:lnTo>
                  <a:lnTo>
                    <a:pt x="171" y="64"/>
                  </a:lnTo>
                  <a:lnTo>
                    <a:pt x="168" y="64"/>
                  </a:lnTo>
                  <a:lnTo>
                    <a:pt x="168" y="62"/>
                  </a:lnTo>
                  <a:lnTo>
                    <a:pt x="171" y="57"/>
                  </a:lnTo>
                  <a:lnTo>
                    <a:pt x="171" y="54"/>
                  </a:lnTo>
                  <a:lnTo>
                    <a:pt x="171" y="52"/>
                  </a:lnTo>
                  <a:lnTo>
                    <a:pt x="168" y="52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66" y="57"/>
                  </a:lnTo>
                  <a:lnTo>
                    <a:pt x="166" y="57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1" y="62"/>
                  </a:lnTo>
                  <a:lnTo>
                    <a:pt x="161" y="64"/>
                  </a:lnTo>
                  <a:lnTo>
                    <a:pt x="164" y="64"/>
                  </a:lnTo>
                  <a:lnTo>
                    <a:pt x="166" y="66"/>
                  </a:lnTo>
                  <a:lnTo>
                    <a:pt x="166" y="66"/>
                  </a:lnTo>
                  <a:lnTo>
                    <a:pt x="166" y="69"/>
                  </a:lnTo>
                  <a:lnTo>
                    <a:pt x="171" y="71"/>
                  </a:lnTo>
                  <a:close/>
                  <a:moveTo>
                    <a:pt x="164" y="38"/>
                  </a:moveTo>
                  <a:lnTo>
                    <a:pt x="161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5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61" y="43"/>
                  </a:lnTo>
                  <a:lnTo>
                    <a:pt x="164" y="43"/>
                  </a:lnTo>
                  <a:lnTo>
                    <a:pt x="164" y="43"/>
                  </a:lnTo>
                  <a:lnTo>
                    <a:pt x="166" y="45"/>
                  </a:lnTo>
                  <a:lnTo>
                    <a:pt x="166" y="45"/>
                  </a:lnTo>
                  <a:lnTo>
                    <a:pt x="166" y="47"/>
                  </a:lnTo>
                  <a:lnTo>
                    <a:pt x="166" y="47"/>
                  </a:lnTo>
                  <a:lnTo>
                    <a:pt x="166" y="50"/>
                  </a:lnTo>
                  <a:lnTo>
                    <a:pt x="168" y="50"/>
                  </a:lnTo>
                  <a:lnTo>
                    <a:pt x="171" y="50"/>
                  </a:lnTo>
                  <a:lnTo>
                    <a:pt x="173" y="47"/>
                  </a:lnTo>
                  <a:lnTo>
                    <a:pt x="168" y="40"/>
                  </a:lnTo>
                  <a:lnTo>
                    <a:pt x="171" y="40"/>
                  </a:lnTo>
                  <a:lnTo>
                    <a:pt x="171" y="40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40"/>
                  </a:lnTo>
                  <a:lnTo>
                    <a:pt x="173" y="43"/>
                  </a:lnTo>
                  <a:lnTo>
                    <a:pt x="173" y="47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83" y="43"/>
                  </a:lnTo>
                  <a:lnTo>
                    <a:pt x="176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68" y="36"/>
                  </a:lnTo>
                  <a:lnTo>
                    <a:pt x="164" y="38"/>
                  </a:lnTo>
                  <a:lnTo>
                    <a:pt x="164" y="38"/>
                  </a:lnTo>
                  <a:close/>
                  <a:moveTo>
                    <a:pt x="168" y="114"/>
                  </a:moveTo>
                  <a:lnTo>
                    <a:pt x="171" y="116"/>
                  </a:lnTo>
                  <a:lnTo>
                    <a:pt x="171" y="118"/>
                  </a:lnTo>
                  <a:lnTo>
                    <a:pt x="171" y="121"/>
                  </a:lnTo>
                  <a:lnTo>
                    <a:pt x="173" y="121"/>
                  </a:lnTo>
                  <a:lnTo>
                    <a:pt x="173" y="118"/>
                  </a:lnTo>
                  <a:lnTo>
                    <a:pt x="176" y="116"/>
                  </a:lnTo>
                  <a:lnTo>
                    <a:pt x="173" y="114"/>
                  </a:lnTo>
                  <a:lnTo>
                    <a:pt x="173" y="109"/>
                  </a:lnTo>
                  <a:lnTo>
                    <a:pt x="173" y="109"/>
                  </a:lnTo>
                  <a:lnTo>
                    <a:pt x="173" y="109"/>
                  </a:lnTo>
                  <a:lnTo>
                    <a:pt x="171" y="109"/>
                  </a:lnTo>
                  <a:lnTo>
                    <a:pt x="173" y="111"/>
                  </a:lnTo>
                  <a:lnTo>
                    <a:pt x="173" y="114"/>
                  </a:lnTo>
                  <a:lnTo>
                    <a:pt x="173" y="116"/>
                  </a:lnTo>
                  <a:lnTo>
                    <a:pt x="171" y="116"/>
                  </a:lnTo>
                  <a:lnTo>
                    <a:pt x="171" y="114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68" y="114"/>
                  </a:lnTo>
                  <a:close/>
                  <a:moveTo>
                    <a:pt x="171" y="28"/>
                  </a:moveTo>
                  <a:lnTo>
                    <a:pt x="171" y="28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3" y="31"/>
                  </a:lnTo>
                  <a:lnTo>
                    <a:pt x="171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1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close/>
                  <a:moveTo>
                    <a:pt x="161" y="52"/>
                  </a:moveTo>
                  <a:lnTo>
                    <a:pt x="161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50"/>
                  </a:lnTo>
                  <a:lnTo>
                    <a:pt x="159" y="50"/>
                  </a:lnTo>
                  <a:lnTo>
                    <a:pt x="161" y="50"/>
                  </a:lnTo>
                  <a:lnTo>
                    <a:pt x="161" y="50"/>
                  </a:lnTo>
                  <a:lnTo>
                    <a:pt x="161" y="52"/>
                  </a:lnTo>
                  <a:close/>
                  <a:moveTo>
                    <a:pt x="190" y="76"/>
                  </a:moveTo>
                  <a:lnTo>
                    <a:pt x="190" y="76"/>
                  </a:lnTo>
                  <a:lnTo>
                    <a:pt x="187" y="78"/>
                  </a:lnTo>
                  <a:lnTo>
                    <a:pt x="187" y="78"/>
                  </a:lnTo>
                  <a:lnTo>
                    <a:pt x="185" y="78"/>
                  </a:lnTo>
                  <a:lnTo>
                    <a:pt x="183" y="81"/>
                  </a:lnTo>
                  <a:lnTo>
                    <a:pt x="173" y="90"/>
                  </a:lnTo>
                  <a:lnTo>
                    <a:pt x="173" y="92"/>
                  </a:lnTo>
                  <a:lnTo>
                    <a:pt x="173" y="97"/>
                  </a:lnTo>
                  <a:lnTo>
                    <a:pt x="173" y="97"/>
                  </a:lnTo>
                  <a:lnTo>
                    <a:pt x="173" y="99"/>
                  </a:lnTo>
                  <a:lnTo>
                    <a:pt x="176" y="99"/>
                  </a:lnTo>
                  <a:lnTo>
                    <a:pt x="176" y="99"/>
                  </a:lnTo>
                  <a:lnTo>
                    <a:pt x="176" y="99"/>
                  </a:lnTo>
                  <a:lnTo>
                    <a:pt x="178" y="104"/>
                  </a:lnTo>
                  <a:lnTo>
                    <a:pt x="180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7"/>
                  </a:lnTo>
                  <a:lnTo>
                    <a:pt x="180" y="114"/>
                  </a:lnTo>
                  <a:lnTo>
                    <a:pt x="180" y="116"/>
                  </a:lnTo>
                  <a:lnTo>
                    <a:pt x="183" y="118"/>
                  </a:lnTo>
                  <a:lnTo>
                    <a:pt x="180" y="121"/>
                  </a:lnTo>
                  <a:lnTo>
                    <a:pt x="183" y="123"/>
                  </a:lnTo>
                  <a:lnTo>
                    <a:pt x="183" y="125"/>
                  </a:lnTo>
                  <a:lnTo>
                    <a:pt x="185" y="125"/>
                  </a:lnTo>
                  <a:lnTo>
                    <a:pt x="185" y="128"/>
                  </a:lnTo>
                  <a:lnTo>
                    <a:pt x="185" y="128"/>
                  </a:lnTo>
                  <a:lnTo>
                    <a:pt x="187" y="128"/>
                  </a:lnTo>
                  <a:lnTo>
                    <a:pt x="187" y="128"/>
                  </a:lnTo>
                  <a:lnTo>
                    <a:pt x="190" y="125"/>
                  </a:lnTo>
                  <a:lnTo>
                    <a:pt x="190" y="125"/>
                  </a:lnTo>
                  <a:lnTo>
                    <a:pt x="192" y="128"/>
                  </a:lnTo>
                  <a:lnTo>
                    <a:pt x="192" y="130"/>
                  </a:lnTo>
                  <a:lnTo>
                    <a:pt x="192" y="133"/>
                  </a:lnTo>
                  <a:lnTo>
                    <a:pt x="192" y="135"/>
                  </a:lnTo>
                  <a:lnTo>
                    <a:pt x="192" y="137"/>
                  </a:lnTo>
                  <a:lnTo>
                    <a:pt x="192" y="137"/>
                  </a:lnTo>
                  <a:lnTo>
                    <a:pt x="194" y="135"/>
                  </a:lnTo>
                  <a:lnTo>
                    <a:pt x="197" y="137"/>
                  </a:lnTo>
                  <a:lnTo>
                    <a:pt x="194" y="137"/>
                  </a:lnTo>
                  <a:lnTo>
                    <a:pt x="194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9" y="135"/>
                  </a:lnTo>
                  <a:lnTo>
                    <a:pt x="199" y="133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199" y="130"/>
                  </a:lnTo>
                  <a:lnTo>
                    <a:pt x="199" y="128"/>
                  </a:lnTo>
                  <a:lnTo>
                    <a:pt x="199" y="125"/>
                  </a:lnTo>
                  <a:lnTo>
                    <a:pt x="194" y="118"/>
                  </a:lnTo>
                  <a:lnTo>
                    <a:pt x="192" y="118"/>
                  </a:lnTo>
                  <a:lnTo>
                    <a:pt x="192" y="116"/>
                  </a:lnTo>
                  <a:lnTo>
                    <a:pt x="190" y="114"/>
                  </a:lnTo>
                  <a:lnTo>
                    <a:pt x="187" y="116"/>
                  </a:lnTo>
                  <a:lnTo>
                    <a:pt x="187" y="118"/>
                  </a:lnTo>
                  <a:lnTo>
                    <a:pt x="190" y="121"/>
                  </a:lnTo>
                  <a:lnTo>
                    <a:pt x="187" y="123"/>
                  </a:lnTo>
                  <a:lnTo>
                    <a:pt x="185" y="123"/>
                  </a:lnTo>
                  <a:lnTo>
                    <a:pt x="185" y="121"/>
                  </a:lnTo>
                  <a:lnTo>
                    <a:pt x="185" y="116"/>
                  </a:lnTo>
                  <a:lnTo>
                    <a:pt x="187" y="109"/>
                  </a:lnTo>
                  <a:lnTo>
                    <a:pt x="187" y="104"/>
                  </a:lnTo>
                  <a:lnTo>
                    <a:pt x="187" y="102"/>
                  </a:lnTo>
                  <a:lnTo>
                    <a:pt x="185" y="99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0" y="95"/>
                  </a:lnTo>
                  <a:lnTo>
                    <a:pt x="180" y="95"/>
                  </a:lnTo>
                  <a:lnTo>
                    <a:pt x="178" y="95"/>
                  </a:lnTo>
                  <a:lnTo>
                    <a:pt x="176" y="95"/>
                  </a:lnTo>
                  <a:lnTo>
                    <a:pt x="176" y="92"/>
                  </a:lnTo>
                  <a:lnTo>
                    <a:pt x="180" y="95"/>
                  </a:lnTo>
                  <a:lnTo>
                    <a:pt x="183" y="92"/>
                  </a:lnTo>
                  <a:lnTo>
                    <a:pt x="183" y="92"/>
                  </a:lnTo>
                  <a:lnTo>
                    <a:pt x="183" y="90"/>
                  </a:lnTo>
                  <a:lnTo>
                    <a:pt x="183" y="88"/>
                  </a:lnTo>
                  <a:lnTo>
                    <a:pt x="185" y="92"/>
                  </a:lnTo>
                  <a:lnTo>
                    <a:pt x="185" y="90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4" y="90"/>
                  </a:lnTo>
                  <a:lnTo>
                    <a:pt x="194" y="88"/>
                  </a:lnTo>
                  <a:lnTo>
                    <a:pt x="190" y="83"/>
                  </a:lnTo>
                  <a:lnTo>
                    <a:pt x="190" y="81"/>
                  </a:lnTo>
                  <a:lnTo>
                    <a:pt x="190" y="78"/>
                  </a:lnTo>
                  <a:lnTo>
                    <a:pt x="190" y="78"/>
                  </a:lnTo>
                  <a:lnTo>
                    <a:pt x="190" y="78"/>
                  </a:lnTo>
                  <a:lnTo>
                    <a:pt x="190" y="76"/>
                  </a:lnTo>
                  <a:close/>
                  <a:moveTo>
                    <a:pt x="194" y="40"/>
                  </a:moveTo>
                  <a:lnTo>
                    <a:pt x="194" y="40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94" y="43"/>
                  </a:lnTo>
                  <a:lnTo>
                    <a:pt x="197" y="43"/>
                  </a:lnTo>
                  <a:lnTo>
                    <a:pt x="197" y="40"/>
                  </a:lnTo>
                  <a:lnTo>
                    <a:pt x="197" y="40"/>
                  </a:lnTo>
                  <a:lnTo>
                    <a:pt x="194" y="38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94" y="40"/>
                  </a:lnTo>
                  <a:close/>
                  <a:moveTo>
                    <a:pt x="190" y="40"/>
                  </a:moveTo>
                  <a:lnTo>
                    <a:pt x="190" y="36"/>
                  </a:lnTo>
                  <a:lnTo>
                    <a:pt x="187" y="36"/>
                  </a:lnTo>
                  <a:lnTo>
                    <a:pt x="187" y="36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90" y="43"/>
                  </a:lnTo>
                  <a:lnTo>
                    <a:pt x="190" y="45"/>
                  </a:lnTo>
                  <a:lnTo>
                    <a:pt x="192" y="45"/>
                  </a:lnTo>
                  <a:lnTo>
                    <a:pt x="192" y="47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194" y="45"/>
                  </a:lnTo>
                  <a:lnTo>
                    <a:pt x="194" y="43"/>
                  </a:lnTo>
                  <a:lnTo>
                    <a:pt x="194" y="43"/>
                  </a:lnTo>
                  <a:lnTo>
                    <a:pt x="192" y="43"/>
                  </a:lnTo>
                  <a:lnTo>
                    <a:pt x="192" y="40"/>
                  </a:lnTo>
                  <a:lnTo>
                    <a:pt x="190" y="40"/>
                  </a:lnTo>
                  <a:close/>
                  <a:moveTo>
                    <a:pt x="187" y="50"/>
                  </a:moveTo>
                  <a:lnTo>
                    <a:pt x="187" y="50"/>
                  </a:lnTo>
                  <a:lnTo>
                    <a:pt x="190" y="52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87" y="50"/>
                  </a:lnTo>
                  <a:lnTo>
                    <a:pt x="187" y="50"/>
                  </a:lnTo>
                  <a:close/>
                  <a:moveTo>
                    <a:pt x="185" y="52"/>
                  </a:moveTo>
                  <a:lnTo>
                    <a:pt x="185" y="52"/>
                  </a:lnTo>
                  <a:lnTo>
                    <a:pt x="185" y="50"/>
                  </a:lnTo>
                  <a:lnTo>
                    <a:pt x="183" y="50"/>
                  </a:lnTo>
                  <a:lnTo>
                    <a:pt x="183" y="52"/>
                  </a:lnTo>
                  <a:lnTo>
                    <a:pt x="183" y="54"/>
                  </a:lnTo>
                  <a:lnTo>
                    <a:pt x="183" y="57"/>
                  </a:lnTo>
                  <a:lnTo>
                    <a:pt x="183" y="57"/>
                  </a:lnTo>
                  <a:lnTo>
                    <a:pt x="185" y="59"/>
                  </a:lnTo>
                  <a:lnTo>
                    <a:pt x="185" y="59"/>
                  </a:lnTo>
                  <a:lnTo>
                    <a:pt x="185" y="57"/>
                  </a:lnTo>
                  <a:lnTo>
                    <a:pt x="185" y="57"/>
                  </a:lnTo>
                  <a:lnTo>
                    <a:pt x="187" y="57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5" y="52"/>
                  </a:lnTo>
                  <a:lnTo>
                    <a:pt x="185" y="52"/>
                  </a:lnTo>
                  <a:close/>
                  <a:moveTo>
                    <a:pt x="178" y="199"/>
                  </a:moveTo>
                  <a:lnTo>
                    <a:pt x="176" y="199"/>
                  </a:lnTo>
                  <a:lnTo>
                    <a:pt x="176" y="199"/>
                  </a:lnTo>
                  <a:lnTo>
                    <a:pt x="176" y="201"/>
                  </a:lnTo>
                  <a:lnTo>
                    <a:pt x="176" y="204"/>
                  </a:lnTo>
                  <a:lnTo>
                    <a:pt x="178" y="201"/>
                  </a:lnTo>
                  <a:lnTo>
                    <a:pt x="180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6"/>
                  </a:lnTo>
                  <a:lnTo>
                    <a:pt x="183" y="196"/>
                  </a:lnTo>
                  <a:lnTo>
                    <a:pt x="180" y="194"/>
                  </a:lnTo>
                  <a:lnTo>
                    <a:pt x="180" y="192"/>
                  </a:lnTo>
                  <a:lnTo>
                    <a:pt x="180" y="192"/>
                  </a:lnTo>
                  <a:lnTo>
                    <a:pt x="180" y="189"/>
                  </a:lnTo>
                  <a:lnTo>
                    <a:pt x="180" y="187"/>
                  </a:lnTo>
                  <a:lnTo>
                    <a:pt x="180" y="187"/>
                  </a:lnTo>
                  <a:lnTo>
                    <a:pt x="180" y="187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78" y="185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3" y="196"/>
                  </a:lnTo>
                  <a:lnTo>
                    <a:pt x="171" y="196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201"/>
                  </a:lnTo>
                  <a:lnTo>
                    <a:pt x="171" y="201"/>
                  </a:lnTo>
                  <a:lnTo>
                    <a:pt x="171" y="201"/>
                  </a:lnTo>
                  <a:lnTo>
                    <a:pt x="173" y="204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76" y="199"/>
                  </a:lnTo>
                  <a:lnTo>
                    <a:pt x="176" y="196"/>
                  </a:lnTo>
                  <a:lnTo>
                    <a:pt x="176" y="196"/>
                  </a:lnTo>
                  <a:lnTo>
                    <a:pt x="178" y="196"/>
                  </a:lnTo>
                  <a:lnTo>
                    <a:pt x="178" y="196"/>
                  </a:lnTo>
                  <a:lnTo>
                    <a:pt x="178" y="196"/>
                  </a:lnTo>
                  <a:lnTo>
                    <a:pt x="180" y="196"/>
                  </a:lnTo>
                  <a:lnTo>
                    <a:pt x="178" y="196"/>
                  </a:lnTo>
                  <a:lnTo>
                    <a:pt x="178" y="199"/>
                  </a:lnTo>
                  <a:close/>
                  <a:moveTo>
                    <a:pt x="173" y="170"/>
                  </a:moveTo>
                  <a:lnTo>
                    <a:pt x="173" y="170"/>
                  </a:lnTo>
                  <a:lnTo>
                    <a:pt x="173" y="170"/>
                  </a:lnTo>
                  <a:lnTo>
                    <a:pt x="176" y="170"/>
                  </a:lnTo>
                  <a:lnTo>
                    <a:pt x="176" y="173"/>
                  </a:lnTo>
                  <a:lnTo>
                    <a:pt x="178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0"/>
                  </a:lnTo>
                  <a:lnTo>
                    <a:pt x="180" y="170"/>
                  </a:lnTo>
                  <a:lnTo>
                    <a:pt x="180" y="170"/>
                  </a:lnTo>
                  <a:lnTo>
                    <a:pt x="180" y="168"/>
                  </a:lnTo>
                  <a:lnTo>
                    <a:pt x="178" y="168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80" y="166"/>
                  </a:lnTo>
                  <a:lnTo>
                    <a:pt x="180" y="166"/>
                  </a:lnTo>
                  <a:lnTo>
                    <a:pt x="180" y="163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8" y="156"/>
                  </a:lnTo>
                  <a:lnTo>
                    <a:pt x="178" y="156"/>
                  </a:lnTo>
                  <a:lnTo>
                    <a:pt x="178" y="156"/>
                  </a:lnTo>
                  <a:lnTo>
                    <a:pt x="176" y="159"/>
                  </a:lnTo>
                  <a:lnTo>
                    <a:pt x="176" y="159"/>
                  </a:lnTo>
                  <a:lnTo>
                    <a:pt x="176" y="161"/>
                  </a:lnTo>
                  <a:lnTo>
                    <a:pt x="173" y="161"/>
                  </a:lnTo>
                  <a:lnTo>
                    <a:pt x="173" y="163"/>
                  </a:lnTo>
                  <a:lnTo>
                    <a:pt x="173" y="163"/>
                  </a:lnTo>
                  <a:lnTo>
                    <a:pt x="173" y="166"/>
                  </a:lnTo>
                  <a:lnTo>
                    <a:pt x="173" y="166"/>
                  </a:lnTo>
                  <a:lnTo>
                    <a:pt x="173" y="168"/>
                  </a:lnTo>
                  <a:lnTo>
                    <a:pt x="173" y="170"/>
                  </a:lnTo>
                  <a:close/>
                  <a:moveTo>
                    <a:pt x="152" y="215"/>
                  </a:moveTo>
                  <a:lnTo>
                    <a:pt x="149" y="215"/>
                  </a:lnTo>
                  <a:lnTo>
                    <a:pt x="149" y="218"/>
                  </a:lnTo>
                  <a:lnTo>
                    <a:pt x="149" y="218"/>
                  </a:lnTo>
                  <a:lnTo>
                    <a:pt x="147" y="218"/>
                  </a:lnTo>
                  <a:lnTo>
                    <a:pt x="147" y="218"/>
                  </a:lnTo>
                  <a:lnTo>
                    <a:pt x="147" y="220"/>
                  </a:lnTo>
                  <a:lnTo>
                    <a:pt x="147" y="220"/>
                  </a:lnTo>
                  <a:lnTo>
                    <a:pt x="147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52" y="223"/>
                  </a:lnTo>
                  <a:lnTo>
                    <a:pt x="152" y="223"/>
                  </a:lnTo>
                  <a:lnTo>
                    <a:pt x="154" y="220"/>
                  </a:lnTo>
                  <a:lnTo>
                    <a:pt x="154" y="218"/>
                  </a:lnTo>
                  <a:lnTo>
                    <a:pt x="154" y="218"/>
                  </a:lnTo>
                  <a:lnTo>
                    <a:pt x="152" y="218"/>
                  </a:lnTo>
                  <a:lnTo>
                    <a:pt x="152" y="215"/>
                  </a:lnTo>
                  <a:close/>
                  <a:moveTo>
                    <a:pt x="140" y="204"/>
                  </a:moveTo>
                  <a:lnTo>
                    <a:pt x="140" y="201"/>
                  </a:lnTo>
                  <a:lnTo>
                    <a:pt x="140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8" y="201"/>
                  </a:lnTo>
                  <a:lnTo>
                    <a:pt x="138" y="201"/>
                  </a:lnTo>
                  <a:lnTo>
                    <a:pt x="135" y="201"/>
                  </a:lnTo>
                  <a:lnTo>
                    <a:pt x="135" y="201"/>
                  </a:lnTo>
                  <a:lnTo>
                    <a:pt x="135" y="204"/>
                  </a:lnTo>
                  <a:lnTo>
                    <a:pt x="133" y="206"/>
                  </a:lnTo>
                  <a:lnTo>
                    <a:pt x="133" y="206"/>
                  </a:lnTo>
                  <a:lnTo>
                    <a:pt x="133" y="208"/>
                  </a:lnTo>
                  <a:lnTo>
                    <a:pt x="135" y="211"/>
                  </a:lnTo>
                  <a:lnTo>
                    <a:pt x="135" y="211"/>
                  </a:lnTo>
                  <a:lnTo>
                    <a:pt x="135" y="211"/>
                  </a:lnTo>
                  <a:lnTo>
                    <a:pt x="135" y="213"/>
                  </a:lnTo>
                  <a:lnTo>
                    <a:pt x="135" y="213"/>
                  </a:lnTo>
                  <a:lnTo>
                    <a:pt x="135" y="215"/>
                  </a:lnTo>
                  <a:lnTo>
                    <a:pt x="138" y="213"/>
                  </a:lnTo>
                  <a:lnTo>
                    <a:pt x="140" y="213"/>
                  </a:lnTo>
                  <a:lnTo>
                    <a:pt x="140" y="211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38" y="206"/>
                  </a:lnTo>
                  <a:lnTo>
                    <a:pt x="138" y="204"/>
                  </a:lnTo>
                  <a:lnTo>
                    <a:pt x="140" y="204"/>
                  </a:lnTo>
                  <a:close/>
                  <a:moveTo>
                    <a:pt x="22" y="275"/>
                  </a:moveTo>
                  <a:lnTo>
                    <a:pt x="22" y="275"/>
                  </a:lnTo>
                  <a:lnTo>
                    <a:pt x="22" y="277"/>
                  </a:lnTo>
                  <a:lnTo>
                    <a:pt x="24" y="282"/>
                  </a:lnTo>
                  <a:lnTo>
                    <a:pt x="24" y="279"/>
                  </a:lnTo>
                  <a:lnTo>
                    <a:pt x="24" y="279"/>
                  </a:lnTo>
                  <a:lnTo>
                    <a:pt x="26" y="277"/>
                  </a:lnTo>
                  <a:lnTo>
                    <a:pt x="26" y="275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4" y="270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5"/>
                  </a:lnTo>
                  <a:lnTo>
                    <a:pt x="22" y="275"/>
                  </a:lnTo>
                  <a:close/>
                  <a:moveTo>
                    <a:pt x="147" y="38"/>
                  </a:moveTo>
                  <a:lnTo>
                    <a:pt x="149" y="38"/>
                  </a:lnTo>
                  <a:lnTo>
                    <a:pt x="149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49" y="38"/>
                  </a:lnTo>
                  <a:lnTo>
                    <a:pt x="149" y="38"/>
                  </a:lnTo>
                  <a:lnTo>
                    <a:pt x="149" y="38"/>
                  </a:lnTo>
                  <a:lnTo>
                    <a:pt x="147" y="38"/>
                  </a:lnTo>
                  <a:lnTo>
                    <a:pt x="147" y="38"/>
                  </a:lnTo>
                  <a:close/>
                  <a:moveTo>
                    <a:pt x="159" y="36"/>
                  </a:moveTo>
                  <a:lnTo>
                    <a:pt x="159" y="36"/>
                  </a:lnTo>
                  <a:lnTo>
                    <a:pt x="159" y="36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1" y="33"/>
                  </a:lnTo>
                  <a:lnTo>
                    <a:pt x="161" y="31"/>
                  </a:lnTo>
                  <a:lnTo>
                    <a:pt x="159" y="31"/>
                  </a:lnTo>
                  <a:lnTo>
                    <a:pt x="159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9" y="36"/>
                  </a:lnTo>
                  <a:lnTo>
                    <a:pt x="159" y="36"/>
                  </a:lnTo>
                  <a:close/>
                  <a:moveTo>
                    <a:pt x="149" y="43"/>
                  </a:moveTo>
                  <a:lnTo>
                    <a:pt x="147" y="43"/>
                  </a:lnTo>
                  <a:lnTo>
                    <a:pt x="145" y="43"/>
                  </a:lnTo>
                  <a:lnTo>
                    <a:pt x="145" y="45"/>
                  </a:lnTo>
                  <a:lnTo>
                    <a:pt x="145" y="45"/>
                  </a:lnTo>
                  <a:lnTo>
                    <a:pt x="145" y="50"/>
                  </a:lnTo>
                  <a:lnTo>
                    <a:pt x="145" y="54"/>
                  </a:lnTo>
                  <a:lnTo>
                    <a:pt x="145" y="54"/>
                  </a:lnTo>
                  <a:lnTo>
                    <a:pt x="145" y="57"/>
                  </a:lnTo>
                  <a:lnTo>
                    <a:pt x="147" y="57"/>
                  </a:lnTo>
                  <a:lnTo>
                    <a:pt x="147" y="57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4"/>
                  </a:lnTo>
                  <a:lnTo>
                    <a:pt x="157" y="64"/>
                  </a:lnTo>
                  <a:lnTo>
                    <a:pt x="157" y="64"/>
                  </a:lnTo>
                  <a:lnTo>
                    <a:pt x="159" y="64"/>
                  </a:lnTo>
                  <a:lnTo>
                    <a:pt x="159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4"/>
                  </a:lnTo>
                  <a:lnTo>
                    <a:pt x="161" y="54"/>
                  </a:lnTo>
                  <a:lnTo>
                    <a:pt x="159" y="52"/>
                  </a:lnTo>
                  <a:lnTo>
                    <a:pt x="157" y="50"/>
                  </a:lnTo>
                  <a:lnTo>
                    <a:pt x="154" y="47"/>
                  </a:lnTo>
                  <a:lnTo>
                    <a:pt x="154" y="47"/>
                  </a:lnTo>
                  <a:lnTo>
                    <a:pt x="152" y="45"/>
                  </a:lnTo>
                  <a:lnTo>
                    <a:pt x="152" y="43"/>
                  </a:lnTo>
                  <a:lnTo>
                    <a:pt x="149" y="43"/>
                  </a:lnTo>
                  <a:close/>
                  <a:moveTo>
                    <a:pt x="670" y="92"/>
                  </a:moveTo>
                  <a:lnTo>
                    <a:pt x="651" y="90"/>
                  </a:lnTo>
                  <a:lnTo>
                    <a:pt x="632" y="88"/>
                  </a:lnTo>
                  <a:lnTo>
                    <a:pt x="613" y="83"/>
                  </a:lnTo>
                  <a:lnTo>
                    <a:pt x="594" y="81"/>
                  </a:lnTo>
                  <a:lnTo>
                    <a:pt x="575" y="78"/>
                  </a:lnTo>
                  <a:lnTo>
                    <a:pt x="556" y="73"/>
                  </a:lnTo>
                  <a:lnTo>
                    <a:pt x="537" y="71"/>
                  </a:lnTo>
                  <a:lnTo>
                    <a:pt x="518" y="69"/>
                  </a:lnTo>
                  <a:lnTo>
                    <a:pt x="500" y="64"/>
                  </a:lnTo>
                  <a:lnTo>
                    <a:pt x="481" y="62"/>
                  </a:lnTo>
                  <a:lnTo>
                    <a:pt x="462" y="57"/>
                  </a:lnTo>
                  <a:lnTo>
                    <a:pt x="443" y="54"/>
                  </a:lnTo>
                  <a:lnTo>
                    <a:pt x="424" y="52"/>
                  </a:lnTo>
                  <a:lnTo>
                    <a:pt x="405" y="47"/>
                  </a:lnTo>
                  <a:lnTo>
                    <a:pt x="386" y="45"/>
                  </a:lnTo>
                  <a:lnTo>
                    <a:pt x="367" y="40"/>
                  </a:lnTo>
                  <a:lnTo>
                    <a:pt x="348" y="38"/>
                  </a:lnTo>
                  <a:lnTo>
                    <a:pt x="329" y="33"/>
                  </a:lnTo>
                  <a:lnTo>
                    <a:pt x="313" y="28"/>
                  </a:lnTo>
                  <a:lnTo>
                    <a:pt x="294" y="26"/>
                  </a:lnTo>
                  <a:lnTo>
                    <a:pt x="275" y="21"/>
                  </a:lnTo>
                  <a:lnTo>
                    <a:pt x="256" y="19"/>
                  </a:lnTo>
                  <a:lnTo>
                    <a:pt x="237" y="14"/>
                  </a:lnTo>
                  <a:lnTo>
                    <a:pt x="218" y="12"/>
                  </a:lnTo>
                  <a:lnTo>
                    <a:pt x="199" y="7"/>
                  </a:lnTo>
                  <a:lnTo>
                    <a:pt x="190" y="5"/>
                  </a:lnTo>
                  <a:lnTo>
                    <a:pt x="190" y="5"/>
                  </a:lnTo>
                  <a:lnTo>
                    <a:pt x="192" y="7"/>
                  </a:lnTo>
                  <a:lnTo>
                    <a:pt x="192" y="9"/>
                  </a:lnTo>
                  <a:lnTo>
                    <a:pt x="187" y="7"/>
                  </a:lnTo>
                  <a:lnTo>
                    <a:pt x="185" y="7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90" y="12"/>
                  </a:lnTo>
                  <a:lnTo>
                    <a:pt x="190" y="14"/>
                  </a:lnTo>
                  <a:lnTo>
                    <a:pt x="190" y="14"/>
                  </a:lnTo>
                  <a:lnTo>
                    <a:pt x="187" y="14"/>
                  </a:lnTo>
                  <a:lnTo>
                    <a:pt x="187" y="17"/>
                  </a:lnTo>
                  <a:lnTo>
                    <a:pt x="187" y="17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90" y="24"/>
                  </a:lnTo>
                  <a:lnTo>
                    <a:pt x="192" y="26"/>
                  </a:lnTo>
                  <a:lnTo>
                    <a:pt x="192" y="26"/>
                  </a:lnTo>
                  <a:lnTo>
                    <a:pt x="190" y="31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4" y="31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94" y="38"/>
                  </a:lnTo>
                  <a:lnTo>
                    <a:pt x="197" y="36"/>
                  </a:lnTo>
                  <a:lnTo>
                    <a:pt x="199" y="33"/>
                  </a:lnTo>
                  <a:lnTo>
                    <a:pt x="202" y="33"/>
                  </a:lnTo>
                  <a:lnTo>
                    <a:pt x="202" y="33"/>
                  </a:lnTo>
                  <a:lnTo>
                    <a:pt x="204" y="36"/>
                  </a:lnTo>
                  <a:lnTo>
                    <a:pt x="206" y="38"/>
                  </a:lnTo>
                  <a:lnTo>
                    <a:pt x="206" y="38"/>
                  </a:lnTo>
                  <a:lnTo>
                    <a:pt x="204" y="43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04" y="50"/>
                  </a:lnTo>
                  <a:lnTo>
                    <a:pt x="204" y="50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9" y="57"/>
                  </a:lnTo>
                  <a:lnTo>
                    <a:pt x="209" y="59"/>
                  </a:lnTo>
                  <a:lnTo>
                    <a:pt x="206" y="59"/>
                  </a:lnTo>
                  <a:lnTo>
                    <a:pt x="204" y="62"/>
                  </a:lnTo>
                  <a:lnTo>
                    <a:pt x="204" y="59"/>
                  </a:lnTo>
                  <a:lnTo>
                    <a:pt x="202" y="57"/>
                  </a:lnTo>
                  <a:lnTo>
                    <a:pt x="199" y="54"/>
                  </a:lnTo>
                  <a:lnTo>
                    <a:pt x="197" y="54"/>
                  </a:lnTo>
                  <a:lnTo>
                    <a:pt x="197" y="57"/>
                  </a:lnTo>
                  <a:lnTo>
                    <a:pt x="202" y="59"/>
                  </a:lnTo>
                  <a:lnTo>
                    <a:pt x="202" y="62"/>
                  </a:lnTo>
                  <a:lnTo>
                    <a:pt x="202" y="64"/>
                  </a:lnTo>
                  <a:lnTo>
                    <a:pt x="202" y="66"/>
                  </a:lnTo>
                  <a:lnTo>
                    <a:pt x="202" y="69"/>
                  </a:lnTo>
                  <a:lnTo>
                    <a:pt x="202" y="69"/>
                  </a:lnTo>
                  <a:lnTo>
                    <a:pt x="202" y="71"/>
                  </a:lnTo>
                  <a:lnTo>
                    <a:pt x="202" y="71"/>
                  </a:lnTo>
                  <a:lnTo>
                    <a:pt x="202" y="71"/>
                  </a:lnTo>
                  <a:lnTo>
                    <a:pt x="199" y="73"/>
                  </a:lnTo>
                  <a:lnTo>
                    <a:pt x="199" y="71"/>
                  </a:lnTo>
                  <a:lnTo>
                    <a:pt x="197" y="71"/>
                  </a:lnTo>
                  <a:lnTo>
                    <a:pt x="197" y="69"/>
                  </a:lnTo>
                  <a:lnTo>
                    <a:pt x="194" y="66"/>
                  </a:lnTo>
                  <a:lnTo>
                    <a:pt x="192" y="66"/>
                  </a:lnTo>
                  <a:lnTo>
                    <a:pt x="192" y="71"/>
                  </a:lnTo>
                  <a:lnTo>
                    <a:pt x="192" y="69"/>
                  </a:lnTo>
                  <a:lnTo>
                    <a:pt x="190" y="64"/>
                  </a:lnTo>
                  <a:lnTo>
                    <a:pt x="190" y="62"/>
                  </a:lnTo>
                  <a:lnTo>
                    <a:pt x="187" y="64"/>
                  </a:lnTo>
                  <a:lnTo>
                    <a:pt x="185" y="64"/>
                  </a:lnTo>
                  <a:lnTo>
                    <a:pt x="185" y="64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6"/>
                  </a:lnTo>
                  <a:lnTo>
                    <a:pt x="185" y="66"/>
                  </a:lnTo>
                  <a:lnTo>
                    <a:pt x="185" y="66"/>
                  </a:lnTo>
                  <a:lnTo>
                    <a:pt x="185" y="69"/>
                  </a:lnTo>
                  <a:lnTo>
                    <a:pt x="185" y="71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73"/>
                  </a:lnTo>
                  <a:lnTo>
                    <a:pt x="185" y="73"/>
                  </a:lnTo>
                  <a:lnTo>
                    <a:pt x="185" y="76"/>
                  </a:lnTo>
                  <a:lnTo>
                    <a:pt x="187" y="76"/>
                  </a:lnTo>
                  <a:lnTo>
                    <a:pt x="187" y="76"/>
                  </a:lnTo>
                  <a:lnTo>
                    <a:pt x="190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4" y="73"/>
                  </a:lnTo>
                  <a:lnTo>
                    <a:pt x="194" y="73"/>
                  </a:lnTo>
                  <a:lnTo>
                    <a:pt x="192" y="76"/>
                  </a:lnTo>
                  <a:lnTo>
                    <a:pt x="192" y="76"/>
                  </a:lnTo>
                  <a:lnTo>
                    <a:pt x="194" y="78"/>
                  </a:lnTo>
                  <a:lnTo>
                    <a:pt x="194" y="81"/>
                  </a:lnTo>
                  <a:lnTo>
                    <a:pt x="194" y="81"/>
                  </a:lnTo>
                  <a:lnTo>
                    <a:pt x="197" y="83"/>
                  </a:lnTo>
                  <a:lnTo>
                    <a:pt x="199" y="83"/>
                  </a:lnTo>
                  <a:lnTo>
                    <a:pt x="199" y="83"/>
                  </a:lnTo>
                  <a:lnTo>
                    <a:pt x="202" y="85"/>
                  </a:lnTo>
                  <a:lnTo>
                    <a:pt x="204" y="88"/>
                  </a:lnTo>
                  <a:lnTo>
                    <a:pt x="206" y="90"/>
                  </a:lnTo>
                  <a:lnTo>
                    <a:pt x="206" y="92"/>
                  </a:lnTo>
                  <a:lnTo>
                    <a:pt x="206" y="92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04" y="99"/>
                  </a:lnTo>
                  <a:lnTo>
                    <a:pt x="204" y="99"/>
                  </a:lnTo>
                  <a:lnTo>
                    <a:pt x="202" y="97"/>
                  </a:lnTo>
                  <a:lnTo>
                    <a:pt x="202" y="97"/>
                  </a:lnTo>
                  <a:lnTo>
                    <a:pt x="202" y="95"/>
                  </a:lnTo>
                  <a:lnTo>
                    <a:pt x="199" y="95"/>
                  </a:lnTo>
                  <a:lnTo>
                    <a:pt x="197" y="95"/>
                  </a:lnTo>
                  <a:lnTo>
                    <a:pt x="194" y="95"/>
                  </a:lnTo>
                  <a:lnTo>
                    <a:pt x="192" y="97"/>
                  </a:lnTo>
                  <a:lnTo>
                    <a:pt x="192" y="99"/>
                  </a:lnTo>
                  <a:lnTo>
                    <a:pt x="190" y="102"/>
                  </a:lnTo>
                  <a:lnTo>
                    <a:pt x="190" y="104"/>
                  </a:lnTo>
                  <a:lnTo>
                    <a:pt x="192" y="107"/>
                  </a:lnTo>
                  <a:lnTo>
                    <a:pt x="192" y="109"/>
                  </a:lnTo>
                  <a:lnTo>
                    <a:pt x="199" y="116"/>
                  </a:lnTo>
                  <a:lnTo>
                    <a:pt x="199" y="116"/>
                  </a:lnTo>
                  <a:lnTo>
                    <a:pt x="202" y="121"/>
                  </a:lnTo>
                  <a:lnTo>
                    <a:pt x="202" y="121"/>
                  </a:lnTo>
                  <a:lnTo>
                    <a:pt x="204" y="121"/>
                  </a:lnTo>
                  <a:lnTo>
                    <a:pt x="202" y="116"/>
                  </a:lnTo>
                  <a:lnTo>
                    <a:pt x="202" y="116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97" y="111"/>
                  </a:lnTo>
                  <a:lnTo>
                    <a:pt x="197" y="109"/>
                  </a:lnTo>
                  <a:lnTo>
                    <a:pt x="197" y="109"/>
                  </a:lnTo>
                  <a:lnTo>
                    <a:pt x="194" y="107"/>
                  </a:lnTo>
                  <a:lnTo>
                    <a:pt x="194" y="104"/>
                  </a:lnTo>
                  <a:lnTo>
                    <a:pt x="197" y="102"/>
                  </a:lnTo>
                  <a:lnTo>
                    <a:pt x="199" y="102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04" y="102"/>
                  </a:lnTo>
                  <a:lnTo>
                    <a:pt x="204" y="104"/>
                  </a:lnTo>
                  <a:lnTo>
                    <a:pt x="204" y="109"/>
                  </a:lnTo>
                  <a:lnTo>
                    <a:pt x="204" y="114"/>
                  </a:lnTo>
                  <a:lnTo>
                    <a:pt x="204" y="116"/>
                  </a:lnTo>
                  <a:lnTo>
                    <a:pt x="206" y="121"/>
                  </a:lnTo>
                  <a:lnTo>
                    <a:pt x="211" y="125"/>
                  </a:lnTo>
                  <a:lnTo>
                    <a:pt x="213" y="125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13" y="128"/>
                  </a:lnTo>
                  <a:lnTo>
                    <a:pt x="213" y="130"/>
                  </a:lnTo>
                  <a:lnTo>
                    <a:pt x="213" y="130"/>
                  </a:lnTo>
                  <a:lnTo>
                    <a:pt x="211" y="133"/>
                  </a:lnTo>
                  <a:lnTo>
                    <a:pt x="211" y="133"/>
                  </a:lnTo>
                  <a:lnTo>
                    <a:pt x="206" y="133"/>
                  </a:lnTo>
                  <a:lnTo>
                    <a:pt x="206" y="133"/>
                  </a:lnTo>
                  <a:lnTo>
                    <a:pt x="206" y="133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2" y="135"/>
                  </a:lnTo>
                  <a:lnTo>
                    <a:pt x="202" y="137"/>
                  </a:lnTo>
                  <a:lnTo>
                    <a:pt x="202" y="137"/>
                  </a:lnTo>
                  <a:lnTo>
                    <a:pt x="199" y="140"/>
                  </a:lnTo>
                  <a:lnTo>
                    <a:pt x="199" y="142"/>
                  </a:lnTo>
                  <a:lnTo>
                    <a:pt x="197" y="144"/>
                  </a:lnTo>
                  <a:lnTo>
                    <a:pt x="194" y="144"/>
                  </a:lnTo>
                  <a:lnTo>
                    <a:pt x="194" y="147"/>
                  </a:lnTo>
                  <a:lnTo>
                    <a:pt x="192" y="149"/>
                  </a:lnTo>
                  <a:lnTo>
                    <a:pt x="192" y="149"/>
                  </a:lnTo>
                  <a:lnTo>
                    <a:pt x="192" y="152"/>
                  </a:lnTo>
                  <a:lnTo>
                    <a:pt x="192" y="154"/>
                  </a:lnTo>
                  <a:lnTo>
                    <a:pt x="192" y="156"/>
                  </a:lnTo>
                  <a:lnTo>
                    <a:pt x="192" y="156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0" y="163"/>
                  </a:lnTo>
                  <a:lnTo>
                    <a:pt x="190" y="163"/>
                  </a:lnTo>
                  <a:lnTo>
                    <a:pt x="190" y="163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8"/>
                  </a:lnTo>
                  <a:lnTo>
                    <a:pt x="187" y="168"/>
                  </a:lnTo>
                  <a:lnTo>
                    <a:pt x="192" y="170"/>
                  </a:lnTo>
                  <a:lnTo>
                    <a:pt x="192" y="173"/>
                  </a:lnTo>
                  <a:lnTo>
                    <a:pt x="192" y="175"/>
                  </a:lnTo>
                  <a:lnTo>
                    <a:pt x="192" y="175"/>
                  </a:lnTo>
                  <a:lnTo>
                    <a:pt x="192" y="178"/>
                  </a:lnTo>
                  <a:lnTo>
                    <a:pt x="190" y="178"/>
                  </a:lnTo>
                  <a:lnTo>
                    <a:pt x="190" y="175"/>
                  </a:lnTo>
                  <a:lnTo>
                    <a:pt x="190" y="173"/>
                  </a:lnTo>
                  <a:lnTo>
                    <a:pt x="187" y="173"/>
                  </a:lnTo>
                  <a:lnTo>
                    <a:pt x="187" y="175"/>
                  </a:lnTo>
                  <a:lnTo>
                    <a:pt x="187" y="175"/>
                  </a:lnTo>
                  <a:lnTo>
                    <a:pt x="187" y="178"/>
                  </a:lnTo>
                  <a:lnTo>
                    <a:pt x="187" y="182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7"/>
                  </a:lnTo>
                  <a:lnTo>
                    <a:pt x="187" y="192"/>
                  </a:lnTo>
                  <a:lnTo>
                    <a:pt x="187" y="194"/>
                  </a:lnTo>
                  <a:lnTo>
                    <a:pt x="190" y="196"/>
                  </a:lnTo>
                  <a:lnTo>
                    <a:pt x="190" y="199"/>
                  </a:lnTo>
                  <a:lnTo>
                    <a:pt x="190" y="201"/>
                  </a:lnTo>
                  <a:lnTo>
                    <a:pt x="187" y="204"/>
                  </a:lnTo>
                  <a:lnTo>
                    <a:pt x="187" y="204"/>
                  </a:lnTo>
                  <a:lnTo>
                    <a:pt x="185" y="204"/>
                  </a:lnTo>
                  <a:lnTo>
                    <a:pt x="183" y="204"/>
                  </a:lnTo>
                  <a:lnTo>
                    <a:pt x="180" y="206"/>
                  </a:lnTo>
                  <a:lnTo>
                    <a:pt x="178" y="206"/>
                  </a:lnTo>
                  <a:lnTo>
                    <a:pt x="178" y="206"/>
                  </a:lnTo>
                  <a:lnTo>
                    <a:pt x="178" y="208"/>
                  </a:lnTo>
                  <a:lnTo>
                    <a:pt x="178" y="208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11"/>
                  </a:lnTo>
                  <a:lnTo>
                    <a:pt x="176" y="211"/>
                  </a:lnTo>
                  <a:lnTo>
                    <a:pt x="173" y="208"/>
                  </a:lnTo>
                  <a:lnTo>
                    <a:pt x="171" y="206"/>
                  </a:lnTo>
                  <a:lnTo>
                    <a:pt x="168" y="204"/>
                  </a:lnTo>
                  <a:lnTo>
                    <a:pt x="168" y="208"/>
                  </a:lnTo>
                  <a:lnTo>
                    <a:pt x="166" y="213"/>
                  </a:lnTo>
                  <a:lnTo>
                    <a:pt x="164" y="215"/>
                  </a:lnTo>
                  <a:lnTo>
                    <a:pt x="154" y="223"/>
                  </a:lnTo>
                  <a:lnTo>
                    <a:pt x="152" y="225"/>
                  </a:lnTo>
                  <a:lnTo>
                    <a:pt x="147" y="227"/>
                  </a:lnTo>
                  <a:lnTo>
                    <a:pt x="147" y="225"/>
                  </a:lnTo>
                  <a:lnTo>
                    <a:pt x="147" y="225"/>
                  </a:lnTo>
                  <a:lnTo>
                    <a:pt x="145" y="223"/>
                  </a:lnTo>
                  <a:lnTo>
                    <a:pt x="145" y="223"/>
                  </a:lnTo>
                  <a:lnTo>
                    <a:pt x="142" y="220"/>
                  </a:lnTo>
                  <a:lnTo>
                    <a:pt x="142" y="218"/>
                  </a:lnTo>
                  <a:lnTo>
                    <a:pt x="142" y="218"/>
                  </a:lnTo>
                  <a:lnTo>
                    <a:pt x="140" y="215"/>
                  </a:lnTo>
                  <a:lnTo>
                    <a:pt x="140" y="218"/>
                  </a:lnTo>
                  <a:lnTo>
                    <a:pt x="140" y="218"/>
                  </a:lnTo>
                  <a:lnTo>
                    <a:pt x="140" y="218"/>
                  </a:lnTo>
                  <a:lnTo>
                    <a:pt x="140" y="220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8" y="218"/>
                  </a:lnTo>
                  <a:lnTo>
                    <a:pt x="138" y="218"/>
                  </a:lnTo>
                  <a:lnTo>
                    <a:pt x="138" y="218"/>
                  </a:lnTo>
                  <a:lnTo>
                    <a:pt x="138" y="215"/>
                  </a:lnTo>
                  <a:lnTo>
                    <a:pt x="133" y="218"/>
                  </a:lnTo>
                  <a:lnTo>
                    <a:pt x="133" y="218"/>
                  </a:lnTo>
                  <a:lnTo>
                    <a:pt x="133" y="220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7"/>
                  </a:lnTo>
                  <a:lnTo>
                    <a:pt x="131" y="230"/>
                  </a:lnTo>
                  <a:lnTo>
                    <a:pt x="131" y="227"/>
                  </a:lnTo>
                  <a:lnTo>
                    <a:pt x="131" y="227"/>
                  </a:lnTo>
                  <a:lnTo>
                    <a:pt x="128" y="225"/>
                  </a:lnTo>
                  <a:lnTo>
                    <a:pt x="128" y="223"/>
                  </a:lnTo>
                  <a:lnTo>
                    <a:pt x="131" y="223"/>
                  </a:lnTo>
                  <a:lnTo>
                    <a:pt x="131" y="220"/>
                  </a:lnTo>
                  <a:lnTo>
                    <a:pt x="131" y="220"/>
                  </a:lnTo>
                  <a:lnTo>
                    <a:pt x="131" y="218"/>
                  </a:lnTo>
                  <a:lnTo>
                    <a:pt x="128" y="220"/>
                  </a:lnTo>
                  <a:lnTo>
                    <a:pt x="126" y="223"/>
                  </a:lnTo>
                  <a:lnTo>
                    <a:pt x="123" y="223"/>
                  </a:lnTo>
                  <a:lnTo>
                    <a:pt x="121" y="223"/>
                  </a:lnTo>
                  <a:lnTo>
                    <a:pt x="123" y="223"/>
                  </a:lnTo>
                  <a:lnTo>
                    <a:pt x="126" y="220"/>
                  </a:lnTo>
                  <a:lnTo>
                    <a:pt x="131" y="215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28" y="215"/>
                  </a:lnTo>
                  <a:lnTo>
                    <a:pt x="128" y="215"/>
                  </a:lnTo>
                  <a:lnTo>
                    <a:pt x="126" y="215"/>
                  </a:lnTo>
                  <a:lnTo>
                    <a:pt x="119" y="220"/>
                  </a:lnTo>
                  <a:lnTo>
                    <a:pt x="116" y="220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1" y="218"/>
                  </a:lnTo>
                  <a:lnTo>
                    <a:pt x="123" y="218"/>
                  </a:lnTo>
                  <a:lnTo>
                    <a:pt x="123" y="215"/>
                  </a:lnTo>
                  <a:lnTo>
                    <a:pt x="121" y="215"/>
                  </a:lnTo>
                  <a:lnTo>
                    <a:pt x="119" y="215"/>
                  </a:lnTo>
                  <a:lnTo>
                    <a:pt x="116" y="215"/>
                  </a:lnTo>
                  <a:lnTo>
                    <a:pt x="119" y="213"/>
                  </a:lnTo>
                  <a:lnTo>
                    <a:pt x="121" y="213"/>
                  </a:lnTo>
                  <a:lnTo>
                    <a:pt x="126" y="213"/>
                  </a:lnTo>
                  <a:lnTo>
                    <a:pt x="128" y="211"/>
                  </a:lnTo>
                  <a:lnTo>
                    <a:pt x="131" y="208"/>
                  </a:lnTo>
                  <a:lnTo>
                    <a:pt x="135" y="201"/>
                  </a:lnTo>
                  <a:lnTo>
                    <a:pt x="135" y="201"/>
                  </a:lnTo>
                  <a:lnTo>
                    <a:pt x="138" y="201"/>
                  </a:lnTo>
                  <a:lnTo>
                    <a:pt x="138" y="201"/>
                  </a:lnTo>
                  <a:lnTo>
                    <a:pt x="140" y="199"/>
                  </a:lnTo>
                  <a:lnTo>
                    <a:pt x="142" y="199"/>
                  </a:lnTo>
                  <a:lnTo>
                    <a:pt x="142" y="196"/>
                  </a:lnTo>
                  <a:lnTo>
                    <a:pt x="147" y="192"/>
                  </a:lnTo>
                  <a:lnTo>
                    <a:pt x="147" y="189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47" y="194"/>
                  </a:lnTo>
                  <a:lnTo>
                    <a:pt x="147" y="194"/>
                  </a:lnTo>
                  <a:lnTo>
                    <a:pt x="147" y="196"/>
                  </a:lnTo>
                  <a:lnTo>
                    <a:pt x="147" y="199"/>
                  </a:lnTo>
                  <a:lnTo>
                    <a:pt x="147" y="201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2" y="206"/>
                  </a:lnTo>
                  <a:lnTo>
                    <a:pt x="142" y="213"/>
                  </a:lnTo>
                  <a:lnTo>
                    <a:pt x="145" y="215"/>
                  </a:lnTo>
                  <a:lnTo>
                    <a:pt x="147" y="215"/>
                  </a:lnTo>
                  <a:lnTo>
                    <a:pt x="147" y="213"/>
                  </a:lnTo>
                  <a:lnTo>
                    <a:pt x="147" y="213"/>
                  </a:lnTo>
                  <a:lnTo>
                    <a:pt x="147" y="213"/>
                  </a:lnTo>
                  <a:lnTo>
                    <a:pt x="147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52" y="208"/>
                  </a:lnTo>
                  <a:lnTo>
                    <a:pt x="149" y="206"/>
                  </a:lnTo>
                  <a:lnTo>
                    <a:pt x="149" y="204"/>
                  </a:lnTo>
                  <a:lnTo>
                    <a:pt x="149" y="201"/>
                  </a:lnTo>
                  <a:lnTo>
                    <a:pt x="152" y="201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7" y="196"/>
                  </a:lnTo>
                  <a:lnTo>
                    <a:pt x="157" y="194"/>
                  </a:lnTo>
                  <a:lnTo>
                    <a:pt x="161" y="194"/>
                  </a:lnTo>
                  <a:lnTo>
                    <a:pt x="161" y="194"/>
                  </a:lnTo>
                  <a:lnTo>
                    <a:pt x="164" y="192"/>
                  </a:lnTo>
                  <a:lnTo>
                    <a:pt x="164" y="194"/>
                  </a:lnTo>
                  <a:lnTo>
                    <a:pt x="161" y="196"/>
                  </a:lnTo>
                  <a:lnTo>
                    <a:pt x="159" y="196"/>
                  </a:lnTo>
                  <a:lnTo>
                    <a:pt x="159" y="199"/>
                  </a:lnTo>
                  <a:lnTo>
                    <a:pt x="157" y="201"/>
                  </a:lnTo>
                  <a:lnTo>
                    <a:pt x="157" y="201"/>
                  </a:lnTo>
                  <a:lnTo>
                    <a:pt x="157" y="204"/>
                  </a:lnTo>
                  <a:lnTo>
                    <a:pt x="157" y="204"/>
                  </a:lnTo>
                  <a:lnTo>
                    <a:pt x="164" y="208"/>
                  </a:lnTo>
                  <a:lnTo>
                    <a:pt x="166" y="208"/>
                  </a:lnTo>
                  <a:lnTo>
                    <a:pt x="166" y="206"/>
                  </a:lnTo>
                  <a:lnTo>
                    <a:pt x="166" y="206"/>
                  </a:lnTo>
                  <a:lnTo>
                    <a:pt x="166" y="201"/>
                  </a:lnTo>
                  <a:lnTo>
                    <a:pt x="166" y="201"/>
                  </a:lnTo>
                  <a:lnTo>
                    <a:pt x="168" y="199"/>
                  </a:lnTo>
                  <a:lnTo>
                    <a:pt x="168" y="199"/>
                  </a:lnTo>
                  <a:lnTo>
                    <a:pt x="171" y="196"/>
                  </a:lnTo>
                  <a:lnTo>
                    <a:pt x="168" y="194"/>
                  </a:lnTo>
                  <a:lnTo>
                    <a:pt x="171" y="192"/>
                  </a:lnTo>
                  <a:lnTo>
                    <a:pt x="171" y="189"/>
                  </a:lnTo>
                  <a:lnTo>
                    <a:pt x="173" y="187"/>
                  </a:lnTo>
                  <a:lnTo>
                    <a:pt x="173" y="185"/>
                  </a:lnTo>
                  <a:lnTo>
                    <a:pt x="176" y="182"/>
                  </a:lnTo>
                  <a:lnTo>
                    <a:pt x="176" y="180"/>
                  </a:lnTo>
                  <a:lnTo>
                    <a:pt x="176" y="180"/>
                  </a:lnTo>
                  <a:lnTo>
                    <a:pt x="173" y="178"/>
                  </a:lnTo>
                  <a:lnTo>
                    <a:pt x="176" y="175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68" y="175"/>
                  </a:lnTo>
                  <a:lnTo>
                    <a:pt x="166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4" y="175"/>
                  </a:lnTo>
                  <a:lnTo>
                    <a:pt x="166" y="173"/>
                  </a:lnTo>
                  <a:lnTo>
                    <a:pt x="166" y="170"/>
                  </a:lnTo>
                  <a:lnTo>
                    <a:pt x="166" y="170"/>
                  </a:lnTo>
                  <a:lnTo>
                    <a:pt x="166" y="170"/>
                  </a:lnTo>
                  <a:lnTo>
                    <a:pt x="164" y="168"/>
                  </a:lnTo>
                  <a:lnTo>
                    <a:pt x="161" y="168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4" y="163"/>
                  </a:lnTo>
                  <a:lnTo>
                    <a:pt x="164" y="163"/>
                  </a:lnTo>
                  <a:lnTo>
                    <a:pt x="164" y="161"/>
                  </a:lnTo>
                  <a:lnTo>
                    <a:pt x="166" y="168"/>
                  </a:lnTo>
                  <a:lnTo>
                    <a:pt x="168" y="173"/>
                  </a:lnTo>
                  <a:lnTo>
                    <a:pt x="171" y="170"/>
                  </a:lnTo>
                  <a:lnTo>
                    <a:pt x="171" y="170"/>
                  </a:lnTo>
                  <a:lnTo>
                    <a:pt x="171" y="170"/>
                  </a:lnTo>
                  <a:lnTo>
                    <a:pt x="171" y="159"/>
                  </a:lnTo>
                  <a:lnTo>
                    <a:pt x="171" y="156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73" y="159"/>
                  </a:lnTo>
                  <a:lnTo>
                    <a:pt x="176" y="159"/>
                  </a:lnTo>
                  <a:lnTo>
                    <a:pt x="176" y="156"/>
                  </a:lnTo>
                  <a:lnTo>
                    <a:pt x="178" y="156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83" y="156"/>
                  </a:lnTo>
                  <a:lnTo>
                    <a:pt x="183" y="156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85" y="152"/>
                  </a:lnTo>
                  <a:lnTo>
                    <a:pt x="185" y="152"/>
                  </a:lnTo>
                  <a:lnTo>
                    <a:pt x="185" y="149"/>
                  </a:lnTo>
                  <a:lnTo>
                    <a:pt x="185" y="149"/>
                  </a:lnTo>
                  <a:lnTo>
                    <a:pt x="183" y="149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5" y="144"/>
                  </a:lnTo>
                  <a:lnTo>
                    <a:pt x="183" y="144"/>
                  </a:lnTo>
                  <a:lnTo>
                    <a:pt x="185" y="140"/>
                  </a:lnTo>
                  <a:lnTo>
                    <a:pt x="185" y="137"/>
                  </a:lnTo>
                  <a:lnTo>
                    <a:pt x="185" y="135"/>
                  </a:lnTo>
                  <a:lnTo>
                    <a:pt x="183" y="133"/>
                  </a:lnTo>
                  <a:lnTo>
                    <a:pt x="178" y="128"/>
                  </a:lnTo>
                  <a:lnTo>
                    <a:pt x="178" y="130"/>
                  </a:lnTo>
                  <a:lnTo>
                    <a:pt x="178" y="133"/>
                  </a:lnTo>
                  <a:lnTo>
                    <a:pt x="178" y="135"/>
                  </a:lnTo>
                  <a:lnTo>
                    <a:pt x="178" y="140"/>
                  </a:lnTo>
                  <a:lnTo>
                    <a:pt x="178" y="142"/>
                  </a:lnTo>
                  <a:lnTo>
                    <a:pt x="178" y="144"/>
                  </a:lnTo>
                  <a:lnTo>
                    <a:pt x="176" y="144"/>
                  </a:lnTo>
                  <a:lnTo>
                    <a:pt x="176" y="142"/>
                  </a:lnTo>
                  <a:lnTo>
                    <a:pt x="176" y="142"/>
                  </a:lnTo>
                  <a:lnTo>
                    <a:pt x="176" y="140"/>
                  </a:lnTo>
                  <a:lnTo>
                    <a:pt x="176" y="140"/>
                  </a:lnTo>
                  <a:lnTo>
                    <a:pt x="173" y="140"/>
                  </a:lnTo>
                  <a:lnTo>
                    <a:pt x="173" y="142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59" y="156"/>
                  </a:lnTo>
                  <a:lnTo>
                    <a:pt x="159" y="159"/>
                  </a:lnTo>
                  <a:lnTo>
                    <a:pt x="157" y="159"/>
                  </a:lnTo>
                  <a:lnTo>
                    <a:pt x="154" y="159"/>
                  </a:lnTo>
                  <a:lnTo>
                    <a:pt x="147" y="161"/>
                  </a:lnTo>
                  <a:lnTo>
                    <a:pt x="142" y="163"/>
                  </a:lnTo>
                  <a:lnTo>
                    <a:pt x="140" y="163"/>
                  </a:lnTo>
                  <a:lnTo>
                    <a:pt x="133" y="170"/>
                  </a:lnTo>
                  <a:lnTo>
                    <a:pt x="126" y="178"/>
                  </a:lnTo>
                  <a:lnTo>
                    <a:pt x="126" y="180"/>
                  </a:lnTo>
                  <a:lnTo>
                    <a:pt x="123" y="182"/>
                  </a:lnTo>
                  <a:lnTo>
                    <a:pt x="121" y="182"/>
                  </a:lnTo>
                  <a:lnTo>
                    <a:pt x="121" y="185"/>
                  </a:lnTo>
                  <a:lnTo>
                    <a:pt x="121" y="187"/>
                  </a:lnTo>
                  <a:lnTo>
                    <a:pt x="126" y="189"/>
                  </a:lnTo>
                  <a:lnTo>
                    <a:pt x="133" y="187"/>
                  </a:lnTo>
                  <a:lnTo>
                    <a:pt x="140" y="185"/>
                  </a:lnTo>
                  <a:lnTo>
                    <a:pt x="142" y="185"/>
                  </a:lnTo>
                  <a:lnTo>
                    <a:pt x="145" y="185"/>
                  </a:lnTo>
                  <a:lnTo>
                    <a:pt x="142" y="187"/>
                  </a:lnTo>
                  <a:lnTo>
                    <a:pt x="140" y="187"/>
                  </a:lnTo>
                  <a:lnTo>
                    <a:pt x="123" y="189"/>
                  </a:lnTo>
                  <a:lnTo>
                    <a:pt x="119" y="189"/>
                  </a:lnTo>
                  <a:lnTo>
                    <a:pt x="116" y="187"/>
                  </a:lnTo>
                  <a:lnTo>
                    <a:pt x="116" y="185"/>
                  </a:lnTo>
                  <a:lnTo>
                    <a:pt x="119" y="182"/>
                  </a:lnTo>
                  <a:lnTo>
                    <a:pt x="121" y="178"/>
                  </a:lnTo>
                  <a:lnTo>
                    <a:pt x="123" y="175"/>
                  </a:lnTo>
                  <a:lnTo>
                    <a:pt x="126" y="175"/>
                  </a:lnTo>
                  <a:lnTo>
                    <a:pt x="128" y="173"/>
                  </a:lnTo>
                  <a:lnTo>
                    <a:pt x="131" y="168"/>
                  </a:lnTo>
                  <a:lnTo>
                    <a:pt x="133" y="166"/>
                  </a:lnTo>
                  <a:lnTo>
                    <a:pt x="142" y="159"/>
                  </a:lnTo>
                  <a:lnTo>
                    <a:pt x="142" y="159"/>
                  </a:lnTo>
                  <a:lnTo>
                    <a:pt x="145" y="159"/>
                  </a:lnTo>
                  <a:lnTo>
                    <a:pt x="145" y="159"/>
                  </a:lnTo>
                  <a:lnTo>
                    <a:pt x="145" y="156"/>
                  </a:lnTo>
                  <a:lnTo>
                    <a:pt x="147" y="154"/>
                  </a:lnTo>
                  <a:lnTo>
                    <a:pt x="149" y="152"/>
                  </a:lnTo>
                  <a:lnTo>
                    <a:pt x="152" y="149"/>
                  </a:lnTo>
                  <a:lnTo>
                    <a:pt x="154" y="149"/>
                  </a:lnTo>
                  <a:lnTo>
                    <a:pt x="152" y="144"/>
                  </a:lnTo>
                  <a:lnTo>
                    <a:pt x="152" y="142"/>
                  </a:lnTo>
                  <a:lnTo>
                    <a:pt x="152" y="140"/>
                  </a:lnTo>
                  <a:lnTo>
                    <a:pt x="154" y="137"/>
                  </a:lnTo>
                  <a:lnTo>
                    <a:pt x="154" y="140"/>
                  </a:lnTo>
                  <a:lnTo>
                    <a:pt x="154" y="142"/>
                  </a:lnTo>
                  <a:lnTo>
                    <a:pt x="154" y="144"/>
                  </a:lnTo>
                  <a:lnTo>
                    <a:pt x="157" y="142"/>
                  </a:lnTo>
                  <a:lnTo>
                    <a:pt x="157" y="142"/>
                  </a:lnTo>
                  <a:lnTo>
                    <a:pt x="157" y="140"/>
                  </a:lnTo>
                  <a:lnTo>
                    <a:pt x="159" y="137"/>
                  </a:lnTo>
                  <a:lnTo>
                    <a:pt x="159" y="142"/>
                  </a:lnTo>
                  <a:lnTo>
                    <a:pt x="157" y="144"/>
                  </a:lnTo>
                  <a:lnTo>
                    <a:pt x="154" y="152"/>
                  </a:lnTo>
                  <a:lnTo>
                    <a:pt x="152" y="154"/>
                  </a:lnTo>
                  <a:lnTo>
                    <a:pt x="152" y="156"/>
                  </a:lnTo>
                  <a:lnTo>
                    <a:pt x="154" y="156"/>
                  </a:lnTo>
                  <a:lnTo>
                    <a:pt x="154" y="156"/>
                  </a:lnTo>
                  <a:lnTo>
                    <a:pt x="157" y="156"/>
                  </a:lnTo>
                  <a:lnTo>
                    <a:pt x="157" y="156"/>
                  </a:lnTo>
                  <a:lnTo>
                    <a:pt x="157" y="154"/>
                  </a:lnTo>
                  <a:lnTo>
                    <a:pt x="159" y="152"/>
                  </a:lnTo>
                  <a:lnTo>
                    <a:pt x="159" y="149"/>
                  </a:lnTo>
                  <a:lnTo>
                    <a:pt x="161" y="147"/>
                  </a:lnTo>
                  <a:lnTo>
                    <a:pt x="164" y="144"/>
                  </a:lnTo>
                  <a:lnTo>
                    <a:pt x="168" y="140"/>
                  </a:lnTo>
                  <a:lnTo>
                    <a:pt x="168" y="140"/>
                  </a:lnTo>
                  <a:lnTo>
                    <a:pt x="171" y="137"/>
                  </a:lnTo>
                  <a:lnTo>
                    <a:pt x="171" y="137"/>
                  </a:lnTo>
                  <a:lnTo>
                    <a:pt x="171" y="137"/>
                  </a:lnTo>
                  <a:lnTo>
                    <a:pt x="176" y="137"/>
                  </a:lnTo>
                  <a:lnTo>
                    <a:pt x="176" y="137"/>
                  </a:lnTo>
                  <a:lnTo>
                    <a:pt x="176" y="135"/>
                  </a:lnTo>
                  <a:lnTo>
                    <a:pt x="171" y="128"/>
                  </a:lnTo>
                  <a:lnTo>
                    <a:pt x="171" y="128"/>
                  </a:lnTo>
                  <a:lnTo>
                    <a:pt x="171" y="125"/>
                  </a:lnTo>
                  <a:lnTo>
                    <a:pt x="171" y="125"/>
                  </a:lnTo>
                  <a:lnTo>
                    <a:pt x="171" y="123"/>
                  </a:lnTo>
                  <a:lnTo>
                    <a:pt x="171" y="123"/>
                  </a:lnTo>
                  <a:lnTo>
                    <a:pt x="168" y="121"/>
                  </a:lnTo>
                  <a:lnTo>
                    <a:pt x="166" y="114"/>
                  </a:lnTo>
                  <a:lnTo>
                    <a:pt x="166" y="114"/>
                  </a:lnTo>
                  <a:lnTo>
                    <a:pt x="166" y="111"/>
                  </a:lnTo>
                  <a:lnTo>
                    <a:pt x="166" y="111"/>
                  </a:lnTo>
                  <a:lnTo>
                    <a:pt x="166" y="109"/>
                  </a:lnTo>
                  <a:lnTo>
                    <a:pt x="166" y="109"/>
                  </a:lnTo>
                  <a:lnTo>
                    <a:pt x="166" y="107"/>
                  </a:lnTo>
                  <a:lnTo>
                    <a:pt x="168" y="107"/>
                  </a:lnTo>
                  <a:lnTo>
                    <a:pt x="171" y="107"/>
                  </a:lnTo>
                  <a:lnTo>
                    <a:pt x="168" y="104"/>
                  </a:lnTo>
                  <a:lnTo>
                    <a:pt x="166" y="102"/>
                  </a:lnTo>
                  <a:lnTo>
                    <a:pt x="164" y="104"/>
                  </a:lnTo>
                  <a:lnTo>
                    <a:pt x="161" y="104"/>
                  </a:lnTo>
                  <a:lnTo>
                    <a:pt x="159" y="104"/>
                  </a:lnTo>
                  <a:lnTo>
                    <a:pt x="159" y="107"/>
                  </a:lnTo>
                  <a:lnTo>
                    <a:pt x="159" y="107"/>
                  </a:lnTo>
                  <a:lnTo>
                    <a:pt x="159" y="109"/>
                  </a:lnTo>
                  <a:lnTo>
                    <a:pt x="161" y="114"/>
                  </a:lnTo>
                  <a:lnTo>
                    <a:pt x="161" y="114"/>
                  </a:lnTo>
                  <a:lnTo>
                    <a:pt x="159" y="118"/>
                  </a:lnTo>
                  <a:lnTo>
                    <a:pt x="159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9" y="116"/>
                  </a:lnTo>
                  <a:lnTo>
                    <a:pt x="159" y="114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09"/>
                  </a:lnTo>
                  <a:lnTo>
                    <a:pt x="154" y="109"/>
                  </a:lnTo>
                  <a:lnTo>
                    <a:pt x="154" y="109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52" y="104"/>
                  </a:lnTo>
                  <a:lnTo>
                    <a:pt x="152" y="104"/>
                  </a:lnTo>
                  <a:lnTo>
                    <a:pt x="147" y="104"/>
                  </a:lnTo>
                  <a:lnTo>
                    <a:pt x="147" y="107"/>
                  </a:lnTo>
                  <a:lnTo>
                    <a:pt x="147" y="111"/>
                  </a:lnTo>
                  <a:lnTo>
                    <a:pt x="145" y="111"/>
                  </a:lnTo>
                  <a:lnTo>
                    <a:pt x="145" y="109"/>
                  </a:lnTo>
                  <a:lnTo>
                    <a:pt x="142" y="109"/>
                  </a:lnTo>
                  <a:lnTo>
                    <a:pt x="145" y="104"/>
                  </a:lnTo>
                  <a:lnTo>
                    <a:pt x="142" y="102"/>
                  </a:lnTo>
                  <a:lnTo>
                    <a:pt x="140" y="99"/>
                  </a:lnTo>
                  <a:lnTo>
                    <a:pt x="138" y="97"/>
                  </a:lnTo>
                  <a:lnTo>
                    <a:pt x="135" y="97"/>
                  </a:lnTo>
                  <a:lnTo>
                    <a:pt x="135" y="95"/>
                  </a:lnTo>
                  <a:lnTo>
                    <a:pt x="138" y="95"/>
                  </a:lnTo>
                  <a:lnTo>
                    <a:pt x="138" y="95"/>
                  </a:lnTo>
                  <a:lnTo>
                    <a:pt x="140" y="95"/>
                  </a:lnTo>
                  <a:lnTo>
                    <a:pt x="140" y="92"/>
                  </a:lnTo>
                  <a:lnTo>
                    <a:pt x="135" y="95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12" y="95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4" y="92"/>
                  </a:lnTo>
                  <a:lnTo>
                    <a:pt x="107" y="92"/>
                  </a:lnTo>
                  <a:lnTo>
                    <a:pt x="105" y="90"/>
                  </a:lnTo>
                  <a:lnTo>
                    <a:pt x="102" y="88"/>
                  </a:lnTo>
                  <a:lnTo>
                    <a:pt x="97" y="88"/>
                  </a:lnTo>
                  <a:lnTo>
                    <a:pt x="95" y="90"/>
                  </a:lnTo>
                  <a:lnTo>
                    <a:pt x="93" y="88"/>
                  </a:lnTo>
                  <a:lnTo>
                    <a:pt x="90" y="85"/>
                  </a:lnTo>
                  <a:lnTo>
                    <a:pt x="88" y="85"/>
                  </a:lnTo>
                  <a:lnTo>
                    <a:pt x="81" y="83"/>
                  </a:lnTo>
                  <a:lnTo>
                    <a:pt x="69" y="81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55" y="69"/>
                  </a:lnTo>
                  <a:lnTo>
                    <a:pt x="53" y="66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1" y="62"/>
                  </a:lnTo>
                  <a:lnTo>
                    <a:pt x="38" y="62"/>
                  </a:lnTo>
                  <a:lnTo>
                    <a:pt x="38" y="59"/>
                  </a:lnTo>
                  <a:lnTo>
                    <a:pt x="36" y="57"/>
                  </a:lnTo>
                  <a:lnTo>
                    <a:pt x="31" y="54"/>
                  </a:lnTo>
                  <a:lnTo>
                    <a:pt x="29" y="52"/>
                  </a:lnTo>
                  <a:lnTo>
                    <a:pt x="17" y="43"/>
                  </a:lnTo>
                  <a:lnTo>
                    <a:pt x="12" y="40"/>
                  </a:lnTo>
                  <a:lnTo>
                    <a:pt x="8" y="38"/>
                  </a:lnTo>
                  <a:lnTo>
                    <a:pt x="8" y="40"/>
                  </a:lnTo>
                  <a:lnTo>
                    <a:pt x="8" y="43"/>
                  </a:lnTo>
                  <a:lnTo>
                    <a:pt x="10" y="45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8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0" y="66"/>
                  </a:lnTo>
                  <a:lnTo>
                    <a:pt x="3" y="73"/>
                  </a:lnTo>
                  <a:lnTo>
                    <a:pt x="3" y="76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3" y="90"/>
                  </a:lnTo>
                  <a:lnTo>
                    <a:pt x="3" y="95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12" y="109"/>
                  </a:lnTo>
                  <a:lnTo>
                    <a:pt x="15" y="111"/>
                  </a:lnTo>
                  <a:lnTo>
                    <a:pt x="15" y="116"/>
                  </a:lnTo>
                  <a:lnTo>
                    <a:pt x="15" y="118"/>
                  </a:lnTo>
                  <a:lnTo>
                    <a:pt x="15" y="118"/>
                  </a:lnTo>
                  <a:lnTo>
                    <a:pt x="17" y="118"/>
                  </a:lnTo>
                  <a:lnTo>
                    <a:pt x="17" y="121"/>
                  </a:lnTo>
                  <a:lnTo>
                    <a:pt x="17" y="123"/>
                  </a:lnTo>
                  <a:lnTo>
                    <a:pt x="19" y="130"/>
                  </a:lnTo>
                  <a:lnTo>
                    <a:pt x="19" y="133"/>
                  </a:lnTo>
                  <a:lnTo>
                    <a:pt x="17" y="142"/>
                  </a:lnTo>
                  <a:lnTo>
                    <a:pt x="17" y="147"/>
                  </a:lnTo>
                  <a:lnTo>
                    <a:pt x="17" y="166"/>
                  </a:lnTo>
                  <a:lnTo>
                    <a:pt x="17" y="166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7" y="170"/>
                  </a:lnTo>
                  <a:lnTo>
                    <a:pt x="17" y="170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22" y="178"/>
                  </a:lnTo>
                  <a:lnTo>
                    <a:pt x="22" y="182"/>
                  </a:lnTo>
                  <a:lnTo>
                    <a:pt x="22" y="187"/>
                  </a:lnTo>
                  <a:lnTo>
                    <a:pt x="22" y="196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19" y="213"/>
                  </a:lnTo>
                  <a:lnTo>
                    <a:pt x="17" y="215"/>
                  </a:lnTo>
                  <a:lnTo>
                    <a:pt x="17" y="215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3"/>
                  </a:lnTo>
                  <a:lnTo>
                    <a:pt x="22" y="213"/>
                  </a:lnTo>
                  <a:lnTo>
                    <a:pt x="22" y="211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6"/>
                  </a:lnTo>
                  <a:lnTo>
                    <a:pt x="24" y="206"/>
                  </a:lnTo>
                  <a:lnTo>
                    <a:pt x="26" y="206"/>
                  </a:lnTo>
                  <a:lnTo>
                    <a:pt x="29" y="206"/>
                  </a:lnTo>
                  <a:lnTo>
                    <a:pt x="31" y="208"/>
                  </a:lnTo>
                  <a:lnTo>
                    <a:pt x="31" y="211"/>
                  </a:lnTo>
                  <a:lnTo>
                    <a:pt x="34" y="211"/>
                  </a:lnTo>
                  <a:lnTo>
                    <a:pt x="34" y="215"/>
                  </a:lnTo>
                  <a:lnTo>
                    <a:pt x="34" y="215"/>
                  </a:lnTo>
                  <a:lnTo>
                    <a:pt x="36" y="218"/>
                  </a:lnTo>
                  <a:lnTo>
                    <a:pt x="41" y="218"/>
                  </a:lnTo>
                  <a:lnTo>
                    <a:pt x="41" y="218"/>
                  </a:lnTo>
                  <a:lnTo>
                    <a:pt x="41" y="218"/>
                  </a:lnTo>
                  <a:lnTo>
                    <a:pt x="38" y="218"/>
                  </a:lnTo>
                  <a:lnTo>
                    <a:pt x="45" y="220"/>
                  </a:lnTo>
                  <a:lnTo>
                    <a:pt x="48" y="220"/>
                  </a:lnTo>
                  <a:lnTo>
                    <a:pt x="50" y="223"/>
                  </a:lnTo>
                  <a:lnTo>
                    <a:pt x="43" y="223"/>
                  </a:lnTo>
                  <a:lnTo>
                    <a:pt x="36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29" y="225"/>
                  </a:lnTo>
                  <a:lnTo>
                    <a:pt x="26" y="225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9" y="227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2"/>
                  </a:lnTo>
                  <a:lnTo>
                    <a:pt x="26" y="232"/>
                  </a:lnTo>
                  <a:lnTo>
                    <a:pt x="26" y="232"/>
                  </a:lnTo>
                  <a:lnTo>
                    <a:pt x="26" y="232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4" y="227"/>
                  </a:lnTo>
                  <a:lnTo>
                    <a:pt x="22" y="225"/>
                  </a:lnTo>
                  <a:lnTo>
                    <a:pt x="22" y="225"/>
                  </a:lnTo>
                  <a:lnTo>
                    <a:pt x="22" y="223"/>
                  </a:lnTo>
                  <a:lnTo>
                    <a:pt x="19" y="223"/>
                  </a:lnTo>
                  <a:lnTo>
                    <a:pt x="19" y="225"/>
                  </a:lnTo>
                  <a:lnTo>
                    <a:pt x="19" y="230"/>
                  </a:lnTo>
                  <a:lnTo>
                    <a:pt x="19" y="234"/>
                  </a:lnTo>
                  <a:lnTo>
                    <a:pt x="19" y="241"/>
                  </a:lnTo>
                  <a:lnTo>
                    <a:pt x="19" y="244"/>
                  </a:lnTo>
                  <a:lnTo>
                    <a:pt x="22" y="244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9" y="246"/>
                  </a:lnTo>
                  <a:lnTo>
                    <a:pt x="29" y="246"/>
                  </a:lnTo>
                  <a:lnTo>
                    <a:pt x="34" y="249"/>
                  </a:lnTo>
                  <a:lnTo>
                    <a:pt x="34" y="249"/>
                  </a:lnTo>
                  <a:lnTo>
                    <a:pt x="36" y="246"/>
                  </a:lnTo>
                  <a:lnTo>
                    <a:pt x="36" y="246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41" y="249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3" y="258"/>
                  </a:lnTo>
                  <a:lnTo>
                    <a:pt x="41" y="256"/>
                  </a:lnTo>
                  <a:lnTo>
                    <a:pt x="41" y="256"/>
                  </a:lnTo>
                  <a:lnTo>
                    <a:pt x="41" y="253"/>
                  </a:lnTo>
                  <a:lnTo>
                    <a:pt x="41" y="251"/>
                  </a:lnTo>
                  <a:lnTo>
                    <a:pt x="36" y="251"/>
                  </a:lnTo>
                  <a:lnTo>
                    <a:pt x="34" y="253"/>
                  </a:lnTo>
                  <a:lnTo>
                    <a:pt x="31" y="256"/>
                  </a:lnTo>
                  <a:lnTo>
                    <a:pt x="31" y="258"/>
                  </a:lnTo>
                  <a:lnTo>
                    <a:pt x="34" y="263"/>
                  </a:lnTo>
                  <a:lnTo>
                    <a:pt x="31" y="260"/>
                  </a:lnTo>
                  <a:lnTo>
                    <a:pt x="29" y="258"/>
                  </a:lnTo>
                  <a:lnTo>
                    <a:pt x="29" y="258"/>
                  </a:lnTo>
                  <a:lnTo>
                    <a:pt x="29" y="260"/>
                  </a:lnTo>
                  <a:lnTo>
                    <a:pt x="31" y="263"/>
                  </a:lnTo>
                  <a:lnTo>
                    <a:pt x="31" y="267"/>
                  </a:lnTo>
                  <a:lnTo>
                    <a:pt x="31" y="267"/>
                  </a:lnTo>
                  <a:lnTo>
                    <a:pt x="31" y="267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2"/>
                  </a:lnTo>
                  <a:lnTo>
                    <a:pt x="29" y="272"/>
                  </a:lnTo>
                  <a:lnTo>
                    <a:pt x="26" y="272"/>
                  </a:lnTo>
                  <a:lnTo>
                    <a:pt x="26" y="275"/>
                  </a:lnTo>
                  <a:lnTo>
                    <a:pt x="26" y="275"/>
                  </a:lnTo>
                  <a:lnTo>
                    <a:pt x="26" y="277"/>
                  </a:lnTo>
                  <a:lnTo>
                    <a:pt x="26" y="277"/>
                  </a:lnTo>
                  <a:lnTo>
                    <a:pt x="26" y="277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82"/>
                  </a:lnTo>
                  <a:lnTo>
                    <a:pt x="29" y="282"/>
                  </a:lnTo>
                  <a:lnTo>
                    <a:pt x="31" y="284"/>
                  </a:lnTo>
                  <a:lnTo>
                    <a:pt x="34" y="284"/>
                  </a:lnTo>
                  <a:lnTo>
                    <a:pt x="31" y="286"/>
                  </a:lnTo>
                  <a:lnTo>
                    <a:pt x="31" y="284"/>
                  </a:lnTo>
                  <a:lnTo>
                    <a:pt x="26" y="282"/>
                  </a:lnTo>
                  <a:lnTo>
                    <a:pt x="26" y="282"/>
                  </a:lnTo>
                  <a:lnTo>
                    <a:pt x="26" y="282"/>
                  </a:lnTo>
                  <a:lnTo>
                    <a:pt x="26" y="284"/>
                  </a:lnTo>
                  <a:lnTo>
                    <a:pt x="24" y="286"/>
                  </a:lnTo>
                  <a:lnTo>
                    <a:pt x="22" y="286"/>
                  </a:lnTo>
                  <a:lnTo>
                    <a:pt x="19" y="286"/>
                  </a:lnTo>
                  <a:lnTo>
                    <a:pt x="19" y="284"/>
                  </a:lnTo>
                  <a:lnTo>
                    <a:pt x="17" y="282"/>
                  </a:lnTo>
                  <a:lnTo>
                    <a:pt x="17" y="275"/>
                  </a:lnTo>
                  <a:lnTo>
                    <a:pt x="19" y="272"/>
                  </a:lnTo>
                  <a:lnTo>
                    <a:pt x="22" y="263"/>
                  </a:lnTo>
                  <a:lnTo>
                    <a:pt x="22" y="260"/>
                  </a:lnTo>
                  <a:lnTo>
                    <a:pt x="19" y="258"/>
                  </a:lnTo>
                  <a:lnTo>
                    <a:pt x="19" y="256"/>
                  </a:lnTo>
                  <a:lnTo>
                    <a:pt x="22" y="253"/>
                  </a:lnTo>
                  <a:lnTo>
                    <a:pt x="19" y="256"/>
                  </a:lnTo>
                  <a:lnTo>
                    <a:pt x="17" y="260"/>
                  </a:lnTo>
                  <a:lnTo>
                    <a:pt x="15" y="279"/>
                  </a:lnTo>
                  <a:lnTo>
                    <a:pt x="15" y="284"/>
                  </a:lnTo>
                  <a:lnTo>
                    <a:pt x="12" y="286"/>
                  </a:lnTo>
                  <a:lnTo>
                    <a:pt x="12" y="289"/>
                  </a:lnTo>
                  <a:lnTo>
                    <a:pt x="12" y="291"/>
                  </a:lnTo>
                  <a:lnTo>
                    <a:pt x="10" y="291"/>
                  </a:lnTo>
                  <a:lnTo>
                    <a:pt x="10" y="294"/>
                  </a:lnTo>
                  <a:lnTo>
                    <a:pt x="8" y="296"/>
                  </a:lnTo>
                  <a:lnTo>
                    <a:pt x="8" y="296"/>
                  </a:lnTo>
                  <a:lnTo>
                    <a:pt x="8" y="298"/>
                  </a:lnTo>
                  <a:lnTo>
                    <a:pt x="10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5" y="294"/>
                  </a:lnTo>
                  <a:lnTo>
                    <a:pt x="17" y="294"/>
                  </a:lnTo>
                  <a:lnTo>
                    <a:pt x="17" y="296"/>
                  </a:lnTo>
                  <a:lnTo>
                    <a:pt x="19" y="296"/>
                  </a:lnTo>
                  <a:lnTo>
                    <a:pt x="22" y="303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9" y="303"/>
                  </a:lnTo>
                  <a:lnTo>
                    <a:pt x="31" y="303"/>
                  </a:lnTo>
                  <a:lnTo>
                    <a:pt x="34" y="301"/>
                  </a:lnTo>
                  <a:lnTo>
                    <a:pt x="34" y="301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8" y="303"/>
                  </a:lnTo>
                  <a:lnTo>
                    <a:pt x="41" y="301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3"/>
                  </a:lnTo>
                  <a:lnTo>
                    <a:pt x="45" y="303"/>
                  </a:lnTo>
                  <a:lnTo>
                    <a:pt x="45" y="305"/>
                  </a:lnTo>
                  <a:lnTo>
                    <a:pt x="45" y="305"/>
                  </a:lnTo>
                  <a:lnTo>
                    <a:pt x="50" y="308"/>
                  </a:lnTo>
                  <a:lnTo>
                    <a:pt x="62" y="308"/>
                  </a:lnTo>
                  <a:lnTo>
                    <a:pt x="64" y="308"/>
                  </a:lnTo>
                  <a:lnTo>
                    <a:pt x="64" y="310"/>
                  </a:lnTo>
                  <a:lnTo>
                    <a:pt x="67" y="312"/>
                  </a:lnTo>
                  <a:lnTo>
                    <a:pt x="67" y="315"/>
                  </a:lnTo>
                  <a:lnTo>
                    <a:pt x="67" y="317"/>
                  </a:lnTo>
                  <a:lnTo>
                    <a:pt x="74" y="324"/>
                  </a:lnTo>
                  <a:lnTo>
                    <a:pt x="74" y="324"/>
                  </a:lnTo>
                  <a:lnTo>
                    <a:pt x="76" y="327"/>
                  </a:lnTo>
                  <a:lnTo>
                    <a:pt x="79" y="327"/>
                  </a:lnTo>
                  <a:lnTo>
                    <a:pt x="83" y="324"/>
                  </a:lnTo>
                  <a:lnTo>
                    <a:pt x="86" y="324"/>
                  </a:lnTo>
                  <a:lnTo>
                    <a:pt x="90" y="324"/>
                  </a:lnTo>
                  <a:lnTo>
                    <a:pt x="93" y="327"/>
                  </a:lnTo>
                  <a:lnTo>
                    <a:pt x="93" y="327"/>
                  </a:lnTo>
                  <a:lnTo>
                    <a:pt x="95" y="331"/>
                  </a:lnTo>
                  <a:lnTo>
                    <a:pt x="97" y="331"/>
                  </a:lnTo>
                  <a:lnTo>
                    <a:pt x="100" y="331"/>
                  </a:lnTo>
                  <a:lnTo>
                    <a:pt x="102" y="334"/>
                  </a:lnTo>
                  <a:lnTo>
                    <a:pt x="105" y="336"/>
                  </a:lnTo>
                  <a:lnTo>
                    <a:pt x="107" y="338"/>
                  </a:lnTo>
                  <a:lnTo>
                    <a:pt x="107" y="341"/>
                  </a:lnTo>
                  <a:lnTo>
                    <a:pt x="109" y="343"/>
                  </a:lnTo>
                  <a:lnTo>
                    <a:pt x="109" y="346"/>
                  </a:lnTo>
                  <a:lnTo>
                    <a:pt x="109" y="350"/>
                  </a:lnTo>
                  <a:lnTo>
                    <a:pt x="112" y="353"/>
                  </a:lnTo>
                  <a:lnTo>
                    <a:pt x="112" y="353"/>
                  </a:lnTo>
                  <a:lnTo>
                    <a:pt x="112" y="355"/>
                  </a:lnTo>
                  <a:lnTo>
                    <a:pt x="114" y="357"/>
                  </a:lnTo>
                  <a:lnTo>
                    <a:pt x="112" y="362"/>
                  </a:lnTo>
                  <a:lnTo>
                    <a:pt x="114" y="367"/>
                  </a:lnTo>
                  <a:lnTo>
                    <a:pt x="112" y="369"/>
                  </a:lnTo>
                  <a:lnTo>
                    <a:pt x="112" y="372"/>
                  </a:lnTo>
                  <a:lnTo>
                    <a:pt x="112" y="374"/>
                  </a:lnTo>
                  <a:lnTo>
                    <a:pt x="112" y="379"/>
                  </a:lnTo>
                  <a:lnTo>
                    <a:pt x="112" y="379"/>
                  </a:lnTo>
                  <a:lnTo>
                    <a:pt x="112" y="381"/>
                  </a:lnTo>
                  <a:lnTo>
                    <a:pt x="112" y="383"/>
                  </a:lnTo>
                  <a:lnTo>
                    <a:pt x="112" y="383"/>
                  </a:lnTo>
                  <a:lnTo>
                    <a:pt x="112" y="388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2" y="395"/>
                  </a:lnTo>
                  <a:lnTo>
                    <a:pt x="114" y="398"/>
                  </a:lnTo>
                  <a:lnTo>
                    <a:pt x="116" y="400"/>
                  </a:lnTo>
                  <a:lnTo>
                    <a:pt x="123" y="402"/>
                  </a:lnTo>
                  <a:lnTo>
                    <a:pt x="126" y="402"/>
                  </a:lnTo>
                  <a:lnTo>
                    <a:pt x="128" y="402"/>
                  </a:lnTo>
                  <a:lnTo>
                    <a:pt x="131" y="405"/>
                  </a:lnTo>
                  <a:lnTo>
                    <a:pt x="135" y="407"/>
                  </a:lnTo>
                  <a:lnTo>
                    <a:pt x="138" y="409"/>
                  </a:lnTo>
                  <a:lnTo>
                    <a:pt x="145" y="409"/>
                  </a:lnTo>
                  <a:lnTo>
                    <a:pt x="152" y="414"/>
                  </a:lnTo>
                  <a:lnTo>
                    <a:pt x="152" y="414"/>
                  </a:lnTo>
                  <a:lnTo>
                    <a:pt x="154" y="414"/>
                  </a:lnTo>
                  <a:lnTo>
                    <a:pt x="161" y="412"/>
                  </a:lnTo>
                  <a:lnTo>
                    <a:pt x="178" y="409"/>
                  </a:lnTo>
                  <a:lnTo>
                    <a:pt x="183" y="409"/>
                  </a:lnTo>
                  <a:lnTo>
                    <a:pt x="190" y="405"/>
                  </a:lnTo>
                  <a:lnTo>
                    <a:pt x="194" y="405"/>
                  </a:lnTo>
                  <a:lnTo>
                    <a:pt x="197" y="405"/>
                  </a:lnTo>
                  <a:lnTo>
                    <a:pt x="204" y="407"/>
                  </a:lnTo>
                  <a:lnTo>
                    <a:pt x="216" y="407"/>
                  </a:lnTo>
                  <a:lnTo>
                    <a:pt x="242" y="414"/>
                  </a:lnTo>
                  <a:lnTo>
                    <a:pt x="246" y="417"/>
                  </a:lnTo>
                  <a:lnTo>
                    <a:pt x="249" y="419"/>
                  </a:lnTo>
                  <a:lnTo>
                    <a:pt x="249" y="421"/>
                  </a:lnTo>
                  <a:lnTo>
                    <a:pt x="249" y="424"/>
                  </a:lnTo>
                  <a:lnTo>
                    <a:pt x="249" y="426"/>
                  </a:lnTo>
                  <a:lnTo>
                    <a:pt x="251" y="426"/>
                  </a:lnTo>
                  <a:lnTo>
                    <a:pt x="254" y="426"/>
                  </a:lnTo>
                  <a:lnTo>
                    <a:pt x="261" y="426"/>
                  </a:lnTo>
                  <a:lnTo>
                    <a:pt x="261" y="426"/>
                  </a:lnTo>
                  <a:lnTo>
                    <a:pt x="263" y="426"/>
                  </a:lnTo>
                  <a:lnTo>
                    <a:pt x="265" y="426"/>
                  </a:lnTo>
                  <a:lnTo>
                    <a:pt x="265" y="426"/>
                  </a:lnTo>
                  <a:lnTo>
                    <a:pt x="268" y="426"/>
                  </a:lnTo>
                  <a:lnTo>
                    <a:pt x="270" y="426"/>
                  </a:lnTo>
                  <a:lnTo>
                    <a:pt x="270" y="428"/>
                  </a:lnTo>
                  <a:lnTo>
                    <a:pt x="275" y="428"/>
                  </a:lnTo>
                  <a:lnTo>
                    <a:pt x="277" y="428"/>
                  </a:lnTo>
                  <a:lnTo>
                    <a:pt x="280" y="428"/>
                  </a:lnTo>
                  <a:lnTo>
                    <a:pt x="280" y="428"/>
                  </a:lnTo>
                  <a:lnTo>
                    <a:pt x="284" y="426"/>
                  </a:lnTo>
                  <a:lnTo>
                    <a:pt x="284" y="426"/>
                  </a:lnTo>
                  <a:lnTo>
                    <a:pt x="291" y="426"/>
                  </a:lnTo>
                  <a:lnTo>
                    <a:pt x="296" y="426"/>
                  </a:lnTo>
                  <a:lnTo>
                    <a:pt x="296" y="424"/>
                  </a:lnTo>
                  <a:lnTo>
                    <a:pt x="296" y="424"/>
                  </a:lnTo>
                  <a:lnTo>
                    <a:pt x="299" y="424"/>
                  </a:lnTo>
                  <a:lnTo>
                    <a:pt x="301" y="424"/>
                  </a:lnTo>
                  <a:lnTo>
                    <a:pt x="313" y="428"/>
                  </a:lnTo>
                  <a:lnTo>
                    <a:pt x="315" y="428"/>
                  </a:lnTo>
                  <a:lnTo>
                    <a:pt x="317" y="428"/>
                  </a:lnTo>
                  <a:lnTo>
                    <a:pt x="317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5" y="428"/>
                  </a:lnTo>
                  <a:lnTo>
                    <a:pt x="329" y="428"/>
                  </a:lnTo>
                  <a:lnTo>
                    <a:pt x="329" y="428"/>
                  </a:lnTo>
                  <a:lnTo>
                    <a:pt x="332" y="428"/>
                  </a:lnTo>
                  <a:lnTo>
                    <a:pt x="334" y="428"/>
                  </a:lnTo>
                  <a:lnTo>
                    <a:pt x="336" y="428"/>
                  </a:lnTo>
                  <a:lnTo>
                    <a:pt x="339" y="428"/>
                  </a:lnTo>
                  <a:lnTo>
                    <a:pt x="341" y="428"/>
                  </a:lnTo>
                  <a:lnTo>
                    <a:pt x="343" y="426"/>
                  </a:lnTo>
                  <a:lnTo>
                    <a:pt x="346" y="424"/>
                  </a:lnTo>
                  <a:lnTo>
                    <a:pt x="351" y="424"/>
                  </a:lnTo>
                  <a:lnTo>
                    <a:pt x="365" y="421"/>
                  </a:lnTo>
                  <a:lnTo>
                    <a:pt x="388" y="421"/>
                  </a:lnTo>
                  <a:lnTo>
                    <a:pt x="393" y="419"/>
                  </a:lnTo>
                  <a:lnTo>
                    <a:pt x="395" y="417"/>
                  </a:lnTo>
                  <a:lnTo>
                    <a:pt x="398" y="417"/>
                  </a:lnTo>
                  <a:lnTo>
                    <a:pt x="400" y="417"/>
                  </a:lnTo>
                  <a:lnTo>
                    <a:pt x="407" y="419"/>
                  </a:lnTo>
                  <a:lnTo>
                    <a:pt x="412" y="419"/>
                  </a:lnTo>
                  <a:lnTo>
                    <a:pt x="419" y="419"/>
                  </a:lnTo>
                  <a:lnTo>
                    <a:pt x="440" y="421"/>
                  </a:lnTo>
                  <a:lnTo>
                    <a:pt x="445" y="421"/>
                  </a:lnTo>
                  <a:lnTo>
                    <a:pt x="450" y="417"/>
                  </a:lnTo>
                  <a:lnTo>
                    <a:pt x="452" y="417"/>
                  </a:lnTo>
                  <a:lnTo>
                    <a:pt x="455" y="419"/>
                  </a:lnTo>
                  <a:lnTo>
                    <a:pt x="466" y="421"/>
                  </a:lnTo>
                  <a:lnTo>
                    <a:pt x="478" y="421"/>
                  </a:lnTo>
                  <a:lnTo>
                    <a:pt x="490" y="424"/>
                  </a:lnTo>
                  <a:lnTo>
                    <a:pt x="502" y="426"/>
                  </a:lnTo>
                  <a:lnTo>
                    <a:pt x="511" y="428"/>
                  </a:lnTo>
                  <a:lnTo>
                    <a:pt x="535" y="431"/>
                  </a:lnTo>
                  <a:lnTo>
                    <a:pt x="547" y="433"/>
                  </a:lnTo>
                  <a:lnTo>
                    <a:pt x="559" y="436"/>
                  </a:lnTo>
                  <a:lnTo>
                    <a:pt x="571" y="438"/>
                  </a:lnTo>
                  <a:lnTo>
                    <a:pt x="582" y="440"/>
                  </a:lnTo>
                  <a:lnTo>
                    <a:pt x="592" y="440"/>
                  </a:lnTo>
                  <a:lnTo>
                    <a:pt x="604" y="443"/>
                  </a:lnTo>
                  <a:lnTo>
                    <a:pt x="615" y="445"/>
                  </a:lnTo>
                  <a:lnTo>
                    <a:pt x="627" y="447"/>
                  </a:lnTo>
                  <a:lnTo>
                    <a:pt x="639" y="447"/>
                  </a:lnTo>
                  <a:lnTo>
                    <a:pt x="639" y="443"/>
                  </a:lnTo>
                  <a:lnTo>
                    <a:pt x="634" y="436"/>
                  </a:lnTo>
                  <a:lnTo>
                    <a:pt x="634" y="436"/>
                  </a:lnTo>
                  <a:lnTo>
                    <a:pt x="637" y="433"/>
                  </a:lnTo>
                  <a:lnTo>
                    <a:pt x="639" y="431"/>
                  </a:lnTo>
                  <a:lnTo>
                    <a:pt x="639" y="428"/>
                  </a:lnTo>
                  <a:lnTo>
                    <a:pt x="639" y="426"/>
                  </a:lnTo>
                  <a:lnTo>
                    <a:pt x="639" y="424"/>
                  </a:lnTo>
                  <a:lnTo>
                    <a:pt x="639" y="417"/>
                  </a:lnTo>
                  <a:lnTo>
                    <a:pt x="637" y="414"/>
                  </a:lnTo>
                  <a:lnTo>
                    <a:pt x="634" y="409"/>
                  </a:lnTo>
                  <a:lnTo>
                    <a:pt x="632" y="402"/>
                  </a:lnTo>
                  <a:lnTo>
                    <a:pt x="632" y="402"/>
                  </a:lnTo>
                  <a:lnTo>
                    <a:pt x="632" y="400"/>
                  </a:lnTo>
                  <a:lnTo>
                    <a:pt x="634" y="395"/>
                  </a:lnTo>
                  <a:lnTo>
                    <a:pt x="634" y="393"/>
                  </a:lnTo>
                  <a:lnTo>
                    <a:pt x="637" y="374"/>
                  </a:lnTo>
                  <a:lnTo>
                    <a:pt x="641" y="355"/>
                  </a:lnTo>
                  <a:lnTo>
                    <a:pt x="644" y="336"/>
                  </a:lnTo>
                  <a:lnTo>
                    <a:pt x="646" y="317"/>
                  </a:lnTo>
                  <a:lnTo>
                    <a:pt x="649" y="298"/>
                  </a:lnTo>
                  <a:lnTo>
                    <a:pt x="651" y="279"/>
                  </a:lnTo>
                  <a:lnTo>
                    <a:pt x="653" y="260"/>
                  </a:lnTo>
                  <a:lnTo>
                    <a:pt x="658" y="241"/>
                  </a:lnTo>
                  <a:lnTo>
                    <a:pt x="660" y="225"/>
                  </a:lnTo>
                  <a:lnTo>
                    <a:pt x="663" y="206"/>
                  </a:lnTo>
                  <a:lnTo>
                    <a:pt x="665" y="187"/>
                  </a:lnTo>
                  <a:lnTo>
                    <a:pt x="667" y="168"/>
                  </a:lnTo>
                  <a:lnTo>
                    <a:pt x="672" y="149"/>
                  </a:lnTo>
                  <a:lnTo>
                    <a:pt x="675" y="130"/>
                  </a:lnTo>
                  <a:lnTo>
                    <a:pt x="677" y="114"/>
                  </a:lnTo>
                  <a:lnTo>
                    <a:pt x="679" y="95"/>
                  </a:lnTo>
                  <a:lnTo>
                    <a:pt x="670" y="92"/>
                  </a:lnTo>
                  <a:close/>
                  <a:moveTo>
                    <a:pt x="166" y="0"/>
                  </a:moveTo>
                  <a:lnTo>
                    <a:pt x="161" y="0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6" y="0"/>
                  </a:lnTo>
                  <a:lnTo>
                    <a:pt x="166" y="0"/>
                  </a:lnTo>
                  <a:close/>
                  <a:moveTo>
                    <a:pt x="145" y="36"/>
                  </a:moveTo>
                  <a:lnTo>
                    <a:pt x="147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3"/>
                  </a:lnTo>
                  <a:lnTo>
                    <a:pt x="145" y="36"/>
                  </a:lnTo>
                  <a:lnTo>
                    <a:pt x="147" y="36"/>
                  </a:lnTo>
                  <a:lnTo>
                    <a:pt x="147" y="36"/>
                  </a:lnTo>
                  <a:lnTo>
                    <a:pt x="147" y="36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3"/>
                  </a:lnTo>
                  <a:lnTo>
                    <a:pt x="145" y="36"/>
                  </a:lnTo>
                  <a:close/>
                  <a:moveTo>
                    <a:pt x="190" y="62"/>
                  </a:moveTo>
                  <a:lnTo>
                    <a:pt x="190" y="62"/>
                  </a:lnTo>
                  <a:lnTo>
                    <a:pt x="192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59"/>
                  </a:lnTo>
                  <a:lnTo>
                    <a:pt x="192" y="57"/>
                  </a:lnTo>
                  <a:lnTo>
                    <a:pt x="190" y="54"/>
                  </a:lnTo>
                  <a:lnTo>
                    <a:pt x="190" y="54"/>
                  </a:lnTo>
                  <a:lnTo>
                    <a:pt x="190" y="54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87" y="59"/>
                  </a:lnTo>
                  <a:lnTo>
                    <a:pt x="190" y="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28" name="Freeform 9">
              <a:extLst>
                <a:ext uri="{FF2B5EF4-FFF2-40B4-BE49-F238E27FC236}">
                  <a16:creationId xmlns:a16="http://schemas.microsoft.com/office/drawing/2014/main" id="{8035C5AA-FF56-494B-B99A-C369345E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4100" y="1994019"/>
              <a:ext cx="163324" cy="288884"/>
            </a:xfrm>
            <a:custGeom>
              <a:avLst/>
              <a:gdLst>
                <a:gd name="T0" fmla="*/ 3 w 173"/>
                <a:gd name="T1" fmla="*/ 43 h 306"/>
                <a:gd name="T2" fmla="*/ 3 w 173"/>
                <a:gd name="T3" fmla="*/ 48 h 306"/>
                <a:gd name="T4" fmla="*/ 0 w 173"/>
                <a:gd name="T5" fmla="*/ 52 h 306"/>
                <a:gd name="T6" fmla="*/ 3 w 173"/>
                <a:gd name="T7" fmla="*/ 64 h 306"/>
                <a:gd name="T8" fmla="*/ 5 w 173"/>
                <a:gd name="T9" fmla="*/ 71 h 306"/>
                <a:gd name="T10" fmla="*/ 3 w 173"/>
                <a:gd name="T11" fmla="*/ 74 h 306"/>
                <a:gd name="T12" fmla="*/ 7 w 173"/>
                <a:gd name="T13" fmla="*/ 78 h 306"/>
                <a:gd name="T14" fmla="*/ 3 w 173"/>
                <a:gd name="T15" fmla="*/ 78 h 306"/>
                <a:gd name="T16" fmla="*/ 3 w 173"/>
                <a:gd name="T17" fmla="*/ 88 h 306"/>
                <a:gd name="T18" fmla="*/ 5 w 173"/>
                <a:gd name="T19" fmla="*/ 90 h 306"/>
                <a:gd name="T20" fmla="*/ 10 w 173"/>
                <a:gd name="T21" fmla="*/ 97 h 306"/>
                <a:gd name="T22" fmla="*/ 14 w 173"/>
                <a:gd name="T23" fmla="*/ 107 h 306"/>
                <a:gd name="T24" fmla="*/ 14 w 173"/>
                <a:gd name="T25" fmla="*/ 116 h 306"/>
                <a:gd name="T26" fmla="*/ 17 w 173"/>
                <a:gd name="T27" fmla="*/ 109 h 306"/>
                <a:gd name="T28" fmla="*/ 22 w 173"/>
                <a:gd name="T29" fmla="*/ 121 h 306"/>
                <a:gd name="T30" fmla="*/ 19 w 173"/>
                <a:gd name="T31" fmla="*/ 138 h 306"/>
                <a:gd name="T32" fmla="*/ 22 w 173"/>
                <a:gd name="T33" fmla="*/ 159 h 306"/>
                <a:gd name="T34" fmla="*/ 24 w 173"/>
                <a:gd name="T35" fmla="*/ 161 h 306"/>
                <a:gd name="T36" fmla="*/ 29 w 173"/>
                <a:gd name="T37" fmla="*/ 175 h 306"/>
                <a:gd name="T38" fmla="*/ 31 w 173"/>
                <a:gd name="T39" fmla="*/ 183 h 306"/>
                <a:gd name="T40" fmla="*/ 36 w 173"/>
                <a:gd name="T41" fmla="*/ 190 h 306"/>
                <a:gd name="T42" fmla="*/ 36 w 173"/>
                <a:gd name="T43" fmla="*/ 206 h 306"/>
                <a:gd name="T44" fmla="*/ 38 w 173"/>
                <a:gd name="T45" fmla="*/ 213 h 306"/>
                <a:gd name="T46" fmla="*/ 40 w 173"/>
                <a:gd name="T47" fmla="*/ 211 h 306"/>
                <a:gd name="T48" fmla="*/ 40 w 173"/>
                <a:gd name="T49" fmla="*/ 206 h 306"/>
                <a:gd name="T50" fmla="*/ 43 w 173"/>
                <a:gd name="T51" fmla="*/ 204 h 306"/>
                <a:gd name="T52" fmla="*/ 50 w 173"/>
                <a:gd name="T53" fmla="*/ 209 h 306"/>
                <a:gd name="T54" fmla="*/ 55 w 173"/>
                <a:gd name="T55" fmla="*/ 213 h 306"/>
                <a:gd name="T56" fmla="*/ 57 w 173"/>
                <a:gd name="T57" fmla="*/ 232 h 306"/>
                <a:gd name="T58" fmla="*/ 66 w 173"/>
                <a:gd name="T59" fmla="*/ 275 h 306"/>
                <a:gd name="T60" fmla="*/ 71 w 173"/>
                <a:gd name="T61" fmla="*/ 291 h 306"/>
                <a:gd name="T62" fmla="*/ 76 w 173"/>
                <a:gd name="T63" fmla="*/ 306 h 306"/>
                <a:gd name="T64" fmla="*/ 107 w 173"/>
                <a:gd name="T65" fmla="*/ 299 h 306"/>
                <a:gd name="T66" fmla="*/ 130 w 173"/>
                <a:gd name="T67" fmla="*/ 296 h 306"/>
                <a:gd name="T68" fmla="*/ 149 w 173"/>
                <a:gd name="T69" fmla="*/ 291 h 306"/>
                <a:gd name="T70" fmla="*/ 137 w 173"/>
                <a:gd name="T71" fmla="*/ 280 h 306"/>
                <a:gd name="T72" fmla="*/ 135 w 173"/>
                <a:gd name="T73" fmla="*/ 273 h 306"/>
                <a:gd name="T74" fmla="*/ 140 w 173"/>
                <a:gd name="T75" fmla="*/ 261 h 306"/>
                <a:gd name="T76" fmla="*/ 137 w 173"/>
                <a:gd name="T77" fmla="*/ 239 h 306"/>
                <a:gd name="T78" fmla="*/ 135 w 173"/>
                <a:gd name="T79" fmla="*/ 232 h 306"/>
                <a:gd name="T80" fmla="*/ 135 w 173"/>
                <a:gd name="T81" fmla="*/ 228 h 306"/>
                <a:gd name="T82" fmla="*/ 135 w 173"/>
                <a:gd name="T83" fmla="*/ 220 h 306"/>
                <a:gd name="T84" fmla="*/ 133 w 173"/>
                <a:gd name="T85" fmla="*/ 185 h 306"/>
                <a:gd name="T86" fmla="*/ 133 w 173"/>
                <a:gd name="T87" fmla="*/ 171 h 306"/>
                <a:gd name="T88" fmla="*/ 140 w 173"/>
                <a:gd name="T89" fmla="*/ 157 h 306"/>
                <a:gd name="T90" fmla="*/ 145 w 173"/>
                <a:gd name="T91" fmla="*/ 135 h 306"/>
                <a:gd name="T92" fmla="*/ 142 w 173"/>
                <a:gd name="T93" fmla="*/ 130 h 306"/>
                <a:gd name="T94" fmla="*/ 140 w 173"/>
                <a:gd name="T95" fmla="*/ 97 h 306"/>
                <a:gd name="T96" fmla="*/ 154 w 173"/>
                <a:gd name="T97" fmla="*/ 86 h 306"/>
                <a:gd name="T98" fmla="*/ 166 w 173"/>
                <a:gd name="T99" fmla="*/ 71 h 306"/>
                <a:gd name="T100" fmla="*/ 171 w 173"/>
                <a:gd name="T101" fmla="*/ 59 h 306"/>
                <a:gd name="T102" fmla="*/ 173 w 173"/>
                <a:gd name="T103" fmla="*/ 52 h 306"/>
                <a:gd name="T104" fmla="*/ 166 w 173"/>
                <a:gd name="T105" fmla="*/ 41 h 306"/>
                <a:gd name="T106" fmla="*/ 161 w 173"/>
                <a:gd name="T107" fmla="*/ 31 h 306"/>
                <a:gd name="T108" fmla="*/ 166 w 173"/>
                <a:gd name="T109" fmla="*/ 10 h 306"/>
                <a:gd name="T110" fmla="*/ 166 w 173"/>
                <a:gd name="T111" fmla="*/ 0 h 306"/>
                <a:gd name="T112" fmla="*/ 121 w 173"/>
                <a:gd name="T113" fmla="*/ 12 h 306"/>
                <a:gd name="T114" fmla="*/ 76 w 173"/>
                <a:gd name="T115" fmla="*/ 24 h 306"/>
                <a:gd name="T116" fmla="*/ 24 w 173"/>
                <a:gd name="T117" fmla="*/ 3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" h="306">
                  <a:moveTo>
                    <a:pt x="19" y="38"/>
                  </a:moveTo>
                  <a:lnTo>
                    <a:pt x="14" y="38"/>
                  </a:lnTo>
                  <a:lnTo>
                    <a:pt x="14" y="41"/>
                  </a:lnTo>
                  <a:lnTo>
                    <a:pt x="7" y="41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0" y="43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3" y="55"/>
                  </a:lnTo>
                  <a:lnTo>
                    <a:pt x="3" y="59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3" y="71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3" y="81"/>
                  </a:lnTo>
                  <a:lnTo>
                    <a:pt x="5" y="83"/>
                  </a:lnTo>
                  <a:lnTo>
                    <a:pt x="5" y="86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3"/>
                  </a:lnTo>
                  <a:lnTo>
                    <a:pt x="7" y="95"/>
                  </a:lnTo>
                  <a:lnTo>
                    <a:pt x="7" y="97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12" y="100"/>
                  </a:lnTo>
                  <a:lnTo>
                    <a:pt x="12" y="102"/>
                  </a:lnTo>
                  <a:lnTo>
                    <a:pt x="10" y="104"/>
                  </a:lnTo>
                  <a:lnTo>
                    <a:pt x="12" y="107"/>
                  </a:lnTo>
                  <a:lnTo>
                    <a:pt x="14" y="107"/>
                  </a:lnTo>
                  <a:lnTo>
                    <a:pt x="14" y="109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4" y="114"/>
                  </a:lnTo>
                  <a:lnTo>
                    <a:pt x="14" y="116"/>
                  </a:lnTo>
                  <a:lnTo>
                    <a:pt x="14" y="114"/>
                  </a:lnTo>
                  <a:lnTo>
                    <a:pt x="14" y="112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7" y="109"/>
                  </a:lnTo>
                  <a:lnTo>
                    <a:pt x="17" y="116"/>
                  </a:lnTo>
                  <a:lnTo>
                    <a:pt x="17" y="116"/>
                  </a:lnTo>
                  <a:lnTo>
                    <a:pt x="19" y="116"/>
                  </a:lnTo>
                  <a:lnTo>
                    <a:pt x="19" y="119"/>
                  </a:lnTo>
                  <a:lnTo>
                    <a:pt x="22" y="121"/>
                  </a:lnTo>
                  <a:lnTo>
                    <a:pt x="22" y="126"/>
                  </a:lnTo>
                  <a:lnTo>
                    <a:pt x="22" y="126"/>
                  </a:lnTo>
                  <a:lnTo>
                    <a:pt x="24" y="128"/>
                  </a:lnTo>
                  <a:lnTo>
                    <a:pt x="24" y="130"/>
                  </a:lnTo>
                  <a:lnTo>
                    <a:pt x="19" y="138"/>
                  </a:lnTo>
                  <a:lnTo>
                    <a:pt x="17" y="140"/>
                  </a:lnTo>
                  <a:lnTo>
                    <a:pt x="19" y="142"/>
                  </a:lnTo>
                  <a:lnTo>
                    <a:pt x="19" y="157"/>
                  </a:lnTo>
                  <a:lnTo>
                    <a:pt x="22" y="161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4" y="159"/>
                  </a:lnTo>
                  <a:lnTo>
                    <a:pt x="24" y="159"/>
                  </a:lnTo>
                  <a:lnTo>
                    <a:pt x="24" y="159"/>
                  </a:lnTo>
                  <a:lnTo>
                    <a:pt x="24" y="161"/>
                  </a:lnTo>
                  <a:lnTo>
                    <a:pt x="24" y="164"/>
                  </a:lnTo>
                  <a:lnTo>
                    <a:pt x="26" y="168"/>
                  </a:lnTo>
                  <a:lnTo>
                    <a:pt x="26" y="171"/>
                  </a:lnTo>
                  <a:lnTo>
                    <a:pt x="29" y="173"/>
                  </a:lnTo>
                  <a:lnTo>
                    <a:pt x="29" y="175"/>
                  </a:lnTo>
                  <a:lnTo>
                    <a:pt x="31" y="175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80"/>
                  </a:lnTo>
                  <a:lnTo>
                    <a:pt x="31" y="183"/>
                  </a:lnTo>
                  <a:lnTo>
                    <a:pt x="31" y="183"/>
                  </a:lnTo>
                  <a:lnTo>
                    <a:pt x="33" y="185"/>
                  </a:lnTo>
                  <a:lnTo>
                    <a:pt x="36" y="185"/>
                  </a:lnTo>
                  <a:lnTo>
                    <a:pt x="36" y="187"/>
                  </a:lnTo>
                  <a:lnTo>
                    <a:pt x="36" y="190"/>
                  </a:lnTo>
                  <a:lnTo>
                    <a:pt x="36" y="190"/>
                  </a:lnTo>
                  <a:lnTo>
                    <a:pt x="36" y="192"/>
                  </a:lnTo>
                  <a:lnTo>
                    <a:pt x="36" y="204"/>
                  </a:lnTo>
                  <a:lnTo>
                    <a:pt x="36" y="204"/>
                  </a:lnTo>
                  <a:lnTo>
                    <a:pt x="36" y="206"/>
                  </a:lnTo>
                  <a:lnTo>
                    <a:pt x="36" y="209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09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5" y="204"/>
                  </a:lnTo>
                  <a:lnTo>
                    <a:pt x="45" y="204"/>
                  </a:lnTo>
                  <a:lnTo>
                    <a:pt x="48" y="204"/>
                  </a:lnTo>
                  <a:lnTo>
                    <a:pt x="48" y="206"/>
                  </a:lnTo>
                  <a:lnTo>
                    <a:pt x="50" y="209"/>
                  </a:lnTo>
                  <a:lnTo>
                    <a:pt x="50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5" y="213"/>
                  </a:lnTo>
                  <a:lnTo>
                    <a:pt x="55" y="216"/>
                  </a:lnTo>
                  <a:lnTo>
                    <a:pt x="55" y="218"/>
                  </a:lnTo>
                  <a:lnTo>
                    <a:pt x="55" y="220"/>
                  </a:lnTo>
                  <a:lnTo>
                    <a:pt x="57" y="225"/>
                  </a:lnTo>
                  <a:lnTo>
                    <a:pt x="57" y="232"/>
                  </a:lnTo>
                  <a:lnTo>
                    <a:pt x="59" y="239"/>
                  </a:lnTo>
                  <a:lnTo>
                    <a:pt x="62" y="246"/>
                  </a:lnTo>
                  <a:lnTo>
                    <a:pt x="64" y="261"/>
                  </a:lnTo>
                  <a:lnTo>
                    <a:pt x="66" y="268"/>
                  </a:lnTo>
                  <a:lnTo>
                    <a:pt x="66" y="275"/>
                  </a:lnTo>
                  <a:lnTo>
                    <a:pt x="69" y="280"/>
                  </a:lnTo>
                  <a:lnTo>
                    <a:pt x="69" y="284"/>
                  </a:lnTo>
                  <a:lnTo>
                    <a:pt x="71" y="289"/>
                  </a:lnTo>
                  <a:lnTo>
                    <a:pt x="71" y="291"/>
                  </a:lnTo>
                  <a:lnTo>
                    <a:pt x="71" y="291"/>
                  </a:lnTo>
                  <a:lnTo>
                    <a:pt x="71" y="294"/>
                  </a:lnTo>
                  <a:lnTo>
                    <a:pt x="71" y="296"/>
                  </a:lnTo>
                  <a:lnTo>
                    <a:pt x="71" y="301"/>
                  </a:lnTo>
                  <a:lnTo>
                    <a:pt x="74" y="303"/>
                  </a:lnTo>
                  <a:lnTo>
                    <a:pt x="76" y="306"/>
                  </a:lnTo>
                  <a:lnTo>
                    <a:pt x="90" y="303"/>
                  </a:lnTo>
                  <a:lnTo>
                    <a:pt x="95" y="303"/>
                  </a:lnTo>
                  <a:lnTo>
                    <a:pt x="100" y="301"/>
                  </a:lnTo>
                  <a:lnTo>
                    <a:pt x="102" y="301"/>
                  </a:lnTo>
                  <a:lnTo>
                    <a:pt x="107" y="299"/>
                  </a:lnTo>
                  <a:lnTo>
                    <a:pt x="111" y="299"/>
                  </a:lnTo>
                  <a:lnTo>
                    <a:pt x="116" y="299"/>
                  </a:lnTo>
                  <a:lnTo>
                    <a:pt x="121" y="296"/>
                  </a:lnTo>
                  <a:lnTo>
                    <a:pt x="126" y="296"/>
                  </a:lnTo>
                  <a:lnTo>
                    <a:pt x="130" y="296"/>
                  </a:lnTo>
                  <a:lnTo>
                    <a:pt x="135" y="294"/>
                  </a:lnTo>
                  <a:lnTo>
                    <a:pt x="140" y="294"/>
                  </a:lnTo>
                  <a:lnTo>
                    <a:pt x="145" y="291"/>
                  </a:lnTo>
                  <a:lnTo>
                    <a:pt x="149" y="291"/>
                  </a:lnTo>
                  <a:lnTo>
                    <a:pt x="149" y="291"/>
                  </a:lnTo>
                  <a:lnTo>
                    <a:pt x="147" y="287"/>
                  </a:lnTo>
                  <a:lnTo>
                    <a:pt x="145" y="287"/>
                  </a:lnTo>
                  <a:lnTo>
                    <a:pt x="140" y="282"/>
                  </a:lnTo>
                  <a:lnTo>
                    <a:pt x="137" y="282"/>
                  </a:lnTo>
                  <a:lnTo>
                    <a:pt x="137" y="280"/>
                  </a:lnTo>
                  <a:lnTo>
                    <a:pt x="137" y="280"/>
                  </a:lnTo>
                  <a:lnTo>
                    <a:pt x="135" y="277"/>
                  </a:lnTo>
                  <a:lnTo>
                    <a:pt x="135" y="275"/>
                  </a:lnTo>
                  <a:lnTo>
                    <a:pt x="135" y="275"/>
                  </a:lnTo>
                  <a:lnTo>
                    <a:pt x="135" y="273"/>
                  </a:lnTo>
                  <a:lnTo>
                    <a:pt x="137" y="270"/>
                  </a:lnTo>
                  <a:lnTo>
                    <a:pt x="135" y="265"/>
                  </a:lnTo>
                  <a:lnTo>
                    <a:pt x="135" y="263"/>
                  </a:lnTo>
                  <a:lnTo>
                    <a:pt x="137" y="263"/>
                  </a:lnTo>
                  <a:lnTo>
                    <a:pt x="140" y="261"/>
                  </a:lnTo>
                  <a:lnTo>
                    <a:pt x="140" y="258"/>
                  </a:lnTo>
                  <a:lnTo>
                    <a:pt x="137" y="254"/>
                  </a:lnTo>
                  <a:lnTo>
                    <a:pt x="137" y="246"/>
                  </a:lnTo>
                  <a:lnTo>
                    <a:pt x="137" y="244"/>
                  </a:lnTo>
                  <a:lnTo>
                    <a:pt x="137" y="239"/>
                  </a:lnTo>
                  <a:lnTo>
                    <a:pt x="135" y="239"/>
                  </a:lnTo>
                  <a:lnTo>
                    <a:pt x="135" y="235"/>
                  </a:lnTo>
                  <a:lnTo>
                    <a:pt x="135" y="232"/>
                  </a:lnTo>
                  <a:lnTo>
                    <a:pt x="135" y="232"/>
                  </a:lnTo>
                  <a:lnTo>
                    <a:pt x="135" y="232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28"/>
                  </a:lnTo>
                  <a:lnTo>
                    <a:pt x="135" y="228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7" y="223"/>
                  </a:lnTo>
                  <a:lnTo>
                    <a:pt x="135" y="220"/>
                  </a:lnTo>
                  <a:lnTo>
                    <a:pt x="135" y="216"/>
                  </a:lnTo>
                  <a:lnTo>
                    <a:pt x="130" y="194"/>
                  </a:lnTo>
                  <a:lnTo>
                    <a:pt x="130" y="192"/>
                  </a:lnTo>
                  <a:lnTo>
                    <a:pt x="130" y="190"/>
                  </a:lnTo>
                  <a:lnTo>
                    <a:pt x="133" y="185"/>
                  </a:lnTo>
                  <a:lnTo>
                    <a:pt x="133" y="183"/>
                  </a:lnTo>
                  <a:lnTo>
                    <a:pt x="133" y="180"/>
                  </a:lnTo>
                  <a:lnTo>
                    <a:pt x="133" y="175"/>
                  </a:lnTo>
                  <a:lnTo>
                    <a:pt x="133" y="171"/>
                  </a:lnTo>
                  <a:lnTo>
                    <a:pt x="133" y="171"/>
                  </a:lnTo>
                  <a:lnTo>
                    <a:pt x="135" y="168"/>
                  </a:lnTo>
                  <a:lnTo>
                    <a:pt x="135" y="166"/>
                  </a:lnTo>
                  <a:lnTo>
                    <a:pt x="140" y="161"/>
                  </a:lnTo>
                  <a:lnTo>
                    <a:pt x="140" y="159"/>
                  </a:lnTo>
                  <a:lnTo>
                    <a:pt x="140" y="157"/>
                  </a:lnTo>
                  <a:lnTo>
                    <a:pt x="140" y="154"/>
                  </a:lnTo>
                  <a:lnTo>
                    <a:pt x="140" y="152"/>
                  </a:lnTo>
                  <a:lnTo>
                    <a:pt x="140" y="147"/>
                  </a:lnTo>
                  <a:lnTo>
                    <a:pt x="140" y="145"/>
                  </a:lnTo>
                  <a:lnTo>
                    <a:pt x="145" y="135"/>
                  </a:lnTo>
                  <a:lnTo>
                    <a:pt x="145" y="135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42" y="133"/>
                  </a:lnTo>
                  <a:lnTo>
                    <a:pt x="142" y="130"/>
                  </a:lnTo>
                  <a:lnTo>
                    <a:pt x="145" y="123"/>
                  </a:lnTo>
                  <a:lnTo>
                    <a:pt x="145" y="119"/>
                  </a:lnTo>
                  <a:lnTo>
                    <a:pt x="142" y="114"/>
                  </a:lnTo>
                  <a:lnTo>
                    <a:pt x="140" y="104"/>
                  </a:lnTo>
                  <a:lnTo>
                    <a:pt x="140" y="97"/>
                  </a:lnTo>
                  <a:lnTo>
                    <a:pt x="140" y="93"/>
                  </a:lnTo>
                  <a:lnTo>
                    <a:pt x="142" y="90"/>
                  </a:lnTo>
                  <a:lnTo>
                    <a:pt x="147" y="88"/>
                  </a:lnTo>
                  <a:lnTo>
                    <a:pt x="152" y="88"/>
                  </a:lnTo>
                  <a:lnTo>
                    <a:pt x="154" y="86"/>
                  </a:lnTo>
                  <a:lnTo>
                    <a:pt x="156" y="86"/>
                  </a:lnTo>
                  <a:lnTo>
                    <a:pt x="156" y="81"/>
                  </a:lnTo>
                  <a:lnTo>
                    <a:pt x="159" y="78"/>
                  </a:lnTo>
                  <a:lnTo>
                    <a:pt x="166" y="71"/>
                  </a:lnTo>
                  <a:lnTo>
                    <a:pt x="166" y="71"/>
                  </a:lnTo>
                  <a:lnTo>
                    <a:pt x="168" y="69"/>
                  </a:lnTo>
                  <a:lnTo>
                    <a:pt x="168" y="67"/>
                  </a:lnTo>
                  <a:lnTo>
                    <a:pt x="171" y="64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7"/>
                  </a:lnTo>
                  <a:lnTo>
                    <a:pt x="171" y="55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0"/>
                  </a:lnTo>
                  <a:lnTo>
                    <a:pt x="173" y="50"/>
                  </a:lnTo>
                  <a:lnTo>
                    <a:pt x="173" y="48"/>
                  </a:lnTo>
                  <a:lnTo>
                    <a:pt x="171" y="48"/>
                  </a:lnTo>
                  <a:lnTo>
                    <a:pt x="166" y="41"/>
                  </a:lnTo>
                  <a:lnTo>
                    <a:pt x="166" y="41"/>
                  </a:lnTo>
                  <a:lnTo>
                    <a:pt x="166" y="38"/>
                  </a:lnTo>
                  <a:lnTo>
                    <a:pt x="163" y="36"/>
                  </a:lnTo>
                  <a:lnTo>
                    <a:pt x="161" y="36"/>
                  </a:lnTo>
                  <a:lnTo>
                    <a:pt x="161" y="31"/>
                  </a:lnTo>
                  <a:lnTo>
                    <a:pt x="163" y="26"/>
                  </a:lnTo>
                  <a:lnTo>
                    <a:pt x="166" y="22"/>
                  </a:lnTo>
                  <a:lnTo>
                    <a:pt x="168" y="15"/>
                  </a:lnTo>
                  <a:lnTo>
                    <a:pt x="168" y="12"/>
                  </a:lnTo>
                  <a:lnTo>
                    <a:pt x="166" y="10"/>
                  </a:lnTo>
                  <a:lnTo>
                    <a:pt x="166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3" y="0"/>
                  </a:lnTo>
                  <a:lnTo>
                    <a:pt x="166" y="0"/>
                  </a:lnTo>
                  <a:lnTo>
                    <a:pt x="156" y="3"/>
                  </a:lnTo>
                  <a:lnTo>
                    <a:pt x="147" y="5"/>
                  </a:lnTo>
                  <a:lnTo>
                    <a:pt x="137" y="7"/>
                  </a:lnTo>
                  <a:lnTo>
                    <a:pt x="130" y="10"/>
                  </a:lnTo>
                  <a:lnTo>
                    <a:pt x="121" y="12"/>
                  </a:lnTo>
                  <a:lnTo>
                    <a:pt x="111" y="15"/>
                  </a:lnTo>
                  <a:lnTo>
                    <a:pt x="104" y="17"/>
                  </a:lnTo>
                  <a:lnTo>
                    <a:pt x="95" y="19"/>
                  </a:lnTo>
                  <a:lnTo>
                    <a:pt x="85" y="22"/>
                  </a:lnTo>
                  <a:lnTo>
                    <a:pt x="76" y="24"/>
                  </a:lnTo>
                  <a:lnTo>
                    <a:pt x="69" y="26"/>
                  </a:lnTo>
                  <a:lnTo>
                    <a:pt x="59" y="29"/>
                  </a:lnTo>
                  <a:lnTo>
                    <a:pt x="40" y="33"/>
                  </a:lnTo>
                  <a:lnTo>
                    <a:pt x="33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19" y="3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29" name="Freeform 10">
              <a:extLst>
                <a:ext uri="{FF2B5EF4-FFF2-40B4-BE49-F238E27FC236}">
                  <a16:creationId xmlns:a16="http://schemas.microsoft.com/office/drawing/2014/main" id="{CA65AC18-59BF-42F3-8778-6BD21E0DF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76225" y="2755881"/>
              <a:ext cx="750533" cy="413501"/>
            </a:xfrm>
            <a:custGeom>
              <a:avLst/>
              <a:gdLst>
                <a:gd name="T0" fmla="*/ 769 w 795"/>
                <a:gd name="T1" fmla="*/ 192 h 438"/>
                <a:gd name="T2" fmla="*/ 757 w 795"/>
                <a:gd name="T3" fmla="*/ 128 h 438"/>
                <a:gd name="T4" fmla="*/ 752 w 795"/>
                <a:gd name="T5" fmla="*/ 150 h 438"/>
                <a:gd name="T6" fmla="*/ 740 w 795"/>
                <a:gd name="T7" fmla="*/ 173 h 438"/>
                <a:gd name="T8" fmla="*/ 740 w 795"/>
                <a:gd name="T9" fmla="*/ 197 h 438"/>
                <a:gd name="T10" fmla="*/ 750 w 795"/>
                <a:gd name="T11" fmla="*/ 232 h 438"/>
                <a:gd name="T12" fmla="*/ 757 w 795"/>
                <a:gd name="T13" fmla="*/ 197 h 438"/>
                <a:gd name="T14" fmla="*/ 769 w 795"/>
                <a:gd name="T15" fmla="*/ 180 h 438"/>
                <a:gd name="T16" fmla="*/ 781 w 795"/>
                <a:gd name="T17" fmla="*/ 116 h 438"/>
                <a:gd name="T18" fmla="*/ 785 w 795"/>
                <a:gd name="T19" fmla="*/ 131 h 438"/>
                <a:gd name="T20" fmla="*/ 722 w 795"/>
                <a:gd name="T21" fmla="*/ 268 h 438"/>
                <a:gd name="T22" fmla="*/ 703 w 795"/>
                <a:gd name="T23" fmla="*/ 270 h 438"/>
                <a:gd name="T24" fmla="*/ 677 w 795"/>
                <a:gd name="T25" fmla="*/ 242 h 438"/>
                <a:gd name="T26" fmla="*/ 620 w 795"/>
                <a:gd name="T27" fmla="*/ 239 h 438"/>
                <a:gd name="T28" fmla="*/ 639 w 795"/>
                <a:gd name="T29" fmla="*/ 237 h 438"/>
                <a:gd name="T30" fmla="*/ 660 w 795"/>
                <a:gd name="T31" fmla="*/ 237 h 438"/>
                <a:gd name="T32" fmla="*/ 691 w 795"/>
                <a:gd name="T33" fmla="*/ 251 h 438"/>
                <a:gd name="T34" fmla="*/ 717 w 795"/>
                <a:gd name="T35" fmla="*/ 242 h 438"/>
                <a:gd name="T36" fmla="*/ 670 w 795"/>
                <a:gd name="T37" fmla="*/ 216 h 438"/>
                <a:gd name="T38" fmla="*/ 691 w 795"/>
                <a:gd name="T39" fmla="*/ 225 h 438"/>
                <a:gd name="T40" fmla="*/ 698 w 795"/>
                <a:gd name="T41" fmla="*/ 211 h 438"/>
                <a:gd name="T42" fmla="*/ 710 w 795"/>
                <a:gd name="T43" fmla="*/ 202 h 438"/>
                <a:gd name="T44" fmla="*/ 698 w 795"/>
                <a:gd name="T45" fmla="*/ 187 h 438"/>
                <a:gd name="T46" fmla="*/ 662 w 795"/>
                <a:gd name="T47" fmla="*/ 168 h 438"/>
                <a:gd name="T48" fmla="*/ 634 w 795"/>
                <a:gd name="T49" fmla="*/ 150 h 438"/>
                <a:gd name="T50" fmla="*/ 617 w 795"/>
                <a:gd name="T51" fmla="*/ 133 h 438"/>
                <a:gd name="T52" fmla="*/ 665 w 795"/>
                <a:gd name="T53" fmla="*/ 166 h 438"/>
                <a:gd name="T54" fmla="*/ 688 w 795"/>
                <a:gd name="T55" fmla="*/ 180 h 438"/>
                <a:gd name="T56" fmla="*/ 698 w 795"/>
                <a:gd name="T57" fmla="*/ 168 h 438"/>
                <a:gd name="T58" fmla="*/ 696 w 795"/>
                <a:gd name="T59" fmla="*/ 142 h 438"/>
                <a:gd name="T60" fmla="*/ 662 w 795"/>
                <a:gd name="T61" fmla="*/ 128 h 438"/>
                <a:gd name="T62" fmla="*/ 625 w 795"/>
                <a:gd name="T63" fmla="*/ 123 h 438"/>
                <a:gd name="T64" fmla="*/ 613 w 795"/>
                <a:gd name="T65" fmla="*/ 102 h 438"/>
                <a:gd name="T66" fmla="*/ 584 w 795"/>
                <a:gd name="T67" fmla="*/ 102 h 438"/>
                <a:gd name="T68" fmla="*/ 594 w 795"/>
                <a:gd name="T69" fmla="*/ 76 h 438"/>
                <a:gd name="T70" fmla="*/ 599 w 795"/>
                <a:gd name="T71" fmla="*/ 45 h 438"/>
                <a:gd name="T72" fmla="*/ 558 w 795"/>
                <a:gd name="T73" fmla="*/ 29 h 438"/>
                <a:gd name="T74" fmla="*/ 521 w 795"/>
                <a:gd name="T75" fmla="*/ 5 h 438"/>
                <a:gd name="T76" fmla="*/ 459 w 795"/>
                <a:gd name="T77" fmla="*/ 5 h 438"/>
                <a:gd name="T78" fmla="*/ 459 w 795"/>
                <a:gd name="T79" fmla="*/ 34 h 438"/>
                <a:gd name="T80" fmla="*/ 445 w 795"/>
                <a:gd name="T81" fmla="*/ 64 h 438"/>
                <a:gd name="T82" fmla="*/ 431 w 795"/>
                <a:gd name="T83" fmla="*/ 81 h 438"/>
                <a:gd name="T84" fmla="*/ 407 w 795"/>
                <a:gd name="T85" fmla="*/ 109 h 438"/>
                <a:gd name="T86" fmla="*/ 393 w 795"/>
                <a:gd name="T87" fmla="*/ 142 h 438"/>
                <a:gd name="T88" fmla="*/ 355 w 795"/>
                <a:gd name="T89" fmla="*/ 131 h 438"/>
                <a:gd name="T90" fmla="*/ 348 w 795"/>
                <a:gd name="T91" fmla="*/ 161 h 438"/>
                <a:gd name="T92" fmla="*/ 338 w 795"/>
                <a:gd name="T93" fmla="*/ 187 h 438"/>
                <a:gd name="T94" fmla="*/ 319 w 795"/>
                <a:gd name="T95" fmla="*/ 256 h 438"/>
                <a:gd name="T96" fmla="*/ 315 w 795"/>
                <a:gd name="T97" fmla="*/ 273 h 438"/>
                <a:gd name="T98" fmla="*/ 284 w 795"/>
                <a:gd name="T99" fmla="*/ 289 h 438"/>
                <a:gd name="T100" fmla="*/ 263 w 795"/>
                <a:gd name="T101" fmla="*/ 292 h 438"/>
                <a:gd name="T102" fmla="*/ 251 w 795"/>
                <a:gd name="T103" fmla="*/ 310 h 438"/>
                <a:gd name="T104" fmla="*/ 213 w 795"/>
                <a:gd name="T105" fmla="*/ 313 h 438"/>
                <a:gd name="T106" fmla="*/ 182 w 795"/>
                <a:gd name="T107" fmla="*/ 329 h 438"/>
                <a:gd name="T108" fmla="*/ 159 w 795"/>
                <a:gd name="T109" fmla="*/ 318 h 438"/>
                <a:gd name="T110" fmla="*/ 154 w 795"/>
                <a:gd name="T111" fmla="*/ 301 h 438"/>
                <a:gd name="T112" fmla="*/ 88 w 795"/>
                <a:gd name="T113" fmla="*/ 365 h 438"/>
                <a:gd name="T114" fmla="*/ 73 w 795"/>
                <a:gd name="T115" fmla="*/ 391 h 438"/>
                <a:gd name="T116" fmla="*/ 26 w 795"/>
                <a:gd name="T117" fmla="*/ 424 h 438"/>
                <a:gd name="T118" fmla="*/ 166 w 795"/>
                <a:gd name="T119" fmla="*/ 412 h 438"/>
                <a:gd name="T120" fmla="*/ 360 w 795"/>
                <a:gd name="T121" fmla="*/ 381 h 438"/>
                <a:gd name="T122" fmla="*/ 724 w 795"/>
                <a:gd name="T123" fmla="*/ 313 h 438"/>
                <a:gd name="T124" fmla="*/ 771 w 795"/>
                <a:gd name="T125" fmla="*/ 29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5" h="438">
                  <a:moveTo>
                    <a:pt x="767" y="301"/>
                  </a:moveTo>
                  <a:lnTo>
                    <a:pt x="767" y="303"/>
                  </a:lnTo>
                  <a:lnTo>
                    <a:pt x="767" y="303"/>
                  </a:lnTo>
                  <a:lnTo>
                    <a:pt x="767" y="303"/>
                  </a:lnTo>
                  <a:lnTo>
                    <a:pt x="769" y="303"/>
                  </a:lnTo>
                  <a:lnTo>
                    <a:pt x="769" y="303"/>
                  </a:lnTo>
                  <a:lnTo>
                    <a:pt x="769" y="301"/>
                  </a:lnTo>
                  <a:lnTo>
                    <a:pt x="767" y="301"/>
                  </a:lnTo>
                  <a:close/>
                  <a:moveTo>
                    <a:pt x="759" y="218"/>
                  </a:moveTo>
                  <a:lnTo>
                    <a:pt x="757" y="218"/>
                  </a:lnTo>
                  <a:lnTo>
                    <a:pt x="759" y="221"/>
                  </a:lnTo>
                  <a:lnTo>
                    <a:pt x="762" y="218"/>
                  </a:lnTo>
                  <a:lnTo>
                    <a:pt x="762" y="216"/>
                  </a:lnTo>
                  <a:lnTo>
                    <a:pt x="762" y="213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59" y="216"/>
                  </a:lnTo>
                  <a:lnTo>
                    <a:pt x="759" y="218"/>
                  </a:lnTo>
                  <a:close/>
                  <a:moveTo>
                    <a:pt x="769" y="192"/>
                  </a:moveTo>
                  <a:lnTo>
                    <a:pt x="769" y="190"/>
                  </a:lnTo>
                  <a:lnTo>
                    <a:pt x="769" y="187"/>
                  </a:lnTo>
                  <a:lnTo>
                    <a:pt x="769" y="187"/>
                  </a:lnTo>
                  <a:lnTo>
                    <a:pt x="767" y="187"/>
                  </a:lnTo>
                  <a:lnTo>
                    <a:pt x="767" y="194"/>
                  </a:lnTo>
                  <a:lnTo>
                    <a:pt x="767" y="197"/>
                  </a:lnTo>
                  <a:lnTo>
                    <a:pt x="767" y="197"/>
                  </a:lnTo>
                  <a:lnTo>
                    <a:pt x="767" y="197"/>
                  </a:lnTo>
                  <a:lnTo>
                    <a:pt x="769" y="192"/>
                  </a:lnTo>
                  <a:close/>
                  <a:moveTo>
                    <a:pt x="781" y="114"/>
                  </a:moveTo>
                  <a:lnTo>
                    <a:pt x="778" y="114"/>
                  </a:lnTo>
                  <a:lnTo>
                    <a:pt x="774" y="116"/>
                  </a:lnTo>
                  <a:lnTo>
                    <a:pt x="769" y="119"/>
                  </a:lnTo>
                  <a:lnTo>
                    <a:pt x="764" y="119"/>
                  </a:lnTo>
                  <a:lnTo>
                    <a:pt x="762" y="121"/>
                  </a:lnTo>
                  <a:lnTo>
                    <a:pt x="759" y="121"/>
                  </a:lnTo>
                  <a:lnTo>
                    <a:pt x="759" y="121"/>
                  </a:lnTo>
                  <a:lnTo>
                    <a:pt x="757" y="123"/>
                  </a:lnTo>
                  <a:lnTo>
                    <a:pt x="757" y="126"/>
                  </a:lnTo>
                  <a:lnTo>
                    <a:pt x="759" y="126"/>
                  </a:lnTo>
                  <a:lnTo>
                    <a:pt x="757" y="128"/>
                  </a:lnTo>
                  <a:lnTo>
                    <a:pt x="757" y="128"/>
                  </a:lnTo>
                  <a:lnTo>
                    <a:pt x="752" y="131"/>
                  </a:lnTo>
                  <a:lnTo>
                    <a:pt x="752" y="133"/>
                  </a:lnTo>
                  <a:lnTo>
                    <a:pt x="750" y="135"/>
                  </a:lnTo>
                  <a:lnTo>
                    <a:pt x="750" y="135"/>
                  </a:lnTo>
                  <a:lnTo>
                    <a:pt x="752" y="135"/>
                  </a:lnTo>
                  <a:lnTo>
                    <a:pt x="755" y="135"/>
                  </a:lnTo>
                  <a:lnTo>
                    <a:pt x="757" y="135"/>
                  </a:lnTo>
                  <a:lnTo>
                    <a:pt x="757" y="138"/>
                  </a:lnTo>
                  <a:lnTo>
                    <a:pt x="757" y="138"/>
                  </a:lnTo>
                  <a:lnTo>
                    <a:pt x="757" y="140"/>
                  </a:lnTo>
                  <a:lnTo>
                    <a:pt x="757" y="140"/>
                  </a:lnTo>
                  <a:lnTo>
                    <a:pt x="759" y="140"/>
                  </a:lnTo>
                  <a:lnTo>
                    <a:pt x="757" y="142"/>
                  </a:lnTo>
                  <a:lnTo>
                    <a:pt x="755" y="142"/>
                  </a:lnTo>
                  <a:lnTo>
                    <a:pt x="755" y="142"/>
                  </a:lnTo>
                  <a:lnTo>
                    <a:pt x="755" y="142"/>
                  </a:lnTo>
                  <a:lnTo>
                    <a:pt x="755" y="145"/>
                  </a:lnTo>
                  <a:lnTo>
                    <a:pt x="755" y="145"/>
                  </a:lnTo>
                  <a:lnTo>
                    <a:pt x="757" y="147"/>
                  </a:lnTo>
                  <a:lnTo>
                    <a:pt x="752" y="150"/>
                  </a:lnTo>
                  <a:lnTo>
                    <a:pt x="750" y="150"/>
                  </a:lnTo>
                  <a:lnTo>
                    <a:pt x="750" y="147"/>
                  </a:lnTo>
                  <a:lnTo>
                    <a:pt x="748" y="147"/>
                  </a:lnTo>
                  <a:lnTo>
                    <a:pt x="748" y="150"/>
                  </a:lnTo>
                  <a:lnTo>
                    <a:pt x="750" y="152"/>
                  </a:lnTo>
                  <a:lnTo>
                    <a:pt x="750" y="152"/>
                  </a:lnTo>
                  <a:lnTo>
                    <a:pt x="750" y="154"/>
                  </a:lnTo>
                  <a:lnTo>
                    <a:pt x="748" y="157"/>
                  </a:lnTo>
                  <a:lnTo>
                    <a:pt x="748" y="157"/>
                  </a:lnTo>
                  <a:lnTo>
                    <a:pt x="750" y="157"/>
                  </a:lnTo>
                  <a:lnTo>
                    <a:pt x="750" y="157"/>
                  </a:lnTo>
                  <a:lnTo>
                    <a:pt x="748" y="161"/>
                  </a:lnTo>
                  <a:lnTo>
                    <a:pt x="748" y="164"/>
                  </a:lnTo>
                  <a:lnTo>
                    <a:pt x="748" y="166"/>
                  </a:lnTo>
                  <a:lnTo>
                    <a:pt x="745" y="166"/>
                  </a:lnTo>
                  <a:lnTo>
                    <a:pt x="745" y="166"/>
                  </a:lnTo>
                  <a:lnTo>
                    <a:pt x="743" y="168"/>
                  </a:lnTo>
                  <a:lnTo>
                    <a:pt x="743" y="171"/>
                  </a:lnTo>
                  <a:lnTo>
                    <a:pt x="745" y="171"/>
                  </a:lnTo>
                  <a:lnTo>
                    <a:pt x="743" y="173"/>
                  </a:lnTo>
                  <a:lnTo>
                    <a:pt x="740" y="173"/>
                  </a:lnTo>
                  <a:lnTo>
                    <a:pt x="740" y="176"/>
                  </a:lnTo>
                  <a:lnTo>
                    <a:pt x="740" y="176"/>
                  </a:lnTo>
                  <a:lnTo>
                    <a:pt x="740" y="176"/>
                  </a:lnTo>
                  <a:lnTo>
                    <a:pt x="740" y="178"/>
                  </a:lnTo>
                  <a:lnTo>
                    <a:pt x="740" y="180"/>
                  </a:lnTo>
                  <a:lnTo>
                    <a:pt x="743" y="180"/>
                  </a:lnTo>
                  <a:lnTo>
                    <a:pt x="743" y="183"/>
                  </a:lnTo>
                  <a:lnTo>
                    <a:pt x="740" y="185"/>
                  </a:lnTo>
                  <a:lnTo>
                    <a:pt x="740" y="187"/>
                  </a:lnTo>
                  <a:lnTo>
                    <a:pt x="740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0" y="192"/>
                  </a:lnTo>
                  <a:lnTo>
                    <a:pt x="740" y="194"/>
                  </a:lnTo>
                  <a:lnTo>
                    <a:pt x="740" y="197"/>
                  </a:lnTo>
                  <a:lnTo>
                    <a:pt x="740" y="199"/>
                  </a:lnTo>
                  <a:lnTo>
                    <a:pt x="740" y="199"/>
                  </a:lnTo>
                  <a:lnTo>
                    <a:pt x="740" y="199"/>
                  </a:lnTo>
                  <a:lnTo>
                    <a:pt x="740" y="197"/>
                  </a:lnTo>
                  <a:lnTo>
                    <a:pt x="740" y="197"/>
                  </a:lnTo>
                  <a:lnTo>
                    <a:pt x="743" y="197"/>
                  </a:lnTo>
                  <a:lnTo>
                    <a:pt x="743" y="199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6"/>
                  </a:lnTo>
                  <a:lnTo>
                    <a:pt x="738" y="213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11"/>
                  </a:lnTo>
                  <a:lnTo>
                    <a:pt x="740" y="213"/>
                  </a:lnTo>
                  <a:lnTo>
                    <a:pt x="740" y="216"/>
                  </a:lnTo>
                  <a:lnTo>
                    <a:pt x="740" y="221"/>
                  </a:lnTo>
                  <a:lnTo>
                    <a:pt x="743" y="221"/>
                  </a:lnTo>
                  <a:lnTo>
                    <a:pt x="743" y="223"/>
                  </a:lnTo>
                  <a:lnTo>
                    <a:pt x="743" y="223"/>
                  </a:lnTo>
                  <a:lnTo>
                    <a:pt x="745" y="228"/>
                  </a:lnTo>
                  <a:lnTo>
                    <a:pt x="748" y="230"/>
                  </a:lnTo>
                  <a:lnTo>
                    <a:pt x="748" y="232"/>
                  </a:lnTo>
                  <a:lnTo>
                    <a:pt x="750" y="232"/>
                  </a:lnTo>
                  <a:lnTo>
                    <a:pt x="752" y="232"/>
                  </a:lnTo>
                  <a:lnTo>
                    <a:pt x="752" y="230"/>
                  </a:lnTo>
                  <a:lnTo>
                    <a:pt x="752" y="228"/>
                  </a:lnTo>
                  <a:lnTo>
                    <a:pt x="752" y="223"/>
                  </a:lnTo>
                  <a:lnTo>
                    <a:pt x="752" y="223"/>
                  </a:lnTo>
                  <a:lnTo>
                    <a:pt x="752" y="221"/>
                  </a:lnTo>
                  <a:lnTo>
                    <a:pt x="752" y="221"/>
                  </a:lnTo>
                  <a:lnTo>
                    <a:pt x="755" y="221"/>
                  </a:lnTo>
                  <a:lnTo>
                    <a:pt x="755" y="225"/>
                  </a:lnTo>
                  <a:lnTo>
                    <a:pt x="755" y="228"/>
                  </a:lnTo>
                  <a:lnTo>
                    <a:pt x="757" y="225"/>
                  </a:lnTo>
                  <a:lnTo>
                    <a:pt x="757" y="225"/>
                  </a:lnTo>
                  <a:lnTo>
                    <a:pt x="755" y="223"/>
                  </a:lnTo>
                  <a:lnTo>
                    <a:pt x="755" y="221"/>
                  </a:lnTo>
                  <a:lnTo>
                    <a:pt x="755" y="218"/>
                  </a:lnTo>
                  <a:lnTo>
                    <a:pt x="755" y="216"/>
                  </a:lnTo>
                  <a:lnTo>
                    <a:pt x="755" y="204"/>
                  </a:lnTo>
                  <a:lnTo>
                    <a:pt x="755" y="204"/>
                  </a:lnTo>
                  <a:lnTo>
                    <a:pt x="755" y="202"/>
                  </a:lnTo>
                  <a:lnTo>
                    <a:pt x="755" y="199"/>
                  </a:lnTo>
                  <a:lnTo>
                    <a:pt x="757" y="197"/>
                  </a:lnTo>
                  <a:lnTo>
                    <a:pt x="757" y="194"/>
                  </a:lnTo>
                  <a:lnTo>
                    <a:pt x="755" y="194"/>
                  </a:lnTo>
                  <a:lnTo>
                    <a:pt x="755" y="192"/>
                  </a:lnTo>
                  <a:lnTo>
                    <a:pt x="755" y="192"/>
                  </a:lnTo>
                  <a:lnTo>
                    <a:pt x="757" y="187"/>
                  </a:lnTo>
                  <a:lnTo>
                    <a:pt x="757" y="187"/>
                  </a:lnTo>
                  <a:lnTo>
                    <a:pt x="757" y="185"/>
                  </a:lnTo>
                  <a:lnTo>
                    <a:pt x="764" y="183"/>
                  </a:lnTo>
                  <a:lnTo>
                    <a:pt x="764" y="183"/>
                  </a:lnTo>
                  <a:lnTo>
                    <a:pt x="762" y="183"/>
                  </a:lnTo>
                  <a:lnTo>
                    <a:pt x="762" y="183"/>
                  </a:lnTo>
                  <a:lnTo>
                    <a:pt x="759" y="183"/>
                  </a:lnTo>
                  <a:lnTo>
                    <a:pt x="759" y="180"/>
                  </a:lnTo>
                  <a:lnTo>
                    <a:pt x="762" y="178"/>
                  </a:lnTo>
                  <a:lnTo>
                    <a:pt x="762" y="176"/>
                  </a:lnTo>
                  <a:lnTo>
                    <a:pt x="764" y="178"/>
                  </a:lnTo>
                  <a:lnTo>
                    <a:pt x="764" y="180"/>
                  </a:lnTo>
                  <a:lnTo>
                    <a:pt x="767" y="180"/>
                  </a:lnTo>
                  <a:lnTo>
                    <a:pt x="767" y="183"/>
                  </a:lnTo>
                  <a:lnTo>
                    <a:pt x="769" y="183"/>
                  </a:lnTo>
                  <a:lnTo>
                    <a:pt x="769" y="180"/>
                  </a:lnTo>
                  <a:lnTo>
                    <a:pt x="771" y="178"/>
                  </a:lnTo>
                  <a:lnTo>
                    <a:pt x="774" y="176"/>
                  </a:lnTo>
                  <a:lnTo>
                    <a:pt x="774" y="171"/>
                  </a:lnTo>
                  <a:lnTo>
                    <a:pt x="771" y="171"/>
                  </a:lnTo>
                  <a:lnTo>
                    <a:pt x="771" y="168"/>
                  </a:lnTo>
                  <a:lnTo>
                    <a:pt x="771" y="164"/>
                  </a:lnTo>
                  <a:lnTo>
                    <a:pt x="774" y="159"/>
                  </a:lnTo>
                  <a:lnTo>
                    <a:pt x="774" y="154"/>
                  </a:lnTo>
                  <a:lnTo>
                    <a:pt x="776" y="138"/>
                  </a:lnTo>
                  <a:lnTo>
                    <a:pt x="781" y="133"/>
                  </a:lnTo>
                  <a:lnTo>
                    <a:pt x="781" y="131"/>
                  </a:lnTo>
                  <a:lnTo>
                    <a:pt x="778" y="128"/>
                  </a:lnTo>
                  <a:lnTo>
                    <a:pt x="781" y="128"/>
                  </a:lnTo>
                  <a:lnTo>
                    <a:pt x="781" y="126"/>
                  </a:lnTo>
                  <a:lnTo>
                    <a:pt x="781" y="126"/>
                  </a:lnTo>
                  <a:lnTo>
                    <a:pt x="778" y="126"/>
                  </a:lnTo>
                  <a:lnTo>
                    <a:pt x="778" y="121"/>
                  </a:lnTo>
                  <a:lnTo>
                    <a:pt x="778" y="119"/>
                  </a:lnTo>
                  <a:lnTo>
                    <a:pt x="778" y="119"/>
                  </a:lnTo>
                  <a:lnTo>
                    <a:pt x="778" y="116"/>
                  </a:lnTo>
                  <a:lnTo>
                    <a:pt x="781" y="116"/>
                  </a:lnTo>
                  <a:lnTo>
                    <a:pt x="781" y="114"/>
                  </a:lnTo>
                  <a:lnTo>
                    <a:pt x="781" y="114"/>
                  </a:lnTo>
                  <a:lnTo>
                    <a:pt x="781" y="114"/>
                  </a:lnTo>
                  <a:close/>
                  <a:moveTo>
                    <a:pt x="795" y="109"/>
                  </a:moveTo>
                  <a:lnTo>
                    <a:pt x="793" y="109"/>
                  </a:lnTo>
                  <a:lnTo>
                    <a:pt x="793" y="109"/>
                  </a:lnTo>
                  <a:lnTo>
                    <a:pt x="793" y="112"/>
                  </a:lnTo>
                  <a:lnTo>
                    <a:pt x="790" y="116"/>
                  </a:lnTo>
                  <a:lnTo>
                    <a:pt x="790" y="116"/>
                  </a:lnTo>
                  <a:lnTo>
                    <a:pt x="790" y="121"/>
                  </a:lnTo>
                  <a:lnTo>
                    <a:pt x="790" y="123"/>
                  </a:lnTo>
                  <a:lnTo>
                    <a:pt x="788" y="123"/>
                  </a:lnTo>
                  <a:lnTo>
                    <a:pt x="788" y="126"/>
                  </a:lnTo>
                  <a:lnTo>
                    <a:pt x="788" y="126"/>
                  </a:lnTo>
                  <a:lnTo>
                    <a:pt x="785" y="126"/>
                  </a:lnTo>
                  <a:lnTo>
                    <a:pt x="785" y="126"/>
                  </a:lnTo>
                  <a:lnTo>
                    <a:pt x="788" y="128"/>
                  </a:lnTo>
                  <a:lnTo>
                    <a:pt x="788" y="128"/>
                  </a:lnTo>
                  <a:lnTo>
                    <a:pt x="788" y="131"/>
                  </a:lnTo>
                  <a:lnTo>
                    <a:pt x="788" y="131"/>
                  </a:lnTo>
                  <a:lnTo>
                    <a:pt x="785" y="131"/>
                  </a:lnTo>
                  <a:lnTo>
                    <a:pt x="785" y="131"/>
                  </a:lnTo>
                  <a:lnTo>
                    <a:pt x="785" y="131"/>
                  </a:lnTo>
                  <a:lnTo>
                    <a:pt x="788" y="131"/>
                  </a:lnTo>
                  <a:lnTo>
                    <a:pt x="790" y="128"/>
                  </a:lnTo>
                  <a:lnTo>
                    <a:pt x="793" y="123"/>
                  </a:lnTo>
                  <a:lnTo>
                    <a:pt x="795" y="107"/>
                  </a:lnTo>
                  <a:lnTo>
                    <a:pt x="795" y="109"/>
                  </a:lnTo>
                  <a:close/>
                  <a:moveTo>
                    <a:pt x="757" y="273"/>
                  </a:moveTo>
                  <a:lnTo>
                    <a:pt x="755" y="263"/>
                  </a:lnTo>
                  <a:lnTo>
                    <a:pt x="752" y="261"/>
                  </a:lnTo>
                  <a:lnTo>
                    <a:pt x="750" y="261"/>
                  </a:lnTo>
                  <a:lnTo>
                    <a:pt x="748" y="263"/>
                  </a:lnTo>
                  <a:lnTo>
                    <a:pt x="743" y="263"/>
                  </a:lnTo>
                  <a:lnTo>
                    <a:pt x="738" y="263"/>
                  </a:lnTo>
                  <a:lnTo>
                    <a:pt x="733" y="263"/>
                  </a:lnTo>
                  <a:lnTo>
                    <a:pt x="724" y="261"/>
                  </a:lnTo>
                  <a:lnTo>
                    <a:pt x="722" y="261"/>
                  </a:lnTo>
                  <a:lnTo>
                    <a:pt x="719" y="265"/>
                  </a:lnTo>
                  <a:lnTo>
                    <a:pt x="719" y="265"/>
                  </a:lnTo>
                  <a:lnTo>
                    <a:pt x="722" y="268"/>
                  </a:lnTo>
                  <a:lnTo>
                    <a:pt x="722" y="268"/>
                  </a:lnTo>
                  <a:lnTo>
                    <a:pt x="722" y="270"/>
                  </a:lnTo>
                  <a:lnTo>
                    <a:pt x="722" y="270"/>
                  </a:lnTo>
                  <a:lnTo>
                    <a:pt x="722" y="273"/>
                  </a:lnTo>
                  <a:lnTo>
                    <a:pt x="724" y="275"/>
                  </a:lnTo>
                  <a:lnTo>
                    <a:pt x="722" y="275"/>
                  </a:lnTo>
                  <a:lnTo>
                    <a:pt x="722" y="275"/>
                  </a:lnTo>
                  <a:lnTo>
                    <a:pt x="719" y="273"/>
                  </a:lnTo>
                  <a:lnTo>
                    <a:pt x="719" y="273"/>
                  </a:lnTo>
                  <a:lnTo>
                    <a:pt x="717" y="270"/>
                  </a:lnTo>
                  <a:lnTo>
                    <a:pt x="714" y="270"/>
                  </a:lnTo>
                  <a:lnTo>
                    <a:pt x="712" y="270"/>
                  </a:lnTo>
                  <a:lnTo>
                    <a:pt x="710" y="273"/>
                  </a:lnTo>
                  <a:lnTo>
                    <a:pt x="707" y="275"/>
                  </a:lnTo>
                  <a:lnTo>
                    <a:pt x="705" y="275"/>
                  </a:lnTo>
                  <a:lnTo>
                    <a:pt x="703" y="277"/>
                  </a:lnTo>
                  <a:lnTo>
                    <a:pt x="700" y="277"/>
                  </a:lnTo>
                  <a:lnTo>
                    <a:pt x="700" y="277"/>
                  </a:lnTo>
                  <a:lnTo>
                    <a:pt x="703" y="275"/>
                  </a:lnTo>
                  <a:lnTo>
                    <a:pt x="705" y="273"/>
                  </a:lnTo>
                  <a:lnTo>
                    <a:pt x="705" y="273"/>
                  </a:lnTo>
                  <a:lnTo>
                    <a:pt x="703" y="270"/>
                  </a:lnTo>
                  <a:lnTo>
                    <a:pt x="703" y="270"/>
                  </a:lnTo>
                  <a:lnTo>
                    <a:pt x="703" y="268"/>
                  </a:lnTo>
                  <a:lnTo>
                    <a:pt x="703" y="265"/>
                  </a:lnTo>
                  <a:lnTo>
                    <a:pt x="703" y="265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3" y="263"/>
                  </a:lnTo>
                  <a:lnTo>
                    <a:pt x="693" y="263"/>
                  </a:lnTo>
                  <a:lnTo>
                    <a:pt x="691" y="263"/>
                  </a:lnTo>
                  <a:lnTo>
                    <a:pt x="691" y="261"/>
                  </a:lnTo>
                  <a:lnTo>
                    <a:pt x="691" y="261"/>
                  </a:lnTo>
                  <a:lnTo>
                    <a:pt x="691" y="261"/>
                  </a:lnTo>
                  <a:lnTo>
                    <a:pt x="693" y="261"/>
                  </a:lnTo>
                  <a:lnTo>
                    <a:pt x="693" y="258"/>
                  </a:lnTo>
                  <a:lnTo>
                    <a:pt x="686" y="258"/>
                  </a:lnTo>
                  <a:lnTo>
                    <a:pt x="684" y="258"/>
                  </a:lnTo>
                  <a:lnTo>
                    <a:pt x="684" y="256"/>
                  </a:lnTo>
                  <a:lnTo>
                    <a:pt x="681" y="249"/>
                  </a:lnTo>
                  <a:lnTo>
                    <a:pt x="679" y="242"/>
                  </a:lnTo>
                  <a:lnTo>
                    <a:pt x="677" y="242"/>
                  </a:lnTo>
                  <a:lnTo>
                    <a:pt x="677" y="242"/>
                  </a:lnTo>
                  <a:lnTo>
                    <a:pt x="674" y="247"/>
                  </a:lnTo>
                  <a:lnTo>
                    <a:pt x="672" y="247"/>
                  </a:lnTo>
                  <a:lnTo>
                    <a:pt x="670" y="247"/>
                  </a:lnTo>
                  <a:lnTo>
                    <a:pt x="667" y="242"/>
                  </a:lnTo>
                  <a:lnTo>
                    <a:pt x="665" y="242"/>
                  </a:lnTo>
                  <a:lnTo>
                    <a:pt x="655" y="244"/>
                  </a:lnTo>
                  <a:lnTo>
                    <a:pt x="653" y="244"/>
                  </a:lnTo>
                  <a:lnTo>
                    <a:pt x="651" y="242"/>
                  </a:lnTo>
                  <a:lnTo>
                    <a:pt x="648" y="242"/>
                  </a:lnTo>
                  <a:lnTo>
                    <a:pt x="646" y="242"/>
                  </a:lnTo>
                  <a:lnTo>
                    <a:pt x="646" y="239"/>
                  </a:lnTo>
                  <a:lnTo>
                    <a:pt x="644" y="237"/>
                  </a:lnTo>
                  <a:lnTo>
                    <a:pt x="641" y="237"/>
                  </a:lnTo>
                  <a:lnTo>
                    <a:pt x="641" y="237"/>
                  </a:lnTo>
                  <a:lnTo>
                    <a:pt x="639" y="239"/>
                  </a:lnTo>
                  <a:lnTo>
                    <a:pt x="636" y="239"/>
                  </a:lnTo>
                  <a:lnTo>
                    <a:pt x="636" y="239"/>
                  </a:lnTo>
                  <a:lnTo>
                    <a:pt x="636" y="239"/>
                  </a:lnTo>
                  <a:lnTo>
                    <a:pt x="634" y="239"/>
                  </a:lnTo>
                  <a:lnTo>
                    <a:pt x="627" y="239"/>
                  </a:lnTo>
                  <a:lnTo>
                    <a:pt x="620" y="239"/>
                  </a:lnTo>
                  <a:lnTo>
                    <a:pt x="617" y="239"/>
                  </a:lnTo>
                  <a:lnTo>
                    <a:pt x="617" y="239"/>
                  </a:lnTo>
                  <a:lnTo>
                    <a:pt x="617" y="239"/>
                  </a:lnTo>
                  <a:lnTo>
                    <a:pt x="615" y="239"/>
                  </a:lnTo>
                  <a:lnTo>
                    <a:pt x="615" y="237"/>
                  </a:lnTo>
                  <a:lnTo>
                    <a:pt x="617" y="235"/>
                  </a:lnTo>
                  <a:lnTo>
                    <a:pt x="620" y="235"/>
                  </a:lnTo>
                  <a:lnTo>
                    <a:pt x="620" y="237"/>
                  </a:lnTo>
                  <a:lnTo>
                    <a:pt x="625" y="235"/>
                  </a:lnTo>
                  <a:lnTo>
                    <a:pt x="625" y="235"/>
                  </a:lnTo>
                  <a:lnTo>
                    <a:pt x="627" y="237"/>
                  </a:lnTo>
                  <a:lnTo>
                    <a:pt x="629" y="237"/>
                  </a:lnTo>
                  <a:lnTo>
                    <a:pt x="629" y="235"/>
                  </a:lnTo>
                  <a:lnTo>
                    <a:pt x="632" y="235"/>
                  </a:lnTo>
                  <a:lnTo>
                    <a:pt x="632" y="235"/>
                  </a:lnTo>
                  <a:lnTo>
                    <a:pt x="634" y="235"/>
                  </a:lnTo>
                  <a:lnTo>
                    <a:pt x="634" y="235"/>
                  </a:lnTo>
                  <a:lnTo>
                    <a:pt x="636" y="235"/>
                  </a:lnTo>
                  <a:lnTo>
                    <a:pt x="636" y="235"/>
                  </a:lnTo>
                  <a:lnTo>
                    <a:pt x="636" y="237"/>
                  </a:lnTo>
                  <a:lnTo>
                    <a:pt x="639" y="237"/>
                  </a:lnTo>
                  <a:lnTo>
                    <a:pt x="639" y="237"/>
                  </a:lnTo>
                  <a:lnTo>
                    <a:pt x="639" y="237"/>
                  </a:lnTo>
                  <a:lnTo>
                    <a:pt x="641" y="232"/>
                  </a:lnTo>
                  <a:lnTo>
                    <a:pt x="641" y="232"/>
                  </a:lnTo>
                  <a:lnTo>
                    <a:pt x="644" y="232"/>
                  </a:lnTo>
                  <a:lnTo>
                    <a:pt x="644" y="232"/>
                  </a:lnTo>
                  <a:lnTo>
                    <a:pt x="648" y="237"/>
                  </a:lnTo>
                  <a:lnTo>
                    <a:pt x="651" y="239"/>
                  </a:lnTo>
                  <a:lnTo>
                    <a:pt x="651" y="239"/>
                  </a:lnTo>
                  <a:lnTo>
                    <a:pt x="653" y="239"/>
                  </a:lnTo>
                  <a:lnTo>
                    <a:pt x="655" y="237"/>
                  </a:lnTo>
                  <a:lnTo>
                    <a:pt x="655" y="237"/>
                  </a:lnTo>
                  <a:lnTo>
                    <a:pt x="655" y="235"/>
                  </a:lnTo>
                  <a:lnTo>
                    <a:pt x="655" y="232"/>
                  </a:lnTo>
                  <a:lnTo>
                    <a:pt x="655" y="230"/>
                  </a:lnTo>
                  <a:lnTo>
                    <a:pt x="655" y="230"/>
                  </a:lnTo>
                  <a:lnTo>
                    <a:pt x="658" y="232"/>
                  </a:lnTo>
                  <a:lnTo>
                    <a:pt x="658" y="235"/>
                  </a:lnTo>
                  <a:lnTo>
                    <a:pt x="658" y="237"/>
                  </a:lnTo>
                  <a:lnTo>
                    <a:pt x="660" y="237"/>
                  </a:lnTo>
                  <a:lnTo>
                    <a:pt x="660" y="237"/>
                  </a:lnTo>
                  <a:lnTo>
                    <a:pt x="665" y="239"/>
                  </a:lnTo>
                  <a:lnTo>
                    <a:pt x="667" y="239"/>
                  </a:lnTo>
                  <a:lnTo>
                    <a:pt x="667" y="239"/>
                  </a:lnTo>
                  <a:lnTo>
                    <a:pt x="670" y="239"/>
                  </a:lnTo>
                  <a:lnTo>
                    <a:pt x="670" y="242"/>
                  </a:lnTo>
                  <a:lnTo>
                    <a:pt x="670" y="242"/>
                  </a:lnTo>
                  <a:lnTo>
                    <a:pt x="672" y="242"/>
                  </a:lnTo>
                  <a:lnTo>
                    <a:pt x="672" y="242"/>
                  </a:lnTo>
                  <a:lnTo>
                    <a:pt x="672" y="239"/>
                  </a:lnTo>
                  <a:lnTo>
                    <a:pt x="672" y="239"/>
                  </a:lnTo>
                  <a:lnTo>
                    <a:pt x="674" y="239"/>
                  </a:lnTo>
                  <a:lnTo>
                    <a:pt x="677" y="237"/>
                  </a:lnTo>
                  <a:lnTo>
                    <a:pt x="679" y="237"/>
                  </a:lnTo>
                  <a:lnTo>
                    <a:pt x="681" y="237"/>
                  </a:lnTo>
                  <a:lnTo>
                    <a:pt x="684" y="239"/>
                  </a:lnTo>
                  <a:lnTo>
                    <a:pt x="684" y="242"/>
                  </a:lnTo>
                  <a:lnTo>
                    <a:pt x="684" y="247"/>
                  </a:lnTo>
                  <a:lnTo>
                    <a:pt x="686" y="247"/>
                  </a:lnTo>
                  <a:lnTo>
                    <a:pt x="686" y="249"/>
                  </a:lnTo>
                  <a:lnTo>
                    <a:pt x="688" y="249"/>
                  </a:lnTo>
                  <a:lnTo>
                    <a:pt x="691" y="251"/>
                  </a:lnTo>
                  <a:lnTo>
                    <a:pt x="693" y="251"/>
                  </a:lnTo>
                  <a:lnTo>
                    <a:pt x="703" y="256"/>
                  </a:lnTo>
                  <a:lnTo>
                    <a:pt x="705" y="258"/>
                  </a:lnTo>
                  <a:lnTo>
                    <a:pt x="707" y="263"/>
                  </a:lnTo>
                  <a:lnTo>
                    <a:pt x="710" y="263"/>
                  </a:lnTo>
                  <a:lnTo>
                    <a:pt x="710" y="261"/>
                  </a:lnTo>
                  <a:lnTo>
                    <a:pt x="712" y="258"/>
                  </a:lnTo>
                  <a:lnTo>
                    <a:pt x="714" y="258"/>
                  </a:lnTo>
                  <a:lnTo>
                    <a:pt x="714" y="256"/>
                  </a:lnTo>
                  <a:lnTo>
                    <a:pt x="717" y="256"/>
                  </a:lnTo>
                  <a:lnTo>
                    <a:pt x="719" y="256"/>
                  </a:lnTo>
                  <a:lnTo>
                    <a:pt x="719" y="254"/>
                  </a:lnTo>
                  <a:lnTo>
                    <a:pt x="722" y="251"/>
                  </a:lnTo>
                  <a:lnTo>
                    <a:pt x="722" y="249"/>
                  </a:lnTo>
                  <a:lnTo>
                    <a:pt x="719" y="244"/>
                  </a:lnTo>
                  <a:lnTo>
                    <a:pt x="719" y="244"/>
                  </a:lnTo>
                  <a:lnTo>
                    <a:pt x="714" y="247"/>
                  </a:lnTo>
                  <a:lnTo>
                    <a:pt x="712" y="244"/>
                  </a:lnTo>
                  <a:lnTo>
                    <a:pt x="714" y="244"/>
                  </a:lnTo>
                  <a:lnTo>
                    <a:pt x="717" y="242"/>
                  </a:lnTo>
                  <a:lnTo>
                    <a:pt x="717" y="242"/>
                  </a:lnTo>
                  <a:lnTo>
                    <a:pt x="717" y="239"/>
                  </a:lnTo>
                  <a:lnTo>
                    <a:pt x="714" y="237"/>
                  </a:lnTo>
                  <a:lnTo>
                    <a:pt x="710" y="237"/>
                  </a:lnTo>
                  <a:lnTo>
                    <a:pt x="710" y="237"/>
                  </a:lnTo>
                  <a:lnTo>
                    <a:pt x="710" y="237"/>
                  </a:lnTo>
                  <a:lnTo>
                    <a:pt x="707" y="237"/>
                  </a:lnTo>
                  <a:lnTo>
                    <a:pt x="707" y="237"/>
                  </a:lnTo>
                  <a:lnTo>
                    <a:pt x="707" y="235"/>
                  </a:lnTo>
                  <a:lnTo>
                    <a:pt x="705" y="232"/>
                  </a:lnTo>
                  <a:lnTo>
                    <a:pt x="705" y="232"/>
                  </a:lnTo>
                  <a:lnTo>
                    <a:pt x="707" y="232"/>
                  </a:lnTo>
                  <a:lnTo>
                    <a:pt x="705" y="230"/>
                  </a:lnTo>
                  <a:lnTo>
                    <a:pt x="703" y="230"/>
                  </a:lnTo>
                  <a:lnTo>
                    <a:pt x="700" y="232"/>
                  </a:lnTo>
                  <a:lnTo>
                    <a:pt x="698" y="232"/>
                  </a:lnTo>
                  <a:lnTo>
                    <a:pt x="696" y="232"/>
                  </a:lnTo>
                  <a:lnTo>
                    <a:pt x="691" y="230"/>
                  </a:lnTo>
                  <a:lnTo>
                    <a:pt x="681" y="225"/>
                  </a:lnTo>
                  <a:lnTo>
                    <a:pt x="674" y="221"/>
                  </a:lnTo>
                  <a:lnTo>
                    <a:pt x="672" y="216"/>
                  </a:lnTo>
                  <a:lnTo>
                    <a:pt x="670" y="216"/>
                  </a:lnTo>
                  <a:lnTo>
                    <a:pt x="667" y="213"/>
                  </a:lnTo>
                  <a:lnTo>
                    <a:pt x="662" y="209"/>
                  </a:lnTo>
                  <a:lnTo>
                    <a:pt x="660" y="206"/>
                  </a:lnTo>
                  <a:lnTo>
                    <a:pt x="660" y="206"/>
                  </a:lnTo>
                  <a:lnTo>
                    <a:pt x="658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58" y="204"/>
                  </a:lnTo>
                  <a:lnTo>
                    <a:pt x="658" y="202"/>
                  </a:lnTo>
                  <a:lnTo>
                    <a:pt x="658" y="202"/>
                  </a:lnTo>
                  <a:lnTo>
                    <a:pt x="665" y="206"/>
                  </a:lnTo>
                  <a:lnTo>
                    <a:pt x="670" y="211"/>
                  </a:lnTo>
                  <a:lnTo>
                    <a:pt x="672" y="213"/>
                  </a:lnTo>
                  <a:lnTo>
                    <a:pt x="674" y="213"/>
                  </a:lnTo>
                  <a:lnTo>
                    <a:pt x="674" y="213"/>
                  </a:lnTo>
                  <a:lnTo>
                    <a:pt x="684" y="223"/>
                  </a:lnTo>
                  <a:lnTo>
                    <a:pt x="684" y="223"/>
                  </a:lnTo>
                  <a:lnTo>
                    <a:pt x="686" y="223"/>
                  </a:lnTo>
                  <a:lnTo>
                    <a:pt x="686" y="223"/>
                  </a:lnTo>
                  <a:lnTo>
                    <a:pt x="688" y="225"/>
                  </a:lnTo>
                  <a:lnTo>
                    <a:pt x="691" y="225"/>
                  </a:lnTo>
                  <a:lnTo>
                    <a:pt x="696" y="228"/>
                  </a:lnTo>
                  <a:lnTo>
                    <a:pt x="698" y="228"/>
                  </a:lnTo>
                  <a:lnTo>
                    <a:pt x="705" y="225"/>
                  </a:lnTo>
                  <a:lnTo>
                    <a:pt x="705" y="223"/>
                  </a:lnTo>
                  <a:lnTo>
                    <a:pt x="705" y="223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00" y="221"/>
                  </a:lnTo>
                  <a:lnTo>
                    <a:pt x="698" y="221"/>
                  </a:lnTo>
                  <a:lnTo>
                    <a:pt x="698" y="221"/>
                  </a:lnTo>
                  <a:lnTo>
                    <a:pt x="700" y="218"/>
                  </a:lnTo>
                  <a:lnTo>
                    <a:pt x="700" y="218"/>
                  </a:lnTo>
                  <a:lnTo>
                    <a:pt x="700" y="216"/>
                  </a:lnTo>
                  <a:lnTo>
                    <a:pt x="700" y="216"/>
                  </a:lnTo>
                  <a:lnTo>
                    <a:pt x="698" y="216"/>
                  </a:lnTo>
                  <a:lnTo>
                    <a:pt x="696" y="216"/>
                  </a:lnTo>
                  <a:lnTo>
                    <a:pt x="696" y="213"/>
                  </a:lnTo>
                  <a:lnTo>
                    <a:pt x="696" y="213"/>
                  </a:lnTo>
                  <a:lnTo>
                    <a:pt x="696" y="211"/>
                  </a:lnTo>
                  <a:lnTo>
                    <a:pt x="698" y="211"/>
                  </a:lnTo>
                  <a:lnTo>
                    <a:pt x="698" y="211"/>
                  </a:lnTo>
                  <a:lnTo>
                    <a:pt x="700" y="211"/>
                  </a:lnTo>
                  <a:lnTo>
                    <a:pt x="698" y="211"/>
                  </a:lnTo>
                  <a:lnTo>
                    <a:pt x="698" y="209"/>
                  </a:lnTo>
                  <a:lnTo>
                    <a:pt x="698" y="209"/>
                  </a:lnTo>
                  <a:lnTo>
                    <a:pt x="696" y="209"/>
                  </a:lnTo>
                  <a:lnTo>
                    <a:pt x="696" y="206"/>
                  </a:lnTo>
                  <a:lnTo>
                    <a:pt x="698" y="206"/>
                  </a:lnTo>
                  <a:lnTo>
                    <a:pt x="703" y="211"/>
                  </a:lnTo>
                  <a:lnTo>
                    <a:pt x="705" y="211"/>
                  </a:lnTo>
                  <a:lnTo>
                    <a:pt x="705" y="211"/>
                  </a:lnTo>
                  <a:lnTo>
                    <a:pt x="707" y="211"/>
                  </a:lnTo>
                  <a:lnTo>
                    <a:pt x="707" y="213"/>
                  </a:lnTo>
                  <a:lnTo>
                    <a:pt x="712" y="216"/>
                  </a:lnTo>
                  <a:lnTo>
                    <a:pt x="714" y="218"/>
                  </a:lnTo>
                  <a:lnTo>
                    <a:pt x="714" y="218"/>
                  </a:lnTo>
                  <a:lnTo>
                    <a:pt x="714" y="213"/>
                  </a:lnTo>
                  <a:lnTo>
                    <a:pt x="714" y="206"/>
                  </a:lnTo>
                  <a:lnTo>
                    <a:pt x="714" y="204"/>
                  </a:lnTo>
                  <a:lnTo>
                    <a:pt x="712" y="202"/>
                  </a:lnTo>
                  <a:lnTo>
                    <a:pt x="712" y="202"/>
                  </a:lnTo>
                  <a:lnTo>
                    <a:pt x="710" y="202"/>
                  </a:lnTo>
                  <a:lnTo>
                    <a:pt x="710" y="202"/>
                  </a:lnTo>
                  <a:lnTo>
                    <a:pt x="710" y="199"/>
                  </a:lnTo>
                  <a:lnTo>
                    <a:pt x="710" y="197"/>
                  </a:lnTo>
                  <a:lnTo>
                    <a:pt x="710" y="197"/>
                  </a:lnTo>
                  <a:lnTo>
                    <a:pt x="712" y="197"/>
                  </a:lnTo>
                  <a:lnTo>
                    <a:pt x="712" y="194"/>
                  </a:lnTo>
                  <a:lnTo>
                    <a:pt x="707" y="192"/>
                  </a:lnTo>
                  <a:lnTo>
                    <a:pt x="707" y="192"/>
                  </a:lnTo>
                  <a:lnTo>
                    <a:pt x="707" y="194"/>
                  </a:lnTo>
                  <a:lnTo>
                    <a:pt x="705" y="197"/>
                  </a:lnTo>
                  <a:lnTo>
                    <a:pt x="705" y="197"/>
                  </a:lnTo>
                  <a:lnTo>
                    <a:pt x="700" y="194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6" y="192"/>
                  </a:lnTo>
                  <a:lnTo>
                    <a:pt x="698" y="192"/>
                  </a:lnTo>
                  <a:lnTo>
                    <a:pt x="703" y="190"/>
                  </a:lnTo>
                  <a:lnTo>
                    <a:pt x="705" y="190"/>
                  </a:lnTo>
                  <a:lnTo>
                    <a:pt x="705" y="187"/>
                  </a:lnTo>
                  <a:lnTo>
                    <a:pt x="703" y="187"/>
                  </a:lnTo>
                  <a:lnTo>
                    <a:pt x="698" y="187"/>
                  </a:lnTo>
                  <a:lnTo>
                    <a:pt x="693" y="187"/>
                  </a:lnTo>
                  <a:lnTo>
                    <a:pt x="691" y="185"/>
                  </a:lnTo>
                  <a:lnTo>
                    <a:pt x="688" y="185"/>
                  </a:lnTo>
                  <a:lnTo>
                    <a:pt x="686" y="185"/>
                  </a:lnTo>
                  <a:lnTo>
                    <a:pt x="681" y="185"/>
                  </a:lnTo>
                  <a:lnTo>
                    <a:pt x="679" y="185"/>
                  </a:lnTo>
                  <a:lnTo>
                    <a:pt x="677" y="183"/>
                  </a:lnTo>
                  <a:lnTo>
                    <a:pt x="677" y="180"/>
                  </a:lnTo>
                  <a:lnTo>
                    <a:pt x="674" y="180"/>
                  </a:lnTo>
                  <a:lnTo>
                    <a:pt x="674" y="178"/>
                  </a:lnTo>
                  <a:lnTo>
                    <a:pt x="674" y="178"/>
                  </a:lnTo>
                  <a:lnTo>
                    <a:pt x="672" y="176"/>
                  </a:lnTo>
                  <a:lnTo>
                    <a:pt x="672" y="173"/>
                  </a:lnTo>
                  <a:lnTo>
                    <a:pt x="667" y="171"/>
                  </a:lnTo>
                  <a:lnTo>
                    <a:pt x="667" y="171"/>
                  </a:lnTo>
                  <a:lnTo>
                    <a:pt x="662" y="171"/>
                  </a:lnTo>
                  <a:lnTo>
                    <a:pt x="662" y="171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0" y="168"/>
                  </a:lnTo>
                  <a:lnTo>
                    <a:pt x="660" y="168"/>
                  </a:lnTo>
                  <a:lnTo>
                    <a:pt x="658" y="168"/>
                  </a:lnTo>
                  <a:lnTo>
                    <a:pt x="658" y="168"/>
                  </a:lnTo>
                  <a:lnTo>
                    <a:pt x="655" y="166"/>
                  </a:lnTo>
                  <a:lnTo>
                    <a:pt x="655" y="166"/>
                  </a:lnTo>
                  <a:lnTo>
                    <a:pt x="653" y="166"/>
                  </a:lnTo>
                  <a:lnTo>
                    <a:pt x="651" y="161"/>
                  </a:lnTo>
                  <a:lnTo>
                    <a:pt x="651" y="161"/>
                  </a:lnTo>
                  <a:lnTo>
                    <a:pt x="648" y="159"/>
                  </a:lnTo>
                  <a:lnTo>
                    <a:pt x="648" y="157"/>
                  </a:lnTo>
                  <a:lnTo>
                    <a:pt x="646" y="157"/>
                  </a:lnTo>
                  <a:lnTo>
                    <a:pt x="644" y="157"/>
                  </a:lnTo>
                  <a:lnTo>
                    <a:pt x="641" y="157"/>
                  </a:lnTo>
                  <a:lnTo>
                    <a:pt x="641" y="154"/>
                  </a:lnTo>
                  <a:lnTo>
                    <a:pt x="639" y="152"/>
                  </a:lnTo>
                  <a:lnTo>
                    <a:pt x="639" y="152"/>
                  </a:lnTo>
                  <a:lnTo>
                    <a:pt x="636" y="152"/>
                  </a:lnTo>
                  <a:lnTo>
                    <a:pt x="636" y="150"/>
                  </a:lnTo>
                  <a:lnTo>
                    <a:pt x="634" y="150"/>
                  </a:lnTo>
                  <a:lnTo>
                    <a:pt x="634" y="150"/>
                  </a:lnTo>
                  <a:lnTo>
                    <a:pt x="632" y="142"/>
                  </a:lnTo>
                  <a:lnTo>
                    <a:pt x="632" y="142"/>
                  </a:lnTo>
                  <a:lnTo>
                    <a:pt x="629" y="140"/>
                  </a:lnTo>
                  <a:lnTo>
                    <a:pt x="627" y="140"/>
                  </a:lnTo>
                  <a:lnTo>
                    <a:pt x="627" y="138"/>
                  </a:lnTo>
                  <a:lnTo>
                    <a:pt x="620" y="138"/>
                  </a:lnTo>
                  <a:lnTo>
                    <a:pt x="617" y="138"/>
                  </a:lnTo>
                  <a:lnTo>
                    <a:pt x="617" y="138"/>
                  </a:lnTo>
                  <a:lnTo>
                    <a:pt x="617" y="135"/>
                  </a:lnTo>
                  <a:lnTo>
                    <a:pt x="617" y="133"/>
                  </a:lnTo>
                  <a:lnTo>
                    <a:pt x="615" y="133"/>
                  </a:lnTo>
                  <a:lnTo>
                    <a:pt x="615" y="133"/>
                  </a:lnTo>
                  <a:lnTo>
                    <a:pt x="615" y="133"/>
                  </a:lnTo>
                  <a:lnTo>
                    <a:pt x="610" y="135"/>
                  </a:lnTo>
                  <a:lnTo>
                    <a:pt x="608" y="133"/>
                  </a:lnTo>
                  <a:lnTo>
                    <a:pt x="608" y="133"/>
                  </a:lnTo>
                  <a:lnTo>
                    <a:pt x="608" y="131"/>
                  </a:lnTo>
                  <a:lnTo>
                    <a:pt x="610" y="131"/>
                  </a:lnTo>
                  <a:lnTo>
                    <a:pt x="615" y="131"/>
                  </a:lnTo>
                  <a:lnTo>
                    <a:pt x="617" y="133"/>
                  </a:lnTo>
                  <a:lnTo>
                    <a:pt x="617" y="133"/>
                  </a:lnTo>
                  <a:lnTo>
                    <a:pt x="620" y="135"/>
                  </a:lnTo>
                  <a:lnTo>
                    <a:pt x="620" y="135"/>
                  </a:lnTo>
                  <a:lnTo>
                    <a:pt x="622" y="135"/>
                  </a:lnTo>
                  <a:lnTo>
                    <a:pt x="627" y="135"/>
                  </a:lnTo>
                  <a:lnTo>
                    <a:pt x="627" y="138"/>
                  </a:lnTo>
                  <a:lnTo>
                    <a:pt x="629" y="138"/>
                  </a:lnTo>
                  <a:lnTo>
                    <a:pt x="632" y="140"/>
                  </a:lnTo>
                  <a:lnTo>
                    <a:pt x="636" y="147"/>
                  </a:lnTo>
                  <a:lnTo>
                    <a:pt x="636" y="147"/>
                  </a:lnTo>
                  <a:lnTo>
                    <a:pt x="641" y="150"/>
                  </a:lnTo>
                  <a:lnTo>
                    <a:pt x="644" y="152"/>
                  </a:lnTo>
                  <a:lnTo>
                    <a:pt x="651" y="154"/>
                  </a:lnTo>
                  <a:lnTo>
                    <a:pt x="653" y="157"/>
                  </a:lnTo>
                  <a:lnTo>
                    <a:pt x="658" y="164"/>
                  </a:lnTo>
                  <a:lnTo>
                    <a:pt x="658" y="164"/>
                  </a:lnTo>
                  <a:lnTo>
                    <a:pt x="660" y="164"/>
                  </a:lnTo>
                  <a:lnTo>
                    <a:pt x="660" y="164"/>
                  </a:lnTo>
                  <a:lnTo>
                    <a:pt x="662" y="161"/>
                  </a:lnTo>
                  <a:lnTo>
                    <a:pt x="662" y="164"/>
                  </a:lnTo>
                  <a:lnTo>
                    <a:pt x="662" y="166"/>
                  </a:lnTo>
                  <a:lnTo>
                    <a:pt x="665" y="166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7" y="166"/>
                  </a:lnTo>
                  <a:lnTo>
                    <a:pt x="667" y="166"/>
                  </a:lnTo>
                  <a:lnTo>
                    <a:pt x="667" y="166"/>
                  </a:lnTo>
                  <a:lnTo>
                    <a:pt x="672" y="168"/>
                  </a:lnTo>
                  <a:lnTo>
                    <a:pt x="672" y="168"/>
                  </a:lnTo>
                  <a:lnTo>
                    <a:pt x="674" y="171"/>
                  </a:lnTo>
                  <a:lnTo>
                    <a:pt x="677" y="176"/>
                  </a:lnTo>
                  <a:lnTo>
                    <a:pt x="679" y="178"/>
                  </a:lnTo>
                  <a:lnTo>
                    <a:pt x="679" y="178"/>
                  </a:lnTo>
                  <a:lnTo>
                    <a:pt x="681" y="180"/>
                  </a:lnTo>
                  <a:lnTo>
                    <a:pt x="681" y="183"/>
                  </a:lnTo>
                  <a:lnTo>
                    <a:pt x="684" y="180"/>
                  </a:lnTo>
                  <a:lnTo>
                    <a:pt x="684" y="176"/>
                  </a:lnTo>
                  <a:lnTo>
                    <a:pt x="684" y="176"/>
                  </a:lnTo>
                  <a:lnTo>
                    <a:pt x="686" y="176"/>
                  </a:lnTo>
                  <a:lnTo>
                    <a:pt x="686" y="178"/>
                  </a:lnTo>
                  <a:lnTo>
                    <a:pt x="688" y="178"/>
                  </a:lnTo>
                  <a:lnTo>
                    <a:pt x="688" y="180"/>
                  </a:lnTo>
                  <a:lnTo>
                    <a:pt x="688" y="180"/>
                  </a:lnTo>
                  <a:lnTo>
                    <a:pt x="688" y="178"/>
                  </a:lnTo>
                  <a:lnTo>
                    <a:pt x="691" y="180"/>
                  </a:lnTo>
                  <a:lnTo>
                    <a:pt x="691" y="180"/>
                  </a:lnTo>
                  <a:lnTo>
                    <a:pt x="693" y="180"/>
                  </a:lnTo>
                  <a:lnTo>
                    <a:pt x="698" y="183"/>
                  </a:lnTo>
                  <a:lnTo>
                    <a:pt x="700" y="183"/>
                  </a:lnTo>
                  <a:lnTo>
                    <a:pt x="703" y="180"/>
                  </a:lnTo>
                  <a:lnTo>
                    <a:pt x="700" y="180"/>
                  </a:lnTo>
                  <a:lnTo>
                    <a:pt x="700" y="180"/>
                  </a:lnTo>
                  <a:lnTo>
                    <a:pt x="698" y="178"/>
                  </a:lnTo>
                  <a:lnTo>
                    <a:pt x="698" y="176"/>
                  </a:lnTo>
                  <a:lnTo>
                    <a:pt x="698" y="176"/>
                  </a:lnTo>
                  <a:lnTo>
                    <a:pt x="698" y="176"/>
                  </a:lnTo>
                  <a:lnTo>
                    <a:pt x="700" y="173"/>
                  </a:lnTo>
                  <a:lnTo>
                    <a:pt x="698" y="173"/>
                  </a:lnTo>
                  <a:lnTo>
                    <a:pt x="700" y="173"/>
                  </a:lnTo>
                  <a:lnTo>
                    <a:pt x="700" y="173"/>
                  </a:lnTo>
                  <a:lnTo>
                    <a:pt x="703" y="173"/>
                  </a:lnTo>
                  <a:lnTo>
                    <a:pt x="703" y="171"/>
                  </a:lnTo>
                  <a:lnTo>
                    <a:pt x="703" y="171"/>
                  </a:lnTo>
                  <a:lnTo>
                    <a:pt x="698" y="168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700" y="166"/>
                  </a:lnTo>
                  <a:lnTo>
                    <a:pt x="700" y="164"/>
                  </a:lnTo>
                  <a:lnTo>
                    <a:pt x="700" y="164"/>
                  </a:lnTo>
                  <a:lnTo>
                    <a:pt x="700" y="161"/>
                  </a:lnTo>
                  <a:lnTo>
                    <a:pt x="698" y="161"/>
                  </a:lnTo>
                  <a:lnTo>
                    <a:pt x="696" y="157"/>
                  </a:lnTo>
                  <a:lnTo>
                    <a:pt x="696" y="154"/>
                  </a:lnTo>
                  <a:lnTo>
                    <a:pt x="696" y="154"/>
                  </a:lnTo>
                  <a:lnTo>
                    <a:pt x="698" y="154"/>
                  </a:lnTo>
                  <a:lnTo>
                    <a:pt x="700" y="157"/>
                  </a:lnTo>
                  <a:lnTo>
                    <a:pt x="703" y="157"/>
                  </a:lnTo>
                  <a:lnTo>
                    <a:pt x="703" y="154"/>
                  </a:lnTo>
                  <a:lnTo>
                    <a:pt x="703" y="152"/>
                  </a:lnTo>
                  <a:lnTo>
                    <a:pt x="703" y="147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6" y="142"/>
                  </a:lnTo>
                  <a:lnTo>
                    <a:pt x="686" y="142"/>
                  </a:lnTo>
                  <a:lnTo>
                    <a:pt x="684" y="140"/>
                  </a:lnTo>
                  <a:lnTo>
                    <a:pt x="677" y="140"/>
                  </a:lnTo>
                  <a:lnTo>
                    <a:pt x="677" y="140"/>
                  </a:lnTo>
                  <a:lnTo>
                    <a:pt x="677" y="138"/>
                  </a:lnTo>
                  <a:lnTo>
                    <a:pt x="679" y="138"/>
                  </a:lnTo>
                  <a:lnTo>
                    <a:pt x="679" y="138"/>
                  </a:lnTo>
                  <a:lnTo>
                    <a:pt x="677" y="138"/>
                  </a:lnTo>
                  <a:lnTo>
                    <a:pt x="677" y="138"/>
                  </a:lnTo>
                  <a:lnTo>
                    <a:pt x="674" y="135"/>
                  </a:lnTo>
                  <a:lnTo>
                    <a:pt x="674" y="135"/>
                  </a:lnTo>
                  <a:lnTo>
                    <a:pt x="670" y="138"/>
                  </a:lnTo>
                  <a:lnTo>
                    <a:pt x="670" y="138"/>
                  </a:lnTo>
                  <a:lnTo>
                    <a:pt x="670" y="135"/>
                  </a:lnTo>
                  <a:lnTo>
                    <a:pt x="670" y="135"/>
                  </a:lnTo>
                  <a:lnTo>
                    <a:pt x="670" y="133"/>
                  </a:lnTo>
                  <a:lnTo>
                    <a:pt x="670" y="133"/>
                  </a:lnTo>
                  <a:lnTo>
                    <a:pt x="670" y="131"/>
                  </a:lnTo>
                  <a:lnTo>
                    <a:pt x="665" y="128"/>
                  </a:lnTo>
                  <a:lnTo>
                    <a:pt x="662" y="128"/>
                  </a:lnTo>
                  <a:lnTo>
                    <a:pt x="662" y="128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58" y="123"/>
                  </a:lnTo>
                  <a:lnTo>
                    <a:pt x="658" y="126"/>
                  </a:lnTo>
                  <a:lnTo>
                    <a:pt x="655" y="126"/>
                  </a:lnTo>
                  <a:lnTo>
                    <a:pt x="655" y="126"/>
                  </a:lnTo>
                  <a:lnTo>
                    <a:pt x="653" y="126"/>
                  </a:lnTo>
                  <a:lnTo>
                    <a:pt x="653" y="123"/>
                  </a:lnTo>
                  <a:lnTo>
                    <a:pt x="653" y="123"/>
                  </a:lnTo>
                  <a:lnTo>
                    <a:pt x="651" y="126"/>
                  </a:lnTo>
                  <a:lnTo>
                    <a:pt x="648" y="128"/>
                  </a:lnTo>
                  <a:lnTo>
                    <a:pt x="646" y="128"/>
                  </a:lnTo>
                  <a:lnTo>
                    <a:pt x="646" y="128"/>
                  </a:lnTo>
                  <a:lnTo>
                    <a:pt x="644" y="126"/>
                  </a:lnTo>
                  <a:lnTo>
                    <a:pt x="644" y="126"/>
                  </a:lnTo>
                  <a:lnTo>
                    <a:pt x="641" y="126"/>
                  </a:lnTo>
                  <a:lnTo>
                    <a:pt x="639" y="126"/>
                  </a:lnTo>
                  <a:lnTo>
                    <a:pt x="634" y="126"/>
                  </a:lnTo>
                  <a:lnTo>
                    <a:pt x="629" y="126"/>
                  </a:lnTo>
                  <a:lnTo>
                    <a:pt x="625" y="123"/>
                  </a:lnTo>
                  <a:lnTo>
                    <a:pt x="625" y="121"/>
                  </a:lnTo>
                  <a:lnTo>
                    <a:pt x="625" y="121"/>
                  </a:lnTo>
                  <a:lnTo>
                    <a:pt x="625" y="119"/>
                  </a:lnTo>
                  <a:lnTo>
                    <a:pt x="625" y="119"/>
                  </a:lnTo>
                  <a:lnTo>
                    <a:pt x="622" y="116"/>
                  </a:lnTo>
                  <a:lnTo>
                    <a:pt x="622" y="116"/>
                  </a:lnTo>
                  <a:lnTo>
                    <a:pt x="620" y="116"/>
                  </a:lnTo>
                  <a:lnTo>
                    <a:pt x="620" y="116"/>
                  </a:lnTo>
                  <a:lnTo>
                    <a:pt x="615" y="112"/>
                  </a:lnTo>
                  <a:lnTo>
                    <a:pt x="615" y="112"/>
                  </a:lnTo>
                  <a:lnTo>
                    <a:pt x="613" y="112"/>
                  </a:lnTo>
                  <a:lnTo>
                    <a:pt x="613" y="112"/>
                  </a:lnTo>
                  <a:lnTo>
                    <a:pt x="613" y="112"/>
                  </a:lnTo>
                  <a:lnTo>
                    <a:pt x="615" y="112"/>
                  </a:lnTo>
                  <a:lnTo>
                    <a:pt x="615" y="109"/>
                  </a:lnTo>
                  <a:lnTo>
                    <a:pt x="615" y="109"/>
                  </a:lnTo>
                  <a:lnTo>
                    <a:pt x="617" y="107"/>
                  </a:lnTo>
                  <a:lnTo>
                    <a:pt x="615" y="107"/>
                  </a:lnTo>
                  <a:lnTo>
                    <a:pt x="615" y="105"/>
                  </a:lnTo>
                  <a:lnTo>
                    <a:pt x="615" y="102"/>
                  </a:lnTo>
                  <a:lnTo>
                    <a:pt x="613" y="102"/>
                  </a:lnTo>
                  <a:lnTo>
                    <a:pt x="610" y="105"/>
                  </a:lnTo>
                  <a:lnTo>
                    <a:pt x="608" y="107"/>
                  </a:lnTo>
                  <a:lnTo>
                    <a:pt x="603" y="109"/>
                  </a:lnTo>
                  <a:lnTo>
                    <a:pt x="601" y="112"/>
                  </a:lnTo>
                  <a:lnTo>
                    <a:pt x="599" y="112"/>
                  </a:lnTo>
                  <a:lnTo>
                    <a:pt x="591" y="114"/>
                  </a:lnTo>
                  <a:lnTo>
                    <a:pt x="589" y="114"/>
                  </a:lnTo>
                  <a:lnTo>
                    <a:pt x="584" y="114"/>
                  </a:lnTo>
                  <a:lnTo>
                    <a:pt x="584" y="114"/>
                  </a:lnTo>
                  <a:lnTo>
                    <a:pt x="584" y="114"/>
                  </a:lnTo>
                  <a:lnTo>
                    <a:pt x="587" y="112"/>
                  </a:lnTo>
                  <a:lnTo>
                    <a:pt x="589" y="112"/>
                  </a:lnTo>
                  <a:lnTo>
                    <a:pt x="589" y="112"/>
                  </a:lnTo>
                  <a:lnTo>
                    <a:pt x="587" y="109"/>
                  </a:lnTo>
                  <a:lnTo>
                    <a:pt x="587" y="109"/>
                  </a:lnTo>
                  <a:lnTo>
                    <a:pt x="582" y="107"/>
                  </a:lnTo>
                  <a:lnTo>
                    <a:pt x="580" y="105"/>
                  </a:lnTo>
                  <a:lnTo>
                    <a:pt x="582" y="105"/>
                  </a:lnTo>
                  <a:lnTo>
                    <a:pt x="582" y="105"/>
                  </a:lnTo>
                  <a:lnTo>
                    <a:pt x="584" y="107"/>
                  </a:lnTo>
                  <a:lnTo>
                    <a:pt x="584" y="102"/>
                  </a:lnTo>
                  <a:lnTo>
                    <a:pt x="584" y="97"/>
                  </a:lnTo>
                  <a:lnTo>
                    <a:pt x="584" y="93"/>
                  </a:lnTo>
                  <a:lnTo>
                    <a:pt x="584" y="90"/>
                  </a:lnTo>
                  <a:lnTo>
                    <a:pt x="584" y="88"/>
                  </a:lnTo>
                  <a:lnTo>
                    <a:pt x="584" y="88"/>
                  </a:lnTo>
                  <a:lnTo>
                    <a:pt x="587" y="86"/>
                  </a:lnTo>
                  <a:lnTo>
                    <a:pt x="584" y="86"/>
                  </a:lnTo>
                  <a:lnTo>
                    <a:pt x="584" y="86"/>
                  </a:lnTo>
                  <a:lnTo>
                    <a:pt x="584" y="86"/>
                  </a:lnTo>
                  <a:lnTo>
                    <a:pt x="584" y="83"/>
                  </a:lnTo>
                  <a:lnTo>
                    <a:pt x="587" y="81"/>
                  </a:lnTo>
                  <a:lnTo>
                    <a:pt x="587" y="79"/>
                  </a:lnTo>
                  <a:lnTo>
                    <a:pt x="587" y="76"/>
                  </a:lnTo>
                  <a:lnTo>
                    <a:pt x="587" y="76"/>
                  </a:lnTo>
                  <a:lnTo>
                    <a:pt x="587" y="74"/>
                  </a:lnTo>
                  <a:lnTo>
                    <a:pt x="589" y="74"/>
                  </a:lnTo>
                  <a:lnTo>
                    <a:pt x="589" y="74"/>
                  </a:lnTo>
                  <a:lnTo>
                    <a:pt x="589" y="76"/>
                  </a:lnTo>
                  <a:lnTo>
                    <a:pt x="591" y="79"/>
                  </a:lnTo>
                  <a:lnTo>
                    <a:pt x="591" y="76"/>
                  </a:lnTo>
                  <a:lnTo>
                    <a:pt x="594" y="76"/>
                  </a:lnTo>
                  <a:lnTo>
                    <a:pt x="594" y="74"/>
                  </a:lnTo>
                  <a:lnTo>
                    <a:pt x="596" y="74"/>
                  </a:lnTo>
                  <a:lnTo>
                    <a:pt x="594" y="71"/>
                  </a:lnTo>
                  <a:lnTo>
                    <a:pt x="594" y="71"/>
                  </a:lnTo>
                  <a:lnTo>
                    <a:pt x="591" y="71"/>
                  </a:lnTo>
                  <a:lnTo>
                    <a:pt x="591" y="69"/>
                  </a:lnTo>
                  <a:lnTo>
                    <a:pt x="594" y="67"/>
                  </a:lnTo>
                  <a:lnTo>
                    <a:pt x="594" y="67"/>
                  </a:lnTo>
                  <a:lnTo>
                    <a:pt x="594" y="69"/>
                  </a:lnTo>
                  <a:lnTo>
                    <a:pt x="594" y="69"/>
                  </a:lnTo>
                  <a:lnTo>
                    <a:pt x="596" y="69"/>
                  </a:lnTo>
                  <a:lnTo>
                    <a:pt x="596" y="67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599" y="67"/>
                  </a:lnTo>
                  <a:lnTo>
                    <a:pt x="601" y="64"/>
                  </a:lnTo>
                  <a:lnTo>
                    <a:pt x="601" y="64"/>
                  </a:lnTo>
                  <a:lnTo>
                    <a:pt x="603" y="62"/>
                  </a:lnTo>
                  <a:lnTo>
                    <a:pt x="603" y="60"/>
                  </a:lnTo>
                  <a:lnTo>
                    <a:pt x="599" y="45"/>
                  </a:lnTo>
                  <a:lnTo>
                    <a:pt x="599" y="45"/>
                  </a:lnTo>
                  <a:lnTo>
                    <a:pt x="599" y="45"/>
                  </a:lnTo>
                  <a:lnTo>
                    <a:pt x="599" y="43"/>
                  </a:lnTo>
                  <a:lnTo>
                    <a:pt x="596" y="41"/>
                  </a:lnTo>
                  <a:lnTo>
                    <a:pt x="596" y="41"/>
                  </a:lnTo>
                  <a:lnTo>
                    <a:pt x="596" y="41"/>
                  </a:lnTo>
                  <a:lnTo>
                    <a:pt x="594" y="41"/>
                  </a:lnTo>
                  <a:lnTo>
                    <a:pt x="591" y="38"/>
                  </a:lnTo>
                  <a:lnTo>
                    <a:pt x="589" y="38"/>
                  </a:lnTo>
                  <a:lnTo>
                    <a:pt x="589" y="36"/>
                  </a:lnTo>
                  <a:lnTo>
                    <a:pt x="587" y="36"/>
                  </a:lnTo>
                  <a:lnTo>
                    <a:pt x="584" y="36"/>
                  </a:lnTo>
                  <a:lnTo>
                    <a:pt x="580" y="36"/>
                  </a:lnTo>
                  <a:lnTo>
                    <a:pt x="580" y="36"/>
                  </a:lnTo>
                  <a:lnTo>
                    <a:pt x="577" y="36"/>
                  </a:lnTo>
                  <a:lnTo>
                    <a:pt x="577" y="34"/>
                  </a:lnTo>
                  <a:lnTo>
                    <a:pt x="575" y="31"/>
                  </a:lnTo>
                  <a:lnTo>
                    <a:pt x="575" y="31"/>
                  </a:lnTo>
                  <a:lnTo>
                    <a:pt x="573" y="29"/>
                  </a:lnTo>
                  <a:lnTo>
                    <a:pt x="570" y="29"/>
                  </a:lnTo>
                  <a:lnTo>
                    <a:pt x="565" y="26"/>
                  </a:lnTo>
                  <a:lnTo>
                    <a:pt x="558" y="29"/>
                  </a:lnTo>
                  <a:lnTo>
                    <a:pt x="556" y="29"/>
                  </a:lnTo>
                  <a:lnTo>
                    <a:pt x="551" y="24"/>
                  </a:lnTo>
                  <a:lnTo>
                    <a:pt x="549" y="24"/>
                  </a:lnTo>
                  <a:lnTo>
                    <a:pt x="547" y="22"/>
                  </a:lnTo>
                  <a:lnTo>
                    <a:pt x="547" y="22"/>
                  </a:lnTo>
                  <a:lnTo>
                    <a:pt x="547" y="19"/>
                  </a:lnTo>
                  <a:lnTo>
                    <a:pt x="549" y="15"/>
                  </a:lnTo>
                  <a:lnTo>
                    <a:pt x="551" y="12"/>
                  </a:lnTo>
                  <a:lnTo>
                    <a:pt x="551" y="10"/>
                  </a:lnTo>
                  <a:lnTo>
                    <a:pt x="549" y="10"/>
                  </a:lnTo>
                  <a:lnTo>
                    <a:pt x="547" y="8"/>
                  </a:lnTo>
                  <a:lnTo>
                    <a:pt x="544" y="8"/>
                  </a:lnTo>
                  <a:lnTo>
                    <a:pt x="542" y="8"/>
                  </a:lnTo>
                  <a:lnTo>
                    <a:pt x="539" y="5"/>
                  </a:lnTo>
                  <a:lnTo>
                    <a:pt x="539" y="5"/>
                  </a:lnTo>
                  <a:lnTo>
                    <a:pt x="535" y="3"/>
                  </a:lnTo>
                  <a:lnTo>
                    <a:pt x="530" y="3"/>
                  </a:lnTo>
                  <a:lnTo>
                    <a:pt x="528" y="3"/>
                  </a:lnTo>
                  <a:lnTo>
                    <a:pt x="523" y="5"/>
                  </a:lnTo>
                  <a:lnTo>
                    <a:pt x="521" y="3"/>
                  </a:lnTo>
                  <a:lnTo>
                    <a:pt x="521" y="5"/>
                  </a:lnTo>
                  <a:lnTo>
                    <a:pt x="521" y="5"/>
                  </a:lnTo>
                  <a:lnTo>
                    <a:pt x="521" y="10"/>
                  </a:lnTo>
                  <a:lnTo>
                    <a:pt x="518" y="15"/>
                  </a:lnTo>
                  <a:lnTo>
                    <a:pt x="518" y="22"/>
                  </a:lnTo>
                  <a:lnTo>
                    <a:pt x="516" y="24"/>
                  </a:lnTo>
                  <a:lnTo>
                    <a:pt x="516" y="26"/>
                  </a:lnTo>
                  <a:lnTo>
                    <a:pt x="516" y="29"/>
                  </a:lnTo>
                  <a:lnTo>
                    <a:pt x="516" y="26"/>
                  </a:lnTo>
                  <a:lnTo>
                    <a:pt x="513" y="26"/>
                  </a:lnTo>
                  <a:lnTo>
                    <a:pt x="509" y="24"/>
                  </a:lnTo>
                  <a:lnTo>
                    <a:pt x="502" y="22"/>
                  </a:lnTo>
                  <a:lnTo>
                    <a:pt x="494" y="17"/>
                  </a:lnTo>
                  <a:lnTo>
                    <a:pt x="490" y="15"/>
                  </a:lnTo>
                  <a:lnTo>
                    <a:pt x="483" y="10"/>
                  </a:lnTo>
                  <a:lnTo>
                    <a:pt x="476" y="8"/>
                  </a:lnTo>
                  <a:lnTo>
                    <a:pt x="471" y="5"/>
                  </a:lnTo>
                  <a:lnTo>
                    <a:pt x="464" y="0"/>
                  </a:lnTo>
                  <a:lnTo>
                    <a:pt x="461" y="0"/>
                  </a:lnTo>
                  <a:lnTo>
                    <a:pt x="461" y="0"/>
                  </a:lnTo>
                  <a:lnTo>
                    <a:pt x="459" y="3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59" y="8"/>
                  </a:lnTo>
                  <a:lnTo>
                    <a:pt x="461" y="10"/>
                  </a:lnTo>
                  <a:lnTo>
                    <a:pt x="461" y="12"/>
                  </a:lnTo>
                  <a:lnTo>
                    <a:pt x="461" y="15"/>
                  </a:lnTo>
                  <a:lnTo>
                    <a:pt x="461" y="15"/>
                  </a:lnTo>
                  <a:lnTo>
                    <a:pt x="461" y="15"/>
                  </a:lnTo>
                  <a:lnTo>
                    <a:pt x="461" y="19"/>
                  </a:lnTo>
                  <a:lnTo>
                    <a:pt x="459" y="22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31"/>
                  </a:lnTo>
                  <a:lnTo>
                    <a:pt x="459" y="31"/>
                  </a:lnTo>
                  <a:lnTo>
                    <a:pt x="459" y="34"/>
                  </a:lnTo>
                  <a:lnTo>
                    <a:pt x="459" y="34"/>
                  </a:lnTo>
                  <a:lnTo>
                    <a:pt x="459" y="34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8"/>
                  </a:lnTo>
                  <a:lnTo>
                    <a:pt x="457" y="43"/>
                  </a:lnTo>
                  <a:lnTo>
                    <a:pt x="454" y="45"/>
                  </a:lnTo>
                  <a:lnTo>
                    <a:pt x="452" y="50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7"/>
                  </a:lnTo>
                  <a:lnTo>
                    <a:pt x="450" y="57"/>
                  </a:lnTo>
                  <a:lnTo>
                    <a:pt x="447" y="62"/>
                  </a:lnTo>
                  <a:lnTo>
                    <a:pt x="447" y="62"/>
                  </a:lnTo>
                  <a:lnTo>
                    <a:pt x="447" y="62"/>
                  </a:lnTo>
                  <a:lnTo>
                    <a:pt x="445" y="64"/>
                  </a:lnTo>
                  <a:lnTo>
                    <a:pt x="445" y="64"/>
                  </a:lnTo>
                  <a:lnTo>
                    <a:pt x="445" y="64"/>
                  </a:lnTo>
                  <a:lnTo>
                    <a:pt x="442" y="64"/>
                  </a:lnTo>
                  <a:lnTo>
                    <a:pt x="442" y="67"/>
                  </a:lnTo>
                  <a:lnTo>
                    <a:pt x="442" y="69"/>
                  </a:lnTo>
                  <a:lnTo>
                    <a:pt x="442" y="69"/>
                  </a:lnTo>
                  <a:lnTo>
                    <a:pt x="442" y="69"/>
                  </a:lnTo>
                  <a:lnTo>
                    <a:pt x="440" y="71"/>
                  </a:lnTo>
                  <a:lnTo>
                    <a:pt x="438" y="71"/>
                  </a:lnTo>
                  <a:lnTo>
                    <a:pt x="438" y="71"/>
                  </a:lnTo>
                  <a:lnTo>
                    <a:pt x="438" y="74"/>
                  </a:lnTo>
                  <a:lnTo>
                    <a:pt x="438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3" y="71"/>
                  </a:lnTo>
                  <a:lnTo>
                    <a:pt x="433" y="76"/>
                  </a:lnTo>
                  <a:lnTo>
                    <a:pt x="431" y="81"/>
                  </a:lnTo>
                  <a:lnTo>
                    <a:pt x="428" y="86"/>
                  </a:lnTo>
                  <a:lnTo>
                    <a:pt x="426" y="90"/>
                  </a:lnTo>
                  <a:lnTo>
                    <a:pt x="426" y="90"/>
                  </a:lnTo>
                  <a:lnTo>
                    <a:pt x="426" y="90"/>
                  </a:lnTo>
                  <a:lnTo>
                    <a:pt x="424" y="90"/>
                  </a:lnTo>
                  <a:lnTo>
                    <a:pt x="421" y="90"/>
                  </a:lnTo>
                  <a:lnTo>
                    <a:pt x="416" y="88"/>
                  </a:lnTo>
                  <a:lnTo>
                    <a:pt x="412" y="86"/>
                  </a:lnTo>
                  <a:lnTo>
                    <a:pt x="412" y="86"/>
                  </a:lnTo>
                  <a:lnTo>
                    <a:pt x="412" y="88"/>
                  </a:lnTo>
                  <a:lnTo>
                    <a:pt x="409" y="93"/>
                  </a:lnTo>
                  <a:lnTo>
                    <a:pt x="407" y="95"/>
                  </a:lnTo>
                  <a:lnTo>
                    <a:pt x="407" y="95"/>
                  </a:lnTo>
                  <a:lnTo>
                    <a:pt x="407" y="95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7" y="100"/>
                  </a:lnTo>
                  <a:lnTo>
                    <a:pt x="407" y="102"/>
                  </a:lnTo>
                  <a:lnTo>
                    <a:pt x="405" y="102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5" y="109"/>
                  </a:lnTo>
                  <a:lnTo>
                    <a:pt x="405" y="112"/>
                  </a:lnTo>
                  <a:lnTo>
                    <a:pt x="405" y="112"/>
                  </a:lnTo>
                  <a:lnTo>
                    <a:pt x="402" y="114"/>
                  </a:lnTo>
                  <a:lnTo>
                    <a:pt x="402" y="114"/>
                  </a:lnTo>
                  <a:lnTo>
                    <a:pt x="402" y="116"/>
                  </a:lnTo>
                  <a:lnTo>
                    <a:pt x="402" y="116"/>
                  </a:lnTo>
                  <a:lnTo>
                    <a:pt x="402" y="119"/>
                  </a:lnTo>
                  <a:lnTo>
                    <a:pt x="400" y="121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8"/>
                  </a:lnTo>
                  <a:lnTo>
                    <a:pt x="400" y="128"/>
                  </a:lnTo>
                  <a:lnTo>
                    <a:pt x="400" y="131"/>
                  </a:lnTo>
                  <a:lnTo>
                    <a:pt x="398" y="133"/>
                  </a:lnTo>
                  <a:lnTo>
                    <a:pt x="398" y="138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86" y="142"/>
                  </a:lnTo>
                  <a:lnTo>
                    <a:pt x="381" y="142"/>
                  </a:lnTo>
                  <a:lnTo>
                    <a:pt x="376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55" y="128"/>
                  </a:lnTo>
                  <a:lnTo>
                    <a:pt x="355" y="128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5" y="135"/>
                  </a:lnTo>
                  <a:lnTo>
                    <a:pt x="355" y="135"/>
                  </a:lnTo>
                  <a:lnTo>
                    <a:pt x="355" y="138"/>
                  </a:lnTo>
                  <a:lnTo>
                    <a:pt x="355" y="138"/>
                  </a:lnTo>
                  <a:lnTo>
                    <a:pt x="353" y="140"/>
                  </a:lnTo>
                  <a:lnTo>
                    <a:pt x="353" y="142"/>
                  </a:lnTo>
                  <a:lnTo>
                    <a:pt x="353" y="142"/>
                  </a:lnTo>
                  <a:lnTo>
                    <a:pt x="353" y="147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2"/>
                  </a:lnTo>
                  <a:lnTo>
                    <a:pt x="353" y="154"/>
                  </a:lnTo>
                  <a:lnTo>
                    <a:pt x="353" y="157"/>
                  </a:lnTo>
                  <a:lnTo>
                    <a:pt x="350" y="159"/>
                  </a:lnTo>
                  <a:lnTo>
                    <a:pt x="350" y="159"/>
                  </a:lnTo>
                  <a:lnTo>
                    <a:pt x="348" y="159"/>
                  </a:lnTo>
                  <a:lnTo>
                    <a:pt x="348" y="159"/>
                  </a:lnTo>
                  <a:lnTo>
                    <a:pt x="348" y="161"/>
                  </a:lnTo>
                  <a:lnTo>
                    <a:pt x="348" y="161"/>
                  </a:lnTo>
                  <a:lnTo>
                    <a:pt x="348" y="164"/>
                  </a:lnTo>
                  <a:lnTo>
                    <a:pt x="348" y="164"/>
                  </a:lnTo>
                  <a:lnTo>
                    <a:pt x="345" y="166"/>
                  </a:lnTo>
                  <a:lnTo>
                    <a:pt x="345" y="166"/>
                  </a:lnTo>
                  <a:lnTo>
                    <a:pt x="348" y="168"/>
                  </a:lnTo>
                  <a:lnTo>
                    <a:pt x="348" y="168"/>
                  </a:lnTo>
                  <a:lnTo>
                    <a:pt x="348" y="168"/>
                  </a:lnTo>
                  <a:lnTo>
                    <a:pt x="348" y="171"/>
                  </a:lnTo>
                  <a:lnTo>
                    <a:pt x="348" y="171"/>
                  </a:lnTo>
                  <a:lnTo>
                    <a:pt x="348" y="171"/>
                  </a:lnTo>
                  <a:lnTo>
                    <a:pt x="345" y="173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1" y="180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38" y="197"/>
                  </a:lnTo>
                  <a:lnTo>
                    <a:pt x="336" y="202"/>
                  </a:lnTo>
                  <a:lnTo>
                    <a:pt x="334" y="206"/>
                  </a:lnTo>
                  <a:lnTo>
                    <a:pt x="331" y="211"/>
                  </a:lnTo>
                  <a:lnTo>
                    <a:pt x="327" y="218"/>
                  </a:lnTo>
                  <a:lnTo>
                    <a:pt x="324" y="223"/>
                  </a:lnTo>
                  <a:lnTo>
                    <a:pt x="322" y="228"/>
                  </a:lnTo>
                  <a:lnTo>
                    <a:pt x="317" y="235"/>
                  </a:lnTo>
                  <a:lnTo>
                    <a:pt x="317" y="235"/>
                  </a:lnTo>
                  <a:lnTo>
                    <a:pt x="317" y="237"/>
                  </a:lnTo>
                  <a:lnTo>
                    <a:pt x="317" y="237"/>
                  </a:lnTo>
                  <a:lnTo>
                    <a:pt x="315" y="244"/>
                  </a:lnTo>
                  <a:lnTo>
                    <a:pt x="312" y="251"/>
                  </a:lnTo>
                  <a:lnTo>
                    <a:pt x="312" y="251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5" y="254"/>
                  </a:lnTo>
                  <a:lnTo>
                    <a:pt x="315" y="254"/>
                  </a:lnTo>
                  <a:lnTo>
                    <a:pt x="319" y="256"/>
                  </a:lnTo>
                  <a:lnTo>
                    <a:pt x="319" y="256"/>
                  </a:lnTo>
                  <a:lnTo>
                    <a:pt x="319" y="256"/>
                  </a:lnTo>
                  <a:lnTo>
                    <a:pt x="319" y="258"/>
                  </a:lnTo>
                  <a:lnTo>
                    <a:pt x="319" y="258"/>
                  </a:lnTo>
                  <a:lnTo>
                    <a:pt x="319" y="258"/>
                  </a:lnTo>
                  <a:lnTo>
                    <a:pt x="319" y="261"/>
                  </a:lnTo>
                  <a:lnTo>
                    <a:pt x="317" y="261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5"/>
                  </a:lnTo>
                  <a:lnTo>
                    <a:pt x="312" y="265"/>
                  </a:lnTo>
                  <a:lnTo>
                    <a:pt x="312" y="268"/>
                  </a:lnTo>
                  <a:lnTo>
                    <a:pt x="312" y="268"/>
                  </a:lnTo>
                  <a:lnTo>
                    <a:pt x="315" y="268"/>
                  </a:lnTo>
                  <a:lnTo>
                    <a:pt x="315" y="268"/>
                  </a:lnTo>
                  <a:lnTo>
                    <a:pt x="315" y="268"/>
                  </a:lnTo>
                  <a:lnTo>
                    <a:pt x="315" y="270"/>
                  </a:lnTo>
                  <a:lnTo>
                    <a:pt x="317" y="270"/>
                  </a:lnTo>
                  <a:lnTo>
                    <a:pt x="317" y="270"/>
                  </a:lnTo>
                  <a:lnTo>
                    <a:pt x="317" y="273"/>
                  </a:lnTo>
                  <a:lnTo>
                    <a:pt x="315" y="273"/>
                  </a:lnTo>
                  <a:lnTo>
                    <a:pt x="305" y="282"/>
                  </a:lnTo>
                  <a:lnTo>
                    <a:pt x="303" y="284"/>
                  </a:lnTo>
                  <a:lnTo>
                    <a:pt x="303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298" y="284"/>
                  </a:lnTo>
                  <a:lnTo>
                    <a:pt x="298" y="284"/>
                  </a:lnTo>
                  <a:lnTo>
                    <a:pt x="298" y="284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3" y="282"/>
                  </a:lnTo>
                  <a:lnTo>
                    <a:pt x="291" y="282"/>
                  </a:lnTo>
                  <a:lnTo>
                    <a:pt x="289" y="284"/>
                  </a:lnTo>
                  <a:lnTo>
                    <a:pt x="284" y="289"/>
                  </a:lnTo>
                  <a:lnTo>
                    <a:pt x="279" y="292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2" y="296"/>
                  </a:lnTo>
                  <a:lnTo>
                    <a:pt x="272" y="294"/>
                  </a:lnTo>
                  <a:lnTo>
                    <a:pt x="272" y="294"/>
                  </a:lnTo>
                  <a:lnTo>
                    <a:pt x="272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2"/>
                  </a:lnTo>
                  <a:lnTo>
                    <a:pt x="267" y="292"/>
                  </a:lnTo>
                  <a:lnTo>
                    <a:pt x="267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3" y="292"/>
                  </a:lnTo>
                  <a:lnTo>
                    <a:pt x="263" y="294"/>
                  </a:lnTo>
                  <a:lnTo>
                    <a:pt x="263" y="294"/>
                  </a:lnTo>
                  <a:lnTo>
                    <a:pt x="260" y="294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9"/>
                  </a:lnTo>
                  <a:lnTo>
                    <a:pt x="260" y="299"/>
                  </a:lnTo>
                  <a:lnTo>
                    <a:pt x="263" y="301"/>
                  </a:lnTo>
                  <a:lnTo>
                    <a:pt x="263" y="301"/>
                  </a:lnTo>
                  <a:lnTo>
                    <a:pt x="263" y="303"/>
                  </a:lnTo>
                  <a:lnTo>
                    <a:pt x="263" y="303"/>
                  </a:lnTo>
                  <a:lnTo>
                    <a:pt x="263" y="306"/>
                  </a:lnTo>
                  <a:lnTo>
                    <a:pt x="263" y="306"/>
                  </a:lnTo>
                  <a:lnTo>
                    <a:pt x="256" y="310"/>
                  </a:lnTo>
                  <a:lnTo>
                    <a:pt x="256" y="310"/>
                  </a:lnTo>
                  <a:lnTo>
                    <a:pt x="256" y="310"/>
                  </a:lnTo>
                  <a:lnTo>
                    <a:pt x="253" y="310"/>
                  </a:lnTo>
                  <a:lnTo>
                    <a:pt x="253" y="310"/>
                  </a:lnTo>
                  <a:lnTo>
                    <a:pt x="251" y="310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39" y="315"/>
                  </a:lnTo>
                  <a:lnTo>
                    <a:pt x="232" y="320"/>
                  </a:lnTo>
                  <a:lnTo>
                    <a:pt x="230" y="322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27" y="320"/>
                  </a:lnTo>
                  <a:lnTo>
                    <a:pt x="227" y="318"/>
                  </a:lnTo>
                  <a:lnTo>
                    <a:pt x="222" y="315"/>
                  </a:lnTo>
                  <a:lnTo>
                    <a:pt x="220" y="315"/>
                  </a:lnTo>
                  <a:lnTo>
                    <a:pt x="220" y="315"/>
                  </a:lnTo>
                  <a:lnTo>
                    <a:pt x="218" y="313"/>
                  </a:lnTo>
                  <a:lnTo>
                    <a:pt x="218" y="313"/>
                  </a:lnTo>
                  <a:lnTo>
                    <a:pt x="218" y="313"/>
                  </a:lnTo>
                  <a:lnTo>
                    <a:pt x="215" y="313"/>
                  </a:lnTo>
                  <a:lnTo>
                    <a:pt x="215" y="313"/>
                  </a:lnTo>
                  <a:lnTo>
                    <a:pt x="213" y="313"/>
                  </a:lnTo>
                  <a:lnTo>
                    <a:pt x="213" y="313"/>
                  </a:lnTo>
                  <a:lnTo>
                    <a:pt x="213" y="315"/>
                  </a:lnTo>
                  <a:lnTo>
                    <a:pt x="213" y="315"/>
                  </a:lnTo>
                  <a:lnTo>
                    <a:pt x="213" y="318"/>
                  </a:lnTo>
                  <a:lnTo>
                    <a:pt x="213" y="318"/>
                  </a:lnTo>
                  <a:lnTo>
                    <a:pt x="211" y="320"/>
                  </a:lnTo>
                  <a:lnTo>
                    <a:pt x="211" y="320"/>
                  </a:lnTo>
                  <a:lnTo>
                    <a:pt x="211" y="322"/>
                  </a:lnTo>
                  <a:lnTo>
                    <a:pt x="206" y="322"/>
                  </a:lnTo>
                  <a:lnTo>
                    <a:pt x="204" y="322"/>
                  </a:lnTo>
                  <a:lnTo>
                    <a:pt x="204" y="322"/>
                  </a:lnTo>
                  <a:lnTo>
                    <a:pt x="204" y="325"/>
                  </a:lnTo>
                  <a:lnTo>
                    <a:pt x="199" y="329"/>
                  </a:lnTo>
                  <a:lnTo>
                    <a:pt x="199" y="332"/>
                  </a:lnTo>
                  <a:lnTo>
                    <a:pt x="199" y="332"/>
                  </a:lnTo>
                  <a:lnTo>
                    <a:pt x="196" y="332"/>
                  </a:lnTo>
                  <a:lnTo>
                    <a:pt x="189" y="332"/>
                  </a:lnTo>
                  <a:lnTo>
                    <a:pt x="189" y="332"/>
                  </a:lnTo>
                  <a:lnTo>
                    <a:pt x="185" y="332"/>
                  </a:lnTo>
                  <a:lnTo>
                    <a:pt x="182" y="329"/>
                  </a:lnTo>
                  <a:lnTo>
                    <a:pt x="182" y="329"/>
                  </a:lnTo>
                  <a:lnTo>
                    <a:pt x="180" y="329"/>
                  </a:lnTo>
                  <a:lnTo>
                    <a:pt x="178" y="327"/>
                  </a:lnTo>
                  <a:lnTo>
                    <a:pt x="178" y="327"/>
                  </a:lnTo>
                  <a:lnTo>
                    <a:pt x="178" y="327"/>
                  </a:lnTo>
                  <a:lnTo>
                    <a:pt x="178" y="325"/>
                  </a:lnTo>
                  <a:lnTo>
                    <a:pt x="178" y="325"/>
                  </a:lnTo>
                  <a:lnTo>
                    <a:pt x="175" y="325"/>
                  </a:lnTo>
                  <a:lnTo>
                    <a:pt x="173" y="325"/>
                  </a:lnTo>
                  <a:lnTo>
                    <a:pt x="173" y="325"/>
                  </a:lnTo>
                  <a:lnTo>
                    <a:pt x="170" y="327"/>
                  </a:lnTo>
                  <a:lnTo>
                    <a:pt x="170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6" y="322"/>
                  </a:lnTo>
                  <a:lnTo>
                    <a:pt x="166" y="322"/>
                  </a:lnTo>
                  <a:lnTo>
                    <a:pt x="166" y="320"/>
                  </a:lnTo>
                  <a:lnTo>
                    <a:pt x="163" y="320"/>
                  </a:lnTo>
                  <a:lnTo>
                    <a:pt x="159" y="318"/>
                  </a:lnTo>
                  <a:lnTo>
                    <a:pt x="159" y="318"/>
                  </a:lnTo>
                  <a:lnTo>
                    <a:pt x="159" y="318"/>
                  </a:lnTo>
                  <a:lnTo>
                    <a:pt x="159" y="315"/>
                  </a:lnTo>
                  <a:lnTo>
                    <a:pt x="159" y="315"/>
                  </a:lnTo>
                  <a:lnTo>
                    <a:pt x="156" y="315"/>
                  </a:lnTo>
                  <a:lnTo>
                    <a:pt x="156" y="313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08"/>
                  </a:lnTo>
                  <a:lnTo>
                    <a:pt x="156" y="308"/>
                  </a:lnTo>
                  <a:lnTo>
                    <a:pt x="156" y="308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3"/>
                  </a:lnTo>
                  <a:lnTo>
                    <a:pt x="152" y="303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299"/>
                  </a:lnTo>
                  <a:lnTo>
                    <a:pt x="154" y="299"/>
                  </a:lnTo>
                  <a:lnTo>
                    <a:pt x="152" y="299"/>
                  </a:lnTo>
                  <a:lnTo>
                    <a:pt x="152" y="299"/>
                  </a:lnTo>
                  <a:lnTo>
                    <a:pt x="152" y="296"/>
                  </a:lnTo>
                  <a:lnTo>
                    <a:pt x="147" y="303"/>
                  </a:lnTo>
                  <a:lnTo>
                    <a:pt x="140" y="310"/>
                  </a:lnTo>
                  <a:lnTo>
                    <a:pt x="135" y="318"/>
                  </a:lnTo>
                  <a:lnTo>
                    <a:pt x="125" y="327"/>
                  </a:lnTo>
                  <a:lnTo>
                    <a:pt x="118" y="336"/>
                  </a:lnTo>
                  <a:lnTo>
                    <a:pt x="116" y="336"/>
                  </a:lnTo>
                  <a:lnTo>
                    <a:pt x="109" y="341"/>
                  </a:lnTo>
                  <a:lnTo>
                    <a:pt x="102" y="346"/>
                  </a:lnTo>
                  <a:lnTo>
                    <a:pt x="92" y="353"/>
                  </a:lnTo>
                  <a:lnTo>
                    <a:pt x="88" y="358"/>
                  </a:lnTo>
                  <a:lnTo>
                    <a:pt x="88" y="360"/>
                  </a:lnTo>
                  <a:lnTo>
                    <a:pt x="85" y="360"/>
                  </a:lnTo>
                  <a:lnTo>
                    <a:pt x="88" y="363"/>
                  </a:lnTo>
                  <a:lnTo>
                    <a:pt x="88" y="365"/>
                  </a:lnTo>
                  <a:lnTo>
                    <a:pt x="88" y="367"/>
                  </a:lnTo>
                  <a:lnTo>
                    <a:pt x="88" y="367"/>
                  </a:lnTo>
                  <a:lnTo>
                    <a:pt x="88" y="367"/>
                  </a:lnTo>
                  <a:lnTo>
                    <a:pt x="88" y="370"/>
                  </a:lnTo>
                  <a:lnTo>
                    <a:pt x="88" y="370"/>
                  </a:lnTo>
                  <a:lnTo>
                    <a:pt x="88" y="370"/>
                  </a:lnTo>
                  <a:lnTo>
                    <a:pt x="85" y="370"/>
                  </a:lnTo>
                  <a:lnTo>
                    <a:pt x="78" y="377"/>
                  </a:lnTo>
                  <a:lnTo>
                    <a:pt x="76" y="379"/>
                  </a:lnTo>
                  <a:lnTo>
                    <a:pt x="76" y="379"/>
                  </a:lnTo>
                  <a:lnTo>
                    <a:pt x="73" y="381"/>
                  </a:lnTo>
                  <a:lnTo>
                    <a:pt x="76" y="384"/>
                  </a:lnTo>
                  <a:lnTo>
                    <a:pt x="76" y="384"/>
                  </a:lnTo>
                  <a:lnTo>
                    <a:pt x="76" y="384"/>
                  </a:lnTo>
                  <a:lnTo>
                    <a:pt x="76" y="386"/>
                  </a:lnTo>
                  <a:lnTo>
                    <a:pt x="76" y="386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3" y="391"/>
                  </a:lnTo>
                  <a:lnTo>
                    <a:pt x="73" y="391"/>
                  </a:lnTo>
                  <a:lnTo>
                    <a:pt x="66" y="393"/>
                  </a:lnTo>
                  <a:lnTo>
                    <a:pt x="62" y="398"/>
                  </a:lnTo>
                  <a:lnTo>
                    <a:pt x="57" y="398"/>
                  </a:lnTo>
                  <a:lnTo>
                    <a:pt x="57" y="398"/>
                  </a:lnTo>
                  <a:lnTo>
                    <a:pt x="57" y="398"/>
                  </a:lnTo>
                  <a:lnTo>
                    <a:pt x="55" y="400"/>
                  </a:lnTo>
                  <a:lnTo>
                    <a:pt x="55" y="405"/>
                  </a:lnTo>
                  <a:lnTo>
                    <a:pt x="52" y="407"/>
                  </a:lnTo>
                  <a:lnTo>
                    <a:pt x="52" y="407"/>
                  </a:lnTo>
                  <a:lnTo>
                    <a:pt x="52" y="407"/>
                  </a:lnTo>
                  <a:lnTo>
                    <a:pt x="52" y="410"/>
                  </a:lnTo>
                  <a:lnTo>
                    <a:pt x="52" y="410"/>
                  </a:lnTo>
                  <a:lnTo>
                    <a:pt x="52" y="410"/>
                  </a:lnTo>
                  <a:lnTo>
                    <a:pt x="52" y="412"/>
                  </a:lnTo>
                  <a:lnTo>
                    <a:pt x="52" y="412"/>
                  </a:lnTo>
                  <a:lnTo>
                    <a:pt x="50" y="412"/>
                  </a:lnTo>
                  <a:lnTo>
                    <a:pt x="40" y="415"/>
                  </a:lnTo>
                  <a:lnTo>
                    <a:pt x="31" y="419"/>
                  </a:lnTo>
                  <a:lnTo>
                    <a:pt x="29" y="424"/>
                  </a:lnTo>
                  <a:lnTo>
                    <a:pt x="26" y="424"/>
                  </a:lnTo>
                  <a:lnTo>
                    <a:pt x="26" y="424"/>
                  </a:lnTo>
                  <a:lnTo>
                    <a:pt x="24" y="426"/>
                  </a:lnTo>
                  <a:lnTo>
                    <a:pt x="14" y="429"/>
                  </a:lnTo>
                  <a:lnTo>
                    <a:pt x="7" y="434"/>
                  </a:lnTo>
                  <a:lnTo>
                    <a:pt x="7" y="434"/>
                  </a:lnTo>
                  <a:lnTo>
                    <a:pt x="5" y="434"/>
                  </a:lnTo>
                  <a:lnTo>
                    <a:pt x="0" y="438"/>
                  </a:lnTo>
                  <a:lnTo>
                    <a:pt x="12" y="436"/>
                  </a:lnTo>
                  <a:lnTo>
                    <a:pt x="21" y="436"/>
                  </a:lnTo>
                  <a:lnTo>
                    <a:pt x="43" y="431"/>
                  </a:lnTo>
                  <a:lnTo>
                    <a:pt x="52" y="431"/>
                  </a:lnTo>
                  <a:lnTo>
                    <a:pt x="64" y="429"/>
                  </a:lnTo>
                  <a:lnTo>
                    <a:pt x="73" y="429"/>
                  </a:lnTo>
                  <a:lnTo>
                    <a:pt x="83" y="426"/>
                  </a:lnTo>
                  <a:lnTo>
                    <a:pt x="95" y="424"/>
                  </a:lnTo>
                  <a:lnTo>
                    <a:pt x="104" y="424"/>
                  </a:lnTo>
                  <a:lnTo>
                    <a:pt x="116" y="422"/>
                  </a:lnTo>
                  <a:lnTo>
                    <a:pt x="125" y="419"/>
                  </a:lnTo>
                  <a:lnTo>
                    <a:pt x="135" y="417"/>
                  </a:lnTo>
                  <a:lnTo>
                    <a:pt x="147" y="417"/>
                  </a:lnTo>
                  <a:lnTo>
                    <a:pt x="156" y="415"/>
                  </a:lnTo>
                  <a:lnTo>
                    <a:pt x="166" y="412"/>
                  </a:lnTo>
                  <a:lnTo>
                    <a:pt x="170" y="412"/>
                  </a:lnTo>
                  <a:lnTo>
                    <a:pt x="173" y="412"/>
                  </a:lnTo>
                  <a:lnTo>
                    <a:pt x="175" y="410"/>
                  </a:lnTo>
                  <a:lnTo>
                    <a:pt x="175" y="410"/>
                  </a:lnTo>
                  <a:lnTo>
                    <a:pt x="175" y="410"/>
                  </a:lnTo>
                  <a:lnTo>
                    <a:pt x="182" y="407"/>
                  </a:lnTo>
                  <a:lnTo>
                    <a:pt x="192" y="407"/>
                  </a:lnTo>
                  <a:lnTo>
                    <a:pt x="201" y="405"/>
                  </a:lnTo>
                  <a:lnTo>
                    <a:pt x="201" y="407"/>
                  </a:lnTo>
                  <a:lnTo>
                    <a:pt x="201" y="407"/>
                  </a:lnTo>
                  <a:lnTo>
                    <a:pt x="204" y="407"/>
                  </a:lnTo>
                  <a:lnTo>
                    <a:pt x="204" y="407"/>
                  </a:lnTo>
                  <a:lnTo>
                    <a:pt x="222" y="405"/>
                  </a:lnTo>
                  <a:lnTo>
                    <a:pt x="239" y="403"/>
                  </a:lnTo>
                  <a:lnTo>
                    <a:pt x="256" y="398"/>
                  </a:lnTo>
                  <a:lnTo>
                    <a:pt x="275" y="396"/>
                  </a:lnTo>
                  <a:lnTo>
                    <a:pt x="291" y="393"/>
                  </a:lnTo>
                  <a:lnTo>
                    <a:pt x="308" y="391"/>
                  </a:lnTo>
                  <a:lnTo>
                    <a:pt x="327" y="389"/>
                  </a:lnTo>
                  <a:lnTo>
                    <a:pt x="343" y="384"/>
                  </a:lnTo>
                  <a:lnTo>
                    <a:pt x="360" y="381"/>
                  </a:lnTo>
                  <a:lnTo>
                    <a:pt x="379" y="379"/>
                  </a:lnTo>
                  <a:lnTo>
                    <a:pt x="395" y="377"/>
                  </a:lnTo>
                  <a:lnTo>
                    <a:pt x="412" y="372"/>
                  </a:lnTo>
                  <a:lnTo>
                    <a:pt x="431" y="370"/>
                  </a:lnTo>
                  <a:lnTo>
                    <a:pt x="447" y="367"/>
                  </a:lnTo>
                  <a:lnTo>
                    <a:pt x="464" y="363"/>
                  </a:lnTo>
                  <a:lnTo>
                    <a:pt x="483" y="360"/>
                  </a:lnTo>
                  <a:lnTo>
                    <a:pt x="499" y="358"/>
                  </a:lnTo>
                  <a:lnTo>
                    <a:pt x="516" y="353"/>
                  </a:lnTo>
                  <a:lnTo>
                    <a:pt x="532" y="351"/>
                  </a:lnTo>
                  <a:lnTo>
                    <a:pt x="551" y="348"/>
                  </a:lnTo>
                  <a:lnTo>
                    <a:pt x="568" y="344"/>
                  </a:lnTo>
                  <a:lnTo>
                    <a:pt x="584" y="341"/>
                  </a:lnTo>
                  <a:lnTo>
                    <a:pt x="603" y="336"/>
                  </a:lnTo>
                  <a:lnTo>
                    <a:pt x="620" y="334"/>
                  </a:lnTo>
                  <a:lnTo>
                    <a:pt x="636" y="329"/>
                  </a:lnTo>
                  <a:lnTo>
                    <a:pt x="655" y="327"/>
                  </a:lnTo>
                  <a:lnTo>
                    <a:pt x="672" y="322"/>
                  </a:lnTo>
                  <a:lnTo>
                    <a:pt x="688" y="320"/>
                  </a:lnTo>
                  <a:lnTo>
                    <a:pt x="705" y="318"/>
                  </a:lnTo>
                  <a:lnTo>
                    <a:pt x="724" y="313"/>
                  </a:lnTo>
                  <a:lnTo>
                    <a:pt x="740" y="310"/>
                  </a:lnTo>
                  <a:lnTo>
                    <a:pt x="755" y="306"/>
                  </a:lnTo>
                  <a:lnTo>
                    <a:pt x="757" y="306"/>
                  </a:lnTo>
                  <a:lnTo>
                    <a:pt x="757" y="306"/>
                  </a:lnTo>
                  <a:lnTo>
                    <a:pt x="757" y="303"/>
                  </a:lnTo>
                  <a:lnTo>
                    <a:pt x="755" y="303"/>
                  </a:lnTo>
                  <a:lnTo>
                    <a:pt x="755" y="301"/>
                  </a:lnTo>
                  <a:lnTo>
                    <a:pt x="759" y="306"/>
                  </a:lnTo>
                  <a:lnTo>
                    <a:pt x="764" y="303"/>
                  </a:lnTo>
                  <a:lnTo>
                    <a:pt x="764" y="303"/>
                  </a:lnTo>
                  <a:lnTo>
                    <a:pt x="762" y="299"/>
                  </a:lnTo>
                  <a:lnTo>
                    <a:pt x="759" y="284"/>
                  </a:lnTo>
                  <a:lnTo>
                    <a:pt x="759" y="284"/>
                  </a:lnTo>
                  <a:lnTo>
                    <a:pt x="762" y="284"/>
                  </a:lnTo>
                  <a:lnTo>
                    <a:pt x="762" y="284"/>
                  </a:lnTo>
                  <a:lnTo>
                    <a:pt x="764" y="284"/>
                  </a:lnTo>
                  <a:lnTo>
                    <a:pt x="764" y="287"/>
                  </a:lnTo>
                  <a:lnTo>
                    <a:pt x="769" y="294"/>
                  </a:lnTo>
                  <a:lnTo>
                    <a:pt x="769" y="294"/>
                  </a:lnTo>
                  <a:lnTo>
                    <a:pt x="771" y="296"/>
                  </a:lnTo>
                  <a:lnTo>
                    <a:pt x="771" y="296"/>
                  </a:lnTo>
                  <a:lnTo>
                    <a:pt x="771" y="299"/>
                  </a:lnTo>
                  <a:lnTo>
                    <a:pt x="771" y="299"/>
                  </a:lnTo>
                  <a:lnTo>
                    <a:pt x="771" y="301"/>
                  </a:lnTo>
                  <a:lnTo>
                    <a:pt x="774" y="303"/>
                  </a:lnTo>
                  <a:lnTo>
                    <a:pt x="774" y="303"/>
                  </a:lnTo>
                  <a:lnTo>
                    <a:pt x="776" y="301"/>
                  </a:lnTo>
                  <a:lnTo>
                    <a:pt x="774" y="296"/>
                  </a:lnTo>
                  <a:lnTo>
                    <a:pt x="757" y="27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0" name="Freeform 11">
              <a:extLst>
                <a:ext uri="{FF2B5EF4-FFF2-40B4-BE49-F238E27FC236}">
                  <a16:creationId xmlns:a16="http://schemas.microsoft.com/office/drawing/2014/main" id="{1EFC9ED2-F4BF-4756-9B70-533B3B5F9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207" y="2575564"/>
              <a:ext cx="508852" cy="627804"/>
            </a:xfrm>
            <a:custGeom>
              <a:avLst/>
              <a:gdLst>
                <a:gd name="T0" fmla="*/ 357 w 539"/>
                <a:gd name="T1" fmla="*/ 47 h 665"/>
                <a:gd name="T2" fmla="*/ 354 w 539"/>
                <a:gd name="T3" fmla="*/ 71 h 665"/>
                <a:gd name="T4" fmla="*/ 354 w 539"/>
                <a:gd name="T5" fmla="*/ 92 h 665"/>
                <a:gd name="T6" fmla="*/ 352 w 539"/>
                <a:gd name="T7" fmla="*/ 116 h 665"/>
                <a:gd name="T8" fmla="*/ 350 w 539"/>
                <a:gd name="T9" fmla="*/ 139 h 665"/>
                <a:gd name="T10" fmla="*/ 347 w 539"/>
                <a:gd name="T11" fmla="*/ 154 h 665"/>
                <a:gd name="T12" fmla="*/ 347 w 539"/>
                <a:gd name="T13" fmla="*/ 154 h 665"/>
                <a:gd name="T14" fmla="*/ 347 w 539"/>
                <a:gd name="T15" fmla="*/ 154 h 665"/>
                <a:gd name="T16" fmla="*/ 383 w 539"/>
                <a:gd name="T17" fmla="*/ 158 h 665"/>
                <a:gd name="T18" fmla="*/ 418 w 539"/>
                <a:gd name="T19" fmla="*/ 161 h 665"/>
                <a:gd name="T20" fmla="*/ 454 w 539"/>
                <a:gd name="T21" fmla="*/ 163 h 665"/>
                <a:gd name="T22" fmla="*/ 489 w 539"/>
                <a:gd name="T23" fmla="*/ 168 h 665"/>
                <a:gd name="T24" fmla="*/ 527 w 539"/>
                <a:gd name="T25" fmla="*/ 170 h 665"/>
                <a:gd name="T26" fmla="*/ 537 w 539"/>
                <a:gd name="T27" fmla="*/ 201 h 665"/>
                <a:gd name="T28" fmla="*/ 532 w 539"/>
                <a:gd name="T29" fmla="*/ 248 h 665"/>
                <a:gd name="T30" fmla="*/ 527 w 539"/>
                <a:gd name="T31" fmla="*/ 293 h 665"/>
                <a:gd name="T32" fmla="*/ 525 w 539"/>
                <a:gd name="T33" fmla="*/ 341 h 665"/>
                <a:gd name="T34" fmla="*/ 520 w 539"/>
                <a:gd name="T35" fmla="*/ 385 h 665"/>
                <a:gd name="T36" fmla="*/ 518 w 539"/>
                <a:gd name="T37" fmla="*/ 433 h 665"/>
                <a:gd name="T38" fmla="*/ 513 w 539"/>
                <a:gd name="T39" fmla="*/ 478 h 665"/>
                <a:gd name="T40" fmla="*/ 508 w 539"/>
                <a:gd name="T41" fmla="*/ 525 h 665"/>
                <a:gd name="T42" fmla="*/ 506 w 539"/>
                <a:gd name="T43" fmla="*/ 572 h 665"/>
                <a:gd name="T44" fmla="*/ 501 w 539"/>
                <a:gd name="T45" fmla="*/ 617 h 665"/>
                <a:gd name="T46" fmla="*/ 499 w 539"/>
                <a:gd name="T47" fmla="*/ 665 h 665"/>
                <a:gd name="T48" fmla="*/ 451 w 539"/>
                <a:gd name="T49" fmla="*/ 660 h 665"/>
                <a:gd name="T50" fmla="*/ 404 w 539"/>
                <a:gd name="T51" fmla="*/ 655 h 665"/>
                <a:gd name="T52" fmla="*/ 357 w 539"/>
                <a:gd name="T53" fmla="*/ 651 h 665"/>
                <a:gd name="T54" fmla="*/ 312 w 539"/>
                <a:gd name="T55" fmla="*/ 648 h 665"/>
                <a:gd name="T56" fmla="*/ 265 w 539"/>
                <a:gd name="T57" fmla="*/ 643 h 665"/>
                <a:gd name="T58" fmla="*/ 217 w 539"/>
                <a:gd name="T59" fmla="*/ 636 h 665"/>
                <a:gd name="T60" fmla="*/ 172 w 539"/>
                <a:gd name="T61" fmla="*/ 632 h 665"/>
                <a:gd name="T62" fmla="*/ 125 w 539"/>
                <a:gd name="T63" fmla="*/ 627 h 665"/>
                <a:gd name="T64" fmla="*/ 78 w 539"/>
                <a:gd name="T65" fmla="*/ 622 h 665"/>
                <a:gd name="T66" fmla="*/ 30 w 539"/>
                <a:gd name="T67" fmla="*/ 615 h 665"/>
                <a:gd name="T68" fmla="*/ 2 w 539"/>
                <a:gd name="T69" fmla="*/ 591 h 665"/>
                <a:gd name="T70" fmla="*/ 9 w 539"/>
                <a:gd name="T71" fmla="*/ 535 h 665"/>
                <a:gd name="T72" fmla="*/ 19 w 539"/>
                <a:gd name="T73" fmla="*/ 478 h 665"/>
                <a:gd name="T74" fmla="*/ 26 w 539"/>
                <a:gd name="T75" fmla="*/ 419 h 665"/>
                <a:gd name="T76" fmla="*/ 33 w 539"/>
                <a:gd name="T77" fmla="*/ 362 h 665"/>
                <a:gd name="T78" fmla="*/ 40 w 539"/>
                <a:gd name="T79" fmla="*/ 305 h 665"/>
                <a:gd name="T80" fmla="*/ 47 w 539"/>
                <a:gd name="T81" fmla="*/ 248 h 665"/>
                <a:gd name="T82" fmla="*/ 54 w 539"/>
                <a:gd name="T83" fmla="*/ 189 h 665"/>
                <a:gd name="T84" fmla="*/ 61 w 539"/>
                <a:gd name="T85" fmla="*/ 132 h 665"/>
                <a:gd name="T86" fmla="*/ 68 w 539"/>
                <a:gd name="T87" fmla="*/ 75 h 665"/>
                <a:gd name="T88" fmla="*/ 75 w 539"/>
                <a:gd name="T89" fmla="*/ 19 h 665"/>
                <a:gd name="T90" fmla="*/ 113 w 539"/>
                <a:gd name="T91" fmla="*/ 4 h 665"/>
                <a:gd name="T92" fmla="*/ 165 w 539"/>
                <a:gd name="T93" fmla="*/ 12 h 665"/>
                <a:gd name="T94" fmla="*/ 220 w 539"/>
                <a:gd name="T95" fmla="*/ 16 h 665"/>
                <a:gd name="T96" fmla="*/ 272 w 539"/>
                <a:gd name="T97" fmla="*/ 23 h 665"/>
                <a:gd name="T98" fmla="*/ 324 w 539"/>
                <a:gd name="T99" fmla="*/ 28 h 665"/>
                <a:gd name="T100" fmla="*/ 359 w 539"/>
                <a:gd name="T101" fmla="*/ 3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9" h="665">
                  <a:moveTo>
                    <a:pt x="359" y="33"/>
                  </a:moveTo>
                  <a:lnTo>
                    <a:pt x="359" y="40"/>
                  </a:lnTo>
                  <a:lnTo>
                    <a:pt x="357" y="47"/>
                  </a:lnTo>
                  <a:lnTo>
                    <a:pt x="357" y="54"/>
                  </a:lnTo>
                  <a:lnTo>
                    <a:pt x="357" y="61"/>
                  </a:lnTo>
                  <a:lnTo>
                    <a:pt x="354" y="71"/>
                  </a:lnTo>
                  <a:lnTo>
                    <a:pt x="354" y="78"/>
                  </a:lnTo>
                  <a:lnTo>
                    <a:pt x="354" y="85"/>
                  </a:lnTo>
                  <a:lnTo>
                    <a:pt x="354" y="92"/>
                  </a:lnTo>
                  <a:lnTo>
                    <a:pt x="352" y="101"/>
                  </a:lnTo>
                  <a:lnTo>
                    <a:pt x="352" y="109"/>
                  </a:lnTo>
                  <a:lnTo>
                    <a:pt x="352" y="116"/>
                  </a:lnTo>
                  <a:lnTo>
                    <a:pt x="350" y="123"/>
                  </a:lnTo>
                  <a:lnTo>
                    <a:pt x="350" y="130"/>
                  </a:lnTo>
                  <a:lnTo>
                    <a:pt x="350" y="139"/>
                  </a:lnTo>
                  <a:lnTo>
                    <a:pt x="347" y="146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59" y="156"/>
                  </a:lnTo>
                  <a:lnTo>
                    <a:pt x="371" y="156"/>
                  </a:lnTo>
                  <a:lnTo>
                    <a:pt x="383" y="158"/>
                  </a:lnTo>
                  <a:lnTo>
                    <a:pt x="395" y="158"/>
                  </a:lnTo>
                  <a:lnTo>
                    <a:pt x="406" y="161"/>
                  </a:lnTo>
                  <a:lnTo>
                    <a:pt x="418" y="161"/>
                  </a:lnTo>
                  <a:lnTo>
                    <a:pt x="430" y="163"/>
                  </a:lnTo>
                  <a:lnTo>
                    <a:pt x="442" y="163"/>
                  </a:lnTo>
                  <a:lnTo>
                    <a:pt x="454" y="163"/>
                  </a:lnTo>
                  <a:lnTo>
                    <a:pt x="466" y="165"/>
                  </a:lnTo>
                  <a:lnTo>
                    <a:pt x="477" y="165"/>
                  </a:lnTo>
                  <a:lnTo>
                    <a:pt x="489" y="168"/>
                  </a:lnTo>
                  <a:lnTo>
                    <a:pt x="503" y="168"/>
                  </a:lnTo>
                  <a:lnTo>
                    <a:pt x="515" y="170"/>
                  </a:lnTo>
                  <a:lnTo>
                    <a:pt x="527" y="170"/>
                  </a:lnTo>
                  <a:lnTo>
                    <a:pt x="539" y="172"/>
                  </a:lnTo>
                  <a:lnTo>
                    <a:pt x="537" y="187"/>
                  </a:lnTo>
                  <a:lnTo>
                    <a:pt x="537" y="201"/>
                  </a:lnTo>
                  <a:lnTo>
                    <a:pt x="534" y="217"/>
                  </a:lnTo>
                  <a:lnTo>
                    <a:pt x="534" y="232"/>
                  </a:lnTo>
                  <a:lnTo>
                    <a:pt x="532" y="248"/>
                  </a:lnTo>
                  <a:lnTo>
                    <a:pt x="529" y="262"/>
                  </a:lnTo>
                  <a:lnTo>
                    <a:pt x="529" y="279"/>
                  </a:lnTo>
                  <a:lnTo>
                    <a:pt x="527" y="293"/>
                  </a:lnTo>
                  <a:lnTo>
                    <a:pt x="527" y="310"/>
                  </a:lnTo>
                  <a:lnTo>
                    <a:pt x="525" y="324"/>
                  </a:lnTo>
                  <a:lnTo>
                    <a:pt x="525" y="341"/>
                  </a:lnTo>
                  <a:lnTo>
                    <a:pt x="522" y="355"/>
                  </a:lnTo>
                  <a:lnTo>
                    <a:pt x="522" y="371"/>
                  </a:lnTo>
                  <a:lnTo>
                    <a:pt x="520" y="385"/>
                  </a:lnTo>
                  <a:lnTo>
                    <a:pt x="520" y="402"/>
                  </a:lnTo>
                  <a:lnTo>
                    <a:pt x="518" y="416"/>
                  </a:lnTo>
                  <a:lnTo>
                    <a:pt x="518" y="433"/>
                  </a:lnTo>
                  <a:lnTo>
                    <a:pt x="515" y="447"/>
                  </a:lnTo>
                  <a:lnTo>
                    <a:pt x="515" y="464"/>
                  </a:lnTo>
                  <a:lnTo>
                    <a:pt x="513" y="478"/>
                  </a:lnTo>
                  <a:lnTo>
                    <a:pt x="511" y="494"/>
                  </a:lnTo>
                  <a:lnTo>
                    <a:pt x="511" y="509"/>
                  </a:lnTo>
                  <a:lnTo>
                    <a:pt x="508" y="525"/>
                  </a:lnTo>
                  <a:lnTo>
                    <a:pt x="508" y="542"/>
                  </a:lnTo>
                  <a:lnTo>
                    <a:pt x="506" y="556"/>
                  </a:lnTo>
                  <a:lnTo>
                    <a:pt x="506" y="572"/>
                  </a:lnTo>
                  <a:lnTo>
                    <a:pt x="503" y="587"/>
                  </a:lnTo>
                  <a:lnTo>
                    <a:pt x="503" y="603"/>
                  </a:lnTo>
                  <a:lnTo>
                    <a:pt x="501" y="617"/>
                  </a:lnTo>
                  <a:lnTo>
                    <a:pt x="501" y="634"/>
                  </a:lnTo>
                  <a:lnTo>
                    <a:pt x="499" y="648"/>
                  </a:lnTo>
                  <a:lnTo>
                    <a:pt x="499" y="665"/>
                  </a:lnTo>
                  <a:lnTo>
                    <a:pt x="482" y="662"/>
                  </a:lnTo>
                  <a:lnTo>
                    <a:pt x="466" y="662"/>
                  </a:lnTo>
                  <a:lnTo>
                    <a:pt x="451" y="660"/>
                  </a:lnTo>
                  <a:lnTo>
                    <a:pt x="435" y="658"/>
                  </a:lnTo>
                  <a:lnTo>
                    <a:pt x="421" y="658"/>
                  </a:lnTo>
                  <a:lnTo>
                    <a:pt x="404" y="655"/>
                  </a:lnTo>
                  <a:lnTo>
                    <a:pt x="390" y="655"/>
                  </a:lnTo>
                  <a:lnTo>
                    <a:pt x="373" y="653"/>
                  </a:lnTo>
                  <a:lnTo>
                    <a:pt x="357" y="651"/>
                  </a:lnTo>
                  <a:lnTo>
                    <a:pt x="343" y="651"/>
                  </a:lnTo>
                  <a:lnTo>
                    <a:pt x="326" y="648"/>
                  </a:lnTo>
                  <a:lnTo>
                    <a:pt x="312" y="648"/>
                  </a:lnTo>
                  <a:lnTo>
                    <a:pt x="295" y="646"/>
                  </a:lnTo>
                  <a:lnTo>
                    <a:pt x="279" y="643"/>
                  </a:lnTo>
                  <a:lnTo>
                    <a:pt x="265" y="643"/>
                  </a:lnTo>
                  <a:lnTo>
                    <a:pt x="248" y="641"/>
                  </a:lnTo>
                  <a:lnTo>
                    <a:pt x="234" y="639"/>
                  </a:lnTo>
                  <a:lnTo>
                    <a:pt x="217" y="636"/>
                  </a:lnTo>
                  <a:lnTo>
                    <a:pt x="203" y="636"/>
                  </a:lnTo>
                  <a:lnTo>
                    <a:pt x="187" y="634"/>
                  </a:lnTo>
                  <a:lnTo>
                    <a:pt x="172" y="632"/>
                  </a:lnTo>
                  <a:lnTo>
                    <a:pt x="156" y="632"/>
                  </a:lnTo>
                  <a:lnTo>
                    <a:pt x="139" y="629"/>
                  </a:lnTo>
                  <a:lnTo>
                    <a:pt x="125" y="627"/>
                  </a:lnTo>
                  <a:lnTo>
                    <a:pt x="108" y="625"/>
                  </a:lnTo>
                  <a:lnTo>
                    <a:pt x="94" y="622"/>
                  </a:lnTo>
                  <a:lnTo>
                    <a:pt x="78" y="622"/>
                  </a:lnTo>
                  <a:lnTo>
                    <a:pt x="64" y="620"/>
                  </a:lnTo>
                  <a:lnTo>
                    <a:pt x="47" y="617"/>
                  </a:lnTo>
                  <a:lnTo>
                    <a:pt x="30" y="615"/>
                  </a:lnTo>
                  <a:lnTo>
                    <a:pt x="16" y="613"/>
                  </a:lnTo>
                  <a:lnTo>
                    <a:pt x="0" y="613"/>
                  </a:lnTo>
                  <a:lnTo>
                    <a:pt x="2" y="591"/>
                  </a:lnTo>
                  <a:lnTo>
                    <a:pt x="4" y="572"/>
                  </a:lnTo>
                  <a:lnTo>
                    <a:pt x="7" y="554"/>
                  </a:lnTo>
                  <a:lnTo>
                    <a:pt x="9" y="535"/>
                  </a:lnTo>
                  <a:lnTo>
                    <a:pt x="14" y="516"/>
                  </a:lnTo>
                  <a:lnTo>
                    <a:pt x="16" y="497"/>
                  </a:lnTo>
                  <a:lnTo>
                    <a:pt x="19" y="478"/>
                  </a:lnTo>
                  <a:lnTo>
                    <a:pt x="21" y="459"/>
                  </a:lnTo>
                  <a:lnTo>
                    <a:pt x="23" y="440"/>
                  </a:lnTo>
                  <a:lnTo>
                    <a:pt x="26" y="419"/>
                  </a:lnTo>
                  <a:lnTo>
                    <a:pt x="28" y="400"/>
                  </a:lnTo>
                  <a:lnTo>
                    <a:pt x="30" y="381"/>
                  </a:lnTo>
                  <a:lnTo>
                    <a:pt x="33" y="362"/>
                  </a:lnTo>
                  <a:lnTo>
                    <a:pt x="35" y="343"/>
                  </a:lnTo>
                  <a:lnTo>
                    <a:pt x="37" y="324"/>
                  </a:lnTo>
                  <a:lnTo>
                    <a:pt x="40" y="305"/>
                  </a:lnTo>
                  <a:lnTo>
                    <a:pt x="42" y="286"/>
                  </a:lnTo>
                  <a:lnTo>
                    <a:pt x="45" y="267"/>
                  </a:lnTo>
                  <a:lnTo>
                    <a:pt x="47" y="248"/>
                  </a:lnTo>
                  <a:lnTo>
                    <a:pt x="49" y="229"/>
                  </a:lnTo>
                  <a:lnTo>
                    <a:pt x="52" y="210"/>
                  </a:lnTo>
                  <a:lnTo>
                    <a:pt x="54" y="189"/>
                  </a:lnTo>
                  <a:lnTo>
                    <a:pt x="56" y="170"/>
                  </a:lnTo>
                  <a:lnTo>
                    <a:pt x="59" y="151"/>
                  </a:lnTo>
                  <a:lnTo>
                    <a:pt x="61" y="132"/>
                  </a:lnTo>
                  <a:lnTo>
                    <a:pt x="64" y="113"/>
                  </a:lnTo>
                  <a:lnTo>
                    <a:pt x="66" y="94"/>
                  </a:lnTo>
                  <a:lnTo>
                    <a:pt x="68" y="75"/>
                  </a:lnTo>
                  <a:lnTo>
                    <a:pt x="71" y="56"/>
                  </a:lnTo>
                  <a:lnTo>
                    <a:pt x="73" y="38"/>
                  </a:lnTo>
                  <a:lnTo>
                    <a:pt x="75" y="19"/>
                  </a:lnTo>
                  <a:lnTo>
                    <a:pt x="78" y="0"/>
                  </a:lnTo>
                  <a:lnTo>
                    <a:pt x="97" y="2"/>
                  </a:lnTo>
                  <a:lnTo>
                    <a:pt x="113" y="4"/>
                  </a:lnTo>
                  <a:lnTo>
                    <a:pt x="130" y="7"/>
                  </a:lnTo>
                  <a:lnTo>
                    <a:pt x="149" y="9"/>
                  </a:lnTo>
                  <a:lnTo>
                    <a:pt x="165" y="12"/>
                  </a:lnTo>
                  <a:lnTo>
                    <a:pt x="184" y="14"/>
                  </a:lnTo>
                  <a:lnTo>
                    <a:pt x="201" y="14"/>
                  </a:lnTo>
                  <a:lnTo>
                    <a:pt x="220" y="16"/>
                  </a:lnTo>
                  <a:lnTo>
                    <a:pt x="236" y="19"/>
                  </a:lnTo>
                  <a:lnTo>
                    <a:pt x="253" y="21"/>
                  </a:lnTo>
                  <a:lnTo>
                    <a:pt x="272" y="23"/>
                  </a:lnTo>
                  <a:lnTo>
                    <a:pt x="288" y="26"/>
                  </a:lnTo>
                  <a:lnTo>
                    <a:pt x="307" y="26"/>
                  </a:lnTo>
                  <a:lnTo>
                    <a:pt x="324" y="28"/>
                  </a:lnTo>
                  <a:lnTo>
                    <a:pt x="343" y="30"/>
                  </a:lnTo>
                  <a:lnTo>
                    <a:pt x="359" y="33"/>
                  </a:lnTo>
                  <a:lnTo>
                    <a:pt x="359" y="3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1" name="Freeform 12">
              <a:extLst>
                <a:ext uri="{FF2B5EF4-FFF2-40B4-BE49-F238E27FC236}">
                  <a16:creationId xmlns:a16="http://schemas.microsoft.com/office/drawing/2014/main" id="{59447363-8AF5-447F-8A0D-307D1DF3DB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65222" y="3292111"/>
              <a:ext cx="1319805" cy="1253720"/>
            </a:xfrm>
            <a:custGeom>
              <a:avLst/>
              <a:gdLst>
                <a:gd name="T0" fmla="*/ 996 w 1398"/>
                <a:gd name="T1" fmla="*/ 1174 h 1328"/>
                <a:gd name="T2" fmla="*/ 1006 w 1398"/>
                <a:gd name="T3" fmla="*/ 1118 h 1328"/>
                <a:gd name="T4" fmla="*/ 1034 w 1398"/>
                <a:gd name="T5" fmla="*/ 1075 h 1328"/>
                <a:gd name="T6" fmla="*/ 1058 w 1398"/>
                <a:gd name="T7" fmla="*/ 1042 h 1328"/>
                <a:gd name="T8" fmla="*/ 1119 w 1398"/>
                <a:gd name="T9" fmla="*/ 997 h 1328"/>
                <a:gd name="T10" fmla="*/ 1275 w 1398"/>
                <a:gd name="T11" fmla="*/ 883 h 1328"/>
                <a:gd name="T12" fmla="*/ 1379 w 1398"/>
                <a:gd name="T13" fmla="*/ 625 h 1328"/>
                <a:gd name="T14" fmla="*/ 1361 w 1398"/>
                <a:gd name="T15" fmla="*/ 597 h 1328"/>
                <a:gd name="T16" fmla="*/ 1337 w 1398"/>
                <a:gd name="T17" fmla="*/ 550 h 1328"/>
                <a:gd name="T18" fmla="*/ 1290 w 1398"/>
                <a:gd name="T19" fmla="*/ 353 h 1328"/>
                <a:gd name="T20" fmla="*/ 1230 w 1398"/>
                <a:gd name="T21" fmla="*/ 325 h 1328"/>
                <a:gd name="T22" fmla="*/ 1178 w 1398"/>
                <a:gd name="T23" fmla="*/ 322 h 1328"/>
                <a:gd name="T24" fmla="*/ 1141 w 1398"/>
                <a:gd name="T25" fmla="*/ 325 h 1328"/>
                <a:gd name="T26" fmla="*/ 1070 w 1398"/>
                <a:gd name="T27" fmla="*/ 337 h 1328"/>
                <a:gd name="T28" fmla="*/ 1034 w 1398"/>
                <a:gd name="T29" fmla="*/ 327 h 1328"/>
                <a:gd name="T30" fmla="*/ 996 w 1398"/>
                <a:gd name="T31" fmla="*/ 339 h 1328"/>
                <a:gd name="T32" fmla="*/ 956 w 1398"/>
                <a:gd name="T33" fmla="*/ 318 h 1328"/>
                <a:gd name="T34" fmla="*/ 869 w 1398"/>
                <a:gd name="T35" fmla="*/ 303 h 1328"/>
                <a:gd name="T36" fmla="*/ 779 w 1398"/>
                <a:gd name="T37" fmla="*/ 263 h 1328"/>
                <a:gd name="T38" fmla="*/ 705 w 1398"/>
                <a:gd name="T39" fmla="*/ 180 h 1328"/>
                <a:gd name="T40" fmla="*/ 395 w 1398"/>
                <a:gd name="T41" fmla="*/ 93 h 1328"/>
                <a:gd name="T42" fmla="*/ 147 w 1398"/>
                <a:gd name="T43" fmla="*/ 552 h 1328"/>
                <a:gd name="T44" fmla="*/ 50 w 1398"/>
                <a:gd name="T45" fmla="*/ 616 h 1328"/>
                <a:gd name="T46" fmla="*/ 142 w 1398"/>
                <a:gd name="T47" fmla="*/ 699 h 1328"/>
                <a:gd name="T48" fmla="*/ 180 w 1398"/>
                <a:gd name="T49" fmla="*/ 734 h 1328"/>
                <a:gd name="T50" fmla="*/ 199 w 1398"/>
                <a:gd name="T51" fmla="*/ 800 h 1328"/>
                <a:gd name="T52" fmla="*/ 249 w 1398"/>
                <a:gd name="T53" fmla="*/ 869 h 1328"/>
                <a:gd name="T54" fmla="*/ 346 w 1398"/>
                <a:gd name="T55" fmla="*/ 931 h 1328"/>
                <a:gd name="T56" fmla="*/ 393 w 1398"/>
                <a:gd name="T57" fmla="*/ 890 h 1328"/>
                <a:gd name="T58" fmla="*/ 414 w 1398"/>
                <a:gd name="T59" fmla="*/ 843 h 1328"/>
                <a:gd name="T60" fmla="*/ 474 w 1398"/>
                <a:gd name="T61" fmla="*/ 836 h 1328"/>
                <a:gd name="T62" fmla="*/ 547 w 1398"/>
                <a:gd name="T63" fmla="*/ 838 h 1328"/>
                <a:gd name="T64" fmla="*/ 594 w 1398"/>
                <a:gd name="T65" fmla="*/ 881 h 1328"/>
                <a:gd name="T66" fmla="*/ 641 w 1398"/>
                <a:gd name="T67" fmla="*/ 954 h 1328"/>
                <a:gd name="T68" fmla="*/ 675 w 1398"/>
                <a:gd name="T69" fmla="*/ 1025 h 1328"/>
                <a:gd name="T70" fmla="*/ 717 w 1398"/>
                <a:gd name="T71" fmla="*/ 1080 h 1328"/>
                <a:gd name="T72" fmla="*/ 760 w 1398"/>
                <a:gd name="T73" fmla="*/ 1115 h 1328"/>
                <a:gd name="T74" fmla="*/ 767 w 1398"/>
                <a:gd name="T75" fmla="*/ 1174 h 1328"/>
                <a:gd name="T76" fmla="*/ 809 w 1398"/>
                <a:gd name="T77" fmla="*/ 1262 h 1328"/>
                <a:gd name="T78" fmla="*/ 857 w 1398"/>
                <a:gd name="T79" fmla="*/ 1281 h 1328"/>
                <a:gd name="T80" fmla="*/ 970 w 1398"/>
                <a:gd name="T81" fmla="*/ 1307 h 1328"/>
                <a:gd name="T82" fmla="*/ 1013 w 1398"/>
                <a:gd name="T83" fmla="*/ 1314 h 1328"/>
                <a:gd name="T84" fmla="*/ 1010 w 1398"/>
                <a:gd name="T85" fmla="*/ 1295 h 1328"/>
                <a:gd name="T86" fmla="*/ 994 w 1398"/>
                <a:gd name="T87" fmla="*/ 1257 h 1328"/>
                <a:gd name="T88" fmla="*/ 977 w 1398"/>
                <a:gd name="T89" fmla="*/ 1191 h 1328"/>
                <a:gd name="T90" fmla="*/ 956 w 1398"/>
                <a:gd name="T91" fmla="*/ 1151 h 1328"/>
                <a:gd name="T92" fmla="*/ 980 w 1398"/>
                <a:gd name="T93" fmla="*/ 1141 h 1328"/>
                <a:gd name="T94" fmla="*/ 1006 w 1398"/>
                <a:gd name="T95" fmla="*/ 1106 h 1328"/>
                <a:gd name="T96" fmla="*/ 999 w 1398"/>
                <a:gd name="T97" fmla="*/ 1075 h 1328"/>
                <a:gd name="T98" fmla="*/ 1025 w 1398"/>
                <a:gd name="T99" fmla="*/ 1051 h 1328"/>
                <a:gd name="T100" fmla="*/ 1039 w 1398"/>
                <a:gd name="T101" fmla="*/ 1042 h 1328"/>
                <a:gd name="T102" fmla="*/ 1058 w 1398"/>
                <a:gd name="T103" fmla="*/ 1002 h 1328"/>
                <a:gd name="T104" fmla="*/ 1091 w 1398"/>
                <a:gd name="T105" fmla="*/ 995 h 1328"/>
                <a:gd name="T106" fmla="*/ 1086 w 1398"/>
                <a:gd name="T107" fmla="*/ 978 h 1328"/>
                <a:gd name="T108" fmla="*/ 1098 w 1398"/>
                <a:gd name="T109" fmla="*/ 966 h 1328"/>
                <a:gd name="T110" fmla="*/ 1122 w 1398"/>
                <a:gd name="T111" fmla="*/ 983 h 1328"/>
                <a:gd name="T112" fmla="*/ 1167 w 1398"/>
                <a:gd name="T113" fmla="*/ 964 h 1328"/>
                <a:gd name="T114" fmla="*/ 1254 w 1398"/>
                <a:gd name="T115" fmla="*/ 886 h 1328"/>
                <a:gd name="T116" fmla="*/ 1247 w 1398"/>
                <a:gd name="T117" fmla="*/ 855 h 1328"/>
                <a:gd name="T118" fmla="*/ 1275 w 1398"/>
                <a:gd name="T119" fmla="*/ 850 h 1328"/>
                <a:gd name="T120" fmla="*/ 1287 w 1398"/>
                <a:gd name="T121" fmla="*/ 869 h 1328"/>
                <a:gd name="T122" fmla="*/ 1382 w 1398"/>
                <a:gd name="T123" fmla="*/ 760 h 1328"/>
                <a:gd name="T124" fmla="*/ 1396 w 1398"/>
                <a:gd name="T125" fmla="*/ 677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98" h="1328">
                  <a:moveTo>
                    <a:pt x="1001" y="1222"/>
                  </a:moveTo>
                  <a:lnTo>
                    <a:pt x="1003" y="1226"/>
                  </a:lnTo>
                  <a:lnTo>
                    <a:pt x="1003" y="1229"/>
                  </a:lnTo>
                  <a:lnTo>
                    <a:pt x="1006" y="1231"/>
                  </a:lnTo>
                  <a:lnTo>
                    <a:pt x="1006" y="1234"/>
                  </a:lnTo>
                  <a:lnTo>
                    <a:pt x="1008" y="1241"/>
                  </a:lnTo>
                  <a:lnTo>
                    <a:pt x="1008" y="1243"/>
                  </a:lnTo>
                  <a:lnTo>
                    <a:pt x="1013" y="1248"/>
                  </a:lnTo>
                  <a:lnTo>
                    <a:pt x="1013" y="1250"/>
                  </a:lnTo>
                  <a:lnTo>
                    <a:pt x="1015" y="1260"/>
                  </a:lnTo>
                  <a:lnTo>
                    <a:pt x="1015" y="1262"/>
                  </a:lnTo>
                  <a:lnTo>
                    <a:pt x="1018" y="1267"/>
                  </a:lnTo>
                  <a:lnTo>
                    <a:pt x="1018" y="1269"/>
                  </a:lnTo>
                  <a:lnTo>
                    <a:pt x="1020" y="1293"/>
                  </a:lnTo>
                  <a:lnTo>
                    <a:pt x="1022" y="1295"/>
                  </a:lnTo>
                  <a:lnTo>
                    <a:pt x="1022" y="1295"/>
                  </a:lnTo>
                  <a:lnTo>
                    <a:pt x="1025" y="1295"/>
                  </a:lnTo>
                  <a:lnTo>
                    <a:pt x="1025" y="1293"/>
                  </a:lnTo>
                  <a:lnTo>
                    <a:pt x="1022" y="1286"/>
                  </a:lnTo>
                  <a:lnTo>
                    <a:pt x="1020" y="1281"/>
                  </a:lnTo>
                  <a:lnTo>
                    <a:pt x="1020" y="1279"/>
                  </a:lnTo>
                  <a:lnTo>
                    <a:pt x="1020" y="1274"/>
                  </a:lnTo>
                  <a:lnTo>
                    <a:pt x="1020" y="1271"/>
                  </a:lnTo>
                  <a:lnTo>
                    <a:pt x="1018" y="1267"/>
                  </a:lnTo>
                  <a:lnTo>
                    <a:pt x="1018" y="1260"/>
                  </a:lnTo>
                  <a:lnTo>
                    <a:pt x="1015" y="1255"/>
                  </a:lnTo>
                  <a:lnTo>
                    <a:pt x="1015" y="1255"/>
                  </a:lnTo>
                  <a:lnTo>
                    <a:pt x="1015" y="1252"/>
                  </a:lnTo>
                  <a:lnTo>
                    <a:pt x="1003" y="1215"/>
                  </a:lnTo>
                  <a:lnTo>
                    <a:pt x="999" y="1193"/>
                  </a:lnTo>
                  <a:lnTo>
                    <a:pt x="996" y="1160"/>
                  </a:lnTo>
                  <a:lnTo>
                    <a:pt x="996" y="1158"/>
                  </a:lnTo>
                  <a:lnTo>
                    <a:pt x="996" y="1160"/>
                  </a:lnTo>
                  <a:lnTo>
                    <a:pt x="996" y="1167"/>
                  </a:lnTo>
                  <a:lnTo>
                    <a:pt x="994" y="1170"/>
                  </a:lnTo>
                  <a:lnTo>
                    <a:pt x="996" y="1172"/>
                  </a:lnTo>
                  <a:lnTo>
                    <a:pt x="996" y="1174"/>
                  </a:lnTo>
                  <a:lnTo>
                    <a:pt x="994" y="1179"/>
                  </a:lnTo>
                  <a:lnTo>
                    <a:pt x="994" y="1181"/>
                  </a:lnTo>
                  <a:lnTo>
                    <a:pt x="996" y="1184"/>
                  </a:lnTo>
                  <a:lnTo>
                    <a:pt x="996" y="1196"/>
                  </a:lnTo>
                  <a:lnTo>
                    <a:pt x="996" y="1200"/>
                  </a:lnTo>
                  <a:lnTo>
                    <a:pt x="996" y="1205"/>
                  </a:lnTo>
                  <a:lnTo>
                    <a:pt x="999" y="1210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5"/>
                  </a:lnTo>
                  <a:lnTo>
                    <a:pt x="999" y="1215"/>
                  </a:lnTo>
                  <a:lnTo>
                    <a:pt x="999" y="1215"/>
                  </a:lnTo>
                  <a:lnTo>
                    <a:pt x="999" y="1215"/>
                  </a:lnTo>
                  <a:lnTo>
                    <a:pt x="1001" y="1217"/>
                  </a:lnTo>
                  <a:lnTo>
                    <a:pt x="1001" y="1217"/>
                  </a:lnTo>
                  <a:lnTo>
                    <a:pt x="1001" y="1217"/>
                  </a:lnTo>
                  <a:lnTo>
                    <a:pt x="1001" y="1219"/>
                  </a:lnTo>
                  <a:lnTo>
                    <a:pt x="1001" y="1222"/>
                  </a:lnTo>
                  <a:close/>
                  <a:moveTo>
                    <a:pt x="1029" y="1080"/>
                  </a:moveTo>
                  <a:lnTo>
                    <a:pt x="1029" y="1082"/>
                  </a:lnTo>
                  <a:lnTo>
                    <a:pt x="1029" y="1084"/>
                  </a:lnTo>
                  <a:lnTo>
                    <a:pt x="1025" y="1087"/>
                  </a:lnTo>
                  <a:lnTo>
                    <a:pt x="1020" y="1092"/>
                  </a:lnTo>
                  <a:lnTo>
                    <a:pt x="1015" y="1106"/>
                  </a:lnTo>
                  <a:lnTo>
                    <a:pt x="1015" y="1106"/>
                  </a:lnTo>
                  <a:lnTo>
                    <a:pt x="1013" y="1103"/>
                  </a:lnTo>
                  <a:lnTo>
                    <a:pt x="1013" y="1103"/>
                  </a:lnTo>
                  <a:lnTo>
                    <a:pt x="1010" y="1101"/>
                  </a:lnTo>
                  <a:lnTo>
                    <a:pt x="1010" y="1103"/>
                  </a:lnTo>
                  <a:lnTo>
                    <a:pt x="1010" y="1106"/>
                  </a:lnTo>
                  <a:lnTo>
                    <a:pt x="1010" y="1106"/>
                  </a:lnTo>
                  <a:lnTo>
                    <a:pt x="1008" y="1108"/>
                  </a:lnTo>
                  <a:lnTo>
                    <a:pt x="1010" y="1110"/>
                  </a:lnTo>
                  <a:lnTo>
                    <a:pt x="1008" y="1113"/>
                  </a:lnTo>
                  <a:lnTo>
                    <a:pt x="1006" y="1118"/>
                  </a:lnTo>
                  <a:lnTo>
                    <a:pt x="1003" y="1120"/>
                  </a:lnTo>
                  <a:lnTo>
                    <a:pt x="1003" y="1120"/>
                  </a:lnTo>
                  <a:lnTo>
                    <a:pt x="1001" y="1125"/>
                  </a:lnTo>
                  <a:lnTo>
                    <a:pt x="1001" y="1127"/>
                  </a:lnTo>
                  <a:lnTo>
                    <a:pt x="1001" y="1132"/>
                  </a:lnTo>
                  <a:lnTo>
                    <a:pt x="996" y="1141"/>
                  </a:lnTo>
                  <a:lnTo>
                    <a:pt x="996" y="1153"/>
                  </a:lnTo>
                  <a:lnTo>
                    <a:pt x="996" y="1155"/>
                  </a:lnTo>
                  <a:lnTo>
                    <a:pt x="996" y="1155"/>
                  </a:lnTo>
                  <a:lnTo>
                    <a:pt x="996" y="1155"/>
                  </a:lnTo>
                  <a:lnTo>
                    <a:pt x="999" y="1153"/>
                  </a:lnTo>
                  <a:lnTo>
                    <a:pt x="999" y="1151"/>
                  </a:lnTo>
                  <a:lnTo>
                    <a:pt x="1001" y="1139"/>
                  </a:lnTo>
                  <a:lnTo>
                    <a:pt x="1008" y="1122"/>
                  </a:lnTo>
                  <a:lnTo>
                    <a:pt x="1018" y="1101"/>
                  </a:lnTo>
                  <a:lnTo>
                    <a:pt x="1032" y="1080"/>
                  </a:lnTo>
                  <a:lnTo>
                    <a:pt x="1032" y="1080"/>
                  </a:lnTo>
                  <a:lnTo>
                    <a:pt x="1032" y="1077"/>
                  </a:lnTo>
                  <a:lnTo>
                    <a:pt x="1029" y="1080"/>
                  </a:lnTo>
                  <a:close/>
                  <a:moveTo>
                    <a:pt x="1053" y="1042"/>
                  </a:moveTo>
                  <a:lnTo>
                    <a:pt x="1051" y="1042"/>
                  </a:lnTo>
                  <a:lnTo>
                    <a:pt x="1048" y="1042"/>
                  </a:lnTo>
                  <a:lnTo>
                    <a:pt x="1048" y="1044"/>
                  </a:lnTo>
                  <a:lnTo>
                    <a:pt x="1048" y="1044"/>
                  </a:lnTo>
                  <a:lnTo>
                    <a:pt x="1048" y="1047"/>
                  </a:lnTo>
                  <a:lnTo>
                    <a:pt x="1046" y="1047"/>
                  </a:lnTo>
                  <a:lnTo>
                    <a:pt x="1039" y="1058"/>
                  </a:lnTo>
                  <a:lnTo>
                    <a:pt x="1039" y="1058"/>
                  </a:lnTo>
                  <a:lnTo>
                    <a:pt x="1041" y="1058"/>
                  </a:lnTo>
                  <a:lnTo>
                    <a:pt x="1041" y="1058"/>
                  </a:lnTo>
                  <a:lnTo>
                    <a:pt x="1041" y="1061"/>
                  </a:lnTo>
                  <a:lnTo>
                    <a:pt x="1041" y="1061"/>
                  </a:lnTo>
                  <a:lnTo>
                    <a:pt x="1036" y="1066"/>
                  </a:lnTo>
                  <a:lnTo>
                    <a:pt x="1034" y="1070"/>
                  </a:lnTo>
                  <a:lnTo>
                    <a:pt x="1032" y="1075"/>
                  </a:lnTo>
                  <a:lnTo>
                    <a:pt x="1034" y="1077"/>
                  </a:lnTo>
                  <a:lnTo>
                    <a:pt x="1034" y="1075"/>
                  </a:lnTo>
                  <a:lnTo>
                    <a:pt x="1036" y="1073"/>
                  </a:lnTo>
                  <a:lnTo>
                    <a:pt x="1039" y="1068"/>
                  </a:lnTo>
                  <a:lnTo>
                    <a:pt x="1044" y="1061"/>
                  </a:lnTo>
                  <a:lnTo>
                    <a:pt x="1053" y="1049"/>
                  </a:lnTo>
                  <a:lnTo>
                    <a:pt x="1053" y="1049"/>
                  </a:lnTo>
                  <a:lnTo>
                    <a:pt x="1053" y="1047"/>
                  </a:lnTo>
                  <a:lnTo>
                    <a:pt x="1053" y="1044"/>
                  </a:lnTo>
                  <a:lnTo>
                    <a:pt x="1053" y="1044"/>
                  </a:lnTo>
                  <a:lnTo>
                    <a:pt x="1053" y="1042"/>
                  </a:lnTo>
                  <a:close/>
                  <a:moveTo>
                    <a:pt x="1100" y="1009"/>
                  </a:moveTo>
                  <a:lnTo>
                    <a:pt x="1100" y="1009"/>
                  </a:lnTo>
                  <a:lnTo>
                    <a:pt x="1098" y="1009"/>
                  </a:lnTo>
                  <a:lnTo>
                    <a:pt x="1098" y="1009"/>
                  </a:lnTo>
                  <a:lnTo>
                    <a:pt x="1098" y="1009"/>
                  </a:lnTo>
                  <a:lnTo>
                    <a:pt x="1098" y="1011"/>
                  </a:lnTo>
                  <a:lnTo>
                    <a:pt x="1098" y="1013"/>
                  </a:lnTo>
                  <a:lnTo>
                    <a:pt x="1096" y="1013"/>
                  </a:lnTo>
                  <a:lnTo>
                    <a:pt x="1096" y="1016"/>
                  </a:lnTo>
                  <a:lnTo>
                    <a:pt x="1091" y="1016"/>
                  </a:lnTo>
                  <a:lnTo>
                    <a:pt x="1088" y="1016"/>
                  </a:lnTo>
                  <a:lnTo>
                    <a:pt x="1088" y="1016"/>
                  </a:lnTo>
                  <a:lnTo>
                    <a:pt x="1086" y="1018"/>
                  </a:lnTo>
                  <a:lnTo>
                    <a:pt x="1079" y="1021"/>
                  </a:lnTo>
                  <a:lnTo>
                    <a:pt x="1079" y="1023"/>
                  </a:lnTo>
                  <a:lnTo>
                    <a:pt x="1079" y="1023"/>
                  </a:lnTo>
                  <a:lnTo>
                    <a:pt x="1074" y="1025"/>
                  </a:lnTo>
                  <a:lnTo>
                    <a:pt x="1072" y="1028"/>
                  </a:lnTo>
                  <a:lnTo>
                    <a:pt x="1072" y="1028"/>
                  </a:lnTo>
                  <a:lnTo>
                    <a:pt x="1067" y="1032"/>
                  </a:lnTo>
                  <a:lnTo>
                    <a:pt x="1067" y="1032"/>
                  </a:lnTo>
                  <a:lnTo>
                    <a:pt x="1065" y="1032"/>
                  </a:lnTo>
                  <a:lnTo>
                    <a:pt x="1060" y="1035"/>
                  </a:lnTo>
                  <a:lnTo>
                    <a:pt x="1060" y="1035"/>
                  </a:lnTo>
                  <a:lnTo>
                    <a:pt x="1058" y="1035"/>
                  </a:lnTo>
                  <a:lnTo>
                    <a:pt x="1058" y="1037"/>
                  </a:lnTo>
                  <a:lnTo>
                    <a:pt x="1058" y="1039"/>
                  </a:lnTo>
                  <a:lnTo>
                    <a:pt x="1058" y="1042"/>
                  </a:lnTo>
                  <a:lnTo>
                    <a:pt x="1058" y="1042"/>
                  </a:lnTo>
                  <a:lnTo>
                    <a:pt x="1058" y="1042"/>
                  </a:lnTo>
                  <a:lnTo>
                    <a:pt x="1055" y="1044"/>
                  </a:lnTo>
                  <a:lnTo>
                    <a:pt x="1055" y="1047"/>
                  </a:lnTo>
                  <a:lnTo>
                    <a:pt x="1055" y="1049"/>
                  </a:lnTo>
                  <a:lnTo>
                    <a:pt x="1055" y="1049"/>
                  </a:lnTo>
                  <a:lnTo>
                    <a:pt x="1055" y="1047"/>
                  </a:lnTo>
                  <a:lnTo>
                    <a:pt x="1058" y="1047"/>
                  </a:lnTo>
                  <a:lnTo>
                    <a:pt x="1060" y="1042"/>
                  </a:lnTo>
                  <a:lnTo>
                    <a:pt x="1067" y="1037"/>
                  </a:lnTo>
                  <a:lnTo>
                    <a:pt x="1070" y="1035"/>
                  </a:lnTo>
                  <a:lnTo>
                    <a:pt x="1079" y="1030"/>
                  </a:lnTo>
                  <a:lnTo>
                    <a:pt x="1084" y="1023"/>
                  </a:lnTo>
                  <a:lnTo>
                    <a:pt x="1088" y="1021"/>
                  </a:lnTo>
                  <a:lnTo>
                    <a:pt x="1091" y="1021"/>
                  </a:lnTo>
                  <a:lnTo>
                    <a:pt x="1100" y="1016"/>
                  </a:lnTo>
                  <a:lnTo>
                    <a:pt x="1100" y="1016"/>
                  </a:lnTo>
                  <a:lnTo>
                    <a:pt x="1100" y="1013"/>
                  </a:lnTo>
                  <a:lnTo>
                    <a:pt x="1100" y="1013"/>
                  </a:lnTo>
                  <a:lnTo>
                    <a:pt x="1100" y="1011"/>
                  </a:lnTo>
                  <a:lnTo>
                    <a:pt x="1100" y="1009"/>
                  </a:lnTo>
                  <a:lnTo>
                    <a:pt x="1100" y="1009"/>
                  </a:lnTo>
                  <a:close/>
                  <a:moveTo>
                    <a:pt x="1115" y="997"/>
                  </a:moveTo>
                  <a:lnTo>
                    <a:pt x="1110" y="999"/>
                  </a:lnTo>
                  <a:lnTo>
                    <a:pt x="1105" y="1006"/>
                  </a:lnTo>
                  <a:lnTo>
                    <a:pt x="1105" y="1006"/>
                  </a:lnTo>
                  <a:lnTo>
                    <a:pt x="1107" y="1006"/>
                  </a:lnTo>
                  <a:lnTo>
                    <a:pt x="1107" y="1004"/>
                  </a:lnTo>
                  <a:lnTo>
                    <a:pt x="1112" y="1002"/>
                  </a:lnTo>
                  <a:lnTo>
                    <a:pt x="1115" y="1002"/>
                  </a:lnTo>
                  <a:lnTo>
                    <a:pt x="1115" y="999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9" y="997"/>
                  </a:lnTo>
                  <a:lnTo>
                    <a:pt x="1119" y="997"/>
                  </a:lnTo>
                  <a:lnTo>
                    <a:pt x="1119" y="995"/>
                  </a:lnTo>
                  <a:lnTo>
                    <a:pt x="1115" y="997"/>
                  </a:lnTo>
                  <a:close/>
                  <a:moveTo>
                    <a:pt x="1268" y="881"/>
                  </a:move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6" y="881"/>
                  </a:lnTo>
                  <a:lnTo>
                    <a:pt x="1266" y="883"/>
                  </a:lnTo>
                  <a:lnTo>
                    <a:pt x="1268" y="883"/>
                  </a:lnTo>
                  <a:lnTo>
                    <a:pt x="1268" y="886"/>
                  </a:lnTo>
                  <a:lnTo>
                    <a:pt x="1268" y="886"/>
                  </a:lnTo>
                  <a:lnTo>
                    <a:pt x="1268" y="888"/>
                  </a:lnTo>
                  <a:lnTo>
                    <a:pt x="1266" y="888"/>
                  </a:lnTo>
                  <a:lnTo>
                    <a:pt x="1264" y="888"/>
                  </a:lnTo>
                  <a:lnTo>
                    <a:pt x="1264" y="888"/>
                  </a:lnTo>
                  <a:lnTo>
                    <a:pt x="1264" y="890"/>
                  </a:lnTo>
                  <a:lnTo>
                    <a:pt x="1259" y="895"/>
                  </a:lnTo>
                  <a:lnTo>
                    <a:pt x="1259" y="895"/>
                  </a:lnTo>
                  <a:lnTo>
                    <a:pt x="1256" y="895"/>
                  </a:lnTo>
                  <a:lnTo>
                    <a:pt x="1256" y="895"/>
                  </a:lnTo>
                  <a:lnTo>
                    <a:pt x="1254" y="897"/>
                  </a:lnTo>
                  <a:lnTo>
                    <a:pt x="1254" y="897"/>
                  </a:lnTo>
                  <a:lnTo>
                    <a:pt x="1254" y="900"/>
                  </a:lnTo>
                  <a:lnTo>
                    <a:pt x="1245" y="905"/>
                  </a:lnTo>
                  <a:lnTo>
                    <a:pt x="1242" y="909"/>
                  </a:lnTo>
                  <a:lnTo>
                    <a:pt x="1240" y="912"/>
                  </a:lnTo>
                  <a:lnTo>
                    <a:pt x="1238" y="914"/>
                  </a:lnTo>
                  <a:lnTo>
                    <a:pt x="1240" y="914"/>
                  </a:lnTo>
                  <a:lnTo>
                    <a:pt x="1240" y="912"/>
                  </a:lnTo>
                  <a:lnTo>
                    <a:pt x="1256" y="900"/>
                  </a:lnTo>
                  <a:lnTo>
                    <a:pt x="1261" y="897"/>
                  </a:lnTo>
                  <a:lnTo>
                    <a:pt x="1275" y="883"/>
                  </a:lnTo>
                  <a:lnTo>
                    <a:pt x="1271" y="881"/>
                  </a:lnTo>
                  <a:lnTo>
                    <a:pt x="1268" y="881"/>
                  </a:lnTo>
                  <a:close/>
                  <a:moveTo>
                    <a:pt x="1398" y="663"/>
                  </a:moveTo>
                  <a:lnTo>
                    <a:pt x="1396" y="661"/>
                  </a:lnTo>
                  <a:lnTo>
                    <a:pt x="1394" y="658"/>
                  </a:lnTo>
                  <a:lnTo>
                    <a:pt x="1394" y="656"/>
                  </a:lnTo>
                  <a:lnTo>
                    <a:pt x="1394" y="654"/>
                  </a:lnTo>
                  <a:lnTo>
                    <a:pt x="1394" y="654"/>
                  </a:lnTo>
                  <a:lnTo>
                    <a:pt x="1394" y="647"/>
                  </a:lnTo>
                  <a:lnTo>
                    <a:pt x="1394" y="647"/>
                  </a:lnTo>
                  <a:lnTo>
                    <a:pt x="1391" y="644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39"/>
                  </a:lnTo>
                  <a:lnTo>
                    <a:pt x="1387" y="639"/>
                  </a:lnTo>
                  <a:lnTo>
                    <a:pt x="1387" y="639"/>
                  </a:lnTo>
                  <a:lnTo>
                    <a:pt x="1387" y="637"/>
                  </a:lnTo>
                  <a:lnTo>
                    <a:pt x="1384" y="637"/>
                  </a:lnTo>
                  <a:lnTo>
                    <a:pt x="1384" y="637"/>
                  </a:lnTo>
                  <a:lnTo>
                    <a:pt x="1384" y="635"/>
                  </a:lnTo>
                  <a:lnTo>
                    <a:pt x="1384" y="635"/>
                  </a:lnTo>
                  <a:lnTo>
                    <a:pt x="1384" y="635"/>
                  </a:lnTo>
                  <a:lnTo>
                    <a:pt x="1379" y="632"/>
                  </a:lnTo>
                  <a:lnTo>
                    <a:pt x="1379" y="630"/>
                  </a:lnTo>
                  <a:lnTo>
                    <a:pt x="1379" y="630"/>
                  </a:lnTo>
                  <a:lnTo>
                    <a:pt x="1379" y="630"/>
                  </a:lnTo>
                  <a:lnTo>
                    <a:pt x="1379" y="628"/>
                  </a:lnTo>
                  <a:lnTo>
                    <a:pt x="1379" y="628"/>
                  </a:lnTo>
                  <a:lnTo>
                    <a:pt x="1379" y="625"/>
                  </a:lnTo>
                  <a:lnTo>
                    <a:pt x="1379" y="625"/>
                  </a:lnTo>
                  <a:lnTo>
                    <a:pt x="1382" y="623"/>
                  </a:lnTo>
                  <a:lnTo>
                    <a:pt x="1382" y="623"/>
                  </a:lnTo>
                  <a:lnTo>
                    <a:pt x="1382" y="623"/>
                  </a:lnTo>
                  <a:lnTo>
                    <a:pt x="1379" y="623"/>
                  </a:lnTo>
                  <a:lnTo>
                    <a:pt x="1377" y="621"/>
                  </a:lnTo>
                  <a:lnTo>
                    <a:pt x="1377" y="618"/>
                  </a:lnTo>
                  <a:lnTo>
                    <a:pt x="1377" y="618"/>
                  </a:lnTo>
                  <a:lnTo>
                    <a:pt x="1375" y="618"/>
                  </a:lnTo>
                  <a:lnTo>
                    <a:pt x="1375" y="616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0" y="611"/>
                  </a:lnTo>
                  <a:lnTo>
                    <a:pt x="1370" y="611"/>
                  </a:lnTo>
                  <a:lnTo>
                    <a:pt x="1370" y="611"/>
                  </a:lnTo>
                  <a:lnTo>
                    <a:pt x="1370" y="609"/>
                  </a:lnTo>
                  <a:lnTo>
                    <a:pt x="1370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0" y="606"/>
                  </a:lnTo>
                  <a:lnTo>
                    <a:pt x="1368" y="604"/>
                  </a:lnTo>
                  <a:lnTo>
                    <a:pt x="1368" y="604"/>
                  </a:lnTo>
                  <a:lnTo>
                    <a:pt x="1368" y="604"/>
                  </a:lnTo>
                  <a:lnTo>
                    <a:pt x="1365" y="604"/>
                  </a:lnTo>
                  <a:lnTo>
                    <a:pt x="1363" y="602"/>
                  </a:lnTo>
                  <a:lnTo>
                    <a:pt x="1363" y="599"/>
                  </a:lnTo>
                  <a:lnTo>
                    <a:pt x="1361" y="597"/>
                  </a:lnTo>
                  <a:lnTo>
                    <a:pt x="1361" y="597"/>
                  </a:lnTo>
                  <a:lnTo>
                    <a:pt x="1361" y="597"/>
                  </a:lnTo>
                  <a:lnTo>
                    <a:pt x="1361" y="595"/>
                  </a:lnTo>
                  <a:lnTo>
                    <a:pt x="1361" y="595"/>
                  </a:lnTo>
                  <a:lnTo>
                    <a:pt x="1361" y="592"/>
                  </a:lnTo>
                  <a:lnTo>
                    <a:pt x="1361" y="592"/>
                  </a:lnTo>
                  <a:lnTo>
                    <a:pt x="1361" y="592"/>
                  </a:lnTo>
                  <a:lnTo>
                    <a:pt x="1361" y="590"/>
                  </a:lnTo>
                  <a:lnTo>
                    <a:pt x="1361" y="587"/>
                  </a:lnTo>
                  <a:lnTo>
                    <a:pt x="1361" y="585"/>
                  </a:lnTo>
                  <a:lnTo>
                    <a:pt x="1363" y="583"/>
                  </a:lnTo>
                  <a:lnTo>
                    <a:pt x="1363" y="583"/>
                  </a:lnTo>
                  <a:lnTo>
                    <a:pt x="1363" y="583"/>
                  </a:lnTo>
                  <a:lnTo>
                    <a:pt x="1361" y="583"/>
                  </a:lnTo>
                  <a:lnTo>
                    <a:pt x="1361" y="580"/>
                  </a:lnTo>
                  <a:lnTo>
                    <a:pt x="1361" y="580"/>
                  </a:lnTo>
                  <a:lnTo>
                    <a:pt x="1361" y="580"/>
                  </a:lnTo>
                  <a:lnTo>
                    <a:pt x="1361" y="578"/>
                  </a:lnTo>
                  <a:lnTo>
                    <a:pt x="1358" y="573"/>
                  </a:lnTo>
                  <a:lnTo>
                    <a:pt x="1358" y="573"/>
                  </a:lnTo>
                  <a:lnTo>
                    <a:pt x="1356" y="568"/>
                  </a:lnTo>
                  <a:lnTo>
                    <a:pt x="1356" y="568"/>
                  </a:lnTo>
                  <a:lnTo>
                    <a:pt x="1353" y="566"/>
                  </a:lnTo>
                  <a:lnTo>
                    <a:pt x="1353" y="566"/>
                  </a:lnTo>
                  <a:lnTo>
                    <a:pt x="1353" y="564"/>
                  </a:lnTo>
                  <a:lnTo>
                    <a:pt x="1351" y="561"/>
                  </a:lnTo>
                  <a:lnTo>
                    <a:pt x="1349" y="559"/>
                  </a:lnTo>
                  <a:lnTo>
                    <a:pt x="1349" y="559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2" y="552"/>
                  </a:lnTo>
                  <a:lnTo>
                    <a:pt x="1339" y="552"/>
                  </a:lnTo>
                  <a:lnTo>
                    <a:pt x="1339" y="552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4" y="547"/>
                  </a:lnTo>
                  <a:lnTo>
                    <a:pt x="1334" y="540"/>
                  </a:lnTo>
                  <a:lnTo>
                    <a:pt x="1334" y="524"/>
                  </a:lnTo>
                  <a:lnTo>
                    <a:pt x="1334" y="509"/>
                  </a:lnTo>
                  <a:lnTo>
                    <a:pt x="1332" y="495"/>
                  </a:lnTo>
                  <a:lnTo>
                    <a:pt x="1332" y="481"/>
                  </a:lnTo>
                  <a:lnTo>
                    <a:pt x="1332" y="467"/>
                  </a:lnTo>
                  <a:lnTo>
                    <a:pt x="1330" y="436"/>
                  </a:lnTo>
                  <a:lnTo>
                    <a:pt x="1330" y="422"/>
                  </a:lnTo>
                  <a:lnTo>
                    <a:pt x="1327" y="408"/>
                  </a:lnTo>
                  <a:lnTo>
                    <a:pt x="1327" y="393"/>
                  </a:lnTo>
                  <a:lnTo>
                    <a:pt x="1325" y="377"/>
                  </a:lnTo>
                  <a:lnTo>
                    <a:pt x="1325" y="363"/>
                  </a:lnTo>
                  <a:lnTo>
                    <a:pt x="1325" y="355"/>
                  </a:lnTo>
                  <a:lnTo>
                    <a:pt x="1325" y="355"/>
                  </a:lnTo>
                  <a:lnTo>
                    <a:pt x="1323" y="353"/>
                  </a:lnTo>
                  <a:lnTo>
                    <a:pt x="1323" y="353"/>
                  </a:lnTo>
                  <a:lnTo>
                    <a:pt x="1318" y="351"/>
                  </a:lnTo>
                  <a:lnTo>
                    <a:pt x="1318" y="353"/>
                  </a:lnTo>
                  <a:lnTo>
                    <a:pt x="1316" y="353"/>
                  </a:lnTo>
                  <a:lnTo>
                    <a:pt x="1313" y="353"/>
                  </a:lnTo>
                  <a:lnTo>
                    <a:pt x="1308" y="351"/>
                  </a:lnTo>
                  <a:lnTo>
                    <a:pt x="1308" y="351"/>
                  </a:lnTo>
                  <a:lnTo>
                    <a:pt x="1306" y="353"/>
                  </a:lnTo>
                  <a:lnTo>
                    <a:pt x="1306" y="353"/>
                  </a:lnTo>
                  <a:lnTo>
                    <a:pt x="1299" y="351"/>
                  </a:lnTo>
                  <a:lnTo>
                    <a:pt x="1299" y="351"/>
                  </a:lnTo>
                  <a:lnTo>
                    <a:pt x="1297" y="353"/>
                  </a:lnTo>
                  <a:lnTo>
                    <a:pt x="1297" y="355"/>
                  </a:lnTo>
                  <a:lnTo>
                    <a:pt x="1297" y="355"/>
                  </a:lnTo>
                  <a:lnTo>
                    <a:pt x="1294" y="355"/>
                  </a:lnTo>
                  <a:lnTo>
                    <a:pt x="1292" y="355"/>
                  </a:lnTo>
                  <a:lnTo>
                    <a:pt x="1290" y="355"/>
                  </a:lnTo>
                  <a:lnTo>
                    <a:pt x="1290" y="353"/>
                  </a:lnTo>
                  <a:lnTo>
                    <a:pt x="1290" y="353"/>
                  </a:lnTo>
                  <a:lnTo>
                    <a:pt x="1290" y="353"/>
                  </a:lnTo>
                  <a:lnTo>
                    <a:pt x="1287" y="353"/>
                  </a:lnTo>
                  <a:lnTo>
                    <a:pt x="1285" y="351"/>
                  </a:lnTo>
                  <a:lnTo>
                    <a:pt x="1282" y="351"/>
                  </a:lnTo>
                  <a:lnTo>
                    <a:pt x="1282" y="348"/>
                  </a:lnTo>
                  <a:lnTo>
                    <a:pt x="1280" y="346"/>
                  </a:lnTo>
                  <a:lnTo>
                    <a:pt x="1278" y="346"/>
                  </a:lnTo>
                  <a:lnTo>
                    <a:pt x="1278" y="346"/>
                  </a:lnTo>
                  <a:lnTo>
                    <a:pt x="1275" y="346"/>
                  </a:lnTo>
                  <a:lnTo>
                    <a:pt x="1273" y="344"/>
                  </a:lnTo>
                  <a:lnTo>
                    <a:pt x="1273" y="346"/>
                  </a:lnTo>
                  <a:lnTo>
                    <a:pt x="1268" y="344"/>
                  </a:lnTo>
                  <a:lnTo>
                    <a:pt x="1268" y="344"/>
                  </a:lnTo>
                  <a:lnTo>
                    <a:pt x="1268" y="341"/>
                  </a:lnTo>
                  <a:lnTo>
                    <a:pt x="1268" y="341"/>
                  </a:lnTo>
                  <a:lnTo>
                    <a:pt x="1266" y="341"/>
                  </a:lnTo>
                  <a:lnTo>
                    <a:pt x="1264" y="341"/>
                  </a:lnTo>
                  <a:lnTo>
                    <a:pt x="1261" y="341"/>
                  </a:lnTo>
                  <a:lnTo>
                    <a:pt x="1261" y="341"/>
                  </a:lnTo>
                  <a:lnTo>
                    <a:pt x="1259" y="341"/>
                  </a:lnTo>
                  <a:lnTo>
                    <a:pt x="1259" y="339"/>
                  </a:lnTo>
                  <a:lnTo>
                    <a:pt x="1256" y="339"/>
                  </a:lnTo>
                  <a:lnTo>
                    <a:pt x="1256" y="341"/>
                  </a:lnTo>
                  <a:lnTo>
                    <a:pt x="1256" y="341"/>
                  </a:lnTo>
                  <a:lnTo>
                    <a:pt x="1254" y="341"/>
                  </a:lnTo>
                  <a:lnTo>
                    <a:pt x="1254" y="339"/>
                  </a:lnTo>
                  <a:lnTo>
                    <a:pt x="1252" y="339"/>
                  </a:lnTo>
                  <a:lnTo>
                    <a:pt x="1249" y="337"/>
                  </a:lnTo>
                  <a:lnTo>
                    <a:pt x="1249" y="334"/>
                  </a:lnTo>
                  <a:lnTo>
                    <a:pt x="1247" y="334"/>
                  </a:lnTo>
                  <a:lnTo>
                    <a:pt x="1245" y="334"/>
                  </a:lnTo>
                  <a:lnTo>
                    <a:pt x="1238" y="334"/>
                  </a:lnTo>
                  <a:lnTo>
                    <a:pt x="1233" y="329"/>
                  </a:lnTo>
                  <a:lnTo>
                    <a:pt x="1233" y="327"/>
                  </a:lnTo>
                  <a:lnTo>
                    <a:pt x="1230" y="327"/>
                  </a:lnTo>
                  <a:lnTo>
                    <a:pt x="1230" y="325"/>
                  </a:lnTo>
                  <a:lnTo>
                    <a:pt x="1230" y="325"/>
                  </a:lnTo>
                  <a:lnTo>
                    <a:pt x="1228" y="325"/>
                  </a:lnTo>
                  <a:lnTo>
                    <a:pt x="1228" y="322"/>
                  </a:lnTo>
                  <a:lnTo>
                    <a:pt x="1228" y="322"/>
                  </a:lnTo>
                  <a:lnTo>
                    <a:pt x="1228" y="322"/>
                  </a:lnTo>
                  <a:lnTo>
                    <a:pt x="1226" y="322"/>
                  </a:lnTo>
                  <a:lnTo>
                    <a:pt x="1226" y="320"/>
                  </a:lnTo>
                  <a:lnTo>
                    <a:pt x="1223" y="320"/>
                  </a:lnTo>
                  <a:lnTo>
                    <a:pt x="1221" y="320"/>
                  </a:lnTo>
                  <a:lnTo>
                    <a:pt x="1219" y="320"/>
                  </a:lnTo>
                  <a:lnTo>
                    <a:pt x="1216" y="315"/>
                  </a:lnTo>
                  <a:lnTo>
                    <a:pt x="1214" y="315"/>
                  </a:lnTo>
                  <a:lnTo>
                    <a:pt x="1211" y="315"/>
                  </a:lnTo>
                  <a:lnTo>
                    <a:pt x="1209" y="313"/>
                  </a:lnTo>
                  <a:lnTo>
                    <a:pt x="1209" y="313"/>
                  </a:lnTo>
                  <a:lnTo>
                    <a:pt x="1209" y="313"/>
                  </a:lnTo>
                  <a:lnTo>
                    <a:pt x="1207" y="310"/>
                  </a:lnTo>
                  <a:lnTo>
                    <a:pt x="1200" y="310"/>
                  </a:lnTo>
                  <a:lnTo>
                    <a:pt x="1200" y="310"/>
                  </a:lnTo>
                  <a:lnTo>
                    <a:pt x="1197" y="310"/>
                  </a:lnTo>
                  <a:lnTo>
                    <a:pt x="1197" y="313"/>
                  </a:lnTo>
                  <a:lnTo>
                    <a:pt x="1197" y="315"/>
                  </a:lnTo>
                  <a:lnTo>
                    <a:pt x="1195" y="318"/>
                  </a:lnTo>
                  <a:lnTo>
                    <a:pt x="1195" y="315"/>
                  </a:lnTo>
                  <a:lnTo>
                    <a:pt x="1195" y="318"/>
                  </a:lnTo>
                  <a:lnTo>
                    <a:pt x="1193" y="318"/>
                  </a:lnTo>
                  <a:lnTo>
                    <a:pt x="1193" y="318"/>
                  </a:lnTo>
                  <a:lnTo>
                    <a:pt x="1193" y="320"/>
                  </a:lnTo>
                  <a:lnTo>
                    <a:pt x="1190" y="318"/>
                  </a:lnTo>
                  <a:lnTo>
                    <a:pt x="1190" y="318"/>
                  </a:lnTo>
                  <a:lnTo>
                    <a:pt x="1190" y="320"/>
                  </a:lnTo>
                  <a:lnTo>
                    <a:pt x="1190" y="320"/>
                  </a:lnTo>
                  <a:lnTo>
                    <a:pt x="1188" y="320"/>
                  </a:lnTo>
                  <a:lnTo>
                    <a:pt x="1188" y="322"/>
                  </a:lnTo>
                  <a:lnTo>
                    <a:pt x="1188" y="322"/>
                  </a:lnTo>
                  <a:lnTo>
                    <a:pt x="1188" y="322"/>
                  </a:lnTo>
                  <a:lnTo>
                    <a:pt x="1178" y="322"/>
                  </a:lnTo>
                  <a:lnTo>
                    <a:pt x="1178" y="322"/>
                  </a:lnTo>
                  <a:lnTo>
                    <a:pt x="1176" y="322"/>
                  </a:lnTo>
                  <a:lnTo>
                    <a:pt x="1176" y="320"/>
                  </a:lnTo>
                  <a:lnTo>
                    <a:pt x="1176" y="320"/>
                  </a:lnTo>
                  <a:lnTo>
                    <a:pt x="1174" y="320"/>
                  </a:lnTo>
                  <a:lnTo>
                    <a:pt x="1174" y="320"/>
                  </a:lnTo>
                  <a:lnTo>
                    <a:pt x="1174" y="322"/>
                  </a:lnTo>
                  <a:lnTo>
                    <a:pt x="1174" y="322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69" y="320"/>
                  </a:lnTo>
                  <a:lnTo>
                    <a:pt x="1167" y="320"/>
                  </a:lnTo>
                  <a:lnTo>
                    <a:pt x="1169" y="318"/>
                  </a:lnTo>
                  <a:lnTo>
                    <a:pt x="1167" y="315"/>
                  </a:lnTo>
                  <a:lnTo>
                    <a:pt x="1167" y="315"/>
                  </a:lnTo>
                  <a:lnTo>
                    <a:pt x="1164" y="313"/>
                  </a:lnTo>
                  <a:lnTo>
                    <a:pt x="1162" y="313"/>
                  </a:lnTo>
                  <a:lnTo>
                    <a:pt x="1162" y="313"/>
                  </a:lnTo>
                  <a:lnTo>
                    <a:pt x="1159" y="313"/>
                  </a:lnTo>
                  <a:lnTo>
                    <a:pt x="1159" y="315"/>
                  </a:lnTo>
                  <a:lnTo>
                    <a:pt x="1159" y="315"/>
                  </a:lnTo>
                  <a:lnTo>
                    <a:pt x="1157" y="315"/>
                  </a:lnTo>
                  <a:lnTo>
                    <a:pt x="1157" y="315"/>
                  </a:lnTo>
                  <a:lnTo>
                    <a:pt x="1155" y="318"/>
                  </a:lnTo>
                  <a:lnTo>
                    <a:pt x="1152" y="318"/>
                  </a:lnTo>
                  <a:lnTo>
                    <a:pt x="1152" y="318"/>
                  </a:lnTo>
                  <a:lnTo>
                    <a:pt x="1150" y="320"/>
                  </a:lnTo>
                  <a:lnTo>
                    <a:pt x="1150" y="320"/>
                  </a:lnTo>
                  <a:lnTo>
                    <a:pt x="1150" y="320"/>
                  </a:lnTo>
                  <a:lnTo>
                    <a:pt x="1148" y="320"/>
                  </a:lnTo>
                  <a:lnTo>
                    <a:pt x="1145" y="320"/>
                  </a:lnTo>
                  <a:lnTo>
                    <a:pt x="1143" y="320"/>
                  </a:lnTo>
                  <a:lnTo>
                    <a:pt x="1143" y="325"/>
                  </a:lnTo>
                  <a:lnTo>
                    <a:pt x="1143" y="325"/>
                  </a:lnTo>
                  <a:lnTo>
                    <a:pt x="1143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38" y="325"/>
                  </a:lnTo>
                  <a:lnTo>
                    <a:pt x="1136" y="327"/>
                  </a:lnTo>
                  <a:lnTo>
                    <a:pt x="1136" y="325"/>
                  </a:lnTo>
                  <a:lnTo>
                    <a:pt x="1129" y="322"/>
                  </a:lnTo>
                  <a:lnTo>
                    <a:pt x="1129" y="320"/>
                  </a:lnTo>
                  <a:lnTo>
                    <a:pt x="1126" y="320"/>
                  </a:lnTo>
                  <a:lnTo>
                    <a:pt x="1126" y="322"/>
                  </a:lnTo>
                  <a:lnTo>
                    <a:pt x="1124" y="322"/>
                  </a:lnTo>
                  <a:lnTo>
                    <a:pt x="1124" y="325"/>
                  </a:lnTo>
                  <a:lnTo>
                    <a:pt x="1124" y="325"/>
                  </a:lnTo>
                  <a:lnTo>
                    <a:pt x="1122" y="325"/>
                  </a:lnTo>
                  <a:lnTo>
                    <a:pt x="1119" y="327"/>
                  </a:lnTo>
                  <a:lnTo>
                    <a:pt x="1117" y="327"/>
                  </a:lnTo>
                  <a:lnTo>
                    <a:pt x="1115" y="327"/>
                  </a:lnTo>
                  <a:lnTo>
                    <a:pt x="1110" y="327"/>
                  </a:lnTo>
                  <a:lnTo>
                    <a:pt x="1107" y="329"/>
                  </a:lnTo>
                  <a:lnTo>
                    <a:pt x="1107" y="329"/>
                  </a:lnTo>
                  <a:lnTo>
                    <a:pt x="1105" y="329"/>
                  </a:lnTo>
                  <a:lnTo>
                    <a:pt x="1105" y="332"/>
                  </a:lnTo>
                  <a:lnTo>
                    <a:pt x="1103" y="334"/>
                  </a:lnTo>
                  <a:lnTo>
                    <a:pt x="1103" y="337"/>
                  </a:lnTo>
                  <a:lnTo>
                    <a:pt x="1100" y="339"/>
                  </a:lnTo>
                  <a:lnTo>
                    <a:pt x="1098" y="339"/>
                  </a:lnTo>
                  <a:lnTo>
                    <a:pt x="1093" y="339"/>
                  </a:lnTo>
                  <a:lnTo>
                    <a:pt x="1091" y="339"/>
                  </a:lnTo>
                  <a:lnTo>
                    <a:pt x="1091" y="339"/>
                  </a:lnTo>
                  <a:lnTo>
                    <a:pt x="1091" y="341"/>
                  </a:lnTo>
                  <a:lnTo>
                    <a:pt x="1091" y="344"/>
                  </a:lnTo>
                  <a:lnTo>
                    <a:pt x="1086" y="346"/>
                  </a:lnTo>
                  <a:lnTo>
                    <a:pt x="1084" y="344"/>
                  </a:lnTo>
                  <a:lnTo>
                    <a:pt x="1081" y="339"/>
                  </a:lnTo>
                  <a:lnTo>
                    <a:pt x="1079" y="337"/>
                  </a:lnTo>
                  <a:lnTo>
                    <a:pt x="1077" y="337"/>
                  </a:lnTo>
                  <a:lnTo>
                    <a:pt x="1070" y="337"/>
                  </a:lnTo>
                  <a:lnTo>
                    <a:pt x="1070" y="337"/>
                  </a:lnTo>
                  <a:lnTo>
                    <a:pt x="1067" y="334"/>
                  </a:lnTo>
                  <a:lnTo>
                    <a:pt x="1067" y="334"/>
                  </a:lnTo>
                  <a:lnTo>
                    <a:pt x="1067" y="332"/>
                  </a:lnTo>
                  <a:lnTo>
                    <a:pt x="1067" y="332"/>
                  </a:lnTo>
                  <a:lnTo>
                    <a:pt x="1065" y="332"/>
                  </a:lnTo>
                  <a:lnTo>
                    <a:pt x="1060" y="329"/>
                  </a:lnTo>
                  <a:lnTo>
                    <a:pt x="1060" y="329"/>
                  </a:lnTo>
                  <a:lnTo>
                    <a:pt x="1058" y="329"/>
                  </a:lnTo>
                  <a:lnTo>
                    <a:pt x="1058" y="327"/>
                  </a:lnTo>
                  <a:lnTo>
                    <a:pt x="1058" y="327"/>
                  </a:lnTo>
                  <a:lnTo>
                    <a:pt x="1058" y="327"/>
                  </a:lnTo>
                  <a:lnTo>
                    <a:pt x="1058" y="325"/>
                  </a:lnTo>
                  <a:lnTo>
                    <a:pt x="1060" y="325"/>
                  </a:lnTo>
                  <a:lnTo>
                    <a:pt x="1060" y="322"/>
                  </a:lnTo>
                  <a:lnTo>
                    <a:pt x="1058" y="322"/>
                  </a:lnTo>
                  <a:lnTo>
                    <a:pt x="1055" y="320"/>
                  </a:lnTo>
                  <a:lnTo>
                    <a:pt x="1053" y="320"/>
                  </a:lnTo>
                  <a:lnTo>
                    <a:pt x="1053" y="320"/>
                  </a:lnTo>
                  <a:lnTo>
                    <a:pt x="1053" y="320"/>
                  </a:lnTo>
                  <a:lnTo>
                    <a:pt x="1053" y="322"/>
                  </a:lnTo>
                  <a:lnTo>
                    <a:pt x="1051" y="322"/>
                  </a:lnTo>
                  <a:lnTo>
                    <a:pt x="1051" y="327"/>
                  </a:lnTo>
                  <a:lnTo>
                    <a:pt x="1051" y="327"/>
                  </a:lnTo>
                  <a:lnTo>
                    <a:pt x="1051" y="327"/>
                  </a:lnTo>
                  <a:lnTo>
                    <a:pt x="1048" y="327"/>
                  </a:lnTo>
                  <a:lnTo>
                    <a:pt x="1048" y="329"/>
                  </a:lnTo>
                  <a:lnTo>
                    <a:pt x="1048" y="329"/>
                  </a:lnTo>
                  <a:lnTo>
                    <a:pt x="1046" y="329"/>
                  </a:lnTo>
                  <a:lnTo>
                    <a:pt x="1046" y="329"/>
                  </a:lnTo>
                  <a:lnTo>
                    <a:pt x="1044" y="329"/>
                  </a:lnTo>
                  <a:lnTo>
                    <a:pt x="1044" y="329"/>
                  </a:lnTo>
                  <a:lnTo>
                    <a:pt x="1044" y="329"/>
                  </a:lnTo>
                  <a:lnTo>
                    <a:pt x="1039" y="327"/>
                  </a:lnTo>
                  <a:lnTo>
                    <a:pt x="1039" y="327"/>
                  </a:lnTo>
                  <a:lnTo>
                    <a:pt x="1039" y="327"/>
                  </a:lnTo>
                  <a:lnTo>
                    <a:pt x="1034" y="327"/>
                  </a:lnTo>
                  <a:lnTo>
                    <a:pt x="1034" y="327"/>
                  </a:lnTo>
                  <a:lnTo>
                    <a:pt x="1032" y="327"/>
                  </a:lnTo>
                  <a:lnTo>
                    <a:pt x="1032" y="327"/>
                  </a:lnTo>
                  <a:lnTo>
                    <a:pt x="1029" y="325"/>
                  </a:lnTo>
                  <a:lnTo>
                    <a:pt x="1029" y="325"/>
                  </a:lnTo>
                  <a:lnTo>
                    <a:pt x="1029" y="322"/>
                  </a:lnTo>
                  <a:lnTo>
                    <a:pt x="1029" y="320"/>
                  </a:lnTo>
                  <a:lnTo>
                    <a:pt x="1027" y="318"/>
                  </a:lnTo>
                  <a:lnTo>
                    <a:pt x="1027" y="318"/>
                  </a:lnTo>
                  <a:lnTo>
                    <a:pt x="1027" y="318"/>
                  </a:lnTo>
                  <a:lnTo>
                    <a:pt x="1025" y="318"/>
                  </a:lnTo>
                  <a:lnTo>
                    <a:pt x="1025" y="318"/>
                  </a:lnTo>
                  <a:lnTo>
                    <a:pt x="1025" y="318"/>
                  </a:lnTo>
                  <a:lnTo>
                    <a:pt x="1020" y="318"/>
                  </a:lnTo>
                  <a:lnTo>
                    <a:pt x="1020" y="318"/>
                  </a:lnTo>
                  <a:lnTo>
                    <a:pt x="1020" y="318"/>
                  </a:lnTo>
                  <a:lnTo>
                    <a:pt x="1018" y="318"/>
                  </a:lnTo>
                  <a:lnTo>
                    <a:pt x="1018" y="320"/>
                  </a:lnTo>
                  <a:lnTo>
                    <a:pt x="1018" y="322"/>
                  </a:lnTo>
                  <a:lnTo>
                    <a:pt x="1018" y="327"/>
                  </a:lnTo>
                  <a:lnTo>
                    <a:pt x="1015" y="329"/>
                  </a:lnTo>
                  <a:lnTo>
                    <a:pt x="1013" y="329"/>
                  </a:lnTo>
                  <a:lnTo>
                    <a:pt x="1008" y="329"/>
                  </a:lnTo>
                  <a:lnTo>
                    <a:pt x="1008" y="332"/>
                  </a:lnTo>
                  <a:lnTo>
                    <a:pt x="1010" y="332"/>
                  </a:lnTo>
                  <a:lnTo>
                    <a:pt x="1010" y="332"/>
                  </a:lnTo>
                  <a:lnTo>
                    <a:pt x="1010" y="334"/>
                  </a:lnTo>
                  <a:lnTo>
                    <a:pt x="1010" y="334"/>
                  </a:lnTo>
                  <a:lnTo>
                    <a:pt x="1008" y="337"/>
                  </a:lnTo>
                  <a:lnTo>
                    <a:pt x="1008" y="337"/>
                  </a:lnTo>
                  <a:lnTo>
                    <a:pt x="1008" y="341"/>
                  </a:lnTo>
                  <a:lnTo>
                    <a:pt x="1008" y="344"/>
                  </a:lnTo>
                  <a:lnTo>
                    <a:pt x="1006" y="346"/>
                  </a:lnTo>
                  <a:lnTo>
                    <a:pt x="1003" y="346"/>
                  </a:lnTo>
                  <a:lnTo>
                    <a:pt x="999" y="344"/>
                  </a:lnTo>
                  <a:lnTo>
                    <a:pt x="999" y="341"/>
                  </a:lnTo>
                  <a:lnTo>
                    <a:pt x="996" y="339"/>
                  </a:lnTo>
                  <a:lnTo>
                    <a:pt x="996" y="337"/>
                  </a:lnTo>
                  <a:lnTo>
                    <a:pt x="996" y="334"/>
                  </a:lnTo>
                  <a:lnTo>
                    <a:pt x="999" y="329"/>
                  </a:lnTo>
                  <a:lnTo>
                    <a:pt x="999" y="327"/>
                  </a:lnTo>
                  <a:lnTo>
                    <a:pt x="999" y="327"/>
                  </a:lnTo>
                  <a:lnTo>
                    <a:pt x="996" y="325"/>
                  </a:lnTo>
                  <a:lnTo>
                    <a:pt x="996" y="325"/>
                  </a:lnTo>
                  <a:lnTo>
                    <a:pt x="994" y="322"/>
                  </a:lnTo>
                  <a:lnTo>
                    <a:pt x="994" y="322"/>
                  </a:lnTo>
                  <a:lnTo>
                    <a:pt x="994" y="325"/>
                  </a:lnTo>
                  <a:lnTo>
                    <a:pt x="992" y="325"/>
                  </a:lnTo>
                  <a:lnTo>
                    <a:pt x="992" y="325"/>
                  </a:lnTo>
                  <a:lnTo>
                    <a:pt x="992" y="327"/>
                  </a:lnTo>
                  <a:lnTo>
                    <a:pt x="989" y="329"/>
                  </a:lnTo>
                  <a:lnTo>
                    <a:pt x="989" y="329"/>
                  </a:lnTo>
                  <a:lnTo>
                    <a:pt x="987" y="327"/>
                  </a:lnTo>
                  <a:lnTo>
                    <a:pt x="984" y="327"/>
                  </a:lnTo>
                  <a:lnTo>
                    <a:pt x="984" y="329"/>
                  </a:lnTo>
                  <a:lnTo>
                    <a:pt x="982" y="329"/>
                  </a:lnTo>
                  <a:lnTo>
                    <a:pt x="982" y="329"/>
                  </a:lnTo>
                  <a:lnTo>
                    <a:pt x="982" y="329"/>
                  </a:lnTo>
                  <a:lnTo>
                    <a:pt x="982" y="332"/>
                  </a:lnTo>
                  <a:lnTo>
                    <a:pt x="980" y="332"/>
                  </a:lnTo>
                  <a:lnTo>
                    <a:pt x="980" y="332"/>
                  </a:lnTo>
                  <a:lnTo>
                    <a:pt x="980" y="334"/>
                  </a:lnTo>
                  <a:lnTo>
                    <a:pt x="977" y="334"/>
                  </a:lnTo>
                  <a:lnTo>
                    <a:pt x="973" y="334"/>
                  </a:lnTo>
                  <a:lnTo>
                    <a:pt x="970" y="334"/>
                  </a:lnTo>
                  <a:lnTo>
                    <a:pt x="970" y="329"/>
                  </a:lnTo>
                  <a:lnTo>
                    <a:pt x="968" y="327"/>
                  </a:lnTo>
                  <a:lnTo>
                    <a:pt x="968" y="327"/>
                  </a:lnTo>
                  <a:lnTo>
                    <a:pt x="965" y="325"/>
                  </a:lnTo>
                  <a:lnTo>
                    <a:pt x="963" y="325"/>
                  </a:lnTo>
                  <a:lnTo>
                    <a:pt x="958" y="325"/>
                  </a:lnTo>
                  <a:lnTo>
                    <a:pt x="956" y="325"/>
                  </a:lnTo>
                  <a:lnTo>
                    <a:pt x="956" y="322"/>
                  </a:lnTo>
                  <a:lnTo>
                    <a:pt x="956" y="318"/>
                  </a:lnTo>
                  <a:lnTo>
                    <a:pt x="954" y="315"/>
                  </a:lnTo>
                  <a:lnTo>
                    <a:pt x="949" y="313"/>
                  </a:lnTo>
                  <a:lnTo>
                    <a:pt x="947" y="315"/>
                  </a:lnTo>
                  <a:lnTo>
                    <a:pt x="942" y="318"/>
                  </a:lnTo>
                  <a:lnTo>
                    <a:pt x="935" y="327"/>
                  </a:lnTo>
                  <a:lnTo>
                    <a:pt x="930" y="329"/>
                  </a:lnTo>
                  <a:lnTo>
                    <a:pt x="925" y="329"/>
                  </a:lnTo>
                  <a:lnTo>
                    <a:pt x="921" y="329"/>
                  </a:lnTo>
                  <a:lnTo>
                    <a:pt x="918" y="327"/>
                  </a:lnTo>
                  <a:lnTo>
                    <a:pt x="918" y="327"/>
                  </a:lnTo>
                  <a:lnTo>
                    <a:pt x="918" y="325"/>
                  </a:lnTo>
                  <a:lnTo>
                    <a:pt x="918" y="325"/>
                  </a:lnTo>
                  <a:lnTo>
                    <a:pt x="918" y="322"/>
                  </a:lnTo>
                  <a:lnTo>
                    <a:pt x="918" y="320"/>
                  </a:lnTo>
                  <a:lnTo>
                    <a:pt x="918" y="320"/>
                  </a:lnTo>
                  <a:lnTo>
                    <a:pt x="918" y="318"/>
                  </a:lnTo>
                  <a:lnTo>
                    <a:pt x="918" y="318"/>
                  </a:lnTo>
                  <a:lnTo>
                    <a:pt x="918" y="315"/>
                  </a:lnTo>
                  <a:lnTo>
                    <a:pt x="918" y="315"/>
                  </a:lnTo>
                  <a:lnTo>
                    <a:pt x="916" y="315"/>
                  </a:lnTo>
                  <a:lnTo>
                    <a:pt x="913" y="313"/>
                  </a:lnTo>
                  <a:lnTo>
                    <a:pt x="909" y="313"/>
                  </a:lnTo>
                  <a:lnTo>
                    <a:pt x="904" y="310"/>
                  </a:lnTo>
                  <a:lnTo>
                    <a:pt x="904" y="306"/>
                  </a:lnTo>
                  <a:lnTo>
                    <a:pt x="902" y="303"/>
                  </a:lnTo>
                  <a:lnTo>
                    <a:pt x="904" y="301"/>
                  </a:lnTo>
                  <a:lnTo>
                    <a:pt x="904" y="296"/>
                  </a:lnTo>
                  <a:lnTo>
                    <a:pt x="902" y="296"/>
                  </a:lnTo>
                  <a:lnTo>
                    <a:pt x="899" y="296"/>
                  </a:lnTo>
                  <a:lnTo>
                    <a:pt x="895" y="296"/>
                  </a:lnTo>
                  <a:lnTo>
                    <a:pt x="890" y="299"/>
                  </a:lnTo>
                  <a:lnTo>
                    <a:pt x="878" y="296"/>
                  </a:lnTo>
                  <a:lnTo>
                    <a:pt x="876" y="296"/>
                  </a:lnTo>
                  <a:lnTo>
                    <a:pt x="873" y="299"/>
                  </a:lnTo>
                  <a:lnTo>
                    <a:pt x="871" y="301"/>
                  </a:lnTo>
                  <a:lnTo>
                    <a:pt x="871" y="303"/>
                  </a:lnTo>
                  <a:lnTo>
                    <a:pt x="869" y="303"/>
                  </a:lnTo>
                  <a:lnTo>
                    <a:pt x="866" y="306"/>
                  </a:lnTo>
                  <a:lnTo>
                    <a:pt x="861" y="306"/>
                  </a:lnTo>
                  <a:lnTo>
                    <a:pt x="861" y="303"/>
                  </a:lnTo>
                  <a:lnTo>
                    <a:pt x="857" y="301"/>
                  </a:lnTo>
                  <a:lnTo>
                    <a:pt x="854" y="299"/>
                  </a:lnTo>
                  <a:lnTo>
                    <a:pt x="854" y="299"/>
                  </a:lnTo>
                  <a:lnTo>
                    <a:pt x="852" y="296"/>
                  </a:lnTo>
                  <a:lnTo>
                    <a:pt x="852" y="294"/>
                  </a:lnTo>
                  <a:lnTo>
                    <a:pt x="850" y="294"/>
                  </a:lnTo>
                  <a:lnTo>
                    <a:pt x="847" y="294"/>
                  </a:lnTo>
                  <a:lnTo>
                    <a:pt x="845" y="294"/>
                  </a:lnTo>
                  <a:lnTo>
                    <a:pt x="838" y="299"/>
                  </a:lnTo>
                  <a:lnTo>
                    <a:pt x="838" y="296"/>
                  </a:lnTo>
                  <a:lnTo>
                    <a:pt x="824" y="294"/>
                  </a:lnTo>
                  <a:lnTo>
                    <a:pt x="821" y="294"/>
                  </a:lnTo>
                  <a:lnTo>
                    <a:pt x="814" y="289"/>
                  </a:lnTo>
                  <a:lnTo>
                    <a:pt x="812" y="289"/>
                  </a:lnTo>
                  <a:lnTo>
                    <a:pt x="809" y="289"/>
                  </a:lnTo>
                  <a:lnTo>
                    <a:pt x="809" y="289"/>
                  </a:lnTo>
                  <a:lnTo>
                    <a:pt x="807" y="289"/>
                  </a:lnTo>
                  <a:lnTo>
                    <a:pt x="805" y="289"/>
                  </a:lnTo>
                  <a:lnTo>
                    <a:pt x="800" y="289"/>
                  </a:lnTo>
                  <a:lnTo>
                    <a:pt x="798" y="287"/>
                  </a:lnTo>
                  <a:lnTo>
                    <a:pt x="793" y="289"/>
                  </a:lnTo>
                  <a:lnTo>
                    <a:pt x="790" y="287"/>
                  </a:lnTo>
                  <a:lnTo>
                    <a:pt x="788" y="287"/>
                  </a:lnTo>
                  <a:lnTo>
                    <a:pt x="788" y="284"/>
                  </a:lnTo>
                  <a:lnTo>
                    <a:pt x="788" y="277"/>
                  </a:lnTo>
                  <a:lnTo>
                    <a:pt x="788" y="275"/>
                  </a:lnTo>
                  <a:lnTo>
                    <a:pt x="788" y="275"/>
                  </a:lnTo>
                  <a:lnTo>
                    <a:pt x="788" y="273"/>
                  </a:lnTo>
                  <a:lnTo>
                    <a:pt x="783" y="270"/>
                  </a:lnTo>
                  <a:lnTo>
                    <a:pt x="783" y="268"/>
                  </a:lnTo>
                  <a:lnTo>
                    <a:pt x="783" y="266"/>
                  </a:lnTo>
                  <a:lnTo>
                    <a:pt x="781" y="263"/>
                  </a:lnTo>
                  <a:lnTo>
                    <a:pt x="779" y="263"/>
                  </a:lnTo>
                  <a:lnTo>
                    <a:pt x="779" y="263"/>
                  </a:lnTo>
                  <a:lnTo>
                    <a:pt x="776" y="263"/>
                  </a:lnTo>
                  <a:lnTo>
                    <a:pt x="776" y="263"/>
                  </a:lnTo>
                  <a:lnTo>
                    <a:pt x="774" y="261"/>
                  </a:lnTo>
                  <a:lnTo>
                    <a:pt x="774" y="261"/>
                  </a:lnTo>
                  <a:lnTo>
                    <a:pt x="774" y="261"/>
                  </a:lnTo>
                  <a:lnTo>
                    <a:pt x="774" y="258"/>
                  </a:lnTo>
                  <a:lnTo>
                    <a:pt x="772" y="258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9" y="266"/>
                  </a:lnTo>
                  <a:lnTo>
                    <a:pt x="767" y="268"/>
                  </a:lnTo>
                  <a:lnTo>
                    <a:pt x="767" y="268"/>
                  </a:lnTo>
                  <a:lnTo>
                    <a:pt x="764" y="268"/>
                  </a:lnTo>
                  <a:lnTo>
                    <a:pt x="762" y="268"/>
                  </a:lnTo>
                  <a:lnTo>
                    <a:pt x="757" y="266"/>
                  </a:lnTo>
                  <a:lnTo>
                    <a:pt x="753" y="263"/>
                  </a:lnTo>
                  <a:lnTo>
                    <a:pt x="753" y="263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48" y="268"/>
                  </a:lnTo>
                  <a:lnTo>
                    <a:pt x="748" y="268"/>
                  </a:lnTo>
                  <a:lnTo>
                    <a:pt x="741" y="268"/>
                  </a:lnTo>
                  <a:lnTo>
                    <a:pt x="738" y="266"/>
                  </a:lnTo>
                  <a:lnTo>
                    <a:pt x="738" y="266"/>
                  </a:lnTo>
                  <a:lnTo>
                    <a:pt x="736" y="261"/>
                  </a:lnTo>
                  <a:lnTo>
                    <a:pt x="717" y="244"/>
                  </a:lnTo>
                  <a:lnTo>
                    <a:pt x="717" y="244"/>
                  </a:lnTo>
                  <a:lnTo>
                    <a:pt x="715" y="244"/>
                  </a:lnTo>
                  <a:lnTo>
                    <a:pt x="715" y="244"/>
                  </a:lnTo>
                  <a:lnTo>
                    <a:pt x="712" y="242"/>
                  </a:lnTo>
                  <a:lnTo>
                    <a:pt x="708" y="244"/>
                  </a:lnTo>
                  <a:lnTo>
                    <a:pt x="705" y="244"/>
                  </a:lnTo>
                  <a:lnTo>
                    <a:pt x="705" y="237"/>
                  </a:lnTo>
                  <a:lnTo>
                    <a:pt x="705" y="223"/>
                  </a:lnTo>
                  <a:lnTo>
                    <a:pt x="705" y="209"/>
                  </a:lnTo>
                  <a:lnTo>
                    <a:pt x="705" y="195"/>
                  </a:lnTo>
                  <a:lnTo>
                    <a:pt x="705" y="180"/>
                  </a:lnTo>
                  <a:lnTo>
                    <a:pt x="705" y="166"/>
                  </a:lnTo>
                  <a:lnTo>
                    <a:pt x="705" y="152"/>
                  </a:lnTo>
                  <a:lnTo>
                    <a:pt x="705" y="138"/>
                  </a:lnTo>
                  <a:lnTo>
                    <a:pt x="705" y="124"/>
                  </a:lnTo>
                  <a:lnTo>
                    <a:pt x="705" y="109"/>
                  </a:lnTo>
                  <a:lnTo>
                    <a:pt x="705" y="95"/>
                  </a:lnTo>
                  <a:lnTo>
                    <a:pt x="705" y="81"/>
                  </a:lnTo>
                  <a:lnTo>
                    <a:pt x="705" y="67"/>
                  </a:lnTo>
                  <a:lnTo>
                    <a:pt x="705" y="53"/>
                  </a:lnTo>
                  <a:lnTo>
                    <a:pt x="705" y="38"/>
                  </a:lnTo>
                  <a:lnTo>
                    <a:pt x="705" y="24"/>
                  </a:lnTo>
                  <a:lnTo>
                    <a:pt x="705" y="10"/>
                  </a:lnTo>
                  <a:lnTo>
                    <a:pt x="705" y="5"/>
                  </a:lnTo>
                  <a:lnTo>
                    <a:pt x="705" y="5"/>
                  </a:lnTo>
                  <a:lnTo>
                    <a:pt x="686" y="5"/>
                  </a:lnTo>
                  <a:lnTo>
                    <a:pt x="672" y="5"/>
                  </a:lnTo>
                  <a:lnTo>
                    <a:pt x="653" y="5"/>
                  </a:lnTo>
                  <a:lnTo>
                    <a:pt x="630" y="5"/>
                  </a:lnTo>
                  <a:lnTo>
                    <a:pt x="606" y="3"/>
                  </a:lnTo>
                  <a:lnTo>
                    <a:pt x="580" y="3"/>
                  </a:lnTo>
                  <a:lnTo>
                    <a:pt x="552" y="3"/>
                  </a:lnTo>
                  <a:lnTo>
                    <a:pt x="523" y="3"/>
                  </a:lnTo>
                  <a:lnTo>
                    <a:pt x="497" y="3"/>
                  </a:lnTo>
                  <a:lnTo>
                    <a:pt x="471" y="3"/>
                  </a:lnTo>
                  <a:lnTo>
                    <a:pt x="450" y="0"/>
                  </a:lnTo>
                  <a:lnTo>
                    <a:pt x="431" y="0"/>
                  </a:lnTo>
                  <a:lnTo>
                    <a:pt x="417" y="0"/>
                  </a:lnTo>
                  <a:lnTo>
                    <a:pt x="407" y="0"/>
                  </a:lnTo>
                  <a:lnTo>
                    <a:pt x="403" y="0"/>
                  </a:lnTo>
                  <a:lnTo>
                    <a:pt x="400" y="0"/>
                  </a:lnTo>
                  <a:lnTo>
                    <a:pt x="400" y="3"/>
                  </a:lnTo>
                  <a:lnTo>
                    <a:pt x="400" y="5"/>
                  </a:lnTo>
                  <a:lnTo>
                    <a:pt x="398" y="24"/>
                  </a:lnTo>
                  <a:lnTo>
                    <a:pt x="398" y="41"/>
                  </a:lnTo>
                  <a:lnTo>
                    <a:pt x="398" y="57"/>
                  </a:lnTo>
                  <a:lnTo>
                    <a:pt x="398" y="76"/>
                  </a:lnTo>
                  <a:lnTo>
                    <a:pt x="395" y="93"/>
                  </a:lnTo>
                  <a:lnTo>
                    <a:pt x="395" y="109"/>
                  </a:lnTo>
                  <a:lnTo>
                    <a:pt x="395" y="128"/>
                  </a:lnTo>
                  <a:lnTo>
                    <a:pt x="395" y="145"/>
                  </a:lnTo>
                  <a:lnTo>
                    <a:pt x="395" y="161"/>
                  </a:lnTo>
                  <a:lnTo>
                    <a:pt x="393" y="180"/>
                  </a:lnTo>
                  <a:lnTo>
                    <a:pt x="393" y="197"/>
                  </a:lnTo>
                  <a:lnTo>
                    <a:pt x="393" y="213"/>
                  </a:lnTo>
                  <a:lnTo>
                    <a:pt x="393" y="230"/>
                  </a:lnTo>
                  <a:lnTo>
                    <a:pt x="391" y="249"/>
                  </a:lnTo>
                  <a:lnTo>
                    <a:pt x="391" y="266"/>
                  </a:lnTo>
                  <a:lnTo>
                    <a:pt x="391" y="282"/>
                  </a:lnTo>
                  <a:lnTo>
                    <a:pt x="391" y="301"/>
                  </a:lnTo>
                  <a:lnTo>
                    <a:pt x="388" y="318"/>
                  </a:lnTo>
                  <a:lnTo>
                    <a:pt x="388" y="334"/>
                  </a:lnTo>
                  <a:lnTo>
                    <a:pt x="388" y="353"/>
                  </a:lnTo>
                  <a:lnTo>
                    <a:pt x="388" y="370"/>
                  </a:lnTo>
                  <a:lnTo>
                    <a:pt x="386" y="386"/>
                  </a:lnTo>
                  <a:lnTo>
                    <a:pt x="386" y="405"/>
                  </a:lnTo>
                  <a:lnTo>
                    <a:pt x="386" y="422"/>
                  </a:lnTo>
                  <a:lnTo>
                    <a:pt x="386" y="438"/>
                  </a:lnTo>
                  <a:lnTo>
                    <a:pt x="386" y="457"/>
                  </a:lnTo>
                  <a:lnTo>
                    <a:pt x="384" y="474"/>
                  </a:lnTo>
                  <a:lnTo>
                    <a:pt x="384" y="490"/>
                  </a:lnTo>
                  <a:lnTo>
                    <a:pt x="384" y="509"/>
                  </a:lnTo>
                  <a:lnTo>
                    <a:pt x="384" y="526"/>
                  </a:lnTo>
                  <a:lnTo>
                    <a:pt x="381" y="542"/>
                  </a:lnTo>
                  <a:lnTo>
                    <a:pt x="381" y="561"/>
                  </a:lnTo>
                  <a:lnTo>
                    <a:pt x="358" y="559"/>
                  </a:lnTo>
                  <a:lnTo>
                    <a:pt x="334" y="559"/>
                  </a:lnTo>
                  <a:lnTo>
                    <a:pt x="310" y="559"/>
                  </a:lnTo>
                  <a:lnTo>
                    <a:pt x="287" y="557"/>
                  </a:lnTo>
                  <a:lnTo>
                    <a:pt x="265" y="557"/>
                  </a:lnTo>
                  <a:lnTo>
                    <a:pt x="242" y="557"/>
                  </a:lnTo>
                  <a:lnTo>
                    <a:pt x="218" y="554"/>
                  </a:lnTo>
                  <a:lnTo>
                    <a:pt x="194" y="554"/>
                  </a:lnTo>
                  <a:lnTo>
                    <a:pt x="171" y="552"/>
                  </a:lnTo>
                  <a:lnTo>
                    <a:pt x="147" y="552"/>
                  </a:lnTo>
                  <a:lnTo>
                    <a:pt x="123" y="550"/>
                  </a:lnTo>
                  <a:lnTo>
                    <a:pt x="100" y="550"/>
                  </a:lnTo>
                  <a:lnTo>
                    <a:pt x="76" y="547"/>
                  </a:lnTo>
                  <a:lnTo>
                    <a:pt x="52" y="547"/>
                  </a:lnTo>
                  <a:lnTo>
                    <a:pt x="29" y="545"/>
                  </a:lnTo>
                  <a:lnTo>
                    <a:pt x="5" y="545"/>
                  </a:lnTo>
                  <a:lnTo>
                    <a:pt x="3" y="545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3" y="550"/>
                  </a:lnTo>
                  <a:lnTo>
                    <a:pt x="3" y="552"/>
                  </a:lnTo>
                  <a:lnTo>
                    <a:pt x="5" y="557"/>
                  </a:lnTo>
                  <a:lnTo>
                    <a:pt x="5" y="559"/>
                  </a:lnTo>
                  <a:lnTo>
                    <a:pt x="8" y="561"/>
                  </a:lnTo>
                  <a:lnTo>
                    <a:pt x="5" y="564"/>
                  </a:lnTo>
                  <a:lnTo>
                    <a:pt x="8" y="564"/>
                  </a:lnTo>
                  <a:lnTo>
                    <a:pt x="8" y="566"/>
                  </a:lnTo>
                  <a:lnTo>
                    <a:pt x="10" y="566"/>
                  </a:lnTo>
                  <a:lnTo>
                    <a:pt x="10" y="566"/>
                  </a:lnTo>
                  <a:lnTo>
                    <a:pt x="12" y="568"/>
                  </a:lnTo>
                  <a:lnTo>
                    <a:pt x="17" y="576"/>
                  </a:lnTo>
                  <a:lnTo>
                    <a:pt x="19" y="576"/>
                  </a:lnTo>
                  <a:lnTo>
                    <a:pt x="24" y="576"/>
                  </a:lnTo>
                  <a:lnTo>
                    <a:pt x="29" y="578"/>
                  </a:lnTo>
                  <a:lnTo>
                    <a:pt x="31" y="580"/>
                  </a:lnTo>
                  <a:lnTo>
                    <a:pt x="34" y="585"/>
                  </a:lnTo>
                  <a:lnTo>
                    <a:pt x="36" y="590"/>
                  </a:lnTo>
                  <a:lnTo>
                    <a:pt x="38" y="599"/>
                  </a:lnTo>
                  <a:lnTo>
                    <a:pt x="38" y="602"/>
                  </a:lnTo>
                  <a:lnTo>
                    <a:pt x="43" y="606"/>
                  </a:lnTo>
                  <a:lnTo>
                    <a:pt x="45" y="609"/>
                  </a:lnTo>
                  <a:lnTo>
                    <a:pt x="45" y="609"/>
                  </a:lnTo>
                  <a:lnTo>
                    <a:pt x="45" y="611"/>
                  </a:lnTo>
                  <a:lnTo>
                    <a:pt x="45" y="611"/>
                  </a:lnTo>
                  <a:lnTo>
                    <a:pt x="45" y="611"/>
                  </a:lnTo>
                  <a:lnTo>
                    <a:pt x="50" y="613"/>
                  </a:lnTo>
                  <a:lnTo>
                    <a:pt x="50" y="616"/>
                  </a:lnTo>
                  <a:lnTo>
                    <a:pt x="52" y="616"/>
                  </a:lnTo>
                  <a:lnTo>
                    <a:pt x="57" y="618"/>
                  </a:lnTo>
                  <a:lnTo>
                    <a:pt x="60" y="621"/>
                  </a:lnTo>
                  <a:lnTo>
                    <a:pt x="62" y="621"/>
                  </a:lnTo>
                  <a:lnTo>
                    <a:pt x="64" y="623"/>
                  </a:lnTo>
                  <a:lnTo>
                    <a:pt x="67" y="623"/>
                  </a:lnTo>
                  <a:lnTo>
                    <a:pt x="71" y="625"/>
                  </a:lnTo>
                  <a:lnTo>
                    <a:pt x="71" y="628"/>
                  </a:lnTo>
                  <a:lnTo>
                    <a:pt x="74" y="628"/>
                  </a:lnTo>
                  <a:lnTo>
                    <a:pt x="74" y="630"/>
                  </a:lnTo>
                  <a:lnTo>
                    <a:pt x="74" y="632"/>
                  </a:lnTo>
                  <a:lnTo>
                    <a:pt x="76" y="632"/>
                  </a:lnTo>
                  <a:lnTo>
                    <a:pt x="78" y="635"/>
                  </a:lnTo>
                  <a:lnTo>
                    <a:pt x="78" y="635"/>
                  </a:lnTo>
                  <a:lnTo>
                    <a:pt x="78" y="635"/>
                  </a:lnTo>
                  <a:lnTo>
                    <a:pt x="81" y="637"/>
                  </a:lnTo>
                  <a:lnTo>
                    <a:pt x="88" y="647"/>
                  </a:lnTo>
                  <a:lnTo>
                    <a:pt x="90" y="649"/>
                  </a:lnTo>
                  <a:lnTo>
                    <a:pt x="90" y="651"/>
                  </a:lnTo>
                  <a:lnTo>
                    <a:pt x="97" y="656"/>
                  </a:lnTo>
                  <a:lnTo>
                    <a:pt x="100" y="658"/>
                  </a:lnTo>
                  <a:lnTo>
                    <a:pt x="100" y="658"/>
                  </a:lnTo>
                  <a:lnTo>
                    <a:pt x="105" y="661"/>
                  </a:lnTo>
                  <a:lnTo>
                    <a:pt x="105" y="663"/>
                  </a:lnTo>
                  <a:lnTo>
                    <a:pt x="107" y="663"/>
                  </a:lnTo>
                  <a:lnTo>
                    <a:pt x="109" y="666"/>
                  </a:lnTo>
                  <a:lnTo>
                    <a:pt x="109" y="668"/>
                  </a:lnTo>
                  <a:lnTo>
                    <a:pt x="112" y="673"/>
                  </a:lnTo>
                  <a:lnTo>
                    <a:pt x="112" y="675"/>
                  </a:lnTo>
                  <a:lnTo>
                    <a:pt x="114" y="675"/>
                  </a:lnTo>
                  <a:lnTo>
                    <a:pt x="119" y="680"/>
                  </a:lnTo>
                  <a:lnTo>
                    <a:pt x="126" y="687"/>
                  </a:lnTo>
                  <a:lnTo>
                    <a:pt x="131" y="694"/>
                  </a:lnTo>
                  <a:lnTo>
                    <a:pt x="131" y="694"/>
                  </a:lnTo>
                  <a:lnTo>
                    <a:pt x="135" y="696"/>
                  </a:lnTo>
                  <a:lnTo>
                    <a:pt x="140" y="699"/>
                  </a:lnTo>
                  <a:lnTo>
                    <a:pt x="142" y="699"/>
                  </a:lnTo>
                  <a:lnTo>
                    <a:pt x="142" y="701"/>
                  </a:lnTo>
                  <a:lnTo>
                    <a:pt x="142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7" y="701"/>
                  </a:lnTo>
                  <a:lnTo>
                    <a:pt x="147" y="701"/>
                  </a:lnTo>
                  <a:lnTo>
                    <a:pt x="149" y="701"/>
                  </a:lnTo>
                  <a:lnTo>
                    <a:pt x="149" y="703"/>
                  </a:lnTo>
                  <a:lnTo>
                    <a:pt x="149" y="703"/>
                  </a:lnTo>
                  <a:lnTo>
                    <a:pt x="152" y="703"/>
                  </a:lnTo>
                  <a:lnTo>
                    <a:pt x="152" y="703"/>
                  </a:lnTo>
                  <a:lnTo>
                    <a:pt x="152" y="706"/>
                  </a:lnTo>
                  <a:lnTo>
                    <a:pt x="152" y="706"/>
                  </a:lnTo>
                  <a:lnTo>
                    <a:pt x="154" y="706"/>
                  </a:lnTo>
                  <a:lnTo>
                    <a:pt x="154" y="706"/>
                  </a:lnTo>
                  <a:lnTo>
                    <a:pt x="154" y="708"/>
                  </a:lnTo>
                  <a:lnTo>
                    <a:pt x="157" y="708"/>
                  </a:lnTo>
                  <a:lnTo>
                    <a:pt x="157" y="708"/>
                  </a:lnTo>
                  <a:lnTo>
                    <a:pt x="161" y="713"/>
                  </a:lnTo>
                  <a:lnTo>
                    <a:pt x="164" y="715"/>
                  </a:lnTo>
                  <a:lnTo>
                    <a:pt x="164" y="715"/>
                  </a:lnTo>
                  <a:lnTo>
                    <a:pt x="166" y="715"/>
                  </a:lnTo>
                  <a:lnTo>
                    <a:pt x="168" y="718"/>
                  </a:lnTo>
                  <a:lnTo>
                    <a:pt x="171" y="720"/>
                  </a:lnTo>
                  <a:lnTo>
                    <a:pt x="171" y="720"/>
                  </a:lnTo>
                  <a:lnTo>
                    <a:pt x="171" y="722"/>
                  </a:lnTo>
                  <a:lnTo>
                    <a:pt x="171" y="725"/>
                  </a:lnTo>
                  <a:lnTo>
                    <a:pt x="171" y="725"/>
                  </a:lnTo>
                  <a:lnTo>
                    <a:pt x="173" y="725"/>
                  </a:lnTo>
                  <a:lnTo>
                    <a:pt x="175" y="725"/>
                  </a:lnTo>
                  <a:lnTo>
                    <a:pt x="175" y="727"/>
                  </a:lnTo>
                  <a:lnTo>
                    <a:pt x="178" y="727"/>
                  </a:lnTo>
                  <a:lnTo>
                    <a:pt x="180" y="732"/>
                  </a:lnTo>
                  <a:lnTo>
                    <a:pt x="180" y="734"/>
                  </a:lnTo>
                  <a:lnTo>
                    <a:pt x="180" y="734"/>
                  </a:lnTo>
                  <a:lnTo>
                    <a:pt x="180" y="739"/>
                  </a:lnTo>
                  <a:lnTo>
                    <a:pt x="183" y="739"/>
                  </a:lnTo>
                  <a:lnTo>
                    <a:pt x="183" y="741"/>
                  </a:lnTo>
                  <a:lnTo>
                    <a:pt x="183" y="741"/>
                  </a:lnTo>
                  <a:lnTo>
                    <a:pt x="183" y="741"/>
                  </a:lnTo>
                  <a:lnTo>
                    <a:pt x="183" y="744"/>
                  </a:lnTo>
                  <a:lnTo>
                    <a:pt x="183" y="744"/>
                  </a:lnTo>
                  <a:lnTo>
                    <a:pt x="183" y="746"/>
                  </a:lnTo>
                  <a:lnTo>
                    <a:pt x="185" y="746"/>
                  </a:lnTo>
                  <a:lnTo>
                    <a:pt x="185" y="748"/>
                  </a:lnTo>
                  <a:lnTo>
                    <a:pt x="185" y="751"/>
                  </a:lnTo>
                  <a:lnTo>
                    <a:pt x="183" y="751"/>
                  </a:lnTo>
                  <a:lnTo>
                    <a:pt x="185" y="751"/>
                  </a:lnTo>
                  <a:lnTo>
                    <a:pt x="185" y="753"/>
                  </a:lnTo>
                  <a:lnTo>
                    <a:pt x="185" y="753"/>
                  </a:lnTo>
                  <a:lnTo>
                    <a:pt x="187" y="755"/>
                  </a:lnTo>
                  <a:lnTo>
                    <a:pt x="187" y="755"/>
                  </a:lnTo>
                  <a:lnTo>
                    <a:pt x="187" y="755"/>
                  </a:lnTo>
                  <a:lnTo>
                    <a:pt x="187" y="758"/>
                  </a:lnTo>
                  <a:lnTo>
                    <a:pt x="187" y="760"/>
                  </a:lnTo>
                  <a:lnTo>
                    <a:pt x="187" y="760"/>
                  </a:lnTo>
                  <a:lnTo>
                    <a:pt x="190" y="760"/>
                  </a:lnTo>
                  <a:lnTo>
                    <a:pt x="192" y="765"/>
                  </a:lnTo>
                  <a:lnTo>
                    <a:pt x="192" y="767"/>
                  </a:lnTo>
                  <a:lnTo>
                    <a:pt x="194" y="770"/>
                  </a:lnTo>
                  <a:lnTo>
                    <a:pt x="194" y="772"/>
                  </a:lnTo>
                  <a:lnTo>
                    <a:pt x="197" y="772"/>
                  </a:lnTo>
                  <a:lnTo>
                    <a:pt x="197" y="772"/>
                  </a:lnTo>
                  <a:lnTo>
                    <a:pt x="199" y="777"/>
                  </a:lnTo>
                  <a:lnTo>
                    <a:pt x="201" y="779"/>
                  </a:lnTo>
                  <a:lnTo>
                    <a:pt x="201" y="781"/>
                  </a:lnTo>
                  <a:lnTo>
                    <a:pt x="201" y="786"/>
                  </a:lnTo>
                  <a:lnTo>
                    <a:pt x="201" y="789"/>
                  </a:lnTo>
                  <a:lnTo>
                    <a:pt x="199" y="793"/>
                  </a:lnTo>
                  <a:lnTo>
                    <a:pt x="199" y="796"/>
                  </a:lnTo>
                  <a:lnTo>
                    <a:pt x="199" y="800"/>
                  </a:lnTo>
                  <a:lnTo>
                    <a:pt x="199" y="808"/>
                  </a:lnTo>
                  <a:lnTo>
                    <a:pt x="199" y="808"/>
                  </a:lnTo>
                  <a:lnTo>
                    <a:pt x="199" y="810"/>
                  </a:lnTo>
                  <a:lnTo>
                    <a:pt x="199" y="810"/>
                  </a:lnTo>
                  <a:lnTo>
                    <a:pt x="201" y="812"/>
                  </a:lnTo>
                  <a:lnTo>
                    <a:pt x="201" y="812"/>
                  </a:lnTo>
                  <a:lnTo>
                    <a:pt x="201" y="815"/>
                  </a:lnTo>
                  <a:lnTo>
                    <a:pt x="201" y="815"/>
                  </a:lnTo>
                  <a:lnTo>
                    <a:pt x="204" y="817"/>
                  </a:lnTo>
                  <a:lnTo>
                    <a:pt x="206" y="824"/>
                  </a:lnTo>
                  <a:lnTo>
                    <a:pt x="206" y="824"/>
                  </a:lnTo>
                  <a:lnTo>
                    <a:pt x="209" y="826"/>
                  </a:lnTo>
                  <a:lnTo>
                    <a:pt x="209" y="829"/>
                  </a:lnTo>
                  <a:lnTo>
                    <a:pt x="211" y="831"/>
                  </a:lnTo>
                  <a:lnTo>
                    <a:pt x="211" y="836"/>
                  </a:lnTo>
                  <a:lnTo>
                    <a:pt x="213" y="838"/>
                  </a:lnTo>
                  <a:lnTo>
                    <a:pt x="213" y="841"/>
                  </a:lnTo>
                  <a:lnTo>
                    <a:pt x="213" y="843"/>
                  </a:lnTo>
                  <a:lnTo>
                    <a:pt x="213" y="845"/>
                  </a:lnTo>
                  <a:lnTo>
                    <a:pt x="216" y="845"/>
                  </a:lnTo>
                  <a:lnTo>
                    <a:pt x="216" y="848"/>
                  </a:lnTo>
                  <a:lnTo>
                    <a:pt x="220" y="850"/>
                  </a:lnTo>
                  <a:lnTo>
                    <a:pt x="223" y="852"/>
                  </a:lnTo>
                  <a:lnTo>
                    <a:pt x="223" y="852"/>
                  </a:lnTo>
                  <a:lnTo>
                    <a:pt x="223" y="855"/>
                  </a:lnTo>
                  <a:lnTo>
                    <a:pt x="223" y="855"/>
                  </a:lnTo>
                  <a:lnTo>
                    <a:pt x="225" y="857"/>
                  </a:lnTo>
                  <a:lnTo>
                    <a:pt x="225" y="857"/>
                  </a:lnTo>
                  <a:lnTo>
                    <a:pt x="235" y="862"/>
                  </a:lnTo>
                  <a:lnTo>
                    <a:pt x="235" y="864"/>
                  </a:lnTo>
                  <a:lnTo>
                    <a:pt x="237" y="864"/>
                  </a:lnTo>
                  <a:lnTo>
                    <a:pt x="239" y="864"/>
                  </a:lnTo>
                  <a:lnTo>
                    <a:pt x="242" y="864"/>
                  </a:lnTo>
                  <a:lnTo>
                    <a:pt x="244" y="867"/>
                  </a:lnTo>
                  <a:lnTo>
                    <a:pt x="246" y="869"/>
                  </a:lnTo>
                  <a:lnTo>
                    <a:pt x="249" y="869"/>
                  </a:lnTo>
                  <a:lnTo>
                    <a:pt x="249" y="869"/>
                  </a:lnTo>
                  <a:lnTo>
                    <a:pt x="251" y="874"/>
                  </a:lnTo>
                  <a:lnTo>
                    <a:pt x="254" y="879"/>
                  </a:lnTo>
                  <a:lnTo>
                    <a:pt x="256" y="881"/>
                  </a:lnTo>
                  <a:lnTo>
                    <a:pt x="261" y="883"/>
                  </a:lnTo>
                  <a:lnTo>
                    <a:pt x="265" y="888"/>
                  </a:lnTo>
                  <a:lnTo>
                    <a:pt x="268" y="890"/>
                  </a:lnTo>
                  <a:lnTo>
                    <a:pt x="280" y="895"/>
                  </a:lnTo>
                  <a:lnTo>
                    <a:pt x="284" y="897"/>
                  </a:lnTo>
                  <a:lnTo>
                    <a:pt x="294" y="897"/>
                  </a:lnTo>
                  <a:lnTo>
                    <a:pt x="294" y="897"/>
                  </a:lnTo>
                  <a:lnTo>
                    <a:pt x="296" y="897"/>
                  </a:lnTo>
                  <a:lnTo>
                    <a:pt x="296" y="900"/>
                  </a:lnTo>
                  <a:lnTo>
                    <a:pt x="294" y="902"/>
                  </a:lnTo>
                  <a:lnTo>
                    <a:pt x="296" y="902"/>
                  </a:lnTo>
                  <a:lnTo>
                    <a:pt x="296" y="905"/>
                  </a:lnTo>
                  <a:lnTo>
                    <a:pt x="298" y="905"/>
                  </a:lnTo>
                  <a:lnTo>
                    <a:pt x="303" y="909"/>
                  </a:lnTo>
                  <a:lnTo>
                    <a:pt x="306" y="912"/>
                  </a:lnTo>
                  <a:lnTo>
                    <a:pt x="315" y="914"/>
                  </a:lnTo>
                  <a:lnTo>
                    <a:pt x="317" y="914"/>
                  </a:lnTo>
                  <a:lnTo>
                    <a:pt x="320" y="914"/>
                  </a:lnTo>
                  <a:lnTo>
                    <a:pt x="320" y="914"/>
                  </a:lnTo>
                  <a:lnTo>
                    <a:pt x="320" y="914"/>
                  </a:lnTo>
                  <a:lnTo>
                    <a:pt x="320" y="916"/>
                  </a:lnTo>
                  <a:lnTo>
                    <a:pt x="322" y="916"/>
                  </a:lnTo>
                  <a:lnTo>
                    <a:pt x="327" y="924"/>
                  </a:lnTo>
                  <a:lnTo>
                    <a:pt x="332" y="926"/>
                  </a:lnTo>
                  <a:lnTo>
                    <a:pt x="332" y="926"/>
                  </a:lnTo>
                  <a:lnTo>
                    <a:pt x="334" y="926"/>
                  </a:lnTo>
                  <a:lnTo>
                    <a:pt x="336" y="931"/>
                  </a:lnTo>
                  <a:lnTo>
                    <a:pt x="339" y="931"/>
                  </a:lnTo>
                  <a:lnTo>
                    <a:pt x="339" y="931"/>
                  </a:lnTo>
                  <a:lnTo>
                    <a:pt x="341" y="928"/>
                  </a:lnTo>
                  <a:lnTo>
                    <a:pt x="341" y="928"/>
                  </a:lnTo>
                  <a:lnTo>
                    <a:pt x="343" y="931"/>
                  </a:lnTo>
                  <a:lnTo>
                    <a:pt x="343" y="931"/>
                  </a:lnTo>
                  <a:lnTo>
                    <a:pt x="346" y="931"/>
                  </a:lnTo>
                  <a:lnTo>
                    <a:pt x="343" y="933"/>
                  </a:lnTo>
                  <a:lnTo>
                    <a:pt x="346" y="933"/>
                  </a:lnTo>
                  <a:lnTo>
                    <a:pt x="353" y="933"/>
                  </a:lnTo>
                  <a:lnTo>
                    <a:pt x="358" y="935"/>
                  </a:lnTo>
                  <a:lnTo>
                    <a:pt x="362" y="935"/>
                  </a:lnTo>
                  <a:lnTo>
                    <a:pt x="365" y="935"/>
                  </a:lnTo>
                  <a:lnTo>
                    <a:pt x="367" y="931"/>
                  </a:lnTo>
                  <a:lnTo>
                    <a:pt x="367" y="926"/>
                  </a:lnTo>
                  <a:lnTo>
                    <a:pt x="367" y="926"/>
                  </a:lnTo>
                  <a:lnTo>
                    <a:pt x="367" y="926"/>
                  </a:lnTo>
                  <a:lnTo>
                    <a:pt x="369" y="926"/>
                  </a:lnTo>
                  <a:lnTo>
                    <a:pt x="369" y="926"/>
                  </a:lnTo>
                  <a:lnTo>
                    <a:pt x="369" y="924"/>
                  </a:lnTo>
                  <a:lnTo>
                    <a:pt x="372" y="924"/>
                  </a:lnTo>
                  <a:lnTo>
                    <a:pt x="374" y="921"/>
                  </a:lnTo>
                  <a:lnTo>
                    <a:pt x="377" y="919"/>
                  </a:lnTo>
                  <a:lnTo>
                    <a:pt x="377" y="919"/>
                  </a:lnTo>
                  <a:lnTo>
                    <a:pt x="377" y="919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4" y="912"/>
                  </a:lnTo>
                  <a:lnTo>
                    <a:pt x="386" y="912"/>
                  </a:lnTo>
                  <a:lnTo>
                    <a:pt x="391" y="907"/>
                  </a:lnTo>
                  <a:lnTo>
                    <a:pt x="393" y="907"/>
                  </a:lnTo>
                  <a:lnTo>
                    <a:pt x="395" y="907"/>
                  </a:lnTo>
                  <a:lnTo>
                    <a:pt x="395" y="907"/>
                  </a:lnTo>
                  <a:lnTo>
                    <a:pt x="393" y="905"/>
                  </a:lnTo>
                  <a:lnTo>
                    <a:pt x="391" y="902"/>
                  </a:lnTo>
                  <a:lnTo>
                    <a:pt x="391" y="902"/>
                  </a:lnTo>
                  <a:lnTo>
                    <a:pt x="391" y="900"/>
                  </a:lnTo>
                  <a:lnTo>
                    <a:pt x="391" y="895"/>
                  </a:lnTo>
                  <a:lnTo>
                    <a:pt x="393" y="893"/>
                  </a:lnTo>
                  <a:lnTo>
                    <a:pt x="393" y="893"/>
                  </a:lnTo>
                  <a:lnTo>
                    <a:pt x="393" y="890"/>
                  </a:lnTo>
                  <a:lnTo>
                    <a:pt x="393" y="890"/>
                  </a:lnTo>
                  <a:lnTo>
                    <a:pt x="395" y="890"/>
                  </a:lnTo>
                  <a:lnTo>
                    <a:pt x="395" y="890"/>
                  </a:lnTo>
                  <a:lnTo>
                    <a:pt x="395" y="890"/>
                  </a:lnTo>
                  <a:lnTo>
                    <a:pt x="398" y="890"/>
                  </a:lnTo>
                  <a:lnTo>
                    <a:pt x="398" y="890"/>
                  </a:lnTo>
                  <a:lnTo>
                    <a:pt x="398" y="888"/>
                  </a:lnTo>
                  <a:lnTo>
                    <a:pt x="395" y="888"/>
                  </a:lnTo>
                  <a:lnTo>
                    <a:pt x="395" y="886"/>
                  </a:lnTo>
                  <a:lnTo>
                    <a:pt x="398" y="886"/>
                  </a:lnTo>
                  <a:lnTo>
                    <a:pt x="398" y="883"/>
                  </a:lnTo>
                  <a:lnTo>
                    <a:pt x="398" y="881"/>
                  </a:lnTo>
                  <a:lnTo>
                    <a:pt x="398" y="881"/>
                  </a:lnTo>
                  <a:lnTo>
                    <a:pt x="398" y="879"/>
                  </a:lnTo>
                  <a:lnTo>
                    <a:pt x="398" y="879"/>
                  </a:lnTo>
                  <a:lnTo>
                    <a:pt x="398" y="876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5" y="864"/>
                  </a:lnTo>
                  <a:lnTo>
                    <a:pt x="403" y="864"/>
                  </a:lnTo>
                  <a:lnTo>
                    <a:pt x="405" y="864"/>
                  </a:lnTo>
                  <a:lnTo>
                    <a:pt x="405" y="862"/>
                  </a:lnTo>
                  <a:lnTo>
                    <a:pt x="405" y="862"/>
                  </a:lnTo>
                  <a:lnTo>
                    <a:pt x="405" y="860"/>
                  </a:lnTo>
                  <a:lnTo>
                    <a:pt x="407" y="860"/>
                  </a:lnTo>
                  <a:lnTo>
                    <a:pt x="407" y="860"/>
                  </a:lnTo>
                  <a:lnTo>
                    <a:pt x="407" y="857"/>
                  </a:lnTo>
                  <a:lnTo>
                    <a:pt x="407" y="857"/>
                  </a:lnTo>
                  <a:lnTo>
                    <a:pt x="410" y="855"/>
                  </a:lnTo>
                  <a:lnTo>
                    <a:pt x="410" y="855"/>
                  </a:lnTo>
                  <a:lnTo>
                    <a:pt x="410" y="852"/>
                  </a:lnTo>
                  <a:lnTo>
                    <a:pt x="414" y="848"/>
                  </a:lnTo>
                  <a:lnTo>
                    <a:pt x="414" y="845"/>
                  </a:lnTo>
                  <a:lnTo>
                    <a:pt x="414" y="845"/>
                  </a:lnTo>
                  <a:lnTo>
                    <a:pt x="414" y="843"/>
                  </a:lnTo>
                  <a:lnTo>
                    <a:pt x="414" y="843"/>
                  </a:lnTo>
                  <a:lnTo>
                    <a:pt x="417" y="843"/>
                  </a:lnTo>
                  <a:lnTo>
                    <a:pt x="419" y="843"/>
                  </a:lnTo>
                  <a:lnTo>
                    <a:pt x="421" y="843"/>
                  </a:lnTo>
                  <a:lnTo>
                    <a:pt x="426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3" y="838"/>
                  </a:lnTo>
                  <a:lnTo>
                    <a:pt x="433" y="838"/>
                  </a:lnTo>
                  <a:lnTo>
                    <a:pt x="445" y="838"/>
                  </a:lnTo>
                  <a:lnTo>
                    <a:pt x="445" y="838"/>
                  </a:lnTo>
                  <a:lnTo>
                    <a:pt x="445" y="838"/>
                  </a:lnTo>
                  <a:lnTo>
                    <a:pt x="447" y="836"/>
                  </a:lnTo>
                  <a:lnTo>
                    <a:pt x="447" y="834"/>
                  </a:lnTo>
                  <a:lnTo>
                    <a:pt x="450" y="831"/>
                  </a:lnTo>
                  <a:lnTo>
                    <a:pt x="450" y="829"/>
                  </a:lnTo>
                  <a:lnTo>
                    <a:pt x="450" y="829"/>
                  </a:lnTo>
                  <a:lnTo>
                    <a:pt x="452" y="829"/>
                  </a:lnTo>
                  <a:lnTo>
                    <a:pt x="452" y="829"/>
                  </a:lnTo>
                  <a:lnTo>
                    <a:pt x="455" y="826"/>
                  </a:lnTo>
                  <a:lnTo>
                    <a:pt x="455" y="824"/>
                  </a:lnTo>
                  <a:lnTo>
                    <a:pt x="457" y="826"/>
                  </a:lnTo>
                  <a:lnTo>
                    <a:pt x="457" y="826"/>
                  </a:lnTo>
                  <a:lnTo>
                    <a:pt x="459" y="829"/>
                  </a:lnTo>
                  <a:lnTo>
                    <a:pt x="462" y="826"/>
                  </a:lnTo>
                  <a:lnTo>
                    <a:pt x="462" y="829"/>
                  </a:lnTo>
                  <a:lnTo>
                    <a:pt x="464" y="831"/>
                  </a:lnTo>
                  <a:lnTo>
                    <a:pt x="466" y="831"/>
                  </a:lnTo>
                  <a:lnTo>
                    <a:pt x="471" y="834"/>
                  </a:lnTo>
                  <a:lnTo>
                    <a:pt x="474" y="836"/>
                  </a:lnTo>
                  <a:lnTo>
                    <a:pt x="478" y="836"/>
                  </a:lnTo>
                  <a:lnTo>
                    <a:pt x="488" y="836"/>
                  </a:lnTo>
                  <a:lnTo>
                    <a:pt x="490" y="836"/>
                  </a:lnTo>
                  <a:lnTo>
                    <a:pt x="492" y="836"/>
                  </a:lnTo>
                  <a:lnTo>
                    <a:pt x="495" y="836"/>
                  </a:lnTo>
                  <a:lnTo>
                    <a:pt x="495" y="836"/>
                  </a:lnTo>
                  <a:lnTo>
                    <a:pt x="497" y="838"/>
                  </a:lnTo>
                  <a:lnTo>
                    <a:pt x="497" y="838"/>
                  </a:lnTo>
                  <a:lnTo>
                    <a:pt x="500" y="838"/>
                  </a:lnTo>
                  <a:lnTo>
                    <a:pt x="500" y="836"/>
                  </a:lnTo>
                  <a:lnTo>
                    <a:pt x="500" y="836"/>
                  </a:lnTo>
                  <a:lnTo>
                    <a:pt x="502" y="836"/>
                  </a:lnTo>
                  <a:lnTo>
                    <a:pt x="502" y="836"/>
                  </a:lnTo>
                  <a:lnTo>
                    <a:pt x="504" y="836"/>
                  </a:lnTo>
                  <a:lnTo>
                    <a:pt x="509" y="836"/>
                  </a:lnTo>
                  <a:lnTo>
                    <a:pt x="509" y="836"/>
                  </a:lnTo>
                  <a:lnTo>
                    <a:pt x="511" y="836"/>
                  </a:lnTo>
                  <a:lnTo>
                    <a:pt x="511" y="838"/>
                  </a:lnTo>
                  <a:lnTo>
                    <a:pt x="511" y="838"/>
                  </a:lnTo>
                  <a:lnTo>
                    <a:pt x="528" y="841"/>
                  </a:lnTo>
                  <a:lnTo>
                    <a:pt x="535" y="841"/>
                  </a:lnTo>
                  <a:lnTo>
                    <a:pt x="537" y="841"/>
                  </a:lnTo>
                  <a:lnTo>
                    <a:pt x="537" y="838"/>
                  </a:lnTo>
                  <a:lnTo>
                    <a:pt x="537" y="838"/>
                  </a:lnTo>
                  <a:lnTo>
                    <a:pt x="537" y="836"/>
                  </a:lnTo>
                  <a:lnTo>
                    <a:pt x="537" y="836"/>
                  </a:lnTo>
                  <a:lnTo>
                    <a:pt x="537" y="836"/>
                  </a:lnTo>
                  <a:lnTo>
                    <a:pt x="540" y="836"/>
                  </a:lnTo>
                  <a:lnTo>
                    <a:pt x="540" y="836"/>
                  </a:lnTo>
                  <a:lnTo>
                    <a:pt x="540" y="838"/>
                  </a:lnTo>
                  <a:lnTo>
                    <a:pt x="540" y="838"/>
                  </a:lnTo>
                  <a:lnTo>
                    <a:pt x="540" y="841"/>
                  </a:lnTo>
                  <a:lnTo>
                    <a:pt x="540" y="841"/>
                  </a:lnTo>
                  <a:lnTo>
                    <a:pt x="542" y="843"/>
                  </a:lnTo>
                  <a:lnTo>
                    <a:pt x="542" y="841"/>
                  </a:lnTo>
                  <a:lnTo>
                    <a:pt x="544" y="841"/>
                  </a:lnTo>
                  <a:lnTo>
                    <a:pt x="547" y="838"/>
                  </a:lnTo>
                  <a:lnTo>
                    <a:pt x="547" y="841"/>
                  </a:lnTo>
                  <a:lnTo>
                    <a:pt x="549" y="841"/>
                  </a:lnTo>
                  <a:lnTo>
                    <a:pt x="549" y="841"/>
                  </a:lnTo>
                  <a:lnTo>
                    <a:pt x="549" y="843"/>
                  </a:lnTo>
                  <a:lnTo>
                    <a:pt x="552" y="841"/>
                  </a:lnTo>
                  <a:lnTo>
                    <a:pt x="552" y="841"/>
                  </a:lnTo>
                  <a:lnTo>
                    <a:pt x="554" y="841"/>
                  </a:lnTo>
                  <a:lnTo>
                    <a:pt x="554" y="843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6" y="848"/>
                  </a:lnTo>
                  <a:lnTo>
                    <a:pt x="556" y="850"/>
                  </a:lnTo>
                  <a:lnTo>
                    <a:pt x="559" y="852"/>
                  </a:lnTo>
                  <a:lnTo>
                    <a:pt x="559" y="855"/>
                  </a:lnTo>
                  <a:lnTo>
                    <a:pt x="559" y="855"/>
                  </a:lnTo>
                  <a:lnTo>
                    <a:pt x="561" y="857"/>
                  </a:lnTo>
                  <a:lnTo>
                    <a:pt x="563" y="857"/>
                  </a:lnTo>
                  <a:lnTo>
                    <a:pt x="566" y="857"/>
                  </a:lnTo>
                  <a:lnTo>
                    <a:pt x="563" y="860"/>
                  </a:lnTo>
                  <a:lnTo>
                    <a:pt x="563" y="862"/>
                  </a:lnTo>
                  <a:lnTo>
                    <a:pt x="563" y="864"/>
                  </a:lnTo>
                  <a:lnTo>
                    <a:pt x="563" y="864"/>
                  </a:lnTo>
                  <a:lnTo>
                    <a:pt x="566" y="862"/>
                  </a:lnTo>
                  <a:lnTo>
                    <a:pt x="568" y="860"/>
                  </a:lnTo>
                  <a:lnTo>
                    <a:pt x="573" y="860"/>
                  </a:lnTo>
                  <a:lnTo>
                    <a:pt x="573" y="862"/>
                  </a:lnTo>
                  <a:lnTo>
                    <a:pt x="573" y="864"/>
                  </a:lnTo>
                  <a:lnTo>
                    <a:pt x="573" y="869"/>
                  </a:lnTo>
                  <a:lnTo>
                    <a:pt x="573" y="871"/>
                  </a:lnTo>
                  <a:lnTo>
                    <a:pt x="575" y="871"/>
                  </a:lnTo>
                  <a:lnTo>
                    <a:pt x="575" y="871"/>
                  </a:lnTo>
                  <a:lnTo>
                    <a:pt x="578" y="871"/>
                  </a:lnTo>
                  <a:lnTo>
                    <a:pt x="578" y="874"/>
                  </a:lnTo>
                  <a:lnTo>
                    <a:pt x="580" y="876"/>
                  </a:lnTo>
                  <a:lnTo>
                    <a:pt x="582" y="879"/>
                  </a:lnTo>
                  <a:lnTo>
                    <a:pt x="589" y="881"/>
                  </a:lnTo>
                  <a:lnTo>
                    <a:pt x="594" y="881"/>
                  </a:lnTo>
                  <a:lnTo>
                    <a:pt x="594" y="883"/>
                  </a:lnTo>
                  <a:lnTo>
                    <a:pt x="594" y="886"/>
                  </a:lnTo>
                  <a:lnTo>
                    <a:pt x="594" y="888"/>
                  </a:lnTo>
                  <a:lnTo>
                    <a:pt x="594" y="890"/>
                  </a:lnTo>
                  <a:lnTo>
                    <a:pt x="596" y="890"/>
                  </a:lnTo>
                  <a:lnTo>
                    <a:pt x="596" y="893"/>
                  </a:lnTo>
                  <a:lnTo>
                    <a:pt x="599" y="893"/>
                  </a:lnTo>
                  <a:lnTo>
                    <a:pt x="606" y="897"/>
                  </a:lnTo>
                  <a:lnTo>
                    <a:pt x="608" y="900"/>
                  </a:lnTo>
                  <a:lnTo>
                    <a:pt x="611" y="902"/>
                  </a:lnTo>
                  <a:lnTo>
                    <a:pt x="611" y="902"/>
                  </a:lnTo>
                  <a:lnTo>
                    <a:pt x="618" y="905"/>
                  </a:lnTo>
                  <a:lnTo>
                    <a:pt x="620" y="907"/>
                  </a:lnTo>
                  <a:lnTo>
                    <a:pt x="620" y="909"/>
                  </a:lnTo>
                  <a:lnTo>
                    <a:pt x="623" y="912"/>
                  </a:lnTo>
                  <a:lnTo>
                    <a:pt x="623" y="916"/>
                  </a:lnTo>
                  <a:lnTo>
                    <a:pt x="623" y="916"/>
                  </a:lnTo>
                  <a:lnTo>
                    <a:pt x="627" y="921"/>
                  </a:lnTo>
                  <a:lnTo>
                    <a:pt x="630" y="924"/>
                  </a:lnTo>
                  <a:lnTo>
                    <a:pt x="630" y="924"/>
                  </a:lnTo>
                  <a:lnTo>
                    <a:pt x="630" y="924"/>
                  </a:lnTo>
                  <a:lnTo>
                    <a:pt x="632" y="924"/>
                  </a:lnTo>
                  <a:lnTo>
                    <a:pt x="632" y="924"/>
                  </a:lnTo>
                  <a:lnTo>
                    <a:pt x="634" y="926"/>
                  </a:lnTo>
                  <a:lnTo>
                    <a:pt x="634" y="933"/>
                  </a:lnTo>
                  <a:lnTo>
                    <a:pt x="637" y="938"/>
                  </a:lnTo>
                  <a:lnTo>
                    <a:pt x="637" y="940"/>
                  </a:lnTo>
                  <a:lnTo>
                    <a:pt x="637" y="942"/>
                  </a:lnTo>
                  <a:lnTo>
                    <a:pt x="637" y="945"/>
                  </a:lnTo>
                  <a:lnTo>
                    <a:pt x="637" y="945"/>
                  </a:lnTo>
                  <a:lnTo>
                    <a:pt x="637" y="947"/>
                  </a:lnTo>
                  <a:lnTo>
                    <a:pt x="637" y="947"/>
                  </a:lnTo>
                  <a:lnTo>
                    <a:pt x="639" y="950"/>
                  </a:lnTo>
                  <a:lnTo>
                    <a:pt x="639" y="950"/>
                  </a:lnTo>
                  <a:lnTo>
                    <a:pt x="641" y="952"/>
                  </a:lnTo>
                  <a:lnTo>
                    <a:pt x="641" y="954"/>
                  </a:lnTo>
                  <a:lnTo>
                    <a:pt x="641" y="954"/>
                  </a:lnTo>
                  <a:lnTo>
                    <a:pt x="644" y="954"/>
                  </a:lnTo>
                  <a:lnTo>
                    <a:pt x="644" y="954"/>
                  </a:lnTo>
                  <a:lnTo>
                    <a:pt x="644" y="957"/>
                  </a:lnTo>
                  <a:lnTo>
                    <a:pt x="644" y="957"/>
                  </a:lnTo>
                  <a:lnTo>
                    <a:pt x="644" y="959"/>
                  </a:lnTo>
                  <a:lnTo>
                    <a:pt x="644" y="959"/>
                  </a:lnTo>
                  <a:lnTo>
                    <a:pt x="646" y="959"/>
                  </a:lnTo>
                  <a:lnTo>
                    <a:pt x="646" y="959"/>
                  </a:lnTo>
                  <a:lnTo>
                    <a:pt x="646" y="959"/>
                  </a:lnTo>
                  <a:lnTo>
                    <a:pt x="649" y="961"/>
                  </a:lnTo>
                  <a:lnTo>
                    <a:pt x="649" y="961"/>
                  </a:lnTo>
                  <a:lnTo>
                    <a:pt x="649" y="964"/>
                  </a:lnTo>
                  <a:lnTo>
                    <a:pt x="651" y="976"/>
                  </a:lnTo>
                  <a:lnTo>
                    <a:pt x="653" y="978"/>
                  </a:lnTo>
                  <a:lnTo>
                    <a:pt x="658" y="983"/>
                  </a:lnTo>
                  <a:lnTo>
                    <a:pt x="658" y="985"/>
                  </a:lnTo>
                  <a:lnTo>
                    <a:pt x="658" y="985"/>
                  </a:lnTo>
                  <a:lnTo>
                    <a:pt x="660" y="987"/>
                  </a:lnTo>
                  <a:lnTo>
                    <a:pt x="663" y="987"/>
                  </a:lnTo>
                  <a:lnTo>
                    <a:pt x="663" y="990"/>
                  </a:lnTo>
                  <a:lnTo>
                    <a:pt x="663" y="992"/>
                  </a:lnTo>
                  <a:lnTo>
                    <a:pt x="663" y="995"/>
                  </a:lnTo>
                  <a:lnTo>
                    <a:pt x="663" y="997"/>
                  </a:lnTo>
                  <a:lnTo>
                    <a:pt x="665" y="997"/>
                  </a:lnTo>
                  <a:lnTo>
                    <a:pt x="670" y="999"/>
                  </a:lnTo>
                  <a:lnTo>
                    <a:pt x="670" y="999"/>
                  </a:lnTo>
                  <a:lnTo>
                    <a:pt x="667" y="1002"/>
                  </a:lnTo>
                  <a:lnTo>
                    <a:pt x="667" y="1002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67" y="1006"/>
                  </a:lnTo>
                  <a:lnTo>
                    <a:pt x="670" y="1006"/>
                  </a:lnTo>
                  <a:lnTo>
                    <a:pt x="670" y="1011"/>
                  </a:lnTo>
                  <a:lnTo>
                    <a:pt x="670" y="1016"/>
                  </a:lnTo>
                  <a:lnTo>
                    <a:pt x="675" y="1018"/>
                  </a:lnTo>
                  <a:lnTo>
                    <a:pt x="675" y="1023"/>
                  </a:lnTo>
                  <a:lnTo>
                    <a:pt x="675" y="1025"/>
                  </a:lnTo>
                  <a:lnTo>
                    <a:pt x="675" y="1028"/>
                  </a:lnTo>
                  <a:lnTo>
                    <a:pt x="675" y="1030"/>
                  </a:lnTo>
                  <a:lnTo>
                    <a:pt x="677" y="1030"/>
                  </a:lnTo>
                  <a:lnTo>
                    <a:pt x="679" y="1032"/>
                  </a:lnTo>
                  <a:lnTo>
                    <a:pt x="682" y="1032"/>
                  </a:lnTo>
                  <a:lnTo>
                    <a:pt x="684" y="1032"/>
                  </a:lnTo>
                  <a:lnTo>
                    <a:pt x="684" y="1035"/>
                  </a:lnTo>
                  <a:lnTo>
                    <a:pt x="684" y="1035"/>
                  </a:lnTo>
                  <a:lnTo>
                    <a:pt x="684" y="1037"/>
                  </a:lnTo>
                  <a:lnTo>
                    <a:pt x="684" y="1039"/>
                  </a:lnTo>
                  <a:lnTo>
                    <a:pt x="686" y="1039"/>
                  </a:lnTo>
                  <a:lnTo>
                    <a:pt x="698" y="1044"/>
                  </a:lnTo>
                  <a:lnTo>
                    <a:pt x="701" y="1047"/>
                  </a:lnTo>
                  <a:lnTo>
                    <a:pt x="701" y="1049"/>
                  </a:lnTo>
                  <a:lnTo>
                    <a:pt x="701" y="1051"/>
                  </a:lnTo>
                  <a:lnTo>
                    <a:pt x="701" y="1051"/>
                  </a:lnTo>
                  <a:lnTo>
                    <a:pt x="703" y="1054"/>
                  </a:lnTo>
                  <a:lnTo>
                    <a:pt x="703" y="1054"/>
                  </a:lnTo>
                  <a:lnTo>
                    <a:pt x="705" y="1054"/>
                  </a:lnTo>
                  <a:lnTo>
                    <a:pt x="705" y="1056"/>
                  </a:lnTo>
                  <a:lnTo>
                    <a:pt x="705" y="1056"/>
                  </a:lnTo>
                  <a:lnTo>
                    <a:pt x="705" y="1056"/>
                  </a:lnTo>
                  <a:lnTo>
                    <a:pt x="705" y="1058"/>
                  </a:lnTo>
                  <a:lnTo>
                    <a:pt x="705" y="1061"/>
                  </a:lnTo>
                  <a:lnTo>
                    <a:pt x="708" y="1063"/>
                  </a:lnTo>
                  <a:lnTo>
                    <a:pt x="708" y="1066"/>
                  </a:lnTo>
                  <a:lnTo>
                    <a:pt x="710" y="1066"/>
                  </a:lnTo>
                  <a:lnTo>
                    <a:pt x="712" y="1066"/>
                  </a:lnTo>
                  <a:lnTo>
                    <a:pt x="715" y="1066"/>
                  </a:lnTo>
                  <a:lnTo>
                    <a:pt x="712" y="1068"/>
                  </a:lnTo>
                  <a:lnTo>
                    <a:pt x="712" y="1070"/>
                  </a:lnTo>
                  <a:lnTo>
                    <a:pt x="715" y="1073"/>
                  </a:lnTo>
                  <a:lnTo>
                    <a:pt x="717" y="1075"/>
                  </a:lnTo>
                  <a:lnTo>
                    <a:pt x="719" y="1075"/>
                  </a:lnTo>
                  <a:lnTo>
                    <a:pt x="719" y="1075"/>
                  </a:lnTo>
                  <a:lnTo>
                    <a:pt x="719" y="1077"/>
                  </a:lnTo>
                  <a:lnTo>
                    <a:pt x="717" y="1080"/>
                  </a:lnTo>
                  <a:lnTo>
                    <a:pt x="717" y="1080"/>
                  </a:lnTo>
                  <a:lnTo>
                    <a:pt x="719" y="1082"/>
                  </a:lnTo>
                  <a:lnTo>
                    <a:pt x="719" y="1082"/>
                  </a:lnTo>
                  <a:lnTo>
                    <a:pt x="722" y="1082"/>
                  </a:lnTo>
                  <a:lnTo>
                    <a:pt x="722" y="1084"/>
                  </a:lnTo>
                  <a:lnTo>
                    <a:pt x="722" y="1087"/>
                  </a:lnTo>
                  <a:lnTo>
                    <a:pt x="722" y="1087"/>
                  </a:lnTo>
                  <a:lnTo>
                    <a:pt x="722" y="1087"/>
                  </a:lnTo>
                  <a:lnTo>
                    <a:pt x="722" y="1089"/>
                  </a:lnTo>
                  <a:lnTo>
                    <a:pt x="724" y="1092"/>
                  </a:lnTo>
                  <a:lnTo>
                    <a:pt x="724" y="1092"/>
                  </a:lnTo>
                  <a:lnTo>
                    <a:pt x="727" y="1092"/>
                  </a:lnTo>
                  <a:lnTo>
                    <a:pt x="729" y="1094"/>
                  </a:lnTo>
                  <a:lnTo>
                    <a:pt x="729" y="1094"/>
                  </a:lnTo>
                  <a:lnTo>
                    <a:pt x="731" y="1096"/>
                  </a:lnTo>
                  <a:lnTo>
                    <a:pt x="731" y="1096"/>
                  </a:lnTo>
                  <a:lnTo>
                    <a:pt x="734" y="1096"/>
                  </a:lnTo>
                  <a:lnTo>
                    <a:pt x="734" y="1099"/>
                  </a:lnTo>
                  <a:lnTo>
                    <a:pt x="736" y="1099"/>
                  </a:lnTo>
                  <a:lnTo>
                    <a:pt x="736" y="1101"/>
                  </a:lnTo>
                  <a:lnTo>
                    <a:pt x="736" y="1101"/>
                  </a:lnTo>
                  <a:lnTo>
                    <a:pt x="736" y="1103"/>
                  </a:lnTo>
                  <a:lnTo>
                    <a:pt x="738" y="1106"/>
                  </a:lnTo>
                  <a:lnTo>
                    <a:pt x="738" y="1106"/>
                  </a:lnTo>
                  <a:lnTo>
                    <a:pt x="743" y="1106"/>
                  </a:lnTo>
                  <a:lnTo>
                    <a:pt x="743" y="1106"/>
                  </a:lnTo>
                  <a:lnTo>
                    <a:pt x="746" y="1108"/>
                  </a:lnTo>
                  <a:lnTo>
                    <a:pt x="746" y="1108"/>
                  </a:lnTo>
                  <a:lnTo>
                    <a:pt x="746" y="1108"/>
                  </a:lnTo>
                  <a:lnTo>
                    <a:pt x="748" y="1108"/>
                  </a:lnTo>
                  <a:lnTo>
                    <a:pt x="750" y="1108"/>
                  </a:lnTo>
                  <a:lnTo>
                    <a:pt x="750" y="1108"/>
                  </a:lnTo>
                  <a:lnTo>
                    <a:pt x="753" y="1110"/>
                  </a:lnTo>
                  <a:lnTo>
                    <a:pt x="753" y="1110"/>
                  </a:lnTo>
                  <a:lnTo>
                    <a:pt x="755" y="1110"/>
                  </a:lnTo>
                  <a:lnTo>
                    <a:pt x="757" y="1113"/>
                  </a:lnTo>
                  <a:lnTo>
                    <a:pt x="760" y="1115"/>
                  </a:lnTo>
                  <a:lnTo>
                    <a:pt x="760" y="1115"/>
                  </a:lnTo>
                  <a:lnTo>
                    <a:pt x="760" y="1122"/>
                  </a:lnTo>
                  <a:lnTo>
                    <a:pt x="760" y="1125"/>
                  </a:lnTo>
                  <a:lnTo>
                    <a:pt x="760" y="1125"/>
                  </a:lnTo>
                  <a:lnTo>
                    <a:pt x="760" y="1127"/>
                  </a:lnTo>
                  <a:lnTo>
                    <a:pt x="762" y="1127"/>
                  </a:lnTo>
                  <a:lnTo>
                    <a:pt x="764" y="1127"/>
                  </a:lnTo>
                  <a:lnTo>
                    <a:pt x="764" y="1127"/>
                  </a:lnTo>
                  <a:lnTo>
                    <a:pt x="764" y="1129"/>
                  </a:lnTo>
                  <a:lnTo>
                    <a:pt x="764" y="1129"/>
                  </a:lnTo>
                  <a:lnTo>
                    <a:pt x="764" y="1134"/>
                  </a:lnTo>
                  <a:lnTo>
                    <a:pt x="764" y="1137"/>
                  </a:lnTo>
                  <a:lnTo>
                    <a:pt x="762" y="1139"/>
                  </a:lnTo>
                  <a:lnTo>
                    <a:pt x="762" y="1141"/>
                  </a:lnTo>
                  <a:lnTo>
                    <a:pt x="762" y="1144"/>
                  </a:lnTo>
                  <a:lnTo>
                    <a:pt x="762" y="1144"/>
                  </a:lnTo>
                  <a:lnTo>
                    <a:pt x="762" y="1146"/>
                  </a:lnTo>
                  <a:lnTo>
                    <a:pt x="760" y="1148"/>
                  </a:lnTo>
                  <a:lnTo>
                    <a:pt x="760" y="1148"/>
                  </a:lnTo>
                  <a:lnTo>
                    <a:pt x="760" y="1148"/>
                  </a:lnTo>
                  <a:lnTo>
                    <a:pt x="762" y="1151"/>
                  </a:lnTo>
                  <a:lnTo>
                    <a:pt x="762" y="1151"/>
                  </a:lnTo>
                  <a:lnTo>
                    <a:pt x="762" y="1151"/>
                  </a:lnTo>
                  <a:lnTo>
                    <a:pt x="762" y="1153"/>
                  </a:lnTo>
                  <a:lnTo>
                    <a:pt x="764" y="1153"/>
                  </a:lnTo>
                  <a:lnTo>
                    <a:pt x="764" y="1153"/>
                  </a:lnTo>
                  <a:lnTo>
                    <a:pt x="764" y="1153"/>
                  </a:lnTo>
                  <a:lnTo>
                    <a:pt x="767" y="1155"/>
                  </a:lnTo>
                  <a:lnTo>
                    <a:pt x="767" y="1158"/>
                  </a:lnTo>
                  <a:lnTo>
                    <a:pt x="769" y="1160"/>
                  </a:lnTo>
                  <a:lnTo>
                    <a:pt x="769" y="1163"/>
                  </a:lnTo>
                  <a:lnTo>
                    <a:pt x="769" y="1165"/>
                  </a:lnTo>
                  <a:lnTo>
                    <a:pt x="767" y="1170"/>
                  </a:lnTo>
                  <a:lnTo>
                    <a:pt x="767" y="1172"/>
                  </a:lnTo>
                  <a:lnTo>
                    <a:pt x="767" y="1172"/>
                  </a:lnTo>
                  <a:lnTo>
                    <a:pt x="767" y="1174"/>
                  </a:lnTo>
                  <a:lnTo>
                    <a:pt x="767" y="1174"/>
                  </a:lnTo>
                  <a:lnTo>
                    <a:pt x="769" y="1174"/>
                  </a:lnTo>
                  <a:lnTo>
                    <a:pt x="767" y="1177"/>
                  </a:lnTo>
                  <a:lnTo>
                    <a:pt x="764" y="1181"/>
                  </a:lnTo>
                  <a:lnTo>
                    <a:pt x="767" y="1184"/>
                  </a:lnTo>
                  <a:lnTo>
                    <a:pt x="769" y="1184"/>
                  </a:lnTo>
                  <a:lnTo>
                    <a:pt x="769" y="1186"/>
                  </a:lnTo>
                  <a:lnTo>
                    <a:pt x="772" y="1186"/>
                  </a:lnTo>
                  <a:lnTo>
                    <a:pt x="772" y="1186"/>
                  </a:lnTo>
                  <a:lnTo>
                    <a:pt x="772" y="1186"/>
                  </a:lnTo>
                  <a:lnTo>
                    <a:pt x="774" y="1186"/>
                  </a:lnTo>
                  <a:lnTo>
                    <a:pt x="774" y="1189"/>
                  </a:lnTo>
                  <a:lnTo>
                    <a:pt x="774" y="1191"/>
                  </a:lnTo>
                  <a:lnTo>
                    <a:pt x="774" y="1193"/>
                  </a:lnTo>
                  <a:lnTo>
                    <a:pt x="776" y="1193"/>
                  </a:lnTo>
                  <a:lnTo>
                    <a:pt x="779" y="1198"/>
                  </a:lnTo>
                  <a:lnTo>
                    <a:pt x="781" y="1198"/>
                  </a:lnTo>
                  <a:lnTo>
                    <a:pt x="783" y="1203"/>
                  </a:lnTo>
                  <a:lnTo>
                    <a:pt x="786" y="1205"/>
                  </a:lnTo>
                  <a:lnTo>
                    <a:pt x="788" y="1208"/>
                  </a:lnTo>
                  <a:lnTo>
                    <a:pt x="790" y="1210"/>
                  </a:lnTo>
                  <a:lnTo>
                    <a:pt x="790" y="1215"/>
                  </a:lnTo>
                  <a:lnTo>
                    <a:pt x="793" y="1219"/>
                  </a:lnTo>
                  <a:lnTo>
                    <a:pt x="798" y="1234"/>
                  </a:lnTo>
                  <a:lnTo>
                    <a:pt x="798" y="1236"/>
                  </a:lnTo>
                  <a:lnTo>
                    <a:pt x="798" y="1241"/>
                  </a:lnTo>
                  <a:lnTo>
                    <a:pt x="800" y="1245"/>
                  </a:lnTo>
                  <a:lnTo>
                    <a:pt x="802" y="1245"/>
                  </a:lnTo>
                  <a:lnTo>
                    <a:pt x="805" y="1245"/>
                  </a:lnTo>
                  <a:lnTo>
                    <a:pt x="807" y="1248"/>
                  </a:lnTo>
                  <a:lnTo>
                    <a:pt x="807" y="1252"/>
                  </a:lnTo>
                  <a:lnTo>
                    <a:pt x="807" y="1252"/>
                  </a:lnTo>
                  <a:lnTo>
                    <a:pt x="807" y="1255"/>
                  </a:lnTo>
                  <a:lnTo>
                    <a:pt x="807" y="1257"/>
                  </a:lnTo>
                  <a:lnTo>
                    <a:pt x="805" y="1257"/>
                  </a:lnTo>
                  <a:lnTo>
                    <a:pt x="807" y="1260"/>
                  </a:lnTo>
                  <a:lnTo>
                    <a:pt x="807" y="1262"/>
                  </a:lnTo>
                  <a:lnTo>
                    <a:pt x="809" y="1262"/>
                  </a:lnTo>
                  <a:lnTo>
                    <a:pt x="812" y="1262"/>
                  </a:lnTo>
                  <a:lnTo>
                    <a:pt x="814" y="1262"/>
                  </a:lnTo>
                  <a:lnTo>
                    <a:pt x="814" y="1262"/>
                  </a:lnTo>
                  <a:lnTo>
                    <a:pt x="816" y="1262"/>
                  </a:lnTo>
                  <a:lnTo>
                    <a:pt x="816" y="1262"/>
                  </a:lnTo>
                  <a:lnTo>
                    <a:pt x="816" y="1262"/>
                  </a:lnTo>
                  <a:lnTo>
                    <a:pt x="819" y="1262"/>
                  </a:lnTo>
                  <a:lnTo>
                    <a:pt x="821" y="1262"/>
                  </a:lnTo>
                  <a:lnTo>
                    <a:pt x="824" y="1262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31" y="1267"/>
                  </a:lnTo>
                  <a:lnTo>
                    <a:pt x="833" y="1264"/>
                  </a:lnTo>
                  <a:lnTo>
                    <a:pt x="833" y="1267"/>
                  </a:lnTo>
                  <a:lnTo>
                    <a:pt x="835" y="1267"/>
                  </a:lnTo>
                  <a:lnTo>
                    <a:pt x="835" y="1267"/>
                  </a:lnTo>
                  <a:lnTo>
                    <a:pt x="835" y="1264"/>
                  </a:lnTo>
                  <a:lnTo>
                    <a:pt x="835" y="1264"/>
                  </a:lnTo>
                  <a:lnTo>
                    <a:pt x="838" y="1267"/>
                  </a:lnTo>
                  <a:lnTo>
                    <a:pt x="838" y="1267"/>
                  </a:lnTo>
                  <a:lnTo>
                    <a:pt x="840" y="1264"/>
                  </a:lnTo>
                  <a:lnTo>
                    <a:pt x="840" y="1264"/>
                  </a:lnTo>
                  <a:lnTo>
                    <a:pt x="840" y="1267"/>
                  </a:lnTo>
                  <a:lnTo>
                    <a:pt x="842" y="1267"/>
                  </a:lnTo>
                  <a:lnTo>
                    <a:pt x="847" y="1269"/>
                  </a:lnTo>
                  <a:lnTo>
                    <a:pt x="847" y="1271"/>
                  </a:lnTo>
                  <a:lnTo>
                    <a:pt x="847" y="1274"/>
                  </a:lnTo>
                  <a:lnTo>
                    <a:pt x="850" y="1274"/>
                  </a:lnTo>
                  <a:lnTo>
                    <a:pt x="850" y="1274"/>
                  </a:lnTo>
                  <a:lnTo>
                    <a:pt x="852" y="1274"/>
                  </a:lnTo>
                  <a:lnTo>
                    <a:pt x="852" y="1276"/>
                  </a:lnTo>
                  <a:lnTo>
                    <a:pt x="852" y="1276"/>
                  </a:lnTo>
                  <a:lnTo>
                    <a:pt x="852" y="1279"/>
                  </a:lnTo>
                  <a:lnTo>
                    <a:pt x="852" y="1279"/>
                  </a:lnTo>
                  <a:lnTo>
                    <a:pt x="854" y="1279"/>
                  </a:lnTo>
                  <a:lnTo>
                    <a:pt x="857" y="1281"/>
                  </a:lnTo>
                  <a:lnTo>
                    <a:pt x="857" y="1281"/>
                  </a:lnTo>
                  <a:lnTo>
                    <a:pt x="859" y="1281"/>
                  </a:lnTo>
                  <a:lnTo>
                    <a:pt x="864" y="1279"/>
                  </a:lnTo>
                  <a:lnTo>
                    <a:pt x="869" y="1281"/>
                  </a:lnTo>
                  <a:lnTo>
                    <a:pt x="871" y="1281"/>
                  </a:lnTo>
                  <a:lnTo>
                    <a:pt x="876" y="1283"/>
                  </a:lnTo>
                  <a:lnTo>
                    <a:pt x="878" y="1286"/>
                  </a:lnTo>
                  <a:lnTo>
                    <a:pt x="878" y="1283"/>
                  </a:lnTo>
                  <a:lnTo>
                    <a:pt x="878" y="1283"/>
                  </a:lnTo>
                  <a:lnTo>
                    <a:pt x="883" y="1283"/>
                  </a:lnTo>
                  <a:lnTo>
                    <a:pt x="885" y="1286"/>
                  </a:lnTo>
                  <a:lnTo>
                    <a:pt x="890" y="1286"/>
                  </a:lnTo>
                  <a:lnTo>
                    <a:pt x="887" y="1288"/>
                  </a:lnTo>
                  <a:lnTo>
                    <a:pt x="887" y="1290"/>
                  </a:lnTo>
                  <a:lnTo>
                    <a:pt x="890" y="1290"/>
                  </a:lnTo>
                  <a:lnTo>
                    <a:pt x="892" y="1290"/>
                  </a:lnTo>
                  <a:lnTo>
                    <a:pt x="892" y="1293"/>
                  </a:lnTo>
                  <a:lnTo>
                    <a:pt x="895" y="1295"/>
                  </a:lnTo>
                  <a:lnTo>
                    <a:pt x="897" y="1297"/>
                  </a:lnTo>
                  <a:lnTo>
                    <a:pt x="906" y="1300"/>
                  </a:lnTo>
                  <a:lnTo>
                    <a:pt x="909" y="1302"/>
                  </a:lnTo>
                  <a:lnTo>
                    <a:pt x="913" y="1302"/>
                  </a:lnTo>
                  <a:lnTo>
                    <a:pt x="918" y="1300"/>
                  </a:lnTo>
                  <a:lnTo>
                    <a:pt x="921" y="1302"/>
                  </a:lnTo>
                  <a:lnTo>
                    <a:pt x="923" y="1305"/>
                  </a:lnTo>
                  <a:lnTo>
                    <a:pt x="923" y="1305"/>
                  </a:lnTo>
                  <a:lnTo>
                    <a:pt x="925" y="1305"/>
                  </a:lnTo>
                  <a:lnTo>
                    <a:pt x="930" y="1302"/>
                  </a:lnTo>
                  <a:lnTo>
                    <a:pt x="930" y="1302"/>
                  </a:lnTo>
                  <a:lnTo>
                    <a:pt x="937" y="1302"/>
                  </a:lnTo>
                  <a:lnTo>
                    <a:pt x="944" y="1302"/>
                  </a:lnTo>
                  <a:lnTo>
                    <a:pt x="954" y="1302"/>
                  </a:lnTo>
                  <a:lnTo>
                    <a:pt x="956" y="1302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968" y="1305"/>
                  </a:lnTo>
                  <a:lnTo>
                    <a:pt x="968" y="1305"/>
                  </a:lnTo>
                  <a:lnTo>
                    <a:pt x="970" y="1307"/>
                  </a:lnTo>
                  <a:lnTo>
                    <a:pt x="973" y="1307"/>
                  </a:lnTo>
                  <a:lnTo>
                    <a:pt x="975" y="1309"/>
                  </a:lnTo>
                  <a:lnTo>
                    <a:pt x="975" y="1312"/>
                  </a:lnTo>
                  <a:lnTo>
                    <a:pt x="977" y="1314"/>
                  </a:lnTo>
                  <a:lnTo>
                    <a:pt x="980" y="1314"/>
                  </a:lnTo>
                  <a:lnTo>
                    <a:pt x="984" y="1319"/>
                  </a:lnTo>
                  <a:lnTo>
                    <a:pt x="987" y="1321"/>
                  </a:lnTo>
                  <a:lnTo>
                    <a:pt x="989" y="1321"/>
                  </a:lnTo>
                  <a:lnTo>
                    <a:pt x="992" y="1321"/>
                  </a:lnTo>
                  <a:lnTo>
                    <a:pt x="994" y="1321"/>
                  </a:lnTo>
                  <a:lnTo>
                    <a:pt x="994" y="1323"/>
                  </a:lnTo>
                  <a:lnTo>
                    <a:pt x="994" y="1326"/>
                  </a:lnTo>
                  <a:lnTo>
                    <a:pt x="996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1001" y="1326"/>
                  </a:lnTo>
                  <a:lnTo>
                    <a:pt x="1001" y="1326"/>
                  </a:lnTo>
                  <a:lnTo>
                    <a:pt x="1001" y="1328"/>
                  </a:lnTo>
                  <a:lnTo>
                    <a:pt x="1003" y="1328"/>
                  </a:lnTo>
                  <a:lnTo>
                    <a:pt x="1006" y="1326"/>
                  </a:lnTo>
                  <a:lnTo>
                    <a:pt x="1006" y="1323"/>
                  </a:lnTo>
                  <a:lnTo>
                    <a:pt x="1003" y="1321"/>
                  </a:lnTo>
                  <a:lnTo>
                    <a:pt x="1003" y="1319"/>
                  </a:lnTo>
                  <a:lnTo>
                    <a:pt x="1003" y="1319"/>
                  </a:lnTo>
                  <a:lnTo>
                    <a:pt x="1003" y="1319"/>
                  </a:lnTo>
                  <a:lnTo>
                    <a:pt x="1006" y="1316"/>
                  </a:lnTo>
                  <a:lnTo>
                    <a:pt x="1008" y="1319"/>
                  </a:lnTo>
                  <a:lnTo>
                    <a:pt x="1010" y="1316"/>
                  </a:lnTo>
                  <a:lnTo>
                    <a:pt x="1013" y="1316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5" y="1312"/>
                  </a:lnTo>
                  <a:lnTo>
                    <a:pt x="1020" y="1314"/>
                  </a:lnTo>
                  <a:lnTo>
                    <a:pt x="1027" y="1312"/>
                  </a:lnTo>
                  <a:lnTo>
                    <a:pt x="1027" y="1312"/>
                  </a:lnTo>
                  <a:lnTo>
                    <a:pt x="1027" y="1305"/>
                  </a:lnTo>
                  <a:lnTo>
                    <a:pt x="1027" y="1302"/>
                  </a:lnTo>
                  <a:lnTo>
                    <a:pt x="1027" y="1297"/>
                  </a:lnTo>
                  <a:lnTo>
                    <a:pt x="1025" y="1297"/>
                  </a:lnTo>
                  <a:lnTo>
                    <a:pt x="1022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5"/>
                  </a:lnTo>
                  <a:lnTo>
                    <a:pt x="1022" y="1307"/>
                  </a:lnTo>
                  <a:lnTo>
                    <a:pt x="1020" y="1307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5" y="1309"/>
                  </a:lnTo>
                  <a:lnTo>
                    <a:pt x="1015" y="1309"/>
                  </a:lnTo>
                  <a:lnTo>
                    <a:pt x="1015" y="1309"/>
                  </a:lnTo>
                  <a:lnTo>
                    <a:pt x="1015" y="1307"/>
                  </a:lnTo>
                  <a:lnTo>
                    <a:pt x="1015" y="1305"/>
                  </a:lnTo>
                  <a:lnTo>
                    <a:pt x="1015" y="1302"/>
                  </a:lnTo>
                  <a:lnTo>
                    <a:pt x="1015" y="1300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297"/>
                  </a:lnTo>
                  <a:lnTo>
                    <a:pt x="1020" y="1297"/>
                  </a:lnTo>
                  <a:lnTo>
                    <a:pt x="1018" y="1295"/>
                  </a:lnTo>
                  <a:lnTo>
                    <a:pt x="1018" y="1295"/>
                  </a:lnTo>
                  <a:lnTo>
                    <a:pt x="1013" y="1295"/>
                  </a:lnTo>
                  <a:lnTo>
                    <a:pt x="1013" y="1295"/>
                  </a:lnTo>
                  <a:lnTo>
                    <a:pt x="1010" y="1295"/>
                  </a:lnTo>
                  <a:lnTo>
                    <a:pt x="1010" y="1295"/>
                  </a:lnTo>
                  <a:lnTo>
                    <a:pt x="1010" y="1295"/>
                  </a:lnTo>
                  <a:lnTo>
                    <a:pt x="1008" y="1293"/>
                  </a:lnTo>
                  <a:lnTo>
                    <a:pt x="1008" y="1290"/>
                  </a:lnTo>
                  <a:lnTo>
                    <a:pt x="1008" y="1286"/>
                  </a:lnTo>
                  <a:lnTo>
                    <a:pt x="1008" y="1283"/>
                  </a:lnTo>
                  <a:lnTo>
                    <a:pt x="1006" y="1281"/>
                  </a:lnTo>
                  <a:lnTo>
                    <a:pt x="1006" y="1281"/>
                  </a:lnTo>
                  <a:lnTo>
                    <a:pt x="1006" y="1279"/>
                  </a:lnTo>
                  <a:lnTo>
                    <a:pt x="1006" y="1276"/>
                  </a:lnTo>
                  <a:lnTo>
                    <a:pt x="1006" y="1276"/>
                  </a:lnTo>
                  <a:lnTo>
                    <a:pt x="1008" y="1276"/>
                  </a:lnTo>
                  <a:lnTo>
                    <a:pt x="1006" y="1274"/>
                  </a:lnTo>
                  <a:lnTo>
                    <a:pt x="1006" y="1274"/>
                  </a:lnTo>
                  <a:lnTo>
                    <a:pt x="1006" y="1274"/>
                  </a:lnTo>
                  <a:lnTo>
                    <a:pt x="1003" y="1274"/>
                  </a:lnTo>
                  <a:lnTo>
                    <a:pt x="1003" y="1274"/>
                  </a:lnTo>
                  <a:lnTo>
                    <a:pt x="1001" y="1274"/>
                  </a:lnTo>
                  <a:lnTo>
                    <a:pt x="1001" y="1271"/>
                  </a:lnTo>
                  <a:lnTo>
                    <a:pt x="1003" y="1267"/>
                  </a:lnTo>
                  <a:lnTo>
                    <a:pt x="1003" y="1267"/>
                  </a:lnTo>
                  <a:lnTo>
                    <a:pt x="1003" y="1267"/>
                  </a:lnTo>
                  <a:lnTo>
                    <a:pt x="1003" y="1264"/>
                  </a:lnTo>
                  <a:lnTo>
                    <a:pt x="1003" y="1264"/>
                  </a:lnTo>
                  <a:lnTo>
                    <a:pt x="1003" y="1264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999" y="1267"/>
                  </a:lnTo>
                  <a:lnTo>
                    <a:pt x="1001" y="1264"/>
                  </a:lnTo>
                  <a:lnTo>
                    <a:pt x="1001" y="1262"/>
                  </a:lnTo>
                  <a:lnTo>
                    <a:pt x="1001" y="1262"/>
                  </a:lnTo>
                  <a:lnTo>
                    <a:pt x="999" y="1262"/>
                  </a:lnTo>
                  <a:lnTo>
                    <a:pt x="996" y="1262"/>
                  </a:lnTo>
                  <a:lnTo>
                    <a:pt x="996" y="1260"/>
                  </a:lnTo>
                  <a:lnTo>
                    <a:pt x="996" y="1257"/>
                  </a:lnTo>
                  <a:lnTo>
                    <a:pt x="996" y="1257"/>
                  </a:lnTo>
                  <a:lnTo>
                    <a:pt x="994" y="1257"/>
                  </a:lnTo>
                  <a:lnTo>
                    <a:pt x="992" y="1257"/>
                  </a:lnTo>
                  <a:lnTo>
                    <a:pt x="992" y="1257"/>
                  </a:lnTo>
                  <a:lnTo>
                    <a:pt x="992" y="1255"/>
                  </a:lnTo>
                  <a:lnTo>
                    <a:pt x="992" y="1252"/>
                  </a:lnTo>
                  <a:lnTo>
                    <a:pt x="992" y="1250"/>
                  </a:lnTo>
                  <a:lnTo>
                    <a:pt x="992" y="1248"/>
                  </a:lnTo>
                  <a:lnTo>
                    <a:pt x="989" y="1248"/>
                  </a:lnTo>
                  <a:lnTo>
                    <a:pt x="992" y="1245"/>
                  </a:lnTo>
                  <a:lnTo>
                    <a:pt x="994" y="1245"/>
                  </a:lnTo>
                  <a:lnTo>
                    <a:pt x="994" y="1243"/>
                  </a:lnTo>
                  <a:lnTo>
                    <a:pt x="994" y="1245"/>
                  </a:lnTo>
                  <a:lnTo>
                    <a:pt x="994" y="1245"/>
                  </a:lnTo>
                  <a:lnTo>
                    <a:pt x="994" y="1245"/>
                  </a:lnTo>
                  <a:lnTo>
                    <a:pt x="994" y="1243"/>
                  </a:lnTo>
                  <a:lnTo>
                    <a:pt x="992" y="1234"/>
                  </a:lnTo>
                  <a:lnTo>
                    <a:pt x="989" y="1226"/>
                  </a:lnTo>
                  <a:lnTo>
                    <a:pt x="987" y="1217"/>
                  </a:lnTo>
                  <a:lnTo>
                    <a:pt x="987" y="1212"/>
                  </a:lnTo>
                  <a:lnTo>
                    <a:pt x="987" y="1210"/>
                  </a:lnTo>
                  <a:lnTo>
                    <a:pt x="984" y="1208"/>
                  </a:lnTo>
                  <a:lnTo>
                    <a:pt x="984" y="1208"/>
                  </a:lnTo>
                  <a:lnTo>
                    <a:pt x="982" y="1208"/>
                  </a:lnTo>
                  <a:lnTo>
                    <a:pt x="980" y="1208"/>
                  </a:lnTo>
                  <a:lnTo>
                    <a:pt x="980" y="1208"/>
                  </a:lnTo>
                  <a:lnTo>
                    <a:pt x="977" y="1205"/>
                  </a:lnTo>
                  <a:lnTo>
                    <a:pt x="977" y="1203"/>
                  </a:lnTo>
                  <a:lnTo>
                    <a:pt x="977" y="1200"/>
                  </a:lnTo>
                  <a:lnTo>
                    <a:pt x="977" y="1198"/>
                  </a:lnTo>
                  <a:lnTo>
                    <a:pt x="980" y="1198"/>
                  </a:lnTo>
                  <a:lnTo>
                    <a:pt x="980" y="1198"/>
                  </a:lnTo>
                  <a:lnTo>
                    <a:pt x="984" y="1203"/>
                  </a:lnTo>
                  <a:lnTo>
                    <a:pt x="987" y="1200"/>
                  </a:lnTo>
                  <a:lnTo>
                    <a:pt x="984" y="1198"/>
                  </a:lnTo>
                  <a:lnTo>
                    <a:pt x="980" y="1196"/>
                  </a:lnTo>
                  <a:lnTo>
                    <a:pt x="980" y="1196"/>
                  </a:lnTo>
                  <a:lnTo>
                    <a:pt x="977" y="1193"/>
                  </a:lnTo>
                  <a:lnTo>
                    <a:pt x="977" y="1191"/>
                  </a:lnTo>
                  <a:lnTo>
                    <a:pt x="977" y="1186"/>
                  </a:lnTo>
                  <a:lnTo>
                    <a:pt x="977" y="1184"/>
                  </a:lnTo>
                  <a:lnTo>
                    <a:pt x="980" y="1184"/>
                  </a:lnTo>
                  <a:lnTo>
                    <a:pt x="984" y="1184"/>
                  </a:lnTo>
                  <a:lnTo>
                    <a:pt x="987" y="1181"/>
                  </a:lnTo>
                  <a:lnTo>
                    <a:pt x="987" y="1179"/>
                  </a:lnTo>
                  <a:lnTo>
                    <a:pt x="984" y="1177"/>
                  </a:lnTo>
                  <a:lnTo>
                    <a:pt x="987" y="1174"/>
                  </a:lnTo>
                  <a:lnTo>
                    <a:pt x="984" y="1174"/>
                  </a:lnTo>
                  <a:lnTo>
                    <a:pt x="984" y="1172"/>
                  </a:lnTo>
                  <a:lnTo>
                    <a:pt x="984" y="1172"/>
                  </a:lnTo>
                  <a:lnTo>
                    <a:pt x="987" y="1172"/>
                  </a:lnTo>
                  <a:lnTo>
                    <a:pt x="987" y="1170"/>
                  </a:lnTo>
                  <a:lnTo>
                    <a:pt x="989" y="1170"/>
                  </a:lnTo>
                  <a:lnTo>
                    <a:pt x="989" y="1167"/>
                  </a:lnTo>
                  <a:lnTo>
                    <a:pt x="989" y="1167"/>
                  </a:lnTo>
                  <a:lnTo>
                    <a:pt x="989" y="1165"/>
                  </a:lnTo>
                  <a:lnTo>
                    <a:pt x="989" y="1163"/>
                  </a:lnTo>
                  <a:lnTo>
                    <a:pt x="989" y="1163"/>
                  </a:lnTo>
                  <a:lnTo>
                    <a:pt x="989" y="1160"/>
                  </a:lnTo>
                  <a:lnTo>
                    <a:pt x="989" y="1158"/>
                  </a:lnTo>
                  <a:lnTo>
                    <a:pt x="989" y="1155"/>
                  </a:lnTo>
                  <a:lnTo>
                    <a:pt x="989" y="1155"/>
                  </a:lnTo>
                  <a:lnTo>
                    <a:pt x="992" y="1155"/>
                  </a:lnTo>
                  <a:lnTo>
                    <a:pt x="992" y="1153"/>
                  </a:lnTo>
                  <a:lnTo>
                    <a:pt x="992" y="1151"/>
                  </a:lnTo>
                  <a:lnTo>
                    <a:pt x="992" y="1151"/>
                  </a:lnTo>
                  <a:lnTo>
                    <a:pt x="984" y="1153"/>
                  </a:lnTo>
                  <a:lnTo>
                    <a:pt x="982" y="1153"/>
                  </a:lnTo>
                  <a:lnTo>
                    <a:pt x="980" y="1155"/>
                  </a:lnTo>
                  <a:lnTo>
                    <a:pt x="977" y="1155"/>
                  </a:lnTo>
                  <a:lnTo>
                    <a:pt x="970" y="1153"/>
                  </a:lnTo>
                  <a:lnTo>
                    <a:pt x="968" y="1153"/>
                  </a:lnTo>
                  <a:lnTo>
                    <a:pt x="968" y="1151"/>
                  </a:lnTo>
                  <a:lnTo>
                    <a:pt x="965" y="1151"/>
                  </a:lnTo>
                  <a:lnTo>
                    <a:pt x="963" y="1151"/>
                  </a:lnTo>
                  <a:lnTo>
                    <a:pt x="956" y="1151"/>
                  </a:lnTo>
                  <a:lnTo>
                    <a:pt x="954" y="1151"/>
                  </a:lnTo>
                  <a:lnTo>
                    <a:pt x="954" y="1148"/>
                  </a:lnTo>
                  <a:lnTo>
                    <a:pt x="956" y="1148"/>
                  </a:lnTo>
                  <a:lnTo>
                    <a:pt x="958" y="1148"/>
                  </a:lnTo>
                  <a:lnTo>
                    <a:pt x="961" y="1148"/>
                  </a:lnTo>
                  <a:lnTo>
                    <a:pt x="963" y="1148"/>
                  </a:lnTo>
                  <a:lnTo>
                    <a:pt x="965" y="1146"/>
                  </a:lnTo>
                  <a:lnTo>
                    <a:pt x="963" y="1146"/>
                  </a:lnTo>
                  <a:lnTo>
                    <a:pt x="963" y="1144"/>
                  </a:lnTo>
                  <a:lnTo>
                    <a:pt x="961" y="1146"/>
                  </a:lnTo>
                  <a:lnTo>
                    <a:pt x="961" y="1146"/>
                  </a:lnTo>
                  <a:lnTo>
                    <a:pt x="961" y="1146"/>
                  </a:lnTo>
                  <a:lnTo>
                    <a:pt x="961" y="1144"/>
                  </a:lnTo>
                  <a:lnTo>
                    <a:pt x="963" y="1144"/>
                  </a:lnTo>
                  <a:lnTo>
                    <a:pt x="961" y="1141"/>
                  </a:lnTo>
                  <a:lnTo>
                    <a:pt x="956" y="1137"/>
                  </a:lnTo>
                  <a:lnTo>
                    <a:pt x="958" y="1137"/>
                  </a:lnTo>
                  <a:lnTo>
                    <a:pt x="956" y="1134"/>
                  </a:lnTo>
                  <a:lnTo>
                    <a:pt x="954" y="1129"/>
                  </a:lnTo>
                  <a:lnTo>
                    <a:pt x="954" y="1127"/>
                  </a:lnTo>
                  <a:lnTo>
                    <a:pt x="956" y="1129"/>
                  </a:lnTo>
                  <a:lnTo>
                    <a:pt x="958" y="1132"/>
                  </a:lnTo>
                  <a:lnTo>
                    <a:pt x="968" y="1144"/>
                  </a:lnTo>
                  <a:lnTo>
                    <a:pt x="968" y="1146"/>
                  </a:lnTo>
                  <a:lnTo>
                    <a:pt x="968" y="1146"/>
                  </a:lnTo>
                  <a:lnTo>
                    <a:pt x="968" y="1148"/>
                  </a:lnTo>
                  <a:lnTo>
                    <a:pt x="970" y="1148"/>
                  </a:lnTo>
                  <a:lnTo>
                    <a:pt x="973" y="1148"/>
                  </a:lnTo>
                  <a:lnTo>
                    <a:pt x="973" y="1146"/>
                  </a:lnTo>
                  <a:lnTo>
                    <a:pt x="973" y="1146"/>
                  </a:lnTo>
                  <a:lnTo>
                    <a:pt x="973" y="1146"/>
                  </a:lnTo>
                  <a:lnTo>
                    <a:pt x="975" y="1141"/>
                  </a:lnTo>
                  <a:lnTo>
                    <a:pt x="975" y="1141"/>
                  </a:lnTo>
                  <a:lnTo>
                    <a:pt x="975" y="1144"/>
                  </a:lnTo>
                  <a:lnTo>
                    <a:pt x="977" y="1141"/>
                  </a:lnTo>
                  <a:lnTo>
                    <a:pt x="977" y="1141"/>
                  </a:lnTo>
                  <a:lnTo>
                    <a:pt x="980" y="1141"/>
                  </a:lnTo>
                  <a:lnTo>
                    <a:pt x="980" y="1139"/>
                  </a:lnTo>
                  <a:lnTo>
                    <a:pt x="980" y="1139"/>
                  </a:lnTo>
                  <a:lnTo>
                    <a:pt x="982" y="1137"/>
                  </a:lnTo>
                  <a:lnTo>
                    <a:pt x="984" y="1134"/>
                  </a:lnTo>
                  <a:lnTo>
                    <a:pt x="984" y="1137"/>
                  </a:lnTo>
                  <a:lnTo>
                    <a:pt x="984" y="1139"/>
                  </a:lnTo>
                  <a:lnTo>
                    <a:pt x="984" y="1141"/>
                  </a:lnTo>
                  <a:lnTo>
                    <a:pt x="984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4"/>
                  </a:lnTo>
                  <a:lnTo>
                    <a:pt x="987" y="1144"/>
                  </a:lnTo>
                  <a:lnTo>
                    <a:pt x="984" y="1144"/>
                  </a:lnTo>
                  <a:lnTo>
                    <a:pt x="982" y="1144"/>
                  </a:lnTo>
                  <a:lnTo>
                    <a:pt x="982" y="1144"/>
                  </a:lnTo>
                  <a:lnTo>
                    <a:pt x="982" y="1144"/>
                  </a:lnTo>
                  <a:lnTo>
                    <a:pt x="984" y="1144"/>
                  </a:lnTo>
                  <a:lnTo>
                    <a:pt x="984" y="1146"/>
                  </a:lnTo>
                  <a:lnTo>
                    <a:pt x="982" y="1146"/>
                  </a:lnTo>
                  <a:lnTo>
                    <a:pt x="980" y="1148"/>
                  </a:lnTo>
                  <a:lnTo>
                    <a:pt x="982" y="1151"/>
                  </a:lnTo>
                  <a:lnTo>
                    <a:pt x="982" y="1151"/>
                  </a:lnTo>
                  <a:lnTo>
                    <a:pt x="984" y="1146"/>
                  </a:lnTo>
                  <a:lnTo>
                    <a:pt x="992" y="1144"/>
                  </a:lnTo>
                  <a:lnTo>
                    <a:pt x="994" y="1144"/>
                  </a:lnTo>
                  <a:lnTo>
                    <a:pt x="994" y="1139"/>
                  </a:lnTo>
                  <a:lnTo>
                    <a:pt x="999" y="1127"/>
                  </a:lnTo>
                  <a:lnTo>
                    <a:pt x="999" y="1125"/>
                  </a:lnTo>
                  <a:lnTo>
                    <a:pt x="999" y="1125"/>
                  </a:lnTo>
                  <a:lnTo>
                    <a:pt x="1001" y="1122"/>
                  </a:lnTo>
                  <a:lnTo>
                    <a:pt x="1001" y="1115"/>
                  </a:lnTo>
                  <a:lnTo>
                    <a:pt x="1006" y="1110"/>
                  </a:lnTo>
                  <a:lnTo>
                    <a:pt x="1006" y="1108"/>
                  </a:lnTo>
                  <a:lnTo>
                    <a:pt x="1006" y="1106"/>
                  </a:lnTo>
                  <a:lnTo>
                    <a:pt x="1006" y="1103"/>
                  </a:lnTo>
                  <a:lnTo>
                    <a:pt x="1006" y="1103"/>
                  </a:lnTo>
                  <a:lnTo>
                    <a:pt x="1008" y="1101"/>
                  </a:lnTo>
                  <a:lnTo>
                    <a:pt x="1008" y="1099"/>
                  </a:lnTo>
                  <a:lnTo>
                    <a:pt x="1008" y="1099"/>
                  </a:lnTo>
                  <a:lnTo>
                    <a:pt x="1008" y="1096"/>
                  </a:lnTo>
                  <a:lnTo>
                    <a:pt x="999" y="1092"/>
                  </a:lnTo>
                  <a:lnTo>
                    <a:pt x="996" y="1092"/>
                  </a:lnTo>
                  <a:lnTo>
                    <a:pt x="994" y="1087"/>
                  </a:lnTo>
                  <a:lnTo>
                    <a:pt x="994" y="1087"/>
                  </a:lnTo>
                  <a:lnTo>
                    <a:pt x="994" y="1084"/>
                  </a:lnTo>
                  <a:lnTo>
                    <a:pt x="994" y="1082"/>
                  </a:lnTo>
                  <a:lnTo>
                    <a:pt x="994" y="1080"/>
                  </a:lnTo>
                  <a:lnTo>
                    <a:pt x="994" y="1080"/>
                  </a:lnTo>
                  <a:lnTo>
                    <a:pt x="992" y="1082"/>
                  </a:lnTo>
                  <a:lnTo>
                    <a:pt x="992" y="1082"/>
                  </a:lnTo>
                  <a:lnTo>
                    <a:pt x="989" y="1080"/>
                  </a:lnTo>
                  <a:lnTo>
                    <a:pt x="987" y="1082"/>
                  </a:lnTo>
                  <a:lnTo>
                    <a:pt x="984" y="1080"/>
                  </a:lnTo>
                  <a:lnTo>
                    <a:pt x="982" y="1080"/>
                  </a:lnTo>
                  <a:lnTo>
                    <a:pt x="980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7"/>
                  </a:lnTo>
                  <a:lnTo>
                    <a:pt x="984" y="1077"/>
                  </a:lnTo>
                  <a:lnTo>
                    <a:pt x="984" y="1077"/>
                  </a:lnTo>
                  <a:lnTo>
                    <a:pt x="984" y="1077"/>
                  </a:lnTo>
                  <a:lnTo>
                    <a:pt x="987" y="1077"/>
                  </a:lnTo>
                  <a:lnTo>
                    <a:pt x="987" y="1077"/>
                  </a:lnTo>
                  <a:lnTo>
                    <a:pt x="987" y="1077"/>
                  </a:lnTo>
                  <a:lnTo>
                    <a:pt x="987" y="1075"/>
                  </a:lnTo>
                  <a:lnTo>
                    <a:pt x="989" y="1075"/>
                  </a:lnTo>
                  <a:lnTo>
                    <a:pt x="996" y="1075"/>
                  </a:lnTo>
                  <a:lnTo>
                    <a:pt x="999" y="1075"/>
                  </a:lnTo>
                  <a:lnTo>
                    <a:pt x="999" y="1075"/>
                  </a:lnTo>
                  <a:lnTo>
                    <a:pt x="999" y="1077"/>
                  </a:lnTo>
                  <a:lnTo>
                    <a:pt x="999" y="1077"/>
                  </a:lnTo>
                  <a:lnTo>
                    <a:pt x="999" y="1077"/>
                  </a:lnTo>
                  <a:lnTo>
                    <a:pt x="1001" y="1077"/>
                  </a:lnTo>
                  <a:lnTo>
                    <a:pt x="1006" y="1075"/>
                  </a:lnTo>
                  <a:lnTo>
                    <a:pt x="1008" y="1075"/>
                  </a:lnTo>
                  <a:lnTo>
                    <a:pt x="1010" y="1075"/>
                  </a:lnTo>
                  <a:lnTo>
                    <a:pt x="1010" y="1077"/>
                  </a:lnTo>
                  <a:lnTo>
                    <a:pt x="1013" y="1077"/>
                  </a:lnTo>
                  <a:lnTo>
                    <a:pt x="1013" y="1080"/>
                  </a:lnTo>
                  <a:lnTo>
                    <a:pt x="1010" y="1080"/>
                  </a:lnTo>
                  <a:lnTo>
                    <a:pt x="1010" y="1082"/>
                  </a:lnTo>
                  <a:lnTo>
                    <a:pt x="1015" y="1082"/>
                  </a:lnTo>
                  <a:lnTo>
                    <a:pt x="1018" y="1080"/>
                  </a:lnTo>
                  <a:lnTo>
                    <a:pt x="1025" y="1068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32" y="1056"/>
                  </a:lnTo>
                  <a:lnTo>
                    <a:pt x="1032" y="1056"/>
                  </a:lnTo>
                  <a:lnTo>
                    <a:pt x="1034" y="1054"/>
                  </a:lnTo>
                  <a:lnTo>
                    <a:pt x="1034" y="1054"/>
                  </a:lnTo>
                  <a:lnTo>
                    <a:pt x="1034" y="1054"/>
                  </a:lnTo>
                  <a:lnTo>
                    <a:pt x="1034" y="1051"/>
                  </a:lnTo>
                  <a:lnTo>
                    <a:pt x="1034" y="1047"/>
                  </a:lnTo>
                  <a:lnTo>
                    <a:pt x="1034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7"/>
                  </a:lnTo>
                  <a:lnTo>
                    <a:pt x="1029" y="1049"/>
                  </a:lnTo>
                  <a:lnTo>
                    <a:pt x="1025" y="1051"/>
                  </a:lnTo>
                  <a:lnTo>
                    <a:pt x="1025" y="1051"/>
                  </a:lnTo>
                  <a:lnTo>
                    <a:pt x="1025" y="1054"/>
                  </a:lnTo>
                  <a:lnTo>
                    <a:pt x="1022" y="1056"/>
                  </a:lnTo>
                  <a:lnTo>
                    <a:pt x="1022" y="1056"/>
                  </a:lnTo>
                  <a:lnTo>
                    <a:pt x="1022" y="1058"/>
                  </a:lnTo>
                  <a:lnTo>
                    <a:pt x="1020" y="1058"/>
                  </a:lnTo>
                  <a:lnTo>
                    <a:pt x="1020" y="1058"/>
                  </a:lnTo>
                  <a:lnTo>
                    <a:pt x="1020" y="1056"/>
                  </a:lnTo>
                  <a:lnTo>
                    <a:pt x="1020" y="1056"/>
                  </a:lnTo>
                  <a:lnTo>
                    <a:pt x="1020" y="1054"/>
                  </a:lnTo>
                  <a:lnTo>
                    <a:pt x="1018" y="1051"/>
                  </a:lnTo>
                  <a:lnTo>
                    <a:pt x="1015" y="1051"/>
                  </a:lnTo>
                  <a:lnTo>
                    <a:pt x="1013" y="1051"/>
                  </a:lnTo>
                  <a:lnTo>
                    <a:pt x="1013" y="1051"/>
                  </a:lnTo>
                  <a:lnTo>
                    <a:pt x="1015" y="1047"/>
                  </a:lnTo>
                  <a:lnTo>
                    <a:pt x="1020" y="1042"/>
                  </a:lnTo>
                  <a:lnTo>
                    <a:pt x="1018" y="1042"/>
                  </a:lnTo>
                  <a:lnTo>
                    <a:pt x="1018" y="1042"/>
                  </a:lnTo>
                  <a:lnTo>
                    <a:pt x="1018" y="1039"/>
                  </a:lnTo>
                  <a:lnTo>
                    <a:pt x="1018" y="1039"/>
                  </a:lnTo>
                  <a:lnTo>
                    <a:pt x="1020" y="1039"/>
                  </a:lnTo>
                  <a:lnTo>
                    <a:pt x="1020" y="1039"/>
                  </a:lnTo>
                  <a:lnTo>
                    <a:pt x="1022" y="1039"/>
                  </a:lnTo>
                  <a:lnTo>
                    <a:pt x="1020" y="1042"/>
                  </a:lnTo>
                  <a:lnTo>
                    <a:pt x="1025" y="1039"/>
                  </a:lnTo>
                  <a:lnTo>
                    <a:pt x="1029" y="1037"/>
                  </a:lnTo>
                  <a:lnTo>
                    <a:pt x="1032" y="1035"/>
                  </a:lnTo>
                  <a:lnTo>
                    <a:pt x="1034" y="1032"/>
                  </a:lnTo>
                  <a:lnTo>
                    <a:pt x="1034" y="1032"/>
                  </a:lnTo>
                  <a:lnTo>
                    <a:pt x="1034" y="1035"/>
                  </a:lnTo>
                  <a:lnTo>
                    <a:pt x="1034" y="1039"/>
                  </a:lnTo>
                  <a:lnTo>
                    <a:pt x="1036" y="1039"/>
                  </a:lnTo>
                  <a:lnTo>
                    <a:pt x="1034" y="1039"/>
                  </a:lnTo>
                  <a:lnTo>
                    <a:pt x="1034" y="1042"/>
                  </a:lnTo>
                  <a:lnTo>
                    <a:pt x="1034" y="1042"/>
                  </a:lnTo>
                  <a:lnTo>
                    <a:pt x="1034" y="1042"/>
                  </a:lnTo>
                  <a:lnTo>
                    <a:pt x="1039" y="1042"/>
                  </a:lnTo>
                  <a:lnTo>
                    <a:pt x="1039" y="1042"/>
                  </a:lnTo>
                  <a:lnTo>
                    <a:pt x="1041" y="1039"/>
                  </a:lnTo>
                  <a:lnTo>
                    <a:pt x="1041" y="1037"/>
                  </a:lnTo>
                  <a:lnTo>
                    <a:pt x="1041" y="1035"/>
                  </a:lnTo>
                  <a:lnTo>
                    <a:pt x="1041" y="1032"/>
                  </a:lnTo>
                  <a:lnTo>
                    <a:pt x="1041" y="1032"/>
                  </a:lnTo>
                  <a:lnTo>
                    <a:pt x="1044" y="1028"/>
                  </a:lnTo>
                  <a:lnTo>
                    <a:pt x="1044" y="1025"/>
                  </a:lnTo>
                  <a:lnTo>
                    <a:pt x="1046" y="1025"/>
                  </a:lnTo>
                  <a:lnTo>
                    <a:pt x="1046" y="1028"/>
                  </a:lnTo>
                  <a:lnTo>
                    <a:pt x="1046" y="1030"/>
                  </a:lnTo>
                  <a:lnTo>
                    <a:pt x="1044" y="1032"/>
                  </a:lnTo>
                  <a:lnTo>
                    <a:pt x="1046" y="1035"/>
                  </a:lnTo>
                  <a:lnTo>
                    <a:pt x="1044" y="1037"/>
                  </a:lnTo>
                  <a:lnTo>
                    <a:pt x="1044" y="1039"/>
                  </a:lnTo>
                  <a:lnTo>
                    <a:pt x="1041" y="1044"/>
                  </a:lnTo>
                  <a:lnTo>
                    <a:pt x="1044" y="1042"/>
                  </a:lnTo>
                  <a:lnTo>
                    <a:pt x="1048" y="1042"/>
                  </a:lnTo>
                  <a:lnTo>
                    <a:pt x="1048" y="1039"/>
                  </a:lnTo>
                  <a:lnTo>
                    <a:pt x="1053" y="1035"/>
                  </a:lnTo>
                  <a:lnTo>
                    <a:pt x="1055" y="1032"/>
                  </a:lnTo>
                  <a:lnTo>
                    <a:pt x="1058" y="1030"/>
                  </a:lnTo>
                  <a:lnTo>
                    <a:pt x="1060" y="1028"/>
                  </a:lnTo>
                  <a:lnTo>
                    <a:pt x="1058" y="1023"/>
                  </a:lnTo>
                  <a:lnTo>
                    <a:pt x="1058" y="1021"/>
                  </a:lnTo>
                  <a:lnTo>
                    <a:pt x="1060" y="1018"/>
                  </a:lnTo>
                  <a:lnTo>
                    <a:pt x="1060" y="1016"/>
                  </a:lnTo>
                  <a:lnTo>
                    <a:pt x="1058" y="1013"/>
                  </a:lnTo>
                  <a:lnTo>
                    <a:pt x="1055" y="1011"/>
                  </a:lnTo>
                  <a:lnTo>
                    <a:pt x="1053" y="1006"/>
                  </a:lnTo>
                  <a:lnTo>
                    <a:pt x="1053" y="1004"/>
                  </a:lnTo>
                  <a:lnTo>
                    <a:pt x="1055" y="1006"/>
                  </a:lnTo>
                  <a:lnTo>
                    <a:pt x="1058" y="1006"/>
                  </a:lnTo>
                  <a:lnTo>
                    <a:pt x="1060" y="1009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60" y="1004"/>
                  </a:lnTo>
                  <a:lnTo>
                    <a:pt x="1058" y="1002"/>
                  </a:lnTo>
                  <a:lnTo>
                    <a:pt x="1055" y="1002"/>
                  </a:lnTo>
                  <a:lnTo>
                    <a:pt x="1055" y="1002"/>
                  </a:lnTo>
                  <a:lnTo>
                    <a:pt x="1055" y="999"/>
                  </a:lnTo>
                  <a:lnTo>
                    <a:pt x="1058" y="999"/>
                  </a:lnTo>
                  <a:lnTo>
                    <a:pt x="1058" y="999"/>
                  </a:lnTo>
                  <a:lnTo>
                    <a:pt x="1058" y="999"/>
                  </a:lnTo>
                  <a:lnTo>
                    <a:pt x="1060" y="1002"/>
                  </a:lnTo>
                  <a:lnTo>
                    <a:pt x="1060" y="1004"/>
                  </a:lnTo>
                  <a:lnTo>
                    <a:pt x="1062" y="1004"/>
                  </a:lnTo>
                  <a:lnTo>
                    <a:pt x="1062" y="1004"/>
                  </a:lnTo>
                  <a:lnTo>
                    <a:pt x="1062" y="1004"/>
                  </a:lnTo>
                  <a:lnTo>
                    <a:pt x="1062" y="1006"/>
                  </a:lnTo>
                  <a:lnTo>
                    <a:pt x="1062" y="1006"/>
                  </a:lnTo>
                  <a:lnTo>
                    <a:pt x="1065" y="1006"/>
                  </a:lnTo>
                  <a:lnTo>
                    <a:pt x="1067" y="1009"/>
                  </a:lnTo>
                  <a:lnTo>
                    <a:pt x="1067" y="1009"/>
                  </a:lnTo>
                  <a:lnTo>
                    <a:pt x="1067" y="1009"/>
                  </a:lnTo>
                  <a:lnTo>
                    <a:pt x="1067" y="1013"/>
                  </a:lnTo>
                  <a:lnTo>
                    <a:pt x="1070" y="1016"/>
                  </a:lnTo>
                  <a:lnTo>
                    <a:pt x="1070" y="1018"/>
                  </a:lnTo>
                  <a:lnTo>
                    <a:pt x="1072" y="1016"/>
                  </a:lnTo>
                  <a:lnTo>
                    <a:pt x="1074" y="1018"/>
                  </a:lnTo>
                  <a:lnTo>
                    <a:pt x="1086" y="1011"/>
                  </a:lnTo>
                  <a:lnTo>
                    <a:pt x="1086" y="1011"/>
                  </a:lnTo>
                  <a:lnTo>
                    <a:pt x="1091" y="1009"/>
                  </a:lnTo>
                  <a:lnTo>
                    <a:pt x="1093" y="1006"/>
                  </a:lnTo>
                  <a:lnTo>
                    <a:pt x="1100" y="1004"/>
                  </a:lnTo>
                  <a:lnTo>
                    <a:pt x="1100" y="999"/>
                  </a:lnTo>
                  <a:lnTo>
                    <a:pt x="1098" y="997"/>
                  </a:lnTo>
                  <a:lnTo>
                    <a:pt x="1093" y="997"/>
                  </a:lnTo>
                  <a:lnTo>
                    <a:pt x="1088" y="997"/>
                  </a:lnTo>
                  <a:lnTo>
                    <a:pt x="1088" y="997"/>
                  </a:lnTo>
                  <a:lnTo>
                    <a:pt x="1086" y="999"/>
                  </a:lnTo>
                  <a:lnTo>
                    <a:pt x="1084" y="999"/>
                  </a:lnTo>
                  <a:lnTo>
                    <a:pt x="1084" y="997"/>
                  </a:lnTo>
                  <a:lnTo>
                    <a:pt x="1084" y="997"/>
                  </a:lnTo>
                  <a:lnTo>
                    <a:pt x="1091" y="995"/>
                  </a:lnTo>
                  <a:lnTo>
                    <a:pt x="1088" y="992"/>
                  </a:lnTo>
                  <a:lnTo>
                    <a:pt x="1088" y="990"/>
                  </a:lnTo>
                  <a:lnTo>
                    <a:pt x="1088" y="990"/>
                  </a:lnTo>
                  <a:lnTo>
                    <a:pt x="1088" y="990"/>
                  </a:lnTo>
                  <a:lnTo>
                    <a:pt x="1086" y="987"/>
                  </a:lnTo>
                  <a:lnTo>
                    <a:pt x="1081" y="985"/>
                  </a:lnTo>
                  <a:lnTo>
                    <a:pt x="1081" y="985"/>
                  </a:lnTo>
                  <a:lnTo>
                    <a:pt x="1079" y="987"/>
                  </a:lnTo>
                  <a:lnTo>
                    <a:pt x="1079" y="987"/>
                  </a:lnTo>
                  <a:lnTo>
                    <a:pt x="1077" y="985"/>
                  </a:lnTo>
                  <a:lnTo>
                    <a:pt x="1077" y="985"/>
                  </a:lnTo>
                  <a:lnTo>
                    <a:pt x="1079" y="983"/>
                  </a:lnTo>
                  <a:lnTo>
                    <a:pt x="1079" y="980"/>
                  </a:lnTo>
                  <a:lnTo>
                    <a:pt x="1077" y="980"/>
                  </a:lnTo>
                  <a:lnTo>
                    <a:pt x="1077" y="978"/>
                  </a:lnTo>
                  <a:lnTo>
                    <a:pt x="1074" y="973"/>
                  </a:lnTo>
                  <a:lnTo>
                    <a:pt x="1072" y="973"/>
                  </a:lnTo>
                  <a:lnTo>
                    <a:pt x="1072" y="971"/>
                  </a:lnTo>
                  <a:lnTo>
                    <a:pt x="1072" y="966"/>
                  </a:lnTo>
                  <a:lnTo>
                    <a:pt x="1074" y="968"/>
                  </a:lnTo>
                  <a:lnTo>
                    <a:pt x="1074" y="968"/>
                  </a:lnTo>
                  <a:lnTo>
                    <a:pt x="1074" y="968"/>
                  </a:lnTo>
                  <a:lnTo>
                    <a:pt x="1077" y="968"/>
                  </a:lnTo>
                  <a:lnTo>
                    <a:pt x="1077" y="968"/>
                  </a:lnTo>
                  <a:lnTo>
                    <a:pt x="1079" y="968"/>
                  </a:lnTo>
                  <a:lnTo>
                    <a:pt x="1081" y="968"/>
                  </a:lnTo>
                  <a:lnTo>
                    <a:pt x="1081" y="971"/>
                  </a:lnTo>
                  <a:lnTo>
                    <a:pt x="1081" y="971"/>
                  </a:lnTo>
                  <a:lnTo>
                    <a:pt x="1081" y="971"/>
                  </a:lnTo>
                  <a:lnTo>
                    <a:pt x="1081" y="973"/>
                  </a:lnTo>
                  <a:lnTo>
                    <a:pt x="1081" y="976"/>
                  </a:lnTo>
                  <a:lnTo>
                    <a:pt x="1081" y="976"/>
                  </a:lnTo>
                  <a:lnTo>
                    <a:pt x="1084" y="976"/>
                  </a:lnTo>
                  <a:lnTo>
                    <a:pt x="1084" y="978"/>
                  </a:lnTo>
                  <a:lnTo>
                    <a:pt x="1084" y="978"/>
                  </a:lnTo>
                  <a:lnTo>
                    <a:pt x="1086" y="978"/>
                  </a:lnTo>
                  <a:lnTo>
                    <a:pt x="1086" y="978"/>
                  </a:lnTo>
                  <a:lnTo>
                    <a:pt x="1086" y="978"/>
                  </a:lnTo>
                  <a:lnTo>
                    <a:pt x="1088" y="978"/>
                  </a:lnTo>
                  <a:lnTo>
                    <a:pt x="1088" y="978"/>
                  </a:lnTo>
                  <a:lnTo>
                    <a:pt x="1091" y="978"/>
                  </a:lnTo>
                  <a:lnTo>
                    <a:pt x="1091" y="980"/>
                  </a:lnTo>
                  <a:lnTo>
                    <a:pt x="1096" y="978"/>
                  </a:lnTo>
                  <a:lnTo>
                    <a:pt x="1096" y="980"/>
                  </a:lnTo>
                  <a:lnTo>
                    <a:pt x="1096" y="983"/>
                  </a:lnTo>
                  <a:lnTo>
                    <a:pt x="1093" y="983"/>
                  </a:lnTo>
                  <a:lnTo>
                    <a:pt x="1091" y="983"/>
                  </a:lnTo>
                  <a:lnTo>
                    <a:pt x="1091" y="985"/>
                  </a:lnTo>
                  <a:lnTo>
                    <a:pt x="1093" y="985"/>
                  </a:lnTo>
                  <a:lnTo>
                    <a:pt x="1098" y="983"/>
                  </a:lnTo>
                  <a:lnTo>
                    <a:pt x="1103" y="978"/>
                  </a:lnTo>
                  <a:lnTo>
                    <a:pt x="1100" y="978"/>
                  </a:lnTo>
                  <a:lnTo>
                    <a:pt x="1098" y="978"/>
                  </a:lnTo>
                  <a:lnTo>
                    <a:pt x="1098" y="976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098" y="971"/>
                  </a:lnTo>
                  <a:lnTo>
                    <a:pt x="1098" y="971"/>
                  </a:lnTo>
                  <a:lnTo>
                    <a:pt x="1100" y="971"/>
                  </a:lnTo>
                  <a:lnTo>
                    <a:pt x="1100" y="968"/>
                  </a:lnTo>
                  <a:lnTo>
                    <a:pt x="1100" y="968"/>
                  </a:lnTo>
                  <a:lnTo>
                    <a:pt x="1100" y="968"/>
                  </a:lnTo>
                  <a:lnTo>
                    <a:pt x="1098" y="968"/>
                  </a:lnTo>
                  <a:lnTo>
                    <a:pt x="1098" y="968"/>
                  </a:lnTo>
                  <a:lnTo>
                    <a:pt x="1098" y="968"/>
                  </a:lnTo>
                  <a:lnTo>
                    <a:pt x="1096" y="968"/>
                  </a:lnTo>
                  <a:lnTo>
                    <a:pt x="1096" y="966"/>
                  </a:lnTo>
                  <a:lnTo>
                    <a:pt x="1096" y="964"/>
                  </a:lnTo>
                  <a:lnTo>
                    <a:pt x="1096" y="961"/>
                  </a:lnTo>
                  <a:lnTo>
                    <a:pt x="1096" y="961"/>
                  </a:lnTo>
                  <a:lnTo>
                    <a:pt x="1096" y="964"/>
                  </a:lnTo>
                  <a:lnTo>
                    <a:pt x="1098" y="966"/>
                  </a:lnTo>
                  <a:lnTo>
                    <a:pt x="1098" y="966"/>
                  </a:lnTo>
                  <a:lnTo>
                    <a:pt x="1100" y="966"/>
                  </a:lnTo>
                  <a:lnTo>
                    <a:pt x="1100" y="964"/>
                  </a:lnTo>
                  <a:lnTo>
                    <a:pt x="1103" y="966"/>
                  </a:lnTo>
                  <a:lnTo>
                    <a:pt x="1103" y="968"/>
                  </a:lnTo>
                  <a:lnTo>
                    <a:pt x="1103" y="971"/>
                  </a:lnTo>
                  <a:lnTo>
                    <a:pt x="1100" y="971"/>
                  </a:lnTo>
                  <a:lnTo>
                    <a:pt x="1103" y="973"/>
                  </a:lnTo>
                  <a:lnTo>
                    <a:pt x="1105" y="976"/>
                  </a:lnTo>
                  <a:lnTo>
                    <a:pt x="1105" y="976"/>
                  </a:lnTo>
                  <a:lnTo>
                    <a:pt x="1105" y="978"/>
                  </a:lnTo>
                  <a:lnTo>
                    <a:pt x="1105" y="978"/>
                  </a:lnTo>
                  <a:lnTo>
                    <a:pt x="1107" y="978"/>
                  </a:lnTo>
                  <a:lnTo>
                    <a:pt x="1110" y="976"/>
                  </a:lnTo>
                  <a:lnTo>
                    <a:pt x="1112" y="971"/>
                  </a:lnTo>
                  <a:lnTo>
                    <a:pt x="1115" y="971"/>
                  </a:lnTo>
                  <a:lnTo>
                    <a:pt x="1115" y="973"/>
                  </a:lnTo>
                  <a:lnTo>
                    <a:pt x="1117" y="971"/>
                  </a:lnTo>
                  <a:lnTo>
                    <a:pt x="1119" y="971"/>
                  </a:lnTo>
                  <a:lnTo>
                    <a:pt x="1119" y="971"/>
                  </a:lnTo>
                  <a:lnTo>
                    <a:pt x="1122" y="971"/>
                  </a:lnTo>
                  <a:lnTo>
                    <a:pt x="1124" y="971"/>
                  </a:lnTo>
                  <a:lnTo>
                    <a:pt x="1122" y="971"/>
                  </a:lnTo>
                  <a:lnTo>
                    <a:pt x="1119" y="976"/>
                  </a:lnTo>
                  <a:lnTo>
                    <a:pt x="1119" y="978"/>
                  </a:lnTo>
                  <a:lnTo>
                    <a:pt x="1119" y="978"/>
                  </a:lnTo>
                  <a:lnTo>
                    <a:pt x="1122" y="978"/>
                  </a:lnTo>
                  <a:lnTo>
                    <a:pt x="1124" y="978"/>
                  </a:lnTo>
                  <a:lnTo>
                    <a:pt x="1126" y="978"/>
                  </a:lnTo>
                  <a:lnTo>
                    <a:pt x="1126" y="978"/>
                  </a:lnTo>
                  <a:lnTo>
                    <a:pt x="1129" y="978"/>
                  </a:lnTo>
                  <a:lnTo>
                    <a:pt x="1129" y="978"/>
                  </a:lnTo>
                  <a:lnTo>
                    <a:pt x="1129" y="978"/>
                  </a:lnTo>
                  <a:lnTo>
                    <a:pt x="1126" y="980"/>
                  </a:lnTo>
                  <a:lnTo>
                    <a:pt x="1122" y="980"/>
                  </a:lnTo>
                  <a:lnTo>
                    <a:pt x="1119" y="980"/>
                  </a:lnTo>
                  <a:lnTo>
                    <a:pt x="1119" y="983"/>
                  </a:lnTo>
                  <a:lnTo>
                    <a:pt x="1122" y="983"/>
                  </a:lnTo>
                  <a:lnTo>
                    <a:pt x="1126" y="983"/>
                  </a:lnTo>
                  <a:lnTo>
                    <a:pt x="1133" y="978"/>
                  </a:lnTo>
                  <a:lnTo>
                    <a:pt x="1136" y="978"/>
                  </a:lnTo>
                  <a:lnTo>
                    <a:pt x="1136" y="978"/>
                  </a:lnTo>
                  <a:lnTo>
                    <a:pt x="1141" y="976"/>
                  </a:lnTo>
                  <a:lnTo>
                    <a:pt x="1143" y="973"/>
                  </a:lnTo>
                  <a:lnTo>
                    <a:pt x="1145" y="976"/>
                  </a:lnTo>
                  <a:lnTo>
                    <a:pt x="1145" y="978"/>
                  </a:lnTo>
                  <a:lnTo>
                    <a:pt x="1145" y="978"/>
                  </a:lnTo>
                  <a:lnTo>
                    <a:pt x="1145" y="980"/>
                  </a:lnTo>
                  <a:lnTo>
                    <a:pt x="1143" y="980"/>
                  </a:lnTo>
                  <a:lnTo>
                    <a:pt x="1126" y="990"/>
                  </a:lnTo>
                  <a:lnTo>
                    <a:pt x="1124" y="992"/>
                  </a:lnTo>
                  <a:lnTo>
                    <a:pt x="1122" y="995"/>
                  </a:lnTo>
                  <a:lnTo>
                    <a:pt x="1124" y="995"/>
                  </a:lnTo>
                  <a:lnTo>
                    <a:pt x="1131" y="990"/>
                  </a:lnTo>
                  <a:lnTo>
                    <a:pt x="1138" y="987"/>
                  </a:lnTo>
                  <a:lnTo>
                    <a:pt x="1143" y="980"/>
                  </a:lnTo>
                  <a:lnTo>
                    <a:pt x="1155" y="978"/>
                  </a:lnTo>
                  <a:lnTo>
                    <a:pt x="1162" y="973"/>
                  </a:lnTo>
                  <a:lnTo>
                    <a:pt x="1174" y="966"/>
                  </a:lnTo>
                  <a:lnTo>
                    <a:pt x="1171" y="966"/>
                  </a:lnTo>
                  <a:lnTo>
                    <a:pt x="1167" y="968"/>
                  </a:lnTo>
                  <a:lnTo>
                    <a:pt x="1152" y="976"/>
                  </a:lnTo>
                  <a:lnTo>
                    <a:pt x="1152" y="978"/>
                  </a:lnTo>
                  <a:lnTo>
                    <a:pt x="1150" y="978"/>
                  </a:lnTo>
                  <a:lnTo>
                    <a:pt x="1150" y="978"/>
                  </a:lnTo>
                  <a:lnTo>
                    <a:pt x="1150" y="978"/>
                  </a:lnTo>
                  <a:lnTo>
                    <a:pt x="1150" y="976"/>
                  </a:lnTo>
                  <a:lnTo>
                    <a:pt x="1150" y="976"/>
                  </a:lnTo>
                  <a:lnTo>
                    <a:pt x="1150" y="976"/>
                  </a:lnTo>
                  <a:lnTo>
                    <a:pt x="1150" y="973"/>
                  </a:lnTo>
                  <a:lnTo>
                    <a:pt x="1150" y="973"/>
                  </a:lnTo>
                  <a:lnTo>
                    <a:pt x="1150" y="971"/>
                  </a:lnTo>
                  <a:lnTo>
                    <a:pt x="1150" y="968"/>
                  </a:lnTo>
                  <a:lnTo>
                    <a:pt x="1164" y="964"/>
                  </a:lnTo>
                  <a:lnTo>
                    <a:pt x="1167" y="964"/>
                  </a:lnTo>
                  <a:lnTo>
                    <a:pt x="1174" y="964"/>
                  </a:lnTo>
                  <a:lnTo>
                    <a:pt x="1178" y="964"/>
                  </a:lnTo>
                  <a:lnTo>
                    <a:pt x="1183" y="961"/>
                  </a:lnTo>
                  <a:lnTo>
                    <a:pt x="1188" y="959"/>
                  </a:lnTo>
                  <a:lnTo>
                    <a:pt x="1200" y="950"/>
                  </a:lnTo>
                  <a:lnTo>
                    <a:pt x="1207" y="945"/>
                  </a:lnTo>
                  <a:lnTo>
                    <a:pt x="1209" y="942"/>
                  </a:lnTo>
                  <a:lnTo>
                    <a:pt x="1211" y="942"/>
                  </a:lnTo>
                  <a:lnTo>
                    <a:pt x="1211" y="942"/>
                  </a:lnTo>
                  <a:lnTo>
                    <a:pt x="1219" y="938"/>
                  </a:lnTo>
                  <a:lnTo>
                    <a:pt x="1223" y="931"/>
                  </a:lnTo>
                  <a:lnTo>
                    <a:pt x="1226" y="928"/>
                  </a:lnTo>
                  <a:lnTo>
                    <a:pt x="1233" y="921"/>
                  </a:lnTo>
                  <a:lnTo>
                    <a:pt x="1235" y="921"/>
                  </a:lnTo>
                  <a:lnTo>
                    <a:pt x="1235" y="919"/>
                  </a:lnTo>
                  <a:lnTo>
                    <a:pt x="1235" y="916"/>
                  </a:lnTo>
                  <a:lnTo>
                    <a:pt x="1233" y="912"/>
                  </a:lnTo>
                  <a:lnTo>
                    <a:pt x="1233" y="909"/>
                  </a:lnTo>
                  <a:lnTo>
                    <a:pt x="1235" y="905"/>
                  </a:lnTo>
                  <a:lnTo>
                    <a:pt x="1233" y="902"/>
                  </a:lnTo>
                  <a:lnTo>
                    <a:pt x="1233" y="902"/>
                  </a:lnTo>
                  <a:lnTo>
                    <a:pt x="1233" y="902"/>
                  </a:lnTo>
                  <a:lnTo>
                    <a:pt x="1235" y="902"/>
                  </a:lnTo>
                  <a:lnTo>
                    <a:pt x="1238" y="902"/>
                  </a:lnTo>
                  <a:lnTo>
                    <a:pt x="1238" y="905"/>
                  </a:lnTo>
                  <a:lnTo>
                    <a:pt x="1240" y="905"/>
                  </a:lnTo>
                  <a:lnTo>
                    <a:pt x="1242" y="902"/>
                  </a:lnTo>
                  <a:lnTo>
                    <a:pt x="1249" y="893"/>
                  </a:lnTo>
                  <a:lnTo>
                    <a:pt x="1249" y="893"/>
                  </a:lnTo>
                  <a:lnTo>
                    <a:pt x="1249" y="890"/>
                  </a:lnTo>
                  <a:lnTo>
                    <a:pt x="1249" y="890"/>
                  </a:lnTo>
                  <a:lnTo>
                    <a:pt x="1249" y="890"/>
                  </a:lnTo>
                  <a:lnTo>
                    <a:pt x="1252" y="890"/>
                  </a:lnTo>
                  <a:lnTo>
                    <a:pt x="1252" y="890"/>
                  </a:lnTo>
                  <a:lnTo>
                    <a:pt x="1254" y="890"/>
                  </a:lnTo>
                  <a:lnTo>
                    <a:pt x="1254" y="888"/>
                  </a:lnTo>
                  <a:lnTo>
                    <a:pt x="1254" y="886"/>
                  </a:lnTo>
                  <a:lnTo>
                    <a:pt x="1256" y="886"/>
                  </a:lnTo>
                  <a:lnTo>
                    <a:pt x="1256" y="888"/>
                  </a:lnTo>
                  <a:lnTo>
                    <a:pt x="1259" y="888"/>
                  </a:lnTo>
                  <a:lnTo>
                    <a:pt x="1261" y="883"/>
                  </a:lnTo>
                  <a:lnTo>
                    <a:pt x="1261" y="881"/>
                  </a:lnTo>
                  <a:lnTo>
                    <a:pt x="1261" y="879"/>
                  </a:lnTo>
                  <a:lnTo>
                    <a:pt x="1264" y="879"/>
                  </a:lnTo>
                  <a:lnTo>
                    <a:pt x="1266" y="879"/>
                  </a:lnTo>
                  <a:lnTo>
                    <a:pt x="1268" y="881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4" y="876"/>
                  </a:lnTo>
                  <a:lnTo>
                    <a:pt x="1261" y="876"/>
                  </a:lnTo>
                  <a:lnTo>
                    <a:pt x="1261" y="876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6" y="871"/>
                  </a:lnTo>
                  <a:lnTo>
                    <a:pt x="1256" y="871"/>
                  </a:lnTo>
                  <a:lnTo>
                    <a:pt x="1256" y="871"/>
                  </a:lnTo>
                  <a:lnTo>
                    <a:pt x="1259" y="874"/>
                  </a:lnTo>
                  <a:lnTo>
                    <a:pt x="1259" y="874"/>
                  </a:lnTo>
                  <a:lnTo>
                    <a:pt x="1256" y="874"/>
                  </a:lnTo>
                  <a:lnTo>
                    <a:pt x="1254" y="871"/>
                  </a:lnTo>
                  <a:lnTo>
                    <a:pt x="1254" y="869"/>
                  </a:lnTo>
                  <a:lnTo>
                    <a:pt x="1252" y="869"/>
                  </a:lnTo>
                  <a:lnTo>
                    <a:pt x="1252" y="869"/>
                  </a:lnTo>
                  <a:lnTo>
                    <a:pt x="1254" y="867"/>
                  </a:lnTo>
                  <a:lnTo>
                    <a:pt x="1256" y="867"/>
                  </a:lnTo>
                  <a:lnTo>
                    <a:pt x="1256" y="864"/>
                  </a:lnTo>
                  <a:lnTo>
                    <a:pt x="1256" y="864"/>
                  </a:lnTo>
                  <a:lnTo>
                    <a:pt x="1249" y="862"/>
                  </a:lnTo>
                  <a:lnTo>
                    <a:pt x="1245" y="860"/>
                  </a:lnTo>
                  <a:lnTo>
                    <a:pt x="1247" y="855"/>
                  </a:lnTo>
                  <a:lnTo>
                    <a:pt x="1247" y="855"/>
                  </a:lnTo>
                  <a:lnTo>
                    <a:pt x="1249" y="852"/>
                  </a:lnTo>
                  <a:lnTo>
                    <a:pt x="1249" y="850"/>
                  </a:lnTo>
                  <a:lnTo>
                    <a:pt x="1247" y="848"/>
                  </a:lnTo>
                  <a:lnTo>
                    <a:pt x="1245" y="845"/>
                  </a:lnTo>
                  <a:lnTo>
                    <a:pt x="1245" y="843"/>
                  </a:lnTo>
                  <a:lnTo>
                    <a:pt x="1247" y="843"/>
                  </a:lnTo>
                  <a:lnTo>
                    <a:pt x="1247" y="841"/>
                  </a:lnTo>
                  <a:lnTo>
                    <a:pt x="1247" y="841"/>
                  </a:lnTo>
                  <a:lnTo>
                    <a:pt x="1245" y="841"/>
                  </a:lnTo>
                  <a:lnTo>
                    <a:pt x="1245" y="841"/>
                  </a:lnTo>
                  <a:lnTo>
                    <a:pt x="1242" y="841"/>
                  </a:lnTo>
                  <a:lnTo>
                    <a:pt x="1242" y="841"/>
                  </a:lnTo>
                  <a:lnTo>
                    <a:pt x="1240" y="838"/>
                  </a:lnTo>
                  <a:lnTo>
                    <a:pt x="1240" y="838"/>
                  </a:lnTo>
                  <a:lnTo>
                    <a:pt x="1247" y="838"/>
                  </a:lnTo>
                  <a:lnTo>
                    <a:pt x="1252" y="838"/>
                  </a:lnTo>
                  <a:lnTo>
                    <a:pt x="1254" y="843"/>
                  </a:lnTo>
                  <a:lnTo>
                    <a:pt x="1259" y="843"/>
                  </a:lnTo>
                  <a:lnTo>
                    <a:pt x="1261" y="841"/>
                  </a:lnTo>
                  <a:lnTo>
                    <a:pt x="1264" y="836"/>
                  </a:lnTo>
                  <a:lnTo>
                    <a:pt x="1264" y="834"/>
                  </a:lnTo>
                  <a:lnTo>
                    <a:pt x="1264" y="831"/>
                  </a:lnTo>
                  <a:lnTo>
                    <a:pt x="1266" y="831"/>
                  </a:lnTo>
                  <a:lnTo>
                    <a:pt x="1271" y="829"/>
                  </a:lnTo>
                  <a:lnTo>
                    <a:pt x="1273" y="826"/>
                  </a:lnTo>
                  <a:lnTo>
                    <a:pt x="1273" y="826"/>
                  </a:lnTo>
                  <a:lnTo>
                    <a:pt x="1275" y="826"/>
                  </a:lnTo>
                  <a:lnTo>
                    <a:pt x="1275" y="829"/>
                  </a:lnTo>
                  <a:lnTo>
                    <a:pt x="1275" y="831"/>
                  </a:lnTo>
                  <a:lnTo>
                    <a:pt x="1278" y="831"/>
                  </a:lnTo>
                  <a:lnTo>
                    <a:pt x="1278" y="831"/>
                  </a:lnTo>
                  <a:lnTo>
                    <a:pt x="1278" y="834"/>
                  </a:lnTo>
                  <a:lnTo>
                    <a:pt x="1280" y="836"/>
                  </a:lnTo>
                  <a:lnTo>
                    <a:pt x="1278" y="838"/>
                  </a:lnTo>
                  <a:lnTo>
                    <a:pt x="1278" y="845"/>
                  </a:lnTo>
                  <a:lnTo>
                    <a:pt x="1275" y="850"/>
                  </a:lnTo>
                  <a:lnTo>
                    <a:pt x="1275" y="852"/>
                  </a:lnTo>
                  <a:lnTo>
                    <a:pt x="1273" y="855"/>
                  </a:lnTo>
                  <a:lnTo>
                    <a:pt x="1273" y="855"/>
                  </a:lnTo>
                  <a:lnTo>
                    <a:pt x="1271" y="857"/>
                  </a:lnTo>
                  <a:lnTo>
                    <a:pt x="1268" y="857"/>
                  </a:lnTo>
                  <a:lnTo>
                    <a:pt x="1268" y="857"/>
                  </a:lnTo>
                  <a:lnTo>
                    <a:pt x="1271" y="860"/>
                  </a:lnTo>
                  <a:lnTo>
                    <a:pt x="1271" y="860"/>
                  </a:lnTo>
                  <a:lnTo>
                    <a:pt x="1273" y="860"/>
                  </a:lnTo>
                  <a:lnTo>
                    <a:pt x="1278" y="857"/>
                  </a:lnTo>
                  <a:lnTo>
                    <a:pt x="1294" y="852"/>
                  </a:lnTo>
                  <a:lnTo>
                    <a:pt x="1297" y="852"/>
                  </a:lnTo>
                  <a:lnTo>
                    <a:pt x="1297" y="852"/>
                  </a:lnTo>
                  <a:lnTo>
                    <a:pt x="1299" y="855"/>
                  </a:lnTo>
                  <a:lnTo>
                    <a:pt x="1301" y="855"/>
                  </a:lnTo>
                  <a:lnTo>
                    <a:pt x="1304" y="855"/>
                  </a:lnTo>
                  <a:lnTo>
                    <a:pt x="1304" y="852"/>
                  </a:lnTo>
                  <a:lnTo>
                    <a:pt x="1304" y="855"/>
                  </a:lnTo>
                  <a:lnTo>
                    <a:pt x="1304" y="857"/>
                  </a:lnTo>
                  <a:lnTo>
                    <a:pt x="1301" y="860"/>
                  </a:lnTo>
                  <a:lnTo>
                    <a:pt x="1301" y="860"/>
                  </a:lnTo>
                  <a:lnTo>
                    <a:pt x="1294" y="860"/>
                  </a:lnTo>
                  <a:lnTo>
                    <a:pt x="1294" y="860"/>
                  </a:lnTo>
                  <a:lnTo>
                    <a:pt x="1292" y="860"/>
                  </a:lnTo>
                  <a:lnTo>
                    <a:pt x="1290" y="864"/>
                  </a:lnTo>
                  <a:lnTo>
                    <a:pt x="1290" y="864"/>
                  </a:lnTo>
                  <a:lnTo>
                    <a:pt x="1287" y="864"/>
                  </a:lnTo>
                  <a:lnTo>
                    <a:pt x="1287" y="864"/>
                  </a:lnTo>
                  <a:lnTo>
                    <a:pt x="1285" y="867"/>
                  </a:lnTo>
                  <a:lnTo>
                    <a:pt x="1282" y="867"/>
                  </a:lnTo>
                  <a:lnTo>
                    <a:pt x="1273" y="876"/>
                  </a:lnTo>
                  <a:lnTo>
                    <a:pt x="1273" y="879"/>
                  </a:lnTo>
                  <a:lnTo>
                    <a:pt x="1273" y="879"/>
                  </a:lnTo>
                  <a:lnTo>
                    <a:pt x="1275" y="881"/>
                  </a:lnTo>
                  <a:lnTo>
                    <a:pt x="1278" y="879"/>
                  </a:lnTo>
                  <a:lnTo>
                    <a:pt x="1282" y="871"/>
                  </a:lnTo>
                  <a:lnTo>
                    <a:pt x="1287" y="869"/>
                  </a:lnTo>
                  <a:lnTo>
                    <a:pt x="1320" y="850"/>
                  </a:lnTo>
                  <a:lnTo>
                    <a:pt x="1332" y="845"/>
                  </a:lnTo>
                  <a:lnTo>
                    <a:pt x="1342" y="841"/>
                  </a:lnTo>
                  <a:lnTo>
                    <a:pt x="1344" y="838"/>
                  </a:lnTo>
                  <a:lnTo>
                    <a:pt x="1349" y="836"/>
                  </a:lnTo>
                  <a:lnTo>
                    <a:pt x="1351" y="836"/>
                  </a:lnTo>
                  <a:lnTo>
                    <a:pt x="1365" y="836"/>
                  </a:lnTo>
                  <a:lnTo>
                    <a:pt x="1368" y="836"/>
                  </a:lnTo>
                  <a:lnTo>
                    <a:pt x="1370" y="836"/>
                  </a:lnTo>
                  <a:lnTo>
                    <a:pt x="1370" y="834"/>
                  </a:lnTo>
                  <a:lnTo>
                    <a:pt x="1370" y="831"/>
                  </a:lnTo>
                  <a:lnTo>
                    <a:pt x="1363" y="824"/>
                  </a:lnTo>
                  <a:lnTo>
                    <a:pt x="1361" y="819"/>
                  </a:lnTo>
                  <a:lnTo>
                    <a:pt x="1361" y="815"/>
                  </a:lnTo>
                  <a:lnTo>
                    <a:pt x="1368" y="803"/>
                  </a:lnTo>
                  <a:lnTo>
                    <a:pt x="1370" y="800"/>
                  </a:lnTo>
                  <a:lnTo>
                    <a:pt x="1370" y="798"/>
                  </a:lnTo>
                  <a:lnTo>
                    <a:pt x="1370" y="796"/>
                  </a:lnTo>
                  <a:lnTo>
                    <a:pt x="1375" y="796"/>
                  </a:lnTo>
                  <a:lnTo>
                    <a:pt x="1375" y="796"/>
                  </a:lnTo>
                  <a:lnTo>
                    <a:pt x="1375" y="796"/>
                  </a:lnTo>
                  <a:lnTo>
                    <a:pt x="1377" y="793"/>
                  </a:lnTo>
                  <a:lnTo>
                    <a:pt x="1384" y="786"/>
                  </a:lnTo>
                  <a:lnTo>
                    <a:pt x="1382" y="784"/>
                  </a:lnTo>
                  <a:lnTo>
                    <a:pt x="1382" y="781"/>
                  </a:lnTo>
                  <a:lnTo>
                    <a:pt x="1384" y="779"/>
                  </a:lnTo>
                  <a:lnTo>
                    <a:pt x="1384" y="777"/>
                  </a:lnTo>
                  <a:lnTo>
                    <a:pt x="1384" y="774"/>
                  </a:lnTo>
                  <a:lnTo>
                    <a:pt x="1384" y="774"/>
                  </a:lnTo>
                  <a:lnTo>
                    <a:pt x="1384" y="772"/>
                  </a:lnTo>
                  <a:lnTo>
                    <a:pt x="1384" y="770"/>
                  </a:lnTo>
                  <a:lnTo>
                    <a:pt x="1382" y="767"/>
                  </a:lnTo>
                  <a:lnTo>
                    <a:pt x="1382" y="767"/>
                  </a:lnTo>
                  <a:lnTo>
                    <a:pt x="1382" y="765"/>
                  </a:lnTo>
                  <a:lnTo>
                    <a:pt x="1382" y="763"/>
                  </a:lnTo>
                  <a:lnTo>
                    <a:pt x="1384" y="763"/>
                  </a:lnTo>
                  <a:lnTo>
                    <a:pt x="1382" y="760"/>
                  </a:lnTo>
                  <a:lnTo>
                    <a:pt x="1382" y="758"/>
                  </a:lnTo>
                  <a:lnTo>
                    <a:pt x="1379" y="755"/>
                  </a:lnTo>
                  <a:lnTo>
                    <a:pt x="1377" y="753"/>
                  </a:lnTo>
                  <a:lnTo>
                    <a:pt x="1377" y="748"/>
                  </a:lnTo>
                  <a:lnTo>
                    <a:pt x="1377" y="746"/>
                  </a:lnTo>
                  <a:lnTo>
                    <a:pt x="1379" y="744"/>
                  </a:lnTo>
                  <a:lnTo>
                    <a:pt x="1382" y="741"/>
                  </a:lnTo>
                  <a:lnTo>
                    <a:pt x="1382" y="739"/>
                  </a:lnTo>
                  <a:lnTo>
                    <a:pt x="1382" y="737"/>
                  </a:lnTo>
                  <a:lnTo>
                    <a:pt x="1382" y="734"/>
                  </a:lnTo>
                  <a:lnTo>
                    <a:pt x="1379" y="732"/>
                  </a:lnTo>
                  <a:lnTo>
                    <a:pt x="1379" y="732"/>
                  </a:lnTo>
                  <a:lnTo>
                    <a:pt x="1379" y="729"/>
                  </a:lnTo>
                  <a:lnTo>
                    <a:pt x="1379" y="727"/>
                  </a:lnTo>
                  <a:lnTo>
                    <a:pt x="1379" y="727"/>
                  </a:lnTo>
                  <a:lnTo>
                    <a:pt x="1379" y="727"/>
                  </a:lnTo>
                  <a:lnTo>
                    <a:pt x="1379" y="725"/>
                  </a:lnTo>
                  <a:lnTo>
                    <a:pt x="1379" y="722"/>
                  </a:lnTo>
                  <a:lnTo>
                    <a:pt x="1382" y="720"/>
                  </a:lnTo>
                  <a:lnTo>
                    <a:pt x="1384" y="720"/>
                  </a:lnTo>
                  <a:lnTo>
                    <a:pt x="1384" y="718"/>
                  </a:lnTo>
                  <a:lnTo>
                    <a:pt x="1384" y="713"/>
                  </a:lnTo>
                  <a:lnTo>
                    <a:pt x="1384" y="710"/>
                  </a:lnTo>
                  <a:lnTo>
                    <a:pt x="1389" y="708"/>
                  </a:lnTo>
                  <a:lnTo>
                    <a:pt x="1389" y="706"/>
                  </a:lnTo>
                  <a:lnTo>
                    <a:pt x="1391" y="699"/>
                  </a:lnTo>
                  <a:lnTo>
                    <a:pt x="1394" y="692"/>
                  </a:lnTo>
                  <a:lnTo>
                    <a:pt x="1394" y="689"/>
                  </a:lnTo>
                  <a:lnTo>
                    <a:pt x="1394" y="689"/>
                  </a:lnTo>
                  <a:lnTo>
                    <a:pt x="1394" y="687"/>
                  </a:lnTo>
                  <a:lnTo>
                    <a:pt x="1394" y="687"/>
                  </a:lnTo>
                  <a:lnTo>
                    <a:pt x="1394" y="684"/>
                  </a:lnTo>
                  <a:lnTo>
                    <a:pt x="1394" y="682"/>
                  </a:lnTo>
                  <a:lnTo>
                    <a:pt x="1394" y="682"/>
                  </a:lnTo>
                  <a:lnTo>
                    <a:pt x="1394" y="680"/>
                  </a:lnTo>
                  <a:lnTo>
                    <a:pt x="1396" y="677"/>
                  </a:lnTo>
                  <a:lnTo>
                    <a:pt x="1396" y="677"/>
                  </a:lnTo>
                  <a:lnTo>
                    <a:pt x="1396" y="677"/>
                  </a:lnTo>
                  <a:lnTo>
                    <a:pt x="1396" y="675"/>
                  </a:lnTo>
                  <a:lnTo>
                    <a:pt x="1396" y="675"/>
                  </a:lnTo>
                  <a:lnTo>
                    <a:pt x="1394" y="673"/>
                  </a:lnTo>
                  <a:lnTo>
                    <a:pt x="1391" y="668"/>
                  </a:lnTo>
                  <a:lnTo>
                    <a:pt x="1394" y="668"/>
                  </a:lnTo>
                  <a:lnTo>
                    <a:pt x="1394" y="668"/>
                  </a:lnTo>
                  <a:lnTo>
                    <a:pt x="1398" y="666"/>
                  </a:lnTo>
                  <a:lnTo>
                    <a:pt x="1398" y="666"/>
                  </a:lnTo>
                  <a:lnTo>
                    <a:pt x="1398" y="663"/>
                  </a:lnTo>
                  <a:lnTo>
                    <a:pt x="1398" y="6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2" name="Freeform 13">
              <a:extLst>
                <a:ext uri="{FF2B5EF4-FFF2-40B4-BE49-F238E27FC236}">
                  <a16:creationId xmlns:a16="http://schemas.microsoft.com/office/drawing/2014/main" id="{7867A40B-A168-4FDB-8BF2-14C2C616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6358" y="3138228"/>
              <a:ext cx="799625" cy="292661"/>
            </a:xfrm>
            <a:custGeom>
              <a:avLst/>
              <a:gdLst>
                <a:gd name="T0" fmla="*/ 719 w 847"/>
                <a:gd name="T1" fmla="*/ 24 h 310"/>
                <a:gd name="T2" fmla="*/ 802 w 847"/>
                <a:gd name="T3" fmla="*/ 10 h 310"/>
                <a:gd name="T4" fmla="*/ 838 w 847"/>
                <a:gd name="T5" fmla="*/ 2 h 310"/>
                <a:gd name="T6" fmla="*/ 842 w 847"/>
                <a:gd name="T7" fmla="*/ 26 h 310"/>
                <a:gd name="T8" fmla="*/ 847 w 847"/>
                <a:gd name="T9" fmla="*/ 36 h 310"/>
                <a:gd name="T10" fmla="*/ 826 w 847"/>
                <a:gd name="T11" fmla="*/ 45 h 310"/>
                <a:gd name="T12" fmla="*/ 814 w 847"/>
                <a:gd name="T13" fmla="*/ 71 h 310"/>
                <a:gd name="T14" fmla="*/ 809 w 847"/>
                <a:gd name="T15" fmla="*/ 69 h 310"/>
                <a:gd name="T16" fmla="*/ 805 w 847"/>
                <a:gd name="T17" fmla="*/ 66 h 310"/>
                <a:gd name="T18" fmla="*/ 798 w 847"/>
                <a:gd name="T19" fmla="*/ 69 h 310"/>
                <a:gd name="T20" fmla="*/ 783 w 847"/>
                <a:gd name="T21" fmla="*/ 76 h 310"/>
                <a:gd name="T22" fmla="*/ 776 w 847"/>
                <a:gd name="T23" fmla="*/ 90 h 310"/>
                <a:gd name="T24" fmla="*/ 767 w 847"/>
                <a:gd name="T25" fmla="*/ 95 h 310"/>
                <a:gd name="T26" fmla="*/ 764 w 847"/>
                <a:gd name="T27" fmla="*/ 88 h 310"/>
                <a:gd name="T28" fmla="*/ 757 w 847"/>
                <a:gd name="T29" fmla="*/ 88 h 310"/>
                <a:gd name="T30" fmla="*/ 748 w 847"/>
                <a:gd name="T31" fmla="*/ 97 h 310"/>
                <a:gd name="T32" fmla="*/ 743 w 847"/>
                <a:gd name="T33" fmla="*/ 102 h 310"/>
                <a:gd name="T34" fmla="*/ 734 w 847"/>
                <a:gd name="T35" fmla="*/ 104 h 310"/>
                <a:gd name="T36" fmla="*/ 736 w 847"/>
                <a:gd name="T37" fmla="*/ 109 h 310"/>
                <a:gd name="T38" fmla="*/ 731 w 847"/>
                <a:gd name="T39" fmla="*/ 123 h 310"/>
                <a:gd name="T40" fmla="*/ 717 w 847"/>
                <a:gd name="T41" fmla="*/ 128 h 310"/>
                <a:gd name="T42" fmla="*/ 705 w 847"/>
                <a:gd name="T43" fmla="*/ 137 h 310"/>
                <a:gd name="T44" fmla="*/ 698 w 847"/>
                <a:gd name="T45" fmla="*/ 145 h 310"/>
                <a:gd name="T46" fmla="*/ 686 w 847"/>
                <a:gd name="T47" fmla="*/ 154 h 310"/>
                <a:gd name="T48" fmla="*/ 675 w 847"/>
                <a:gd name="T49" fmla="*/ 159 h 310"/>
                <a:gd name="T50" fmla="*/ 667 w 847"/>
                <a:gd name="T51" fmla="*/ 161 h 310"/>
                <a:gd name="T52" fmla="*/ 658 w 847"/>
                <a:gd name="T53" fmla="*/ 163 h 310"/>
                <a:gd name="T54" fmla="*/ 644 w 847"/>
                <a:gd name="T55" fmla="*/ 171 h 310"/>
                <a:gd name="T56" fmla="*/ 637 w 847"/>
                <a:gd name="T57" fmla="*/ 180 h 310"/>
                <a:gd name="T58" fmla="*/ 634 w 847"/>
                <a:gd name="T59" fmla="*/ 189 h 310"/>
                <a:gd name="T60" fmla="*/ 632 w 847"/>
                <a:gd name="T61" fmla="*/ 201 h 310"/>
                <a:gd name="T62" fmla="*/ 618 w 847"/>
                <a:gd name="T63" fmla="*/ 208 h 310"/>
                <a:gd name="T64" fmla="*/ 613 w 847"/>
                <a:gd name="T65" fmla="*/ 208 h 310"/>
                <a:gd name="T66" fmla="*/ 608 w 847"/>
                <a:gd name="T67" fmla="*/ 223 h 310"/>
                <a:gd name="T68" fmla="*/ 580 w 847"/>
                <a:gd name="T69" fmla="*/ 244 h 310"/>
                <a:gd name="T70" fmla="*/ 478 w 847"/>
                <a:gd name="T71" fmla="*/ 258 h 310"/>
                <a:gd name="T72" fmla="*/ 350 w 847"/>
                <a:gd name="T73" fmla="*/ 272 h 310"/>
                <a:gd name="T74" fmla="*/ 220 w 847"/>
                <a:gd name="T75" fmla="*/ 287 h 310"/>
                <a:gd name="T76" fmla="*/ 173 w 847"/>
                <a:gd name="T77" fmla="*/ 294 h 310"/>
                <a:gd name="T78" fmla="*/ 67 w 847"/>
                <a:gd name="T79" fmla="*/ 305 h 310"/>
                <a:gd name="T80" fmla="*/ 3 w 847"/>
                <a:gd name="T81" fmla="*/ 308 h 310"/>
                <a:gd name="T82" fmla="*/ 15 w 847"/>
                <a:gd name="T83" fmla="*/ 294 h 310"/>
                <a:gd name="T84" fmla="*/ 17 w 847"/>
                <a:gd name="T85" fmla="*/ 265 h 310"/>
                <a:gd name="T86" fmla="*/ 26 w 847"/>
                <a:gd name="T87" fmla="*/ 244 h 310"/>
                <a:gd name="T88" fmla="*/ 31 w 847"/>
                <a:gd name="T89" fmla="*/ 232 h 310"/>
                <a:gd name="T90" fmla="*/ 31 w 847"/>
                <a:gd name="T91" fmla="*/ 216 h 310"/>
                <a:gd name="T92" fmla="*/ 48 w 847"/>
                <a:gd name="T93" fmla="*/ 192 h 310"/>
                <a:gd name="T94" fmla="*/ 50 w 847"/>
                <a:gd name="T95" fmla="*/ 180 h 310"/>
                <a:gd name="T96" fmla="*/ 60 w 847"/>
                <a:gd name="T97" fmla="*/ 163 h 310"/>
                <a:gd name="T98" fmla="*/ 62 w 847"/>
                <a:gd name="T99" fmla="*/ 145 h 310"/>
                <a:gd name="T100" fmla="*/ 64 w 847"/>
                <a:gd name="T101" fmla="*/ 135 h 310"/>
                <a:gd name="T102" fmla="*/ 67 w 847"/>
                <a:gd name="T103" fmla="*/ 116 h 310"/>
                <a:gd name="T104" fmla="*/ 74 w 847"/>
                <a:gd name="T105" fmla="*/ 116 h 310"/>
                <a:gd name="T106" fmla="*/ 211 w 847"/>
                <a:gd name="T107" fmla="*/ 102 h 310"/>
                <a:gd name="T108" fmla="*/ 206 w 847"/>
                <a:gd name="T109" fmla="*/ 78 h 310"/>
                <a:gd name="T110" fmla="*/ 230 w 847"/>
                <a:gd name="T111" fmla="*/ 83 h 310"/>
                <a:gd name="T112" fmla="*/ 263 w 847"/>
                <a:gd name="T113" fmla="*/ 78 h 310"/>
                <a:gd name="T114" fmla="*/ 343 w 847"/>
                <a:gd name="T115" fmla="*/ 69 h 310"/>
                <a:gd name="T116" fmla="*/ 369 w 847"/>
                <a:gd name="T117" fmla="*/ 64 h 310"/>
                <a:gd name="T118" fmla="*/ 528 w 847"/>
                <a:gd name="T119" fmla="*/ 50 h 310"/>
                <a:gd name="T120" fmla="*/ 641 w 847"/>
                <a:gd name="T121" fmla="*/ 36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7" h="310">
                  <a:moveTo>
                    <a:pt x="646" y="33"/>
                  </a:moveTo>
                  <a:lnTo>
                    <a:pt x="658" y="31"/>
                  </a:lnTo>
                  <a:lnTo>
                    <a:pt x="667" y="31"/>
                  </a:lnTo>
                  <a:lnTo>
                    <a:pt x="677" y="29"/>
                  </a:lnTo>
                  <a:lnTo>
                    <a:pt x="689" y="26"/>
                  </a:lnTo>
                  <a:lnTo>
                    <a:pt x="698" y="26"/>
                  </a:lnTo>
                  <a:lnTo>
                    <a:pt x="710" y="24"/>
                  </a:lnTo>
                  <a:lnTo>
                    <a:pt x="719" y="24"/>
                  </a:lnTo>
                  <a:lnTo>
                    <a:pt x="729" y="21"/>
                  </a:lnTo>
                  <a:lnTo>
                    <a:pt x="741" y="19"/>
                  </a:lnTo>
                  <a:lnTo>
                    <a:pt x="750" y="19"/>
                  </a:lnTo>
                  <a:lnTo>
                    <a:pt x="762" y="17"/>
                  </a:lnTo>
                  <a:lnTo>
                    <a:pt x="771" y="14"/>
                  </a:lnTo>
                  <a:lnTo>
                    <a:pt x="781" y="12"/>
                  </a:lnTo>
                  <a:lnTo>
                    <a:pt x="793" y="12"/>
                  </a:lnTo>
                  <a:lnTo>
                    <a:pt x="802" y="10"/>
                  </a:lnTo>
                  <a:lnTo>
                    <a:pt x="812" y="7"/>
                  </a:lnTo>
                  <a:lnTo>
                    <a:pt x="816" y="7"/>
                  </a:lnTo>
                  <a:lnTo>
                    <a:pt x="819" y="7"/>
                  </a:lnTo>
                  <a:lnTo>
                    <a:pt x="821" y="5"/>
                  </a:lnTo>
                  <a:lnTo>
                    <a:pt x="821" y="5"/>
                  </a:lnTo>
                  <a:lnTo>
                    <a:pt x="821" y="5"/>
                  </a:lnTo>
                  <a:lnTo>
                    <a:pt x="828" y="2"/>
                  </a:lnTo>
                  <a:lnTo>
                    <a:pt x="838" y="2"/>
                  </a:lnTo>
                  <a:lnTo>
                    <a:pt x="847" y="0"/>
                  </a:lnTo>
                  <a:lnTo>
                    <a:pt x="842" y="10"/>
                  </a:lnTo>
                  <a:lnTo>
                    <a:pt x="842" y="12"/>
                  </a:lnTo>
                  <a:lnTo>
                    <a:pt x="842" y="12"/>
                  </a:lnTo>
                  <a:lnTo>
                    <a:pt x="845" y="14"/>
                  </a:lnTo>
                  <a:lnTo>
                    <a:pt x="845" y="17"/>
                  </a:lnTo>
                  <a:lnTo>
                    <a:pt x="845" y="21"/>
                  </a:lnTo>
                  <a:lnTo>
                    <a:pt x="842" y="26"/>
                  </a:lnTo>
                  <a:lnTo>
                    <a:pt x="842" y="29"/>
                  </a:lnTo>
                  <a:lnTo>
                    <a:pt x="842" y="29"/>
                  </a:lnTo>
                  <a:lnTo>
                    <a:pt x="842" y="29"/>
                  </a:lnTo>
                  <a:lnTo>
                    <a:pt x="845" y="31"/>
                  </a:lnTo>
                  <a:lnTo>
                    <a:pt x="845" y="33"/>
                  </a:lnTo>
                  <a:lnTo>
                    <a:pt x="845" y="33"/>
                  </a:lnTo>
                  <a:lnTo>
                    <a:pt x="847" y="33"/>
                  </a:lnTo>
                  <a:lnTo>
                    <a:pt x="847" y="36"/>
                  </a:lnTo>
                  <a:lnTo>
                    <a:pt x="845" y="36"/>
                  </a:lnTo>
                  <a:lnTo>
                    <a:pt x="842" y="36"/>
                  </a:lnTo>
                  <a:lnTo>
                    <a:pt x="838" y="33"/>
                  </a:lnTo>
                  <a:lnTo>
                    <a:pt x="835" y="33"/>
                  </a:lnTo>
                  <a:lnTo>
                    <a:pt x="835" y="33"/>
                  </a:lnTo>
                  <a:lnTo>
                    <a:pt x="828" y="40"/>
                  </a:lnTo>
                  <a:lnTo>
                    <a:pt x="826" y="43"/>
                  </a:lnTo>
                  <a:lnTo>
                    <a:pt x="826" y="45"/>
                  </a:lnTo>
                  <a:lnTo>
                    <a:pt x="819" y="64"/>
                  </a:lnTo>
                  <a:lnTo>
                    <a:pt x="819" y="66"/>
                  </a:lnTo>
                  <a:lnTo>
                    <a:pt x="819" y="66"/>
                  </a:lnTo>
                  <a:lnTo>
                    <a:pt x="816" y="66"/>
                  </a:lnTo>
                  <a:lnTo>
                    <a:pt x="816" y="69"/>
                  </a:lnTo>
                  <a:lnTo>
                    <a:pt x="814" y="71"/>
                  </a:lnTo>
                  <a:lnTo>
                    <a:pt x="814" y="71"/>
                  </a:lnTo>
                  <a:lnTo>
                    <a:pt x="814" y="71"/>
                  </a:lnTo>
                  <a:lnTo>
                    <a:pt x="812" y="71"/>
                  </a:lnTo>
                  <a:lnTo>
                    <a:pt x="812" y="71"/>
                  </a:lnTo>
                  <a:lnTo>
                    <a:pt x="809" y="71"/>
                  </a:lnTo>
                  <a:lnTo>
                    <a:pt x="809" y="71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7" y="69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5" y="66"/>
                  </a:lnTo>
                  <a:lnTo>
                    <a:pt x="805" y="66"/>
                  </a:lnTo>
                  <a:lnTo>
                    <a:pt x="802" y="66"/>
                  </a:lnTo>
                  <a:lnTo>
                    <a:pt x="802" y="66"/>
                  </a:lnTo>
                  <a:lnTo>
                    <a:pt x="802" y="66"/>
                  </a:lnTo>
                  <a:lnTo>
                    <a:pt x="802" y="64"/>
                  </a:lnTo>
                  <a:lnTo>
                    <a:pt x="800" y="66"/>
                  </a:lnTo>
                  <a:lnTo>
                    <a:pt x="800" y="66"/>
                  </a:lnTo>
                  <a:lnTo>
                    <a:pt x="800" y="66"/>
                  </a:lnTo>
                  <a:lnTo>
                    <a:pt x="798" y="69"/>
                  </a:lnTo>
                  <a:lnTo>
                    <a:pt x="795" y="69"/>
                  </a:lnTo>
                  <a:lnTo>
                    <a:pt x="793" y="69"/>
                  </a:lnTo>
                  <a:lnTo>
                    <a:pt x="793" y="69"/>
                  </a:lnTo>
                  <a:lnTo>
                    <a:pt x="790" y="71"/>
                  </a:lnTo>
                  <a:lnTo>
                    <a:pt x="788" y="74"/>
                  </a:lnTo>
                  <a:lnTo>
                    <a:pt x="786" y="74"/>
                  </a:lnTo>
                  <a:lnTo>
                    <a:pt x="786" y="74"/>
                  </a:lnTo>
                  <a:lnTo>
                    <a:pt x="783" y="76"/>
                  </a:lnTo>
                  <a:lnTo>
                    <a:pt x="781" y="81"/>
                  </a:lnTo>
                  <a:lnTo>
                    <a:pt x="779" y="83"/>
                  </a:lnTo>
                  <a:lnTo>
                    <a:pt x="779" y="85"/>
                  </a:lnTo>
                  <a:lnTo>
                    <a:pt x="779" y="85"/>
                  </a:lnTo>
                  <a:lnTo>
                    <a:pt x="776" y="88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1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2"/>
                  </a:lnTo>
                  <a:lnTo>
                    <a:pt x="764" y="92"/>
                  </a:lnTo>
                  <a:lnTo>
                    <a:pt x="764" y="92"/>
                  </a:lnTo>
                  <a:lnTo>
                    <a:pt x="764" y="90"/>
                  </a:lnTo>
                  <a:lnTo>
                    <a:pt x="764" y="90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85"/>
                  </a:lnTo>
                  <a:lnTo>
                    <a:pt x="762" y="85"/>
                  </a:lnTo>
                  <a:lnTo>
                    <a:pt x="762" y="85"/>
                  </a:lnTo>
                  <a:lnTo>
                    <a:pt x="760" y="85"/>
                  </a:lnTo>
                  <a:lnTo>
                    <a:pt x="757" y="88"/>
                  </a:lnTo>
                  <a:lnTo>
                    <a:pt x="755" y="90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5" y="100"/>
                  </a:lnTo>
                  <a:lnTo>
                    <a:pt x="745" y="100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3" y="102"/>
                  </a:lnTo>
                  <a:lnTo>
                    <a:pt x="743" y="102"/>
                  </a:lnTo>
                  <a:lnTo>
                    <a:pt x="741" y="102"/>
                  </a:lnTo>
                  <a:lnTo>
                    <a:pt x="741" y="102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36" y="102"/>
                  </a:lnTo>
                  <a:lnTo>
                    <a:pt x="736" y="102"/>
                  </a:lnTo>
                  <a:lnTo>
                    <a:pt x="736" y="102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7"/>
                  </a:lnTo>
                  <a:lnTo>
                    <a:pt x="734" y="107"/>
                  </a:lnTo>
                  <a:lnTo>
                    <a:pt x="736" y="107"/>
                  </a:lnTo>
                  <a:lnTo>
                    <a:pt x="736" y="109"/>
                  </a:lnTo>
                  <a:lnTo>
                    <a:pt x="736" y="109"/>
                  </a:lnTo>
                  <a:lnTo>
                    <a:pt x="736" y="111"/>
                  </a:lnTo>
                  <a:lnTo>
                    <a:pt x="736" y="111"/>
                  </a:lnTo>
                  <a:lnTo>
                    <a:pt x="736" y="114"/>
                  </a:lnTo>
                  <a:lnTo>
                    <a:pt x="736" y="114"/>
                  </a:lnTo>
                  <a:lnTo>
                    <a:pt x="736" y="114"/>
                  </a:lnTo>
                  <a:lnTo>
                    <a:pt x="734" y="116"/>
                  </a:lnTo>
                  <a:lnTo>
                    <a:pt x="734" y="121"/>
                  </a:lnTo>
                  <a:lnTo>
                    <a:pt x="731" y="123"/>
                  </a:lnTo>
                  <a:lnTo>
                    <a:pt x="729" y="123"/>
                  </a:lnTo>
                  <a:lnTo>
                    <a:pt x="729" y="123"/>
                  </a:lnTo>
                  <a:lnTo>
                    <a:pt x="727" y="123"/>
                  </a:lnTo>
                  <a:lnTo>
                    <a:pt x="724" y="123"/>
                  </a:lnTo>
                  <a:lnTo>
                    <a:pt x="722" y="123"/>
                  </a:lnTo>
                  <a:lnTo>
                    <a:pt x="722" y="123"/>
                  </a:lnTo>
                  <a:lnTo>
                    <a:pt x="722" y="126"/>
                  </a:lnTo>
                  <a:lnTo>
                    <a:pt x="717" y="128"/>
                  </a:lnTo>
                  <a:lnTo>
                    <a:pt x="712" y="130"/>
                  </a:lnTo>
                  <a:lnTo>
                    <a:pt x="712" y="130"/>
                  </a:lnTo>
                  <a:lnTo>
                    <a:pt x="712" y="130"/>
                  </a:lnTo>
                  <a:lnTo>
                    <a:pt x="710" y="133"/>
                  </a:lnTo>
                  <a:lnTo>
                    <a:pt x="708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7"/>
                  </a:lnTo>
                  <a:lnTo>
                    <a:pt x="705" y="137"/>
                  </a:lnTo>
                  <a:lnTo>
                    <a:pt x="703" y="140"/>
                  </a:lnTo>
                  <a:lnTo>
                    <a:pt x="701" y="142"/>
                  </a:lnTo>
                  <a:lnTo>
                    <a:pt x="701" y="142"/>
                  </a:lnTo>
                  <a:lnTo>
                    <a:pt x="701" y="142"/>
                  </a:lnTo>
                  <a:lnTo>
                    <a:pt x="698" y="142"/>
                  </a:lnTo>
                  <a:lnTo>
                    <a:pt x="698" y="142"/>
                  </a:lnTo>
                  <a:lnTo>
                    <a:pt x="698" y="145"/>
                  </a:lnTo>
                  <a:lnTo>
                    <a:pt x="696" y="145"/>
                  </a:lnTo>
                  <a:lnTo>
                    <a:pt x="696" y="147"/>
                  </a:lnTo>
                  <a:lnTo>
                    <a:pt x="693" y="147"/>
                  </a:lnTo>
                  <a:lnTo>
                    <a:pt x="693" y="149"/>
                  </a:lnTo>
                  <a:lnTo>
                    <a:pt x="689" y="152"/>
                  </a:lnTo>
                  <a:lnTo>
                    <a:pt x="686" y="152"/>
                  </a:lnTo>
                  <a:lnTo>
                    <a:pt x="686" y="154"/>
                  </a:lnTo>
                  <a:lnTo>
                    <a:pt x="686" y="154"/>
                  </a:lnTo>
                  <a:lnTo>
                    <a:pt x="684" y="156"/>
                  </a:lnTo>
                  <a:lnTo>
                    <a:pt x="684" y="159"/>
                  </a:lnTo>
                  <a:lnTo>
                    <a:pt x="682" y="159"/>
                  </a:lnTo>
                  <a:lnTo>
                    <a:pt x="677" y="161"/>
                  </a:lnTo>
                  <a:lnTo>
                    <a:pt x="675" y="161"/>
                  </a:lnTo>
                  <a:lnTo>
                    <a:pt x="675" y="161"/>
                  </a:lnTo>
                  <a:lnTo>
                    <a:pt x="675" y="161"/>
                  </a:lnTo>
                  <a:lnTo>
                    <a:pt x="675" y="159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0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3" y="161"/>
                  </a:lnTo>
                  <a:lnTo>
                    <a:pt x="663" y="161"/>
                  </a:lnTo>
                  <a:lnTo>
                    <a:pt x="660" y="161"/>
                  </a:lnTo>
                  <a:lnTo>
                    <a:pt x="658" y="161"/>
                  </a:lnTo>
                  <a:lnTo>
                    <a:pt x="658" y="163"/>
                  </a:lnTo>
                  <a:lnTo>
                    <a:pt x="656" y="163"/>
                  </a:lnTo>
                  <a:lnTo>
                    <a:pt x="653" y="166"/>
                  </a:lnTo>
                  <a:lnTo>
                    <a:pt x="651" y="168"/>
                  </a:lnTo>
                  <a:lnTo>
                    <a:pt x="651" y="168"/>
                  </a:lnTo>
                  <a:lnTo>
                    <a:pt x="651" y="168"/>
                  </a:lnTo>
                  <a:lnTo>
                    <a:pt x="646" y="171"/>
                  </a:lnTo>
                  <a:lnTo>
                    <a:pt x="646" y="171"/>
                  </a:lnTo>
                  <a:lnTo>
                    <a:pt x="644" y="171"/>
                  </a:lnTo>
                  <a:lnTo>
                    <a:pt x="644" y="171"/>
                  </a:lnTo>
                  <a:lnTo>
                    <a:pt x="644" y="175"/>
                  </a:lnTo>
                  <a:lnTo>
                    <a:pt x="641" y="175"/>
                  </a:lnTo>
                  <a:lnTo>
                    <a:pt x="641" y="178"/>
                  </a:lnTo>
                  <a:lnTo>
                    <a:pt x="641" y="178"/>
                  </a:lnTo>
                  <a:lnTo>
                    <a:pt x="637" y="180"/>
                  </a:lnTo>
                  <a:lnTo>
                    <a:pt x="637" y="180"/>
                  </a:lnTo>
                  <a:lnTo>
                    <a:pt x="637" y="180"/>
                  </a:lnTo>
                  <a:lnTo>
                    <a:pt x="634" y="182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7"/>
                  </a:lnTo>
                  <a:lnTo>
                    <a:pt x="634" y="187"/>
                  </a:lnTo>
                  <a:lnTo>
                    <a:pt x="634" y="189"/>
                  </a:lnTo>
                  <a:lnTo>
                    <a:pt x="634" y="189"/>
                  </a:lnTo>
                  <a:lnTo>
                    <a:pt x="634" y="189"/>
                  </a:lnTo>
                  <a:lnTo>
                    <a:pt x="632" y="192"/>
                  </a:lnTo>
                  <a:lnTo>
                    <a:pt x="632" y="194"/>
                  </a:lnTo>
                  <a:lnTo>
                    <a:pt x="632" y="194"/>
                  </a:lnTo>
                  <a:lnTo>
                    <a:pt x="632" y="194"/>
                  </a:lnTo>
                  <a:lnTo>
                    <a:pt x="632" y="199"/>
                  </a:lnTo>
                  <a:lnTo>
                    <a:pt x="632" y="201"/>
                  </a:lnTo>
                  <a:lnTo>
                    <a:pt x="632" y="201"/>
                  </a:lnTo>
                  <a:lnTo>
                    <a:pt x="630" y="204"/>
                  </a:lnTo>
                  <a:lnTo>
                    <a:pt x="630" y="204"/>
                  </a:lnTo>
                  <a:lnTo>
                    <a:pt x="627" y="206"/>
                  </a:lnTo>
                  <a:lnTo>
                    <a:pt x="627" y="206"/>
                  </a:lnTo>
                  <a:lnTo>
                    <a:pt x="625" y="206"/>
                  </a:lnTo>
                  <a:lnTo>
                    <a:pt x="620" y="206"/>
                  </a:lnTo>
                  <a:lnTo>
                    <a:pt x="618" y="208"/>
                  </a:lnTo>
                  <a:lnTo>
                    <a:pt x="618" y="208"/>
                  </a:lnTo>
                  <a:lnTo>
                    <a:pt x="618" y="206"/>
                  </a:lnTo>
                  <a:lnTo>
                    <a:pt x="618" y="206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3" y="206"/>
                  </a:lnTo>
                  <a:lnTo>
                    <a:pt x="613" y="208"/>
                  </a:lnTo>
                  <a:lnTo>
                    <a:pt x="611" y="208"/>
                  </a:lnTo>
                  <a:lnTo>
                    <a:pt x="611" y="211"/>
                  </a:lnTo>
                  <a:lnTo>
                    <a:pt x="608" y="211"/>
                  </a:lnTo>
                  <a:lnTo>
                    <a:pt x="608" y="213"/>
                  </a:lnTo>
                  <a:lnTo>
                    <a:pt x="608" y="213"/>
                  </a:lnTo>
                  <a:lnTo>
                    <a:pt x="608" y="216"/>
                  </a:lnTo>
                  <a:lnTo>
                    <a:pt x="608" y="218"/>
                  </a:lnTo>
                  <a:lnTo>
                    <a:pt x="608" y="223"/>
                  </a:lnTo>
                  <a:lnTo>
                    <a:pt x="608" y="230"/>
                  </a:lnTo>
                  <a:lnTo>
                    <a:pt x="608" y="237"/>
                  </a:lnTo>
                  <a:lnTo>
                    <a:pt x="611" y="242"/>
                  </a:lnTo>
                  <a:lnTo>
                    <a:pt x="601" y="244"/>
                  </a:lnTo>
                  <a:lnTo>
                    <a:pt x="592" y="244"/>
                  </a:lnTo>
                  <a:lnTo>
                    <a:pt x="585" y="244"/>
                  </a:lnTo>
                  <a:lnTo>
                    <a:pt x="582" y="244"/>
                  </a:lnTo>
                  <a:lnTo>
                    <a:pt x="580" y="244"/>
                  </a:lnTo>
                  <a:lnTo>
                    <a:pt x="568" y="246"/>
                  </a:lnTo>
                  <a:lnTo>
                    <a:pt x="554" y="249"/>
                  </a:lnTo>
                  <a:lnTo>
                    <a:pt x="542" y="251"/>
                  </a:lnTo>
                  <a:lnTo>
                    <a:pt x="528" y="251"/>
                  </a:lnTo>
                  <a:lnTo>
                    <a:pt x="516" y="253"/>
                  </a:lnTo>
                  <a:lnTo>
                    <a:pt x="504" y="256"/>
                  </a:lnTo>
                  <a:lnTo>
                    <a:pt x="490" y="256"/>
                  </a:lnTo>
                  <a:lnTo>
                    <a:pt x="478" y="258"/>
                  </a:lnTo>
                  <a:lnTo>
                    <a:pt x="462" y="260"/>
                  </a:lnTo>
                  <a:lnTo>
                    <a:pt x="445" y="263"/>
                  </a:lnTo>
                  <a:lnTo>
                    <a:pt x="431" y="263"/>
                  </a:lnTo>
                  <a:lnTo>
                    <a:pt x="414" y="265"/>
                  </a:lnTo>
                  <a:lnTo>
                    <a:pt x="398" y="268"/>
                  </a:lnTo>
                  <a:lnTo>
                    <a:pt x="381" y="270"/>
                  </a:lnTo>
                  <a:lnTo>
                    <a:pt x="365" y="272"/>
                  </a:lnTo>
                  <a:lnTo>
                    <a:pt x="350" y="272"/>
                  </a:lnTo>
                  <a:lnTo>
                    <a:pt x="334" y="275"/>
                  </a:lnTo>
                  <a:lnTo>
                    <a:pt x="317" y="277"/>
                  </a:lnTo>
                  <a:lnTo>
                    <a:pt x="301" y="277"/>
                  </a:lnTo>
                  <a:lnTo>
                    <a:pt x="284" y="279"/>
                  </a:lnTo>
                  <a:lnTo>
                    <a:pt x="270" y="282"/>
                  </a:lnTo>
                  <a:lnTo>
                    <a:pt x="253" y="282"/>
                  </a:lnTo>
                  <a:lnTo>
                    <a:pt x="237" y="284"/>
                  </a:lnTo>
                  <a:lnTo>
                    <a:pt x="220" y="287"/>
                  </a:lnTo>
                  <a:lnTo>
                    <a:pt x="218" y="287"/>
                  </a:lnTo>
                  <a:lnTo>
                    <a:pt x="216" y="287"/>
                  </a:lnTo>
                  <a:lnTo>
                    <a:pt x="218" y="289"/>
                  </a:lnTo>
                  <a:lnTo>
                    <a:pt x="218" y="289"/>
                  </a:lnTo>
                  <a:lnTo>
                    <a:pt x="213" y="289"/>
                  </a:lnTo>
                  <a:lnTo>
                    <a:pt x="199" y="291"/>
                  </a:lnTo>
                  <a:lnTo>
                    <a:pt x="187" y="294"/>
                  </a:lnTo>
                  <a:lnTo>
                    <a:pt x="173" y="294"/>
                  </a:lnTo>
                  <a:lnTo>
                    <a:pt x="161" y="296"/>
                  </a:lnTo>
                  <a:lnTo>
                    <a:pt x="147" y="296"/>
                  </a:lnTo>
                  <a:lnTo>
                    <a:pt x="133" y="298"/>
                  </a:lnTo>
                  <a:lnTo>
                    <a:pt x="121" y="298"/>
                  </a:lnTo>
                  <a:lnTo>
                    <a:pt x="107" y="301"/>
                  </a:lnTo>
                  <a:lnTo>
                    <a:pt x="95" y="303"/>
                  </a:lnTo>
                  <a:lnTo>
                    <a:pt x="81" y="303"/>
                  </a:lnTo>
                  <a:lnTo>
                    <a:pt x="67" y="305"/>
                  </a:lnTo>
                  <a:lnTo>
                    <a:pt x="55" y="305"/>
                  </a:lnTo>
                  <a:lnTo>
                    <a:pt x="41" y="308"/>
                  </a:lnTo>
                  <a:lnTo>
                    <a:pt x="29" y="308"/>
                  </a:lnTo>
                  <a:lnTo>
                    <a:pt x="15" y="310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3" y="308"/>
                  </a:lnTo>
                  <a:lnTo>
                    <a:pt x="5" y="305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2" y="301"/>
                  </a:lnTo>
                  <a:lnTo>
                    <a:pt x="12" y="298"/>
                  </a:lnTo>
                  <a:lnTo>
                    <a:pt x="12" y="296"/>
                  </a:lnTo>
                  <a:lnTo>
                    <a:pt x="12" y="294"/>
                  </a:lnTo>
                  <a:lnTo>
                    <a:pt x="15" y="294"/>
                  </a:lnTo>
                  <a:lnTo>
                    <a:pt x="17" y="294"/>
                  </a:lnTo>
                  <a:lnTo>
                    <a:pt x="19" y="294"/>
                  </a:lnTo>
                  <a:lnTo>
                    <a:pt x="22" y="289"/>
                  </a:lnTo>
                  <a:lnTo>
                    <a:pt x="22" y="284"/>
                  </a:lnTo>
                  <a:lnTo>
                    <a:pt x="19" y="279"/>
                  </a:lnTo>
                  <a:lnTo>
                    <a:pt x="17" y="275"/>
                  </a:lnTo>
                  <a:lnTo>
                    <a:pt x="17" y="272"/>
                  </a:lnTo>
                  <a:lnTo>
                    <a:pt x="17" y="265"/>
                  </a:lnTo>
                  <a:lnTo>
                    <a:pt x="17" y="263"/>
                  </a:lnTo>
                  <a:lnTo>
                    <a:pt x="17" y="260"/>
                  </a:lnTo>
                  <a:lnTo>
                    <a:pt x="22" y="256"/>
                  </a:lnTo>
                  <a:lnTo>
                    <a:pt x="24" y="253"/>
                  </a:lnTo>
                  <a:lnTo>
                    <a:pt x="24" y="251"/>
                  </a:lnTo>
                  <a:lnTo>
                    <a:pt x="26" y="249"/>
                  </a:lnTo>
                  <a:lnTo>
                    <a:pt x="24" y="246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9" y="242"/>
                  </a:lnTo>
                  <a:lnTo>
                    <a:pt x="31" y="242"/>
                  </a:lnTo>
                  <a:lnTo>
                    <a:pt x="34" y="242"/>
                  </a:lnTo>
                  <a:lnTo>
                    <a:pt x="34" y="239"/>
                  </a:lnTo>
                  <a:lnTo>
                    <a:pt x="34" y="237"/>
                  </a:lnTo>
                  <a:lnTo>
                    <a:pt x="31" y="234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4" y="230"/>
                  </a:lnTo>
                  <a:lnTo>
                    <a:pt x="34" y="227"/>
                  </a:lnTo>
                  <a:lnTo>
                    <a:pt x="34" y="225"/>
                  </a:lnTo>
                  <a:lnTo>
                    <a:pt x="31" y="223"/>
                  </a:lnTo>
                  <a:lnTo>
                    <a:pt x="29" y="220"/>
                  </a:lnTo>
                  <a:lnTo>
                    <a:pt x="29" y="218"/>
                  </a:lnTo>
                  <a:lnTo>
                    <a:pt x="31" y="216"/>
                  </a:lnTo>
                  <a:lnTo>
                    <a:pt x="45" y="208"/>
                  </a:lnTo>
                  <a:lnTo>
                    <a:pt x="50" y="201"/>
                  </a:lnTo>
                  <a:lnTo>
                    <a:pt x="50" y="199"/>
                  </a:lnTo>
                  <a:lnTo>
                    <a:pt x="48" y="199"/>
                  </a:lnTo>
                  <a:lnTo>
                    <a:pt x="45" y="197"/>
                  </a:lnTo>
                  <a:lnTo>
                    <a:pt x="45" y="194"/>
                  </a:lnTo>
                  <a:lnTo>
                    <a:pt x="45" y="192"/>
                  </a:lnTo>
                  <a:lnTo>
                    <a:pt x="48" y="192"/>
                  </a:lnTo>
                  <a:lnTo>
                    <a:pt x="50" y="192"/>
                  </a:lnTo>
                  <a:lnTo>
                    <a:pt x="55" y="194"/>
                  </a:lnTo>
                  <a:lnTo>
                    <a:pt x="55" y="194"/>
                  </a:lnTo>
                  <a:lnTo>
                    <a:pt x="55" y="192"/>
                  </a:lnTo>
                  <a:lnTo>
                    <a:pt x="55" y="187"/>
                  </a:lnTo>
                  <a:lnTo>
                    <a:pt x="50" y="185"/>
                  </a:lnTo>
                  <a:lnTo>
                    <a:pt x="50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52" y="171"/>
                  </a:lnTo>
                  <a:lnTo>
                    <a:pt x="52" y="168"/>
                  </a:lnTo>
                  <a:lnTo>
                    <a:pt x="52" y="168"/>
                  </a:lnTo>
                  <a:lnTo>
                    <a:pt x="55" y="166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60" y="163"/>
                  </a:lnTo>
                  <a:lnTo>
                    <a:pt x="55" y="159"/>
                  </a:lnTo>
                  <a:lnTo>
                    <a:pt x="50" y="149"/>
                  </a:lnTo>
                  <a:lnTo>
                    <a:pt x="50" y="149"/>
                  </a:lnTo>
                  <a:lnTo>
                    <a:pt x="60" y="149"/>
                  </a:lnTo>
                  <a:lnTo>
                    <a:pt x="62" y="147"/>
                  </a:lnTo>
                  <a:lnTo>
                    <a:pt x="62" y="147"/>
                  </a:lnTo>
                  <a:lnTo>
                    <a:pt x="62" y="145"/>
                  </a:lnTo>
                  <a:lnTo>
                    <a:pt x="62" y="145"/>
                  </a:lnTo>
                  <a:lnTo>
                    <a:pt x="60" y="145"/>
                  </a:lnTo>
                  <a:lnTo>
                    <a:pt x="57" y="142"/>
                  </a:lnTo>
                  <a:lnTo>
                    <a:pt x="55" y="140"/>
                  </a:lnTo>
                  <a:lnTo>
                    <a:pt x="55" y="137"/>
                  </a:lnTo>
                  <a:lnTo>
                    <a:pt x="57" y="137"/>
                  </a:lnTo>
                  <a:lnTo>
                    <a:pt x="60" y="137"/>
                  </a:lnTo>
                  <a:lnTo>
                    <a:pt x="62" y="135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0"/>
                  </a:lnTo>
                  <a:lnTo>
                    <a:pt x="62" y="123"/>
                  </a:lnTo>
                  <a:lnTo>
                    <a:pt x="60" y="123"/>
                  </a:lnTo>
                  <a:lnTo>
                    <a:pt x="62" y="121"/>
                  </a:lnTo>
                  <a:lnTo>
                    <a:pt x="60" y="118"/>
                  </a:lnTo>
                  <a:lnTo>
                    <a:pt x="60" y="118"/>
                  </a:lnTo>
                  <a:lnTo>
                    <a:pt x="67" y="116"/>
                  </a:lnTo>
                  <a:lnTo>
                    <a:pt x="67" y="118"/>
                  </a:lnTo>
                  <a:lnTo>
                    <a:pt x="64" y="121"/>
                  </a:lnTo>
                  <a:lnTo>
                    <a:pt x="67" y="123"/>
                  </a:lnTo>
                  <a:lnTo>
                    <a:pt x="69" y="123"/>
                  </a:lnTo>
                  <a:lnTo>
                    <a:pt x="69" y="121"/>
                  </a:lnTo>
                  <a:lnTo>
                    <a:pt x="71" y="121"/>
                  </a:lnTo>
                  <a:lnTo>
                    <a:pt x="74" y="118"/>
                  </a:lnTo>
                  <a:lnTo>
                    <a:pt x="74" y="116"/>
                  </a:lnTo>
                  <a:lnTo>
                    <a:pt x="90" y="114"/>
                  </a:lnTo>
                  <a:lnTo>
                    <a:pt x="107" y="114"/>
                  </a:lnTo>
                  <a:lnTo>
                    <a:pt x="126" y="111"/>
                  </a:lnTo>
                  <a:lnTo>
                    <a:pt x="142" y="109"/>
                  </a:lnTo>
                  <a:lnTo>
                    <a:pt x="159" y="109"/>
                  </a:lnTo>
                  <a:lnTo>
                    <a:pt x="178" y="107"/>
                  </a:lnTo>
                  <a:lnTo>
                    <a:pt x="194" y="104"/>
                  </a:lnTo>
                  <a:lnTo>
                    <a:pt x="211" y="102"/>
                  </a:lnTo>
                  <a:lnTo>
                    <a:pt x="211" y="100"/>
                  </a:lnTo>
                  <a:lnTo>
                    <a:pt x="211" y="95"/>
                  </a:lnTo>
                  <a:lnTo>
                    <a:pt x="211" y="92"/>
                  </a:lnTo>
                  <a:lnTo>
                    <a:pt x="209" y="88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13" y="78"/>
                  </a:lnTo>
                  <a:lnTo>
                    <a:pt x="220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81"/>
                  </a:lnTo>
                  <a:lnTo>
                    <a:pt x="230" y="81"/>
                  </a:lnTo>
                  <a:lnTo>
                    <a:pt x="230" y="83"/>
                  </a:lnTo>
                  <a:lnTo>
                    <a:pt x="230" y="83"/>
                  </a:lnTo>
                  <a:lnTo>
                    <a:pt x="230" y="83"/>
                  </a:lnTo>
                  <a:lnTo>
                    <a:pt x="235" y="81"/>
                  </a:lnTo>
                  <a:lnTo>
                    <a:pt x="237" y="81"/>
                  </a:lnTo>
                  <a:lnTo>
                    <a:pt x="239" y="81"/>
                  </a:lnTo>
                  <a:lnTo>
                    <a:pt x="246" y="81"/>
                  </a:lnTo>
                  <a:lnTo>
                    <a:pt x="253" y="78"/>
                  </a:lnTo>
                  <a:lnTo>
                    <a:pt x="263" y="78"/>
                  </a:lnTo>
                  <a:lnTo>
                    <a:pt x="272" y="76"/>
                  </a:lnTo>
                  <a:lnTo>
                    <a:pt x="284" y="76"/>
                  </a:lnTo>
                  <a:lnTo>
                    <a:pt x="294" y="74"/>
                  </a:lnTo>
                  <a:lnTo>
                    <a:pt x="306" y="74"/>
                  </a:lnTo>
                  <a:lnTo>
                    <a:pt x="317" y="71"/>
                  </a:lnTo>
                  <a:lnTo>
                    <a:pt x="327" y="71"/>
                  </a:lnTo>
                  <a:lnTo>
                    <a:pt x="336" y="69"/>
                  </a:lnTo>
                  <a:lnTo>
                    <a:pt x="343" y="69"/>
                  </a:lnTo>
                  <a:lnTo>
                    <a:pt x="348" y="66"/>
                  </a:lnTo>
                  <a:lnTo>
                    <a:pt x="353" y="66"/>
                  </a:lnTo>
                  <a:lnTo>
                    <a:pt x="355" y="66"/>
                  </a:lnTo>
                  <a:lnTo>
                    <a:pt x="358" y="66"/>
                  </a:lnTo>
                  <a:lnTo>
                    <a:pt x="362" y="64"/>
                  </a:lnTo>
                  <a:lnTo>
                    <a:pt x="362" y="64"/>
                  </a:lnTo>
                  <a:lnTo>
                    <a:pt x="367" y="64"/>
                  </a:lnTo>
                  <a:lnTo>
                    <a:pt x="369" y="64"/>
                  </a:lnTo>
                  <a:lnTo>
                    <a:pt x="379" y="64"/>
                  </a:lnTo>
                  <a:lnTo>
                    <a:pt x="393" y="62"/>
                  </a:lnTo>
                  <a:lnTo>
                    <a:pt x="410" y="59"/>
                  </a:lnTo>
                  <a:lnTo>
                    <a:pt x="429" y="59"/>
                  </a:lnTo>
                  <a:lnTo>
                    <a:pt x="452" y="57"/>
                  </a:lnTo>
                  <a:lnTo>
                    <a:pt x="476" y="55"/>
                  </a:lnTo>
                  <a:lnTo>
                    <a:pt x="502" y="52"/>
                  </a:lnTo>
                  <a:lnTo>
                    <a:pt x="528" y="50"/>
                  </a:lnTo>
                  <a:lnTo>
                    <a:pt x="552" y="45"/>
                  </a:lnTo>
                  <a:lnTo>
                    <a:pt x="573" y="43"/>
                  </a:lnTo>
                  <a:lnTo>
                    <a:pt x="594" y="43"/>
                  </a:lnTo>
                  <a:lnTo>
                    <a:pt x="611" y="40"/>
                  </a:lnTo>
                  <a:lnTo>
                    <a:pt x="625" y="38"/>
                  </a:lnTo>
                  <a:lnTo>
                    <a:pt x="632" y="38"/>
                  </a:lnTo>
                  <a:lnTo>
                    <a:pt x="637" y="38"/>
                  </a:lnTo>
                  <a:lnTo>
                    <a:pt x="641" y="36"/>
                  </a:lnTo>
                  <a:lnTo>
                    <a:pt x="644" y="36"/>
                  </a:lnTo>
                  <a:lnTo>
                    <a:pt x="646" y="33"/>
                  </a:lnTo>
                  <a:lnTo>
                    <a:pt x="646" y="3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3" name="Freeform 14">
              <a:extLst>
                <a:ext uri="{FF2B5EF4-FFF2-40B4-BE49-F238E27FC236}">
                  <a16:creationId xmlns:a16="http://schemas.microsoft.com/office/drawing/2014/main" id="{FA60457A-AF70-403C-B3ED-1C75ADC12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819" y="2197938"/>
              <a:ext cx="667455" cy="392732"/>
            </a:xfrm>
            <a:custGeom>
              <a:avLst/>
              <a:gdLst>
                <a:gd name="T0" fmla="*/ 686 w 707"/>
                <a:gd name="T1" fmla="*/ 12 h 416"/>
                <a:gd name="T2" fmla="*/ 679 w 707"/>
                <a:gd name="T3" fmla="*/ 23 h 416"/>
                <a:gd name="T4" fmla="*/ 663 w 707"/>
                <a:gd name="T5" fmla="*/ 38 h 416"/>
                <a:gd name="T6" fmla="*/ 670 w 707"/>
                <a:gd name="T7" fmla="*/ 52 h 416"/>
                <a:gd name="T8" fmla="*/ 691 w 707"/>
                <a:gd name="T9" fmla="*/ 68 h 416"/>
                <a:gd name="T10" fmla="*/ 700 w 707"/>
                <a:gd name="T11" fmla="*/ 78 h 416"/>
                <a:gd name="T12" fmla="*/ 703 w 707"/>
                <a:gd name="T13" fmla="*/ 189 h 416"/>
                <a:gd name="T14" fmla="*/ 693 w 707"/>
                <a:gd name="T15" fmla="*/ 296 h 416"/>
                <a:gd name="T16" fmla="*/ 693 w 707"/>
                <a:gd name="T17" fmla="*/ 303 h 416"/>
                <a:gd name="T18" fmla="*/ 698 w 707"/>
                <a:gd name="T19" fmla="*/ 310 h 416"/>
                <a:gd name="T20" fmla="*/ 698 w 707"/>
                <a:gd name="T21" fmla="*/ 322 h 416"/>
                <a:gd name="T22" fmla="*/ 696 w 707"/>
                <a:gd name="T23" fmla="*/ 324 h 416"/>
                <a:gd name="T24" fmla="*/ 696 w 707"/>
                <a:gd name="T25" fmla="*/ 326 h 416"/>
                <a:gd name="T26" fmla="*/ 698 w 707"/>
                <a:gd name="T27" fmla="*/ 329 h 416"/>
                <a:gd name="T28" fmla="*/ 705 w 707"/>
                <a:gd name="T29" fmla="*/ 331 h 416"/>
                <a:gd name="T30" fmla="*/ 707 w 707"/>
                <a:gd name="T31" fmla="*/ 341 h 416"/>
                <a:gd name="T32" fmla="*/ 703 w 707"/>
                <a:gd name="T33" fmla="*/ 350 h 416"/>
                <a:gd name="T34" fmla="*/ 705 w 707"/>
                <a:gd name="T35" fmla="*/ 355 h 416"/>
                <a:gd name="T36" fmla="*/ 703 w 707"/>
                <a:gd name="T37" fmla="*/ 359 h 416"/>
                <a:gd name="T38" fmla="*/ 700 w 707"/>
                <a:gd name="T39" fmla="*/ 367 h 416"/>
                <a:gd name="T40" fmla="*/ 698 w 707"/>
                <a:gd name="T41" fmla="*/ 371 h 416"/>
                <a:gd name="T42" fmla="*/ 696 w 707"/>
                <a:gd name="T43" fmla="*/ 376 h 416"/>
                <a:gd name="T44" fmla="*/ 696 w 707"/>
                <a:gd name="T45" fmla="*/ 378 h 416"/>
                <a:gd name="T46" fmla="*/ 691 w 707"/>
                <a:gd name="T47" fmla="*/ 388 h 416"/>
                <a:gd name="T48" fmla="*/ 700 w 707"/>
                <a:gd name="T49" fmla="*/ 397 h 416"/>
                <a:gd name="T50" fmla="*/ 703 w 707"/>
                <a:gd name="T51" fmla="*/ 400 h 416"/>
                <a:gd name="T52" fmla="*/ 703 w 707"/>
                <a:gd name="T53" fmla="*/ 404 h 416"/>
                <a:gd name="T54" fmla="*/ 705 w 707"/>
                <a:gd name="T55" fmla="*/ 407 h 416"/>
                <a:gd name="T56" fmla="*/ 696 w 707"/>
                <a:gd name="T57" fmla="*/ 414 h 416"/>
                <a:gd name="T58" fmla="*/ 686 w 707"/>
                <a:gd name="T59" fmla="*/ 402 h 416"/>
                <a:gd name="T60" fmla="*/ 686 w 707"/>
                <a:gd name="T61" fmla="*/ 397 h 416"/>
                <a:gd name="T62" fmla="*/ 677 w 707"/>
                <a:gd name="T63" fmla="*/ 395 h 416"/>
                <a:gd name="T64" fmla="*/ 663 w 707"/>
                <a:gd name="T65" fmla="*/ 388 h 416"/>
                <a:gd name="T66" fmla="*/ 653 w 707"/>
                <a:gd name="T67" fmla="*/ 385 h 416"/>
                <a:gd name="T68" fmla="*/ 639 w 707"/>
                <a:gd name="T69" fmla="*/ 378 h 416"/>
                <a:gd name="T70" fmla="*/ 608 w 707"/>
                <a:gd name="T71" fmla="*/ 376 h 416"/>
                <a:gd name="T72" fmla="*/ 592 w 707"/>
                <a:gd name="T73" fmla="*/ 376 h 416"/>
                <a:gd name="T74" fmla="*/ 575 w 707"/>
                <a:gd name="T75" fmla="*/ 378 h 416"/>
                <a:gd name="T76" fmla="*/ 570 w 707"/>
                <a:gd name="T77" fmla="*/ 385 h 416"/>
                <a:gd name="T78" fmla="*/ 556 w 707"/>
                <a:gd name="T79" fmla="*/ 383 h 416"/>
                <a:gd name="T80" fmla="*/ 532 w 707"/>
                <a:gd name="T81" fmla="*/ 369 h 416"/>
                <a:gd name="T82" fmla="*/ 518 w 707"/>
                <a:gd name="T83" fmla="*/ 362 h 416"/>
                <a:gd name="T84" fmla="*/ 431 w 707"/>
                <a:gd name="T85" fmla="*/ 362 h 416"/>
                <a:gd name="T86" fmla="*/ 334 w 707"/>
                <a:gd name="T87" fmla="*/ 362 h 416"/>
                <a:gd name="T88" fmla="*/ 239 w 707"/>
                <a:gd name="T89" fmla="*/ 362 h 416"/>
                <a:gd name="T90" fmla="*/ 145 w 707"/>
                <a:gd name="T91" fmla="*/ 359 h 416"/>
                <a:gd name="T92" fmla="*/ 48 w 707"/>
                <a:gd name="T93" fmla="*/ 357 h 416"/>
                <a:gd name="T94" fmla="*/ 3 w 707"/>
                <a:gd name="T95" fmla="*/ 310 h 416"/>
                <a:gd name="T96" fmla="*/ 5 w 707"/>
                <a:gd name="T97" fmla="*/ 217 h 416"/>
                <a:gd name="T98" fmla="*/ 7 w 707"/>
                <a:gd name="T99" fmla="*/ 128 h 416"/>
                <a:gd name="T100" fmla="*/ 12 w 707"/>
                <a:gd name="T101" fmla="*/ 78 h 416"/>
                <a:gd name="T102" fmla="*/ 14 w 707"/>
                <a:gd name="T103" fmla="*/ 0 h 416"/>
                <a:gd name="T104" fmla="*/ 142 w 707"/>
                <a:gd name="T105" fmla="*/ 2 h 416"/>
                <a:gd name="T106" fmla="*/ 267 w 707"/>
                <a:gd name="T107" fmla="*/ 4 h 416"/>
                <a:gd name="T108" fmla="*/ 393 w 707"/>
                <a:gd name="T109" fmla="*/ 4 h 416"/>
                <a:gd name="T110" fmla="*/ 518 w 707"/>
                <a:gd name="T111" fmla="*/ 4 h 416"/>
                <a:gd name="T112" fmla="*/ 646 w 707"/>
                <a:gd name="T113" fmla="*/ 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7" h="416">
                  <a:moveTo>
                    <a:pt x="689" y="0"/>
                  </a:moveTo>
                  <a:lnTo>
                    <a:pt x="686" y="2"/>
                  </a:lnTo>
                  <a:lnTo>
                    <a:pt x="686" y="2"/>
                  </a:lnTo>
                  <a:lnTo>
                    <a:pt x="686" y="2"/>
                  </a:lnTo>
                  <a:lnTo>
                    <a:pt x="686" y="4"/>
                  </a:lnTo>
                  <a:lnTo>
                    <a:pt x="686" y="12"/>
                  </a:lnTo>
                  <a:lnTo>
                    <a:pt x="686" y="14"/>
                  </a:lnTo>
                  <a:lnTo>
                    <a:pt x="684" y="16"/>
                  </a:lnTo>
                  <a:lnTo>
                    <a:pt x="681" y="21"/>
                  </a:lnTo>
                  <a:lnTo>
                    <a:pt x="681" y="23"/>
                  </a:lnTo>
                  <a:lnTo>
                    <a:pt x="679" y="23"/>
                  </a:lnTo>
                  <a:lnTo>
                    <a:pt x="679" y="23"/>
                  </a:lnTo>
                  <a:lnTo>
                    <a:pt x="677" y="26"/>
                  </a:lnTo>
                  <a:lnTo>
                    <a:pt x="670" y="30"/>
                  </a:lnTo>
                  <a:lnTo>
                    <a:pt x="670" y="30"/>
                  </a:lnTo>
                  <a:lnTo>
                    <a:pt x="667" y="33"/>
                  </a:lnTo>
                  <a:lnTo>
                    <a:pt x="665" y="35"/>
                  </a:lnTo>
                  <a:lnTo>
                    <a:pt x="663" y="38"/>
                  </a:lnTo>
                  <a:lnTo>
                    <a:pt x="663" y="38"/>
                  </a:lnTo>
                  <a:lnTo>
                    <a:pt x="663" y="40"/>
                  </a:lnTo>
                  <a:lnTo>
                    <a:pt x="660" y="42"/>
                  </a:lnTo>
                  <a:lnTo>
                    <a:pt x="663" y="45"/>
                  </a:lnTo>
                  <a:lnTo>
                    <a:pt x="667" y="49"/>
                  </a:lnTo>
                  <a:lnTo>
                    <a:pt x="670" y="52"/>
                  </a:lnTo>
                  <a:lnTo>
                    <a:pt x="674" y="59"/>
                  </a:lnTo>
                  <a:lnTo>
                    <a:pt x="677" y="64"/>
                  </a:lnTo>
                  <a:lnTo>
                    <a:pt x="677" y="66"/>
                  </a:lnTo>
                  <a:lnTo>
                    <a:pt x="684" y="66"/>
                  </a:lnTo>
                  <a:lnTo>
                    <a:pt x="689" y="66"/>
                  </a:lnTo>
                  <a:lnTo>
                    <a:pt x="691" y="68"/>
                  </a:lnTo>
                  <a:lnTo>
                    <a:pt x="693" y="68"/>
                  </a:lnTo>
                  <a:lnTo>
                    <a:pt x="696" y="71"/>
                  </a:lnTo>
                  <a:lnTo>
                    <a:pt x="696" y="71"/>
                  </a:lnTo>
                  <a:lnTo>
                    <a:pt x="698" y="75"/>
                  </a:lnTo>
                  <a:lnTo>
                    <a:pt x="698" y="78"/>
                  </a:lnTo>
                  <a:lnTo>
                    <a:pt x="700" y="78"/>
                  </a:lnTo>
                  <a:lnTo>
                    <a:pt x="700" y="78"/>
                  </a:lnTo>
                  <a:lnTo>
                    <a:pt x="700" y="83"/>
                  </a:lnTo>
                  <a:lnTo>
                    <a:pt x="700" y="109"/>
                  </a:lnTo>
                  <a:lnTo>
                    <a:pt x="700" y="135"/>
                  </a:lnTo>
                  <a:lnTo>
                    <a:pt x="703" y="163"/>
                  </a:lnTo>
                  <a:lnTo>
                    <a:pt x="703" y="189"/>
                  </a:lnTo>
                  <a:lnTo>
                    <a:pt x="703" y="215"/>
                  </a:lnTo>
                  <a:lnTo>
                    <a:pt x="705" y="241"/>
                  </a:lnTo>
                  <a:lnTo>
                    <a:pt x="705" y="270"/>
                  </a:lnTo>
                  <a:lnTo>
                    <a:pt x="707" y="296"/>
                  </a:lnTo>
                  <a:lnTo>
                    <a:pt x="693" y="296"/>
                  </a:lnTo>
                  <a:lnTo>
                    <a:pt x="693" y="296"/>
                  </a:lnTo>
                  <a:lnTo>
                    <a:pt x="693" y="298"/>
                  </a:lnTo>
                  <a:lnTo>
                    <a:pt x="693" y="298"/>
                  </a:lnTo>
                  <a:lnTo>
                    <a:pt x="693" y="298"/>
                  </a:lnTo>
                  <a:lnTo>
                    <a:pt x="693" y="300"/>
                  </a:lnTo>
                  <a:lnTo>
                    <a:pt x="693" y="300"/>
                  </a:lnTo>
                  <a:lnTo>
                    <a:pt x="693" y="303"/>
                  </a:lnTo>
                  <a:lnTo>
                    <a:pt x="693" y="303"/>
                  </a:lnTo>
                  <a:lnTo>
                    <a:pt x="693" y="305"/>
                  </a:lnTo>
                  <a:lnTo>
                    <a:pt x="696" y="305"/>
                  </a:lnTo>
                  <a:lnTo>
                    <a:pt x="696" y="307"/>
                  </a:lnTo>
                  <a:lnTo>
                    <a:pt x="698" y="307"/>
                  </a:lnTo>
                  <a:lnTo>
                    <a:pt x="698" y="310"/>
                  </a:lnTo>
                  <a:lnTo>
                    <a:pt x="698" y="310"/>
                  </a:lnTo>
                  <a:lnTo>
                    <a:pt x="700" y="310"/>
                  </a:lnTo>
                  <a:lnTo>
                    <a:pt x="700" y="317"/>
                  </a:lnTo>
                  <a:lnTo>
                    <a:pt x="700" y="319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6" y="322"/>
                  </a:lnTo>
                  <a:lnTo>
                    <a:pt x="696" y="322"/>
                  </a:lnTo>
                  <a:lnTo>
                    <a:pt x="696" y="322"/>
                  </a:lnTo>
                  <a:lnTo>
                    <a:pt x="696" y="324"/>
                  </a:lnTo>
                  <a:lnTo>
                    <a:pt x="696" y="324"/>
                  </a:lnTo>
                  <a:lnTo>
                    <a:pt x="698" y="324"/>
                  </a:lnTo>
                  <a:lnTo>
                    <a:pt x="698" y="326"/>
                  </a:lnTo>
                  <a:lnTo>
                    <a:pt x="698" y="326"/>
                  </a:lnTo>
                  <a:lnTo>
                    <a:pt x="698" y="326"/>
                  </a:lnTo>
                  <a:lnTo>
                    <a:pt x="696" y="326"/>
                  </a:lnTo>
                  <a:lnTo>
                    <a:pt x="696" y="329"/>
                  </a:lnTo>
                  <a:lnTo>
                    <a:pt x="696" y="329"/>
                  </a:lnTo>
                  <a:lnTo>
                    <a:pt x="696" y="329"/>
                  </a:lnTo>
                  <a:lnTo>
                    <a:pt x="698" y="329"/>
                  </a:lnTo>
                  <a:lnTo>
                    <a:pt x="698" y="329"/>
                  </a:lnTo>
                  <a:lnTo>
                    <a:pt x="698" y="329"/>
                  </a:lnTo>
                  <a:lnTo>
                    <a:pt x="700" y="329"/>
                  </a:lnTo>
                  <a:lnTo>
                    <a:pt x="703" y="331"/>
                  </a:lnTo>
                  <a:lnTo>
                    <a:pt x="703" y="331"/>
                  </a:lnTo>
                  <a:lnTo>
                    <a:pt x="703" y="329"/>
                  </a:lnTo>
                  <a:lnTo>
                    <a:pt x="705" y="329"/>
                  </a:lnTo>
                  <a:lnTo>
                    <a:pt x="705" y="331"/>
                  </a:lnTo>
                  <a:lnTo>
                    <a:pt x="705" y="331"/>
                  </a:lnTo>
                  <a:lnTo>
                    <a:pt x="705" y="331"/>
                  </a:lnTo>
                  <a:lnTo>
                    <a:pt x="705" y="333"/>
                  </a:lnTo>
                  <a:lnTo>
                    <a:pt x="707" y="338"/>
                  </a:lnTo>
                  <a:lnTo>
                    <a:pt x="707" y="338"/>
                  </a:lnTo>
                  <a:lnTo>
                    <a:pt x="707" y="341"/>
                  </a:lnTo>
                  <a:lnTo>
                    <a:pt x="707" y="341"/>
                  </a:lnTo>
                  <a:lnTo>
                    <a:pt x="707" y="341"/>
                  </a:lnTo>
                  <a:lnTo>
                    <a:pt x="707" y="348"/>
                  </a:lnTo>
                  <a:lnTo>
                    <a:pt x="707" y="348"/>
                  </a:lnTo>
                  <a:lnTo>
                    <a:pt x="705" y="348"/>
                  </a:lnTo>
                  <a:lnTo>
                    <a:pt x="703" y="350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5"/>
                  </a:lnTo>
                  <a:lnTo>
                    <a:pt x="705" y="355"/>
                  </a:lnTo>
                  <a:lnTo>
                    <a:pt x="703" y="355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9"/>
                  </a:lnTo>
                  <a:lnTo>
                    <a:pt x="703" y="362"/>
                  </a:lnTo>
                  <a:lnTo>
                    <a:pt x="703" y="362"/>
                  </a:lnTo>
                  <a:lnTo>
                    <a:pt x="703" y="362"/>
                  </a:lnTo>
                  <a:lnTo>
                    <a:pt x="700" y="364"/>
                  </a:lnTo>
                  <a:lnTo>
                    <a:pt x="700" y="364"/>
                  </a:lnTo>
                  <a:lnTo>
                    <a:pt x="700" y="367"/>
                  </a:lnTo>
                  <a:lnTo>
                    <a:pt x="700" y="369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698" y="371"/>
                  </a:lnTo>
                  <a:lnTo>
                    <a:pt x="698" y="374"/>
                  </a:lnTo>
                  <a:lnTo>
                    <a:pt x="698" y="374"/>
                  </a:lnTo>
                  <a:lnTo>
                    <a:pt x="698" y="376"/>
                  </a:lnTo>
                  <a:lnTo>
                    <a:pt x="698" y="376"/>
                  </a:lnTo>
                  <a:lnTo>
                    <a:pt x="698" y="376"/>
                  </a:lnTo>
                  <a:lnTo>
                    <a:pt x="696" y="376"/>
                  </a:lnTo>
                  <a:lnTo>
                    <a:pt x="696" y="376"/>
                  </a:lnTo>
                  <a:lnTo>
                    <a:pt x="696" y="376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81"/>
                  </a:lnTo>
                  <a:lnTo>
                    <a:pt x="696" y="381"/>
                  </a:lnTo>
                  <a:lnTo>
                    <a:pt x="693" y="383"/>
                  </a:lnTo>
                  <a:lnTo>
                    <a:pt x="693" y="385"/>
                  </a:lnTo>
                  <a:lnTo>
                    <a:pt x="693" y="385"/>
                  </a:lnTo>
                  <a:lnTo>
                    <a:pt x="691" y="388"/>
                  </a:lnTo>
                  <a:lnTo>
                    <a:pt x="693" y="388"/>
                  </a:lnTo>
                  <a:lnTo>
                    <a:pt x="693" y="390"/>
                  </a:lnTo>
                  <a:lnTo>
                    <a:pt x="693" y="393"/>
                  </a:lnTo>
                  <a:lnTo>
                    <a:pt x="696" y="393"/>
                  </a:lnTo>
                  <a:lnTo>
                    <a:pt x="696" y="393"/>
                  </a:lnTo>
                  <a:lnTo>
                    <a:pt x="700" y="397"/>
                  </a:lnTo>
                  <a:lnTo>
                    <a:pt x="703" y="397"/>
                  </a:lnTo>
                  <a:lnTo>
                    <a:pt x="703" y="397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2"/>
                  </a:lnTo>
                  <a:lnTo>
                    <a:pt x="700" y="402"/>
                  </a:lnTo>
                  <a:lnTo>
                    <a:pt x="700" y="402"/>
                  </a:lnTo>
                  <a:lnTo>
                    <a:pt x="703" y="402"/>
                  </a:lnTo>
                  <a:lnTo>
                    <a:pt x="703" y="402"/>
                  </a:lnTo>
                  <a:lnTo>
                    <a:pt x="703" y="404"/>
                  </a:lnTo>
                  <a:lnTo>
                    <a:pt x="705" y="404"/>
                  </a:lnTo>
                  <a:lnTo>
                    <a:pt x="705" y="404"/>
                  </a:lnTo>
                  <a:lnTo>
                    <a:pt x="705" y="404"/>
                  </a:lnTo>
                  <a:lnTo>
                    <a:pt x="705" y="407"/>
                  </a:lnTo>
                  <a:lnTo>
                    <a:pt x="705" y="407"/>
                  </a:lnTo>
                  <a:lnTo>
                    <a:pt x="705" y="407"/>
                  </a:lnTo>
                  <a:lnTo>
                    <a:pt x="705" y="409"/>
                  </a:lnTo>
                  <a:lnTo>
                    <a:pt x="705" y="409"/>
                  </a:lnTo>
                  <a:lnTo>
                    <a:pt x="707" y="409"/>
                  </a:lnTo>
                  <a:lnTo>
                    <a:pt x="707" y="412"/>
                  </a:lnTo>
                  <a:lnTo>
                    <a:pt x="707" y="416"/>
                  </a:lnTo>
                  <a:lnTo>
                    <a:pt x="696" y="414"/>
                  </a:lnTo>
                  <a:lnTo>
                    <a:pt x="693" y="414"/>
                  </a:lnTo>
                  <a:lnTo>
                    <a:pt x="693" y="412"/>
                  </a:lnTo>
                  <a:lnTo>
                    <a:pt x="693" y="409"/>
                  </a:lnTo>
                  <a:lnTo>
                    <a:pt x="691" y="407"/>
                  </a:lnTo>
                  <a:lnTo>
                    <a:pt x="686" y="404"/>
                  </a:lnTo>
                  <a:lnTo>
                    <a:pt x="686" y="402"/>
                  </a:lnTo>
                  <a:lnTo>
                    <a:pt x="686" y="402"/>
                  </a:lnTo>
                  <a:lnTo>
                    <a:pt x="686" y="400"/>
                  </a:lnTo>
                  <a:lnTo>
                    <a:pt x="686" y="400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4" y="395"/>
                  </a:lnTo>
                  <a:lnTo>
                    <a:pt x="684" y="395"/>
                  </a:lnTo>
                  <a:lnTo>
                    <a:pt x="679" y="397"/>
                  </a:lnTo>
                  <a:lnTo>
                    <a:pt x="679" y="397"/>
                  </a:lnTo>
                  <a:lnTo>
                    <a:pt x="677" y="395"/>
                  </a:lnTo>
                  <a:lnTo>
                    <a:pt x="677" y="395"/>
                  </a:lnTo>
                  <a:lnTo>
                    <a:pt x="677" y="395"/>
                  </a:lnTo>
                  <a:lnTo>
                    <a:pt x="674" y="393"/>
                  </a:lnTo>
                  <a:lnTo>
                    <a:pt x="674" y="393"/>
                  </a:lnTo>
                  <a:lnTo>
                    <a:pt x="674" y="390"/>
                  </a:lnTo>
                  <a:lnTo>
                    <a:pt x="672" y="390"/>
                  </a:lnTo>
                  <a:lnTo>
                    <a:pt x="663" y="388"/>
                  </a:lnTo>
                  <a:lnTo>
                    <a:pt x="660" y="388"/>
                  </a:lnTo>
                  <a:lnTo>
                    <a:pt x="660" y="388"/>
                  </a:lnTo>
                  <a:lnTo>
                    <a:pt x="660" y="388"/>
                  </a:lnTo>
                  <a:lnTo>
                    <a:pt x="658" y="385"/>
                  </a:lnTo>
                  <a:lnTo>
                    <a:pt x="655" y="385"/>
                  </a:lnTo>
                  <a:lnTo>
                    <a:pt x="653" y="385"/>
                  </a:lnTo>
                  <a:lnTo>
                    <a:pt x="653" y="385"/>
                  </a:lnTo>
                  <a:lnTo>
                    <a:pt x="648" y="385"/>
                  </a:lnTo>
                  <a:lnTo>
                    <a:pt x="646" y="383"/>
                  </a:lnTo>
                  <a:lnTo>
                    <a:pt x="644" y="383"/>
                  </a:lnTo>
                  <a:lnTo>
                    <a:pt x="641" y="381"/>
                  </a:lnTo>
                  <a:lnTo>
                    <a:pt x="639" y="378"/>
                  </a:lnTo>
                  <a:lnTo>
                    <a:pt x="636" y="376"/>
                  </a:lnTo>
                  <a:lnTo>
                    <a:pt x="634" y="374"/>
                  </a:lnTo>
                  <a:lnTo>
                    <a:pt x="632" y="374"/>
                  </a:lnTo>
                  <a:lnTo>
                    <a:pt x="629" y="371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1" y="374"/>
                  </a:lnTo>
                  <a:lnTo>
                    <a:pt x="599" y="376"/>
                  </a:lnTo>
                  <a:lnTo>
                    <a:pt x="596" y="378"/>
                  </a:lnTo>
                  <a:lnTo>
                    <a:pt x="594" y="378"/>
                  </a:lnTo>
                  <a:lnTo>
                    <a:pt x="592" y="376"/>
                  </a:lnTo>
                  <a:lnTo>
                    <a:pt x="592" y="376"/>
                  </a:lnTo>
                  <a:lnTo>
                    <a:pt x="589" y="376"/>
                  </a:lnTo>
                  <a:lnTo>
                    <a:pt x="584" y="376"/>
                  </a:lnTo>
                  <a:lnTo>
                    <a:pt x="580" y="376"/>
                  </a:lnTo>
                  <a:lnTo>
                    <a:pt x="577" y="376"/>
                  </a:lnTo>
                  <a:lnTo>
                    <a:pt x="575" y="376"/>
                  </a:lnTo>
                  <a:lnTo>
                    <a:pt x="575" y="378"/>
                  </a:lnTo>
                  <a:lnTo>
                    <a:pt x="575" y="378"/>
                  </a:lnTo>
                  <a:lnTo>
                    <a:pt x="573" y="381"/>
                  </a:lnTo>
                  <a:lnTo>
                    <a:pt x="573" y="383"/>
                  </a:lnTo>
                  <a:lnTo>
                    <a:pt x="573" y="383"/>
                  </a:lnTo>
                  <a:lnTo>
                    <a:pt x="573" y="383"/>
                  </a:lnTo>
                  <a:lnTo>
                    <a:pt x="570" y="385"/>
                  </a:lnTo>
                  <a:lnTo>
                    <a:pt x="568" y="385"/>
                  </a:lnTo>
                  <a:lnTo>
                    <a:pt x="566" y="385"/>
                  </a:lnTo>
                  <a:lnTo>
                    <a:pt x="563" y="385"/>
                  </a:lnTo>
                  <a:lnTo>
                    <a:pt x="556" y="383"/>
                  </a:lnTo>
                  <a:lnTo>
                    <a:pt x="556" y="383"/>
                  </a:lnTo>
                  <a:lnTo>
                    <a:pt x="556" y="383"/>
                  </a:lnTo>
                  <a:lnTo>
                    <a:pt x="554" y="381"/>
                  </a:lnTo>
                  <a:lnTo>
                    <a:pt x="542" y="376"/>
                  </a:lnTo>
                  <a:lnTo>
                    <a:pt x="537" y="374"/>
                  </a:lnTo>
                  <a:lnTo>
                    <a:pt x="532" y="371"/>
                  </a:lnTo>
                  <a:lnTo>
                    <a:pt x="532" y="369"/>
                  </a:lnTo>
                  <a:lnTo>
                    <a:pt x="532" y="369"/>
                  </a:lnTo>
                  <a:lnTo>
                    <a:pt x="530" y="369"/>
                  </a:lnTo>
                  <a:lnTo>
                    <a:pt x="521" y="364"/>
                  </a:lnTo>
                  <a:lnTo>
                    <a:pt x="521" y="364"/>
                  </a:lnTo>
                  <a:lnTo>
                    <a:pt x="518" y="362"/>
                  </a:lnTo>
                  <a:lnTo>
                    <a:pt x="518" y="362"/>
                  </a:lnTo>
                  <a:lnTo>
                    <a:pt x="518" y="362"/>
                  </a:lnTo>
                  <a:lnTo>
                    <a:pt x="509" y="362"/>
                  </a:lnTo>
                  <a:lnTo>
                    <a:pt x="495" y="362"/>
                  </a:lnTo>
                  <a:lnTo>
                    <a:pt x="478" y="362"/>
                  </a:lnTo>
                  <a:lnTo>
                    <a:pt x="461" y="362"/>
                  </a:lnTo>
                  <a:lnTo>
                    <a:pt x="447" y="362"/>
                  </a:lnTo>
                  <a:lnTo>
                    <a:pt x="431" y="362"/>
                  </a:lnTo>
                  <a:lnTo>
                    <a:pt x="414" y="362"/>
                  </a:lnTo>
                  <a:lnTo>
                    <a:pt x="398" y="362"/>
                  </a:lnTo>
                  <a:lnTo>
                    <a:pt x="383" y="362"/>
                  </a:lnTo>
                  <a:lnTo>
                    <a:pt x="367" y="362"/>
                  </a:lnTo>
                  <a:lnTo>
                    <a:pt x="350" y="362"/>
                  </a:lnTo>
                  <a:lnTo>
                    <a:pt x="334" y="362"/>
                  </a:lnTo>
                  <a:lnTo>
                    <a:pt x="320" y="362"/>
                  </a:lnTo>
                  <a:lnTo>
                    <a:pt x="303" y="362"/>
                  </a:lnTo>
                  <a:lnTo>
                    <a:pt x="286" y="362"/>
                  </a:lnTo>
                  <a:lnTo>
                    <a:pt x="270" y="362"/>
                  </a:lnTo>
                  <a:lnTo>
                    <a:pt x="256" y="362"/>
                  </a:lnTo>
                  <a:lnTo>
                    <a:pt x="239" y="362"/>
                  </a:lnTo>
                  <a:lnTo>
                    <a:pt x="223" y="359"/>
                  </a:lnTo>
                  <a:lnTo>
                    <a:pt x="208" y="359"/>
                  </a:lnTo>
                  <a:lnTo>
                    <a:pt x="192" y="359"/>
                  </a:lnTo>
                  <a:lnTo>
                    <a:pt x="175" y="359"/>
                  </a:lnTo>
                  <a:lnTo>
                    <a:pt x="159" y="359"/>
                  </a:lnTo>
                  <a:lnTo>
                    <a:pt x="145" y="359"/>
                  </a:lnTo>
                  <a:lnTo>
                    <a:pt x="128" y="359"/>
                  </a:lnTo>
                  <a:lnTo>
                    <a:pt x="111" y="357"/>
                  </a:lnTo>
                  <a:lnTo>
                    <a:pt x="95" y="357"/>
                  </a:lnTo>
                  <a:lnTo>
                    <a:pt x="81" y="357"/>
                  </a:lnTo>
                  <a:lnTo>
                    <a:pt x="64" y="357"/>
                  </a:lnTo>
                  <a:lnTo>
                    <a:pt x="48" y="357"/>
                  </a:lnTo>
                  <a:lnTo>
                    <a:pt x="31" y="357"/>
                  </a:lnTo>
                  <a:lnTo>
                    <a:pt x="17" y="355"/>
                  </a:lnTo>
                  <a:lnTo>
                    <a:pt x="0" y="355"/>
                  </a:lnTo>
                  <a:lnTo>
                    <a:pt x="0" y="341"/>
                  </a:lnTo>
                  <a:lnTo>
                    <a:pt x="0" y="324"/>
                  </a:lnTo>
                  <a:lnTo>
                    <a:pt x="3" y="310"/>
                  </a:lnTo>
                  <a:lnTo>
                    <a:pt x="3" y="293"/>
                  </a:lnTo>
                  <a:lnTo>
                    <a:pt x="3" y="279"/>
                  </a:lnTo>
                  <a:lnTo>
                    <a:pt x="3" y="262"/>
                  </a:lnTo>
                  <a:lnTo>
                    <a:pt x="5" y="248"/>
                  </a:lnTo>
                  <a:lnTo>
                    <a:pt x="5" y="234"/>
                  </a:lnTo>
                  <a:lnTo>
                    <a:pt x="5" y="217"/>
                  </a:lnTo>
                  <a:lnTo>
                    <a:pt x="5" y="203"/>
                  </a:lnTo>
                  <a:lnTo>
                    <a:pt x="5" y="187"/>
                  </a:lnTo>
                  <a:lnTo>
                    <a:pt x="7" y="172"/>
                  </a:lnTo>
                  <a:lnTo>
                    <a:pt x="7" y="158"/>
                  </a:lnTo>
                  <a:lnTo>
                    <a:pt x="7" y="142"/>
                  </a:lnTo>
                  <a:lnTo>
                    <a:pt x="7" y="128"/>
                  </a:lnTo>
                  <a:lnTo>
                    <a:pt x="7" y="111"/>
                  </a:lnTo>
                  <a:lnTo>
                    <a:pt x="12" y="113"/>
                  </a:lnTo>
                  <a:lnTo>
                    <a:pt x="12" y="111"/>
                  </a:lnTo>
                  <a:lnTo>
                    <a:pt x="12" y="104"/>
                  </a:lnTo>
                  <a:lnTo>
                    <a:pt x="12" y="90"/>
                  </a:lnTo>
                  <a:lnTo>
                    <a:pt x="12" y="78"/>
                  </a:lnTo>
                  <a:lnTo>
                    <a:pt x="12" y="64"/>
                  </a:lnTo>
                  <a:lnTo>
                    <a:pt x="14" y="52"/>
                  </a:lnTo>
                  <a:lnTo>
                    <a:pt x="14" y="38"/>
                  </a:lnTo>
                  <a:lnTo>
                    <a:pt x="14" y="26"/>
                  </a:lnTo>
                  <a:lnTo>
                    <a:pt x="14" y="12"/>
                  </a:lnTo>
                  <a:lnTo>
                    <a:pt x="14" y="0"/>
                  </a:lnTo>
                  <a:lnTo>
                    <a:pt x="36" y="0"/>
                  </a:lnTo>
                  <a:lnTo>
                    <a:pt x="57" y="0"/>
                  </a:lnTo>
                  <a:lnTo>
                    <a:pt x="78" y="0"/>
                  </a:lnTo>
                  <a:lnTo>
                    <a:pt x="100" y="2"/>
                  </a:lnTo>
                  <a:lnTo>
                    <a:pt x="121" y="2"/>
                  </a:lnTo>
                  <a:lnTo>
                    <a:pt x="142" y="2"/>
                  </a:lnTo>
                  <a:lnTo>
                    <a:pt x="161" y="2"/>
                  </a:lnTo>
                  <a:lnTo>
                    <a:pt x="182" y="4"/>
                  </a:lnTo>
                  <a:lnTo>
                    <a:pt x="204" y="4"/>
                  </a:lnTo>
                  <a:lnTo>
                    <a:pt x="225" y="4"/>
                  </a:lnTo>
                  <a:lnTo>
                    <a:pt x="246" y="4"/>
                  </a:lnTo>
                  <a:lnTo>
                    <a:pt x="267" y="4"/>
                  </a:lnTo>
                  <a:lnTo>
                    <a:pt x="289" y="4"/>
                  </a:lnTo>
                  <a:lnTo>
                    <a:pt x="310" y="4"/>
                  </a:lnTo>
                  <a:lnTo>
                    <a:pt x="329" y="4"/>
                  </a:lnTo>
                  <a:lnTo>
                    <a:pt x="350" y="4"/>
                  </a:lnTo>
                  <a:lnTo>
                    <a:pt x="372" y="4"/>
                  </a:lnTo>
                  <a:lnTo>
                    <a:pt x="393" y="4"/>
                  </a:lnTo>
                  <a:lnTo>
                    <a:pt x="414" y="4"/>
                  </a:lnTo>
                  <a:lnTo>
                    <a:pt x="435" y="4"/>
                  </a:lnTo>
                  <a:lnTo>
                    <a:pt x="457" y="4"/>
                  </a:lnTo>
                  <a:lnTo>
                    <a:pt x="478" y="4"/>
                  </a:lnTo>
                  <a:lnTo>
                    <a:pt x="499" y="4"/>
                  </a:lnTo>
                  <a:lnTo>
                    <a:pt x="518" y="4"/>
                  </a:lnTo>
                  <a:lnTo>
                    <a:pt x="540" y="4"/>
                  </a:lnTo>
                  <a:lnTo>
                    <a:pt x="561" y="4"/>
                  </a:lnTo>
                  <a:lnTo>
                    <a:pt x="582" y="2"/>
                  </a:lnTo>
                  <a:lnTo>
                    <a:pt x="603" y="2"/>
                  </a:lnTo>
                  <a:lnTo>
                    <a:pt x="625" y="2"/>
                  </a:lnTo>
                  <a:lnTo>
                    <a:pt x="646" y="2"/>
                  </a:lnTo>
                  <a:lnTo>
                    <a:pt x="667" y="2"/>
                  </a:lnTo>
                  <a:lnTo>
                    <a:pt x="689" y="0"/>
                  </a:lnTo>
                  <a:lnTo>
                    <a:pt x="689" y="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E09E894A-0171-4737-92C7-5445CC7BC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38534" y="3299663"/>
              <a:ext cx="478642" cy="356857"/>
            </a:xfrm>
            <a:custGeom>
              <a:avLst/>
              <a:gdLst>
                <a:gd name="T0" fmla="*/ 447 w 507"/>
                <a:gd name="T1" fmla="*/ 222 h 378"/>
                <a:gd name="T2" fmla="*/ 473 w 507"/>
                <a:gd name="T3" fmla="*/ 85 h 378"/>
                <a:gd name="T4" fmla="*/ 374 w 507"/>
                <a:gd name="T5" fmla="*/ 16 h 378"/>
                <a:gd name="T6" fmla="*/ 315 w 507"/>
                <a:gd name="T7" fmla="*/ 26 h 378"/>
                <a:gd name="T8" fmla="*/ 258 w 507"/>
                <a:gd name="T9" fmla="*/ 33 h 378"/>
                <a:gd name="T10" fmla="*/ 237 w 507"/>
                <a:gd name="T11" fmla="*/ 2 h 378"/>
                <a:gd name="T12" fmla="*/ 227 w 507"/>
                <a:gd name="T13" fmla="*/ 7 h 378"/>
                <a:gd name="T14" fmla="*/ 225 w 507"/>
                <a:gd name="T15" fmla="*/ 0 h 378"/>
                <a:gd name="T16" fmla="*/ 145 w 507"/>
                <a:gd name="T17" fmla="*/ 7 h 378"/>
                <a:gd name="T18" fmla="*/ 90 w 507"/>
                <a:gd name="T19" fmla="*/ 14 h 378"/>
                <a:gd name="T20" fmla="*/ 86 w 507"/>
                <a:gd name="T21" fmla="*/ 18 h 378"/>
                <a:gd name="T22" fmla="*/ 67 w 507"/>
                <a:gd name="T23" fmla="*/ 28 h 378"/>
                <a:gd name="T24" fmla="*/ 57 w 507"/>
                <a:gd name="T25" fmla="*/ 35 h 378"/>
                <a:gd name="T26" fmla="*/ 19 w 507"/>
                <a:gd name="T27" fmla="*/ 54 h 378"/>
                <a:gd name="T28" fmla="*/ 5 w 507"/>
                <a:gd name="T29" fmla="*/ 75 h 378"/>
                <a:gd name="T30" fmla="*/ 15 w 507"/>
                <a:gd name="T31" fmla="*/ 99 h 378"/>
                <a:gd name="T32" fmla="*/ 41 w 507"/>
                <a:gd name="T33" fmla="*/ 113 h 378"/>
                <a:gd name="T34" fmla="*/ 76 w 507"/>
                <a:gd name="T35" fmla="*/ 146 h 378"/>
                <a:gd name="T36" fmla="*/ 93 w 507"/>
                <a:gd name="T37" fmla="*/ 163 h 378"/>
                <a:gd name="T38" fmla="*/ 119 w 507"/>
                <a:gd name="T39" fmla="*/ 182 h 378"/>
                <a:gd name="T40" fmla="*/ 154 w 507"/>
                <a:gd name="T41" fmla="*/ 208 h 378"/>
                <a:gd name="T42" fmla="*/ 171 w 507"/>
                <a:gd name="T43" fmla="*/ 229 h 378"/>
                <a:gd name="T44" fmla="*/ 182 w 507"/>
                <a:gd name="T45" fmla="*/ 239 h 378"/>
                <a:gd name="T46" fmla="*/ 194 w 507"/>
                <a:gd name="T47" fmla="*/ 255 h 378"/>
                <a:gd name="T48" fmla="*/ 225 w 507"/>
                <a:gd name="T49" fmla="*/ 272 h 378"/>
                <a:gd name="T50" fmla="*/ 239 w 507"/>
                <a:gd name="T51" fmla="*/ 302 h 378"/>
                <a:gd name="T52" fmla="*/ 242 w 507"/>
                <a:gd name="T53" fmla="*/ 314 h 378"/>
                <a:gd name="T54" fmla="*/ 258 w 507"/>
                <a:gd name="T55" fmla="*/ 324 h 378"/>
                <a:gd name="T56" fmla="*/ 275 w 507"/>
                <a:gd name="T57" fmla="*/ 345 h 378"/>
                <a:gd name="T58" fmla="*/ 277 w 507"/>
                <a:gd name="T59" fmla="*/ 364 h 378"/>
                <a:gd name="T60" fmla="*/ 287 w 507"/>
                <a:gd name="T61" fmla="*/ 376 h 378"/>
                <a:gd name="T62" fmla="*/ 308 w 507"/>
                <a:gd name="T63" fmla="*/ 376 h 378"/>
                <a:gd name="T64" fmla="*/ 315 w 507"/>
                <a:gd name="T65" fmla="*/ 350 h 378"/>
                <a:gd name="T66" fmla="*/ 320 w 507"/>
                <a:gd name="T67" fmla="*/ 347 h 378"/>
                <a:gd name="T68" fmla="*/ 305 w 507"/>
                <a:gd name="T69" fmla="*/ 321 h 378"/>
                <a:gd name="T70" fmla="*/ 310 w 507"/>
                <a:gd name="T71" fmla="*/ 321 h 378"/>
                <a:gd name="T72" fmla="*/ 324 w 507"/>
                <a:gd name="T73" fmla="*/ 336 h 378"/>
                <a:gd name="T74" fmla="*/ 324 w 507"/>
                <a:gd name="T75" fmla="*/ 324 h 378"/>
                <a:gd name="T76" fmla="*/ 339 w 507"/>
                <a:gd name="T77" fmla="*/ 343 h 378"/>
                <a:gd name="T78" fmla="*/ 348 w 507"/>
                <a:gd name="T79" fmla="*/ 326 h 378"/>
                <a:gd name="T80" fmla="*/ 339 w 507"/>
                <a:gd name="T81" fmla="*/ 331 h 378"/>
                <a:gd name="T82" fmla="*/ 341 w 507"/>
                <a:gd name="T83" fmla="*/ 317 h 378"/>
                <a:gd name="T84" fmla="*/ 320 w 507"/>
                <a:gd name="T85" fmla="*/ 314 h 378"/>
                <a:gd name="T86" fmla="*/ 336 w 507"/>
                <a:gd name="T87" fmla="*/ 310 h 378"/>
                <a:gd name="T88" fmla="*/ 353 w 507"/>
                <a:gd name="T89" fmla="*/ 310 h 378"/>
                <a:gd name="T90" fmla="*/ 367 w 507"/>
                <a:gd name="T91" fmla="*/ 302 h 378"/>
                <a:gd name="T92" fmla="*/ 372 w 507"/>
                <a:gd name="T93" fmla="*/ 300 h 378"/>
                <a:gd name="T94" fmla="*/ 386 w 507"/>
                <a:gd name="T95" fmla="*/ 286 h 378"/>
                <a:gd name="T96" fmla="*/ 395 w 507"/>
                <a:gd name="T97" fmla="*/ 274 h 378"/>
                <a:gd name="T98" fmla="*/ 391 w 507"/>
                <a:gd name="T99" fmla="*/ 265 h 378"/>
                <a:gd name="T100" fmla="*/ 393 w 507"/>
                <a:gd name="T101" fmla="*/ 267 h 378"/>
                <a:gd name="T102" fmla="*/ 414 w 507"/>
                <a:gd name="T103" fmla="*/ 255 h 378"/>
                <a:gd name="T104" fmla="*/ 424 w 507"/>
                <a:gd name="T105" fmla="*/ 243 h 378"/>
                <a:gd name="T106" fmla="*/ 428 w 507"/>
                <a:gd name="T107" fmla="*/ 231 h 378"/>
                <a:gd name="T108" fmla="*/ 443 w 507"/>
                <a:gd name="T109" fmla="*/ 224 h 378"/>
                <a:gd name="T110" fmla="*/ 452 w 507"/>
                <a:gd name="T111" fmla="*/ 215 h 378"/>
                <a:gd name="T112" fmla="*/ 455 w 507"/>
                <a:gd name="T113" fmla="*/ 210 h 378"/>
                <a:gd name="T114" fmla="*/ 452 w 507"/>
                <a:gd name="T115" fmla="*/ 198 h 378"/>
                <a:gd name="T116" fmla="*/ 452 w 507"/>
                <a:gd name="T117" fmla="*/ 177 h 378"/>
                <a:gd name="T118" fmla="*/ 459 w 507"/>
                <a:gd name="T119" fmla="*/ 201 h 378"/>
                <a:gd name="T120" fmla="*/ 502 w 507"/>
                <a:gd name="T121" fmla="*/ 11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378">
                  <a:moveTo>
                    <a:pt x="445" y="222"/>
                  </a:moveTo>
                  <a:lnTo>
                    <a:pt x="445" y="224"/>
                  </a:lnTo>
                  <a:lnTo>
                    <a:pt x="445" y="227"/>
                  </a:lnTo>
                  <a:lnTo>
                    <a:pt x="443" y="229"/>
                  </a:lnTo>
                  <a:lnTo>
                    <a:pt x="445" y="231"/>
                  </a:lnTo>
                  <a:lnTo>
                    <a:pt x="445" y="231"/>
                  </a:lnTo>
                  <a:lnTo>
                    <a:pt x="445" y="224"/>
                  </a:lnTo>
                  <a:lnTo>
                    <a:pt x="445" y="224"/>
                  </a:lnTo>
                  <a:lnTo>
                    <a:pt x="447" y="224"/>
                  </a:lnTo>
                  <a:lnTo>
                    <a:pt x="447" y="222"/>
                  </a:lnTo>
                  <a:lnTo>
                    <a:pt x="447" y="222"/>
                  </a:lnTo>
                  <a:lnTo>
                    <a:pt x="445" y="222"/>
                  </a:lnTo>
                  <a:close/>
                  <a:moveTo>
                    <a:pt x="504" y="111"/>
                  </a:moveTo>
                  <a:lnTo>
                    <a:pt x="504" y="111"/>
                  </a:lnTo>
                  <a:lnTo>
                    <a:pt x="504" y="111"/>
                  </a:lnTo>
                  <a:lnTo>
                    <a:pt x="502" y="111"/>
                  </a:lnTo>
                  <a:lnTo>
                    <a:pt x="502" y="108"/>
                  </a:lnTo>
                  <a:lnTo>
                    <a:pt x="504" y="108"/>
                  </a:lnTo>
                  <a:lnTo>
                    <a:pt x="497" y="101"/>
                  </a:lnTo>
                  <a:lnTo>
                    <a:pt x="490" y="97"/>
                  </a:lnTo>
                  <a:lnTo>
                    <a:pt x="481" y="92"/>
                  </a:lnTo>
                  <a:lnTo>
                    <a:pt x="473" y="85"/>
                  </a:lnTo>
                  <a:lnTo>
                    <a:pt x="464" y="80"/>
                  </a:lnTo>
                  <a:lnTo>
                    <a:pt x="457" y="75"/>
                  </a:lnTo>
                  <a:lnTo>
                    <a:pt x="450" y="68"/>
                  </a:lnTo>
                  <a:lnTo>
                    <a:pt x="440" y="63"/>
                  </a:lnTo>
                  <a:lnTo>
                    <a:pt x="433" y="59"/>
                  </a:lnTo>
                  <a:lnTo>
                    <a:pt x="417" y="47"/>
                  </a:lnTo>
                  <a:lnTo>
                    <a:pt x="402" y="35"/>
                  </a:lnTo>
                  <a:lnTo>
                    <a:pt x="393" y="30"/>
                  </a:lnTo>
                  <a:lnTo>
                    <a:pt x="386" y="26"/>
                  </a:lnTo>
                  <a:lnTo>
                    <a:pt x="379" y="18"/>
                  </a:lnTo>
                  <a:lnTo>
                    <a:pt x="374" y="16"/>
                  </a:lnTo>
                  <a:lnTo>
                    <a:pt x="372" y="16"/>
                  </a:lnTo>
                  <a:lnTo>
                    <a:pt x="369" y="16"/>
                  </a:lnTo>
                  <a:lnTo>
                    <a:pt x="365" y="16"/>
                  </a:lnTo>
                  <a:lnTo>
                    <a:pt x="365" y="18"/>
                  </a:lnTo>
                  <a:lnTo>
                    <a:pt x="360" y="18"/>
                  </a:lnTo>
                  <a:lnTo>
                    <a:pt x="355" y="18"/>
                  </a:lnTo>
                  <a:lnTo>
                    <a:pt x="350" y="21"/>
                  </a:lnTo>
                  <a:lnTo>
                    <a:pt x="341" y="21"/>
                  </a:lnTo>
                  <a:lnTo>
                    <a:pt x="334" y="23"/>
                  </a:lnTo>
                  <a:lnTo>
                    <a:pt x="324" y="23"/>
                  </a:lnTo>
                  <a:lnTo>
                    <a:pt x="315" y="26"/>
                  </a:lnTo>
                  <a:lnTo>
                    <a:pt x="305" y="26"/>
                  </a:lnTo>
                  <a:lnTo>
                    <a:pt x="296" y="28"/>
                  </a:lnTo>
                  <a:lnTo>
                    <a:pt x="287" y="30"/>
                  </a:lnTo>
                  <a:lnTo>
                    <a:pt x="279" y="30"/>
                  </a:lnTo>
                  <a:lnTo>
                    <a:pt x="272" y="33"/>
                  </a:lnTo>
                  <a:lnTo>
                    <a:pt x="268" y="33"/>
                  </a:lnTo>
                  <a:lnTo>
                    <a:pt x="265" y="33"/>
                  </a:lnTo>
                  <a:lnTo>
                    <a:pt x="265" y="33"/>
                  </a:lnTo>
                  <a:lnTo>
                    <a:pt x="261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6" y="18"/>
                  </a:lnTo>
                  <a:lnTo>
                    <a:pt x="256" y="18"/>
                  </a:lnTo>
                  <a:lnTo>
                    <a:pt x="256" y="18"/>
                  </a:lnTo>
                  <a:lnTo>
                    <a:pt x="251" y="11"/>
                  </a:lnTo>
                  <a:lnTo>
                    <a:pt x="244" y="7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7" y="2"/>
                  </a:lnTo>
                  <a:lnTo>
                    <a:pt x="237" y="2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18" y="0"/>
                  </a:lnTo>
                  <a:lnTo>
                    <a:pt x="211" y="0"/>
                  </a:lnTo>
                  <a:lnTo>
                    <a:pt x="206" y="2"/>
                  </a:lnTo>
                  <a:lnTo>
                    <a:pt x="197" y="2"/>
                  </a:lnTo>
                  <a:lnTo>
                    <a:pt x="190" y="2"/>
                  </a:lnTo>
                  <a:lnTo>
                    <a:pt x="180" y="4"/>
                  </a:lnTo>
                  <a:lnTo>
                    <a:pt x="171" y="4"/>
                  </a:lnTo>
                  <a:lnTo>
                    <a:pt x="161" y="7"/>
                  </a:lnTo>
                  <a:lnTo>
                    <a:pt x="154" y="7"/>
                  </a:lnTo>
                  <a:lnTo>
                    <a:pt x="145" y="7"/>
                  </a:lnTo>
                  <a:lnTo>
                    <a:pt x="135" y="9"/>
                  </a:lnTo>
                  <a:lnTo>
                    <a:pt x="128" y="9"/>
                  </a:lnTo>
                  <a:lnTo>
                    <a:pt x="121" y="11"/>
                  </a:lnTo>
                  <a:lnTo>
                    <a:pt x="116" y="11"/>
                  </a:lnTo>
                  <a:lnTo>
                    <a:pt x="112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0" y="14"/>
                  </a:lnTo>
                  <a:lnTo>
                    <a:pt x="93" y="14"/>
                  </a:lnTo>
                  <a:lnTo>
                    <a:pt x="93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6" y="18"/>
                  </a:lnTo>
                  <a:lnTo>
                    <a:pt x="86" y="18"/>
                  </a:lnTo>
                  <a:lnTo>
                    <a:pt x="81" y="18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69" y="26"/>
                  </a:lnTo>
                  <a:lnTo>
                    <a:pt x="67" y="28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9" y="33"/>
                  </a:lnTo>
                  <a:lnTo>
                    <a:pt x="59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2" y="35"/>
                  </a:lnTo>
                  <a:lnTo>
                    <a:pt x="50" y="37"/>
                  </a:lnTo>
                  <a:lnTo>
                    <a:pt x="22" y="52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3" y="78"/>
                  </a:lnTo>
                  <a:lnTo>
                    <a:pt x="3" y="80"/>
                  </a:lnTo>
                  <a:lnTo>
                    <a:pt x="3" y="80"/>
                  </a:lnTo>
                  <a:lnTo>
                    <a:pt x="3" y="80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0" y="85"/>
                  </a:lnTo>
                  <a:lnTo>
                    <a:pt x="0" y="92"/>
                  </a:lnTo>
                  <a:lnTo>
                    <a:pt x="5" y="94"/>
                  </a:lnTo>
                  <a:lnTo>
                    <a:pt x="15" y="99"/>
                  </a:lnTo>
                  <a:lnTo>
                    <a:pt x="19" y="101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101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31" y="106"/>
                  </a:lnTo>
                  <a:lnTo>
                    <a:pt x="33" y="108"/>
                  </a:lnTo>
                  <a:lnTo>
                    <a:pt x="33" y="111"/>
                  </a:lnTo>
                  <a:lnTo>
                    <a:pt x="36" y="113"/>
                  </a:lnTo>
                  <a:lnTo>
                    <a:pt x="41" y="113"/>
                  </a:lnTo>
                  <a:lnTo>
                    <a:pt x="45" y="113"/>
                  </a:lnTo>
                  <a:lnTo>
                    <a:pt x="52" y="111"/>
                  </a:lnTo>
                  <a:lnTo>
                    <a:pt x="57" y="113"/>
                  </a:lnTo>
                  <a:lnTo>
                    <a:pt x="57" y="116"/>
                  </a:lnTo>
                  <a:lnTo>
                    <a:pt x="59" y="120"/>
                  </a:lnTo>
                  <a:lnTo>
                    <a:pt x="62" y="123"/>
                  </a:lnTo>
                  <a:lnTo>
                    <a:pt x="62" y="125"/>
                  </a:lnTo>
                  <a:lnTo>
                    <a:pt x="69" y="132"/>
                  </a:lnTo>
                  <a:lnTo>
                    <a:pt x="71" y="134"/>
                  </a:lnTo>
                  <a:lnTo>
                    <a:pt x="74" y="146"/>
                  </a:lnTo>
                  <a:lnTo>
                    <a:pt x="76" y="146"/>
                  </a:lnTo>
                  <a:lnTo>
                    <a:pt x="76" y="149"/>
                  </a:lnTo>
                  <a:lnTo>
                    <a:pt x="78" y="149"/>
                  </a:lnTo>
                  <a:lnTo>
                    <a:pt x="81" y="151"/>
                  </a:lnTo>
                  <a:lnTo>
                    <a:pt x="83" y="151"/>
                  </a:lnTo>
                  <a:lnTo>
                    <a:pt x="83" y="153"/>
                  </a:lnTo>
                  <a:lnTo>
                    <a:pt x="86" y="153"/>
                  </a:lnTo>
                  <a:lnTo>
                    <a:pt x="86" y="156"/>
                  </a:lnTo>
                  <a:lnTo>
                    <a:pt x="88" y="158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3" y="163"/>
                  </a:lnTo>
                  <a:lnTo>
                    <a:pt x="95" y="168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100" y="170"/>
                  </a:lnTo>
                  <a:lnTo>
                    <a:pt x="100" y="170"/>
                  </a:lnTo>
                  <a:lnTo>
                    <a:pt x="102" y="172"/>
                  </a:lnTo>
                  <a:lnTo>
                    <a:pt x="104" y="175"/>
                  </a:lnTo>
                  <a:lnTo>
                    <a:pt x="107" y="177"/>
                  </a:lnTo>
                  <a:lnTo>
                    <a:pt x="112" y="179"/>
                  </a:lnTo>
                  <a:lnTo>
                    <a:pt x="114" y="179"/>
                  </a:lnTo>
                  <a:lnTo>
                    <a:pt x="119" y="182"/>
                  </a:lnTo>
                  <a:lnTo>
                    <a:pt x="123" y="184"/>
                  </a:lnTo>
                  <a:lnTo>
                    <a:pt x="130" y="189"/>
                  </a:lnTo>
                  <a:lnTo>
                    <a:pt x="133" y="191"/>
                  </a:lnTo>
                  <a:lnTo>
                    <a:pt x="135" y="196"/>
                  </a:lnTo>
                  <a:lnTo>
                    <a:pt x="138" y="198"/>
                  </a:lnTo>
                  <a:lnTo>
                    <a:pt x="138" y="201"/>
                  </a:lnTo>
                  <a:lnTo>
                    <a:pt x="140" y="205"/>
                  </a:lnTo>
                  <a:lnTo>
                    <a:pt x="142" y="205"/>
                  </a:lnTo>
                  <a:lnTo>
                    <a:pt x="145" y="208"/>
                  </a:lnTo>
                  <a:lnTo>
                    <a:pt x="147" y="208"/>
                  </a:lnTo>
                  <a:lnTo>
                    <a:pt x="154" y="208"/>
                  </a:lnTo>
                  <a:lnTo>
                    <a:pt x="154" y="210"/>
                  </a:lnTo>
                  <a:lnTo>
                    <a:pt x="159" y="210"/>
                  </a:lnTo>
                  <a:lnTo>
                    <a:pt x="164" y="215"/>
                  </a:lnTo>
                  <a:lnTo>
                    <a:pt x="166" y="217"/>
                  </a:lnTo>
                  <a:lnTo>
                    <a:pt x="171" y="220"/>
                  </a:lnTo>
                  <a:lnTo>
                    <a:pt x="171" y="222"/>
                  </a:lnTo>
                  <a:lnTo>
                    <a:pt x="171" y="224"/>
                  </a:lnTo>
                  <a:lnTo>
                    <a:pt x="173" y="224"/>
                  </a:lnTo>
                  <a:lnTo>
                    <a:pt x="173" y="227"/>
                  </a:lnTo>
                  <a:lnTo>
                    <a:pt x="171" y="227"/>
                  </a:lnTo>
                  <a:lnTo>
                    <a:pt x="171" y="229"/>
                  </a:lnTo>
                  <a:lnTo>
                    <a:pt x="173" y="231"/>
                  </a:lnTo>
                  <a:lnTo>
                    <a:pt x="173" y="231"/>
                  </a:lnTo>
                  <a:lnTo>
                    <a:pt x="173" y="234"/>
                  </a:lnTo>
                  <a:lnTo>
                    <a:pt x="178" y="239"/>
                  </a:lnTo>
                  <a:lnTo>
                    <a:pt x="180" y="239"/>
                  </a:lnTo>
                  <a:lnTo>
                    <a:pt x="180" y="239"/>
                  </a:lnTo>
                  <a:lnTo>
                    <a:pt x="180" y="239"/>
                  </a:lnTo>
                  <a:lnTo>
                    <a:pt x="180" y="236"/>
                  </a:lnTo>
                  <a:lnTo>
                    <a:pt x="182" y="239"/>
                  </a:lnTo>
                  <a:lnTo>
                    <a:pt x="182" y="239"/>
                  </a:lnTo>
                  <a:lnTo>
                    <a:pt x="182" y="239"/>
                  </a:lnTo>
                  <a:lnTo>
                    <a:pt x="182" y="241"/>
                  </a:lnTo>
                  <a:lnTo>
                    <a:pt x="185" y="241"/>
                  </a:lnTo>
                  <a:lnTo>
                    <a:pt x="185" y="243"/>
                  </a:lnTo>
                  <a:lnTo>
                    <a:pt x="185" y="243"/>
                  </a:lnTo>
                  <a:lnTo>
                    <a:pt x="182" y="246"/>
                  </a:lnTo>
                  <a:lnTo>
                    <a:pt x="185" y="248"/>
                  </a:lnTo>
                  <a:lnTo>
                    <a:pt x="187" y="248"/>
                  </a:lnTo>
                  <a:lnTo>
                    <a:pt x="190" y="248"/>
                  </a:lnTo>
                  <a:lnTo>
                    <a:pt x="192" y="248"/>
                  </a:lnTo>
                  <a:lnTo>
                    <a:pt x="192" y="250"/>
                  </a:lnTo>
                  <a:lnTo>
                    <a:pt x="194" y="255"/>
                  </a:lnTo>
                  <a:lnTo>
                    <a:pt x="194" y="255"/>
                  </a:lnTo>
                  <a:lnTo>
                    <a:pt x="199" y="258"/>
                  </a:lnTo>
                  <a:lnTo>
                    <a:pt x="209" y="260"/>
                  </a:lnTo>
                  <a:lnTo>
                    <a:pt x="213" y="262"/>
                  </a:lnTo>
                  <a:lnTo>
                    <a:pt x="216" y="265"/>
                  </a:lnTo>
                  <a:lnTo>
                    <a:pt x="218" y="265"/>
                  </a:lnTo>
                  <a:lnTo>
                    <a:pt x="220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5" y="269"/>
                  </a:lnTo>
                  <a:lnTo>
                    <a:pt x="225" y="272"/>
                  </a:lnTo>
                  <a:lnTo>
                    <a:pt x="225" y="276"/>
                  </a:lnTo>
                  <a:lnTo>
                    <a:pt x="225" y="279"/>
                  </a:lnTo>
                  <a:lnTo>
                    <a:pt x="227" y="279"/>
                  </a:lnTo>
                  <a:lnTo>
                    <a:pt x="235" y="288"/>
                  </a:lnTo>
                  <a:lnTo>
                    <a:pt x="237" y="291"/>
                  </a:lnTo>
                  <a:lnTo>
                    <a:pt x="237" y="293"/>
                  </a:lnTo>
                  <a:lnTo>
                    <a:pt x="237" y="295"/>
                  </a:lnTo>
                  <a:lnTo>
                    <a:pt x="237" y="298"/>
                  </a:lnTo>
                  <a:lnTo>
                    <a:pt x="239" y="298"/>
                  </a:lnTo>
                  <a:lnTo>
                    <a:pt x="239" y="300"/>
                  </a:lnTo>
                  <a:lnTo>
                    <a:pt x="239" y="302"/>
                  </a:lnTo>
                  <a:lnTo>
                    <a:pt x="239" y="302"/>
                  </a:lnTo>
                  <a:lnTo>
                    <a:pt x="239" y="305"/>
                  </a:lnTo>
                  <a:lnTo>
                    <a:pt x="239" y="305"/>
                  </a:lnTo>
                  <a:lnTo>
                    <a:pt x="239" y="307"/>
                  </a:lnTo>
                  <a:lnTo>
                    <a:pt x="242" y="307"/>
                  </a:lnTo>
                  <a:lnTo>
                    <a:pt x="242" y="307"/>
                  </a:lnTo>
                  <a:lnTo>
                    <a:pt x="242" y="307"/>
                  </a:lnTo>
                  <a:lnTo>
                    <a:pt x="242" y="310"/>
                  </a:lnTo>
                  <a:lnTo>
                    <a:pt x="242" y="312"/>
                  </a:lnTo>
                  <a:lnTo>
                    <a:pt x="242" y="314"/>
                  </a:lnTo>
                  <a:lnTo>
                    <a:pt x="242" y="314"/>
                  </a:lnTo>
                  <a:lnTo>
                    <a:pt x="244" y="317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49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6" y="321"/>
                  </a:lnTo>
                  <a:lnTo>
                    <a:pt x="256" y="321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61" y="324"/>
                  </a:lnTo>
                  <a:lnTo>
                    <a:pt x="261" y="324"/>
                  </a:lnTo>
                  <a:lnTo>
                    <a:pt x="263" y="326"/>
                  </a:lnTo>
                  <a:lnTo>
                    <a:pt x="263" y="326"/>
                  </a:lnTo>
                  <a:lnTo>
                    <a:pt x="263" y="329"/>
                  </a:lnTo>
                  <a:lnTo>
                    <a:pt x="265" y="329"/>
                  </a:lnTo>
                  <a:lnTo>
                    <a:pt x="268" y="329"/>
                  </a:lnTo>
                  <a:lnTo>
                    <a:pt x="268" y="331"/>
                  </a:lnTo>
                  <a:lnTo>
                    <a:pt x="268" y="336"/>
                  </a:lnTo>
                  <a:lnTo>
                    <a:pt x="272" y="345"/>
                  </a:lnTo>
                  <a:lnTo>
                    <a:pt x="275" y="345"/>
                  </a:lnTo>
                  <a:lnTo>
                    <a:pt x="277" y="345"/>
                  </a:lnTo>
                  <a:lnTo>
                    <a:pt x="277" y="347"/>
                  </a:lnTo>
                  <a:lnTo>
                    <a:pt x="277" y="350"/>
                  </a:lnTo>
                  <a:lnTo>
                    <a:pt x="277" y="352"/>
                  </a:lnTo>
                  <a:lnTo>
                    <a:pt x="277" y="355"/>
                  </a:lnTo>
                  <a:lnTo>
                    <a:pt x="277" y="355"/>
                  </a:lnTo>
                  <a:lnTo>
                    <a:pt x="277" y="357"/>
                  </a:lnTo>
                  <a:lnTo>
                    <a:pt x="277" y="359"/>
                  </a:lnTo>
                  <a:lnTo>
                    <a:pt x="277" y="359"/>
                  </a:lnTo>
                  <a:lnTo>
                    <a:pt x="277" y="362"/>
                  </a:lnTo>
                  <a:lnTo>
                    <a:pt x="277" y="364"/>
                  </a:lnTo>
                  <a:lnTo>
                    <a:pt x="277" y="364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82" y="371"/>
                  </a:lnTo>
                  <a:lnTo>
                    <a:pt x="282" y="371"/>
                  </a:lnTo>
                  <a:lnTo>
                    <a:pt x="282" y="371"/>
                  </a:lnTo>
                  <a:lnTo>
                    <a:pt x="284" y="371"/>
                  </a:lnTo>
                  <a:lnTo>
                    <a:pt x="287" y="376"/>
                  </a:lnTo>
                  <a:lnTo>
                    <a:pt x="287" y="376"/>
                  </a:lnTo>
                  <a:lnTo>
                    <a:pt x="294" y="374"/>
                  </a:lnTo>
                  <a:lnTo>
                    <a:pt x="296" y="374"/>
                  </a:lnTo>
                  <a:lnTo>
                    <a:pt x="301" y="376"/>
                  </a:lnTo>
                  <a:lnTo>
                    <a:pt x="301" y="376"/>
                  </a:lnTo>
                  <a:lnTo>
                    <a:pt x="303" y="378"/>
                  </a:lnTo>
                  <a:lnTo>
                    <a:pt x="303" y="378"/>
                  </a:lnTo>
                  <a:lnTo>
                    <a:pt x="305" y="378"/>
                  </a:lnTo>
                  <a:lnTo>
                    <a:pt x="308" y="378"/>
                  </a:lnTo>
                  <a:lnTo>
                    <a:pt x="308" y="378"/>
                  </a:lnTo>
                  <a:lnTo>
                    <a:pt x="308" y="378"/>
                  </a:lnTo>
                  <a:lnTo>
                    <a:pt x="308" y="376"/>
                  </a:lnTo>
                  <a:lnTo>
                    <a:pt x="308" y="374"/>
                  </a:lnTo>
                  <a:lnTo>
                    <a:pt x="313" y="369"/>
                  </a:lnTo>
                  <a:lnTo>
                    <a:pt x="313" y="364"/>
                  </a:lnTo>
                  <a:lnTo>
                    <a:pt x="313" y="362"/>
                  </a:lnTo>
                  <a:lnTo>
                    <a:pt x="313" y="362"/>
                  </a:lnTo>
                  <a:lnTo>
                    <a:pt x="315" y="359"/>
                  </a:lnTo>
                  <a:lnTo>
                    <a:pt x="315" y="357"/>
                  </a:lnTo>
                  <a:lnTo>
                    <a:pt x="315" y="355"/>
                  </a:lnTo>
                  <a:lnTo>
                    <a:pt x="315" y="352"/>
                  </a:lnTo>
                  <a:lnTo>
                    <a:pt x="315" y="352"/>
                  </a:lnTo>
                  <a:lnTo>
                    <a:pt x="315" y="350"/>
                  </a:lnTo>
                  <a:lnTo>
                    <a:pt x="317" y="355"/>
                  </a:lnTo>
                  <a:lnTo>
                    <a:pt x="315" y="364"/>
                  </a:lnTo>
                  <a:lnTo>
                    <a:pt x="315" y="369"/>
                  </a:lnTo>
                  <a:lnTo>
                    <a:pt x="322" y="362"/>
                  </a:lnTo>
                  <a:lnTo>
                    <a:pt x="324" y="357"/>
                  </a:lnTo>
                  <a:lnTo>
                    <a:pt x="327" y="352"/>
                  </a:lnTo>
                  <a:lnTo>
                    <a:pt x="327" y="352"/>
                  </a:lnTo>
                  <a:lnTo>
                    <a:pt x="324" y="350"/>
                  </a:lnTo>
                  <a:lnTo>
                    <a:pt x="324" y="347"/>
                  </a:lnTo>
                  <a:lnTo>
                    <a:pt x="322" y="347"/>
                  </a:lnTo>
                  <a:lnTo>
                    <a:pt x="320" y="347"/>
                  </a:lnTo>
                  <a:lnTo>
                    <a:pt x="320" y="347"/>
                  </a:lnTo>
                  <a:lnTo>
                    <a:pt x="315" y="343"/>
                  </a:lnTo>
                  <a:lnTo>
                    <a:pt x="313" y="343"/>
                  </a:lnTo>
                  <a:lnTo>
                    <a:pt x="313" y="343"/>
                  </a:lnTo>
                  <a:lnTo>
                    <a:pt x="313" y="340"/>
                  </a:lnTo>
                  <a:lnTo>
                    <a:pt x="313" y="338"/>
                  </a:lnTo>
                  <a:lnTo>
                    <a:pt x="310" y="333"/>
                  </a:lnTo>
                  <a:lnTo>
                    <a:pt x="308" y="331"/>
                  </a:lnTo>
                  <a:lnTo>
                    <a:pt x="305" y="326"/>
                  </a:lnTo>
                  <a:lnTo>
                    <a:pt x="305" y="324"/>
                  </a:lnTo>
                  <a:lnTo>
                    <a:pt x="305" y="321"/>
                  </a:lnTo>
                  <a:lnTo>
                    <a:pt x="305" y="321"/>
                  </a:lnTo>
                  <a:lnTo>
                    <a:pt x="303" y="317"/>
                  </a:lnTo>
                  <a:lnTo>
                    <a:pt x="301" y="317"/>
                  </a:lnTo>
                  <a:lnTo>
                    <a:pt x="301" y="317"/>
                  </a:lnTo>
                  <a:lnTo>
                    <a:pt x="303" y="314"/>
                  </a:lnTo>
                  <a:lnTo>
                    <a:pt x="303" y="317"/>
                  </a:lnTo>
                  <a:lnTo>
                    <a:pt x="305" y="317"/>
                  </a:lnTo>
                  <a:lnTo>
                    <a:pt x="305" y="319"/>
                  </a:lnTo>
                  <a:lnTo>
                    <a:pt x="308" y="319"/>
                  </a:lnTo>
                  <a:lnTo>
                    <a:pt x="310" y="319"/>
                  </a:lnTo>
                  <a:lnTo>
                    <a:pt x="310" y="321"/>
                  </a:lnTo>
                  <a:lnTo>
                    <a:pt x="308" y="324"/>
                  </a:lnTo>
                  <a:lnTo>
                    <a:pt x="310" y="326"/>
                  </a:lnTo>
                  <a:lnTo>
                    <a:pt x="310" y="329"/>
                  </a:lnTo>
                  <a:lnTo>
                    <a:pt x="315" y="336"/>
                  </a:lnTo>
                  <a:lnTo>
                    <a:pt x="322" y="340"/>
                  </a:lnTo>
                  <a:lnTo>
                    <a:pt x="324" y="343"/>
                  </a:lnTo>
                  <a:lnTo>
                    <a:pt x="327" y="340"/>
                  </a:lnTo>
                  <a:lnTo>
                    <a:pt x="327" y="338"/>
                  </a:lnTo>
                  <a:lnTo>
                    <a:pt x="324" y="338"/>
                  </a:lnTo>
                  <a:lnTo>
                    <a:pt x="324" y="336"/>
                  </a:lnTo>
                  <a:lnTo>
                    <a:pt x="324" y="336"/>
                  </a:lnTo>
                  <a:lnTo>
                    <a:pt x="322" y="326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1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0" y="321"/>
                  </a:lnTo>
                  <a:lnTo>
                    <a:pt x="324" y="321"/>
                  </a:lnTo>
                  <a:lnTo>
                    <a:pt x="324" y="324"/>
                  </a:lnTo>
                  <a:lnTo>
                    <a:pt x="324" y="333"/>
                  </a:lnTo>
                  <a:lnTo>
                    <a:pt x="324" y="333"/>
                  </a:lnTo>
                  <a:lnTo>
                    <a:pt x="329" y="331"/>
                  </a:lnTo>
                  <a:lnTo>
                    <a:pt x="329" y="338"/>
                  </a:lnTo>
                  <a:lnTo>
                    <a:pt x="329" y="343"/>
                  </a:lnTo>
                  <a:lnTo>
                    <a:pt x="329" y="345"/>
                  </a:lnTo>
                  <a:lnTo>
                    <a:pt x="332" y="345"/>
                  </a:lnTo>
                  <a:lnTo>
                    <a:pt x="334" y="343"/>
                  </a:lnTo>
                  <a:lnTo>
                    <a:pt x="336" y="343"/>
                  </a:lnTo>
                  <a:lnTo>
                    <a:pt x="336" y="343"/>
                  </a:lnTo>
                  <a:lnTo>
                    <a:pt x="339" y="343"/>
                  </a:lnTo>
                  <a:lnTo>
                    <a:pt x="346" y="336"/>
                  </a:lnTo>
                  <a:lnTo>
                    <a:pt x="346" y="333"/>
                  </a:lnTo>
                  <a:lnTo>
                    <a:pt x="343" y="333"/>
                  </a:lnTo>
                  <a:lnTo>
                    <a:pt x="346" y="333"/>
                  </a:lnTo>
                  <a:lnTo>
                    <a:pt x="346" y="333"/>
                  </a:lnTo>
                  <a:lnTo>
                    <a:pt x="346" y="331"/>
                  </a:lnTo>
                  <a:lnTo>
                    <a:pt x="346" y="331"/>
                  </a:lnTo>
                  <a:lnTo>
                    <a:pt x="346" y="331"/>
                  </a:lnTo>
                  <a:lnTo>
                    <a:pt x="348" y="331"/>
                  </a:lnTo>
                  <a:lnTo>
                    <a:pt x="348" y="329"/>
                  </a:lnTo>
                  <a:lnTo>
                    <a:pt x="348" y="326"/>
                  </a:lnTo>
                  <a:lnTo>
                    <a:pt x="348" y="324"/>
                  </a:lnTo>
                  <a:lnTo>
                    <a:pt x="348" y="324"/>
                  </a:lnTo>
                  <a:lnTo>
                    <a:pt x="348" y="326"/>
                  </a:lnTo>
                  <a:lnTo>
                    <a:pt x="346" y="326"/>
                  </a:lnTo>
                  <a:lnTo>
                    <a:pt x="346" y="329"/>
                  </a:lnTo>
                  <a:lnTo>
                    <a:pt x="343" y="329"/>
                  </a:lnTo>
                  <a:lnTo>
                    <a:pt x="341" y="331"/>
                  </a:lnTo>
                  <a:lnTo>
                    <a:pt x="339" y="333"/>
                  </a:lnTo>
                  <a:lnTo>
                    <a:pt x="336" y="333"/>
                  </a:lnTo>
                  <a:lnTo>
                    <a:pt x="336" y="333"/>
                  </a:lnTo>
                  <a:lnTo>
                    <a:pt x="339" y="331"/>
                  </a:lnTo>
                  <a:lnTo>
                    <a:pt x="341" y="329"/>
                  </a:lnTo>
                  <a:lnTo>
                    <a:pt x="346" y="326"/>
                  </a:lnTo>
                  <a:lnTo>
                    <a:pt x="346" y="324"/>
                  </a:lnTo>
                  <a:lnTo>
                    <a:pt x="343" y="321"/>
                  </a:lnTo>
                  <a:lnTo>
                    <a:pt x="341" y="319"/>
                  </a:lnTo>
                  <a:lnTo>
                    <a:pt x="332" y="321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9" y="317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36" y="314"/>
                  </a:lnTo>
                  <a:lnTo>
                    <a:pt x="336" y="314"/>
                  </a:lnTo>
                  <a:lnTo>
                    <a:pt x="334" y="314"/>
                  </a:lnTo>
                  <a:lnTo>
                    <a:pt x="334" y="317"/>
                  </a:lnTo>
                  <a:lnTo>
                    <a:pt x="332" y="317"/>
                  </a:lnTo>
                  <a:lnTo>
                    <a:pt x="322" y="317"/>
                  </a:lnTo>
                  <a:lnTo>
                    <a:pt x="320" y="317"/>
                  </a:lnTo>
                  <a:lnTo>
                    <a:pt x="320" y="317"/>
                  </a:lnTo>
                  <a:lnTo>
                    <a:pt x="320" y="317"/>
                  </a:lnTo>
                  <a:lnTo>
                    <a:pt x="320" y="314"/>
                  </a:lnTo>
                  <a:lnTo>
                    <a:pt x="322" y="314"/>
                  </a:lnTo>
                  <a:lnTo>
                    <a:pt x="324" y="314"/>
                  </a:lnTo>
                  <a:lnTo>
                    <a:pt x="332" y="314"/>
                  </a:lnTo>
                  <a:lnTo>
                    <a:pt x="334" y="312"/>
                  </a:lnTo>
                  <a:lnTo>
                    <a:pt x="334" y="312"/>
                  </a:lnTo>
                  <a:lnTo>
                    <a:pt x="334" y="310"/>
                  </a:lnTo>
                  <a:lnTo>
                    <a:pt x="334" y="310"/>
                  </a:lnTo>
                  <a:lnTo>
                    <a:pt x="334" y="307"/>
                  </a:lnTo>
                  <a:lnTo>
                    <a:pt x="334" y="307"/>
                  </a:lnTo>
                  <a:lnTo>
                    <a:pt x="334" y="310"/>
                  </a:lnTo>
                  <a:lnTo>
                    <a:pt x="336" y="310"/>
                  </a:lnTo>
                  <a:lnTo>
                    <a:pt x="341" y="312"/>
                  </a:lnTo>
                  <a:lnTo>
                    <a:pt x="341" y="312"/>
                  </a:lnTo>
                  <a:lnTo>
                    <a:pt x="343" y="312"/>
                  </a:lnTo>
                  <a:lnTo>
                    <a:pt x="346" y="312"/>
                  </a:lnTo>
                  <a:lnTo>
                    <a:pt x="346" y="314"/>
                  </a:lnTo>
                  <a:lnTo>
                    <a:pt x="348" y="314"/>
                  </a:lnTo>
                  <a:lnTo>
                    <a:pt x="348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3" y="312"/>
                  </a:lnTo>
                  <a:lnTo>
                    <a:pt x="353" y="310"/>
                  </a:lnTo>
                  <a:lnTo>
                    <a:pt x="353" y="307"/>
                  </a:lnTo>
                  <a:lnTo>
                    <a:pt x="353" y="307"/>
                  </a:lnTo>
                  <a:lnTo>
                    <a:pt x="353" y="310"/>
                  </a:lnTo>
                  <a:lnTo>
                    <a:pt x="355" y="310"/>
                  </a:lnTo>
                  <a:lnTo>
                    <a:pt x="355" y="312"/>
                  </a:lnTo>
                  <a:lnTo>
                    <a:pt x="358" y="312"/>
                  </a:lnTo>
                  <a:lnTo>
                    <a:pt x="358" y="312"/>
                  </a:lnTo>
                  <a:lnTo>
                    <a:pt x="358" y="312"/>
                  </a:lnTo>
                  <a:lnTo>
                    <a:pt x="360" y="310"/>
                  </a:lnTo>
                  <a:lnTo>
                    <a:pt x="365" y="305"/>
                  </a:lnTo>
                  <a:lnTo>
                    <a:pt x="367" y="302"/>
                  </a:lnTo>
                  <a:lnTo>
                    <a:pt x="367" y="302"/>
                  </a:lnTo>
                  <a:lnTo>
                    <a:pt x="367" y="300"/>
                  </a:lnTo>
                  <a:lnTo>
                    <a:pt x="369" y="300"/>
                  </a:lnTo>
                  <a:lnTo>
                    <a:pt x="367" y="300"/>
                  </a:lnTo>
                  <a:lnTo>
                    <a:pt x="367" y="300"/>
                  </a:lnTo>
                  <a:lnTo>
                    <a:pt x="362" y="295"/>
                  </a:lnTo>
                  <a:lnTo>
                    <a:pt x="360" y="295"/>
                  </a:lnTo>
                  <a:lnTo>
                    <a:pt x="362" y="295"/>
                  </a:lnTo>
                  <a:lnTo>
                    <a:pt x="365" y="295"/>
                  </a:lnTo>
                  <a:lnTo>
                    <a:pt x="367" y="298"/>
                  </a:lnTo>
                  <a:lnTo>
                    <a:pt x="372" y="300"/>
                  </a:lnTo>
                  <a:lnTo>
                    <a:pt x="372" y="300"/>
                  </a:lnTo>
                  <a:lnTo>
                    <a:pt x="374" y="298"/>
                  </a:lnTo>
                  <a:lnTo>
                    <a:pt x="376" y="295"/>
                  </a:lnTo>
                  <a:lnTo>
                    <a:pt x="379" y="295"/>
                  </a:lnTo>
                  <a:lnTo>
                    <a:pt x="381" y="293"/>
                  </a:lnTo>
                  <a:lnTo>
                    <a:pt x="388" y="291"/>
                  </a:lnTo>
                  <a:lnTo>
                    <a:pt x="388" y="291"/>
                  </a:lnTo>
                  <a:lnTo>
                    <a:pt x="388" y="288"/>
                  </a:lnTo>
                  <a:lnTo>
                    <a:pt x="386" y="288"/>
                  </a:lnTo>
                  <a:lnTo>
                    <a:pt x="384" y="286"/>
                  </a:lnTo>
                  <a:lnTo>
                    <a:pt x="386" y="286"/>
                  </a:lnTo>
                  <a:lnTo>
                    <a:pt x="386" y="286"/>
                  </a:lnTo>
                  <a:lnTo>
                    <a:pt x="388" y="286"/>
                  </a:lnTo>
                  <a:lnTo>
                    <a:pt x="393" y="286"/>
                  </a:lnTo>
                  <a:lnTo>
                    <a:pt x="393" y="286"/>
                  </a:lnTo>
                  <a:lnTo>
                    <a:pt x="398" y="279"/>
                  </a:lnTo>
                  <a:lnTo>
                    <a:pt x="400" y="276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5" y="274"/>
                  </a:lnTo>
                  <a:lnTo>
                    <a:pt x="395" y="272"/>
                  </a:lnTo>
                  <a:lnTo>
                    <a:pt x="395" y="272"/>
                  </a:lnTo>
                  <a:lnTo>
                    <a:pt x="391" y="272"/>
                  </a:lnTo>
                  <a:lnTo>
                    <a:pt x="388" y="272"/>
                  </a:lnTo>
                  <a:lnTo>
                    <a:pt x="388" y="269"/>
                  </a:lnTo>
                  <a:lnTo>
                    <a:pt x="386" y="267"/>
                  </a:lnTo>
                  <a:lnTo>
                    <a:pt x="388" y="269"/>
                  </a:lnTo>
                  <a:lnTo>
                    <a:pt x="391" y="269"/>
                  </a:lnTo>
                  <a:lnTo>
                    <a:pt x="391" y="269"/>
                  </a:lnTo>
                  <a:lnTo>
                    <a:pt x="391" y="267"/>
                  </a:lnTo>
                  <a:lnTo>
                    <a:pt x="391" y="265"/>
                  </a:lnTo>
                  <a:lnTo>
                    <a:pt x="388" y="262"/>
                  </a:lnTo>
                  <a:lnTo>
                    <a:pt x="388" y="260"/>
                  </a:lnTo>
                  <a:lnTo>
                    <a:pt x="388" y="260"/>
                  </a:lnTo>
                  <a:lnTo>
                    <a:pt x="393" y="262"/>
                  </a:lnTo>
                  <a:lnTo>
                    <a:pt x="393" y="262"/>
                  </a:lnTo>
                  <a:lnTo>
                    <a:pt x="393" y="260"/>
                  </a:lnTo>
                  <a:lnTo>
                    <a:pt x="393" y="260"/>
                  </a:lnTo>
                  <a:lnTo>
                    <a:pt x="393" y="260"/>
                  </a:lnTo>
                  <a:lnTo>
                    <a:pt x="395" y="260"/>
                  </a:lnTo>
                  <a:lnTo>
                    <a:pt x="393" y="265"/>
                  </a:lnTo>
                  <a:lnTo>
                    <a:pt x="393" y="267"/>
                  </a:lnTo>
                  <a:lnTo>
                    <a:pt x="395" y="267"/>
                  </a:lnTo>
                  <a:lnTo>
                    <a:pt x="395" y="267"/>
                  </a:lnTo>
                  <a:lnTo>
                    <a:pt x="398" y="269"/>
                  </a:lnTo>
                  <a:lnTo>
                    <a:pt x="400" y="269"/>
                  </a:lnTo>
                  <a:lnTo>
                    <a:pt x="400" y="269"/>
                  </a:lnTo>
                  <a:lnTo>
                    <a:pt x="402" y="269"/>
                  </a:lnTo>
                  <a:lnTo>
                    <a:pt x="405" y="267"/>
                  </a:lnTo>
                  <a:lnTo>
                    <a:pt x="410" y="262"/>
                  </a:lnTo>
                  <a:lnTo>
                    <a:pt x="412" y="260"/>
                  </a:lnTo>
                  <a:lnTo>
                    <a:pt x="412" y="258"/>
                  </a:lnTo>
                  <a:lnTo>
                    <a:pt x="414" y="255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0"/>
                  </a:lnTo>
                  <a:lnTo>
                    <a:pt x="419" y="250"/>
                  </a:lnTo>
                  <a:lnTo>
                    <a:pt x="419" y="250"/>
                  </a:lnTo>
                  <a:lnTo>
                    <a:pt x="424" y="246"/>
                  </a:lnTo>
                  <a:lnTo>
                    <a:pt x="424" y="246"/>
                  </a:lnTo>
                  <a:lnTo>
                    <a:pt x="424" y="243"/>
                  </a:lnTo>
                  <a:lnTo>
                    <a:pt x="424" y="243"/>
                  </a:lnTo>
                  <a:lnTo>
                    <a:pt x="424" y="243"/>
                  </a:lnTo>
                  <a:lnTo>
                    <a:pt x="421" y="246"/>
                  </a:lnTo>
                  <a:lnTo>
                    <a:pt x="421" y="246"/>
                  </a:lnTo>
                  <a:lnTo>
                    <a:pt x="419" y="246"/>
                  </a:lnTo>
                  <a:lnTo>
                    <a:pt x="419" y="243"/>
                  </a:lnTo>
                  <a:lnTo>
                    <a:pt x="419" y="241"/>
                  </a:lnTo>
                  <a:lnTo>
                    <a:pt x="421" y="236"/>
                  </a:lnTo>
                  <a:lnTo>
                    <a:pt x="421" y="234"/>
                  </a:lnTo>
                  <a:lnTo>
                    <a:pt x="424" y="234"/>
                  </a:lnTo>
                  <a:lnTo>
                    <a:pt x="426" y="229"/>
                  </a:lnTo>
                  <a:lnTo>
                    <a:pt x="428" y="229"/>
                  </a:lnTo>
                  <a:lnTo>
                    <a:pt x="428" y="231"/>
                  </a:lnTo>
                  <a:lnTo>
                    <a:pt x="428" y="231"/>
                  </a:lnTo>
                  <a:lnTo>
                    <a:pt x="431" y="234"/>
                  </a:lnTo>
                  <a:lnTo>
                    <a:pt x="431" y="234"/>
                  </a:lnTo>
                  <a:lnTo>
                    <a:pt x="433" y="234"/>
                  </a:lnTo>
                  <a:lnTo>
                    <a:pt x="436" y="231"/>
                  </a:lnTo>
                  <a:lnTo>
                    <a:pt x="438" y="231"/>
                  </a:lnTo>
                  <a:lnTo>
                    <a:pt x="440" y="231"/>
                  </a:lnTo>
                  <a:lnTo>
                    <a:pt x="443" y="229"/>
                  </a:lnTo>
                  <a:lnTo>
                    <a:pt x="443" y="229"/>
                  </a:lnTo>
                  <a:lnTo>
                    <a:pt x="443" y="227"/>
                  </a:lnTo>
                  <a:lnTo>
                    <a:pt x="443" y="224"/>
                  </a:lnTo>
                  <a:lnTo>
                    <a:pt x="445" y="222"/>
                  </a:lnTo>
                  <a:lnTo>
                    <a:pt x="447" y="220"/>
                  </a:lnTo>
                  <a:lnTo>
                    <a:pt x="450" y="217"/>
                  </a:lnTo>
                  <a:lnTo>
                    <a:pt x="450" y="215"/>
                  </a:lnTo>
                  <a:lnTo>
                    <a:pt x="447" y="213"/>
                  </a:lnTo>
                  <a:lnTo>
                    <a:pt x="445" y="213"/>
                  </a:lnTo>
                  <a:lnTo>
                    <a:pt x="443" y="213"/>
                  </a:lnTo>
                  <a:lnTo>
                    <a:pt x="445" y="213"/>
                  </a:lnTo>
                  <a:lnTo>
                    <a:pt x="447" y="213"/>
                  </a:lnTo>
                  <a:lnTo>
                    <a:pt x="450" y="213"/>
                  </a:lnTo>
                  <a:lnTo>
                    <a:pt x="452" y="215"/>
                  </a:lnTo>
                  <a:lnTo>
                    <a:pt x="452" y="215"/>
                  </a:lnTo>
                  <a:lnTo>
                    <a:pt x="452" y="215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0" y="210"/>
                  </a:lnTo>
                  <a:lnTo>
                    <a:pt x="450" y="210"/>
                  </a:lnTo>
                  <a:lnTo>
                    <a:pt x="452" y="208"/>
                  </a:lnTo>
                  <a:lnTo>
                    <a:pt x="452" y="208"/>
                  </a:lnTo>
                  <a:lnTo>
                    <a:pt x="455" y="210"/>
                  </a:lnTo>
                  <a:lnTo>
                    <a:pt x="455" y="210"/>
                  </a:lnTo>
                  <a:lnTo>
                    <a:pt x="457" y="210"/>
                  </a:lnTo>
                  <a:lnTo>
                    <a:pt x="457" y="208"/>
                  </a:lnTo>
                  <a:lnTo>
                    <a:pt x="457" y="205"/>
                  </a:lnTo>
                  <a:lnTo>
                    <a:pt x="459" y="205"/>
                  </a:lnTo>
                  <a:lnTo>
                    <a:pt x="457" y="205"/>
                  </a:lnTo>
                  <a:lnTo>
                    <a:pt x="457" y="205"/>
                  </a:lnTo>
                  <a:lnTo>
                    <a:pt x="457" y="203"/>
                  </a:lnTo>
                  <a:lnTo>
                    <a:pt x="455" y="201"/>
                  </a:lnTo>
                  <a:lnTo>
                    <a:pt x="455" y="201"/>
                  </a:lnTo>
                  <a:lnTo>
                    <a:pt x="455" y="198"/>
                  </a:lnTo>
                  <a:lnTo>
                    <a:pt x="452" y="198"/>
                  </a:lnTo>
                  <a:lnTo>
                    <a:pt x="447" y="198"/>
                  </a:lnTo>
                  <a:lnTo>
                    <a:pt x="445" y="196"/>
                  </a:lnTo>
                  <a:lnTo>
                    <a:pt x="445" y="194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5" y="187"/>
                  </a:lnTo>
                  <a:lnTo>
                    <a:pt x="450" y="177"/>
                  </a:lnTo>
                  <a:lnTo>
                    <a:pt x="450" y="177"/>
                  </a:lnTo>
                  <a:lnTo>
                    <a:pt x="452" y="175"/>
                  </a:lnTo>
                  <a:lnTo>
                    <a:pt x="452" y="175"/>
                  </a:lnTo>
                  <a:lnTo>
                    <a:pt x="452" y="177"/>
                  </a:lnTo>
                  <a:lnTo>
                    <a:pt x="450" y="182"/>
                  </a:lnTo>
                  <a:lnTo>
                    <a:pt x="447" y="187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55" y="194"/>
                  </a:lnTo>
                  <a:lnTo>
                    <a:pt x="455" y="196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9" y="201"/>
                  </a:lnTo>
                  <a:lnTo>
                    <a:pt x="457" y="198"/>
                  </a:lnTo>
                  <a:lnTo>
                    <a:pt x="457" y="184"/>
                  </a:lnTo>
                  <a:lnTo>
                    <a:pt x="459" y="182"/>
                  </a:lnTo>
                  <a:lnTo>
                    <a:pt x="457" y="182"/>
                  </a:lnTo>
                  <a:lnTo>
                    <a:pt x="459" y="175"/>
                  </a:lnTo>
                  <a:lnTo>
                    <a:pt x="466" y="160"/>
                  </a:lnTo>
                  <a:lnTo>
                    <a:pt x="473" y="144"/>
                  </a:lnTo>
                  <a:lnTo>
                    <a:pt x="478" y="134"/>
                  </a:lnTo>
                  <a:lnTo>
                    <a:pt x="488" y="125"/>
                  </a:lnTo>
                  <a:lnTo>
                    <a:pt x="497" y="116"/>
                  </a:lnTo>
                  <a:lnTo>
                    <a:pt x="502" y="113"/>
                  </a:lnTo>
                  <a:lnTo>
                    <a:pt x="507" y="111"/>
                  </a:lnTo>
                  <a:lnTo>
                    <a:pt x="504" y="11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5" name="Freeform 16">
              <a:extLst>
                <a:ext uri="{FF2B5EF4-FFF2-40B4-BE49-F238E27FC236}">
                  <a16:creationId xmlns:a16="http://schemas.microsoft.com/office/drawing/2014/main" id="{4118630A-CD35-400E-B374-0B2B94F5BC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1235" y="2325387"/>
              <a:ext cx="64197" cy="100071"/>
            </a:xfrm>
            <a:custGeom>
              <a:avLst/>
              <a:gdLst>
                <a:gd name="T0" fmla="*/ 47 w 68"/>
                <a:gd name="T1" fmla="*/ 99 h 106"/>
                <a:gd name="T2" fmla="*/ 45 w 68"/>
                <a:gd name="T3" fmla="*/ 99 h 106"/>
                <a:gd name="T4" fmla="*/ 42 w 68"/>
                <a:gd name="T5" fmla="*/ 104 h 106"/>
                <a:gd name="T6" fmla="*/ 49 w 68"/>
                <a:gd name="T7" fmla="*/ 106 h 106"/>
                <a:gd name="T8" fmla="*/ 49 w 68"/>
                <a:gd name="T9" fmla="*/ 101 h 106"/>
                <a:gd name="T10" fmla="*/ 54 w 68"/>
                <a:gd name="T11" fmla="*/ 52 h 106"/>
                <a:gd name="T12" fmla="*/ 54 w 68"/>
                <a:gd name="T13" fmla="*/ 56 h 106"/>
                <a:gd name="T14" fmla="*/ 54 w 68"/>
                <a:gd name="T15" fmla="*/ 59 h 106"/>
                <a:gd name="T16" fmla="*/ 54 w 68"/>
                <a:gd name="T17" fmla="*/ 66 h 106"/>
                <a:gd name="T18" fmla="*/ 56 w 68"/>
                <a:gd name="T19" fmla="*/ 61 h 106"/>
                <a:gd name="T20" fmla="*/ 68 w 68"/>
                <a:gd name="T21" fmla="*/ 56 h 106"/>
                <a:gd name="T22" fmla="*/ 66 w 68"/>
                <a:gd name="T23" fmla="*/ 45 h 106"/>
                <a:gd name="T24" fmla="*/ 61 w 68"/>
                <a:gd name="T25" fmla="*/ 40 h 106"/>
                <a:gd name="T26" fmla="*/ 61 w 68"/>
                <a:gd name="T27" fmla="*/ 47 h 106"/>
                <a:gd name="T28" fmla="*/ 61 w 68"/>
                <a:gd name="T29" fmla="*/ 52 h 106"/>
                <a:gd name="T30" fmla="*/ 59 w 68"/>
                <a:gd name="T31" fmla="*/ 56 h 106"/>
                <a:gd name="T32" fmla="*/ 59 w 68"/>
                <a:gd name="T33" fmla="*/ 61 h 106"/>
                <a:gd name="T34" fmla="*/ 61 w 68"/>
                <a:gd name="T35" fmla="*/ 64 h 106"/>
                <a:gd name="T36" fmla="*/ 66 w 68"/>
                <a:gd name="T37" fmla="*/ 59 h 106"/>
                <a:gd name="T38" fmla="*/ 61 w 68"/>
                <a:gd name="T39" fmla="*/ 35 h 106"/>
                <a:gd name="T40" fmla="*/ 61 w 68"/>
                <a:gd name="T41" fmla="*/ 33 h 106"/>
                <a:gd name="T42" fmla="*/ 54 w 68"/>
                <a:gd name="T43" fmla="*/ 26 h 106"/>
                <a:gd name="T44" fmla="*/ 49 w 68"/>
                <a:gd name="T45" fmla="*/ 23 h 106"/>
                <a:gd name="T46" fmla="*/ 47 w 68"/>
                <a:gd name="T47" fmla="*/ 16 h 106"/>
                <a:gd name="T48" fmla="*/ 47 w 68"/>
                <a:gd name="T49" fmla="*/ 14 h 106"/>
                <a:gd name="T50" fmla="*/ 45 w 68"/>
                <a:gd name="T51" fmla="*/ 14 h 106"/>
                <a:gd name="T52" fmla="*/ 40 w 68"/>
                <a:gd name="T53" fmla="*/ 4 h 106"/>
                <a:gd name="T54" fmla="*/ 26 w 68"/>
                <a:gd name="T55" fmla="*/ 2 h 106"/>
                <a:gd name="T56" fmla="*/ 2 w 68"/>
                <a:gd name="T57" fmla="*/ 16 h 106"/>
                <a:gd name="T58" fmla="*/ 9 w 68"/>
                <a:gd name="T59" fmla="*/ 45 h 106"/>
                <a:gd name="T60" fmla="*/ 16 w 68"/>
                <a:gd name="T61" fmla="*/ 68 h 106"/>
                <a:gd name="T62" fmla="*/ 16 w 68"/>
                <a:gd name="T63" fmla="*/ 82 h 106"/>
                <a:gd name="T64" fmla="*/ 26 w 68"/>
                <a:gd name="T65" fmla="*/ 90 h 106"/>
                <a:gd name="T66" fmla="*/ 47 w 68"/>
                <a:gd name="T67" fmla="*/ 78 h 106"/>
                <a:gd name="T68" fmla="*/ 49 w 68"/>
                <a:gd name="T69" fmla="*/ 75 h 106"/>
                <a:gd name="T70" fmla="*/ 49 w 68"/>
                <a:gd name="T71" fmla="*/ 56 h 106"/>
                <a:gd name="T72" fmla="*/ 49 w 68"/>
                <a:gd name="T73" fmla="*/ 49 h 106"/>
                <a:gd name="T74" fmla="*/ 47 w 68"/>
                <a:gd name="T75" fmla="*/ 42 h 106"/>
                <a:gd name="T76" fmla="*/ 45 w 68"/>
                <a:gd name="T77" fmla="*/ 37 h 106"/>
                <a:gd name="T78" fmla="*/ 49 w 68"/>
                <a:gd name="T79" fmla="*/ 40 h 106"/>
                <a:gd name="T80" fmla="*/ 49 w 68"/>
                <a:gd name="T81" fmla="*/ 33 h 106"/>
                <a:gd name="T82" fmla="*/ 47 w 68"/>
                <a:gd name="T83" fmla="*/ 30 h 106"/>
                <a:gd name="T84" fmla="*/ 47 w 68"/>
                <a:gd name="T85" fmla="*/ 23 h 106"/>
                <a:gd name="T86" fmla="*/ 49 w 68"/>
                <a:gd name="T87" fmla="*/ 30 h 106"/>
                <a:gd name="T88" fmla="*/ 54 w 68"/>
                <a:gd name="T89" fmla="*/ 30 h 106"/>
                <a:gd name="T90" fmla="*/ 56 w 68"/>
                <a:gd name="T91" fmla="*/ 28 h 106"/>
                <a:gd name="T92" fmla="*/ 56 w 68"/>
                <a:gd name="T93" fmla="*/ 37 h 106"/>
                <a:gd name="T94" fmla="*/ 61 w 68"/>
                <a:gd name="T95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" h="106">
                  <a:moveTo>
                    <a:pt x="49" y="101"/>
                  </a:move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5" y="97"/>
                  </a:lnTo>
                  <a:lnTo>
                    <a:pt x="45" y="99"/>
                  </a:lnTo>
                  <a:lnTo>
                    <a:pt x="47" y="99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2" y="104"/>
                  </a:lnTo>
                  <a:lnTo>
                    <a:pt x="45" y="104"/>
                  </a:lnTo>
                  <a:lnTo>
                    <a:pt x="45" y="106"/>
                  </a:lnTo>
                  <a:lnTo>
                    <a:pt x="47" y="106"/>
                  </a:lnTo>
                  <a:lnTo>
                    <a:pt x="49" y="106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9" y="101"/>
                  </a:lnTo>
                  <a:close/>
                  <a:moveTo>
                    <a:pt x="56" y="54"/>
                  </a:moveTo>
                  <a:lnTo>
                    <a:pt x="56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2" y="56"/>
                  </a:lnTo>
                  <a:lnTo>
                    <a:pt x="54" y="56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4" y="64"/>
                  </a:lnTo>
                  <a:lnTo>
                    <a:pt x="54" y="66"/>
                  </a:lnTo>
                  <a:lnTo>
                    <a:pt x="54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59"/>
                  </a:lnTo>
                  <a:lnTo>
                    <a:pt x="56" y="54"/>
                  </a:lnTo>
                  <a:close/>
                  <a:moveTo>
                    <a:pt x="68" y="56"/>
                  </a:moveTo>
                  <a:lnTo>
                    <a:pt x="68" y="56"/>
                  </a:lnTo>
                  <a:lnTo>
                    <a:pt x="68" y="54"/>
                  </a:lnTo>
                  <a:lnTo>
                    <a:pt x="68" y="52"/>
                  </a:lnTo>
                  <a:lnTo>
                    <a:pt x="66" y="45"/>
                  </a:lnTo>
                  <a:lnTo>
                    <a:pt x="66" y="40"/>
                  </a:lnTo>
                  <a:lnTo>
                    <a:pt x="66" y="37"/>
                  </a:lnTo>
                  <a:lnTo>
                    <a:pt x="64" y="37"/>
                  </a:lnTo>
                  <a:lnTo>
                    <a:pt x="61" y="40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61" y="47"/>
                  </a:lnTo>
                  <a:lnTo>
                    <a:pt x="61" y="47"/>
                  </a:lnTo>
                  <a:lnTo>
                    <a:pt x="61" y="49"/>
                  </a:lnTo>
                  <a:lnTo>
                    <a:pt x="59" y="49"/>
                  </a:lnTo>
                  <a:lnTo>
                    <a:pt x="59" y="49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4"/>
                  </a:lnTo>
                  <a:lnTo>
                    <a:pt x="59" y="54"/>
                  </a:lnTo>
                  <a:lnTo>
                    <a:pt x="59" y="56"/>
                  </a:lnTo>
                  <a:lnTo>
                    <a:pt x="61" y="56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59" y="61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61" y="64"/>
                  </a:lnTo>
                  <a:lnTo>
                    <a:pt x="61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6" y="59"/>
                  </a:lnTo>
                  <a:lnTo>
                    <a:pt x="68" y="59"/>
                  </a:lnTo>
                  <a:lnTo>
                    <a:pt x="68" y="56"/>
                  </a:lnTo>
                  <a:close/>
                  <a:moveTo>
                    <a:pt x="61" y="37"/>
                  </a:moveTo>
                  <a:lnTo>
                    <a:pt x="61" y="35"/>
                  </a:lnTo>
                  <a:lnTo>
                    <a:pt x="64" y="35"/>
                  </a:lnTo>
                  <a:lnTo>
                    <a:pt x="61" y="35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59" y="28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9" y="26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19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1"/>
                  </a:lnTo>
                  <a:lnTo>
                    <a:pt x="45" y="11"/>
                  </a:lnTo>
                  <a:lnTo>
                    <a:pt x="45" y="14"/>
                  </a:lnTo>
                  <a:lnTo>
                    <a:pt x="42" y="14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0" y="4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6" y="2"/>
                  </a:lnTo>
                  <a:lnTo>
                    <a:pt x="16" y="4"/>
                  </a:lnTo>
                  <a:lnTo>
                    <a:pt x="9" y="7"/>
                  </a:lnTo>
                  <a:lnTo>
                    <a:pt x="0" y="9"/>
                  </a:lnTo>
                  <a:lnTo>
                    <a:pt x="2" y="16"/>
                  </a:lnTo>
                  <a:lnTo>
                    <a:pt x="4" y="23"/>
                  </a:lnTo>
                  <a:lnTo>
                    <a:pt x="7" y="30"/>
                  </a:lnTo>
                  <a:lnTo>
                    <a:pt x="9" y="37"/>
                  </a:lnTo>
                  <a:lnTo>
                    <a:pt x="9" y="45"/>
                  </a:lnTo>
                  <a:lnTo>
                    <a:pt x="12" y="52"/>
                  </a:lnTo>
                  <a:lnTo>
                    <a:pt x="14" y="56"/>
                  </a:lnTo>
                  <a:lnTo>
                    <a:pt x="16" y="64"/>
                  </a:lnTo>
                  <a:lnTo>
                    <a:pt x="16" y="68"/>
                  </a:lnTo>
                  <a:lnTo>
                    <a:pt x="16" y="73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82"/>
                  </a:lnTo>
                  <a:lnTo>
                    <a:pt x="16" y="85"/>
                  </a:lnTo>
                  <a:lnTo>
                    <a:pt x="19" y="90"/>
                  </a:lnTo>
                  <a:lnTo>
                    <a:pt x="19" y="92"/>
                  </a:lnTo>
                  <a:lnTo>
                    <a:pt x="26" y="90"/>
                  </a:lnTo>
                  <a:lnTo>
                    <a:pt x="40" y="80"/>
                  </a:lnTo>
                  <a:lnTo>
                    <a:pt x="45" y="78"/>
                  </a:lnTo>
                  <a:lnTo>
                    <a:pt x="45" y="78"/>
                  </a:lnTo>
                  <a:lnTo>
                    <a:pt x="47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75"/>
                  </a:lnTo>
                  <a:lnTo>
                    <a:pt x="49" y="75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49" y="56"/>
                  </a:lnTo>
                  <a:lnTo>
                    <a:pt x="49" y="54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9" y="45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7" y="37"/>
                  </a:lnTo>
                  <a:lnTo>
                    <a:pt x="49" y="37"/>
                  </a:lnTo>
                  <a:lnTo>
                    <a:pt x="49" y="40"/>
                  </a:lnTo>
                  <a:lnTo>
                    <a:pt x="49" y="37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7" y="33"/>
                  </a:lnTo>
                  <a:lnTo>
                    <a:pt x="47" y="30"/>
                  </a:lnTo>
                  <a:lnTo>
                    <a:pt x="47" y="30"/>
                  </a:lnTo>
                  <a:lnTo>
                    <a:pt x="45" y="26"/>
                  </a:lnTo>
                  <a:lnTo>
                    <a:pt x="45" y="23"/>
                  </a:lnTo>
                  <a:lnTo>
                    <a:pt x="45" y="23"/>
                  </a:lnTo>
                  <a:lnTo>
                    <a:pt x="47" y="23"/>
                  </a:lnTo>
                  <a:lnTo>
                    <a:pt x="47" y="26"/>
                  </a:lnTo>
                  <a:lnTo>
                    <a:pt x="47" y="26"/>
                  </a:lnTo>
                  <a:lnTo>
                    <a:pt x="49" y="28"/>
                  </a:lnTo>
                  <a:lnTo>
                    <a:pt x="49" y="30"/>
                  </a:lnTo>
                  <a:lnTo>
                    <a:pt x="52" y="30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33"/>
                  </a:lnTo>
                  <a:lnTo>
                    <a:pt x="56" y="35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40"/>
                  </a:lnTo>
                  <a:lnTo>
                    <a:pt x="59" y="40"/>
                  </a:lnTo>
                  <a:lnTo>
                    <a:pt x="61" y="3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6" name="Freeform 17">
              <a:extLst>
                <a:ext uri="{FF2B5EF4-FFF2-40B4-BE49-F238E27FC236}">
                  <a16:creationId xmlns:a16="http://schemas.microsoft.com/office/drawing/2014/main" id="{57F43B3B-0E5D-417D-8689-05949A5AE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62" y="2410353"/>
              <a:ext cx="556055" cy="353081"/>
            </a:xfrm>
            <a:custGeom>
              <a:avLst/>
              <a:gdLst>
                <a:gd name="T0" fmla="*/ 568 w 589"/>
                <a:gd name="T1" fmla="*/ 191 h 374"/>
                <a:gd name="T2" fmla="*/ 549 w 589"/>
                <a:gd name="T3" fmla="*/ 182 h 374"/>
                <a:gd name="T4" fmla="*/ 535 w 589"/>
                <a:gd name="T5" fmla="*/ 168 h 374"/>
                <a:gd name="T6" fmla="*/ 530 w 589"/>
                <a:gd name="T7" fmla="*/ 156 h 374"/>
                <a:gd name="T8" fmla="*/ 530 w 589"/>
                <a:gd name="T9" fmla="*/ 146 h 374"/>
                <a:gd name="T10" fmla="*/ 530 w 589"/>
                <a:gd name="T11" fmla="*/ 142 h 374"/>
                <a:gd name="T12" fmla="*/ 537 w 589"/>
                <a:gd name="T13" fmla="*/ 132 h 374"/>
                <a:gd name="T14" fmla="*/ 533 w 589"/>
                <a:gd name="T15" fmla="*/ 123 h 374"/>
                <a:gd name="T16" fmla="*/ 530 w 589"/>
                <a:gd name="T17" fmla="*/ 123 h 374"/>
                <a:gd name="T18" fmla="*/ 528 w 589"/>
                <a:gd name="T19" fmla="*/ 116 h 374"/>
                <a:gd name="T20" fmla="*/ 540 w 589"/>
                <a:gd name="T21" fmla="*/ 101 h 374"/>
                <a:gd name="T22" fmla="*/ 540 w 589"/>
                <a:gd name="T23" fmla="*/ 97 h 374"/>
                <a:gd name="T24" fmla="*/ 547 w 589"/>
                <a:gd name="T25" fmla="*/ 78 h 374"/>
                <a:gd name="T26" fmla="*/ 552 w 589"/>
                <a:gd name="T27" fmla="*/ 68 h 374"/>
                <a:gd name="T28" fmla="*/ 559 w 589"/>
                <a:gd name="T29" fmla="*/ 63 h 374"/>
                <a:gd name="T30" fmla="*/ 552 w 589"/>
                <a:gd name="T31" fmla="*/ 54 h 374"/>
                <a:gd name="T32" fmla="*/ 540 w 589"/>
                <a:gd name="T33" fmla="*/ 56 h 374"/>
                <a:gd name="T34" fmla="*/ 528 w 589"/>
                <a:gd name="T35" fmla="*/ 52 h 374"/>
                <a:gd name="T36" fmla="*/ 516 w 589"/>
                <a:gd name="T37" fmla="*/ 30 h 374"/>
                <a:gd name="T38" fmla="*/ 511 w 589"/>
                <a:gd name="T39" fmla="*/ 21 h 374"/>
                <a:gd name="T40" fmla="*/ 507 w 589"/>
                <a:gd name="T41" fmla="*/ 14 h 374"/>
                <a:gd name="T42" fmla="*/ 492 w 589"/>
                <a:gd name="T43" fmla="*/ 11 h 374"/>
                <a:gd name="T44" fmla="*/ 481 w 589"/>
                <a:gd name="T45" fmla="*/ 2 h 374"/>
                <a:gd name="T46" fmla="*/ 440 w 589"/>
                <a:gd name="T47" fmla="*/ 9 h 374"/>
                <a:gd name="T48" fmla="*/ 365 w 589"/>
                <a:gd name="T49" fmla="*/ 26 h 374"/>
                <a:gd name="T50" fmla="*/ 289 w 589"/>
                <a:gd name="T51" fmla="*/ 42 h 374"/>
                <a:gd name="T52" fmla="*/ 213 w 589"/>
                <a:gd name="T53" fmla="*/ 56 h 374"/>
                <a:gd name="T54" fmla="*/ 138 w 589"/>
                <a:gd name="T55" fmla="*/ 73 h 374"/>
                <a:gd name="T56" fmla="*/ 71 w 589"/>
                <a:gd name="T57" fmla="*/ 85 h 374"/>
                <a:gd name="T58" fmla="*/ 67 w 589"/>
                <a:gd name="T59" fmla="*/ 63 h 374"/>
                <a:gd name="T60" fmla="*/ 50 w 589"/>
                <a:gd name="T61" fmla="*/ 63 h 374"/>
                <a:gd name="T62" fmla="*/ 34 w 589"/>
                <a:gd name="T63" fmla="*/ 75 h 374"/>
                <a:gd name="T64" fmla="*/ 38 w 589"/>
                <a:gd name="T65" fmla="*/ 71 h 374"/>
                <a:gd name="T66" fmla="*/ 31 w 589"/>
                <a:gd name="T67" fmla="*/ 78 h 374"/>
                <a:gd name="T68" fmla="*/ 5 w 589"/>
                <a:gd name="T69" fmla="*/ 97 h 374"/>
                <a:gd name="T70" fmla="*/ 17 w 589"/>
                <a:gd name="T71" fmla="*/ 184 h 374"/>
                <a:gd name="T72" fmla="*/ 29 w 589"/>
                <a:gd name="T73" fmla="*/ 260 h 374"/>
                <a:gd name="T74" fmla="*/ 29 w 589"/>
                <a:gd name="T75" fmla="*/ 262 h 374"/>
                <a:gd name="T76" fmla="*/ 38 w 589"/>
                <a:gd name="T77" fmla="*/ 310 h 374"/>
                <a:gd name="T78" fmla="*/ 48 w 589"/>
                <a:gd name="T79" fmla="*/ 364 h 374"/>
                <a:gd name="T80" fmla="*/ 112 w 589"/>
                <a:gd name="T81" fmla="*/ 362 h 374"/>
                <a:gd name="T82" fmla="*/ 183 w 589"/>
                <a:gd name="T83" fmla="*/ 347 h 374"/>
                <a:gd name="T84" fmla="*/ 249 w 589"/>
                <a:gd name="T85" fmla="*/ 336 h 374"/>
                <a:gd name="T86" fmla="*/ 315 w 589"/>
                <a:gd name="T87" fmla="*/ 321 h 374"/>
                <a:gd name="T88" fmla="*/ 381 w 589"/>
                <a:gd name="T89" fmla="*/ 310 h 374"/>
                <a:gd name="T90" fmla="*/ 445 w 589"/>
                <a:gd name="T91" fmla="*/ 295 h 374"/>
                <a:gd name="T92" fmla="*/ 502 w 589"/>
                <a:gd name="T93" fmla="*/ 284 h 374"/>
                <a:gd name="T94" fmla="*/ 509 w 589"/>
                <a:gd name="T95" fmla="*/ 267 h 374"/>
                <a:gd name="T96" fmla="*/ 528 w 589"/>
                <a:gd name="T97" fmla="*/ 262 h 374"/>
                <a:gd name="T98" fmla="*/ 537 w 589"/>
                <a:gd name="T99" fmla="*/ 258 h 374"/>
                <a:gd name="T100" fmla="*/ 556 w 589"/>
                <a:gd name="T101" fmla="*/ 246 h 374"/>
                <a:gd name="T102" fmla="*/ 563 w 589"/>
                <a:gd name="T103" fmla="*/ 231 h 374"/>
                <a:gd name="T104" fmla="*/ 575 w 589"/>
                <a:gd name="T105" fmla="*/ 220 h 374"/>
                <a:gd name="T106" fmla="*/ 587 w 589"/>
                <a:gd name="T107" fmla="*/ 21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9" h="374">
                  <a:moveTo>
                    <a:pt x="585" y="203"/>
                  </a:moveTo>
                  <a:lnTo>
                    <a:pt x="578" y="201"/>
                  </a:lnTo>
                  <a:lnTo>
                    <a:pt x="573" y="196"/>
                  </a:lnTo>
                  <a:lnTo>
                    <a:pt x="571" y="194"/>
                  </a:lnTo>
                  <a:lnTo>
                    <a:pt x="571" y="191"/>
                  </a:lnTo>
                  <a:lnTo>
                    <a:pt x="568" y="191"/>
                  </a:lnTo>
                  <a:lnTo>
                    <a:pt x="563" y="189"/>
                  </a:lnTo>
                  <a:lnTo>
                    <a:pt x="561" y="184"/>
                  </a:lnTo>
                  <a:lnTo>
                    <a:pt x="559" y="182"/>
                  </a:lnTo>
                  <a:lnTo>
                    <a:pt x="554" y="184"/>
                  </a:lnTo>
                  <a:lnTo>
                    <a:pt x="552" y="184"/>
                  </a:lnTo>
                  <a:lnTo>
                    <a:pt x="549" y="182"/>
                  </a:lnTo>
                  <a:lnTo>
                    <a:pt x="549" y="179"/>
                  </a:lnTo>
                  <a:lnTo>
                    <a:pt x="547" y="170"/>
                  </a:lnTo>
                  <a:lnTo>
                    <a:pt x="544" y="168"/>
                  </a:lnTo>
                  <a:lnTo>
                    <a:pt x="537" y="168"/>
                  </a:lnTo>
                  <a:lnTo>
                    <a:pt x="535" y="168"/>
                  </a:lnTo>
                  <a:lnTo>
                    <a:pt x="535" y="168"/>
                  </a:lnTo>
                  <a:lnTo>
                    <a:pt x="533" y="165"/>
                  </a:lnTo>
                  <a:lnTo>
                    <a:pt x="533" y="163"/>
                  </a:lnTo>
                  <a:lnTo>
                    <a:pt x="533" y="163"/>
                  </a:lnTo>
                  <a:lnTo>
                    <a:pt x="533" y="160"/>
                  </a:lnTo>
                  <a:lnTo>
                    <a:pt x="530" y="158"/>
                  </a:lnTo>
                  <a:lnTo>
                    <a:pt x="530" y="156"/>
                  </a:lnTo>
                  <a:lnTo>
                    <a:pt x="530" y="156"/>
                  </a:lnTo>
                  <a:lnTo>
                    <a:pt x="530" y="153"/>
                  </a:lnTo>
                  <a:lnTo>
                    <a:pt x="530" y="153"/>
                  </a:lnTo>
                  <a:lnTo>
                    <a:pt x="530" y="151"/>
                  </a:lnTo>
                  <a:lnTo>
                    <a:pt x="530" y="146"/>
                  </a:lnTo>
                  <a:lnTo>
                    <a:pt x="530" y="146"/>
                  </a:lnTo>
                  <a:lnTo>
                    <a:pt x="528" y="146"/>
                  </a:lnTo>
                  <a:lnTo>
                    <a:pt x="528" y="146"/>
                  </a:lnTo>
                  <a:lnTo>
                    <a:pt x="528" y="144"/>
                  </a:lnTo>
                  <a:lnTo>
                    <a:pt x="530" y="144"/>
                  </a:lnTo>
                  <a:lnTo>
                    <a:pt x="530" y="144"/>
                  </a:lnTo>
                  <a:lnTo>
                    <a:pt x="530" y="142"/>
                  </a:lnTo>
                  <a:lnTo>
                    <a:pt x="533" y="142"/>
                  </a:lnTo>
                  <a:lnTo>
                    <a:pt x="535" y="142"/>
                  </a:lnTo>
                  <a:lnTo>
                    <a:pt x="535" y="139"/>
                  </a:lnTo>
                  <a:lnTo>
                    <a:pt x="535" y="137"/>
                  </a:lnTo>
                  <a:lnTo>
                    <a:pt x="535" y="134"/>
                  </a:lnTo>
                  <a:lnTo>
                    <a:pt x="537" y="132"/>
                  </a:lnTo>
                  <a:lnTo>
                    <a:pt x="537" y="132"/>
                  </a:lnTo>
                  <a:lnTo>
                    <a:pt x="537" y="130"/>
                  </a:lnTo>
                  <a:lnTo>
                    <a:pt x="537" y="127"/>
                  </a:lnTo>
                  <a:lnTo>
                    <a:pt x="535" y="125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0"/>
                  </a:lnTo>
                  <a:lnTo>
                    <a:pt x="530" y="120"/>
                  </a:lnTo>
                  <a:lnTo>
                    <a:pt x="528" y="120"/>
                  </a:lnTo>
                  <a:lnTo>
                    <a:pt x="528" y="118"/>
                  </a:lnTo>
                  <a:lnTo>
                    <a:pt x="528" y="118"/>
                  </a:lnTo>
                  <a:lnTo>
                    <a:pt x="528" y="116"/>
                  </a:lnTo>
                  <a:lnTo>
                    <a:pt x="530" y="113"/>
                  </a:lnTo>
                  <a:lnTo>
                    <a:pt x="530" y="111"/>
                  </a:lnTo>
                  <a:lnTo>
                    <a:pt x="533" y="111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40" y="101"/>
                  </a:lnTo>
                  <a:lnTo>
                    <a:pt x="540" y="101"/>
                  </a:lnTo>
                  <a:lnTo>
                    <a:pt x="540" y="101"/>
                  </a:lnTo>
                  <a:lnTo>
                    <a:pt x="537" y="99"/>
                  </a:lnTo>
                  <a:lnTo>
                    <a:pt x="540" y="99"/>
                  </a:lnTo>
                  <a:lnTo>
                    <a:pt x="540" y="99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42" y="97"/>
                  </a:lnTo>
                  <a:lnTo>
                    <a:pt x="544" y="89"/>
                  </a:lnTo>
                  <a:lnTo>
                    <a:pt x="547" y="82"/>
                  </a:lnTo>
                  <a:lnTo>
                    <a:pt x="547" y="80"/>
                  </a:lnTo>
                  <a:lnTo>
                    <a:pt x="547" y="78"/>
                  </a:lnTo>
                  <a:lnTo>
                    <a:pt x="547" y="78"/>
                  </a:lnTo>
                  <a:lnTo>
                    <a:pt x="552" y="71"/>
                  </a:lnTo>
                  <a:lnTo>
                    <a:pt x="552" y="71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4" y="66"/>
                  </a:lnTo>
                  <a:lnTo>
                    <a:pt x="554" y="66"/>
                  </a:lnTo>
                  <a:lnTo>
                    <a:pt x="556" y="66"/>
                  </a:lnTo>
                  <a:lnTo>
                    <a:pt x="559" y="63"/>
                  </a:lnTo>
                  <a:lnTo>
                    <a:pt x="559" y="63"/>
                  </a:lnTo>
                  <a:lnTo>
                    <a:pt x="556" y="61"/>
                  </a:lnTo>
                  <a:lnTo>
                    <a:pt x="554" y="59"/>
                  </a:lnTo>
                  <a:lnTo>
                    <a:pt x="554" y="59"/>
                  </a:lnTo>
                  <a:lnTo>
                    <a:pt x="552" y="56"/>
                  </a:lnTo>
                  <a:lnTo>
                    <a:pt x="552" y="56"/>
                  </a:lnTo>
                  <a:lnTo>
                    <a:pt x="552" y="54"/>
                  </a:lnTo>
                  <a:lnTo>
                    <a:pt x="549" y="56"/>
                  </a:lnTo>
                  <a:lnTo>
                    <a:pt x="549" y="56"/>
                  </a:lnTo>
                  <a:lnTo>
                    <a:pt x="549" y="56"/>
                  </a:lnTo>
                  <a:lnTo>
                    <a:pt x="547" y="56"/>
                  </a:lnTo>
                  <a:lnTo>
                    <a:pt x="544" y="54"/>
                  </a:lnTo>
                  <a:lnTo>
                    <a:pt x="540" y="56"/>
                  </a:lnTo>
                  <a:lnTo>
                    <a:pt x="537" y="56"/>
                  </a:lnTo>
                  <a:lnTo>
                    <a:pt x="537" y="56"/>
                  </a:lnTo>
                  <a:lnTo>
                    <a:pt x="535" y="54"/>
                  </a:lnTo>
                  <a:lnTo>
                    <a:pt x="533" y="54"/>
                  </a:lnTo>
                  <a:lnTo>
                    <a:pt x="530" y="54"/>
                  </a:lnTo>
                  <a:lnTo>
                    <a:pt x="528" y="52"/>
                  </a:lnTo>
                  <a:lnTo>
                    <a:pt x="526" y="52"/>
                  </a:lnTo>
                  <a:lnTo>
                    <a:pt x="518" y="42"/>
                  </a:lnTo>
                  <a:lnTo>
                    <a:pt x="518" y="42"/>
                  </a:lnTo>
                  <a:lnTo>
                    <a:pt x="516" y="40"/>
                  </a:lnTo>
                  <a:lnTo>
                    <a:pt x="516" y="35"/>
                  </a:lnTo>
                  <a:lnTo>
                    <a:pt x="516" y="30"/>
                  </a:lnTo>
                  <a:lnTo>
                    <a:pt x="514" y="28"/>
                  </a:lnTo>
                  <a:lnTo>
                    <a:pt x="514" y="26"/>
                  </a:lnTo>
                  <a:lnTo>
                    <a:pt x="514" y="26"/>
                  </a:lnTo>
                  <a:lnTo>
                    <a:pt x="514" y="23"/>
                  </a:lnTo>
                  <a:lnTo>
                    <a:pt x="514" y="21"/>
                  </a:lnTo>
                  <a:lnTo>
                    <a:pt x="511" y="21"/>
                  </a:lnTo>
                  <a:lnTo>
                    <a:pt x="509" y="21"/>
                  </a:lnTo>
                  <a:lnTo>
                    <a:pt x="509" y="18"/>
                  </a:lnTo>
                  <a:lnTo>
                    <a:pt x="509" y="16"/>
                  </a:lnTo>
                  <a:lnTo>
                    <a:pt x="509" y="16"/>
                  </a:lnTo>
                  <a:lnTo>
                    <a:pt x="509" y="14"/>
                  </a:lnTo>
                  <a:lnTo>
                    <a:pt x="507" y="14"/>
                  </a:lnTo>
                  <a:lnTo>
                    <a:pt x="507" y="14"/>
                  </a:lnTo>
                  <a:lnTo>
                    <a:pt x="502" y="11"/>
                  </a:lnTo>
                  <a:lnTo>
                    <a:pt x="500" y="11"/>
                  </a:lnTo>
                  <a:lnTo>
                    <a:pt x="500" y="11"/>
                  </a:lnTo>
                  <a:lnTo>
                    <a:pt x="495" y="14"/>
                  </a:lnTo>
                  <a:lnTo>
                    <a:pt x="492" y="11"/>
                  </a:lnTo>
                  <a:lnTo>
                    <a:pt x="492" y="9"/>
                  </a:lnTo>
                  <a:lnTo>
                    <a:pt x="490" y="7"/>
                  </a:lnTo>
                  <a:lnTo>
                    <a:pt x="490" y="4"/>
                  </a:lnTo>
                  <a:lnTo>
                    <a:pt x="488" y="4"/>
                  </a:lnTo>
                  <a:lnTo>
                    <a:pt x="483" y="4"/>
                  </a:lnTo>
                  <a:lnTo>
                    <a:pt x="481" y="2"/>
                  </a:lnTo>
                  <a:lnTo>
                    <a:pt x="481" y="0"/>
                  </a:lnTo>
                  <a:lnTo>
                    <a:pt x="481" y="0"/>
                  </a:lnTo>
                  <a:lnTo>
                    <a:pt x="478" y="2"/>
                  </a:lnTo>
                  <a:lnTo>
                    <a:pt x="466" y="4"/>
                  </a:lnTo>
                  <a:lnTo>
                    <a:pt x="452" y="7"/>
                  </a:lnTo>
                  <a:lnTo>
                    <a:pt x="440" y="9"/>
                  </a:lnTo>
                  <a:lnTo>
                    <a:pt x="429" y="11"/>
                  </a:lnTo>
                  <a:lnTo>
                    <a:pt x="414" y="16"/>
                  </a:lnTo>
                  <a:lnTo>
                    <a:pt x="403" y="18"/>
                  </a:lnTo>
                  <a:lnTo>
                    <a:pt x="391" y="21"/>
                  </a:lnTo>
                  <a:lnTo>
                    <a:pt x="377" y="23"/>
                  </a:lnTo>
                  <a:lnTo>
                    <a:pt x="365" y="26"/>
                  </a:lnTo>
                  <a:lnTo>
                    <a:pt x="353" y="28"/>
                  </a:lnTo>
                  <a:lnTo>
                    <a:pt x="339" y="30"/>
                  </a:lnTo>
                  <a:lnTo>
                    <a:pt x="327" y="35"/>
                  </a:lnTo>
                  <a:lnTo>
                    <a:pt x="315" y="37"/>
                  </a:lnTo>
                  <a:lnTo>
                    <a:pt x="301" y="40"/>
                  </a:lnTo>
                  <a:lnTo>
                    <a:pt x="289" y="42"/>
                  </a:lnTo>
                  <a:lnTo>
                    <a:pt x="277" y="45"/>
                  </a:lnTo>
                  <a:lnTo>
                    <a:pt x="263" y="47"/>
                  </a:lnTo>
                  <a:lnTo>
                    <a:pt x="251" y="49"/>
                  </a:lnTo>
                  <a:lnTo>
                    <a:pt x="239" y="52"/>
                  </a:lnTo>
                  <a:lnTo>
                    <a:pt x="225" y="54"/>
                  </a:lnTo>
                  <a:lnTo>
                    <a:pt x="213" y="56"/>
                  </a:lnTo>
                  <a:lnTo>
                    <a:pt x="202" y="59"/>
                  </a:lnTo>
                  <a:lnTo>
                    <a:pt x="187" y="61"/>
                  </a:lnTo>
                  <a:lnTo>
                    <a:pt x="175" y="63"/>
                  </a:lnTo>
                  <a:lnTo>
                    <a:pt x="164" y="68"/>
                  </a:lnTo>
                  <a:lnTo>
                    <a:pt x="149" y="71"/>
                  </a:lnTo>
                  <a:lnTo>
                    <a:pt x="138" y="73"/>
                  </a:lnTo>
                  <a:lnTo>
                    <a:pt x="126" y="75"/>
                  </a:lnTo>
                  <a:lnTo>
                    <a:pt x="112" y="78"/>
                  </a:lnTo>
                  <a:lnTo>
                    <a:pt x="100" y="80"/>
                  </a:lnTo>
                  <a:lnTo>
                    <a:pt x="88" y="82"/>
                  </a:lnTo>
                  <a:lnTo>
                    <a:pt x="74" y="85"/>
                  </a:lnTo>
                  <a:lnTo>
                    <a:pt x="71" y="85"/>
                  </a:lnTo>
                  <a:lnTo>
                    <a:pt x="71" y="80"/>
                  </a:lnTo>
                  <a:lnTo>
                    <a:pt x="69" y="78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7" y="66"/>
                  </a:lnTo>
                  <a:lnTo>
                    <a:pt x="67" y="63"/>
                  </a:lnTo>
                  <a:lnTo>
                    <a:pt x="67" y="59"/>
                  </a:lnTo>
                  <a:lnTo>
                    <a:pt x="67" y="56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55" y="59"/>
                  </a:lnTo>
                  <a:lnTo>
                    <a:pt x="50" y="63"/>
                  </a:lnTo>
                  <a:lnTo>
                    <a:pt x="48" y="63"/>
                  </a:lnTo>
                  <a:lnTo>
                    <a:pt x="43" y="68"/>
                  </a:lnTo>
                  <a:lnTo>
                    <a:pt x="41" y="71"/>
                  </a:lnTo>
                  <a:lnTo>
                    <a:pt x="36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68"/>
                  </a:lnTo>
                  <a:lnTo>
                    <a:pt x="36" y="71"/>
                  </a:lnTo>
                  <a:lnTo>
                    <a:pt x="34" y="73"/>
                  </a:lnTo>
                  <a:lnTo>
                    <a:pt x="31" y="73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29" y="78"/>
                  </a:lnTo>
                  <a:lnTo>
                    <a:pt x="26" y="80"/>
                  </a:lnTo>
                  <a:lnTo>
                    <a:pt x="15" y="92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5" y="97"/>
                  </a:lnTo>
                  <a:lnTo>
                    <a:pt x="0" y="99"/>
                  </a:lnTo>
                  <a:lnTo>
                    <a:pt x="3" y="108"/>
                  </a:lnTo>
                  <a:lnTo>
                    <a:pt x="8" y="134"/>
                  </a:lnTo>
                  <a:lnTo>
                    <a:pt x="12" y="158"/>
                  </a:lnTo>
                  <a:lnTo>
                    <a:pt x="15" y="172"/>
                  </a:lnTo>
                  <a:lnTo>
                    <a:pt x="17" y="184"/>
                  </a:lnTo>
                  <a:lnTo>
                    <a:pt x="19" y="198"/>
                  </a:lnTo>
                  <a:lnTo>
                    <a:pt x="22" y="210"/>
                  </a:lnTo>
                  <a:lnTo>
                    <a:pt x="24" y="222"/>
                  </a:lnTo>
                  <a:lnTo>
                    <a:pt x="24" y="236"/>
                  </a:lnTo>
                  <a:lnTo>
                    <a:pt x="26" y="248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34" y="281"/>
                  </a:lnTo>
                  <a:lnTo>
                    <a:pt x="36" y="291"/>
                  </a:lnTo>
                  <a:lnTo>
                    <a:pt x="36" y="300"/>
                  </a:lnTo>
                  <a:lnTo>
                    <a:pt x="38" y="310"/>
                  </a:lnTo>
                  <a:lnTo>
                    <a:pt x="41" y="319"/>
                  </a:lnTo>
                  <a:lnTo>
                    <a:pt x="43" y="329"/>
                  </a:lnTo>
                  <a:lnTo>
                    <a:pt x="43" y="340"/>
                  </a:lnTo>
                  <a:lnTo>
                    <a:pt x="45" y="347"/>
                  </a:lnTo>
                  <a:lnTo>
                    <a:pt x="48" y="357"/>
                  </a:lnTo>
                  <a:lnTo>
                    <a:pt x="48" y="364"/>
                  </a:lnTo>
                  <a:lnTo>
                    <a:pt x="50" y="374"/>
                  </a:lnTo>
                  <a:lnTo>
                    <a:pt x="62" y="371"/>
                  </a:lnTo>
                  <a:lnTo>
                    <a:pt x="74" y="369"/>
                  </a:lnTo>
                  <a:lnTo>
                    <a:pt x="88" y="366"/>
                  </a:lnTo>
                  <a:lnTo>
                    <a:pt x="100" y="364"/>
                  </a:lnTo>
                  <a:lnTo>
                    <a:pt x="112" y="362"/>
                  </a:lnTo>
                  <a:lnTo>
                    <a:pt x="123" y="359"/>
                  </a:lnTo>
                  <a:lnTo>
                    <a:pt x="138" y="357"/>
                  </a:lnTo>
                  <a:lnTo>
                    <a:pt x="149" y="355"/>
                  </a:lnTo>
                  <a:lnTo>
                    <a:pt x="161" y="352"/>
                  </a:lnTo>
                  <a:lnTo>
                    <a:pt x="171" y="350"/>
                  </a:lnTo>
                  <a:lnTo>
                    <a:pt x="183" y="347"/>
                  </a:lnTo>
                  <a:lnTo>
                    <a:pt x="194" y="347"/>
                  </a:lnTo>
                  <a:lnTo>
                    <a:pt x="204" y="345"/>
                  </a:lnTo>
                  <a:lnTo>
                    <a:pt x="216" y="343"/>
                  </a:lnTo>
                  <a:lnTo>
                    <a:pt x="228" y="340"/>
                  </a:lnTo>
                  <a:lnTo>
                    <a:pt x="237" y="338"/>
                  </a:lnTo>
                  <a:lnTo>
                    <a:pt x="249" y="336"/>
                  </a:lnTo>
                  <a:lnTo>
                    <a:pt x="258" y="333"/>
                  </a:lnTo>
                  <a:lnTo>
                    <a:pt x="270" y="331"/>
                  </a:lnTo>
                  <a:lnTo>
                    <a:pt x="282" y="329"/>
                  </a:lnTo>
                  <a:lnTo>
                    <a:pt x="291" y="326"/>
                  </a:lnTo>
                  <a:lnTo>
                    <a:pt x="303" y="324"/>
                  </a:lnTo>
                  <a:lnTo>
                    <a:pt x="315" y="321"/>
                  </a:lnTo>
                  <a:lnTo>
                    <a:pt x="325" y="321"/>
                  </a:lnTo>
                  <a:lnTo>
                    <a:pt x="336" y="319"/>
                  </a:lnTo>
                  <a:lnTo>
                    <a:pt x="348" y="317"/>
                  </a:lnTo>
                  <a:lnTo>
                    <a:pt x="358" y="314"/>
                  </a:lnTo>
                  <a:lnTo>
                    <a:pt x="369" y="312"/>
                  </a:lnTo>
                  <a:lnTo>
                    <a:pt x="381" y="310"/>
                  </a:lnTo>
                  <a:lnTo>
                    <a:pt x="391" y="307"/>
                  </a:lnTo>
                  <a:lnTo>
                    <a:pt x="403" y="305"/>
                  </a:lnTo>
                  <a:lnTo>
                    <a:pt x="412" y="303"/>
                  </a:lnTo>
                  <a:lnTo>
                    <a:pt x="424" y="300"/>
                  </a:lnTo>
                  <a:lnTo>
                    <a:pt x="436" y="298"/>
                  </a:lnTo>
                  <a:lnTo>
                    <a:pt x="445" y="295"/>
                  </a:lnTo>
                  <a:lnTo>
                    <a:pt x="457" y="293"/>
                  </a:lnTo>
                  <a:lnTo>
                    <a:pt x="469" y="291"/>
                  </a:lnTo>
                  <a:lnTo>
                    <a:pt x="478" y="288"/>
                  </a:lnTo>
                  <a:lnTo>
                    <a:pt x="490" y="286"/>
                  </a:lnTo>
                  <a:lnTo>
                    <a:pt x="500" y="284"/>
                  </a:lnTo>
                  <a:lnTo>
                    <a:pt x="502" y="284"/>
                  </a:lnTo>
                  <a:lnTo>
                    <a:pt x="502" y="284"/>
                  </a:lnTo>
                  <a:lnTo>
                    <a:pt x="502" y="279"/>
                  </a:lnTo>
                  <a:lnTo>
                    <a:pt x="504" y="274"/>
                  </a:lnTo>
                  <a:lnTo>
                    <a:pt x="507" y="269"/>
                  </a:lnTo>
                  <a:lnTo>
                    <a:pt x="507" y="269"/>
                  </a:lnTo>
                  <a:lnTo>
                    <a:pt x="509" y="267"/>
                  </a:lnTo>
                  <a:lnTo>
                    <a:pt x="511" y="265"/>
                  </a:lnTo>
                  <a:lnTo>
                    <a:pt x="514" y="265"/>
                  </a:lnTo>
                  <a:lnTo>
                    <a:pt x="516" y="262"/>
                  </a:lnTo>
                  <a:lnTo>
                    <a:pt x="518" y="262"/>
                  </a:lnTo>
                  <a:lnTo>
                    <a:pt x="523" y="262"/>
                  </a:lnTo>
                  <a:lnTo>
                    <a:pt x="528" y="262"/>
                  </a:lnTo>
                  <a:lnTo>
                    <a:pt x="530" y="262"/>
                  </a:lnTo>
                  <a:lnTo>
                    <a:pt x="533" y="265"/>
                  </a:lnTo>
                  <a:lnTo>
                    <a:pt x="533" y="265"/>
                  </a:lnTo>
                  <a:lnTo>
                    <a:pt x="535" y="260"/>
                  </a:lnTo>
                  <a:lnTo>
                    <a:pt x="535" y="260"/>
                  </a:lnTo>
                  <a:lnTo>
                    <a:pt x="537" y="258"/>
                  </a:lnTo>
                  <a:lnTo>
                    <a:pt x="542" y="255"/>
                  </a:lnTo>
                  <a:lnTo>
                    <a:pt x="544" y="255"/>
                  </a:lnTo>
                  <a:lnTo>
                    <a:pt x="547" y="253"/>
                  </a:lnTo>
                  <a:lnTo>
                    <a:pt x="552" y="250"/>
                  </a:lnTo>
                  <a:lnTo>
                    <a:pt x="556" y="248"/>
                  </a:lnTo>
                  <a:lnTo>
                    <a:pt x="556" y="246"/>
                  </a:lnTo>
                  <a:lnTo>
                    <a:pt x="556" y="243"/>
                  </a:lnTo>
                  <a:lnTo>
                    <a:pt x="556" y="241"/>
                  </a:lnTo>
                  <a:lnTo>
                    <a:pt x="556" y="239"/>
                  </a:lnTo>
                  <a:lnTo>
                    <a:pt x="559" y="236"/>
                  </a:lnTo>
                  <a:lnTo>
                    <a:pt x="561" y="236"/>
                  </a:lnTo>
                  <a:lnTo>
                    <a:pt x="563" y="231"/>
                  </a:lnTo>
                  <a:lnTo>
                    <a:pt x="566" y="231"/>
                  </a:lnTo>
                  <a:lnTo>
                    <a:pt x="568" y="229"/>
                  </a:lnTo>
                  <a:lnTo>
                    <a:pt x="568" y="227"/>
                  </a:lnTo>
                  <a:lnTo>
                    <a:pt x="571" y="222"/>
                  </a:lnTo>
                  <a:lnTo>
                    <a:pt x="573" y="222"/>
                  </a:lnTo>
                  <a:lnTo>
                    <a:pt x="575" y="220"/>
                  </a:lnTo>
                  <a:lnTo>
                    <a:pt x="578" y="220"/>
                  </a:lnTo>
                  <a:lnTo>
                    <a:pt x="580" y="215"/>
                  </a:lnTo>
                  <a:lnTo>
                    <a:pt x="580" y="215"/>
                  </a:lnTo>
                  <a:lnTo>
                    <a:pt x="582" y="213"/>
                  </a:lnTo>
                  <a:lnTo>
                    <a:pt x="585" y="213"/>
                  </a:lnTo>
                  <a:lnTo>
                    <a:pt x="587" y="210"/>
                  </a:lnTo>
                  <a:lnTo>
                    <a:pt x="589" y="208"/>
                  </a:lnTo>
                  <a:lnTo>
                    <a:pt x="587" y="205"/>
                  </a:lnTo>
                  <a:lnTo>
                    <a:pt x="585" y="20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7" name="Freeform 18">
              <a:extLst>
                <a:ext uri="{FF2B5EF4-FFF2-40B4-BE49-F238E27FC236}">
                  <a16:creationId xmlns:a16="http://schemas.microsoft.com/office/drawing/2014/main" id="{3FAE1B74-C112-4749-9A1F-41620109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97" y="1951537"/>
              <a:ext cx="755253" cy="585321"/>
            </a:xfrm>
            <a:custGeom>
              <a:avLst/>
              <a:gdLst>
                <a:gd name="T0" fmla="*/ 237 w 800"/>
                <a:gd name="T1" fmla="*/ 36 h 620"/>
                <a:gd name="T2" fmla="*/ 242 w 800"/>
                <a:gd name="T3" fmla="*/ 67 h 620"/>
                <a:gd name="T4" fmla="*/ 244 w 800"/>
                <a:gd name="T5" fmla="*/ 93 h 620"/>
                <a:gd name="T6" fmla="*/ 284 w 800"/>
                <a:gd name="T7" fmla="*/ 109 h 620"/>
                <a:gd name="T8" fmla="*/ 379 w 800"/>
                <a:gd name="T9" fmla="*/ 114 h 620"/>
                <a:gd name="T10" fmla="*/ 398 w 800"/>
                <a:gd name="T11" fmla="*/ 121 h 620"/>
                <a:gd name="T12" fmla="*/ 426 w 800"/>
                <a:gd name="T13" fmla="*/ 119 h 620"/>
                <a:gd name="T14" fmla="*/ 459 w 800"/>
                <a:gd name="T15" fmla="*/ 123 h 620"/>
                <a:gd name="T16" fmla="*/ 518 w 800"/>
                <a:gd name="T17" fmla="*/ 116 h 620"/>
                <a:gd name="T18" fmla="*/ 582 w 800"/>
                <a:gd name="T19" fmla="*/ 112 h 620"/>
                <a:gd name="T20" fmla="*/ 701 w 800"/>
                <a:gd name="T21" fmla="*/ 133 h 620"/>
                <a:gd name="T22" fmla="*/ 776 w 800"/>
                <a:gd name="T23" fmla="*/ 164 h 620"/>
                <a:gd name="T24" fmla="*/ 800 w 800"/>
                <a:gd name="T25" fmla="*/ 192 h 620"/>
                <a:gd name="T26" fmla="*/ 783 w 800"/>
                <a:gd name="T27" fmla="*/ 218 h 620"/>
                <a:gd name="T28" fmla="*/ 755 w 800"/>
                <a:gd name="T29" fmla="*/ 261 h 620"/>
                <a:gd name="T30" fmla="*/ 741 w 800"/>
                <a:gd name="T31" fmla="*/ 289 h 620"/>
                <a:gd name="T32" fmla="*/ 717 w 800"/>
                <a:gd name="T33" fmla="*/ 315 h 620"/>
                <a:gd name="T34" fmla="*/ 710 w 800"/>
                <a:gd name="T35" fmla="*/ 332 h 620"/>
                <a:gd name="T36" fmla="*/ 717 w 800"/>
                <a:gd name="T37" fmla="*/ 344 h 620"/>
                <a:gd name="T38" fmla="*/ 729 w 800"/>
                <a:gd name="T39" fmla="*/ 351 h 620"/>
                <a:gd name="T40" fmla="*/ 734 w 800"/>
                <a:gd name="T41" fmla="*/ 362 h 620"/>
                <a:gd name="T42" fmla="*/ 729 w 800"/>
                <a:gd name="T43" fmla="*/ 379 h 620"/>
                <a:gd name="T44" fmla="*/ 715 w 800"/>
                <a:gd name="T45" fmla="*/ 400 h 620"/>
                <a:gd name="T46" fmla="*/ 703 w 800"/>
                <a:gd name="T47" fmla="*/ 486 h 620"/>
                <a:gd name="T48" fmla="*/ 682 w 800"/>
                <a:gd name="T49" fmla="*/ 620 h 620"/>
                <a:gd name="T50" fmla="*/ 492 w 800"/>
                <a:gd name="T51" fmla="*/ 590 h 620"/>
                <a:gd name="T52" fmla="*/ 258 w 800"/>
                <a:gd name="T53" fmla="*/ 547 h 620"/>
                <a:gd name="T54" fmla="*/ 17 w 800"/>
                <a:gd name="T55" fmla="*/ 495 h 620"/>
                <a:gd name="T56" fmla="*/ 3 w 800"/>
                <a:gd name="T57" fmla="*/ 457 h 620"/>
                <a:gd name="T58" fmla="*/ 5 w 800"/>
                <a:gd name="T59" fmla="*/ 436 h 620"/>
                <a:gd name="T60" fmla="*/ 10 w 800"/>
                <a:gd name="T61" fmla="*/ 407 h 620"/>
                <a:gd name="T62" fmla="*/ 12 w 800"/>
                <a:gd name="T63" fmla="*/ 377 h 620"/>
                <a:gd name="T64" fmla="*/ 33 w 800"/>
                <a:gd name="T65" fmla="*/ 334 h 620"/>
                <a:gd name="T66" fmla="*/ 41 w 800"/>
                <a:gd name="T67" fmla="*/ 334 h 620"/>
                <a:gd name="T68" fmla="*/ 50 w 800"/>
                <a:gd name="T69" fmla="*/ 327 h 620"/>
                <a:gd name="T70" fmla="*/ 55 w 800"/>
                <a:gd name="T71" fmla="*/ 322 h 620"/>
                <a:gd name="T72" fmla="*/ 57 w 800"/>
                <a:gd name="T73" fmla="*/ 301 h 620"/>
                <a:gd name="T74" fmla="*/ 67 w 800"/>
                <a:gd name="T75" fmla="*/ 294 h 620"/>
                <a:gd name="T76" fmla="*/ 62 w 800"/>
                <a:gd name="T77" fmla="*/ 294 h 620"/>
                <a:gd name="T78" fmla="*/ 76 w 800"/>
                <a:gd name="T79" fmla="*/ 254 h 620"/>
                <a:gd name="T80" fmla="*/ 83 w 800"/>
                <a:gd name="T81" fmla="*/ 223 h 620"/>
                <a:gd name="T82" fmla="*/ 90 w 800"/>
                <a:gd name="T83" fmla="*/ 209 h 620"/>
                <a:gd name="T84" fmla="*/ 97 w 800"/>
                <a:gd name="T85" fmla="*/ 187 h 620"/>
                <a:gd name="T86" fmla="*/ 104 w 800"/>
                <a:gd name="T87" fmla="*/ 159 h 620"/>
                <a:gd name="T88" fmla="*/ 114 w 800"/>
                <a:gd name="T89" fmla="*/ 138 h 620"/>
                <a:gd name="T90" fmla="*/ 121 w 800"/>
                <a:gd name="T91" fmla="*/ 114 h 620"/>
                <a:gd name="T92" fmla="*/ 121 w 800"/>
                <a:gd name="T93" fmla="*/ 102 h 620"/>
                <a:gd name="T94" fmla="*/ 128 w 800"/>
                <a:gd name="T95" fmla="*/ 97 h 620"/>
                <a:gd name="T96" fmla="*/ 130 w 800"/>
                <a:gd name="T97" fmla="*/ 88 h 620"/>
                <a:gd name="T98" fmla="*/ 133 w 800"/>
                <a:gd name="T99" fmla="*/ 78 h 620"/>
                <a:gd name="T100" fmla="*/ 142 w 800"/>
                <a:gd name="T101" fmla="*/ 64 h 620"/>
                <a:gd name="T102" fmla="*/ 135 w 800"/>
                <a:gd name="T103" fmla="*/ 60 h 620"/>
                <a:gd name="T104" fmla="*/ 140 w 800"/>
                <a:gd name="T105" fmla="*/ 31 h 620"/>
                <a:gd name="T106" fmla="*/ 147 w 800"/>
                <a:gd name="T107" fmla="*/ 0 h 620"/>
                <a:gd name="T108" fmla="*/ 159 w 800"/>
                <a:gd name="T109" fmla="*/ 12 h 620"/>
                <a:gd name="T110" fmla="*/ 159 w 800"/>
                <a:gd name="T111" fmla="*/ 10 h 620"/>
                <a:gd name="T112" fmla="*/ 168 w 800"/>
                <a:gd name="T113" fmla="*/ 10 h 620"/>
                <a:gd name="T114" fmla="*/ 187 w 800"/>
                <a:gd name="T115" fmla="*/ 7 h 620"/>
                <a:gd name="T116" fmla="*/ 216 w 800"/>
                <a:gd name="T117" fmla="*/ 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0" h="620">
                  <a:moveTo>
                    <a:pt x="216" y="19"/>
                  </a:moveTo>
                  <a:lnTo>
                    <a:pt x="220" y="19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6"/>
                  </a:lnTo>
                  <a:lnTo>
                    <a:pt x="227" y="26"/>
                  </a:lnTo>
                  <a:lnTo>
                    <a:pt x="230" y="26"/>
                  </a:lnTo>
                  <a:lnTo>
                    <a:pt x="232" y="29"/>
                  </a:lnTo>
                  <a:lnTo>
                    <a:pt x="235" y="31"/>
                  </a:lnTo>
                  <a:lnTo>
                    <a:pt x="237" y="33"/>
                  </a:lnTo>
                  <a:lnTo>
                    <a:pt x="237" y="36"/>
                  </a:lnTo>
                  <a:lnTo>
                    <a:pt x="239" y="38"/>
                  </a:lnTo>
                  <a:lnTo>
                    <a:pt x="239" y="41"/>
                  </a:lnTo>
                  <a:lnTo>
                    <a:pt x="239" y="45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50"/>
                  </a:lnTo>
                  <a:lnTo>
                    <a:pt x="244" y="52"/>
                  </a:lnTo>
                  <a:lnTo>
                    <a:pt x="242" y="57"/>
                  </a:lnTo>
                  <a:lnTo>
                    <a:pt x="244" y="62"/>
                  </a:lnTo>
                  <a:lnTo>
                    <a:pt x="242" y="64"/>
                  </a:lnTo>
                  <a:lnTo>
                    <a:pt x="242" y="67"/>
                  </a:lnTo>
                  <a:lnTo>
                    <a:pt x="242" y="69"/>
                  </a:lnTo>
                  <a:lnTo>
                    <a:pt x="242" y="74"/>
                  </a:lnTo>
                  <a:lnTo>
                    <a:pt x="242" y="74"/>
                  </a:lnTo>
                  <a:lnTo>
                    <a:pt x="242" y="76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42" y="83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90"/>
                  </a:lnTo>
                  <a:lnTo>
                    <a:pt x="244" y="93"/>
                  </a:lnTo>
                  <a:lnTo>
                    <a:pt x="246" y="95"/>
                  </a:lnTo>
                  <a:lnTo>
                    <a:pt x="253" y="97"/>
                  </a:lnTo>
                  <a:lnTo>
                    <a:pt x="256" y="97"/>
                  </a:lnTo>
                  <a:lnTo>
                    <a:pt x="258" y="97"/>
                  </a:lnTo>
                  <a:lnTo>
                    <a:pt x="261" y="100"/>
                  </a:lnTo>
                  <a:lnTo>
                    <a:pt x="265" y="102"/>
                  </a:lnTo>
                  <a:lnTo>
                    <a:pt x="268" y="104"/>
                  </a:lnTo>
                  <a:lnTo>
                    <a:pt x="275" y="104"/>
                  </a:lnTo>
                  <a:lnTo>
                    <a:pt x="282" y="109"/>
                  </a:lnTo>
                  <a:lnTo>
                    <a:pt x="282" y="109"/>
                  </a:lnTo>
                  <a:lnTo>
                    <a:pt x="284" y="109"/>
                  </a:lnTo>
                  <a:lnTo>
                    <a:pt x="291" y="107"/>
                  </a:lnTo>
                  <a:lnTo>
                    <a:pt x="308" y="104"/>
                  </a:lnTo>
                  <a:lnTo>
                    <a:pt x="313" y="104"/>
                  </a:lnTo>
                  <a:lnTo>
                    <a:pt x="320" y="100"/>
                  </a:lnTo>
                  <a:lnTo>
                    <a:pt x="324" y="100"/>
                  </a:lnTo>
                  <a:lnTo>
                    <a:pt x="327" y="100"/>
                  </a:lnTo>
                  <a:lnTo>
                    <a:pt x="334" y="102"/>
                  </a:lnTo>
                  <a:lnTo>
                    <a:pt x="346" y="102"/>
                  </a:lnTo>
                  <a:lnTo>
                    <a:pt x="372" y="109"/>
                  </a:lnTo>
                  <a:lnTo>
                    <a:pt x="376" y="112"/>
                  </a:lnTo>
                  <a:lnTo>
                    <a:pt x="379" y="114"/>
                  </a:lnTo>
                  <a:lnTo>
                    <a:pt x="379" y="116"/>
                  </a:lnTo>
                  <a:lnTo>
                    <a:pt x="379" y="119"/>
                  </a:lnTo>
                  <a:lnTo>
                    <a:pt x="379" y="121"/>
                  </a:lnTo>
                  <a:lnTo>
                    <a:pt x="381" y="121"/>
                  </a:lnTo>
                  <a:lnTo>
                    <a:pt x="384" y="121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3" y="121"/>
                  </a:lnTo>
                  <a:lnTo>
                    <a:pt x="395" y="121"/>
                  </a:lnTo>
                  <a:lnTo>
                    <a:pt x="395" y="121"/>
                  </a:lnTo>
                  <a:lnTo>
                    <a:pt x="398" y="121"/>
                  </a:lnTo>
                  <a:lnTo>
                    <a:pt x="400" y="121"/>
                  </a:lnTo>
                  <a:lnTo>
                    <a:pt x="400" y="123"/>
                  </a:lnTo>
                  <a:lnTo>
                    <a:pt x="405" y="123"/>
                  </a:lnTo>
                  <a:lnTo>
                    <a:pt x="407" y="123"/>
                  </a:lnTo>
                  <a:lnTo>
                    <a:pt x="410" y="123"/>
                  </a:lnTo>
                  <a:lnTo>
                    <a:pt x="410" y="123"/>
                  </a:lnTo>
                  <a:lnTo>
                    <a:pt x="414" y="121"/>
                  </a:lnTo>
                  <a:lnTo>
                    <a:pt x="414" y="121"/>
                  </a:lnTo>
                  <a:lnTo>
                    <a:pt x="421" y="121"/>
                  </a:lnTo>
                  <a:lnTo>
                    <a:pt x="426" y="121"/>
                  </a:lnTo>
                  <a:lnTo>
                    <a:pt x="426" y="119"/>
                  </a:lnTo>
                  <a:lnTo>
                    <a:pt x="426" y="119"/>
                  </a:lnTo>
                  <a:lnTo>
                    <a:pt x="429" y="119"/>
                  </a:lnTo>
                  <a:lnTo>
                    <a:pt x="431" y="119"/>
                  </a:lnTo>
                  <a:lnTo>
                    <a:pt x="443" y="123"/>
                  </a:lnTo>
                  <a:lnTo>
                    <a:pt x="445" y="123"/>
                  </a:lnTo>
                  <a:lnTo>
                    <a:pt x="447" y="123"/>
                  </a:lnTo>
                  <a:lnTo>
                    <a:pt x="447" y="123"/>
                  </a:lnTo>
                  <a:lnTo>
                    <a:pt x="452" y="123"/>
                  </a:lnTo>
                  <a:lnTo>
                    <a:pt x="452" y="123"/>
                  </a:lnTo>
                  <a:lnTo>
                    <a:pt x="455" y="123"/>
                  </a:lnTo>
                  <a:lnTo>
                    <a:pt x="459" y="123"/>
                  </a:lnTo>
                  <a:lnTo>
                    <a:pt x="459" y="123"/>
                  </a:lnTo>
                  <a:lnTo>
                    <a:pt x="462" y="123"/>
                  </a:lnTo>
                  <a:lnTo>
                    <a:pt x="464" y="123"/>
                  </a:lnTo>
                  <a:lnTo>
                    <a:pt x="466" y="123"/>
                  </a:lnTo>
                  <a:lnTo>
                    <a:pt x="469" y="123"/>
                  </a:lnTo>
                  <a:lnTo>
                    <a:pt x="471" y="123"/>
                  </a:lnTo>
                  <a:lnTo>
                    <a:pt x="473" y="121"/>
                  </a:lnTo>
                  <a:lnTo>
                    <a:pt x="476" y="119"/>
                  </a:lnTo>
                  <a:lnTo>
                    <a:pt x="481" y="119"/>
                  </a:lnTo>
                  <a:lnTo>
                    <a:pt x="495" y="116"/>
                  </a:lnTo>
                  <a:lnTo>
                    <a:pt x="518" y="116"/>
                  </a:lnTo>
                  <a:lnTo>
                    <a:pt x="523" y="114"/>
                  </a:lnTo>
                  <a:lnTo>
                    <a:pt x="525" y="112"/>
                  </a:lnTo>
                  <a:lnTo>
                    <a:pt x="528" y="112"/>
                  </a:lnTo>
                  <a:lnTo>
                    <a:pt x="530" y="112"/>
                  </a:lnTo>
                  <a:lnTo>
                    <a:pt x="537" y="114"/>
                  </a:lnTo>
                  <a:lnTo>
                    <a:pt x="542" y="114"/>
                  </a:lnTo>
                  <a:lnTo>
                    <a:pt x="549" y="114"/>
                  </a:lnTo>
                  <a:lnTo>
                    <a:pt x="570" y="116"/>
                  </a:lnTo>
                  <a:lnTo>
                    <a:pt x="575" y="116"/>
                  </a:lnTo>
                  <a:lnTo>
                    <a:pt x="580" y="112"/>
                  </a:lnTo>
                  <a:lnTo>
                    <a:pt x="582" y="112"/>
                  </a:lnTo>
                  <a:lnTo>
                    <a:pt x="585" y="114"/>
                  </a:lnTo>
                  <a:lnTo>
                    <a:pt x="596" y="116"/>
                  </a:lnTo>
                  <a:lnTo>
                    <a:pt x="608" y="116"/>
                  </a:lnTo>
                  <a:lnTo>
                    <a:pt x="620" y="119"/>
                  </a:lnTo>
                  <a:lnTo>
                    <a:pt x="632" y="121"/>
                  </a:lnTo>
                  <a:lnTo>
                    <a:pt x="641" y="123"/>
                  </a:lnTo>
                  <a:lnTo>
                    <a:pt x="653" y="126"/>
                  </a:lnTo>
                  <a:lnTo>
                    <a:pt x="665" y="126"/>
                  </a:lnTo>
                  <a:lnTo>
                    <a:pt x="677" y="128"/>
                  </a:lnTo>
                  <a:lnTo>
                    <a:pt x="689" y="131"/>
                  </a:lnTo>
                  <a:lnTo>
                    <a:pt x="701" y="133"/>
                  </a:lnTo>
                  <a:lnTo>
                    <a:pt x="712" y="135"/>
                  </a:lnTo>
                  <a:lnTo>
                    <a:pt x="722" y="135"/>
                  </a:lnTo>
                  <a:lnTo>
                    <a:pt x="734" y="138"/>
                  </a:lnTo>
                  <a:lnTo>
                    <a:pt x="745" y="140"/>
                  </a:lnTo>
                  <a:lnTo>
                    <a:pt x="757" y="142"/>
                  </a:lnTo>
                  <a:lnTo>
                    <a:pt x="769" y="142"/>
                  </a:lnTo>
                  <a:lnTo>
                    <a:pt x="769" y="145"/>
                  </a:lnTo>
                  <a:lnTo>
                    <a:pt x="769" y="147"/>
                  </a:lnTo>
                  <a:lnTo>
                    <a:pt x="771" y="154"/>
                  </a:lnTo>
                  <a:lnTo>
                    <a:pt x="776" y="161"/>
                  </a:lnTo>
                  <a:lnTo>
                    <a:pt x="776" y="164"/>
                  </a:lnTo>
                  <a:lnTo>
                    <a:pt x="776" y="164"/>
                  </a:lnTo>
                  <a:lnTo>
                    <a:pt x="783" y="166"/>
                  </a:lnTo>
                  <a:lnTo>
                    <a:pt x="783" y="168"/>
                  </a:lnTo>
                  <a:lnTo>
                    <a:pt x="786" y="171"/>
                  </a:lnTo>
                  <a:lnTo>
                    <a:pt x="790" y="173"/>
                  </a:lnTo>
                  <a:lnTo>
                    <a:pt x="793" y="175"/>
                  </a:lnTo>
                  <a:lnTo>
                    <a:pt x="795" y="175"/>
                  </a:lnTo>
                  <a:lnTo>
                    <a:pt x="795" y="178"/>
                  </a:lnTo>
                  <a:lnTo>
                    <a:pt x="797" y="180"/>
                  </a:lnTo>
                  <a:lnTo>
                    <a:pt x="797" y="185"/>
                  </a:lnTo>
                  <a:lnTo>
                    <a:pt x="800" y="192"/>
                  </a:lnTo>
                  <a:lnTo>
                    <a:pt x="800" y="194"/>
                  </a:lnTo>
                  <a:lnTo>
                    <a:pt x="800" y="197"/>
                  </a:lnTo>
                  <a:lnTo>
                    <a:pt x="800" y="199"/>
                  </a:lnTo>
                  <a:lnTo>
                    <a:pt x="797" y="202"/>
                  </a:lnTo>
                  <a:lnTo>
                    <a:pt x="795" y="204"/>
                  </a:lnTo>
                  <a:lnTo>
                    <a:pt x="793" y="204"/>
                  </a:lnTo>
                  <a:lnTo>
                    <a:pt x="790" y="206"/>
                  </a:lnTo>
                  <a:lnTo>
                    <a:pt x="790" y="209"/>
                  </a:lnTo>
                  <a:lnTo>
                    <a:pt x="790" y="211"/>
                  </a:lnTo>
                  <a:lnTo>
                    <a:pt x="786" y="216"/>
                  </a:lnTo>
                  <a:lnTo>
                    <a:pt x="783" y="218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76" y="228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5"/>
                  </a:lnTo>
                  <a:lnTo>
                    <a:pt x="771" y="242"/>
                  </a:lnTo>
                  <a:lnTo>
                    <a:pt x="769" y="246"/>
                  </a:lnTo>
                  <a:lnTo>
                    <a:pt x="757" y="258"/>
                  </a:lnTo>
                  <a:lnTo>
                    <a:pt x="755" y="261"/>
                  </a:lnTo>
                  <a:lnTo>
                    <a:pt x="755" y="261"/>
                  </a:lnTo>
                  <a:lnTo>
                    <a:pt x="755" y="263"/>
                  </a:lnTo>
                  <a:lnTo>
                    <a:pt x="755" y="263"/>
                  </a:lnTo>
                  <a:lnTo>
                    <a:pt x="755" y="265"/>
                  </a:lnTo>
                  <a:lnTo>
                    <a:pt x="755" y="265"/>
                  </a:lnTo>
                  <a:lnTo>
                    <a:pt x="755" y="268"/>
                  </a:lnTo>
                  <a:lnTo>
                    <a:pt x="753" y="273"/>
                  </a:lnTo>
                  <a:lnTo>
                    <a:pt x="753" y="275"/>
                  </a:lnTo>
                  <a:lnTo>
                    <a:pt x="750" y="280"/>
                  </a:lnTo>
                  <a:lnTo>
                    <a:pt x="743" y="284"/>
                  </a:lnTo>
                  <a:lnTo>
                    <a:pt x="743" y="287"/>
                  </a:lnTo>
                  <a:lnTo>
                    <a:pt x="741" y="289"/>
                  </a:lnTo>
                  <a:lnTo>
                    <a:pt x="734" y="291"/>
                  </a:lnTo>
                  <a:lnTo>
                    <a:pt x="734" y="291"/>
                  </a:lnTo>
                  <a:lnTo>
                    <a:pt x="731" y="294"/>
                  </a:lnTo>
                  <a:lnTo>
                    <a:pt x="729" y="299"/>
                  </a:lnTo>
                  <a:lnTo>
                    <a:pt x="724" y="303"/>
                  </a:lnTo>
                  <a:lnTo>
                    <a:pt x="724" y="306"/>
                  </a:lnTo>
                  <a:lnTo>
                    <a:pt x="722" y="310"/>
                  </a:lnTo>
                  <a:lnTo>
                    <a:pt x="722" y="313"/>
                  </a:lnTo>
                  <a:lnTo>
                    <a:pt x="719" y="315"/>
                  </a:lnTo>
                  <a:lnTo>
                    <a:pt x="717" y="315"/>
                  </a:lnTo>
                  <a:lnTo>
                    <a:pt x="717" y="315"/>
                  </a:lnTo>
                  <a:lnTo>
                    <a:pt x="715" y="315"/>
                  </a:lnTo>
                  <a:lnTo>
                    <a:pt x="715" y="318"/>
                  </a:lnTo>
                  <a:lnTo>
                    <a:pt x="715" y="318"/>
                  </a:lnTo>
                  <a:lnTo>
                    <a:pt x="715" y="318"/>
                  </a:lnTo>
                  <a:lnTo>
                    <a:pt x="712" y="320"/>
                  </a:lnTo>
                  <a:lnTo>
                    <a:pt x="712" y="320"/>
                  </a:lnTo>
                  <a:lnTo>
                    <a:pt x="712" y="322"/>
                  </a:lnTo>
                  <a:lnTo>
                    <a:pt x="712" y="325"/>
                  </a:lnTo>
                  <a:lnTo>
                    <a:pt x="710" y="327"/>
                  </a:lnTo>
                  <a:lnTo>
                    <a:pt x="710" y="329"/>
                  </a:lnTo>
                  <a:lnTo>
                    <a:pt x="710" y="332"/>
                  </a:lnTo>
                  <a:lnTo>
                    <a:pt x="710" y="334"/>
                  </a:lnTo>
                  <a:lnTo>
                    <a:pt x="710" y="336"/>
                  </a:lnTo>
                  <a:lnTo>
                    <a:pt x="710" y="336"/>
                  </a:lnTo>
                  <a:lnTo>
                    <a:pt x="710" y="339"/>
                  </a:lnTo>
                  <a:lnTo>
                    <a:pt x="710" y="339"/>
                  </a:lnTo>
                  <a:lnTo>
                    <a:pt x="710" y="341"/>
                  </a:lnTo>
                  <a:lnTo>
                    <a:pt x="710" y="344"/>
                  </a:lnTo>
                  <a:lnTo>
                    <a:pt x="715" y="346"/>
                  </a:lnTo>
                  <a:lnTo>
                    <a:pt x="715" y="346"/>
                  </a:lnTo>
                  <a:lnTo>
                    <a:pt x="715" y="346"/>
                  </a:lnTo>
                  <a:lnTo>
                    <a:pt x="717" y="344"/>
                  </a:lnTo>
                  <a:lnTo>
                    <a:pt x="717" y="344"/>
                  </a:lnTo>
                  <a:lnTo>
                    <a:pt x="719" y="344"/>
                  </a:lnTo>
                  <a:lnTo>
                    <a:pt x="719" y="346"/>
                  </a:lnTo>
                  <a:lnTo>
                    <a:pt x="719" y="346"/>
                  </a:lnTo>
                  <a:lnTo>
                    <a:pt x="719" y="348"/>
                  </a:lnTo>
                  <a:lnTo>
                    <a:pt x="722" y="348"/>
                  </a:lnTo>
                  <a:lnTo>
                    <a:pt x="724" y="348"/>
                  </a:lnTo>
                  <a:lnTo>
                    <a:pt x="727" y="348"/>
                  </a:lnTo>
                  <a:lnTo>
                    <a:pt x="729" y="348"/>
                  </a:lnTo>
                  <a:lnTo>
                    <a:pt x="729" y="348"/>
                  </a:lnTo>
                  <a:lnTo>
                    <a:pt x="729" y="351"/>
                  </a:lnTo>
                  <a:lnTo>
                    <a:pt x="729" y="351"/>
                  </a:lnTo>
                  <a:lnTo>
                    <a:pt x="729" y="353"/>
                  </a:lnTo>
                  <a:lnTo>
                    <a:pt x="729" y="355"/>
                  </a:lnTo>
                  <a:lnTo>
                    <a:pt x="729" y="355"/>
                  </a:lnTo>
                  <a:lnTo>
                    <a:pt x="731" y="355"/>
                  </a:lnTo>
                  <a:lnTo>
                    <a:pt x="734" y="358"/>
                  </a:lnTo>
                  <a:lnTo>
                    <a:pt x="734" y="360"/>
                  </a:lnTo>
                  <a:lnTo>
                    <a:pt x="734" y="360"/>
                  </a:lnTo>
                  <a:lnTo>
                    <a:pt x="734" y="362"/>
                  </a:lnTo>
                  <a:lnTo>
                    <a:pt x="734" y="362"/>
                  </a:lnTo>
                  <a:lnTo>
                    <a:pt x="734" y="362"/>
                  </a:lnTo>
                  <a:lnTo>
                    <a:pt x="734" y="365"/>
                  </a:lnTo>
                  <a:lnTo>
                    <a:pt x="731" y="365"/>
                  </a:lnTo>
                  <a:lnTo>
                    <a:pt x="731" y="367"/>
                  </a:lnTo>
                  <a:lnTo>
                    <a:pt x="731" y="367"/>
                  </a:lnTo>
                  <a:lnTo>
                    <a:pt x="729" y="367"/>
                  </a:lnTo>
                  <a:lnTo>
                    <a:pt x="729" y="367"/>
                  </a:lnTo>
                  <a:lnTo>
                    <a:pt x="727" y="367"/>
                  </a:lnTo>
                  <a:lnTo>
                    <a:pt x="727" y="370"/>
                  </a:lnTo>
                  <a:lnTo>
                    <a:pt x="727" y="372"/>
                  </a:lnTo>
                  <a:lnTo>
                    <a:pt x="729" y="374"/>
                  </a:lnTo>
                  <a:lnTo>
                    <a:pt x="729" y="379"/>
                  </a:lnTo>
                  <a:lnTo>
                    <a:pt x="729" y="379"/>
                  </a:lnTo>
                  <a:lnTo>
                    <a:pt x="727" y="381"/>
                  </a:lnTo>
                  <a:lnTo>
                    <a:pt x="727" y="381"/>
                  </a:lnTo>
                  <a:lnTo>
                    <a:pt x="727" y="381"/>
                  </a:lnTo>
                  <a:lnTo>
                    <a:pt x="724" y="386"/>
                  </a:lnTo>
                  <a:lnTo>
                    <a:pt x="724" y="391"/>
                  </a:lnTo>
                  <a:lnTo>
                    <a:pt x="722" y="393"/>
                  </a:lnTo>
                  <a:lnTo>
                    <a:pt x="722" y="396"/>
                  </a:lnTo>
                  <a:lnTo>
                    <a:pt x="719" y="398"/>
                  </a:lnTo>
                  <a:lnTo>
                    <a:pt x="717" y="398"/>
                  </a:lnTo>
                  <a:lnTo>
                    <a:pt x="715" y="400"/>
                  </a:lnTo>
                  <a:lnTo>
                    <a:pt x="715" y="403"/>
                  </a:lnTo>
                  <a:lnTo>
                    <a:pt x="715" y="405"/>
                  </a:lnTo>
                  <a:lnTo>
                    <a:pt x="715" y="405"/>
                  </a:lnTo>
                  <a:lnTo>
                    <a:pt x="715" y="405"/>
                  </a:lnTo>
                  <a:lnTo>
                    <a:pt x="715" y="417"/>
                  </a:lnTo>
                  <a:lnTo>
                    <a:pt x="712" y="422"/>
                  </a:lnTo>
                  <a:lnTo>
                    <a:pt x="712" y="433"/>
                  </a:lnTo>
                  <a:lnTo>
                    <a:pt x="710" y="448"/>
                  </a:lnTo>
                  <a:lnTo>
                    <a:pt x="708" y="460"/>
                  </a:lnTo>
                  <a:lnTo>
                    <a:pt x="705" y="471"/>
                  </a:lnTo>
                  <a:lnTo>
                    <a:pt x="703" y="486"/>
                  </a:lnTo>
                  <a:lnTo>
                    <a:pt x="703" y="497"/>
                  </a:lnTo>
                  <a:lnTo>
                    <a:pt x="701" y="509"/>
                  </a:lnTo>
                  <a:lnTo>
                    <a:pt x="698" y="521"/>
                  </a:lnTo>
                  <a:lnTo>
                    <a:pt x="696" y="535"/>
                  </a:lnTo>
                  <a:lnTo>
                    <a:pt x="693" y="547"/>
                  </a:lnTo>
                  <a:lnTo>
                    <a:pt x="693" y="559"/>
                  </a:lnTo>
                  <a:lnTo>
                    <a:pt x="691" y="571"/>
                  </a:lnTo>
                  <a:lnTo>
                    <a:pt x="689" y="585"/>
                  </a:lnTo>
                  <a:lnTo>
                    <a:pt x="686" y="597"/>
                  </a:lnTo>
                  <a:lnTo>
                    <a:pt x="684" y="609"/>
                  </a:lnTo>
                  <a:lnTo>
                    <a:pt x="682" y="620"/>
                  </a:lnTo>
                  <a:lnTo>
                    <a:pt x="665" y="618"/>
                  </a:lnTo>
                  <a:lnTo>
                    <a:pt x="648" y="616"/>
                  </a:lnTo>
                  <a:lnTo>
                    <a:pt x="630" y="613"/>
                  </a:lnTo>
                  <a:lnTo>
                    <a:pt x="613" y="611"/>
                  </a:lnTo>
                  <a:lnTo>
                    <a:pt x="596" y="609"/>
                  </a:lnTo>
                  <a:lnTo>
                    <a:pt x="578" y="604"/>
                  </a:lnTo>
                  <a:lnTo>
                    <a:pt x="561" y="602"/>
                  </a:lnTo>
                  <a:lnTo>
                    <a:pt x="544" y="599"/>
                  </a:lnTo>
                  <a:lnTo>
                    <a:pt x="525" y="597"/>
                  </a:lnTo>
                  <a:lnTo>
                    <a:pt x="509" y="592"/>
                  </a:lnTo>
                  <a:lnTo>
                    <a:pt x="492" y="590"/>
                  </a:lnTo>
                  <a:lnTo>
                    <a:pt x="473" y="587"/>
                  </a:lnTo>
                  <a:lnTo>
                    <a:pt x="457" y="585"/>
                  </a:lnTo>
                  <a:lnTo>
                    <a:pt x="440" y="580"/>
                  </a:lnTo>
                  <a:lnTo>
                    <a:pt x="421" y="578"/>
                  </a:lnTo>
                  <a:lnTo>
                    <a:pt x="405" y="575"/>
                  </a:lnTo>
                  <a:lnTo>
                    <a:pt x="381" y="571"/>
                  </a:lnTo>
                  <a:lnTo>
                    <a:pt x="355" y="566"/>
                  </a:lnTo>
                  <a:lnTo>
                    <a:pt x="332" y="561"/>
                  </a:lnTo>
                  <a:lnTo>
                    <a:pt x="308" y="557"/>
                  </a:lnTo>
                  <a:lnTo>
                    <a:pt x="282" y="552"/>
                  </a:lnTo>
                  <a:lnTo>
                    <a:pt x="258" y="547"/>
                  </a:lnTo>
                  <a:lnTo>
                    <a:pt x="235" y="542"/>
                  </a:lnTo>
                  <a:lnTo>
                    <a:pt x="211" y="538"/>
                  </a:lnTo>
                  <a:lnTo>
                    <a:pt x="185" y="533"/>
                  </a:lnTo>
                  <a:lnTo>
                    <a:pt x="161" y="528"/>
                  </a:lnTo>
                  <a:lnTo>
                    <a:pt x="138" y="521"/>
                  </a:lnTo>
                  <a:lnTo>
                    <a:pt x="114" y="516"/>
                  </a:lnTo>
                  <a:lnTo>
                    <a:pt x="88" y="512"/>
                  </a:lnTo>
                  <a:lnTo>
                    <a:pt x="64" y="507"/>
                  </a:lnTo>
                  <a:lnTo>
                    <a:pt x="41" y="502"/>
                  </a:lnTo>
                  <a:lnTo>
                    <a:pt x="17" y="495"/>
                  </a:lnTo>
                  <a:lnTo>
                    <a:pt x="17" y="495"/>
                  </a:lnTo>
                  <a:lnTo>
                    <a:pt x="15" y="495"/>
                  </a:lnTo>
                  <a:lnTo>
                    <a:pt x="12" y="493"/>
                  </a:lnTo>
                  <a:lnTo>
                    <a:pt x="7" y="488"/>
                  </a:lnTo>
                  <a:lnTo>
                    <a:pt x="5" y="481"/>
                  </a:lnTo>
                  <a:lnTo>
                    <a:pt x="3" y="481"/>
                  </a:lnTo>
                  <a:lnTo>
                    <a:pt x="3" y="478"/>
                  </a:lnTo>
                  <a:lnTo>
                    <a:pt x="5" y="467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3" y="460"/>
                  </a:lnTo>
                  <a:lnTo>
                    <a:pt x="3" y="457"/>
                  </a:lnTo>
                  <a:lnTo>
                    <a:pt x="3" y="452"/>
                  </a:lnTo>
                  <a:lnTo>
                    <a:pt x="3" y="452"/>
                  </a:lnTo>
                  <a:lnTo>
                    <a:pt x="3" y="452"/>
                  </a:lnTo>
                  <a:lnTo>
                    <a:pt x="0" y="450"/>
                  </a:lnTo>
                  <a:lnTo>
                    <a:pt x="3" y="450"/>
                  </a:lnTo>
                  <a:lnTo>
                    <a:pt x="3" y="450"/>
                  </a:lnTo>
                  <a:lnTo>
                    <a:pt x="5" y="448"/>
                  </a:lnTo>
                  <a:lnTo>
                    <a:pt x="5" y="445"/>
                  </a:lnTo>
                  <a:lnTo>
                    <a:pt x="5" y="443"/>
                  </a:lnTo>
                  <a:lnTo>
                    <a:pt x="5" y="441"/>
                  </a:lnTo>
                  <a:lnTo>
                    <a:pt x="5" y="436"/>
                  </a:lnTo>
                  <a:lnTo>
                    <a:pt x="5" y="436"/>
                  </a:lnTo>
                  <a:lnTo>
                    <a:pt x="7" y="433"/>
                  </a:lnTo>
                  <a:lnTo>
                    <a:pt x="10" y="429"/>
                  </a:lnTo>
                  <a:lnTo>
                    <a:pt x="10" y="429"/>
                  </a:lnTo>
                  <a:lnTo>
                    <a:pt x="12" y="424"/>
                  </a:lnTo>
                  <a:lnTo>
                    <a:pt x="12" y="417"/>
                  </a:lnTo>
                  <a:lnTo>
                    <a:pt x="12" y="415"/>
                  </a:lnTo>
                  <a:lnTo>
                    <a:pt x="12" y="412"/>
                  </a:lnTo>
                  <a:lnTo>
                    <a:pt x="12" y="410"/>
                  </a:lnTo>
                  <a:lnTo>
                    <a:pt x="12" y="410"/>
                  </a:lnTo>
                  <a:lnTo>
                    <a:pt x="10" y="407"/>
                  </a:lnTo>
                  <a:lnTo>
                    <a:pt x="10" y="405"/>
                  </a:lnTo>
                  <a:lnTo>
                    <a:pt x="10" y="403"/>
                  </a:lnTo>
                  <a:lnTo>
                    <a:pt x="7" y="400"/>
                  </a:lnTo>
                  <a:lnTo>
                    <a:pt x="7" y="400"/>
                  </a:lnTo>
                  <a:lnTo>
                    <a:pt x="5" y="400"/>
                  </a:lnTo>
                  <a:lnTo>
                    <a:pt x="5" y="393"/>
                  </a:lnTo>
                  <a:lnTo>
                    <a:pt x="5" y="391"/>
                  </a:lnTo>
                  <a:lnTo>
                    <a:pt x="5" y="391"/>
                  </a:lnTo>
                  <a:lnTo>
                    <a:pt x="3" y="389"/>
                  </a:lnTo>
                  <a:lnTo>
                    <a:pt x="5" y="389"/>
                  </a:lnTo>
                  <a:lnTo>
                    <a:pt x="12" y="377"/>
                  </a:lnTo>
                  <a:lnTo>
                    <a:pt x="17" y="372"/>
                  </a:lnTo>
                  <a:lnTo>
                    <a:pt x="19" y="370"/>
                  </a:lnTo>
                  <a:lnTo>
                    <a:pt x="19" y="367"/>
                  </a:lnTo>
                  <a:lnTo>
                    <a:pt x="22" y="367"/>
                  </a:lnTo>
                  <a:lnTo>
                    <a:pt x="24" y="365"/>
                  </a:lnTo>
                  <a:lnTo>
                    <a:pt x="24" y="362"/>
                  </a:lnTo>
                  <a:lnTo>
                    <a:pt x="26" y="358"/>
                  </a:lnTo>
                  <a:lnTo>
                    <a:pt x="33" y="341"/>
                  </a:lnTo>
                  <a:lnTo>
                    <a:pt x="33" y="336"/>
                  </a:lnTo>
                  <a:lnTo>
                    <a:pt x="33" y="334"/>
                  </a:lnTo>
                  <a:lnTo>
                    <a:pt x="33" y="334"/>
                  </a:lnTo>
                  <a:lnTo>
                    <a:pt x="36" y="332"/>
                  </a:lnTo>
                  <a:lnTo>
                    <a:pt x="36" y="332"/>
                  </a:lnTo>
                  <a:lnTo>
                    <a:pt x="38" y="332"/>
                  </a:lnTo>
                  <a:lnTo>
                    <a:pt x="38" y="329"/>
                  </a:lnTo>
                  <a:lnTo>
                    <a:pt x="41" y="329"/>
                  </a:lnTo>
                  <a:lnTo>
                    <a:pt x="38" y="336"/>
                  </a:lnTo>
                  <a:lnTo>
                    <a:pt x="41" y="339"/>
                  </a:lnTo>
                  <a:lnTo>
                    <a:pt x="41" y="339"/>
                  </a:lnTo>
                  <a:lnTo>
                    <a:pt x="41" y="336"/>
                  </a:lnTo>
                  <a:lnTo>
                    <a:pt x="43" y="334"/>
                  </a:lnTo>
                  <a:lnTo>
                    <a:pt x="41" y="334"/>
                  </a:lnTo>
                  <a:lnTo>
                    <a:pt x="43" y="334"/>
                  </a:lnTo>
                  <a:lnTo>
                    <a:pt x="43" y="334"/>
                  </a:lnTo>
                  <a:lnTo>
                    <a:pt x="43" y="332"/>
                  </a:lnTo>
                  <a:lnTo>
                    <a:pt x="45" y="332"/>
                  </a:lnTo>
                  <a:lnTo>
                    <a:pt x="43" y="329"/>
                  </a:lnTo>
                  <a:lnTo>
                    <a:pt x="45" y="327"/>
                  </a:lnTo>
                  <a:lnTo>
                    <a:pt x="48" y="325"/>
                  </a:lnTo>
                  <a:lnTo>
                    <a:pt x="50" y="325"/>
                  </a:lnTo>
                  <a:lnTo>
                    <a:pt x="52" y="325"/>
                  </a:lnTo>
                  <a:lnTo>
                    <a:pt x="52" y="327"/>
                  </a:lnTo>
                  <a:lnTo>
                    <a:pt x="50" y="327"/>
                  </a:lnTo>
                  <a:lnTo>
                    <a:pt x="52" y="329"/>
                  </a:lnTo>
                  <a:lnTo>
                    <a:pt x="52" y="332"/>
                  </a:lnTo>
                  <a:lnTo>
                    <a:pt x="55" y="332"/>
                  </a:lnTo>
                  <a:lnTo>
                    <a:pt x="55" y="334"/>
                  </a:lnTo>
                  <a:lnTo>
                    <a:pt x="57" y="334"/>
                  </a:lnTo>
                  <a:lnTo>
                    <a:pt x="55" y="327"/>
                  </a:lnTo>
                  <a:lnTo>
                    <a:pt x="55" y="325"/>
                  </a:lnTo>
                  <a:lnTo>
                    <a:pt x="55" y="325"/>
                  </a:lnTo>
                  <a:lnTo>
                    <a:pt x="55" y="322"/>
                  </a:lnTo>
                  <a:lnTo>
                    <a:pt x="55" y="322"/>
                  </a:lnTo>
                  <a:lnTo>
                    <a:pt x="55" y="322"/>
                  </a:lnTo>
                  <a:lnTo>
                    <a:pt x="55" y="320"/>
                  </a:lnTo>
                  <a:lnTo>
                    <a:pt x="52" y="320"/>
                  </a:lnTo>
                  <a:lnTo>
                    <a:pt x="48" y="322"/>
                  </a:lnTo>
                  <a:lnTo>
                    <a:pt x="45" y="327"/>
                  </a:lnTo>
                  <a:lnTo>
                    <a:pt x="43" y="329"/>
                  </a:lnTo>
                  <a:lnTo>
                    <a:pt x="41" y="327"/>
                  </a:lnTo>
                  <a:lnTo>
                    <a:pt x="43" y="325"/>
                  </a:lnTo>
                  <a:lnTo>
                    <a:pt x="52" y="310"/>
                  </a:lnTo>
                  <a:lnTo>
                    <a:pt x="52" y="308"/>
                  </a:lnTo>
                  <a:lnTo>
                    <a:pt x="55" y="306"/>
                  </a:lnTo>
                  <a:lnTo>
                    <a:pt x="57" y="301"/>
                  </a:lnTo>
                  <a:lnTo>
                    <a:pt x="57" y="299"/>
                  </a:lnTo>
                  <a:lnTo>
                    <a:pt x="60" y="299"/>
                  </a:lnTo>
                  <a:lnTo>
                    <a:pt x="62" y="296"/>
                  </a:lnTo>
                  <a:lnTo>
                    <a:pt x="64" y="296"/>
                  </a:lnTo>
                  <a:lnTo>
                    <a:pt x="64" y="294"/>
                  </a:lnTo>
                  <a:lnTo>
                    <a:pt x="64" y="291"/>
                  </a:lnTo>
                  <a:lnTo>
                    <a:pt x="67" y="291"/>
                  </a:lnTo>
                  <a:lnTo>
                    <a:pt x="67" y="291"/>
                  </a:lnTo>
                  <a:lnTo>
                    <a:pt x="67" y="291"/>
                  </a:lnTo>
                  <a:lnTo>
                    <a:pt x="67" y="294"/>
                  </a:lnTo>
                  <a:lnTo>
                    <a:pt x="67" y="294"/>
                  </a:lnTo>
                  <a:lnTo>
                    <a:pt x="67" y="294"/>
                  </a:lnTo>
                  <a:lnTo>
                    <a:pt x="71" y="294"/>
                  </a:lnTo>
                  <a:lnTo>
                    <a:pt x="71" y="294"/>
                  </a:lnTo>
                  <a:lnTo>
                    <a:pt x="71" y="294"/>
                  </a:lnTo>
                  <a:lnTo>
                    <a:pt x="69" y="291"/>
                  </a:lnTo>
                  <a:lnTo>
                    <a:pt x="67" y="289"/>
                  </a:lnTo>
                  <a:lnTo>
                    <a:pt x="67" y="289"/>
                  </a:lnTo>
                  <a:lnTo>
                    <a:pt x="64" y="291"/>
                  </a:lnTo>
                  <a:lnTo>
                    <a:pt x="62" y="294"/>
                  </a:lnTo>
                  <a:lnTo>
                    <a:pt x="62" y="296"/>
                  </a:lnTo>
                  <a:lnTo>
                    <a:pt x="62" y="294"/>
                  </a:lnTo>
                  <a:lnTo>
                    <a:pt x="62" y="291"/>
                  </a:lnTo>
                  <a:lnTo>
                    <a:pt x="64" y="287"/>
                  </a:lnTo>
                  <a:lnTo>
                    <a:pt x="69" y="273"/>
                  </a:lnTo>
                  <a:lnTo>
                    <a:pt x="71" y="268"/>
                  </a:lnTo>
                  <a:lnTo>
                    <a:pt x="71" y="265"/>
                  </a:lnTo>
                  <a:lnTo>
                    <a:pt x="74" y="261"/>
                  </a:lnTo>
                  <a:lnTo>
                    <a:pt x="74" y="261"/>
                  </a:lnTo>
                  <a:lnTo>
                    <a:pt x="74" y="258"/>
                  </a:lnTo>
                  <a:lnTo>
                    <a:pt x="76" y="258"/>
                  </a:lnTo>
                  <a:lnTo>
                    <a:pt x="76" y="258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1"/>
                  </a:lnTo>
                  <a:lnTo>
                    <a:pt x="76" y="251"/>
                  </a:lnTo>
                  <a:lnTo>
                    <a:pt x="78" y="246"/>
                  </a:lnTo>
                  <a:lnTo>
                    <a:pt x="81" y="237"/>
                  </a:lnTo>
                  <a:lnTo>
                    <a:pt x="83" y="230"/>
                  </a:lnTo>
                  <a:lnTo>
                    <a:pt x="83" y="225"/>
                  </a:lnTo>
                  <a:lnTo>
                    <a:pt x="83" y="225"/>
                  </a:lnTo>
                  <a:lnTo>
                    <a:pt x="83" y="223"/>
                  </a:lnTo>
                  <a:lnTo>
                    <a:pt x="83" y="223"/>
                  </a:lnTo>
                  <a:lnTo>
                    <a:pt x="83" y="223"/>
                  </a:lnTo>
                  <a:lnTo>
                    <a:pt x="86" y="220"/>
                  </a:lnTo>
                  <a:lnTo>
                    <a:pt x="86" y="220"/>
                  </a:lnTo>
                  <a:lnTo>
                    <a:pt x="88" y="213"/>
                  </a:lnTo>
                  <a:lnTo>
                    <a:pt x="90" y="211"/>
                  </a:lnTo>
                  <a:lnTo>
                    <a:pt x="90" y="211"/>
                  </a:lnTo>
                  <a:lnTo>
                    <a:pt x="93" y="211"/>
                  </a:lnTo>
                  <a:lnTo>
                    <a:pt x="95" y="213"/>
                  </a:lnTo>
                  <a:lnTo>
                    <a:pt x="95" y="209"/>
                  </a:lnTo>
                  <a:lnTo>
                    <a:pt x="93" y="209"/>
                  </a:lnTo>
                  <a:lnTo>
                    <a:pt x="93" y="209"/>
                  </a:lnTo>
                  <a:lnTo>
                    <a:pt x="90" y="209"/>
                  </a:lnTo>
                  <a:lnTo>
                    <a:pt x="90" y="206"/>
                  </a:lnTo>
                  <a:lnTo>
                    <a:pt x="90" y="20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100" y="190"/>
                  </a:lnTo>
                  <a:lnTo>
                    <a:pt x="102" y="190"/>
                  </a:lnTo>
                  <a:lnTo>
                    <a:pt x="102" y="187"/>
                  </a:lnTo>
                  <a:lnTo>
                    <a:pt x="102" y="187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97" y="187"/>
                  </a:lnTo>
                  <a:lnTo>
                    <a:pt x="97" y="185"/>
                  </a:lnTo>
                  <a:lnTo>
                    <a:pt x="97" y="185"/>
                  </a:lnTo>
                  <a:lnTo>
                    <a:pt x="97" y="183"/>
                  </a:lnTo>
                  <a:lnTo>
                    <a:pt x="97" y="180"/>
                  </a:lnTo>
                  <a:lnTo>
                    <a:pt x="97" y="180"/>
                  </a:lnTo>
                  <a:lnTo>
                    <a:pt x="100" y="173"/>
                  </a:lnTo>
                  <a:lnTo>
                    <a:pt x="100" y="171"/>
                  </a:lnTo>
                  <a:lnTo>
                    <a:pt x="100" y="17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4" y="159"/>
                  </a:lnTo>
                  <a:lnTo>
                    <a:pt x="107" y="157"/>
                  </a:lnTo>
                  <a:lnTo>
                    <a:pt x="107" y="154"/>
                  </a:lnTo>
                  <a:lnTo>
                    <a:pt x="107" y="154"/>
                  </a:lnTo>
                  <a:lnTo>
                    <a:pt x="107" y="154"/>
                  </a:lnTo>
                  <a:lnTo>
                    <a:pt x="109" y="152"/>
                  </a:lnTo>
                  <a:lnTo>
                    <a:pt x="109" y="149"/>
                  </a:lnTo>
                  <a:lnTo>
                    <a:pt x="109" y="149"/>
                  </a:lnTo>
                  <a:lnTo>
                    <a:pt x="109" y="149"/>
                  </a:lnTo>
                  <a:lnTo>
                    <a:pt x="109" y="147"/>
                  </a:lnTo>
                  <a:lnTo>
                    <a:pt x="112" y="142"/>
                  </a:lnTo>
                  <a:lnTo>
                    <a:pt x="114" y="138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4" y="133"/>
                  </a:lnTo>
                  <a:lnTo>
                    <a:pt x="116" y="131"/>
                  </a:lnTo>
                  <a:lnTo>
                    <a:pt x="119" y="128"/>
                  </a:lnTo>
                  <a:lnTo>
                    <a:pt x="119" y="126"/>
                  </a:lnTo>
                  <a:lnTo>
                    <a:pt x="119" y="123"/>
                  </a:lnTo>
                  <a:lnTo>
                    <a:pt x="119" y="121"/>
                  </a:lnTo>
                  <a:lnTo>
                    <a:pt x="119" y="119"/>
                  </a:lnTo>
                  <a:lnTo>
                    <a:pt x="121" y="119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14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23" y="109"/>
                  </a:lnTo>
                  <a:lnTo>
                    <a:pt x="123" y="104"/>
                  </a:lnTo>
                  <a:lnTo>
                    <a:pt x="123" y="104"/>
                  </a:lnTo>
                  <a:lnTo>
                    <a:pt x="121" y="104"/>
                  </a:lnTo>
                  <a:lnTo>
                    <a:pt x="121" y="102"/>
                  </a:lnTo>
                  <a:lnTo>
                    <a:pt x="121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6" y="100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100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5"/>
                  </a:lnTo>
                  <a:lnTo>
                    <a:pt x="128" y="93"/>
                  </a:lnTo>
                  <a:lnTo>
                    <a:pt x="126" y="90"/>
                  </a:lnTo>
                  <a:lnTo>
                    <a:pt x="128" y="86"/>
                  </a:lnTo>
                  <a:lnTo>
                    <a:pt x="128" y="83"/>
                  </a:lnTo>
                  <a:lnTo>
                    <a:pt x="130" y="78"/>
                  </a:lnTo>
                  <a:lnTo>
                    <a:pt x="130" y="78"/>
                  </a:lnTo>
                  <a:lnTo>
                    <a:pt x="130" y="83"/>
                  </a:lnTo>
                  <a:lnTo>
                    <a:pt x="130" y="86"/>
                  </a:lnTo>
                  <a:lnTo>
                    <a:pt x="130" y="88"/>
                  </a:lnTo>
                  <a:lnTo>
                    <a:pt x="133" y="88"/>
                  </a:lnTo>
                  <a:lnTo>
                    <a:pt x="135" y="90"/>
                  </a:lnTo>
                  <a:lnTo>
                    <a:pt x="135" y="88"/>
                  </a:lnTo>
                  <a:lnTo>
                    <a:pt x="135" y="88"/>
                  </a:lnTo>
                  <a:lnTo>
                    <a:pt x="138" y="88"/>
                  </a:lnTo>
                  <a:lnTo>
                    <a:pt x="138" y="86"/>
                  </a:lnTo>
                  <a:lnTo>
                    <a:pt x="135" y="86"/>
                  </a:lnTo>
                  <a:lnTo>
                    <a:pt x="135" y="83"/>
                  </a:lnTo>
                  <a:lnTo>
                    <a:pt x="135" y="81"/>
                  </a:lnTo>
                  <a:lnTo>
                    <a:pt x="135" y="78"/>
                  </a:lnTo>
                  <a:lnTo>
                    <a:pt x="133" y="78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30" y="74"/>
                  </a:lnTo>
                  <a:lnTo>
                    <a:pt x="133" y="71"/>
                  </a:lnTo>
                  <a:lnTo>
                    <a:pt x="135" y="69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138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2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5" y="64"/>
                  </a:lnTo>
                  <a:lnTo>
                    <a:pt x="135" y="67"/>
                  </a:lnTo>
                  <a:lnTo>
                    <a:pt x="135" y="62"/>
                  </a:lnTo>
                  <a:lnTo>
                    <a:pt x="135" y="60"/>
                  </a:lnTo>
                  <a:lnTo>
                    <a:pt x="135" y="55"/>
                  </a:lnTo>
                  <a:lnTo>
                    <a:pt x="133" y="55"/>
                  </a:lnTo>
                  <a:lnTo>
                    <a:pt x="135" y="50"/>
                  </a:lnTo>
                  <a:lnTo>
                    <a:pt x="138" y="48"/>
                  </a:lnTo>
                  <a:lnTo>
                    <a:pt x="138" y="41"/>
                  </a:lnTo>
                  <a:lnTo>
                    <a:pt x="140" y="38"/>
                  </a:lnTo>
                  <a:lnTo>
                    <a:pt x="138" y="36"/>
                  </a:lnTo>
                  <a:lnTo>
                    <a:pt x="138" y="33"/>
                  </a:lnTo>
                  <a:lnTo>
                    <a:pt x="138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5" y="29"/>
                  </a:lnTo>
                  <a:lnTo>
                    <a:pt x="145" y="24"/>
                  </a:lnTo>
                  <a:lnTo>
                    <a:pt x="147" y="22"/>
                  </a:lnTo>
                  <a:lnTo>
                    <a:pt x="147" y="19"/>
                  </a:lnTo>
                  <a:lnTo>
                    <a:pt x="147" y="17"/>
                  </a:lnTo>
                  <a:lnTo>
                    <a:pt x="147" y="12"/>
                  </a:lnTo>
                  <a:lnTo>
                    <a:pt x="145" y="3"/>
                  </a:lnTo>
                  <a:lnTo>
                    <a:pt x="145" y="0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5"/>
                  </a:lnTo>
                  <a:lnTo>
                    <a:pt x="152" y="7"/>
                  </a:lnTo>
                  <a:lnTo>
                    <a:pt x="154" y="10"/>
                  </a:lnTo>
                  <a:lnTo>
                    <a:pt x="156" y="10"/>
                  </a:lnTo>
                  <a:lnTo>
                    <a:pt x="159" y="10"/>
                  </a:lnTo>
                  <a:lnTo>
                    <a:pt x="159" y="12"/>
                  </a:lnTo>
                  <a:lnTo>
                    <a:pt x="159" y="15"/>
                  </a:lnTo>
                  <a:lnTo>
                    <a:pt x="156" y="15"/>
                  </a:lnTo>
                  <a:lnTo>
                    <a:pt x="159" y="17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61" y="15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61" y="7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7"/>
                  </a:lnTo>
                  <a:lnTo>
                    <a:pt x="166" y="10"/>
                  </a:lnTo>
                  <a:lnTo>
                    <a:pt x="168" y="10"/>
                  </a:lnTo>
                  <a:lnTo>
                    <a:pt x="168" y="10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78" y="7"/>
                  </a:lnTo>
                  <a:lnTo>
                    <a:pt x="178" y="7"/>
                  </a:lnTo>
                  <a:lnTo>
                    <a:pt x="180" y="10"/>
                  </a:lnTo>
                  <a:lnTo>
                    <a:pt x="183" y="10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0" y="10"/>
                  </a:lnTo>
                  <a:lnTo>
                    <a:pt x="194" y="17"/>
                  </a:lnTo>
                  <a:lnTo>
                    <a:pt x="194" y="17"/>
                  </a:lnTo>
                  <a:lnTo>
                    <a:pt x="194" y="19"/>
                  </a:lnTo>
                  <a:lnTo>
                    <a:pt x="204" y="22"/>
                  </a:lnTo>
                  <a:lnTo>
                    <a:pt x="209" y="24"/>
                  </a:lnTo>
                  <a:lnTo>
                    <a:pt x="211" y="24"/>
                  </a:lnTo>
                  <a:lnTo>
                    <a:pt x="213" y="22"/>
                  </a:lnTo>
                  <a:lnTo>
                    <a:pt x="216" y="19"/>
                  </a:lnTo>
                  <a:lnTo>
                    <a:pt x="216" y="1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8" name="Freeform 19">
              <a:extLst>
                <a:ext uri="{FF2B5EF4-FFF2-40B4-BE49-F238E27FC236}">
                  <a16:creationId xmlns:a16="http://schemas.microsoft.com/office/drawing/2014/main" id="{DFC4C68A-3546-45C0-9958-C5FA7974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680" y="3225082"/>
              <a:ext cx="826058" cy="393676"/>
            </a:xfrm>
            <a:custGeom>
              <a:avLst/>
              <a:gdLst>
                <a:gd name="T0" fmla="*/ 865 w 875"/>
                <a:gd name="T1" fmla="*/ 183 h 417"/>
                <a:gd name="T2" fmla="*/ 875 w 875"/>
                <a:gd name="T3" fmla="*/ 389 h 417"/>
                <a:gd name="T4" fmla="*/ 865 w 875"/>
                <a:gd name="T5" fmla="*/ 412 h 417"/>
                <a:gd name="T6" fmla="*/ 853 w 875"/>
                <a:gd name="T7" fmla="*/ 410 h 417"/>
                <a:gd name="T8" fmla="*/ 844 w 875"/>
                <a:gd name="T9" fmla="*/ 405 h 417"/>
                <a:gd name="T10" fmla="*/ 825 w 875"/>
                <a:gd name="T11" fmla="*/ 396 h 417"/>
                <a:gd name="T12" fmla="*/ 816 w 875"/>
                <a:gd name="T13" fmla="*/ 391 h 417"/>
                <a:gd name="T14" fmla="*/ 797 w 875"/>
                <a:gd name="T15" fmla="*/ 381 h 417"/>
                <a:gd name="T16" fmla="*/ 790 w 875"/>
                <a:gd name="T17" fmla="*/ 389 h 417"/>
                <a:gd name="T18" fmla="*/ 785 w 875"/>
                <a:gd name="T19" fmla="*/ 393 h 417"/>
                <a:gd name="T20" fmla="*/ 771 w 875"/>
                <a:gd name="T21" fmla="*/ 391 h 417"/>
                <a:gd name="T22" fmla="*/ 766 w 875"/>
                <a:gd name="T23" fmla="*/ 391 h 417"/>
                <a:gd name="T24" fmla="*/ 756 w 875"/>
                <a:gd name="T25" fmla="*/ 384 h 417"/>
                <a:gd name="T26" fmla="*/ 747 w 875"/>
                <a:gd name="T27" fmla="*/ 391 h 417"/>
                <a:gd name="T28" fmla="*/ 740 w 875"/>
                <a:gd name="T29" fmla="*/ 396 h 417"/>
                <a:gd name="T30" fmla="*/ 726 w 875"/>
                <a:gd name="T31" fmla="*/ 393 h 417"/>
                <a:gd name="T32" fmla="*/ 716 w 875"/>
                <a:gd name="T33" fmla="*/ 398 h 417"/>
                <a:gd name="T34" fmla="*/ 700 w 875"/>
                <a:gd name="T35" fmla="*/ 405 h 417"/>
                <a:gd name="T36" fmla="*/ 688 w 875"/>
                <a:gd name="T37" fmla="*/ 415 h 417"/>
                <a:gd name="T38" fmla="*/ 664 w 875"/>
                <a:gd name="T39" fmla="*/ 405 h 417"/>
                <a:gd name="T40" fmla="*/ 655 w 875"/>
                <a:gd name="T41" fmla="*/ 400 h 417"/>
                <a:gd name="T42" fmla="*/ 652 w 875"/>
                <a:gd name="T43" fmla="*/ 391 h 417"/>
                <a:gd name="T44" fmla="*/ 648 w 875"/>
                <a:gd name="T45" fmla="*/ 398 h 417"/>
                <a:gd name="T46" fmla="*/ 641 w 875"/>
                <a:gd name="T47" fmla="*/ 400 h 417"/>
                <a:gd name="T48" fmla="*/ 626 w 875"/>
                <a:gd name="T49" fmla="*/ 396 h 417"/>
                <a:gd name="T50" fmla="*/ 622 w 875"/>
                <a:gd name="T51" fmla="*/ 389 h 417"/>
                <a:gd name="T52" fmla="*/ 615 w 875"/>
                <a:gd name="T53" fmla="*/ 398 h 417"/>
                <a:gd name="T54" fmla="*/ 607 w 875"/>
                <a:gd name="T55" fmla="*/ 405 h 417"/>
                <a:gd name="T56" fmla="*/ 596 w 875"/>
                <a:gd name="T57" fmla="*/ 412 h 417"/>
                <a:gd name="T58" fmla="*/ 593 w 875"/>
                <a:gd name="T59" fmla="*/ 396 h 417"/>
                <a:gd name="T60" fmla="*/ 586 w 875"/>
                <a:gd name="T61" fmla="*/ 400 h 417"/>
                <a:gd name="T62" fmla="*/ 577 w 875"/>
                <a:gd name="T63" fmla="*/ 403 h 417"/>
                <a:gd name="T64" fmla="*/ 565 w 875"/>
                <a:gd name="T65" fmla="*/ 398 h 417"/>
                <a:gd name="T66" fmla="*/ 546 w 875"/>
                <a:gd name="T67" fmla="*/ 384 h 417"/>
                <a:gd name="T68" fmla="*/ 515 w 875"/>
                <a:gd name="T69" fmla="*/ 398 h 417"/>
                <a:gd name="T70" fmla="*/ 515 w 875"/>
                <a:gd name="T71" fmla="*/ 386 h 417"/>
                <a:gd name="T72" fmla="*/ 501 w 875"/>
                <a:gd name="T73" fmla="*/ 372 h 417"/>
                <a:gd name="T74" fmla="*/ 470 w 875"/>
                <a:gd name="T75" fmla="*/ 370 h 417"/>
                <a:gd name="T76" fmla="*/ 451 w 875"/>
                <a:gd name="T77" fmla="*/ 370 h 417"/>
                <a:gd name="T78" fmla="*/ 435 w 875"/>
                <a:gd name="T79" fmla="*/ 367 h 417"/>
                <a:gd name="T80" fmla="*/ 402 w 875"/>
                <a:gd name="T81" fmla="*/ 360 h 417"/>
                <a:gd name="T82" fmla="*/ 385 w 875"/>
                <a:gd name="T83" fmla="*/ 346 h 417"/>
                <a:gd name="T84" fmla="*/ 376 w 875"/>
                <a:gd name="T85" fmla="*/ 334 h 417"/>
                <a:gd name="T86" fmla="*/ 366 w 875"/>
                <a:gd name="T87" fmla="*/ 329 h 417"/>
                <a:gd name="T88" fmla="*/ 350 w 875"/>
                <a:gd name="T89" fmla="*/ 334 h 417"/>
                <a:gd name="T90" fmla="*/ 335 w 875"/>
                <a:gd name="T91" fmla="*/ 337 h 417"/>
                <a:gd name="T92" fmla="*/ 302 w 875"/>
                <a:gd name="T93" fmla="*/ 315 h 417"/>
                <a:gd name="T94" fmla="*/ 302 w 875"/>
                <a:gd name="T95" fmla="*/ 223 h 417"/>
                <a:gd name="T96" fmla="*/ 302 w 875"/>
                <a:gd name="T97" fmla="*/ 109 h 417"/>
                <a:gd name="T98" fmla="*/ 269 w 875"/>
                <a:gd name="T99" fmla="*/ 76 h 417"/>
                <a:gd name="T100" fmla="*/ 68 w 875"/>
                <a:gd name="T101" fmla="*/ 74 h 417"/>
                <a:gd name="T102" fmla="*/ 2 w 875"/>
                <a:gd name="T103" fmla="*/ 24 h 417"/>
                <a:gd name="T104" fmla="*/ 89 w 875"/>
                <a:gd name="T105" fmla="*/ 12 h 417"/>
                <a:gd name="T106" fmla="*/ 262 w 875"/>
                <a:gd name="T107" fmla="*/ 12 h 417"/>
                <a:gd name="T108" fmla="*/ 449 w 875"/>
                <a:gd name="T109" fmla="*/ 12 h 417"/>
                <a:gd name="T110" fmla="*/ 633 w 875"/>
                <a:gd name="T111" fmla="*/ 8 h 417"/>
                <a:gd name="T112" fmla="*/ 818 w 875"/>
                <a:gd name="T11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5" h="417">
                  <a:moveTo>
                    <a:pt x="844" y="62"/>
                  </a:moveTo>
                  <a:lnTo>
                    <a:pt x="849" y="79"/>
                  </a:lnTo>
                  <a:lnTo>
                    <a:pt x="851" y="97"/>
                  </a:lnTo>
                  <a:lnTo>
                    <a:pt x="853" y="114"/>
                  </a:lnTo>
                  <a:lnTo>
                    <a:pt x="858" y="131"/>
                  </a:lnTo>
                  <a:lnTo>
                    <a:pt x="861" y="147"/>
                  </a:lnTo>
                  <a:lnTo>
                    <a:pt x="863" y="166"/>
                  </a:lnTo>
                  <a:lnTo>
                    <a:pt x="865" y="183"/>
                  </a:lnTo>
                  <a:lnTo>
                    <a:pt x="870" y="199"/>
                  </a:lnTo>
                  <a:lnTo>
                    <a:pt x="870" y="228"/>
                  </a:lnTo>
                  <a:lnTo>
                    <a:pt x="870" y="254"/>
                  </a:lnTo>
                  <a:lnTo>
                    <a:pt x="872" y="280"/>
                  </a:lnTo>
                  <a:lnTo>
                    <a:pt x="872" y="308"/>
                  </a:lnTo>
                  <a:lnTo>
                    <a:pt x="872" y="334"/>
                  </a:lnTo>
                  <a:lnTo>
                    <a:pt x="875" y="363"/>
                  </a:lnTo>
                  <a:lnTo>
                    <a:pt x="875" y="38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2" y="417"/>
                  </a:lnTo>
                  <a:lnTo>
                    <a:pt x="870" y="415"/>
                  </a:lnTo>
                  <a:lnTo>
                    <a:pt x="870" y="417"/>
                  </a:lnTo>
                  <a:lnTo>
                    <a:pt x="865" y="415"/>
                  </a:lnTo>
                  <a:lnTo>
                    <a:pt x="865" y="415"/>
                  </a:lnTo>
                  <a:lnTo>
                    <a:pt x="865" y="412"/>
                  </a:lnTo>
                  <a:lnTo>
                    <a:pt x="865" y="412"/>
                  </a:lnTo>
                  <a:lnTo>
                    <a:pt x="863" y="412"/>
                  </a:lnTo>
                  <a:lnTo>
                    <a:pt x="861" y="412"/>
                  </a:lnTo>
                  <a:lnTo>
                    <a:pt x="858" y="412"/>
                  </a:lnTo>
                  <a:lnTo>
                    <a:pt x="858" y="412"/>
                  </a:lnTo>
                  <a:lnTo>
                    <a:pt x="856" y="412"/>
                  </a:lnTo>
                  <a:lnTo>
                    <a:pt x="856" y="410"/>
                  </a:lnTo>
                  <a:lnTo>
                    <a:pt x="853" y="410"/>
                  </a:lnTo>
                  <a:lnTo>
                    <a:pt x="853" y="412"/>
                  </a:lnTo>
                  <a:lnTo>
                    <a:pt x="853" y="412"/>
                  </a:lnTo>
                  <a:lnTo>
                    <a:pt x="851" y="412"/>
                  </a:lnTo>
                  <a:lnTo>
                    <a:pt x="851" y="410"/>
                  </a:lnTo>
                  <a:lnTo>
                    <a:pt x="849" y="410"/>
                  </a:lnTo>
                  <a:lnTo>
                    <a:pt x="846" y="408"/>
                  </a:lnTo>
                  <a:lnTo>
                    <a:pt x="846" y="405"/>
                  </a:lnTo>
                  <a:lnTo>
                    <a:pt x="844" y="405"/>
                  </a:lnTo>
                  <a:lnTo>
                    <a:pt x="842" y="405"/>
                  </a:lnTo>
                  <a:lnTo>
                    <a:pt x="835" y="405"/>
                  </a:lnTo>
                  <a:lnTo>
                    <a:pt x="830" y="400"/>
                  </a:lnTo>
                  <a:lnTo>
                    <a:pt x="830" y="398"/>
                  </a:lnTo>
                  <a:lnTo>
                    <a:pt x="827" y="398"/>
                  </a:lnTo>
                  <a:lnTo>
                    <a:pt x="827" y="396"/>
                  </a:lnTo>
                  <a:lnTo>
                    <a:pt x="827" y="396"/>
                  </a:lnTo>
                  <a:lnTo>
                    <a:pt x="825" y="396"/>
                  </a:lnTo>
                  <a:lnTo>
                    <a:pt x="825" y="393"/>
                  </a:lnTo>
                  <a:lnTo>
                    <a:pt x="825" y="393"/>
                  </a:lnTo>
                  <a:lnTo>
                    <a:pt x="825" y="393"/>
                  </a:lnTo>
                  <a:lnTo>
                    <a:pt x="823" y="393"/>
                  </a:lnTo>
                  <a:lnTo>
                    <a:pt x="823" y="391"/>
                  </a:lnTo>
                  <a:lnTo>
                    <a:pt x="820" y="391"/>
                  </a:lnTo>
                  <a:lnTo>
                    <a:pt x="818" y="391"/>
                  </a:lnTo>
                  <a:lnTo>
                    <a:pt x="816" y="391"/>
                  </a:lnTo>
                  <a:lnTo>
                    <a:pt x="813" y="386"/>
                  </a:lnTo>
                  <a:lnTo>
                    <a:pt x="811" y="386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6" y="384"/>
                  </a:lnTo>
                  <a:lnTo>
                    <a:pt x="806" y="384"/>
                  </a:lnTo>
                  <a:lnTo>
                    <a:pt x="804" y="381"/>
                  </a:lnTo>
                  <a:lnTo>
                    <a:pt x="797" y="381"/>
                  </a:lnTo>
                  <a:lnTo>
                    <a:pt x="797" y="381"/>
                  </a:lnTo>
                  <a:lnTo>
                    <a:pt x="794" y="381"/>
                  </a:lnTo>
                  <a:lnTo>
                    <a:pt x="794" y="384"/>
                  </a:lnTo>
                  <a:lnTo>
                    <a:pt x="794" y="386"/>
                  </a:lnTo>
                  <a:lnTo>
                    <a:pt x="792" y="389"/>
                  </a:lnTo>
                  <a:lnTo>
                    <a:pt x="792" y="386"/>
                  </a:lnTo>
                  <a:lnTo>
                    <a:pt x="792" y="389"/>
                  </a:lnTo>
                  <a:lnTo>
                    <a:pt x="790" y="389"/>
                  </a:lnTo>
                  <a:lnTo>
                    <a:pt x="790" y="389"/>
                  </a:lnTo>
                  <a:lnTo>
                    <a:pt x="790" y="391"/>
                  </a:lnTo>
                  <a:lnTo>
                    <a:pt x="787" y="389"/>
                  </a:lnTo>
                  <a:lnTo>
                    <a:pt x="787" y="389"/>
                  </a:lnTo>
                  <a:lnTo>
                    <a:pt x="787" y="391"/>
                  </a:lnTo>
                  <a:lnTo>
                    <a:pt x="787" y="391"/>
                  </a:lnTo>
                  <a:lnTo>
                    <a:pt x="785" y="391"/>
                  </a:lnTo>
                  <a:lnTo>
                    <a:pt x="785" y="393"/>
                  </a:lnTo>
                  <a:lnTo>
                    <a:pt x="785" y="393"/>
                  </a:lnTo>
                  <a:lnTo>
                    <a:pt x="785" y="393"/>
                  </a:lnTo>
                  <a:lnTo>
                    <a:pt x="775" y="393"/>
                  </a:lnTo>
                  <a:lnTo>
                    <a:pt x="775" y="393"/>
                  </a:lnTo>
                  <a:lnTo>
                    <a:pt x="773" y="393"/>
                  </a:lnTo>
                  <a:lnTo>
                    <a:pt x="773" y="391"/>
                  </a:lnTo>
                  <a:lnTo>
                    <a:pt x="773" y="391"/>
                  </a:lnTo>
                  <a:lnTo>
                    <a:pt x="771" y="391"/>
                  </a:lnTo>
                  <a:lnTo>
                    <a:pt x="771" y="391"/>
                  </a:lnTo>
                  <a:lnTo>
                    <a:pt x="771" y="393"/>
                  </a:lnTo>
                  <a:lnTo>
                    <a:pt x="771" y="393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6" y="391"/>
                  </a:lnTo>
                  <a:lnTo>
                    <a:pt x="764" y="391"/>
                  </a:lnTo>
                  <a:lnTo>
                    <a:pt x="766" y="389"/>
                  </a:lnTo>
                  <a:lnTo>
                    <a:pt x="764" y="386"/>
                  </a:lnTo>
                  <a:lnTo>
                    <a:pt x="764" y="386"/>
                  </a:lnTo>
                  <a:lnTo>
                    <a:pt x="761" y="384"/>
                  </a:lnTo>
                  <a:lnTo>
                    <a:pt x="759" y="384"/>
                  </a:lnTo>
                  <a:lnTo>
                    <a:pt x="759" y="384"/>
                  </a:lnTo>
                  <a:lnTo>
                    <a:pt x="756" y="384"/>
                  </a:lnTo>
                  <a:lnTo>
                    <a:pt x="756" y="386"/>
                  </a:lnTo>
                  <a:lnTo>
                    <a:pt x="756" y="386"/>
                  </a:lnTo>
                  <a:lnTo>
                    <a:pt x="754" y="386"/>
                  </a:lnTo>
                  <a:lnTo>
                    <a:pt x="754" y="386"/>
                  </a:lnTo>
                  <a:lnTo>
                    <a:pt x="752" y="389"/>
                  </a:lnTo>
                  <a:lnTo>
                    <a:pt x="749" y="389"/>
                  </a:lnTo>
                  <a:lnTo>
                    <a:pt x="749" y="389"/>
                  </a:lnTo>
                  <a:lnTo>
                    <a:pt x="747" y="391"/>
                  </a:lnTo>
                  <a:lnTo>
                    <a:pt x="747" y="391"/>
                  </a:lnTo>
                  <a:lnTo>
                    <a:pt x="747" y="391"/>
                  </a:lnTo>
                  <a:lnTo>
                    <a:pt x="745" y="391"/>
                  </a:lnTo>
                  <a:lnTo>
                    <a:pt x="742" y="391"/>
                  </a:lnTo>
                  <a:lnTo>
                    <a:pt x="740" y="391"/>
                  </a:lnTo>
                  <a:lnTo>
                    <a:pt x="740" y="396"/>
                  </a:lnTo>
                  <a:lnTo>
                    <a:pt x="740" y="396"/>
                  </a:lnTo>
                  <a:lnTo>
                    <a:pt x="740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5" y="396"/>
                  </a:lnTo>
                  <a:lnTo>
                    <a:pt x="733" y="398"/>
                  </a:lnTo>
                  <a:lnTo>
                    <a:pt x="733" y="396"/>
                  </a:lnTo>
                  <a:lnTo>
                    <a:pt x="726" y="393"/>
                  </a:lnTo>
                  <a:lnTo>
                    <a:pt x="726" y="391"/>
                  </a:lnTo>
                  <a:lnTo>
                    <a:pt x="723" y="391"/>
                  </a:lnTo>
                  <a:lnTo>
                    <a:pt x="723" y="393"/>
                  </a:lnTo>
                  <a:lnTo>
                    <a:pt x="721" y="393"/>
                  </a:lnTo>
                  <a:lnTo>
                    <a:pt x="721" y="396"/>
                  </a:lnTo>
                  <a:lnTo>
                    <a:pt x="721" y="396"/>
                  </a:lnTo>
                  <a:lnTo>
                    <a:pt x="719" y="396"/>
                  </a:lnTo>
                  <a:lnTo>
                    <a:pt x="716" y="398"/>
                  </a:lnTo>
                  <a:lnTo>
                    <a:pt x="714" y="398"/>
                  </a:lnTo>
                  <a:lnTo>
                    <a:pt x="712" y="398"/>
                  </a:lnTo>
                  <a:lnTo>
                    <a:pt x="707" y="398"/>
                  </a:lnTo>
                  <a:lnTo>
                    <a:pt x="704" y="400"/>
                  </a:lnTo>
                  <a:lnTo>
                    <a:pt x="704" y="400"/>
                  </a:lnTo>
                  <a:lnTo>
                    <a:pt x="702" y="400"/>
                  </a:lnTo>
                  <a:lnTo>
                    <a:pt x="702" y="403"/>
                  </a:lnTo>
                  <a:lnTo>
                    <a:pt x="700" y="405"/>
                  </a:lnTo>
                  <a:lnTo>
                    <a:pt x="700" y="408"/>
                  </a:lnTo>
                  <a:lnTo>
                    <a:pt x="697" y="410"/>
                  </a:lnTo>
                  <a:lnTo>
                    <a:pt x="695" y="410"/>
                  </a:lnTo>
                  <a:lnTo>
                    <a:pt x="690" y="410"/>
                  </a:lnTo>
                  <a:lnTo>
                    <a:pt x="688" y="410"/>
                  </a:lnTo>
                  <a:lnTo>
                    <a:pt x="688" y="410"/>
                  </a:lnTo>
                  <a:lnTo>
                    <a:pt x="688" y="412"/>
                  </a:lnTo>
                  <a:lnTo>
                    <a:pt x="688" y="415"/>
                  </a:lnTo>
                  <a:lnTo>
                    <a:pt x="683" y="417"/>
                  </a:lnTo>
                  <a:lnTo>
                    <a:pt x="681" y="415"/>
                  </a:lnTo>
                  <a:lnTo>
                    <a:pt x="678" y="410"/>
                  </a:lnTo>
                  <a:lnTo>
                    <a:pt x="676" y="408"/>
                  </a:lnTo>
                  <a:lnTo>
                    <a:pt x="674" y="408"/>
                  </a:lnTo>
                  <a:lnTo>
                    <a:pt x="667" y="408"/>
                  </a:lnTo>
                  <a:lnTo>
                    <a:pt x="667" y="408"/>
                  </a:lnTo>
                  <a:lnTo>
                    <a:pt x="664" y="405"/>
                  </a:lnTo>
                  <a:lnTo>
                    <a:pt x="664" y="405"/>
                  </a:lnTo>
                  <a:lnTo>
                    <a:pt x="664" y="403"/>
                  </a:lnTo>
                  <a:lnTo>
                    <a:pt x="664" y="403"/>
                  </a:lnTo>
                  <a:lnTo>
                    <a:pt x="662" y="403"/>
                  </a:lnTo>
                  <a:lnTo>
                    <a:pt x="662" y="403"/>
                  </a:lnTo>
                  <a:lnTo>
                    <a:pt x="657" y="400"/>
                  </a:lnTo>
                  <a:lnTo>
                    <a:pt x="657" y="400"/>
                  </a:lnTo>
                  <a:lnTo>
                    <a:pt x="655" y="400"/>
                  </a:lnTo>
                  <a:lnTo>
                    <a:pt x="655" y="398"/>
                  </a:lnTo>
                  <a:lnTo>
                    <a:pt x="655" y="398"/>
                  </a:lnTo>
                  <a:lnTo>
                    <a:pt x="655" y="398"/>
                  </a:lnTo>
                  <a:lnTo>
                    <a:pt x="655" y="396"/>
                  </a:lnTo>
                  <a:lnTo>
                    <a:pt x="657" y="396"/>
                  </a:lnTo>
                  <a:lnTo>
                    <a:pt x="657" y="393"/>
                  </a:lnTo>
                  <a:lnTo>
                    <a:pt x="655" y="393"/>
                  </a:lnTo>
                  <a:lnTo>
                    <a:pt x="652" y="391"/>
                  </a:lnTo>
                  <a:lnTo>
                    <a:pt x="650" y="391"/>
                  </a:lnTo>
                  <a:lnTo>
                    <a:pt x="650" y="391"/>
                  </a:lnTo>
                  <a:lnTo>
                    <a:pt x="650" y="391"/>
                  </a:lnTo>
                  <a:lnTo>
                    <a:pt x="650" y="393"/>
                  </a:lnTo>
                  <a:lnTo>
                    <a:pt x="648" y="393"/>
                  </a:lnTo>
                  <a:lnTo>
                    <a:pt x="648" y="398"/>
                  </a:lnTo>
                  <a:lnTo>
                    <a:pt x="648" y="398"/>
                  </a:lnTo>
                  <a:lnTo>
                    <a:pt x="648" y="398"/>
                  </a:lnTo>
                  <a:lnTo>
                    <a:pt x="645" y="398"/>
                  </a:lnTo>
                  <a:lnTo>
                    <a:pt x="645" y="400"/>
                  </a:lnTo>
                  <a:lnTo>
                    <a:pt x="645" y="400"/>
                  </a:lnTo>
                  <a:lnTo>
                    <a:pt x="643" y="400"/>
                  </a:lnTo>
                  <a:lnTo>
                    <a:pt x="643" y="400"/>
                  </a:lnTo>
                  <a:lnTo>
                    <a:pt x="641" y="400"/>
                  </a:lnTo>
                  <a:lnTo>
                    <a:pt x="641" y="400"/>
                  </a:lnTo>
                  <a:lnTo>
                    <a:pt x="641" y="400"/>
                  </a:lnTo>
                  <a:lnTo>
                    <a:pt x="636" y="398"/>
                  </a:lnTo>
                  <a:lnTo>
                    <a:pt x="636" y="398"/>
                  </a:lnTo>
                  <a:lnTo>
                    <a:pt x="636" y="398"/>
                  </a:lnTo>
                  <a:lnTo>
                    <a:pt x="631" y="398"/>
                  </a:lnTo>
                  <a:lnTo>
                    <a:pt x="631" y="398"/>
                  </a:lnTo>
                  <a:lnTo>
                    <a:pt x="629" y="398"/>
                  </a:lnTo>
                  <a:lnTo>
                    <a:pt x="629" y="398"/>
                  </a:lnTo>
                  <a:lnTo>
                    <a:pt x="626" y="396"/>
                  </a:lnTo>
                  <a:lnTo>
                    <a:pt x="626" y="396"/>
                  </a:lnTo>
                  <a:lnTo>
                    <a:pt x="626" y="393"/>
                  </a:lnTo>
                  <a:lnTo>
                    <a:pt x="626" y="391"/>
                  </a:lnTo>
                  <a:lnTo>
                    <a:pt x="624" y="389"/>
                  </a:lnTo>
                  <a:lnTo>
                    <a:pt x="624" y="389"/>
                  </a:lnTo>
                  <a:lnTo>
                    <a:pt x="624" y="389"/>
                  </a:lnTo>
                  <a:lnTo>
                    <a:pt x="622" y="389"/>
                  </a:lnTo>
                  <a:lnTo>
                    <a:pt x="622" y="389"/>
                  </a:lnTo>
                  <a:lnTo>
                    <a:pt x="622" y="389"/>
                  </a:lnTo>
                  <a:lnTo>
                    <a:pt x="617" y="389"/>
                  </a:lnTo>
                  <a:lnTo>
                    <a:pt x="617" y="389"/>
                  </a:lnTo>
                  <a:lnTo>
                    <a:pt x="617" y="389"/>
                  </a:lnTo>
                  <a:lnTo>
                    <a:pt x="615" y="389"/>
                  </a:lnTo>
                  <a:lnTo>
                    <a:pt x="615" y="391"/>
                  </a:lnTo>
                  <a:lnTo>
                    <a:pt x="615" y="393"/>
                  </a:lnTo>
                  <a:lnTo>
                    <a:pt x="615" y="398"/>
                  </a:lnTo>
                  <a:lnTo>
                    <a:pt x="612" y="400"/>
                  </a:lnTo>
                  <a:lnTo>
                    <a:pt x="610" y="400"/>
                  </a:lnTo>
                  <a:lnTo>
                    <a:pt x="605" y="400"/>
                  </a:lnTo>
                  <a:lnTo>
                    <a:pt x="605" y="403"/>
                  </a:lnTo>
                  <a:lnTo>
                    <a:pt x="607" y="403"/>
                  </a:lnTo>
                  <a:lnTo>
                    <a:pt x="607" y="403"/>
                  </a:lnTo>
                  <a:lnTo>
                    <a:pt x="607" y="405"/>
                  </a:lnTo>
                  <a:lnTo>
                    <a:pt x="607" y="405"/>
                  </a:lnTo>
                  <a:lnTo>
                    <a:pt x="605" y="408"/>
                  </a:lnTo>
                  <a:lnTo>
                    <a:pt x="605" y="408"/>
                  </a:lnTo>
                  <a:lnTo>
                    <a:pt x="605" y="412"/>
                  </a:lnTo>
                  <a:lnTo>
                    <a:pt x="605" y="415"/>
                  </a:lnTo>
                  <a:lnTo>
                    <a:pt x="603" y="417"/>
                  </a:lnTo>
                  <a:lnTo>
                    <a:pt x="600" y="417"/>
                  </a:lnTo>
                  <a:lnTo>
                    <a:pt x="596" y="415"/>
                  </a:lnTo>
                  <a:lnTo>
                    <a:pt x="596" y="412"/>
                  </a:lnTo>
                  <a:lnTo>
                    <a:pt x="593" y="410"/>
                  </a:lnTo>
                  <a:lnTo>
                    <a:pt x="593" y="408"/>
                  </a:lnTo>
                  <a:lnTo>
                    <a:pt x="593" y="405"/>
                  </a:lnTo>
                  <a:lnTo>
                    <a:pt x="596" y="400"/>
                  </a:lnTo>
                  <a:lnTo>
                    <a:pt x="596" y="398"/>
                  </a:lnTo>
                  <a:lnTo>
                    <a:pt x="596" y="398"/>
                  </a:lnTo>
                  <a:lnTo>
                    <a:pt x="593" y="396"/>
                  </a:lnTo>
                  <a:lnTo>
                    <a:pt x="593" y="396"/>
                  </a:lnTo>
                  <a:lnTo>
                    <a:pt x="591" y="393"/>
                  </a:lnTo>
                  <a:lnTo>
                    <a:pt x="591" y="393"/>
                  </a:lnTo>
                  <a:lnTo>
                    <a:pt x="591" y="396"/>
                  </a:lnTo>
                  <a:lnTo>
                    <a:pt x="589" y="396"/>
                  </a:lnTo>
                  <a:lnTo>
                    <a:pt x="589" y="396"/>
                  </a:lnTo>
                  <a:lnTo>
                    <a:pt x="589" y="398"/>
                  </a:lnTo>
                  <a:lnTo>
                    <a:pt x="586" y="400"/>
                  </a:lnTo>
                  <a:lnTo>
                    <a:pt x="586" y="400"/>
                  </a:lnTo>
                  <a:lnTo>
                    <a:pt x="584" y="398"/>
                  </a:lnTo>
                  <a:lnTo>
                    <a:pt x="581" y="398"/>
                  </a:lnTo>
                  <a:lnTo>
                    <a:pt x="581" y="400"/>
                  </a:lnTo>
                  <a:lnTo>
                    <a:pt x="579" y="400"/>
                  </a:lnTo>
                  <a:lnTo>
                    <a:pt x="579" y="400"/>
                  </a:lnTo>
                  <a:lnTo>
                    <a:pt x="579" y="400"/>
                  </a:lnTo>
                  <a:lnTo>
                    <a:pt x="579" y="403"/>
                  </a:lnTo>
                  <a:lnTo>
                    <a:pt x="577" y="403"/>
                  </a:lnTo>
                  <a:lnTo>
                    <a:pt x="577" y="403"/>
                  </a:lnTo>
                  <a:lnTo>
                    <a:pt x="577" y="405"/>
                  </a:lnTo>
                  <a:lnTo>
                    <a:pt x="574" y="405"/>
                  </a:lnTo>
                  <a:lnTo>
                    <a:pt x="570" y="405"/>
                  </a:lnTo>
                  <a:lnTo>
                    <a:pt x="567" y="405"/>
                  </a:lnTo>
                  <a:lnTo>
                    <a:pt x="567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62" y="396"/>
                  </a:lnTo>
                  <a:lnTo>
                    <a:pt x="560" y="396"/>
                  </a:lnTo>
                  <a:lnTo>
                    <a:pt x="555" y="396"/>
                  </a:lnTo>
                  <a:lnTo>
                    <a:pt x="553" y="396"/>
                  </a:lnTo>
                  <a:lnTo>
                    <a:pt x="553" y="393"/>
                  </a:lnTo>
                  <a:lnTo>
                    <a:pt x="553" y="389"/>
                  </a:lnTo>
                  <a:lnTo>
                    <a:pt x="551" y="386"/>
                  </a:lnTo>
                  <a:lnTo>
                    <a:pt x="546" y="384"/>
                  </a:lnTo>
                  <a:lnTo>
                    <a:pt x="544" y="386"/>
                  </a:lnTo>
                  <a:lnTo>
                    <a:pt x="539" y="389"/>
                  </a:lnTo>
                  <a:lnTo>
                    <a:pt x="532" y="398"/>
                  </a:lnTo>
                  <a:lnTo>
                    <a:pt x="527" y="400"/>
                  </a:lnTo>
                  <a:lnTo>
                    <a:pt x="522" y="400"/>
                  </a:lnTo>
                  <a:lnTo>
                    <a:pt x="518" y="400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6"/>
                  </a:lnTo>
                  <a:lnTo>
                    <a:pt x="515" y="396"/>
                  </a:lnTo>
                  <a:lnTo>
                    <a:pt x="515" y="393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3" y="386"/>
                  </a:lnTo>
                  <a:lnTo>
                    <a:pt x="510" y="384"/>
                  </a:lnTo>
                  <a:lnTo>
                    <a:pt x="506" y="384"/>
                  </a:lnTo>
                  <a:lnTo>
                    <a:pt x="501" y="381"/>
                  </a:lnTo>
                  <a:lnTo>
                    <a:pt x="501" y="377"/>
                  </a:lnTo>
                  <a:lnTo>
                    <a:pt x="499" y="374"/>
                  </a:lnTo>
                  <a:lnTo>
                    <a:pt x="501" y="372"/>
                  </a:lnTo>
                  <a:lnTo>
                    <a:pt x="501" y="367"/>
                  </a:lnTo>
                  <a:lnTo>
                    <a:pt x="499" y="367"/>
                  </a:lnTo>
                  <a:lnTo>
                    <a:pt x="496" y="367"/>
                  </a:lnTo>
                  <a:lnTo>
                    <a:pt x="492" y="367"/>
                  </a:lnTo>
                  <a:lnTo>
                    <a:pt x="487" y="370"/>
                  </a:lnTo>
                  <a:lnTo>
                    <a:pt x="475" y="367"/>
                  </a:lnTo>
                  <a:lnTo>
                    <a:pt x="473" y="367"/>
                  </a:lnTo>
                  <a:lnTo>
                    <a:pt x="470" y="370"/>
                  </a:lnTo>
                  <a:lnTo>
                    <a:pt x="468" y="372"/>
                  </a:lnTo>
                  <a:lnTo>
                    <a:pt x="468" y="374"/>
                  </a:lnTo>
                  <a:lnTo>
                    <a:pt x="466" y="374"/>
                  </a:lnTo>
                  <a:lnTo>
                    <a:pt x="463" y="377"/>
                  </a:lnTo>
                  <a:lnTo>
                    <a:pt x="458" y="377"/>
                  </a:lnTo>
                  <a:lnTo>
                    <a:pt x="458" y="374"/>
                  </a:lnTo>
                  <a:lnTo>
                    <a:pt x="454" y="372"/>
                  </a:lnTo>
                  <a:lnTo>
                    <a:pt x="451" y="370"/>
                  </a:lnTo>
                  <a:lnTo>
                    <a:pt x="451" y="370"/>
                  </a:lnTo>
                  <a:lnTo>
                    <a:pt x="449" y="367"/>
                  </a:lnTo>
                  <a:lnTo>
                    <a:pt x="449" y="365"/>
                  </a:lnTo>
                  <a:lnTo>
                    <a:pt x="447" y="365"/>
                  </a:lnTo>
                  <a:lnTo>
                    <a:pt x="444" y="365"/>
                  </a:lnTo>
                  <a:lnTo>
                    <a:pt x="442" y="365"/>
                  </a:lnTo>
                  <a:lnTo>
                    <a:pt x="435" y="370"/>
                  </a:lnTo>
                  <a:lnTo>
                    <a:pt x="435" y="367"/>
                  </a:lnTo>
                  <a:lnTo>
                    <a:pt x="421" y="365"/>
                  </a:lnTo>
                  <a:lnTo>
                    <a:pt x="418" y="365"/>
                  </a:lnTo>
                  <a:lnTo>
                    <a:pt x="411" y="360"/>
                  </a:lnTo>
                  <a:lnTo>
                    <a:pt x="409" y="360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04" y="360"/>
                  </a:lnTo>
                  <a:lnTo>
                    <a:pt x="402" y="360"/>
                  </a:lnTo>
                  <a:lnTo>
                    <a:pt x="397" y="360"/>
                  </a:lnTo>
                  <a:lnTo>
                    <a:pt x="395" y="358"/>
                  </a:lnTo>
                  <a:lnTo>
                    <a:pt x="390" y="360"/>
                  </a:lnTo>
                  <a:lnTo>
                    <a:pt x="387" y="358"/>
                  </a:lnTo>
                  <a:lnTo>
                    <a:pt x="385" y="358"/>
                  </a:lnTo>
                  <a:lnTo>
                    <a:pt x="385" y="355"/>
                  </a:lnTo>
                  <a:lnTo>
                    <a:pt x="385" y="348"/>
                  </a:lnTo>
                  <a:lnTo>
                    <a:pt x="385" y="346"/>
                  </a:lnTo>
                  <a:lnTo>
                    <a:pt x="385" y="346"/>
                  </a:lnTo>
                  <a:lnTo>
                    <a:pt x="385" y="344"/>
                  </a:lnTo>
                  <a:lnTo>
                    <a:pt x="380" y="341"/>
                  </a:lnTo>
                  <a:lnTo>
                    <a:pt x="380" y="339"/>
                  </a:lnTo>
                  <a:lnTo>
                    <a:pt x="380" y="337"/>
                  </a:lnTo>
                  <a:lnTo>
                    <a:pt x="378" y="334"/>
                  </a:lnTo>
                  <a:lnTo>
                    <a:pt x="376" y="334"/>
                  </a:lnTo>
                  <a:lnTo>
                    <a:pt x="376" y="334"/>
                  </a:lnTo>
                  <a:lnTo>
                    <a:pt x="373" y="334"/>
                  </a:lnTo>
                  <a:lnTo>
                    <a:pt x="373" y="334"/>
                  </a:lnTo>
                  <a:lnTo>
                    <a:pt x="371" y="332"/>
                  </a:lnTo>
                  <a:lnTo>
                    <a:pt x="371" y="332"/>
                  </a:lnTo>
                  <a:lnTo>
                    <a:pt x="371" y="332"/>
                  </a:lnTo>
                  <a:lnTo>
                    <a:pt x="371" y="329"/>
                  </a:lnTo>
                  <a:lnTo>
                    <a:pt x="369" y="329"/>
                  </a:lnTo>
                  <a:lnTo>
                    <a:pt x="366" y="329"/>
                  </a:lnTo>
                  <a:lnTo>
                    <a:pt x="366" y="329"/>
                  </a:lnTo>
                  <a:lnTo>
                    <a:pt x="366" y="337"/>
                  </a:lnTo>
                  <a:lnTo>
                    <a:pt x="364" y="339"/>
                  </a:lnTo>
                  <a:lnTo>
                    <a:pt x="364" y="339"/>
                  </a:lnTo>
                  <a:lnTo>
                    <a:pt x="361" y="339"/>
                  </a:lnTo>
                  <a:lnTo>
                    <a:pt x="359" y="339"/>
                  </a:lnTo>
                  <a:lnTo>
                    <a:pt x="354" y="337"/>
                  </a:lnTo>
                  <a:lnTo>
                    <a:pt x="350" y="334"/>
                  </a:lnTo>
                  <a:lnTo>
                    <a:pt x="350" y="334"/>
                  </a:lnTo>
                  <a:lnTo>
                    <a:pt x="347" y="337"/>
                  </a:lnTo>
                  <a:lnTo>
                    <a:pt x="347" y="337"/>
                  </a:lnTo>
                  <a:lnTo>
                    <a:pt x="345" y="339"/>
                  </a:lnTo>
                  <a:lnTo>
                    <a:pt x="345" y="339"/>
                  </a:lnTo>
                  <a:lnTo>
                    <a:pt x="338" y="339"/>
                  </a:lnTo>
                  <a:lnTo>
                    <a:pt x="335" y="337"/>
                  </a:lnTo>
                  <a:lnTo>
                    <a:pt x="335" y="337"/>
                  </a:lnTo>
                  <a:lnTo>
                    <a:pt x="333" y="332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5"/>
                  </a:lnTo>
                  <a:lnTo>
                    <a:pt x="309" y="313"/>
                  </a:lnTo>
                  <a:lnTo>
                    <a:pt x="305" y="315"/>
                  </a:lnTo>
                  <a:lnTo>
                    <a:pt x="302" y="315"/>
                  </a:lnTo>
                  <a:lnTo>
                    <a:pt x="302" y="313"/>
                  </a:lnTo>
                  <a:lnTo>
                    <a:pt x="302" y="308"/>
                  </a:lnTo>
                  <a:lnTo>
                    <a:pt x="302" y="294"/>
                  </a:lnTo>
                  <a:lnTo>
                    <a:pt x="302" y="280"/>
                  </a:lnTo>
                  <a:lnTo>
                    <a:pt x="302" y="266"/>
                  </a:lnTo>
                  <a:lnTo>
                    <a:pt x="302" y="251"/>
                  </a:lnTo>
                  <a:lnTo>
                    <a:pt x="302" y="237"/>
                  </a:lnTo>
                  <a:lnTo>
                    <a:pt x="302" y="223"/>
                  </a:lnTo>
                  <a:lnTo>
                    <a:pt x="302" y="209"/>
                  </a:lnTo>
                  <a:lnTo>
                    <a:pt x="302" y="195"/>
                  </a:lnTo>
                  <a:lnTo>
                    <a:pt x="302" y="180"/>
                  </a:lnTo>
                  <a:lnTo>
                    <a:pt x="302" y="166"/>
                  </a:lnTo>
                  <a:lnTo>
                    <a:pt x="302" y="152"/>
                  </a:lnTo>
                  <a:lnTo>
                    <a:pt x="302" y="138"/>
                  </a:lnTo>
                  <a:lnTo>
                    <a:pt x="302" y="124"/>
                  </a:lnTo>
                  <a:lnTo>
                    <a:pt x="302" y="109"/>
                  </a:lnTo>
                  <a:lnTo>
                    <a:pt x="302" y="95"/>
                  </a:lnTo>
                  <a:lnTo>
                    <a:pt x="302" y="81"/>
                  </a:lnTo>
                  <a:lnTo>
                    <a:pt x="302" y="76"/>
                  </a:lnTo>
                  <a:lnTo>
                    <a:pt x="302" y="76"/>
                  </a:lnTo>
                  <a:lnTo>
                    <a:pt x="295" y="76"/>
                  </a:lnTo>
                  <a:lnTo>
                    <a:pt x="293" y="76"/>
                  </a:lnTo>
                  <a:lnTo>
                    <a:pt x="283" y="76"/>
                  </a:lnTo>
                  <a:lnTo>
                    <a:pt x="269" y="76"/>
                  </a:lnTo>
                  <a:lnTo>
                    <a:pt x="250" y="76"/>
                  </a:lnTo>
                  <a:lnTo>
                    <a:pt x="227" y="76"/>
                  </a:lnTo>
                  <a:lnTo>
                    <a:pt x="203" y="74"/>
                  </a:lnTo>
                  <a:lnTo>
                    <a:pt x="177" y="74"/>
                  </a:lnTo>
                  <a:lnTo>
                    <a:pt x="149" y="74"/>
                  </a:lnTo>
                  <a:lnTo>
                    <a:pt x="120" y="74"/>
                  </a:lnTo>
                  <a:lnTo>
                    <a:pt x="94" y="74"/>
                  </a:lnTo>
                  <a:lnTo>
                    <a:pt x="68" y="74"/>
                  </a:lnTo>
                  <a:lnTo>
                    <a:pt x="47" y="71"/>
                  </a:lnTo>
                  <a:lnTo>
                    <a:pt x="28" y="71"/>
                  </a:lnTo>
                  <a:lnTo>
                    <a:pt x="14" y="71"/>
                  </a:lnTo>
                  <a:lnTo>
                    <a:pt x="4" y="71"/>
                  </a:lnTo>
                  <a:lnTo>
                    <a:pt x="0" y="71"/>
                  </a:lnTo>
                  <a:lnTo>
                    <a:pt x="2" y="55"/>
                  </a:lnTo>
                  <a:lnTo>
                    <a:pt x="2" y="41"/>
                  </a:lnTo>
                  <a:lnTo>
                    <a:pt x="2" y="24"/>
                  </a:lnTo>
                  <a:lnTo>
                    <a:pt x="2" y="10"/>
                  </a:lnTo>
                  <a:lnTo>
                    <a:pt x="14" y="10"/>
                  </a:lnTo>
                  <a:lnTo>
                    <a:pt x="28" y="10"/>
                  </a:lnTo>
                  <a:lnTo>
                    <a:pt x="40" y="10"/>
                  </a:lnTo>
                  <a:lnTo>
                    <a:pt x="52" y="10"/>
                  </a:lnTo>
                  <a:lnTo>
                    <a:pt x="63" y="10"/>
                  </a:lnTo>
                  <a:lnTo>
                    <a:pt x="78" y="10"/>
                  </a:lnTo>
                  <a:lnTo>
                    <a:pt x="89" y="12"/>
                  </a:lnTo>
                  <a:lnTo>
                    <a:pt x="101" y="12"/>
                  </a:lnTo>
                  <a:lnTo>
                    <a:pt x="125" y="12"/>
                  </a:lnTo>
                  <a:lnTo>
                    <a:pt x="149" y="12"/>
                  </a:lnTo>
                  <a:lnTo>
                    <a:pt x="170" y="12"/>
                  </a:lnTo>
                  <a:lnTo>
                    <a:pt x="193" y="12"/>
                  </a:lnTo>
                  <a:lnTo>
                    <a:pt x="217" y="12"/>
                  </a:lnTo>
                  <a:lnTo>
                    <a:pt x="241" y="12"/>
                  </a:lnTo>
                  <a:lnTo>
                    <a:pt x="262" y="12"/>
                  </a:lnTo>
                  <a:lnTo>
                    <a:pt x="286" y="12"/>
                  </a:lnTo>
                  <a:lnTo>
                    <a:pt x="309" y="12"/>
                  </a:lnTo>
                  <a:lnTo>
                    <a:pt x="333" y="12"/>
                  </a:lnTo>
                  <a:lnTo>
                    <a:pt x="357" y="12"/>
                  </a:lnTo>
                  <a:lnTo>
                    <a:pt x="378" y="12"/>
                  </a:lnTo>
                  <a:lnTo>
                    <a:pt x="402" y="12"/>
                  </a:lnTo>
                  <a:lnTo>
                    <a:pt x="425" y="12"/>
                  </a:lnTo>
                  <a:lnTo>
                    <a:pt x="449" y="12"/>
                  </a:lnTo>
                  <a:lnTo>
                    <a:pt x="473" y="12"/>
                  </a:lnTo>
                  <a:lnTo>
                    <a:pt x="494" y="12"/>
                  </a:lnTo>
                  <a:lnTo>
                    <a:pt x="518" y="12"/>
                  </a:lnTo>
                  <a:lnTo>
                    <a:pt x="541" y="10"/>
                  </a:lnTo>
                  <a:lnTo>
                    <a:pt x="565" y="10"/>
                  </a:lnTo>
                  <a:lnTo>
                    <a:pt x="586" y="10"/>
                  </a:lnTo>
                  <a:lnTo>
                    <a:pt x="610" y="10"/>
                  </a:lnTo>
                  <a:lnTo>
                    <a:pt x="633" y="8"/>
                  </a:lnTo>
                  <a:lnTo>
                    <a:pt x="657" y="8"/>
                  </a:lnTo>
                  <a:lnTo>
                    <a:pt x="681" y="8"/>
                  </a:lnTo>
                  <a:lnTo>
                    <a:pt x="702" y="5"/>
                  </a:lnTo>
                  <a:lnTo>
                    <a:pt x="726" y="5"/>
                  </a:lnTo>
                  <a:lnTo>
                    <a:pt x="749" y="5"/>
                  </a:lnTo>
                  <a:lnTo>
                    <a:pt x="773" y="3"/>
                  </a:lnTo>
                  <a:lnTo>
                    <a:pt x="794" y="3"/>
                  </a:lnTo>
                  <a:lnTo>
                    <a:pt x="818" y="0"/>
                  </a:lnTo>
                  <a:lnTo>
                    <a:pt x="842" y="0"/>
                  </a:lnTo>
                  <a:lnTo>
                    <a:pt x="842" y="15"/>
                  </a:lnTo>
                  <a:lnTo>
                    <a:pt x="844" y="31"/>
                  </a:lnTo>
                  <a:lnTo>
                    <a:pt x="844" y="48"/>
                  </a:lnTo>
                  <a:lnTo>
                    <a:pt x="844" y="62"/>
                  </a:lnTo>
                  <a:lnTo>
                    <a:pt x="844" y="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39" name="Freeform 20">
              <a:extLst>
                <a:ext uri="{FF2B5EF4-FFF2-40B4-BE49-F238E27FC236}">
                  <a16:creationId xmlns:a16="http://schemas.microsoft.com/office/drawing/2014/main" id="{AE71A74E-304A-4FC7-8774-ED69E291A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356" y="2503815"/>
              <a:ext cx="400284" cy="442767"/>
            </a:xfrm>
            <a:custGeom>
              <a:avLst/>
              <a:gdLst>
                <a:gd name="T0" fmla="*/ 419 w 424"/>
                <a:gd name="T1" fmla="*/ 137 h 469"/>
                <a:gd name="T2" fmla="*/ 398 w 424"/>
                <a:gd name="T3" fmla="*/ 9 h 469"/>
                <a:gd name="T4" fmla="*/ 362 w 424"/>
                <a:gd name="T5" fmla="*/ 19 h 469"/>
                <a:gd name="T6" fmla="*/ 289 w 424"/>
                <a:gd name="T7" fmla="*/ 78 h 469"/>
                <a:gd name="T8" fmla="*/ 263 w 424"/>
                <a:gd name="T9" fmla="*/ 80 h 469"/>
                <a:gd name="T10" fmla="*/ 228 w 424"/>
                <a:gd name="T11" fmla="*/ 102 h 469"/>
                <a:gd name="T12" fmla="*/ 206 w 424"/>
                <a:gd name="T13" fmla="*/ 95 h 469"/>
                <a:gd name="T14" fmla="*/ 201 w 424"/>
                <a:gd name="T15" fmla="*/ 97 h 469"/>
                <a:gd name="T16" fmla="*/ 187 w 424"/>
                <a:gd name="T17" fmla="*/ 102 h 469"/>
                <a:gd name="T18" fmla="*/ 168 w 424"/>
                <a:gd name="T19" fmla="*/ 102 h 469"/>
                <a:gd name="T20" fmla="*/ 178 w 424"/>
                <a:gd name="T21" fmla="*/ 97 h 469"/>
                <a:gd name="T22" fmla="*/ 201 w 424"/>
                <a:gd name="T23" fmla="*/ 90 h 469"/>
                <a:gd name="T24" fmla="*/ 192 w 424"/>
                <a:gd name="T25" fmla="*/ 88 h 469"/>
                <a:gd name="T26" fmla="*/ 187 w 424"/>
                <a:gd name="T27" fmla="*/ 90 h 469"/>
                <a:gd name="T28" fmla="*/ 166 w 424"/>
                <a:gd name="T29" fmla="*/ 85 h 469"/>
                <a:gd name="T30" fmla="*/ 140 w 424"/>
                <a:gd name="T31" fmla="*/ 76 h 469"/>
                <a:gd name="T32" fmla="*/ 109 w 424"/>
                <a:gd name="T33" fmla="*/ 78 h 469"/>
                <a:gd name="T34" fmla="*/ 48 w 424"/>
                <a:gd name="T35" fmla="*/ 90 h 469"/>
                <a:gd name="T36" fmla="*/ 3 w 424"/>
                <a:gd name="T37" fmla="*/ 118 h 469"/>
                <a:gd name="T38" fmla="*/ 15 w 424"/>
                <a:gd name="T39" fmla="*/ 206 h 469"/>
                <a:gd name="T40" fmla="*/ 26 w 424"/>
                <a:gd name="T41" fmla="*/ 286 h 469"/>
                <a:gd name="T42" fmla="*/ 36 w 424"/>
                <a:gd name="T43" fmla="*/ 367 h 469"/>
                <a:gd name="T44" fmla="*/ 50 w 424"/>
                <a:gd name="T45" fmla="*/ 409 h 469"/>
                <a:gd name="T46" fmla="*/ 74 w 424"/>
                <a:gd name="T47" fmla="*/ 409 h 469"/>
                <a:gd name="T48" fmla="*/ 93 w 424"/>
                <a:gd name="T49" fmla="*/ 417 h 469"/>
                <a:gd name="T50" fmla="*/ 102 w 424"/>
                <a:gd name="T51" fmla="*/ 431 h 469"/>
                <a:gd name="T52" fmla="*/ 121 w 424"/>
                <a:gd name="T53" fmla="*/ 445 h 469"/>
                <a:gd name="T54" fmla="*/ 154 w 424"/>
                <a:gd name="T55" fmla="*/ 454 h 469"/>
                <a:gd name="T56" fmla="*/ 175 w 424"/>
                <a:gd name="T57" fmla="*/ 445 h 469"/>
                <a:gd name="T58" fmla="*/ 192 w 424"/>
                <a:gd name="T59" fmla="*/ 450 h 469"/>
                <a:gd name="T60" fmla="*/ 204 w 424"/>
                <a:gd name="T61" fmla="*/ 452 h 469"/>
                <a:gd name="T62" fmla="*/ 218 w 424"/>
                <a:gd name="T63" fmla="*/ 443 h 469"/>
                <a:gd name="T64" fmla="*/ 235 w 424"/>
                <a:gd name="T65" fmla="*/ 431 h 469"/>
                <a:gd name="T66" fmla="*/ 256 w 424"/>
                <a:gd name="T67" fmla="*/ 452 h 469"/>
                <a:gd name="T68" fmla="*/ 280 w 424"/>
                <a:gd name="T69" fmla="*/ 466 h 469"/>
                <a:gd name="T70" fmla="*/ 301 w 424"/>
                <a:gd name="T71" fmla="*/ 440 h 469"/>
                <a:gd name="T72" fmla="*/ 306 w 424"/>
                <a:gd name="T73" fmla="*/ 428 h 469"/>
                <a:gd name="T74" fmla="*/ 306 w 424"/>
                <a:gd name="T75" fmla="*/ 412 h 469"/>
                <a:gd name="T76" fmla="*/ 315 w 424"/>
                <a:gd name="T77" fmla="*/ 383 h 469"/>
                <a:gd name="T78" fmla="*/ 327 w 424"/>
                <a:gd name="T79" fmla="*/ 393 h 469"/>
                <a:gd name="T80" fmla="*/ 327 w 424"/>
                <a:gd name="T81" fmla="*/ 398 h 469"/>
                <a:gd name="T82" fmla="*/ 334 w 424"/>
                <a:gd name="T83" fmla="*/ 390 h 469"/>
                <a:gd name="T84" fmla="*/ 339 w 424"/>
                <a:gd name="T85" fmla="*/ 386 h 469"/>
                <a:gd name="T86" fmla="*/ 334 w 424"/>
                <a:gd name="T87" fmla="*/ 374 h 469"/>
                <a:gd name="T88" fmla="*/ 339 w 424"/>
                <a:gd name="T89" fmla="*/ 360 h 469"/>
                <a:gd name="T90" fmla="*/ 351 w 424"/>
                <a:gd name="T91" fmla="*/ 346 h 469"/>
                <a:gd name="T92" fmla="*/ 365 w 424"/>
                <a:gd name="T93" fmla="*/ 327 h 469"/>
                <a:gd name="T94" fmla="*/ 381 w 424"/>
                <a:gd name="T95" fmla="*/ 327 h 469"/>
                <a:gd name="T96" fmla="*/ 395 w 424"/>
                <a:gd name="T97" fmla="*/ 310 h 469"/>
                <a:gd name="T98" fmla="*/ 412 w 424"/>
                <a:gd name="T99" fmla="*/ 284 h 469"/>
                <a:gd name="T100" fmla="*/ 410 w 424"/>
                <a:gd name="T101" fmla="*/ 272 h 469"/>
                <a:gd name="T102" fmla="*/ 414 w 424"/>
                <a:gd name="T103" fmla="*/ 260 h 469"/>
                <a:gd name="T104" fmla="*/ 417 w 424"/>
                <a:gd name="T105" fmla="*/ 253 h 469"/>
                <a:gd name="T106" fmla="*/ 417 w 424"/>
                <a:gd name="T107" fmla="*/ 237 h 469"/>
                <a:gd name="T108" fmla="*/ 421 w 424"/>
                <a:gd name="T109" fmla="*/ 211 h 469"/>
                <a:gd name="T110" fmla="*/ 421 w 424"/>
                <a:gd name="T111" fmla="*/ 196 h 469"/>
                <a:gd name="T112" fmla="*/ 421 w 424"/>
                <a:gd name="T113" fmla="*/ 1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4" h="469">
                  <a:moveTo>
                    <a:pt x="414" y="168"/>
                  </a:moveTo>
                  <a:lnTo>
                    <a:pt x="414" y="166"/>
                  </a:lnTo>
                  <a:lnTo>
                    <a:pt x="419" y="166"/>
                  </a:lnTo>
                  <a:lnTo>
                    <a:pt x="419" y="166"/>
                  </a:lnTo>
                  <a:lnTo>
                    <a:pt x="424" y="163"/>
                  </a:lnTo>
                  <a:lnTo>
                    <a:pt x="424" y="161"/>
                  </a:lnTo>
                  <a:lnTo>
                    <a:pt x="421" y="149"/>
                  </a:lnTo>
                  <a:lnTo>
                    <a:pt x="419" y="137"/>
                  </a:lnTo>
                  <a:lnTo>
                    <a:pt x="419" y="123"/>
                  </a:lnTo>
                  <a:lnTo>
                    <a:pt x="417" y="111"/>
                  </a:lnTo>
                  <a:lnTo>
                    <a:pt x="414" y="99"/>
                  </a:lnTo>
                  <a:lnTo>
                    <a:pt x="412" y="85"/>
                  </a:lnTo>
                  <a:lnTo>
                    <a:pt x="410" y="73"/>
                  </a:lnTo>
                  <a:lnTo>
                    <a:pt x="407" y="59"/>
                  </a:lnTo>
                  <a:lnTo>
                    <a:pt x="403" y="35"/>
                  </a:lnTo>
                  <a:lnTo>
                    <a:pt x="398" y="9"/>
                  </a:lnTo>
                  <a:lnTo>
                    <a:pt x="395" y="0"/>
                  </a:lnTo>
                  <a:lnTo>
                    <a:pt x="374" y="12"/>
                  </a:lnTo>
                  <a:lnTo>
                    <a:pt x="369" y="14"/>
                  </a:lnTo>
                  <a:lnTo>
                    <a:pt x="367" y="17"/>
                  </a:lnTo>
                  <a:lnTo>
                    <a:pt x="365" y="17"/>
                  </a:lnTo>
                  <a:lnTo>
                    <a:pt x="365" y="17"/>
                  </a:lnTo>
                  <a:lnTo>
                    <a:pt x="365" y="19"/>
                  </a:lnTo>
                  <a:lnTo>
                    <a:pt x="362" y="19"/>
                  </a:lnTo>
                  <a:lnTo>
                    <a:pt x="360" y="21"/>
                  </a:lnTo>
                  <a:lnTo>
                    <a:pt x="358" y="24"/>
                  </a:lnTo>
                  <a:lnTo>
                    <a:pt x="353" y="26"/>
                  </a:lnTo>
                  <a:lnTo>
                    <a:pt x="324" y="45"/>
                  </a:lnTo>
                  <a:lnTo>
                    <a:pt x="298" y="73"/>
                  </a:lnTo>
                  <a:lnTo>
                    <a:pt x="294" y="76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4" y="78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0" y="80"/>
                  </a:lnTo>
                  <a:lnTo>
                    <a:pt x="268" y="80"/>
                  </a:lnTo>
                  <a:lnTo>
                    <a:pt x="263" y="80"/>
                  </a:lnTo>
                  <a:lnTo>
                    <a:pt x="251" y="88"/>
                  </a:lnTo>
                  <a:lnTo>
                    <a:pt x="244" y="92"/>
                  </a:lnTo>
                  <a:lnTo>
                    <a:pt x="242" y="95"/>
                  </a:lnTo>
                  <a:lnTo>
                    <a:pt x="235" y="95"/>
                  </a:lnTo>
                  <a:lnTo>
                    <a:pt x="232" y="97"/>
                  </a:lnTo>
                  <a:lnTo>
                    <a:pt x="232" y="97"/>
                  </a:lnTo>
                  <a:lnTo>
                    <a:pt x="228" y="102"/>
                  </a:lnTo>
                  <a:lnTo>
                    <a:pt x="228" y="102"/>
                  </a:lnTo>
                  <a:lnTo>
                    <a:pt x="223" y="102"/>
                  </a:lnTo>
                  <a:lnTo>
                    <a:pt x="218" y="102"/>
                  </a:lnTo>
                  <a:lnTo>
                    <a:pt x="211" y="97"/>
                  </a:lnTo>
                  <a:lnTo>
                    <a:pt x="209" y="97"/>
                  </a:lnTo>
                  <a:lnTo>
                    <a:pt x="209" y="97"/>
                  </a:lnTo>
                  <a:lnTo>
                    <a:pt x="206" y="97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4" y="92"/>
                  </a:lnTo>
                  <a:lnTo>
                    <a:pt x="204" y="92"/>
                  </a:lnTo>
                  <a:lnTo>
                    <a:pt x="206" y="95"/>
                  </a:lnTo>
                  <a:lnTo>
                    <a:pt x="209" y="99"/>
                  </a:lnTo>
                  <a:lnTo>
                    <a:pt x="211" y="99"/>
                  </a:lnTo>
                  <a:lnTo>
                    <a:pt x="206" y="97"/>
                  </a:lnTo>
                  <a:lnTo>
                    <a:pt x="204" y="97"/>
                  </a:lnTo>
                  <a:lnTo>
                    <a:pt x="201" y="97"/>
                  </a:lnTo>
                  <a:lnTo>
                    <a:pt x="201" y="97"/>
                  </a:lnTo>
                  <a:lnTo>
                    <a:pt x="199" y="97"/>
                  </a:lnTo>
                  <a:lnTo>
                    <a:pt x="199" y="97"/>
                  </a:lnTo>
                  <a:lnTo>
                    <a:pt x="197" y="99"/>
                  </a:lnTo>
                  <a:lnTo>
                    <a:pt x="197" y="97"/>
                  </a:lnTo>
                  <a:lnTo>
                    <a:pt x="194" y="97"/>
                  </a:lnTo>
                  <a:lnTo>
                    <a:pt x="190" y="99"/>
                  </a:lnTo>
                  <a:lnTo>
                    <a:pt x="187" y="102"/>
                  </a:lnTo>
                  <a:lnTo>
                    <a:pt x="183" y="104"/>
                  </a:lnTo>
                  <a:lnTo>
                    <a:pt x="178" y="102"/>
                  </a:lnTo>
                  <a:lnTo>
                    <a:pt x="178" y="104"/>
                  </a:lnTo>
                  <a:lnTo>
                    <a:pt x="178" y="104"/>
                  </a:lnTo>
                  <a:lnTo>
                    <a:pt x="175" y="104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68" y="102"/>
                  </a:lnTo>
                  <a:lnTo>
                    <a:pt x="171" y="102"/>
                  </a:lnTo>
                  <a:lnTo>
                    <a:pt x="173" y="102"/>
                  </a:lnTo>
                  <a:lnTo>
                    <a:pt x="175" y="99"/>
                  </a:lnTo>
                  <a:lnTo>
                    <a:pt x="175" y="102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178" y="97"/>
                  </a:lnTo>
                  <a:lnTo>
                    <a:pt x="178" y="97"/>
                  </a:lnTo>
                  <a:lnTo>
                    <a:pt x="180" y="97"/>
                  </a:lnTo>
                  <a:lnTo>
                    <a:pt x="183" y="97"/>
                  </a:lnTo>
                  <a:lnTo>
                    <a:pt x="185" y="95"/>
                  </a:lnTo>
                  <a:lnTo>
                    <a:pt x="187" y="95"/>
                  </a:lnTo>
                  <a:lnTo>
                    <a:pt x="190" y="95"/>
                  </a:lnTo>
                  <a:lnTo>
                    <a:pt x="192" y="92"/>
                  </a:lnTo>
                  <a:lnTo>
                    <a:pt x="194" y="92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199" y="88"/>
                  </a:lnTo>
                  <a:lnTo>
                    <a:pt x="199" y="88"/>
                  </a:lnTo>
                  <a:lnTo>
                    <a:pt x="194" y="88"/>
                  </a:lnTo>
                  <a:lnTo>
                    <a:pt x="194" y="88"/>
                  </a:lnTo>
                  <a:lnTo>
                    <a:pt x="192" y="90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0" y="85"/>
                  </a:lnTo>
                  <a:lnTo>
                    <a:pt x="187" y="85"/>
                  </a:lnTo>
                  <a:lnTo>
                    <a:pt x="187" y="83"/>
                  </a:lnTo>
                  <a:lnTo>
                    <a:pt x="187" y="85"/>
                  </a:lnTo>
                  <a:lnTo>
                    <a:pt x="187" y="85"/>
                  </a:lnTo>
                  <a:lnTo>
                    <a:pt x="187" y="88"/>
                  </a:lnTo>
                  <a:lnTo>
                    <a:pt x="187" y="90"/>
                  </a:lnTo>
                  <a:lnTo>
                    <a:pt x="185" y="90"/>
                  </a:lnTo>
                  <a:lnTo>
                    <a:pt x="185" y="92"/>
                  </a:lnTo>
                  <a:lnTo>
                    <a:pt x="180" y="92"/>
                  </a:lnTo>
                  <a:lnTo>
                    <a:pt x="178" y="92"/>
                  </a:lnTo>
                  <a:lnTo>
                    <a:pt x="175" y="92"/>
                  </a:lnTo>
                  <a:lnTo>
                    <a:pt x="173" y="92"/>
                  </a:lnTo>
                  <a:lnTo>
                    <a:pt x="171" y="90"/>
                  </a:lnTo>
                  <a:lnTo>
                    <a:pt x="166" y="85"/>
                  </a:lnTo>
                  <a:lnTo>
                    <a:pt x="161" y="85"/>
                  </a:lnTo>
                  <a:lnTo>
                    <a:pt x="159" y="85"/>
                  </a:lnTo>
                  <a:lnTo>
                    <a:pt x="157" y="85"/>
                  </a:lnTo>
                  <a:lnTo>
                    <a:pt x="149" y="83"/>
                  </a:lnTo>
                  <a:lnTo>
                    <a:pt x="147" y="80"/>
                  </a:lnTo>
                  <a:lnTo>
                    <a:pt x="142" y="78"/>
                  </a:lnTo>
                  <a:lnTo>
                    <a:pt x="140" y="76"/>
                  </a:lnTo>
                  <a:lnTo>
                    <a:pt x="140" y="76"/>
                  </a:lnTo>
                  <a:lnTo>
                    <a:pt x="138" y="78"/>
                  </a:lnTo>
                  <a:lnTo>
                    <a:pt x="135" y="78"/>
                  </a:lnTo>
                  <a:lnTo>
                    <a:pt x="133" y="78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6"/>
                  </a:lnTo>
                  <a:lnTo>
                    <a:pt x="119" y="76"/>
                  </a:lnTo>
                  <a:lnTo>
                    <a:pt x="109" y="78"/>
                  </a:lnTo>
                  <a:lnTo>
                    <a:pt x="102" y="80"/>
                  </a:lnTo>
                  <a:lnTo>
                    <a:pt x="95" y="80"/>
                  </a:lnTo>
                  <a:lnTo>
                    <a:pt x="88" y="83"/>
                  </a:lnTo>
                  <a:lnTo>
                    <a:pt x="78" y="83"/>
                  </a:lnTo>
                  <a:lnTo>
                    <a:pt x="71" y="85"/>
                  </a:lnTo>
                  <a:lnTo>
                    <a:pt x="64" y="88"/>
                  </a:lnTo>
                  <a:lnTo>
                    <a:pt x="55" y="88"/>
                  </a:lnTo>
                  <a:lnTo>
                    <a:pt x="48" y="90"/>
                  </a:lnTo>
                  <a:lnTo>
                    <a:pt x="41" y="90"/>
                  </a:lnTo>
                  <a:lnTo>
                    <a:pt x="34" y="92"/>
                  </a:lnTo>
                  <a:lnTo>
                    <a:pt x="24" y="95"/>
                  </a:lnTo>
                  <a:lnTo>
                    <a:pt x="17" y="95"/>
                  </a:lnTo>
                  <a:lnTo>
                    <a:pt x="10" y="97"/>
                  </a:lnTo>
                  <a:lnTo>
                    <a:pt x="0" y="97"/>
                  </a:lnTo>
                  <a:lnTo>
                    <a:pt x="3" y="106"/>
                  </a:lnTo>
                  <a:lnTo>
                    <a:pt x="3" y="118"/>
                  </a:lnTo>
                  <a:lnTo>
                    <a:pt x="8" y="137"/>
                  </a:lnTo>
                  <a:lnTo>
                    <a:pt x="8" y="147"/>
                  </a:lnTo>
                  <a:lnTo>
                    <a:pt x="10" y="156"/>
                  </a:lnTo>
                  <a:lnTo>
                    <a:pt x="10" y="168"/>
                  </a:lnTo>
                  <a:lnTo>
                    <a:pt x="12" y="177"/>
                  </a:lnTo>
                  <a:lnTo>
                    <a:pt x="12" y="187"/>
                  </a:lnTo>
                  <a:lnTo>
                    <a:pt x="15" y="196"/>
                  </a:lnTo>
                  <a:lnTo>
                    <a:pt x="15" y="206"/>
                  </a:lnTo>
                  <a:lnTo>
                    <a:pt x="17" y="218"/>
                  </a:lnTo>
                  <a:lnTo>
                    <a:pt x="17" y="227"/>
                  </a:lnTo>
                  <a:lnTo>
                    <a:pt x="19" y="237"/>
                  </a:lnTo>
                  <a:lnTo>
                    <a:pt x="22" y="246"/>
                  </a:lnTo>
                  <a:lnTo>
                    <a:pt x="22" y="256"/>
                  </a:lnTo>
                  <a:lnTo>
                    <a:pt x="24" y="267"/>
                  </a:lnTo>
                  <a:lnTo>
                    <a:pt x="24" y="277"/>
                  </a:lnTo>
                  <a:lnTo>
                    <a:pt x="26" y="286"/>
                  </a:lnTo>
                  <a:lnTo>
                    <a:pt x="26" y="296"/>
                  </a:lnTo>
                  <a:lnTo>
                    <a:pt x="29" y="305"/>
                  </a:lnTo>
                  <a:lnTo>
                    <a:pt x="29" y="317"/>
                  </a:lnTo>
                  <a:lnTo>
                    <a:pt x="31" y="327"/>
                  </a:lnTo>
                  <a:lnTo>
                    <a:pt x="31" y="336"/>
                  </a:lnTo>
                  <a:lnTo>
                    <a:pt x="34" y="346"/>
                  </a:lnTo>
                  <a:lnTo>
                    <a:pt x="34" y="355"/>
                  </a:lnTo>
                  <a:lnTo>
                    <a:pt x="36" y="367"/>
                  </a:lnTo>
                  <a:lnTo>
                    <a:pt x="38" y="376"/>
                  </a:lnTo>
                  <a:lnTo>
                    <a:pt x="38" y="386"/>
                  </a:lnTo>
                  <a:lnTo>
                    <a:pt x="41" y="395"/>
                  </a:lnTo>
                  <a:lnTo>
                    <a:pt x="41" y="405"/>
                  </a:lnTo>
                  <a:lnTo>
                    <a:pt x="43" y="417"/>
                  </a:lnTo>
                  <a:lnTo>
                    <a:pt x="48" y="412"/>
                  </a:lnTo>
                  <a:lnTo>
                    <a:pt x="48" y="409"/>
                  </a:lnTo>
                  <a:lnTo>
                    <a:pt x="50" y="409"/>
                  </a:lnTo>
                  <a:lnTo>
                    <a:pt x="50" y="409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5" y="412"/>
                  </a:lnTo>
                  <a:lnTo>
                    <a:pt x="55" y="412"/>
                  </a:lnTo>
                  <a:lnTo>
                    <a:pt x="62" y="417"/>
                  </a:lnTo>
                  <a:lnTo>
                    <a:pt x="64" y="417"/>
                  </a:lnTo>
                  <a:lnTo>
                    <a:pt x="74" y="409"/>
                  </a:lnTo>
                  <a:lnTo>
                    <a:pt x="76" y="409"/>
                  </a:lnTo>
                  <a:lnTo>
                    <a:pt x="78" y="409"/>
                  </a:lnTo>
                  <a:lnTo>
                    <a:pt x="81" y="412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86" y="414"/>
                  </a:lnTo>
                  <a:lnTo>
                    <a:pt x="88" y="417"/>
                  </a:lnTo>
                  <a:lnTo>
                    <a:pt x="93" y="417"/>
                  </a:lnTo>
                  <a:lnTo>
                    <a:pt x="95" y="419"/>
                  </a:lnTo>
                  <a:lnTo>
                    <a:pt x="95" y="421"/>
                  </a:lnTo>
                  <a:lnTo>
                    <a:pt x="95" y="424"/>
                  </a:lnTo>
                  <a:lnTo>
                    <a:pt x="97" y="424"/>
                  </a:lnTo>
                  <a:lnTo>
                    <a:pt x="97" y="426"/>
                  </a:lnTo>
                  <a:lnTo>
                    <a:pt x="100" y="428"/>
                  </a:lnTo>
                  <a:lnTo>
                    <a:pt x="100" y="428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5" y="433"/>
                  </a:lnTo>
                  <a:lnTo>
                    <a:pt x="105" y="435"/>
                  </a:lnTo>
                  <a:lnTo>
                    <a:pt x="105" y="438"/>
                  </a:lnTo>
                  <a:lnTo>
                    <a:pt x="107" y="440"/>
                  </a:lnTo>
                  <a:lnTo>
                    <a:pt x="109" y="443"/>
                  </a:lnTo>
                  <a:lnTo>
                    <a:pt x="119" y="445"/>
                  </a:lnTo>
                  <a:lnTo>
                    <a:pt x="121" y="445"/>
                  </a:lnTo>
                  <a:lnTo>
                    <a:pt x="131" y="443"/>
                  </a:lnTo>
                  <a:lnTo>
                    <a:pt x="133" y="443"/>
                  </a:lnTo>
                  <a:lnTo>
                    <a:pt x="138" y="443"/>
                  </a:lnTo>
                  <a:lnTo>
                    <a:pt x="142" y="443"/>
                  </a:lnTo>
                  <a:lnTo>
                    <a:pt x="142" y="445"/>
                  </a:lnTo>
                  <a:lnTo>
                    <a:pt x="145" y="447"/>
                  </a:lnTo>
                  <a:lnTo>
                    <a:pt x="147" y="450"/>
                  </a:lnTo>
                  <a:lnTo>
                    <a:pt x="154" y="454"/>
                  </a:lnTo>
                  <a:lnTo>
                    <a:pt x="159" y="457"/>
                  </a:lnTo>
                  <a:lnTo>
                    <a:pt x="164" y="457"/>
                  </a:lnTo>
                  <a:lnTo>
                    <a:pt x="164" y="457"/>
                  </a:lnTo>
                  <a:lnTo>
                    <a:pt x="166" y="454"/>
                  </a:lnTo>
                  <a:lnTo>
                    <a:pt x="166" y="452"/>
                  </a:lnTo>
                  <a:lnTo>
                    <a:pt x="166" y="450"/>
                  </a:lnTo>
                  <a:lnTo>
                    <a:pt x="168" y="450"/>
                  </a:lnTo>
                  <a:lnTo>
                    <a:pt x="175" y="445"/>
                  </a:lnTo>
                  <a:lnTo>
                    <a:pt x="175" y="445"/>
                  </a:lnTo>
                  <a:lnTo>
                    <a:pt x="178" y="445"/>
                  </a:lnTo>
                  <a:lnTo>
                    <a:pt x="180" y="447"/>
                  </a:lnTo>
                  <a:lnTo>
                    <a:pt x="183" y="447"/>
                  </a:lnTo>
                  <a:lnTo>
                    <a:pt x="183" y="447"/>
                  </a:lnTo>
                  <a:lnTo>
                    <a:pt x="187" y="447"/>
                  </a:lnTo>
                  <a:lnTo>
                    <a:pt x="187" y="447"/>
                  </a:lnTo>
                  <a:lnTo>
                    <a:pt x="192" y="450"/>
                  </a:lnTo>
                  <a:lnTo>
                    <a:pt x="192" y="450"/>
                  </a:lnTo>
                  <a:lnTo>
                    <a:pt x="194" y="450"/>
                  </a:lnTo>
                  <a:lnTo>
                    <a:pt x="197" y="454"/>
                  </a:lnTo>
                  <a:lnTo>
                    <a:pt x="197" y="454"/>
                  </a:lnTo>
                  <a:lnTo>
                    <a:pt x="199" y="454"/>
                  </a:lnTo>
                  <a:lnTo>
                    <a:pt x="201" y="454"/>
                  </a:lnTo>
                  <a:lnTo>
                    <a:pt x="204" y="452"/>
                  </a:lnTo>
                  <a:lnTo>
                    <a:pt x="204" y="452"/>
                  </a:lnTo>
                  <a:lnTo>
                    <a:pt x="206" y="450"/>
                  </a:lnTo>
                  <a:lnTo>
                    <a:pt x="211" y="452"/>
                  </a:lnTo>
                  <a:lnTo>
                    <a:pt x="213" y="450"/>
                  </a:lnTo>
                  <a:lnTo>
                    <a:pt x="216" y="450"/>
                  </a:lnTo>
                  <a:lnTo>
                    <a:pt x="216" y="447"/>
                  </a:lnTo>
                  <a:lnTo>
                    <a:pt x="216" y="445"/>
                  </a:lnTo>
                  <a:lnTo>
                    <a:pt x="216" y="445"/>
                  </a:lnTo>
                  <a:lnTo>
                    <a:pt x="218" y="443"/>
                  </a:lnTo>
                  <a:lnTo>
                    <a:pt x="220" y="443"/>
                  </a:lnTo>
                  <a:lnTo>
                    <a:pt x="220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5" y="435"/>
                  </a:lnTo>
                  <a:lnTo>
                    <a:pt x="228" y="435"/>
                  </a:lnTo>
                  <a:lnTo>
                    <a:pt x="232" y="431"/>
                  </a:lnTo>
                  <a:lnTo>
                    <a:pt x="235" y="431"/>
                  </a:lnTo>
                  <a:lnTo>
                    <a:pt x="237" y="431"/>
                  </a:lnTo>
                  <a:lnTo>
                    <a:pt x="237" y="433"/>
                  </a:lnTo>
                  <a:lnTo>
                    <a:pt x="237" y="435"/>
                  </a:lnTo>
                  <a:lnTo>
                    <a:pt x="239" y="438"/>
                  </a:lnTo>
                  <a:lnTo>
                    <a:pt x="242" y="445"/>
                  </a:lnTo>
                  <a:lnTo>
                    <a:pt x="246" y="450"/>
                  </a:lnTo>
                  <a:lnTo>
                    <a:pt x="251" y="452"/>
                  </a:lnTo>
                  <a:lnTo>
                    <a:pt x="256" y="452"/>
                  </a:lnTo>
                  <a:lnTo>
                    <a:pt x="258" y="454"/>
                  </a:lnTo>
                  <a:lnTo>
                    <a:pt x="268" y="459"/>
                  </a:lnTo>
                  <a:lnTo>
                    <a:pt x="268" y="461"/>
                  </a:lnTo>
                  <a:lnTo>
                    <a:pt x="270" y="466"/>
                  </a:lnTo>
                  <a:lnTo>
                    <a:pt x="272" y="466"/>
                  </a:lnTo>
                  <a:lnTo>
                    <a:pt x="272" y="466"/>
                  </a:lnTo>
                  <a:lnTo>
                    <a:pt x="275" y="469"/>
                  </a:lnTo>
                  <a:lnTo>
                    <a:pt x="280" y="466"/>
                  </a:lnTo>
                  <a:lnTo>
                    <a:pt x="287" y="461"/>
                  </a:lnTo>
                  <a:lnTo>
                    <a:pt x="294" y="461"/>
                  </a:lnTo>
                  <a:lnTo>
                    <a:pt x="296" y="459"/>
                  </a:lnTo>
                  <a:lnTo>
                    <a:pt x="298" y="457"/>
                  </a:lnTo>
                  <a:lnTo>
                    <a:pt x="298" y="454"/>
                  </a:lnTo>
                  <a:lnTo>
                    <a:pt x="298" y="443"/>
                  </a:lnTo>
                  <a:lnTo>
                    <a:pt x="298" y="440"/>
                  </a:lnTo>
                  <a:lnTo>
                    <a:pt x="301" y="440"/>
                  </a:lnTo>
                  <a:lnTo>
                    <a:pt x="306" y="440"/>
                  </a:lnTo>
                  <a:lnTo>
                    <a:pt x="308" y="438"/>
                  </a:lnTo>
                  <a:lnTo>
                    <a:pt x="308" y="435"/>
                  </a:lnTo>
                  <a:lnTo>
                    <a:pt x="308" y="435"/>
                  </a:lnTo>
                  <a:lnTo>
                    <a:pt x="308" y="433"/>
                  </a:lnTo>
                  <a:lnTo>
                    <a:pt x="308" y="433"/>
                  </a:lnTo>
                  <a:lnTo>
                    <a:pt x="306" y="431"/>
                  </a:lnTo>
                  <a:lnTo>
                    <a:pt x="306" y="428"/>
                  </a:lnTo>
                  <a:lnTo>
                    <a:pt x="306" y="426"/>
                  </a:lnTo>
                  <a:lnTo>
                    <a:pt x="306" y="424"/>
                  </a:lnTo>
                  <a:lnTo>
                    <a:pt x="303" y="421"/>
                  </a:lnTo>
                  <a:lnTo>
                    <a:pt x="303" y="421"/>
                  </a:lnTo>
                  <a:lnTo>
                    <a:pt x="301" y="419"/>
                  </a:lnTo>
                  <a:lnTo>
                    <a:pt x="301" y="417"/>
                  </a:lnTo>
                  <a:lnTo>
                    <a:pt x="303" y="414"/>
                  </a:lnTo>
                  <a:lnTo>
                    <a:pt x="306" y="412"/>
                  </a:lnTo>
                  <a:lnTo>
                    <a:pt x="306" y="409"/>
                  </a:lnTo>
                  <a:lnTo>
                    <a:pt x="306" y="407"/>
                  </a:lnTo>
                  <a:lnTo>
                    <a:pt x="306" y="405"/>
                  </a:lnTo>
                  <a:lnTo>
                    <a:pt x="306" y="400"/>
                  </a:lnTo>
                  <a:lnTo>
                    <a:pt x="308" y="398"/>
                  </a:lnTo>
                  <a:lnTo>
                    <a:pt x="310" y="390"/>
                  </a:lnTo>
                  <a:lnTo>
                    <a:pt x="313" y="386"/>
                  </a:lnTo>
                  <a:lnTo>
                    <a:pt x="315" y="383"/>
                  </a:lnTo>
                  <a:lnTo>
                    <a:pt x="317" y="383"/>
                  </a:lnTo>
                  <a:lnTo>
                    <a:pt x="320" y="383"/>
                  </a:lnTo>
                  <a:lnTo>
                    <a:pt x="320" y="386"/>
                  </a:lnTo>
                  <a:lnTo>
                    <a:pt x="324" y="386"/>
                  </a:lnTo>
                  <a:lnTo>
                    <a:pt x="324" y="388"/>
                  </a:lnTo>
                  <a:lnTo>
                    <a:pt x="327" y="390"/>
                  </a:lnTo>
                  <a:lnTo>
                    <a:pt x="327" y="390"/>
                  </a:lnTo>
                  <a:lnTo>
                    <a:pt x="327" y="393"/>
                  </a:lnTo>
                  <a:lnTo>
                    <a:pt x="329" y="393"/>
                  </a:lnTo>
                  <a:lnTo>
                    <a:pt x="329" y="393"/>
                  </a:lnTo>
                  <a:lnTo>
                    <a:pt x="329" y="393"/>
                  </a:lnTo>
                  <a:lnTo>
                    <a:pt x="327" y="395"/>
                  </a:lnTo>
                  <a:lnTo>
                    <a:pt x="327" y="395"/>
                  </a:lnTo>
                  <a:lnTo>
                    <a:pt x="327" y="395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7" y="400"/>
                  </a:lnTo>
                  <a:lnTo>
                    <a:pt x="329" y="400"/>
                  </a:lnTo>
                  <a:lnTo>
                    <a:pt x="332" y="398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6" y="388"/>
                  </a:lnTo>
                  <a:lnTo>
                    <a:pt x="336" y="388"/>
                  </a:lnTo>
                  <a:lnTo>
                    <a:pt x="339" y="390"/>
                  </a:lnTo>
                  <a:lnTo>
                    <a:pt x="339" y="390"/>
                  </a:lnTo>
                  <a:lnTo>
                    <a:pt x="341" y="390"/>
                  </a:lnTo>
                  <a:lnTo>
                    <a:pt x="341" y="388"/>
                  </a:lnTo>
                  <a:lnTo>
                    <a:pt x="341" y="388"/>
                  </a:lnTo>
                  <a:lnTo>
                    <a:pt x="339" y="386"/>
                  </a:lnTo>
                  <a:lnTo>
                    <a:pt x="339" y="381"/>
                  </a:lnTo>
                  <a:lnTo>
                    <a:pt x="339" y="379"/>
                  </a:lnTo>
                  <a:lnTo>
                    <a:pt x="336" y="379"/>
                  </a:lnTo>
                  <a:lnTo>
                    <a:pt x="336" y="379"/>
                  </a:lnTo>
                  <a:lnTo>
                    <a:pt x="336" y="376"/>
                  </a:lnTo>
                  <a:lnTo>
                    <a:pt x="334" y="376"/>
                  </a:lnTo>
                  <a:lnTo>
                    <a:pt x="334" y="376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39" y="372"/>
                  </a:lnTo>
                  <a:lnTo>
                    <a:pt x="339" y="369"/>
                  </a:lnTo>
                  <a:lnTo>
                    <a:pt x="339" y="367"/>
                  </a:lnTo>
                  <a:lnTo>
                    <a:pt x="339" y="362"/>
                  </a:lnTo>
                  <a:lnTo>
                    <a:pt x="339" y="360"/>
                  </a:lnTo>
                  <a:lnTo>
                    <a:pt x="339" y="360"/>
                  </a:lnTo>
                  <a:lnTo>
                    <a:pt x="341" y="353"/>
                  </a:lnTo>
                  <a:lnTo>
                    <a:pt x="343" y="348"/>
                  </a:lnTo>
                  <a:lnTo>
                    <a:pt x="343" y="348"/>
                  </a:lnTo>
                  <a:lnTo>
                    <a:pt x="346" y="348"/>
                  </a:lnTo>
                  <a:lnTo>
                    <a:pt x="348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3" y="346"/>
                  </a:lnTo>
                  <a:lnTo>
                    <a:pt x="353" y="343"/>
                  </a:lnTo>
                  <a:lnTo>
                    <a:pt x="353" y="338"/>
                  </a:lnTo>
                  <a:lnTo>
                    <a:pt x="353" y="336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5" y="327"/>
                  </a:lnTo>
                  <a:lnTo>
                    <a:pt x="367" y="329"/>
                  </a:lnTo>
                  <a:lnTo>
                    <a:pt x="367" y="331"/>
                  </a:lnTo>
                  <a:lnTo>
                    <a:pt x="369" y="331"/>
                  </a:lnTo>
                  <a:lnTo>
                    <a:pt x="372" y="334"/>
                  </a:lnTo>
                  <a:lnTo>
                    <a:pt x="374" y="334"/>
                  </a:lnTo>
                  <a:lnTo>
                    <a:pt x="377" y="329"/>
                  </a:lnTo>
                  <a:lnTo>
                    <a:pt x="379" y="329"/>
                  </a:lnTo>
                  <a:lnTo>
                    <a:pt x="381" y="327"/>
                  </a:lnTo>
                  <a:lnTo>
                    <a:pt x="381" y="327"/>
                  </a:lnTo>
                  <a:lnTo>
                    <a:pt x="384" y="324"/>
                  </a:lnTo>
                  <a:lnTo>
                    <a:pt x="386" y="324"/>
                  </a:lnTo>
                  <a:lnTo>
                    <a:pt x="388" y="319"/>
                  </a:lnTo>
                  <a:lnTo>
                    <a:pt x="388" y="319"/>
                  </a:lnTo>
                  <a:lnTo>
                    <a:pt x="393" y="317"/>
                  </a:lnTo>
                  <a:lnTo>
                    <a:pt x="393" y="315"/>
                  </a:lnTo>
                  <a:lnTo>
                    <a:pt x="395" y="310"/>
                  </a:lnTo>
                  <a:lnTo>
                    <a:pt x="398" y="305"/>
                  </a:lnTo>
                  <a:lnTo>
                    <a:pt x="407" y="296"/>
                  </a:lnTo>
                  <a:lnTo>
                    <a:pt x="412" y="291"/>
                  </a:lnTo>
                  <a:lnTo>
                    <a:pt x="412" y="291"/>
                  </a:lnTo>
                  <a:lnTo>
                    <a:pt x="414" y="286"/>
                  </a:lnTo>
                  <a:lnTo>
                    <a:pt x="414" y="286"/>
                  </a:lnTo>
                  <a:lnTo>
                    <a:pt x="412" y="284"/>
                  </a:lnTo>
                  <a:lnTo>
                    <a:pt x="412" y="284"/>
                  </a:lnTo>
                  <a:lnTo>
                    <a:pt x="412" y="284"/>
                  </a:lnTo>
                  <a:lnTo>
                    <a:pt x="414" y="282"/>
                  </a:lnTo>
                  <a:lnTo>
                    <a:pt x="414" y="279"/>
                  </a:lnTo>
                  <a:lnTo>
                    <a:pt x="414" y="277"/>
                  </a:lnTo>
                  <a:lnTo>
                    <a:pt x="412" y="277"/>
                  </a:lnTo>
                  <a:lnTo>
                    <a:pt x="412" y="275"/>
                  </a:lnTo>
                  <a:lnTo>
                    <a:pt x="410" y="275"/>
                  </a:lnTo>
                  <a:lnTo>
                    <a:pt x="410" y="272"/>
                  </a:lnTo>
                  <a:lnTo>
                    <a:pt x="412" y="272"/>
                  </a:lnTo>
                  <a:lnTo>
                    <a:pt x="412" y="270"/>
                  </a:lnTo>
                  <a:lnTo>
                    <a:pt x="412" y="267"/>
                  </a:lnTo>
                  <a:lnTo>
                    <a:pt x="412" y="265"/>
                  </a:lnTo>
                  <a:lnTo>
                    <a:pt x="414" y="265"/>
                  </a:lnTo>
                  <a:lnTo>
                    <a:pt x="414" y="263"/>
                  </a:lnTo>
                  <a:lnTo>
                    <a:pt x="414" y="260"/>
                  </a:lnTo>
                  <a:lnTo>
                    <a:pt x="414" y="260"/>
                  </a:lnTo>
                  <a:lnTo>
                    <a:pt x="414" y="258"/>
                  </a:lnTo>
                  <a:lnTo>
                    <a:pt x="414" y="258"/>
                  </a:lnTo>
                  <a:lnTo>
                    <a:pt x="414" y="256"/>
                  </a:lnTo>
                  <a:lnTo>
                    <a:pt x="414" y="253"/>
                  </a:lnTo>
                  <a:lnTo>
                    <a:pt x="414" y="253"/>
                  </a:lnTo>
                  <a:lnTo>
                    <a:pt x="417" y="256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1"/>
                  </a:lnTo>
                  <a:lnTo>
                    <a:pt x="417" y="251"/>
                  </a:lnTo>
                  <a:lnTo>
                    <a:pt x="417" y="251"/>
                  </a:lnTo>
                  <a:lnTo>
                    <a:pt x="417" y="248"/>
                  </a:lnTo>
                  <a:lnTo>
                    <a:pt x="417" y="246"/>
                  </a:lnTo>
                  <a:lnTo>
                    <a:pt x="417" y="244"/>
                  </a:lnTo>
                  <a:lnTo>
                    <a:pt x="417" y="241"/>
                  </a:lnTo>
                  <a:lnTo>
                    <a:pt x="417" y="237"/>
                  </a:lnTo>
                  <a:lnTo>
                    <a:pt x="417" y="234"/>
                  </a:lnTo>
                  <a:lnTo>
                    <a:pt x="417" y="232"/>
                  </a:lnTo>
                  <a:lnTo>
                    <a:pt x="419" y="227"/>
                  </a:lnTo>
                  <a:lnTo>
                    <a:pt x="419" y="225"/>
                  </a:lnTo>
                  <a:lnTo>
                    <a:pt x="419" y="220"/>
                  </a:lnTo>
                  <a:lnTo>
                    <a:pt x="419" y="218"/>
                  </a:lnTo>
                  <a:lnTo>
                    <a:pt x="419" y="211"/>
                  </a:lnTo>
                  <a:lnTo>
                    <a:pt x="421" y="211"/>
                  </a:lnTo>
                  <a:lnTo>
                    <a:pt x="424" y="208"/>
                  </a:lnTo>
                  <a:lnTo>
                    <a:pt x="424" y="208"/>
                  </a:lnTo>
                  <a:lnTo>
                    <a:pt x="424" y="204"/>
                  </a:lnTo>
                  <a:lnTo>
                    <a:pt x="424" y="204"/>
                  </a:lnTo>
                  <a:lnTo>
                    <a:pt x="424" y="201"/>
                  </a:lnTo>
                  <a:lnTo>
                    <a:pt x="421" y="199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4"/>
                  </a:lnTo>
                  <a:lnTo>
                    <a:pt x="421" y="194"/>
                  </a:lnTo>
                  <a:lnTo>
                    <a:pt x="419" y="194"/>
                  </a:lnTo>
                  <a:lnTo>
                    <a:pt x="419" y="192"/>
                  </a:lnTo>
                  <a:lnTo>
                    <a:pt x="421" y="187"/>
                  </a:lnTo>
                  <a:lnTo>
                    <a:pt x="421" y="185"/>
                  </a:lnTo>
                  <a:lnTo>
                    <a:pt x="419" y="182"/>
                  </a:lnTo>
                  <a:lnTo>
                    <a:pt x="419" y="180"/>
                  </a:lnTo>
                  <a:lnTo>
                    <a:pt x="417" y="177"/>
                  </a:lnTo>
                  <a:lnTo>
                    <a:pt x="412" y="173"/>
                  </a:lnTo>
                  <a:lnTo>
                    <a:pt x="412" y="170"/>
                  </a:lnTo>
                  <a:lnTo>
                    <a:pt x="412" y="168"/>
                  </a:lnTo>
                  <a:lnTo>
                    <a:pt x="414" y="16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0" name="Freeform 21">
              <a:extLst>
                <a:ext uri="{FF2B5EF4-FFF2-40B4-BE49-F238E27FC236}">
                  <a16:creationId xmlns:a16="http://schemas.microsoft.com/office/drawing/2014/main" id="{2892BD54-6655-426A-BE3D-FC52D713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635" y="2494374"/>
              <a:ext cx="587209" cy="882702"/>
            </a:xfrm>
            <a:custGeom>
              <a:avLst/>
              <a:gdLst>
                <a:gd name="T0" fmla="*/ 522 w 622"/>
                <a:gd name="T1" fmla="*/ 810 h 935"/>
                <a:gd name="T2" fmla="*/ 511 w 622"/>
                <a:gd name="T3" fmla="*/ 817 h 935"/>
                <a:gd name="T4" fmla="*/ 503 w 622"/>
                <a:gd name="T5" fmla="*/ 810 h 935"/>
                <a:gd name="T6" fmla="*/ 501 w 622"/>
                <a:gd name="T7" fmla="*/ 800 h 935"/>
                <a:gd name="T8" fmla="*/ 496 w 622"/>
                <a:gd name="T9" fmla="*/ 798 h 935"/>
                <a:gd name="T10" fmla="*/ 492 w 622"/>
                <a:gd name="T11" fmla="*/ 800 h 935"/>
                <a:gd name="T12" fmla="*/ 489 w 622"/>
                <a:gd name="T13" fmla="*/ 800 h 935"/>
                <a:gd name="T14" fmla="*/ 487 w 622"/>
                <a:gd name="T15" fmla="*/ 798 h 935"/>
                <a:gd name="T16" fmla="*/ 480 w 622"/>
                <a:gd name="T17" fmla="*/ 796 h 935"/>
                <a:gd name="T18" fmla="*/ 463 w 622"/>
                <a:gd name="T19" fmla="*/ 798 h 935"/>
                <a:gd name="T20" fmla="*/ 461 w 622"/>
                <a:gd name="T21" fmla="*/ 800 h 935"/>
                <a:gd name="T22" fmla="*/ 461 w 622"/>
                <a:gd name="T23" fmla="*/ 808 h 935"/>
                <a:gd name="T24" fmla="*/ 458 w 622"/>
                <a:gd name="T25" fmla="*/ 817 h 935"/>
                <a:gd name="T26" fmla="*/ 463 w 622"/>
                <a:gd name="T27" fmla="*/ 829 h 935"/>
                <a:gd name="T28" fmla="*/ 458 w 622"/>
                <a:gd name="T29" fmla="*/ 841 h 935"/>
                <a:gd name="T30" fmla="*/ 461 w 622"/>
                <a:gd name="T31" fmla="*/ 860 h 935"/>
                <a:gd name="T32" fmla="*/ 458 w 622"/>
                <a:gd name="T33" fmla="*/ 879 h 935"/>
                <a:gd name="T34" fmla="*/ 463 w 622"/>
                <a:gd name="T35" fmla="*/ 898 h 935"/>
                <a:gd name="T36" fmla="*/ 461 w 622"/>
                <a:gd name="T37" fmla="*/ 914 h 935"/>
                <a:gd name="T38" fmla="*/ 456 w 622"/>
                <a:gd name="T39" fmla="*/ 919 h 935"/>
                <a:gd name="T40" fmla="*/ 454 w 622"/>
                <a:gd name="T41" fmla="*/ 924 h 935"/>
                <a:gd name="T42" fmla="*/ 454 w 622"/>
                <a:gd name="T43" fmla="*/ 931 h 935"/>
                <a:gd name="T44" fmla="*/ 437 w 622"/>
                <a:gd name="T45" fmla="*/ 916 h 935"/>
                <a:gd name="T46" fmla="*/ 373 w 622"/>
                <a:gd name="T47" fmla="*/ 838 h 935"/>
                <a:gd name="T48" fmla="*/ 319 w 622"/>
                <a:gd name="T49" fmla="*/ 765 h 935"/>
                <a:gd name="T50" fmla="*/ 262 w 622"/>
                <a:gd name="T51" fmla="*/ 692 h 935"/>
                <a:gd name="T52" fmla="*/ 198 w 622"/>
                <a:gd name="T53" fmla="*/ 613 h 935"/>
                <a:gd name="T54" fmla="*/ 134 w 622"/>
                <a:gd name="T55" fmla="*/ 531 h 935"/>
                <a:gd name="T56" fmla="*/ 56 w 622"/>
                <a:gd name="T57" fmla="*/ 436 h 935"/>
                <a:gd name="T58" fmla="*/ 0 w 622"/>
                <a:gd name="T59" fmla="*/ 360 h 935"/>
                <a:gd name="T60" fmla="*/ 14 w 622"/>
                <a:gd name="T61" fmla="*/ 287 h 935"/>
                <a:gd name="T62" fmla="*/ 28 w 622"/>
                <a:gd name="T63" fmla="*/ 199 h 935"/>
                <a:gd name="T64" fmla="*/ 45 w 622"/>
                <a:gd name="T65" fmla="*/ 109 h 935"/>
                <a:gd name="T66" fmla="*/ 61 w 622"/>
                <a:gd name="T67" fmla="*/ 22 h 935"/>
                <a:gd name="T68" fmla="*/ 118 w 622"/>
                <a:gd name="T69" fmla="*/ 10 h 935"/>
                <a:gd name="T70" fmla="*/ 186 w 622"/>
                <a:gd name="T71" fmla="*/ 22 h 935"/>
                <a:gd name="T72" fmla="*/ 257 w 622"/>
                <a:gd name="T73" fmla="*/ 34 h 935"/>
                <a:gd name="T74" fmla="*/ 326 w 622"/>
                <a:gd name="T75" fmla="*/ 43 h 935"/>
                <a:gd name="T76" fmla="*/ 397 w 622"/>
                <a:gd name="T77" fmla="*/ 55 h 935"/>
                <a:gd name="T78" fmla="*/ 466 w 622"/>
                <a:gd name="T79" fmla="*/ 64 h 935"/>
                <a:gd name="T80" fmla="*/ 534 w 622"/>
                <a:gd name="T81" fmla="*/ 74 h 935"/>
                <a:gd name="T82" fmla="*/ 605 w 622"/>
                <a:gd name="T83" fmla="*/ 83 h 935"/>
                <a:gd name="T84" fmla="*/ 615 w 622"/>
                <a:gd name="T85" fmla="*/ 142 h 935"/>
                <a:gd name="T86" fmla="*/ 605 w 622"/>
                <a:gd name="T87" fmla="*/ 218 h 935"/>
                <a:gd name="T88" fmla="*/ 596 w 622"/>
                <a:gd name="T89" fmla="*/ 296 h 935"/>
                <a:gd name="T90" fmla="*/ 586 w 622"/>
                <a:gd name="T91" fmla="*/ 372 h 935"/>
                <a:gd name="T92" fmla="*/ 577 w 622"/>
                <a:gd name="T93" fmla="*/ 448 h 935"/>
                <a:gd name="T94" fmla="*/ 567 w 622"/>
                <a:gd name="T95" fmla="*/ 526 h 935"/>
                <a:gd name="T96" fmla="*/ 558 w 622"/>
                <a:gd name="T97" fmla="*/ 602 h 935"/>
                <a:gd name="T98" fmla="*/ 546 w 622"/>
                <a:gd name="T99" fmla="*/ 677 h 935"/>
                <a:gd name="T100" fmla="*/ 544 w 622"/>
                <a:gd name="T101" fmla="*/ 706 h 935"/>
                <a:gd name="T102" fmla="*/ 539 w 622"/>
                <a:gd name="T103" fmla="*/ 734 h 935"/>
                <a:gd name="T104" fmla="*/ 537 w 622"/>
                <a:gd name="T105" fmla="*/ 767 h 935"/>
                <a:gd name="T106" fmla="*/ 532 w 622"/>
                <a:gd name="T107" fmla="*/ 789 h 935"/>
                <a:gd name="T108" fmla="*/ 532 w 622"/>
                <a:gd name="T109" fmla="*/ 796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22" h="935">
                  <a:moveTo>
                    <a:pt x="529" y="798"/>
                  </a:moveTo>
                  <a:lnTo>
                    <a:pt x="527" y="800"/>
                  </a:lnTo>
                  <a:lnTo>
                    <a:pt x="525" y="805"/>
                  </a:lnTo>
                  <a:lnTo>
                    <a:pt x="522" y="810"/>
                  </a:lnTo>
                  <a:lnTo>
                    <a:pt x="520" y="815"/>
                  </a:lnTo>
                  <a:lnTo>
                    <a:pt x="518" y="817"/>
                  </a:lnTo>
                  <a:lnTo>
                    <a:pt x="513" y="817"/>
                  </a:lnTo>
                  <a:lnTo>
                    <a:pt x="511" y="817"/>
                  </a:lnTo>
                  <a:lnTo>
                    <a:pt x="508" y="815"/>
                  </a:lnTo>
                  <a:lnTo>
                    <a:pt x="506" y="812"/>
                  </a:lnTo>
                  <a:lnTo>
                    <a:pt x="506" y="810"/>
                  </a:lnTo>
                  <a:lnTo>
                    <a:pt x="503" y="810"/>
                  </a:lnTo>
                  <a:lnTo>
                    <a:pt x="503" y="803"/>
                  </a:lnTo>
                  <a:lnTo>
                    <a:pt x="501" y="803"/>
                  </a:lnTo>
                  <a:lnTo>
                    <a:pt x="501" y="800"/>
                  </a:lnTo>
                  <a:lnTo>
                    <a:pt x="501" y="800"/>
                  </a:lnTo>
                  <a:lnTo>
                    <a:pt x="499" y="800"/>
                  </a:lnTo>
                  <a:lnTo>
                    <a:pt x="499" y="798"/>
                  </a:lnTo>
                  <a:lnTo>
                    <a:pt x="499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2" y="800"/>
                  </a:lnTo>
                  <a:lnTo>
                    <a:pt x="492" y="800"/>
                  </a:lnTo>
                  <a:lnTo>
                    <a:pt x="492" y="800"/>
                  </a:lnTo>
                  <a:lnTo>
                    <a:pt x="489" y="800"/>
                  </a:lnTo>
                  <a:lnTo>
                    <a:pt x="489" y="800"/>
                  </a:lnTo>
                  <a:lnTo>
                    <a:pt x="489" y="800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0" y="796"/>
                  </a:lnTo>
                  <a:lnTo>
                    <a:pt x="480" y="796"/>
                  </a:lnTo>
                  <a:lnTo>
                    <a:pt x="480" y="796"/>
                  </a:lnTo>
                  <a:lnTo>
                    <a:pt x="477" y="796"/>
                  </a:lnTo>
                  <a:lnTo>
                    <a:pt x="470" y="796"/>
                  </a:lnTo>
                  <a:lnTo>
                    <a:pt x="468" y="798"/>
                  </a:lnTo>
                  <a:lnTo>
                    <a:pt x="463" y="798"/>
                  </a:lnTo>
                  <a:lnTo>
                    <a:pt x="463" y="798"/>
                  </a:lnTo>
                  <a:lnTo>
                    <a:pt x="463" y="800"/>
                  </a:lnTo>
                  <a:lnTo>
                    <a:pt x="463" y="800"/>
                  </a:lnTo>
                  <a:lnTo>
                    <a:pt x="461" y="800"/>
                  </a:lnTo>
                  <a:lnTo>
                    <a:pt x="461" y="803"/>
                  </a:lnTo>
                  <a:lnTo>
                    <a:pt x="461" y="803"/>
                  </a:lnTo>
                  <a:lnTo>
                    <a:pt x="461" y="805"/>
                  </a:lnTo>
                  <a:lnTo>
                    <a:pt x="461" y="808"/>
                  </a:lnTo>
                  <a:lnTo>
                    <a:pt x="461" y="810"/>
                  </a:lnTo>
                  <a:lnTo>
                    <a:pt x="458" y="810"/>
                  </a:lnTo>
                  <a:lnTo>
                    <a:pt x="458" y="815"/>
                  </a:lnTo>
                  <a:lnTo>
                    <a:pt x="458" y="817"/>
                  </a:lnTo>
                  <a:lnTo>
                    <a:pt x="461" y="819"/>
                  </a:lnTo>
                  <a:lnTo>
                    <a:pt x="463" y="827"/>
                  </a:lnTo>
                  <a:lnTo>
                    <a:pt x="463" y="827"/>
                  </a:lnTo>
                  <a:lnTo>
                    <a:pt x="463" y="829"/>
                  </a:lnTo>
                  <a:lnTo>
                    <a:pt x="463" y="829"/>
                  </a:lnTo>
                  <a:lnTo>
                    <a:pt x="461" y="834"/>
                  </a:lnTo>
                  <a:lnTo>
                    <a:pt x="461" y="834"/>
                  </a:lnTo>
                  <a:lnTo>
                    <a:pt x="458" y="841"/>
                  </a:lnTo>
                  <a:lnTo>
                    <a:pt x="458" y="845"/>
                  </a:lnTo>
                  <a:lnTo>
                    <a:pt x="458" y="848"/>
                  </a:lnTo>
                  <a:lnTo>
                    <a:pt x="461" y="857"/>
                  </a:lnTo>
                  <a:lnTo>
                    <a:pt x="461" y="860"/>
                  </a:lnTo>
                  <a:lnTo>
                    <a:pt x="461" y="862"/>
                  </a:lnTo>
                  <a:lnTo>
                    <a:pt x="461" y="867"/>
                  </a:lnTo>
                  <a:lnTo>
                    <a:pt x="458" y="874"/>
                  </a:lnTo>
                  <a:lnTo>
                    <a:pt x="458" y="879"/>
                  </a:lnTo>
                  <a:lnTo>
                    <a:pt x="461" y="883"/>
                  </a:lnTo>
                  <a:lnTo>
                    <a:pt x="463" y="890"/>
                  </a:lnTo>
                  <a:lnTo>
                    <a:pt x="463" y="893"/>
                  </a:lnTo>
                  <a:lnTo>
                    <a:pt x="463" y="898"/>
                  </a:lnTo>
                  <a:lnTo>
                    <a:pt x="461" y="900"/>
                  </a:lnTo>
                  <a:lnTo>
                    <a:pt x="463" y="907"/>
                  </a:lnTo>
                  <a:lnTo>
                    <a:pt x="463" y="912"/>
                  </a:lnTo>
                  <a:lnTo>
                    <a:pt x="461" y="914"/>
                  </a:lnTo>
                  <a:lnTo>
                    <a:pt x="461" y="919"/>
                  </a:lnTo>
                  <a:lnTo>
                    <a:pt x="461" y="919"/>
                  </a:lnTo>
                  <a:lnTo>
                    <a:pt x="458" y="919"/>
                  </a:lnTo>
                  <a:lnTo>
                    <a:pt x="456" y="919"/>
                  </a:lnTo>
                  <a:lnTo>
                    <a:pt x="456" y="919"/>
                  </a:lnTo>
                  <a:lnTo>
                    <a:pt x="454" y="919"/>
                  </a:lnTo>
                  <a:lnTo>
                    <a:pt x="454" y="921"/>
                  </a:lnTo>
                  <a:lnTo>
                    <a:pt x="454" y="924"/>
                  </a:lnTo>
                  <a:lnTo>
                    <a:pt x="456" y="926"/>
                  </a:lnTo>
                  <a:lnTo>
                    <a:pt x="456" y="926"/>
                  </a:lnTo>
                  <a:lnTo>
                    <a:pt x="456" y="928"/>
                  </a:lnTo>
                  <a:lnTo>
                    <a:pt x="454" y="931"/>
                  </a:lnTo>
                  <a:lnTo>
                    <a:pt x="454" y="935"/>
                  </a:lnTo>
                  <a:lnTo>
                    <a:pt x="454" y="935"/>
                  </a:lnTo>
                  <a:lnTo>
                    <a:pt x="454" y="935"/>
                  </a:lnTo>
                  <a:lnTo>
                    <a:pt x="437" y="916"/>
                  </a:lnTo>
                  <a:lnTo>
                    <a:pt x="421" y="895"/>
                  </a:lnTo>
                  <a:lnTo>
                    <a:pt x="404" y="876"/>
                  </a:lnTo>
                  <a:lnTo>
                    <a:pt x="388" y="855"/>
                  </a:lnTo>
                  <a:lnTo>
                    <a:pt x="373" y="838"/>
                  </a:lnTo>
                  <a:lnTo>
                    <a:pt x="359" y="819"/>
                  </a:lnTo>
                  <a:lnTo>
                    <a:pt x="345" y="803"/>
                  </a:lnTo>
                  <a:lnTo>
                    <a:pt x="331" y="784"/>
                  </a:lnTo>
                  <a:lnTo>
                    <a:pt x="319" y="765"/>
                  </a:lnTo>
                  <a:lnTo>
                    <a:pt x="305" y="748"/>
                  </a:lnTo>
                  <a:lnTo>
                    <a:pt x="291" y="729"/>
                  </a:lnTo>
                  <a:lnTo>
                    <a:pt x="276" y="713"/>
                  </a:lnTo>
                  <a:lnTo>
                    <a:pt x="262" y="692"/>
                  </a:lnTo>
                  <a:lnTo>
                    <a:pt x="246" y="673"/>
                  </a:lnTo>
                  <a:lnTo>
                    <a:pt x="229" y="654"/>
                  </a:lnTo>
                  <a:lnTo>
                    <a:pt x="215" y="632"/>
                  </a:lnTo>
                  <a:lnTo>
                    <a:pt x="198" y="613"/>
                  </a:lnTo>
                  <a:lnTo>
                    <a:pt x="184" y="595"/>
                  </a:lnTo>
                  <a:lnTo>
                    <a:pt x="168" y="573"/>
                  </a:lnTo>
                  <a:lnTo>
                    <a:pt x="153" y="554"/>
                  </a:lnTo>
                  <a:lnTo>
                    <a:pt x="134" y="531"/>
                  </a:lnTo>
                  <a:lnTo>
                    <a:pt x="116" y="507"/>
                  </a:lnTo>
                  <a:lnTo>
                    <a:pt x="94" y="483"/>
                  </a:lnTo>
                  <a:lnTo>
                    <a:pt x="75" y="460"/>
                  </a:lnTo>
                  <a:lnTo>
                    <a:pt x="56" y="436"/>
                  </a:lnTo>
                  <a:lnTo>
                    <a:pt x="37" y="410"/>
                  </a:lnTo>
                  <a:lnTo>
                    <a:pt x="19" y="386"/>
                  </a:lnTo>
                  <a:lnTo>
                    <a:pt x="0" y="363"/>
                  </a:lnTo>
                  <a:lnTo>
                    <a:pt x="0" y="360"/>
                  </a:lnTo>
                  <a:lnTo>
                    <a:pt x="0" y="356"/>
                  </a:lnTo>
                  <a:lnTo>
                    <a:pt x="4" y="332"/>
                  </a:lnTo>
                  <a:lnTo>
                    <a:pt x="9" y="311"/>
                  </a:lnTo>
                  <a:lnTo>
                    <a:pt x="14" y="287"/>
                  </a:lnTo>
                  <a:lnTo>
                    <a:pt x="16" y="266"/>
                  </a:lnTo>
                  <a:lnTo>
                    <a:pt x="21" y="244"/>
                  </a:lnTo>
                  <a:lnTo>
                    <a:pt x="26" y="221"/>
                  </a:lnTo>
                  <a:lnTo>
                    <a:pt x="28" y="199"/>
                  </a:lnTo>
                  <a:lnTo>
                    <a:pt x="33" y="176"/>
                  </a:lnTo>
                  <a:lnTo>
                    <a:pt x="37" y="154"/>
                  </a:lnTo>
                  <a:lnTo>
                    <a:pt x="42" y="133"/>
                  </a:lnTo>
                  <a:lnTo>
                    <a:pt x="45" y="109"/>
                  </a:lnTo>
                  <a:lnTo>
                    <a:pt x="49" y="88"/>
                  </a:lnTo>
                  <a:lnTo>
                    <a:pt x="54" y="67"/>
                  </a:lnTo>
                  <a:lnTo>
                    <a:pt x="56" y="43"/>
                  </a:lnTo>
                  <a:lnTo>
                    <a:pt x="61" y="22"/>
                  </a:lnTo>
                  <a:lnTo>
                    <a:pt x="66" y="0"/>
                  </a:lnTo>
                  <a:lnTo>
                    <a:pt x="82" y="3"/>
                  </a:lnTo>
                  <a:lnTo>
                    <a:pt x="101" y="5"/>
                  </a:lnTo>
                  <a:lnTo>
                    <a:pt x="118" y="10"/>
                  </a:lnTo>
                  <a:lnTo>
                    <a:pt x="134" y="12"/>
                  </a:lnTo>
                  <a:lnTo>
                    <a:pt x="153" y="15"/>
                  </a:lnTo>
                  <a:lnTo>
                    <a:pt x="170" y="17"/>
                  </a:lnTo>
                  <a:lnTo>
                    <a:pt x="186" y="22"/>
                  </a:lnTo>
                  <a:lnTo>
                    <a:pt x="205" y="24"/>
                  </a:lnTo>
                  <a:lnTo>
                    <a:pt x="222" y="27"/>
                  </a:lnTo>
                  <a:lnTo>
                    <a:pt x="239" y="29"/>
                  </a:lnTo>
                  <a:lnTo>
                    <a:pt x="257" y="34"/>
                  </a:lnTo>
                  <a:lnTo>
                    <a:pt x="274" y="36"/>
                  </a:lnTo>
                  <a:lnTo>
                    <a:pt x="291" y="38"/>
                  </a:lnTo>
                  <a:lnTo>
                    <a:pt x="309" y="41"/>
                  </a:lnTo>
                  <a:lnTo>
                    <a:pt x="326" y="43"/>
                  </a:lnTo>
                  <a:lnTo>
                    <a:pt x="343" y="45"/>
                  </a:lnTo>
                  <a:lnTo>
                    <a:pt x="362" y="50"/>
                  </a:lnTo>
                  <a:lnTo>
                    <a:pt x="378" y="53"/>
                  </a:lnTo>
                  <a:lnTo>
                    <a:pt x="397" y="55"/>
                  </a:lnTo>
                  <a:lnTo>
                    <a:pt x="414" y="57"/>
                  </a:lnTo>
                  <a:lnTo>
                    <a:pt x="430" y="60"/>
                  </a:lnTo>
                  <a:lnTo>
                    <a:pt x="449" y="62"/>
                  </a:lnTo>
                  <a:lnTo>
                    <a:pt x="466" y="64"/>
                  </a:lnTo>
                  <a:lnTo>
                    <a:pt x="482" y="67"/>
                  </a:lnTo>
                  <a:lnTo>
                    <a:pt x="501" y="69"/>
                  </a:lnTo>
                  <a:lnTo>
                    <a:pt x="518" y="71"/>
                  </a:lnTo>
                  <a:lnTo>
                    <a:pt x="534" y="74"/>
                  </a:lnTo>
                  <a:lnTo>
                    <a:pt x="553" y="76"/>
                  </a:lnTo>
                  <a:lnTo>
                    <a:pt x="570" y="79"/>
                  </a:lnTo>
                  <a:lnTo>
                    <a:pt x="586" y="81"/>
                  </a:lnTo>
                  <a:lnTo>
                    <a:pt x="605" y="83"/>
                  </a:lnTo>
                  <a:lnTo>
                    <a:pt x="622" y="86"/>
                  </a:lnTo>
                  <a:lnTo>
                    <a:pt x="619" y="105"/>
                  </a:lnTo>
                  <a:lnTo>
                    <a:pt x="617" y="124"/>
                  </a:lnTo>
                  <a:lnTo>
                    <a:pt x="615" y="142"/>
                  </a:lnTo>
                  <a:lnTo>
                    <a:pt x="612" y="161"/>
                  </a:lnTo>
                  <a:lnTo>
                    <a:pt x="610" y="180"/>
                  </a:lnTo>
                  <a:lnTo>
                    <a:pt x="608" y="199"/>
                  </a:lnTo>
                  <a:lnTo>
                    <a:pt x="605" y="218"/>
                  </a:lnTo>
                  <a:lnTo>
                    <a:pt x="603" y="237"/>
                  </a:lnTo>
                  <a:lnTo>
                    <a:pt x="600" y="256"/>
                  </a:lnTo>
                  <a:lnTo>
                    <a:pt x="598" y="275"/>
                  </a:lnTo>
                  <a:lnTo>
                    <a:pt x="596" y="296"/>
                  </a:lnTo>
                  <a:lnTo>
                    <a:pt x="593" y="315"/>
                  </a:lnTo>
                  <a:lnTo>
                    <a:pt x="591" y="334"/>
                  </a:lnTo>
                  <a:lnTo>
                    <a:pt x="589" y="353"/>
                  </a:lnTo>
                  <a:lnTo>
                    <a:pt x="586" y="372"/>
                  </a:lnTo>
                  <a:lnTo>
                    <a:pt x="584" y="391"/>
                  </a:lnTo>
                  <a:lnTo>
                    <a:pt x="581" y="410"/>
                  </a:lnTo>
                  <a:lnTo>
                    <a:pt x="579" y="429"/>
                  </a:lnTo>
                  <a:lnTo>
                    <a:pt x="577" y="448"/>
                  </a:lnTo>
                  <a:lnTo>
                    <a:pt x="574" y="467"/>
                  </a:lnTo>
                  <a:lnTo>
                    <a:pt x="572" y="486"/>
                  </a:lnTo>
                  <a:lnTo>
                    <a:pt x="570" y="505"/>
                  </a:lnTo>
                  <a:lnTo>
                    <a:pt x="567" y="526"/>
                  </a:lnTo>
                  <a:lnTo>
                    <a:pt x="565" y="545"/>
                  </a:lnTo>
                  <a:lnTo>
                    <a:pt x="563" y="564"/>
                  </a:lnTo>
                  <a:lnTo>
                    <a:pt x="560" y="583"/>
                  </a:lnTo>
                  <a:lnTo>
                    <a:pt x="558" y="602"/>
                  </a:lnTo>
                  <a:lnTo>
                    <a:pt x="553" y="621"/>
                  </a:lnTo>
                  <a:lnTo>
                    <a:pt x="551" y="640"/>
                  </a:lnTo>
                  <a:lnTo>
                    <a:pt x="548" y="658"/>
                  </a:lnTo>
                  <a:lnTo>
                    <a:pt x="546" y="677"/>
                  </a:lnTo>
                  <a:lnTo>
                    <a:pt x="544" y="699"/>
                  </a:lnTo>
                  <a:lnTo>
                    <a:pt x="544" y="699"/>
                  </a:lnTo>
                  <a:lnTo>
                    <a:pt x="544" y="701"/>
                  </a:lnTo>
                  <a:lnTo>
                    <a:pt x="544" y="706"/>
                  </a:lnTo>
                  <a:lnTo>
                    <a:pt x="544" y="713"/>
                  </a:lnTo>
                  <a:lnTo>
                    <a:pt x="541" y="720"/>
                  </a:lnTo>
                  <a:lnTo>
                    <a:pt x="541" y="727"/>
                  </a:lnTo>
                  <a:lnTo>
                    <a:pt x="539" y="734"/>
                  </a:lnTo>
                  <a:lnTo>
                    <a:pt x="539" y="744"/>
                  </a:lnTo>
                  <a:lnTo>
                    <a:pt x="537" y="751"/>
                  </a:lnTo>
                  <a:lnTo>
                    <a:pt x="537" y="760"/>
                  </a:lnTo>
                  <a:lnTo>
                    <a:pt x="537" y="767"/>
                  </a:lnTo>
                  <a:lnTo>
                    <a:pt x="534" y="774"/>
                  </a:lnTo>
                  <a:lnTo>
                    <a:pt x="534" y="782"/>
                  </a:lnTo>
                  <a:lnTo>
                    <a:pt x="534" y="786"/>
                  </a:lnTo>
                  <a:lnTo>
                    <a:pt x="532" y="789"/>
                  </a:lnTo>
                  <a:lnTo>
                    <a:pt x="532" y="789"/>
                  </a:lnTo>
                  <a:lnTo>
                    <a:pt x="532" y="793"/>
                  </a:lnTo>
                  <a:lnTo>
                    <a:pt x="532" y="796"/>
                  </a:lnTo>
                  <a:lnTo>
                    <a:pt x="532" y="796"/>
                  </a:lnTo>
                  <a:lnTo>
                    <a:pt x="529" y="798"/>
                  </a:lnTo>
                  <a:lnTo>
                    <a:pt x="529" y="79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1" name="Freeform 22">
              <a:extLst>
                <a:ext uri="{FF2B5EF4-FFF2-40B4-BE49-F238E27FC236}">
                  <a16:creationId xmlns:a16="http://schemas.microsoft.com/office/drawing/2014/main" id="{BCEA76E9-BC9C-4E24-80ED-63D846A4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597" y="3203368"/>
              <a:ext cx="624972" cy="670287"/>
            </a:xfrm>
            <a:custGeom>
              <a:avLst/>
              <a:gdLst>
                <a:gd name="T0" fmla="*/ 265 w 662"/>
                <a:gd name="T1" fmla="*/ 667 h 710"/>
                <a:gd name="T2" fmla="*/ 248 w 662"/>
                <a:gd name="T3" fmla="*/ 665 h 710"/>
                <a:gd name="T4" fmla="*/ 231 w 662"/>
                <a:gd name="T5" fmla="*/ 665 h 710"/>
                <a:gd name="T6" fmla="*/ 215 w 662"/>
                <a:gd name="T7" fmla="*/ 662 h 710"/>
                <a:gd name="T8" fmla="*/ 198 w 662"/>
                <a:gd name="T9" fmla="*/ 662 h 710"/>
                <a:gd name="T10" fmla="*/ 182 w 662"/>
                <a:gd name="T11" fmla="*/ 660 h 710"/>
                <a:gd name="T12" fmla="*/ 168 w 662"/>
                <a:gd name="T13" fmla="*/ 660 h 710"/>
                <a:gd name="T14" fmla="*/ 151 w 662"/>
                <a:gd name="T15" fmla="*/ 658 h 710"/>
                <a:gd name="T16" fmla="*/ 134 w 662"/>
                <a:gd name="T17" fmla="*/ 658 h 710"/>
                <a:gd name="T18" fmla="*/ 118 w 662"/>
                <a:gd name="T19" fmla="*/ 655 h 710"/>
                <a:gd name="T20" fmla="*/ 101 w 662"/>
                <a:gd name="T21" fmla="*/ 655 h 710"/>
                <a:gd name="T22" fmla="*/ 92 w 662"/>
                <a:gd name="T23" fmla="*/ 655 h 710"/>
                <a:gd name="T24" fmla="*/ 92 w 662"/>
                <a:gd name="T25" fmla="*/ 660 h 710"/>
                <a:gd name="T26" fmla="*/ 92 w 662"/>
                <a:gd name="T27" fmla="*/ 667 h 710"/>
                <a:gd name="T28" fmla="*/ 92 w 662"/>
                <a:gd name="T29" fmla="*/ 672 h 710"/>
                <a:gd name="T30" fmla="*/ 92 w 662"/>
                <a:gd name="T31" fmla="*/ 677 h 710"/>
                <a:gd name="T32" fmla="*/ 89 w 662"/>
                <a:gd name="T33" fmla="*/ 681 h 710"/>
                <a:gd name="T34" fmla="*/ 89 w 662"/>
                <a:gd name="T35" fmla="*/ 689 h 710"/>
                <a:gd name="T36" fmla="*/ 89 w 662"/>
                <a:gd name="T37" fmla="*/ 693 h 710"/>
                <a:gd name="T38" fmla="*/ 89 w 662"/>
                <a:gd name="T39" fmla="*/ 698 h 710"/>
                <a:gd name="T40" fmla="*/ 89 w 662"/>
                <a:gd name="T41" fmla="*/ 703 h 710"/>
                <a:gd name="T42" fmla="*/ 89 w 662"/>
                <a:gd name="T43" fmla="*/ 707 h 710"/>
                <a:gd name="T44" fmla="*/ 75 w 662"/>
                <a:gd name="T45" fmla="*/ 710 h 710"/>
                <a:gd name="T46" fmla="*/ 47 w 662"/>
                <a:gd name="T47" fmla="*/ 707 h 710"/>
                <a:gd name="T48" fmla="*/ 21 w 662"/>
                <a:gd name="T49" fmla="*/ 705 h 710"/>
                <a:gd name="T50" fmla="*/ 0 w 662"/>
                <a:gd name="T51" fmla="*/ 703 h 710"/>
                <a:gd name="T52" fmla="*/ 0 w 662"/>
                <a:gd name="T53" fmla="*/ 703 h 710"/>
                <a:gd name="T54" fmla="*/ 0 w 662"/>
                <a:gd name="T55" fmla="*/ 703 h 710"/>
                <a:gd name="T56" fmla="*/ 0 w 662"/>
                <a:gd name="T57" fmla="*/ 703 h 710"/>
                <a:gd name="T58" fmla="*/ 0 w 662"/>
                <a:gd name="T59" fmla="*/ 703 h 710"/>
                <a:gd name="T60" fmla="*/ 0 w 662"/>
                <a:gd name="T61" fmla="*/ 703 h 710"/>
                <a:gd name="T62" fmla="*/ 9 w 662"/>
                <a:gd name="T63" fmla="*/ 591 h 710"/>
                <a:gd name="T64" fmla="*/ 21 w 662"/>
                <a:gd name="T65" fmla="*/ 461 h 710"/>
                <a:gd name="T66" fmla="*/ 30 w 662"/>
                <a:gd name="T67" fmla="*/ 329 h 710"/>
                <a:gd name="T68" fmla="*/ 42 w 662"/>
                <a:gd name="T69" fmla="*/ 196 h 710"/>
                <a:gd name="T70" fmla="*/ 52 w 662"/>
                <a:gd name="T71" fmla="*/ 66 h 710"/>
                <a:gd name="T72" fmla="*/ 116 w 662"/>
                <a:gd name="T73" fmla="*/ 5 h 710"/>
                <a:gd name="T74" fmla="*/ 227 w 662"/>
                <a:gd name="T75" fmla="*/ 12 h 710"/>
                <a:gd name="T76" fmla="*/ 340 w 662"/>
                <a:gd name="T77" fmla="*/ 19 h 710"/>
                <a:gd name="T78" fmla="*/ 454 w 662"/>
                <a:gd name="T79" fmla="*/ 23 h 710"/>
                <a:gd name="T80" fmla="*/ 567 w 662"/>
                <a:gd name="T81" fmla="*/ 28 h 710"/>
                <a:gd name="T82" fmla="*/ 662 w 662"/>
                <a:gd name="T83" fmla="*/ 47 h 710"/>
                <a:gd name="T84" fmla="*/ 657 w 662"/>
                <a:gd name="T85" fmla="*/ 99 h 710"/>
                <a:gd name="T86" fmla="*/ 652 w 662"/>
                <a:gd name="T87" fmla="*/ 203 h 710"/>
                <a:gd name="T88" fmla="*/ 650 w 662"/>
                <a:gd name="T89" fmla="*/ 307 h 710"/>
                <a:gd name="T90" fmla="*/ 645 w 662"/>
                <a:gd name="T91" fmla="*/ 412 h 710"/>
                <a:gd name="T92" fmla="*/ 643 w 662"/>
                <a:gd name="T93" fmla="*/ 516 h 710"/>
                <a:gd name="T94" fmla="*/ 641 w 662"/>
                <a:gd name="T95" fmla="*/ 620 h 710"/>
                <a:gd name="T96" fmla="*/ 544 w 662"/>
                <a:gd name="T97" fmla="*/ 651 h 710"/>
                <a:gd name="T98" fmla="*/ 404 w 662"/>
                <a:gd name="T99" fmla="*/ 646 h 710"/>
                <a:gd name="T100" fmla="*/ 262 w 662"/>
                <a:gd name="T101" fmla="*/ 639 h 710"/>
                <a:gd name="T102" fmla="*/ 262 w 662"/>
                <a:gd name="T103" fmla="*/ 651 h 710"/>
                <a:gd name="T104" fmla="*/ 267 w 662"/>
                <a:gd name="T105" fmla="*/ 66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2" h="710">
                  <a:moveTo>
                    <a:pt x="269" y="662"/>
                  </a:moveTo>
                  <a:lnTo>
                    <a:pt x="274" y="670"/>
                  </a:lnTo>
                  <a:lnTo>
                    <a:pt x="274" y="667"/>
                  </a:lnTo>
                  <a:lnTo>
                    <a:pt x="272" y="667"/>
                  </a:lnTo>
                  <a:lnTo>
                    <a:pt x="267" y="667"/>
                  </a:lnTo>
                  <a:lnTo>
                    <a:pt x="265" y="667"/>
                  </a:lnTo>
                  <a:lnTo>
                    <a:pt x="262" y="667"/>
                  </a:lnTo>
                  <a:lnTo>
                    <a:pt x="260" y="665"/>
                  </a:lnTo>
                  <a:lnTo>
                    <a:pt x="257" y="665"/>
                  </a:lnTo>
                  <a:lnTo>
                    <a:pt x="255" y="665"/>
                  </a:lnTo>
                  <a:lnTo>
                    <a:pt x="250" y="665"/>
                  </a:lnTo>
                  <a:lnTo>
                    <a:pt x="248" y="665"/>
                  </a:lnTo>
                  <a:lnTo>
                    <a:pt x="246" y="665"/>
                  </a:lnTo>
                  <a:lnTo>
                    <a:pt x="243" y="665"/>
                  </a:lnTo>
                  <a:lnTo>
                    <a:pt x="241" y="665"/>
                  </a:lnTo>
                  <a:lnTo>
                    <a:pt x="239" y="665"/>
                  </a:lnTo>
                  <a:lnTo>
                    <a:pt x="234" y="665"/>
                  </a:lnTo>
                  <a:lnTo>
                    <a:pt x="231" y="665"/>
                  </a:lnTo>
                  <a:lnTo>
                    <a:pt x="229" y="665"/>
                  </a:lnTo>
                  <a:lnTo>
                    <a:pt x="227" y="665"/>
                  </a:lnTo>
                  <a:lnTo>
                    <a:pt x="224" y="662"/>
                  </a:lnTo>
                  <a:lnTo>
                    <a:pt x="222" y="662"/>
                  </a:lnTo>
                  <a:lnTo>
                    <a:pt x="220" y="662"/>
                  </a:lnTo>
                  <a:lnTo>
                    <a:pt x="215" y="662"/>
                  </a:lnTo>
                  <a:lnTo>
                    <a:pt x="212" y="662"/>
                  </a:lnTo>
                  <a:lnTo>
                    <a:pt x="210" y="662"/>
                  </a:lnTo>
                  <a:lnTo>
                    <a:pt x="208" y="662"/>
                  </a:lnTo>
                  <a:lnTo>
                    <a:pt x="205" y="662"/>
                  </a:lnTo>
                  <a:lnTo>
                    <a:pt x="203" y="662"/>
                  </a:lnTo>
                  <a:lnTo>
                    <a:pt x="198" y="662"/>
                  </a:lnTo>
                  <a:lnTo>
                    <a:pt x="196" y="662"/>
                  </a:lnTo>
                  <a:lnTo>
                    <a:pt x="194" y="662"/>
                  </a:lnTo>
                  <a:lnTo>
                    <a:pt x="191" y="662"/>
                  </a:lnTo>
                  <a:lnTo>
                    <a:pt x="189" y="660"/>
                  </a:lnTo>
                  <a:lnTo>
                    <a:pt x="186" y="660"/>
                  </a:lnTo>
                  <a:lnTo>
                    <a:pt x="182" y="660"/>
                  </a:lnTo>
                  <a:lnTo>
                    <a:pt x="179" y="660"/>
                  </a:lnTo>
                  <a:lnTo>
                    <a:pt x="177" y="660"/>
                  </a:lnTo>
                  <a:lnTo>
                    <a:pt x="175" y="660"/>
                  </a:lnTo>
                  <a:lnTo>
                    <a:pt x="172" y="660"/>
                  </a:lnTo>
                  <a:lnTo>
                    <a:pt x="170" y="660"/>
                  </a:lnTo>
                  <a:lnTo>
                    <a:pt x="168" y="660"/>
                  </a:lnTo>
                  <a:lnTo>
                    <a:pt x="163" y="660"/>
                  </a:lnTo>
                  <a:lnTo>
                    <a:pt x="160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3" y="658"/>
                  </a:lnTo>
                  <a:lnTo>
                    <a:pt x="151" y="658"/>
                  </a:lnTo>
                  <a:lnTo>
                    <a:pt x="146" y="658"/>
                  </a:lnTo>
                  <a:lnTo>
                    <a:pt x="144" y="658"/>
                  </a:lnTo>
                  <a:lnTo>
                    <a:pt x="142" y="658"/>
                  </a:lnTo>
                  <a:lnTo>
                    <a:pt x="139" y="658"/>
                  </a:lnTo>
                  <a:lnTo>
                    <a:pt x="137" y="658"/>
                  </a:lnTo>
                  <a:lnTo>
                    <a:pt x="134" y="658"/>
                  </a:lnTo>
                  <a:lnTo>
                    <a:pt x="130" y="658"/>
                  </a:lnTo>
                  <a:lnTo>
                    <a:pt x="127" y="658"/>
                  </a:lnTo>
                  <a:lnTo>
                    <a:pt x="125" y="658"/>
                  </a:lnTo>
                  <a:lnTo>
                    <a:pt x="123" y="655"/>
                  </a:lnTo>
                  <a:lnTo>
                    <a:pt x="120" y="655"/>
                  </a:lnTo>
                  <a:lnTo>
                    <a:pt x="118" y="655"/>
                  </a:lnTo>
                  <a:lnTo>
                    <a:pt x="116" y="655"/>
                  </a:lnTo>
                  <a:lnTo>
                    <a:pt x="111" y="655"/>
                  </a:lnTo>
                  <a:lnTo>
                    <a:pt x="108" y="655"/>
                  </a:lnTo>
                  <a:lnTo>
                    <a:pt x="106" y="655"/>
                  </a:lnTo>
                  <a:lnTo>
                    <a:pt x="104" y="655"/>
                  </a:lnTo>
                  <a:lnTo>
                    <a:pt x="101" y="655"/>
                  </a:lnTo>
                  <a:lnTo>
                    <a:pt x="99" y="655"/>
                  </a:lnTo>
                  <a:lnTo>
                    <a:pt x="94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8"/>
                  </a:lnTo>
                  <a:lnTo>
                    <a:pt x="92" y="658"/>
                  </a:lnTo>
                  <a:lnTo>
                    <a:pt x="92" y="658"/>
                  </a:lnTo>
                  <a:lnTo>
                    <a:pt x="92" y="660"/>
                  </a:lnTo>
                  <a:lnTo>
                    <a:pt x="92" y="660"/>
                  </a:lnTo>
                  <a:lnTo>
                    <a:pt x="92" y="660"/>
                  </a:lnTo>
                  <a:lnTo>
                    <a:pt x="92" y="662"/>
                  </a:lnTo>
                  <a:lnTo>
                    <a:pt x="92" y="662"/>
                  </a:lnTo>
                  <a:lnTo>
                    <a:pt x="92" y="665"/>
                  </a:lnTo>
                  <a:lnTo>
                    <a:pt x="92" y="665"/>
                  </a:lnTo>
                  <a:lnTo>
                    <a:pt x="92" y="665"/>
                  </a:lnTo>
                  <a:lnTo>
                    <a:pt x="92" y="667"/>
                  </a:lnTo>
                  <a:lnTo>
                    <a:pt x="92" y="667"/>
                  </a:lnTo>
                  <a:lnTo>
                    <a:pt x="92" y="667"/>
                  </a:lnTo>
                  <a:lnTo>
                    <a:pt x="92" y="670"/>
                  </a:lnTo>
                  <a:lnTo>
                    <a:pt x="92" y="670"/>
                  </a:lnTo>
                  <a:lnTo>
                    <a:pt x="92" y="672"/>
                  </a:lnTo>
                  <a:lnTo>
                    <a:pt x="92" y="672"/>
                  </a:lnTo>
                  <a:lnTo>
                    <a:pt x="92" y="672"/>
                  </a:lnTo>
                  <a:lnTo>
                    <a:pt x="92" y="674"/>
                  </a:lnTo>
                  <a:lnTo>
                    <a:pt x="92" y="674"/>
                  </a:lnTo>
                  <a:lnTo>
                    <a:pt x="92" y="674"/>
                  </a:lnTo>
                  <a:lnTo>
                    <a:pt x="92" y="677"/>
                  </a:lnTo>
                  <a:lnTo>
                    <a:pt x="92" y="677"/>
                  </a:lnTo>
                  <a:lnTo>
                    <a:pt x="92" y="677"/>
                  </a:lnTo>
                  <a:lnTo>
                    <a:pt x="92" y="679"/>
                  </a:lnTo>
                  <a:lnTo>
                    <a:pt x="89" y="679"/>
                  </a:lnTo>
                  <a:lnTo>
                    <a:pt x="89" y="681"/>
                  </a:lnTo>
                  <a:lnTo>
                    <a:pt x="89" y="681"/>
                  </a:lnTo>
                  <a:lnTo>
                    <a:pt x="89" y="681"/>
                  </a:lnTo>
                  <a:lnTo>
                    <a:pt x="89" y="684"/>
                  </a:lnTo>
                  <a:lnTo>
                    <a:pt x="89" y="684"/>
                  </a:lnTo>
                  <a:lnTo>
                    <a:pt x="89" y="684"/>
                  </a:lnTo>
                  <a:lnTo>
                    <a:pt x="89" y="686"/>
                  </a:lnTo>
                  <a:lnTo>
                    <a:pt x="89" y="686"/>
                  </a:lnTo>
                  <a:lnTo>
                    <a:pt x="89" y="689"/>
                  </a:lnTo>
                  <a:lnTo>
                    <a:pt x="89" y="689"/>
                  </a:lnTo>
                  <a:lnTo>
                    <a:pt x="89" y="689"/>
                  </a:lnTo>
                  <a:lnTo>
                    <a:pt x="89" y="691"/>
                  </a:lnTo>
                  <a:lnTo>
                    <a:pt x="89" y="691"/>
                  </a:lnTo>
                  <a:lnTo>
                    <a:pt x="89" y="691"/>
                  </a:lnTo>
                  <a:lnTo>
                    <a:pt x="89" y="693"/>
                  </a:lnTo>
                  <a:lnTo>
                    <a:pt x="89" y="693"/>
                  </a:lnTo>
                  <a:lnTo>
                    <a:pt x="89" y="696"/>
                  </a:lnTo>
                  <a:lnTo>
                    <a:pt x="89" y="696"/>
                  </a:lnTo>
                  <a:lnTo>
                    <a:pt x="89" y="696"/>
                  </a:lnTo>
                  <a:lnTo>
                    <a:pt x="89" y="698"/>
                  </a:lnTo>
                  <a:lnTo>
                    <a:pt x="89" y="698"/>
                  </a:lnTo>
                  <a:lnTo>
                    <a:pt x="89" y="698"/>
                  </a:lnTo>
                  <a:lnTo>
                    <a:pt x="89" y="700"/>
                  </a:lnTo>
                  <a:lnTo>
                    <a:pt x="89" y="700"/>
                  </a:lnTo>
                  <a:lnTo>
                    <a:pt x="89" y="700"/>
                  </a:lnTo>
                  <a:lnTo>
                    <a:pt x="89" y="703"/>
                  </a:lnTo>
                  <a:lnTo>
                    <a:pt x="89" y="703"/>
                  </a:lnTo>
                  <a:lnTo>
                    <a:pt x="89" y="705"/>
                  </a:lnTo>
                  <a:lnTo>
                    <a:pt x="89" y="705"/>
                  </a:lnTo>
                  <a:lnTo>
                    <a:pt x="89" y="705"/>
                  </a:lnTo>
                  <a:lnTo>
                    <a:pt x="89" y="707"/>
                  </a:lnTo>
                  <a:lnTo>
                    <a:pt x="89" y="707"/>
                  </a:lnTo>
                  <a:lnTo>
                    <a:pt x="89" y="707"/>
                  </a:lnTo>
                  <a:lnTo>
                    <a:pt x="89" y="710"/>
                  </a:lnTo>
                  <a:lnTo>
                    <a:pt x="89" y="710"/>
                  </a:lnTo>
                  <a:lnTo>
                    <a:pt x="89" y="710"/>
                  </a:lnTo>
                  <a:lnTo>
                    <a:pt x="85" y="710"/>
                  </a:lnTo>
                  <a:lnTo>
                    <a:pt x="80" y="710"/>
                  </a:lnTo>
                  <a:lnTo>
                    <a:pt x="75" y="710"/>
                  </a:lnTo>
                  <a:lnTo>
                    <a:pt x="71" y="710"/>
                  </a:lnTo>
                  <a:lnTo>
                    <a:pt x="66" y="707"/>
                  </a:lnTo>
                  <a:lnTo>
                    <a:pt x="61" y="707"/>
                  </a:lnTo>
                  <a:lnTo>
                    <a:pt x="56" y="707"/>
                  </a:lnTo>
                  <a:lnTo>
                    <a:pt x="52" y="707"/>
                  </a:lnTo>
                  <a:lnTo>
                    <a:pt x="47" y="707"/>
                  </a:lnTo>
                  <a:lnTo>
                    <a:pt x="42" y="707"/>
                  </a:lnTo>
                  <a:lnTo>
                    <a:pt x="37" y="707"/>
                  </a:lnTo>
                  <a:lnTo>
                    <a:pt x="35" y="705"/>
                  </a:lnTo>
                  <a:lnTo>
                    <a:pt x="30" y="705"/>
                  </a:lnTo>
                  <a:lnTo>
                    <a:pt x="26" y="705"/>
                  </a:lnTo>
                  <a:lnTo>
                    <a:pt x="21" y="705"/>
                  </a:lnTo>
                  <a:lnTo>
                    <a:pt x="16" y="705"/>
                  </a:lnTo>
                  <a:lnTo>
                    <a:pt x="11" y="705"/>
                  </a:lnTo>
                  <a:lnTo>
                    <a:pt x="7" y="703"/>
                  </a:lnTo>
                  <a:lnTo>
                    <a:pt x="2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2" y="681"/>
                  </a:lnTo>
                  <a:lnTo>
                    <a:pt x="4" y="658"/>
                  </a:lnTo>
                  <a:lnTo>
                    <a:pt x="7" y="636"/>
                  </a:lnTo>
                  <a:lnTo>
                    <a:pt x="7" y="615"/>
                  </a:lnTo>
                  <a:lnTo>
                    <a:pt x="9" y="591"/>
                  </a:lnTo>
                  <a:lnTo>
                    <a:pt x="11" y="570"/>
                  </a:lnTo>
                  <a:lnTo>
                    <a:pt x="14" y="549"/>
                  </a:lnTo>
                  <a:lnTo>
                    <a:pt x="14" y="528"/>
                  </a:lnTo>
                  <a:lnTo>
                    <a:pt x="16" y="504"/>
                  </a:lnTo>
                  <a:lnTo>
                    <a:pt x="19" y="483"/>
                  </a:lnTo>
                  <a:lnTo>
                    <a:pt x="21" y="461"/>
                  </a:lnTo>
                  <a:lnTo>
                    <a:pt x="21" y="438"/>
                  </a:lnTo>
                  <a:lnTo>
                    <a:pt x="23" y="416"/>
                  </a:lnTo>
                  <a:lnTo>
                    <a:pt x="26" y="395"/>
                  </a:lnTo>
                  <a:lnTo>
                    <a:pt x="28" y="374"/>
                  </a:lnTo>
                  <a:lnTo>
                    <a:pt x="28" y="350"/>
                  </a:lnTo>
                  <a:lnTo>
                    <a:pt x="30" y="329"/>
                  </a:lnTo>
                  <a:lnTo>
                    <a:pt x="33" y="307"/>
                  </a:lnTo>
                  <a:lnTo>
                    <a:pt x="35" y="284"/>
                  </a:lnTo>
                  <a:lnTo>
                    <a:pt x="35" y="262"/>
                  </a:lnTo>
                  <a:lnTo>
                    <a:pt x="37" y="241"/>
                  </a:lnTo>
                  <a:lnTo>
                    <a:pt x="40" y="220"/>
                  </a:lnTo>
                  <a:lnTo>
                    <a:pt x="42" y="196"/>
                  </a:lnTo>
                  <a:lnTo>
                    <a:pt x="45" y="175"/>
                  </a:lnTo>
                  <a:lnTo>
                    <a:pt x="45" y="154"/>
                  </a:lnTo>
                  <a:lnTo>
                    <a:pt x="47" y="130"/>
                  </a:lnTo>
                  <a:lnTo>
                    <a:pt x="49" y="109"/>
                  </a:lnTo>
                  <a:lnTo>
                    <a:pt x="52" y="87"/>
                  </a:lnTo>
                  <a:lnTo>
                    <a:pt x="52" y="66"/>
                  </a:lnTo>
                  <a:lnTo>
                    <a:pt x="54" y="42"/>
                  </a:lnTo>
                  <a:lnTo>
                    <a:pt x="56" y="21"/>
                  </a:lnTo>
                  <a:lnTo>
                    <a:pt x="59" y="0"/>
                  </a:lnTo>
                  <a:lnTo>
                    <a:pt x="78" y="0"/>
                  </a:lnTo>
                  <a:lnTo>
                    <a:pt x="97" y="2"/>
                  </a:lnTo>
                  <a:lnTo>
                    <a:pt x="116" y="5"/>
                  </a:lnTo>
                  <a:lnTo>
                    <a:pt x="134" y="5"/>
                  </a:lnTo>
                  <a:lnTo>
                    <a:pt x="151" y="7"/>
                  </a:lnTo>
                  <a:lnTo>
                    <a:pt x="170" y="7"/>
                  </a:lnTo>
                  <a:lnTo>
                    <a:pt x="189" y="9"/>
                  </a:lnTo>
                  <a:lnTo>
                    <a:pt x="208" y="12"/>
                  </a:lnTo>
                  <a:lnTo>
                    <a:pt x="227" y="12"/>
                  </a:lnTo>
                  <a:lnTo>
                    <a:pt x="246" y="14"/>
                  </a:lnTo>
                  <a:lnTo>
                    <a:pt x="265" y="14"/>
                  </a:lnTo>
                  <a:lnTo>
                    <a:pt x="283" y="16"/>
                  </a:lnTo>
                  <a:lnTo>
                    <a:pt x="302" y="16"/>
                  </a:lnTo>
                  <a:lnTo>
                    <a:pt x="321" y="19"/>
                  </a:lnTo>
                  <a:lnTo>
                    <a:pt x="340" y="19"/>
                  </a:lnTo>
                  <a:lnTo>
                    <a:pt x="359" y="19"/>
                  </a:lnTo>
                  <a:lnTo>
                    <a:pt x="378" y="21"/>
                  </a:lnTo>
                  <a:lnTo>
                    <a:pt x="397" y="21"/>
                  </a:lnTo>
                  <a:lnTo>
                    <a:pt x="416" y="23"/>
                  </a:lnTo>
                  <a:lnTo>
                    <a:pt x="435" y="23"/>
                  </a:lnTo>
                  <a:lnTo>
                    <a:pt x="454" y="23"/>
                  </a:lnTo>
                  <a:lnTo>
                    <a:pt x="473" y="26"/>
                  </a:lnTo>
                  <a:lnTo>
                    <a:pt x="492" y="26"/>
                  </a:lnTo>
                  <a:lnTo>
                    <a:pt x="511" y="26"/>
                  </a:lnTo>
                  <a:lnTo>
                    <a:pt x="529" y="28"/>
                  </a:lnTo>
                  <a:lnTo>
                    <a:pt x="548" y="28"/>
                  </a:lnTo>
                  <a:lnTo>
                    <a:pt x="567" y="28"/>
                  </a:lnTo>
                  <a:lnTo>
                    <a:pt x="586" y="31"/>
                  </a:lnTo>
                  <a:lnTo>
                    <a:pt x="605" y="31"/>
                  </a:lnTo>
                  <a:lnTo>
                    <a:pt x="624" y="31"/>
                  </a:lnTo>
                  <a:lnTo>
                    <a:pt x="643" y="31"/>
                  </a:lnTo>
                  <a:lnTo>
                    <a:pt x="662" y="33"/>
                  </a:lnTo>
                  <a:lnTo>
                    <a:pt x="662" y="47"/>
                  </a:lnTo>
                  <a:lnTo>
                    <a:pt x="662" y="64"/>
                  </a:lnTo>
                  <a:lnTo>
                    <a:pt x="662" y="78"/>
                  </a:lnTo>
                  <a:lnTo>
                    <a:pt x="660" y="94"/>
                  </a:lnTo>
                  <a:lnTo>
                    <a:pt x="657" y="94"/>
                  </a:lnTo>
                  <a:lnTo>
                    <a:pt x="657" y="97"/>
                  </a:lnTo>
                  <a:lnTo>
                    <a:pt x="657" y="99"/>
                  </a:lnTo>
                  <a:lnTo>
                    <a:pt x="655" y="118"/>
                  </a:lnTo>
                  <a:lnTo>
                    <a:pt x="655" y="135"/>
                  </a:lnTo>
                  <a:lnTo>
                    <a:pt x="655" y="151"/>
                  </a:lnTo>
                  <a:lnTo>
                    <a:pt x="655" y="170"/>
                  </a:lnTo>
                  <a:lnTo>
                    <a:pt x="652" y="187"/>
                  </a:lnTo>
                  <a:lnTo>
                    <a:pt x="652" y="203"/>
                  </a:lnTo>
                  <a:lnTo>
                    <a:pt x="652" y="222"/>
                  </a:lnTo>
                  <a:lnTo>
                    <a:pt x="652" y="239"/>
                  </a:lnTo>
                  <a:lnTo>
                    <a:pt x="652" y="255"/>
                  </a:lnTo>
                  <a:lnTo>
                    <a:pt x="650" y="274"/>
                  </a:lnTo>
                  <a:lnTo>
                    <a:pt x="650" y="291"/>
                  </a:lnTo>
                  <a:lnTo>
                    <a:pt x="650" y="307"/>
                  </a:lnTo>
                  <a:lnTo>
                    <a:pt x="650" y="324"/>
                  </a:lnTo>
                  <a:lnTo>
                    <a:pt x="648" y="343"/>
                  </a:lnTo>
                  <a:lnTo>
                    <a:pt x="648" y="360"/>
                  </a:lnTo>
                  <a:lnTo>
                    <a:pt x="648" y="376"/>
                  </a:lnTo>
                  <a:lnTo>
                    <a:pt x="648" y="395"/>
                  </a:lnTo>
                  <a:lnTo>
                    <a:pt x="645" y="412"/>
                  </a:lnTo>
                  <a:lnTo>
                    <a:pt x="645" y="428"/>
                  </a:lnTo>
                  <a:lnTo>
                    <a:pt x="645" y="447"/>
                  </a:lnTo>
                  <a:lnTo>
                    <a:pt x="645" y="464"/>
                  </a:lnTo>
                  <a:lnTo>
                    <a:pt x="643" y="480"/>
                  </a:lnTo>
                  <a:lnTo>
                    <a:pt x="643" y="499"/>
                  </a:lnTo>
                  <a:lnTo>
                    <a:pt x="643" y="516"/>
                  </a:lnTo>
                  <a:lnTo>
                    <a:pt x="643" y="532"/>
                  </a:lnTo>
                  <a:lnTo>
                    <a:pt x="643" y="551"/>
                  </a:lnTo>
                  <a:lnTo>
                    <a:pt x="641" y="568"/>
                  </a:lnTo>
                  <a:lnTo>
                    <a:pt x="641" y="584"/>
                  </a:lnTo>
                  <a:lnTo>
                    <a:pt x="641" y="603"/>
                  </a:lnTo>
                  <a:lnTo>
                    <a:pt x="641" y="620"/>
                  </a:lnTo>
                  <a:lnTo>
                    <a:pt x="638" y="636"/>
                  </a:lnTo>
                  <a:lnTo>
                    <a:pt x="638" y="655"/>
                  </a:lnTo>
                  <a:lnTo>
                    <a:pt x="615" y="653"/>
                  </a:lnTo>
                  <a:lnTo>
                    <a:pt x="591" y="653"/>
                  </a:lnTo>
                  <a:lnTo>
                    <a:pt x="567" y="653"/>
                  </a:lnTo>
                  <a:lnTo>
                    <a:pt x="544" y="651"/>
                  </a:lnTo>
                  <a:lnTo>
                    <a:pt x="522" y="651"/>
                  </a:lnTo>
                  <a:lnTo>
                    <a:pt x="499" y="651"/>
                  </a:lnTo>
                  <a:lnTo>
                    <a:pt x="475" y="648"/>
                  </a:lnTo>
                  <a:lnTo>
                    <a:pt x="451" y="648"/>
                  </a:lnTo>
                  <a:lnTo>
                    <a:pt x="428" y="646"/>
                  </a:lnTo>
                  <a:lnTo>
                    <a:pt x="404" y="646"/>
                  </a:lnTo>
                  <a:lnTo>
                    <a:pt x="380" y="644"/>
                  </a:lnTo>
                  <a:lnTo>
                    <a:pt x="357" y="644"/>
                  </a:lnTo>
                  <a:lnTo>
                    <a:pt x="333" y="641"/>
                  </a:lnTo>
                  <a:lnTo>
                    <a:pt x="309" y="641"/>
                  </a:lnTo>
                  <a:lnTo>
                    <a:pt x="286" y="639"/>
                  </a:lnTo>
                  <a:lnTo>
                    <a:pt x="262" y="639"/>
                  </a:lnTo>
                  <a:lnTo>
                    <a:pt x="260" y="639"/>
                  </a:lnTo>
                  <a:lnTo>
                    <a:pt x="257" y="639"/>
                  </a:lnTo>
                  <a:lnTo>
                    <a:pt x="257" y="639"/>
                  </a:lnTo>
                  <a:lnTo>
                    <a:pt x="260" y="644"/>
                  </a:lnTo>
                  <a:lnTo>
                    <a:pt x="260" y="646"/>
                  </a:lnTo>
                  <a:lnTo>
                    <a:pt x="262" y="651"/>
                  </a:lnTo>
                  <a:lnTo>
                    <a:pt x="262" y="653"/>
                  </a:lnTo>
                  <a:lnTo>
                    <a:pt x="265" y="655"/>
                  </a:lnTo>
                  <a:lnTo>
                    <a:pt x="262" y="658"/>
                  </a:lnTo>
                  <a:lnTo>
                    <a:pt x="265" y="658"/>
                  </a:lnTo>
                  <a:lnTo>
                    <a:pt x="265" y="660"/>
                  </a:lnTo>
                  <a:lnTo>
                    <a:pt x="267" y="660"/>
                  </a:lnTo>
                  <a:lnTo>
                    <a:pt x="267" y="660"/>
                  </a:lnTo>
                  <a:lnTo>
                    <a:pt x="267" y="660"/>
                  </a:lnTo>
                  <a:lnTo>
                    <a:pt x="269" y="662"/>
                  </a:lnTo>
                  <a:lnTo>
                    <a:pt x="269" y="6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2" name="Freeform 23">
              <a:extLst>
                <a:ext uri="{FF2B5EF4-FFF2-40B4-BE49-F238E27FC236}">
                  <a16:creationId xmlns:a16="http://schemas.microsoft.com/office/drawing/2014/main" id="{8C976286-CA3B-48E8-9731-C1037D276C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1683" y="2034614"/>
              <a:ext cx="721267" cy="523013"/>
            </a:xfrm>
            <a:custGeom>
              <a:avLst/>
              <a:gdLst>
                <a:gd name="T0" fmla="*/ 561 w 764"/>
                <a:gd name="T1" fmla="*/ 554 h 554"/>
                <a:gd name="T2" fmla="*/ 634 w 764"/>
                <a:gd name="T3" fmla="*/ 518 h 554"/>
                <a:gd name="T4" fmla="*/ 663 w 764"/>
                <a:gd name="T5" fmla="*/ 509 h 554"/>
                <a:gd name="T6" fmla="*/ 689 w 764"/>
                <a:gd name="T7" fmla="*/ 487 h 554"/>
                <a:gd name="T8" fmla="*/ 738 w 764"/>
                <a:gd name="T9" fmla="*/ 438 h 554"/>
                <a:gd name="T10" fmla="*/ 724 w 764"/>
                <a:gd name="T11" fmla="*/ 447 h 554"/>
                <a:gd name="T12" fmla="*/ 698 w 764"/>
                <a:gd name="T13" fmla="*/ 469 h 554"/>
                <a:gd name="T14" fmla="*/ 715 w 764"/>
                <a:gd name="T15" fmla="*/ 454 h 554"/>
                <a:gd name="T16" fmla="*/ 726 w 764"/>
                <a:gd name="T17" fmla="*/ 433 h 554"/>
                <a:gd name="T18" fmla="*/ 686 w 764"/>
                <a:gd name="T19" fmla="*/ 464 h 554"/>
                <a:gd name="T20" fmla="*/ 639 w 764"/>
                <a:gd name="T21" fmla="*/ 480 h 554"/>
                <a:gd name="T22" fmla="*/ 622 w 764"/>
                <a:gd name="T23" fmla="*/ 483 h 554"/>
                <a:gd name="T24" fmla="*/ 603 w 764"/>
                <a:gd name="T25" fmla="*/ 499 h 554"/>
                <a:gd name="T26" fmla="*/ 594 w 764"/>
                <a:gd name="T27" fmla="*/ 506 h 554"/>
                <a:gd name="T28" fmla="*/ 580 w 764"/>
                <a:gd name="T29" fmla="*/ 540 h 554"/>
                <a:gd name="T30" fmla="*/ 596 w 764"/>
                <a:gd name="T31" fmla="*/ 525 h 554"/>
                <a:gd name="T32" fmla="*/ 608 w 764"/>
                <a:gd name="T33" fmla="*/ 525 h 554"/>
                <a:gd name="T34" fmla="*/ 656 w 764"/>
                <a:gd name="T35" fmla="*/ 499 h 554"/>
                <a:gd name="T36" fmla="*/ 686 w 764"/>
                <a:gd name="T37" fmla="*/ 487 h 554"/>
                <a:gd name="T38" fmla="*/ 710 w 764"/>
                <a:gd name="T39" fmla="*/ 476 h 554"/>
                <a:gd name="T40" fmla="*/ 741 w 764"/>
                <a:gd name="T41" fmla="*/ 452 h 554"/>
                <a:gd name="T42" fmla="*/ 743 w 764"/>
                <a:gd name="T43" fmla="*/ 409 h 554"/>
                <a:gd name="T44" fmla="*/ 289 w 764"/>
                <a:gd name="T45" fmla="*/ 137 h 554"/>
                <a:gd name="T46" fmla="*/ 301 w 764"/>
                <a:gd name="T47" fmla="*/ 130 h 554"/>
                <a:gd name="T48" fmla="*/ 294 w 764"/>
                <a:gd name="T49" fmla="*/ 132 h 554"/>
                <a:gd name="T50" fmla="*/ 279 w 764"/>
                <a:gd name="T51" fmla="*/ 182 h 554"/>
                <a:gd name="T52" fmla="*/ 563 w 764"/>
                <a:gd name="T53" fmla="*/ 452 h 554"/>
                <a:gd name="T54" fmla="*/ 580 w 764"/>
                <a:gd name="T55" fmla="*/ 504 h 554"/>
                <a:gd name="T56" fmla="*/ 592 w 764"/>
                <a:gd name="T57" fmla="*/ 499 h 554"/>
                <a:gd name="T58" fmla="*/ 599 w 764"/>
                <a:gd name="T59" fmla="*/ 478 h 554"/>
                <a:gd name="T60" fmla="*/ 601 w 764"/>
                <a:gd name="T61" fmla="*/ 440 h 554"/>
                <a:gd name="T62" fmla="*/ 582 w 764"/>
                <a:gd name="T63" fmla="*/ 348 h 554"/>
                <a:gd name="T64" fmla="*/ 582 w 764"/>
                <a:gd name="T65" fmla="*/ 248 h 554"/>
                <a:gd name="T66" fmla="*/ 563 w 764"/>
                <a:gd name="T67" fmla="*/ 168 h 554"/>
                <a:gd name="T68" fmla="*/ 551 w 764"/>
                <a:gd name="T69" fmla="*/ 168 h 554"/>
                <a:gd name="T70" fmla="*/ 547 w 764"/>
                <a:gd name="T71" fmla="*/ 142 h 554"/>
                <a:gd name="T72" fmla="*/ 533 w 764"/>
                <a:gd name="T73" fmla="*/ 116 h 554"/>
                <a:gd name="T74" fmla="*/ 525 w 764"/>
                <a:gd name="T75" fmla="*/ 66 h 554"/>
                <a:gd name="T76" fmla="*/ 518 w 764"/>
                <a:gd name="T77" fmla="*/ 52 h 554"/>
                <a:gd name="T78" fmla="*/ 518 w 764"/>
                <a:gd name="T79" fmla="*/ 35 h 554"/>
                <a:gd name="T80" fmla="*/ 514 w 764"/>
                <a:gd name="T81" fmla="*/ 19 h 554"/>
                <a:gd name="T82" fmla="*/ 473 w 764"/>
                <a:gd name="T83" fmla="*/ 9 h 554"/>
                <a:gd name="T84" fmla="*/ 367 w 764"/>
                <a:gd name="T85" fmla="*/ 40 h 554"/>
                <a:gd name="T86" fmla="*/ 308 w 764"/>
                <a:gd name="T87" fmla="*/ 123 h 554"/>
                <a:gd name="T88" fmla="*/ 275 w 764"/>
                <a:gd name="T89" fmla="*/ 173 h 554"/>
                <a:gd name="T90" fmla="*/ 289 w 764"/>
                <a:gd name="T91" fmla="*/ 170 h 554"/>
                <a:gd name="T92" fmla="*/ 298 w 764"/>
                <a:gd name="T93" fmla="*/ 177 h 554"/>
                <a:gd name="T94" fmla="*/ 282 w 764"/>
                <a:gd name="T95" fmla="*/ 196 h 554"/>
                <a:gd name="T96" fmla="*/ 296 w 764"/>
                <a:gd name="T97" fmla="*/ 215 h 554"/>
                <a:gd name="T98" fmla="*/ 256 w 764"/>
                <a:gd name="T99" fmla="*/ 265 h 554"/>
                <a:gd name="T100" fmla="*/ 234 w 764"/>
                <a:gd name="T101" fmla="*/ 282 h 554"/>
                <a:gd name="T102" fmla="*/ 102 w 764"/>
                <a:gd name="T103" fmla="*/ 291 h 554"/>
                <a:gd name="T104" fmla="*/ 64 w 764"/>
                <a:gd name="T105" fmla="*/ 341 h 554"/>
                <a:gd name="T106" fmla="*/ 62 w 764"/>
                <a:gd name="T107" fmla="*/ 381 h 554"/>
                <a:gd name="T108" fmla="*/ 31 w 764"/>
                <a:gd name="T109" fmla="*/ 419 h 554"/>
                <a:gd name="T110" fmla="*/ 5 w 764"/>
                <a:gd name="T111" fmla="*/ 469 h 554"/>
                <a:gd name="T112" fmla="*/ 161 w 764"/>
                <a:gd name="T113" fmla="*/ 452 h 554"/>
                <a:gd name="T114" fmla="*/ 376 w 764"/>
                <a:gd name="T115" fmla="*/ 407 h 554"/>
                <a:gd name="T116" fmla="*/ 443 w 764"/>
                <a:gd name="T117" fmla="*/ 412 h 554"/>
                <a:gd name="T118" fmla="*/ 454 w 764"/>
                <a:gd name="T119" fmla="*/ 440 h 554"/>
                <a:gd name="T120" fmla="*/ 490 w 764"/>
                <a:gd name="T121" fmla="*/ 457 h 554"/>
                <a:gd name="T122" fmla="*/ 62 w 764"/>
                <a:gd name="T123" fmla="*/ 3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4" h="554">
                  <a:moveTo>
                    <a:pt x="570" y="532"/>
                  </a:moveTo>
                  <a:lnTo>
                    <a:pt x="570" y="532"/>
                  </a:lnTo>
                  <a:lnTo>
                    <a:pt x="568" y="535"/>
                  </a:lnTo>
                  <a:lnTo>
                    <a:pt x="568" y="535"/>
                  </a:lnTo>
                  <a:lnTo>
                    <a:pt x="566" y="535"/>
                  </a:lnTo>
                  <a:lnTo>
                    <a:pt x="563" y="535"/>
                  </a:lnTo>
                  <a:lnTo>
                    <a:pt x="563" y="535"/>
                  </a:lnTo>
                  <a:lnTo>
                    <a:pt x="561" y="537"/>
                  </a:lnTo>
                  <a:lnTo>
                    <a:pt x="563" y="540"/>
                  </a:lnTo>
                  <a:lnTo>
                    <a:pt x="563" y="544"/>
                  </a:lnTo>
                  <a:lnTo>
                    <a:pt x="563" y="544"/>
                  </a:lnTo>
                  <a:lnTo>
                    <a:pt x="561" y="547"/>
                  </a:lnTo>
                  <a:lnTo>
                    <a:pt x="561" y="547"/>
                  </a:lnTo>
                  <a:lnTo>
                    <a:pt x="561" y="547"/>
                  </a:lnTo>
                  <a:lnTo>
                    <a:pt x="561" y="549"/>
                  </a:lnTo>
                  <a:lnTo>
                    <a:pt x="561" y="549"/>
                  </a:lnTo>
                  <a:lnTo>
                    <a:pt x="561" y="554"/>
                  </a:lnTo>
                  <a:lnTo>
                    <a:pt x="570" y="544"/>
                  </a:lnTo>
                  <a:lnTo>
                    <a:pt x="575" y="540"/>
                  </a:lnTo>
                  <a:lnTo>
                    <a:pt x="573" y="532"/>
                  </a:lnTo>
                  <a:lnTo>
                    <a:pt x="570" y="532"/>
                  </a:lnTo>
                  <a:close/>
                  <a:moveTo>
                    <a:pt x="648" y="514"/>
                  </a:moveTo>
                  <a:lnTo>
                    <a:pt x="648" y="514"/>
                  </a:lnTo>
                  <a:lnTo>
                    <a:pt x="648" y="511"/>
                  </a:lnTo>
                  <a:lnTo>
                    <a:pt x="648" y="511"/>
                  </a:lnTo>
                  <a:lnTo>
                    <a:pt x="648" y="511"/>
                  </a:lnTo>
                  <a:lnTo>
                    <a:pt x="646" y="514"/>
                  </a:lnTo>
                  <a:lnTo>
                    <a:pt x="641" y="514"/>
                  </a:lnTo>
                  <a:lnTo>
                    <a:pt x="639" y="514"/>
                  </a:lnTo>
                  <a:lnTo>
                    <a:pt x="639" y="516"/>
                  </a:lnTo>
                  <a:lnTo>
                    <a:pt x="639" y="516"/>
                  </a:lnTo>
                  <a:lnTo>
                    <a:pt x="637" y="518"/>
                  </a:lnTo>
                  <a:lnTo>
                    <a:pt x="637" y="518"/>
                  </a:lnTo>
                  <a:lnTo>
                    <a:pt x="634" y="518"/>
                  </a:lnTo>
                  <a:lnTo>
                    <a:pt x="622" y="525"/>
                  </a:lnTo>
                  <a:lnTo>
                    <a:pt x="625" y="525"/>
                  </a:lnTo>
                  <a:lnTo>
                    <a:pt x="637" y="521"/>
                  </a:lnTo>
                  <a:lnTo>
                    <a:pt x="641" y="516"/>
                  </a:lnTo>
                  <a:lnTo>
                    <a:pt x="648" y="514"/>
                  </a:lnTo>
                  <a:lnTo>
                    <a:pt x="648" y="514"/>
                  </a:lnTo>
                  <a:close/>
                  <a:moveTo>
                    <a:pt x="689" y="487"/>
                  </a:moveTo>
                  <a:lnTo>
                    <a:pt x="684" y="492"/>
                  </a:lnTo>
                  <a:lnTo>
                    <a:pt x="679" y="495"/>
                  </a:lnTo>
                  <a:lnTo>
                    <a:pt x="679" y="495"/>
                  </a:lnTo>
                  <a:lnTo>
                    <a:pt x="677" y="497"/>
                  </a:lnTo>
                  <a:lnTo>
                    <a:pt x="674" y="497"/>
                  </a:lnTo>
                  <a:lnTo>
                    <a:pt x="672" y="499"/>
                  </a:lnTo>
                  <a:lnTo>
                    <a:pt x="672" y="499"/>
                  </a:lnTo>
                  <a:lnTo>
                    <a:pt x="670" y="502"/>
                  </a:lnTo>
                  <a:lnTo>
                    <a:pt x="667" y="504"/>
                  </a:lnTo>
                  <a:lnTo>
                    <a:pt x="663" y="509"/>
                  </a:lnTo>
                  <a:lnTo>
                    <a:pt x="653" y="511"/>
                  </a:lnTo>
                  <a:lnTo>
                    <a:pt x="651" y="514"/>
                  </a:lnTo>
                  <a:lnTo>
                    <a:pt x="648" y="516"/>
                  </a:lnTo>
                  <a:lnTo>
                    <a:pt x="646" y="516"/>
                  </a:lnTo>
                  <a:lnTo>
                    <a:pt x="646" y="516"/>
                  </a:lnTo>
                  <a:lnTo>
                    <a:pt x="651" y="516"/>
                  </a:lnTo>
                  <a:lnTo>
                    <a:pt x="658" y="511"/>
                  </a:lnTo>
                  <a:lnTo>
                    <a:pt x="667" y="504"/>
                  </a:lnTo>
                  <a:lnTo>
                    <a:pt x="670" y="504"/>
                  </a:lnTo>
                  <a:lnTo>
                    <a:pt x="672" y="502"/>
                  </a:lnTo>
                  <a:lnTo>
                    <a:pt x="677" y="497"/>
                  </a:lnTo>
                  <a:lnTo>
                    <a:pt x="684" y="492"/>
                  </a:lnTo>
                  <a:lnTo>
                    <a:pt x="686" y="492"/>
                  </a:lnTo>
                  <a:lnTo>
                    <a:pt x="686" y="490"/>
                  </a:lnTo>
                  <a:lnTo>
                    <a:pt x="691" y="487"/>
                  </a:lnTo>
                  <a:lnTo>
                    <a:pt x="691" y="487"/>
                  </a:lnTo>
                  <a:lnTo>
                    <a:pt x="689" y="487"/>
                  </a:lnTo>
                  <a:close/>
                  <a:moveTo>
                    <a:pt x="764" y="431"/>
                  </a:moveTo>
                  <a:lnTo>
                    <a:pt x="762" y="431"/>
                  </a:lnTo>
                  <a:lnTo>
                    <a:pt x="760" y="431"/>
                  </a:lnTo>
                  <a:lnTo>
                    <a:pt x="760" y="433"/>
                  </a:lnTo>
                  <a:lnTo>
                    <a:pt x="760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5" y="433"/>
                  </a:lnTo>
                  <a:lnTo>
                    <a:pt x="755" y="435"/>
                  </a:lnTo>
                  <a:lnTo>
                    <a:pt x="753" y="435"/>
                  </a:lnTo>
                  <a:lnTo>
                    <a:pt x="753" y="438"/>
                  </a:lnTo>
                  <a:lnTo>
                    <a:pt x="750" y="440"/>
                  </a:lnTo>
                  <a:lnTo>
                    <a:pt x="745" y="443"/>
                  </a:lnTo>
                  <a:lnTo>
                    <a:pt x="745" y="445"/>
                  </a:lnTo>
                  <a:lnTo>
                    <a:pt x="743" y="443"/>
                  </a:lnTo>
                  <a:lnTo>
                    <a:pt x="743" y="443"/>
                  </a:lnTo>
                  <a:lnTo>
                    <a:pt x="738" y="438"/>
                  </a:lnTo>
                  <a:lnTo>
                    <a:pt x="736" y="438"/>
                  </a:lnTo>
                  <a:lnTo>
                    <a:pt x="736" y="440"/>
                  </a:lnTo>
                  <a:lnTo>
                    <a:pt x="736" y="443"/>
                  </a:lnTo>
                  <a:lnTo>
                    <a:pt x="736" y="445"/>
                  </a:lnTo>
                  <a:lnTo>
                    <a:pt x="731" y="443"/>
                  </a:lnTo>
                  <a:lnTo>
                    <a:pt x="731" y="443"/>
                  </a:lnTo>
                  <a:lnTo>
                    <a:pt x="731" y="443"/>
                  </a:lnTo>
                  <a:lnTo>
                    <a:pt x="731" y="445"/>
                  </a:lnTo>
                  <a:lnTo>
                    <a:pt x="731" y="445"/>
                  </a:lnTo>
                  <a:lnTo>
                    <a:pt x="729" y="445"/>
                  </a:lnTo>
                  <a:lnTo>
                    <a:pt x="726" y="447"/>
                  </a:lnTo>
                  <a:lnTo>
                    <a:pt x="726" y="447"/>
                  </a:lnTo>
                  <a:lnTo>
                    <a:pt x="724" y="447"/>
                  </a:lnTo>
                  <a:lnTo>
                    <a:pt x="724" y="445"/>
                  </a:lnTo>
                  <a:lnTo>
                    <a:pt x="724" y="445"/>
                  </a:lnTo>
                  <a:lnTo>
                    <a:pt x="722" y="445"/>
                  </a:lnTo>
                  <a:lnTo>
                    <a:pt x="724" y="447"/>
                  </a:lnTo>
                  <a:lnTo>
                    <a:pt x="722" y="450"/>
                  </a:lnTo>
                  <a:lnTo>
                    <a:pt x="719" y="452"/>
                  </a:lnTo>
                  <a:lnTo>
                    <a:pt x="717" y="457"/>
                  </a:lnTo>
                  <a:lnTo>
                    <a:pt x="715" y="459"/>
                  </a:lnTo>
                  <a:lnTo>
                    <a:pt x="715" y="461"/>
                  </a:lnTo>
                  <a:lnTo>
                    <a:pt x="717" y="461"/>
                  </a:lnTo>
                  <a:lnTo>
                    <a:pt x="715" y="464"/>
                  </a:lnTo>
                  <a:lnTo>
                    <a:pt x="712" y="464"/>
                  </a:lnTo>
                  <a:lnTo>
                    <a:pt x="710" y="466"/>
                  </a:lnTo>
                  <a:lnTo>
                    <a:pt x="710" y="466"/>
                  </a:lnTo>
                  <a:lnTo>
                    <a:pt x="708" y="466"/>
                  </a:lnTo>
                  <a:lnTo>
                    <a:pt x="705" y="466"/>
                  </a:lnTo>
                  <a:lnTo>
                    <a:pt x="703" y="469"/>
                  </a:lnTo>
                  <a:lnTo>
                    <a:pt x="703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698" y="469"/>
                  </a:lnTo>
                  <a:lnTo>
                    <a:pt x="700" y="466"/>
                  </a:lnTo>
                  <a:lnTo>
                    <a:pt x="700" y="464"/>
                  </a:lnTo>
                  <a:lnTo>
                    <a:pt x="703" y="461"/>
                  </a:lnTo>
                  <a:lnTo>
                    <a:pt x="705" y="461"/>
                  </a:lnTo>
                  <a:lnTo>
                    <a:pt x="705" y="459"/>
                  </a:lnTo>
                  <a:lnTo>
                    <a:pt x="705" y="457"/>
                  </a:lnTo>
                  <a:lnTo>
                    <a:pt x="705" y="457"/>
                  </a:lnTo>
                  <a:lnTo>
                    <a:pt x="708" y="457"/>
                  </a:lnTo>
                  <a:lnTo>
                    <a:pt x="708" y="454"/>
                  </a:lnTo>
                  <a:lnTo>
                    <a:pt x="708" y="454"/>
                  </a:lnTo>
                  <a:lnTo>
                    <a:pt x="708" y="454"/>
                  </a:lnTo>
                  <a:lnTo>
                    <a:pt x="710" y="454"/>
                  </a:lnTo>
                  <a:lnTo>
                    <a:pt x="710" y="452"/>
                  </a:lnTo>
                  <a:lnTo>
                    <a:pt x="712" y="452"/>
                  </a:lnTo>
                  <a:lnTo>
                    <a:pt x="712" y="452"/>
                  </a:lnTo>
                  <a:lnTo>
                    <a:pt x="712" y="454"/>
                  </a:lnTo>
                  <a:lnTo>
                    <a:pt x="715" y="454"/>
                  </a:lnTo>
                  <a:lnTo>
                    <a:pt x="715" y="452"/>
                  </a:lnTo>
                  <a:lnTo>
                    <a:pt x="715" y="452"/>
                  </a:lnTo>
                  <a:lnTo>
                    <a:pt x="712" y="450"/>
                  </a:lnTo>
                  <a:lnTo>
                    <a:pt x="712" y="450"/>
                  </a:lnTo>
                  <a:lnTo>
                    <a:pt x="715" y="447"/>
                  </a:lnTo>
                  <a:lnTo>
                    <a:pt x="715" y="447"/>
                  </a:lnTo>
                  <a:lnTo>
                    <a:pt x="717" y="447"/>
                  </a:lnTo>
                  <a:lnTo>
                    <a:pt x="717" y="445"/>
                  </a:lnTo>
                  <a:lnTo>
                    <a:pt x="717" y="445"/>
                  </a:lnTo>
                  <a:lnTo>
                    <a:pt x="715" y="445"/>
                  </a:lnTo>
                  <a:lnTo>
                    <a:pt x="715" y="445"/>
                  </a:lnTo>
                  <a:lnTo>
                    <a:pt x="715" y="445"/>
                  </a:lnTo>
                  <a:lnTo>
                    <a:pt x="719" y="435"/>
                  </a:lnTo>
                  <a:lnTo>
                    <a:pt x="722" y="433"/>
                  </a:lnTo>
                  <a:lnTo>
                    <a:pt x="724" y="435"/>
                  </a:lnTo>
                  <a:lnTo>
                    <a:pt x="724" y="435"/>
                  </a:lnTo>
                  <a:lnTo>
                    <a:pt x="726" y="433"/>
                  </a:lnTo>
                  <a:lnTo>
                    <a:pt x="726" y="431"/>
                  </a:lnTo>
                  <a:lnTo>
                    <a:pt x="726" y="431"/>
                  </a:lnTo>
                  <a:lnTo>
                    <a:pt x="726" y="428"/>
                  </a:lnTo>
                  <a:lnTo>
                    <a:pt x="726" y="428"/>
                  </a:lnTo>
                  <a:lnTo>
                    <a:pt x="724" y="428"/>
                  </a:lnTo>
                  <a:lnTo>
                    <a:pt x="722" y="428"/>
                  </a:lnTo>
                  <a:lnTo>
                    <a:pt x="719" y="433"/>
                  </a:lnTo>
                  <a:lnTo>
                    <a:pt x="717" y="435"/>
                  </a:lnTo>
                  <a:lnTo>
                    <a:pt x="715" y="438"/>
                  </a:lnTo>
                  <a:lnTo>
                    <a:pt x="715" y="440"/>
                  </a:lnTo>
                  <a:lnTo>
                    <a:pt x="710" y="443"/>
                  </a:lnTo>
                  <a:lnTo>
                    <a:pt x="710" y="443"/>
                  </a:lnTo>
                  <a:lnTo>
                    <a:pt x="708" y="447"/>
                  </a:lnTo>
                  <a:lnTo>
                    <a:pt x="703" y="450"/>
                  </a:lnTo>
                  <a:lnTo>
                    <a:pt x="698" y="457"/>
                  </a:lnTo>
                  <a:lnTo>
                    <a:pt x="696" y="459"/>
                  </a:lnTo>
                  <a:lnTo>
                    <a:pt x="686" y="464"/>
                  </a:lnTo>
                  <a:lnTo>
                    <a:pt x="670" y="466"/>
                  </a:lnTo>
                  <a:lnTo>
                    <a:pt x="656" y="471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3" y="473"/>
                  </a:lnTo>
                  <a:lnTo>
                    <a:pt x="653" y="471"/>
                  </a:lnTo>
                  <a:lnTo>
                    <a:pt x="651" y="471"/>
                  </a:lnTo>
                  <a:lnTo>
                    <a:pt x="651" y="471"/>
                  </a:lnTo>
                  <a:lnTo>
                    <a:pt x="648" y="473"/>
                  </a:lnTo>
                  <a:lnTo>
                    <a:pt x="648" y="476"/>
                  </a:lnTo>
                  <a:lnTo>
                    <a:pt x="648" y="478"/>
                  </a:lnTo>
                  <a:lnTo>
                    <a:pt x="648" y="478"/>
                  </a:lnTo>
                  <a:lnTo>
                    <a:pt x="644" y="480"/>
                  </a:lnTo>
                  <a:lnTo>
                    <a:pt x="641" y="483"/>
                  </a:lnTo>
                  <a:lnTo>
                    <a:pt x="641" y="480"/>
                  </a:lnTo>
                  <a:lnTo>
                    <a:pt x="639" y="480"/>
                  </a:lnTo>
                  <a:lnTo>
                    <a:pt x="639" y="480"/>
                  </a:lnTo>
                  <a:lnTo>
                    <a:pt x="637" y="480"/>
                  </a:lnTo>
                  <a:lnTo>
                    <a:pt x="627" y="480"/>
                  </a:lnTo>
                  <a:lnTo>
                    <a:pt x="625" y="480"/>
                  </a:lnTo>
                  <a:lnTo>
                    <a:pt x="625" y="483"/>
                  </a:lnTo>
                  <a:lnTo>
                    <a:pt x="627" y="483"/>
                  </a:lnTo>
                  <a:lnTo>
                    <a:pt x="630" y="483"/>
                  </a:lnTo>
                  <a:lnTo>
                    <a:pt x="630" y="483"/>
                  </a:lnTo>
                  <a:lnTo>
                    <a:pt x="632" y="483"/>
                  </a:lnTo>
                  <a:lnTo>
                    <a:pt x="632" y="485"/>
                  </a:lnTo>
                  <a:lnTo>
                    <a:pt x="630" y="485"/>
                  </a:lnTo>
                  <a:lnTo>
                    <a:pt x="630" y="485"/>
                  </a:lnTo>
                  <a:lnTo>
                    <a:pt x="627" y="485"/>
                  </a:lnTo>
                  <a:lnTo>
                    <a:pt x="625" y="487"/>
                  </a:lnTo>
                  <a:lnTo>
                    <a:pt x="625" y="485"/>
                  </a:lnTo>
                  <a:lnTo>
                    <a:pt x="622" y="485"/>
                  </a:lnTo>
                  <a:lnTo>
                    <a:pt x="622" y="483"/>
                  </a:lnTo>
                  <a:lnTo>
                    <a:pt x="622" y="483"/>
                  </a:lnTo>
                  <a:lnTo>
                    <a:pt x="620" y="483"/>
                  </a:lnTo>
                  <a:lnTo>
                    <a:pt x="618" y="485"/>
                  </a:lnTo>
                  <a:lnTo>
                    <a:pt x="620" y="485"/>
                  </a:lnTo>
                  <a:lnTo>
                    <a:pt x="620" y="487"/>
                  </a:lnTo>
                  <a:lnTo>
                    <a:pt x="622" y="487"/>
                  </a:lnTo>
                  <a:lnTo>
                    <a:pt x="620" y="490"/>
                  </a:lnTo>
                  <a:lnTo>
                    <a:pt x="618" y="490"/>
                  </a:lnTo>
                  <a:lnTo>
                    <a:pt x="618" y="490"/>
                  </a:lnTo>
                  <a:lnTo>
                    <a:pt x="618" y="487"/>
                  </a:lnTo>
                  <a:lnTo>
                    <a:pt x="618" y="487"/>
                  </a:lnTo>
                  <a:lnTo>
                    <a:pt x="613" y="487"/>
                  </a:lnTo>
                  <a:lnTo>
                    <a:pt x="606" y="490"/>
                  </a:lnTo>
                  <a:lnTo>
                    <a:pt x="603" y="495"/>
                  </a:lnTo>
                  <a:lnTo>
                    <a:pt x="608" y="502"/>
                  </a:lnTo>
                  <a:lnTo>
                    <a:pt x="606" y="502"/>
                  </a:lnTo>
                  <a:lnTo>
                    <a:pt x="603" y="499"/>
                  </a:lnTo>
                  <a:lnTo>
                    <a:pt x="601" y="497"/>
                  </a:lnTo>
                  <a:lnTo>
                    <a:pt x="599" y="497"/>
                  </a:lnTo>
                  <a:lnTo>
                    <a:pt x="599" y="497"/>
                  </a:lnTo>
                  <a:lnTo>
                    <a:pt x="599" y="499"/>
                  </a:lnTo>
                  <a:lnTo>
                    <a:pt x="599" y="502"/>
                  </a:lnTo>
                  <a:lnTo>
                    <a:pt x="601" y="502"/>
                  </a:lnTo>
                  <a:lnTo>
                    <a:pt x="601" y="502"/>
                  </a:lnTo>
                  <a:lnTo>
                    <a:pt x="601" y="504"/>
                  </a:lnTo>
                  <a:lnTo>
                    <a:pt x="601" y="504"/>
                  </a:lnTo>
                  <a:lnTo>
                    <a:pt x="601" y="504"/>
                  </a:lnTo>
                  <a:lnTo>
                    <a:pt x="599" y="504"/>
                  </a:lnTo>
                  <a:lnTo>
                    <a:pt x="599" y="502"/>
                  </a:lnTo>
                  <a:lnTo>
                    <a:pt x="596" y="502"/>
                  </a:lnTo>
                  <a:lnTo>
                    <a:pt x="596" y="504"/>
                  </a:lnTo>
                  <a:lnTo>
                    <a:pt x="596" y="506"/>
                  </a:lnTo>
                  <a:lnTo>
                    <a:pt x="596" y="509"/>
                  </a:lnTo>
                  <a:lnTo>
                    <a:pt x="594" y="506"/>
                  </a:lnTo>
                  <a:lnTo>
                    <a:pt x="592" y="506"/>
                  </a:lnTo>
                  <a:lnTo>
                    <a:pt x="589" y="509"/>
                  </a:lnTo>
                  <a:lnTo>
                    <a:pt x="589" y="511"/>
                  </a:lnTo>
                  <a:lnTo>
                    <a:pt x="585" y="511"/>
                  </a:lnTo>
                  <a:lnTo>
                    <a:pt x="582" y="514"/>
                  </a:lnTo>
                  <a:lnTo>
                    <a:pt x="580" y="523"/>
                  </a:lnTo>
                  <a:lnTo>
                    <a:pt x="580" y="523"/>
                  </a:lnTo>
                  <a:lnTo>
                    <a:pt x="577" y="523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5" y="530"/>
                  </a:lnTo>
                  <a:lnTo>
                    <a:pt x="575" y="530"/>
                  </a:lnTo>
                  <a:lnTo>
                    <a:pt x="577" y="535"/>
                  </a:lnTo>
                  <a:lnTo>
                    <a:pt x="580" y="537"/>
                  </a:lnTo>
                  <a:lnTo>
                    <a:pt x="580" y="540"/>
                  </a:lnTo>
                  <a:lnTo>
                    <a:pt x="582" y="537"/>
                  </a:lnTo>
                  <a:lnTo>
                    <a:pt x="587" y="537"/>
                  </a:lnTo>
                  <a:lnTo>
                    <a:pt x="587" y="535"/>
                  </a:lnTo>
                  <a:lnTo>
                    <a:pt x="587" y="535"/>
                  </a:lnTo>
                  <a:lnTo>
                    <a:pt x="589" y="535"/>
                  </a:lnTo>
                  <a:lnTo>
                    <a:pt x="589" y="535"/>
                  </a:lnTo>
                  <a:lnTo>
                    <a:pt x="589" y="535"/>
                  </a:lnTo>
                  <a:lnTo>
                    <a:pt x="592" y="535"/>
                  </a:lnTo>
                  <a:lnTo>
                    <a:pt x="592" y="532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92" y="528"/>
                  </a:lnTo>
                  <a:lnTo>
                    <a:pt x="592" y="525"/>
                  </a:lnTo>
                  <a:lnTo>
                    <a:pt x="594" y="525"/>
                  </a:lnTo>
                  <a:lnTo>
                    <a:pt x="596" y="525"/>
                  </a:lnTo>
                  <a:lnTo>
                    <a:pt x="599" y="525"/>
                  </a:lnTo>
                  <a:lnTo>
                    <a:pt x="601" y="525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30"/>
                  </a:lnTo>
                  <a:lnTo>
                    <a:pt x="589" y="537"/>
                  </a:lnTo>
                  <a:lnTo>
                    <a:pt x="587" y="540"/>
                  </a:lnTo>
                  <a:lnTo>
                    <a:pt x="592" y="540"/>
                  </a:lnTo>
                  <a:lnTo>
                    <a:pt x="603" y="530"/>
                  </a:lnTo>
                  <a:lnTo>
                    <a:pt x="620" y="528"/>
                  </a:lnTo>
                  <a:lnTo>
                    <a:pt x="620" y="525"/>
                  </a:lnTo>
                  <a:lnTo>
                    <a:pt x="618" y="525"/>
                  </a:lnTo>
                  <a:lnTo>
                    <a:pt x="611" y="530"/>
                  </a:lnTo>
                  <a:lnTo>
                    <a:pt x="608" y="528"/>
                  </a:lnTo>
                  <a:lnTo>
                    <a:pt x="608" y="525"/>
                  </a:lnTo>
                  <a:lnTo>
                    <a:pt x="611" y="525"/>
                  </a:lnTo>
                  <a:lnTo>
                    <a:pt x="615" y="523"/>
                  </a:lnTo>
                  <a:lnTo>
                    <a:pt x="625" y="518"/>
                  </a:lnTo>
                  <a:lnTo>
                    <a:pt x="634" y="516"/>
                  </a:lnTo>
                  <a:lnTo>
                    <a:pt x="637" y="514"/>
                  </a:lnTo>
                  <a:lnTo>
                    <a:pt x="639" y="511"/>
                  </a:lnTo>
                  <a:lnTo>
                    <a:pt x="646" y="509"/>
                  </a:lnTo>
                  <a:lnTo>
                    <a:pt x="646" y="506"/>
                  </a:lnTo>
                  <a:lnTo>
                    <a:pt x="646" y="506"/>
                  </a:lnTo>
                  <a:lnTo>
                    <a:pt x="648" y="504"/>
                  </a:lnTo>
                  <a:lnTo>
                    <a:pt x="648" y="504"/>
                  </a:lnTo>
                  <a:lnTo>
                    <a:pt x="653" y="504"/>
                  </a:lnTo>
                  <a:lnTo>
                    <a:pt x="656" y="504"/>
                  </a:lnTo>
                  <a:lnTo>
                    <a:pt x="658" y="504"/>
                  </a:lnTo>
                  <a:lnTo>
                    <a:pt x="658" y="502"/>
                  </a:lnTo>
                  <a:lnTo>
                    <a:pt x="656" y="502"/>
                  </a:lnTo>
                  <a:lnTo>
                    <a:pt x="656" y="499"/>
                  </a:lnTo>
                  <a:lnTo>
                    <a:pt x="658" y="499"/>
                  </a:lnTo>
                  <a:lnTo>
                    <a:pt x="658" y="499"/>
                  </a:lnTo>
                  <a:lnTo>
                    <a:pt x="660" y="499"/>
                  </a:lnTo>
                  <a:lnTo>
                    <a:pt x="660" y="499"/>
                  </a:lnTo>
                  <a:lnTo>
                    <a:pt x="663" y="499"/>
                  </a:lnTo>
                  <a:lnTo>
                    <a:pt x="665" y="497"/>
                  </a:lnTo>
                  <a:lnTo>
                    <a:pt x="667" y="497"/>
                  </a:lnTo>
                  <a:lnTo>
                    <a:pt x="667" y="495"/>
                  </a:lnTo>
                  <a:lnTo>
                    <a:pt x="674" y="495"/>
                  </a:lnTo>
                  <a:lnTo>
                    <a:pt x="677" y="492"/>
                  </a:lnTo>
                  <a:lnTo>
                    <a:pt x="677" y="490"/>
                  </a:lnTo>
                  <a:lnTo>
                    <a:pt x="679" y="490"/>
                  </a:lnTo>
                  <a:lnTo>
                    <a:pt x="682" y="490"/>
                  </a:lnTo>
                  <a:lnTo>
                    <a:pt x="682" y="490"/>
                  </a:lnTo>
                  <a:lnTo>
                    <a:pt x="684" y="490"/>
                  </a:lnTo>
                  <a:lnTo>
                    <a:pt x="686" y="487"/>
                  </a:lnTo>
                  <a:lnTo>
                    <a:pt x="686" y="487"/>
                  </a:lnTo>
                  <a:lnTo>
                    <a:pt x="684" y="485"/>
                  </a:lnTo>
                  <a:lnTo>
                    <a:pt x="686" y="485"/>
                  </a:lnTo>
                  <a:lnTo>
                    <a:pt x="698" y="480"/>
                  </a:lnTo>
                  <a:lnTo>
                    <a:pt x="700" y="480"/>
                  </a:lnTo>
                  <a:lnTo>
                    <a:pt x="698" y="480"/>
                  </a:lnTo>
                  <a:lnTo>
                    <a:pt x="698" y="483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7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6" y="485"/>
                  </a:lnTo>
                  <a:lnTo>
                    <a:pt x="705" y="478"/>
                  </a:lnTo>
                  <a:lnTo>
                    <a:pt x="710" y="476"/>
                  </a:lnTo>
                  <a:lnTo>
                    <a:pt x="712" y="473"/>
                  </a:lnTo>
                  <a:lnTo>
                    <a:pt x="715" y="471"/>
                  </a:lnTo>
                  <a:lnTo>
                    <a:pt x="712" y="471"/>
                  </a:lnTo>
                  <a:lnTo>
                    <a:pt x="712" y="469"/>
                  </a:lnTo>
                  <a:lnTo>
                    <a:pt x="712" y="469"/>
                  </a:lnTo>
                  <a:lnTo>
                    <a:pt x="712" y="466"/>
                  </a:lnTo>
                  <a:lnTo>
                    <a:pt x="712" y="466"/>
                  </a:lnTo>
                  <a:lnTo>
                    <a:pt x="715" y="466"/>
                  </a:lnTo>
                  <a:lnTo>
                    <a:pt x="717" y="466"/>
                  </a:lnTo>
                  <a:lnTo>
                    <a:pt x="717" y="469"/>
                  </a:lnTo>
                  <a:lnTo>
                    <a:pt x="717" y="471"/>
                  </a:lnTo>
                  <a:lnTo>
                    <a:pt x="717" y="469"/>
                  </a:lnTo>
                  <a:lnTo>
                    <a:pt x="722" y="466"/>
                  </a:lnTo>
                  <a:lnTo>
                    <a:pt x="724" y="466"/>
                  </a:lnTo>
                  <a:lnTo>
                    <a:pt x="729" y="461"/>
                  </a:lnTo>
                  <a:lnTo>
                    <a:pt x="736" y="454"/>
                  </a:lnTo>
                  <a:lnTo>
                    <a:pt x="741" y="452"/>
                  </a:lnTo>
                  <a:lnTo>
                    <a:pt x="748" y="445"/>
                  </a:lnTo>
                  <a:lnTo>
                    <a:pt x="753" y="443"/>
                  </a:lnTo>
                  <a:lnTo>
                    <a:pt x="762" y="433"/>
                  </a:lnTo>
                  <a:lnTo>
                    <a:pt x="764" y="433"/>
                  </a:lnTo>
                  <a:lnTo>
                    <a:pt x="764" y="431"/>
                  </a:lnTo>
                  <a:lnTo>
                    <a:pt x="764" y="431"/>
                  </a:lnTo>
                  <a:lnTo>
                    <a:pt x="764" y="431"/>
                  </a:lnTo>
                  <a:close/>
                  <a:moveTo>
                    <a:pt x="745" y="412"/>
                  </a:moveTo>
                  <a:lnTo>
                    <a:pt x="745" y="412"/>
                  </a:lnTo>
                  <a:lnTo>
                    <a:pt x="748" y="409"/>
                  </a:lnTo>
                  <a:lnTo>
                    <a:pt x="748" y="407"/>
                  </a:lnTo>
                  <a:lnTo>
                    <a:pt x="750" y="407"/>
                  </a:lnTo>
                  <a:lnTo>
                    <a:pt x="750" y="407"/>
                  </a:lnTo>
                  <a:lnTo>
                    <a:pt x="750" y="407"/>
                  </a:lnTo>
                  <a:lnTo>
                    <a:pt x="750" y="405"/>
                  </a:lnTo>
                  <a:lnTo>
                    <a:pt x="743" y="409"/>
                  </a:lnTo>
                  <a:lnTo>
                    <a:pt x="743" y="409"/>
                  </a:lnTo>
                  <a:lnTo>
                    <a:pt x="743" y="412"/>
                  </a:lnTo>
                  <a:lnTo>
                    <a:pt x="743" y="412"/>
                  </a:lnTo>
                  <a:lnTo>
                    <a:pt x="745" y="412"/>
                  </a:lnTo>
                  <a:close/>
                  <a:moveTo>
                    <a:pt x="537" y="90"/>
                  </a:moveTo>
                  <a:lnTo>
                    <a:pt x="537" y="90"/>
                  </a:lnTo>
                  <a:lnTo>
                    <a:pt x="537" y="90"/>
                  </a:lnTo>
                  <a:lnTo>
                    <a:pt x="537" y="90"/>
                  </a:lnTo>
                  <a:close/>
                  <a:moveTo>
                    <a:pt x="282" y="144"/>
                  </a:moveTo>
                  <a:lnTo>
                    <a:pt x="284" y="144"/>
                  </a:lnTo>
                  <a:lnTo>
                    <a:pt x="284" y="144"/>
                  </a:lnTo>
                  <a:lnTo>
                    <a:pt x="289" y="142"/>
                  </a:lnTo>
                  <a:lnTo>
                    <a:pt x="289" y="140"/>
                  </a:lnTo>
                  <a:lnTo>
                    <a:pt x="289" y="140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7" y="140"/>
                  </a:lnTo>
                  <a:lnTo>
                    <a:pt x="287" y="140"/>
                  </a:lnTo>
                  <a:lnTo>
                    <a:pt x="284" y="140"/>
                  </a:lnTo>
                  <a:lnTo>
                    <a:pt x="282" y="142"/>
                  </a:lnTo>
                  <a:lnTo>
                    <a:pt x="282" y="142"/>
                  </a:lnTo>
                  <a:lnTo>
                    <a:pt x="282" y="142"/>
                  </a:lnTo>
                  <a:lnTo>
                    <a:pt x="282" y="144"/>
                  </a:lnTo>
                  <a:lnTo>
                    <a:pt x="282" y="144"/>
                  </a:lnTo>
                  <a:close/>
                  <a:moveTo>
                    <a:pt x="291" y="135"/>
                  </a:moveTo>
                  <a:lnTo>
                    <a:pt x="291" y="137"/>
                  </a:lnTo>
                  <a:lnTo>
                    <a:pt x="291" y="137"/>
                  </a:lnTo>
                  <a:lnTo>
                    <a:pt x="294" y="140"/>
                  </a:lnTo>
                  <a:lnTo>
                    <a:pt x="294" y="137"/>
                  </a:lnTo>
                  <a:lnTo>
                    <a:pt x="296" y="135"/>
                  </a:lnTo>
                  <a:lnTo>
                    <a:pt x="298" y="135"/>
                  </a:lnTo>
                  <a:lnTo>
                    <a:pt x="298" y="132"/>
                  </a:lnTo>
                  <a:lnTo>
                    <a:pt x="301" y="130"/>
                  </a:lnTo>
                  <a:lnTo>
                    <a:pt x="301" y="128"/>
                  </a:lnTo>
                  <a:lnTo>
                    <a:pt x="301" y="128"/>
                  </a:lnTo>
                  <a:lnTo>
                    <a:pt x="301" y="128"/>
                  </a:lnTo>
                  <a:lnTo>
                    <a:pt x="301" y="125"/>
                  </a:lnTo>
                  <a:lnTo>
                    <a:pt x="301" y="128"/>
                  </a:lnTo>
                  <a:lnTo>
                    <a:pt x="298" y="128"/>
                  </a:lnTo>
                  <a:lnTo>
                    <a:pt x="298" y="130"/>
                  </a:lnTo>
                  <a:lnTo>
                    <a:pt x="298" y="128"/>
                  </a:lnTo>
                  <a:lnTo>
                    <a:pt x="296" y="130"/>
                  </a:lnTo>
                  <a:lnTo>
                    <a:pt x="296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1" y="132"/>
                  </a:lnTo>
                  <a:lnTo>
                    <a:pt x="291" y="135"/>
                  </a:lnTo>
                  <a:lnTo>
                    <a:pt x="291" y="132"/>
                  </a:lnTo>
                  <a:lnTo>
                    <a:pt x="291" y="135"/>
                  </a:lnTo>
                  <a:lnTo>
                    <a:pt x="291" y="135"/>
                  </a:lnTo>
                  <a:lnTo>
                    <a:pt x="289" y="135"/>
                  </a:lnTo>
                  <a:lnTo>
                    <a:pt x="291" y="135"/>
                  </a:lnTo>
                  <a:lnTo>
                    <a:pt x="291" y="135"/>
                  </a:lnTo>
                  <a:close/>
                  <a:moveTo>
                    <a:pt x="282" y="177"/>
                  </a:moveTo>
                  <a:lnTo>
                    <a:pt x="284" y="175"/>
                  </a:lnTo>
                  <a:lnTo>
                    <a:pt x="284" y="173"/>
                  </a:lnTo>
                  <a:lnTo>
                    <a:pt x="282" y="173"/>
                  </a:lnTo>
                  <a:lnTo>
                    <a:pt x="282" y="173"/>
                  </a:lnTo>
                  <a:lnTo>
                    <a:pt x="279" y="175"/>
                  </a:lnTo>
                  <a:lnTo>
                    <a:pt x="279" y="177"/>
                  </a:lnTo>
                  <a:lnTo>
                    <a:pt x="277" y="177"/>
                  </a:lnTo>
                  <a:lnTo>
                    <a:pt x="279" y="182"/>
                  </a:lnTo>
                  <a:lnTo>
                    <a:pt x="282" y="177"/>
                  </a:lnTo>
                  <a:lnTo>
                    <a:pt x="282" y="177"/>
                  </a:lnTo>
                  <a:close/>
                  <a:moveTo>
                    <a:pt x="577" y="487"/>
                  </a:moveTo>
                  <a:lnTo>
                    <a:pt x="577" y="485"/>
                  </a:lnTo>
                  <a:lnTo>
                    <a:pt x="573" y="476"/>
                  </a:lnTo>
                  <a:lnTo>
                    <a:pt x="573" y="469"/>
                  </a:lnTo>
                  <a:lnTo>
                    <a:pt x="573" y="466"/>
                  </a:lnTo>
                  <a:lnTo>
                    <a:pt x="570" y="466"/>
                  </a:lnTo>
                  <a:lnTo>
                    <a:pt x="568" y="464"/>
                  </a:lnTo>
                  <a:lnTo>
                    <a:pt x="568" y="464"/>
                  </a:lnTo>
                  <a:lnTo>
                    <a:pt x="566" y="461"/>
                  </a:lnTo>
                  <a:lnTo>
                    <a:pt x="563" y="457"/>
                  </a:lnTo>
                  <a:lnTo>
                    <a:pt x="563" y="457"/>
                  </a:lnTo>
                  <a:lnTo>
                    <a:pt x="563" y="457"/>
                  </a:lnTo>
                  <a:lnTo>
                    <a:pt x="563" y="454"/>
                  </a:lnTo>
                  <a:lnTo>
                    <a:pt x="563" y="454"/>
                  </a:lnTo>
                  <a:lnTo>
                    <a:pt x="563" y="452"/>
                  </a:lnTo>
                  <a:lnTo>
                    <a:pt x="566" y="450"/>
                  </a:lnTo>
                  <a:lnTo>
                    <a:pt x="566" y="452"/>
                  </a:lnTo>
                  <a:lnTo>
                    <a:pt x="566" y="454"/>
                  </a:lnTo>
                  <a:lnTo>
                    <a:pt x="566" y="457"/>
                  </a:lnTo>
                  <a:lnTo>
                    <a:pt x="568" y="459"/>
                  </a:lnTo>
                  <a:lnTo>
                    <a:pt x="570" y="461"/>
                  </a:lnTo>
                  <a:lnTo>
                    <a:pt x="573" y="461"/>
                  </a:lnTo>
                  <a:lnTo>
                    <a:pt x="575" y="464"/>
                  </a:lnTo>
                  <a:lnTo>
                    <a:pt x="575" y="469"/>
                  </a:lnTo>
                  <a:lnTo>
                    <a:pt x="577" y="471"/>
                  </a:lnTo>
                  <a:lnTo>
                    <a:pt x="580" y="483"/>
                  </a:lnTo>
                  <a:lnTo>
                    <a:pt x="580" y="485"/>
                  </a:lnTo>
                  <a:lnTo>
                    <a:pt x="580" y="490"/>
                  </a:lnTo>
                  <a:lnTo>
                    <a:pt x="580" y="495"/>
                  </a:lnTo>
                  <a:lnTo>
                    <a:pt x="580" y="499"/>
                  </a:lnTo>
                  <a:lnTo>
                    <a:pt x="580" y="502"/>
                  </a:lnTo>
                  <a:lnTo>
                    <a:pt x="580" y="504"/>
                  </a:lnTo>
                  <a:lnTo>
                    <a:pt x="575" y="516"/>
                  </a:lnTo>
                  <a:lnTo>
                    <a:pt x="575" y="518"/>
                  </a:lnTo>
                  <a:lnTo>
                    <a:pt x="575" y="521"/>
                  </a:lnTo>
                  <a:lnTo>
                    <a:pt x="577" y="523"/>
                  </a:lnTo>
                  <a:lnTo>
                    <a:pt x="577" y="521"/>
                  </a:lnTo>
                  <a:lnTo>
                    <a:pt x="580" y="514"/>
                  </a:lnTo>
                  <a:lnTo>
                    <a:pt x="582" y="509"/>
                  </a:lnTo>
                  <a:lnTo>
                    <a:pt x="582" y="509"/>
                  </a:lnTo>
                  <a:lnTo>
                    <a:pt x="587" y="506"/>
                  </a:lnTo>
                  <a:lnTo>
                    <a:pt x="589" y="504"/>
                  </a:lnTo>
                  <a:lnTo>
                    <a:pt x="594" y="504"/>
                  </a:lnTo>
                  <a:lnTo>
                    <a:pt x="592" y="504"/>
                  </a:lnTo>
                  <a:lnTo>
                    <a:pt x="589" y="502"/>
                  </a:lnTo>
                  <a:lnTo>
                    <a:pt x="589" y="502"/>
                  </a:lnTo>
                  <a:lnTo>
                    <a:pt x="589" y="499"/>
                  </a:lnTo>
                  <a:lnTo>
                    <a:pt x="592" y="499"/>
                  </a:lnTo>
                  <a:lnTo>
                    <a:pt x="592" y="499"/>
                  </a:lnTo>
                  <a:lnTo>
                    <a:pt x="592" y="499"/>
                  </a:lnTo>
                  <a:lnTo>
                    <a:pt x="592" y="497"/>
                  </a:lnTo>
                  <a:lnTo>
                    <a:pt x="594" y="495"/>
                  </a:lnTo>
                  <a:lnTo>
                    <a:pt x="596" y="490"/>
                  </a:lnTo>
                  <a:lnTo>
                    <a:pt x="596" y="487"/>
                  </a:lnTo>
                  <a:lnTo>
                    <a:pt x="599" y="487"/>
                  </a:lnTo>
                  <a:lnTo>
                    <a:pt x="601" y="487"/>
                  </a:lnTo>
                  <a:lnTo>
                    <a:pt x="601" y="485"/>
                  </a:lnTo>
                  <a:lnTo>
                    <a:pt x="601" y="483"/>
                  </a:lnTo>
                  <a:lnTo>
                    <a:pt x="601" y="483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78"/>
                  </a:lnTo>
                  <a:lnTo>
                    <a:pt x="601" y="478"/>
                  </a:lnTo>
                  <a:lnTo>
                    <a:pt x="599" y="478"/>
                  </a:lnTo>
                  <a:lnTo>
                    <a:pt x="599" y="478"/>
                  </a:lnTo>
                  <a:lnTo>
                    <a:pt x="599" y="478"/>
                  </a:lnTo>
                  <a:lnTo>
                    <a:pt x="599" y="476"/>
                  </a:lnTo>
                  <a:lnTo>
                    <a:pt x="596" y="473"/>
                  </a:lnTo>
                  <a:lnTo>
                    <a:pt x="592" y="471"/>
                  </a:lnTo>
                  <a:lnTo>
                    <a:pt x="592" y="471"/>
                  </a:lnTo>
                  <a:lnTo>
                    <a:pt x="592" y="469"/>
                  </a:lnTo>
                  <a:lnTo>
                    <a:pt x="596" y="466"/>
                  </a:lnTo>
                  <a:lnTo>
                    <a:pt x="601" y="461"/>
                  </a:lnTo>
                  <a:lnTo>
                    <a:pt x="606" y="457"/>
                  </a:lnTo>
                  <a:lnTo>
                    <a:pt x="608" y="452"/>
                  </a:lnTo>
                  <a:lnTo>
                    <a:pt x="611" y="452"/>
                  </a:lnTo>
                  <a:lnTo>
                    <a:pt x="608" y="450"/>
                  </a:lnTo>
                  <a:lnTo>
                    <a:pt x="606" y="447"/>
                  </a:lnTo>
                  <a:lnTo>
                    <a:pt x="606" y="445"/>
                  </a:lnTo>
                  <a:lnTo>
                    <a:pt x="603" y="443"/>
                  </a:lnTo>
                  <a:lnTo>
                    <a:pt x="601" y="440"/>
                  </a:lnTo>
                  <a:lnTo>
                    <a:pt x="601" y="435"/>
                  </a:lnTo>
                  <a:lnTo>
                    <a:pt x="601" y="431"/>
                  </a:lnTo>
                  <a:lnTo>
                    <a:pt x="599" y="424"/>
                  </a:lnTo>
                  <a:lnTo>
                    <a:pt x="599" y="419"/>
                  </a:lnTo>
                  <a:lnTo>
                    <a:pt x="596" y="412"/>
                  </a:lnTo>
                  <a:lnTo>
                    <a:pt x="596" y="407"/>
                  </a:lnTo>
                  <a:lnTo>
                    <a:pt x="596" y="402"/>
                  </a:lnTo>
                  <a:lnTo>
                    <a:pt x="594" y="395"/>
                  </a:lnTo>
                  <a:lnTo>
                    <a:pt x="594" y="390"/>
                  </a:lnTo>
                  <a:lnTo>
                    <a:pt x="592" y="386"/>
                  </a:lnTo>
                  <a:lnTo>
                    <a:pt x="592" y="379"/>
                  </a:lnTo>
                  <a:lnTo>
                    <a:pt x="589" y="374"/>
                  </a:lnTo>
                  <a:lnTo>
                    <a:pt x="589" y="369"/>
                  </a:lnTo>
                  <a:lnTo>
                    <a:pt x="589" y="362"/>
                  </a:lnTo>
                  <a:lnTo>
                    <a:pt x="587" y="357"/>
                  </a:lnTo>
                  <a:lnTo>
                    <a:pt x="587" y="350"/>
                  </a:lnTo>
                  <a:lnTo>
                    <a:pt x="582" y="348"/>
                  </a:lnTo>
                  <a:lnTo>
                    <a:pt x="582" y="345"/>
                  </a:lnTo>
                  <a:lnTo>
                    <a:pt x="585" y="343"/>
                  </a:lnTo>
                  <a:lnTo>
                    <a:pt x="585" y="334"/>
                  </a:lnTo>
                  <a:lnTo>
                    <a:pt x="585" y="315"/>
                  </a:lnTo>
                  <a:lnTo>
                    <a:pt x="585" y="305"/>
                  </a:lnTo>
                  <a:lnTo>
                    <a:pt x="585" y="296"/>
                  </a:lnTo>
                  <a:lnTo>
                    <a:pt x="585" y="286"/>
                  </a:lnTo>
                  <a:lnTo>
                    <a:pt x="585" y="277"/>
                  </a:lnTo>
                  <a:lnTo>
                    <a:pt x="587" y="270"/>
                  </a:lnTo>
                  <a:lnTo>
                    <a:pt x="587" y="265"/>
                  </a:lnTo>
                  <a:lnTo>
                    <a:pt x="587" y="263"/>
                  </a:lnTo>
                  <a:lnTo>
                    <a:pt x="585" y="260"/>
                  </a:lnTo>
                  <a:lnTo>
                    <a:pt x="582" y="258"/>
                  </a:lnTo>
                  <a:lnTo>
                    <a:pt x="582" y="253"/>
                  </a:lnTo>
                  <a:lnTo>
                    <a:pt x="582" y="251"/>
                  </a:lnTo>
                  <a:lnTo>
                    <a:pt x="582" y="248"/>
                  </a:lnTo>
                  <a:lnTo>
                    <a:pt x="582" y="248"/>
                  </a:lnTo>
                  <a:lnTo>
                    <a:pt x="582" y="246"/>
                  </a:lnTo>
                  <a:lnTo>
                    <a:pt x="580" y="241"/>
                  </a:lnTo>
                  <a:lnTo>
                    <a:pt x="580" y="237"/>
                  </a:lnTo>
                  <a:lnTo>
                    <a:pt x="577" y="232"/>
                  </a:lnTo>
                  <a:lnTo>
                    <a:pt x="577" y="225"/>
                  </a:lnTo>
                  <a:lnTo>
                    <a:pt x="575" y="218"/>
                  </a:lnTo>
                  <a:lnTo>
                    <a:pt x="573" y="203"/>
                  </a:lnTo>
                  <a:lnTo>
                    <a:pt x="570" y="196"/>
                  </a:lnTo>
                  <a:lnTo>
                    <a:pt x="568" y="189"/>
                  </a:lnTo>
                  <a:lnTo>
                    <a:pt x="568" y="182"/>
                  </a:lnTo>
                  <a:lnTo>
                    <a:pt x="566" y="177"/>
                  </a:lnTo>
                  <a:lnTo>
                    <a:pt x="566" y="175"/>
                  </a:lnTo>
                  <a:lnTo>
                    <a:pt x="566" y="173"/>
                  </a:lnTo>
                  <a:lnTo>
                    <a:pt x="566" y="170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61" y="168"/>
                  </a:lnTo>
                  <a:lnTo>
                    <a:pt x="561" y="166"/>
                  </a:lnTo>
                  <a:lnTo>
                    <a:pt x="559" y="163"/>
                  </a:lnTo>
                  <a:lnTo>
                    <a:pt x="559" y="161"/>
                  </a:lnTo>
                  <a:lnTo>
                    <a:pt x="556" y="161"/>
                  </a:lnTo>
                  <a:lnTo>
                    <a:pt x="556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6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7" y="168"/>
                  </a:lnTo>
                  <a:lnTo>
                    <a:pt x="547" y="168"/>
                  </a:lnTo>
                  <a:lnTo>
                    <a:pt x="547" y="166"/>
                  </a:lnTo>
                  <a:lnTo>
                    <a:pt x="547" y="163"/>
                  </a:lnTo>
                  <a:lnTo>
                    <a:pt x="547" y="161"/>
                  </a:lnTo>
                  <a:lnTo>
                    <a:pt x="547" y="161"/>
                  </a:lnTo>
                  <a:lnTo>
                    <a:pt x="547" y="149"/>
                  </a:lnTo>
                  <a:lnTo>
                    <a:pt x="547" y="147"/>
                  </a:lnTo>
                  <a:lnTo>
                    <a:pt x="547" y="147"/>
                  </a:lnTo>
                  <a:lnTo>
                    <a:pt x="547" y="144"/>
                  </a:lnTo>
                  <a:lnTo>
                    <a:pt x="547" y="142"/>
                  </a:lnTo>
                  <a:lnTo>
                    <a:pt x="544" y="142"/>
                  </a:lnTo>
                  <a:lnTo>
                    <a:pt x="542" y="140"/>
                  </a:lnTo>
                  <a:lnTo>
                    <a:pt x="542" y="140"/>
                  </a:lnTo>
                  <a:lnTo>
                    <a:pt x="542" y="137"/>
                  </a:lnTo>
                  <a:lnTo>
                    <a:pt x="542" y="135"/>
                  </a:lnTo>
                  <a:lnTo>
                    <a:pt x="542" y="135"/>
                  </a:lnTo>
                  <a:lnTo>
                    <a:pt x="542" y="132"/>
                  </a:lnTo>
                  <a:lnTo>
                    <a:pt x="540" y="132"/>
                  </a:lnTo>
                  <a:lnTo>
                    <a:pt x="540" y="130"/>
                  </a:lnTo>
                  <a:lnTo>
                    <a:pt x="537" y="128"/>
                  </a:lnTo>
                  <a:lnTo>
                    <a:pt x="537" y="125"/>
                  </a:lnTo>
                  <a:lnTo>
                    <a:pt x="535" y="121"/>
                  </a:lnTo>
                  <a:lnTo>
                    <a:pt x="535" y="118"/>
                  </a:lnTo>
                  <a:lnTo>
                    <a:pt x="535" y="116"/>
                  </a:lnTo>
                  <a:lnTo>
                    <a:pt x="535" y="116"/>
                  </a:lnTo>
                  <a:lnTo>
                    <a:pt x="535" y="116"/>
                  </a:lnTo>
                  <a:lnTo>
                    <a:pt x="533" y="116"/>
                  </a:lnTo>
                  <a:lnTo>
                    <a:pt x="533" y="116"/>
                  </a:lnTo>
                  <a:lnTo>
                    <a:pt x="533" y="118"/>
                  </a:lnTo>
                  <a:lnTo>
                    <a:pt x="530" y="114"/>
                  </a:lnTo>
                  <a:lnTo>
                    <a:pt x="530" y="99"/>
                  </a:lnTo>
                  <a:lnTo>
                    <a:pt x="528" y="97"/>
                  </a:lnTo>
                  <a:lnTo>
                    <a:pt x="530" y="95"/>
                  </a:lnTo>
                  <a:lnTo>
                    <a:pt x="535" y="87"/>
                  </a:lnTo>
                  <a:lnTo>
                    <a:pt x="535" y="85"/>
                  </a:lnTo>
                  <a:lnTo>
                    <a:pt x="533" y="83"/>
                  </a:lnTo>
                  <a:lnTo>
                    <a:pt x="533" y="83"/>
                  </a:lnTo>
                  <a:lnTo>
                    <a:pt x="533" y="78"/>
                  </a:lnTo>
                  <a:lnTo>
                    <a:pt x="530" y="76"/>
                  </a:lnTo>
                  <a:lnTo>
                    <a:pt x="530" y="73"/>
                  </a:lnTo>
                  <a:lnTo>
                    <a:pt x="528" y="73"/>
                  </a:lnTo>
                  <a:lnTo>
                    <a:pt x="528" y="73"/>
                  </a:lnTo>
                  <a:lnTo>
                    <a:pt x="528" y="66"/>
                  </a:lnTo>
                  <a:lnTo>
                    <a:pt x="525" y="66"/>
                  </a:lnTo>
                  <a:lnTo>
                    <a:pt x="525" y="66"/>
                  </a:lnTo>
                  <a:lnTo>
                    <a:pt x="525" y="69"/>
                  </a:lnTo>
                  <a:lnTo>
                    <a:pt x="525" y="71"/>
                  </a:lnTo>
                  <a:lnTo>
                    <a:pt x="525" y="73"/>
                  </a:lnTo>
                  <a:lnTo>
                    <a:pt x="525" y="71"/>
                  </a:lnTo>
                  <a:lnTo>
                    <a:pt x="523" y="69"/>
                  </a:lnTo>
                  <a:lnTo>
                    <a:pt x="523" y="69"/>
                  </a:lnTo>
                  <a:lnTo>
                    <a:pt x="525" y="66"/>
                  </a:lnTo>
                  <a:lnTo>
                    <a:pt x="525" y="64"/>
                  </a:lnTo>
                  <a:lnTo>
                    <a:pt x="523" y="64"/>
                  </a:lnTo>
                  <a:lnTo>
                    <a:pt x="521" y="61"/>
                  </a:lnTo>
                  <a:lnTo>
                    <a:pt x="523" y="59"/>
                  </a:lnTo>
                  <a:lnTo>
                    <a:pt x="523" y="57"/>
                  </a:lnTo>
                  <a:lnTo>
                    <a:pt x="521" y="54"/>
                  </a:lnTo>
                  <a:lnTo>
                    <a:pt x="521" y="54"/>
                  </a:lnTo>
                  <a:lnTo>
                    <a:pt x="518" y="54"/>
                  </a:lnTo>
                  <a:lnTo>
                    <a:pt x="518" y="52"/>
                  </a:lnTo>
                  <a:lnTo>
                    <a:pt x="516" y="50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6" y="40"/>
                  </a:lnTo>
                  <a:lnTo>
                    <a:pt x="514" y="38"/>
                  </a:lnTo>
                  <a:lnTo>
                    <a:pt x="514" y="35"/>
                  </a:lnTo>
                  <a:lnTo>
                    <a:pt x="514" y="35"/>
                  </a:lnTo>
                  <a:lnTo>
                    <a:pt x="516" y="35"/>
                  </a:lnTo>
                  <a:lnTo>
                    <a:pt x="516" y="35"/>
                  </a:lnTo>
                  <a:lnTo>
                    <a:pt x="518" y="38"/>
                  </a:lnTo>
                  <a:lnTo>
                    <a:pt x="518" y="38"/>
                  </a:lnTo>
                  <a:lnTo>
                    <a:pt x="518" y="35"/>
                  </a:lnTo>
                  <a:lnTo>
                    <a:pt x="518" y="35"/>
                  </a:lnTo>
                  <a:lnTo>
                    <a:pt x="518" y="33"/>
                  </a:lnTo>
                  <a:lnTo>
                    <a:pt x="516" y="33"/>
                  </a:lnTo>
                  <a:lnTo>
                    <a:pt x="516" y="33"/>
                  </a:lnTo>
                  <a:lnTo>
                    <a:pt x="514" y="31"/>
                  </a:lnTo>
                  <a:lnTo>
                    <a:pt x="514" y="31"/>
                  </a:lnTo>
                  <a:lnTo>
                    <a:pt x="514" y="31"/>
                  </a:lnTo>
                  <a:lnTo>
                    <a:pt x="514" y="28"/>
                  </a:lnTo>
                  <a:lnTo>
                    <a:pt x="516" y="28"/>
                  </a:lnTo>
                  <a:lnTo>
                    <a:pt x="516" y="28"/>
                  </a:lnTo>
                  <a:lnTo>
                    <a:pt x="516" y="28"/>
                  </a:lnTo>
                  <a:lnTo>
                    <a:pt x="516" y="26"/>
                  </a:lnTo>
                  <a:lnTo>
                    <a:pt x="516" y="24"/>
                  </a:lnTo>
                  <a:lnTo>
                    <a:pt x="516" y="24"/>
                  </a:lnTo>
                  <a:lnTo>
                    <a:pt x="514" y="21"/>
                  </a:lnTo>
                  <a:lnTo>
                    <a:pt x="514" y="21"/>
                  </a:lnTo>
                  <a:lnTo>
                    <a:pt x="514" y="19"/>
                  </a:lnTo>
                  <a:lnTo>
                    <a:pt x="514" y="16"/>
                  </a:lnTo>
                  <a:lnTo>
                    <a:pt x="514" y="12"/>
                  </a:lnTo>
                  <a:lnTo>
                    <a:pt x="511" y="9"/>
                  </a:lnTo>
                  <a:lnTo>
                    <a:pt x="511" y="7"/>
                  </a:lnTo>
                  <a:lnTo>
                    <a:pt x="511" y="7"/>
                  </a:lnTo>
                  <a:lnTo>
                    <a:pt x="514" y="7"/>
                  </a:lnTo>
                  <a:lnTo>
                    <a:pt x="514" y="7"/>
                  </a:lnTo>
                  <a:lnTo>
                    <a:pt x="514" y="5"/>
                  </a:lnTo>
                  <a:lnTo>
                    <a:pt x="514" y="5"/>
                  </a:lnTo>
                  <a:lnTo>
                    <a:pt x="514" y="2"/>
                  </a:lnTo>
                  <a:lnTo>
                    <a:pt x="511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499" y="2"/>
                  </a:lnTo>
                  <a:lnTo>
                    <a:pt x="490" y="5"/>
                  </a:lnTo>
                  <a:lnTo>
                    <a:pt x="483" y="7"/>
                  </a:lnTo>
                  <a:lnTo>
                    <a:pt x="473" y="9"/>
                  </a:lnTo>
                  <a:lnTo>
                    <a:pt x="464" y="12"/>
                  </a:lnTo>
                  <a:lnTo>
                    <a:pt x="454" y="14"/>
                  </a:lnTo>
                  <a:lnTo>
                    <a:pt x="447" y="16"/>
                  </a:lnTo>
                  <a:lnTo>
                    <a:pt x="438" y="19"/>
                  </a:lnTo>
                  <a:lnTo>
                    <a:pt x="428" y="21"/>
                  </a:lnTo>
                  <a:lnTo>
                    <a:pt x="419" y="24"/>
                  </a:lnTo>
                  <a:lnTo>
                    <a:pt x="412" y="24"/>
                  </a:lnTo>
                  <a:lnTo>
                    <a:pt x="402" y="26"/>
                  </a:lnTo>
                  <a:lnTo>
                    <a:pt x="393" y="28"/>
                  </a:lnTo>
                  <a:lnTo>
                    <a:pt x="393" y="28"/>
                  </a:lnTo>
                  <a:lnTo>
                    <a:pt x="391" y="31"/>
                  </a:lnTo>
                  <a:lnTo>
                    <a:pt x="379" y="31"/>
                  </a:lnTo>
                  <a:lnTo>
                    <a:pt x="376" y="31"/>
                  </a:lnTo>
                  <a:lnTo>
                    <a:pt x="374" y="33"/>
                  </a:lnTo>
                  <a:lnTo>
                    <a:pt x="372" y="35"/>
                  </a:lnTo>
                  <a:lnTo>
                    <a:pt x="367" y="38"/>
                  </a:lnTo>
                  <a:lnTo>
                    <a:pt x="367" y="40"/>
                  </a:lnTo>
                  <a:lnTo>
                    <a:pt x="362" y="43"/>
                  </a:lnTo>
                  <a:lnTo>
                    <a:pt x="362" y="45"/>
                  </a:lnTo>
                  <a:lnTo>
                    <a:pt x="357" y="47"/>
                  </a:lnTo>
                  <a:lnTo>
                    <a:pt x="346" y="57"/>
                  </a:lnTo>
                  <a:lnTo>
                    <a:pt x="341" y="64"/>
                  </a:lnTo>
                  <a:lnTo>
                    <a:pt x="334" y="76"/>
                  </a:lnTo>
                  <a:lnTo>
                    <a:pt x="324" y="87"/>
                  </a:lnTo>
                  <a:lnTo>
                    <a:pt x="315" y="99"/>
                  </a:lnTo>
                  <a:lnTo>
                    <a:pt x="313" y="106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3" y="114"/>
                  </a:lnTo>
                  <a:lnTo>
                    <a:pt x="313" y="116"/>
                  </a:lnTo>
                  <a:lnTo>
                    <a:pt x="313" y="118"/>
                  </a:lnTo>
                  <a:lnTo>
                    <a:pt x="308" y="123"/>
                  </a:lnTo>
                  <a:lnTo>
                    <a:pt x="308" y="123"/>
                  </a:lnTo>
                  <a:lnTo>
                    <a:pt x="308" y="123"/>
                  </a:lnTo>
                  <a:lnTo>
                    <a:pt x="308" y="125"/>
                  </a:lnTo>
                  <a:lnTo>
                    <a:pt x="308" y="125"/>
                  </a:lnTo>
                  <a:lnTo>
                    <a:pt x="305" y="125"/>
                  </a:lnTo>
                  <a:lnTo>
                    <a:pt x="303" y="128"/>
                  </a:lnTo>
                  <a:lnTo>
                    <a:pt x="301" y="130"/>
                  </a:lnTo>
                  <a:lnTo>
                    <a:pt x="301" y="130"/>
                  </a:lnTo>
                  <a:lnTo>
                    <a:pt x="291" y="142"/>
                  </a:lnTo>
                  <a:lnTo>
                    <a:pt x="282" y="151"/>
                  </a:lnTo>
                  <a:lnTo>
                    <a:pt x="268" y="166"/>
                  </a:lnTo>
                  <a:lnTo>
                    <a:pt x="268" y="166"/>
                  </a:lnTo>
                  <a:lnTo>
                    <a:pt x="268" y="170"/>
                  </a:lnTo>
                  <a:lnTo>
                    <a:pt x="270" y="170"/>
                  </a:lnTo>
                  <a:lnTo>
                    <a:pt x="272" y="170"/>
                  </a:lnTo>
                  <a:lnTo>
                    <a:pt x="272" y="170"/>
                  </a:lnTo>
                  <a:lnTo>
                    <a:pt x="275" y="173"/>
                  </a:lnTo>
                  <a:lnTo>
                    <a:pt x="275" y="173"/>
                  </a:lnTo>
                  <a:lnTo>
                    <a:pt x="275" y="175"/>
                  </a:lnTo>
                  <a:lnTo>
                    <a:pt x="275" y="175"/>
                  </a:lnTo>
                  <a:lnTo>
                    <a:pt x="275" y="175"/>
                  </a:lnTo>
                  <a:lnTo>
                    <a:pt x="277" y="175"/>
                  </a:lnTo>
                  <a:lnTo>
                    <a:pt x="277" y="175"/>
                  </a:lnTo>
                  <a:lnTo>
                    <a:pt x="277" y="173"/>
                  </a:lnTo>
                  <a:lnTo>
                    <a:pt x="277" y="170"/>
                  </a:lnTo>
                  <a:lnTo>
                    <a:pt x="282" y="168"/>
                  </a:lnTo>
                  <a:lnTo>
                    <a:pt x="284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91" y="168"/>
                  </a:lnTo>
                  <a:lnTo>
                    <a:pt x="291" y="170"/>
                  </a:lnTo>
                  <a:lnTo>
                    <a:pt x="289" y="173"/>
                  </a:lnTo>
                  <a:lnTo>
                    <a:pt x="289" y="175"/>
                  </a:lnTo>
                  <a:lnTo>
                    <a:pt x="287" y="175"/>
                  </a:lnTo>
                  <a:lnTo>
                    <a:pt x="284" y="177"/>
                  </a:lnTo>
                  <a:lnTo>
                    <a:pt x="284" y="180"/>
                  </a:lnTo>
                  <a:lnTo>
                    <a:pt x="284" y="180"/>
                  </a:lnTo>
                  <a:lnTo>
                    <a:pt x="291" y="177"/>
                  </a:lnTo>
                  <a:lnTo>
                    <a:pt x="294" y="177"/>
                  </a:lnTo>
                  <a:lnTo>
                    <a:pt x="294" y="175"/>
                  </a:lnTo>
                  <a:lnTo>
                    <a:pt x="296" y="173"/>
                  </a:lnTo>
                  <a:lnTo>
                    <a:pt x="298" y="173"/>
                  </a:lnTo>
                  <a:lnTo>
                    <a:pt x="298" y="175"/>
                  </a:lnTo>
                  <a:lnTo>
                    <a:pt x="298" y="175"/>
                  </a:lnTo>
                  <a:lnTo>
                    <a:pt x="298" y="177"/>
                  </a:lnTo>
                  <a:lnTo>
                    <a:pt x="296" y="180"/>
                  </a:lnTo>
                  <a:lnTo>
                    <a:pt x="294" y="180"/>
                  </a:lnTo>
                  <a:lnTo>
                    <a:pt x="294" y="182"/>
                  </a:lnTo>
                  <a:lnTo>
                    <a:pt x="291" y="182"/>
                  </a:lnTo>
                  <a:lnTo>
                    <a:pt x="294" y="185"/>
                  </a:lnTo>
                  <a:lnTo>
                    <a:pt x="294" y="187"/>
                  </a:lnTo>
                  <a:lnTo>
                    <a:pt x="291" y="189"/>
                  </a:lnTo>
                  <a:lnTo>
                    <a:pt x="289" y="192"/>
                  </a:lnTo>
                  <a:lnTo>
                    <a:pt x="287" y="194"/>
                  </a:lnTo>
                  <a:lnTo>
                    <a:pt x="284" y="194"/>
                  </a:lnTo>
                  <a:lnTo>
                    <a:pt x="284" y="192"/>
                  </a:lnTo>
                  <a:lnTo>
                    <a:pt x="287" y="189"/>
                  </a:lnTo>
                  <a:lnTo>
                    <a:pt x="282" y="192"/>
                  </a:lnTo>
                  <a:lnTo>
                    <a:pt x="279" y="194"/>
                  </a:lnTo>
                  <a:lnTo>
                    <a:pt x="279" y="196"/>
                  </a:lnTo>
                  <a:lnTo>
                    <a:pt x="279" y="196"/>
                  </a:lnTo>
                  <a:lnTo>
                    <a:pt x="282" y="196"/>
                  </a:lnTo>
                  <a:lnTo>
                    <a:pt x="284" y="199"/>
                  </a:lnTo>
                  <a:lnTo>
                    <a:pt x="284" y="199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9" y="203"/>
                  </a:lnTo>
                  <a:lnTo>
                    <a:pt x="291" y="208"/>
                  </a:lnTo>
                  <a:lnTo>
                    <a:pt x="291" y="208"/>
                  </a:lnTo>
                  <a:lnTo>
                    <a:pt x="291" y="211"/>
                  </a:lnTo>
                  <a:lnTo>
                    <a:pt x="291" y="213"/>
                  </a:lnTo>
                  <a:lnTo>
                    <a:pt x="294" y="218"/>
                  </a:lnTo>
                  <a:lnTo>
                    <a:pt x="294" y="220"/>
                  </a:lnTo>
                  <a:lnTo>
                    <a:pt x="294" y="218"/>
                  </a:lnTo>
                  <a:lnTo>
                    <a:pt x="294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4" y="222"/>
                  </a:lnTo>
                  <a:lnTo>
                    <a:pt x="294" y="225"/>
                  </a:lnTo>
                  <a:lnTo>
                    <a:pt x="298" y="227"/>
                  </a:lnTo>
                  <a:lnTo>
                    <a:pt x="296" y="227"/>
                  </a:lnTo>
                  <a:lnTo>
                    <a:pt x="294" y="234"/>
                  </a:lnTo>
                  <a:lnTo>
                    <a:pt x="291" y="234"/>
                  </a:lnTo>
                  <a:lnTo>
                    <a:pt x="287" y="237"/>
                  </a:lnTo>
                  <a:lnTo>
                    <a:pt x="284" y="237"/>
                  </a:lnTo>
                  <a:lnTo>
                    <a:pt x="279" y="237"/>
                  </a:lnTo>
                  <a:lnTo>
                    <a:pt x="277" y="237"/>
                  </a:lnTo>
                  <a:lnTo>
                    <a:pt x="275" y="244"/>
                  </a:lnTo>
                  <a:lnTo>
                    <a:pt x="272" y="244"/>
                  </a:lnTo>
                  <a:lnTo>
                    <a:pt x="263" y="251"/>
                  </a:lnTo>
                  <a:lnTo>
                    <a:pt x="261" y="253"/>
                  </a:lnTo>
                  <a:lnTo>
                    <a:pt x="258" y="258"/>
                  </a:lnTo>
                  <a:lnTo>
                    <a:pt x="256" y="265"/>
                  </a:lnTo>
                  <a:lnTo>
                    <a:pt x="253" y="265"/>
                  </a:lnTo>
                  <a:lnTo>
                    <a:pt x="251" y="265"/>
                  </a:lnTo>
                  <a:lnTo>
                    <a:pt x="251" y="267"/>
                  </a:lnTo>
                  <a:lnTo>
                    <a:pt x="251" y="267"/>
                  </a:lnTo>
                  <a:lnTo>
                    <a:pt x="246" y="270"/>
                  </a:lnTo>
                  <a:lnTo>
                    <a:pt x="237" y="274"/>
                  </a:lnTo>
                  <a:lnTo>
                    <a:pt x="237" y="274"/>
                  </a:lnTo>
                  <a:lnTo>
                    <a:pt x="237" y="277"/>
                  </a:lnTo>
                  <a:lnTo>
                    <a:pt x="237" y="277"/>
                  </a:lnTo>
                  <a:lnTo>
                    <a:pt x="237" y="277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82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77"/>
                  </a:lnTo>
                  <a:lnTo>
                    <a:pt x="197" y="284"/>
                  </a:lnTo>
                  <a:lnTo>
                    <a:pt x="194" y="286"/>
                  </a:lnTo>
                  <a:lnTo>
                    <a:pt x="182" y="291"/>
                  </a:lnTo>
                  <a:lnTo>
                    <a:pt x="178" y="293"/>
                  </a:lnTo>
                  <a:lnTo>
                    <a:pt x="175" y="291"/>
                  </a:lnTo>
                  <a:lnTo>
                    <a:pt x="166" y="286"/>
                  </a:lnTo>
                  <a:lnTo>
                    <a:pt x="166" y="286"/>
                  </a:lnTo>
                  <a:lnTo>
                    <a:pt x="164" y="286"/>
                  </a:lnTo>
                  <a:lnTo>
                    <a:pt x="164" y="286"/>
                  </a:lnTo>
                  <a:lnTo>
                    <a:pt x="161" y="284"/>
                  </a:lnTo>
                  <a:lnTo>
                    <a:pt x="128" y="286"/>
                  </a:lnTo>
                  <a:lnTo>
                    <a:pt x="116" y="289"/>
                  </a:lnTo>
                  <a:lnTo>
                    <a:pt x="102" y="291"/>
                  </a:lnTo>
                  <a:lnTo>
                    <a:pt x="76" y="301"/>
                  </a:lnTo>
                  <a:lnTo>
                    <a:pt x="69" y="305"/>
                  </a:lnTo>
                  <a:lnTo>
                    <a:pt x="59" y="308"/>
                  </a:lnTo>
                  <a:lnTo>
                    <a:pt x="50" y="315"/>
                  </a:lnTo>
                  <a:lnTo>
                    <a:pt x="43" y="317"/>
                  </a:lnTo>
                  <a:lnTo>
                    <a:pt x="45" y="319"/>
                  </a:lnTo>
                  <a:lnTo>
                    <a:pt x="48" y="329"/>
                  </a:lnTo>
                  <a:lnTo>
                    <a:pt x="48" y="331"/>
                  </a:lnTo>
                  <a:lnTo>
                    <a:pt x="48" y="331"/>
                  </a:lnTo>
                  <a:lnTo>
                    <a:pt x="48" y="334"/>
                  </a:lnTo>
                  <a:lnTo>
                    <a:pt x="45" y="334"/>
                  </a:lnTo>
                  <a:lnTo>
                    <a:pt x="45" y="336"/>
                  </a:lnTo>
                  <a:lnTo>
                    <a:pt x="48" y="338"/>
                  </a:lnTo>
                  <a:lnTo>
                    <a:pt x="48" y="338"/>
                  </a:lnTo>
                  <a:lnTo>
                    <a:pt x="50" y="338"/>
                  </a:lnTo>
                  <a:lnTo>
                    <a:pt x="62" y="338"/>
                  </a:lnTo>
                  <a:lnTo>
                    <a:pt x="64" y="341"/>
                  </a:lnTo>
                  <a:lnTo>
                    <a:pt x="64" y="343"/>
                  </a:lnTo>
                  <a:lnTo>
                    <a:pt x="62" y="348"/>
                  </a:lnTo>
                  <a:lnTo>
                    <a:pt x="62" y="350"/>
                  </a:lnTo>
                  <a:lnTo>
                    <a:pt x="62" y="350"/>
                  </a:lnTo>
                  <a:lnTo>
                    <a:pt x="64" y="353"/>
                  </a:lnTo>
                  <a:lnTo>
                    <a:pt x="64" y="353"/>
                  </a:lnTo>
                  <a:lnTo>
                    <a:pt x="67" y="357"/>
                  </a:lnTo>
                  <a:lnTo>
                    <a:pt x="67" y="360"/>
                  </a:lnTo>
                  <a:lnTo>
                    <a:pt x="69" y="362"/>
                  </a:lnTo>
                  <a:lnTo>
                    <a:pt x="71" y="364"/>
                  </a:lnTo>
                  <a:lnTo>
                    <a:pt x="71" y="364"/>
                  </a:lnTo>
                  <a:lnTo>
                    <a:pt x="71" y="367"/>
                  </a:lnTo>
                  <a:lnTo>
                    <a:pt x="71" y="372"/>
                  </a:lnTo>
                  <a:lnTo>
                    <a:pt x="71" y="374"/>
                  </a:lnTo>
                  <a:lnTo>
                    <a:pt x="69" y="374"/>
                  </a:lnTo>
                  <a:lnTo>
                    <a:pt x="69" y="376"/>
                  </a:lnTo>
                  <a:lnTo>
                    <a:pt x="62" y="381"/>
                  </a:lnTo>
                  <a:lnTo>
                    <a:pt x="59" y="383"/>
                  </a:lnTo>
                  <a:lnTo>
                    <a:pt x="57" y="388"/>
                  </a:lnTo>
                  <a:lnTo>
                    <a:pt x="55" y="393"/>
                  </a:lnTo>
                  <a:lnTo>
                    <a:pt x="55" y="395"/>
                  </a:lnTo>
                  <a:lnTo>
                    <a:pt x="52" y="395"/>
                  </a:lnTo>
                  <a:lnTo>
                    <a:pt x="52" y="395"/>
                  </a:lnTo>
                  <a:lnTo>
                    <a:pt x="52" y="400"/>
                  </a:lnTo>
                  <a:lnTo>
                    <a:pt x="50" y="402"/>
                  </a:lnTo>
                  <a:lnTo>
                    <a:pt x="50" y="402"/>
                  </a:lnTo>
                  <a:lnTo>
                    <a:pt x="50" y="402"/>
                  </a:lnTo>
                  <a:lnTo>
                    <a:pt x="43" y="407"/>
                  </a:lnTo>
                  <a:lnTo>
                    <a:pt x="43" y="409"/>
                  </a:lnTo>
                  <a:lnTo>
                    <a:pt x="38" y="414"/>
                  </a:lnTo>
                  <a:lnTo>
                    <a:pt x="33" y="416"/>
                  </a:lnTo>
                  <a:lnTo>
                    <a:pt x="33" y="416"/>
                  </a:lnTo>
                  <a:lnTo>
                    <a:pt x="31" y="416"/>
                  </a:lnTo>
                  <a:lnTo>
                    <a:pt x="31" y="419"/>
                  </a:lnTo>
                  <a:lnTo>
                    <a:pt x="31" y="419"/>
                  </a:lnTo>
                  <a:lnTo>
                    <a:pt x="29" y="421"/>
                  </a:lnTo>
                  <a:lnTo>
                    <a:pt x="24" y="428"/>
                  </a:lnTo>
                  <a:lnTo>
                    <a:pt x="22" y="433"/>
                  </a:lnTo>
                  <a:lnTo>
                    <a:pt x="19" y="433"/>
                  </a:lnTo>
                  <a:lnTo>
                    <a:pt x="17" y="435"/>
                  </a:lnTo>
                  <a:lnTo>
                    <a:pt x="12" y="440"/>
                  </a:lnTo>
                  <a:lnTo>
                    <a:pt x="5" y="445"/>
                  </a:lnTo>
                  <a:lnTo>
                    <a:pt x="3" y="447"/>
                  </a:lnTo>
                  <a:lnTo>
                    <a:pt x="3" y="450"/>
                  </a:lnTo>
                  <a:lnTo>
                    <a:pt x="0" y="450"/>
                  </a:lnTo>
                  <a:lnTo>
                    <a:pt x="0" y="450"/>
                  </a:lnTo>
                  <a:lnTo>
                    <a:pt x="3" y="454"/>
                  </a:lnTo>
                  <a:lnTo>
                    <a:pt x="3" y="457"/>
                  </a:lnTo>
                  <a:lnTo>
                    <a:pt x="3" y="461"/>
                  </a:lnTo>
                  <a:lnTo>
                    <a:pt x="3" y="464"/>
                  </a:lnTo>
                  <a:lnTo>
                    <a:pt x="5" y="469"/>
                  </a:lnTo>
                  <a:lnTo>
                    <a:pt x="5" y="471"/>
                  </a:lnTo>
                  <a:lnTo>
                    <a:pt x="5" y="476"/>
                  </a:lnTo>
                  <a:lnTo>
                    <a:pt x="7" y="478"/>
                  </a:lnTo>
                  <a:lnTo>
                    <a:pt x="7" y="483"/>
                  </a:lnTo>
                  <a:lnTo>
                    <a:pt x="10" y="483"/>
                  </a:lnTo>
                  <a:lnTo>
                    <a:pt x="24" y="480"/>
                  </a:lnTo>
                  <a:lnTo>
                    <a:pt x="36" y="478"/>
                  </a:lnTo>
                  <a:lnTo>
                    <a:pt x="48" y="476"/>
                  </a:lnTo>
                  <a:lnTo>
                    <a:pt x="62" y="473"/>
                  </a:lnTo>
                  <a:lnTo>
                    <a:pt x="74" y="471"/>
                  </a:lnTo>
                  <a:lnTo>
                    <a:pt x="85" y="469"/>
                  </a:lnTo>
                  <a:lnTo>
                    <a:pt x="100" y="466"/>
                  </a:lnTo>
                  <a:lnTo>
                    <a:pt x="111" y="461"/>
                  </a:lnTo>
                  <a:lnTo>
                    <a:pt x="123" y="459"/>
                  </a:lnTo>
                  <a:lnTo>
                    <a:pt x="138" y="457"/>
                  </a:lnTo>
                  <a:lnTo>
                    <a:pt x="149" y="454"/>
                  </a:lnTo>
                  <a:lnTo>
                    <a:pt x="161" y="452"/>
                  </a:lnTo>
                  <a:lnTo>
                    <a:pt x="175" y="450"/>
                  </a:lnTo>
                  <a:lnTo>
                    <a:pt x="187" y="447"/>
                  </a:lnTo>
                  <a:lnTo>
                    <a:pt x="199" y="445"/>
                  </a:lnTo>
                  <a:lnTo>
                    <a:pt x="213" y="443"/>
                  </a:lnTo>
                  <a:lnTo>
                    <a:pt x="225" y="440"/>
                  </a:lnTo>
                  <a:lnTo>
                    <a:pt x="237" y="438"/>
                  </a:lnTo>
                  <a:lnTo>
                    <a:pt x="251" y="435"/>
                  </a:lnTo>
                  <a:lnTo>
                    <a:pt x="263" y="433"/>
                  </a:lnTo>
                  <a:lnTo>
                    <a:pt x="275" y="428"/>
                  </a:lnTo>
                  <a:lnTo>
                    <a:pt x="289" y="426"/>
                  </a:lnTo>
                  <a:lnTo>
                    <a:pt x="301" y="424"/>
                  </a:lnTo>
                  <a:lnTo>
                    <a:pt x="313" y="421"/>
                  </a:lnTo>
                  <a:lnTo>
                    <a:pt x="327" y="419"/>
                  </a:lnTo>
                  <a:lnTo>
                    <a:pt x="339" y="416"/>
                  </a:lnTo>
                  <a:lnTo>
                    <a:pt x="350" y="414"/>
                  </a:lnTo>
                  <a:lnTo>
                    <a:pt x="365" y="409"/>
                  </a:lnTo>
                  <a:lnTo>
                    <a:pt x="376" y="407"/>
                  </a:lnTo>
                  <a:lnTo>
                    <a:pt x="388" y="405"/>
                  </a:lnTo>
                  <a:lnTo>
                    <a:pt x="402" y="402"/>
                  </a:lnTo>
                  <a:lnTo>
                    <a:pt x="414" y="400"/>
                  </a:lnTo>
                  <a:lnTo>
                    <a:pt x="417" y="398"/>
                  </a:lnTo>
                  <a:lnTo>
                    <a:pt x="417" y="398"/>
                  </a:lnTo>
                  <a:lnTo>
                    <a:pt x="417" y="400"/>
                  </a:lnTo>
                  <a:lnTo>
                    <a:pt x="419" y="402"/>
                  </a:lnTo>
                  <a:lnTo>
                    <a:pt x="424" y="402"/>
                  </a:lnTo>
                  <a:lnTo>
                    <a:pt x="426" y="402"/>
                  </a:lnTo>
                  <a:lnTo>
                    <a:pt x="426" y="405"/>
                  </a:lnTo>
                  <a:lnTo>
                    <a:pt x="428" y="407"/>
                  </a:lnTo>
                  <a:lnTo>
                    <a:pt x="428" y="409"/>
                  </a:lnTo>
                  <a:lnTo>
                    <a:pt x="431" y="412"/>
                  </a:lnTo>
                  <a:lnTo>
                    <a:pt x="436" y="409"/>
                  </a:lnTo>
                  <a:lnTo>
                    <a:pt x="436" y="409"/>
                  </a:lnTo>
                  <a:lnTo>
                    <a:pt x="438" y="409"/>
                  </a:lnTo>
                  <a:lnTo>
                    <a:pt x="443" y="412"/>
                  </a:lnTo>
                  <a:lnTo>
                    <a:pt x="443" y="412"/>
                  </a:lnTo>
                  <a:lnTo>
                    <a:pt x="445" y="412"/>
                  </a:lnTo>
                  <a:lnTo>
                    <a:pt x="445" y="414"/>
                  </a:lnTo>
                  <a:lnTo>
                    <a:pt x="445" y="414"/>
                  </a:lnTo>
                  <a:lnTo>
                    <a:pt x="445" y="416"/>
                  </a:lnTo>
                  <a:lnTo>
                    <a:pt x="445" y="419"/>
                  </a:lnTo>
                  <a:lnTo>
                    <a:pt x="447" y="419"/>
                  </a:lnTo>
                  <a:lnTo>
                    <a:pt x="450" y="419"/>
                  </a:lnTo>
                  <a:lnTo>
                    <a:pt x="450" y="421"/>
                  </a:lnTo>
                  <a:lnTo>
                    <a:pt x="450" y="424"/>
                  </a:lnTo>
                  <a:lnTo>
                    <a:pt x="450" y="424"/>
                  </a:lnTo>
                  <a:lnTo>
                    <a:pt x="450" y="426"/>
                  </a:lnTo>
                  <a:lnTo>
                    <a:pt x="452" y="428"/>
                  </a:lnTo>
                  <a:lnTo>
                    <a:pt x="452" y="433"/>
                  </a:lnTo>
                  <a:lnTo>
                    <a:pt x="452" y="438"/>
                  </a:lnTo>
                  <a:lnTo>
                    <a:pt x="454" y="440"/>
                  </a:lnTo>
                  <a:lnTo>
                    <a:pt x="454" y="440"/>
                  </a:lnTo>
                  <a:lnTo>
                    <a:pt x="462" y="450"/>
                  </a:lnTo>
                  <a:lnTo>
                    <a:pt x="464" y="450"/>
                  </a:lnTo>
                  <a:lnTo>
                    <a:pt x="466" y="452"/>
                  </a:lnTo>
                  <a:lnTo>
                    <a:pt x="469" y="452"/>
                  </a:lnTo>
                  <a:lnTo>
                    <a:pt x="471" y="452"/>
                  </a:lnTo>
                  <a:lnTo>
                    <a:pt x="473" y="454"/>
                  </a:lnTo>
                  <a:lnTo>
                    <a:pt x="473" y="454"/>
                  </a:lnTo>
                  <a:lnTo>
                    <a:pt x="476" y="454"/>
                  </a:lnTo>
                  <a:lnTo>
                    <a:pt x="480" y="452"/>
                  </a:lnTo>
                  <a:lnTo>
                    <a:pt x="483" y="454"/>
                  </a:lnTo>
                  <a:lnTo>
                    <a:pt x="485" y="454"/>
                  </a:lnTo>
                  <a:lnTo>
                    <a:pt x="485" y="454"/>
                  </a:lnTo>
                  <a:lnTo>
                    <a:pt x="485" y="454"/>
                  </a:lnTo>
                  <a:lnTo>
                    <a:pt x="488" y="452"/>
                  </a:lnTo>
                  <a:lnTo>
                    <a:pt x="488" y="454"/>
                  </a:lnTo>
                  <a:lnTo>
                    <a:pt x="488" y="454"/>
                  </a:lnTo>
                  <a:lnTo>
                    <a:pt x="490" y="457"/>
                  </a:lnTo>
                  <a:lnTo>
                    <a:pt x="490" y="457"/>
                  </a:lnTo>
                  <a:lnTo>
                    <a:pt x="492" y="459"/>
                  </a:lnTo>
                  <a:lnTo>
                    <a:pt x="495" y="461"/>
                  </a:lnTo>
                  <a:lnTo>
                    <a:pt x="504" y="464"/>
                  </a:lnTo>
                  <a:lnTo>
                    <a:pt x="514" y="469"/>
                  </a:lnTo>
                  <a:lnTo>
                    <a:pt x="525" y="471"/>
                  </a:lnTo>
                  <a:lnTo>
                    <a:pt x="535" y="476"/>
                  </a:lnTo>
                  <a:lnTo>
                    <a:pt x="547" y="478"/>
                  </a:lnTo>
                  <a:lnTo>
                    <a:pt x="556" y="480"/>
                  </a:lnTo>
                  <a:lnTo>
                    <a:pt x="568" y="485"/>
                  </a:lnTo>
                  <a:lnTo>
                    <a:pt x="577" y="487"/>
                  </a:lnTo>
                  <a:close/>
                  <a:moveTo>
                    <a:pt x="52" y="348"/>
                  </a:moveTo>
                  <a:lnTo>
                    <a:pt x="55" y="348"/>
                  </a:lnTo>
                  <a:lnTo>
                    <a:pt x="55" y="350"/>
                  </a:lnTo>
                  <a:lnTo>
                    <a:pt x="57" y="350"/>
                  </a:lnTo>
                  <a:lnTo>
                    <a:pt x="59" y="350"/>
                  </a:lnTo>
                  <a:lnTo>
                    <a:pt x="62" y="343"/>
                  </a:lnTo>
                  <a:lnTo>
                    <a:pt x="62" y="341"/>
                  </a:lnTo>
                  <a:lnTo>
                    <a:pt x="62" y="341"/>
                  </a:lnTo>
                  <a:lnTo>
                    <a:pt x="59" y="341"/>
                  </a:lnTo>
                  <a:lnTo>
                    <a:pt x="57" y="341"/>
                  </a:lnTo>
                  <a:lnTo>
                    <a:pt x="55" y="341"/>
                  </a:lnTo>
                  <a:lnTo>
                    <a:pt x="55" y="341"/>
                  </a:lnTo>
                  <a:lnTo>
                    <a:pt x="52" y="341"/>
                  </a:lnTo>
                  <a:lnTo>
                    <a:pt x="52" y="343"/>
                  </a:lnTo>
                  <a:lnTo>
                    <a:pt x="52" y="348"/>
                  </a:lnTo>
                  <a:lnTo>
                    <a:pt x="52" y="34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3" name="Freeform 24">
              <a:extLst>
                <a:ext uri="{FF2B5EF4-FFF2-40B4-BE49-F238E27FC236}">
                  <a16:creationId xmlns:a16="http://schemas.microsoft.com/office/drawing/2014/main" id="{8B6B4D84-BB8A-4922-A713-02318DDB86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7841" y="2469829"/>
              <a:ext cx="126505" cy="282276"/>
            </a:xfrm>
            <a:custGeom>
              <a:avLst/>
              <a:gdLst>
                <a:gd name="T0" fmla="*/ 113 w 134"/>
                <a:gd name="T1" fmla="*/ 228 h 299"/>
                <a:gd name="T2" fmla="*/ 120 w 134"/>
                <a:gd name="T3" fmla="*/ 221 h 299"/>
                <a:gd name="T4" fmla="*/ 132 w 134"/>
                <a:gd name="T5" fmla="*/ 180 h 299"/>
                <a:gd name="T6" fmla="*/ 125 w 134"/>
                <a:gd name="T7" fmla="*/ 211 h 299"/>
                <a:gd name="T8" fmla="*/ 132 w 134"/>
                <a:gd name="T9" fmla="*/ 180 h 299"/>
                <a:gd name="T10" fmla="*/ 132 w 134"/>
                <a:gd name="T11" fmla="*/ 140 h 299"/>
                <a:gd name="T12" fmla="*/ 132 w 134"/>
                <a:gd name="T13" fmla="*/ 114 h 299"/>
                <a:gd name="T14" fmla="*/ 125 w 134"/>
                <a:gd name="T15" fmla="*/ 97 h 299"/>
                <a:gd name="T16" fmla="*/ 104 w 134"/>
                <a:gd name="T17" fmla="*/ 100 h 299"/>
                <a:gd name="T18" fmla="*/ 97 w 134"/>
                <a:gd name="T19" fmla="*/ 88 h 299"/>
                <a:gd name="T20" fmla="*/ 99 w 134"/>
                <a:gd name="T21" fmla="*/ 74 h 299"/>
                <a:gd name="T22" fmla="*/ 104 w 134"/>
                <a:gd name="T23" fmla="*/ 64 h 299"/>
                <a:gd name="T24" fmla="*/ 111 w 134"/>
                <a:gd name="T25" fmla="*/ 64 h 299"/>
                <a:gd name="T26" fmla="*/ 113 w 134"/>
                <a:gd name="T27" fmla="*/ 50 h 299"/>
                <a:gd name="T28" fmla="*/ 85 w 134"/>
                <a:gd name="T29" fmla="*/ 17 h 299"/>
                <a:gd name="T30" fmla="*/ 30 w 134"/>
                <a:gd name="T31" fmla="*/ 3 h 299"/>
                <a:gd name="T32" fmla="*/ 26 w 134"/>
                <a:gd name="T33" fmla="*/ 8 h 299"/>
                <a:gd name="T34" fmla="*/ 16 w 134"/>
                <a:gd name="T35" fmla="*/ 34 h 299"/>
                <a:gd name="T36" fmla="*/ 14 w 134"/>
                <a:gd name="T37" fmla="*/ 38 h 299"/>
                <a:gd name="T38" fmla="*/ 2 w 134"/>
                <a:gd name="T39" fmla="*/ 53 h 299"/>
                <a:gd name="T40" fmla="*/ 4 w 134"/>
                <a:gd name="T41" fmla="*/ 60 h 299"/>
                <a:gd name="T42" fmla="*/ 9 w 134"/>
                <a:gd name="T43" fmla="*/ 62 h 299"/>
                <a:gd name="T44" fmla="*/ 9 w 134"/>
                <a:gd name="T45" fmla="*/ 76 h 299"/>
                <a:gd name="T46" fmla="*/ 2 w 134"/>
                <a:gd name="T47" fmla="*/ 83 h 299"/>
                <a:gd name="T48" fmla="*/ 4 w 134"/>
                <a:gd name="T49" fmla="*/ 93 h 299"/>
                <a:gd name="T50" fmla="*/ 9 w 134"/>
                <a:gd name="T51" fmla="*/ 105 h 299"/>
                <a:gd name="T52" fmla="*/ 26 w 134"/>
                <a:gd name="T53" fmla="*/ 121 h 299"/>
                <a:gd name="T54" fmla="*/ 45 w 134"/>
                <a:gd name="T55" fmla="*/ 131 h 299"/>
                <a:gd name="T56" fmla="*/ 59 w 134"/>
                <a:gd name="T57" fmla="*/ 150 h 299"/>
                <a:gd name="T58" fmla="*/ 45 w 134"/>
                <a:gd name="T59" fmla="*/ 159 h 299"/>
                <a:gd name="T60" fmla="*/ 33 w 134"/>
                <a:gd name="T61" fmla="*/ 178 h 299"/>
                <a:gd name="T62" fmla="*/ 30 w 134"/>
                <a:gd name="T63" fmla="*/ 187 h 299"/>
                <a:gd name="T64" fmla="*/ 23 w 134"/>
                <a:gd name="T65" fmla="*/ 192 h 299"/>
                <a:gd name="T66" fmla="*/ 4 w 134"/>
                <a:gd name="T67" fmla="*/ 213 h 299"/>
                <a:gd name="T68" fmla="*/ 2 w 134"/>
                <a:gd name="T69" fmla="*/ 221 h 299"/>
                <a:gd name="T70" fmla="*/ 4 w 134"/>
                <a:gd name="T71" fmla="*/ 232 h 299"/>
                <a:gd name="T72" fmla="*/ 4 w 134"/>
                <a:gd name="T73" fmla="*/ 244 h 299"/>
                <a:gd name="T74" fmla="*/ 26 w 134"/>
                <a:gd name="T75" fmla="*/ 256 h 299"/>
                <a:gd name="T76" fmla="*/ 33 w 134"/>
                <a:gd name="T77" fmla="*/ 261 h 299"/>
                <a:gd name="T78" fmla="*/ 47 w 134"/>
                <a:gd name="T79" fmla="*/ 266 h 299"/>
                <a:gd name="T80" fmla="*/ 52 w 134"/>
                <a:gd name="T81" fmla="*/ 270 h 299"/>
                <a:gd name="T82" fmla="*/ 61 w 134"/>
                <a:gd name="T83" fmla="*/ 266 h 299"/>
                <a:gd name="T84" fmla="*/ 71 w 134"/>
                <a:gd name="T85" fmla="*/ 266 h 299"/>
                <a:gd name="T86" fmla="*/ 73 w 134"/>
                <a:gd name="T87" fmla="*/ 292 h 299"/>
                <a:gd name="T88" fmla="*/ 78 w 134"/>
                <a:gd name="T89" fmla="*/ 296 h 299"/>
                <a:gd name="T90" fmla="*/ 87 w 134"/>
                <a:gd name="T91" fmla="*/ 280 h 299"/>
                <a:gd name="T92" fmla="*/ 94 w 134"/>
                <a:gd name="T93" fmla="*/ 270 h 299"/>
                <a:gd name="T94" fmla="*/ 89 w 134"/>
                <a:gd name="T95" fmla="*/ 270 h 299"/>
                <a:gd name="T96" fmla="*/ 99 w 134"/>
                <a:gd name="T97" fmla="*/ 254 h 299"/>
                <a:gd name="T98" fmla="*/ 94 w 134"/>
                <a:gd name="T99" fmla="*/ 247 h 299"/>
                <a:gd name="T100" fmla="*/ 104 w 134"/>
                <a:gd name="T101" fmla="*/ 237 h 299"/>
                <a:gd name="T102" fmla="*/ 108 w 134"/>
                <a:gd name="T103" fmla="*/ 240 h 299"/>
                <a:gd name="T104" fmla="*/ 108 w 134"/>
                <a:gd name="T105" fmla="*/ 228 h 299"/>
                <a:gd name="T106" fmla="*/ 113 w 134"/>
                <a:gd name="T107" fmla="*/ 223 h 299"/>
                <a:gd name="T108" fmla="*/ 111 w 134"/>
                <a:gd name="T109" fmla="*/ 211 h 299"/>
                <a:gd name="T110" fmla="*/ 120 w 134"/>
                <a:gd name="T111" fmla="*/ 213 h 299"/>
                <a:gd name="T112" fmla="*/ 120 w 134"/>
                <a:gd name="T113" fmla="*/ 202 h 299"/>
                <a:gd name="T114" fmla="*/ 127 w 134"/>
                <a:gd name="T115" fmla="*/ 192 h 299"/>
                <a:gd name="T116" fmla="*/ 125 w 134"/>
                <a:gd name="T117" fmla="*/ 178 h 299"/>
                <a:gd name="T118" fmla="*/ 127 w 134"/>
                <a:gd name="T119" fmla="*/ 161 h 299"/>
                <a:gd name="T120" fmla="*/ 125 w 134"/>
                <a:gd name="T121" fmla="*/ 152 h 299"/>
                <a:gd name="T122" fmla="*/ 130 w 134"/>
                <a:gd name="T123" fmla="*/ 142 h 299"/>
                <a:gd name="T124" fmla="*/ 132 w 134"/>
                <a:gd name="T125" fmla="*/ 15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299">
                  <a:moveTo>
                    <a:pt x="115" y="221"/>
                  </a:moveTo>
                  <a:lnTo>
                    <a:pt x="118" y="223"/>
                  </a:lnTo>
                  <a:lnTo>
                    <a:pt x="115" y="223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3" y="228"/>
                  </a:lnTo>
                  <a:lnTo>
                    <a:pt x="113" y="228"/>
                  </a:lnTo>
                  <a:lnTo>
                    <a:pt x="111" y="225"/>
                  </a:lnTo>
                  <a:lnTo>
                    <a:pt x="111" y="228"/>
                  </a:lnTo>
                  <a:lnTo>
                    <a:pt x="113" y="230"/>
                  </a:lnTo>
                  <a:lnTo>
                    <a:pt x="115" y="230"/>
                  </a:lnTo>
                  <a:lnTo>
                    <a:pt x="118" y="228"/>
                  </a:lnTo>
                  <a:lnTo>
                    <a:pt x="120" y="223"/>
                  </a:lnTo>
                  <a:lnTo>
                    <a:pt x="120" y="221"/>
                  </a:lnTo>
                  <a:lnTo>
                    <a:pt x="123" y="221"/>
                  </a:lnTo>
                  <a:lnTo>
                    <a:pt x="123" y="218"/>
                  </a:lnTo>
                  <a:lnTo>
                    <a:pt x="123" y="218"/>
                  </a:lnTo>
                  <a:lnTo>
                    <a:pt x="118" y="218"/>
                  </a:lnTo>
                  <a:lnTo>
                    <a:pt x="115" y="221"/>
                  </a:lnTo>
                  <a:close/>
                  <a:moveTo>
                    <a:pt x="132" y="180"/>
                  </a:moveTo>
                  <a:lnTo>
                    <a:pt x="132" y="180"/>
                  </a:lnTo>
                  <a:lnTo>
                    <a:pt x="132" y="185"/>
                  </a:lnTo>
                  <a:lnTo>
                    <a:pt x="132" y="187"/>
                  </a:lnTo>
                  <a:lnTo>
                    <a:pt x="125" y="204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25" y="211"/>
                  </a:lnTo>
                  <a:lnTo>
                    <a:pt x="127" y="206"/>
                  </a:lnTo>
                  <a:lnTo>
                    <a:pt x="130" y="197"/>
                  </a:lnTo>
                  <a:lnTo>
                    <a:pt x="132" y="192"/>
                  </a:lnTo>
                  <a:lnTo>
                    <a:pt x="132" y="187"/>
                  </a:lnTo>
                  <a:lnTo>
                    <a:pt x="134" y="183"/>
                  </a:lnTo>
                  <a:lnTo>
                    <a:pt x="134" y="178"/>
                  </a:lnTo>
                  <a:lnTo>
                    <a:pt x="132" y="180"/>
                  </a:lnTo>
                  <a:close/>
                  <a:moveTo>
                    <a:pt x="132" y="161"/>
                  </a:moveTo>
                  <a:lnTo>
                    <a:pt x="134" y="157"/>
                  </a:lnTo>
                  <a:lnTo>
                    <a:pt x="132" y="157"/>
                  </a:lnTo>
                  <a:lnTo>
                    <a:pt x="132" y="154"/>
                  </a:lnTo>
                  <a:lnTo>
                    <a:pt x="132" y="147"/>
                  </a:lnTo>
                  <a:lnTo>
                    <a:pt x="132" y="142"/>
                  </a:lnTo>
                  <a:lnTo>
                    <a:pt x="132" y="140"/>
                  </a:lnTo>
                  <a:lnTo>
                    <a:pt x="130" y="138"/>
                  </a:lnTo>
                  <a:lnTo>
                    <a:pt x="130" y="138"/>
                  </a:lnTo>
                  <a:lnTo>
                    <a:pt x="130" y="133"/>
                  </a:lnTo>
                  <a:lnTo>
                    <a:pt x="130" y="124"/>
                  </a:lnTo>
                  <a:lnTo>
                    <a:pt x="130" y="121"/>
                  </a:lnTo>
                  <a:lnTo>
                    <a:pt x="130" y="116"/>
                  </a:lnTo>
                  <a:lnTo>
                    <a:pt x="132" y="114"/>
                  </a:lnTo>
                  <a:lnTo>
                    <a:pt x="132" y="112"/>
                  </a:lnTo>
                  <a:lnTo>
                    <a:pt x="127" y="95"/>
                  </a:lnTo>
                  <a:lnTo>
                    <a:pt x="125" y="93"/>
                  </a:lnTo>
                  <a:lnTo>
                    <a:pt x="123" y="90"/>
                  </a:lnTo>
                  <a:lnTo>
                    <a:pt x="123" y="93"/>
                  </a:lnTo>
                  <a:lnTo>
                    <a:pt x="123" y="95"/>
                  </a:lnTo>
                  <a:lnTo>
                    <a:pt x="125" y="97"/>
                  </a:lnTo>
                  <a:lnTo>
                    <a:pt x="127" y="97"/>
                  </a:lnTo>
                  <a:lnTo>
                    <a:pt x="125" y="100"/>
                  </a:lnTo>
                  <a:lnTo>
                    <a:pt x="120" y="97"/>
                  </a:lnTo>
                  <a:lnTo>
                    <a:pt x="111" y="97"/>
                  </a:lnTo>
                  <a:lnTo>
                    <a:pt x="108" y="97"/>
                  </a:lnTo>
                  <a:lnTo>
                    <a:pt x="104" y="100"/>
                  </a:lnTo>
                  <a:lnTo>
                    <a:pt x="104" y="100"/>
                  </a:lnTo>
                  <a:lnTo>
                    <a:pt x="101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5"/>
                  </a:lnTo>
                  <a:lnTo>
                    <a:pt x="97" y="93"/>
                  </a:lnTo>
                  <a:lnTo>
                    <a:pt x="97" y="90"/>
                  </a:lnTo>
                  <a:lnTo>
                    <a:pt x="97" y="88"/>
                  </a:lnTo>
                  <a:lnTo>
                    <a:pt x="97" y="88"/>
                  </a:lnTo>
                  <a:lnTo>
                    <a:pt x="97" y="86"/>
                  </a:lnTo>
                  <a:lnTo>
                    <a:pt x="97" y="83"/>
                  </a:lnTo>
                  <a:lnTo>
                    <a:pt x="99" y="83"/>
                  </a:lnTo>
                  <a:lnTo>
                    <a:pt x="99" y="81"/>
                  </a:lnTo>
                  <a:lnTo>
                    <a:pt x="99" y="76"/>
                  </a:lnTo>
                  <a:lnTo>
                    <a:pt x="99" y="74"/>
                  </a:lnTo>
                  <a:lnTo>
                    <a:pt x="99" y="71"/>
                  </a:lnTo>
                  <a:lnTo>
                    <a:pt x="101" y="71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01" y="67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04" y="71"/>
                  </a:lnTo>
                  <a:lnTo>
                    <a:pt x="106" y="69"/>
                  </a:lnTo>
                  <a:lnTo>
                    <a:pt x="106" y="69"/>
                  </a:lnTo>
                  <a:lnTo>
                    <a:pt x="108" y="69"/>
                  </a:lnTo>
                  <a:lnTo>
                    <a:pt x="108" y="67"/>
                  </a:lnTo>
                  <a:lnTo>
                    <a:pt x="111" y="64"/>
                  </a:lnTo>
                  <a:lnTo>
                    <a:pt x="113" y="62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0"/>
                  </a:lnTo>
                  <a:lnTo>
                    <a:pt x="115" y="43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5" y="26"/>
                  </a:lnTo>
                  <a:lnTo>
                    <a:pt x="106" y="24"/>
                  </a:lnTo>
                  <a:lnTo>
                    <a:pt x="94" y="19"/>
                  </a:lnTo>
                  <a:lnTo>
                    <a:pt x="85" y="17"/>
                  </a:lnTo>
                  <a:lnTo>
                    <a:pt x="73" y="15"/>
                  </a:lnTo>
                  <a:lnTo>
                    <a:pt x="63" y="10"/>
                  </a:lnTo>
                  <a:lnTo>
                    <a:pt x="52" y="8"/>
                  </a:lnTo>
                  <a:lnTo>
                    <a:pt x="42" y="3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0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18" y="26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1" y="36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8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71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9"/>
                  </a:lnTo>
                  <a:lnTo>
                    <a:pt x="7" y="79"/>
                  </a:lnTo>
                  <a:lnTo>
                    <a:pt x="4" y="79"/>
                  </a:lnTo>
                  <a:lnTo>
                    <a:pt x="4" y="81"/>
                  </a:lnTo>
                  <a:lnTo>
                    <a:pt x="4" y="81"/>
                  </a:lnTo>
                  <a:lnTo>
                    <a:pt x="2" y="81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8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5"/>
                  </a:lnTo>
                  <a:lnTo>
                    <a:pt x="7" y="97"/>
                  </a:lnTo>
                  <a:lnTo>
                    <a:pt x="7" y="100"/>
                  </a:lnTo>
                  <a:lnTo>
                    <a:pt x="7" y="100"/>
                  </a:lnTo>
                  <a:lnTo>
                    <a:pt x="7" y="102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8" y="105"/>
                  </a:lnTo>
                  <a:lnTo>
                    <a:pt x="21" y="107"/>
                  </a:lnTo>
                  <a:lnTo>
                    <a:pt x="23" y="116"/>
                  </a:lnTo>
                  <a:lnTo>
                    <a:pt x="23" y="119"/>
                  </a:lnTo>
                  <a:lnTo>
                    <a:pt x="26" y="121"/>
                  </a:lnTo>
                  <a:lnTo>
                    <a:pt x="28" y="121"/>
                  </a:lnTo>
                  <a:lnTo>
                    <a:pt x="33" y="119"/>
                  </a:lnTo>
                  <a:lnTo>
                    <a:pt x="35" y="121"/>
                  </a:lnTo>
                  <a:lnTo>
                    <a:pt x="37" y="126"/>
                  </a:lnTo>
                  <a:lnTo>
                    <a:pt x="42" y="128"/>
                  </a:lnTo>
                  <a:lnTo>
                    <a:pt x="45" y="128"/>
                  </a:lnTo>
                  <a:lnTo>
                    <a:pt x="45" y="131"/>
                  </a:lnTo>
                  <a:lnTo>
                    <a:pt x="47" y="133"/>
                  </a:lnTo>
                  <a:lnTo>
                    <a:pt x="52" y="138"/>
                  </a:lnTo>
                  <a:lnTo>
                    <a:pt x="59" y="140"/>
                  </a:lnTo>
                  <a:lnTo>
                    <a:pt x="61" y="142"/>
                  </a:lnTo>
                  <a:lnTo>
                    <a:pt x="63" y="145"/>
                  </a:lnTo>
                  <a:lnTo>
                    <a:pt x="61" y="147"/>
                  </a:lnTo>
                  <a:lnTo>
                    <a:pt x="59" y="150"/>
                  </a:lnTo>
                  <a:lnTo>
                    <a:pt x="56" y="150"/>
                  </a:lnTo>
                  <a:lnTo>
                    <a:pt x="54" y="152"/>
                  </a:lnTo>
                  <a:lnTo>
                    <a:pt x="54" y="152"/>
                  </a:lnTo>
                  <a:lnTo>
                    <a:pt x="52" y="157"/>
                  </a:lnTo>
                  <a:lnTo>
                    <a:pt x="49" y="157"/>
                  </a:lnTo>
                  <a:lnTo>
                    <a:pt x="47" y="159"/>
                  </a:lnTo>
                  <a:lnTo>
                    <a:pt x="45" y="159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8"/>
                  </a:lnTo>
                  <a:lnTo>
                    <a:pt x="37" y="171"/>
                  </a:lnTo>
                  <a:lnTo>
                    <a:pt x="35" y="176"/>
                  </a:lnTo>
                  <a:lnTo>
                    <a:pt x="35" y="176"/>
                  </a:lnTo>
                  <a:lnTo>
                    <a:pt x="33" y="178"/>
                  </a:lnTo>
                  <a:lnTo>
                    <a:pt x="33" y="178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3"/>
                  </a:lnTo>
                  <a:lnTo>
                    <a:pt x="33" y="185"/>
                  </a:lnTo>
                  <a:lnTo>
                    <a:pt x="33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6" y="190"/>
                  </a:lnTo>
                  <a:lnTo>
                    <a:pt x="23" y="192"/>
                  </a:lnTo>
                  <a:lnTo>
                    <a:pt x="23" y="192"/>
                  </a:lnTo>
                  <a:lnTo>
                    <a:pt x="21" y="192"/>
                  </a:lnTo>
                  <a:lnTo>
                    <a:pt x="16" y="195"/>
                  </a:lnTo>
                  <a:lnTo>
                    <a:pt x="11" y="199"/>
                  </a:lnTo>
                  <a:lnTo>
                    <a:pt x="9" y="202"/>
                  </a:lnTo>
                  <a:lnTo>
                    <a:pt x="7" y="206"/>
                  </a:lnTo>
                  <a:lnTo>
                    <a:pt x="4" y="209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6"/>
                  </a:lnTo>
                  <a:lnTo>
                    <a:pt x="4" y="216"/>
                  </a:lnTo>
                  <a:lnTo>
                    <a:pt x="2" y="218"/>
                  </a:lnTo>
                  <a:lnTo>
                    <a:pt x="2" y="218"/>
                  </a:lnTo>
                  <a:lnTo>
                    <a:pt x="2" y="221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0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40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0"/>
                  </a:lnTo>
                  <a:lnTo>
                    <a:pt x="4" y="244"/>
                  </a:lnTo>
                  <a:lnTo>
                    <a:pt x="9" y="247"/>
                  </a:lnTo>
                  <a:lnTo>
                    <a:pt x="11" y="247"/>
                  </a:lnTo>
                  <a:lnTo>
                    <a:pt x="23" y="256"/>
                  </a:lnTo>
                  <a:lnTo>
                    <a:pt x="23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30" y="256"/>
                  </a:lnTo>
                  <a:lnTo>
                    <a:pt x="30" y="258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7" y="258"/>
                  </a:lnTo>
                  <a:lnTo>
                    <a:pt x="37" y="261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2" y="263"/>
                  </a:lnTo>
                  <a:lnTo>
                    <a:pt x="45" y="266"/>
                  </a:lnTo>
                  <a:lnTo>
                    <a:pt x="47" y="266"/>
                  </a:lnTo>
                  <a:lnTo>
                    <a:pt x="47" y="266"/>
                  </a:lnTo>
                  <a:lnTo>
                    <a:pt x="47" y="268"/>
                  </a:lnTo>
                  <a:lnTo>
                    <a:pt x="47" y="268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52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4" y="268"/>
                  </a:lnTo>
                  <a:lnTo>
                    <a:pt x="56" y="266"/>
                  </a:lnTo>
                  <a:lnTo>
                    <a:pt x="59" y="266"/>
                  </a:lnTo>
                  <a:lnTo>
                    <a:pt x="61" y="266"/>
                  </a:lnTo>
                  <a:lnTo>
                    <a:pt x="61" y="266"/>
                  </a:lnTo>
                  <a:lnTo>
                    <a:pt x="61" y="268"/>
                  </a:lnTo>
                  <a:lnTo>
                    <a:pt x="61" y="268"/>
                  </a:lnTo>
                  <a:lnTo>
                    <a:pt x="63" y="268"/>
                  </a:lnTo>
                  <a:lnTo>
                    <a:pt x="63" y="268"/>
                  </a:lnTo>
                  <a:lnTo>
                    <a:pt x="66" y="266"/>
                  </a:lnTo>
                  <a:lnTo>
                    <a:pt x="66" y="266"/>
                  </a:lnTo>
                  <a:lnTo>
                    <a:pt x="71" y="266"/>
                  </a:lnTo>
                  <a:lnTo>
                    <a:pt x="71" y="266"/>
                  </a:lnTo>
                  <a:lnTo>
                    <a:pt x="73" y="266"/>
                  </a:lnTo>
                  <a:lnTo>
                    <a:pt x="75" y="270"/>
                  </a:lnTo>
                  <a:lnTo>
                    <a:pt x="75" y="275"/>
                  </a:lnTo>
                  <a:lnTo>
                    <a:pt x="73" y="287"/>
                  </a:lnTo>
                  <a:lnTo>
                    <a:pt x="73" y="289"/>
                  </a:lnTo>
                  <a:lnTo>
                    <a:pt x="73" y="292"/>
                  </a:lnTo>
                  <a:lnTo>
                    <a:pt x="75" y="294"/>
                  </a:lnTo>
                  <a:lnTo>
                    <a:pt x="75" y="294"/>
                  </a:lnTo>
                  <a:lnTo>
                    <a:pt x="73" y="296"/>
                  </a:lnTo>
                  <a:lnTo>
                    <a:pt x="73" y="296"/>
                  </a:lnTo>
                  <a:lnTo>
                    <a:pt x="75" y="299"/>
                  </a:lnTo>
                  <a:lnTo>
                    <a:pt x="75" y="299"/>
                  </a:lnTo>
                  <a:lnTo>
                    <a:pt x="78" y="296"/>
                  </a:lnTo>
                  <a:lnTo>
                    <a:pt x="82" y="294"/>
                  </a:lnTo>
                  <a:lnTo>
                    <a:pt x="85" y="292"/>
                  </a:lnTo>
                  <a:lnTo>
                    <a:pt x="87" y="287"/>
                  </a:lnTo>
                  <a:lnTo>
                    <a:pt x="89" y="282"/>
                  </a:lnTo>
                  <a:lnTo>
                    <a:pt x="89" y="282"/>
                  </a:lnTo>
                  <a:lnTo>
                    <a:pt x="87" y="282"/>
                  </a:lnTo>
                  <a:lnTo>
                    <a:pt x="87" y="280"/>
                  </a:lnTo>
                  <a:lnTo>
                    <a:pt x="89" y="280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2" y="275"/>
                  </a:lnTo>
                  <a:lnTo>
                    <a:pt x="94" y="273"/>
                  </a:lnTo>
                  <a:lnTo>
                    <a:pt x="94" y="273"/>
                  </a:lnTo>
                  <a:lnTo>
                    <a:pt x="94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89" y="270"/>
                  </a:lnTo>
                  <a:lnTo>
                    <a:pt x="89" y="270"/>
                  </a:lnTo>
                  <a:lnTo>
                    <a:pt x="92" y="268"/>
                  </a:lnTo>
                  <a:lnTo>
                    <a:pt x="92" y="268"/>
                  </a:lnTo>
                  <a:lnTo>
                    <a:pt x="92" y="268"/>
                  </a:lnTo>
                  <a:lnTo>
                    <a:pt x="94" y="268"/>
                  </a:lnTo>
                  <a:lnTo>
                    <a:pt x="97" y="258"/>
                  </a:lnTo>
                  <a:lnTo>
                    <a:pt x="97" y="256"/>
                  </a:lnTo>
                  <a:lnTo>
                    <a:pt x="99" y="254"/>
                  </a:lnTo>
                  <a:lnTo>
                    <a:pt x="101" y="249"/>
                  </a:lnTo>
                  <a:lnTo>
                    <a:pt x="104" y="247"/>
                  </a:lnTo>
                  <a:lnTo>
                    <a:pt x="104" y="244"/>
                  </a:lnTo>
                  <a:lnTo>
                    <a:pt x="99" y="249"/>
                  </a:lnTo>
                  <a:lnTo>
                    <a:pt x="97" y="249"/>
                  </a:lnTo>
                  <a:lnTo>
                    <a:pt x="97" y="247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94" y="244"/>
                  </a:lnTo>
                  <a:lnTo>
                    <a:pt x="97" y="244"/>
                  </a:lnTo>
                  <a:lnTo>
                    <a:pt x="104" y="242"/>
                  </a:lnTo>
                  <a:lnTo>
                    <a:pt x="104" y="242"/>
                  </a:lnTo>
                  <a:lnTo>
                    <a:pt x="101" y="240"/>
                  </a:lnTo>
                  <a:lnTo>
                    <a:pt x="104" y="237"/>
                  </a:lnTo>
                  <a:lnTo>
                    <a:pt x="106" y="232"/>
                  </a:lnTo>
                  <a:lnTo>
                    <a:pt x="108" y="235"/>
                  </a:lnTo>
                  <a:lnTo>
                    <a:pt x="106" y="237"/>
                  </a:lnTo>
                  <a:lnTo>
                    <a:pt x="106" y="240"/>
                  </a:lnTo>
                  <a:lnTo>
                    <a:pt x="104" y="242"/>
                  </a:lnTo>
                  <a:lnTo>
                    <a:pt x="106" y="242"/>
                  </a:lnTo>
                  <a:lnTo>
                    <a:pt x="108" y="240"/>
                  </a:lnTo>
                  <a:lnTo>
                    <a:pt x="113" y="235"/>
                  </a:lnTo>
                  <a:lnTo>
                    <a:pt x="115" y="235"/>
                  </a:lnTo>
                  <a:lnTo>
                    <a:pt x="113" y="232"/>
                  </a:lnTo>
                  <a:lnTo>
                    <a:pt x="111" y="230"/>
                  </a:lnTo>
                  <a:lnTo>
                    <a:pt x="111" y="228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08" y="225"/>
                  </a:lnTo>
                  <a:lnTo>
                    <a:pt x="108" y="223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1"/>
                  </a:lnTo>
                  <a:lnTo>
                    <a:pt x="113" y="218"/>
                  </a:lnTo>
                  <a:lnTo>
                    <a:pt x="113" y="216"/>
                  </a:lnTo>
                  <a:lnTo>
                    <a:pt x="111" y="216"/>
                  </a:lnTo>
                  <a:lnTo>
                    <a:pt x="111" y="213"/>
                  </a:lnTo>
                  <a:lnTo>
                    <a:pt x="111" y="209"/>
                  </a:lnTo>
                  <a:lnTo>
                    <a:pt x="111" y="211"/>
                  </a:lnTo>
                  <a:lnTo>
                    <a:pt x="113" y="211"/>
                  </a:lnTo>
                  <a:lnTo>
                    <a:pt x="113" y="211"/>
                  </a:lnTo>
                  <a:lnTo>
                    <a:pt x="115" y="209"/>
                  </a:lnTo>
                  <a:lnTo>
                    <a:pt x="118" y="211"/>
                  </a:lnTo>
                  <a:lnTo>
                    <a:pt x="120" y="211"/>
                  </a:lnTo>
                  <a:lnTo>
                    <a:pt x="120" y="213"/>
                  </a:lnTo>
                  <a:lnTo>
                    <a:pt x="120" y="213"/>
                  </a:lnTo>
                  <a:lnTo>
                    <a:pt x="123" y="213"/>
                  </a:lnTo>
                  <a:lnTo>
                    <a:pt x="123" y="211"/>
                  </a:lnTo>
                  <a:lnTo>
                    <a:pt x="120" y="209"/>
                  </a:lnTo>
                  <a:lnTo>
                    <a:pt x="118" y="206"/>
                  </a:lnTo>
                  <a:lnTo>
                    <a:pt x="118" y="204"/>
                  </a:lnTo>
                  <a:lnTo>
                    <a:pt x="120" y="204"/>
                  </a:lnTo>
                  <a:lnTo>
                    <a:pt x="120" y="202"/>
                  </a:lnTo>
                  <a:lnTo>
                    <a:pt x="120" y="202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23" y="197"/>
                  </a:lnTo>
                  <a:lnTo>
                    <a:pt x="125" y="195"/>
                  </a:lnTo>
                  <a:lnTo>
                    <a:pt x="127" y="195"/>
                  </a:lnTo>
                  <a:lnTo>
                    <a:pt x="127" y="192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30" y="185"/>
                  </a:lnTo>
                  <a:lnTo>
                    <a:pt x="130" y="183"/>
                  </a:lnTo>
                  <a:lnTo>
                    <a:pt x="127" y="183"/>
                  </a:lnTo>
                  <a:lnTo>
                    <a:pt x="125" y="183"/>
                  </a:lnTo>
                  <a:lnTo>
                    <a:pt x="125" y="178"/>
                  </a:lnTo>
                  <a:lnTo>
                    <a:pt x="125" y="173"/>
                  </a:lnTo>
                  <a:lnTo>
                    <a:pt x="127" y="171"/>
                  </a:lnTo>
                  <a:lnTo>
                    <a:pt x="127" y="168"/>
                  </a:lnTo>
                  <a:lnTo>
                    <a:pt x="127" y="168"/>
                  </a:lnTo>
                  <a:lnTo>
                    <a:pt x="127" y="166"/>
                  </a:lnTo>
                  <a:lnTo>
                    <a:pt x="127" y="164"/>
                  </a:lnTo>
                  <a:lnTo>
                    <a:pt x="127" y="161"/>
                  </a:lnTo>
                  <a:lnTo>
                    <a:pt x="130" y="159"/>
                  </a:lnTo>
                  <a:lnTo>
                    <a:pt x="127" y="159"/>
                  </a:lnTo>
                  <a:lnTo>
                    <a:pt x="125" y="159"/>
                  </a:lnTo>
                  <a:lnTo>
                    <a:pt x="127" y="157"/>
                  </a:lnTo>
                  <a:lnTo>
                    <a:pt x="127" y="154"/>
                  </a:lnTo>
                  <a:lnTo>
                    <a:pt x="125" y="152"/>
                  </a:lnTo>
                  <a:lnTo>
                    <a:pt x="125" y="152"/>
                  </a:lnTo>
                  <a:lnTo>
                    <a:pt x="125" y="150"/>
                  </a:lnTo>
                  <a:lnTo>
                    <a:pt x="125" y="150"/>
                  </a:lnTo>
                  <a:lnTo>
                    <a:pt x="127" y="150"/>
                  </a:lnTo>
                  <a:lnTo>
                    <a:pt x="127" y="147"/>
                  </a:lnTo>
                  <a:lnTo>
                    <a:pt x="130" y="147"/>
                  </a:lnTo>
                  <a:lnTo>
                    <a:pt x="130" y="145"/>
                  </a:lnTo>
                  <a:lnTo>
                    <a:pt x="130" y="142"/>
                  </a:lnTo>
                  <a:lnTo>
                    <a:pt x="127" y="145"/>
                  </a:lnTo>
                  <a:lnTo>
                    <a:pt x="127" y="142"/>
                  </a:lnTo>
                  <a:lnTo>
                    <a:pt x="127" y="142"/>
                  </a:lnTo>
                  <a:lnTo>
                    <a:pt x="130" y="142"/>
                  </a:lnTo>
                  <a:lnTo>
                    <a:pt x="130" y="145"/>
                  </a:lnTo>
                  <a:lnTo>
                    <a:pt x="132" y="147"/>
                  </a:lnTo>
                  <a:lnTo>
                    <a:pt x="132" y="150"/>
                  </a:lnTo>
                  <a:lnTo>
                    <a:pt x="132" y="152"/>
                  </a:lnTo>
                  <a:lnTo>
                    <a:pt x="130" y="157"/>
                  </a:lnTo>
                  <a:lnTo>
                    <a:pt x="134" y="176"/>
                  </a:lnTo>
                  <a:lnTo>
                    <a:pt x="134" y="173"/>
                  </a:lnTo>
                  <a:lnTo>
                    <a:pt x="132" y="1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4" name="Freeform 25">
              <a:extLst>
                <a:ext uri="{FF2B5EF4-FFF2-40B4-BE49-F238E27FC236}">
                  <a16:creationId xmlns:a16="http://schemas.microsoft.com/office/drawing/2014/main" id="{9ABF0C21-5BA9-49D4-95AB-4CBD55B0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6829" y="1951537"/>
              <a:ext cx="158603" cy="317206"/>
            </a:xfrm>
            <a:custGeom>
              <a:avLst/>
              <a:gdLst>
                <a:gd name="T0" fmla="*/ 168 w 168"/>
                <a:gd name="T1" fmla="*/ 256 h 336"/>
                <a:gd name="T2" fmla="*/ 164 w 168"/>
                <a:gd name="T3" fmla="*/ 270 h 336"/>
                <a:gd name="T4" fmla="*/ 159 w 168"/>
                <a:gd name="T5" fmla="*/ 282 h 336"/>
                <a:gd name="T6" fmla="*/ 145 w 168"/>
                <a:gd name="T7" fmla="*/ 289 h 336"/>
                <a:gd name="T8" fmla="*/ 140 w 168"/>
                <a:gd name="T9" fmla="*/ 294 h 336"/>
                <a:gd name="T10" fmla="*/ 135 w 168"/>
                <a:gd name="T11" fmla="*/ 294 h 336"/>
                <a:gd name="T12" fmla="*/ 133 w 168"/>
                <a:gd name="T13" fmla="*/ 299 h 336"/>
                <a:gd name="T14" fmla="*/ 130 w 168"/>
                <a:gd name="T15" fmla="*/ 306 h 336"/>
                <a:gd name="T16" fmla="*/ 126 w 168"/>
                <a:gd name="T17" fmla="*/ 310 h 336"/>
                <a:gd name="T18" fmla="*/ 109 w 168"/>
                <a:gd name="T19" fmla="*/ 315 h 336"/>
                <a:gd name="T20" fmla="*/ 76 w 168"/>
                <a:gd name="T21" fmla="*/ 322 h 336"/>
                <a:gd name="T22" fmla="*/ 45 w 168"/>
                <a:gd name="T23" fmla="*/ 329 h 336"/>
                <a:gd name="T24" fmla="*/ 19 w 168"/>
                <a:gd name="T25" fmla="*/ 336 h 336"/>
                <a:gd name="T26" fmla="*/ 19 w 168"/>
                <a:gd name="T27" fmla="*/ 336 h 336"/>
                <a:gd name="T28" fmla="*/ 19 w 168"/>
                <a:gd name="T29" fmla="*/ 336 h 336"/>
                <a:gd name="T30" fmla="*/ 19 w 168"/>
                <a:gd name="T31" fmla="*/ 336 h 336"/>
                <a:gd name="T32" fmla="*/ 7 w 168"/>
                <a:gd name="T33" fmla="*/ 327 h 336"/>
                <a:gd name="T34" fmla="*/ 5 w 168"/>
                <a:gd name="T35" fmla="*/ 320 h 336"/>
                <a:gd name="T36" fmla="*/ 7 w 168"/>
                <a:gd name="T37" fmla="*/ 308 h 336"/>
                <a:gd name="T38" fmla="*/ 7 w 168"/>
                <a:gd name="T39" fmla="*/ 289 h 336"/>
                <a:gd name="T40" fmla="*/ 5 w 168"/>
                <a:gd name="T41" fmla="*/ 277 h 336"/>
                <a:gd name="T42" fmla="*/ 5 w 168"/>
                <a:gd name="T43" fmla="*/ 275 h 336"/>
                <a:gd name="T44" fmla="*/ 7 w 168"/>
                <a:gd name="T45" fmla="*/ 268 h 336"/>
                <a:gd name="T46" fmla="*/ 0 w 168"/>
                <a:gd name="T47" fmla="*/ 235 h 336"/>
                <a:gd name="T48" fmla="*/ 3 w 168"/>
                <a:gd name="T49" fmla="*/ 216 h 336"/>
                <a:gd name="T50" fmla="*/ 10 w 168"/>
                <a:gd name="T51" fmla="*/ 204 h 336"/>
                <a:gd name="T52" fmla="*/ 10 w 168"/>
                <a:gd name="T53" fmla="*/ 190 h 336"/>
                <a:gd name="T54" fmla="*/ 12 w 168"/>
                <a:gd name="T55" fmla="*/ 178 h 336"/>
                <a:gd name="T56" fmla="*/ 10 w 168"/>
                <a:gd name="T57" fmla="*/ 149 h 336"/>
                <a:gd name="T58" fmla="*/ 22 w 168"/>
                <a:gd name="T59" fmla="*/ 133 h 336"/>
                <a:gd name="T60" fmla="*/ 36 w 168"/>
                <a:gd name="T61" fmla="*/ 116 h 336"/>
                <a:gd name="T62" fmla="*/ 43 w 168"/>
                <a:gd name="T63" fmla="*/ 104 h 336"/>
                <a:gd name="T64" fmla="*/ 43 w 168"/>
                <a:gd name="T65" fmla="*/ 97 h 336"/>
                <a:gd name="T66" fmla="*/ 41 w 168"/>
                <a:gd name="T67" fmla="*/ 93 h 336"/>
                <a:gd name="T68" fmla="*/ 31 w 168"/>
                <a:gd name="T69" fmla="*/ 81 h 336"/>
                <a:gd name="T70" fmla="*/ 38 w 168"/>
                <a:gd name="T71" fmla="*/ 57 h 336"/>
                <a:gd name="T72" fmla="*/ 33 w 168"/>
                <a:gd name="T73" fmla="*/ 45 h 336"/>
                <a:gd name="T74" fmla="*/ 33 w 168"/>
                <a:gd name="T75" fmla="*/ 38 h 336"/>
                <a:gd name="T76" fmla="*/ 38 w 168"/>
                <a:gd name="T77" fmla="*/ 22 h 336"/>
                <a:gd name="T78" fmla="*/ 38 w 168"/>
                <a:gd name="T79" fmla="*/ 17 h 336"/>
                <a:gd name="T80" fmla="*/ 45 w 168"/>
                <a:gd name="T81" fmla="*/ 7 h 336"/>
                <a:gd name="T82" fmla="*/ 62 w 168"/>
                <a:gd name="T83" fmla="*/ 3 h 336"/>
                <a:gd name="T84" fmla="*/ 67 w 168"/>
                <a:gd name="T85" fmla="*/ 15 h 336"/>
                <a:gd name="T86" fmla="*/ 76 w 168"/>
                <a:gd name="T87" fmla="*/ 45 h 336"/>
                <a:gd name="T88" fmla="*/ 88 w 168"/>
                <a:gd name="T89" fmla="*/ 76 h 336"/>
                <a:gd name="T90" fmla="*/ 97 w 168"/>
                <a:gd name="T91" fmla="*/ 107 h 336"/>
                <a:gd name="T92" fmla="*/ 107 w 168"/>
                <a:gd name="T93" fmla="*/ 138 h 336"/>
                <a:gd name="T94" fmla="*/ 116 w 168"/>
                <a:gd name="T95" fmla="*/ 168 h 336"/>
                <a:gd name="T96" fmla="*/ 128 w 168"/>
                <a:gd name="T97" fmla="*/ 199 h 336"/>
                <a:gd name="T98" fmla="*/ 130 w 168"/>
                <a:gd name="T99" fmla="*/ 211 h 336"/>
                <a:gd name="T100" fmla="*/ 133 w 168"/>
                <a:gd name="T101" fmla="*/ 216 h 336"/>
                <a:gd name="T102" fmla="*/ 133 w 168"/>
                <a:gd name="T103" fmla="*/ 223 h 336"/>
                <a:gd name="T104" fmla="*/ 147 w 168"/>
                <a:gd name="T105" fmla="*/ 235 h 336"/>
                <a:gd name="T106" fmla="*/ 152 w 168"/>
                <a:gd name="T107" fmla="*/ 239 h 336"/>
                <a:gd name="T108" fmla="*/ 156 w 168"/>
                <a:gd name="T109" fmla="*/ 24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" h="336">
                  <a:moveTo>
                    <a:pt x="164" y="254"/>
                  </a:moveTo>
                  <a:lnTo>
                    <a:pt x="164" y="256"/>
                  </a:lnTo>
                  <a:lnTo>
                    <a:pt x="166" y="256"/>
                  </a:lnTo>
                  <a:lnTo>
                    <a:pt x="166" y="254"/>
                  </a:lnTo>
                  <a:lnTo>
                    <a:pt x="168" y="256"/>
                  </a:lnTo>
                  <a:lnTo>
                    <a:pt x="168" y="256"/>
                  </a:lnTo>
                  <a:lnTo>
                    <a:pt x="168" y="258"/>
                  </a:lnTo>
                  <a:lnTo>
                    <a:pt x="168" y="258"/>
                  </a:lnTo>
                  <a:lnTo>
                    <a:pt x="166" y="261"/>
                  </a:lnTo>
                  <a:lnTo>
                    <a:pt x="164" y="270"/>
                  </a:lnTo>
                  <a:lnTo>
                    <a:pt x="164" y="275"/>
                  </a:lnTo>
                  <a:lnTo>
                    <a:pt x="164" y="277"/>
                  </a:lnTo>
                  <a:lnTo>
                    <a:pt x="164" y="280"/>
                  </a:lnTo>
                  <a:lnTo>
                    <a:pt x="161" y="282"/>
                  </a:lnTo>
                  <a:lnTo>
                    <a:pt x="159" y="282"/>
                  </a:lnTo>
                  <a:lnTo>
                    <a:pt x="154" y="280"/>
                  </a:lnTo>
                  <a:lnTo>
                    <a:pt x="154" y="280"/>
                  </a:lnTo>
                  <a:lnTo>
                    <a:pt x="154" y="282"/>
                  </a:lnTo>
                  <a:lnTo>
                    <a:pt x="145" y="287"/>
                  </a:lnTo>
                  <a:lnTo>
                    <a:pt x="145" y="289"/>
                  </a:lnTo>
                  <a:lnTo>
                    <a:pt x="145" y="289"/>
                  </a:lnTo>
                  <a:lnTo>
                    <a:pt x="142" y="291"/>
                  </a:lnTo>
                  <a:lnTo>
                    <a:pt x="142" y="291"/>
                  </a:lnTo>
                  <a:lnTo>
                    <a:pt x="142" y="291"/>
                  </a:lnTo>
                  <a:lnTo>
                    <a:pt x="140" y="294"/>
                  </a:lnTo>
                  <a:lnTo>
                    <a:pt x="140" y="294"/>
                  </a:lnTo>
                  <a:lnTo>
                    <a:pt x="140" y="294"/>
                  </a:lnTo>
                  <a:lnTo>
                    <a:pt x="138" y="294"/>
                  </a:lnTo>
                  <a:lnTo>
                    <a:pt x="138" y="294"/>
                  </a:lnTo>
                  <a:lnTo>
                    <a:pt x="135" y="294"/>
                  </a:lnTo>
                  <a:lnTo>
                    <a:pt x="135" y="294"/>
                  </a:lnTo>
                  <a:lnTo>
                    <a:pt x="135" y="296"/>
                  </a:lnTo>
                  <a:lnTo>
                    <a:pt x="135" y="296"/>
                  </a:lnTo>
                  <a:lnTo>
                    <a:pt x="135" y="296"/>
                  </a:lnTo>
                  <a:lnTo>
                    <a:pt x="133" y="299"/>
                  </a:lnTo>
                  <a:lnTo>
                    <a:pt x="133" y="301"/>
                  </a:lnTo>
                  <a:lnTo>
                    <a:pt x="133" y="301"/>
                  </a:lnTo>
                  <a:lnTo>
                    <a:pt x="133" y="303"/>
                  </a:lnTo>
                  <a:lnTo>
                    <a:pt x="133" y="303"/>
                  </a:lnTo>
                  <a:lnTo>
                    <a:pt x="130" y="306"/>
                  </a:lnTo>
                  <a:lnTo>
                    <a:pt x="130" y="306"/>
                  </a:lnTo>
                  <a:lnTo>
                    <a:pt x="128" y="306"/>
                  </a:lnTo>
                  <a:lnTo>
                    <a:pt x="128" y="308"/>
                  </a:lnTo>
                  <a:lnTo>
                    <a:pt x="128" y="310"/>
                  </a:lnTo>
                  <a:lnTo>
                    <a:pt x="126" y="310"/>
                  </a:lnTo>
                  <a:lnTo>
                    <a:pt x="126" y="313"/>
                  </a:lnTo>
                  <a:lnTo>
                    <a:pt x="123" y="313"/>
                  </a:lnTo>
                  <a:lnTo>
                    <a:pt x="123" y="313"/>
                  </a:lnTo>
                  <a:lnTo>
                    <a:pt x="116" y="315"/>
                  </a:lnTo>
                  <a:lnTo>
                    <a:pt x="109" y="315"/>
                  </a:lnTo>
                  <a:lnTo>
                    <a:pt x="102" y="318"/>
                  </a:lnTo>
                  <a:lnTo>
                    <a:pt x="97" y="318"/>
                  </a:lnTo>
                  <a:lnTo>
                    <a:pt x="90" y="320"/>
                  </a:lnTo>
                  <a:lnTo>
                    <a:pt x="83" y="322"/>
                  </a:lnTo>
                  <a:lnTo>
                    <a:pt x="76" y="322"/>
                  </a:lnTo>
                  <a:lnTo>
                    <a:pt x="71" y="325"/>
                  </a:lnTo>
                  <a:lnTo>
                    <a:pt x="64" y="327"/>
                  </a:lnTo>
                  <a:lnTo>
                    <a:pt x="57" y="327"/>
                  </a:lnTo>
                  <a:lnTo>
                    <a:pt x="50" y="329"/>
                  </a:lnTo>
                  <a:lnTo>
                    <a:pt x="45" y="329"/>
                  </a:lnTo>
                  <a:lnTo>
                    <a:pt x="38" y="332"/>
                  </a:lnTo>
                  <a:lnTo>
                    <a:pt x="31" y="334"/>
                  </a:lnTo>
                  <a:lnTo>
                    <a:pt x="24" y="334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7" y="332"/>
                  </a:lnTo>
                  <a:lnTo>
                    <a:pt x="15" y="332"/>
                  </a:lnTo>
                  <a:lnTo>
                    <a:pt x="10" y="327"/>
                  </a:lnTo>
                  <a:lnTo>
                    <a:pt x="7" y="327"/>
                  </a:lnTo>
                  <a:lnTo>
                    <a:pt x="7" y="325"/>
                  </a:lnTo>
                  <a:lnTo>
                    <a:pt x="7" y="325"/>
                  </a:lnTo>
                  <a:lnTo>
                    <a:pt x="5" y="322"/>
                  </a:lnTo>
                  <a:lnTo>
                    <a:pt x="5" y="320"/>
                  </a:lnTo>
                  <a:lnTo>
                    <a:pt x="5" y="320"/>
                  </a:lnTo>
                  <a:lnTo>
                    <a:pt x="5" y="318"/>
                  </a:lnTo>
                  <a:lnTo>
                    <a:pt x="7" y="315"/>
                  </a:lnTo>
                  <a:lnTo>
                    <a:pt x="5" y="310"/>
                  </a:lnTo>
                  <a:lnTo>
                    <a:pt x="5" y="308"/>
                  </a:lnTo>
                  <a:lnTo>
                    <a:pt x="7" y="308"/>
                  </a:lnTo>
                  <a:lnTo>
                    <a:pt x="10" y="306"/>
                  </a:lnTo>
                  <a:lnTo>
                    <a:pt x="10" y="303"/>
                  </a:lnTo>
                  <a:lnTo>
                    <a:pt x="7" y="299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4"/>
                  </a:lnTo>
                  <a:lnTo>
                    <a:pt x="5" y="284"/>
                  </a:lnTo>
                  <a:lnTo>
                    <a:pt x="5" y="280"/>
                  </a:lnTo>
                  <a:lnTo>
                    <a:pt x="5" y="277"/>
                  </a:lnTo>
                  <a:lnTo>
                    <a:pt x="5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3"/>
                  </a:lnTo>
                  <a:lnTo>
                    <a:pt x="5" y="273"/>
                  </a:lnTo>
                  <a:lnTo>
                    <a:pt x="5" y="270"/>
                  </a:lnTo>
                  <a:lnTo>
                    <a:pt x="5" y="270"/>
                  </a:lnTo>
                  <a:lnTo>
                    <a:pt x="7" y="268"/>
                  </a:lnTo>
                  <a:lnTo>
                    <a:pt x="5" y="265"/>
                  </a:lnTo>
                  <a:lnTo>
                    <a:pt x="5" y="261"/>
                  </a:lnTo>
                  <a:lnTo>
                    <a:pt x="0" y="239"/>
                  </a:lnTo>
                  <a:lnTo>
                    <a:pt x="0" y="237"/>
                  </a:lnTo>
                  <a:lnTo>
                    <a:pt x="0" y="235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5"/>
                  </a:lnTo>
                  <a:lnTo>
                    <a:pt x="3" y="220"/>
                  </a:lnTo>
                  <a:lnTo>
                    <a:pt x="3" y="216"/>
                  </a:lnTo>
                  <a:lnTo>
                    <a:pt x="3" y="216"/>
                  </a:lnTo>
                  <a:lnTo>
                    <a:pt x="5" y="213"/>
                  </a:lnTo>
                  <a:lnTo>
                    <a:pt x="5" y="211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2" y="180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5"/>
                  </a:lnTo>
                  <a:lnTo>
                    <a:pt x="15" y="168"/>
                  </a:lnTo>
                  <a:lnTo>
                    <a:pt x="15" y="164"/>
                  </a:lnTo>
                  <a:lnTo>
                    <a:pt x="12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10" y="138"/>
                  </a:lnTo>
                  <a:lnTo>
                    <a:pt x="12" y="135"/>
                  </a:lnTo>
                  <a:lnTo>
                    <a:pt x="17" y="133"/>
                  </a:lnTo>
                  <a:lnTo>
                    <a:pt x="22" y="133"/>
                  </a:lnTo>
                  <a:lnTo>
                    <a:pt x="24" y="131"/>
                  </a:lnTo>
                  <a:lnTo>
                    <a:pt x="26" y="131"/>
                  </a:lnTo>
                  <a:lnTo>
                    <a:pt x="26" y="126"/>
                  </a:lnTo>
                  <a:lnTo>
                    <a:pt x="29" y="123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41" y="109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2"/>
                  </a:lnTo>
                  <a:lnTo>
                    <a:pt x="41" y="100"/>
                  </a:lnTo>
                  <a:lnTo>
                    <a:pt x="41" y="97"/>
                  </a:lnTo>
                  <a:lnTo>
                    <a:pt x="43" y="97"/>
                  </a:lnTo>
                  <a:lnTo>
                    <a:pt x="43" y="97"/>
                  </a:lnTo>
                  <a:lnTo>
                    <a:pt x="43" y="95"/>
                  </a:lnTo>
                  <a:lnTo>
                    <a:pt x="43" y="95"/>
                  </a:lnTo>
                  <a:lnTo>
                    <a:pt x="43" y="93"/>
                  </a:lnTo>
                  <a:lnTo>
                    <a:pt x="41" y="93"/>
                  </a:lnTo>
                  <a:lnTo>
                    <a:pt x="36" y="86"/>
                  </a:lnTo>
                  <a:lnTo>
                    <a:pt x="36" y="86"/>
                  </a:lnTo>
                  <a:lnTo>
                    <a:pt x="36" y="83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31" y="76"/>
                  </a:lnTo>
                  <a:lnTo>
                    <a:pt x="33" y="71"/>
                  </a:lnTo>
                  <a:lnTo>
                    <a:pt x="36" y="67"/>
                  </a:lnTo>
                  <a:lnTo>
                    <a:pt x="38" y="60"/>
                  </a:lnTo>
                  <a:lnTo>
                    <a:pt x="38" y="57"/>
                  </a:lnTo>
                  <a:lnTo>
                    <a:pt x="36" y="55"/>
                  </a:lnTo>
                  <a:lnTo>
                    <a:pt x="36" y="52"/>
                  </a:lnTo>
                  <a:lnTo>
                    <a:pt x="33" y="50"/>
                  </a:lnTo>
                  <a:lnTo>
                    <a:pt x="33" y="48"/>
                  </a:lnTo>
                  <a:lnTo>
                    <a:pt x="33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3" y="38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29"/>
                  </a:lnTo>
                  <a:lnTo>
                    <a:pt x="36" y="26"/>
                  </a:lnTo>
                  <a:lnTo>
                    <a:pt x="38" y="22"/>
                  </a:lnTo>
                  <a:lnTo>
                    <a:pt x="38" y="19"/>
                  </a:lnTo>
                  <a:lnTo>
                    <a:pt x="36" y="19"/>
                  </a:lnTo>
                  <a:lnTo>
                    <a:pt x="33" y="19"/>
                  </a:lnTo>
                  <a:lnTo>
                    <a:pt x="33" y="17"/>
                  </a:lnTo>
                  <a:lnTo>
                    <a:pt x="38" y="17"/>
                  </a:lnTo>
                  <a:lnTo>
                    <a:pt x="38" y="15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52" y="10"/>
                  </a:lnTo>
                  <a:lnTo>
                    <a:pt x="55" y="10"/>
                  </a:lnTo>
                  <a:lnTo>
                    <a:pt x="57" y="10"/>
                  </a:lnTo>
                  <a:lnTo>
                    <a:pt x="59" y="7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4" y="7"/>
                  </a:lnTo>
                  <a:lnTo>
                    <a:pt x="67" y="15"/>
                  </a:lnTo>
                  <a:lnTo>
                    <a:pt x="69" y="19"/>
                  </a:lnTo>
                  <a:lnTo>
                    <a:pt x="71" y="26"/>
                  </a:lnTo>
                  <a:lnTo>
                    <a:pt x="74" y="31"/>
                  </a:lnTo>
                  <a:lnTo>
                    <a:pt x="76" y="38"/>
                  </a:lnTo>
                  <a:lnTo>
                    <a:pt x="76" y="45"/>
                  </a:lnTo>
                  <a:lnTo>
                    <a:pt x="78" y="50"/>
                  </a:lnTo>
                  <a:lnTo>
                    <a:pt x="81" y="57"/>
                  </a:lnTo>
                  <a:lnTo>
                    <a:pt x="83" y="62"/>
                  </a:lnTo>
                  <a:lnTo>
                    <a:pt x="85" y="69"/>
                  </a:lnTo>
                  <a:lnTo>
                    <a:pt x="88" y="76"/>
                  </a:lnTo>
                  <a:lnTo>
                    <a:pt x="88" y="81"/>
                  </a:lnTo>
                  <a:lnTo>
                    <a:pt x="90" y="88"/>
                  </a:lnTo>
                  <a:lnTo>
                    <a:pt x="93" y="93"/>
                  </a:lnTo>
                  <a:lnTo>
                    <a:pt x="95" y="100"/>
                  </a:lnTo>
                  <a:lnTo>
                    <a:pt x="97" y="107"/>
                  </a:lnTo>
                  <a:lnTo>
                    <a:pt x="100" y="112"/>
                  </a:lnTo>
                  <a:lnTo>
                    <a:pt x="102" y="119"/>
                  </a:lnTo>
                  <a:lnTo>
                    <a:pt x="102" y="123"/>
                  </a:lnTo>
                  <a:lnTo>
                    <a:pt x="104" y="131"/>
                  </a:lnTo>
                  <a:lnTo>
                    <a:pt x="107" y="138"/>
                  </a:lnTo>
                  <a:lnTo>
                    <a:pt x="109" y="142"/>
                  </a:lnTo>
                  <a:lnTo>
                    <a:pt x="112" y="149"/>
                  </a:lnTo>
                  <a:lnTo>
                    <a:pt x="114" y="157"/>
                  </a:lnTo>
                  <a:lnTo>
                    <a:pt x="116" y="161"/>
                  </a:lnTo>
                  <a:lnTo>
                    <a:pt x="116" y="168"/>
                  </a:lnTo>
                  <a:lnTo>
                    <a:pt x="119" y="173"/>
                  </a:lnTo>
                  <a:lnTo>
                    <a:pt x="121" y="180"/>
                  </a:lnTo>
                  <a:lnTo>
                    <a:pt x="123" y="187"/>
                  </a:lnTo>
                  <a:lnTo>
                    <a:pt x="126" y="192"/>
                  </a:lnTo>
                  <a:lnTo>
                    <a:pt x="128" y="199"/>
                  </a:lnTo>
                  <a:lnTo>
                    <a:pt x="128" y="202"/>
                  </a:lnTo>
                  <a:lnTo>
                    <a:pt x="130" y="206"/>
                  </a:lnTo>
                  <a:lnTo>
                    <a:pt x="130" y="209"/>
                  </a:lnTo>
                  <a:lnTo>
                    <a:pt x="130" y="209"/>
                  </a:lnTo>
                  <a:lnTo>
                    <a:pt x="130" y="211"/>
                  </a:lnTo>
                  <a:lnTo>
                    <a:pt x="130" y="211"/>
                  </a:lnTo>
                  <a:lnTo>
                    <a:pt x="130" y="211"/>
                  </a:lnTo>
                  <a:lnTo>
                    <a:pt x="130" y="213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20"/>
                  </a:lnTo>
                  <a:lnTo>
                    <a:pt x="133" y="220"/>
                  </a:lnTo>
                  <a:lnTo>
                    <a:pt x="133" y="220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5" y="225"/>
                  </a:lnTo>
                  <a:lnTo>
                    <a:pt x="138" y="228"/>
                  </a:lnTo>
                  <a:lnTo>
                    <a:pt x="142" y="230"/>
                  </a:lnTo>
                  <a:lnTo>
                    <a:pt x="147" y="235"/>
                  </a:lnTo>
                  <a:lnTo>
                    <a:pt x="149" y="235"/>
                  </a:lnTo>
                  <a:lnTo>
                    <a:pt x="152" y="237"/>
                  </a:lnTo>
                  <a:lnTo>
                    <a:pt x="152" y="237"/>
                  </a:lnTo>
                  <a:lnTo>
                    <a:pt x="152" y="239"/>
                  </a:lnTo>
                  <a:lnTo>
                    <a:pt x="152" y="239"/>
                  </a:lnTo>
                  <a:lnTo>
                    <a:pt x="152" y="239"/>
                  </a:lnTo>
                  <a:lnTo>
                    <a:pt x="152" y="244"/>
                  </a:lnTo>
                  <a:lnTo>
                    <a:pt x="154" y="246"/>
                  </a:lnTo>
                  <a:lnTo>
                    <a:pt x="154" y="246"/>
                  </a:lnTo>
                  <a:lnTo>
                    <a:pt x="156" y="249"/>
                  </a:lnTo>
                  <a:lnTo>
                    <a:pt x="159" y="251"/>
                  </a:lnTo>
                  <a:lnTo>
                    <a:pt x="164" y="254"/>
                  </a:lnTo>
                  <a:lnTo>
                    <a:pt x="164" y="254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5" name="Freeform 26">
              <a:extLst>
                <a:ext uri="{FF2B5EF4-FFF2-40B4-BE49-F238E27FC236}">
                  <a16:creationId xmlns:a16="http://schemas.microsoft.com/office/drawing/2014/main" id="{BB6684EC-9195-4B80-BC1C-A52D2AE87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211" y="2533081"/>
              <a:ext cx="790184" cy="353081"/>
            </a:xfrm>
            <a:custGeom>
              <a:avLst/>
              <a:gdLst>
                <a:gd name="T0" fmla="*/ 724 w 837"/>
                <a:gd name="T1" fmla="*/ 73 h 374"/>
                <a:gd name="T2" fmla="*/ 729 w 837"/>
                <a:gd name="T3" fmla="*/ 90 h 374"/>
                <a:gd name="T4" fmla="*/ 731 w 837"/>
                <a:gd name="T5" fmla="*/ 104 h 374"/>
                <a:gd name="T6" fmla="*/ 738 w 837"/>
                <a:gd name="T7" fmla="*/ 116 h 374"/>
                <a:gd name="T8" fmla="*/ 748 w 837"/>
                <a:gd name="T9" fmla="*/ 132 h 374"/>
                <a:gd name="T10" fmla="*/ 757 w 837"/>
                <a:gd name="T11" fmla="*/ 146 h 374"/>
                <a:gd name="T12" fmla="*/ 755 w 837"/>
                <a:gd name="T13" fmla="*/ 158 h 374"/>
                <a:gd name="T14" fmla="*/ 755 w 837"/>
                <a:gd name="T15" fmla="*/ 170 h 374"/>
                <a:gd name="T16" fmla="*/ 759 w 837"/>
                <a:gd name="T17" fmla="*/ 180 h 374"/>
                <a:gd name="T18" fmla="*/ 764 w 837"/>
                <a:gd name="T19" fmla="*/ 180 h 374"/>
                <a:gd name="T20" fmla="*/ 766 w 837"/>
                <a:gd name="T21" fmla="*/ 187 h 374"/>
                <a:gd name="T22" fmla="*/ 771 w 837"/>
                <a:gd name="T23" fmla="*/ 196 h 374"/>
                <a:gd name="T24" fmla="*/ 776 w 837"/>
                <a:gd name="T25" fmla="*/ 208 h 374"/>
                <a:gd name="T26" fmla="*/ 778 w 837"/>
                <a:gd name="T27" fmla="*/ 222 h 374"/>
                <a:gd name="T28" fmla="*/ 778 w 837"/>
                <a:gd name="T29" fmla="*/ 234 h 374"/>
                <a:gd name="T30" fmla="*/ 778 w 837"/>
                <a:gd name="T31" fmla="*/ 239 h 374"/>
                <a:gd name="T32" fmla="*/ 781 w 837"/>
                <a:gd name="T33" fmla="*/ 244 h 374"/>
                <a:gd name="T34" fmla="*/ 783 w 837"/>
                <a:gd name="T35" fmla="*/ 255 h 374"/>
                <a:gd name="T36" fmla="*/ 783 w 837"/>
                <a:gd name="T37" fmla="*/ 270 h 374"/>
                <a:gd name="T38" fmla="*/ 781 w 837"/>
                <a:gd name="T39" fmla="*/ 277 h 374"/>
                <a:gd name="T40" fmla="*/ 790 w 837"/>
                <a:gd name="T41" fmla="*/ 286 h 374"/>
                <a:gd name="T42" fmla="*/ 793 w 837"/>
                <a:gd name="T43" fmla="*/ 300 h 374"/>
                <a:gd name="T44" fmla="*/ 797 w 837"/>
                <a:gd name="T45" fmla="*/ 307 h 374"/>
                <a:gd name="T46" fmla="*/ 802 w 837"/>
                <a:gd name="T47" fmla="*/ 317 h 374"/>
                <a:gd name="T48" fmla="*/ 804 w 837"/>
                <a:gd name="T49" fmla="*/ 326 h 374"/>
                <a:gd name="T50" fmla="*/ 811 w 837"/>
                <a:gd name="T51" fmla="*/ 329 h 374"/>
                <a:gd name="T52" fmla="*/ 821 w 837"/>
                <a:gd name="T53" fmla="*/ 336 h 374"/>
                <a:gd name="T54" fmla="*/ 826 w 837"/>
                <a:gd name="T55" fmla="*/ 348 h 374"/>
                <a:gd name="T56" fmla="*/ 828 w 837"/>
                <a:gd name="T57" fmla="*/ 359 h 374"/>
                <a:gd name="T58" fmla="*/ 797 w 837"/>
                <a:gd name="T59" fmla="*/ 367 h 374"/>
                <a:gd name="T60" fmla="*/ 674 w 837"/>
                <a:gd name="T61" fmla="*/ 371 h 374"/>
                <a:gd name="T62" fmla="*/ 554 w 837"/>
                <a:gd name="T63" fmla="*/ 374 h 374"/>
                <a:gd name="T64" fmla="*/ 431 w 837"/>
                <a:gd name="T65" fmla="*/ 374 h 374"/>
                <a:gd name="T66" fmla="*/ 310 w 837"/>
                <a:gd name="T67" fmla="*/ 374 h 374"/>
                <a:gd name="T68" fmla="*/ 187 w 837"/>
                <a:gd name="T69" fmla="*/ 374 h 374"/>
                <a:gd name="T70" fmla="*/ 189 w 837"/>
                <a:gd name="T71" fmla="*/ 326 h 374"/>
                <a:gd name="T72" fmla="*/ 189 w 837"/>
                <a:gd name="T73" fmla="*/ 281 h 374"/>
                <a:gd name="T74" fmla="*/ 170 w 837"/>
                <a:gd name="T75" fmla="*/ 251 h 374"/>
                <a:gd name="T76" fmla="*/ 102 w 837"/>
                <a:gd name="T77" fmla="*/ 248 h 374"/>
                <a:gd name="T78" fmla="*/ 33 w 837"/>
                <a:gd name="T79" fmla="*/ 246 h 374"/>
                <a:gd name="T80" fmla="*/ 0 w 837"/>
                <a:gd name="T81" fmla="*/ 199 h 374"/>
                <a:gd name="T82" fmla="*/ 2 w 837"/>
                <a:gd name="T83" fmla="*/ 106 h 374"/>
                <a:gd name="T84" fmla="*/ 7 w 837"/>
                <a:gd name="T85" fmla="*/ 14 h 374"/>
                <a:gd name="T86" fmla="*/ 88 w 837"/>
                <a:gd name="T87" fmla="*/ 2 h 374"/>
                <a:gd name="T88" fmla="*/ 182 w 837"/>
                <a:gd name="T89" fmla="*/ 4 h 374"/>
                <a:gd name="T90" fmla="*/ 277 w 837"/>
                <a:gd name="T91" fmla="*/ 7 h 374"/>
                <a:gd name="T92" fmla="*/ 374 w 837"/>
                <a:gd name="T93" fmla="*/ 7 h 374"/>
                <a:gd name="T94" fmla="*/ 468 w 837"/>
                <a:gd name="T95" fmla="*/ 7 h 374"/>
                <a:gd name="T96" fmla="*/ 525 w 837"/>
                <a:gd name="T97" fmla="*/ 7 h 374"/>
                <a:gd name="T98" fmla="*/ 539 w 837"/>
                <a:gd name="T99" fmla="*/ 16 h 374"/>
                <a:gd name="T100" fmla="*/ 563 w 837"/>
                <a:gd name="T101" fmla="*/ 28 h 374"/>
                <a:gd name="T102" fmla="*/ 580 w 837"/>
                <a:gd name="T103" fmla="*/ 28 h 374"/>
                <a:gd name="T104" fmla="*/ 584 w 837"/>
                <a:gd name="T105" fmla="*/ 21 h 374"/>
                <a:gd name="T106" fmla="*/ 601 w 837"/>
                <a:gd name="T107" fmla="*/ 23 h 374"/>
                <a:gd name="T108" fmla="*/ 636 w 837"/>
                <a:gd name="T109" fmla="*/ 16 h 374"/>
                <a:gd name="T110" fmla="*/ 651 w 837"/>
                <a:gd name="T111" fmla="*/ 28 h 374"/>
                <a:gd name="T112" fmla="*/ 665 w 837"/>
                <a:gd name="T113" fmla="*/ 30 h 374"/>
                <a:gd name="T114" fmla="*/ 681 w 837"/>
                <a:gd name="T115" fmla="*/ 35 h 374"/>
                <a:gd name="T116" fmla="*/ 686 w 837"/>
                <a:gd name="T117" fmla="*/ 42 h 374"/>
                <a:gd name="T118" fmla="*/ 693 w 837"/>
                <a:gd name="T119" fmla="*/ 42 h 374"/>
                <a:gd name="T120" fmla="*/ 698 w 837"/>
                <a:gd name="T121" fmla="*/ 52 h 374"/>
                <a:gd name="T122" fmla="*/ 714 w 837"/>
                <a:gd name="T123" fmla="*/ 6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7" h="374">
                  <a:moveTo>
                    <a:pt x="714" y="61"/>
                  </a:moveTo>
                  <a:lnTo>
                    <a:pt x="719" y="61"/>
                  </a:lnTo>
                  <a:lnTo>
                    <a:pt x="722" y="61"/>
                  </a:lnTo>
                  <a:lnTo>
                    <a:pt x="722" y="64"/>
                  </a:lnTo>
                  <a:lnTo>
                    <a:pt x="724" y="68"/>
                  </a:lnTo>
                  <a:lnTo>
                    <a:pt x="724" y="73"/>
                  </a:lnTo>
                  <a:lnTo>
                    <a:pt x="722" y="78"/>
                  </a:lnTo>
                  <a:lnTo>
                    <a:pt x="726" y="83"/>
                  </a:lnTo>
                  <a:lnTo>
                    <a:pt x="726" y="85"/>
                  </a:lnTo>
                  <a:lnTo>
                    <a:pt x="726" y="85"/>
                  </a:lnTo>
                  <a:lnTo>
                    <a:pt x="729" y="87"/>
                  </a:lnTo>
                  <a:lnTo>
                    <a:pt x="729" y="90"/>
                  </a:lnTo>
                  <a:lnTo>
                    <a:pt x="729" y="92"/>
                  </a:lnTo>
                  <a:lnTo>
                    <a:pt x="729" y="94"/>
                  </a:lnTo>
                  <a:lnTo>
                    <a:pt x="729" y="97"/>
                  </a:lnTo>
                  <a:lnTo>
                    <a:pt x="729" y="99"/>
                  </a:lnTo>
                  <a:lnTo>
                    <a:pt x="729" y="101"/>
                  </a:lnTo>
                  <a:lnTo>
                    <a:pt x="731" y="104"/>
                  </a:lnTo>
                  <a:lnTo>
                    <a:pt x="733" y="104"/>
                  </a:lnTo>
                  <a:lnTo>
                    <a:pt x="736" y="106"/>
                  </a:lnTo>
                  <a:lnTo>
                    <a:pt x="736" y="109"/>
                  </a:lnTo>
                  <a:lnTo>
                    <a:pt x="736" y="111"/>
                  </a:lnTo>
                  <a:lnTo>
                    <a:pt x="736" y="113"/>
                  </a:lnTo>
                  <a:lnTo>
                    <a:pt x="738" y="116"/>
                  </a:lnTo>
                  <a:lnTo>
                    <a:pt x="740" y="120"/>
                  </a:lnTo>
                  <a:lnTo>
                    <a:pt x="743" y="120"/>
                  </a:lnTo>
                  <a:lnTo>
                    <a:pt x="748" y="125"/>
                  </a:lnTo>
                  <a:lnTo>
                    <a:pt x="750" y="130"/>
                  </a:lnTo>
                  <a:lnTo>
                    <a:pt x="748" y="130"/>
                  </a:lnTo>
                  <a:lnTo>
                    <a:pt x="748" y="132"/>
                  </a:lnTo>
                  <a:lnTo>
                    <a:pt x="748" y="135"/>
                  </a:lnTo>
                  <a:lnTo>
                    <a:pt x="748" y="135"/>
                  </a:lnTo>
                  <a:lnTo>
                    <a:pt x="750" y="139"/>
                  </a:lnTo>
                  <a:lnTo>
                    <a:pt x="750" y="139"/>
                  </a:lnTo>
                  <a:lnTo>
                    <a:pt x="755" y="144"/>
                  </a:lnTo>
                  <a:lnTo>
                    <a:pt x="757" y="146"/>
                  </a:lnTo>
                  <a:lnTo>
                    <a:pt x="757" y="149"/>
                  </a:lnTo>
                  <a:lnTo>
                    <a:pt x="755" y="151"/>
                  </a:lnTo>
                  <a:lnTo>
                    <a:pt x="755" y="154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8"/>
                  </a:lnTo>
                  <a:lnTo>
                    <a:pt x="755" y="158"/>
                  </a:lnTo>
                  <a:lnTo>
                    <a:pt x="755" y="161"/>
                  </a:lnTo>
                  <a:lnTo>
                    <a:pt x="755" y="161"/>
                  </a:lnTo>
                  <a:lnTo>
                    <a:pt x="755" y="165"/>
                  </a:lnTo>
                  <a:lnTo>
                    <a:pt x="755" y="168"/>
                  </a:lnTo>
                  <a:lnTo>
                    <a:pt x="755" y="170"/>
                  </a:lnTo>
                  <a:lnTo>
                    <a:pt x="757" y="173"/>
                  </a:lnTo>
                  <a:lnTo>
                    <a:pt x="757" y="173"/>
                  </a:lnTo>
                  <a:lnTo>
                    <a:pt x="757" y="175"/>
                  </a:lnTo>
                  <a:lnTo>
                    <a:pt x="757" y="177"/>
                  </a:lnTo>
                  <a:lnTo>
                    <a:pt x="759" y="180"/>
                  </a:lnTo>
                  <a:lnTo>
                    <a:pt x="759" y="180"/>
                  </a:lnTo>
                  <a:lnTo>
                    <a:pt x="762" y="177"/>
                  </a:lnTo>
                  <a:lnTo>
                    <a:pt x="762" y="177"/>
                  </a:lnTo>
                  <a:lnTo>
                    <a:pt x="764" y="177"/>
                  </a:lnTo>
                  <a:lnTo>
                    <a:pt x="764" y="177"/>
                  </a:lnTo>
                  <a:lnTo>
                    <a:pt x="764" y="180"/>
                  </a:lnTo>
                  <a:lnTo>
                    <a:pt x="764" y="180"/>
                  </a:lnTo>
                  <a:lnTo>
                    <a:pt x="764" y="180"/>
                  </a:lnTo>
                  <a:lnTo>
                    <a:pt x="764" y="182"/>
                  </a:lnTo>
                  <a:lnTo>
                    <a:pt x="764" y="184"/>
                  </a:lnTo>
                  <a:lnTo>
                    <a:pt x="764" y="184"/>
                  </a:lnTo>
                  <a:lnTo>
                    <a:pt x="764" y="187"/>
                  </a:lnTo>
                  <a:lnTo>
                    <a:pt x="766" y="187"/>
                  </a:lnTo>
                  <a:lnTo>
                    <a:pt x="769" y="187"/>
                  </a:lnTo>
                  <a:lnTo>
                    <a:pt x="771" y="187"/>
                  </a:lnTo>
                  <a:lnTo>
                    <a:pt x="771" y="187"/>
                  </a:lnTo>
                  <a:lnTo>
                    <a:pt x="771" y="189"/>
                  </a:lnTo>
                  <a:lnTo>
                    <a:pt x="771" y="194"/>
                  </a:lnTo>
                  <a:lnTo>
                    <a:pt x="771" y="196"/>
                  </a:lnTo>
                  <a:lnTo>
                    <a:pt x="769" y="203"/>
                  </a:lnTo>
                  <a:lnTo>
                    <a:pt x="771" y="203"/>
                  </a:lnTo>
                  <a:lnTo>
                    <a:pt x="776" y="206"/>
                  </a:lnTo>
                  <a:lnTo>
                    <a:pt x="776" y="206"/>
                  </a:lnTo>
                  <a:lnTo>
                    <a:pt x="778" y="206"/>
                  </a:lnTo>
                  <a:lnTo>
                    <a:pt x="776" y="208"/>
                  </a:lnTo>
                  <a:lnTo>
                    <a:pt x="774" y="210"/>
                  </a:lnTo>
                  <a:lnTo>
                    <a:pt x="774" y="213"/>
                  </a:lnTo>
                  <a:lnTo>
                    <a:pt x="774" y="217"/>
                  </a:lnTo>
                  <a:lnTo>
                    <a:pt x="774" y="220"/>
                  </a:lnTo>
                  <a:lnTo>
                    <a:pt x="774" y="220"/>
                  </a:lnTo>
                  <a:lnTo>
                    <a:pt x="778" y="222"/>
                  </a:lnTo>
                  <a:lnTo>
                    <a:pt x="781" y="222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78" y="229"/>
                  </a:lnTo>
                  <a:lnTo>
                    <a:pt x="778" y="232"/>
                  </a:lnTo>
                  <a:lnTo>
                    <a:pt x="778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9"/>
                  </a:lnTo>
                  <a:lnTo>
                    <a:pt x="778" y="239"/>
                  </a:lnTo>
                  <a:lnTo>
                    <a:pt x="778" y="239"/>
                  </a:lnTo>
                  <a:lnTo>
                    <a:pt x="778" y="241"/>
                  </a:lnTo>
                  <a:lnTo>
                    <a:pt x="778" y="241"/>
                  </a:lnTo>
                  <a:lnTo>
                    <a:pt x="778" y="244"/>
                  </a:lnTo>
                  <a:lnTo>
                    <a:pt x="781" y="244"/>
                  </a:lnTo>
                  <a:lnTo>
                    <a:pt x="781" y="246"/>
                  </a:lnTo>
                  <a:lnTo>
                    <a:pt x="783" y="246"/>
                  </a:lnTo>
                  <a:lnTo>
                    <a:pt x="783" y="248"/>
                  </a:lnTo>
                  <a:lnTo>
                    <a:pt x="781" y="251"/>
                  </a:lnTo>
                  <a:lnTo>
                    <a:pt x="783" y="251"/>
                  </a:lnTo>
                  <a:lnTo>
                    <a:pt x="783" y="255"/>
                  </a:lnTo>
                  <a:lnTo>
                    <a:pt x="783" y="258"/>
                  </a:lnTo>
                  <a:lnTo>
                    <a:pt x="783" y="260"/>
                  </a:lnTo>
                  <a:lnTo>
                    <a:pt x="783" y="262"/>
                  </a:lnTo>
                  <a:lnTo>
                    <a:pt x="783" y="265"/>
                  </a:lnTo>
                  <a:lnTo>
                    <a:pt x="783" y="267"/>
                  </a:lnTo>
                  <a:lnTo>
                    <a:pt x="783" y="270"/>
                  </a:lnTo>
                  <a:lnTo>
                    <a:pt x="783" y="270"/>
                  </a:lnTo>
                  <a:lnTo>
                    <a:pt x="783" y="272"/>
                  </a:lnTo>
                  <a:lnTo>
                    <a:pt x="781" y="274"/>
                  </a:lnTo>
                  <a:lnTo>
                    <a:pt x="781" y="274"/>
                  </a:lnTo>
                  <a:lnTo>
                    <a:pt x="781" y="277"/>
                  </a:lnTo>
                  <a:lnTo>
                    <a:pt x="781" y="277"/>
                  </a:lnTo>
                  <a:lnTo>
                    <a:pt x="781" y="279"/>
                  </a:lnTo>
                  <a:lnTo>
                    <a:pt x="781" y="279"/>
                  </a:lnTo>
                  <a:lnTo>
                    <a:pt x="781" y="281"/>
                  </a:lnTo>
                  <a:lnTo>
                    <a:pt x="783" y="284"/>
                  </a:lnTo>
                  <a:lnTo>
                    <a:pt x="788" y="284"/>
                  </a:lnTo>
                  <a:lnTo>
                    <a:pt x="790" y="286"/>
                  </a:lnTo>
                  <a:lnTo>
                    <a:pt x="790" y="288"/>
                  </a:lnTo>
                  <a:lnTo>
                    <a:pt x="790" y="291"/>
                  </a:lnTo>
                  <a:lnTo>
                    <a:pt x="790" y="293"/>
                  </a:lnTo>
                  <a:lnTo>
                    <a:pt x="790" y="296"/>
                  </a:lnTo>
                  <a:lnTo>
                    <a:pt x="790" y="300"/>
                  </a:lnTo>
                  <a:lnTo>
                    <a:pt x="793" y="300"/>
                  </a:lnTo>
                  <a:lnTo>
                    <a:pt x="795" y="300"/>
                  </a:lnTo>
                  <a:lnTo>
                    <a:pt x="797" y="303"/>
                  </a:lnTo>
                  <a:lnTo>
                    <a:pt x="797" y="303"/>
                  </a:lnTo>
                  <a:lnTo>
                    <a:pt x="797" y="305"/>
                  </a:lnTo>
                  <a:lnTo>
                    <a:pt x="797" y="305"/>
                  </a:lnTo>
                  <a:lnTo>
                    <a:pt x="797" y="307"/>
                  </a:lnTo>
                  <a:lnTo>
                    <a:pt x="800" y="310"/>
                  </a:lnTo>
                  <a:lnTo>
                    <a:pt x="800" y="312"/>
                  </a:lnTo>
                  <a:lnTo>
                    <a:pt x="802" y="312"/>
                  </a:lnTo>
                  <a:lnTo>
                    <a:pt x="802" y="315"/>
                  </a:lnTo>
                  <a:lnTo>
                    <a:pt x="802" y="317"/>
                  </a:lnTo>
                  <a:lnTo>
                    <a:pt x="802" y="317"/>
                  </a:lnTo>
                  <a:lnTo>
                    <a:pt x="802" y="317"/>
                  </a:lnTo>
                  <a:lnTo>
                    <a:pt x="804" y="319"/>
                  </a:lnTo>
                  <a:lnTo>
                    <a:pt x="804" y="324"/>
                  </a:lnTo>
                  <a:lnTo>
                    <a:pt x="804" y="324"/>
                  </a:lnTo>
                  <a:lnTo>
                    <a:pt x="804" y="324"/>
                  </a:lnTo>
                  <a:lnTo>
                    <a:pt x="804" y="326"/>
                  </a:lnTo>
                  <a:lnTo>
                    <a:pt x="802" y="326"/>
                  </a:lnTo>
                  <a:lnTo>
                    <a:pt x="804" y="329"/>
                  </a:lnTo>
                  <a:lnTo>
                    <a:pt x="804" y="329"/>
                  </a:lnTo>
                  <a:lnTo>
                    <a:pt x="807" y="329"/>
                  </a:lnTo>
                  <a:lnTo>
                    <a:pt x="809" y="329"/>
                  </a:lnTo>
                  <a:lnTo>
                    <a:pt x="811" y="329"/>
                  </a:lnTo>
                  <a:lnTo>
                    <a:pt x="811" y="331"/>
                  </a:lnTo>
                  <a:lnTo>
                    <a:pt x="811" y="333"/>
                  </a:lnTo>
                  <a:lnTo>
                    <a:pt x="814" y="333"/>
                  </a:lnTo>
                  <a:lnTo>
                    <a:pt x="814" y="333"/>
                  </a:lnTo>
                  <a:lnTo>
                    <a:pt x="819" y="336"/>
                  </a:lnTo>
                  <a:lnTo>
                    <a:pt x="821" y="336"/>
                  </a:lnTo>
                  <a:lnTo>
                    <a:pt x="821" y="336"/>
                  </a:lnTo>
                  <a:lnTo>
                    <a:pt x="821" y="338"/>
                  </a:lnTo>
                  <a:lnTo>
                    <a:pt x="821" y="341"/>
                  </a:lnTo>
                  <a:lnTo>
                    <a:pt x="823" y="345"/>
                  </a:lnTo>
                  <a:lnTo>
                    <a:pt x="823" y="345"/>
                  </a:lnTo>
                  <a:lnTo>
                    <a:pt x="826" y="348"/>
                  </a:lnTo>
                  <a:lnTo>
                    <a:pt x="828" y="350"/>
                  </a:lnTo>
                  <a:lnTo>
                    <a:pt x="828" y="352"/>
                  </a:lnTo>
                  <a:lnTo>
                    <a:pt x="828" y="352"/>
                  </a:lnTo>
                  <a:lnTo>
                    <a:pt x="828" y="355"/>
                  </a:lnTo>
                  <a:lnTo>
                    <a:pt x="826" y="357"/>
                  </a:lnTo>
                  <a:lnTo>
                    <a:pt x="828" y="359"/>
                  </a:lnTo>
                  <a:lnTo>
                    <a:pt x="828" y="362"/>
                  </a:lnTo>
                  <a:lnTo>
                    <a:pt x="833" y="362"/>
                  </a:lnTo>
                  <a:lnTo>
                    <a:pt x="835" y="362"/>
                  </a:lnTo>
                  <a:lnTo>
                    <a:pt x="837" y="364"/>
                  </a:lnTo>
                  <a:lnTo>
                    <a:pt x="816" y="367"/>
                  </a:lnTo>
                  <a:lnTo>
                    <a:pt x="797" y="367"/>
                  </a:lnTo>
                  <a:lnTo>
                    <a:pt x="776" y="367"/>
                  </a:lnTo>
                  <a:lnTo>
                    <a:pt x="757" y="369"/>
                  </a:lnTo>
                  <a:lnTo>
                    <a:pt x="736" y="369"/>
                  </a:lnTo>
                  <a:lnTo>
                    <a:pt x="714" y="369"/>
                  </a:lnTo>
                  <a:lnTo>
                    <a:pt x="696" y="371"/>
                  </a:lnTo>
                  <a:lnTo>
                    <a:pt x="674" y="371"/>
                  </a:lnTo>
                  <a:lnTo>
                    <a:pt x="655" y="371"/>
                  </a:lnTo>
                  <a:lnTo>
                    <a:pt x="634" y="371"/>
                  </a:lnTo>
                  <a:lnTo>
                    <a:pt x="613" y="371"/>
                  </a:lnTo>
                  <a:lnTo>
                    <a:pt x="594" y="374"/>
                  </a:lnTo>
                  <a:lnTo>
                    <a:pt x="573" y="374"/>
                  </a:lnTo>
                  <a:lnTo>
                    <a:pt x="554" y="374"/>
                  </a:lnTo>
                  <a:lnTo>
                    <a:pt x="532" y="374"/>
                  </a:lnTo>
                  <a:lnTo>
                    <a:pt x="513" y="374"/>
                  </a:lnTo>
                  <a:lnTo>
                    <a:pt x="492" y="374"/>
                  </a:lnTo>
                  <a:lnTo>
                    <a:pt x="471" y="374"/>
                  </a:lnTo>
                  <a:lnTo>
                    <a:pt x="452" y="374"/>
                  </a:lnTo>
                  <a:lnTo>
                    <a:pt x="431" y="374"/>
                  </a:lnTo>
                  <a:lnTo>
                    <a:pt x="412" y="374"/>
                  </a:lnTo>
                  <a:lnTo>
                    <a:pt x="390" y="374"/>
                  </a:lnTo>
                  <a:lnTo>
                    <a:pt x="371" y="374"/>
                  </a:lnTo>
                  <a:lnTo>
                    <a:pt x="350" y="374"/>
                  </a:lnTo>
                  <a:lnTo>
                    <a:pt x="329" y="374"/>
                  </a:lnTo>
                  <a:lnTo>
                    <a:pt x="310" y="374"/>
                  </a:lnTo>
                  <a:lnTo>
                    <a:pt x="289" y="374"/>
                  </a:lnTo>
                  <a:lnTo>
                    <a:pt x="270" y="374"/>
                  </a:lnTo>
                  <a:lnTo>
                    <a:pt x="248" y="374"/>
                  </a:lnTo>
                  <a:lnTo>
                    <a:pt x="230" y="374"/>
                  </a:lnTo>
                  <a:lnTo>
                    <a:pt x="208" y="374"/>
                  </a:lnTo>
                  <a:lnTo>
                    <a:pt x="187" y="374"/>
                  </a:lnTo>
                  <a:lnTo>
                    <a:pt x="187" y="364"/>
                  </a:lnTo>
                  <a:lnTo>
                    <a:pt x="187" y="357"/>
                  </a:lnTo>
                  <a:lnTo>
                    <a:pt x="189" y="350"/>
                  </a:lnTo>
                  <a:lnTo>
                    <a:pt x="189" y="343"/>
                  </a:lnTo>
                  <a:lnTo>
                    <a:pt x="189" y="333"/>
                  </a:lnTo>
                  <a:lnTo>
                    <a:pt x="189" y="326"/>
                  </a:lnTo>
                  <a:lnTo>
                    <a:pt x="189" y="319"/>
                  </a:lnTo>
                  <a:lnTo>
                    <a:pt x="189" y="312"/>
                  </a:lnTo>
                  <a:lnTo>
                    <a:pt x="189" y="303"/>
                  </a:lnTo>
                  <a:lnTo>
                    <a:pt x="189" y="296"/>
                  </a:lnTo>
                  <a:lnTo>
                    <a:pt x="189" y="288"/>
                  </a:lnTo>
                  <a:lnTo>
                    <a:pt x="189" y="281"/>
                  </a:lnTo>
                  <a:lnTo>
                    <a:pt x="189" y="272"/>
                  </a:lnTo>
                  <a:lnTo>
                    <a:pt x="189" y="265"/>
                  </a:lnTo>
                  <a:lnTo>
                    <a:pt x="189" y="258"/>
                  </a:lnTo>
                  <a:lnTo>
                    <a:pt x="189" y="251"/>
                  </a:lnTo>
                  <a:lnTo>
                    <a:pt x="182" y="251"/>
                  </a:lnTo>
                  <a:lnTo>
                    <a:pt x="170" y="251"/>
                  </a:lnTo>
                  <a:lnTo>
                    <a:pt x="159" y="248"/>
                  </a:lnTo>
                  <a:lnTo>
                    <a:pt x="147" y="248"/>
                  </a:lnTo>
                  <a:lnTo>
                    <a:pt x="135" y="248"/>
                  </a:lnTo>
                  <a:lnTo>
                    <a:pt x="123" y="248"/>
                  </a:lnTo>
                  <a:lnTo>
                    <a:pt x="114" y="248"/>
                  </a:lnTo>
                  <a:lnTo>
                    <a:pt x="102" y="248"/>
                  </a:lnTo>
                  <a:lnTo>
                    <a:pt x="90" y="248"/>
                  </a:lnTo>
                  <a:lnTo>
                    <a:pt x="78" y="248"/>
                  </a:lnTo>
                  <a:lnTo>
                    <a:pt x="66" y="246"/>
                  </a:lnTo>
                  <a:lnTo>
                    <a:pt x="57" y="246"/>
                  </a:lnTo>
                  <a:lnTo>
                    <a:pt x="45" y="246"/>
                  </a:lnTo>
                  <a:lnTo>
                    <a:pt x="33" y="246"/>
                  </a:lnTo>
                  <a:lnTo>
                    <a:pt x="21" y="246"/>
                  </a:lnTo>
                  <a:lnTo>
                    <a:pt x="10" y="246"/>
                  </a:lnTo>
                  <a:lnTo>
                    <a:pt x="0" y="246"/>
                  </a:lnTo>
                  <a:lnTo>
                    <a:pt x="0" y="229"/>
                  </a:lnTo>
                  <a:lnTo>
                    <a:pt x="0" y="215"/>
                  </a:lnTo>
                  <a:lnTo>
                    <a:pt x="0" y="199"/>
                  </a:lnTo>
                  <a:lnTo>
                    <a:pt x="0" y="184"/>
                  </a:lnTo>
                  <a:lnTo>
                    <a:pt x="2" y="168"/>
                  </a:lnTo>
                  <a:lnTo>
                    <a:pt x="2" y="154"/>
                  </a:lnTo>
                  <a:lnTo>
                    <a:pt x="2" y="137"/>
                  </a:lnTo>
                  <a:lnTo>
                    <a:pt x="2" y="123"/>
                  </a:lnTo>
                  <a:lnTo>
                    <a:pt x="2" y="106"/>
                  </a:lnTo>
                  <a:lnTo>
                    <a:pt x="5" y="92"/>
                  </a:lnTo>
                  <a:lnTo>
                    <a:pt x="5" y="75"/>
                  </a:lnTo>
                  <a:lnTo>
                    <a:pt x="5" y="61"/>
                  </a:lnTo>
                  <a:lnTo>
                    <a:pt x="5" y="45"/>
                  </a:lnTo>
                  <a:lnTo>
                    <a:pt x="7" y="30"/>
                  </a:lnTo>
                  <a:lnTo>
                    <a:pt x="7" y="14"/>
                  </a:lnTo>
                  <a:lnTo>
                    <a:pt x="7" y="0"/>
                  </a:lnTo>
                  <a:lnTo>
                    <a:pt x="24" y="0"/>
                  </a:lnTo>
                  <a:lnTo>
                    <a:pt x="38" y="2"/>
                  </a:lnTo>
                  <a:lnTo>
                    <a:pt x="55" y="2"/>
                  </a:lnTo>
                  <a:lnTo>
                    <a:pt x="71" y="2"/>
                  </a:lnTo>
                  <a:lnTo>
                    <a:pt x="88" y="2"/>
                  </a:lnTo>
                  <a:lnTo>
                    <a:pt x="102" y="2"/>
                  </a:lnTo>
                  <a:lnTo>
                    <a:pt x="118" y="2"/>
                  </a:lnTo>
                  <a:lnTo>
                    <a:pt x="135" y="4"/>
                  </a:lnTo>
                  <a:lnTo>
                    <a:pt x="152" y="4"/>
                  </a:lnTo>
                  <a:lnTo>
                    <a:pt x="166" y="4"/>
                  </a:lnTo>
                  <a:lnTo>
                    <a:pt x="182" y="4"/>
                  </a:lnTo>
                  <a:lnTo>
                    <a:pt x="199" y="4"/>
                  </a:lnTo>
                  <a:lnTo>
                    <a:pt x="215" y="4"/>
                  </a:lnTo>
                  <a:lnTo>
                    <a:pt x="230" y="4"/>
                  </a:lnTo>
                  <a:lnTo>
                    <a:pt x="246" y="7"/>
                  </a:lnTo>
                  <a:lnTo>
                    <a:pt x="263" y="7"/>
                  </a:lnTo>
                  <a:lnTo>
                    <a:pt x="277" y="7"/>
                  </a:lnTo>
                  <a:lnTo>
                    <a:pt x="293" y="7"/>
                  </a:lnTo>
                  <a:lnTo>
                    <a:pt x="310" y="7"/>
                  </a:lnTo>
                  <a:lnTo>
                    <a:pt x="327" y="7"/>
                  </a:lnTo>
                  <a:lnTo>
                    <a:pt x="341" y="7"/>
                  </a:lnTo>
                  <a:lnTo>
                    <a:pt x="357" y="7"/>
                  </a:lnTo>
                  <a:lnTo>
                    <a:pt x="374" y="7"/>
                  </a:lnTo>
                  <a:lnTo>
                    <a:pt x="390" y="7"/>
                  </a:lnTo>
                  <a:lnTo>
                    <a:pt x="405" y="7"/>
                  </a:lnTo>
                  <a:lnTo>
                    <a:pt x="421" y="7"/>
                  </a:lnTo>
                  <a:lnTo>
                    <a:pt x="438" y="7"/>
                  </a:lnTo>
                  <a:lnTo>
                    <a:pt x="454" y="7"/>
                  </a:lnTo>
                  <a:lnTo>
                    <a:pt x="468" y="7"/>
                  </a:lnTo>
                  <a:lnTo>
                    <a:pt x="485" y="7"/>
                  </a:lnTo>
                  <a:lnTo>
                    <a:pt x="502" y="7"/>
                  </a:lnTo>
                  <a:lnTo>
                    <a:pt x="516" y="7"/>
                  </a:lnTo>
                  <a:lnTo>
                    <a:pt x="525" y="7"/>
                  </a:lnTo>
                  <a:lnTo>
                    <a:pt x="525" y="7"/>
                  </a:lnTo>
                  <a:lnTo>
                    <a:pt x="525" y="7"/>
                  </a:lnTo>
                  <a:lnTo>
                    <a:pt x="528" y="9"/>
                  </a:lnTo>
                  <a:lnTo>
                    <a:pt x="528" y="9"/>
                  </a:lnTo>
                  <a:lnTo>
                    <a:pt x="537" y="14"/>
                  </a:lnTo>
                  <a:lnTo>
                    <a:pt x="539" y="14"/>
                  </a:lnTo>
                  <a:lnTo>
                    <a:pt x="539" y="14"/>
                  </a:lnTo>
                  <a:lnTo>
                    <a:pt x="539" y="16"/>
                  </a:lnTo>
                  <a:lnTo>
                    <a:pt x="544" y="19"/>
                  </a:lnTo>
                  <a:lnTo>
                    <a:pt x="549" y="21"/>
                  </a:lnTo>
                  <a:lnTo>
                    <a:pt x="561" y="26"/>
                  </a:lnTo>
                  <a:lnTo>
                    <a:pt x="563" y="28"/>
                  </a:lnTo>
                  <a:lnTo>
                    <a:pt x="563" y="28"/>
                  </a:lnTo>
                  <a:lnTo>
                    <a:pt x="563" y="28"/>
                  </a:lnTo>
                  <a:lnTo>
                    <a:pt x="570" y="30"/>
                  </a:lnTo>
                  <a:lnTo>
                    <a:pt x="573" y="30"/>
                  </a:lnTo>
                  <a:lnTo>
                    <a:pt x="575" y="30"/>
                  </a:lnTo>
                  <a:lnTo>
                    <a:pt x="577" y="30"/>
                  </a:lnTo>
                  <a:lnTo>
                    <a:pt x="580" y="28"/>
                  </a:lnTo>
                  <a:lnTo>
                    <a:pt x="580" y="28"/>
                  </a:lnTo>
                  <a:lnTo>
                    <a:pt x="580" y="28"/>
                  </a:lnTo>
                  <a:lnTo>
                    <a:pt x="580" y="26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82" y="21"/>
                  </a:lnTo>
                  <a:lnTo>
                    <a:pt x="584" y="21"/>
                  </a:lnTo>
                  <a:lnTo>
                    <a:pt x="587" y="21"/>
                  </a:lnTo>
                  <a:lnTo>
                    <a:pt x="591" y="21"/>
                  </a:lnTo>
                  <a:lnTo>
                    <a:pt x="596" y="21"/>
                  </a:lnTo>
                  <a:lnTo>
                    <a:pt x="599" y="21"/>
                  </a:lnTo>
                  <a:lnTo>
                    <a:pt x="599" y="21"/>
                  </a:lnTo>
                  <a:lnTo>
                    <a:pt x="601" y="23"/>
                  </a:lnTo>
                  <a:lnTo>
                    <a:pt x="603" y="23"/>
                  </a:lnTo>
                  <a:lnTo>
                    <a:pt x="606" y="21"/>
                  </a:lnTo>
                  <a:lnTo>
                    <a:pt x="608" y="19"/>
                  </a:lnTo>
                  <a:lnTo>
                    <a:pt x="615" y="21"/>
                  </a:lnTo>
                  <a:lnTo>
                    <a:pt x="617" y="21"/>
                  </a:lnTo>
                  <a:lnTo>
                    <a:pt x="636" y="16"/>
                  </a:lnTo>
                  <a:lnTo>
                    <a:pt x="639" y="19"/>
                  </a:lnTo>
                  <a:lnTo>
                    <a:pt x="641" y="19"/>
                  </a:lnTo>
                  <a:lnTo>
                    <a:pt x="643" y="21"/>
                  </a:lnTo>
                  <a:lnTo>
                    <a:pt x="646" y="23"/>
                  </a:lnTo>
                  <a:lnTo>
                    <a:pt x="648" y="26"/>
                  </a:lnTo>
                  <a:lnTo>
                    <a:pt x="651" y="28"/>
                  </a:lnTo>
                  <a:lnTo>
                    <a:pt x="653" y="28"/>
                  </a:lnTo>
                  <a:lnTo>
                    <a:pt x="655" y="30"/>
                  </a:lnTo>
                  <a:lnTo>
                    <a:pt x="660" y="30"/>
                  </a:lnTo>
                  <a:lnTo>
                    <a:pt x="660" y="30"/>
                  </a:lnTo>
                  <a:lnTo>
                    <a:pt x="662" y="30"/>
                  </a:lnTo>
                  <a:lnTo>
                    <a:pt x="665" y="30"/>
                  </a:lnTo>
                  <a:lnTo>
                    <a:pt x="667" y="33"/>
                  </a:lnTo>
                  <a:lnTo>
                    <a:pt x="667" y="33"/>
                  </a:lnTo>
                  <a:lnTo>
                    <a:pt x="667" y="33"/>
                  </a:lnTo>
                  <a:lnTo>
                    <a:pt x="670" y="33"/>
                  </a:lnTo>
                  <a:lnTo>
                    <a:pt x="679" y="35"/>
                  </a:lnTo>
                  <a:lnTo>
                    <a:pt x="681" y="35"/>
                  </a:lnTo>
                  <a:lnTo>
                    <a:pt x="681" y="38"/>
                  </a:lnTo>
                  <a:lnTo>
                    <a:pt x="681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86" y="42"/>
                  </a:lnTo>
                  <a:lnTo>
                    <a:pt x="686" y="42"/>
                  </a:lnTo>
                  <a:lnTo>
                    <a:pt x="691" y="40"/>
                  </a:lnTo>
                  <a:lnTo>
                    <a:pt x="691" y="40"/>
                  </a:lnTo>
                  <a:lnTo>
                    <a:pt x="693" y="42"/>
                  </a:lnTo>
                  <a:lnTo>
                    <a:pt x="693" y="42"/>
                  </a:lnTo>
                  <a:lnTo>
                    <a:pt x="693" y="42"/>
                  </a:lnTo>
                  <a:lnTo>
                    <a:pt x="693" y="45"/>
                  </a:lnTo>
                  <a:lnTo>
                    <a:pt x="693" y="45"/>
                  </a:lnTo>
                  <a:lnTo>
                    <a:pt x="693" y="47"/>
                  </a:lnTo>
                  <a:lnTo>
                    <a:pt x="693" y="47"/>
                  </a:lnTo>
                  <a:lnTo>
                    <a:pt x="693" y="49"/>
                  </a:lnTo>
                  <a:lnTo>
                    <a:pt x="698" y="52"/>
                  </a:lnTo>
                  <a:lnTo>
                    <a:pt x="700" y="54"/>
                  </a:lnTo>
                  <a:lnTo>
                    <a:pt x="700" y="57"/>
                  </a:lnTo>
                  <a:lnTo>
                    <a:pt x="700" y="59"/>
                  </a:lnTo>
                  <a:lnTo>
                    <a:pt x="703" y="59"/>
                  </a:lnTo>
                  <a:lnTo>
                    <a:pt x="714" y="61"/>
                  </a:lnTo>
                  <a:lnTo>
                    <a:pt x="714" y="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6" name="Freeform 27">
              <a:extLst>
                <a:ext uri="{FF2B5EF4-FFF2-40B4-BE49-F238E27FC236}">
                  <a16:creationId xmlns:a16="http://schemas.microsoft.com/office/drawing/2014/main" id="{1A231372-9E0D-4189-9793-CE192C71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036" y="1853354"/>
              <a:ext cx="637245" cy="348361"/>
            </a:xfrm>
            <a:custGeom>
              <a:avLst/>
              <a:gdLst>
                <a:gd name="T0" fmla="*/ 611 w 675"/>
                <a:gd name="T1" fmla="*/ 367 h 369"/>
                <a:gd name="T2" fmla="*/ 526 w 675"/>
                <a:gd name="T3" fmla="*/ 369 h 369"/>
                <a:gd name="T4" fmla="*/ 443 w 675"/>
                <a:gd name="T5" fmla="*/ 369 h 369"/>
                <a:gd name="T6" fmla="*/ 358 w 675"/>
                <a:gd name="T7" fmla="*/ 369 h 369"/>
                <a:gd name="T8" fmla="*/ 275 w 675"/>
                <a:gd name="T9" fmla="*/ 369 h 369"/>
                <a:gd name="T10" fmla="*/ 190 w 675"/>
                <a:gd name="T11" fmla="*/ 369 h 369"/>
                <a:gd name="T12" fmla="*/ 107 w 675"/>
                <a:gd name="T13" fmla="*/ 367 h 369"/>
                <a:gd name="T14" fmla="*/ 22 w 675"/>
                <a:gd name="T15" fmla="*/ 365 h 369"/>
                <a:gd name="T16" fmla="*/ 3 w 675"/>
                <a:gd name="T17" fmla="*/ 296 h 369"/>
                <a:gd name="T18" fmla="*/ 5 w 675"/>
                <a:gd name="T19" fmla="*/ 204 h 369"/>
                <a:gd name="T20" fmla="*/ 8 w 675"/>
                <a:gd name="T21" fmla="*/ 114 h 369"/>
                <a:gd name="T22" fmla="*/ 12 w 675"/>
                <a:gd name="T23" fmla="*/ 24 h 369"/>
                <a:gd name="T24" fmla="*/ 55 w 675"/>
                <a:gd name="T25" fmla="*/ 3 h 369"/>
                <a:gd name="T26" fmla="*/ 133 w 675"/>
                <a:gd name="T27" fmla="*/ 5 h 369"/>
                <a:gd name="T28" fmla="*/ 209 w 675"/>
                <a:gd name="T29" fmla="*/ 5 h 369"/>
                <a:gd name="T30" fmla="*/ 265 w 675"/>
                <a:gd name="T31" fmla="*/ 7 h 369"/>
                <a:gd name="T32" fmla="*/ 343 w 675"/>
                <a:gd name="T33" fmla="*/ 7 h 369"/>
                <a:gd name="T34" fmla="*/ 419 w 675"/>
                <a:gd name="T35" fmla="*/ 7 h 369"/>
                <a:gd name="T36" fmla="*/ 495 w 675"/>
                <a:gd name="T37" fmla="*/ 5 h 369"/>
                <a:gd name="T38" fmla="*/ 573 w 675"/>
                <a:gd name="T39" fmla="*/ 5 h 369"/>
                <a:gd name="T40" fmla="*/ 604 w 675"/>
                <a:gd name="T41" fmla="*/ 7 h 369"/>
                <a:gd name="T42" fmla="*/ 606 w 675"/>
                <a:gd name="T43" fmla="*/ 14 h 369"/>
                <a:gd name="T44" fmla="*/ 608 w 675"/>
                <a:gd name="T45" fmla="*/ 22 h 369"/>
                <a:gd name="T46" fmla="*/ 615 w 675"/>
                <a:gd name="T47" fmla="*/ 38 h 369"/>
                <a:gd name="T48" fmla="*/ 611 w 675"/>
                <a:gd name="T49" fmla="*/ 57 h 369"/>
                <a:gd name="T50" fmla="*/ 615 w 675"/>
                <a:gd name="T51" fmla="*/ 71 h 369"/>
                <a:gd name="T52" fmla="*/ 615 w 675"/>
                <a:gd name="T53" fmla="*/ 85 h 369"/>
                <a:gd name="T54" fmla="*/ 615 w 675"/>
                <a:gd name="T55" fmla="*/ 102 h 369"/>
                <a:gd name="T56" fmla="*/ 622 w 675"/>
                <a:gd name="T57" fmla="*/ 123 h 369"/>
                <a:gd name="T58" fmla="*/ 627 w 675"/>
                <a:gd name="T59" fmla="*/ 135 h 369"/>
                <a:gd name="T60" fmla="*/ 627 w 675"/>
                <a:gd name="T61" fmla="*/ 142 h 369"/>
                <a:gd name="T62" fmla="*/ 630 w 675"/>
                <a:gd name="T63" fmla="*/ 145 h 369"/>
                <a:gd name="T64" fmla="*/ 634 w 675"/>
                <a:gd name="T65" fmla="*/ 152 h 369"/>
                <a:gd name="T66" fmla="*/ 639 w 675"/>
                <a:gd name="T67" fmla="*/ 164 h 369"/>
                <a:gd name="T68" fmla="*/ 641 w 675"/>
                <a:gd name="T69" fmla="*/ 168 h 369"/>
                <a:gd name="T70" fmla="*/ 641 w 675"/>
                <a:gd name="T71" fmla="*/ 173 h 369"/>
                <a:gd name="T72" fmla="*/ 641 w 675"/>
                <a:gd name="T73" fmla="*/ 180 h 369"/>
                <a:gd name="T74" fmla="*/ 641 w 675"/>
                <a:gd name="T75" fmla="*/ 192 h 369"/>
                <a:gd name="T76" fmla="*/ 644 w 675"/>
                <a:gd name="T77" fmla="*/ 211 h 369"/>
                <a:gd name="T78" fmla="*/ 644 w 675"/>
                <a:gd name="T79" fmla="*/ 220 h 369"/>
                <a:gd name="T80" fmla="*/ 646 w 675"/>
                <a:gd name="T81" fmla="*/ 232 h 369"/>
                <a:gd name="T82" fmla="*/ 649 w 675"/>
                <a:gd name="T83" fmla="*/ 244 h 369"/>
                <a:gd name="T84" fmla="*/ 649 w 675"/>
                <a:gd name="T85" fmla="*/ 246 h 369"/>
                <a:gd name="T86" fmla="*/ 651 w 675"/>
                <a:gd name="T87" fmla="*/ 249 h 369"/>
                <a:gd name="T88" fmla="*/ 651 w 675"/>
                <a:gd name="T89" fmla="*/ 251 h 369"/>
                <a:gd name="T90" fmla="*/ 649 w 675"/>
                <a:gd name="T91" fmla="*/ 261 h 369"/>
                <a:gd name="T92" fmla="*/ 649 w 675"/>
                <a:gd name="T93" fmla="*/ 265 h 369"/>
                <a:gd name="T94" fmla="*/ 649 w 675"/>
                <a:gd name="T95" fmla="*/ 279 h 369"/>
                <a:gd name="T96" fmla="*/ 653 w 675"/>
                <a:gd name="T97" fmla="*/ 289 h 369"/>
                <a:gd name="T98" fmla="*/ 656 w 675"/>
                <a:gd name="T99" fmla="*/ 301 h 369"/>
                <a:gd name="T100" fmla="*/ 658 w 675"/>
                <a:gd name="T101" fmla="*/ 303 h 369"/>
                <a:gd name="T102" fmla="*/ 667 w 675"/>
                <a:gd name="T103" fmla="*/ 317 h 369"/>
                <a:gd name="T104" fmla="*/ 670 w 675"/>
                <a:gd name="T105" fmla="*/ 332 h 369"/>
                <a:gd name="T106" fmla="*/ 672 w 675"/>
                <a:gd name="T107" fmla="*/ 339 h 369"/>
                <a:gd name="T108" fmla="*/ 672 w 675"/>
                <a:gd name="T109" fmla="*/ 346 h 369"/>
                <a:gd name="T110" fmla="*/ 672 w 675"/>
                <a:gd name="T111" fmla="*/ 35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75" h="369">
                  <a:moveTo>
                    <a:pt x="675" y="365"/>
                  </a:moveTo>
                  <a:lnTo>
                    <a:pt x="653" y="367"/>
                  </a:lnTo>
                  <a:lnTo>
                    <a:pt x="632" y="367"/>
                  </a:lnTo>
                  <a:lnTo>
                    <a:pt x="611" y="367"/>
                  </a:lnTo>
                  <a:lnTo>
                    <a:pt x="589" y="367"/>
                  </a:lnTo>
                  <a:lnTo>
                    <a:pt x="568" y="367"/>
                  </a:lnTo>
                  <a:lnTo>
                    <a:pt x="547" y="369"/>
                  </a:lnTo>
                  <a:lnTo>
                    <a:pt x="526" y="369"/>
                  </a:lnTo>
                  <a:lnTo>
                    <a:pt x="504" y="369"/>
                  </a:lnTo>
                  <a:lnTo>
                    <a:pt x="485" y="369"/>
                  </a:lnTo>
                  <a:lnTo>
                    <a:pt x="464" y="369"/>
                  </a:lnTo>
                  <a:lnTo>
                    <a:pt x="443" y="369"/>
                  </a:lnTo>
                  <a:lnTo>
                    <a:pt x="421" y="369"/>
                  </a:lnTo>
                  <a:lnTo>
                    <a:pt x="400" y="369"/>
                  </a:lnTo>
                  <a:lnTo>
                    <a:pt x="379" y="369"/>
                  </a:lnTo>
                  <a:lnTo>
                    <a:pt x="358" y="369"/>
                  </a:lnTo>
                  <a:lnTo>
                    <a:pt x="336" y="369"/>
                  </a:lnTo>
                  <a:lnTo>
                    <a:pt x="315" y="369"/>
                  </a:lnTo>
                  <a:lnTo>
                    <a:pt x="296" y="369"/>
                  </a:lnTo>
                  <a:lnTo>
                    <a:pt x="275" y="369"/>
                  </a:lnTo>
                  <a:lnTo>
                    <a:pt x="253" y="369"/>
                  </a:lnTo>
                  <a:lnTo>
                    <a:pt x="232" y="369"/>
                  </a:lnTo>
                  <a:lnTo>
                    <a:pt x="211" y="369"/>
                  </a:lnTo>
                  <a:lnTo>
                    <a:pt x="190" y="369"/>
                  </a:lnTo>
                  <a:lnTo>
                    <a:pt x="168" y="369"/>
                  </a:lnTo>
                  <a:lnTo>
                    <a:pt x="147" y="367"/>
                  </a:lnTo>
                  <a:lnTo>
                    <a:pt x="128" y="367"/>
                  </a:lnTo>
                  <a:lnTo>
                    <a:pt x="107" y="367"/>
                  </a:lnTo>
                  <a:lnTo>
                    <a:pt x="86" y="367"/>
                  </a:lnTo>
                  <a:lnTo>
                    <a:pt x="64" y="365"/>
                  </a:lnTo>
                  <a:lnTo>
                    <a:pt x="43" y="365"/>
                  </a:lnTo>
                  <a:lnTo>
                    <a:pt x="22" y="365"/>
                  </a:lnTo>
                  <a:lnTo>
                    <a:pt x="0" y="365"/>
                  </a:lnTo>
                  <a:lnTo>
                    <a:pt x="0" y="341"/>
                  </a:lnTo>
                  <a:lnTo>
                    <a:pt x="3" y="317"/>
                  </a:lnTo>
                  <a:lnTo>
                    <a:pt x="3" y="296"/>
                  </a:lnTo>
                  <a:lnTo>
                    <a:pt x="3" y="272"/>
                  </a:lnTo>
                  <a:lnTo>
                    <a:pt x="5" y="249"/>
                  </a:lnTo>
                  <a:lnTo>
                    <a:pt x="5" y="227"/>
                  </a:lnTo>
                  <a:lnTo>
                    <a:pt x="5" y="204"/>
                  </a:lnTo>
                  <a:lnTo>
                    <a:pt x="8" y="180"/>
                  </a:lnTo>
                  <a:lnTo>
                    <a:pt x="8" y="159"/>
                  </a:lnTo>
                  <a:lnTo>
                    <a:pt x="8" y="135"/>
                  </a:lnTo>
                  <a:lnTo>
                    <a:pt x="8" y="114"/>
                  </a:lnTo>
                  <a:lnTo>
                    <a:pt x="10" y="90"/>
                  </a:lnTo>
                  <a:lnTo>
                    <a:pt x="10" y="69"/>
                  </a:lnTo>
                  <a:lnTo>
                    <a:pt x="10" y="45"/>
                  </a:lnTo>
                  <a:lnTo>
                    <a:pt x="12" y="24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36" y="3"/>
                  </a:lnTo>
                  <a:lnTo>
                    <a:pt x="55" y="3"/>
                  </a:lnTo>
                  <a:lnTo>
                    <a:pt x="74" y="3"/>
                  </a:lnTo>
                  <a:lnTo>
                    <a:pt x="95" y="3"/>
                  </a:lnTo>
                  <a:lnTo>
                    <a:pt x="114" y="5"/>
                  </a:lnTo>
                  <a:lnTo>
                    <a:pt x="133" y="5"/>
                  </a:lnTo>
                  <a:lnTo>
                    <a:pt x="152" y="5"/>
                  </a:lnTo>
                  <a:lnTo>
                    <a:pt x="171" y="5"/>
                  </a:lnTo>
                  <a:lnTo>
                    <a:pt x="190" y="5"/>
                  </a:lnTo>
                  <a:lnTo>
                    <a:pt x="209" y="5"/>
                  </a:lnTo>
                  <a:lnTo>
                    <a:pt x="227" y="5"/>
                  </a:lnTo>
                  <a:lnTo>
                    <a:pt x="244" y="7"/>
                  </a:lnTo>
                  <a:lnTo>
                    <a:pt x="246" y="7"/>
                  </a:lnTo>
                  <a:lnTo>
                    <a:pt x="265" y="7"/>
                  </a:lnTo>
                  <a:lnTo>
                    <a:pt x="284" y="7"/>
                  </a:lnTo>
                  <a:lnTo>
                    <a:pt x="303" y="7"/>
                  </a:lnTo>
                  <a:lnTo>
                    <a:pt x="324" y="7"/>
                  </a:lnTo>
                  <a:lnTo>
                    <a:pt x="343" y="7"/>
                  </a:lnTo>
                  <a:lnTo>
                    <a:pt x="362" y="7"/>
                  </a:lnTo>
                  <a:lnTo>
                    <a:pt x="381" y="7"/>
                  </a:lnTo>
                  <a:lnTo>
                    <a:pt x="400" y="7"/>
                  </a:lnTo>
                  <a:lnTo>
                    <a:pt x="419" y="7"/>
                  </a:lnTo>
                  <a:lnTo>
                    <a:pt x="438" y="7"/>
                  </a:lnTo>
                  <a:lnTo>
                    <a:pt x="457" y="7"/>
                  </a:lnTo>
                  <a:lnTo>
                    <a:pt x="476" y="7"/>
                  </a:lnTo>
                  <a:lnTo>
                    <a:pt x="495" y="5"/>
                  </a:lnTo>
                  <a:lnTo>
                    <a:pt x="514" y="5"/>
                  </a:lnTo>
                  <a:lnTo>
                    <a:pt x="533" y="5"/>
                  </a:lnTo>
                  <a:lnTo>
                    <a:pt x="554" y="5"/>
                  </a:lnTo>
                  <a:lnTo>
                    <a:pt x="573" y="5"/>
                  </a:lnTo>
                  <a:lnTo>
                    <a:pt x="592" y="5"/>
                  </a:lnTo>
                  <a:lnTo>
                    <a:pt x="604" y="5"/>
                  </a:lnTo>
                  <a:lnTo>
                    <a:pt x="604" y="5"/>
                  </a:lnTo>
                  <a:lnTo>
                    <a:pt x="604" y="7"/>
                  </a:lnTo>
                  <a:lnTo>
                    <a:pt x="604" y="10"/>
                  </a:lnTo>
                  <a:lnTo>
                    <a:pt x="606" y="10"/>
                  </a:lnTo>
                  <a:lnTo>
                    <a:pt x="606" y="12"/>
                  </a:lnTo>
                  <a:lnTo>
                    <a:pt x="606" y="14"/>
                  </a:lnTo>
                  <a:lnTo>
                    <a:pt x="606" y="14"/>
                  </a:lnTo>
                  <a:lnTo>
                    <a:pt x="608" y="17"/>
                  </a:lnTo>
                  <a:lnTo>
                    <a:pt x="608" y="17"/>
                  </a:lnTo>
                  <a:lnTo>
                    <a:pt x="608" y="22"/>
                  </a:lnTo>
                  <a:lnTo>
                    <a:pt x="611" y="29"/>
                  </a:lnTo>
                  <a:lnTo>
                    <a:pt x="613" y="33"/>
                  </a:lnTo>
                  <a:lnTo>
                    <a:pt x="613" y="33"/>
                  </a:lnTo>
                  <a:lnTo>
                    <a:pt x="615" y="38"/>
                  </a:lnTo>
                  <a:lnTo>
                    <a:pt x="615" y="45"/>
                  </a:lnTo>
                  <a:lnTo>
                    <a:pt x="615" y="48"/>
                  </a:lnTo>
                  <a:lnTo>
                    <a:pt x="613" y="52"/>
                  </a:lnTo>
                  <a:lnTo>
                    <a:pt x="611" y="57"/>
                  </a:lnTo>
                  <a:lnTo>
                    <a:pt x="613" y="64"/>
                  </a:lnTo>
                  <a:lnTo>
                    <a:pt x="613" y="69"/>
                  </a:lnTo>
                  <a:lnTo>
                    <a:pt x="615" y="71"/>
                  </a:lnTo>
                  <a:lnTo>
                    <a:pt x="615" y="71"/>
                  </a:lnTo>
                  <a:lnTo>
                    <a:pt x="615" y="74"/>
                  </a:lnTo>
                  <a:lnTo>
                    <a:pt x="613" y="76"/>
                  </a:lnTo>
                  <a:lnTo>
                    <a:pt x="613" y="76"/>
                  </a:lnTo>
                  <a:lnTo>
                    <a:pt x="615" y="85"/>
                  </a:lnTo>
                  <a:lnTo>
                    <a:pt x="615" y="85"/>
                  </a:lnTo>
                  <a:lnTo>
                    <a:pt x="615" y="88"/>
                  </a:lnTo>
                  <a:lnTo>
                    <a:pt x="615" y="95"/>
                  </a:lnTo>
                  <a:lnTo>
                    <a:pt x="615" y="102"/>
                  </a:lnTo>
                  <a:lnTo>
                    <a:pt x="615" y="104"/>
                  </a:lnTo>
                  <a:lnTo>
                    <a:pt x="618" y="109"/>
                  </a:lnTo>
                  <a:lnTo>
                    <a:pt x="622" y="119"/>
                  </a:lnTo>
                  <a:lnTo>
                    <a:pt x="622" y="123"/>
                  </a:lnTo>
                  <a:lnTo>
                    <a:pt x="625" y="126"/>
                  </a:lnTo>
                  <a:lnTo>
                    <a:pt x="627" y="130"/>
                  </a:lnTo>
                  <a:lnTo>
                    <a:pt x="625" y="133"/>
                  </a:lnTo>
                  <a:lnTo>
                    <a:pt x="627" y="135"/>
                  </a:lnTo>
                  <a:lnTo>
                    <a:pt x="630" y="142"/>
                  </a:lnTo>
                  <a:lnTo>
                    <a:pt x="630" y="142"/>
                  </a:lnTo>
                  <a:lnTo>
                    <a:pt x="627" y="142"/>
                  </a:lnTo>
                  <a:lnTo>
                    <a:pt x="627" y="142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2" y="147"/>
                  </a:lnTo>
                  <a:lnTo>
                    <a:pt x="632" y="149"/>
                  </a:lnTo>
                  <a:lnTo>
                    <a:pt x="634" y="152"/>
                  </a:lnTo>
                  <a:lnTo>
                    <a:pt x="634" y="154"/>
                  </a:lnTo>
                  <a:lnTo>
                    <a:pt x="637" y="156"/>
                  </a:lnTo>
                  <a:lnTo>
                    <a:pt x="637" y="159"/>
                  </a:lnTo>
                  <a:lnTo>
                    <a:pt x="639" y="164"/>
                  </a:lnTo>
                  <a:lnTo>
                    <a:pt x="639" y="166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1"/>
                  </a:lnTo>
                  <a:lnTo>
                    <a:pt x="641" y="171"/>
                  </a:lnTo>
                  <a:lnTo>
                    <a:pt x="641" y="173"/>
                  </a:lnTo>
                  <a:lnTo>
                    <a:pt x="641" y="175"/>
                  </a:lnTo>
                  <a:lnTo>
                    <a:pt x="641" y="178"/>
                  </a:lnTo>
                  <a:lnTo>
                    <a:pt x="641" y="180"/>
                  </a:lnTo>
                  <a:lnTo>
                    <a:pt x="641" y="180"/>
                  </a:lnTo>
                  <a:lnTo>
                    <a:pt x="641" y="187"/>
                  </a:lnTo>
                  <a:lnTo>
                    <a:pt x="641" y="190"/>
                  </a:lnTo>
                  <a:lnTo>
                    <a:pt x="641" y="190"/>
                  </a:lnTo>
                  <a:lnTo>
                    <a:pt x="641" y="192"/>
                  </a:lnTo>
                  <a:lnTo>
                    <a:pt x="641" y="192"/>
                  </a:lnTo>
                  <a:lnTo>
                    <a:pt x="644" y="194"/>
                  </a:lnTo>
                  <a:lnTo>
                    <a:pt x="644" y="208"/>
                  </a:lnTo>
                  <a:lnTo>
                    <a:pt x="644" y="211"/>
                  </a:lnTo>
                  <a:lnTo>
                    <a:pt x="644" y="218"/>
                  </a:lnTo>
                  <a:lnTo>
                    <a:pt x="644" y="220"/>
                  </a:lnTo>
                  <a:lnTo>
                    <a:pt x="644" y="220"/>
                  </a:lnTo>
                  <a:lnTo>
                    <a:pt x="644" y="220"/>
                  </a:lnTo>
                  <a:lnTo>
                    <a:pt x="644" y="223"/>
                  </a:lnTo>
                  <a:lnTo>
                    <a:pt x="644" y="225"/>
                  </a:lnTo>
                  <a:lnTo>
                    <a:pt x="646" y="230"/>
                  </a:lnTo>
                  <a:lnTo>
                    <a:pt x="646" y="232"/>
                  </a:lnTo>
                  <a:lnTo>
                    <a:pt x="646" y="239"/>
                  </a:lnTo>
                  <a:lnTo>
                    <a:pt x="646" y="242"/>
                  </a:lnTo>
                  <a:lnTo>
                    <a:pt x="646" y="242"/>
                  </a:lnTo>
                  <a:lnTo>
                    <a:pt x="649" y="244"/>
                  </a:lnTo>
                  <a:lnTo>
                    <a:pt x="649" y="244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51" y="246"/>
                  </a:lnTo>
                  <a:lnTo>
                    <a:pt x="651" y="246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51"/>
                  </a:lnTo>
                  <a:lnTo>
                    <a:pt x="651" y="253"/>
                  </a:lnTo>
                  <a:lnTo>
                    <a:pt x="649" y="253"/>
                  </a:lnTo>
                  <a:lnTo>
                    <a:pt x="651" y="258"/>
                  </a:lnTo>
                  <a:lnTo>
                    <a:pt x="649" y="261"/>
                  </a:lnTo>
                  <a:lnTo>
                    <a:pt x="649" y="261"/>
                  </a:lnTo>
                  <a:lnTo>
                    <a:pt x="649" y="263"/>
                  </a:lnTo>
                  <a:lnTo>
                    <a:pt x="649" y="263"/>
                  </a:lnTo>
                  <a:lnTo>
                    <a:pt x="649" y="265"/>
                  </a:lnTo>
                  <a:lnTo>
                    <a:pt x="651" y="270"/>
                  </a:lnTo>
                  <a:lnTo>
                    <a:pt x="651" y="272"/>
                  </a:lnTo>
                  <a:lnTo>
                    <a:pt x="651" y="275"/>
                  </a:lnTo>
                  <a:lnTo>
                    <a:pt x="649" y="279"/>
                  </a:lnTo>
                  <a:lnTo>
                    <a:pt x="649" y="282"/>
                  </a:lnTo>
                  <a:lnTo>
                    <a:pt x="651" y="284"/>
                  </a:lnTo>
                  <a:lnTo>
                    <a:pt x="653" y="287"/>
                  </a:lnTo>
                  <a:lnTo>
                    <a:pt x="653" y="289"/>
                  </a:lnTo>
                  <a:lnTo>
                    <a:pt x="656" y="294"/>
                  </a:lnTo>
                  <a:lnTo>
                    <a:pt x="656" y="296"/>
                  </a:lnTo>
                  <a:lnTo>
                    <a:pt x="656" y="298"/>
                  </a:lnTo>
                  <a:lnTo>
                    <a:pt x="656" y="301"/>
                  </a:lnTo>
                  <a:lnTo>
                    <a:pt x="656" y="301"/>
                  </a:lnTo>
                  <a:lnTo>
                    <a:pt x="658" y="303"/>
                  </a:lnTo>
                  <a:lnTo>
                    <a:pt x="658" y="303"/>
                  </a:lnTo>
                  <a:lnTo>
                    <a:pt x="658" y="303"/>
                  </a:lnTo>
                  <a:lnTo>
                    <a:pt x="658" y="306"/>
                  </a:lnTo>
                  <a:lnTo>
                    <a:pt x="658" y="308"/>
                  </a:lnTo>
                  <a:lnTo>
                    <a:pt x="663" y="315"/>
                  </a:lnTo>
                  <a:lnTo>
                    <a:pt x="667" y="317"/>
                  </a:lnTo>
                  <a:lnTo>
                    <a:pt x="667" y="320"/>
                  </a:lnTo>
                  <a:lnTo>
                    <a:pt x="670" y="322"/>
                  </a:lnTo>
                  <a:lnTo>
                    <a:pt x="670" y="329"/>
                  </a:lnTo>
                  <a:lnTo>
                    <a:pt x="670" y="332"/>
                  </a:lnTo>
                  <a:lnTo>
                    <a:pt x="670" y="334"/>
                  </a:lnTo>
                  <a:lnTo>
                    <a:pt x="670" y="334"/>
                  </a:lnTo>
                  <a:lnTo>
                    <a:pt x="672" y="339"/>
                  </a:lnTo>
                  <a:lnTo>
                    <a:pt x="672" y="339"/>
                  </a:lnTo>
                  <a:lnTo>
                    <a:pt x="672" y="339"/>
                  </a:lnTo>
                  <a:lnTo>
                    <a:pt x="672" y="341"/>
                  </a:lnTo>
                  <a:lnTo>
                    <a:pt x="672" y="341"/>
                  </a:lnTo>
                  <a:lnTo>
                    <a:pt x="672" y="346"/>
                  </a:lnTo>
                  <a:lnTo>
                    <a:pt x="672" y="348"/>
                  </a:lnTo>
                  <a:lnTo>
                    <a:pt x="672" y="350"/>
                  </a:lnTo>
                  <a:lnTo>
                    <a:pt x="672" y="353"/>
                  </a:lnTo>
                  <a:lnTo>
                    <a:pt x="672" y="358"/>
                  </a:lnTo>
                  <a:lnTo>
                    <a:pt x="675" y="365"/>
                  </a:lnTo>
                  <a:lnTo>
                    <a:pt x="675" y="36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7" name="Freeform 28">
              <a:extLst>
                <a:ext uri="{FF2B5EF4-FFF2-40B4-BE49-F238E27FC236}">
                  <a16:creationId xmlns:a16="http://schemas.microsoft.com/office/drawing/2014/main" id="{38EF08DD-8E03-4963-BE15-E498B50ECD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0351" y="3040045"/>
              <a:ext cx="833611" cy="361578"/>
            </a:xfrm>
            <a:custGeom>
              <a:avLst/>
              <a:gdLst>
                <a:gd name="T0" fmla="*/ 679 w 883"/>
                <a:gd name="T1" fmla="*/ 331 h 383"/>
                <a:gd name="T2" fmla="*/ 783 w 883"/>
                <a:gd name="T3" fmla="*/ 246 h 383"/>
                <a:gd name="T4" fmla="*/ 797 w 883"/>
                <a:gd name="T5" fmla="*/ 249 h 383"/>
                <a:gd name="T6" fmla="*/ 833 w 883"/>
                <a:gd name="T7" fmla="*/ 187 h 383"/>
                <a:gd name="T8" fmla="*/ 878 w 883"/>
                <a:gd name="T9" fmla="*/ 104 h 383"/>
                <a:gd name="T10" fmla="*/ 880 w 883"/>
                <a:gd name="T11" fmla="*/ 142 h 383"/>
                <a:gd name="T12" fmla="*/ 866 w 883"/>
                <a:gd name="T13" fmla="*/ 161 h 383"/>
                <a:gd name="T14" fmla="*/ 845 w 883"/>
                <a:gd name="T15" fmla="*/ 76 h 383"/>
                <a:gd name="T16" fmla="*/ 821 w 883"/>
                <a:gd name="T17" fmla="*/ 21 h 383"/>
                <a:gd name="T18" fmla="*/ 835 w 883"/>
                <a:gd name="T19" fmla="*/ 52 h 383"/>
                <a:gd name="T20" fmla="*/ 861 w 883"/>
                <a:gd name="T21" fmla="*/ 83 h 383"/>
                <a:gd name="T22" fmla="*/ 842 w 883"/>
                <a:gd name="T23" fmla="*/ 116 h 383"/>
                <a:gd name="T24" fmla="*/ 849 w 883"/>
                <a:gd name="T25" fmla="*/ 99 h 383"/>
                <a:gd name="T26" fmla="*/ 828 w 883"/>
                <a:gd name="T27" fmla="*/ 76 h 383"/>
                <a:gd name="T28" fmla="*/ 819 w 883"/>
                <a:gd name="T29" fmla="*/ 111 h 383"/>
                <a:gd name="T30" fmla="*/ 807 w 883"/>
                <a:gd name="T31" fmla="*/ 97 h 383"/>
                <a:gd name="T32" fmla="*/ 788 w 883"/>
                <a:gd name="T33" fmla="*/ 85 h 383"/>
                <a:gd name="T34" fmla="*/ 743 w 883"/>
                <a:gd name="T35" fmla="*/ 83 h 383"/>
                <a:gd name="T36" fmla="*/ 736 w 883"/>
                <a:gd name="T37" fmla="*/ 57 h 383"/>
                <a:gd name="T38" fmla="*/ 778 w 883"/>
                <a:gd name="T39" fmla="*/ 64 h 383"/>
                <a:gd name="T40" fmla="*/ 781 w 883"/>
                <a:gd name="T41" fmla="*/ 54 h 383"/>
                <a:gd name="T42" fmla="*/ 795 w 883"/>
                <a:gd name="T43" fmla="*/ 47 h 383"/>
                <a:gd name="T44" fmla="*/ 812 w 883"/>
                <a:gd name="T45" fmla="*/ 47 h 383"/>
                <a:gd name="T46" fmla="*/ 821 w 883"/>
                <a:gd name="T47" fmla="*/ 45 h 383"/>
                <a:gd name="T48" fmla="*/ 809 w 883"/>
                <a:gd name="T49" fmla="*/ 19 h 383"/>
                <a:gd name="T50" fmla="*/ 710 w 883"/>
                <a:gd name="T51" fmla="*/ 21 h 383"/>
                <a:gd name="T52" fmla="*/ 294 w 883"/>
                <a:gd name="T53" fmla="*/ 97 h 383"/>
                <a:gd name="T54" fmla="*/ 234 w 883"/>
                <a:gd name="T55" fmla="*/ 140 h 383"/>
                <a:gd name="T56" fmla="*/ 199 w 883"/>
                <a:gd name="T57" fmla="*/ 170 h 383"/>
                <a:gd name="T58" fmla="*/ 171 w 883"/>
                <a:gd name="T59" fmla="*/ 187 h 383"/>
                <a:gd name="T60" fmla="*/ 156 w 883"/>
                <a:gd name="T61" fmla="*/ 192 h 383"/>
                <a:gd name="T62" fmla="*/ 133 w 883"/>
                <a:gd name="T63" fmla="*/ 206 h 383"/>
                <a:gd name="T64" fmla="*/ 121 w 883"/>
                <a:gd name="T65" fmla="*/ 227 h 383"/>
                <a:gd name="T66" fmla="*/ 88 w 883"/>
                <a:gd name="T67" fmla="*/ 251 h 383"/>
                <a:gd name="T68" fmla="*/ 57 w 883"/>
                <a:gd name="T69" fmla="*/ 265 h 383"/>
                <a:gd name="T70" fmla="*/ 26 w 883"/>
                <a:gd name="T71" fmla="*/ 289 h 383"/>
                <a:gd name="T72" fmla="*/ 10 w 883"/>
                <a:gd name="T73" fmla="*/ 310 h 383"/>
                <a:gd name="T74" fmla="*/ 64 w 883"/>
                <a:gd name="T75" fmla="*/ 336 h 383"/>
                <a:gd name="T76" fmla="*/ 166 w 883"/>
                <a:gd name="T77" fmla="*/ 303 h 383"/>
                <a:gd name="T78" fmla="*/ 194 w 883"/>
                <a:gd name="T79" fmla="*/ 289 h 383"/>
                <a:gd name="T80" fmla="*/ 329 w 883"/>
                <a:gd name="T81" fmla="*/ 275 h 383"/>
                <a:gd name="T82" fmla="*/ 343 w 883"/>
                <a:gd name="T83" fmla="*/ 277 h 383"/>
                <a:gd name="T84" fmla="*/ 459 w 883"/>
                <a:gd name="T85" fmla="*/ 293 h 383"/>
                <a:gd name="T86" fmla="*/ 611 w 883"/>
                <a:gd name="T87" fmla="*/ 383 h 383"/>
                <a:gd name="T88" fmla="*/ 667 w 883"/>
                <a:gd name="T89" fmla="*/ 350 h 383"/>
                <a:gd name="T90" fmla="*/ 689 w 883"/>
                <a:gd name="T91" fmla="*/ 303 h 383"/>
                <a:gd name="T92" fmla="*/ 710 w 883"/>
                <a:gd name="T93" fmla="*/ 263 h 383"/>
                <a:gd name="T94" fmla="*/ 715 w 883"/>
                <a:gd name="T95" fmla="*/ 272 h 383"/>
                <a:gd name="T96" fmla="*/ 736 w 883"/>
                <a:gd name="T97" fmla="*/ 249 h 383"/>
                <a:gd name="T98" fmla="*/ 786 w 883"/>
                <a:gd name="T99" fmla="*/ 241 h 383"/>
                <a:gd name="T100" fmla="*/ 802 w 883"/>
                <a:gd name="T101" fmla="*/ 220 h 383"/>
                <a:gd name="T102" fmla="*/ 807 w 883"/>
                <a:gd name="T103" fmla="*/ 196 h 383"/>
                <a:gd name="T104" fmla="*/ 795 w 883"/>
                <a:gd name="T105" fmla="*/ 196 h 383"/>
                <a:gd name="T106" fmla="*/ 781 w 883"/>
                <a:gd name="T107" fmla="*/ 211 h 383"/>
                <a:gd name="T108" fmla="*/ 734 w 883"/>
                <a:gd name="T109" fmla="*/ 204 h 383"/>
                <a:gd name="T110" fmla="*/ 778 w 883"/>
                <a:gd name="T111" fmla="*/ 185 h 383"/>
                <a:gd name="T112" fmla="*/ 786 w 883"/>
                <a:gd name="T113" fmla="*/ 175 h 383"/>
                <a:gd name="T114" fmla="*/ 726 w 883"/>
                <a:gd name="T115" fmla="*/ 151 h 383"/>
                <a:gd name="T116" fmla="*/ 769 w 883"/>
                <a:gd name="T117" fmla="*/ 154 h 383"/>
                <a:gd name="T118" fmla="*/ 771 w 883"/>
                <a:gd name="T119" fmla="*/ 147 h 383"/>
                <a:gd name="T120" fmla="*/ 788 w 883"/>
                <a:gd name="T121" fmla="*/ 144 h 383"/>
                <a:gd name="T122" fmla="*/ 805 w 883"/>
                <a:gd name="T123" fmla="*/ 156 h 383"/>
                <a:gd name="T124" fmla="*/ 828 w 883"/>
                <a:gd name="T125" fmla="*/ 13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3" h="383">
                  <a:moveTo>
                    <a:pt x="670" y="369"/>
                  </a:moveTo>
                  <a:lnTo>
                    <a:pt x="670" y="369"/>
                  </a:lnTo>
                  <a:lnTo>
                    <a:pt x="667" y="369"/>
                  </a:lnTo>
                  <a:lnTo>
                    <a:pt x="665" y="369"/>
                  </a:lnTo>
                  <a:lnTo>
                    <a:pt x="665" y="372"/>
                  </a:lnTo>
                  <a:lnTo>
                    <a:pt x="667" y="374"/>
                  </a:lnTo>
                  <a:lnTo>
                    <a:pt x="667" y="374"/>
                  </a:lnTo>
                  <a:lnTo>
                    <a:pt x="670" y="374"/>
                  </a:lnTo>
                  <a:lnTo>
                    <a:pt x="672" y="374"/>
                  </a:lnTo>
                  <a:lnTo>
                    <a:pt x="672" y="374"/>
                  </a:lnTo>
                  <a:lnTo>
                    <a:pt x="672" y="367"/>
                  </a:lnTo>
                  <a:lnTo>
                    <a:pt x="670" y="369"/>
                  </a:lnTo>
                  <a:lnTo>
                    <a:pt x="670" y="369"/>
                  </a:lnTo>
                  <a:close/>
                  <a:moveTo>
                    <a:pt x="677" y="334"/>
                  </a:moveTo>
                  <a:lnTo>
                    <a:pt x="674" y="336"/>
                  </a:lnTo>
                  <a:lnTo>
                    <a:pt x="674" y="341"/>
                  </a:lnTo>
                  <a:lnTo>
                    <a:pt x="674" y="343"/>
                  </a:lnTo>
                  <a:lnTo>
                    <a:pt x="677" y="341"/>
                  </a:lnTo>
                  <a:lnTo>
                    <a:pt x="677" y="338"/>
                  </a:lnTo>
                  <a:lnTo>
                    <a:pt x="677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7" y="334"/>
                  </a:lnTo>
                  <a:close/>
                  <a:moveTo>
                    <a:pt x="715" y="279"/>
                  </a:moveTo>
                  <a:lnTo>
                    <a:pt x="712" y="284"/>
                  </a:lnTo>
                  <a:lnTo>
                    <a:pt x="710" y="284"/>
                  </a:lnTo>
                  <a:lnTo>
                    <a:pt x="708" y="284"/>
                  </a:lnTo>
                  <a:lnTo>
                    <a:pt x="696" y="296"/>
                  </a:lnTo>
                  <a:lnTo>
                    <a:pt x="693" y="301"/>
                  </a:lnTo>
                  <a:lnTo>
                    <a:pt x="693" y="305"/>
                  </a:lnTo>
                  <a:lnTo>
                    <a:pt x="693" y="303"/>
                  </a:lnTo>
                  <a:lnTo>
                    <a:pt x="703" y="291"/>
                  </a:lnTo>
                  <a:lnTo>
                    <a:pt x="703" y="291"/>
                  </a:lnTo>
                  <a:lnTo>
                    <a:pt x="708" y="289"/>
                  </a:lnTo>
                  <a:lnTo>
                    <a:pt x="715" y="282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5" y="279"/>
                  </a:lnTo>
                  <a:close/>
                  <a:moveTo>
                    <a:pt x="793" y="246"/>
                  </a:moveTo>
                  <a:lnTo>
                    <a:pt x="793" y="244"/>
                  </a:lnTo>
                  <a:lnTo>
                    <a:pt x="786" y="244"/>
                  </a:lnTo>
                  <a:lnTo>
                    <a:pt x="783" y="244"/>
                  </a:lnTo>
                  <a:lnTo>
                    <a:pt x="783" y="246"/>
                  </a:lnTo>
                  <a:lnTo>
                    <a:pt x="783" y="246"/>
                  </a:lnTo>
                  <a:lnTo>
                    <a:pt x="790" y="246"/>
                  </a:lnTo>
                  <a:lnTo>
                    <a:pt x="795" y="249"/>
                  </a:lnTo>
                  <a:lnTo>
                    <a:pt x="795" y="249"/>
                  </a:lnTo>
                  <a:lnTo>
                    <a:pt x="795" y="249"/>
                  </a:lnTo>
                  <a:lnTo>
                    <a:pt x="795" y="246"/>
                  </a:lnTo>
                  <a:lnTo>
                    <a:pt x="793" y="246"/>
                  </a:lnTo>
                  <a:close/>
                  <a:moveTo>
                    <a:pt x="774" y="244"/>
                  </a:moveTo>
                  <a:lnTo>
                    <a:pt x="757" y="249"/>
                  </a:lnTo>
                  <a:lnTo>
                    <a:pt x="743" y="256"/>
                  </a:lnTo>
                  <a:lnTo>
                    <a:pt x="741" y="256"/>
                  </a:lnTo>
                  <a:lnTo>
                    <a:pt x="738" y="258"/>
                  </a:lnTo>
                  <a:lnTo>
                    <a:pt x="764" y="246"/>
                  </a:lnTo>
                  <a:lnTo>
                    <a:pt x="767" y="246"/>
                  </a:lnTo>
                  <a:lnTo>
                    <a:pt x="781" y="244"/>
                  </a:lnTo>
                  <a:lnTo>
                    <a:pt x="778" y="244"/>
                  </a:lnTo>
                  <a:lnTo>
                    <a:pt x="774" y="244"/>
                  </a:lnTo>
                  <a:close/>
                  <a:moveTo>
                    <a:pt x="819" y="206"/>
                  </a:moveTo>
                  <a:lnTo>
                    <a:pt x="816" y="208"/>
                  </a:lnTo>
                  <a:lnTo>
                    <a:pt x="816" y="208"/>
                  </a:lnTo>
                  <a:lnTo>
                    <a:pt x="816" y="208"/>
                  </a:lnTo>
                  <a:lnTo>
                    <a:pt x="812" y="213"/>
                  </a:lnTo>
                  <a:lnTo>
                    <a:pt x="805" y="227"/>
                  </a:lnTo>
                  <a:lnTo>
                    <a:pt x="797" y="249"/>
                  </a:lnTo>
                  <a:lnTo>
                    <a:pt x="797" y="251"/>
                  </a:lnTo>
                  <a:lnTo>
                    <a:pt x="797" y="253"/>
                  </a:lnTo>
                  <a:lnTo>
                    <a:pt x="797" y="251"/>
                  </a:lnTo>
                  <a:lnTo>
                    <a:pt x="807" y="227"/>
                  </a:lnTo>
                  <a:lnTo>
                    <a:pt x="809" y="220"/>
                  </a:lnTo>
                  <a:lnTo>
                    <a:pt x="812" y="218"/>
                  </a:lnTo>
                  <a:lnTo>
                    <a:pt x="814" y="215"/>
                  </a:lnTo>
                  <a:lnTo>
                    <a:pt x="819" y="211"/>
                  </a:lnTo>
                  <a:lnTo>
                    <a:pt x="821" y="208"/>
                  </a:lnTo>
                  <a:lnTo>
                    <a:pt x="821" y="204"/>
                  </a:lnTo>
                  <a:lnTo>
                    <a:pt x="821" y="204"/>
                  </a:lnTo>
                  <a:lnTo>
                    <a:pt x="819" y="206"/>
                  </a:lnTo>
                  <a:close/>
                  <a:moveTo>
                    <a:pt x="831" y="185"/>
                  </a:moveTo>
                  <a:lnTo>
                    <a:pt x="831" y="185"/>
                  </a:lnTo>
                  <a:lnTo>
                    <a:pt x="831" y="187"/>
                  </a:lnTo>
                  <a:lnTo>
                    <a:pt x="831" y="187"/>
                  </a:lnTo>
                  <a:lnTo>
                    <a:pt x="828" y="189"/>
                  </a:lnTo>
                  <a:lnTo>
                    <a:pt x="828" y="189"/>
                  </a:lnTo>
                  <a:lnTo>
                    <a:pt x="828" y="192"/>
                  </a:lnTo>
                  <a:lnTo>
                    <a:pt x="826" y="194"/>
                  </a:lnTo>
                  <a:lnTo>
                    <a:pt x="826" y="196"/>
                  </a:lnTo>
                  <a:lnTo>
                    <a:pt x="826" y="196"/>
                  </a:lnTo>
                  <a:lnTo>
                    <a:pt x="828" y="194"/>
                  </a:lnTo>
                  <a:lnTo>
                    <a:pt x="833" y="187"/>
                  </a:lnTo>
                  <a:lnTo>
                    <a:pt x="833" y="187"/>
                  </a:lnTo>
                  <a:lnTo>
                    <a:pt x="835" y="187"/>
                  </a:lnTo>
                  <a:lnTo>
                    <a:pt x="835" y="187"/>
                  </a:lnTo>
                  <a:lnTo>
                    <a:pt x="835" y="185"/>
                  </a:lnTo>
                  <a:lnTo>
                    <a:pt x="833" y="185"/>
                  </a:lnTo>
                  <a:lnTo>
                    <a:pt x="831" y="185"/>
                  </a:lnTo>
                  <a:close/>
                  <a:moveTo>
                    <a:pt x="847" y="170"/>
                  </a:moveTo>
                  <a:lnTo>
                    <a:pt x="842" y="175"/>
                  </a:lnTo>
                  <a:lnTo>
                    <a:pt x="840" y="178"/>
                  </a:lnTo>
                  <a:lnTo>
                    <a:pt x="838" y="178"/>
                  </a:lnTo>
                  <a:lnTo>
                    <a:pt x="838" y="180"/>
                  </a:lnTo>
                  <a:lnTo>
                    <a:pt x="838" y="182"/>
                  </a:lnTo>
                  <a:lnTo>
                    <a:pt x="835" y="185"/>
                  </a:lnTo>
                  <a:lnTo>
                    <a:pt x="845" y="173"/>
                  </a:lnTo>
                  <a:lnTo>
                    <a:pt x="854" y="168"/>
                  </a:lnTo>
                  <a:lnTo>
                    <a:pt x="857" y="166"/>
                  </a:lnTo>
                  <a:lnTo>
                    <a:pt x="857" y="166"/>
                  </a:lnTo>
                  <a:lnTo>
                    <a:pt x="857" y="163"/>
                  </a:lnTo>
                  <a:lnTo>
                    <a:pt x="859" y="163"/>
                  </a:lnTo>
                  <a:lnTo>
                    <a:pt x="854" y="166"/>
                  </a:lnTo>
                  <a:lnTo>
                    <a:pt x="847" y="170"/>
                  </a:lnTo>
                  <a:close/>
                  <a:moveTo>
                    <a:pt x="880" y="118"/>
                  </a:moveTo>
                  <a:lnTo>
                    <a:pt x="880" y="109"/>
                  </a:lnTo>
                  <a:lnTo>
                    <a:pt x="878" y="104"/>
                  </a:lnTo>
                  <a:lnTo>
                    <a:pt x="875" y="99"/>
                  </a:lnTo>
                  <a:lnTo>
                    <a:pt x="873" y="97"/>
                  </a:lnTo>
                  <a:lnTo>
                    <a:pt x="873" y="95"/>
                  </a:lnTo>
                  <a:lnTo>
                    <a:pt x="871" y="90"/>
                  </a:lnTo>
                  <a:lnTo>
                    <a:pt x="868" y="88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68" y="90"/>
                  </a:lnTo>
                  <a:lnTo>
                    <a:pt x="871" y="92"/>
                  </a:lnTo>
                  <a:lnTo>
                    <a:pt x="871" y="95"/>
                  </a:lnTo>
                  <a:lnTo>
                    <a:pt x="875" y="104"/>
                  </a:lnTo>
                  <a:lnTo>
                    <a:pt x="878" y="109"/>
                  </a:lnTo>
                  <a:lnTo>
                    <a:pt x="878" y="111"/>
                  </a:lnTo>
                  <a:lnTo>
                    <a:pt x="878" y="114"/>
                  </a:lnTo>
                  <a:lnTo>
                    <a:pt x="878" y="116"/>
                  </a:lnTo>
                  <a:lnTo>
                    <a:pt x="878" y="118"/>
                  </a:lnTo>
                  <a:lnTo>
                    <a:pt x="878" y="118"/>
                  </a:lnTo>
                  <a:lnTo>
                    <a:pt x="878" y="121"/>
                  </a:lnTo>
                  <a:lnTo>
                    <a:pt x="878" y="123"/>
                  </a:lnTo>
                  <a:lnTo>
                    <a:pt x="880" y="125"/>
                  </a:lnTo>
                  <a:lnTo>
                    <a:pt x="880" y="130"/>
                  </a:lnTo>
                  <a:lnTo>
                    <a:pt x="880" y="135"/>
                  </a:lnTo>
                  <a:lnTo>
                    <a:pt x="880" y="142"/>
                  </a:lnTo>
                  <a:lnTo>
                    <a:pt x="880" y="142"/>
                  </a:lnTo>
                  <a:lnTo>
                    <a:pt x="880" y="147"/>
                  </a:lnTo>
                  <a:lnTo>
                    <a:pt x="878" y="149"/>
                  </a:lnTo>
                  <a:lnTo>
                    <a:pt x="873" y="154"/>
                  </a:lnTo>
                  <a:lnTo>
                    <a:pt x="866" y="159"/>
                  </a:lnTo>
                  <a:lnTo>
                    <a:pt x="866" y="159"/>
                  </a:lnTo>
                  <a:lnTo>
                    <a:pt x="866" y="159"/>
                  </a:lnTo>
                  <a:lnTo>
                    <a:pt x="866" y="156"/>
                  </a:lnTo>
                  <a:lnTo>
                    <a:pt x="866" y="156"/>
                  </a:lnTo>
                  <a:lnTo>
                    <a:pt x="866" y="156"/>
                  </a:lnTo>
                  <a:lnTo>
                    <a:pt x="864" y="159"/>
                  </a:lnTo>
                  <a:lnTo>
                    <a:pt x="866" y="159"/>
                  </a:lnTo>
                  <a:lnTo>
                    <a:pt x="864" y="159"/>
                  </a:lnTo>
                  <a:lnTo>
                    <a:pt x="864" y="159"/>
                  </a:lnTo>
                  <a:lnTo>
                    <a:pt x="864" y="161"/>
                  </a:lnTo>
                  <a:lnTo>
                    <a:pt x="864" y="161"/>
                  </a:lnTo>
                  <a:lnTo>
                    <a:pt x="864" y="161"/>
                  </a:lnTo>
                  <a:lnTo>
                    <a:pt x="861" y="161"/>
                  </a:lnTo>
                  <a:lnTo>
                    <a:pt x="861" y="163"/>
                  </a:lnTo>
                  <a:lnTo>
                    <a:pt x="861" y="163"/>
                  </a:lnTo>
                  <a:lnTo>
                    <a:pt x="864" y="163"/>
                  </a:lnTo>
                  <a:lnTo>
                    <a:pt x="864" y="163"/>
                  </a:lnTo>
                  <a:lnTo>
                    <a:pt x="864" y="161"/>
                  </a:lnTo>
                  <a:lnTo>
                    <a:pt x="866" y="161"/>
                  </a:lnTo>
                  <a:lnTo>
                    <a:pt x="866" y="161"/>
                  </a:lnTo>
                  <a:lnTo>
                    <a:pt x="871" y="159"/>
                  </a:lnTo>
                  <a:lnTo>
                    <a:pt x="873" y="156"/>
                  </a:lnTo>
                  <a:lnTo>
                    <a:pt x="875" y="154"/>
                  </a:lnTo>
                  <a:lnTo>
                    <a:pt x="878" y="154"/>
                  </a:lnTo>
                  <a:lnTo>
                    <a:pt x="880" y="154"/>
                  </a:lnTo>
                  <a:lnTo>
                    <a:pt x="880" y="151"/>
                  </a:lnTo>
                  <a:lnTo>
                    <a:pt x="883" y="149"/>
                  </a:lnTo>
                  <a:lnTo>
                    <a:pt x="883" y="140"/>
                  </a:lnTo>
                  <a:lnTo>
                    <a:pt x="880" y="118"/>
                  </a:lnTo>
                  <a:close/>
                  <a:moveTo>
                    <a:pt x="852" y="76"/>
                  </a:moveTo>
                  <a:lnTo>
                    <a:pt x="849" y="73"/>
                  </a:lnTo>
                  <a:lnTo>
                    <a:pt x="849" y="73"/>
                  </a:lnTo>
                  <a:lnTo>
                    <a:pt x="847" y="71"/>
                  </a:lnTo>
                  <a:lnTo>
                    <a:pt x="847" y="71"/>
                  </a:lnTo>
                  <a:lnTo>
                    <a:pt x="847" y="71"/>
                  </a:lnTo>
                  <a:lnTo>
                    <a:pt x="845" y="71"/>
                  </a:lnTo>
                  <a:lnTo>
                    <a:pt x="845" y="71"/>
                  </a:lnTo>
                  <a:lnTo>
                    <a:pt x="842" y="71"/>
                  </a:lnTo>
                  <a:lnTo>
                    <a:pt x="842" y="71"/>
                  </a:lnTo>
                  <a:lnTo>
                    <a:pt x="842" y="73"/>
                  </a:lnTo>
                  <a:lnTo>
                    <a:pt x="842" y="73"/>
                  </a:lnTo>
                  <a:lnTo>
                    <a:pt x="842" y="73"/>
                  </a:lnTo>
                  <a:lnTo>
                    <a:pt x="845" y="73"/>
                  </a:lnTo>
                  <a:lnTo>
                    <a:pt x="845" y="76"/>
                  </a:lnTo>
                  <a:lnTo>
                    <a:pt x="847" y="78"/>
                  </a:lnTo>
                  <a:lnTo>
                    <a:pt x="849" y="78"/>
                  </a:lnTo>
                  <a:lnTo>
                    <a:pt x="849" y="80"/>
                  </a:lnTo>
                  <a:lnTo>
                    <a:pt x="852" y="83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4" y="80"/>
                  </a:lnTo>
                  <a:lnTo>
                    <a:pt x="857" y="78"/>
                  </a:lnTo>
                  <a:lnTo>
                    <a:pt x="852" y="76"/>
                  </a:lnTo>
                  <a:close/>
                  <a:moveTo>
                    <a:pt x="861" y="83"/>
                  </a:moveTo>
                  <a:lnTo>
                    <a:pt x="861" y="85"/>
                  </a:lnTo>
                  <a:lnTo>
                    <a:pt x="864" y="85"/>
                  </a:lnTo>
                  <a:lnTo>
                    <a:pt x="866" y="85"/>
                  </a:lnTo>
                  <a:lnTo>
                    <a:pt x="866" y="85"/>
                  </a:lnTo>
                  <a:lnTo>
                    <a:pt x="861" y="78"/>
                  </a:lnTo>
                  <a:lnTo>
                    <a:pt x="859" y="73"/>
                  </a:lnTo>
                  <a:lnTo>
                    <a:pt x="838" y="50"/>
                  </a:lnTo>
                  <a:lnTo>
                    <a:pt x="831" y="38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6" y="26"/>
                  </a:lnTo>
                  <a:lnTo>
                    <a:pt x="823" y="24"/>
                  </a:lnTo>
                  <a:lnTo>
                    <a:pt x="821" y="21"/>
                  </a:lnTo>
                  <a:lnTo>
                    <a:pt x="814" y="0"/>
                  </a:lnTo>
                  <a:lnTo>
                    <a:pt x="814" y="0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4" y="7"/>
                  </a:lnTo>
                  <a:lnTo>
                    <a:pt x="814" y="9"/>
                  </a:lnTo>
                  <a:lnTo>
                    <a:pt x="816" y="12"/>
                  </a:lnTo>
                  <a:lnTo>
                    <a:pt x="816" y="14"/>
                  </a:lnTo>
                  <a:lnTo>
                    <a:pt x="819" y="17"/>
                  </a:lnTo>
                  <a:lnTo>
                    <a:pt x="821" y="19"/>
                  </a:lnTo>
                  <a:lnTo>
                    <a:pt x="823" y="26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6" y="33"/>
                  </a:lnTo>
                  <a:lnTo>
                    <a:pt x="831" y="38"/>
                  </a:lnTo>
                  <a:lnTo>
                    <a:pt x="831" y="40"/>
                  </a:lnTo>
                  <a:lnTo>
                    <a:pt x="833" y="45"/>
                  </a:lnTo>
                  <a:lnTo>
                    <a:pt x="835" y="47"/>
                  </a:lnTo>
                  <a:lnTo>
                    <a:pt x="835" y="52"/>
                  </a:lnTo>
                  <a:lnTo>
                    <a:pt x="835" y="52"/>
                  </a:lnTo>
                  <a:lnTo>
                    <a:pt x="838" y="54"/>
                  </a:lnTo>
                  <a:lnTo>
                    <a:pt x="838" y="57"/>
                  </a:lnTo>
                  <a:lnTo>
                    <a:pt x="840" y="57"/>
                  </a:lnTo>
                  <a:lnTo>
                    <a:pt x="840" y="59"/>
                  </a:lnTo>
                  <a:lnTo>
                    <a:pt x="842" y="57"/>
                  </a:lnTo>
                  <a:lnTo>
                    <a:pt x="842" y="57"/>
                  </a:lnTo>
                  <a:lnTo>
                    <a:pt x="845" y="59"/>
                  </a:lnTo>
                  <a:lnTo>
                    <a:pt x="845" y="62"/>
                  </a:lnTo>
                  <a:lnTo>
                    <a:pt x="842" y="62"/>
                  </a:lnTo>
                  <a:lnTo>
                    <a:pt x="842" y="62"/>
                  </a:lnTo>
                  <a:lnTo>
                    <a:pt x="840" y="62"/>
                  </a:lnTo>
                  <a:lnTo>
                    <a:pt x="840" y="64"/>
                  </a:lnTo>
                  <a:lnTo>
                    <a:pt x="842" y="64"/>
                  </a:lnTo>
                  <a:lnTo>
                    <a:pt x="845" y="64"/>
                  </a:lnTo>
                  <a:lnTo>
                    <a:pt x="845" y="64"/>
                  </a:lnTo>
                  <a:lnTo>
                    <a:pt x="845" y="64"/>
                  </a:lnTo>
                  <a:lnTo>
                    <a:pt x="854" y="71"/>
                  </a:lnTo>
                  <a:lnTo>
                    <a:pt x="857" y="73"/>
                  </a:lnTo>
                  <a:lnTo>
                    <a:pt x="859" y="78"/>
                  </a:lnTo>
                  <a:lnTo>
                    <a:pt x="859" y="80"/>
                  </a:lnTo>
                  <a:lnTo>
                    <a:pt x="861" y="80"/>
                  </a:lnTo>
                  <a:lnTo>
                    <a:pt x="861" y="83"/>
                  </a:lnTo>
                  <a:lnTo>
                    <a:pt x="861" y="83"/>
                  </a:lnTo>
                  <a:close/>
                  <a:moveTo>
                    <a:pt x="802" y="7"/>
                  </a:moveTo>
                  <a:lnTo>
                    <a:pt x="802" y="7"/>
                  </a:lnTo>
                  <a:lnTo>
                    <a:pt x="802" y="9"/>
                  </a:lnTo>
                  <a:lnTo>
                    <a:pt x="805" y="9"/>
                  </a:lnTo>
                  <a:lnTo>
                    <a:pt x="809" y="9"/>
                  </a:lnTo>
                  <a:lnTo>
                    <a:pt x="809" y="9"/>
                  </a:lnTo>
                  <a:lnTo>
                    <a:pt x="809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7" y="2"/>
                  </a:lnTo>
                  <a:lnTo>
                    <a:pt x="807" y="2"/>
                  </a:lnTo>
                  <a:lnTo>
                    <a:pt x="807" y="2"/>
                  </a:lnTo>
                  <a:lnTo>
                    <a:pt x="805" y="2"/>
                  </a:lnTo>
                  <a:lnTo>
                    <a:pt x="805" y="5"/>
                  </a:lnTo>
                  <a:lnTo>
                    <a:pt x="802" y="5"/>
                  </a:lnTo>
                  <a:lnTo>
                    <a:pt x="802" y="2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802" y="7"/>
                  </a:lnTo>
                  <a:close/>
                  <a:moveTo>
                    <a:pt x="835" y="116"/>
                  </a:moveTo>
                  <a:lnTo>
                    <a:pt x="838" y="116"/>
                  </a:lnTo>
                  <a:lnTo>
                    <a:pt x="840" y="118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8"/>
                  </a:lnTo>
                  <a:lnTo>
                    <a:pt x="842" y="118"/>
                  </a:lnTo>
                  <a:lnTo>
                    <a:pt x="840" y="118"/>
                  </a:lnTo>
                  <a:lnTo>
                    <a:pt x="840" y="121"/>
                  </a:lnTo>
                  <a:lnTo>
                    <a:pt x="845" y="118"/>
                  </a:lnTo>
                  <a:lnTo>
                    <a:pt x="845" y="118"/>
                  </a:lnTo>
                  <a:lnTo>
                    <a:pt x="847" y="118"/>
                  </a:lnTo>
                  <a:lnTo>
                    <a:pt x="847" y="116"/>
                  </a:lnTo>
                  <a:lnTo>
                    <a:pt x="845" y="116"/>
                  </a:lnTo>
                  <a:lnTo>
                    <a:pt x="845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9" y="109"/>
                  </a:lnTo>
                  <a:lnTo>
                    <a:pt x="849" y="109"/>
                  </a:lnTo>
                  <a:lnTo>
                    <a:pt x="845" y="106"/>
                  </a:lnTo>
                  <a:lnTo>
                    <a:pt x="845" y="104"/>
                  </a:lnTo>
                  <a:lnTo>
                    <a:pt x="845" y="102"/>
                  </a:lnTo>
                  <a:lnTo>
                    <a:pt x="847" y="102"/>
                  </a:lnTo>
                  <a:lnTo>
                    <a:pt x="849" y="102"/>
                  </a:lnTo>
                  <a:lnTo>
                    <a:pt x="849" y="99"/>
                  </a:lnTo>
                  <a:lnTo>
                    <a:pt x="849" y="97"/>
                  </a:lnTo>
                  <a:lnTo>
                    <a:pt x="847" y="97"/>
                  </a:lnTo>
                  <a:lnTo>
                    <a:pt x="845" y="95"/>
                  </a:lnTo>
                  <a:lnTo>
                    <a:pt x="845" y="92"/>
                  </a:lnTo>
                  <a:lnTo>
                    <a:pt x="845" y="92"/>
                  </a:lnTo>
                  <a:lnTo>
                    <a:pt x="845" y="90"/>
                  </a:lnTo>
                  <a:lnTo>
                    <a:pt x="847" y="88"/>
                  </a:lnTo>
                  <a:lnTo>
                    <a:pt x="845" y="85"/>
                  </a:lnTo>
                  <a:lnTo>
                    <a:pt x="845" y="85"/>
                  </a:lnTo>
                  <a:lnTo>
                    <a:pt x="842" y="83"/>
                  </a:lnTo>
                  <a:lnTo>
                    <a:pt x="842" y="80"/>
                  </a:lnTo>
                  <a:lnTo>
                    <a:pt x="835" y="73"/>
                  </a:lnTo>
                  <a:lnTo>
                    <a:pt x="833" y="71"/>
                  </a:lnTo>
                  <a:lnTo>
                    <a:pt x="828" y="71"/>
                  </a:lnTo>
                  <a:lnTo>
                    <a:pt x="828" y="71"/>
                  </a:lnTo>
                  <a:lnTo>
                    <a:pt x="828" y="73"/>
                  </a:lnTo>
                  <a:lnTo>
                    <a:pt x="828" y="73"/>
                  </a:lnTo>
                  <a:lnTo>
                    <a:pt x="828" y="76"/>
                  </a:lnTo>
                  <a:lnTo>
                    <a:pt x="828" y="73"/>
                  </a:lnTo>
                  <a:lnTo>
                    <a:pt x="831" y="73"/>
                  </a:lnTo>
                  <a:lnTo>
                    <a:pt x="831" y="76"/>
                  </a:lnTo>
                  <a:lnTo>
                    <a:pt x="833" y="76"/>
                  </a:lnTo>
                  <a:lnTo>
                    <a:pt x="831" y="76"/>
                  </a:lnTo>
                  <a:lnTo>
                    <a:pt x="828" y="76"/>
                  </a:lnTo>
                  <a:lnTo>
                    <a:pt x="826" y="76"/>
                  </a:lnTo>
                  <a:lnTo>
                    <a:pt x="823" y="76"/>
                  </a:lnTo>
                  <a:lnTo>
                    <a:pt x="826" y="78"/>
                  </a:lnTo>
                  <a:lnTo>
                    <a:pt x="826" y="78"/>
                  </a:lnTo>
                  <a:lnTo>
                    <a:pt x="828" y="80"/>
                  </a:lnTo>
                  <a:lnTo>
                    <a:pt x="831" y="80"/>
                  </a:lnTo>
                  <a:lnTo>
                    <a:pt x="831" y="80"/>
                  </a:lnTo>
                  <a:lnTo>
                    <a:pt x="831" y="83"/>
                  </a:lnTo>
                  <a:lnTo>
                    <a:pt x="831" y="83"/>
                  </a:lnTo>
                  <a:lnTo>
                    <a:pt x="828" y="83"/>
                  </a:lnTo>
                  <a:lnTo>
                    <a:pt x="826" y="83"/>
                  </a:lnTo>
                  <a:lnTo>
                    <a:pt x="823" y="80"/>
                  </a:lnTo>
                  <a:lnTo>
                    <a:pt x="821" y="78"/>
                  </a:lnTo>
                  <a:lnTo>
                    <a:pt x="821" y="78"/>
                  </a:lnTo>
                  <a:lnTo>
                    <a:pt x="821" y="80"/>
                  </a:lnTo>
                  <a:lnTo>
                    <a:pt x="819" y="83"/>
                  </a:lnTo>
                  <a:lnTo>
                    <a:pt x="816" y="85"/>
                  </a:lnTo>
                  <a:lnTo>
                    <a:pt x="821" y="99"/>
                  </a:lnTo>
                  <a:lnTo>
                    <a:pt x="821" y="10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1"/>
                  </a:lnTo>
                  <a:lnTo>
                    <a:pt x="819" y="111"/>
                  </a:lnTo>
                  <a:lnTo>
                    <a:pt x="814" y="114"/>
                  </a:lnTo>
                  <a:lnTo>
                    <a:pt x="812" y="114"/>
                  </a:lnTo>
                  <a:lnTo>
                    <a:pt x="809" y="114"/>
                  </a:lnTo>
                  <a:lnTo>
                    <a:pt x="807" y="111"/>
                  </a:lnTo>
                  <a:lnTo>
                    <a:pt x="809" y="109"/>
                  </a:lnTo>
                  <a:lnTo>
                    <a:pt x="814" y="111"/>
                  </a:lnTo>
                  <a:lnTo>
                    <a:pt x="816" y="111"/>
                  </a:lnTo>
                  <a:lnTo>
                    <a:pt x="819" y="109"/>
                  </a:lnTo>
                  <a:lnTo>
                    <a:pt x="816" y="109"/>
                  </a:lnTo>
                  <a:lnTo>
                    <a:pt x="816" y="106"/>
                  </a:lnTo>
                  <a:lnTo>
                    <a:pt x="814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6" y="102"/>
                  </a:lnTo>
                  <a:lnTo>
                    <a:pt x="814" y="102"/>
                  </a:lnTo>
                  <a:lnTo>
                    <a:pt x="814" y="99"/>
                  </a:lnTo>
                  <a:lnTo>
                    <a:pt x="814" y="99"/>
                  </a:lnTo>
                  <a:lnTo>
                    <a:pt x="812" y="99"/>
                  </a:lnTo>
                  <a:lnTo>
                    <a:pt x="812" y="99"/>
                  </a:lnTo>
                  <a:lnTo>
                    <a:pt x="809" y="99"/>
                  </a:lnTo>
                  <a:lnTo>
                    <a:pt x="807" y="99"/>
                  </a:lnTo>
                  <a:lnTo>
                    <a:pt x="807" y="99"/>
                  </a:lnTo>
                  <a:lnTo>
                    <a:pt x="807" y="97"/>
                  </a:lnTo>
                  <a:lnTo>
                    <a:pt x="812" y="99"/>
                  </a:lnTo>
                  <a:lnTo>
                    <a:pt x="814" y="97"/>
                  </a:lnTo>
                  <a:lnTo>
                    <a:pt x="814" y="95"/>
                  </a:lnTo>
                  <a:lnTo>
                    <a:pt x="812" y="90"/>
                  </a:lnTo>
                  <a:lnTo>
                    <a:pt x="809" y="90"/>
                  </a:lnTo>
                  <a:lnTo>
                    <a:pt x="809" y="88"/>
                  </a:lnTo>
                  <a:lnTo>
                    <a:pt x="812" y="88"/>
                  </a:lnTo>
                  <a:lnTo>
                    <a:pt x="812" y="85"/>
                  </a:lnTo>
                  <a:lnTo>
                    <a:pt x="812" y="83"/>
                  </a:lnTo>
                  <a:lnTo>
                    <a:pt x="814" y="80"/>
                  </a:lnTo>
                  <a:lnTo>
                    <a:pt x="812" y="80"/>
                  </a:lnTo>
                  <a:lnTo>
                    <a:pt x="809" y="83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2" y="78"/>
                  </a:lnTo>
                  <a:lnTo>
                    <a:pt x="812" y="76"/>
                  </a:lnTo>
                  <a:lnTo>
                    <a:pt x="809" y="73"/>
                  </a:lnTo>
                  <a:lnTo>
                    <a:pt x="807" y="73"/>
                  </a:lnTo>
                  <a:lnTo>
                    <a:pt x="805" y="73"/>
                  </a:lnTo>
                  <a:lnTo>
                    <a:pt x="795" y="76"/>
                  </a:lnTo>
                  <a:lnTo>
                    <a:pt x="786" y="80"/>
                  </a:lnTo>
                  <a:lnTo>
                    <a:pt x="783" y="83"/>
                  </a:lnTo>
                  <a:lnTo>
                    <a:pt x="786" y="83"/>
                  </a:lnTo>
                  <a:lnTo>
                    <a:pt x="788" y="85"/>
                  </a:lnTo>
                  <a:lnTo>
                    <a:pt x="790" y="85"/>
                  </a:lnTo>
                  <a:lnTo>
                    <a:pt x="786" y="85"/>
                  </a:lnTo>
                  <a:lnTo>
                    <a:pt x="783" y="85"/>
                  </a:lnTo>
                  <a:lnTo>
                    <a:pt x="781" y="85"/>
                  </a:lnTo>
                  <a:lnTo>
                    <a:pt x="778" y="85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6" y="88"/>
                  </a:lnTo>
                  <a:lnTo>
                    <a:pt x="776" y="85"/>
                  </a:lnTo>
                  <a:lnTo>
                    <a:pt x="776" y="85"/>
                  </a:lnTo>
                  <a:lnTo>
                    <a:pt x="776" y="83"/>
                  </a:lnTo>
                  <a:lnTo>
                    <a:pt x="776" y="83"/>
                  </a:lnTo>
                  <a:lnTo>
                    <a:pt x="771" y="83"/>
                  </a:lnTo>
                  <a:lnTo>
                    <a:pt x="767" y="85"/>
                  </a:lnTo>
                  <a:lnTo>
                    <a:pt x="762" y="88"/>
                  </a:lnTo>
                  <a:lnTo>
                    <a:pt x="760" y="90"/>
                  </a:lnTo>
                  <a:lnTo>
                    <a:pt x="760" y="90"/>
                  </a:lnTo>
                  <a:lnTo>
                    <a:pt x="757" y="90"/>
                  </a:lnTo>
                  <a:lnTo>
                    <a:pt x="743" y="92"/>
                  </a:lnTo>
                  <a:lnTo>
                    <a:pt x="743" y="92"/>
                  </a:lnTo>
                  <a:lnTo>
                    <a:pt x="745" y="88"/>
                  </a:lnTo>
                  <a:lnTo>
                    <a:pt x="745" y="85"/>
                  </a:lnTo>
                  <a:lnTo>
                    <a:pt x="743" y="85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0"/>
                  </a:lnTo>
                  <a:lnTo>
                    <a:pt x="741" y="80"/>
                  </a:lnTo>
                  <a:lnTo>
                    <a:pt x="741" y="80"/>
                  </a:lnTo>
                  <a:lnTo>
                    <a:pt x="738" y="78"/>
                  </a:lnTo>
                  <a:lnTo>
                    <a:pt x="738" y="76"/>
                  </a:lnTo>
                  <a:lnTo>
                    <a:pt x="736" y="73"/>
                  </a:lnTo>
                  <a:lnTo>
                    <a:pt x="736" y="71"/>
                  </a:lnTo>
                  <a:lnTo>
                    <a:pt x="734" y="64"/>
                  </a:lnTo>
                  <a:lnTo>
                    <a:pt x="734" y="62"/>
                  </a:lnTo>
                  <a:lnTo>
                    <a:pt x="734" y="59"/>
                  </a:lnTo>
                  <a:lnTo>
                    <a:pt x="736" y="57"/>
                  </a:lnTo>
                  <a:lnTo>
                    <a:pt x="736" y="54"/>
                  </a:lnTo>
                  <a:lnTo>
                    <a:pt x="736" y="52"/>
                  </a:lnTo>
                  <a:lnTo>
                    <a:pt x="736" y="52"/>
                  </a:lnTo>
                  <a:lnTo>
                    <a:pt x="736" y="50"/>
                  </a:lnTo>
                  <a:lnTo>
                    <a:pt x="734" y="50"/>
                  </a:lnTo>
                  <a:lnTo>
                    <a:pt x="734" y="47"/>
                  </a:lnTo>
                  <a:lnTo>
                    <a:pt x="736" y="47"/>
                  </a:lnTo>
                  <a:lnTo>
                    <a:pt x="738" y="47"/>
                  </a:lnTo>
                  <a:lnTo>
                    <a:pt x="738" y="50"/>
                  </a:lnTo>
                  <a:lnTo>
                    <a:pt x="738" y="54"/>
                  </a:lnTo>
                  <a:lnTo>
                    <a:pt x="738" y="54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64"/>
                  </a:lnTo>
                  <a:lnTo>
                    <a:pt x="738" y="69"/>
                  </a:lnTo>
                  <a:lnTo>
                    <a:pt x="741" y="73"/>
                  </a:lnTo>
                  <a:lnTo>
                    <a:pt x="743" y="78"/>
                  </a:lnTo>
                  <a:lnTo>
                    <a:pt x="745" y="80"/>
                  </a:lnTo>
                  <a:lnTo>
                    <a:pt x="748" y="80"/>
                  </a:lnTo>
                  <a:lnTo>
                    <a:pt x="750" y="76"/>
                  </a:lnTo>
                  <a:lnTo>
                    <a:pt x="750" y="78"/>
                  </a:lnTo>
                  <a:lnTo>
                    <a:pt x="755" y="80"/>
                  </a:lnTo>
                  <a:lnTo>
                    <a:pt x="755" y="83"/>
                  </a:lnTo>
                  <a:lnTo>
                    <a:pt x="757" y="80"/>
                  </a:lnTo>
                  <a:lnTo>
                    <a:pt x="762" y="80"/>
                  </a:lnTo>
                  <a:lnTo>
                    <a:pt x="764" y="80"/>
                  </a:lnTo>
                  <a:lnTo>
                    <a:pt x="767" y="78"/>
                  </a:lnTo>
                  <a:lnTo>
                    <a:pt x="769" y="73"/>
                  </a:lnTo>
                  <a:lnTo>
                    <a:pt x="771" y="71"/>
                  </a:lnTo>
                  <a:lnTo>
                    <a:pt x="769" y="71"/>
                  </a:lnTo>
                  <a:lnTo>
                    <a:pt x="769" y="71"/>
                  </a:lnTo>
                  <a:lnTo>
                    <a:pt x="769" y="71"/>
                  </a:lnTo>
                  <a:lnTo>
                    <a:pt x="771" y="69"/>
                  </a:lnTo>
                  <a:lnTo>
                    <a:pt x="781" y="66"/>
                  </a:lnTo>
                  <a:lnTo>
                    <a:pt x="781" y="64"/>
                  </a:lnTo>
                  <a:lnTo>
                    <a:pt x="778" y="64"/>
                  </a:lnTo>
                  <a:lnTo>
                    <a:pt x="774" y="64"/>
                  </a:lnTo>
                  <a:lnTo>
                    <a:pt x="771" y="64"/>
                  </a:lnTo>
                  <a:lnTo>
                    <a:pt x="771" y="62"/>
                  </a:lnTo>
                  <a:lnTo>
                    <a:pt x="769" y="62"/>
                  </a:lnTo>
                  <a:lnTo>
                    <a:pt x="767" y="59"/>
                  </a:lnTo>
                  <a:lnTo>
                    <a:pt x="764" y="59"/>
                  </a:lnTo>
                  <a:lnTo>
                    <a:pt x="764" y="59"/>
                  </a:lnTo>
                  <a:lnTo>
                    <a:pt x="762" y="57"/>
                  </a:lnTo>
                  <a:lnTo>
                    <a:pt x="764" y="57"/>
                  </a:lnTo>
                  <a:lnTo>
                    <a:pt x="767" y="57"/>
                  </a:lnTo>
                  <a:lnTo>
                    <a:pt x="769" y="59"/>
                  </a:lnTo>
                  <a:lnTo>
                    <a:pt x="769" y="57"/>
                  </a:lnTo>
                  <a:lnTo>
                    <a:pt x="771" y="59"/>
                  </a:lnTo>
                  <a:lnTo>
                    <a:pt x="776" y="62"/>
                  </a:lnTo>
                  <a:lnTo>
                    <a:pt x="786" y="64"/>
                  </a:lnTo>
                  <a:lnTo>
                    <a:pt x="788" y="64"/>
                  </a:lnTo>
                  <a:lnTo>
                    <a:pt x="790" y="62"/>
                  </a:lnTo>
                  <a:lnTo>
                    <a:pt x="790" y="62"/>
                  </a:lnTo>
                  <a:lnTo>
                    <a:pt x="788" y="62"/>
                  </a:lnTo>
                  <a:lnTo>
                    <a:pt x="786" y="57"/>
                  </a:lnTo>
                  <a:lnTo>
                    <a:pt x="783" y="54"/>
                  </a:lnTo>
                  <a:lnTo>
                    <a:pt x="783" y="54"/>
                  </a:lnTo>
                  <a:lnTo>
                    <a:pt x="781" y="54"/>
                  </a:lnTo>
                  <a:lnTo>
                    <a:pt x="781" y="54"/>
                  </a:lnTo>
                  <a:lnTo>
                    <a:pt x="778" y="52"/>
                  </a:lnTo>
                  <a:lnTo>
                    <a:pt x="778" y="52"/>
                  </a:lnTo>
                  <a:lnTo>
                    <a:pt x="778" y="52"/>
                  </a:lnTo>
                  <a:lnTo>
                    <a:pt x="781" y="52"/>
                  </a:lnTo>
                  <a:lnTo>
                    <a:pt x="786" y="54"/>
                  </a:lnTo>
                  <a:lnTo>
                    <a:pt x="786" y="54"/>
                  </a:lnTo>
                  <a:lnTo>
                    <a:pt x="786" y="54"/>
                  </a:lnTo>
                  <a:lnTo>
                    <a:pt x="788" y="57"/>
                  </a:lnTo>
                  <a:lnTo>
                    <a:pt x="793" y="59"/>
                  </a:lnTo>
                  <a:lnTo>
                    <a:pt x="793" y="59"/>
                  </a:lnTo>
                  <a:lnTo>
                    <a:pt x="795" y="59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800" y="54"/>
                  </a:lnTo>
                  <a:lnTo>
                    <a:pt x="800" y="54"/>
                  </a:lnTo>
                  <a:lnTo>
                    <a:pt x="802" y="52"/>
                  </a:lnTo>
                  <a:lnTo>
                    <a:pt x="802" y="52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800" y="47"/>
                  </a:lnTo>
                  <a:lnTo>
                    <a:pt x="797" y="47"/>
                  </a:lnTo>
                  <a:lnTo>
                    <a:pt x="795" y="47"/>
                  </a:lnTo>
                  <a:lnTo>
                    <a:pt x="793" y="45"/>
                  </a:lnTo>
                  <a:lnTo>
                    <a:pt x="790" y="43"/>
                  </a:lnTo>
                  <a:lnTo>
                    <a:pt x="788" y="43"/>
                  </a:lnTo>
                  <a:lnTo>
                    <a:pt x="786" y="40"/>
                  </a:lnTo>
                  <a:lnTo>
                    <a:pt x="783" y="40"/>
                  </a:lnTo>
                  <a:lnTo>
                    <a:pt x="783" y="40"/>
                  </a:lnTo>
                  <a:lnTo>
                    <a:pt x="783" y="38"/>
                  </a:lnTo>
                  <a:lnTo>
                    <a:pt x="783" y="38"/>
                  </a:lnTo>
                  <a:lnTo>
                    <a:pt x="786" y="35"/>
                  </a:lnTo>
                  <a:lnTo>
                    <a:pt x="786" y="35"/>
                  </a:lnTo>
                  <a:lnTo>
                    <a:pt x="786" y="38"/>
                  </a:lnTo>
                  <a:lnTo>
                    <a:pt x="786" y="38"/>
                  </a:lnTo>
                  <a:lnTo>
                    <a:pt x="786" y="38"/>
                  </a:lnTo>
                  <a:lnTo>
                    <a:pt x="790" y="38"/>
                  </a:lnTo>
                  <a:lnTo>
                    <a:pt x="793" y="40"/>
                  </a:lnTo>
                  <a:lnTo>
                    <a:pt x="795" y="40"/>
                  </a:lnTo>
                  <a:lnTo>
                    <a:pt x="797" y="43"/>
                  </a:lnTo>
                  <a:lnTo>
                    <a:pt x="797" y="43"/>
                  </a:lnTo>
                  <a:lnTo>
                    <a:pt x="800" y="43"/>
                  </a:lnTo>
                  <a:lnTo>
                    <a:pt x="802" y="43"/>
                  </a:lnTo>
                  <a:lnTo>
                    <a:pt x="805" y="47"/>
                  </a:lnTo>
                  <a:lnTo>
                    <a:pt x="807" y="47"/>
                  </a:lnTo>
                  <a:lnTo>
                    <a:pt x="809" y="47"/>
                  </a:lnTo>
                  <a:lnTo>
                    <a:pt x="812" y="47"/>
                  </a:lnTo>
                  <a:lnTo>
                    <a:pt x="819" y="50"/>
                  </a:lnTo>
                  <a:lnTo>
                    <a:pt x="819" y="47"/>
                  </a:lnTo>
                  <a:lnTo>
                    <a:pt x="816" y="47"/>
                  </a:lnTo>
                  <a:lnTo>
                    <a:pt x="814" y="47"/>
                  </a:lnTo>
                  <a:lnTo>
                    <a:pt x="812" y="45"/>
                  </a:lnTo>
                  <a:lnTo>
                    <a:pt x="812" y="45"/>
                  </a:lnTo>
                  <a:lnTo>
                    <a:pt x="812" y="43"/>
                  </a:lnTo>
                  <a:lnTo>
                    <a:pt x="812" y="40"/>
                  </a:lnTo>
                  <a:lnTo>
                    <a:pt x="809" y="35"/>
                  </a:lnTo>
                  <a:lnTo>
                    <a:pt x="807" y="35"/>
                  </a:lnTo>
                  <a:lnTo>
                    <a:pt x="807" y="33"/>
                  </a:lnTo>
                  <a:lnTo>
                    <a:pt x="805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12" y="35"/>
                  </a:lnTo>
                  <a:lnTo>
                    <a:pt x="812" y="38"/>
                  </a:lnTo>
                  <a:lnTo>
                    <a:pt x="812" y="38"/>
                  </a:lnTo>
                  <a:lnTo>
                    <a:pt x="814" y="38"/>
                  </a:lnTo>
                  <a:lnTo>
                    <a:pt x="816" y="38"/>
                  </a:lnTo>
                  <a:lnTo>
                    <a:pt x="816" y="40"/>
                  </a:lnTo>
                  <a:lnTo>
                    <a:pt x="816" y="43"/>
                  </a:lnTo>
                  <a:lnTo>
                    <a:pt x="816" y="43"/>
                  </a:lnTo>
                  <a:lnTo>
                    <a:pt x="816" y="43"/>
                  </a:lnTo>
                  <a:lnTo>
                    <a:pt x="821" y="45"/>
                  </a:lnTo>
                  <a:lnTo>
                    <a:pt x="821" y="45"/>
                  </a:lnTo>
                  <a:lnTo>
                    <a:pt x="823" y="47"/>
                  </a:lnTo>
                  <a:lnTo>
                    <a:pt x="823" y="47"/>
                  </a:lnTo>
                  <a:lnTo>
                    <a:pt x="823" y="50"/>
                  </a:lnTo>
                  <a:lnTo>
                    <a:pt x="823" y="50"/>
                  </a:lnTo>
                  <a:lnTo>
                    <a:pt x="823" y="52"/>
                  </a:lnTo>
                  <a:lnTo>
                    <a:pt x="823" y="52"/>
                  </a:lnTo>
                  <a:lnTo>
                    <a:pt x="826" y="54"/>
                  </a:lnTo>
                  <a:lnTo>
                    <a:pt x="828" y="57"/>
                  </a:lnTo>
                  <a:lnTo>
                    <a:pt x="831" y="57"/>
                  </a:lnTo>
                  <a:lnTo>
                    <a:pt x="833" y="57"/>
                  </a:lnTo>
                  <a:lnTo>
                    <a:pt x="831" y="54"/>
                  </a:lnTo>
                  <a:lnTo>
                    <a:pt x="831" y="52"/>
                  </a:lnTo>
                  <a:lnTo>
                    <a:pt x="828" y="50"/>
                  </a:lnTo>
                  <a:lnTo>
                    <a:pt x="828" y="47"/>
                  </a:lnTo>
                  <a:lnTo>
                    <a:pt x="819" y="35"/>
                  </a:lnTo>
                  <a:lnTo>
                    <a:pt x="819" y="33"/>
                  </a:lnTo>
                  <a:lnTo>
                    <a:pt x="816" y="31"/>
                  </a:lnTo>
                  <a:lnTo>
                    <a:pt x="814" y="28"/>
                  </a:lnTo>
                  <a:lnTo>
                    <a:pt x="812" y="26"/>
                  </a:lnTo>
                  <a:lnTo>
                    <a:pt x="812" y="21"/>
                  </a:lnTo>
                  <a:lnTo>
                    <a:pt x="809" y="17"/>
                  </a:lnTo>
                  <a:lnTo>
                    <a:pt x="809" y="17"/>
                  </a:lnTo>
                  <a:lnTo>
                    <a:pt x="809" y="19"/>
                  </a:lnTo>
                  <a:lnTo>
                    <a:pt x="809" y="21"/>
                  </a:lnTo>
                  <a:lnTo>
                    <a:pt x="807" y="21"/>
                  </a:lnTo>
                  <a:lnTo>
                    <a:pt x="809" y="24"/>
                  </a:lnTo>
                  <a:lnTo>
                    <a:pt x="809" y="24"/>
                  </a:lnTo>
                  <a:lnTo>
                    <a:pt x="809" y="24"/>
                  </a:lnTo>
                  <a:lnTo>
                    <a:pt x="812" y="26"/>
                  </a:lnTo>
                  <a:lnTo>
                    <a:pt x="809" y="24"/>
                  </a:lnTo>
                  <a:lnTo>
                    <a:pt x="805" y="21"/>
                  </a:lnTo>
                  <a:lnTo>
                    <a:pt x="805" y="19"/>
                  </a:lnTo>
                  <a:lnTo>
                    <a:pt x="805" y="17"/>
                  </a:lnTo>
                  <a:lnTo>
                    <a:pt x="802" y="17"/>
                  </a:lnTo>
                  <a:lnTo>
                    <a:pt x="800" y="14"/>
                  </a:lnTo>
                  <a:lnTo>
                    <a:pt x="797" y="14"/>
                  </a:lnTo>
                  <a:lnTo>
                    <a:pt x="797" y="12"/>
                  </a:lnTo>
                  <a:lnTo>
                    <a:pt x="795" y="9"/>
                  </a:lnTo>
                  <a:lnTo>
                    <a:pt x="795" y="7"/>
                  </a:lnTo>
                  <a:lnTo>
                    <a:pt x="795" y="5"/>
                  </a:lnTo>
                  <a:lnTo>
                    <a:pt x="795" y="5"/>
                  </a:lnTo>
                  <a:lnTo>
                    <a:pt x="793" y="5"/>
                  </a:lnTo>
                  <a:lnTo>
                    <a:pt x="778" y="9"/>
                  </a:lnTo>
                  <a:lnTo>
                    <a:pt x="762" y="12"/>
                  </a:lnTo>
                  <a:lnTo>
                    <a:pt x="743" y="17"/>
                  </a:lnTo>
                  <a:lnTo>
                    <a:pt x="726" y="19"/>
                  </a:lnTo>
                  <a:lnTo>
                    <a:pt x="710" y="21"/>
                  </a:lnTo>
                  <a:lnTo>
                    <a:pt x="693" y="26"/>
                  </a:lnTo>
                  <a:lnTo>
                    <a:pt x="674" y="28"/>
                  </a:lnTo>
                  <a:lnTo>
                    <a:pt x="658" y="33"/>
                  </a:lnTo>
                  <a:lnTo>
                    <a:pt x="641" y="35"/>
                  </a:lnTo>
                  <a:lnTo>
                    <a:pt x="622" y="40"/>
                  </a:lnTo>
                  <a:lnTo>
                    <a:pt x="606" y="43"/>
                  </a:lnTo>
                  <a:lnTo>
                    <a:pt x="589" y="47"/>
                  </a:lnTo>
                  <a:lnTo>
                    <a:pt x="570" y="50"/>
                  </a:lnTo>
                  <a:lnTo>
                    <a:pt x="554" y="52"/>
                  </a:lnTo>
                  <a:lnTo>
                    <a:pt x="537" y="57"/>
                  </a:lnTo>
                  <a:lnTo>
                    <a:pt x="521" y="59"/>
                  </a:lnTo>
                  <a:lnTo>
                    <a:pt x="502" y="62"/>
                  </a:lnTo>
                  <a:lnTo>
                    <a:pt x="485" y="66"/>
                  </a:lnTo>
                  <a:lnTo>
                    <a:pt x="469" y="69"/>
                  </a:lnTo>
                  <a:lnTo>
                    <a:pt x="450" y="71"/>
                  </a:lnTo>
                  <a:lnTo>
                    <a:pt x="433" y="76"/>
                  </a:lnTo>
                  <a:lnTo>
                    <a:pt x="417" y="78"/>
                  </a:lnTo>
                  <a:lnTo>
                    <a:pt x="398" y="80"/>
                  </a:lnTo>
                  <a:lnTo>
                    <a:pt x="381" y="83"/>
                  </a:lnTo>
                  <a:lnTo>
                    <a:pt x="365" y="88"/>
                  </a:lnTo>
                  <a:lnTo>
                    <a:pt x="346" y="90"/>
                  </a:lnTo>
                  <a:lnTo>
                    <a:pt x="329" y="92"/>
                  </a:lnTo>
                  <a:lnTo>
                    <a:pt x="313" y="95"/>
                  </a:lnTo>
                  <a:lnTo>
                    <a:pt x="294" y="97"/>
                  </a:lnTo>
                  <a:lnTo>
                    <a:pt x="277" y="102"/>
                  </a:lnTo>
                  <a:lnTo>
                    <a:pt x="260" y="104"/>
                  </a:lnTo>
                  <a:lnTo>
                    <a:pt x="242" y="106"/>
                  </a:lnTo>
                  <a:lnTo>
                    <a:pt x="242" y="106"/>
                  </a:lnTo>
                  <a:lnTo>
                    <a:pt x="239" y="106"/>
                  </a:lnTo>
                  <a:lnTo>
                    <a:pt x="239" y="106"/>
                  </a:lnTo>
                  <a:lnTo>
                    <a:pt x="239" y="104"/>
                  </a:lnTo>
                  <a:lnTo>
                    <a:pt x="234" y="114"/>
                  </a:lnTo>
                  <a:lnTo>
                    <a:pt x="234" y="116"/>
                  </a:lnTo>
                  <a:lnTo>
                    <a:pt x="234" y="116"/>
                  </a:lnTo>
                  <a:lnTo>
                    <a:pt x="237" y="118"/>
                  </a:lnTo>
                  <a:lnTo>
                    <a:pt x="237" y="121"/>
                  </a:lnTo>
                  <a:lnTo>
                    <a:pt x="237" y="125"/>
                  </a:lnTo>
                  <a:lnTo>
                    <a:pt x="234" y="130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7" y="135"/>
                  </a:lnTo>
                  <a:lnTo>
                    <a:pt x="237" y="137"/>
                  </a:lnTo>
                  <a:lnTo>
                    <a:pt x="237" y="137"/>
                  </a:lnTo>
                  <a:lnTo>
                    <a:pt x="239" y="137"/>
                  </a:lnTo>
                  <a:lnTo>
                    <a:pt x="239" y="140"/>
                  </a:lnTo>
                  <a:lnTo>
                    <a:pt x="237" y="140"/>
                  </a:lnTo>
                  <a:lnTo>
                    <a:pt x="234" y="140"/>
                  </a:lnTo>
                  <a:lnTo>
                    <a:pt x="230" y="137"/>
                  </a:lnTo>
                  <a:lnTo>
                    <a:pt x="227" y="137"/>
                  </a:lnTo>
                  <a:lnTo>
                    <a:pt x="227" y="137"/>
                  </a:lnTo>
                  <a:lnTo>
                    <a:pt x="220" y="144"/>
                  </a:lnTo>
                  <a:lnTo>
                    <a:pt x="218" y="147"/>
                  </a:lnTo>
                  <a:lnTo>
                    <a:pt x="218" y="149"/>
                  </a:lnTo>
                  <a:lnTo>
                    <a:pt x="211" y="168"/>
                  </a:lnTo>
                  <a:lnTo>
                    <a:pt x="211" y="170"/>
                  </a:lnTo>
                  <a:lnTo>
                    <a:pt x="211" y="170"/>
                  </a:lnTo>
                  <a:lnTo>
                    <a:pt x="208" y="170"/>
                  </a:lnTo>
                  <a:lnTo>
                    <a:pt x="208" y="173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4" y="175"/>
                  </a:lnTo>
                  <a:lnTo>
                    <a:pt x="204" y="175"/>
                  </a:lnTo>
                  <a:lnTo>
                    <a:pt x="201" y="175"/>
                  </a:lnTo>
                  <a:lnTo>
                    <a:pt x="201" y="175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199" y="173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7" y="170"/>
                  </a:lnTo>
                  <a:lnTo>
                    <a:pt x="197" y="170"/>
                  </a:lnTo>
                  <a:lnTo>
                    <a:pt x="194" y="170"/>
                  </a:lnTo>
                  <a:lnTo>
                    <a:pt x="194" y="170"/>
                  </a:lnTo>
                  <a:lnTo>
                    <a:pt x="194" y="170"/>
                  </a:lnTo>
                  <a:lnTo>
                    <a:pt x="194" y="168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0" y="173"/>
                  </a:lnTo>
                  <a:lnTo>
                    <a:pt x="187" y="173"/>
                  </a:lnTo>
                  <a:lnTo>
                    <a:pt x="185" y="173"/>
                  </a:lnTo>
                  <a:lnTo>
                    <a:pt x="185" y="173"/>
                  </a:lnTo>
                  <a:lnTo>
                    <a:pt x="182" y="175"/>
                  </a:lnTo>
                  <a:lnTo>
                    <a:pt x="180" y="178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75" y="180"/>
                  </a:lnTo>
                  <a:lnTo>
                    <a:pt x="173" y="185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1" y="189"/>
                  </a:lnTo>
                  <a:lnTo>
                    <a:pt x="168" y="192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6"/>
                  </a:lnTo>
                  <a:lnTo>
                    <a:pt x="156" y="196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4" y="189"/>
                  </a:lnTo>
                  <a:lnTo>
                    <a:pt x="154" y="189"/>
                  </a:lnTo>
                  <a:lnTo>
                    <a:pt x="154" y="189"/>
                  </a:lnTo>
                  <a:lnTo>
                    <a:pt x="152" y="189"/>
                  </a:lnTo>
                  <a:lnTo>
                    <a:pt x="149" y="192"/>
                  </a:lnTo>
                  <a:lnTo>
                    <a:pt x="147" y="194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7" y="204"/>
                  </a:lnTo>
                  <a:lnTo>
                    <a:pt x="137" y="204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5" y="206"/>
                  </a:lnTo>
                  <a:lnTo>
                    <a:pt x="135" y="206"/>
                  </a:lnTo>
                  <a:lnTo>
                    <a:pt x="133" y="206"/>
                  </a:lnTo>
                  <a:lnTo>
                    <a:pt x="133" y="206"/>
                  </a:lnTo>
                  <a:lnTo>
                    <a:pt x="130" y="206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11"/>
                  </a:lnTo>
                  <a:lnTo>
                    <a:pt x="126" y="211"/>
                  </a:lnTo>
                  <a:lnTo>
                    <a:pt x="128" y="211"/>
                  </a:lnTo>
                  <a:lnTo>
                    <a:pt x="128" y="213"/>
                  </a:lnTo>
                  <a:lnTo>
                    <a:pt x="128" y="213"/>
                  </a:lnTo>
                  <a:lnTo>
                    <a:pt x="128" y="215"/>
                  </a:lnTo>
                  <a:lnTo>
                    <a:pt x="128" y="215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6" y="220"/>
                  </a:lnTo>
                  <a:lnTo>
                    <a:pt x="126" y="225"/>
                  </a:lnTo>
                  <a:lnTo>
                    <a:pt x="123" y="227"/>
                  </a:lnTo>
                  <a:lnTo>
                    <a:pt x="121" y="227"/>
                  </a:lnTo>
                  <a:lnTo>
                    <a:pt x="121" y="227"/>
                  </a:lnTo>
                  <a:lnTo>
                    <a:pt x="119" y="227"/>
                  </a:lnTo>
                  <a:lnTo>
                    <a:pt x="116" y="227"/>
                  </a:lnTo>
                  <a:lnTo>
                    <a:pt x="114" y="227"/>
                  </a:lnTo>
                  <a:lnTo>
                    <a:pt x="114" y="227"/>
                  </a:lnTo>
                  <a:lnTo>
                    <a:pt x="114" y="230"/>
                  </a:lnTo>
                  <a:lnTo>
                    <a:pt x="109" y="232"/>
                  </a:lnTo>
                  <a:lnTo>
                    <a:pt x="104" y="234"/>
                  </a:lnTo>
                  <a:lnTo>
                    <a:pt x="104" y="234"/>
                  </a:lnTo>
                  <a:lnTo>
                    <a:pt x="104" y="234"/>
                  </a:lnTo>
                  <a:lnTo>
                    <a:pt x="102" y="237"/>
                  </a:lnTo>
                  <a:lnTo>
                    <a:pt x="100" y="239"/>
                  </a:lnTo>
                  <a:lnTo>
                    <a:pt x="97" y="239"/>
                  </a:lnTo>
                  <a:lnTo>
                    <a:pt x="97" y="239"/>
                  </a:lnTo>
                  <a:lnTo>
                    <a:pt x="97" y="241"/>
                  </a:lnTo>
                  <a:lnTo>
                    <a:pt x="97" y="241"/>
                  </a:lnTo>
                  <a:lnTo>
                    <a:pt x="95" y="244"/>
                  </a:lnTo>
                  <a:lnTo>
                    <a:pt x="93" y="246"/>
                  </a:lnTo>
                  <a:lnTo>
                    <a:pt x="93" y="246"/>
                  </a:lnTo>
                  <a:lnTo>
                    <a:pt x="93" y="246"/>
                  </a:lnTo>
                  <a:lnTo>
                    <a:pt x="90" y="246"/>
                  </a:lnTo>
                  <a:lnTo>
                    <a:pt x="90" y="246"/>
                  </a:lnTo>
                  <a:lnTo>
                    <a:pt x="90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1" y="256"/>
                  </a:lnTo>
                  <a:lnTo>
                    <a:pt x="78" y="256"/>
                  </a:lnTo>
                  <a:lnTo>
                    <a:pt x="78" y="258"/>
                  </a:lnTo>
                  <a:lnTo>
                    <a:pt x="78" y="258"/>
                  </a:lnTo>
                  <a:lnTo>
                    <a:pt x="76" y="260"/>
                  </a:lnTo>
                  <a:lnTo>
                    <a:pt x="76" y="263"/>
                  </a:lnTo>
                  <a:lnTo>
                    <a:pt x="74" y="263"/>
                  </a:lnTo>
                  <a:lnTo>
                    <a:pt x="69" y="265"/>
                  </a:lnTo>
                  <a:lnTo>
                    <a:pt x="67" y="265"/>
                  </a:lnTo>
                  <a:lnTo>
                    <a:pt x="67" y="265"/>
                  </a:lnTo>
                  <a:lnTo>
                    <a:pt x="67" y="265"/>
                  </a:lnTo>
                  <a:lnTo>
                    <a:pt x="67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2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7"/>
                  </a:lnTo>
                  <a:lnTo>
                    <a:pt x="48" y="267"/>
                  </a:lnTo>
                  <a:lnTo>
                    <a:pt x="45" y="270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38" y="275"/>
                  </a:lnTo>
                  <a:lnTo>
                    <a:pt x="38" y="275"/>
                  </a:lnTo>
                  <a:lnTo>
                    <a:pt x="36" y="275"/>
                  </a:lnTo>
                  <a:lnTo>
                    <a:pt x="36" y="275"/>
                  </a:lnTo>
                  <a:lnTo>
                    <a:pt x="36" y="279"/>
                  </a:lnTo>
                  <a:lnTo>
                    <a:pt x="33" y="279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29" y="284"/>
                  </a:lnTo>
                  <a:lnTo>
                    <a:pt x="29" y="284"/>
                  </a:lnTo>
                  <a:lnTo>
                    <a:pt x="29" y="284"/>
                  </a:lnTo>
                  <a:lnTo>
                    <a:pt x="26" y="286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91"/>
                  </a:lnTo>
                  <a:lnTo>
                    <a:pt x="26" y="291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298"/>
                  </a:lnTo>
                  <a:lnTo>
                    <a:pt x="24" y="298"/>
                  </a:lnTo>
                  <a:lnTo>
                    <a:pt x="24" y="303"/>
                  </a:lnTo>
                  <a:lnTo>
                    <a:pt x="24" y="305"/>
                  </a:lnTo>
                  <a:lnTo>
                    <a:pt x="24" y="305"/>
                  </a:lnTo>
                  <a:lnTo>
                    <a:pt x="22" y="308"/>
                  </a:lnTo>
                  <a:lnTo>
                    <a:pt x="22" y="308"/>
                  </a:lnTo>
                  <a:lnTo>
                    <a:pt x="19" y="310"/>
                  </a:lnTo>
                  <a:lnTo>
                    <a:pt x="19" y="310"/>
                  </a:lnTo>
                  <a:lnTo>
                    <a:pt x="17" y="310"/>
                  </a:lnTo>
                  <a:lnTo>
                    <a:pt x="12" y="310"/>
                  </a:lnTo>
                  <a:lnTo>
                    <a:pt x="10" y="312"/>
                  </a:lnTo>
                  <a:lnTo>
                    <a:pt x="10" y="312"/>
                  </a:lnTo>
                  <a:lnTo>
                    <a:pt x="10" y="310"/>
                  </a:lnTo>
                  <a:lnTo>
                    <a:pt x="10" y="310"/>
                  </a:lnTo>
                  <a:lnTo>
                    <a:pt x="7" y="310"/>
                  </a:lnTo>
                  <a:lnTo>
                    <a:pt x="7" y="310"/>
                  </a:lnTo>
                  <a:lnTo>
                    <a:pt x="7" y="310"/>
                  </a:lnTo>
                  <a:lnTo>
                    <a:pt x="5" y="310"/>
                  </a:lnTo>
                  <a:lnTo>
                    <a:pt x="5" y="312"/>
                  </a:lnTo>
                  <a:lnTo>
                    <a:pt x="3" y="312"/>
                  </a:lnTo>
                  <a:lnTo>
                    <a:pt x="3" y="315"/>
                  </a:lnTo>
                  <a:lnTo>
                    <a:pt x="0" y="31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0" y="320"/>
                  </a:lnTo>
                  <a:lnTo>
                    <a:pt x="0" y="322"/>
                  </a:lnTo>
                  <a:lnTo>
                    <a:pt x="0" y="327"/>
                  </a:lnTo>
                  <a:lnTo>
                    <a:pt x="0" y="334"/>
                  </a:lnTo>
                  <a:lnTo>
                    <a:pt x="0" y="341"/>
                  </a:lnTo>
                  <a:lnTo>
                    <a:pt x="3" y="346"/>
                  </a:lnTo>
                  <a:lnTo>
                    <a:pt x="10" y="346"/>
                  </a:lnTo>
                  <a:lnTo>
                    <a:pt x="17" y="343"/>
                  </a:lnTo>
                  <a:lnTo>
                    <a:pt x="24" y="343"/>
                  </a:lnTo>
                  <a:lnTo>
                    <a:pt x="33" y="341"/>
                  </a:lnTo>
                  <a:lnTo>
                    <a:pt x="40" y="341"/>
                  </a:lnTo>
                  <a:lnTo>
                    <a:pt x="55" y="338"/>
                  </a:lnTo>
                  <a:lnTo>
                    <a:pt x="64" y="336"/>
                  </a:lnTo>
                  <a:lnTo>
                    <a:pt x="71" y="336"/>
                  </a:lnTo>
                  <a:lnTo>
                    <a:pt x="78" y="334"/>
                  </a:lnTo>
                  <a:lnTo>
                    <a:pt x="85" y="331"/>
                  </a:lnTo>
                  <a:lnTo>
                    <a:pt x="93" y="331"/>
                  </a:lnTo>
                  <a:lnTo>
                    <a:pt x="102" y="329"/>
                  </a:lnTo>
                  <a:lnTo>
                    <a:pt x="109" y="329"/>
                  </a:lnTo>
                  <a:lnTo>
                    <a:pt x="116" y="327"/>
                  </a:lnTo>
                  <a:lnTo>
                    <a:pt x="123" y="327"/>
                  </a:lnTo>
                  <a:lnTo>
                    <a:pt x="126" y="327"/>
                  </a:lnTo>
                  <a:lnTo>
                    <a:pt x="154" y="312"/>
                  </a:lnTo>
                  <a:lnTo>
                    <a:pt x="156" y="310"/>
                  </a:lnTo>
                  <a:lnTo>
                    <a:pt x="159" y="310"/>
                  </a:lnTo>
                  <a:lnTo>
                    <a:pt x="159" y="312"/>
                  </a:lnTo>
                  <a:lnTo>
                    <a:pt x="159" y="312"/>
                  </a:lnTo>
                  <a:lnTo>
                    <a:pt x="159" y="312"/>
                  </a:lnTo>
                  <a:lnTo>
                    <a:pt x="161" y="310"/>
                  </a:lnTo>
                  <a:lnTo>
                    <a:pt x="161" y="310"/>
                  </a:lnTo>
                  <a:lnTo>
                    <a:pt x="163" y="308"/>
                  </a:lnTo>
                  <a:lnTo>
                    <a:pt x="163" y="308"/>
                  </a:lnTo>
                  <a:lnTo>
                    <a:pt x="166" y="305"/>
                  </a:lnTo>
                  <a:lnTo>
                    <a:pt x="166" y="305"/>
                  </a:lnTo>
                  <a:lnTo>
                    <a:pt x="166" y="305"/>
                  </a:lnTo>
                  <a:lnTo>
                    <a:pt x="166" y="303"/>
                  </a:lnTo>
                  <a:lnTo>
                    <a:pt x="166" y="303"/>
                  </a:lnTo>
                  <a:lnTo>
                    <a:pt x="168" y="303"/>
                  </a:lnTo>
                  <a:lnTo>
                    <a:pt x="168" y="303"/>
                  </a:lnTo>
                  <a:lnTo>
                    <a:pt x="171" y="303"/>
                  </a:lnTo>
                  <a:lnTo>
                    <a:pt x="173" y="301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82" y="296"/>
                  </a:lnTo>
                  <a:lnTo>
                    <a:pt x="182" y="296"/>
                  </a:lnTo>
                  <a:lnTo>
                    <a:pt x="182" y="296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5" y="293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0" y="291"/>
                  </a:lnTo>
                  <a:lnTo>
                    <a:pt x="190" y="291"/>
                  </a:lnTo>
                  <a:lnTo>
                    <a:pt x="192" y="289"/>
                  </a:lnTo>
                  <a:lnTo>
                    <a:pt x="192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7" y="289"/>
                  </a:lnTo>
                  <a:lnTo>
                    <a:pt x="197" y="289"/>
                  </a:lnTo>
                  <a:lnTo>
                    <a:pt x="204" y="289"/>
                  </a:lnTo>
                  <a:lnTo>
                    <a:pt x="211" y="286"/>
                  </a:lnTo>
                  <a:lnTo>
                    <a:pt x="211" y="286"/>
                  </a:lnTo>
                  <a:lnTo>
                    <a:pt x="216" y="286"/>
                  </a:lnTo>
                  <a:lnTo>
                    <a:pt x="220" y="286"/>
                  </a:lnTo>
                  <a:lnTo>
                    <a:pt x="225" y="286"/>
                  </a:lnTo>
                  <a:lnTo>
                    <a:pt x="232" y="284"/>
                  </a:lnTo>
                  <a:lnTo>
                    <a:pt x="239" y="284"/>
                  </a:lnTo>
                  <a:lnTo>
                    <a:pt x="249" y="282"/>
                  </a:lnTo>
                  <a:lnTo>
                    <a:pt x="258" y="282"/>
                  </a:lnTo>
                  <a:lnTo>
                    <a:pt x="265" y="282"/>
                  </a:lnTo>
                  <a:lnTo>
                    <a:pt x="275" y="279"/>
                  </a:lnTo>
                  <a:lnTo>
                    <a:pt x="284" y="279"/>
                  </a:lnTo>
                  <a:lnTo>
                    <a:pt x="294" y="277"/>
                  </a:lnTo>
                  <a:lnTo>
                    <a:pt x="301" y="277"/>
                  </a:lnTo>
                  <a:lnTo>
                    <a:pt x="310" y="277"/>
                  </a:lnTo>
                  <a:lnTo>
                    <a:pt x="315" y="275"/>
                  </a:lnTo>
                  <a:lnTo>
                    <a:pt x="322" y="275"/>
                  </a:lnTo>
                  <a:lnTo>
                    <a:pt x="327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31" y="275"/>
                  </a:lnTo>
                  <a:lnTo>
                    <a:pt x="331" y="275"/>
                  </a:lnTo>
                  <a:lnTo>
                    <a:pt x="331" y="275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4"/>
                  </a:lnTo>
                  <a:lnTo>
                    <a:pt x="331" y="284"/>
                  </a:lnTo>
                  <a:lnTo>
                    <a:pt x="331" y="284"/>
                  </a:lnTo>
                  <a:lnTo>
                    <a:pt x="334" y="284"/>
                  </a:lnTo>
                  <a:lnTo>
                    <a:pt x="334" y="284"/>
                  </a:lnTo>
                  <a:lnTo>
                    <a:pt x="334" y="284"/>
                  </a:lnTo>
                  <a:lnTo>
                    <a:pt x="341" y="277"/>
                  </a:lnTo>
                  <a:lnTo>
                    <a:pt x="341" y="277"/>
                  </a:lnTo>
                  <a:lnTo>
                    <a:pt x="343" y="277"/>
                  </a:lnTo>
                  <a:lnTo>
                    <a:pt x="343" y="277"/>
                  </a:lnTo>
                  <a:lnTo>
                    <a:pt x="343" y="277"/>
                  </a:lnTo>
                  <a:lnTo>
                    <a:pt x="348" y="282"/>
                  </a:lnTo>
                  <a:lnTo>
                    <a:pt x="355" y="286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5" y="308"/>
                  </a:lnTo>
                  <a:lnTo>
                    <a:pt x="369" y="308"/>
                  </a:lnTo>
                  <a:lnTo>
                    <a:pt x="369" y="308"/>
                  </a:lnTo>
                  <a:lnTo>
                    <a:pt x="372" y="308"/>
                  </a:lnTo>
                  <a:lnTo>
                    <a:pt x="376" y="308"/>
                  </a:lnTo>
                  <a:lnTo>
                    <a:pt x="383" y="305"/>
                  </a:lnTo>
                  <a:lnTo>
                    <a:pt x="391" y="305"/>
                  </a:lnTo>
                  <a:lnTo>
                    <a:pt x="400" y="303"/>
                  </a:lnTo>
                  <a:lnTo>
                    <a:pt x="409" y="301"/>
                  </a:lnTo>
                  <a:lnTo>
                    <a:pt x="419" y="301"/>
                  </a:lnTo>
                  <a:lnTo>
                    <a:pt x="428" y="298"/>
                  </a:lnTo>
                  <a:lnTo>
                    <a:pt x="438" y="298"/>
                  </a:lnTo>
                  <a:lnTo>
                    <a:pt x="445" y="296"/>
                  </a:lnTo>
                  <a:lnTo>
                    <a:pt x="454" y="296"/>
                  </a:lnTo>
                  <a:lnTo>
                    <a:pt x="459" y="293"/>
                  </a:lnTo>
                  <a:lnTo>
                    <a:pt x="464" y="293"/>
                  </a:lnTo>
                  <a:lnTo>
                    <a:pt x="469" y="293"/>
                  </a:lnTo>
                  <a:lnTo>
                    <a:pt x="469" y="291"/>
                  </a:lnTo>
                  <a:lnTo>
                    <a:pt x="473" y="291"/>
                  </a:lnTo>
                  <a:lnTo>
                    <a:pt x="476" y="291"/>
                  </a:lnTo>
                  <a:lnTo>
                    <a:pt x="478" y="291"/>
                  </a:lnTo>
                  <a:lnTo>
                    <a:pt x="483" y="293"/>
                  </a:lnTo>
                  <a:lnTo>
                    <a:pt x="490" y="301"/>
                  </a:lnTo>
                  <a:lnTo>
                    <a:pt x="497" y="305"/>
                  </a:lnTo>
                  <a:lnTo>
                    <a:pt x="506" y="310"/>
                  </a:lnTo>
                  <a:lnTo>
                    <a:pt x="521" y="322"/>
                  </a:lnTo>
                  <a:lnTo>
                    <a:pt x="537" y="334"/>
                  </a:lnTo>
                  <a:lnTo>
                    <a:pt x="544" y="338"/>
                  </a:lnTo>
                  <a:lnTo>
                    <a:pt x="554" y="343"/>
                  </a:lnTo>
                  <a:lnTo>
                    <a:pt x="561" y="350"/>
                  </a:lnTo>
                  <a:lnTo>
                    <a:pt x="568" y="355"/>
                  </a:lnTo>
                  <a:lnTo>
                    <a:pt x="577" y="360"/>
                  </a:lnTo>
                  <a:lnTo>
                    <a:pt x="585" y="367"/>
                  </a:lnTo>
                  <a:lnTo>
                    <a:pt x="594" y="372"/>
                  </a:lnTo>
                  <a:lnTo>
                    <a:pt x="601" y="376"/>
                  </a:lnTo>
                  <a:lnTo>
                    <a:pt x="608" y="383"/>
                  </a:lnTo>
                  <a:lnTo>
                    <a:pt x="611" y="381"/>
                  </a:lnTo>
                  <a:lnTo>
                    <a:pt x="613" y="381"/>
                  </a:lnTo>
                  <a:lnTo>
                    <a:pt x="611" y="383"/>
                  </a:lnTo>
                  <a:lnTo>
                    <a:pt x="611" y="383"/>
                  </a:lnTo>
                  <a:lnTo>
                    <a:pt x="620" y="379"/>
                  </a:lnTo>
                  <a:lnTo>
                    <a:pt x="625" y="376"/>
                  </a:lnTo>
                  <a:lnTo>
                    <a:pt x="627" y="374"/>
                  </a:lnTo>
                  <a:lnTo>
                    <a:pt x="627" y="369"/>
                  </a:lnTo>
                  <a:lnTo>
                    <a:pt x="629" y="369"/>
                  </a:lnTo>
                  <a:lnTo>
                    <a:pt x="629" y="372"/>
                  </a:lnTo>
                  <a:lnTo>
                    <a:pt x="629" y="374"/>
                  </a:lnTo>
                  <a:lnTo>
                    <a:pt x="629" y="374"/>
                  </a:lnTo>
                  <a:lnTo>
                    <a:pt x="632" y="374"/>
                  </a:lnTo>
                  <a:lnTo>
                    <a:pt x="641" y="372"/>
                  </a:lnTo>
                  <a:lnTo>
                    <a:pt x="644" y="372"/>
                  </a:lnTo>
                  <a:lnTo>
                    <a:pt x="644" y="372"/>
                  </a:lnTo>
                  <a:lnTo>
                    <a:pt x="651" y="369"/>
                  </a:lnTo>
                  <a:lnTo>
                    <a:pt x="653" y="369"/>
                  </a:lnTo>
                  <a:lnTo>
                    <a:pt x="663" y="372"/>
                  </a:lnTo>
                  <a:lnTo>
                    <a:pt x="663" y="372"/>
                  </a:lnTo>
                  <a:lnTo>
                    <a:pt x="665" y="369"/>
                  </a:lnTo>
                  <a:lnTo>
                    <a:pt x="665" y="369"/>
                  </a:lnTo>
                  <a:lnTo>
                    <a:pt x="667" y="362"/>
                  </a:lnTo>
                  <a:lnTo>
                    <a:pt x="670" y="357"/>
                  </a:lnTo>
                  <a:lnTo>
                    <a:pt x="670" y="355"/>
                  </a:lnTo>
                  <a:lnTo>
                    <a:pt x="667" y="350"/>
                  </a:lnTo>
                  <a:lnTo>
                    <a:pt x="667" y="350"/>
                  </a:lnTo>
                  <a:lnTo>
                    <a:pt x="670" y="348"/>
                  </a:lnTo>
                  <a:lnTo>
                    <a:pt x="667" y="346"/>
                  </a:lnTo>
                  <a:lnTo>
                    <a:pt x="665" y="336"/>
                  </a:lnTo>
                  <a:lnTo>
                    <a:pt x="663" y="334"/>
                  </a:lnTo>
                  <a:lnTo>
                    <a:pt x="665" y="331"/>
                  </a:lnTo>
                  <a:lnTo>
                    <a:pt x="667" y="338"/>
                  </a:lnTo>
                  <a:lnTo>
                    <a:pt x="670" y="341"/>
                  </a:lnTo>
                  <a:lnTo>
                    <a:pt x="670" y="346"/>
                  </a:lnTo>
                  <a:lnTo>
                    <a:pt x="672" y="355"/>
                  </a:lnTo>
                  <a:lnTo>
                    <a:pt x="672" y="360"/>
                  </a:lnTo>
                  <a:lnTo>
                    <a:pt x="672" y="360"/>
                  </a:lnTo>
                  <a:lnTo>
                    <a:pt x="672" y="360"/>
                  </a:lnTo>
                  <a:lnTo>
                    <a:pt x="672" y="362"/>
                  </a:lnTo>
                  <a:lnTo>
                    <a:pt x="672" y="364"/>
                  </a:lnTo>
                  <a:lnTo>
                    <a:pt x="674" y="360"/>
                  </a:lnTo>
                  <a:lnTo>
                    <a:pt x="674" y="353"/>
                  </a:lnTo>
                  <a:lnTo>
                    <a:pt x="674" y="338"/>
                  </a:lnTo>
                  <a:lnTo>
                    <a:pt x="674" y="336"/>
                  </a:lnTo>
                  <a:lnTo>
                    <a:pt x="677" y="331"/>
                  </a:lnTo>
                  <a:lnTo>
                    <a:pt x="677" y="329"/>
                  </a:lnTo>
                  <a:lnTo>
                    <a:pt x="677" y="327"/>
                  </a:lnTo>
                  <a:lnTo>
                    <a:pt x="679" y="322"/>
                  </a:lnTo>
                  <a:lnTo>
                    <a:pt x="684" y="312"/>
                  </a:lnTo>
                  <a:lnTo>
                    <a:pt x="689" y="303"/>
                  </a:lnTo>
                  <a:lnTo>
                    <a:pt x="700" y="291"/>
                  </a:lnTo>
                  <a:lnTo>
                    <a:pt x="708" y="284"/>
                  </a:lnTo>
                  <a:lnTo>
                    <a:pt x="712" y="282"/>
                  </a:lnTo>
                  <a:lnTo>
                    <a:pt x="712" y="279"/>
                  </a:lnTo>
                  <a:lnTo>
                    <a:pt x="715" y="279"/>
                  </a:lnTo>
                  <a:lnTo>
                    <a:pt x="715" y="279"/>
                  </a:lnTo>
                  <a:lnTo>
                    <a:pt x="712" y="279"/>
                  </a:lnTo>
                  <a:lnTo>
                    <a:pt x="712" y="277"/>
                  </a:lnTo>
                  <a:lnTo>
                    <a:pt x="715" y="277"/>
                  </a:lnTo>
                  <a:lnTo>
                    <a:pt x="712" y="275"/>
                  </a:lnTo>
                  <a:lnTo>
                    <a:pt x="710" y="275"/>
                  </a:lnTo>
                  <a:lnTo>
                    <a:pt x="710" y="275"/>
                  </a:lnTo>
                  <a:lnTo>
                    <a:pt x="708" y="275"/>
                  </a:lnTo>
                  <a:lnTo>
                    <a:pt x="708" y="272"/>
                  </a:lnTo>
                  <a:lnTo>
                    <a:pt x="705" y="272"/>
                  </a:lnTo>
                  <a:lnTo>
                    <a:pt x="705" y="272"/>
                  </a:lnTo>
                  <a:lnTo>
                    <a:pt x="705" y="270"/>
                  </a:lnTo>
                  <a:lnTo>
                    <a:pt x="705" y="270"/>
                  </a:lnTo>
                  <a:lnTo>
                    <a:pt x="708" y="270"/>
                  </a:lnTo>
                  <a:lnTo>
                    <a:pt x="708" y="270"/>
                  </a:lnTo>
                  <a:lnTo>
                    <a:pt x="708" y="270"/>
                  </a:lnTo>
                  <a:lnTo>
                    <a:pt x="710" y="267"/>
                  </a:lnTo>
                  <a:lnTo>
                    <a:pt x="710" y="267"/>
                  </a:lnTo>
                  <a:lnTo>
                    <a:pt x="710" y="263"/>
                  </a:lnTo>
                  <a:lnTo>
                    <a:pt x="710" y="263"/>
                  </a:lnTo>
                  <a:lnTo>
                    <a:pt x="708" y="260"/>
                  </a:lnTo>
                  <a:lnTo>
                    <a:pt x="708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3" y="253"/>
                  </a:lnTo>
                  <a:lnTo>
                    <a:pt x="705" y="256"/>
                  </a:lnTo>
                  <a:lnTo>
                    <a:pt x="705" y="256"/>
                  </a:lnTo>
                  <a:lnTo>
                    <a:pt x="705" y="253"/>
                  </a:lnTo>
                  <a:lnTo>
                    <a:pt x="708" y="253"/>
                  </a:lnTo>
                  <a:lnTo>
                    <a:pt x="708" y="256"/>
                  </a:lnTo>
                  <a:lnTo>
                    <a:pt x="710" y="256"/>
                  </a:lnTo>
                  <a:lnTo>
                    <a:pt x="710" y="256"/>
                  </a:lnTo>
                  <a:lnTo>
                    <a:pt x="708" y="256"/>
                  </a:lnTo>
                  <a:lnTo>
                    <a:pt x="708" y="258"/>
                  </a:lnTo>
                  <a:lnTo>
                    <a:pt x="710" y="258"/>
                  </a:lnTo>
                  <a:lnTo>
                    <a:pt x="715" y="263"/>
                  </a:lnTo>
                  <a:lnTo>
                    <a:pt x="715" y="263"/>
                  </a:lnTo>
                  <a:lnTo>
                    <a:pt x="715" y="265"/>
                  </a:lnTo>
                  <a:lnTo>
                    <a:pt x="712" y="270"/>
                  </a:lnTo>
                  <a:lnTo>
                    <a:pt x="710" y="272"/>
                  </a:lnTo>
                  <a:lnTo>
                    <a:pt x="715" y="272"/>
                  </a:lnTo>
                  <a:lnTo>
                    <a:pt x="715" y="272"/>
                  </a:lnTo>
                  <a:lnTo>
                    <a:pt x="715" y="272"/>
                  </a:lnTo>
                  <a:lnTo>
                    <a:pt x="717" y="275"/>
                  </a:lnTo>
                  <a:lnTo>
                    <a:pt x="719" y="275"/>
                  </a:lnTo>
                  <a:lnTo>
                    <a:pt x="722" y="272"/>
                  </a:lnTo>
                  <a:lnTo>
                    <a:pt x="722" y="270"/>
                  </a:lnTo>
                  <a:lnTo>
                    <a:pt x="724" y="270"/>
                  </a:lnTo>
                  <a:lnTo>
                    <a:pt x="729" y="260"/>
                  </a:lnTo>
                  <a:lnTo>
                    <a:pt x="731" y="258"/>
                  </a:lnTo>
                  <a:lnTo>
                    <a:pt x="731" y="258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4" y="256"/>
                  </a:lnTo>
                  <a:lnTo>
                    <a:pt x="734" y="256"/>
                  </a:lnTo>
                  <a:lnTo>
                    <a:pt x="734" y="256"/>
                  </a:lnTo>
                  <a:lnTo>
                    <a:pt x="736" y="253"/>
                  </a:lnTo>
                  <a:lnTo>
                    <a:pt x="736" y="251"/>
                  </a:lnTo>
                  <a:lnTo>
                    <a:pt x="736" y="251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6"/>
                  </a:lnTo>
                  <a:lnTo>
                    <a:pt x="736" y="246"/>
                  </a:lnTo>
                  <a:lnTo>
                    <a:pt x="736" y="246"/>
                  </a:lnTo>
                  <a:lnTo>
                    <a:pt x="736" y="249"/>
                  </a:lnTo>
                  <a:lnTo>
                    <a:pt x="738" y="251"/>
                  </a:lnTo>
                  <a:lnTo>
                    <a:pt x="738" y="253"/>
                  </a:lnTo>
                  <a:lnTo>
                    <a:pt x="738" y="256"/>
                  </a:lnTo>
                  <a:lnTo>
                    <a:pt x="738" y="256"/>
                  </a:lnTo>
                  <a:lnTo>
                    <a:pt x="741" y="256"/>
                  </a:lnTo>
                  <a:lnTo>
                    <a:pt x="741" y="253"/>
                  </a:lnTo>
                  <a:lnTo>
                    <a:pt x="755" y="246"/>
                  </a:lnTo>
                  <a:lnTo>
                    <a:pt x="757" y="244"/>
                  </a:lnTo>
                  <a:lnTo>
                    <a:pt x="776" y="241"/>
                  </a:lnTo>
                  <a:lnTo>
                    <a:pt x="776" y="239"/>
                  </a:lnTo>
                  <a:lnTo>
                    <a:pt x="774" y="237"/>
                  </a:lnTo>
                  <a:lnTo>
                    <a:pt x="774" y="237"/>
                  </a:lnTo>
                  <a:lnTo>
                    <a:pt x="771" y="239"/>
                  </a:lnTo>
                  <a:lnTo>
                    <a:pt x="771" y="239"/>
                  </a:lnTo>
                  <a:lnTo>
                    <a:pt x="769" y="239"/>
                  </a:lnTo>
                  <a:lnTo>
                    <a:pt x="771" y="237"/>
                  </a:lnTo>
                  <a:lnTo>
                    <a:pt x="771" y="234"/>
                  </a:lnTo>
                  <a:lnTo>
                    <a:pt x="774" y="232"/>
                  </a:lnTo>
                  <a:lnTo>
                    <a:pt x="776" y="232"/>
                  </a:lnTo>
                  <a:lnTo>
                    <a:pt x="778" y="232"/>
                  </a:lnTo>
                  <a:lnTo>
                    <a:pt x="778" y="234"/>
                  </a:lnTo>
                  <a:lnTo>
                    <a:pt x="781" y="239"/>
                  </a:lnTo>
                  <a:lnTo>
                    <a:pt x="781" y="241"/>
                  </a:lnTo>
                  <a:lnTo>
                    <a:pt x="786" y="241"/>
                  </a:lnTo>
                  <a:lnTo>
                    <a:pt x="786" y="239"/>
                  </a:lnTo>
                  <a:lnTo>
                    <a:pt x="783" y="227"/>
                  </a:lnTo>
                  <a:lnTo>
                    <a:pt x="783" y="227"/>
                  </a:lnTo>
                  <a:lnTo>
                    <a:pt x="786" y="230"/>
                  </a:lnTo>
                  <a:lnTo>
                    <a:pt x="788" y="232"/>
                  </a:lnTo>
                  <a:lnTo>
                    <a:pt x="788" y="234"/>
                  </a:lnTo>
                  <a:lnTo>
                    <a:pt x="788" y="234"/>
                  </a:lnTo>
                  <a:lnTo>
                    <a:pt x="790" y="237"/>
                  </a:lnTo>
                  <a:lnTo>
                    <a:pt x="793" y="237"/>
                  </a:lnTo>
                  <a:lnTo>
                    <a:pt x="795" y="237"/>
                  </a:lnTo>
                  <a:lnTo>
                    <a:pt x="795" y="237"/>
                  </a:lnTo>
                  <a:lnTo>
                    <a:pt x="797" y="234"/>
                  </a:lnTo>
                  <a:lnTo>
                    <a:pt x="797" y="234"/>
                  </a:lnTo>
                  <a:lnTo>
                    <a:pt x="797" y="232"/>
                  </a:lnTo>
                  <a:lnTo>
                    <a:pt x="795" y="232"/>
                  </a:lnTo>
                  <a:lnTo>
                    <a:pt x="795" y="232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800" y="225"/>
                  </a:lnTo>
                  <a:lnTo>
                    <a:pt x="802" y="222"/>
                  </a:lnTo>
                  <a:lnTo>
                    <a:pt x="802" y="220"/>
                  </a:lnTo>
                  <a:lnTo>
                    <a:pt x="802" y="220"/>
                  </a:lnTo>
                  <a:lnTo>
                    <a:pt x="802" y="218"/>
                  </a:lnTo>
                  <a:lnTo>
                    <a:pt x="802" y="215"/>
                  </a:lnTo>
                  <a:lnTo>
                    <a:pt x="802" y="215"/>
                  </a:lnTo>
                  <a:lnTo>
                    <a:pt x="802" y="215"/>
                  </a:lnTo>
                  <a:lnTo>
                    <a:pt x="805" y="215"/>
                  </a:lnTo>
                  <a:lnTo>
                    <a:pt x="805" y="218"/>
                  </a:lnTo>
                  <a:lnTo>
                    <a:pt x="805" y="218"/>
                  </a:lnTo>
                  <a:lnTo>
                    <a:pt x="807" y="215"/>
                  </a:lnTo>
                  <a:lnTo>
                    <a:pt x="809" y="213"/>
                  </a:lnTo>
                  <a:lnTo>
                    <a:pt x="809" y="213"/>
                  </a:lnTo>
                  <a:lnTo>
                    <a:pt x="809" y="211"/>
                  </a:lnTo>
                  <a:lnTo>
                    <a:pt x="807" y="211"/>
                  </a:lnTo>
                  <a:lnTo>
                    <a:pt x="807" y="208"/>
                  </a:lnTo>
                  <a:lnTo>
                    <a:pt x="807" y="208"/>
                  </a:lnTo>
                  <a:lnTo>
                    <a:pt x="809" y="206"/>
                  </a:lnTo>
                  <a:lnTo>
                    <a:pt x="809" y="206"/>
                  </a:lnTo>
                  <a:lnTo>
                    <a:pt x="812" y="206"/>
                  </a:lnTo>
                  <a:lnTo>
                    <a:pt x="812" y="206"/>
                  </a:lnTo>
                  <a:lnTo>
                    <a:pt x="814" y="204"/>
                  </a:lnTo>
                  <a:lnTo>
                    <a:pt x="814" y="204"/>
                  </a:lnTo>
                  <a:lnTo>
                    <a:pt x="814" y="201"/>
                  </a:lnTo>
                  <a:lnTo>
                    <a:pt x="812" y="201"/>
                  </a:lnTo>
                  <a:lnTo>
                    <a:pt x="809" y="199"/>
                  </a:lnTo>
                  <a:lnTo>
                    <a:pt x="807" y="196"/>
                  </a:lnTo>
                  <a:lnTo>
                    <a:pt x="805" y="196"/>
                  </a:lnTo>
                  <a:lnTo>
                    <a:pt x="805" y="199"/>
                  </a:lnTo>
                  <a:lnTo>
                    <a:pt x="807" y="201"/>
                  </a:lnTo>
                  <a:lnTo>
                    <a:pt x="809" y="204"/>
                  </a:lnTo>
                  <a:lnTo>
                    <a:pt x="807" y="204"/>
                  </a:lnTo>
                  <a:lnTo>
                    <a:pt x="805" y="204"/>
                  </a:lnTo>
                  <a:lnTo>
                    <a:pt x="805" y="206"/>
                  </a:lnTo>
                  <a:lnTo>
                    <a:pt x="802" y="208"/>
                  </a:lnTo>
                  <a:lnTo>
                    <a:pt x="802" y="208"/>
                  </a:lnTo>
                  <a:lnTo>
                    <a:pt x="797" y="208"/>
                  </a:lnTo>
                  <a:lnTo>
                    <a:pt x="795" y="211"/>
                  </a:lnTo>
                  <a:lnTo>
                    <a:pt x="795" y="211"/>
                  </a:lnTo>
                  <a:lnTo>
                    <a:pt x="795" y="208"/>
                  </a:lnTo>
                  <a:lnTo>
                    <a:pt x="795" y="208"/>
                  </a:lnTo>
                  <a:lnTo>
                    <a:pt x="795" y="208"/>
                  </a:lnTo>
                  <a:lnTo>
                    <a:pt x="795" y="206"/>
                  </a:lnTo>
                  <a:lnTo>
                    <a:pt x="795" y="206"/>
                  </a:lnTo>
                  <a:lnTo>
                    <a:pt x="795" y="206"/>
                  </a:lnTo>
                  <a:lnTo>
                    <a:pt x="797" y="204"/>
                  </a:lnTo>
                  <a:lnTo>
                    <a:pt x="800" y="204"/>
                  </a:lnTo>
                  <a:lnTo>
                    <a:pt x="797" y="201"/>
                  </a:lnTo>
                  <a:lnTo>
                    <a:pt x="795" y="199"/>
                  </a:lnTo>
                  <a:lnTo>
                    <a:pt x="795" y="199"/>
                  </a:lnTo>
                  <a:lnTo>
                    <a:pt x="795" y="196"/>
                  </a:lnTo>
                  <a:lnTo>
                    <a:pt x="795" y="196"/>
                  </a:lnTo>
                  <a:lnTo>
                    <a:pt x="795" y="196"/>
                  </a:lnTo>
                  <a:lnTo>
                    <a:pt x="793" y="194"/>
                  </a:lnTo>
                  <a:lnTo>
                    <a:pt x="793" y="194"/>
                  </a:lnTo>
                  <a:lnTo>
                    <a:pt x="793" y="194"/>
                  </a:lnTo>
                  <a:lnTo>
                    <a:pt x="793" y="196"/>
                  </a:lnTo>
                  <a:lnTo>
                    <a:pt x="790" y="199"/>
                  </a:lnTo>
                  <a:lnTo>
                    <a:pt x="790" y="199"/>
                  </a:lnTo>
                  <a:lnTo>
                    <a:pt x="790" y="201"/>
                  </a:lnTo>
                  <a:lnTo>
                    <a:pt x="793" y="204"/>
                  </a:lnTo>
                  <a:lnTo>
                    <a:pt x="793" y="204"/>
                  </a:lnTo>
                  <a:lnTo>
                    <a:pt x="793" y="206"/>
                  </a:lnTo>
                  <a:lnTo>
                    <a:pt x="790" y="204"/>
                  </a:lnTo>
                  <a:lnTo>
                    <a:pt x="788" y="204"/>
                  </a:lnTo>
                  <a:lnTo>
                    <a:pt x="786" y="204"/>
                  </a:lnTo>
                  <a:lnTo>
                    <a:pt x="786" y="204"/>
                  </a:lnTo>
                  <a:lnTo>
                    <a:pt x="783" y="206"/>
                  </a:lnTo>
                  <a:lnTo>
                    <a:pt x="783" y="208"/>
                  </a:lnTo>
                  <a:lnTo>
                    <a:pt x="788" y="211"/>
                  </a:lnTo>
                  <a:lnTo>
                    <a:pt x="788" y="213"/>
                  </a:lnTo>
                  <a:lnTo>
                    <a:pt x="786" y="213"/>
                  </a:lnTo>
                  <a:lnTo>
                    <a:pt x="783" y="211"/>
                  </a:lnTo>
                  <a:lnTo>
                    <a:pt x="781" y="211"/>
                  </a:lnTo>
                  <a:lnTo>
                    <a:pt x="781" y="211"/>
                  </a:lnTo>
                  <a:lnTo>
                    <a:pt x="781" y="208"/>
                  </a:lnTo>
                  <a:lnTo>
                    <a:pt x="778" y="208"/>
                  </a:lnTo>
                  <a:lnTo>
                    <a:pt x="778" y="208"/>
                  </a:lnTo>
                  <a:lnTo>
                    <a:pt x="778" y="208"/>
                  </a:lnTo>
                  <a:lnTo>
                    <a:pt x="776" y="208"/>
                  </a:lnTo>
                  <a:lnTo>
                    <a:pt x="774" y="211"/>
                  </a:lnTo>
                  <a:lnTo>
                    <a:pt x="774" y="213"/>
                  </a:lnTo>
                  <a:lnTo>
                    <a:pt x="771" y="215"/>
                  </a:lnTo>
                  <a:lnTo>
                    <a:pt x="771" y="215"/>
                  </a:lnTo>
                  <a:lnTo>
                    <a:pt x="769" y="218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4" y="218"/>
                  </a:lnTo>
                  <a:lnTo>
                    <a:pt x="762" y="218"/>
                  </a:lnTo>
                  <a:lnTo>
                    <a:pt x="755" y="215"/>
                  </a:lnTo>
                  <a:lnTo>
                    <a:pt x="750" y="215"/>
                  </a:lnTo>
                  <a:lnTo>
                    <a:pt x="748" y="215"/>
                  </a:lnTo>
                  <a:lnTo>
                    <a:pt x="743" y="211"/>
                  </a:lnTo>
                  <a:lnTo>
                    <a:pt x="738" y="206"/>
                  </a:lnTo>
                  <a:lnTo>
                    <a:pt x="736" y="204"/>
                  </a:lnTo>
                  <a:lnTo>
                    <a:pt x="734" y="204"/>
                  </a:lnTo>
                  <a:lnTo>
                    <a:pt x="734" y="204"/>
                  </a:lnTo>
                  <a:lnTo>
                    <a:pt x="729" y="196"/>
                  </a:lnTo>
                  <a:lnTo>
                    <a:pt x="731" y="196"/>
                  </a:lnTo>
                  <a:lnTo>
                    <a:pt x="738" y="204"/>
                  </a:lnTo>
                  <a:lnTo>
                    <a:pt x="743" y="204"/>
                  </a:lnTo>
                  <a:lnTo>
                    <a:pt x="743" y="204"/>
                  </a:lnTo>
                  <a:lnTo>
                    <a:pt x="750" y="208"/>
                  </a:lnTo>
                  <a:lnTo>
                    <a:pt x="752" y="211"/>
                  </a:lnTo>
                  <a:lnTo>
                    <a:pt x="757" y="211"/>
                  </a:lnTo>
                  <a:lnTo>
                    <a:pt x="760" y="211"/>
                  </a:lnTo>
                  <a:lnTo>
                    <a:pt x="764" y="211"/>
                  </a:lnTo>
                  <a:lnTo>
                    <a:pt x="767" y="208"/>
                  </a:lnTo>
                  <a:lnTo>
                    <a:pt x="769" y="206"/>
                  </a:lnTo>
                  <a:lnTo>
                    <a:pt x="771" y="204"/>
                  </a:lnTo>
                  <a:lnTo>
                    <a:pt x="774" y="199"/>
                  </a:lnTo>
                  <a:lnTo>
                    <a:pt x="776" y="196"/>
                  </a:lnTo>
                  <a:lnTo>
                    <a:pt x="776" y="194"/>
                  </a:lnTo>
                  <a:lnTo>
                    <a:pt x="778" y="192"/>
                  </a:lnTo>
                  <a:lnTo>
                    <a:pt x="781" y="189"/>
                  </a:lnTo>
                  <a:lnTo>
                    <a:pt x="781" y="187"/>
                  </a:lnTo>
                  <a:lnTo>
                    <a:pt x="778" y="182"/>
                  </a:lnTo>
                  <a:lnTo>
                    <a:pt x="776" y="185"/>
                  </a:lnTo>
                  <a:lnTo>
                    <a:pt x="776" y="185"/>
                  </a:lnTo>
                  <a:lnTo>
                    <a:pt x="778" y="185"/>
                  </a:lnTo>
                  <a:lnTo>
                    <a:pt x="778" y="185"/>
                  </a:lnTo>
                  <a:lnTo>
                    <a:pt x="778" y="185"/>
                  </a:lnTo>
                  <a:lnTo>
                    <a:pt x="778" y="187"/>
                  </a:lnTo>
                  <a:lnTo>
                    <a:pt x="776" y="187"/>
                  </a:lnTo>
                  <a:lnTo>
                    <a:pt x="776" y="187"/>
                  </a:lnTo>
                  <a:lnTo>
                    <a:pt x="774" y="187"/>
                  </a:lnTo>
                  <a:lnTo>
                    <a:pt x="769" y="187"/>
                  </a:lnTo>
                  <a:lnTo>
                    <a:pt x="769" y="187"/>
                  </a:lnTo>
                  <a:lnTo>
                    <a:pt x="769" y="185"/>
                  </a:lnTo>
                  <a:lnTo>
                    <a:pt x="771" y="185"/>
                  </a:lnTo>
                  <a:lnTo>
                    <a:pt x="771" y="182"/>
                  </a:lnTo>
                  <a:lnTo>
                    <a:pt x="774" y="182"/>
                  </a:lnTo>
                  <a:lnTo>
                    <a:pt x="774" y="182"/>
                  </a:lnTo>
                  <a:lnTo>
                    <a:pt x="774" y="180"/>
                  </a:lnTo>
                  <a:lnTo>
                    <a:pt x="776" y="180"/>
                  </a:lnTo>
                  <a:lnTo>
                    <a:pt x="778" y="180"/>
                  </a:lnTo>
                  <a:lnTo>
                    <a:pt x="781" y="180"/>
                  </a:lnTo>
                  <a:lnTo>
                    <a:pt x="781" y="180"/>
                  </a:lnTo>
                  <a:lnTo>
                    <a:pt x="783" y="178"/>
                  </a:lnTo>
                  <a:lnTo>
                    <a:pt x="781" y="178"/>
                  </a:lnTo>
                  <a:lnTo>
                    <a:pt x="781" y="178"/>
                  </a:lnTo>
                  <a:lnTo>
                    <a:pt x="778" y="175"/>
                  </a:lnTo>
                  <a:lnTo>
                    <a:pt x="778" y="175"/>
                  </a:lnTo>
                  <a:lnTo>
                    <a:pt x="783" y="175"/>
                  </a:lnTo>
                  <a:lnTo>
                    <a:pt x="786" y="175"/>
                  </a:lnTo>
                  <a:lnTo>
                    <a:pt x="786" y="173"/>
                  </a:lnTo>
                  <a:lnTo>
                    <a:pt x="786" y="173"/>
                  </a:lnTo>
                  <a:lnTo>
                    <a:pt x="786" y="170"/>
                  </a:lnTo>
                  <a:lnTo>
                    <a:pt x="786" y="168"/>
                  </a:lnTo>
                  <a:lnTo>
                    <a:pt x="783" y="168"/>
                  </a:lnTo>
                  <a:lnTo>
                    <a:pt x="783" y="166"/>
                  </a:lnTo>
                  <a:lnTo>
                    <a:pt x="783" y="166"/>
                  </a:lnTo>
                  <a:lnTo>
                    <a:pt x="781" y="166"/>
                  </a:lnTo>
                  <a:lnTo>
                    <a:pt x="769" y="166"/>
                  </a:lnTo>
                  <a:lnTo>
                    <a:pt x="762" y="163"/>
                  </a:lnTo>
                  <a:lnTo>
                    <a:pt x="755" y="161"/>
                  </a:lnTo>
                  <a:lnTo>
                    <a:pt x="748" y="161"/>
                  </a:lnTo>
                  <a:lnTo>
                    <a:pt x="745" y="161"/>
                  </a:lnTo>
                  <a:lnTo>
                    <a:pt x="743" y="159"/>
                  </a:lnTo>
                  <a:lnTo>
                    <a:pt x="738" y="159"/>
                  </a:lnTo>
                  <a:lnTo>
                    <a:pt x="734" y="159"/>
                  </a:lnTo>
                  <a:lnTo>
                    <a:pt x="731" y="161"/>
                  </a:lnTo>
                  <a:lnTo>
                    <a:pt x="729" y="156"/>
                  </a:lnTo>
                  <a:lnTo>
                    <a:pt x="729" y="156"/>
                  </a:lnTo>
                  <a:lnTo>
                    <a:pt x="726" y="154"/>
                  </a:lnTo>
                  <a:lnTo>
                    <a:pt x="724" y="154"/>
                  </a:lnTo>
                  <a:lnTo>
                    <a:pt x="724" y="154"/>
                  </a:lnTo>
                  <a:lnTo>
                    <a:pt x="722" y="149"/>
                  </a:lnTo>
                  <a:lnTo>
                    <a:pt x="726" y="151"/>
                  </a:lnTo>
                  <a:lnTo>
                    <a:pt x="729" y="154"/>
                  </a:lnTo>
                  <a:lnTo>
                    <a:pt x="734" y="154"/>
                  </a:lnTo>
                  <a:lnTo>
                    <a:pt x="738" y="156"/>
                  </a:lnTo>
                  <a:lnTo>
                    <a:pt x="741" y="156"/>
                  </a:lnTo>
                  <a:lnTo>
                    <a:pt x="745" y="154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9"/>
                  </a:lnTo>
                  <a:lnTo>
                    <a:pt x="760" y="156"/>
                  </a:lnTo>
                  <a:lnTo>
                    <a:pt x="762" y="156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4" y="154"/>
                  </a:lnTo>
                  <a:lnTo>
                    <a:pt x="764" y="156"/>
                  </a:lnTo>
                  <a:lnTo>
                    <a:pt x="767" y="156"/>
                  </a:lnTo>
                  <a:lnTo>
                    <a:pt x="769" y="156"/>
                  </a:lnTo>
                  <a:lnTo>
                    <a:pt x="771" y="156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7" y="151"/>
                  </a:lnTo>
                  <a:lnTo>
                    <a:pt x="767" y="149"/>
                  </a:lnTo>
                  <a:lnTo>
                    <a:pt x="767" y="149"/>
                  </a:lnTo>
                  <a:lnTo>
                    <a:pt x="767" y="147"/>
                  </a:lnTo>
                  <a:lnTo>
                    <a:pt x="767" y="144"/>
                  </a:lnTo>
                  <a:lnTo>
                    <a:pt x="764" y="144"/>
                  </a:lnTo>
                  <a:lnTo>
                    <a:pt x="764" y="142"/>
                  </a:lnTo>
                  <a:lnTo>
                    <a:pt x="762" y="142"/>
                  </a:lnTo>
                  <a:lnTo>
                    <a:pt x="764" y="140"/>
                  </a:lnTo>
                  <a:lnTo>
                    <a:pt x="767" y="137"/>
                  </a:lnTo>
                  <a:lnTo>
                    <a:pt x="769" y="137"/>
                  </a:lnTo>
                  <a:lnTo>
                    <a:pt x="774" y="137"/>
                  </a:lnTo>
                  <a:lnTo>
                    <a:pt x="776" y="137"/>
                  </a:lnTo>
                  <a:lnTo>
                    <a:pt x="778" y="137"/>
                  </a:lnTo>
                  <a:lnTo>
                    <a:pt x="778" y="140"/>
                  </a:lnTo>
                  <a:lnTo>
                    <a:pt x="778" y="142"/>
                  </a:lnTo>
                  <a:lnTo>
                    <a:pt x="771" y="142"/>
                  </a:lnTo>
                  <a:lnTo>
                    <a:pt x="769" y="142"/>
                  </a:lnTo>
                  <a:lnTo>
                    <a:pt x="769" y="144"/>
                  </a:lnTo>
                  <a:lnTo>
                    <a:pt x="771" y="147"/>
                  </a:lnTo>
                  <a:lnTo>
                    <a:pt x="774" y="147"/>
                  </a:lnTo>
                  <a:lnTo>
                    <a:pt x="774" y="147"/>
                  </a:lnTo>
                  <a:lnTo>
                    <a:pt x="771" y="149"/>
                  </a:lnTo>
                  <a:lnTo>
                    <a:pt x="774" y="149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6" y="154"/>
                  </a:lnTo>
                  <a:lnTo>
                    <a:pt x="778" y="154"/>
                  </a:lnTo>
                  <a:lnTo>
                    <a:pt x="781" y="156"/>
                  </a:lnTo>
                  <a:lnTo>
                    <a:pt x="783" y="156"/>
                  </a:lnTo>
                  <a:lnTo>
                    <a:pt x="783" y="156"/>
                  </a:lnTo>
                  <a:lnTo>
                    <a:pt x="783" y="156"/>
                  </a:lnTo>
                  <a:lnTo>
                    <a:pt x="783" y="154"/>
                  </a:lnTo>
                  <a:lnTo>
                    <a:pt x="781" y="154"/>
                  </a:lnTo>
                  <a:lnTo>
                    <a:pt x="781" y="154"/>
                  </a:lnTo>
                  <a:lnTo>
                    <a:pt x="783" y="151"/>
                  </a:lnTo>
                  <a:lnTo>
                    <a:pt x="783" y="151"/>
                  </a:lnTo>
                  <a:lnTo>
                    <a:pt x="786" y="154"/>
                  </a:lnTo>
                  <a:lnTo>
                    <a:pt x="786" y="149"/>
                  </a:lnTo>
                  <a:lnTo>
                    <a:pt x="786" y="147"/>
                  </a:lnTo>
                  <a:lnTo>
                    <a:pt x="786" y="144"/>
                  </a:lnTo>
                  <a:lnTo>
                    <a:pt x="788" y="144"/>
                  </a:lnTo>
                  <a:lnTo>
                    <a:pt x="790" y="147"/>
                  </a:lnTo>
                  <a:lnTo>
                    <a:pt x="790" y="151"/>
                  </a:lnTo>
                  <a:lnTo>
                    <a:pt x="790" y="154"/>
                  </a:lnTo>
                  <a:lnTo>
                    <a:pt x="793" y="154"/>
                  </a:lnTo>
                  <a:lnTo>
                    <a:pt x="793" y="154"/>
                  </a:lnTo>
                  <a:lnTo>
                    <a:pt x="788" y="156"/>
                  </a:lnTo>
                  <a:lnTo>
                    <a:pt x="788" y="156"/>
                  </a:lnTo>
                  <a:lnTo>
                    <a:pt x="790" y="156"/>
                  </a:lnTo>
                  <a:lnTo>
                    <a:pt x="790" y="156"/>
                  </a:lnTo>
                  <a:lnTo>
                    <a:pt x="790" y="156"/>
                  </a:lnTo>
                  <a:lnTo>
                    <a:pt x="793" y="159"/>
                  </a:lnTo>
                  <a:lnTo>
                    <a:pt x="793" y="159"/>
                  </a:lnTo>
                  <a:lnTo>
                    <a:pt x="795" y="159"/>
                  </a:lnTo>
                  <a:lnTo>
                    <a:pt x="795" y="156"/>
                  </a:lnTo>
                  <a:lnTo>
                    <a:pt x="795" y="154"/>
                  </a:lnTo>
                  <a:lnTo>
                    <a:pt x="793" y="154"/>
                  </a:lnTo>
                  <a:lnTo>
                    <a:pt x="793" y="154"/>
                  </a:lnTo>
                  <a:lnTo>
                    <a:pt x="793" y="151"/>
                  </a:lnTo>
                  <a:lnTo>
                    <a:pt x="793" y="149"/>
                  </a:lnTo>
                  <a:lnTo>
                    <a:pt x="795" y="151"/>
                  </a:lnTo>
                  <a:lnTo>
                    <a:pt x="797" y="151"/>
                  </a:lnTo>
                  <a:lnTo>
                    <a:pt x="800" y="154"/>
                  </a:lnTo>
                  <a:lnTo>
                    <a:pt x="802" y="156"/>
                  </a:lnTo>
                  <a:lnTo>
                    <a:pt x="805" y="156"/>
                  </a:lnTo>
                  <a:lnTo>
                    <a:pt x="805" y="154"/>
                  </a:lnTo>
                  <a:lnTo>
                    <a:pt x="805" y="154"/>
                  </a:lnTo>
                  <a:lnTo>
                    <a:pt x="805" y="151"/>
                  </a:lnTo>
                  <a:lnTo>
                    <a:pt x="805" y="151"/>
                  </a:lnTo>
                  <a:lnTo>
                    <a:pt x="807" y="154"/>
                  </a:lnTo>
                  <a:lnTo>
                    <a:pt x="809" y="154"/>
                  </a:lnTo>
                  <a:lnTo>
                    <a:pt x="816" y="154"/>
                  </a:lnTo>
                  <a:lnTo>
                    <a:pt x="816" y="154"/>
                  </a:lnTo>
                  <a:lnTo>
                    <a:pt x="816" y="151"/>
                  </a:lnTo>
                  <a:lnTo>
                    <a:pt x="819" y="149"/>
                  </a:lnTo>
                  <a:lnTo>
                    <a:pt x="821" y="147"/>
                  </a:lnTo>
                  <a:lnTo>
                    <a:pt x="823" y="147"/>
                  </a:lnTo>
                  <a:lnTo>
                    <a:pt x="823" y="147"/>
                  </a:lnTo>
                  <a:lnTo>
                    <a:pt x="821" y="144"/>
                  </a:lnTo>
                  <a:lnTo>
                    <a:pt x="821" y="142"/>
                  </a:lnTo>
                  <a:lnTo>
                    <a:pt x="823" y="140"/>
                  </a:lnTo>
                  <a:lnTo>
                    <a:pt x="826" y="140"/>
                  </a:lnTo>
                  <a:lnTo>
                    <a:pt x="823" y="142"/>
                  </a:lnTo>
                  <a:lnTo>
                    <a:pt x="826" y="142"/>
                  </a:lnTo>
                  <a:lnTo>
                    <a:pt x="826" y="142"/>
                  </a:lnTo>
                  <a:lnTo>
                    <a:pt x="826" y="142"/>
                  </a:lnTo>
                  <a:lnTo>
                    <a:pt x="826" y="140"/>
                  </a:lnTo>
                  <a:lnTo>
                    <a:pt x="826" y="137"/>
                  </a:lnTo>
                  <a:lnTo>
                    <a:pt x="828" y="137"/>
                  </a:lnTo>
                  <a:lnTo>
                    <a:pt x="828" y="135"/>
                  </a:lnTo>
                  <a:lnTo>
                    <a:pt x="826" y="135"/>
                  </a:lnTo>
                  <a:lnTo>
                    <a:pt x="828" y="133"/>
                  </a:lnTo>
                  <a:lnTo>
                    <a:pt x="828" y="133"/>
                  </a:lnTo>
                  <a:lnTo>
                    <a:pt x="831" y="133"/>
                  </a:lnTo>
                  <a:lnTo>
                    <a:pt x="831" y="130"/>
                  </a:lnTo>
                  <a:lnTo>
                    <a:pt x="828" y="130"/>
                  </a:lnTo>
                  <a:lnTo>
                    <a:pt x="828" y="130"/>
                  </a:lnTo>
                  <a:lnTo>
                    <a:pt x="828" y="128"/>
                  </a:lnTo>
                  <a:lnTo>
                    <a:pt x="828" y="128"/>
                  </a:lnTo>
                  <a:lnTo>
                    <a:pt x="831" y="128"/>
                  </a:lnTo>
                  <a:lnTo>
                    <a:pt x="831" y="128"/>
                  </a:lnTo>
                  <a:lnTo>
                    <a:pt x="835" y="121"/>
                  </a:lnTo>
                  <a:lnTo>
                    <a:pt x="835" y="118"/>
                  </a:lnTo>
                  <a:lnTo>
                    <a:pt x="835" y="116"/>
                  </a:lnTo>
                  <a:lnTo>
                    <a:pt x="833" y="114"/>
                  </a:lnTo>
                  <a:lnTo>
                    <a:pt x="835" y="111"/>
                  </a:lnTo>
                  <a:lnTo>
                    <a:pt x="835" y="11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8" name="Freeform 29">
              <a:extLst>
                <a:ext uri="{FF2B5EF4-FFF2-40B4-BE49-F238E27FC236}">
                  <a16:creationId xmlns:a16="http://schemas.microsoft.com/office/drawing/2014/main" id="{134FEAFB-0B71-4E4B-A435-EF103F56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487" y="1764611"/>
              <a:ext cx="997878" cy="556055"/>
            </a:xfrm>
            <a:custGeom>
              <a:avLst/>
              <a:gdLst>
                <a:gd name="T0" fmla="*/ 1010 w 1057"/>
                <a:gd name="T1" fmla="*/ 570 h 589"/>
                <a:gd name="T2" fmla="*/ 861 w 1057"/>
                <a:gd name="T3" fmla="*/ 563 h 589"/>
                <a:gd name="T4" fmla="*/ 712 w 1057"/>
                <a:gd name="T5" fmla="*/ 553 h 589"/>
                <a:gd name="T6" fmla="*/ 563 w 1057"/>
                <a:gd name="T7" fmla="*/ 542 h 589"/>
                <a:gd name="T8" fmla="*/ 416 w 1057"/>
                <a:gd name="T9" fmla="*/ 530 h 589"/>
                <a:gd name="T10" fmla="*/ 395 w 1057"/>
                <a:gd name="T11" fmla="*/ 572 h 589"/>
                <a:gd name="T12" fmla="*/ 381 w 1057"/>
                <a:gd name="T13" fmla="*/ 575 h 589"/>
                <a:gd name="T14" fmla="*/ 369 w 1057"/>
                <a:gd name="T15" fmla="*/ 553 h 589"/>
                <a:gd name="T16" fmla="*/ 359 w 1057"/>
                <a:gd name="T17" fmla="*/ 560 h 589"/>
                <a:gd name="T18" fmla="*/ 355 w 1057"/>
                <a:gd name="T19" fmla="*/ 572 h 589"/>
                <a:gd name="T20" fmla="*/ 355 w 1057"/>
                <a:gd name="T21" fmla="*/ 577 h 589"/>
                <a:gd name="T22" fmla="*/ 324 w 1057"/>
                <a:gd name="T23" fmla="*/ 577 h 589"/>
                <a:gd name="T24" fmla="*/ 300 w 1057"/>
                <a:gd name="T25" fmla="*/ 572 h 589"/>
                <a:gd name="T26" fmla="*/ 281 w 1057"/>
                <a:gd name="T27" fmla="*/ 570 h 589"/>
                <a:gd name="T28" fmla="*/ 270 w 1057"/>
                <a:gd name="T29" fmla="*/ 577 h 589"/>
                <a:gd name="T30" fmla="*/ 239 w 1057"/>
                <a:gd name="T31" fmla="*/ 572 h 589"/>
                <a:gd name="T32" fmla="*/ 227 w 1057"/>
                <a:gd name="T33" fmla="*/ 582 h 589"/>
                <a:gd name="T34" fmla="*/ 215 w 1057"/>
                <a:gd name="T35" fmla="*/ 568 h 589"/>
                <a:gd name="T36" fmla="*/ 213 w 1057"/>
                <a:gd name="T37" fmla="*/ 553 h 589"/>
                <a:gd name="T38" fmla="*/ 213 w 1057"/>
                <a:gd name="T39" fmla="*/ 544 h 589"/>
                <a:gd name="T40" fmla="*/ 203 w 1057"/>
                <a:gd name="T41" fmla="*/ 527 h 589"/>
                <a:gd name="T42" fmla="*/ 189 w 1057"/>
                <a:gd name="T43" fmla="*/ 525 h 589"/>
                <a:gd name="T44" fmla="*/ 182 w 1057"/>
                <a:gd name="T45" fmla="*/ 508 h 589"/>
                <a:gd name="T46" fmla="*/ 180 w 1057"/>
                <a:gd name="T47" fmla="*/ 487 h 589"/>
                <a:gd name="T48" fmla="*/ 173 w 1057"/>
                <a:gd name="T49" fmla="*/ 475 h 589"/>
                <a:gd name="T50" fmla="*/ 163 w 1057"/>
                <a:gd name="T51" fmla="*/ 461 h 589"/>
                <a:gd name="T52" fmla="*/ 163 w 1057"/>
                <a:gd name="T53" fmla="*/ 444 h 589"/>
                <a:gd name="T54" fmla="*/ 161 w 1057"/>
                <a:gd name="T55" fmla="*/ 430 h 589"/>
                <a:gd name="T56" fmla="*/ 147 w 1057"/>
                <a:gd name="T57" fmla="*/ 414 h 589"/>
                <a:gd name="T58" fmla="*/ 139 w 1057"/>
                <a:gd name="T59" fmla="*/ 418 h 589"/>
                <a:gd name="T60" fmla="*/ 132 w 1057"/>
                <a:gd name="T61" fmla="*/ 428 h 589"/>
                <a:gd name="T62" fmla="*/ 118 w 1057"/>
                <a:gd name="T63" fmla="*/ 435 h 589"/>
                <a:gd name="T64" fmla="*/ 104 w 1057"/>
                <a:gd name="T65" fmla="*/ 428 h 589"/>
                <a:gd name="T66" fmla="*/ 95 w 1057"/>
                <a:gd name="T67" fmla="*/ 416 h 589"/>
                <a:gd name="T68" fmla="*/ 97 w 1057"/>
                <a:gd name="T69" fmla="*/ 402 h 589"/>
                <a:gd name="T70" fmla="*/ 102 w 1057"/>
                <a:gd name="T71" fmla="*/ 390 h 589"/>
                <a:gd name="T72" fmla="*/ 111 w 1057"/>
                <a:gd name="T73" fmla="*/ 381 h 589"/>
                <a:gd name="T74" fmla="*/ 106 w 1057"/>
                <a:gd name="T75" fmla="*/ 369 h 589"/>
                <a:gd name="T76" fmla="*/ 106 w 1057"/>
                <a:gd name="T77" fmla="*/ 352 h 589"/>
                <a:gd name="T78" fmla="*/ 113 w 1057"/>
                <a:gd name="T79" fmla="*/ 345 h 589"/>
                <a:gd name="T80" fmla="*/ 118 w 1057"/>
                <a:gd name="T81" fmla="*/ 331 h 589"/>
                <a:gd name="T82" fmla="*/ 123 w 1057"/>
                <a:gd name="T83" fmla="*/ 317 h 589"/>
                <a:gd name="T84" fmla="*/ 125 w 1057"/>
                <a:gd name="T85" fmla="*/ 310 h 589"/>
                <a:gd name="T86" fmla="*/ 130 w 1057"/>
                <a:gd name="T87" fmla="*/ 295 h 589"/>
                <a:gd name="T88" fmla="*/ 113 w 1057"/>
                <a:gd name="T89" fmla="*/ 293 h 589"/>
                <a:gd name="T90" fmla="*/ 104 w 1057"/>
                <a:gd name="T91" fmla="*/ 286 h 589"/>
                <a:gd name="T92" fmla="*/ 92 w 1057"/>
                <a:gd name="T93" fmla="*/ 284 h 589"/>
                <a:gd name="T94" fmla="*/ 83 w 1057"/>
                <a:gd name="T95" fmla="*/ 269 h 589"/>
                <a:gd name="T96" fmla="*/ 78 w 1057"/>
                <a:gd name="T97" fmla="*/ 253 h 589"/>
                <a:gd name="T98" fmla="*/ 59 w 1057"/>
                <a:gd name="T99" fmla="*/ 227 h 589"/>
                <a:gd name="T100" fmla="*/ 50 w 1057"/>
                <a:gd name="T101" fmla="*/ 213 h 589"/>
                <a:gd name="T102" fmla="*/ 19 w 1057"/>
                <a:gd name="T103" fmla="*/ 187 h 589"/>
                <a:gd name="T104" fmla="*/ 26 w 1057"/>
                <a:gd name="T105" fmla="*/ 182 h 589"/>
                <a:gd name="T106" fmla="*/ 24 w 1057"/>
                <a:gd name="T107" fmla="*/ 170 h 589"/>
                <a:gd name="T108" fmla="*/ 19 w 1057"/>
                <a:gd name="T109" fmla="*/ 149 h 589"/>
                <a:gd name="T110" fmla="*/ 7 w 1057"/>
                <a:gd name="T111" fmla="*/ 130 h 589"/>
                <a:gd name="T112" fmla="*/ 12 w 1057"/>
                <a:gd name="T113" fmla="*/ 28 h 589"/>
                <a:gd name="T114" fmla="*/ 244 w 1057"/>
                <a:gd name="T115" fmla="*/ 30 h 589"/>
                <a:gd name="T116" fmla="*/ 527 w 1057"/>
                <a:gd name="T117" fmla="*/ 61 h 589"/>
                <a:gd name="T118" fmla="*/ 795 w 1057"/>
                <a:gd name="T119" fmla="*/ 82 h 589"/>
                <a:gd name="T120" fmla="*/ 1057 w 1057"/>
                <a:gd name="T121" fmla="*/ 118 h 589"/>
                <a:gd name="T122" fmla="*/ 1045 w 1057"/>
                <a:gd name="T123" fmla="*/ 45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57" h="589">
                  <a:moveTo>
                    <a:pt x="1045" y="459"/>
                  </a:moveTo>
                  <a:lnTo>
                    <a:pt x="1045" y="471"/>
                  </a:lnTo>
                  <a:lnTo>
                    <a:pt x="1045" y="485"/>
                  </a:lnTo>
                  <a:lnTo>
                    <a:pt x="1045" y="497"/>
                  </a:lnTo>
                  <a:lnTo>
                    <a:pt x="1045" y="511"/>
                  </a:lnTo>
                  <a:lnTo>
                    <a:pt x="1043" y="523"/>
                  </a:lnTo>
                  <a:lnTo>
                    <a:pt x="1043" y="537"/>
                  </a:lnTo>
                  <a:lnTo>
                    <a:pt x="1043" y="549"/>
                  </a:lnTo>
                  <a:lnTo>
                    <a:pt x="1043" y="563"/>
                  </a:lnTo>
                  <a:lnTo>
                    <a:pt x="1043" y="570"/>
                  </a:lnTo>
                  <a:lnTo>
                    <a:pt x="1043" y="572"/>
                  </a:lnTo>
                  <a:lnTo>
                    <a:pt x="1038" y="570"/>
                  </a:lnTo>
                  <a:lnTo>
                    <a:pt x="1029" y="570"/>
                  </a:lnTo>
                  <a:lnTo>
                    <a:pt x="1019" y="570"/>
                  </a:lnTo>
                  <a:lnTo>
                    <a:pt x="1010" y="570"/>
                  </a:lnTo>
                  <a:lnTo>
                    <a:pt x="1000" y="570"/>
                  </a:lnTo>
                  <a:lnTo>
                    <a:pt x="989" y="570"/>
                  </a:lnTo>
                  <a:lnTo>
                    <a:pt x="979" y="568"/>
                  </a:lnTo>
                  <a:lnTo>
                    <a:pt x="970" y="568"/>
                  </a:lnTo>
                  <a:lnTo>
                    <a:pt x="960" y="568"/>
                  </a:lnTo>
                  <a:lnTo>
                    <a:pt x="951" y="568"/>
                  </a:lnTo>
                  <a:lnTo>
                    <a:pt x="941" y="568"/>
                  </a:lnTo>
                  <a:lnTo>
                    <a:pt x="930" y="568"/>
                  </a:lnTo>
                  <a:lnTo>
                    <a:pt x="920" y="565"/>
                  </a:lnTo>
                  <a:lnTo>
                    <a:pt x="911" y="565"/>
                  </a:lnTo>
                  <a:lnTo>
                    <a:pt x="901" y="565"/>
                  </a:lnTo>
                  <a:lnTo>
                    <a:pt x="892" y="565"/>
                  </a:lnTo>
                  <a:lnTo>
                    <a:pt x="880" y="565"/>
                  </a:lnTo>
                  <a:lnTo>
                    <a:pt x="870" y="563"/>
                  </a:lnTo>
                  <a:lnTo>
                    <a:pt x="861" y="563"/>
                  </a:lnTo>
                  <a:lnTo>
                    <a:pt x="851" y="563"/>
                  </a:lnTo>
                  <a:lnTo>
                    <a:pt x="842" y="563"/>
                  </a:lnTo>
                  <a:lnTo>
                    <a:pt x="830" y="560"/>
                  </a:lnTo>
                  <a:lnTo>
                    <a:pt x="821" y="560"/>
                  </a:lnTo>
                  <a:lnTo>
                    <a:pt x="811" y="560"/>
                  </a:lnTo>
                  <a:lnTo>
                    <a:pt x="802" y="560"/>
                  </a:lnTo>
                  <a:lnTo>
                    <a:pt x="792" y="558"/>
                  </a:lnTo>
                  <a:lnTo>
                    <a:pt x="780" y="558"/>
                  </a:lnTo>
                  <a:lnTo>
                    <a:pt x="771" y="558"/>
                  </a:lnTo>
                  <a:lnTo>
                    <a:pt x="762" y="558"/>
                  </a:lnTo>
                  <a:lnTo>
                    <a:pt x="752" y="556"/>
                  </a:lnTo>
                  <a:lnTo>
                    <a:pt x="743" y="556"/>
                  </a:lnTo>
                  <a:lnTo>
                    <a:pt x="731" y="556"/>
                  </a:lnTo>
                  <a:lnTo>
                    <a:pt x="721" y="553"/>
                  </a:lnTo>
                  <a:lnTo>
                    <a:pt x="712" y="553"/>
                  </a:lnTo>
                  <a:lnTo>
                    <a:pt x="702" y="553"/>
                  </a:lnTo>
                  <a:lnTo>
                    <a:pt x="693" y="553"/>
                  </a:lnTo>
                  <a:lnTo>
                    <a:pt x="684" y="551"/>
                  </a:lnTo>
                  <a:lnTo>
                    <a:pt x="672" y="551"/>
                  </a:lnTo>
                  <a:lnTo>
                    <a:pt x="662" y="551"/>
                  </a:lnTo>
                  <a:lnTo>
                    <a:pt x="653" y="549"/>
                  </a:lnTo>
                  <a:lnTo>
                    <a:pt x="643" y="549"/>
                  </a:lnTo>
                  <a:lnTo>
                    <a:pt x="634" y="549"/>
                  </a:lnTo>
                  <a:lnTo>
                    <a:pt x="622" y="546"/>
                  </a:lnTo>
                  <a:lnTo>
                    <a:pt x="613" y="546"/>
                  </a:lnTo>
                  <a:lnTo>
                    <a:pt x="603" y="546"/>
                  </a:lnTo>
                  <a:lnTo>
                    <a:pt x="594" y="544"/>
                  </a:lnTo>
                  <a:lnTo>
                    <a:pt x="584" y="544"/>
                  </a:lnTo>
                  <a:lnTo>
                    <a:pt x="572" y="544"/>
                  </a:lnTo>
                  <a:lnTo>
                    <a:pt x="563" y="542"/>
                  </a:lnTo>
                  <a:lnTo>
                    <a:pt x="553" y="542"/>
                  </a:lnTo>
                  <a:lnTo>
                    <a:pt x="544" y="542"/>
                  </a:lnTo>
                  <a:lnTo>
                    <a:pt x="534" y="539"/>
                  </a:lnTo>
                  <a:lnTo>
                    <a:pt x="525" y="539"/>
                  </a:lnTo>
                  <a:lnTo>
                    <a:pt x="513" y="539"/>
                  </a:lnTo>
                  <a:lnTo>
                    <a:pt x="504" y="537"/>
                  </a:lnTo>
                  <a:lnTo>
                    <a:pt x="494" y="537"/>
                  </a:lnTo>
                  <a:lnTo>
                    <a:pt x="485" y="534"/>
                  </a:lnTo>
                  <a:lnTo>
                    <a:pt x="475" y="534"/>
                  </a:lnTo>
                  <a:lnTo>
                    <a:pt x="464" y="534"/>
                  </a:lnTo>
                  <a:lnTo>
                    <a:pt x="454" y="532"/>
                  </a:lnTo>
                  <a:lnTo>
                    <a:pt x="445" y="532"/>
                  </a:lnTo>
                  <a:lnTo>
                    <a:pt x="435" y="530"/>
                  </a:lnTo>
                  <a:lnTo>
                    <a:pt x="426" y="530"/>
                  </a:lnTo>
                  <a:lnTo>
                    <a:pt x="416" y="530"/>
                  </a:lnTo>
                  <a:lnTo>
                    <a:pt x="404" y="527"/>
                  </a:lnTo>
                  <a:lnTo>
                    <a:pt x="400" y="527"/>
                  </a:lnTo>
                  <a:lnTo>
                    <a:pt x="400" y="530"/>
                  </a:lnTo>
                  <a:lnTo>
                    <a:pt x="400" y="532"/>
                  </a:lnTo>
                  <a:lnTo>
                    <a:pt x="400" y="537"/>
                  </a:lnTo>
                  <a:lnTo>
                    <a:pt x="400" y="542"/>
                  </a:lnTo>
                  <a:lnTo>
                    <a:pt x="400" y="544"/>
                  </a:lnTo>
                  <a:lnTo>
                    <a:pt x="400" y="549"/>
                  </a:lnTo>
                  <a:lnTo>
                    <a:pt x="397" y="551"/>
                  </a:lnTo>
                  <a:lnTo>
                    <a:pt x="397" y="556"/>
                  </a:lnTo>
                  <a:lnTo>
                    <a:pt x="397" y="558"/>
                  </a:lnTo>
                  <a:lnTo>
                    <a:pt x="397" y="563"/>
                  </a:lnTo>
                  <a:lnTo>
                    <a:pt x="397" y="565"/>
                  </a:lnTo>
                  <a:lnTo>
                    <a:pt x="397" y="570"/>
                  </a:lnTo>
                  <a:lnTo>
                    <a:pt x="395" y="572"/>
                  </a:lnTo>
                  <a:lnTo>
                    <a:pt x="395" y="577"/>
                  </a:lnTo>
                  <a:lnTo>
                    <a:pt x="395" y="582"/>
                  </a:lnTo>
                  <a:lnTo>
                    <a:pt x="395" y="584"/>
                  </a:lnTo>
                  <a:lnTo>
                    <a:pt x="395" y="589"/>
                  </a:lnTo>
                  <a:lnTo>
                    <a:pt x="390" y="587"/>
                  </a:lnTo>
                  <a:lnTo>
                    <a:pt x="390" y="584"/>
                  </a:lnTo>
                  <a:lnTo>
                    <a:pt x="388" y="582"/>
                  </a:lnTo>
                  <a:lnTo>
                    <a:pt x="385" y="579"/>
                  </a:lnTo>
                  <a:lnTo>
                    <a:pt x="385" y="577"/>
                  </a:lnTo>
                  <a:lnTo>
                    <a:pt x="383" y="577"/>
                  </a:lnTo>
                  <a:lnTo>
                    <a:pt x="383" y="577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2"/>
                  </a:lnTo>
                  <a:lnTo>
                    <a:pt x="381" y="572"/>
                  </a:lnTo>
                  <a:lnTo>
                    <a:pt x="381" y="570"/>
                  </a:lnTo>
                  <a:lnTo>
                    <a:pt x="381" y="570"/>
                  </a:lnTo>
                  <a:lnTo>
                    <a:pt x="381" y="570"/>
                  </a:lnTo>
                  <a:lnTo>
                    <a:pt x="381" y="568"/>
                  </a:lnTo>
                  <a:lnTo>
                    <a:pt x="381" y="568"/>
                  </a:lnTo>
                  <a:lnTo>
                    <a:pt x="378" y="568"/>
                  </a:lnTo>
                  <a:lnTo>
                    <a:pt x="378" y="568"/>
                  </a:lnTo>
                  <a:lnTo>
                    <a:pt x="378" y="565"/>
                  </a:lnTo>
                  <a:lnTo>
                    <a:pt x="374" y="560"/>
                  </a:lnTo>
                  <a:lnTo>
                    <a:pt x="374" y="558"/>
                  </a:lnTo>
                  <a:lnTo>
                    <a:pt x="374" y="556"/>
                  </a:lnTo>
                  <a:lnTo>
                    <a:pt x="371" y="553"/>
                  </a:lnTo>
                  <a:lnTo>
                    <a:pt x="369" y="553"/>
                  </a:lnTo>
                  <a:lnTo>
                    <a:pt x="369" y="553"/>
                  </a:lnTo>
                  <a:lnTo>
                    <a:pt x="369" y="553"/>
                  </a:lnTo>
                  <a:lnTo>
                    <a:pt x="367" y="556"/>
                  </a:lnTo>
                  <a:lnTo>
                    <a:pt x="367" y="556"/>
                  </a:lnTo>
                  <a:lnTo>
                    <a:pt x="364" y="556"/>
                  </a:lnTo>
                  <a:lnTo>
                    <a:pt x="362" y="556"/>
                  </a:lnTo>
                  <a:lnTo>
                    <a:pt x="362" y="556"/>
                  </a:lnTo>
                  <a:lnTo>
                    <a:pt x="362" y="558"/>
                  </a:lnTo>
                  <a:lnTo>
                    <a:pt x="359" y="558"/>
                  </a:lnTo>
                  <a:lnTo>
                    <a:pt x="359" y="558"/>
                  </a:lnTo>
                  <a:lnTo>
                    <a:pt x="359" y="558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5"/>
                  </a:lnTo>
                  <a:lnTo>
                    <a:pt x="359" y="565"/>
                  </a:lnTo>
                  <a:lnTo>
                    <a:pt x="357" y="565"/>
                  </a:lnTo>
                  <a:lnTo>
                    <a:pt x="357" y="565"/>
                  </a:lnTo>
                  <a:lnTo>
                    <a:pt x="357" y="565"/>
                  </a:lnTo>
                  <a:lnTo>
                    <a:pt x="355" y="568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5" y="570"/>
                  </a:lnTo>
                  <a:lnTo>
                    <a:pt x="355" y="570"/>
                  </a:lnTo>
                  <a:lnTo>
                    <a:pt x="355" y="572"/>
                  </a:lnTo>
                  <a:lnTo>
                    <a:pt x="355" y="572"/>
                  </a:lnTo>
                  <a:lnTo>
                    <a:pt x="355" y="572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7" y="577"/>
                  </a:lnTo>
                  <a:lnTo>
                    <a:pt x="359" y="577"/>
                  </a:lnTo>
                  <a:lnTo>
                    <a:pt x="359" y="577"/>
                  </a:lnTo>
                  <a:lnTo>
                    <a:pt x="359" y="577"/>
                  </a:lnTo>
                  <a:lnTo>
                    <a:pt x="357" y="577"/>
                  </a:lnTo>
                  <a:lnTo>
                    <a:pt x="357" y="577"/>
                  </a:lnTo>
                  <a:lnTo>
                    <a:pt x="355" y="577"/>
                  </a:lnTo>
                  <a:lnTo>
                    <a:pt x="355" y="577"/>
                  </a:lnTo>
                  <a:lnTo>
                    <a:pt x="355" y="577"/>
                  </a:lnTo>
                  <a:lnTo>
                    <a:pt x="352" y="577"/>
                  </a:lnTo>
                  <a:lnTo>
                    <a:pt x="350" y="575"/>
                  </a:lnTo>
                  <a:lnTo>
                    <a:pt x="350" y="575"/>
                  </a:lnTo>
                  <a:lnTo>
                    <a:pt x="338" y="575"/>
                  </a:lnTo>
                  <a:lnTo>
                    <a:pt x="338" y="575"/>
                  </a:lnTo>
                  <a:lnTo>
                    <a:pt x="333" y="577"/>
                  </a:lnTo>
                  <a:lnTo>
                    <a:pt x="333" y="577"/>
                  </a:lnTo>
                  <a:lnTo>
                    <a:pt x="331" y="577"/>
                  </a:lnTo>
                  <a:lnTo>
                    <a:pt x="329" y="577"/>
                  </a:lnTo>
                  <a:lnTo>
                    <a:pt x="329" y="577"/>
                  </a:lnTo>
                  <a:lnTo>
                    <a:pt x="326" y="577"/>
                  </a:lnTo>
                  <a:lnTo>
                    <a:pt x="326" y="577"/>
                  </a:lnTo>
                  <a:lnTo>
                    <a:pt x="326" y="577"/>
                  </a:lnTo>
                  <a:lnTo>
                    <a:pt x="324" y="577"/>
                  </a:lnTo>
                  <a:lnTo>
                    <a:pt x="324" y="577"/>
                  </a:lnTo>
                  <a:lnTo>
                    <a:pt x="324" y="575"/>
                  </a:lnTo>
                  <a:lnTo>
                    <a:pt x="324" y="575"/>
                  </a:lnTo>
                  <a:lnTo>
                    <a:pt x="324" y="575"/>
                  </a:lnTo>
                  <a:lnTo>
                    <a:pt x="322" y="572"/>
                  </a:lnTo>
                  <a:lnTo>
                    <a:pt x="322" y="572"/>
                  </a:lnTo>
                  <a:lnTo>
                    <a:pt x="317" y="572"/>
                  </a:lnTo>
                  <a:lnTo>
                    <a:pt x="317" y="572"/>
                  </a:lnTo>
                  <a:lnTo>
                    <a:pt x="315" y="572"/>
                  </a:lnTo>
                  <a:lnTo>
                    <a:pt x="315" y="572"/>
                  </a:lnTo>
                  <a:lnTo>
                    <a:pt x="315" y="572"/>
                  </a:lnTo>
                  <a:lnTo>
                    <a:pt x="312" y="572"/>
                  </a:lnTo>
                  <a:lnTo>
                    <a:pt x="312" y="572"/>
                  </a:lnTo>
                  <a:lnTo>
                    <a:pt x="310" y="572"/>
                  </a:lnTo>
                  <a:lnTo>
                    <a:pt x="300" y="572"/>
                  </a:lnTo>
                  <a:lnTo>
                    <a:pt x="300" y="572"/>
                  </a:lnTo>
                  <a:lnTo>
                    <a:pt x="298" y="572"/>
                  </a:lnTo>
                  <a:lnTo>
                    <a:pt x="296" y="570"/>
                  </a:lnTo>
                  <a:lnTo>
                    <a:pt x="293" y="570"/>
                  </a:lnTo>
                  <a:lnTo>
                    <a:pt x="291" y="570"/>
                  </a:lnTo>
                  <a:lnTo>
                    <a:pt x="291" y="570"/>
                  </a:lnTo>
                  <a:lnTo>
                    <a:pt x="291" y="570"/>
                  </a:lnTo>
                  <a:lnTo>
                    <a:pt x="288" y="568"/>
                  </a:lnTo>
                  <a:lnTo>
                    <a:pt x="288" y="568"/>
                  </a:lnTo>
                  <a:lnTo>
                    <a:pt x="286" y="568"/>
                  </a:lnTo>
                  <a:lnTo>
                    <a:pt x="286" y="568"/>
                  </a:lnTo>
                  <a:lnTo>
                    <a:pt x="286" y="570"/>
                  </a:lnTo>
                  <a:lnTo>
                    <a:pt x="284" y="570"/>
                  </a:lnTo>
                  <a:lnTo>
                    <a:pt x="284" y="570"/>
                  </a:lnTo>
                  <a:lnTo>
                    <a:pt x="281" y="570"/>
                  </a:lnTo>
                  <a:lnTo>
                    <a:pt x="281" y="570"/>
                  </a:lnTo>
                  <a:lnTo>
                    <a:pt x="279" y="570"/>
                  </a:lnTo>
                  <a:lnTo>
                    <a:pt x="279" y="570"/>
                  </a:lnTo>
                  <a:lnTo>
                    <a:pt x="279" y="572"/>
                  </a:lnTo>
                  <a:lnTo>
                    <a:pt x="277" y="572"/>
                  </a:lnTo>
                  <a:lnTo>
                    <a:pt x="277" y="575"/>
                  </a:lnTo>
                  <a:lnTo>
                    <a:pt x="274" y="579"/>
                  </a:lnTo>
                  <a:lnTo>
                    <a:pt x="274" y="579"/>
                  </a:lnTo>
                  <a:lnTo>
                    <a:pt x="274" y="579"/>
                  </a:lnTo>
                  <a:lnTo>
                    <a:pt x="272" y="579"/>
                  </a:lnTo>
                  <a:lnTo>
                    <a:pt x="272" y="579"/>
                  </a:lnTo>
                  <a:lnTo>
                    <a:pt x="270" y="579"/>
                  </a:lnTo>
                  <a:lnTo>
                    <a:pt x="270" y="579"/>
                  </a:lnTo>
                  <a:lnTo>
                    <a:pt x="270" y="579"/>
                  </a:lnTo>
                  <a:lnTo>
                    <a:pt x="270" y="577"/>
                  </a:lnTo>
                  <a:lnTo>
                    <a:pt x="267" y="577"/>
                  </a:lnTo>
                  <a:lnTo>
                    <a:pt x="267" y="577"/>
                  </a:lnTo>
                  <a:lnTo>
                    <a:pt x="265" y="577"/>
                  </a:lnTo>
                  <a:lnTo>
                    <a:pt x="262" y="577"/>
                  </a:lnTo>
                  <a:lnTo>
                    <a:pt x="262" y="577"/>
                  </a:lnTo>
                  <a:lnTo>
                    <a:pt x="260" y="575"/>
                  </a:lnTo>
                  <a:lnTo>
                    <a:pt x="260" y="575"/>
                  </a:lnTo>
                  <a:lnTo>
                    <a:pt x="260" y="575"/>
                  </a:lnTo>
                  <a:lnTo>
                    <a:pt x="248" y="572"/>
                  </a:lnTo>
                  <a:lnTo>
                    <a:pt x="246" y="570"/>
                  </a:lnTo>
                  <a:lnTo>
                    <a:pt x="246" y="570"/>
                  </a:lnTo>
                  <a:lnTo>
                    <a:pt x="244" y="570"/>
                  </a:lnTo>
                  <a:lnTo>
                    <a:pt x="244" y="572"/>
                  </a:lnTo>
                  <a:lnTo>
                    <a:pt x="241" y="572"/>
                  </a:lnTo>
                  <a:lnTo>
                    <a:pt x="239" y="572"/>
                  </a:lnTo>
                  <a:lnTo>
                    <a:pt x="239" y="572"/>
                  </a:lnTo>
                  <a:lnTo>
                    <a:pt x="234" y="577"/>
                  </a:lnTo>
                  <a:lnTo>
                    <a:pt x="232" y="577"/>
                  </a:lnTo>
                  <a:lnTo>
                    <a:pt x="232" y="577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29" y="584"/>
                  </a:lnTo>
                  <a:lnTo>
                    <a:pt x="229" y="584"/>
                  </a:lnTo>
                  <a:lnTo>
                    <a:pt x="227" y="582"/>
                  </a:lnTo>
                  <a:lnTo>
                    <a:pt x="227" y="582"/>
                  </a:lnTo>
                  <a:lnTo>
                    <a:pt x="227" y="579"/>
                  </a:lnTo>
                  <a:lnTo>
                    <a:pt x="222" y="579"/>
                  </a:lnTo>
                  <a:lnTo>
                    <a:pt x="222" y="577"/>
                  </a:lnTo>
                  <a:lnTo>
                    <a:pt x="222" y="577"/>
                  </a:lnTo>
                  <a:lnTo>
                    <a:pt x="220" y="575"/>
                  </a:lnTo>
                  <a:lnTo>
                    <a:pt x="220" y="575"/>
                  </a:lnTo>
                  <a:lnTo>
                    <a:pt x="220" y="575"/>
                  </a:lnTo>
                  <a:lnTo>
                    <a:pt x="218" y="575"/>
                  </a:lnTo>
                  <a:lnTo>
                    <a:pt x="218" y="572"/>
                  </a:lnTo>
                  <a:lnTo>
                    <a:pt x="218" y="572"/>
                  </a:lnTo>
                  <a:lnTo>
                    <a:pt x="218" y="570"/>
                  </a:lnTo>
                  <a:lnTo>
                    <a:pt x="218" y="570"/>
                  </a:lnTo>
                  <a:lnTo>
                    <a:pt x="215" y="570"/>
                  </a:lnTo>
                  <a:lnTo>
                    <a:pt x="215" y="568"/>
                  </a:lnTo>
                  <a:lnTo>
                    <a:pt x="215" y="568"/>
                  </a:lnTo>
                  <a:lnTo>
                    <a:pt x="218" y="568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18" y="563"/>
                  </a:lnTo>
                  <a:lnTo>
                    <a:pt x="218" y="563"/>
                  </a:lnTo>
                  <a:lnTo>
                    <a:pt x="215" y="563"/>
                  </a:lnTo>
                  <a:lnTo>
                    <a:pt x="215" y="560"/>
                  </a:lnTo>
                  <a:lnTo>
                    <a:pt x="215" y="560"/>
                  </a:lnTo>
                  <a:lnTo>
                    <a:pt x="215" y="560"/>
                  </a:lnTo>
                  <a:lnTo>
                    <a:pt x="215" y="558"/>
                  </a:lnTo>
                  <a:lnTo>
                    <a:pt x="215" y="558"/>
                  </a:lnTo>
                  <a:lnTo>
                    <a:pt x="213" y="556"/>
                  </a:lnTo>
                  <a:lnTo>
                    <a:pt x="213" y="556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5" y="553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49"/>
                  </a:lnTo>
                  <a:lnTo>
                    <a:pt x="215" y="549"/>
                  </a:lnTo>
                  <a:lnTo>
                    <a:pt x="213" y="546"/>
                  </a:lnTo>
                  <a:lnTo>
                    <a:pt x="213" y="546"/>
                  </a:lnTo>
                  <a:lnTo>
                    <a:pt x="213" y="544"/>
                  </a:lnTo>
                  <a:lnTo>
                    <a:pt x="213" y="544"/>
                  </a:lnTo>
                  <a:lnTo>
                    <a:pt x="213" y="544"/>
                  </a:lnTo>
                  <a:lnTo>
                    <a:pt x="213" y="542"/>
                  </a:lnTo>
                  <a:lnTo>
                    <a:pt x="210" y="542"/>
                  </a:lnTo>
                  <a:lnTo>
                    <a:pt x="210" y="542"/>
                  </a:lnTo>
                  <a:lnTo>
                    <a:pt x="210" y="542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7"/>
                  </a:lnTo>
                  <a:lnTo>
                    <a:pt x="208" y="537"/>
                  </a:lnTo>
                  <a:lnTo>
                    <a:pt x="208" y="534"/>
                  </a:lnTo>
                  <a:lnTo>
                    <a:pt x="208" y="534"/>
                  </a:lnTo>
                  <a:lnTo>
                    <a:pt x="206" y="532"/>
                  </a:lnTo>
                  <a:lnTo>
                    <a:pt x="203" y="530"/>
                  </a:lnTo>
                  <a:lnTo>
                    <a:pt x="203" y="527"/>
                  </a:lnTo>
                  <a:lnTo>
                    <a:pt x="201" y="527"/>
                  </a:lnTo>
                  <a:lnTo>
                    <a:pt x="199" y="527"/>
                  </a:lnTo>
                  <a:lnTo>
                    <a:pt x="199" y="527"/>
                  </a:lnTo>
                  <a:lnTo>
                    <a:pt x="196" y="527"/>
                  </a:lnTo>
                  <a:lnTo>
                    <a:pt x="196" y="527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2" y="530"/>
                  </a:lnTo>
                  <a:lnTo>
                    <a:pt x="192" y="530"/>
                  </a:lnTo>
                  <a:lnTo>
                    <a:pt x="189" y="530"/>
                  </a:lnTo>
                  <a:lnTo>
                    <a:pt x="189" y="527"/>
                  </a:lnTo>
                  <a:lnTo>
                    <a:pt x="189" y="525"/>
                  </a:lnTo>
                  <a:lnTo>
                    <a:pt x="189" y="525"/>
                  </a:lnTo>
                  <a:lnTo>
                    <a:pt x="189" y="525"/>
                  </a:lnTo>
                  <a:lnTo>
                    <a:pt x="184" y="523"/>
                  </a:lnTo>
                  <a:lnTo>
                    <a:pt x="182" y="520"/>
                  </a:lnTo>
                  <a:lnTo>
                    <a:pt x="182" y="520"/>
                  </a:lnTo>
                  <a:lnTo>
                    <a:pt x="182" y="518"/>
                  </a:lnTo>
                  <a:lnTo>
                    <a:pt x="182" y="516"/>
                  </a:lnTo>
                  <a:lnTo>
                    <a:pt x="182" y="513"/>
                  </a:lnTo>
                  <a:lnTo>
                    <a:pt x="180" y="513"/>
                  </a:lnTo>
                  <a:lnTo>
                    <a:pt x="180" y="513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2" y="508"/>
                  </a:lnTo>
                  <a:lnTo>
                    <a:pt x="182" y="508"/>
                  </a:lnTo>
                  <a:lnTo>
                    <a:pt x="182" y="508"/>
                  </a:lnTo>
                  <a:lnTo>
                    <a:pt x="184" y="508"/>
                  </a:lnTo>
                  <a:lnTo>
                    <a:pt x="184" y="506"/>
                  </a:lnTo>
                  <a:lnTo>
                    <a:pt x="184" y="504"/>
                  </a:lnTo>
                  <a:lnTo>
                    <a:pt x="184" y="504"/>
                  </a:lnTo>
                  <a:lnTo>
                    <a:pt x="184" y="504"/>
                  </a:lnTo>
                  <a:lnTo>
                    <a:pt x="184" y="501"/>
                  </a:lnTo>
                  <a:lnTo>
                    <a:pt x="184" y="501"/>
                  </a:lnTo>
                  <a:lnTo>
                    <a:pt x="184" y="497"/>
                  </a:lnTo>
                  <a:lnTo>
                    <a:pt x="182" y="497"/>
                  </a:lnTo>
                  <a:lnTo>
                    <a:pt x="180" y="492"/>
                  </a:lnTo>
                  <a:lnTo>
                    <a:pt x="180" y="492"/>
                  </a:lnTo>
                  <a:lnTo>
                    <a:pt x="180" y="489"/>
                  </a:lnTo>
                  <a:lnTo>
                    <a:pt x="180" y="487"/>
                  </a:lnTo>
                  <a:lnTo>
                    <a:pt x="180" y="487"/>
                  </a:lnTo>
                  <a:lnTo>
                    <a:pt x="177" y="487"/>
                  </a:lnTo>
                  <a:lnTo>
                    <a:pt x="175" y="487"/>
                  </a:lnTo>
                  <a:lnTo>
                    <a:pt x="175" y="487"/>
                  </a:lnTo>
                  <a:lnTo>
                    <a:pt x="175" y="485"/>
                  </a:lnTo>
                  <a:lnTo>
                    <a:pt x="175" y="485"/>
                  </a:lnTo>
                  <a:lnTo>
                    <a:pt x="175" y="485"/>
                  </a:lnTo>
                  <a:lnTo>
                    <a:pt x="175" y="482"/>
                  </a:lnTo>
                  <a:lnTo>
                    <a:pt x="175" y="482"/>
                  </a:lnTo>
                  <a:lnTo>
                    <a:pt x="175" y="482"/>
                  </a:lnTo>
                  <a:lnTo>
                    <a:pt x="175" y="480"/>
                  </a:lnTo>
                  <a:lnTo>
                    <a:pt x="175" y="480"/>
                  </a:lnTo>
                  <a:lnTo>
                    <a:pt x="173" y="480"/>
                  </a:lnTo>
                  <a:lnTo>
                    <a:pt x="173" y="478"/>
                  </a:lnTo>
                  <a:lnTo>
                    <a:pt x="173" y="478"/>
                  </a:lnTo>
                  <a:lnTo>
                    <a:pt x="173" y="475"/>
                  </a:lnTo>
                  <a:lnTo>
                    <a:pt x="170" y="475"/>
                  </a:lnTo>
                  <a:lnTo>
                    <a:pt x="170" y="473"/>
                  </a:lnTo>
                  <a:lnTo>
                    <a:pt x="168" y="471"/>
                  </a:lnTo>
                  <a:lnTo>
                    <a:pt x="168" y="471"/>
                  </a:lnTo>
                  <a:lnTo>
                    <a:pt x="168" y="471"/>
                  </a:lnTo>
                  <a:lnTo>
                    <a:pt x="168" y="468"/>
                  </a:lnTo>
                  <a:lnTo>
                    <a:pt x="168" y="468"/>
                  </a:lnTo>
                  <a:lnTo>
                    <a:pt x="168" y="466"/>
                  </a:lnTo>
                  <a:lnTo>
                    <a:pt x="165" y="466"/>
                  </a:lnTo>
                  <a:lnTo>
                    <a:pt x="165" y="463"/>
                  </a:lnTo>
                  <a:lnTo>
                    <a:pt x="163" y="463"/>
                  </a:lnTo>
                  <a:lnTo>
                    <a:pt x="163" y="463"/>
                  </a:lnTo>
                  <a:lnTo>
                    <a:pt x="163" y="463"/>
                  </a:lnTo>
                  <a:lnTo>
                    <a:pt x="163" y="461"/>
                  </a:lnTo>
                  <a:lnTo>
                    <a:pt x="163" y="461"/>
                  </a:lnTo>
                  <a:lnTo>
                    <a:pt x="163" y="459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5" y="454"/>
                  </a:lnTo>
                  <a:lnTo>
                    <a:pt x="163" y="454"/>
                  </a:lnTo>
                  <a:lnTo>
                    <a:pt x="161" y="452"/>
                  </a:lnTo>
                  <a:lnTo>
                    <a:pt x="161" y="449"/>
                  </a:lnTo>
                  <a:lnTo>
                    <a:pt x="161" y="449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4"/>
                  </a:lnTo>
                  <a:lnTo>
                    <a:pt x="163" y="444"/>
                  </a:lnTo>
                  <a:lnTo>
                    <a:pt x="163" y="444"/>
                  </a:lnTo>
                  <a:lnTo>
                    <a:pt x="163" y="442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37"/>
                  </a:lnTo>
                  <a:lnTo>
                    <a:pt x="158" y="437"/>
                  </a:lnTo>
                  <a:lnTo>
                    <a:pt x="158" y="435"/>
                  </a:lnTo>
                  <a:lnTo>
                    <a:pt x="158" y="435"/>
                  </a:lnTo>
                  <a:lnTo>
                    <a:pt x="158" y="435"/>
                  </a:lnTo>
                  <a:lnTo>
                    <a:pt x="158" y="433"/>
                  </a:lnTo>
                  <a:lnTo>
                    <a:pt x="161" y="433"/>
                  </a:lnTo>
                  <a:lnTo>
                    <a:pt x="161" y="430"/>
                  </a:lnTo>
                  <a:lnTo>
                    <a:pt x="161" y="430"/>
                  </a:lnTo>
                  <a:lnTo>
                    <a:pt x="161" y="430"/>
                  </a:lnTo>
                  <a:lnTo>
                    <a:pt x="161" y="428"/>
                  </a:lnTo>
                  <a:lnTo>
                    <a:pt x="161" y="428"/>
                  </a:lnTo>
                  <a:lnTo>
                    <a:pt x="161" y="428"/>
                  </a:lnTo>
                  <a:lnTo>
                    <a:pt x="161" y="426"/>
                  </a:lnTo>
                  <a:lnTo>
                    <a:pt x="161" y="426"/>
                  </a:lnTo>
                  <a:lnTo>
                    <a:pt x="158" y="426"/>
                  </a:lnTo>
                  <a:lnTo>
                    <a:pt x="154" y="423"/>
                  </a:lnTo>
                  <a:lnTo>
                    <a:pt x="154" y="423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4" y="418"/>
                  </a:lnTo>
                  <a:lnTo>
                    <a:pt x="151" y="416"/>
                  </a:lnTo>
                  <a:lnTo>
                    <a:pt x="147" y="414"/>
                  </a:lnTo>
                  <a:lnTo>
                    <a:pt x="147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2" y="418"/>
                  </a:lnTo>
                  <a:lnTo>
                    <a:pt x="139" y="418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7" y="421"/>
                  </a:lnTo>
                  <a:lnTo>
                    <a:pt x="137" y="421"/>
                  </a:lnTo>
                  <a:lnTo>
                    <a:pt x="137" y="423"/>
                  </a:lnTo>
                  <a:lnTo>
                    <a:pt x="137" y="423"/>
                  </a:lnTo>
                  <a:lnTo>
                    <a:pt x="137" y="423"/>
                  </a:lnTo>
                  <a:lnTo>
                    <a:pt x="135" y="423"/>
                  </a:lnTo>
                  <a:lnTo>
                    <a:pt x="135" y="426"/>
                  </a:lnTo>
                  <a:lnTo>
                    <a:pt x="135" y="426"/>
                  </a:lnTo>
                  <a:lnTo>
                    <a:pt x="132" y="426"/>
                  </a:lnTo>
                  <a:lnTo>
                    <a:pt x="132" y="426"/>
                  </a:lnTo>
                  <a:lnTo>
                    <a:pt x="132" y="428"/>
                  </a:lnTo>
                  <a:lnTo>
                    <a:pt x="132" y="428"/>
                  </a:lnTo>
                  <a:lnTo>
                    <a:pt x="132" y="428"/>
                  </a:lnTo>
                  <a:lnTo>
                    <a:pt x="128" y="428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18" y="433"/>
                  </a:lnTo>
                  <a:lnTo>
                    <a:pt x="118" y="435"/>
                  </a:lnTo>
                  <a:lnTo>
                    <a:pt x="118" y="435"/>
                  </a:lnTo>
                  <a:lnTo>
                    <a:pt x="118" y="435"/>
                  </a:lnTo>
                  <a:lnTo>
                    <a:pt x="116" y="435"/>
                  </a:lnTo>
                  <a:lnTo>
                    <a:pt x="113" y="435"/>
                  </a:lnTo>
                  <a:lnTo>
                    <a:pt x="113" y="435"/>
                  </a:lnTo>
                  <a:lnTo>
                    <a:pt x="113" y="435"/>
                  </a:lnTo>
                  <a:lnTo>
                    <a:pt x="111" y="435"/>
                  </a:lnTo>
                  <a:lnTo>
                    <a:pt x="111" y="435"/>
                  </a:lnTo>
                  <a:lnTo>
                    <a:pt x="109" y="435"/>
                  </a:lnTo>
                  <a:lnTo>
                    <a:pt x="109" y="435"/>
                  </a:lnTo>
                  <a:lnTo>
                    <a:pt x="109" y="433"/>
                  </a:lnTo>
                  <a:lnTo>
                    <a:pt x="106" y="430"/>
                  </a:lnTo>
                  <a:lnTo>
                    <a:pt x="104" y="430"/>
                  </a:lnTo>
                  <a:lnTo>
                    <a:pt x="104" y="430"/>
                  </a:lnTo>
                  <a:lnTo>
                    <a:pt x="104" y="428"/>
                  </a:lnTo>
                  <a:lnTo>
                    <a:pt x="104" y="428"/>
                  </a:lnTo>
                  <a:lnTo>
                    <a:pt x="104" y="428"/>
                  </a:lnTo>
                  <a:lnTo>
                    <a:pt x="102" y="426"/>
                  </a:lnTo>
                  <a:lnTo>
                    <a:pt x="99" y="426"/>
                  </a:lnTo>
                  <a:lnTo>
                    <a:pt x="97" y="423"/>
                  </a:lnTo>
                  <a:lnTo>
                    <a:pt x="95" y="423"/>
                  </a:lnTo>
                  <a:lnTo>
                    <a:pt x="92" y="423"/>
                  </a:lnTo>
                  <a:lnTo>
                    <a:pt x="92" y="423"/>
                  </a:lnTo>
                  <a:lnTo>
                    <a:pt x="92" y="421"/>
                  </a:lnTo>
                  <a:lnTo>
                    <a:pt x="95" y="421"/>
                  </a:lnTo>
                  <a:lnTo>
                    <a:pt x="95" y="421"/>
                  </a:lnTo>
                  <a:lnTo>
                    <a:pt x="95" y="418"/>
                  </a:lnTo>
                  <a:lnTo>
                    <a:pt x="95" y="418"/>
                  </a:lnTo>
                  <a:lnTo>
                    <a:pt x="95" y="418"/>
                  </a:lnTo>
                  <a:lnTo>
                    <a:pt x="95" y="416"/>
                  </a:lnTo>
                  <a:lnTo>
                    <a:pt x="95" y="416"/>
                  </a:lnTo>
                  <a:lnTo>
                    <a:pt x="95" y="416"/>
                  </a:lnTo>
                  <a:lnTo>
                    <a:pt x="95" y="414"/>
                  </a:lnTo>
                  <a:lnTo>
                    <a:pt x="97" y="414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09"/>
                  </a:lnTo>
                  <a:lnTo>
                    <a:pt x="99" y="409"/>
                  </a:lnTo>
                  <a:lnTo>
                    <a:pt x="99" y="409"/>
                  </a:lnTo>
                  <a:lnTo>
                    <a:pt x="99" y="407"/>
                  </a:lnTo>
                  <a:lnTo>
                    <a:pt x="99" y="407"/>
                  </a:lnTo>
                  <a:lnTo>
                    <a:pt x="99" y="404"/>
                  </a:lnTo>
                  <a:lnTo>
                    <a:pt x="97" y="402"/>
                  </a:lnTo>
                  <a:lnTo>
                    <a:pt x="97" y="402"/>
                  </a:lnTo>
                  <a:lnTo>
                    <a:pt x="97" y="402"/>
                  </a:lnTo>
                  <a:lnTo>
                    <a:pt x="97" y="400"/>
                  </a:lnTo>
                  <a:lnTo>
                    <a:pt x="97" y="400"/>
                  </a:lnTo>
                  <a:lnTo>
                    <a:pt x="95" y="397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5"/>
                  </a:lnTo>
                  <a:lnTo>
                    <a:pt x="99" y="395"/>
                  </a:lnTo>
                  <a:lnTo>
                    <a:pt x="99" y="392"/>
                  </a:lnTo>
                  <a:lnTo>
                    <a:pt x="102" y="39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4" y="390"/>
                  </a:lnTo>
                  <a:lnTo>
                    <a:pt x="104" y="390"/>
                  </a:lnTo>
                  <a:lnTo>
                    <a:pt x="106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5"/>
                  </a:lnTo>
                  <a:lnTo>
                    <a:pt x="111" y="385"/>
                  </a:lnTo>
                  <a:lnTo>
                    <a:pt x="111" y="383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78"/>
                  </a:lnTo>
                  <a:lnTo>
                    <a:pt x="111" y="378"/>
                  </a:lnTo>
                  <a:lnTo>
                    <a:pt x="111" y="376"/>
                  </a:lnTo>
                  <a:lnTo>
                    <a:pt x="113" y="376"/>
                  </a:lnTo>
                  <a:lnTo>
                    <a:pt x="113" y="376"/>
                  </a:lnTo>
                  <a:lnTo>
                    <a:pt x="111" y="373"/>
                  </a:lnTo>
                  <a:lnTo>
                    <a:pt x="111" y="373"/>
                  </a:lnTo>
                  <a:lnTo>
                    <a:pt x="109" y="373"/>
                  </a:lnTo>
                  <a:lnTo>
                    <a:pt x="106" y="371"/>
                  </a:lnTo>
                  <a:lnTo>
                    <a:pt x="106" y="371"/>
                  </a:lnTo>
                  <a:lnTo>
                    <a:pt x="106" y="371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6" y="366"/>
                  </a:lnTo>
                  <a:lnTo>
                    <a:pt x="106" y="366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4"/>
                  </a:lnTo>
                  <a:lnTo>
                    <a:pt x="109" y="362"/>
                  </a:lnTo>
                  <a:lnTo>
                    <a:pt x="109" y="362"/>
                  </a:lnTo>
                  <a:lnTo>
                    <a:pt x="109" y="362"/>
                  </a:lnTo>
                  <a:lnTo>
                    <a:pt x="109" y="359"/>
                  </a:lnTo>
                  <a:lnTo>
                    <a:pt x="109" y="359"/>
                  </a:lnTo>
                  <a:lnTo>
                    <a:pt x="109" y="359"/>
                  </a:lnTo>
                  <a:lnTo>
                    <a:pt x="109" y="357"/>
                  </a:lnTo>
                  <a:lnTo>
                    <a:pt x="106" y="355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0"/>
                  </a:lnTo>
                  <a:lnTo>
                    <a:pt x="109" y="350"/>
                  </a:lnTo>
                  <a:lnTo>
                    <a:pt x="111" y="350"/>
                  </a:lnTo>
                  <a:lnTo>
                    <a:pt x="111" y="350"/>
                  </a:lnTo>
                  <a:lnTo>
                    <a:pt x="111" y="350"/>
                  </a:lnTo>
                  <a:lnTo>
                    <a:pt x="113" y="350"/>
                  </a:lnTo>
                  <a:lnTo>
                    <a:pt x="113" y="350"/>
                  </a:lnTo>
                  <a:lnTo>
                    <a:pt x="113" y="350"/>
                  </a:lnTo>
                  <a:lnTo>
                    <a:pt x="113" y="347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3" y="345"/>
                  </a:lnTo>
                  <a:lnTo>
                    <a:pt x="113" y="343"/>
                  </a:lnTo>
                  <a:lnTo>
                    <a:pt x="113" y="343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13" y="340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6"/>
                  </a:lnTo>
                  <a:lnTo>
                    <a:pt x="113" y="336"/>
                  </a:lnTo>
                  <a:lnTo>
                    <a:pt x="116" y="333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29"/>
                  </a:lnTo>
                  <a:lnTo>
                    <a:pt x="118" y="326"/>
                  </a:lnTo>
                  <a:lnTo>
                    <a:pt x="118" y="326"/>
                  </a:lnTo>
                  <a:lnTo>
                    <a:pt x="118" y="324"/>
                  </a:lnTo>
                  <a:lnTo>
                    <a:pt x="123" y="321"/>
                  </a:lnTo>
                  <a:lnTo>
                    <a:pt x="123" y="319"/>
                  </a:lnTo>
                  <a:lnTo>
                    <a:pt x="123" y="319"/>
                  </a:lnTo>
                  <a:lnTo>
                    <a:pt x="123" y="319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0"/>
                  </a:lnTo>
                  <a:lnTo>
                    <a:pt x="128" y="310"/>
                  </a:lnTo>
                  <a:lnTo>
                    <a:pt x="125" y="310"/>
                  </a:lnTo>
                  <a:lnTo>
                    <a:pt x="125" y="310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8" y="305"/>
                  </a:lnTo>
                  <a:lnTo>
                    <a:pt x="128" y="305"/>
                  </a:lnTo>
                  <a:lnTo>
                    <a:pt x="128" y="305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0"/>
                  </a:lnTo>
                  <a:lnTo>
                    <a:pt x="130" y="300"/>
                  </a:lnTo>
                  <a:lnTo>
                    <a:pt x="130" y="298"/>
                  </a:lnTo>
                  <a:lnTo>
                    <a:pt x="130" y="295"/>
                  </a:lnTo>
                  <a:lnTo>
                    <a:pt x="130" y="295"/>
                  </a:lnTo>
                  <a:lnTo>
                    <a:pt x="130" y="295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28" y="293"/>
                  </a:lnTo>
                  <a:lnTo>
                    <a:pt x="128" y="293"/>
                  </a:lnTo>
                  <a:lnTo>
                    <a:pt x="128" y="293"/>
                  </a:lnTo>
                  <a:lnTo>
                    <a:pt x="121" y="293"/>
                  </a:lnTo>
                  <a:lnTo>
                    <a:pt x="121" y="293"/>
                  </a:lnTo>
                  <a:lnTo>
                    <a:pt x="118" y="295"/>
                  </a:lnTo>
                  <a:lnTo>
                    <a:pt x="118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3" y="293"/>
                  </a:lnTo>
                  <a:lnTo>
                    <a:pt x="113" y="293"/>
                  </a:lnTo>
                  <a:lnTo>
                    <a:pt x="113" y="293"/>
                  </a:lnTo>
                  <a:lnTo>
                    <a:pt x="111" y="295"/>
                  </a:lnTo>
                  <a:lnTo>
                    <a:pt x="109" y="295"/>
                  </a:lnTo>
                  <a:lnTo>
                    <a:pt x="109" y="295"/>
                  </a:lnTo>
                  <a:lnTo>
                    <a:pt x="106" y="293"/>
                  </a:lnTo>
                  <a:lnTo>
                    <a:pt x="106" y="293"/>
                  </a:lnTo>
                  <a:lnTo>
                    <a:pt x="104" y="291"/>
                  </a:lnTo>
                  <a:lnTo>
                    <a:pt x="102" y="291"/>
                  </a:lnTo>
                  <a:lnTo>
                    <a:pt x="102" y="291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4" y="286"/>
                  </a:lnTo>
                  <a:lnTo>
                    <a:pt x="104" y="286"/>
                  </a:lnTo>
                  <a:lnTo>
                    <a:pt x="104" y="284"/>
                  </a:lnTo>
                  <a:lnTo>
                    <a:pt x="104" y="284"/>
                  </a:lnTo>
                  <a:lnTo>
                    <a:pt x="104" y="284"/>
                  </a:lnTo>
                  <a:lnTo>
                    <a:pt x="102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7" y="281"/>
                  </a:lnTo>
                  <a:lnTo>
                    <a:pt x="97" y="281"/>
                  </a:lnTo>
                  <a:lnTo>
                    <a:pt x="95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1"/>
                  </a:lnTo>
                  <a:lnTo>
                    <a:pt x="92" y="281"/>
                  </a:lnTo>
                  <a:lnTo>
                    <a:pt x="92" y="279"/>
                  </a:lnTo>
                  <a:lnTo>
                    <a:pt x="92" y="279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0" y="274"/>
                  </a:lnTo>
                  <a:lnTo>
                    <a:pt x="87" y="274"/>
                  </a:lnTo>
                  <a:lnTo>
                    <a:pt x="87" y="272"/>
                  </a:lnTo>
                  <a:lnTo>
                    <a:pt x="85" y="272"/>
                  </a:lnTo>
                  <a:lnTo>
                    <a:pt x="85" y="269"/>
                  </a:lnTo>
                  <a:lnTo>
                    <a:pt x="83" y="269"/>
                  </a:lnTo>
                  <a:lnTo>
                    <a:pt x="80" y="267"/>
                  </a:lnTo>
                  <a:lnTo>
                    <a:pt x="80" y="267"/>
                  </a:lnTo>
                  <a:lnTo>
                    <a:pt x="80" y="265"/>
                  </a:lnTo>
                  <a:lnTo>
                    <a:pt x="80" y="265"/>
                  </a:lnTo>
                  <a:lnTo>
                    <a:pt x="80" y="262"/>
                  </a:lnTo>
                  <a:lnTo>
                    <a:pt x="80" y="260"/>
                  </a:lnTo>
                  <a:lnTo>
                    <a:pt x="80" y="260"/>
                  </a:lnTo>
                  <a:lnTo>
                    <a:pt x="80" y="260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8" y="253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76" y="248"/>
                  </a:lnTo>
                  <a:lnTo>
                    <a:pt x="73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3"/>
                  </a:lnTo>
                  <a:lnTo>
                    <a:pt x="71" y="243"/>
                  </a:lnTo>
                  <a:lnTo>
                    <a:pt x="64" y="234"/>
                  </a:lnTo>
                  <a:lnTo>
                    <a:pt x="61" y="231"/>
                  </a:lnTo>
                  <a:lnTo>
                    <a:pt x="61" y="227"/>
                  </a:lnTo>
                  <a:lnTo>
                    <a:pt x="59" y="227"/>
                  </a:lnTo>
                  <a:lnTo>
                    <a:pt x="57" y="224"/>
                  </a:lnTo>
                  <a:lnTo>
                    <a:pt x="57" y="224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4" y="222"/>
                  </a:lnTo>
                  <a:lnTo>
                    <a:pt x="54" y="222"/>
                  </a:lnTo>
                  <a:lnTo>
                    <a:pt x="54" y="220"/>
                  </a:lnTo>
                  <a:lnTo>
                    <a:pt x="54" y="220"/>
                  </a:lnTo>
                  <a:lnTo>
                    <a:pt x="54" y="217"/>
                  </a:lnTo>
                  <a:lnTo>
                    <a:pt x="54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2" y="215"/>
                  </a:lnTo>
                  <a:lnTo>
                    <a:pt x="52" y="215"/>
                  </a:lnTo>
                  <a:lnTo>
                    <a:pt x="50" y="213"/>
                  </a:lnTo>
                  <a:lnTo>
                    <a:pt x="50" y="213"/>
                  </a:lnTo>
                  <a:lnTo>
                    <a:pt x="50" y="210"/>
                  </a:lnTo>
                  <a:lnTo>
                    <a:pt x="42" y="208"/>
                  </a:lnTo>
                  <a:lnTo>
                    <a:pt x="38" y="205"/>
                  </a:lnTo>
                  <a:lnTo>
                    <a:pt x="35" y="205"/>
                  </a:lnTo>
                  <a:lnTo>
                    <a:pt x="35" y="205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3" y="201"/>
                  </a:lnTo>
                  <a:lnTo>
                    <a:pt x="33" y="198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24" y="189"/>
                  </a:lnTo>
                  <a:lnTo>
                    <a:pt x="21" y="187"/>
                  </a:lnTo>
                  <a:lnTo>
                    <a:pt x="19" y="187"/>
                  </a:lnTo>
                  <a:lnTo>
                    <a:pt x="19" y="187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21" y="184"/>
                  </a:lnTo>
                  <a:lnTo>
                    <a:pt x="24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2"/>
                  </a:lnTo>
                  <a:lnTo>
                    <a:pt x="26" y="182"/>
                  </a:lnTo>
                  <a:lnTo>
                    <a:pt x="26" y="182"/>
                  </a:lnTo>
                  <a:lnTo>
                    <a:pt x="24" y="179"/>
                  </a:lnTo>
                  <a:lnTo>
                    <a:pt x="24" y="179"/>
                  </a:lnTo>
                  <a:lnTo>
                    <a:pt x="24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5"/>
                  </a:lnTo>
                  <a:lnTo>
                    <a:pt x="21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2"/>
                  </a:lnTo>
                  <a:lnTo>
                    <a:pt x="21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26" y="165"/>
                  </a:lnTo>
                  <a:lnTo>
                    <a:pt x="26" y="165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1" y="151"/>
                  </a:lnTo>
                  <a:lnTo>
                    <a:pt x="19" y="151"/>
                  </a:lnTo>
                  <a:lnTo>
                    <a:pt x="19" y="151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6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4" y="139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7" y="127"/>
                  </a:lnTo>
                  <a:lnTo>
                    <a:pt x="5" y="125"/>
                  </a:lnTo>
                  <a:lnTo>
                    <a:pt x="5" y="123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1"/>
                  </a:lnTo>
                  <a:lnTo>
                    <a:pt x="2" y="97"/>
                  </a:lnTo>
                  <a:lnTo>
                    <a:pt x="5" y="82"/>
                  </a:lnTo>
                  <a:lnTo>
                    <a:pt x="7" y="68"/>
                  </a:lnTo>
                  <a:lnTo>
                    <a:pt x="9" y="54"/>
                  </a:lnTo>
                  <a:lnTo>
                    <a:pt x="12" y="42"/>
                  </a:lnTo>
                  <a:lnTo>
                    <a:pt x="12" y="28"/>
                  </a:lnTo>
                  <a:lnTo>
                    <a:pt x="14" y="14"/>
                  </a:lnTo>
                  <a:lnTo>
                    <a:pt x="16" y="0"/>
                  </a:lnTo>
                  <a:lnTo>
                    <a:pt x="35" y="2"/>
                  </a:lnTo>
                  <a:lnTo>
                    <a:pt x="54" y="4"/>
                  </a:lnTo>
                  <a:lnTo>
                    <a:pt x="73" y="9"/>
                  </a:lnTo>
                  <a:lnTo>
                    <a:pt x="92" y="11"/>
                  </a:lnTo>
                  <a:lnTo>
                    <a:pt x="111" y="14"/>
                  </a:lnTo>
                  <a:lnTo>
                    <a:pt x="130" y="16"/>
                  </a:lnTo>
                  <a:lnTo>
                    <a:pt x="149" y="18"/>
                  </a:lnTo>
                  <a:lnTo>
                    <a:pt x="168" y="21"/>
                  </a:lnTo>
                  <a:lnTo>
                    <a:pt x="187" y="23"/>
                  </a:lnTo>
                  <a:lnTo>
                    <a:pt x="187" y="23"/>
                  </a:lnTo>
                  <a:lnTo>
                    <a:pt x="206" y="26"/>
                  </a:lnTo>
                  <a:lnTo>
                    <a:pt x="225" y="28"/>
                  </a:lnTo>
                  <a:lnTo>
                    <a:pt x="244" y="30"/>
                  </a:lnTo>
                  <a:lnTo>
                    <a:pt x="262" y="33"/>
                  </a:lnTo>
                  <a:lnTo>
                    <a:pt x="281" y="35"/>
                  </a:lnTo>
                  <a:lnTo>
                    <a:pt x="300" y="37"/>
                  </a:lnTo>
                  <a:lnTo>
                    <a:pt x="319" y="40"/>
                  </a:lnTo>
                  <a:lnTo>
                    <a:pt x="338" y="42"/>
                  </a:lnTo>
                  <a:lnTo>
                    <a:pt x="357" y="45"/>
                  </a:lnTo>
                  <a:lnTo>
                    <a:pt x="376" y="45"/>
                  </a:lnTo>
                  <a:lnTo>
                    <a:pt x="395" y="47"/>
                  </a:lnTo>
                  <a:lnTo>
                    <a:pt x="414" y="49"/>
                  </a:lnTo>
                  <a:lnTo>
                    <a:pt x="433" y="52"/>
                  </a:lnTo>
                  <a:lnTo>
                    <a:pt x="452" y="54"/>
                  </a:lnTo>
                  <a:lnTo>
                    <a:pt x="471" y="56"/>
                  </a:lnTo>
                  <a:lnTo>
                    <a:pt x="490" y="56"/>
                  </a:lnTo>
                  <a:lnTo>
                    <a:pt x="508" y="59"/>
                  </a:lnTo>
                  <a:lnTo>
                    <a:pt x="527" y="61"/>
                  </a:lnTo>
                  <a:lnTo>
                    <a:pt x="539" y="61"/>
                  </a:lnTo>
                  <a:lnTo>
                    <a:pt x="546" y="63"/>
                  </a:lnTo>
                  <a:lnTo>
                    <a:pt x="568" y="63"/>
                  </a:lnTo>
                  <a:lnTo>
                    <a:pt x="587" y="66"/>
                  </a:lnTo>
                  <a:lnTo>
                    <a:pt x="605" y="68"/>
                  </a:lnTo>
                  <a:lnTo>
                    <a:pt x="624" y="68"/>
                  </a:lnTo>
                  <a:lnTo>
                    <a:pt x="643" y="71"/>
                  </a:lnTo>
                  <a:lnTo>
                    <a:pt x="662" y="73"/>
                  </a:lnTo>
                  <a:lnTo>
                    <a:pt x="681" y="73"/>
                  </a:lnTo>
                  <a:lnTo>
                    <a:pt x="700" y="75"/>
                  </a:lnTo>
                  <a:lnTo>
                    <a:pt x="719" y="75"/>
                  </a:lnTo>
                  <a:lnTo>
                    <a:pt x="738" y="78"/>
                  </a:lnTo>
                  <a:lnTo>
                    <a:pt x="757" y="80"/>
                  </a:lnTo>
                  <a:lnTo>
                    <a:pt x="776" y="80"/>
                  </a:lnTo>
                  <a:lnTo>
                    <a:pt x="795" y="82"/>
                  </a:lnTo>
                  <a:lnTo>
                    <a:pt x="814" y="82"/>
                  </a:lnTo>
                  <a:lnTo>
                    <a:pt x="833" y="85"/>
                  </a:lnTo>
                  <a:lnTo>
                    <a:pt x="851" y="85"/>
                  </a:lnTo>
                  <a:lnTo>
                    <a:pt x="873" y="87"/>
                  </a:lnTo>
                  <a:lnTo>
                    <a:pt x="892" y="87"/>
                  </a:lnTo>
                  <a:lnTo>
                    <a:pt x="911" y="87"/>
                  </a:lnTo>
                  <a:lnTo>
                    <a:pt x="930" y="89"/>
                  </a:lnTo>
                  <a:lnTo>
                    <a:pt x="948" y="89"/>
                  </a:lnTo>
                  <a:lnTo>
                    <a:pt x="967" y="92"/>
                  </a:lnTo>
                  <a:lnTo>
                    <a:pt x="986" y="92"/>
                  </a:lnTo>
                  <a:lnTo>
                    <a:pt x="1005" y="92"/>
                  </a:lnTo>
                  <a:lnTo>
                    <a:pt x="1024" y="94"/>
                  </a:lnTo>
                  <a:lnTo>
                    <a:pt x="1043" y="94"/>
                  </a:lnTo>
                  <a:lnTo>
                    <a:pt x="1057" y="94"/>
                  </a:lnTo>
                  <a:lnTo>
                    <a:pt x="1057" y="118"/>
                  </a:lnTo>
                  <a:lnTo>
                    <a:pt x="1055" y="139"/>
                  </a:lnTo>
                  <a:lnTo>
                    <a:pt x="1055" y="163"/>
                  </a:lnTo>
                  <a:lnTo>
                    <a:pt x="1055" y="184"/>
                  </a:lnTo>
                  <a:lnTo>
                    <a:pt x="1053" y="208"/>
                  </a:lnTo>
                  <a:lnTo>
                    <a:pt x="1053" y="229"/>
                  </a:lnTo>
                  <a:lnTo>
                    <a:pt x="1053" y="253"/>
                  </a:lnTo>
                  <a:lnTo>
                    <a:pt x="1053" y="274"/>
                  </a:lnTo>
                  <a:lnTo>
                    <a:pt x="1050" y="298"/>
                  </a:lnTo>
                  <a:lnTo>
                    <a:pt x="1050" y="321"/>
                  </a:lnTo>
                  <a:lnTo>
                    <a:pt x="1050" y="343"/>
                  </a:lnTo>
                  <a:lnTo>
                    <a:pt x="1048" y="366"/>
                  </a:lnTo>
                  <a:lnTo>
                    <a:pt x="1048" y="390"/>
                  </a:lnTo>
                  <a:lnTo>
                    <a:pt x="1048" y="411"/>
                  </a:lnTo>
                  <a:lnTo>
                    <a:pt x="1045" y="435"/>
                  </a:lnTo>
                  <a:lnTo>
                    <a:pt x="1045" y="459"/>
                  </a:lnTo>
                  <a:lnTo>
                    <a:pt x="1045" y="45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49" name="Freeform 30">
              <a:extLst>
                <a:ext uri="{FF2B5EF4-FFF2-40B4-BE49-F238E27FC236}">
                  <a16:creationId xmlns:a16="http://schemas.microsoft.com/office/drawing/2014/main" id="{2DA4AA25-4B63-4385-AD23-1C597912F8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1007" y="3411063"/>
              <a:ext cx="337032" cy="583433"/>
            </a:xfrm>
            <a:custGeom>
              <a:avLst/>
              <a:gdLst>
                <a:gd name="T0" fmla="*/ 284 w 357"/>
                <a:gd name="T1" fmla="*/ 603 h 618"/>
                <a:gd name="T2" fmla="*/ 286 w 357"/>
                <a:gd name="T3" fmla="*/ 606 h 618"/>
                <a:gd name="T4" fmla="*/ 286 w 357"/>
                <a:gd name="T5" fmla="*/ 599 h 618"/>
                <a:gd name="T6" fmla="*/ 298 w 357"/>
                <a:gd name="T7" fmla="*/ 603 h 618"/>
                <a:gd name="T8" fmla="*/ 357 w 357"/>
                <a:gd name="T9" fmla="*/ 596 h 618"/>
                <a:gd name="T10" fmla="*/ 345 w 357"/>
                <a:gd name="T11" fmla="*/ 504 h 618"/>
                <a:gd name="T12" fmla="*/ 331 w 357"/>
                <a:gd name="T13" fmla="*/ 400 h 618"/>
                <a:gd name="T14" fmla="*/ 328 w 357"/>
                <a:gd name="T15" fmla="*/ 343 h 618"/>
                <a:gd name="T16" fmla="*/ 328 w 357"/>
                <a:gd name="T17" fmla="*/ 220 h 618"/>
                <a:gd name="T18" fmla="*/ 328 w 357"/>
                <a:gd name="T19" fmla="*/ 76 h 618"/>
                <a:gd name="T20" fmla="*/ 328 w 357"/>
                <a:gd name="T21" fmla="*/ 12 h 618"/>
                <a:gd name="T22" fmla="*/ 288 w 357"/>
                <a:gd name="T23" fmla="*/ 5 h 618"/>
                <a:gd name="T24" fmla="*/ 182 w 357"/>
                <a:gd name="T25" fmla="*/ 14 h 618"/>
                <a:gd name="T26" fmla="*/ 106 w 357"/>
                <a:gd name="T27" fmla="*/ 26 h 618"/>
                <a:gd name="T28" fmla="*/ 90 w 357"/>
                <a:gd name="T29" fmla="*/ 52 h 618"/>
                <a:gd name="T30" fmla="*/ 78 w 357"/>
                <a:gd name="T31" fmla="*/ 64 h 618"/>
                <a:gd name="T32" fmla="*/ 71 w 357"/>
                <a:gd name="T33" fmla="*/ 102 h 618"/>
                <a:gd name="T34" fmla="*/ 64 w 357"/>
                <a:gd name="T35" fmla="*/ 109 h 618"/>
                <a:gd name="T36" fmla="*/ 56 w 357"/>
                <a:gd name="T37" fmla="*/ 113 h 618"/>
                <a:gd name="T38" fmla="*/ 45 w 357"/>
                <a:gd name="T39" fmla="*/ 135 h 618"/>
                <a:gd name="T40" fmla="*/ 38 w 357"/>
                <a:gd name="T41" fmla="*/ 151 h 618"/>
                <a:gd name="T42" fmla="*/ 38 w 357"/>
                <a:gd name="T43" fmla="*/ 163 h 618"/>
                <a:gd name="T44" fmla="*/ 33 w 357"/>
                <a:gd name="T45" fmla="*/ 180 h 618"/>
                <a:gd name="T46" fmla="*/ 21 w 357"/>
                <a:gd name="T47" fmla="*/ 194 h 618"/>
                <a:gd name="T48" fmla="*/ 23 w 357"/>
                <a:gd name="T49" fmla="*/ 206 h 618"/>
                <a:gd name="T50" fmla="*/ 33 w 357"/>
                <a:gd name="T51" fmla="*/ 220 h 618"/>
                <a:gd name="T52" fmla="*/ 35 w 357"/>
                <a:gd name="T53" fmla="*/ 241 h 618"/>
                <a:gd name="T54" fmla="*/ 35 w 357"/>
                <a:gd name="T55" fmla="*/ 260 h 618"/>
                <a:gd name="T56" fmla="*/ 40 w 357"/>
                <a:gd name="T57" fmla="*/ 282 h 618"/>
                <a:gd name="T58" fmla="*/ 40 w 357"/>
                <a:gd name="T59" fmla="*/ 296 h 618"/>
                <a:gd name="T60" fmla="*/ 45 w 357"/>
                <a:gd name="T61" fmla="*/ 315 h 618"/>
                <a:gd name="T62" fmla="*/ 40 w 357"/>
                <a:gd name="T63" fmla="*/ 327 h 618"/>
                <a:gd name="T64" fmla="*/ 45 w 357"/>
                <a:gd name="T65" fmla="*/ 341 h 618"/>
                <a:gd name="T66" fmla="*/ 61 w 357"/>
                <a:gd name="T67" fmla="*/ 357 h 618"/>
                <a:gd name="T68" fmla="*/ 59 w 357"/>
                <a:gd name="T69" fmla="*/ 376 h 618"/>
                <a:gd name="T70" fmla="*/ 54 w 357"/>
                <a:gd name="T71" fmla="*/ 395 h 618"/>
                <a:gd name="T72" fmla="*/ 38 w 357"/>
                <a:gd name="T73" fmla="*/ 416 h 618"/>
                <a:gd name="T74" fmla="*/ 21 w 357"/>
                <a:gd name="T75" fmla="*/ 435 h 618"/>
                <a:gd name="T76" fmla="*/ 12 w 357"/>
                <a:gd name="T77" fmla="*/ 466 h 618"/>
                <a:gd name="T78" fmla="*/ 14 w 357"/>
                <a:gd name="T79" fmla="*/ 483 h 618"/>
                <a:gd name="T80" fmla="*/ 0 w 357"/>
                <a:gd name="T81" fmla="*/ 499 h 618"/>
                <a:gd name="T82" fmla="*/ 4 w 357"/>
                <a:gd name="T83" fmla="*/ 509 h 618"/>
                <a:gd name="T84" fmla="*/ 7 w 357"/>
                <a:gd name="T85" fmla="*/ 530 h 618"/>
                <a:gd name="T86" fmla="*/ 104 w 357"/>
                <a:gd name="T87" fmla="*/ 523 h 618"/>
                <a:gd name="T88" fmla="*/ 198 w 357"/>
                <a:gd name="T89" fmla="*/ 513 h 618"/>
                <a:gd name="T90" fmla="*/ 201 w 357"/>
                <a:gd name="T91" fmla="*/ 540 h 618"/>
                <a:gd name="T92" fmla="*/ 203 w 357"/>
                <a:gd name="T93" fmla="*/ 558 h 618"/>
                <a:gd name="T94" fmla="*/ 220 w 357"/>
                <a:gd name="T95" fmla="*/ 580 h 618"/>
                <a:gd name="T96" fmla="*/ 224 w 357"/>
                <a:gd name="T97" fmla="*/ 599 h 618"/>
                <a:gd name="T98" fmla="*/ 239 w 357"/>
                <a:gd name="T99" fmla="*/ 611 h 618"/>
                <a:gd name="T100" fmla="*/ 246 w 357"/>
                <a:gd name="T101" fmla="*/ 611 h 618"/>
                <a:gd name="T102" fmla="*/ 248 w 357"/>
                <a:gd name="T103" fmla="*/ 601 h 618"/>
                <a:gd name="T104" fmla="*/ 255 w 357"/>
                <a:gd name="T105" fmla="*/ 589 h 618"/>
                <a:gd name="T106" fmla="*/ 265 w 357"/>
                <a:gd name="T107" fmla="*/ 592 h 618"/>
                <a:gd name="T108" fmla="*/ 291 w 357"/>
                <a:gd name="T109" fmla="*/ 582 h 618"/>
                <a:gd name="T110" fmla="*/ 295 w 357"/>
                <a:gd name="T111" fmla="*/ 575 h 618"/>
                <a:gd name="T112" fmla="*/ 336 w 357"/>
                <a:gd name="T113" fmla="*/ 575 h 618"/>
                <a:gd name="T114" fmla="*/ 345 w 357"/>
                <a:gd name="T115" fmla="*/ 582 h 618"/>
                <a:gd name="T116" fmla="*/ 357 w 357"/>
                <a:gd name="T117" fmla="*/ 577 h 618"/>
                <a:gd name="T118" fmla="*/ 326 w 357"/>
                <a:gd name="T119" fmla="*/ 594 h 618"/>
                <a:gd name="T120" fmla="*/ 336 w 357"/>
                <a:gd name="T121" fmla="*/ 596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7" h="618">
                  <a:moveTo>
                    <a:pt x="286" y="599"/>
                  </a:moveTo>
                  <a:lnTo>
                    <a:pt x="286" y="601"/>
                  </a:lnTo>
                  <a:lnTo>
                    <a:pt x="284" y="601"/>
                  </a:lnTo>
                  <a:lnTo>
                    <a:pt x="279" y="601"/>
                  </a:lnTo>
                  <a:lnTo>
                    <a:pt x="279" y="603"/>
                  </a:lnTo>
                  <a:lnTo>
                    <a:pt x="281" y="601"/>
                  </a:lnTo>
                  <a:lnTo>
                    <a:pt x="284" y="601"/>
                  </a:lnTo>
                  <a:lnTo>
                    <a:pt x="284" y="603"/>
                  </a:lnTo>
                  <a:lnTo>
                    <a:pt x="284" y="603"/>
                  </a:lnTo>
                  <a:lnTo>
                    <a:pt x="286" y="603"/>
                  </a:lnTo>
                  <a:lnTo>
                    <a:pt x="286" y="603"/>
                  </a:lnTo>
                  <a:lnTo>
                    <a:pt x="284" y="606"/>
                  </a:lnTo>
                  <a:lnTo>
                    <a:pt x="284" y="606"/>
                  </a:lnTo>
                  <a:lnTo>
                    <a:pt x="284" y="606"/>
                  </a:lnTo>
                  <a:lnTo>
                    <a:pt x="286" y="606"/>
                  </a:lnTo>
                  <a:lnTo>
                    <a:pt x="286" y="606"/>
                  </a:lnTo>
                  <a:lnTo>
                    <a:pt x="286" y="606"/>
                  </a:lnTo>
                  <a:lnTo>
                    <a:pt x="288" y="601"/>
                  </a:lnTo>
                  <a:lnTo>
                    <a:pt x="288" y="601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6" y="599"/>
                  </a:lnTo>
                  <a:close/>
                  <a:moveTo>
                    <a:pt x="248" y="615"/>
                  </a:moveTo>
                  <a:lnTo>
                    <a:pt x="248" y="618"/>
                  </a:lnTo>
                  <a:lnTo>
                    <a:pt x="250" y="618"/>
                  </a:lnTo>
                  <a:lnTo>
                    <a:pt x="250" y="615"/>
                  </a:lnTo>
                  <a:lnTo>
                    <a:pt x="250" y="615"/>
                  </a:lnTo>
                  <a:lnTo>
                    <a:pt x="248" y="615"/>
                  </a:lnTo>
                  <a:close/>
                  <a:moveTo>
                    <a:pt x="298" y="603"/>
                  </a:moveTo>
                  <a:lnTo>
                    <a:pt x="298" y="603"/>
                  </a:lnTo>
                  <a:lnTo>
                    <a:pt x="300" y="601"/>
                  </a:lnTo>
                  <a:lnTo>
                    <a:pt x="302" y="601"/>
                  </a:lnTo>
                  <a:lnTo>
                    <a:pt x="300" y="601"/>
                  </a:lnTo>
                  <a:lnTo>
                    <a:pt x="298" y="603"/>
                  </a:lnTo>
                  <a:close/>
                  <a:moveTo>
                    <a:pt x="347" y="596"/>
                  </a:moveTo>
                  <a:lnTo>
                    <a:pt x="352" y="596"/>
                  </a:lnTo>
                  <a:lnTo>
                    <a:pt x="354" y="596"/>
                  </a:lnTo>
                  <a:lnTo>
                    <a:pt x="357" y="596"/>
                  </a:lnTo>
                  <a:lnTo>
                    <a:pt x="347" y="596"/>
                  </a:lnTo>
                  <a:lnTo>
                    <a:pt x="347" y="596"/>
                  </a:lnTo>
                  <a:close/>
                  <a:moveTo>
                    <a:pt x="357" y="575"/>
                  </a:moveTo>
                  <a:lnTo>
                    <a:pt x="352" y="551"/>
                  </a:lnTo>
                  <a:lnTo>
                    <a:pt x="352" y="540"/>
                  </a:lnTo>
                  <a:lnTo>
                    <a:pt x="350" y="528"/>
                  </a:lnTo>
                  <a:lnTo>
                    <a:pt x="347" y="516"/>
                  </a:lnTo>
                  <a:lnTo>
                    <a:pt x="345" y="504"/>
                  </a:lnTo>
                  <a:lnTo>
                    <a:pt x="343" y="495"/>
                  </a:lnTo>
                  <a:lnTo>
                    <a:pt x="343" y="483"/>
                  </a:lnTo>
                  <a:lnTo>
                    <a:pt x="338" y="459"/>
                  </a:lnTo>
                  <a:lnTo>
                    <a:pt x="338" y="447"/>
                  </a:lnTo>
                  <a:lnTo>
                    <a:pt x="336" y="435"/>
                  </a:lnTo>
                  <a:lnTo>
                    <a:pt x="333" y="424"/>
                  </a:lnTo>
                  <a:lnTo>
                    <a:pt x="331" y="412"/>
                  </a:lnTo>
                  <a:lnTo>
                    <a:pt x="331" y="400"/>
                  </a:lnTo>
                  <a:lnTo>
                    <a:pt x="328" y="390"/>
                  </a:lnTo>
                  <a:lnTo>
                    <a:pt x="328" y="388"/>
                  </a:lnTo>
                  <a:lnTo>
                    <a:pt x="328" y="386"/>
                  </a:lnTo>
                  <a:lnTo>
                    <a:pt x="328" y="381"/>
                  </a:lnTo>
                  <a:lnTo>
                    <a:pt x="328" y="374"/>
                  </a:lnTo>
                  <a:lnTo>
                    <a:pt x="328" y="364"/>
                  </a:lnTo>
                  <a:lnTo>
                    <a:pt x="328" y="355"/>
                  </a:lnTo>
                  <a:lnTo>
                    <a:pt x="328" y="343"/>
                  </a:lnTo>
                  <a:lnTo>
                    <a:pt x="328" y="331"/>
                  </a:lnTo>
                  <a:lnTo>
                    <a:pt x="328" y="317"/>
                  </a:lnTo>
                  <a:lnTo>
                    <a:pt x="328" y="303"/>
                  </a:lnTo>
                  <a:lnTo>
                    <a:pt x="328" y="289"/>
                  </a:lnTo>
                  <a:lnTo>
                    <a:pt x="328" y="272"/>
                  </a:lnTo>
                  <a:lnTo>
                    <a:pt x="328" y="256"/>
                  </a:lnTo>
                  <a:lnTo>
                    <a:pt x="328" y="239"/>
                  </a:lnTo>
                  <a:lnTo>
                    <a:pt x="328" y="220"/>
                  </a:lnTo>
                  <a:lnTo>
                    <a:pt x="328" y="187"/>
                  </a:lnTo>
                  <a:lnTo>
                    <a:pt x="328" y="168"/>
                  </a:lnTo>
                  <a:lnTo>
                    <a:pt x="328" y="151"/>
                  </a:lnTo>
                  <a:lnTo>
                    <a:pt x="328" y="135"/>
                  </a:lnTo>
                  <a:lnTo>
                    <a:pt x="328" y="118"/>
                  </a:lnTo>
                  <a:lnTo>
                    <a:pt x="328" y="104"/>
                  </a:lnTo>
                  <a:lnTo>
                    <a:pt x="328" y="90"/>
                  </a:lnTo>
                  <a:lnTo>
                    <a:pt x="328" y="76"/>
                  </a:lnTo>
                  <a:lnTo>
                    <a:pt x="328" y="64"/>
                  </a:lnTo>
                  <a:lnTo>
                    <a:pt x="328" y="52"/>
                  </a:lnTo>
                  <a:lnTo>
                    <a:pt x="328" y="42"/>
                  </a:lnTo>
                  <a:lnTo>
                    <a:pt x="328" y="33"/>
                  </a:lnTo>
                  <a:lnTo>
                    <a:pt x="328" y="21"/>
                  </a:lnTo>
                  <a:lnTo>
                    <a:pt x="328" y="19"/>
                  </a:lnTo>
                  <a:lnTo>
                    <a:pt x="328" y="12"/>
                  </a:lnTo>
                  <a:lnTo>
                    <a:pt x="328" y="12"/>
                  </a:lnTo>
                  <a:lnTo>
                    <a:pt x="328" y="12"/>
                  </a:lnTo>
                  <a:lnTo>
                    <a:pt x="324" y="9"/>
                  </a:lnTo>
                  <a:lnTo>
                    <a:pt x="321" y="5"/>
                  </a:lnTo>
                  <a:lnTo>
                    <a:pt x="319" y="0"/>
                  </a:lnTo>
                  <a:lnTo>
                    <a:pt x="319" y="0"/>
                  </a:lnTo>
                  <a:lnTo>
                    <a:pt x="314" y="0"/>
                  </a:lnTo>
                  <a:lnTo>
                    <a:pt x="300" y="2"/>
                  </a:lnTo>
                  <a:lnTo>
                    <a:pt x="288" y="5"/>
                  </a:lnTo>
                  <a:lnTo>
                    <a:pt x="274" y="5"/>
                  </a:lnTo>
                  <a:lnTo>
                    <a:pt x="262" y="7"/>
                  </a:lnTo>
                  <a:lnTo>
                    <a:pt x="248" y="7"/>
                  </a:lnTo>
                  <a:lnTo>
                    <a:pt x="234" y="9"/>
                  </a:lnTo>
                  <a:lnTo>
                    <a:pt x="222" y="9"/>
                  </a:lnTo>
                  <a:lnTo>
                    <a:pt x="208" y="12"/>
                  </a:lnTo>
                  <a:lnTo>
                    <a:pt x="196" y="14"/>
                  </a:lnTo>
                  <a:lnTo>
                    <a:pt x="182" y="14"/>
                  </a:lnTo>
                  <a:lnTo>
                    <a:pt x="168" y="16"/>
                  </a:lnTo>
                  <a:lnTo>
                    <a:pt x="156" y="16"/>
                  </a:lnTo>
                  <a:lnTo>
                    <a:pt x="142" y="19"/>
                  </a:lnTo>
                  <a:lnTo>
                    <a:pt x="130" y="19"/>
                  </a:lnTo>
                  <a:lnTo>
                    <a:pt x="116" y="21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6" y="26"/>
                  </a:lnTo>
                  <a:lnTo>
                    <a:pt x="106" y="31"/>
                  </a:lnTo>
                  <a:lnTo>
                    <a:pt x="104" y="35"/>
                  </a:lnTo>
                  <a:lnTo>
                    <a:pt x="99" y="38"/>
                  </a:lnTo>
                  <a:lnTo>
                    <a:pt x="87" y="45"/>
                  </a:lnTo>
                  <a:lnTo>
                    <a:pt x="87" y="45"/>
                  </a:lnTo>
                  <a:lnTo>
                    <a:pt x="87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87" y="54"/>
                  </a:lnTo>
                  <a:lnTo>
                    <a:pt x="87" y="57"/>
                  </a:lnTo>
                  <a:lnTo>
                    <a:pt x="85" y="57"/>
                  </a:lnTo>
                  <a:lnTo>
                    <a:pt x="82" y="57"/>
                  </a:lnTo>
                  <a:lnTo>
                    <a:pt x="80" y="54"/>
                  </a:lnTo>
                  <a:lnTo>
                    <a:pt x="80" y="57"/>
                  </a:lnTo>
                  <a:lnTo>
                    <a:pt x="78" y="59"/>
                  </a:lnTo>
                  <a:lnTo>
                    <a:pt x="78" y="64"/>
                  </a:lnTo>
                  <a:lnTo>
                    <a:pt x="78" y="69"/>
                  </a:lnTo>
                  <a:lnTo>
                    <a:pt x="80" y="76"/>
                  </a:lnTo>
                  <a:lnTo>
                    <a:pt x="80" y="87"/>
                  </a:lnTo>
                  <a:lnTo>
                    <a:pt x="80" y="92"/>
                  </a:lnTo>
                  <a:lnTo>
                    <a:pt x="80" y="95"/>
                  </a:lnTo>
                  <a:lnTo>
                    <a:pt x="75" y="99"/>
                  </a:lnTo>
                  <a:lnTo>
                    <a:pt x="73" y="102"/>
                  </a:lnTo>
                  <a:lnTo>
                    <a:pt x="71" y="102"/>
                  </a:lnTo>
                  <a:lnTo>
                    <a:pt x="66" y="104"/>
                  </a:lnTo>
                  <a:lnTo>
                    <a:pt x="64" y="104"/>
                  </a:lnTo>
                  <a:lnTo>
                    <a:pt x="64" y="104"/>
                  </a:lnTo>
                  <a:lnTo>
                    <a:pt x="61" y="102"/>
                  </a:lnTo>
                  <a:lnTo>
                    <a:pt x="61" y="104"/>
                  </a:lnTo>
                  <a:lnTo>
                    <a:pt x="61" y="104"/>
                  </a:lnTo>
                  <a:lnTo>
                    <a:pt x="64" y="106"/>
                  </a:lnTo>
                  <a:lnTo>
                    <a:pt x="64" y="109"/>
                  </a:lnTo>
                  <a:lnTo>
                    <a:pt x="64" y="109"/>
                  </a:lnTo>
                  <a:lnTo>
                    <a:pt x="64" y="111"/>
                  </a:lnTo>
                  <a:lnTo>
                    <a:pt x="64" y="113"/>
                  </a:lnTo>
                  <a:lnTo>
                    <a:pt x="61" y="113"/>
                  </a:lnTo>
                  <a:lnTo>
                    <a:pt x="61" y="116"/>
                  </a:lnTo>
                  <a:lnTo>
                    <a:pt x="61" y="116"/>
                  </a:lnTo>
                  <a:lnTo>
                    <a:pt x="59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6"/>
                  </a:lnTo>
                  <a:lnTo>
                    <a:pt x="54" y="125"/>
                  </a:lnTo>
                  <a:lnTo>
                    <a:pt x="52" y="125"/>
                  </a:lnTo>
                  <a:lnTo>
                    <a:pt x="52" y="128"/>
                  </a:lnTo>
                  <a:lnTo>
                    <a:pt x="45" y="130"/>
                  </a:lnTo>
                  <a:lnTo>
                    <a:pt x="45" y="132"/>
                  </a:lnTo>
                  <a:lnTo>
                    <a:pt x="45" y="135"/>
                  </a:lnTo>
                  <a:lnTo>
                    <a:pt x="52" y="137"/>
                  </a:lnTo>
                  <a:lnTo>
                    <a:pt x="54" y="142"/>
                  </a:lnTo>
                  <a:lnTo>
                    <a:pt x="52" y="144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7" y="147"/>
                  </a:lnTo>
                  <a:lnTo>
                    <a:pt x="45" y="147"/>
                  </a:lnTo>
                  <a:lnTo>
                    <a:pt x="38" y="151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5" y="156"/>
                  </a:lnTo>
                  <a:lnTo>
                    <a:pt x="38" y="158"/>
                  </a:lnTo>
                  <a:lnTo>
                    <a:pt x="38" y="161"/>
                  </a:lnTo>
                  <a:lnTo>
                    <a:pt x="38" y="163"/>
                  </a:lnTo>
                  <a:lnTo>
                    <a:pt x="35" y="166"/>
                  </a:lnTo>
                  <a:lnTo>
                    <a:pt x="38" y="170"/>
                  </a:lnTo>
                  <a:lnTo>
                    <a:pt x="38" y="173"/>
                  </a:lnTo>
                  <a:lnTo>
                    <a:pt x="38" y="175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0" y="182"/>
                  </a:lnTo>
                  <a:lnTo>
                    <a:pt x="28" y="182"/>
                  </a:lnTo>
                  <a:lnTo>
                    <a:pt x="28" y="184"/>
                  </a:lnTo>
                  <a:lnTo>
                    <a:pt x="26" y="189"/>
                  </a:lnTo>
                  <a:lnTo>
                    <a:pt x="23" y="192"/>
                  </a:lnTo>
                  <a:lnTo>
                    <a:pt x="21" y="192"/>
                  </a:lnTo>
                  <a:lnTo>
                    <a:pt x="21" y="194"/>
                  </a:lnTo>
                  <a:lnTo>
                    <a:pt x="23" y="196"/>
                  </a:lnTo>
                  <a:lnTo>
                    <a:pt x="28" y="196"/>
                  </a:lnTo>
                  <a:lnTo>
                    <a:pt x="30" y="199"/>
                  </a:lnTo>
                  <a:lnTo>
                    <a:pt x="30" y="201"/>
                  </a:lnTo>
                  <a:lnTo>
                    <a:pt x="30" y="203"/>
                  </a:lnTo>
                  <a:lnTo>
                    <a:pt x="28" y="206"/>
                  </a:lnTo>
                  <a:lnTo>
                    <a:pt x="26" y="206"/>
                  </a:lnTo>
                  <a:lnTo>
                    <a:pt x="23" y="206"/>
                  </a:lnTo>
                  <a:lnTo>
                    <a:pt x="21" y="208"/>
                  </a:lnTo>
                  <a:lnTo>
                    <a:pt x="21" y="211"/>
                  </a:lnTo>
                  <a:lnTo>
                    <a:pt x="23" y="211"/>
                  </a:lnTo>
                  <a:lnTo>
                    <a:pt x="26" y="213"/>
                  </a:lnTo>
                  <a:lnTo>
                    <a:pt x="28" y="213"/>
                  </a:lnTo>
                  <a:lnTo>
                    <a:pt x="30" y="215"/>
                  </a:lnTo>
                  <a:lnTo>
                    <a:pt x="33" y="218"/>
                  </a:lnTo>
                  <a:lnTo>
                    <a:pt x="33" y="220"/>
                  </a:lnTo>
                  <a:lnTo>
                    <a:pt x="35" y="222"/>
                  </a:lnTo>
                  <a:lnTo>
                    <a:pt x="35" y="227"/>
                  </a:lnTo>
                  <a:lnTo>
                    <a:pt x="33" y="229"/>
                  </a:lnTo>
                  <a:lnTo>
                    <a:pt x="30" y="234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3" y="239"/>
                  </a:lnTo>
                  <a:lnTo>
                    <a:pt x="35" y="241"/>
                  </a:lnTo>
                  <a:lnTo>
                    <a:pt x="38" y="241"/>
                  </a:lnTo>
                  <a:lnTo>
                    <a:pt x="38" y="244"/>
                  </a:lnTo>
                  <a:lnTo>
                    <a:pt x="38" y="251"/>
                  </a:lnTo>
                  <a:lnTo>
                    <a:pt x="40" y="253"/>
                  </a:lnTo>
                  <a:lnTo>
                    <a:pt x="40" y="256"/>
                  </a:lnTo>
                  <a:lnTo>
                    <a:pt x="40" y="258"/>
                  </a:lnTo>
                  <a:lnTo>
                    <a:pt x="38" y="260"/>
                  </a:lnTo>
                  <a:lnTo>
                    <a:pt x="35" y="260"/>
                  </a:lnTo>
                  <a:lnTo>
                    <a:pt x="35" y="260"/>
                  </a:lnTo>
                  <a:lnTo>
                    <a:pt x="33" y="263"/>
                  </a:lnTo>
                  <a:lnTo>
                    <a:pt x="35" y="274"/>
                  </a:lnTo>
                  <a:lnTo>
                    <a:pt x="35" y="279"/>
                  </a:lnTo>
                  <a:lnTo>
                    <a:pt x="35" y="282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40" y="282"/>
                  </a:lnTo>
                  <a:lnTo>
                    <a:pt x="42" y="282"/>
                  </a:lnTo>
                  <a:lnTo>
                    <a:pt x="42" y="284"/>
                  </a:lnTo>
                  <a:lnTo>
                    <a:pt x="45" y="286"/>
                  </a:lnTo>
                  <a:lnTo>
                    <a:pt x="45" y="289"/>
                  </a:lnTo>
                  <a:lnTo>
                    <a:pt x="42" y="291"/>
                  </a:lnTo>
                  <a:lnTo>
                    <a:pt x="42" y="293"/>
                  </a:lnTo>
                  <a:lnTo>
                    <a:pt x="40" y="293"/>
                  </a:lnTo>
                  <a:lnTo>
                    <a:pt x="40" y="296"/>
                  </a:lnTo>
                  <a:lnTo>
                    <a:pt x="38" y="300"/>
                  </a:lnTo>
                  <a:lnTo>
                    <a:pt x="38" y="305"/>
                  </a:lnTo>
                  <a:lnTo>
                    <a:pt x="38" y="308"/>
                  </a:lnTo>
                  <a:lnTo>
                    <a:pt x="40" y="308"/>
                  </a:lnTo>
                  <a:lnTo>
                    <a:pt x="45" y="310"/>
                  </a:lnTo>
                  <a:lnTo>
                    <a:pt x="47" y="310"/>
                  </a:lnTo>
                  <a:lnTo>
                    <a:pt x="47" y="312"/>
                  </a:lnTo>
                  <a:lnTo>
                    <a:pt x="45" y="315"/>
                  </a:lnTo>
                  <a:lnTo>
                    <a:pt x="45" y="315"/>
                  </a:lnTo>
                  <a:lnTo>
                    <a:pt x="40" y="317"/>
                  </a:lnTo>
                  <a:lnTo>
                    <a:pt x="38" y="317"/>
                  </a:lnTo>
                  <a:lnTo>
                    <a:pt x="38" y="319"/>
                  </a:lnTo>
                  <a:lnTo>
                    <a:pt x="38" y="322"/>
                  </a:lnTo>
                  <a:lnTo>
                    <a:pt x="38" y="324"/>
                  </a:lnTo>
                  <a:lnTo>
                    <a:pt x="40" y="327"/>
                  </a:lnTo>
                  <a:lnTo>
                    <a:pt x="40" y="327"/>
                  </a:lnTo>
                  <a:lnTo>
                    <a:pt x="42" y="329"/>
                  </a:lnTo>
                  <a:lnTo>
                    <a:pt x="45" y="329"/>
                  </a:lnTo>
                  <a:lnTo>
                    <a:pt x="45" y="331"/>
                  </a:lnTo>
                  <a:lnTo>
                    <a:pt x="47" y="331"/>
                  </a:lnTo>
                  <a:lnTo>
                    <a:pt x="45" y="334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41"/>
                  </a:lnTo>
                  <a:lnTo>
                    <a:pt x="47" y="343"/>
                  </a:lnTo>
                  <a:lnTo>
                    <a:pt x="47" y="345"/>
                  </a:lnTo>
                  <a:lnTo>
                    <a:pt x="52" y="348"/>
                  </a:lnTo>
                  <a:lnTo>
                    <a:pt x="54" y="348"/>
                  </a:lnTo>
                  <a:lnTo>
                    <a:pt x="56" y="350"/>
                  </a:lnTo>
                  <a:lnTo>
                    <a:pt x="59" y="355"/>
                  </a:lnTo>
                  <a:lnTo>
                    <a:pt x="59" y="355"/>
                  </a:lnTo>
                  <a:lnTo>
                    <a:pt x="61" y="357"/>
                  </a:lnTo>
                  <a:lnTo>
                    <a:pt x="64" y="357"/>
                  </a:lnTo>
                  <a:lnTo>
                    <a:pt x="66" y="357"/>
                  </a:lnTo>
                  <a:lnTo>
                    <a:pt x="68" y="360"/>
                  </a:lnTo>
                  <a:lnTo>
                    <a:pt x="68" y="362"/>
                  </a:lnTo>
                  <a:lnTo>
                    <a:pt x="66" y="362"/>
                  </a:lnTo>
                  <a:lnTo>
                    <a:pt x="66" y="362"/>
                  </a:lnTo>
                  <a:lnTo>
                    <a:pt x="64" y="367"/>
                  </a:lnTo>
                  <a:lnTo>
                    <a:pt x="59" y="376"/>
                  </a:lnTo>
                  <a:lnTo>
                    <a:pt x="56" y="383"/>
                  </a:lnTo>
                  <a:lnTo>
                    <a:pt x="52" y="383"/>
                  </a:lnTo>
                  <a:lnTo>
                    <a:pt x="49" y="383"/>
                  </a:lnTo>
                  <a:lnTo>
                    <a:pt x="49" y="386"/>
                  </a:lnTo>
                  <a:lnTo>
                    <a:pt x="49" y="386"/>
                  </a:lnTo>
                  <a:lnTo>
                    <a:pt x="49" y="386"/>
                  </a:lnTo>
                  <a:lnTo>
                    <a:pt x="54" y="390"/>
                  </a:lnTo>
                  <a:lnTo>
                    <a:pt x="54" y="395"/>
                  </a:lnTo>
                  <a:lnTo>
                    <a:pt x="52" y="400"/>
                  </a:lnTo>
                  <a:lnTo>
                    <a:pt x="49" y="402"/>
                  </a:lnTo>
                  <a:lnTo>
                    <a:pt x="45" y="405"/>
                  </a:lnTo>
                  <a:lnTo>
                    <a:pt x="45" y="405"/>
                  </a:lnTo>
                  <a:lnTo>
                    <a:pt x="45" y="405"/>
                  </a:lnTo>
                  <a:lnTo>
                    <a:pt x="42" y="409"/>
                  </a:lnTo>
                  <a:lnTo>
                    <a:pt x="42" y="409"/>
                  </a:lnTo>
                  <a:lnTo>
                    <a:pt x="38" y="416"/>
                  </a:lnTo>
                  <a:lnTo>
                    <a:pt x="35" y="416"/>
                  </a:lnTo>
                  <a:lnTo>
                    <a:pt x="33" y="419"/>
                  </a:lnTo>
                  <a:lnTo>
                    <a:pt x="30" y="419"/>
                  </a:lnTo>
                  <a:lnTo>
                    <a:pt x="28" y="421"/>
                  </a:lnTo>
                  <a:lnTo>
                    <a:pt x="26" y="424"/>
                  </a:lnTo>
                  <a:lnTo>
                    <a:pt x="26" y="426"/>
                  </a:lnTo>
                  <a:lnTo>
                    <a:pt x="23" y="431"/>
                  </a:lnTo>
                  <a:lnTo>
                    <a:pt x="21" y="435"/>
                  </a:lnTo>
                  <a:lnTo>
                    <a:pt x="21" y="438"/>
                  </a:lnTo>
                  <a:lnTo>
                    <a:pt x="21" y="440"/>
                  </a:lnTo>
                  <a:lnTo>
                    <a:pt x="21" y="452"/>
                  </a:lnTo>
                  <a:lnTo>
                    <a:pt x="21" y="454"/>
                  </a:lnTo>
                  <a:lnTo>
                    <a:pt x="21" y="457"/>
                  </a:lnTo>
                  <a:lnTo>
                    <a:pt x="21" y="457"/>
                  </a:lnTo>
                  <a:lnTo>
                    <a:pt x="14" y="464"/>
                  </a:lnTo>
                  <a:lnTo>
                    <a:pt x="12" y="466"/>
                  </a:lnTo>
                  <a:lnTo>
                    <a:pt x="12" y="473"/>
                  </a:lnTo>
                  <a:lnTo>
                    <a:pt x="12" y="473"/>
                  </a:lnTo>
                  <a:lnTo>
                    <a:pt x="14" y="473"/>
                  </a:lnTo>
                  <a:lnTo>
                    <a:pt x="14" y="478"/>
                  </a:lnTo>
                  <a:lnTo>
                    <a:pt x="16" y="478"/>
                  </a:lnTo>
                  <a:lnTo>
                    <a:pt x="16" y="480"/>
                  </a:lnTo>
                  <a:lnTo>
                    <a:pt x="14" y="480"/>
                  </a:lnTo>
                  <a:lnTo>
                    <a:pt x="14" y="483"/>
                  </a:lnTo>
                  <a:lnTo>
                    <a:pt x="14" y="490"/>
                  </a:lnTo>
                  <a:lnTo>
                    <a:pt x="14" y="492"/>
                  </a:lnTo>
                  <a:lnTo>
                    <a:pt x="12" y="495"/>
                  </a:lnTo>
                  <a:lnTo>
                    <a:pt x="9" y="495"/>
                  </a:lnTo>
                  <a:lnTo>
                    <a:pt x="4" y="495"/>
                  </a:lnTo>
                  <a:lnTo>
                    <a:pt x="2" y="495"/>
                  </a:lnTo>
                  <a:lnTo>
                    <a:pt x="0" y="497"/>
                  </a:lnTo>
                  <a:lnTo>
                    <a:pt x="0" y="499"/>
                  </a:lnTo>
                  <a:lnTo>
                    <a:pt x="2" y="502"/>
                  </a:lnTo>
                  <a:lnTo>
                    <a:pt x="4" y="502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4" y="506"/>
                  </a:lnTo>
                  <a:lnTo>
                    <a:pt x="4" y="506"/>
                  </a:lnTo>
                  <a:lnTo>
                    <a:pt x="4" y="509"/>
                  </a:lnTo>
                  <a:lnTo>
                    <a:pt x="4" y="511"/>
                  </a:lnTo>
                  <a:lnTo>
                    <a:pt x="4" y="511"/>
                  </a:lnTo>
                  <a:lnTo>
                    <a:pt x="4" y="516"/>
                  </a:lnTo>
                  <a:lnTo>
                    <a:pt x="9" y="518"/>
                  </a:lnTo>
                  <a:lnTo>
                    <a:pt x="9" y="523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7" y="530"/>
                  </a:lnTo>
                  <a:lnTo>
                    <a:pt x="9" y="530"/>
                  </a:lnTo>
                  <a:lnTo>
                    <a:pt x="16" y="530"/>
                  </a:lnTo>
                  <a:lnTo>
                    <a:pt x="26" y="528"/>
                  </a:lnTo>
                  <a:lnTo>
                    <a:pt x="38" y="528"/>
                  </a:lnTo>
                  <a:lnTo>
                    <a:pt x="52" y="525"/>
                  </a:lnTo>
                  <a:lnTo>
                    <a:pt x="68" y="525"/>
                  </a:lnTo>
                  <a:lnTo>
                    <a:pt x="85" y="523"/>
                  </a:lnTo>
                  <a:lnTo>
                    <a:pt x="104" y="523"/>
                  </a:lnTo>
                  <a:lnTo>
                    <a:pt x="120" y="521"/>
                  </a:lnTo>
                  <a:lnTo>
                    <a:pt x="137" y="518"/>
                  </a:lnTo>
                  <a:lnTo>
                    <a:pt x="153" y="518"/>
                  </a:lnTo>
                  <a:lnTo>
                    <a:pt x="168" y="516"/>
                  </a:lnTo>
                  <a:lnTo>
                    <a:pt x="179" y="516"/>
                  </a:lnTo>
                  <a:lnTo>
                    <a:pt x="189" y="513"/>
                  </a:lnTo>
                  <a:lnTo>
                    <a:pt x="196" y="513"/>
                  </a:lnTo>
                  <a:lnTo>
                    <a:pt x="198" y="513"/>
                  </a:lnTo>
                  <a:lnTo>
                    <a:pt x="203" y="513"/>
                  </a:lnTo>
                  <a:lnTo>
                    <a:pt x="205" y="513"/>
                  </a:lnTo>
                  <a:lnTo>
                    <a:pt x="208" y="513"/>
                  </a:lnTo>
                  <a:lnTo>
                    <a:pt x="208" y="518"/>
                  </a:lnTo>
                  <a:lnTo>
                    <a:pt x="205" y="523"/>
                  </a:lnTo>
                  <a:lnTo>
                    <a:pt x="203" y="528"/>
                  </a:lnTo>
                  <a:lnTo>
                    <a:pt x="203" y="535"/>
                  </a:lnTo>
                  <a:lnTo>
                    <a:pt x="201" y="540"/>
                  </a:lnTo>
                  <a:lnTo>
                    <a:pt x="201" y="542"/>
                  </a:lnTo>
                  <a:lnTo>
                    <a:pt x="201" y="544"/>
                  </a:lnTo>
                  <a:lnTo>
                    <a:pt x="198" y="549"/>
                  </a:lnTo>
                  <a:lnTo>
                    <a:pt x="198" y="551"/>
                  </a:lnTo>
                  <a:lnTo>
                    <a:pt x="198" y="554"/>
                  </a:lnTo>
                  <a:lnTo>
                    <a:pt x="201" y="556"/>
                  </a:lnTo>
                  <a:lnTo>
                    <a:pt x="201" y="556"/>
                  </a:lnTo>
                  <a:lnTo>
                    <a:pt x="203" y="558"/>
                  </a:lnTo>
                  <a:lnTo>
                    <a:pt x="201" y="561"/>
                  </a:lnTo>
                  <a:lnTo>
                    <a:pt x="205" y="568"/>
                  </a:lnTo>
                  <a:lnTo>
                    <a:pt x="205" y="568"/>
                  </a:lnTo>
                  <a:lnTo>
                    <a:pt x="210" y="570"/>
                  </a:lnTo>
                  <a:lnTo>
                    <a:pt x="213" y="570"/>
                  </a:lnTo>
                  <a:lnTo>
                    <a:pt x="213" y="575"/>
                  </a:lnTo>
                  <a:lnTo>
                    <a:pt x="217" y="577"/>
                  </a:lnTo>
                  <a:lnTo>
                    <a:pt x="220" y="580"/>
                  </a:lnTo>
                  <a:lnTo>
                    <a:pt x="220" y="580"/>
                  </a:lnTo>
                  <a:lnTo>
                    <a:pt x="220" y="582"/>
                  </a:lnTo>
                  <a:lnTo>
                    <a:pt x="220" y="584"/>
                  </a:lnTo>
                  <a:lnTo>
                    <a:pt x="220" y="584"/>
                  </a:lnTo>
                  <a:lnTo>
                    <a:pt x="220" y="587"/>
                  </a:lnTo>
                  <a:lnTo>
                    <a:pt x="224" y="592"/>
                  </a:lnTo>
                  <a:lnTo>
                    <a:pt x="224" y="594"/>
                  </a:lnTo>
                  <a:lnTo>
                    <a:pt x="224" y="599"/>
                  </a:lnTo>
                  <a:lnTo>
                    <a:pt x="227" y="601"/>
                  </a:lnTo>
                  <a:lnTo>
                    <a:pt x="231" y="608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6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41" y="611"/>
                  </a:lnTo>
                  <a:lnTo>
                    <a:pt x="241" y="611"/>
                  </a:lnTo>
                  <a:lnTo>
                    <a:pt x="243" y="611"/>
                  </a:lnTo>
                  <a:lnTo>
                    <a:pt x="243" y="608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8" y="611"/>
                  </a:lnTo>
                  <a:lnTo>
                    <a:pt x="248" y="611"/>
                  </a:lnTo>
                  <a:lnTo>
                    <a:pt x="248" y="608"/>
                  </a:lnTo>
                  <a:lnTo>
                    <a:pt x="248" y="606"/>
                  </a:lnTo>
                  <a:lnTo>
                    <a:pt x="250" y="603"/>
                  </a:lnTo>
                  <a:lnTo>
                    <a:pt x="250" y="603"/>
                  </a:lnTo>
                  <a:lnTo>
                    <a:pt x="248" y="601"/>
                  </a:lnTo>
                  <a:lnTo>
                    <a:pt x="258" y="594"/>
                  </a:lnTo>
                  <a:lnTo>
                    <a:pt x="260" y="594"/>
                  </a:lnTo>
                  <a:lnTo>
                    <a:pt x="260" y="592"/>
                  </a:lnTo>
                  <a:lnTo>
                    <a:pt x="260" y="589"/>
                  </a:lnTo>
                  <a:lnTo>
                    <a:pt x="258" y="589"/>
                  </a:lnTo>
                  <a:lnTo>
                    <a:pt x="255" y="589"/>
                  </a:lnTo>
                  <a:lnTo>
                    <a:pt x="255" y="589"/>
                  </a:lnTo>
                  <a:lnTo>
                    <a:pt x="255" y="589"/>
                  </a:lnTo>
                  <a:lnTo>
                    <a:pt x="255" y="587"/>
                  </a:lnTo>
                  <a:lnTo>
                    <a:pt x="258" y="587"/>
                  </a:lnTo>
                  <a:lnTo>
                    <a:pt x="258" y="584"/>
                  </a:lnTo>
                  <a:lnTo>
                    <a:pt x="260" y="584"/>
                  </a:lnTo>
                  <a:lnTo>
                    <a:pt x="265" y="587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92"/>
                  </a:lnTo>
                  <a:lnTo>
                    <a:pt x="265" y="592"/>
                  </a:lnTo>
                  <a:lnTo>
                    <a:pt x="267" y="592"/>
                  </a:lnTo>
                  <a:lnTo>
                    <a:pt x="267" y="592"/>
                  </a:lnTo>
                  <a:lnTo>
                    <a:pt x="274" y="589"/>
                  </a:lnTo>
                  <a:lnTo>
                    <a:pt x="281" y="587"/>
                  </a:lnTo>
                  <a:lnTo>
                    <a:pt x="288" y="584"/>
                  </a:lnTo>
                  <a:lnTo>
                    <a:pt x="291" y="582"/>
                  </a:lnTo>
                  <a:lnTo>
                    <a:pt x="291" y="582"/>
                  </a:lnTo>
                  <a:lnTo>
                    <a:pt x="295" y="580"/>
                  </a:lnTo>
                  <a:lnTo>
                    <a:pt x="295" y="580"/>
                  </a:lnTo>
                  <a:lnTo>
                    <a:pt x="302" y="580"/>
                  </a:lnTo>
                  <a:lnTo>
                    <a:pt x="305" y="580"/>
                  </a:lnTo>
                  <a:lnTo>
                    <a:pt x="307" y="577"/>
                  </a:lnTo>
                  <a:lnTo>
                    <a:pt x="293" y="577"/>
                  </a:lnTo>
                  <a:lnTo>
                    <a:pt x="293" y="575"/>
                  </a:lnTo>
                  <a:lnTo>
                    <a:pt x="295" y="575"/>
                  </a:lnTo>
                  <a:lnTo>
                    <a:pt x="298" y="575"/>
                  </a:lnTo>
                  <a:lnTo>
                    <a:pt x="300" y="573"/>
                  </a:lnTo>
                  <a:lnTo>
                    <a:pt x="310" y="575"/>
                  </a:lnTo>
                  <a:lnTo>
                    <a:pt x="321" y="582"/>
                  </a:lnTo>
                  <a:lnTo>
                    <a:pt x="324" y="582"/>
                  </a:lnTo>
                  <a:lnTo>
                    <a:pt x="328" y="582"/>
                  </a:lnTo>
                  <a:lnTo>
                    <a:pt x="333" y="580"/>
                  </a:lnTo>
                  <a:lnTo>
                    <a:pt x="336" y="575"/>
                  </a:lnTo>
                  <a:lnTo>
                    <a:pt x="336" y="575"/>
                  </a:lnTo>
                  <a:lnTo>
                    <a:pt x="336" y="577"/>
                  </a:lnTo>
                  <a:lnTo>
                    <a:pt x="338" y="577"/>
                  </a:lnTo>
                  <a:lnTo>
                    <a:pt x="340" y="580"/>
                  </a:lnTo>
                  <a:lnTo>
                    <a:pt x="340" y="582"/>
                  </a:lnTo>
                  <a:lnTo>
                    <a:pt x="343" y="582"/>
                  </a:lnTo>
                  <a:lnTo>
                    <a:pt x="343" y="582"/>
                  </a:lnTo>
                  <a:lnTo>
                    <a:pt x="345" y="582"/>
                  </a:lnTo>
                  <a:lnTo>
                    <a:pt x="347" y="582"/>
                  </a:lnTo>
                  <a:lnTo>
                    <a:pt x="350" y="582"/>
                  </a:lnTo>
                  <a:lnTo>
                    <a:pt x="352" y="582"/>
                  </a:lnTo>
                  <a:lnTo>
                    <a:pt x="352" y="582"/>
                  </a:lnTo>
                  <a:lnTo>
                    <a:pt x="352" y="580"/>
                  </a:lnTo>
                  <a:lnTo>
                    <a:pt x="354" y="580"/>
                  </a:lnTo>
                  <a:lnTo>
                    <a:pt x="354" y="580"/>
                  </a:lnTo>
                  <a:lnTo>
                    <a:pt x="357" y="577"/>
                  </a:lnTo>
                  <a:lnTo>
                    <a:pt x="357" y="577"/>
                  </a:lnTo>
                  <a:lnTo>
                    <a:pt x="357" y="575"/>
                  </a:lnTo>
                  <a:lnTo>
                    <a:pt x="357" y="575"/>
                  </a:lnTo>
                  <a:lnTo>
                    <a:pt x="357" y="575"/>
                  </a:lnTo>
                  <a:close/>
                  <a:moveTo>
                    <a:pt x="336" y="596"/>
                  </a:moveTo>
                  <a:lnTo>
                    <a:pt x="333" y="596"/>
                  </a:lnTo>
                  <a:lnTo>
                    <a:pt x="331" y="594"/>
                  </a:lnTo>
                  <a:lnTo>
                    <a:pt x="326" y="594"/>
                  </a:lnTo>
                  <a:lnTo>
                    <a:pt x="324" y="594"/>
                  </a:lnTo>
                  <a:lnTo>
                    <a:pt x="321" y="596"/>
                  </a:lnTo>
                  <a:lnTo>
                    <a:pt x="321" y="596"/>
                  </a:lnTo>
                  <a:lnTo>
                    <a:pt x="343" y="596"/>
                  </a:lnTo>
                  <a:lnTo>
                    <a:pt x="343" y="596"/>
                  </a:lnTo>
                  <a:lnTo>
                    <a:pt x="345" y="596"/>
                  </a:lnTo>
                  <a:lnTo>
                    <a:pt x="343" y="596"/>
                  </a:lnTo>
                  <a:lnTo>
                    <a:pt x="336" y="596"/>
                  </a:lnTo>
                  <a:close/>
                  <a:moveTo>
                    <a:pt x="307" y="599"/>
                  </a:moveTo>
                  <a:lnTo>
                    <a:pt x="305" y="599"/>
                  </a:lnTo>
                  <a:lnTo>
                    <a:pt x="305" y="601"/>
                  </a:lnTo>
                  <a:lnTo>
                    <a:pt x="305" y="599"/>
                  </a:lnTo>
                  <a:lnTo>
                    <a:pt x="307" y="599"/>
                  </a:lnTo>
                  <a:lnTo>
                    <a:pt x="307" y="599"/>
                  </a:lnTo>
                  <a:lnTo>
                    <a:pt x="307" y="59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0" name="Freeform 31">
              <a:extLst>
                <a:ext uri="{FF2B5EF4-FFF2-40B4-BE49-F238E27FC236}">
                  <a16:creationId xmlns:a16="http://schemas.microsoft.com/office/drawing/2014/main" id="{33BC910B-76CC-4A2D-814D-F5728BD2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5024" y="2785147"/>
              <a:ext cx="645741" cy="531510"/>
            </a:xfrm>
            <a:custGeom>
              <a:avLst/>
              <a:gdLst>
                <a:gd name="T0" fmla="*/ 416 w 684"/>
                <a:gd name="T1" fmla="*/ 76 h 563"/>
                <a:gd name="T2" fmla="*/ 421 w 684"/>
                <a:gd name="T3" fmla="*/ 92 h 563"/>
                <a:gd name="T4" fmla="*/ 433 w 684"/>
                <a:gd name="T5" fmla="*/ 111 h 563"/>
                <a:gd name="T6" fmla="*/ 492 w 684"/>
                <a:gd name="T7" fmla="*/ 159 h 563"/>
                <a:gd name="T8" fmla="*/ 502 w 684"/>
                <a:gd name="T9" fmla="*/ 180 h 563"/>
                <a:gd name="T10" fmla="*/ 509 w 684"/>
                <a:gd name="T11" fmla="*/ 201 h 563"/>
                <a:gd name="T12" fmla="*/ 539 w 684"/>
                <a:gd name="T13" fmla="*/ 197 h 563"/>
                <a:gd name="T14" fmla="*/ 556 w 684"/>
                <a:gd name="T15" fmla="*/ 220 h 563"/>
                <a:gd name="T16" fmla="*/ 542 w 684"/>
                <a:gd name="T17" fmla="*/ 277 h 563"/>
                <a:gd name="T18" fmla="*/ 556 w 684"/>
                <a:gd name="T19" fmla="*/ 296 h 563"/>
                <a:gd name="T20" fmla="*/ 582 w 684"/>
                <a:gd name="T21" fmla="*/ 315 h 563"/>
                <a:gd name="T22" fmla="*/ 615 w 684"/>
                <a:gd name="T23" fmla="*/ 332 h 563"/>
                <a:gd name="T24" fmla="*/ 634 w 684"/>
                <a:gd name="T25" fmla="*/ 355 h 563"/>
                <a:gd name="T26" fmla="*/ 641 w 684"/>
                <a:gd name="T27" fmla="*/ 388 h 563"/>
                <a:gd name="T28" fmla="*/ 646 w 684"/>
                <a:gd name="T29" fmla="*/ 405 h 563"/>
                <a:gd name="T30" fmla="*/ 667 w 684"/>
                <a:gd name="T31" fmla="*/ 426 h 563"/>
                <a:gd name="T32" fmla="*/ 667 w 684"/>
                <a:gd name="T33" fmla="*/ 417 h 563"/>
                <a:gd name="T34" fmla="*/ 674 w 684"/>
                <a:gd name="T35" fmla="*/ 429 h 563"/>
                <a:gd name="T36" fmla="*/ 684 w 684"/>
                <a:gd name="T37" fmla="*/ 440 h 563"/>
                <a:gd name="T38" fmla="*/ 679 w 684"/>
                <a:gd name="T39" fmla="*/ 469 h 563"/>
                <a:gd name="T40" fmla="*/ 660 w 684"/>
                <a:gd name="T41" fmla="*/ 474 h 563"/>
                <a:gd name="T42" fmla="*/ 653 w 684"/>
                <a:gd name="T43" fmla="*/ 497 h 563"/>
                <a:gd name="T44" fmla="*/ 641 w 684"/>
                <a:gd name="T45" fmla="*/ 490 h 563"/>
                <a:gd name="T46" fmla="*/ 648 w 684"/>
                <a:gd name="T47" fmla="*/ 509 h 563"/>
                <a:gd name="T48" fmla="*/ 646 w 684"/>
                <a:gd name="T49" fmla="*/ 519 h 563"/>
                <a:gd name="T50" fmla="*/ 641 w 684"/>
                <a:gd name="T51" fmla="*/ 540 h 563"/>
                <a:gd name="T52" fmla="*/ 632 w 684"/>
                <a:gd name="T53" fmla="*/ 556 h 563"/>
                <a:gd name="T54" fmla="*/ 568 w 684"/>
                <a:gd name="T55" fmla="*/ 561 h 563"/>
                <a:gd name="T56" fmla="*/ 575 w 684"/>
                <a:gd name="T57" fmla="*/ 545 h 563"/>
                <a:gd name="T58" fmla="*/ 580 w 684"/>
                <a:gd name="T59" fmla="*/ 540 h 563"/>
                <a:gd name="T60" fmla="*/ 589 w 684"/>
                <a:gd name="T61" fmla="*/ 533 h 563"/>
                <a:gd name="T62" fmla="*/ 594 w 684"/>
                <a:gd name="T63" fmla="*/ 526 h 563"/>
                <a:gd name="T64" fmla="*/ 594 w 684"/>
                <a:gd name="T65" fmla="*/ 519 h 563"/>
                <a:gd name="T66" fmla="*/ 594 w 684"/>
                <a:gd name="T67" fmla="*/ 509 h 563"/>
                <a:gd name="T68" fmla="*/ 587 w 684"/>
                <a:gd name="T69" fmla="*/ 502 h 563"/>
                <a:gd name="T70" fmla="*/ 577 w 684"/>
                <a:gd name="T71" fmla="*/ 497 h 563"/>
                <a:gd name="T72" fmla="*/ 329 w 684"/>
                <a:gd name="T73" fmla="*/ 516 h 563"/>
                <a:gd name="T74" fmla="*/ 135 w 684"/>
                <a:gd name="T75" fmla="*/ 497 h 563"/>
                <a:gd name="T76" fmla="*/ 128 w 684"/>
                <a:gd name="T77" fmla="*/ 355 h 563"/>
                <a:gd name="T78" fmla="*/ 121 w 684"/>
                <a:gd name="T79" fmla="*/ 213 h 563"/>
                <a:gd name="T80" fmla="*/ 118 w 684"/>
                <a:gd name="T81" fmla="*/ 199 h 563"/>
                <a:gd name="T82" fmla="*/ 107 w 684"/>
                <a:gd name="T83" fmla="*/ 197 h 563"/>
                <a:gd name="T84" fmla="*/ 90 w 684"/>
                <a:gd name="T85" fmla="*/ 175 h 563"/>
                <a:gd name="T86" fmla="*/ 78 w 684"/>
                <a:gd name="T87" fmla="*/ 163 h 563"/>
                <a:gd name="T88" fmla="*/ 73 w 684"/>
                <a:gd name="T89" fmla="*/ 149 h 563"/>
                <a:gd name="T90" fmla="*/ 81 w 684"/>
                <a:gd name="T91" fmla="*/ 135 h 563"/>
                <a:gd name="T92" fmla="*/ 90 w 684"/>
                <a:gd name="T93" fmla="*/ 126 h 563"/>
                <a:gd name="T94" fmla="*/ 83 w 684"/>
                <a:gd name="T95" fmla="*/ 111 h 563"/>
                <a:gd name="T96" fmla="*/ 69 w 684"/>
                <a:gd name="T97" fmla="*/ 114 h 563"/>
                <a:gd name="T98" fmla="*/ 57 w 684"/>
                <a:gd name="T99" fmla="*/ 107 h 563"/>
                <a:gd name="T100" fmla="*/ 38 w 684"/>
                <a:gd name="T101" fmla="*/ 95 h 563"/>
                <a:gd name="T102" fmla="*/ 33 w 684"/>
                <a:gd name="T103" fmla="*/ 78 h 563"/>
                <a:gd name="T104" fmla="*/ 21 w 684"/>
                <a:gd name="T105" fmla="*/ 64 h 563"/>
                <a:gd name="T106" fmla="*/ 14 w 684"/>
                <a:gd name="T107" fmla="*/ 57 h 563"/>
                <a:gd name="T108" fmla="*/ 10 w 684"/>
                <a:gd name="T109" fmla="*/ 43 h 563"/>
                <a:gd name="T110" fmla="*/ 0 w 684"/>
                <a:gd name="T111" fmla="*/ 29 h 563"/>
                <a:gd name="T112" fmla="*/ 0 w 684"/>
                <a:gd name="T113" fmla="*/ 26 h 563"/>
                <a:gd name="T114" fmla="*/ 24 w 684"/>
                <a:gd name="T115" fmla="*/ 24 h 563"/>
                <a:gd name="T116" fmla="*/ 234 w 684"/>
                <a:gd name="T117" fmla="*/ 12 h 563"/>
                <a:gd name="T118" fmla="*/ 388 w 684"/>
                <a:gd name="T119" fmla="*/ 3 h 563"/>
                <a:gd name="T120" fmla="*/ 395 w 684"/>
                <a:gd name="T121" fmla="*/ 10 h 563"/>
                <a:gd name="T122" fmla="*/ 402 w 684"/>
                <a:gd name="T123" fmla="*/ 17 h 563"/>
                <a:gd name="T124" fmla="*/ 407 w 684"/>
                <a:gd name="T125" fmla="*/ 21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4" h="563">
                  <a:moveTo>
                    <a:pt x="419" y="29"/>
                  </a:moveTo>
                  <a:lnTo>
                    <a:pt x="419" y="29"/>
                  </a:lnTo>
                  <a:lnTo>
                    <a:pt x="414" y="31"/>
                  </a:lnTo>
                  <a:lnTo>
                    <a:pt x="414" y="38"/>
                  </a:lnTo>
                  <a:lnTo>
                    <a:pt x="412" y="45"/>
                  </a:lnTo>
                  <a:lnTo>
                    <a:pt x="412" y="50"/>
                  </a:lnTo>
                  <a:lnTo>
                    <a:pt x="412" y="55"/>
                  </a:lnTo>
                  <a:lnTo>
                    <a:pt x="416" y="76"/>
                  </a:lnTo>
                  <a:lnTo>
                    <a:pt x="416" y="76"/>
                  </a:lnTo>
                  <a:lnTo>
                    <a:pt x="419" y="78"/>
                  </a:lnTo>
                  <a:lnTo>
                    <a:pt x="421" y="81"/>
                  </a:lnTo>
                  <a:lnTo>
                    <a:pt x="421" y="81"/>
                  </a:lnTo>
                  <a:lnTo>
                    <a:pt x="421" y="83"/>
                  </a:lnTo>
                  <a:lnTo>
                    <a:pt x="421" y="83"/>
                  </a:lnTo>
                  <a:lnTo>
                    <a:pt x="421" y="85"/>
                  </a:lnTo>
                  <a:lnTo>
                    <a:pt x="421" y="88"/>
                  </a:lnTo>
                  <a:lnTo>
                    <a:pt x="421" y="90"/>
                  </a:lnTo>
                  <a:lnTo>
                    <a:pt x="421" y="92"/>
                  </a:lnTo>
                  <a:lnTo>
                    <a:pt x="424" y="92"/>
                  </a:lnTo>
                  <a:lnTo>
                    <a:pt x="424" y="95"/>
                  </a:lnTo>
                  <a:lnTo>
                    <a:pt x="424" y="97"/>
                  </a:lnTo>
                  <a:lnTo>
                    <a:pt x="428" y="97"/>
                  </a:lnTo>
                  <a:lnTo>
                    <a:pt x="428" y="100"/>
                  </a:lnTo>
                  <a:lnTo>
                    <a:pt x="428" y="102"/>
                  </a:lnTo>
                  <a:lnTo>
                    <a:pt x="428" y="104"/>
                  </a:lnTo>
                  <a:lnTo>
                    <a:pt x="431" y="107"/>
                  </a:lnTo>
                  <a:lnTo>
                    <a:pt x="433" y="111"/>
                  </a:lnTo>
                  <a:lnTo>
                    <a:pt x="459" y="130"/>
                  </a:lnTo>
                  <a:lnTo>
                    <a:pt x="461" y="133"/>
                  </a:lnTo>
                  <a:lnTo>
                    <a:pt x="461" y="135"/>
                  </a:lnTo>
                  <a:lnTo>
                    <a:pt x="461" y="137"/>
                  </a:lnTo>
                  <a:lnTo>
                    <a:pt x="464" y="140"/>
                  </a:lnTo>
                  <a:lnTo>
                    <a:pt x="464" y="140"/>
                  </a:lnTo>
                  <a:lnTo>
                    <a:pt x="487" y="154"/>
                  </a:lnTo>
                  <a:lnTo>
                    <a:pt x="490" y="156"/>
                  </a:lnTo>
                  <a:lnTo>
                    <a:pt x="492" y="159"/>
                  </a:lnTo>
                  <a:lnTo>
                    <a:pt x="497" y="163"/>
                  </a:lnTo>
                  <a:lnTo>
                    <a:pt x="497" y="166"/>
                  </a:lnTo>
                  <a:lnTo>
                    <a:pt x="499" y="168"/>
                  </a:lnTo>
                  <a:lnTo>
                    <a:pt x="499" y="171"/>
                  </a:lnTo>
                  <a:lnTo>
                    <a:pt x="499" y="173"/>
                  </a:lnTo>
                  <a:lnTo>
                    <a:pt x="499" y="175"/>
                  </a:lnTo>
                  <a:lnTo>
                    <a:pt x="499" y="178"/>
                  </a:lnTo>
                  <a:lnTo>
                    <a:pt x="502" y="180"/>
                  </a:lnTo>
                  <a:lnTo>
                    <a:pt x="502" y="180"/>
                  </a:lnTo>
                  <a:lnTo>
                    <a:pt x="502" y="182"/>
                  </a:lnTo>
                  <a:lnTo>
                    <a:pt x="502" y="182"/>
                  </a:lnTo>
                  <a:lnTo>
                    <a:pt x="502" y="185"/>
                  </a:lnTo>
                  <a:lnTo>
                    <a:pt x="502" y="187"/>
                  </a:lnTo>
                  <a:lnTo>
                    <a:pt x="502" y="187"/>
                  </a:lnTo>
                  <a:lnTo>
                    <a:pt x="504" y="190"/>
                  </a:lnTo>
                  <a:lnTo>
                    <a:pt x="504" y="192"/>
                  </a:lnTo>
                  <a:lnTo>
                    <a:pt x="504" y="194"/>
                  </a:lnTo>
                  <a:lnTo>
                    <a:pt x="509" y="201"/>
                  </a:lnTo>
                  <a:lnTo>
                    <a:pt x="511" y="206"/>
                  </a:lnTo>
                  <a:lnTo>
                    <a:pt x="516" y="206"/>
                  </a:lnTo>
                  <a:lnTo>
                    <a:pt x="521" y="204"/>
                  </a:lnTo>
                  <a:lnTo>
                    <a:pt x="525" y="197"/>
                  </a:lnTo>
                  <a:lnTo>
                    <a:pt x="530" y="194"/>
                  </a:lnTo>
                  <a:lnTo>
                    <a:pt x="532" y="194"/>
                  </a:lnTo>
                  <a:lnTo>
                    <a:pt x="535" y="197"/>
                  </a:lnTo>
                  <a:lnTo>
                    <a:pt x="537" y="197"/>
                  </a:lnTo>
                  <a:lnTo>
                    <a:pt x="539" y="197"/>
                  </a:lnTo>
                  <a:lnTo>
                    <a:pt x="544" y="199"/>
                  </a:lnTo>
                  <a:lnTo>
                    <a:pt x="556" y="204"/>
                  </a:lnTo>
                  <a:lnTo>
                    <a:pt x="558" y="206"/>
                  </a:lnTo>
                  <a:lnTo>
                    <a:pt x="561" y="208"/>
                  </a:lnTo>
                  <a:lnTo>
                    <a:pt x="561" y="211"/>
                  </a:lnTo>
                  <a:lnTo>
                    <a:pt x="558" y="216"/>
                  </a:lnTo>
                  <a:lnTo>
                    <a:pt x="558" y="218"/>
                  </a:lnTo>
                  <a:lnTo>
                    <a:pt x="556" y="218"/>
                  </a:lnTo>
                  <a:lnTo>
                    <a:pt x="556" y="220"/>
                  </a:lnTo>
                  <a:lnTo>
                    <a:pt x="556" y="223"/>
                  </a:lnTo>
                  <a:lnTo>
                    <a:pt x="556" y="227"/>
                  </a:lnTo>
                  <a:lnTo>
                    <a:pt x="556" y="234"/>
                  </a:lnTo>
                  <a:lnTo>
                    <a:pt x="556" y="237"/>
                  </a:lnTo>
                  <a:lnTo>
                    <a:pt x="551" y="246"/>
                  </a:lnTo>
                  <a:lnTo>
                    <a:pt x="547" y="261"/>
                  </a:lnTo>
                  <a:lnTo>
                    <a:pt x="544" y="268"/>
                  </a:lnTo>
                  <a:lnTo>
                    <a:pt x="542" y="272"/>
                  </a:lnTo>
                  <a:lnTo>
                    <a:pt x="542" y="277"/>
                  </a:lnTo>
                  <a:lnTo>
                    <a:pt x="544" y="282"/>
                  </a:lnTo>
                  <a:lnTo>
                    <a:pt x="544" y="284"/>
                  </a:lnTo>
                  <a:lnTo>
                    <a:pt x="544" y="287"/>
                  </a:lnTo>
                  <a:lnTo>
                    <a:pt x="547" y="287"/>
                  </a:lnTo>
                  <a:lnTo>
                    <a:pt x="547" y="289"/>
                  </a:lnTo>
                  <a:lnTo>
                    <a:pt x="551" y="291"/>
                  </a:lnTo>
                  <a:lnTo>
                    <a:pt x="554" y="294"/>
                  </a:lnTo>
                  <a:lnTo>
                    <a:pt x="556" y="296"/>
                  </a:lnTo>
                  <a:lnTo>
                    <a:pt x="556" y="296"/>
                  </a:lnTo>
                  <a:lnTo>
                    <a:pt x="558" y="298"/>
                  </a:lnTo>
                  <a:lnTo>
                    <a:pt x="558" y="301"/>
                  </a:lnTo>
                  <a:lnTo>
                    <a:pt x="563" y="301"/>
                  </a:lnTo>
                  <a:lnTo>
                    <a:pt x="565" y="303"/>
                  </a:lnTo>
                  <a:lnTo>
                    <a:pt x="568" y="308"/>
                  </a:lnTo>
                  <a:lnTo>
                    <a:pt x="573" y="310"/>
                  </a:lnTo>
                  <a:lnTo>
                    <a:pt x="575" y="310"/>
                  </a:lnTo>
                  <a:lnTo>
                    <a:pt x="582" y="315"/>
                  </a:lnTo>
                  <a:lnTo>
                    <a:pt x="582" y="315"/>
                  </a:lnTo>
                  <a:lnTo>
                    <a:pt x="587" y="315"/>
                  </a:lnTo>
                  <a:lnTo>
                    <a:pt x="587" y="315"/>
                  </a:lnTo>
                  <a:lnTo>
                    <a:pt x="591" y="315"/>
                  </a:lnTo>
                  <a:lnTo>
                    <a:pt x="594" y="317"/>
                  </a:lnTo>
                  <a:lnTo>
                    <a:pt x="601" y="322"/>
                  </a:lnTo>
                  <a:lnTo>
                    <a:pt x="603" y="324"/>
                  </a:lnTo>
                  <a:lnTo>
                    <a:pt x="610" y="327"/>
                  </a:lnTo>
                  <a:lnTo>
                    <a:pt x="613" y="329"/>
                  </a:lnTo>
                  <a:lnTo>
                    <a:pt x="615" y="332"/>
                  </a:lnTo>
                  <a:lnTo>
                    <a:pt x="618" y="339"/>
                  </a:lnTo>
                  <a:lnTo>
                    <a:pt x="620" y="341"/>
                  </a:lnTo>
                  <a:lnTo>
                    <a:pt x="632" y="343"/>
                  </a:lnTo>
                  <a:lnTo>
                    <a:pt x="634" y="346"/>
                  </a:lnTo>
                  <a:lnTo>
                    <a:pt x="634" y="348"/>
                  </a:lnTo>
                  <a:lnTo>
                    <a:pt x="634" y="348"/>
                  </a:lnTo>
                  <a:lnTo>
                    <a:pt x="634" y="350"/>
                  </a:lnTo>
                  <a:lnTo>
                    <a:pt x="634" y="353"/>
                  </a:lnTo>
                  <a:lnTo>
                    <a:pt x="634" y="355"/>
                  </a:lnTo>
                  <a:lnTo>
                    <a:pt x="634" y="358"/>
                  </a:lnTo>
                  <a:lnTo>
                    <a:pt x="634" y="360"/>
                  </a:lnTo>
                  <a:lnTo>
                    <a:pt x="634" y="362"/>
                  </a:lnTo>
                  <a:lnTo>
                    <a:pt x="639" y="367"/>
                  </a:lnTo>
                  <a:lnTo>
                    <a:pt x="641" y="369"/>
                  </a:lnTo>
                  <a:lnTo>
                    <a:pt x="644" y="374"/>
                  </a:lnTo>
                  <a:lnTo>
                    <a:pt x="646" y="379"/>
                  </a:lnTo>
                  <a:lnTo>
                    <a:pt x="644" y="384"/>
                  </a:lnTo>
                  <a:lnTo>
                    <a:pt x="641" y="388"/>
                  </a:lnTo>
                  <a:lnTo>
                    <a:pt x="639" y="391"/>
                  </a:lnTo>
                  <a:lnTo>
                    <a:pt x="639" y="395"/>
                  </a:lnTo>
                  <a:lnTo>
                    <a:pt x="639" y="398"/>
                  </a:lnTo>
                  <a:lnTo>
                    <a:pt x="641" y="398"/>
                  </a:lnTo>
                  <a:lnTo>
                    <a:pt x="641" y="398"/>
                  </a:lnTo>
                  <a:lnTo>
                    <a:pt x="644" y="398"/>
                  </a:lnTo>
                  <a:lnTo>
                    <a:pt x="644" y="400"/>
                  </a:lnTo>
                  <a:lnTo>
                    <a:pt x="644" y="403"/>
                  </a:lnTo>
                  <a:lnTo>
                    <a:pt x="646" y="405"/>
                  </a:lnTo>
                  <a:lnTo>
                    <a:pt x="648" y="407"/>
                  </a:lnTo>
                  <a:lnTo>
                    <a:pt x="653" y="414"/>
                  </a:lnTo>
                  <a:lnTo>
                    <a:pt x="653" y="417"/>
                  </a:lnTo>
                  <a:lnTo>
                    <a:pt x="653" y="421"/>
                  </a:lnTo>
                  <a:lnTo>
                    <a:pt x="655" y="421"/>
                  </a:lnTo>
                  <a:lnTo>
                    <a:pt x="660" y="426"/>
                  </a:lnTo>
                  <a:lnTo>
                    <a:pt x="665" y="426"/>
                  </a:lnTo>
                  <a:lnTo>
                    <a:pt x="667" y="426"/>
                  </a:lnTo>
                  <a:lnTo>
                    <a:pt x="667" y="426"/>
                  </a:lnTo>
                  <a:lnTo>
                    <a:pt x="667" y="424"/>
                  </a:lnTo>
                  <a:lnTo>
                    <a:pt x="665" y="424"/>
                  </a:lnTo>
                  <a:lnTo>
                    <a:pt x="665" y="421"/>
                  </a:lnTo>
                  <a:lnTo>
                    <a:pt x="662" y="421"/>
                  </a:lnTo>
                  <a:lnTo>
                    <a:pt x="662" y="419"/>
                  </a:lnTo>
                  <a:lnTo>
                    <a:pt x="662" y="417"/>
                  </a:lnTo>
                  <a:lnTo>
                    <a:pt x="665" y="417"/>
                  </a:lnTo>
                  <a:lnTo>
                    <a:pt x="667" y="417"/>
                  </a:lnTo>
                  <a:lnTo>
                    <a:pt x="667" y="417"/>
                  </a:lnTo>
                  <a:lnTo>
                    <a:pt x="667" y="419"/>
                  </a:lnTo>
                  <a:lnTo>
                    <a:pt x="670" y="421"/>
                  </a:lnTo>
                  <a:lnTo>
                    <a:pt x="670" y="421"/>
                  </a:lnTo>
                  <a:lnTo>
                    <a:pt x="672" y="424"/>
                  </a:lnTo>
                  <a:lnTo>
                    <a:pt x="672" y="424"/>
                  </a:lnTo>
                  <a:lnTo>
                    <a:pt x="674" y="426"/>
                  </a:lnTo>
                  <a:lnTo>
                    <a:pt x="674" y="426"/>
                  </a:lnTo>
                  <a:lnTo>
                    <a:pt x="674" y="429"/>
                  </a:lnTo>
                  <a:lnTo>
                    <a:pt x="674" y="429"/>
                  </a:lnTo>
                  <a:lnTo>
                    <a:pt x="677" y="429"/>
                  </a:lnTo>
                  <a:lnTo>
                    <a:pt x="677" y="429"/>
                  </a:lnTo>
                  <a:lnTo>
                    <a:pt x="679" y="429"/>
                  </a:lnTo>
                  <a:lnTo>
                    <a:pt x="679" y="429"/>
                  </a:lnTo>
                  <a:lnTo>
                    <a:pt x="681" y="429"/>
                  </a:lnTo>
                  <a:lnTo>
                    <a:pt x="681" y="431"/>
                  </a:lnTo>
                  <a:lnTo>
                    <a:pt x="681" y="436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1" y="443"/>
                  </a:lnTo>
                  <a:lnTo>
                    <a:pt x="681" y="443"/>
                  </a:lnTo>
                  <a:lnTo>
                    <a:pt x="681" y="445"/>
                  </a:lnTo>
                  <a:lnTo>
                    <a:pt x="681" y="445"/>
                  </a:lnTo>
                  <a:lnTo>
                    <a:pt x="681" y="448"/>
                  </a:lnTo>
                  <a:lnTo>
                    <a:pt x="684" y="452"/>
                  </a:lnTo>
                  <a:lnTo>
                    <a:pt x="684" y="455"/>
                  </a:lnTo>
                  <a:lnTo>
                    <a:pt x="684" y="459"/>
                  </a:lnTo>
                  <a:lnTo>
                    <a:pt x="679" y="469"/>
                  </a:lnTo>
                  <a:lnTo>
                    <a:pt x="679" y="476"/>
                  </a:lnTo>
                  <a:lnTo>
                    <a:pt x="677" y="478"/>
                  </a:lnTo>
                  <a:lnTo>
                    <a:pt x="674" y="481"/>
                  </a:lnTo>
                  <a:lnTo>
                    <a:pt x="670" y="478"/>
                  </a:lnTo>
                  <a:lnTo>
                    <a:pt x="667" y="478"/>
                  </a:lnTo>
                  <a:lnTo>
                    <a:pt x="665" y="474"/>
                  </a:lnTo>
                  <a:lnTo>
                    <a:pt x="662" y="474"/>
                  </a:lnTo>
                  <a:lnTo>
                    <a:pt x="660" y="474"/>
                  </a:lnTo>
                  <a:lnTo>
                    <a:pt x="660" y="474"/>
                  </a:lnTo>
                  <a:lnTo>
                    <a:pt x="660" y="476"/>
                  </a:lnTo>
                  <a:lnTo>
                    <a:pt x="658" y="481"/>
                  </a:lnTo>
                  <a:lnTo>
                    <a:pt x="658" y="483"/>
                  </a:lnTo>
                  <a:lnTo>
                    <a:pt x="658" y="490"/>
                  </a:lnTo>
                  <a:lnTo>
                    <a:pt x="658" y="490"/>
                  </a:lnTo>
                  <a:lnTo>
                    <a:pt x="658" y="492"/>
                  </a:lnTo>
                  <a:lnTo>
                    <a:pt x="655" y="495"/>
                  </a:lnTo>
                  <a:lnTo>
                    <a:pt x="653" y="495"/>
                  </a:lnTo>
                  <a:lnTo>
                    <a:pt x="653" y="497"/>
                  </a:lnTo>
                  <a:lnTo>
                    <a:pt x="651" y="497"/>
                  </a:lnTo>
                  <a:lnTo>
                    <a:pt x="648" y="495"/>
                  </a:lnTo>
                  <a:lnTo>
                    <a:pt x="651" y="492"/>
                  </a:lnTo>
                  <a:lnTo>
                    <a:pt x="651" y="490"/>
                  </a:lnTo>
                  <a:lnTo>
                    <a:pt x="651" y="490"/>
                  </a:lnTo>
                  <a:lnTo>
                    <a:pt x="648" y="485"/>
                  </a:lnTo>
                  <a:lnTo>
                    <a:pt x="646" y="483"/>
                  </a:lnTo>
                  <a:lnTo>
                    <a:pt x="641" y="485"/>
                  </a:lnTo>
                  <a:lnTo>
                    <a:pt x="641" y="490"/>
                  </a:lnTo>
                  <a:lnTo>
                    <a:pt x="644" y="490"/>
                  </a:lnTo>
                  <a:lnTo>
                    <a:pt x="644" y="492"/>
                  </a:lnTo>
                  <a:lnTo>
                    <a:pt x="644" y="492"/>
                  </a:lnTo>
                  <a:lnTo>
                    <a:pt x="646" y="495"/>
                  </a:lnTo>
                  <a:lnTo>
                    <a:pt x="644" y="497"/>
                  </a:lnTo>
                  <a:lnTo>
                    <a:pt x="646" y="497"/>
                  </a:lnTo>
                  <a:lnTo>
                    <a:pt x="648" y="504"/>
                  </a:lnTo>
                  <a:lnTo>
                    <a:pt x="648" y="507"/>
                  </a:lnTo>
                  <a:lnTo>
                    <a:pt x="648" y="509"/>
                  </a:lnTo>
                  <a:lnTo>
                    <a:pt x="646" y="509"/>
                  </a:lnTo>
                  <a:lnTo>
                    <a:pt x="644" y="511"/>
                  </a:lnTo>
                  <a:lnTo>
                    <a:pt x="641" y="511"/>
                  </a:lnTo>
                  <a:lnTo>
                    <a:pt x="639" y="511"/>
                  </a:lnTo>
                  <a:lnTo>
                    <a:pt x="639" y="514"/>
                  </a:lnTo>
                  <a:lnTo>
                    <a:pt x="641" y="516"/>
                  </a:lnTo>
                  <a:lnTo>
                    <a:pt x="644" y="519"/>
                  </a:lnTo>
                  <a:lnTo>
                    <a:pt x="646" y="519"/>
                  </a:lnTo>
                  <a:lnTo>
                    <a:pt x="646" y="519"/>
                  </a:lnTo>
                  <a:lnTo>
                    <a:pt x="646" y="521"/>
                  </a:lnTo>
                  <a:lnTo>
                    <a:pt x="646" y="521"/>
                  </a:lnTo>
                  <a:lnTo>
                    <a:pt x="644" y="523"/>
                  </a:lnTo>
                  <a:lnTo>
                    <a:pt x="634" y="523"/>
                  </a:lnTo>
                  <a:lnTo>
                    <a:pt x="634" y="523"/>
                  </a:lnTo>
                  <a:lnTo>
                    <a:pt x="639" y="533"/>
                  </a:lnTo>
                  <a:lnTo>
                    <a:pt x="644" y="537"/>
                  </a:lnTo>
                  <a:lnTo>
                    <a:pt x="641" y="540"/>
                  </a:lnTo>
                  <a:lnTo>
                    <a:pt x="641" y="540"/>
                  </a:lnTo>
                  <a:lnTo>
                    <a:pt x="639" y="540"/>
                  </a:lnTo>
                  <a:lnTo>
                    <a:pt x="636" y="542"/>
                  </a:lnTo>
                  <a:lnTo>
                    <a:pt x="636" y="542"/>
                  </a:lnTo>
                  <a:lnTo>
                    <a:pt x="636" y="545"/>
                  </a:lnTo>
                  <a:lnTo>
                    <a:pt x="634" y="552"/>
                  </a:lnTo>
                  <a:lnTo>
                    <a:pt x="634" y="554"/>
                  </a:lnTo>
                  <a:lnTo>
                    <a:pt x="632" y="554"/>
                  </a:lnTo>
                  <a:lnTo>
                    <a:pt x="632" y="554"/>
                  </a:lnTo>
                  <a:lnTo>
                    <a:pt x="632" y="556"/>
                  </a:lnTo>
                  <a:lnTo>
                    <a:pt x="632" y="556"/>
                  </a:lnTo>
                  <a:lnTo>
                    <a:pt x="618" y="556"/>
                  </a:lnTo>
                  <a:lnTo>
                    <a:pt x="603" y="559"/>
                  </a:lnTo>
                  <a:lnTo>
                    <a:pt x="589" y="561"/>
                  </a:lnTo>
                  <a:lnTo>
                    <a:pt x="575" y="561"/>
                  </a:lnTo>
                  <a:lnTo>
                    <a:pt x="568" y="563"/>
                  </a:lnTo>
                  <a:lnTo>
                    <a:pt x="568" y="563"/>
                  </a:lnTo>
                  <a:lnTo>
                    <a:pt x="568" y="561"/>
                  </a:lnTo>
                  <a:lnTo>
                    <a:pt x="568" y="561"/>
                  </a:lnTo>
                  <a:lnTo>
                    <a:pt x="568" y="561"/>
                  </a:lnTo>
                  <a:lnTo>
                    <a:pt x="570" y="554"/>
                  </a:lnTo>
                  <a:lnTo>
                    <a:pt x="570" y="552"/>
                  </a:lnTo>
                  <a:lnTo>
                    <a:pt x="573" y="549"/>
                  </a:lnTo>
                  <a:lnTo>
                    <a:pt x="573" y="547"/>
                  </a:lnTo>
                  <a:lnTo>
                    <a:pt x="575" y="547"/>
                  </a:lnTo>
                  <a:lnTo>
                    <a:pt x="575" y="547"/>
                  </a:lnTo>
                  <a:lnTo>
                    <a:pt x="575" y="545"/>
                  </a:lnTo>
                  <a:lnTo>
                    <a:pt x="575" y="545"/>
                  </a:lnTo>
                  <a:lnTo>
                    <a:pt x="577" y="545"/>
                  </a:lnTo>
                  <a:lnTo>
                    <a:pt x="577" y="545"/>
                  </a:lnTo>
                  <a:lnTo>
                    <a:pt x="577" y="545"/>
                  </a:lnTo>
                  <a:lnTo>
                    <a:pt x="580" y="545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0"/>
                  </a:lnTo>
                  <a:lnTo>
                    <a:pt x="580" y="540"/>
                  </a:lnTo>
                  <a:lnTo>
                    <a:pt x="580" y="537"/>
                  </a:lnTo>
                  <a:lnTo>
                    <a:pt x="580" y="537"/>
                  </a:lnTo>
                  <a:lnTo>
                    <a:pt x="580" y="537"/>
                  </a:lnTo>
                  <a:lnTo>
                    <a:pt x="582" y="537"/>
                  </a:lnTo>
                  <a:lnTo>
                    <a:pt x="582" y="537"/>
                  </a:lnTo>
                  <a:lnTo>
                    <a:pt x="584" y="535"/>
                  </a:lnTo>
                  <a:lnTo>
                    <a:pt x="584" y="535"/>
                  </a:lnTo>
                  <a:lnTo>
                    <a:pt x="589" y="533"/>
                  </a:lnTo>
                  <a:lnTo>
                    <a:pt x="589" y="533"/>
                  </a:lnTo>
                  <a:lnTo>
                    <a:pt x="589" y="533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28"/>
                  </a:lnTo>
                  <a:lnTo>
                    <a:pt x="589" y="528"/>
                  </a:lnTo>
                  <a:lnTo>
                    <a:pt x="589" y="528"/>
                  </a:lnTo>
                  <a:lnTo>
                    <a:pt x="591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3"/>
                  </a:lnTo>
                  <a:lnTo>
                    <a:pt x="594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6" y="521"/>
                  </a:lnTo>
                  <a:lnTo>
                    <a:pt x="594" y="519"/>
                  </a:lnTo>
                  <a:lnTo>
                    <a:pt x="594" y="516"/>
                  </a:lnTo>
                  <a:lnTo>
                    <a:pt x="594" y="514"/>
                  </a:lnTo>
                  <a:lnTo>
                    <a:pt x="594" y="514"/>
                  </a:lnTo>
                  <a:lnTo>
                    <a:pt x="594" y="514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09"/>
                  </a:lnTo>
                  <a:lnTo>
                    <a:pt x="591" y="509"/>
                  </a:lnTo>
                  <a:lnTo>
                    <a:pt x="589" y="509"/>
                  </a:lnTo>
                  <a:lnTo>
                    <a:pt x="589" y="507"/>
                  </a:lnTo>
                  <a:lnTo>
                    <a:pt x="589" y="507"/>
                  </a:lnTo>
                  <a:lnTo>
                    <a:pt x="589" y="507"/>
                  </a:lnTo>
                  <a:lnTo>
                    <a:pt x="587" y="507"/>
                  </a:lnTo>
                  <a:lnTo>
                    <a:pt x="587" y="504"/>
                  </a:lnTo>
                  <a:lnTo>
                    <a:pt x="587" y="504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4" y="502"/>
                  </a:lnTo>
                  <a:lnTo>
                    <a:pt x="584" y="500"/>
                  </a:lnTo>
                  <a:lnTo>
                    <a:pt x="584" y="497"/>
                  </a:lnTo>
                  <a:lnTo>
                    <a:pt x="584" y="497"/>
                  </a:lnTo>
                  <a:lnTo>
                    <a:pt x="584" y="497"/>
                  </a:lnTo>
                  <a:lnTo>
                    <a:pt x="577" y="497"/>
                  </a:lnTo>
                  <a:lnTo>
                    <a:pt x="549" y="500"/>
                  </a:lnTo>
                  <a:lnTo>
                    <a:pt x="521" y="502"/>
                  </a:lnTo>
                  <a:lnTo>
                    <a:pt x="495" y="504"/>
                  </a:lnTo>
                  <a:lnTo>
                    <a:pt x="466" y="507"/>
                  </a:lnTo>
                  <a:lnTo>
                    <a:pt x="438" y="509"/>
                  </a:lnTo>
                  <a:lnTo>
                    <a:pt x="412" y="511"/>
                  </a:lnTo>
                  <a:lnTo>
                    <a:pt x="383" y="514"/>
                  </a:lnTo>
                  <a:lnTo>
                    <a:pt x="357" y="516"/>
                  </a:lnTo>
                  <a:lnTo>
                    <a:pt x="329" y="516"/>
                  </a:lnTo>
                  <a:lnTo>
                    <a:pt x="301" y="519"/>
                  </a:lnTo>
                  <a:lnTo>
                    <a:pt x="275" y="521"/>
                  </a:lnTo>
                  <a:lnTo>
                    <a:pt x="246" y="523"/>
                  </a:lnTo>
                  <a:lnTo>
                    <a:pt x="218" y="523"/>
                  </a:lnTo>
                  <a:lnTo>
                    <a:pt x="192" y="526"/>
                  </a:lnTo>
                  <a:lnTo>
                    <a:pt x="163" y="526"/>
                  </a:lnTo>
                  <a:lnTo>
                    <a:pt x="135" y="528"/>
                  </a:lnTo>
                  <a:lnTo>
                    <a:pt x="135" y="514"/>
                  </a:lnTo>
                  <a:lnTo>
                    <a:pt x="135" y="497"/>
                  </a:lnTo>
                  <a:lnTo>
                    <a:pt x="133" y="481"/>
                  </a:lnTo>
                  <a:lnTo>
                    <a:pt x="133" y="466"/>
                  </a:lnTo>
                  <a:lnTo>
                    <a:pt x="133" y="450"/>
                  </a:lnTo>
                  <a:lnTo>
                    <a:pt x="130" y="433"/>
                  </a:lnTo>
                  <a:lnTo>
                    <a:pt x="130" y="419"/>
                  </a:lnTo>
                  <a:lnTo>
                    <a:pt x="130" y="403"/>
                  </a:lnTo>
                  <a:lnTo>
                    <a:pt x="128" y="386"/>
                  </a:lnTo>
                  <a:lnTo>
                    <a:pt x="128" y="372"/>
                  </a:lnTo>
                  <a:lnTo>
                    <a:pt x="128" y="355"/>
                  </a:lnTo>
                  <a:lnTo>
                    <a:pt x="126" y="339"/>
                  </a:lnTo>
                  <a:lnTo>
                    <a:pt x="126" y="324"/>
                  </a:lnTo>
                  <a:lnTo>
                    <a:pt x="126" y="308"/>
                  </a:lnTo>
                  <a:lnTo>
                    <a:pt x="123" y="291"/>
                  </a:lnTo>
                  <a:lnTo>
                    <a:pt x="123" y="277"/>
                  </a:lnTo>
                  <a:lnTo>
                    <a:pt x="123" y="261"/>
                  </a:lnTo>
                  <a:lnTo>
                    <a:pt x="121" y="244"/>
                  </a:lnTo>
                  <a:lnTo>
                    <a:pt x="121" y="230"/>
                  </a:lnTo>
                  <a:lnTo>
                    <a:pt x="121" y="213"/>
                  </a:lnTo>
                  <a:lnTo>
                    <a:pt x="121" y="204"/>
                  </a:lnTo>
                  <a:lnTo>
                    <a:pt x="121" y="204"/>
                  </a:lnTo>
                  <a:lnTo>
                    <a:pt x="118" y="204"/>
                  </a:lnTo>
                  <a:lnTo>
                    <a:pt x="118" y="204"/>
                  </a:lnTo>
                  <a:lnTo>
                    <a:pt x="118" y="201"/>
                  </a:lnTo>
                  <a:lnTo>
                    <a:pt x="118" y="201"/>
                  </a:lnTo>
                  <a:lnTo>
                    <a:pt x="121" y="201"/>
                  </a:lnTo>
                  <a:lnTo>
                    <a:pt x="121" y="199"/>
                  </a:lnTo>
                  <a:lnTo>
                    <a:pt x="118" y="199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14" y="197"/>
                  </a:lnTo>
                  <a:lnTo>
                    <a:pt x="114" y="197"/>
                  </a:lnTo>
                  <a:lnTo>
                    <a:pt x="111" y="197"/>
                  </a:lnTo>
                  <a:lnTo>
                    <a:pt x="109" y="197"/>
                  </a:lnTo>
                  <a:lnTo>
                    <a:pt x="107" y="197"/>
                  </a:lnTo>
                  <a:lnTo>
                    <a:pt x="102" y="194"/>
                  </a:lnTo>
                  <a:lnTo>
                    <a:pt x="99" y="194"/>
                  </a:lnTo>
                  <a:lnTo>
                    <a:pt x="99" y="192"/>
                  </a:lnTo>
                  <a:lnTo>
                    <a:pt x="97" y="190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2" y="185"/>
                  </a:lnTo>
                  <a:lnTo>
                    <a:pt x="90" y="180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88" y="171"/>
                  </a:lnTo>
                  <a:lnTo>
                    <a:pt x="85" y="171"/>
                  </a:lnTo>
                  <a:lnTo>
                    <a:pt x="85" y="168"/>
                  </a:lnTo>
                  <a:lnTo>
                    <a:pt x="85" y="168"/>
                  </a:lnTo>
                  <a:lnTo>
                    <a:pt x="81" y="166"/>
                  </a:lnTo>
                  <a:lnTo>
                    <a:pt x="78" y="166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76" y="159"/>
                  </a:lnTo>
                  <a:lnTo>
                    <a:pt x="73" y="159"/>
                  </a:lnTo>
                  <a:lnTo>
                    <a:pt x="73" y="156"/>
                  </a:lnTo>
                  <a:lnTo>
                    <a:pt x="71" y="156"/>
                  </a:lnTo>
                  <a:lnTo>
                    <a:pt x="69" y="154"/>
                  </a:lnTo>
                  <a:lnTo>
                    <a:pt x="69" y="149"/>
                  </a:lnTo>
                  <a:lnTo>
                    <a:pt x="71" y="149"/>
                  </a:lnTo>
                  <a:lnTo>
                    <a:pt x="73" y="149"/>
                  </a:lnTo>
                  <a:lnTo>
                    <a:pt x="73" y="149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73" y="145"/>
                  </a:lnTo>
                  <a:lnTo>
                    <a:pt x="73" y="142"/>
                  </a:lnTo>
                  <a:lnTo>
                    <a:pt x="76" y="140"/>
                  </a:lnTo>
                  <a:lnTo>
                    <a:pt x="78" y="137"/>
                  </a:lnTo>
                  <a:lnTo>
                    <a:pt x="81" y="135"/>
                  </a:lnTo>
                  <a:lnTo>
                    <a:pt x="81" y="135"/>
                  </a:lnTo>
                  <a:lnTo>
                    <a:pt x="81" y="135"/>
                  </a:lnTo>
                  <a:lnTo>
                    <a:pt x="81" y="130"/>
                  </a:lnTo>
                  <a:lnTo>
                    <a:pt x="81" y="130"/>
                  </a:lnTo>
                  <a:lnTo>
                    <a:pt x="83" y="128"/>
                  </a:lnTo>
                  <a:lnTo>
                    <a:pt x="83" y="128"/>
                  </a:lnTo>
                  <a:lnTo>
                    <a:pt x="88" y="130"/>
                  </a:lnTo>
                  <a:lnTo>
                    <a:pt x="90" y="130"/>
                  </a:lnTo>
                  <a:lnTo>
                    <a:pt x="92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19"/>
                  </a:lnTo>
                  <a:lnTo>
                    <a:pt x="90" y="119"/>
                  </a:lnTo>
                  <a:lnTo>
                    <a:pt x="90" y="116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83" y="111"/>
                  </a:lnTo>
                  <a:lnTo>
                    <a:pt x="83" y="111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1" y="109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3" y="111"/>
                  </a:lnTo>
                  <a:lnTo>
                    <a:pt x="71" y="114"/>
                  </a:lnTo>
                  <a:lnTo>
                    <a:pt x="69" y="114"/>
                  </a:lnTo>
                  <a:lnTo>
                    <a:pt x="66" y="114"/>
                  </a:lnTo>
                  <a:lnTo>
                    <a:pt x="64" y="111"/>
                  </a:lnTo>
                  <a:lnTo>
                    <a:pt x="64" y="109"/>
                  </a:lnTo>
                  <a:lnTo>
                    <a:pt x="62" y="109"/>
                  </a:lnTo>
                  <a:lnTo>
                    <a:pt x="62" y="109"/>
                  </a:lnTo>
                  <a:lnTo>
                    <a:pt x="59" y="109"/>
                  </a:lnTo>
                  <a:lnTo>
                    <a:pt x="59" y="109"/>
                  </a:lnTo>
                  <a:lnTo>
                    <a:pt x="59" y="107"/>
                  </a:lnTo>
                  <a:lnTo>
                    <a:pt x="57" y="107"/>
                  </a:lnTo>
                  <a:lnTo>
                    <a:pt x="57" y="107"/>
                  </a:lnTo>
                  <a:lnTo>
                    <a:pt x="57" y="104"/>
                  </a:lnTo>
                  <a:lnTo>
                    <a:pt x="55" y="104"/>
                  </a:lnTo>
                  <a:lnTo>
                    <a:pt x="55" y="104"/>
                  </a:lnTo>
                  <a:lnTo>
                    <a:pt x="52" y="102"/>
                  </a:lnTo>
                  <a:lnTo>
                    <a:pt x="47" y="97"/>
                  </a:lnTo>
                  <a:lnTo>
                    <a:pt x="45" y="95"/>
                  </a:lnTo>
                  <a:lnTo>
                    <a:pt x="43" y="95"/>
                  </a:lnTo>
                  <a:lnTo>
                    <a:pt x="38" y="95"/>
                  </a:lnTo>
                  <a:lnTo>
                    <a:pt x="38" y="92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8" y="83"/>
                  </a:lnTo>
                  <a:lnTo>
                    <a:pt x="36" y="81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1" y="74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29" y="69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1" y="66"/>
                  </a:lnTo>
                  <a:lnTo>
                    <a:pt x="21" y="64"/>
                  </a:lnTo>
                  <a:lnTo>
                    <a:pt x="21" y="62"/>
                  </a:lnTo>
                  <a:lnTo>
                    <a:pt x="19" y="62"/>
                  </a:lnTo>
                  <a:lnTo>
                    <a:pt x="17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59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2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10" y="43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4" y="24"/>
                  </a:lnTo>
                  <a:lnTo>
                    <a:pt x="47" y="24"/>
                  </a:lnTo>
                  <a:lnTo>
                    <a:pt x="71" y="21"/>
                  </a:lnTo>
                  <a:lnTo>
                    <a:pt x="95" y="21"/>
                  </a:lnTo>
                  <a:lnTo>
                    <a:pt x="118" y="19"/>
                  </a:lnTo>
                  <a:lnTo>
                    <a:pt x="142" y="19"/>
                  </a:lnTo>
                  <a:lnTo>
                    <a:pt x="166" y="17"/>
                  </a:lnTo>
                  <a:lnTo>
                    <a:pt x="187" y="17"/>
                  </a:lnTo>
                  <a:lnTo>
                    <a:pt x="211" y="14"/>
                  </a:lnTo>
                  <a:lnTo>
                    <a:pt x="234" y="12"/>
                  </a:lnTo>
                  <a:lnTo>
                    <a:pt x="258" y="12"/>
                  </a:lnTo>
                  <a:lnTo>
                    <a:pt x="282" y="10"/>
                  </a:lnTo>
                  <a:lnTo>
                    <a:pt x="305" y="7"/>
                  </a:lnTo>
                  <a:lnTo>
                    <a:pt x="329" y="5"/>
                  </a:lnTo>
                  <a:lnTo>
                    <a:pt x="350" y="5"/>
                  </a:lnTo>
                  <a:lnTo>
                    <a:pt x="374" y="3"/>
                  </a:lnTo>
                  <a:lnTo>
                    <a:pt x="383" y="3"/>
                  </a:lnTo>
                  <a:lnTo>
                    <a:pt x="388" y="0"/>
                  </a:lnTo>
                  <a:lnTo>
                    <a:pt x="388" y="3"/>
                  </a:lnTo>
                  <a:lnTo>
                    <a:pt x="388" y="3"/>
                  </a:lnTo>
                  <a:lnTo>
                    <a:pt x="390" y="5"/>
                  </a:lnTo>
                  <a:lnTo>
                    <a:pt x="390" y="5"/>
                  </a:lnTo>
                  <a:lnTo>
                    <a:pt x="390" y="7"/>
                  </a:lnTo>
                  <a:lnTo>
                    <a:pt x="393" y="7"/>
                  </a:lnTo>
                  <a:lnTo>
                    <a:pt x="393" y="10"/>
                  </a:lnTo>
                  <a:lnTo>
                    <a:pt x="393" y="10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12"/>
                  </a:lnTo>
                  <a:lnTo>
                    <a:pt x="400" y="12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2" y="14"/>
                  </a:lnTo>
                  <a:lnTo>
                    <a:pt x="402" y="14"/>
                  </a:lnTo>
                  <a:lnTo>
                    <a:pt x="402" y="17"/>
                  </a:lnTo>
                  <a:lnTo>
                    <a:pt x="402" y="17"/>
                  </a:lnTo>
                  <a:lnTo>
                    <a:pt x="402" y="17"/>
                  </a:lnTo>
                  <a:lnTo>
                    <a:pt x="405" y="17"/>
                  </a:lnTo>
                  <a:lnTo>
                    <a:pt x="407" y="19"/>
                  </a:lnTo>
                  <a:lnTo>
                    <a:pt x="407" y="19"/>
                  </a:lnTo>
                  <a:lnTo>
                    <a:pt x="407" y="19"/>
                  </a:lnTo>
                  <a:lnTo>
                    <a:pt x="407" y="21"/>
                  </a:lnTo>
                  <a:lnTo>
                    <a:pt x="407" y="21"/>
                  </a:lnTo>
                  <a:lnTo>
                    <a:pt x="407" y="21"/>
                  </a:lnTo>
                  <a:lnTo>
                    <a:pt x="409" y="24"/>
                  </a:lnTo>
                  <a:lnTo>
                    <a:pt x="412" y="26"/>
                  </a:lnTo>
                  <a:lnTo>
                    <a:pt x="414" y="29"/>
                  </a:lnTo>
                  <a:lnTo>
                    <a:pt x="416" y="29"/>
                  </a:lnTo>
                  <a:lnTo>
                    <a:pt x="419" y="29"/>
                  </a:lnTo>
                  <a:lnTo>
                    <a:pt x="419" y="2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1" name="Freeform 32">
              <a:extLst>
                <a:ext uri="{FF2B5EF4-FFF2-40B4-BE49-F238E27FC236}">
                  <a16:creationId xmlns:a16="http://schemas.microsoft.com/office/drawing/2014/main" id="{DB783687-2C44-4495-9DBA-DC4F4A31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9252" y="1808982"/>
              <a:ext cx="636301" cy="668399"/>
            </a:xfrm>
            <a:custGeom>
              <a:avLst/>
              <a:gdLst>
                <a:gd name="T0" fmla="*/ 648 w 674"/>
                <a:gd name="T1" fmla="*/ 132 h 708"/>
                <a:gd name="T2" fmla="*/ 596 w 674"/>
                <a:gd name="T3" fmla="*/ 125 h 708"/>
                <a:gd name="T4" fmla="*/ 577 w 674"/>
                <a:gd name="T5" fmla="*/ 128 h 708"/>
                <a:gd name="T6" fmla="*/ 563 w 674"/>
                <a:gd name="T7" fmla="*/ 113 h 708"/>
                <a:gd name="T8" fmla="*/ 525 w 674"/>
                <a:gd name="T9" fmla="*/ 132 h 708"/>
                <a:gd name="T10" fmla="*/ 499 w 674"/>
                <a:gd name="T11" fmla="*/ 132 h 708"/>
                <a:gd name="T12" fmla="*/ 473 w 674"/>
                <a:gd name="T13" fmla="*/ 123 h 708"/>
                <a:gd name="T14" fmla="*/ 437 w 674"/>
                <a:gd name="T15" fmla="*/ 106 h 708"/>
                <a:gd name="T16" fmla="*/ 428 w 674"/>
                <a:gd name="T17" fmla="*/ 121 h 708"/>
                <a:gd name="T18" fmla="*/ 402 w 674"/>
                <a:gd name="T19" fmla="*/ 99 h 708"/>
                <a:gd name="T20" fmla="*/ 395 w 674"/>
                <a:gd name="T21" fmla="*/ 85 h 708"/>
                <a:gd name="T22" fmla="*/ 331 w 674"/>
                <a:gd name="T23" fmla="*/ 87 h 708"/>
                <a:gd name="T24" fmla="*/ 293 w 674"/>
                <a:gd name="T25" fmla="*/ 80 h 708"/>
                <a:gd name="T26" fmla="*/ 257 w 674"/>
                <a:gd name="T27" fmla="*/ 73 h 708"/>
                <a:gd name="T28" fmla="*/ 220 w 674"/>
                <a:gd name="T29" fmla="*/ 59 h 708"/>
                <a:gd name="T30" fmla="*/ 208 w 674"/>
                <a:gd name="T31" fmla="*/ 9 h 708"/>
                <a:gd name="T32" fmla="*/ 179 w 674"/>
                <a:gd name="T33" fmla="*/ 42 h 708"/>
                <a:gd name="T34" fmla="*/ 45 w 674"/>
                <a:gd name="T35" fmla="*/ 50 h 708"/>
                <a:gd name="T36" fmla="*/ 2 w 674"/>
                <a:gd name="T37" fmla="*/ 61 h 708"/>
                <a:gd name="T38" fmla="*/ 9 w 674"/>
                <a:gd name="T39" fmla="*/ 99 h 708"/>
                <a:gd name="T40" fmla="*/ 11 w 674"/>
                <a:gd name="T41" fmla="*/ 132 h 708"/>
                <a:gd name="T42" fmla="*/ 21 w 674"/>
                <a:gd name="T43" fmla="*/ 180 h 708"/>
                <a:gd name="T44" fmla="*/ 26 w 674"/>
                <a:gd name="T45" fmla="*/ 192 h 708"/>
                <a:gd name="T46" fmla="*/ 37 w 674"/>
                <a:gd name="T47" fmla="*/ 215 h 708"/>
                <a:gd name="T48" fmla="*/ 37 w 674"/>
                <a:gd name="T49" fmla="*/ 234 h 708"/>
                <a:gd name="T50" fmla="*/ 40 w 674"/>
                <a:gd name="T51" fmla="*/ 267 h 708"/>
                <a:gd name="T52" fmla="*/ 45 w 674"/>
                <a:gd name="T53" fmla="*/ 291 h 708"/>
                <a:gd name="T54" fmla="*/ 47 w 674"/>
                <a:gd name="T55" fmla="*/ 296 h 708"/>
                <a:gd name="T56" fmla="*/ 47 w 674"/>
                <a:gd name="T57" fmla="*/ 317 h 708"/>
                <a:gd name="T58" fmla="*/ 52 w 674"/>
                <a:gd name="T59" fmla="*/ 345 h 708"/>
                <a:gd name="T60" fmla="*/ 63 w 674"/>
                <a:gd name="T61" fmla="*/ 367 h 708"/>
                <a:gd name="T62" fmla="*/ 68 w 674"/>
                <a:gd name="T63" fmla="*/ 388 h 708"/>
                <a:gd name="T64" fmla="*/ 68 w 674"/>
                <a:gd name="T65" fmla="*/ 416 h 708"/>
                <a:gd name="T66" fmla="*/ 52 w 674"/>
                <a:gd name="T67" fmla="*/ 442 h 708"/>
                <a:gd name="T68" fmla="*/ 56 w 674"/>
                <a:gd name="T69" fmla="*/ 471 h 708"/>
                <a:gd name="T70" fmla="*/ 80 w 674"/>
                <a:gd name="T71" fmla="*/ 490 h 708"/>
                <a:gd name="T72" fmla="*/ 87 w 674"/>
                <a:gd name="T73" fmla="*/ 682 h 708"/>
                <a:gd name="T74" fmla="*/ 359 w 674"/>
                <a:gd name="T75" fmla="*/ 696 h 708"/>
                <a:gd name="T76" fmla="*/ 572 w 674"/>
                <a:gd name="T77" fmla="*/ 674 h 708"/>
                <a:gd name="T78" fmla="*/ 570 w 674"/>
                <a:gd name="T79" fmla="*/ 648 h 708"/>
                <a:gd name="T80" fmla="*/ 563 w 674"/>
                <a:gd name="T81" fmla="*/ 632 h 708"/>
                <a:gd name="T82" fmla="*/ 551 w 674"/>
                <a:gd name="T83" fmla="*/ 620 h 708"/>
                <a:gd name="T84" fmla="*/ 527 w 674"/>
                <a:gd name="T85" fmla="*/ 615 h 708"/>
                <a:gd name="T86" fmla="*/ 466 w 674"/>
                <a:gd name="T87" fmla="*/ 570 h 708"/>
                <a:gd name="T88" fmla="*/ 432 w 674"/>
                <a:gd name="T89" fmla="*/ 551 h 708"/>
                <a:gd name="T90" fmla="*/ 421 w 674"/>
                <a:gd name="T91" fmla="*/ 518 h 708"/>
                <a:gd name="T92" fmla="*/ 418 w 674"/>
                <a:gd name="T93" fmla="*/ 492 h 708"/>
                <a:gd name="T94" fmla="*/ 421 w 674"/>
                <a:gd name="T95" fmla="*/ 469 h 708"/>
                <a:gd name="T96" fmla="*/ 416 w 674"/>
                <a:gd name="T97" fmla="*/ 442 h 708"/>
                <a:gd name="T98" fmla="*/ 411 w 674"/>
                <a:gd name="T99" fmla="*/ 412 h 708"/>
                <a:gd name="T100" fmla="*/ 430 w 674"/>
                <a:gd name="T101" fmla="*/ 390 h 708"/>
                <a:gd name="T102" fmla="*/ 442 w 674"/>
                <a:gd name="T103" fmla="*/ 383 h 708"/>
                <a:gd name="T104" fmla="*/ 451 w 674"/>
                <a:gd name="T105" fmla="*/ 371 h 708"/>
                <a:gd name="T106" fmla="*/ 449 w 674"/>
                <a:gd name="T107" fmla="*/ 308 h 708"/>
                <a:gd name="T108" fmla="*/ 456 w 674"/>
                <a:gd name="T109" fmla="*/ 303 h 708"/>
                <a:gd name="T110" fmla="*/ 461 w 674"/>
                <a:gd name="T111" fmla="*/ 296 h 708"/>
                <a:gd name="T112" fmla="*/ 494 w 674"/>
                <a:gd name="T113" fmla="*/ 265 h 708"/>
                <a:gd name="T114" fmla="*/ 508 w 674"/>
                <a:gd name="T115" fmla="*/ 251 h 708"/>
                <a:gd name="T116" fmla="*/ 633 w 674"/>
                <a:gd name="T117" fmla="*/ 154 h 708"/>
                <a:gd name="T118" fmla="*/ 674 w 674"/>
                <a:gd name="T119" fmla="*/ 128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74" h="708">
                  <a:moveTo>
                    <a:pt x="674" y="128"/>
                  </a:moveTo>
                  <a:lnTo>
                    <a:pt x="669" y="128"/>
                  </a:lnTo>
                  <a:lnTo>
                    <a:pt x="667" y="128"/>
                  </a:lnTo>
                  <a:lnTo>
                    <a:pt x="662" y="128"/>
                  </a:lnTo>
                  <a:lnTo>
                    <a:pt x="662" y="128"/>
                  </a:lnTo>
                  <a:lnTo>
                    <a:pt x="660" y="128"/>
                  </a:lnTo>
                  <a:lnTo>
                    <a:pt x="660" y="128"/>
                  </a:lnTo>
                  <a:lnTo>
                    <a:pt x="657" y="128"/>
                  </a:lnTo>
                  <a:lnTo>
                    <a:pt x="655" y="128"/>
                  </a:lnTo>
                  <a:lnTo>
                    <a:pt x="648" y="132"/>
                  </a:lnTo>
                  <a:lnTo>
                    <a:pt x="645" y="132"/>
                  </a:lnTo>
                  <a:lnTo>
                    <a:pt x="641" y="130"/>
                  </a:lnTo>
                  <a:lnTo>
                    <a:pt x="638" y="130"/>
                  </a:lnTo>
                  <a:lnTo>
                    <a:pt x="636" y="128"/>
                  </a:lnTo>
                  <a:lnTo>
                    <a:pt x="631" y="121"/>
                  </a:lnTo>
                  <a:lnTo>
                    <a:pt x="631" y="121"/>
                  </a:lnTo>
                  <a:lnTo>
                    <a:pt x="626" y="118"/>
                  </a:lnTo>
                  <a:lnTo>
                    <a:pt x="622" y="118"/>
                  </a:lnTo>
                  <a:lnTo>
                    <a:pt x="596" y="125"/>
                  </a:lnTo>
                  <a:lnTo>
                    <a:pt x="596" y="125"/>
                  </a:lnTo>
                  <a:lnTo>
                    <a:pt x="596" y="125"/>
                  </a:lnTo>
                  <a:lnTo>
                    <a:pt x="593" y="123"/>
                  </a:lnTo>
                  <a:lnTo>
                    <a:pt x="593" y="125"/>
                  </a:lnTo>
                  <a:lnTo>
                    <a:pt x="591" y="125"/>
                  </a:lnTo>
                  <a:lnTo>
                    <a:pt x="589" y="125"/>
                  </a:lnTo>
                  <a:lnTo>
                    <a:pt x="589" y="125"/>
                  </a:lnTo>
                  <a:lnTo>
                    <a:pt x="586" y="125"/>
                  </a:lnTo>
                  <a:lnTo>
                    <a:pt x="586" y="123"/>
                  </a:lnTo>
                  <a:lnTo>
                    <a:pt x="584" y="123"/>
                  </a:lnTo>
                  <a:lnTo>
                    <a:pt x="577" y="128"/>
                  </a:lnTo>
                  <a:lnTo>
                    <a:pt x="572" y="128"/>
                  </a:lnTo>
                  <a:lnTo>
                    <a:pt x="567" y="125"/>
                  </a:lnTo>
                  <a:lnTo>
                    <a:pt x="567" y="123"/>
                  </a:lnTo>
                  <a:lnTo>
                    <a:pt x="565" y="121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63" y="118"/>
                  </a:lnTo>
                  <a:lnTo>
                    <a:pt x="563" y="118"/>
                  </a:lnTo>
                  <a:lnTo>
                    <a:pt x="563" y="116"/>
                  </a:lnTo>
                  <a:lnTo>
                    <a:pt x="563" y="113"/>
                  </a:lnTo>
                  <a:lnTo>
                    <a:pt x="563" y="113"/>
                  </a:lnTo>
                  <a:lnTo>
                    <a:pt x="563" y="111"/>
                  </a:lnTo>
                  <a:lnTo>
                    <a:pt x="560" y="111"/>
                  </a:lnTo>
                  <a:lnTo>
                    <a:pt x="555" y="111"/>
                  </a:lnTo>
                  <a:lnTo>
                    <a:pt x="548" y="116"/>
                  </a:lnTo>
                  <a:lnTo>
                    <a:pt x="546" y="118"/>
                  </a:lnTo>
                  <a:lnTo>
                    <a:pt x="541" y="121"/>
                  </a:lnTo>
                  <a:lnTo>
                    <a:pt x="532" y="128"/>
                  </a:lnTo>
                  <a:lnTo>
                    <a:pt x="529" y="130"/>
                  </a:lnTo>
                  <a:lnTo>
                    <a:pt x="525" y="132"/>
                  </a:lnTo>
                  <a:lnTo>
                    <a:pt x="518" y="135"/>
                  </a:lnTo>
                  <a:lnTo>
                    <a:pt x="513" y="137"/>
                  </a:lnTo>
                  <a:lnTo>
                    <a:pt x="510" y="137"/>
                  </a:lnTo>
                  <a:lnTo>
                    <a:pt x="508" y="137"/>
                  </a:lnTo>
                  <a:lnTo>
                    <a:pt x="508" y="137"/>
                  </a:lnTo>
                  <a:lnTo>
                    <a:pt x="499" y="137"/>
                  </a:lnTo>
                  <a:lnTo>
                    <a:pt x="499" y="137"/>
                  </a:lnTo>
                  <a:lnTo>
                    <a:pt x="499" y="137"/>
                  </a:lnTo>
                  <a:lnTo>
                    <a:pt x="499" y="135"/>
                  </a:lnTo>
                  <a:lnTo>
                    <a:pt x="499" y="132"/>
                  </a:lnTo>
                  <a:lnTo>
                    <a:pt x="499" y="132"/>
                  </a:lnTo>
                  <a:lnTo>
                    <a:pt x="496" y="132"/>
                  </a:lnTo>
                  <a:lnTo>
                    <a:pt x="496" y="132"/>
                  </a:lnTo>
                  <a:lnTo>
                    <a:pt x="489" y="132"/>
                  </a:lnTo>
                  <a:lnTo>
                    <a:pt x="487" y="130"/>
                  </a:lnTo>
                  <a:lnTo>
                    <a:pt x="487" y="128"/>
                  </a:lnTo>
                  <a:lnTo>
                    <a:pt x="484" y="125"/>
                  </a:lnTo>
                  <a:lnTo>
                    <a:pt x="484" y="123"/>
                  </a:lnTo>
                  <a:lnTo>
                    <a:pt x="482" y="123"/>
                  </a:lnTo>
                  <a:lnTo>
                    <a:pt x="473" y="123"/>
                  </a:lnTo>
                  <a:lnTo>
                    <a:pt x="463" y="118"/>
                  </a:lnTo>
                  <a:lnTo>
                    <a:pt x="463" y="118"/>
                  </a:lnTo>
                  <a:lnTo>
                    <a:pt x="461" y="116"/>
                  </a:lnTo>
                  <a:lnTo>
                    <a:pt x="458" y="116"/>
                  </a:lnTo>
                  <a:lnTo>
                    <a:pt x="458" y="111"/>
                  </a:lnTo>
                  <a:lnTo>
                    <a:pt x="456" y="109"/>
                  </a:lnTo>
                  <a:lnTo>
                    <a:pt x="456" y="106"/>
                  </a:lnTo>
                  <a:lnTo>
                    <a:pt x="454" y="106"/>
                  </a:lnTo>
                  <a:lnTo>
                    <a:pt x="447" y="106"/>
                  </a:lnTo>
                  <a:lnTo>
                    <a:pt x="437" y="106"/>
                  </a:lnTo>
                  <a:lnTo>
                    <a:pt x="435" y="109"/>
                  </a:lnTo>
                  <a:lnTo>
                    <a:pt x="432" y="111"/>
                  </a:lnTo>
                  <a:lnTo>
                    <a:pt x="432" y="113"/>
                  </a:lnTo>
                  <a:lnTo>
                    <a:pt x="435" y="116"/>
                  </a:lnTo>
                  <a:lnTo>
                    <a:pt x="435" y="118"/>
                  </a:lnTo>
                  <a:lnTo>
                    <a:pt x="435" y="121"/>
                  </a:lnTo>
                  <a:lnTo>
                    <a:pt x="432" y="121"/>
                  </a:lnTo>
                  <a:lnTo>
                    <a:pt x="430" y="121"/>
                  </a:lnTo>
                  <a:lnTo>
                    <a:pt x="428" y="123"/>
                  </a:lnTo>
                  <a:lnTo>
                    <a:pt x="428" y="121"/>
                  </a:lnTo>
                  <a:lnTo>
                    <a:pt x="423" y="116"/>
                  </a:lnTo>
                  <a:lnTo>
                    <a:pt x="421" y="111"/>
                  </a:lnTo>
                  <a:lnTo>
                    <a:pt x="418" y="109"/>
                  </a:lnTo>
                  <a:lnTo>
                    <a:pt x="418" y="106"/>
                  </a:lnTo>
                  <a:lnTo>
                    <a:pt x="418" y="102"/>
                  </a:lnTo>
                  <a:lnTo>
                    <a:pt x="418" y="99"/>
                  </a:lnTo>
                  <a:lnTo>
                    <a:pt x="416" y="97"/>
                  </a:lnTo>
                  <a:lnTo>
                    <a:pt x="414" y="97"/>
                  </a:lnTo>
                  <a:lnTo>
                    <a:pt x="409" y="97"/>
                  </a:lnTo>
                  <a:lnTo>
                    <a:pt x="402" y="99"/>
                  </a:lnTo>
                  <a:lnTo>
                    <a:pt x="399" y="97"/>
                  </a:lnTo>
                  <a:lnTo>
                    <a:pt x="397" y="97"/>
                  </a:lnTo>
                  <a:lnTo>
                    <a:pt x="395" y="97"/>
                  </a:lnTo>
                  <a:lnTo>
                    <a:pt x="397" y="92"/>
                  </a:lnTo>
                  <a:lnTo>
                    <a:pt x="397" y="92"/>
                  </a:lnTo>
                  <a:lnTo>
                    <a:pt x="402" y="92"/>
                  </a:lnTo>
                  <a:lnTo>
                    <a:pt x="404" y="90"/>
                  </a:lnTo>
                  <a:lnTo>
                    <a:pt x="404" y="87"/>
                  </a:lnTo>
                  <a:lnTo>
                    <a:pt x="402" y="87"/>
                  </a:lnTo>
                  <a:lnTo>
                    <a:pt x="395" y="85"/>
                  </a:lnTo>
                  <a:lnTo>
                    <a:pt x="380" y="83"/>
                  </a:lnTo>
                  <a:lnTo>
                    <a:pt x="373" y="80"/>
                  </a:lnTo>
                  <a:lnTo>
                    <a:pt x="371" y="78"/>
                  </a:lnTo>
                  <a:lnTo>
                    <a:pt x="359" y="78"/>
                  </a:lnTo>
                  <a:lnTo>
                    <a:pt x="347" y="78"/>
                  </a:lnTo>
                  <a:lnTo>
                    <a:pt x="335" y="80"/>
                  </a:lnTo>
                  <a:lnTo>
                    <a:pt x="333" y="83"/>
                  </a:lnTo>
                  <a:lnTo>
                    <a:pt x="331" y="83"/>
                  </a:lnTo>
                  <a:lnTo>
                    <a:pt x="331" y="85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28" y="90"/>
                  </a:lnTo>
                  <a:lnTo>
                    <a:pt x="321" y="92"/>
                  </a:lnTo>
                  <a:lnTo>
                    <a:pt x="319" y="92"/>
                  </a:lnTo>
                  <a:lnTo>
                    <a:pt x="317" y="92"/>
                  </a:lnTo>
                  <a:lnTo>
                    <a:pt x="305" y="95"/>
                  </a:lnTo>
                  <a:lnTo>
                    <a:pt x="302" y="95"/>
                  </a:lnTo>
                  <a:lnTo>
                    <a:pt x="300" y="92"/>
                  </a:lnTo>
                  <a:lnTo>
                    <a:pt x="298" y="83"/>
                  </a:lnTo>
                  <a:lnTo>
                    <a:pt x="293" y="80"/>
                  </a:lnTo>
                  <a:lnTo>
                    <a:pt x="279" y="80"/>
                  </a:lnTo>
                  <a:lnTo>
                    <a:pt x="262" y="80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0" y="78"/>
                  </a:lnTo>
                  <a:lnTo>
                    <a:pt x="260" y="76"/>
                  </a:lnTo>
                  <a:lnTo>
                    <a:pt x="260" y="76"/>
                  </a:lnTo>
                  <a:lnTo>
                    <a:pt x="257" y="76"/>
                  </a:lnTo>
                  <a:lnTo>
                    <a:pt x="257" y="76"/>
                  </a:lnTo>
                  <a:lnTo>
                    <a:pt x="257" y="73"/>
                  </a:lnTo>
                  <a:lnTo>
                    <a:pt x="255" y="73"/>
                  </a:lnTo>
                  <a:lnTo>
                    <a:pt x="241" y="76"/>
                  </a:lnTo>
                  <a:lnTo>
                    <a:pt x="236" y="76"/>
                  </a:lnTo>
                  <a:lnTo>
                    <a:pt x="231" y="73"/>
                  </a:lnTo>
                  <a:lnTo>
                    <a:pt x="222" y="69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0" y="61"/>
                  </a:lnTo>
                  <a:lnTo>
                    <a:pt x="220" y="59"/>
                  </a:lnTo>
                  <a:lnTo>
                    <a:pt x="220" y="59"/>
                  </a:lnTo>
                  <a:lnTo>
                    <a:pt x="220" y="52"/>
                  </a:lnTo>
                  <a:lnTo>
                    <a:pt x="215" y="40"/>
                  </a:lnTo>
                  <a:lnTo>
                    <a:pt x="210" y="28"/>
                  </a:lnTo>
                  <a:lnTo>
                    <a:pt x="210" y="26"/>
                  </a:lnTo>
                  <a:lnTo>
                    <a:pt x="210" y="24"/>
                  </a:lnTo>
                  <a:lnTo>
                    <a:pt x="210" y="19"/>
                  </a:lnTo>
                  <a:lnTo>
                    <a:pt x="208" y="16"/>
                  </a:lnTo>
                  <a:lnTo>
                    <a:pt x="208" y="14"/>
                  </a:lnTo>
                  <a:lnTo>
                    <a:pt x="208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198" y="2"/>
                  </a:lnTo>
                  <a:lnTo>
                    <a:pt x="194" y="2"/>
                  </a:lnTo>
                  <a:lnTo>
                    <a:pt x="182" y="2"/>
                  </a:lnTo>
                  <a:lnTo>
                    <a:pt x="177" y="0"/>
                  </a:lnTo>
                  <a:lnTo>
                    <a:pt x="177" y="7"/>
                  </a:lnTo>
                  <a:lnTo>
                    <a:pt x="179" y="16"/>
                  </a:lnTo>
                  <a:lnTo>
                    <a:pt x="179" y="31"/>
                  </a:lnTo>
                  <a:lnTo>
                    <a:pt x="179" y="42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7" y="45"/>
                  </a:lnTo>
                  <a:lnTo>
                    <a:pt x="158" y="45"/>
                  </a:lnTo>
                  <a:lnTo>
                    <a:pt x="139" y="47"/>
                  </a:lnTo>
                  <a:lnTo>
                    <a:pt x="120" y="47"/>
                  </a:lnTo>
                  <a:lnTo>
                    <a:pt x="101" y="47"/>
                  </a:lnTo>
                  <a:lnTo>
                    <a:pt x="82" y="50"/>
                  </a:lnTo>
                  <a:lnTo>
                    <a:pt x="63" y="50"/>
                  </a:lnTo>
                  <a:lnTo>
                    <a:pt x="45" y="50"/>
                  </a:lnTo>
                  <a:lnTo>
                    <a:pt x="26" y="50"/>
                  </a:lnTo>
                  <a:lnTo>
                    <a:pt x="7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7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9"/>
                  </a:lnTo>
                  <a:lnTo>
                    <a:pt x="7" y="76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1" y="85"/>
                  </a:lnTo>
                  <a:lnTo>
                    <a:pt x="11" y="92"/>
                  </a:lnTo>
                  <a:lnTo>
                    <a:pt x="11" y="95"/>
                  </a:lnTo>
                  <a:lnTo>
                    <a:pt x="9" y="99"/>
                  </a:lnTo>
                  <a:lnTo>
                    <a:pt x="7" y="104"/>
                  </a:lnTo>
                  <a:lnTo>
                    <a:pt x="9" y="111"/>
                  </a:lnTo>
                  <a:lnTo>
                    <a:pt x="9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9" y="123"/>
                  </a:lnTo>
                  <a:lnTo>
                    <a:pt x="9" y="123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5"/>
                  </a:lnTo>
                  <a:lnTo>
                    <a:pt x="11" y="142"/>
                  </a:lnTo>
                  <a:lnTo>
                    <a:pt x="11" y="149"/>
                  </a:lnTo>
                  <a:lnTo>
                    <a:pt x="11" y="151"/>
                  </a:lnTo>
                  <a:lnTo>
                    <a:pt x="14" y="156"/>
                  </a:lnTo>
                  <a:lnTo>
                    <a:pt x="18" y="166"/>
                  </a:lnTo>
                  <a:lnTo>
                    <a:pt x="18" y="170"/>
                  </a:lnTo>
                  <a:lnTo>
                    <a:pt x="21" y="173"/>
                  </a:lnTo>
                  <a:lnTo>
                    <a:pt x="23" y="177"/>
                  </a:lnTo>
                  <a:lnTo>
                    <a:pt x="21" y="180"/>
                  </a:lnTo>
                  <a:lnTo>
                    <a:pt x="23" y="182"/>
                  </a:lnTo>
                  <a:lnTo>
                    <a:pt x="26" y="189"/>
                  </a:lnTo>
                  <a:lnTo>
                    <a:pt x="26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28" y="196"/>
                  </a:lnTo>
                  <a:lnTo>
                    <a:pt x="30" y="199"/>
                  </a:lnTo>
                  <a:lnTo>
                    <a:pt x="30" y="201"/>
                  </a:lnTo>
                  <a:lnTo>
                    <a:pt x="33" y="203"/>
                  </a:lnTo>
                  <a:lnTo>
                    <a:pt x="33" y="206"/>
                  </a:lnTo>
                  <a:lnTo>
                    <a:pt x="35" y="211"/>
                  </a:lnTo>
                  <a:lnTo>
                    <a:pt x="35" y="213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8"/>
                  </a:lnTo>
                  <a:lnTo>
                    <a:pt x="37" y="218"/>
                  </a:lnTo>
                  <a:lnTo>
                    <a:pt x="37" y="220"/>
                  </a:lnTo>
                  <a:lnTo>
                    <a:pt x="37" y="222"/>
                  </a:lnTo>
                  <a:lnTo>
                    <a:pt x="37" y="225"/>
                  </a:lnTo>
                  <a:lnTo>
                    <a:pt x="37" y="227"/>
                  </a:lnTo>
                  <a:lnTo>
                    <a:pt x="37" y="227"/>
                  </a:lnTo>
                  <a:lnTo>
                    <a:pt x="37" y="234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7" y="239"/>
                  </a:lnTo>
                  <a:lnTo>
                    <a:pt x="37" y="239"/>
                  </a:lnTo>
                  <a:lnTo>
                    <a:pt x="40" y="241"/>
                  </a:lnTo>
                  <a:lnTo>
                    <a:pt x="40" y="255"/>
                  </a:lnTo>
                  <a:lnTo>
                    <a:pt x="40" y="258"/>
                  </a:lnTo>
                  <a:lnTo>
                    <a:pt x="40" y="265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70"/>
                  </a:lnTo>
                  <a:lnTo>
                    <a:pt x="40" y="272"/>
                  </a:lnTo>
                  <a:lnTo>
                    <a:pt x="42" y="277"/>
                  </a:lnTo>
                  <a:lnTo>
                    <a:pt x="42" y="279"/>
                  </a:lnTo>
                  <a:lnTo>
                    <a:pt x="42" y="286"/>
                  </a:lnTo>
                  <a:lnTo>
                    <a:pt x="42" y="289"/>
                  </a:lnTo>
                  <a:lnTo>
                    <a:pt x="42" y="289"/>
                  </a:lnTo>
                  <a:lnTo>
                    <a:pt x="45" y="291"/>
                  </a:lnTo>
                  <a:lnTo>
                    <a:pt x="45" y="291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8"/>
                  </a:lnTo>
                  <a:lnTo>
                    <a:pt x="47" y="300"/>
                  </a:lnTo>
                  <a:lnTo>
                    <a:pt x="45" y="300"/>
                  </a:lnTo>
                  <a:lnTo>
                    <a:pt x="47" y="305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2"/>
                  </a:lnTo>
                  <a:lnTo>
                    <a:pt x="47" y="317"/>
                  </a:lnTo>
                  <a:lnTo>
                    <a:pt x="47" y="319"/>
                  </a:lnTo>
                  <a:lnTo>
                    <a:pt x="47" y="322"/>
                  </a:lnTo>
                  <a:lnTo>
                    <a:pt x="45" y="326"/>
                  </a:lnTo>
                  <a:lnTo>
                    <a:pt x="45" y="329"/>
                  </a:lnTo>
                  <a:lnTo>
                    <a:pt x="47" y="331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52" y="341"/>
                  </a:lnTo>
                  <a:lnTo>
                    <a:pt x="52" y="343"/>
                  </a:lnTo>
                  <a:lnTo>
                    <a:pt x="52" y="345"/>
                  </a:lnTo>
                  <a:lnTo>
                    <a:pt x="52" y="348"/>
                  </a:lnTo>
                  <a:lnTo>
                    <a:pt x="52" y="348"/>
                  </a:lnTo>
                  <a:lnTo>
                    <a:pt x="54" y="350"/>
                  </a:lnTo>
                  <a:lnTo>
                    <a:pt x="54" y="350"/>
                  </a:lnTo>
                  <a:lnTo>
                    <a:pt x="54" y="350"/>
                  </a:lnTo>
                  <a:lnTo>
                    <a:pt x="54" y="353"/>
                  </a:lnTo>
                  <a:lnTo>
                    <a:pt x="54" y="355"/>
                  </a:lnTo>
                  <a:lnTo>
                    <a:pt x="59" y="362"/>
                  </a:lnTo>
                  <a:lnTo>
                    <a:pt x="63" y="364"/>
                  </a:lnTo>
                  <a:lnTo>
                    <a:pt x="63" y="367"/>
                  </a:lnTo>
                  <a:lnTo>
                    <a:pt x="66" y="369"/>
                  </a:lnTo>
                  <a:lnTo>
                    <a:pt x="66" y="376"/>
                  </a:lnTo>
                  <a:lnTo>
                    <a:pt x="66" y="379"/>
                  </a:lnTo>
                  <a:lnTo>
                    <a:pt x="66" y="381"/>
                  </a:lnTo>
                  <a:lnTo>
                    <a:pt x="66" y="381"/>
                  </a:lnTo>
                  <a:lnTo>
                    <a:pt x="68" y="386"/>
                  </a:lnTo>
                  <a:lnTo>
                    <a:pt x="68" y="386"/>
                  </a:lnTo>
                  <a:lnTo>
                    <a:pt x="68" y="386"/>
                  </a:lnTo>
                  <a:lnTo>
                    <a:pt x="68" y="388"/>
                  </a:lnTo>
                  <a:lnTo>
                    <a:pt x="68" y="388"/>
                  </a:lnTo>
                  <a:lnTo>
                    <a:pt x="68" y="393"/>
                  </a:lnTo>
                  <a:lnTo>
                    <a:pt x="68" y="395"/>
                  </a:lnTo>
                  <a:lnTo>
                    <a:pt x="68" y="397"/>
                  </a:lnTo>
                  <a:lnTo>
                    <a:pt x="68" y="400"/>
                  </a:lnTo>
                  <a:lnTo>
                    <a:pt x="68" y="405"/>
                  </a:lnTo>
                  <a:lnTo>
                    <a:pt x="71" y="412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6"/>
                  </a:lnTo>
                  <a:lnTo>
                    <a:pt x="68" y="424"/>
                  </a:lnTo>
                  <a:lnTo>
                    <a:pt x="68" y="426"/>
                  </a:lnTo>
                  <a:lnTo>
                    <a:pt x="66" y="428"/>
                  </a:lnTo>
                  <a:lnTo>
                    <a:pt x="63" y="433"/>
                  </a:lnTo>
                  <a:lnTo>
                    <a:pt x="63" y="435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9" y="438"/>
                  </a:lnTo>
                  <a:lnTo>
                    <a:pt x="52" y="442"/>
                  </a:lnTo>
                  <a:lnTo>
                    <a:pt x="52" y="442"/>
                  </a:lnTo>
                  <a:lnTo>
                    <a:pt x="49" y="445"/>
                  </a:lnTo>
                  <a:lnTo>
                    <a:pt x="47" y="447"/>
                  </a:lnTo>
                  <a:lnTo>
                    <a:pt x="45" y="450"/>
                  </a:lnTo>
                  <a:lnTo>
                    <a:pt x="45" y="450"/>
                  </a:lnTo>
                  <a:lnTo>
                    <a:pt x="45" y="452"/>
                  </a:lnTo>
                  <a:lnTo>
                    <a:pt x="42" y="454"/>
                  </a:lnTo>
                  <a:lnTo>
                    <a:pt x="45" y="457"/>
                  </a:lnTo>
                  <a:lnTo>
                    <a:pt x="49" y="461"/>
                  </a:lnTo>
                  <a:lnTo>
                    <a:pt x="52" y="464"/>
                  </a:lnTo>
                  <a:lnTo>
                    <a:pt x="56" y="471"/>
                  </a:lnTo>
                  <a:lnTo>
                    <a:pt x="59" y="476"/>
                  </a:lnTo>
                  <a:lnTo>
                    <a:pt x="59" y="478"/>
                  </a:lnTo>
                  <a:lnTo>
                    <a:pt x="66" y="478"/>
                  </a:lnTo>
                  <a:lnTo>
                    <a:pt x="71" y="478"/>
                  </a:lnTo>
                  <a:lnTo>
                    <a:pt x="73" y="480"/>
                  </a:lnTo>
                  <a:lnTo>
                    <a:pt x="75" y="480"/>
                  </a:lnTo>
                  <a:lnTo>
                    <a:pt x="78" y="483"/>
                  </a:lnTo>
                  <a:lnTo>
                    <a:pt x="78" y="483"/>
                  </a:lnTo>
                  <a:lnTo>
                    <a:pt x="80" y="487"/>
                  </a:lnTo>
                  <a:lnTo>
                    <a:pt x="80" y="490"/>
                  </a:lnTo>
                  <a:lnTo>
                    <a:pt x="82" y="490"/>
                  </a:lnTo>
                  <a:lnTo>
                    <a:pt x="82" y="490"/>
                  </a:lnTo>
                  <a:lnTo>
                    <a:pt x="82" y="495"/>
                  </a:lnTo>
                  <a:lnTo>
                    <a:pt x="82" y="521"/>
                  </a:lnTo>
                  <a:lnTo>
                    <a:pt x="82" y="547"/>
                  </a:lnTo>
                  <a:lnTo>
                    <a:pt x="85" y="575"/>
                  </a:lnTo>
                  <a:lnTo>
                    <a:pt x="85" y="601"/>
                  </a:lnTo>
                  <a:lnTo>
                    <a:pt x="85" y="627"/>
                  </a:lnTo>
                  <a:lnTo>
                    <a:pt x="87" y="653"/>
                  </a:lnTo>
                  <a:lnTo>
                    <a:pt x="87" y="682"/>
                  </a:lnTo>
                  <a:lnTo>
                    <a:pt x="89" y="708"/>
                  </a:lnTo>
                  <a:lnTo>
                    <a:pt x="118" y="708"/>
                  </a:lnTo>
                  <a:lnTo>
                    <a:pt x="149" y="705"/>
                  </a:lnTo>
                  <a:lnTo>
                    <a:pt x="179" y="705"/>
                  </a:lnTo>
                  <a:lnTo>
                    <a:pt x="210" y="703"/>
                  </a:lnTo>
                  <a:lnTo>
                    <a:pt x="238" y="700"/>
                  </a:lnTo>
                  <a:lnTo>
                    <a:pt x="269" y="700"/>
                  </a:lnTo>
                  <a:lnTo>
                    <a:pt x="300" y="698"/>
                  </a:lnTo>
                  <a:lnTo>
                    <a:pt x="331" y="696"/>
                  </a:lnTo>
                  <a:lnTo>
                    <a:pt x="359" y="696"/>
                  </a:lnTo>
                  <a:lnTo>
                    <a:pt x="390" y="693"/>
                  </a:lnTo>
                  <a:lnTo>
                    <a:pt x="421" y="691"/>
                  </a:lnTo>
                  <a:lnTo>
                    <a:pt x="451" y="689"/>
                  </a:lnTo>
                  <a:lnTo>
                    <a:pt x="480" y="686"/>
                  </a:lnTo>
                  <a:lnTo>
                    <a:pt x="510" y="686"/>
                  </a:lnTo>
                  <a:lnTo>
                    <a:pt x="541" y="684"/>
                  </a:lnTo>
                  <a:lnTo>
                    <a:pt x="572" y="682"/>
                  </a:lnTo>
                  <a:lnTo>
                    <a:pt x="572" y="677"/>
                  </a:lnTo>
                  <a:lnTo>
                    <a:pt x="572" y="677"/>
                  </a:lnTo>
                  <a:lnTo>
                    <a:pt x="572" y="674"/>
                  </a:lnTo>
                  <a:lnTo>
                    <a:pt x="570" y="672"/>
                  </a:lnTo>
                  <a:lnTo>
                    <a:pt x="570" y="670"/>
                  </a:lnTo>
                  <a:lnTo>
                    <a:pt x="570" y="665"/>
                  </a:lnTo>
                  <a:lnTo>
                    <a:pt x="570" y="665"/>
                  </a:lnTo>
                  <a:lnTo>
                    <a:pt x="570" y="663"/>
                  </a:lnTo>
                  <a:lnTo>
                    <a:pt x="570" y="660"/>
                  </a:lnTo>
                  <a:lnTo>
                    <a:pt x="570" y="653"/>
                  </a:lnTo>
                  <a:lnTo>
                    <a:pt x="570" y="651"/>
                  </a:lnTo>
                  <a:lnTo>
                    <a:pt x="570" y="648"/>
                  </a:lnTo>
                  <a:lnTo>
                    <a:pt x="570" y="648"/>
                  </a:lnTo>
                  <a:lnTo>
                    <a:pt x="567" y="646"/>
                  </a:lnTo>
                  <a:lnTo>
                    <a:pt x="567" y="646"/>
                  </a:lnTo>
                  <a:lnTo>
                    <a:pt x="565" y="646"/>
                  </a:lnTo>
                  <a:lnTo>
                    <a:pt x="565" y="644"/>
                  </a:lnTo>
                  <a:lnTo>
                    <a:pt x="565" y="644"/>
                  </a:lnTo>
                  <a:lnTo>
                    <a:pt x="565" y="641"/>
                  </a:lnTo>
                  <a:lnTo>
                    <a:pt x="565" y="639"/>
                  </a:lnTo>
                  <a:lnTo>
                    <a:pt x="565" y="637"/>
                  </a:lnTo>
                  <a:lnTo>
                    <a:pt x="565" y="632"/>
                  </a:lnTo>
                  <a:lnTo>
                    <a:pt x="563" y="632"/>
                  </a:lnTo>
                  <a:lnTo>
                    <a:pt x="563" y="629"/>
                  </a:lnTo>
                  <a:lnTo>
                    <a:pt x="563" y="629"/>
                  </a:lnTo>
                  <a:lnTo>
                    <a:pt x="560" y="629"/>
                  </a:lnTo>
                  <a:lnTo>
                    <a:pt x="555" y="627"/>
                  </a:lnTo>
                  <a:lnTo>
                    <a:pt x="555" y="627"/>
                  </a:lnTo>
                  <a:lnTo>
                    <a:pt x="553" y="625"/>
                  </a:lnTo>
                  <a:lnTo>
                    <a:pt x="553" y="622"/>
                  </a:lnTo>
                  <a:lnTo>
                    <a:pt x="553" y="620"/>
                  </a:lnTo>
                  <a:lnTo>
                    <a:pt x="553" y="620"/>
                  </a:lnTo>
                  <a:lnTo>
                    <a:pt x="551" y="620"/>
                  </a:lnTo>
                  <a:lnTo>
                    <a:pt x="551" y="620"/>
                  </a:lnTo>
                  <a:lnTo>
                    <a:pt x="551" y="618"/>
                  </a:lnTo>
                  <a:lnTo>
                    <a:pt x="546" y="618"/>
                  </a:lnTo>
                  <a:lnTo>
                    <a:pt x="546" y="618"/>
                  </a:lnTo>
                  <a:lnTo>
                    <a:pt x="546" y="618"/>
                  </a:lnTo>
                  <a:lnTo>
                    <a:pt x="539" y="615"/>
                  </a:lnTo>
                  <a:lnTo>
                    <a:pt x="539" y="615"/>
                  </a:lnTo>
                  <a:lnTo>
                    <a:pt x="529" y="615"/>
                  </a:lnTo>
                  <a:lnTo>
                    <a:pt x="529" y="615"/>
                  </a:lnTo>
                  <a:lnTo>
                    <a:pt x="527" y="615"/>
                  </a:lnTo>
                  <a:lnTo>
                    <a:pt x="515" y="606"/>
                  </a:lnTo>
                  <a:lnTo>
                    <a:pt x="513" y="603"/>
                  </a:lnTo>
                  <a:lnTo>
                    <a:pt x="510" y="601"/>
                  </a:lnTo>
                  <a:lnTo>
                    <a:pt x="503" y="589"/>
                  </a:lnTo>
                  <a:lnTo>
                    <a:pt x="499" y="584"/>
                  </a:lnTo>
                  <a:lnTo>
                    <a:pt x="484" y="573"/>
                  </a:lnTo>
                  <a:lnTo>
                    <a:pt x="480" y="573"/>
                  </a:lnTo>
                  <a:lnTo>
                    <a:pt x="468" y="570"/>
                  </a:lnTo>
                  <a:lnTo>
                    <a:pt x="468" y="570"/>
                  </a:lnTo>
                  <a:lnTo>
                    <a:pt x="466" y="570"/>
                  </a:lnTo>
                  <a:lnTo>
                    <a:pt x="466" y="568"/>
                  </a:lnTo>
                  <a:lnTo>
                    <a:pt x="463" y="563"/>
                  </a:lnTo>
                  <a:lnTo>
                    <a:pt x="458" y="561"/>
                  </a:lnTo>
                  <a:lnTo>
                    <a:pt x="456" y="558"/>
                  </a:lnTo>
                  <a:lnTo>
                    <a:pt x="454" y="556"/>
                  </a:lnTo>
                  <a:lnTo>
                    <a:pt x="440" y="556"/>
                  </a:lnTo>
                  <a:lnTo>
                    <a:pt x="435" y="554"/>
                  </a:lnTo>
                  <a:lnTo>
                    <a:pt x="435" y="554"/>
                  </a:lnTo>
                  <a:lnTo>
                    <a:pt x="432" y="551"/>
                  </a:lnTo>
                  <a:lnTo>
                    <a:pt x="432" y="551"/>
                  </a:lnTo>
                  <a:lnTo>
                    <a:pt x="430" y="549"/>
                  </a:lnTo>
                  <a:lnTo>
                    <a:pt x="423" y="544"/>
                  </a:lnTo>
                  <a:lnTo>
                    <a:pt x="418" y="542"/>
                  </a:lnTo>
                  <a:lnTo>
                    <a:pt x="416" y="540"/>
                  </a:lnTo>
                  <a:lnTo>
                    <a:pt x="418" y="530"/>
                  </a:lnTo>
                  <a:lnTo>
                    <a:pt x="418" y="528"/>
                  </a:lnTo>
                  <a:lnTo>
                    <a:pt x="418" y="525"/>
                  </a:lnTo>
                  <a:lnTo>
                    <a:pt x="418" y="523"/>
                  </a:lnTo>
                  <a:lnTo>
                    <a:pt x="418" y="521"/>
                  </a:lnTo>
                  <a:lnTo>
                    <a:pt x="421" y="518"/>
                  </a:lnTo>
                  <a:lnTo>
                    <a:pt x="421" y="518"/>
                  </a:lnTo>
                  <a:lnTo>
                    <a:pt x="418" y="513"/>
                  </a:lnTo>
                  <a:lnTo>
                    <a:pt x="418" y="509"/>
                  </a:lnTo>
                  <a:lnTo>
                    <a:pt x="416" y="502"/>
                  </a:lnTo>
                  <a:lnTo>
                    <a:pt x="416" y="499"/>
                  </a:lnTo>
                  <a:lnTo>
                    <a:pt x="416" y="499"/>
                  </a:lnTo>
                  <a:lnTo>
                    <a:pt x="418" y="497"/>
                  </a:lnTo>
                  <a:lnTo>
                    <a:pt x="418" y="497"/>
                  </a:lnTo>
                  <a:lnTo>
                    <a:pt x="418" y="495"/>
                  </a:lnTo>
                  <a:lnTo>
                    <a:pt x="418" y="492"/>
                  </a:lnTo>
                  <a:lnTo>
                    <a:pt x="416" y="487"/>
                  </a:lnTo>
                  <a:lnTo>
                    <a:pt x="416" y="487"/>
                  </a:lnTo>
                  <a:lnTo>
                    <a:pt x="416" y="485"/>
                  </a:lnTo>
                  <a:lnTo>
                    <a:pt x="418" y="483"/>
                  </a:lnTo>
                  <a:lnTo>
                    <a:pt x="416" y="478"/>
                  </a:lnTo>
                  <a:lnTo>
                    <a:pt x="416" y="476"/>
                  </a:lnTo>
                  <a:lnTo>
                    <a:pt x="418" y="473"/>
                  </a:lnTo>
                  <a:lnTo>
                    <a:pt x="418" y="471"/>
                  </a:lnTo>
                  <a:lnTo>
                    <a:pt x="421" y="471"/>
                  </a:lnTo>
                  <a:lnTo>
                    <a:pt x="421" y="469"/>
                  </a:lnTo>
                  <a:lnTo>
                    <a:pt x="421" y="466"/>
                  </a:lnTo>
                  <a:lnTo>
                    <a:pt x="423" y="464"/>
                  </a:lnTo>
                  <a:lnTo>
                    <a:pt x="425" y="459"/>
                  </a:lnTo>
                  <a:lnTo>
                    <a:pt x="425" y="457"/>
                  </a:lnTo>
                  <a:lnTo>
                    <a:pt x="423" y="454"/>
                  </a:lnTo>
                  <a:lnTo>
                    <a:pt x="423" y="454"/>
                  </a:lnTo>
                  <a:lnTo>
                    <a:pt x="421" y="452"/>
                  </a:lnTo>
                  <a:lnTo>
                    <a:pt x="418" y="450"/>
                  </a:lnTo>
                  <a:lnTo>
                    <a:pt x="418" y="447"/>
                  </a:lnTo>
                  <a:lnTo>
                    <a:pt x="416" y="442"/>
                  </a:lnTo>
                  <a:lnTo>
                    <a:pt x="416" y="442"/>
                  </a:lnTo>
                  <a:lnTo>
                    <a:pt x="411" y="440"/>
                  </a:lnTo>
                  <a:lnTo>
                    <a:pt x="406" y="440"/>
                  </a:lnTo>
                  <a:lnTo>
                    <a:pt x="404" y="440"/>
                  </a:lnTo>
                  <a:lnTo>
                    <a:pt x="402" y="435"/>
                  </a:lnTo>
                  <a:lnTo>
                    <a:pt x="402" y="428"/>
                  </a:lnTo>
                  <a:lnTo>
                    <a:pt x="402" y="426"/>
                  </a:lnTo>
                  <a:lnTo>
                    <a:pt x="402" y="424"/>
                  </a:lnTo>
                  <a:lnTo>
                    <a:pt x="409" y="416"/>
                  </a:lnTo>
                  <a:lnTo>
                    <a:pt x="411" y="412"/>
                  </a:lnTo>
                  <a:lnTo>
                    <a:pt x="411" y="409"/>
                  </a:lnTo>
                  <a:lnTo>
                    <a:pt x="416" y="402"/>
                  </a:lnTo>
                  <a:lnTo>
                    <a:pt x="418" y="400"/>
                  </a:lnTo>
                  <a:lnTo>
                    <a:pt x="421" y="397"/>
                  </a:lnTo>
                  <a:lnTo>
                    <a:pt x="421" y="397"/>
                  </a:lnTo>
                  <a:lnTo>
                    <a:pt x="425" y="393"/>
                  </a:lnTo>
                  <a:lnTo>
                    <a:pt x="428" y="393"/>
                  </a:lnTo>
                  <a:lnTo>
                    <a:pt x="430" y="393"/>
                  </a:lnTo>
                  <a:lnTo>
                    <a:pt x="430" y="393"/>
                  </a:lnTo>
                  <a:lnTo>
                    <a:pt x="430" y="390"/>
                  </a:lnTo>
                  <a:lnTo>
                    <a:pt x="430" y="390"/>
                  </a:lnTo>
                  <a:lnTo>
                    <a:pt x="430" y="390"/>
                  </a:lnTo>
                  <a:lnTo>
                    <a:pt x="432" y="390"/>
                  </a:lnTo>
                  <a:lnTo>
                    <a:pt x="432" y="388"/>
                  </a:lnTo>
                  <a:lnTo>
                    <a:pt x="432" y="388"/>
                  </a:lnTo>
                  <a:lnTo>
                    <a:pt x="437" y="388"/>
                  </a:lnTo>
                  <a:lnTo>
                    <a:pt x="437" y="388"/>
                  </a:lnTo>
                  <a:lnTo>
                    <a:pt x="440" y="383"/>
                  </a:lnTo>
                  <a:lnTo>
                    <a:pt x="442" y="383"/>
                  </a:lnTo>
                  <a:lnTo>
                    <a:pt x="442" y="383"/>
                  </a:lnTo>
                  <a:lnTo>
                    <a:pt x="444" y="383"/>
                  </a:lnTo>
                  <a:lnTo>
                    <a:pt x="447" y="383"/>
                  </a:lnTo>
                  <a:lnTo>
                    <a:pt x="447" y="383"/>
                  </a:lnTo>
                  <a:lnTo>
                    <a:pt x="449" y="381"/>
                  </a:lnTo>
                  <a:lnTo>
                    <a:pt x="449" y="379"/>
                  </a:lnTo>
                  <a:lnTo>
                    <a:pt x="449" y="379"/>
                  </a:lnTo>
                  <a:lnTo>
                    <a:pt x="451" y="376"/>
                  </a:lnTo>
                  <a:lnTo>
                    <a:pt x="454" y="376"/>
                  </a:lnTo>
                  <a:lnTo>
                    <a:pt x="451" y="371"/>
                  </a:lnTo>
                  <a:lnTo>
                    <a:pt x="451" y="371"/>
                  </a:lnTo>
                  <a:lnTo>
                    <a:pt x="451" y="362"/>
                  </a:lnTo>
                  <a:lnTo>
                    <a:pt x="451" y="355"/>
                  </a:lnTo>
                  <a:lnTo>
                    <a:pt x="451" y="348"/>
                  </a:lnTo>
                  <a:lnTo>
                    <a:pt x="451" y="341"/>
                  </a:lnTo>
                  <a:lnTo>
                    <a:pt x="449" y="334"/>
                  </a:lnTo>
                  <a:lnTo>
                    <a:pt x="449" y="324"/>
                  </a:lnTo>
                  <a:lnTo>
                    <a:pt x="449" y="317"/>
                  </a:lnTo>
                  <a:lnTo>
                    <a:pt x="449" y="310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51" y="308"/>
                  </a:lnTo>
                  <a:lnTo>
                    <a:pt x="454" y="308"/>
                  </a:lnTo>
                  <a:lnTo>
                    <a:pt x="454" y="308"/>
                  </a:lnTo>
                  <a:lnTo>
                    <a:pt x="454" y="305"/>
                  </a:lnTo>
                  <a:lnTo>
                    <a:pt x="456" y="305"/>
                  </a:lnTo>
                  <a:lnTo>
                    <a:pt x="456" y="305"/>
                  </a:lnTo>
                  <a:lnTo>
                    <a:pt x="456" y="305"/>
                  </a:lnTo>
                  <a:lnTo>
                    <a:pt x="456" y="303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61" y="296"/>
                  </a:lnTo>
                  <a:lnTo>
                    <a:pt x="461" y="296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3" y="289"/>
                  </a:lnTo>
                  <a:lnTo>
                    <a:pt x="468" y="284"/>
                  </a:lnTo>
                  <a:lnTo>
                    <a:pt x="475" y="279"/>
                  </a:lnTo>
                  <a:lnTo>
                    <a:pt x="482" y="274"/>
                  </a:lnTo>
                  <a:lnTo>
                    <a:pt x="484" y="274"/>
                  </a:lnTo>
                  <a:lnTo>
                    <a:pt x="489" y="270"/>
                  </a:lnTo>
                  <a:lnTo>
                    <a:pt x="494" y="265"/>
                  </a:lnTo>
                  <a:lnTo>
                    <a:pt x="496" y="263"/>
                  </a:lnTo>
                  <a:lnTo>
                    <a:pt x="501" y="258"/>
                  </a:lnTo>
                  <a:lnTo>
                    <a:pt x="501" y="258"/>
                  </a:lnTo>
                  <a:lnTo>
                    <a:pt x="503" y="255"/>
                  </a:lnTo>
                  <a:lnTo>
                    <a:pt x="503" y="255"/>
                  </a:lnTo>
                  <a:lnTo>
                    <a:pt x="503" y="255"/>
                  </a:lnTo>
                  <a:lnTo>
                    <a:pt x="506" y="253"/>
                  </a:lnTo>
                  <a:lnTo>
                    <a:pt x="506" y="253"/>
                  </a:lnTo>
                  <a:lnTo>
                    <a:pt x="506" y="253"/>
                  </a:lnTo>
                  <a:lnTo>
                    <a:pt x="508" y="251"/>
                  </a:lnTo>
                  <a:lnTo>
                    <a:pt x="513" y="246"/>
                  </a:lnTo>
                  <a:lnTo>
                    <a:pt x="553" y="199"/>
                  </a:lnTo>
                  <a:lnTo>
                    <a:pt x="560" y="196"/>
                  </a:lnTo>
                  <a:lnTo>
                    <a:pt x="572" y="182"/>
                  </a:lnTo>
                  <a:lnTo>
                    <a:pt x="593" y="170"/>
                  </a:lnTo>
                  <a:lnTo>
                    <a:pt x="605" y="166"/>
                  </a:lnTo>
                  <a:lnTo>
                    <a:pt x="610" y="163"/>
                  </a:lnTo>
                  <a:lnTo>
                    <a:pt x="612" y="163"/>
                  </a:lnTo>
                  <a:lnTo>
                    <a:pt x="615" y="161"/>
                  </a:lnTo>
                  <a:lnTo>
                    <a:pt x="633" y="154"/>
                  </a:lnTo>
                  <a:lnTo>
                    <a:pt x="662" y="137"/>
                  </a:lnTo>
                  <a:lnTo>
                    <a:pt x="662" y="137"/>
                  </a:lnTo>
                  <a:lnTo>
                    <a:pt x="664" y="132"/>
                  </a:lnTo>
                  <a:lnTo>
                    <a:pt x="667" y="132"/>
                  </a:lnTo>
                  <a:lnTo>
                    <a:pt x="669" y="130"/>
                  </a:lnTo>
                  <a:lnTo>
                    <a:pt x="669" y="128"/>
                  </a:lnTo>
                  <a:lnTo>
                    <a:pt x="674" y="130"/>
                  </a:lnTo>
                  <a:lnTo>
                    <a:pt x="674" y="130"/>
                  </a:lnTo>
                  <a:lnTo>
                    <a:pt x="674" y="128"/>
                  </a:lnTo>
                  <a:lnTo>
                    <a:pt x="674" y="12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2" name="Freeform 33">
              <a:extLst>
                <a:ext uri="{FF2B5EF4-FFF2-40B4-BE49-F238E27FC236}">
                  <a16:creationId xmlns:a16="http://schemas.microsoft.com/office/drawing/2014/main" id="{14CCDD1C-148A-4751-8C78-DB34D6660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1742" y="1900557"/>
              <a:ext cx="734484" cy="712770"/>
            </a:xfrm>
            <a:custGeom>
              <a:avLst/>
              <a:gdLst>
                <a:gd name="T0" fmla="*/ 624 w 778"/>
                <a:gd name="T1" fmla="*/ 206 h 755"/>
                <a:gd name="T2" fmla="*/ 596 w 778"/>
                <a:gd name="T3" fmla="*/ 206 h 755"/>
                <a:gd name="T4" fmla="*/ 551 w 778"/>
                <a:gd name="T5" fmla="*/ 158 h 755"/>
                <a:gd name="T6" fmla="*/ 561 w 778"/>
                <a:gd name="T7" fmla="*/ 149 h 755"/>
                <a:gd name="T8" fmla="*/ 456 w 778"/>
                <a:gd name="T9" fmla="*/ 215 h 755"/>
                <a:gd name="T10" fmla="*/ 516 w 778"/>
                <a:gd name="T11" fmla="*/ 225 h 755"/>
                <a:gd name="T12" fmla="*/ 549 w 778"/>
                <a:gd name="T13" fmla="*/ 213 h 755"/>
                <a:gd name="T14" fmla="*/ 572 w 778"/>
                <a:gd name="T15" fmla="*/ 196 h 755"/>
                <a:gd name="T16" fmla="*/ 553 w 778"/>
                <a:gd name="T17" fmla="*/ 166 h 755"/>
                <a:gd name="T18" fmla="*/ 485 w 778"/>
                <a:gd name="T19" fmla="*/ 161 h 755"/>
                <a:gd name="T20" fmla="*/ 383 w 778"/>
                <a:gd name="T21" fmla="*/ 154 h 755"/>
                <a:gd name="T22" fmla="*/ 312 w 778"/>
                <a:gd name="T23" fmla="*/ 185 h 755"/>
                <a:gd name="T24" fmla="*/ 260 w 778"/>
                <a:gd name="T25" fmla="*/ 173 h 755"/>
                <a:gd name="T26" fmla="*/ 199 w 778"/>
                <a:gd name="T27" fmla="*/ 144 h 755"/>
                <a:gd name="T28" fmla="*/ 170 w 778"/>
                <a:gd name="T29" fmla="*/ 166 h 755"/>
                <a:gd name="T30" fmla="*/ 163 w 778"/>
                <a:gd name="T31" fmla="*/ 128 h 755"/>
                <a:gd name="T32" fmla="*/ 87 w 778"/>
                <a:gd name="T33" fmla="*/ 163 h 755"/>
                <a:gd name="T34" fmla="*/ 12 w 778"/>
                <a:gd name="T35" fmla="*/ 213 h 755"/>
                <a:gd name="T36" fmla="*/ 113 w 778"/>
                <a:gd name="T37" fmla="*/ 246 h 755"/>
                <a:gd name="T38" fmla="*/ 168 w 778"/>
                <a:gd name="T39" fmla="*/ 258 h 755"/>
                <a:gd name="T40" fmla="*/ 199 w 778"/>
                <a:gd name="T41" fmla="*/ 260 h 755"/>
                <a:gd name="T42" fmla="*/ 220 w 778"/>
                <a:gd name="T43" fmla="*/ 282 h 755"/>
                <a:gd name="T44" fmla="*/ 244 w 778"/>
                <a:gd name="T45" fmla="*/ 293 h 755"/>
                <a:gd name="T46" fmla="*/ 241 w 778"/>
                <a:gd name="T47" fmla="*/ 324 h 755"/>
                <a:gd name="T48" fmla="*/ 258 w 778"/>
                <a:gd name="T49" fmla="*/ 338 h 755"/>
                <a:gd name="T50" fmla="*/ 303 w 778"/>
                <a:gd name="T51" fmla="*/ 284 h 755"/>
                <a:gd name="T52" fmla="*/ 319 w 778"/>
                <a:gd name="T53" fmla="*/ 279 h 755"/>
                <a:gd name="T54" fmla="*/ 355 w 778"/>
                <a:gd name="T55" fmla="*/ 256 h 755"/>
                <a:gd name="T56" fmla="*/ 350 w 778"/>
                <a:gd name="T57" fmla="*/ 286 h 755"/>
                <a:gd name="T58" fmla="*/ 371 w 778"/>
                <a:gd name="T59" fmla="*/ 260 h 755"/>
                <a:gd name="T60" fmla="*/ 338 w 778"/>
                <a:gd name="T61" fmla="*/ 180 h 755"/>
                <a:gd name="T62" fmla="*/ 168 w 778"/>
                <a:gd name="T63" fmla="*/ 121 h 755"/>
                <a:gd name="T64" fmla="*/ 187 w 778"/>
                <a:gd name="T65" fmla="*/ 114 h 755"/>
                <a:gd name="T66" fmla="*/ 229 w 778"/>
                <a:gd name="T67" fmla="*/ 83 h 755"/>
                <a:gd name="T68" fmla="*/ 92 w 778"/>
                <a:gd name="T69" fmla="*/ 40 h 755"/>
                <a:gd name="T70" fmla="*/ 154 w 778"/>
                <a:gd name="T71" fmla="*/ 0 h 755"/>
                <a:gd name="T72" fmla="*/ 407 w 778"/>
                <a:gd name="T73" fmla="*/ 348 h 755"/>
                <a:gd name="T74" fmla="*/ 544 w 778"/>
                <a:gd name="T75" fmla="*/ 213 h 755"/>
                <a:gd name="T76" fmla="*/ 778 w 778"/>
                <a:gd name="T77" fmla="*/ 551 h 755"/>
                <a:gd name="T78" fmla="*/ 693 w 778"/>
                <a:gd name="T79" fmla="*/ 438 h 755"/>
                <a:gd name="T80" fmla="*/ 650 w 778"/>
                <a:gd name="T81" fmla="*/ 492 h 755"/>
                <a:gd name="T82" fmla="*/ 641 w 778"/>
                <a:gd name="T83" fmla="*/ 445 h 755"/>
                <a:gd name="T84" fmla="*/ 667 w 778"/>
                <a:gd name="T85" fmla="*/ 400 h 755"/>
                <a:gd name="T86" fmla="*/ 648 w 778"/>
                <a:gd name="T87" fmla="*/ 322 h 755"/>
                <a:gd name="T88" fmla="*/ 657 w 778"/>
                <a:gd name="T89" fmla="*/ 303 h 755"/>
                <a:gd name="T90" fmla="*/ 603 w 778"/>
                <a:gd name="T91" fmla="*/ 274 h 755"/>
                <a:gd name="T92" fmla="*/ 494 w 778"/>
                <a:gd name="T93" fmla="*/ 248 h 755"/>
                <a:gd name="T94" fmla="*/ 471 w 778"/>
                <a:gd name="T95" fmla="*/ 345 h 755"/>
                <a:gd name="T96" fmla="*/ 459 w 778"/>
                <a:gd name="T97" fmla="*/ 355 h 755"/>
                <a:gd name="T98" fmla="*/ 454 w 778"/>
                <a:gd name="T99" fmla="*/ 341 h 755"/>
                <a:gd name="T100" fmla="*/ 423 w 778"/>
                <a:gd name="T101" fmla="*/ 355 h 755"/>
                <a:gd name="T102" fmla="*/ 397 w 778"/>
                <a:gd name="T103" fmla="*/ 390 h 755"/>
                <a:gd name="T104" fmla="*/ 395 w 778"/>
                <a:gd name="T105" fmla="*/ 499 h 755"/>
                <a:gd name="T106" fmla="*/ 426 w 778"/>
                <a:gd name="T107" fmla="*/ 596 h 755"/>
                <a:gd name="T108" fmla="*/ 485 w 778"/>
                <a:gd name="T109" fmla="*/ 743 h 755"/>
                <a:gd name="T110" fmla="*/ 688 w 778"/>
                <a:gd name="T111" fmla="*/ 717 h 755"/>
                <a:gd name="T112" fmla="*/ 726 w 778"/>
                <a:gd name="T113" fmla="*/ 677 h 755"/>
                <a:gd name="T114" fmla="*/ 747 w 778"/>
                <a:gd name="T115" fmla="*/ 618 h 755"/>
                <a:gd name="T116" fmla="*/ 766 w 778"/>
                <a:gd name="T117" fmla="*/ 596 h 755"/>
                <a:gd name="T118" fmla="*/ 452 w 778"/>
                <a:gd name="T119" fmla="*/ 248 h 755"/>
                <a:gd name="T120" fmla="*/ 549 w 778"/>
                <a:gd name="T121" fmla="*/ 239 h 755"/>
                <a:gd name="T122" fmla="*/ 452 w 778"/>
                <a:gd name="T123" fmla="*/ 26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78" h="755">
                  <a:moveTo>
                    <a:pt x="591" y="211"/>
                  </a:moveTo>
                  <a:lnTo>
                    <a:pt x="591" y="211"/>
                  </a:lnTo>
                  <a:lnTo>
                    <a:pt x="591" y="211"/>
                  </a:lnTo>
                  <a:lnTo>
                    <a:pt x="591" y="208"/>
                  </a:lnTo>
                  <a:lnTo>
                    <a:pt x="594" y="208"/>
                  </a:lnTo>
                  <a:lnTo>
                    <a:pt x="594" y="208"/>
                  </a:lnTo>
                  <a:lnTo>
                    <a:pt x="594" y="211"/>
                  </a:lnTo>
                  <a:lnTo>
                    <a:pt x="596" y="211"/>
                  </a:lnTo>
                  <a:lnTo>
                    <a:pt x="598" y="211"/>
                  </a:lnTo>
                  <a:lnTo>
                    <a:pt x="598" y="213"/>
                  </a:lnTo>
                  <a:lnTo>
                    <a:pt x="598" y="213"/>
                  </a:lnTo>
                  <a:lnTo>
                    <a:pt x="598" y="213"/>
                  </a:lnTo>
                  <a:lnTo>
                    <a:pt x="601" y="213"/>
                  </a:lnTo>
                  <a:lnTo>
                    <a:pt x="601" y="213"/>
                  </a:lnTo>
                  <a:lnTo>
                    <a:pt x="603" y="211"/>
                  </a:lnTo>
                  <a:lnTo>
                    <a:pt x="605" y="213"/>
                  </a:lnTo>
                  <a:lnTo>
                    <a:pt x="605" y="213"/>
                  </a:lnTo>
                  <a:lnTo>
                    <a:pt x="608" y="213"/>
                  </a:lnTo>
                  <a:lnTo>
                    <a:pt x="608" y="213"/>
                  </a:lnTo>
                  <a:lnTo>
                    <a:pt x="610" y="211"/>
                  </a:lnTo>
                  <a:lnTo>
                    <a:pt x="610" y="211"/>
                  </a:lnTo>
                  <a:lnTo>
                    <a:pt x="615" y="211"/>
                  </a:lnTo>
                  <a:lnTo>
                    <a:pt x="617" y="213"/>
                  </a:lnTo>
                  <a:lnTo>
                    <a:pt x="620" y="213"/>
                  </a:lnTo>
                  <a:lnTo>
                    <a:pt x="622" y="211"/>
                  </a:lnTo>
                  <a:lnTo>
                    <a:pt x="624" y="211"/>
                  </a:lnTo>
                  <a:lnTo>
                    <a:pt x="624" y="206"/>
                  </a:lnTo>
                  <a:lnTo>
                    <a:pt x="624" y="206"/>
                  </a:lnTo>
                  <a:lnTo>
                    <a:pt x="627" y="203"/>
                  </a:lnTo>
                  <a:lnTo>
                    <a:pt x="627" y="201"/>
                  </a:lnTo>
                  <a:lnTo>
                    <a:pt x="624" y="201"/>
                  </a:lnTo>
                  <a:lnTo>
                    <a:pt x="622" y="201"/>
                  </a:lnTo>
                  <a:lnTo>
                    <a:pt x="620" y="199"/>
                  </a:lnTo>
                  <a:lnTo>
                    <a:pt x="620" y="196"/>
                  </a:lnTo>
                  <a:lnTo>
                    <a:pt x="617" y="194"/>
                  </a:lnTo>
                  <a:lnTo>
                    <a:pt x="615" y="194"/>
                  </a:lnTo>
                  <a:lnTo>
                    <a:pt x="613" y="192"/>
                  </a:lnTo>
                  <a:lnTo>
                    <a:pt x="605" y="192"/>
                  </a:lnTo>
                  <a:lnTo>
                    <a:pt x="603" y="192"/>
                  </a:lnTo>
                  <a:lnTo>
                    <a:pt x="603" y="194"/>
                  </a:lnTo>
                  <a:lnTo>
                    <a:pt x="605" y="194"/>
                  </a:lnTo>
                  <a:lnTo>
                    <a:pt x="605" y="196"/>
                  </a:lnTo>
                  <a:lnTo>
                    <a:pt x="608" y="196"/>
                  </a:lnTo>
                  <a:lnTo>
                    <a:pt x="608" y="196"/>
                  </a:lnTo>
                  <a:lnTo>
                    <a:pt x="608" y="196"/>
                  </a:lnTo>
                  <a:lnTo>
                    <a:pt x="608" y="199"/>
                  </a:lnTo>
                  <a:lnTo>
                    <a:pt x="608" y="199"/>
                  </a:lnTo>
                  <a:lnTo>
                    <a:pt x="605" y="199"/>
                  </a:lnTo>
                  <a:lnTo>
                    <a:pt x="605" y="201"/>
                  </a:lnTo>
                  <a:lnTo>
                    <a:pt x="603" y="201"/>
                  </a:lnTo>
                  <a:lnTo>
                    <a:pt x="601" y="203"/>
                  </a:lnTo>
                  <a:lnTo>
                    <a:pt x="601" y="203"/>
                  </a:lnTo>
                  <a:lnTo>
                    <a:pt x="598" y="203"/>
                  </a:lnTo>
                  <a:lnTo>
                    <a:pt x="598" y="206"/>
                  </a:lnTo>
                  <a:lnTo>
                    <a:pt x="598" y="206"/>
                  </a:lnTo>
                  <a:lnTo>
                    <a:pt x="596" y="206"/>
                  </a:lnTo>
                  <a:lnTo>
                    <a:pt x="594" y="203"/>
                  </a:lnTo>
                  <a:lnTo>
                    <a:pt x="591" y="203"/>
                  </a:lnTo>
                  <a:lnTo>
                    <a:pt x="591" y="206"/>
                  </a:lnTo>
                  <a:lnTo>
                    <a:pt x="591" y="208"/>
                  </a:lnTo>
                  <a:lnTo>
                    <a:pt x="591" y="211"/>
                  </a:lnTo>
                  <a:close/>
                  <a:moveTo>
                    <a:pt x="561" y="173"/>
                  </a:moveTo>
                  <a:lnTo>
                    <a:pt x="558" y="173"/>
                  </a:lnTo>
                  <a:lnTo>
                    <a:pt x="558" y="173"/>
                  </a:lnTo>
                  <a:lnTo>
                    <a:pt x="558" y="175"/>
                  </a:lnTo>
                  <a:lnTo>
                    <a:pt x="558" y="177"/>
                  </a:lnTo>
                  <a:lnTo>
                    <a:pt x="558" y="180"/>
                  </a:lnTo>
                  <a:lnTo>
                    <a:pt x="561" y="182"/>
                  </a:lnTo>
                  <a:lnTo>
                    <a:pt x="563" y="182"/>
                  </a:lnTo>
                  <a:lnTo>
                    <a:pt x="565" y="180"/>
                  </a:lnTo>
                  <a:lnTo>
                    <a:pt x="565" y="177"/>
                  </a:lnTo>
                  <a:lnTo>
                    <a:pt x="563" y="175"/>
                  </a:lnTo>
                  <a:lnTo>
                    <a:pt x="563" y="173"/>
                  </a:lnTo>
                  <a:lnTo>
                    <a:pt x="561" y="173"/>
                  </a:lnTo>
                  <a:close/>
                  <a:moveTo>
                    <a:pt x="726" y="653"/>
                  </a:moveTo>
                  <a:lnTo>
                    <a:pt x="726" y="656"/>
                  </a:lnTo>
                  <a:lnTo>
                    <a:pt x="726" y="663"/>
                  </a:lnTo>
                  <a:lnTo>
                    <a:pt x="726" y="665"/>
                  </a:lnTo>
                  <a:lnTo>
                    <a:pt x="726" y="667"/>
                  </a:lnTo>
                  <a:lnTo>
                    <a:pt x="728" y="665"/>
                  </a:lnTo>
                  <a:lnTo>
                    <a:pt x="728" y="660"/>
                  </a:lnTo>
                  <a:lnTo>
                    <a:pt x="726" y="653"/>
                  </a:lnTo>
                  <a:close/>
                  <a:moveTo>
                    <a:pt x="549" y="156"/>
                  </a:moveTo>
                  <a:lnTo>
                    <a:pt x="551" y="158"/>
                  </a:lnTo>
                  <a:lnTo>
                    <a:pt x="551" y="158"/>
                  </a:lnTo>
                  <a:lnTo>
                    <a:pt x="553" y="163"/>
                  </a:lnTo>
                  <a:lnTo>
                    <a:pt x="553" y="166"/>
                  </a:lnTo>
                  <a:lnTo>
                    <a:pt x="556" y="166"/>
                  </a:lnTo>
                  <a:lnTo>
                    <a:pt x="558" y="166"/>
                  </a:lnTo>
                  <a:lnTo>
                    <a:pt x="558" y="168"/>
                  </a:lnTo>
                  <a:lnTo>
                    <a:pt x="558" y="170"/>
                  </a:lnTo>
                  <a:lnTo>
                    <a:pt x="558" y="170"/>
                  </a:lnTo>
                  <a:lnTo>
                    <a:pt x="558" y="170"/>
                  </a:lnTo>
                  <a:lnTo>
                    <a:pt x="561" y="170"/>
                  </a:lnTo>
                  <a:lnTo>
                    <a:pt x="561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58" y="163"/>
                  </a:lnTo>
                  <a:lnTo>
                    <a:pt x="556" y="161"/>
                  </a:lnTo>
                  <a:lnTo>
                    <a:pt x="556" y="161"/>
                  </a:lnTo>
                  <a:lnTo>
                    <a:pt x="556" y="158"/>
                  </a:lnTo>
                  <a:lnTo>
                    <a:pt x="556" y="156"/>
                  </a:lnTo>
                  <a:lnTo>
                    <a:pt x="558" y="151"/>
                  </a:lnTo>
                  <a:lnTo>
                    <a:pt x="558" y="149"/>
                  </a:lnTo>
                  <a:lnTo>
                    <a:pt x="558" y="149"/>
                  </a:lnTo>
                  <a:lnTo>
                    <a:pt x="561" y="149"/>
                  </a:lnTo>
                  <a:lnTo>
                    <a:pt x="561" y="149"/>
                  </a:lnTo>
                  <a:lnTo>
                    <a:pt x="558" y="147"/>
                  </a:lnTo>
                  <a:lnTo>
                    <a:pt x="553" y="147"/>
                  </a:lnTo>
                  <a:lnTo>
                    <a:pt x="553" y="147"/>
                  </a:lnTo>
                  <a:lnTo>
                    <a:pt x="553" y="147"/>
                  </a:lnTo>
                  <a:lnTo>
                    <a:pt x="549" y="151"/>
                  </a:lnTo>
                  <a:lnTo>
                    <a:pt x="549" y="154"/>
                  </a:lnTo>
                  <a:lnTo>
                    <a:pt x="546" y="156"/>
                  </a:lnTo>
                  <a:lnTo>
                    <a:pt x="549" y="156"/>
                  </a:lnTo>
                  <a:lnTo>
                    <a:pt x="549" y="156"/>
                  </a:lnTo>
                  <a:close/>
                  <a:moveTo>
                    <a:pt x="397" y="237"/>
                  </a:moveTo>
                  <a:lnTo>
                    <a:pt x="404" y="239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7"/>
                  </a:lnTo>
                  <a:lnTo>
                    <a:pt x="411" y="234"/>
                  </a:lnTo>
                  <a:lnTo>
                    <a:pt x="421" y="232"/>
                  </a:lnTo>
                  <a:lnTo>
                    <a:pt x="433" y="232"/>
                  </a:lnTo>
                  <a:lnTo>
                    <a:pt x="433" y="229"/>
                  </a:lnTo>
                  <a:lnTo>
                    <a:pt x="435" y="229"/>
                  </a:lnTo>
                  <a:lnTo>
                    <a:pt x="435" y="225"/>
                  </a:lnTo>
                  <a:lnTo>
                    <a:pt x="440" y="218"/>
                  </a:lnTo>
                  <a:lnTo>
                    <a:pt x="442" y="215"/>
                  </a:lnTo>
                  <a:lnTo>
                    <a:pt x="449" y="215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4" y="213"/>
                  </a:lnTo>
                  <a:lnTo>
                    <a:pt x="454" y="215"/>
                  </a:lnTo>
                  <a:lnTo>
                    <a:pt x="456" y="215"/>
                  </a:lnTo>
                  <a:lnTo>
                    <a:pt x="456" y="215"/>
                  </a:lnTo>
                  <a:lnTo>
                    <a:pt x="459" y="213"/>
                  </a:lnTo>
                  <a:lnTo>
                    <a:pt x="461" y="213"/>
                  </a:lnTo>
                  <a:lnTo>
                    <a:pt x="464" y="215"/>
                  </a:lnTo>
                  <a:lnTo>
                    <a:pt x="466" y="215"/>
                  </a:lnTo>
                  <a:lnTo>
                    <a:pt x="473" y="215"/>
                  </a:lnTo>
                  <a:lnTo>
                    <a:pt x="475" y="215"/>
                  </a:lnTo>
                  <a:lnTo>
                    <a:pt x="480" y="218"/>
                  </a:lnTo>
                  <a:lnTo>
                    <a:pt x="487" y="220"/>
                  </a:lnTo>
                  <a:lnTo>
                    <a:pt x="490" y="220"/>
                  </a:lnTo>
                  <a:lnTo>
                    <a:pt x="494" y="222"/>
                  </a:lnTo>
                  <a:lnTo>
                    <a:pt x="494" y="225"/>
                  </a:lnTo>
                  <a:lnTo>
                    <a:pt x="497" y="225"/>
                  </a:lnTo>
                  <a:lnTo>
                    <a:pt x="499" y="227"/>
                  </a:lnTo>
                  <a:lnTo>
                    <a:pt x="499" y="227"/>
                  </a:lnTo>
                  <a:lnTo>
                    <a:pt x="501" y="227"/>
                  </a:lnTo>
                  <a:lnTo>
                    <a:pt x="504" y="229"/>
                  </a:lnTo>
                  <a:lnTo>
                    <a:pt x="506" y="229"/>
                  </a:lnTo>
                  <a:lnTo>
                    <a:pt x="506" y="232"/>
                  </a:lnTo>
                  <a:lnTo>
                    <a:pt x="508" y="234"/>
                  </a:lnTo>
                  <a:lnTo>
                    <a:pt x="513" y="234"/>
                  </a:lnTo>
                  <a:lnTo>
                    <a:pt x="516" y="237"/>
                  </a:lnTo>
                  <a:lnTo>
                    <a:pt x="518" y="232"/>
                  </a:lnTo>
                  <a:lnTo>
                    <a:pt x="518" y="232"/>
                  </a:lnTo>
                  <a:lnTo>
                    <a:pt x="516" y="229"/>
                  </a:lnTo>
                  <a:lnTo>
                    <a:pt x="516" y="227"/>
                  </a:lnTo>
                  <a:lnTo>
                    <a:pt x="518" y="225"/>
                  </a:lnTo>
                  <a:lnTo>
                    <a:pt x="516" y="225"/>
                  </a:lnTo>
                  <a:lnTo>
                    <a:pt x="516" y="225"/>
                  </a:lnTo>
                  <a:lnTo>
                    <a:pt x="516" y="222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18" y="213"/>
                  </a:lnTo>
                  <a:lnTo>
                    <a:pt x="520" y="211"/>
                  </a:lnTo>
                  <a:lnTo>
                    <a:pt x="523" y="211"/>
                  </a:lnTo>
                  <a:lnTo>
                    <a:pt x="525" y="213"/>
                  </a:lnTo>
                  <a:lnTo>
                    <a:pt x="527" y="211"/>
                  </a:lnTo>
                  <a:lnTo>
                    <a:pt x="530" y="211"/>
                  </a:lnTo>
                  <a:lnTo>
                    <a:pt x="532" y="213"/>
                  </a:lnTo>
                  <a:lnTo>
                    <a:pt x="532" y="215"/>
                  </a:lnTo>
                  <a:lnTo>
                    <a:pt x="532" y="215"/>
                  </a:lnTo>
                  <a:lnTo>
                    <a:pt x="532" y="218"/>
                  </a:lnTo>
                  <a:lnTo>
                    <a:pt x="534" y="218"/>
                  </a:lnTo>
                  <a:lnTo>
                    <a:pt x="534" y="215"/>
                  </a:lnTo>
                  <a:lnTo>
                    <a:pt x="534" y="215"/>
                  </a:lnTo>
                  <a:lnTo>
                    <a:pt x="537" y="215"/>
                  </a:lnTo>
                  <a:lnTo>
                    <a:pt x="539" y="218"/>
                  </a:lnTo>
                  <a:lnTo>
                    <a:pt x="539" y="215"/>
                  </a:lnTo>
                  <a:lnTo>
                    <a:pt x="539" y="213"/>
                  </a:lnTo>
                  <a:lnTo>
                    <a:pt x="544" y="213"/>
                  </a:lnTo>
                  <a:lnTo>
                    <a:pt x="546" y="215"/>
                  </a:lnTo>
                  <a:lnTo>
                    <a:pt x="549" y="215"/>
                  </a:lnTo>
                  <a:lnTo>
                    <a:pt x="549" y="215"/>
                  </a:lnTo>
                  <a:lnTo>
                    <a:pt x="549" y="213"/>
                  </a:lnTo>
                  <a:lnTo>
                    <a:pt x="549" y="213"/>
                  </a:lnTo>
                  <a:lnTo>
                    <a:pt x="551" y="213"/>
                  </a:lnTo>
                  <a:lnTo>
                    <a:pt x="551" y="213"/>
                  </a:lnTo>
                  <a:lnTo>
                    <a:pt x="553" y="213"/>
                  </a:lnTo>
                  <a:lnTo>
                    <a:pt x="553" y="213"/>
                  </a:lnTo>
                  <a:lnTo>
                    <a:pt x="561" y="213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82" y="213"/>
                  </a:lnTo>
                  <a:lnTo>
                    <a:pt x="582" y="213"/>
                  </a:lnTo>
                  <a:lnTo>
                    <a:pt x="582" y="213"/>
                  </a:lnTo>
                  <a:lnTo>
                    <a:pt x="587" y="211"/>
                  </a:lnTo>
                  <a:lnTo>
                    <a:pt x="589" y="211"/>
                  </a:lnTo>
                  <a:lnTo>
                    <a:pt x="589" y="211"/>
                  </a:lnTo>
                  <a:lnTo>
                    <a:pt x="589" y="208"/>
                  </a:lnTo>
                  <a:lnTo>
                    <a:pt x="589" y="206"/>
                  </a:lnTo>
                  <a:lnTo>
                    <a:pt x="589" y="206"/>
                  </a:lnTo>
                  <a:lnTo>
                    <a:pt x="587" y="206"/>
                  </a:lnTo>
                  <a:lnTo>
                    <a:pt x="584" y="203"/>
                  </a:lnTo>
                  <a:lnTo>
                    <a:pt x="584" y="203"/>
                  </a:lnTo>
                  <a:lnTo>
                    <a:pt x="582" y="203"/>
                  </a:lnTo>
                  <a:lnTo>
                    <a:pt x="582" y="203"/>
                  </a:lnTo>
                  <a:lnTo>
                    <a:pt x="579" y="203"/>
                  </a:lnTo>
                  <a:lnTo>
                    <a:pt x="577" y="201"/>
                  </a:lnTo>
                  <a:lnTo>
                    <a:pt x="575" y="199"/>
                  </a:lnTo>
                  <a:lnTo>
                    <a:pt x="572" y="199"/>
                  </a:lnTo>
                  <a:lnTo>
                    <a:pt x="572" y="196"/>
                  </a:lnTo>
                  <a:lnTo>
                    <a:pt x="572" y="194"/>
                  </a:lnTo>
                  <a:lnTo>
                    <a:pt x="575" y="194"/>
                  </a:lnTo>
                  <a:lnTo>
                    <a:pt x="575" y="192"/>
                  </a:lnTo>
                  <a:lnTo>
                    <a:pt x="575" y="192"/>
                  </a:lnTo>
                  <a:lnTo>
                    <a:pt x="572" y="192"/>
                  </a:lnTo>
                  <a:lnTo>
                    <a:pt x="570" y="192"/>
                  </a:lnTo>
                  <a:lnTo>
                    <a:pt x="570" y="192"/>
                  </a:lnTo>
                  <a:lnTo>
                    <a:pt x="568" y="192"/>
                  </a:lnTo>
                  <a:lnTo>
                    <a:pt x="568" y="192"/>
                  </a:lnTo>
                  <a:lnTo>
                    <a:pt x="568" y="192"/>
                  </a:lnTo>
                  <a:lnTo>
                    <a:pt x="565" y="189"/>
                  </a:lnTo>
                  <a:lnTo>
                    <a:pt x="565" y="189"/>
                  </a:lnTo>
                  <a:lnTo>
                    <a:pt x="563" y="189"/>
                  </a:lnTo>
                  <a:lnTo>
                    <a:pt x="561" y="189"/>
                  </a:lnTo>
                  <a:lnTo>
                    <a:pt x="558" y="189"/>
                  </a:lnTo>
                  <a:lnTo>
                    <a:pt x="558" y="192"/>
                  </a:lnTo>
                  <a:lnTo>
                    <a:pt x="556" y="189"/>
                  </a:lnTo>
                  <a:lnTo>
                    <a:pt x="553" y="187"/>
                  </a:lnTo>
                  <a:lnTo>
                    <a:pt x="553" y="187"/>
                  </a:lnTo>
                  <a:lnTo>
                    <a:pt x="556" y="185"/>
                  </a:lnTo>
                  <a:lnTo>
                    <a:pt x="558" y="182"/>
                  </a:lnTo>
                  <a:lnTo>
                    <a:pt x="561" y="182"/>
                  </a:lnTo>
                  <a:lnTo>
                    <a:pt x="558" y="180"/>
                  </a:lnTo>
                  <a:lnTo>
                    <a:pt x="556" y="177"/>
                  </a:lnTo>
                  <a:lnTo>
                    <a:pt x="556" y="175"/>
                  </a:lnTo>
                  <a:lnTo>
                    <a:pt x="553" y="170"/>
                  </a:lnTo>
                  <a:lnTo>
                    <a:pt x="553" y="168"/>
                  </a:lnTo>
                  <a:lnTo>
                    <a:pt x="553" y="166"/>
                  </a:lnTo>
                  <a:lnTo>
                    <a:pt x="549" y="161"/>
                  </a:lnTo>
                  <a:lnTo>
                    <a:pt x="546" y="158"/>
                  </a:lnTo>
                  <a:lnTo>
                    <a:pt x="544" y="154"/>
                  </a:lnTo>
                  <a:lnTo>
                    <a:pt x="542" y="154"/>
                  </a:lnTo>
                  <a:lnTo>
                    <a:pt x="539" y="154"/>
                  </a:lnTo>
                  <a:lnTo>
                    <a:pt x="537" y="154"/>
                  </a:lnTo>
                  <a:lnTo>
                    <a:pt x="534" y="154"/>
                  </a:lnTo>
                  <a:lnTo>
                    <a:pt x="534" y="154"/>
                  </a:lnTo>
                  <a:lnTo>
                    <a:pt x="532" y="161"/>
                  </a:lnTo>
                  <a:lnTo>
                    <a:pt x="530" y="163"/>
                  </a:lnTo>
                  <a:lnTo>
                    <a:pt x="525" y="166"/>
                  </a:lnTo>
                  <a:lnTo>
                    <a:pt x="523" y="166"/>
                  </a:lnTo>
                  <a:lnTo>
                    <a:pt x="518" y="166"/>
                  </a:lnTo>
                  <a:lnTo>
                    <a:pt x="520" y="163"/>
                  </a:lnTo>
                  <a:lnTo>
                    <a:pt x="516" y="158"/>
                  </a:lnTo>
                  <a:lnTo>
                    <a:pt x="513" y="158"/>
                  </a:lnTo>
                  <a:lnTo>
                    <a:pt x="511" y="158"/>
                  </a:lnTo>
                  <a:lnTo>
                    <a:pt x="508" y="161"/>
                  </a:lnTo>
                  <a:lnTo>
                    <a:pt x="506" y="163"/>
                  </a:lnTo>
                  <a:lnTo>
                    <a:pt x="501" y="163"/>
                  </a:lnTo>
                  <a:lnTo>
                    <a:pt x="499" y="166"/>
                  </a:lnTo>
                  <a:lnTo>
                    <a:pt x="497" y="166"/>
                  </a:lnTo>
                  <a:lnTo>
                    <a:pt x="494" y="163"/>
                  </a:lnTo>
                  <a:lnTo>
                    <a:pt x="490" y="163"/>
                  </a:lnTo>
                  <a:lnTo>
                    <a:pt x="490" y="163"/>
                  </a:lnTo>
                  <a:lnTo>
                    <a:pt x="487" y="161"/>
                  </a:lnTo>
                  <a:lnTo>
                    <a:pt x="487" y="161"/>
                  </a:lnTo>
                  <a:lnTo>
                    <a:pt x="485" y="161"/>
                  </a:lnTo>
                  <a:lnTo>
                    <a:pt x="482" y="163"/>
                  </a:lnTo>
                  <a:lnTo>
                    <a:pt x="482" y="163"/>
                  </a:lnTo>
                  <a:lnTo>
                    <a:pt x="480" y="163"/>
                  </a:lnTo>
                  <a:lnTo>
                    <a:pt x="478" y="163"/>
                  </a:lnTo>
                  <a:lnTo>
                    <a:pt x="478" y="161"/>
                  </a:lnTo>
                  <a:lnTo>
                    <a:pt x="478" y="158"/>
                  </a:lnTo>
                  <a:lnTo>
                    <a:pt x="480" y="156"/>
                  </a:lnTo>
                  <a:lnTo>
                    <a:pt x="480" y="154"/>
                  </a:lnTo>
                  <a:lnTo>
                    <a:pt x="478" y="149"/>
                  </a:lnTo>
                  <a:lnTo>
                    <a:pt x="478" y="135"/>
                  </a:lnTo>
                  <a:lnTo>
                    <a:pt x="478" y="135"/>
                  </a:lnTo>
                  <a:lnTo>
                    <a:pt x="480" y="132"/>
                  </a:lnTo>
                  <a:lnTo>
                    <a:pt x="480" y="130"/>
                  </a:lnTo>
                  <a:lnTo>
                    <a:pt x="482" y="130"/>
                  </a:lnTo>
                  <a:lnTo>
                    <a:pt x="482" y="128"/>
                  </a:lnTo>
                  <a:lnTo>
                    <a:pt x="480" y="128"/>
                  </a:lnTo>
                  <a:lnTo>
                    <a:pt x="475" y="130"/>
                  </a:lnTo>
                  <a:lnTo>
                    <a:pt x="475" y="130"/>
                  </a:lnTo>
                  <a:lnTo>
                    <a:pt x="466" y="130"/>
                  </a:lnTo>
                  <a:lnTo>
                    <a:pt x="461" y="132"/>
                  </a:lnTo>
                  <a:lnTo>
                    <a:pt x="452" y="135"/>
                  </a:lnTo>
                  <a:lnTo>
                    <a:pt x="438" y="144"/>
                  </a:lnTo>
                  <a:lnTo>
                    <a:pt x="433" y="147"/>
                  </a:lnTo>
                  <a:lnTo>
                    <a:pt x="402" y="147"/>
                  </a:lnTo>
                  <a:lnTo>
                    <a:pt x="400" y="149"/>
                  </a:lnTo>
                  <a:lnTo>
                    <a:pt x="400" y="147"/>
                  </a:lnTo>
                  <a:lnTo>
                    <a:pt x="397" y="149"/>
                  </a:lnTo>
                  <a:lnTo>
                    <a:pt x="383" y="154"/>
                  </a:lnTo>
                  <a:lnTo>
                    <a:pt x="381" y="154"/>
                  </a:lnTo>
                  <a:lnTo>
                    <a:pt x="378" y="154"/>
                  </a:lnTo>
                  <a:lnTo>
                    <a:pt x="367" y="163"/>
                  </a:lnTo>
                  <a:lnTo>
                    <a:pt x="357" y="168"/>
                  </a:lnTo>
                  <a:lnTo>
                    <a:pt x="355" y="170"/>
                  </a:lnTo>
                  <a:lnTo>
                    <a:pt x="350" y="173"/>
                  </a:lnTo>
                  <a:lnTo>
                    <a:pt x="350" y="173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1" y="185"/>
                  </a:lnTo>
                  <a:lnTo>
                    <a:pt x="338" y="187"/>
                  </a:lnTo>
                  <a:lnTo>
                    <a:pt x="336" y="189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6" y="187"/>
                  </a:lnTo>
                  <a:lnTo>
                    <a:pt x="333" y="187"/>
                  </a:lnTo>
                  <a:lnTo>
                    <a:pt x="331" y="187"/>
                  </a:lnTo>
                  <a:lnTo>
                    <a:pt x="331" y="185"/>
                  </a:lnTo>
                  <a:lnTo>
                    <a:pt x="329" y="185"/>
                  </a:lnTo>
                  <a:lnTo>
                    <a:pt x="326" y="182"/>
                  </a:lnTo>
                  <a:lnTo>
                    <a:pt x="324" y="182"/>
                  </a:lnTo>
                  <a:lnTo>
                    <a:pt x="322" y="187"/>
                  </a:lnTo>
                  <a:lnTo>
                    <a:pt x="319" y="187"/>
                  </a:lnTo>
                  <a:lnTo>
                    <a:pt x="317" y="189"/>
                  </a:lnTo>
                  <a:lnTo>
                    <a:pt x="315" y="189"/>
                  </a:lnTo>
                  <a:lnTo>
                    <a:pt x="315" y="187"/>
                  </a:lnTo>
                  <a:lnTo>
                    <a:pt x="315" y="187"/>
                  </a:lnTo>
                  <a:lnTo>
                    <a:pt x="312" y="185"/>
                  </a:lnTo>
                  <a:lnTo>
                    <a:pt x="312" y="187"/>
                  </a:lnTo>
                  <a:lnTo>
                    <a:pt x="310" y="185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3" y="177"/>
                  </a:lnTo>
                  <a:lnTo>
                    <a:pt x="303" y="180"/>
                  </a:lnTo>
                  <a:lnTo>
                    <a:pt x="300" y="180"/>
                  </a:lnTo>
                  <a:lnTo>
                    <a:pt x="300" y="180"/>
                  </a:lnTo>
                  <a:lnTo>
                    <a:pt x="300" y="180"/>
                  </a:lnTo>
                  <a:lnTo>
                    <a:pt x="298" y="180"/>
                  </a:lnTo>
                  <a:lnTo>
                    <a:pt x="296" y="182"/>
                  </a:lnTo>
                  <a:lnTo>
                    <a:pt x="296" y="185"/>
                  </a:lnTo>
                  <a:lnTo>
                    <a:pt x="296" y="185"/>
                  </a:lnTo>
                  <a:lnTo>
                    <a:pt x="293" y="185"/>
                  </a:lnTo>
                  <a:lnTo>
                    <a:pt x="289" y="185"/>
                  </a:lnTo>
                  <a:lnTo>
                    <a:pt x="284" y="187"/>
                  </a:lnTo>
                  <a:lnTo>
                    <a:pt x="274" y="187"/>
                  </a:lnTo>
                  <a:lnTo>
                    <a:pt x="272" y="185"/>
                  </a:lnTo>
                  <a:lnTo>
                    <a:pt x="270" y="182"/>
                  </a:lnTo>
                  <a:lnTo>
                    <a:pt x="267" y="177"/>
                  </a:lnTo>
                  <a:lnTo>
                    <a:pt x="267" y="177"/>
                  </a:lnTo>
                  <a:lnTo>
                    <a:pt x="267" y="175"/>
                  </a:lnTo>
                  <a:lnTo>
                    <a:pt x="262" y="175"/>
                  </a:lnTo>
                  <a:lnTo>
                    <a:pt x="260" y="173"/>
                  </a:lnTo>
                  <a:lnTo>
                    <a:pt x="260" y="173"/>
                  </a:lnTo>
                  <a:lnTo>
                    <a:pt x="260" y="170"/>
                  </a:lnTo>
                  <a:lnTo>
                    <a:pt x="258" y="170"/>
                  </a:lnTo>
                  <a:lnTo>
                    <a:pt x="255" y="168"/>
                  </a:lnTo>
                  <a:lnTo>
                    <a:pt x="255" y="166"/>
                  </a:lnTo>
                  <a:lnTo>
                    <a:pt x="253" y="166"/>
                  </a:lnTo>
                  <a:lnTo>
                    <a:pt x="248" y="161"/>
                  </a:lnTo>
                  <a:lnTo>
                    <a:pt x="248" y="158"/>
                  </a:lnTo>
                  <a:lnTo>
                    <a:pt x="246" y="154"/>
                  </a:lnTo>
                  <a:lnTo>
                    <a:pt x="244" y="151"/>
                  </a:lnTo>
                  <a:lnTo>
                    <a:pt x="241" y="154"/>
                  </a:lnTo>
                  <a:lnTo>
                    <a:pt x="241" y="154"/>
                  </a:lnTo>
                  <a:lnTo>
                    <a:pt x="241" y="151"/>
                  </a:lnTo>
                  <a:lnTo>
                    <a:pt x="239" y="149"/>
                  </a:lnTo>
                  <a:lnTo>
                    <a:pt x="239" y="149"/>
                  </a:lnTo>
                  <a:lnTo>
                    <a:pt x="236" y="151"/>
                  </a:lnTo>
                  <a:lnTo>
                    <a:pt x="236" y="151"/>
                  </a:lnTo>
                  <a:lnTo>
                    <a:pt x="234" y="149"/>
                  </a:lnTo>
                  <a:lnTo>
                    <a:pt x="234" y="149"/>
                  </a:lnTo>
                  <a:lnTo>
                    <a:pt x="232" y="147"/>
                  </a:lnTo>
                  <a:lnTo>
                    <a:pt x="232" y="147"/>
                  </a:lnTo>
                  <a:lnTo>
                    <a:pt x="232" y="147"/>
                  </a:lnTo>
                  <a:lnTo>
                    <a:pt x="229" y="147"/>
                  </a:lnTo>
                  <a:lnTo>
                    <a:pt x="229" y="147"/>
                  </a:lnTo>
                  <a:lnTo>
                    <a:pt x="229" y="144"/>
                  </a:lnTo>
                  <a:lnTo>
                    <a:pt x="218" y="144"/>
                  </a:lnTo>
                  <a:lnTo>
                    <a:pt x="203" y="144"/>
                  </a:lnTo>
                  <a:lnTo>
                    <a:pt x="199" y="144"/>
                  </a:lnTo>
                  <a:lnTo>
                    <a:pt x="192" y="149"/>
                  </a:lnTo>
                  <a:lnTo>
                    <a:pt x="192" y="149"/>
                  </a:lnTo>
                  <a:lnTo>
                    <a:pt x="192" y="151"/>
                  </a:lnTo>
                  <a:lnTo>
                    <a:pt x="189" y="154"/>
                  </a:lnTo>
                  <a:lnTo>
                    <a:pt x="187" y="156"/>
                  </a:lnTo>
                  <a:lnTo>
                    <a:pt x="184" y="158"/>
                  </a:lnTo>
                  <a:lnTo>
                    <a:pt x="184" y="156"/>
                  </a:lnTo>
                  <a:lnTo>
                    <a:pt x="187" y="154"/>
                  </a:lnTo>
                  <a:lnTo>
                    <a:pt x="187" y="151"/>
                  </a:lnTo>
                  <a:lnTo>
                    <a:pt x="189" y="149"/>
                  </a:lnTo>
                  <a:lnTo>
                    <a:pt x="194" y="144"/>
                  </a:lnTo>
                  <a:lnTo>
                    <a:pt x="196" y="142"/>
                  </a:lnTo>
                  <a:lnTo>
                    <a:pt x="196" y="140"/>
                  </a:lnTo>
                  <a:lnTo>
                    <a:pt x="194" y="140"/>
                  </a:lnTo>
                  <a:lnTo>
                    <a:pt x="194" y="142"/>
                  </a:lnTo>
                  <a:lnTo>
                    <a:pt x="189" y="144"/>
                  </a:lnTo>
                  <a:lnTo>
                    <a:pt x="184" y="149"/>
                  </a:lnTo>
                  <a:lnTo>
                    <a:pt x="182" y="149"/>
                  </a:lnTo>
                  <a:lnTo>
                    <a:pt x="180" y="154"/>
                  </a:lnTo>
                  <a:lnTo>
                    <a:pt x="180" y="154"/>
                  </a:lnTo>
                  <a:lnTo>
                    <a:pt x="177" y="154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3" y="163"/>
                  </a:lnTo>
                  <a:lnTo>
                    <a:pt x="170" y="168"/>
                  </a:lnTo>
                  <a:lnTo>
                    <a:pt x="168" y="166"/>
                  </a:lnTo>
                  <a:lnTo>
                    <a:pt x="168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3"/>
                  </a:lnTo>
                  <a:lnTo>
                    <a:pt x="170" y="163"/>
                  </a:lnTo>
                  <a:lnTo>
                    <a:pt x="170" y="163"/>
                  </a:lnTo>
                  <a:lnTo>
                    <a:pt x="168" y="158"/>
                  </a:lnTo>
                  <a:lnTo>
                    <a:pt x="168" y="158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1"/>
                  </a:lnTo>
                  <a:lnTo>
                    <a:pt x="170" y="151"/>
                  </a:lnTo>
                  <a:lnTo>
                    <a:pt x="170" y="147"/>
                  </a:lnTo>
                  <a:lnTo>
                    <a:pt x="170" y="144"/>
                  </a:lnTo>
                  <a:lnTo>
                    <a:pt x="170" y="142"/>
                  </a:lnTo>
                  <a:lnTo>
                    <a:pt x="170" y="140"/>
                  </a:lnTo>
                  <a:lnTo>
                    <a:pt x="168" y="137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2"/>
                  </a:lnTo>
                  <a:lnTo>
                    <a:pt x="163" y="130"/>
                  </a:lnTo>
                  <a:lnTo>
                    <a:pt x="163" y="128"/>
                  </a:lnTo>
                  <a:lnTo>
                    <a:pt x="163" y="128"/>
                  </a:lnTo>
                  <a:lnTo>
                    <a:pt x="161" y="125"/>
                  </a:lnTo>
                  <a:lnTo>
                    <a:pt x="156" y="125"/>
                  </a:lnTo>
                  <a:lnTo>
                    <a:pt x="154" y="125"/>
                  </a:lnTo>
                  <a:lnTo>
                    <a:pt x="151" y="123"/>
                  </a:lnTo>
                  <a:lnTo>
                    <a:pt x="151" y="121"/>
                  </a:lnTo>
                  <a:lnTo>
                    <a:pt x="151" y="118"/>
                  </a:lnTo>
                  <a:lnTo>
                    <a:pt x="151" y="116"/>
                  </a:lnTo>
                  <a:lnTo>
                    <a:pt x="149" y="114"/>
                  </a:lnTo>
                  <a:lnTo>
                    <a:pt x="149" y="114"/>
                  </a:lnTo>
                  <a:lnTo>
                    <a:pt x="147" y="116"/>
                  </a:lnTo>
                  <a:lnTo>
                    <a:pt x="132" y="128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28" y="135"/>
                  </a:lnTo>
                  <a:lnTo>
                    <a:pt x="128" y="135"/>
                  </a:lnTo>
                  <a:lnTo>
                    <a:pt x="128" y="135"/>
                  </a:lnTo>
                  <a:lnTo>
                    <a:pt x="125" y="140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18" y="144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1" y="144"/>
                  </a:lnTo>
                  <a:lnTo>
                    <a:pt x="109" y="144"/>
                  </a:lnTo>
                  <a:lnTo>
                    <a:pt x="106" y="147"/>
                  </a:lnTo>
                  <a:lnTo>
                    <a:pt x="102" y="154"/>
                  </a:lnTo>
                  <a:lnTo>
                    <a:pt x="95" y="161"/>
                  </a:lnTo>
                  <a:lnTo>
                    <a:pt x="87" y="163"/>
                  </a:lnTo>
                  <a:lnTo>
                    <a:pt x="52" y="173"/>
                  </a:lnTo>
                  <a:lnTo>
                    <a:pt x="47" y="173"/>
                  </a:lnTo>
                  <a:lnTo>
                    <a:pt x="33" y="189"/>
                  </a:lnTo>
                  <a:lnTo>
                    <a:pt x="31" y="192"/>
                  </a:lnTo>
                  <a:lnTo>
                    <a:pt x="14" y="199"/>
                  </a:lnTo>
                  <a:lnTo>
                    <a:pt x="9" y="201"/>
                  </a:lnTo>
                  <a:lnTo>
                    <a:pt x="9" y="201"/>
                  </a:lnTo>
                  <a:lnTo>
                    <a:pt x="7" y="201"/>
                  </a:lnTo>
                  <a:lnTo>
                    <a:pt x="5" y="203"/>
                  </a:lnTo>
                  <a:lnTo>
                    <a:pt x="2" y="203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5" y="211"/>
                  </a:lnTo>
                  <a:lnTo>
                    <a:pt x="5" y="208"/>
                  </a:lnTo>
                  <a:lnTo>
                    <a:pt x="7" y="208"/>
                  </a:lnTo>
                  <a:lnTo>
                    <a:pt x="7" y="208"/>
                  </a:lnTo>
                  <a:lnTo>
                    <a:pt x="7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12" y="211"/>
                  </a:lnTo>
                  <a:lnTo>
                    <a:pt x="12" y="213"/>
                  </a:lnTo>
                  <a:lnTo>
                    <a:pt x="12" y="213"/>
                  </a:lnTo>
                  <a:lnTo>
                    <a:pt x="14" y="213"/>
                  </a:lnTo>
                  <a:lnTo>
                    <a:pt x="14" y="213"/>
                  </a:lnTo>
                  <a:lnTo>
                    <a:pt x="16" y="213"/>
                  </a:lnTo>
                  <a:lnTo>
                    <a:pt x="16" y="213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8"/>
                  </a:lnTo>
                  <a:lnTo>
                    <a:pt x="21" y="222"/>
                  </a:lnTo>
                  <a:lnTo>
                    <a:pt x="24" y="227"/>
                  </a:lnTo>
                  <a:lnTo>
                    <a:pt x="26" y="229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5" y="234"/>
                  </a:lnTo>
                  <a:lnTo>
                    <a:pt x="38" y="234"/>
                  </a:lnTo>
                  <a:lnTo>
                    <a:pt x="45" y="234"/>
                  </a:lnTo>
                  <a:lnTo>
                    <a:pt x="50" y="237"/>
                  </a:lnTo>
                  <a:lnTo>
                    <a:pt x="59" y="237"/>
                  </a:lnTo>
                  <a:lnTo>
                    <a:pt x="66" y="239"/>
                  </a:lnTo>
                  <a:lnTo>
                    <a:pt x="73" y="241"/>
                  </a:lnTo>
                  <a:lnTo>
                    <a:pt x="83" y="241"/>
                  </a:lnTo>
                  <a:lnTo>
                    <a:pt x="90" y="244"/>
                  </a:lnTo>
                  <a:lnTo>
                    <a:pt x="97" y="244"/>
                  </a:lnTo>
                  <a:lnTo>
                    <a:pt x="104" y="244"/>
                  </a:lnTo>
                  <a:lnTo>
                    <a:pt x="109" y="246"/>
                  </a:lnTo>
                  <a:lnTo>
                    <a:pt x="113" y="246"/>
                  </a:lnTo>
                  <a:lnTo>
                    <a:pt x="116" y="246"/>
                  </a:lnTo>
                  <a:lnTo>
                    <a:pt x="116" y="246"/>
                  </a:lnTo>
                  <a:lnTo>
                    <a:pt x="121" y="248"/>
                  </a:lnTo>
                  <a:lnTo>
                    <a:pt x="123" y="248"/>
                  </a:lnTo>
                  <a:lnTo>
                    <a:pt x="128" y="251"/>
                  </a:lnTo>
                  <a:lnTo>
                    <a:pt x="132" y="253"/>
                  </a:lnTo>
                  <a:lnTo>
                    <a:pt x="139" y="256"/>
                  </a:lnTo>
                  <a:lnTo>
                    <a:pt x="144" y="258"/>
                  </a:lnTo>
                  <a:lnTo>
                    <a:pt x="147" y="258"/>
                  </a:lnTo>
                  <a:lnTo>
                    <a:pt x="147" y="258"/>
                  </a:lnTo>
                  <a:lnTo>
                    <a:pt x="149" y="258"/>
                  </a:lnTo>
                  <a:lnTo>
                    <a:pt x="149" y="258"/>
                  </a:lnTo>
                  <a:lnTo>
                    <a:pt x="151" y="258"/>
                  </a:lnTo>
                  <a:lnTo>
                    <a:pt x="151" y="258"/>
                  </a:lnTo>
                  <a:lnTo>
                    <a:pt x="151" y="258"/>
                  </a:lnTo>
                  <a:lnTo>
                    <a:pt x="154" y="258"/>
                  </a:lnTo>
                  <a:lnTo>
                    <a:pt x="154" y="258"/>
                  </a:lnTo>
                  <a:lnTo>
                    <a:pt x="156" y="258"/>
                  </a:lnTo>
                  <a:lnTo>
                    <a:pt x="156" y="258"/>
                  </a:lnTo>
                  <a:lnTo>
                    <a:pt x="156" y="258"/>
                  </a:lnTo>
                  <a:lnTo>
                    <a:pt x="158" y="258"/>
                  </a:lnTo>
                  <a:lnTo>
                    <a:pt x="158" y="258"/>
                  </a:lnTo>
                  <a:lnTo>
                    <a:pt x="161" y="258"/>
                  </a:lnTo>
                  <a:lnTo>
                    <a:pt x="166" y="260"/>
                  </a:lnTo>
                  <a:lnTo>
                    <a:pt x="166" y="260"/>
                  </a:lnTo>
                  <a:lnTo>
                    <a:pt x="166" y="260"/>
                  </a:lnTo>
                  <a:lnTo>
                    <a:pt x="168" y="258"/>
                  </a:lnTo>
                  <a:lnTo>
                    <a:pt x="168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3" y="258"/>
                  </a:lnTo>
                  <a:lnTo>
                    <a:pt x="173" y="258"/>
                  </a:lnTo>
                  <a:lnTo>
                    <a:pt x="173" y="256"/>
                  </a:lnTo>
                  <a:lnTo>
                    <a:pt x="175" y="256"/>
                  </a:lnTo>
                  <a:lnTo>
                    <a:pt x="175" y="258"/>
                  </a:lnTo>
                  <a:lnTo>
                    <a:pt x="177" y="258"/>
                  </a:lnTo>
                  <a:lnTo>
                    <a:pt x="177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2" y="258"/>
                  </a:lnTo>
                  <a:lnTo>
                    <a:pt x="184" y="260"/>
                  </a:lnTo>
                  <a:lnTo>
                    <a:pt x="184" y="260"/>
                  </a:lnTo>
                  <a:lnTo>
                    <a:pt x="187" y="260"/>
                  </a:lnTo>
                  <a:lnTo>
                    <a:pt x="189" y="258"/>
                  </a:lnTo>
                  <a:lnTo>
                    <a:pt x="189" y="258"/>
                  </a:lnTo>
                  <a:lnTo>
                    <a:pt x="189" y="258"/>
                  </a:lnTo>
                  <a:lnTo>
                    <a:pt x="192" y="260"/>
                  </a:lnTo>
                  <a:lnTo>
                    <a:pt x="194" y="260"/>
                  </a:lnTo>
                  <a:lnTo>
                    <a:pt x="194" y="260"/>
                  </a:lnTo>
                  <a:lnTo>
                    <a:pt x="196" y="260"/>
                  </a:lnTo>
                  <a:lnTo>
                    <a:pt x="199" y="260"/>
                  </a:lnTo>
                  <a:lnTo>
                    <a:pt x="199" y="260"/>
                  </a:lnTo>
                  <a:lnTo>
                    <a:pt x="201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6" y="260"/>
                  </a:lnTo>
                  <a:lnTo>
                    <a:pt x="206" y="260"/>
                  </a:lnTo>
                  <a:lnTo>
                    <a:pt x="206" y="263"/>
                  </a:lnTo>
                  <a:lnTo>
                    <a:pt x="208" y="263"/>
                  </a:lnTo>
                  <a:lnTo>
                    <a:pt x="210" y="263"/>
                  </a:lnTo>
                  <a:lnTo>
                    <a:pt x="210" y="263"/>
                  </a:lnTo>
                  <a:lnTo>
                    <a:pt x="213" y="265"/>
                  </a:lnTo>
                  <a:lnTo>
                    <a:pt x="213" y="265"/>
                  </a:lnTo>
                  <a:lnTo>
                    <a:pt x="215" y="270"/>
                  </a:lnTo>
                  <a:lnTo>
                    <a:pt x="215" y="270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3" y="274"/>
                  </a:lnTo>
                  <a:lnTo>
                    <a:pt x="213" y="277"/>
                  </a:lnTo>
                  <a:lnTo>
                    <a:pt x="213" y="277"/>
                  </a:lnTo>
                  <a:lnTo>
                    <a:pt x="213" y="277"/>
                  </a:lnTo>
                  <a:lnTo>
                    <a:pt x="213" y="279"/>
                  </a:lnTo>
                  <a:lnTo>
                    <a:pt x="215" y="279"/>
                  </a:lnTo>
                  <a:lnTo>
                    <a:pt x="215" y="279"/>
                  </a:lnTo>
                  <a:lnTo>
                    <a:pt x="218" y="279"/>
                  </a:lnTo>
                  <a:lnTo>
                    <a:pt x="218" y="282"/>
                  </a:lnTo>
                  <a:lnTo>
                    <a:pt x="220" y="282"/>
                  </a:lnTo>
                  <a:lnTo>
                    <a:pt x="220" y="282"/>
                  </a:lnTo>
                  <a:lnTo>
                    <a:pt x="222" y="282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9" y="282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6" y="284"/>
                  </a:lnTo>
                  <a:lnTo>
                    <a:pt x="236" y="284"/>
                  </a:lnTo>
                  <a:lnTo>
                    <a:pt x="236" y="286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9"/>
                  </a:lnTo>
                  <a:lnTo>
                    <a:pt x="244" y="289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3"/>
                  </a:lnTo>
                  <a:lnTo>
                    <a:pt x="244" y="293"/>
                  </a:lnTo>
                  <a:lnTo>
                    <a:pt x="244" y="293"/>
                  </a:lnTo>
                  <a:lnTo>
                    <a:pt x="244" y="296"/>
                  </a:lnTo>
                  <a:lnTo>
                    <a:pt x="246" y="298"/>
                  </a:lnTo>
                  <a:lnTo>
                    <a:pt x="246" y="298"/>
                  </a:lnTo>
                  <a:lnTo>
                    <a:pt x="246" y="300"/>
                  </a:lnTo>
                  <a:lnTo>
                    <a:pt x="246" y="300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4" y="303"/>
                  </a:lnTo>
                  <a:lnTo>
                    <a:pt x="244" y="305"/>
                  </a:lnTo>
                  <a:lnTo>
                    <a:pt x="244" y="305"/>
                  </a:lnTo>
                  <a:lnTo>
                    <a:pt x="246" y="308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5"/>
                  </a:lnTo>
                  <a:lnTo>
                    <a:pt x="246" y="315"/>
                  </a:lnTo>
                  <a:lnTo>
                    <a:pt x="246" y="317"/>
                  </a:lnTo>
                  <a:lnTo>
                    <a:pt x="244" y="317"/>
                  </a:lnTo>
                  <a:lnTo>
                    <a:pt x="241" y="319"/>
                  </a:lnTo>
                  <a:lnTo>
                    <a:pt x="241" y="319"/>
                  </a:lnTo>
                  <a:lnTo>
                    <a:pt x="241" y="319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241" y="324"/>
                  </a:lnTo>
                  <a:lnTo>
                    <a:pt x="241" y="324"/>
                  </a:lnTo>
                  <a:lnTo>
                    <a:pt x="241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4" y="331"/>
                  </a:lnTo>
                  <a:lnTo>
                    <a:pt x="244" y="331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8" y="329"/>
                  </a:lnTo>
                  <a:lnTo>
                    <a:pt x="251" y="329"/>
                  </a:lnTo>
                  <a:lnTo>
                    <a:pt x="251" y="329"/>
                  </a:lnTo>
                  <a:lnTo>
                    <a:pt x="251" y="329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60" y="324"/>
                  </a:lnTo>
                  <a:lnTo>
                    <a:pt x="260" y="327"/>
                  </a:lnTo>
                  <a:lnTo>
                    <a:pt x="260" y="327"/>
                  </a:lnTo>
                  <a:lnTo>
                    <a:pt x="262" y="327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0" y="331"/>
                  </a:lnTo>
                  <a:lnTo>
                    <a:pt x="260" y="331"/>
                  </a:lnTo>
                  <a:lnTo>
                    <a:pt x="258" y="338"/>
                  </a:lnTo>
                  <a:lnTo>
                    <a:pt x="258" y="343"/>
                  </a:lnTo>
                  <a:lnTo>
                    <a:pt x="255" y="343"/>
                  </a:lnTo>
                  <a:lnTo>
                    <a:pt x="255" y="348"/>
                  </a:lnTo>
                  <a:lnTo>
                    <a:pt x="258" y="348"/>
                  </a:lnTo>
                  <a:lnTo>
                    <a:pt x="258" y="350"/>
                  </a:lnTo>
                  <a:lnTo>
                    <a:pt x="260" y="350"/>
                  </a:lnTo>
                  <a:lnTo>
                    <a:pt x="260" y="353"/>
                  </a:lnTo>
                  <a:lnTo>
                    <a:pt x="262" y="355"/>
                  </a:lnTo>
                  <a:lnTo>
                    <a:pt x="262" y="355"/>
                  </a:lnTo>
                  <a:lnTo>
                    <a:pt x="262" y="355"/>
                  </a:lnTo>
                  <a:lnTo>
                    <a:pt x="265" y="357"/>
                  </a:lnTo>
                  <a:lnTo>
                    <a:pt x="270" y="357"/>
                  </a:lnTo>
                  <a:lnTo>
                    <a:pt x="270" y="357"/>
                  </a:lnTo>
                  <a:lnTo>
                    <a:pt x="270" y="353"/>
                  </a:lnTo>
                  <a:lnTo>
                    <a:pt x="270" y="350"/>
                  </a:lnTo>
                  <a:lnTo>
                    <a:pt x="272" y="348"/>
                  </a:lnTo>
                  <a:lnTo>
                    <a:pt x="289" y="317"/>
                  </a:lnTo>
                  <a:lnTo>
                    <a:pt x="289" y="315"/>
                  </a:lnTo>
                  <a:lnTo>
                    <a:pt x="289" y="312"/>
                  </a:lnTo>
                  <a:lnTo>
                    <a:pt x="289" y="312"/>
                  </a:lnTo>
                  <a:lnTo>
                    <a:pt x="291" y="310"/>
                  </a:lnTo>
                  <a:lnTo>
                    <a:pt x="291" y="308"/>
                  </a:lnTo>
                  <a:lnTo>
                    <a:pt x="293" y="303"/>
                  </a:lnTo>
                  <a:lnTo>
                    <a:pt x="293" y="300"/>
                  </a:lnTo>
                  <a:lnTo>
                    <a:pt x="296" y="296"/>
                  </a:lnTo>
                  <a:lnTo>
                    <a:pt x="298" y="293"/>
                  </a:lnTo>
                  <a:lnTo>
                    <a:pt x="300" y="286"/>
                  </a:lnTo>
                  <a:lnTo>
                    <a:pt x="303" y="284"/>
                  </a:lnTo>
                  <a:lnTo>
                    <a:pt x="305" y="282"/>
                  </a:lnTo>
                  <a:lnTo>
                    <a:pt x="307" y="282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2"/>
                  </a:lnTo>
                  <a:lnTo>
                    <a:pt x="310" y="267"/>
                  </a:lnTo>
                  <a:lnTo>
                    <a:pt x="310" y="265"/>
                  </a:lnTo>
                  <a:lnTo>
                    <a:pt x="312" y="263"/>
                  </a:lnTo>
                  <a:lnTo>
                    <a:pt x="312" y="263"/>
                  </a:lnTo>
                  <a:lnTo>
                    <a:pt x="312" y="256"/>
                  </a:lnTo>
                  <a:lnTo>
                    <a:pt x="315" y="253"/>
                  </a:lnTo>
                  <a:lnTo>
                    <a:pt x="315" y="253"/>
                  </a:lnTo>
                  <a:lnTo>
                    <a:pt x="317" y="256"/>
                  </a:lnTo>
                  <a:lnTo>
                    <a:pt x="317" y="256"/>
                  </a:lnTo>
                  <a:lnTo>
                    <a:pt x="317" y="258"/>
                  </a:lnTo>
                  <a:lnTo>
                    <a:pt x="315" y="260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5"/>
                  </a:lnTo>
                  <a:lnTo>
                    <a:pt x="315" y="267"/>
                  </a:lnTo>
                  <a:lnTo>
                    <a:pt x="315" y="270"/>
                  </a:lnTo>
                  <a:lnTo>
                    <a:pt x="317" y="270"/>
                  </a:lnTo>
                  <a:lnTo>
                    <a:pt x="317" y="272"/>
                  </a:lnTo>
                  <a:lnTo>
                    <a:pt x="317" y="277"/>
                  </a:lnTo>
                  <a:lnTo>
                    <a:pt x="317" y="279"/>
                  </a:lnTo>
                  <a:lnTo>
                    <a:pt x="319" y="282"/>
                  </a:lnTo>
                  <a:lnTo>
                    <a:pt x="319" y="282"/>
                  </a:lnTo>
                  <a:lnTo>
                    <a:pt x="319" y="279"/>
                  </a:lnTo>
                  <a:lnTo>
                    <a:pt x="319" y="279"/>
                  </a:lnTo>
                  <a:lnTo>
                    <a:pt x="324" y="277"/>
                  </a:lnTo>
                  <a:lnTo>
                    <a:pt x="326" y="277"/>
                  </a:lnTo>
                  <a:lnTo>
                    <a:pt x="326" y="277"/>
                  </a:lnTo>
                  <a:lnTo>
                    <a:pt x="329" y="274"/>
                  </a:lnTo>
                  <a:lnTo>
                    <a:pt x="329" y="274"/>
                  </a:lnTo>
                  <a:lnTo>
                    <a:pt x="329" y="272"/>
                  </a:lnTo>
                  <a:lnTo>
                    <a:pt x="331" y="267"/>
                  </a:lnTo>
                  <a:lnTo>
                    <a:pt x="331" y="267"/>
                  </a:lnTo>
                  <a:lnTo>
                    <a:pt x="331" y="265"/>
                  </a:lnTo>
                  <a:lnTo>
                    <a:pt x="333" y="265"/>
                  </a:lnTo>
                  <a:lnTo>
                    <a:pt x="333" y="263"/>
                  </a:lnTo>
                  <a:lnTo>
                    <a:pt x="333" y="263"/>
                  </a:lnTo>
                  <a:lnTo>
                    <a:pt x="333" y="260"/>
                  </a:lnTo>
                  <a:lnTo>
                    <a:pt x="333" y="258"/>
                  </a:lnTo>
                  <a:lnTo>
                    <a:pt x="336" y="258"/>
                  </a:lnTo>
                  <a:lnTo>
                    <a:pt x="336" y="258"/>
                  </a:lnTo>
                  <a:lnTo>
                    <a:pt x="341" y="260"/>
                  </a:lnTo>
                  <a:lnTo>
                    <a:pt x="343" y="260"/>
                  </a:lnTo>
                  <a:lnTo>
                    <a:pt x="345" y="258"/>
                  </a:lnTo>
                  <a:lnTo>
                    <a:pt x="345" y="258"/>
                  </a:lnTo>
                  <a:lnTo>
                    <a:pt x="348" y="256"/>
                  </a:lnTo>
                  <a:lnTo>
                    <a:pt x="348" y="253"/>
                  </a:lnTo>
                  <a:lnTo>
                    <a:pt x="350" y="253"/>
                  </a:lnTo>
                  <a:lnTo>
                    <a:pt x="352" y="253"/>
                  </a:lnTo>
                  <a:lnTo>
                    <a:pt x="352" y="253"/>
                  </a:lnTo>
                  <a:lnTo>
                    <a:pt x="355" y="253"/>
                  </a:lnTo>
                  <a:lnTo>
                    <a:pt x="355" y="256"/>
                  </a:lnTo>
                  <a:lnTo>
                    <a:pt x="352" y="263"/>
                  </a:lnTo>
                  <a:lnTo>
                    <a:pt x="352" y="265"/>
                  </a:lnTo>
                  <a:lnTo>
                    <a:pt x="355" y="265"/>
                  </a:lnTo>
                  <a:lnTo>
                    <a:pt x="355" y="265"/>
                  </a:lnTo>
                  <a:lnTo>
                    <a:pt x="355" y="265"/>
                  </a:lnTo>
                  <a:lnTo>
                    <a:pt x="355" y="267"/>
                  </a:lnTo>
                  <a:lnTo>
                    <a:pt x="352" y="267"/>
                  </a:lnTo>
                  <a:lnTo>
                    <a:pt x="352" y="265"/>
                  </a:lnTo>
                  <a:lnTo>
                    <a:pt x="350" y="265"/>
                  </a:lnTo>
                  <a:lnTo>
                    <a:pt x="350" y="265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5" y="270"/>
                  </a:lnTo>
                  <a:lnTo>
                    <a:pt x="345" y="272"/>
                  </a:lnTo>
                  <a:lnTo>
                    <a:pt x="345" y="274"/>
                  </a:lnTo>
                  <a:lnTo>
                    <a:pt x="345" y="277"/>
                  </a:lnTo>
                  <a:lnTo>
                    <a:pt x="343" y="279"/>
                  </a:lnTo>
                  <a:lnTo>
                    <a:pt x="343" y="279"/>
                  </a:lnTo>
                  <a:lnTo>
                    <a:pt x="343" y="282"/>
                  </a:lnTo>
                  <a:lnTo>
                    <a:pt x="345" y="284"/>
                  </a:lnTo>
                  <a:lnTo>
                    <a:pt x="348" y="286"/>
                  </a:lnTo>
                  <a:lnTo>
                    <a:pt x="350" y="286"/>
                  </a:lnTo>
                  <a:lnTo>
                    <a:pt x="350" y="286"/>
                  </a:lnTo>
                  <a:lnTo>
                    <a:pt x="352" y="286"/>
                  </a:lnTo>
                  <a:lnTo>
                    <a:pt x="352" y="286"/>
                  </a:lnTo>
                  <a:lnTo>
                    <a:pt x="352" y="286"/>
                  </a:lnTo>
                  <a:lnTo>
                    <a:pt x="352" y="284"/>
                  </a:lnTo>
                  <a:lnTo>
                    <a:pt x="350" y="284"/>
                  </a:lnTo>
                  <a:lnTo>
                    <a:pt x="350" y="284"/>
                  </a:lnTo>
                  <a:lnTo>
                    <a:pt x="350" y="282"/>
                  </a:lnTo>
                  <a:lnTo>
                    <a:pt x="350" y="282"/>
                  </a:lnTo>
                  <a:lnTo>
                    <a:pt x="350" y="279"/>
                  </a:lnTo>
                  <a:lnTo>
                    <a:pt x="350" y="279"/>
                  </a:lnTo>
                  <a:lnTo>
                    <a:pt x="352" y="279"/>
                  </a:lnTo>
                  <a:lnTo>
                    <a:pt x="352" y="279"/>
                  </a:lnTo>
                  <a:lnTo>
                    <a:pt x="352" y="274"/>
                  </a:lnTo>
                  <a:lnTo>
                    <a:pt x="355" y="274"/>
                  </a:lnTo>
                  <a:lnTo>
                    <a:pt x="357" y="272"/>
                  </a:lnTo>
                  <a:lnTo>
                    <a:pt x="357" y="272"/>
                  </a:lnTo>
                  <a:lnTo>
                    <a:pt x="357" y="270"/>
                  </a:lnTo>
                  <a:lnTo>
                    <a:pt x="357" y="270"/>
                  </a:lnTo>
                  <a:lnTo>
                    <a:pt x="357" y="267"/>
                  </a:lnTo>
                  <a:lnTo>
                    <a:pt x="359" y="267"/>
                  </a:lnTo>
                  <a:lnTo>
                    <a:pt x="362" y="267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7" y="263"/>
                  </a:lnTo>
                  <a:lnTo>
                    <a:pt x="367" y="263"/>
                  </a:lnTo>
                  <a:lnTo>
                    <a:pt x="367" y="263"/>
                  </a:lnTo>
                  <a:lnTo>
                    <a:pt x="371" y="260"/>
                  </a:lnTo>
                  <a:lnTo>
                    <a:pt x="371" y="260"/>
                  </a:lnTo>
                  <a:lnTo>
                    <a:pt x="371" y="258"/>
                  </a:lnTo>
                  <a:lnTo>
                    <a:pt x="371" y="258"/>
                  </a:lnTo>
                  <a:lnTo>
                    <a:pt x="374" y="251"/>
                  </a:lnTo>
                  <a:lnTo>
                    <a:pt x="376" y="246"/>
                  </a:lnTo>
                  <a:lnTo>
                    <a:pt x="378" y="241"/>
                  </a:lnTo>
                  <a:lnTo>
                    <a:pt x="395" y="237"/>
                  </a:lnTo>
                  <a:lnTo>
                    <a:pt x="397" y="237"/>
                  </a:lnTo>
                  <a:close/>
                  <a:moveTo>
                    <a:pt x="331" y="180"/>
                  </a:moveTo>
                  <a:lnTo>
                    <a:pt x="331" y="180"/>
                  </a:lnTo>
                  <a:lnTo>
                    <a:pt x="333" y="180"/>
                  </a:lnTo>
                  <a:lnTo>
                    <a:pt x="333" y="182"/>
                  </a:lnTo>
                  <a:lnTo>
                    <a:pt x="333" y="182"/>
                  </a:lnTo>
                  <a:lnTo>
                    <a:pt x="333" y="185"/>
                  </a:lnTo>
                  <a:lnTo>
                    <a:pt x="333" y="185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2"/>
                  </a:lnTo>
                  <a:lnTo>
                    <a:pt x="336" y="182"/>
                  </a:lnTo>
                  <a:lnTo>
                    <a:pt x="336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41" y="185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38" y="180"/>
                  </a:lnTo>
                  <a:lnTo>
                    <a:pt x="338" y="182"/>
                  </a:lnTo>
                  <a:lnTo>
                    <a:pt x="336" y="182"/>
                  </a:lnTo>
                  <a:lnTo>
                    <a:pt x="336" y="180"/>
                  </a:lnTo>
                  <a:lnTo>
                    <a:pt x="336" y="180"/>
                  </a:lnTo>
                  <a:lnTo>
                    <a:pt x="338" y="177"/>
                  </a:lnTo>
                  <a:lnTo>
                    <a:pt x="336" y="175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33" y="173"/>
                  </a:lnTo>
                  <a:lnTo>
                    <a:pt x="331" y="173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80"/>
                  </a:lnTo>
                  <a:close/>
                  <a:moveTo>
                    <a:pt x="154" y="114"/>
                  </a:moveTo>
                  <a:lnTo>
                    <a:pt x="151" y="116"/>
                  </a:lnTo>
                  <a:lnTo>
                    <a:pt x="151" y="118"/>
                  </a:lnTo>
                  <a:lnTo>
                    <a:pt x="151" y="123"/>
                  </a:lnTo>
                  <a:lnTo>
                    <a:pt x="154" y="125"/>
                  </a:lnTo>
                  <a:lnTo>
                    <a:pt x="161" y="125"/>
                  </a:lnTo>
                  <a:lnTo>
                    <a:pt x="163" y="125"/>
                  </a:lnTo>
                  <a:lnTo>
                    <a:pt x="166" y="128"/>
                  </a:lnTo>
                  <a:lnTo>
                    <a:pt x="166" y="128"/>
                  </a:lnTo>
                  <a:lnTo>
                    <a:pt x="168" y="125"/>
                  </a:lnTo>
                  <a:lnTo>
                    <a:pt x="170" y="125"/>
                  </a:lnTo>
                  <a:lnTo>
                    <a:pt x="170" y="123"/>
                  </a:lnTo>
                  <a:lnTo>
                    <a:pt x="168" y="121"/>
                  </a:lnTo>
                  <a:lnTo>
                    <a:pt x="166" y="123"/>
                  </a:lnTo>
                  <a:lnTo>
                    <a:pt x="168" y="121"/>
                  </a:lnTo>
                  <a:lnTo>
                    <a:pt x="168" y="118"/>
                  </a:lnTo>
                  <a:lnTo>
                    <a:pt x="170" y="116"/>
                  </a:lnTo>
                  <a:lnTo>
                    <a:pt x="170" y="116"/>
                  </a:lnTo>
                  <a:lnTo>
                    <a:pt x="170" y="118"/>
                  </a:lnTo>
                  <a:lnTo>
                    <a:pt x="170" y="123"/>
                  </a:lnTo>
                  <a:lnTo>
                    <a:pt x="170" y="123"/>
                  </a:lnTo>
                  <a:lnTo>
                    <a:pt x="170" y="125"/>
                  </a:lnTo>
                  <a:lnTo>
                    <a:pt x="170" y="128"/>
                  </a:lnTo>
                  <a:lnTo>
                    <a:pt x="168" y="130"/>
                  </a:lnTo>
                  <a:lnTo>
                    <a:pt x="166" y="130"/>
                  </a:lnTo>
                  <a:lnTo>
                    <a:pt x="166" y="132"/>
                  </a:lnTo>
                  <a:lnTo>
                    <a:pt x="166" y="132"/>
                  </a:lnTo>
                  <a:lnTo>
                    <a:pt x="173" y="140"/>
                  </a:lnTo>
                  <a:lnTo>
                    <a:pt x="173" y="140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7" y="128"/>
                  </a:lnTo>
                  <a:lnTo>
                    <a:pt x="177" y="128"/>
                  </a:lnTo>
                  <a:lnTo>
                    <a:pt x="182" y="125"/>
                  </a:lnTo>
                  <a:lnTo>
                    <a:pt x="182" y="123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84" y="121"/>
                  </a:lnTo>
                  <a:lnTo>
                    <a:pt x="187" y="121"/>
                  </a:lnTo>
                  <a:lnTo>
                    <a:pt x="187" y="118"/>
                  </a:lnTo>
                  <a:lnTo>
                    <a:pt x="184" y="118"/>
                  </a:lnTo>
                  <a:lnTo>
                    <a:pt x="184" y="116"/>
                  </a:lnTo>
                  <a:lnTo>
                    <a:pt x="187" y="114"/>
                  </a:lnTo>
                  <a:lnTo>
                    <a:pt x="187" y="111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92" y="111"/>
                  </a:lnTo>
                  <a:lnTo>
                    <a:pt x="192" y="109"/>
                  </a:lnTo>
                  <a:lnTo>
                    <a:pt x="194" y="106"/>
                  </a:lnTo>
                  <a:lnTo>
                    <a:pt x="196" y="104"/>
                  </a:lnTo>
                  <a:lnTo>
                    <a:pt x="199" y="104"/>
                  </a:lnTo>
                  <a:lnTo>
                    <a:pt x="199" y="104"/>
                  </a:lnTo>
                  <a:lnTo>
                    <a:pt x="199" y="99"/>
                  </a:lnTo>
                  <a:lnTo>
                    <a:pt x="201" y="99"/>
                  </a:lnTo>
                  <a:lnTo>
                    <a:pt x="203" y="99"/>
                  </a:lnTo>
                  <a:lnTo>
                    <a:pt x="203" y="97"/>
                  </a:lnTo>
                  <a:lnTo>
                    <a:pt x="208" y="92"/>
                  </a:lnTo>
                  <a:lnTo>
                    <a:pt x="208" y="92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3" y="90"/>
                  </a:lnTo>
                  <a:lnTo>
                    <a:pt x="203" y="87"/>
                  </a:lnTo>
                  <a:lnTo>
                    <a:pt x="208" y="87"/>
                  </a:lnTo>
                  <a:lnTo>
                    <a:pt x="213" y="85"/>
                  </a:lnTo>
                  <a:lnTo>
                    <a:pt x="215" y="85"/>
                  </a:lnTo>
                  <a:lnTo>
                    <a:pt x="218" y="85"/>
                  </a:lnTo>
                  <a:lnTo>
                    <a:pt x="220" y="87"/>
                  </a:lnTo>
                  <a:lnTo>
                    <a:pt x="222" y="87"/>
                  </a:lnTo>
                  <a:lnTo>
                    <a:pt x="225" y="85"/>
                  </a:lnTo>
                  <a:lnTo>
                    <a:pt x="227" y="83"/>
                  </a:lnTo>
                  <a:lnTo>
                    <a:pt x="229" y="83"/>
                  </a:lnTo>
                  <a:lnTo>
                    <a:pt x="229" y="83"/>
                  </a:lnTo>
                  <a:lnTo>
                    <a:pt x="227" y="83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0" y="76"/>
                  </a:lnTo>
                  <a:lnTo>
                    <a:pt x="218" y="76"/>
                  </a:lnTo>
                  <a:lnTo>
                    <a:pt x="199" y="78"/>
                  </a:lnTo>
                  <a:lnTo>
                    <a:pt x="192" y="80"/>
                  </a:lnTo>
                  <a:lnTo>
                    <a:pt x="184" y="83"/>
                  </a:lnTo>
                  <a:lnTo>
                    <a:pt x="184" y="85"/>
                  </a:lnTo>
                  <a:lnTo>
                    <a:pt x="182" y="87"/>
                  </a:lnTo>
                  <a:lnTo>
                    <a:pt x="182" y="87"/>
                  </a:lnTo>
                  <a:lnTo>
                    <a:pt x="180" y="87"/>
                  </a:lnTo>
                  <a:lnTo>
                    <a:pt x="180" y="87"/>
                  </a:lnTo>
                  <a:lnTo>
                    <a:pt x="177" y="87"/>
                  </a:lnTo>
                  <a:lnTo>
                    <a:pt x="177" y="87"/>
                  </a:lnTo>
                  <a:lnTo>
                    <a:pt x="175" y="90"/>
                  </a:lnTo>
                  <a:lnTo>
                    <a:pt x="168" y="92"/>
                  </a:lnTo>
                  <a:lnTo>
                    <a:pt x="166" y="95"/>
                  </a:lnTo>
                  <a:lnTo>
                    <a:pt x="158" y="106"/>
                  </a:lnTo>
                  <a:lnTo>
                    <a:pt x="158" y="109"/>
                  </a:lnTo>
                  <a:lnTo>
                    <a:pt x="154" y="111"/>
                  </a:lnTo>
                  <a:lnTo>
                    <a:pt x="154" y="114"/>
                  </a:lnTo>
                  <a:close/>
                  <a:moveTo>
                    <a:pt x="92" y="40"/>
                  </a:moveTo>
                  <a:lnTo>
                    <a:pt x="97" y="38"/>
                  </a:lnTo>
                  <a:lnTo>
                    <a:pt x="97" y="38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5" y="47"/>
                  </a:lnTo>
                  <a:lnTo>
                    <a:pt x="97" y="47"/>
                  </a:lnTo>
                  <a:lnTo>
                    <a:pt x="99" y="47"/>
                  </a:lnTo>
                  <a:lnTo>
                    <a:pt x="113" y="38"/>
                  </a:lnTo>
                  <a:lnTo>
                    <a:pt x="118" y="38"/>
                  </a:lnTo>
                  <a:lnTo>
                    <a:pt x="118" y="38"/>
                  </a:lnTo>
                  <a:lnTo>
                    <a:pt x="109" y="38"/>
                  </a:lnTo>
                  <a:lnTo>
                    <a:pt x="111" y="35"/>
                  </a:lnTo>
                  <a:lnTo>
                    <a:pt x="113" y="33"/>
                  </a:lnTo>
                  <a:lnTo>
                    <a:pt x="113" y="33"/>
                  </a:lnTo>
                  <a:lnTo>
                    <a:pt x="135" y="21"/>
                  </a:lnTo>
                  <a:lnTo>
                    <a:pt x="139" y="19"/>
                  </a:lnTo>
                  <a:lnTo>
                    <a:pt x="144" y="16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42" y="12"/>
                  </a:lnTo>
                  <a:lnTo>
                    <a:pt x="142" y="12"/>
                  </a:lnTo>
                  <a:lnTo>
                    <a:pt x="144" y="9"/>
                  </a:lnTo>
                  <a:lnTo>
                    <a:pt x="151" y="5"/>
                  </a:lnTo>
                  <a:lnTo>
                    <a:pt x="154" y="2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1" y="2"/>
                  </a:lnTo>
                  <a:lnTo>
                    <a:pt x="149" y="2"/>
                  </a:lnTo>
                  <a:lnTo>
                    <a:pt x="149" y="2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47" y="2"/>
                  </a:lnTo>
                  <a:lnTo>
                    <a:pt x="144" y="5"/>
                  </a:lnTo>
                  <a:lnTo>
                    <a:pt x="142" y="5"/>
                  </a:lnTo>
                  <a:lnTo>
                    <a:pt x="139" y="7"/>
                  </a:lnTo>
                  <a:lnTo>
                    <a:pt x="139" y="5"/>
                  </a:lnTo>
                  <a:lnTo>
                    <a:pt x="132" y="12"/>
                  </a:lnTo>
                  <a:lnTo>
                    <a:pt x="132" y="9"/>
                  </a:lnTo>
                  <a:lnTo>
                    <a:pt x="130" y="12"/>
                  </a:lnTo>
                  <a:lnTo>
                    <a:pt x="125" y="14"/>
                  </a:lnTo>
                  <a:lnTo>
                    <a:pt x="123" y="16"/>
                  </a:lnTo>
                  <a:lnTo>
                    <a:pt x="121" y="19"/>
                  </a:lnTo>
                  <a:lnTo>
                    <a:pt x="118" y="19"/>
                  </a:lnTo>
                  <a:lnTo>
                    <a:pt x="116" y="21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1" y="24"/>
                  </a:lnTo>
                  <a:lnTo>
                    <a:pt x="99" y="31"/>
                  </a:lnTo>
                  <a:lnTo>
                    <a:pt x="90" y="38"/>
                  </a:lnTo>
                  <a:lnTo>
                    <a:pt x="92" y="40"/>
                  </a:lnTo>
                  <a:lnTo>
                    <a:pt x="92" y="40"/>
                  </a:lnTo>
                  <a:close/>
                  <a:moveTo>
                    <a:pt x="407" y="348"/>
                  </a:moveTo>
                  <a:lnTo>
                    <a:pt x="407" y="348"/>
                  </a:lnTo>
                  <a:lnTo>
                    <a:pt x="404" y="348"/>
                  </a:lnTo>
                  <a:lnTo>
                    <a:pt x="404" y="348"/>
                  </a:lnTo>
                  <a:lnTo>
                    <a:pt x="402" y="350"/>
                  </a:lnTo>
                  <a:lnTo>
                    <a:pt x="402" y="353"/>
                  </a:lnTo>
                  <a:lnTo>
                    <a:pt x="402" y="353"/>
                  </a:lnTo>
                  <a:lnTo>
                    <a:pt x="404" y="355"/>
                  </a:lnTo>
                  <a:lnTo>
                    <a:pt x="407" y="353"/>
                  </a:lnTo>
                  <a:lnTo>
                    <a:pt x="407" y="350"/>
                  </a:lnTo>
                  <a:lnTo>
                    <a:pt x="409" y="348"/>
                  </a:lnTo>
                  <a:lnTo>
                    <a:pt x="407" y="348"/>
                  </a:lnTo>
                  <a:lnTo>
                    <a:pt x="407" y="348"/>
                  </a:lnTo>
                  <a:close/>
                  <a:moveTo>
                    <a:pt x="414" y="343"/>
                  </a:moveTo>
                  <a:lnTo>
                    <a:pt x="416" y="343"/>
                  </a:lnTo>
                  <a:lnTo>
                    <a:pt x="416" y="341"/>
                  </a:lnTo>
                  <a:lnTo>
                    <a:pt x="416" y="341"/>
                  </a:lnTo>
                  <a:lnTo>
                    <a:pt x="416" y="338"/>
                  </a:lnTo>
                  <a:lnTo>
                    <a:pt x="416" y="336"/>
                  </a:lnTo>
                  <a:lnTo>
                    <a:pt x="416" y="336"/>
                  </a:lnTo>
                  <a:lnTo>
                    <a:pt x="414" y="334"/>
                  </a:lnTo>
                  <a:lnTo>
                    <a:pt x="414" y="334"/>
                  </a:lnTo>
                  <a:lnTo>
                    <a:pt x="411" y="334"/>
                  </a:lnTo>
                  <a:lnTo>
                    <a:pt x="411" y="334"/>
                  </a:lnTo>
                  <a:lnTo>
                    <a:pt x="409" y="334"/>
                  </a:lnTo>
                  <a:lnTo>
                    <a:pt x="409" y="336"/>
                  </a:lnTo>
                  <a:lnTo>
                    <a:pt x="411" y="343"/>
                  </a:lnTo>
                  <a:lnTo>
                    <a:pt x="414" y="343"/>
                  </a:lnTo>
                  <a:close/>
                  <a:moveTo>
                    <a:pt x="546" y="215"/>
                  </a:moveTo>
                  <a:lnTo>
                    <a:pt x="544" y="213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8"/>
                  </a:lnTo>
                  <a:lnTo>
                    <a:pt x="544" y="218"/>
                  </a:lnTo>
                  <a:lnTo>
                    <a:pt x="544" y="218"/>
                  </a:lnTo>
                  <a:lnTo>
                    <a:pt x="542" y="218"/>
                  </a:lnTo>
                  <a:lnTo>
                    <a:pt x="544" y="218"/>
                  </a:lnTo>
                  <a:lnTo>
                    <a:pt x="546" y="220"/>
                  </a:lnTo>
                  <a:lnTo>
                    <a:pt x="551" y="218"/>
                  </a:lnTo>
                  <a:lnTo>
                    <a:pt x="549" y="218"/>
                  </a:lnTo>
                  <a:lnTo>
                    <a:pt x="549" y="218"/>
                  </a:lnTo>
                  <a:lnTo>
                    <a:pt x="546" y="215"/>
                  </a:lnTo>
                  <a:lnTo>
                    <a:pt x="546" y="218"/>
                  </a:lnTo>
                  <a:lnTo>
                    <a:pt x="546" y="215"/>
                  </a:lnTo>
                  <a:lnTo>
                    <a:pt x="546" y="215"/>
                  </a:lnTo>
                  <a:close/>
                  <a:moveTo>
                    <a:pt x="421" y="296"/>
                  </a:moveTo>
                  <a:lnTo>
                    <a:pt x="421" y="296"/>
                  </a:lnTo>
                  <a:lnTo>
                    <a:pt x="421" y="296"/>
                  </a:lnTo>
                  <a:lnTo>
                    <a:pt x="419" y="296"/>
                  </a:lnTo>
                  <a:lnTo>
                    <a:pt x="423" y="303"/>
                  </a:lnTo>
                  <a:lnTo>
                    <a:pt x="426" y="303"/>
                  </a:lnTo>
                  <a:lnTo>
                    <a:pt x="426" y="300"/>
                  </a:lnTo>
                  <a:lnTo>
                    <a:pt x="426" y="300"/>
                  </a:lnTo>
                  <a:lnTo>
                    <a:pt x="423" y="298"/>
                  </a:lnTo>
                  <a:lnTo>
                    <a:pt x="421" y="296"/>
                  </a:lnTo>
                  <a:close/>
                  <a:moveTo>
                    <a:pt x="778" y="551"/>
                  </a:moveTo>
                  <a:lnTo>
                    <a:pt x="778" y="549"/>
                  </a:lnTo>
                  <a:lnTo>
                    <a:pt x="778" y="544"/>
                  </a:lnTo>
                  <a:lnTo>
                    <a:pt x="778" y="544"/>
                  </a:lnTo>
                  <a:lnTo>
                    <a:pt x="776" y="542"/>
                  </a:lnTo>
                  <a:lnTo>
                    <a:pt x="773" y="537"/>
                  </a:lnTo>
                  <a:lnTo>
                    <a:pt x="771" y="535"/>
                  </a:lnTo>
                  <a:lnTo>
                    <a:pt x="771" y="535"/>
                  </a:lnTo>
                  <a:lnTo>
                    <a:pt x="764" y="514"/>
                  </a:lnTo>
                  <a:lnTo>
                    <a:pt x="757" y="495"/>
                  </a:lnTo>
                  <a:lnTo>
                    <a:pt x="754" y="485"/>
                  </a:lnTo>
                  <a:lnTo>
                    <a:pt x="743" y="452"/>
                  </a:lnTo>
                  <a:lnTo>
                    <a:pt x="738" y="445"/>
                  </a:lnTo>
                  <a:lnTo>
                    <a:pt x="738" y="445"/>
                  </a:lnTo>
                  <a:lnTo>
                    <a:pt x="738" y="443"/>
                  </a:lnTo>
                  <a:lnTo>
                    <a:pt x="736" y="440"/>
                  </a:lnTo>
                  <a:lnTo>
                    <a:pt x="731" y="433"/>
                  </a:lnTo>
                  <a:lnTo>
                    <a:pt x="726" y="431"/>
                  </a:lnTo>
                  <a:lnTo>
                    <a:pt x="724" y="428"/>
                  </a:lnTo>
                  <a:lnTo>
                    <a:pt x="712" y="426"/>
                  </a:lnTo>
                  <a:lnTo>
                    <a:pt x="710" y="426"/>
                  </a:lnTo>
                  <a:lnTo>
                    <a:pt x="707" y="426"/>
                  </a:lnTo>
                  <a:lnTo>
                    <a:pt x="702" y="428"/>
                  </a:lnTo>
                  <a:lnTo>
                    <a:pt x="702" y="428"/>
                  </a:lnTo>
                  <a:lnTo>
                    <a:pt x="700" y="433"/>
                  </a:lnTo>
                  <a:lnTo>
                    <a:pt x="698" y="433"/>
                  </a:lnTo>
                  <a:lnTo>
                    <a:pt x="695" y="435"/>
                  </a:lnTo>
                  <a:lnTo>
                    <a:pt x="693" y="435"/>
                  </a:lnTo>
                  <a:lnTo>
                    <a:pt x="693" y="438"/>
                  </a:lnTo>
                  <a:lnTo>
                    <a:pt x="691" y="438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1" y="440"/>
                  </a:lnTo>
                  <a:lnTo>
                    <a:pt x="679" y="445"/>
                  </a:lnTo>
                  <a:lnTo>
                    <a:pt x="679" y="447"/>
                  </a:lnTo>
                  <a:lnTo>
                    <a:pt x="679" y="447"/>
                  </a:lnTo>
                  <a:lnTo>
                    <a:pt x="669" y="450"/>
                  </a:lnTo>
                  <a:lnTo>
                    <a:pt x="672" y="450"/>
                  </a:lnTo>
                  <a:lnTo>
                    <a:pt x="674" y="450"/>
                  </a:lnTo>
                  <a:lnTo>
                    <a:pt x="676" y="450"/>
                  </a:lnTo>
                  <a:lnTo>
                    <a:pt x="676" y="452"/>
                  </a:lnTo>
                  <a:lnTo>
                    <a:pt x="674" y="454"/>
                  </a:lnTo>
                  <a:lnTo>
                    <a:pt x="674" y="457"/>
                  </a:lnTo>
                  <a:lnTo>
                    <a:pt x="672" y="459"/>
                  </a:lnTo>
                  <a:lnTo>
                    <a:pt x="672" y="461"/>
                  </a:lnTo>
                  <a:lnTo>
                    <a:pt x="669" y="469"/>
                  </a:lnTo>
                  <a:lnTo>
                    <a:pt x="667" y="476"/>
                  </a:lnTo>
                  <a:lnTo>
                    <a:pt x="667" y="478"/>
                  </a:lnTo>
                  <a:lnTo>
                    <a:pt x="665" y="478"/>
                  </a:lnTo>
                  <a:lnTo>
                    <a:pt x="665" y="476"/>
                  </a:lnTo>
                  <a:lnTo>
                    <a:pt x="665" y="476"/>
                  </a:lnTo>
                  <a:lnTo>
                    <a:pt x="662" y="473"/>
                  </a:lnTo>
                  <a:lnTo>
                    <a:pt x="662" y="476"/>
                  </a:lnTo>
                  <a:lnTo>
                    <a:pt x="657" y="485"/>
                  </a:lnTo>
                  <a:lnTo>
                    <a:pt x="655" y="487"/>
                  </a:lnTo>
                  <a:lnTo>
                    <a:pt x="650" y="492"/>
                  </a:lnTo>
                  <a:lnTo>
                    <a:pt x="648" y="490"/>
                  </a:lnTo>
                  <a:lnTo>
                    <a:pt x="643" y="490"/>
                  </a:lnTo>
                  <a:lnTo>
                    <a:pt x="639" y="487"/>
                  </a:lnTo>
                  <a:lnTo>
                    <a:pt x="636" y="487"/>
                  </a:lnTo>
                  <a:lnTo>
                    <a:pt x="631" y="485"/>
                  </a:lnTo>
                  <a:lnTo>
                    <a:pt x="629" y="485"/>
                  </a:lnTo>
                  <a:lnTo>
                    <a:pt x="627" y="483"/>
                  </a:lnTo>
                  <a:lnTo>
                    <a:pt x="624" y="480"/>
                  </a:lnTo>
                  <a:lnTo>
                    <a:pt x="624" y="478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24" y="469"/>
                  </a:lnTo>
                  <a:lnTo>
                    <a:pt x="624" y="466"/>
                  </a:lnTo>
                  <a:lnTo>
                    <a:pt x="624" y="466"/>
                  </a:lnTo>
                  <a:lnTo>
                    <a:pt x="624" y="464"/>
                  </a:lnTo>
                  <a:lnTo>
                    <a:pt x="624" y="464"/>
                  </a:lnTo>
                  <a:lnTo>
                    <a:pt x="624" y="461"/>
                  </a:lnTo>
                  <a:lnTo>
                    <a:pt x="624" y="452"/>
                  </a:lnTo>
                  <a:lnTo>
                    <a:pt x="627" y="447"/>
                  </a:lnTo>
                  <a:lnTo>
                    <a:pt x="631" y="445"/>
                  </a:lnTo>
                  <a:lnTo>
                    <a:pt x="631" y="445"/>
                  </a:lnTo>
                  <a:lnTo>
                    <a:pt x="634" y="445"/>
                  </a:lnTo>
                  <a:lnTo>
                    <a:pt x="636" y="445"/>
                  </a:lnTo>
                  <a:lnTo>
                    <a:pt x="636" y="445"/>
                  </a:lnTo>
                  <a:lnTo>
                    <a:pt x="639" y="445"/>
                  </a:lnTo>
                  <a:lnTo>
                    <a:pt x="639" y="443"/>
                  </a:lnTo>
                  <a:lnTo>
                    <a:pt x="639" y="443"/>
                  </a:lnTo>
                  <a:lnTo>
                    <a:pt x="641" y="445"/>
                  </a:lnTo>
                  <a:lnTo>
                    <a:pt x="643" y="443"/>
                  </a:lnTo>
                  <a:lnTo>
                    <a:pt x="643" y="443"/>
                  </a:lnTo>
                  <a:lnTo>
                    <a:pt x="643" y="440"/>
                  </a:lnTo>
                  <a:lnTo>
                    <a:pt x="643" y="438"/>
                  </a:lnTo>
                  <a:lnTo>
                    <a:pt x="646" y="438"/>
                  </a:lnTo>
                  <a:lnTo>
                    <a:pt x="650" y="435"/>
                  </a:lnTo>
                  <a:lnTo>
                    <a:pt x="650" y="435"/>
                  </a:lnTo>
                  <a:lnTo>
                    <a:pt x="650" y="433"/>
                  </a:lnTo>
                  <a:lnTo>
                    <a:pt x="650" y="433"/>
                  </a:lnTo>
                  <a:lnTo>
                    <a:pt x="650" y="431"/>
                  </a:lnTo>
                  <a:lnTo>
                    <a:pt x="650" y="431"/>
                  </a:lnTo>
                  <a:lnTo>
                    <a:pt x="653" y="431"/>
                  </a:lnTo>
                  <a:lnTo>
                    <a:pt x="653" y="428"/>
                  </a:lnTo>
                  <a:lnTo>
                    <a:pt x="650" y="419"/>
                  </a:lnTo>
                  <a:lnTo>
                    <a:pt x="650" y="414"/>
                  </a:lnTo>
                  <a:lnTo>
                    <a:pt x="653" y="409"/>
                  </a:lnTo>
                  <a:lnTo>
                    <a:pt x="655" y="407"/>
                  </a:lnTo>
                  <a:lnTo>
                    <a:pt x="657" y="407"/>
                  </a:lnTo>
                  <a:lnTo>
                    <a:pt x="660" y="407"/>
                  </a:lnTo>
                  <a:lnTo>
                    <a:pt x="660" y="407"/>
                  </a:lnTo>
                  <a:lnTo>
                    <a:pt x="660" y="409"/>
                  </a:lnTo>
                  <a:lnTo>
                    <a:pt x="660" y="409"/>
                  </a:lnTo>
                  <a:lnTo>
                    <a:pt x="660" y="409"/>
                  </a:lnTo>
                  <a:lnTo>
                    <a:pt x="662" y="402"/>
                  </a:lnTo>
                  <a:lnTo>
                    <a:pt x="665" y="402"/>
                  </a:lnTo>
                  <a:lnTo>
                    <a:pt x="665" y="400"/>
                  </a:lnTo>
                  <a:lnTo>
                    <a:pt x="667" y="400"/>
                  </a:lnTo>
                  <a:lnTo>
                    <a:pt x="667" y="400"/>
                  </a:lnTo>
                  <a:lnTo>
                    <a:pt x="669" y="398"/>
                  </a:lnTo>
                  <a:lnTo>
                    <a:pt x="669" y="398"/>
                  </a:lnTo>
                  <a:lnTo>
                    <a:pt x="669" y="395"/>
                  </a:lnTo>
                  <a:lnTo>
                    <a:pt x="669" y="390"/>
                  </a:lnTo>
                  <a:lnTo>
                    <a:pt x="667" y="364"/>
                  </a:lnTo>
                  <a:lnTo>
                    <a:pt x="667" y="362"/>
                  </a:lnTo>
                  <a:lnTo>
                    <a:pt x="667" y="357"/>
                  </a:lnTo>
                  <a:lnTo>
                    <a:pt x="667" y="355"/>
                  </a:lnTo>
                  <a:lnTo>
                    <a:pt x="667" y="353"/>
                  </a:lnTo>
                  <a:lnTo>
                    <a:pt x="665" y="348"/>
                  </a:lnTo>
                  <a:lnTo>
                    <a:pt x="665" y="341"/>
                  </a:lnTo>
                  <a:lnTo>
                    <a:pt x="662" y="338"/>
                  </a:lnTo>
                  <a:lnTo>
                    <a:pt x="662" y="336"/>
                  </a:lnTo>
                  <a:lnTo>
                    <a:pt x="660" y="336"/>
                  </a:lnTo>
                  <a:lnTo>
                    <a:pt x="660" y="334"/>
                  </a:lnTo>
                  <a:lnTo>
                    <a:pt x="660" y="334"/>
                  </a:lnTo>
                  <a:lnTo>
                    <a:pt x="660" y="334"/>
                  </a:lnTo>
                  <a:lnTo>
                    <a:pt x="657" y="331"/>
                  </a:lnTo>
                  <a:lnTo>
                    <a:pt x="657" y="331"/>
                  </a:lnTo>
                  <a:lnTo>
                    <a:pt x="655" y="331"/>
                  </a:lnTo>
                  <a:lnTo>
                    <a:pt x="653" y="329"/>
                  </a:lnTo>
                  <a:lnTo>
                    <a:pt x="650" y="329"/>
                  </a:lnTo>
                  <a:lnTo>
                    <a:pt x="650" y="327"/>
                  </a:lnTo>
                  <a:lnTo>
                    <a:pt x="648" y="327"/>
                  </a:lnTo>
                  <a:lnTo>
                    <a:pt x="648" y="324"/>
                  </a:lnTo>
                  <a:lnTo>
                    <a:pt x="648" y="324"/>
                  </a:lnTo>
                  <a:lnTo>
                    <a:pt x="648" y="322"/>
                  </a:lnTo>
                  <a:lnTo>
                    <a:pt x="648" y="322"/>
                  </a:lnTo>
                  <a:lnTo>
                    <a:pt x="646" y="322"/>
                  </a:lnTo>
                  <a:lnTo>
                    <a:pt x="646" y="322"/>
                  </a:lnTo>
                  <a:lnTo>
                    <a:pt x="646" y="319"/>
                  </a:lnTo>
                  <a:lnTo>
                    <a:pt x="646" y="319"/>
                  </a:lnTo>
                  <a:lnTo>
                    <a:pt x="646" y="319"/>
                  </a:lnTo>
                  <a:lnTo>
                    <a:pt x="648" y="319"/>
                  </a:lnTo>
                  <a:lnTo>
                    <a:pt x="646" y="315"/>
                  </a:lnTo>
                  <a:lnTo>
                    <a:pt x="648" y="312"/>
                  </a:lnTo>
                  <a:lnTo>
                    <a:pt x="648" y="312"/>
                  </a:lnTo>
                  <a:lnTo>
                    <a:pt x="653" y="310"/>
                  </a:lnTo>
                  <a:lnTo>
                    <a:pt x="653" y="310"/>
                  </a:lnTo>
                  <a:lnTo>
                    <a:pt x="655" y="312"/>
                  </a:lnTo>
                  <a:lnTo>
                    <a:pt x="657" y="315"/>
                  </a:lnTo>
                  <a:lnTo>
                    <a:pt x="657" y="315"/>
                  </a:lnTo>
                  <a:lnTo>
                    <a:pt x="660" y="315"/>
                  </a:lnTo>
                  <a:lnTo>
                    <a:pt x="662" y="315"/>
                  </a:lnTo>
                  <a:lnTo>
                    <a:pt x="662" y="312"/>
                  </a:lnTo>
                  <a:lnTo>
                    <a:pt x="657" y="310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3"/>
                  </a:lnTo>
                  <a:lnTo>
                    <a:pt x="655" y="300"/>
                  </a:lnTo>
                  <a:lnTo>
                    <a:pt x="655" y="300"/>
                  </a:lnTo>
                  <a:lnTo>
                    <a:pt x="655" y="300"/>
                  </a:lnTo>
                  <a:lnTo>
                    <a:pt x="653" y="300"/>
                  </a:lnTo>
                  <a:lnTo>
                    <a:pt x="653" y="298"/>
                  </a:lnTo>
                  <a:lnTo>
                    <a:pt x="650" y="298"/>
                  </a:lnTo>
                  <a:lnTo>
                    <a:pt x="648" y="296"/>
                  </a:lnTo>
                  <a:lnTo>
                    <a:pt x="646" y="291"/>
                  </a:lnTo>
                  <a:lnTo>
                    <a:pt x="646" y="291"/>
                  </a:lnTo>
                  <a:lnTo>
                    <a:pt x="646" y="289"/>
                  </a:lnTo>
                  <a:lnTo>
                    <a:pt x="646" y="289"/>
                  </a:lnTo>
                  <a:lnTo>
                    <a:pt x="648" y="286"/>
                  </a:lnTo>
                  <a:lnTo>
                    <a:pt x="643" y="284"/>
                  </a:lnTo>
                  <a:lnTo>
                    <a:pt x="639" y="282"/>
                  </a:lnTo>
                  <a:lnTo>
                    <a:pt x="634" y="279"/>
                  </a:lnTo>
                  <a:lnTo>
                    <a:pt x="631" y="279"/>
                  </a:lnTo>
                  <a:lnTo>
                    <a:pt x="627" y="279"/>
                  </a:lnTo>
                  <a:lnTo>
                    <a:pt x="627" y="279"/>
                  </a:lnTo>
                  <a:lnTo>
                    <a:pt x="622" y="279"/>
                  </a:lnTo>
                  <a:lnTo>
                    <a:pt x="622" y="279"/>
                  </a:lnTo>
                  <a:lnTo>
                    <a:pt x="620" y="277"/>
                  </a:lnTo>
                  <a:lnTo>
                    <a:pt x="617" y="274"/>
                  </a:lnTo>
                  <a:lnTo>
                    <a:pt x="615" y="274"/>
                  </a:lnTo>
                  <a:lnTo>
                    <a:pt x="615" y="274"/>
                  </a:lnTo>
                  <a:lnTo>
                    <a:pt x="610" y="274"/>
                  </a:lnTo>
                  <a:lnTo>
                    <a:pt x="610" y="274"/>
                  </a:lnTo>
                  <a:lnTo>
                    <a:pt x="608" y="274"/>
                  </a:lnTo>
                  <a:lnTo>
                    <a:pt x="603" y="274"/>
                  </a:lnTo>
                  <a:lnTo>
                    <a:pt x="601" y="272"/>
                  </a:lnTo>
                  <a:lnTo>
                    <a:pt x="598" y="270"/>
                  </a:lnTo>
                  <a:lnTo>
                    <a:pt x="594" y="267"/>
                  </a:lnTo>
                  <a:lnTo>
                    <a:pt x="579" y="270"/>
                  </a:lnTo>
                  <a:lnTo>
                    <a:pt x="577" y="270"/>
                  </a:lnTo>
                  <a:lnTo>
                    <a:pt x="577" y="267"/>
                  </a:lnTo>
                  <a:lnTo>
                    <a:pt x="575" y="265"/>
                  </a:lnTo>
                  <a:lnTo>
                    <a:pt x="575" y="263"/>
                  </a:lnTo>
                  <a:lnTo>
                    <a:pt x="575" y="260"/>
                  </a:lnTo>
                  <a:lnTo>
                    <a:pt x="572" y="260"/>
                  </a:lnTo>
                  <a:lnTo>
                    <a:pt x="570" y="256"/>
                  </a:lnTo>
                  <a:lnTo>
                    <a:pt x="565" y="256"/>
                  </a:lnTo>
                  <a:lnTo>
                    <a:pt x="561" y="253"/>
                  </a:lnTo>
                  <a:lnTo>
                    <a:pt x="558" y="253"/>
                  </a:lnTo>
                  <a:lnTo>
                    <a:pt x="553" y="253"/>
                  </a:lnTo>
                  <a:lnTo>
                    <a:pt x="544" y="253"/>
                  </a:lnTo>
                  <a:lnTo>
                    <a:pt x="542" y="253"/>
                  </a:lnTo>
                  <a:lnTo>
                    <a:pt x="532" y="248"/>
                  </a:lnTo>
                  <a:lnTo>
                    <a:pt x="520" y="244"/>
                  </a:lnTo>
                  <a:lnTo>
                    <a:pt x="518" y="241"/>
                  </a:lnTo>
                  <a:lnTo>
                    <a:pt x="516" y="241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3" y="246"/>
                  </a:lnTo>
                  <a:lnTo>
                    <a:pt x="511" y="246"/>
                  </a:lnTo>
                  <a:lnTo>
                    <a:pt x="511" y="248"/>
                  </a:lnTo>
                  <a:lnTo>
                    <a:pt x="499" y="248"/>
                  </a:lnTo>
                  <a:lnTo>
                    <a:pt x="494" y="248"/>
                  </a:lnTo>
                  <a:lnTo>
                    <a:pt x="494" y="248"/>
                  </a:lnTo>
                  <a:lnTo>
                    <a:pt x="497" y="248"/>
                  </a:lnTo>
                  <a:lnTo>
                    <a:pt x="499" y="253"/>
                  </a:lnTo>
                  <a:lnTo>
                    <a:pt x="499" y="253"/>
                  </a:lnTo>
                  <a:lnTo>
                    <a:pt x="499" y="253"/>
                  </a:lnTo>
                  <a:lnTo>
                    <a:pt x="497" y="260"/>
                  </a:lnTo>
                  <a:lnTo>
                    <a:pt x="492" y="265"/>
                  </a:lnTo>
                  <a:lnTo>
                    <a:pt x="490" y="267"/>
                  </a:lnTo>
                  <a:lnTo>
                    <a:pt x="487" y="270"/>
                  </a:lnTo>
                  <a:lnTo>
                    <a:pt x="487" y="274"/>
                  </a:lnTo>
                  <a:lnTo>
                    <a:pt x="490" y="279"/>
                  </a:lnTo>
                  <a:lnTo>
                    <a:pt x="492" y="284"/>
                  </a:lnTo>
                  <a:lnTo>
                    <a:pt x="492" y="286"/>
                  </a:lnTo>
                  <a:lnTo>
                    <a:pt x="497" y="289"/>
                  </a:lnTo>
                  <a:lnTo>
                    <a:pt x="497" y="289"/>
                  </a:lnTo>
                  <a:lnTo>
                    <a:pt x="506" y="289"/>
                  </a:lnTo>
                  <a:lnTo>
                    <a:pt x="508" y="289"/>
                  </a:lnTo>
                  <a:lnTo>
                    <a:pt x="506" y="293"/>
                  </a:lnTo>
                  <a:lnTo>
                    <a:pt x="501" y="296"/>
                  </a:lnTo>
                  <a:lnTo>
                    <a:pt x="497" y="296"/>
                  </a:lnTo>
                  <a:lnTo>
                    <a:pt x="490" y="296"/>
                  </a:lnTo>
                  <a:lnTo>
                    <a:pt x="485" y="298"/>
                  </a:lnTo>
                  <a:lnTo>
                    <a:pt x="471" y="308"/>
                  </a:lnTo>
                  <a:lnTo>
                    <a:pt x="468" y="310"/>
                  </a:lnTo>
                  <a:lnTo>
                    <a:pt x="468" y="315"/>
                  </a:lnTo>
                  <a:lnTo>
                    <a:pt x="468" y="319"/>
                  </a:lnTo>
                  <a:lnTo>
                    <a:pt x="471" y="334"/>
                  </a:lnTo>
                  <a:lnTo>
                    <a:pt x="471" y="345"/>
                  </a:lnTo>
                  <a:lnTo>
                    <a:pt x="471" y="355"/>
                  </a:lnTo>
                  <a:lnTo>
                    <a:pt x="466" y="364"/>
                  </a:lnTo>
                  <a:lnTo>
                    <a:pt x="461" y="374"/>
                  </a:lnTo>
                  <a:lnTo>
                    <a:pt x="461" y="376"/>
                  </a:lnTo>
                  <a:lnTo>
                    <a:pt x="461" y="376"/>
                  </a:lnTo>
                  <a:lnTo>
                    <a:pt x="459" y="376"/>
                  </a:lnTo>
                  <a:lnTo>
                    <a:pt x="459" y="374"/>
                  </a:lnTo>
                  <a:lnTo>
                    <a:pt x="459" y="374"/>
                  </a:lnTo>
                  <a:lnTo>
                    <a:pt x="459" y="372"/>
                  </a:lnTo>
                  <a:lnTo>
                    <a:pt x="459" y="369"/>
                  </a:lnTo>
                  <a:lnTo>
                    <a:pt x="459" y="367"/>
                  </a:lnTo>
                  <a:lnTo>
                    <a:pt x="459" y="367"/>
                  </a:lnTo>
                  <a:lnTo>
                    <a:pt x="461" y="364"/>
                  </a:lnTo>
                  <a:lnTo>
                    <a:pt x="464" y="362"/>
                  </a:lnTo>
                  <a:lnTo>
                    <a:pt x="464" y="360"/>
                  </a:lnTo>
                  <a:lnTo>
                    <a:pt x="464" y="357"/>
                  </a:lnTo>
                  <a:lnTo>
                    <a:pt x="464" y="353"/>
                  </a:lnTo>
                  <a:lnTo>
                    <a:pt x="464" y="353"/>
                  </a:lnTo>
                  <a:lnTo>
                    <a:pt x="464" y="350"/>
                  </a:lnTo>
                  <a:lnTo>
                    <a:pt x="464" y="350"/>
                  </a:lnTo>
                  <a:lnTo>
                    <a:pt x="464" y="348"/>
                  </a:lnTo>
                  <a:lnTo>
                    <a:pt x="461" y="348"/>
                  </a:lnTo>
                  <a:lnTo>
                    <a:pt x="461" y="348"/>
                  </a:lnTo>
                  <a:lnTo>
                    <a:pt x="459" y="348"/>
                  </a:lnTo>
                  <a:lnTo>
                    <a:pt x="459" y="348"/>
                  </a:lnTo>
                  <a:lnTo>
                    <a:pt x="459" y="350"/>
                  </a:lnTo>
                  <a:lnTo>
                    <a:pt x="459" y="355"/>
                  </a:lnTo>
                  <a:lnTo>
                    <a:pt x="459" y="355"/>
                  </a:lnTo>
                  <a:lnTo>
                    <a:pt x="459" y="357"/>
                  </a:lnTo>
                  <a:lnTo>
                    <a:pt x="456" y="360"/>
                  </a:lnTo>
                  <a:lnTo>
                    <a:pt x="456" y="360"/>
                  </a:lnTo>
                  <a:lnTo>
                    <a:pt x="459" y="360"/>
                  </a:lnTo>
                  <a:lnTo>
                    <a:pt x="459" y="360"/>
                  </a:lnTo>
                  <a:lnTo>
                    <a:pt x="456" y="362"/>
                  </a:lnTo>
                  <a:lnTo>
                    <a:pt x="456" y="364"/>
                  </a:lnTo>
                  <a:lnTo>
                    <a:pt x="456" y="367"/>
                  </a:lnTo>
                  <a:lnTo>
                    <a:pt x="456" y="369"/>
                  </a:lnTo>
                  <a:lnTo>
                    <a:pt x="456" y="372"/>
                  </a:lnTo>
                  <a:lnTo>
                    <a:pt x="456" y="374"/>
                  </a:lnTo>
                  <a:lnTo>
                    <a:pt x="454" y="374"/>
                  </a:lnTo>
                  <a:lnTo>
                    <a:pt x="454" y="374"/>
                  </a:lnTo>
                  <a:lnTo>
                    <a:pt x="452" y="372"/>
                  </a:lnTo>
                  <a:lnTo>
                    <a:pt x="449" y="369"/>
                  </a:lnTo>
                  <a:lnTo>
                    <a:pt x="449" y="367"/>
                  </a:lnTo>
                  <a:lnTo>
                    <a:pt x="449" y="362"/>
                  </a:lnTo>
                  <a:lnTo>
                    <a:pt x="452" y="355"/>
                  </a:lnTo>
                  <a:lnTo>
                    <a:pt x="452" y="353"/>
                  </a:lnTo>
                  <a:lnTo>
                    <a:pt x="452" y="350"/>
                  </a:lnTo>
                  <a:lnTo>
                    <a:pt x="452" y="350"/>
                  </a:lnTo>
                  <a:lnTo>
                    <a:pt x="452" y="350"/>
                  </a:lnTo>
                  <a:lnTo>
                    <a:pt x="449" y="350"/>
                  </a:lnTo>
                  <a:lnTo>
                    <a:pt x="449" y="348"/>
                  </a:lnTo>
                  <a:lnTo>
                    <a:pt x="449" y="345"/>
                  </a:lnTo>
                  <a:lnTo>
                    <a:pt x="452" y="343"/>
                  </a:lnTo>
                  <a:lnTo>
                    <a:pt x="454" y="341"/>
                  </a:lnTo>
                  <a:lnTo>
                    <a:pt x="454" y="341"/>
                  </a:lnTo>
                  <a:lnTo>
                    <a:pt x="452" y="338"/>
                  </a:lnTo>
                  <a:lnTo>
                    <a:pt x="449" y="334"/>
                  </a:lnTo>
                  <a:lnTo>
                    <a:pt x="449" y="331"/>
                  </a:lnTo>
                  <a:lnTo>
                    <a:pt x="452" y="329"/>
                  </a:lnTo>
                  <a:lnTo>
                    <a:pt x="452" y="329"/>
                  </a:lnTo>
                  <a:lnTo>
                    <a:pt x="454" y="329"/>
                  </a:lnTo>
                  <a:lnTo>
                    <a:pt x="454" y="327"/>
                  </a:lnTo>
                  <a:lnTo>
                    <a:pt x="454" y="324"/>
                  </a:lnTo>
                  <a:lnTo>
                    <a:pt x="454" y="322"/>
                  </a:lnTo>
                  <a:lnTo>
                    <a:pt x="452" y="322"/>
                  </a:lnTo>
                  <a:lnTo>
                    <a:pt x="449" y="324"/>
                  </a:lnTo>
                  <a:lnTo>
                    <a:pt x="449" y="324"/>
                  </a:lnTo>
                  <a:lnTo>
                    <a:pt x="447" y="324"/>
                  </a:lnTo>
                  <a:lnTo>
                    <a:pt x="447" y="327"/>
                  </a:lnTo>
                  <a:lnTo>
                    <a:pt x="447" y="327"/>
                  </a:lnTo>
                  <a:lnTo>
                    <a:pt x="442" y="336"/>
                  </a:lnTo>
                  <a:lnTo>
                    <a:pt x="442" y="338"/>
                  </a:lnTo>
                  <a:lnTo>
                    <a:pt x="438" y="341"/>
                  </a:lnTo>
                  <a:lnTo>
                    <a:pt x="438" y="343"/>
                  </a:lnTo>
                  <a:lnTo>
                    <a:pt x="438" y="345"/>
                  </a:lnTo>
                  <a:lnTo>
                    <a:pt x="433" y="355"/>
                  </a:lnTo>
                  <a:lnTo>
                    <a:pt x="433" y="357"/>
                  </a:lnTo>
                  <a:lnTo>
                    <a:pt x="430" y="357"/>
                  </a:lnTo>
                  <a:lnTo>
                    <a:pt x="430" y="357"/>
                  </a:lnTo>
                  <a:lnTo>
                    <a:pt x="426" y="355"/>
                  </a:lnTo>
                  <a:lnTo>
                    <a:pt x="426" y="355"/>
                  </a:lnTo>
                  <a:lnTo>
                    <a:pt x="423" y="355"/>
                  </a:lnTo>
                  <a:lnTo>
                    <a:pt x="423" y="355"/>
                  </a:lnTo>
                  <a:lnTo>
                    <a:pt x="423" y="355"/>
                  </a:lnTo>
                  <a:lnTo>
                    <a:pt x="421" y="355"/>
                  </a:lnTo>
                  <a:lnTo>
                    <a:pt x="421" y="355"/>
                  </a:lnTo>
                  <a:lnTo>
                    <a:pt x="421" y="355"/>
                  </a:lnTo>
                  <a:lnTo>
                    <a:pt x="421" y="357"/>
                  </a:lnTo>
                  <a:lnTo>
                    <a:pt x="419" y="362"/>
                  </a:lnTo>
                  <a:lnTo>
                    <a:pt x="419" y="364"/>
                  </a:lnTo>
                  <a:lnTo>
                    <a:pt x="416" y="364"/>
                  </a:lnTo>
                  <a:lnTo>
                    <a:pt x="416" y="362"/>
                  </a:lnTo>
                  <a:lnTo>
                    <a:pt x="416" y="362"/>
                  </a:lnTo>
                  <a:lnTo>
                    <a:pt x="414" y="362"/>
                  </a:lnTo>
                  <a:lnTo>
                    <a:pt x="411" y="362"/>
                  </a:lnTo>
                  <a:lnTo>
                    <a:pt x="411" y="364"/>
                  </a:lnTo>
                  <a:lnTo>
                    <a:pt x="411" y="364"/>
                  </a:lnTo>
                  <a:lnTo>
                    <a:pt x="411" y="369"/>
                  </a:lnTo>
                  <a:lnTo>
                    <a:pt x="411" y="381"/>
                  </a:lnTo>
                  <a:lnTo>
                    <a:pt x="411" y="381"/>
                  </a:lnTo>
                  <a:lnTo>
                    <a:pt x="411" y="383"/>
                  </a:lnTo>
                  <a:lnTo>
                    <a:pt x="411" y="386"/>
                  </a:lnTo>
                  <a:lnTo>
                    <a:pt x="409" y="386"/>
                  </a:lnTo>
                  <a:lnTo>
                    <a:pt x="409" y="386"/>
                  </a:lnTo>
                  <a:lnTo>
                    <a:pt x="407" y="386"/>
                  </a:lnTo>
                  <a:lnTo>
                    <a:pt x="407" y="386"/>
                  </a:lnTo>
                  <a:lnTo>
                    <a:pt x="404" y="386"/>
                  </a:lnTo>
                  <a:lnTo>
                    <a:pt x="404" y="386"/>
                  </a:lnTo>
                  <a:lnTo>
                    <a:pt x="402" y="386"/>
                  </a:lnTo>
                  <a:lnTo>
                    <a:pt x="400" y="388"/>
                  </a:lnTo>
                  <a:lnTo>
                    <a:pt x="397" y="390"/>
                  </a:lnTo>
                  <a:lnTo>
                    <a:pt x="397" y="393"/>
                  </a:lnTo>
                  <a:lnTo>
                    <a:pt x="397" y="398"/>
                  </a:lnTo>
                  <a:lnTo>
                    <a:pt x="400" y="400"/>
                  </a:lnTo>
                  <a:lnTo>
                    <a:pt x="402" y="402"/>
                  </a:lnTo>
                  <a:lnTo>
                    <a:pt x="402" y="405"/>
                  </a:lnTo>
                  <a:lnTo>
                    <a:pt x="400" y="414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400" y="421"/>
                  </a:lnTo>
                  <a:lnTo>
                    <a:pt x="400" y="421"/>
                  </a:lnTo>
                  <a:lnTo>
                    <a:pt x="402" y="426"/>
                  </a:lnTo>
                  <a:lnTo>
                    <a:pt x="402" y="431"/>
                  </a:lnTo>
                  <a:lnTo>
                    <a:pt x="400" y="435"/>
                  </a:lnTo>
                  <a:lnTo>
                    <a:pt x="397" y="445"/>
                  </a:lnTo>
                  <a:lnTo>
                    <a:pt x="393" y="454"/>
                  </a:lnTo>
                  <a:lnTo>
                    <a:pt x="393" y="459"/>
                  </a:lnTo>
                  <a:lnTo>
                    <a:pt x="385" y="466"/>
                  </a:lnTo>
                  <a:lnTo>
                    <a:pt x="383" y="469"/>
                  </a:lnTo>
                  <a:lnTo>
                    <a:pt x="383" y="473"/>
                  </a:lnTo>
                  <a:lnTo>
                    <a:pt x="385" y="476"/>
                  </a:lnTo>
                  <a:lnTo>
                    <a:pt x="388" y="478"/>
                  </a:lnTo>
                  <a:lnTo>
                    <a:pt x="388" y="480"/>
                  </a:lnTo>
                  <a:lnTo>
                    <a:pt x="390" y="483"/>
                  </a:lnTo>
                  <a:lnTo>
                    <a:pt x="390" y="483"/>
                  </a:lnTo>
                  <a:lnTo>
                    <a:pt x="390" y="487"/>
                  </a:lnTo>
                  <a:lnTo>
                    <a:pt x="390" y="487"/>
                  </a:lnTo>
                  <a:lnTo>
                    <a:pt x="393" y="490"/>
                  </a:lnTo>
                  <a:lnTo>
                    <a:pt x="395" y="499"/>
                  </a:lnTo>
                  <a:lnTo>
                    <a:pt x="395" y="504"/>
                  </a:lnTo>
                  <a:lnTo>
                    <a:pt x="393" y="509"/>
                  </a:lnTo>
                  <a:lnTo>
                    <a:pt x="388" y="516"/>
                  </a:lnTo>
                  <a:lnTo>
                    <a:pt x="388" y="521"/>
                  </a:lnTo>
                  <a:lnTo>
                    <a:pt x="388" y="525"/>
                  </a:lnTo>
                  <a:lnTo>
                    <a:pt x="388" y="528"/>
                  </a:lnTo>
                  <a:lnTo>
                    <a:pt x="390" y="530"/>
                  </a:lnTo>
                  <a:lnTo>
                    <a:pt x="393" y="535"/>
                  </a:lnTo>
                  <a:lnTo>
                    <a:pt x="409" y="568"/>
                  </a:lnTo>
                  <a:lnTo>
                    <a:pt x="411" y="568"/>
                  </a:lnTo>
                  <a:lnTo>
                    <a:pt x="414" y="568"/>
                  </a:lnTo>
                  <a:lnTo>
                    <a:pt x="419" y="563"/>
                  </a:lnTo>
                  <a:lnTo>
                    <a:pt x="419" y="566"/>
                  </a:lnTo>
                  <a:lnTo>
                    <a:pt x="419" y="568"/>
                  </a:lnTo>
                  <a:lnTo>
                    <a:pt x="416" y="570"/>
                  </a:lnTo>
                  <a:lnTo>
                    <a:pt x="414" y="570"/>
                  </a:lnTo>
                  <a:lnTo>
                    <a:pt x="414" y="570"/>
                  </a:lnTo>
                  <a:lnTo>
                    <a:pt x="414" y="573"/>
                  </a:lnTo>
                  <a:lnTo>
                    <a:pt x="421" y="585"/>
                  </a:lnTo>
                  <a:lnTo>
                    <a:pt x="421" y="589"/>
                  </a:lnTo>
                  <a:lnTo>
                    <a:pt x="423" y="592"/>
                  </a:lnTo>
                  <a:lnTo>
                    <a:pt x="426" y="594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9"/>
                  </a:lnTo>
                  <a:lnTo>
                    <a:pt x="428" y="601"/>
                  </a:lnTo>
                  <a:lnTo>
                    <a:pt x="430" y="632"/>
                  </a:lnTo>
                  <a:lnTo>
                    <a:pt x="430" y="660"/>
                  </a:lnTo>
                  <a:lnTo>
                    <a:pt x="428" y="670"/>
                  </a:lnTo>
                  <a:lnTo>
                    <a:pt x="423" y="689"/>
                  </a:lnTo>
                  <a:lnTo>
                    <a:pt x="414" y="705"/>
                  </a:lnTo>
                  <a:lnTo>
                    <a:pt x="407" y="729"/>
                  </a:lnTo>
                  <a:lnTo>
                    <a:pt x="402" y="738"/>
                  </a:lnTo>
                  <a:lnTo>
                    <a:pt x="397" y="745"/>
                  </a:lnTo>
                  <a:lnTo>
                    <a:pt x="393" y="748"/>
                  </a:lnTo>
                  <a:lnTo>
                    <a:pt x="390" y="750"/>
                  </a:lnTo>
                  <a:lnTo>
                    <a:pt x="390" y="753"/>
                  </a:lnTo>
                  <a:lnTo>
                    <a:pt x="388" y="755"/>
                  </a:lnTo>
                  <a:lnTo>
                    <a:pt x="390" y="755"/>
                  </a:lnTo>
                  <a:lnTo>
                    <a:pt x="397" y="753"/>
                  </a:lnTo>
                  <a:lnTo>
                    <a:pt x="404" y="753"/>
                  </a:lnTo>
                  <a:lnTo>
                    <a:pt x="411" y="750"/>
                  </a:lnTo>
                  <a:lnTo>
                    <a:pt x="419" y="750"/>
                  </a:lnTo>
                  <a:lnTo>
                    <a:pt x="426" y="750"/>
                  </a:lnTo>
                  <a:lnTo>
                    <a:pt x="440" y="748"/>
                  </a:lnTo>
                  <a:lnTo>
                    <a:pt x="447" y="748"/>
                  </a:lnTo>
                  <a:lnTo>
                    <a:pt x="456" y="745"/>
                  </a:lnTo>
                  <a:lnTo>
                    <a:pt x="464" y="745"/>
                  </a:lnTo>
                  <a:lnTo>
                    <a:pt x="471" y="743"/>
                  </a:lnTo>
                  <a:lnTo>
                    <a:pt x="485" y="743"/>
                  </a:lnTo>
                  <a:lnTo>
                    <a:pt x="492" y="741"/>
                  </a:lnTo>
                  <a:lnTo>
                    <a:pt x="499" y="741"/>
                  </a:lnTo>
                  <a:lnTo>
                    <a:pt x="506" y="738"/>
                  </a:lnTo>
                  <a:lnTo>
                    <a:pt x="513" y="738"/>
                  </a:lnTo>
                  <a:lnTo>
                    <a:pt x="520" y="738"/>
                  </a:lnTo>
                  <a:lnTo>
                    <a:pt x="527" y="736"/>
                  </a:lnTo>
                  <a:lnTo>
                    <a:pt x="534" y="736"/>
                  </a:lnTo>
                  <a:lnTo>
                    <a:pt x="544" y="734"/>
                  </a:lnTo>
                  <a:lnTo>
                    <a:pt x="551" y="734"/>
                  </a:lnTo>
                  <a:lnTo>
                    <a:pt x="558" y="734"/>
                  </a:lnTo>
                  <a:lnTo>
                    <a:pt x="565" y="731"/>
                  </a:lnTo>
                  <a:lnTo>
                    <a:pt x="572" y="731"/>
                  </a:lnTo>
                  <a:lnTo>
                    <a:pt x="579" y="729"/>
                  </a:lnTo>
                  <a:lnTo>
                    <a:pt x="579" y="736"/>
                  </a:lnTo>
                  <a:lnTo>
                    <a:pt x="589" y="736"/>
                  </a:lnTo>
                  <a:lnTo>
                    <a:pt x="596" y="734"/>
                  </a:lnTo>
                  <a:lnTo>
                    <a:pt x="603" y="734"/>
                  </a:lnTo>
                  <a:lnTo>
                    <a:pt x="613" y="731"/>
                  </a:lnTo>
                  <a:lnTo>
                    <a:pt x="620" y="729"/>
                  </a:lnTo>
                  <a:lnTo>
                    <a:pt x="627" y="729"/>
                  </a:lnTo>
                  <a:lnTo>
                    <a:pt x="634" y="727"/>
                  </a:lnTo>
                  <a:lnTo>
                    <a:pt x="643" y="727"/>
                  </a:lnTo>
                  <a:lnTo>
                    <a:pt x="650" y="724"/>
                  </a:lnTo>
                  <a:lnTo>
                    <a:pt x="657" y="722"/>
                  </a:lnTo>
                  <a:lnTo>
                    <a:pt x="667" y="722"/>
                  </a:lnTo>
                  <a:lnTo>
                    <a:pt x="674" y="719"/>
                  </a:lnTo>
                  <a:lnTo>
                    <a:pt x="681" y="719"/>
                  </a:lnTo>
                  <a:lnTo>
                    <a:pt x="688" y="717"/>
                  </a:lnTo>
                  <a:lnTo>
                    <a:pt x="698" y="715"/>
                  </a:lnTo>
                  <a:lnTo>
                    <a:pt x="705" y="715"/>
                  </a:lnTo>
                  <a:lnTo>
                    <a:pt x="705" y="712"/>
                  </a:lnTo>
                  <a:lnTo>
                    <a:pt x="705" y="712"/>
                  </a:lnTo>
                  <a:lnTo>
                    <a:pt x="705" y="710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7" y="708"/>
                  </a:lnTo>
                  <a:lnTo>
                    <a:pt x="707" y="705"/>
                  </a:lnTo>
                  <a:lnTo>
                    <a:pt x="707" y="703"/>
                  </a:lnTo>
                  <a:lnTo>
                    <a:pt x="712" y="696"/>
                  </a:lnTo>
                  <a:lnTo>
                    <a:pt x="712" y="693"/>
                  </a:lnTo>
                  <a:lnTo>
                    <a:pt x="714" y="693"/>
                  </a:lnTo>
                  <a:lnTo>
                    <a:pt x="714" y="691"/>
                  </a:lnTo>
                  <a:lnTo>
                    <a:pt x="717" y="689"/>
                  </a:lnTo>
                  <a:lnTo>
                    <a:pt x="717" y="686"/>
                  </a:lnTo>
                  <a:lnTo>
                    <a:pt x="721" y="686"/>
                  </a:lnTo>
                  <a:lnTo>
                    <a:pt x="721" y="686"/>
                  </a:lnTo>
                  <a:lnTo>
                    <a:pt x="721" y="684"/>
                  </a:lnTo>
                  <a:lnTo>
                    <a:pt x="719" y="682"/>
                  </a:lnTo>
                  <a:lnTo>
                    <a:pt x="719" y="682"/>
                  </a:lnTo>
                  <a:lnTo>
                    <a:pt x="721" y="682"/>
                  </a:lnTo>
                  <a:lnTo>
                    <a:pt x="724" y="679"/>
                  </a:lnTo>
                  <a:lnTo>
                    <a:pt x="724" y="674"/>
                  </a:lnTo>
                  <a:lnTo>
                    <a:pt x="724" y="674"/>
                  </a:lnTo>
                  <a:lnTo>
                    <a:pt x="726" y="674"/>
                  </a:lnTo>
                  <a:lnTo>
                    <a:pt x="726" y="677"/>
                  </a:lnTo>
                  <a:lnTo>
                    <a:pt x="726" y="674"/>
                  </a:lnTo>
                  <a:lnTo>
                    <a:pt x="726" y="674"/>
                  </a:lnTo>
                  <a:lnTo>
                    <a:pt x="726" y="672"/>
                  </a:lnTo>
                  <a:lnTo>
                    <a:pt x="724" y="672"/>
                  </a:lnTo>
                  <a:lnTo>
                    <a:pt x="724" y="672"/>
                  </a:lnTo>
                  <a:lnTo>
                    <a:pt x="724" y="670"/>
                  </a:lnTo>
                  <a:lnTo>
                    <a:pt x="724" y="670"/>
                  </a:lnTo>
                  <a:lnTo>
                    <a:pt x="724" y="667"/>
                  </a:lnTo>
                  <a:lnTo>
                    <a:pt x="724" y="667"/>
                  </a:lnTo>
                  <a:lnTo>
                    <a:pt x="724" y="665"/>
                  </a:lnTo>
                  <a:lnTo>
                    <a:pt x="724" y="665"/>
                  </a:lnTo>
                  <a:lnTo>
                    <a:pt x="724" y="663"/>
                  </a:lnTo>
                  <a:lnTo>
                    <a:pt x="726" y="648"/>
                  </a:lnTo>
                  <a:lnTo>
                    <a:pt x="726" y="646"/>
                  </a:lnTo>
                  <a:lnTo>
                    <a:pt x="731" y="639"/>
                  </a:lnTo>
                  <a:lnTo>
                    <a:pt x="731" y="637"/>
                  </a:lnTo>
                  <a:lnTo>
                    <a:pt x="733" y="634"/>
                  </a:lnTo>
                  <a:lnTo>
                    <a:pt x="738" y="632"/>
                  </a:lnTo>
                  <a:lnTo>
                    <a:pt x="740" y="632"/>
                  </a:lnTo>
                  <a:lnTo>
                    <a:pt x="743" y="629"/>
                  </a:lnTo>
                  <a:lnTo>
                    <a:pt x="743" y="629"/>
                  </a:lnTo>
                  <a:lnTo>
                    <a:pt x="745" y="627"/>
                  </a:lnTo>
                  <a:lnTo>
                    <a:pt x="745" y="625"/>
                  </a:lnTo>
                  <a:lnTo>
                    <a:pt x="747" y="622"/>
                  </a:lnTo>
                  <a:lnTo>
                    <a:pt x="747" y="622"/>
                  </a:lnTo>
                  <a:lnTo>
                    <a:pt x="747" y="620"/>
                  </a:lnTo>
                  <a:lnTo>
                    <a:pt x="747" y="618"/>
                  </a:lnTo>
                  <a:lnTo>
                    <a:pt x="747" y="618"/>
                  </a:lnTo>
                  <a:lnTo>
                    <a:pt x="745" y="615"/>
                  </a:lnTo>
                  <a:lnTo>
                    <a:pt x="745" y="613"/>
                  </a:lnTo>
                  <a:lnTo>
                    <a:pt x="745" y="611"/>
                  </a:lnTo>
                  <a:lnTo>
                    <a:pt x="745" y="608"/>
                  </a:lnTo>
                  <a:lnTo>
                    <a:pt x="745" y="606"/>
                  </a:lnTo>
                  <a:lnTo>
                    <a:pt x="747" y="606"/>
                  </a:lnTo>
                  <a:lnTo>
                    <a:pt x="750" y="603"/>
                  </a:lnTo>
                  <a:lnTo>
                    <a:pt x="752" y="603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2" y="599"/>
                  </a:lnTo>
                  <a:lnTo>
                    <a:pt x="750" y="599"/>
                  </a:lnTo>
                  <a:lnTo>
                    <a:pt x="750" y="596"/>
                  </a:lnTo>
                  <a:lnTo>
                    <a:pt x="747" y="594"/>
                  </a:lnTo>
                  <a:lnTo>
                    <a:pt x="750" y="592"/>
                  </a:lnTo>
                  <a:lnTo>
                    <a:pt x="752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57" y="587"/>
                  </a:lnTo>
                  <a:lnTo>
                    <a:pt x="759" y="587"/>
                  </a:lnTo>
                  <a:lnTo>
                    <a:pt x="764" y="589"/>
                  </a:lnTo>
                  <a:lnTo>
                    <a:pt x="764" y="587"/>
                  </a:lnTo>
                  <a:lnTo>
                    <a:pt x="764" y="589"/>
                  </a:lnTo>
                  <a:lnTo>
                    <a:pt x="764" y="592"/>
                  </a:lnTo>
                  <a:lnTo>
                    <a:pt x="764" y="594"/>
                  </a:lnTo>
                  <a:lnTo>
                    <a:pt x="764" y="594"/>
                  </a:lnTo>
                  <a:lnTo>
                    <a:pt x="766" y="594"/>
                  </a:lnTo>
                  <a:lnTo>
                    <a:pt x="766" y="596"/>
                  </a:lnTo>
                  <a:lnTo>
                    <a:pt x="766" y="599"/>
                  </a:lnTo>
                  <a:lnTo>
                    <a:pt x="769" y="599"/>
                  </a:lnTo>
                  <a:lnTo>
                    <a:pt x="769" y="599"/>
                  </a:lnTo>
                  <a:lnTo>
                    <a:pt x="766" y="601"/>
                  </a:lnTo>
                  <a:lnTo>
                    <a:pt x="766" y="603"/>
                  </a:lnTo>
                  <a:lnTo>
                    <a:pt x="766" y="603"/>
                  </a:lnTo>
                  <a:lnTo>
                    <a:pt x="769" y="601"/>
                  </a:lnTo>
                  <a:lnTo>
                    <a:pt x="771" y="601"/>
                  </a:lnTo>
                  <a:lnTo>
                    <a:pt x="773" y="599"/>
                  </a:lnTo>
                  <a:lnTo>
                    <a:pt x="776" y="594"/>
                  </a:lnTo>
                  <a:lnTo>
                    <a:pt x="776" y="589"/>
                  </a:lnTo>
                  <a:lnTo>
                    <a:pt x="778" y="582"/>
                  </a:lnTo>
                  <a:lnTo>
                    <a:pt x="778" y="575"/>
                  </a:lnTo>
                  <a:lnTo>
                    <a:pt x="778" y="573"/>
                  </a:lnTo>
                  <a:lnTo>
                    <a:pt x="778" y="573"/>
                  </a:lnTo>
                  <a:lnTo>
                    <a:pt x="778" y="570"/>
                  </a:lnTo>
                  <a:lnTo>
                    <a:pt x="776" y="570"/>
                  </a:lnTo>
                  <a:lnTo>
                    <a:pt x="776" y="568"/>
                  </a:lnTo>
                  <a:lnTo>
                    <a:pt x="776" y="563"/>
                  </a:lnTo>
                  <a:lnTo>
                    <a:pt x="776" y="561"/>
                  </a:lnTo>
                  <a:lnTo>
                    <a:pt x="776" y="556"/>
                  </a:lnTo>
                  <a:lnTo>
                    <a:pt x="778" y="551"/>
                  </a:lnTo>
                  <a:close/>
                  <a:moveTo>
                    <a:pt x="454" y="251"/>
                  </a:moveTo>
                  <a:lnTo>
                    <a:pt x="454" y="251"/>
                  </a:lnTo>
                  <a:lnTo>
                    <a:pt x="454" y="251"/>
                  </a:lnTo>
                  <a:lnTo>
                    <a:pt x="454" y="248"/>
                  </a:lnTo>
                  <a:lnTo>
                    <a:pt x="454" y="248"/>
                  </a:lnTo>
                  <a:lnTo>
                    <a:pt x="452" y="248"/>
                  </a:lnTo>
                  <a:lnTo>
                    <a:pt x="452" y="248"/>
                  </a:lnTo>
                  <a:lnTo>
                    <a:pt x="449" y="248"/>
                  </a:lnTo>
                  <a:lnTo>
                    <a:pt x="449" y="248"/>
                  </a:lnTo>
                  <a:lnTo>
                    <a:pt x="447" y="248"/>
                  </a:lnTo>
                  <a:lnTo>
                    <a:pt x="447" y="248"/>
                  </a:lnTo>
                  <a:lnTo>
                    <a:pt x="447" y="248"/>
                  </a:lnTo>
                  <a:lnTo>
                    <a:pt x="447" y="246"/>
                  </a:lnTo>
                  <a:lnTo>
                    <a:pt x="447" y="248"/>
                  </a:lnTo>
                  <a:lnTo>
                    <a:pt x="449" y="251"/>
                  </a:lnTo>
                  <a:lnTo>
                    <a:pt x="449" y="251"/>
                  </a:lnTo>
                  <a:lnTo>
                    <a:pt x="452" y="253"/>
                  </a:lnTo>
                  <a:lnTo>
                    <a:pt x="452" y="251"/>
                  </a:lnTo>
                  <a:lnTo>
                    <a:pt x="454" y="251"/>
                  </a:lnTo>
                  <a:close/>
                  <a:moveTo>
                    <a:pt x="534" y="237"/>
                  </a:moveTo>
                  <a:lnTo>
                    <a:pt x="532" y="237"/>
                  </a:lnTo>
                  <a:lnTo>
                    <a:pt x="532" y="239"/>
                  </a:lnTo>
                  <a:lnTo>
                    <a:pt x="532" y="239"/>
                  </a:lnTo>
                  <a:lnTo>
                    <a:pt x="537" y="244"/>
                  </a:lnTo>
                  <a:lnTo>
                    <a:pt x="542" y="246"/>
                  </a:lnTo>
                  <a:lnTo>
                    <a:pt x="542" y="246"/>
                  </a:lnTo>
                  <a:lnTo>
                    <a:pt x="544" y="246"/>
                  </a:lnTo>
                  <a:lnTo>
                    <a:pt x="546" y="246"/>
                  </a:lnTo>
                  <a:lnTo>
                    <a:pt x="546" y="246"/>
                  </a:lnTo>
                  <a:lnTo>
                    <a:pt x="549" y="246"/>
                  </a:lnTo>
                  <a:lnTo>
                    <a:pt x="549" y="244"/>
                  </a:lnTo>
                  <a:lnTo>
                    <a:pt x="551" y="241"/>
                  </a:lnTo>
                  <a:lnTo>
                    <a:pt x="551" y="239"/>
                  </a:lnTo>
                  <a:lnTo>
                    <a:pt x="549" y="239"/>
                  </a:lnTo>
                  <a:lnTo>
                    <a:pt x="546" y="239"/>
                  </a:lnTo>
                  <a:lnTo>
                    <a:pt x="546" y="237"/>
                  </a:lnTo>
                  <a:lnTo>
                    <a:pt x="546" y="234"/>
                  </a:lnTo>
                  <a:lnTo>
                    <a:pt x="544" y="237"/>
                  </a:lnTo>
                  <a:lnTo>
                    <a:pt x="544" y="237"/>
                  </a:lnTo>
                  <a:lnTo>
                    <a:pt x="544" y="239"/>
                  </a:lnTo>
                  <a:lnTo>
                    <a:pt x="544" y="239"/>
                  </a:lnTo>
                  <a:lnTo>
                    <a:pt x="542" y="237"/>
                  </a:lnTo>
                  <a:lnTo>
                    <a:pt x="534" y="237"/>
                  </a:lnTo>
                  <a:close/>
                  <a:moveTo>
                    <a:pt x="445" y="260"/>
                  </a:moveTo>
                  <a:lnTo>
                    <a:pt x="445" y="260"/>
                  </a:lnTo>
                  <a:lnTo>
                    <a:pt x="442" y="263"/>
                  </a:lnTo>
                  <a:lnTo>
                    <a:pt x="442" y="265"/>
                  </a:lnTo>
                  <a:lnTo>
                    <a:pt x="442" y="265"/>
                  </a:lnTo>
                  <a:lnTo>
                    <a:pt x="442" y="270"/>
                  </a:lnTo>
                  <a:lnTo>
                    <a:pt x="440" y="272"/>
                  </a:lnTo>
                  <a:lnTo>
                    <a:pt x="440" y="274"/>
                  </a:lnTo>
                  <a:lnTo>
                    <a:pt x="442" y="277"/>
                  </a:lnTo>
                  <a:lnTo>
                    <a:pt x="445" y="277"/>
                  </a:lnTo>
                  <a:lnTo>
                    <a:pt x="449" y="277"/>
                  </a:lnTo>
                  <a:lnTo>
                    <a:pt x="452" y="274"/>
                  </a:lnTo>
                  <a:lnTo>
                    <a:pt x="452" y="272"/>
                  </a:lnTo>
                  <a:lnTo>
                    <a:pt x="452" y="270"/>
                  </a:lnTo>
                  <a:lnTo>
                    <a:pt x="452" y="265"/>
                  </a:lnTo>
                  <a:lnTo>
                    <a:pt x="452" y="265"/>
                  </a:lnTo>
                  <a:lnTo>
                    <a:pt x="452" y="263"/>
                  </a:lnTo>
                  <a:lnTo>
                    <a:pt x="452" y="263"/>
                  </a:lnTo>
                  <a:lnTo>
                    <a:pt x="452" y="260"/>
                  </a:lnTo>
                  <a:lnTo>
                    <a:pt x="449" y="258"/>
                  </a:lnTo>
                  <a:lnTo>
                    <a:pt x="449" y="258"/>
                  </a:lnTo>
                  <a:lnTo>
                    <a:pt x="449" y="258"/>
                  </a:lnTo>
                  <a:lnTo>
                    <a:pt x="449" y="256"/>
                  </a:lnTo>
                  <a:lnTo>
                    <a:pt x="452" y="256"/>
                  </a:lnTo>
                  <a:lnTo>
                    <a:pt x="449" y="256"/>
                  </a:lnTo>
                  <a:lnTo>
                    <a:pt x="447" y="256"/>
                  </a:lnTo>
                  <a:lnTo>
                    <a:pt x="445" y="256"/>
                  </a:lnTo>
                  <a:lnTo>
                    <a:pt x="445" y="258"/>
                  </a:lnTo>
                  <a:lnTo>
                    <a:pt x="445" y="258"/>
                  </a:lnTo>
                  <a:lnTo>
                    <a:pt x="445" y="26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3" name="Freeform 34">
              <a:extLst>
                <a:ext uri="{FF2B5EF4-FFF2-40B4-BE49-F238E27FC236}">
                  <a16:creationId xmlns:a16="http://schemas.microsoft.com/office/drawing/2014/main" id="{6F32DFD2-4A16-4D9F-86C5-B42ED369D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5361" y="1663596"/>
              <a:ext cx="356857" cy="527733"/>
            </a:xfrm>
            <a:custGeom>
              <a:avLst/>
              <a:gdLst>
                <a:gd name="T0" fmla="*/ 243 w 378"/>
                <a:gd name="T1" fmla="*/ 391 h 559"/>
                <a:gd name="T2" fmla="*/ 246 w 378"/>
                <a:gd name="T3" fmla="*/ 372 h 559"/>
                <a:gd name="T4" fmla="*/ 269 w 378"/>
                <a:gd name="T5" fmla="*/ 341 h 559"/>
                <a:gd name="T6" fmla="*/ 277 w 378"/>
                <a:gd name="T7" fmla="*/ 362 h 559"/>
                <a:gd name="T8" fmla="*/ 376 w 378"/>
                <a:gd name="T9" fmla="*/ 258 h 559"/>
                <a:gd name="T10" fmla="*/ 364 w 378"/>
                <a:gd name="T11" fmla="*/ 253 h 559"/>
                <a:gd name="T12" fmla="*/ 359 w 378"/>
                <a:gd name="T13" fmla="*/ 253 h 559"/>
                <a:gd name="T14" fmla="*/ 357 w 378"/>
                <a:gd name="T15" fmla="*/ 234 h 559"/>
                <a:gd name="T16" fmla="*/ 338 w 378"/>
                <a:gd name="T17" fmla="*/ 223 h 559"/>
                <a:gd name="T18" fmla="*/ 310 w 378"/>
                <a:gd name="T19" fmla="*/ 192 h 559"/>
                <a:gd name="T20" fmla="*/ 279 w 378"/>
                <a:gd name="T21" fmla="*/ 180 h 559"/>
                <a:gd name="T22" fmla="*/ 267 w 378"/>
                <a:gd name="T23" fmla="*/ 152 h 559"/>
                <a:gd name="T24" fmla="*/ 210 w 378"/>
                <a:gd name="T25" fmla="*/ 12 h 559"/>
                <a:gd name="T26" fmla="*/ 168 w 378"/>
                <a:gd name="T27" fmla="*/ 12 h 559"/>
                <a:gd name="T28" fmla="*/ 111 w 378"/>
                <a:gd name="T29" fmla="*/ 28 h 559"/>
                <a:gd name="T30" fmla="*/ 50 w 378"/>
                <a:gd name="T31" fmla="*/ 123 h 559"/>
                <a:gd name="T32" fmla="*/ 47 w 378"/>
                <a:gd name="T33" fmla="*/ 189 h 559"/>
                <a:gd name="T34" fmla="*/ 52 w 378"/>
                <a:gd name="T35" fmla="*/ 211 h 559"/>
                <a:gd name="T36" fmla="*/ 40 w 378"/>
                <a:gd name="T37" fmla="*/ 246 h 559"/>
                <a:gd name="T38" fmla="*/ 21 w 378"/>
                <a:gd name="T39" fmla="*/ 284 h 559"/>
                <a:gd name="T40" fmla="*/ 5 w 378"/>
                <a:gd name="T41" fmla="*/ 301 h 559"/>
                <a:gd name="T42" fmla="*/ 28 w 378"/>
                <a:gd name="T43" fmla="*/ 393 h 559"/>
                <a:gd name="T44" fmla="*/ 66 w 378"/>
                <a:gd name="T45" fmla="*/ 504 h 559"/>
                <a:gd name="T46" fmla="*/ 76 w 378"/>
                <a:gd name="T47" fmla="*/ 533 h 559"/>
                <a:gd name="T48" fmla="*/ 102 w 378"/>
                <a:gd name="T49" fmla="*/ 554 h 559"/>
                <a:gd name="T50" fmla="*/ 113 w 378"/>
                <a:gd name="T51" fmla="*/ 521 h 559"/>
                <a:gd name="T52" fmla="*/ 123 w 378"/>
                <a:gd name="T53" fmla="*/ 504 h 559"/>
                <a:gd name="T54" fmla="*/ 135 w 378"/>
                <a:gd name="T55" fmla="*/ 483 h 559"/>
                <a:gd name="T56" fmla="*/ 137 w 378"/>
                <a:gd name="T57" fmla="*/ 454 h 559"/>
                <a:gd name="T58" fmla="*/ 146 w 378"/>
                <a:gd name="T59" fmla="*/ 462 h 559"/>
                <a:gd name="T60" fmla="*/ 154 w 378"/>
                <a:gd name="T61" fmla="*/ 452 h 559"/>
                <a:gd name="T62" fmla="*/ 158 w 378"/>
                <a:gd name="T63" fmla="*/ 447 h 559"/>
                <a:gd name="T64" fmla="*/ 163 w 378"/>
                <a:gd name="T65" fmla="*/ 450 h 559"/>
                <a:gd name="T66" fmla="*/ 156 w 378"/>
                <a:gd name="T67" fmla="*/ 419 h 559"/>
                <a:gd name="T68" fmla="*/ 165 w 378"/>
                <a:gd name="T69" fmla="*/ 447 h 559"/>
                <a:gd name="T70" fmla="*/ 163 w 378"/>
                <a:gd name="T71" fmla="*/ 438 h 559"/>
                <a:gd name="T72" fmla="*/ 172 w 378"/>
                <a:gd name="T73" fmla="*/ 431 h 559"/>
                <a:gd name="T74" fmla="*/ 177 w 378"/>
                <a:gd name="T75" fmla="*/ 433 h 559"/>
                <a:gd name="T76" fmla="*/ 180 w 378"/>
                <a:gd name="T77" fmla="*/ 428 h 559"/>
                <a:gd name="T78" fmla="*/ 187 w 378"/>
                <a:gd name="T79" fmla="*/ 438 h 559"/>
                <a:gd name="T80" fmla="*/ 194 w 378"/>
                <a:gd name="T81" fmla="*/ 412 h 559"/>
                <a:gd name="T82" fmla="*/ 208 w 378"/>
                <a:gd name="T83" fmla="*/ 419 h 559"/>
                <a:gd name="T84" fmla="*/ 220 w 378"/>
                <a:gd name="T85" fmla="*/ 395 h 559"/>
                <a:gd name="T86" fmla="*/ 215 w 378"/>
                <a:gd name="T87" fmla="*/ 357 h 559"/>
                <a:gd name="T88" fmla="*/ 227 w 378"/>
                <a:gd name="T89" fmla="*/ 334 h 559"/>
                <a:gd name="T90" fmla="*/ 234 w 378"/>
                <a:gd name="T91" fmla="*/ 348 h 559"/>
                <a:gd name="T92" fmla="*/ 232 w 378"/>
                <a:gd name="T93" fmla="*/ 360 h 559"/>
                <a:gd name="T94" fmla="*/ 260 w 378"/>
                <a:gd name="T95" fmla="*/ 357 h 559"/>
                <a:gd name="T96" fmla="*/ 260 w 378"/>
                <a:gd name="T97" fmla="*/ 348 h 559"/>
                <a:gd name="T98" fmla="*/ 265 w 378"/>
                <a:gd name="T99" fmla="*/ 343 h 559"/>
                <a:gd name="T100" fmla="*/ 274 w 378"/>
                <a:gd name="T101" fmla="*/ 327 h 559"/>
                <a:gd name="T102" fmla="*/ 284 w 378"/>
                <a:gd name="T103" fmla="*/ 327 h 559"/>
                <a:gd name="T104" fmla="*/ 298 w 378"/>
                <a:gd name="T105" fmla="*/ 341 h 559"/>
                <a:gd name="T106" fmla="*/ 303 w 378"/>
                <a:gd name="T107" fmla="*/ 327 h 559"/>
                <a:gd name="T108" fmla="*/ 307 w 378"/>
                <a:gd name="T109" fmla="*/ 329 h 559"/>
                <a:gd name="T110" fmla="*/ 310 w 378"/>
                <a:gd name="T111" fmla="*/ 315 h 559"/>
                <a:gd name="T112" fmla="*/ 317 w 378"/>
                <a:gd name="T113" fmla="*/ 310 h 559"/>
                <a:gd name="T114" fmla="*/ 329 w 378"/>
                <a:gd name="T115" fmla="*/ 308 h 559"/>
                <a:gd name="T116" fmla="*/ 333 w 378"/>
                <a:gd name="T117" fmla="*/ 294 h 559"/>
                <a:gd name="T118" fmla="*/ 345 w 378"/>
                <a:gd name="T119" fmla="*/ 294 h 559"/>
                <a:gd name="T120" fmla="*/ 350 w 378"/>
                <a:gd name="T121" fmla="*/ 279 h 559"/>
                <a:gd name="T122" fmla="*/ 362 w 378"/>
                <a:gd name="T123" fmla="*/ 28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8" h="559">
                  <a:moveTo>
                    <a:pt x="243" y="391"/>
                  </a:moveTo>
                  <a:lnTo>
                    <a:pt x="239" y="391"/>
                  </a:lnTo>
                  <a:lnTo>
                    <a:pt x="236" y="391"/>
                  </a:lnTo>
                  <a:lnTo>
                    <a:pt x="234" y="388"/>
                  </a:lnTo>
                  <a:lnTo>
                    <a:pt x="232" y="388"/>
                  </a:lnTo>
                  <a:lnTo>
                    <a:pt x="232" y="391"/>
                  </a:lnTo>
                  <a:lnTo>
                    <a:pt x="234" y="391"/>
                  </a:lnTo>
                  <a:lnTo>
                    <a:pt x="236" y="393"/>
                  </a:lnTo>
                  <a:lnTo>
                    <a:pt x="236" y="393"/>
                  </a:lnTo>
                  <a:lnTo>
                    <a:pt x="236" y="395"/>
                  </a:lnTo>
                  <a:lnTo>
                    <a:pt x="241" y="398"/>
                  </a:lnTo>
                  <a:lnTo>
                    <a:pt x="243" y="398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243" y="393"/>
                  </a:lnTo>
                  <a:lnTo>
                    <a:pt x="246" y="393"/>
                  </a:lnTo>
                  <a:lnTo>
                    <a:pt x="243" y="391"/>
                  </a:lnTo>
                  <a:lnTo>
                    <a:pt x="243" y="391"/>
                  </a:lnTo>
                  <a:close/>
                  <a:moveTo>
                    <a:pt x="253" y="374"/>
                  </a:moveTo>
                  <a:lnTo>
                    <a:pt x="251" y="374"/>
                  </a:lnTo>
                  <a:lnTo>
                    <a:pt x="251" y="374"/>
                  </a:lnTo>
                  <a:lnTo>
                    <a:pt x="251" y="372"/>
                  </a:lnTo>
                  <a:lnTo>
                    <a:pt x="253" y="372"/>
                  </a:lnTo>
                  <a:lnTo>
                    <a:pt x="255" y="369"/>
                  </a:lnTo>
                  <a:lnTo>
                    <a:pt x="253" y="369"/>
                  </a:lnTo>
                  <a:lnTo>
                    <a:pt x="253" y="367"/>
                  </a:lnTo>
                  <a:lnTo>
                    <a:pt x="253" y="367"/>
                  </a:lnTo>
                  <a:lnTo>
                    <a:pt x="251" y="365"/>
                  </a:lnTo>
                  <a:lnTo>
                    <a:pt x="248" y="365"/>
                  </a:lnTo>
                  <a:lnTo>
                    <a:pt x="246" y="365"/>
                  </a:lnTo>
                  <a:lnTo>
                    <a:pt x="246" y="367"/>
                  </a:lnTo>
                  <a:lnTo>
                    <a:pt x="246" y="367"/>
                  </a:lnTo>
                  <a:lnTo>
                    <a:pt x="246" y="369"/>
                  </a:lnTo>
                  <a:lnTo>
                    <a:pt x="246" y="372"/>
                  </a:lnTo>
                  <a:lnTo>
                    <a:pt x="248" y="372"/>
                  </a:lnTo>
                  <a:lnTo>
                    <a:pt x="246" y="372"/>
                  </a:lnTo>
                  <a:lnTo>
                    <a:pt x="246" y="372"/>
                  </a:lnTo>
                  <a:lnTo>
                    <a:pt x="243" y="372"/>
                  </a:lnTo>
                  <a:lnTo>
                    <a:pt x="246" y="374"/>
                  </a:lnTo>
                  <a:lnTo>
                    <a:pt x="246" y="376"/>
                  </a:lnTo>
                  <a:lnTo>
                    <a:pt x="246" y="376"/>
                  </a:lnTo>
                  <a:lnTo>
                    <a:pt x="246" y="379"/>
                  </a:lnTo>
                  <a:lnTo>
                    <a:pt x="246" y="379"/>
                  </a:lnTo>
                  <a:lnTo>
                    <a:pt x="251" y="379"/>
                  </a:lnTo>
                  <a:lnTo>
                    <a:pt x="253" y="379"/>
                  </a:lnTo>
                  <a:lnTo>
                    <a:pt x="255" y="376"/>
                  </a:lnTo>
                  <a:lnTo>
                    <a:pt x="255" y="374"/>
                  </a:lnTo>
                  <a:lnTo>
                    <a:pt x="253" y="374"/>
                  </a:lnTo>
                  <a:close/>
                  <a:moveTo>
                    <a:pt x="281" y="338"/>
                  </a:moveTo>
                  <a:lnTo>
                    <a:pt x="279" y="336"/>
                  </a:lnTo>
                  <a:lnTo>
                    <a:pt x="277" y="336"/>
                  </a:lnTo>
                  <a:lnTo>
                    <a:pt x="272" y="336"/>
                  </a:lnTo>
                  <a:lnTo>
                    <a:pt x="269" y="338"/>
                  </a:lnTo>
                  <a:lnTo>
                    <a:pt x="269" y="341"/>
                  </a:lnTo>
                  <a:lnTo>
                    <a:pt x="269" y="343"/>
                  </a:lnTo>
                  <a:lnTo>
                    <a:pt x="269" y="343"/>
                  </a:lnTo>
                  <a:lnTo>
                    <a:pt x="269" y="346"/>
                  </a:lnTo>
                  <a:lnTo>
                    <a:pt x="267" y="346"/>
                  </a:lnTo>
                  <a:lnTo>
                    <a:pt x="267" y="346"/>
                  </a:lnTo>
                  <a:lnTo>
                    <a:pt x="267" y="348"/>
                  </a:lnTo>
                  <a:lnTo>
                    <a:pt x="267" y="353"/>
                  </a:lnTo>
                  <a:lnTo>
                    <a:pt x="267" y="355"/>
                  </a:lnTo>
                  <a:lnTo>
                    <a:pt x="267" y="355"/>
                  </a:lnTo>
                  <a:lnTo>
                    <a:pt x="267" y="355"/>
                  </a:lnTo>
                  <a:lnTo>
                    <a:pt x="269" y="355"/>
                  </a:lnTo>
                  <a:lnTo>
                    <a:pt x="269" y="357"/>
                  </a:lnTo>
                  <a:lnTo>
                    <a:pt x="269" y="357"/>
                  </a:lnTo>
                  <a:lnTo>
                    <a:pt x="269" y="357"/>
                  </a:lnTo>
                  <a:lnTo>
                    <a:pt x="269" y="360"/>
                  </a:lnTo>
                  <a:lnTo>
                    <a:pt x="274" y="360"/>
                  </a:lnTo>
                  <a:lnTo>
                    <a:pt x="274" y="362"/>
                  </a:lnTo>
                  <a:lnTo>
                    <a:pt x="277" y="362"/>
                  </a:lnTo>
                  <a:lnTo>
                    <a:pt x="277" y="360"/>
                  </a:lnTo>
                  <a:lnTo>
                    <a:pt x="277" y="360"/>
                  </a:lnTo>
                  <a:lnTo>
                    <a:pt x="279" y="362"/>
                  </a:lnTo>
                  <a:lnTo>
                    <a:pt x="279" y="362"/>
                  </a:lnTo>
                  <a:lnTo>
                    <a:pt x="281" y="360"/>
                  </a:lnTo>
                  <a:lnTo>
                    <a:pt x="281" y="357"/>
                  </a:lnTo>
                  <a:lnTo>
                    <a:pt x="281" y="357"/>
                  </a:lnTo>
                  <a:lnTo>
                    <a:pt x="279" y="355"/>
                  </a:lnTo>
                  <a:lnTo>
                    <a:pt x="277" y="355"/>
                  </a:lnTo>
                  <a:lnTo>
                    <a:pt x="277" y="350"/>
                  </a:lnTo>
                  <a:lnTo>
                    <a:pt x="279" y="350"/>
                  </a:lnTo>
                  <a:lnTo>
                    <a:pt x="281" y="353"/>
                  </a:lnTo>
                  <a:lnTo>
                    <a:pt x="284" y="350"/>
                  </a:lnTo>
                  <a:lnTo>
                    <a:pt x="288" y="348"/>
                  </a:lnTo>
                  <a:lnTo>
                    <a:pt x="288" y="346"/>
                  </a:lnTo>
                  <a:lnTo>
                    <a:pt x="286" y="343"/>
                  </a:lnTo>
                  <a:lnTo>
                    <a:pt x="281" y="338"/>
                  </a:lnTo>
                  <a:close/>
                  <a:moveTo>
                    <a:pt x="376" y="258"/>
                  </a:moveTo>
                  <a:lnTo>
                    <a:pt x="376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69" y="251"/>
                  </a:lnTo>
                  <a:lnTo>
                    <a:pt x="369" y="251"/>
                  </a:lnTo>
                  <a:lnTo>
                    <a:pt x="366" y="251"/>
                  </a:lnTo>
                  <a:lnTo>
                    <a:pt x="371" y="256"/>
                  </a:lnTo>
                  <a:lnTo>
                    <a:pt x="371" y="258"/>
                  </a:lnTo>
                  <a:lnTo>
                    <a:pt x="369" y="258"/>
                  </a:lnTo>
                  <a:lnTo>
                    <a:pt x="369" y="256"/>
                  </a:lnTo>
                  <a:lnTo>
                    <a:pt x="366" y="253"/>
                  </a:lnTo>
                  <a:lnTo>
                    <a:pt x="364" y="251"/>
                  </a:lnTo>
                  <a:lnTo>
                    <a:pt x="364" y="253"/>
                  </a:lnTo>
                  <a:lnTo>
                    <a:pt x="364" y="253"/>
                  </a:lnTo>
                  <a:lnTo>
                    <a:pt x="364" y="253"/>
                  </a:lnTo>
                  <a:lnTo>
                    <a:pt x="364" y="256"/>
                  </a:lnTo>
                  <a:lnTo>
                    <a:pt x="364" y="256"/>
                  </a:lnTo>
                  <a:lnTo>
                    <a:pt x="364" y="256"/>
                  </a:lnTo>
                  <a:lnTo>
                    <a:pt x="364" y="258"/>
                  </a:lnTo>
                  <a:lnTo>
                    <a:pt x="362" y="256"/>
                  </a:lnTo>
                  <a:lnTo>
                    <a:pt x="362" y="256"/>
                  </a:lnTo>
                  <a:lnTo>
                    <a:pt x="362" y="258"/>
                  </a:lnTo>
                  <a:lnTo>
                    <a:pt x="362" y="260"/>
                  </a:lnTo>
                  <a:lnTo>
                    <a:pt x="362" y="263"/>
                  </a:lnTo>
                  <a:lnTo>
                    <a:pt x="359" y="256"/>
                  </a:lnTo>
                  <a:lnTo>
                    <a:pt x="357" y="256"/>
                  </a:lnTo>
                  <a:lnTo>
                    <a:pt x="355" y="253"/>
                  </a:lnTo>
                  <a:lnTo>
                    <a:pt x="355" y="253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9" y="253"/>
                  </a:lnTo>
                  <a:lnTo>
                    <a:pt x="359" y="253"/>
                  </a:lnTo>
                  <a:lnTo>
                    <a:pt x="362" y="251"/>
                  </a:lnTo>
                  <a:lnTo>
                    <a:pt x="362" y="251"/>
                  </a:lnTo>
                  <a:lnTo>
                    <a:pt x="362" y="249"/>
                  </a:lnTo>
                  <a:lnTo>
                    <a:pt x="359" y="249"/>
                  </a:lnTo>
                  <a:lnTo>
                    <a:pt x="359" y="246"/>
                  </a:lnTo>
                  <a:lnTo>
                    <a:pt x="362" y="246"/>
                  </a:lnTo>
                  <a:lnTo>
                    <a:pt x="362" y="246"/>
                  </a:lnTo>
                  <a:lnTo>
                    <a:pt x="364" y="249"/>
                  </a:lnTo>
                  <a:lnTo>
                    <a:pt x="366" y="246"/>
                  </a:lnTo>
                  <a:lnTo>
                    <a:pt x="366" y="244"/>
                  </a:lnTo>
                  <a:lnTo>
                    <a:pt x="366" y="241"/>
                  </a:lnTo>
                  <a:lnTo>
                    <a:pt x="366" y="241"/>
                  </a:lnTo>
                  <a:lnTo>
                    <a:pt x="364" y="239"/>
                  </a:lnTo>
                  <a:lnTo>
                    <a:pt x="362" y="237"/>
                  </a:lnTo>
                  <a:lnTo>
                    <a:pt x="362" y="237"/>
                  </a:lnTo>
                  <a:lnTo>
                    <a:pt x="359" y="237"/>
                  </a:lnTo>
                  <a:lnTo>
                    <a:pt x="357" y="234"/>
                  </a:lnTo>
                  <a:lnTo>
                    <a:pt x="357" y="234"/>
                  </a:lnTo>
                  <a:lnTo>
                    <a:pt x="357" y="232"/>
                  </a:lnTo>
                  <a:lnTo>
                    <a:pt x="355" y="230"/>
                  </a:lnTo>
                  <a:lnTo>
                    <a:pt x="355" y="227"/>
                  </a:lnTo>
                  <a:lnTo>
                    <a:pt x="352" y="227"/>
                  </a:lnTo>
                  <a:lnTo>
                    <a:pt x="352" y="227"/>
                  </a:lnTo>
                  <a:lnTo>
                    <a:pt x="352" y="227"/>
                  </a:lnTo>
                  <a:lnTo>
                    <a:pt x="350" y="227"/>
                  </a:lnTo>
                  <a:lnTo>
                    <a:pt x="350" y="225"/>
                  </a:lnTo>
                  <a:lnTo>
                    <a:pt x="350" y="225"/>
                  </a:lnTo>
                  <a:lnTo>
                    <a:pt x="348" y="225"/>
                  </a:lnTo>
                  <a:lnTo>
                    <a:pt x="348" y="223"/>
                  </a:lnTo>
                  <a:lnTo>
                    <a:pt x="348" y="223"/>
                  </a:lnTo>
                  <a:lnTo>
                    <a:pt x="345" y="225"/>
                  </a:lnTo>
                  <a:lnTo>
                    <a:pt x="345" y="225"/>
                  </a:lnTo>
                  <a:lnTo>
                    <a:pt x="345" y="223"/>
                  </a:lnTo>
                  <a:lnTo>
                    <a:pt x="343" y="223"/>
                  </a:lnTo>
                  <a:lnTo>
                    <a:pt x="340" y="223"/>
                  </a:lnTo>
                  <a:lnTo>
                    <a:pt x="338" y="223"/>
                  </a:lnTo>
                  <a:lnTo>
                    <a:pt x="338" y="223"/>
                  </a:lnTo>
                  <a:lnTo>
                    <a:pt x="338" y="223"/>
                  </a:lnTo>
                  <a:lnTo>
                    <a:pt x="338" y="225"/>
                  </a:lnTo>
                  <a:lnTo>
                    <a:pt x="338" y="225"/>
                  </a:lnTo>
                  <a:lnTo>
                    <a:pt x="338" y="227"/>
                  </a:lnTo>
                  <a:lnTo>
                    <a:pt x="336" y="230"/>
                  </a:lnTo>
                  <a:lnTo>
                    <a:pt x="331" y="230"/>
                  </a:lnTo>
                  <a:lnTo>
                    <a:pt x="329" y="227"/>
                  </a:lnTo>
                  <a:lnTo>
                    <a:pt x="324" y="223"/>
                  </a:lnTo>
                  <a:lnTo>
                    <a:pt x="319" y="220"/>
                  </a:lnTo>
                  <a:lnTo>
                    <a:pt x="317" y="218"/>
                  </a:lnTo>
                  <a:lnTo>
                    <a:pt x="317" y="215"/>
                  </a:lnTo>
                  <a:lnTo>
                    <a:pt x="317" y="213"/>
                  </a:lnTo>
                  <a:lnTo>
                    <a:pt x="319" y="211"/>
                  </a:lnTo>
                  <a:lnTo>
                    <a:pt x="317" y="206"/>
                  </a:lnTo>
                  <a:lnTo>
                    <a:pt x="310" y="199"/>
                  </a:lnTo>
                  <a:lnTo>
                    <a:pt x="307" y="194"/>
                  </a:lnTo>
                  <a:lnTo>
                    <a:pt x="310" y="192"/>
                  </a:lnTo>
                  <a:lnTo>
                    <a:pt x="312" y="189"/>
                  </a:lnTo>
                  <a:lnTo>
                    <a:pt x="312" y="189"/>
                  </a:lnTo>
                  <a:lnTo>
                    <a:pt x="312" y="185"/>
                  </a:lnTo>
                  <a:lnTo>
                    <a:pt x="310" y="182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3" y="182"/>
                  </a:lnTo>
                  <a:lnTo>
                    <a:pt x="300" y="182"/>
                  </a:lnTo>
                  <a:lnTo>
                    <a:pt x="293" y="182"/>
                  </a:lnTo>
                  <a:lnTo>
                    <a:pt x="288" y="182"/>
                  </a:lnTo>
                  <a:lnTo>
                    <a:pt x="286" y="182"/>
                  </a:lnTo>
                  <a:lnTo>
                    <a:pt x="284" y="180"/>
                  </a:lnTo>
                  <a:lnTo>
                    <a:pt x="284" y="180"/>
                  </a:lnTo>
                  <a:lnTo>
                    <a:pt x="281" y="178"/>
                  </a:lnTo>
                  <a:lnTo>
                    <a:pt x="281" y="178"/>
                  </a:lnTo>
                  <a:lnTo>
                    <a:pt x="281" y="178"/>
                  </a:lnTo>
                  <a:lnTo>
                    <a:pt x="281" y="180"/>
                  </a:lnTo>
                  <a:lnTo>
                    <a:pt x="279" y="180"/>
                  </a:lnTo>
                  <a:lnTo>
                    <a:pt x="279" y="180"/>
                  </a:lnTo>
                  <a:lnTo>
                    <a:pt x="277" y="180"/>
                  </a:lnTo>
                  <a:lnTo>
                    <a:pt x="274" y="180"/>
                  </a:lnTo>
                  <a:lnTo>
                    <a:pt x="274" y="178"/>
                  </a:lnTo>
                  <a:lnTo>
                    <a:pt x="272" y="173"/>
                  </a:lnTo>
                  <a:lnTo>
                    <a:pt x="272" y="170"/>
                  </a:lnTo>
                  <a:lnTo>
                    <a:pt x="272" y="168"/>
                  </a:lnTo>
                  <a:lnTo>
                    <a:pt x="272" y="166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69" y="161"/>
                  </a:lnTo>
                  <a:lnTo>
                    <a:pt x="269" y="159"/>
                  </a:lnTo>
                  <a:lnTo>
                    <a:pt x="269" y="156"/>
                  </a:lnTo>
                  <a:lnTo>
                    <a:pt x="269" y="154"/>
                  </a:lnTo>
                  <a:lnTo>
                    <a:pt x="269" y="154"/>
                  </a:lnTo>
                  <a:lnTo>
                    <a:pt x="269" y="152"/>
                  </a:lnTo>
                  <a:lnTo>
                    <a:pt x="269" y="152"/>
                  </a:lnTo>
                  <a:lnTo>
                    <a:pt x="267" y="152"/>
                  </a:lnTo>
                  <a:lnTo>
                    <a:pt x="267" y="149"/>
                  </a:lnTo>
                  <a:lnTo>
                    <a:pt x="267" y="149"/>
                  </a:lnTo>
                  <a:lnTo>
                    <a:pt x="262" y="133"/>
                  </a:lnTo>
                  <a:lnTo>
                    <a:pt x="258" y="118"/>
                  </a:lnTo>
                  <a:lnTo>
                    <a:pt x="253" y="102"/>
                  </a:lnTo>
                  <a:lnTo>
                    <a:pt x="248" y="88"/>
                  </a:lnTo>
                  <a:lnTo>
                    <a:pt x="243" y="71"/>
                  </a:lnTo>
                  <a:lnTo>
                    <a:pt x="239" y="57"/>
                  </a:lnTo>
                  <a:lnTo>
                    <a:pt x="234" y="40"/>
                  </a:lnTo>
                  <a:lnTo>
                    <a:pt x="229" y="26"/>
                  </a:lnTo>
                  <a:lnTo>
                    <a:pt x="227" y="21"/>
                  </a:lnTo>
                  <a:lnTo>
                    <a:pt x="227" y="21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17" y="17"/>
                  </a:lnTo>
                  <a:lnTo>
                    <a:pt x="213" y="14"/>
                  </a:lnTo>
                  <a:lnTo>
                    <a:pt x="210" y="14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06" y="9"/>
                  </a:lnTo>
                  <a:lnTo>
                    <a:pt x="201" y="7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7" y="2"/>
                  </a:lnTo>
                  <a:lnTo>
                    <a:pt x="184" y="0"/>
                  </a:lnTo>
                  <a:lnTo>
                    <a:pt x="180" y="0"/>
                  </a:lnTo>
                  <a:lnTo>
                    <a:pt x="175" y="0"/>
                  </a:lnTo>
                  <a:lnTo>
                    <a:pt x="170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1" y="12"/>
                  </a:lnTo>
                  <a:lnTo>
                    <a:pt x="158" y="12"/>
                  </a:lnTo>
                  <a:lnTo>
                    <a:pt x="156" y="14"/>
                  </a:lnTo>
                  <a:lnTo>
                    <a:pt x="154" y="17"/>
                  </a:lnTo>
                  <a:lnTo>
                    <a:pt x="151" y="19"/>
                  </a:lnTo>
                  <a:lnTo>
                    <a:pt x="151" y="21"/>
                  </a:lnTo>
                  <a:lnTo>
                    <a:pt x="149" y="24"/>
                  </a:lnTo>
                  <a:lnTo>
                    <a:pt x="146" y="24"/>
                  </a:lnTo>
                  <a:lnTo>
                    <a:pt x="144" y="24"/>
                  </a:lnTo>
                  <a:lnTo>
                    <a:pt x="139" y="2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6" y="33"/>
                  </a:lnTo>
                  <a:lnTo>
                    <a:pt x="113" y="31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11" y="24"/>
                  </a:lnTo>
                  <a:lnTo>
                    <a:pt x="109" y="17"/>
                  </a:lnTo>
                  <a:lnTo>
                    <a:pt x="109" y="14"/>
                  </a:lnTo>
                  <a:lnTo>
                    <a:pt x="106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2" y="14"/>
                  </a:lnTo>
                  <a:lnTo>
                    <a:pt x="90" y="17"/>
                  </a:lnTo>
                  <a:lnTo>
                    <a:pt x="85" y="28"/>
                  </a:lnTo>
                  <a:lnTo>
                    <a:pt x="80" y="40"/>
                  </a:lnTo>
                  <a:lnTo>
                    <a:pt x="76" y="54"/>
                  </a:lnTo>
                  <a:lnTo>
                    <a:pt x="71" y="66"/>
                  </a:lnTo>
                  <a:lnTo>
                    <a:pt x="66" y="78"/>
                  </a:lnTo>
                  <a:lnTo>
                    <a:pt x="61" y="90"/>
                  </a:lnTo>
                  <a:lnTo>
                    <a:pt x="57" y="104"/>
                  </a:lnTo>
                  <a:lnTo>
                    <a:pt x="52" y="116"/>
                  </a:lnTo>
                  <a:lnTo>
                    <a:pt x="50" y="118"/>
                  </a:lnTo>
                  <a:lnTo>
                    <a:pt x="50" y="123"/>
                  </a:lnTo>
                  <a:lnTo>
                    <a:pt x="52" y="130"/>
                  </a:lnTo>
                  <a:lnTo>
                    <a:pt x="52" y="142"/>
                  </a:lnTo>
                  <a:lnTo>
                    <a:pt x="54" y="149"/>
                  </a:lnTo>
                  <a:lnTo>
                    <a:pt x="54" y="154"/>
                  </a:lnTo>
                  <a:lnTo>
                    <a:pt x="50" y="161"/>
                  </a:lnTo>
                  <a:lnTo>
                    <a:pt x="47" y="161"/>
                  </a:lnTo>
                  <a:lnTo>
                    <a:pt x="45" y="163"/>
                  </a:lnTo>
                  <a:lnTo>
                    <a:pt x="45" y="166"/>
                  </a:lnTo>
                  <a:lnTo>
                    <a:pt x="47" y="168"/>
                  </a:lnTo>
                  <a:lnTo>
                    <a:pt x="47" y="168"/>
                  </a:lnTo>
                  <a:lnTo>
                    <a:pt x="45" y="170"/>
                  </a:lnTo>
                  <a:lnTo>
                    <a:pt x="45" y="173"/>
                  </a:lnTo>
                  <a:lnTo>
                    <a:pt x="42" y="178"/>
                  </a:lnTo>
                  <a:lnTo>
                    <a:pt x="42" y="182"/>
                  </a:lnTo>
                  <a:lnTo>
                    <a:pt x="42" y="185"/>
                  </a:lnTo>
                  <a:lnTo>
                    <a:pt x="45" y="185"/>
                  </a:lnTo>
                  <a:lnTo>
                    <a:pt x="47" y="187"/>
                  </a:lnTo>
                  <a:lnTo>
                    <a:pt x="47" y="189"/>
                  </a:lnTo>
                  <a:lnTo>
                    <a:pt x="47" y="192"/>
                  </a:lnTo>
                  <a:lnTo>
                    <a:pt x="47" y="194"/>
                  </a:lnTo>
                  <a:lnTo>
                    <a:pt x="45" y="196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45" y="201"/>
                  </a:lnTo>
                  <a:lnTo>
                    <a:pt x="45" y="204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11"/>
                  </a:lnTo>
                  <a:lnTo>
                    <a:pt x="50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4" y="215"/>
                  </a:lnTo>
                  <a:lnTo>
                    <a:pt x="52" y="220"/>
                  </a:lnTo>
                  <a:lnTo>
                    <a:pt x="50" y="223"/>
                  </a:lnTo>
                  <a:lnTo>
                    <a:pt x="45" y="230"/>
                  </a:lnTo>
                  <a:lnTo>
                    <a:pt x="45" y="232"/>
                  </a:lnTo>
                  <a:lnTo>
                    <a:pt x="45" y="232"/>
                  </a:lnTo>
                  <a:lnTo>
                    <a:pt x="45" y="234"/>
                  </a:lnTo>
                  <a:lnTo>
                    <a:pt x="45" y="234"/>
                  </a:lnTo>
                  <a:lnTo>
                    <a:pt x="45" y="234"/>
                  </a:lnTo>
                  <a:lnTo>
                    <a:pt x="45" y="237"/>
                  </a:lnTo>
                  <a:lnTo>
                    <a:pt x="47" y="239"/>
                  </a:lnTo>
                  <a:lnTo>
                    <a:pt x="47" y="241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4"/>
                  </a:lnTo>
                  <a:lnTo>
                    <a:pt x="42" y="246"/>
                  </a:lnTo>
                  <a:lnTo>
                    <a:pt x="40" y="246"/>
                  </a:lnTo>
                  <a:lnTo>
                    <a:pt x="38" y="249"/>
                  </a:lnTo>
                  <a:lnTo>
                    <a:pt x="35" y="253"/>
                  </a:lnTo>
                  <a:lnTo>
                    <a:pt x="33" y="253"/>
                  </a:lnTo>
                  <a:lnTo>
                    <a:pt x="28" y="265"/>
                  </a:lnTo>
                  <a:lnTo>
                    <a:pt x="26" y="275"/>
                  </a:lnTo>
                  <a:lnTo>
                    <a:pt x="26" y="277"/>
                  </a:lnTo>
                  <a:lnTo>
                    <a:pt x="28" y="279"/>
                  </a:lnTo>
                  <a:lnTo>
                    <a:pt x="28" y="279"/>
                  </a:lnTo>
                  <a:lnTo>
                    <a:pt x="33" y="282"/>
                  </a:lnTo>
                  <a:lnTo>
                    <a:pt x="35" y="282"/>
                  </a:lnTo>
                  <a:lnTo>
                    <a:pt x="35" y="284"/>
                  </a:lnTo>
                  <a:lnTo>
                    <a:pt x="35" y="286"/>
                  </a:lnTo>
                  <a:lnTo>
                    <a:pt x="33" y="286"/>
                  </a:lnTo>
                  <a:lnTo>
                    <a:pt x="33" y="286"/>
                  </a:lnTo>
                  <a:lnTo>
                    <a:pt x="31" y="286"/>
                  </a:lnTo>
                  <a:lnTo>
                    <a:pt x="26" y="284"/>
                  </a:lnTo>
                  <a:lnTo>
                    <a:pt x="23" y="284"/>
                  </a:lnTo>
                  <a:lnTo>
                    <a:pt x="21" y="284"/>
                  </a:lnTo>
                  <a:lnTo>
                    <a:pt x="21" y="286"/>
                  </a:lnTo>
                  <a:lnTo>
                    <a:pt x="21" y="289"/>
                  </a:lnTo>
                  <a:lnTo>
                    <a:pt x="21" y="291"/>
                  </a:lnTo>
                  <a:lnTo>
                    <a:pt x="21" y="294"/>
                  </a:lnTo>
                  <a:lnTo>
                    <a:pt x="21" y="298"/>
                  </a:lnTo>
                  <a:lnTo>
                    <a:pt x="23" y="301"/>
                  </a:lnTo>
                  <a:lnTo>
                    <a:pt x="21" y="301"/>
                  </a:lnTo>
                  <a:lnTo>
                    <a:pt x="21" y="303"/>
                  </a:lnTo>
                  <a:lnTo>
                    <a:pt x="21" y="303"/>
                  </a:lnTo>
                  <a:lnTo>
                    <a:pt x="21" y="305"/>
                  </a:lnTo>
                  <a:lnTo>
                    <a:pt x="21" y="308"/>
                  </a:lnTo>
                  <a:lnTo>
                    <a:pt x="21" y="308"/>
                  </a:lnTo>
                  <a:lnTo>
                    <a:pt x="19" y="310"/>
                  </a:lnTo>
                  <a:lnTo>
                    <a:pt x="19" y="308"/>
                  </a:lnTo>
                  <a:lnTo>
                    <a:pt x="12" y="301"/>
                  </a:lnTo>
                  <a:lnTo>
                    <a:pt x="9" y="298"/>
                  </a:lnTo>
                  <a:lnTo>
                    <a:pt x="7" y="298"/>
                  </a:lnTo>
                  <a:lnTo>
                    <a:pt x="5" y="301"/>
                  </a:lnTo>
                  <a:lnTo>
                    <a:pt x="5" y="301"/>
                  </a:lnTo>
                  <a:lnTo>
                    <a:pt x="5" y="303"/>
                  </a:lnTo>
                  <a:lnTo>
                    <a:pt x="2" y="305"/>
                  </a:lnTo>
                  <a:lnTo>
                    <a:pt x="2" y="305"/>
                  </a:lnTo>
                  <a:lnTo>
                    <a:pt x="0" y="305"/>
                  </a:lnTo>
                  <a:lnTo>
                    <a:pt x="2" y="312"/>
                  </a:lnTo>
                  <a:lnTo>
                    <a:pt x="5" y="320"/>
                  </a:lnTo>
                  <a:lnTo>
                    <a:pt x="7" y="324"/>
                  </a:lnTo>
                  <a:lnTo>
                    <a:pt x="9" y="331"/>
                  </a:lnTo>
                  <a:lnTo>
                    <a:pt x="12" y="336"/>
                  </a:lnTo>
                  <a:lnTo>
                    <a:pt x="14" y="350"/>
                  </a:lnTo>
                  <a:lnTo>
                    <a:pt x="16" y="355"/>
                  </a:lnTo>
                  <a:lnTo>
                    <a:pt x="19" y="362"/>
                  </a:lnTo>
                  <a:lnTo>
                    <a:pt x="21" y="367"/>
                  </a:lnTo>
                  <a:lnTo>
                    <a:pt x="23" y="374"/>
                  </a:lnTo>
                  <a:lnTo>
                    <a:pt x="26" y="381"/>
                  </a:lnTo>
                  <a:lnTo>
                    <a:pt x="26" y="386"/>
                  </a:lnTo>
                  <a:lnTo>
                    <a:pt x="28" y="393"/>
                  </a:lnTo>
                  <a:lnTo>
                    <a:pt x="31" y="398"/>
                  </a:lnTo>
                  <a:lnTo>
                    <a:pt x="33" y="405"/>
                  </a:lnTo>
                  <a:lnTo>
                    <a:pt x="35" y="412"/>
                  </a:lnTo>
                  <a:lnTo>
                    <a:pt x="38" y="417"/>
                  </a:lnTo>
                  <a:lnTo>
                    <a:pt x="40" y="424"/>
                  </a:lnTo>
                  <a:lnTo>
                    <a:pt x="40" y="428"/>
                  </a:lnTo>
                  <a:lnTo>
                    <a:pt x="42" y="436"/>
                  </a:lnTo>
                  <a:lnTo>
                    <a:pt x="45" y="443"/>
                  </a:lnTo>
                  <a:lnTo>
                    <a:pt x="47" y="447"/>
                  </a:lnTo>
                  <a:lnTo>
                    <a:pt x="50" y="454"/>
                  </a:lnTo>
                  <a:lnTo>
                    <a:pt x="52" y="462"/>
                  </a:lnTo>
                  <a:lnTo>
                    <a:pt x="54" y="466"/>
                  </a:lnTo>
                  <a:lnTo>
                    <a:pt x="54" y="473"/>
                  </a:lnTo>
                  <a:lnTo>
                    <a:pt x="57" y="478"/>
                  </a:lnTo>
                  <a:lnTo>
                    <a:pt x="59" y="485"/>
                  </a:lnTo>
                  <a:lnTo>
                    <a:pt x="61" y="492"/>
                  </a:lnTo>
                  <a:lnTo>
                    <a:pt x="64" y="497"/>
                  </a:lnTo>
                  <a:lnTo>
                    <a:pt x="66" y="504"/>
                  </a:lnTo>
                  <a:lnTo>
                    <a:pt x="66" y="507"/>
                  </a:lnTo>
                  <a:lnTo>
                    <a:pt x="68" y="511"/>
                  </a:lnTo>
                  <a:lnTo>
                    <a:pt x="68" y="514"/>
                  </a:lnTo>
                  <a:lnTo>
                    <a:pt x="68" y="514"/>
                  </a:lnTo>
                  <a:lnTo>
                    <a:pt x="68" y="516"/>
                  </a:lnTo>
                  <a:lnTo>
                    <a:pt x="68" y="516"/>
                  </a:lnTo>
                  <a:lnTo>
                    <a:pt x="68" y="516"/>
                  </a:lnTo>
                  <a:lnTo>
                    <a:pt x="68" y="518"/>
                  </a:lnTo>
                  <a:lnTo>
                    <a:pt x="71" y="521"/>
                  </a:lnTo>
                  <a:lnTo>
                    <a:pt x="71" y="521"/>
                  </a:lnTo>
                  <a:lnTo>
                    <a:pt x="71" y="525"/>
                  </a:lnTo>
                  <a:lnTo>
                    <a:pt x="71" y="525"/>
                  </a:lnTo>
                  <a:lnTo>
                    <a:pt x="71" y="525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71" y="530"/>
                  </a:lnTo>
                  <a:lnTo>
                    <a:pt x="73" y="530"/>
                  </a:lnTo>
                  <a:lnTo>
                    <a:pt x="76" y="533"/>
                  </a:lnTo>
                  <a:lnTo>
                    <a:pt x="80" y="535"/>
                  </a:lnTo>
                  <a:lnTo>
                    <a:pt x="85" y="540"/>
                  </a:lnTo>
                  <a:lnTo>
                    <a:pt x="87" y="540"/>
                  </a:lnTo>
                  <a:lnTo>
                    <a:pt x="90" y="542"/>
                  </a:lnTo>
                  <a:lnTo>
                    <a:pt x="90" y="542"/>
                  </a:lnTo>
                  <a:lnTo>
                    <a:pt x="90" y="544"/>
                  </a:lnTo>
                  <a:lnTo>
                    <a:pt x="90" y="544"/>
                  </a:lnTo>
                  <a:lnTo>
                    <a:pt x="90" y="544"/>
                  </a:lnTo>
                  <a:lnTo>
                    <a:pt x="90" y="549"/>
                  </a:lnTo>
                  <a:lnTo>
                    <a:pt x="92" y="551"/>
                  </a:lnTo>
                  <a:lnTo>
                    <a:pt x="92" y="551"/>
                  </a:lnTo>
                  <a:lnTo>
                    <a:pt x="94" y="554"/>
                  </a:lnTo>
                  <a:lnTo>
                    <a:pt x="97" y="556"/>
                  </a:lnTo>
                  <a:lnTo>
                    <a:pt x="102" y="559"/>
                  </a:lnTo>
                  <a:lnTo>
                    <a:pt x="102" y="559"/>
                  </a:lnTo>
                  <a:lnTo>
                    <a:pt x="102" y="554"/>
                  </a:lnTo>
                  <a:lnTo>
                    <a:pt x="102" y="554"/>
                  </a:lnTo>
                  <a:lnTo>
                    <a:pt x="102" y="554"/>
                  </a:lnTo>
                  <a:lnTo>
                    <a:pt x="104" y="554"/>
                  </a:lnTo>
                  <a:lnTo>
                    <a:pt x="106" y="556"/>
                  </a:lnTo>
                  <a:lnTo>
                    <a:pt x="109" y="556"/>
                  </a:lnTo>
                  <a:lnTo>
                    <a:pt x="109" y="554"/>
                  </a:lnTo>
                  <a:lnTo>
                    <a:pt x="109" y="549"/>
                  </a:lnTo>
                  <a:lnTo>
                    <a:pt x="111" y="544"/>
                  </a:lnTo>
                  <a:lnTo>
                    <a:pt x="111" y="542"/>
                  </a:lnTo>
                  <a:lnTo>
                    <a:pt x="113" y="542"/>
                  </a:lnTo>
                  <a:lnTo>
                    <a:pt x="111" y="542"/>
                  </a:lnTo>
                  <a:lnTo>
                    <a:pt x="111" y="540"/>
                  </a:lnTo>
                  <a:lnTo>
                    <a:pt x="113" y="537"/>
                  </a:lnTo>
                  <a:lnTo>
                    <a:pt x="111" y="535"/>
                  </a:lnTo>
                  <a:lnTo>
                    <a:pt x="109" y="533"/>
                  </a:lnTo>
                  <a:lnTo>
                    <a:pt x="111" y="528"/>
                  </a:lnTo>
                  <a:lnTo>
                    <a:pt x="111" y="525"/>
                  </a:lnTo>
                  <a:lnTo>
                    <a:pt x="113" y="521"/>
                  </a:lnTo>
                  <a:lnTo>
                    <a:pt x="113" y="521"/>
                  </a:lnTo>
                  <a:lnTo>
                    <a:pt x="113" y="521"/>
                  </a:lnTo>
                  <a:lnTo>
                    <a:pt x="116" y="518"/>
                  </a:lnTo>
                  <a:lnTo>
                    <a:pt x="118" y="518"/>
                  </a:lnTo>
                  <a:lnTo>
                    <a:pt x="120" y="516"/>
                  </a:lnTo>
                  <a:lnTo>
                    <a:pt x="120" y="514"/>
                  </a:lnTo>
                  <a:lnTo>
                    <a:pt x="123" y="511"/>
                  </a:lnTo>
                  <a:lnTo>
                    <a:pt x="123" y="511"/>
                  </a:lnTo>
                  <a:lnTo>
                    <a:pt x="123" y="511"/>
                  </a:lnTo>
                  <a:lnTo>
                    <a:pt x="125" y="511"/>
                  </a:lnTo>
                  <a:lnTo>
                    <a:pt x="125" y="509"/>
                  </a:lnTo>
                  <a:lnTo>
                    <a:pt x="125" y="509"/>
                  </a:lnTo>
                  <a:lnTo>
                    <a:pt x="125" y="507"/>
                  </a:lnTo>
                  <a:lnTo>
                    <a:pt x="125" y="504"/>
                  </a:lnTo>
                  <a:lnTo>
                    <a:pt x="125" y="504"/>
                  </a:lnTo>
                  <a:lnTo>
                    <a:pt x="128" y="502"/>
                  </a:lnTo>
                  <a:lnTo>
                    <a:pt x="128" y="502"/>
                  </a:lnTo>
                  <a:lnTo>
                    <a:pt x="125" y="502"/>
                  </a:lnTo>
                  <a:lnTo>
                    <a:pt x="125" y="502"/>
                  </a:lnTo>
                  <a:lnTo>
                    <a:pt x="123" y="504"/>
                  </a:lnTo>
                  <a:lnTo>
                    <a:pt x="123" y="502"/>
                  </a:lnTo>
                  <a:lnTo>
                    <a:pt x="123" y="499"/>
                  </a:lnTo>
                  <a:lnTo>
                    <a:pt x="120" y="497"/>
                  </a:lnTo>
                  <a:lnTo>
                    <a:pt x="123" y="495"/>
                  </a:lnTo>
                  <a:lnTo>
                    <a:pt x="123" y="492"/>
                  </a:lnTo>
                  <a:lnTo>
                    <a:pt x="123" y="490"/>
                  </a:lnTo>
                  <a:lnTo>
                    <a:pt x="125" y="490"/>
                  </a:lnTo>
                  <a:lnTo>
                    <a:pt x="125" y="492"/>
                  </a:lnTo>
                  <a:lnTo>
                    <a:pt x="128" y="492"/>
                  </a:lnTo>
                  <a:lnTo>
                    <a:pt x="128" y="490"/>
                  </a:lnTo>
                  <a:lnTo>
                    <a:pt x="130" y="488"/>
                  </a:lnTo>
                  <a:lnTo>
                    <a:pt x="130" y="488"/>
                  </a:lnTo>
                  <a:lnTo>
                    <a:pt x="130" y="490"/>
                  </a:lnTo>
                  <a:lnTo>
                    <a:pt x="130" y="490"/>
                  </a:lnTo>
                  <a:lnTo>
                    <a:pt x="132" y="488"/>
                  </a:lnTo>
                  <a:lnTo>
                    <a:pt x="135" y="488"/>
                  </a:lnTo>
                  <a:lnTo>
                    <a:pt x="135" y="485"/>
                  </a:lnTo>
                  <a:lnTo>
                    <a:pt x="135" y="483"/>
                  </a:lnTo>
                  <a:lnTo>
                    <a:pt x="132" y="480"/>
                  </a:lnTo>
                  <a:lnTo>
                    <a:pt x="132" y="478"/>
                  </a:lnTo>
                  <a:lnTo>
                    <a:pt x="130" y="478"/>
                  </a:lnTo>
                  <a:lnTo>
                    <a:pt x="128" y="478"/>
                  </a:lnTo>
                  <a:lnTo>
                    <a:pt x="125" y="478"/>
                  </a:lnTo>
                  <a:lnTo>
                    <a:pt x="123" y="478"/>
                  </a:lnTo>
                  <a:lnTo>
                    <a:pt x="128" y="478"/>
                  </a:lnTo>
                  <a:lnTo>
                    <a:pt x="128" y="476"/>
                  </a:lnTo>
                  <a:lnTo>
                    <a:pt x="128" y="476"/>
                  </a:lnTo>
                  <a:lnTo>
                    <a:pt x="128" y="473"/>
                  </a:lnTo>
                  <a:lnTo>
                    <a:pt x="128" y="473"/>
                  </a:lnTo>
                  <a:lnTo>
                    <a:pt x="128" y="471"/>
                  </a:lnTo>
                  <a:lnTo>
                    <a:pt x="130" y="469"/>
                  </a:lnTo>
                  <a:lnTo>
                    <a:pt x="130" y="464"/>
                  </a:lnTo>
                  <a:lnTo>
                    <a:pt x="132" y="462"/>
                  </a:lnTo>
                  <a:lnTo>
                    <a:pt x="135" y="454"/>
                  </a:lnTo>
                  <a:lnTo>
                    <a:pt x="135" y="454"/>
                  </a:lnTo>
                  <a:lnTo>
                    <a:pt x="137" y="454"/>
                  </a:lnTo>
                  <a:lnTo>
                    <a:pt x="137" y="454"/>
                  </a:lnTo>
                  <a:lnTo>
                    <a:pt x="139" y="452"/>
                  </a:lnTo>
                  <a:lnTo>
                    <a:pt x="139" y="452"/>
                  </a:lnTo>
                  <a:lnTo>
                    <a:pt x="142" y="450"/>
                  </a:lnTo>
                  <a:lnTo>
                    <a:pt x="142" y="447"/>
                  </a:lnTo>
                  <a:lnTo>
                    <a:pt x="142" y="447"/>
                  </a:lnTo>
                  <a:lnTo>
                    <a:pt x="144" y="445"/>
                  </a:lnTo>
                  <a:lnTo>
                    <a:pt x="144" y="447"/>
                  </a:lnTo>
                  <a:lnTo>
                    <a:pt x="144" y="450"/>
                  </a:lnTo>
                  <a:lnTo>
                    <a:pt x="142" y="450"/>
                  </a:lnTo>
                  <a:lnTo>
                    <a:pt x="142" y="450"/>
                  </a:lnTo>
                  <a:lnTo>
                    <a:pt x="144" y="450"/>
                  </a:lnTo>
                  <a:lnTo>
                    <a:pt x="146" y="447"/>
                  </a:lnTo>
                  <a:lnTo>
                    <a:pt x="146" y="447"/>
                  </a:lnTo>
                  <a:lnTo>
                    <a:pt x="146" y="450"/>
                  </a:lnTo>
                  <a:lnTo>
                    <a:pt x="144" y="457"/>
                  </a:lnTo>
                  <a:lnTo>
                    <a:pt x="144" y="462"/>
                  </a:lnTo>
                  <a:lnTo>
                    <a:pt x="146" y="462"/>
                  </a:lnTo>
                  <a:lnTo>
                    <a:pt x="146" y="459"/>
                  </a:lnTo>
                  <a:lnTo>
                    <a:pt x="146" y="457"/>
                  </a:lnTo>
                  <a:lnTo>
                    <a:pt x="146" y="454"/>
                  </a:lnTo>
                  <a:lnTo>
                    <a:pt x="146" y="452"/>
                  </a:lnTo>
                  <a:lnTo>
                    <a:pt x="149" y="450"/>
                  </a:lnTo>
                  <a:lnTo>
                    <a:pt x="149" y="447"/>
                  </a:lnTo>
                  <a:lnTo>
                    <a:pt x="149" y="445"/>
                  </a:lnTo>
                  <a:lnTo>
                    <a:pt x="151" y="447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59"/>
                  </a:lnTo>
                  <a:lnTo>
                    <a:pt x="149" y="459"/>
                  </a:lnTo>
                  <a:lnTo>
                    <a:pt x="149" y="457"/>
                  </a:lnTo>
                  <a:lnTo>
                    <a:pt x="151" y="457"/>
                  </a:lnTo>
                  <a:lnTo>
                    <a:pt x="154" y="452"/>
                  </a:lnTo>
                  <a:lnTo>
                    <a:pt x="154" y="452"/>
                  </a:lnTo>
                  <a:lnTo>
                    <a:pt x="154" y="452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47"/>
                  </a:lnTo>
                  <a:lnTo>
                    <a:pt x="154" y="445"/>
                  </a:lnTo>
                  <a:lnTo>
                    <a:pt x="154" y="445"/>
                  </a:lnTo>
                  <a:lnTo>
                    <a:pt x="151" y="445"/>
                  </a:lnTo>
                  <a:lnTo>
                    <a:pt x="151" y="443"/>
                  </a:lnTo>
                  <a:lnTo>
                    <a:pt x="154" y="443"/>
                  </a:lnTo>
                  <a:lnTo>
                    <a:pt x="154" y="443"/>
                  </a:lnTo>
                  <a:lnTo>
                    <a:pt x="154" y="443"/>
                  </a:lnTo>
                  <a:lnTo>
                    <a:pt x="156" y="443"/>
                  </a:lnTo>
                  <a:lnTo>
                    <a:pt x="156" y="443"/>
                  </a:lnTo>
                  <a:lnTo>
                    <a:pt x="156" y="443"/>
                  </a:lnTo>
                  <a:lnTo>
                    <a:pt x="156" y="445"/>
                  </a:lnTo>
                  <a:lnTo>
                    <a:pt x="156" y="445"/>
                  </a:lnTo>
                  <a:lnTo>
                    <a:pt x="158" y="447"/>
                  </a:lnTo>
                  <a:lnTo>
                    <a:pt x="158" y="447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4"/>
                  </a:lnTo>
                  <a:lnTo>
                    <a:pt x="158" y="454"/>
                  </a:lnTo>
                  <a:lnTo>
                    <a:pt x="161" y="457"/>
                  </a:lnTo>
                  <a:lnTo>
                    <a:pt x="161" y="457"/>
                  </a:lnTo>
                  <a:lnTo>
                    <a:pt x="163" y="459"/>
                  </a:lnTo>
                  <a:lnTo>
                    <a:pt x="163" y="462"/>
                  </a:lnTo>
                  <a:lnTo>
                    <a:pt x="163" y="459"/>
                  </a:lnTo>
                  <a:lnTo>
                    <a:pt x="163" y="459"/>
                  </a:lnTo>
                  <a:lnTo>
                    <a:pt x="165" y="457"/>
                  </a:lnTo>
                  <a:lnTo>
                    <a:pt x="165" y="457"/>
                  </a:lnTo>
                  <a:lnTo>
                    <a:pt x="165" y="454"/>
                  </a:lnTo>
                  <a:lnTo>
                    <a:pt x="165" y="452"/>
                  </a:lnTo>
                  <a:lnTo>
                    <a:pt x="165" y="452"/>
                  </a:lnTo>
                  <a:lnTo>
                    <a:pt x="163" y="450"/>
                  </a:lnTo>
                  <a:lnTo>
                    <a:pt x="161" y="445"/>
                  </a:lnTo>
                  <a:lnTo>
                    <a:pt x="161" y="443"/>
                  </a:lnTo>
                  <a:lnTo>
                    <a:pt x="156" y="433"/>
                  </a:lnTo>
                  <a:lnTo>
                    <a:pt x="154" y="428"/>
                  </a:lnTo>
                  <a:lnTo>
                    <a:pt x="154" y="431"/>
                  </a:lnTo>
                  <a:lnTo>
                    <a:pt x="154" y="431"/>
                  </a:lnTo>
                  <a:lnTo>
                    <a:pt x="151" y="433"/>
                  </a:lnTo>
                  <a:lnTo>
                    <a:pt x="151" y="433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28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6" y="419"/>
                  </a:lnTo>
                  <a:lnTo>
                    <a:pt x="156" y="419"/>
                  </a:lnTo>
                  <a:lnTo>
                    <a:pt x="156" y="417"/>
                  </a:lnTo>
                  <a:lnTo>
                    <a:pt x="158" y="419"/>
                  </a:lnTo>
                  <a:lnTo>
                    <a:pt x="156" y="419"/>
                  </a:lnTo>
                  <a:lnTo>
                    <a:pt x="156" y="421"/>
                  </a:lnTo>
                  <a:lnTo>
                    <a:pt x="156" y="424"/>
                  </a:lnTo>
                  <a:lnTo>
                    <a:pt x="156" y="428"/>
                  </a:lnTo>
                  <a:lnTo>
                    <a:pt x="156" y="428"/>
                  </a:lnTo>
                  <a:lnTo>
                    <a:pt x="158" y="431"/>
                  </a:lnTo>
                  <a:lnTo>
                    <a:pt x="158" y="433"/>
                  </a:lnTo>
                  <a:lnTo>
                    <a:pt x="158" y="433"/>
                  </a:lnTo>
                  <a:lnTo>
                    <a:pt x="158" y="436"/>
                  </a:lnTo>
                  <a:lnTo>
                    <a:pt x="161" y="438"/>
                  </a:lnTo>
                  <a:lnTo>
                    <a:pt x="161" y="438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50"/>
                  </a:lnTo>
                  <a:lnTo>
                    <a:pt x="168" y="452"/>
                  </a:lnTo>
                  <a:lnTo>
                    <a:pt x="168" y="452"/>
                  </a:lnTo>
                  <a:lnTo>
                    <a:pt x="170" y="450"/>
                  </a:lnTo>
                  <a:lnTo>
                    <a:pt x="170" y="443"/>
                  </a:lnTo>
                  <a:lnTo>
                    <a:pt x="170" y="440"/>
                  </a:lnTo>
                  <a:lnTo>
                    <a:pt x="168" y="440"/>
                  </a:lnTo>
                  <a:lnTo>
                    <a:pt x="168" y="443"/>
                  </a:lnTo>
                  <a:lnTo>
                    <a:pt x="168" y="445"/>
                  </a:lnTo>
                  <a:lnTo>
                    <a:pt x="168" y="445"/>
                  </a:lnTo>
                  <a:lnTo>
                    <a:pt x="168" y="443"/>
                  </a:lnTo>
                  <a:lnTo>
                    <a:pt x="168" y="440"/>
                  </a:lnTo>
                  <a:lnTo>
                    <a:pt x="165" y="438"/>
                  </a:lnTo>
                  <a:lnTo>
                    <a:pt x="165" y="438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6"/>
                  </a:lnTo>
                  <a:lnTo>
                    <a:pt x="168" y="421"/>
                  </a:lnTo>
                  <a:lnTo>
                    <a:pt x="170" y="419"/>
                  </a:lnTo>
                  <a:lnTo>
                    <a:pt x="170" y="419"/>
                  </a:lnTo>
                  <a:lnTo>
                    <a:pt x="172" y="417"/>
                  </a:lnTo>
                  <a:lnTo>
                    <a:pt x="172" y="419"/>
                  </a:lnTo>
                  <a:lnTo>
                    <a:pt x="170" y="419"/>
                  </a:lnTo>
                  <a:lnTo>
                    <a:pt x="170" y="421"/>
                  </a:lnTo>
                  <a:lnTo>
                    <a:pt x="170" y="426"/>
                  </a:lnTo>
                  <a:lnTo>
                    <a:pt x="170" y="426"/>
                  </a:lnTo>
                  <a:lnTo>
                    <a:pt x="170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5" y="431"/>
                  </a:lnTo>
                  <a:lnTo>
                    <a:pt x="175" y="431"/>
                  </a:lnTo>
                  <a:lnTo>
                    <a:pt x="172" y="431"/>
                  </a:lnTo>
                  <a:lnTo>
                    <a:pt x="172" y="431"/>
                  </a:lnTo>
                  <a:lnTo>
                    <a:pt x="172" y="431"/>
                  </a:lnTo>
                  <a:lnTo>
                    <a:pt x="172" y="433"/>
                  </a:lnTo>
                  <a:lnTo>
                    <a:pt x="172" y="433"/>
                  </a:lnTo>
                  <a:lnTo>
                    <a:pt x="172" y="433"/>
                  </a:lnTo>
                  <a:lnTo>
                    <a:pt x="172" y="438"/>
                  </a:lnTo>
                  <a:lnTo>
                    <a:pt x="172" y="438"/>
                  </a:lnTo>
                  <a:lnTo>
                    <a:pt x="172" y="438"/>
                  </a:lnTo>
                  <a:lnTo>
                    <a:pt x="175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80" y="438"/>
                  </a:lnTo>
                  <a:lnTo>
                    <a:pt x="180" y="443"/>
                  </a:lnTo>
                  <a:lnTo>
                    <a:pt x="182" y="443"/>
                  </a:lnTo>
                  <a:lnTo>
                    <a:pt x="182" y="440"/>
                  </a:lnTo>
                  <a:lnTo>
                    <a:pt x="182" y="438"/>
                  </a:lnTo>
                  <a:lnTo>
                    <a:pt x="180" y="436"/>
                  </a:lnTo>
                  <a:lnTo>
                    <a:pt x="180" y="436"/>
                  </a:lnTo>
                  <a:lnTo>
                    <a:pt x="177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6"/>
                  </a:lnTo>
                  <a:lnTo>
                    <a:pt x="177" y="426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7" y="419"/>
                  </a:lnTo>
                  <a:lnTo>
                    <a:pt x="177" y="417"/>
                  </a:lnTo>
                  <a:lnTo>
                    <a:pt x="180" y="417"/>
                  </a:lnTo>
                  <a:lnTo>
                    <a:pt x="180" y="419"/>
                  </a:lnTo>
                  <a:lnTo>
                    <a:pt x="180" y="424"/>
                  </a:lnTo>
                  <a:lnTo>
                    <a:pt x="180" y="426"/>
                  </a:lnTo>
                  <a:lnTo>
                    <a:pt x="180" y="426"/>
                  </a:lnTo>
                  <a:lnTo>
                    <a:pt x="180" y="428"/>
                  </a:lnTo>
                  <a:lnTo>
                    <a:pt x="180" y="428"/>
                  </a:lnTo>
                  <a:lnTo>
                    <a:pt x="180" y="428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0" y="433"/>
                  </a:lnTo>
                  <a:lnTo>
                    <a:pt x="180" y="433"/>
                  </a:lnTo>
                  <a:lnTo>
                    <a:pt x="182" y="436"/>
                  </a:lnTo>
                  <a:lnTo>
                    <a:pt x="182" y="436"/>
                  </a:lnTo>
                  <a:lnTo>
                    <a:pt x="182" y="438"/>
                  </a:lnTo>
                  <a:lnTo>
                    <a:pt x="184" y="438"/>
                  </a:lnTo>
                  <a:lnTo>
                    <a:pt x="182" y="436"/>
                  </a:lnTo>
                  <a:lnTo>
                    <a:pt x="182" y="433"/>
                  </a:lnTo>
                  <a:lnTo>
                    <a:pt x="182" y="431"/>
                  </a:lnTo>
                  <a:lnTo>
                    <a:pt x="182" y="431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7" y="436"/>
                  </a:lnTo>
                  <a:lnTo>
                    <a:pt x="187" y="438"/>
                  </a:lnTo>
                  <a:lnTo>
                    <a:pt x="189" y="436"/>
                  </a:lnTo>
                  <a:lnTo>
                    <a:pt x="189" y="431"/>
                  </a:lnTo>
                  <a:lnTo>
                    <a:pt x="189" y="421"/>
                  </a:lnTo>
                  <a:lnTo>
                    <a:pt x="189" y="419"/>
                  </a:lnTo>
                  <a:lnTo>
                    <a:pt x="189" y="417"/>
                  </a:lnTo>
                  <a:lnTo>
                    <a:pt x="189" y="417"/>
                  </a:lnTo>
                  <a:lnTo>
                    <a:pt x="191" y="417"/>
                  </a:lnTo>
                  <a:lnTo>
                    <a:pt x="191" y="414"/>
                  </a:lnTo>
                  <a:lnTo>
                    <a:pt x="191" y="412"/>
                  </a:lnTo>
                  <a:lnTo>
                    <a:pt x="191" y="412"/>
                  </a:lnTo>
                  <a:lnTo>
                    <a:pt x="191" y="409"/>
                  </a:lnTo>
                  <a:lnTo>
                    <a:pt x="194" y="409"/>
                  </a:lnTo>
                  <a:lnTo>
                    <a:pt x="194" y="407"/>
                  </a:lnTo>
                  <a:lnTo>
                    <a:pt x="194" y="407"/>
                  </a:lnTo>
                  <a:lnTo>
                    <a:pt x="194" y="407"/>
                  </a:lnTo>
                  <a:lnTo>
                    <a:pt x="194" y="409"/>
                  </a:lnTo>
                  <a:lnTo>
                    <a:pt x="194" y="412"/>
                  </a:lnTo>
                  <a:lnTo>
                    <a:pt x="194" y="412"/>
                  </a:lnTo>
                  <a:lnTo>
                    <a:pt x="196" y="412"/>
                  </a:lnTo>
                  <a:lnTo>
                    <a:pt x="196" y="412"/>
                  </a:lnTo>
                  <a:lnTo>
                    <a:pt x="196" y="414"/>
                  </a:lnTo>
                  <a:lnTo>
                    <a:pt x="196" y="417"/>
                  </a:lnTo>
                  <a:lnTo>
                    <a:pt x="196" y="417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201" y="414"/>
                  </a:lnTo>
                  <a:lnTo>
                    <a:pt x="201" y="419"/>
                  </a:lnTo>
                  <a:lnTo>
                    <a:pt x="201" y="419"/>
                  </a:lnTo>
                  <a:lnTo>
                    <a:pt x="203" y="419"/>
                  </a:lnTo>
                  <a:lnTo>
                    <a:pt x="206" y="409"/>
                  </a:lnTo>
                  <a:lnTo>
                    <a:pt x="208" y="409"/>
                  </a:lnTo>
                  <a:lnTo>
                    <a:pt x="208" y="412"/>
                  </a:lnTo>
                  <a:lnTo>
                    <a:pt x="206" y="417"/>
                  </a:lnTo>
                  <a:lnTo>
                    <a:pt x="206" y="419"/>
                  </a:lnTo>
                  <a:lnTo>
                    <a:pt x="206" y="419"/>
                  </a:lnTo>
                  <a:lnTo>
                    <a:pt x="208" y="419"/>
                  </a:lnTo>
                  <a:lnTo>
                    <a:pt x="208" y="419"/>
                  </a:lnTo>
                  <a:lnTo>
                    <a:pt x="213" y="417"/>
                  </a:lnTo>
                  <a:lnTo>
                    <a:pt x="210" y="414"/>
                  </a:lnTo>
                  <a:lnTo>
                    <a:pt x="210" y="414"/>
                  </a:lnTo>
                  <a:lnTo>
                    <a:pt x="210" y="412"/>
                  </a:lnTo>
                  <a:lnTo>
                    <a:pt x="210" y="412"/>
                  </a:lnTo>
                  <a:lnTo>
                    <a:pt x="210" y="412"/>
                  </a:lnTo>
                  <a:lnTo>
                    <a:pt x="213" y="409"/>
                  </a:lnTo>
                  <a:lnTo>
                    <a:pt x="213" y="409"/>
                  </a:lnTo>
                  <a:lnTo>
                    <a:pt x="213" y="409"/>
                  </a:lnTo>
                  <a:lnTo>
                    <a:pt x="215" y="409"/>
                  </a:lnTo>
                  <a:lnTo>
                    <a:pt x="215" y="407"/>
                  </a:lnTo>
                  <a:lnTo>
                    <a:pt x="215" y="405"/>
                  </a:lnTo>
                  <a:lnTo>
                    <a:pt x="215" y="402"/>
                  </a:lnTo>
                  <a:lnTo>
                    <a:pt x="217" y="402"/>
                  </a:lnTo>
                  <a:lnTo>
                    <a:pt x="220" y="400"/>
                  </a:lnTo>
                  <a:lnTo>
                    <a:pt x="220" y="398"/>
                  </a:lnTo>
                  <a:lnTo>
                    <a:pt x="220" y="395"/>
                  </a:lnTo>
                  <a:lnTo>
                    <a:pt x="217" y="398"/>
                  </a:lnTo>
                  <a:lnTo>
                    <a:pt x="215" y="395"/>
                  </a:lnTo>
                  <a:lnTo>
                    <a:pt x="215" y="393"/>
                  </a:lnTo>
                  <a:lnTo>
                    <a:pt x="215" y="393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5" y="388"/>
                  </a:lnTo>
                  <a:lnTo>
                    <a:pt x="215" y="386"/>
                  </a:lnTo>
                  <a:lnTo>
                    <a:pt x="215" y="379"/>
                  </a:lnTo>
                  <a:lnTo>
                    <a:pt x="217" y="376"/>
                  </a:lnTo>
                  <a:lnTo>
                    <a:pt x="217" y="372"/>
                  </a:lnTo>
                  <a:lnTo>
                    <a:pt x="217" y="369"/>
                  </a:lnTo>
                  <a:lnTo>
                    <a:pt x="220" y="369"/>
                  </a:lnTo>
                  <a:lnTo>
                    <a:pt x="222" y="367"/>
                  </a:lnTo>
                  <a:lnTo>
                    <a:pt x="222" y="365"/>
                  </a:lnTo>
                  <a:lnTo>
                    <a:pt x="220" y="362"/>
                  </a:lnTo>
                  <a:lnTo>
                    <a:pt x="217" y="360"/>
                  </a:lnTo>
                  <a:lnTo>
                    <a:pt x="215" y="357"/>
                  </a:lnTo>
                  <a:lnTo>
                    <a:pt x="215" y="357"/>
                  </a:lnTo>
                  <a:lnTo>
                    <a:pt x="215" y="357"/>
                  </a:lnTo>
                  <a:lnTo>
                    <a:pt x="215" y="355"/>
                  </a:lnTo>
                  <a:lnTo>
                    <a:pt x="215" y="353"/>
                  </a:lnTo>
                  <a:lnTo>
                    <a:pt x="220" y="350"/>
                  </a:lnTo>
                  <a:lnTo>
                    <a:pt x="220" y="350"/>
                  </a:lnTo>
                  <a:lnTo>
                    <a:pt x="222" y="348"/>
                  </a:lnTo>
                  <a:lnTo>
                    <a:pt x="222" y="346"/>
                  </a:lnTo>
                  <a:lnTo>
                    <a:pt x="225" y="346"/>
                  </a:lnTo>
                  <a:lnTo>
                    <a:pt x="225" y="348"/>
                  </a:lnTo>
                  <a:lnTo>
                    <a:pt x="225" y="348"/>
                  </a:lnTo>
                  <a:lnTo>
                    <a:pt x="227" y="348"/>
                  </a:lnTo>
                  <a:lnTo>
                    <a:pt x="229" y="346"/>
                  </a:lnTo>
                  <a:lnTo>
                    <a:pt x="227" y="346"/>
                  </a:lnTo>
                  <a:lnTo>
                    <a:pt x="227" y="346"/>
                  </a:lnTo>
                  <a:lnTo>
                    <a:pt x="227" y="338"/>
                  </a:lnTo>
                  <a:lnTo>
                    <a:pt x="227" y="334"/>
                  </a:lnTo>
                  <a:lnTo>
                    <a:pt x="227" y="334"/>
                  </a:lnTo>
                  <a:lnTo>
                    <a:pt x="227" y="334"/>
                  </a:lnTo>
                  <a:lnTo>
                    <a:pt x="232" y="334"/>
                  </a:lnTo>
                  <a:lnTo>
                    <a:pt x="232" y="336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2" y="346"/>
                  </a:lnTo>
                  <a:lnTo>
                    <a:pt x="232" y="346"/>
                  </a:lnTo>
                  <a:lnTo>
                    <a:pt x="232" y="346"/>
                  </a:lnTo>
                  <a:lnTo>
                    <a:pt x="229" y="348"/>
                  </a:lnTo>
                  <a:lnTo>
                    <a:pt x="229" y="348"/>
                  </a:lnTo>
                  <a:lnTo>
                    <a:pt x="229" y="350"/>
                  </a:lnTo>
                  <a:lnTo>
                    <a:pt x="229" y="353"/>
                  </a:lnTo>
                  <a:lnTo>
                    <a:pt x="229" y="353"/>
                  </a:lnTo>
                  <a:lnTo>
                    <a:pt x="232" y="355"/>
                  </a:lnTo>
                  <a:lnTo>
                    <a:pt x="232" y="355"/>
                  </a:lnTo>
                  <a:lnTo>
                    <a:pt x="232" y="353"/>
                  </a:lnTo>
                  <a:lnTo>
                    <a:pt x="234" y="350"/>
                  </a:lnTo>
                  <a:lnTo>
                    <a:pt x="234" y="348"/>
                  </a:lnTo>
                  <a:lnTo>
                    <a:pt x="236" y="346"/>
                  </a:lnTo>
                  <a:lnTo>
                    <a:pt x="239" y="348"/>
                  </a:lnTo>
                  <a:lnTo>
                    <a:pt x="241" y="350"/>
                  </a:lnTo>
                  <a:lnTo>
                    <a:pt x="239" y="350"/>
                  </a:lnTo>
                  <a:lnTo>
                    <a:pt x="239" y="350"/>
                  </a:lnTo>
                  <a:lnTo>
                    <a:pt x="236" y="350"/>
                  </a:lnTo>
                  <a:lnTo>
                    <a:pt x="236" y="350"/>
                  </a:lnTo>
                  <a:lnTo>
                    <a:pt x="236" y="350"/>
                  </a:lnTo>
                  <a:lnTo>
                    <a:pt x="234" y="353"/>
                  </a:lnTo>
                  <a:lnTo>
                    <a:pt x="236" y="353"/>
                  </a:lnTo>
                  <a:lnTo>
                    <a:pt x="236" y="355"/>
                  </a:lnTo>
                  <a:lnTo>
                    <a:pt x="236" y="355"/>
                  </a:lnTo>
                  <a:lnTo>
                    <a:pt x="236" y="357"/>
                  </a:lnTo>
                  <a:lnTo>
                    <a:pt x="234" y="357"/>
                  </a:lnTo>
                  <a:lnTo>
                    <a:pt x="234" y="355"/>
                  </a:lnTo>
                  <a:lnTo>
                    <a:pt x="234" y="355"/>
                  </a:lnTo>
                  <a:lnTo>
                    <a:pt x="232" y="357"/>
                  </a:lnTo>
                  <a:lnTo>
                    <a:pt x="232" y="360"/>
                  </a:lnTo>
                  <a:lnTo>
                    <a:pt x="232" y="365"/>
                  </a:lnTo>
                  <a:lnTo>
                    <a:pt x="234" y="362"/>
                  </a:lnTo>
                  <a:lnTo>
                    <a:pt x="236" y="360"/>
                  </a:lnTo>
                  <a:lnTo>
                    <a:pt x="239" y="360"/>
                  </a:lnTo>
                  <a:lnTo>
                    <a:pt x="243" y="362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51" y="362"/>
                  </a:lnTo>
                  <a:lnTo>
                    <a:pt x="260" y="365"/>
                  </a:lnTo>
                  <a:lnTo>
                    <a:pt x="262" y="365"/>
                  </a:lnTo>
                  <a:lnTo>
                    <a:pt x="260" y="365"/>
                  </a:lnTo>
                  <a:lnTo>
                    <a:pt x="260" y="362"/>
                  </a:lnTo>
                  <a:lnTo>
                    <a:pt x="260" y="362"/>
                  </a:lnTo>
                  <a:lnTo>
                    <a:pt x="258" y="362"/>
                  </a:lnTo>
                  <a:lnTo>
                    <a:pt x="260" y="362"/>
                  </a:lnTo>
                  <a:lnTo>
                    <a:pt x="260" y="362"/>
                  </a:lnTo>
                  <a:lnTo>
                    <a:pt x="260" y="360"/>
                  </a:lnTo>
                  <a:lnTo>
                    <a:pt x="260" y="357"/>
                  </a:lnTo>
                  <a:lnTo>
                    <a:pt x="258" y="357"/>
                  </a:lnTo>
                  <a:lnTo>
                    <a:pt x="258" y="357"/>
                  </a:lnTo>
                  <a:lnTo>
                    <a:pt x="255" y="357"/>
                  </a:lnTo>
                  <a:lnTo>
                    <a:pt x="255" y="357"/>
                  </a:lnTo>
                  <a:lnTo>
                    <a:pt x="255" y="355"/>
                  </a:lnTo>
                  <a:lnTo>
                    <a:pt x="255" y="353"/>
                  </a:lnTo>
                  <a:lnTo>
                    <a:pt x="255" y="350"/>
                  </a:lnTo>
                  <a:lnTo>
                    <a:pt x="253" y="350"/>
                  </a:lnTo>
                  <a:lnTo>
                    <a:pt x="253" y="348"/>
                  </a:lnTo>
                  <a:lnTo>
                    <a:pt x="251" y="346"/>
                  </a:lnTo>
                  <a:lnTo>
                    <a:pt x="253" y="346"/>
                  </a:lnTo>
                  <a:lnTo>
                    <a:pt x="255" y="346"/>
                  </a:lnTo>
                  <a:lnTo>
                    <a:pt x="258" y="343"/>
                  </a:lnTo>
                  <a:lnTo>
                    <a:pt x="258" y="341"/>
                  </a:lnTo>
                  <a:lnTo>
                    <a:pt x="260" y="343"/>
                  </a:lnTo>
                  <a:lnTo>
                    <a:pt x="260" y="343"/>
                  </a:lnTo>
                  <a:lnTo>
                    <a:pt x="260" y="346"/>
                  </a:lnTo>
                  <a:lnTo>
                    <a:pt x="260" y="348"/>
                  </a:lnTo>
                  <a:lnTo>
                    <a:pt x="262" y="346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38"/>
                  </a:lnTo>
                  <a:lnTo>
                    <a:pt x="260" y="338"/>
                  </a:lnTo>
                  <a:lnTo>
                    <a:pt x="260" y="338"/>
                  </a:lnTo>
                  <a:lnTo>
                    <a:pt x="258" y="334"/>
                  </a:lnTo>
                  <a:lnTo>
                    <a:pt x="260" y="334"/>
                  </a:lnTo>
                  <a:lnTo>
                    <a:pt x="260" y="334"/>
                  </a:lnTo>
                  <a:lnTo>
                    <a:pt x="262" y="336"/>
                  </a:lnTo>
                  <a:lnTo>
                    <a:pt x="265" y="341"/>
                  </a:lnTo>
                  <a:lnTo>
                    <a:pt x="265" y="343"/>
                  </a:lnTo>
                  <a:lnTo>
                    <a:pt x="265" y="343"/>
                  </a:lnTo>
                  <a:lnTo>
                    <a:pt x="267" y="341"/>
                  </a:lnTo>
                  <a:lnTo>
                    <a:pt x="267" y="341"/>
                  </a:lnTo>
                  <a:lnTo>
                    <a:pt x="269" y="336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72" y="334"/>
                  </a:lnTo>
                  <a:lnTo>
                    <a:pt x="277" y="334"/>
                  </a:lnTo>
                  <a:lnTo>
                    <a:pt x="277" y="334"/>
                  </a:lnTo>
                  <a:lnTo>
                    <a:pt x="277" y="334"/>
                  </a:lnTo>
                  <a:lnTo>
                    <a:pt x="274" y="334"/>
                  </a:lnTo>
                  <a:lnTo>
                    <a:pt x="274" y="331"/>
                  </a:lnTo>
                  <a:lnTo>
                    <a:pt x="274" y="329"/>
                  </a:lnTo>
                  <a:lnTo>
                    <a:pt x="274" y="329"/>
                  </a:lnTo>
                  <a:lnTo>
                    <a:pt x="269" y="329"/>
                  </a:lnTo>
                  <a:lnTo>
                    <a:pt x="269" y="327"/>
                  </a:lnTo>
                  <a:lnTo>
                    <a:pt x="272" y="324"/>
                  </a:lnTo>
                  <a:lnTo>
                    <a:pt x="274" y="327"/>
                  </a:lnTo>
                  <a:lnTo>
                    <a:pt x="274" y="324"/>
                  </a:lnTo>
                  <a:lnTo>
                    <a:pt x="277" y="327"/>
                  </a:lnTo>
                  <a:lnTo>
                    <a:pt x="277" y="329"/>
                  </a:lnTo>
                  <a:lnTo>
                    <a:pt x="279" y="331"/>
                  </a:lnTo>
                  <a:lnTo>
                    <a:pt x="281" y="329"/>
                  </a:lnTo>
                  <a:lnTo>
                    <a:pt x="279" y="329"/>
                  </a:lnTo>
                  <a:lnTo>
                    <a:pt x="279" y="327"/>
                  </a:lnTo>
                  <a:lnTo>
                    <a:pt x="279" y="324"/>
                  </a:lnTo>
                  <a:lnTo>
                    <a:pt x="281" y="324"/>
                  </a:lnTo>
                  <a:lnTo>
                    <a:pt x="281" y="327"/>
                  </a:lnTo>
                  <a:lnTo>
                    <a:pt x="284" y="329"/>
                  </a:lnTo>
                  <a:lnTo>
                    <a:pt x="284" y="329"/>
                  </a:lnTo>
                  <a:lnTo>
                    <a:pt x="284" y="331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4" y="327"/>
                  </a:lnTo>
                  <a:lnTo>
                    <a:pt x="284" y="327"/>
                  </a:lnTo>
                  <a:lnTo>
                    <a:pt x="284" y="327"/>
                  </a:lnTo>
                  <a:lnTo>
                    <a:pt x="284" y="324"/>
                  </a:lnTo>
                  <a:lnTo>
                    <a:pt x="286" y="324"/>
                  </a:lnTo>
                  <a:lnTo>
                    <a:pt x="286" y="324"/>
                  </a:lnTo>
                  <a:lnTo>
                    <a:pt x="286" y="324"/>
                  </a:lnTo>
                  <a:lnTo>
                    <a:pt x="286" y="327"/>
                  </a:lnTo>
                  <a:lnTo>
                    <a:pt x="286" y="327"/>
                  </a:lnTo>
                  <a:lnTo>
                    <a:pt x="288" y="327"/>
                  </a:lnTo>
                  <a:lnTo>
                    <a:pt x="291" y="329"/>
                  </a:lnTo>
                  <a:lnTo>
                    <a:pt x="291" y="331"/>
                  </a:lnTo>
                  <a:lnTo>
                    <a:pt x="291" y="334"/>
                  </a:lnTo>
                  <a:lnTo>
                    <a:pt x="293" y="336"/>
                  </a:lnTo>
                  <a:lnTo>
                    <a:pt x="295" y="338"/>
                  </a:lnTo>
                  <a:lnTo>
                    <a:pt x="295" y="338"/>
                  </a:lnTo>
                  <a:lnTo>
                    <a:pt x="298" y="336"/>
                  </a:lnTo>
                  <a:lnTo>
                    <a:pt x="298" y="338"/>
                  </a:lnTo>
                  <a:lnTo>
                    <a:pt x="298" y="341"/>
                  </a:lnTo>
                  <a:lnTo>
                    <a:pt x="298" y="341"/>
                  </a:lnTo>
                  <a:lnTo>
                    <a:pt x="300" y="343"/>
                  </a:lnTo>
                  <a:lnTo>
                    <a:pt x="300" y="341"/>
                  </a:lnTo>
                  <a:lnTo>
                    <a:pt x="300" y="336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5" y="334"/>
                  </a:lnTo>
                  <a:lnTo>
                    <a:pt x="305" y="334"/>
                  </a:lnTo>
                  <a:lnTo>
                    <a:pt x="305" y="331"/>
                  </a:lnTo>
                  <a:lnTo>
                    <a:pt x="305" y="331"/>
                  </a:lnTo>
                  <a:lnTo>
                    <a:pt x="305" y="331"/>
                  </a:lnTo>
                  <a:lnTo>
                    <a:pt x="303" y="331"/>
                  </a:lnTo>
                  <a:lnTo>
                    <a:pt x="303" y="327"/>
                  </a:lnTo>
                  <a:lnTo>
                    <a:pt x="303" y="327"/>
                  </a:lnTo>
                  <a:lnTo>
                    <a:pt x="298" y="327"/>
                  </a:lnTo>
                  <a:lnTo>
                    <a:pt x="298" y="324"/>
                  </a:lnTo>
                  <a:lnTo>
                    <a:pt x="298" y="324"/>
                  </a:lnTo>
                  <a:lnTo>
                    <a:pt x="300" y="324"/>
                  </a:lnTo>
                  <a:lnTo>
                    <a:pt x="300" y="324"/>
                  </a:lnTo>
                  <a:lnTo>
                    <a:pt x="300" y="324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5" y="327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7" y="329"/>
                  </a:lnTo>
                  <a:lnTo>
                    <a:pt x="307" y="329"/>
                  </a:lnTo>
                  <a:lnTo>
                    <a:pt x="307" y="327"/>
                  </a:lnTo>
                  <a:lnTo>
                    <a:pt x="305" y="324"/>
                  </a:lnTo>
                  <a:lnTo>
                    <a:pt x="305" y="322"/>
                  </a:lnTo>
                  <a:lnTo>
                    <a:pt x="307" y="322"/>
                  </a:lnTo>
                  <a:lnTo>
                    <a:pt x="307" y="320"/>
                  </a:lnTo>
                  <a:lnTo>
                    <a:pt x="307" y="322"/>
                  </a:lnTo>
                  <a:lnTo>
                    <a:pt x="307" y="327"/>
                  </a:lnTo>
                  <a:lnTo>
                    <a:pt x="307" y="329"/>
                  </a:lnTo>
                  <a:lnTo>
                    <a:pt x="310" y="331"/>
                  </a:lnTo>
                  <a:lnTo>
                    <a:pt x="310" y="327"/>
                  </a:lnTo>
                  <a:lnTo>
                    <a:pt x="310" y="322"/>
                  </a:lnTo>
                  <a:lnTo>
                    <a:pt x="310" y="320"/>
                  </a:lnTo>
                  <a:lnTo>
                    <a:pt x="310" y="320"/>
                  </a:lnTo>
                  <a:lnTo>
                    <a:pt x="312" y="320"/>
                  </a:lnTo>
                  <a:lnTo>
                    <a:pt x="312" y="320"/>
                  </a:lnTo>
                  <a:lnTo>
                    <a:pt x="312" y="317"/>
                  </a:lnTo>
                  <a:lnTo>
                    <a:pt x="312" y="317"/>
                  </a:lnTo>
                  <a:lnTo>
                    <a:pt x="310" y="315"/>
                  </a:lnTo>
                  <a:lnTo>
                    <a:pt x="307" y="312"/>
                  </a:lnTo>
                  <a:lnTo>
                    <a:pt x="307" y="312"/>
                  </a:lnTo>
                  <a:lnTo>
                    <a:pt x="310" y="312"/>
                  </a:lnTo>
                  <a:lnTo>
                    <a:pt x="310" y="310"/>
                  </a:lnTo>
                  <a:lnTo>
                    <a:pt x="310" y="308"/>
                  </a:lnTo>
                  <a:lnTo>
                    <a:pt x="310" y="308"/>
                  </a:lnTo>
                  <a:lnTo>
                    <a:pt x="312" y="305"/>
                  </a:lnTo>
                  <a:lnTo>
                    <a:pt x="312" y="308"/>
                  </a:lnTo>
                  <a:lnTo>
                    <a:pt x="312" y="305"/>
                  </a:lnTo>
                  <a:lnTo>
                    <a:pt x="314" y="303"/>
                  </a:lnTo>
                  <a:lnTo>
                    <a:pt x="314" y="303"/>
                  </a:lnTo>
                  <a:lnTo>
                    <a:pt x="314" y="305"/>
                  </a:lnTo>
                  <a:lnTo>
                    <a:pt x="314" y="308"/>
                  </a:lnTo>
                  <a:lnTo>
                    <a:pt x="314" y="310"/>
                  </a:lnTo>
                  <a:lnTo>
                    <a:pt x="314" y="310"/>
                  </a:lnTo>
                  <a:lnTo>
                    <a:pt x="317" y="312"/>
                  </a:lnTo>
                  <a:lnTo>
                    <a:pt x="317" y="312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03"/>
                  </a:lnTo>
                  <a:lnTo>
                    <a:pt x="317" y="303"/>
                  </a:lnTo>
                  <a:lnTo>
                    <a:pt x="319" y="303"/>
                  </a:lnTo>
                  <a:lnTo>
                    <a:pt x="319" y="310"/>
                  </a:lnTo>
                  <a:lnTo>
                    <a:pt x="319" y="312"/>
                  </a:lnTo>
                  <a:lnTo>
                    <a:pt x="322" y="312"/>
                  </a:lnTo>
                  <a:lnTo>
                    <a:pt x="322" y="312"/>
                  </a:lnTo>
                  <a:lnTo>
                    <a:pt x="324" y="312"/>
                  </a:lnTo>
                  <a:lnTo>
                    <a:pt x="324" y="308"/>
                  </a:lnTo>
                  <a:lnTo>
                    <a:pt x="326" y="305"/>
                  </a:lnTo>
                  <a:lnTo>
                    <a:pt x="326" y="305"/>
                  </a:lnTo>
                  <a:lnTo>
                    <a:pt x="326" y="303"/>
                  </a:lnTo>
                  <a:lnTo>
                    <a:pt x="329" y="303"/>
                  </a:lnTo>
                  <a:lnTo>
                    <a:pt x="329" y="305"/>
                  </a:lnTo>
                  <a:lnTo>
                    <a:pt x="329" y="305"/>
                  </a:lnTo>
                  <a:lnTo>
                    <a:pt x="329" y="308"/>
                  </a:lnTo>
                  <a:lnTo>
                    <a:pt x="329" y="308"/>
                  </a:lnTo>
                  <a:lnTo>
                    <a:pt x="329" y="308"/>
                  </a:lnTo>
                  <a:lnTo>
                    <a:pt x="331" y="308"/>
                  </a:lnTo>
                  <a:lnTo>
                    <a:pt x="331" y="308"/>
                  </a:lnTo>
                  <a:lnTo>
                    <a:pt x="331" y="308"/>
                  </a:lnTo>
                  <a:lnTo>
                    <a:pt x="333" y="308"/>
                  </a:lnTo>
                  <a:lnTo>
                    <a:pt x="333" y="308"/>
                  </a:lnTo>
                  <a:lnTo>
                    <a:pt x="333" y="305"/>
                  </a:lnTo>
                  <a:lnTo>
                    <a:pt x="333" y="305"/>
                  </a:lnTo>
                  <a:lnTo>
                    <a:pt x="336" y="305"/>
                  </a:lnTo>
                  <a:lnTo>
                    <a:pt x="336" y="305"/>
                  </a:lnTo>
                  <a:lnTo>
                    <a:pt x="333" y="303"/>
                  </a:lnTo>
                  <a:lnTo>
                    <a:pt x="333" y="303"/>
                  </a:lnTo>
                  <a:lnTo>
                    <a:pt x="333" y="301"/>
                  </a:lnTo>
                  <a:lnTo>
                    <a:pt x="333" y="301"/>
                  </a:lnTo>
                  <a:lnTo>
                    <a:pt x="333" y="296"/>
                  </a:lnTo>
                  <a:lnTo>
                    <a:pt x="331" y="296"/>
                  </a:lnTo>
                  <a:lnTo>
                    <a:pt x="331" y="296"/>
                  </a:lnTo>
                  <a:lnTo>
                    <a:pt x="333" y="294"/>
                  </a:lnTo>
                  <a:lnTo>
                    <a:pt x="333" y="291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38" y="294"/>
                  </a:lnTo>
                  <a:lnTo>
                    <a:pt x="338" y="294"/>
                  </a:lnTo>
                  <a:lnTo>
                    <a:pt x="338" y="296"/>
                  </a:lnTo>
                  <a:lnTo>
                    <a:pt x="340" y="296"/>
                  </a:lnTo>
                  <a:lnTo>
                    <a:pt x="340" y="296"/>
                  </a:lnTo>
                  <a:lnTo>
                    <a:pt x="343" y="294"/>
                  </a:lnTo>
                  <a:lnTo>
                    <a:pt x="345" y="294"/>
                  </a:lnTo>
                  <a:lnTo>
                    <a:pt x="343" y="294"/>
                  </a:lnTo>
                  <a:lnTo>
                    <a:pt x="343" y="291"/>
                  </a:lnTo>
                  <a:lnTo>
                    <a:pt x="340" y="289"/>
                  </a:lnTo>
                  <a:lnTo>
                    <a:pt x="340" y="286"/>
                  </a:lnTo>
                  <a:lnTo>
                    <a:pt x="343" y="286"/>
                  </a:lnTo>
                  <a:lnTo>
                    <a:pt x="345" y="289"/>
                  </a:lnTo>
                  <a:lnTo>
                    <a:pt x="345" y="294"/>
                  </a:lnTo>
                  <a:lnTo>
                    <a:pt x="348" y="294"/>
                  </a:lnTo>
                  <a:lnTo>
                    <a:pt x="348" y="294"/>
                  </a:lnTo>
                  <a:lnTo>
                    <a:pt x="348" y="291"/>
                  </a:lnTo>
                  <a:lnTo>
                    <a:pt x="348" y="291"/>
                  </a:lnTo>
                  <a:lnTo>
                    <a:pt x="350" y="291"/>
                  </a:lnTo>
                  <a:lnTo>
                    <a:pt x="350" y="291"/>
                  </a:lnTo>
                  <a:lnTo>
                    <a:pt x="350" y="289"/>
                  </a:lnTo>
                  <a:lnTo>
                    <a:pt x="348" y="289"/>
                  </a:lnTo>
                  <a:lnTo>
                    <a:pt x="348" y="286"/>
                  </a:lnTo>
                  <a:lnTo>
                    <a:pt x="348" y="284"/>
                  </a:lnTo>
                  <a:lnTo>
                    <a:pt x="345" y="284"/>
                  </a:lnTo>
                  <a:lnTo>
                    <a:pt x="345" y="282"/>
                  </a:lnTo>
                  <a:lnTo>
                    <a:pt x="345" y="282"/>
                  </a:lnTo>
                  <a:lnTo>
                    <a:pt x="348" y="282"/>
                  </a:lnTo>
                  <a:lnTo>
                    <a:pt x="348" y="282"/>
                  </a:lnTo>
                  <a:lnTo>
                    <a:pt x="350" y="282"/>
                  </a:lnTo>
                  <a:lnTo>
                    <a:pt x="348" y="282"/>
                  </a:lnTo>
                  <a:lnTo>
                    <a:pt x="350" y="279"/>
                  </a:lnTo>
                  <a:lnTo>
                    <a:pt x="352" y="279"/>
                  </a:lnTo>
                  <a:lnTo>
                    <a:pt x="352" y="282"/>
                  </a:lnTo>
                  <a:lnTo>
                    <a:pt x="352" y="284"/>
                  </a:lnTo>
                  <a:lnTo>
                    <a:pt x="352" y="284"/>
                  </a:lnTo>
                  <a:lnTo>
                    <a:pt x="355" y="286"/>
                  </a:lnTo>
                  <a:lnTo>
                    <a:pt x="355" y="286"/>
                  </a:lnTo>
                  <a:lnTo>
                    <a:pt x="357" y="286"/>
                  </a:lnTo>
                  <a:lnTo>
                    <a:pt x="359" y="286"/>
                  </a:lnTo>
                  <a:lnTo>
                    <a:pt x="357" y="284"/>
                  </a:lnTo>
                  <a:lnTo>
                    <a:pt x="357" y="284"/>
                  </a:lnTo>
                  <a:lnTo>
                    <a:pt x="357" y="284"/>
                  </a:lnTo>
                  <a:lnTo>
                    <a:pt x="359" y="282"/>
                  </a:lnTo>
                  <a:lnTo>
                    <a:pt x="359" y="284"/>
                  </a:lnTo>
                  <a:lnTo>
                    <a:pt x="362" y="284"/>
                  </a:lnTo>
                  <a:lnTo>
                    <a:pt x="362" y="284"/>
                  </a:lnTo>
                  <a:lnTo>
                    <a:pt x="364" y="284"/>
                  </a:lnTo>
                  <a:lnTo>
                    <a:pt x="364" y="282"/>
                  </a:lnTo>
                  <a:lnTo>
                    <a:pt x="362" y="282"/>
                  </a:lnTo>
                  <a:lnTo>
                    <a:pt x="364" y="282"/>
                  </a:lnTo>
                  <a:lnTo>
                    <a:pt x="364" y="279"/>
                  </a:lnTo>
                  <a:lnTo>
                    <a:pt x="366" y="279"/>
                  </a:lnTo>
                  <a:lnTo>
                    <a:pt x="369" y="272"/>
                  </a:lnTo>
                  <a:lnTo>
                    <a:pt x="369" y="270"/>
                  </a:lnTo>
                  <a:lnTo>
                    <a:pt x="369" y="267"/>
                  </a:lnTo>
                  <a:lnTo>
                    <a:pt x="371" y="270"/>
                  </a:lnTo>
                  <a:lnTo>
                    <a:pt x="371" y="267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4" y="265"/>
                  </a:lnTo>
                  <a:lnTo>
                    <a:pt x="374" y="265"/>
                  </a:lnTo>
                  <a:lnTo>
                    <a:pt x="376" y="263"/>
                  </a:lnTo>
                  <a:lnTo>
                    <a:pt x="376" y="258"/>
                  </a:lnTo>
                  <a:lnTo>
                    <a:pt x="378" y="258"/>
                  </a:lnTo>
                  <a:lnTo>
                    <a:pt x="376" y="25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4" name="Freeform 35">
              <a:extLst>
                <a:ext uri="{FF2B5EF4-FFF2-40B4-BE49-F238E27FC236}">
                  <a16:creationId xmlns:a16="http://schemas.microsoft.com/office/drawing/2014/main" id="{262CB10F-FCB3-4806-ABEC-096BA0CB1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1928" y="2678468"/>
              <a:ext cx="431439" cy="204863"/>
            </a:xfrm>
            <a:custGeom>
              <a:avLst/>
              <a:gdLst>
                <a:gd name="T0" fmla="*/ 374 w 457"/>
                <a:gd name="T1" fmla="*/ 208 h 217"/>
                <a:gd name="T2" fmla="*/ 450 w 457"/>
                <a:gd name="T3" fmla="*/ 187 h 217"/>
                <a:gd name="T4" fmla="*/ 457 w 457"/>
                <a:gd name="T5" fmla="*/ 146 h 217"/>
                <a:gd name="T6" fmla="*/ 450 w 457"/>
                <a:gd name="T7" fmla="*/ 146 h 217"/>
                <a:gd name="T8" fmla="*/ 445 w 457"/>
                <a:gd name="T9" fmla="*/ 139 h 217"/>
                <a:gd name="T10" fmla="*/ 367 w 457"/>
                <a:gd name="T11" fmla="*/ 52 h 217"/>
                <a:gd name="T12" fmla="*/ 220 w 457"/>
                <a:gd name="T13" fmla="*/ 28 h 217"/>
                <a:gd name="T14" fmla="*/ 22 w 457"/>
                <a:gd name="T15" fmla="*/ 66 h 217"/>
                <a:gd name="T16" fmla="*/ 36 w 457"/>
                <a:gd name="T17" fmla="*/ 106 h 217"/>
                <a:gd name="T18" fmla="*/ 53 w 457"/>
                <a:gd name="T19" fmla="*/ 94 h 217"/>
                <a:gd name="T20" fmla="*/ 67 w 457"/>
                <a:gd name="T21" fmla="*/ 78 h 217"/>
                <a:gd name="T22" fmla="*/ 74 w 457"/>
                <a:gd name="T23" fmla="*/ 71 h 217"/>
                <a:gd name="T24" fmla="*/ 90 w 457"/>
                <a:gd name="T25" fmla="*/ 78 h 217"/>
                <a:gd name="T26" fmla="*/ 112 w 457"/>
                <a:gd name="T27" fmla="*/ 59 h 217"/>
                <a:gd name="T28" fmla="*/ 154 w 457"/>
                <a:gd name="T29" fmla="*/ 56 h 217"/>
                <a:gd name="T30" fmla="*/ 164 w 457"/>
                <a:gd name="T31" fmla="*/ 63 h 217"/>
                <a:gd name="T32" fmla="*/ 173 w 457"/>
                <a:gd name="T33" fmla="*/ 82 h 217"/>
                <a:gd name="T34" fmla="*/ 202 w 457"/>
                <a:gd name="T35" fmla="*/ 104 h 217"/>
                <a:gd name="T36" fmla="*/ 251 w 457"/>
                <a:gd name="T37" fmla="*/ 111 h 217"/>
                <a:gd name="T38" fmla="*/ 254 w 457"/>
                <a:gd name="T39" fmla="*/ 158 h 217"/>
                <a:gd name="T40" fmla="*/ 244 w 457"/>
                <a:gd name="T41" fmla="*/ 175 h 217"/>
                <a:gd name="T42" fmla="*/ 258 w 457"/>
                <a:gd name="T43" fmla="*/ 177 h 217"/>
                <a:gd name="T44" fmla="*/ 268 w 457"/>
                <a:gd name="T45" fmla="*/ 179 h 217"/>
                <a:gd name="T46" fmla="*/ 299 w 457"/>
                <a:gd name="T47" fmla="*/ 198 h 217"/>
                <a:gd name="T48" fmla="*/ 329 w 457"/>
                <a:gd name="T49" fmla="*/ 201 h 217"/>
                <a:gd name="T50" fmla="*/ 341 w 457"/>
                <a:gd name="T51" fmla="*/ 198 h 217"/>
                <a:gd name="T52" fmla="*/ 306 w 457"/>
                <a:gd name="T53" fmla="*/ 172 h 217"/>
                <a:gd name="T54" fmla="*/ 313 w 457"/>
                <a:gd name="T55" fmla="*/ 172 h 217"/>
                <a:gd name="T56" fmla="*/ 313 w 457"/>
                <a:gd name="T57" fmla="*/ 153 h 217"/>
                <a:gd name="T58" fmla="*/ 303 w 457"/>
                <a:gd name="T59" fmla="*/ 116 h 217"/>
                <a:gd name="T60" fmla="*/ 303 w 457"/>
                <a:gd name="T61" fmla="*/ 101 h 217"/>
                <a:gd name="T62" fmla="*/ 313 w 457"/>
                <a:gd name="T63" fmla="*/ 97 h 217"/>
                <a:gd name="T64" fmla="*/ 306 w 457"/>
                <a:gd name="T65" fmla="*/ 82 h 217"/>
                <a:gd name="T66" fmla="*/ 287 w 457"/>
                <a:gd name="T67" fmla="*/ 71 h 217"/>
                <a:gd name="T68" fmla="*/ 299 w 457"/>
                <a:gd name="T69" fmla="*/ 66 h 217"/>
                <a:gd name="T70" fmla="*/ 310 w 457"/>
                <a:gd name="T71" fmla="*/ 54 h 217"/>
                <a:gd name="T72" fmla="*/ 315 w 457"/>
                <a:gd name="T73" fmla="*/ 37 h 217"/>
                <a:gd name="T74" fmla="*/ 329 w 457"/>
                <a:gd name="T75" fmla="*/ 23 h 217"/>
                <a:gd name="T76" fmla="*/ 351 w 457"/>
                <a:gd name="T77" fmla="*/ 16 h 217"/>
                <a:gd name="T78" fmla="*/ 355 w 457"/>
                <a:gd name="T79" fmla="*/ 40 h 217"/>
                <a:gd name="T80" fmla="*/ 322 w 457"/>
                <a:gd name="T81" fmla="*/ 75 h 217"/>
                <a:gd name="T82" fmla="*/ 339 w 457"/>
                <a:gd name="T83" fmla="*/ 75 h 217"/>
                <a:gd name="T84" fmla="*/ 322 w 457"/>
                <a:gd name="T85" fmla="*/ 94 h 217"/>
                <a:gd name="T86" fmla="*/ 322 w 457"/>
                <a:gd name="T87" fmla="*/ 106 h 217"/>
                <a:gd name="T88" fmla="*/ 339 w 457"/>
                <a:gd name="T89" fmla="*/ 104 h 217"/>
                <a:gd name="T90" fmla="*/ 339 w 457"/>
                <a:gd name="T91" fmla="*/ 120 h 217"/>
                <a:gd name="T92" fmla="*/ 327 w 457"/>
                <a:gd name="T93" fmla="*/ 134 h 217"/>
                <a:gd name="T94" fmla="*/ 339 w 457"/>
                <a:gd name="T95" fmla="*/ 132 h 217"/>
                <a:gd name="T96" fmla="*/ 346 w 457"/>
                <a:gd name="T97" fmla="*/ 137 h 217"/>
                <a:gd name="T98" fmla="*/ 360 w 457"/>
                <a:gd name="T99" fmla="*/ 142 h 217"/>
                <a:gd name="T100" fmla="*/ 334 w 457"/>
                <a:gd name="T101" fmla="*/ 149 h 217"/>
                <a:gd name="T102" fmla="*/ 339 w 457"/>
                <a:gd name="T103" fmla="*/ 153 h 217"/>
                <a:gd name="T104" fmla="*/ 346 w 457"/>
                <a:gd name="T105" fmla="*/ 175 h 217"/>
                <a:gd name="T106" fmla="*/ 367 w 457"/>
                <a:gd name="T107" fmla="*/ 175 h 217"/>
                <a:gd name="T108" fmla="*/ 374 w 457"/>
                <a:gd name="T109" fmla="*/ 172 h 217"/>
                <a:gd name="T110" fmla="*/ 388 w 457"/>
                <a:gd name="T111" fmla="*/ 179 h 217"/>
                <a:gd name="T112" fmla="*/ 395 w 457"/>
                <a:gd name="T113" fmla="*/ 189 h 217"/>
                <a:gd name="T114" fmla="*/ 395 w 457"/>
                <a:gd name="T115" fmla="*/ 194 h 217"/>
                <a:gd name="T116" fmla="*/ 391 w 457"/>
                <a:gd name="T117" fmla="*/ 210 h 217"/>
                <a:gd name="T118" fmla="*/ 412 w 457"/>
                <a:gd name="T119" fmla="*/ 208 h 217"/>
                <a:gd name="T120" fmla="*/ 443 w 457"/>
                <a:gd name="T121" fmla="*/ 18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7" h="217">
                  <a:moveTo>
                    <a:pt x="374" y="208"/>
                  </a:moveTo>
                  <a:lnTo>
                    <a:pt x="374" y="205"/>
                  </a:lnTo>
                  <a:lnTo>
                    <a:pt x="372" y="205"/>
                  </a:lnTo>
                  <a:lnTo>
                    <a:pt x="372" y="205"/>
                  </a:lnTo>
                  <a:lnTo>
                    <a:pt x="372" y="208"/>
                  </a:lnTo>
                  <a:lnTo>
                    <a:pt x="372" y="210"/>
                  </a:lnTo>
                  <a:lnTo>
                    <a:pt x="377" y="210"/>
                  </a:lnTo>
                  <a:lnTo>
                    <a:pt x="377" y="210"/>
                  </a:lnTo>
                  <a:lnTo>
                    <a:pt x="377" y="213"/>
                  </a:lnTo>
                  <a:lnTo>
                    <a:pt x="372" y="213"/>
                  </a:lnTo>
                  <a:lnTo>
                    <a:pt x="372" y="213"/>
                  </a:lnTo>
                  <a:lnTo>
                    <a:pt x="374" y="215"/>
                  </a:lnTo>
                  <a:lnTo>
                    <a:pt x="377" y="215"/>
                  </a:lnTo>
                  <a:lnTo>
                    <a:pt x="377" y="215"/>
                  </a:lnTo>
                  <a:lnTo>
                    <a:pt x="377" y="213"/>
                  </a:lnTo>
                  <a:lnTo>
                    <a:pt x="379" y="210"/>
                  </a:lnTo>
                  <a:lnTo>
                    <a:pt x="377" y="208"/>
                  </a:lnTo>
                  <a:lnTo>
                    <a:pt x="374" y="208"/>
                  </a:lnTo>
                  <a:close/>
                  <a:moveTo>
                    <a:pt x="369" y="189"/>
                  </a:moveTo>
                  <a:lnTo>
                    <a:pt x="369" y="187"/>
                  </a:lnTo>
                  <a:lnTo>
                    <a:pt x="367" y="187"/>
                  </a:lnTo>
                  <a:lnTo>
                    <a:pt x="365" y="187"/>
                  </a:lnTo>
                  <a:lnTo>
                    <a:pt x="365" y="189"/>
                  </a:lnTo>
                  <a:lnTo>
                    <a:pt x="365" y="191"/>
                  </a:lnTo>
                  <a:lnTo>
                    <a:pt x="367" y="191"/>
                  </a:lnTo>
                  <a:lnTo>
                    <a:pt x="369" y="191"/>
                  </a:lnTo>
                  <a:lnTo>
                    <a:pt x="372" y="191"/>
                  </a:lnTo>
                  <a:lnTo>
                    <a:pt x="372" y="189"/>
                  </a:lnTo>
                  <a:lnTo>
                    <a:pt x="369" y="189"/>
                  </a:lnTo>
                  <a:close/>
                  <a:moveTo>
                    <a:pt x="455" y="158"/>
                  </a:moveTo>
                  <a:lnTo>
                    <a:pt x="452" y="168"/>
                  </a:lnTo>
                  <a:lnTo>
                    <a:pt x="452" y="172"/>
                  </a:lnTo>
                  <a:lnTo>
                    <a:pt x="452" y="177"/>
                  </a:lnTo>
                  <a:lnTo>
                    <a:pt x="452" y="179"/>
                  </a:lnTo>
                  <a:lnTo>
                    <a:pt x="452" y="182"/>
                  </a:lnTo>
                  <a:lnTo>
                    <a:pt x="450" y="187"/>
                  </a:lnTo>
                  <a:lnTo>
                    <a:pt x="448" y="191"/>
                  </a:lnTo>
                  <a:lnTo>
                    <a:pt x="450" y="191"/>
                  </a:lnTo>
                  <a:lnTo>
                    <a:pt x="450" y="189"/>
                  </a:lnTo>
                  <a:lnTo>
                    <a:pt x="450" y="189"/>
                  </a:lnTo>
                  <a:lnTo>
                    <a:pt x="452" y="184"/>
                  </a:lnTo>
                  <a:lnTo>
                    <a:pt x="455" y="172"/>
                  </a:lnTo>
                  <a:lnTo>
                    <a:pt x="455" y="165"/>
                  </a:lnTo>
                  <a:lnTo>
                    <a:pt x="457" y="158"/>
                  </a:lnTo>
                  <a:lnTo>
                    <a:pt x="457" y="156"/>
                  </a:lnTo>
                  <a:lnTo>
                    <a:pt x="455" y="156"/>
                  </a:lnTo>
                  <a:lnTo>
                    <a:pt x="455" y="158"/>
                  </a:lnTo>
                  <a:close/>
                  <a:moveTo>
                    <a:pt x="457" y="139"/>
                  </a:moveTo>
                  <a:lnTo>
                    <a:pt x="457" y="137"/>
                  </a:lnTo>
                  <a:lnTo>
                    <a:pt x="457" y="137"/>
                  </a:lnTo>
                  <a:lnTo>
                    <a:pt x="455" y="137"/>
                  </a:lnTo>
                  <a:lnTo>
                    <a:pt x="455" y="137"/>
                  </a:lnTo>
                  <a:lnTo>
                    <a:pt x="457" y="139"/>
                  </a:lnTo>
                  <a:lnTo>
                    <a:pt x="457" y="146"/>
                  </a:lnTo>
                  <a:lnTo>
                    <a:pt x="457" y="151"/>
                  </a:lnTo>
                  <a:lnTo>
                    <a:pt x="457" y="149"/>
                  </a:lnTo>
                  <a:lnTo>
                    <a:pt x="457" y="144"/>
                  </a:lnTo>
                  <a:lnTo>
                    <a:pt x="457" y="139"/>
                  </a:lnTo>
                  <a:close/>
                  <a:moveTo>
                    <a:pt x="452" y="163"/>
                  </a:moveTo>
                  <a:lnTo>
                    <a:pt x="452" y="158"/>
                  </a:lnTo>
                  <a:lnTo>
                    <a:pt x="455" y="156"/>
                  </a:lnTo>
                  <a:lnTo>
                    <a:pt x="455" y="153"/>
                  </a:lnTo>
                  <a:lnTo>
                    <a:pt x="455" y="151"/>
                  </a:lnTo>
                  <a:lnTo>
                    <a:pt x="455" y="149"/>
                  </a:lnTo>
                  <a:lnTo>
                    <a:pt x="455" y="149"/>
                  </a:lnTo>
                  <a:lnTo>
                    <a:pt x="452" y="149"/>
                  </a:lnTo>
                  <a:lnTo>
                    <a:pt x="452" y="149"/>
                  </a:lnTo>
                  <a:lnTo>
                    <a:pt x="450" y="149"/>
                  </a:lnTo>
                  <a:lnTo>
                    <a:pt x="450" y="149"/>
                  </a:lnTo>
                  <a:lnTo>
                    <a:pt x="450" y="149"/>
                  </a:lnTo>
                  <a:lnTo>
                    <a:pt x="452" y="146"/>
                  </a:lnTo>
                  <a:lnTo>
                    <a:pt x="450" y="146"/>
                  </a:lnTo>
                  <a:lnTo>
                    <a:pt x="450" y="146"/>
                  </a:lnTo>
                  <a:lnTo>
                    <a:pt x="450" y="146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45" y="144"/>
                  </a:lnTo>
                  <a:lnTo>
                    <a:pt x="445" y="142"/>
                  </a:lnTo>
                  <a:lnTo>
                    <a:pt x="448" y="142"/>
                  </a:lnTo>
                  <a:lnTo>
                    <a:pt x="450" y="142"/>
                  </a:lnTo>
                  <a:lnTo>
                    <a:pt x="452" y="142"/>
                  </a:lnTo>
                  <a:lnTo>
                    <a:pt x="452" y="142"/>
                  </a:lnTo>
                  <a:lnTo>
                    <a:pt x="452" y="142"/>
                  </a:lnTo>
                  <a:lnTo>
                    <a:pt x="450" y="139"/>
                  </a:lnTo>
                  <a:lnTo>
                    <a:pt x="452" y="139"/>
                  </a:lnTo>
                  <a:lnTo>
                    <a:pt x="452" y="139"/>
                  </a:lnTo>
                  <a:lnTo>
                    <a:pt x="452" y="137"/>
                  </a:lnTo>
                  <a:lnTo>
                    <a:pt x="452" y="137"/>
                  </a:lnTo>
                  <a:lnTo>
                    <a:pt x="450" y="137"/>
                  </a:lnTo>
                  <a:lnTo>
                    <a:pt x="445" y="139"/>
                  </a:lnTo>
                  <a:lnTo>
                    <a:pt x="438" y="139"/>
                  </a:lnTo>
                  <a:lnTo>
                    <a:pt x="431" y="142"/>
                  </a:lnTo>
                  <a:lnTo>
                    <a:pt x="424" y="144"/>
                  </a:lnTo>
                  <a:lnTo>
                    <a:pt x="417" y="144"/>
                  </a:lnTo>
                  <a:lnTo>
                    <a:pt x="407" y="146"/>
                  </a:lnTo>
                  <a:lnTo>
                    <a:pt x="400" y="149"/>
                  </a:lnTo>
                  <a:lnTo>
                    <a:pt x="393" y="151"/>
                  </a:lnTo>
                  <a:lnTo>
                    <a:pt x="391" y="144"/>
                  </a:lnTo>
                  <a:lnTo>
                    <a:pt x="391" y="139"/>
                  </a:lnTo>
                  <a:lnTo>
                    <a:pt x="388" y="130"/>
                  </a:lnTo>
                  <a:lnTo>
                    <a:pt x="386" y="120"/>
                  </a:lnTo>
                  <a:lnTo>
                    <a:pt x="384" y="113"/>
                  </a:lnTo>
                  <a:lnTo>
                    <a:pt x="381" y="104"/>
                  </a:lnTo>
                  <a:lnTo>
                    <a:pt x="379" y="94"/>
                  </a:lnTo>
                  <a:lnTo>
                    <a:pt x="377" y="87"/>
                  </a:lnTo>
                  <a:lnTo>
                    <a:pt x="372" y="68"/>
                  </a:lnTo>
                  <a:lnTo>
                    <a:pt x="369" y="61"/>
                  </a:lnTo>
                  <a:lnTo>
                    <a:pt x="367" y="52"/>
                  </a:lnTo>
                  <a:lnTo>
                    <a:pt x="365" y="42"/>
                  </a:lnTo>
                  <a:lnTo>
                    <a:pt x="360" y="33"/>
                  </a:lnTo>
                  <a:lnTo>
                    <a:pt x="358" y="26"/>
                  </a:lnTo>
                  <a:lnTo>
                    <a:pt x="355" y="16"/>
                  </a:lnTo>
                  <a:lnTo>
                    <a:pt x="353" y="7"/>
                  </a:lnTo>
                  <a:lnTo>
                    <a:pt x="351" y="0"/>
                  </a:lnTo>
                  <a:lnTo>
                    <a:pt x="341" y="2"/>
                  </a:lnTo>
                  <a:lnTo>
                    <a:pt x="329" y="4"/>
                  </a:lnTo>
                  <a:lnTo>
                    <a:pt x="320" y="7"/>
                  </a:lnTo>
                  <a:lnTo>
                    <a:pt x="308" y="9"/>
                  </a:lnTo>
                  <a:lnTo>
                    <a:pt x="296" y="11"/>
                  </a:lnTo>
                  <a:lnTo>
                    <a:pt x="287" y="14"/>
                  </a:lnTo>
                  <a:lnTo>
                    <a:pt x="275" y="16"/>
                  </a:lnTo>
                  <a:lnTo>
                    <a:pt x="263" y="19"/>
                  </a:lnTo>
                  <a:lnTo>
                    <a:pt x="254" y="21"/>
                  </a:lnTo>
                  <a:lnTo>
                    <a:pt x="242" y="23"/>
                  </a:lnTo>
                  <a:lnTo>
                    <a:pt x="232" y="26"/>
                  </a:lnTo>
                  <a:lnTo>
                    <a:pt x="220" y="28"/>
                  </a:lnTo>
                  <a:lnTo>
                    <a:pt x="209" y="30"/>
                  </a:lnTo>
                  <a:lnTo>
                    <a:pt x="199" y="33"/>
                  </a:lnTo>
                  <a:lnTo>
                    <a:pt x="187" y="35"/>
                  </a:lnTo>
                  <a:lnTo>
                    <a:pt x="176" y="37"/>
                  </a:lnTo>
                  <a:lnTo>
                    <a:pt x="166" y="37"/>
                  </a:lnTo>
                  <a:lnTo>
                    <a:pt x="154" y="40"/>
                  </a:lnTo>
                  <a:lnTo>
                    <a:pt x="142" y="42"/>
                  </a:lnTo>
                  <a:lnTo>
                    <a:pt x="133" y="45"/>
                  </a:lnTo>
                  <a:lnTo>
                    <a:pt x="121" y="47"/>
                  </a:lnTo>
                  <a:lnTo>
                    <a:pt x="109" y="49"/>
                  </a:lnTo>
                  <a:lnTo>
                    <a:pt x="100" y="52"/>
                  </a:lnTo>
                  <a:lnTo>
                    <a:pt x="88" y="54"/>
                  </a:lnTo>
                  <a:lnTo>
                    <a:pt x="79" y="56"/>
                  </a:lnTo>
                  <a:lnTo>
                    <a:pt x="67" y="59"/>
                  </a:lnTo>
                  <a:lnTo>
                    <a:pt x="55" y="61"/>
                  </a:lnTo>
                  <a:lnTo>
                    <a:pt x="45" y="63"/>
                  </a:lnTo>
                  <a:lnTo>
                    <a:pt x="34" y="63"/>
                  </a:lnTo>
                  <a:lnTo>
                    <a:pt x="22" y="66"/>
                  </a:lnTo>
                  <a:lnTo>
                    <a:pt x="12" y="68"/>
                  </a:lnTo>
                  <a:lnTo>
                    <a:pt x="0" y="71"/>
                  </a:lnTo>
                  <a:lnTo>
                    <a:pt x="10" y="132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5" y="132"/>
                  </a:lnTo>
                  <a:lnTo>
                    <a:pt x="22" y="120"/>
                  </a:lnTo>
                  <a:lnTo>
                    <a:pt x="24" y="120"/>
                  </a:lnTo>
                  <a:lnTo>
                    <a:pt x="26" y="118"/>
                  </a:lnTo>
                  <a:lnTo>
                    <a:pt x="29" y="118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4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99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41" y="94"/>
                  </a:lnTo>
                  <a:lnTo>
                    <a:pt x="43" y="94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5" y="94"/>
                  </a:lnTo>
                  <a:lnTo>
                    <a:pt x="55" y="94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62" y="85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4" y="75"/>
                  </a:lnTo>
                  <a:lnTo>
                    <a:pt x="74" y="75"/>
                  </a:lnTo>
                  <a:lnTo>
                    <a:pt x="74" y="75"/>
                  </a:lnTo>
                  <a:lnTo>
                    <a:pt x="79" y="75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81" y="78"/>
                  </a:lnTo>
                  <a:lnTo>
                    <a:pt x="83" y="78"/>
                  </a:lnTo>
                  <a:lnTo>
                    <a:pt x="90" y="78"/>
                  </a:lnTo>
                  <a:lnTo>
                    <a:pt x="90" y="78"/>
                  </a:lnTo>
                  <a:lnTo>
                    <a:pt x="95" y="75"/>
                  </a:lnTo>
                  <a:lnTo>
                    <a:pt x="100" y="75"/>
                  </a:lnTo>
                  <a:lnTo>
                    <a:pt x="105" y="73"/>
                  </a:lnTo>
                  <a:lnTo>
                    <a:pt x="105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5" y="68"/>
                  </a:lnTo>
                  <a:lnTo>
                    <a:pt x="105" y="66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5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9" y="61"/>
                  </a:lnTo>
                  <a:lnTo>
                    <a:pt x="112" y="59"/>
                  </a:lnTo>
                  <a:lnTo>
                    <a:pt x="114" y="59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9" y="56"/>
                  </a:lnTo>
                  <a:lnTo>
                    <a:pt x="119" y="54"/>
                  </a:lnTo>
                  <a:lnTo>
                    <a:pt x="121" y="52"/>
                  </a:lnTo>
                  <a:lnTo>
                    <a:pt x="121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8" y="49"/>
                  </a:lnTo>
                  <a:lnTo>
                    <a:pt x="133" y="49"/>
                  </a:lnTo>
                  <a:lnTo>
                    <a:pt x="142" y="56"/>
                  </a:lnTo>
                  <a:lnTo>
                    <a:pt x="145" y="56"/>
                  </a:lnTo>
                  <a:lnTo>
                    <a:pt x="147" y="56"/>
                  </a:lnTo>
                  <a:lnTo>
                    <a:pt x="149" y="56"/>
                  </a:lnTo>
                  <a:lnTo>
                    <a:pt x="149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4"/>
                  </a:lnTo>
                  <a:lnTo>
                    <a:pt x="154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9" y="54"/>
                  </a:lnTo>
                  <a:lnTo>
                    <a:pt x="161" y="56"/>
                  </a:lnTo>
                  <a:lnTo>
                    <a:pt x="161" y="56"/>
                  </a:lnTo>
                  <a:lnTo>
                    <a:pt x="159" y="59"/>
                  </a:lnTo>
                  <a:lnTo>
                    <a:pt x="157" y="61"/>
                  </a:lnTo>
                  <a:lnTo>
                    <a:pt x="157" y="61"/>
                  </a:lnTo>
                  <a:lnTo>
                    <a:pt x="159" y="66"/>
                  </a:lnTo>
                  <a:lnTo>
                    <a:pt x="161" y="66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1" y="61"/>
                  </a:lnTo>
                  <a:lnTo>
                    <a:pt x="161" y="61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1" y="66"/>
                  </a:lnTo>
                  <a:lnTo>
                    <a:pt x="161" y="66"/>
                  </a:lnTo>
                  <a:lnTo>
                    <a:pt x="164" y="68"/>
                  </a:lnTo>
                  <a:lnTo>
                    <a:pt x="166" y="66"/>
                  </a:lnTo>
                  <a:lnTo>
                    <a:pt x="166" y="66"/>
                  </a:lnTo>
                  <a:lnTo>
                    <a:pt x="168" y="66"/>
                  </a:lnTo>
                  <a:lnTo>
                    <a:pt x="168" y="66"/>
                  </a:lnTo>
                  <a:lnTo>
                    <a:pt x="168" y="66"/>
                  </a:lnTo>
                  <a:lnTo>
                    <a:pt x="166" y="68"/>
                  </a:lnTo>
                  <a:lnTo>
                    <a:pt x="166" y="71"/>
                  </a:lnTo>
                  <a:lnTo>
                    <a:pt x="168" y="71"/>
                  </a:lnTo>
                  <a:lnTo>
                    <a:pt x="166" y="73"/>
                  </a:lnTo>
                  <a:lnTo>
                    <a:pt x="168" y="73"/>
                  </a:lnTo>
                  <a:lnTo>
                    <a:pt x="173" y="75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2"/>
                  </a:lnTo>
                  <a:lnTo>
                    <a:pt x="173" y="82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8" y="87"/>
                  </a:lnTo>
                  <a:lnTo>
                    <a:pt x="183" y="85"/>
                  </a:lnTo>
                  <a:lnTo>
                    <a:pt x="185" y="85"/>
                  </a:lnTo>
                  <a:lnTo>
                    <a:pt x="190" y="85"/>
                  </a:lnTo>
                  <a:lnTo>
                    <a:pt x="194" y="87"/>
                  </a:lnTo>
                  <a:lnTo>
                    <a:pt x="194" y="87"/>
                  </a:lnTo>
                  <a:lnTo>
                    <a:pt x="197" y="90"/>
                  </a:lnTo>
                  <a:lnTo>
                    <a:pt x="199" y="90"/>
                  </a:lnTo>
                  <a:lnTo>
                    <a:pt x="202" y="90"/>
                  </a:lnTo>
                  <a:lnTo>
                    <a:pt x="204" y="92"/>
                  </a:lnTo>
                  <a:lnTo>
                    <a:pt x="206" y="92"/>
                  </a:lnTo>
                  <a:lnTo>
                    <a:pt x="206" y="94"/>
                  </a:lnTo>
                  <a:lnTo>
                    <a:pt x="204" y="97"/>
                  </a:lnTo>
                  <a:lnTo>
                    <a:pt x="202" y="101"/>
                  </a:lnTo>
                  <a:lnTo>
                    <a:pt x="202" y="104"/>
                  </a:lnTo>
                  <a:lnTo>
                    <a:pt x="202" y="104"/>
                  </a:lnTo>
                  <a:lnTo>
                    <a:pt x="204" y="106"/>
                  </a:lnTo>
                  <a:lnTo>
                    <a:pt x="206" y="106"/>
                  </a:lnTo>
                  <a:lnTo>
                    <a:pt x="211" y="111"/>
                  </a:lnTo>
                  <a:lnTo>
                    <a:pt x="213" y="111"/>
                  </a:lnTo>
                  <a:lnTo>
                    <a:pt x="220" y="108"/>
                  </a:lnTo>
                  <a:lnTo>
                    <a:pt x="225" y="111"/>
                  </a:lnTo>
                  <a:lnTo>
                    <a:pt x="228" y="111"/>
                  </a:lnTo>
                  <a:lnTo>
                    <a:pt x="230" y="113"/>
                  </a:lnTo>
                  <a:lnTo>
                    <a:pt x="230" y="113"/>
                  </a:lnTo>
                  <a:lnTo>
                    <a:pt x="232" y="116"/>
                  </a:lnTo>
                  <a:lnTo>
                    <a:pt x="232" y="118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39" y="118"/>
                  </a:lnTo>
                  <a:lnTo>
                    <a:pt x="242" y="118"/>
                  </a:lnTo>
                  <a:lnTo>
                    <a:pt x="244" y="118"/>
                  </a:lnTo>
                  <a:lnTo>
                    <a:pt x="244" y="120"/>
                  </a:lnTo>
                  <a:lnTo>
                    <a:pt x="251" y="111"/>
                  </a:lnTo>
                  <a:lnTo>
                    <a:pt x="263" y="123"/>
                  </a:lnTo>
                  <a:lnTo>
                    <a:pt x="258" y="134"/>
                  </a:lnTo>
                  <a:lnTo>
                    <a:pt x="258" y="137"/>
                  </a:lnTo>
                  <a:lnTo>
                    <a:pt x="261" y="139"/>
                  </a:lnTo>
                  <a:lnTo>
                    <a:pt x="261" y="142"/>
                  </a:lnTo>
                  <a:lnTo>
                    <a:pt x="261" y="142"/>
                  </a:lnTo>
                  <a:lnTo>
                    <a:pt x="258" y="142"/>
                  </a:lnTo>
                  <a:lnTo>
                    <a:pt x="258" y="144"/>
                  </a:lnTo>
                  <a:lnTo>
                    <a:pt x="261" y="144"/>
                  </a:lnTo>
                  <a:lnTo>
                    <a:pt x="261" y="146"/>
                  </a:lnTo>
                  <a:lnTo>
                    <a:pt x="256" y="149"/>
                  </a:lnTo>
                  <a:lnTo>
                    <a:pt x="254" y="149"/>
                  </a:lnTo>
                  <a:lnTo>
                    <a:pt x="254" y="151"/>
                  </a:lnTo>
                  <a:lnTo>
                    <a:pt x="254" y="151"/>
                  </a:lnTo>
                  <a:lnTo>
                    <a:pt x="254" y="153"/>
                  </a:lnTo>
                  <a:lnTo>
                    <a:pt x="254" y="156"/>
                  </a:lnTo>
                  <a:lnTo>
                    <a:pt x="254" y="156"/>
                  </a:lnTo>
                  <a:lnTo>
                    <a:pt x="254" y="158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49" y="161"/>
                  </a:lnTo>
                  <a:lnTo>
                    <a:pt x="249" y="161"/>
                  </a:lnTo>
                  <a:lnTo>
                    <a:pt x="249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70"/>
                  </a:lnTo>
                  <a:lnTo>
                    <a:pt x="244" y="172"/>
                  </a:lnTo>
                  <a:lnTo>
                    <a:pt x="244" y="175"/>
                  </a:lnTo>
                  <a:lnTo>
                    <a:pt x="242" y="175"/>
                  </a:lnTo>
                  <a:lnTo>
                    <a:pt x="242" y="177"/>
                  </a:lnTo>
                  <a:lnTo>
                    <a:pt x="244" y="182"/>
                  </a:lnTo>
                  <a:lnTo>
                    <a:pt x="244" y="184"/>
                  </a:lnTo>
                  <a:lnTo>
                    <a:pt x="246" y="187"/>
                  </a:lnTo>
                  <a:lnTo>
                    <a:pt x="246" y="189"/>
                  </a:lnTo>
                  <a:lnTo>
                    <a:pt x="249" y="191"/>
                  </a:lnTo>
                  <a:lnTo>
                    <a:pt x="251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6" y="189"/>
                  </a:lnTo>
                  <a:lnTo>
                    <a:pt x="258" y="187"/>
                  </a:lnTo>
                  <a:lnTo>
                    <a:pt x="258" y="182"/>
                  </a:lnTo>
                  <a:lnTo>
                    <a:pt x="256" y="182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82"/>
                  </a:lnTo>
                  <a:lnTo>
                    <a:pt x="261" y="182"/>
                  </a:lnTo>
                  <a:lnTo>
                    <a:pt x="261" y="184"/>
                  </a:lnTo>
                  <a:lnTo>
                    <a:pt x="263" y="182"/>
                  </a:lnTo>
                  <a:lnTo>
                    <a:pt x="263" y="182"/>
                  </a:lnTo>
                  <a:lnTo>
                    <a:pt x="265" y="179"/>
                  </a:lnTo>
                  <a:lnTo>
                    <a:pt x="265" y="177"/>
                  </a:lnTo>
                  <a:lnTo>
                    <a:pt x="265" y="177"/>
                  </a:lnTo>
                  <a:lnTo>
                    <a:pt x="265" y="175"/>
                  </a:lnTo>
                  <a:lnTo>
                    <a:pt x="265" y="175"/>
                  </a:lnTo>
                  <a:lnTo>
                    <a:pt x="268" y="177"/>
                  </a:lnTo>
                  <a:lnTo>
                    <a:pt x="268" y="179"/>
                  </a:lnTo>
                  <a:lnTo>
                    <a:pt x="272" y="187"/>
                  </a:lnTo>
                  <a:lnTo>
                    <a:pt x="275" y="189"/>
                  </a:lnTo>
                  <a:lnTo>
                    <a:pt x="284" y="194"/>
                  </a:lnTo>
                  <a:lnTo>
                    <a:pt x="287" y="196"/>
                  </a:lnTo>
                  <a:lnTo>
                    <a:pt x="289" y="196"/>
                  </a:lnTo>
                  <a:lnTo>
                    <a:pt x="289" y="191"/>
                  </a:lnTo>
                  <a:lnTo>
                    <a:pt x="287" y="189"/>
                  </a:lnTo>
                  <a:lnTo>
                    <a:pt x="284" y="187"/>
                  </a:lnTo>
                  <a:lnTo>
                    <a:pt x="282" y="182"/>
                  </a:lnTo>
                  <a:lnTo>
                    <a:pt x="284" y="182"/>
                  </a:lnTo>
                  <a:lnTo>
                    <a:pt x="287" y="184"/>
                  </a:lnTo>
                  <a:lnTo>
                    <a:pt x="289" y="187"/>
                  </a:lnTo>
                  <a:lnTo>
                    <a:pt x="291" y="191"/>
                  </a:lnTo>
                  <a:lnTo>
                    <a:pt x="291" y="194"/>
                  </a:lnTo>
                  <a:lnTo>
                    <a:pt x="291" y="194"/>
                  </a:lnTo>
                  <a:lnTo>
                    <a:pt x="294" y="196"/>
                  </a:lnTo>
                  <a:lnTo>
                    <a:pt x="296" y="198"/>
                  </a:lnTo>
                  <a:lnTo>
                    <a:pt x="299" y="198"/>
                  </a:lnTo>
                  <a:lnTo>
                    <a:pt x="306" y="196"/>
                  </a:lnTo>
                  <a:lnTo>
                    <a:pt x="310" y="194"/>
                  </a:lnTo>
                  <a:lnTo>
                    <a:pt x="313" y="196"/>
                  </a:lnTo>
                  <a:lnTo>
                    <a:pt x="315" y="196"/>
                  </a:lnTo>
                  <a:lnTo>
                    <a:pt x="317" y="198"/>
                  </a:lnTo>
                  <a:lnTo>
                    <a:pt x="317" y="198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22" y="205"/>
                  </a:lnTo>
                  <a:lnTo>
                    <a:pt x="322" y="205"/>
                  </a:lnTo>
                  <a:lnTo>
                    <a:pt x="325" y="205"/>
                  </a:lnTo>
                  <a:lnTo>
                    <a:pt x="325" y="205"/>
                  </a:lnTo>
                  <a:lnTo>
                    <a:pt x="325" y="201"/>
                  </a:lnTo>
                  <a:lnTo>
                    <a:pt x="327" y="203"/>
                  </a:lnTo>
                  <a:lnTo>
                    <a:pt x="327" y="205"/>
                  </a:lnTo>
                  <a:lnTo>
                    <a:pt x="329" y="203"/>
                  </a:lnTo>
                  <a:lnTo>
                    <a:pt x="329" y="201"/>
                  </a:lnTo>
                  <a:lnTo>
                    <a:pt x="329" y="201"/>
                  </a:lnTo>
                  <a:lnTo>
                    <a:pt x="329" y="198"/>
                  </a:lnTo>
                  <a:lnTo>
                    <a:pt x="329" y="198"/>
                  </a:lnTo>
                  <a:lnTo>
                    <a:pt x="327" y="196"/>
                  </a:lnTo>
                  <a:lnTo>
                    <a:pt x="327" y="196"/>
                  </a:lnTo>
                  <a:lnTo>
                    <a:pt x="329" y="198"/>
                  </a:lnTo>
                  <a:lnTo>
                    <a:pt x="332" y="201"/>
                  </a:lnTo>
                  <a:lnTo>
                    <a:pt x="334" y="205"/>
                  </a:lnTo>
                  <a:lnTo>
                    <a:pt x="334" y="205"/>
                  </a:lnTo>
                  <a:lnTo>
                    <a:pt x="336" y="208"/>
                  </a:lnTo>
                  <a:lnTo>
                    <a:pt x="346" y="213"/>
                  </a:lnTo>
                  <a:lnTo>
                    <a:pt x="346" y="210"/>
                  </a:lnTo>
                  <a:lnTo>
                    <a:pt x="343" y="210"/>
                  </a:lnTo>
                  <a:lnTo>
                    <a:pt x="343" y="208"/>
                  </a:lnTo>
                  <a:lnTo>
                    <a:pt x="343" y="208"/>
                  </a:lnTo>
                  <a:lnTo>
                    <a:pt x="343" y="205"/>
                  </a:lnTo>
                  <a:lnTo>
                    <a:pt x="343" y="203"/>
                  </a:lnTo>
                  <a:lnTo>
                    <a:pt x="343" y="201"/>
                  </a:lnTo>
                  <a:lnTo>
                    <a:pt x="341" y="198"/>
                  </a:lnTo>
                  <a:lnTo>
                    <a:pt x="339" y="194"/>
                  </a:lnTo>
                  <a:lnTo>
                    <a:pt x="334" y="194"/>
                  </a:lnTo>
                  <a:lnTo>
                    <a:pt x="334" y="191"/>
                  </a:lnTo>
                  <a:lnTo>
                    <a:pt x="332" y="189"/>
                  </a:lnTo>
                  <a:lnTo>
                    <a:pt x="332" y="189"/>
                  </a:lnTo>
                  <a:lnTo>
                    <a:pt x="334" y="187"/>
                  </a:lnTo>
                  <a:lnTo>
                    <a:pt x="334" y="184"/>
                  </a:lnTo>
                  <a:lnTo>
                    <a:pt x="332" y="182"/>
                  </a:lnTo>
                  <a:lnTo>
                    <a:pt x="329" y="182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2" y="184"/>
                  </a:lnTo>
                  <a:lnTo>
                    <a:pt x="320" y="182"/>
                  </a:lnTo>
                  <a:lnTo>
                    <a:pt x="320" y="179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0" y="175"/>
                  </a:lnTo>
                  <a:lnTo>
                    <a:pt x="306" y="172"/>
                  </a:lnTo>
                  <a:lnTo>
                    <a:pt x="303" y="170"/>
                  </a:lnTo>
                  <a:lnTo>
                    <a:pt x="301" y="168"/>
                  </a:lnTo>
                  <a:lnTo>
                    <a:pt x="299" y="163"/>
                  </a:lnTo>
                  <a:lnTo>
                    <a:pt x="299" y="161"/>
                  </a:lnTo>
                  <a:lnTo>
                    <a:pt x="299" y="161"/>
                  </a:lnTo>
                  <a:lnTo>
                    <a:pt x="299" y="161"/>
                  </a:lnTo>
                  <a:lnTo>
                    <a:pt x="296" y="158"/>
                  </a:lnTo>
                  <a:lnTo>
                    <a:pt x="296" y="15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6" y="146"/>
                  </a:lnTo>
                  <a:lnTo>
                    <a:pt x="301" y="163"/>
                  </a:lnTo>
                  <a:lnTo>
                    <a:pt x="303" y="165"/>
                  </a:lnTo>
                  <a:lnTo>
                    <a:pt x="303" y="165"/>
                  </a:lnTo>
                  <a:lnTo>
                    <a:pt x="313" y="172"/>
                  </a:lnTo>
                  <a:lnTo>
                    <a:pt x="313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2" y="175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5" y="179"/>
                  </a:lnTo>
                  <a:lnTo>
                    <a:pt x="325" y="179"/>
                  </a:lnTo>
                  <a:lnTo>
                    <a:pt x="329" y="177"/>
                  </a:lnTo>
                  <a:lnTo>
                    <a:pt x="332" y="177"/>
                  </a:lnTo>
                  <a:lnTo>
                    <a:pt x="332" y="175"/>
                  </a:lnTo>
                  <a:lnTo>
                    <a:pt x="329" y="172"/>
                  </a:lnTo>
                  <a:lnTo>
                    <a:pt x="327" y="170"/>
                  </a:lnTo>
                  <a:lnTo>
                    <a:pt x="325" y="165"/>
                  </a:lnTo>
                  <a:lnTo>
                    <a:pt x="315" y="161"/>
                  </a:lnTo>
                  <a:lnTo>
                    <a:pt x="313" y="156"/>
                  </a:lnTo>
                  <a:lnTo>
                    <a:pt x="313" y="153"/>
                  </a:lnTo>
                  <a:lnTo>
                    <a:pt x="313" y="144"/>
                  </a:lnTo>
                  <a:lnTo>
                    <a:pt x="310" y="144"/>
                  </a:lnTo>
                  <a:lnTo>
                    <a:pt x="310" y="142"/>
                  </a:lnTo>
                  <a:lnTo>
                    <a:pt x="308" y="139"/>
                  </a:lnTo>
                  <a:lnTo>
                    <a:pt x="308" y="134"/>
                  </a:lnTo>
                  <a:lnTo>
                    <a:pt x="306" y="134"/>
                  </a:lnTo>
                  <a:lnTo>
                    <a:pt x="303" y="132"/>
                  </a:lnTo>
                  <a:lnTo>
                    <a:pt x="303" y="130"/>
                  </a:lnTo>
                  <a:lnTo>
                    <a:pt x="303" y="127"/>
                  </a:lnTo>
                  <a:lnTo>
                    <a:pt x="308" y="125"/>
                  </a:lnTo>
                  <a:lnTo>
                    <a:pt x="308" y="123"/>
                  </a:lnTo>
                  <a:lnTo>
                    <a:pt x="308" y="120"/>
                  </a:lnTo>
                  <a:lnTo>
                    <a:pt x="308" y="120"/>
                  </a:lnTo>
                  <a:lnTo>
                    <a:pt x="306" y="123"/>
                  </a:lnTo>
                  <a:lnTo>
                    <a:pt x="303" y="120"/>
                  </a:lnTo>
                  <a:lnTo>
                    <a:pt x="303" y="118"/>
                  </a:lnTo>
                  <a:lnTo>
                    <a:pt x="303" y="116"/>
                  </a:lnTo>
                  <a:lnTo>
                    <a:pt x="303" y="116"/>
                  </a:lnTo>
                  <a:lnTo>
                    <a:pt x="301" y="116"/>
                  </a:lnTo>
                  <a:lnTo>
                    <a:pt x="301" y="116"/>
                  </a:lnTo>
                  <a:lnTo>
                    <a:pt x="303" y="113"/>
                  </a:lnTo>
                  <a:lnTo>
                    <a:pt x="306" y="113"/>
                  </a:lnTo>
                  <a:lnTo>
                    <a:pt x="306" y="116"/>
                  </a:lnTo>
                  <a:lnTo>
                    <a:pt x="308" y="113"/>
                  </a:lnTo>
                  <a:lnTo>
                    <a:pt x="306" y="111"/>
                  </a:lnTo>
                  <a:lnTo>
                    <a:pt x="303" y="111"/>
                  </a:lnTo>
                  <a:lnTo>
                    <a:pt x="301" y="108"/>
                  </a:lnTo>
                  <a:lnTo>
                    <a:pt x="301" y="108"/>
                  </a:lnTo>
                  <a:lnTo>
                    <a:pt x="299" y="106"/>
                  </a:lnTo>
                  <a:lnTo>
                    <a:pt x="301" y="106"/>
                  </a:lnTo>
                  <a:lnTo>
                    <a:pt x="303" y="106"/>
                  </a:lnTo>
                  <a:lnTo>
                    <a:pt x="308" y="108"/>
                  </a:lnTo>
                  <a:lnTo>
                    <a:pt x="310" y="108"/>
                  </a:lnTo>
                  <a:lnTo>
                    <a:pt x="310" y="108"/>
                  </a:lnTo>
                  <a:lnTo>
                    <a:pt x="308" y="106"/>
                  </a:lnTo>
                  <a:lnTo>
                    <a:pt x="303" y="101"/>
                  </a:lnTo>
                  <a:lnTo>
                    <a:pt x="301" y="99"/>
                  </a:lnTo>
                  <a:lnTo>
                    <a:pt x="299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6" y="92"/>
                  </a:lnTo>
                  <a:lnTo>
                    <a:pt x="296" y="92"/>
                  </a:lnTo>
                  <a:lnTo>
                    <a:pt x="299" y="94"/>
                  </a:lnTo>
                  <a:lnTo>
                    <a:pt x="301" y="97"/>
                  </a:lnTo>
                  <a:lnTo>
                    <a:pt x="306" y="101"/>
                  </a:lnTo>
                  <a:lnTo>
                    <a:pt x="308" y="99"/>
                  </a:lnTo>
                  <a:lnTo>
                    <a:pt x="308" y="99"/>
                  </a:lnTo>
                  <a:lnTo>
                    <a:pt x="308" y="99"/>
                  </a:lnTo>
                  <a:lnTo>
                    <a:pt x="310" y="99"/>
                  </a:lnTo>
                  <a:lnTo>
                    <a:pt x="313" y="97"/>
                  </a:lnTo>
                  <a:lnTo>
                    <a:pt x="313" y="97"/>
                  </a:lnTo>
                  <a:lnTo>
                    <a:pt x="310" y="94"/>
                  </a:lnTo>
                  <a:lnTo>
                    <a:pt x="308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6" y="90"/>
                  </a:lnTo>
                  <a:lnTo>
                    <a:pt x="308" y="90"/>
                  </a:lnTo>
                  <a:lnTo>
                    <a:pt x="308" y="92"/>
                  </a:lnTo>
                  <a:lnTo>
                    <a:pt x="308" y="92"/>
                  </a:lnTo>
                  <a:lnTo>
                    <a:pt x="308" y="87"/>
                  </a:lnTo>
                  <a:lnTo>
                    <a:pt x="306" y="85"/>
                  </a:lnTo>
                  <a:lnTo>
                    <a:pt x="306" y="82"/>
                  </a:lnTo>
                  <a:lnTo>
                    <a:pt x="303" y="80"/>
                  </a:lnTo>
                  <a:lnTo>
                    <a:pt x="301" y="80"/>
                  </a:lnTo>
                  <a:lnTo>
                    <a:pt x="299" y="82"/>
                  </a:lnTo>
                  <a:lnTo>
                    <a:pt x="299" y="80"/>
                  </a:lnTo>
                  <a:lnTo>
                    <a:pt x="296" y="80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4" y="78"/>
                  </a:lnTo>
                  <a:lnTo>
                    <a:pt x="294" y="75"/>
                  </a:lnTo>
                  <a:lnTo>
                    <a:pt x="291" y="75"/>
                  </a:lnTo>
                  <a:lnTo>
                    <a:pt x="289" y="75"/>
                  </a:lnTo>
                  <a:lnTo>
                    <a:pt x="289" y="73"/>
                  </a:lnTo>
                  <a:lnTo>
                    <a:pt x="289" y="73"/>
                  </a:lnTo>
                  <a:lnTo>
                    <a:pt x="287" y="73"/>
                  </a:lnTo>
                  <a:lnTo>
                    <a:pt x="284" y="73"/>
                  </a:lnTo>
                  <a:lnTo>
                    <a:pt x="284" y="73"/>
                  </a:lnTo>
                  <a:lnTo>
                    <a:pt x="284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68"/>
                  </a:lnTo>
                  <a:lnTo>
                    <a:pt x="289" y="71"/>
                  </a:lnTo>
                  <a:lnTo>
                    <a:pt x="296" y="71"/>
                  </a:lnTo>
                  <a:lnTo>
                    <a:pt x="296" y="73"/>
                  </a:lnTo>
                  <a:lnTo>
                    <a:pt x="299" y="73"/>
                  </a:lnTo>
                  <a:lnTo>
                    <a:pt x="299" y="73"/>
                  </a:lnTo>
                  <a:lnTo>
                    <a:pt x="301" y="73"/>
                  </a:lnTo>
                  <a:lnTo>
                    <a:pt x="301" y="75"/>
                  </a:lnTo>
                  <a:lnTo>
                    <a:pt x="301" y="73"/>
                  </a:lnTo>
                  <a:lnTo>
                    <a:pt x="301" y="73"/>
                  </a:lnTo>
                  <a:lnTo>
                    <a:pt x="303" y="73"/>
                  </a:lnTo>
                  <a:lnTo>
                    <a:pt x="303" y="75"/>
                  </a:lnTo>
                  <a:lnTo>
                    <a:pt x="308" y="71"/>
                  </a:lnTo>
                  <a:lnTo>
                    <a:pt x="308" y="71"/>
                  </a:lnTo>
                  <a:lnTo>
                    <a:pt x="303" y="71"/>
                  </a:lnTo>
                  <a:lnTo>
                    <a:pt x="301" y="68"/>
                  </a:lnTo>
                  <a:lnTo>
                    <a:pt x="299" y="66"/>
                  </a:lnTo>
                  <a:lnTo>
                    <a:pt x="296" y="63"/>
                  </a:lnTo>
                  <a:lnTo>
                    <a:pt x="299" y="63"/>
                  </a:lnTo>
                  <a:lnTo>
                    <a:pt x="301" y="63"/>
                  </a:lnTo>
                  <a:lnTo>
                    <a:pt x="303" y="66"/>
                  </a:lnTo>
                  <a:lnTo>
                    <a:pt x="303" y="68"/>
                  </a:lnTo>
                  <a:lnTo>
                    <a:pt x="306" y="68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1" y="61"/>
                  </a:lnTo>
                  <a:lnTo>
                    <a:pt x="301" y="61"/>
                  </a:lnTo>
                  <a:lnTo>
                    <a:pt x="301" y="61"/>
                  </a:lnTo>
                  <a:lnTo>
                    <a:pt x="308" y="61"/>
                  </a:lnTo>
                  <a:lnTo>
                    <a:pt x="308" y="59"/>
                  </a:lnTo>
                  <a:lnTo>
                    <a:pt x="306" y="59"/>
                  </a:lnTo>
                  <a:lnTo>
                    <a:pt x="308" y="56"/>
                  </a:lnTo>
                  <a:lnTo>
                    <a:pt x="308" y="56"/>
                  </a:lnTo>
                  <a:lnTo>
                    <a:pt x="308" y="56"/>
                  </a:lnTo>
                  <a:lnTo>
                    <a:pt x="310" y="54"/>
                  </a:lnTo>
                  <a:lnTo>
                    <a:pt x="308" y="54"/>
                  </a:lnTo>
                  <a:lnTo>
                    <a:pt x="308" y="54"/>
                  </a:lnTo>
                  <a:lnTo>
                    <a:pt x="306" y="52"/>
                  </a:lnTo>
                  <a:lnTo>
                    <a:pt x="303" y="52"/>
                  </a:lnTo>
                  <a:lnTo>
                    <a:pt x="301" y="52"/>
                  </a:lnTo>
                  <a:lnTo>
                    <a:pt x="308" y="47"/>
                  </a:lnTo>
                  <a:lnTo>
                    <a:pt x="310" y="49"/>
                  </a:lnTo>
                  <a:lnTo>
                    <a:pt x="313" y="54"/>
                  </a:lnTo>
                  <a:lnTo>
                    <a:pt x="315" y="59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5" y="49"/>
                  </a:lnTo>
                  <a:lnTo>
                    <a:pt x="315" y="40"/>
                  </a:lnTo>
                  <a:lnTo>
                    <a:pt x="315" y="40"/>
                  </a:lnTo>
                  <a:lnTo>
                    <a:pt x="315" y="40"/>
                  </a:lnTo>
                  <a:lnTo>
                    <a:pt x="315" y="37"/>
                  </a:lnTo>
                  <a:lnTo>
                    <a:pt x="317" y="37"/>
                  </a:lnTo>
                  <a:lnTo>
                    <a:pt x="317" y="37"/>
                  </a:lnTo>
                  <a:lnTo>
                    <a:pt x="317" y="40"/>
                  </a:lnTo>
                  <a:lnTo>
                    <a:pt x="317" y="42"/>
                  </a:lnTo>
                  <a:lnTo>
                    <a:pt x="317" y="47"/>
                  </a:lnTo>
                  <a:lnTo>
                    <a:pt x="320" y="49"/>
                  </a:lnTo>
                  <a:lnTo>
                    <a:pt x="320" y="52"/>
                  </a:lnTo>
                  <a:lnTo>
                    <a:pt x="322" y="47"/>
                  </a:lnTo>
                  <a:lnTo>
                    <a:pt x="327" y="42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5"/>
                  </a:lnTo>
                  <a:lnTo>
                    <a:pt x="332" y="35"/>
                  </a:lnTo>
                  <a:lnTo>
                    <a:pt x="327" y="35"/>
                  </a:lnTo>
                  <a:lnTo>
                    <a:pt x="327" y="33"/>
                  </a:lnTo>
                  <a:lnTo>
                    <a:pt x="327" y="26"/>
                  </a:lnTo>
                  <a:lnTo>
                    <a:pt x="327" y="26"/>
                  </a:lnTo>
                  <a:lnTo>
                    <a:pt x="329" y="23"/>
                  </a:lnTo>
                  <a:lnTo>
                    <a:pt x="329" y="23"/>
                  </a:lnTo>
                  <a:lnTo>
                    <a:pt x="336" y="23"/>
                  </a:lnTo>
                  <a:lnTo>
                    <a:pt x="336" y="21"/>
                  </a:lnTo>
                  <a:lnTo>
                    <a:pt x="339" y="19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21"/>
                  </a:lnTo>
                  <a:lnTo>
                    <a:pt x="341" y="23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6" y="33"/>
                  </a:lnTo>
                  <a:lnTo>
                    <a:pt x="339" y="35"/>
                  </a:lnTo>
                  <a:lnTo>
                    <a:pt x="339" y="33"/>
                  </a:lnTo>
                  <a:lnTo>
                    <a:pt x="346" y="26"/>
                  </a:lnTo>
                  <a:lnTo>
                    <a:pt x="346" y="23"/>
                  </a:lnTo>
                  <a:lnTo>
                    <a:pt x="348" y="21"/>
                  </a:lnTo>
                  <a:lnTo>
                    <a:pt x="348" y="19"/>
                  </a:lnTo>
                  <a:lnTo>
                    <a:pt x="351" y="16"/>
                  </a:lnTo>
                  <a:lnTo>
                    <a:pt x="351" y="19"/>
                  </a:lnTo>
                  <a:lnTo>
                    <a:pt x="351" y="23"/>
                  </a:lnTo>
                  <a:lnTo>
                    <a:pt x="348" y="26"/>
                  </a:lnTo>
                  <a:lnTo>
                    <a:pt x="346" y="28"/>
                  </a:lnTo>
                  <a:lnTo>
                    <a:pt x="348" y="28"/>
                  </a:lnTo>
                  <a:lnTo>
                    <a:pt x="351" y="30"/>
                  </a:lnTo>
                  <a:lnTo>
                    <a:pt x="353" y="30"/>
                  </a:lnTo>
                  <a:lnTo>
                    <a:pt x="353" y="30"/>
                  </a:lnTo>
                  <a:lnTo>
                    <a:pt x="351" y="33"/>
                  </a:lnTo>
                  <a:lnTo>
                    <a:pt x="346" y="30"/>
                  </a:lnTo>
                  <a:lnTo>
                    <a:pt x="343" y="33"/>
                  </a:lnTo>
                  <a:lnTo>
                    <a:pt x="343" y="33"/>
                  </a:lnTo>
                  <a:lnTo>
                    <a:pt x="341" y="35"/>
                  </a:lnTo>
                  <a:lnTo>
                    <a:pt x="339" y="40"/>
                  </a:lnTo>
                  <a:lnTo>
                    <a:pt x="339" y="42"/>
                  </a:lnTo>
                  <a:lnTo>
                    <a:pt x="341" y="42"/>
                  </a:lnTo>
                  <a:lnTo>
                    <a:pt x="351" y="40"/>
                  </a:lnTo>
                  <a:lnTo>
                    <a:pt x="355" y="40"/>
                  </a:lnTo>
                  <a:lnTo>
                    <a:pt x="355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48" y="45"/>
                  </a:lnTo>
                  <a:lnTo>
                    <a:pt x="339" y="47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52"/>
                  </a:lnTo>
                  <a:lnTo>
                    <a:pt x="329" y="54"/>
                  </a:lnTo>
                  <a:lnTo>
                    <a:pt x="327" y="54"/>
                  </a:lnTo>
                  <a:lnTo>
                    <a:pt x="327" y="54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5" y="59"/>
                  </a:lnTo>
                  <a:lnTo>
                    <a:pt x="325" y="61"/>
                  </a:lnTo>
                  <a:lnTo>
                    <a:pt x="322" y="71"/>
                  </a:lnTo>
                  <a:lnTo>
                    <a:pt x="322" y="75"/>
                  </a:lnTo>
                  <a:lnTo>
                    <a:pt x="322" y="75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5" y="80"/>
                  </a:lnTo>
                  <a:lnTo>
                    <a:pt x="325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7"/>
                  </a:lnTo>
                  <a:lnTo>
                    <a:pt x="327" y="90"/>
                  </a:lnTo>
                  <a:lnTo>
                    <a:pt x="329" y="90"/>
                  </a:lnTo>
                  <a:lnTo>
                    <a:pt x="329" y="90"/>
                  </a:lnTo>
                  <a:lnTo>
                    <a:pt x="329" y="85"/>
                  </a:lnTo>
                  <a:lnTo>
                    <a:pt x="329" y="80"/>
                  </a:lnTo>
                  <a:lnTo>
                    <a:pt x="334" y="78"/>
                  </a:lnTo>
                  <a:lnTo>
                    <a:pt x="334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9" y="75"/>
                  </a:lnTo>
                  <a:lnTo>
                    <a:pt x="341" y="75"/>
                  </a:lnTo>
                  <a:lnTo>
                    <a:pt x="339" y="78"/>
                  </a:lnTo>
                  <a:lnTo>
                    <a:pt x="336" y="82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4" y="87"/>
                  </a:lnTo>
                  <a:lnTo>
                    <a:pt x="334" y="90"/>
                  </a:lnTo>
                  <a:lnTo>
                    <a:pt x="334" y="90"/>
                  </a:lnTo>
                  <a:lnTo>
                    <a:pt x="336" y="90"/>
                  </a:lnTo>
                  <a:lnTo>
                    <a:pt x="336" y="92"/>
                  </a:lnTo>
                  <a:lnTo>
                    <a:pt x="334" y="94"/>
                  </a:lnTo>
                  <a:lnTo>
                    <a:pt x="332" y="97"/>
                  </a:lnTo>
                  <a:lnTo>
                    <a:pt x="329" y="97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2" y="94"/>
                  </a:lnTo>
                  <a:lnTo>
                    <a:pt x="322" y="94"/>
                  </a:lnTo>
                  <a:lnTo>
                    <a:pt x="320" y="92"/>
                  </a:lnTo>
                  <a:lnTo>
                    <a:pt x="320" y="94"/>
                  </a:lnTo>
                  <a:lnTo>
                    <a:pt x="320" y="97"/>
                  </a:lnTo>
                  <a:lnTo>
                    <a:pt x="320" y="99"/>
                  </a:lnTo>
                  <a:lnTo>
                    <a:pt x="317" y="101"/>
                  </a:lnTo>
                  <a:lnTo>
                    <a:pt x="320" y="104"/>
                  </a:lnTo>
                  <a:lnTo>
                    <a:pt x="320" y="113"/>
                  </a:lnTo>
                  <a:lnTo>
                    <a:pt x="320" y="116"/>
                  </a:lnTo>
                  <a:lnTo>
                    <a:pt x="322" y="113"/>
                  </a:lnTo>
                  <a:lnTo>
                    <a:pt x="322" y="113"/>
                  </a:lnTo>
                  <a:lnTo>
                    <a:pt x="325" y="111"/>
                  </a:lnTo>
                  <a:lnTo>
                    <a:pt x="322" y="111"/>
                  </a:lnTo>
                  <a:lnTo>
                    <a:pt x="322" y="111"/>
                  </a:lnTo>
                  <a:lnTo>
                    <a:pt x="322" y="108"/>
                  </a:lnTo>
                  <a:lnTo>
                    <a:pt x="322" y="108"/>
                  </a:lnTo>
                  <a:lnTo>
                    <a:pt x="322" y="106"/>
                  </a:lnTo>
                  <a:lnTo>
                    <a:pt x="322" y="106"/>
                  </a:lnTo>
                  <a:lnTo>
                    <a:pt x="325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9" y="101"/>
                  </a:lnTo>
                  <a:lnTo>
                    <a:pt x="329" y="99"/>
                  </a:lnTo>
                  <a:lnTo>
                    <a:pt x="329" y="99"/>
                  </a:lnTo>
                  <a:lnTo>
                    <a:pt x="334" y="101"/>
                  </a:lnTo>
                  <a:lnTo>
                    <a:pt x="334" y="104"/>
                  </a:lnTo>
                  <a:lnTo>
                    <a:pt x="334" y="106"/>
                  </a:lnTo>
                  <a:lnTo>
                    <a:pt x="334" y="106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9" y="104"/>
                  </a:lnTo>
                  <a:lnTo>
                    <a:pt x="339" y="104"/>
                  </a:lnTo>
                  <a:lnTo>
                    <a:pt x="339" y="106"/>
                  </a:lnTo>
                  <a:lnTo>
                    <a:pt x="339" y="106"/>
                  </a:lnTo>
                  <a:lnTo>
                    <a:pt x="343" y="108"/>
                  </a:lnTo>
                  <a:lnTo>
                    <a:pt x="341" y="108"/>
                  </a:lnTo>
                  <a:lnTo>
                    <a:pt x="339" y="111"/>
                  </a:lnTo>
                  <a:lnTo>
                    <a:pt x="336" y="113"/>
                  </a:lnTo>
                  <a:lnTo>
                    <a:pt x="339" y="116"/>
                  </a:lnTo>
                  <a:lnTo>
                    <a:pt x="339" y="118"/>
                  </a:lnTo>
                  <a:lnTo>
                    <a:pt x="341" y="118"/>
                  </a:lnTo>
                  <a:lnTo>
                    <a:pt x="343" y="118"/>
                  </a:lnTo>
                  <a:lnTo>
                    <a:pt x="343" y="116"/>
                  </a:lnTo>
                  <a:lnTo>
                    <a:pt x="346" y="118"/>
                  </a:lnTo>
                  <a:lnTo>
                    <a:pt x="346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3"/>
                  </a:lnTo>
                  <a:lnTo>
                    <a:pt x="339" y="120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4" y="118"/>
                  </a:lnTo>
                  <a:lnTo>
                    <a:pt x="334" y="116"/>
                  </a:lnTo>
                  <a:lnTo>
                    <a:pt x="334" y="116"/>
                  </a:lnTo>
                  <a:lnTo>
                    <a:pt x="332" y="116"/>
                  </a:lnTo>
                  <a:lnTo>
                    <a:pt x="332" y="116"/>
                  </a:lnTo>
                  <a:lnTo>
                    <a:pt x="329" y="113"/>
                  </a:lnTo>
                  <a:lnTo>
                    <a:pt x="327" y="116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5" y="127"/>
                  </a:lnTo>
                  <a:lnTo>
                    <a:pt x="325" y="130"/>
                  </a:lnTo>
                  <a:lnTo>
                    <a:pt x="325" y="132"/>
                  </a:lnTo>
                  <a:lnTo>
                    <a:pt x="325" y="134"/>
                  </a:lnTo>
                  <a:lnTo>
                    <a:pt x="327" y="134"/>
                  </a:lnTo>
                  <a:lnTo>
                    <a:pt x="327" y="134"/>
                  </a:lnTo>
                  <a:lnTo>
                    <a:pt x="329" y="134"/>
                  </a:lnTo>
                  <a:lnTo>
                    <a:pt x="329" y="132"/>
                  </a:lnTo>
                  <a:lnTo>
                    <a:pt x="329" y="132"/>
                  </a:lnTo>
                  <a:lnTo>
                    <a:pt x="327" y="130"/>
                  </a:lnTo>
                  <a:lnTo>
                    <a:pt x="327" y="125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29" y="127"/>
                  </a:lnTo>
                  <a:lnTo>
                    <a:pt x="332" y="130"/>
                  </a:lnTo>
                  <a:lnTo>
                    <a:pt x="332" y="127"/>
                  </a:lnTo>
                  <a:lnTo>
                    <a:pt x="334" y="123"/>
                  </a:lnTo>
                  <a:lnTo>
                    <a:pt x="336" y="123"/>
                  </a:lnTo>
                  <a:lnTo>
                    <a:pt x="336" y="125"/>
                  </a:lnTo>
                  <a:lnTo>
                    <a:pt x="336" y="130"/>
                  </a:lnTo>
                  <a:lnTo>
                    <a:pt x="336" y="130"/>
                  </a:lnTo>
                  <a:lnTo>
                    <a:pt x="339" y="132"/>
                  </a:lnTo>
                  <a:lnTo>
                    <a:pt x="339" y="132"/>
                  </a:lnTo>
                  <a:lnTo>
                    <a:pt x="341" y="132"/>
                  </a:lnTo>
                  <a:lnTo>
                    <a:pt x="341" y="130"/>
                  </a:lnTo>
                  <a:lnTo>
                    <a:pt x="341" y="127"/>
                  </a:lnTo>
                  <a:lnTo>
                    <a:pt x="341" y="127"/>
                  </a:lnTo>
                  <a:lnTo>
                    <a:pt x="341" y="127"/>
                  </a:lnTo>
                  <a:lnTo>
                    <a:pt x="343" y="130"/>
                  </a:lnTo>
                  <a:lnTo>
                    <a:pt x="341" y="130"/>
                  </a:lnTo>
                  <a:lnTo>
                    <a:pt x="341" y="132"/>
                  </a:lnTo>
                  <a:lnTo>
                    <a:pt x="343" y="132"/>
                  </a:lnTo>
                  <a:lnTo>
                    <a:pt x="343" y="132"/>
                  </a:lnTo>
                  <a:lnTo>
                    <a:pt x="346" y="132"/>
                  </a:lnTo>
                  <a:lnTo>
                    <a:pt x="348" y="130"/>
                  </a:lnTo>
                  <a:lnTo>
                    <a:pt x="348" y="132"/>
                  </a:lnTo>
                  <a:lnTo>
                    <a:pt x="348" y="132"/>
                  </a:lnTo>
                  <a:lnTo>
                    <a:pt x="346" y="134"/>
                  </a:lnTo>
                  <a:lnTo>
                    <a:pt x="343" y="134"/>
                  </a:lnTo>
                  <a:lnTo>
                    <a:pt x="346" y="134"/>
                  </a:lnTo>
                  <a:lnTo>
                    <a:pt x="346" y="137"/>
                  </a:lnTo>
                  <a:lnTo>
                    <a:pt x="348" y="134"/>
                  </a:lnTo>
                  <a:lnTo>
                    <a:pt x="348" y="134"/>
                  </a:lnTo>
                  <a:lnTo>
                    <a:pt x="351" y="134"/>
                  </a:lnTo>
                  <a:lnTo>
                    <a:pt x="351" y="137"/>
                  </a:lnTo>
                  <a:lnTo>
                    <a:pt x="353" y="137"/>
                  </a:lnTo>
                  <a:lnTo>
                    <a:pt x="355" y="139"/>
                  </a:lnTo>
                  <a:lnTo>
                    <a:pt x="358" y="139"/>
                  </a:lnTo>
                  <a:lnTo>
                    <a:pt x="360" y="137"/>
                  </a:lnTo>
                  <a:lnTo>
                    <a:pt x="362" y="134"/>
                  </a:lnTo>
                  <a:lnTo>
                    <a:pt x="362" y="130"/>
                  </a:lnTo>
                  <a:lnTo>
                    <a:pt x="362" y="130"/>
                  </a:lnTo>
                  <a:lnTo>
                    <a:pt x="362" y="132"/>
                  </a:lnTo>
                  <a:lnTo>
                    <a:pt x="365" y="132"/>
                  </a:lnTo>
                  <a:lnTo>
                    <a:pt x="362" y="134"/>
                  </a:lnTo>
                  <a:lnTo>
                    <a:pt x="365" y="137"/>
                  </a:lnTo>
                  <a:lnTo>
                    <a:pt x="362" y="139"/>
                  </a:lnTo>
                  <a:lnTo>
                    <a:pt x="362" y="142"/>
                  </a:lnTo>
                  <a:lnTo>
                    <a:pt x="360" y="142"/>
                  </a:lnTo>
                  <a:lnTo>
                    <a:pt x="358" y="142"/>
                  </a:lnTo>
                  <a:lnTo>
                    <a:pt x="348" y="142"/>
                  </a:lnTo>
                  <a:lnTo>
                    <a:pt x="346" y="142"/>
                  </a:lnTo>
                  <a:lnTo>
                    <a:pt x="343" y="142"/>
                  </a:lnTo>
                  <a:lnTo>
                    <a:pt x="343" y="139"/>
                  </a:lnTo>
                  <a:lnTo>
                    <a:pt x="343" y="139"/>
                  </a:lnTo>
                  <a:lnTo>
                    <a:pt x="346" y="139"/>
                  </a:lnTo>
                  <a:lnTo>
                    <a:pt x="343" y="139"/>
                  </a:lnTo>
                  <a:lnTo>
                    <a:pt x="341" y="142"/>
                  </a:lnTo>
                  <a:lnTo>
                    <a:pt x="339" y="142"/>
                  </a:lnTo>
                  <a:lnTo>
                    <a:pt x="339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4" y="146"/>
                  </a:lnTo>
                  <a:lnTo>
                    <a:pt x="334" y="149"/>
                  </a:lnTo>
                  <a:lnTo>
                    <a:pt x="336" y="149"/>
                  </a:lnTo>
                  <a:lnTo>
                    <a:pt x="339" y="149"/>
                  </a:lnTo>
                  <a:lnTo>
                    <a:pt x="341" y="149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6" y="146"/>
                  </a:lnTo>
                  <a:lnTo>
                    <a:pt x="346" y="146"/>
                  </a:lnTo>
                  <a:lnTo>
                    <a:pt x="343" y="149"/>
                  </a:lnTo>
                  <a:lnTo>
                    <a:pt x="346" y="149"/>
                  </a:lnTo>
                  <a:lnTo>
                    <a:pt x="343" y="151"/>
                  </a:lnTo>
                  <a:lnTo>
                    <a:pt x="341" y="151"/>
                  </a:lnTo>
                  <a:lnTo>
                    <a:pt x="339" y="153"/>
                  </a:lnTo>
                  <a:lnTo>
                    <a:pt x="339" y="156"/>
                  </a:lnTo>
                  <a:lnTo>
                    <a:pt x="339" y="158"/>
                  </a:lnTo>
                  <a:lnTo>
                    <a:pt x="339" y="161"/>
                  </a:lnTo>
                  <a:lnTo>
                    <a:pt x="339" y="161"/>
                  </a:lnTo>
                  <a:lnTo>
                    <a:pt x="336" y="158"/>
                  </a:lnTo>
                  <a:lnTo>
                    <a:pt x="336" y="156"/>
                  </a:lnTo>
                  <a:lnTo>
                    <a:pt x="334" y="156"/>
                  </a:lnTo>
                  <a:lnTo>
                    <a:pt x="334" y="158"/>
                  </a:lnTo>
                  <a:lnTo>
                    <a:pt x="334" y="161"/>
                  </a:lnTo>
                  <a:lnTo>
                    <a:pt x="334" y="161"/>
                  </a:lnTo>
                  <a:lnTo>
                    <a:pt x="336" y="161"/>
                  </a:lnTo>
                  <a:lnTo>
                    <a:pt x="336" y="163"/>
                  </a:lnTo>
                  <a:lnTo>
                    <a:pt x="339" y="165"/>
                  </a:lnTo>
                  <a:lnTo>
                    <a:pt x="339" y="165"/>
                  </a:lnTo>
                  <a:lnTo>
                    <a:pt x="339" y="168"/>
                  </a:lnTo>
                  <a:lnTo>
                    <a:pt x="341" y="168"/>
                  </a:lnTo>
                  <a:lnTo>
                    <a:pt x="343" y="172"/>
                  </a:lnTo>
                  <a:lnTo>
                    <a:pt x="346" y="175"/>
                  </a:lnTo>
                  <a:lnTo>
                    <a:pt x="348" y="177"/>
                  </a:lnTo>
                  <a:lnTo>
                    <a:pt x="348" y="177"/>
                  </a:lnTo>
                  <a:lnTo>
                    <a:pt x="348" y="175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8" y="170"/>
                  </a:lnTo>
                  <a:lnTo>
                    <a:pt x="355" y="175"/>
                  </a:lnTo>
                  <a:lnTo>
                    <a:pt x="358" y="177"/>
                  </a:lnTo>
                  <a:lnTo>
                    <a:pt x="358" y="177"/>
                  </a:lnTo>
                  <a:lnTo>
                    <a:pt x="360" y="177"/>
                  </a:lnTo>
                  <a:lnTo>
                    <a:pt x="362" y="179"/>
                  </a:lnTo>
                  <a:lnTo>
                    <a:pt x="365" y="184"/>
                  </a:lnTo>
                  <a:lnTo>
                    <a:pt x="367" y="184"/>
                  </a:lnTo>
                  <a:lnTo>
                    <a:pt x="367" y="182"/>
                  </a:lnTo>
                  <a:lnTo>
                    <a:pt x="367" y="179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5"/>
                  </a:lnTo>
                  <a:lnTo>
                    <a:pt x="365" y="175"/>
                  </a:lnTo>
                  <a:lnTo>
                    <a:pt x="367" y="172"/>
                  </a:lnTo>
                  <a:lnTo>
                    <a:pt x="369" y="168"/>
                  </a:lnTo>
                  <a:lnTo>
                    <a:pt x="369" y="165"/>
                  </a:lnTo>
                  <a:lnTo>
                    <a:pt x="372" y="168"/>
                  </a:lnTo>
                  <a:lnTo>
                    <a:pt x="372" y="170"/>
                  </a:lnTo>
                  <a:lnTo>
                    <a:pt x="369" y="172"/>
                  </a:lnTo>
                  <a:lnTo>
                    <a:pt x="369" y="172"/>
                  </a:lnTo>
                  <a:lnTo>
                    <a:pt x="369" y="175"/>
                  </a:lnTo>
                  <a:lnTo>
                    <a:pt x="372" y="175"/>
                  </a:lnTo>
                  <a:lnTo>
                    <a:pt x="372" y="175"/>
                  </a:lnTo>
                  <a:lnTo>
                    <a:pt x="372" y="177"/>
                  </a:lnTo>
                  <a:lnTo>
                    <a:pt x="372" y="177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2"/>
                  </a:lnTo>
                  <a:lnTo>
                    <a:pt x="377" y="170"/>
                  </a:lnTo>
                  <a:lnTo>
                    <a:pt x="379" y="163"/>
                  </a:lnTo>
                  <a:lnTo>
                    <a:pt x="379" y="163"/>
                  </a:lnTo>
                  <a:lnTo>
                    <a:pt x="379" y="161"/>
                  </a:lnTo>
                  <a:lnTo>
                    <a:pt x="379" y="161"/>
                  </a:lnTo>
                  <a:lnTo>
                    <a:pt x="379" y="158"/>
                  </a:lnTo>
                  <a:lnTo>
                    <a:pt x="381" y="158"/>
                  </a:lnTo>
                  <a:lnTo>
                    <a:pt x="381" y="161"/>
                  </a:lnTo>
                  <a:lnTo>
                    <a:pt x="381" y="161"/>
                  </a:lnTo>
                  <a:lnTo>
                    <a:pt x="381" y="163"/>
                  </a:lnTo>
                  <a:lnTo>
                    <a:pt x="381" y="165"/>
                  </a:lnTo>
                  <a:lnTo>
                    <a:pt x="379" y="170"/>
                  </a:lnTo>
                  <a:lnTo>
                    <a:pt x="379" y="175"/>
                  </a:lnTo>
                  <a:lnTo>
                    <a:pt x="379" y="177"/>
                  </a:lnTo>
                  <a:lnTo>
                    <a:pt x="381" y="179"/>
                  </a:lnTo>
                  <a:lnTo>
                    <a:pt x="381" y="179"/>
                  </a:lnTo>
                  <a:lnTo>
                    <a:pt x="386" y="179"/>
                  </a:lnTo>
                  <a:lnTo>
                    <a:pt x="388" y="179"/>
                  </a:lnTo>
                  <a:lnTo>
                    <a:pt x="386" y="182"/>
                  </a:lnTo>
                  <a:lnTo>
                    <a:pt x="381" y="184"/>
                  </a:lnTo>
                  <a:lnTo>
                    <a:pt x="379" y="187"/>
                  </a:lnTo>
                  <a:lnTo>
                    <a:pt x="379" y="191"/>
                  </a:lnTo>
                  <a:lnTo>
                    <a:pt x="379" y="194"/>
                  </a:lnTo>
                  <a:lnTo>
                    <a:pt x="379" y="194"/>
                  </a:lnTo>
                  <a:lnTo>
                    <a:pt x="381" y="194"/>
                  </a:lnTo>
                  <a:lnTo>
                    <a:pt x="381" y="194"/>
                  </a:lnTo>
                  <a:lnTo>
                    <a:pt x="381" y="194"/>
                  </a:lnTo>
                  <a:lnTo>
                    <a:pt x="381" y="191"/>
                  </a:lnTo>
                  <a:lnTo>
                    <a:pt x="381" y="191"/>
                  </a:lnTo>
                  <a:lnTo>
                    <a:pt x="384" y="189"/>
                  </a:lnTo>
                  <a:lnTo>
                    <a:pt x="388" y="189"/>
                  </a:lnTo>
                  <a:lnTo>
                    <a:pt x="391" y="189"/>
                  </a:lnTo>
                  <a:lnTo>
                    <a:pt x="391" y="189"/>
                  </a:lnTo>
                  <a:lnTo>
                    <a:pt x="393" y="187"/>
                  </a:lnTo>
                  <a:lnTo>
                    <a:pt x="393" y="189"/>
                  </a:lnTo>
                  <a:lnTo>
                    <a:pt x="395" y="189"/>
                  </a:lnTo>
                  <a:lnTo>
                    <a:pt x="393" y="189"/>
                  </a:lnTo>
                  <a:lnTo>
                    <a:pt x="391" y="191"/>
                  </a:lnTo>
                  <a:lnTo>
                    <a:pt x="391" y="191"/>
                  </a:lnTo>
                  <a:lnTo>
                    <a:pt x="391" y="191"/>
                  </a:lnTo>
                  <a:lnTo>
                    <a:pt x="391" y="194"/>
                  </a:lnTo>
                  <a:lnTo>
                    <a:pt x="391" y="194"/>
                  </a:lnTo>
                  <a:lnTo>
                    <a:pt x="388" y="196"/>
                  </a:lnTo>
                  <a:lnTo>
                    <a:pt x="388" y="196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91" y="198"/>
                  </a:lnTo>
                  <a:lnTo>
                    <a:pt x="391" y="196"/>
                  </a:lnTo>
                  <a:lnTo>
                    <a:pt x="393" y="196"/>
                  </a:lnTo>
                  <a:lnTo>
                    <a:pt x="395" y="196"/>
                  </a:lnTo>
                  <a:lnTo>
                    <a:pt x="395" y="196"/>
                  </a:lnTo>
                  <a:lnTo>
                    <a:pt x="395" y="194"/>
                  </a:lnTo>
                  <a:lnTo>
                    <a:pt x="398" y="191"/>
                  </a:lnTo>
                  <a:lnTo>
                    <a:pt x="398" y="191"/>
                  </a:lnTo>
                  <a:lnTo>
                    <a:pt x="398" y="196"/>
                  </a:lnTo>
                  <a:lnTo>
                    <a:pt x="395" y="201"/>
                  </a:lnTo>
                  <a:lnTo>
                    <a:pt x="393" y="201"/>
                  </a:lnTo>
                  <a:lnTo>
                    <a:pt x="393" y="203"/>
                  </a:lnTo>
                  <a:lnTo>
                    <a:pt x="391" y="203"/>
                  </a:lnTo>
                  <a:lnTo>
                    <a:pt x="391" y="203"/>
                  </a:lnTo>
                  <a:lnTo>
                    <a:pt x="391" y="205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91" y="210"/>
                  </a:lnTo>
                  <a:lnTo>
                    <a:pt x="391" y="210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7"/>
                  </a:lnTo>
                  <a:lnTo>
                    <a:pt x="393" y="217"/>
                  </a:lnTo>
                  <a:lnTo>
                    <a:pt x="393" y="215"/>
                  </a:lnTo>
                  <a:lnTo>
                    <a:pt x="395" y="213"/>
                  </a:lnTo>
                  <a:lnTo>
                    <a:pt x="398" y="210"/>
                  </a:lnTo>
                  <a:lnTo>
                    <a:pt x="400" y="208"/>
                  </a:lnTo>
                  <a:lnTo>
                    <a:pt x="410" y="208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05"/>
                  </a:lnTo>
                  <a:lnTo>
                    <a:pt x="414" y="203"/>
                  </a:lnTo>
                  <a:lnTo>
                    <a:pt x="414" y="203"/>
                  </a:lnTo>
                  <a:lnTo>
                    <a:pt x="417" y="203"/>
                  </a:lnTo>
                  <a:lnTo>
                    <a:pt x="419" y="201"/>
                  </a:lnTo>
                  <a:lnTo>
                    <a:pt x="424" y="201"/>
                  </a:lnTo>
                  <a:lnTo>
                    <a:pt x="429" y="198"/>
                  </a:lnTo>
                  <a:lnTo>
                    <a:pt x="433" y="196"/>
                  </a:lnTo>
                  <a:lnTo>
                    <a:pt x="436" y="196"/>
                  </a:lnTo>
                  <a:lnTo>
                    <a:pt x="436" y="196"/>
                  </a:lnTo>
                  <a:lnTo>
                    <a:pt x="436" y="194"/>
                  </a:lnTo>
                  <a:lnTo>
                    <a:pt x="438" y="187"/>
                  </a:lnTo>
                  <a:lnTo>
                    <a:pt x="436" y="187"/>
                  </a:lnTo>
                  <a:lnTo>
                    <a:pt x="438" y="187"/>
                  </a:lnTo>
                  <a:lnTo>
                    <a:pt x="438" y="184"/>
                  </a:lnTo>
                  <a:lnTo>
                    <a:pt x="438" y="182"/>
                  </a:lnTo>
                  <a:lnTo>
                    <a:pt x="440" y="182"/>
                  </a:lnTo>
                  <a:lnTo>
                    <a:pt x="443" y="182"/>
                  </a:lnTo>
                  <a:lnTo>
                    <a:pt x="443" y="182"/>
                  </a:lnTo>
                  <a:lnTo>
                    <a:pt x="443" y="182"/>
                  </a:lnTo>
                  <a:lnTo>
                    <a:pt x="443" y="177"/>
                  </a:lnTo>
                  <a:lnTo>
                    <a:pt x="443" y="177"/>
                  </a:lnTo>
                  <a:lnTo>
                    <a:pt x="445" y="175"/>
                  </a:lnTo>
                  <a:lnTo>
                    <a:pt x="443" y="168"/>
                  </a:lnTo>
                  <a:lnTo>
                    <a:pt x="445" y="165"/>
                  </a:lnTo>
                  <a:lnTo>
                    <a:pt x="445" y="165"/>
                  </a:lnTo>
                  <a:lnTo>
                    <a:pt x="448" y="163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52" y="165"/>
                  </a:lnTo>
                  <a:lnTo>
                    <a:pt x="452" y="1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5" name="Freeform 36">
              <a:extLst>
                <a:ext uri="{FF2B5EF4-FFF2-40B4-BE49-F238E27FC236}">
                  <a16:creationId xmlns:a16="http://schemas.microsoft.com/office/drawing/2014/main" id="{97EC225B-6452-49BD-8CA4-1AD3A09206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1129" y="2215875"/>
              <a:ext cx="333256" cy="171820"/>
            </a:xfrm>
            <a:custGeom>
              <a:avLst/>
              <a:gdLst>
                <a:gd name="T0" fmla="*/ 341 w 353"/>
                <a:gd name="T1" fmla="*/ 165 h 182"/>
                <a:gd name="T2" fmla="*/ 338 w 353"/>
                <a:gd name="T3" fmla="*/ 170 h 182"/>
                <a:gd name="T4" fmla="*/ 350 w 353"/>
                <a:gd name="T5" fmla="*/ 165 h 182"/>
                <a:gd name="T6" fmla="*/ 305 w 353"/>
                <a:gd name="T7" fmla="*/ 168 h 182"/>
                <a:gd name="T8" fmla="*/ 289 w 353"/>
                <a:gd name="T9" fmla="*/ 158 h 182"/>
                <a:gd name="T10" fmla="*/ 277 w 353"/>
                <a:gd name="T11" fmla="*/ 175 h 182"/>
                <a:gd name="T12" fmla="*/ 277 w 353"/>
                <a:gd name="T13" fmla="*/ 180 h 182"/>
                <a:gd name="T14" fmla="*/ 341 w 353"/>
                <a:gd name="T15" fmla="*/ 125 h 182"/>
                <a:gd name="T16" fmla="*/ 338 w 353"/>
                <a:gd name="T17" fmla="*/ 106 h 182"/>
                <a:gd name="T18" fmla="*/ 336 w 353"/>
                <a:gd name="T19" fmla="*/ 101 h 182"/>
                <a:gd name="T20" fmla="*/ 308 w 353"/>
                <a:gd name="T21" fmla="*/ 75 h 182"/>
                <a:gd name="T22" fmla="*/ 303 w 353"/>
                <a:gd name="T23" fmla="*/ 82 h 182"/>
                <a:gd name="T24" fmla="*/ 317 w 353"/>
                <a:gd name="T25" fmla="*/ 82 h 182"/>
                <a:gd name="T26" fmla="*/ 327 w 353"/>
                <a:gd name="T27" fmla="*/ 92 h 182"/>
                <a:gd name="T28" fmla="*/ 329 w 353"/>
                <a:gd name="T29" fmla="*/ 109 h 182"/>
                <a:gd name="T30" fmla="*/ 308 w 353"/>
                <a:gd name="T31" fmla="*/ 123 h 182"/>
                <a:gd name="T32" fmla="*/ 275 w 353"/>
                <a:gd name="T33" fmla="*/ 101 h 182"/>
                <a:gd name="T34" fmla="*/ 263 w 353"/>
                <a:gd name="T35" fmla="*/ 92 h 182"/>
                <a:gd name="T36" fmla="*/ 270 w 353"/>
                <a:gd name="T37" fmla="*/ 97 h 182"/>
                <a:gd name="T38" fmla="*/ 253 w 353"/>
                <a:gd name="T39" fmla="*/ 80 h 182"/>
                <a:gd name="T40" fmla="*/ 232 w 353"/>
                <a:gd name="T41" fmla="*/ 68 h 182"/>
                <a:gd name="T42" fmla="*/ 232 w 353"/>
                <a:gd name="T43" fmla="*/ 75 h 182"/>
                <a:gd name="T44" fmla="*/ 227 w 353"/>
                <a:gd name="T45" fmla="*/ 73 h 182"/>
                <a:gd name="T46" fmla="*/ 220 w 353"/>
                <a:gd name="T47" fmla="*/ 68 h 182"/>
                <a:gd name="T48" fmla="*/ 220 w 353"/>
                <a:gd name="T49" fmla="*/ 64 h 182"/>
                <a:gd name="T50" fmla="*/ 223 w 353"/>
                <a:gd name="T51" fmla="*/ 56 h 182"/>
                <a:gd name="T52" fmla="*/ 227 w 353"/>
                <a:gd name="T53" fmla="*/ 49 h 182"/>
                <a:gd name="T54" fmla="*/ 230 w 353"/>
                <a:gd name="T55" fmla="*/ 42 h 182"/>
                <a:gd name="T56" fmla="*/ 232 w 353"/>
                <a:gd name="T57" fmla="*/ 35 h 182"/>
                <a:gd name="T58" fmla="*/ 249 w 353"/>
                <a:gd name="T59" fmla="*/ 26 h 182"/>
                <a:gd name="T60" fmla="*/ 249 w 353"/>
                <a:gd name="T61" fmla="*/ 19 h 182"/>
                <a:gd name="T62" fmla="*/ 241 w 353"/>
                <a:gd name="T63" fmla="*/ 23 h 182"/>
                <a:gd name="T64" fmla="*/ 227 w 353"/>
                <a:gd name="T65" fmla="*/ 14 h 182"/>
                <a:gd name="T66" fmla="*/ 223 w 353"/>
                <a:gd name="T67" fmla="*/ 7 h 182"/>
                <a:gd name="T68" fmla="*/ 213 w 353"/>
                <a:gd name="T69" fmla="*/ 0 h 182"/>
                <a:gd name="T70" fmla="*/ 199 w 353"/>
                <a:gd name="T71" fmla="*/ 14 h 182"/>
                <a:gd name="T72" fmla="*/ 192 w 353"/>
                <a:gd name="T73" fmla="*/ 21 h 182"/>
                <a:gd name="T74" fmla="*/ 185 w 353"/>
                <a:gd name="T75" fmla="*/ 33 h 182"/>
                <a:gd name="T76" fmla="*/ 130 w 353"/>
                <a:gd name="T77" fmla="*/ 45 h 182"/>
                <a:gd name="T78" fmla="*/ 78 w 353"/>
                <a:gd name="T79" fmla="*/ 56 h 182"/>
                <a:gd name="T80" fmla="*/ 78 w 353"/>
                <a:gd name="T81" fmla="*/ 56 h 182"/>
                <a:gd name="T82" fmla="*/ 31 w 353"/>
                <a:gd name="T83" fmla="*/ 66 h 182"/>
                <a:gd name="T84" fmla="*/ 3 w 353"/>
                <a:gd name="T85" fmla="*/ 113 h 182"/>
                <a:gd name="T86" fmla="*/ 50 w 353"/>
                <a:gd name="T87" fmla="*/ 149 h 182"/>
                <a:gd name="T88" fmla="*/ 88 w 353"/>
                <a:gd name="T89" fmla="*/ 142 h 182"/>
                <a:gd name="T90" fmla="*/ 175 w 353"/>
                <a:gd name="T91" fmla="*/ 120 h 182"/>
                <a:gd name="T92" fmla="*/ 204 w 353"/>
                <a:gd name="T93" fmla="*/ 127 h 182"/>
                <a:gd name="T94" fmla="*/ 208 w 353"/>
                <a:gd name="T95" fmla="*/ 139 h 182"/>
                <a:gd name="T96" fmla="*/ 220 w 353"/>
                <a:gd name="T97" fmla="*/ 146 h 182"/>
                <a:gd name="T98" fmla="*/ 225 w 353"/>
                <a:gd name="T99" fmla="*/ 149 h 182"/>
                <a:gd name="T100" fmla="*/ 237 w 353"/>
                <a:gd name="T101" fmla="*/ 168 h 182"/>
                <a:gd name="T102" fmla="*/ 241 w 353"/>
                <a:gd name="T103" fmla="*/ 165 h 182"/>
                <a:gd name="T104" fmla="*/ 253 w 353"/>
                <a:gd name="T105" fmla="*/ 153 h 182"/>
                <a:gd name="T106" fmla="*/ 258 w 353"/>
                <a:gd name="T107" fmla="*/ 149 h 182"/>
                <a:gd name="T108" fmla="*/ 267 w 353"/>
                <a:gd name="T109" fmla="*/ 139 h 182"/>
                <a:gd name="T110" fmla="*/ 275 w 353"/>
                <a:gd name="T111" fmla="*/ 130 h 182"/>
                <a:gd name="T112" fmla="*/ 275 w 353"/>
                <a:gd name="T113" fmla="*/ 137 h 182"/>
                <a:gd name="T114" fmla="*/ 293 w 353"/>
                <a:gd name="T115" fmla="*/ 144 h 182"/>
                <a:gd name="T116" fmla="*/ 308 w 353"/>
                <a:gd name="T117" fmla="*/ 132 h 182"/>
                <a:gd name="T118" fmla="*/ 320 w 353"/>
                <a:gd name="T119" fmla="*/ 12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3" h="182">
                  <a:moveTo>
                    <a:pt x="350" y="165"/>
                  </a:moveTo>
                  <a:lnTo>
                    <a:pt x="346" y="161"/>
                  </a:lnTo>
                  <a:lnTo>
                    <a:pt x="343" y="156"/>
                  </a:lnTo>
                  <a:lnTo>
                    <a:pt x="343" y="156"/>
                  </a:lnTo>
                  <a:lnTo>
                    <a:pt x="341" y="153"/>
                  </a:lnTo>
                  <a:lnTo>
                    <a:pt x="341" y="153"/>
                  </a:lnTo>
                  <a:lnTo>
                    <a:pt x="341" y="153"/>
                  </a:lnTo>
                  <a:lnTo>
                    <a:pt x="341" y="158"/>
                  </a:lnTo>
                  <a:lnTo>
                    <a:pt x="341" y="161"/>
                  </a:lnTo>
                  <a:lnTo>
                    <a:pt x="341" y="165"/>
                  </a:lnTo>
                  <a:lnTo>
                    <a:pt x="341" y="165"/>
                  </a:lnTo>
                  <a:lnTo>
                    <a:pt x="343" y="161"/>
                  </a:lnTo>
                  <a:lnTo>
                    <a:pt x="346" y="161"/>
                  </a:lnTo>
                  <a:lnTo>
                    <a:pt x="346" y="163"/>
                  </a:lnTo>
                  <a:lnTo>
                    <a:pt x="343" y="163"/>
                  </a:lnTo>
                  <a:lnTo>
                    <a:pt x="343" y="165"/>
                  </a:lnTo>
                  <a:lnTo>
                    <a:pt x="341" y="168"/>
                  </a:lnTo>
                  <a:lnTo>
                    <a:pt x="341" y="168"/>
                  </a:lnTo>
                  <a:lnTo>
                    <a:pt x="341" y="168"/>
                  </a:lnTo>
                  <a:lnTo>
                    <a:pt x="338" y="170"/>
                  </a:lnTo>
                  <a:lnTo>
                    <a:pt x="338" y="168"/>
                  </a:lnTo>
                  <a:lnTo>
                    <a:pt x="336" y="168"/>
                  </a:lnTo>
                  <a:lnTo>
                    <a:pt x="334" y="170"/>
                  </a:lnTo>
                  <a:lnTo>
                    <a:pt x="327" y="172"/>
                  </a:lnTo>
                  <a:lnTo>
                    <a:pt x="327" y="172"/>
                  </a:lnTo>
                  <a:lnTo>
                    <a:pt x="338" y="175"/>
                  </a:lnTo>
                  <a:lnTo>
                    <a:pt x="343" y="172"/>
                  </a:lnTo>
                  <a:lnTo>
                    <a:pt x="348" y="172"/>
                  </a:lnTo>
                  <a:lnTo>
                    <a:pt x="353" y="168"/>
                  </a:lnTo>
                  <a:lnTo>
                    <a:pt x="350" y="165"/>
                  </a:lnTo>
                  <a:close/>
                  <a:moveTo>
                    <a:pt x="303" y="163"/>
                  </a:moveTo>
                  <a:lnTo>
                    <a:pt x="301" y="161"/>
                  </a:lnTo>
                  <a:lnTo>
                    <a:pt x="301" y="163"/>
                  </a:lnTo>
                  <a:lnTo>
                    <a:pt x="301" y="165"/>
                  </a:lnTo>
                  <a:lnTo>
                    <a:pt x="298" y="168"/>
                  </a:lnTo>
                  <a:lnTo>
                    <a:pt x="298" y="168"/>
                  </a:lnTo>
                  <a:lnTo>
                    <a:pt x="301" y="170"/>
                  </a:lnTo>
                  <a:lnTo>
                    <a:pt x="303" y="170"/>
                  </a:lnTo>
                  <a:lnTo>
                    <a:pt x="303" y="170"/>
                  </a:lnTo>
                  <a:lnTo>
                    <a:pt x="305" y="168"/>
                  </a:lnTo>
                  <a:lnTo>
                    <a:pt x="303" y="168"/>
                  </a:lnTo>
                  <a:lnTo>
                    <a:pt x="303" y="163"/>
                  </a:lnTo>
                  <a:close/>
                  <a:moveTo>
                    <a:pt x="293" y="165"/>
                  </a:moveTo>
                  <a:lnTo>
                    <a:pt x="291" y="165"/>
                  </a:lnTo>
                  <a:lnTo>
                    <a:pt x="291" y="165"/>
                  </a:lnTo>
                  <a:lnTo>
                    <a:pt x="291" y="163"/>
                  </a:lnTo>
                  <a:lnTo>
                    <a:pt x="293" y="163"/>
                  </a:lnTo>
                  <a:lnTo>
                    <a:pt x="293" y="161"/>
                  </a:lnTo>
                  <a:lnTo>
                    <a:pt x="291" y="158"/>
                  </a:lnTo>
                  <a:lnTo>
                    <a:pt x="289" y="158"/>
                  </a:lnTo>
                  <a:lnTo>
                    <a:pt x="289" y="161"/>
                  </a:lnTo>
                  <a:lnTo>
                    <a:pt x="289" y="163"/>
                  </a:lnTo>
                  <a:lnTo>
                    <a:pt x="286" y="163"/>
                  </a:lnTo>
                  <a:lnTo>
                    <a:pt x="286" y="161"/>
                  </a:lnTo>
                  <a:lnTo>
                    <a:pt x="286" y="161"/>
                  </a:lnTo>
                  <a:lnTo>
                    <a:pt x="282" y="163"/>
                  </a:lnTo>
                  <a:lnTo>
                    <a:pt x="279" y="168"/>
                  </a:lnTo>
                  <a:lnTo>
                    <a:pt x="279" y="168"/>
                  </a:lnTo>
                  <a:lnTo>
                    <a:pt x="277" y="170"/>
                  </a:lnTo>
                  <a:lnTo>
                    <a:pt x="277" y="175"/>
                  </a:lnTo>
                  <a:lnTo>
                    <a:pt x="277" y="175"/>
                  </a:lnTo>
                  <a:lnTo>
                    <a:pt x="275" y="177"/>
                  </a:lnTo>
                  <a:lnTo>
                    <a:pt x="267" y="180"/>
                  </a:lnTo>
                  <a:lnTo>
                    <a:pt x="270" y="180"/>
                  </a:lnTo>
                  <a:lnTo>
                    <a:pt x="270" y="180"/>
                  </a:lnTo>
                  <a:lnTo>
                    <a:pt x="272" y="182"/>
                  </a:lnTo>
                  <a:lnTo>
                    <a:pt x="275" y="182"/>
                  </a:lnTo>
                  <a:lnTo>
                    <a:pt x="275" y="182"/>
                  </a:lnTo>
                  <a:lnTo>
                    <a:pt x="277" y="182"/>
                  </a:lnTo>
                  <a:lnTo>
                    <a:pt x="277" y="180"/>
                  </a:lnTo>
                  <a:lnTo>
                    <a:pt x="279" y="180"/>
                  </a:lnTo>
                  <a:lnTo>
                    <a:pt x="282" y="177"/>
                  </a:lnTo>
                  <a:lnTo>
                    <a:pt x="284" y="175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6" y="165"/>
                  </a:lnTo>
                  <a:lnTo>
                    <a:pt x="293" y="165"/>
                  </a:lnTo>
                  <a:close/>
                  <a:moveTo>
                    <a:pt x="338" y="135"/>
                  </a:moveTo>
                  <a:lnTo>
                    <a:pt x="338" y="127"/>
                  </a:lnTo>
                  <a:lnTo>
                    <a:pt x="341" y="125"/>
                  </a:lnTo>
                  <a:lnTo>
                    <a:pt x="341" y="125"/>
                  </a:lnTo>
                  <a:lnTo>
                    <a:pt x="341" y="123"/>
                  </a:lnTo>
                  <a:lnTo>
                    <a:pt x="338" y="123"/>
                  </a:lnTo>
                  <a:lnTo>
                    <a:pt x="338" y="123"/>
                  </a:lnTo>
                  <a:lnTo>
                    <a:pt x="338" y="125"/>
                  </a:lnTo>
                  <a:lnTo>
                    <a:pt x="338" y="137"/>
                  </a:lnTo>
                  <a:lnTo>
                    <a:pt x="338" y="135"/>
                  </a:lnTo>
                  <a:close/>
                  <a:moveTo>
                    <a:pt x="341" y="120"/>
                  </a:moveTo>
                  <a:lnTo>
                    <a:pt x="338" y="111"/>
                  </a:lnTo>
                  <a:lnTo>
                    <a:pt x="338" y="106"/>
                  </a:lnTo>
                  <a:lnTo>
                    <a:pt x="336" y="104"/>
                  </a:lnTo>
                  <a:lnTo>
                    <a:pt x="334" y="104"/>
                  </a:lnTo>
                  <a:lnTo>
                    <a:pt x="334" y="106"/>
                  </a:lnTo>
                  <a:lnTo>
                    <a:pt x="334" y="104"/>
                  </a:lnTo>
                  <a:lnTo>
                    <a:pt x="331" y="101"/>
                  </a:lnTo>
                  <a:lnTo>
                    <a:pt x="331" y="99"/>
                  </a:lnTo>
                  <a:lnTo>
                    <a:pt x="334" y="99"/>
                  </a:lnTo>
                  <a:lnTo>
                    <a:pt x="336" y="101"/>
                  </a:lnTo>
                  <a:lnTo>
                    <a:pt x="336" y="101"/>
                  </a:lnTo>
                  <a:lnTo>
                    <a:pt x="336" y="101"/>
                  </a:lnTo>
                  <a:lnTo>
                    <a:pt x="336" y="99"/>
                  </a:lnTo>
                  <a:lnTo>
                    <a:pt x="336" y="99"/>
                  </a:lnTo>
                  <a:lnTo>
                    <a:pt x="334" y="97"/>
                  </a:lnTo>
                  <a:lnTo>
                    <a:pt x="327" y="85"/>
                  </a:lnTo>
                  <a:lnTo>
                    <a:pt x="324" y="82"/>
                  </a:lnTo>
                  <a:lnTo>
                    <a:pt x="317" y="78"/>
                  </a:lnTo>
                  <a:lnTo>
                    <a:pt x="315" y="78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8" y="75"/>
                  </a:lnTo>
                  <a:lnTo>
                    <a:pt x="303" y="78"/>
                  </a:lnTo>
                  <a:lnTo>
                    <a:pt x="301" y="78"/>
                  </a:lnTo>
                  <a:lnTo>
                    <a:pt x="301" y="78"/>
                  </a:lnTo>
                  <a:lnTo>
                    <a:pt x="301" y="78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3" y="82"/>
                  </a:lnTo>
                  <a:lnTo>
                    <a:pt x="305" y="85"/>
                  </a:lnTo>
                  <a:lnTo>
                    <a:pt x="305" y="85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5" y="82"/>
                  </a:lnTo>
                  <a:lnTo>
                    <a:pt x="308" y="80"/>
                  </a:lnTo>
                  <a:lnTo>
                    <a:pt x="310" y="78"/>
                  </a:lnTo>
                  <a:lnTo>
                    <a:pt x="315" y="80"/>
                  </a:lnTo>
                  <a:lnTo>
                    <a:pt x="317" y="82"/>
                  </a:lnTo>
                  <a:lnTo>
                    <a:pt x="317" y="85"/>
                  </a:lnTo>
                  <a:lnTo>
                    <a:pt x="320" y="90"/>
                  </a:lnTo>
                  <a:lnTo>
                    <a:pt x="320" y="92"/>
                  </a:lnTo>
                  <a:lnTo>
                    <a:pt x="322" y="97"/>
                  </a:lnTo>
                  <a:lnTo>
                    <a:pt x="322" y="94"/>
                  </a:lnTo>
                  <a:lnTo>
                    <a:pt x="322" y="92"/>
                  </a:lnTo>
                  <a:lnTo>
                    <a:pt x="322" y="90"/>
                  </a:lnTo>
                  <a:lnTo>
                    <a:pt x="324" y="90"/>
                  </a:lnTo>
                  <a:lnTo>
                    <a:pt x="324" y="92"/>
                  </a:lnTo>
                  <a:lnTo>
                    <a:pt x="327" y="92"/>
                  </a:lnTo>
                  <a:lnTo>
                    <a:pt x="329" y="92"/>
                  </a:lnTo>
                  <a:lnTo>
                    <a:pt x="329" y="92"/>
                  </a:lnTo>
                  <a:lnTo>
                    <a:pt x="327" y="94"/>
                  </a:lnTo>
                  <a:lnTo>
                    <a:pt x="327" y="94"/>
                  </a:lnTo>
                  <a:lnTo>
                    <a:pt x="327" y="94"/>
                  </a:lnTo>
                  <a:lnTo>
                    <a:pt x="329" y="97"/>
                  </a:lnTo>
                  <a:lnTo>
                    <a:pt x="329" y="99"/>
                  </a:lnTo>
                  <a:lnTo>
                    <a:pt x="331" y="104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4" y="111"/>
                  </a:lnTo>
                  <a:lnTo>
                    <a:pt x="322" y="113"/>
                  </a:lnTo>
                  <a:lnTo>
                    <a:pt x="315" y="118"/>
                  </a:lnTo>
                  <a:lnTo>
                    <a:pt x="312" y="120"/>
                  </a:lnTo>
                  <a:lnTo>
                    <a:pt x="308" y="123"/>
                  </a:lnTo>
                  <a:lnTo>
                    <a:pt x="305" y="125"/>
                  </a:lnTo>
                  <a:lnTo>
                    <a:pt x="303" y="125"/>
                  </a:lnTo>
                  <a:lnTo>
                    <a:pt x="303" y="123"/>
                  </a:lnTo>
                  <a:lnTo>
                    <a:pt x="303" y="123"/>
                  </a:lnTo>
                  <a:lnTo>
                    <a:pt x="308" y="123"/>
                  </a:lnTo>
                  <a:lnTo>
                    <a:pt x="308" y="120"/>
                  </a:lnTo>
                  <a:lnTo>
                    <a:pt x="296" y="123"/>
                  </a:lnTo>
                  <a:lnTo>
                    <a:pt x="293" y="123"/>
                  </a:lnTo>
                  <a:lnTo>
                    <a:pt x="286" y="120"/>
                  </a:lnTo>
                  <a:lnTo>
                    <a:pt x="282" y="118"/>
                  </a:lnTo>
                  <a:lnTo>
                    <a:pt x="282" y="116"/>
                  </a:lnTo>
                  <a:lnTo>
                    <a:pt x="282" y="111"/>
                  </a:lnTo>
                  <a:lnTo>
                    <a:pt x="279" y="106"/>
                  </a:lnTo>
                  <a:lnTo>
                    <a:pt x="277" y="104"/>
                  </a:lnTo>
                  <a:lnTo>
                    <a:pt x="275" y="101"/>
                  </a:lnTo>
                  <a:lnTo>
                    <a:pt x="270" y="104"/>
                  </a:lnTo>
                  <a:lnTo>
                    <a:pt x="270" y="104"/>
                  </a:lnTo>
                  <a:lnTo>
                    <a:pt x="267" y="104"/>
                  </a:lnTo>
                  <a:lnTo>
                    <a:pt x="260" y="99"/>
                  </a:lnTo>
                  <a:lnTo>
                    <a:pt x="260" y="99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9"/>
                  </a:lnTo>
                  <a:lnTo>
                    <a:pt x="263" y="92"/>
                  </a:lnTo>
                  <a:lnTo>
                    <a:pt x="263" y="92"/>
                  </a:lnTo>
                  <a:lnTo>
                    <a:pt x="265" y="92"/>
                  </a:lnTo>
                  <a:lnTo>
                    <a:pt x="265" y="92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65" y="97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70" y="97"/>
                  </a:lnTo>
                  <a:lnTo>
                    <a:pt x="270" y="97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65" y="92"/>
                  </a:lnTo>
                  <a:lnTo>
                    <a:pt x="265" y="90"/>
                  </a:lnTo>
                  <a:lnTo>
                    <a:pt x="265" y="87"/>
                  </a:lnTo>
                  <a:lnTo>
                    <a:pt x="260" y="87"/>
                  </a:lnTo>
                  <a:lnTo>
                    <a:pt x="258" y="82"/>
                  </a:lnTo>
                  <a:lnTo>
                    <a:pt x="256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75"/>
                  </a:lnTo>
                  <a:lnTo>
                    <a:pt x="253" y="75"/>
                  </a:lnTo>
                  <a:lnTo>
                    <a:pt x="249" y="73"/>
                  </a:lnTo>
                  <a:lnTo>
                    <a:pt x="246" y="73"/>
                  </a:lnTo>
                  <a:lnTo>
                    <a:pt x="244" y="71"/>
                  </a:lnTo>
                  <a:lnTo>
                    <a:pt x="239" y="71"/>
                  </a:lnTo>
                  <a:lnTo>
                    <a:pt x="237" y="71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234" y="71"/>
                  </a:lnTo>
                  <a:lnTo>
                    <a:pt x="234" y="71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4" y="73"/>
                  </a:lnTo>
                  <a:lnTo>
                    <a:pt x="234" y="75"/>
                  </a:lnTo>
                  <a:lnTo>
                    <a:pt x="232" y="75"/>
                  </a:lnTo>
                  <a:lnTo>
                    <a:pt x="232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27" y="78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7" y="73"/>
                  </a:lnTo>
                  <a:lnTo>
                    <a:pt x="225" y="73"/>
                  </a:lnTo>
                  <a:lnTo>
                    <a:pt x="225" y="73"/>
                  </a:lnTo>
                  <a:lnTo>
                    <a:pt x="225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0" y="73"/>
                  </a:lnTo>
                  <a:lnTo>
                    <a:pt x="218" y="71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0" y="66"/>
                  </a:lnTo>
                  <a:lnTo>
                    <a:pt x="218" y="66"/>
                  </a:lnTo>
                  <a:lnTo>
                    <a:pt x="218" y="66"/>
                  </a:lnTo>
                  <a:lnTo>
                    <a:pt x="218" y="64"/>
                  </a:lnTo>
                  <a:lnTo>
                    <a:pt x="220" y="64"/>
                  </a:lnTo>
                  <a:lnTo>
                    <a:pt x="223" y="66"/>
                  </a:lnTo>
                  <a:lnTo>
                    <a:pt x="223" y="64"/>
                  </a:lnTo>
                  <a:lnTo>
                    <a:pt x="223" y="64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3" y="64"/>
                  </a:lnTo>
                  <a:lnTo>
                    <a:pt x="223" y="64"/>
                  </a:lnTo>
                  <a:lnTo>
                    <a:pt x="225" y="64"/>
                  </a:lnTo>
                  <a:lnTo>
                    <a:pt x="227" y="64"/>
                  </a:lnTo>
                  <a:lnTo>
                    <a:pt x="225" y="64"/>
                  </a:lnTo>
                  <a:lnTo>
                    <a:pt x="225" y="61"/>
                  </a:lnTo>
                  <a:lnTo>
                    <a:pt x="223" y="59"/>
                  </a:lnTo>
                  <a:lnTo>
                    <a:pt x="223" y="56"/>
                  </a:lnTo>
                  <a:lnTo>
                    <a:pt x="223" y="56"/>
                  </a:lnTo>
                  <a:lnTo>
                    <a:pt x="223" y="54"/>
                  </a:lnTo>
                  <a:lnTo>
                    <a:pt x="225" y="54"/>
                  </a:lnTo>
                  <a:lnTo>
                    <a:pt x="227" y="56"/>
                  </a:lnTo>
                  <a:lnTo>
                    <a:pt x="230" y="54"/>
                  </a:lnTo>
                  <a:lnTo>
                    <a:pt x="227" y="54"/>
                  </a:lnTo>
                  <a:lnTo>
                    <a:pt x="227" y="54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30" y="49"/>
                  </a:lnTo>
                  <a:lnTo>
                    <a:pt x="230" y="47"/>
                  </a:lnTo>
                  <a:lnTo>
                    <a:pt x="230" y="47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27" y="45"/>
                  </a:lnTo>
                  <a:lnTo>
                    <a:pt x="227" y="45"/>
                  </a:lnTo>
                  <a:lnTo>
                    <a:pt x="227" y="45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0"/>
                  </a:lnTo>
                  <a:lnTo>
                    <a:pt x="230" y="40"/>
                  </a:lnTo>
                  <a:lnTo>
                    <a:pt x="232" y="35"/>
                  </a:lnTo>
                  <a:lnTo>
                    <a:pt x="241" y="30"/>
                  </a:lnTo>
                  <a:lnTo>
                    <a:pt x="244" y="30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44" y="26"/>
                  </a:lnTo>
                  <a:lnTo>
                    <a:pt x="246" y="26"/>
                  </a:lnTo>
                  <a:lnTo>
                    <a:pt x="246" y="28"/>
                  </a:lnTo>
                  <a:lnTo>
                    <a:pt x="246" y="28"/>
                  </a:lnTo>
                  <a:lnTo>
                    <a:pt x="249" y="28"/>
                  </a:lnTo>
                  <a:lnTo>
                    <a:pt x="249" y="26"/>
                  </a:lnTo>
                  <a:lnTo>
                    <a:pt x="249" y="26"/>
                  </a:lnTo>
                  <a:lnTo>
                    <a:pt x="249" y="26"/>
                  </a:lnTo>
                  <a:lnTo>
                    <a:pt x="249" y="23"/>
                  </a:lnTo>
                  <a:lnTo>
                    <a:pt x="251" y="23"/>
                  </a:lnTo>
                  <a:lnTo>
                    <a:pt x="251" y="23"/>
                  </a:lnTo>
                  <a:lnTo>
                    <a:pt x="251" y="21"/>
                  </a:lnTo>
                  <a:lnTo>
                    <a:pt x="251" y="21"/>
                  </a:lnTo>
                  <a:lnTo>
                    <a:pt x="251" y="19"/>
                  </a:lnTo>
                  <a:lnTo>
                    <a:pt x="251" y="19"/>
                  </a:lnTo>
                  <a:lnTo>
                    <a:pt x="249" y="19"/>
                  </a:lnTo>
                  <a:lnTo>
                    <a:pt x="249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6"/>
                  </a:lnTo>
                  <a:lnTo>
                    <a:pt x="244" y="19"/>
                  </a:lnTo>
                  <a:lnTo>
                    <a:pt x="244" y="19"/>
                  </a:lnTo>
                  <a:lnTo>
                    <a:pt x="241" y="21"/>
                  </a:lnTo>
                  <a:lnTo>
                    <a:pt x="244" y="23"/>
                  </a:lnTo>
                  <a:lnTo>
                    <a:pt x="244" y="26"/>
                  </a:lnTo>
                  <a:lnTo>
                    <a:pt x="241" y="23"/>
                  </a:lnTo>
                  <a:lnTo>
                    <a:pt x="241" y="23"/>
                  </a:lnTo>
                  <a:lnTo>
                    <a:pt x="237" y="23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7" y="21"/>
                  </a:lnTo>
                  <a:lnTo>
                    <a:pt x="230" y="19"/>
                  </a:lnTo>
                  <a:lnTo>
                    <a:pt x="227" y="19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32" y="19"/>
                  </a:lnTo>
                  <a:lnTo>
                    <a:pt x="232" y="16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5" y="9"/>
                  </a:lnTo>
                  <a:lnTo>
                    <a:pt x="225" y="7"/>
                  </a:lnTo>
                  <a:lnTo>
                    <a:pt x="225" y="7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3" y="7"/>
                  </a:lnTo>
                  <a:lnTo>
                    <a:pt x="220" y="7"/>
                  </a:lnTo>
                  <a:lnTo>
                    <a:pt x="220" y="7"/>
                  </a:lnTo>
                  <a:lnTo>
                    <a:pt x="223" y="7"/>
                  </a:lnTo>
                  <a:lnTo>
                    <a:pt x="225" y="4"/>
                  </a:lnTo>
                  <a:lnTo>
                    <a:pt x="225" y="4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0" y="2"/>
                  </a:lnTo>
                  <a:lnTo>
                    <a:pt x="218" y="2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13" y="2"/>
                  </a:lnTo>
                  <a:lnTo>
                    <a:pt x="204" y="7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9" y="14"/>
                  </a:lnTo>
                  <a:lnTo>
                    <a:pt x="199" y="14"/>
                  </a:lnTo>
                  <a:lnTo>
                    <a:pt x="199" y="14"/>
                  </a:lnTo>
                  <a:lnTo>
                    <a:pt x="197" y="14"/>
                  </a:lnTo>
                  <a:lnTo>
                    <a:pt x="197" y="14"/>
                  </a:lnTo>
                  <a:lnTo>
                    <a:pt x="194" y="14"/>
                  </a:lnTo>
                  <a:lnTo>
                    <a:pt x="194" y="14"/>
                  </a:lnTo>
                  <a:lnTo>
                    <a:pt x="194" y="16"/>
                  </a:lnTo>
                  <a:lnTo>
                    <a:pt x="194" y="16"/>
                  </a:lnTo>
                  <a:lnTo>
                    <a:pt x="194" y="16"/>
                  </a:lnTo>
                  <a:lnTo>
                    <a:pt x="192" y="19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89" y="26"/>
                  </a:lnTo>
                  <a:lnTo>
                    <a:pt x="189" y="26"/>
                  </a:lnTo>
                  <a:lnTo>
                    <a:pt x="187" y="26"/>
                  </a:lnTo>
                  <a:lnTo>
                    <a:pt x="187" y="28"/>
                  </a:lnTo>
                  <a:lnTo>
                    <a:pt x="187" y="30"/>
                  </a:lnTo>
                  <a:lnTo>
                    <a:pt x="185" y="30"/>
                  </a:lnTo>
                  <a:lnTo>
                    <a:pt x="185" y="33"/>
                  </a:lnTo>
                  <a:lnTo>
                    <a:pt x="182" y="33"/>
                  </a:lnTo>
                  <a:lnTo>
                    <a:pt x="182" y="33"/>
                  </a:lnTo>
                  <a:lnTo>
                    <a:pt x="175" y="35"/>
                  </a:lnTo>
                  <a:lnTo>
                    <a:pt x="168" y="35"/>
                  </a:lnTo>
                  <a:lnTo>
                    <a:pt x="161" y="38"/>
                  </a:lnTo>
                  <a:lnTo>
                    <a:pt x="156" y="38"/>
                  </a:lnTo>
                  <a:lnTo>
                    <a:pt x="149" y="40"/>
                  </a:lnTo>
                  <a:lnTo>
                    <a:pt x="142" y="42"/>
                  </a:lnTo>
                  <a:lnTo>
                    <a:pt x="135" y="42"/>
                  </a:lnTo>
                  <a:lnTo>
                    <a:pt x="130" y="45"/>
                  </a:lnTo>
                  <a:lnTo>
                    <a:pt x="123" y="47"/>
                  </a:lnTo>
                  <a:lnTo>
                    <a:pt x="109" y="49"/>
                  </a:lnTo>
                  <a:lnTo>
                    <a:pt x="104" y="49"/>
                  </a:lnTo>
                  <a:lnTo>
                    <a:pt x="97" y="52"/>
                  </a:lnTo>
                  <a:lnTo>
                    <a:pt x="90" y="54"/>
                  </a:lnTo>
                  <a:lnTo>
                    <a:pt x="83" y="54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4" y="56"/>
                  </a:lnTo>
                  <a:lnTo>
                    <a:pt x="69" y="59"/>
                  </a:lnTo>
                  <a:lnTo>
                    <a:pt x="64" y="59"/>
                  </a:lnTo>
                  <a:lnTo>
                    <a:pt x="59" y="61"/>
                  </a:lnTo>
                  <a:lnTo>
                    <a:pt x="55" y="61"/>
                  </a:lnTo>
                  <a:lnTo>
                    <a:pt x="50" y="61"/>
                  </a:lnTo>
                  <a:lnTo>
                    <a:pt x="45" y="64"/>
                  </a:lnTo>
                  <a:lnTo>
                    <a:pt x="40" y="64"/>
                  </a:lnTo>
                  <a:lnTo>
                    <a:pt x="36" y="64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4" y="68"/>
                  </a:lnTo>
                  <a:lnTo>
                    <a:pt x="19" y="68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8"/>
                  </a:lnTo>
                  <a:lnTo>
                    <a:pt x="3" y="85"/>
                  </a:lnTo>
                  <a:lnTo>
                    <a:pt x="3" y="94"/>
                  </a:lnTo>
                  <a:lnTo>
                    <a:pt x="3" y="104"/>
                  </a:lnTo>
                  <a:lnTo>
                    <a:pt x="3" y="113"/>
                  </a:lnTo>
                  <a:lnTo>
                    <a:pt x="3" y="123"/>
                  </a:lnTo>
                  <a:lnTo>
                    <a:pt x="3" y="142"/>
                  </a:lnTo>
                  <a:lnTo>
                    <a:pt x="3" y="151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5" y="158"/>
                  </a:lnTo>
                  <a:lnTo>
                    <a:pt x="17" y="156"/>
                  </a:lnTo>
                  <a:lnTo>
                    <a:pt x="26" y="153"/>
                  </a:lnTo>
                  <a:lnTo>
                    <a:pt x="38" y="151"/>
                  </a:lnTo>
                  <a:lnTo>
                    <a:pt x="50" y="149"/>
                  </a:lnTo>
                  <a:lnTo>
                    <a:pt x="57" y="149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9" y="149"/>
                  </a:lnTo>
                  <a:lnTo>
                    <a:pt x="71" y="149"/>
                  </a:lnTo>
                  <a:lnTo>
                    <a:pt x="71" y="146"/>
                  </a:lnTo>
                  <a:lnTo>
                    <a:pt x="83" y="142"/>
                  </a:lnTo>
                  <a:lnTo>
                    <a:pt x="85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0" y="142"/>
                  </a:lnTo>
                  <a:lnTo>
                    <a:pt x="95" y="139"/>
                  </a:lnTo>
                  <a:lnTo>
                    <a:pt x="109" y="137"/>
                  </a:lnTo>
                  <a:lnTo>
                    <a:pt x="121" y="132"/>
                  </a:lnTo>
                  <a:lnTo>
                    <a:pt x="135" y="130"/>
                  </a:lnTo>
                  <a:lnTo>
                    <a:pt x="149" y="127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68" y="123"/>
                  </a:lnTo>
                  <a:lnTo>
                    <a:pt x="175" y="120"/>
                  </a:lnTo>
                  <a:lnTo>
                    <a:pt x="185" y="118"/>
                  </a:lnTo>
                  <a:lnTo>
                    <a:pt x="192" y="116"/>
                  </a:lnTo>
                  <a:lnTo>
                    <a:pt x="197" y="116"/>
                  </a:lnTo>
                  <a:lnTo>
                    <a:pt x="199" y="116"/>
                  </a:lnTo>
                  <a:lnTo>
                    <a:pt x="199" y="120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204" y="130"/>
                  </a:lnTo>
                  <a:lnTo>
                    <a:pt x="204" y="127"/>
                  </a:lnTo>
                  <a:lnTo>
                    <a:pt x="206" y="127"/>
                  </a:lnTo>
                  <a:lnTo>
                    <a:pt x="206" y="130"/>
                  </a:lnTo>
                  <a:lnTo>
                    <a:pt x="206" y="130"/>
                  </a:lnTo>
                  <a:lnTo>
                    <a:pt x="206" y="130"/>
                  </a:lnTo>
                  <a:lnTo>
                    <a:pt x="206" y="132"/>
                  </a:lnTo>
                  <a:lnTo>
                    <a:pt x="206" y="132"/>
                  </a:lnTo>
                  <a:lnTo>
                    <a:pt x="206" y="132"/>
                  </a:lnTo>
                  <a:lnTo>
                    <a:pt x="208" y="135"/>
                  </a:lnTo>
                  <a:lnTo>
                    <a:pt x="208" y="139"/>
                  </a:lnTo>
                  <a:lnTo>
                    <a:pt x="208" y="139"/>
                  </a:lnTo>
                  <a:lnTo>
                    <a:pt x="208" y="139"/>
                  </a:lnTo>
                  <a:lnTo>
                    <a:pt x="208" y="142"/>
                  </a:lnTo>
                  <a:lnTo>
                    <a:pt x="211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5" y="142"/>
                  </a:lnTo>
                  <a:lnTo>
                    <a:pt x="218" y="144"/>
                  </a:lnTo>
                  <a:lnTo>
                    <a:pt x="220" y="149"/>
                  </a:lnTo>
                  <a:lnTo>
                    <a:pt x="220" y="146"/>
                  </a:lnTo>
                  <a:lnTo>
                    <a:pt x="220" y="146"/>
                  </a:lnTo>
                  <a:lnTo>
                    <a:pt x="223" y="144"/>
                  </a:lnTo>
                  <a:lnTo>
                    <a:pt x="223" y="144"/>
                  </a:lnTo>
                  <a:lnTo>
                    <a:pt x="225" y="144"/>
                  </a:lnTo>
                  <a:lnTo>
                    <a:pt x="225" y="144"/>
                  </a:lnTo>
                  <a:lnTo>
                    <a:pt x="227" y="144"/>
                  </a:lnTo>
                  <a:lnTo>
                    <a:pt x="227" y="137"/>
                  </a:lnTo>
                  <a:lnTo>
                    <a:pt x="227" y="135"/>
                  </a:lnTo>
                  <a:lnTo>
                    <a:pt x="230" y="135"/>
                  </a:lnTo>
                  <a:lnTo>
                    <a:pt x="230" y="139"/>
                  </a:lnTo>
                  <a:lnTo>
                    <a:pt x="225" y="149"/>
                  </a:lnTo>
                  <a:lnTo>
                    <a:pt x="225" y="153"/>
                  </a:lnTo>
                  <a:lnTo>
                    <a:pt x="225" y="156"/>
                  </a:lnTo>
                  <a:lnTo>
                    <a:pt x="227" y="161"/>
                  </a:lnTo>
                  <a:lnTo>
                    <a:pt x="227" y="165"/>
                  </a:lnTo>
                  <a:lnTo>
                    <a:pt x="230" y="170"/>
                  </a:lnTo>
                  <a:lnTo>
                    <a:pt x="230" y="170"/>
                  </a:lnTo>
                  <a:lnTo>
                    <a:pt x="230" y="172"/>
                  </a:lnTo>
                  <a:lnTo>
                    <a:pt x="232" y="172"/>
                  </a:lnTo>
                  <a:lnTo>
                    <a:pt x="232" y="175"/>
                  </a:lnTo>
                  <a:lnTo>
                    <a:pt x="237" y="168"/>
                  </a:lnTo>
                  <a:lnTo>
                    <a:pt x="239" y="165"/>
                  </a:lnTo>
                  <a:lnTo>
                    <a:pt x="239" y="165"/>
                  </a:lnTo>
                  <a:lnTo>
                    <a:pt x="237" y="165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4" y="161"/>
                  </a:lnTo>
                  <a:lnTo>
                    <a:pt x="244" y="163"/>
                  </a:lnTo>
                  <a:lnTo>
                    <a:pt x="244" y="165"/>
                  </a:lnTo>
                  <a:lnTo>
                    <a:pt x="241" y="165"/>
                  </a:lnTo>
                  <a:lnTo>
                    <a:pt x="246" y="168"/>
                  </a:lnTo>
                  <a:lnTo>
                    <a:pt x="249" y="165"/>
                  </a:lnTo>
                  <a:lnTo>
                    <a:pt x="251" y="161"/>
                  </a:lnTo>
                  <a:lnTo>
                    <a:pt x="251" y="163"/>
                  </a:lnTo>
                  <a:lnTo>
                    <a:pt x="251" y="163"/>
                  </a:lnTo>
                  <a:lnTo>
                    <a:pt x="251" y="163"/>
                  </a:lnTo>
                  <a:lnTo>
                    <a:pt x="253" y="161"/>
                  </a:lnTo>
                  <a:lnTo>
                    <a:pt x="253" y="158"/>
                  </a:lnTo>
                  <a:lnTo>
                    <a:pt x="253" y="156"/>
                  </a:lnTo>
                  <a:lnTo>
                    <a:pt x="253" y="153"/>
                  </a:lnTo>
                  <a:lnTo>
                    <a:pt x="253" y="151"/>
                  </a:lnTo>
                  <a:lnTo>
                    <a:pt x="253" y="149"/>
                  </a:lnTo>
                  <a:lnTo>
                    <a:pt x="256" y="149"/>
                  </a:lnTo>
                  <a:lnTo>
                    <a:pt x="256" y="149"/>
                  </a:lnTo>
                  <a:lnTo>
                    <a:pt x="258" y="149"/>
                  </a:lnTo>
                  <a:lnTo>
                    <a:pt x="258" y="151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8" y="149"/>
                  </a:lnTo>
                  <a:lnTo>
                    <a:pt x="260" y="146"/>
                  </a:lnTo>
                  <a:lnTo>
                    <a:pt x="260" y="146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2"/>
                  </a:lnTo>
                  <a:lnTo>
                    <a:pt x="265" y="144"/>
                  </a:lnTo>
                  <a:lnTo>
                    <a:pt x="267" y="142"/>
                  </a:lnTo>
                  <a:lnTo>
                    <a:pt x="267" y="139"/>
                  </a:lnTo>
                  <a:lnTo>
                    <a:pt x="267" y="137"/>
                  </a:lnTo>
                  <a:lnTo>
                    <a:pt x="270" y="137"/>
                  </a:lnTo>
                  <a:lnTo>
                    <a:pt x="267" y="137"/>
                  </a:lnTo>
                  <a:lnTo>
                    <a:pt x="267" y="135"/>
                  </a:lnTo>
                  <a:lnTo>
                    <a:pt x="267" y="130"/>
                  </a:lnTo>
                  <a:lnTo>
                    <a:pt x="267" y="130"/>
                  </a:lnTo>
                  <a:lnTo>
                    <a:pt x="270" y="130"/>
                  </a:lnTo>
                  <a:lnTo>
                    <a:pt x="275" y="132"/>
                  </a:lnTo>
                  <a:lnTo>
                    <a:pt x="275" y="132"/>
                  </a:lnTo>
                  <a:lnTo>
                    <a:pt x="275" y="130"/>
                  </a:lnTo>
                  <a:lnTo>
                    <a:pt x="275" y="130"/>
                  </a:lnTo>
                  <a:lnTo>
                    <a:pt x="275" y="130"/>
                  </a:lnTo>
                  <a:lnTo>
                    <a:pt x="277" y="130"/>
                  </a:lnTo>
                  <a:lnTo>
                    <a:pt x="277" y="130"/>
                  </a:lnTo>
                  <a:lnTo>
                    <a:pt x="275" y="132"/>
                  </a:lnTo>
                  <a:lnTo>
                    <a:pt x="277" y="132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9"/>
                  </a:lnTo>
                  <a:lnTo>
                    <a:pt x="279" y="149"/>
                  </a:lnTo>
                  <a:lnTo>
                    <a:pt x="279" y="153"/>
                  </a:lnTo>
                  <a:lnTo>
                    <a:pt x="277" y="156"/>
                  </a:lnTo>
                  <a:lnTo>
                    <a:pt x="279" y="153"/>
                  </a:lnTo>
                  <a:lnTo>
                    <a:pt x="284" y="151"/>
                  </a:lnTo>
                  <a:lnTo>
                    <a:pt x="286" y="149"/>
                  </a:lnTo>
                  <a:lnTo>
                    <a:pt x="291" y="149"/>
                  </a:lnTo>
                  <a:lnTo>
                    <a:pt x="293" y="146"/>
                  </a:lnTo>
                  <a:lnTo>
                    <a:pt x="293" y="144"/>
                  </a:lnTo>
                  <a:lnTo>
                    <a:pt x="296" y="142"/>
                  </a:lnTo>
                  <a:lnTo>
                    <a:pt x="298" y="137"/>
                  </a:lnTo>
                  <a:lnTo>
                    <a:pt x="298" y="135"/>
                  </a:lnTo>
                  <a:lnTo>
                    <a:pt x="298" y="135"/>
                  </a:lnTo>
                  <a:lnTo>
                    <a:pt x="301" y="137"/>
                  </a:lnTo>
                  <a:lnTo>
                    <a:pt x="303" y="137"/>
                  </a:lnTo>
                  <a:lnTo>
                    <a:pt x="303" y="135"/>
                  </a:lnTo>
                  <a:lnTo>
                    <a:pt x="305" y="135"/>
                  </a:lnTo>
                  <a:lnTo>
                    <a:pt x="308" y="135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2" y="130"/>
                  </a:lnTo>
                  <a:lnTo>
                    <a:pt x="312" y="135"/>
                  </a:lnTo>
                  <a:lnTo>
                    <a:pt x="312" y="135"/>
                  </a:lnTo>
                  <a:lnTo>
                    <a:pt x="312" y="135"/>
                  </a:lnTo>
                  <a:lnTo>
                    <a:pt x="315" y="132"/>
                  </a:lnTo>
                  <a:lnTo>
                    <a:pt x="315" y="130"/>
                  </a:lnTo>
                  <a:lnTo>
                    <a:pt x="315" y="130"/>
                  </a:lnTo>
                  <a:lnTo>
                    <a:pt x="317" y="130"/>
                  </a:lnTo>
                  <a:lnTo>
                    <a:pt x="320" y="127"/>
                  </a:lnTo>
                  <a:lnTo>
                    <a:pt x="324" y="125"/>
                  </a:lnTo>
                  <a:lnTo>
                    <a:pt x="336" y="120"/>
                  </a:lnTo>
                  <a:lnTo>
                    <a:pt x="341" y="12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6" name="Freeform 37">
              <a:extLst>
                <a:ext uri="{FF2B5EF4-FFF2-40B4-BE49-F238E27FC236}">
                  <a16:creationId xmlns:a16="http://schemas.microsoft.com/office/drawing/2014/main" id="{1A3592DB-B26F-4530-9233-D6EC373DAF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0830" y="3669737"/>
              <a:ext cx="551335" cy="465425"/>
            </a:xfrm>
            <a:custGeom>
              <a:avLst/>
              <a:gdLst>
                <a:gd name="T0" fmla="*/ 267 w 584"/>
                <a:gd name="T1" fmla="*/ 441 h 493"/>
                <a:gd name="T2" fmla="*/ 390 w 584"/>
                <a:gd name="T3" fmla="*/ 488 h 493"/>
                <a:gd name="T4" fmla="*/ 570 w 584"/>
                <a:gd name="T5" fmla="*/ 400 h 493"/>
                <a:gd name="T6" fmla="*/ 549 w 584"/>
                <a:gd name="T7" fmla="*/ 422 h 493"/>
                <a:gd name="T8" fmla="*/ 532 w 584"/>
                <a:gd name="T9" fmla="*/ 351 h 493"/>
                <a:gd name="T10" fmla="*/ 541 w 584"/>
                <a:gd name="T11" fmla="*/ 337 h 493"/>
                <a:gd name="T12" fmla="*/ 530 w 584"/>
                <a:gd name="T13" fmla="*/ 370 h 493"/>
                <a:gd name="T14" fmla="*/ 570 w 584"/>
                <a:gd name="T15" fmla="*/ 455 h 493"/>
                <a:gd name="T16" fmla="*/ 551 w 584"/>
                <a:gd name="T17" fmla="*/ 441 h 493"/>
                <a:gd name="T18" fmla="*/ 530 w 584"/>
                <a:gd name="T19" fmla="*/ 436 h 493"/>
                <a:gd name="T20" fmla="*/ 513 w 584"/>
                <a:gd name="T21" fmla="*/ 426 h 493"/>
                <a:gd name="T22" fmla="*/ 496 w 584"/>
                <a:gd name="T23" fmla="*/ 405 h 493"/>
                <a:gd name="T24" fmla="*/ 501 w 584"/>
                <a:gd name="T25" fmla="*/ 398 h 493"/>
                <a:gd name="T26" fmla="*/ 527 w 584"/>
                <a:gd name="T27" fmla="*/ 384 h 493"/>
                <a:gd name="T28" fmla="*/ 520 w 584"/>
                <a:gd name="T29" fmla="*/ 372 h 493"/>
                <a:gd name="T30" fmla="*/ 523 w 584"/>
                <a:gd name="T31" fmla="*/ 353 h 493"/>
                <a:gd name="T32" fmla="*/ 504 w 584"/>
                <a:gd name="T33" fmla="*/ 360 h 493"/>
                <a:gd name="T34" fmla="*/ 475 w 584"/>
                <a:gd name="T35" fmla="*/ 358 h 493"/>
                <a:gd name="T36" fmla="*/ 485 w 584"/>
                <a:gd name="T37" fmla="*/ 346 h 493"/>
                <a:gd name="T38" fmla="*/ 466 w 584"/>
                <a:gd name="T39" fmla="*/ 346 h 493"/>
                <a:gd name="T40" fmla="*/ 452 w 584"/>
                <a:gd name="T41" fmla="*/ 327 h 493"/>
                <a:gd name="T42" fmla="*/ 496 w 584"/>
                <a:gd name="T43" fmla="*/ 341 h 493"/>
                <a:gd name="T44" fmla="*/ 468 w 584"/>
                <a:gd name="T45" fmla="*/ 284 h 493"/>
                <a:gd name="T46" fmla="*/ 303 w 584"/>
                <a:gd name="T47" fmla="*/ 254 h 493"/>
                <a:gd name="T48" fmla="*/ 279 w 584"/>
                <a:gd name="T49" fmla="*/ 209 h 493"/>
                <a:gd name="T50" fmla="*/ 310 w 584"/>
                <a:gd name="T51" fmla="*/ 131 h 493"/>
                <a:gd name="T52" fmla="*/ 310 w 584"/>
                <a:gd name="T53" fmla="*/ 67 h 493"/>
                <a:gd name="T54" fmla="*/ 310 w 584"/>
                <a:gd name="T55" fmla="*/ 15 h 493"/>
                <a:gd name="T56" fmla="*/ 2 w 584"/>
                <a:gd name="T57" fmla="*/ 67 h 493"/>
                <a:gd name="T58" fmla="*/ 31 w 584"/>
                <a:gd name="T59" fmla="*/ 178 h 493"/>
                <a:gd name="T60" fmla="*/ 42 w 584"/>
                <a:gd name="T61" fmla="*/ 206 h 493"/>
                <a:gd name="T62" fmla="*/ 49 w 584"/>
                <a:gd name="T63" fmla="*/ 225 h 493"/>
                <a:gd name="T64" fmla="*/ 64 w 584"/>
                <a:gd name="T65" fmla="*/ 254 h 493"/>
                <a:gd name="T66" fmla="*/ 59 w 584"/>
                <a:gd name="T67" fmla="*/ 306 h 493"/>
                <a:gd name="T68" fmla="*/ 52 w 584"/>
                <a:gd name="T69" fmla="*/ 365 h 493"/>
                <a:gd name="T70" fmla="*/ 47 w 584"/>
                <a:gd name="T71" fmla="*/ 429 h 493"/>
                <a:gd name="T72" fmla="*/ 191 w 584"/>
                <a:gd name="T73" fmla="*/ 441 h 493"/>
                <a:gd name="T74" fmla="*/ 222 w 584"/>
                <a:gd name="T75" fmla="*/ 422 h 493"/>
                <a:gd name="T76" fmla="*/ 258 w 584"/>
                <a:gd name="T77" fmla="*/ 403 h 493"/>
                <a:gd name="T78" fmla="*/ 288 w 584"/>
                <a:gd name="T79" fmla="*/ 424 h 493"/>
                <a:gd name="T80" fmla="*/ 321 w 584"/>
                <a:gd name="T81" fmla="*/ 436 h 493"/>
                <a:gd name="T82" fmla="*/ 340 w 584"/>
                <a:gd name="T83" fmla="*/ 464 h 493"/>
                <a:gd name="T84" fmla="*/ 324 w 584"/>
                <a:gd name="T85" fmla="*/ 469 h 493"/>
                <a:gd name="T86" fmla="*/ 371 w 584"/>
                <a:gd name="T87" fmla="*/ 474 h 493"/>
                <a:gd name="T88" fmla="*/ 395 w 584"/>
                <a:gd name="T89" fmla="*/ 471 h 493"/>
                <a:gd name="T90" fmla="*/ 407 w 584"/>
                <a:gd name="T91" fmla="*/ 457 h 493"/>
                <a:gd name="T92" fmla="*/ 433 w 584"/>
                <a:gd name="T93" fmla="*/ 460 h 493"/>
                <a:gd name="T94" fmla="*/ 454 w 584"/>
                <a:gd name="T95" fmla="*/ 462 h 493"/>
                <a:gd name="T96" fmla="*/ 454 w 584"/>
                <a:gd name="T97" fmla="*/ 434 h 493"/>
                <a:gd name="T98" fmla="*/ 452 w 584"/>
                <a:gd name="T99" fmla="*/ 424 h 493"/>
                <a:gd name="T100" fmla="*/ 485 w 584"/>
                <a:gd name="T101" fmla="*/ 438 h 493"/>
                <a:gd name="T102" fmla="*/ 515 w 584"/>
                <a:gd name="T103" fmla="*/ 452 h 493"/>
                <a:gd name="T104" fmla="*/ 541 w 584"/>
                <a:gd name="T105" fmla="*/ 464 h 493"/>
                <a:gd name="T106" fmla="*/ 546 w 584"/>
                <a:gd name="T107" fmla="*/ 474 h 493"/>
                <a:gd name="T108" fmla="*/ 565 w 584"/>
                <a:gd name="T109" fmla="*/ 467 h 493"/>
                <a:gd name="T110" fmla="*/ 520 w 584"/>
                <a:gd name="T111" fmla="*/ 391 h 493"/>
                <a:gd name="T112" fmla="*/ 577 w 584"/>
                <a:gd name="T113" fmla="*/ 348 h 493"/>
                <a:gd name="T114" fmla="*/ 423 w 584"/>
                <a:gd name="T115" fmla="*/ 479 h 493"/>
                <a:gd name="T116" fmla="*/ 433 w 584"/>
                <a:gd name="T117" fmla="*/ 481 h 493"/>
                <a:gd name="T118" fmla="*/ 459 w 584"/>
                <a:gd name="T119" fmla="*/ 434 h 493"/>
                <a:gd name="T120" fmla="*/ 577 w 584"/>
                <a:gd name="T121" fmla="*/ 372 h 493"/>
                <a:gd name="T122" fmla="*/ 511 w 584"/>
                <a:gd name="T123" fmla="*/ 398 h 493"/>
                <a:gd name="T124" fmla="*/ 537 w 584"/>
                <a:gd name="T125" fmla="*/ 36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" h="493">
                  <a:moveTo>
                    <a:pt x="272" y="434"/>
                  </a:moveTo>
                  <a:lnTo>
                    <a:pt x="269" y="434"/>
                  </a:lnTo>
                  <a:lnTo>
                    <a:pt x="265" y="431"/>
                  </a:lnTo>
                  <a:lnTo>
                    <a:pt x="265" y="431"/>
                  </a:lnTo>
                  <a:lnTo>
                    <a:pt x="262" y="431"/>
                  </a:lnTo>
                  <a:lnTo>
                    <a:pt x="260" y="429"/>
                  </a:lnTo>
                  <a:lnTo>
                    <a:pt x="258" y="426"/>
                  </a:lnTo>
                  <a:lnTo>
                    <a:pt x="250" y="426"/>
                  </a:lnTo>
                  <a:lnTo>
                    <a:pt x="250" y="426"/>
                  </a:lnTo>
                  <a:lnTo>
                    <a:pt x="250" y="426"/>
                  </a:lnTo>
                  <a:lnTo>
                    <a:pt x="248" y="429"/>
                  </a:lnTo>
                  <a:lnTo>
                    <a:pt x="248" y="429"/>
                  </a:lnTo>
                  <a:lnTo>
                    <a:pt x="246" y="431"/>
                  </a:lnTo>
                  <a:lnTo>
                    <a:pt x="243" y="431"/>
                  </a:lnTo>
                  <a:lnTo>
                    <a:pt x="241" y="431"/>
                  </a:lnTo>
                  <a:lnTo>
                    <a:pt x="239" y="434"/>
                  </a:lnTo>
                  <a:lnTo>
                    <a:pt x="239" y="436"/>
                  </a:lnTo>
                  <a:lnTo>
                    <a:pt x="241" y="436"/>
                  </a:lnTo>
                  <a:lnTo>
                    <a:pt x="253" y="441"/>
                  </a:lnTo>
                  <a:lnTo>
                    <a:pt x="253" y="443"/>
                  </a:lnTo>
                  <a:lnTo>
                    <a:pt x="255" y="443"/>
                  </a:lnTo>
                  <a:lnTo>
                    <a:pt x="262" y="445"/>
                  </a:lnTo>
                  <a:lnTo>
                    <a:pt x="265" y="445"/>
                  </a:lnTo>
                  <a:lnTo>
                    <a:pt x="267" y="445"/>
                  </a:lnTo>
                  <a:lnTo>
                    <a:pt x="267" y="445"/>
                  </a:lnTo>
                  <a:lnTo>
                    <a:pt x="267" y="443"/>
                  </a:lnTo>
                  <a:lnTo>
                    <a:pt x="267" y="441"/>
                  </a:lnTo>
                  <a:lnTo>
                    <a:pt x="267" y="441"/>
                  </a:lnTo>
                  <a:lnTo>
                    <a:pt x="269" y="438"/>
                  </a:lnTo>
                  <a:lnTo>
                    <a:pt x="274" y="436"/>
                  </a:lnTo>
                  <a:lnTo>
                    <a:pt x="274" y="434"/>
                  </a:lnTo>
                  <a:lnTo>
                    <a:pt x="274" y="434"/>
                  </a:lnTo>
                  <a:lnTo>
                    <a:pt x="272" y="434"/>
                  </a:lnTo>
                  <a:close/>
                  <a:moveTo>
                    <a:pt x="362" y="490"/>
                  </a:moveTo>
                  <a:lnTo>
                    <a:pt x="362" y="490"/>
                  </a:lnTo>
                  <a:lnTo>
                    <a:pt x="362" y="490"/>
                  </a:lnTo>
                  <a:lnTo>
                    <a:pt x="362" y="490"/>
                  </a:lnTo>
                  <a:close/>
                  <a:moveTo>
                    <a:pt x="362" y="490"/>
                  </a:moveTo>
                  <a:lnTo>
                    <a:pt x="366" y="493"/>
                  </a:lnTo>
                  <a:lnTo>
                    <a:pt x="369" y="490"/>
                  </a:lnTo>
                  <a:lnTo>
                    <a:pt x="366" y="490"/>
                  </a:lnTo>
                  <a:lnTo>
                    <a:pt x="362" y="490"/>
                  </a:lnTo>
                  <a:close/>
                  <a:moveTo>
                    <a:pt x="376" y="490"/>
                  </a:moveTo>
                  <a:lnTo>
                    <a:pt x="373" y="490"/>
                  </a:lnTo>
                  <a:lnTo>
                    <a:pt x="373" y="490"/>
                  </a:lnTo>
                  <a:lnTo>
                    <a:pt x="373" y="493"/>
                  </a:lnTo>
                  <a:lnTo>
                    <a:pt x="373" y="493"/>
                  </a:lnTo>
                  <a:lnTo>
                    <a:pt x="376" y="493"/>
                  </a:lnTo>
                  <a:lnTo>
                    <a:pt x="376" y="493"/>
                  </a:lnTo>
                  <a:lnTo>
                    <a:pt x="376" y="493"/>
                  </a:lnTo>
                  <a:lnTo>
                    <a:pt x="376" y="490"/>
                  </a:lnTo>
                  <a:close/>
                  <a:moveTo>
                    <a:pt x="395" y="488"/>
                  </a:moveTo>
                  <a:lnTo>
                    <a:pt x="395" y="488"/>
                  </a:lnTo>
                  <a:lnTo>
                    <a:pt x="392" y="488"/>
                  </a:lnTo>
                  <a:lnTo>
                    <a:pt x="392" y="488"/>
                  </a:lnTo>
                  <a:lnTo>
                    <a:pt x="390" y="488"/>
                  </a:lnTo>
                  <a:lnTo>
                    <a:pt x="390" y="488"/>
                  </a:lnTo>
                  <a:lnTo>
                    <a:pt x="388" y="488"/>
                  </a:lnTo>
                  <a:lnTo>
                    <a:pt x="388" y="488"/>
                  </a:lnTo>
                  <a:lnTo>
                    <a:pt x="388" y="488"/>
                  </a:lnTo>
                  <a:lnTo>
                    <a:pt x="385" y="490"/>
                  </a:lnTo>
                  <a:lnTo>
                    <a:pt x="385" y="490"/>
                  </a:lnTo>
                  <a:lnTo>
                    <a:pt x="383" y="490"/>
                  </a:lnTo>
                  <a:lnTo>
                    <a:pt x="383" y="493"/>
                  </a:lnTo>
                  <a:lnTo>
                    <a:pt x="383" y="493"/>
                  </a:lnTo>
                  <a:lnTo>
                    <a:pt x="392" y="488"/>
                  </a:lnTo>
                  <a:lnTo>
                    <a:pt x="395" y="488"/>
                  </a:lnTo>
                  <a:lnTo>
                    <a:pt x="395" y="488"/>
                  </a:lnTo>
                  <a:lnTo>
                    <a:pt x="395" y="486"/>
                  </a:lnTo>
                  <a:lnTo>
                    <a:pt x="395" y="488"/>
                  </a:lnTo>
                  <a:lnTo>
                    <a:pt x="395" y="488"/>
                  </a:lnTo>
                  <a:close/>
                  <a:moveTo>
                    <a:pt x="421" y="486"/>
                  </a:moveTo>
                  <a:lnTo>
                    <a:pt x="418" y="486"/>
                  </a:lnTo>
                  <a:lnTo>
                    <a:pt x="416" y="486"/>
                  </a:lnTo>
                  <a:lnTo>
                    <a:pt x="409" y="486"/>
                  </a:lnTo>
                  <a:lnTo>
                    <a:pt x="409" y="486"/>
                  </a:lnTo>
                  <a:lnTo>
                    <a:pt x="414" y="488"/>
                  </a:lnTo>
                  <a:lnTo>
                    <a:pt x="421" y="488"/>
                  </a:lnTo>
                  <a:lnTo>
                    <a:pt x="421" y="488"/>
                  </a:lnTo>
                  <a:lnTo>
                    <a:pt x="421" y="488"/>
                  </a:lnTo>
                  <a:lnTo>
                    <a:pt x="421" y="486"/>
                  </a:lnTo>
                  <a:close/>
                  <a:moveTo>
                    <a:pt x="570" y="400"/>
                  </a:moveTo>
                  <a:lnTo>
                    <a:pt x="570" y="398"/>
                  </a:lnTo>
                  <a:lnTo>
                    <a:pt x="570" y="400"/>
                  </a:lnTo>
                  <a:lnTo>
                    <a:pt x="570" y="400"/>
                  </a:lnTo>
                  <a:lnTo>
                    <a:pt x="570" y="400"/>
                  </a:lnTo>
                  <a:lnTo>
                    <a:pt x="570" y="400"/>
                  </a:lnTo>
                  <a:close/>
                  <a:moveTo>
                    <a:pt x="537" y="367"/>
                  </a:moveTo>
                  <a:lnTo>
                    <a:pt x="537" y="367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34" y="365"/>
                  </a:lnTo>
                  <a:lnTo>
                    <a:pt x="532" y="365"/>
                  </a:lnTo>
                  <a:lnTo>
                    <a:pt x="532" y="367"/>
                  </a:lnTo>
                  <a:lnTo>
                    <a:pt x="532" y="367"/>
                  </a:lnTo>
                  <a:lnTo>
                    <a:pt x="532" y="367"/>
                  </a:lnTo>
                  <a:lnTo>
                    <a:pt x="534" y="367"/>
                  </a:lnTo>
                  <a:lnTo>
                    <a:pt x="537" y="367"/>
                  </a:lnTo>
                  <a:lnTo>
                    <a:pt x="537" y="367"/>
                  </a:lnTo>
                  <a:close/>
                  <a:moveTo>
                    <a:pt x="549" y="422"/>
                  </a:moveTo>
                  <a:lnTo>
                    <a:pt x="551" y="422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49" y="422"/>
                  </a:lnTo>
                  <a:lnTo>
                    <a:pt x="544" y="424"/>
                  </a:lnTo>
                  <a:lnTo>
                    <a:pt x="546" y="424"/>
                  </a:lnTo>
                  <a:lnTo>
                    <a:pt x="549" y="422"/>
                  </a:lnTo>
                  <a:close/>
                  <a:moveTo>
                    <a:pt x="414" y="464"/>
                  </a:move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4" y="462"/>
                  </a:lnTo>
                  <a:lnTo>
                    <a:pt x="414" y="464"/>
                  </a:lnTo>
                  <a:lnTo>
                    <a:pt x="414" y="467"/>
                  </a:lnTo>
                  <a:lnTo>
                    <a:pt x="414" y="464"/>
                  </a:lnTo>
                  <a:lnTo>
                    <a:pt x="414" y="464"/>
                  </a:lnTo>
                  <a:close/>
                  <a:moveTo>
                    <a:pt x="558" y="415"/>
                  </a:moveTo>
                  <a:lnTo>
                    <a:pt x="563" y="410"/>
                  </a:lnTo>
                  <a:lnTo>
                    <a:pt x="563" y="410"/>
                  </a:lnTo>
                  <a:lnTo>
                    <a:pt x="563" y="410"/>
                  </a:lnTo>
                  <a:lnTo>
                    <a:pt x="560" y="410"/>
                  </a:lnTo>
                  <a:lnTo>
                    <a:pt x="558" y="415"/>
                  </a:lnTo>
                  <a:lnTo>
                    <a:pt x="558" y="415"/>
                  </a:lnTo>
                  <a:lnTo>
                    <a:pt x="558" y="415"/>
                  </a:lnTo>
                  <a:close/>
                  <a:moveTo>
                    <a:pt x="525" y="353"/>
                  </a:moveTo>
                  <a:lnTo>
                    <a:pt x="527" y="353"/>
                  </a:lnTo>
                  <a:lnTo>
                    <a:pt x="527" y="351"/>
                  </a:lnTo>
                  <a:lnTo>
                    <a:pt x="527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48"/>
                  </a:lnTo>
                  <a:lnTo>
                    <a:pt x="534" y="348"/>
                  </a:lnTo>
                  <a:lnTo>
                    <a:pt x="534" y="348"/>
                  </a:lnTo>
                  <a:lnTo>
                    <a:pt x="534" y="351"/>
                  </a:lnTo>
                  <a:lnTo>
                    <a:pt x="534" y="351"/>
                  </a:lnTo>
                  <a:lnTo>
                    <a:pt x="534" y="351"/>
                  </a:lnTo>
                  <a:lnTo>
                    <a:pt x="537" y="353"/>
                  </a:lnTo>
                  <a:lnTo>
                    <a:pt x="537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41" y="351"/>
                  </a:lnTo>
                  <a:lnTo>
                    <a:pt x="541" y="348"/>
                  </a:lnTo>
                  <a:lnTo>
                    <a:pt x="541" y="348"/>
                  </a:lnTo>
                  <a:lnTo>
                    <a:pt x="539" y="348"/>
                  </a:lnTo>
                  <a:lnTo>
                    <a:pt x="539" y="348"/>
                  </a:lnTo>
                  <a:lnTo>
                    <a:pt x="539" y="348"/>
                  </a:lnTo>
                  <a:lnTo>
                    <a:pt x="539" y="351"/>
                  </a:lnTo>
                  <a:lnTo>
                    <a:pt x="539" y="351"/>
                  </a:lnTo>
                  <a:lnTo>
                    <a:pt x="539" y="351"/>
                  </a:lnTo>
                  <a:lnTo>
                    <a:pt x="537" y="348"/>
                  </a:lnTo>
                  <a:lnTo>
                    <a:pt x="537" y="346"/>
                  </a:lnTo>
                  <a:lnTo>
                    <a:pt x="537" y="346"/>
                  </a:lnTo>
                  <a:lnTo>
                    <a:pt x="534" y="346"/>
                  </a:lnTo>
                  <a:lnTo>
                    <a:pt x="534" y="344"/>
                  </a:lnTo>
                  <a:lnTo>
                    <a:pt x="539" y="339"/>
                  </a:lnTo>
                  <a:lnTo>
                    <a:pt x="539" y="339"/>
                  </a:lnTo>
                  <a:lnTo>
                    <a:pt x="541" y="337"/>
                  </a:lnTo>
                  <a:lnTo>
                    <a:pt x="541" y="337"/>
                  </a:lnTo>
                  <a:lnTo>
                    <a:pt x="539" y="337"/>
                  </a:lnTo>
                  <a:lnTo>
                    <a:pt x="537" y="339"/>
                  </a:lnTo>
                  <a:lnTo>
                    <a:pt x="537" y="341"/>
                  </a:lnTo>
                  <a:lnTo>
                    <a:pt x="534" y="344"/>
                  </a:lnTo>
                  <a:lnTo>
                    <a:pt x="532" y="344"/>
                  </a:lnTo>
                  <a:lnTo>
                    <a:pt x="530" y="346"/>
                  </a:lnTo>
                  <a:lnTo>
                    <a:pt x="532" y="346"/>
                  </a:lnTo>
                  <a:lnTo>
                    <a:pt x="530" y="348"/>
                  </a:lnTo>
                  <a:lnTo>
                    <a:pt x="530" y="348"/>
                  </a:lnTo>
                  <a:lnTo>
                    <a:pt x="527" y="348"/>
                  </a:lnTo>
                  <a:lnTo>
                    <a:pt x="527" y="348"/>
                  </a:lnTo>
                  <a:lnTo>
                    <a:pt x="527" y="351"/>
                  </a:lnTo>
                  <a:lnTo>
                    <a:pt x="525" y="351"/>
                  </a:lnTo>
                  <a:lnTo>
                    <a:pt x="525" y="351"/>
                  </a:lnTo>
                  <a:lnTo>
                    <a:pt x="525" y="353"/>
                  </a:lnTo>
                  <a:lnTo>
                    <a:pt x="525" y="353"/>
                  </a:lnTo>
                  <a:close/>
                  <a:moveTo>
                    <a:pt x="530" y="367"/>
                  </a:moveTo>
                  <a:lnTo>
                    <a:pt x="532" y="365"/>
                  </a:lnTo>
                  <a:lnTo>
                    <a:pt x="532" y="363"/>
                  </a:lnTo>
                  <a:lnTo>
                    <a:pt x="532" y="360"/>
                  </a:lnTo>
                  <a:lnTo>
                    <a:pt x="532" y="360"/>
                  </a:lnTo>
                  <a:lnTo>
                    <a:pt x="532" y="363"/>
                  </a:lnTo>
                  <a:lnTo>
                    <a:pt x="530" y="365"/>
                  </a:lnTo>
                  <a:lnTo>
                    <a:pt x="530" y="367"/>
                  </a:lnTo>
                  <a:lnTo>
                    <a:pt x="530" y="367"/>
                  </a:lnTo>
                  <a:lnTo>
                    <a:pt x="527" y="370"/>
                  </a:lnTo>
                  <a:lnTo>
                    <a:pt x="530" y="370"/>
                  </a:lnTo>
                  <a:lnTo>
                    <a:pt x="530" y="367"/>
                  </a:lnTo>
                  <a:close/>
                  <a:moveTo>
                    <a:pt x="534" y="381"/>
                  </a:moveTo>
                  <a:lnTo>
                    <a:pt x="534" y="381"/>
                  </a:lnTo>
                  <a:lnTo>
                    <a:pt x="532" y="381"/>
                  </a:lnTo>
                  <a:lnTo>
                    <a:pt x="532" y="381"/>
                  </a:lnTo>
                  <a:lnTo>
                    <a:pt x="527" y="381"/>
                  </a:lnTo>
                  <a:lnTo>
                    <a:pt x="527" y="384"/>
                  </a:lnTo>
                  <a:lnTo>
                    <a:pt x="534" y="386"/>
                  </a:lnTo>
                  <a:lnTo>
                    <a:pt x="534" y="381"/>
                  </a:lnTo>
                  <a:close/>
                  <a:moveTo>
                    <a:pt x="378" y="490"/>
                  </a:moveTo>
                  <a:lnTo>
                    <a:pt x="378" y="490"/>
                  </a:lnTo>
                  <a:lnTo>
                    <a:pt x="378" y="493"/>
                  </a:lnTo>
                  <a:lnTo>
                    <a:pt x="378" y="493"/>
                  </a:lnTo>
                  <a:lnTo>
                    <a:pt x="378" y="493"/>
                  </a:lnTo>
                  <a:lnTo>
                    <a:pt x="381" y="490"/>
                  </a:lnTo>
                  <a:lnTo>
                    <a:pt x="381" y="490"/>
                  </a:lnTo>
                  <a:lnTo>
                    <a:pt x="381" y="490"/>
                  </a:lnTo>
                  <a:lnTo>
                    <a:pt x="378" y="490"/>
                  </a:lnTo>
                  <a:close/>
                  <a:moveTo>
                    <a:pt x="567" y="457"/>
                  </a:moveTo>
                  <a:lnTo>
                    <a:pt x="567" y="460"/>
                  </a:lnTo>
                  <a:lnTo>
                    <a:pt x="567" y="460"/>
                  </a:lnTo>
                  <a:lnTo>
                    <a:pt x="567" y="457"/>
                  </a:lnTo>
                  <a:lnTo>
                    <a:pt x="570" y="457"/>
                  </a:lnTo>
                  <a:lnTo>
                    <a:pt x="572" y="457"/>
                  </a:lnTo>
                  <a:lnTo>
                    <a:pt x="570" y="457"/>
                  </a:lnTo>
                  <a:lnTo>
                    <a:pt x="570" y="457"/>
                  </a:lnTo>
                  <a:lnTo>
                    <a:pt x="570" y="457"/>
                  </a:lnTo>
                  <a:lnTo>
                    <a:pt x="570" y="455"/>
                  </a:lnTo>
                  <a:lnTo>
                    <a:pt x="570" y="455"/>
                  </a:lnTo>
                  <a:lnTo>
                    <a:pt x="570" y="452"/>
                  </a:lnTo>
                  <a:lnTo>
                    <a:pt x="567" y="452"/>
                  </a:lnTo>
                  <a:lnTo>
                    <a:pt x="567" y="452"/>
                  </a:lnTo>
                  <a:lnTo>
                    <a:pt x="565" y="452"/>
                  </a:lnTo>
                  <a:lnTo>
                    <a:pt x="565" y="455"/>
                  </a:lnTo>
                  <a:lnTo>
                    <a:pt x="565" y="455"/>
                  </a:lnTo>
                  <a:lnTo>
                    <a:pt x="565" y="455"/>
                  </a:lnTo>
                  <a:lnTo>
                    <a:pt x="563" y="455"/>
                  </a:lnTo>
                  <a:lnTo>
                    <a:pt x="560" y="455"/>
                  </a:lnTo>
                  <a:lnTo>
                    <a:pt x="560" y="452"/>
                  </a:lnTo>
                  <a:lnTo>
                    <a:pt x="556" y="452"/>
                  </a:lnTo>
                  <a:lnTo>
                    <a:pt x="556" y="450"/>
                  </a:lnTo>
                  <a:lnTo>
                    <a:pt x="556" y="450"/>
                  </a:lnTo>
                  <a:lnTo>
                    <a:pt x="558" y="450"/>
                  </a:lnTo>
                  <a:lnTo>
                    <a:pt x="558" y="448"/>
                  </a:lnTo>
                  <a:lnTo>
                    <a:pt x="558" y="448"/>
                  </a:lnTo>
                  <a:lnTo>
                    <a:pt x="558" y="448"/>
                  </a:lnTo>
                  <a:lnTo>
                    <a:pt x="558" y="445"/>
                  </a:lnTo>
                  <a:lnTo>
                    <a:pt x="558" y="445"/>
                  </a:lnTo>
                  <a:lnTo>
                    <a:pt x="556" y="443"/>
                  </a:lnTo>
                  <a:lnTo>
                    <a:pt x="556" y="443"/>
                  </a:lnTo>
                  <a:lnTo>
                    <a:pt x="553" y="445"/>
                  </a:lnTo>
                  <a:lnTo>
                    <a:pt x="553" y="443"/>
                  </a:lnTo>
                  <a:lnTo>
                    <a:pt x="553" y="443"/>
                  </a:lnTo>
                  <a:lnTo>
                    <a:pt x="553" y="443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41"/>
                  </a:lnTo>
                  <a:lnTo>
                    <a:pt x="546" y="441"/>
                  </a:lnTo>
                  <a:lnTo>
                    <a:pt x="544" y="443"/>
                  </a:lnTo>
                  <a:lnTo>
                    <a:pt x="544" y="443"/>
                  </a:lnTo>
                  <a:lnTo>
                    <a:pt x="541" y="441"/>
                  </a:lnTo>
                  <a:lnTo>
                    <a:pt x="541" y="438"/>
                  </a:lnTo>
                  <a:lnTo>
                    <a:pt x="541" y="438"/>
                  </a:lnTo>
                  <a:lnTo>
                    <a:pt x="539" y="438"/>
                  </a:lnTo>
                  <a:lnTo>
                    <a:pt x="539" y="438"/>
                  </a:lnTo>
                  <a:lnTo>
                    <a:pt x="537" y="438"/>
                  </a:lnTo>
                  <a:lnTo>
                    <a:pt x="537" y="438"/>
                  </a:lnTo>
                  <a:lnTo>
                    <a:pt x="534" y="441"/>
                  </a:lnTo>
                  <a:lnTo>
                    <a:pt x="534" y="441"/>
                  </a:lnTo>
                  <a:lnTo>
                    <a:pt x="532" y="441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6"/>
                  </a:lnTo>
                  <a:lnTo>
                    <a:pt x="530" y="436"/>
                  </a:lnTo>
                  <a:lnTo>
                    <a:pt x="532" y="436"/>
                  </a:lnTo>
                  <a:lnTo>
                    <a:pt x="532" y="436"/>
                  </a:lnTo>
                  <a:lnTo>
                    <a:pt x="534" y="436"/>
                  </a:lnTo>
                  <a:lnTo>
                    <a:pt x="534" y="434"/>
                  </a:lnTo>
                  <a:lnTo>
                    <a:pt x="532" y="434"/>
                  </a:lnTo>
                  <a:lnTo>
                    <a:pt x="530" y="434"/>
                  </a:lnTo>
                  <a:lnTo>
                    <a:pt x="530" y="434"/>
                  </a:lnTo>
                  <a:lnTo>
                    <a:pt x="530" y="436"/>
                  </a:lnTo>
                  <a:lnTo>
                    <a:pt x="527" y="436"/>
                  </a:lnTo>
                  <a:lnTo>
                    <a:pt x="527" y="436"/>
                  </a:lnTo>
                  <a:lnTo>
                    <a:pt x="527" y="436"/>
                  </a:lnTo>
                  <a:lnTo>
                    <a:pt x="525" y="436"/>
                  </a:lnTo>
                  <a:lnTo>
                    <a:pt x="525" y="436"/>
                  </a:lnTo>
                  <a:lnTo>
                    <a:pt x="523" y="434"/>
                  </a:lnTo>
                  <a:lnTo>
                    <a:pt x="520" y="434"/>
                  </a:lnTo>
                  <a:lnTo>
                    <a:pt x="513" y="436"/>
                  </a:lnTo>
                  <a:lnTo>
                    <a:pt x="513" y="436"/>
                  </a:lnTo>
                  <a:lnTo>
                    <a:pt x="511" y="436"/>
                  </a:lnTo>
                  <a:lnTo>
                    <a:pt x="511" y="434"/>
                  </a:lnTo>
                  <a:lnTo>
                    <a:pt x="511" y="434"/>
                  </a:lnTo>
                  <a:lnTo>
                    <a:pt x="513" y="434"/>
                  </a:lnTo>
                  <a:lnTo>
                    <a:pt x="513" y="434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1" y="429"/>
                  </a:lnTo>
                  <a:lnTo>
                    <a:pt x="513" y="426"/>
                  </a:lnTo>
                  <a:lnTo>
                    <a:pt x="513" y="426"/>
                  </a:lnTo>
                  <a:lnTo>
                    <a:pt x="511" y="426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4" y="424"/>
                  </a:lnTo>
                  <a:lnTo>
                    <a:pt x="501" y="424"/>
                  </a:lnTo>
                  <a:lnTo>
                    <a:pt x="499" y="422"/>
                  </a:lnTo>
                  <a:lnTo>
                    <a:pt x="496" y="422"/>
                  </a:lnTo>
                  <a:lnTo>
                    <a:pt x="494" y="422"/>
                  </a:lnTo>
                  <a:lnTo>
                    <a:pt x="494" y="419"/>
                  </a:lnTo>
                  <a:lnTo>
                    <a:pt x="494" y="417"/>
                  </a:lnTo>
                  <a:lnTo>
                    <a:pt x="492" y="415"/>
                  </a:lnTo>
                  <a:lnTo>
                    <a:pt x="489" y="412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7" y="410"/>
                  </a:lnTo>
                  <a:lnTo>
                    <a:pt x="485" y="408"/>
                  </a:lnTo>
                  <a:lnTo>
                    <a:pt x="489" y="408"/>
                  </a:lnTo>
                  <a:lnTo>
                    <a:pt x="499" y="410"/>
                  </a:lnTo>
                  <a:lnTo>
                    <a:pt x="499" y="408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4" y="403"/>
                  </a:lnTo>
                  <a:lnTo>
                    <a:pt x="494" y="403"/>
                  </a:lnTo>
                  <a:lnTo>
                    <a:pt x="496" y="403"/>
                  </a:lnTo>
                  <a:lnTo>
                    <a:pt x="494" y="400"/>
                  </a:lnTo>
                  <a:lnTo>
                    <a:pt x="492" y="400"/>
                  </a:lnTo>
                  <a:lnTo>
                    <a:pt x="489" y="398"/>
                  </a:lnTo>
                  <a:lnTo>
                    <a:pt x="494" y="400"/>
                  </a:lnTo>
                  <a:lnTo>
                    <a:pt x="499" y="403"/>
                  </a:lnTo>
                  <a:lnTo>
                    <a:pt x="501" y="403"/>
                  </a:lnTo>
                  <a:lnTo>
                    <a:pt x="506" y="403"/>
                  </a:lnTo>
                  <a:lnTo>
                    <a:pt x="508" y="403"/>
                  </a:lnTo>
                  <a:lnTo>
                    <a:pt x="511" y="403"/>
                  </a:lnTo>
                  <a:lnTo>
                    <a:pt x="511" y="405"/>
                  </a:lnTo>
                  <a:lnTo>
                    <a:pt x="513" y="405"/>
                  </a:lnTo>
                  <a:lnTo>
                    <a:pt x="515" y="405"/>
                  </a:lnTo>
                  <a:lnTo>
                    <a:pt x="515" y="405"/>
                  </a:lnTo>
                  <a:lnTo>
                    <a:pt x="511" y="403"/>
                  </a:lnTo>
                  <a:lnTo>
                    <a:pt x="508" y="400"/>
                  </a:lnTo>
                  <a:lnTo>
                    <a:pt x="508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08" y="400"/>
                  </a:lnTo>
                  <a:lnTo>
                    <a:pt x="506" y="400"/>
                  </a:lnTo>
                  <a:lnTo>
                    <a:pt x="504" y="400"/>
                  </a:lnTo>
                  <a:lnTo>
                    <a:pt x="501" y="398"/>
                  </a:lnTo>
                  <a:lnTo>
                    <a:pt x="501" y="396"/>
                  </a:lnTo>
                  <a:lnTo>
                    <a:pt x="501" y="393"/>
                  </a:lnTo>
                  <a:lnTo>
                    <a:pt x="501" y="393"/>
                  </a:lnTo>
                  <a:lnTo>
                    <a:pt x="504" y="391"/>
                  </a:lnTo>
                  <a:lnTo>
                    <a:pt x="506" y="391"/>
                  </a:lnTo>
                  <a:lnTo>
                    <a:pt x="506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8" y="389"/>
                  </a:lnTo>
                  <a:lnTo>
                    <a:pt x="511" y="386"/>
                  </a:lnTo>
                  <a:lnTo>
                    <a:pt x="513" y="384"/>
                  </a:lnTo>
                  <a:lnTo>
                    <a:pt x="513" y="384"/>
                  </a:lnTo>
                  <a:lnTo>
                    <a:pt x="513" y="381"/>
                  </a:lnTo>
                  <a:lnTo>
                    <a:pt x="513" y="381"/>
                  </a:lnTo>
                  <a:lnTo>
                    <a:pt x="515" y="381"/>
                  </a:lnTo>
                  <a:lnTo>
                    <a:pt x="515" y="381"/>
                  </a:lnTo>
                  <a:lnTo>
                    <a:pt x="518" y="384"/>
                  </a:lnTo>
                  <a:lnTo>
                    <a:pt x="518" y="384"/>
                  </a:lnTo>
                  <a:lnTo>
                    <a:pt x="520" y="386"/>
                  </a:lnTo>
                  <a:lnTo>
                    <a:pt x="520" y="386"/>
                  </a:lnTo>
                  <a:lnTo>
                    <a:pt x="520" y="386"/>
                  </a:lnTo>
                  <a:lnTo>
                    <a:pt x="520" y="389"/>
                  </a:lnTo>
                  <a:lnTo>
                    <a:pt x="520" y="389"/>
                  </a:lnTo>
                  <a:lnTo>
                    <a:pt x="523" y="389"/>
                  </a:lnTo>
                  <a:lnTo>
                    <a:pt x="523" y="386"/>
                  </a:lnTo>
                  <a:lnTo>
                    <a:pt x="523" y="384"/>
                  </a:lnTo>
                  <a:lnTo>
                    <a:pt x="525" y="384"/>
                  </a:lnTo>
                  <a:lnTo>
                    <a:pt x="527" y="384"/>
                  </a:lnTo>
                  <a:lnTo>
                    <a:pt x="527" y="384"/>
                  </a:lnTo>
                  <a:lnTo>
                    <a:pt x="525" y="384"/>
                  </a:lnTo>
                  <a:lnTo>
                    <a:pt x="525" y="384"/>
                  </a:lnTo>
                  <a:lnTo>
                    <a:pt x="525" y="381"/>
                  </a:lnTo>
                  <a:lnTo>
                    <a:pt x="523" y="379"/>
                  </a:lnTo>
                  <a:lnTo>
                    <a:pt x="525" y="379"/>
                  </a:lnTo>
                  <a:lnTo>
                    <a:pt x="525" y="379"/>
                  </a:lnTo>
                  <a:lnTo>
                    <a:pt x="525" y="377"/>
                  </a:lnTo>
                  <a:lnTo>
                    <a:pt x="527" y="377"/>
                  </a:lnTo>
                  <a:lnTo>
                    <a:pt x="527" y="377"/>
                  </a:lnTo>
                  <a:lnTo>
                    <a:pt x="527" y="377"/>
                  </a:lnTo>
                  <a:lnTo>
                    <a:pt x="525" y="377"/>
                  </a:lnTo>
                  <a:lnTo>
                    <a:pt x="525" y="374"/>
                  </a:lnTo>
                  <a:lnTo>
                    <a:pt x="525" y="374"/>
                  </a:lnTo>
                  <a:lnTo>
                    <a:pt x="527" y="374"/>
                  </a:lnTo>
                  <a:lnTo>
                    <a:pt x="525" y="372"/>
                  </a:lnTo>
                  <a:lnTo>
                    <a:pt x="525" y="372"/>
                  </a:lnTo>
                  <a:lnTo>
                    <a:pt x="523" y="372"/>
                  </a:lnTo>
                  <a:lnTo>
                    <a:pt x="523" y="374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23" y="372"/>
                  </a:lnTo>
                  <a:lnTo>
                    <a:pt x="525" y="370"/>
                  </a:lnTo>
                  <a:lnTo>
                    <a:pt x="523" y="370"/>
                  </a:lnTo>
                  <a:lnTo>
                    <a:pt x="523" y="370"/>
                  </a:lnTo>
                  <a:lnTo>
                    <a:pt x="520" y="370"/>
                  </a:lnTo>
                  <a:lnTo>
                    <a:pt x="520" y="370"/>
                  </a:lnTo>
                  <a:lnTo>
                    <a:pt x="520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0"/>
                  </a:lnTo>
                  <a:lnTo>
                    <a:pt x="515" y="370"/>
                  </a:lnTo>
                  <a:lnTo>
                    <a:pt x="515" y="367"/>
                  </a:lnTo>
                  <a:lnTo>
                    <a:pt x="518" y="365"/>
                  </a:lnTo>
                  <a:lnTo>
                    <a:pt x="520" y="367"/>
                  </a:lnTo>
                  <a:lnTo>
                    <a:pt x="523" y="367"/>
                  </a:lnTo>
                  <a:lnTo>
                    <a:pt x="523" y="365"/>
                  </a:lnTo>
                  <a:lnTo>
                    <a:pt x="520" y="363"/>
                  </a:lnTo>
                  <a:lnTo>
                    <a:pt x="520" y="363"/>
                  </a:lnTo>
                  <a:lnTo>
                    <a:pt x="515" y="363"/>
                  </a:lnTo>
                  <a:lnTo>
                    <a:pt x="515" y="363"/>
                  </a:lnTo>
                  <a:lnTo>
                    <a:pt x="513" y="363"/>
                  </a:lnTo>
                  <a:lnTo>
                    <a:pt x="513" y="363"/>
                  </a:lnTo>
                  <a:lnTo>
                    <a:pt x="515" y="363"/>
                  </a:lnTo>
                  <a:lnTo>
                    <a:pt x="515" y="360"/>
                  </a:lnTo>
                  <a:lnTo>
                    <a:pt x="515" y="360"/>
                  </a:lnTo>
                  <a:lnTo>
                    <a:pt x="515" y="360"/>
                  </a:lnTo>
                  <a:lnTo>
                    <a:pt x="515" y="358"/>
                  </a:lnTo>
                  <a:lnTo>
                    <a:pt x="515" y="358"/>
                  </a:lnTo>
                  <a:lnTo>
                    <a:pt x="515" y="355"/>
                  </a:lnTo>
                  <a:lnTo>
                    <a:pt x="520" y="355"/>
                  </a:lnTo>
                  <a:lnTo>
                    <a:pt x="520" y="355"/>
                  </a:lnTo>
                  <a:lnTo>
                    <a:pt x="523" y="353"/>
                  </a:lnTo>
                  <a:lnTo>
                    <a:pt x="523" y="353"/>
                  </a:lnTo>
                  <a:lnTo>
                    <a:pt x="523" y="353"/>
                  </a:lnTo>
                  <a:lnTo>
                    <a:pt x="520" y="353"/>
                  </a:lnTo>
                  <a:lnTo>
                    <a:pt x="520" y="353"/>
                  </a:lnTo>
                  <a:lnTo>
                    <a:pt x="518" y="353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3" y="351"/>
                  </a:lnTo>
                  <a:lnTo>
                    <a:pt x="511" y="351"/>
                  </a:lnTo>
                  <a:lnTo>
                    <a:pt x="511" y="351"/>
                  </a:lnTo>
                  <a:lnTo>
                    <a:pt x="511" y="351"/>
                  </a:lnTo>
                  <a:lnTo>
                    <a:pt x="508" y="351"/>
                  </a:lnTo>
                  <a:lnTo>
                    <a:pt x="508" y="351"/>
                  </a:lnTo>
                  <a:lnTo>
                    <a:pt x="508" y="353"/>
                  </a:lnTo>
                  <a:lnTo>
                    <a:pt x="508" y="353"/>
                  </a:lnTo>
                  <a:lnTo>
                    <a:pt x="508" y="355"/>
                  </a:lnTo>
                  <a:lnTo>
                    <a:pt x="508" y="355"/>
                  </a:lnTo>
                  <a:lnTo>
                    <a:pt x="508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4" y="360"/>
                  </a:lnTo>
                  <a:lnTo>
                    <a:pt x="504" y="360"/>
                  </a:lnTo>
                  <a:lnTo>
                    <a:pt x="501" y="360"/>
                  </a:lnTo>
                  <a:lnTo>
                    <a:pt x="501" y="363"/>
                  </a:lnTo>
                  <a:lnTo>
                    <a:pt x="501" y="367"/>
                  </a:lnTo>
                  <a:lnTo>
                    <a:pt x="501" y="370"/>
                  </a:lnTo>
                  <a:lnTo>
                    <a:pt x="501" y="372"/>
                  </a:lnTo>
                  <a:lnTo>
                    <a:pt x="499" y="374"/>
                  </a:lnTo>
                  <a:lnTo>
                    <a:pt x="496" y="377"/>
                  </a:lnTo>
                  <a:lnTo>
                    <a:pt x="494" y="377"/>
                  </a:lnTo>
                  <a:lnTo>
                    <a:pt x="492" y="377"/>
                  </a:lnTo>
                  <a:lnTo>
                    <a:pt x="489" y="377"/>
                  </a:lnTo>
                  <a:lnTo>
                    <a:pt x="487" y="374"/>
                  </a:lnTo>
                  <a:lnTo>
                    <a:pt x="485" y="372"/>
                  </a:lnTo>
                  <a:lnTo>
                    <a:pt x="485" y="372"/>
                  </a:lnTo>
                  <a:lnTo>
                    <a:pt x="487" y="370"/>
                  </a:lnTo>
                  <a:lnTo>
                    <a:pt x="487" y="367"/>
                  </a:lnTo>
                  <a:lnTo>
                    <a:pt x="485" y="367"/>
                  </a:lnTo>
                  <a:lnTo>
                    <a:pt x="482" y="370"/>
                  </a:lnTo>
                  <a:lnTo>
                    <a:pt x="480" y="370"/>
                  </a:lnTo>
                  <a:lnTo>
                    <a:pt x="478" y="370"/>
                  </a:lnTo>
                  <a:lnTo>
                    <a:pt x="475" y="370"/>
                  </a:lnTo>
                  <a:lnTo>
                    <a:pt x="475" y="370"/>
                  </a:lnTo>
                  <a:lnTo>
                    <a:pt x="473" y="367"/>
                  </a:lnTo>
                  <a:lnTo>
                    <a:pt x="473" y="365"/>
                  </a:lnTo>
                  <a:lnTo>
                    <a:pt x="473" y="363"/>
                  </a:lnTo>
                  <a:lnTo>
                    <a:pt x="473" y="360"/>
                  </a:lnTo>
                  <a:lnTo>
                    <a:pt x="473" y="358"/>
                  </a:lnTo>
                  <a:lnTo>
                    <a:pt x="475" y="358"/>
                  </a:lnTo>
                  <a:lnTo>
                    <a:pt x="478" y="358"/>
                  </a:lnTo>
                  <a:lnTo>
                    <a:pt x="482" y="358"/>
                  </a:lnTo>
                  <a:lnTo>
                    <a:pt x="485" y="360"/>
                  </a:lnTo>
                  <a:lnTo>
                    <a:pt x="485" y="358"/>
                  </a:lnTo>
                  <a:lnTo>
                    <a:pt x="485" y="358"/>
                  </a:lnTo>
                  <a:lnTo>
                    <a:pt x="485" y="355"/>
                  </a:lnTo>
                  <a:lnTo>
                    <a:pt x="485" y="355"/>
                  </a:lnTo>
                  <a:lnTo>
                    <a:pt x="485" y="353"/>
                  </a:lnTo>
                  <a:lnTo>
                    <a:pt x="487" y="353"/>
                  </a:lnTo>
                  <a:lnTo>
                    <a:pt x="489" y="351"/>
                  </a:lnTo>
                  <a:lnTo>
                    <a:pt x="489" y="348"/>
                  </a:lnTo>
                  <a:lnTo>
                    <a:pt x="489" y="346"/>
                  </a:lnTo>
                  <a:lnTo>
                    <a:pt x="492" y="344"/>
                  </a:lnTo>
                  <a:lnTo>
                    <a:pt x="489" y="344"/>
                  </a:lnTo>
                  <a:lnTo>
                    <a:pt x="489" y="341"/>
                  </a:lnTo>
                  <a:lnTo>
                    <a:pt x="487" y="341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7" y="346"/>
                  </a:lnTo>
                  <a:lnTo>
                    <a:pt x="487" y="346"/>
                  </a:lnTo>
                  <a:lnTo>
                    <a:pt x="485" y="346"/>
                  </a:lnTo>
                  <a:lnTo>
                    <a:pt x="485" y="346"/>
                  </a:lnTo>
                  <a:lnTo>
                    <a:pt x="482" y="346"/>
                  </a:lnTo>
                  <a:lnTo>
                    <a:pt x="482" y="346"/>
                  </a:lnTo>
                  <a:lnTo>
                    <a:pt x="482" y="348"/>
                  </a:lnTo>
                  <a:lnTo>
                    <a:pt x="480" y="351"/>
                  </a:lnTo>
                  <a:lnTo>
                    <a:pt x="480" y="351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4"/>
                  </a:lnTo>
                  <a:lnTo>
                    <a:pt x="482" y="344"/>
                  </a:lnTo>
                  <a:lnTo>
                    <a:pt x="480" y="341"/>
                  </a:lnTo>
                  <a:lnTo>
                    <a:pt x="480" y="341"/>
                  </a:lnTo>
                  <a:lnTo>
                    <a:pt x="480" y="344"/>
                  </a:lnTo>
                  <a:lnTo>
                    <a:pt x="480" y="344"/>
                  </a:lnTo>
                  <a:lnTo>
                    <a:pt x="478" y="346"/>
                  </a:lnTo>
                  <a:lnTo>
                    <a:pt x="478" y="348"/>
                  </a:lnTo>
                  <a:lnTo>
                    <a:pt x="475" y="351"/>
                  </a:lnTo>
                  <a:lnTo>
                    <a:pt x="475" y="351"/>
                  </a:lnTo>
                  <a:lnTo>
                    <a:pt x="475" y="351"/>
                  </a:lnTo>
                  <a:lnTo>
                    <a:pt x="473" y="351"/>
                  </a:lnTo>
                  <a:lnTo>
                    <a:pt x="473" y="351"/>
                  </a:lnTo>
                  <a:lnTo>
                    <a:pt x="470" y="348"/>
                  </a:lnTo>
                  <a:lnTo>
                    <a:pt x="470" y="348"/>
                  </a:lnTo>
                  <a:lnTo>
                    <a:pt x="468" y="346"/>
                  </a:lnTo>
                  <a:lnTo>
                    <a:pt x="468" y="346"/>
                  </a:lnTo>
                  <a:lnTo>
                    <a:pt x="466" y="346"/>
                  </a:lnTo>
                  <a:lnTo>
                    <a:pt x="463" y="348"/>
                  </a:lnTo>
                  <a:lnTo>
                    <a:pt x="461" y="353"/>
                  </a:lnTo>
                  <a:lnTo>
                    <a:pt x="454" y="358"/>
                  </a:lnTo>
                  <a:lnTo>
                    <a:pt x="452" y="360"/>
                  </a:lnTo>
                  <a:lnTo>
                    <a:pt x="449" y="360"/>
                  </a:lnTo>
                  <a:lnTo>
                    <a:pt x="442" y="363"/>
                  </a:lnTo>
                  <a:lnTo>
                    <a:pt x="440" y="365"/>
                  </a:lnTo>
                  <a:lnTo>
                    <a:pt x="437" y="365"/>
                  </a:lnTo>
                  <a:lnTo>
                    <a:pt x="430" y="363"/>
                  </a:lnTo>
                  <a:lnTo>
                    <a:pt x="426" y="360"/>
                  </a:lnTo>
                  <a:lnTo>
                    <a:pt x="418" y="360"/>
                  </a:lnTo>
                  <a:lnTo>
                    <a:pt x="414" y="360"/>
                  </a:lnTo>
                  <a:lnTo>
                    <a:pt x="409" y="355"/>
                  </a:lnTo>
                  <a:lnTo>
                    <a:pt x="407" y="351"/>
                  </a:lnTo>
                  <a:lnTo>
                    <a:pt x="407" y="346"/>
                  </a:lnTo>
                  <a:lnTo>
                    <a:pt x="409" y="341"/>
                  </a:lnTo>
                  <a:lnTo>
                    <a:pt x="416" y="334"/>
                  </a:lnTo>
                  <a:lnTo>
                    <a:pt x="418" y="329"/>
                  </a:lnTo>
                  <a:lnTo>
                    <a:pt x="421" y="325"/>
                  </a:lnTo>
                  <a:lnTo>
                    <a:pt x="423" y="322"/>
                  </a:lnTo>
                  <a:lnTo>
                    <a:pt x="426" y="320"/>
                  </a:lnTo>
                  <a:lnTo>
                    <a:pt x="430" y="318"/>
                  </a:lnTo>
                  <a:lnTo>
                    <a:pt x="435" y="320"/>
                  </a:lnTo>
                  <a:lnTo>
                    <a:pt x="440" y="320"/>
                  </a:lnTo>
                  <a:lnTo>
                    <a:pt x="444" y="322"/>
                  </a:lnTo>
                  <a:lnTo>
                    <a:pt x="449" y="325"/>
                  </a:lnTo>
                  <a:lnTo>
                    <a:pt x="452" y="325"/>
                  </a:lnTo>
                  <a:lnTo>
                    <a:pt x="452" y="327"/>
                  </a:lnTo>
                  <a:lnTo>
                    <a:pt x="454" y="332"/>
                  </a:lnTo>
                  <a:lnTo>
                    <a:pt x="454" y="332"/>
                  </a:lnTo>
                  <a:lnTo>
                    <a:pt x="459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3" y="332"/>
                  </a:lnTo>
                  <a:lnTo>
                    <a:pt x="466" y="332"/>
                  </a:lnTo>
                  <a:lnTo>
                    <a:pt x="470" y="334"/>
                  </a:lnTo>
                  <a:lnTo>
                    <a:pt x="473" y="334"/>
                  </a:lnTo>
                  <a:lnTo>
                    <a:pt x="478" y="334"/>
                  </a:lnTo>
                  <a:lnTo>
                    <a:pt x="478" y="334"/>
                  </a:lnTo>
                  <a:lnTo>
                    <a:pt x="480" y="337"/>
                  </a:lnTo>
                  <a:lnTo>
                    <a:pt x="480" y="337"/>
                  </a:lnTo>
                  <a:lnTo>
                    <a:pt x="480" y="337"/>
                  </a:lnTo>
                  <a:lnTo>
                    <a:pt x="480" y="339"/>
                  </a:lnTo>
                  <a:lnTo>
                    <a:pt x="480" y="339"/>
                  </a:lnTo>
                  <a:lnTo>
                    <a:pt x="480" y="339"/>
                  </a:lnTo>
                  <a:lnTo>
                    <a:pt x="482" y="341"/>
                  </a:lnTo>
                  <a:lnTo>
                    <a:pt x="485" y="341"/>
                  </a:lnTo>
                  <a:lnTo>
                    <a:pt x="485" y="339"/>
                  </a:lnTo>
                  <a:lnTo>
                    <a:pt x="487" y="339"/>
                  </a:lnTo>
                  <a:lnTo>
                    <a:pt x="492" y="341"/>
                  </a:lnTo>
                  <a:lnTo>
                    <a:pt x="492" y="339"/>
                  </a:lnTo>
                  <a:lnTo>
                    <a:pt x="494" y="339"/>
                  </a:lnTo>
                  <a:lnTo>
                    <a:pt x="496" y="339"/>
                  </a:lnTo>
                  <a:lnTo>
                    <a:pt x="496" y="339"/>
                  </a:lnTo>
                  <a:lnTo>
                    <a:pt x="496" y="341"/>
                  </a:lnTo>
                  <a:lnTo>
                    <a:pt x="496" y="341"/>
                  </a:lnTo>
                  <a:lnTo>
                    <a:pt x="494" y="341"/>
                  </a:lnTo>
                  <a:lnTo>
                    <a:pt x="496" y="341"/>
                  </a:lnTo>
                  <a:lnTo>
                    <a:pt x="499" y="341"/>
                  </a:lnTo>
                  <a:lnTo>
                    <a:pt x="501" y="339"/>
                  </a:lnTo>
                  <a:lnTo>
                    <a:pt x="504" y="337"/>
                  </a:lnTo>
                  <a:lnTo>
                    <a:pt x="504" y="337"/>
                  </a:lnTo>
                  <a:lnTo>
                    <a:pt x="501" y="337"/>
                  </a:lnTo>
                  <a:lnTo>
                    <a:pt x="499" y="337"/>
                  </a:lnTo>
                  <a:lnTo>
                    <a:pt x="499" y="337"/>
                  </a:lnTo>
                  <a:lnTo>
                    <a:pt x="496" y="334"/>
                  </a:lnTo>
                  <a:lnTo>
                    <a:pt x="492" y="327"/>
                  </a:lnTo>
                  <a:lnTo>
                    <a:pt x="489" y="325"/>
                  </a:lnTo>
                  <a:lnTo>
                    <a:pt x="489" y="320"/>
                  </a:lnTo>
                  <a:lnTo>
                    <a:pt x="489" y="318"/>
                  </a:lnTo>
                  <a:lnTo>
                    <a:pt x="485" y="313"/>
                  </a:lnTo>
                  <a:lnTo>
                    <a:pt x="485" y="310"/>
                  </a:lnTo>
                  <a:lnTo>
                    <a:pt x="485" y="310"/>
                  </a:lnTo>
                  <a:lnTo>
                    <a:pt x="485" y="308"/>
                  </a:lnTo>
                  <a:lnTo>
                    <a:pt x="485" y="306"/>
                  </a:lnTo>
                  <a:lnTo>
                    <a:pt x="485" y="306"/>
                  </a:lnTo>
                  <a:lnTo>
                    <a:pt x="482" y="303"/>
                  </a:lnTo>
                  <a:lnTo>
                    <a:pt x="478" y="301"/>
                  </a:lnTo>
                  <a:lnTo>
                    <a:pt x="478" y="296"/>
                  </a:lnTo>
                  <a:lnTo>
                    <a:pt x="475" y="296"/>
                  </a:lnTo>
                  <a:lnTo>
                    <a:pt x="470" y="294"/>
                  </a:lnTo>
                  <a:lnTo>
                    <a:pt x="470" y="294"/>
                  </a:lnTo>
                  <a:lnTo>
                    <a:pt x="466" y="287"/>
                  </a:lnTo>
                  <a:lnTo>
                    <a:pt x="468" y="284"/>
                  </a:lnTo>
                  <a:lnTo>
                    <a:pt x="466" y="282"/>
                  </a:lnTo>
                  <a:lnTo>
                    <a:pt x="466" y="282"/>
                  </a:lnTo>
                  <a:lnTo>
                    <a:pt x="463" y="280"/>
                  </a:lnTo>
                  <a:lnTo>
                    <a:pt x="463" y="277"/>
                  </a:lnTo>
                  <a:lnTo>
                    <a:pt x="463" y="275"/>
                  </a:lnTo>
                  <a:lnTo>
                    <a:pt x="466" y="270"/>
                  </a:lnTo>
                  <a:lnTo>
                    <a:pt x="466" y="268"/>
                  </a:lnTo>
                  <a:lnTo>
                    <a:pt x="466" y="266"/>
                  </a:lnTo>
                  <a:lnTo>
                    <a:pt x="468" y="261"/>
                  </a:lnTo>
                  <a:lnTo>
                    <a:pt x="468" y="254"/>
                  </a:lnTo>
                  <a:lnTo>
                    <a:pt x="470" y="249"/>
                  </a:lnTo>
                  <a:lnTo>
                    <a:pt x="473" y="244"/>
                  </a:lnTo>
                  <a:lnTo>
                    <a:pt x="473" y="239"/>
                  </a:lnTo>
                  <a:lnTo>
                    <a:pt x="470" y="239"/>
                  </a:lnTo>
                  <a:lnTo>
                    <a:pt x="468" y="239"/>
                  </a:lnTo>
                  <a:lnTo>
                    <a:pt x="463" y="239"/>
                  </a:lnTo>
                  <a:lnTo>
                    <a:pt x="461" y="239"/>
                  </a:lnTo>
                  <a:lnTo>
                    <a:pt x="454" y="239"/>
                  </a:lnTo>
                  <a:lnTo>
                    <a:pt x="444" y="242"/>
                  </a:lnTo>
                  <a:lnTo>
                    <a:pt x="433" y="242"/>
                  </a:lnTo>
                  <a:lnTo>
                    <a:pt x="418" y="244"/>
                  </a:lnTo>
                  <a:lnTo>
                    <a:pt x="402" y="244"/>
                  </a:lnTo>
                  <a:lnTo>
                    <a:pt x="385" y="247"/>
                  </a:lnTo>
                  <a:lnTo>
                    <a:pt x="369" y="249"/>
                  </a:lnTo>
                  <a:lnTo>
                    <a:pt x="350" y="249"/>
                  </a:lnTo>
                  <a:lnTo>
                    <a:pt x="333" y="251"/>
                  </a:lnTo>
                  <a:lnTo>
                    <a:pt x="317" y="251"/>
                  </a:lnTo>
                  <a:lnTo>
                    <a:pt x="303" y="254"/>
                  </a:lnTo>
                  <a:lnTo>
                    <a:pt x="291" y="254"/>
                  </a:lnTo>
                  <a:lnTo>
                    <a:pt x="281" y="256"/>
                  </a:lnTo>
                  <a:lnTo>
                    <a:pt x="274" y="256"/>
                  </a:lnTo>
                  <a:lnTo>
                    <a:pt x="272" y="256"/>
                  </a:lnTo>
                  <a:lnTo>
                    <a:pt x="267" y="256"/>
                  </a:lnTo>
                  <a:lnTo>
                    <a:pt x="267" y="256"/>
                  </a:lnTo>
                  <a:lnTo>
                    <a:pt x="274" y="249"/>
                  </a:lnTo>
                  <a:lnTo>
                    <a:pt x="274" y="244"/>
                  </a:lnTo>
                  <a:lnTo>
                    <a:pt x="269" y="242"/>
                  </a:lnTo>
                  <a:lnTo>
                    <a:pt x="269" y="237"/>
                  </a:lnTo>
                  <a:lnTo>
                    <a:pt x="269" y="237"/>
                  </a:lnTo>
                  <a:lnTo>
                    <a:pt x="269" y="235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28"/>
                  </a:lnTo>
                  <a:lnTo>
                    <a:pt x="267" y="228"/>
                  </a:lnTo>
                  <a:lnTo>
                    <a:pt x="265" y="225"/>
                  </a:lnTo>
                  <a:lnTo>
                    <a:pt x="265" y="223"/>
                  </a:lnTo>
                  <a:lnTo>
                    <a:pt x="267" y="221"/>
                  </a:lnTo>
                  <a:lnTo>
                    <a:pt x="269" y="221"/>
                  </a:lnTo>
                  <a:lnTo>
                    <a:pt x="274" y="221"/>
                  </a:lnTo>
                  <a:lnTo>
                    <a:pt x="277" y="221"/>
                  </a:lnTo>
                  <a:lnTo>
                    <a:pt x="279" y="218"/>
                  </a:lnTo>
                  <a:lnTo>
                    <a:pt x="279" y="216"/>
                  </a:lnTo>
                  <a:lnTo>
                    <a:pt x="279" y="209"/>
                  </a:lnTo>
                  <a:lnTo>
                    <a:pt x="279" y="206"/>
                  </a:lnTo>
                  <a:lnTo>
                    <a:pt x="281" y="206"/>
                  </a:lnTo>
                  <a:lnTo>
                    <a:pt x="281" y="204"/>
                  </a:lnTo>
                  <a:lnTo>
                    <a:pt x="279" y="204"/>
                  </a:lnTo>
                  <a:lnTo>
                    <a:pt x="279" y="199"/>
                  </a:lnTo>
                  <a:lnTo>
                    <a:pt x="277" y="199"/>
                  </a:lnTo>
                  <a:lnTo>
                    <a:pt x="277" y="199"/>
                  </a:lnTo>
                  <a:lnTo>
                    <a:pt x="277" y="192"/>
                  </a:lnTo>
                  <a:lnTo>
                    <a:pt x="279" y="190"/>
                  </a:lnTo>
                  <a:lnTo>
                    <a:pt x="286" y="183"/>
                  </a:lnTo>
                  <a:lnTo>
                    <a:pt x="286" y="183"/>
                  </a:lnTo>
                  <a:lnTo>
                    <a:pt x="286" y="180"/>
                  </a:lnTo>
                  <a:lnTo>
                    <a:pt x="286" y="178"/>
                  </a:lnTo>
                  <a:lnTo>
                    <a:pt x="286" y="166"/>
                  </a:lnTo>
                  <a:lnTo>
                    <a:pt x="286" y="164"/>
                  </a:lnTo>
                  <a:lnTo>
                    <a:pt x="286" y="161"/>
                  </a:lnTo>
                  <a:lnTo>
                    <a:pt x="288" y="157"/>
                  </a:lnTo>
                  <a:lnTo>
                    <a:pt x="291" y="152"/>
                  </a:lnTo>
                  <a:lnTo>
                    <a:pt x="291" y="150"/>
                  </a:lnTo>
                  <a:lnTo>
                    <a:pt x="293" y="147"/>
                  </a:lnTo>
                  <a:lnTo>
                    <a:pt x="295" y="145"/>
                  </a:lnTo>
                  <a:lnTo>
                    <a:pt x="298" y="145"/>
                  </a:lnTo>
                  <a:lnTo>
                    <a:pt x="300" y="142"/>
                  </a:lnTo>
                  <a:lnTo>
                    <a:pt x="303" y="142"/>
                  </a:lnTo>
                  <a:lnTo>
                    <a:pt x="307" y="135"/>
                  </a:lnTo>
                  <a:lnTo>
                    <a:pt x="307" y="135"/>
                  </a:lnTo>
                  <a:lnTo>
                    <a:pt x="310" y="131"/>
                  </a:lnTo>
                  <a:lnTo>
                    <a:pt x="310" y="131"/>
                  </a:lnTo>
                  <a:lnTo>
                    <a:pt x="310" y="131"/>
                  </a:lnTo>
                  <a:lnTo>
                    <a:pt x="314" y="128"/>
                  </a:lnTo>
                  <a:lnTo>
                    <a:pt x="317" y="126"/>
                  </a:lnTo>
                  <a:lnTo>
                    <a:pt x="319" y="121"/>
                  </a:lnTo>
                  <a:lnTo>
                    <a:pt x="319" y="116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4" y="109"/>
                  </a:lnTo>
                  <a:lnTo>
                    <a:pt x="317" y="109"/>
                  </a:lnTo>
                  <a:lnTo>
                    <a:pt x="321" y="109"/>
                  </a:lnTo>
                  <a:lnTo>
                    <a:pt x="324" y="102"/>
                  </a:lnTo>
                  <a:lnTo>
                    <a:pt x="329" y="93"/>
                  </a:lnTo>
                  <a:lnTo>
                    <a:pt x="331" y="88"/>
                  </a:lnTo>
                  <a:lnTo>
                    <a:pt x="331" y="88"/>
                  </a:lnTo>
                  <a:lnTo>
                    <a:pt x="333" y="88"/>
                  </a:lnTo>
                  <a:lnTo>
                    <a:pt x="333" y="86"/>
                  </a:lnTo>
                  <a:lnTo>
                    <a:pt x="331" y="83"/>
                  </a:lnTo>
                  <a:lnTo>
                    <a:pt x="329" y="83"/>
                  </a:lnTo>
                  <a:lnTo>
                    <a:pt x="326" y="83"/>
                  </a:lnTo>
                  <a:lnTo>
                    <a:pt x="324" y="81"/>
                  </a:lnTo>
                  <a:lnTo>
                    <a:pt x="324" y="81"/>
                  </a:lnTo>
                  <a:lnTo>
                    <a:pt x="321" y="76"/>
                  </a:lnTo>
                  <a:lnTo>
                    <a:pt x="319" y="74"/>
                  </a:lnTo>
                  <a:lnTo>
                    <a:pt x="317" y="74"/>
                  </a:lnTo>
                  <a:lnTo>
                    <a:pt x="312" y="71"/>
                  </a:lnTo>
                  <a:lnTo>
                    <a:pt x="312" y="69"/>
                  </a:lnTo>
                  <a:lnTo>
                    <a:pt x="310" y="67"/>
                  </a:lnTo>
                  <a:lnTo>
                    <a:pt x="310" y="62"/>
                  </a:lnTo>
                  <a:lnTo>
                    <a:pt x="310" y="62"/>
                  </a:lnTo>
                  <a:lnTo>
                    <a:pt x="310" y="60"/>
                  </a:lnTo>
                  <a:lnTo>
                    <a:pt x="312" y="57"/>
                  </a:lnTo>
                  <a:lnTo>
                    <a:pt x="310" y="57"/>
                  </a:lnTo>
                  <a:lnTo>
                    <a:pt x="310" y="55"/>
                  </a:lnTo>
                  <a:lnTo>
                    <a:pt x="307" y="55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3" y="50"/>
                  </a:lnTo>
                  <a:lnTo>
                    <a:pt x="303" y="48"/>
                  </a:lnTo>
                  <a:lnTo>
                    <a:pt x="303" y="45"/>
                  </a:lnTo>
                  <a:lnTo>
                    <a:pt x="303" y="43"/>
                  </a:lnTo>
                  <a:lnTo>
                    <a:pt x="305" y="43"/>
                  </a:lnTo>
                  <a:lnTo>
                    <a:pt x="310" y="41"/>
                  </a:lnTo>
                  <a:lnTo>
                    <a:pt x="310" y="41"/>
                  </a:lnTo>
                  <a:lnTo>
                    <a:pt x="312" y="38"/>
                  </a:lnTo>
                  <a:lnTo>
                    <a:pt x="312" y="36"/>
                  </a:lnTo>
                  <a:lnTo>
                    <a:pt x="310" y="36"/>
                  </a:lnTo>
                  <a:lnTo>
                    <a:pt x="305" y="34"/>
                  </a:lnTo>
                  <a:lnTo>
                    <a:pt x="303" y="34"/>
                  </a:lnTo>
                  <a:lnTo>
                    <a:pt x="303" y="31"/>
                  </a:lnTo>
                  <a:lnTo>
                    <a:pt x="303" y="26"/>
                  </a:lnTo>
                  <a:lnTo>
                    <a:pt x="305" y="22"/>
                  </a:lnTo>
                  <a:lnTo>
                    <a:pt x="305" y="19"/>
                  </a:lnTo>
                  <a:lnTo>
                    <a:pt x="307" y="19"/>
                  </a:lnTo>
                  <a:lnTo>
                    <a:pt x="307" y="17"/>
                  </a:lnTo>
                  <a:lnTo>
                    <a:pt x="310" y="15"/>
                  </a:lnTo>
                  <a:lnTo>
                    <a:pt x="310" y="12"/>
                  </a:lnTo>
                  <a:lnTo>
                    <a:pt x="307" y="10"/>
                  </a:lnTo>
                  <a:lnTo>
                    <a:pt x="307" y="8"/>
                  </a:lnTo>
                  <a:lnTo>
                    <a:pt x="305" y="8"/>
                  </a:lnTo>
                  <a:lnTo>
                    <a:pt x="303" y="8"/>
                  </a:lnTo>
                  <a:lnTo>
                    <a:pt x="303" y="8"/>
                  </a:lnTo>
                  <a:lnTo>
                    <a:pt x="300" y="8"/>
                  </a:lnTo>
                  <a:lnTo>
                    <a:pt x="300" y="5"/>
                  </a:lnTo>
                  <a:lnTo>
                    <a:pt x="300" y="0"/>
                  </a:lnTo>
                  <a:lnTo>
                    <a:pt x="298" y="3"/>
                  </a:lnTo>
                  <a:lnTo>
                    <a:pt x="279" y="3"/>
                  </a:lnTo>
                  <a:lnTo>
                    <a:pt x="260" y="5"/>
                  </a:lnTo>
                  <a:lnTo>
                    <a:pt x="241" y="5"/>
                  </a:lnTo>
                  <a:lnTo>
                    <a:pt x="222" y="8"/>
                  </a:lnTo>
                  <a:lnTo>
                    <a:pt x="206" y="10"/>
                  </a:lnTo>
                  <a:lnTo>
                    <a:pt x="187" y="10"/>
                  </a:lnTo>
                  <a:lnTo>
                    <a:pt x="168" y="12"/>
                  </a:lnTo>
                  <a:lnTo>
                    <a:pt x="149" y="12"/>
                  </a:lnTo>
                  <a:lnTo>
                    <a:pt x="130" y="15"/>
                  </a:lnTo>
                  <a:lnTo>
                    <a:pt x="111" y="15"/>
                  </a:lnTo>
                  <a:lnTo>
                    <a:pt x="92" y="17"/>
                  </a:lnTo>
                  <a:lnTo>
                    <a:pt x="73" y="17"/>
                  </a:lnTo>
                  <a:lnTo>
                    <a:pt x="54" y="19"/>
                  </a:lnTo>
                  <a:lnTo>
                    <a:pt x="35" y="19"/>
                  </a:lnTo>
                  <a:lnTo>
                    <a:pt x="19" y="22"/>
                  </a:lnTo>
                  <a:lnTo>
                    <a:pt x="0" y="22"/>
                  </a:lnTo>
                  <a:lnTo>
                    <a:pt x="0" y="36"/>
                  </a:lnTo>
                  <a:lnTo>
                    <a:pt x="2" y="67"/>
                  </a:lnTo>
                  <a:lnTo>
                    <a:pt x="2" y="81"/>
                  </a:lnTo>
                  <a:lnTo>
                    <a:pt x="2" y="95"/>
                  </a:lnTo>
                  <a:lnTo>
                    <a:pt x="4" y="109"/>
                  </a:lnTo>
                  <a:lnTo>
                    <a:pt x="4" y="124"/>
                  </a:lnTo>
                  <a:lnTo>
                    <a:pt x="4" y="140"/>
                  </a:lnTo>
                  <a:lnTo>
                    <a:pt x="4" y="147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12" y="152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21" y="161"/>
                  </a:lnTo>
                  <a:lnTo>
                    <a:pt x="23" y="164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31" y="178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3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1" y="185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5"/>
                  </a:lnTo>
                  <a:lnTo>
                    <a:pt x="31" y="195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3" y="199"/>
                  </a:lnTo>
                  <a:lnTo>
                    <a:pt x="33" y="202"/>
                  </a:lnTo>
                  <a:lnTo>
                    <a:pt x="35" y="204"/>
                  </a:lnTo>
                  <a:lnTo>
                    <a:pt x="38" y="204"/>
                  </a:lnTo>
                  <a:lnTo>
                    <a:pt x="38" y="204"/>
                  </a:lnTo>
                  <a:lnTo>
                    <a:pt x="38" y="204"/>
                  </a:lnTo>
                  <a:lnTo>
                    <a:pt x="40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0" y="209"/>
                  </a:lnTo>
                  <a:lnTo>
                    <a:pt x="40" y="209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6"/>
                  </a:lnTo>
                  <a:lnTo>
                    <a:pt x="45" y="218"/>
                  </a:lnTo>
                  <a:lnTo>
                    <a:pt x="47" y="218"/>
                  </a:lnTo>
                  <a:lnTo>
                    <a:pt x="47" y="218"/>
                  </a:lnTo>
                  <a:lnTo>
                    <a:pt x="47" y="221"/>
                  </a:lnTo>
                  <a:lnTo>
                    <a:pt x="49" y="223"/>
                  </a:lnTo>
                  <a:lnTo>
                    <a:pt x="52" y="223"/>
                  </a:lnTo>
                  <a:lnTo>
                    <a:pt x="52" y="223"/>
                  </a:lnTo>
                  <a:lnTo>
                    <a:pt x="52" y="223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49" y="228"/>
                  </a:lnTo>
                  <a:lnTo>
                    <a:pt x="49" y="228"/>
                  </a:lnTo>
                  <a:lnTo>
                    <a:pt x="49" y="230"/>
                  </a:lnTo>
                  <a:lnTo>
                    <a:pt x="49" y="230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7"/>
                  </a:lnTo>
                  <a:lnTo>
                    <a:pt x="54" y="237"/>
                  </a:lnTo>
                  <a:lnTo>
                    <a:pt x="57" y="237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57" y="242"/>
                  </a:lnTo>
                  <a:lnTo>
                    <a:pt x="57" y="244"/>
                  </a:lnTo>
                  <a:lnTo>
                    <a:pt x="59" y="244"/>
                  </a:lnTo>
                  <a:lnTo>
                    <a:pt x="59" y="244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61" y="244"/>
                  </a:lnTo>
                  <a:lnTo>
                    <a:pt x="64" y="247"/>
                  </a:lnTo>
                  <a:lnTo>
                    <a:pt x="64" y="247"/>
                  </a:lnTo>
                  <a:lnTo>
                    <a:pt x="64" y="254"/>
                  </a:lnTo>
                  <a:lnTo>
                    <a:pt x="64" y="254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1"/>
                  </a:lnTo>
                  <a:lnTo>
                    <a:pt x="68" y="263"/>
                  </a:lnTo>
                  <a:lnTo>
                    <a:pt x="68" y="263"/>
                  </a:lnTo>
                  <a:lnTo>
                    <a:pt x="68" y="266"/>
                  </a:lnTo>
                  <a:lnTo>
                    <a:pt x="68" y="266"/>
                  </a:lnTo>
                  <a:lnTo>
                    <a:pt x="64" y="268"/>
                  </a:lnTo>
                  <a:lnTo>
                    <a:pt x="64" y="268"/>
                  </a:lnTo>
                  <a:lnTo>
                    <a:pt x="61" y="268"/>
                  </a:lnTo>
                  <a:lnTo>
                    <a:pt x="64" y="273"/>
                  </a:lnTo>
                  <a:lnTo>
                    <a:pt x="66" y="275"/>
                  </a:lnTo>
                  <a:lnTo>
                    <a:pt x="66" y="275"/>
                  </a:lnTo>
                  <a:lnTo>
                    <a:pt x="66" y="277"/>
                  </a:lnTo>
                  <a:lnTo>
                    <a:pt x="66" y="277"/>
                  </a:lnTo>
                  <a:lnTo>
                    <a:pt x="66" y="277"/>
                  </a:lnTo>
                  <a:lnTo>
                    <a:pt x="64" y="280"/>
                  </a:lnTo>
                  <a:lnTo>
                    <a:pt x="64" y="282"/>
                  </a:lnTo>
                  <a:lnTo>
                    <a:pt x="64" y="282"/>
                  </a:lnTo>
                  <a:lnTo>
                    <a:pt x="64" y="284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4" y="289"/>
                  </a:lnTo>
                  <a:lnTo>
                    <a:pt x="64" y="292"/>
                  </a:lnTo>
                  <a:lnTo>
                    <a:pt x="61" y="299"/>
                  </a:lnTo>
                  <a:lnTo>
                    <a:pt x="59" y="306"/>
                  </a:lnTo>
                  <a:lnTo>
                    <a:pt x="59" y="308"/>
                  </a:lnTo>
                  <a:lnTo>
                    <a:pt x="54" y="310"/>
                  </a:lnTo>
                  <a:lnTo>
                    <a:pt x="54" y="313"/>
                  </a:lnTo>
                  <a:lnTo>
                    <a:pt x="54" y="318"/>
                  </a:lnTo>
                  <a:lnTo>
                    <a:pt x="54" y="320"/>
                  </a:lnTo>
                  <a:lnTo>
                    <a:pt x="52" y="320"/>
                  </a:lnTo>
                  <a:lnTo>
                    <a:pt x="49" y="322"/>
                  </a:lnTo>
                  <a:lnTo>
                    <a:pt x="49" y="325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9"/>
                  </a:lnTo>
                  <a:lnTo>
                    <a:pt x="49" y="332"/>
                  </a:lnTo>
                  <a:lnTo>
                    <a:pt x="49" y="332"/>
                  </a:lnTo>
                  <a:lnTo>
                    <a:pt x="52" y="334"/>
                  </a:lnTo>
                  <a:lnTo>
                    <a:pt x="52" y="337"/>
                  </a:lnTo>
                  <a:lnTo>
                    <a:pt x="52" y="339"/>
                  </a:lnTo>
                  <a:lnTo>
                    <a:pt x="52" y="341"/>
                  </a:lnTo>
                  <a:lnTo>
                    <a:pt x="49" y="344"/>
                  </a:lnTo>
                  <a:lnTo>
                    <a:pt x="47" y="346"/>
                  </a:lnTo>
                  <a:lnTo>
                    <a:pt x="47" y="348"/>
                  </a:lnTo>
                  <a:lnTo>
                    <a:pt x="47" y="353"/>
                  </a:lnTo>
                  <a:lnTo>
                    <a:pt x="49" y="355"/>
                  </a:lnTo>
                  <a:lnTo>
                    <a:pt x="52" y="358"/>
                  </a:lnTo>
                  <a:lnTo>
                    <a:pt x="52" y="360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7"/>
                  </a:lnTo>
                  <a:lnTo>
                    <a:pt x="52" y="367"/>
                  </a:lnTo>
                  <a:lnTo>
                    <a:pt x="54" y="370"/>
                  </a:lnTo>
                  <a:lnTo>
                    <a:pt x="54" y="372"/>
                  </a:lnTo>
                  <a:lnTo>
                    <a:pt x="54" y="374"/>
                  </a:lnTo>
                  <a:lnTo>
                    <a:pt x="54" y="374"/>
                  </a:lnTo>
                  <a:lnTo>
                    <a:pt x="54" y="377"/>
                  </a:lnTo>
                  <a:lnTo>
                    <a:pt x="54" y="379"/>
                  </a:lnTo>
                  <a:lnTo>
                    <a:pt x="52" y="381"/>
                  </a:lnTo>
                  <a:lnTo>
                    <a:pt x="52" y="384"/>
                  </a:lnTo>
                  <a:lnTo>
                    <a:pt x="54" y="386"/>
                  </a:lnTo>
                  <a:lnTo>
                    <a:pt x="47" y="393"/>
                  </a:lnTo>
                  <a:lnTo>
                    <a:pt x="45" y="396"/>
                  </a:lnTo>
                  <a:lnTo>
                    <a:pt x="45" y="396"/>
                  </a:lnTo>
                  <a:lnTo>
                    <a:pt x="47" y="396"/>
                  </a:lnTo>
                  <a:lnTo>
                    <a:pt x="49" y="398"/>
                  </a:lnTo>
                  <a:lnTo>
                    <a:pt x="49" y="398"/>
                  </a:lnTo>
                  <a:lnTo>
                    <a:pt x="49" y="408"/>
                  </a:lnTo>
                  <a:lnTo>
                    <a:pt x="45" y="417"/>
                  </a:lnTo>
                  <a:lnTo>
                    <a:pt x="42" y="417"/>
                  </a:lnTo>
                  <a:lnTo>
                    <a:pt x="38" y="417"/>
                  </a:lnTo>
                  <a:lnTo>
                    <a:pt x="35" y="419"/>
                  </a:lnTo>
                  <a:lnTo>
                    <a:pt x="35" y="422"/>
                  </a:lnTo>
                  <a:lnTo>
                    <a:pt x="38" y="426"/>
                  </a:lnTo>
                  <a:lnTo>
                    <a:pt x="40" y="431"/>
                  </a:lnTo>
                  <a:lnTo>
                    <a:pt x="42" y="431"/>
                  </a:lnTo>
                  <a:lnTo>
                    <a:pt x="45" y="431"/>
                  </a:lnTo>
                  <a:lnTo>
                    <a:pt x="47" y="429"/>
                  </a:lnTo>
                  <a:lnTo>
                    <a:pt x="49" y="429"/>
                  </a:lnTo>
                  <a:lnTo>
                    <a:pt x="52" y="426"/>
                  </a:lnTo>
                  <a:lnTo>
                    <a:pt x="54" y="424"/>
                  </a:lnTo>
                  <a:lnTo>
                    <a:pt x="59" y="424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80" y="422"/>
                  </a:lnTo>
                  <a:lnTo>
                    <a:pt x="83" y="422"/>
                  </a:lnTo>
                  <a:lnTo>
                    <a:pt x="85" y="422"/>
                  </a:lnTo>
                  <a:lnTo>
                    <a:pt x="90" y="422"/>
                  </a:lnTo>
                  <a:lnTo>
                    <a:pt x="92" y="422"/>
                  </a:lnTo>
                  <a:lnTo>
                    <a:pt x="94" y="419"/>
                  </a:lnTo>
                  <a:lnTo>
                    <a:pt x="99" y="419"/>
                  </a:lnTo>
                  <a:lnTo>
                    <a:pt x="106" y="417"/>
                  </a:lnTo>
                  <a:lnTo>
                    <a:pt x="111" y="419"/>
                  </a:lnTo>
                  <a:lnTo>
                    <a:pt x="123" y="422"/>
                  </a:lnTo>
                  <a:lnTo>
                    <a:pt x="130" y="424"/>
                  </a:lnTo>
                  <a:lnTo>
                    <a:pt x="144" y="426"/>
                  </a:lnTo>
                  <a:lnTo>
                    <a:pt x="151" y="431"/>
                  </a:lnTo>
                  <a:lnTo>
                    <a:pt x="154" y="434"/>
                  </a:lnTo>
                  <a:lnTo>
                    <a:pt x="165" y="438"/>
                  </a:lnTo>
                  <a:lnTo>
                    <a:pt x="184" y="441"/>
                  </a:lnTo>
                  <a:lnTo>
                    <a:pt x="187" y="438"/>
                  </a:lnTo>
                  <a:lnTo>
                    <a:pt x="189" y="441"/>
                  </a:lnTo>
                  <a:lnTo>
                    <a:pt x="189" y="438"/>
                  </a:lnTo>
                  <a:lnTo>
                    <a:pt x="191" y="441"/>
                  </a:lnTo>
                  <a:lnTo>
                    <a:pt x="210" y="443"/>
                  </a:lnTo>
                  <a:lnTo>
                    <a:pt x="213" y="441"/>
                  </a:lnTo>
                  <a:lnTo>
                    <a:pt x="215" y="441"/>
                  </a:lnTo>
                  <a:lnTo>
                    <a:pt x="222" y="436"/>
                  </a:lnTo>
                  <a:lnTo>
                    <a:pt x="227" y="436"/>
                  </a:lnTo>
                  <a:lnTo>
                    <a:pt x="234" y="436"/>
                  </a:lnTo>
                  <a:lnTo>
                    <a:pt x="236" y="436"/>
                  </a:lnTo>
                  <a:lnTo>
                    <a:pt x="236" y="434"/>
                  </a:lnTo>
                  <a:lnTo>
                    <a:pt x="234" y="434"/>
                  </a:lnTo>
                  <a:lnTo>
                    <a:pt x="236" y="431"/>
                  </a:lnTo>
                  <a:lnTo>
                    <a:pt x="236" y="431"/>
                  </a:lnTo>
                  <a:lnTo>
                    <a:pt x="241" y="429"/>
                  </a:lnTo>
                  <a:lnTo>
                    <a:pt x="239" y="429"/>
                  </a:lnTo>
                  <a:lnTo>
                    <a:pt x="236" y="429"/>
                  </a:lnTo>
                  <a:lnTo>
                    <a:pt x="234" y="429"/>
                  </a:lnTo>
                  <a:lnTo>
                    <a:pt x="232" y="431"/>
                  </a:lnTo>
                  <a:lnTo>
                    <a:pt x="232" y="431"/>
                  </a:lnTo>
                  <a:lnTo>
                    <a:pt x="229" y="429"/>
                  </a:lnTo>
                  <a:lnTo>
                    <a:pt x="227" y="422"/>
                  </a:lnTo>
                  <a:lnTo>
                    <a:pt x="229" y="422"/>
                  </a:lnTo>
                  <a:lnTo>
                    <a:pt x="232" y="419"/>
                  </a:lnTo>
                  <a:lnTo>
                    <a:pt x="229" y="419"/>
                  </a:lnTo>
                  <a:lnTo>
                    <a:pt x="229" y="419"/>
                  </a:lnTo>
                  <a:lnTo>
                    <a:pt x="229" y="419"/>
                  </a:lnTo>
                  <a:lnTo>
                    <a:pt x="227" y="422"/>
                  </a:lnTo>
                  <a:lnTo>
                    <a:pt x="224" y="422"/>
                  </a:lnTo>
                  <a:lnTo>
                    <a:pt x="224" y="422"/>
                  </a:lnTo>
                  <a:lnTo>
                    <a:pt x="222" y="422"/>
                  </a:lnTo>
                  <a:lnTo>
                    <a:pt x="222" y="419"/>
                  </a:lnTo>
                  <a:lnTo>
                    <a:pt x="220" y="417"/>
                  </a:lnTo>
                  <a:lnTo>
                    <a:pt x="220" y="415"/>
                  </a:lnTo>
                  <a:lnTo>
                    <a:pt x="222" y="415"/>
                  </a:lnTo>
                  <a:lnTo>
                    <a:pt x="222" y="415"/>
                  </a:lnTo>
                  <a:lnTo>
                    <a:pt x="222" y="415"/>
                  </a:lnTo>
                  <a:lnTo>
                    <a:pt x="224" y="412"/>
                  </a:lnTo>
                  <a:lnTo>
                    <a:pt x="224" y="412"/>
                  </a:lnTo>
                  <a:lnTo>
                    <a:pt x="227" y="412"/>
                  </a:lnTo>
                  <a:lnTo>
                    <a:pt x="227" y="415"/>
                  </a:lnTo>
                  <a:lnTo>
                    <a:pt x="227" y="415"/>
                  </a:lnTo>
                  <a:lnTo>
                    <a:pt x="224" y="417"/>
                  </a:lnTo>
                  <a:lnTo>
                    <a:pt x="227" y="417"/>
                  </a:lnTo>
                  <a:lnTo>
                    <a:pt x="229" y="417"/>
                  </a:lnTo>
                  <a:lnTo>
                    <a:pt x="232" y="412"/>
                  </a:lnTo>
                  <a:lnTo>
                    <a:pt x="232" y="412"/>
                  </a:lnTo>
                  <a:lnTo>
                    <a:pt x="241" y="408"/>
                  </a:lnTo>
                  <a:lnTo>
                    <a:pt x="241" y="408"/>
                  </a:lnTo>
                  <a:lnTo>
                    <a:pt x="243" y="405"/>
                  </a:lnTo>
                  <a:lnTo>
                    <a:pt x="243" y="405"/>
                  </a:lnTo>
                  <a:lnTo>
                    <a:pt x="243" y="403"/>
                  </a:lnTo>
                  <a:lnTo>
                    <a:pt x="243" y="403"/>
                  </a:lnTo>
                  <a:lnTo>
                    <a:pt x="246" y="403"/>
                  </a:lnTo>
                  <a:lnTo>
                    <a:pt x="246" y="405"/>
                  </a:lnTo>
                  <a:lnTo>
                    <a:pt x="248" y="405"/>
                  </a:lnTo>
                  <a:lnTo>
                    <a:pt x="250" y="403"/>
                  </a:lnTo>
                  <a:lnTo>
                    <a:pt x="253" y="403"/>
                  </a:lnTo>
                  <a:lnTo>
                    <a:pt x="258" y="403"/>
                  </a:lnTo>
                  <a:lnTo>
                    <a:pt x="258" y="403"/>
                  </a:lnTo>
                  <a:lnTo>
                    <a:pt x="260" y="405"/>
                  </a:lnTo>
                  <a:lnTo>
                    <a:pt x="260" y="405"/>
                  </a:lnTo>
                  <a:lnTo>
                    <a:pt x="260" y="408"/>
                  </a:lnTo>
                  <a:lnTo>
                    <a:pt x="258" y="408"/>
                  </a:lnTo>
                  <a:lnTo>
                    <a:pt x="258" y="408"/>
                  </a:lnTo>
                  <a:lnTo>
                    <a:pt x="258" y="405"/>
                  </a:lnTo>
                  <a:lnTo>
                    <a:pt x="255" y="408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5"/>
                  </a:lnTo>
                  <a:lnTo>
                    <a:pt x="255" y="415"/>
                  </a:lnTo>
                  <a:lnTo>
                    <a:pt x="258" y="417"/>
                  </a:lnTo>
                  <a:lnTo>
                    <a:pt x="260" y="417"/>
                  </a:lnTo>
                  <a:lnTo>
                    <a:pt x="265" y="412"/>
                  </a:lnTo>
                  <a:lnTo>
                    <a:pt x="265" y="412"/>
                  </a:lnTo>
                  <a:lnTo>
                    <a:pt x="277" y="412"/>
                  </a:lnTo>
                  <a:lnTo>
                    <a:pt x="279" y="412"/>
                  </a:lnTo>
                  <a:lnTo>
                    <a:pt x="281" y="412"/>
                  </a:lnTo>
                  <a:lnTo>
                    <a:pt x="281" y="415"/>
                  </a:lnTo>
                  <a:lnTo>
                    <a:pt x="281" y="419"/>
                  </a:lnTo>
                  <a:lnTo>
                    <a:pt x="281" y="422"/>
                  </a:lnTo>
                  <a:lnTo>
                    <a:pt x="281" y="424"/>
                  </a:lnTo>
                  <a:lnTo>
                    <a:pt x="281" y="426"/>
                  </a:lnTo>
                  <a:lnTo>
                    <a:pt x="284" y="426"/>
                  </a:lnTo>
                  <a:lnTo>
                    <a:pt x="286" y="424"/>
                  </a:lnTo>
                  <a:lnTo>
                    <a:pt x="288" y="424"/>
                  </a:lnTo>
                  <a:lnTo>
                    <a:pt x="288" y="424"/>
                  </a:lnTo>
                  <a:lnTo>
                    <a:pt x="291" y="424"/>
                  </a:lnTo>
                  <a:lnTo>
                    <a:pt x="291" y="426"/>
                  </a:lnTo>
                  <a:lnTo>
                    <a:pt x="291" y="426"/>
                  </a:lnTo>
                  <a:lnTo>
                    <a:pt x="291" y="429"/>
                  </a:lnTo>
                  <a:lnTo>
                    <a:pt x="293" y="431"/>
                  </a:lnTo>
                  <a:lnTo>
                    <a:pt x="293" y="434"/>
                  </a:lnTo>
                  <a:lnTo>
                    <a:pt x="293" y="436"/>
                  </a:lnTo>
                  <a:lnTo>
                    <a:pt x="291" y="436"/>
                  </a:lnTo>
                  <a:lnTo>
                    <a:pt x="293" y="438"/>
                  </a:lnTo>
                  <a:lnTo>
                    <a:pt x="298" y="436"/>
                  </a:lnTo>
                  <a:lnTo>
                    <a:pt x="303" y="434"/>
                  </a:lnTo>
                  <a:lnTo>
                    <a:pt x="305" y="434"/>
                  </a:lnTo>
                  <a:lnTo>
                    <a:pt x="307" y="434"/>
                  </a:lnTo>
                  <a:lnTo>
                    <a:pt x="307" y="434"/>
                  </a:lnTo>
                  <a:lnTo>
                    <a:pt x="305" y="436"/>
                  </a:lnTo>
                  <a:lnTo>
                    <a:pt x="305" y="436"/>
                  </a:lnTo>
                  <a:lnTo>
                    <a:pt x="305" y="438"/>
                  </a:lnTo>
                  <a:lnTo>
                    <a:pt x="307" y="438"/>
                  </a:lnTo>
                  <a:lnTo>
                    <a:pt x="310" y="438"/>
                  </a:lnTo>
                  <a:lnTo>
                    <a:pt x="312" y="438"/>
                  </a:lnTo>
                  <a:lnTo>
                    <a:pt x="317" y="441"/>
                  </a:lnTo>
                  <a:lnTo>
                    <a:pt x="319" y="441"/>
                  </a:lnTo>
                  <a:lnTo>
                    <a:pt x="319" y="441"/>
                  </a:lnTo>
                  <a:lnTo>
                    <a:pt x="321" y="438"/>
                  </a:lnTo>
                  <a:lnTo>
                    <a:pt x="321" y="436"/>
                  </a:lnTo>
                  <a:lnTo>
                    <a:pt x="321" y="436"/>
                  </a:lnTo>
                  <a:lnTo>
                    <a:pt x="321" y="436"/>
                  </a:lnTo>
                  <a:lnTo>
                    <a:pt x="321" y="434"/>
                  </a:lnTo>
                  <a:lnTo>
                    <a:pt x="321" y="434"/>
                  </a:lnTo>
                  <a:lnTo>
                    <a:pt x="324" y="429"/>
                  </a:lnTo>
                  <a:lnTo>
                    <a:pt x="324" y="429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6" y="426"/>
                  </a:lnTo>
                  <a:lnTo>
                    <a:pt x="326" y="426"/>
                  </a:lnTo>
                  <a:lnTo>
                    <a:pt x="329" y="429"/>
                  </a:lnTo>
                  <a:lnTo>
                    <a:pt x="329" y="431"/>
                  </a:lnTo>
                  <a:lnTo>
                    <a:pt x="326" y="431"/>
                  </a:lnTo>
                  <a:lnTo>
                    <a:pt x="326" y="431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9" y="445"/>
                  </a:lnTo>
                  <a:lnTo>
                    <a:pt x="329" y="448"/>
                  </a:lnTo>
                  <a:lnTo>
                    <a:pt x="329" y="448"/>
                  </a:lnTo>
                  <a:lnTo>
                    <a:pt x="329" y="450"/>
                  </a:lnTo>
                  <a:lnTo>
                    <a:pt x="329" y="450"/>
                  </a:lnTo>
                  <a:lnTo>
                    <a:pt x="331" y="452"/>
                  </a:lnTo>
                  <a:lnTo>
                    <a:pt x="333" y="452"/>
                  </a:lnTo>
                  <a:lnTo>
                    <a:pt x="340" y="457"/>
                  </a:lnTo>
                  <a:lnTo>
                    <a:pt x="343" y="460"/>
                  </a:lnTo>
                  <a:lnTo>
                    <a:pt x="340" y="464"/>
                  </a:lnTo>
                  <a:lnTo>
                    <a:pt x="340" y="464"/>
                  </a:lnTo>
                  <a:lnTo>
                    <a:pt x="340" y="464"/>
                  </a:lnTo>
                  <a:lnTo>
                    <a:pt x="340" y="467"/>
                  </a:lnTo>
                  <a:lnTo>
                    <a:pt x="343" y="467"/>
                  </a:lnTo>
                  <a:lnTo>
                    <a:pt x="340" y="467"/>
                  </a:lnTo>
                  <a:lnTo>
                    <a:pt x="340" y="469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6" y="467"/>
                  </a:lnTo>
                  <a:lnTo>
                    <a:pt x="336" y="467"/>
                  </a:lnTo>
                  <a:lnTo>
                    <a:pt x="336" y="464"/>
                  </a:lnTo>
                  <a:lnTo>
                    <a:pt x="336" y="462"/>
                  </a:lnTo>
                  <a:lnTo>
                    <a:pt x="336" y="457"/>
                  </a:lnTo>
                  <a:lnTo>
                    <a:pt x="333" y="460"/>
                  </a:lnTo>
                  <a:lnTo>
                    <a:pt x="331" y="457"/>
                  </a:lnTo>
                  <a:lnTo>
                    <a:pt x="329" y="455"/>
                  </a:lnTo>
                  <a:lnTo>
                    <a:pt x="329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7"/>
                  </a:lnTo>
                  <a:lnTo>
                    <a:pt x="324" y="460"/>
                  </a:lnTo>
                  <a:lnTo>
                    <a:pt x="321" y="462"/>
                  </a:lnTo>
                  <a:lnTo>
                    <a:pt x="319" y="462"/>
                  </a:lnTo>
                  <a:lnTo>
                    <a:pt x="319" y="462"/>
                  </a:lnTo>
                  <a:lnTo>
                    <a:pt x="317" y="460"/>
                  </a:lnTo>
                  <a:lnTo>
                    <a:pt x="319" y="464"/>
                  </a:lnTo>
                  <a:lnTo>
                    <a:pt x="324" y="469"/>
                  </a:lnTo>
                  <a:lnTo>
                    <a:pt x="331" y="471"/>
                  </a:lnTo>
                  <a:lnTo>
                    <a:pt x="340" y="471"/>
                  </a:lnTo>
                  <a:lnTo>
                    <a:pt x="343" y="474"/>
                  </a:lnTo>
                  <a:lnTo>
                    <a:pt x="345" y="474"/>
                  </a:lnTo>
                  <a:lnTo>
                    <a:pt x="347" y="476"/>
                  </a:lnTo>
                  <a:lnTo>
                    <a:pt x="347" y="476"/>
                  </a:lnTo>
                  <a:lnTo>
                    <a:pt x="350" y="474"/>
                  </a:lnTo>
                  <a:lnTo>
                    <a:pt x="350" y="474"/>
                  </a:lnTo>
                  <a:lnTo>
                    <a:pt x="350" y="471"/>
                  </a:lnTo>
                  <a:lnTo>
                    <a:pt x="352" y="471"/>
                  </a:lnTo>
                  <a:lnTo>
                    <a:pt x="352" y="471"/>
                  </a:lnTo>
                  <a:lnTo>
                    <a:pt x="355" y="471"/>
                  </a:lnTo>
                  <a:lnTo>
                    <a:pt x="357" y="474"/>
                  </a:lnTo>
                  <a:lnTo>
                    <a:pt x="355" y="474"/>
                  </a:lnTo>
                  <a:lnTo>
                    <a:pt x="355" y="474"/>
                  </a:lnTo>
                  <a:lnTo>
                    <a:pt x="355" y="476"/>
                  </a:lnTo>
                  <a:lnTo>
                    <a:pt x="355" y="476"/>
                  </a:lnTo>
                  <a:lnTo>
                    <a:pt x="357" y="476"/>
                  </a:lnTo>
                  <a:lnTo>
                    <a:pt x="359" y="476"/>
                  </a:lnTo>
                  <a:lnTo>
                    <a:pt x="364" y="476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71" y="479"/>
                  </a:lnTo>
                  <a:lnTo>
                    <a:pt x="373" y="479"/>
                  </a:lnTo>
                  <a:lnTo>
                    <a:pt x="373" y="476"/>
                  </a:lnTo>
                  <a:lnTo>
                    <a:pt x="371" y="474"/>
                  </a:lnTo>
                  <a:lnTo>
                    <a:pt x="373" y="476"/>
                  </a:lnTo>
                  <a:lnTo>
                    <a:pt x="376" y="476"/>
                  </a:lnTo>
                  <a:lnTo>
                    <a:pt x="378" y="476"/>
                  </a:lnTo>
                  <a:lnTo>
                    <a:pt x="381" y="476"/>
                  </a:lnTo>
                  <a:lnTo>
                    <a:pt x="381" y="479"/>
                  </a:lnTo>
                  <a:lnTo>
                    <a:pt x="381" y="479"/>
                  </a:lnTo>
                  <a:lnTo>
                    <a:pt x="378" y="481"/>
                  </a:lnTo>
                  <a:lnTo>
                    <a:pt x="376" y="481"/>
                  </a:lnTo>
                  <a:lnTo>
                    <a:pt x="378" y="481"/>
                  </a:lnTo>
                  <a:lnTo>
                    <a:pt x="383" y="483"/>
                  </a:lnTo>
                  <a:lnTo>
                    <a:pt x="383" y="483"/>
                  </a:lnTo>
                  <a:lnTo>
                    <a:pt x="383" y="481"/>
                  </a:lnTo>
                  <a:lnTo>
                    <a:pt x="385" y="481"/>
                  </a:lnTo>
                  <a:lnTo>
                    <a:pt x="388" y="481"/>
                  </a:lnTo>
                  <a:lnTo>
                    <a:pt x="388" y="481"/>
                  </a:lnTo>
                  <a:lnTo>
                    <a:pt x="388" y="481"/>
                  </a:lnTo>
                  <a:lnTo>
                    <a:pt x="390" y="481"/>
                  </a:lnTo>
                  <a:lnTo>
                    <a:pt x="390" y="481"/>
                  </a:lnTo>
                  <a:lnTo>
                    <a:pt x="390" y="479"/>
                  </a:lnTo>
                  <a:lnTo>
                    <a:pt x="390" y="479"/>
                  </a:lnTo>
                  <a:lnTo>
                    <a:pt x="390" y="476"/>
                  </a:lnTo>
                  <a:lnTo>
                    <a:pt x="390" y="476"/>
                  </a:lnTo>
                  <a:lnTo>
                    <a:pt x="392" y="476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395" y="479"/>
                  </a:lnTo>
                  <a:lnTo>
                    <a:pt x="395" y="476"/>
                  </a:lnTo>
                  <a:lnTo>
                    <a:pt x="395" y="471"/>
                  </a:lnTo>
                  <a:lnTo>
                    <a:pt x="395" y="471"/>
                  </a:lnTo>
                  <a:lnTo>
                    <a:pt x="395" y="471"/>
                  </a:lnTo>
                  <a:lnTo>
                    <a:pt x="395" y="467"/>
                  </a:lnTo>
                  <a:lnTo>
                    <a:pt x="395" y="467"/>
                  </a:lnTo>
                  <a:lnTo>
                    <a:pt x="395" y="464"/>
                  </a:lnTo>
                  <a:lnTo>
                    <a:pt x="397" y="467"/>
                  </a:lnTo>
                  <a:lnTo>
                    <a:pt x="397" y="467"/>
                  </a:lnTo>
                  <a:lnTo>
                    <a:pt x="400" y="469"/>
                  </a:lnTo>
                  <a:lnTo>
                    <a:pt x="400" y="467"/>
                  </a:lnTo>
                  <a:lnTo>
                    <a:pt x="397" y="464"/>
                  </a:lnTo>
                  <a:lnTo>
                    <a:pt x="400" y="464"/>
                  </a:lnTo>
                  <a:lnTo>
                    <a:pt x="400" y="462"/>
                  </a:lnTo>
                  <a:lnTo>
                    <a:pt x="400" y="460"/>
                  </a:lnTo>
                  <a:lnTo>
                    <a:pt x="397" y="460"/>
                  </a:lnTo>
                  <a:lnTo>
                    <a:pt x="397" y="460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400" y="457"/>
                  </a:lnTo>
                  <a:lnTo>
                    <a:pt x="400" y="457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2" y="455"/>
                  </a:lnTo>
                  <a:lnTo>
                    <a:pt x="402" y="457"/>
                  </a:lnTo>
                  <a:lnTo>
                    <a:pt x="400" y="457"/>
                  </a:lnTo>
                  <a:lnTo>
                    <a:pt x="402" y="457"/>
                  </a:lnTo>
                  <a:lnTo>
                    <a:pt x="404" y="460"/>
                  </a:lnTo>
                  <a:lnTo>
                    <a:pt x="407" y="457"/>
                  </a:lnTo>
                  <a:lnTo>
                    <a:pt x="407" y="457"/>
                  </a:lnTo>
                  <a:lnTo>
                    <a:pt x="409" y="457"/>
                  </a:lnTo>
                  <a:lnTo>
                    <a:pt x="411" y="457"/>
                  </a:lnTo>
                  <a:lnTo>
                    <a:pt x="411" y="455"/>
                  </a:lnTo>
                  <a:lnTo>
                    <a:pt x="414" y="452"/>
                  </a:lnTo>
                  <a:lnTo>
                    <a:pt x="414" y="452"/>
                  </a:lnTo>
                  <a:lnTo>
                    <a:pt x="414" y="450"/>
                  </a:lnTo>
                  <a:lnTo>
                    <a:pt x="414" y="450"/>
                  </a:lnTo>
                  <a:lnTo>
                    <a:pt x="416" y="450"/>
                  </a:lnTo>
                  <a:lnTo>
                    <a:pt x="416" y="450"/>
                  </a:lnTo>
                  <a:lnTo>
                    <a:pt x="416" y="452"/>
                  </a:lnTo>
                  <a:lnTo>
                    <a:pt x="418" y="455"/>
                  </a:lnTo>
                  <a:lnTo>
                    <a:pt x="421" y="457"/>
                  </a:lnTo>
                  <a:lnTo>
                    <a:pt x="421" y="464"/>
                  </a:lnTo>
                  <a:lnTo>
                    <a:pt x="423" y="460"/>
                  </a:lnTo>
                  <a:lnTo>
                    <a:pt x="423" y="457"/>
                  </a:lnTo>
                  <a:lnTo>
                    <a:pt x="423" y="457"/>
                  </a:lnTo>
                  <a:lnTo>
                    <a:pt x="423" y="455"/>
                  </a:lnTo>
                  <a:lnTo>
                    <a:pt x="426" y="455"/>
                  </a:lnTo>
                  <a:lnTo>
                    <a:pt x="426" y="455"/>
                  </a:lnTo>
                  <a:lnTo>
                    <a:pt x="426" y="455"/>
                  </a:lnTo>
                  <a:lnTo>
                    <a:pt x="426" y="457"/>
                  </a:lnTo>
                  <a:lnTo>
                    <a:pt x="430" y="460"/>
                  </a:lnTo>
                  <a:lnTo>
                    <a:pt x="433" y="462"/>
                  </a:lnTo>
                  <a:lnTo>
                    <a:pt x="433" y="464"/>
                  </a:lnTo>
                  <a:lnTo>
                    <a:pt x="433" y="462"/>
                  </a:lnTo>
                  <a:lnTo>
                    <a:pt x="433" y="460"/>
                  </a:lnTo>
                  <a:lnTo>
                    <a:pt x="433" y="460"/>
                  </a:lnTo>
                  <a:lnTo>
                    <a:pt x="435" y="460"/>
                  </a:lnTo>
                  <a:lnTo>
                    <a:pt x="435" y="460"/>
                  </a:lnTo>
                  <a:lnTo>
                    <a:pt x="435" y="462"/>
                  </a:lnTo>
                  <a:lnTo>
                    <a:pt x="435" y="462"/>
                  </a:lnTo>
                  <a:lnTo>
                    <a:pt x="435" y="464"/>
                  </a:lnTo>
                  <a:lnTo>
                    <a:pt x="435" y="467"/>
                  </a:lnTo>
                  <a:lnTo>
                    <a:pt x="435" y="467"/>
                  </a:lnTo>
                  <a:lnTo>
                    <a:pt x="435" y="469"/>
                  </a:lnTo>
                  <a:lnTo>
                    <a:pt x="435" y="469"/>
                  </a:lnTo>
                  <a:lnTo>
                    <a:pt x="435" y="471"/>
                  </a:lnTo>
                  <a:lnTo>
                    <a:pt x="435" y="471"/>
                  </a:lnTo>
                  <a:lnTo>
                    <a:pt x="437" y="474"/>
                  </a:lnTo>
                  <a:lnTo>
                    <a:pt x="437" y="476"/>
                  </a:lnTo>
                  <a:lnTo>
                    <a:pt x="440" y="476"/>
                  </a:lnTo>
                  <a:lnTo>
                    <a:pt x="440" y="479"/>
                  </a:lnTo>
                  <a:lnTo>
                    <a:pt x="440" y="481"/>
                  </a:lnTo>
                  <a:lnTo>
                    <a:pt x="437" y="481"/>
                  </a:lnTo>
                  <a:lnTo>
                    <a:pt x="440" y="481"/>
                  </a:lnTo>
                  <a:lnTo>
                    <a:pt x="442" y="479"/>
                  </a:lnTo>
                  <a:lnTo>
                    <a:pt x="449" y="476"/>
                  </a:lnTo>
                  <a:lnTo>
                    <a:pt x="449" y="474"/>
                  </a:lnTo>
                  <a:lnTo>
                    <a:pt x="452" y="474"/>
                  </a:lnTo>
                  <a:lnTo>
                    <a:pt x="454" y="471"/>
                  </a:lnTo>
                  <a:lnTo>
                    <a:pt x="454" y="469"/>
                  </a:lnTo>
                  <a:lnTo>
                    <a:pt x="456" y="469"/>
                  </a:lnTo>
                  <a:lnTo>
                    <a:pt x="456" y="464"/>
                  </a:lnTo>
                  <a:lnTo>
                    <a:pt x="459" y="462"/>
                  </a:lnTo>
                  <a:lnTo>
                    <a:pt x="454" y="462"/>
                  </a:lnTo>
                  <a:lnTo>
                    <a:pt x="452" y="460"/>
                  </a:lnTo>
                  <a:lnTo>
                    <a:pt x="452" y="455"/>
                  </a:lnTo>
                  <a:lnTo>
                    <a:pt x="456" y="455"/>
                  </a:lnTo>
                  <a:lnTo>
                    <a:pt x="454" y="452"/>
                  </a:lnTo>
                  <a:lnTo>
                    <a:pt x="454" y="452"/>
                  </a:lnTo>
                  <a:lnTo>
                    <a:pt x="456" y="452"/>
                  </a:lnTo>
                  <a:lnTo>
                    <a:pt x="459" y="455"/>
                  </a:lnTo>
                  <a:lnTo>
                    <a:pt x="461" y="452"/>
                  </a:lnTo>
                  <a:lnTo>
                    <a:pt x="461" y="452"/>
                  </a:lnTo>
                  <a:lnTo>
                    <a:pt x="459" y="450"/>
                  </a:lnTo>
                  <a:lnTo>
                    <a:pt x="456" y="450"/>
                  </a:lnTo>
                  <a:lnTo>
                    <a:pt x="456" y="448"/>
                  </a:lnTo>
                  <a:lnTo>
                    <a:pt x="456" y="445"/>
                  </a:lnTo>
                  <a:lnTo>
                    <a:pt x="456" y="445"/>
                  </a:lnTo>
                  <a:lnTo>
                    <a:pt x="456" y="445"/>
                  </a:lnTo>
                  <a:lnTo>
                    <a:pt x="459" y="448"/>
                  </a:lnTo>
                  <a:lnTo>
                    <a:pt x="459" y="448"/>
                  </a:lnTo>
                  <a:lnTo>
                    <a:pt x="459" y="445"/>
                  </a:lnTo>
                  <a:lnTo>
                    <a:pt x="459" y="443"/>
                  </a:lnTo>
                  <a:lnTo>
                    <a:pt x="456" y="443"/>
                  </a:lnTo>
                  <a:lnTo>
                    <a:pt x="456" y="443"/>
                  </a:lnTo>
                  <a:lnTo>
                    <a:pt x="456" y="441"/>
                  </a:lnTo>
                  <a:lnTo>
                    <a:pt x="456" y="441"/>
                  </a:lnTo>
                  <a:lnTo>
                    <a:pt x="456" y="438"/>
                  </a:lnTo>
                  <a:lnTo>
                    <a:pt x="456" y="438"/>
                  </a:lnTo>
                  <a:lnTo>
                    <a:pt x="459" y="436"/>
                  </a:lnTo>
                  <a:lnTo>
                    <a:pt x="456" y="434"/>
                  </a:lnTo>
                  <a:lnTo>
                    <a:pt x="454" y="434"/>
                  </a:lnTo>
                  <a:lnTo>
                    <a:pt x="452" y="434"/>
                  </a:lnTo>
                  <a:lnTo>
                    <a:pt x="447" y="434"/>
                  </a:lnTo>
                  <a:lnTo>
                    <a:pt x="447" y="434"/>
                  </a:lnTo>
                  <a:lnTo>
                    <a:pt x="444" y="431"/>
                  </a:lnTo>
                  <a:lnTo>
                    <a:pt x="440" y="429"/>
                  </a:lnTo>
                  <a:lnTo>
                    <a:pt x="440" y="426"/>
                  </a:lnTo>
                  <a:lnTo>
                    <a:pt x="437" y="429"/>
                  </a:lnTo>
                  <a:lnTo>
                    <a:pt x="437" y="429"/>
                  </a:lnTo>
                  <a:lnTo>
                    <a:pt x="437" y="429"/>
                  </a:lnTo>
                  <a:lnTo>
                    <a:pt x="437" y="426"/>
                  </a:lnTo>
                  <a:lnTo>
                    <a:pt x="437" y="426"/>
                  </a:lnTo>
                  <a:lnTo>
                    <a:pt x="440" y="426"/>
                  </a:lnTo>
                  <a:lnTo>
                    <a:pt x="440" y="426"/>
                  </a:lnTo>
                  <a:lnTo>
                    <a:pt x="440" y="424"/>
                  </a:lnTo>
                  <a:lnTo>
                    <a:pt x="440" y="424"/>
                  </a:lnTo>
                  <a:lnTo>
                    <a:pt x="437" y="424"/>
                  </a:lnTo>
                  <a:lnTo>
                    <a:pt x="437" y="424"/>
                  </a:lnTo>
                  <a:lnTo>
                    <a:pt x="440" y="422"/>
                  </a:lnTo>
                  <a:lnTo>
                    <a:pt x="440" y="419"/>
                  </a:lnTo>
                  <a:lnTo>
                    <a:pt x="442" y="422"/>
                  </a:lnTo>
                  <a:lnTo>
                    <a:pt x="444" y="424"/>
                  </a:lnTo>
                  <a:lnTo>
                    <a:pt x="447" y="426"/>
                  </a:lnTo>
                  <a:lnTo>
                    <a:pt x="447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7" y="422"/>
                  </a:lnTo>
                  <a:lnTo>
                    <a:pt x="449" y="424"/>
                  </a:lnTo>
                  <a:lnTo>
                    <a:pt x="452" y="424"/>
                  </a:lnTo>
                  <a:lnTo>
                    <a:pt x="463" y="431"/>
                  </a:lnTo>
                  <a:lnTo>
                    <a:pt x="468" y="431"/>
                  </a:lnTo>
                  <a:lnTo>
                    <a:pt x="470" y="429"/>
                  </a:lnTo>
                  <a:lnTo>
                    <a:pt x="475" y="434"/>
                  </a:lnTo>
                  <a:lnTo>
                    <a:pt x="475" y="434"/>
                  </a:lnTo>
                  <a:lnTo>
                    <a:pt x="478" y="431"/>
                  </a:lnTo>
                  <a:lnTo>
                    <a:pt x="478" y="429"/>
                  </a:lnTo>
                  <a:lnTo>
                    <a:pt x="478" y="429"/>
                  </a:lnTo>
                  <a:lnTo>
                    <a:pt x="478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5" y="436"/>
                  </a:lnTo>
                  <a:lnTo>
                    <a:pt x="485" y="436"/>
                  </a:lnTo>
                  <a:lnTo>
                    <a:pt x="487" y="436"/>
                  </a:lnTo>
                  <a:lnTo>
                    <a:pt x="485" y="438"/>
                  </a:lnTo>
                  <a:lnTo>
                    <a:pt x="485" y="438"/>
                  </a:lnTo>
                  <a:lnTo>
                    <a:pt x="485" y="438"/>
                  </a:lnTo>
                  <a:lnTo>
                    <a:pt x="485" y="441"/>
                  </a:lnTo>
                  <a:lnTo>
                    <a:pt x="487" y="441"/>
                  </a:lnTo>
                  <a:lnTo>
                    <a:pt x="487" y="438"/>
                  </a:lnTo>
                  <a:lnTo>
                    <a:pt x="487" y="438"/>
                  </a:lnTo>
                  <a:lnTo>
                    <a:pt x="487" y="438"/>
                  </a:lnTo>
                  <a:lnTo>
                    <a:pt x="487" y="441"/>
                  </a:lnTo>
                  <a:lnTo>
                    <a:pt x="489" y="441"/>
                  </a:lnTo>
                  <a:lnTo>
                    <a:pt x="489" y="443"/>
                  </a:lnTo>
                  <a:lnTo>
                    <a:pt x="487" y="445"/>
                  </a:lnTo>
                  <a:lnTo>
                    <a:pt x="487" y="445"/>
                  </a:lnTo>
                  <a:lnTo>
                    <a:pt x="485" y="448"/>
                  </a:lnTo>
                  <a:lnTo>
                    <a:pt x="482" y="448"/>
                  </a:lnTo>
                  <a:lnTo>
                    <a:pt x="496" y="448"/>
                  </a:lnTo>
                  <a:lnTo>
                    <a:pt x="496" y="448"/>
                  </a:lnTo>
                  <a:lnTo>
                    <a:pt x="501" y="445"/>
                  </a:lnTo>
                  <a:lnTo>
                    <a:pt x="501" y="443"/>
                  </a:lnTo>
                  <a:lnTo>
                    <a:pt x="504" y="445"/>
                  </a:lnTo>
                  <a:lnTo>
                    <a:pt x="504" y="445"/>
                  </a:lnTo>
                  <a:lnTo>
                    <a:pt x="501" y="450"/>
                  </a:lnTo>
                  <a:lnTo>
                    <a:pt x="504" y="450"/>
                  </a:lnTo>
                  <a:lnTo>
                    <a:pt x="504" y="452"/>
                  </a:lnTo>
                  <a:lnTo>
                    <a:pt x="506" y="455"/>
                  </a:lnTo>
                  <a:lnTo>
                    <a:pt x="508" y="455"/>
                  </a:lnTo>
                  <a:lnTo>
                    <a:pt x="511" y="455"/>
                  </a:lnTo>
                  <a:lnTo>
                    <a:pt x="518" y="455"/>
                  </a:lnTo>
                  <a:lnTo>
                    <a:pt x="515" y="452"/>
                  </a:lnTo>
                  <a:lnTo>
                    <a:pt x="518" y="452"/>
                  </a:lnTo>
                  <a:lnTo>
                    <a:pt x="520" y="452"/>
                  </a:lnTo>
                  <a:lnTo>
                    <a:pt x="523" y="452"/>
                  </a:lnTo>
                  <a:lnTo>
                    <a:pt x="520" y="455"/>
                  </a:lnTo>
                  <a:lnTo>
                    <a:pt x="520" y="455"/>
                  </a:lnTo>
                  <a:lnTo>
                    <a:pt x="527" y="464"/>
                  </a:lnTo>
                  <a:lnTo>
                    <a:pt x="530" y="464"/>
                  </a:lnTo>
                  <a:lnTo>
                    <a:pt x="530" y="467"/>
                  </a:lnTo>
                  <a:lnTo>
                    <a:pt x="530" y="467"/>
                  </a:lnTo>
                  <a:lnTo>
                    <a:pt x="530" y="469"/>
                  </a:lnTo>
                  <a:lnTo>
                    <a:pt x="530" y="471"/>
                  </a:lnTo>
                  <a:lnTo>
                    <a:pt x="532" y="471"/>
                  </a:lnTo>
                  <a:lnTo>
                    <a:pt x="534" y="471"/>
                  </a:lnTo>
                  <a:lnTo>
                    <a:pt x="537" y="469"/>
                  </a:lnTo>
                  <a:lnTo>
                    <a:pt x="537" y="469"/>
                  </a:lnTo>
                  <a:lnTo>
                    <a:pt x="537" y="467"/>
                  </a:lnTo>
                  <a:lnTo>
                    <a:pt x="537" y="464"/>
                  </a:lnTo>
                  <a:lnTo>
                    <a:pt x="537" y="462"/>
                  </a:lnTo>
                  <a:lnTo>
                    <a:pt x="537" y="462"/>
                  </a:lnTo>
                  <a:lnTo>
                    <a:pt x="537" y="460"/>
                  </a:lnTo>
                  <a:lnTo>
                    <a:pt x="539" y="460"/>
                  </a:lnTo>
                  <a:lnTo>
                    <a:pt x="539" y="462"/>
                  </a:lnTo>
                  <a:lnTo>
                    <a:pt x="539" y="464"/>
                  </a:lnTo>
                  <a:lnTo>
                    <a:pt x="539" y="467"/>
                  </a:lnTo>
                  <a:lnTo>
                    <a:pt x="539" y="467"/>
                  </a:lnTo>
                  <a:lnTo>
                    <a:pt x="541" y="467"/>
                  </a:lnTo>
                  <a:lnTo>
                    <a:pt x="541" y="464"/>
                  </a:lnTo>
                  <a:lnTo>
                    <a:pt x="541" y="464"/>
                  </a:lnTo>
                  <a:lnTo>
                    <a:pt x="541" y="462"/>
                  </a:lnTo>
                  <a:lnTo>
                    <a:pt x="544" y="462"/>
                  </a:lnTo>
                  <a:lnTo>
                    <a:pt x="544" y="464"/>
                  </a:lnTo>
                  <a:lnTo>
                    <a:pt x="541" y="467"/>
                  </a:lnTo>
                  <a:lnTo>
                    <a:pt x="541" y="469"/>
                  </a:lnTo>
                  <a:lnTo>
                    <a:pt x="539" y="474"/>
                  </a:lnTo>
                  <a:lnTo>
                    <a:pt x="539" y="474"/>
                  </a:lnTo>
                  <a:lnTo>
                    <a:pt x="537" y="474"/>
                  </a:lnTo>
                  <a:lnTo>
                    <a:pt x="537" y="476"/>
                  </a:lnTo>
                  <a:lnTo>
                    <a:pt x="537" y="476"/>
                  </a:lnTo>
                  <a:lnTo>
                    <a:pt x="537" y="479"/>
                  </a:lnTo>
                  <a:lnTo>
                    <a:pt x="537" y="479"/>
                  </a:lnTo>
                  <a:lnTo>
                    <a:pt x="537" y="481"/>
                  </a:lnTo>
                  <a:lnTo>
                    <a:pt x="534" y="483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0" y="488"/>
                  </a:lnTo>
                  <a:lnTo>
                    <a:pt x="530" y="488"/>
                  </a:lnTo>
                  <a:lnTo>
                    <a:pt x="530" y="493"/>
                  </a:lnTo>
                  <a:lnTo>
                    <a:pt x="532" y="493"/>
                  </a:lnTo>
                  <a:lnTo>
                    <a:pt x="534" y="490"/>
                  </a:lnTo>
                  <a:lnTo>
                    <a:pt x="539" y="481"/>
                  </a:lnTo>
                  <a:lnTo>
                    <a:pt x="539" y="481"/>
                  </a:lnTo>
                  <a:lnTo>
                    <a:pt x="539" y="479"/>
                  </a:lnTo>
                  <a:lnTo>
                    <a:pt x="539" y="476"/>
                  </a:lnTo>
                  <a:lnTo>
                    <a:pt x="541" y="476"/>
                  </a:lnTo>
                  <a:lnTo>
                    <a:pt x="544" y="474"/>
                  </a:lnTo>
                  <a:lnTo>
                    <a:pt x="546" y="474"/>
                  </a:lnTo>
                  <a:lnTo>
                    <a:pt x="546" y="474"/>
                  </a:lnTo>
                  <a:lnTo>
                    <a:pt x="546" y="471"/>
                  </a:lnTo>
                  <a:lnTo>
                    <a:pt x="546" y="471"/>
                  </a:lnTo>
                  <a:lnTo>
                    <a:pt x="546" y="469"/>
                  </a:lnTo>
                  <a:lnTo>
                    <a:pt x="546" y="469"/>
                  </a:lnTo>
                  <a:lnTo>
                    <a:pt x="546" y="469"/>
                  </a:lnTo>
                  <a:lnTo>
                    <a:pt x="549" y="469"/>
                  </a:lnTo>
                  <a:lnTo>
                    <a:pt x="549" y="471"/>
                  </a:lnTo>
                  <a:lnTo>
                    <a:pt x="553" y="474"/>
                  </a:lnTo>
                  <a:lnTo>
                    <a:pt x="553" y="476"/>
                  </a:lnTo>
                  <a:lnTo>
                    <a:pt x="553" y="479"/>
                  </a:lnTo>
                  <a:lnTo>
                    <a:pt x="558" y="481"/>
                  </a:lnTo>
                  <a:lnTo>
                    <a:pt x="558" y="481"/>
                  </a:lnTo>
                  <a:lnTo>
                    <a:pt x="560" y="481"/>
                  </a:lnTo>
                  <a:lnTo>
                    <a:pt x="558" y="476"/>
                  </a:lnTo>
                  <a:lnTo>
                    <a:pt x="558" y="474"/>
                  </a:lnTo>
                  <a:lnTo>
                    <a:pt x="560" y="471"/>
                  </a:lnTo>
                  <a:lnTo>
                    <a:pt x="560" y="469"/>
                  </a:lnTo>
                  <a:lnTo>
                    <a:pt x="563" y="469"/>
                  </a:lnTo>
                  <a:lnTo>
                    <a:pt x="563" y="469"/>
                  </a:lnTo>
                  <a:lnTo>
                    <a:pt x="563" y="469"/>
                  </a:lnTo>
                  <a:lnTo>
                    <a:pt x="565" y="471"/>
                  </a:lnTo>
                  <a:lnTo>
                    <a:pt x="565" y="469"/>
                  </a:lnTo>
                  <a:lnTo>
                    <a:pt x="563" y="467"/>
                  </a:lnTo>
                  <a:lnTo>
                    <a:pt x="563" y="467"/>
                  </a:lnTo>
                  <a:lnTo>
                    <a:pt x="563" y="464"/>
                  </a:lnTo>
                  <a:lnTo>
                    <a:pt x="565" y="464"/>
                  </a:lnTo>
                  <a:lnTo>
                    <a:pt x="565" y="467"/>
                  </a:lnTo>
                  <a:lnTo>
                    <a:pt x="565" y="467"/>
                  </a:lnTo>
                  <a:lnTo>
                    <a:pt x="567" y="469"/>
                  </a:lnTo>
                  <a:lnTo>
                    <a:pt x="567" y="467"/>
                  </a:lnTo>
                  <a:lnTo>
                    <a:pt x="570" y="462"/>
                  </a:lnTo>
                  <a:lnTo>
                    <a:pt x="563" y="462"/>
                  </a:lnTo>
                  <a:lnTo>
                    <a:pt x="563" y="462"/>
                  </a:lnTo>
                  <a:lnTo>
                    <a:pt x="563" y="460"/>
                  </a:lnTo>
                  <a:lnTo>
                    <a:pt x="563" y="460"/>
                  </a:lnTo>
                  <a:lnTo>
                    <a:pt x="565" y="457"/>
                  </a:lnTo>
                  <a:lnTo>
                    <a:pt x="567" y="457"/>
                  </a:lnTo>
                  <a:lnTo>
                    <a:pt x="567" y="457"/>
                  </a:lnTo>
                  <a:lnTo>
                    <a:pt x="567" y="457"/>
                  </a:lnTo>
                  <a:close/>
                  <a:moveTo>
                    <a:pt x="518" y="389"/>
                  </a:moveTo>
                  <a:lnTo>
                    <a:pt x="518" y="386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3" y="384"/>
                  </a:lnTo>
                  <a:lnTo>
                    <a:pt x="511" y="386"/>
                  </a:lnTo>
                  <a:lnTo>
                    <a:pt x="511" y="389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8" y="391"/>
                  </a:lnTo>
                  <a:lnTo>
                    <a:pt x="518" y="391"/>
                  </a:lnTo>
                  <a:lnTo>
                    <a:pt x="520" y="391"/>
                  </a:lnTo>
                  <a:lnTo>
                    <a:pt x="518" y="391"/>
                  </a:lnTo>
                  <a:lnTo>
                    <a:pt x="518" y="389"/>
                  </a:lnTo>
                  <a:close/>
                  <a:moveTo>
                    <a:pt x="575" y="393"/>
                  </a:moveTo>
                  <a:lnTo>
                    <a:pt x="577" y="389"/>
                  </a:lnTo>
                  <a:lnTo>
                    <a:pt x="579" y="386"/>
                  </a:lnTo>
                  <a:lnTo>
                    <a:pt x="572" y="396"/>
                  </a:lnTo>
                  <a:lnTo>
                    <a:pt x="575" y="393"/>
                  </a:lnTo>
                  <a:close/>
                  <a:moveTo>
                    <a:pt x="475" y="448"/>
                  </a:moveTo>
                  <a:lnTo>
                    <a:pt x="475" y="448"/>
                  </a:lnTo>
                  <a:lnTo>
                    <a:pt x="475" y="448"/>
                  </a:lnTo>
                  <a:lnTo>
                    <a:pt x="475" y="448"/>
                  </a:lnTo>
                  <a:lnTo>
                    <a:pt x="473" y="448"/>
                  </a:lnTo>
                  <a:lnTo>
                    <a:pt x="473" y="448"/>
                  </a:lnTo>
                  <a:lnTo>
                    <a:pt x="473" y="448"/>
                  </a:lnTo>
                  <a:lnTo>
                    <a:pt x="473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8" y="448"/>
                  </a:lnTo>
                  <a:lnTo>
                    <a:pt x="478" y="448"/>
                  </a:lnTo>
                  <a:lnTo>
                    <a:pt x="475" y="448"/>
                  </a:lnTo>
                  <a:lnTo>
                    <a:pt x="475" y="448"/>
                  </a:lnTo>
                  <a:close/>
                  <a:moveTo>
                    <a:pt x="582" y="355"/>
                  </a:moveTo>
                  <a:lnTo>
                    <a:pt x="579" y="353"/>
                  </a:lnTo>
                  <a:lnTo>
                    <a:pt x="579" y="351"/>
                  </a:lnTo>
                  <a:lnTo>
                    <a:pt x="577" y="348"/>
                  </a:lnTo>
                  <a:lnTo>
                    <a:pt x="575" y="346"/>
                  </a:lnTo>
                  <a:lnTo>
                    <a:pt x="577" y="348"/>
                  </a:lnTo>
                  <a:lnTo>
                    <a:pt x="579" y="348"/>
                  </a:lnTo>
                  <a:lnTo>
                    <a:pt x="579" y="353"/>
                  </a:lnTo>
                  <a:lnTo>
                    <a:pt x="579" y="355"/>
                  </a:lnTo>
                  <a:lnTo>
                    <a:pt x="579" y="355"/>
                  </a:lnTo>
                  <a:lnTo>
                    <a:pt x="582" y="358"/>
                  </a:lnTo>
                  <a:lnTo>
                    <a:pt x="582" y="360"/>
                  </a:lnTo>
                  <a:lnTo>
                    <a:pt x="582" y="363"/>
                  </a:lnTo>
                  <a:lnTo>
                    <a:pt x="582" y="365"/>
                  </a:lnTo>
                  <a:lnTo>
                    <a:pt x="584" y="370"/>
                  </a:lnTo>
                  <a:lnTo>
                    <a:pt x="582" y="372"/>
                  </a:lnTo>
                  <a:lnTo>
                    <a:pt x="579" y="379"/>
                  </a:lnTo>
                  <a:lnTo>
                    <a:pt x="579" y="379"/>
                  </a:lnTo>
                  <a:lnTo>
                    <a:pt x="582" y="381"/>
                  </a:lnTo>
                  <a:lnTo>
                    <a:pt x="582" y="381"/>
                  </a:lnTo>
                  <a:lnTo>
                    <a:pt x="582" y="381"/>
                  </a:lnTo>
                  <a:lnTo>
                    <a:pt x="584" y="377"/>
                  </a:lnTo>
                  <a:lnTo>
                    <a:pt x="584" y="374"/>
                  </a:lnTo>
                  <a:lnTo>
                    <a:pt x="584" y="363"/>
                  </a:lnTo>
                  <a:lnTo>
                    <a:pt x="582" y="355"/>
                  </a:lnTo>
                  <a:close/>
                  <a:moveTo>
                    <a:pt x="428" y="476"/>
                  </a:moveTo>
                  <a:lnTo>
                    <a:pt x="426" y="476"/>
                  </a:lnTo>
                  <a:lnTo>
                    <a:pt x="426" y="476"/>
                  </a:lnTo>
                  <a:lnTo>
                    <a:pt x="426" y="476"/>
                  </a:lnTo>
                  <a:lnTo>
                    <a:pt x="426" y="479"/>
                  </a:lnTo>
                  <a:lnTo>
                    <a:pt x="426" y="479"/>
                  </a:lnTo>
                  <a:lnTo>
                    <a:pt x="423" y="479"/>
                  </a:lnTo>
                  <a:lnTo>
                    <a:pt x="421" y="481"/>
                  </a:lnTo>
                  <a:lnTo>
                    <a:pt x="421" y="481"/>
                  </a:lnTo>
                  <a:lnTo>
                    <a:pt x="421" y="481"/>
                  </a:lnTo>
                  <a:lnTo>
                    <a:pt x="428" y="479"/>
                  </a:lnTo>
                  <a:lnTo>
                    <a:pt x="428" y="479"/>
                  </a:lnTo>
                  <a:lnTo>
                    <a:pt x="428" y="476"/>
                  </a:lnTo>
                  <a:close/>
                  <a:moveTo>
                    <a:pt x="468" y="455"/>
                  </a:moveTo>
                  <a:lnTo>
                    <a:pt x="466" y="455"/>
                  </a:lnTo>
                  <a:lnTo>
                    <a:pt x="466" y="457"/>
                  </a:lnTo>
                  <a:lnTo>
                    <a:pt x="463" y="460"/>
                  </a:lnTo>
                  <a:lnTo>
                    <a:pt x="461" y="460"/>
                  </a:lnTo>
                  <a:lnTo>
                    <a:pt x="461" y="462"/>
                  </a:lnTo>
                  <a:lnTo>
                    <a:pt x="461" y="462"/>
                  </a:lnTo>
                  <a:lnTo>
                    <a:pt x="461" y="462"/>
                  </a:lnTo>
                  <a:lnTo>
                    <a:pt x="466" y="460"/>
                  </a:lnTo>
                  <a:lnTo>
                    <a:pt x="468" y="457"/>
                  </a:lnTo>
                  <a:lnTo>
                    <a:pt x="468" y="457"/>
                  </a:lnTo>
                  <a:lnTo>
                    <a:pt x="468" y="455"/>
                  </a:lnTo>
                  <a:close/>
                  <a:moveTo>
                    <a:pt x="470" y="452"/>
                  </a:moveTo>
                  <a:lnTo>
                    <a:pt x="470" y="452"/>
                  </a:lnTo>
                  <a:lnTo>
                    <a:pt x="470" y="455"/>
                  </a:lnTo>
                  <a:lnTo>
                    <a:pt x="470" y="455"/>
                  </a:lnTo>
                  <a:lnTo>
                    <a:pt x="473" y="452"/>
                  </a:lnTo>
                  <a:lnTo>
                    <a:pt x="473" y="452"/>
                  </a:lnTo>
                  <a:lnTo>
                    <a:pt x="470" y="452"/>
                  </a:lnTo>
                  <a:lnTo>
                    <a:pt x="470" y="452"/>
                  </a:lnTo>
                  <a:close/>
                  <a:moveTo>
                    <a:pt x="433" y="481"/>
                  </a:moveTo>
                  <a:lnTo>
                    <a:pt x="433" y="481"/>
                  </a:lnTo>
                  <a:lnTo>
                    <a:pt x="430" y="483"/>
                  </a:lnTo>
                  <a:lnTo>
                    <a:pt x="430" y="483"/>
                  </a:lnTo>
                  <a:lnTo>
                    <a:pt x="428" y="486"/>
                  </a:lnTo>
                  <a:lnTo>
                    <a:pt x="435" y="483"/>
                  </a:lnTo>
                  <a:lnTo>
                    <a:pt x="435" y="481"/>
                  </a:lnTo>
                  <a:lnTo>
                    <a:pt x="433" y="481"/>
                  </a:lnTo>
                  <a:close/>
                  <a:moveTo>
                    <a:pt x="454" y="431"/>
                  </a:moveTo>
                  <a:lnTo>
                    <a:pt x="454" y="431"/>
                  </a:lnTo>
                  <a:lnTo>
                    <a:pt x="454" y="434"/>
                  </a:lnTo>
                  <a:lnTo>
                    <a:pt x="456" y="434"/>
                  </a:lnTo>
                  <a:lnTo>
                    <a:pt x="456" y="434"/>
                  </a:lnTo>
                  <a:lnTo>
                    <a:pt x="456" y="431"/>
                  </a:lnTo>
                  <a:lnTo>
                    <a:pt x="456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1"/>
                  </a:lnTo>
                  <a:lnTo>
                    <a:pt x="461" y="431"/>
                  </a:lnTo>
                  <a:lnTo>
                    <a:pt x="461" y="431"/>
                  </a:lnTo>
                  <a:lnTo>
                    <a:pt x="461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59" y="431"/>
                  </a:lnTo>
                  <a:lnTo>
                    <a:pt x="456" y="431"/>
                  </a:lnTo>
                  <a:lnTo>
                    <a:pt x="459" y="431"/>
                  </a:lnTo>
                  <a:lnTo>
                    <a:pt x="459" y="431"/>
                  </a:lnTo>
                  <a:lnTo>
                    <a:pt x="459" y="429"/>
                  </a:lnTo>
                  <a:lnTo>
                    <a:pt x="456" y="429"/>
                  </a:lnTo>
                  <a:lnTo>
                    <a:pt x="456" y="429"/>
                  </a:lnTo>
                  <a:lnTo>
                    <a:pt x="454" y="429"/>
                  </a:lnTo>
                  <a:lnTo>
                    <a:pt x="454" y="429"/>
                  </a:lnTo>
                  <a:lnTo>
                    <a:pt x="454" y="426"/>
                  </a:lnTo>
                  <a:lnTo>
                    <a:pt x="452" y="426"/>
                  </a:lnTo>
                  <a:lnTo>
                    <a:pt x="449" y="426"/>
                  </a:lnTo>
                  <a:lnTo>
                    <a:pt x="449" y="426"/>
                  </a:lnTo>
                  <a:lnTo>
                    <a:pt x="447" y="426"/>
                  </a:lnTo>
                  <a:lnTo>
                    <a:pt x="447" y="429"/>
                  </a:lnTo>
                  <a:lnTo>
                    <a:pt x="447" y="429"/>
                  </a:lnTo>
                  <a:lnTo>
                    <a:pt x="449" y="431"/>
                  </a:lnTo>
                  <a:lnTo>
                    <a:pt x="452" y="431"/>
                  </a:lnTo>
                  <a:lnTo>
                    <a:pt x="452" y="431"/>
                  </a:lnTo>
                  <a:lnTo>
                    <a:pt x="454" y="431"/>
                  </a:lnTo>
                  <a:lnTo>
                    <a:pt x="454" y="431"/>
                  </a:lnTo>
                  <a:lnTo>
                    <a:pt x="454" y="431"/>
                  </a:lnTo>
                  <a:lnTo>
                    <a:pt x="454" y="431"/>
                  </a:lnTo>
                  <a:close/>
                  <a:moveTo>
                    <a:pt x="577" y="372"/>
                  </a:moveTo>
                  <a:lnTo>
                    <a:pt x="579" y="372"/>
                  </a:lnTo>
                  <a:lnTo>
                    <a:pt x="579" y="372"/>
                  </a:lnTo>
                  <a:lnTo>
                    <a:pt x="577" y="372"/>
                  </a:lnTo>
                  <a:close/>
                  <a:moveTo>
                    <a:pt x="575" y="370"/>
                  </a:moveTo>
                  <a:lnTo>
                    <a:pt x="575" y="370"/>
                  </a:lnTo>
                  <a:lnTo>
                    <a:pt x="572" y="370"/>
                  </a:lnTo>
                  <a:lnTo>
                    <a:pt x="572" y="372"/>
                  </a:lnTo>
                  <a:lnTo>
                    <a:pt x="572" y="372"/>
                  </a:lnTo>
                  <a:lnTo>
                    <a:pt x="575" y="370"/>
                  </a:lnTo>
                  <a:lnTo>
                    <a:pt x="575" y="370"/>
                  </a:lnTo>
                  <a:close/>
                  <a:moveTo>
                    <a:pt x="575" y="367"/>
                  </a:moveTo>
                  <a:lnTo>
                    <a:pt x="577" y="367"/>
                  </a:lnTo>
                  <a:lnTo>
                    <a:pt x="577" y="367"/>
                  </a:lnTo>
                  <a:lnTo>
                    <a:pt x="575" y="367"/>
                  </a:lnTo>
                  <a:lnTo>
                    <a:pt x="575" y="370"/>
                  </a:lnTo>
                  <a:lnTo>
                    <a:pt x="575" y="370"/>
                  </a:lnTo>
                  <a:lnTo>
                    <a:pt x="575" y="370"/>
                  </a:lnTo>
                  <a:lnTo>
                    <a:pt x="575" y="367"/>
                  </a:lnTo>
                  <a:close/>
                  <a:moveTo>
                    <a:pt x="577" y="367"/>
                  </a:moveTo>
                  <a:lnTo>
                    <a:pt x="577" y="367"/>
                  </a:lnTo>
                  <a:lnTo>
                    <a:pt x="577" y="370"/>
                  </a:lnTo>
                  <a:lnTo>
                    <a:pt x="577" y="370"/>
                  </a:lnTo>
                  <a:lnTo>
                    <a:pt x="577" y="367"/>
                  </a:lnTo>
                  <a:close/>
                  <a:moveTo>
                    <a:pt x="508" y="398"/>
                  </a:move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close/>
                  <a:moveTo>
                    <a:pt x="567" y="379"/>
                  </a:moveTo>
                  <a:lnTo>
                    <a:pt x="567" y="379"/>
                  </a:lnTo>
                  <a:lnTo>
                    <a:pt x="567" y="377"/>
                  </a:lnTo>
                  <a:lnTo>
                    <a:pt x="567" y="377"/>
                  </a:lnTo>
                  <a:lnTo>
                    <a:pt x="567" y="379"/>
                  </a:lnTo>
                  <a:lnTo>
                    <a:pt x="567" y="381"/>
                  </a:lnTo>
                  <a:lnTo>
                    <a:pt x="567" y="381"/>
                  </a:lnTo>
                  <a:lnTo>
                    <a:pt x="567" y="379"/>
                  </a:lnTo>
                  <a:close/>
                  <a:moveTo>
                    <a:pt x="539" y="363"/>
                  </a:moveTo>
                  <a:lnTo>
                    <a:pt x="539" y="360"/>
                  </a:lnTo>
                  <a:lnTo>
                    <a:pt x="537" y="360"/>
                  </a:lnTo>
                  <a:lnTo>
                    <a:pt x="537" y="363"/>
                  </a:lnTo>
                  <a:lnTo>
                    <a:pt x="534" y="365"/>
                  </a:lnTo>
                  <a:lnTo>
                    <a:pt x="534" y="365"/>
                  </a:lnTo>
                  <a:lnTo>
                    <a:pt x="534" y="365"/>
                  </a:lnTo>
                  <a:lnTo>
                    <a:pt x="537" y="365"/>
                  </a:lnTo>
                  <a:lnTo>
                    <a:pt x="537" y="363"/>
                  </a:lnTo>
                  <a:lnTo>
                    <a:pt x="537" y="363"/>
                  </a:lnTo>
                  <a:lnTo>
                    <a:pt x="539" y="3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7" name="Freeform 38">
              <a:extLst>
                <a:ext uri="{FF2B5EF4-FFF2-40B4-BE49-F238E27FC236}">
                  <a16:creationId xmlns:a16="http://schemas.microsoft.com/office/drawing/2014/main" id="{CC552FFE-3DCB-4AF7-9A03-6CD0F01B51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0170" y="2889938"/>
              <a:ext cx="699553" cy="359690"/>
            </a:xfrm>
            <a:custGeom>
              <a:avLst/>
              <a:gdLst>
                <a:gd name="T0" fmla="*/ 722 w 741"/>
                <a:gd name="T1" fmla="*/ 152 h 381"/>
                <a:gd name="T2" fmla="*/ 712 w 741"/>
                <a:gd name="T3" fmla="*/ 145 h 381"/>
                <a:gd name="T4" fmla="*/ 700 w 741"/>
                <a:gd name="T5" fmla="*/ 135 h 381"/>
                <a:gd name="T6" fmla="*/ 688 w 741"/>
                <a:gd name="T7" fmla="*/ 119 h 381"/>
                <a:gd name="T8" fmla="*/ 681 w 741"/>
                <a:gd name="T9" fmla="*/ 109 h 381"/>
                <a:gd name="T10" fmla="*/ 662 w 741"/>
                <a:gd name="T11" fmla="*/ 88 h 381"/>
                <a:gd name="T12" fmla="*/ 665 w 741"/>
                <a:gd name="T13" fmla="*/ 81 h 381"/>
                <a:gd name="T14" fmla="*/ 667 w 741"/>
                <a:gd name="T15" fmla="*/ 76 h 381"/>
                <a:gd name="T16" fmla="*/ 662 w 741"/>
                <a:gd name="T17" fmla="*/ 60 h 381"/>
                <a:gd name="T18" fmla="*/ 632 w 741"/>
                <a:gd name="T19" fmla="*/ 36 h 381"/>
                <a:gd name="T20" fmla="*/ 613 w 741"/>
                <a:gd name="T21" fmla="*/ 29 h 381"/>
                <a:gd name="T22" fmla="*/ 596 w 741"/>
                <a:gd name="T23" fmla="*/ 41 h 381"/>
                <a:gd name="T24" fmla="*/ 577 w 741"/>
                <a:gd name="T25" fmla="*/ 38 h 381"/>
                <a:gd name="T26" fmla="*/ 556 w 741"/>
                <a:gd name="T27" fmla="*/ 43 h 381"/>
                <a:gd name="T28" fmla="*/ 528 w 741"/>
                <a:gd name="T29" fmla="*/ 34 h 381"/>
                <a:gd name="T30" fmla="*/ 492 w 741"/>
                <a:gd name="T31" fmla="*/ 22 h 381"/>
                <a:gd name="T32" fmla="*/ 478 w 741"/>
                <a:gd name="T33" fmla="*/ 8 h 381"/>
                <a:gd name="T34" fmla="*/ 445 w 741"/>
                <a:gd name="T35" fmla="*/ 3 h 381"/>
                <a:gd name="T36" fmla="*/ 428 w 741"/>
                <a:gd name="T37" fmla="*/ 12 h 381"/>
                <a:gd name="T38" fmla="*/ 438 w 741"/>
                <a:gd name="T39" fmla="*/ 31 h 381"/>
                <a:gd name="T40" fmla="*/ 421 w 741"/>
                <a:gd name="T41" fmla="*/ 48 h 381"/>
                <a:gd name="T42" fmla="*/ 379 w 741"/>
                <a:gd name="T43" fmla="*/ 64 h 381"/>
                <a:gd name="T44" fmla="*/ 372 w 741"/>
                <a:gd name="T45" fmla="*/ 95 h 381"/>
                <a:gd name="T46" fmla="*/ 353 w 741"/>
                <a:gd name="T47" fmla="*/ 119 h 381"/>
                <a:gd name="T48" fmla="*/ 343 w 741"/>
                <a:gd name="T49" fmla="*/ 135 h 381"/>
                <a:gd name="T50" fmla="*/ 331 w 741"/>
                <a:gd name="T51" fmla="*/ 161 h 381"/>
                <a:gd name="T52" fmla="*/ 305 w 741"/>
                <a:gd name="T53" fmla="*/ 147 h 381"/>
                <a:gd name="T54" fmla="*/ 301 w 741"/>
                <a:gd name="T55" fmla="*/ 142 h 381"/>
                <a:gd name="T56" fmla="*/ 289 w 741"/>
                <a:gd name="T57" fmla="*/ 147 h 381"/>
                <a:gd name="T58" fmla="*/ 284 w 741"/>
                <a:gd name="T59" fmla="*/ 171 h 381"/>
                <a:gd name="T60" fmla="*/ 275 w 741"/>
                <a:gd name="T61" fmla="*/ 176 h 381"/>
                <a:gd name="T62" fmla="*/ 246 w 741"/>
                <a:gd name="T63" fmla="*/ 176 h 381"/>
                <a:gd name="T64" fmla="*/ 227 w 741"/>
                <a:gd name="T65" fmla="*/ 194 h 381"/>
                <a:gd name="T66" fmla="*/ 213 w 741"/>
                <a:gd name="T67" fmla="*/ 187 h 381"/>
                <a:gd name="T68" fmla="*/ 180 w 741"/>
                <a:gd name="T69" fmla="*/ 183 h 381"/>
                <a:gd name="T70" fmla="*/ 180 w 741"/>
                <a:gd name="T71" fmla="*/ 190 h 381"/>
                <a:gd name="T72" fmla="*/ 168 w 741"/>
                <a:gd name="T73" fmla="*/ 190 h 381"/>
                <a:gd name="T74" fmla="*/ 149 w 741"/>
                <a:gd name="T75" fmla="*/ 187 h 381"/>
                <a:gd name="T76" fmla="*/ 137 w 741"/>
                <a:gd name="T77" fmla="*/ 204 h 381"/>
                <a:gd name="T78" fmla="*/ 130 w 741"/>
                <a:gd name="T79" fmla="*/ 232 h 381"/>
                <a:gd name="T80" fmla="*/ 102 w 741"/>
                <a:gd name="T81" fmla="*/ 256 h 381"/>
                <a:gd name="T82" fmla="*/ 107 w 741"/>
                <a:gd name="T83" fmla="*/ 292 h 381"/>
                <a:gd name="T84" fmla="*/ 43 w 741"/>
                <a:gd name="T85" fmla="*/ 292 h 381"/>
                <a:gd name="T86" fmla="*/ 43 w 741"/>
                <a:gd name="T87" fmla="*/ 329 h 381"/>
                <a:gd name="T88" fmla="*/ 38 w 741"/>
                <a:gd name="T89" fmla="*/ 358 h 381"/>
                <a:gd name="T90" fmla="*/ 19 w 741"/>
                <a:gd name="T91" fmla="*/ 365 h 381"/>
                <a:gd name="T92" fmla="*/ 121 w 741"/>
                <a:gd name="T93" fmla="*/ 370 h 381"/>
                <a:gd name="T94" fmla="*/ 149 w 741"/>
                <a:gd name="T95" fmla="*/ 341 h 381"/>
                <a:gd name="T96" fmla="*/ 173 w 741"/>
                <a:gd name="T97" fmla="*/ 346 h 381"/>
                <a:gd name="T98" fmla="*/ 249 w 741"/>
                <a:gd name="T99" fmla="*/ 337 h 381"/>
                <a:gd name="T100" fmla="*/ 305 w 741"/>
                <a:gd name="T101" fmla="*/ 327 h 381"/>
                <a:gd name="T102" fmla="*/ 471 w 741"/>
                <a:gd name="T103" fmla="*/ 313 h 381"/>
                <a:gd name="T104" fmla="*/ 589 w 741"/>
                <a:gd name="T105" fmla="*/ 296 h 381"/>
                <a:gd name="T106" fmla="*/ 629 w 741"/>
                <a:gd name="T107" fmla="*/ 273 h 381"/>
                <a:gd name="T108" fmla="*/ 644 w 741"/>
                <a:gd name="T109" fmla="*/ 263 h 381"/>
                <a:gd name="T110" fmla="*/ 665 w 741"/>
                <a:gd name="T111" fmla="*/ 247 h 381"/>
                <a:gd name="T112" fmla="*/ 667 w 741"/>
                <a:gd name="T113" fmla="*/ 235 h 381"/>
                <a:gd name="T114" fmla="*/ 674 w 741"/>
                <a:gd name="T115" fmla="*/ 218 h 381"/>
                <a:gd name="T116" fmla="*/ 729 w 741"/>
                <a:gd name="T117" fmla="*/ 168 h 381"/>
                <a:gd name="T118" fmla="*/ 10 w 741"/>
                <a:gd name="T119" fmla="*/ 379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41" h="381">
                  <a:moveTo>
                    <a:pt x="738" y="154"/>
                  </a:moveTo>
                  <a:lnTo>
                    <a:pt x="738" y="154"/>
                  </a:lnTo>
                  <a:lnTo>
                    <a:pt x="733" y="157"/>
                  </a:lnTo>
                  <a:lnTo>
                    <a:pt x="733" y="157"/>
                  </a:lnTo>
                  <a:lnTo>
                    <a:pt x="724" y="154"/>
                  </a:lnTo>
                  <a:lnTo>
                    <a:pt x="724" y="154"/>
                  </a:lnTo>
                  <a:lnTo>
                    <a:pt x="722" y="154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0"/>
                  </a:lnTo>
                  <a:lnTo>
                    <a:pt x="722" y="150"/>
                  </a:lnTo>
                  <a:lnTo>
                    <a:pt x="717" y="147"/>
                  </a:lnTo>
                  <a:lnTo>
                    <a:pt x="717" y="147"/>
                  </a:lnTo>
                  <a:lnTo>
                    <a:pt x="717" y="147"/>
                  </a:lnTo>
                  <a:lnTo>
                    <a:pt x="714" y="147"/>
                  </a:lnTo>
                  <a:lnTo>
                    <a:pt x="714" y="147"/>
                  </a:lnTo>
                  <a:lnTo>
                    <a:pt x="712" y="145"/>
                  </a:lnTo>
                  <a:lnTo>
                    <a:pt x="712" y="145"/>
                  </a:lnTo>
                  <a:lnTo>
                    <a:pt x="712" y="145"/>
                  </a:lnTo>
                  <a:lnTo>
                    <a:pt x="710" y="145"/>
                  </a:lnTo>
                  <a:lnTo>
                    <a:pt x="705" y="142"/>
                  </a:lnTo>
                  <a:lnTo>
                    <a:pt x="705" y="142"/>
                  </a:lnTo>
                  <a:lnTo>
                    <a:pt x="705" y="142"/>
                  </a:lnTo>
                  <a:lnTo>
                    <a:pt x="705" y="140"/>
                  </a:lnTo>
                  <a:lnTo>
                    <a:pt x="703" y="138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0" y="135"/>
                  </a:lnTo>
                  <a:lnTo>
                    <a:pt x="700" y="133"/>
                  </a:lnTo>
                  <a:lnTo>
                    <a:pt x="691" y="128"/>
                  </a:lnTo>
                  <a:lnTo>
                    <a:pt x="691" y="126"/>
                  </a:lnTo>
                  <a:lnTo>
                    <a:pt x="691" y="126"/>
                  </a:lnTo>
                  <a:lnTo>
                    <a:pt x="691" y="126"/>
                  </a:lnTo>
                  <a:lnTo>
                    <a:pt x="691" y="121"/>
                  </a:lnTo>
                  <a:lnTo>
                    <a:pt x="688" y="121"/>
                  </a:lnTo>
                  <a:lnTo>
                    <a:pt x="688" y="119"/>
                  </a:lnTo>
                  <a:lnTo>
                    <a:pt x="688" y="119"/>
                  </a:lnTo>
                  <a:lnTo>
                    <a:pt x="688" y="119"/>
                  </a:lnTo>
                  <a:lnTo>
                    <a:pt x="686" y="119"/>
                  </a:lnTo>
                  <a:lnTo>
                    <a:pt x="681" y="116"/>
                  </a:lnTo>
                  <a:lnTo>
                    <a:pt x="681" y="114"/>
                  </a:lnTo>
                  <a:lnTo>
                    <a:pt x="681" y="114"/>
                  </a:lnTo>
                  <a:lnTo>
                    <a:pt x="681" y="114"/>
                  </a:lnTo>
                  <a:lnTo>
                    <a:pt x="681" y="112"/>
                  </a:lnTo>
                  <a:lnTo>
                    <a:pt x="684" y="112"/>
                  </a:lnTo>
                  <a:lnTo>
                    <a:pt x="684" y="112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74" y="105"/>
                  </a:lnTo>
                  <a:lnTo>
                    <a:pt x="674" y="105"/>
                  </a:lnTo>
                  <a:lnTo>
                    <a:pt x="674" y="102"/>
                  </a:lnTo>
                  <a:lnTo>
                    <a:pt x="672" y="100"/>
                  </a:lnTo>
                  <a:lnTo>
                    <a:pt x="672" y="100"/>
                  </a:lnTo>
                  <a:lnTo>
                    <a:pt x="662" y="90"/>
                  </a:lnTo>
                  <a:lnTo>
                    <a:pt x="662" y="90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5" y="86"/>
                  </a:lnTo>
                  <a:lnTo>
                    <a:pt x="665" y="86"/>
                  </a:lnTo>
                  <a:lnTo>
                    <a:pt x="665" y="83"/>
                  </a:lnTo>
                  <a:lnTo>
                    <a:pt x="665" y="83"/>
                  </a:lnTo>
                  <a:lnTo>
                    <a:pt x="665" y="83"/>
                  </a:lnTo>
                  <a:lnTo>
                    <a:pt x="665" y="81"/>
                  </a:lnTo>
                  <a:lnTo>
                    <a:pt x="665" y="81"/>
                  </a:lnTo>
                  <a:lnTo>
                    <a:pt x="665" y="81"/>
                  </a:lnTo>
                  <a:lnTo>
                    <a:pt x="665" y="79"/>
                  </a:lnTo>
                  <a:lnTo>
                    <a:pt x="665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6"/>
                  </a:lnTo>
                  <a:lnTo>
                    <a:pt x="667" y="76"/>
                  </a:lnTo>
                  <a:lnTo>
                    <a:pt x="667" y="74"/>
                  </a:lnTo>
                  <a:lnTo>
                    <a:pt x="667" y="71"/>
                  </a:lnTo>
                  <a:lnTo>
                    <a:pt x="667" y="71"/>
                  </a:lnTo>
                  <a:lnTo>
                    <a:pt x="665" y="69"/>
                  </a:lnTo>
                  <a:lnTo>
                    <a:pt x="665" y="69"/>
                  </a:lnTo>
                  <a:lnTo>
                    <a:pt x="662" y="64"/>
                  </a:lnTo>
                  <a:lnTo>
                    <a:pt x="662" y="64"/>
                  </a:lnTo>
                  <a:lnTo>
                    <a:pt x="662" y="64"/>
                  </a:lnTo>
                  <a:lnTo>
                    <a:pt x="662" y="62"/>
                  </a:lnTo>
                  <a:lnTo>
                    <a:pt x="662" y="60"/>
                  </a:lnTo>
                  <a:lnTo>
                    <a:pt x="662" y="57"/>
                  </a:lnTo>
                  <a:lnTo>
                    <a:pt x="662" y="57"/>
                  </a:lnTo>
                  <a:lnTo>
                    <a:pt x="660" y="57"/>
                  </a:lnTo>
                  <a:lnTo>
                    <a:pt x="658" y="52"/>
                  </a:lnTo>
                  <a:lnTo>
                    <a:pt x="658" y="50"/>
                  </a:lnTo>
                  <a:lnTo>
                    <a:pt x="648" y="45"/>
                  </a:lnTo>
                  <a:lnTo>
                    <a:pt x="646" y="43"/>
                  </a:lnTo>
                  <a:lnTo>
                    <a:pt x="641" y="43"/>
                  </a:lnTo>
                  <a:lnTo>
                    <a:pt x="636" y="41"/>
                  </a:lnTo>
                  <a:lnTo>
                    <a:pt x="632" y="36"/>
                  </a:lnTo>
                  <a:lnTo>
                    <a:pt x="629" y="29"/>
                  </a:lnTo>
                  <a:lnTo>
                    <a:pt x="627" y="26"/>
                  </a:lnTo>
                  <a:lnTo>
                    <a:pt x="627" y="24"/>
                  </a:lnTo>
                  <a:lnTo>
                    <a:pt x="627" y="22"/>
                  </a:lnTo>
                  <a:lnTo>
                    <a:pt x="625" y="22"/>
                  </a:lnTo>
                  <a:lnTo>
                    <a:pt x="622" y="22"/>
                  </a:lnTo>
                  <a:lnTo>
                    <a:pt x="618" y="26"/>
                  </a:lnTo>
                  <a:lnTo>
                    <a:pt x="615" y="26"/>
                  </a:lnTo>
                  <a:lnTo>
                    <a:pt x="613" y="29"/>
                  </a:lnTo>
                  <a:lnTo>
                    <a:pt x="613" y="29"/>
                  </a:lnTo>
                  <a:lnTo>
                    <a:pt x="610" y="31"/>
                  </a:lnTo>
                  <a:lnTo>
                    <a:pt x="610" y="34"/>
                  </a:lnTo>
                  <a:lnTo>
                    <a:pt x="608" y="34"/>
                  </a:lnTo>
                  <a:lnTo>
                    <a:pt x="606" y="36"/>
                  </a:lnTo>
                  <a:lnTo>
                    <a:pt x="606" y="36"/>
                  </a:lnTo>
                  <a:lnTo>
                    <a:pt x="606" y="38"/>
                  </a:lnTo>
                  <a:lnTo>
                    <a:pt x="606" y="41"/>
                  </a:lnTo>
                  <a:lnTo>
                    <a:pt x="603" y="41"/>
                  </a:lnTo>
                  <a:lnTo>
                    <a:pt x="601" y="43"/>
                  </a:lnTo>
                  <a:lnTo>
                    <a:pt x="596" y="41"/>
                  </a:lnTo>
                  <a:lnTo>
                    <a:pt x="594" y="43"/>
                  </a:lnTo>
                  <a:lnTo>
                    <a:pt x="594" y="43"/>
                  </a:lnTo>
                  <a:lnTo>
                    <a:pt x="591" y="45"/>
                  </a:lnTo>
                  <a:lnTo>
                    <a:pt x="589" y="45"/>
                  </a:lnTo>
                  <a:lnTo>
                    <a:pt x="587" y="45"/>
                  </a:lnTo>
                  <a:lnTo>
                    <a:pt x="587" y="45"/>
                  </a:lnTo>
                  <a:lnTo>
                    <a:pt x="584" y="41"/>
                  </a:lnTo>
                  <a:lnTo>
                    <a:pt x="582" y="41"/>
                  </a:lnTo>
                  <a:lnTo>
                    <a:pt x="582" y="41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3" y="38"/>
                  </a:lnTo>
                  <a:lnTo>
                    <a:pt x="573" y="38"/>
                  </a:lnTo>
                  <a:lnTo>
                    <a:pt x="570" y="38"/>
                  </a:lnTo>
                  <a:lnTo>
                    <a:pt x="568" y="36"/>
                  </a:lnTo>
                  <a:lnTo>
                    <a:pt x="565" y="36"/>
                  </a:lnTo>
                  <a:lnTo>
                    <a:pt x="565" y="36"/>
                  </a:lnTo>
                  <a:lnTo>
                    <a:pt x="558" y="41"/>
                  </a:lnTo>
                  <a:lnTo>
                    <a:pt x="556" y="41"/>
                  </a:lnTo>
                  <a:lnTo>
                    <a:pt x="556" y="43"/>
                  </a:lnTo>
                  <a:lnTo>
                    <a:pt x="556" y="45"/>
                  </a:lnTo>
                  <a:lnTo>
                    <a:pt x="554" y="48"/>
                  </a:lnTo>
                  <a:lnTo>
                    <a:pt x="554" y="48"/>
                  </a:lnTo>
                  <a:lnTo>
                    <a:pt x="549" y="48"/>
                  </a:lnTo>
                  <a:lnTo>
                    <a:pt x="544" y="45"/>
                  </a:lnTo>
                  <a:lnTo>
                    <a:pt x="537" y="41"/>
                  </a:lnTo>
                  <a:lnTo>
                    <a:pt x="535" y="38"/>
                  </a:lnTo>
                  <a:lnTo>
                    <a:pt x="532" y="36"/>
                  </a:lnTo>
                  <a:lnTo>
                    <a:pt x="532" y="34"/>
                  </a:lnTo>
                  <a:lnTo>
                    <a:pt x="528" y="34"/>
                  </a:lnTo>
                  <a:lnTo>
                    <a:pt x="523" y="34"/>
                  </a:lnTo>
                  <a:lnTo>
                    <a:pt x="521" y="34"/>
                  </a:lnTo>
                  <a:lnTo>
                    <a:pt x="511" y="36"/>
                  </a:lnTo>
                  <a:lnTo>
                    <a:pt x="509" y="36"/>
                  </a:lnTo>
                  <a:lnTo>
                    <a:pt x="499" y="34"/>
                  </a:lnTo>
                  <a:lnTo>
                    <a:pt x="497" y="31"/>
                  </a:lnTo>
                  <a:lnTo>
                    <a:pt x="495" y="29"/>
                  </a:lnTo>
                  <a:lnTo>
                    <a:pt x="495" y="26"/>
                  </a:lnTo>
                  <a:lnTo>
                    <a:pt x="495" y="24"/>
                  </a:lnTo>
                  <a:lnTo>
                    <a:pt x="492" y="22"/>
                  </a:lnTo>
                  <a:lnTo>
                    <a:pt x="492" y="22"/>
                  </a:lnTo>
                  <a:lnTo>
                    <a:pt x="490" y="19"/>
                  </a:lnTo>
                  <a:lnTo>
                    <a:pt x="490" y="19"/>
                  </a:lnTo>
                  <a:lnTo>
                    <a:pt x="487" y="17"/>
                  </a:lnTo>
                  <a:lnTo>
                    <a:pt x="487" y="15"/>
                  </a:lnTo>
                  <a:lnTo>
                    <a:pt x="485" y="15"/>
                  </a:lnTo>
                  <a:lnTo>
                    <a:pt x="485" y="12"/>
                  </a:lnTo>
                  <a:lnTo>
                    <a:pt x="485" y="10"/>
                  </a:lnTo>
                  <a:lnTo>
                    <a:pt x="483" y="8"/>
                  </a:lnTo>
                  <a:lnTo>
                    <a:pt x="478" y="8"/>
                  </a:lnTo>
                  <a:lnTo>
                    <a:pt x="476" y="5"/>
                  </a:lnTo>
                  <a:lnTo>
                    <a:pt x="473" y="5"/>
                  </a:lnTo>
                  <a:lnTo>
                    <a:pt x="473" y="5"/>
                  </a:lnTo>
                  <a:lnTo>
                    <a:pt x="471" y="3"/>
                  </a:lnTo>
                  <a:lnTo>
                    <a:pt x="468" y="0"/>
                  </a:lnTo>
                  <a:lnTo>
                    <a:pt x="466" y="0"/>
                  </a:lnTo>
                  <a:lnTo>
                    <a:pt x="464" y="0"/>
                  </a:lnTo>
                  <a:lnTo>
                    <a:pt x="454" y="8"/>
                  </a:lnTo>
                  <a:lnTo>
                    <a:pt x="452" y="8"/>
                  </a:lnTo>
                  <a:lnTo>
                    <a:pt x="445" y="3"/>
                  </a:lnTo>
                  <a:lnTo>
                    <a:pt x="445" y="3"/>
                  </a:lnTo>
                  <a:lnTo>
                    <a:pt x="442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38" y="0"/>
                  </a:lnTo>
                  <a:lnTo>
                    <a:pt x="438" y="3"/>
                  </a:lnTo>
                  <a:lnTo>
                    <a:pt x="433" y="8"/>
                  </a:lnTo>
                  <a:lnTo>
                    <a:pt x="431" y="8"/>
                  </a:lnTo>
                  <a:lnTo>
                    <a:pt x="428" y="12"/>
                  </a:lnTo>
                  <a:lnTo>
                    <a:pt x="428" y="15"/>
                  </a:lnTo>
                  <a:lnTo>
                    <a:pt x="433" y="17"/>
                  </a:lnTo>
                  <a:lnTo>
                    <a:pt x="433" y="19"/>
                  </a:lnTo>
                  <a:lnTo>
                    <a:pt x="435" y="22"/>
                  </a:lnTo>
                  <a:lnTo>
                    <a:pt x="433" y="24"/>
                  </a:lnTo>
                  <a:lnTo>
                    <a:pt x="431" y="29"/>
                  </a:lnTo>
                  <a:lnTo>
                    <a:pt x="431" y="29"/>
                  </a:lnTo>
                  <a:lnTo>
                    <a:pt x="431" y="31"/>
                  </a:lnTo>
                  <a:lnTo>
                    <a:pt x="433" y="31"/>
                  </a:lnTo>
                  <a:lnTo>
                    <a:pt x="438" y="31"/>
                  </a:lnTo>
                  <a:lnTo>
                    <a:pt x="440" y="31"/>
                  </a:lnTo>
                  <a:lnTo>
                    <a:pt x="440" y="34"/>
                  </a:lnTo>
                  <a:lnTo>
                    <a:pt x="438" y="36"/>
                  </a:lnTo>
                  <a:lnTo>
                    <a:pt x="438" y="36"/>
                  </a:lnTo>
                  <a:lnTo>
                    <a:pt x="438" y="41"/>
                  </a:lnTo>
                  <a:lnTo>
                    <a:pt x="440" y="43"/>
                  </a:lnTo>
                  <a:lnTo>
                    <a:pt x="438" y="45"/>
                  </a:lnTo>
                  <a:lnTo>
                    <a:pt x="431" y="45"/>
                  </a:lnTo>
                  <a:lnTo>
                    <a:pt x="426" y="45"/>
                  </a:lnTo>
                  <a:lnTo>
                    <a:pt x="421" y="48"/>
                  </a:lnTo>
                  <a:lnTo>
                    <a:pt x="407" y="60"/>
                  </a:lnTo>
                  <a:lnTo>
                    <a:pt x="405" y="62"/>
                  </a:lnTo>
                  <a:lnTo>
                    <a:pt x="402" y="60"/>
                  </a:lnTo>
                  <a:lnTo>
                    <a:pt x="398" y="57"/>
                  </a:lnTo>
                  <a:lnTo>
                    <a:pt x="395" y="55"/>
                  </a:lnTo>
                  <a:lnTo>
                    <a:pt x="390" y="57"/>
                  </a:lnTo>
                  <a:lnTo>
                    <a:pt x="379" y="60"/>
                  </a:lnTo>
                  <a:lnTo>
                    <a:pt x="376" y="60"/>
                  </a:lnTo>
                  <a:lnTo>
                    <a:pt x="379" y="62"/>
                  </a:lnTo>
                  <a:lnTo>
                    <a:pt x="379" y="64"/>
                  </a:lnTo>
                  <a:lnTo>
                    <a:pt x="379" y="67"/>
                  </a:lnTo>
                  <a:lnTo>
                    <a:pt x="381" y="74"/>
                  </a:lnTo>
                  <a:lnTo>
                    <a:pt x="383" y="79"/>
                  </a:lnTo>
                  <a:lnTo>
                    <a:pt x="383" y="81"/>
                  </a:lnTo>
                  <a:lnTo>
                    <a:pt x="383" y="83"/>
                  </a:lnTo>
                  <a:lnTo>
                    <a:pt x="379" y="88"/>
                  </a:lnTo>
                  <a:lnTo>
                    <a:pt x="376" y="90"/>
                  </a:lnTo>
                  <a:lnTo>
                    <a:pt x="376" y="93"/>
                  </a:lnTo>
                  <a:lnTo>
                    <a:pt x="374" y="93"/>
                  </a:lnTo>
                  <a:lnTo>
                    <a:pt x="372" y="95"/>
                  </a:lnTo>
                  <a:lnTo>
                    <a:pt x="369" y="95"/>
                  </a:lnTo>
                  <a:lnTo>
                    <a:pt x="367" y="97"/>
                  </a:lnTo>
                  <a:lnTo>
                    <a:pt x="364" y="109"/>
                  </a:lnTo>
                  <a:lnTo>
                    <a:pt x="364" y="114"/>
                  </a:lnTo>
                  <a:lnTo>
                    <a:pt x="360" y="116"/>
                  </a:lnTo>
                  <a:lnTo>
                    <a:pt x="360" y="119"/>
                  </a:lnTo>
                  <a:lnTo>
                    <a:pt x="355" y="121"/>
                  </a:lnTo>
                  <a:lnTo>
                    <a:pt x="355" y="121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0" y="119"/>
                  </a:lnTo>
                  <a:lnTo>
                    <a:pt x="348" y="119"/>
                  </a:lnTo>
                  <a:lnTo>
                    <a:pt x="348" y="121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3" y="128"/>
                  </a:lnTo>
                  <a:lnTo>
                    <a:pt x="343" y="131"/>
                  </a:lnTo>
                  <a:lnTo>
                    <a:pt x="343" y="133"/>
                  </a:lnTo>
                  <a:lnTo>
                    <a:pt x="343" y="135"/>
                  </a:lnTo>
                  <a:lnTo>
                    <a:pt x="343" y="147"/>
                  </a:lnTo>
                  <a:lnTo>
                    <a:pt x="343" y="152"/>
                  </a:lnTo>
                  <a:lnTo>
                    <a:pt x="341" y="152"/>
                  </a:lnTo>
                  <a:lnTo>
                    <a:pt x="341" y="154"/>
                  </a:lnTo>
                  <a:lnTo>
                    <a:pt x="341" y="154"/>
                  </a:lnTo>
                  <a:lnTo>
                    <a:pt x="338" y="154"/>
                  </a:lnTo>
                  <a:lnTo>
                    <a:pt x="334" y="157"/>
                  </a:lnTo>
                  <a:lnTo>
                    <a:pt x="334" y="157"/>
                  </a:lnTo>
                  <a:lnTo>
                    <a:pt x="331" y="159"/>
                  </a:lnTo>
                  <a:lnTo>
                    <a:pt x="331" y="161"/>
                  </a:lnTo>
                  <a:lnTo>
                    <a:pt x="329" y="159"/>
                  </a:lnTo>
                  <a:lnTo>
                    <a:pt x="324" y="157"/>
                  </a:lnTo>
                  <a:lnTo>
                    <a:pt x="322" y="157"/>
                  </a:lnTo>
                  <a:lnTo>
                    <a:pt x="317" y="157"/>
                  </a:lnTo>
                  <a:lnTo>
                    <a:pt x="315" y="154"/>
                  </a:lnTo>
                  <a:lnTo>
                    <a:pt x="312" y="154"/>
                  </a:lnTo>
                  <a:lnTo>
                    <a:pt x="310" y="152"/>
                  </a:lnTo>
                  <a:lnTo>
                    <a:pt x="308" y="152"/>
                  </a:lnTo>
                  <a:lnTo>
                    <a:pt x="305" y="150"/>
                  </a:lnTo>
                  <a:lnTo>
                    <a:pt x="305" y="147"/>
                  </a:lnTo>
                  <a:lnTo>
                    <a:pt x="305" y="142"/>
                  </a:lnTo>
                  <a:lnTo>
                    <a:pt x="305" y="140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6" y="138"/>
                  </a:lnTo>
                  <a:lnTo>
                    <a:pt x="293" y="138"/>
                  </a:lnTo>
                  <a:lnTo>
                    <a:pt x="296" y="140"/>
                  </a:lnTo>
                  <a:lnTo>
                    <a:pt x="298" y="142"/>
                  </a:lnTo>
                  <a:lnTo>
                    <a:pt x="301" y="142"/>
                  </a:lnTo>
                  <a:lnTo>
                    <a:pt x="301" y="142"/>
                  </a:lnTo>
                  <a:lnTo>
                    <a:pt x="298" y="145"/>
                  </a:lnTo>
                  <a:lnTo>
                    <a:pt x="296" y="147"/>
                  </a:lnTo>
                  <a:lnTo>
                    <a:pt x="293" y="147"/>
                  </a:lnTo>
                  <a:lnTo>
                    <a:pt x="291" y="147"/>
                  </a:lnTo>
                  <a:lnTo>
                    <a:pt x="291" y="147"/>
                  </a:lnTo>
                  <a:lnTo>
                    <a:pt x="291" y="145"/>
                  </a:lnTo>
                  <a:lnTo>
                    <a:pt x="289" y="145"/>
                  </a:lnTo>
                  <a:lnTo>
                    <a:pt x="289" y="145"/>
                  </a:lnTo>
                  <a:lnTo>
                    <a:pt x="289" y="147"/>
                  </a:lnTo>
                  <a:lnTo>
                    <a:pt x="289" y="147"/>
                  </a:lnTo>
                  <a:lnTo>
                    <a:pt x="291" y="150"/>
                  </a:lnTo>
                  <a:lnTo>
                    <a:pt x="291" y="152"/>
                  </a:lnTo>
                  <a:lnTo>
                    <a:pt x="291" y="154"/>
                  </a:lnTo>
                  <a:lnTo>
                    <a:pt x="289" y="154"/>
                  </a:lnTo>
                  <a:lnTo>
                    <a:pt x="286" y="157"/>
                  </a:lnTo>
                  <a:lnTo>
                    <a:pt x="284" y="157"/>
                  </a:lnTo>
                  <a:lnTo>
                    <a:pt x="284" y="159"/>
                  </a:lnTo>
                  <a:lnTo>
                    <a:pt x="284" y="161"/>
                  </a:lnTo>
                  <a:lnTo>
                    <a:pt x="284" y="168"/>
                  </a:lnTo>
                  <a:lnTo>
                    <a:pt x="284" y="171"/>
                  </a:lnTo>
                  <a:lnTo>
                    <a:pt x="284" y="171"/>
                  </a:lnTo>
                  <a:lnTo>
                    <a:pt x="279" y="173"/>
                  </a:lnTo>
                  <a:lnTo>
                    <a:pt x="279" y="176"/>
                  </a:lnTo>
                  <a:lnTo>
                    <a:pt x="279" y="178"/>
                  </a:lnTo>
                  <a:lnTo>
                    <a:pt x="279" y="180"/>
                  </a:lnTo>
                  <a:lnTo>
                    <a:pt x="277" y="183"/>
                  </a:lnTo>
                  <a:lnTo>
                    <a:pt x="275" y="183"/>
                  </a:lnTo>
                  <a:lnTo>
                    <a:pt x="272" y="180"/>
                  </a:lnTo>
                  <a:lnTo>
                    <a:pt x="272" y="180"/>
                  </a:lnTo>
                  <a:lnTo>
                    <a:pt x="275" y="176"/>
                  </a:lnTo>
                  <a:lnTo>
                    <a:pt x="272" y="176"/>
                  </a:lnTo>
                  <a:lnTo>
                    <a:pt x="267" y="178"/>
                  </a:lnTo>
                  <a:lnTo>
                    <a:pt x="265" y="178"/>
                  </a:lnTo>
                  <a:lnTo>
                    <a:pt x="260" y="176"/>
                  </a:lnTo>
                  <a:lnTo>
                    <a:pt x="258" y="173"/>
                  </a:lnTo>
                  <a:lnTo>
                    <a:pt x="258" y="168"/>
                  </a:lnTo>
                  <a:lnTo>
                    <a:pt x="256" y="166"/>
                  </a:lnTo>
                  <a:lnTo>
                    <a:pt x="251" y="168"/>
                  </a:lnTo>
                  <a:lnTo>
                    <a:pt x="249" y="173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39" y="176"/>
                  </a:lnTo>
                  <a:lnTo>
                    <a:pt x="237" y="178"/>
                  </a:lnTo>
                  <a:lnTo>
                    <a:pt x="237" y="178"/>
                  </a:lnTo>
                  <a:lnTo>
                    <a:pt x="237" y="180"/>
                  </a:lnTo>
                  <a:lnTo>
                    <a:pt x="234" y="183"/>
                  </a:lnTo>
                  <a:lnTo>
                    <a:pt x="232" y="190"/>
                  </a:lnTo>
                  <a:lnTo>
                    <a:pt x="232" y="194"/>
                  </a:lnTo>
                  <a:lnTo>
                    <a:pt x="230" y="197"/>
                  </a:lnTo>
                  <a:lnTo>
                    <a:pt x="227" y="194"/>
                  </a:lnTo>
                  <a:lnTo>
                    <a:pt x="227" y="194"/>
                  </a:lnTo>
                  <a:lnTo>
                    <a:pt x="225" y="192"/>
                  </a:lnTo>
                  <a:lnTo>
                    <a:pt x="225" y="192"/>
                  </a:lnTo>
                  <a:lnTo>
                    <a:pt x="225" y="190"/>
                  </a:lnTo>
                  <a:lnTo>
                    <a:pt x="222" y="190"/>
                  </a:lnTo>
                  <a:lnTo>
                    <a:pt x="222" y="190"/>
                  </a:lnTo>
                  <a:lnTo>
                    <a:pt x="220" y="190"/>
                  </a:lnTo>
                  <a:lnTo>
                    <a:pt x="218" y="190"/>
                  </a:lnTo>
                  <a:lnTo>
                    <a:pt x="218" y="187"/>
                  </a:lnTo>
                  <a:lnTo>
                    <a:pt x="213" y="187"/>
                  </a:lnTo>
                  <a:lnTo>
                    <a:pt x="206" y="185"/>
                  </a:lnTo>
                  <a:lnTo>
                    <a:pt x="206" y="183"/>
                  </a:lnTo>
                  <a:lnTo>
                    <a:pt x="204" y="183"/>
                  </a:lnTo>
                  <a:lnTo>
                    <a:pt x="201" y="180"/>
                  </a:lnTo>
                  <a:lnTo>
                    <a:pt x="199" y="180"/>
                  </a:lnTo>
                  <a:lnTo>
                    <a:pt x="196" y="180"/>
                  </a:lnTo>
                  <a:lnTo>
                    <a:pt x="192" y="183"/>
                  </a:lnTo>
                  <a:lnTo>
                    <a:pt x="189" y="185"/>
                  </a:lnTo>
                  <a:lnTo>
                    <a:pt x="185" y="185"/>
                  </a:lnTo>
                  <a:lnTo>
                    <a:pt x="180" y="183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80" y="178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78" y="183"/>
                  </a:lnTo>
                  <a:lnTo>
                    <a:pt x="180" y="187"/>
                  </a:lnTo>
                  <a:lnTo>
                    <a:pt x="180" y="190"/>
                  </a:lnTo>
                  <a:lnTo>
                    <a:pt x="180" y="192"/>
                  </a:lnTo>
                  <a:lnTo>
                    <a:pt x="178" y="197"/>
                  </a:lnTo>
                  <a:lnTo>
                    <a:pt x="175" y="197"/>
                  </a:lnTo>
                  <a:lnTo>
                    <a:pt x="173" y="197"/>
                  </a:lnTo>
                  <a:lnTo>
                    <a:pt x="173" y="194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0" y="187"/>
                  </a:lnTo>
                  <a:lnTo>
                    <a:pt x="170" y="187"/>
                  </a:lnTo>
                  <a:lnTo>
                    <a:pt x="168" y="190"/>
                  </a:lnTo>
                  <a:lnTo>
                    <a:pt x="168" y="190"/>
                  </a:lnTo>
                  <a:lnTo>
                    <a:pt x="166" y="190"/>
                  </a:lnTo>
                  <a:lnTo>
                    <a:pt x="163" y="192"/>
                  </a:lnTo>
                  <a:lnTo>
                    <a:pt x="161" y="192"/>
                  </a:lnTo>
                  <a:lnTo>
                    <a:pt x="159" y="192"/>
                  </a:lnTo>
                  <a:lnTo>
                    <a:pt x="156" y="192"/>
                  </a:lnTo>
                  <a:lnTo>
                    <a:pt x="154" y="190"/>
                  </a:lnTo>
                  <a:lnTo>
                    <a:pt x="154" y="190"/>
                  </a:lnTo>
                  <a:lnTo>
                    <a:pt x="152" y="187"/>
                  </a:lnTo>
                  <a:lnTo>
                    <a:pt x="149" y="187"/>
                  </a:lnTo>
                  <a:lnTo>
                    <a:pt x="147" y="187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52" y="199"/>
                  </a:lnTo>
                  <a:lnTo>
                    <a:pt x="147" y="206"/>
                  </a:lnTo>
                  <a:lnTo>
                    <a:pt x="147" y="206"/>
                  </a:lnTo>
                  <a:lnTo>
                    <a:pt x="144" y="206"/>
                  </a:lnTo>
                  <a:lnTo>
                    <a:pt x="142" y="204"/>
                  </a:lnTo>
                  <a:lnTo>
                    <a:pt x="140" y="204"/>
                  </a:lnTo>
                  <a:lnTo>
                    <a:pt x="137" y="204"/>
                  </a:lnTo>
                  <a:lnTo>
                    <a:pt x="137" y="206"/>
                  </a:lnTo>
                  <a:lnTo>
                    <a:pt x="137" y="209"/>
                  </a:lnTo>
                  <a:lnTo>
                    <a:pt x="137" y="211"/>
                  </a:lnTo>
                  <a:lnTo>
                    <a:pt x="135" y="213"/>
                  </a:lnTo>
                  <a:lnTo>
                    <a:pt x="130" y="218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5"/>
                  </a:lnTo>
                  <a:lnTo>
                    <a:pt x="128" y="228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5" y="235"/>
                  </a:lnTo>
                  <a:lnTo>
                    <a:pt x="137" y="239"/>
                  </a:lnTo>
                  <a:lnTo>
                    <a:pt x="137" y="244"/>
                  </a:lnTo>
                  <a:lnTo>
                    <a:pt x="133" y="247"/>
                  </a:lnTo>
                  <a:lnTo>
                    <a:pt x="116" y="251"/>
                  </a:lnTo>
                  <a:lnTo>
                    <a:pt x="111" y="256"/>
                  </a:lnTo>
                  <a:lnTo>
                    <a:pt x="109" y="256"/>
                  </a:lnTo>
                  <a:lnTo>
                    <a:pt x="104" y="256"/>
                  </a:lnTo>
                  <a:lnTo>
                    <a:pt x="102" y="256"/>
                  </a:lnTo>
                  <a:lnTo>
                    <a:pt x="100" y="258"/>
                  </a:lnTo>
                  <a:lnTo>
                    <a:pt x="100" y="258"/>
                  </a:lnTo>
                  <a:lnTo>
                    <a:pt x="100" y="261"/>
                  </a:lnTo>
                  <a:lnTo>
                    <a:pt x="97" y="265"/>
                  </a:lnTo>
                  <a:lnTo>
                    <a:pt x="97" y="270"/>
                  </a:lnTo>
                  <a:lnTo>
                    <a:pt x="100" y="275"/>
                  </a:lnTo>
                  <a:lnTo>
                    <a:pt x="102" y="280"/>
                  </a:lnTo>
                  <a:lnTo>
                    <a:pt x="104" y="284"/>
                  </a:lnTo>
                  <a:lnTo>
                    <a:pt x="107" y="287"/>
                  </a:lnTo>
                  <a:lnTo>
                    <a:pt x="107" y="292"/>
                  </a:lnTo>
                  <a:lnTo>
                    <a:pt x="107" y="296"/>
                  </a:lnTo>
                  <a:lnTo>
                    <a:pt x="104" y="299"/>
                  </a:lnTo>
                  <a:lnTo>
                    <a:pt x="100" y="301"/>
                  </a:lnTo>
                  <a:lnTo>
                    <a:pt x="95" y="299"/>
                  </a:lnTo>
                  <a:lnTo>
                    <a:pt x="88" y="296"/>
                  </a:lnTo>
                  <a:lnTo>
                    <a:pt x="59" y="284"/>
                  </a:lnTo>
                  <a:lnTo>
                    <a:pt x="55" y="284"/>
                  </a:lnTo>
                  <a:lnTo>
                    <a:pt x="50" y="287"/>
                  </a:lnTo>
                  <a:lnTo>
                    <a:pt x="45" y="289"/>
                  </a:lnTo>
                  <a:lnTo>
                    <a:pt x="43" y="292"/>
                  </a:lnTo>
                  <a:lnTo>
                    <a:pt x="43" y="294"/>
                  </a:lnTo>
                  <a:lnTo>
                    <a:pt x="38" y="299"/>
                  </a:lnTo>
                  <a:lnTo>
                    <a:pt x="36" y="303"/>
                  </a:lnTo>
                  <a:lnTo>
                    <a:pt x="33" y="308"/>
                  </a:lnTo>
                  <a:lnTo>
                    <a:pt x="36" y="310"/>
                  </a:lnTo>
                  <a:lnTo>
                    <a:pt x="36" y="313"/>
                  </a:lnTo>
                  <a:lnTo>
                    <a:pt x="40" y="318"/>
                  </a:lnTo>
                  <a:lnTo>
                    <a:pt x="40" y="320"/>
                  </a:lnTo>
                  <a:lnTo>
                    <a:pt x="40" y="325"/>
                  </a:lnTo>
                  <a:lnTo>
                    <a:pt x="43" y="329"/>
                  </a:lnTo>
                  <a:lnTo>
                    <a:pt x="43" y="329"/>
                  </a:lnTo>
                  <a:lnTo>
                    <a:pt x="40" y="332"/>
                  </a:lnTo>
                  <a:lnTo>
                    <a:pt x="40" y="332"/>
                  </a:lnTo>
                  <a:lnTo>
                    <a:pt x="40" y="334"/>
                  </a:lnTo>
                  <a:lnTo>
                    <a:pt x="40" y="334"/>
                  </a:lnTo>
                  <a:lnTo>
                    <a:pt x="40" y="337"/>
                  </a:lnTo>
                  <a:lnTo>
                    <a:pt x="43" y="341"/>
                  </a:lnTo>
                  <a:lnTo>
                    <a:pt x="43" y="344"/>
                  </a:lnTo>
                  <a:lnTo>
                    <a:pt x="43" y="348"/>
                  </a:lnTo>
                  <a:lnTo>
                    <a:pt x="38" y="358"/>
                  </a:lnTo>
                  <a:lnTo>
                    <a:pt x="38" y="365"/>
                  </a:lnTo>
                  <a:lnTo>
                    <a:pt x="36" y="367"/>
                  </a:lnTo>
                  <a:lnTo>
                    <a:pt x="33" y="370"/>
                  </a:lnTo>
                  <a:lnTo>
                    <a:pt x="29" y="367"/>
                  </a:lnTo>
                  <a:lnTo>
                    <a:pt x="26" y="367"/>
                  </a:lnTo>
                  <a:lnTo>
                    <a:pt x="24" y="363"/>
                  </a:lnTo>
                  <a:lnTo>
                    <a:pt x="21" y="363"/>
                  </a:lnTo>
                  <a:lnTo>
                    <a:pt x="19" y="363"/>
                  </a:lnTo>
                  <a:lnTo>
                    <a:pt x="19" y="363"/>
                  </a:lnTo>
                  <a:lnTo>
                    <a:pt x="19" y="365"/>
                  </a:lnTo>
                  <a:lnTo>
                    <a:pt x="17" y="370"/>
                  </a:lnTo>
                  <a:lnTo>
                    <a:pt x="17" y="372"/>
                  </a:lnTo>
                  <a:lnTo>
                    <a:pt x="17" y="379"/>
                  </a:lnTo>
                  <a:lnTo>
                    <a:pt x="17" y="379"/>
                  </a:lnTo>
                  <a:lnTo>
                    <a:pt x="33" y="377"/>
                  </a:lnTo>
                  <a:lnTo>
                    <a:pt x="50" y="377"/>
                  </a:lnTo>
                  <a:lnTo>
                    <a:pt x="69" y="374"/>
                  </a:lnTo>
                  <a:lnTo>
                    <a:pt x="85" y="372"/>
                  </a:lnTo>
                  <a:lnTo>
                    <a:pt x="102" y="372"/>
                  </a:lnTo>
                  <a:lnTo>
                    <a:pt x="121" y="370"/>
                  </a:lnTo>
                  <a:lnTo>
                    <a:pt x="137" y="367"/>
                  </a:lnTo>
                  <a:lnTo>
                    <a:pt x="154" y="365"/>
                  </a:lnTo>
                  <a:lnTo>
                    <a:pt x="154" y="363"/>
                  </a:lnTo>
                  <a:lnTo>
                    <a:pt x="154" y="358"/>
                  </a:lnTo>
                  <a:lnTo>
                    <a:pt x="154" y="355"/>
                  </a:lnTo>
                  <a:lnTo>
                    <a:pt x="152" y="351"/>
                  </a:lnTo>
                  <a:lnTo>
                    <a:pt x="149" y="344"/>
                  </a:lnTo>
                  <a:lnTo>
                    <a:pt x="149" y="344"/>
                  </a:lnTo>
                  <a:lnTo>
                    <a:pt x="149" y="341"/>
                  </a:lnTo>
                  <a:lnTo>
                    <a:pt x="149" y="341"/>
                  </a:lnTo>
                  <a:lnTo>
                    <a:pt x="149" y="341"/>
                  </a:lnTo>
                  <a:lnTo>
                    <a:pt x="156" y="341"/>
                  </a:lnTo>
                  <a:lnTo>
                    <a:pt x="163" y="341"/>
                  </a:lnTo>
                  <a:lnTo>
                    <a:pt x="170" y="341"/>
                  </a:lnTo>
                  <a:lnTo>
                    <a:pt x="170" y="341"/>
                  </a:lnTo>
                  <a:lnTo>
                    <a:pt x="170" y="344"/>
                  </a:lnTo>
                  <a:lnTo>
                    <a:pt x="173" y="344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8" y="344"/>
                  </a:lnTo>
                  <a:lnTo>
                    <a:pt x="180" y="344"/>
                  </a:lnTo>
                  <a:lnTo>
                    <a:pt x="182" y="344"/>
                  </a:lnTo>
                  <a:lnTo>
                    <a:pt x="189" y="344"/>
                  </a:lnTo>
                  <a:lnTo>
                    <a:pt x="196" y="341"/>
                  </a:lnTo>
                  <a:lnTo>
                    <a:pt x="206" y="341"/>
                  </a:lnTo>
                  <a:lnTo>
                    <a:pt x="215" y="339"/>
                  </a:lnTo>
                  <a:lnTo>
                    <a:pt x="227" y="339"/>
                  </a:lnTo>
                  <a:lnTo>
                    <a:pt x="237" y="337"/>
                  </a:lnTo>
                  <a:lnTo>
                    <a:pt x="249" y="337"/>
                  </a:lnTo>
                  <a:lnTo>
                    <a:pt x="260" y="334"/>
                  </a:lnTo>
                  <a:lnTo>
                    <a:pt x="270" y="334"/>
                  </a:lnTo>
                  <a:lnTo>
                    <a:pt x="279" y="332"/>
                  </a:lnTo>
                  <a:lnTo>
                    <a:pt x="286" y="332"/>
                  </a:lnTo>
                  <a:lnTo>
                    <a:pt x="291" y="329"/>
                  </a:lnTo>
                  <a:lnTo>
                    <a:pt x="296" y="329"/>
                  </a:lnTo>
                  <a:lnTo>
                    <a:pt x="298" y="329"/>
                  </a:lnTo>
                  <a:lnTo>
                    <a:pt x="301" y="329"/>
                  </a:lnTo>
                  <a:lnTo>
                    <a:pt x="305" y="327"/>
                  </a:lnTo>
                  <a:lnTo>
                    <a:pt x="305" y="327"/>
                  </a:lnTo>
                  <a:lnTo>
                    <a:pt x="310" y="327"/>
                  </a:lnTo>
                  <a:lnTo>
                    <a:pt x="312" y="327"/>
                  </a:lnTo>
                  <a:lnTo>
                    <a:pt x="322" y="327"/>
                  </a:lnTo>
                  <a:lnTo>
                    <a:pt x="336" y="325"/>
                  </a:lnTo>
                  <a:lnTo>
                    <a:pt x="353" y="322"/>
                  </a:lnTo>
                  <a:lnTo>
                    <a:pt x="372" y="322"/>
                  </a:lnTo>
                  <a:lnTo>
                    <a:pt x="395" y="320"/>
                  </a:lnTo>
                  <a:lnTo>
                    <a:pt x="419" y="318"/>
                  </a:lnTo>
                  <a:lnTo>
                    <a:pt x="445" y="315"/>
                  </a:lnTo>
                  <a:lnTo>
                    <a:pt x="471" y="313"/>
                  </a:lnTo>
                  <a:lnTo>
                    <a:pt x="495" y="308"/>
                  </a:lnTo>
                  <a:lnTo>
                    <a:pt x="516" y="306"/>
                  </a:lnTo>
                  <a:lnTo>
                    <a:pt x="537" y="306"/>
                  </a:lnTo>
                  <a:lnTo>
                    <a:pt x="554" y="303"/>
                  </a:lnTo>
                  <a:lnTo>
                    <a:pt x="568" y="301"/>
                  </a:lnTo>
                  <a:lnTo>
                    <a:pt x="575" y="301"/>
                  </a:lnTo>
                  <a:lnTo>
                    <a:pt x="580" y="301"/>
                  </a:lnTo>
                  <a:lnTo>
                    <a:pt x="584" y="299"/>
                  </a:lnTo>
                  <a:lnTo>
                    <a:pt x="587" y="299"/>
                  </a:lnTo>
                  <a:lnTo>
                    <a:pt x="589" y="296"/>
                  </a:lnTo>
                  <a:lnTo>
                    <a:pt x="594" y="292"/>
                  </a:lnTo>
                  <a:lnTo>
                    <a:pt x="596" y="292"/>
                  </a:lnTo>
                  <a:lnTo>
                    <a:pt x="596" y="292"/>
                  </a:lnTo>
                  <a:lnTo>
                    <a:pt x="603" y="287"/>
                  </a:lnTo>
                  <a:lnTo>
                    <a:pt x="613" y="284"/>
                  </a:lnTo>
                  <a:lnTo>
                    <a:pt x="615" y="282"/>
                  </a:lnTo>
                  <a:lnTo>
                    <a:pt x="615" y="282"/>
                  </a:lnTo>
                  <a:lnTo>
                    <a:pt x="618" y="282"/>
                  </a:lnTo>
                  <a:lnTo>
                    <a:pt x="620" y="277"/>
                  </a:lnTo>
                  <a:lnTo>
                    <a:pt x="629" y="273"/>
                  </a:lnTo>
                  <a:lnTo>
                    <a:pt x="639" y="270"/>
                  </a:lnTo>
                  <a:lnTo>
                    <a:pt x="641" y="270"/>
                  </a:lnTo>
                  <a:lnTo>
                    <a:pt x="641" y="270"/>
                  </a:lnTo>
                  <a:lnTo>
                    <a:pt x="641" y="268"/>
                  </a:lnTo>
                  <a:lnTo>
                    <a:pt x="641" y="268"/>
                  </a:lnTo>
                  <a:lnTo>
                    <a:pt x="641" y="268"/>
                  </a:lnTo>
                  <a:lnTo>
                    <a:pt x="641" y="265"/>
                  </a:lnTo>
                  <a:lnTo>
                    <a:pt x="641" y="265"/>
                  </a:lnTo>
                  <a:lnTo>
                    <a:pt x="641" y="265"/>
                  </a:lnTo>
                  <a:lnTo>
                    <a:pt x="644" y="263"/>
                  </a:lnTo>
                  <a:lnTo>
                    <a:pt x="644" y="258"/>
                  </a:lnTo>
                  <a:lnTo>
                    <a:pt x="646" y="256"/>
                  </a:lnTo>
                  <a:lnTo>
                    <a:pt x="646" y="256"/>
                  </a:lnTo>
                  <a:lnTo>
                    <a:pt x="646" y="256"/>
                  </a:lnTo>
                  <a:lnTo>
                    <a:pt x="651" y="256"/>
                  </a:lnTo>
                  <a:lnTo>
                    <a:pt x="655" y="251"/>
                  </a:lnTo>
                  <a:lnTo>
                    <a:pt x="662" y="249"/>
                  </a:lnTo>
                  <a:lnTo>
                    <a:pt x="662" y="249"/>
                  </a:lnTo>
                  <a:lnTo>
                    <a:pt x="665" y="247"/>
                  </a:lnTo>
                  <a:lnTo>
                    <a:pt x="665" y="247"/>
                  </a:lnTo>
                  <a:lnTo>
                    <a:pt x="665" y="247"/>
                  </a:lnTo>
                  <a:lnTo>
                    <a:pt x="665" y="244"/>
                  </a:lnTo>
                  <a:lnTo>
                    <a:pt x="665" y="244"/>
                  </a:lnTo>
                  <a:lnTo>
                    <a:pt x="665" y="242"/>
                  </a:lnTo>
                  <a:lnTo>
                    <a:pt x="665" y="242"/>
                  </a:lnTo>
                  <a:lnTo>
                    <a:pt x="665" y="242"/>
                  </a:lnTo>
                  <a:lnTo>
                    <a:pt x="662" y="239"/>
                  </a:lnTo>
                  <a:lnTo>
                    <a:pt x="665" y="237"/>
                  </a:lnTo>
                  <a:lnTo>
                    <a:pt x="665" y="237"/>
                  </a:lnTo>
                  <a:lnTo>
                    <a:pt x="667" y="235"/>
                  </a:lnTo>
                  <a:lnTo>
                    <a:pt x="674" y="228"/>
                  </a:lnTo>
                  <a:lnTo>
                    <a:pt x="677" y="228"/>
                  </a:lnTo>
                  <a:lnTo>
                    <a:pt x="677" y="228"/>
                  </a:lnTo>
                  <a:lnTo>
                    <a:pt x="677" y="228"/>
                  </a:lnTo>
                  <a:lnTo>
                    <a:pt x="677" y="225"/>
                  </a:lnTo>
                  <a:lnTo>
                    <a:pt x="677" y="225"/>
                  </a:lnTo>
                  <a:lnTo>
                    <a:pt x="677" y="225"/>
                  </a:lnTo>
                  <a:lnTo>
                    <a:pt x="677" y="223"/>
                  </a:lnTo>
                  <a:lnTo>
                    <a:pt x="677" y="221"/>
                  </a:lnTo>
                  <a:lnTo>
                    <a:pt x="674" y="218"/>
                  </a:lnTo>
                  <a:lnTo>
                    <a:pt x="677" y="218"/>
                  </a:lnTo>
                  <a:lnTo>
                    <a:pt x="677" y="216"/>
                  </a:lnTo>
                  <a:lnTo>
                    <a:pt x="681" y="211"/>
                  </a:lnTo>
                  <a:lnTo>
                    <a:pt x="691" y="204"/>
                  </a:lnTo>
                  <a:lnTo>
                    <a:pt x="698" y="199"/>
                  </a:lnTo>
                  <a:lnTo>
                    <a:pt x="705" y="194"/>
                  </a:lnTo>
                  <a:lnTo>
                    <a:pt x="707" y="194"/>
                  </a:lnTo>
                  <a:lnTo>
                    <a:pt x="714" y="185"/>
                  </a:lnTo>
                  <a:lnTo>
                    <a:pt x="724" y="176"/>
                  </a:lnTo>
                  <a:lnTo>
                    <a:pt x="729" y="168"/>
                  </a:lnTo>
                  <a:lnTo>
                    <a:pt x="736" y="161"/>
                  </a:lnTo>
                  <a:lnTo>
                    <a:pt x="741" y="154"/>
                  </a:lnTo>
                  <a:lnTo>
                    <a:pt x="738" y="154"/>
                  </a:lnTo>
                  <a:close/>
                  <a:moveTo>
                    <a:pt x="5" y="372"/>
                  </a:moveTo>
                  <a:lnTo>
                    <a:pt x="0" y="374"/>
                  </a:lnTo>
                  <a:lnTo>
                    <a:pt x="0" y="379"/>
                  </a:lnTo>
                  <a:lnTo>
                    <a:pt x="3" y="379"/>
                  </a:lnTo>
                  <a:lnTo>
                    <a:pt x="3" y="381"/>
                  </a:lnTo>
                  <a:lnTo>
                    <a:pt x="10" y="379"/>
                  </a:lnTo>
                  <a:lnTo>
                    <a:pt x="10" y="379"/>
                  </a:lnTo>
                  <a:lnTo>
                    <a:pt x="7" y="374"/>
                  </a:lnTo>
                  <a:lnTo>
                    <a:pt x="5" y="37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8" name="Freeform 39">
              <a:extLst>
                <a:ext uri="{FF2B5EF4-FFF2-40B4-BE49-F238E27FC236}">
                  <a16:creationId xmlns:a16="http://schemas.microsoft.com/office/drawing/2014/main" id="{3D5371D1-0665-49E4-ADA2-B1E1C293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031" y="2876722"/>
              <a:ext cx="699553" cy="359690"/>
            </a:xfrm>
            <a:custGeom>
              <a:avLst/>
              <a:gdLst>
                <a:gd name="T0" fmla="*/ 672 w 741"/>
                <a:gd name="T1" fmla="*/ 372 h 381"/>
                <a:gd name="T2" fmla="*/ 580 w 741"/>
                <a:gd name="T3" fmla="*/ 377 h 381"/>
                <a:gd name="T4" fmla="*/ 485 w 741"/>
                <a:gd name="T5" fmla="*/ 379 h 381"/>
                <a:gd name="T6" fmla="*/ 393 w 741"/>
                <a:gd name="T7" fmla="*/ 381 h 381"/>
                <a:gd name="T8" fmla="*/ 301 w 741"/>
                <a:gd name="T9" fmla="*/ 381 h 381"/>
                <a:gd name="T10" fmla="*/ 208 w 741"/>
                <a:gd name="T11" fmla="*/ 381 h 381"/>
                <a:gd name="T12" fmla="*/ 116 w 741"/>
                <a:gd name="T13" fmla="*/ 381 h 381"/>
                <a:gd name="T14" fmla="*/ 24 w 741"/>
                <a:gd name="T15" fmla="*/ 381 h 381"/>
                <a:gd name="T16" fmla="*/ 0 w 741"/>
                <a:gd name="T17" fmla="*/ 346 h 381"/>
                <a:gd name="T18" fmla="*/ 3 w 741"/>
                <a:gd name="T19" fmla="*/ 298 h 381"/>
                <a:gd name="T20" fmla="*/ 3 w 741"/>
                <a:gd name="T21" fmla="*/ 253 h 381"/>
                <a:gd name="T22" fmla="*/ 3 w 741"/>
                <a:gd name="T23" fmla="*/ 206 h 381"/>
                <a:gd name="T24" fmla="*/ 3 w 741"/>
                <a:gd name="T25" fmla="*/ 159 h 381"/>
                <a:gd name="T26" fmla="*/ 5 w 741"/>
                <a:gd name="T27" fmla="*/ 114 h 381"/>
                <a:gd name="T28" fmla="*/ 5 w 741"/>
                <a:gd name="T29" fmla="*/ 66 h 381"/>
                <a:gd name="T30" fmla="*/ 5 w 741"/>
                <a:gd name="T31" fmla="*/ 22 h 381"/>
                <a:gd name="T32" fmla="*/ 66 w 741"/>
                <a:gd name="T33" fmla="*/ 10 h 381"/>
                <a:gd name="T34" fmla="*/ 147 w 741"/>
                <a:gd name="T35" fmla="*/ 10 h 381"/>
                <a:gd name="T36" fmla="*/ 230 w 741"/>
                <a:gd name="T37" fmla="*/ 10 h 381"/>
                <a:gd name="T38" fmla="*/ 310 w 741"/>
                <a:gd name="T39" fmla="*/ 10 h 381"/>
                <a:gd name="T40" fmla="*/ 391 w 741"/>
                <a:gd name="T41" fmla="*/ 10 h 381"/>
                <a:gd name="T42" fmla="*/ 473 w 741"/>
                <a:gd name="T43" fmla="*/ 7 h 381"/>
                <a:gd name="T44" fmla="*/ 554 w 741"/>
                <a:gd name="T45" fmla="*/ 5 h 381"/>
                <a:gd name="T46" fmla="*/ 634 w 741"/>
                <a:gd name="T47" fmla="*/ 3 h 381"/>
                <a:gd name="T48" fmla="*/ 663 w 741"/>
                <a:gd name="T49" fmla="*/ 7 h 381"/>
                <a:gd name="T50" fmla="*/ 667 w 741"/>
                <a:gd name="T51" fmla="*/ 10 h 381"/>
                <a:gd name="T52" fmla="*/ 670 w 741"/>
                <a:gd name="T53" fmla="*/ 12 h 381"/>
                <a:gd name="T54" fmla="*/ 677 w 741"/>
                <a:gd name="T55" fmla="*/ 17 h 381"/>
                <a:gd name="T56" fmla="*/ 686 w 741"/>
                <a:gd name="T57" fmla="*/ 12 h 381"/>
                <a:gd name="T58" fmla="*/ 691 w 741"/>
                <a:gd name="T59" fmla="*/ 14 h 381"/>
                <a:gd name="T60" fmla="*/ 698 w 741"/>
                <a:gd name="T61" fmla="*/ 19 h 381"/>
                <a:gd name="T62" fmla="*/ 698 w 741"/>
                <a:gd name="T63" fmla="*/ 26 h 381"/>
                <a:gd name="T64" fmla="*/ 700 w 741"/>
                <a:gd name="T65" fmla="*/ 31 h 381"/>
                <a:gd name="T66" fmla="*/ 691 w 741"/>
                <a:gd name="T67" fmla="*/ 31 h 381"/>
                <a:gd name="T68" fmla="*/ 689 w 741"/>
                <a:gd name="T69" fmla="*/ 38 h 381"/>
                <a:gd name="T70" fmla="*/ 681 w 741"/>
                <a:gd name="T71" fmla="*/ 45 h 381"/>
                <a:gd name="T72" fmla="*/ 681 w 741"/>
                <a:gd name="T73" fmla="*/ 52 h 381"/>
                <a:gd name="T74" fmla="*/ 677 w 741"/>
                <a:gd name="T75" fmla="*/ 57 h 381"/>
                <a:gd name="T76" fmla="*/ 684 w 741"/>
                <a:gd name="T77" fmla="*/ 62 h 381"/>
                <a:gd name="T78" fmla="*/ 689 w 741"/>
                <a:gd name="T79" fmla="*/ 69 h 381"/>
                <a:gd name="T80" fmla="*/ 696 w 741"/>
                <a:gd name="T81" fmla="*/ 74 h 381"/>
                <a:gd name="T82" fmla="*/ 700 w 741"/>
                <a:gd name="T83" fmla="*/ 88 h 381"/>
                <a:gd name="T84" fmla="*/ 707 w 741"/>
                <a:gd name="T85" fmla="*/ 95 h 381"/>
                <a:gd name="T86" fmla="*/ 717 w 741"/>
                <a:gd name="T87" fmla="*/ 100 h 381"/>
                <a:gd name="T88" fmla="*/ 724 w 741"/>
                <a:gd name="T89" fmla="*/ 100 h 381"/>
                <a:gd name="T90" fmla="*/ 726 w 741"/>
                <a:gd name="T91" fmla="*/ 102 h 381"/>
                <a:gd name="T92" fmla="*/ 726 w 741"/>
                <a:gd name="T93" fmla="*/ 104 h 381"/>
                <a:gd name="T94" fmla="*/ 729 w 741"/>
                <a:gd name="T95" fmla="*/ 107 h 381"/>
                <a:gd name="T96" fmla="*/ 731 w 741"/>
                <a:gd name="T97" fmla="*/ 164 h 381"/>
                <a:gd name="T98" fmla="*/ 734 w 741"/>
                <a:gd name="T99" fmla="*/ 227 h 381"/>
                <a:gd name="T100" fmla="*/ 736 w 741"/>
                <a:gd name="T101" fmla="*/ 289 h 381"/>
                <a:gd name="T102" fmla="*/ 741 w 741"/>
                <a:gd name="T103" fmla="*/ 35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1" h="381">
                  <a:moveTo>
                    <a:pt x="741" y="369"/>
                  </a:moveTo>
                  <a:lnTo>
                    <a:pt x="717" y="369"/>
                  </a:lnTo>
                  <a:lnTo>
                    <a:pt x="693" y="372"/>
                  </a:lnTo>
                  <a:lnTo>
                    <a:pt x="672" y="372"/>
                  </a:lnTo>
                  <a:lnTo>
                    <a:pt x="648" y="374"/>
                  </a:lnTo>
                  <a:lnTo>
                    <a:pt x="625" y="374"/>
                  </a:lnTo>
                  <a:lnTo>
                    <a:pt x="601" y="374"/>
                  </a:lnTo>
                  <a:lnTo>
                    <a:pt x="580" y="377"/>
                  </a:lnTo>
                  <a:lnTo>
                    <a:pt x="556" y="377"/>
                  </a:lnTo>
                  <a:lnTo>
                    <a:pt x="532" y="377"/>
                  </a:lnTo>
                  <a:lnTo>
                    <a:pt x="509" y="379"/>
                  </a:lnTo>
                  <a:lnTo>
                    <a:pt x="485" y="379"/>
                  </a:lnTo>
                  <a:lnTo>
                    <a:pt x="464" y="379"/>
                  </a:lnTo>
                  <a:lnTo>
                    <a:pt x="440" y="379"/>
                  </a:lnTo>
                  <a:lnTo>
                    <a:pt x="417" y="381"/>
                  </a:lnTo>
                  <a:lnTo>
                    <a:pt x="393" y="381"/>
                  </a:lnTo>
                  <a:lnTo>
                    <a:pt x="372" y="381"/>
                  </a:lnTo>
                  <a:lnTo>
                    <a:pt x="348" y="381"/>
                  </a:lnTo>
                  <a:lnTo>
                    <a:pt x="324" y="381"/>
                  </a:lnTo>
                  <a:lnTo>
                    <a:pt x="301" y="381"/>
                  </a:lnTo>
                  <a:lnTo>
                    <a:pt x="277" y="381"/>
                  </a:lnTo>
                  <a:lnTo>
                    <a:pt x="256" y="381"/>
                  </a:lnTo>
                  <a:lnTo>
                    <a:pt x="232" y="381"/>
                  </a:lnTo>
                  <a:lnTo>
                    <a:pt x="208" y="381"/>
                  </a:lnTo>
                  <a:lnTo>
                    <a:pt x="185" y="381"/>
                  </a:lnTo>
                  <a:lnTo>
                    <a:pt x="161" y="381"/>
                  </a:lnTo>
                  <a:lnTo>
                    <a:pt x="140" y="381"/>
                  </a:lnTo>
                  <a:lnTo>
                    <a:pt x="116" y="381"/>
                  </a:lnTo>
                  <a:lnTo>
                    <a:pt x="92" y="381"/>
                  </a:lnTo>
                  <a:lnTo>
                    <a:pt x="69" y="381"/>
                  </a:lnTo>
                  <a:lnTo>
                    <a:pt x="48" y="381"/>
                  </a:lnTo>
                  <a:lnTo>
                    <a:pt x="24" y="381"/>
                  </a:lnTo>
                  <a:lnTo>
                    <a:pt x="0" y="381"/>
                  </a:lnTo>
                  <a:lnTo>
                    <a:pt x="0" y="369"/>
                  </a:lnTo>
                  <a:lnTo>
                    <a:pt x="0" y="358"/>
                  </a:lnTo>
                  <a:lnTo>
                    <a:pt x="0" y="346"/>
                  </a:lnTo>
                  <a:lnTo>
                    <a:pt x="0" y="334"/>
                  </a:lnTo>
                  <a:lnTo>
                    <a:pt x="0" y="322"/>
                  </a:lnTo>
                  <a:lnTo>
                    <a:pt x="0" y="310"/>
                  </a:lnTo>
                  <a:lnTo>
                    <a:pt x="3" y="298"/>
                  </a:lnTo>
                  <a:lnTo>
                    <a:pt x="3" y="287"/>
                  </a:lnTo>
                  <a:lnTo>
                    <a:pt x="3" y="275"/>
                  </a:lnTo>
                  <a:lnTo>
                    <a:pt x="3" y="263"/>
                  </a:lnTo>
                  <a:lnTo>
                    <a:pt x="3" y="253"/>
                  </a:lnTo>
                  <a:lnTo>
                    <a:pt x="3" y="242"/>
                  </a:lnTo>
                  <a:lnTo>
                    <a:pt x="3" y="230"/>
                  </a:lnTo>
                  <a:lnTo>
                    <a:pt x="3" y="218"/>
                  </a:lnTo>
                  <a:lnTo>
                    <a:pt x="3" y="206"/>
                  </a:lnTo>
                  <a:lnTo>
                    <a:pt x="3" y="194"/>
                  </a:lnTo>
                  <a:lnTo>
                    <a:pt x="3" y="182"/>
                  </a:lnTo>
                  <a:lnTo>
                    <a:pt x="3" y="171"/>
                  </a:lnTo>
                  <a:lnTo>
                    <a:pt x="3" y="159"/>
                  </a:lnTo>
                  <a:lnTo>
                    <a:pt x="3" y="147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5" y="114"/>
                  </a:lnTo>
                  <a:lnTo>
                    <a:pt x="5" y="102"/>
                  </a:lnTo>
                  <a:lnTo>
                    <a:pt x="5" y="90"/>
                  </a:lnTo>
                  <a:lnTo>
                    <a:pt x="5" y="78"/>
                  </a:lnTo>
                  <a:lnTo>
                    <a:pt x="5" y="66"/>
                  </a:lnTo>
                  <a:lnTo>
                    <a:pt x="5" y="55"/>
                  </a:lnTo>
                  <a:lnTo>
                    <a:pt x="5" y="43"/>
                  </a:lnTo>
                  <a:lnTo>
                    <a:pt x="5" y="31"/>
                  </a:lnTo>
                  <a:lnTo>
                    <a:pt x="5" y="22"/>
                  </a:lnTo>
                  <a:lnTo>
                    <a:pt x="5" y="10"/>
                  </a:lnTo>
                  <a:lnTo>
                    <a:pt x="26" y="10"/>
                  </a:lnTo>
                  <a:lnTo>
                    <a:pt x="48" y="10"/>
                  </a:lnTo>
                  <a:lnTo>
                    <a:pt x="66" y="10"/>
                  </a:lnTo>
                  <a:lnTo>
                    <a:pt x="88" y="10"/>
                  </a:lnTo>
                  <a:lnTo>
                    <a:pt x="107" y="10"/>
                  </a:lnTo>
                  <a:lnTo>
                    <a:pt x="128" y="10"/>
                  </a:lnTo>
                  <a:lnTo>
                    <a:pt x="147" y="10"/>
                  </a:lnTo>
                  <a:lnTo>
                    <a:pt x="168" y="10"/>
                  </a:lnTo>
                  <a:lnTo>
                    <a:pt x="189" y="10"/>
                  </a:lnTo>
                  <a:lnTo>
                    <a:pt x="208" y="10"/>
                  </a:lnTo>
                  <a:lnTo>
                    <a:pt x="230" y="10"/>
                  </a:lnTo>
                  <a:lnTo>
                    <a:pt x="249" y="10"/>
                  </a:lnTo>
                  <a:lnTo>
                    <a:pt x="270" y="10"/>
                  </a:lnTo>
                  <a:lnTo>
                    <a:pt x="289" y="10"/>
                  </a:lnTo>
                  <a:lnTo>
                    <a:pt x="310" y="10"/>
                  </a:lnTo>
                  <a:lnTo>
                    <a:pt x="331" y="10"/>
                  </a:lnTo>
                  <a:lnTo>
                    <a:pt x="350" y="10"/>
                  </a:lnTo>
                  <a:lnTo>
                    <a:pt x="372" y="10"/>
                  </a:lnTo>
                  <a:lnTo>
                    <a:pt x="391" y="10"/>
                  </a:lnTo>
                  <a:lnTo>
                    <a:pt x="412" y="10"/>
                  </a:lnTo>
                  <a:lnTo>
                    <a:pt x="431" y="7"/>
                  </a:lnTo>
                  <a:lnTo>
                    <a:pt x="452" y="7"/>
                  </a:lnTo>
                  <a:lnTo>
                    <a:pt x="473" y="7"/>
                  </a:lnTo>
                  <a:lnTo>
                    <a:pt x="492" y="7"/>
                  </a:lnTo>
                  <a:lnTo>
                    <a:pt x="514" y="7"/>
                  </a:lnTo>
                  <a:lnTo>
                    <a:pt x="532" y="5"/>
                  </a:lnTo>
                  <a:lnTo>
                    <a:pt x="554" y="5"/>
                  </a:lnTo>
                  <a:lnTo>
                    <a:pt x="575" y="5"/>
                  </a:lnTo>
                  <a:lnTo>
                    <a:pt x="594" y="3"/>
                  </a:lnTo>
                  <a:lnTo>
                    <a:pt x="615" y="3"/>
                  </a:lnTo>
                  <a:lnTo>
                    <a:pt x="634" y="3"/>
                  </a:lnTo>
                  <a:lnTo>
                    <a:pt x="655" y="0"/>
                  </a:lnTo>
                  <a:lnTo>
                    <a:pt x="660" y="5"/>
                  </a:lnTo>
                  <a:lnTo>
                    <a:pt x="663" y="7"/>
                  </a:lnTo>
                  <a:lnTo>
                    <a:pt x="663" y="7"/>
                  </a:lnTo>
                  <a:lnTo>
                    <a:pt x="665" y="7"/>
                  </a:lnTo>
                  <a:lnTo>
                    <a:pt x="665" y="10"/>
                  </a:lnTo>
                  <a:lnTo>
                    <a:pt x="665" y="10"/>
                  </a:lnTo>
                  <a:lnTo>
                    <a:pt x="667" y="10"/>
                  </a:lnTo>
                  <a:lnTo>
                    <a:pt x="667" y="12"/>
                  </a:lnTo>
                  <a:lnTo>
                    <a:pt x="667" y="12"/>
                  </a:lnTo>
                  <a:lnTo>
                    <a:pt x="670" y="12"/>
                  </a:lnTo>
                  <a:lnTo>
                    <a:pt x="670" y="12"/>
                  </a:lnTo>
                  <a:lnTo>
                    <a:pt x="672" y="12"/>
                  </a:lnTo>
                  <a:lnTo>
                    <a:pt x="672" y="14"/>
                  </a:lnTo>
                  <a:lnTo>
                    <a:pt x="674" y="17"/>
                  </a:lnTo>
                  <a:lnTo>
                    <a:pt x="677" y="17"/>
                  </a:lnTo>
                  <a:lnTo>
                    <a:pt x="679" y="17"/>
                  </a:lnTo>
                  <a:lnTo>
                    <a:pt x="681" y="14"/>
                  </a:lnTo>
                  <a:lnTo>
                    <a:pt x="684" y="12"/>
                  </a:lnTo>
                  <a:lnTo>
                    <a:pt x="686" y="12"/>
                  </a:lnTo>
                  <a:lnTo>
                    <a:pt x="689" y="12"/>
                  </a:lnTo>
                  <a:lnTo>
                    <a:pt x="691" y="12"/>
                  </a:lnTo>
                  <a:lnTo>
                    <a:pt x="691" y="12"/>
                  </a:lnTo>
                  <a:lnTo>
                    <a:pt x="691" y="14"/>
                  </a:lnTo>
                  <a:lnTo>
                    <a:pt x="691" y="14"/>
                  </a:lnTo>
                  <a:lnTo>
                    <a:pt x="691" y="17"/>
                  </a:lnTo>
                  <a:lnTo>
                    <a:pt x="693" y="17"/>
                  </a:lnTo>
                  <a:lnTo>
                    <a:pt x="698" y="19"/>
                  </a:lnTo>
                  <a:lnTo>
                    <a:pt x="698" y="22"/>
                  </a:lnTo>
                  <a:lnTo>
                    <a:pt x="698" y="22"/>
                  </a:lnTo>
                  <a:lnTo>
                    <a:pt x="698" y="26"/>
                  </a:lnTo>
                  <a:lnTo>
                    <a:pt x="698" y="26"/>
                  </a:lnTo>
                  <a:lnTo>
                    <a:pt x="698" y="29"/>
                  </a:lnTo>
                  <a:lnTo>
                    <a:pt x="698" y="29"/>
                  </a:lnTo>
                  <a:lnTo>
                    <a:pt x="700" y="29"/>
                  </a:lnTo>
                  <a:lnTo>
                    <a:pt x="700" y="31"/>
                  </a:lnTo>
                  <a:lnTo>
                    <a:pt x="698" y="33"/>
                  </a:lnTo>
                  <a:lnTo>
                    <a:pt x="696" y="33"/>
                  </a:lnTo>
                  <a:lnTo>
                    <a:pt x="691" y="31"/>
                  </a:lnTo>
                  <a:lnTo>
                    <a:pt x="691" y="31"/>
                  </a:lnTo>
                  <a:lnTo>
                    <a:pt x="689" y="33"/>
                  </a:lnTo>
                  <a:lnTo>
                    <a:pt x="689" y="33"/>
                  </a:lnTo>
                  <a:lnTo>
                    <a:pt x="689" y="38"/>
                  </a:lnTo>
                  <a:lnTo>
                    <a:pt x="689" y="38"/>
                  </a:lnTo>
                  <a:lnTo>
                    <a:pt x="689" y="38"/>
                  </a:lnTo>
                  <a:lnTo>
                    <a:pt x="686" y="40"/>
                  </a:lnTo>
                  <a:lnTo>
                    <a:pt x="684" y="43"/>
                  </a:lnTo>
                  <a:lnTo>
                    <a:pt x="681" y="45"/>
                  </a:lnTo>
                  <a:lnTo>
                    <a:pt x="681" y="48"/>
                  </a:lnTo>
                  <a:lnTo>
                    <a:pt x="681" y="50"/>
                  </a:lnTo>
                  <a:lnTo>
                    <a:pt x="681" y="50"/>
                  </a:lnTo>
                  <a:lnTo>
                    <a:pt x="681" y="52"/>
                  </a:lnTo>
                  <a:lnTo>
                    <a:pt x="681" y="52"/>
                  </a:lnTo>
                  <a:lnTo>
                    <a:pt x="679" y="52"/>
                  </a:lnTo>
                  <a:lnTo>
                    <a:pt x="677" y="52"/>
                  </a:lnTo>
                  <a:lnTo>
                    <a:pt x="677" y="57"/>
                  </a:lnTo>
                  <a:lnTo>
                    <a:pt x="679" y="59"/>
                  </a:lnTo>
                  <a:lnTo>
                    <a:pt x="681" y="59"/>
                  </a:lnTo>
                  <a:lnTo>
                    <a:pt x="681" y="62"/>
                  </a:lnTo>
                  <a:lnTo>
                    <a:pt x="684" y="62"/>
                  </a:lnTo>
                  <a:lnTo>
                    <a:pt x="686" y="66"/>
                  </a:lnTo>
                  <a:lnTo>
                    <a:pt x="686" y="66"/>
                  </a:lnTo>
                  <a:lnTo>
                    <a:pt x="686" y="69"/>
                  </a:lnTo>
                  <a:lnTo>
                    <a:pt x="689" y="69"/>
                  </a:lnTo>
                  <a:lnTo>
                    <a:pt x="693" y="71"/>
                  </a:lnTo>
                  <a:lnTo>
                    <a:pt x="693" y="71"/>
                  </a:lnTo>
                  <a:lnTo>
                    <a:pt x="693" y="74"/>
                  </a:lnTo>
                  <a:lnTo>
                    <a:pt x="696" y="74"/>
                  </a:lnTo>
                  <a:lnTo>
                    <a:pt x="698" y="76"/>
                  </a:lnTo>
                  <a:lnTo>
                    <a:pt x="698" y="78"/>
                  </a:lnTo>
                  <a:lnTo>
                    <a:pt x="698" y="83"/>
                  </a:lnTo>
                  <a:lnTo>
                    <a:pt x="700" y="88"/>
                  </a:lnTo>
                  <a:lnTo>
                    <a:pt x="705" y="90"/>
                  </a:lnTo>
                  <a:lnTo>
                    <a:pt x="705" y="90"/>
                  </a:lnTo>
                  <a:lnTo>
                    <a:pt x="705" y="93"/>
                  </a:lnTo>
                  <a:lnTo>
                    <a:pt x="707" y="95"/>
                  </a:lnTo>
                  <a:lnTo>
                    <a:pt x="707" y="97"/>
                  </a:lnTo>
                  <a:lnTo>
                    <a:pt x="710" y="97"/>
                  </a:lnTo>
                  <a:lnTo>
                    <a:pt x="715" y="100"/>
                  </a:lnTo>
                  <a:lnTo>
                    <a:pt x="717" y="100"/>
                  </a:lnTo>
                  <a:lnTo>
                    <a:pt x="719" y="100"/>
                  </a:lnTo>
                  <a:lnTo>
                    <a:pt x="722" y="100"/>
                  </a:lnTo>
                  <a:lnTo>
                    <a:pt x="722" y="100"/>
                  </a:lnTo>
                  <a:lnTo>
                    <a:pt x="724" y="100"/>
                  </a:lnTo>
                  <a:lnTo>
                    <a:pt x="724" y="100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726" y="102"/>
                  </a:lnTo>
                  <a:lnTo>
                    <a:pt x="729" y="102"/>
                  </a:lnTo>
                  <a:lnTo>
                    <a:pt x="729" y="104"/>
                  </a:lnTo>
                  <a:lnTo>
                    <a:pt x="726" y="104"/>
                  </a:lnTo>
                  <a:lnTo>
                    <a:pt x="726" y="104"/>
                  </a:lnTo>
                  <a:lnTo>
                    <a:pt x="726" y="107"/>
                  </a:lnTo>
                  <a:lnTo>
                    <a:pt x="726" y="107"/>
                  </a:lnTo>
                  <a:lnTo>
                    <a:pt x="729" y="107"/>
                  </a:lnTo>
                  <a:lnTo>
                    <a:pt x="729" y="107"/>
                  </a:lnTo>
                  <a:lnTo>
                    <a:pt x="729" y="116"/>
                  </a:lnTo>
                  <a:lnTo>
                    <a:pt x="729" y="133"/>
                  </a:lnTo>
                  <a:lnTo>
                    <a:pt x="729" y="147"/>
                  </a:lnTo>
                  <a:lnTo>
                    <a:pt x="731" y="164"/>
                  </a:lnTo>
                  <a:lnTo>
                    <a:pt x="731" y="180"/>
                  </a:lnTo>
                  <a:lnTo>
                    <a:pt x="731" y="194"/>
                  </a:lnTo>
                  <a:lnTo>
                    <a:pt x="734" y="211"/>
                  </a:lnTo>
                  <a:lnTo>
                    <a:pt x="734" y="227"/>
                  </a:lnTo>
                  <a:lnTo>
                    <a:pt x="734" y="242"/>
                  </a:lnTo>
                  <a:lnTo>
                    <a:pt x="736" y="258"/>
                  </a:lnTo>
                  <a:lnTo>
                    <a:pt x="736" y="275"/>
                  </a:lnTo>
                  <a:lnTo>
                    <a:pt x="736" y="289"/>
                  </a:lnTo>
                  <a:lnTo>
                    <a:pt x="738" y="306"/>
                  </a:lnTo>
                  <a:lnTo>
                    <a:pt x="738" y="322"/>
                  </a:lnTo>
                  <a:lnTo>
                    <a:pt x="738" y="336"/>
                  </a:lnTo>
                  <a:lnTo>
                    <a:pt x="741" y="353"/>
                  </a:lnTo>
                  <a:lnTo>
                    <a:pt x="741" y="369"/>
                  </a:lnTo>
                  <a:lnTo>
                    <a:pt x="741" y="36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59" name="Freeform 40">
              <a:extLst>
                <a:ext uri="{FF2B5EF4-FFF2-40B4-BE49-F238E27FC236}">
                  <a16:creationId xmlns:a16="http://schemas.microsoft.com/office/drawing/2014/main" id="{4388A4A5-20D7-4104-A48B-EAA10918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899" y="2588781"/>
              <a:ext cx="292661" cy="495635"/>
            </a:xfrm>
            <a:custGeom>
              <a:avLst/>
              <a:gdLst>
                <a:gd name="T0" fmla="*/ 301 w 310"/>
                <a:gd name="T1" fmla="*/ 348 h 525"/>
                <a:gd name="T2" fmla="*/ 298 w 310"/>
                <a:gd name="T3" fmla="*/ 331 h 525"/>
                <a:gd name="T4" fmla="*/ 296 w 310"/>
                <a:gd name="T5" fmla="*/ 277 h 525"/>
                <a:gd name="T6" fmla="*/ 286 w 310"/>
                <a:gd name="T7" fmla="*/ 206 h 525"/>
                <a:gd name="T8" fmla="*/ 277 w 310"/>
                <a:gd name="T9" fmla="*/ 137 h 525"/>
                <a:gd name="T10" fmla="*/ 270 w 310"/>
                <a:gd name="T11" fmla="*/ 66 h 525"/>
                <a:gd name="T12" fmla="*/ 253 w 310"/>
                <a:gd name="T13" fmla="*/ 2 h 525"/>
                <a:gd name="T14" fmla="*/ 201 w 310"/>
                <a:gd name="T15" fmla="*/ 9 h 525"/>
                <a:gd name="T16" fmla="*/ 145 w 310"/>
                <a:gd name="T17" fmla="*/ 16 h 525"/>
                <a:gd name="T18" fmla="*/ 85 w 310"/>
                <a:gd name="T19" fmla="*/ 24 h 525"/>
                <a:gd name="T20" fmla="*/ 19 w 310"/>
                <a:gd name="T21" fmla="*/ 45 h 525"/>
                <a:gd name="T22" fmla="*/ 5 w 310"/>
                <a:gd name="T23" fmla="*/ 38 h 525"/>
                <a:gd name="T24" fmla="*/ 17 w 310"/>
                <a:gd name="T25" fmla="*/ 144 h 525"/>
                <a:gd name="T26" fmla="*/ 31 w 310"/>
                <a:gd name="T27" fmla="*/ 286 h 525"/>
                <a:gd name="T28" fmla="*/ 29 w 310"/>
                <a:gd name="T29" fmla="*/ 336 h 525"/>
                <a:gd name="T30" fmla="*/ 29 w 310"/>
                <a:gd name="T31" fmla="*/ 360 h 525"/>
                <a:gd name="T32" fmla="*/ 40 w 310"/>
                <a:gd name="T33" fmla="*/ 374 h 525"/>
                <a:gd name="T34" fmla="*/ 45 w 310"/>
                <a:gd name="T35" fmla="*/ 395 h 525"/>
                <a:gd name="T36" fmla="*/ 38 w 310"/>
                <a:gd name="T37" fmla="*/ 412 h 525"/>
                <a:gd name="T38" fmla="*/ 36 w 310"/>
                <a:gd name="T39" fmla="*/ 421 h 525"/>
                <a:gd name="T40" fmla="*/ 36 w 310"/>
                <a:gd name="T41" fmla="*/ 431 h 525"/>
                <a:gd name="T42" fmla="*/ 33 w 310"/>
                <a:gd name="T43" fmla="*/ 435 h 525"/>
                <a:gd name="T44" fmla="*/ 26 w 310"/>
                <a:gd name="T45" fmla="*/ 447 h 525"/>
                <a:gd name="T46" fmla="*/ 19 w 310"/>
                <a:gd name="T47" fmla="*/ 457 h 525"/>
                <a:gd name="T48" fmla="*/ 17 w 310"/>
                <a:gd name="T49" fmla="*/ 459 h 525"/>
                <a:gd name="T50" fmla="*/ 12 w 310"/>
                <a:gd name="T51" fmla="*/ 461 h 525"/>
                <a:gd name="T52" fmla="*/ 7 w 310"/>
                <a:gd name="T53" fmla="*/ 469 h 525"/>
                <a:gd name="T54" fmla="*/ 10 w 310"/>
                <a:gd name="T55" fmla="*/ 476 h 525"/>
                <a:gd name="T56" fmla="*/ 7 w 310"/>
                <a:gd name="T57" fmla="*/ 485 h 525"/>
                <a:gd name="T58" fmla="*/ 7 w 310"/>
                <a:gd name="T59" fmla="*/ 492 h 525"/>
                <a:gd name="T60" fmla="*/ 5 w 310"/>
                <a:gd name="T61" fmla="*/ 502 h 525"/>
                <a:gd name="T62" fmla="*/ 5 w 310"/>
                <a:gd name="T63" fmla="*/ 511 h 525"/>
                <a:gd name="T64" fmla="*/ 7 w 310"/>
                <a:gd name="T65" fmla="*/ 521 h 525"/>
                <a:gd name="T66" fmla="*/ 5 w 310"/>
                <a:gd name="T67" fmla="*/ 523 h 525"/>
                <a:gd name="T68" fmla="*/ 22 w 310"/>
                <a:gd name="T69" fmla="*/ 518 h 525"/>
                <a:gd name="T70" fmla="*/ 24 w 310"/>
                <a:gd name="T71" fmla="*/ 509 h 525"/>
                <a:gd name="T72" fmla="*/ 38 w 310"/>
                <a:gd name="T73" fmla="*/ 509 h 525"/>
                <a:gd name="T74" fmla="*/ 45 w 310"/>
                <a:gd name="T75" fmla="*/ 516 h 525"/>
                <a:gd name="T76" fmla="*/ 48 w 310"/>
                <a:gd name="T77" fmla="*/ 499 h 525"/>
                <a:gd name="T78" fmla="*/ 55 w 310"/>
                <a:gd name="T79" fmla="*/ 504 h 525"/>
                <a:gd name="T80" fmla="*/ 76 w 310"/>
                <a:gd name="T81" fmla="*/ 502 h 525"/>
                <a:gd name="T82" fmla="*/ 92 w 310"/>
                <a:gd name="T83" fmla="*/ 509 h 525"/>
                <a:gd name="T84" fmla="*/ 102 w 310"/>
                <a:gd name="T85" fmla="*/ 513 h 525"/>
                <a:gd name="T86" fmla="*/ 116 w 310"/>
                <a:gd name="T87" fmla="*/ 495 h 525"/>
                <a:gd name="T88" fmla="*/ 130 w 310"/>
                <a:gd name="T89" fmla="*/ 495 h 525"/>
                <a:gd name="T90" fmla="*/ 145 w 310"/>
                <a:gd name="T91" fmla="*/ 502 h 525"/>
                <a:gd name="T92" fmla="*/ 154 w 310"/>
                <a:gd name="T93" fmla="*/ 490 h 525"/>
                <a:gd name="T94" fmla="*/ 161 w 310"/>
                <a:gd name="T95" fmla="*/ 473 h 525"/>
                <a:gd name="T96" fmla="*/ 161 w 310"/>
                <a:gd name="T97" fmla="*/ 464 h 525"/>
                <a:gd name="T98" fmla="*/ 171 w 310"/>
                <a:gd name="T99" fmla="*/ 461 h 525"/>
                <a:gd name="T100" fmla="*/ 175 w 310"/>
                <a:gd name="T101" fmla="*/ 459 h 525"/>
                <a:gd name="T102" fmla="*/ 185 w 310"/>
                <a:gd name="T103" fmla="*/ 473 h 525"/>
                <a:gd name="T104" fmla="*/ 204 w 310"/>
                <a:gd name="T105" fmla="*/ 476 h 525"/>
                <a:gd name="T106" fmla="*/ 213 w 310"/>
                <a:gd name="T107" fmla="*/ 466 h 525"/>
                <a:gd name="T108" fmla="*/ 218 w 310"/>
                <a:gd name="T109" fmla="*/ 440 h 525"/>
                <a:gd name="T110" fmla="*/ 225 w 310"/>
                <a:gd name="T111" fmla="*/ 440 h 525"/>
                <a:gd name="T112" fmla="*/ 242 w 310"/>
                <a:gd name="T113" fmla="*/ 414 h 525"/>
                <a:gd name="T114" fmla="*/ 253 w 310"/>
                <a:gd name="T115" fmla="*/ 398 h 525"/>
                <a:gd name="T116" fmla="*/ 260 w 310"/>
                <a:gd name="T117" fmla="*/ 376 h 525"/>
                <a:gd name="T118" fmla="*/ 296 w 310"/>
                <a:gd name="T119" fmla="*/ 364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0" h="525">
                  <a:moveTo>
                    <a:pt x="308" y="355"/>
                  </a:moveTo>
                  <a:lnTo>
                    <a:pt x="310" y="353"/>
                  </a:lnTo>
                  <a:lnTo>
                    <a:pt x="310" y="350"/>
                  </a:lnTo>
                  <a:lnTo>
                    <a:pt x="308" y="350"/>
                  </a:lnTo>
                  <a:lnTo>
                    <a:pt x="303" y="350"/>
                  </a:lnTo>
                  <a:lnTo>
                    <a:pt x="301" y="350"/>
                  </a:lnTo>
                  <a:lnTo>
                    <a:pt x="301" y="348"/>
                  </a:lnTo>
                  <a:lnTo>
                    <a:pt x="301" y="348"/>
                  </a:lnTo>
                  <a:lnTo>
                    <a:pt x="303" y="343"/>
                  </a:lnTo>
                  <a:lnTo>
                    <a:pt x="305" y="341"/>
                  </a:lnTo>
                  <a:lnTo>
                    <a:pt x="303" y="338"/>
                  </a:lnTo>
                  <a:lnTo>
                    <a:pt x="303" y="336"/>
                  </a:lnTo>
                  <a:lnTo>
                    <a:pt x="298" y="334"/>
                  </a:lnTo>
                  <a:lnTo>
                    <a:pt x="298" y="331"/>
                  </a:lnTo>
                  <a:lnTo>
                    <a:pt x="301" y="327"/>
                  </a:lnTo>
                  <a:lnTo>
                    <a:pt x="303" y="327"/>
                  </a:lnTo>
                  <a:lnTo>
                    <a:pt x="301" y="315"/>
                  </a:lnTo>
                  <a:lnTo>
                    <a:pt x="301" y="305"/>
                  </a:lnTo>
                  <a:lnTo>
                    <a:pt x="298" y="296"/>
                  </a:lnTo>
                  <a:lnTo>
                    <a:pt x="298" y="286"/>
                  </a:lnTo>
                  <a:lnTo>
                    <a:pt x="296" y="277"/>
                  </a:lnTo>
                  <a:lnTo>
                    <a:pt x="294" y="265"/>
                  </a:lnTo>
                  <a:lnTo>
                    <a:pt x="294" y="256"/>
                  </a:lnTo>
                  <a:lnTo>
                    <a:pt x="291" y="246"/>
                  </a:lnTo>
                  <a:lnTo>
                    <a:pt x="291" y="237"/>
                  </a:lnTo>
                  <a:lnTo>
                    <a:pt x="289" y="227"/>
                  </a:lnTo>
                  <a:lnTo>
                    <a:pt x="289" y="215"/>
                  </a:lnTo>
                  <a:lnTo>
                    <a:pt x="286" y="206"/>
                  </a:lnTo>
                  <a:lnTo>
                    <a:pt x="286" y="196"/>
                  </a:lnTo>
                  <a:lnTo>
                    <a:pt x="284" y="187"/>
                  </a:lnTo>
                  <a:lnTo>
                    <a:pt x="284" y="177"/>
                  </a:lnTo>
                  <a:lnTo>
                    <a:pt x="282" y="166"/>
                  </a:lnTo>
                  <a:lnTo>
                    <a:pt x="282" y="156"/>
                  </a:lnTo>
                  <a:lnTo>
                    <a:pt x="279" y="147"/>
                  </a:lnTo>
                  <a:lnTo>
                    <a:pt x="277" y="137"/>
                  </a:lnTo>
                  <a:lnTo>
                    <a:pt x="277" y="128"/>
                  </a:lnTo>
                  <a:lnTo>
                    <a:pt x="275" y="116"/>
                  </a:lnTo>
                  <a:lnTo>
                    <a:pt x="275" y="106"/>
                  </a:lnTo>
                  <a:lnTo>
                    <a:pt x="272" y="97"/>
                  </a:lnTo>
                  <a:lnTo>
                    <a:pt x="272" y="87"/>
                  </a:lnTo>
                  <a:lnTo>
                    <a:pt x="270" y="78"/>
                  </a:lnTo>
                  <a:lnTo>
                    <a:pt x="270" y="66"/>
                  </a:lnTo>
                  <a:lnTo>
                    <a:pt x="268" y="57"/>
                  </a:lnTo>
                  <a:lnTo>
                    <a:pt x="268" y="47"/>
                  </a:lnTo>
                  <a:lnTo>
                    <a:pt x="263" y="28"/>
                  </a:lnTo>
                  <a:lnTo>
                    <a:pt x="263" y="16"/>
                  </a:lnTo>
                  <a:lnTo>
                    <a:pt x="260" y="7"/>
                  </a:lnTo>
                  <a:lnTo>
                    <a:pt x="260" y="0"/>
                  </a:lnTo>
                  <a:lnTo>
                    <a:pt x="253" y="2"/>
                  </a:lnTo>
                  <a:lnTo>
                    <a:pt x="246" y="2"/>
                  </a:lnTo>
                  <a:lnTo>
                    <a:pt x="239" y="5"/>
                  </a:lnTo>
                  <a:lnTo>
                    <a:pt x="232" y="5"/>
                  </a:lnTo>
                  <a:lnTo>
                    <a:pt x="225" y="5"/>
                  </a:lnTo>
                  <a:lnTo>
                    <a:pt x="215" y="7"/>
                  </a:lnTo>
                  <a:lnTo>
                    <a:pt x="208" y="7"/>
                  </a:lnTo>
                  <a:lnTo>
                    <a:pt x="201" y="9"/>
                  </a:lnTo>
                  <a:lnTo>
                    <a:pt x="194" y="9"/>
                  </a:lnTo>
                  <a:lnTo>
                    <a:pt x="187" y="9"/>
                  </a:lnTo>
                  <a:lnTo>
                    <a:pt x="180" y="12"/>
                  </a:lnTo>
                  <a:lnTo>
                    <a:pt x="173" y="12"/>
                  </a:lnTo>
                  <a:lnTo>
                    <a:pt x="166" y="14"/>
                  </a:lnTo>
                  <a:lnTo>
                    <a:pt x="152" y="14"/>
                  </a:lnTo>
                  <a:lnTo>
                    <a:pt x="145" y="16"/>
                  </a:lnTo>
                  <a:lnTo>
                    <a:pt x="137" y="16"/>
                  </a:lnTo>
                  <a:lnTo>
                    <a:pt x="128" y="19"/>
                  </a:lnTo>
                  <a:lnTo>
                    <a:pt x="121" y="19"/>
                  </a:lnTo>
                  <a:lnTo>
                    <a:pt x="107" y="21"/>
                  </a:lnTo>
                  <a:lnTo>
                    <a:pt x="100" y="21"/>
                  </a:lnTo>
                  <a:lnTo>
                    <a:pt x="92" y="21"/>
                  </a:lnTo>
                  <a:lnTo>
                    <a:pt x="85" y="24"/>
                  </a:lnTo>
                  <a:lnTo>
                    <a:pt x="78" y="24"/>
                  </a:lnTo>
                  <a:lnTo>
                    <a:pt x="71" y="26"/>
                  </a:lnTo>
                  <a:lnTo>
                    <a:pt x="69" y="26"/>
                  </a:lnTo>
                  <a:lnTo>
                    <a:pt x="52" y="38"/>
                  </a:lnTo>
                  <a:lnTo>
                    <a:pt x="36" y="45"/>
                  </a:lnTo>
                  <a:lnTo>
                    <a:pt x="26" y="47"/>
                  </a:lnTo>
                  <a:lnTo>
                    <a:pt x="19" y="45"/>
                  </a:lnTo>
                  <a:lnTo>
                    <a:pt x="17" y="45"/>
                  </a:lnTo>
                  <a:lnTo>
                    <a:pt x="14" y="45"/>
                  </a:lnTo>
                  <a:lnTo>
                    <a:pt x="14" y="42"/>
                  </a:lnTo>
                  <a:lnTo>
                    <a:pt x="14" y="40"/>
                  </a:lnTo>
                  <a:lnTo>
                    <a:pt x="10" y="42"/>
                  </a:lnTo>
                  <a:lnTo>
                    <a:pt x="7" y="40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7" y="57"/>
                  </a:lnTo>
                  <a:lnTo>
                    <a:pt x="7" y="73"/>
                  </a:lnTo>
                  <a:lnTo>
                    <a:pt x="10" y="90"/>
                  </a:lnTo>
                  <a:lnTo>
                    <a:pt x="12" y="109"/>
                  </a:lnTo>
                  <a:lnTo>
                    <a:pt x="14" y="125"/>
                  </a:lnTo>
                  <a:lnTo>
                    <a:pt x="17" y="144"/>
                  </a:lnTo>
                  <a:lnTo>
                    <a:pt x="17" y="161"/>
                  </a:lnTo>
                  <a:lnTo>
                    <a:pt x="19" y="180"/>
                  </a:lnTo>
                  <a:lnTo>
                    <a:pt x="22" y="196"/>
                  </a:lnTo>
                  <a:lnTo>
                    <a:pt x="24" y="215"/>
                  </a:lnTo>
                  <a:lnTo>
                    <a:pt x="26" y="232"/>
                  </a:lnTo>
                  <a:lnTo>
                    <a:pt x="29" y="267"/>
                  </a:lnTo>
                  <a:lnTo>
                    <a:pt x="31" y="286"/>
                  </a:lnTo>
                  <a:lnTo>
                    <a:pt x="33" y="303"/>
                  </a:lnTo>
                  <a:lnTo>
                    <a:pt x="36" y="322"/>
                  </a:lnTo>
                  <a:lnTo>
                    <a:pt x="36" y="327"/>
                  </a:lnTo>
                  <a:lnTo>
                    <a:pt x="36" y="327"/>
                  </a:lnTo>
                  <a:lnTo>
                    <a:pt x="31" y="331"/>
                  </a:lnTo>
                  <a:lnTo>
                    <a:pt x="29" y="331"/>
                  </a:lnTo>
                  <a:lnTo>
                    <a:pt x="29" y="336"/>
                  </a:lnTo>
                  <a:lnTo>
                    <a:pt x="29" y="336"/>
                  </a:lnTo>
                  <a:lnTo>
                    <a:pt x="31" y="341"/>
                  </a:lnTo>
                  <a:lnTo>
                    <a:pt x="31" y="345"/>
                  </a:lnTo>
                  <a:lnTo>
                    <a:pt x="26" y="353"/>
                  </a:lnTo>
                  <a:lnTo>
                    <a:pt x="26" y="357"/>
                  </a:lnTo>
                  <a:lnTo>
                    <a:pt x="26" y="360"/>
                  </a:lnTo>
                  <a:lnTo>
                    <a:pt x="29" y="360"/>
                  </a:lnTo>
                  <a:lnTo>
                    <a:pt x="29" y="360"/>
                  </a:lnTo>
                  <a:lnTo>
                    <a:pt x="33" y="362"/>
                  </a:lnTo>
                  <a:lnTo>
                    <a:pt x="33" y="364"/>
                  </a:lnTo>
                  <a:lnTo>
                    <a:pt x="36" y="369"/>
                  </a:lnTo>
                  <a:lnTo>
                    <a:pt x="36" y="371"/>
                  </a:lnTo>
                  <a:lnTo>
                    <a:pt x="38" y="371"/>
                  </a:lnTo>
                  <a:lnTo>
                    <a:pt x="40" y="374"/>
                  </a:lnTo>
                  <a:lnTo>
                    <a:pt x="40" y="376"/>
                  </a:lnTo>
                  <a:lnTo>
                    <a:pt x="43" y="381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6"/>
                  </a:lnTo>
                  <a:lnTo>
                    <a:pt x="43" y="390"/>
                  </a:lnTo>
                  <a:lnTo>
                    <a:pt x="45" y="395"/>
                  </a:lnTo>
                  <a:lnTo>
                    <a:pt x="45" y="400"/>
                  </a:lnTo>
                  <a:lnTo>
                    <a:pt x="45" y="409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0" y="409"/>
                  </a:lnTo>
                  <a:lnTo>
                    <a:pt x="40" y="412"/>
                  </a:lnTo>
                  <a:lnTo>
                    <a:pt x="38" y="412"/>
                  </a:lnTo>
                  <a:lnTo>
                    <a:pt x="38" y="414"/>
                  </a:lnTo>
                  <a:lnTo>
                    <a:pt x="38" y="416"/>
                  </a:lnTo>
                  <a:lnTo>
                    <a:pt x="38" y="419"/>
                  </a:lnTo>
                  <a:lnTo>
                    <a:pt x="38" y="419"/>
                  </a:lnTo>
                  <a:lnTo>
                    <a:pt x="38" y="421"/>
                  </a:lnTo>
                  <a:lnTo>
                    <a:pt x="38" y="421"/>
                  </a:lnTo>
                  <a:lnTo>
                    <a:pt x="36" y="421"/>
                  </a:lnTo>
                  <a:lnTo>
                    <a:pt x="38" y="421"/>
                  </a:lnTo>
                  <a:lnTo>
                    <a:pt x="36" y="421"/>
                  </a:lnTo>
                  <a:lnTo>
                    <a:pt x="36" y="424"/>
                  </a:lnTo>
                  <a:lnTo>
                    <a:pt x="33" y="424"/>
                  </a:lnTo>
                  <a:lnTo>
                    <a:pt x="33" y="426"/>
                  </a:lnTo>
                  <a:lnTo>
                    <a:pt x="33" y="428"/>
                  </a:lnTo>
                  <a:lnTo>
                    <a:pt x="36" y="431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3" y="433"/>
                  </a:lnTo>
                  <a:lnTo>
                    <a:pt x="33" y="433"/>
                  </a:lnTo>
                  <a:lnTo>
                    <a:pt x="33" y="435"/>
                  </a:lnTo>
                  <a:lnTo>
                    <a:pt x="31" y="435"/>
                  </a:lnTo>
                  <a:lnTo>
                    <a:pt x="29" y="438"/>
                  </a:lnTo>
                  <a:lnTo>
                    <a:pt x="26" y="440"/>
                  </a:lnTo>
                  <a:lnTo>
                    <a:pt x="26" y="440"/>
                  </a:lnTo>
                  <a:lnTo>
                    <a:pt x="29" y="442"/>
                  </a:lnTo>
                  <a:lnTo>
                    <a:pt x="29" y="445"/>
                  </a:lnTo>
                  <a:lnTo>
                    <a:pt x="26" y="447"/>
                  </a:lnTo>
                  <a:lnTo>
                    <a:pt x="24" y="450"/>
                  </a:lnTo>
                  <a:lnTo>
                    <a:pt x="24" y="450"/>
                  </a:lnTo>
                  <a:lnTo>
                    <a:pt x="22" y="450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2" y="454"/>
                  </a:lnTo>
                  <a:lnTo>
                    <a:pt x="19" y="457"/>
                  </a:lnTo>
                  <a:lnTo>
                    <a:pt x="19" y="459"/>
                  </a:lnTo>
                  <a:lnTo>
                    <a:pt x="19" y="459"/>
                  </a:lnTo>
                  <a:lnTo>
                    <a:pt x="19" y="461"/>
                  </a:lnTo>
                  <a:lnTo>
                    <a:pt x="19" y="461"/>
                  </a:lnTo>
                  <a:lnTo>
                    <a:pt x="19" y="461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4" y="459"/>
                  </a:lnTo>
                  <a:lnTo>
                    <a:pt x="14" y="461"/>
                  </a:lnTo>
                  <a:lnTo>
                    <a:pt x="14" y="464"/>
                  </a:lnTo>
                  <a:lnTo>
                    <a:pt x="14" y="464"/>
                  </a:lnTo>
                  <a:lnTo>
                    <a:pt x="12" y="461"/>
                  </a:lnTo>
                  <a:lnTo>
                    <a:pt x="12" y="461"/>
                  </a:lnTo>
                  <a:lnTo>
                    <a:pt x="10" y="461"/>
                  </a:lnTo>
                  <a:lnTo>
                    <a:pt x="10" y="464"/>
                  </a:lnTo>
                  <a:lnTo>
                    <a:pt x="10" y="466"/>
                  </a:lnTo>
                  <a:lnTo>
                    <a:pt x="10" y="466"/>
                  </a:lnTo>
                  <a:lnTo>
                    <a:pt x="7" y="469"/>
                  </a:lnTo>
                  <a:lnTo>
                    <a:pt x="7" y="469"/>
                  </a:lnTo>
                  <a:lnTo>
                    <a:pt x="7" y="471"/>
                  </a:lnTo>
                  <a:lnTo>
                    <a:pt x="7" y="471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10" y="476"/>
                  </a:lnTo>
                  <a:lnTo>
                    <a:pt x="10" y="476"/>
                  </a:lnTo>
                  <a:lnTo>
                    <a:pt x="12" y="478"/>
                  </a:lnTo>
                  <a:lnTo>
                    <a:pt x="12" y="478"/>
                  </a:lnTo>
                  <a:lnTo>
                    <a:pt x="12" y="480"/>
                  </a:lnTo>
                  <a:lnTo>
                    <a:pt x="12" y="480"/>
                  </a:lnTo>
                  <a:lnTo>
                    <a:pt x="10" y="483"/>
                  </a:lnTo>
                  <a:lnTo>
                    <a:pt x="10" y="483"/>
                  </a:lnTo>
                  <a:lnTo>
                    <a:pt x="7" y="485"/>
                  </a:lnTo>
                  <a:lnTo>
                    <a:pt x="5" y="487"/>
                  </a:lnTo>
                  <a:lnTo>
                    <a:pt x="7" y="487"/>
                  </a:lnTo>
                  <a:lnTo>
                    <a:pt x="10" y="487"/>
                  </a:lnTo>
                  <a:lnTo>
                    <a:pt x="12" y="487"/>
                  </a:lnTo>
                  <a:lnTo>
                    <a:pt x="10" y="490"/>
                  </a:lnTo>
                  <a:lnTo>
                    <a:pt x="7" y="490"/>
                  </a:lnTo>
                  <a:lnTo>
                    <a:pt x="7" y="492"/>
                  </a:lnTo>
                  <a:lnTo>
                    <a:pt x="5" y="492"/>
                  </a:lnTo>
                  <a:lnTo>
                    <a:pt x="3" y="492"/>
                  </a:lnTo>
                  <a:lnTo>
                    <a:pt x="5" y="495"/>
                  </a:lnTo>
                  <a:lnTo>
                    <a:pt x="5" y="497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5" y="502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6"/>
                  </a:lnTo>
                  <a:lnTo>
                    <a:pt x="5" y="509"/>
                  </a:lnTo>
                  <a:lnTo>
                    <a:pt x="5" y="509"/>
                  </a:lnTo>
                  <a:lnTo>
                    <a:pt x="7" y="511"/>
                  </a:lnTo>
                  <a:lnTo>
                    <a:pt x="5" y="511"/>
                  </a:lnTo>
                  <a:lnTo>
                    <a:pt x="5" y="513"/>
                  </a:lnTo>
                  <a:lnTo>
                    <a:pt x="3" y="513"/>
                  </a:lnTo>
                  <a:lnTo>
                    <a:pt x="0" y="513"/>
                  </a:lnTo>
                  <a:lnTo>
                    <a:pt x="0" y="513"/>
                  </a:lnTo>
                  <a:lnTo>
                    <a:pt x="7" y="518"/>
                  </a:lnTo>
                  <a:lnTo>
                    <a:pt x="7" y="521"/>
                  </a:lnTo>
                  <a:lnTo>
                    <a:pt x="7" y="521"/>
                  </a:lnTo>
                  <a:lnTo>
                    <a:pt x="5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3" y="523"/>
                  </a:lnTo>
                  <a:lnTo>
                    <a:pt x="3" y="523"/>
                  </a:lnTo>
                  <a:lnTo>
                    <a:pt x="5" y="523"/>
                  </a:lnTo>
                  <a:lnTo>
                    <a:pt x="7" y="523"/>
                  </a:lnTo>
                  <a:lnTo>
                    <a:pt x="10" y="523"/>
                  </a:lnTo>
                  <a:lnTo>
                    <a:pt x="12" y="523"/>
                  </a:lnTo>
                  <a:lnTo>
                    <a:pt x="14" y="525"/>
                  </a:lnTo>
                  <a:lnTo>
                    <a:pt x="17" y="525"/>
                  </a:lnTo>
                  <a:lnTo>
                    <a:pt x="17" y="525"/>
                  </a:lnTo>
                  <a:lnTo>
                    <a:pt x="22" y="518"/>
                  </a:lnTo>
                  <a:lnTo>
                    <a:pt x="17" y="511"/>
                  </a:lnTo>
                  <a:lnTo>
                    <a:pt x="17" y="511"/>
                  </a:lnTo>
                  <a:lnTo>
                    <a:pt x="17" y="506"/>
                  </a:lnTo>
                  <a:lnTo>
                    <a:pt x="19" y="506"/>
                  </a:lnTo>
                  <a:lnTo>
                    <a:pt x="22" y="506"/>
                  </a:lnTo>
                  <a:lnTo>
                    <a:pt x="24" y="509"/>
                  </a:lnTo>
                  <a:lnTo>
                    <a:pt x="24" y="509"/>
                  </a:lnTo>
                  <a:lnTo>
                    <a:pt x="26" y="511"/>
                  </a:lnTo>
                  <a:lnTo>
                    <a:pt x="29" y="511"/>
                  </a:lnTo>
                  <a:lnTo>
                    <a:pt x="31" y="511"/>
                  </a:lnTo>
                  <a:lnTo>
                    <a:pt x="33" y="511"/>
                  </a:lnTo>
                  <a:lnTo>
                    <a:pt x="36" y="509"/>
                  </a:lnTo>
                  <a:lnTo>
                    <a:pt x="38" y="509"/>
                  </a:lnTo>
                  <a:lnTo>
                    <a:pt x="38" y="509"/>
                  </a:lnTo>
                  <a:lnTo>
                    <a:pt x="40" y="506"/>
                  </a:lnTo>
                  <a:lnTo>
                    <a:pt x="40" y="506"/>
                  </a:lnTo>
                  <a:lnTo>
                    <a:pt x="43" y="509"/>
                  </a:lnTo>
                  <a:lnTo>
                    <a:pt x="43" y="509"/>
                  </a:lnTo>
                  <a:lnTo>
                    <a:pt x="43" y="513"/>
                  </a:lnTo>
                  <a:lnTo>
                    <a:pt x="43" y="516"/>
                  </a:lnTo>
                  <a:lnTo>
                    <a:pt x="45" y="516"/>
                  </a:lnTo>
                  <a:lnTo>
                    <a:pt x="48" y="516"/>
                  </a:lnTo>
                  <a:lnTo>
                    <a:pt x="50" y="511"/>
                  </a:lnTo>
                  <a:lnTo>
                    <a:pt x="50" y="509"/>
                  </a:lnTo>
                  <a:lnTo>
                    <a:pt x="50" y="506"/>
                  </a:lnTo>
                  <a:lnTo>
                    <a:pt x="48" y="502"/>
                  </a:lnTo>
                  <a:lnTo>
                    <a:pt x="48" y="499"/>
                  </a:lnTo>
                  <a:lnTo>
                    <a:pt x="48" y="499"/>
                  </a:lnTo>
                  <a:lnTo>
                    <a:pt x="48" y="497"/>
                  </a:lnTo>
                  <a:lnTo>
                    <a:pt x="48" y="497"/>
                  </a:lnTo>
                  <a:lnTo>
                    <a:pt x="50" y="497"/>
                  </a:lnTo>
                  <a:lnTo>
                    <a:pt x="50" y="499"/>
                  </a:lnTo>
                  <a:lnTo>
                    <a:pt x="50" y="499"/>
                  </a:lnTo>
                  <a:lnTo>
                    <a:pt x="50" y="502"/>
                  </a:lnTo>
                  <a:lnTo>
                    <a:pt x="55" y="504"/>
                  </a:lnTo>
                  <a:lnTo>
                    <a:pt x="59" y="504"/>
                  </a:lnTo>
                  <a:lnTo>
                    <a:pt x="62" y="502"/>
                  </a:lnTo>
                  <a:lnTo>
                    <a:pt x="66" y="499"/>
                  </a:lnTo>
                  <a:lnTo>
                    <a:pt x="69" y="499"/>
                  </a:lnTo>
                  <a:lnTo>
                    <a:pt x="71" y="499"/>
                  </a:lnTo>
                  <a:lnTo>
                    <a:pt x="74" y="502"/>
                  </a:lnTo>
                  <a:lnTo>
                    <a:pt x="76" y="502"/>
                  </a:lnTo>
                  <a:lnTo>
                    <a:pt x="76" y="504"/>
                  </a:lnTo>
                  <a:lnTo>
                    <a:pt x="83" y="506"/>
                  </a:lnTo>
                  <a:lnTo>
                    <a:pt x="88" y="506"/>
                  </a:lnTo>
                  <a:lnTo>
                    <a:pt x="88" y="509"/>
                  </a:lnTo>
                  <a:lnTo>
                    <a:pt x="90" y="509"/>
                  </a:lnTo>
                  <a:lnTo>
                    <a:pt x="92" y="509"/>
                  </a:lnTo>
                  <a:lnTo>
                    <a:pt x="92" y="509"/>
                  </a:lnTo>
                  <a:lnTo>
                    <a:pt x="95" y="509"/>
                  </a:lnTo>
                  <a:lnTo>
                    <a:pt x="95" y="511"/>
                  </a:lnTo>
                  <a:lnTo>
                    <a:pt x="95" y="511"/>
                  </a:lnTo>
                  <a:lnTo>
                    <a:pt x="97" y="513"/>
                  </a:lnTo>
                  <a:lnTo>
                    <a:pt x="97" y="513"/>
                  </a:lnTo>
                  <a:lnTo>
                    <a:pt x="100" y="516"/>
                  </a:lnTo>
                  <a:lnTo>
                    <a:pt x="102" y="513"/>
                  </a:lnTo>
                  <a:lnTo>
                    <a:pt x="102" y="509"/>
                  </a:lnTo>
                  <a:lnTo>
                    <a:pt x="104" y="502"/>
                  </a:lnTo>
                  <a:lnTo>
                    <a:pt x="107" y="499"/>
                  </a:lnTo>
                  <a:lnTo>
                    <a:pt x="107" y="497"/>
                  </a:lnTo>
                  <a:lnTo>
                    <a:pt x="107" y="497"/>
                  </a:lnTo>
                  <a:lnTo>
                    <a:pt x="109" y="495"/>
                  </a:lnTo>
                  <a:lnTo>
                    <a:pt x="116" y="495"/>
                  </a:lnTo>
                  <a:lnTo>
                    <a:pt x="116" y="495"/>
                  </a:lnTo>
                  <a:lnTo>
                    <a:pt x="119" y="492"/>
                  </a:lnTo>
                  <a:lnTo>
                    <a:pt x="121" y="487"/>
                  </a:lnTo>
                  <a:lnTo>
                    <a:pt x="126" y="485"/>
                  </a:lnTo>
                  <a:lnTo>
                    <a:pt x="128" y="487"/>
                  </a:lnTo>
                  <a:lnTo>
                    <a:pt x="128" y="492"/>
                  </a:lnTo>
                  <a:lnTo>
                    <a:pt x="130" y="495"/>
                  </a:lnTo>
                  <a:lnTo>
                    <a:pt x="135" y="497"/>
                  </a:lnTo>
                  <a:lnTo>
                    <a:pt x="137" y="497"/>
                  </a:lnTo>
                  <a:lnTo>
                    <a:pt x="142" y="495"/>
                  </a:lnTo>
                  <a:lnTo>
                    <a:pt x="145" y="495"/>
                  </a:lnTo>
                  <a:lnTo>
                    <a:pt x="142" y="499"/>
                  </a:lnTo>
                  <a:lnTo>
                    <a:pt x="142" y="499"/>
                  </a:lnTo>
                  <a:lnTo>
                    <a:pt x="145" y="502"/>
                  </a:lnTo>
                  <a:lnTo>
                    <a:pt x="147" y="502"/>
                  </a:lnTo>
                  <a:lnTo>
                    <a:pt x="149" y="499"/>
                  </a:lnTo>
                  <a:lnTo>
                    <a:pt x="149" y="497"/>
                  </a:lnTo>
                  <a:lnTo>
                    <a:pt x="149" y="495"/>
                  </a:lnTo>
                  <a:lnTo>
                    <a:pt x="149" y="492"/>
                  </a:lnTo>
                  <a:lnTo>
                    <a:pt x="154" y="490"/>
                  </a:lnTo>
                  <a:lnTo>
                    <a:pt x="154" y="490"/>
                  </a:lnTo>
                  <a:lnTo>
                    <a:pt x="154" y="487"/>
                  </a:lnTo>
                  <a:lnTo>
                    <a:pt x="154" y="480"/>
                  </a:lnTo>
                  <a:lnTo>
                    <a:pt x="154" y="478"/>
                  </a:lnTo>
                  <a:lnTo>
                    <a:pt x="154" y="476"/>
                  </a:lnTo>
                  <a:lnTo>
                    <a:pt x="156" y="476"/>
                  </a:lnTo>
                  <a:lnTo>
                    <a:pt x="159" y="473"/>
                  </a:lnTo>
                  <a:lnTo>
                    <a:pt x="161" y="473"/>
                  </a:lnTo>
                  <a:lnTo>
                    <a:pt x="161" y="471"/>
                  </a:lnTo>
                  <a:lnTo>
                    <a:pt x="161" y="469"/>
                  </a:lnTo>
                  <a:lnTo>
                    <a:pt x="159" y="466"/>
                  </a:lnTo>
                  <a:lnTo>
                    <a:pt x="159" y="466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4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3" y="466"/>
                  </a:lnTo>
                  <a:lnTo>
                    <a:pt x="166" y="466"/>
                  </a:lnTo>
                  <a:lnTo>
                    <a:pt x="168" y="464"/>
                  </a:lnTo>
                  <a:lnTo>
                    <a:pt x="171" y="461"/>
                  </a:lnTo>
                  <a:lnTo>
                    <a:pt x="171" y="461"/>
                  </a:lnTo>
                  <a:lnTo>
                    <a:pt x="168" y="461"/>
                  </a:lnTo>
                  <a:lnTo>
                    <a:pt x="166" y="459"/>
                  </a:lnTo>
                  <a:lnTo>
                    <a:pt x="163" y="457"/>
                  </a:lnTo>
                  <a:lnTo>
                    <a:pt x="166" y="457"/>
                  </a:lnTo>
                  <a:lnTo>
                    <a:pt x="168" y="457"/>
                  </a:lnTo>
                  <a:lnTo>
                    <a:pt x="168" y="457"/>
                  </a:lnTo>
                  <a:lnTo>
                    <a:pt x="175" y="459"/>
                  </a:lnTo>
                  <a:lnTo>
                    <a:pt x="175" y="461"/>
                  </a:lnTo>
                  <a:lnTo>
                    <a:pt x="175" y="466"/>
                  </a:lnTo>
                  <a:lnTo>
                    <a:pt x="175" y="469"/>
                  </a:lnTo>
                  <a:lnTo>
                    <a:pt x="178" y="471"/>
                  </a:lnTo>
                  <a:lnTo>
                    <a:pt x="180" y="471"/>
                  </a:lnTo>
                  <a:lnTo>
                    <a:pt x="182" y="473"/>
                  </a:lnTo>
                  <a:lnTo>
                    <a:pt x="185" y="473"/>
                  </a:lnTo>
                  <a:lnTo>
                    <a:pt x="187" y="476"/>
                  </a:lnTo>
                  <a:lnTo>
                    <a:pt x="192" y="476"/>
                  </a:lnTo>
                  <a:lnTo>
                    <a:pt x="194" y="476"/>
                  </a:lnTo>
                  <a:lnTo>
                    <a:pt x="199" y="478"/>
                  </a:lnTo>
                  <a:lnTo>
                    <a:pt x="201" y="480"/>
                  </a:lnTo>
                  <a:lnTo>
                    <a:pt x="201" y="478"/>
                  </a:lnTo>
                  <a:lnTo>
                    <a:pt x="204" y="476"/>
                  </a:lnTo>
                  <a:lnTo>
                    <a:pt x="204" y="476"/>
                  </a:lnTo>
                  <a:lnTo>
                    <a:pt x="208" y="473"/>
                  </a:lnTo>
                  <a:lnTo>
                    <a:pt x="211" y="473"/>
                  </a:lnTo>
                  <a:lnTo>
                    <a:pt x="211" y="473"/>
                  </a:lnTo>
                  <a:lnTo>
                    <a:pt x="211" y="471"/>
                  </a:lnTo>
                  <a:lnTo>
                    <a:pt x="213" y="471"/>
                  </a:lnTo>
                  <a:lnTo>
                    <a:pt x="213" y="466"/>
                  </a:lnTo>
                  <a:lnTo>
                    <a:pt x="213" y="454"/>
                  </a:lnTo>
                  <a:lnTo>
                    <a:pt x="213" y="452"/>
                  </a:lnTo>
                  <a:lnTo>
                    <a:pt x="213" y="450"/>
                  </a:lnTo>
                  <a:lnTo>
                    <a:pt x="213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8" y="440"/>
                  </a:lnTo>
                  <a:lnTo>
                    <a:pt x="218" y="438"/>
                  </a:lnTo>
                  <a:lnTo>
                    <a:pt x="220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5" y="440"/>
                  </a:lnTo>
                  <a:lnTo>
                    <a:pt x="225" y="440"/>
                  </a:lnTo>
                  <a:lnTo>
                    <a:pt x="230" y="438"/>
                  </a:lnTo>
                  <a:lnTo>
                    <a:pt x="230" y="435"/>
                  </a:lnTo>
                  <a:lnTo>
                    <a:pt x="234" y="433"/>
                  </a:lnTo>
                  <a:lnTo>
                    <a:pt x="234" y="428"/>
                  </a:lnTo>
                  <a:lnTo>
                    <a:pt x="237" y="416"/>
                  </a:lnTo>
                  <a:lnTo>
                    <a:pt x="239" y="414"/>
                  </a:lnTo>
                  <a:lnTo>
                    <a:pt x="242" y="414"/>
                  </a:lnTo>
                  <a:lnTo>
                    <a:pt x="244" y="412"/>
                  </a:lnTo>
                  <a:lnTo>
                    <a:pt x="246" y="412"/>
                  </a:lnTo>
                  <a:lnTo>
                    <a:pt x="246" y="409"/>
                  </a:lnTo>
                  <a:lnTo>
                    <a:pt x="249" y="407"/>
                  </a:lnTo>
                  <a:lnTo>
                    <a:pt x="253" y="402"/>
                  </a:lnTo>
                  <a:lnTo>
                    <a:pt x="253" y="400"/>
                  </a:lnTo>
                  <a:lnTo>
                    <a:pt x="253" y="398"/>
                  </a:lnTo>
                  <a:lnTo>
                    <a:pt x="251" y="393"/>
                  </a:lnTo>
                  <a:lnTo>
                    <a:pt x="249" y="386"/>
                  </a:lnTo>
                  <a:lnTo>
                    <a:pt x="249" y="383"/>
                  </a:lnTo>
                  <a:lnTo>
                    <a:pt x="249" y="381"/>
                  </a:lnTo>
                  <a:lnTo>
                    <a:pt x="246" y="379"/>
                  </a:lnTo>
                  <a:lnTo>
                    <a:pt x="249" y="379"/>
                  </a:lnTo>
                  <a:lnTo>
                    <a:pt x="260" y="376"/>
                  </a:lnTo>
                  <a:lnTo>
                    <a:pt x="265" y="374"/>
                  </a:lnTo>
                  <a:lnTo>
                    <a:pt x="268" y="376"/>
                  </a:lnTo>
                  <a:lnTo>
                    <a:pt x="272" y="379"/>
                  </a:lnTo>
                  <a:lnTo>
                    <a:pt x="275" y="381"/>
                  </a:lnTo>
                  <a:lnTo>
                    <a:pt x="277" y="379"/>
                  </a:lnTo>
                  <a:lnTo>
                    <a:pt x="291" y="367"/>
                  </a:lnTo>
                  <a:lnTo>
                    <a:pt x="296" y="364"/>
                  </a:lnTo>
                  <a:lnTo>
                    <a:pt x="301" y="364"/>
                  </a:lnTo>
                  <a:lnTo>
                    <a:pt x="308" y="364"/>
                  </a:lnTo>
                  <a:lnTo>
                    <a:pt x="310" y="362"/>
                  </a:lnTo>
                  <a:lnTo>
                    <a:pt x="308" y="360"/>
                  </a:lnTo>
                  <a:lnTo>
                    <a:pt x="308" y="355"/>
                  </a:lnTo>
                  <a:lnTo>
                    <a:pt x="308" y="35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0" name="Freeform 41">
              <a:extLst>
                <a:ext uri="{FF2B5EF4-FFF2-40B4-BE49-F238E27FC236}">
                  <a16:creationId xmlns:a16="http://schemas.microsoft.com/office/drawing/2014/main" id="{E476508C-BBFB-4549-9447-A722DEC2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3979" y="2539690"/>
              <a:ext cx="381403" cy="650462"/>
            </a:xfrm>
            <a:custGeom>
              <a:avLst/>
              <a:gdLst>
                <a:gd name="T0" fmla="*/ 395 w 404"/>
                <a:gd name="T1" fmla="*/ 423 h 689"/>
                <a:gd name="T2" fmla="*/ 390 w 404"/>
                <a:gd name="T3" fmla="*/ 397 h 689"/>
                <a:gd name="T4" fmla="*/ 392 w 404"/>
                <a:gd name="T5" fmla="*/ 355 h 689"/>
                <a:gd name="T6" fmla="*/ 373 w 404"/>
                <a:gd name="T7" fmla="*/ 177 h 689"/>
                <a:gd name="T8" fmla="*/ 352 w 404"/>
                <a:gd name="T9" fmla="*/ 68 h 689"/>
                <a:gd name="T10" fmla="*/ 338 w 404"/>
                <a:gd name="T11" fmla="*/ 45 h 689"/>
                <a:gd name="T12" fmla="*/ 326 w 404"/>
                <a:gd name="T13" fmla="*/ 16 h 689"/>
                <a:gd name="T14" fmla="*/ 276 w 404"/>
                <a:gd name="T15" fmla="*/ 5 h 689"/>
                <a:gd name="T16" fmla="*/ 127 w 404"/>
                <a:gd name="T17" fmla="*/ 16 h 689"/>
                <a:gd name="T18" fmla="*/ 61 w 404"/>
                <a:gd name="T19" fmla="*/ 21 h 689"/>
                <a:gd name="T20" fmla="*/ 61 w 404"/>
                <a:gd name="T21" fmla="*/ 21 h 689"/>
                <a:gd name="T22" fmla="*/ 85 w 404"/>
                <a:gd name="T23" fmla="*/ 45 h 689"/>
                <a:gd name="T24" fmla="*/ 104 w 404"/>
                <a:gd name="T25" fmla="*/ 61 h 689"/>
                <a:gd name="T26" fmla="*/ 113 w 404"/>
                <a:gd name="T27" fmla="*/ 78 h 689"/>
                <a:gd name="T28" fmla="*/ 101 w 404"/>
                <a:gd name="T29" fmla="*/ 111 h 689"/>
                <a:gd name="T30" fmla="*/ 99 w 404"/>
                <a:gd name="T31" fmla="*/ 128 h 689"/>
                <a:gd name="T32" fmla="*/ 75 w 404"/>
                <a:gd name="T33" fmla="*/ 144 h 689"/>
                <a:gd name="T34" fmla="*/ 30 w 404"/>
                <a:gd name="T35" fmla="*/ 173 h 689"/>
                <a:gd name="T36" fmla="*/ 47 w 404"/>
                <a:gd name="T37" fmla="*/ 201 h 689"/>
                <a:gd name="T38" fmla="*/ 35 w 404"/>
                <a:gd name="T39" fmla="*/ 241 h 689"/>
                <a:gd name="T40" fmla="*/ 7 w 404"/>
                <a:gd name="T41" fmla="*/ 265 h 689"/>
                <a:gd name="T42" fmla="*/ 12 w 404"/>
                <a:gd name="T43" fmla="*/ 281 h 689"/>
                <a:gd name="T44" fmla="*/ 0 w 404"/>
                <a:gd name="T45" fmla="*/ 315 h 689"/>
                <a:gd name="T46" fmla="*/ 9 w 404"/>
                <a:gd name="T47" fmla="*/ 348 h 689"/>
                <a:gd name="T48" fmla="*/ 16 w 404"/>
                <a:gd name="T49" fmla="*/ 364 h 689"/>
                <a:gd name="T50" fmla="*/ 75 w 404"/>
                <a:gd name="T51" fmla="*/ 414 h 689"/>
                <a:gd name="T52" fmla="*/ 87 w 404"/>
                <a:gd name="T53" fmla="*/ 438 h 689"/>
                <a:gd name="T54" fmla="*/ 92 w 404"/>
                <a:gd name="T55" fmla="*/ 452 h 689"/>
                <a:gd name="T56" fmla="*/ 123 w 404"/>
                <a:gd name="T57" fmla="*/ 457 h 689"/>
                <a:gd name="T58" fmla="*/ 146 w 404"/>
                <a:gd name="T59" fmla="*/ 478 h 689"/>
                <a:gd name="T60" fmla="*/ 132 w 404"/>
                <a:gd name="T61" fmla="*/ 528 h 689"/>
                <a:gd name="T62" fmla="*/ 142 w 404"/>
                <a:gd name="T63" fmla="*/ 554 h 689"/>
                <a:gd name="T64" fmla="*/ 163 w 404"/>
                <a:gd name="T65" fmla="*/ 570 h 689"/>
                <a:gd name="T66" fmla="*/ 198 w 404"/>
                <a:gd name="T67" fmla="*/ 587 h 689"/>
                <a:gd name="T68" fmla="*/ 222 w 404"/>
                <a:gd name="T69" fmla="*/ 610 h 689"/>
                <a:gd name="T70" fmla="*/ 234 w 404"/>
                <a:gd name="T71" fmla="*/ 639 h 689"/>
                <a:gd name="T72" fmla="*/ 232 w 404"/>
                <a:gd name="T73" fmla="*/ 660 h 689"/>
                <a:gd name="T74" fmla="*/ 253 w 404"/>
                <a:gd name="T75" fmla="*/ 686 h 689"/>
                <a:gd name="T76" fmla="*/ 253 w 404"/>
                <a:gd name="T77" fmla="*/ 677 h 689"/>
                <a:gd name="T78" fmla="*/ 262 w 404"/>
                <a:gd name="T79" fmla="*/ 686 h 689"/>
                <a:gd name="T80" fmla="*/ 265 w 404"/>
                <a:gd name="T81" fmla="*/ 681 h 689"/>
                <a:gd name="T82" fmla="*/ 288 w 404"/>
                <a:gd name="T83" fmla="*/ 655 h 689"/>
                <a:gd name="T84" fmla="*/ 331 w 404"/>
                <a:gd name="T85" fmla="*/ 651 h 689"/>
                <a:gd name="T86" fmla="*/ 338 w 404"/>
                <a:gd name="T87" fmla="*/ 627 h 689"/>
                <a:gd name="T88" fmla="*/ 357 w 404"/>
                <a:gd name="T89" fmla="*/ 599 h 689"/>
                <a:gd name="T90" fmla="*/ 366 w 404"/>
                <a:gd name="T91" fmla="*/ 575 h 689"/>
                <a:gd name="T92" fmla="*/ 366 w 404"/>
                <a:gd name="T93" fmla="*/ 573 h 689"/>
                <a:gd name="T94" fmla="*/ 364 w 404"/>
                <a:gd name="T95" fmla="*/ 561 h 689"/>
                <a:gd name="T96" fmla="*/ 362 w 404"/>
                <a:gd name="T97" fmla="*/ 544 h 689"/>
                <a:gd name="T98" fmla="*/ 366 w 404"/>
                <a:gd name="T99" fmla="*/ 537 h 689"/>
                <a:gd name="T100" fmla="*/ 366 w 404"/>
                <a:gd name="T101" fmla="*/ 525 h 689"/>
                <a:gd name="T102" fmla="*/ 369 w 404"/>
                <a:gd name="T103" fmla="*/ 516 h 689"/>
                <a:gd name="T104" fmla="*/ 376 w 404"/>
                <a:gd name="T105" fmla="*/ 511 h 689"/>
                <a:gd name="T106" fmla="*/ 381 w 404"/>
                <a:gd name="T107" fmla="*/ 506 h 689"/>
                <a:gd name="T108" fmla="*/ 385 w 404"/>
                <a:gd name="T109" fmla="*/ 492 h 689"/>
                <a:gd name="T110" fmla="*/ 395 w 404"/>
                <a:gd name="T111" fmla="*/ 485 h 689"/>
                <a:gd name="T112" fmla="*/ 395 w 404"/>
                <a:gd name="T113" fmla="*/ 473 h 689"/>
                <a:gd name="T114" fmla="*/ 399 w 404"/>
                <a:gd name="T115" fmla="*/ 461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4" h="689">
                  <a:moveTo>
                    <a:pt x="402" y="442"/>
                  </a:moveTo>
                  <a:lnTo>
                    <a:pt x="399" y="438"/>
                  </a:lnTo>
                  <a:lnTo>
                    <a:pt x="399" y="435"/>
                  </a:lnTo>
                  <a:lnTo>
                    <a:pt x="399" y="435"/>
                  </a:lnTo>
                  <a:lnTo>
                    <a:pt x="402" y="433"/>
                  </a:lnTo>
                  <a:lnTo>
                    <a:pt x="399" y="428"/>
                  </a:lnTo>
                  <a:lnTo>
                    <a:pt x="399" y="426"/>
                  </a:lnTo>
                  <a:lnTo>
                    <a:pt x="397" y="423"/>
                  </a:lnTo>
                  <a:lnTo>
                    <a:pt x="395" y="423"/>
                  </a:lnTo>
                  <a:lnTo>
                    <a:pt x="395" y="421"/>
                  </a:lnTo>
                  <a:lnTo>
                    <a:pt x="392" y="416"/>
                  </a:lnTo>
                  <a:lnTo>
                    <a:pt x="392" y="414"/>
                  </a:lnTo>
                  <a:lnTo>
                    <a:pt x="388" y="412"/>
                  </a:lnTo>
                  <a:lnTo>
                    <a:pt x="388" y="412"/>
                  </a:lnTo>
                  <a:lnTo>
                    <a:pt x="385" y="412"/>
                  </a:lnTo>
                  <a:lnTo>
                    <a:pt x="385" y="409"/>
                  </a:lnTo>
                  <a:lnTo>
                    <a:pt x="385" y="405"/>
                  </a:lnTo>
                  <a:lnTo>
                    <a:pt x="390" y="397"/>
                  </a:lnTo>
                  <a:lnTo>
                    <a:pt x="390" y="393"/>
                  </a:lnTo>
                  <a:lnTo>
                    <a:pt x="388" y="388"/>
                  </a:lnTo>
                  <a:lnTo>
                    <a:pt x="388" y="388"/>
                  </a:lnTo>
                  <a:lnTo>
                    <a:pt x="388" y="383"/>
                  </a:lnTo>
                  <a:lnTo>
                    <a:pt x="390" y="383"/>
                  </a:lnTo>
                  <a:lnTo>
                    <a:pt x="395" y="379"/>
                  </a:lnTo>
                  <a:lnTo>
                    <a:pt x="395" y="379"/>
                  </a:lnTo>
                  <a:lnTo>
                    <a:pt x="395" y="374"/>
                  </a:lnTo>
                  <a:lnTo>
                    <a:pt x="392" y="355"/>
                  </a:lnTo>
                  <a:lnTo>
                    <a:pt x="390" y="338"/>
                  </a:lnTo>
                  <a:lnTo>
                    <a:pt x="388" y="319"/>
                  </a:lnTo>
                  <a:lnTo>
                    <a:pt x="385" y="284"/>
                  </a:lnTo>
                  <a:lnTo>
                    <a:pt x="383" y="267"/>
                  </a:lnTo>
                  <a:lnTo>
                    <a:pt x="381" y="248"/>
                  </a:lnTo>
                  <a:lnTo>
                    <a:pt x="378" y="232"/>
                  </a:lnTo>
                  <a:lnTo>
                    <a:pt x="376" y="213"/>
                  </a:lnTo>
                  <a:lnTo>
                    <a:pt x="376" y="196"/>
                  </a:lnTo>
                  <a:lnTo>
                    <a:pt x="373" y="177"/>
                  </a:lnTo>
                  <a:lnTo>
                    <a:pt x="371" y="161"/>
                  </a:lnTo>
                  <a:lnTo>
                    <a:pt x="369" y="142"/>
                  </a:lnTo>
                  <a:lnTo>
                    <a:pt x="366" y="125"/>
                  </a:lnTo>
                  <a:lnTo>
                    <a:pt x="366" y="109"/>
                  </a:lnTo>
                  <a:lnTo>
                    <a:pt x="364" y="90"/>
                  </a:lnTo>
                  <a:lnTo>
                    <a:pt x="364" y="90"/>
                  </a:lnTo>
                  <a:lnTo>
                    <a:pt x="357" y="83"/>
                  </a:lnTo>
                  <a:lnTo>
                    <a:pt x="355" y="78"/>
                  </a:lnTo>
                  <a:lnTo>
                    <a:pt x="352" y="68"/>
                  </a:lnTo>
                  <a:lnTo>
                    <a:pt x="347" y="64"/>
                  </a:lnTo>
                  <a:lnTo>
                    <a:pt x="345" y="52"/>
                  </a:lnTo>
                  <a:lnTo>
                    <a:pt x="345" y="52"/>
                  </a:lnTo>
                  <a:lnTo>
                    <a:pt x="345" y="50"/>
                  </a:lnTo>
                  <a:lnTo>
                    <a:pt x="343" y="47"/>
                  </a:lnTo>
                  <a:lnTo>
                    <a:pt x="343" y="47"/>
                  </a:lnTo>
                  <a:lnTo>
                    <a:pt x="340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0"/>
                  </a:lnTo>
                  <a:lnTo>
                    <a:pt x="336" y="40"/>
                  </a:lnTo>
                  <a:lnTo>
                    <a:pt x="331" y="33"/>
                  </a:lnTo>
                  <a:lnTo>
                    <a:pt x="329" y="28"/>
                  </a:lnTo>
                  <a:lnTo>
                    <a:pt x="329" y="26"/>
                  </a:lnTo>
                  <a:lnTo>
                    <a:pt x="326" y="16"/>
                  </a:lnTo>
                  <a:lnTo>
                    <a:pt x="326" y="14"/>
                  </a:lnTo>
                  <a:lnTo>
                    <a:pt x="326" y="14"/>
                  </a:lnTo>
                  <a:lnTo>
                    <a:pt x="326" y="12"/>
                  </a:lnTo>
                  <a:lnTo>
                    <a:pt x="326" y="12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10" y="0"/>
                  </a:lnTo>
                  <a:lnTo>
                    <a:pt x="293" y="2"/>
                  </a:lnTo>
                  <a:lnTo>
                    <a:pt x="276" y="5"/>
                  </a:lnTo>
                  <a:lnTo>
                    <a:pt x="260" y="5"/>
                  </a:lnTo>
                  <a:lnTo>
                    <a:pt x="243" y="7"/>
                  </a:lnTo>
                  <a:lnTo>
                    <a:pt x="227" y="9"/>
                  </a:lnTo>
                  <a:lnTo>
                    <a:pt x="210" y="9"/>
                  </a:lnTo>
                  <a:lnTo>
                    <a:pt x="194" y="12"/>
                  </a:lnTo>
                  <a:lnTo>
                    <a:pt x="177" y="12"/>
                  </a:lnTo>
                  <a:lnTo>
                    <a:pt x="161" y="14"/>
                  </a:lnTo>
                  <a:lnTo>
                    <a:pt x="144" y="16"/>
                  </a:lnTo>
                  <a:lnTo>
                    <a:pt x="127" y="16"/>
                  </a:lnTo>
                  <a:lnTo>
                    <a:pt x="111" y="19"/>
                  </a:lnTo>
                  <a:lnTo>
                    <a:pt x="94" y="19"/>
                  </a:lnTo>
                  <a:lnTo>
                    <a:pt x="78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4" y="28"/>
                  </a:lnTo>
                  <a:lnTo>
                    <a:pt x="66" y="28"/>
                  </a:lnTo>
                  <a:lnTo>
                    <a:pt x="66" y="31"/>
                  </a:lnTo>
                  <a:lnTo>
                    <a:pt x="71" y="33"/>
                  </a:lnTo>
                  <a:lnTo>
                    <a:pt x="78" y="38"/>
                  </a:lnTo>
                  <a:lnTo>
                    <a:pt x="83" y="40"/>
                  </a:lnTo>
                  <a:lnTo>
                    <a:pt x="85" y="45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85" y="52"/>
                  </a:lnTo>
                  <a:lnTo>
                    <a:pt x="90" y="54"/>
                  </a:lnTo>
                  <a:lnTo>
                    <a:pt x="92" y="57"/>
                  </a:lnTo>
                  <a:lnTo>
                    <a:pt x="92" y="57"/>
                  </a:lnTo>
                  <a:lnTo>
                    <a:pt x="94" y="57"/>
                  </a:lnTo>
                  <a:lnTo>
                    <a:pt x="101" y="61"/>
                  </a:lnTo>
                  <a:lnTo>
                    <a:pt x="104" y="61"/>
                  </a:lnTo>
                  <a:lnTo>
                    <a:pt x="106" y="66"/>
                  </a:lnTo>
                  <a:lnTo>
                    <a:pt x="106" y="66"/>
                  </a:lnTo>
                  <a:lnTo>
                    <a:pt x="109" y="66"/>
                  </a:lnTo>
                  <a:lnTo>
                    <a:pt x="109" y="66"/>
                  </a:lnTo>
                  <a:lnTo>
                    <a:pt x="109" y="68"/>
                  </a:lnTo>
                  <a:lnTo>
                    <a:pt x="109" y="71"/>
                  </a:lnTo>
                  <a:lnTo>
                    <a:pt x="111" y="71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3"/>
                  </a:lnTo>
                  <a:lnTo>
                    <a:pt x="111" y="87"/>
                  </a:lnTo>
                  <a:lnTo>
                    <a:pt x="111" y="94"/>
                  </a:lnTo>
                  <a:lnTo>
                    <a:pt x="111" y="102"/>
                  </a:lnTo>
                  <a:lnTo>
                    <a:pt x="109" y="104"/>
                  </a:lnTo>
                  <a:lnTo>
                    <a:pt x="109" y="104"/>
                  </a:lnTo>
                  <a:lnTo>
                    <a:pt x="106" y="106"/>
                  </a:lnTo>
                  <a:lnTo>
                    <a:pt x="104" y="109"/>
                  </a:lnTo>
                  <a:lnTo>
                    <a:pt x="101" y="111"/>
                  </a:lnTo>
                  <a:lnTo>
                    <a:pt x="101" y="113"/>
                  </a:lnTo>
                  <a:lnTo>
                    <a:pt x="99" y="116"/>
                  </a:lnTo>
                  <a:lnTo>
                    <a:pt x="99" y="118"/>
                  </a:lnTo>
                  <a:lnTo>
                    <a:pt x="99" y="121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8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97" y="132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2" y="137"/>
                  </a:lnTo>
                  <a:lnTo>
                    <a:pt x="90" y="139"/>
                  </a:lnTo>
                  <a:lnTo>
                    <a:pt x="85" y="139"/>
                  </a:lnTo>
                  <a:lnTo>
                    <a:pt x="75" y="144"/>
                  </a:lnTo>
                  <a:lnTo>
                    <a:pt x="75" y="144"/>
                  </a:lnTo>
                  <a:lnTo>
                    <a:pt x="71" y="149"/>
                  </a:lnTo>
                  <a:lnTo>
                    <a:pt x="71" y="151"/>
                  </a:lnTo>
                  <a:lnTo>
                    <a:pt x="66" y="151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63"/>
                  </a:lnTo>
                  <a:lnTo>
                    <a:pt x="30" y="168"/>
                  </a:lnTo>
                  <a:lnTo>
                    <a:pt x="30" y="173"/>
                  </a:lnTo>
                  <a:lnTo>
                    <a:pt x="30" y="180"/>
                  </a:lnTo>
                  <a:lnTo>
                    <a:pt x="30" y="182"/>
                  </a:lnTo>
                  <a:lnTo>
                    <a:pt x="30" y="184"/>
                  </a:lnTo>
                  <a:lnTo>
                    <a:pt x="33" y="187"/>
                  </a:lnTo>
                  <a:lnTo>
                    <a:pt x="35" y="187"/>
                  </a:lnTo>
                  <a:lnTo>
                    <a:pt x="35" y="189"/>
                  </a:lnTo>
                  <a:lnTo>
                    <a:pt x="40" y="192"/>
                  </a:lnTo>
                  <a:lnTo>
                    <a:pt x="45" y="196"/>
                  </a:lnTo>
                  <a:lnTo>
                    <a:pt x="47" y="201"/>
                  </a:lnTo>
                  <a:lnTo>
                    <a:pt x="47" y="206"/>
                  </a:lnTo>
                  <a:lnTo>
                    <a:pt x="47" y="210"/>
                  </a:lnTo>
                  <a:lnTo>
                    <a:pt x="45" y="215"/>
                  </a:lnTo>
                  <a:lnTo>
                    <a:pt x="38" y="227"/>
                  </a:lnTo>
                  <a:lnTo>
                    <a:pt x="35" y="229"/>
                  </a:lnTo>
                  <a:lnTo>
                    <a:pt x="35" y="232"/>
                  </a:lnTo>
                  <a:lnTo>
                    <a:pt x="35" y="234"/>
                  </a:lnTo>
                  <a:lnTo>
                    <a:pt x="35" y="239"/>
                  </a:lnTo>
                  <a:lnTo>
                    <a:pt x="35" y="241"/>
                  </a:lnTo>
                  <a:lnTo>
                    <a:pt x="33" y="248"/>
                  </a:lnTo>
                  <a:lnTo>
                    <a:pt x="30" y="251"/>
                  </a:lnTo>
                  <a:lnTo>
                    <a:pt x="28" y="253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16" y="258"/>
                  </a:lnTo>
                  <a:lnTo>
                    <a:pt x="14" y="260"/>
                  </a:lnTo>
                  <a:lnTo>
                    <a:pt x="9" y="263"/>
                  </a:lnTo>
                  <a:lnTo>
                    <a:pt x="7" y="265"/>
                  </a:lnTo>
                  <a:lnTo>
                    <a:pt x="7" y="265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70"/>
                  </a:lnTo>
                  <a:lnTo>
                    <a:pt x="9" y="270"/>
                  </a:lnTo>
                  <a:lnTo>
                    <a:pt x="12" y="272"/>
                  </a:lnTo>
                  <a:lnTo>
                    <a:pt x="12" y="274"/>
                  </a:lnTo>
                  <a:lnTo>
                    <a:pt x="12" y="279"/>
                  </a:lnTo>
                  <a:lnTo>
                    <a:pt x="12" y="281"/>
                  </a:lnTo>
                  <a:lnTo>
                    <a:pt x="12" y="284"/>
                  </a:lnTo>
                  <a:lnTo>
                    <a:pt x="12" y="286"/>
                  </a:lnTo>
                  <a:lnTo>
                    <a:pt x="12" y="286"/>
                  </a:lnTo>
                  <a:lnTo>
                    <a:pt x="7" y="289"/>
                  </a:lnTo>
                  <a:lnTo>
                    <a:pt x="2" y="291"/>
                  </a:lnTo>
                  <a:lnTo>
                    <a:pt x="2" y="298"/>
                  </a:lnTo>
                  <a:lnTo>
                    <a:pt x="0" y="305"/>
                  </a:lnTo>
                  <a:lnTo>
                    <a:pt x="0" y="310"/>
                  </a:lnTo>
                  <a:lnTo>
                    <a:pt x="0" y="315"/>
                  </a:lnTo>
                  <a:lnTo>
                    <a:pt x="4" y="336"/>
                  </a:lnTo>
                  <a:lnTo>
                    <a:pt x="4" y="336"/>
                  </a:lnTo>
                  <a:lnTo>
                    <a:pt x="7" y="338"/>
                  </a:lnTo>
                  <a:lnTo>
                    <a:pt x="9" y="341"/>
                  </a:lnTo>
                  <a:lnTo>
                    <a:pt x="9" y="341"/>
                  </a:lnTo>
                  <a:lnTo>
                    <a:pt x="9" y="343"/>
                  </a:lnTo>
                  <a:lnTo>
                    <a:pt x="9" y="343"/>
                  </a:lnTo>
                  <a:lnTo>
                    <a:pt x="9" y="345"/>
                  </a:lnTo>
                  <a:lnTo>
                    <a:pt x="9" y="348"/>
                  </a:lnTo>
                  <a:lnTo>
                    <a:pt x="9" y="350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2" y="355"/>
                  </a:lnTo>
                  <a:lnTo>
                    <a:pt x="12" y="357"/>
                  </a:lnTo>
                  <a:lnTo>
                    <a:pt x="16" y="357"/>
                  </a:lnTo>
                  <a:lnTo>
                    <a:pt x="16" y="360"/>
                  </a:lnTo>
                  <a:lnTo>
                    <a:pt x="16" y="362"/>
                  </a:lnTo>
                  <a:lnTo>
                    <a:pt x="16" y="364"/>
                  </a:lnTo>
                  <a:lnTo>
                    <a:pt x="19" y="367"/>
                  </a:lnTo>
                  <a:lnTo>
                    <a:pt x="21" y="371"/>
                  </a:lnTo>
                  <a:lnTo>
                    <a:pt x="47" y="390"/>
                  </a:lnTo>
                  <a:lnTo>
                    <a:pt x="49" y="393"/>
                  </a:lnTo>
                  <a:lnTo>
                    <a:pt x="49" y="395"/>
                  </a:lnTo>
                  <a:lnTo>
                    <a:pt x="49" y="397"/>
                  </a:lnTo>
                  <a:lnTo>
                    <a:pt x="52" y="400"/>
                  </a:lnTo>
                  <a:lnTo>
                    <a:pt x="52" y="400"/>
                  </a:lnTo>
                  <a:lnTo>
                    <a:pt x="75" y="414"/>
                  </a:lnTo>
                  <a:lnTo>
                    <a:pt x="78" y="416"/>
                  </a:lnTo>
                  <a:lnTo>
                    <a:pt x="80" y="419"/>
                  </a:lnTo>
                  <a:lnTo>
                    <a:pt x="85" y="423"/>
                  </a:lnTo>
                  <a:lnTo>
                    <a:pt x="85" y="426"/>
                  </a:lnTo>
                  <a:lnTo>
                    <a:pt x="87" y="428"/>
                  </a:lnTo>
                  <a:lnTo>
                    <a:pt x="87" y="431"/>
                  </a:lnTo>
                  <a:lnTo>
                    <a:pt x="87" y="433"/>
                  </a:lnTo>
                  <a:lnTo>
                    <a:pt x="87" y="435"/>
                  </a:lnTo>
                  <a:lnTo>
                    <a:pt x="87" y="438"/>
                  </a:lnTo>
                  <a:lnTo>
                    <a:pt x="90" y="440"/>
                  </a:lnTo>
                  <a:lnTo>
                    <a:pt x="90" y="440"/>
                  </a:lnTo>
                  <a:lnTo>
                    <a:pt x="90" y="442"/>
                  </a:lnTo>
                  <a:lnTo>
                    <a:pt x="90" y="442"/>
                  </a:lnTo>
                  <a:lnTo>
                    <a:pt x="90" y="445"/>
                  </a:lnTo>
                  <a:lnTo>
                    <a:pt x="90" y="447"/>
                  </a:lnTo>
                  <a:lnTo>
                    <a:pt x="90" y="447"/>
                  </a:lnTo>
                  <a:lnTo>
                    <a:pt x="92" y="450"/>
                  </a:lnTo>
                  <a:lnTo>
                    <a:pt x="92" y="452"/>
                  </a:lnTo>
                  <a:lnTo>
                    <a:pt x="92" y="454"/>
                  </a:lnTo>
                  <a:lnTo>
                    <a:pt x="97" y="461"/>
                  </a:lnTo>
                  <a:lnTo>
                    <a:pt x="99" y="466"/>
                  </a:lnTo>
                  <a:lnTo>
                    <a:pt x="104" y="466"/>
                  </a:lnTo>
                  <a:lnTo>
                    <a:pt x="109" y="464"/>
                  </a:lnTo>
                  <a:lnTo>
                    <a:pt x="113" y="457"/>
                  </a:lnTo>
                  <a:lnTo>
                    <a:pt x="118" y="454"/>
                  </a:lnTo>
                  <a:lnTo>
                    <a:pt x="120" y="454"/>
                  </a:lnTo>
                  <a:lnTo>
                    <a:pt x="123" y="457"/>
                  </a:lnTo>
                  <a:lnTo>
                    <a:pt x="125" y="457"/>
                  </a:lnTo>
                  <a:lnTo>
                    <a:pt x="127" y="457"/>
                  </a:lnTo>
                  <a:lnTo>
                    <a:pt x="132" y="459"/>
                  </a:lnTo>
                  <a:lnTo>
                    <a:pt x="144" y="464"/>
                  </a:lnTo>
                  <a:lnTo>
                    <a:pt x="146" y="466"/>
                  </a:lnTo>
                  <a:lnTo>
                    <a:pt x="149" y="468"/>
                  </a:lnTo>
                  <a:lnTo>
                    <a:pt x="149" y="471"/>
                  </a:lnTo>
                  <a:lnTo>
                    <a:pt x="146" y="476"/>
                  </a:lnTo>
                  <a:lnTo>
                    <a:pt x="146" y="478"/>
                  </a:lnTo>
                  <a:lnTo>
                    <a:pt x="144" y="478"/>
                  </a:lnTo>
                  <a:lnTo>
                    <a:pt x="144" y="480"/>
                  </a:lnTo>
                  <a:lnTo>
                    <a:pt x="144" y="483"/>
                  </a:lnTo>
                  <a:lnTo>
                    <a:pt x="144" y="487"/>
                  </a:lnTo>
                  <a:lnTo>
                    <a:pt x="144" y="494"/>
                  </a:lnTo>
                  <a:lnTo>
                    <a:pt x="144" y="497"/>
                  </a:lnTo>
                  <a:lnTo>
                    <a:pt x="139" y="506"/>
                  </a:lnTo>
                  <a:lnTo>
                    <a:pt x="135" y="521"/>
                  </a:lnTo>
                  <a:lnTo>
                    <a:pt x="132" y="528"/>
                  </a:lnTo>
                  <a:lnTo>
                    <a:pt x="130" y="532"/>
                  </a:lnTo>
                  <a:lnTo>
                    <a:pt x="130" y="537"/>
                  </a:lnTo>
                  <a:lnTo>
                    <a:pt x="132" y="542"/>
                  </a:lnTo>
                  <a:lnTo>
                    <a:pt x="132" y="544"/>
                  </a:lnTo>
                  <a:lnTo>
                    <a:pt x="132" y="547"/>
                  </a:lnTo>
                  <a:lnTo>
                    <a:pt x="135" y="547"/>
                  </a:lnTo>
                  <a:lnTo>
                    <a:pt x="135" y="549"/>
                  </a:lnTo>
                  <a:lnTo>
                    <a:pt x="139" y="551"/>
                  </a:lnTo>
                  <a:lnTo>
                    <a:pt x="142" y="554"/>
                  </a:lnTo>
                  <a:lnTo>
                    <a:pt x="144" y="556"/>
                  </a:lnTo>
                  <a:lnTo>
                    <a:pt x="144" y="556"/>
                  </a:lnTo>
                  <a:lnTo>
                    <a:pt x="146" y="558"/>
                  </a:lnTo>
                  <a:lnTo>
                    <a:pt x="146" y="561"/>
                  </a:lnTo>
                  <a:lnTo>
                    <a:pt x="151" y="561"/>
                  </a:lnTo>
                  <a:lnTo>
                    <a:pt x="153" y="563"/>
                  </a:lnTo>
                  <a:lnTo>
                    <a:pt x="156" y="568"/>
                  </a:lnTo>
                  <a:lnTo>
                    <a:pt x="161" y="570"/>
                  </a:lnTo>
                  <a:lnTo>
                    <a:pt x="163" y="570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5" y="575"/>
                  </a:lnTo>
                  <a:lnTo>
                    <a:pt x="175" y="575"/>
                  </a:lnTo>
                  <a:lnTo>
                    <a:pt x="179" y="575"/>
                  </a:lnTo>
                  <a:lnTo>
                    <a:pt x="182" y="577"/>
                  </a:lnTo>
                  <a:lnTo>
                    <a:pt x="189" y="582"/>
                  </a:lnTo>
                  <a:lnTo>
                    <a:pt x="191" y="584"/>
                  </a:lnTo>
                  <a:lnTo>
                    <a:pt x="198" y="587"/>
                  </a:lnTo>
                  <a:lnTo>
                    <a:pt x="201" y="589"/>
                  </a:lnTo>
                  <a:lnTo>
                    <a:pt x="203" y="592"/>
                  </a:lnTo>
                  <a:lnTo>
                    <a:pt x="206" y="599"/>
                  </a:lnTo>
                  <a:lnTo>
                    <a:pt x="208" y="601"/>
                  </a:lnTo>
                  <a:lnTo>
                    <a:pt x="220" y="603"/>
                  </a:lnTo>
                  <a:lnTo>
                    <a:pt x="222" y="606"/>
                  </a:lnTo>
                  <a:lnTo>
                    <a:pt x="222" y="608"/>
                  </a:lnTo>
                  <a:lnTo>
                    <a:pt x="222" y="608"/>
                  </a:lnTo>
                  <a:lnTo>
                    <a:pt x="222" y="610"/>
                  </a:lnTo>
                  <a:lnTo>
                    <a:pt x="222" y="613"/>
                  </a:lnTo>
                  <a:lnTo>
                    <a:pt x="222" y="615"/>
                  </a:lnTo>
                  <a:lnTo>
                    <a:pt x="222" y="618"/>
                  </a:lnTo>
                  <a:lnTo>
                    <a:pt x="222" y="620"/>
                  </a:lnTo>
                  <a:lnTo>
                    <a:pt x="222" y="622"/>
                  </a:lnTo>
                  <a:lnTo>
                    <a:pt x="227" y="627"/>
                  </a:lnTo>
                  <a:lnTo>
                    <a:pt x="229" y="629"/>
                  </a:lnTo>
                  <a:lnTo>
                    <a:pt x="232" y="634"/>
                  </a:lnTo>
                  <a:lnTo>
                    <a:pt x="234" y="639"/>
                  </a:lnTo>
                  <a:lnTo>
                    <a:pt x="232" y="644"/>
                  </a:lnTo>
                  <a:lnTo>
                    <a:pt x="229" y="648"/>
                  </a:lnTo>
                  <a:lnTo>
                    <a:pt x="227" y="651"/>
                  </a:lnTo>
                  <a:lnTo>
                    <a:pt x="227" y="655"/>
                  </a:lnTo>
                  <a:lnTo>
                    <a:pt x="227" y="658"/>
                  </a:lnTo>
                  <a:lnTo>
                    <a:pt x="229" y="658"/>
                  </a:lnTo>
                  <a:lnTo>
                    <a:pt x="229" y="658"/>
                  </a:lnTo>
                  <a:lnTo>
                    <a:pt x="232" y="658"/>
                  </a:lnTo>
                  <a:lnTo>
                    <a:pt x="232" y="660"/>
                  </a:lnTo>
                  <a:lnTo>
                    <a:pt x="232" y="663"/>
                  </a:lnTo>
                  <a:lnTo>
                    <a:pt x="234" y="665"/>
                  </a:lnTo>
                  <a:lnTo>
                    <a:pt x="236" y="667"/>
                  </a:lnTo>
                  <a:lnTo>
                    <a:pt x="241" y="674"/>
                  </a:lnTo>
                  <a:lnTo>
                    <a:pt x="241" y="677"/>
                  </a:lnTo>
                  <a:lnTo>
                    <a:pt x="241" y="681"/>
                  </a:lnTo>
                  <a:lnTo>
                    <a:pt x="243" y="681"/>
                  </a:lnTo>
                  <a:lnTo>
                    <a:pt x="248" y="686"/>
                  </a:lnTo>
                  <a:lnTo>
                    <a:pt x="253" y="686"/>
                  </a:lnTo>
                  <a:lnTo>
                    <a:pt x="255" y="686"/>
                  </a:lnTo>
                  <a:lnTo>
                    <a:pt x="255" y="686"/>
                  </a:lnTo>
                  <a:lnTo>
                    <a:pt x="255" y="684"/>
                  </a:lnTo>
                  <a:lnTo>
                    <a:pt x="253" y="684"/>
                  </a:lnTo>
                  <a:lnTo>
                    <a:pt x="253" y="681"/>
                  </a:lnTo>
                  <a:lnTo>
                    <a:pt x="250" y="681"/>
                  </a:lnTo>
                  <a:lnTo>
                    <a:pt x="250" y="679"/>
                  </a:lnTo>
                  <a:lnTo>
                    <a:pt x="250" y="677"/>
                  </a:lnTo>
                  <a:lnTo>
                    <a:pt x="253" y="677"/>
                  </a:lnTo>
                  <a:lnTo>
                    <a:pt x="255" y="677"/>
                  </a:lnTo>
                  <a:lnTo>
                    <a:pt x="255" y="677"/>
                  </a:lnTo>
                  <a:lnTo>
                    <a:pt x="255" y="679"/>
                  </a:lnTo>
                  <a:lnTo>
                    <a:pt x="258" y="681"/>
                  </a:lnTo>
                  <a:lnTo>
                    <a:pt x="258" y="681"/>
                  </a:lnTo>
                  <a:lnTo>
                    <a:pt x="260" y="684"/>
                  </a:lnTo>
                  <a:lnTo>
                    <a:pt x="260" y="684"/>
                  </a:lnTo>
                  <a:lnTo>
                    <a:pt x="262" y="686"/>
                  </a:lnTo>
                  <a:lnTo>
                    <a:pt x="262" y="686"/>
                  </a:lnTo>
                  <a:lnTo>
                    <a:pt x="262" y="689"/>
                  </a:lnTo>
                  <a:lnTo>
                    <a:pt x="262" y="689"/>
                  </a:lnTo>
                  <a:lnTo>
                    <a:pt x="265" y="689"/>
                  </a:lnTo>
                  <a:lnTo>
                    <a:pt x="265" y="689"/>
                  </a:lnTo>
                  <a:lnTo>
                    <a:pt x="267" y="689"/>
                  </a:lnTo>
                  <a:lnTo>
                    <a:pt x="267" y="689"/>
                  </a:lnTo>
                  <a:lnTo>
                    <a:pt x="269" y="689"/>
                  </a:lnTo>
                  <a:lnTo>
                    <a:pt x="265" y="684"/>
                  </a:lnTo>
                  <a:lnTo>
                    <a:pt x="265" y="681"/>
                  </a:lnTo>
                  <a:lnTo>
                    <a:pt x="262" y="679"/>
                  </a:lnTo>
                  <a:lnTo>
                    <a:pt x="265" y="674"/>
                  </a:lnTo>
                  <a:lnTo>
                    <a:pt x="267" y="670"/>
                  </a:lnTo>
                  <a:lnTo>
                    <a:pt x="272" y="665"/>
                  </a:lnTo>
                  <a:lnTo>
                    <a:pt x="272" y="663"/>
                  </a:lnTo>
                  <a:lnTo>
                    <a:pt x="274" y="660"/>
                  </a:lnTo>
                  <a:lnTo>
                    <a:pt x="279" y="658"/>
                  </a:lnTo>
                  <a:lnTo>
                    <a:pt x="284" y="655"/>
                  </a:lnTo>
                  <a:lnTo>
                    <a:pt x="288" y="655"/>
                  </a:lnTo>
                  <a:lnTo>
                    <a:pt x="317" y="667"/>
                  </a:lnTo>
                  <a:lnTo>
                    <a:pt x="324" y="670"/>
                  </a:lnTo>
                  <a:lnTo>
                    <a:pt x="329" y="672"/>
                  </a:lnTo>
                  <a:lnTo>
                    <a:pt x="333" y="670"/>
                  </a:lnTo>
                  <a:lnTo>
                    <a:pt x="336" y="667"/>
                  </a:lnTo>
                  <a:lnTo>
                    <a:pt x="336" y="663"/>
                  </a:lnTo>
                  <a:lnTo>
                    <a:pt x="336" y="658"/>
                  </a:lnTo>
                  <a:lnTo>
                    <a:pt x="333" y="655"/>
                  </a:lnTo>
                  <a:lnTo>
                    <a:pt x="331" y="651"/>
                  </a:lnTo>
                  <a:lnTo>
                    <a:pt x="329" y="646"/>
                  </a:lnTo>
                  <a:lnTo>
                    <a:pt x="326" y="641"/>
                  </a:lnTo>
                  <a:lnTo>
                    <a:pt x="326" y="636"/>
                  </a:lnTo>
                  <a:lnTo>
                    <a:pt x="329" y="632"/>
                  </a:lnTo>
                  <a:lnTo>
                    <a:pt x="329" y="629"/>
                  </a:lnTo>
                  <a:lnTo>
                    <a:pt x="329" y="629"/>
                  </a:lnTo>
                  <a:lnTo>
                    <a:pt x="331" y="627"/>
                  </a:lnTo>
                  <a:lnTo>
                    <a:pt x="333" y="627"/>
                  </a:lnTo>
                  <a:lnTo>
                    <a:pt x="338" y="627"/>
                  </a:lnTo>
                  <a:lnTo>
                    <a:pt x="340" y="627"/>
                  </a:lnTo>
                  <a:lnTo>
                    <a:pt x="345" y="622"/>
                  </a:lnTo>
                  <a:lnTo>
                    <a:pt x="362" y="618"/>
                  </a:lnTo>
                  <a:lnTo>
                    <a:pt x="366" y="615"/>
                  </a:lnTo>
                  <a:lnTo>
                    <a:pt x="366" y="610"/>
                  </a:lnTo>
                  <a:lnTo>
                    <a:pt x="364" y="606"/>
                  </a:lnTo>
                  <a:lnTo>
                    <a:pt x="359" y="603"/>
                  </a:lnTo>
                  <a:lnTo>
                    <a:pt x="359" y="603"/>
                  </a:lnTo>
                  <a:lnTo>
                    <a:pt x="357" y="599"/>
                  </a:lnTo>
                  <a:lnTo>
                    <a:pt x="357" y="596"/>
                  </a:lnTo>
                  <a:lnTo>
                    <a:pt x="357" y="594"/>
                  </a:lnTo>
                  <a:lnTo>
                    <a:pt x="357" y="592"/>
                  </a:lnTo>
                  <a:lnTo>
                    <a:pt x="359" y="589"/>
                  </a:lnTo>
                  <a:lnTo>
                    <a:pt x="364" y="584"/>
                  </a:lnTo>
                  <a:lnTo>
                    <a:pt x="366" y="582"/>
                  </a:lnTo>
                  <a:lnTo>
                    <a:pt x="366" y="580"/>
                  </a:lnTo>
                  <a:lnTo>
                    <a:pt x="366" y="577"/>
                  </a:lnTo>
                  <a:lnTo>
                    <a:pt x="366" y="575"/>
                  </a:lnTo>
                  <a:lnTo>
                    <a:pt x="364" y="575"/>
                  </a:lnTo>
                  <a:lnTo>
                    <a:pt x="362" y="575"/>
                  </a:lnTo>
                  <a:lnTo>
                    <a:pt x="362" y="575"/>
                  </a:lnTo>
                  <a:lnTo>
                    <a:pt x="362" y="573"/>
                  </a:lnTo>
                  <a:lnTo>
                    <a:pt x="362" y="573"/>
                  </a:lnTo>
                  <a:lnTo>
                    <a:pt x="362" y="573"/>
                  </a:lnTo>
                  <a:lnTo>
                    <a:pt x="364" y="573"/>
                  </a:lnTo>
                  <a:lnTo>
                    <a:pt x="366" y="573"/>
                  </a:lnTo>
                  <a:lnTo>
                    <a:pt x="366" y="573"/>
                  </a:lnTo>
                  <a:lnTo>
                    <a:pt x="366" y="570"/>
                  </a:lnTo>
                  <a:lnTo>
                    <a:pt x="359" y="565"/>
                  </a:lnTo>
                  <a:lnTo>
                    <a:pt x="359" y="565"/>
                  </a:lnTo>
                  <a:lnTo>
                    <a:pt x="362" y="565"/>
                  </a:lnTo>
                  <a:lnTo>
                    <a:pt x="364" y="565"/>
                  </a:lnTo>
                  <a:lnTo>
                    <a:pt x="364" y="563"/>
                  </a:lnTo>
                  <a:lnTo>
                    <a:pt x="366" y="563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4" y="558"/>
                  </a:lnTo>
                  <a:lnTo>
                    <a:pt x="364" y="556"/>
                  </a:lnTo>
                  <a:lnTo>
                    <a:pt x="364" y="556"/>
                  </a:lnTo>
                  <a:lnTo>
                    <a:pt x="364" y="554"/>
                  </a:lnTo>
                  <a:lnTo>
                    <a:pt x="364" y="551"/>
                  </a:lnTo>
                  <a:lnTo>
                    <a:pt x="364" y="551"/>
                  </a:lnTo>
                  <a:lnTo>
                    <a:pt x="364" y="549"/>
                  </a:lnTo>
                  <a:lnTo>
                    <a:pt x="364" y="547"/>
                  </a:lnTo>
                  <a:lnTo>
                    <a:pt x="362" y="544"/>
                  </a:lnTo>
                  <a:lnTo>
                    <a:pt x="364" y="544"/>
                  </a:lnTo>
                  <a:lnTo>
                    <a:pt x="366" y="544"/>
                  </a:lnTo>
                  <a:lnTo>
                    <a:pt x="366" y="542"/>
                  </a:lnTo>
                  <a:lnTo>
                    <a:pt x="369" y="542"/>
                  </a:lnTo>
                  <a:lnTo>
                    <a:pt x="371" y="539"/>
                  </a:lnTo>
                  <a:lnTo>
                    <a:pt x="369" y="539"/>
                  </a:lnTo>
                  <a:lnTo>
                    <a:pt x="366" y="539"/>
                  </a:lnTo>
                  <a:lnTo>
                    <a:pt x="364" y="539"/>
                  </a:lnTo>
                  <a:lnTo>
                    <a:pt x="366" y="537"/>
                  </a:lnTo>
                  <a:lnTo>
                    <a:pt x="369" y="535"/>
                  </a:lnTo>
                  <a:lnTo>
                    <a:pt x="369" y="535"/>
                  </a:lnTo>
                  <a:lnTo>
                    <a:pt x="371" y="532"/>
                  </a:lnTo>
                  <a:lnTo>
                    <a:pt x="371" y="532"/>
                  </a:lnTo>
                  <a:lnTo>
                    <a:pt x="371" y="530"/>
                  </a:lnTo>
                  <a:lnTo>
                    <a:pt x="371" y="530"/>
                  </a:lnTo>
                  <a:lnTo>
                    <a:pt x="369" y="528"/>
                  </a:lnTo>
                  <a:lnTo>
                    <a:pt x="369" y="528"/>
                  </a:lnTo>
                  <a:lnTo>
                    <a:pt x="366" y="525"/>
                  </a:lnTo>
                  <a:lnTo>
                    <a:pt x="366" y="525"/>
                  </a:lnTo>
                  <a:lnTo>
                    <a:pt x="366" y="525"/>
                  </a:lnTo>
                  <a:lnTo>
                    <a:pt x="366" y="523"/>
                  </a:lnTo>
                  <a:lnTo>
                    <a:pt x="366" y="523"/>
                  </a:lnTo>
                  <a:lnTo>
                    <a:pt x="366" y="521"/>
                  </a:lnTo>
                  <a:lnTo>
                    <a:pt x="366" y="521"/>
                  </a:lnTo>
                  <a:lnTo>
                    <a:pt x="369" y="518"/>
                  </a:lnTo>
                  <a:lnTo>
                    <a:pt x="369" y="518"/>
                  </a:lnTo>
                  <a:lnTo>
                    <a:pt x="369" y="516"/>
                  </a:lnTo>
                  <a:lnTo>
                    <a:pt x="369" y="513"/>
                  </a:lnTo>
                  <a:lnTo>
                    <a:pt x="371" y="513"/>
                  </a:lnTo>
                  <a:lnTo>
                    <a:pt x="371" y="513"/>
                  </a:lnTo>
                  <a:lnTo>
                    <a:pt x="373" y="516"/>
                  </a:lnTo>
                  <a:lnTo>
                    <a:pt x="373" y="516"/>
                  </a:lnTo>
                  <a:lnTo>
                    <a:pt x="373" y="513"/>
                  </a:lnTo>
                  <a:lnTo>
                    <a:pt x="373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8" y="513"/>
                  </a:lnTo>
                  <a:lnTo>
                    <a:pt x="378" y="513"/>
                  </a:lnTo>
                  <a:lnTo>
                    <a:pt x="378" y="513"/>
                  </a:lnTo>
                  <a:lnTo>
                    <a:pt x="378" y="511"/>
                  </a:lnTo>
                  <a:lnTo>
                    <a:pt x="378" y="511"/>
                  </a:lnTo>
                  <a:lnTo>
                    <a:pt x="378" y="509"/>
                  </a:lnTo>
                  <a:lnTo>
                    <a:pt x="381" y="506"/>
                  </a:lnTo>
                  <a:lnTo>
                    <a:pt x="381" y="504"/>
                  </a:lnTo>
                  <a:lnTo>
                    <a:pt x="381" y="504"/>
                  </a:lnTo>
                  <a:lnTo>
                    <a:pt x="381" y="502"/>
                  </a:lnTo>
                  <a:lnTo>
                    <a:pt x="383" y="502"/>
                  </a:lnTo>
                  <a:lnTo>
                    <a:pt x="383" y="502"/>
                  </a:lnTo>
                  <a:lnTo>
                    <a:pt x="385" y="499"/>
                  </a:lnTo>
                  <a:lnTo>
                    <a:pt x="388" y="497"/>
                  </a:lnTo>
                  <a:lnTo>
                    <a:pt x="388" y="494"/>
                  </a:lnTo>
                  <a:lnTo>
                    <a:pt x="385" y="492"/>
                  </a:lnTo>
                  <a:lnTo>
                    <a:pt x="385" y="492"/>
                  </a:lnTo>
                  <a:lnTo>
                    <a:pt x="388" y="490"/>
                  </a:lnTo>
                  <a:lnTo>
                    <a:pt x="390" y="487"/>
                  </a:lnTo>
                  <a:lnTo>
                    <a:pt x="392" y="487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3"/>
                  </a:lnTo>
                  <a:lnTo>
                    <a:pt x="392" y="480"/>
                  </a:lnTo>
                  <a:lnTo>
                    <a:pt x="392" y="478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395" y="473"/>
                  </a:lnTo>
                  <a:lnTo>
                    <a:pt x="397" y="473"/>
                  </a:lnTo>
                  <a:lnTo>
                    <a:pt x="395" y="473"/>
                  </a:lnTo>
                  <a:lnTo>
                    <a:pt x="397" y="473"/>
                  </a:lnTo>
                  <a:lnTo>
                    <a:pt x="397" y="473"/>
                  </a:lnTo>
                  <a:lnTo>
                    <a:pt x="397" y="471"/>
                  </a:lnTo>
                  <a:lnTo>
                    <a:pt x="397" y="471"/>
                  </a:lnTo>
                  <a:lnTo>
                    <a:pt x="397" y="468"/>
                  </a:lnTo>
                  <a:lnTo>
                    <a:pt x="397" y="466"/>
                  </a:lnTo>
                  <a:lnTo>
                    <a:pt x="397" y="464"/>
                  </a:lnTo>
                  <a:lnTo>
                    <a:pt x="399" y="464"/>
                  </a:lnTo>
                  <a:lnTo>
                    <a:pt x="399" y="461"/>
                  </a:lnTo>
                  <a:lnTo>
                    <a:pt x="402" y="461"/>
                  </a:lnTo>
                  <a:lnTo>
                    <a:pt x="402" y="461"/>
                  </a:lnTo>
                  <a:lnTo>
                    <a:pt x="404" y="461"/>
                  </a:lnTo>
                  <a:lnTo>
                    <a:pt x="404" y="452"/>
                  </a:lnTo>
                  <a:lnTo>
                    <a:pt x="404" y="447"/>
                  </a:lnTo>
                  <a:lnTo>
                    <a:pt x="402" y="44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1" name="Freeform 42">
              <a:extLst>
                <a:ext uri="{FF2B5EF4-FFF2-40B4-BE49-F238E27FC236}">
                  <a16:creationId xmlns:a16="http://schemas.microsoft.com/office/drawing/2014/main" id="{40A1224F-B7A6-41F5-8EE0-AA369CC1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450" y="1753283"/>
              <a:ext cx="557944" cy="853436"/>
            </a:xfrm>
            <a:custGeom>
              <a:avLst/>
              <a:gdLst>
                <a:gd name="T0" fmla="*/ 563 w 591"/>
                <a:gd name="T1" fmla="*/ 885 h 904"/>
                <a:gd name="T2" fmla="*/ 298 w 591"/>
                <a:gd name="T3" fmla="*/ 873 h 904"/>
                <a:gd name="T4" fmla="*/ 19 w 591"/>
                <a:gd name="T5" fmla="*/ 835 h 904"/>
                <a:gd name="T6" fmla="*/ 30 w 591"/>
                <a:gd name="T7" fmla="*/ 643 h 904"/>
                <a:gd name="T8" fmla="*/ 45 w 591"/>
                <a:gd name="T9" fmla="*/ 591 h 904"/>
                <a:gd name="T10" fmla="*/ 52 w 591"/>
                <a:gd name="T11" fmla="*/ 570 h 904"/>
                <a:gd name="T12" fmla="*/ 37 w 591"/>
                <a:gd name="T13" fmla="*/ 556 h 904"/>
                <a:gd name="T14" fmla="*/ 28 w 591"/>
                <a:gd name="T15" fmla="*/ 537 h 904"/>
                <a:gd name="T16" fmla="*/ 47 w 591"/>
                <a:gd name="T17" fmla="*/ 509 h 904"/>
                <a:gd name="T18" fmla="*/ 73 w 591"/>
                <a:gd name="T19" fmla="*/ 471 h 904"/>
                <a:gd name="T20" fmla="*/ 113 w 591"/>
                <a:gd name="T21" fmla="*/ 414 h 904"/>
                <a:gd name="T22" fmla="*/ 94 w 591"/>
                <a:gd name="T23" fmla="*/ 374 h 904"/>
                <a:gd name="T24" fmla="*/ 82 w 591"/>
                <a:gd name="T25" fmla="*/ 314 h 904"/>
                <a:gd name="T26" fmla="*/ 113 w 591"/>
                <a:gd name="T27" fmla="*/ 92 h 904"/>
                <a:gd name="T28" fmla="*/ 203 w 591"/>
                <a:gd name="T29" fmla="*/ 80 h 904"/>
                <a:gd name="T30" fmla="*/ 208 w 591"/>
                <a:gd name="T31" fmla="*/ 146 h 904"/>
                <a:gd name="T32" fmla="*/ 220 w 591"/>
                <a:gd name="T33" fmla="*/ 165 h 904"/>
                <a:gd name="T34" fmla="*/ 215 w 591"/>
                <a:gd name="T35" fmla="*/ 184 h 904"/>
                <a:gd name="T36" fmla="*/ 220 w 591"/>
                <a:gd name="T37" fmla="*/ 196 h 904"/>
                <a:gd name="T38" fmla="*/ 231 w 591"/>
                <a:gd name="T39" fmla="*/ 215 h 904"/>
                <a:gd name="T40" fmla="*/ 250 w 591"/>
                <a:gd name="T41" fmla="*/ 234 h 904"/>
                <a:gd name="T42" fmla="*/ 267 w 591"/>
                <a:gd name="T43" fmla="*/ 260 h 904"/>
                <a:gd name="T44" fmla="*/ 276 w 591"/>
                <a:gd name="T45" fmla="*/ 277 h 904"/>
                <a:gd name="T46" fmla="*/ 288 w 591"/>
                <a:gd name="T47" fmla="*/ 293 h 904"/>
                <a:gd name="T48" fmla="*/ 300 w 591"/>
                <a:gd name="T49" fmla="*/ 296 h 904"/>
                <a:gd name="T50" fmla="*/ 309 w 591"/>
                <a:gd name="T51" fmla="*/ 305 h 904"/>
                <a:gd name="T52" fmla="*/ 326 w 591"/>
                <a:gd name="T53" fmla="*/ 307 h 904"/>
                <a:gd name="T54" fmla="*/ 321 w 591"/>
                <a:gd name="T55" fmla="*/ 322 h 904"/>
                <a:gd name="T56" fmla="*/ 319 w 591"/>
                <a:gd name="T57" fmla="*/ 329 h 904"/>
                <a:gd name="T58" fmla="*/ 309 w 591"/>
                <a:gd name="T59" fmla="*/ 348 h 904"/>
                <a:gd name="T60" fmla="*/ 309 w 591"/>
                <a:gd name="T61" fmla="*/ 362 h 904"/>
                <a:gd name="T62" fmla="*/ 305 w 591"/>
                <a:gd name="T63" fmla="*/ 371 h 904"/>
                <a:gd name="T64" fmla="*/ 307 w 591"/>
                <a:gd name="T65" fmla="*/ 385 h 904"/>
                <a:gd name="T66" fmla="*/ 305 w 591"/>
                <a:gd name="T67" fmla="*/ 402 h 904"/>
                <a:gd name="T68" fmla="*/ 293 w 591"/>
                <a:gd name="T69" fmla="*/ 409 h 904"/>
                <a:gd name="T70" fmla="*/ 295 w 591"/>
                <a:gd name="T71" fmla="*/ 423 h 904"/>
                <a:gd name="T72" fmla="*/ 291 w 591"/>
                <a:gd name="T73" fmla="*/ 435 h 904"/>
                <a:gd name="T74" fmla="*/ 309 w 591"/>
                <a:gd name="T75" fmla="*/ 447 h 904"/>
                <a:gd name="T76" fmla="*/ 321 w 591"/>
                <a:gd name="T77" fmla="*/ 442 h 904"/>
                <a:gd name="T78" fmla="*/ 335 w 591"/>
                <a:gd name="T79" fmla="*/ 433 h 904"/>
                <a:gd name="T80" fmla="*/ 340 w 591"/>
                <a:gd name="T81" fmla="*/ 426 h 904"/>
                <a:gd name="T82" fmla="*/ 357 w 591"/>
                <a:gd name="T83" fmla="*/ 442 h 904"/>
                <a:gd name="T84" fmla="*/ 359 w 591"/>
                <a:gd name="T85" fmla="*/ 456 h 904"/>
                <a:gd name="T86" fmla="*/ 359 w 591"/>
                <a:gd name="T87" fmla="*/ 475 h 904"/>
                <a:gd name="T88" fmla="*/ 369 w 591"/>
                <a:gd name="T89" fmla="*/ 492 h 904"/>
                <a:gd name="T90" fmla="*/ 376 w 591"/>
                <a:gd name="T91" fmla="*/ 504 h 904"/>
                <a:gd name="T92" fmla="*/ 376 w 591"/>
                <a:gd name="T93" fmla="*/ 523 h 904"/>
                <a:gd name="T94" fmla="*/ 388 w 591"/>
                <a:gd name="T95" fmla="*/ 542 h 904"/>
                <a:gd name="T96" fmla="*/ 406 w 591"/>
                <a:gd name="T97" fmla="*/ 551 h 904"/>
                <a:gd name="T98" fmla="*/ 411 w 591"/>
                <a:gd name="T99" fmla="*/ 563 h 904"/>
                <a:gd name="T100" fmla="*/ 414 w 591"/>
                <a:gd name="T101" fmla="*/ 575 h 904"/>
                <a:gd name="T102" fmla="*/ 418 w 591"/>
                <a:gd name="T103" fmla="*/ 589 h 904"/>
                <a:gd name="T104" fmla="*/ 428 w 591"/>
                <a:gd name="T105" fmla="*/ 589 h 904"/>
                <a:gd name="T106" fmla="*/ 461 w 591"/>
                <a:gd name="T107" fmla="*/ 589 h 904"/>
                <a:gd name="T108" fmla="*/ 475 w 591"/>
                <a:gd name="T109" fmla="*/ 582 h 904"/>
                <a:gd name="T110" fmla="*/ 496 w 591"/>
                <a:gd name="T111" fmla="*/ 584 h 904"/>
                <a:gd name="T112" fmla="*/ 520 w 591"/>
                <a:gd name="T113" fmla="*/ 589 h 904"/>
                <a:gd name="T114" fmla="*/ 551 w 591"/>
                <a:gd name="T115" fmla="*/ 589 h 904"/>
                <a:gd name="T116" fmla="*/ 551 w 591"/>
                <a:gd name="T117" fmla="*/ 582 h 904"/>
                <a:gd name="T118" fmla="*/ 555 w 591"/>
                <a:gd name="T119" fmla="*/ 572 h 904"/>
                <a:gd name="T120" fmla="*/ 570 w 591"/>
                <a:gd name="T121" fmla="*/ 572 h 904"/>
                <a:gd name="T122" fmla="*/ 579 w 591"/>
                <a:gd name="T123" fmla="*/ 58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1" h="904">
                  <a:moveTo>
                    <a:pt x="591" y="601"/>
                  </a:moveTo>
                  <a:lnTo>
                    <a:pt x="589" y="620"/>
                  </a:lnTo>
                  <a:lnTo>
                    <a:pt x="586" y="639"/>
                  </a:lnTo>
                  <a:lnTo>
                    <a:pt x="584" y="655"/>
                  </a:lnTo>
                  <a:lnTo>
                    <a:pt x="584" y="674"/>
                  </a:lnTo>
                  <a:lnTo>
                    <a:pt x="581" y="693"/>
                  </a:lnTo>
                  <a:lnTo>
                    <a:pt x="579" y="712"/>
                  </a:lnTo>
                  <a:lnTo>
                    <a:pt x="577" y="731"/>
                  </a:lnTo>
                  <a:lnTo>
                    <a:pt x="574" y="750"/>
                  </a:lnTo>
                  <a:lnTo>
                    <a:pt x="574" y="769"/>
                  </a:lnTo>
                  <a:lnTo>
                    <a:pt x="572" y="788"/>
                  </a:lnTo>
                  <a:lnTo>
                    <a:pt x="570" y="807"/>
                  </a:lnTo>
                  <a:lnTo>
                    <a:pt x="567" y="826"/>
                  </a:lnTo>
                  <a:lnTo>
                    <a:pt x="567" y="845"/>
                  </a:lnTo>
                  <a:lnTo>
                    <a:pt x="565" y="866"/>
                  </a:lnTo>
                  <a:lnTo>
                    <a:pt x="563" y="885"/>
                  </a:lnTo>
                  <a:lnTo>
                    <a:pt x="560" y="904"/>
                  </a:lnTo>
                  <a:lnTo>
                    <a:pt x="544" y="901"/>
                  </a:lnTo>
                  <a:lnTo>
                    <a:pt x="525" y="899"/>
                  </a:lnTo>
                  <a:lnTo>
                    <a:pt x="508" y="897"/>
                  </a:lnTo>
                  <a:lnTo>
                    <a:pt x="489" y="897"/>
                  </a:lnTo>
                  <a:lnTo>
                    <a:pt x="473" y="894"/>
                  </a:lnTo>
                  <a:lnTo>
                    <a:pt x="454" y="892"/>
                  </a:lnTo>
                  <a:lnTo>
                    <a:pt x="437" y="890"/>
                  </a:lnTo>
                  <a:lnTo>
                    <a:pt x="421" y="887"/>
                  </a:lnTo>
                  <a:lnTo>
                    <a:pt x="402" y="885"/>
                  </a:lnTo>
                  <a:lnTo>
                    <a:pt x="385" y="885"/>
                  </a:lnTo>
                  <a:lnTo>
                    <a:pt x="366" y="883"/>
                  </a:lnTo>
                  <a:lnTo>
                    <a:pt x="350" y="880"/>
                  </a:lnTo>
                  <a:lnTo>
                    <a:pt x="331" y="878"/>
                  </a:lnTo>
                  <a:lnTo>
                    <a:pt x="314" y="875"/>
                  </a:lnTo>
                  <a:lnTo>
                    <a:pt x="298" y="873"/>
                  </a:lnTo>
                  <a:lnTo>
                    <a:pt x="279" y="871"/>
                  </a:lnTo>
                  <a:lnTo>
                    <a:pt x="262" y="868"/>
                  </a:lnTo>
                  <a:lnTo>
                    <a:pt x="243" y="866"/>
                  </a:lnTo>
                  <a:lnTo>
                    <a:pt x="227" y="864"/>
                  </a:lnTo>
                  <a:lnTo>
                    <a:pt x="210" y="861"/>
                  </a:lnTo>
                  <a:lnTo>
                    <a:pt x="191" y="859"/>
                  </a:lnTo>
                  <a:lnTo>
                    <a:pt x="175" y="856"/>
                  </a:lnTo>
                  <a:lnTo>
                    <a:pt x="158" y="854"/>
                  </a:lnTo>
                  <a:lnTo>
                    <a:pt x="139" y="852"/>
                  </a:lnTo>
                  <a:lnTo>
                    <a:pt x="123" y="849"/>
                  </a:lnTo>
                  <a:lnTo>
                    <a:pt x="106" y="847"/>
                  </a:lnTo>
                  <a:lnTo>
                    <a:pt x="87" y="845"/>
                  </a:lnTo>
                  <a:lnTo>
                    <a:pt x="71" y="842"/>
                  </a:lnTo>
                  <a:lnTo>
                    <a:pt x="54" y="840"/>
                  </a:lnTo>
                  <a:lnTo>
                    <a:pt x="35" y="838"/>
                  </a:lnTo>
                  <a:lnTo>
                    <a:pt x="19" y="835"/>
                  </a:lnTo>
                  <a:lnTo>
                    <a:pt x="0" y="830"/>
                  </a:lnTo>
                  <a:lnTo>
                    <a:pt x="2" y="819"/>
                  </a:lnTo>
                  <a:lnTo>
                    <a:pt x="4" y="807"/>
                  </a:lnTo>
                  <a:lnTo>
                    <a:pt x="7" y="795"/>
                  </a:lnTo>
                  <a:lnTo>
                    <a:pt x="9" y="781"/>
                  </a:lnTo>
                  <a:lnTo>
                    <a:pt x="11" y="769"/>
                  </a:lnTo>
                  <a:lnTo>
                    <a:pt x="11" y="757"/>
                  </a:lnTo>
                  <a:lnTo>
                    <a:pt x="14" y="745"/>
                  </a:lnTo>
                  <a:lnTo>
                    <a:pt x="16" y="731"/>
                  </a:lnTo>
                  <a:lnTo>
                    <a:pt x="19" y="719"/>
                  </a:lnTo>
                  <a:lnTo>
                    <a:pt x="21" y="707"/>
                  </a:lnTo>
                  <a:lnTo>
                    <a:pt x="21" y="696"/>
                  </a:lnTo>
                  <a:lnTo>
                    <a:pt x="23" y="681"/>
                  </a:lnTo>
                  <a:lnTo>
                    <a:pt x="26" y="670"/>
                  </a:lnTo>
                  <a:lnTo>
                    <a:pt x="28" y="658"/>
                  </a:lnTo>
                  <a:lnTo>
                    <a:pt x="30" y="643"/>
                  </a:lnTo>
                  <a:lnTo>
                    <a:pt x="30" y="632"/>
                  </a:lnTo>
                  <a:lnTo>
                    <a:pt x="33" y="627"/>
                  </a:lnTo>
                  <a:lnTo>
                    <a:pt x="33" y="615"/>
                  </a:lnTo>
                  <a:lnTo>
                    <a:pt x="33" y="615"/>
                  </a:lnTo>
                  <a:lnTo>
                    <a:pt x="33" y="615"/>
                  </a:lnTo>
                  <a:lnTo>
                    <a:pt x="33" y="613"/>
                  </a:lnTo>
                  <a:lnTo>
                    <a:pt x="33" y="610"/>
                  </a:lnTo>
                  <a:lnTo>
                    <a:pt x="35" y="608"/>
                  </a:lnTo>
                  <a:lnTo>
                    <a:pt x="37" y="608"/>
                  </a:lnTo>
                  <a:lnTo>
                    <a:pt x="40" y="606"/>
                  </a:lnTo>
                  <a:lnTo>
                    <a:pt x="40" y="603"/>
                  </a:lnTo>
                  <a:lnTo>
                    <a:pt x="42" y="601"/>
                  </a:lnTo>
                  <a:lnTo>
                    <a:pt x="42" y="596"/>
                  </a:lnTo>
                  <a:lnTo>
                    <a:pt x="45" y="591"/>
                  </a:lnTo>
                  <a:lnTo>
                    <a:pt x="45" y="591"/>
                  </a:lnTo>
                  <a:lnTo>
                    <a:pt x="45" y="591"/>
                  </a:lnTo>
                  <a:lnTo>
                    <a:pt x="47" y="589"/>
                  </a:lnTo>
                  <a:lnTo>
                    <a:pt x="47" y="589"/>
                  </a:lnTo>
                  <a:lnTo>
                    <a:pt x="47" y="584"/>
                  </a:lnTo>
                  <a:lnTo>
                    <a:pt x="45" y="582"/>
                  </a:lnTo>
                  <a:lnTo>
                    <a:pt x="45" y="580"/>
                  </a:lnTo>
                  <a:lnTo>
                    <a:pt x="45" y="577"/>
                  </a:lnTo>
                  <a:lnTo>
                    <a:pt x="47" y="577"/>
                  </a:lnTo>
                  <a:lnTo>
                    <a:pt x="47" y="577"/>
                  </a:lnTo>
                  <a:lnTo>
                    <a:pt x="49" y="577"/>
                  </a:lnTo>
                  <a:lnTo>
                    <a:pt x="49" y="577"/>
                  </a:lnTo>
                  <a:lnTo>
                    <a:pt x="49" y="575"/>
                  </a:lnTo>
                  <a:lnTo>
                    <a:pt x="52" y="575"/>
                  </a:lnTo>
                  <a:lnTo>
                    <a:pt x="52" y="572"/>
                  </a:lnTo>
                  <a:lnTo>
                    <a:pt x="52" y="572"/>
                  </a:lnTo>
                  <a:lnTo>
                    <a:pt x="52" y="572"/>
                  </a:lnTo>
                  <a:lnTo>
                    <a:pt x="52" y="570"/>
                  </a:lnTo>
                  <a:lnTo>
                    <a:pt x="52" y="570"/>
                  </a:lnTo>
                  <a:lnTo>
                    <a:pt x="52" y="568"/>
                  </a:lnTo>
                  <a:lnTo>
                    <a:pt x="49" y="565"/>
                  </a:lnTo>
                  <a:lnTo>
                    <a:pt x="47" y="565"/>
                  </a:lnTo>
                  <a:lnTo>
                    <a:pt x="47" y="565"/>
                  </a:lnTo>
                  <a:lnTo>
                    <a:pt x="47" y="563"/>
                  </a:lnTo>
                  <a:lnTo>
                    <a:pt x="47" y="561"/>
                  </a:lnTo>
                  <a:lnTo>
                    <a:pt x="47" y="561"/>
                  </a:lnTo>
                  <a:lnTo>
                    <a:pt x="47" y="558"/>
                  </a:lnTo>
                  <a:lnTo>
                    <a:pt x="47" y="558"/>
                  </a:lnTo>
                  <a:lnTo>
                    <a:pt x="45" y="558"/>
                  </a:lnTo>
                  <a:lnTo>
                    <a:pt x="42" y="558"/>
                  </a:lnTo>
                  <a:lnTo>
                    <a:pt x="40" y="558"/>
                  </a:lnTo>
                  <a:lnTo>
                    <a:pt x="37" y="558"/>
                  </a:lnTo>
                  <a:lnTo>
                    <a:pt x="37" y="556"/>
                  </a:lnTo>
                  <a:lnTo>
                    <a:pt x="37" y="556"/>
                  </a:lnTo>
                  <a:lnTo>
                    <a:pt x="37" y="554"/>
                  </a:lnTo>
                  <a:lnTo>
                    <a:pt x="35" y="554"/>
                  </a:lnTo>
                  <a:lnTo>
                    <a:pt x="35" y="554"/>
                  </a:lnTo>
                  <a:lnTo>
                    <a:pt x="33" y="556"/>
                  </a:lnTo>
                  <a:lnTo>
                    <a:pt x="33" y="556"/>
                  </a:lnTo>
                  <a:lnTo>
                    <a:pt x="33" y="556"/>
                  </a:lnTo>
                  <a:lnTo>
                    <a:pt x="28" y="554"/>
                  </a:lnTo>
                  <a:lnTo>
                    <a:pt x="28" y="551"/>
                  </a:lnTo>
                  <a:lnTo>
                    <a:pt x="28" y="549"/>
                  </a:lnTo>
                  <a:lnTo>
                    <a:pt x="28" y="549"/>
                  </a:lnTo>
                  <a:lnTo>
                    <a:pt x="28" y="546"/>
                  </a:lnTo>
                  <a:lnTo>
                    <a:pt x="28" y="546"/>
                  </a:lnTo>
                  <a:lnTo>
                    <a:pt x="28" y="544"/>
                  </a:lnTo>
                  <a:lnTo>
                    <a:pt x="28" y="542"/>
                  </a:lnTo>
                  <a:lnTo>
                    <a:pt x="28" y="539"/>
                  </a:lnTo>
                  <a:lnTo>
                    <a:pt x="28" y="537"/>
                  </a:lnTo>
                  <a:lnTo>
                    <a:pt x="30" y="535"/>
                  </a:lnTo>
                  <a:lnTo>
                    <a:pt x="30" y="532"/>
                  </a:lnTo>
                  <a:lnTo>
                    <a:pt x="30" y="530"/>
                  </a:lnTo>
                  <a:lnTo>
                    <a:pt x="30" y="530"/>
                  </a:lnTo>
                  <a:lnTo>
                    <a:pt x="33" y="528"/>
                  </a:lnTo>
                  <a:lnTo>
                    <a:pt x="33" y="528"/>
                  </a:lnTo>
                  <a:lnTo>
                    <a:pt x="33" y="528"/>
                  </a:lnTo>
                  <a:lnTo>
                    <a:pt x="33" y="525"/>
                  </a:lnTo>
                  <a:lnTo>
                    <a:pt x="35" y="525"/>
                  </a:lnTo>
                  <a:lnTo>
                    <a:pt x="35" y="525"/>
                  </a:lnTo>
                  <a:lnTo>
                    <a:pt x="37" y="525"/>
                  </a:lnTo>
                  <a:lnTo>
                    <a:pt x="40" y="523"/>
                  </a:lnTo>
                  <a:lnTo>
                    <a:pt x="40" y="520"/>
                  </a:lnTo>
                  <a:lnTo>
                    <a:pt x="42" y="516"/>
                  </a:lnTo>
                  <a:lnTo>
                    <a:pt x="42" y="513"/>
                  </a:lnTo>
                  <a:lnTo>
                    <a:pt x="47" y="509"/>
                  </a:lnTo>
                  <a:lnTo>
                    <a:pt x="49" y="504"/>
                  </a:lnTo>
                  <a:lnTo>
                    <a:pt x="52" y="501"/>
                  </a:lnTo>
                  <a:lnTo>
                    <a:pt x="52" y="501"/>
                  </a:lnTo>
                  <a:lnTo>
                    <a:pt x="59" y="499"/>
                  </a:lnTo>
                  <a:lnTo>
                    <a:pt x="61" y="497"/>
                  </a:lnTo>
                  <a:lnTo>
                    <a:pt x="61" y="494"/>
                  </a:lnTo>
                  <a:lnTo>
                    <a:pt x="68" y="490"/>
                  </a:lnTo>
                  <a:lnTo>
                    <a:pt x="71" y="485"/>
                  </a:lnTo>
                  <a:lnTo>
                    <a:pt x="71" y="483"/>
                  </a:lnTo>
                  <a:lnTo>
                    <a:pt x="73" y="478"/>
                  </a:lnTo>
                  <a:lnTo>
                    <a:pt x="73" y="475"/>
                  </a:lnTo>
                  <a:lnTo>
                    <a:pt x="73" y="475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5" y="468"/>
                  </a:lnTo>
                  <a:lnTo>
                    <a:pt x="87" y="456"/>
                  </a:lnTo>
                  <a:lnTo>
                    <a:pt x="89" y="452"/>
                  </a:lnTo>
                  <a:lnTo>
                    <a:pt x="92" y="445"/>
                  </a:lnTo>
                  <a:lnTo>
                    <a:pt x="94" y="442"/>
                  </a:lnTo>
                  <a:lnTo>
                    <a:pt x="94" y="442"/>
                  </a:lnTo>
                  <a:lnTo>
                    <a:pt x="94" y="438"/>
                  </a:lnTo>
                  <a:lnTo>
                    <a:pt x="97" y="435"/>
                  </a:lnTo>
                  <a:lnTo>
                    <a:pt x="97" y="433"/>
                  </a:lnTo>
                  <a:lnTo>
                    <a:pt x="101" y="428"/>
                  </a:lnTo>
                  <a:lnTo>
                    <a:pt x="104" y="426"/>
                  </a:lnTo>
                  <a:lnTo>
                    <a:pt x="108" y="421"/>
                  </a:lnTo>
                  <a:lnTo>
                    <a:pt x="108" y="419"/>
                  </a:lnTo>
                  <a:lnTo>
                    <a:pt x="108" y="416"/>
                  </a:lnTo>
                  <a:lnTo>
                    <a:pt x="111" y="414"/>
                  </a:lnTo>
                  <a:lnTo>
                    <a:pt x="113" y="414"/>
                  </a:lnTo>
                  <a:lnTo>
                    <a:pt x="115" y="412"/>
                  </a:lnTo>
                  <a:lnTo>
                    <a:pt x="118" y="409"/>
                  </a:lnTo>
                  <a:lnTo>
                    <a:pt x="118" y="407"/>
                  </a:lnTo>
                  <a:lnTo>
                    <a:pt x="118" y="404"/>
                  </a:lnTo>
                  <a:lnTo>
                    <a:pt x="118" y="402"/>
                  </a:lnTo>
                  <a:lnTo>
                    <a:pt x="115" y="395"/>
                  </a:lnTo>
                  <a:lnTo>
                    <a:pt x="115" y="390"/>
                  </a:lnTo>
                  <a:lnTo>
                    <a:pt x="113" y="388"/>
                  </a:lnTo>
                  <a:lnTo>
                    <a:pt x="113" y="385"/>
                  </a:lnTo>
                  <a:lnTo>
                    <a:pt x="111" y="385"/>
                  </a:lnTo>
                  <a:lnTo>
                    <a:pt x="108" y="383"/>
                  </a:lnTo>
                  <a:lnTo>
                    <a:pt x="104" y="381"/>
                  </a:lnTo>
                  <a:lnTo>
                    <a:pt x="101" y="378"/>
                  </a:lnTo>
                  <a:lnTo>
                    <a:pt x="101" y="376"/>
                  </a:lnTo>
                  <a:lnTo>
                    <a:pt x="94" y="374"/>
                  </a:lnTo>
                  <a:lnTo>
                    <a:pt x="94" y="374"/>
                  </a:lnTo>
                  <a:lnTo>
                    <a:pt x="94" y="371"/>
                  </a:lnTo>
                  <a:lnTo>
                    <a:pt x="89" y="364"/>
                  </a:lnTo>
                  <a:lnTo>
                    <a:pt x="87" y="357"/>
                  </a:lnTo>
                  <a:lnTo>
                    <a:pt x="87" y="355"/>
                  </a:lnTo>
                  <a:lnTo>
                    <a:pt x="87" y="352"/>
                  </a:lnTo>
                  <a:lnTo>
                    <a:pt x="87" y="348"/>
                  </a:lnTo>
                  <a:lnTo>
                    <a:pt x="82" y="341"/>
                  </a:lnTo>
                  <a:lnTo>
                    <a:pt x="82" y="341"/>
                  </a:lnTo>
                  <a:lnTo>
                    <a:pt x="85" y="338"/>
                  </a:lnTo>
                  <a:lnTo>
                    <a:pt x="87" y="336"/>
                  </a:lnTo>
                  <a:lnTo>
                    <a:pt x="87" y="333"/>
                  </a:lnTo>
                  <a:lnTo>
                    <a:pt x="87" y="331"/>
                  </a:lnTo>
                  <a:lnTo>
                    <a:pt x="87" y="329"/>
                  </a:lnTo>
                  <a:lnTo>
                    <a:pt x="87" y="322"/>
                  </a:lnTo>
                  <a:lnTo>
                    <a:pt x="85" y="319"/>
                  </a:lnTo>
                  <a:lnTo>
                    <a:pt x="82" y="314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2" y="300"/>
                  </a:lnTo>
                  <a:lnTo>
                    <a:pt x="82" y="298"/>
                  </a:lnTo>
                  <a:lnTo>
                    <a:pt x="85" y="279"/>
                  </a:lnTo>
                  <a:lnTo>
                    <a:pt x="89" y="260"/>
                  </a:lnTo>
                  <a:lnTo>
                    <a:pt x="92" y="241"/>
                  </a:lnTo>
                  <a:lnTo>
                    <a:pt x="94" y="222"/>
                  </a:lnTo>
                  <a:lnTo>
                    <a:pt x="97" y="203"/>
                  </a:lnTo>
                  <a:lnTo>
                    <a:pt x="99" y="184"/>
                  </a:lnTo>
                  <a:lnTo>
                    <a:pt x="101" y="165"/>
                  </a:lnTo>
                  <a:lnTo>
                    <a:pt x="106" y="146"/>
                  </a:lnTo>
                  <a:lnTo>
                    <a:pt x="108" y="130"/>
                  </a:lnTo>
                  <a:lnTo>
                    <a:pt x="111" y="111"/>
                  </a:lnTo>
                  <a:lnTo>
                    <a:pt x="113" y="92"/>
                  </a:lnTo>
                  <a:lnTo>
                    <a:pt x="115" y="73"/>
                  </a:lnTo>
                  <a:lnTo>
                    <a:pt x="120" y="54"/>
                  </a:lnTo>
                  <a:lnTo>
                    <a:pt x="123" y="35"/>
                  </a:lnTo>
                  <a:lnTo>
                    <a:pt x="125" y="19"/>
                  </a:lnTo>
                  <a:lnTo>
                    <a:pt x="127" y="0"/>
                  </a:lnTo>
                  <a:lnTo>
                    <a:pt x="137" y="0"/>
                  </a:lnTo>
                  <a:lnTo>
                    <a:pt x="156" y="4"/>
                  </a:lnTo>
                  <a:lnTo>
                    <a:pt x="175" y="7"/>
                  </a:lnTo>
                  <a:lnTo>
                    <a:pt x="194" y="9"/>
                  </a:lnTo>
                  <a:lnTo>
                    <a:pt x="212" y="12"/>
                  </a:lnTo>
                  <a:lnTo>
                    <a:pt x="212" y="12"/>
                  </a:lnTo>
                  <a:lnTo>
                    <a:pt x="210" y="26"/>
                  </a:lnTo>
                  <a:lnTo>
                    <a:pt x="208" y="40"/>
                  </a:lnTo>
                  <a:lnTo>
                    <a:pt x="208" y="54"/>
                  </a:lnTo>
                  <a:lnTo>
                    <a:pt x="205" y="66"/>
                  </a:lnTo>
                  <a:lnTo>
                    <a:pt x="203" y="80"/>
                  </a:lnTo>
                  <a:lnTo>
                    <a:pt x="201" y="94"/>
                  </a:lnTo>
                  <a:lnTo>
                    <a:pt x="198" y="109"/>
                  </a:lnTo>
                  <a:lnTo>
                    <a:pt x="196" y="123"/>
                  </a:lnTo>
                  <a:lnTo>
                    <a:pt x="196" y="128"/>
                  </a:lnTo>
                  <a:lnTo>
                    <a:pt x="196" y="128"/>
                  </a:lnTo>
                  <a:lnTo>
                    <a:pt x="196" y="130"/>
                  </a:lnTo>
                  <a:lnTo>
                    <a:pt x="198" y="132"/>
                  </a:lnTo>
                  <a:lnTo>
                    <a:pt x="201" y="135"/>
                  </a:lnTo>
                  <a:lnTo>
                    <a:pt x="201" y="137"/>
                  </a:lnTo>
                  <a:lnTo>
                    <a:pt x="203" y="139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4"/>
                  </a:lnTo>
                  <a:lnTo>
                    <a:pt x="205" y="144"/>
                  </a:lnTo>
                  <a:lnTo>
                    <a:pt x="208" y="146"/>
                  </a:lnTo>
                  <a:lnTo>
                    <a:pt x="208" y="146"/>
                  </a:lnTo>
                  <a:lnTo>
                    <a:pt x="210" y="149"/>
                  </a:lnTo>
                  <a:lnTo>
                    <a:pt x="210" y="149"/>
                  </a:lnTo>
                  <a:lnTo>
                    <a:pt x="210" y="149"/>
                  </a:lnTo>
                  <a:lnTo>
                    <a:pt x="210" y="151"/>
                  </a:lnTo>
                  <a:lnTo>
                    <a:pt x="212" y="156"/>
                  </a:lnTo>
                  <a:lnTo>
                    <a:pt x="212" y="158"/>
                  </a:lnTo>
                  <a:lnTo>
                    <a:pt x="212" y="158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3"/>
                  </a:lnTo>
                  <a:lnTo>
                    <a:pt x="217" y="163"/>
                  </a:lnTo>
                  <a:lnTo>
                    <a:pt x="220" y="165"/>
                  </a:lnTo>
                  <a:lnTo>
                    <a:pt x="220" y="165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20" y="170"/>
                  </a:lnTo>
                  <a:lnTo>
                    <a:pt x="220" y="172"/>
                  </a:lnTo>
                  <a:lnTo>
                    <a:pt x="220" y="172"/>
                  </a:lnTo>
                  <a:lnTo>
                    <a:pt x="222" y="177"/>
                  </a:lnTo>
                  <a:lnTo>
                    <a:pt x="222" y="177"/>
                  </a:lnTo>
                  <a:lnTo>
                    <a:pt x="222" y="180"/>
                  </a:lnTo>
                  <a:lnTo>
                    <a:pt x="222" y="180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17" y="182"/>
                  </a:lnTo>
                  <a:lnTo>
                    <a:pt x="217" y="184"/>
                  </a:lnTo>
                  <a:lnTo>
                    <a:pt x="215" y="184"/>
                  </a:lnTo>
                  <a:lnTo>
                    <a:pt x="215" y="184"/>
                  </a:lnTo>
                  <a:lnTo>
                    <a:pt x="217" y="184"/>
                  </a:lnTo>
                  <a:lnTo>
                    <a:pt x="220" y="187"/>
                  </a:lnTo>
                  <a:lnTo>
                    <a:pt x="220" y="187"/>
                  </a:lnTo>
                  <a:lnTo>
                    <a:pt x="220" y="189"/>
                  </a:lnTo>
                  <a:lnTo>
                    <a:pt x="220" y="191"/>
                  </a:lnTo>
                  <a:lnTo>
                    <a:pt x="220" y="191"/>
                  </a:lnTo>
                  <a:lnTo>
                    <a:pt x="220" y="191"/>
                  </a:lnTo>
                  <a:lnTo>
                    <a:pt x="222" y="194"/>
                  </a:lnTo>
                  <a:lnTo>
                    <a:pt x="222" y="194"/>
                  </a:lnTo>
                  <a:lnTo>
                    <a:pt x="222" y="194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0" y="196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7" y="199"/>
                  </a:lnTo>
                  <a:lnTo>
                    <a:pt x="220" y="201"/>
                  </a:lnTo>
                  <a:lnTo>
                    <a:pt x="227" y="206"/>
                  </a:lnTo>
                  <a:lnTo>
                    <a:pt x="227" y="206"/>
                  </a:lnTo>
                  <a:lnTo>
                    <a:pt x="229" y="210"/>
                  </a:lnTo>
                  <a:lnTo>
                    <a:pt x="229" y="213"/>
                  </a:lnTo>
                  <a:lnTo>
                    <a:pt x="231" y="215"/>
                  </a:lnTo>
                  <a:lnTo>
                    <a:pt x="231" y="215"/>
                  </a:lnTo>
                  <a:lnTo>
                    <a:pt x="231" y="217"/>
                  </a:lnTo>
                  <a:lnTo>
                    <a:pt x="231" y="217"/>
                  </a:lnTo>
                  <a:lnTo>
                    <a:pt x="234" y="217"/>
                  </a:lnTo>
                  <a:lnTo>
                    <a:pt x="238" y="220"/>
                  </a:lnTo>
                  <a:lnTo>
                    <a:pt x="246" y="222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8" y="227"/>
                  </a:lnTo>
                  <a:lnTo>
                    <a:pt x="248" y="227"/>
                  </a:lnTo>
                  <a:lnTo>
                    <a:pt x="248" y="229"/>
                  </a:lnTo>
                  <a:lnTo>
                    <a:pt x="248" y="229"/>
                  </a:lnTo>
                  <a:lnTo>
                    <a:pt x="250" y="229"/>
                  </a:lnTo>
                  <a:lnTo>
                    <a:pt x="250" y="229"/>
                  </a:lnTo>
                  <a:lnTo>
                    <a:pt x="250" y="232"/>
                  </a:lnTo>
                  <a:lnTo>
                    <a:pt x="250" y="232"/>
                  </a:lnTo>
                  <a:lnTo>
                    <a:pt x="250" y="234"/>
                  </a:lnTo>
                  <a:lnTo>
                    <a:pt x="250" y="234"/>
                  </a:lnTo>
                  <a:lnTo>
                    <a:pt x="253" y="234"/>
                  </a:lnTo>
                  <a:lnTo>
                    <a:pt x="253" y="234"/>
                  </a:lnTo>
                  <a:lnTo>
                    <a:pt x="253" y="236"/>
                  </a:lnTo>
                  <a:lnTo>
                    <a:pt x="253" y="236"/>
                  </a:lnTo>
                  <a:lnTo>
                    <a:pt x="255" y="239"/>
                  </a:lnTo>
                  <a:lnTo>
                    <a:pt x="257" y="239"/>
                  </a:lnTo>
                  <a:lnTo>
                    <a:pt x="257" y="243"/>
                  </a:lnTo>
                  <a:lnTo>
                    <a:pt x="260" y="246"/>
                  </a:lnTo>
                  <a:lnTo>
                    <a:pt x="267" y="255"/>
                  </a:lnTo>
                  <a:lnTo>
                    <a:pt x="267" y="255"/>
                  </a:lnTo>
                  <a:lnTo>
                    <a:pt x="267" y="258"/>
                  </a:lnTo>
                  <a:lnTo>
                    <a:pt x="267" y="258"/>
                  </a:lnTo>
                  <a:lnTo>
                    <a:pt x="267" y="258"/>
                  </a:lnTo>
                  <a:lnTo>
                    <a:pt x="267" y="260"/>
                  </a:lnTo>
                  <a:lnTo>
                    <a:pt x="267" y="260"/>
                  </a:lnTo>
                  <a:lnTo>
                    <a:pt x="269" y="260"/>
                  </a:lnTo>
                  <a:lnTo>
                    <a:pt x="272" y="260"/>
                  </a:lnTo>
                  <a:lnTo>
                    <a:pt x="272" y="262"/>
                  </a:lnTo>
                  <a:lnTo>
                    <a:pt x="272" y="262"/>
                  </a:lnTo>
                  <a:lnTo>
                    <a:pt x="274" y="265"/>
                  </a:lnTo>
                  <a:lnTo>
                    <a:pt x="274" y="267"/>
                  </a:lnTo>
                  <a:lnTo>
                    <a:pt x="274" y="267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6" y="274"/>
                  </a:lnTo>
                  <a:lnTo>
                    <a:pt x="276" y="277"/>
                  </a:lnTo>
                  <a:lnTo>
                    <a:pt x="276" y="277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9" y="281"/>
                  </a:lnTo>
                  <a:lnTo>
                    <a:pt x="281" y="281"/>
                  </a:lnTo>
                  <a:lnTo>
                    <a:pt x="281" y="284"/>
                  </a:lnTo>
                  <a:lnTo>
                    <a:pt x="283" y="284"/>
                  </a:lnTo>
                  <a:lnTo>
                    <a:pt x="283" y="286"/>
                  </a:lnTo>
                  <a:lnTo>
                    <a:pt x="286" y="286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91"/>
                  </a:lnTo>
                  <a:lnTo>
                    <a:pt x="288" y="291"/>
                  </a:lnTo>
                  <a:lnTo>
                    <a:pt x="288" y="293"/>
                  </a:lnTo>
                  <a:lnTo>
                    <a:pt x="288" y="293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91" y="296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8" y="293"/>
                  </a:lnTo>
                  <a:lnTo>
                    <a:pt x="300" y="296"/>
                  </a:lnTo>
                  <a:lnTo>
                    <a:pt x="300" y="296"/>
                  </a:lnTo>
                  <a:lnTo>
                    <a:pt x="300" y="296"/>
                  </a:lnTo>
                  <a:lnTo>
                    <a:pt x="300" y="298"/>
                  </a:lnTo>
                  <a:lnTo>
                    <a:pt x="300" y="298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3"/>
                  </a:lnTo>
                  <a:lnTo>
                    <a:pt x="298" y="303"/>
                  </a:lnTo>
                  <a:lnTo>
                    <a:pt x="300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7" y="307"/>
                  </a:lnTo>
                  <a:lnTo>
                    <a:pt x="309" y="305"/>
                  </a:lnTo>
                  <a:lnTo>
                    <a:pt x="309" y="305"/>
                  </a:lnTo>
                  <a:lnTo>
                    <a:pt x="309" y="305"/>
                  </a:lnTo>
                  <a:lnTo>
                    <a:pt x="312" y="307"/>
                  </a:lnTo>
                  <a:lnTo>
                    <a:pt x="312" y="307"/>
                  </a:lnTo>
                  <a:lnTo>
                    <a:pt x="312" y="307"/>
                  </a:lnTo>
                  <a:lnTo>
                    <a:pt x="314" y="307"/>
                  </a:lnTo>
                  <a:lnTo>
                    <a:pt x="314" y="307"/>
                  </a:lnTo>
                  <a:lnTo>
                    <a:pt x="317" y="305"/>
                  </a:lnTo>
                  <a:lnTo>
                    <a:pt x="317" y="305"/>
                  </a:lnTo>
                  <a:lnTo>
                    <a:pt x="324" y="305"/>
                  </a:lnTo>
                  <a:lnTo>
                    <a:pt x="324" y="305"/>
                  </a:lnTo>
                  <a:lnTo>
                    <a:pt x="324" y="305"/>
                  </a:lnTo>
                  <a:lnTo>
                    <a:pt x="326" y="305"/>
                  </a:lnTo>
                  <a:lnTo>
                    <a:pt x="326" y="305"/>
                  </a:lnTo>
                  <a:lnTo>
                    <a:pt x="326" y="307"/>
                  </a:lnTo>
                  <a:lnTo>
                    <a:pt x="326" y="307"/>
                  </a:lnTo>
                  <a:lnTo>
                    <a:pt x="326" y="307"/>
                  </a:lnTo>
                  <a:lnTo>
                    <a:pt x="326" y="310"/>
                  </a:lnTo>
                  <a:lnTo>
                    <a:pt x="326" y="312"/>
                  </a:lnTo>
                  <a:lnTo>
                    <a:pt x="324" y="312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7"/>
                  </a:lnTo>
                  <a:lnTo>
                    <a:pt x="324" y="317"/>
                  </a:lnTo>
                  <a:lnTo>
                    <a:pt x="324" y="317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4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17" y="324"/>
                  </a:lnTo>
                  <a:lnTo>
                    <a:pt x="317" y="324"/>
                  </a:lnTo>
                  <a:lnTo>
                    <a:pt x="317" y="324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31"/>
                  </a:lnTo>
                  <a:lnTo>
                    <a:pt x="319" y="331"/>
                  </a:lnTo>
                  <a:lnTo>
                    <a:pt x="319" y="331"/>
                  </a:lnTo>
                  <a:lnTo>
                    <a:pt x="319" y="333"/>
                  </a:lnTo>
                  <a:lnTo>
                    <a:pt x="314" y="336"/>
                  </a:lnTo>
                  <a:lnTo>
                    <a:pt x="314" y="338"/>
                  </a:lnTo>
                  <a:lnTo>
                    <a:pt x="314" y="338"/>
                  </a:lnTo>
                  <a:lnTo>
                    <a:pt x="314" y="341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2" y="345"/>
                  </a:lnTo>
                  <a:lnTo>
                    <a:pt x="309" y="348"/>
                  </a:lnTo>
                  <a:lnTo>
                    <a:pt x="309" y="348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2"/>
                  </a:lnTo>
                  <a:lnTo>
                    <a:pt x="307" y="352"/>
                  </a:lnTo>
                  <a:lnTo>
                    <a:pt x="307" y="352"/>
                  </a:lnTo>
                  <a:lnTo>
                    <a:pt x="307" y="352"/>
                  </a:lnTo>
                  <a:lnTo>
                    <a:pt x="309" y="355"/>
                  </a:lnTo>
                  <a:lnTo>
                    <a:pt x="309" y="355"/>
                  </a:lnTo>
                  <a:lnTo>
                    <a:pt x="309" y="357"/>
                  </a:lnTo>
                  <a:lnTo>
                    <a:pt x="309" y="357"/>
                  </a:lnTo>
                  <a:lnTo>
                    <a:pt x="309" y="359"/>
                  </a:lnTo>
                  <a:lnTo>
                    <a:pt x="309" y="359"/>
                  </a:lnTo>
                  <a:lnTo>
                    <a:pt x="309" y="362"/>
                  </a:lnTo>
                  <a:lnTo>
                    <a:pt x="309" y="362"/>
                  </a:lnTo>
                  <a:lnTo>
                    <a:pt x="309" y="362"/>
                  </a:lnTo>
                  <a:lnTo>
                    <a:pt x="307" y="362"/>
                  </a:lnTo>
                  <a:lnTo>
                    <a:pt x="307" y="362"/>
                  </a:lnTo>
                  <a:lnTo>
                    <a:pt x="307" y="362"/>
                  </a:lnTo>
                  <a:lnTo>
                    <a:pt x="305" y="362"/>
                  </a:lnTo>
                  <a:lnTo>
                    <a:pt x="302" y="362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05" y="371"/>
                  </a:lnTo>
                  <a:lnTo>
                    <a:pt x="305" y="371"/>
                  </a:lnTo>
                  <a:lnTo>
                    <a:pt x="305" y="371"/>
                  </a:lnTo>
                  <a:lnTo>
                    <a:pt x="305" y="374"/>
                  </a:lnTo>
                  <a:lnTo>
                    <a:pt x="305" y="374"/>
                  </a:lnTo>
                  <a:lnTo>
                    <a:pt x="305" y="374"/>
                  </a:lnTo>
                  <a:lnTo>
                    <a:pt x="302" y="376"/>
                  </a:lnTo>
                  <a:lnTo>
                    <a:pt x="302" y="376"/>
                  </a:lnTo>
                  <a:lnTo>
                    <a:pt x="302" y="378"/>
                  </a:lnTo>
                  <a:lnTo>
                    <a:pt x="302" y="378"/>
                  </a:lnTo>
                  <a:lnTo>
                    <a:pt x="302" y="378"/>
                  </a:lnTo>
                  <a:lnTo>
                    <a:pt x="302" y="381"/>
                  </a:lnTo>
                  <a:lnTo>
                    <a:pt x="302" y="381"/>
                  </a:lnTo>
                  <a:lnTo>
                    <a:pt x="302" y="381"/>
                  </a:lnTo>
                  <a:lnTo>
                    <a:pt x="302" y="383"/>
                  </a:lnTo>
                  <a:lnTo>
                    <a:pt x="302" y="383"/>
                  </a:lnTo>
                  <a:lnTo>
                    <a:pt x="302" y="383"/>
                  </a:lnTo>
                  <a:lnTo>
                    <a:pt x="305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9" y="388"/>
                  </a:lnTo>
                  <a:lnTo>
                    <a:pt x="309" y="388"/>
                  </a:lnTo>
                  <a:lnTo>
                    <a:pt x="307" y="388"/>
                  </a:lnTo>
                  <a:lnTo>
                    <a:pt x="307" y="390"/>
                  </a:lnTo>
                  <a:lnTo>
                    <a:pt x="307" y="390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5"/>
                  </a:lnTo>
                  <a:lnTo>
                    <a:pt x="307" y="397"/>
                  </a:lnTo>
                  <a:lnTo>
                    <a:pt x="307" y="397"/>
                  </a:lnTo>
                  <a:lnTo>
                    <a:pt x="307" y="400"/>
                  </a:lnTo>
                  <a:lnTo>
                    <a:pt x="307" y="400"/>
                  </a:lnTo>
                  <a:lnTo>
                    <a:pt x="305" y="402"/>
                  </a:lnTo>
                  <a:lnTo>
                    <a:pt x="305" y="402"/>
                  </a:lnTo>
                  <a:lnTo>
                    <a:pt x="305" y="402"/>
                  </a:lnTo>
                  <a:lnTo>
                    <a:pt x="302" y="402"/>
                  </a:lnTo>
                  <a:lnTo>
                    <a:pt x="300" y="402"/>
                  </a:lnTo>
                  <a:lnTo>
                    <a:pt x="300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4"/>
                  </a:lnTo>
                  <a:lnTo>
                    <a:pt x="295" y="404"/>
                  </a:lnTo>
                  <a:lnTo>
                    <a:pt x="295" y="407"/>
                  </a:lnTo>
                  <a:lnTo>
                    <a:pt x="295" y="407"/>
                  </a:lnTo>
                  <a:lnTo>
                    <a:pt x="293" y="407"/>
                  </a:lnTo>
                  <a:lnTo>
                    <a:pt x="293" y="407"/>
                  </a:lnTo>
                  <a:lnTo>
                    <a:pt x="293" y="409"/>
                  </a:lnTo>
                  <a:lnTo>
                    <a:pt x="293" y="409"/>
                  </a:lnTo>
                  <a:lnTo>
                    <a:pt x="291" y="409"/>
                  </a:lnTo>
                  <a:lnTo>
                    <a:pt x="293" y="412"/>
                  </a:lnTo>
                  <a:lnTo>
                    <a:pt x="293" y="412"/>
                  </a:lnTo>
                  <a:lnTo>
                    <a:pt x="293" y="414"/>
                  </a:lnTo>
                  <a:lnTo>
                    <a:pt x="293" y="414"/>
                  </a:lnTo>
                  <a:lnTo>
                    <a:pt x="293" y="414"/>
                  </a:lnTo>
                  <a:lnTo>
                    <a:pt x="295" y="416"/>
                  </a:lnTo>
                  <a:lnTo>
                    <a:pt x="295" y="419"/>
                  </a:lnTo>
                  <a:lnTo>
                    <a:pt x="295" y="419"/>
                  </a:lnTo>
                  <a:lnTo>
                    <a:pt x="295" y="421"/>
                  </a:lnTo>
                  <a:lnTo>
                    <a:pt x="295" y="421"/>
                  </a:lnTo>
                  <a:lnTo>
                    <a:pt x="295" y="421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3" y="426"/>
                  </a:lnTo>
                  <a:lnTo>
                    <a:pt x="291" y="426"/>
                  </a:lnTo>
                  <a:lnTo>
                    <a:pt x="291" y="428"/>
                  </a:lnTo>
                  <a:lnTo>
                    <a:pt x="291" y="428"/>
                  </a:lnTo>
                  <a:lnTo>
                    <a:pt x="291" y="428"/>
                  </a:lnTo>
                  <a:lnTo>
                    <a:pt x="291" y="430"/>
                  </a:lnTo>
                  <a:lnTo>
                    <a:pt x="291" y="430"/>
                  </a:lnTo>
                  <a:lnTo>
                    <a:pt x="291" y="430"/>
                  </a:lnTo>
                  <a:lnTo>
                    <a:pt x="291" y="433"/>
                  </a:lnTo>
                  <a:lnTo>
                    <a:pt x="291" y="433"/>
                  </a:lnTo>
                  <a:lnTo>
                    <a:pt x="288" y="433"/>
                  </a:lnTo>
                  <a:lnTo>
                    <a:pt x="288" y="435"/>
                  </a:lnTo>
                  <a:lnTo>
                    <a:pt x="288" y="435"/>
                  </a:lnTo>
                  <a:lnTo>
                    <a:pt x="291" y="435"/>
                  </a:lnTo>
                  <a:lnTo>
                    <a:pt x="293" y="435"/>
                  </a:lnTo>
                  <a:lnTo>
                    <a:pt x="295" y="438"/>
                  </a:lnTo>
                  <a:lnTo>
                    <a:pt x="298" y="438"/>
                  </a:lnTo>
                  <a:lnTo>
                    <a:pt x="300" y="440"/>
                  </a:lnTo>
                  <a:lnTo>
                    <a:pt x="300" y="440"/>
                  </a:lnTo>
                  <a:lnTo>
                    <a:pt x="300" y="440"/>
                  </a:lnTo>
                  <a:lnTo>
                    <a:pt x="300" y="442"/>
                  </a:lnTo>
                  <a:lnTo>
                    <a:pt x="300" y="442"/>
                  </a:lnTo>
                  <a:lnTo>
                    <a:pt x="302" y="442"/>
                  </a:lnTo>
                  <a:lnTo>
                    <a:pt x="305" y="445"/>
                  </a:lnTo>
                  <a:lnTo>
                    <a:pt x="305" y="447"/>
                  </a:lnTo>
                  <a:lnTo>
                    <a:pt x="305" y="447"/>
                  </a:lnTo>
                  <a:lnTo>
                    <a:pt x="307" y="447"/>
                  </a:lnTo>
                  <a:lnTo>
                    <a:pt x="307" y="447"/>
                  </a:lnTo>
                  <a:lnTo>
                    <a:pt x="309" y="447"/>
                  </a:lnTo>
                  <a:lnTo>
                    <a:pt x="309" y="447"/>
                  </a:lnTo>
                  <a:lnTo>
                    <a:pt x="309" y="447"/>
                  </a:lnTo>
                  <a:lnTo>
                    <a:pt x="312" y="447"/>
                  </a:lnTo>
                  <a:lnTo>
                    <a:pt x="314" y="447"/>
                  </a:lnTo>
                  <a:lnTo>
                    <a:pt x="314" y="447"/>
                  </a:lnTo>
                  <a:lnTo>
                    <a:pt x="314" y="447"/>
                  </a:lnTo>
                  <a:lnTo>
                    <a:pt x="314" y="445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9" y="442"/>
                  </a:lnTo>
                  <a:lnTo>
                    <a:pt x="319" y="442"/>
                  </a:lnTo>
                  <a:lnTo>
                    <a:pt x="321" y="442"/>
                  </a:lnTo>
                  <a:lnTo>
                    <a:pt x="321" y="442"/>
                  </a:lnTo>
                  <a:lnTo>
                    <a:pt x="321" y="442"/>
                  </a:lnTo>
                  <a:lnTo>
                    <a:pt x="324" y="440"/>
                  </a:lnTo>
                  <a:lnTo>
                    <a:pt x="328" y="440"/>
                  </a:lnTo>
                  <a:lnTo>
                    <a:pt x="328" y="440"/>
                  </a:lnTo>
                  <a:lnTo>
                    <a:pt x="328" y="440"/>
                  </a:lnTo>
                  <a:lnTo>
                    <a:pt x="328" y="438"/>
                  </a:lnTo>
                  <a:lnTo>
                    <a:pt x="328" y="438"/>
                  </a:lnTo>
                  <a:lnTo>
                    <a:pt x="331" y="438"/>
                  </a:lnTo>
                  <a:lnTo>
                    <a:pt x="331" y="438"/>
                  </a:lnTo>
                  <a:lnTo>
                    <a:pt x="331" y="435"/>
                  </a:lnTo>
                  <a:lnTo>
                    <a:pt x="333" y="435"/>
                  </a:lnTo>
                  <a:lnTo>
                    <a:pt x="333" y="435"/>
                  </a:lnTo>
                  <a:lnTo>
                    <a:pt x="333" y="435"/>
                  </a:lnTo>
                  <a:lnTo>
                    <a:pt x="333" y="433"/>
                  </a:lnTo>
                  <a:lnTo>
                    <a:pt x="333" y="433"/>
                  </a:lnTo>
                  <a:lnTo>
                    <a:pt x="335" y="433"/>
                  </a:lnTo>
                  <a:lnTo>
                    <a:pt x="335" y="433"/>
                  </a:lnTo>
                  <a:lnTo>
                    <a:pt x="335" y="433"/>
                  </a:lnTo>
                  <a:lnTo>
                    <a:pt x="335" y="430"/>
                  </a:lnTo>
                  <a:lnTo>
                    <a:pt x="338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3" y="426"/>
                  </a:lnTo>
                  <a:lnTo>
                    <a:pt x="343" y="426"/>
                  </a:lnTo>
                  <a:lnTo>
                    <a:pt x="347" y="428"/>
                  </a:lnTo>
                  <a:lnTo>
                    <a:pt x="350" y="430"/>
                  </a:lnTo>
                  <a:lnTo>
                    <a:pt x="350" y="433"/>
                  </a:lnTo>
                  <a:lnTo>
                    <a:pt x="350" y="433"/>
                  </a:lnTo>
                  <a:lnTo>
                    <a:pt x="350" y="433"/>
                  </a:lnTo>
                  <a:lnTo>
                    <a:pt x="350" y="435"/>
                  </a:lnTo>
                  <a:lnTo>
                    <a:pt x="350" y="435"/>
                  </a:lnTo>
                  <a:lnTo>
                    <a:pt x="354" y="438"/>
                  </a:lnTo>
                  <a:lnTo>
                    <a:pt x="357" y="438"/>
                  </a:lnTo>
                  <a:lnTo>
                    <a:pt x="357" y="438"/>
                  </a:lnTo>
                  <a:lnTo>
                    <a:pt x="357" y="440"/>
                  </a:lnTo>
                  <a:lnTo>
                    <a:pt x="357" y="440"/>
                  </a:lnTo>
                  <a:lnTo>
                    <a:pt x="357" y="440"/>
                  </a:lnTo>
                  <a:lnTo>
                    <a:pt x="357" y="442"/>
                  </a:lnTo>
                  <a:lnTo>
                    <a:pt x="357" y="442"/>
                  </a:lnTo>
                  <a:lnTo>
                    <a:pt x="357" y="442"/>
                  </a:lnTo>
                  <a:lnTo>
                    <a:pt x="357" y="445"/>
                  </a:lnTo>
                  <a:lnTo>
                    <a:pt x="354" y="445"/>
                  </a:lnTo>
                  <a:lnTo>
                    <a:pt x="354" y="447"/>
                  </a:lnTo>
                  <a:lnTo>
                    <a:pt x="354" y="447"/>
                  </a:lnTo>
                  <a:lnTo>
                    <a:pt x="354" y="447"/>
                  </a:lnTo>
                  <a:lnTo>
                    <a:pt x="354" y="449"/>
                  </a:lnTo>
                  <a:lnTo>
                    <a:pt x="359" y="449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4"/>
                  </a:lnTo>
                  <a:lnTo>
                    <a:pt x="359" y="456"/>
                  </a:lnTo>
                  <a:lnTo>
                    <a:pt x="359" y="456"/>
                  </a:lnTo>
                  <a:lnTo>
                    <a:pt x="357" y="456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61"/>
                  </a:lnTo>
                  <a:lnTo>
                    <a:pt x="357" y="461"/>
                  </a:lnTo>
                  <a:lnTo>
                    <a:pt x="357" y="464"/>
                  </a:lnTo>
                  <a:lnTo>
                    <a:pt x="359" y="466"/>
                  </a:lnTo>
                  <a:lnTo>
                    <a:pt x="361" y="466"/>
                  </a:lnTo>
                  <a:lnTo>
                    <a:pt x="361" y="466"/>
                  </a:lnTo>
                  <a:lnTo>
                    <a:pt x="361" y="468"/>
                  </a:lnTo>
                  <a:lnTo>
                    <a:pt x="359" y="471"/>
                  </a:lnTo>
                  <a:lnTo>
                    <a:pt x="359" y="473"/>
                  </a:lnTo>
                  <a:lnTo>
                    <a:pt x="359" y="473"/>
                  </a:lnTo>
                  <a:lnTo>
                    <a:pt x="359" y="475"/>
                  </a:lnTo>
                  <a:lnTo>
                    <a:pt x="359" y="475"/>
                  </a:lnTo>
                  <a:lnTo>
                    <a:pt x="359" y="475"/>
                  </a:lnTo>
                  <a:lnTo>
                    <a:pt x="361" y="475"/>
                  </a:lnTo>
                  <a:lnTo>
                    <a:pt x="361" y="478"/>
                  </a:lnTo>
                  <a:lnTo>
                    <a:pt x="364" y="478"/>
                  </a:lnTo>
                  <a:lnTo>
                    <a:pt x="364" y="480"/>
                  </a:lnTo>
                  <a:lnTo>
                    <a:pt x="364" y="480"/>
                  </a:lnTo>
                  <a:lnTo>
                    <a:pt x="364" y="483"/>
                  </a:lnTo>
                  <a:lnTo>
                    <a:pt x="364" y="483"/>
                  </a:lnTo>
                  <a:lnTo>
                    <a:pt x="364" y="483"/>
                  </a:lnTo>
                  <a:lnTo>
                    <a:pt x="366" y="485"/>
                  </a:lnTo>
                  <a:lnTo>
                    <a:pt x="366" y="487"/>
                  </a:lnTo>
                  <a:lnTo>
                    <a:pt x="369" y="487"/>
                  </a:lnTo>
                  <a:lnTo>
                    <a:pt x="369" y="490"/>
                  </a:lnTo>
                  <a:lnTo>
                    <a:pt x="369" y="490"/>
                  </a:lnTo>
                  <a:lnTo>
                    <a:pt x="369" y="492"/>
                  </a:lnTo>
                  <a:lnTo>
                    <a:pt x="371" y="492"/>
                  </a:lnTo>
                  <a:lnTo>
                    <a:pt x="371" y="492"/>
                  </a:lnTo>
                  <a:lnTo>
                    <a:pt x="371" y="494"/>
                  </a:lnTo>
                  <a:lnTo>
                    <a:pt x="371" y="494"/>
                  </a:lnTo>
                  <a:lnTo>
                    <a:pt x="371" y="494"/>
                  </a:lnTo>
                  <a:lnTo>
                    <a:pt x="371" y="497"/>
                  </a:lnTo>
                  <a:lnTo>
                    <a:pt x="371" y="497"/>
                  </a:lnTo>
                  <a:lnTo>
                    <a:pt x="371" y="497"/>
                  </a:lnTo>
                  <a:lnTo>
                    <a:pt x="371" y="499"/>
                  </a:lnTo>
                  <a:lnTo>
                    <a:pt x="371" y="499"/>
                  </a:lnTo>
                  <a:lnTo>
                    <a:pt x="373" y="499"/>
                  </a:lnTo>
                  <a:lnTo>
                    <a:pt x="376" y="499"/>
                  </a:lnTo>
                  <a:lnTo>
                    <a:pt x="376" y="499"/>
                  </a:lnTo>
                  <a:lnTo>
                    <a:pt x="376" y="501"/>
                  </a:lnTo>
                  <a:lnTo>
                    <a:pt x="376" y="504"/>
                  </a:lnTo>
                  <a:lnTo>
                    <a:pt x="376" y="504"/>
                  </a:lnTo>
                  <a:lnTo>
                    <a:pt x="378" y="509"/>
                  </a:lnTo>
                  <a:lnTo>
                    <a:pt x="380" y="509"/>
                  </a:lnTo>
                  <a:lnTo>
                    <a:pt x="380" y="513"/>
                  </a:lnTo>
                  <a:lnTo>
                    <a:pt x="380" y="513"/>
                  </a:lnTo>
                  <a:lnTo>
                    <a:pt x="380" y="516"/>
                  </a:lnTo>
                  <a:lnTo>
                    <a:pt x="380" y="516"/>
                  </a:lnTo>
                  <a:lnTo>
                    <a:pt x="380" y="516"/>
                  </a:lnTo>
                  <a:lnTo>
                    <a:pt x="380" y="518"/>
                  </a:lnTo>
                  <a:lnTo>
                    <a:pt x="380" y="520"/>
                  </a:lnTo>
                  <a:lnTo>
                    <a:pt x="378" y="520"/>
                  </a:lnTo>
                  <a:lnTo>
                    <a:pt x="378" y="520"/>
                  </a:lnTo>
                  <a:lnTo>
                    <a:pt x="378" y="520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5"/>
                  </a:lnTo>
                  <a:lnTo>
                    <a:pt x="376" y="525"/>
                  </a:lnTo>
                  <a:lnTo>
                    <a:pt x="378" y="525"/>
                  </a:lnTo>
                  <a:lnTo>
                    <a:pt x="378" y="528"/>
                  </a:lnTo>
                  <a:lnTo>
                    <a:pt x="378" y="530"/>
                  </a:lnTo>
                  <a:lnTo>
                    <a:pt x="378" y="532"/>
                  </a:lnTo>
                  <a:lnTo>
                    <a:pt x="378" y="532"/>
                  </a:lnTo>
                  <a:lnTo>
                    <a:pt x="380" y="535"/>
                  </a:lnTo>
                  <a:lnTo>
                    <a:pt x="385" y="537"/>
                  </a:lnTo>
                  <a:lnTo>
                    <a:pt x="385" y="537"/>
                  </a:lnTo>
                  <a:lnTo>
                    <a:pt x="385" y="537"/>
                  </a:lnTo>
                  <a:lnTo>
                    <a:pt x="385" y="539"/>
                  </a:lnTo>
                  <a:lnTo>
                    <a:pt x="385" y="542"/>
                  </a:lnTo>
                  <a:lnTo>
                    <a:pt x="388" y="542"/>
                  </a:lnTo>
                  <a:lnTo>
                    <a:pt x="388" y="542"/>
                  </a:lnTo>
                  <a:lnTo>
                    <a:pt x="390" y="542"/>
                  </a:lnTo>
                  <a:lnTo>
                    <a:pt x="390" y="542"/>
                  </a:lnTo>
                  <a:lnTo>
                    <a:pt x="390" y="542"/>
                  </a:lnTo>
                  <a:lnTo>
                    <a:pt x="392" y="539"/>
                  </a:lnTo>
                  <a:lnTo>
                    <a:pt x="392" y="539"/>
                  </a:lnTo>
                  <a:lnTo>
                    <a:pt x="395" y="539"/>
                  </a:lnTo>
                  <a:lnTo>
                    <a:pt x="395" y="539"/>
                  </a:lnTo>
                  <a:lnTo>
                    <a:pt x="397" y="539"/>
                  </a:lnTo>
                  <a:lnTo>
                    <a:pt x="399" y="539"/>
                  </a:lnTo>
                  <a:lnTo>
                    <a:pt x="399" y="542"/>
                  </a:lnTo>
                  <a:lnTo>
                    <a:pt x="402" y="544"/>
                  </a:lnTo>
                  <a:lnTo>
                    <a:pt x="404" y="546"/>
                  </a:lnTo>
                  <a:lnTo>
                    <a:pt x="404" y="546"/>
                  </a:lnTo>
                  <a:lnTo>
                    <a:pt x="404" y="549"/>
                  </a:lnTo>
                  <a:lnTo>
                    <a:pt x="406" y="549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4"/>
                  </a:lnTo>
                  <a:lnTo>
                    <a:pt x="406" y="554"/>
                  </a:lnTo>
                  <a:lnTo>
                    <a:pt x="406" y="554"/>
                  </a:lnTo>
                  <a:lnTo>
                    <a:pt x="409" y="554"/>
                  </a:lnTo>
                  <a:lnTo>
                    <a:pt x="409" y="556"/>
                  </a:lnTo>
                  <a:lnTo>
                    <a:pt x="409" y="556"/>
                  </a:lnTo>
                  <a:lnTo>
                    <a:pt x="409" y="556"/>
                  </a:lnTo>
                  <a:lnTo>
                    <a:pt x="409" y="558"/>
                  </a:lnTo>
                  <a:lnTo>
                    <a:pt x="409" y="558"/>
                  </a:lnTo>
                  <a:lnTo>
                    <a:pt x="411" y="561"/>
                  </a:lnTo>
                  <a:lnTo>
                    <a:pt x="411" y="561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8"/>
                  </a:lnTo>
                  <a:lnTo>
                    <a:pt x="409" y="568"/>
                  </a:lnTo>
                  <a:lnTo>
                    <a:pt x="411" y="570"/>
                  </a:lnTo>
                  <a:lnTo>
                    <a:pt x="411" y="570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411" y="575"/>
                  </a:lnTo>
                  <a:lnTo>
                    <a:pt x="414" y="575"/>
                  </a:lnTo>
                  <a:lnTo>
                    <a:pt x="414" y="575"/>
                  </a:lnTo>
                  <a:lnTo>
                    <a:pt x="414" y="577"/>
                  </a:lnTo>
                  <a:lnTo>
                    <a:pt x="414" y="577"/>
                  </a:lnTo>
                  <a:lnTo>
                    <a:pt x="414" y="580"/>
                  </a:lnTo>
                  <a:lnTo>
                    <a:pt x="411" y="580"/>
                  </a:lnTo>
                  <a:lnTo>
                    <a:pt x="411" y="580"/>
                  </a:lnTo>
                  <a:lnTo>
                    <a:pt x="411" y="582"/>
                  </a:lnTo>
                  <a:lnTo>
                    <a:pt x="414" y="582"/>
                  </a:lnTo>
                  <a:lnTo>
                    <a:pt x="414" y="582"/>
                  </a:lnTo>
                  <a:lnTo>
                    <a:pt x="414" y="584"/>
                  </a:lnTo>
                  <a:lnTo>
                    <a:pt x="414" y="584"/>
                  </a:lnTo>
                  <a:lnTo>
                    <a:pt x="414" y="587"/>
                  </a:lnTo>
                  <a:lnTo>
                    <a:pt x="416" y="587"/>
                  </a:lnTo>
                  <a:lnTo>
                    <a:pt x="416" y="587"/>
                  </a:lnTo>
                  <a:lnTo>
                    <a:pt x="416" y="587"/>
                  </a:lnTo>
                  <a:lnTo>
                    <a:pt x="418" y="589"/>
                  </a:lnTo>
                  <a:lnTo>
                    <a:pt x="418" y="589"/>
                  </a:lnTo>
                  <a:lnTo>
                    <a:pt x="418" y="591"/>
                  </a:lnTo>
                  <a:lnTo>
                    <a:pt x="423" y="591"/>
                  </a:lnTo>
                  <a:lnTo>
                    <a:pt x="423" y="594"/>
                  </a:lnTo>
                  <a:lnTo>
                    <a:pt x="423" y="594"/>
                  </a:lnTo>
                  <a:lnTo>
                    <a:pt x="425" y="596"/>
                  </a:lnTo>
                  <a:lnTo>
                    <a:pt x="425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89"/>
                  </a:lnTo>
                  <a:lnTo>
                    <a:pt x="428" y="589"/>
                  </a:lnTo>
                  <a:lnTo>
                    <a:pt x="430" y="589"/>
                  </a:lnTo>
                  <a:lnTo>
                    <a:pt x="435" y="584"/>
                  </a:lnTo>
                  <a:lnTo>
                    <a:pt x="435" y="584"/>
                  </a:lnTo>
                  <a:lnTo>
                    <a:pt x="437" y="584"/>
                  </a:lnTo>
                  <a:lnTo>
                    <a:pt x="440" y="584"/>
                  </a:lnTo>
                  <a:lnTo>
                    <a:pt x="440" y="582"/>
                  </a:lnTo>
                  <a:lnTo>
                    <a:pt x="442" y="582"/>
                  </a:lnTo>
                  <a:lnTo>
                    <a:pt x="442" y="582"/>
                  </a:lnTo>
                  <a:lnTo>
                    <a:pt x="444" y="584"/>
                  </a:lnTo>
                  <a:lnTo>
                    <a:pt x="456" y="587"/>
                  </a:lnTo>
                  <a:lnTo>
                    <a:pt x="456" y="587"/>
                  </a:lnTo>
                  <a:lnTo>
                    <a:pt x="456" y="587"/>
                  </a:lnTo>
                  <a:lnTo>
                    <a:pt x="458" y="589"/>
                  </a:lnTo>
                  <a:lnTo>
                    <a:pt x="458" y="589"/>
                  </a:lnTo>
                  <a:lnTo>
                    <a:pt x="461" y="589"/>
                  </a:lnTo>
                  <a:lnTo>
                    <a:pt x="463" y="589"/>
                  </a:lnTo>
                  <a:lnTo>
                    <a:pt x="463" y="589"/>
                  </a:lnTo>
                  <a:lnTo>
                    <a:pt x="466" y="589"/>
                  </a:lnTo>
                  <a:lnTo>
                    <a:pt x="466" y="591"/>
                  </a:lnTo>
                  <a:lnTo>
                    <a:pt x="466" y="591"/>
                  </a:lnTo>
                  <a:lnTo>
                    <a:pt x="466" y="591"/>
                  </a:lnTo>
                  <a:lnTo>
                    <a:pt x="468" y="591"/>
                  </a:lnTo>
                  <a:lnTo>
                    <a:pt x="468" y="591"/>
                  </a:lnTo>
                  <a:lnTo>
                    <a:pt x="470" y="591"/>
                  </a:lnTo>
                  <a:lnTo>
                    <a:pt x="470" y="591"/>
                  </a:lnTo>
                  <a:lnTo>
                    <a:pt x="470" y="591"/>
                  </a:lnTo>
                  <a:lnTo>
                    <a:pt x="473" y="587"/>
                  </a:lnTo>
                  <a:lnTo>
                    <a:pt x="473" y="584"/>
                  </a:lnTo>
                  <a:lnTo>
                    <a:pt x="475" y="584"/>
                  </a:lnTo>
                  <a:lnTo>
                    <a:pt x="475" y="582"/>
                  </a:lnTo>
                  <a:lnTo>
                    <a:pt x="475" y="582"/>
                  </a:lnTo>
                  <a:lnTo>
                    <a:pt x="477" y="582"/>
                  </a:lnTo>
                  <a:lnTo>
                    <a:pt x="477" y="582"/>
                  </a:lnTo>
                  <a:lnTo>
                    <a:pt x="480" y="582"/>
                  </a:lnTo>
                  <a:lnTo>
                    <a:pt x="480" y="582"/>
                  </a:lnTo>
                  <a:lnTo>
                    <a:pt x="482" y="582"/>
                  </a:lnTo>
                  <a:lnTo>
                    <a:pt x="482" y="580"/>
                  </a:lnTo>
                  <a:lnTo>
                    <a:pt x="482" y="580"/>
                  </a:lnTo>
                  <a:lnTo>
                    <a:pt x="484" y="580"/>
                  </a:lnTo>
                  <a:lnTo>
                    <a:pt x="484" y="580"/>
                  </a:lnTo>
                  <a:lnTo>
                    <a:pt x="487" y="582"/>
                  </a:lnTo>
                  <a:lnTo>
                    <a:pt x="487" y="582"/>
                  </a:lnTo>
                  <a:lnTo>
                    <a:pt x="487" y="582"/>
                  </a:lnTo>
                  <a:lnTo>
                    <a:pt x="489" y="582"/>
                  </a:lnTo>
                  <a:lnTo>
                    <a:pt x="492" y="582"/>
                  </a:lnTo>
                  <a:lnTo>
                    <a:pt x="494" y="584"/>
                  </a:lnTo>
                  <a:lnTo>
                    <a:pt x="496" y="584"/>
                  </a:lnTo>
                  <a:lnTo>
                    <a:pt x="496" y="584"/>
                  </a:lnTo>
                  <a:lnTo>
                    <a:pt x="506" y="584"/>
                  </a:lnTo>
                  <a:lnTo>
                    <a:pt x="508" y="584"/>
                  </a:lnTo>
                  <a:lnTo>
                    <a:pt x="508" y="584"/>
                  </a:lnTo>
                  <a:lnTo>
                    <a:pt x="511" y="584"/>
                  </a:lnTo>
                  <a:lnTo>
                    <a:pt x="511" y="584"/>
                  </a:lnTo>
                  <a:lnTo>
                    <a:pt x="511" y="584"/>
                  </a:lnTo>
                  <a:lnTo>
                    <a:pt x="513" y="584"/>
                  </a:lnTo>
                  <a:lnTo>
                    <a:pt x="513" y="584"/>
                  </a:lnTo>
                  <a:lnTo>
                    <a:pt x="518" y="584"/>
                  </a:lnTo>
                  <a:lnTo>
                    <a:pt x="518" y="584"/>
                  </a:lnTo>
                  <a:lnTo>
                    <a:pt x="520" y="587"/>
                  </a:lnTo>
                  <a:lnTo>
                    <a:pt x="520" y="587"/>
                  </a:lnTo>
                  <a:lnTo>
                    <a:pt x="520" y="587"/>
                  </a:lnTo>
                  <a:lnTo>
                    <a:pt x="520" y="589"/>
                  </a:lnTo>
                  <a:lnTo>
                    <a:pt x="520" y="589"/>
                  </a:lnTo>
                  <a:lnTo>
                    <a:pt x="522" y="589"/>
                  </a:lnTo>
                  <a:lnTo>
                    <a:pt x="522" y="589"/>
                  </a:lnTo>
                  <a:lnTo>
                    <a:pt x="522" y="589"/>
                  </a:lnTo>
                  <a:lnTo>
                    <a:pt x="525" y="589"/>
                  </a:lnTo>
                  <a:lnTo>
                    <a:pt x="525" y="589"/>
                  </a:lnTo>
                  <a:lnTo>
                    <a:pt x="527" y="589"/>
                  </a:lnTo>
                  <a:lnTo>
                    <a:pt x="529" y="589"/>
                  </a:lnTo>
                  <a:lnTo>
                    <a:pt x="529" y="589"/>
                  </a:lnTo>
                  <a:lnTo>
                    <a:pt x="534" y="587"/>
                  </a:lnTo>
                  <a:lnTo>
                    <a:pt x="534" y="587"/>
                  </a:lnTo>
                  <a:lnTo>
                    <a:pt x="546" y="587"/>
                  </a:lnTo>
                  <a:lnTo>
                    <a:pt x="546" y="587"/>
                  </a:lnTo>
                  <a:lnTo>
                    <a:pt x="548" y="589"/>
                  </a:lnTo>
                  <a:lnTo>
                    <a:pt x="551" y="589"/>
                  </a:lnTo>
                  <a:lnTo>
                    <a:pt x="551" y="589"/>
                  </a:lnTo>
                  <a:lnTo>
                    <a:pt x="551" y="589"/>
                  </a:lnTo>
                  <a:lnTo>
                    <a:pt x="553" y="589"/>
                  </a:lnTo>
                  <a:lnTo>
                    <a:pt x="553" y="589"/>
                  </a:lnTo>
                  <a:lnTo>
                    <a:pt x="555" y="589"/>
                  </a:lnTo>
                  <a:lnTo>
                    <a:pt x="555" y="589"/>
                  </a:lnTo>
                  <a:lnTo>
                    <a:pt x="555" y="589"/>
                  </a:lnTo>
                  <a:lnTo>
                    <a:pt x="553" y="589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4"/>
                  </a:lnTo>
                  <a:lnTo>
                    <a:pt x="551" y="584"/>
                  </a:lnTo>
                  <a:lnTo>
                    <a:pt x="551" y="584"/>
                  </a:lnTo>
                  <a:lnTo>
                    <a:pt x="551" y="582"/>
                  </a:lnTo>
                  <a:lnTo>
                    <a:pt x="551" y="582"/>
                  </a:lnTo>
                  <a:lnTo>
                    <a:pt x="551" y="582"/>
                  </a:lnTo>
                  <a:lnTo>
                    <a:pt x="551" y="580"/>
                  </a:lnTo>
                  <a:lnTo>
                    <a:pt x="551" y="580"/>
                  </a:lnTo>
                  <a:lnTo>
                    <a:pt x="553" y="577"/>
                  </a:lnTo>
                  <a:lnTo>
                    <a:pt x="553" y="577"/>
                  </a:lnTo>
                  <a:lnTo>
                    <a:pt x="553" y="577"/>
                  </a:lnTo>
                  <a:lnTo>
                    <a:pt x="555" y="577"/>
                  </a:lnTo>
                  <a:lnTo>
                    <a:pt x="555" y="577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0"/>
                  </a:lnTo>
                  <a:lnTo>
                    <a:pt x="555" y="570"/>
                  </a:lnTo>
                  <a:lnTo>
                    <a:pt x="555" y="570"/>
                  </a:lnTo>
                  <a:lnTo>
                    <a:pt x="558" y="570"/>
                  </a:lnTo>
                  <a:lnTo>
                    <a:pt x="558" y="568"/>
                  </a:lnTo>
                  <a:lnTo>
                    <a:pt x="558" y="568"/>
                  </a:lnTo>
                  <a:lnTo>
                    <a:pt x="560" y="568"/>
                  </a:lnTo>
                  <a:lnTo>
                    <a:pt x="563" y="568"/>
                  </a:lnTo>
                  <a:lnTo>
                    <a:pt x="563" y="568"/>
                  </a:lnTo>
                  <a:lnTo>
                    <a:pt x="565" y="565"/>
                  </a:lnTo>
                  <a:lnTo>
                    <a:pt x="565" y="565"/>
                  </a:lnTo>
                  <a:lnTo>
                    <a:pt x="565" y="565"/>
                  </a:lnTo>
                  <a:lnTo>
                    <a:pt x="567" y="565"/>
                  </a:lnTo>
                  <a:lnTo>
                    <a:pt x="570" y="568"/>
                  </a:lnTo>
                  <a:lnTo>
                    <a:pt x="570" y="570"/>
                  </a:lnTo>
                  <a:lnTo>
                    <a:pt x="570" y="572"/>
                  </a:lnTo>
                  <a:lnTo>
                    <a:pt x="574" y="577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77" y="580"/>
                  </a:lnTo>
                  <a:lnTo>
                    <a:pt x="577" y="580"/>
                  </a:lnTo>
                  <a:lnTo>
                    <a:pt x="577" y="582"/>
                  </a:lnTo>
                  <a:lnTo>
                    <a:pt x="577" y="582"/>
                  </a:lnTo>
                  <a:lnTo>
                    <a:pt x="577" y="582"/>
                  </a:lnTo>
                  <a:lnTo>
                    <a:pt x="577" y="584"/>
                  </a:lnTo>
                  <a:lnTo>
                    <a:pt x="577" y="584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9" y="589"/>
                  </a:lnTo>
                  <a:lnTo>
                    <a:pt x="579" y="589"/>
                  </a:lnTo>
                  <a:lnTo>
                    <a:pt x="581" y="589"/>
                  </a:lnTo>
                  <a:lnTo>
                    <a:pt x="581" y="591"/>
                  </a:lnTo>
                  <a:lnTo>
                    <a:pt x="584" y="594"/>
                  </a:lnTo>
                  <a:lnTo>
                    <a:pt x="586" y="596"/>
                  </a:lnTo>
                  <a:lnTo>
                    <a:pt x="586" y="599"/>
                  </a:lnTo>
                  <a:lnTo>
                    <a:pt x="591" y="601"/>
                  </a:lnTo>
                  <a:lnTo>
                    <a:pt x="591" y="60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2" name="Freeform 43">
              <a:extLst>
                <a:ext uri="{FF2B5EF4-FFF2-40B4-BE49-F238E27FC236}">
                  <a16:creationId xmlns:a16="http://schemas.microsoft.com/office/drawing/2014/main" id="{415FFD22-1628-4399-91D8-1567983A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8170" y="2452835"/>
              <a:ext cx="582489" cy="359690"/>
            </a:xfrm>
            <a:custGeom>
              <a:avLst/>
              <a:gdLst>
                <a:gd name="T0" fmla="*/ 582 w 617"/>
                <a:gd name="T1" fmla="*/ 130 h 381"/>
                <a:gd name="T2" fmla="*/ 596 w 617"/>
                <a:gd name="T3" fmla="*/ 149 h 381"/>
                <a:gd name="T4" fmla="*/ 613 w 617"/>
                <a:gd name="T5" fmla="*/ 160 h 381"/>
                <a:gd name="T6" fmla="*/ 615 w 617"/>
                <a:gd name="T7" fmla="*/ 194 h 381"/>
                <a:gd name="T8" fmla="*/ 603 w 617"/>
                <a:gd name="T9" fmla="*/ 210 h 381"/>
                <a:gd name="T10" fmla="*/ 603 w 617"/>
                <a:gd name="T11" fmla="*/ 222 h 381"/>
                <a:gd name="T12" fmla="*/ 579 w 617"/>
                <a:gd name="T13" fmla="*/ 236 h 381"/>
                <a:gd name="T14" fmla="*/ 534 w 617"/>
                <a:gd name="T15" fmla="*/ 265 h 381"/>
                <a:gd name="T16" fmla="*/ 549 w 617"/>
                <a:gd name="T17" fmla="*/ 288 h 381"/>
                <a:gd name="T18" fmla="*/ 539 w 617"/>
                <a:gd name="T19" fmla="*/ 326 h 381"/>
                <a:gd name="T20" fmla="*/ 520 w 617"/>
                <a:gd name="T21" fmla="*/ 350 h 381"/>
                <a:gd name="T22" fmla="*/ 513 w 617"/>
                <a:gd name="T23" fmla="*/ 362 h 381"/>
                <a:gd name="T24" fmla="*/ 511 w 617"/>
                <a:gd name="T25" fmla="*/ 381 h 381"/>
                <a:gd name="T26" fmla="*/ 499 w 617"/>
                <a:gd name="T27" fmla="*/ 371 h 381"/>
                <a:gd name="T28" fmla="*/ 494 w 617"/>
                <a:gd name="T29" fmla="*/ 366 h 381"/>
                <a:gd name="T30" fmla="*/ 487 w 617"/>
                <a:gd name="T31" fmla="*/ 362 h 381"/>
                <a:gd name="T32" fmla="*/ 480 w 617"/>
                <a:gd name="T33" fmla="*/ 355 h 381"/>
                <a:gd name="T34" fmla="*/ 350 w 617"/>
                <a:gd name="T35" fmla="*/ 364 h 381"/>
                <a:gd name="T36" fmla="*/ 163 w 617"/>
                <a:gd name="T37" fmla="*/ 373 h 381"/>
                <a:gd name="T38" fmla="*/ 92 w 617"/>
                <a:gd name="T39" fmla="*/ 378 h 381"/>
                <a:gd name="T40" fmla="*/ 92 w 617"/>
                <a:gd name="T41" fmla="*/ 378 h 381"/>
                <a:gd name="T42" fmla="*/ 85 w 617"/>
                <a:gd name="T43" fmla="*/ 369 h 381"/>
                <a:gd name="T44" fmla="*/ 85 w 617"/>
                <a:gd name="T45" fmla="*/ 357 h 381"/>
                <a:gd name="T46" fmla="*/ 85 w 617"/>
                <a:gd name="T47" fmla="*/ 340 h 381"/>
                <a:gd name="T48" fmla="*/ 80 w 617"/>
                <a:gd name="T49" fmla="*/ 326 h 381"/>
                <a:gd name="T50" fmla="*/ 80 w 617"/>
                <a:gd name="T51" fmla="*/ 321 h 381"/>
                <a:gd name="T52" fmla="*/ 80 w 617"/>
                <a:gd name="T53" fmla="*/ 307 h 381"/>
                <a:gd name="T54" fmla="*/ 78 w 617"/>
                <a:gd name="T55" fmla="*/ 291 h 381"/>
                <a:gd name="T56" fmla="*/ 73 w 617"/>
                <a:gd name="T57" fmla="*/ 272 h 381"/>
                <a:gd name="T58" fmla="*/ 66 w 617"/>
                <a:gd name="T59" fmla="*/ 265 h 381"/>
                <a:gd name="T60" fmla="*/ 59 w 617"/>
                <a:gd name="T61" fmla="*/ 262 h 381"/>
                <a:gd name="T62" fmla="*/ 57 w 617"/>
                <a:gd name="T63" fmla="*/ 246 h 381"/>
                <a:gd name="T64" fmla="*/ 59 w 617"/>
                <a:gd name="T65" fmla="*/ 231 h 381"/>
                <a:gd name="T66" fmla="*/ 52 w 617"/>
                <a:gd name="T67" fmla="*/ 215 h 381"/>
                <a:gd name="T68" fmla="*/ 38 w 617"/>
                <a:gd name="T69" fmla="*/ 191 h 381"/>
                <a:gd name="T70" fmla="*/ 31 w 617"/>
                <a:gd name="T71" fmla="*/ 175 h 381"/>
                <a:gd name="T72" fmla="*/ 24 w 617"/>
                <a:gd name="T73" fmla="*/ 149 h 381"/>
                <a:gd name="T74" fmla="*/ 14 w 617"/>
                <a:gd name="T75" fmla="*/ 137 h 381"/>
                <a:gd name="T76" fmla="*/ 12 w 617"/>
                <a:gd name="T77" fmla="*/ 132 h 381"/>
                <a:gd name="T78" fmla="*/ 12 w 617"/>
                <a:gd name="T79" fmla="*/ 127 h 381"/>
                <a:gd name="T80" fmla="*/ 0 w 617"/>
                <a:gd name="T81" fmla="*/ 118 h 381"/>
                <a:gd name="T82" fmla="*/ 5 w 617"/>
                <a:gd name="T83" fmla="*/ 108 h 381"/>
                <a:gd name="T84" fmla="*/ 7 w 617"/>
                <a:gd name="T85" fmla="*/ 104 h 381"/>
                <a:gd name="T86" fmla="*/ 9 w 617"/>
                <a:gd name="T87" fmla="*/ 97 h 381"/>
                <a:gd name="T88" fmla="*/ 12 w 617"/>
                <a:gd name="T89" fmla="*/ 87 h 381"/>
                <a:gd name="T90" fmla="*/ 12 w 617"/>
                <a:gd name="T91" fmla="*/ 82 h 381"/>
                <a:gd name="T92" fmla="*/ 16 w 617"/>
                <a:gd name="T93" fmla="*/ 71 h 381"/>
                <a:gd name="T94" fmla="*/ 12 w 617"/>
                <a:gd name="T95" fmla="*/ 59 h 381"/>
                <a:gd name="T96" fmla="*/ 5 w 617"/>
                <a:gd name="T97" fmla="*/ 59 h 381"/>
                <a:gd name="T98" fmla="*/ 5 w 617"/>
                <a:gd name="T99" fmla="*/ 54 h 381"/>
                <a:gd name="T100" fmla="*/ 9 w 617"/>
                <a:gd name="T101" fmla="*/ 49 h 381"/>
                <a:gd name="T102" fmla="*/ 2 w 617"/>
                <a:gd name="T103" fmla="*/ 35 h 381"/>
                <a:gd name="T104" fmla="*/ 2 w 617"/>
                <a:gd name="T105" fmla="*/ 26 h 381"/>
                <a:gd name="T106" fmla="*/ 196 w 617"/>
                <a:gd name="T107" fmla="*/ 18 h 381"/>
                <a:gd name="T108" fmla="*/ 437 w 617"/>
                <a:gd name="T109" fmla="*/ 4 h 381"/>
                <a:gd name="T110" fmla="*/ 501 w 617"/>
                <a:gd name="T111" fmla="*/ 7 h 381"/>
                <a:gd name="T112" fmla="*/ 516 w 617"/>
                <a:gd name="T113" fmla="*/ 23 h 381"/>
                <a:gd name="T114" fmla="*/ 513 w 617"/>
                <a:gd name="T115" fmla="*/ 59 h 381"/>
                <a:gd name="T116" fmla="*/ 520 w 617"/>
                <a:gd name="T117" fmla="*/ 82 h 381"/>
                <a:gd name="T118" fmla="*/ 558 w 617"/>
                <a:gd name="T119" fmla="*/ 97 h 381"/>
                <a:gd name="T120" fmla="*/ 565 w 617"/>
                <a:gd name="T121" fmla="*/ 11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7" h="381">
                  <a:moveTo>
                    <a:pt x="565" y="113"/>
                  </a:moveTo>
                  <a:lnTo>
                    <a:pt x="563" y="118"/>
                  </a:lnTo>
                  <a:lnTo>
                    <a:pt x="565" y="118"/>
                  </a:lnTo>
                  <a:lnTo>
                    <a:pt x="568" y="120"/>
                  </a:lnTo>
                  <a:lnTo>
                    <a:pt x="570" y="120"/>
                  </a:lnTo>
                  <a:lnTo>
                    <a:pt x="570" y="123"/>
                  </a:lnTo>
                  <a:lnTo>
                    <a:pt x="575" y="125"/>
                  </a:lnTo>
                  <a:lnTo>
                    <a:pt x="582" y="130"/>
                  </a:lnTo>
                  <a:lnTo>
                    <a:pt x="587" y="132"/>
                  </a:lnTo>
                  <a:lnTo>
                    <a:pt x="589" y="137"/>
                  </a:lnTo>
                  <a:lnTo>
                    <a:pt x="589" y="134"/>
                  </a:lnTo>
                  <a:lnTo>
                    <a:pt x="589" y="142"/>
                  </a:lnTo>
                  <a:lnTo>
                    <a:pt x="589" y="144"/>
                  </a:lnTo>
                  <a:lnTo>
                    <a:pt x="594" y="146"/>
                  </a:lnTo>
                  <a:lnTo>
                    <a:pt x="596" y="149"/>
                  </a:lnTo>
                  <a:lnTo>
                    <a:pt x="596" y="149"/>
                  </a:lnTo>
                  <a:lnTo>
                    <a:pt x="598" y="149"/>
                  </a:lnTo>
                  <a:lnTo>
                    <a:pt x="605" y="153"/>
                  </a:lnTo>
                  <a:lnTo>
                    <a:pt x="608" y="153"/>
                  </a:lnTo>
                  <a:lnTo>
                    <a:pt x="610" y="158"/>
                  </a:lnTo>
                  <a:lnTo>
                    <a:pt x="610" y="158"/>
                  </a:lnTo>
                  <a:lnTo>
                    <a:pt x="613" y="158"/>
                  </a:lnTo>
                  <a:lnTo>
                    <a:pt x="613" y="158"/>
                  </a:lnTo>
                  <a:lnTo>
                    <a:pt x="613" y="160"/>
                  </a:lnTo>
                  <a:lnTo>
                    <a:pt x="613" y="163"/>
                  </a:lnTo>
                  <a:lnTo>
                    <a:pt x="615" y="163"/>
                  </a:lnTo>
                  <a:lnTo>
                    <a:pt x="617" y="168"/>
                  </a:lnTo>
                  <a:lnTo>
                    <a:pt x="617" y="170"/>
                  </a:lnTo>
                  <a:lnTo>
                    <a:pt x="617" y="175"/>
                  </a:lnTo>
                  <a:lnTo>
                    <a:pt x="615" y="179"/>
                  </a:lnTo>
                  <a:lnTo>
                    <a:pt x="615" y="186"/>
                  </a:lnTo>
                  <a:lnTo>
                    <a:pt x="615" y="194"/>
                  </a:lnTo>
                  <a:lnTo>
                    <a:pt x="613" y="196"/>
                  </a:lnTo>
                  <a:lnTo>
                    <a:pt x="613" y="196"/>
                  </a:lnTo>
                  <a:lnTo>
                    <a:pt x="610" y="198"/>
                  </a:lnTo>
                  <a:lnTo>
                    <a:pt x="608" y="201"/>
                  </a:lnTo>
                  <a:lnTo>
                    <a:pt x="605" y="203"/>
                  </a:lnTo>
                  <a:lnTo>
                    <a:pt x="605" y="205"/>
                  </a:lnTo>
                  <a:lnTo>
                    <a:pt x="603" y="208"/>
                  </a:lnTo>
                  <a:lnTo>
                    <a:pt x="603" y="210"/>
                  </a:lnTo>
                  <a:lnTo>
                    <a:pt x="603" y="213"/>
                  </a:lnTo>
                  <a:lnTo>
                    <a:pt x="601" y="215"/>
                  </a:lnTo>
                  <a:lnTo>
                    <a:pt x="601" y="215"/>
                  </a:lnTo>
                  <a:lnTo>
                    <a:pt x="603" y="217"/>
                  </a:lnTo>
                  <a:lnTo>
                    <a:pt x="603" y="217"/>
                  </a:lnTo>
                  <a:lnTo>
                    <a:pt x="603" y="220"/>
                  </a:lnTo>
                  <a:lnTo>
                    <a:pt x="603" y="222"/>
                  </a:lnTo>
                  <a:lnTo>
                    <a:pt x="603" y="222"/>
                  </a:lnTo>
                  <a:lnTo>
                    <a:pt x="601" y="224"/>
                  </a:lnTo>
                  <a:lnTo>
                    <a:pt x="596" y="227"/>
                  </a:lnTo>
                  <a:lnTo>
                    <a:pt x="596" y="227"/>
                  </a:lnTo>
                  <a:lnTo>
                    <a:pt x="596" y="229"/>
                  </a:lnTo>
                  <a:lnTo>
                    <a:pt x="594" y="231"/>
                  </a:lnTo>
                  <a:lnTo>
                    <a:pt x="589" y="231"/>
                  </a:lnTo>
                  <a:lnTo>
                    <a:pt x="579" y="236"/>
                  </a:lnTo>
                  <a:lnTo>
                    <a:pt x="579" y="236"/>
                  </a:lnTo>
                  <a:lnTo>
                    <a:pt x="575" y="241"/>
                  </a:lnTo>
                  <a:lnTo>
                    <a:pt x="575" y="243"/>
                  </a:lnTo>
                  <a:lnTo>
                    <a:pt x="570" y="243"/>
                  </a:lnTo>
                  <a:lnTo>
                    <a:pt x="542" y="248"/>
                  </a:lnTo>
                  <a:lnTo>
                    <a:pt x="539" y="250"/>
                  </a:lnTo>
                  <a:lnTo>
                    <a:pt x="537" y="255"/>
                  </a:lnTo>
                  <a:lnTo>
                    <a:pt x="534" y="260"/>
                  </a:lnTo>
                  <a:lnTo>
                    <a:pt x="534" y="265"/>
                  </a:lnTo>
                  <a:lnTo>
                    <a:pt x="534" y="272"/>
                  </a:lnTo>
                  <a:lnTo>
                    <a:pt x="534" y="274"/>
                  </a:lnTo>
                  <a:lnTo>
                    <a:pt x="534" y="276"/>
                  </a:lnTo>
                  <a:lnTo>
                    <a:pt x="537" y="279"/>
                  </a:lnTo>
                  <a:lnTo>
                    <a:pt x="539" y="279"/>
                  </a:lnTo>
                  <a:lnTo>
                    <a:pt x="539" y="281"/>
                  </a:lnTo>
                  <a:lnTo>
                    <a:pt x="544" y="284"/>
                  </a:lnTo>
                  <a:lnTo>
                    <a:pt x="549" y="288"/>
                  </a:lnTo>
                  <a:lnTo>
                    <a:pt x="551" y="293"/>
                  </a:lnTo>
                  <a:lnTo>
                    <a:pt x="551" y="298"/>
                  </a:lnTo>
                  <a:lnTo>
                    <a:pt x="551" y="302"/>
                  </a:lnTo>
                  <a:lnTo>
                    <a:pt x="549" y="307"/>
                  </a:lnTo>
                  <a:lnTo>
                    <a:pt x="542" y="319"/>
                  </a:lnTo>
                  <a:lnTo>
                    <a:pt x="539" y="321"/>
                  </a:lnTo>
                  <a:lnTo>
                    <a:pt x="539" y="324"/>
                  </a:lnTo>
                  <a:lnTo>
                    <a:pt x="539" y="326"/>
                  </a:lnTo>
                  <a:lnTo>
                    <a:pt x="539" y="331"/>
                  </a:lnTo>
                  <a:lnTo>
                    <a:pt x="539" y="333"/>
                  </a:lnTo>
                  <a:lnTo>
                    <a:pt x="537" y="340"/>
                  </a:lnTo>
                  <a:lnTo>
                    <a:pt x="534" y="343"/>
                  </a:lnTo>
                  <a:lnTo>
                    <a:pt x="532" y="345"/>
                  </a:lnTo>
                  <a:lnTo>
                    <a:pt x="527" y="347"/>
                  </a:lnTo>
                  <a:lnTo>
                    <a:pt x="525" y="347"/>
                  </a:lnTo>
                  <a:lnTo>
                    <a:pt x="520" y="350"/>
                  </a:lnTo>
                  <a:lnTo>
                    <a:pt x="518" y="352"/>
                  </a:lnTo>
                  <a:lnTo>
                    <a:pt x="513" y="355"/>
                  </a:lnTo>
                  <a:lnTo>
                    <a:pt x="511" y="357"/>
                  </a:lnTo>
                  <a:lnTo>
                    <a:pt x="511" y="357"/>
                  </a:lnTo>
                  <a:lnTo>
                    <a:pt x="511" y="359"/>
                  </a:lnTo>
                  <a:lnTo>
                    <a:pt x="511" y="359"/>
                  </a:lnTo>
                  <a:lnTo>
                    <a:pt x="511" y="362"/>
                  </a:lnTo>
                  <a:lnTo>
                    <a:pt x="513" y="362"/>
                  </a:lnTo>
                  <a:lnTo>
                    <a:pt x="516" y="364"/>
                  </a:lnTo>
                  <a:lnTo>
                    <a:pt x="516" y="366"/>
                  </a:lnTo>
                  <a:lnTo>
                    <a:pt x="516" y="371"/>
                  </a:lnTo>
                  <a:lnTo>
                    <a:pt x="516" y="373"/>
                  </a:lnTo>
                  <a:lnTo>
                    <a:pt x="516" y="376"/>
                  </a:lnTo>
                  <a:lnTo>
                    <a:pt x="516" y="378"/>
                  </a:lnTo>
                  <a:lnTo>
                    <a:pt x="516" y="378"/>
                  </a:lnTo>
                  <a:lnTo>
                    <a:pt x="511" y="381"/>
                  </a:lnTo>
                  <a:lnTo>
                    <a:pt x="508" y="381"/>
                  </a:lnTo>
                  <a:lnTo>
                    <a:pt x="506" y="381"/>
                  </a:lnTo>
                  <a:lnTo>
                    <a:pt x="504" y="378"/>
                  </a:lnTo>
                  <a:lnTo>
                    <a:pt x="501" y="376"/>
                  </a:lnTo>
                  <a:lnTo>
                    <a:pt x="499" y="373"/>
                  </a:lnTo>
                  <a:lnTo>
                    <a:pt x="499" y="373"/>
                  </a:lnTo>
                  <a:lnTo>
                    <a:pt x="499" y="373"/>
                  </a:lnTo>
                  <a:lnTo>
                    <a:pt x="499" y="371"/>
                  </a:lnTo>
                  <a:lnTo>
                    <a:pt x="499" y="371"/>
                  </a:lnTo>
                  <a:lnTo>
                    <a:pt x="499" y="371"/>
                  </a:lnTo>
                  <a:lnTo>
                    <a:pt x="497" y="369"/>
                  </a:lnTo>
                  <a:lnTo>
                    <a:pt x="494" y="369"/>
                  </a:lnTo>
                  <a:lnTo>
                    <a:pt x="494" y="369"/>
                  </a:lnTo>
                  <a:lnTo>
                    <a:pt x="494" y="369"/>
                  </a:lnTo>
                  <a:lnTo>
                    <a:pt x="494" y="366"/>
                  </a:lnTo>
                  <a:lnTo>
                    <a:pt x="494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4"/>
                  </a:lnTo>
                  <a:lnTo>
                    <a:pt x="490" y="364"/>
                  </a:lnTo>
                  <a:lnTo>
                    <a:pt x="487" y="362"/>
                  </a:lnTo>
                  <a:lnTo>
                    <a:pt x="487" y="362"/>
                  </a:lnTo>
                  <a:lnTo>
                    <a:pt x="485" y="362"/>
                  </a:lnTo>
                  <a:lnTo>
                    <a:pt x="485" y="362"/>
                  </a:lnTo>
                  <a:lnTo>
                    <a:pt x="485" y="359"/>
                  </a:lnTo>
                  <a:lnTo>
                    <a:pt x="482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80" y="355"/>
                  </a:lnTo>
                  <a:lnTo>
                    <a:pt x="480" y="355"/>
                  </a:lnTo>
                  <a:lnTo>
                    <a:pt x="480" y="352"/>
                  </a:lnTo>
                  <a:lnTo>
                    <a:pt x="475" y="355"/>
                  </a:lnTo>
                  <a:lnTo>
                    <a:pt x="466" y="355"/>
                  </a:lnTo>
                  <a:lnTo>
                    <a:pt x="442" y="357"/>
                  </a:lnTo>
                  <a:lnTo>
                    <a:pt x="421" y="357"/>
                  </a:lnTo>
                  <a:lnTo>
                    <a:pt x="397" y="359"/>
                  </a:lnTo>
                  <a:lnTo>
                    <a:pt x="374" y="362"/>
                  </a:lnTo>
                  <a:lnTo>
                    <a:pt x="350" y="364"/>
                  </a:lnTo>
                  <a:lnTo>
                    <a:pt x="326" y="364"/>
                  </a:lnTo>
                  <a:lnTo>
                    <a:pt x="303" y="366"/>
                  </a:lnTo>
                  <a:lnTo>
                    <a:pt x="279" y="369"/>
                  </a:lnTo>
                  <a:lnTo>
                    <a:pt x="258" y="369"/>
                  </a:lnTo>
                  <a:lnTo>
                    <a:pt x="234" y="371"/>
                  </a:lnTo>
                  <a:lnTo>
                    <a:pt x="210" y="371"/>
                  </a:lnTo>
                  <a:lnTo>
                    <a:pt x="187" y="373"/>
                  </a:lnTo>
                  <a:lnTo>
                    <a:pt x="163" y="373"/>
                  </a:lnTo>
                  <a:lnTo>
                    <a:pt x="139" y="376"/>
                  </a:lnTo>
                  <a:lnTo>
                    <a:pt x="116" y="376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6"/>
                  </a:lnTo>
                  <a:lnTo>
                    <a:pt x="92" y="373"/>
                  </a:lnTo>
                  <a:lnTo>
                    <a:pt x="92" y="371"/>
                  </a:lnTo>
                  <a:lnTo>
                    <a:pt x="90" y="369"/>
                  </a:lnTo>
                  <a:lnTo>
                    <a:pt x="85" y="369"/>
                  </a:lnTo>
                  <a:lnTo>
                    <a:pt x="83" y="366"/>
                  </a:lnTo>
                  <a:lnTo>
                    <a:pt x="83" y="364"/>
                  </a:lnTo>
                  <a:lnTo>
                    <a:pt x="83" y="364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59"/>
                  </a:lnTo>
                  <a:lnTo>
                    <a:pt x="83" y="359"/>
                  </a:lnTo>
                  <a:lnTo>
                    <a:pt x="85" y="357"/>
                  </a:lnTo>
                  <a:lnTo>
                    <a:pt x="85" y="355"/>
                  </a:lnTo>
                  <a:lnTo>
                    <a:pt x="85" y="355"/>
                  </a:lnTo>
                  <a:lnTo>
                    <a:pt x="85" y="352"/>
                  </a:lnTo>
                  <a:lnTo>
                    <a:pt x="85" y="350"/>
                  </a:lnTo>
                  <a:lnTo>
                    <a:pt x="85" y="347"/>
                  </a:lnTo>
                  <a:lnTo>
                    <a:pt x="85" y="345"/>
                  </a:lnTo>
                  <a:lnTo>
                    <a:pt x="85" y="343"/>
                  </a:lnTo>
                  <a:lnTo>
                    <a:pt x="85" y="340"/>
                  </a:lnTo>
                  <a:lnTo>
                    <a:pt x="85" y="336"/>
                  </a:lnTo>
                  <a:lnTo>
                    <a:pt x="83" y="336"/>
                  </a:lnTo>
                  <a:lnTo>
                    <a:pt x="85" y="333"/>
                  </a:lnTo>
                  <a:lnTo>
                    <a:pt x="85" y="331"/>
                  </a:lnTo>
                  <a:lnTo>
                    <a:pt x="83" y="331"/>
                  </a:lnTo>
                  <a:lnTo>
                    <a:pt x="83" y="329"/>
                  </a:lnTo>
                  <a:lnTo>
                    <a:pt x="80" y="329"/>
                  </a:lnTo>
                  <a:lnTo>
                    <a:pt x="80" y="326"/>
                  </a:lnTo>
                  <a:lnTo>
                    <a:pt x="80" y="326"/>
                  </a:lnTo>
                  <a:lnTo>
                    <a:pt x="80" y="324"/>
                  </a:lnTo>
                  <a:lnTo>
                    <a:pt x="80" y="324"/>
                  </a:lnTo>
                  <a:lnTo>
                    <a:pt x="80" y="324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19"/>
                  </a:lnTo>
                  <a:lnTo>
                    <a:pt x="80" y="317"/>
                  </a:lnTo>
                  <a:lnTo>
                    <a:pt x="80" y="314"/>
                  </a:lnTo>
                  <a:lnTo>
                    <a:pt x="80" y="310"/>
                  </a:lnTo>
                  <a:lnTo>
                    <a:pt x="80" y="310"/>
                  </a:lnTo>
                  <a:lnTo>
                    <a:pt x="83" y="307"/>
                  </a:lnTo>
                  <a:lnTo>
                    <a:pt x="80" y="307"/>
                  </a:lnTo>
                  <a:lnTo>
                    <a:pt x="76" y="305"/>
                  </a:lnTo>
                  <a:lnTo>
                    <a:pt x="76" y="305"/>
                  </a:lnTo>
                  <a:lnTo>
                    <a:pt x="76" y="302"/>
                  </a:lnTo>
                  <a:lnTo>
                    <a:pt x="76" y="298"/>
                  </a:lnTo>
                  <a:lnTo>
                    <a:pt x="76" y="295"/>
                  </a:lnTo>
                  <a:lnTo>
                    <a:pt x="78" y="293"/>
                  </a:lnTo>
                  <a:lnTo>
                    <a:pt x="80" y="291"/>
                  </a:lnTo>
                  <a:lnTo>
                    <a:pt x="78" y="291"/>
                  </a:lnTo>
                  <a:lnTo>
                    <a:pt x="78" y="291"/>
                  </a:lnTo>
                  <a:lnTo>
                    <a:pt x="73" y="288"/>
                  </a:lnTo>
                  <a:lnTo>
                    <a:pt x="71" y="288"/>
                  </a:lnTo>
                  <a:lnTo>
                    <a:pt x="73" y="281"/>
                  </a:lnTo>
                  <a:lnTo>
                    <a:pt x="73" y="279"/>
                  </a:lnTo>
                  <a:lnTo>
                    <a:pt x="73" y="274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1" y="272"/>
                  </a:lnTo>
                  <a:lnTo>
                    <a:pt x="68" y="272"/>
                  </a:lnTo>
                  <a:lnTo>
                    <a:pt x="66" y="272"/>
                  </a:lnTo>
                  <a:lnTo>
                    <a:pt x="66" y="269"/>
                  </a:lnTo>
                  <a:lnTo>
                    <a:pt x="66" y="269"/>
                  </a:lnTo>
                  <a:lnTo>
                    <a:pt x="66" y="267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6" y="262"/>
                  </a:lnTo>
                  <a:lnTo>
                    <a:pt x="66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1" y="265"/>
                  </a:lnTo>
                  <a:lnTo>
                    <a:pt x="61" y="265"/>
                  </a:lnTo>
                  <a:lnTo>
                    <a:pt x="59" y="262"/>
                  </a:lnTo>
                  <a:lnTo>
                    <a:pt x="59" y="260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7" y="255"/>
                  </a:lnTo>
                  <a:lnTo>
                    <a:pt x="57" y="253"/>
                  </a:lnTo>
                  <a:lnTo>
                    <a:pt x="57" y="250"/>
                  </a:lnTo>
                  <a:lnTo>
                    <a:pt x="57" y="246"/>
                  </a:lnTo>
                  <a:lnTo>
                    <a:pt x="57" y="246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7" y="241"/>
                  </a:lnTo>
                  <a:lnTo>
                    <a:pt x="57" y="241"/>
                  </a:lnTo>
                  <a:lnTo>
                    <a:pt x="57" y="239"/>
                  </a:lnTo>
                  <a:lnTo>
                    <a:pt x="57" y="236"/>
                  </a:lnTo>
                  <a:lnTo>
                    <a:pt x="59" y="234"/>
                  </a:lnTo>
                  <a:lnTo>
                    <a:pt x="59" y="231"/>
                  </a:lnTo>
                  <a:lnTo>
                    <a:pt x="57" y="229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0" y="220"/>
                  </a:lnTo>
                  <a:lnTo>
                    <a:pt x="50" y="220"/>
                  </a:lnTo>
                  <a:lnTo>
                    <a:pt x="50" y="217"/>
                  </a:lnTo>
                  <a:lnTo>
                    <a:pt x="50" y="215"/>
                  </a:lnTo>
                  <a:lnTo>
                    <a:pt x="52" y="215"/>
                  </a:lnTo>
                  <a:lnTo>
                    <a:pt x="50" y="210"/>
                  </a:lnTo>
                  <a:lnTo>
                    <a:pt x="45" y="205"/>
                  </a:lnTo>
                  <a:lnTo>
                    <a:pt x="42" y="205"/>
                  </a:lnTo>
                  <a:lnTo>
                    <a:pt x="40" y="201"/>
                  </a:lnTo>
                  <a:lnTo>
                    <a:pt x="38" y="198"/>
                  </a:lnTo>
                  <a:lnTo>
                    <a:pt x="38" y="196"/>
                  </a:lnTo>
                  <a:lnTo>
                    <a:pt x="38" y="194"/>
                  </a:lnTo>
                  <a:lnTo>
                    <a:pt x="38" y="191"/>
                  </a:lnTo>
                  <a:lnTo>
                    <a:pt x="35" y="189"/>
                  </a:lnTo>
                  <a:lnTo>
                    <a:pt x="33" y="189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1" y="172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28" y="168"/>
                  </a:lnTo>
                  <a:lnTo>
                    <a:pt x="24" y="163"/>
                  </a:lnTo>
                  <a:lnTo>
                    <a:pt x="26" y="158"/>
                  </a:lnTo>
                  <a:lnTo>
                    <a:pt x="26" y="153"/>
                  </a:lnTo>
                  <a:lnTo>
                    <a:pt x="24" y="149"/>
                  </a:lnTo>
                  <a:lnTo>
                    <a:pt x="24" y="146"/>
                  </a:lnTo>
                  <a:lnTo>
                    <a:pt x="21" y="146"/>
                  </a:lnTo>
                  <a:lnTo>
                    <a:pt x="16" y="146"/>
                  </a:lnTo>
                  <a:lnTo>
                    <a:pt x="16" y="142"/>
                  </a:lnTo>
                  <a:lnTo>
                    <a:pt x="16" y="139"/>
                  </a:lnTo>
                  <a:lnTo>
                    <a:pt x="14" y="139"/>
                  </a:lnTo>
                  <a:lnTo>
                    <a:pt x="14" y="139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4"/>
                  </a:lnTo>
                  <a:lnTo>
                    <a:pt x="14" y="134"/>
                  </a:lnTo>
                  <a:lnTo>
                    <a:pt x="14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2" y="132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9" y="127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2" y="123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0" y="118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5" y="111"/>
                  </a:lnTo>
                  <a:lnTo>
                    <a:pt x="5" y="111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7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2" y="85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6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7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6" y="26"/>
                  </a:lnTo>
                  <a:lnTo>
                    <a:pt x="45" y="26"/>
                  </a:lnTo>
                  <a:lnTo>
                    <a:pt x="76" y="23"/>
                  </a:lnTo>
                  <a:lnTo>
                    <a:pt x="106" y="23"/>
                  </a:lnTo>
                  <a:lnTo>
                    <a:pt x="137" y="21"/>
                  </a:lnTo>
                  <a:lnTo>
                    <a:pt x="165" y="18"/>
                  </a:lnTo>
                  <a:lnTo>
                    <a:pt x="196" y="18"/>
                  </a:lnTo>
                  <a:lnTo>
                    <a:pt x="227" y="16"/>
                  </a:lnTo>
                  <a:lnTo>
                    <a:pt x="258" y="14"/>
                  </a:lnTo>
                  <a:lnTo>
                    <a:pt x="286" y="14"/>
                  </a:lnTo>
                  <a:lnTo>
                    <a:pt x="317" y="11"/>
                  </a:lnTo>
                  <a:lnTo>
                    <a:pt x="348" y="9"/>
                  </a:lnTo>
                  <a:lnTo>
                    <a:pt x="378" y="7"/>
                  </a:lnTo>
                  <a:lnTo>
                    <a:pt x="407" y="4"/>
                  </a:lnTo>
                  <a:lnTo>
                    <a:pt x="437" y="4"/>
                  </a:lnTo>
                  <a:lnTo>
                    <a:pt x="468" y="2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1" y="7"/>
                  </a:lnTo>
                  <a:lnTo>
                    <a:pt x="501" y="9"/>
                  </a:lnTo>
                  <a:lnTo>
                    <a:pt x="501" y="9"/>
                  </a:lnTo>
                  <a:lnTo>
                    <a:pt x="501" y="14"/>
                  </a:lnTo>
                  <a:lnTo>
                    <a:pt x="504" y="14"/>
                  </a:lnTo>
                  <a:lnTo>
                    <a:pt x="504" y="14"/>
                  </a:lnTo>
                  <a:lnTo>
                    <a:pt x="513" y="16"/>
                  </a:lnTo>
                  <a:lnTo>
                    <a:pt x="516" y="18"/>
                  </a:lnTo>
                  <a:lnTo>
                    <a:pt x="516" y="23"/>
                  </a:lnTo>
                  <a:lnTo>
                    <a:pt x="513" y="28"/>
                  </a:lnTo>
                  <a:lnTo>
                    <a:pt x="511" y="35"/>
                  </a:lnTo>
                  <a:lnTo>
                    <a:pt x="508" y="40"/>
                  </a:lnTo>
                  <a:lnTo>
                    <a:pt x="511" y="47"/>
                  </a:lnTo>
                  <a:lnTo>
                    <a:pt x="511" y="52"/>
                  </a:lnTo>
                  <a:lnTo>
                    <a:pt x="511" y="56"/>
                  </a:lnTo>
                  <a:lnTo>
                    <a:pt x="511" y="59"/>
                  </a:lnTo>
                  <a:lnTo>
                    <a:pt x="513" y="59"/>
                  </a:lnTo>
                  <a:lnTo>
                    <a:pt x="513" y="66"/>
                  </a:lnTo>
                  <a:lnTo>
                    <a:pt x="513" y="68"/>
                  </a:lnTo>
                  <a:lnTo>
                    <a:pt x="516" y="68"/>
                  </a:lnTo>
                  <a:lnTo>
                    <a:pt x="518" y="73"/>
                  </a:lnTo>
                  <a:lnTo>
                    <a:pt x="518" y="73"/>
                  </a:lnTo>
                  <a:lnTo>
                    <a:pt x="520" y="75"/>
                  </a:lnTo>
                  <a:lnTo>
                    <a:pt x="520" y="82"/>
                  </a:lnTo>
                  <a:lnTo>
                    <a:pt x="520" y="82"/>
                  </a:lnTo>
                  <a:lnTo>
                    <a:pt x="525" y="89"/>
                  </a:lnTo>
                  <a:lnTo>
                    <a:pt x="525" y="92"/>
                  </a:lnTo>
                  <a:lnTo>
                    <a:pt x="527" y="92"/>
                  </a:lnTo>
                  <a:lnTo>
                    <a:pt x="532" y="94"/>
                  </a:lnTo>
                  <a:lnTo>
                    <a:pt x="549" y="94"/>
                  </a:lnTo>
                  <a:lnTo>
                    <a:pt x="553" y="97"/>
                  </a:lnTo>
                  <a:lnTo>
                    <a:pt x="556" y="97"/>
                  </a:lnTo>
                  <a:lnTo>
                    <a:pt x="558" y="97"/>
                  </a:lnTo>
                  <a:lnTo>
                    <a:pt x="558" y="99"/>
                  </a:lnTo>
                  <a:lnTo>
                    <a:pt x="560" y="104"/>
                  </a:lnTo>
                  <a:lnTo>
                    <a:pt x="563" y="106"/>
                  </a:lnTo>
                  <a:lnTo>
                    <a:pt x="565" y="108"/>
                  </a:lnTo>
                  <a:lnTo>
                    <a:pt x="565" y="111"/>
                  </a:lnTo>
                  <a:lnTo>
                    <a:pt x="565" y="111"/>
                  </a:lnTo>
                  <a:lnTo>
                    <a:pt x="565" y="113"/>
                  </a:lnTo>
                  <a:lnTo>
                    <a:pt x="565" y="11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3" name="Freeform 44">
              <a:extLst>
                <a:ext uri="{FF2B5EF4-FFF2-40B4-BE49-F238E27FC236}">
                  <a16:creationId xmlns:a16="http://schemas.microsoft.com/office/drawing/2014/main" id="{069C5D0F-37EC-492D-9483-E8E6BB4659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6169" y="4767686"/>
              <a:ext cx="703330" cy="426718"/>
            </a:xfrm>
            <a:custGeom>
              <a:avLst/>
              <a:gdLst>
                <a:gd name="T0" fmla="*/ 560 w 745"/>
                <a:gd name="T1" fmla="*/ 187 h 452"/>
                <a:gd name="T2" fmla="*/ 544 w 745"/>
                <a:gd name="T3" fmla="*/ 177 h 452"/>
                <a:gd name="T4" fmla="*/ 527 w 745"/>
                <a:gd name="T5" fmla="*/ 179 h 452"/>
                <a:gd name="T6" fmla="*/ 506 w 745"/>
                <a:gd name="T7" fmla="*/ 170 h 452"/>
                <a:gd name="T8" fmla="*/ 492 w 745"/>
                <a:gd name="T9" fmla="*/ 165 h 452"/>
                <a:gd name="T10" fmla="*/ 492 w 745"/>
                <a:gd name="T11" fmla="*/ 194 h 452"/>
                <a:gd name="T12" fmla="*/ 508 w 745"/>
                <a:gd name="T13" fmla="*/ 196 h 452"/>
                <a:gd name="T14" fmla="*/ 518 w 745"/>
                <a:gd name="T15" fmla="*/ 220 h 452"/>
                <a:gd name="T16" fmla="*/ 541 w 745"/>
                <a:gd name="T17" fmla="*/ 224 h 452"/>
                <a:gd name="T18" fmla="*/ 579 w 745"/>
                <a:gd name="T19" fmla="*/ 208 h 452"/>
                <a:gd name="T20" fmla="*/ 487 w 745"/>
                <a:gd name="T21" fmla="*/ 236 h 452"/>
                <a:gd name="T22" fmla="*/ 733 w 745"/>
                <a:gd name="T23" fmla="*/ 362 h 452"/>
                <a:gd name="T24" fmla="*/ 707 w 745"/>
                <a:gd name="T25" fmla="*/ 340 h 452"/>
                <a:gd name="T26" fmla="*/ 648 w 745"/>
                <a:gd name="T27" fmla="*/ 291 h 452"/>
                <a:gd name="T28" fmla="*/ 629 w 745"/>
                <a:gd name="T29" fmla="*/ 284 h 452"/>
                <a:gd name="T30" fmla="*/ 603 w 745"/>
                <a:gd name="T31" fmla="*/ 269 h 452"/>
                <a:gd name="T32" fmla="*/ 605 w 745"/>
                <a:gd name="T33" fmla="*/ 302 h 452"/>
                <a:gd name="T34" fmla="*/ 582 w 745"/>
                <a:gd name="T35" fmla="*/ 329 h 452"/>
                <a:gd name="T36" fmla="*/ 584 w 745"/>
                <a:gd name="T37" fmla="*/ 357 h 452"/>
                <a:gd name="T38" fmla="*/ 591 w 745"/>
                <a:gd name="T39" fmla="*/ 376 h 452"/>
                <a:gd name="T40" fmla="*/ 593 w 745"/>
                <a:gd name="T41" fmla="*/ 428 h 452"/>
                <a:gd name="T42" fmla="*/ 608 w 745"/>
                <a:gd name="T43" fmla="*/ 440 h 452"/>
                <a:gd name="T44" fmla="*/ 631 w 745"/>
                <a:gd name="T45" fmla="*/ 447 h 452"/>
                <a:gd name="T46" fmla="*/ 664 w 745"/>
                <a:gd name="T47" fmla="*/ 414 h 452"/>
                <a:gd name="T48" fmla="*/ 702 w 745"/>
                <a:gd name="T49" fmla="*/ 402 h 452"/>
                <a:gd name="T50" fmla="*/ 742 w 745"/>
                <a:gd name="T51" fmla="*/ 374 h 452"/>
                <a:gd name="T52" fmla="*/ 473 w 745"/>
                <a:gd name="T53" fmla="*/ 146 h 452"/>
                <a:gd name="T54" fmla="*/ 449 w 745"/>
                <a:gd name="T55" fmla="*/ 142 h 452"/>
                <a:gd name="T56" fmla="*/ 418 w 745"/>
                <a:gd name="T57" fmla="*/ 142 h 452"/>
                <a:gd name="T58" fmla="*/ 409 w 745"/>
                <a:gd name="T59" fmla="*/ 142 h 452"/>
                <a:gd name="T60" fmla="*/ 409 w 745"/>
                <a:gd name="T61" fmla="*/ 158 h 452"/>
                <a:gd name="T62" fmla="*/ 466 w 745"/>
                <a:gd name="T63" fmla="*/ 160 h 452"/>
                <a:gd name="T64" fmla="*/ 127 w 745"/>
                <a:gd name="T65" fmla="*/ 9 h 452"/>
                <a:gd name="T66" fmla="*/ 113 w 745"/>
                <a:gd name="T67" fmla="*/ 2 h 452"/>
                <a:gd name="T68" fmla="*/ 82 w 745"/>
                <a:gd name="T69" fmla="*/ 7 h 452"/>
                <a:gd name="T70" fmla="*/ 61 w 745"/>
                <a:gd name="T71" fmla="*/ 26 h 452"/>
                <a:gd name="T72" fmla="*/ 78 w 745"/>
                <a:gd name="T73" fmla="*/ 40 h 452"/>
                <a:gd name="T74" fmla="*/ 108 w 745"/>
                <a:gd name="T75" fmla="*/ 52 h 452"/>
                <a:gd name="T76" fmla="*/ 125 w 745"/>
                <a:gd name="T77" fmla="*/ 30 h 452"/>
                <a:gd name="T78" fmla="*/ 14 w 745"/>
                <a:gd name="T79" fmla="*/ 37 h 452"/>
                <a:gd name="T80" fmla="*/ 4 w 745"/>
                <a:gd name="T81" fmla="*/ 61 h 452"/>
                <a:gd name="T82" fmla="*/ 19 w 745"/>
                <a:gd name="T83" fmla="*/ 47 h 452"/>
                <a:gd name="T84" fmla="*/ 347 w 745"/>
                <a:gd name="T85" fmla="*/ 120 h 452"/>
                <a:gd name="T86" fmla="*/ 338 w 745"/>
                <a:gd name="T87" fmla="*/ 106 h 452"/>
                <a:gd name="T88" fmla="*/ 328 w 745"/>
                <a:gd name="T89" fmla="*/ 104 h 452"/>
                <a:gd name="T90" fmla="*/ 321 w 745"/>
                <a:gd name="T91" fmla="*/ 87 h 452"/>
                <a:gd name="T92" fmla="*/ 309 w 745"/>
                <a:gd name="T93" fmla="*/ 73 h 452"/>
                <a:gd name="T94" fmla="*/ 291 w 745"/>
                <a:gd name="T95" fmla="*/ 87 h 452"/>
                <a:gd name="T96" fmla="*/ 269 w 745"/>
                <a:gd name="T97" fmla="*/ 92 h 452"/>
                <a:gd name="T98" fmla="*/ 283 w 745"/>
                <a:gd name="T99" fmla="*/ 116 h 452"/>
                <a:gd name="T100" fmla="*/ 295 w 745"/>
                <a:gd name="T101" fmla="*/ 130 h 452"/>
                <a:gd name="T102" fmla="*/ 305 w 745"/>
                <a:gd name="T103" fmla="*/ 118 h 452"/>
                <a:gd name="T104" fmla="*/ 314 w 745"/>
                <a:gd name="T105" fmla="*/ 118 h 452"/>
                <a:gd name="T106" fmla="*/ 321 w 745"/>
                <a:gd name="T107" fmla="*/ 125 h 452"/>
                <a:gd name="T108" fmla="*/ 338 w 745"/>
                <a:gd name="T109" fmla="*/ 132 h 452"/>
                <a:gd name="T110" fmla="*/ 463 w 745"/>
                <a:gd name="T111" fmla="*/ 187 h 452"/>
                <a:gd name="T112" fmla="*/ 444 w 745"/>
                <a:gd name="T113" fmla="*/ 196 h 452"/>
                <a:gd name="T114" fmla="*/ 470 w 745"/>
                <a:gd name="T115" fmla="*/ 19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5" h="452">
                  <a:moveTo>
                    <a:pt x="579" y="208"/>
                  </a:moveTo>
                  <a:lnTo>
                    <a:pt x="582" y="201"/>
                  </a:lnTo>
                  <a:lnTo>
                    <a:pt x="579" y="196"/>
                  </a:lnTo>
                  <a:lnTo>
                    <a:pt x="572" y="194"/>
                  </a:lnTo>
                  <a:lnTo>
                    <a:pt x="570" y="191"/>
                  </a:lnTo>
                  <a:lnTo>
                    <a:pt x="563" y="191"/>
                  </a:lnTo>
                  <a:lnTo>
                    <a:pt x="563" y="189"/>
                  </a:lnTo>
                  <a:lnTo>
                    <a:pt x="560" y="187"/>
                  </a:lnTo>
                  <a:lnTo>
                    <a:pt x="560" y="187"/>
                  </a:lnTo>
                  <a:lnTo>
                    <a:pt x="555" y="184"/>
                  </a:lnTo>
                  <a:lnTo>
                    <a:pt x="553" y="184"/>
                  </a:lnTo>
                  <a:lnTo>
                    <a:pt x="551" y="182"/>
                  </a:lnTo>
                  <a:lnTo>
                    <a:pt x="551" y="182"/>
                  </a:lnTo>
                  <a:lnTo>
                    <a:pt x="548" y="179"/>
                  </a:lnTo>
                  <a:lnTo>
                    <a:pt x="546" y="177"/>
                  </a:lnTo>
                  <a:lnTo>
                    <a:pt x="544" y="179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1" y="177"/>
                  </a:lnTo>
                  <a:lnTo>
                    <a:pt x="539" y="177"/>
                  </a:lnTo>
                  <a:lnTo>
                    <a:pt x="537" y="177"/>
                  </a:lnTo>
                  <a:lnTo>
                    <a:pt x="534" y="177"/>
                  </a:lnTo>
                  <a:lnTo>
                    <a:pt x="532" y="177"/>
                  </a:lnTo>
                  <a:lnTo>
                    <a:pt x="527" y="179"/>
                  </a:lnTo>
                  <a:lnTo>
                    <a:pt x="527" y="179"/>
                  </a:lnTo>
                  <a:lnTo>
                    <a:pt x="522" y="182"/>
                  </a:lnTo>
                  <a:lnTo>
                    <a:pt x="520" y="182"/>
                  </a:lnTo>
                  <a:lnTo>
                    <a:pt x="518" y="182"/>
                  </a:lnTo>
                  <a:lnTo>
                    <a:pt x="515" y="182"/>
                  </a:lnTo>
                  <a:lnTo>
                    <a:pt x="515" y="184"/>
                  </a:lnTo>
                  <a:lnTo>
                    <a:pt x="513" y="182"/>
                  </a:lnTo>
                  <a:lnTo>
                    <a:pt x="508" y="172"/>
                  </a:lnTo>
                  <a:lnTo>
                    <a:pt x="508" y="172"/>
                  </a:lnTo>
                  <a:lnTo>
                    <a:pt x="506" y="170"/>
                  </a:lnTo>
                  <a:lnTo>
                    <a:pt x="501" y="165"/>
                  </a:lnTo>
                  <a:lnTo>
                    <a:pt x="499" y="165"/>
                  </a:lnTo>
                  <a:lnTo>
                    <a:pt x="499" y="163"/>
                  </a:lnTo>
                  <a:lnTo>
                    <a:pt x="496" y="163"/>
                  </a:lnTo>
                  <a:lnTo>
                    <a:pt x="496" y="163"/>
                  </a:lnTo>
                  <a:lnTo>
                    <a:pt x="496" y="165"/>
                  </a:lnTo>
                  <a:lnTo>
                    <a:pt x="494" y="165"/>
                  </a:lnTo>
                  <a:lnTo>
                    <a:pt x="494" y="165"/>
                  </a:lnTo>
                  <a:lnTo>
                    <a:pt x="492" y="165"/>
                  </a:lnTo>
                  <a:lnTo>
                    <a:pt x="492" y="165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89" y="168"/>
                  </a:lnTo>
                  <a:lnTo>
                    <a:pt x="489" y="168"/>
                  </a:lnTo>
                  <a:lnTo>
                    <a:pt x="487" y="170"/>
                  </a:lnTo>
                  <a:lnTo>
                    <a:pt x="482" y="179"/>
                  </a:lnTo>
                  <a:lnTo>
                    <a:pt x="492" y="194"/>
                  </a:lnTo>
                  <a:lnTo>
                    <a:pt x="492" y="194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499" y="196"/>
                  </a:lnTo>
                  <a:lnTo>
                    <a:pt x="503" y="198"/>
                  </a:lnTo>
                  <a:lnTo>
                    <a:pt x="506" y="198"/>
                  </a:lnTo>
                  <a:lnTo>
                    <a:pt x="506" y="198"/>
                  </a:lnTo>
                  <a:lnTo>
                    <a:pt x="508" y="198"/>
                  </a:lnTo>
                  <a:lnTo>
                    <a:pt x="508" y="196"/>
                  </a:lnTo>
                  <a:lnTo>
                    <a:pt x="513" y="196"/>
                  </a:lnTo>
                  <a:lnTo>
                    <a:pt x="513" y="198"/>
                  </a:lnTo>
                  <a:lnTo>
                    <a:pt x="515" y="198"/>
                  </a:lnTo>
                  <a:lnTo>
                    <a:pt x="515" y="201"/>
                  </a:lnTo>
                  <a:lnTo>
                    <a:pt x="515" y="203"/>
                  </a:lnTo>
                  <a:lnTo>
                    <a:pt x="515" y="203"/>
                  </a:lnTo>
                  <a:lnTo>
                    <a:pt x="518" y="205"/>
                  </a:lnTo>
                  <a:lnTo>
                    <a:pt x="518" y="208"/>
                  </a:lnTo>
                  <a:lnTo>
                    <a:pt x="518" y="220"/>
                  </a:lnTo>
                  <a:lnTo>
                    <a:pt x="520" y="224"/>
                  </a:lnTo>
                  <a:lnTo>
                    <a:pt x="522" y="227"/>
                  </a:lnTo>
                  <a:lnTo>
                    <a:pt x="529" y="227"/>
                  </a:lnTo>
                  <a:lnTo>
                    <a:pt x="532" y="224"/>
                  </a:lnTo>
                  <a:lnTo>
                    <a:pt x="534" y="224"/>
                  </a:lnTo>
                  <a:lnTo>
                    <a:pt x="534" y="224"/>
                  </a:lnTo>
                  <a:lnTo>
                    <a:pt x="534" y="224"/>
                  </a:lnTo>
                  <a:lnTo>
                    <a:pt x="537" y="224"/>
                  </a:lnTo>
                  <a:lnTo>
                    <a:pt x="541" y="224"/>
                  </a:lnTo>
                  <a:lnTo>
                    <a:pt x="548" y="220"/>
                  </a:lnTo>
                  <a:lnTo>
                    <a:pt x="551" y="220"/>
                  </a:lnTo>
                  <a:lnTo>
                    <a:pt x="555" y="220"/>
                  </a:lnTo>
                  <a:lnTo>
                    <a:pt x="558" y="220"/>
                  </a:lnTo>
                  <a:lnTo>
                    <a:pt x="560" y="220"/>
                  </a:lnTo>
                  <a:lnTo>
                    <a:pt x="563" y="220"/>
                  </a:lnTo>
                  <a:lnTo>
                    <a:pt x="572" y="215"/>
                  </a:lnTo>
                  <a:lnTo>
                    <a:pt x="577" y="213"/>
                  </a:lnTo>
                  <a:lnTo>
                    <a:pt x="579" y="208"/>
                  </a:lnTo>
                  <a:close/>
                  <a:moveTo>
                    <a:pt x="503" y="224"/>
                  </a:moveTo>
                  <a:lnTo>
                    <a:pt x="501" y="222"/>
                  </a:lnTo>
                  <a:lnTo>
                    <a:pt x="499" y="224"/>
                  </a:lnTo>
                  <a:lnTo>
                    <a:pt x="496" y="224"/>
                  </a:lnTo>
                  <a:lnTo>
                    <a:pt x="492" y="227"/>
                  </a:lnTo>
                  <a:lnTo>
                    <a:pt x="487" y="229"/>
                  </a:lnTo>
                  <a:lnTo>
                    <a:pt x="485" y="231"/>
                  </a:lnTo>
                  <a:lnTo>
                    <a:pt x="485" y="234"/>
                  </a:lnTo>
                  <a:lnTo>
                    <a:pt x="487" y="236"/>
                  </a:lnTo>
                  <a:lnTo>
                    <a:pt x="489" y="236"/>
                  </a:lnTo>
                  <a:lnTo>
                    <a:pt x="494" y="234"/>
                  </a:lnTo>
                  <a:lnTo>
                    <a:pt x="494" y="234"/>
                  </a:lnTo>
                  <a:lnTo>
                    <a:pt x="501" y="234"/>
                  </a:lnTo>
                  <a:lnTo>
                    <a:pt x="503" y="234"/>
                  </a:lnTo>
                  <a:lnTo>
                    <a:pt x="506" y="231"/>
                  </a:lnTo>
                  <a:lnTo>
                    <a:pt x="503" y="231"/>
                  </a:lnTo>
                  <a:lnTo>
                    <a:pt x="503" y="224"/>
                  </a:lnTo>
                  <a:close/>
                  <a:moveTo>
                    <a:pt x="733" y="362"/>
                  </a:moveTo>
                  <a:lnTo>
                    <a:pt x="726" y="359"/>
                  </a:lnTo>
                  <a:lnTo>
                    <a:pt x="721" y="355"/>
                  </a:lnTo>
                  <a:lnTo>
                    <a:pt x="721" y="352"/>
                  </a:lnTo>
                  <a:lnTo>
                    <a:pt x="719" y="345"/>
                  </a:lnTo>
                  <a:lnTo>
                    <a:pt x="719" y="343"/>
                  </a:lnTo>
                  <a:lnTo>
                    <a:pt x="716" y="340"/>
                  </a:lnTo>
                  <a:lnTo>
                    <a:pt x="714" y="340"/>
                  </a:lnTo>
                  <a:lnTo>
                    <a:pt x="707" y="343"/>
                  </a:lnTo>
                  <a:lnTo>
                    <a:pt x="707" y="340"/>
                  </a:lnTo>
                  <a:lnTo>
                    <a:pt x="705" y="338"/>
                  </a:lnTo>
                  <a:lnTo>
                    <a:pt x="705" y="329"/>
                  </a:lnTo>
                  <a:lnTo>
                    <a:pt x="705" y="324"/>
                  </a:lnTo>
                  <a:lnTo>
                    <a:pt x="705" y="321"/>
                  </a:lnTo>
                  <a:lnTo>
                    <a:pt x="693" y="310"/>
                  </a:lnTo>
                  <a:lnTo>
                    <a:pt x="688" y="307"/>
                  </a:lnTo>
                  <a:lnTo>
                    <a:pt x="669" y="298"/>
                  </a:lnTo>
                  <a:lnTo>
                    <a:pt x="655" y="293"/>
                  </a:lnTo>
                  <a:lnTo>
                    <a:pt x="648" y="291"/>
                  </a:lnTo>
                  <a:lnTo>
                    <a:pt x="643" y="288"/>
                  </a:lnTo>
                  <a:lnTo>
                    <a:pt x="641" y="286"/>
                  </a:lnTo>
                  <a:lnTo>
                    <a:pt x="641" y="288"/>
                  </a:lnTo>
                  <a:lnTo>
                    <a:pt x="638" y="288"/>
                  </a:lnTo>
                  <a:lnTo>
                    <a:pt x="636" y="288"/>
                  </a:lnTo>
                  <a:lnTo>
                    <a:pt x="636" y="288"/>
                  </a:lnTo>
                  <a:lnTo>
                    <a:pt x="634" y="286"/>
                  </a:lnTo>
                  <a:lnTo>
                    <a:pt x="631" y="286"/>
                  </a:lnTo>
                  <a:lnTo>
                    <a:pt x="629" y="284"/>
                  </a:lnTo>
                  <a:lnTo>
                    <a:pt x="626" y="281"/>
                  </a:lnTo>
                  <a:lnTo>
                    <a:pt x="617" y="279"/>
                  </a:lnTo>
                  <a:lnTo>
                    <a:pt x="617" y="276"/>
                  </a:lnTo>
                  <a:lnTo>
                    <a:pt x="617" y="276"/>
                  </a:lnTo>
                  <a:lnTo>
                    <a:pt x="617" y="274"/>
                  </a:lnTo>
                  <a:lnTo>
                    <a:pt x="617" y="274"/>
                  </a:lnTo>
                  <a:lnTo>
                    <a:pt x="615" y="274"/>
                  </a:lnTo>
                  <a:lnTo>
                    <a:pt x="612" y="272"/>
                  </a:lnTo>
                  <a:lnTo>
                    <a:pt x="603" y="269"/>
                  </a:lnTo>
                  <a:lnTo>
                    <a:pt x="598" y="269"/>
                  </a:lnTo>
                  <a:lnTo>
                    <a:pt x="596" y="272"/>
                  </a:lnTo>
                  <a:lnTo>
                    <a:pt x="593" y="276"/>
                  </a:lnTo>
                  <a:lnTo>
                    <a:pt x="593" y="281"/>
                  </a:lnTo>
                  <a:lnTo>
                    <a:pt x="593" y="286"/>
                  </a:lnTo>
                  <a:lnTo>
                    <a:pt x="596" y="291"/>
                  </a:lnTo>
                  <a:lnTo>
                    <a:pt x="603" y="300"/>
                  </a:lnTo>
                  <a:lnTo>
                    <a:pt x="605" y="300"/>
                  </a:lnTo>
                  <a:lnTo>
                    <a:pt x="605" y="302"/>
                  </a:lnTo>
                  <a:lnTo>
                    <a:pt x="605" y="305"/>
                  </a:lnTo>
                  <a:lnTo>
                    <a:pt x="605" y="307"/>
                  </a:lnTo>
                  <a:lnTo>
                    <a:pt x="600" y="310"/>
                  </a:lnTo>
                  <a:lnTo>
                    <a:pt x="598" y="310"/>
                  </a:lnTo>
                  <a:lnTo>
                    <a:pt x="593" y="319"/>
                  </a:lnTo>
                  <a:lnTo>
                    <a:pt x="593" y="319"/>
                  </a:lnTo>
                  <a:lnTo>
                    <a:pt x="589" y="324"/>
                  </a:lnTo>
                  <a:lnTo>
                    <a:pt x="584" y="326"/>
                  </a:lnTo>
                  <a:lnTo>
                    <a:pt x="582" y="329"/>
                  </a:lnTo>
                  <a:lnTo>
                    <a:pt x="582" y="331"/>
                  </a:lnTo>
                  <a:lnTo>
                    <a:pt x="579" y="331"/>
                  </a:lnTo>
                  <a:lnTo>
                    <a:pt x="577" y="333"/>
                  </a:lnTo>
                  <a:lnTo>
                    <a:pt x="574" y="336"/>
                  </a:lnTo>
                  <a:lnTo>
                    <a:pt x="572" y="340"/>
                  </a:lnTo>
                  <a:lnTo>
                    <a:pt x="574" y="345"/>
                  </a:lnTo>
                  <a:lnTo>
                    <a:pt x="577" y="350"/>
                  </a:lnTo>
                  <a:lnTo>
                    <a:pt x="579" y="352"/>
                  </a:lnTo>
                  <a:lnTo>
                    <a:pt x="584" y="357"/>
                  </a:lnTo>
                  <a:lnTo>
                    <a:pt x="584" y="362"/>
                  </a:lnTo>
                  <a:lnTo>
                    <a:pt x="584" y="364"/>
                  </a:lnTo>
                  <a:lnTo>
                    <a:pt x="586" y="366"/>
                  </a:lnTo>
                  <a:lnTo>
                    <a:pt x="586" y="369"/>
                  </a:lnTo>
                  <a:lnTo>
                    <a:pt x="586" y="371"/>
                  </a:lnTo>
                  <a:lnTo>
                    <a:pt x="589" y="376"/>
                  </a:lnTo>
                  <a:lnTo>
                    <a:pt x="589" y="376"/>
                  </a:lnTo>
                  <a:lnTo>
                    <a:pt x="591" y="376"/>
                  </a:lnTo>
                  <a:lnTo>
                    <a:pt x="591" y="376"/>
                  </a:lnTo>
                  <a:lnTo>
                    <a:pt x="591" y="376"/>
                  </a:lnTo>
                  <a:lnTo>
                    <a:pt x="591" y="378"/>
                  </a:lnTo>
                  <a:lnTo>
                    <a:pt x="591" y="378"/>
                  </a:lnTo>
                  <a:lnTo>
                    <a:pt x="593" y="390"/>
                  </a:lnTo>
                  <a:lnTo>
                    <a:pt x="596" y="392"/>
                  </a:lnTo>
                  <a:lnTo>
                    <a:pt x="596" y="395"/>
                  </a:lnTo>
                  <a:lnTo>
                    <a:pt x="596" y="395"/>
                  </a:lnTo>
                  <a:lnTo>
                    <a:pt x="593" y="418"/>
                  </a:lnTo>
                  <a:lnTo>
                    <a:pt x="593" y="428"/>
                  </a:lnTo>
                  <a:lnTo>
                    <a:pt x="593" y="433"/>
                  </a:lnTo>
                  <a:lnTo>
                    <a:pt x="596" y="433"/>
                  </a:lnTo>
                  <a:lnTo>
                    <a:pt x="596" y="433"/>
                  </a:lnTo>
                  <a:lnTo>
                    <a:pt x="596" y="435"/>
                  </a:lnTo>
                  <a:lnTo>
                    <a:pt x="598" y="437"/>
                  </a:lnTo>
                  <a:lnTo>
                    <a:pt x="598" y="437"/>
                  </a:lnTo>
                  <a:lnTo>
                    <a:pt x="598" y="440"/>
                  </a:lnTo>
                  <a:lnTo>
                    <a:pt x="603" y="437"/>
                  </a:lnTo>
                  <a:lnTo>
                    <a:pt x="608" y="440"/>
                  </a:lnTo>
                  <a:lnTo>
                    <a:pt x="615" y="442"/>
                  </a:lnTo>
                  <a:lnTo>
                    <a:pt x="619" y="445"/>
                  </a:lnTo>
                  <a:lnTo>
                    <a:pt x="622" y="447"/>
                  </a:lnTo>
                  <a:lnTo>
                    <a:pt x="624" y="452"/>
                  </a:lnTo>
                  <a:lnTo>
                    <a:pt x="624" y="452"/>
                  </a:lnTo>
                  <a:lnTo>
                    <a:pt x="626" y="452"/>
                  </a:lnTo>
                  <a:lnTo>
                    <a:pt x="629" y="449"/>
                  </a:lnTo>
                  <a:lnTo>
                    <a:pt x="631" y="449"/>
                  </a:lnTo>
                  <a:lnTo>
                    <a:pt x="631" y="447"/>
                  </a:lnTo>
                  <a:lnTo>
                    <a:pt x="638" y="440"/>
                  </a:lnTo>
                  <a:lnTo>
                    <a:pt x="641" y="433"/>
                  </a:lnTo>
                  <a:lnTo>
                    <a:pt x="641" y="430"/>
                  </a:lnTo>
                  <a:lnTo>
                    <a:pt x="648" y="423"/>
                  </a:lnTo>
                  <a:lnTo>
                    <a:pt x="650" y="423"/>
                  </a:lnTo>
                  <a:lnTo>
                    <a:pt x="657" y="421"/>
                  </a:lnTo>
                  <a:lnTo>
                    <a:pt x="657" y="418"/>
                  </a:lnTo>
                  <a:lnTo>
                    <a:pt x="662" y="416"/>
                  </a:lnTo>
                  <a:lnTo>
                    <a:pt x="664" y="414"/>
                  </a:lnTo>
                  <a:lnTo>
                    <a:pt x="667" y="414"/>
                  </a:lnTo>
                  <a:lnTo>
                    <a:pt x="667" y="414"/>
                  </a:lnTo>
                  <a:lnTo>
                    <a:pt x="671" y="409"/>
                  </a:lnTo>
                  <a:lnTo>
                    <a:pt x="676" y="407"/>
                  </a:lnTo>
                  <a:lnTo>
                    <a:pt x="676" y="404"/>
                  </a:lnTo>
                  <a:lnTo>
                    <a:pt x="678" y="404"/>
                  </a:lnTo>
                  <a:lnTo>
                    <a:pt x="690" y="404"/>
                  </a:lnTo>
                  <a:lnTo>
                    <a:pt x="693" y="404"/>
                  </a:lnTo>
                  <a:lnTo>
                    <a:pt x="702" y="402"/>
                  </a:lnTo>
                  <a:lnTo>
                    <a:pt x="707" y="400"/>
                  </a:lnTo>
                  <a:lnTo>
                    <a:pt x="709" y="400"/>
                  </a:lnTo>
                  <a:lnTo>
                    <a:pt x="712" y="397"/>
                  </a:lnTo>
                  <a:lnTo>
                    <a:pt x="714" y="397"/>
                  </a:lnTo>
                  <a:lnTo>
                    <a:pt x="728" y="388"/>
                  </a:lnTo>
                  <a:lnTo>
                    <a:pt x="728" y="385"/>
                  </a:lnTo>
                  <a:lnTo>
                    <a:pt x="740" y="381"/>
                  </a:lnTo>
                  <a:lnTo>
                    <a:pt x="740" y="378"/>
                  </a:lnTo>
                  <a:lnTo>
                    <a:pt x="742" y="374"/>
                  </a:lnTo>
                  <a:lnTo>
                    <a:pt x="742" y="371"/>
                  </a:lnTo>
                  <a:lnTo>
                    <a:pt x="745" y="369"/>
                  </a:lnTo>
                  <a:lnTo>
                    <a:pt x="733" y="362"/>
                  </a:lnTo>
                  <a:close/>
                  <a:moveTo>
                    <a:pt x="482" y="146"/>
                  </a:moveTo>
                  <a:lnTo>
                    <a:pt x="477" y="146"/>
                  </a:lnTo>
                  <a:lnTo>
                    <a:pt x="475" y="146"/>
                  </a:lnTo>
                  <a:lnTo>
                    <a:pt x="475" y="146"/>
                  </a:lnTo>
                  <a:lnTo>
                    <a:pt x="473" y="146"/>
                  </a:lnTo>
                  <a:lnTo>
                    <a:pt x="473" y="146"/>
                  </a:lnTo>
                  <a:lnTo>
                    <a:pt x="473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59" y="146"/>
                  </a:lnTo>
                  <a:lnTo>
                    <a:pt x="456" y="146"/>
                  </a:lnTo>
                  <a:lnTo>
                    <a:pt x="454" y="146"/>
                  </a:lnTo>
                  <a:lnTo>
                    <a:pt x="449" y="142"/>
                  </a:lnTo>
                  <a:lnTo>
                    <a:pt x="447" y="142"/>
                  </a:lnTo>
                  <a:lnTo>
                    <a:pt x="447" y="142"/>
                  </a:lnTo>
                  <a:lnTo>
                    <a:pt x="447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0" y="144"/>
                  </a:lnTo>
                  <a:lnTo>
                    <a:pt x="437" y="142"/>
                  </a:lnTo>
                  <a:lnTo>
                    <a:pt x="418" y="142"/>
                  </a:lnTo>
                  <a:lnTo>
                    <a:pt x="418" y="142"/>
                  </a:lnTo>
                  <a:lnTo>
                    <a:pt x="416" y="139"/>
                  </a:lnTo>
                  <a:lnTo>
                    <a:pt x="414" y="139"/>
                  </a:lnTo>
                  <a:lnTo>
                    <a:pt x="414" y="139"/>
                  </a:lnTo>
                  <a:lnTo>
                    <a:pt x="411" y="139"/>
                  </a:lnTo>
                  <a:lnTo>
                    <a:pt x="411" y="139"/>
                  </a:lnTo>
                  <a:lnTo>
                    <a:pt x="409" y="139"/>
                  </a:lnTo>
                  <a:lnTo>
                    <a:pt x="409" y="139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4" y="146"/>
                  </a:lnTo>
                  <a:lnTo>
                    <a:pt x="404" y="149"/>
                  </a:lnTo>
                  <a:lnTo>
                    <a:pt x="402" y="151"/>
                  </a:lnTo>
                  <a:lnTo>
                    <a:pt x="402" y="153"/>
                  </a:lnTo>
                  <a:lnTo>
                    <a:pt x="402" y="156"/>
                  </a:lnTo>
                  <a:lnTo>
                    <a:pt x="404" y="156"/>
                  </a:lnTo>
                  <a:lnTo>
                    <a:pt x="406" y="158"/>
                  </a:lnTo>
                  <a:lnTo>
                    <a:pt x="409" y="158"/>
                  </a:lnTo>
                  <a:lnTo>
                    <a:pt x="411" y="156"/>
                  </a:lnTo>
                  <a:lnTo>
                    <a:pt x="414" y="156"/>
                  </a:lnTo>
                  <a:lnTo>
                    <a:pt x="423" y="156"/>
                  </a:lnTo>
                  <a:lnTo>
                    <a:pt x="435" y="156"/>
                  </a:lnTo>
                  <a:lnTo>
                    <a:pt x="437" y="156"/>
                  </a:lnTo>
                  <a:lnTo>
                    <a:pt x="449" y="160"/>
                  </a:lnTo>
                  <a:lnTo>
                    <a:pt x="456" y="163"/>
                  </a:lnTo>
                  <a:lnTo>
                    <a:pt x="461" y="163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7" y="156"/>
                  </a:lnTo>
                  <a:lnTo>
                    <a:pt x="480" y="153"/>
                  </a:lnTo>
                  <a:lnTo>
                    <a:pt x="482" y="146"/>
                  </a:lnTo>
                  <a:lnTo>
                    <a:pt x="482" y="146"/>
                  </a:lnTo>
                  <a:close/>
                  <a:moveTo>
                    <a:pt x="130" y="11"/>
                  </a:moveTo>
                  <a:lnTo>
                    <a:pt x="127" y="11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27" y="7"/>
                  </a:lnTo>
                  <a:lnTo>
                    <a:pt x="125" y="7"/>
                  </a:lnTo>
                  <a:lnTo>
                    <a:pt x="123" y="4"/>
                  </a:lnTo>
                  <a:lnTo>
                    <a:pt x="120" y="2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6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1" y="2"/>
                  </a:lnTo>
                  <a:lnTo>
                    <a:pt x="101" y="4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7" y="2"/>
                  </a:lnTo>
                  <a:lnTo>
                    <a:pt x="94" y="2"/>
                  </a:lnTo>
                  <a:lnTo>
                    <a:pt x="92" y="2"/>
                  </a:lnTo>
                  <a:lnTo>
                    <a:pt x="90" y="2"/>
                  </a:lnTo>
                  <a:lnTo>
                    <a:pt x="82" y="7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6"/>
                  </a:lnTo>
                  <a:lnTo>
                    <a:pt x="68" y="16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64" y="30"/>
                  </a:lnTo>
                  <a:lnTo>
                    <a:pt x="64" y="33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8" y="35"/>
                  </a:lnTo>
                  <a:lnTo>
                    <a:pt x="71" y="37"/>
                  </a:lnTo>
                  <a:lnTo>
                    <a:pt x="73" y="37"/>
                  </a:lnTo>
                  <a:lnTo>
                    <a:pt x="75" y="40"/>
                  </a:lnTo>
                  <a:lnTo>
                    <a:pt x="78" y="40"/>
                  </a:lnTo>
                  <a:lnTo>
                    <a:pt x="80" y="40"/>
                  </a:lnTo>
                  <a:lnTo>
                    <a:pt x="82" y="42"/>
                  </a:lnTo>
                  <a:lnTo>
                    <a:pt x="87" y="47"/>
                  </a:lnTo>
                  <a:lnTo>
                    <a:pt x="87" y="47"/>
                  </a:lnTo>
                  <a:lnTo>
                    <a:pt x="90" y="47"/>
                  </a:lnTo>
                  <a:lnTo>
                    <a:pt x="92" y="47"/>
                  </a:lnTo>
                  <a:lnTo>
                    <a:pt x="99" y="47"/>
                  </a:lnTo>
                  <a:lnTo>
                    <a:pt x="104" y="49"/>
                  </a:lnTo>
                  <a:lnTo>
                    <a:pt x="108" y="52"/>
                  </a:lnTo>
                  <a:lnTo>
                    <a:pt x="116" y="47"/>
                  </a:lnTo>
                  <a:lnTo>
                    <a:pt x="123" y="40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5" y="37"/>
                  </a:lnTo>
                  <a:lnTo>
                    <a:pt x="125" y="35"/>
                  </a:lnTo>
                  <a:lnTo>
                    <a:pt x="125" y="33"/>
                  </a:lnTo>
                  <a:lnTo>
                    <a:pt x="125" y="30"/>
                  </a:lnTo>
                  <a:lnTo>
                    <a:pt x="123" y="28"/>
                  </a:lnTo>
                  <a:lnTo>
                    <a:pt x="127" y="21"/>
                  </a:lnTo>
                  <a:lnTo>
                    <a:pt x="130" y="14"/>
                  </a:lnTo>
                  <a:lnTo>
                    <a:pt x="130" y="14"/>
                  </a:lnTo>
                  <a:lnTo>
                    <a:pt x="130" y="11"/>
                  </a:lnTo>
                  <a:close/>
                  <a:moveTo>
                    <a:pt x="21" y="30"/>
                  </a:moveTo>
                  <a:lnTo>
                    <a:pt x="19" y="33"/>
                  </a:lnTo>
                  <a:lnTo>
                    <a:pt x="19" y="3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1" y="40"/>
                  </a:lnTo>
                  <a:lnTo>
                    <a:pt x="11" y="42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7" y="61"/>
                  </a:lnTo>
                  <a:lnTo>
                    <a:pt x="7" y="59"/>
                  </a:lnTo>
                  <a:lnTo>
                    <a:pt x="9" y="56"/>
                  </a:lnTo>
                  <a:lnTo>
                    <a:pt x="9" y="54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2"/>
                  </a:lnTo>
                  <a:lnTo>
                    <a:pt x="23" y="37"/>
                  </a:lnTo>
                  <a:lnTo>
                    <a:pt x="26" y="35"/>
                  </a:lnTo>
                  <a:lnTo>
                    <a:pt x="28" y="33"/>
                  </a:lnTo>
                  <a:lnTo>
                    <a:pt x="26" y="30"/>
                  </a:lnTo>
                  <a:lnTo>
                    <a:pt x="21" y="30"/>
                  </a:lnTo>
                  <a:close/>
                  <a:moveTo>
                    <a:pt x="347" y="120"/>
                  </a:moveTo>
                  <a:lnTo>
                    <a:pt x="347" y="118"/>
                  </a:lnTo>
                  <a:lnTo>
                    <a:pt x="347" y="116"/>
                  </a:lnTo>
                  <a:lnTo>
                    <a:pt x="347" y="113"/>
                  </a:lnTo>
                  <a:lnTo>
                    <a:pt x="345" y="113"/>
                  </a:lnTo>
                  <a:lnTo>
                    <a:pt x="343" y="113"/>
                  </a:lnTo>
                  <a:lnTo>
                    <a:pt x="343" y="111"/>
                  </a:lnTo>
                  <a:lnTo>
                    <a:pt x="343" y="108"/>
                  </a:lnTo>
                  <a:lnTo>
                    <a:pt x="345" y="106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40" y="111"/>
                  </a:lnTo>
                  <a:lnTo>
                    <a:pt x="338" y="111"/>
                  </a:lnTo>
                  <a:lnTo>
                    <a:pt x="336" y="111"/>
                  </a:lnTo>
                  <a:lnTo>
                    <a:pt x="336" y="111"/>
                  </a:lnTo>
                  <a:lnTo>
                    <a:pt x="336" y="111"/>
                  </a:lnTo>
                  <a:lnTo>
                    <a:pt x="331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6" y="99"/>
                  </a:lnTo>
                  <a:lnTo>
                    <a:pt x="326" y="99"/>
                  </a:lnTo>
                  <a:lnTo>
                    <a:pt x="326" y="99"/>
                  </a:lnTo>
                  <a:lnTo>
                    <a:pt x="328" y="99"/>
                  </a:lnTo>
                  <a:lnTo>
                    <a:pt x="328" y="97"/>
                  </a:lnTo>
                  <a:lnTo>
                    <a:pt x="328" y="94"/>
                  </a:lnTo>
                  <a:lnTo>
                    <a:pt x="326" y="94"/>
                  </a:lnTo>
                  <a:lnTo>
                    <a:pt x="324" y="92"/>
                  </a:lnTo>
                  <a:lnTo>
                    <a:pt x="321" y="87"/>
                  </a:lnTo>
                  <a:lnTo>
                    <a:pt x="319" y="85"/>
                  </a:lnTo>
                  <a:lnTo>
                    <a:pt x="319" y="82"/>
                  </a:lnTo>
                  <a:lnTo>
                    <a:pt x="317" y="80"/>
                  </a:lnTo>
                  <a:lnTo>
                    <a:pt x="314" y="78"/>
                  </a:lnTo>
                  <a:lnTo>
                    <a:pt x="314" y="75"/>
                  </a:lnTo>
                  <a:lnTo>
                    <a:pt x="312" y="75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2" y="75"/>
                  </a:lnTo>
                  <a:lnTo>
                    <a:pt x="300" y="78"/>
                  </a:lnTo>
                  <a:lnTo>
                    <a:pt x="298" y="80"/>
                  </a:lnTo>
                  <a:lnTo>
                    <a:pt x="298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1" y="85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9"/>
                  </a:lnTo>
                  <a:lnTo>
                    <a:pt x="288" y="89"/>
                  </a:lnTo>
                  <a:lnTo>
                    <a:pt x="286" y="89"/>
                  </a:lnTo>
                  <a:lnTo>
                    <a:pt x="283" y="89"/>
                  </a:lnTo>
                  <a:lnTo>
                    <a:pt x="276" y="87"/>
                  </a:lnTo>
                  <a:lnTo>
                    <a:pt x="274" y="89"/>
                  </a:lnTo>
                  <a:lnTo>
                    <a:pt x="272" y="89"/>
                  </a:lnTo>
                  <a:lnTo>
                    <a:pt x="269" y="92"/>
                  </a:lnTo>
                  <a:lnTo>
                    <a:pt x="274" y="97"/>
                  </a:lnTo>
                  <a:lnTo>
                    <a:pt x="274" y="99"/>
                  </a:lnTo>
                  <a:lnTo>
                    <a:pt x="272" y="101"/>
                  </a:lnTo>
                  <a:lnTo>
                    <a:pt x="274" y="104"/>
                  </a:lnTo>
                  <a:lnTo>
                    <a:pt x="276" y="106"/>
                  </a:lnTo>
                  <a:lnTo>
                    <a:pt x="279" y="106"/>
                  </a:lnTo>
                  <a:lnTo>
                    <a:pt x="279" y="108"/>
                  </a:lnTo>
                  <a:lnTo>
                    <a:pt x="281" y="113"/>
                  </a:lnTo>
                  <a:lnTo>
                    <a:pt x="283" y="116"/>
                  </a:lnTo>
                  <a:lnTo>
                    <a:pt x="286" y="118"/>
                  </a:lnTo>
                  <a:lnTo>
                    <a:pt x="288" y="118"/>
                  </a:lnTo>
                  <a:lnTo>
                    <a:pt x="288" y="118"/>
                  </a:lnTo>
                  <a:lnTo>
                    <a:pt x="288" y="120"/>
                  </a:lnTo>
                  <a:lnTo>
                    <a:pt x="291" y="130"/>
                  </a:lnTo>
                  <a:lnTo>
                    <a:pt x="293" y="130"/>
                  </a:lnTo>
                  <a:lnTo>
                    <a:pt x="293" y="130"/>
                  </a:lnTo>
                  <a:lnTo>
                    <a:pt x="293" y="130"/>
                  </a:lnTo>
                  <a:lnTo>
                    <a:pt x="295" y="130"/>
                  </a:lnTo>
                  <a:lnTo>
                    <a:pt x="298" y="127"/>
                  </a:lnTo>
                  <a:lnTo>
                    <a:pt x="302" y="127"/>
                  </a:lnTo>
                  <a:lnTo>
                    <a:pt x="307" y="127"/>
                  </a:lnTo>
                  <a:lnTo>
                    <a:pt x="309" y="127"/>
                  </a:lnTo>
                  <a:lnTo>
                    <a:pt x="309" y="123"/>
                  </a:lnTo>
                  <a:lnTo>
                    <a:pt x="307" y="123"/>
                  </a:lnTo>
                  <a:lnTo>
                    <a:pt x="305" y="120"/>
                  </a:lnTo>
                  <a:lnTo>
                    <a:pt x="302" y="118"/>
                  </a:lnTo>
                  <a:lnTo>
                    <a:pt x="305" y="118"/>
                  </a:lnTo>
                  <a:lnTo>
                    <a:pt x="307" y="120"/>
                  </a:lnTo>
                  <a:lnTo>
                    <a:pt x="309" y="120"/>
                  </a:lnTo>
                  <a:lnTo>
                    <a:pt x="307" y="116"/>
                  </a:lnTo>
                  <a:lnTo>
                    <a:pt x="309" y="118"/>
                  </a:lnTo>
                  <a:lnTo>
                    <a:pt x="312" y="118"/>
                  </a:lnTo>
                  <a:lnTo>
                    <a:pt x="312" y="116"/>
                  </a:lnTo>
                  <a:lnTo>
                    <a:pt x="312" y="116"/>
                  </a:lnTo>
                  <a:lnTo>
                    <a:pt x="314" y="118"/>
                  </a:lnTo>
                  <a:lnTo>
                    <a:pt x="314" y="118"/>
                  </a:lnTo>
                  <a:lnTo>
                    <a:pt x="314" y="120"/>
                  </a:lnTo>
                  <a:lnTo>
                    <a:pt x="314" y="120"/>
                  </a:lnTo>
                  <a:lnTo>
                    <a:pt x="312" y="120"/>
                  </a:lnTo>
                  <a:lnTo>
                    <a:pt x="312" y="123"/>
                  </a:lnTo>
                  <a:lnTo>
                    <a:pt x="312" y="125"/>
                  </a:lnTo>
                  <a:lnTo>
                    <a:pt x="314" y="125"/>
                  </a:lnTo>
                  <a:lnTo>
                    <a:pt x="317" y="125"/>
                  </a:lnTo>
                  <a:lnTo>
                    <a:pt x="319" y="123"/>
                  </a:lnTo>
                  <a:lnTo>
                    <a:pt x="321" y="125"/>
                  </a:lnTo>
                  <a:lnTo>
                    <a:pt x="324" y="125"/>
                  </a:lnTo>
                  <a:lnTo>
                    <a:pt x="324" y="127"/>
                  </a:lnTo>
                  <a:lnTo>
                    <a:pt x="324" y="127"/>
                  </a:lnTo>
                  <a:lnTo>
                    <a:pt x="326" y="130"/>
                  </a:lnTo>
                  <a:lnTo>
                    <a:pt x="328" y="132"/>
                  </a:lnTo>
                  <a:lnTo>
                    <a:pt x="331" y="132"/>
                  </a:lnTo>
                  <a:lnTo>
                    <a:pt x="333" y="134"/>
                  </a:lnTo>
                  <a:lnTo>
                    <a:pt x="336" y="134"/>
                  </a:lnTo>
                  <a:lnTo>
                    <a:pt x="338" y="132"/>
                  </a:lnTo>
                  <a:lnTo>
                    <a:pt x="340" y="132"/>
                  </a:lnTo>
                  <a:lnTo>
                    <a:pt x="345" y="130"/>
                  </a:lnTo>
                  <a:lnTo>
                    <a:pt x="347" y="134"/>
                  </a:lnTo>
                  <a:lnTo>
                    <a:pt x="347" y="132"/>
                  </a:lnTo>
                  <a:lnTo>
                    <a:pt x="354" y="127"/>
                  </a:lnTo>
                  <a:lnTo>
                    <a:pt x="354" y="125"/>
                  </a:lnTo>
                  <a:lnTo>
                    <a:pt x="347" y="120"/>
                  </a:lnTo>
                  <a:close/>
                  <a:moveTo>
                    <a:pt x="466" y="187"/>
                  </a:moveTo>
                  <a:lnTo>
                    <a:pt x="463" y="187"/>
                  </a:lnTo>
                  <a:lnTo>
                    <a:pt x="461" y="187"/>
                  </a:lnTo>
                  <a:lnTo>
                    <a:pt x="454" y="179"/>
                  </a:lnTo>
                  <a:lnTo>
                    <a:pt x="440" y="179"/>
                  </a:lnTo>
                  <a:lnTo>
                    <a:pt x="435" y="182"/>
                  </a:lnTo>
                  <a:lnTo>
                    <a:pt x="437" y="187"/>
                  </a:lnTo>
                  <a:lnTo>
                    <a:pt x="442" y="189"/>
                  </a:lnTo>
                  <a:lnTo>
                    <a:pt x="444" y="191"/>
                  </a:lnTo>
                  <a:lnTo>
                    <a:pt x="444" y="194"/>
                  </a:lnTo>
                  <a:lnTo>
                    <a:pt x="444" y="196"/>
                  </a:lnTo>
                  <a:lnTo>
                    <a:pt x="444" y="201"/>
                  </a:lnTo>
                  <a:lnTo>
                    <a:pt x="447" y="203"/>
                  </a:lnTo>
                  <a:lnTo>
                    <a:pt x="449" y="205"/>
                  </a:lnTo>
                  <a:lnTo>
                    <a:pt x="454" y="205"/>
                  </a:lnTo>
                  <a:lnTo>
                    <a:pt x="461" y="203"/>
                  </a:lnTo>
                  <a:lnTo>
                    <a:pt x="466" y="201"/>
                  </a:lnTo>
                  <a:lnTo>
                    <a:pt x="468" y="196"/>
                  </a:lnTo>
                  <a:lnTo>
                    <a:pt x="470" y="194"/>
                  </a:lnTo>
                  <a:lnTo>
                    <a:pt x="470" y="191"/>
                  </a:lnTo>
                  <a:lnTo>
                    <a:pt x="468" y="191"/>
                  </a:lnTo>
                  <a:lnTo>
                    <a:pt x="466" y="1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4" name="Freeform 45">
              <a:extLst>
                <a:ext uri="{FF2B5EF4-FFF2-40B4-BE49-F238E27FC236}">
                  <a16:creationId xmlns:a16="http://schemas.microsoft.com/office/drawing/2014/main" id="{B054B9B5-A19E-458F-96AE-C73CA9CCF8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17622" y="3348755"/>
              <a:ext cx="518293" cy="522069"/>
            </a:xfrm>
            <a:custGeom>
              <a:avLst/>
              <a:gdLst>
                <a:gd name="T0" fmla="*/ 504 w 549"/>
                <a:gd name="T1" fmla="*/ 480 h 553"/>
                <a:gd name="T2" fmla="*/ 544 w 549"/>
                <a:gd name="T3" fmla="*/ 326 h 553"/>
                <a:gd name="T4" fmla="*/ 521 w 549"/>
                <a:gd name="T5" fmla="*/ 324 h 553"/>
                <a:gd name="T6" fmla="*/ 511 w 549"/>
                <a:gd name="T7" fmla="*/ 310 h 553"/>
                <a:gd name="T8" fmla="*/ 502 w 549"/>
                <a:gd name="T9" fmla="*/ 284 h 553"/>
                <a:gd name="T10" fmla="*/ 490 w 549"/>
                <a:gd name="T11" fmla="*/ 269 h 553"/>
                <a:gd name="T12" fmla="*/ 476 w 549"/>
                <a:gd name="T13" fmla="*/ 255 h 553"/>
                <a:gd name="T14" fmla="*/ 471 w 549"/>
                <a:gd name="T15" fmla="*/ 241 h 553"/>
                <a:gd name="T16" fmla="*/ 450 w 549"/>
                <a:gd name="T17" fmla="*/ 213 h 553"/>
                <a:gd name="T18" fmla="*/ 419 w 549"/>
                <a:gd name="T19" fmla="*/ 191 h 553"/>
                <a:gd name="T20" fmla="*/ 407 w 549"/>
                <a:gd name="T21" fmla="*/ 182 h 553"/>
                <a:gd name="T22" fmla="*/ 393 w 549"/>
                <a:gd name="T23" fmla="*/ 158 h 553"/>
                <a:gd name="T24" fmla="*/ 357 w 549"/>
                <a:gd name="T25" fmla="*/ 132 h 553"/>
                <a:gd name="T26" fmla="*/ 327 w 549"/>
                <a:gd name="T27" fmla="*/ 111 h 553"/>
                <a:gd name="T28" fmla="*/ 308 w 549"/>
                <a:gd name="T29" fmla="*/ 94 h 553"/>
                <a:gd name="T30" fmla="*/ 267 w 549"/>
                <a:gd name="T31" fmla="*/ 59 h 553"/>
                <a:gd name="T32" fmla="*/ 234 w 549"/>
                <a:gd name="T33" fmla="*/ 33 h 553"/>
                <a:gd name="T34" fmla="*/ 244 w 549"/>
                <a:gd name="T35" fmla="*/ 14 h 553"/>
                <a:gd name="T36" fmla="*/ 239 w 549"/>
                <a:gd name="T37" fmla="*/ 2 h 553"/>
                <a:gd name="T38" fmla="*/ 140 w 549"/>
                <a:gd name="T39" fmla="*/ 19 h 553"/>
                <a:gd name="T40" fmla="*/ 26 w 549"/>
                <a:gd name="T41" fmla="*/ 33 h 553"/>
                <a:gd name="T42" fmla="*/ 17 w 549"/>
                <a:gd name="T43" fmla="*/ 92 h 553"/>
                <a:gd name="T44" fmla="*/ 57 w 549"/>
                <a:gd name="T45" fmla="*/ 222 h 553"/>
                <a:gd name="T46" fmla="*/ 76 w 549"/>
                <a:gd name="T47" fmla="*/ 284 h 553"/>
                <a:gd name="T48" fmla="*/ 88 w 549"/>
                <a:gd name="T49" fmla="*/ 307 h 553"/>
                <a:gd name="T50" fmla="*/ 107 w 549"/>
                <a:gd name="T51" fmla="*/ 338 h 553"/>
                <a:gd name="T52" fmla="*/ 109 w 549"/>
                <a:gd name="T53" fmla="*/ 355 h 553"/>
                <a:gd name="T54" fmla="*/ 116 w 549"/>
                <a:gd name="T55" fmla="*/ 364 h 553"/>
                <a:gd name="T56" fmla="*/ 109 w 549"/>
                <a:gd name="T57" fmla="*/ 376 h 553"/>
                <a:gd name="T58" fmla="*/ 107 w 549"/>
                <a:gd name="T59" fmla="*/ 400 h 553"/>
                <a:gd name="T60" fmla="*/ 114 w 549"/>
                <a:gd name="T61" fmla="*/ 445 h 553"/>
                <a:gd name="T62" fmla="*/ 116 w 549"/>
                <a:gd name="T63" fmla="*/ 475 h 553"/>
                <a:gd name="T64" fmla="*/ 123 w 549"/>
                <a:gd name="T65" fmla="*/ 506 h 553"/>
                <a:gd name="T66" fmla="*/ 133 w 549"/>
                <a:gd name="T67" fmla="*/ 525 h 553"/>
                <a:gd name="T68" fmla="*/ 156 w 549"/>
                <a:gd name="T69" fmla="*/ 553 h 553"/>
                <a:gd name="T70" fmla="*/ 253 w 549"/>
                <a:gd name="T71" fmla="*/ 546 h 553"/>
                <a:gd name="T72" fmla="*/ 388 w 549"/>
                <a:gd name="T73" fmla="*/ 535 h 553"/>
                <a:gd name="T74" fmla="*/ 431 w 549"/>
                <a:gd name="T75" fmla="*/ 535 h 553"/>
                <a:gd name="T76" fmla="*/ 435 w 549"/>
                <a:gd name="T77" fmla="*/ 546 h 553"/>
                <a:gd name="T78" fmla="*/ 450 w 549"/>
                <a:gd name="T79" fmla="*/ 553 h 553"/>
                <a:gd name="T80" fmla="*/ 454 w 549"/>
                <a:gd name="T81" fmla="*/ 527 h 553"/>
                <a:gd name="T82" fmla="*/ 450 w 549"/>
                <a:gd name="T83" fmla="*/ 511 h 553"/>
                <a:gd name="T84" fmla="*/ 452 w 549"/>
                <a:gd name="T85" fmla="*/ 499 h 553"/>
                <a:gd name="T86" fmla="*/ 457 w 549"/>
                <a:gd name="T87" fmla="*/ 494 h 553"/>
                <a:gd name="T88" fmla="*/ 478 w 549"/>
                <a:gd name="T89" fmla="*/ 499 h 553"/>
                <a:gd name="T90" fmla="*/ 499 w 549"/>
                <a:gd name="T91" fmla="*/ 501 h 553"/>
                <a:gd name="T92" fmla="*/ 502 w 549"/>
                <a:gd name="T93" fmla="*/ 485 h 553"/>
                <a:gd name="T94" fmla="*/ 502 w 549"/>
                <a:gd name="T95" fmla="*/ 478 h 553"/>
                <a:gd name="T96" fmla="*/ 504 w 549"/>
                <a:gd name="T97" fmla="*/ 459 h 553"/>
                <a:gd name="T98" fmla="*/ 506 w 549"/>
                <a:gd name="T99" fmla="*/ 454 h 553"/>
                <a:gd name="T100" fmla="*/ 504 w 549"/>
                <a:gd name="T101" fmla="*/ 435 h 553"/>
                <a:gd name="T102" fmla="*/ 518 w 549"/>
                <a:gd name="T103" fmla="*/ 426 h 553"/>
                <a:gd name="T104" fmla="*/ 511 w 549"/>
                <a:gd name="T105" fmla="*/ 421 h 553"/>
                <a:gd name="T106" fmla="*/ 511 w 549"/>
                <a:gd name="T107" fmla="*/ 409 h 553"/>
                <a:gd name="T108" fmla="*/ 521 w 549"/>
                <a:gd name="T109" fmla="*/ 393 h 553"/>
                <a:gd name="T110" fmla="*/ 506 w 549"/>
                <a:gd name="T111" fmla="*/ 393 h 553"/>
                <a:gd name="T112" fmla="*/ 518 w 549"/>
                <a:gd name="T113" fmla="*/ 381 h 553"/>
                <a:gd name="T114" fmla="*/ 521 w 549"/>
                <a:gd name="T115" fmla="*/ 374 h 553"/>
                <a:gd name="T116" fmla="*/ 511 w 549"/>
                <a:gd name="T117" fmla="*/ 366 h 553"/>
                <a:gd name="T118" fmla="*/ 530 w 549"/>
                <a:gd name="T119" fmla="*/ 355 h 553"/>
                <a:gd name="T120" fmla="*/ 525 w 549"/>
                <a:gd name="T121" fmla="*/ 348 h 553"/>
                <a:gd name="T122" fmla="*/ 537 w 549"/>
                <a:gd name="T123" fmla="*/ 336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9" h="553">
                  <a:moveTo>
                    <a:pt x="509" y="490"/>
                  </a:moveTo>
                  <a:lnTo>
                    <a:pt x="509" y="490"/>
                  </a:lnTo>
                  <a:lnTo>
                    <a:pt x="511" y="485"/>
                  </a:lnTo>
                  <a:lnTo>
                    <a:pt x="511" y="480"/>
                  </a:lnTo>
                  <a:lnTo>
                    <a:pt x="511" y="475"/>
                  </a:lnTo>
                  <a:lnTo>
                    <a:pt x="511" y="473"/>
                  </a:lnTo>
                  <a:lnTo>
                    <a:pt x="511" y="468"/>
                  </a:lnTo>
                  <a:lnTo>
                    <a:pt x="509" y="466"/>
                  </a:lnTo>
                  <a:lnTo>
                    <a:pt x="509" y="466"/>
                  </a:lnTo>
                  <a:lnTo>
                    <a:pt x="509" y="471"/>
                  </a:lnTo>
                  <a:lnTo>
                    <a:pt x="504" y="475"/>
                  </a:lnTo>
                  <a:lnTo>
                    <a:pt x="504" y="480"/>
                  </a:lnTo>
                  <a:lnTo>
                    <a:pt x="504" y="480"/>
                  </a:lnTo>
                  <a:lnTo>
                    <a:pt x="506" y="482"/>
                  </a:lnTo>
                  <a:lnTo>
                    <a:pt x="506" y="485"/>
                  </a:lnTo>
                  <a:lnTo>
                    <a:pt x="506" y="485"/>
                  </a:lnTo>
                  <a:lnTo>
                    <a:pt x="506" y="487"/>
                  </a:lnTo>
                  <a:lnTo>
                    <a:pt x="509" y="497"/>
                  </a:lnTo>
                  <a:lnTo>
                    <a:pt x="511" y="497"/>
                  </a:lnTo>
                  <a:lnTo>
                    <a:pt x="511" y="497"/>
                  </a:lnTo>
                  <a:lnTo>
                    <a:pt x="511" y="494"/>
                  </a:lnTo>
                  <a:lnTo>
                    <a:pt x="509" y="490"/>
                  </a:lnTo>
                  <a:close/>
                  <a:moveTo>
                    <a:pt x="547" y="326"/>
                  </a:moveTo>
                  <a:lnTo>
                    <a:pt x="544" y="326"/>
                  </a:lnTo>
                  <a:lnTo>
                    <a:pt x="544" y="326"/>
                  </a:lnTo>
                  <a:lnTo>
                    <a:pt x="542" y="326"/>
                  </a:lnTo>
                  <a:lnTo>
                    <a:pt x="542" y="326"/>
                  </a:lnTo>
                  <a:lnTo>
                    <a:pt x="542" y="326"/>
                  </a:lnTo>
                  <a:lnTo>
                    <a:pt x="539" y="326"/>
                  </a:lnTo>
                  <a:lnTo>
                    <a:pt x="537" y="326"/>
                  </a:lnTo>
                  <a:lnTo>
                    <a:pt x="537" y="326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0" y="322"/>
                  </a:lnTo>
                  <a:lnTo>
                    <a:pt x="528" y="322"/>
                  </a:lnTo>
                  <a:lnTo>
                    <a:pt x="521" y="324"/>
                  </a:lnTo>
                  <a:lnTo>
                    <a:pt x="521" y="324"/>
                  </a:lnTo>
                  <a:lnTo>
                    <a:pt x="518" y="319"/>
                  </a:lnTo>
                  <a:lnTo>
                    <a:pt x="516" y="319"/>
                  </a:lnTo>
                  <a:lnTo>
                    <a:pt x="516" y="319"/>
                  </a:lnTo>
                  <a:lnTo>
                    <a:pt x="516" y="319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1" y="312"/>
                  </a:lnTo>
                  <a:lnTo>
                    <a:pt x="511" y="312"/>
                  </a:lnTo>
                  <a:lnTo>
                    <a:pt x="511" y="310"/>
                  </a:lnTo>
                  <a:lnTo>
                    <a:pt x="511" y="307"/>
                  </a:lnTo>
                  <a:lnTo>
                    <a:pt x="511" y="307"/>
                  </a:lnTo>
                  <a:lnTo>
                    <a:pt x="511" y="305"/>
                  </a:lnTo>
                  <a:lnTo>
                    <a:pt x="511" y="303"/>
                  </a:lnTo>
                  <a:lnTo>
                    <a:pt x="511" y="303"/>
                  </a:lnTo>
                  <a:lnTo>
                    <a:pt x="511" y="300"/>
                  </a:lnTo>
                  <a:lnTo>
                    <a:pt x="511" y="298"/>
                  </a:lnTo>
                  <a:lnTo>
                    <a:pt x="511" y="295"/>
                  </a:lnTo>
                  <a:lnTo>
                    <a:pt x="511" y="293"/>
                  </a:lnTo>
                  <a:lnTo>
                    <a:pt x="509" y="293"/>
                  </a:lnTo>
                  <a:lnTo>
                    <a:pt x="506" y="293"/>
                  </a:lnTo>
                  <a:lnTo>
                    <a:pt x="502" y="284"/>
                  </a:lnTo>
                  <a:lnTo>
                    <a:pt x="502" y="279"/>
                  </a:lnTo>
                  <a:lnTo>
                    <a:pt x="502" y="277"/>
                  </a:lnTo>
                  <a:lnTo>
                    <a:pt x="499" y="277"/>
                  </a:lnTo>
                  <a:lnTo>
                    <a:pt x="497" y="277"/>
                  </a:lnTo>
                  <a:lnTo>
                    <a:pt x="497" y="274"/>
                  </a:lnTo>
                  <a:lnTo>
                    <a:pt x="497" y="274"/>
                  </a:lnTo>
                  <a:lnTo>
                    <a:pt x="495" y="272"/>
                  </a:lnTo>
                  <a:lnTo>
                    <a:pt x="495" y="272"/>
                  </a:lnTo>
                  <a:lnTo>
                    <a:pt x="492" y="272"/>
                  </a:lnTo>
                  <a:lnTo>
                    <a:pt x="492" y="272"/>
                  </a:lnTo>
                  <a:lnTo>
                    <a:pt x="492" y="272"/>
                  </a:lnTo>
                  <a:lnTo>
                    <a:pt x="490" y="269"/>
                  </a:lnTo>
                  <a:lnTo>
                    <a:pt x="490" y="269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3" y="267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78" y="265"/>
                  </a:lnTo>
                  <a:lnTo>
                    <a:pt x="476" y="262"/>
                  </a:lnTo>
                  <a:lnTo>
                    <a:pt x="476" y="262"/>
                  </a:lnTo>
                  <a:lnTo>
                    <a:pt x="476" y="260"/>
                  </a:lnTo>
                  <a:lnTo>
                    <a:pt x="476" y="258"/>
                  </a:lnTo>
                  <a:lnTo>
                    <a:pt x="476" y="255"/>
                  </a:lnTo>
                  <a:lnTo>
                    <a:pt x="476" y="255"/>
                  </a:lnTo>
                  <a:lnTo>
                    <a:pt x="476" y="255"/>
                  </a:lnTo>
                  <a:lnTo>
                    <a:pt x="473" y="255"/>
                  </a:lnTo>
                  <a:lnTo>
                    <a:pt x="473" y="253"/>
                  </a:lnTo>
                  <a:lnTo>
                    <a:pt x="473" y="253"/>
                  </a:lnTo>
                  <a:lnTo>
                    <a:pt x="473" y="250"/>
                  </a:lnTo>
                  <a:lnTo>
                    <a:pt x="473" y="250"/>
                  </a:lnTo>
                  <a:lnTo>
                    <a:pt x="473" y="248"/>
                  </a:lnTo>
                  <a:lnTo>
                    <a:pt x="473" y="246"/>
                  </a:lnTo>
                  <a:lnTo>
                    <a:pt x="471" y="246"/>
                  </a:lnTo>
                  <a:lnTo>
                    <a:pt x="471" y="243"/>
                  </a:lnTo>
                  <a:lnTo>
                    <a:pt x="471" y="241"/>
                  </a:lnTo>
                  <a:lnTo>
                    <a:pt x="471" y="239"/>
                  </a:lnTo>
                  <a:lnTo>
                    <a:pt x="469" y="236"/>
                  </a:lnTo>
                  <a:lnTo>
                    <a:pt x="461" y="227"/>
                  </a:lnTo>
                  <a:lnTo>
                    <a:pt x="459" y="227"/>
                  </a:lnTo>
                  <a:lnTo>
                    <a:pt x="459" y="224"/>
                  </a:lnTo>
                  <a:lnTo>
                    <a:pt x="459" y="220"/>
                  </a:lnTo>
                  <a:lnTo>
                    <a:pt x="459" y="217"/>
                  </a:lnTo>
                  <a:lnTo>
                    <a:pt x="457" y="215"/>
                  </a:lnTo>
                  <a:lnTo>
                    <a:pt x="457" y="215"/>
                  </a:lnTo>
                  <a:lnTo>
                    <a:pt x="454" y="213"/>
                  </a:lnTo>
                  <a:lnTo>
                    <a:pt x="452" y="213"/>
                  </a:lnTo>
                  <a:lnTo>
                    <a:pt x="450" y="213"/>
                  </a:lnTo>
                  <a:lnTo>
                    <a:pt x="447" y="210"/>
                  </a:lnTo>
                  <a:lnTo>
                    <a:pt x="443" y="208"/>
                  </a:lnTo>
                  <a:lnTo>
                    <a:pt x="433" y="206"/>
                  </a:lnTo>
                  <a:lnTo>
                    <a:pt x="428" y="203"/>
                  </a:lnTo>
                  <a:lnTo>
                    <a:pt x="428" y="203"/>
                  </a:lnTo>
                  <a:lnTo>
                    <a:pt x="426" y="198"/>
                  </a:lnTo>
                  <a:lnTo>
                    <a:pt x="426" y="196"/>
                  </a:lnTo>
                  <a:lnTo>
                    <a:pt x="424" y="196"/>
                  </a:lnTo>
                  <a:lnTo>
                    <a:pt x="421" y="196"/>
                  </a:lnTo>
                  <a:lnTo>
                    <a:pt x="419" y="196"/>
                  </a:lnTo>
                  <a:lnTo>
                    <a:pt x="416" y="194"/>
                  </a:lnTo>
                  <a:lnTo>
                    <a:pt x="419" y="191"/>
                  </a:lnTo>
                  <a:lnTo>
                    <a:pt x="419" y="191"/>
                  </a:lnTo>
                  <a:lnTo>
                    <a:pt x="419" y="189"/>
                  </a:lnTo>
                  <a:lnTo>
                    <a:pt x="416" y="189"/>
                  </a:lnTo>
                  <a:lnTo>
                    <a:pt x="416" y="187"/>
                  </a:lnTo>
                  <a:lnTo>
                    <a:pt x="416" y="187"/>
                  </a:lnTo>
                  <a:lnTo>
                    <a:pt x="416" y="187"/>
                  </a:lnTo>
                  <a:lnTo>
                    <a:pt x="414" y="184"/>
                  </a:lnTo>
                  <a:lnTo>
                    <a:pt x="414" y="187"/>
                  </a:lnTo>
                  <a:lnTo>
                    <a:pt x="414" y="187"/>
                  </a:lnTo>
                  <a:lnTo>
                    <a:pt x="414" y="187"/>
                  </a:lnTo>
                  <a:lnTo>
                    <a:pt x="412" y="187"/>
                  </a:lnTo>
                  <a:lnTo>
                    <a:pt x="407" y="182"/>
                  </a:lnTo>
                  <a:lnTo>
                    <a:pt x="407" y="179"/>
                  </a:lnTo>
                  <a:lnTo>
                    <a:pt x="407" y="179"/>
                  </a:lnTo>
                  <a:lnTo>
                    <a:pt x="405" y="177"/>
                  </a:lnTo>
                  <a:lnTo>
                    <a:pt x="405" y="175"/>
                  </a:lnTo>
                  <a:lnTo>
                    <a:pt x="407" y="175"/>
                  </a:lnTo>
                  <a:lnTo>
                    <a:pt x="407" y="172"/>
                  </a:lnTo>
                  <a:lnTo>
                    <a:pt x="405" y="172"/>
                  </a:lnTo>
                  <a:lnTo>
                    <a:pt x="405" y="170"/>
                  </a:lnTo>
                  <a:lnTo>
                    <a:pt x="405" y="168"/>
                  </a:lnTo>
                  <a:lnTo>
                    <a:pt x="400" y="165"/>
                  </a:lnTo>
                  <a:lnTo>
                    <a:pt x="398" y="163"/>
                  </a:lnTo>
                  <a:lnTo>
                    <a:pt x="393" y="158"/>
                  </a:lnTo>
                  <a:lnTo>
                    <a:pt x="388" y="158"/>
                  </a:lnTo>
                  <a:lnTo>
                    <a:pt x="388" y="156"/>
                  </a:lnTo>
                  <a:lnTo>
                    <a:pt x="381" y="156"/>
                  </a:lnTo>
                  <a:lnTo>
                    <a:pt x="379" y="156"/>
                  </a:lnTo>
                  <a:lnTo>
                    <a:pt x="376" y="153"/>
                  </a:lnTo>
                  <a:lnTo>
                    <a:pt x="374" y="153"/>
                  </a:lnTo>
                  <a:lnTo>
                    <a:pt x="372" y="149"/>
                  </a:lnTo>
                  <a:lnTo>
                    <a:pt x="372" y="146"/>
                  </a:lnTo>
                  <a:lnTo>
                    <a:pt x="369" y="144"/>
                  </a:lnTo>
                  <a:lnTo>
                    <a:pt x="367" y="139"/>
                  </a:lnTo>
                  <a:lnTo>
                    <a:pt x="364" y="137"/>
                  </a:lnTo>
                  <a:lnTo>
                    <a:pt x="357" y="132"/>
                  </a:lnTo>
                  <a:lnTo>
                    <a:pt x="353" y="130"/>
                  </a:lnTo>
                  <a:lnTo>
                    <a:pt x="348" y="127"/>
                  </a:lnTo>
                  <a:lnTo>
                    <a:pt x="346" y="127"/>
                  </a:lnTo>
                  <a:lnTo>
                    <a:pt x="341" y="125"/>
                  </a:lnTo>
                  <a:lnTo>
                    <a:pt x="338" y="123"/>
                  </a:lnTo>
                  <a:lnTo>
                    <a:pt x="336" y="120"/>
                  </a:lnTo>
                  <a:lnTo>
                    <a:pt x="334" y="118"/>
                  </a:lnTo>
                  <a:lnTo>
                    <a:pt x="334" y="118"/>
                  </a:lnTo>
                  <a:lnTo>
                    <a:pt x="331" y="118"/>
                  </a:lnTo>
                  <a:lnTo>
                    <a:pt x="329" y="118"/>
                  </a:lnTo>
                  <a:lnTo>
                    <a:pt x="329" y="116"/>
                  </a:lnTo>
                  <a:lnTo>
                    <a:pt x="327" y="111"/>
                  </a:lnTo>
                  <a:lnTo>
                    <a:pt x="324" y="108"/>
                  </a:lnTo>
                  <a:lnTo>
                    <a:pt x="324" y="108"/>
                  </a:lnTo>
                  <a:lnTo>
                    <a:pt x="322" y="106"/>
                  </a:lnTo>
                  <a:lnTo>
                    <a:pt x="320" y="104"/>
                  </a:lnTo>
                  <a:lnTo>
                    <a:pt x="320" y="101"/>
                  </a:lnTo>
                  <a:lnTo>
                    <a:pt x="317" y="101"/>
                  </a:lnTo>
                  <a:lnTo>
                    <a:pt x="317" y="99"/>
                  </a:lnTo>
                  <a:lnTo>
                    <a:pt x="315" y="99"/>
                  </a:lnTo>
                  <a:lnTo>
                    <a:pt x="312" y="97"/>
                  </a:lnTo>
                  <a:lnTo>
                    <a:pt x="310" y="97"/>
                  </a:lnTo>
                  <a:lnTo>
                    <a:pt x="310" y="94"/>
                  </a:lnTo>
                  <a:lnTo>
                    <a:pt x="308" y="94"/>
                  </a:lnTo>
                  <a:lnTo>
                    <a:pt x="305" y="82"/>
                  </a:lnTo>
                  <a:lnTo>
                    <a:pt x="303" y="80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3" y="68"/>
                  </a:lnTo>
                  <a:lnTo>
                    <a:pt x="291" y="64"/>
                  </a:lnTo>
                  <a:lnTo>
                    <a:pt x="291" y="61"/>
                  </a:lnTo>
                  <a:lnTo>
                    <a:pt x="286" y="59"/>
                  </a:lnTo>
                  <a:lnTo>
                    <a:pt x="279" y="61"/>
                  </a:lnTo>
                  <a:lnTo>
                    <a:pt x="275" y="61"/>
                  </a:lnTo>
                  <a:lnTo>
                    <a:pt x="270" y="61"/>
                  </a:lnTo>
                  <a:lnTo>
                    <a:pt x="267" y="59"/>
                  </a:lnTo>
                  <a:lnTo>
                    <a:pt x="267" y="56"/>
                  </a:lnTo>
                  <a:lnTo>
                    <a:pt x="265" y="54"/>
                  </a:lnTo>
                  <a:lnTo>
                    <a:pt x="260" y="52"/>
                  </a:lnTo>
                  <a:lnTo>
                    <a:pt x="258" y="52"/>
                  </a:lnTo>
                  <a:lnTo>
                    <a:pt x="256" y="49"/>
                  </a:lnTo>
                  <a:lnTo>
                    <a:pt x="256" y="47"/>
                  </a:lnTo>
                  <a:lnTo>
                    <a:pt x="256" y="47"/>
                  </a:lnTo>
                  <a:lnTo>
                    <a:pt x="253" y="49"/>
                  </a:lnTo>
                  <a:lnTo>
                    <a:pt x="249" y="47"/>
                  </a:lnTo>
                  <a:lnTo>
                    <a:pt x="239" y="42"/>
                  </a:lnTo>
                  <a:lnTo>
                    <a:pt x="234" y="40"/>
                  </a:lnTo>
                  <a:lnTo>
                    <a:pt x="234" y="33"/>
                  </a:lnTo>
                  <a:lnTo>
                    <a:pt x="237" y="30"/>
                  </a:lnTo>
                  <a:lnTo>
                    <a:pt x="237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6"/>
                  </a:lnTo>
                  <a:lnTo>
                    <a:pt x="239" y="23"/>
                  </a:lnTo>
                  <a:lnTo>
                    <a:pt x="239" y="23"/>
                  </a:lnTo>
                  <a:lnTo>
                    <a:pt x="241" y="21"/>
                  </a:lnTo>
                  <a:lnTo>
                    <a:pt x="241" y="21"/>
                  </a:lnTo>
                  <a:lnTo>
                    <a:pt x="241" y="19"/>
                  </a:lnTo>
                  <a:lnTo>
                    <a:pt x="244" y="14"/>
                  </a:lnTo>
                  <a:lnTo>
                    <a:pt x="244" y="11"/>
                  </a:lnTo>
                  <a:lnTo>
                    <a:pt x="244" y="11"/>
                  </a:lnTo>
                  <a:lnTo>
                    <a:pt x="249" y="7"/>
                  </a:lnTo>
                  <a:lnTo>
                    <a:pt x="249" y="7"/>
                  </a:lnTo>
                  <a:lnTo>
                    <a:pt x="253" y="4"/>
                  </a:lnTo>
                  <a:lnTo>
                    <a:pt x="253" y="4"/>
                  </a:lnTo>
                  <a:lnTo>
                    <a:pt x="253" y="2"/>
                  </a:lnTo>
                  <a:lnTo>
                    <a:pt x="253" y="2"/>
                  </a:lnTo>
                  <a:lnTo>
                    <a:pt x="253" y="0"/>
                  </a:lnTo>
                  <a:lnTo>
                    <a:pt x="253" y="0"/>
                  </a:lnTo>
                  <a:lnTo>
                    <a:pt x="246" y="0"/>
                  </a:lnTo>
                  <a:lnTo>
                    <a:pt x="239" y="2"/>
                  </a:lnTo>
                  <a:lnTo>
                    <a:pt x="232" y="2"/>
                  </a:lnTo>
                  <a:lnTo>
                    <a:pt x="223" y="4"/>
                  </a:lnTo>
                  <a:lnTo>
                    <a:pt x="215" y="4"/>
                  </a:lnTo>
                  <a:lnTo>
                    <a:pt x="208" y="7"/>
                  </a:lnTo>
                  <a:lnTo>
                    <a:pt x="201" y="9"/>
                  </a:lnTo>
                  <a:lnTo>
                    <a:pt x="194" y="9"/>
                  </a:lnTo>
                  <a:lnTo>
                    <a:pt x="185" y="11"/>
                  </a:lnTo>
                  <a:lnTo>
                    <a:pt x="170" y="14"/>
                  </a:lnTo>
                  <a:lnTo>
                    <a:pt x="163" y="14"/>
                  </a:lnTo>
                  <a:lnTo>
                    <a:pt x="154" y="16"/>
                  </a:lnTo>
                  <a:lnTo>
                    <a:pt x="147" y="16"/>
                  </a:lnTo>
                  <a:lnTo>
                    <a:pt x="140" y="19"/>
                  </a:lnTo>
                  <a:lnTo>
                    <a:pt x="133" y="19"/>
                  </a:lnTo>
                  <a:lnTo>
                    <a:pt x="123" y="21"/>
                  </a:lnTo>
                  <a:lnTo>
                    <a:pt x="114" y="21"/>
                  </a:lnTo>
                  <a:lnTo>
                    <a:pt x="107" y="21"/>
                  </a:lnTo>
                  <a:lnTo>
                    <a:pt x="104" y="21"/>
                  </a:lnTo>
                  <a:lnTo>
                    <a:pt x="102" y="21"/>
                  </a:lnTo>
                  <a:lnTo>
                    <a:pt x="90" y="23"/>
                  </a:lnTo>
                  <a:lnTo>
                    <a:pt x="76" y="26"/>
                  </a:lnTo>
                  <a:lnTo>
                    <a:pt x="64" y="28"/>
                  </a:lnTo>
                  <a:lnTo>
                    <a:pt x="50" y="28"/>
                  </a:lnTo>
                  <a:lnTo>
                    <a:pt x="38" y="30"/>
                  </a:lnTo>
                  <a:lnTo>
                    <a:pt x="26" y="33"/>
                  </a:lnTo>
                  <a:lnTo>
                    <a:pt x="12" y="33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3" y="42"/>
                  </a:lnTo>
                  <a:lnTo>
                    <a:pt x="3" y="47"/>
                  </a:lnTo>
                  <a:lnTo>
                    <a:pt x="5" y="52"/>
                  </a:lnTo>
                  <a:lnTo>
                    <a:pt x="7" y="59"/>
                  </a:lnTo>
                  <a:lnTo>
                    <a:pt x="10" y="66"/>
                  </a:lnTo>
                  <a:lnTo>
                    <a:pt x="12" y="73"/>
                  </a:lnTo>
                  <a:lnTo>
                    <a:pt x="14" y="82"/>
                  </a:lnTo>
                  <a:lnTo>
                    <a:pt x="17" y="92"/>
                  </a:lnTo>
                  <a:lnTo>
                    <a:pt x="21" y="101"/>
                  </a:lnTo>
                  <a:lnTo>
                    <a:pt x="24" y="113"/>
                  </a:lnTo>
                  <a:lnTo>
                    <a:pt x="26" y="123"/>
                  </a:lnTo>
                  <a:lnTo>
                    <a:pt x="31" y="135"/>
                  </a:lnTo>
                  <a:lnTo>
                    <a:pt x="33" y="146"/>
                  </a:lnTo>
                  <a:lnTo>
                    <a:pt x="38" y="158"/>
                  </a:lnTo>
                  <a:lnTo>
                    <a:pt x="40" y="168"/>
                  </a:lnTo>
                  <a:lnTo>
                    <a:pt x="45" y="179"/>
                  </a:lnTo>
                  <a:lnTo>
                    <a:pt x="47" y="191"/>
                  </a:lnTo>
                  <a:lnTo>
                    <a:pt x="52" y="201"/>
                  </a:lnTo>
                  <a:lnTo>
                    <a:pt x="55" y="213"/>
                  </a:lnTo>
                  <a:lnTo>
                    <a:pt x="57" y="222"/>
                  </a:lnTo>
                  <a:lnTo>
                    <a:pt x="62" y="232"/>
                  </a:lnTo>
                  <a:lnTo>
                    <a:pt x="64" y="241"/>
                  </a:lnTo>
                  <a:lnTo>
                    <a:pt x="66" y="248"/>
                  </a:lnTo>
                  <a:lnTo>
                    <a:pt x="69" y="255"/>
                  </a:lnTo>
                  <a:lnTo>
                    <a:pt x="71" y="262"/>
                  </a:lnTo>
                  <a:lnTo>
                    <a:pt x="71" y="269"/>
                  </a:lnTo>
                  <a:lnTo>
                    <a:pt x="74" y="272"/>
                  </a:lnTo>
                  <a:lnTo>
                    <a:pt x="76" y="277"/>
                  </a:lnTo>
                  <a:lnTo>
                    <a:pt x="76" y="279"/>
                  </a:lnTo>
                  <a:lnTo>
                    <a:pt x="76" y="279"/>
                  </a:lnTo>
                  <a:lnTo>
                    <a:pt x="76" y="284"/>
                  </a:lnTo>
                  <a:lnTo>
                    <a:pt x="76" y="284"/>
                  </a:lnTo>
                  <a:lnTo>
                    <a:pt x="81" y="293"/>
                  </a:lnTo>
                  <a:lnTo>
                    <a:pt x="81" y="298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3" y="300"/>
                  </a:lnTo>
                  <a:lnTo>
                    <a:pt x="83" y="300"/>
                  </a:lnTo>
                  <a:lnTo>
                    <a:pt x="85" y="303"/>
                  </a:lnTo>
                  <a:lnTo>
                    <a:pt x="88" y="303"/>
                  </a:lnTo>
                  <a:lnTo>
                    <a:pt x="85" y="305"/>
                  </a:lnTo>
                  <a:lnTo>
                    <a:pt x="88" y="305"/>
                  </a:lnTo>
                  <a:lnTo>
                    <a:pt x="88" y="307"/>
                  </a:lnTo>
                  <a:lnTo>
                    <a:pt x="88" y="307"/>
                  </a:lnTo>
                  <a:lnTo>
                    <a:pt x="90" y="312"/>
                  </a:lnTo>
                  <a:lnTo>
                    <a:pt x="92" y="314"/>
                  </a:lnTo>
                  <a:lnTo>
                    <a:pt x="92" y="317"/>
                  </a:lnTo>
                  <a:lnTo>
                    <a:pt x="92" y="319"/>
                  </a:lnTo>
                  <a:lnTo>
                    <a:pt x="92" y="319"/>
                  </a:lnTo>
                  <a:lnTo>
                    <a:pt x="95" y="319"/>
                  </a:lnTo>
                  <a:lnTo>
                    <a:pt x="95" y="322"/>
                  </a:lnTo>
                  <a:lnTo>
                    <a:pt x="95" y="322"/>
                  </a:lnTo>
                  <a:lnTo>
                    <a:pt x="102" y="331"/>
                  </a:lnTo>
                  <a:lnTo>
                    <a:pt x="104" y="333"/>
                  </a:lnTo>
                  <a:lnTo>
                    <a:pt x="104" y="333"/>
                  </a:lnTo>
                  <a:lnTo>
                    <a:pt x="107" y="338"/>
                  </a:lnTo>
                  <a:lnTo>
                    <a:pt x="107" y="340"/>
                  </a:lnTo>
                  <a:lnTo>
                    <a:pt x="109" y="343"/>
                  </a:lnTo>
                  <a:lnTo>
                    <a:pt x="109" y="343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50"/>
                  </a:lnTo>
                  <a:lnTo>
                    <a:pt x="109" y="350"/>
                  </a:lnTo>
                  <a:lnTo>
                    <a:pt x="109" y="355"/>
                  </a:lnTo>
                  <a:lnTo>
                    <a:pt x="109" y="355"/>
                  </a:lnTo>
                  <a:lnTo>
                    <a:pt x="111" y="357"/>
                  </a:lnTo>
                  <a:lnTo>
                    <a:pt x="116" y="359"/>
                  </a:lnTo>
                  <a:lnTo>
                    <a:pt x="118" y="359"/>
                  </a:lnTo>
                  <a:lnTo>
                    <a:pt x="118" y="362"/>
                  </a:lnTo>
                  <a:lnTo>
                    <a:pt x="118" y="362"/>
                  </a:lnTo>
                  <a:lnTo>
                    <a:pt x="118" y="362"/>
                  </a:lnTo>
                  <a:lnTo>
                    <a:pt x="121" y="362"/>
                  </a:lnTo>
                  <a:lnTo>
                    <a:pt x="118" y="364"/>
                  </a:lnTo>
                  <a:lnTo>
                    <a:pt x="118" y="364"/>
                  </a:lnTo>
                  <a:lnTo>
                    <a:pt x="118" y="364"/>
                  </a:lnTo>
                  <a:lnTo>
                    <a:pt x="116" y="364"/>
                  </a:lnTo>
                  <a:lnTo>
                    <a:pt x="118" y="366"/>
                  </a:lnTo>
                  <a:lnTo>
                    <a:pt x="118" y="369"/>
                  </a:lnTo>
                  <a:lnTo>
                    <a:pt x="116" y="369"/>
                  </a:lnTo>
                  <a:lnTo>
                    <a:pt x="116" y="369"/>
                  </a:lnTo>
                  <a:lnTo>
                    <a:pt x="114" y="369"/>
                  </a:lnTo>
                  <a:lnTo>
                    <a:pt x="114" y="369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74"/>
                  </a:lnTo>
                  <a:lnTo>
                    <a:pt x="111" y="374"/>
                  </a:lnTo>
                  <a:lnTo>
                    <a:pt x="109" y="374"/>
                  </a:lnTo>
                  <a:lnTo>
                    <a:pt x="109" y="376"/>
                  </a:lnTo>
                  <a:lnTo>
                    <a:pt x="109" y="376"/>
                  </a:lnTo>
                  <a:lnTo>
                    <a:pt x="107" y="376"/>
                  </a:lnTo>
                  <a:lnTo>
                    <a:pt x="107" y="381"/>
                  </a:lnTo>
                  <a:lnTo>
                    <a:pt x="107" y="383"/>
                  </a:lnTo>
                  <a:lnTo>
                    <a:pt x="107" y="385"/>
                  </a:lnTo>
                  <a:lnTo>
                    <a:pt x="107" y="388"/>
                  </a:lnTo>
                  <a:lnTo>
                    <a:pt x="107" y="390"/>
                  </a:lnTo>
                  <a:lnTo>
                    <a:pt x="107" y="393"/>
                  </a:lnTo>
                  <a:lnTo>
                    <a:pt x="107" y="395"/>
                  </a:lnTo>
                  <a:lnTo>
                    <a:pt x="107" y="397"/>
                  </a:lnTo>
                  <a:lnTo>
                    <a:pt x="107" y="397"/>
                  </a:lnTo>
                  <a:lnTo>
                    <a:pt x="107" y="400"/>
                  </a:lnTo>
                  <a:lnTo>
                    <a:pt x="107" y="402"/>
                  </a:lnTo>
                  <a:lnTo>
                    <a:pt x="104" y="407"/>
                  </a:lnTo>
                  <a:lnTo>
                    <a:pt x="102" y="411"/>
                  </a:lnTo>
                  <a:lnTo>
                    <a:pt x="102" y="416"/>
                  </a:lnTo>
                  <a:lnTo>
                    <a:pt x="102" y="416"/>
                  </a:lnTo>
                  <a:lnTo>
                    <a:pt x="102" y="419"/>
                  </a:lnTo>
                  <a:lnTo>
                    <a:pt x="102" y="419"/>
                  </a:lnTo>
                  <a:lnTo>
                    <a:pt x="102" y="421"/>
                  </a:lnTo>
                  <a:lnTo>
                    <a:pt x="102" y="423"/>
                  </a:lnTo>
                  <a:lnTo>
                    <a:pt x="107" y="437"/>
                  </a:lnTo>
                  <a:lnTo>
                    <a:pt x="109" y="440"/>
                  </a:lnTo>
                  <a:lnTo>
                    <a:pt x="114" y="445"/>
                  </a:lnTo>
                  <a:lnTo>
                    <a:pt x="114" y="445"/>
                  </a:lnTo>
                  <a:lnTo>
                    <a:pt x="114" y="447"/>
                  </a:lnTo>
                  <a:lnTo>
                    <a:pt x="114" y="452"/>
                  </a:lnTo>
                  <a:lnTo>
                    <a:pt x="116" y="452"/>
                  </a:lnTo>
                  <a:lnTo>
                    <a:pt x="116" y="454"/>
                  </a:lnTo>
                  <a:lnTo>
                    <a:pt x="116" y="456"/>
                  </a:lnTo>
                  <a:lnTo>
                    <a:pt x="116" y="459"/>
                  </a:lnTo>
                  <a:lnTo>
                    <a:pt x="116" y="461"/>
                  </a:lnTo>
                  <a:lnTo>
                    <a:pt x="116" y="464"/>
                  </a:lnTo>
                  <a:lnTo>
                    <a:pt x="116" y="466"/>
                  </a:lnTo>
                  <a:lnTo>
                    <a:pt x="116" y="471"/>
                  </a:lnTo>
                  <a:lnTo>
                    <a:pt x="116" y="475"/>
                  </a:lnTo>
                  <a:lnTo>
                    <a:pt x="116" y="485"/>
                  </a:lnTo>
                  <a:lnTo>
                    <a:pt x="116" y="485"/>
                  </a:lnTo>
                  <a:lnTo>
                    <a:pt x="114" y="487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6" y="492"/>
                  </a:lnTo>
                  <a:lnTo>
                    <a:pt x="116" y="494"/>
                  </a:lnTo>
                  <a:lnTo>
                    <a:pt x="116" y="499"/>
                  </a:lnTo>
                  <a:lnTo>
                    <a:pt x="116" y="499"/>
                  </a:lnTo>
                  <a:lnTo>
                    <a:pt x="118" y="501"/>
                  </a:lnTo>
                  <a:lnTo>
                    <a:pt x="121" y="501"/>
                  </a:lnTo>
                  <a:lnTo>
                    <a:pt x="123" y="506"/>
                  </a:lnTo>
                  <a:lnTo>
                    <a:pt x="128" y="511"/>
                  </a:lnTo>
                  <a:lnTo>
                    <a:pt x="130" y="516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0" y="520"/>
                  </a:lnTo>
                  <a:lnTo>
                    <a:pt x="130" y="520"/>
                  </a:lnTo>
                  <a:lnTo>
                    <a:pt x="130" y="520"/>
                  </a:lnTo>
                  <a:lnTo>
                    <a:pt x="130" y="523"/>
                  </a:lnTo>
                  <a:lnTo>
                    <a:pt x="130" y="523"/>
                  </a:lnTo>
                  <a:lnTo>
                    <a:pt x="130" y="523"/>
                  </a:lnTo>
                  <a:lnTo>
                    <a:pt x="133" y="525"/>
                  </a:lnTo>
                  <a:lnTo>
                    <a:pt x="133" y="525"/>
                  </a:lnTo>
                  <a:lnTo>
                    <a:pt x="135" y="527"/>
                  </a:lnTo>
                  <a:lnTo>
                    <a:pt x="135" y="530"/>
                  </a:lnTo>
                  <a:lnTo>
                    <a:pt x="137" y="530"/>
                  </a:lnTo>
                  <a:lnTo>
                    <a:pt x="137" y="535"/>
                  </a:lnTo>
                  <a:lnTo>
                    <a:pt x="140" y="537"/>
                  </a:lnTo>
                  <a:lnTo>
                    <a:pt x="140" y="542"/>
                  </a:lnTo>
                  <a:lnTo>
                    <a:pt x="142" y="549"/>
                  </a:lnTo>
                  <a:lnTo>
                    <a:pt x="149" y="553"/>
                  </a:lnTo>
                  <a:lnTo>
                    <a:pt x="149" y="553"/>
                  </a:lnTo>
                  <a:lnTo>
                    <a:pt x="152" y="553"/>
                  </a:lnTo>
                  <a:lnTo>
                    <a:pt x="154" y="553"/>
                  </a:lnTo>
                  <a:lnTo>
                    <a:pt x="156" y="553"/>
                  </a:lnTo>
                  <a:lnTo>
                    <a:pt x="159" y="553"/>
                  </a:lnTo>
                  <a:lnTo>
                    <a:pt x="163" y="553"/>
                  </a:lnTo>
                  <a:lnTo>
                    <a:pt x="168" y="553"/>
                  </a:lnTo>
                  <a:lnTo>
                    <a:pt x="175" y="551"/>
                  </a:lnTo>
                  <a:lnTo>
                    <a:pt x="182" y="551"/>
                  </a:lnTo>
                  <a:lnTo>
                    <a:pt x="189" y="551"/>
                  </a:lnTo>
                  <a:lnTo>
                    <a:pt x="199" y="551"/>
                  </a:lnTo>
                  <a:lnTo>
                    <a:pt x="208" y="549"/>
                  </a:lnTo>
                  <a:lnTo>
                    <a:pt x="220" y="549"/>
                  </a:lnTo>
                  <a:lnTo>
                    <a:pt x="230" y="549"/>
                  </a:lnTo>
                  <a:lnTo>
                    <a:pt x="241" y="546"/>
                  </a:lnTo>
                  <a:lnTo>
                    <a:pt x="253" y="546"/>
                  </a:lnTo>
                  <a:lnTo>
                    <a:pt x="265" y="546"/>
                  </a:lnTo>
                  <a:lnTo>
                    <a:pt x="277" y="544"/>
                  </a:lnTo>
                  <a:lnTo>
                    <a:pt x="289" y="544"/>
                  </a:lnTo>
                  <a:lnTo>
                    <a:pt x="301" y="542"/>
                  </a:lnTo>
                  <a:lnTo>
                    <a:pt x="312" y="542"/>
                  </a:lnTo>
                  <a:lnTo>
                    <a:pt x="324" y="539"/>
                  </a:lnTo>
                  <a:lnTo>
                    <a:pt x="336" y="539"/>
                  </a:lnTo>
                  <a:lnTo>
                    <a:pt x="348" y="539"/>
                  </a:lnTo>
                  <a:lnTo>
                    <a:pt x="357" y="537"/>
                  </a:lnTo>
                  <a:lnTo>
                    <a:pt x="369" y="537"/>
                  </a:lnTo>
                  <a:lnTo>
                    <a:pt x="379" y="537"/>
                  </a:lnTo>
                  <a:lnTo>
                    <a:pt x="388" y="535"/>
                  </a:lnTo>
                  <a:lnTo>
                    <a:pt x="398" y="535"/>
                  </a:lnTo>
                  <a:lnTo>
                    <a:pt x="405" y="535"/>
                  </a:lnTo>
                  <a:lnTo>
                    <a:pt x="412" y="532"/>
                  </a:lnTo>
                  <a:lnTo>
                    <a:pt x="416" y="532"/>
                  </a:lnTo>
                  <a:lnTo>
                    <a:pt x="424" y="532"/>
                  </a:lnTo>
                  <a:lnTo>
                    <a:pt x="426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5" y="539"/>
                  </a:lnTo>
                  <a:lnTo>
                    <a:pt x="435" y="539"/>
                  </a:lnTo>
                  <a:lnTo>
                    <a:pt x="435" y="539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4"/>
                  </a:lnTo>
                  <a:lnTo>
                    <a:pt x="435" y="546"/>
                  </a:lnTo>
                  <a:lnTo>
                    <a:pt x="435" y="546"/>
                  </a:lnTo>
                  <a:lnTo>
                    <a:pt x="435" y="546"/>
                  </a:lnTo>
                  <a:lnTo>
                    <a:pt x="438" y="549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3" y="553"/>
                  </a:lnTo>
                  <a:lnTo>
                    <a:pt x="443" y="553"/>
                  </a:lnTo>
                  <a:lnTo>
                    <a:pt x="447" y="553"/>
                  </a:lnTo>
                  <a:lnTo>
                    <a:pt x="447" y="553"/>
                  </a:lnTo>
                  <a:lnTo>
                    <a:pt x="450" y="553"/>
                  </a:lnTo>
                  <a:lnTo>
                    <a:pt x="452" y="553"/>
                  </a:lnTo>
                  <a:lnTo>
                    <a:pt x="452" y="553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49"/>
                  </a:lnTo>
                  <a:lnTo>
                    <a:pt x="454" y="546"/>
                  </a:lnTo>
                  <a:lnTo>
                    <a:pt x="454" y="544"/>
                  </a:lnTo>
                  <a:lnTo>
                    <a:pt x="454" y="544"/>
                  </a:lnTo>
                  <a:lnTo>
                    <a:pt x="454" y="535"/>
                  </a:lnTo>
                  <a:lnTo>
                    <a:pt x="454" y="527"/>
                  </a:lnTo>
                  <a:lnTo>
                    <a:pt x="454" y="525"/>
                  </a:lnTo>
                  <a:lnTo>
                    <a:pt x="454" y="525"/>
                  </a:lnTo>
                  <a:lnTo>
                    <a:pt x="454" y="523"/>
                  </a:lnTo>
                  <a:lnTo>
                    <a:pt x="454" y="523"/>
                  </a:lnTo>
                  <a:lnTo>
                    <a:pt x="452" y="520"/>
                  </a:lnTo>
                  <a:lnTo>
                    <a:pt x="450" y="520"/>
                  </a:lnTo>
                  <a:lnTo>
                    <a:pt x="450" y="518"/>
                  </a:lnTo>
                  <a:lnTo>
                    <a:pt x="450" y="518"/>
                  </a:lnTo>
                  <a:lnTo>
                    <a:pt x="450" y="516"/>
                  </a:lnTo>
                  <a:lnTo>
                    <a:pt x="450" y="516"/>
                  </a:lnTo>
                  <a:lnTo>
                    <a:pt x="450" y="513"/>
                  </a:lnTo>
                  <a:lnTo>
                    <a:pt x="450" y="511"/>
                  </a:lnTo>
                  <a:lnTo>
                    <a:pt x="450" y="511"/>
                  </a:lnTo>
                  <a:lnTo>
                    <a:pt x="450" y="508"/>
                  </a:lnTo>
                  <a:lnTo>
                    <a:pt x="450" y="506"/>
                  </a:lnTo>
                  <a:lnTo>
                    <a:pt x="450" y="506"/>
                  </a:lnTo>
                  <a:lnTo>
                    <a:pt x="450" y="506"/>
                  </a:lnTo>
                  <a:lnTo>
                    <a:pt x="450" y="504"/>
                  </a:lnTo>
                  <a:lnTo>
                    <a:pt x="450" y="504"/>
                  </a:lnTo>
                  <a:lnTo>
                    <a:pt x="450" y="504"/>
                  </a:lnTo>
                  <a:lnTo>
                    <a:pt x="450" y="501"/>
                  </a:lnTo>
                  <a:lnTo>
                    <a:pt x="450" y="501"/>
                  </a:lnTo>
                  <a:lnTo>
                    <a:pt x="450" y="501"/>
                  </a:lnTo>
                  <a:lnTo>
                    <a:pt x="452" y="499"/>
                  </a:lnTo>
                  <a:lnTo>
                    <a:pt x="452" y="499"/>
                  </a:lnTo>
                  <a:lnTo>
                    <a:pt x="452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4"/>
                  </a:lnTo>
                  <a:lnTo>
                    <a:pt x="457" y="494"/>
                  </a:lnTo>
                  <a:lnTo>
                    <a:pt x="457" y="494"/>
                  </a:lnTo>
                  <a:lnTo>
                    <a:pt x="459" y="494"/>
                  </a:lnTo>
                  <a:lnTo>
                    <a:pt x="459" y="494"/>
                  </a:lnTo>
                  <a:lnTo>
                    <a:pt x="459" y="494"/>
                  </a:lnTo>
                  <a:lnTo>
                    <a:pt x="461" y="494"/>
                  </a:lnTo>
                  <a:lnTo>
                    <a:pt x="461" y="494"/>
                  </a:lnTo>
                  <a:lnTo>
                    <a:pt x="464" y="494"/>
                  </a:lnTo>
                  <a:lnTo>
                    <a:pt x="466" y="497"/>
                  </a:lnTo>
                  <a:lnTo>
                    <a:pt x="476" y="499"/>
                  </a:lnTo>
                  <a:lnTo>
                    <a:pt x="476" y="499"/>
                  </a:lnTo>
                  <a:lnTo>
                    <a:pt x="478" y="499"/>
                  </a:lnTo>
                  <a:lnTo>
                    <a:pt x="478" y="499"/>
                  </a:lnTo>
                  <a:lnTo>
                    <a:pt x="480" y="499"/>
                  </a:lnTo>
                  <a:lnTo>
                    <a:pt x="480" y="499"/>
                  </a:lnTo>
                  <a:lnTo>
                    <a:pt x="483" y="499"/>
                  </a:lnTo>
                  <a:lnTo>
                    <a:pt x="483" y="499"/>
                  </a:lnTo>
                  <a:lnTo>
                    <a:pt x="490" y="501"/>
                  </a:lnTo>
                  <a:lnTo>
                    <a:pt x="490" y="501"/>
                  </a:lnTo>
                  <a:lnTo>
                    <a:pt x="492" y="501"/>
                  </a:lnTo>
                  <a:lnTo>
                    <a:pt x="492" y="501"/>
                  </a:lnTo>
                  <a:lnTo>
                    <a:pt x="495" y="501"/>
                  </a:lnTo>
                  <a:lnTo>
                    <a:pt x="495" y="501"/>
                  </a:lnTo>
                  <a:lnTo>
                    <a:pt x="499" y="501"/>
                  </a:lnTo>
                  <a:lnTo>
                    <a:pt x="499" y="501"/>
                  </a:lnTo>
                  <a:lnTo>
                    <a:pt x="504" y="499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4"/>
                  </a:lnTo>
                  <a:lnTo>
                    <a:pt x="506" y="492"/>
                  </a:lnTo>
                  <a:lnTo>
                    <a:pt x="504" y="492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2" y="487"/>
                  </a:lnTo>
                  <a:lnTo>
                    <a:pt x="502" y="485"/>
                  </a:lnTo>
                  <a:lnTo>
                    <a:pt x="502" y="485"/>
                  </a:lnTo>
                  <a:lnTo>
                    <a:pt x="499" y="485"/>
                  </a:lnTo>
                  <a:lnTo>
                    <a:pt x="499" y="482"/>
                  </a:lnTo>
                  <a:lnTo>
                    <a:pt x="502" y="482"/>
                  </a:lnTo>
                  <a:lnTo>
                    <a:pt x="502" y="482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0"/>
                  </a:lnTo>
                  <a:lnTo>
                    <a:pt x="502" y="480"/>
                  </a:lnTo>
                  <a:lnTo>
                    <a:pt x="502" y="480"/>
                  </a:lnTo>
                  <a:lnTo>
                    <a:pt x="502" y="478"/>
                  </a:lnTo>
                  <a:lnTo>
                    <a:pt x="502" y="478"/>
                  </a:lnTo>
                  <a:lnTo>
                    <a:pt x="502" y="475"/>
                  </a:lnTo>
                  <a:lnTo>
                    <a:pt x="502" y="475"/>
                  </a:lnTo>
                  <a:lnTo>
                    <a:pt x="506" y="471"/>
                  </a:lnTo>
                  <a:lnTo>
                    <a:pt x="506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499" y="468"/>
                  </a:lnTo>
                  <a:lnTo>
                    <a:pt x="499" y="466"/>
                  </a:lnTo>
                  <a:lnTo>
                    <a:pt x="504" y="466"/>
                  </a:lnTo>
                  <a:lnTo>
                    <a:pt x="504" y="464"/>
                  </a:lnTo>
                  <a:lnTo>
                    <a:pt x="504" y="461"/>
                  </a:lnTo>
                  <a:lnTo>
                    <a:pt x="504" y="459"/>
                  </a:lnTo>
                  <a:lnTo>
                    <a:pt x="499" y="456"/>
                  </a:lnTo>
                  <a:lnTo>
                    <a:pt x="497" y="454"/>
                  </a:lnTo>
                  <a:lnTo>
                    <a:pt x="499" y="454"/>
                  </a:lnTo>
                  <a:lnTo>
                    <a:pt x="502" y="456"/>
                  </a:lnTo>
                  <a:lnTo>
                    <a:pt x="506" y="459"/>
                  </a:lnTo>
                  <a:lnTo>
                    <a:pt x="506" y="461"/>
                  </a:lnTo>
                  <a:lnTo>
                    <a:pt x="509" y="461"/>
                  </a:lnTo>
                  <a:lnTo>
                    <a:pt x="509" y="452"/>
                  </a:lnTo>
                  <a:lnTo>
                    <a:pt x="509" y="447"/>
                  </a:lnTo>
                  <a:lnTo>
                    <a:pt x="506" y="449"/>
                  </a:lnTo>
                  <a:lnTo>
                    <a:pt x="506" y="452"/>
                  </a:lnTo>
                  <a:lnTo>
                    <a:pt x="506" y="454"/>
                  </a:lnTo>
                  <a:lnTo>
                    <a:pt x="504" y="454"/>
                  </a:lnTo>
                  <a:lnTo>
                    <a:pt x="502" y="452"/>
                  </a:lnTo>
                  <a:lnTo>
                    <a:pt x="499" y="449"/>
                  </a:lnTo>
                  <a:lnTo>
                    <a:pt x="499" y="449"/>
                  </a:lnTo>
                  <a:lnTo>
                    <a:pt x="499" y="447"/>
                  </a:lnTo>
                  <a:lnTo>
                    <a:pt x="504" y="449"/>
                  </a:lnTo>
                  <a:lnTo>
                    <a:pt x="504" y="447"/>
                  </a:lnTo>
                  <a:lnTo>
                    <a:pt x="502" y="445"/>
                  </a:lnTo>
                  <a:lnTo>
                    <a:pt x="502" y="440"/>
                  </a:lnTo>
                  <a:lnTo>
                    <a:pt x="502" y="437"/>
                  </a:lnTo>
                  <a:lnTo>
                    <a:pt x="502" y="437"/>
                  </a:lnTo>
                  <a:lnTo>
                    <a:pt x="504" y="435"/>
                  </a:lnTo>
                  <a:lnTo>
                    <a:pt x="504" y="437"/>
                  </a:lnTo>
                  <a:lnTo>
                    <a:pt x="506" y="445"/>
                  </a:lnTo>
                  <a:lnTo>
                    <a:pt x="506" y="445"/>
                  </a:lnTo>
                  <a:lnTo>
                    <a:pt x="506" y="445"/>
                  </a:lnTo>
                  <a:lnTo>
                    <a:pt x="509" y="445"/>
                  </a:lnTo>
                  <a:lnTo>
                    <a:pt x="511" y="442"/>
                  </a:lnTo>
                  <a:lnTo>
                    <a:pt x="513" y="440"/>
                  </a:lnTo>
                  <a:lnTo>
                    <a:pt x="516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8" y="428"/>
                  </a:lnTo>
                  <a:lnTo>
                    <a:pt x="518" y="426"/>
                  </a:lnTo>
                  <a:lnTo>
                    <a:pt x="516" y="426"/>
                  </a:lnTo>
                  <a:lnTo>
                    <a:pt x="511" y="423"/>
                  </a:lnTo>
                  <a:lnTo>
                    <a:pt x="511" y="423"/>
                  </a:lnTo>
                  <a:lnTo>
                    <a:pt x="506" y="423"/>
                  </a:lnTo>
                  <a:lnTo>
                    <a:pt x="502" y="423"/>
                  </a:lnTo>
                  <a:lnTo>
                    <a:pt x="497" y="421"/>
                  </a:lnTo>
                  <a:lnTo>
                    <a:pt x="495" y="419"/>
                  </a:lnTo>
                  <a:lnTo>
                    <a:pt x="495" y="419"/>
                  </a:lnTo>
                  <a:lnTo>
                    <a:pt x="495" y="419"/>
                  </a:lnTo>
                  <a:lnTo>
                    <a:pt x="497" y="419"/>
                  </a:lnTo>
                  <a:lnTo>
                    <a:pt x="499" y="421"/>
                  </a:lnTo>
                  <a:lnTo>
                    <a:pt x="511" y="421"/>
                  </a:lnTo>
                  <a:lnTo>
                    <a:pt x="516" y="421"/>
                  </a:lnTo>
                  <a:lnTo>
                    <a:pt x="516" y="419"/>
                  </a:lnTo>
                  <a:lnTo>
                    <a:pt x="516" y="416"/>
                  </a:lnTo>
                  <a:lnTo>
                    <a:pt x="513" y="414"/>
                  </a:lnTo>
                  <a:lnTo>
                    <a:pt x="511" y="411"/>
                  </a:lnTo>
                  <a:lnTo>
                    <a:pt x="509" y="409"/>
                  </a:lnTo>
                  <a:lnTo>
                    <a:pt x="509" y="409"/>
                  </a:lnTo>
                  <a:lnTo>
                    <a:pt x="509" y="409"/>
                  </a:lnTo>
                  <a:lnTo>
                    <a:pt x="511" y="407"/>
                  </a:lnTo>
                  <a:lnTo>
                    <a:pt x="511" y="407"/>
                  </a:lnTo>
                  <a:lnTo>
                    <a:pt x="511" y="407"/>
                  </a:lnTo>
                  <a:lnTo>
                    <a:pt x="511" y="409"/>
                  </a:lnTo>
                  <a:lnTo>
                    <a:pt x="513" y="409"/>
                  </a:lnTo>
                  <a:lnTo>
                    <a:pt x="513" y="411"/>
                  </a:lnTo>
                  <a:lnTo>
                    <a:pt x="513" y="411"/>
                  </a:lnTo>
                  <a:lnTo>
                    <a:pt x="516" y="411"/>
                  </a:lnTo>
                  <a:lnTo>
                    <a:pt x="516" y="414"/>
                  </a:lnTo>
                  <a:lnTo>
                    <a:pt x="516" y="411"/>
                  </a:lnTo>
                  <a:lnTo>
                    <a:pt x="518" y="411"/>
                  </a:lnTo>
                  <a:lnTo>
                    <a:pt x="516" y="411"/>
                  </a:lnTo>
                  <a:lnTo>
                    <a:pt x="516" y="409"/>
                  </a:lnTo>
                  <a:lnTo>
                    <a:pt x="523" y="397"/>
                  </a:lnTo>
                  <a:lnTo>
                    <a:pt x="523" y="393"/>
                  </a:lnTo>
                  <a:lnTo>
                    <a:pt x="521" y="393"/>
                  </a:lnTo>
                  <a:lnTo>
                    <a:pt x="516" y="395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3" y="397"/>
                  </a:lnTo>
                  <a:lnTo>
                    <a:pt x="513" y="395"/>
                  </a:lnTo>
                  <a:lnTo>
                    <a:pt x="511" y="395"/>
                  </a:lnTo>
                  <a:lnTo>
                    <a:pt x="511" y="395"/>
                  </a:lnTo>
                  <a:lnTo>
                    <a:pt x="509" y="395"/>
                  </a:lnTo>
                  <a:lnTo>
                    <a:pt x="509" y="395"/>
                  </a:lnTo>
                  <a:lnTo>
                    <a:pt x="506" y="395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9" y="393"/>
                  </a:lnTo>
                  <a:lnTo>
                    <a:pt x="509" y="390"/>
                  </a:lnTo>
                  <a:lnTo>
                    <a:pt x="511" y="390"/>
                  </a:lnTo>
                  <a:lnTo>
                    <a:pt x="513" y="390"/>
                  </a:lnTo>
                  <a:lnTo>
                    <a:pt x="516" y="390"/>
                  </a:lnTo>
                  <a:lnTo>
                    <a:pt x="518" y="390"/>
                  </a:lnTo>
                  <a:lnTo>
                    <a:pt x="521" y="385"/>
                  </a:lnTo>
                  <a:lnTo>
                    <a:pt x="518" y="385"/>
                  </a:lnTo>
                  <a:lnTo>
                    <a:pt x="516" y="383"/>
                  </a:lnTo>
                  <a:lnTo>
                    <a:pt x="513" y="381"/>
                  </a:lnTo>
                  <a:lnTo>
                    <a:pt x="516" y="381"/>
                  </a:lnTo>
                  <a:lnTo>
                    <a:pt x="518" y="381"/>
                  </a:lnTo>
                  <a:lnTo>
                    <a:pt x="521" y="383"/>
                  </a:lnTo>
                  <a:lnTo>
                    <a:pt x="521" y="383"/>
                  </a:lnTo>
                  <a:lnTo>
                    <a:pt x="523" y="388"/>
                  </a:lnTo>
                  <a:lnTo>
                    <a:pt x="523" y="390"/>
                  </a:lnTo>
                  <a:lnTo>
                    <a:pt x="523" y="388"/>
                  </a:lnTo>
                  <a:lnTo>
                    <a:pt x="525" y="388"/>
                  </a:lnTo>
                  <a:lnTo>
                    <a:pt x="525" y="378"/>
                  </a:lnTo>
                  <a:lnTo>
                    <a:pt x="525" y="376"/>
                  </a:lnTo>
                  <a:lnTo>
                    <a:pt x="525" y="374"/>
                  </a:lnTo>
                  <a:lnTo>
                    <a:pt x="523" y="371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3" y="376"/>
                  </a:lnTo>
                  <a:lnTo>
                    <a:pt x="523" y="376"/>
                  </a:lnTo>
                  <a:lnTo>
                    <a:pt x="516" y="378"/>
                  </a:lnTo>
                  <a:lnTo>
                    <a:pt x="513" y="378"/>
                  </a:lnTo>
                  <a:lnTo>
                    <a:pt x="518" y="374"/>
                  </a:lnTo>
                  <a:lnTo>
                    <a:pt x="518" y="371"/>
                  </a:lnTo>
                  <a:lnTo>
                    <a:pt x="513" y="369"/>
                  </a:lnTo>
                  <a:lnTo>
                    <a:pt x="511" y="369"/>
                  </a:lnTo>
                  <a:lnTo>
                    <a:pt x="509" y="369"/>
                  </a:lnTo>
                  <a:lnTo>
                    <a:pt x="509" y="366"/>
                  </a:lnTo>
                  <a:lnTo>
                    <a:pt x="509" y="366"/>
                  </a:lnTo>
                  <a:lnTo>
                    <a:pt x="511" y="366"/>
                  </a:lnTo>
                  <a:lnTo>
                    <a:pt x="511" y="366"/>
                  </a:lnTo>
                  <a:lnTo>
                    <a:pt x="513" y="366"/>
                  </a:lnTo>
                  <a:lnTo>
                    <a:pt x="516" y="369"/>
                  </a:lnTo>
                  <a:lnTo>
                    <a:pt x="521" y="369"/>
                  </a:lnTo>
                  <a:lnTo>
                    <a:pt x="525" y="366"/>
                  </a:lnTo>
                  <a:lnTo>
                    <a:pt x="525" y="366"/>
                  </a:lnTo>
                  <a:lnTo>
                    <a:pt x="528" y="364"/>
                  </a:lnTo>
                  <a:lnTo>
                    <a:pt x="530" y="359"/>
                  </a:lnTo>
                  <a:lnTo>
                    <a:pt x="530" y="357"/>
                  </a:lnTo>
                  <a:lnTo>
                    <a:pt x="530" y="355"/>
                  </a:lnTo>
                  <a:lnTo>
                    <a:pt x="530" y="355"/>
                  </a:lnTo>
                  <a:lnTo>
                    <a:pt x="530" y="355"/>
                  </a:lnTo>
                  <a:lnTo>
                    <a:pt x="525" y="352"/>
                  </a:lnTo>
                  <a:lnTo>
                    <a:pt x="525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5" y="350"/>
                  </a:lnTo>
                  <a:lnTo>
                    <a:pt x="525" y="348"/>
                  </a:lnTo>
                  <a:lnTo>
                    <a:pt x="523" y="348"/>
                  </a:lnTo>
                  <a:lnTo>
                    <a:pt x="521" y="345"/>
                  </a:lnTo>
                  <a:lnTo>
                    <a:pt x="523" y="345"/>
                  </a:lnTo>
                  <a:lnTo>
                    <a:pt x="523" y="345"/>
                  </a:lnTo>
                  <a:lnTo>
                    <a:pt x="525" y="345"/>
                  </a:lnTo>
                  <a:lnTo>
                    <a:pt x="525" y="348"/>
                  </a:lnTo>
                  <a:lnTo>
                    <a:pt x="525" y="348"/>
                  </a:lnTo>
                  <a:lnTo>
                    <a:pt x="528" y="348"/>
                  </a:lnTo>
                  <a:lnTo>
                    <a:pt x="532" y="348"/>
                  </a:lnTo>
                  <a:lnTo>
                    <a:pt x="535" y="350"/>
                  </a:lnTo>
                  <a:lnTo>
                    <a:pt x="537" y="350"/>
                  </a:lnTo>
                  <a:lnTo>
                    <a:pt x="539" y="348"/>
                  </a:lnTo>
                  <a:lnTo>
                    <a:pt x="542" y="343"/>
                  </a:lnTo>
                  <a:lnTo>
                    <a:pt x="539" y="343"/>
                  </a:lnTo>
                  <a:lnTo>
                    <a:pt x="537" y="340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6"/>
                  </a:lnTo>
                  <a:lnTo>
                    <a:pt x="537" y="336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8"/>
                  </a:lnTo>
                  <a:lnTo>
                    <a:pt x="547" y="333"/>
                  </a:lnTo>
                  <a:lnTo>
                    <a:pt x="549" y="329"/>
                  </a:lnTo>
                  <a:lnTo>
                    <a:pt x="547" y="32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5" name="Freeform 46">
              <a:extLst>
                <a:ext uri="{FF2B5EF4-FFF2-40B4-BE49-F238E27FC236}">
                  <a16:creationId xmlns:a16="http://schemas.microsoft.com/office/drawing/2014/main" id="{07656473-9BDE-4EA8-9C5B-7F9EA5C09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9788" y="3815123"/>
              <a:ext cx="878926" cy="768470"/>
            </a:xfrm>
            <a:custGeom>
              <a:avLst/>
              <a:gdLst>
                <a:gd name="T0" fmla="*/ 286 w 931"/>
                <a:gd name="T1" fmla="*/ 190 h 814"/>
                <a:gd name="T2" fmla="*/ 108 w 931"/>
                <a:gd name="T3" fmla="*/ 121 h 814"/>
                <a:gd name="T4" fmla="*/ 662 w 931"/>
                <a:gd name="T5" fmla="*/ 533 h 814"/>
                <a:gd name="T6" fmla="*/ 887 w 931"/>
                <a:gd name="T7" fmla="*/ 438 h 814"/>
                <a:gd name="T8" fmla="*/ 773 w 931"/>
                <a:gd name="T9" fmla="*/ 239 h 814"/>
                <a:gd name="T10" fmla="*/ 801 w 931"/>
                <a:gd name="T11" fmla="*/ 284 h 814"/>
                <a:gd name="T12" fmla="*/ 685 w 931"/>
                <a:gd name="T13" fmla="*/ 85 h 814"/>
                <a:gd name="T14" fmla="*/ 659 w 931"/>
                <a:gd name="T15" fmla="*/ 7 h 814"/>
                <a:gd name="T16" fmla="*/ 598 w 931"/>
                <a:gd name="T17" fmla="*/ 5 h 814"/>
                <a:gd name="T18" fmla="*/ 586 w 931"/>
                <a:gd name="T19" fmla="*/ 59 h 814"/>
                <a:gd name="T20" fmla="*/ 376 w 931"/>
                <a:gd name="T21" fmla="*/ 55 h 814"/>
                <a:gd name="T22" fmla="*/ 2 w 931"/>
                <a:gd name="T23" fmla="*/ 62 h 814"/>
                <a:gd name="T24" fmla="*/ 30 w 931"/>
                <a:gd name="T25" fmla="*/ 140 h 814"/>
                <a:gd name="T26" fmla="*/ 54 w 931"/>
                <a:gd name="T27" fmla="*/ 107 h 814"/>
                <a:gd name="T28" fmla="*/ 82 w 931"/>
                <a:gd name="T29" fmla="*/ 121 h 814"/>
                <a:gd name="T30" fmla="*/ 134 w 931"/>
                <a:gd name="T31" fmla="*/ 114 h 814"/>
                <a:gd name="T32" fmla="*/ 146 w 931"/>
                <a:gd name="T33" fmla="*/ 116 h 814"/>
                <a:gd name="T34" fmla="*/ 212 w 931"/>
                <a:gd name="T35" fmla="*/ 128 h 814"/>
                <a:gd name="T36" fmla="*/ 238 w 931"/>
                <a:gd name="T37" fmla="*/ 145 h 814"/>
                <a:gd name="T38" fmla="*/ 257 w 931"/>
                <a:gd name="T39" fmla="*/ 168 h 814"/>
                <a:gd name="T40" fmla="*/ 312 w 931"/>
                <a:gd name="T41" fmla="*/ 183 h 814"/>
                <a:gd name="T42" fmla="*/ 359 w 931"/>
                <a:gd name="T43" fmla="*/ 142 h 814"/>
                <a:gd name="T44" fmla="*/ 428 w 931"/>
                <a:gd name="T45" fmla="*/ 138 h 814"/>
                <a:gd name="T46" fmla="*/ 501 w 931"/>
                <a:gd name="T47" fmla="*/ 204 h 814"/>
                <a:gd name="T48" fmla="*/ 553 w 931"/>
                <a:gd name="T49" fmla="*/ 237 h 814"/>
                <a:gd name="T50" fmla="*/ 570 w 931"/>
                <a:gd name="T51" fmla="*/ 313 h 814"/>
                <a:gd name="T52" fmla="*/ 577 w 931"/>
                <a:gd name="T53" fmla="*/ 393 h 814"/>
                <a:gd name="T54" fmla="*/ 579 w 931"/>
                <a:gd name="T55" fmla="*/ 358 h 814"/>
                <a:gd name="T56" fmla="*/ 605 w 931"/>
                <a:gd name="T57" fmla="*/ 398 h 814"/>
                <a:gd name="T58" fmla="*/ 603 w 931"/>
                <a:gd name="T59" fmla="*/ 431 h 814"/>
                <a:gd name="T60" fmla="*/ 655 w 931"/>
                <a:gd name="T61" fmla="*/ 497 h 814"/>
                <a:gd name="T62" fmla="*/ 676 w 931"/>
                <a:gd name="T63" fmla="*/ 471 h 814"/>
                <a:gd name="T64" fmla="*/ 700 w 931"/>
                <a:gd name="T65" fmla="*/ 507 h 814"/>
                <a:gd name="T66" fmla="*/ 709 w 931"/>
                <a:gd name="T67" fmla="*/ 556 h 814"/>
                <a:gd name="T68" fmla="*/ 738 w 931"/>
                <a:gd name="T69" fmla="*/ 592 h 814"/>
                <a:gd name="T70" fmla="*/ 792 w 931"/>
                <a:gd name="T71" fmla="*/ 632 h 814"/>
                <a:gd name="T72" fmla="*/ 804 w 931"/>
                <a:gd name="T73" fmla="*/ 677 h 814"/>
                <a:gd name="T74" fmla="*/ 865 w 931"/>
                <a:gd name="T75" fmla="*/ 665 h 814"/>
                <a:gd name="T76" fmla="*/ 887 w 931"/>
                <a:gd name="T77" fmla="*/ 649 h 814"/>
                <a:gd name="T78" fmla="*/ 787 w 931"/>
                <a:gd name="T79" fmla="*/ 251 h 814"/>
                <a:gd name="T80" fmla="*/ 851 w 931"/>
                <a:gd name="T81" fmla="*/ 386 h 814"/>
                <a:gd name="T82" fmla="*/ 922 w 931"/>
                <a:gd name="T83" fmla="*/ 807 h 814"/>
                <a:gd name="T84" fmla="*/ 565 w 931"/>
                <a:gd name="T85" fmla="*/ 270 h 814"/>
                <a:gd name="T86" fmla="*/ 560 w 931"/>
                <a:gd name="T87" fmla="*/ 254 h 814"/>
                <a:gd name="T88" fmla="*/ 546 w 931"/>
                <a:gd name="T89" fmla="*/ 225 h 814"/>
                <a:gd name="T90" fmla="*/ 747 w 931"/>
                <a:gd name="T91" fmla="*/ 767 h 814"/>
                <a:gd name="T92" fmla="*/ 709 w 931"/>
                <a:gd name="T93" fmla="*/ 772 h 814"/>
                <a:gd name="T94" fmla="*/ 764 w 931"/>
                <a:gd name="T95" fmla="*/ 601 h 814"/>
                <a:gd name="T96" fmla="*/ 754 w 931"/>
                <a:gd name="T97" fmla="*/ 601 h 814"/>
                <a:gd name="T98" fmla="*/ 624 w 931"/>
                <a:gd name="T99" fmla="*/ 777 h 814"/>
                <a:gd name="T100" fmla="*/ 674 w 931"/>
                <a:gd name="T101" fmla="*/ 535 h 814"/>
                <a:gd name="T102" fmla="*/ 771 w 931"/>
                <a:gd name="T103" fmla="*/ 746 h 814"/>
                <a:gd name="T104" fmla="*/ 764 w 931"/>
                <a:gd name="T105" fmla="*/ 760 h 814"/>
                <a:gd name="T106" fmla="*/ 823 w 931"/>
                <a:gd name="T107" fmla="*/ 665 h 814"/>
                <a:gd name="T108" fmla="*/ 596 w 931"/>
                <a:gd name="T109" fmla="*/ 414 h 814"/>
                <a:gd name="T110" fmla="*/ 780 w 931"/>
                <a:gd name="T111" fmla="*/ 748 h 814"/>
                <a:gd name="T112" fmla="*/ 856 w 931"/>
                <a:gd name="T113" fmla="*/ 675 h 814"/>
                <a:gd name="T114" fmla="*/ 884 w 931"/>
                <a:gd name="T115" fmla="*/ 670 h 814"/>
                <a:gd name="T116" fmla="*/ 901 w 931"/>
                <a:gd name="T117" fmla="*/ 649 h 814"/>
                <a:gd name="T118" fmla="*/ 785 w 931"/>
                <a:gd name="T119" fmla="*/ 736 h 814"/>
                <a:gd name="T120" fmla="*/ 851 w 931"/>
                <a:gd name="T121" fmla="*/ 701 h 814"/>
                <a:gd name="T122" fmla="*/ 827 w 931"/>
                <a:gd name="T123" fmla="*/ 729 h 814"/>
                <a:gd name="T124" fmla="*/ 882 w 931"/>
                <a:gd name="T125" fmla="*/ 672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31" h="814">
                  <a:moveTo>
                    <a:pt x="340" y="166"/>
                  </a:moveTo>
                  <a:lnTo>
                    <a:pt x="338" y="168"/>
                  </a:lnTo>
                  <a:lnTo>
                    <a:pt x="333" y="171"/>
                  </a:lnTo>
                  <a:lnTo>
                    <a:pt x="333" y="173"/>
                  </a:lnTo>
                  <a:lnTo>
                    <a:pt x="338" y="171"/>
                  </a:lnTo>
                  <a:lnTo>
                    <a:pt x="340" y="168"/>
                  </a:lnTo>
                  <a:lnTo>
                    <a:pt x="343" y="166"/>
                  </a:lnTo>
                  <a:lnTo>
                    <a:pt x="340" y="166"/>
                  </a:lnTo>
                  <a:lnTo>
                    <a:pt x="340" y="166"/>
                  </a:lnTo>
                  <a:close/>
                  <a:moveTo>
                    <a:pt x="328" y="175"/>
                  </a:moveTo>
                  <a:lnTo>
                    <a:pt x="328" y="178"/>
                  </a:lnTo>
                  <a:lnTo>
                    <a:pt x="326" y="180"/>
                  </a:lnTo>
                  <a:lnTo>
                    <a:pt x="326" y="180"/>
                  </a:lnTo>
                  <a:lnTo>
                    <a:pt x="326" y="180"/>
                  </a:lnTo>
                  <a:lnTo>
                    <a:pt x="324" y="180"/>
                  </a:lnTo>
                  <a:lnTo>
                    <a:pt x="324" y="180"/>
                  </a:lnTo>
                  <a:lnTo>
                    <a:pt x="324" y="183"/>
                  </a:lnTo>
                  <a:lnTo>
                    <a:pt x="324" y="183"/>
                  </a:lnTo>
                  <a:lnTo>
                    <a:pt x="324" y="183"/>
                  </a:lnTo>
                  <a:lnTo>
                    <a:pt x="321" y="183"/>
                  </a:lnTo>
                  <a:lnTo>
                    <a:pt x="300" y="197"/>
                  </a:lnTo>
                  <a:lnTo>
                    <a:pt x="298" y="199"/>
                  </a:lnTo>
                  <a:lnTo>
                    <a:pt x="295" y="199"/>
                  </a:lnTo>
                  <a:lnTo>
                    <a:pt x="290" y="199"/>
                  </a:lnTo>
                  <a:lnTo>
                    <a:pt x="288" y="199"/>
                  </a:lnTo>
                  <a:lnTo>
                    <a:pt x="293" y="199"/>
                  </a:lnTo>
                  <a:lnTo>
                    <a:pt x="295" y="199"/>
                  </a:lnTo>
                  <a:lnTo>
                    <a:pt x="300" y="199"/>
                  </a:lnTo>
                  <a:lnTo>
                    <a:pt x="302" y="199"/>
                  </a:lnTo>
                  <a:lnTo>
                    <a:pt x="309" y="194"/>
                  </a:lnTo>
                  <a:lnTo>
                    <a:pt x="312" y="192"/>
                  </a:lnTo>
                  <a:lnTo>
                    <a:pt x="321" y="185"/>
                  </a:lnTo>
                  <a:lnTo>
                    <a:pt x="326" y="180"/>
                  </a:lnTo>
                  <a:lnTo>
                    <a:pt x="328" y="178"/>
                  </a:lnTo>
                  <a:lnTo>
                    <a:pt x="328" y="178"/>
                  </a:lnTo>
                  <a:lnTo>
                    <a:pt x="331" y="175"/>
                  </a:lnTo>
                  <a:lnTo>
                    <a:pt x="331" y="175"/>
                  </a:lnTo>
                  <a:lnTo>
                    <a:pt x="331" y="175"/>
                  </a:lnTo>
                  <a:lnTo>
                    <a:pt x="328" y="175"/>
                  </a:lnTo>
                  <a:close/>
                  <a:moveTo>
                    <a:pt x="290" y="192"/>
                  </a:moveTo>
                  <a:lnTo>
                    <a:pt x="290" y="190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86" y="190"/>
                  </a:lnTo>
                  <a:lnTo>
                    <a:pt x="283" y="190"/>
                  </a:lnTo>
                  <a:lnTo>
                    <a:pt x="281" y="192"/>
                  </a:lnTo>
                  <a:lnTo>
                    <a:pt x="281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9" y="194"/>
                  </a:lnTo>
                  <a:lnTo>
                    <a:pt x="281" y="194"/>
                  </a:lnTo>
                  <a:lnTo>
                    <a:pt x="281" y="194"/>
                  </a:lnTo>
                  <a:lnTo>
                    <a:pt x="281" y="197"/>
                  </a:lnTo>
                  <a:lnTo>
                    <a:pt x="283" y="197"/>
                  </a:lnTo>
                  <a:lnTo>
                    <a:pt x="283" y="197"/>
                  </a:lnTo>
                  <a:lnTo>
                    <a:pt x="286" y="197"/>
                  </a:lnTo>
                  <a:lnTo>
                    <a:pt x="288" y="197"/>
                  </a:lnTo>
                  <a:lnTo>
                    <a:pt x="288" y="197"/>
                  </a:lnTo>
                  <a:lnTo>
                    <a:pt x="288" y="194"/>
                  </a:lnTo>
                  <a:lnTo>
                    <a:pt x="288" y="194"/>
                  </a:lnTo>
                  <a:lnTo>
                    <a:pt x="288" y="192"/>
                  </a:lnTo>
                  <a:lnTo>
                    <a:pt x="290" y="192"/>
                  </a:lnTo>
                  <a:close/>
                  <a:moveTo>
                    <a:pt x="108" y="121"/>
                  </a:moveTo>
                  <a:lnTo>
                    <a:pt x="106" y="123"/>
                  </a:lnTo>
                  <a:lnTo>
                    <a:pt x="106" y="123"/>
                  </a:lnTo>
                  <a:lnTo>
                    <a:pt x="104" y="123"/>
                  </a:lnTo>
                  <a:lnTo>
                    <a:pt x="92" y="128"/>
                  </a:lnTo>
                  <a:lnTo>
                    <a:pt x="87" y="128"/>
                  </a:lnTo>
                  <a:lnTo>
                    <a:pt x="85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78" y="130"/>
                  </a:lnTo>
                  <a:lnTo>
                    <a:pt x="70" y="133"/>
                  </a:lnTo>
                  <a:lnTo>
                    <a:pt x="66" y="135"/>
                  </a:lnTo>
                  <a:lnTo>
                    <a:pt x="54" y="138"/>
                  </a:lnTo>
                  <a:lnTo>
                    <a:pt x="44" y="140"/>
                  </a:lnTo>
                  <a:lnTo>
                    <a:pt x="42" y="140"/>
                  </a:lnTo>
                  <a:lnTo>
                    <a:pt x="49" y="140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3" y="123"/>
                  </a:lnTo>
                  <a:lnTo>
                    <a:pt x="123" y="123"/>
                  </a:lnTo>
                  <a:lnTo>
                    <a:pt x="125" y="121"/>
                  </a:lnTo>
                  <a:lnTo>
                    <a:pt x="113" y="121"/>
                  </a:lnTo>
                  <a:lnTo>
                    <a:pt x="108" y="121"/>
                  </a:lnTo>
                  <a:close/>
                  <a:moveTo>
                    <a:pt x="903" y="597"/>
                  </a:moveTo>
                  <a:lnTo>
                    <a:pt x="903" y="599"/>
                  </a:lnTo>
                  <a:lnTo>
                    <a:pt x="903" y="599"/>
                  </a:lnTo>
                  <a:lnTo>
                    <a:pt x="903" y="599"/>
                  </a:lnTo>
                  <a:lnTo>
                    <a:pt x="905" y="599"/>
                  </a:lnTo>
                  <a:lnTo>
                    <a:pt x="905" y="597"/>
                  </a:lnTo>
                  <a:lnTo>
                    <a:pt x="905" y="590"/>
                  </a:lnTo>
                  <a:lnTo>
                    <a:pt x="905" y="590"/>
                  </a:lnTo>
                  <a:lnTo>
                    <a:pt x="905" y="590"/>
                  </a:lnTo>
                  <a:lnTo>
                    <a:pt x="903" y="590"/>
                  </a:lnTo>
                  <a:lnTo>
                    <a:pt x="903" y="592"/>
                  </a:lnTo>
                  <a:lnTo>
                    <a:pt x="903" y="592"/>
                  </a:lnTo>
                  <a:lnTo>
                    <a:pt x="903" y="592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7"/>
                  </a:lnTo>
                  <a:lnTo>
                    <a:pt x="903" y="597"/>
                  </a:lnTo>
                  <a:close/>
                  <a:moveTo>
                    <a:pt x="683" y="540"/>
                  </a:moveTo>
                  <a:lnTo>
                    <a:pt x="681" y="538"/>
                  </a:lnTo>
                  <a:lnTo>
                    <a:pt x="678" y="538"/>
                  </a:lnTo>
                  <a:lnTo>
                    <a:pt x="678" y="538"/>
                  </a:lnTo>
                  <a:lnTo>
                    <a:pt x="678" y="538"/>
                  </a:lnTo>
                  <a:lnTo>
                    <a:pt x="676" y="540"/>
                  </a:lnTo>
                  <a:lnTo>
                    <a:pt x="674" y="540"/>
                  </a:lnTo>
                  <a:lnTo>
                    <a:pt x="671" y="540"/>
                  </a:lnTo>
                  <a:lnTo>
                    <a:pt x="671" y="540"/>
                  </a:lnTo>
                  <a:lnTo>
                    <a:pt x="669" y="540"/>
                  </a:lnTo>
                  <a:lnTo>
                    <a:pt x="667" y="538"/>
                  </a:lnTo>
                  <a:lnTo>
                    <a:pt x="664" y="535"/>
                  </a:lnTo>
                  <a:lnTo>
                    <a:pt x="664" y="533"/>
                  </a:lnTo>
                  <a:lnTo>
                    <a:pt x="664" y="533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59" y="530"/>
                  </a:lnTo>
                  <a:lnTo>
                    <a:pt x="662" y="533"/>
                  </a:lnTo>
                  <a:lnTo>
                    <a:pt x="664" y="538"/>
                  </a:lnTo>
                  <a:lnTo>
                    <a:pt x="664" y="540"/>
                  </a:lnTo>
                  <a:lnTo>
                    <a:pt x="667" y="540"/>
                  </a:lnTo>
                  <a:lnTo>
                    <a:pt x="667" y="540"/>
                  </a:lnTo>
                  <a:lnTo>
                    <a:pt x="674" y="545"/>
                  </a:lnTo>
                  <a:lnTo>
                    <a:pt x="674" y="545"/>
                  </a:lnTo>
                  <a:lnTo>
                    <a:pt x="674" y="545"/>
                  </a:lnTo>
                  <a:lnTo>
                    <a:pt x="676" y="545"/>
                  </a:lnTo>
                  <a:lnTo>
                    <a:pt x="678" y="542"/>
                  </a:lnTo>
                  <a:lnTo>
                    <a:pt x="681" y="540"/>
                  </a:lnTo>
                  <a:lnTo>
                    <a:pt x="683" y="540"/>
                  </a:lnTo>
                  <a:lnTo>
                    <a:pt x="683" y="540"/>
                  </a:lnTo>
                  <a:lnTo>
                    <a:pt x="683" y="540"/>
                  </a:lnTo>
                  <a:close/>
                  <a:moveTo>
                    <a:pt x="901" y="547"/>
                  </a:moveTo>
                  <a:lnTo>
                    <a:pt x="901" y="545"/>
                  </a:lnTo>
                  <a:lnTo>
                    <a:pt x="901" y="545"/>
                  </a:lnTo>
                  <a:lnTo>
                    <a:pt x="901" y="540"/>
                  </a:lnTo>
                  <a:lnTo>
                    <a:pt x="901" y="521"/>
                  </a:lnTo>
                  <a:lnTo>
                    <a:pt x="901" y="519"/>
                  </a:lnTo>
                  <a:lnTo>
                    <a:pt x="901" y="516"/>
                  </a:lnTo>
                  <a:lnTo>
                    <a:pt x="901" y="514"/>
                  </a:lnTo>
                  <a:lnTo>
                    <a:pt x="898" y="512"/>
                  </a:lnTo>
                  <a:lnTo>
                    <a:pt x="898" y="509"/>
                  </a:lnTo>
                  <a:lnTo>
                    <a:pt x="901" y="504"/>
                  </a:lnTo>
                  <a:lnTo>
                    <a:pt x="898" y="488"/>
                  </a:lnTo>
                  <a:lnTo>
                    <a:pt x="898" y="488"/>
                  </a:lnTo>
                  <a:lnTo>
                    <a:pt x="898" y="483"/>
                  </a:lnTo>
                  <a:lnTo>
                    <a:pt x="896" y="469"/>
                  </a:lnTo>
                  <a:lnTo>
                    <a:pt x="896" y="464"/>
                  </a:lnTo>
                  <a:lnTo>
                    <a:pt x="894" y="464"/>
                  </a:lnTo>
                  <a:lnTo>
                    <a:pt x="894" y="462"/>
                  </a:lnTo>
                  <a:lnTo>
                    <a:pt x="894" y="459"/>
                  </a:lnTo>
                  <a:lnTo>
                    <a:pt x="894" y="457"/>
                  </a:lnTo>
                  <a:lnTo>
                    <a:pt x="889" y="445"/>
                  </a:lnTo>
                  <a:lnTo>
                    <a:pt x="889" y="445"/>
                  </a:lnTo>
                  <a:lnTo>
                    <a:pt x="887" y="443"/>
                  </a:lnTo>
                  <a:lnTo>
                    <a:pt x="884" y="443"/>
                  </a:lnTo>
                  <a:lnTo>
                    <a:pt x="882" y="443"/>
                  </a:lnTo>
                  <a:lnTo>
                    <a:pt x="882" y="443"/>
                  </a:lnTo>
                  <a:lnTo>
                    <a:pt x="884" y="441"/>
                  </a:lnTo>
                  <a:lnTo>
                    <a:pt x="884" y="441"/>
                  </a:lnTo>
                  <a:lnTo>
                    <a:pt x="887" y="441"/>
                  </a:lnTo>
                  <a:lnTo>
                    <a:pt x="887" y="438"/>
                  </a:lnTo>
                  <a:lnTo>
                    <a:pt x="887" y="438"/>
                  </a:lnTo>
                  <a:lnTo>
                    <a:pt x="884" y="433"/>
                  </a:lnTo>
                  <a:lnTo>
                    <a:pt x="879" y="426"/>
                  </a:lnTo>
                  <a:lnTo>
                    <a:pt x="877" y="422"/>
                  </a:lnTo>
                  <a:lnTo>
                    <a:pt x="875" y="422"/>
                  </a:lnTo>
                  <a:lnTo>
                    <a:pt x="875" y="419"/>
                  </a:lnTo>
                  <a:lnTo>
                    <a:pt x="870" y="417"/>
                  </a:lnTo>
                  <a:lnTo>
                    <a:pt x="870" y="417"/>
                  </a:lnTo>
                  <a:lnTo>
                    <a:pt x="865" y="412"/>
                  </a:lnTo>
                  <a:lnTo>
                    <a:pt x="865" y="412"/>
                  </a:lnTo>
                  <a:lnTo>
                    <a:pt x="863" y="414"/>
                  </a:lnTo>
                  <a:lnTo>
                    <a:pt x="861" y="414"/>
                  </a:lnTo>
                  <a:lnTo>
                    <a:pt x="858" y="412"/>
                  </a:lnTo>
                  <a:lnTo>
                    <a:pt x="858" y="412"/>
                  </a:lnTo>
                  <a:lnTo>
                    <a:pt x="856" y="410"/>
                  </a:lnTo>
                  <a:lnTo>
                    <a:pt x="853" y="410"/>
                  </a:lnTo>
                  <a:lnTo>
                    <a:pt x="856" y="410"/>
                  </a:lnTo>
                  <a:lnTo>
                    <a:pt x="856" y="410"/>
                  </a:lnTo>
                  <a:lnTo>
                    <a:pt x="858" y="410"/>
                  </a:lnTo>
                  <a:lnTo>
                    <a:pt x="858" y="410"/>
                  </a:lnTo>
                  <a:lnTo>
                    <a:pt x="861" y="412"/>
                  </a:lnTo>
                  <a:lnTo>
                    <a:pt x="865" y="412"/>
                  </a:lnTo>
                  <a:lnTo>
                    <a:pt x="868" y="412"/>
                  </a:lnTo>
                  <a:lnTo>
                    <a:pt x="868" y="414"/>
                  </a:lnTo>
                  <a:lnTo>
                    <a:pt x="868" y="412"/>
                  </a:lnTo>
                  <a:lnTo>
                    <a:pt x="844" y="377"/>
                  </a:lnTo>
                  <a:lnTo>
                    <a:pt x="837" y="360"/>
                  </a:lnTo>
                  <a:lnTo>
                    <a:pt x="790" y="289"/>
                  </a:lnTo>
                  <a:lnTo>
                    <a:pt x="787" y="284"/>
                  </a:lnTo>
                  <a:lnTo>
                    <a:pt x="782" y="280"/>
                  </a:lnTo>
                  <a:lnTo>
                    <a:pt x="780" y="272"/>
                  </a:lnTo>
                  <a:lnTo>
                    <a:pt x="778" y="270"/>
                  </a:lnTo>
                  <a:lnTo>
                    <a:pt x="773" y="258"/>
                  </a:lnTo>
                  <a:lnTo>
                    <a:pt x="773" y="254"/>
                  </a:lnTo>
                  <a:lnTo>
                    <a:pt x="771" y="251"/>
                  </a:lnTo>
                  <a:lnTo>
                    <a:pt x="768" y="246"/>
                  </a:lnTo>
                  <a:lnTo>
                    <a:pt x="768" y="244"/>
                  </a:lnTo>
                  <a:lnTo>
                    <a:pt x="768" y="244"/>
                  </a:lnTo>
                  <a:lnTo>
                    <a:pt x="766" y="242"/>
                  </a:lnTo>
                  <a:lnTo>
                    <a:pt x="761" y="230"/>
                  </a:lnTo>
                  <a:lnTo>
                    <a:pt x="764" y="230"/>
                  </a:lnTo>
                  <a:lnTo>
                    <a:pt x="768" y="235"/>
                  </a:lnTo>
                  <a:lnTo>
                    <a:pt x="773" y="235"/>
                  </a:lnTo>
                  <a:lnTo>
                    <a:pt x="775" y="237"/>
                  </a:lnTo>
                  <a:lnTo>
                    <a:pt x="773" y="239"/>
                  </a:lnTo>
                  <a:lnTo>
                    <a:pt x="773" y="242"/>
                  </a:lnTo>
                  <a:lnTo>
                    <a:pt x="773" y="239"/>
                  </a:lnTo>
                  <a:lnTo>
                    <a:pt x="773" y="242"/>
                  </a:lnTo>
                  <a:lnTo>
                    <a:pt x="773" y="244"/>
                  </a:lnTo>
                  <a:lnTo>
                    <a:pt x="773" y="246"/>
                  </a:lnTo>
                  <a:lnTo>
                    <a:pt x="773" y="249"/>
                  </a:lnTo>
                  <a:lnTo>
                    <a:pt x="775" y="251"/>
                  </a:lnTo>
                  <a:lnTo>
                    <a:pt x="778" y="251"/>
                  </a:lnTo>
                  <a:lnTo>
                    <a:pt x="785" y="251"/>
                  </a:lnTo>
                  <a:lnTo>
                    <a:pt x="785" y="251"/>
                  </a:lnTo>
                  <a:lnTo>
                    <a:pt x="787" y="251"/>
                  </a:lnTo>
                  <a:lnTo>
                    <a:pt x="787" y="249"/>
                  </a:lnTo>
                  <a:lnTo>
                    <a:pt x="785" y="249"/>
                  </a:lnTo>
                  <a:lnTo>
                    <a:pt x="785" y="246"/>
                  </a:lnTo>
                  <a:lnTo>
                    <a:pt x="787" y="246"/>
                  </a:lnTo>
                  <a:lnTo>
                    <a:pt x="787" y="246"/>
                  </a:lnTo>
                  <a:lnTo>
                    <a:pt x="787" y="249"/>
                  </a:lnTo>
                  <a:lnTo>
                    <a:pt x="787" y="249"/>
                  </a:lnTo>
                  <a:lnTo>
                    <a:pt x="790" y="246"/>
                  </a:lnTo>
                  <a:lnTo>
                    <a:pt x="792" y="249"/>
                  </a:lnTo>
                  <a:lnTo>
                    <a:pt x="794" y="249"/>
                  </a:lnTo>
                  <a:lnTo>
                    <a:pt x="794" y="251"/>
                  </a:lnTo>
                  <a:lnTo>
                    <a:pt x="797" y="256"/>
                  </a:lnTo>
                  <a:lnTo>
                    <a:pt x="797" y="261"/>
                  </a:lnTo>
                  <a:lnTo>
                    <a:pt x="797" y="277"/>
                  </a:lnTo>
                  <a:lnTo>
                    <a:pt x="799" y="298"/>
                  </a:lnTo>
                  <a:lnTo>
                    <a:pt x="801" y="303"/>
                  </a:lnTo>
                  <a:lnTo>
                    <a:pt x="806" y="310"/>
                  </a:lnTo>
                  <a:lnTo>
                    <a:pt x="816" y="322"/>
                  </a:lnTo>
                  <a:lnTo>
                    <a:pt x="816" y="327"/>
                  </a:lnTo>
                  <a:lnTo>
                    <a:pt x="820" y="329"/>
                  </a:lnTo>
                  <a:lnTo>
                    <a:pt x="820" y="329"/>
                  </a:lnTo>
                  <a:lnTo>
                    <a:pt x="823" y="332"/>
                  </a:lnTo>
                  <a:lnTo>
                    <a:pt x="825" y="336"/>
                  </a:lnTo>
                  <a:lnTo>
                    <a:pt x="825" y="332"/>
                  </a:lnTo>
                  <a:lnTo>
                    <a:pt x="813" y="320"/>
                  </a:lnTo>
                  <a:lnTo>
                    <a:pt x="811" y="313"/>
                  </a:lnTo>
                  <a:lnTo>
                    <a:pt x="808" y="313"/>
                  </a:lnTo>
                  <a:lnTo>
                    <a:pt x="806" y="308"/>
                  </a:lnTo>
                  <a:lnTo>
                    <a:pt x="801" y="296"/>
                  </a:lnTo>
                  <a:lnTo>
                    <a:pt x="801" y="289"/>
                  </a:lnTo>
                  <a:lnTo>
                    <a:pt x="801" y="287"/>
                  </a:lnTo>
                  <a:lnTo>
                    <a:pt x="799" y="287"/>
                  </a:lnTo>
                  <a:lnTo>
                    <a:pt x="801" y="284"/>
                  </a:lnTo>
                  <a:lnTo>
                    <a:pt x="799" y="272"/>
                  </a:lnTo>
                  <a:lnTo>
                    <a:pt x="799" y="272"/>
                  </a:lnTo>
                  <a:lnTo>
                    <a:pt x="799" y="272"/>
                  </a:lnTo>
                  <a:lnTo>
                    <a:pt x="799" y="270"/>
                  </a:lnTo>
                  <a:lnTo>
                    <a:pt x="801" y="270"/>
                  </a:lnTo>
                  <a:lnTo>
                    <a:pt x="801" y="268"/>
                  </a:lnTo>
                  <a:lnTo>
                    <a:pt x="801" y="268"/>
                  </a:lnTo>
                  <a:lnTo>
                    <a:pt x="804" y="265"/>
                  </a:lnTo>
                  <a:lnTo>
                    <a:pt x="804" y="263"/>
                  </a:lnTo>
                  <a:lnTo>
                    <a:pt x="801" y="261"/>
                  </a:lnTo>
                  <a:lnTo>
                    <a:pt x="797" y="254"/>
                  </a:lnTo>
                  <a:lnTo>
                    <a:pt x="790" y="244"/>
                  </a:lnTo>
                  <a:lnTo>
                    <a:pt x="782" y="237"/>
                  </a:lnTo>
                  <a:lnTo>
                    <a:pt x="773" y="225"/>
                  </a:lnTo>
                  <a:lnTo>
                    <a:pt x="754" y="204"/>
                  </a:lnTo>
                  <a:lnTo>
                    <a:pt x="754" y="201"/>
                  </a:lnTo>
                  <a:lnTo>
                    <a:pt x="752" y="199"/>
                  </a:lnTo>
                  <a:lnTo>
                    <a:pt x="749" y="199"/>
                  </a:lnTo>
                  <a:lnTo>
                    <a:pt x="749" y="197"/>
                  </a:lnTo>
                  <a:lnTo>
                    <a:pt x="749" y="194"/>
                  </a:lnTo>
                  <a:lnTo>
                    <a:pt x="735" y="178"/>
                  </a:lnTo>
                  <a:lnTo>
                    <a:pt x="726" y="159"/>
                  </a:lnTo>
                  <a:lnTo>
                    <a:pt x="716" y="147"/>
                  </a:lnTo>
                  <a:lnTo>
                    <a:pt x="709" y="138"/>
                  </a:lnTo>
                  <a:lnTo>
                    <a:pt x="709" y="138"/>
                  </a:lnTo>
                  <a:lnTo>
                    <a:pt x="709" y="135"/>
                  </a:lnTo>
                  <a:lnTo>
                    <a:pt x="707" y="133"/>
                  </a:lnTo>
                  <a:lnTo>
                    <a:pt x="707" y="130"/>
                  </a:lnTo>
                  <a:lnTo>
                    <a:pt x="702" y="123"/>
                  </a:lnTo>
                  <a:lnTo>
                    <a:pt x="700" y="116"/>
                  </a:lnTo>
                  <a:lnTo>
                    <a:pt x="697" y="116"/>
                  </a:lnTo>
                  <a:lnTo>
                    <a:pt x="697" y="114"/>
                  </a:lnTo>
                  <a:lnTo>
                    <a:pt x="695" y="109"/>
                  </a:lnTo>
                  <a:lnTo>
                    <a:pt x="695" y="107"/>
                  </a:lnTo>
                  <a:lnTo>
                    <a:pt x="695" y="107"/>
                  </a:lnTo>
                  <a:lnTo>
                    <a:pt x="695" y="107"/>
                  </a:lnTo>
                  <a:lnTo>
                    <a:pt x="693" y="104"/>
                  </a:lnTo>
                  <a:lnTo>
                    <a:pt x="693" y="104"/>
                  </a:lnTo>
                  <a:lnTo>
                    <a:pt x="693" y="104"/>
                  </a:lnTo>
                  <a:lnTo>
                    <a:pt x="693" y="102"/>
                  </a:lnTo>
                  <a:lnTo>
                    <a:pt x="693" y="102"/>
                  </a:lnTo>
                  <a:lnTo>
                    <a:pt x="690" y="102"/>
                  </a:lnTo>
                  <a:lnTo>
                    <a:pt x="690" y="100"/>
                  </a:lnTo>
                  <a:lnTo>
                    <a:pt x="685" y="85"/>
                  </a:lnTo>
                  <a:lnTo>
                    <a:pt x="683" y="76"/>
                  </a:lnTo>
                  <a:lnTo>
                    <a:pt x="683" y="74"/>
                  </a:lnTo>
                  <a:lnTo>
                    <a:pt x="678" y="69"/>
                  </a:lnTo>
                  <a:lnTo>
                    <a:pt x="678" y="69"/>
                  </a:lnTo>
                  <a:lnTo>
                    <a:pt x="671" y="55"/>
                  </a:lnTo>
                  <a:lnTo>
                    <a:pt x="671" y="50"/>
                  </a:lnTo>
                  <a:lnTo>
                    <a:pt x="671" y="45"/>
                  </a:lnTo>
                  <a:lnTo>
                    <a:pt x="671" y="43"/>
                  </a:lnTo>
                  <a:lnTo>
                    <a:pt x="669" y="43"/>
                  </a:lnTo>
                  <a:lnTo>
                    <a:pt x="669" y="43"/>
                  </a:lnTo>
                  <a:lnTo>
                    <a:pt x="669" y="41"/>
                  </a:lnTo>
                  <a:lnTo>
                    <a:pt x="669" y="38"/>
                  </a:lnTo>
                  <a:lnTo>
                    <a:pt x="667" y="36"/>
                  </a:lnTo>
                  <a:lnTo>
                    <a:pt x="667" y="36"/>
                  </a:lnTo>
                  <a:lnTo>
                    <a:pt x="667" y="33"/>
                  </a:lnTo>
                  <a:lnTo>
                    <a:pt x="664" y="33"/>
                  </a:lnTo>
                  <a:lnTo>
                    <a:pt x="664" y="33"/>
                  </a:lnTo>
                  <a:lnTo>
                    <a:pt x="664" y="33"/>
                  </a:lnTo>
                  <a:lnTo>
                    <a:pt x="662" y="31"/>
                  </a:lnTo>
                  <a:lnTo>
                    <a:pt x="662" y="31"/>
                  </a:lnTo>
                  <a:lnTo>
                    <a:pt x="659" y="29"/>
                  </a:lnTo>
                  <a:lnTo>
                    <a:pt x="659" y="29"/>
                  </a:lnTo>
                  <a:lnTo>
                    <a:pt x="657" y="26"/>
                  </a:lnTo>
                  <a:lnTo>
                    <a:pt x="655" y="26"/>
                  </a:lnTo>
                  <a:lnTo>
                    <a:pt x="655" y="24"/>
                  </a:lnTo>
                  <a:lnTo>
                    <a:pt x="655" y="22"/>
                  </a:lnTo>
                  <a:lnTo>
                    <a:pt x="655" y="19"/>
                  </a:lnTo>
                  <a:lnTo>
                    <a:pt x="655" y="17"/>
                  </a:lnTo>
                  <a:lnTo>
                    <a:pt x="655" y="17"/>
                  </a:lnTo>
                  <a:lnTo>
                    <a:pt x="657" y="17"/>
                  </a:lnTo>
                  <a:lnTo>
                    <a:pt x="657" y="19"/>
                  </a:lnTo>
                  <a:lnTo>
                    <a:pt x="657" y="19"/>
                  </a:lnTo>
                  <a:lnTo>
                    <a:pt x="659" y="19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62" y="26"/>
                  </a:lnTo>
                  <a:lnTo>
                    <a:pt x="662" y="29"/>
                  </a:lnTo>
                  <a:lnTo>
                    <a:pt x="662" y="24"/>
                  </a:lnTo>
                  <a:lnTo>
                    <a:pt x="659" y="14"/>
                  </a:lnTo>
                  <a:lnTo>
                    <a:pt x="659" y="10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7" y="7"/>
                  </a:lnTo>
                  <a:lnTo>
                    <a:pt x="657" y="7"/>
                  </a:lnTo>
                  <a:lnTo>
                    <a:pt x="655" y="7"/>
                  </a:lnTo>
                  <a:lnTo>
                    <a:pt x="655" y="7"/>
                  </a:lnTo>
                  <a:lnTo>
                    <a:pt x="652" y="7"/>
                  </a:lnTo>
                  <a:lnTo>
                    <a:pt x="652" y="5"/>
                  </a:lnTo>
                  <a:lnTo>
                    <a:pt x="652" y="5"/>
                  </a:lnTo>
                  <a:lnTo>
                    <a:pt x="650" y="5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29" y="5"/>
                  </a:lnTo>
                  <a:lnTo>
                    <a:pt x="629" y="5"/>
                  </a:lnTo>
                  <a:lnTo>
                    <a:pt x="626" y="5"/>
                  </a:lnTo>
                  <a:lnTo>
                    <a:pt x="626" y="5"/>
                  </a:lnTo>
                  <a:lnTo>
                    <a:pt x="624" y="5"/>
                  </a:lnTo>
                  <a:lnTo>
                    <a:pt x="624" y="5"/>
                  </a:lnTo>
                  <a:lnTo>
                    <a:pt x="622" y="5"/>
                  </a:lnTo>
                  <a:lnTo>
                    <a:pt x="622" y="5"/>
                  </a:lnTo>
                  <a:lnTo>
                    <a:pt x="612" y="3"/>
                  </a:lnTo>
                  <a:lnTo>
                    <a:pt x="610" y="0"/>
                  </a:lnTo>
                  <a:lnTo>
                    <a:pt x="607" y="0"/>
                  </a:lnTo>
                  <a:lnTo>
                    <a:pt x="607" y="0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03" y="0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598" y="5"/>
                  </a:lnTo>
                  <a:lnTo>
                    <a:pt x="598" y="5"/>
                  </a:lnTo>
                  <a:lnTo>
                    <a:pt x="598" y="5"/>
                  </a:lnTo>
                  <a:lnTo>
                    <a:pt x="596" y="7"/>
                  </a:lnTo>
                  <a:lnTo>
                    <a:pt x="596" y="7"/>
                  </a:lnTo>
                  <a:lnTo>
                    <a:pt x="596" y="7"/>
                  </a:lnTo>
                  <a:lnTo>
                    <a:pt x="596" y="10"/>
                  </a:lnTo>
                  <a:lnTo>
                    <a:pt x="596" y="10"/>
                  </a:lnTo>
                  <a:lnTo>
                    <a:pt x="596" y="10"/>
                  </a:lnTo>
                  <a:lnTo>
                    <a:pt x="596" y="12"/>
                  </a:lnTo>
                  <a:lnTo>
                    <a:pt x="596" y="12"/>
                  </a:lnTo>
                  <a:lnTo>
                    <a:pt x="596" y="12"/>
                  </a:lnTo>
                  <a:lnTo>
                    <a:pt x="596" y="14"/>
                  </a:lnTo>
                  <a:lnTo>
                    <a:pt x="596" y="17"/>
                  </a:lnTo>
                  <a:lnTo>
                    <a:pt x="596" y="17"/>
                  </a:lnTo>
                  <a:lnTo>
                    <a:pt x="596" y="19"/>
                  </a:lnTo>
                  <a:lnTo>
                    <a:pt x="596" y="22"/>
                  </a:lnTo>
                  <a:lnTo>
                    <a:pt x="596" y="22"/>
                  </a:lnTo>
                  <a:lnTo>
                    <a:pt x="596" y="24"/>
                  </a:lnTo>
                  <a:lnTo>
                    <a:pt x="596" y="24"/>
                  </a:lnTo>
                  <a:lnTo>
                    <a:pt x="596" y="26"/>
                  </a:lnTo>
                  <a:lnTo>
                    <a:pt x="598" y="26"/>
                  </a:lnTo>
                  <a:lnTo>
                    <a:pt x="600" y="29"/>
                  </a:lnTo>
                  <a:lnTo>
                    <a:pt x="600" y="29"/>
                  </a:lnTo>
                  <a:lnTo>
                    <a:pt x="600" y="31"/>
                  </a:lnTo>
                  <a:lnTo>
                    <a:pt x="600" y="31"/>
                  </a:lnTo>
                  <a:lnTo>
                    <a:pt x="600" y="33"/>
                  </a:lnTo>
                  <a:lnTo>
                    <a:pt x="600" y="41"/>
                  </a:lnTo>
                  <a:lnTo>
                    <a:pt x="600" y="50"/>
                  </a:lnTo>
                  <a:lnTo>
                    <a:pt x="600" y="50"/>
                  </a:lnTo>
                  <a:lnTo>
                    <a:pt x="600" y="52"/>
                  </a:lnTo>
                  <a:lnTo>
                    <a:pt x="600" y="55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598" y="59"/>
                  </a:lnTo>
                  <a:lnTo>
                    <a:pt x="598" y="59"/>
                  </a:lnTo>
                  <a:lnTo>
                    <a:pt x="596" y="59"/>
                  </a:lnTo>
                  <a:lnTo>
                    <a:pt x="593" y="59"/>
                  </a:lnTo>
                  <a:lnTo>
                    <a:pt x="593" y="59"/>
                  </a:lnTo>
                  <a:lnTo>
                    <a:pt x="589" y="59"/>
                  </a:lnTo>
                  <a:lnTo>
                    <a:pt x="589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4" y="55"/>
                  </a:lnTo>
                  <a:lnTo>
                    <a:pt x="581" y="52"/>
                  </a:lnTo>
                  <a:lnTo>
                    <a:pt x="581" y="52"/>
                  </a:lnTo>
                  <a:lnTo>
                    <a:pt x="581" y="52"/>
                  </a:lnTo>
                  <a:lnTo>
                    <a:pt x="581" y="50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5"/>
                  </a:lnTo>
                  <a:lnTo>
                    <a:pt x="581" y="45"/>
                  </a:lnTo>
                  <a:lnTo>
                    <a:pt x="581" y="45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2" y="38"/>
                  </a:lnTo>
                  <a:lnTo>
                    <a:pt x="570" y="38"/>
                  </a:lnTo>
                  <a:lnTo>
                    <a:pt x="562" y="38"/>
                  </a:lnTo>
                  <a:lnTo>
                    <a:pt x="558" y="38"/>
                  </a:lnTo>
                  <a:lnTo>
                    <a:pt x="551" y="41"/>
                  </a:lnTo>
                  <a:lnTo>
                    <a:pt x="544" y="41"/>
                  </a:lnTo>
                  <a:lnTo>
                    <a:pt x="534" y="41"/>
                  </a:lnTo>
                  <a:lnTo>
                    <a:pt x="525" y="43"/>
                  </a:lnTo>
                  <a:lnTo>
                    <a:pt x="515" y="43"/>
                  </a:lnTo>
                  <a:lnTo>
                    <a:pt x="503" y="43"/>
                  </a:lnTo>
                  <a:lnTo>
                    <a:pt x="494" y="45"/>
                  </a:lnTo>
                  <a:lnTo>
                    <a:pt x="482" y="45"/>
                  </a:lnTo>
                  <a:lnTo>
                    <a:pt x="470" y="45"/>
                  </a:lnTo>
                  <a:lnTo>
                    <a:pt x="458" y="48"/>
                  </a:lnTo>
                  <a:lnTo>
                    <a:pt x="447" y="48"/>
                  </a:lnTo>
                  <a:lnTo>
                    <a:pt x="435" y="50"/>
                  </a:lnTo>
                  <a:lnTo>
                    <a:pt x="423" y="50"/>
                  </a:lnTo>
                  <a:lnTo>
                    <a:pt x="411" y="52"/>
                  </a:lnTo>
                  <a:lnTo>
                    <a:pt x="399" y="52"/>
                  </a:lnTo>
                  <a:lnTo>
                    <a:pt x="387" y="52"/>
                  </a:lnTo>
                  <a:lnTo>
                    <a:pt x="376" y="55"/>
                  </a:lnTo>
                  <a:lnTo>
                    <a:pt x="366" y="55"/>
                  </a:lnTo>
                  <a:lnTo>
                    <a:pt x="354" y="55"/>
                  </a:lnTo>
                  <a:lnTo>
                    <a:pt x="345" y="57"/>
                  </a:lnTo>
                  <a:lnTo>
                    <a:pt x="335" y="57"/>
                  </a:lnTo>
                  <a:lnTo>
                    <a:pt x="328" y="57"/>
                  </a:lnTo>
                  <a:lnTo>
                    <a:pt x="321" y="57"/>
                  </a:lnTo>
                  <a:lnTo>
                    <a:pt x="314" y="59"/>
                  </a:lnTo>
                  <a:lnTo>
                    <a:pt x="309" y="59"/>
                  </a:lnTo>
                  <a:lnTo>
                    <a:pt x="305" y="59"/>
                  </a:lnTo>
                  <a:lnTo>
                    <a:pt x="302" y="59"/>
                  </a:lnTo>
                  <a:lnTo>
                    <a:pt x="300" y="59"/>
                  </a:lnTo>
                  <a:lnTo>
                    <a:pt x="298" y="59"/>
                  </a:lnTo>
                  <a:lnTo>
                    <a:pt x="295" y="59"/>
                  </a:lnTo>
                  <a:lnTo>
                    <a:pt x="295" y="59"/>
                  </a:lnTo>
                  <a:lnTo>
                    <a:pt x="288" y="55"/>
                  </a:lnTo>
                  <a:lnTo>
                    <a:pt x="286" y="48"/>
                  </a:lnTo>
                  <a:lnTo>
                    <a:pt x="286" y="43"/>
                  </a:lnTo>
                  <a:lnTo>
                    <a:pt x="283" y="41"/>
                  </a:lnTo>
                  <a:lnTo>
                    <a:pt x="283" y="36"/>
                  </a:lnTo>
                  <a:lnTo>
                    <a:pt x="281" y="36"/>
                  </a:lnTo>
                  <a:lnTo>
                    <a:pt x="281" y="33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6" y="29"/>
                  </a:lnTo>
                  <a:lnTo>
                    <a:pt x="276" y="29"/>
                  </a:lnTo>
                  <a:lnTo>
                    <a:pt x="276" y="29"/>
                  </a:lnTo>
                  <a:lnTo>
                    <a:pt x="276" y="26"/>
                  </a:lnTo>
                  <a:lnTo>
                    <a:pt x="260" y="29"/>
                  </a:lnTo>
                  <a:lnTo>
                    <a:pt x="243" y="31"/>
                  </a:lnTo>
                  <a:lnTo>
                    <a:pt x="224" y="33"/>
                  </a:lnTo>
                  <a:lnTo>
                    <a:pt x="208" y="36"/>
                  </a:lnTo>
                  <a:lnTo>
                    <a:pt x="191" y="38"/>
                  </a:lnTo>
                  <a:lnTo>
                    <a:pt x="175" y="41"/>
                  </a:lnTo>
                  <a:lnTo>
                    <a:pt x="158" y="43"/>
                  </a:lnTo>
                  <a:lnTo>
                    <a:pt x="141" y="45"/>
                  </a:lnTo>
                  <a:lnTo>
                    <a:pt x="125" y="48"/>
                  </a:lnTo>
                  <a:lnTo>
                    <a:pt x="108" y="50"/>
                  </a:lnTo>
                  <a:lnTo>
                    <a:pt x="89" y="50"/>
                  </a:lnTo>
                  <a:lnTo>
                    <a:pt x="73" y="52"/>
                  </a:lnTo>
                  <a:lnTo>
                    <a:pt x="56" y="55"/>
                  </a:lnTo>
                  <a:lnTo>
                    <a:pt x="40" y="57"/>
                  </a:lnTo>
                  <a:lnTo>
                    <a:pt x="23" y="59"/>
                  </a:lnTo>
                  <a:lnTo>
                    <a:pt x="7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2" y="83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1" y="93"/>
                  </a:lnTo>
                  <a:lnTo>
                    <a:pt x="14" y="93"/>
                  </a:lnTo>
                  <a:lnTo>
                    <a:pt x="16" y="95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6" y="107"/>
                  </a:lnTo>
                  <a:lnTo>
                    <a:pt x="26" y="112"/>
                  </a:lnTo>
                  <a:lnTo>
                    <a:pt x="23" y="114"/>
                  </a:lnTo>
                  <a:lnTo>
                    <a:pt x="23" y="116"/>
                  </a:lnTo>
                  <a:lnTo>
                    <a:pt x="23" y="116"/>
                  </a:lnTo>
                  <a:lnTo>
                    <a:pt x="26" y="119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30" y="126"/>
                  </a:lnTo>
                  <a:lnTo>
                    <a:pt x="30" y="126"/>
                  </a:lnTo>
                  <a:lnTo>
                    <a:pt x="33" y="126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3" y="130"/>
                  </a:lnTo>
                  <a:lnTo>
                    <a:pt x="30" y="133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30" y="140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3" y="142"/>
                  </a:lnTo>
                  <a:lnTo>
                    <a:pt x="23" y="145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3" y="145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21" y="149"/>
                  </a:lnTo>
                  <a:lnTo>
                    <a:pt x="23" y="149"/>
                  </a:lnTo>
                  <a:lnTo>
                    <a:pt x="23" y="147"/>
                  </a:lnTo>
                  <a:lnTo>
                    <a:pt x="40" y="142"/>
                  </a:lnTo>
                  <a:lnTo>
                    <a:pt x="42" y="140"/>
                  </a:lnTo>
                  <a:lnTo>
                    <a:pt x="40" y="140"/>
                  </a:lnTo>
                  <a:lnTo>
                    <a:pt x="42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0"/>
                  </a:lnTo>
                  <a:lnTo>
                    <a:pt x="47" y="130"/>
                  </a:lnTo>
                  <a:lnTo>
                    <a:pt x="49" y="130"/>
                  </a:lnTo>
                  <a:lnTo>
                    <a:pt x="52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6" y="121"/>
                  </a:lnTo>
                  <a:lnTo>
                    <a:pt x="56" y="119"/>
                  </a:lnTo>
                  <a:lnTo>
                    <a:pt x="54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09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4" y="107"/>
                  </a:lnTo>
                  <a:lnTo>
                    <a:pt x="54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56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6"/>
                  </a:lnTo>
                  <a:lnTo>
                    <a:pt x="61" y="119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6" y="121"/>
                  </a:lnTo>
                  <a:lnTo>
                    <a:pt x="66" y="116"/>
                  </a:lnTo>
                  <a:lnTo>
                    <a:pt x="66" y="114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68" y="104"/>
                  </a:lnTo>
                  <a:lnTo>
                    <a:pt x="66" y="102"/>
                  </a:lnTo>
                  <a:lnTo>
                    <a:pt x="68" y="104"/>
                  </a:lnTo>
                  <a:lnTo>
                    <a:pt x="70" y="107"/>
                  </a:lnTo>
                  <a:lnTo>
                    <a:pt x="73" y="109"/>
                  </a:lnTo>
                  <a:lnTo>
                    <a:pt x="73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9"/>
                  </a:lnTo>
                  <a:lnTo>
                    <a:pt x="70" y="109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4"/>
                  </a:lnTo>
                  <a:lnTo>
                    <a:pt x="70" y="116"/>
                  </a:lnTo>
                  <a:lnTo>
                    <a:pt x="70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8" y="119"/>
                  </a:lnTo>
                  <a:lnTo>
                    <a:pt x="80" y="119"/>
                  </a:lnTo>
                  <a:lnTo>
                    <a:pt x="82" y="119"/>
                  </a:lnTo>
                  <a:lnTo>
                    <a:pt x="85" y="121"/>
                  </a:lnTo>
                  <a:lnTo>
                    <a:pt x="85" y="123"/>
                  </a:lnTo>
                  <a:lnTo>
                    <a:pt x="82" y="121"/>
                  </a:lnTo>
                  <a:lnTo>
                    <a:pt x="80" y="121"/>
                  </a:lnTo>
                  <a:lnTo>
                    <a:pt x="78" y="121"/>
                  </a:lnTo>
                  <a:lnTo>
                    <a:pt x="73" y="128"/>
                  </a:lnTo>
                  <a:lnTo>
                    <a:pt x="70" y="128"/>
                  </a:lnTo>
                  <a:lnTo>
                    <a:pt x="66" y="128"/>
                  </a:lnTo>
                  <a:lnTo>
                    <a:pt x="59" y="130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59" y="135"/>
                  </a:lnTo>
                  <a:lnTo>
                    <a:pt x="68" y="130"/>
                  </a:lnTo>
                  <a:lnTo>
                    <a:pt x="85" y="126"/>
                  </a:lnTo>
                  <a:lnTo>
                    <a:pt x="92" y="126"/>
                  </a:lnTo>
                  <a:lnTo>
                    <a:pt x="94" y="123"/>
                  </a:lnTo>
                  <a:lnTo>
                    <a:pt x="97" y="123"/>
                  </a:lnTo>
                  <a:lnTo>
                    <a:pt x="99" y="123"/>
                  </a:lnTo>
                  <a:lnTo>
                    <a:pt x="106" y="121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19"/>
                  </a:lnTo>
                  <a:lnTo>
                    <a:pt x="115" y="119"/>
                  </a:lnTo>
                  <a:lnTo>
                    <a:pt x="118" y="119"/>
                  </a:lnTo>
                  <a:lnTo>
                    <a:pt x="120" y="116"/>
                  </a:lnTo>
                  <a:lnTo>
                    <a:pt x="120" y="114"/>
                  </a:lnTo>
                  <a:lnTo>
                    <a:pt x="123" y="114"/>
                  </a:lnTo>
                  <a:lnTo>
                    <a:pt x="123" y="114"/>
                  </a:lnTo>
                  <a:lnTo>
                    <a:pt x="125" y="114"/>
                  </a:lnTo>
                  <a:lnTo>
                    <a:pt x="125" y="114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7" y="107"/>
                  </a:lnTo>
                  <a:lnTo>
                    <a:pt x="125" y="107"/>
                  </a:lnTo>
                  <a:lnTo>
                    <a:pt x="127" y="107"/>
                  </a:lnTo>
                  <a:lnTo>
                    <a:pt x="127" y="109"/>
                  </a:lnTo>
                  <a:lnTo>
                    <a:pt x="130" y="109"/>
                  </a:lnTo>
                  <a:lnTo>
                    <a:pt x="130" y="107"/>
                  </a:lnTo>
                  <a:lnTo>
                    <a:pt x="130" y="107"/>
                  </a:lnTo>
                  <a:lnTo>
                    <a:pt x="132" y="107"/>
                  </a:lnTo>
                  <a:lnTo>
                    <a:pt x="134" y="107"/>
                  </a:lnTo>
                  <a:lnTo>
                    <a:pt x="132" y="109"/>
                  </a:lnTo>
                  <a:lnTo>
                    <a:pt x="132" y="112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7" y="112"/>
                  </a:lnTo>
                  <a:lnTo>
                    <a:pt x="137" y="112"/>
                  </a:lnTo>
                  <a:lnTo>
                    <a:pt x="139" y="109"/>
                  </a:lnTo>
                  <a:lnTo>
                    <a:pt x="141" y="109"/>
                  </a:lnTo>
                  <a:lnTo>
                    <a:pt x="146" y="107"/>
                  </a:lnTo>
                  <a:lnTo>
                    <a:pt x="149" y="107"/>
                  </a:lnTo>
                  <a:lnTo>
                    <a:pt x="153" y="107"/>
                  </a:lnTo>
                  <a:lnTo>
                    <a:pt x="156" y="107"/>
                  </a:lnTo>
                  <a:lnTo>
                    <a:pt x="156" y="104"/>
                  </a:lnTo>
                  <a:lnTo>
                    <a:pt x="158" y="109"/>
                  </a:lnTo>
                  <a:lnTo>
                    <a:pt x="160" y="109"/>
                  </a:lnTo>
                  <a:lnTo>
                    <a:pt x="160" y="109"/>
                  </a:lnTo>
                  <a:lnTo>
                    <a:pt x="163" y="107"/>
                  </a:lnTo>
                  <a:lnTo>
                    <a:pt x="165" y="109"/>
                  </a:lnTo>
                  <a:lnTo>
                    <a:pt x="163" y="109"/>
                  </a:lnTo>
                  <a:lnTo>
                    <a:pt x="163" y="109"/>
                  </a:lnTo>
                  <a:lnTo>
                    <a:pt x="163" y="112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58" y="116"/>
                  </a:lnTo>
                  <a:lnTo>
                    <a:pt x="156" y="114"/>
                  </a:lnTo>
                  <a:lnTo>
                    <a:pt x="153" y="114"/>
                  </a:lnTo>
                  <a:lnTo>
                    <a:pt x="153" y="114"/>
                  </a:lnTo>
                  <a:lnTo>
                    <a:pt x="151" y="114"/>
                  </a:lnTo>
                  <a:lnTo>
                    <a:pt x="151" y="116"/>
                  </a:lnTo>
                  <a:lnTo>
                    <a:pt x="153" y="116"/>
                  </a:lnTo>
                  <a:lnTo>
                    <a:pt x="156" y="116"/>
                  </a:lnTo>
                  <a:lnTo>
                    <a:pt x="156" y="116"/>
                  </a:lnTo>
                  <a:lnTo>
                    <a:pt x="156" y="119"/>
                  </a:lnTo>
                  <a:lnTo>
                    <a:pt x="156" y="119"/>
                  </a:lnTo>
                  <a:lnTo>
                    <a:pt x="153" y="119"/>
                  </a:lnTo>
                  <a:lnTo>
                    <a:pt x="149" y="119"/>
                  </a:lnTo>
                  <a:lnTo>
                    <a:pt x="149" y="119"/>
                  </a:lnTo>
                  <a:lnTo>
                    <a:pt x="146" y="116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6"/>
                  </a:lnTo>
                  <a:lnTo>
                    <a:pt x="144" y="119"/>
                  </a:lnTo>
                  <a:lnTo>
                    <a:pt x="144" y="119"/>
                  </a:lnTo>
                  <a:lnTo>
                    <a:pt x="144" y="121"/>
                  </a:lnTo>
                  <a:lnTo>
                    <a:pt x="137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7" y="123"/>
                  </a:lnTo>
                  <a:lnTo>
                    <a:pt x="141" y="123"/>
                  </a:lnTo>
                  <a:lnTo>
                    <a:pt x="160" y="126"/>
                  </a:lnTo>
                  <a:lnTo>
                    <a:pt x="175" y="128"/>
                  </a:lnTo>
                  <a:lnTo>
                    <a:pt x="186" y="133"/>
                  </a:lnTo>
                  <a:lnTo>
                    <a:pt x="198" y="135"/>
                  </a:lnTo>
                  <a:lnTo>
                    <a:pt x="212" y="145"/>
                  </a:lnTo>
                  <a:lnTo>
                    <a:pt x="215" y="145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2" y="140"/>
                  </a:lnTo>
                  <a:lnTo>
                    <a:pt x="210" y="140"/>
                  </a:lnTo>
                  <a:lnTo>
                    <a:pt x="210" y="138"/>
                  </a:lnTo>
                  <a:lnTo>
                    <a:pt x="212" y="135"/>
                  </a:lnTo>
                  <a:lnTo>
                    <a:pt x="210" y="133"/>
                  </a:lnTo>
                  <a:lnTo>
                    <a:pt x="208" y="133"/>
                  </a:lnTo>
                  <a:lnTo>
                    <a:pt x="208" y="133"/>
                  </a:lnTo>
                  <a:lnTo>
                    <a:pt x="205" y="130"/>
                  </a:lnTo>
                  <a:lnTo>
                    <a:pt x="203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8" y="133"/>
                  </a:lnTo>
                  <a:lnTo>
                    <a:pt x="198" y="130"/>
                  </a:lnTo>
                  <a:lnTo>
                    <a:pt x="198" y="128"/>
                  </a:lnTo>
                  <a:lnTo>
                    <a:pt x="201" y="126"/>
                  </a:lnTo>
                  <a:lnTo>
                    <a:pt x="203" y="126"/>
                  </a:lnTo>
                  <a:lnTo>
                    <a:pt x="205" y="126"/>
                  </a:lnTo>
                  <a:lnTo>
                    <a:pt x="205" y="123"/>
                  </a:lnTo>
                  <a:lnTo>
                    <a:pt x="208" y="121"/>
                  </a:lnTo>
                  <a:lnTo>
                    <a:pt x="210" y="123"/>
                  </a:lnTo>
                  <a:lnTo>
                    <a:pt x="210" y="126"/>
                  </a:lnTo>
                  <a:lnTo>
                    <a:pt x="212" y="128"/>
                  </a:lnTo>
                  <a:lnTo>
                    <a:pt x="212" y="130"/>
                  </a:lnTo>
                  <a:lnTo>
                    <a:pt x="212" y="130"/>
                  </a:lnTo>
                  <a:lnTo>
                    <a:pt x="215" y="128"/>
                  </a:lnTo>
                  <a:lnTo>
                    <a:pt x="215" y="128"/>
                  </a:lnTo>
                  <a:lnTo>
                    <a:pt x="215" y="126"/>
                  </a:lnTo>
                  <a:lnTo>
                    <a:pt x="217" y="126"/>
                  </a:lnTo>
                  <a:lnTo>
                    <a:pt x="220" y="126"/>
                  </a:lnTo>
                  <a:lnTo>
                    <a:pt x="220" y="126"/>
                  </a:lnTo>
                  <a:lnTo>
                    <a:pt x="220" y="126"/>
                  </a:lnTo>
                  <a:lnTo>
                    <a:pt x="222" y="126"/>
                  </a:lnTo>
                  <a:lnTo>
                    <a:pt x="224" y="119"/>
                  </a:lnTo>
                  <a:lnTo>
                    <a:pt x="224" y="119"/>
                  </a:lnTo>
                  <a:lnTo>
                    <a:pt x="227" y="119"/>
                  </a:lnTo>
                  <a:lnTo>
                    <a:pt x="227" y="121"/>
                  </a:lnTo>
                  <a:lnTo>
                    <a:pt x="229" y="123"/>
                  </a:lnTo>
                  <a:lnTo>
                    <a:pt x="227" y="123"/>
                  </a:lnTo>
                  <a:lnTo>
                    <a:pt x="224" y="128"/>
                  </a:lnTo>
                  <a:lnTo>
                    <a:pt x="220" y="128"/>
                  </a:lnTo>
                  <a:lnTo>
                    <a:pt x="220" y="128"/>
                  </a:lnTo>
                  <a:lnTo>
                    <a:pt x="215" y="135"/>
                  </a:lnTo>
                  <a:lnTo>
                    <a:pt x="212" y="138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5" y="140"/>
                  </a:lnTo>
                  <a:lnTo>
                    <a:pt x="220" y="140"/>
                  </a:lnTo>
                  <a:lnTo>
                    <a:pt x="222" y="140"/>
                  </a:lnTo>
                  <a:lnTo>
                    <a:pt x="222" y="142"/>
                  </a:lnTo>
                  <a:lnTo>
                    <a:pt x="224" y="142"/>
                  </a:lnTo>
                  <a:lnTo>
                    <a:pt x="227" y="142"/>
                  </a:lnTo>
                  <a:lnTo>
                    <a:pt x="229" y="145"/>
                  </a:lnTo>
                  <a:lnTo>
                    <a:pt x="231" y="145"/>
                  </a:lnTo>
                  <a:lnTo>
                    <a:pt x="231" y="145"/>
                  </a:lnTo>
                  <a:lnTo>
                    <a:pt x="231" y="145"/>
                  </a:lnTo>
                  <a:lnTo>
                    <a:pt x="231" y="142"/>
                  </a:lnTo>
                  <a:lnTo>
                    <a:pt x="231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6" y="140"/>
                  </a:lnTo>
                  <a:lnTo>
                    <a:pt x="238" y="140"/>
                  </a:lnTo>
                  <a:lnTo>
                    <a:pt x="238" y="140"/>
                  </a:lnTo>
                  <a:lnTo>
                    <a:pt x="236" y="142"/>
                  </a:lnTo>
                  <a:lnTo>
                    <a:pt x="236" y="145"/>
                  </a:lnTo>
                  <a:lnTo>
                    <a:pt x="238" y="145"/>
                  </a:lnTo>
                  <a:lnTo>
                    <a:pt x="238" y="145"/>
                  </a:lnTo>
                  <a:lnTo>
                    <a:pt x="241" y="147"/>
                  </a:lnTo>
                  <a:lnTo>
                    <a:pt x="241" y="149"/>
                  </a:lnTo>
                  <a:lnTo>
                    <a:pt x="241" y="152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6" y="149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8" y="149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48" y="152"/>
                  </a:lnTo>
                  <a:lnTo>
                    <a:pt x="248" y="154"/>
                  </a:lnTo>
                  <a:lnTo>
                    <a:pt x="246" y="154"/>
                  </a:lnTo>
                  <a:lnTo>
                    <a:pt x="241" y="154"/>
                  </a:lnTo>
                  <a:lnTo>
                    <a:pt x="238" y="152"/>
                  </a:lnTo>
                  <a:lnTo>
                    <a:pt x="236" y="149"/>
                  </a:lnTo>
                  <a:lnTo>
                    <a:pt x="234" y="147"/>
                  </a:lnTo>
                  <a:lnTo>
                    <a:pt x="227" y="147"/>
                  </a:lnTo>
                  <a:lnTo>
                    <a:pt x="227" y="145"/>
                  </a:lnTo>
                  <a:lnTo>
                    <a:pt x="220" y="142"/>
                  </a:lnTo>
                  <a:lnTo>
                    <a:pt x="217" y="145"/>
                  </a:lnTo>
                  <a:lnTo>
                    <a:pt x="220" y="145"/>
                  </a:lnTo>
                  <a:lnTo>
                    <a:pt x="227" y="149"/>
                  </a:lnTo>
                  <a:lnTo>
                    <a:pt x="227" y="149"/>
                  </a:lnTo>
                  <a:lnTo>
                    <a:pt x="243" y="159"/>
                  </a:lnTo>
                  <a:lnTo>
                    <a:pt x="241" y="159"/>
                  </a:lnTo>
                  <a:lnTo>
                    <a:pt x="238" y="159"/>
                  </a:lnTo>
                  <a:lnTo>
                    <a:pt x="234" y="156"/>
                  </a:lnTo>
                  <a:lnTo>
                    <a:pt x="234" y="154"/>
                  </a:lnTo>
                  <a:lnTo>
                    <a:pt x="231" y="154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34" y="159"/>
                  </a:lnTo>
                  <a:lnTo>
                    <a:pt x="238" y="161"/>
                  </a:lnTo>
                  <a:lnTo>
                    <a:pt x="250" y="164"/>
                  </a:lnTo>
                  <a:lnTo>
                    <a:pt x="253" y="166"/>
                  </a:lnTo>
                  <a:lnTo>
                    <a:pt x="255" y="168"/>
                  </a:lnTo>
                  <a:lnTo>
                    <a:pt x="257" y="168"/>
                  </a:lnTo>
                  <a:lnTo>
                    <a:pt x="257" y="171"/>
                  </a:lnTo>
                  <a:lnTo>
                    <a:pt x="260" y="173"/>
                  </a:lnTo>
                  <a:lnTo>
                    <a:pt x="262" y="178"/>
                  </a:lnTo>
                  <a:lnTo>
                    <a:pt x="264" y="180"/>
                  </a:lnTo>
                  <a:lnTo>
                    <a:pt x="264" y="190"/>
                  </a:lnTo>
                  <a:lnTo>
                    <a:pt x="264" y="190"/>
                  </a:lnTo>
                  <a:lnTo>
                    <a:pt x="267" y="190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2" y="194"/>
                  </a:lnTo>
                  <a:lnTo>
                    <a:pt x="262" y="194"/>
                  </a:lnTo>
                  <a:lnTo>
                    <a:pt x="260" y="194"/>
                  </a:lnTo>
                  <a:lnTo>
                    <a:pt x="257" y="190"/>
                  </a:lnTo>
                  <a:lnTo>
                    <a:pt x="255" y="187"/>
                  </a:lnTo>
                  <a:lnTo>
                    <a:pt x="255" y="185"/>
                  </a:lnTo>
                  <a:lnTo>
                    <a:pt x="255" y="183"/>
                  </a:lnTo>
                  <a:lnTo>
                    <a:pt x="253" y="173"/>
                  </a:lnTo>
                  <a:lnTo>
                    <a:pt x="253" y="173"/>
                  </a:lnTo>
                  <a:lnTo>
                    <a:pt x="253" y="175"/>
                  </a:lnTo>
                  <a:lnTo>
                    <a:pt x="253" y="180"/>
                  </a:lnTo>
                  <a:lnTo>
                    <a:pt x="255" y="192"/>
                  </a:lnTo>
                  <a:lnTo>
                    <a:pt x="257" y="192"/>
                  </a:lnTo>
                  <a:lnTo>
                    <a:pt x="260" y="194"/>
                  </a:lnTo>
                  <a:lnTo>
                    <a:pt x="262" y="194"/>
                  </a:lnTo>
                  <a:lnTo>
                    <a:pt x="264" y="192"/>
                  </a:lnTo>
                  <a:lnTo>
                    <a:pt x="267" y="192"/>
                  </a:lnTo>
                  <a:lnTo>
                    <a:pt x="269" y="192"/>
                  </a:lnTo>
                  <a:lnTo>
                    <a:pt x="272" y="192"/>
                  </a:lnTo>
                  <a:lnTo>
                    <a:pt x="286" y="187"/>
                  </a:lnTo>
                  <a:lnTo>
                    <a:pt x="288" y="185"/>
                  </a:lnTo>
                  <a:lnTo>
                    <a:pt x="298" y="185"/>
                  </a:lnTo>
                  <a:lnTo>
                    <a:pt x="300" y="185"/>
                  </a:lnTo>
                  <a:lnTo>
                    <a:pt x="300" y="180"/>
                  </a:lnTo>
                  <a:lnTo>
                    <a:pt x="302" y="180"/>
                  </a:lnTo>
                  <a:lnTo>
                    <a:pt x="305" y="178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12" y="173"/>
                  </a:lnTo>
                  <a:lnTo>
                    <a:pt x="309" y="180"/>
                  </a:lnTo>
                  <a:lnTo>
                    <a:pt x="309" y="180"/>
                  </a:lnTo>
                  <a:lnTo>
                    <a:pt x="309" y="183"/>
                  </a:lnTo>
                  <a:lnTo>
                    <a:pt x="312" y="183"/>
                  </a:lnTo>
                  <a:lnTo>
                    <a:pt x="312" y="180"/>
                  </a:lnTo>
                  <a:lnTo>
                    <a:pt x="314" y="180"/>
                  </a:lnTo>
                  <a:lnTo>
                    <a:pt x="316" y="178"/>
                  </a:lnTo>
                  <a:lnTo>
                    <a:pt x="316" y="178"/>
                  </a:lnTo>
                  <a:lnTo>
                    <a:pt x="319" y="175"/>
                  </a:lnTo>
                  <a:lnTo>
                    <a:pt x="321" y="173"/>
                  </a:lnTo>
                  <a:lnTo>
                    <a:pt x="324" y="173"/>
                  </a:lnTo>
                  <a:lnTo>
                    <a:pt x="326" y="173"/>
                  </a:lnTo>
                  <a:lnTo>
                    <a:pt x="331" y="166"/>
                  </a:lnTo>
                  <a:lnTo>
                    <a:pt x="333" y="164"/>
                  </a:lnTo>
                  <a:lnTo>
                    <a:pt x="338" y="161"/>
                  </a:lnTo>
                  <a:lnTo>
                    <a:pt x="343" y="156"/>
                  </a:lnTo>
                  <a:lnTo>
                    <a:pt x="347" y="152"/>
                  </a:lnTo>
                  <a:lnTo>
                    <a:pt x="350" y="154"/>
                  </a:lnTo>
                  <a:lnTo>
                    <a:pt x="350" y="154"/>
                  </a:lnTo>
                  <a:lnTo>
                    <a:pt x="352" y="152"/>
                  </a:lnTo>
                  <a:lnTo>
                    <a:pt x="354" y="152"/>
                  </a:lnTo>
                  <a:lnTo>
                    <a:pt x="359" y="152"/>
                  </a:lnTo>
                  <a:lnTo>
                    <a:pt x="364" y="152"/>
                  </a:lnTo>
                  <a:lnTo>
                    <a:pt x="364" y="154"/>
                  </a:lnTo>
                  <a:lnTo>
                    <a:pt x="364" y="154"/>
                  </a:lnTo>
                  <a:lnTo>
                    <a:pt x="361" y="154"/>
                  </a:lnTo>
                  <a:lnTo>
                    <a:pt x="364" y="152"/>
                  </a:lnTo>
                  <a:lnTo>
                    <a:pt x="366" y="149"/>
                  </a:lnTo>
                  <a:lnTo>
                    <a:pt x="364" y="147"/>
                  </a:lnTo>
                  <a:lnTo>
                    <a:pt x="361" y="147"/>
                  </a:lnTo>
                  <a:lnTo>
                    <a:pt x="354" y="147"/>
                  </a:lnTo>
                  <a:lnTo>
                    <a:pt x="354" y="147"/>
                  </a:lnTo>
                  <a:lnTo>
                    <a:pt x="352" y="145"/>
                  </a:lnTo>
                  <a:lnTo>
                    <a:pt x="352" y="145"/>
                  </a:lnTo>
                  <a:lnTo>
                    <a:pt x="350" y="145"/>
                  </a:lnTo>
                  <a:lnTo>
                    <a:pt x="352" y="142"/>
                  </a:lnTo>
                  <a:lnTo>
                    <a:pt x="354" y="142"/>
                  </a:lnTo>
                  <a:lnTo>
                    <a:pt x="357" y="142"/>
                  </a:lnTo>
                  <a:lnTo>
                    <a:pt x="359" y="145"/>
                  </a:lnTo>
                  <a:lnTo>
                    <a:pt x="361" y="145"/>
                  </a:lnTo>
                  <a:lnTo>
                    <a:pt x="364" y="145"/>
                  </a:lnTo>
                  <a:lnTo>
                    <a:pt x="364" y="145"/>
                  </a:lnTo>
                  <a:lnTo>
                    <a:pt x="361" y="142"/>
                  </a:lnTo>
                  <a:lnTo>
                    <a:pt x="361" y="140"/>
                  </a:lnTo>
                  <a:lnTo>
                    <a:pt x="361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5"/>
                  </a:lnTo>
                  <a:lnTo>
                    <a:pt x="361" y="135"/>
                  </a:lnTo>
                  <a:lnTo>
                    <a:pt x="364" y="133"/>
                  </a:lnTo>
                  <a:lnTo>
                    <a:pt x="366" y="133"/>
                  </a:lnTo>
                  <a:lnTo>
                    <a:pt x="369" y="133"/>
                  </a:lnTo>
                  <a:lnTo>
                    <a:pt x="369" y="130"/>
                  </a:lnTo>
                  <a:lnTo>
                    <a:pt x="369" y="130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3" y="128"/>
                  </a:lnTo>
                  <a:lnTo>
                    <a:pt x="371" y="128"/>
                  </a:lnTo>
                  <a:lnTo>
                    <a:pt x="373" y="128"/>
                  </a:lnTo>
                  <a:lnTo>
                    <a:pt x="376" y="128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8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3" y="126"/>
                  </a:lnTo>
                  <a:lnTo>
                    <a:pt x="390" y="126"/>
                  </a:lnTo>
                  <a:lnTo>
                    <a:pt x="395" y="123"/>
                  </a:lnTo>
                  <a:lnTo>
                    <a:pt x="397" y="123"/>
                  </a:lnTo>
                  <a:lnTo>
                    <a:pt x="404" y="128"/>
                  </a:lnTo>
                  <a:lnTo>
                    <a:pt x="416" y="133"/>
                  </a:lnTo>
                  <a:lnTo>
                    <a:pt x="421" y="135"/>
                  </a:lnTo>
                  <a:lnTo>
                    <a:pt x="423" y="133"/>
                  </a:lnTo>
                  <a:lnTo>
                    <a:pt x="425" y="135"/>
                  </a:lnTo>
                  <a:lnTo>
                    <a:pt x="428" y="138"/>
                  </a:lnTo>
                  <a:lnTo>
                    <a:pt x="430" y="138"/>
                  </a:lnTo>
                  <a:lnTo>
                    <a:pt x="430" y="138"/>
                  </a:lnTo>
                  <a:lnTo>
                    <a:pt x="435" y="140"/>
                  </a:lnTo>
                  <a:lnTo>
                    <a:pt x="437" y="142"/>
                  </a:lnTo>
                  <a:lnTo>
                    <a:pt x="437" y="142"/>
                  </a:lnTo>
                  <a:lnTo>
                    <a:pt x="442" y="147"/>
                  </a:lnTo>
                  <a:lnTo>
                    <a:pt x="444" y="149"/>
                  </a:lnTo>
                  <a:lnTo>
                    <a:pt x="444" y="149"/>
                  </a:lnTo>
                  <a:lnTo>
                    <a:pt x="447" y="149"/>
                  </a:lnTo>
                  <a:lnTo>
                    <a:pt x="447" y="149"/>
                  </a:lnTo>
                  <a:lnTo>
                    <a:pt x="447" y="152"/>
                  </a:lnTo>
                  <a:lnTo>
                    <a:pt x="449" y="154"/>
                  </a:lnTo>
                  <a:lnTo>
                    <a:pt x="449" y="156"/>
                  </a:lnTo>
                  <a:lnTo>
                    <a:pt x="449" y="159"/>
                  </a:lnTo>
                  <a:lnTo>
                    <a:pt x="451" y="159"/>
                  </a:lnTo>
                  <a:lnTo>
                    <a:pt x="454" y="161"/>
                  </a:lnTo>
                  <a:lnTo>
                    <a:pt x="456" y="164"/>
                  </a:lnTo>
                  <a:lnTo>
                    <a:pt x="461" y="164"/>
                  </a:lnTo>
                  <a:lnTo>
                    <a:pt x="461" y="164"/>
                  </a:lnTo>
                  <a:lnTo>
                    <a:pt x="463" y="166"/>
                  </a:lnTo>
                  <a:lnTo>
                    <a:pt x="463" y="166"/>
                  </a:lnTo>
                  <a:lnTo>
                    <a:pt x="466" y="166"/>
                  </a:lnTo>
                  <a:lnTo>
                    <a:pt x="468" y="166"/>
                  </a:lnTo>
                  <a:lnTo>
                    <a:pt x="470" y="166"/>
                  </a:lnTo>
                  <a:lnTo>
                    <a:pt x="470" y="168"/>
                  </a:lnTo>
                  <a:lnTo>
                    <a:pt x="473" y="171"/>
                  </a:lnTo>
                  <a:lnTo>
                    <a:pt x="473" y="173"/>
                  </a:lnTo>
                  <a:lnTo>
                    <a:pt x="473" y="175"/>
                  </a:lnTo>
                  <a:lnTo>
                    <a:pt x="470" y="178"/>
                  </a:lnTo>
                  <a:lnTo>
                    <a:pt x="473" y="180"/>
                  </a:lnTo>
                  <a:lnTo>
                    <a:pt x="473" y="180"/>
                  </a:lnTo>
                  <a:lnTo>
                    <a:pt x="473" y="183"/>
                  </a:lnTo>
                  <a:lnTo>
                    <a:pt x="473" y="185"/>
                  </a:lnTo>
                  <a:lnTo>
                    <a:pt x="475" y="185"/>
                  </a:lnTo>
                  <a:lnTo>
                    <a:pt x="477" y="185"/>
                  </a:lnTo>
                  <a:lnTo>
                    <a:pt x="477" y="185"/>
                  </a:lnTo>
                  <a:lnTo>
                    <a:pt x="484" y="192"/>
                  </a:lnTo>
                  <a:lnTo>
                    <a:pt x="487" y="192"/>
                  </a:lnTo>
                  <a:lnTo>
                    <a:pt x="492" y="192"/>
                  </a:lnTo>
                  <a:lnTo>
                    <a:pt x="494" y="194"/>
                  </a:lnTo>
                  <a:lnTo>
                    <a:pt x="496" y="197"/>
                  </a:lnTo>
                  <a:lnTo>
                    <a:pt x="499" y="199"/>
                  </a:lnTo>
                  <a:lnTo>
                    <a:pt x="501" y="204"/>
                  </a:lnTo>
                  <a:lnTo>
                    <a:pt x="501" y="204"/>
                  </a:lnTo>
                  <a:lnTo>
                    <a:pt x="503" y="206"/>
                  </a:lnTo>
                  <a:lnTo>
                    <a:pt x="503" y="206"/>
                  </a:lnTo>
                  <a:lnTo>
                    <a:pt x="503" y="209"/>
                  </a:lnTo>
                  <a:lnTo>
                    <a:pt x="503" y="209"/>
                  </a:lnTo>
                  <a:lnTo>
                    <a:pt x="506" y="209"/>
                  </a:lnTo>
                  <a:lnTo>
                    <a:pt x="508" y="211"/>
                  </a:lnTo>
                  <a:lnTo>
                    <a:pt x="510" y="211"/>
                  </a:lnTo>
                  <a:lnTo>
                    <a:pt x="513" y="211"/>
                  </a:lnTo>
                  <a:lnTo>
                    <a:pt x="513" y="211"/>
                  </a:lnTo>
                  <a:lnTo>
                    <a:pt x="515" y="213"/>
                  </a:lnTo>
                  <a:lnTo>
                    <a:pt x="515" y="213"/>
                  </a:lnTo>
                  <a:lnTo>
                    <a:pt x="513" y="216"/>
                  </a:lnTo>
                  <a:lnTo>
                    <a:pt x="515" y="218"/>
                  </a:lnTo>
                  <a:lnTo>
                    <a:pt x="515" y="218"/>
                  </a:lnTo>
                  <a:lnTo>
                    <a:pt x="518" y="218"/>
                  </a:lnTo>
                  <a:lnTo>
                    <a:pt x="518" y="218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20"/>
                  </a:lnTo>
                  <a:lnTo>
                    <a:pt x="522" y="220"/>
                  </a:lnTo>
                  <a:lnTo>
                    <a:pt x="522" y="220"/>
                  </a:lnTo>
                  <a:lnTo>
                    <a:pt x="525" y="220"/>
                  </a:lnTo>
                  <a:lnTo>
                    <a:pt x="525" y="220"/>
                  </a:lnTo>
                  <a:lnTo>
                    <a:pt x="529" y="218"/>
                  </a:lnTo>
                  <a:lnTo>
                    <a:pt x="529" y="218"/>
                  </a:lnTo>
                  <a:lnTo>
                    <a:pt x="532" y="218"/>
                  </a:lnTo>
                  <a:lnTo>
                    <a:pt x="534" y="220"/>
                  </a:lnTo>
                  <a:lnTo>
                    <a:pt x="536" y="220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41" y="220"/>
                  </a:lnTo>
                  <a:lnTo>
                    <a:pt x="541" y="220"/>
                  </a:lnTo>
                  <a:lnTo>
                    <a:pt x="541" y="218"/>
                  </a:lnTo>
                  <a:lnTo>
                    <a:pt x="544" y="218"/>
                  </a:lnTo>
                  <a:lnTo>
                    <a:pt x="544" y="220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8" y="227"/>
                  </a:lnTo>
                  <a:lnTo>
                    <a:pt x="553" y="230"/>
                  </a:lnTo>
                  <a:lnTo>
                    <a:pt x="553" y="230"/>
                  </a:lnTo>
                  <a:lnTo>
                    <a:pt x="553" y="235"/>
                  </a:lnTo>
                  <a:lnTo>
                    <a:pt x="553" y="237"/>
                  </a:lnTo>
                  <a:lnTo>
                    <a:pt x="553" y="237"/>
                  </a:lnTo>
                  <a:lnTo>
                    <a:pt x="553" y="237"/>
                  </a:lnTo>
                  <a:lnTo>
                    <a:pt x="555" y="239"/>
                  </a:lnTo>
                  <a:lnTo>
                    <a:pt x="555" y="239"/>
                  </a:lnTo>
                  <a:lnTo>
                    <a:pt x="555" y="242"/>
                  </a:lnTo>
                  <a:lnTo>
                    <a:pt x="555" y="244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5" y="249"/>
                  </a:lnTo>
                  <a:lnTo>
                    <a:pt x="567" y="249"/>
                  </a:lnTo>
                  <a:lnTo>
                    <a:pt x="567" y="251"/>
                  </a:lnTo>
                  <a:lnTo>
                    <a:pt x="567" y="251"/>
                  </a:lnTo>
                  <a:lnTo>
                    <a:pt x="570" y="258"/>
                  </a:lnTo>
                  <a:lnTo>
                    <a:pt x="570" y="258"/>
                  </a:lnTo>
                  <a:lnTo>
                    <a:pt x="570" y="263"/>
                  </a:lnTo>
                  <a:lnTo>
                    <a:pt x="567" y="261"/>
                  </a:lnTo>
                  <a:lnTo>
                    <a:pt x="565" y="258"/>
                  </a:lnTo>
                  <a:lnTo>
                    <a:pt x="565" y="261"/>
                  </a:lnTo>
                  <a:lnTo>
                    <a:pt x="565" y="263"/>
                  </a:lnTo>
                  <a:lnTo>
                    <a:pt x="567" y="265"/>
                  </a:lnTo>
                  <a:lnTo>
                    <a:pt x="567" y="265"/>
                  </a:lnTo>
                  <a:lnTo>
                    <a:pt x="567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72" y="272"/>
                  </a:lnTo>
                  <a:lnTo>
                    <a:pt x="572" y="272"/>
                  </a:lnTo>
                  <a:lnTo>
                    <a:pt x="572" y="275"/>
                  </a:lnTo>
                  <a:lnTo>
                    <a:pt x="572" y="275"/>
                  </a:lnTo>
                  <a:lnTo>
                    <a:pt x="572" y="277"/>
                  </a:lnTo>
                  <a:lnTo>
                    <a:pt x="572" y="277"/>
                  </a:lnTo>
                  <a:lnTo>
                    <a:pt x="572" y="277"/>
                  </a:lnTo>
                  <a:lnTo>
                    <a:pt x="572" y="280"/>
                  </a:lnTo>
                  <a:lnTo>
                    <a:pt x="572" y="280"/>
                  </a:lnTo>
                  <a:lnTo>
                    <a:pt x="572" y="282"/>
                  </a:lnTo>
                  <a:lnTo>
                    <a:pt x="572" y="294"/>
                  </a:lnTo>
                  <a:lnTo>
                    <a:pt x="572" y="296"/>
                  </a:lnTo>
                  <a:lnTo>
                    <a:pt x="572" y="298"/>
                  </a:lnTo>
                  <a:lnTo>
                    <a:pt x="572" y="306"/>
                  </a:lnTo>
                  <a:lnTo>
                    <a:pt x="572" y="310"/>
                  </a:lnTo>
                  <a:lnTo>
                    <a:pt x="572" y="310"/>
                  </a:lnTo>
                  <a:lnTo>
                    <a:pt x="572" y="310"/>
                  </a:lnTo>
                  <a:lnTo>
                    <a:pt x="570" y="313"/>
                  </a:lnTo>
                  <a:lnTo>
                    <a:pt x="567" y="325"/>
                  </a:lnTo>
                  <a:lnTo>
                    <a:pt x="570" y="322"/>
                  </a:lnTo>
                  <a:lnTo>
                    <a:pt x="570" y="322"/>
                  </a:lnTo>
                  <a:lnTo>
                    <a:pt x="570" y="322"/>
                  </a:lnTo>
                  <a:lnTo>
                    <a:pt x="570" y="325"/>
                  </a:lnTo>
                  <a:lnTo>
                    <a:pt x="570" y="327"/>
                  </a:lnTo>
                  <a:lnTo>
                    <a:pt x="567" y="329"/>
                  </a:lnTo>
                  <a:lnTo>
                    <a:pt x="567" y="334"/>
                  </a:lnTo>
                  <a:lnTo>
                    <a:pt x="567" y="334"/>
                  </a:lnTo>
                  <a:lnTo>
                    <a:pt x="565" y="336"/>
                  </a:lnTo>
                  <a:lnTo>
                    <a:pt x="565" y="336"/>
                  </a:lnTo>
                  <a:lnTo>
                    <a:pt x="565" y="339"/>
                  </a:lnTo>
                  <a:lnTo>
                    <a:pt x="565" y="341"/>
                  </a:lnTo>
                  <a:lnTo>
                    <a:pt x="565" y="341"/>
                  </a:lnTo>
                  <a:lnTo>
                    <a:pt x="567" y="346"/>
                  </a:lnTo>
                  <a:lnTo>
                    <a:pt x="567" y="348"/>
                  </a:lnTo>
                  <a:lnTo>
                    <a:pt x="570" y="348"/>
                  </a:lnTo>
                  <a:lnTo>
                    <a:pt x="567" y="351"/>
                  </a:lnTo>
                  <a:lnTo>
                    <a:pt x="567" y="351"/>
                  </a:lnTo>
                  <a:lnTo>
                    <a:pt x="567" y="355"/>
                  </a:lnTo>
                  <a:lnTo>
                    <a:pt x="567" y="367"/>
                  </a:lnTo>
                  <a:lnTo>
                    <a:pt x="565" y="377"/>
                  </a:lnTo>
                  <a:lnTo>
                    <a:pt x="565" y="374"/>
                  </a:lnTo>
                  <a:lnTo>
                    <a:pt x="565" y="372"/>
                  </a:lnTo>
                  <a:lnTo>
                    <a:pt x="565" y="372"/>
                  </a:lnTo>
                  <a:lnTo>
                    <a:pt x="565" y="370"/>
                  </a:lnTo>
                  <a:lnTo>
                    <a:pt x="565" y="370"/>
                  </a:lnTo>
                  <a:lnTo>
                    <a:pt x="562" y="372"/>
                  </a:lnTo>
                  <a:lnTo>
                    <a:pt x="562" y="374"/>
                  </a:lnTo>
                  <a:lnTo>
                    <a:pt x="562" y="377"/>
                  </a:lnTo>
                  <a:lnTo>
                    <a:pt x="562" y="379"/>
                  </a:lnTo>
                  <a:lnTo>
                    <a:pt x="565" y="381"/>
                  </a:lnTo>
                  <a:lnTo>
                    <a:pt x="565" y="384"/>
                  </a:lnTo>
                  <a:lnTo>
                    <a:pt x="567" y="386"/>
                  </a:lnTo>
                  <a:lnTo>
                    <a:pt x="574" y="393"/>
                  </a:lnTo>
                  <a:lnTo>
                    <a:pt x="577" y="396"/>
                  </a:lnTo>
                  <a:lnTo>
                    <a:pt x="579" y="398"/>
                  </a:lnTo>
                  <a:lnTo>
                    <a:pt x="579" y="400"/>
                  </a:lnTo>
                  <a:lnTo>
                    <a:pt x="581" y="403"/>
                  </a:lnTo>
                  <a:lnTo>
                    <a:pt x="581" y="403"/>
                  </a:lnTo>
                  <a:lnTo>
                    <a:pt x="581" y="400"/>
                  </a:lnTo>
                  <a:lnTo>
                    <a:pt x="581" y="398"/>
                  </a:lnTo>
                  <a:lnTo>
                    <a:pt x="579" y="396"/>
                  </a:lnTo>
                  <a:lnTo>
                    <a:pt x="577" y="393"/>
                  </a:lnTo>
                  <a:lnTo>
                    <a:pt x="570" y="386"/>
                  </a:lnTo>
                  <a:lnTo>
                    <a:pt x="567" y="386"/>
                  </a:lnTo>
                  <a:lnTo>
                    <a:pt x="570" y="384"/>
                  </a:lnTo>
                  <a:lnTo>
                    <a:pt x="572" y="384"/>
                  </a:lnTo>
                  <a:lnTo>
                    <a:pt x="577" y="388"/>
                  </a:lnTo>
                  <a:lnTo>
                    <a:pt x="579" y="388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4" y="393"/>
                  </a:lnTo>
                  <a:lnTo>
                    <a:pt x="584" y="393"/>
                  </a:lnTo>
                  <a:lnTo>
                    <a:pt x="584" y="396"/>
                  </a:lnTo>
                  <a:lnTo>
                    <a:pt x="586" y="398"/>
                  </a:lnTo>
                  <a:lnTo>
                    <a:pt x="586" y="398"/>
                  </a:lnTo>
                  <a:lnTo>
                    <a:pt x="586" y="398"/>
                  </a:lnTo>
                  <a:lnTo>
                    <a:pt x="589" y="398"/>
                  </a:lnTo>
                  <a:lnTo>
                    <a:pt x="591" y="396"/>
                  </a:lnTo>
                  <a:lnTo>
                    <a:pt x="591" y="393"/>
                  </a:lnTo>
                  <a:lnTo>
                    <a:pt x="591" y="391"/>
                  </a:lnTo>
                  <a:lnTo>
                    <a:pt x="591" y="391"/>
                  </a:lnTo>
                  <a:lnTo>
                    <a:pt x="591" y="386"/>
                  </a:lnTo>
                  <a:lnTo>
                    <a:pt x="591" y="386"/>
                  </a:lnTo>
                  <a:lnTo>
                    <a:pt x="591" y="384"/>
                  </a:lnTo>
                  <a:lnTo>
                    <a:pt x="593" y="381"/>
                  </a:lnTo>
                  <a:lnTo>
                    <a:pt x="593" y="381"/>
                  </a:lnTo>
                  <a:lnTo>
                    <a:pt x="593" y="379"/>
                  </a:lnTo>
                  <a:lnTo>
                    <a:pt x="591" y="377"/>
                  </a:lnTo>
                  <a:lnTo>
                    <a:pt x="591" y="377"/>
                  </a:lnTo>
                  <a:lnTo>
                    <a:pt x="593" y="374"/>
                  </a:lnTo>
                  <a:lnTo>
                    <a:pt x="596" y="372"/>
                  </a:lnTo>
                  <a:lnTo>
                    <a:pt x="591" y="374"/>
                  </a:lnTo>
                  <a:lnTo>
                    <a:pt x="586" y="372"/>
                  </a:lnTo>
                  <a:lnTo>
                    <a:pt x="581" y="370"/>
                  </a:lnTo>
                  <a:lnTo>
                    <a:pt x="577" y="370"/>
                  </a:lnTo>
                  <a:lnTo>
                    <a:pt x="579" y="367"/>
                  </a:lnTo>
                  <a:lnTo>
                    <a:pt x="584" y="365"/>
                  </a:lnTo>
                  <a:lnTo>
                    <a:pt x="584" y="362"/>
                  </a:lnTo>
                  <a:lnTo>
                    <a:pt x="581" y="365"/>
                  </a:lnTo>
                  <a:lnTo>
                    <a:pt x="579" y="365"/>
                  </a:lnTo>
                  <a:lnTo>
                    <a:pt x="579" y="362"/>
                  </a:lnTo>
                  <a:lnTo>
                    <a:pt x="579" y="362"/>
                  </a:lnTo>
                  <a:lnTo>
                    <a:pt x="579" y="362"/>
                  </a:lnTo>
                  <a:lnTo>
                    <a:pt x="579" y="360"/>
                  </a:lnTo>
                  <a:lnTo>
                    <a:pt x="579" y="360"/>
                  </a:lnTo>
                  <a:lnTo>
                    <a:pt x="579" y="358"/>
                  </a:lnTo>
                  <a:lnTo>
                    <a:pt x="579" y="358"/>
                  </a:lnTo>
                  <a:lnTo>
                    <a:pt x="579" y="355"/>
                  </a:lnTo>
                  <a:lnTo>
                    <a:pt x="584" y="360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6" y="360"/>
                  </a:lnTo>
                  <a:lnTo>
                    <a:pt x="589" y="360"/>
                  </a:lnTo>
                  <a:lnTo>
                    <a:pt x="589" y="362"/>
                  </a:lnTo>
                  <a:lnTo>
                    <a:pt x="589" y="362"/>
                  </a:lnTo>
                  <a:lnTo>
                    <a:pt x="589" y="365"/>
                  </a:lnTo>
                  <a:lnTo>
                    <a:pt x="591" y="362"/>
                  </a:lnTo>
                  <a:lnTo>
                    <a:pt x="593" y="362"/>
                  </a:lnTo>
                  <a:lnTo>
                    <a:pt x="596" y="365"/>
                  </a:lnTo>
                  <a:lnTo>
                    <a:pt x="598" y="367"/>
                  </a:lnTo>
                  <a:lnTo>
                    <a:pt x="598" y="374"/>
                  </a:lnTo>
                  <a:lnTo>
                    <a:pt x="598" y="377"/>
                  </a:lnTo>
                  <a:lnTo>
                    <a:pt x="600" y="379"/>
                  </a:lnTo>
                  <a:lnTo>
                    <a:pt x="600" y="379"/>
                  </a:lnTo>
                  <a:lnTo>
                    <a:pt x="605" y="379"/>
                  </a:lnTo>
                  <a:lnTo>
                    <a:pt x="605" y="377"/>
                  </a:lnTo>
                  <a:lnTo>
                    <a:pt x="605" y="377"/>
                  </a:lnTo>
                  <a:lnTo>
                    <a:pt x="605" y="374"/>
                  </a:lnTo>
                  <a:lnTo>
                    <a:pt x="603" y="370"/>
                  </a:lnTo>
                  <a:lnTo>
                    <a:pt x="603" y="367"/>
                  </a:lnTo>
                  <a:lnTo>
                    <a:pt x="605" y="367"/>
                  </a:lnTo>
                  <a:lnTo>
                    <a:pt x="607" y="365"/>
                  </a:lnTo>
                  <a:lnTo>
                    <a:pt x="607" y="365"/>
                  </a:lnTo>
                  <a:lnTo>
                    <a:pt x="610" y="365"/>
                  </a:lnTo>
                  <a:lnTo>
                    <a:pt x="612" y="372"/>
                  </a:lnTo>
                  <a:lnTo>
                    <a:pt x="615" y="377"/>
                  </a:lnTo>
                  <a:lnTo>
                    <a:pt x="615" y="379"/>
                  </a:lnTo>
                  <a:lnTo>
                    <a:pt x="615" y="381"/>
                  </a:lnTo>
                  <a:lnTo>
                    <a:pt x="612" y="384"/>
                  </a:lnTo>
                  <a:lnTo>
                    <a:pt x="612" y="386"/>
                  </a:lnTo>
                  <a:lnTo>
                    <a:pt x="607" y="388"/>
                  </a:lnTo>
                  <a:lnTo>
                    <a:pt x="607" y="391"/>
                  </a:lnTo>
                  <a:lnTo>
                    <a:pt x="607" y="393"/>
                  </a:lnTo>
                  <a:lnTo>
                    <a:pt x="607" y="393"/>
                  </a:lnTo>
                  <a:lnTo>
                    <a:pt x="605" y="396"/>
                  </a:lnTo>
                  <a:lnTo>
                    <a:pt x="605" y="396"/>
                  </a:lnTo>
                  <a:lnTo>
                    <a:pt x="605" y="398"/>
                  </a:lnTo>
                  <a:lnTo>
                    <a:pt x="605" y="398"/>
                  </a:lnTo>
                  <a:lnTo>
                    <a:pt x="603" y="400"/>
                  </a:lnTo>
                  <a:lnTo>
                    <a:pt x="600" y="403"/>
                  </a:lnTo>
                  <a:lnTo>
                    <a:pt x="600" y="407"/>
                  </a:lnTo>
                  <a:lnTo>
                    <a:pt x="600" y="410"/>
                  </a:lnTo>
                  <a:lnTo>
                    <a:pt x="598" y="410"/>
                  </a:lnTo>
                  <a:lnTo>
                    <a:pt x="598" y="412"/>
                  </a:lnTo>
                  <a:lnTo>
                    <a:pt x="598" y="412"/>
                  </a:lnTo>
                  <a:lnTo>
                    <a:pt x="598" y="414"/>
                  </a:lnTo>
                  <a:lnTo>
                    <a:pt x="598" y="412"/>
                  </a:lnTo>
                  <a:lnTo>
                    <a:pt x="600" y="412"/>
                  </a:lnTo>
                  <a:lnTo>
                    <a:pt x="600" y="414"/>
                  </a:lnTo>
                  <a:lnTo>
                    <a:pt x="598" y="414"/>
                  </a:lnTo>
                  <a:lnTo>
                    <a:pt x="596" y="417"/>
                  </a:lnTo>
                  <a:lnTo>
                    <a:pt x="593" y="417"/>
                  </a:lnTo>
                  <a:lnTo>
                    <a:pt x="596" y="417"/>
                  </a:lnTo>
                  <a:lnTo>
                    <a:pt x="598" y="419"/>
                  </a:lnTo>
                  <a:lnTo>
                    <a:pt x="598" y="419"/>
                  </a:lnTo>
                  <a:lnTo>
                    <a:pt x="600" y="419"/>
                  </a:lnTo>
                  <a:lnTo>
                    <a:pt x="598" y="419"/>
                  </a:lnTo>
                  <a:lnTo>
                    <a:pt x="593" y="419"/>
                  </a:lnTo>
                  <a:lnTo>
                    <a:pt x="591" y="419"/>
                  </a:lnTo>
                  <a:lnTo>
                    <a:pt x="591" y="422"/>
                  </a:lnTo>
                  <a:lnTo>
                    <a:pt x="591" y="422"/>
                  </a:lnTo>
                  <a:lnTo>
                    <a:pt x="591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4"/>
                  </a:lnTo>
                  <a:lnTo>
                    <a:pt x="593" y="424"/>
                  </a:lnTo>
                  <a:lnTo>
                    <a:pt x="593" y="426"/>
                  </a:lnTo>
                  <a:lnTo>
                    <a:pt x="591" y="424"/>
                  </a:lnTo>
                  <a:lnTo>
                    <a:pt x="589" y="424"/>
                  </a:lnTo>
                  <a:lnTo>
                    <a:pt x="586" y="424"/>
                  </a:lnTo>
                  <a:lnTo>
                    <a:pt x="586" y="422"/>
                  </a:lnTo>
                  <a:lnTo>
                    <a:pt x="584" y="419"/>
                  </a:lnTo>
                  <a:lnTo>
                    <a:pt x="584" y="419"/>
                  </a:lnTo>
                  <a:lnTo>
                    <a:pt x="584" y="422"/>
                  </a:lnTo>
                  <a:lnTo>
                    <a:pt x="586" y="426"/>
                  </a:lnTo>
                  <a:lnTo>
                    <a:pt x="589" y="426"/>
                  </a:lnTo>
                  <a:lnTo>
                    <a:pt x="591" y="429"/>
                  </a:lnTo>
                  <a:lnTo>
                    <a:pt x="596" y="429"/>
                  </a:lnTo>
                  <a:lnTo>
                    <a:pt x="600" y="431"/>
                  </a:lnTo>
                  <a:lnTo>
                    <a:pt x="603" y="431"/>
                  </a:lnTo>
                  <a:lnTo>
                    <a:pt x="603" y="433"/>
                  </a:lnTo>
                  <a:lnTo>
                    <a:pt x="605" y="438"/>
                  </a:lnTo>
                  <a:lnTo>
                    <a:pt x="607" y="443"/>
                  </a:lnTo>
                  <a:lnTo>
                    <a:pt x="610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8"/>
                  </a:lnTo>
                  <a:lnTo>
                    <a:pt x="610" y="450"/>
                  </a:lnTo>
                  <a:lnTo>
                    <a:pt x="610" y="452"/>
                  </a:lnTo>
                  <a:lnTo>
                    <a:pt x="612" y="455"/>
                  </a:lnTo>
                  <a:lnTo>
                    <a:pt x="615" y="455"/>
                  </a:lnTo>
                  <a:lnTo>
                    <a:pt x="612" y="452"/>
                  </a:lnTo>
                  <a:lnTo>
                    <a:pt x="615" y="452"/>
                  </a:lnTo>
                  <a:lnTo>
                    <a:pt x="615" y="455"/>
                  </a:lnTo>
                  <a:lnTo>
                    <a:pt x="617" y="455"/>
                  </a:lnTo>
                  <a:lnTo>
                    <a:pt x="617" y="457"/>
                  </a:lnTo>
                  <a:lnTo>
                    <a:pt x="617" y="457"/>
                  </a:lnTo>
                  <a:lnTo>
                    <a:pt x="615" y="457"/>
                  </a:lnTo>
                  <a:lnTo>
                    <a:pt x="615" y="455"/>
                  </a:lnTo>
                  <a:lnTo>
                    <a:pt x="615" y="457"/>
                  </a:lnTo>
                  <a:lnTo>
                    <a:pt x="619" y="462"/>
                  </a:lnTo>
                  <a:lnTo>
                    <a:pt x="622" y="467"/>
                  </a:lnTo>
                  <a:lnTo>
                    <a:pt x="633" y="485"/>
                  </a:lnTo>
                  <a:lnTo>
                    <a:pt x="636" y="488"/>
                  </a:lnTo>
                  <a:lnTo>
                    <a:pt x="636" y="488"/>
                  </a:lnTo>
                  <a:lnTo>
                    <a:pt x="636" y="488"/>
                  </a:lnTo>
                  <a:lnTo>
                    <a:pt x="638" y="488"/>
                  </a:lnTo>
                  <a:lnTo>
                    <a:pt x="636" y="488"/>
                  </a:lnTo>
                  <a:lnTo>
                    <a:pt x="636" y="483"/>
                  </a:lnTo>
                  <a:lnTo>
                    <a:pt x="633" y="483"/>
                  </a:lnTo>
                  <a:lnTo>
                    <a:pt x="638" y="485"/>
                  </a:lnTo>
                  <a:lnTo>
                    <a:pt x="643" y="495"/>
                  </a:lnTo>
                  <a:lnTo>
                    <a:pt x="645" y="497"/>
                  </a:lnTo>
                  <a:lnTo>
                    <a:pt x="648" y="497"/>
                  </a:lnTo>
                  <a:lnTo>
                    <a:pt x="648" y="497"/>
                  </a:lnTo>
                  <a:lnTo>
                    <a:pt x="650" y="497"/>
                  </a:lnTo>
                  <a:lnTo>
                    <a:pt x="650" y="497"/>
                  </a:lnTo>
                  <a:lnTo>
                    <a:pt x="652" y="497"/>
                  </a:lnTo>
                  <a:lnTo>
                    <a:pt x="652" y="497"/>
                  </a:lnTo>
                  <a:lnTo>
                    <a:pt x="652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7" y="497"/>
                  </a:lnTo>
                  <a:lnTo>
                    <a:pt x="657" y="500"/>
                  </a:lnTo>
                  <a:lnTo>
                    <a:pt x="657" y="497"/>
                  </a:lnTo>
                  <a:lnTo>
                    <a:pt x="657" y="497"/>
                  </a:lnTo>
                  <a:lnTo>
                    <a:pt x="657" y="495"/>
                  </a:lnTo>
                  <a:lnTo>
                    <a:pt x="657" y="495"/>
                  </a:lnTo>
                  <a:lnTo>
                    <a:pt x="659" y="497"/>
                  </a:lnTo>
                  <a:lnTo>
                    <a:pt x="659" y="500"/>
                  </a:lnTo>
                  <a:lnTo>
                    <a:pt x="662" y="500"/>
                  </a:lnTo>
                  <a:lnTo>
                    <a:pt x="662" y="497"/>
                  </a:lnTo>
                  <a:lnTo>
                    <a:pt x="662" y="495"/>
                  </a:lnTo>
                  <a:lnTo>
                    <a:pt x="659" y="490"/>
                  </a:lnTo>
                  <a:lnTo>
                    <a:pt x="657" y="485"/>
                  </a:lnTo>
                  <a:lnTo>
                    <a:pt x="657" y="485"/>
                  </a:lnTo>
                  <a:lnTo>
                    <a:pt x="655" y="485"/>
                  </a:lnTo>
                  <a:lnTo>
                    <a:pt x="652" y="481"/>
                  </a:lnTo>
                  <a:lnTo>
                    <a:pt x="652" y="481"/>
                  </a:lnTo>
                  <a:lnTo>
                    <a:pt x="650" y="481"/>
                  </a:lnTo>
                  <a:lnTo>
                    <a:pt x="650" y="481"/>
                  </a:lnTo>
                  <a:lnTo>
                    <a:pt x="645" y="476"/>
                  </a:lnTo>
                  <a:lnTo>
                    <a:pt x="645" y="476"/>
                  </a:lnTo>
                  <a:lnTo>
                    <a:pt x="643" y="474"/>
                  </a:lnTo>
                  <a:lnTo>
                    <a:pt x="645" y="474"/>
                  </a:lnTo>
                  <a:lnTo>
                    <a:pt x="648" y="476"/>
                  </a:lnTo>
                  <a:lnTo>
                    <a:pt x="650" y="478"/>
                  </a:lnTo>
                  <a:lnTo>
                    <a:pt x="652" y="478"/>
                  </a:lnTo>
                  <a:lnTo>
                    <a:pt x="655" y="478"/>
                  </a:lnTo>
                  <a:lnTo>
                    <a:pt x="655" y="478"/>
                  </a:lnTo>
                  <a:lnTo>
                    <a:pt x="655" y="481"/>
                  </a:lnTo>
                  <a:lnTo>
                    <a:pt x="657" y="481"/>
                  </a:lnTo>
                  <a:lnTo>
                    <a:pt x="659" y="483"/>
                  </a:lnTo>
                  <a:lnTo>
                    <a:pt x="659" y="483"/>
                  </a:lnTo>
                  <a:lnTo>
                    <a:pt x="659" y="481"/>
                  </a:lnTo>
                  <a:lnTo>
                    <a:pt x="662" y="481"/>
                  </a:lnTo>
                  <a:lnTo>
                    <a:pt x="662" y="481"/>
                  </a:lnTo>
                  <a:lnTo>
                    <a:pt x="662" y="478"/>
                  </a:lnTo>
                  <a:lnTo>
                    <a:pt x="664" y="478"/>
                  </a:lnTo>
                  <a:lnTo>
                    <a:pt x="667" y="478"/>
                  </a:lnTo>
                  <a:lnTo>
                    <a:pt x="669" y="476"/>
                  </a:lnTo>
                  <a:lnTo>
                    <a:pt x="674" y="474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6"/>
                  </a:lnTo>
                  <a:lnTo>
                    <a:pt x="676" y="476"/>
                  </a:lnTo>
                  <a:lnTo>
                    <a:pt x="674" y="476"/>
                  </a:lnTo>
                  <a:lnTo>
                    <a:pt x="671" y="478"/>
                  </a:lnTo>
                  <a:lnTo>
                    <a:pt x="667" y="481"/>
                  </a:lnTo>
                  <a:lnTo>
                    <a:pt x="664" y="483"/>
                  </a:lnTo>
                  <a:lnTo>
                    <a:pt x="667" y="485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71" y="488"/>
                  </a:lnTo>
                  <a:lnTo>
                    <a:pt x="671" y="493"/>
                  </a:lnTo>
                  <a:lnTo>
                    <a:pt x="671" y="495"/>
                  </a:lnTo>
                  <a:lnTo>
                    <a:pt x="671" y="509"/>
                  </a:lnTo>
                  <a:lnTo>
                    <a:pt x="671" y="512"/>
                  </a:lnTo>
                  <a:lnTo>
                    <a:pt x="671" y="514"/>
                  </a:lnTo>
                  <a:lnTo>
                    <a:pt x="676" y="519"/>
                  </a:lnTo>
                  <a:lnTo>
                    <a:pt x="676" y="519"/>
                  </a:lnTo>
                  <a:lnTo>
                    <a:pt x="676" y="523"/>
                  </a:lnTo>
                  <a:lnTo>
                    <a:pt x="676" y="523"/>
                  </a:lnTo>
                  <a:lnTo>
                    <a:pt x="676" y="526"/>
                  </a:lnTo>
                  <a:lnTo>
                    <a:pt x="678" y="528"/>
                  </a:lnTo>
                  <a:lnTo>
                    <a:pt x="678" y="530"/>
                  </a:lnTo>
                  <a:lnTo>
                    <a:pt x="681" y="530"/>
                  </a:lnTo>
                  <a:lnTo>
                    <a:pt x="683" y="528"/>
                  </a:lnTo>
                  <a:lnTo>
                    <a:pt x="683" y="526"/>
                  </a:lnTo>
                  <a:lnTo>
                    <a:pt x="685" y="528"/>
                  </a:lnTo>
                  <a:lnTo>
                    <a:pt x="685" y="528"/>
                  </a:lnTo>
                  <a:lnTo>
                    <a:pt x="688" y="526"/>
                  </a:lnTo>
                  <a:lnTo>
                    <a:pt x="688" y="526"/>
                  </a:lnTo>
                  <a:lnTo>
                    <a:pt x="688" y="526"/>
                  </a:lnTo>
                  <a:lnTo>
                    <a:pt x="690" y="516"/>
                  </a:lnTo>
                  <a:lnTo>
                    <a:pt x="693" y="514"/>
                  </a:lnTo>
                  <a:lnTo>
                    <a:pt x="695" y="509"/>
                  </a:lnTo>
                  <a:lnTo>
                    <a:pt x="697" y="507"/>
                  </a:lnTo>
                  <a:lnTo>
                    <a:pt x="697" y="504"/>
                  </a:lnTo>
                  <a:lnTo>
                    <a:pt x="700" y="504"/>
                  </a:lnTo>
                  <a:lnTo>
                    <a:pt x="702" y="502"/>
                  </a:lnTo>
                  <a:lnTo>
                    <a:pt x="704" y="502"/>
                  </a:lnTo>
                  <a:lnTo>
                    <a:pt x="704" y="504"/>
                  </a:lnTo>
                  <a:lnTo>
                    <a:pt x="704" y="504"/>
                  </a:lnTo>
                  <a:lnTo>
                    <a:pt x="702" y="507"/>
                  </a:lnTo>
                  <a:lnTo>
                    <a:pt x="702" y="507"/>
                  </a:lnTo>
                  <a:lnTo>
                    <a:pt x="700" y="507"/>
                  </a:lnTo>
                  <a:lnTo>
                    <a:pt x="700" y="507"/>
                  </a:lnTo>
                  <a:lnTo>
                    <a:pt x="700" y="509"/>
                  </a:lnTo>
                  <a:lnTo>
                    <a:pt x="697" y="509"/>
                  </a:lnTo>
                  <a:lnTo>
                    <a:pt x="695" y="514"/>
                  </a:lnTo>
                  <a:lnTo>
                    <a:pt x="693" y="516"/>
                  </a:lnTo>
                  <a:lnTo>
                    <a:pt x="695" y="519"/>
                  </a:lnTo>
                  <a:lnTo>
                    <a:pt x="693" y="523"/>
                  </a:lnTo>
                  <a:lnTo>
                    <a:pt x="690" y="526"/>
                  </a:lnTo>
                  <a:lnTo>
                    <a:pt x="688" y="530"/>
                  </a:lnTo>
                  <a:lnTo>
                    <a:pt x="688" y="530"/>
                  </a:lnTo>
                  <a:lnTo>
                    <a:pt x="688" y="530"/>
                  </a:lnTo>
                  <a:lnTo>
                    <a:pt x="685" y="530"/>
                  </a:lnTo>
                  <a:lnTo>
                    <a:pt x="685" y="530"/>
                  </a:lnTo>
                  <a:lnTo>
                    <a:pt x="683" y="530"/>
                  </a:lnTo>
                  <a:lnTo>
                    <a:pt x="683" y="530"/>
                  </a:lnTo>
                  <a:lnTo>
                    <a:pt x="683" y="530"/>
                  </a:lnTo>
                  <a:lnTo>
                    <a:pt x="683" y="533"/>
                  </a:lnTo>
                  <a:lnTo>
                    <a:pt x="683" y="535"/>
                  </a:lnTo>
                  <a:lnTo>
                    <a:pt x="683" y="535"/>
                  </a:lnTo>
                  <a:lnTo>
                    <a:pt x="685" y="535"/>
                  </a:lnTo>
                  <a:lnTo>
                    <a:pt x="685" y="535"/>
                  </a:lnTo>
                  <a:lnTo>
                    <a:pt x="685" y="535"/>
                  </a:lnTo>
                  <a:lnTo>
                    <a:pt x="688" y="535"/>
                  </a:lnTo>
                  <a:lnTo>
                    <a:pt x="693" y="538"/>
                  </a:lnTo>
                  <a:lnTo>
                    <a:pt x="695" y="535"/>
                  </a:lnTo>
                  <a:lnTo>
                    <a:pt x="697" y="535"/>
                  </a:lnTo>
                  <a:lnTo>
                    <a:pt x="697" y="538"/>
                  </a:lnTo>
                  <a:lnTo>
                    <a:pt x="697" y="538"/>
                  </a:lnTo>
                  <a:lnTo>
                    <a:pt x="697" y="538"/>
                  </a:lnTo>
                  <a:lnTo>
                    <a:pt x="700" y="535"/>
                  </a:lnTo>
                  <a:lnTo>
                    <a:pt x="697" y="533"/>
                  </a:lnTo>
                  <a:lnTo>
                    <a:pt x="697" y="530"/>
                  </a:lnTo>
                  <a:lnTo>
                    <a:pt x="697" y="533"/>
                  </a:lnTo>
                  <a:lnTo>
                    <a:pt x="702" y="535"/>
                  </a:lnTo>
                  <a:lnTo>
                    <a:pt x="702" y="538"/>
                  </a:lnTo>
                  <a:lnTo>
                    <a:pt x="704" y="540"/>
                  </a:lnTo>
                  <a:lnTo>
                    <a:pt x="704" y="547"/>
                  </a:lnTo>
                  <a:lnTo>
                    <a:pt x="704" y="547"/>
                  </a:lnTo>
                  <a:lnTo>
                    <a:pt x="704" y="547"/>
                  </a:lnTo>
                  <a:lnTo>
                    <a:pt x="702" y="547"/>
                  </a:lnTo>
                  <a:lnTo>
                    <a:pt x="704" y="549"/>
                  </a:lnTo>
                  <a:lnTo>
                    <a:pt x="709" y="554"/>
                  </a:lnTo>
                  <a:lnTo>
                    <a:pt x="709" y="554"/>
                  </a:lnTo>
                  <a:lnTo>
                    <a:pt x="709" y="556"/>
                  </a:lnTo>
                  <a:lnTo>
                    <a:pt x="709" y="559"/>
                  </a:lnTo>
                  <a:lnTo>
                    <a:pt x="712" y="568"/>
                  </a:lnTo>
                  <a:lnTo>
                    <a:pt x="714" y="578"/>
                  </a:lnTo>
                  <a:lnTo>
                    <a:pt x="716" y="578"/>
                  </a:lnTo>
                  <a:lnTo>
                    <a:pt x="714" y="575"/>
                  </a:lnTo>
                  <a:lnTo>
                    <a:pt x="714" y="575"/>
                  </a:lnTo>
                  <a:lnTo>
                    <a:pt x="714" y="573"/>
                  </a:lnTo>
                  <a:lnTo>
                    <a:pt x="716" y="573"/>
                  </a:lnTo>
                  <a:lnTo>
                    <a:pt x="719" y="580"/>
                  </a:lnTo>
                  <a:lnTo>
                    <a:pt x="721" y="585"/>
                  </a:lnTo>
                  <a:lnTo>
                    <a:pt x="723" y="585"/>
                  </a:lnTo>
                  <a:lnTo>
                    <a:pt x="723" y="587"/>
                  </a:lnTo>
                  <a:lnTo>
                    <a:pt x="723" y="590"/>
                  </a:lnTo>
                  <a:lnTo>
                    <a:pt x="726" y="590"/>
                  </a:lnTo>
                  <a:lnTo>
                    <a:pt x="726" y="590"/>
                  </a:lnTo>
                  <a:lnTo>
                    <a:pt x="728" y="590"/>
                  </a:lnTo>
                  <a:lnTo>
                    <a:pt x="730" y="590"/>
                  </a:lnTo>
                  <a:lnTo>
                    <a:pt x="733" y="590"/>
                  </a:lnTo>
                  <a:lnTo>
                    <a:pt x="733" y="592"/>
                  </a:lnTo>
                  <a:lnTo>
                    <a:pt x="730" y="592"/>
                  </a:lnTo>
                  <a:lnTo>
                    <a:pt x="730" y="594"/>
                  </a:lnTo>
                  <a:lnTo>
                    <a:pt x="730" y="594"/>
                  </a:lnTo>
                  <a:lnTo>
                    <a:pt x="728" y="594"/>
                  </a:lnTo>
                  <a:lnTo>
                    <a:pt x="726" y="594"/>
                  </a:lnTo>
                  <a:lnTo>
                    <a:pt x="726" y="592"/>
                  </a:lnTo>
                  <a:lnTo>
                    <a:pt x="723" y="594"/>
                  </a:lnTo>
                  <a:lnTo>
                    <a:pt x="726" y="597"/>
                  </a:lnTo>
                  <a:lnTo>
                    <a:pt x="726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3" y="597"/>
                  </a:lnTo>
                  <a:lnTo>
                    <a:pt x="733" y="597"/>
                  </a:lnTo>
                  <a:lnTo>
                    <a:pt x="735" y="597"/>
                  </a:lnTo>
                  <a:lnTo>
                    <a:pt x="735" y="597"/>
                  </a:lnTo>
                  <a:lnTo>
                    <a:pt x="735" y="594"/>
                  </a:lnTo>
                  <a:lnTo>
                    <a:pt x="738" y="592"/>
                  </a:lnTo>
                  <a:lnTo>
                    <a:pt x="738" y="594"/>
                  </a:lnTo>
                  <a:lnTo>
                    <a:pt x="740" y="594"/>
                  </a:lnTo>
                  <a:lnTo>
                    <a:pt x="740" y="594"/>
                  </a:lnTo>
                  <a:lnTo>
                    <a:pt x="742" y="594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5" y="597"/>
                  </a:lnTo>
                  <a:lnTo>
                    <a:pt x="745" y="594"/>
                  </a:lnTo>
                  <a:lnTo>
                    <a:pt x="745" y="594"/>
                  </a:lnTo>
                  <a:lnTo>
                    <a:pt x="747" y="597"/>
                  </a:lnTo>
                  <a:lnTo>
                    <a:pt x="749" y="597"/>
                  </a:lnTo>
                  <a:lnTo>
                    <a:pt x="752" y="597"/>
                  </a:lnTo>
                  <a:lnTo>
                    <a:pt x="752" y="599"/>
                  </a:lnTo>
                  <a:lnTo>
                    <a:pt x="754" y="597"/>
                  </a:lnTo>
                  <a:lnTo>
                    <a:pt x="754" y="597"/>
                  </a:lnTo>
                  <a:lnTo>
                    <a:pt x="756" y="599"/>
                  </a:lnTo>
                  <a:lnTo>
                    <a:pt x="759" y="599"/>
                  </a:lnTo>
                  <a:lnTo>
                    <a:pt x="759" y="599"/>
                  </a:lnTo>
                  <a:lnTo>
                    <a:pt x="764" y="599"/>
                  </a:lnTo>
                  <a:lnTo>
                    <a:pt x="764" y="601"/>
                  </a:lnTo>
                  <a:lnTo>
                    <a:pt x="768" y="601"/>
                  </a:lnTo>
                  <a:lnTo>
                    <a:pt x="771" y="604"/>
                  </a:lnTo>
                  <a:lnTo>
                    <a:pt x="773" y="606"/>
                  </a:lnTo>
                  <a:lnTo>
                    <a:pt x="773" y="609"/>
                  </a:lnTo>
                  <a:lnTo>
                    <a:pt x="771" y="611"/>
                  </a:lnTo>
                  <a:lnTo>
                    <a:pt x="771" y="611"/>
                  </a:lnTo>
                  <a:lnTo>
                    <a:pt x="773" y="613"/>
                  </a:lnTo>
                  <a:lnTo>
                    <a:pt x="773" y="613"/>
                  </a:lnTo>
                  <a:lnTo>
                    <a:pt x="775" y="616"/>
                  </a:lnTo>
                  <a:lnTo>
                    <a:pt x="775" y="616"/>
                  </a:lnTo>
                  <a:lnTo>
                    <a:pt x="778" y="616"/>
                  </a:lnTo>
                  <a:lnTo>
                    <a:pt x="780" y="616"/>
                  </a:lnTo>
                  <a:lnTo>
                    <a:pt x="780" y="618"/>
                  </a:lnTo>
                  <a:lnTo>
                    <a:pt x="782" y="620"/>
                  </a:lnTo>
                  <a:lnTo>
                    <a:pt x="782" y="620"/>
                  </a:lnTo>
                  <a:lnTo>
                    <a:pt x="782" y="623"/>
                  </a:lnTo>
                  <a:lnTo>
                    <a:pt x="785" y="625"/>
                  </a:lnTo>
                  <a:lnTo>
                    <a:pt x="787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2" y="632"/>
                  </a:lnTo>
                  <a:lnTo>
                    <a:pt x="794" y="632"/>
                  </a:lnTo>
                  <a:lnTo>
                    <a:pt x="794" y="632"/>
                  </a:lnTo>
                  <a:lnTo>
                    <a:pt x="794" y="635"/>
                  </a:lnTo>
                  <a:lnTo>
                    <a:pt x="794" y="635"/>
                  </a:lnTo>
                  <a:lnTo>
                    <a:pt x="792" y="637"/>
                  </a:lnTo>
                  <a:lnTo>
                    <a:pt x="792" y="639"/>
                  </a:lnTo>
                  <a:lnTo>
                    <a:pt x="797" y="642"/>
                  </a:lnTo>
                  <a:lnTo>
                    <a:pt x="799" y="646"/>
                  </a:lnTo>
                  <a:lnTo>
                    <a:pt x="799" y="649"/>
                  </a:lnTo>
                  <a:lnTo>
                    <a:pt x="801" y="651"/>
                  </a:lnTo>
                  <a:lnTo>
                    <a:pt x="801" y="651"/>
                  </a:lnTo>
                  <a:lnTo>
                    <a:pt x="801" y="654"/>
                  </a:lnTo>
                  <a:lnTo>
                    <a:pt x="808" y="656"/>
                  </a:lnTo>
                  <a:lnTo>
                    <a:pt x="813" y="656"/>
                  </a:lnTo>
                  <a:lnTo>
                    <a:pt x="813" y="656"/>
                  </a:lnTo>
                  <a:lnTo>
                    <a:pt x="816" y="656"/>
                  </a:lnTo>
                  <a:lnTo>
                    <a:pt x="820" y="656"/>
                  </a:lnTo>
                  <a:lnTo>
                    <a:pt x="823" y="658"/>
                  </a:lnTo>
                  <a:lnTo>
                    <a:pt x="830" y="663"/>
                  </a:lnTo>
                  <a:lnTo>
                    <a:pt x="830" y="665"/>
                  </a:lnTo>
                  <a:lnTo>
                    <a:pt x="830" y="668"/>
                  </a:lnTo>
                  <a:lnTo>
                    <a:pt x="827" y="670"/>
                  </a:lnTo>
                  <a:lnTo>
                    <a:pt x="825" y="670"/>
                  </a:lnTo>
                  <a:lnTo>
                    <a:pt x="823" y="672"/>
                  </a:lnTo>
                  <a:lnTo>
                    <a:pt x="820" y="670"/>
                  </a:lnTo>
                  <a:lnTo>
                    <a:pt x="820" y="670"/>
                  </a:lnTo>
                  <a:lnTo>
                    <a:pt x="823" y="670"/>
                  </a:lnTo>
                  <a:lnTo>
                    <a:pt x="823" y="670"/>
                  </a:lnTo>
                  <a:lnTo>
                    <a:pt x="823" y="670"/>
                  </a:lnTo>
                  <a:lnTo>
                    <a:pt x="823" y="668"/>
                  </a:lnTo>
                  <a:lnTo>
                    <a:pt x="813" y="665"/>
                  </a:lnTo>
                  <a:lnTo>
                    <a:pt x="813" y="665"/>
                  </a:lnTo>
                  <a:lnTo>
                    <a:pt x="811" y="665"/>
                  </a:lnTo>
                  <a:lnTo>
                    <a:pt x="808" y="661"/>
                  </a:lnTo>
                  <a:lnTo>
                    <a:pt x="808" y="661"/>
                  </a:lnTo>
                  <a:lnTo>
                    <a:pt x="806" y="661"/>
                  </a:lnTo>
                  <a:lnTo>
                    <a:pt x="806" y="658"/>
                  </a:lnTo>
                  <a:lnTo>
                    <a:pt x="804" y="658"/>
                  </a:lnTo>
                  <a:lnTo>
                    <a:pt x="804" y="658"/>
                  </a:lnTo>
                  <a:lnTo>
                    <a:pt x="804" y="658"/>
                  </a:lnTo>
                  <a:lnTo>
                    <a:pt x="801" y="663"/>
                  </a:lnTo>
                  <a:lnTo>
                    <a:pt x="801" y="668"/>
                  </a:lnTo>
                  <a:lnTo>
                    <a:pt x="801" y="672"/>
                  </a:lnTo>
                  <a:lnTo>
                    <a:pt x="804" y="677"/>
                  </a:lnTo>
                  <a:lnTo>
                    <a:pt x="806" y="680"/>
                  </a:lnTo>
                  <a:lnTo>
                    <a:pt x="813" y="684"/>
                  </a:lnTo>
                  <a:lnTo>
                    <a:pt x="813" y="684"/>
                  </a:lnTo>
                  <a:lnTo>
                    <a:pt x="820" y="682"/>
                  </a:lnTo>
                  <a:lnTo>
                    <a:pt x="823" y="680"/>
                  </a:lnTo>
                  <a:lnTo>
                    <a:pt x="827" y="680"/>
                  </a:lnTo>
                  <a:lnTo>
                    <a:pt x="832" y="677"/>
                  </a:lnTo>
                  <a:lnTo>
                    <a:pt x="835" y="677"/>
                  </a:lnTo>
                  <a:lnTo>
                    <a:pt x="835" y="675"/>
                  </a:lnTo>
                  <a:lnTo>
                    <a:pt x="837" y="675"/>
                  </a:lnTo>
                  <a:lnTo>
                    <a:pt x="839" y="672"/>
                  </a:lnTo>
                  <a:lnTo>
                    <a:pt x="842" y="672"/>
                  </a:lnTo>
                  <a:lnTo>
                    <a:pt x="844" y="672"/>
                  </a:lnTo>
                  <a:lnTo>
                    <a:pt x="844" y="675"/>
                  </a:lnTo>
                  <a:lnTo>
                    <a:pt x="844" y="675"/>
                  </a:lnTo>
                  <a:lnTo>
                    <a:pt x="844" y="675"/>
                  </a:lnTo>
                  <a:lnTo>
                    <a:pt x="846" y="675"/>
                  </a:lnTo>
                  <a:lnTo>
                    <a:pt x="846" y="675"/>
                  </a:lnTo>
                  <a:lnTo>
                    <a:pt x="846" y="672"/>
                  </a:lnTo>
                  <a:lnTo>
                    <a:pt x="846" y="675"/>
                  </a:lnTo>
                  <a:lnTo>
                    <a:pt x="846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2"/>
                  </a:lnTo>
                  <a:lnTo>
                    <a:pt x="849" y="672"/>
                  </a:lnTo>
                  <a:lnTo>
                    <a:pt x="851" y="675"/>
                  </a:lnTo>
                  <a:lnTo>
                    <a:pt x="853" y="675"/>
                  </a:lnTo>
                  <a:lnTo>
                    <a:pt x="853" y="675"/>
                  </a:lnTo>
                  <a:lnTo>
                    <a:pt x="856" y="672"/>
                  </a:lnTo>
                  <a:lnTo>
                    <a:pt x="858" y="670"/>
                  </a:lnTo>
                  <a:lnTo>
                    <a:pt x="858" y="670"/>
                  </a:lnTo>
                  <a:lnTo>
                    <a:pt x="861" y="670"/>
                  </a:lnTo>
                  <a:lnTo>
                    <a:pt x="861" y="670"/>
                  </a:lnTo>
                  <a:lnTo>
                    <a:pt x="863" y="670"/>
                  </a:lnTo>
                  <a:lnTo>
                    <a:pt x="861" y="670"/>
                  </a:lnTo>
                  <a:lnTo>
                    <a:pt x="861" y="668"/>
                  </a:lnTo>
                  <a:lnTo>
                    <a:pt x="861" y="668"/>
                  </a:lnTo>
                  <a:lnTo>
                    <a:pt x="861" y="668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8"/>
                  </a:lnTo>
                  <a:lnTo>
                    <a:pt x="870" y="658"/>
                  </a:lnTo>
                  <a:lnTo>
                    <a:pt x="875" y="658"/>
                  </a:lnTo>
                  <a:lnTo>
                    <a:pt x="875" y="656"/>
                  </a:lnTo>
                  <a:lnTo>
                    <a:pt x="877" y="658"/>
                  </a:lnTo>
                  <a:lnTo>
                    <a:pt x="877" y="658"/>
                  </a:lnTo>
                  <a:lnTo>
                    <a:pt x="877" y="658"/>
                  </a:lnTo>
                  <a:lnTo>
                    <a:pt x="875" y="658"/>
                  </a:lnTo>
                  <a:lnTo>
                    <a:pt x="875" y="658"/>
                  </a:lnTo>
                  <a:lnTo>
                    <a:pt x="875" y="661"/>
                  </a:lnTo>
                  <a:lnTo>
                    <a:pt x="875" y="661"/>
                  </a:lnTo>
                  <a:lnTo>
                    <a:pt x="875" y="661"/>
                  </a:lnTo>
                  <a:lnTo>
                    <a:pt x="877" y="661"/>
                  </a:lnTo>
                  <a:lnTo>
                    <a:pt x="877" y="663"/>
                  </a:lnTo>
                  <a:lnTo>
                    <a:pt x="877" y="663"/>
                  </a:lnTo>
                  <a:lnTo>
                    <a:pt x="879" y="661"/>
                  </a:lnTo>
                  <a:lnTo>
                    <a:pt x="882" y="661"/>
                  </a:lnTo>
                  <a:lnTo>
                    <a:pt x="884" y="663"/>
                  </a:lnTo>
                  <a:lnTo>
                    <a:pt x="884" y="665"/>
                  </a:lnTo>
                  <a:lnTo>
                    <a:pt x="884" y="665"/>
                  </a:lnTo>
                  <a:lnTo>
                    <a:pt x="884" y="663"/>
                  </a:lnTo>
                  <a:lnTo>
                    <a:pt x="882" y="661"/>
                  </a:lnTo>
                  <a:lnTo>
                    <a:pt x="879" y="661"/>
                  </a:lnTo>
                  <a:lnTo>
                    <a:pt x="877" y="661"/>
                  </a:lnTo>
                  <a:lnTo>
                    <a:pt x="879" y="658"/>
                  </a:lnTo>
                  <a:lnTo>
                    <a:pt x="882" y="656"/>
                  </a:lnTo>
                  <a:lnTo>
                    <a:pt x="882" y="656"/>
                  </a:lnTo>
                  <a:lnTo>
                    <a:pt x="882" y="658"/>
                  </a:lnTo>
                  <a:lnTo>
                    <a:pt x="884" y="658"/>
                  </a:lnTo>
                  <a:lnTo>
                    <a:pt x="887" y="661"/>
                  </a:lnTo>
                  <a:lnTo>
                    <a:pt x="889" y="663"/>
                  </a:lnTo>
                  <a:lnTo>
                    <a:pt x="889" y="661"/>
                  </a:lnTo>
                  <a:lnTo>
                    <a:pt x="887" y="661"/>
                  </a:lnTo>
                  <a:lnTo>
                    <a:pt x="887" y="658"/>
                  </a:lnTo>
                  <a:lnTo>
                    <a:pt x="887" y="656"/>
                  </a:lnTo>
                  <a:lnTo>
                    <a:pt x="887" y="656"/>
                  </a:lnTo>
                  <a:lnTo>
                    <a:pt x="887" y="651"/>
                  </a:lnTo>
                  <a:lnTo>
                    <a:pt x="887" y="651"/>
                  </a:lnTo>
                  <a:lnTo>
                    <a:pt x="887" y="651"/>
                  </a:lnTo>
                  <a:lnTo>
                    <a:pt x="887" y="649"/>
                  </a:lnTo>
                  <a:lnTo>
                    <a:pt x="891" y="642"/>
                  </a:lnTo>
                  <a:lnTo>
                    <a:pt x="896" y="639"/>
                  </a:lnTo>
                  <a:lnTo>
                    <a:pt x="896" y="637"/>
                  </a:lnTo>
                  <a:lnTo>
                    <a:pt x="894" y="637"/>
                  </a:lnTo>
                  <a:lnTo>
                    <a:pt x="891" y="635"/>
                  </a:lnTo>
                  <a:lnTo>
                    <a:pt x="891" y="635"/>
                  </a:lnTo>
                  <a:lnTo>
                    <a:pt x="891" y="632"/>
                  </a:lnTo>
                  <a:lnTo>
                    <a:pt x="891" y="630"/>
                  </a:lnTo>
                  <a:lnTo>
                    <a:pt x="891" y="630"/>
                  </a:lnTo>
                  <a:lnTo>
                    <a:pt x="891" y="630"/>
                  </a:lnTo>
                  <a:lnTo>
                    <a:pt x="891" y="627"/>
                  </a:lnTo>
                  <a:lnTo>
                    <a:pt x="889" y="625"/>
                  </a:lnTo>
                  <a:lnTo>
                    <a:pt x="889" y="623"/>
                  </a:lnTo>
                  <a:lnTo>
                    <a:pt x="889" y="620"/>
                  </a:lnTo>
                  <a:lnTo>
                    <a:pt x="891" y="618"/>
                  </a:lnTo>
                  <a:lnTo>
                    <a:pt x="891" y="616"/>
                  </a:lnTo>
                  <a:lnTo>
                    <a:pt x="891" y="611"/>
                  </a:lnTo>
                  <a:lnTo>
                    <a:pt x="891" y="609"/>
                  </a:lnTo>
                  <a:lnTo>
                    <a:pt x="894" y="604"/>
                  </a:lnTo>
                  <a:lnTo>
                    <a:pt x="894" y="599"/>
                  </a:lnTo>
                  <a:lnTo>
                    <a:pt x="894" y="594"/>
                  </a:lnTo>
                  <a:lnTo>
                    <a:pt x="894" y="594"/>
                  </a:lnTo>
                  <a:lnTo>
                    <a:pt x="896" y="592"/>
                  </a:lnTo>
                  <a:lnTo>
                    <a:pt x="896" y="592"/>
                  </a:lnTo>
                  <a:lnTo>
                    <a:pt x="898" y="592"/>
                  </a:lnTo>
                  <a:lnTo>
                    <a:pt x="898" y="592"/>
                  </a:lnTo>
                  <a:lnTo>
                    <a:pt x="901" y="590"/>
                  </a:lnTo>
                  <a:lnTo>
                    <a:pt x="898" y="585"/>
                  </a:lnTo>
                  <a:lnTo>
                    <a:pt x="901" y="580"/>
                  </a:lnTo>
                  <a:lnTo>
                    <a:pt x="901" y="575"/>
                  </a:lnTo>
                  <a:lnTo>
                    <a:pt x="903" y="571"/>
                  </a:lnTo>
                  <a:lnTo>
                    <a:pt x="903" y="571"/>
                  </a:lnTo>
                  <a:lnTo>
                    <a:pt x="903" y="571"/>
                  </a:lnTo>
                  <a:lnTo>
                    <a:pt x="905" y="575"/>
                  </a:lnTo>
                  <a:lnTo>
                    <a:pt x="905" y="580"/>
                  </a:lnTo>
                  <a:lnTo>
                    <a:pt x="905" y="585"/>
                  </a:lnTo>
                  <a:lnTo>
                    <a:pt x="908" y="585"/>
                  </a:lnTo>
                  <a:lnTo>
                    <a:pt x="903" y="549"/>
                  </a:lnTo>
                  <a:lnTo>
                    <a:pt x="901" y="547"/>
                  </a:lnTo>
                  <a:close/>
                  <a:moveTo>
                    <a:pt x="792" y="256"/>
                  </a:moveTo>
                  <a:lnTo>
                    <a:pt x="792" y="254"/>
                  </a:lnTo>
                  <a:lnTo>
                    <a:pt x="790" y="249"/>
                  </a:lnTo>
                  <a:lnTo>
                    <a:pt x="790" y="249"/>
                  </a:lnTo>
                  <a:lnTo>
                    <a:pt x="787" y="251"/>
                  </a:lnTo>
                  <a:lnTo>
                    <a:pt x="785" y="254"/>
                  </a:lnTo>
                  <a:lnTo>
                    <a:pt x="782" y="254"/>
                  </a:lnTo>
                  <a:lnTo>
                    <a:pt x="782" y="256"/>
                  </a:lnTo>
                  <a:lnTo>
                    <a:pt x="782" y="258"/>
                  </a:lnTo>
                  <a:lnTo>
                    <a:pt x="780" y="258"/>
                  </a:lnTo>
                  <a:lnTo>
                    <a:pt x="780" y="261"/>
                  </a:lnTo>
                  <a:lnTo>
                    <a:pt x="780" y="265"/>
                  </a:lnTo>
                  <a:lnTo>
                    <a:pt x="782" y="268"/>
                  </a:lnTo>
                  <a:lnTo>
                    <a:pt x="785" y="277"/>
                  </a:lnTo>
                  <a:lnTo>
                    <a:pt x="785" y="280"/>
                  </a:lnTo>
                  <a:lnTo>
                    <a:pt x="787" y="282"/>
                  </a:lnTo>
                  <a:lnTo>
                    <a:pt x="794" y="294"/>
                  </a:lnTo>
                  <a:lnTo>
                    <a:pt x="797" y="296"/>
                  </a:lnTo>
                  <a:lnTo>
                    <a:pt x="794" y="294"/>
                  </a:lnTo>
                  <a:lnTo>
                    <a:pt x="794" y="291"/>
                  </a:lnTo>
                  <a:lnTo>
                    <a:pt x="792" y="289"/>
                  </a:lnTo>
                  <a:lnTo>
                    <a:pt x="792" y="289"/>
                  </a:lnTo>
                  <a:lnTo>
                    <a:pt x="792" y="287"/>
                  </a:lnTo>
                  <a:lnTo>
                    <a:pt x="792" y="284"/>
                  </a:lnTo>
                  <a:lnTo>
                    <a:pt x="790" y="270"/>
                  </a:lnTo>
                  <a:lnTo>
                    <a:pt x="790" y="265"/>
                  </a:lnTo>
                  <a:lnTo>
                    <a:pt x="792" y="256"/>
                  </a:lnTo>
                  <a:close/>
                  <a:moveTo>
                    <a:pt x="797" y="298"/>
                  </a:moveTo>
                  <a:lnTo>
                    <a:pt x="799" y="298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298"/>
                  </a:lnTo>
                  <a:lnTo>
                    <a:pt x="797" y="296"/>
                  </a:lnTo>
                  <a:lnTo>
                    <a:pt x="797" y="296"/>
                  </a:lnTo>
                  <a:lnTo>
                    <a:pt x="797" y="296"/>
                  </a:lnTo>
                  <a:lnTo>
                    <a:pt x="797" y="298"/>
                  </a:lnTo>
                  <a:close/>
                  <a:moveTo>
                    <a:pt x="832" y="348"/>
                  </a:moveTo>
                  <a:lnTo>
                    <a:pt x="835" y="351"/>
                  </a:lnTo>
                  <a:lnTo>
                    <a:pt x="835" y="353"/>
                  </a:lnTo>
                  <a:lnTo>
                    <a:pt x="837" y="353"/>
                  </a:lnTo>
                  <a:lnTo>
                    <a:pt x="837" y="355"/>
                  </a:lnTo>
                  <a:lnTo>
                    <a:pt x="839" y="360"/>
                  </a:lnTo>
                  <a:lnTo>
                    <a:pt x="839" y="362"/>
                  </a:lnTo>
                  <a:lnTo>
                    <a:pt x="842" y="362"/>
                  </a:lnTo>
                  <a:lnTo>
                    <a:pt x="842" y="365"/>
                  </a:lnTo>
                  <a:lnTo>
                    <a:pt x="849" y="384"/>
                  </a:lnTo>
                  <a:lnTo>
                    <a:pt x="851" y="386"/>
                  </a:lnTo>
                  <a:lnTo>
                    <a:pt x="853" y="388"/>
                  </a:lnTo>
                  <a:lnTo>
                    <a:pt x="853" y="388"/>
                  </a:lnTo>
                  <a:lnTo>
                    <a:pt x="853" y="388"/>
                  </a:lnTo>
                  <a:lnTo>
                    <a:pt x="856" y="391"/>
                  </a:lnTo>
                  <a:lnTo>
                    <a:pt x="856" y="391"/>
                  </a:lnTo>
                  <a:lnTo>
                    <a:pt x="865" y="405"/>
                  </a:lnTo>
                  <a:lnTo>
                    <a:pt x="868" y="410"/>
                  </a:lnTo>
                  <a:lnTo>
                    <a:pt x="870" y="412"/>
                  </a:lnTo>
                  <a:lnTo>
                    <a:pt x="872" y="414"/>
                  </a:lnTo>
                  <a:lnTo>
                    <a:pt x="872" y="414"/>
                  </a:lnTo>
                  <a:lnTo>
                    <a:pt x="872" y="414"/>
                  </a:lnTo>
                  <a:lnTo>
                    <a:pt x="870" y="412"/>
                  </a:lnTo>
                  <a:lnTo>
                    <a:pt x="844" y="365"/>
                  </a:lnTo>
                  <a:lnTo>
                    <a:pt x="842" y="362"/>
                  </a:lnTo>
                  <a:lnTo>
                    <a:pt x="842" y="360"/>
                  </a:lnTo>
                  <a:lnTo>
                    <a:pt x="842" y="358"/>
                  </a:lnTo>
                  <a:lnTo>
                    <a:pt x="839" y="355"/>
                  </a:lnTo>
                  <a:lnTo>
                    <a:pt x="832" y="348"/>
                  </a:lnTo>
                  <a:lnTo>
                    <a:pt x="830" y="343"/>
                  </a:lnTo>
                  <a:lnTo>
                    <a:pt x="827" y="339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5" y="336"/>
                  </a:lnTo>
                  <a:lnTo>
                    <a:pt x="825" y="336"/>
                  </a:lnTo>
                  <a:lnTo>
                    <a:pt x="827" y="341"/>
                  </a:lnTo>
                  <a:lnTo>
                    <a:pt x="832" y="348"/>
                  </a:lnTo>
                  <a:close/>
                  <a:moveTo>
                    <a:pt x="908" y="814"/>
                  </a:moveTo>
                  <a:lnTo>
                    <a:pt x="910" y="814"/>
                  </a:lnTo>
                  <a:lnTo>
                    <a:pt x="910" y="814"/>
                  </a:lnTo>
                  <a:lnTo>
                    <a:pt x="910" y="814"/>
                  </a:lnTo>
                  <a:lnTo>
                    <a:pt x="908" y="814"/>
                  </a:lnTo>
                  <a:close/>
                  <a:moveTo>
                    <a:pt x="920" y="810"/>
                  </a:moveTo>
                  <a:lnTo>
                    <a:pt x="920" y="807"/>
                  </a:lnTo>
                  <a:lnTo>
                    <a:pt x="920" y="807"/>
                  </a:lnTo>
                  <a:lnTo>
                    <a:pt x="920" y="810"/>
                  </a:lnTo>
                  <a:close/>
                  <a:moveTo>
                    <a:pt x="922" y="807"/>
                  </a:moveTo>
                  <a:lnTo>
                    <a:pt x="922" y="807"/>
                  </a:lnTo>
                  <a:lnTo>
                    <a:pt x="922" y="807"/>
                  </a:lnTo>
                  <a:lnTo>
                    <a:pt x="922" y="807"/>
                  </a:lnTo>
                  <a:close/>
                  <a:moveTo>
                    <a:pt x="927" y="803"/>
                  </a:moveTo>
                  <a:lnTo>
                    <a:pt x="929" y="803"/>
                  </a:lnTo>
                  <a:lnTo>
                    <a:pt x="927" y="803"/>
                  </a:lnTo>
                  <a:lnTo>
                    <a:pt x="927" y="803"/>
                  </a:lnTo>
                  <a:close/>
                  <a:moveTo>
                    <a:pt x="931" y="803"/>
                  </a:moveTo>
                  <a:lnTo>
                    <a:pt x="931" y="803"/>
                  </a:lnTo>
                  <a:lnTo>
                    <a:pt x="931" y="803"/>
                  </a:lnTo>
                  <a:lnTo>
                    <a:pt x="931" y="803"/>
                  </a:lnTo>
                  <a:close/>
                  <a:moveTo>
                    <a:pt x="570" y="282"/>
                  </a:move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close/>
                  <a:moveTo>
                    <a:pt x="567" y="254"/>
                  </a:move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1"/>
                  </a:lnTo>
                  <a:lnTo>
                    <a:pt x="567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4"/>
                  </a:lnTo>
                  <a:lnTo>
                    <a:pt x="567" y="254"/>
                  </a:lnTo>
                  <a:close/>
                  <a:moveTo>
                    <a:pt x="567" y="268"/>
                  </a:moveTo>
                  <a:lnTo>
                    <a:pt x="567" y="268"/>
                  </a:lnTo>
                  <a:lnTo>
                    <a:pt x="567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67" y="268"/>
                  </a:lnTo>
                  <a:close/>
                  <a:moveTo>
                    <a:pt x="565" y="270"/>
                  </a:move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2"/>
                  </a:lnTo>
                  <a:lnTo>
                    <a:pt x="565" y="272"/>
                  </a:lnTo>
                  <a:lnTo>
                    <a:pt x="567" y="272"/>
                  </a:lnTo>
                  <a:lnTo>
                    <a:pt x="567" y="272"/>
                  </a:lnTo>
                  <a:lnTo>
                    <a:pt x="567" y="272"/>
                  </a:lnTo>
                  <a:lnTo>
                    <a:pt x="567" y="270"/>
                  </a:lnTo>
                  <a:lnTo>
                    <a:pt x="567" y="270"/>
                  </a:lnTo>
                  <a:lnTo>
                    <a:pt x="567" y="270"/>
                  </a:lnTo>
                  <a:lnTo>
                    <a:pt x="565" y="270"/>
                  </a:lnTo>
                  <a:close/>
                  <a:moveTo>
                    <a:pt x="567" y="275"/>
                  </a:moveTo>
                  <a:lnTo>
                    <a:pt x="567" y="272"/>
                  </a:lnTo>
                  <a:lnTo>
                    <a:pt x="567" y="275"/>
                  </a:lnTo>
                  <a:lnTo>
                    <a:pt x="567" y="275"/>
                  </a:lnTo>
                  <a:lnTo>
                    <a:pt x="567" y="275"/>
                  </a:lnTo>
                  <a:close/>
                  <a:moveTo>
                    <a:pt x="565" y="263"/>
                  </a:moveTo>
                  <a:lnTo>
                    <a:pt x="565" y="263"/>
                  </a:lnTo>
                  <a:lnTo>
                    <a:pt x="562" y="263"/>
                  </a:lnTo>
                  <a:lnTo>
                    <a:pt x="562" y="265"/>
                  </a:lnTo>
                  <a:lnTo>
                    <a:pt x="562" y="265"/>
                  </a:lnTo>
                  <a:lnTo>
                    <a:pt x="565" y="265"/>
                  </a:lnTo>
                  <a:lnTo>
                    <a:pt x="565" y="265"/>
                  </a:lnTo>
                  <a:lnTo>
                    <a:pt x="562" y="265"/>
                  </a:lnTo>
                  <a:lnTo>
                    <a:pt x="562" y="268"/>
                  </a:lnTo>
                  <a:lnTo>
                    <a:pt x="565" y="268"/>
                  </a:lnTo>
                  <a:lnTo>
                    <a:pt x="565" y="268"/>
                  </a:lnTo>
                  <a:lnTo>
                    <a:pt x="565" y="265"/>
                  </a:lnTo>
                  <a:lnTo>
                    <a:pt x="565" y="265"/>
                  </a:lnTo>
                  <a:lnTo>
                    <a:pt x="565" y="263"/>
                  </a:lnTo>
                  <a:close/>
                  <a:moveTo>
                    <a:pt x="567" y="280"/>
                  </a:moveTo>
                  <a:lnTo>
                    <a:pt x="567" y="280"/>
                  </a:lnTo>
                  <a:lnTo>
                    <a:pt x="567" y="277"/>
                  </a:lnTo>
                  <a:lnTo>
                    <a:pt x="567" y="280"/>
                  </a:lnTo>
                  <a:close/>
                  <a:moveTo>
                    <a:pt x="560" y="254"/>
                  </a:moveTo>
                  <a:lnTo>
                    <a:pt x="558" y="254"/>
                  </a:lnTo>
                  <a:lnTo>
                    <a:pt x="558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close/>
                  <a:moveTo>
                    <a:pt x="560" y="261"/>
                  </a:moveTo>
                  <a:lnTo>
                    <a:pt x="560" y="261"/>
                  </a:lnTo>
                  <a:lnTo>
                    <a:pt x="558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2" y="261"/>
                  </a:lnTo>
                  <a:lnTo>
                    <a:pt x="560" y="261"/>
                  </a:lnTo>
                  <a:lnTo>
                    <a:pt x="560" y="261"/>
                  </a:lnTo>
                  <a:close/>
                  <a:moveTo>
                    <a:pt x="558" y="256"/>
                  </a:moveTo>
                  <a:lnTo>
                    <a:pt x="558" y="256"/>
                  </a:lnTo>
                  <a:lnTo>
                    <a:pt x="558" y="256"/>
                  </a:lnTo>
                  <a:lnTo>
                    <a:pt x="558" y="256"/>
                  </a:lnTo>
                  <a:lnTo>
                    <a:pt x="558" y="256"/>
                  </a:lnTo>
                  <a:close/>
                  <a:moveTo>
                    <a:pt x="565" y="254"/>
                  </a:moveTo>
                  <a:lnTo>
                    <a:pt x="565" y="254"/>
                  </a:lnTo>
                  <a:lnTo>
                    <a:pt x="565" y="254"/>
                  </a:lnTo>
                  <a:lnTo>
                    <a:pt x="565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5" y="254"/>
                  </a:lnTo>
                  <a:close/>
                  <a:moveTo>
                    <a:pt x="558" y="265"/>
                  </a:moveTo>
                  <a:lnTo>
                    <a:pt x="558" y="265"/>
                  </a:lnTo>
                  <a:lnTo>
                    <a:pt x="558" y="263"/>
                  </a:lnTo>
                  <a:lnTo>
                    <a:pt x="558" y="263"/>
                  </a:lnTo>
                  <a:lnTo>
                    <a:pt x="558" y="265"/>
                  </a:lnTo>
                  <a:close/>
                  <a:moveTo>
                    <a:pt x="546" y="225"/>
                  </a:moveTo>
                  <a:lnTo>
                    <a:pt x="544" y="227"/>
                  </a:lnTo>
                  <a:lnTo>
                    <a:pt x="544" y="227"/>
                  </a:lnTo>
                  <a:lnTo>
                    <a:pt x="544" y="227"/>
                  </a:lnTo>
                  <a:lnTo>
                    <a:pt x="544" y="227"/>
                  </a:lnTo>
                  <a:lnTo>
                    <a:pt x="546" y="227"/>
                  </a:lnTo>
                  <a:lnTo>
                    <a:pt x="546" y="227"/>
                  </a:lnTo>
                  <a:lnTo>
                    <a:pt x="546" y="227"/>
                  </a:lnTo>
                  <a:lnTo>
                    <a:pt x="546" y="225"/>
                  </a:lnTo>
                  <a:close/>
                  <a:moveTo>
                    <a:pt x="520" y="225"/>
                  </a:moveTo>
                  <a:lnTo>
                    <a:pt x="518" y="225"/>
                  </a:lnTo>
                  <a:lnTo>
                    <a:pt x="518" y="225"/>
                  </a:lnTo>
                  <a:lnTo>
                    <a:pt x="518" y="225"/>
                  </a:lnTo>
                  <a:lnTo>
                    <a:pt x="518" y="227"/>
                  </a:lnTo>
                  <a:lnTo>
                    <a:pt x="518" y="227"/>
                  </a:lnTo>
                  <a:lnTo>
                    <a:pt x="520" y="225"/>
                  </a:lnTo>
                  <a:lnTo>
                    <a:pt x="520" y="225"/>
                  </a:lnTo>
                  <a:lnTo>
                    <a:pt x="520" y="225"/>
                  </a:lnTo>
                  <a:lnTo>
                    <a:pt x="520" y="225"/>
                  </a:lnTo>
                  <a:close/>
                  <a:moveTo>
                    <a:pt x="562" y="251"/>
                  </a:moveTo>
                  <a:lnTo>
                    <a:pt x="562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2" y="251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51"/>
                  </a:lnTo>
                  <a:lnTo>
                    <a:pt x="562" y="251"/>
                  </a:lnTo>
                  <a:lnTo>
                    <a:pt x="562" y="251"/>
                  </a:lnTo>
                  <a:close/>
                  <a:moveTo>
                    <a:pt x="562" y="272"/>
                  </a:move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close/>
                  <a:moveTo>
                    <a:pt x="752" y="765"/>
                  </a:move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49" y="765"/>
                  </a:lnTo>
                  <a:lnTo>
                    <a:pt x="747" y="767"/>
                  </a:lnTo>
                  <a:lnTo>
                    <a:pt x="747" y="767"/>
                  </a:lnTo>
                  <a:lnTo>
                    <a:pt x="745" y="767"/>
                  </a:lnTo>
                  <a:lnTo>
                    <a:pt x="745" y="767"/>
                  </a:lnTo>
                  <a:lnTo>
                    <a:pt x="745" y="769"/>
                  </a:lnTo>
                  <a:lnTo>
                    <a:pt x="745" y="767"/>
                  </a:lnTo>
                  <a:lnTo>
                    <a:pt x="745" y="769"/>
                  </a:lnTo>
                  <a:lnTo>
                    <a:pt x="747" y="767"/>
                  </a:lnTo>
                  <a:lnTo>
                    <a:pt x="749" y="767"/>
                  </a:lnTo>
                  <a:lnTo>
                    <a:pt x="749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2" y="765"/>
                  </a:lnTo>
                  <a:close/>
                  <a:moveTo>
                    <a:pt x="745" y="599"/>
                  </a:moveTo>
                  <a:lnTo>
                    <a:pt x="745" y="599"/>
                  </a:lnTo>
                  <a:lnTo>
                    <a:pt x="745" y="599"/>
                  </a:lnTo>
                  <a:lnTo>
                    <a:pt x="745" y="599"/>
                  </a:lnTo>
                  <a:lnTo>
                    <a:pt x="745" y="601"/>
                  </a:lnTo>
                  <a:lnTo>
                    <a:pt x="745" y="601"/>
                  </a:lnTo>
                  <a:lnTo>
                    <a:pt x="745" y="601"/>
                  </a:lnTo>
                  <a:lnTo>
                    <a:pt x="745" y="599"/>
                  </a:lnTo>
                  <a:close/>
                  <a:moveTo>
                    <a:pt x="709" y="767"/>
                  </a:moveTo>
                  <a:lnTo>
                    <a:pt x="707" y="767"/>
                  </a:lnTo>
                  <a:lnTo>
                    <a:pt x="707" y="767"/>
                  </a:lnTo>
                  <a:lnTo>
                    <a:pt x="707" y="769"/>
                  </a:lnTo>
                  <a:lnTo>
                    <a:pt x="707" y="767"/>
                  </a:lnTo>
                  <a:lnTo>
                    <a:pt x="707" y="767"/>
                  </a:lnTo>
                  <a:lnTo>
                    <a:pt x="709" y="769"/>
                  </a:lnTo>
                  <a:lnTo>
                    <a:pt x="709" y="769"/>
                  </a:lnTo>
                  <a:lnTo>
                    <a:pt x="712" y="769"/>
                  </a:lnTo>
                  <a:lnTo>
                    <a:pt x="712" y="772"/>
                  </a:lnTo>
                  <a:lnTo>
                    <a:pt x="712" y="769"/>
                  </a:lnTo>
                  <a:lnTo>
                    <a:pt x="709" y="769"/>
                  </a:lnTo>
                  <a:lnTo>
                    <a:pt x="709" y="767"/>
                  </a:lnTo>
                  <a:close/>
                  <a:moveTo>
                    <a:pt x="709" y="772"/>
                  </a:moveTo>
                  <a:lnTo>
                    <a:pt x="709" y="774"/>
                  </a:lnTo>
                  <a:lnTo>
                    <a:pt x="709" y="772"/>
                  </a:lnTo>
                  <a:lnTo>
                    <a:pt x="712" y="772"/>
                  </a:lnTo>
                  <a:lnTo>
                    <a:pt x="709" y="772"/>
                  </a:lnTo>
                  <a:lnTo>
                    <a:pt x="709" y="772"/>
                  </a:lnTo>
                  <a:close/>
                  <a:moveTo>
                    <a:pt x="707" y="774"/>
                  </a:move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close/>
                  <a:moveTo>
                    <a:pt x="761" y="758"/>
                  </a:moveTo>
                  <a:lnTo>
                    <a:pt x="761" y="758"/>
                  </a:lnTo>
                  <a:lnTo>
                    <a:pt x="761" y="758"/>
                  </a:lnTo>
                  <a:lnTo>
                    <a:pt x="759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4" y="760"/>
                  </a:lnTo>
                  <a:lnTo>
                    <a:pt x="754" y="760"/>
                  </a:lnTo>
                  <a:lnTo>
                    <a:pt x="754" y="762"/>
                  </a:lnTo>
                  <a:lnTo>
                    <a:pt x="754" y="762"/>
                  </a:lnTo>
                  <a:lnTo>
                    <a:pt x="756" y="762"/>
                  </a:lnTo>
                  <a:lnTo>
                    <a:pt x="756" y="762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61" y="760"/>
                  </a:lnTo>
                  <a:lnTo>
                    <a:pt x="761" y="760"/>
                  </a:lnTo>
                  <a:lnTo>
                    <a:pt x="761" y="758"/>
                  </a:lnTo>
                  <a:close/>
                  <a:moveTo>
                    <a:pt x="766" y="609"/>
                  </a:moveTo>
                  <a:lnTo>
                    <a:pt x="766" y="609"/>
                  </a:lnTo>
                  <a:lnTo>
                    <a:pt x="766" y="609"/>
                  </a:lnTo>
                  <a:lnTo>
                    <a:pt x="766" y="606"/>
                  </a:lnTo>
                  <a:lnTo>
                    <a:pt x="766" y="606"/>
                  </a:lnTo>
                  <a:lnTo>
                    <a:pt x="766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4"/>
                  </a:lnTo>
                  <a:lnTo>
                    <a:pt x="764" y="601"/>
                  </a:lnTo>
                  <a:lnTo>
                    <a:pt x="764" y="601"/>
                  </a:lnTo>
                  <a:lnTo>
                    <a:pt x="761" y="601"/>
                  </a:lnTo>
                  <a:lnTo>
                    <a:pt x="759" y="601"/>
                  </a:lnTo>
                  <a:lnTo>
                    <a:pt x="759" y="604"/>
                  </a:lnTo>
                  <a:lnTo>
                    <a:pt x="761" y="604"/>
                  </a:lnTo>
                  <a:lnTo>
                    <a:pt x="761" y="606"/>
                  </a:lnTo>
                  <a:lnTo>
                    <a:pt x="761" y="606"/>
                  </a:lnTo>
                  <a:lnTo>
                    <a:pt x="761" y="606"/>
                  </a:lnTo>
                  <a:lnTo>
                    <a:pt x="764" y="606"/>
                  </a:lnTo>
                  <a:lnTo>
                    <a:pt x="764" y="609"/>
                  </a:lnTo>
                  <a:lnTo>
                    <a:pt x="766" y="609"/>
                  </a:lnTo>
                  <a:close/>
                  <a:moveTo>
                    <a:pt x="768" y="606"/>
                  </a:moveTo>
                  <a:lnTo>
                    <a:pt x="766" y="606"/>
                  </a:lnTo>
                  <a:lnTo>
                    <a:pt x="766" y="609"/>
                  </a:lnTo>
                  <a:lnTo>
                    <a:pt x="768" y="609"/>
                  </a:lnTo>
                  <a:lnTo>
                    <a:pt x="771" y="609"/>
                  </a:lnTo>
                  <a:lnTo>
                    <a:pt x="771" y="606"/>
                  </a:lnTo>
                  <a:lnTo>
                    <a:pt x="771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close/>
                  <a:moveTo>
                    <a:pt x="704" y="772"/>
                  </a:moveTo>
                  <a:lnTo>
                    <a:pt x="707" y="772"/>
                  </a:lnTo>
                  <a:lnTo>
                    <a:pt x="704" y="772"/>
                  </a:lnTo>
                  <a:lnTo>
                    <a:pt x="704" y="772"/>
                  </a:lnTo>
                  <a:close/>
                  <a:moveTo>
                    <a:pt x="747" y="597"/>
                  </a:moveTo>
                  <a:lnTo>
                    <a:pt x="747" y="597"/>
                  </a:lnTo>
                  <a:lnTo>
                    <a:pt x="745" y="597"/>
                  </a:lnTo>
                  <a:lnTo>
                    <a:pt x="745" y="599"/>
                  </a:lnTo>
                  <a:lnTo>
                    <a:pt x="745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601"/>
                  </a:lnTo>
                  <a:lnTo>
                    <a:pt x="747" y="604"/>
                  </a:lnTo>
                  <a:lnTo>
                    <a:pt x="747" y="604"/>
                  </a:lnTo>
                  <a:lnTo>
                    <a:pt x="749" y="601"/>
                  </a:lnTo>
                  <a:lnTo>
                    <a:pt x="749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7"/>
                  </a:lnTo>
                  <a:close/>
                  <a:moveTo>
                    <a:pt x="754" y="601"/>
                  </a:moveTo>
                  <a:lnTo>
                    <a:pt x="754" y="604"/>
                  </a:lnTo>
                  <a:lnTo>
                    <a:pt x="754" y="601"/>
                  </a:lnTo>
                  <a:lnTo>
                    <a:pt x="756" y="604"/>
                  </a:lnTo>
                  <a:lnTo>
                    <a:pt x="756" y="604"/>
                  </a:lnTo>
                  <a:lnTo>
                    <a:pt x="756" y="604"/>
                  </a:lnTo>
                  <a:lnTo>
                    <a:pt x="759" y="606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6" y="601"/>
                  </a:lnTo>
                  <a:lnTo>
                    <a:pt x="756" y="599"/>
                  </a:lnTo>
                  <a:lnTo>
                    <a:pt x="756" y="599"/>
                  </a:lnTo>
                  <a:lnTo>
                    <a:pt x="754" y="599"/>
                  </a:lnTo>
                  <a:lnTo>
                    <a:pt x="754" y="601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4" y="601"/>
                  </a:lnTo>
                  <a:close/>
                  <a:moveTo>
                    <a:pt x="733" y="599"/>
                  </a:moveTo>
                  <a:lnTo>
                    <a:pt x="730" y="599"/>
                  </a:lnTo>
                  <a:lnTo>
                    <a:pt x="730" y="601"/>
                  </a:lnTo>
                  <a:lnTo>
                    <a:pt x="728" y="601"/>
                  </a:lnTo>
                  <a:lnTo>
                    <a:pt x="728" y="601"/>
                  </a:lnTo>
                  <a:lnTo>
                    <a:pt x="728" y="601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3" y="604"/>
                  </a:lnTo>
                  <a:lnTo>
                    <a:pt x="733" y="604"/>
                  </a:lnTo>
                  <a:lnTo>
                    <a:pt x="735" y="601"/>
                  </a:lnTo>
                  <a:lnTo>
                    <a:pt x="733" y="599"/>
                  </a:lnTo>
                  <a:lnTo>
                    <a:pt x="733" y="599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17" y="777"/>
                  </a:moveTo>
                  <a:lnTo>
                    <a:pt x="617" y="777"/>
                  </a:lnTo>
                  <a:lnTo>
                    <a:pt x="617" y="777"/>
                  </a:lnTo>
                  <a:lnTo>
                    <a:pt x="617" y="777"/>
                  </a:lnTo>
                  <a:close/>
                  <a:moveTo>
                    <a:pt x="603" y="441"/>
                  </a:moveTo>
                  <a:lnTo>
                    <a:pt x="598" y="436"/>
                  </a:lnTo>
                  <a:lnTo>
                    <a:pt x="593" y="431"/>
                  </a:lnTo>
                  <a:lnTo>
                    <a:pt x="593" y="431"/>
                  </a:lnTo>
                  <a:lnTo>
                    <a:pt x="593" y="431"/>
                  </a:lnTo>
                  <a:lnTo>
                    <a:pt x="591" y="429"/>
                  </a:lnTo>
                  <a:lnTo>
                    <a:pt x="591" y="431"/>
                  </a:lnTo>
                  <a:lnTo>
                    <a:pt x="593" y="433"/>
                  </a:lnTo>
                  <a:lnTo>
                    <a:pt x="593" y="433"/>
                  </a:lnTo>
                  <a:lnTo>
                    <a:pt x="596" y="436"/>
                  </a:lnTo>
                  <a:lnTo>
                    <a:pt x="600" y="441"/>
                  </a:lnTo>
                  <a:lnTo>
                    <a:pt x="603" y="441"/>
                  </a:lnTo>
                  <a:lnTo>
                    <a:pt x="603" y="441"/>
                  </a:lnTo>
                  <a:lnTo>
                    <a:pt x="603" y="441"/>
                  </a:lnTo>
                  <a:lnTo>
                    <a:pt x="603" y="441"/>
                  </a:lnTo>
                  <a:close/>
                  <a:moveTo>
                    <a:pt x="667" y="514"/>
                  </a:moveTo>
                  <a:lnTo>
                    <a:pt x="664" y="512"/>
                  </a:lnTo>
                  <a:lnTo>
                    <a:pt x="662" y="512"/>
                  </a:lnTo>
                  <a:lnTo>
                    <a:pt x="662" y="512"/>
                  </a:lnTo>
                  <a:lnTo>
                    <a:pt x="662" y="512"/>
                  </a:lnTo>
                  <a:lnTo>
                    <a:pt x="659" y="512"/>
                  </a:lnTo>
                  <a:lnTo>
                    <a:pt x="662" y="514"/>
                  </a:lnTo>
                  <a:lnTo>
                    <a:pt x="664" y="519"/>
                  </a:lnTo>
                  <a:lnTo>
                    <a:pt x="667" y="521"/>
                  </a:lnTo>
                  <a:lnTo>
                    <a:pt x="667" y="523"/>
                  </a:lnTo>
                  <a:lnTo>
                    <a:pt x="669" y="526"/>
                  </a:lnTo>
                  <a:lnTo>
                    <a:pt x="671" y="533"/>
                  </a:lnTo>
                  <a:lnTo>
                    <a:pt x="674" y="535"/>
                  </a:lnTo>
                  <a:lnTo>
                    <a:pt x="674" y="535"/>
                  </a:lnTo>
                  <a:lnTo>
                    <a:pt x="674" y="535"/>
                  </a:lnTo>
                  <a:lnTo>
                    <a:pt x="676" y="535"/>
                  </a:lnTo>
                  <a:lnTo>
                    <a:pt x="676" y="533"/>
                  </a:lnTo>
                  <a:lnTo>
                    <a:pt x="674" y="526"/>
                  </a:lnTo>
                  <a:lnTo>
                    <a:pt x="671" y="526"/>
                  </a:lnTo>
                  <a:lnTo>
                    <a:pt x="669" y="523"/>
                  </a:lnTo>
                  <a:lnTo>
                    <a:pt x="669" y="521"/>
                  </a:lnTo>
                  <a:lnTo>
                    <a:pt x="669" y="516"/>
                  </a:lnTo>
                  <a:lnTo>
                    <a:pt x="667" y="514"/>
                  </a:lnTo>
                  <a:close/>
                  <a:moveTo>
                    <a:pt x="704" y="774"/>
                  </a:moveTo>
                  <a:lnTo>
                    <a:pt x="704" y="774"/>
                  </a:lnTo>
                  <a:lnTo>
                    <a:pt x="704" y="774"/>
                  </a:lnTo>
                  <a:lnTo>
                    <a:pt x="704" y="774"/>
                  </a:lnTo>
                  <a:lnTo>
                    <a:pt x="704" y="774"/>
                  </a:lnTo>
                  <a:close/>
                  <a:moveTo>
                    <a:pt x="626" y="774"/>
                  </a:moveTo>
                  <a:lnTo>
                    <a:pt x="626" y="774"/>
                  </a:lnTo>
                  <a:lnTo>
                    <a:pt x="624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close/>
                  <a:moveTo>
                    <a:pt x="704" y="772"/>
                  </a:moveTo>
                  <a:lnTo>
                    <a:pt x="704" y="772"/>
                  </a:lnTo>
                  <a:lnTo>
                    <a:pt x="704" y="772"/>
                  </a:lnTo>
                  <a:lnTo>
                    <a:pt x="704" y="772"/>
                  </a:lnTo>
                  <a:close/>
                  <a:moveTo>
                    <a:pt x="657" y="521"/>
                  </a:moveTo>
                  <a:lnTo>
                    <a:pt x="655" y="516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5" y="519"/>
                  </a:lnTo>
                  <a:lnTo>
                    <a:pt x="655" y="521"/>
                  </a:lnTo>
                  <a:lnTo>
                    <a:pt x="657" y="523"/>
                  </a:lnTo>
                  <a:lnTo>
                    <a:pt x="657" y="523"/>
                  </a:lnTo>
                  <a:lnTo>
                    <a:pt x="657" y="523"/>
                  </a:lnTo>
                  <a:lnTo>
                    <a:pt x="657" y="521"/>
                  </a:lnTo>
                  <a:close/>
                  <a:moveTo>
                    <a:pt x="773" y="746"/>
                  </a:move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51"/>
                  </a:lnTo>
                  <a:lnTo>
                    <a:pt x="771" y="751"/>
                  </a:lnTo>
                  <a:lnTo>
                    <a:pt x="771" y="751"/>
                  </a:lnTo>
                  <a:lnTo>
                    <a:pt x="773" y="751"/>
                  </a:lnTo>
                  <a:lnTo>
                    <a:pt x="775" y="751"/>
                  </a:lnTo>
                  <a:lnTo>
                    <a:pt x="775" y="751"/>
                  </a:lnTo>
                  <a:lnTo>
                    <a:pt x="775" y="753"/>
                  </a:lnTo>
                  <a:lnTo>
                    <a:pt x="775" y="753"/>
                  </a:lnTo>
                  <a:lnTo>
                    <a:pt x="773" y="751"/>
                  </a:lnTo>
                  <a:lnTo>
                    <a:pt x="773" y="751"/>
                  </a:lnTo>
                  <a:lnTo>
                    <a:pt x="773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71" y="753"/>
                  </a:lnTo>
                  <a:lnTo>
                    <a:pt x="773" y="753"/>
                  </a:lnTo>
                  <a:lnTo>
                    <a:pt x="771" y="753"/>
                  </a:lnTo>
                  <a:lnTo>
                    <a:pt x="771" y="755"/>
                  </a:lnTo>
                  <a:lnTo>
                    <a:pt x="771" y="755"/>
                  </a:lnTo>
                  <a:lnTo>
                    <a:pt x="771" y="755"/>
                  </a:lnTo>
                  <a:lnTo>
                    <a:pt x="768" y="758"/>
                  </a:lnTo>
                  <a:lnTo>
                    <a:pt x="766" y="755"/>
                  </a:lnTo>
                  <a:lnTo>
                    <a:pt x="766" y="755"/>
                  </a:lnTo>
                  <a:lnTo>
                    <a:pt x="766" y="755"/>
                  </a:lnTo>
                  <a:lnTo>
                    <a:pt x="766" y="758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71" y="755"/>
                  </a:lnTo>
                  <a:lnTo>
                    <a:pt x="775" y="755"/>
                  </a:lnTo>
                  <a:lnTo>
                    <a:pt x="778" y="751"/>
                  </a:lnTo>
                  <a:lnTo>
                    <a:pt x="778" y="751"/>
                  </a:lnTo>
                  <a:lnTo>
                    <a:pt x="773" y="746"/>
                  </a:lnTo>
                  <a:close/>
                  <a:moveTo>
                    <a:pt x="650" y="502"/>
                  </a:move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2"/>
                  </a:lnTo>
                  <a:lnTo>
                    <a:pt x="650" y="509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07"/>
                  </a:lnTo>
                  <a:lnTo>
                    <a:pt x="650" y="504"/>
                  </a:lnTo>
                  <a:lnTo>
                    <a:pt x="650" y="502"/>
                  </a:lnTo>
                  <a:close/>
                  <a:moveTo>
                    <a:pt x="808" y="661"/>
                  </a:moveTo>
                  <a:lnTo>
                    <a:pt x="808" y="661"/>
                  </a:lnTo>
                  <a:lnTo>
                    <a:pt x="808" y="661"/>
                  </a:lnTo>
                  <a:lnTo>
                    <a:pt x="811" y="658"/>
                  </a:lnTo>
                  <a:lnTo>
                    <a:pt x="811" y="658"/>
                  </a:lnTo>
                  <a:lnTo>
                    <a:pt x="811" y="658"/>
                  </a:lnTo>
                  <a:lnTo>
                    <a:pt x="808" y="658"/>
                  </a:lnTo>
                  <a:lnTo>
                    <a:pt x="808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8" y="661"/>
                  </a:lnTo>
                  <a:close/>
                  <a:moveTo>
                    <a:pt x="823" y="665"/>
                  </a:moveTo>
                  <a:lnTo>
                    <a:pt x="825" y="665"/>
                  </a:lnTo>
                  <a:lnTo>
                    <a:pt x="825" y="665"/>
                  </a:lnTo>
                  <a:lnTo>
                    <a:pt x="825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close/>
                  <a:moveTo>
                    <a:pt x="825" y="670"/>
                  </a:moveTo>
                  <a:lnTo>
                    <a:pt x="827" y="670"/>
                  </a:lnTo>
                  <a:lnTo>
                    <a:pt x="827" y="670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5" y="670"/>
                  </a:lnTo>
                  <a:close/>
                  <a:moveTo>
                    <a:pt x="813" y="661"/>
                  </a:moveTo>
                  <a:lnTo>
                    <a:pt x="816" y="658"/>
                  </a:lnTo>
                  <a:lnTo>
                    <a:pt x="816" y="658"/>
                  </a:lnTo>
                  <a:lnTo>
                    <a:pt x="813" y="658"/>
                  </a:lnTo>
                  <a:lnTo>
                    <a:pt x="813" y="658"/>
                  </a:lnTo>
                  <a:lnTo>
                    <a:pt x="811" y="658"/>
                  </a:lnTo>
                  <a:lnTo>
                    <a:pt x="813" y="661"/>
                  </a:lnTo>
                  <a:lnTo>
                    <a:pt x="813" y="661"/>
                  </a:lnTo>
                  <a:lnTo>
                    <a:pt x="813" y="661"/>
                  </a:lnTo>
                  <a:close/>
                  <a:moveTo>
                    <a:pt x="811" y="661"/>
                  </a:moveTo>
                  <a:lnTo>
                    <a:pt x="811" y="663"/>
                  </a:lnTo>
                  <a:lnTo>
                    <a:pt x="813" y="665"/>
                  </a:lnTo>
                  <a:lnTo>
                    <a:pt x="813" y="665"/>
                  </a:lnTo>
                  <a:lnTo>
                    <a:pt x="816" y="663"/>
                  </a:lnTo>
                  <a:lnTo>
                    <a:pt x="816" y="663"/>
                  </a:lnTo>
                  <a:lnTo>
                    <a:pt x="816" y="661"/>
                  </a:lnTo>
                  <a:lnTo>
                    <a:pt x="816" y="661"/>
                  </a:lnTo>
                  <a:lnTo>
                    <a:pt x="816" y="661"/>
                  </a:lnTo>
                  <a:lnTo>
                    <a:pt x="813" y="661"/>
                  </a:lnTo>
                  <a:lnTo>
                    <a:pt x="811" y="661"/>
                  </a:lnTo>
                  <a:lnTo>
                    <a:pt x="811" y="661"/>
                  </a:lnTo>
                  <a:close/>
                  <a:moveTo>
                    <a:pt x="811" y="656"/>
                  </a:moveTo>
                  <a:lnTo>
                    <a:pt x="811" y="656"/>
                  </a:lnTo>
                  <a:lnTo>
                    <a:pt x="808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11" y="656"/>
                  </a:lnTo>
                  <a:close/>
                  <a:moveTo>
                    <a:pt x="596" y="414"/>
                  </a:move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6" y="414"/>
                  </a:lnTo>
                  <a:close/>
                  <a:moveTo>
                    <a:pt x="827" y="665"/>
                  </a:moveTo>
                  <a:lnTo>
                    <a:pt x="830" y="665"/>
                  </a:lnTo>
                  <a:lnTo>
                    <a:pt x="830" y="668"/>
                  </a:lnTo>
                  <a:lnTo>
                    <a:pt x="830" y="668"/>
                  </a:lnTo>
                  <a:lnTo>
                    <a:pt x="830" y="665"/>
                  </a:lnTo>
                  <a:lnTo>
                    <a:pt x="830" y="665"/>
                  </a:lnTo>
                  <a:lnTo>
                    <a:pt x="830" y="663"/>
                  </a:lnTo>
                  <a:lnTo>
                    <a:pt x="827" y="663"/>
                  </a:lnTo>
                  <a:lnTo>
                    <a:pt x="827" y="663"/>
                  </a:lnTo>
                  <a:lnTo>
                    <a:pt x="827" y="665"/>
                  </a:lnTo>
                  <a:lnTo>
                    <a:pt x="827" y="665"/>
                  </a:lnTo>
                  <a:lnTo>
                    <a:pt x="827" y="665"/>
                  </a:lnTo>
                  <a:close/>
                  <a:moveTo>
                    <a:pt x="778" y="746"/>
                  </a:moveTo>
                  <a:lnTo>
                    <a:pt x="778" y="743"/>
                  </a:lnTo>
                  <a:lnTo>
                    <a:pt x="778" y="743"/>
                  </a:lnTo>
                  <a:lnTo>
                    <a:pt x="778" y="743"/>
                  </a:lnTo>
                  <a:lnTo>
                    <a:pt x="775" y="743"/>
                  </a:lnTo>
                  <a:lnTo>
                    <a:pt x="775" y="743"/>
                  </a:lnTo>
                  <a:lnTo>
                    <a:pt x="775" y="743"/>
                  </a:lnTo>
                  <a:lnTo>
                    <a:pt x="775" y="746"/>
                  </a:lnTo>
                  <a:lnTo>
                    <a:pt x="775" y="746"/>
                  </a:lnTo>
                  <a:lnTo>
                    <a:pt x="775" y="748"/>
                  </a:lnTo>
                  <a:lnTo>
                    <a:pt x="775" y="748"/>
                  </a:lnTo>
                  <a:lnTo>
                    <a:pt x="775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80" y="746"/>
                  </a:lnTo>
                  <a:lnTo>
                    <a:pt x="778" y="746"/>
                  </a:lnTo>
                  <a:close/>
                  <a:moveTo>
                    <a:pt x="572" y="294"/>
                  </a:moveTo>
                  <a:lnTo>
                    <a:pt x="572" y="294"/>
                  </a:lnTo>
                  <a:lnTo>
                    <a:pt x="572" y="294"/>
                  </a:lnTo>
                  <a:lnTo>
                    <a:pt x="572" y="294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4"/>
                  </a:lnTo>
                  <a:close/>
                  <a:moveTo>
                    <a:pt x="875" y="665"/>
                  </a:moveTo>
                  <a:lnTo>
                    <a:pt x="875" y="665"/>
                  </a:lnTo>
                  <a:lnTo>
                    <a:pt x="875" y="665"/>
                  </a:lnTo>
                  <a:lnTo>
                    <a:pt x="872" y="665"/>
                  </a:lnTo>
                  <a:lnTo>
                    <a:pt x="872" y="665"/>
                  </a:lnTo>
                  <a:lnTo>
                    <a:pt x="872" y="665"/>
                  </a:lnTo>
                  <a:lnTo>
                    <a:pt x="875" y="665"/>
                  </a:lnTo>
                  <a:lnTo>
                    <a:pt x="875" y="665"/>
                  </a:lnTo>
                  <a:close/>
                  <a:moveTo>
                    <a:pt x="861" y="677"/>
                  </a:moveTo>
                  <a:lnTo>
                    <a:pt x="861" y="675"/>
                  </a:lnTo>
                  <a:lnTo>
                    <a:pt x="858" y="675"/>
                  </a:lnTo>
                  <a:lnTo>
                    <a:pt x="858" y="677"/>
                  </a:lnTo>
                  <a:lnTo>
                    <a:pt x="861" y="677"/>
                  </a:lnTo>
                  <a:lnTo>
                    <a:pt x="861" y="677"/>
                  </a:lnTo>
                  <a:close/>
                  <a:moveTo>
                    <a:pt x="863" y="703"/>
                  </a:moveTo>
                  <a:lnTo>
                    <a:pt x="863" y="703"/>
                  </a:lnTo>
                  <a:lnTo>
                    <a:pt x="863" y="703"/>
                  </a:lnTo>
                  <a:lnTo>
                    <a:pt x="863" y="703"/>
                  </a:lnTo>
                  <a:close/>
                  <a:moveTo>
                    <a:pt x="863" y="677"/>
                  </a:move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80"/>
                  </a:lnTo>
                  <a:lnTo>
                    <a:pt x="863" y="680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close/>
                  <a:moveTo>
                    <a:pt x="856" y="675"/>
                  </a:moveTo>
                  <a:lnTo>
                    <a:pt x="856" y="675"/>
                  </a:lnTo>
                  <a:lnTo>
                    <a:pt x="856" y="675"/>
                  </a:lnTo>
                  <a:lnTo>
                    <a:pt x="856" y="675"/>
                  </a:lnTo>
                  <a:close/>
                  <a:moveTo>
                    <a:pt x="861" y="708"/>
                  </a:moveTo>
                  <a:lnTo>
                    <a:pt x="861" y="708"/>
                  </a:lnTo>
                  <a:lnTo>
                    <a:pt x="858" y="710"/>
                  </a:lnTo>
                  <a:lnTo>
                    <a:pt x="858" y="710"/>
                  </a:lnTo>
                  <a:lnTo>
                    <a:pt x="861" y="710"/>
                  </a:lnTo>
                  <a:lnTo>
                    <a:pt x="861" y="708"/>
                  </a:lnTo>
                  <a:lnTo>
                    <a:pt x="863" y="708"/>
                  </a:lnTo>
                  <a:lnTo>
                    <a:pt x="863" y="706"/>
                  </a:lnTo>
                  <a:lnTo>
                    <a:pt x="863" y="706"/>
                  </a:lnTo>
                  <a:lnTo>
                    <a:pt x="861" y="708"/>
                  </a:lnTo>
                  <a:close/>
                  <a:moveTo>
                    <a:pt x="870" y="696"/>
                  </a:moveTo>
                  <a:lnTo>
                    <a:pt x="870" y="698"/>
                  </a:lnTo>
                  <a:lnTo>
                    <a:pt x="868" y="703"/>
                  </a:lnTo>
                  <a:lnTo>
                    <a:pt x="868" y="701"/>
                  </a:lnTo>
                  <a:lnTo>
                    <a:pt x="870" y="698"/>
                  </a:lnTo>
                  <a:lnTo>
                    <a:pt x="870" y="698"/>
                  </a:lnTo>
                  <a:lnTo>
                    <a:pt x="870" y="696"/>
                  </a:lnTo>
                  <a:lnTo>
                    <a:pt x="870" y="696"/>
                  </a:lnTo>
                  <a:close/>
                  <a:moveTo>
                    <a:pt x="865" y="677"/>
                  </a:moveTo>
                  <a:lnTo>
                    <a:pt x="865" y="677"/>
                  </a:lnTo>
                  <a:lnTo>
                    <a:pt x="865" y="675"/>
                  </a:lnTo>
                  <a:lnTo>
                    <a:pt x="863" y="672"/>
                  </a:lnTo>
                  <a:lnTo>
                    <a:pt x="863" y="672"/>
                  </a:lnTo>
                  <a:lnTo>
                    <a:pt x="863" y="675"/>
                  </a:lnTo>
                  <a:lnTo>
                    <a:pt x="863" y="675"/>
                  </a:lnTo>
                  <a:lnTo>
                    <a:pt x="865" y="677"/>
                  </a:lnTo>
                  <a:close/>
                  <a:moveTo>
                    <a:pt x="901" y="639"/>
                  </a:moveTo>
                  <a:lnTo>
                    <a:pt x="898" y="642"/>
                  </a:lnTo>
                  <a:lnTo>
                    <a:pt x="896" y="646"/>
                  </a:lnTo>
                  <a:lnTo>
                    <a:pt x="894" y="646"/>
                  </a:lnTo>
                  <a:lnTo>
                    <a:pt x="891" y="649"/>
                  </a:lnTo>
                  <a:lnTo>
                    <a:pt x="891" y="649"/>
                  </a:lnTo>
                  <a:lnTo>
                    <a:pt x="891" y="651"/>
                  </a:lnTo>
                  <a:lnTo>
                    <a:pt x="891" y="651"/>
                  </a:lnTo>
                  <a:lnTo>
                    <a:pt x="894" y="651"/>
                  </a:lnTo>
                  <a:lnTo>
                    <a:pt x="894" y="654"/>
                  </a:lnTo>
                  <a:lnTo>
                    <a:pt x="894" y="656"/>
                  </a:lnTo>
                  <a:lnTo>
                    <a:pt x="889" y="661"/>
                  </a:lnTo>
                  <a:lnTo>
                    <a:pt x="889" y="668"/>
                  </a:lnTo>
                  <a:lnTo>
                    <a:pt x="884" y="668"/>
                  </a:lnTo>
                  <a:lnTo>
                    <a:pt x="884" y="670"/>
                  </a:lnTo>
                  <a:lnTo>
                    <a:pt x="884" y="670"/>
                  </a:lnTo>
                  <a:lnTo>
                    <a:pt x="884" y="670"/>
                  </a:lnTo>
                  <a:lnTo>
                    <a:pt x="884" y="668"/>
                  </a:lnTo>
                  <a:lnTo>
                    <a:pt x="884" y="668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2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2"/>
                  </a:lnTo>
                  <a:lnTo>
                    <a:pt x="887" y="672"/>
                  </a:lnTo>
                  <a:lnTo>
                    <a:pt x="887" y="675"/>
                  </a:lnTo>
                  <a:lnTo>
                    <a:pt x="884" y="675"/>
                  </a:lnTo>
                  <a:lnTo>
                    <a:pt x="882" y="675"/>
                  </a:lnTo>
                  <a:lnTo>
                    <a:pt x="882" y="677"/>
                  </a:lnTo>
                  <a:lnTo>
                    <a:pt x="882" y="680"/>
                  </a:lnTo>
                  <a:lnTo>
                    <a:pt x="879" y="682"/>
                  </a:lnTo>
                  <a:lnTo>
                    <a:pt x="879" y="684"/>
                  </a:lnTo>
                  <a:lnTo>
                    <a:pt x="877" y="687"/>
                  </a:lnTo>
                  <a:lnTo>
                    <a:pt x="877" y="687"/>
                  </a:lnTo>
                  <a:lnTo>
                    <a:pt x="877" y="687"/>
                  </a:lnTo>
                  <a:lnTo>
                    <a:pt x="875" y="691"/>
                  </a:lnTo>
                  <a:lnTo>
                    <a:pt x="875" y="691"/>
                  </a:lnTo>
                  <a:lnTo>
                    <a:pt x="872" y="694"/>
                  </a:lnTo>
                  <a:lnTo>
                    <a:pt x="872" y="694"/>
                  </a:lnTo>
                  <a:lnTo>
                    <a:pt x="872" y="696"/>
                  </a:lnTo>
                  <a:lnTo>
                    <a:pt x="872" y="696"/>
                  </a:lnTo>
                  <a:lnTo>
                    <a:pt x="872" y="696"/>
                  </a:lnTo>
                  <a:lnTo>
                    <a:pt x="875" y="694"/>
                  </a:lnTo>
                  <a:lnTo>
                    <a:pt x="877" y="691"/>
                  </a:lnTo>
                  <a:lnTo>
                    <a:pt x="879" y="687"/>
                  </a:lnTo>
                  <a:lnTo>
                    <a:pt x="882" y="682"/>
                  </a:lnTo>
                  <a:lnTo>
                    <a:pt x="884" y="680"/>
                  </a:lnTo>
                  <a:lnTo>
                    <a:pt x="884" y="677"/>
                  </a:lnTo>
                  <a:lnTo>
                    <a:pt x="884" y="677"/>
                  </a:lnTo>
                  <a:lnTo>
                    <a:pt x="887" y="677"/>
                  </a:lnTo>
                  <a:lnTo>
                    <a:pt x="887" y="675"/>
                  </a:lnTo>
                  <a:lnTo>
                    <a:pt x="894" y="665"/>
                  </a:lnTo>
                  <a:lnTo>
                    <a:pt x="894" y="665"/>
                  </a:lnTo>
                  <a:lnTo>
                    <a:pt x="894" y="663"/>
                  </a:lnTo>
                  <a:lnTo>
                    <a:pt x="894" y="658"/>
                  </a:lnTo>
                  <a:lnTo>
                    <a:pt x="896" y="654"/>
                  </a:lnTo>
                  <a:lnTo>
                    <a:pt x="901" y="649"/>
                  </a:lnTo>
                  <a:lnTo>
                    <a:pt x="901" y="646"/>
                  </a:lnTo>
                  <a:lnTo>
                    <a:pt x="901" y="646"/>
                  </a:lnTo>
                  <a:lnTo>
                    <a:pt x="901" y="644"/>
                  </a:lnTo>
                  <a:lnTo>
                    <a:pt x="901" y="644"/>
                  </a:lnTo>
                  <a:lnTo>
                    <a:pt x="901" y="642"/>
                  </a:lnTo>
                  <a:lnTo>
                    <a:pt x="901" y="642"/>
                  </a:lnTo>
                  <a:lnTo>
                    <a:pt x="903" y="642"/>
                  </a:lnTo>
                  <a:lnTo>
                    <a:pt x="903" y="642"/>
                  </a:lnTo>
                  <a:lnTo>
                    <a:pt x="903" y="639"/>
                  </a:lnTo>
                  <a:lnTo>
                    <a:pt x="901" y="639"/>
                  </a:lnTo>
                  <a:lnTo>
                    <a:pt x="901" y="639"/>
                  </a:lnTo>
                  <a:close/>
                  <a:moveTo>
                    <a:pt x="870" y="668"/>
                  </a:moveTo>
                  <a:lnTo>
                    <a:pt x="868" y="668"/>
                  </a:lnTo>
                  <a:lnTo>
                    <a:pt x="868" y="668"/>
                  </a:lnTo>
                  <a:lnTo>
                    <a:pt x="868" y="668"/>
                  </a:lnTo>
                  <a:lnTo>
                    <a:pt x="868" y="670"/>
                  </a:lnTo>
                  <a:lnTo>
                    <a:pt x="868" y="670"/>
                  </a:lnTo>
                  <a:lnTo>
                    <a:pt x="870" y="668"/>
                  </a:lnTo>
                  <a:close/>
                  <a:moveTo>
                    <a:pt x="863" y="680"/>
                  </a:moveTo>
                  <a:lnTo>
                    <a:pt x="865" y="682"/>
                  </a:lnTo>
                  <a:lnTo>
                    <a:pt x="865" y="680"/>
                  </a:lnTo>
                  <a:lnTo>
                    <a:pt x="865" y="680"/>
                  </a:lnTo>
                  <a:lnTo>
                    <a:pt x="863" y="680"/>
                  </a:lnTo>
                  <a:close/>
                  <a:moveTo>
                    <a:pt x="856" y="691"/>
                  </a:moveTo>
                  <a:lnTo>
                    <a:pt x="858" y="691"/>
                  </a:lnTo>
                  <a:lnTo>
                    <a:pt x="856" y="691"/>
                  </a:lnTo>
                  <a:lnTo>
                    <a:pt x="856" y="691"/>
                  </a:lnTo>
                  <a:close/>
                  <a:moveTo>
                    <a:pt x="861" y="677"/>
                  </a:moveTo>
                  <a:lnTo>
                    <a:pt x="861" y="677"/>
                  </a:lnTo>
                  <a:lnTo>
                    <a:pt x="863" y="680"/>
                  </a:lnTo>
                  <a:lnTo>
                    <a:pt x="861" y="677"/>
                  </a:lnTo>
                  <a:close/>
                  <a:moveTo>
                    <a:pt x="804" y="741"/>
                  </a:moveTo>
                  <a:lnTo>
                    <a:pt x="801" y="743"/>
                  </a:lnTo>
                  <a:lnTo>
                    <a:pt x="804" y="743"/>
                  </a:lnTo>
                  <a:lnTo>
                    <a:pt x="804" y="743"/>
                  </a:lnTo>
                  <a:lnTo>
                    <a:pt x="804" y="743"/>
                  </a:lnTo>
                  <a:lnTo>
                    <a:pt x="804" y="741"/>
                  </a:lnTo>
                  <a:lnTo>
                    <a:pt x="804" y="741"/>
                  </a:lnTo>
                  <a:close/>
                  <a:moveTo>
                    <a:pt x="790" y="739"/>
                  </a:move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2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2" y="736"/>
                  </a:lnTo>
                  <a:lnTo>
                    <a:pt x="792" y="746"/>
                  </a:lnTo>
                  <a:lnTo>
                    <a:pt x="794" y="748"/>
                  </a:lnTo>
                  <a:lnTo>
                    <a:pt x="794" y="748"/>
                  </a:lnTo>
                  <a:lnTo>
                    <a:pt x="794" y="748"/>
                  </a:lnTo>
                  <a:lnTo>
                    <a:pt x="797" y="746"/>
                  </a:lnTo>
                  <a:lnTo>
                    <a:pt x="794" y="741"/>
                  </a:lnTo>
                  <a:lnTo>
                    <a:pt x="790" y="739"/>
                  </a:lnTo>
                  <a:close/>
                  <a:moveTo>
                    <a:pt x="782" y="743"/>
                  </a:move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8"/>
                  </a:lnTo>
                  <a:lnTo>
                    <a:pt x="782" y="748"/>
                  </a:lnTo>
                  <a:lnTo>
                    <a:pt x="785" y="748"/>
                  </a:lnTo>
                  <a:lnTo>
                    <a:pt x="785" y="746"/>
                  </a:lnTo>
                  <a:lnTo>
                    <a:pt x="782" y="746"/>
                  </a:lnTo>
                  <a:lnTo>
                    <a:pt x="782" y="743"/>
                  </a:lnTo>
                  <a:close/>
                  <a:moveTo>
                    <a:pt x="785" y="748"/>
                  </a:moveTo>
                  <a:lnTo>
                    <a:pt x="787" y="748"/>
                  </a:lnTo>
                  <a:lnTo>
                    <a:pt x="787" y="748"/>
                  </a:lnTo>
                  <a:lnTo>
                    <a:pt x="787" y="746"/>
                  </a:lnTo>
                  <a:lnTo>
                    <a:pt x="787" y="746"/>
                  </a:lnTo>
                  <a:lnTo>
                    <a:pt x="785" y="748"/>
                  </a:lnTo>
                  <a:close/>
                  <a:moveTo>
                    <a:pt x="797" y="739"/>
                  </a:moveTo>
                  <a:lnTo>
                    <a:pt x="794" y="739"/>
                  </a:lnTo>
                  <a:lnTo>
                    <a:pt x="794" y="741"/>
                  </a:lnTo>
                  <a:lnTo>
                    <a:pt x="794" y="741"/>
                  </a:lnTo>
                  <a:lnTo>
                    <a:pt x="794" y="741"/>
                  </a:lnTo>
                  <a:lnTo>
                    <a:pt x="797" y="741"/>
                  </a:lnTo>
                  <a:lnTo>
                    <a:pt x="797" y="743"/>
                  </a:lnTo>
                  <a:lnTo>
                    <a:pt x="797" y="741"/>
                  </a:lnTo>
                  <a:lnTo>
                    <a:pt x="797" y="741"/>
                  </a:lnTo>
                  <a:lnTo>
                    <a:pt x="797" y="739"/>
                  </a:lnTo>
                  <a:close/>
                  <a:moveTo>
                    <a:pt x="851" y="701"/>
                  </a:moveTo>
                  <a:lnTo>
                    <a:pt x="851" y="701"/>
                  </a:lnTo>
                  <a:lnTo>
                    <a:pt x="851" y="701"/>
                  </a:lnTo>
                  <a:lnTo>
                    <a:pt x="851" y="701"/>
                  </a:lnTo>
                  <a:close/>
                  <a:moveTo>
                    <a:pt x="853" y="713"/>
                  </a:moveTo>
                  <a:lnTo>
                    <a:pt x="853" y="713"/>
                  </a:lnTo>
                  <a:lnTo>
                    <a:pt x="853" y="713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49" y="717"/>
                  </a:lnTo>
                  <a:lnTo>
                    <a:pt x="846" y="717"/>
                  </a:lnTo>
                  <a:lnTo>
                    <a:pt x="846" y="717"/>
                  </a:lnTo>
                  <a:lnTo>
                    <a:pt x="846" y="717"/>
                  </a:lnTo>
                  <a:lnTo>
                    <a:pt x="851" y="717"/>
                  </a:lnTo>
                  <a:lnTo>
                    <a:pt x="853" y="717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3"/>
                  </a:lnTo>
                  <a:lnTo>
                    <a:pt x="853" y="713"/>
                  </a:lnTo>
                  <a:close/>
                  <a:moveTo>
                    <a:pt x="842" y="691"/>
                  </a:moveTo>
                  <a:lnTo>
                    <a:pt x="842" y="691"/>
                  </a:lnTo>
                  <a:lnTo>
                    <a:pt x="842" y="691"/>
                  </a:lnTo>
                  <a:lnTo>
                    <a:pt x="842" y="691"/>
                  </a:lnTo>
                  <a:close/>
                  <a:moveTo>
                    <a:pt x="827" y="729"/>
                  </a:moveTo>
                  <a:lnTo>
                    <a:pt x="827" y="729"/>
                  </a:lnTo>
                  <a:lnTo>
                    <a:pt x="825" y="732"/>
                  </a:lnTo>
                  <a:lnTo>
                    <a:pt x="820" y="734"/>
                  </a:lnTo>
                  <a:lnTo>
                    <a:pt x="818" y="736"/>
                  </a:lnTo>
                  <a:lnTo>
                    <a:pt x="818" y="736"/>
                  </a:lnTo>
                  <a:lnTo>
                    <a:pt x="818" y="736"/>
                  </a:lnTo>
                  <a:lnTo>
                    <a:pt x="820" y="734"/>
                  </a:lnTo>
                  <a:lnTo>
                    <a:pt x="823" y="734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5" y="734"/>
                  </a:lnTo>
                  <a:lnTo>
                    <a:pt x="825" y="734"/>
                  </a:lnTo>
                  <a:lnTo>
                    <a:pt x="827" y="732"/>
                  </a:lnTo>
                  <a:lnTo>
                    <a:pt x="827" y="732"/>
                  </a:lnTo>
                  <a:lnTo>
                    <a:pt x="827" y="729"/>
                  </a:lnTo>
                  <a:lnTo>
                    <a:pt x="827" y="729"/>
                  </a:lnTo>
                  <a:close/>
                  <a:moveTo>
                    <a:pt x="839" y="722"/>
                  </a:moveTo>
                  <a:lnTo>
                    <a:pt x="839" y="722"/>
                  </a:lnTo>
                  <a:lnTo>
                    <a:pt x="837" y="725"/>
                  </a:lnTo>
                  <a:lnTo>
                    <a:pt x="827" y="732"/>
                  </a:lnTo>
                  <a:lnTo>
                    <a:pt x="830" y="732"/>
                  </a:lnTo>
                  <a:lnTo>
                    <a:pt x="830" y="732"/>
                  </a:lnTo>
                  <a:lnTo>
                    <a:pt x="837" y="727"/>
                  </a:lnTo>
                  <a:lnTo>
                    <a:pt x="837" y="725"/>
                  </a:lnTo>
                  <a:lnTo>
                    <a:pt x="839" y="725"/>
                  </a:lnTo>
                  <a:lnTo>
                    <a:pt x="839" y="725"/>
                  </a:lnTo>
                  <a:lnTo>
                    <a:pt x="839" y="725"/>
                  </a:lnTo>
                  <a:lnTo>
                    <a:pt x="839" y="722"/>
                  </a:lnTo>
                  <a:lnTo>
                    <a:pt x="839" y="722"/>
                  </a:lnTo>
                  <a:close/>
                  <a:moveTo>
                    <a:pt x="853" y="689"/>
                  </a:moveTo>
                  <a:lnTo>
                    <a:pt x="853" y="687"/>
                  </a:lnTo>
                  <a:lnTo>
                    <a:pt x="853" y="687"/>
                  </a:lnTo>
                  <a:lnTo>
                    <a:pt x="853" y="689"/>
                  </a:lnTo>
                  <a:lnTo>
                    <a:pt x="853" y="689"/>
                  </a:lnTo>
                  <a:close/>
                  <a:moveTo>
                    <a:pt x="905" y="620"/>
                  </a:moveTo>
                  <a:lnTo>
                    <a:pt x="905" y="620"/>
                  </a:lnTo>
                  <a:lnTo>
                    <a:pt x="905" y="620"/>
                  </a:lnTo>
                  <a:lnTo>
                    <a:pt x="905" y="620"/>
                  </a:lnTo>
                  <a:lnTo>
                    <a:pt x="905" y="630"/>
                  </a:lnTo>
                  <a:lnTo>
                    <a:pt x="903" y="630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5" y="630"/>
                  </a:lnTo>
                  <a:lnTo>
                    <a:pt x="905" y="627"/>
                  </a:lnTo>
                  <a:lnTo>
                    <a:pt x="905" y="625"/>
                  </a:lnTo>
                  <a:lnTo>
                    <a:pt x="905" y="623"/>
                  </a:lnTo>
                  <a:lnTo>
                    <a:pt x="905" y="623"/>
                  </a:lnTo>
                  <a:lnTo>
                    <a:pt x="905" y="620"/>
                  </a:lnTo>
                  <a:lnTo>
                    <a:pt x="905" y="620"/>
                  </a:lnTo>
                  <a:lnTo>
                    <a:pt x="905" y="620"/>
                  </a:lnTo>
                  <a:close/>
                  <a:moveTo>
                    <a:pt x="882" y="672"/>
                  </a:moveTo>
                  <a:lnTo>
                    <a:pt x="882" y="672"/>
                  </a:lnTo>
                  <a:lnTo>
                    <a:pt x="882" y="672"/>
                  </a:lnTo>
                  <a:lnTo>
                    <a:pt x="882" y="672"/>
                  </a:lnTo>
                  <a:lnTo>
                    <a:pt x="882" y="675"/>
                  </a:lnTo>
                  <a:lnTo>
                    <a:pt x="879" y="675"/>
                  </a:lnTo>
                  <a:lnTo>
                    <a:pt x="879" y="675"/>
                  </a:lnTo>
                  <a:lnTo>
                    <a:pt x="882" y="675"/>
                  </a:lnTo>
                  <a:lnTo>
                    <a:pt x="882" y="672"/>
                  </a:lnTo>
                  <a:lnTo>
                    <a:pt x="882" y="67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6" name="Freeform 47">
              <a:extLst>
                <a:ext uri="{FF2B5EF4-FFF2-40B4-BE49-F238E27FC236}">
                  <a16:creationId xmlns:a16="http://schemas.microsoft.com/office/drawing/2014/main" id="{0DF8E99B-007F-4F48-A5A5-24CBFA79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3295" y="2657698"/>
              <a:ext cx="100071" cy="163324"/>
            </a:xfrm>
            <a:custGeom>
              <a:avLst/>
              <a:gdLst>
                <a:gd name="T0" fmla="*/ 30 w 106"/>
                <a:gd name="T1" fmla="*/ 7 h 173"/>
                <a:gd name="T2" fmla="*/ 28 w 106"/>
                <a:gd name="T3" fmla="*/ 14 h 173"/>
                <a:gd name="T4" fmla="*/ 21 w 106"/>
                <a:gd name="T5" fmla="*/ 24 h 173"/>
                <a:gd name="T6" fmla="*/ 21 w 106"/>
                <a:gd name="T7" fmla="*/ 29 h 173"/>
                <a:gd name="T8" fmla="*/ 23 w 106"/>
                <a:gd name="T9" fmla="*/ 33 h 173"/>
                <a:gd name="T10" fmla="*/ 28 w 106"/>
                <a:gd name="T11" fmla="*/ 38 h 173"/>
                <a:gd name="T12" fmla="*/ 26 w 106"/>
                <a:gd name="T13" fmla="*/ 45 h 173"/>
                <a:gd name="T14" fmla="*/ 30 w 106"/>
                <a:gd name="T15" fmla="*/ 50 h 173"/>
                <a:gd name="T16" fmla="*/ 40 w 106"/>
                <a:gd name="T17" fmla="*/ 59 h 173"/>
                <a:gd name="T18" fmla="*/ 42 w 106"/>
                <a:gd name="T19" fmla="*/ 59 h 173"/>
                <a:gd name="T20" fmla="*/ 49 w 106"/>
                <a:gd name="T21" fmla="*/ 69 h 173"/>
                <a:gd name="T22" fmla="*/ 54 w 106"/>
                <a:gd name="T23" fmla="*/ 83 h 173"/>
                <a:gd name="T24" fmla="*/ 56 w 106"/>
                <a:gd name="T25" fmla="*/ 88 h 173"/>
                <a:gd name="T26" fmla="*/ 59 w 106"/>
                <a:gd name="T27" fmla="*/ 93 h 173"/>
                <a:gd name="T28" fmla="*/ 66 w 106"/>
                <a:gd name="T29" fmla="*/ 102 h 173"/>
                <a:gd name="T30" fmla="*/ 68 w 106"/>
                <a:gd name="T31" fmla="*/ 107 h 173"/>
                <a:gd name="T32" fmla="*/ 85 w 106"/>
                <a:gd name="T33" fmla="*/ 119 h 173"/>
                <a:gd name="T34" fmla="*/ 92 w 106"/>
                <a:gd name="T35" fmla="*/ 116 h 173"/>
                <a:gd name="T36" fmla="*/ 99 w 106"/>
                <a:gd name="T37" fmla="*/ 135 h 173"/>
                <a:gd name="T38" fmla="*/ 94 w 106"/>
                <a:gd name="T39" fmla="*/ 128 h 173"/>
                <a:gd name="T40" fmla="*/ 92 w 106"/>
                <a:gd name="T41" fmla="*/ 135 h 173"/>
                <a:gd name="T42" fmla="*/ 89 w 106"/>
                <a:gd name="T43" fmla="*/ 135 h 173"/>
                <a:gd name="T44" fmla="*/ 89 w 106"/>
                <a:gd name="T45" fmla="*/ 135 h 173"/>
                <a:gd name="T46" fmla="*/ 94 w 106"/>
                <a:gd name="T47" fmla="*/ 138 h 173"/>
                <a:gd name="T48" fmla="*/ 87 w 106"/>
                <a:gd name="T49" fmla="*/ 142 h 173"/>
                <a:gd name="T50" fmla="*/ 87 w 106"/>
                <a:gd name="T51" fmla="*/ 145 h 173"/>
                <a:gd name="T52" fmla="*/ 87 w 106"/>
                <a:gd name="T53" fmla="*/ 147 h 173"/>
                <a:gd name="T54" fmla="*/ 94 w 106"/>
                <a:gd name="T55" fmla="*/ 142 h 173"/>
                <a:gd name="T56" fmla="*/ 97 w 106"/>
                <a:gd name="T57" fmla="*/ 145 h 173"/>
                <a:gd name="T58" fmla="*/ 99 w 106"/>
                <a:gd name="T59" fmla="*/ 140 h 173"/>
                <a:gd name="T60" fmla="*/ 99 w 106"/>
                <a:gd name="T61" fmla="*/ 138 h 173"/>
                <a:gd name="T62" fmla="*/ 101 w 106"/>
                <a:gd name="T63" fmla="*/ 147 h 173"/>
                <a:gd name="T64" fmla="*/ 106 w 106"/>
                <a:gd name="T65" fmla="*/ 154 h 173"/>
                <a:gd name="T66" fmla="*/ 104 w 106"/>
                <a:gd name="T67" fmla="*/ 159 h 173"/>
                <a:gd name="T68" fmla="*/ 101 w 106"/>
                <a:gd name="T69" fmla="*/ 159 h 173"/>
                <a:gd name="T70" fmla="*/ 94 w 106"/>
                <a:gd name="T71" fmla="*/ 161 h 173"/>
                <a:gd name="T72" fmla="*/ 73 w 106"/>
                <a:gd name="T73" fmla="*/ 166 h 173"/>
                <a:gd name="T74" fmla="*/ 49 w 106"/>
                <a:gd name="T75" fmla="*/ 171 h 173"/>
                <a:gd name="T76" fmla="*/ 40 w 106"/>
                <a:gd name="T77" fmla="*/ 161 h 173"/>
                <a:gd name="T78" fmla="*/ 33 w 106"/>
                <a:gd name="T79" fmla="*/ 135 h 173"/>
                <a:gd name="T80" fmla="*/ 26 w 106"/>
                <a:gd name="T81" fmla="*/ 109 h 173"/>
                <a:gd name="T82" fmla="*/ 18 w 106"/>
                <a:gd name="T83" fmla="*/ 83 h 173"/>
                <a:gd name="T84" fmla="*/ 9 w 106"/>
                <a:gd name="T85" fmla="*/ 55 h 173"/>
                <a:gd name="T86" fmla="*/ 2 w 106"/>
                <a:gd name="T87" fmla="*/ 29 h 173"/>
                <a:gd name="T88" fmla="*/ 2 w 106"/>
                <a:gd name="T89" fmla="*/ 22 h 173"/>
                <a:gd name="T90" fmla="*/ 7 w 106"/>
                <a:gd name="T91" fmla="*/ 7 h 173"/>
                <a:gd name="T92" fmla="*/ 11 w 106"/>
                <a:gd name="T93" fmla="*/ 3 h 173"/>
                <a:gd name="T94" fmla="*/ 18 w 106"/>
                <a:gd name="T95" fmla="*/ 0 h 173"/>
                <a:gd name="T96" fmla="*/ 30 w 106"/>
                <a:gd name="T97" fmla="*/ 0 h 173"/>
                <a:gd name="T98" fmla="*/ 33 w 106"/>
                <a:gd name="T99" fmla="*/ 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6" h="173">
                  <a:moveTo>
                    <a:pt x="33" y="3"/>
                  </a:moveTo>
                  <a:lnTo>
                    <a:pt x="33" y="3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6" y="22"/>
                  </a:lnTo>
                  <a:lnTo>
                    <a:pt x="23" y="22"/>
                  </a:lnTo>
                  <a:lnTo>
                    <a:pt x="21" y="24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31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28" y="41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8" y="48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3" y="52"/>
                  </a:lnTo>
                  <a:lnTo>
                    <a:pt x="37" y="59"/>
                  </a:lnTo>
                  <a:lnTo>
                    <a:pt x="40" y="59"/>
                  </a:lnTo>
                  <a:lnTo>
                    <a:pt x="40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4" y="62"/>
                  </a:lnTo>
                  <a:lnTo>
                    <a:pt x="49" y="67"/>
                  </a:lnTo>
                  <a:lnTo>
                    <a:pt x="49" y="69"/>
                  </a:lnTo>
                  <a:lnTo>
                    <a:pt x="52" y="71"/>
                  </a:lnTo>
                  <a:lnTo>
                    <a:pt x="52" y="81"/>
                  </a:lnTo>
                  <a:lnTo>
                    <a:pt x="54" y="83"/>
                  </a:lnTo>
                  <a:lnTo>
                    <a:pt x="54" y="83"/>
                  </a:lnTo>
                  <a:lnTo>
                    <a:pt x="54" y="85"/>
                  </a:lnTo>
                  <a:lnTo>
                    <a:pt x="56" y="88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9" y="93"/>
                  </a:lnTo>
                  <a:lnTo>
                    <a:pt x="61" y="95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4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75" y="112"/>
                  </a:lnTo>
                  <a:lnTo>
                    <a:pt x="82" y="116"/>
                  </a:lnTo>
                  <a:lnTo>
                    <a:pt x="85" y="119"/>
                  </a:lnTo>
                  <a:lnTo>
                    <a:pt x="89" y="119"/>
                  </a:lnTo>
                  <a:lnTo>
                    <a:pt x="92" y="119"/>
                  </a:lnTo>
                  <a:lnTo>
                    <a:pt x="92" y="116"/>
                  </a:lnTo>
                  <a:lnTo>
                    <a:pt x="94" y="119"/>
                  </a:lnTo>
                  <a:lnTo>
                    <a:pt x="99" y="130"/>
                  </a:lnTo>
                  <a:lnTo>
                    <a:pt x="99" y="135"/>
                  </a:lnTo>
                  <a:lnTo>
                    <a:pt x="99" y="135"/>
                  </a:lnTo>
                  <a:lnTo>
                    <a:pt x="97" y="130"/>
                  </a:lnTo>
                  <a:lnTo>
                    <a:pt x="94" y="128"/>
                  </a:lnTo>
                  <a:lnTo>
                    <a:pt x="89" y="130"/>
                  </a:lnTo>
                  <a:lnTo>
                    <a:pt x="89" y="130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92" y="135"/>
                  </a:lnTo>
                  <a:lnTo>
                    <a:pt x="92" y="138"/>
                  </a:lnTo>
                  <a:lnTo>
                    <a:pt x="94" y="138"/>
                  </a:lnTo>
                  <a:lnTo>
                    <a:pt x="97" y="138"/>
                  </a:lnTo>
                  <a:lnTo>
                    <a:pt x="94" y="140"/>
                  </a:lnTo>
                  <a:lnTo>
                    <a:pt x="87" y="142"/>
                  </a:lnTo>
                  <a:lnTo>
                    <a:pt x="87" y="145"/>
                  </a:lnTo>
                  <a:lnTo>
                    <a:pt x="89" y="145"/>
                  </a:lnTo>
                  <a:lnTo>
                    <a:pt x="87" y="145"/>
                  </a:lnTo>
                  <a:lnTo>
                    <a:pt x="87" y="147"/>
                  </a:lnTo>
                  <a:lnTo>
                    <a:pt x="87" y="147"/>
                  </a:lnTo>
                  <a:lnTo>
                    <a:pt x="87" y="147"/>
                  </a:lnTo>
                  <a:lnTo>
                    <a:pt x="89" y="147"/>
                  </a:lnTo>
                  <a:lnTo>
                    <a:pt x="92" y="145"/>
                  </a:lnTo>
                  <a:lnTo>
                    <a:pt x="94" y="142"/>
                  </a:lnTo>
                  <a:lnTo>
                    <a:pt x="94" y="145"/>
                  </a:lnTo>
                  <a:lnTo>
                    <a:pt x="97" y="145"/>
                  </a:lnTo>
                  <a:lnTo>
                    <a:pt x="97" y="145"/>
                  </a:lnTo>
                  <a:lnTo>
                    <a:pt x="99" y="145"/>
                  </a:lnTo>
                  <a:lnTo>
                    <a:pt x="99" y="142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38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7"/>
                  </a:lnTo>
                  <a:lnTo>
                    <a:pt x="104" y="149"/>
                  </a:lnTo>
                  <a:lnTo>
                    <a:pt x="104" y="152"/>
                  </a:lnTo>
                  <a:lnTo>
                    <a:pt x="106" y="154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56"/>
                  </a:lnTo>
                  <a:lnTo>
                    <a:pt x="104" y="156"/>
                  </a:lnTo>
                  <a:lnTo>
                    <a:pt x="101" y="159"/>
                  </a:lnTo>
                  <a:lnTo>
                    <a:pt x="101" y="159"/>
                  </a:lnTo>
                  <a:lnTo>
                    <a:pt x="99" y="159"/>
                  </a:lnTo>
                  <a:lnTo>
                    <a:pt x="94" y="161"/>
                  </a:lnTo>
                  <a:lnTo>
                    <a:pt x="87" y="161"/>
                  </a:lnTo>
                  <a:lnTo>
                    <a:pt x="80" y="164"/>
                  </a:lnTo>
                  <a:lnTo>
                    <a:pt x="73" y="166"/>
                  </a:lnTo>
                  <a:lnTo>
                    <a:pt x="66" y="166"/>
                  </a:lnTo>
                  <a:lnTo>
                    <a:pt x="56" y="168"/>
                  </a:lnTo>
                  <a:lnTo>
                    <a:pt x="49" y="171"/>
                  </a:lnTo>
                  <a:lnTo>
                    <a:pt x="42" y="173"/>
                  </a:lnTo>
                  <a:lnTo>
                    <a:pt x="40" y="166"/>
                  </a:lnTo>
                  <a:lnTo>
                    <a:pt x="40" y="161"/>
                  </a:lnTo>
                  <a:lnTo>
                    <a:pt x="37" y="152"/>
                  </a:lnTo>
                  <a:lnTo>
                    <a:pt x="35" y="142"/>
                  </a:lnTo>
                  <a:lnTo>
                    <a:pt x="33" y="135"/>
                  </a:lnTo>
                  <a:lnTo>
                    <a:pt x="30" y="126"/>
                  </a:lnTo>
                  <a:lnTo>
                    <a:pt x="28" y="116"/>
                  </a:lnTo>
                  <a:lnTo>
                    <a:pt x="26" y="109"/>
                  </a:lnTo>
                  <a:lnTo>
                    <a:pt x="23" y="100"/>
                  </a:lnTo>
                  <a:lnTo>
                    <a:pt x="21" y="90"/>
                  </a:lnTo>
                  <a:lnTo>
                    <a:pt x="18" y="83"/>
                  </a:lnTo>
                  <a:lnTo>
                    <a:pt x="16" y="74"/>
                  </a:lnTo>
                  <a:lnTo>
                    <a:pt x="14" y="64"/>
                  </a:lnTo>
                  <a:lnTo>
                    <a:pt x="9" y="55"/>
                  </a:lnTo>
                  <a:lnTo>
                    <a:pt x="7" y="48"/>
                  </a:lnTo>
                  <a:lnTo>
                    <a:pt x="4" y="38"/>
                  </a:lnTo>
                  <a:lnTo>
                    <a:pt x="2" y="29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17"/>
                  </a:lnTo>
                  <a:lnTo>
                    <a:pt x="4" y="12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7" name="Freeform 48">
              <a:extLst>
                <a:ext uri="{FF2B5EF4-FFF2-40B4-BE49-F238E27FC236}">
                  <a16:creationId xmlns:a16="http://schemas.microsoft.com/office/drawing/2014/main" id="{FA33284A-C790-4490-BF6F-AB00211C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280" y="2783258"/>
              <a:ext cx="17938" cy="21714"/>
            </a:xfrm>
            <a:custGeom>
              <a:avLst/>
              <a:gdLst>
                <a:gd name="T0" fmla="*/ 14 w 19"/>
                <a:gd name="T1" fmla="*/ 23 h 23"/>
                <a:gd name="T2" fmla="*/ 12 w 19"/>
                <a:gd name="T3" fmla="*/ 21 h 23"/>
                <a:gd name="T4" fmla="*/ 12 w 19"/>
                <a:gd name="T5" fmla="*/ 14 h 23"/>
                <a:gd name="T6" fmla="*/ 7 w 19"/>
                <a:gd name="T7" fmla="*/ 12 h 23"/>
                <a:gd name="T8" fmla="*/ 7 w 19"/>
                <a:gd name="T9" fmla="*/ 12 h 23"/>
                <a:gd name="T10" fmla="*/ 5 w 19"/>
                <a:gd name="T11" fmla="*/ 12 h 23"/>
                <a:gd name="T12" fmla="*/ 2 w 19"/>
                <a:gd name="T13" fmla="*/ 9 h 23"/>
                <a:gd name="T14" fmla="*/ 0 w 19"/>
                <a:gd name="T15" fmla="*/ 9 h 23"/>
                <a:gd name="T16" fmla="*/ 7 w 19"/>
                <a:gd name="T17" fmla="*/ 0 h 23"/>
                <a:gd name="T18" fmla="*/ 19 w 19"/>
                <a:gd name="T19" fmla="*/ 12 h 23"/>
                <a:gd name="T20" fmla="*/ 14 w 19"/>
                <a:gd name="T21" fmla="*/ 23 h 23"/>
                <a:gd name="T22" fmla="*/ 14 w 19"/>
                <a:gd name="T2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3">
                  <a:moveTo>
                    <a:pt x="14" y="23"/>
                  </a:moveTo>
                  <a:lnTo>
                    <a:pt x="12" y="21"/>
                  </a:lnTo>
                  <a:lnTo>
                    <a:pt x="12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2" y="9"/>
                  </a:lnTo>
                  <a:lnTo>
                    <a:pt x="0" y="9"/>
                  </a:lnTo>
                  <a:lnTo>
                    <a:pt x="7" y="0"/>
                  </a:lnTo>
                  <a:lnTo>
                    <a:pt x="19" y="12"/>
                  </a:lnTo>
                  <a:lnTo>
                    <a:pt x="14" y="23"/>
                  </a:lnTo>
                  <a:lnTo>
                    <a:pt x="14" y="2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8" name="Freeform 49">
              <a:extLst>
                <a:ext uri="{FF2B5EF4-FFF2-40B4-BE49-F238E27FC236}">
                  <a16:creationId xmlns:a16="http://schemas.microsoft.com/office/drawing/2014/main" id="{AF75F604-8EF4-44F7-A641-BCC90D26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5849" y="2333883"/>
              <a:ext cx="163324" cy="153883"/>
            </a:xfrm>
            <a:custGeom>
              <a:avLst/>
              <a:gdLst>
                <a:gd name="T0" fmla="*/ 161 w 173"/>
                <a:gd name="T1" fmla="*/ 21 h 163"/>
                <a:gd name="T2" fmla="*/ 168 w 173"/>
                <a:gd name="T3" fmla="*/ 47 h 163"/>
                <a:gd name="T4" fmla="*/ 173 w 173"/>
                <a:gd name="T5" fmla="*/ 71 h 163"/>
                <a:gd name="T6" fmla="*/ 173 w 173"/>
                <a:gd name="T7" fmla="*/ 81 h 163"/>
                <a:gd name="T8" fmla="*/ 170 w 173"/>
                <a:gd name="T9" fmla="*/ 83 h 163"/>
                <a:gd name="T10" fmla="*/ 166 w 173"/>
                <a:gd name="T11" fmla="*/ 81 h 163"/>
                <a:gd name="T12" fmla="*/ 149 w 173"/>
                <a:gd name="T13" fmla="*/ 85 h 163"/>
                <a:gd name="T14" fmla="*/ 147 w 173"/>
                <a:gd name="T15" fmla="*/ 92 h 163"/>
                <a:gd name="T16" fmla="*/ 137 w 173"/>
                <a:gd name="T17" fmla="*/ 95 h 163"/>
                <a:gd name="T18" fmla="*/ 128 w 173"/>
                <a:gd name="T19" fmla="*/ 97 h 163"/>
                <a:gd name="T20" fmla="*/ 125 w 173"/>
                <a:gd name="T21" fmla="*/ 95 h 163"/>
                <a:gd name="T22" fmla="*/ 123 w 173"/>
                <a:gd name="T23" fmla="*/ 90 h 163"/>
                <a:gd name="T24" fmla="*/ 125 w 173"/>
                <a:gd name="T25" fmla="*/ 95 h 163"/>
                <a:gd name="T26" fmla="*/ 125 w 173"/>
                <a:gd name="T27" fmla="*/ 102 h 163"/>
                <a:gd name="T28" fmla="*/ 116 w 173"/>
                <a:gd name="T29" fmla="*/ 104 h 163"/>
                <a:gd name="T30" fmla="*/ 111 w 173"/>
                <a:gd name="T31" fmla="*/ 107 h 163"/>
                <a:gd name="T32" fmla="*/ 109 w 173"/>
                <a:gd name="T33" fmla="*/ 107 h 163"/>
                <a:gd name="T34" fmla="*/ 97 w 173"/>
                <a:gd name="T35" fmla="*/ 109 h 163"/>
                <a:gd name="T36" fmla="*/ 95 w 173"/>
                <a:gd name="T37" fmla="*/ 111 h 163"/>
                <a:gd name="T38" fmla="*/ 87 w 173"/>
                <a:gd name="T39" fmla="*/ 111 h 163"/>
                <a:gd name="T40" fmla="*/ 83 w 173"/>
                <a:gd name="T41" fmla="*/ 114 h 163"/>
                <a:gd name="T42" fmla="*/ 76 w 173"/>
                <a:gd name="T43" fmla="*/ 111 h 163"/>
                <a:gd name="T44" fmla="*/ 73 w 173"/>
                <a:gd name="T45" fmla="*/ 114 h 163"/>
                <a:gd name="T46" fmla="*/ 66 w 173"/>
                <a:gd name="T47" fmla="*/ 123 h 163"/>
                <a:gd name="T48" fmla="*/ 61 w 173"/>
                <a:gd name="T49" fmla="*/ 128 h 163"/>
                <a:gd name="T50" fmla="*/ 59 w 173"/>
                <a:gd name="T51" fmla="*/ 130 h 163"/>
                <a:gd name="T52" fmla="*/ 54 w 173"/>
                <a:gd name="T53" fmla="*/ 133 h 163"/>
                <a:gd name="T54" fmla="*/ 50 w 173"/>
                <a:gd name="T55" fmla="*/ 135 h 163"/>
                <a:gd name="T56" fmla="*/ 50 w 173"/>
                <a:gd name="T57" fmla="*/ 135 h 163"/>
                <a:gd name="T58" fmla="*/ 47 w 173"/>
                <a:gd name="T59" fmla="*/ 137 h 163"/>
                <a:gd name="T60" fmla="*/ 45 w 173"/>
                <a:gd name="T61" fmla="*/ 140 h 163"/>
                <a:gd name="T62" fmla="*/ 40 w 173"/>
                <a:gd name="T63" fmla="*/ 142 h 163"/>
                <a:gd name="T64" fmla="*/ 38 w 173"/>
                <a:gd name="T65" fmla="*/ 147 h 163"/>
                <a:gd name="T66" fmla="*/ 28 w 173"/>
                <a:gd name="T67" fmla="*/ 154 h 163"/>
                <a:gd name="T68" fmla="*/ 24 w 173"/>
                <a:gd name="T69" fmla="*/ 159 h 163"/>
                <a:gd name="T70" fmla="*/ 16 w 173"/>
                <a:gd name="T71" fmla="*/ 159 h 163"/>
                <a:gd name="T72" fmla="*/ 14 w 173"/>
                <a:gd name="T73" fmla="*/ 161 h 163"/>
                <a:gd name="T74" fmla="*/ 12 w 173"/>
                <a:gd name="T75" fmla="*/ 161 h 163"/>
                <a:gd name="T76" fmla="*/ 5 w 173"/>
                <a:gd name="T77" fmla="*/ 154 h 163"/>
                <a:gd name="T78" fmla="*/ 19 w 173"/>
                <a:gd name="T79" fmla="*/ 140 h 163"/>
                <a:gd name="T80" fmla="*/ 19 w 173"/>
                <a:gd name="T81" fmla="*/ 130 h 163"/>
                <a:gd name="T82" fmla="*/ 14 w 173"/>
                <a:gd name="T83" fmla="*/ 118 h 163"/>
                <a:gd name="T84" fmla="*/ 9 w 173"/>
                <a:gd name="T85" fmla="*/ 95 h 163"/>
                <a:gd name="T86" fmla="*/ 7 w 173"/>
                <a:gd name="T87" fmla="*/ 73 h 163"/>
                <a:gd name="T88" fmla="*/ 2 w 173"/>
                <a:gd name="T89" fmla="*/ 52 h 163"/>
                <a:gd name="T90" fmla="*/ 12 w 173"/>
                <a:gd name="T91" fmla="*/ 31 h 163"/>
                <a:gd name="T92" fmla="*/ 52 w 173"/>
                <a:gd name="T93" fmla="*/ 24 h 163"/>
                <a:gd name="T94" fmla="*/ 66 w 173"/>
                <a:gd name="T95" fmla="*/ 24 h 163"/>
                <a:gd name="T96" fmla="*/ 83 w 173"/>
                <a:gd name="T97" fmla="*/ 17 h 163"/>
                <a:gd name="T98" fmla="*/ 104 w 173"/>
                <a:gd name="T99" fmla="*/ 12 h 163"/>
                <a:gd name="T100" fmla="*/ 154 w 173"/>
                <a:gd name="T101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3" h="163">
                  <a:moveTo>
                    <a:pt x="154" y="0"/>
                  </a:moveTo>
                  <a:lnTo>
                    <a:pt x="156" y="7"/>
                  </a:lnTo>
                  <a:lnTo>
                    <a:pt x="158" y="14"/>
                  </a:lnTo>
                  <a:lnTo>
                    <a:pt x="161" y="21"/>
                  </a:lnTo>
                  <a:lnTo>
                    <a:pt x="163" y="28"/>
                  </a:lnTo>
                  <a:lnTo>
                    <a:pt x="163" y="36"/>
                  </a:lnTo>
                  <a:lnTo>
                    <a:pt x="166" y="43"/>
                  </a:lnTo>
                  <a:lnTo>
                    <a:pt x="168" y="47"/>
                  </a:lnTo>
                  <a:lnTo>
                    <a:pt x="170" y="55"/>
                  </a:lnTo>
                  <a:lnTo>
                    <a:pt x="170" y="59"/>
                  </a:lnTo>
                  <a:lnTo>
                    <a:pt x="170" y="64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0" y="73"/>
                  </a:lnTo>
                  <a:lnTo>
                    <a:pt x="170" y="76"/>
                  </a:lnTo>
                  <a:lnTo>
                    <a:pt x="173" y="81"/>
                  </a:lnTo>
                  <a:lnTo>
                    <a:pt x="173" y="83"/>
                  </a:lnTo>
                  <a:lnTo>
                    <a:pt x="170" y="85"/>
                  </a:lnTo>
                  <a:lnTo>
                    <a:pt x="168" y="83"/>
                  </a:lnTo>
                  <a:lnTo>
                    <a:pt x="170" y="83"/>
                  </a:lnTo>
                  <a:lnTo>
                    <a:pt x="170" y="83"/>
                  </a:lnTo>
                  <a:lnTo>
                    <a:pt x="168" y="83"/>
                  </a:lnTo>
                  <a:lnTo>
                    <a:pt x="168" y="81"/>
                  </a:lnTo>
                  <a:lnTo>
                    <a:pt x="166" y="81"/>
                  </a:lnTo>
                  <a:lnTo>
                    <a:pt x="161" y="83"/>
                  </a:lnTo>
                  <a:lnTo>
                    <a:pt x="158" y="83"/>
                  </a:lnTo>
                  <a:lnTo>
                    <a:pt x="154" y="88"/>
                  </a:lnTo>
                  <a:lnTo>
                    <a:pt x="149" y="85"/>
                  </a:lnTo>
                  <a:lnTo>
                    <a:pt x="149" y="88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47" y="92"/>
                  </a:lnTo>
                  <a:lnTo>
                    <a:pt x="142" y="90"/>
                  </a:lnTo>
                  <a:lnTo>
                    <a:pt x="139" y="92"/>
                  </a:lnTo>
                  <a:lnTo>
                    <a:pt x="139" y="95"/>
                  </a:lnTo>
                  <a:lnTo>
                    <a:pt x="137" y="95"/>
                  </a:lnTo>
                  <a:lnTo>
                    <a:pt x="132" y="99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5" y="97"/>
                  </a:lnTo>
                  <a:lnTo>
                    <a:pt x="125" y="97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2"/>
                  </a:lnTo>
                  <a:lnTo>
                    <a:pt x="125" y="92"/>
                  </a:lnTo>
                  <a:lnTo>
                    <a:pt x="123" y="92"/>
                  </a:lnTo>
                  <a:lnTo>
                    <a:pt x="123" y="90"/>
                  </a:lnTo>
                  <a:lnTo>
                    <a:pt x="121" y="90"/>
                  </a:lnTo>
                  <a:lnTo>
                    <a:pt x="121" y="92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2"/>
                  </a:lnTo>
                  <a:lnTo>
                    <a:pt x="123" y="102"/>
                  </a:lnTo>
                  <a:lnTo>
                    <a:pt x="118" y="102"/>
                  </a:lnTo>
                  <a:lnTo>
                    <a:pt x="116" y="102"/>
                  </a:lnTo>
                  <a:lnTo>
                    <a:pt x="116" y="104"/>
                  </a:lnTo>
                  <a:lnTo>
                    <a:pt x="113" y="104"/>
                  </a:lnTo>
                  <a:lnTo>
                    <a:pt x="113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09" y="107"/>
                  </a:lnTo>
                  <a:lnTo>
                    <a:pt x="106" y="107"/>
                  </a:lnTo>
                  <a:lnTo>
                    <a:pt x="104" y="107"/>
                  </a:lnTo>
                  <a:lnTo>
                    <a:pt x="97" y="109"/>
                  </a:lnTo>
                  <a:lnTo>
                    <a:pt x="97" y="109"/>
                  </a:lnTo>
                  <a:lnTo>
                    <a:pt x="97" y="111"/>
                  </a:lnTo>
                  <a:lnTo>
                    <a:pt x="97" y="111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2" y="111"/>
                  </a:lnTo>
                  <a:lnTo>
                    <a:pt x="92" y="111"/>
                  </a:lnTo>
                  <a:lnTo>
                    <a:pt x="90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5" y="114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78" y="116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6" y="111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1" y="118"/>
                  </a:lnTo>
                  <a:lnTo>
                    <a:pt x="69" y="121"/>
                  </a:lnTo>
                  <a:lnTo>
                    <a:pt x="69" y="123"/>
                  </a:lnTo>
                  <a:lnTo>
                    <a:pt x="66" y="123"/>
                  </a:lnTo>
                  <a:lnTo>
                    <a:pt x="64" y="123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61" y="128"/>
                  </a:lnTo>
                  <a:lnTo>
                    <a:pt x="61" y="128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9" y="133"/>
                  </a:lnTo>
                  <a:lnTo>
                    <a:pt x="57" y="133"/>
                  </a:lnTo>
                  <a:lnTo>
                    <a:pt x="57" y="133"/>
                  </a:lnTo>
                  <a:lnTo>
                    <a:pt x="54" y="133"/>
                  </a:lnTo>
                  <a:lnTo>
                    <a:pt x="54" y="130"/>
                  </a:lnTo>
                  <a:lnTo>
                    <a:pt x="54" y="133"/>
                  </a:lnTo>
                  <a:lnTo>
                    <a:pt x="52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7"/>
                  </a:lnTo>
                  <a:lnTo>
                    <a:pt x="47" y="137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5" y="140"/>
                  </a:lnTo>
                  <a:lnTo>
                    <a:pt x="45" y="140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3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38" y="147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28" y="154"/>
                  </a:lnTo>
                  <a:lnTo>
                    <a:pt x="28" y="154"/>
                  </a:lnTo>
                  <a:lnTo>
                    <a:pt x="26" y="154"/>
                  </a:lnTo>
                  <a:lnTo>
                    <a:pt x="26" y="156"/>
                  </a:lnTo>
                  <a:lnTo>
                    <a:pt x="24" y="156"/>
                  </a:lnTo>
                  <a:lnTo>
                    <a:pt x="24" y="159"/>
                  </a:lnTo>
                  <a:lnTo>
                    <a:pt x="21" y="159"/>
                  </a:lnTo>
                  <a:lnTo>
                    <a:pt x="21" y="161"/>
                  </a:lnTo>
                  <a:lnTo>
                    <a:pt x="19" y="159"/>
                  </a:lnTo>
                  <a:lnTo>
                    <a:pt x="16" y="159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4" y="163"/>
                  </a:lnTo>
                  <a:lnTo>
                    <a:pt x="14" y="161"/>
                  </a:lnTo>
                  <a:lnTo>
                    <a:pt x="14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59"/>
                  </a:lnTo>
                  <a:lnTo>
                    <a:pt x="9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5" y="152"/>
                  </a:lnTo>
                  <a:lnTo>
                    <a:pt x="9" y="149"/>
                  </a:lnTo>
                  <a:lnTo>
                    <a:pt x="14" y="144"/>
                  </a:lnTo>
                  <a:lnTo>
                    <a:pt x="19" y="140"/>
                  </a:lnTo>
                  <a:lnTo>
                    <a:pt x="21" y="135"/>
                  </a:lnTo>
                  <a:lnTo>
                    <a:pt x="24" y="135"/>
                  </a:lnTo>
                  <a:lnTo>
                    <a:pt x="21" y="133"/>
                  </a:lnTo>
                  <a:lnTo>
                    <a:pt x="19" y="130"/>
                  </a:lnTo>
                  <a:lnTo>
                    <a:pt x="19" y="128"/>
                  </a:lnTo>
                  <a:lnTo>
                    <a:pt x="16" y="126"/>
                  </a:lnTo>
                  <a:lnTo>
                    <a:pt x="14" y="123"/>
                  </a:lnTo>
                  <a:lnTo>
                    <a:pt x="14" y="118"/>
                  </a:lnTo>
                  <a:lnTo>
                    <a:pt x="14" y="114"/>
                  </a:lnTo>
                  <a:lnTo>
                    <a:pt x="12" y="107"/>
                  </a:lnTo>
                  <a:lnTo>
                    <a:pt x="12" y="102"/>
                  </a:lnTo>
                  <a:lnTo>
                    <a:pt x="9" y="95"/>
                  </a:lnTo>
                  <a:lnTo>
                    <a:pt x="9" y="90"/>
                  </a:lnTo>
                  <a:lnTo>
                    <a:pt x="9" y="85"/>
                  </a:lnTo>
                  <a:lnTo>
                    <a:pt x="7" y="78"/>
                  </a:lnTo>
                  <a:lnTo>
                    <a:pt x="7" y="73"/>
                  </a:lnTo>
                  <a:lnTo>
                    <a:pt x="5" y="69"/>
                  </a:lnTo>
                  <a:lnTo>
                    <a:pt x="5" y="62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45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12" y="31"/>
                  </a:lnTo>
                  <a:lnTo>
                    <a:pt x="21" y="28"/>
                  </a:lnTo>
                  <a:lnTo>
                    <a:pt x="33" y="26"/>
                  </a:lnTo>
                  <a:lnTo>
                    <a:pt x="45" y="24"/>
                  </a:lnTo>
                  <a:lnTo>
                    <a:pt x="52" y="24"/>
                  </a:lnTo>
                  <a:lnTo>
                    <a:pt x="57" y="21"/>
                  </a:lnTo>
                  <a:lnTo>
                    <a:pt x="61" y="21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1"/>
                  </a:lnTo>
                  <a:lnTo>
                    <a:pt x="78" y="17"/>
                  </a:lnTo>
                  <a:lnTo>
                    <a:pt x="80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90" y="14"/>
                  </a:lnTo>
                  <a:lnTo>
                    <a:pt x="104" y="12"/>
                  </a:lnTo>
                  <a:lnTo>
                    <a:pt x="116" y="7"/>
                  </a:lnTo>
                  <a:lnTo>
                    <a:pt x="130" y="5"/>
                  </a:lnTo>
                  <a:lnTo>
                    <a:pt x="144" y="2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69" name="Freeform 50">
              <a:extLst>
                <a:ext uri="{FF2B5EF4-FFF2-40B4-BE49-F238E27FC236}">
                  <a16:creationId xmlns:a16="http://schemas.microsoft.com/office/drawing/2014/main" id="{B769E506-1E71-4EBA-A00A-9740CB40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297" y="2737943"/>
              <a:ext cx="669343" cy="498467"/>
            </a:xfrm>
            <a:custGeom>
              <a:avLst/>
              <a:gdLst>
                <a:gd name="T0" fmla="*/ 707 w 709"/>
                <a:gd name="T1" fmla="*/ 178 h 528"/>
                <a:gd name="T2" fmla="*/ 707 w 709"/>
                <a:gd name="T3" fmla="*/ 213 h 528"/>
                <a:gd name="T4" fmla="*/ 707 w 709"/>
                <a:gd name="T5" fmla="*/ 249 h 528"/>
                <a:gd name="T6" fmla="*/ 707 w 709"/>
                <a:gd name="T7" fmla="*/ 284 h 528"/>
                <a:gd name="T8" fmla="*/ 705 w 709"/>
                <a:gd name="T9" fmla="*/ 318 h 528"/>
                <a:gd name="T10" fmla="*/ 705 w 709"/>
                <a:gd name="T11" fmla="*/ 353 h 528"/>
                <a:gd name="T12" fmla="*/ 705 w 709"/>
                <a:gd name="T13" fmla="*/ 389 h 528"/>
                <a:gd name="T14" fmla="*/ 705 w 709"/>
                <a:gd name="T15" fmla="*/ 422 h 528"/>
                <a:gd name="T16" fmla="*/ 702 w 709"/>
                <a:gd name="T17" fmla="*/ 457 h 528"/>
                <a:gd name="T18" fmla="*/ 702 w 709"/>
                <a:gd name="T19" fmla="*/ 493 h 528"/>
                <a:gd name="T20" fmla="*/ 702 w 709"/>
                <a:gd name="T21" fmla="*/ 528 h 528"/>
                <a:gd name="T22" fmla="*/ 664 w 709"/>
                <a:gd name="T23" fmla="*/ 526 h 528"/>
                <a:gd name="T24" fmla="*/ 629 w 709"/>
                <a:gd name="T25" fmla="*/ 526 h 528"/>
                <a:gd name="T26" fmla="*/ 584 w 709"/>
                <a:gd name="T27" fmla="*/ 524 h 528"/>
                <a:gd name="T28" fmla="*/ 527 w 709"/>
                <a:gd name="T29" fmla="*/ 524 h 528"/>
                <a:gd name="T30" fmla="*/ 470 w 709"/>
                <a:gd name="T31" fmla="*/ 521 h 528"/>
                <a:gd name="T32" fmla="*/ 414 w 709"/>
                <a:gd name="T33" fmla="*/ 519 h 528"/>
                <a:gd name="T34" fmla="*/ 357 w 709"/>
                <a:gd name="T35" fmla="*/ 516 h 528"/>
                <a:gd name="T36" fmla="*/ 300 w 709"/>
                <a:gd name="T37" fmla="*/ 512 h 528"/>
                <a:gd name="T38" fmla="*/ 243 w 709"/>
                <a:gd name="T39" fmla="*/ 509 h 528"/>
                <a:gd name="T40" fmla="*/ 187 w 709"/>
                <a:gd name="T41" fmla="*/ 507 h 528"/>
                <a:gd name="T42" fmla="*/ 130 w 709"/>
                <a:gd name="T43" fmla="*/ 502 h 528"/>
                <a:gd name="T44" fmla="*/ 75 w 709"/>
                <a:gd name="T45" fmla="*/ 498 h 528"/>
                <a:gd name="T46" fmla="*/ 19 w 709"/>
                <a:gd name="T47" fmla="*/ 493 h 528"/>
                <a:gd name="T48" fmla="*/ 2 w 709"/>
                <a:gd name="T49" fmla="*/ 462 h 528"/>
                <a:gd name="T50" fmla="*/ 4 w 709"/>
                <a:gd name="T51" fmla="*/ 415 h 528"/>
                <a:gd name="T52" fmla="*/ 9 w 709"/>
                <a:gd name="T53" fmla="*/ 370 h 528"/>
                <a:gd name="T54" fmla="*/ 12 w 709"/>
                <a:gd name="T55" fmla="*/ 322 h 528"/>
                <a:gd name="T56" fmla="*/ 16 w 709"/>
                <a:gd name="T57" fmla="*/ 275 h 528"/>
                <a:gd name="T58" fmla="*/ 21 w 709"/>
                <a:gd name="T59" fmla="*/ 230 h 528"/>
                <a:gd name="T60" fmla="*/ 23 w 709"/>
                <a:gd name="T61" fmla="*/ 183 h 528"/>
                <a:gd name="T62" fmla="*/ 28 w 709"/>
                <a:gd name="T63" fmla="*/ 138 h 528"/>
                <a:gd name="T64" fmla="*/ 30 w 709"/>
                <a:gd name="T65" fmla="*/ 90 h 528"/>
                <a:gd name="T66" fmla="*/ 35 w 709"/>
                <a:gd name="T67" fmla="*/ 45 h 528"/>
                <a:gd name="T68" fmla="*/ 40 w 709"/>
                <a:gd name="T69" fmla="*/ 0 h 528"/>
                <a:gd name="T70" fmla="*/ 85 w 709"/>
                <a:gd name="T71" fmla="*/ 3 h 528"/>
                <a:gd name="T72" fmla="*/ 130 w 709"/>
                <a:gd name="T73" fmla="*/ 5 h 528"/>
                <a:gd name="T74" fmla="*/ 175 w 709"/>
                <a:gd name="T75" fmla="*/ 10 h 528"/>
                <a:gd name="T76" fmla="*/ 220 w 709"/>
                <a:gd name="T77" fmla="*/ 12 h 528"/>
                <a:gd name="T78" fmla="*/ 265 w 709"/>
                <a:gd name="T79" fmla="*/ 15 h 528"/>
                <a:gd name="T80" fmla="*/ 310 w 709"/>
                <a:gd name="T81" fmla="*/ 17 h 528"/>
                <a:gd name="T82" fmla="*/ 355 w 709"/>
                <a:gd name="T83" fmla="*/ 19 h 528"/>
                <a:gd name="T84" fmla="*/ 399 w 709"/>
                <a:gd name="T85" fmla="*/ 22 h 528"/>
                <a:gd name="T86" fmla="*/ 444 w 709"/>
                <a:gd name="T87" fmla="*/ 24 h 528"/>
                <a:gd name="T88" fmla="*/ 489 w 709"/>
                <a:gd name="T89" fmla="*/ 27 h 528"/>
                <a:gd name="T90" fmla="*/ 530 w 709"/>
                <a:gd name="T91" fmla="*/ 29 h 528"/>
                <a:gd name="T92" fmla="*/ 565 w 709"/>
                <a:gd name="T93" fmla="*/ 29 h 528"/>
                <a:gd name="T94" fmla="*/ 598 w 709"/>
                <a:gd name="T95" fmla="*/ 31 h 528"/>
                <a:gd name="T96" fmla="*/ 634 w 709"/>
                <a:gd name="T97" fmla="*/ 31 h 528"/>
                <a:gd name="T98" fmla="*/ 667 w 709"/>
                <a:gd name="T99" fmla="*/ 31 h 528"/>
                <a:gd name="T100" fmla="*/ 702 w 709"/>
                <a:gd name="T101" fmla="*/ 34 h 528"/>
                <a:gd name="T102" fmla="*/ 709 w 709"/>
                <a:gd name="T103" fmla="*/ 48 h 528"/>
                <a:gd name="T104" fmla="*/ 709 w 709"/>
                <a:gd name="T105" fmla="*/ 71 h 528"/>
                <a:gd name="T106" fmla="*/ 709 w 709"/>
                <a:gd name="T107" fmla="*/ 95 h 528"/>
                <a:gd name="T108" fmla="*/ 709 w 709"/>
                <a:gd name="T109" fmla="*/ 116 h 528"/>
                <a:gd name="T110" fmla="*/ 707 w 709"/>
                <a:gd name="T111" fmla="*/ 140 h 528"/>
                <a:gd name="T112" fmla="*/ 707 w 709"/>
                <a:gd name="T113" fmla="*/ 15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9" h="528">
                  <a:moveTo>
                    <a:pt x="707" y="157"/>
                  </a:moveTo>
                  <a:lnTo>
                    <a:pt x="707" y="169"/>
                  </a:lnTo>
                  <a:lnTo>
                    <a:pt x="707" y="178"/>
                  </a:lnTo>
                  <a:lnTo>
                    <a:pt x="707" y="190"/>
                  </a:lnTo>
                  <a:lnTo>
                    <a:pt x="707" y="202"/>
                  </a:lnTo>
                  <a:lnTo>
                    <a:pt x="707" y="213"/>
                  </a:lnTo>
                  <a:lnTo>
                    <a:pt x="707" y="225"/>
                  </a:lnTo>
                  <a:lnTo>
                    <a:pt x="707" y="237"/>
                  </a:lnTo>
                  <a:lnTo>
                    <a:pt x="707" y="249"/>
                  </a:lnTo>
                  <a:lnTo>
                    <a:pt x="707" y="261"/>
                  </a:lnTo>
                  <a:lnTo>
                    <a:pt x="707" y="273"/>
                  </a:lnTo>
                  <a:lnTo>
                    <a:pt x="707" y="284"/>
                  </a:lnTo>
                  <a:lnTo>
                    <a:pt x="705" y="294"/>
                  </a:lnTo>
                  <a:lnTo>
                    <a:pt x="705" y="306"/>
                  </a:lnTo>
                  <a:lnTo>
                    <a:pt x="705" y="318"/>
                  </a:lnTo>
                  <a:lnTo>
                    <a:pt x="705" y="329"/>
                  </a:lnTo>
                  <a:lnTo>
                    <a:pt x="705" y="341"/>
                  </a:lnTo>
                  <a:lnTo>
                    <a:pt x="705" y="353"/>
                  </a:lnTo>
                  <a:lnTo>
                    <a:pt x="705" y="365"/>
                  </a:lnTo>
                  <a:lnTo>
                    <a:pt x="705" y="377"/>
                  </a:lnTo>
                  <a:lnTo>
                    <a:pt x="705" y="389"/>
                  </a:lnTo>
                  <a:lnTo>
                    <a:pt x="705" y="400"/>
                  </a:lnTo>
                  <a:lnTo>
                    <a:pt x="705" y="410"/>
                  </a:lnTo>
                  <a:lnTo>
                    <a:pt x="705" y="422"/>
                  </a:lnTo>
                  <a:lnTo>
                    <a:pt x="705" y="434"/>
                  </a:lnTo>
                  <a:lnTo>
                    <a:pt x="705" y="445"/>
                  </a:lnTo>
                  <a:lnTo>
                    <a:pt x="702" y="457"/>
                  </a:lnTo>
                  <a:lnTo>
                    <a:pt x="702" y="469"/>
                  </a:lnTo>
                  <a:lnTo>
                    <a:pt x="702" y="481"/>
                  </a:lnTo>
                  <a:lnTo>
                    <a:pt x="702" y="493"/>
                  </a:lnTo>
                  <a:lnTo>
                    <a:pt x="702" y="505"/>
                  </a:lnTo>
                  <a:lnTo>
                    <a:pt x="702" y="516"/>
                  </a:lnTo>
                  <a:lnTo>
                    <a:pt x="702" y="528"/>
                  </a:lnTo>
                  <a:lnTo>
                    <a:pt x="690" y="528"/>
                  </a:lnTo>
                  <a:lnTo>
                    <a:pt x="679" y="526"/>
                  </a:lnTo>
                  <a:lnTo>
                    <a:pt x="664" y="526"/>
                  </a:lnTo>
                  <a:lnTo>
                    <a:pt x="653" y="526"/>
                  </a:lnTo>
                  <a:lnTo>
                    <a:pt x="641" y="526"/>
                  </a:lnTo>
                  <a:lnTo>
                    <a:pt x="629" y="526"/>
                  </a:lnTo>
                  <a:lnTo>
                    <a:pt x="615" y="526"/>
                  </a:lnTo>
                  <a:lnTo>
                    <a:pt x="603" y="526"/>
                  </a:lnTo>
                  <a:lnTo>
                    <a:pt x="584" y="524"/>
                  </a:lnTo>
                  <a:lnTo>
                    <a:pt x="565" y="524"/>
                  </a:lnTo>
                  <a:lnTo>
                    <a:pt x="546" y="524"/>
                  </a:lnTo>
                  <a:lnTo>
                    <a:pt x="527" y="524"/>
                  </a:lnTo>
                  <a:lnTo>
                    <a:pt x="508" y="521"/>
                  </a:lnTo>
                  <a:lnTo>
                    <a:pt x="489" y="521"/>
                  </a:lnTo>
                  <a:lnTo>
                    <a:pt x="470" y="521"/>
                  </a:lnTo>
                  <a:lnTo>
                    <a:pt x="452" y="519"/>
                  </a:lnTo>
                  <a:lnTo>
                    <a:pt x="433" y="519"/>
                  </a:lnTo>
                  <a:lnTo>
                    <a:pt x="414" y="519"/>
                  </a:lnTo>
                  <a:lnTo>
                    <a:pt x="395" y="516"/>
                  </a:lnTo>
                  <a:lnTo>
                    <a:pt x="376" y="516"/>
                  </a:lnTo>
                  <a:lnTo>
                    <a:pt x="357" y="516"/>
                  </a:lnTo>
                  <a:lnTo>
                    <a:pt x="338" y="514"/>
                  </a:lnTo>
                  <a:lnTo>
                    <a:pt x="319" y="514"/>
                  </a:lnTo>
                  <a:lnTo>
                    <a:pt x="300" y="512"/>
                  </a:lnTo>
                  <a:lnTo>
                    <a:pt x="281" y="512"/>
                  </a:lnTo>
                  <a:lnTo>
                    <a:pt x="262" y="512"/>
                  </a:lnTo>
                  <a:lnTo>
                    <a:pt x="243" y="509"/>
                  </a:lnTo>
                  <a:lnTo>
                    <a:pt x="224" y="509"/>
                  </a:lnTo>
                  <a:lnTo>
                    <a:pt x="206" y="507"/>
                  </a:lnTo>
                  <a:lnTo>
                    <a:pt x="187" y="507"/>
                  </a:lnTo>
                  <a:lnTo>
                    <a:pt x="168" y="505"/>
                  </a:lnTo>
                  <a:lnTo>
                    <a:pt x="149" y="505"/>
                  </a:lnTo>
                  <a:lnTo>
                    <a:pt x="130" y="502"/>
                  </a:lnTo>
                  <a:lnTo>
                    <a:pt x="111" y="500"/>
                  </a:lnTo>
                  <a:lnTo>
                    <a:pt x="92" y="500"/>
                  </a:lnTo>
                  <a:lnTo>
                    <a:pt x="75" y="498"/>
                  </a:lnTo>
                  <a:lnTo>
                    <a:pt x="57" y="498"/>
                  </a:lnTo>
                  <a:lnTo>
                    <a:pt x="38" y="495"/>
                  </a:lnTo>
                  <a:lnTo>
                    <a:pt x="19" y="493"/>
                  </a:lnTo>
                  <a:lnTo>
                    <a:pt x="0" y="493"/>
                  </a:lnTo>
                  <a:lnTo>
                    <a:pt x="0" y="476"/>
                  </a:lnTo>
                  <a:lnTo>
                    <a:pt x="2" y="462"/>
                  </a:lnTo>
                  <a:lnTo>
                    <a:pt x="2" y="445"/>
                  </a:lnTo>
                  <a:lnTo>
                    <a:pt x="4" y="431"/>
                  </a:lnTo>
                  <a:lnTo>
                    <a:pt x="4" y="415"/>
                  </a:lnTo>
                  <a:lnTo>
                    <a:pt x="7" y="400"/>
                  </a:lnTo>
                  <a:lnTo>
                    <a:pt x="7" y="384"/>
                  </a:lnTo>
                  <a:lnTo>
                    <a:pt x="9" y="370"/>
                  </a:lnTo>
                  <a:lnTo>
                    <a:pt x="9" y="353"/>
                  </a:lnTo>
                  <a:lnTo>
                    <a:pt x="12" y="337"/>
                  </a:lnTo>
                  <a:lnTo>
                    <a:pt x="12" y="322"/>
                  </a:lnTo>
                  <a:lnTo>
                    <a:pt x="14" y="306"/>
                  </a:lnTo>
                  <a:lnTo>
                    <a:pt x="16" y="292"/>
                  </a:lnTo>
                  <a:lnTo>
                    <a:pt x="16" y="275"/>
                  </a:lnTo>
                  <a:lnTo>
                    <a:pt x="19" y="261"/>
                  </a:lnTo>
                  <a:lnTo>
                    <a:pt x="19" y="244"/>
                  </a:lnTo>
                  <a:lnTo>
                    <a:pt x="21" y="230"/>
                  </a:lnTo>
                  <a:lnTo>
                    <a:pt x="21" y="213"/>
                  </a:lnTo>
                  <a:lnTo>
                    <a:pt x="23" y="199"/>
                  </a:lnTo>
                  <a:lnTo>
                    <a:pt x="23" y="183"/>
                  </a:lnTo>
                  <a:lnTo>
                    <a:pt x="26" y="169"/>
                  </a:lnTo>
                  <a:lnTo>
                    <a:pt x="26" y="152"/>
                  </a:lnTo>
                  <a:lnTo>
                    <a:pt x="28" y="138"/>
                  </a:lnTo>
                  <a:lnTo>
                    <a:pt x="28" y="121"/>
                  </a:lnTo>
                  <a:lnTo>
                    <a:pt x="30" y="107"/>
                  </a:lnTo>
                  <a:lnTo>
                    <a:pt x="30" y="90"/>
                  </a:lnTo>
                  <a:lnTo>
                    <a:pt x="33" y="76"/>
                  </a:lnTo>
                  <a:lnTo>
                    <a:pt x="35" y="60"/>
                  </a:lnTo>
                  <a:lnTo>
                    <a:pt x="35" y="45"/>
                  </a:lnTo>
                  <a:lnTo>
                    <a:pt x="38" y="29"/>
                  </a:lnTo>
                  <a:lnTo>
                    <a:pt x="38" y="15"/>
                  </a:lnTo>
                  <a:lnTo>
                    <a:pt x="40" y="0"/>
                  </a:lnTo>
                  <a:lnTo>
                    <a:pt x="54" y="0"/>
                  </a:lnTo>
                  <a:lnTo>
                    <a:pt x="68" y="3"/>
                  </a:lnTo>
                  <a:lnTo>
                    <a:pt x="85" y="3"/>
                  </a:lnTo>
                  <a:lnTo>
                    <a:pt x="99" y="5"/>
                  </a:lnTo>
                  <a:lnTo>
                    <a:pt x="113" y="5"/>
                  </a:lnTo>
                  <a:lnTo>
                    <a:pt x="130" y="5"/>
                  </a:lnTo>
                  <a:lnTo>
                    <a:pt x="144" y="8"/>
                  </a:lnTo>
                  <a:lnTo>
                    <a:pt x="158" y="8"/>
                  </a:lnTo>
                  <a:lnTo>
                    <a:pt x="175" y="10"/>
                  </a:lnTo>
                  <a:lnTo>
                    <a:pt x="189" y="10"/>
                  </a:lnTo>
                  <a:lnTo>
                    <a:pt x="203" y="12"/>
                  </a:lnTo>
                  <a:lnTo>
                    <a:pt x="220" y="12"/>
                  </a:lnTo>
                  <a:lnTo>
                    <a:pt x="234" y="15"/>
                  </a:lnTo>
                  <a:lnTo>
                    <a:pt x="248" y="15"/>
                  </a:lnTo>
                  <a:lnTo>
                    <a:pt x="265" y="15"/>
                  </a:lnTo>
                  <a:lnTo>
                    <a:pt x="279" y="17"/>
                  </a:lnTo>
                  <a:lnTo>
                    <a:pt x="293" y="17"/>
                  </a:lnTo>
                  <a:lnTo>
                    <a:pt x="310" y="17"/>
                  </a:lnTo>
                  <a:lnTo>
                    <a:pt x="324" y="19"/>
                  </a:lnTo>
                  <a:lnTo>
                    <a:pt x="338" y="19"/>
                  </a:lnTo>
                  <a:lnTo>
                    <a:pt x="355" y="19"/>
                  </a:lnTo>
                  <a:lnTo>
                    <a:pt x="369" y="22"/>
                  </a:lnTo>
                  <a:lnTo>
                    <a:pt x="383" y="22"/>
                  </a:lnTo>
                  <a:lnTo>
                    <a:pt x="399" y="22"/>
                  </a:lnTo>
                  <a:lnTo>
                    <a:pt x="414" y="24"/>
                  </a:lnTo>
                  <a:lnTo>
                    <a:pt x="428" y="24"/>
                  </a:lnTo>
                  <a:lnTo>
                    <a:pt x="444" y="24"/>
                  </a:lnTo>
                  <a:lnTo>
                    <a:pt x="459" y="27"/>
                  </a:lnTo>
                  <a:lnTo>
                    <a:pt x="475" y="27"/>
                  </a:lnTo>
                  <a:lnTo>
                    <a:pt x="489" y="27"/>
                  </a:lnTo>
                  <a:lnTo>
                    <a:pt x="504" y="27"/>
                  </a:lnTo>
                  <a:lnTo>
                    <a:pt x="520" y="29"/>
                  </a:lnTo>
                  <a:lnTo>
                    <a:pt x="530" y="29"/>
                  </a:lnTo>
                  <a:lnTo>
                    <a:pt x="541" y="29"/>
                  </a:lnTo>
                  <a:lnTo>
                    <a:pt x="553" y="29"/>
                  </a:lnTo>
                  <a:lnTo>
                    <a:pt x="565" y="29"/>
                  </a:lnTo>
                  <a:lnTo>
                    <a:pt x="577" y="29"/>
                  </a:lnTo>
                  <a:lnTo>
                    <a:pt x="586" y="29"/>
                  </a:lnTo>
                  <a:lnTo>
                    <a:pt x="598" y="31"/>
                  </a:lnTo>
                  <a:lnTo>
                    <a:pt x="610" y="31"/>
                  </a:lnTo>
                  <a:lnTo>
                    <a:pt x="622" y="31"/>
                  </a:lnTo>
                  <a:lnTo>
                    <a:pt x="634" y="31"/>
                  </a:lnTo>
                  <a:lnTo>
                    <a:pt x="643" y="31"/>
                  </a:lnTo>
                  <a:lnTo>
                    <a:pt x="655" y="31"/>
                  </a:lnTo>
                  <a:lnTo>
                    <a:pt x="667" y="31"/>
                  </a:lnTo>
                  <a:lnTo>
                    <a:pt x="679" y="31"/>
                  </a:lnTo>
                  <a:lnTo>
                    <a:pt x="690" y="34"/>
                  </a:lnTo>
                  <a:lnTo>
                    <a:pt x="702" y="34"/>
                  </a:lnTo>
                  <a:lnTo>
                    <a:pt x="709" y="34"/>
                  </a:lnTo>
                  <a:lnTo>
                    <a:pt x="709" y="41"/>
                  </a:lnTo>
                  <a:lnTo>
                    <a:pt x="709" y="48"/>
                  </a:lnTo>
                  <a:lnTo>
                    <a:pt x="709" y="55"/>
                  </a:lnTo>
                  <a:lnTo>
                    <a:pt x="709" y="64"/>
                  </a:lnTo>
                  <a:lnTo>
                    <a:pt x="709" y="71"/>
                  </a:lnTo>
                  <a:lnTo>
                    <a:pt x="709" y="79"/>
                  </a:lnTo>
                  <a:lnTo>
                    <a:pt x="709" y="86"/>
                  </a:lnTo>
                  <a:lnTo>
                    <a:pt x="709" y="95"/>
                  </a:lnTo>
                  <a:lnTo>
                    <a:pt x="709" y="102"/>
                  </a:lnTo>
                  <a:lnTo>
                    <a:pt x="709" y="109"/>
                  </a:lnTo>
                  <a:lnTo>
                    <a:pt x="709" y="116"/>
                  </a:lnTo>
                  <a:lnTo>
                    <a:pt x="709" y="126"/>
                  </a:lnTo>
                  <a:lnTo>
                    <a:pt x="709" y="133"/>
                  </a:lnTo>
                  <a:lnTo>
                    <a:pt x="707" y="140"/>
                  </a:lnTo>
                  <a:lnTo>
                    <a:pt x="707" y="147"/>
                  </a:lnTo>
                  <a:lnTo>
                    <a:pt x="707" y="157"/>
                  </a:lnTo>
                  <a:lnTo>
                    <a:pt x="707" y="15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70" name="Freeform 51">
              <a:extLst>
                <a:ext uri="{FF2B5EF4-FFF2-40B4-BE49-F238E27FC236}">
                  <a16:creationId xmlns:a16="http://schemas.microsoft.com/office/drawing/2014/main" id="{79C64B8D-2966-4E1C-82EA-3BE96F4E7F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1114" y="2418849"/>
              <a:ext cx="828890" cy="1226342"/>
            </a:xfrm>
            <a:custGeom>
              <a:avLst/>
              <a:gdLst>
                <a:gd name="T0" fmla="*/ 405 w 878"/>
                <a:gd name="T1" fmla="*/ 1226 h 1299"/>
                <a:gd name="T2" fmla="*/ 301 w 878"/>
                <a:gd name="T3" fmla="*/ 1153 h 1299"/>
                <a:gd name="T4" fmla="*/ 414 w 878"/>
                <a:gd name="T5" fmla="*/ 1160 h 1299"/>
                <a:gd name="T6" fmla="*/ 258 w 878"/>
                <a:gd name="T7" fmla="*/ 1049 h 1299"/>
                <a:gd name="T8" fmla="*/ 270 w 878"/>
                <a:gd name="T9" fmla="*/ 1060 h 1299"/>
                <a:gd name="T10" fmla="*/ 232 w 878"/>
                <a:gd name="T11" fmla="*/ 1044 h 1299"/>
                <a:gd name="T12" fmla="*/ 280 w 878"/>
                <a:gd name="T13" fmla="*/ 1046 h 1299"/>
                <a:gd name="T14" fmla="*/ 873 w 878"/>
                <a:gd name="T15" fmla="*/ 1103 h 1299"/>
                <a:gd name="T16" fmla="*/ 857 w 878"/>
                <a:gd name="T17" fmla="*/ 1079 h 1299"/>
                <a:gd name="T18" fmla="*/ 838 w 878"/>
                <a:gd name="T19" fmla="*/ 1034 h 1299"/>
                <a:gd name="T20" fmla="*/ 599 w 878"/>
                <a:gd name="T21" fmla="*/ 712 h 1299"/>
                <a:gd name="T22" fmla="*/ 410 w 878"/>
                <a:gd name="T23" fmla="*/ 301 h 1299"/>
                <a:gd name="T24" fmla="*/ 206 w 878"/>
                <a:gd name="T25" fmla="*/ 33 h 1299"/>
                <a:gd name="T26" fmla="*/ 57 w 878"/>
                <a:gd name="T27" fmla="*/ 40 h 1299"/>
                <a:gd name="T28" fmla="*/ 43 w 878"/>
                <a:gd name="T29" fmla="*/ 104 h 1299"/>
                <a:gd name="T30" fmla="*/ 38 w 878"/>
                <a:gd name="T31" fmla="*/ 144 h 1299"/>
                <a:gd name="T32" fmla="*/ 15 w 878"/>
                <a:gd name="T33" fmla="*/ 161 h 1299"/>
                <a:gd name="T34" fmla="*/ 3 w 878"/>
                <a:gd name="T35" fmla="*/ 208 h 1299"/>
                <a:gd name="T36" fmla="*/ 38 w 878"/>
                <a:gd name="T37" fmla="*/ 284 h 1299"/>
                <a:gd name="T38" fmla="*/ 31 w 878"/>
                <a:gd name="T39" fmla="*/ 360 h 1299"/>
                <a:gd name="T40" fmla="*/ 67 w 878"/>
                <a:gd name="T41" fmla="*/ 447 h 1299"/>
                <a:gd name="T42" fmla="*/ 83 w 878"/>
                <a:gd name="T43" fmla="*/ 495 h 1299"/>
                <a:gd name="T44" fmla="*/ 76 w 878"/>
                <a:gd name="T45" fmla="*/ 502 h 1299"/>
                <a:gd name="T46" fmla="*/ 97 w 878"/>
                <a:gd name="T47" fmla="*/ 523 h 1299"/>
                <a:gd name="T48" fmla="*/ 116 w 878"/>
                <a:gd name="T49" fmla="*/ 525 h 1299"/>
                <a:gd name="T50" fmla="*/ 145 w 878"/>
                <a:gd name="T51" fmla="*/ 514 h 1299"/>
                <a:gd name="T52" fmla="*/ 175 w 878"/>
                <a:gd name="T53" fmla="*/ 521 h 1299"/>
                <a:gd name="T54" fmla="*/ 192 w 878"/>
                <a:gd name="T55" fmla="*/ 523 h 1299"/>
                <a:gd name="T56" fmla="*/ 206 w 878"/>
                <a:gd name="T57" fmla="*/ 521 h 1299"/>
                <a:gd name="T58" fmla="*/ 206 w 878"/>
                <a:gd name="T59" fmla="*/ 523 h 1299"/>
                <a:gd name="T60" fmla="*/ 190 w 878"/>
                <a:gd name="T61" fmla="*/ 528 h 1299"/>
                <a:gd name="T62" fmla="*/ 126 w 878"/>
                <a:gd name="T63" fmla="*/ 525 h 1299"/>
                <a:gd name="T64" fmla="*/ 142 w 878"/>
                <a:gd name="T65" fmla="*/ 566 h 1299"/>
                <a:gd name="T66" fmla="*/ 140 w 878"/>
                <a:gd name="T67" fmla="*/ 585 h 1299"/>
                <a:gd name="T68" fmla="*/ 121 w 878"/>
                <a:gd name="T69" fmla="*/ 568 h 1299"/>
                <a:gd name="T70" fmla="*/ 109 w 878"/>
                <a:gd name="T71" fmla="*/ 547 h 1299"/>
                <a:gd name="T72" fmla="*/ 109 w 878"/>
                <a:gd name="T73" fmla="*/ 611 h 1299"/>
                <a:gd name="T74" fmla="*/ 154 w 878"/>
                <a:gd name="T75" fmla="*/ 660 h 1299"/>
                <a:gd name="T76" fmla="*/ 145 w 878"/>
                <a:gd name="T77" fmla="*/ 698 h 1299"/>
                <a:gd name="T78" fmla="*/ 138 w 878"/>
                <a:gd name="T79" fmla="*/ 734 h 1299"/>
                <a:gd name="T80" fmla="*/ 166 w 878"/>
                <a:gd name="T81" fmla="*/ 781 h 1299"/>
                <a:gd name="T82" fmla="*/ 199 w 878"/>
                <a:gd name="T83" fmla="*/ 847 h 1299"/>
                <a:gd name="T84" fmla="*/ 211 w 878"/>
                <a:gd name="T85" fmla="*/ 888 h 1299"/>
                <a:gd name="T86" fmla="*/ 228 w 878"/>
                <a:gd name="T87" fmla="*/ 935 h 1299"/>
                <a:gd name="T88" fmla="*/ 225 w 878"/>
                <a:gd name="T89" fmla="*/ 975 h 1299"/>
                <a:gd name="T90" fmla="*/ 308 w 878"/>
                <a:gd name="T91" fmla="*/ 1011 h 1299"/>
                <a:gd name="T92" fmla="*/ 353 w 878"/>
                <a:gd name="T93" fmla="*/ 1039 h 1299"/>
                <a:gd name="T94" fmla="*/ 384 w 878"/>
                <a:gd name="T95" fmla="*/ 1067 h 1299"/>
                <a:gd name="T96" fmla="*/ 431 w 878"/>
                <a:gd name="T97" fmla="*/ 1108 h 1299"/>
                <a:gd name="T98" fmla="*/ 443 w 878"/>
                <a:gd name="T99" fmla="*/ 1115 h 1299"/>
                <a:gd name="T100" fmla="*/ 514 w 878"/>
                <a:gd name="T101" fmla="*/ 1179 h 1299"/>
                <a:gd name="T102" fmla="*/ 530 w 878"/>
                <a:gd name="T103" fmla="*/ 1262 h 1299"/>
                <a:gd name="T104" fmla="*/ 530 w 878"/>
                <a:gd name="T105" fmla="*/ 1264 h 1299"/>
                <a:gd name="T106" fmla="*/ 615 w 878"/>
                <a:gd name="T107" fmla="*/ 1290 h 1299"/>
                <a:gd name="T108" fmla="*/ 779 w 878"/>
                <a:gd name="T109" fmla="*/ 1297 h 1299"/>
                <a:gd name="T110" fmla="*/ 821 w 878"/>
                <a:gd name="T111" fmla="*/ 1269 h 1299"/>
                <a:gd name="T112" fmla="*/ 802 w 878"/>
                <a:gd name="T113" fmla="*/ 1212 h 1299"/>
                <a:gd name="T114" fmla="*/ 831 w 878"/>
                <a:gd name="T115" fmla="*/ 1176 h 1299"/>
                <a:gd name="T116" fmla="*/ 838 w 878"/>
                <a:gd name="T117" fmla="*/ 1143 h 1299"/>
                <a:gd name="T118" fmla="*/ 62 w 878"/>
                <a:gd name="T119" fmla="*/ 544 h 1299"/>
                <a:gd name="T120" fmla="*/ 126 w 878"/>
                <a:gd name="T121" fmla="*/ 542 h 1299"/>
                <a:gd name="T122" fmla="*/ 334 w 878"/>
                <a:gd name="T123" fmla="*/ 1065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8" h="1299">
                  <a:moveTo>
                    <a:pt x="410" y="1221"/>
                  </a:moveTo>
                  <a:lnTo>
                    <a:pt x="407" y="1217"/>
                  </a:lnTo>
                  <a:lnTo>
                    <a:pt x="403" y="1212"/>
                  </a:lnTo>
                  <a:lnTo>
                    <a:pt x="400" y="1209"/>
                  </a:lnTo>
                  <a:lnTo>
                    <a:pt x="400" y="1205"/>
                  </a:lnTo>
                  <a:lnTo>
                    <a:pt x="400" y="1205"/>
                  </a:lnTo>
                  <a:lnTo>
                    <a:pt x="400" y="1202"/>
                  </a:lnTo>
                  <a:lnTo>
                    <a:pt x="398" y="1202"/>
                  </a:lnTo>
                  <a:lnTo>
                    <a:pt x="398" y="1200"/>
                  </a:lnTo>
                  <a:lnTo>
                    <a:pt x="398" y="1200"/>
                  </a:lnTo>
                  <a:lnTo>
                    <a:pt x="398" y="1198"/>
                  </a:lnTo>
                  <a:lnTo>
                    <a:pt x="395" y="1198"/>
                  </a:lnTo>
                  <a:lnTo>
                    <a:pt x="395" y="1198"/>
                  </a:lnTo>
                  <a:lnTo>
                    <a:pt x="393" y="1200"/>
                  </a:lnTo>
                  <a:lnTo>
                    <a:pt x="395" y="1205"/>
                  </a:lnTo>
                  <a:lnTo>
                    <a:pt x="398" y="1207"/>
                  </a:lnTo>
                  <a:lnTo>
                    <a:pt x="398" y="1212"/>
                  </a:lnTo>
                  <a:lnTo>
                    <a:pt x="400" y="1219"/>
                  </a:lnTo>
                  <a:lnTo>
                    <a:pt x="403" y="1224"/>
                  </a:lnTo>
                  <a:lnTo>
                    <a:pt x="405" y="1226"/>
                  </a:lnTo>
                  <a:lnTo>
                    <a:pt x="407" y="1226"/>
                  </a:lnTo>
                  <a:lnTo>
                    <a:pt x="407" y="1228"/>
                  </a:lnTo>
                  <a:lnTo>
                    <a:pt x="410" y="1228"/>
                  </a:lnTo>
                  <a:lnTo>
                    <a:pt x="410" y="1228"/>
                  </a:lnTo>
                  <a:lnTo>
                    <a:pt x="410" y="1228"/>
                  </a:lnTo>
                  <a:lnTo>
                    <a:pt x="412" y="1228"/>
                  </a:lnTo>
                  <a:lnTo>
                    <a:pt x="414" y="1228"/>
                  </a:lnTo>
                  <a:lnTo>
                    <a:pt x="414" y="1228"/>
                  </a:lnTo>
                  <a:lnTo>
                    <a:pt x="417" y="1228"/>
                  </a:lnTo>
                  <a:lnTo>
                    <a:pt x="412" y="1224"/>
                  </a:lnTo>
                  <a:lnTo>
                    <a:pt x="410" y="1221"/>
                  </a:lnTo>
                  <a:close/>
                  <a:moveTo>
                    <a:pt x="310" y="1155"/>
                  </a:moveTo>
                  <a:lnTo>
                    <a:pt x="306" y="1153"/>
                  </a:lnTo>
                  <a:lnTo>
                    <a:pt x="306" y="1153"/>
                  </a:lnTo>
                  <a:lnTo>
                    <a:pt x="306" y="1150"/>
                  </a:lnTo>
                  <a:lnTo>
                    <a:pt x="303" y="1150"/>
                  </a:lnTo>
                  <a:lnTo>
                    <a:pt x="303" y="1150"/>
                  </a:lnTo>
                  <a:lnTo>
                    <a:pt x="301" y="1150"/>
                  </a:lnTo>
                  <a:lnTo>
                    <a:pt x="298" y="1150"/>
                  </a:lnTo>
                  <a:lnTo>
                    <a:pt x="301" y="1153"/>
                  </a:lnTo>
                  <a:lnTo>
                    <a:pt x="303" y="1157"/>
                  </a:lnTo>
                  <a:lnTo>
                    <a:pt x="306" y="1160"/>
                  </a:lnTo>
                  <a:lnTo>
                    <a:pt x="308" y="1160"/>
                  </a:lnTo>
                  <a:lnTo>
                    <a:pt x="313" y="1160"/>
                  </a:lnTo>
                  <a:lnTo>
                    <a:pt x="313" y="1157"/>
                  </a:lnTo>
                  <a:lnTo>
                    <a:pt x="310" y="1155"/>
                  </a:lnTo>
                  <a:close/>
                  <a:moveTo>
                    <a:pt x="426" y="1155"/>
                  </a:moveTo>
                  <a:lnTo>
                    <a:pt x="417" y="1150"/>
                  </a:lnTo>
                  <a:lnTo>
                    <a:pt x="417" y="1150"/>
                  </a:lnTo>
                  <a:lnTo>
                    <a:pt x="410" y="1146"/>
                  </a:lnTo>
                  <a:lnTo>
                    <a:pt x="407" y="1143"/>
                  </a:lnTo>
                  <a:lnTo>
                    <a:pt x="405" y="1143"/>
                  </a:lnTo>
                  <a:lnTo>
                    <a:pt x="405" y="1146"/>
                  </a:lnTo>
                  <a:lnTo>
                    <a:pt x="405" y="1148"/>
                  </a:lnTo>
                  <a:lnTo>
                    <a:pt x="407" y="1148"/>
                  </a:lnTo>
                  <a:lnTo>
                    <a:pt x="410" y="1150"/>
                  </a:lnTo>
                  <a:lnTo>
                    <a:pt x="412" y="1150"/>
                  </a:lnTo>
                  <a:lnTo>
                    <a:pt x="414" y="1153"/>
                  </a:lnTo>
                  <a:lnTo>
                    <a:pt x="414" y="1155"/>
                  </a:lnTo>
                  <a:lnTo>
                    <a:pt x="414" y="1160"/>
                  </a:lnTo>
                  <a:lnTo>
                    <a:pt x="414" y="1162"/>
                  </a:lnTo>
                  <a:lnTo>
                    <a:pt x="414" y="1164"/>
                  </a:lnTo>
                  <a:lnTo>
                    <a:pt x="417" y="1167"/>
                  </a:lnTo>
                  <a:lnTo>
                    <a:pt x="419" y="1167"/>
                  </a:lnTo>
                  <a:lnTo>
                    <a:pt x="419" y="1167"/>
                  </a:lnTo>
                  <a:lnTo>
                    <a:pt x="421" y="1167"/>
                  </a:lnTo>
                  <a:lnTo>
                    <a:pt x="424" y="1167"/>
                  </a:lnTo>
                  <a:lnTo>
                    <a:pt x="424" y="1167"/>
                  </a:lnTo>
                  <a:lnTo>
                    <a:pt x="426" y="1169"/>
                  </a:lnTo>
                  <a:lnTo>
                    <a:pt x="429" y="1169"/>
                  </a:lnTo>
                  <a:lnTo>
                    <a:pt x="431" y="1169"/>
                  </a:lnTo>
                  <a:lnTo>
                    <a:pt x="431" y="1167"/>
                  </a:lnTo>
                  <a:lnTo>
                    <a:pt x="426" y="1157"/>
                  </a:lnTo>
                  <a:lnTo>
                    <a:pt x="426" y="1155"/>
                  </a:lnTo>
                  <a:close/>
                  <a:moveTo>
                    <a:pt x="268" y="1053"/>
                  </a:moveTo>
                  <a:lnTo>
                    <a:pt x="268" y="1051"/>
                  </a:lnTo>
                  <a:lnTo>
                    <a:pt x="268" y="1049"/>
                  </a:lnTo>
                  <a:lnTo>
                    <a:pt x="265" y="1049"/>
                  </a:lnTo>
                  <a:lnTo>
                    <a:pt x="265" y="1049"/>
                  </a:lnTo>
                  <a:lnTo>
                    <a:pt x="258" y="1049"/>
                  </a:lnTo>
                  <a:lnTo>
                    <a:pt x="256" y="1049"/>
                  </a:lnTo>
                  <a:lnTo>
                    <a:pt x="256" y="1049"/>
                  </a:lnTo>
                  <a:lnTo>
                    <a:pt x="254" y="1049"/>
                  </a:lnTo>
                  <a:lnTo>
                    <a:pt x="251" y="1049"/>
                  </a:lnTo>
                  <a:lnTo>
                    <a:pt x="249" y="1046"/>
                  </a:lnTo>
                  <a:lnTo>
                    <a:pt x="246" y="1049"/>
                  </a:lnTo>
                  <a:lnTo>
                    <a:pt x="246" y="1051"/>
                  </a:lnTo>
                  <a:lnTo>
                    <a:pt x="249" y="1053"/>
                  </a:lnTo>
                  <a:lnTo>
                    <a:pt x="251" y="1056"/>
                  </a:lnTo>
                  <a:lnTo>
                    <a:pt x="251" y="1058"/>
                  </a:lnTo>
                  <a:lnTo>
                    <a:pt x="251" y="1060"/>
                  </a:lnTo>
                  <a:lnTo>
                    <a:pt x="254" y="1063"/>
                  </a:lnTo>
                  <a:lnTo>
                    <a:pt x="256" y="1063"/>
                  </a:lnTo>
                  <a:lnTo>
                    <a:pt x="258" y="1063"/>
                  </a:lnTo>
                  <a:lnTo>
                    <a:pt x="258" y="1063"/>
                  </a:lnTo>
                  <a:lnTo>
                    <a:pt x="261" y="1063"/>
                  </a:lnTo>
                  <a:lnTo>
                    <a:pt x="261" y="1063"/>
                  </a:lnTo>
                  <a:lnTo>
                    <a:pt x="263" y="1063"/>
                  </a:lnTo>
                  <a:lnTo>
                    <a:pt x="263" y="1063"/>
                  </a:lnTo>
                  <a:lnTo>
                    <a:pt x="270" y="1060"/>
                  </a:lnTo>
                  <a:lnTo>
                    <a:pt x="272" y="1060"/>
                  </a:lnTo>
                  <a:lnTo>
                    <a:pt x="272" y="1058"/>
                  </a:lnTo>
                  <a:lnTo>
                    <a:pt x="272" y="1056"/>
                  </a:lnTo>
                  <a:lnTo>
                    <a:pt x="270" y="1056"/>
                  </a:lnTo>
                  <a:lnTo>
                    <a:pt x="268" y="1053"/>
                  </a:lnTo>
                  <a:close/>
                  <a:moveTo>
                    <a:pt x="239" y="1044"/>
                  </a:moveTo>
                  <a:lnTo>
                    <a:pt x="239" y="1041"/>
                  </a:lnTo>
                  <a:lnTo>
                    <a:pt x="239" y="1041"/>
                  </a:lnTo>
                  <a:lnTo>
                    <a:pt x="237" y="1041"/>
                  </a:lnTo>
                  <a:lnTo>
                    <a:pt x="237" y="1039"/>
                  </a:lnTo>
                  <a:lnTo>
                    <a:pt x="237" y="1039"/>
                  </a:lnTo>
                  <a:lnTo>
                    <a:pt x="235" y="1037"/>
                  </a:lnTo>
                  <a:lnTo>
                    <a:pt x="235" y="1039"/>
                  </a:lnTo>
                  <a:lnTo>
                    <a:pt x="232" y="1039"/>
                  </a:lnTo>
                  <a:lnTo>
                    <a:pt x="230" y="1039"/>
                  </a:lnTo>
                  <a:lnTo>
                    <a:pt x="228" y="1041"/>
                  </a:lnTo>
                  <a:lnTo>
                    <a:pt x="228" y="1041"/>
                  </a:lnTo>
                  <a:lnTo>
                    <a:pt x="228" y="1041"/>
                  </a:lnTo>
                  <a:lnTo>
                    <a:pt x="230" y="1041"/>
                  </a:lnTo>
                  <a:lnTo>
                    <a:pt x="232" y="1044"/>
                  </a:lnTo>
                  <a:lnTo>
                    <a:pt x="235" y="1044"/>
                  </a:lnTo>
                  <a:lnTo>
                    <a:pt x="242" y="1046"/>
                  </a:lnTo>
                  <a:lnTo>
                    <a:pt x="242" y="1044"/>
                  </a:lnTo>
                  <a:lnTo>
                    <a:pt x="239" y="1044"/>
                  </a:lnTo>
                  <a:close/>
                  <a:moveTo>
                    <a:pt x="317" y="1056"/>
                  </a:moveTo>
                  <a:lnTo>
                    <a:pt x="317" y="1056"/>
                  </a:lnTo>
                  <a:lnTo>
                    <a:pt x="315" y="1053"/>
                  </a:lnTo>
                  <a:lnTo>
                    <a:pt x="313" y="1056"/>
                  </a:lnTo>
                  <a:lnTo>
                    <a:pt x="308" y="1058"/>
                  </a:lnTo>
                  <a:lnTo>
                    <a:pt x="308" y="1058"/>
                  </a:lnTo>
                  <a:lnTo>
                    <a:pt x="308" y="1058"/>
                  </a:lnTo>
                  <a:lnTo>
                    <a:pt x="298" y="1053"/>
                  </a:lnTo>
                  <a:lnTo>
                    <a:pt x="296" y="1051"/>
                  </a:lnTo>
                  <a:lnTo>
                    <a:pt x="291" y="1051"/>
                  </a:lnTo>
                  <a:lnTo>
                    <a:pt x="291" y="1051"/>
                  </a:lnTo>
                  <a:lnTo>
                    <a:pt x="287" y="1046"/>
                  </a:lnTo>
                  <a:lnTo>
                    <a:pt x="282" y="1046"/>
                  </a:lnTo>
                  <a:lnTo>
                    <a:pt x="282" y="1046"/>
                  </a:lnTo>
                  <a:lnTo>
                    <a:pt x="282" y="1046"/>
                  </a:lnTo>
                  <a:lnTo>
                    <a:pt x="280" y="1046"/>
                  </a:lnTo>
                  <a:lnTo>
                    <a:pt x="280" y="1049"/>
                  </a:lnTo>
                  <a:lnTo>
                    <a:pt x="280" y="1049"/>
                  </a:lnTo>
                  <a:lnTo>
                    <a:pt x="282" y="1049"/>
                  </a:lnTo>
                  <a:lnTo>
                    <a:pt x="282" y="1051"/>
                  </a:lnTo>
                  <a:lnTo>
                    <a:pt x="284" y="1051"/>
                  </a:lnTo>
                  <a:lnTo>
                    <a:pt x="284" y="1053"/>
                  </a:lnTo>
                  <a:lnTo>
                    <a:pt x="282" y="1056"/>
                  </a:lnTo>
                  <a:lnTo>
                    <a:pt x="284" y="1058"/>
                  </a:lnTo>
                  <a:lnTo>
                    <a:pt x="289" y="1060"/>
                  </a:lnTo>
                  <a:lnTo>
                    <a:pt x="291" y="1063"/>
                  </a:lnTo>
                  <a:lnTo>
                    <a:pt x="315" y="1063"/>
                  </a:lnTo>
                  <a:lnTo>
                    <a:pt x="317" y="1060"/>
                  </a:lnTo>
                  <a:lnTo>
                    <a:pt x="320" y="1060"/>
                  </a:lnTo>
                  <a:lnTo>
                    <a:pt x="320" y="1058"/>
                  </a:lnTo>
                  <a:lnTo>
                    <a:pt x="320" y="1058"/>
                  </a:lnTo>
                  <a:lnTo>
                    <a:pt x="317" y="1056"/>
                  </a:lnTo>
                  <a:close/>
                  <a:moveTo>
                    <a:pt x="878" y="1108"/>
                  </a:moveTo>
                  <a:lnTo>
                    <a:pt x="878" y="1108"/>
                  </a:lnTo>
                  <a:lnTo>
                    <a:pt x="876" y="1105"/>
                  </a:lnTo>
                  <a:lnTo>
                    <a:pt x="873" y="1103"/>
                  </a:lnTo>
                  <a:lnTo>
                    <a:pt x="873" y="1101"/>
                  </a:lnTo>
                  <a:lnTo>
                    <a:pt x="871" y="1101"/>
                  </a:lnTo>
                  <a:lnTo>
                    <a:pt x="864" y="1093"/>
                  </a:lnTo>
                  <a:lnTo>
                    <a:pt x="861" y="1091"/>
                  </a:lnTo>
                  <a:lnTo>
                    <a:pt x="861" y="1091"/>
                  </a:lnTo>
                  <a:lnTo>
                    <a:pt x="859" y="1089"/>
                  </a:lnTo>
                  <a:lnTo>
                    <a:pt x="859" y="1089"/>
                  </a:lnTo>
                  <a:lnTo>
                    <a:pt x="859" y="1089"/>
                  </a:lnTo>
                  <a:lnTo>
                    <a:pt x="859" y="1086"/>
                  </a:lnTo>
                  <a:lnTo>
                    <a:pt x="859" y="1086"/>
                  </a:lnTo>
                  <a:lnTo>
                    <a:pt x="857" y="1086"/>
                  </a:lnTo>
                  <a:lnTo>
                    <a:pt x="857" y="1086"/>
                  </a:lnTo>
                  <a:lnTo>
                    <a:pt x="857" y="1086"/>
                  </a:lnTo>
                  <a:lnTo>
                    <a:pt x="854" y="1086"/>
                  </a:lnTo>
                  <a:lnTo>
                    <a:pt x="854" y="1084"/>
                  </a:lnTo>
                  <a:lnTo>
                    <a:pt x="854" y="1084"/>
                  </a:lnTo>
                  <a:lnTo>
                    <a:pt x="854" y="1082"/>
                  </a:lnTo>
                  <a:lnTo>
                    <a:pt x="854" y="1082"/>
                  </a:lnTo>
                  <a:lnTo>
                    <a:pt x="854" y="1079"/>
                  </a:lnTo>
                  <a:lnTo>
                    <a:pt x="857" y="1079"/>
                  </a:lnTo>
                  <a:lnTo>
                    <a:pt x="854" y="1077"/>
                  </a:lnTo>
                  <a:lnTo>
                    <a:pt x="854" y="1077"/>
                  </a:lnTo>
                  <a:lnTo>
                    <a:pt x="854" y="1075"/>
                  </a:lnTo>
                  <a:lnTo>
                    <a:pt x="854" y="1072"/>
                  </a:lnTo>
                  <a:lnTo>
                    <a:pt x="852" y="1072"/>
                  </a:lnTo>
                  <a:lnTo>
                    <a:pt x="852" y="1070"/>
                  </a:lnTo>
                  <a:lnTo>
                    <a:pt x="852" y="1070"/>
                  </a:lnTo>
                  <a:lnTo>
                    <a:pt x="852" y="1065"/>
                  </a:lnTo>
                  <a:lnTo>
                    <a:pt x="852" y="1065"/>
                  </a:lnTo>
                  <a:lnTo>
                    <a:pt x="852" y="1065"/>
                  </a:lnTo>
                  <a:lnTo>
                    <a:pt x="852" y="1063"/>
                  </a:lnTo>
                  <a:lnTo>
                    <a:pt x="847" y="1049"/>
                  </a:lnTo>
                  <a:lnTo>
                    <a:pt x="845" y="1049"/>
                  </a:lnTo>
                  <a:lnTo>
                    <a:pt x="842" y="1046"/>
                  </a:lnTo>
                  <a:lnTo>
                    <a:pt x="840" y="1044"/>
                  </a:lnTo>
                  <a:lnTo>
                    <a:pt x="842" y="1041"/>
                  </a:lnTo>
                  <a:lnTo>
                    <a:pt x="840" y="1039"/>
                  </a:lnTo>
                  <a:lnTo>
                    <a:pt x="840" y="1037"/>
                  </a:lnTo>
                  <a:lnTo>
                    <a:pt x="840" y="1034"/>
                  </a:lnTo>
                  <a:lnTo>
                    <a:pt x="838" y="1034"/>
                  </a:lnTo>
                  <a:lnTo>
                    <a:pt x="838" y="1034"/>
                  </a:lnTo>
                  <a:lnTo>
                    <a:pt x="835" y="1032"/>
                  </a:lnTo>
                  <a:lnTo>
                    <a:pt x="838" y="1018"/>
                  </a:lnTo>
                  <a:lnTo>
                    <a:pt x="838" y="1015"/>
                  </a:lnTo>
                  <a:lnTo>
                    <a:pt x="821" y="996"/>
                  </a:lnTo>
                  <a:lnTo>
                    <a:pt x="805" y="975"/>
                  </a:lnTo>
                  <a:lnTo>
                    <a:pt x="788" y="956"/>
                  </a:lnTo>
                  <a:lnTo>
                    <a:pt x="772" y="935"/>
                  </a:lnTo>
                  <a:lnTo>
                    <a:pt x="757" y="918"/>
                  </a:lnTo>
                  <a:lnTo>
                    <a:pt x="743" y="899"/>
                  </a:lnTo>
                  <a:lnTo>
                    <a:pt x="729" y="883"/>
                  </a:lnTo>
                  <a:lnTo>
                    <a:pt x="715" y="864"/>
                  </a:lnTo>
                  <a:lnTo>
                    <a:pt x="703" y="845"/>
                  </a:lnTo>
                  <a:lnTo>
                    <a:pt x="689" y="828"/>
                  </a:lnTo>
                  <a:lnTo>
                    <a:pt x="675" y="809"/>
                  </a:lnTo>
                  <a:lnTo>
                    <a:pt x="660" y="793"/>
                  </a:lnTo>
                  <a:lnTo>
                    <a:pt x="646" y="772"/>
                  </a:lnTo>
                  <a:lnTo>
                    <a:pt x="630" y="753"/>
                  </a:lnTo>
                  <a:lnTo>
                    <a:pt x="613" y="734"/>
                  </a:lnTo>
                  <a:lnTo>
                    <a:pt x="599" y="712"/>
                  </a:lnTo>
                  <a:lnTo>
                    <a:pt x="582" y="693"/>
                  </a:lnTo>
                  <a:lnTo>
                    <a:pt x="568" y="675"/>
                  </a:lnTo>
                  <a:lnTo>
                    <a:pt x="552" y="653"/>
                  </a:lnTo>
                  <a:lnTo>
                    <a:pt x="537" y="634"/>
                  </a:lnTo>
                  <a:lnTo>
                    <a:pt x="518" y="611"/>
                  </a:lnTo>
                  <a:lnTo>
                    <a:pt x="500" y="587"/>
                  </a:lnTo>
                  <a:lnTo>
                    <a:pt x="478" y="563"/>
                  </a:lnTo>
                  <a:lnTo>
                    <a:pt x="459" y="540"/>
                  </a:lnTo>
                  <a:lnTo>
                    <a:pt x="440" y="516"/>
                  </a:lnTo>
                  <a:lnTo>
                    <a:pt x="421" y="490"/>
                  </a:lnTo>
                  <a:lnTo>
                    <a:pt x="403" y="466"/>
                  </a:lnTo>
                  <a:lnTo>
                    <a:pt x="384" y="443"/>
                  </a:lnTo>
                  <a:lnTo>
                    <a:pt x="384" y="440"/>
                  </a:lnTo>
                  <a:lnTo>
                    <a:pt x="384" y="436"/>
                  </a:lnTo>
                  <a:lnTo>
                    <a:pt x="388" y="412"/>
                  </a:lnTo>
                  <a:lnTo>
                    <a:pt x="393" y="391"/>
                  </a:lnTo>
                  <a:lnTo>
                    <a:pt x="398" y="367"/>
                  </a:lnTo>
                  <a:lnTo>
                    <a:pt x="400" y="346"/>
                  </a:lnTo>
                  <a:lnTo>
                    <a:pt x="405" y="324"/>
                  </a:lnTo>
                  <a:lnTo>
                    <a:pt x="410" y="301"/>
                  </a:lnTo>
                  <a:lnTo>
                    <a:pt x="412" y="279"/>
                  </a:lnTo>
                  <a:lnTo>
                    <a:pt x="417" y="256"/>
                  </a:lnTo>
                  <a:lnTo>
                    <a:pt x="421" y="234"/>
                  </a:lnTo>
                  <a:lnTo>
                    <a:pt x="426" y="213"/>
                  </a:lnTo>
                  <a:lnTo>
                    <a:pt x="429" y="189"/>
                  </a:lnTo>
                  <a:lnTo>
                    <a:pt x="433" y="168"/>
                  </a:lnTo>
                  <a:lnTo>
                    <a:pt x="438" y="147"/>
                  </a:lnTo>
                  <a:lnTo>
                    <a:pt x="440" y="123"/>
                  </a:lnTo>
                  <a:lnTo>
                    <a:pt x="445" y="102"/>
                  </a:lnTo>
                  <a:lnTo>
                    <a:pt x="450" y="80"/>
                  </a:lnTo>
                  <a:lnTo>
                    <a:pt x="426" y="76"/>
                  </a:lnTo>
                  <a:lnTo>
                    <a:pt x="400" y="71"/>
                  </a:lnTo>
                  <a:lnTo>
                    <a:pt x="377" y="66"/>
                  </a:lnTo>
                  <a:lnTo>
                    <a:pt x="353" y="62"/>
                  </a:lnTo>
                  <a:lnTo>
                    <a:pt x="327" y="57"/>
                  </a:lnTo>
                  <a:lnTo>
                    <a:pt x="303" y="52"/>
                  </a:lnTo>
                  <a:lnTo>
                    <a:pt x="280" y="47"/>
                  </a:lnTo>
                  <a:lnTo>
                    <a:pt x="256" y="43"/>
                  </a:lnTo>
                  <a:lnTo>
                    <a:pt x="230" y="38"/>
                  </a:lnTo>
                  <a:lnTo>
                    <a:pt x="206" y="33"/>
                  </a:lnTo>
                  <a:lnTo>
                    <a:pt x="183" y="26"/>
                  </a:lnTo>
                  <a:lnTo>
                    <a:pt x="159" y="21"/>
                  </a:lnTo>
                  <a:lnTo>
                    <a:pt x="133" y="17"/>
                  </a:lnTo>
                  <a:lnTo>
                    <a:pt x="109" y="12"/>
                  </a:lnTo>
                  <a:lnTo>
                    <a:pt x="86" y="7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57" y="17"/>
                  </a:lnTo>
                  <a:lnTo>
                    <a:pt x="55" y="19"/>
                  </a:lnTo>
                  <a:lnTo>
                    <a:pt x="52" y="21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50" y="28"/>
                  </a:lnTo>
                  <a:lnTo>
                    <a:pt x="55" y="31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3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57" y="54"/>
                  </a:lnTo>
                  <a:lnTo>
                    <a:pt x="57" y="54"/>
                  </a:lnTo>
                  <a:lnTo>
                    <a:pt x="57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57" y="64"/>
                  </a:lnTo>
                  <a:lnTo>
                    <a:pt x="57" y="71"/>
                  </a:lnTo>
                  <a:lnTo>
                    <a:pt x="57" y="76"/>
                  </a:lnTo>
                  <a:lnTo>
                    <a:pt x="52" y="83"/>
                  </a:lnTo>
                  <a:lnTo>
                    <a:pt x="52" y="88"/>
                  </a:lnTo>
                  <a:lnTo>
                    <a:pt x="48" y="95"/>
                  </a:lnTo>
                  <a:lnTo>
                    <a:pt x="45" y="99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7"/>
                  </a:lnTo>
                  <a:lnTo>
                    <a:pt x="41" y="109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41" y="118"/>
                  </a:lnTo>
                  <a:lnTo>
                    <a:pt x="43" y="121"/>
                  </a:lnTo>
                  <a:lnTo>
                    <a:pt x="41" y="123"/>
                  </a:lnTo>
                  <a:lnTo>
                    <a:pt x="31" y="140"/>
                  </a:lnTo>
                  <a:lnTo>
                    <a:pt x="26" y="147"/>
                  </a:lnTo>
                  <a:lnTo>
                    <a:pt x="24" y="149"/>
                  </a:lnTo>
                  <a:lnTo>
                    <a:pt x="26" y="147"/>
                  </a:lnTo>
                  <a:lnTo>
                    <a:pt x="29" y="147"/>
                  </a:lnTo>
                  <a:lnTo>
                    <a:pt x="34" y="140"/>
                  </a:lnTo>
                  <a:lnTo>
                    <a:pt x="34" y="140"/>
                  </a:lnTo>
                  <a:lnTo>
                    <a:pt x="38" y="140"/>
                  </a:lnTo>
                  <a:lnTo>
                    <a:pt x="41" y="140"/>
                  </a:lnTo>
                  <a:lnTo>
                    <a:pt x="41" y="142"/>
                  </a:lnTo>
                  <a:lnTo>
                    <a:pt x="41" y="142"/>
                  </a:lnTo>
                  <a:lnTo>
                    <a:pt x="38" y="144"/>
                  </a:lnTo>
                  <a:lnTo>
                    <a:pt x="36" y="144"/>
                  </a:lnTo>
                  <a:lnTo>
                    <a:pt x="34" y="144"/>
                  </a:lnTo>
                  <a:lnTo>
                    <a:pt x="31" y="144"/>
                  </a:lnTo>
                  <a:lnTo>
                    <a:pt x="31" y="147"/>
                  </a:lnTo>
                  <a:lnTo>
                    <a:pt x="26" y="149"/>
                  </a:lnTo>
                  <a:lnTo>
                    <a:pt x="26" y="151"/>
                  </a:lnTo>
                  <a:lnTo>
                    <a:pt x="24" y="156"/>
                  </a:lnTo>
                  <a:lnTo>
                    <a:pt x="22" y="159"/>
                  </a:lnTo>
                  <a:lnTo>
                    <a:pt x="22" y="156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22" y="151"/>
                  </a:lnTo>
                  <a:lnTo>
                    <a:pt x="22" y="151"/>
                  </a:lnTo>
                  <a:lnTo>
                    <a:pt x="17" y="154"/>
                  </a:lnTo>
                  <a:lnTo>
                    <a:pt x="15" y="156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8" y="168"/>
                  </a:lnTo>
                  <a:lnTo>
                    <a:pt x="8" y="170"/>
                  </a:lnTo>
                  <a:lnTo>
                    <a:pt x="5" y="173"/>
                  </a:lnTo>
                  <a:lnTo>
                    <a:pt x="3" y="175"/>
                  </a:lnTo>
                  <a:lnTo>
                    <a:pt x="3" y="178"/>
                  </a:lnTo>
                  <a:lnTo>
                    <a:pt x="3" y="180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3" y="199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3" y="208"/>
                  </a:lnTo>
                  <a:lnTo>
                    <a:pt x="12" y="222"/>
                  </a:lnTo>
                  <a:lnTo>
                    <a:pt x="17" y="227"/>
                  </a:lnTo>
                  <a:lnTo>
                    <a:pt x="17" y="230"/>
                  </a:lnTo>
                  <a:lnTo>
                    <a:pt x="19" y="237"/>
                  </a:lnTo>
                  <a:lnTo>
                    <a:pt x="19" y="237"/>
                  </a:lnTo>
                  <a:lnTo>
                    <a:pt x="19" y="239"/>
                  </a:lnTo>
                  <a:lnTo>
                    <a:pt x="19" y="241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4" y="244"/>
                  </a:lnTo>
                  <a:lnTo>
                    <a:pt x="26" y="246"/>
                  </a:lnTo>
                  <a:lnTo>
                    <a:pt x="36" y="270"/>
                  </a:lnTo>
                  <a:lnTo>
                    <a:pt x="36" y="272"/>
                  </a:lnTo>
                  <a:lnTo>
                    <a:pt x="34" y="277"/>
                  </a:lnTo>
                  <a:lnTo>
                    <a:pt x="36" y="279"/>
                  </a:lnTo>
                  <a:lnTo>
                    <a:pt x="36" y="282"/>
                  </a:lnTo>
                  <a:lnTo>
                    <a:pt x="36" y="282"/>
                  </a:lnTo>
                  <a:lnTo>
                    <a:pt x="36" y="282"/>
                  </a:lnTo>
                  <a:lnTo>
                    <a:pt x="38" y="284"/>
                  </a:lnTo>
                  <a:lnTo>
                    <a:pt x="38" y="284"/>
                  </a:lnTo>
                  <a:lnTo>
                    <a:pt x="38" y="286"/>
                  </a:lnTo>
                  <a:lnTo>
                    <a:pt x="38" y="289"/>
                  </a:lnTo>
                  <a:lnTo>
                    <a:pt x="36" y="296"/>
                  </a:lnTo>
                  <a:lnTo>
                    <a:pt x="36" y="305"/>
                  </a:lnTo>
                  <a:lnTo>
                    <a:pt x="36" y="305"/>
                  </a:lnTo>
                  <a:lnTo>
                    <a:pt x="34" y="305"/>
                  </a:lnTo>
                  <a:lnTo>
                    <a:pt x="34" y="308"/>
                  </a:lnTo>
                  <a:lnTo>
                    <a:pt x="31" y="315"/>
                  </a:lnTo>
                  <a:lnTo>
                    <a:pt x="29" y="322"/>
                  </a:lnTo>
                  <a:lnTo>
                    <a:pt x="26" y="327"/>
                  </a:lnTo>
                  <a:lnTo>
                    <a:pt x="26" y="331"/>
                  </a:lnTo>
                  <a:lnTo>
                    <a:pt x="26" y="334"/>
                  </a:lnTo>
                  <a:lnTo>
                    <a:pt x="26" y="334"/>
                  </a:lnTo>
                  <a:lnTo>
                    <a:pt x="26" y="336"/>
                  </a:lnTo>
                  <a:lnTo>
                    <a:pt x="26" y="338"/>
                  </a:lnTo>
                  <a:lnTo>
                    <a:pt x="26" y="346"/>
                  </a:lnTo>
                  <a:lnTo>
                    <a:pt x="26" y="348"/>
                  </a:lnTo>
                  <a:lnTo>
                    <a:pt x="29" y="348"/>
                  </a:lnTo>
                  <a:lnTo>
                    <a:pt x="31" y="357"/>
                  </a:lnTo>
                  <a:lnTo>
                    <a:pt x="31" y="360"/>
                  </a:lnTo>
                  <a:lnTo>
                    <a:pt x="29" y="362"/>
                  </a:lnTo>
                  <a:lnTo>
                    <a:pt x="29" y="365"/>
                  </a:lnTo>
                  <a:lnTo>
                    <a:pt x="29" y="367"/>
                  </a:lnTo>
                  <a:lnTo>
                    <a:pt x="29" y="369"/>
                  </a:lnTo>
                  <a:lnTo>
                    <a:pt x="29" y="372"/>
                  </a:lnTo>
                  <a:lnTo>
                    <a:pt x="26" y="374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9"/>
                  </a:lnTo>
                  <a:lnTo>
                    <a:pt x="26" y="383"/>
                  </a:lnTo>
                  <a:lnTo>
                    <a:pt x="31" y="393"/>
                  </a:lnTo>
                  <a:lnTo>
                    <a:pt x="36" y="398"/>
                  </a:lnTo>
                  <a:lnTo>
                    <a:pt x="36" y="400"/>
                  </a:lnTo>
                  <a:lnTo>
                    <a:pt x="36" y="400"/>
                  </a:lnTo>
                  <a:lnTo>
                    <a:pt x="38" y="402"/>
                  </a:lnTo>
                  <a:lnTo>
                    <a:pt x="41" y="407"/>
                  </a:lnTo>
                  <a:lnTo>
                    <a:pt x="43" y="409"/>
                  </a:lnTo>
                  <a:lnTo>
                    <a:pt x="55" y="436"/>
                  </a:lnTo>
                  <a:lnTo>
                    <a:pt x="57" y="440"/>
                  </a:lnTo>
                  <a:lnTo>
                    <a:pt x="67" y="447"/>
                  </a:lnTo>
                  <a:lnTo>
                    <a:pt x="69" y="452"/>
                  </a:lnTo>
                  <a:lnTo>
                    <a:pt x="71" y="459"/>
                  </a:lnTo>
                  <a:lnTo>
                    <a:pt x="74" y="462"/>
                  </a:lnTo>
                  <a:lnTo>
                    <a:pt x="71" y="469"/>
                  </a:lnTo>
                  <a:lnTo>
                    <a:pt x="71" y="471"/>
                  </a:lnTo>
                  <a:lnTo>
                    <a:pt x="71" y="469"/>
                  </a:lnTo>
                  <a:lnTo>
                    <a:pt x="74" y="466"/>
                  </a:lnTo>
                  <a:lnTo>
                    <a:pt x="78" y="471"/>
                  </a:lnTo>
                  <a:lnTo>
                    <a:pt x="78" y="473"/>
                  </a:lnTo>
                  <a:lnTo>
                    <a:pt x="78" y="476"/>
                  </a:lnTo>
                  <a:lnTo>
                    <a:pt x="78" y="478"/>
                  </a:lnTo>
                  <a:lnTo>
                    <a:pt x="78" y="478"/>
                  </a:lnTo>
                  <a:lnTo>
                    <a:pt x="81" y="483"/>
                  </a:lnTo>
                  <a:lnTo>
                    <a:pt x="83" y="490"/>
                  </a:lnTo>
                  <a:lnTo>
                    <a:pt x="88" y="497"/>
                  </a:lnTo>
                  <a:lnTo>
                    <a:pt x="88" y="499"/>
                  </a:lnTo>
                  <a:lnTo>
                    <a:pt x="88" y="502"/>
                  </a:lnTo>
                  <a:lnTo>
                    <a:pt x="88" y="499"/>
                  </a:lnTo>
                  <a:lnTo>
                    <a:pt x="86" y="497"/>
                  </a:lnTo>
                  <a:lnTo>
                    <a:pt x="83" y="495"/>
                  </a:lnTo>
                  <a:lnTo>
                    <a:pt x="83" y="490"/>
                  </a:lnTo>
                  <a:lnTo>
                    <a:pt x="83" y="488"/>
                  </a:lnTo>
                  <a:lnTo>
                    <a:pt x="78" y="483"/>
                  </a:lnTo>
                  <a:lnTo>
                    <a:pt x="76" y="480"/>
                  </a:lnTo>
                  <a:lnTo>
                    <a:pt x="78" y="488"/>
                  </a:lnTo>
                  <a:lnTo>
                    <a:pt x="78" y="490"/>
                  </a:lnTo>
                  <a:lnTo>
                    <a:pt x="71" y="502"/>
                  </a:lnTo>
                  <a:lnTo>
                    <a:pt x="69" y="507"/>
                  </a:lnTo>
                  <a:lnTo>
                    <a:pt x="67" y="509"/>
                  </a:lnTo>
                  <a:lnTo>
                    <a:pt x="69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4" y="507"/>
                  </a:lnTo>
                  <a:lnTo>
                    <a:pt x="74" y="507"/>
                  </a:lnTo>
                  <a:lnTo>
                    <a:pt x="76" y="504"/>
                  </a:lnTo>
                  <a:lnTo>
                    <a:pt x="76" y="504"/>
                  </a:lnTo>
                  <a:lnTo>
                    <a:pt x="76" y="504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76" y="499"/>
                  </a:lnTo>
                  <a:lnTo>
                    <a:pt x="78" y="499"/>
                  </a:lnTo>
                  <a:lnTo>
                    <a:pt x="78" y="499"/>
                  </a:lnTo>
                  <a:lnTo>
                    <a:pt x="78" y="504"/>
                  </a:lnTo>
                  <a:lnTo>
                    <a:pt x="81" y="507"/>
                  </a:lnTo>
                  <a:lnTo>
                    <a:pt x="88" y="511"/>
                  </a:lnTo>
                  <a:lnTo>
                    <a:pt x="88" y="511"/>
                  </a:lnTo>
                  <a:lnTo>
                    <a:pt x="88" y="511"/>
                  </a:lnTo>
                  <a:lnTo>
                    <a:pt x="90" y="514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3" y="521"/>
                  </a:lnTo>
                  <a:lnTo>
                    <a:pt x="93" y="521"/>
                  </a:lnTo>
                  <a:lnTo>
                    <a:pt x="95" y="525"/>
                  </a:lnTo>
                  <a:lnTo>
                    <a:pt x="97" y="525"/>
                  </a:lnTo>
                  <a:lnTo>
                    <a:pt x="97" y="525"/>
                  </a:lnTo>
                  <a:lnTo>
                    <a:pt x="97" y="525"/>
                  </a:lnTo>
                  <a:lnTo>
                    <a:pt x="97" y="523"/>
                  </a:lnTo>
                  <a:lnTo>
                    <a:pt x="102" y="528"/>
                  </a:lnTo>
                  <a:lnTo>
                    <a:pt x="105" y="533"/>
                  </a:lnTo>
                  <a:lnTo>
                    <a:pt x="107" y="535"/>
                  </a:lnTo>
                  <a:lnTo>
                    <a:pt x="109" y="537"/>
                  </a:lnTo>
                  <a:lnTo>
                    <a:pt x="112" y="537"/>
                  </a:lnTo>
                  <a:lnTo>
                    <a:pt x="112" y="540"/>
                  </a:lnTo>
                  <a:lnTo>
                    <a:pt x="114" y="540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5"/>
                  </a:lnTo>
                  <a:lnTo>
                    <a:pt x="116" y="533"/>
                  </a:lnTo>
                  <a:lnTo>
                    <a:pt x="116" y="533"/>
                  </a:lnTo>
                  <a:lnTo>
                    <a:pt x="119" y="533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21" y="533"/>
                  </a:lnTo>
                  <a:lnTo>
                    <a:pt x="119" y="530"/>
                  </a:lnTo>
                  <a:lnTo>
                    <a:pt x="116" y="528"/>
                  </a:lnTo>
                  <a:lnTo>
                    <a:pt x="116" y="525"/>
                  </a:lnTo>
                  <a:lnTo>
                    <a:pt x="116" y="525"/>
                  </a:lnTo>
                  <a:lnTo>
                    <a:pt x="119" y="523"/>
                  </a:lnTo>
                  <a:lnTo>
                    <a:pt x="119" y="523"/>
                  </a:lnTo>
                  <a:lnTo>
                    <a:pt x="116" y="523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18"/>
                  </a:lnTo>
                  <a:lnTo>
                    <a:pt x="119" y="516"/>
                  </a:lnTo>
                  <a:lnTo>
                    <a:pt x="119" y="514"/>
                  </a:lnTo>
                  <a:lnTo>
                    <a:pt x="121" y="507"/>
                  </a:lnTo>
                  <a:lnTo>
                    <a:pt x="121" y="504"/>
                  </a:lnTo>
                  <a:lnTo>
                    <a:pt x="123" y="504"/>
                  </a:lnTo>
                  <a:lnTo>
                    <a:pt x="126" y="504"/>
                  </a:lnTo>
                  <a:lnTo>
                    <a:pt x="128" y="502"/>
                  </a:lnTo>
                  <a:lnTo>
                    <a:pt x="131" y="499"/>
                  </a:lnTo>
                  <a:lnTo>
                    <a:pt x="140" y="507"/>
                  </a:lnTo>
                  <a:lnTo>
                    <a:pt x="142" y="509"/>
                  </a:lnTo>
                  <a:lnTo>
                    <a:pt x="142" y="511"/>
                  </a:lnTo>
                  <a:lnTo>
                    <a:pt x="142" y="511"/>
                  </a:lnTo>
                  <a:lnTo>
                    <a:pt x="145" y="514"/>
                  </a:lnTo>
                  <a:lnTo>
                    <a:pt x="147" y="514"/>
                  </a:lnTo>
                  <a:lnTo>
                    <a:pt x="152" y="518"/>
                  </a:lnTo>
                  <a:lnTo>
                    <a:pt x="154" y="518"/>
                  </a:lnTo>
                  <a:lnTo>
                    <a:pt x="154" y="518"/>
                  </a:lnTo>
                  <a:lnTo>
                    <a:pt x="157" y="518"/>
                  </a:lnTo>
                  <a:lnTo>
                    <a:pt x="161" y="516"/>
                  </a:lnTo>
                  <a:lnTo>
                    <a:pt x="161" y="514"/>
                  </a:lnTo>
                  <a:lnTo>
                    <a:pt x="161" y="514"/>
                  </a:lnTo>
                  <a:lnTo>
                    <a:pt x="164" y="511"/>
                  </a:lnTo>
                  <a:lnTo>
                    <a:pt x="164" y="511"/>
                  </a:lnTo>
                  <a:lnTo>
                    <a:pt x="164" y="509"/>
                  </a:lnTo>
                  <a:lnTo>
                    <a:pt x="166" y="509"/>
                  </a:lnTo>
                  <a:lnTo>
                    <a:pt x="168" y="509"/>
                  </a:lnTo>
                  <a:lnTo>
                    <a:pt x="171" y="509"/>
                  </a:lnTo>
                  <a:lnTo>
                    <a:pt x="171" y="511"/>
                  </a:lnTo>
                  <a:lnTo>
                    <a:pt x="171" y="511"/>
                  </a:lnTo>
                  <a:lnTo>
                    <a:pt x="168" y="516"/>
                  </a:lnTo>
                  <a:lnTo>
                    <a:pt x="173" y="518"/>
                  </a:lnTo>
                  <a:lnTo>
                    <a:pt x="178" y="518"/>
                  </a:lnTo>
                  <a:lnTo>
                    <a:pt x="175" y="521"/>
                  </a:lnTo>
                  <a:lnTo>
                    <a:pt x="175" y="521"/>
                  </a:lnTo>
                  <a:lnTo>
                    <a:pt x="175" y="521"/>
                  </a:lnTo>
                  <a:lnTo>
                    <a:pt x="175" y="523"/>
                  </a:lnTo>
                  <a:lnTo>
                    <a:pt x="178" y="523"/>
                  </a:lnTo>
                  <a:lnTo>
                    <a:pt x="180" y="523"/>
                  </a:lnTo>
                  <a:lnTo>
                    <a:pt x="180" y="523"/>
                  </a:lnTo>
                  <a:lnTo>
                    <a:pt x="180" y="521"/>
                  </a:lnTo>
                  <a:lnTo>
                    <a:pt x="183" y="521"/>
                  </a:lnTo>
                  <a:lnTo>
                    <a:pt x="185" y="523"/>
                  </a:lnTo>
                  <a:lnTo>
                    <a:pt x="187" y="523"/>
                  </a:lnTo>
                  <a:lnTo>
                    <a:pt x="192" y="523"/>
                  </a:lnTo>
                  <a:lnTo>
                    <a:pt x="192" y="521"/>
                  </a:lnTo>
                  <a:lnTo>
                    <a:pt x="197" y="518"/>
                  </a:lnTo>
                  <a:lnTo>
                    <a:pt x="199" y="516"/>
                  </a:lnTo>
                  <a:lnTo>
                    <a:pt x="199" y="516"/>
                  </a:lnTo>
                  <a:lnTo>
                    <a:pt x="199" y="518"/>
                  </a:lnTo>
                  <a:lnTo>
                    <a:pt x="197" y="521"/>
                  </a:lnTo>
                  <a:lnTo>
                    <a:pt x="197" y="521"/>
                  </a:lnTo>
                  <a:lnTo>
                    <a:pt x="194" y="523"/>
                  </a:lnTo>
                  <a:lnTo>
                    <a:pt x="192" y="523"/>
                  </a:lnTo>
                  <a:lnTo>
                    <a:pt x="192" y="523"/>
                  </a:lnTo>
                  <a:lnTo>
                    <a:pt x="190" y="523"/>
                  </a:lnTo>
                  <a:lnTo>
                    <a:pt x="190" y="523"/>
                  </a:lnTo>
                  <a:lnTo>
                    <a:pt x="190" y="525"/>
                  </a:lnTo>
                  <a:lnTo>
                    <a:pt x="190" y="525"/>
                  </a:lnTo>
                  <a:lnTo>
                    <a:pt x="190" y="525"/>
                  </a:lnTo>
                  <a:lnTo>
                    <a:pt x="190" y="528"/>
                  </a:lnTo>
                  <a:lnTo>
                    <a:pt x="194" y="528"/>
                  </a:lnTo>
                  <a:lnTo>
                    <a:pt x="197" y="528"/>
                  </a:lnTo>
                  <a:lnTo>
                    <a:pt x="199" y="525"/>
                  </a:lnTo>
                  <a:lnTo>
                    <a:pt x="199" y="523"/>
                  </a:lnTo>
                  <a:lnTo>
                    <a:pt x="199" y="523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3"/>
                  </a:lnTo>
                  <a:lnTo>
                    <a:pt x="201" y="523"/>
                  </a:lnTo>
                  <a:lnTo>
                    <a:pt x="204" y="523"/>
                  </a:lnTo>
                  <a:lnTo>
                    <a:pt x="204" y="523"/>
                  </a:lnTo>
                  <a:lnTo>
                    <a:pt x="204" y="521"/>
                  </a:lnTo>
                  <a:lnTo>
                    <a:pt x="206" y="521"/>
                  </a:lnTo>
                  <a:lnTo>
                    <a:pt x="209" y="523"/>
                  </a:lnTo>
                  <a:lnTo>
                    <a:pt x="209" y="523"/>
                  </a:lnTo>
                  <a:lnTo>
                    <a:pt x="211" y="523"/>
                  </a:lnTo>
                  <a:lnTo>
                    <a:pt x="216" y="530"/>
                  </a:lnTo>
                  <a:lnTo>
                    <a:pt x="218" y="533"/>
                  </a:lnTo>
                  <a:lnTo>
                    <a:pt x="218" y="533"/>
                  </a:lnTo>
                  <a:lnTo>
                    <a:pt x="220" y="535"/>
                  </a:lnTo>
                  <a:lnTo>
                    <a:pt x="220" y="537"/>
                  </a:lnTo>
                  <a:lnTo>
                    <a:pt x="220" y="537"/>
                  </a:lnTo>
                  <a:lnTo>
                    <a:pt x="218" y="537"/>
                  </a:lnTo>
                  <a:lnTo>
                    <a:pt x="218" y="535"/>
                  </a:lnTo>
                  <a:lnTo>
                    <a:pt x="216" y="533"/>
                  </a:lnTo>
                  <a:lnTo>
                    <a:pt x="216" y="530"/>
                  </a:lnTo>
                  <a:lnTo>
                    <a:pt x="213" y="530"/>
                  </a:lnTo>
                  <a:lnTo>
                    <a:pt x="211" y="530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09" y="523"/>
                  </a:lnTo>
                  <a:lnTo>
                    <a:pt x="206" y="523"/>
                  </a:lnTo>
                  <a:lnTo>
                    <a:pt x="206" y="523"/>
                  </a:lnTo>
                  <a:lnTo>
                    <a:pt x="206" y="523"/>
                  </a:lnTo>
                  <a:lnTo>
                    <a:pt x="204" y="523"/>
                  </a:lnTo>
                  <a:lnTo>
                    <a:pt x="204" y="523"/>
                  </a:lnTo>
                  <a:lnTo>
                    <a:pt x="201" y="523"/>
                  </a:lnTo>
                  <a:lnTo>
                    <a:pt x="201" y="523"/>
                  </a:lnTo>
                  <a:lnTo>
                    <a:pt x="199" y="525"/>
                  </a:lnTo>
                  <a:lnTo>
                    <a:pt x="199" y="525"/>
                  </a:lnTo>
                  <a:lnTo>
                    <a:pt x="199" y="525"/>
                  </a:lnTo>
                  <a:lnTo>
                    <a:pt x="199" y="528"/>
                  </a:lnTo>
                  <a:lnTo>
                    <a:pt x="199" y="528"/>
                  </a:lnTo>
                  <a:lnTo>
                    <a:pt x="197" y="528"/>
                  </a:lnTo>
                  <a:lnTo>
                    <a:pt x="197" y="528"/>
                  </a:lnTo>
                  <a:lnTo>
                    <a:pt x="194" y="528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7" y="530"/>
                  </a:lnTo>
                  <a:lnTo>
                    <a:pt x="197" y="533"/>
                  </a:lnTo>
                  <a:lnTo>
                    <a:pt x="194" y="530"/>
                  </a:lnTo>
                  <a:lnTo>
                    <a:pt x="190" y="528"/>
                  </a:lnTo>
                  <a:lnTo>
                    <a:pt x="178" y="525"/>
                  </a:lnTo>
                  <a:lnTo>
                    <a:pt x="173" y="523"/>
                  </a:lnTo>
                  <a:lnTo>
                    <a:pt x="161" y="518"/>
                  </a:lnTo>
                  <a:lnTo>
                    <a:pt x="161" y="518"/>
                  </a:lnTo>
                  <a:lnTo>
                    <a:pt x="154" y="521"/>
                  </a:lnTo>
                  <a:lnTo>
                    <a:pt x="152" y="521"/>
                  </a:lnTo>
                  <a:lnTo>
                    <a:pt x="152" y="521"/>
                  </a:lnTo>
                  <a:lnTo>
                    <a:pt x="147" y="516"/>
                  </a:lnTo>
                  <a:lnTo>
                    <a:pt x="145" y="516"/>
                  </a:lnTo>
                  <a:lnTo>
                    <a:pt x="145" y="516"/>
                  </a:lnTo>
                  <a:lnTo>
                    <a:pt x="142" y="516"/>
                  </a:lnTo>
                  <a:lnTo>
                    <a:pt x="135" y="521"/>
                  </a:lnTo>
                  <a:lnTo>
                    <a:pt x="135" y="521"/>
                  </a:lnTo>
                  <a:lnTo>
                    <a:pt x="133" y="521"/>
                  </a:lnTo>
                  <a:lnTo>
                    <a:pt x="133" y="521"/>
                  </a:lnTo>
                  <a:lnTo>
                    <a:pt x="133" y="518"/>
                  </a:lnTo>
                  <a:lnTo>
                    <a:pt x="131" y="518"/>
                  </a:lnTo>
                  <a:lnTo>
                    <a:pt x="131" y="521"/>
                  </a:lnTo>
                  <a:lnTo>
                    <a:pt x="128" y="523"/>
                  </a:lnTo>
                  <a:lnTo>
                    <a:pt x="126" y="525"/>
                  </a:lnTo>
                  <a:lnTo>
                    <a:pt x="126" y="525"/>
                  </a:lnTo>
                  <a:lnTo>
                    <a:pt x="126" y="530"/>
                  </a:lnTo>
                  <a:lnTo>
                    <a:pt x="131" y="533"/>
                  </a:lnTo>
                  <a:lnTo>
                    <a:pt x="133" y="535"/>
                  </a:lnTo>
                  <a:lnTo>
                    <a:pt x="133" y="540"/>
                  </a:lnTo>
                  <a:lnTo>
                    <a:pt x="131" y="544"/>
                  </a:lnTo>
                  <a:lnTo>
                    <a:pt x="131" y="547"/>
                  </a:lnTo>
                  <a:lnTo>
                    <a:pt x="131" y="549"/>
                  </a:lnTo>
                  <a:lnTo>
                    <a:pt x="133" y="549"/>
                  </a:lnTo>
                  <a:lnTo>
                    <a:pt x="138" y="554"/>
                  </a:lnTo>
                  <a:lnTo>
                    <a:pt x="140" y="554"/>
                  </a:lnTo>
                  <a:lnTo>
                    <a:pt x="135" y="556"/>
                  </a:lnTo>
                  <a:lnTo>
                    <a:pt x="135" y="556"/>
                  </a:lnTo>
                  <a:lnTo>
                    <a:pt x="138" y="556"/>
                  </a:lnTo>
                  <a:lnTo>
                    <a:pt x="135" y="559"/>
                  </a:lnTo>
                  <a:lnTo>
                    <a:pt x="138" y="559"/>
                  </a:lnTo>
                  <a:lnTo>
                    <a:pt x="140" y="559"/>
                  </a:lnTo>
                  <a:lnTo>
                    <a:pt x="140" y="559"/>
                  </a:lnTo>
                  <a:lnTo>
                    <a:pt x="140" y="561"/>
                  </a:lnTo>
                  <a:lnTo>
                    <a:pt x="142" y="566"/>
                  </a:lnTo>
                  <a:lnTo>
                    <a:pt x="142" y="580"/>
                  </a:lnTo>
                  <a:lnTo>
                    <a:pt x="145" y="585"/>
                  </a:lnTo>
                  <a:lnTo>
                    <a:pt x="145" y="585"/>
                  </a:lnTo>
                  <a:lnTo>
                    <a:pt x="147" y="587"/>
                  </a:lnTo>
                  <a:lnTo>
                    <a:pt x="147" y="587"/>
                  </a:lnTo>
                  <a:lnTo>
                    <a:pt x="149" y="587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92"/>
                  </a:lnTo>
                  <a:lnTo>
                    <a:pt x="149" y="592"/>
                  </a:lnTo>
                  <a:lnTo>
                    <a:pt x="152" y="592"/>
                  </a:lnTo>
                  <a:lnTo>
                    <a:pt x="149" y="594"/>
                  </a:lnTo>
                  <a:lnTo>
                    <a:pt x="147" y="594"/>
                  </a:lnTo>
                  <a:lnTo>
                    <a:pt x="145" y="592"/>
                  </a:lnTo>
                  <a:lnTo>
                    <a:pt x="142" y="592"/>
                  </a:lnTo>
                  <a:lnTo>
                    <a:pt x="142" y="589"/>
                  </a:lnTo>
                  <a:lnTo>
                    <a:pt x="142" y="587"/>
                  </a:lnTo>
                  <a:lnTo>
                    <a:pt x="140" y="585"/>
                  </a:lnTo>
                  <a:lnTo>
                    <a:pt x="140" y="585"/>
                  </a:lnTo>
                  <a:lnTo>
                    <a:pt x="138" y="585"/>
                  </a:lnTo>
                  <a:lnTo>
                    <a:pt x="138" y="582"/>
                  </a:lnTo>
                  <a:lnTo>
                    <a:pt x="138" y="582"/>
                  </a:lnTo>
                  <a:lnTo>
                    <a:pt x="135" y="582"/>
                  </a:lnTo>
                  <a:lnTo>
                    <a:pt x="135" y="582"/>
                  </a:lnTo>
                  <a:lnTo>
                    <a:pt x="135" y="580"/>
                  </a:lnTo>
                  <a:lnTo>
                    <a:pt x="133" y="580"/>
                  </a:lnTo>
                  <a:lnTo>
                    <a:pt x="133" y="578"/>
                  </a:lnTo>
                  <a:lnTo>
                    <a:pt x="133" y="578"/>
                  </a:lnTo>
                  <a:lnTo>
                    <a:pt x="131" y="578"/>
                  </a:lnTo>
                  <a:lnTo>
                    <a:pt x="131" y="575"/>
                  </a:lnTo>
                  <a:lnTo>
                    <a:pt x="131" y="575"/>
                  </a:lnTo>
                  <a:lnTo>
                    <a:pt x="128" y="575"/>
                  </a:lnTo>
                  <a:lnTo>
                    <a:pt x="126" y="573"/>
                  </a:lnTo>
                  <a:lnTo>
                    <a:pt x="126" y="570"/>
                  </a:lnTo>
                  <a:lnTo>
                    <a:pt x="126" y="570"/>
                  </a:lnTo>
                  <a:lnTo>
                    <a:pt x="123" y="570"/>
                  </a:lnTo>
                  <a:lnTo>
                    <a:pt x="121" y="570"/>
                  </a:lnTo>
                  <a:lnTo>
                    <a:pt x="121" y="568"/>
                  </a:lnTo>
                  <a:lnTo>
                    <a:pt x="121" y="568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21" y="563"/>
                  </a:lnTo>
                  <a:lnTo>
                    <a:pt x="121" y="563"/>
                  </a:lnTo>
                  <a:lnTo>
                    <a:pt x="123" y="554"/>
                  </a:lnTo>
                  <a:lnTo>
                    <a:pt x="123" y="554"/>
                  </a:lnTo>
                  <a:lnTo>
                    <a:pt x="123" y="554"/>
                  </a:lnTo>
                  <a:lnTo>
                    <a:pt x="126" y="554"/>
                  </a:lnTo>
                  <a:lnTo>
                    <a:pt x="123" y="554"/>
                  </a:lnTo>
                  <a:lnTo>
                    <a:pt x="123" y="551"/>
                  </a:lnTo>
                  <a:lnTo>
                    <a:pt x="123" y="551"/>
                  </a:lnTo>
                  <a:lnTo>
                    <a:pt x="123" y="549"/>
                  </a:lnTo>
                  <a:lnTo>
                    <a:pt x="123" y="544"/>
                  </a:lnTo>
                  <a:lnTo>
                    <a:pt x="123" y="544"/>
                  </a:lnTo>
                  <a:lnTo>
                    <a:pt x="121" y="542"/>
                  </a:lnTo>
                  <a:lnTo>
                    <a:pt x="116" y="542"/>
                  </a:lnTo>
                  <a:lnTo>
                    <a:pt x="114" y="542"/>
                  </a:lnTo>
                  <a:lnTo>
                    <a:pt x="114" y="542"/>
                  </a:lnTo>
                  <a:lnTo>
                    <a:pt x="109" y="547"/>
                  </a:lnTo>
                  <a:lnTo>
                    <a:pt x="109" y="551"/>
                  </a:lnTo>
                  <a:lnTo>
                    <a:pt x="109" y="559"/>
                  </a:lnTo>
                  <a:lnTo>
                    <a:pt x="109" y="563"/>
                  </a:lnTo>
                  <a:lnTo>
                    <a:pt x="109" y="566"/>
                  </a:lnTo>
                  <a:lnTo>
                    <a:pt x="107" y="568"/>
                  </a:lnTo>
                  <a:lnTo>
                    <a:pt x="105" y="570"/>
                  </a:lnTo>
                  <a:lnTo>
                    <a:pt x="105" y="578"/>
                  </a:lnTo>
                  <a:lnTo>
                    <a:pt x="105" y="578"/>
                  </a:lnTo>
                  <a:lnTo>
                    <a:pt x="107" y="578"/>
                  </a:lnTo>
                  <a:lnTo>
                    <a:pt x="107" y="578"/>
                  </a:lnTo>
                  <a:lnTo>
                    <a:pt x="109" y="580"/>
                  </a:lnTo>
                  <a:lnTo>
                    <a:pt x="109" y="582"/>
                  </a:lnTo>
                  <a:lnTo>
                    <a:pt x="109" y="587"/>
                  </a:lnTo>
                  <a:lnTo>
                    <a:pt x="112" y="589"/>
                  </a:lnTo>
                  <a:lnTo>
                    <a:pt x="112" y="592"/>
                  </a:lnTo>
                  <a:lnTo>
                    <a:pt x="112" y="594"/>
                  </a:lnTo>
                  <a:lnTo>
                    <a:pt x="112" y="596"/>
                  </a:lnTo>
                  <a:lnTo>
                    <a:pt x="112" y="599"/>
                  </a:lnTo>
                  <a:lnTo>
                    <a:pt x="109" y="606"/>
                  </a:lnTo>
                  <a:lnTo>
                    <a:pt x="109" y="611"/>
                  </a:lnTo>
                  <a:lnTo>
                    <a:pt x="107" y="613"/>
                  </a:lnTo>
                  <a:lnTo>
                    <a:pt x="109" y="620"/>
                  </a:lnTo>
                  <a:lnTo>
                    <a:pt x="112" y="622"/>
                  </a:lnTo>
                  <a:lnTo>
                    <a:pt x="112" y="625"/>
                  </a:lnTo>
                  <a:lnTo>
                    <a:pt x="112" y="627"/>
                  </a:lnTo>
                  <a:lnTo>
                    <a:pt x="112" y="627"/>
                  </a:lnTo>
                  <a:lnTo>
                    <a:pt x="119" y="634"/>
                  </a:lnTo>
                  <a:lnTo>
                    <a:pt x="121" y="641"/>
                  </a:lnTo>
                  <a:lnTo>
                    <a:pt x="123" y="646"/>
                  </a:lnTo>
                  <a:lnTo>
                    <a:pt x="131" y="653"/>
                  </a:lnTo>
                  <a:lnTo>
                    <a:pt x="133" y="653"/>
                  </a:lnTo>
                  <a:lnTo>
                    <a:pt x="135" y="653"/>
                  </a:lnTo>
                  <a:lnTo>
                    <a:pt x="138" y="653"/>
                  </a:lnTo>
                  <a:lnTo>
                    <a:pt x="140" y="653"/>
                  </a:lnTo>
                  <a:lnTo>
                    <a:pt x="142" y="653"/>
                  </a:lnTo>
                  <a:lnTo>
                    <a:pt x="142" y="656"/>
                  </a:lnTo>
                  <a:lnTo>
                    <a:pt x="147" y="653"/>
                  </a:lnTo>
                  <a:lnTo>
                    <a:pt x="149" y="656"/>
                  </a:lnTo>
                  <a:lnTo>
                    <a:pt x="152" y="656"/>
                  </a:lnTo>
                  <a:lnTo>
                    <a:pt x="154" y="660"/>
                  </a:lnTo>
                  <a:lnTo>
                    <a:pt x="157" y="672"/>
                  </a:lnTo>
                  <a:lnTo>
                    <a:pt x="159" y="677"/>
                  </a:lnTo>
                  <a:lnTo>
                    <a:pt x="157" y="684"/>
                  </a:lnTo>
                  <a:lnTo>
                    <a:pt x="157" y="684"/>
                  </a:lnTo>
                  <a:lnTo>
                    <a:pt x="157" y="684"/>
                  </a:lnTo>
                  <a:lnTo>
                    <a:pt x="159" y="684"/>
                  </a:lnTo>
                  <a:lnTo>
                    <a:pt x="159" y="684"/>
                  </a:lnTo>
                  <a:lnTo>
                    <a:pt x="159" y="684"/>
                  </a:lnTo>
                  <a:lnTo>
                    <a:pt x="159" y="686"/>
                  </a:lnTo>
                  <a:lnTo>
                    <a:pt x="159" y="686"/>
                  </a:lnTo>
                  <a:lnTo>
                    <a:pt x="159" y="686"/>
                  </a:lnTo>
                  <a:lnTo>
                    <a:pt x="157" y="686"/>
                  </a:lnTo>
                  <a:lnTo>
                    <a:pt x="154" y="686"/>
                  </a:lnTo>
                  <a:lnTo>
                    <a:pt x="154" y="686"/>
                  </a:lnTo>
                  <a:lnTo>
                    <a:pt x="152" y="693"/>
                  </a:lnTo>
                  <a:lnTo>
                    <a:pt x="152" y="696"/>
                  </a:lnTo>
                  <a:lnTo>
                    <a:pt x="149" y="696"/>
                  </a:lnTo>
                  <a:lnTo>
                    <a:pt x="147" y="698"/>
                  </a:lnTo>
                  <a:lnTo>
                    <a:pt x="145" y="698"/>
                  </a:lnTo>
                  <a:lnTo>
                    <a:pt x="145" y="698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40" y="696"/>
                  </a:lnTo>
                  <a:lnTo>
                    <a:pt x="138" y="698"/>
                  </a:lnTo>
                  <a:lnTo>
                    <a:pt x="135" y="701"/>
                  </a:lnTo>
                  <a:lnTo>
                    <a:pt x="135" y="703"/>
                  </a:lnTo>
                  <a:lnTo>
                    <a:pt x="138" y="703"/>
                  </a:lnTo>
                  <a:lnTo>
                    <a:pt x="138" y="705"/>
                  </a:lnTo>
                  <a:lnTo>
                    <a:pt x="140" y="705"/>
                  </a:lnTo>
                  <a:lnTo>
                    <a:pt x="140" y="708"/>
                  </a:lnTo>
                  <a:lnTo>
                    <a:pt x="138" y="708"/>
                  </a:lnTo>
                  <a:lnTo>
                    <a:pt x="135" y="708"/>
                  </a:lnTo>
                  <a:lnTo>
                    <a:pt x="135" y="710"/>
                  </a:lnTo>
                  <a:lnTo>
                    <a:pt x="135" y="712"/>
                  </a:lnTo>
                  <a:lnTo>
                    <a:pt x="138" y="717"/>
                  </a:lnTo>
                  <a:lnTo>
                    <a:pt x="138" y="724"/>
                  </a:lnTo>
                  <a:lnTo>
                    <a:pt x="135" y="729"/>
                  </a:lnTo>
                  <a:lnTo>
                    <a:pt x="135" y="729"/>
                  </a:lnTo>
                  <a:lnTo>
                    <a:pt x="138" y="734"/>
                  </a:lnTo>
                  <a:lnTo>
                    <a:pt x="138" y="734"/>
                  </a:lnTo>
                  <a:lnTo>
                    <a:pt x="138" y="736"/>
                  </a:lnTo>
                  <a:lnTo>
                    <a:pt x="138" y="736"/>
                  </a:lnTo>
                  <a:lnTo>
                    <a:pt x="138" y="738"/>
                  </a:lnTo>
                  <a:lnTo>
                    <a:pt x="138" y="738"/>
                  </a:lnTo>
                  <a:lnTo>
                    <a:pt x="140" y="738"/>
                  </a:lnTo>
                  <a:lnTo>
                    <a:pt x="140" y="741"/>
                  </a:lnTo>
                  <a:lnTo>
                    <a:pt x="140" y="743"/>
                  </a:lnTo>
                  <a:lnTo>
                    <a:pt x="140" y="743"/>
                  </a:lnTo>
                  <a:lnTo>
                    <a:pt x="140" y="746"/>
                  </a:lnTo>
                  <a:lnTo>
                    <a:pt x="142" y="746"/>
                  </a:lnTo>
                  <a:lnTo>
                    <a:pt x="145" y="748"/>
                  </a:lnTo>
                  <a:lnTo>
                    <a:pt x="152" y="755"/>
                  </a:lnTo>
                  <a:lnTo>
                    <a:pt x="154" y="760"/>
                  </a:lnTo>
                  <a:lnTo>
                    <a:pt x="159" y="769"/>
                  </a:lnTo>
                  <a:lnTo>
                    <a:pt x="159" y="774"/>
                  </a:lnTo>
                  <a:lnTo>
                    <a:pt x="159" y="776"/>
                  </a:lnTo>
                  <a:lnTo>
                    <a:pt x="161" y="776"/>
                  </a:lnTo>
                  <a:lnTo>
                    <a:pt x="164" y="779"/>
                  </a:lnTo>
                  <a:lnTo>
                    <a:pt x="166" y="779"/>
                  </a:lnTo>
                  <a:lnTo>
                    <a:pt x="166" y="781"/>
                  </a:lnTo>
                  <a:lnTo>
                    <a:pt x="168" y="783"/>
                  </a:lnTo>
                  <a:lnTo>
                    <a:pt x="168" y="786"/>
                  </a:lnTo>
                  <a:lnTo>
                    <a:pt x="168" y="788"/>
                  </a:lnTo>
                  <a:lnTo>
                    <a:pt x="168" y="791"/>
                  </a:lnTo>
                  <a:lnTo>
                    <a:pt x="168" y="793"/>
                  </a:lnTo>
                  <a:lnTo>
                    <a:pt x="168" y="795"/>
                  </a:lnTo>
                  <a:lnTo>
                    <a:pt x="171" y="798"/>
                  </a:lnTo>
                  <a:lnTo>
                    <a:pt x="173" y="802"/>
                  </a:lnTo>
                  <a:lnTo>
                    <a:pt x="173" y="805"/>
                  </a:lnTo>
                  <a:lnTo>
                    <a:pt x="175" y="807"/>
                  </a:lnTo>
                  <a:lnTo>
                    <a:pt x="178" y="809"/>
                  </a:lnTo>
                  <a:lnTo>
                    <a:pt x="180" y="812"/>
                  </a:lnTo>
                  <a:lnTo>
                    <a:pt x="180" y="819"/>
                  </a:lnTo>
                  <a:lnTo>
                    <a:pt x="183" y="826"/>
                  </a:lnTo>
                  <a:lnTo>
                    <a:pt x="183" y="828"/>
                  </a:lnTo>
                  <a:lnTo>
                    <a:pt x="190" y="831"/>
                  </a:lnTo>
                  <a:lnTo>
                    <a:pt x="192" y="833"/>
                  </a:lnTo>
                  <a:lnTo>
                    <a:pt x="194" y="836"/>
                  </a:lnTo>
                  <a:lnTo>
                    <a:pt x="197" y="843"/>
                  </a:lnTo>
                  <a:lnTo>
                    <a:pt x="199" y="847"/>
                  </a:lnTo>
                  <a:lnTo>
                    <a:pt x="201" y="852"/>
                  </a:lnTo>
                  <a:lnTo>
                    <a:pt x="204" y="854"/>
                  </a:lnTo>
                  <a:lnTo>
                    <a:pt x="206" y="857"/>
                  </a:lnTo>
                  <a:lnTo>
                    <a:pt x="213" y="859"/>
                  </a:lnTo>
                  <a:lnTo>
                    <a:pt x="216" y="862"/>
                  </a:lnTo>
                  <a:lnTo>
                    <a:pt x="216" y="864"/>
                  </a:lnTo>
                  <a:lnTo>
                    <a:pt x="216" y="866"/>
                  </a:lnTo>
                  <a:lnTo>
                    <a:pt x="216" y="869"/>
                  </a:lnTo>
                  <a:lnTo>
                    <a:pt x="216" y="871"/>
                  </a:lnTo>
                  <a:lnTo>
                    <a:pt x="218" y="873"/>
                  </a:lnTo>
                  <a:lnTo>
                    <a:pt x="218" y="876"/>
                  </a:lnTo>
                  <a:lnTo>
                    <a:pt x="218" y="876"/>
                  </a:lnTo>
                  <a:lnTo>
                    <a:pt x="216" y="876"/>
                  </a:lnTo>
                  <a:lnTo>
                    <a:pt x="216" y="876"/>
                  </a:lnTo>
                  <a:lnTo>
                    <a:pt x="216" y="873"/>
                  </a:lnTo>
                  <a:lnTo>
                    <a:pt x="216" y="871"/>
                  </a:lnTo>
                  <a:lnTo>
                    <a:pt x="211" y="880"/>
                  </a:lnTo>
                  <a:lnTo>
                    <a:pt x="211" y="883"/>
                  </a:lnTo>
                  <a:lnTo>
                    <a:pt x="211" y="885"/>
                  </a:lnTo>
                  <a:lnTo>
                    <a:pt x="211" y="888"/>
                  </a:lnTo>
                  <a:lnTo>
                    <a:pt x="213" y="890"/>
                  </a:lnTo>
                  <a:lnTo>
                    <a:pt x="218" y="895"/>
                  </a:lnTo>
                  <a:lnTo>
                    <a:pt x="220" y="897"/>
                  </a:lnTo>
                  <a:lnTo>
                    <a:pt x="220" y="897"/>
                  </a:lnTo>
                  <a:lnTo>
                    <a:pt x="223" y="897"/>
                  </a:lnTo>
                  <a:lnTo>
                    <a:pt x="225" y="897"/>
                  </a:lnTo>
                  <a:lnTo>
                    <a:pt x="228" y="897"/>
                  </a:lnTo>
                  <a:lnTo>
                    <a:pt x="228" y="897"/>
                  </a:lnTo>
                  <a:lnTo>
                    <a:pt x="230" y="899"/>
                  </a:lnTo>
                  <a:lnTo>
                    <a:pt x="230" y="899"/>
                  </a:lnTo>
                  <a:lnTo>
                    <a:pt x="232" y="902"/>
                  </a:lnTo>
                  <a:lnTo>
                    <a:pt x="232" y="902"/>
                  </a:lnTo>
                  <a:lnTo>
                    <a:pt x="232" y="907"/>
                  </a:lnTo>
                  <a:lnTo>
                    <a:pt x="232" y="911"/>
                  </a:lnTo>
                  <a:lnTo>
                    <a:pt x="230" y="916"/>
                  </a:lnTo>
                  <a:lnTo>
                    <a:pt x="230" y="921"/>
                  </a:lnTo>
                  <a:lnTo>
                    <a:pt x="225" y="928"/>
                  </a:lnTo>
                  <a:lnTo>
                    <a:pt x="223" y="930"/>
                  </a:lnTo>
                  <a:lnTo>
                    <a:pt x="225" y="930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28" y="937"/>
                  </a:lnTo>
                  <a:lnTo>
                    <a:pt x="228" y="937"/>
                  </a:lnTo>
                  <a:lnTo>
                    <a:pt x="228" y="940"/>
                  </a:lnTo>
                  <a:lnTo>
                    <a:pt x="228" y="942"/>
                  </a:lnTo>
                  <a:lnTo>
                    <a:pt x="225" y="947"/>
                  </a:lnTo>
                  <a:lnTo>
                    <a:pt x="223" y="949"/>
                  </a:lnTo>
                  <a:lnTo>
                    <a:pt x="225" y="951"/>
                  </a:lnTo>
                  <a:lnTo>
                    <a:pt x="225" y="954"/>
                  </a:lnTo>
                  <a:lnTo>
                    <a:pt x="225" y="956"/>
                  </a:lnTo>
                  <a:lnTo>
                    <a:pt x="225" y="959"/>
                  </a:lnTo>
                  <a:lnTo>
                    <a:pt x="223" y="961"/>
                  </a:lnTo>
                  <a:lnTo>
                    <a:pt x="223" y="963"/>
                  </a:lnTo>
                  <a:lnTo>
                    <a:pt x="220" y="963"/>
                  </a:lnTo>
                  <a:lnTo>
                    <a:pt x="220" y="968"/>
                  </a:lnTo>
                  <a:lnTo>
                    <a:pt x="218" y="970"/>
                  </a:lnTo>
                  <a:lnTo>
                    <a:pt x="218" y="970"/>
                  </a:lnTo>
                  <a:lnTo>
                    <a:pt x="220" y="973"/>
                  </a:lnTo>
                  <a:lnTo>
                    <a:pt x="223" y="975"/>
                  </a:lnTo>
                  <a:lnTo>
                    <a:pt x="225" y="975"/>
                  </a:lnTo>
                  <a:lnTo>
                    <a:pt x="228" y="975"/>
                  </a:lnTo>
                  <a:lnTo>
                    <a:pt x="230" y="980"/>
                  </a:lnTo>
                  <a:lnTo>
                    <a:pt x="232" y="985"/>
                  </a:lnTo>
                  <a:lnTo>
                    <a:pt x="235" y="989"/>
                  </a:lnTo>
                  <a:lnTo>
                    <a:pt x="239" y="989"/>
                  </a:lnTo>
                  <a:lnTo>
                    <a:pt x="249" y="989"/>
                  </a:lnTo>
                  <a:lnTo>
                    <a:pt x="263" y="992"/>
                  </a:lnTo>
                  <a:lnTo>
                    <a:pt x="268" y="994"/>
                  </a:lnTo>
                  <a:lnTo>
                    <a:pt x="272" y="996"/>
                  </a:lnTo>
                  <a:lnTo>
                    <a:pt x="277" y="996"/>
                  </a:lnTo>
                  <a:lnTo>
                    <a:pt x="284" y="999"/>
                  </a:lnTo>
                  <a:lnTo>
                    <a:pt x="294" y="1006"/>
                  </a:lnTo>
                  <a:lnTo>
                    <a:pt x="296" y="1006"/>
                  </a:lnTo>
                  <a:lnTo>
                    <a:pt x="298" y="1006"/>
                  </a:lnTo>
                  <a:lnTo>
                    <a:pt x="301" y="1006"/>
                  </a:lnTo>
                  <a:lnTo>
                    <a:pt x="301" y="1006"/>
                  </a:lnTo>
                  <a:lnTo>
                    <a:pt x="303" y="1008"/>
                  </a:lnTo>
                  <a:lnTo>
                    <a:pt x="306" y="1008"/>
                  </a:lnTo>
                  <a:lnTo>
                    <a:pt x="308" y="1011"/>
                  </a:lnTo>
                  <a:lnTo>
                    <a:pt x="308" y="1011"/>
                  </a:lnTo>
                  <a:lnTo>
                    <a:pt x="310" y="1011"/>
                  </a:lnTo>
                  <a:lnTo>
                    <a:pt x="310" y="1011"/>
                  </a:lnTo>
                  <a:lnTo>
                    <a:pt x="313" y="1008"/>
                  </a:lnTo>
                  <a:lnTo>
                    <a:pt x="317" y="1008"/>
                  </a:lnTo>
                  <a:lnTo>
                    <a:pt x="320" y="1011"/>
                  </a:lnTo>
                  <a:lnTo>
                    <a:pt x="322" y="1011"/>
                  </a:lnTo>
                  <a:lnTo>
                    <a:pt x="322" y="1011"/>
                  </a:lnTo>
                  <a:lnTo>
                    <a:pt x="324" y="1011"/>
                  </a:lnTo>
                  <a:lnTo>
                    <a:pt x="327" y="1013"/>
                  </a:lnTo>
                  <a:lnTo>
                    <a:pt x="332" y="1018"/>
                  </a:lnTo>
                  <a:lnTo>
                    <a:pt x="336" y="1020"/>
                  </a:lnTo>
                  <a:lnTo>
                    <a:pt x="346" y="1032"/>
                  </a:lnTo>
                  <a:lnTo>
                    <a:pt x="348" y="1034"/>
                  </a:lnTo>
                  <a:lnTo>
                    <a:pt x="351" y="1034"/>
                  </a:lnTo>
                  <a:lnTo>
                    <a:pt x="351" y="1034"/>
                  </a:lnTo>
                  <a:lnTo>
                    <a:pt x="351" y="1034"/>
                  </a:lnTo>
                  <a:lnTo>
                    <a:pt x="353" y="1037"/>
                  </a:lnTo>
                  <a:lnTo>
                    <a:pt x="351" y="1037"/>
                  </a:lnTo>
                  <a:lnTo>
                    <a:pt x="351" y="1039"/>
                  </a:lnTo>
                  <a:lnTo>
                    <a:pt x="353" y="1039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4"/>
                  </a:lnTo>
                  <a:lnTo>
                    <a:pt x="353" y="1046"/>
                  </a:lnTo>
                  <a:lnTo>
                    <a:pt x="353" y="1046"/>
                  </a:lnTo>
                  <a:lnTo>
                    <a:pt x="353" y="1049"/>
                  </a:lnTo>
                  <a:lnTo>
                    <a:pt x="355" y="1049"/>
                  </a:lnTo>
                  <a:lnTo>
                    <a:pt x="355" y="1049"/>
                  </a:lnTo>
                  <a:lnTo>
                    <a:pt x="355" y="1051"/>
                  </a:lnTo>
                  <a:lnTo>
                    <a:pt x="355" y="1051"/>
                  </a:lnTo>
                  <a:lnTo>
                    <a:pt x="360" y="1056"/>
                  </a:lnTo>
                  <a:lnTo>
                    <a:pt x="362" y="1058"/>
                  </a:lnTo>
                  <a:lnTo>
                    <a:pt x="365" y="1058"/>
                  </a:lnTo>
                  <a:lnTo>
                    <a:pt x="365" y="1058"/>
                  </a:lnTo>
                  <a:lnTo>
                    <a:pt x="362" y="1058"/>
                  </a:lnTo>
                  <a:lnTo>
                    <a:pt x="362" y="1058"/>
                  </a:lnTo>
                  <a:lnTo>
                    <a:pt x="362" y="1056"/>
                  </a:lnTo>
                  <a:lnTo>
                    <a:pt x="365" y="1058"/>
                  </a:lnTo>
                  <a:lnTo>
                    <a:pt x="374" y="1063"/>
                  </a:lnTo>
                  <a:lnTo>
                    <a:pt x="384" y="1067"/>
                  </a:lnTo>
                  <a:lnTo>
                    <a:pt x="388" y="1070"/>
                  </a:lnTo>
                  <a:lnTo>
                    <a:pt x="391" y="1072"/>
                  </a:lnTo>
                  <a:lnTo>
                    <a:pt x="393" y="1075"/>
                  </a:lnTo>
                  <a:lnTo>
                    <a:pt x="395" y="1075"/>
                  </a:lnTo>
                  <a:lnTo>
                    <a:pt x="398" y="1072"/>
                  </a:lnTo>
                  <a:lnTo>
                    <a:pt x="412" y="1075"/>
                  </a:lnTo>
                  <a:lnTo>
                    <a:pt x="414" y="1075"/>
                  </a:lnTo>
                  <a:lnTo>
                    <a:pt x="414" y="1075"/>
                  </a:lnTo>
                  <a:lnTo>
                    <a:pt x="414" y="1075"/>
                  </a:lnTo>
                  <a:lnTo>
                    <a:pt x="417" y="1075"/>
                  </a:lnTo>
                  <a:lnTo>
                    <a:pt x="419" y="1075"/>
                  </a:lnTo>
                  <a:lnTo>
                    <a:pt x="421" y="1075"/>
                  </a:lnTo>
                  <a:lnTo>
                    <a:pt x="424" y="1077"/>
                  </a:lnTo>
                  <a:lnTo>
                    <a:pt x="426" y="1082"/>
                  </a:lnTo>
                  <a:lnTo>
                    <a:pt x="429" y="1089"/>
                  </a:lnTo>
                  <a:lnTo>
                    <a:pt x="431" y="1093"/>
                  </a:lnTo>
                  <a:lnTo>
                    <a:pt x="431" y="1098"/>
                  </a:lnTo>
                  <a:lnTo>
                    <a:pt x="433" y="1101"/>
                  </a:lnTo>
                  <a:lnTo>
                    <a:pt x="431" y="1103"/>
                  </a:lnTo>
                  <a:lnTo>
                    <a:pt x="431" y="1108"/>
                  </a:lnTo>
                  <a:lnTo>
                    <a:pt x="431" y="1108"/>
                  </a:lnTo>
                  <a:lnTo>
                    <a:pt x="429" y="1110"/>
                  </a:lnTo>
                  <a:lnTo>
                    <a:pt x="429" y="1112"/>
                  </a:lnTo>
                  <a:lnTo>
                    <a:pt x="429" y="1115"/>
                  </a:lnTo>
                  <a:lnTo>
                    <a:pt x="431" y="1115"/>
                  </a:lnTo>
                  <a:lnTo>
                    <a:pt x="431" y="1117"/>
                  </a:lnTo>
                  <a:lnTo>
                    <a:pt x="431" y="1117"/>
                  </a:lnTo>
                  <a:lnTo>
                    <a:pt x="433" y="1117"/>
                  </a:lnTo>
                  <a:lnTo>
                    <a:pt x="433" y="1115"/>
                  </a:lnTo>
                  <a:lnTo>
                    <a:pt x="436" y="1117"/>
                  </a:lnTo>
                  <a:lnTo>
                    <a:pt x="436" y="1120"/>
                  </a:lnTo>
                  <a:lnTo>
                    <a:pt x="436" y="1120"/>
                  </a:lnTo>
                  <a:lnTo>
                    <a:pt x="438" y="1120"/>
                  </a:lnTo>
                  <a:lnTo>
                    <a:pt x="438" y="1122"/>
                  </a:lnTo>
                  <a:lnTo>
                    <a:pt x="440" y="1122"/>
                  </a:lnTo>
                  <a:lnTo>
                    <a:pt x="440" y="1122"/>
                  </a:lnTo>
                  <a:lnTo>
                    <a:pt x="443" y="1120"/>
                  </a:lnTo>
                  <a:lnTo>
                    <a:pt x="443" y="1120"/>
                  </a:lnTo>
                  <a:lnTo>
                    <a:pt x="443" y="1120"/>
                  </a:lnTo>
                  <a:lnTo>
                    <a:pt x="443" y="1115"/>
                  </a:lnTo>
                  <a:lnTo>
                    <a:pt x="445" y="1115"/>
                  </a:lnTo>
                  <a:lnTo>
                    <a:pt x="445" y="1115"/>
                  </a:lnTo>
                  <a:lnTo>
                    <a:pt x="447" y="1115"/>
                  </a:lnTo>
                  <a:lnTo>
                    <a:pt x="447" y="1115"/>
                  </a:lnTo>
                  <a:lnTo>
                    <a:pt x="447" y="1115"/>
                  </a:lnTo>
                  <a:lnTo>
                    <a:pt x="450" y="1115"/>
                  </a:lnTo>
                  <a:lnTo>
                    <a:pt x="452" y="1117"/>
                  </a:lnTo>
                  <a:lnTo>
                    <a:pt x="455" y="1117"/>
                  </a:lnTo>
                  <a:lnTo>
                    <a:pt x="457" y="1117"/>
                  </a:lnTo>
                  <a:lnTo>
                    <a:pt x="459" y="1117"/>
                  </a:lnTo>
                  <a:lnTo>
                    <a:pt x="471" y="1134"/>
                  </a:lnTo>
                  <a:lnTo>
                    <a:pt x="474" y="1138"/>
                  </a:lnTo>
                  <a:lnTo>
                    <a:pt x="485" y="1146"/>
                  </a:lnTo>
                  <a:lnTo>
                    <a:pt x="490" y="1150"/>
                  </a:lnTo>
                  <a:lnTo>
                    <a:pt x="492" y="1157"/>
                  </a:lnTo>
                  <a:lnTo>
                    <a:pt x="495" y="1157"/>
                  </a:lnTo>
                  <a:lnTo>
                    <a:pt x="500" y="1162"/>
                  </a:lnTo>
                  <a:lnTo>
                    <a:pt x="500" y="1164"/>
                  </a:lnTo>
                  <a:lnTo>
                    <a:pt x="504" y="1172"/>
                  </a:lnTo>
                  <a:lnTo>
                    <a:pt x="514" y="1179"/>
                  </a:lnTo>
                  <a:lnTo>
                    <a:pt x="526" y="1202"/>
                  </a:lnTo>
                  <a:lnTo>
                    <a:pt x="528" y="1214"/>
                  </a:lnTo>
                  <a:lnTo>
                    <a:pt x="530" y="1221"/>
                  </a:lnTo>
                  <a:lnTo>
                    <a:pt x="530" y="1224"/>
                  </a:lnTo>
                  <a:lnTo>
                    <a:pt x="530" y="1226"/>
                  </a:lnTo>
                  <a:lnTo>
                    <a:pt x="530" y="1238"/>
                  </a:lnTo>
                  <a:lnTo>
                    <a:pt x="530" y="1240"/>
                  </a:lnTo>
                  <a:lnTo>
                    <a:pt x="530" y="1243"/>
                  </a:lnTo>
                  <a:lnTo>
                    <a:pt x="528" y="1243"/>
                  </a:lnTo>
                  <a:lnTo>
                    <a:pt x="528" y="1245"/>
                  </a:lnTo>
                  <a:lnTo>
                    <a:pt x="526" y="1247"/>
                  </a:lnTo>
                  <a:lnTo>
                    <a:pt x="528" y="1252"/>
                  </a:lnTo>
                  <a:lnTo>
                    <a:pt x="528" y="1254"/>
                  </a:lnTo>
                  <a:lnTo>
                    <a:pt x="528" y="1257"/>
                  </a:lnTo>
                  <a:lnTo>
                    <a:pt x="526" y="1262"/>
                  </a:lnTo>
                  <a:lnTo>
                    <a:pt x="526" y="1262"/>
                  </a:lnTo>
                  <a:lnTo>
                    <a:pt x="528" y="1264"/>
                  </a:lnTo>
                  <a:lnTo>
                    <a:pt x="528" y="1266"/>
                  </a:lnTo>
                  <a:lnTo>
                    <a:pt x="528" y="1266"/>
                  </a:lnTo>
                  <a:lnTo>
                    <a:pt x="530" y="1262"/>
                  </a:lnTo>
                  <a:lnTo>
                    <a:pt x="530" y="1262"/>
                  </a:lnTo>
                  <a:lnTo>
                    <a:pt x="533" y="1259"/>
                  </a:lnTo>
                  <a:lnTo>
                    <a:pt x="533" y="1259"/>
                  </a:lnTo>
                  <a:lnTo>
                    <a:pt x="535" y="1262"/>
                  </a:lnTo>
                  <a:lnTo>
                    <a:pt x="535" y="1262"/>
                  </a:lnTo>
                  <a:lnTo>
                    <a:pt x="537" y="1264"/>
                  </a:lnTo>
                  <a:lnTo>
                    <a:pt x="540" y="1264"/>
                  </a:lnTo>
                  <a:lnTo>
                    <a:pt x="540" y="1269"/>
                  </a:lnTo>
                  <a:lnTo>
                    <a:pt x="542" y="1271"/>
                  </a:lnTo>
                  <a:lnTo>
                    <a:pt x="542" y="1273"/>
                  </a:lnTo>
                  <a:lnTo>
                    <a:pt x="540" y="1273"/>
                  </a:lnTo>
                  <a:lnTo>
                    <a:pt x="540" y="1273"/>
                  </a:lnTo>
                  <a:lnTo>
                    <a:pt x="540" y="1271"/>
                  </a:lnTo>
                  <a:lnTo>
                    <a:pt x="537" y="1269"/>
                  </a:lnTo>
                  <a:lnTo>
                    <a:pt x="537" y="1266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5" y="1262"/>
                  </a:lnTo>
                  <a:lnTo>
                    <a:pt x="533" y="1262"/>
                  </a:lnTo>
                  <a:lnTo>
                    <a:pt x="530" y="1264"/>
                  </a:lnTo>
                  <a:lnTo>
                    <a:pt x="530" y="1264"/>
                  </a:lnTo>
                  <a:lnTo>
                    <a:pt x="533" y="1264"/>
                  </a:lnTo>
                  <a:lnTo>
                    <a:pt x="535" y="1266"/>
                  </a:lnTo>
                  <a:lnTo>
                    <a:pt x="537" y="1271"/>
                  </a:lnTo>
                  <a:lnTo>
                    <a:pt x="537" y="1273"/>
                  </a:lnTo>
                  <a:lnTo>
                    <a:pt x="537" y="1278"/>
                  </a:lnTo>
                  <a:lnTo>
                    <a:pt x="537" y="1280"/>
                  </a:lnTo>
                  <a:lnTo>
                    <a:pt x="537" y="1283"/>
                  </a:lnTo>
                  <a:lnTo>
                    <a:pt x="537" y="1285"/>
                  </a:lnTo>
                  <a:lnTo>
                    <a:pt x="537" y="1285"/>
                  </a:lnTo>
                  <a:lnTo>
                    <a:pt x="544" y="1285"/>
                  </a:lnTo>
                  <a:lnTo>
                    <a:pt x="554" y="1285"/>
                  </a:lnTo>
                  <a:lnTo>
                    <a:pt x="561" y="1285"/>
                  </a:lnTo>
                  <a:lnTo>
                    <a:pt x="568" y="1288"/>
                  </a:lnTo>
                  <a:lnTo>
                    <a:pt x="575" y="1288"/>
                  </a:lnTo>
                  <a:lnTo>
                    <a:pt x="585" y="1288"/>
                  </a:lnTo>
                  <a:lnTo>
                    <a:pt x="592" y="1288"/>
                  </a:lnTo>
                  <a:lnTo>
                    <a:pt x="599" y="1288"/>
                  </a:lnTo>
                  <a:lnTo>
                    <a:pt x="608" y="1290"/>
                  </a:lnTo>
                  <a:lnTo>
                    <a:pt x="615" y="1290"/>
                  </a:lnTo>
                  <a:lnTo>
                    <a:pt x="623" y="1290"/>
                  </a:lnTo>
                  <a:lnTo>
                    <a:pt x="630" y="1290"/>
                  </a:lnTo>
                  <a:lnTo>
                    <a:pt x="639" y="1290"/>
                  </a:lnTo>
                  <a:lnTo>
                    <a:pt x="646" y="1290"/>
                  </a:lnTo>
                  <a:lnTo>
                    <a:pt x="653" y="1292"/>
                  </a:lnTo>
                  <a:lnTo>
                    <a:pt x="670" y="1292"/>
                  </a:lnTo>
                  <a:lnTo>
                    <a:pt x="677" y="1292"/>
                  </a:lnTo>
                  <a:lnTo>
                    <a:pt x="684" y="1292"/>
                  </a:lnTo>
                  <a:lnTo>
                    <a:pt x="693" y="1295"/>
                  </a:lnTo>
                  <a:lnTo>
                    <a:pt x="701" y="1295"/>
                  </a:lnTo>
                  <a:lnTo>
                    <a:pt x="708" y="1295"/>
                  </a:lnTo>
                  <a:lnTo>
                    <a:pt x="715" y="1295"/>
                  </a:lnTo>
                  <a:lnTo>
                    <a:pt x="724" y="1295"/>
                  </a:lnTo>
                  <a:lnTo>
                    <a:pt x="731" y="1295"/>
                  </a:lnTo>
                  <a:lnTo>
                    <a:pt x="738" y="1297"/>
                  </a:lnTo>
                  <a:lnTo>
                    <a:pt x="748" y="1297"/>
                  </a:lnTo>
                  <a:lnTo>
                    <a:pt x="755" y="1297"/>
                  </a:lnTo>
                  <a:lnTo>
                    <a:pt x="762" y="1297"/>
                  </a:lnTo>
                  <a:lnTo>
                    <a:pt x="769" y="1297"/>
                  </a:lnTo>
                  <a:lnTo>
                    <a:pt x="779" y="1297"/>
                  </a:lnTo>
                  <a:lnTo>
                    <a:pt x="786" y="1297"/>
                  </a:lnTo>
                  <a:lnTo>
                    <a:pt x="790" y="1297"/>
                  </a:lnTo>
                  <a:lnTo>
                    <a:pt x="790" y="1299"/>
                  </a:lnTo>
                  <a:lnTo>
                    <a:pt x="790" y="1297"/>
                  </a:lnTo>
                  <a:lnTo>
                    <a:pt x="795" y="1295"/>
                  </a:lnTo>
                  <a:lnTo>
                    <a:pt x="805" y="1297"/>
                  </a:lnTo>
                  <a:lnTo>
                    <a:pt x="809" y="1297"/>
                  </a:lnTo>
                  <a:lnTo>
                    <a:pt x="812" y="1297"/>
                  </a:lnTo>
                  <a:lnTo>
                    <a:pt x="812" y="1295"/>
                  </a:lnTo>
                  <a:lnTo>
                    <a:pt x="812" y="1292"/>
                  </a:lnTo>
                  <a:lnTo>
                    <a:pt x="812" y="1290"/>
                  </a:lnTo>
                  <a:lnTo>
                    <a:pt x="814" y="1288"/>
                  </a:lnTo>
                  <a:lnTo>
                    <a:pt x="819" y="1285"/>
                  </a:lnTo>
                  <a:lnTo>
                    <a:pt x="819" y="1285"/>
                  </a:lnTo>
                  <a:lnTo>
                    <a:pt x="821" y="1283"/>
                  </a:lnTo>
                  <a:lnTo>
                    <a:pt x="819" y="1273"/>
                  </a:lnTo>
                  <a:lnTo>
                    <a:pt x="819" y="1271"/>
                  </a:lnTo>
                  <a:lnTo>
                    <a:pt x="821" y="1271"/>
                  </a:lnTo>
                  <a:lnTo>
                    <a:pt x="821" y="1269"/>
                  </a:lnTo>
                  <a:lnTo>
                    <a:pt x="821" y="1269"/>
                  </a:lnTo>
                  <a:lnTo>
                    <a:pt x="819" y="1264"/>
                  </a:lnTo>
                  <a:lnTo>
                    <a:pt x="814" y="1262"/>
                  </a:lnTo>
                  <a:lnTo>
                    <a:pt x="805" y="1259"/>
                  </a:lnTo>
                  <a:lnTo>
                    <a:pt x="802" y="1257"/>
                  </a:lnTo>
                  <a:lnTo>
                    <a:pt x="800" y="1252"/>
                  </a:lnTo>
                  <a:lnTo>
                    <a:pt x="800" y="1247"/>
                  </a:lnTo>
                  <a:lnTo>
                    <a:pt x="802" y="1243"/>
                  </a:lnTo>
                  <a:lnTo>
                    <a:pt x="802" y="1238"/>
                  </a:lnTo>
                  <a:lnTo>
                    <a:pt x="802" y="1231"/>
                  </a:lnTo>
                  <a:lnTo>
                    <a:pt x="802" y="1228"/>
                  </a:lnTo>
                  <a:lnTo>
                    <a:pt x="800" y="1226"/>
                  </a:lnTo>
                  <a:lnTo>
                    <a:pt x="800" y="1224"/>
                  </a:lnTo>
                  <a:lnTo>
                    <a:pt x="802" y="1219"/>
                  </a:lnTo>
                  <a:lnTo>
                    <a:pt x="802" y="1219"/>
                  </a:lnTo>
                  <a:lnTo>
                    <a:pt x="802" y="1217"/>
                  </a:lnTo>
                  <a:lnTo>
                    <a:pt x="802" y="1217"/>
                  </a:lnTo>
                  <a:lnTo>
                    <a:pt x="802" y="1214"/>
                  </a:lnTo>
                  <a:lnTo>
                    <a:pt x="802" y="1214"/>
                  </a:lnTo>
                  <a:lnTo>
                    <a:pt x="800" y="1212"/>
                  </a:lnTo>
                  <a:lnTo>
                    <a:pt x="802" y="1212"/>
                  </a:lnTo>
                  <a:lnTo>
                    <a:pt x="807" y="1212"/>
                  </a:lnTo>
                  <a:lnTo>
                    <a:pt x="809" y="1212"/>
                  </a:lnTo>
                  <a:lnTo>
                    <a:pt x="812" y="1209"/>
                  </a:lnTo>
                  <a:lnTo>
                    <a:pt x="816" y="1202"/>
                  </a:lnTo>
                  <a:lnTo>
                    <a:pt x="819" y="1200"/>
                  </a:lnTo>
                  <a:lnTo>
                    <a:pt x="819" y="1200"/>
                  </a:lnTo>
                  <a:lnTo>
                    <a:pt x="821" y="1198"/>
                  </a:lnTo>
                  <a:lnTo>
                    <a:pt x="824" y="1195"/>
                  </a:lnTo>
                  <a:lnTo>
                    <a:pt x="824" y="1195"/>
                  </a:lnTo>
                  <a:lnTo>
                    <a:pt x="824" y="1193"/>
                  </a:lnTo>
                  <a:lnTo>
                    <a:pt x="824" y="1191"/>
                  </a:lnTo>
                  <a:lnTo>
                    <a:pt x="824" y="1188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6" y="1186"/>
                  </a:lnTo>
                  <a:lnTo>
                    <a:pt x="826" y="1183"/>
                  </a:lnTo>
                  <a:lnTo>
                    <a:pt x="826" y="1181"/>
                  </a:lnTo>
                  <a:lnTo>
                    <a:pt x="828" y="1179"/>
                  </a:lnTo>
                  <a:lnTo>
                    <a:pt x="831" y="1179"/>
                  </a:lnTo>
                  <a:lnTo>
                    <a:pt x="831" y="1176"/>
                  </a:lnTo>
                  <a:lnTo>
                    <a:pt x="831" y="1174"/>
                  </a:lnTo>
                  <a:lnTo>
                    <a:pt x="831" y="1172"/>
                  </a:lnTo>
                  <a:lnTo>
                    <a:pt x="831" y="1172"/>
                  </a:lnTo>
                  <a:lnTo>
                    <a:pt x="831" y="1172"/>
                  </a:lnTo>
                  <a:lnTo>
                    <a:pt x="831" y="1169"/>
                  </a:lnTo>
                  <a:lnTo>
                    <a:pt x="831" y="1169"/>
                  </a:lnTo>
                  <a:lnTo>
                    <a:pt x="831" y="1167"/>
                  </a:lnTo>
                  <a:lnTo>
                    <a:pt x="831" y="1167"/>
                  </a:lnTo>
                  <a:lnTo>
                    <a:pt x="831" y="1162"/>
                  </a:lnTo>
                  <a:lnTo>
                    <a:pt x="831" y="1160"/>
                  </a:lnTo>
                  <a:lnTo>
                    <a:pt x="831" y="1157"/>
                  </a:lnTo>
                  <a:lnTo>
                    <a:pt x="833" y="1157"/>
                  </a:lnTo>
                  <a:lnTo>
                    <a:pt x="833" y="1155"/>
                  </a:lnTo>
                  <a:lnTo>
                    <a:pt x="833" y="1155"/>
                  </a:lnTo>
                  <a:lnTo>
                    <a:pt x="831" y="1153"/>
                  </a:lnTo>
                  <a:lnTo>
                    <a:pt x="831" y="1150"/>
                  </a:lnTo>
                  <a:lnTo>
                    <a:pt x="831" y="1150"/>
                  </a:lnTo>
                  <a:lnTo>
                    <a:pt x="831" y="1146"/>
                  </a:lnTo>
                  <a:lnTo>
                    <a:pt x="833" y="1146"/>
                  </a:lnTo>
                  <a:lnTo>
                    <a:pt x="838" y="1143"/>
                  </a:lnTo>
                  <a:lnTo>
                    <a:pt x="840" y="1141"/>
                  </a:lnTo>
                  <a:lnTo>
                    <a:pt x="842" y="1141"/>
                  </a:lnTo>
                  <a:lnTo>
                    <a:pt x="842" y="1138"/>
                  </a:lnTo>
                  <a:lnTo>
                    <a:pt x="845" y="1131"/>
                  </a:lnTo>
                  <a:lnTo>
                    <a:pt x="847" y="1129"/>
                  </a:lnTo>
                  <a:lnTo>
                    <a:pt x="847" y="1129"/>
                  </a:lnTo>
                  <a:lnTo>
                    <a:pt x="852" y="1129"/>
                  </a:lnTo>
                  <a:lnTo>
                    <a:pt x="864" y="1122"/>
                  </a:lnTo>
                  <a:lnTo>
                    <a:pt x="866" y="1122"/>
                  </a:lnTo>
                  <a:lnTo>
                    <a:pt x="869" y="1117"/>
                  </a:lnTo>
                  <a:lnTo>
                    <a:pt x="873" y="1115"/>
                  </a:lnTo>
                  <a:lnTo>
                    <a:pt x="876" y="1112"/>
                  </a:lnTo>
                  <a:lnTo>
                    <a:pt x="878" y="1110"/>
                  </a:lnTo>
                  <a:lnTo>
                    <a:pt x="878" y="1108"/>
                  </a:lnTo>
                  <a:close/>
                  <a:moveTo>
                    <a:pt x="62" y="544"/>
                  </a:move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close/>
                  <a:moveTo>
                    <a:pt x="121" y="535"/>
                  </a:move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21" y="537"/>
                  </a:lnTo>
                  <a:lnTo>
                    <a:pt x="121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close/>
                  <a:moveTo>
                    <a:pt x="126" y="540"/>
                  </a:moveTo>
                  <a:lnTo>
                    <a:pt x="126" y="542"/>
                  </a:lnTo>
                  <a:lnTo>
                    <a:pt x="126" y="542"/>
                  </a:lnTo>
                  <a:lnTo>
                    <a:pt x="126" y="544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0"/>
                  </a:lnTo>
                  <a:lnTo>
                    <a:pt x="126" y="540"/>
                  </a:lnTo>
                  <a:lnTo>
                    <a:pt x="126" y="540"/>
                  </a:lnTo>
                  <a:lnTo>
                    <a:pt x="126" y="540"/>
                  </a:lnTo>
                  <a:close/>
                  <a:moveTo>
                    <a:pt x="334" y="1063"/>
                  </a:moveTo>
                  <a:lnTo>
                    <a:pt x="332" y="1063"/>
                  </a:lnTo>
                  <a:lnTo>
                    <a:pt x="332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32" y="1063"/>
                  </a:lnTo>
                  <a:lnTo>
                    <a:pt x="332" y="1063"/>
                  </a:lnTo>
                  <a:lnTo>
                    <a:pt x="334" y="1065"/>
                  </a:lnTo>
                  <a:lnTo>
                    <a:pt x="334" y="1065"/>
                  </a:lnTo>
                  <a:lnTo>
                    <a:pt x="334" y="1063"/>
                  </a:lnTo>
                  <a:lnTo>
                    <a:pt x="334" y="1063"/>
                  </a:lnTo>
                  <a:close/>
                  <a:moveTo>
                    <a:pt x="360" y="1134"/>
                  </a:moveTo>
                  <a:lnTo>
                    <a:pt x="360" y="1134"/>
                  </a:lnTo>
                  <a:lnTo>
                    <a:pt x="358" y="1134"/>
                  </a:lnTo>
                  <a:lnTo>
                    <a:pt x="358" y="1134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60" y="1136"/>
                  </a:lnTo>
                  <a:lnTo>
                    <a:pt x="360" y="1134"/>
                  </a:lnTo>
                  <a:lnTo>
                    <a:pt x="360" y="1134"/>
                  </a:lnTo>
                  <a:lnTo>
                    <a:pt x="360" y="1134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71" name="Freeform 52">
              <a:extLst>
                <a:ext uri="{FF2B5EF4-FFF2-40B4-BE49-F238E27FC236}">
                  <a16:creationId xmlns:a16="http://schemas.microsoft.com/office/drawing/2014/main" id="{5843A533-4CD4-4455-9B1A-C954EBA0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709" y="3154277"/>
              <a:ext cx="614587" cy="712770"/>
            </a:xfrm>
            <a:custGeom>
              <a:avLst/>
              <a:gdLst>
                <a:gd name="T0" fmla="*/ 629 w 651"/>
                <a:gd name="T1" fmla="*/ 293 h 755"/>
                <a:gd name="T2" fmla="*/ 618 w 651"/>
                <a:gd name="T3" fmla="*/ 447 h 755"/>
                <a:gd name="T4" fmla="*/ 606 w 651"/>
                <a:gd name="T5" fmla="*/ 601 h 755"/>
                <a:gd name="T6" fmla="*/ 592 w 651"/>
                <a:gd name="T7" fmla="*/ 755 h 755"/>
                <a:gd name="T8" fmla="*/ 592 w 651"/>
                <a:gd name="T9" fmla="*/ 755 h 755"/>
                <a:gd name="T10" fmla="*/ 592 w 651"/>
                <a:gd name="T11" fmla="*/ 755 h 755"/>
                <a:gd name="T12" fmla="*/ 592 w 651"/>
                <a:gd name="T13" fmla="*/ 755 h 755"/>
                <a:gd name="T14" fmla="*/ 592 w 651"/>
                <a:gd name="T15" fmla="*/ 755 h 755"/>
                <a:gd name="T16" fmla="*/ 580 w 651"/>
                <a:gd name="T17" fmla="*/ 755 h 755"/>
                <a:gd name="T18" fmla="*/ 549 w 651"/>
                <a:gd name="T19" fmla="*/ 752 h 755"/>
                <a:gd name="T20" fmla="*/ 518 w 651"/>
                <a:gd name="T21" fmla="*/ 750 h 755"/>
                <a:gd name="T22" fmla="*/ 485 w 651"/>
                <a:gd name="T23" fmla="*/ 745 h 755"/>
                <a:gd name="T24" fmla="*/ 454 w 651"/>
                <a:gd name="T25" fmla="*/ 743 h 755"/>
                <a:gd name="T26" fmla="*/ 421 w 651"/>
                <a:gd name="T27" fmla="*/ 741 h 755"/>
                <a:gd name="T28" fmla="*/ 391 w 651"/>
                <a:gd name="T29" fmla="*/ 738 h 755"/>
                <a:gd name="T30" fmla="*/ 355 w 651"/>
                <a:gd name="T31" fmla="*/ 724 h 755"/>
                <a:gd name="T32" fmla="*/ 208 w 651"/>
                <a:gd name="T33" fmla="*/ 651 h 755"/>
                <a:gd name="T34" fmla="*/ 0 w 651"/>
                <a:gd name="T35" fmla="*/ 544 h 755"/>
                <a:gd name="T36" fmla="*/ 5 w 651"/>
                <a:gd name="T37" fmla="*/ 530 h 755"/>
                <a:gd name="T38" fmla="*/ 12 w 651"/>
                <a:gd name="T39" fmla="*/ 523 h 755"/>
                <a:gd name="T40" fmla="*/ 36 w 651"/>
                <a:gd name="T41" fmla="*/ 516 h 755"/>
                <a:gd name="T42" fmla="*/ 43 w 651"/>
                <a:gd name="T43" fmla="*/ 494 h 755"/>
                <a:gd name="T44" fmla="*/ 29 w 651"/>
                <a:gd name="T45" fmla="*/ 480 h 755"/>
                <a:gd name="T46" fmla="*/ 26 w 651"/>
                <a:gd name="T47" fmla="*/ 449 h 755"/>
                <a:gd name="T48" fmla="*/ 26 w 651"/>
                <a:gd name="T49" fmla="*/ 435 h 755"/>
                <a:gd name="T50" fmla="*/ 40 w 651"/>
                <a:gd name="T51" fmla="*/ 423 h 755"/>
                <a:gd name="T52" fmla="*/ 48 w 651"/>
                <a:gd name="T53" fmla="*/ 412 h 755"/>
                <a:gd name="T54" fmla="*/ 52 w 651"/>
                <a:gd name="T55" fmla="*/ 400 h 755"/>
                <a:gd name="T56" fmla="*/ 55 w 651"/>
                <a:gd name="T57" fmla="*/ 390 h 755"/>
                <a:gd name="T58" fmla="*/ 57 w 651"/>
                <a:gd name="T59" fmla="*/ 378 h 755"/>
                <a:gd name="T60" fmla="*/ 57 w 651"/>
                <a:gd name="T61" fmla="*/ 367 h 755"/>
                <a:gd name="T62" fmla="*/ 71 w 651"/>
                <a:gd name="T63" fmla="*/ 350 h 755"/>
                <a:gd name="T64" fmla="*/ 102 w 651"/>
                <a:gd name="T65" fmla="*/ 331 h 755"/>
                <a:gd name="T66" fmla="*/ 88 w 651"/>
                <a:gd name="T67" fmla="*/ 314 h 755"/>
                <a:gd name="T68" fmla="*/ 83 w 651"/>
                <a:gd name="T69" fmla="*/ 307 h 755"/>
                <a:gd name="T70" fmla="*/ 78 w 651"/>
                <a:gd name="T71" fmla="*/ 303 h 755"/>
                <a:gd name="T72" fmla="*/ 78 w 651"/>
                <a:gd name="T73" fmla="*/ 293 h 755"/>
                <a:gd name="T74" fmla="*/ 76 w 651"/>
                <a:gd name="T75" fmla="*/ 284 h 755"/>
                <a:gd name="T76" fmla="*/ 64 w 651"/>
                <a:gd name="T77" fmla="*/ 258 h 755"/>
                <a:gd name="T78" fmla="*/ 62 w 651"/>
                <a:gd name="T79" fmla="*/ 236 h 755"/>
                <a:gd name="T80" fmla="*/ 62 w 651"/>
                <a:gd name="T81" fmla="*/ 220 h 755"/>
                <a:gd name="T82" fmla="*/ 71 w 651"/>
                <a:gd name="T83" fmla="*/ 213 h 755"/>
                <a:gd name="T84" fmla="*/ 66 w 651"/>
                <a:gd name="T85" fmla="*/ 180 h 755"/>
                <a:gd name="T86" fmla="*/ 66 w 651"/>
                <a:gd name="T87" fmla="*/ 146 h 755"/>
                <a:gd name="T88" fmla="*/ 71 w 651"/>
                <a:gd name="T89" fmla="*/ 128 h 755"/>
                <a:gd name="T90" fmla="*/ 69 w 651"/>
                <a:gd name="T91" fmla="*/ 106 h 755"/>
                <a:gd name="T92" fmla="*/ 71 w 651"/>
                <a:gd name="T93" fmla="*/ 99 h 755"/>
                <a:gd name="T94" fmla="*/ 95 w 651"/>
                <a:gd name="T95" fmla="*/ 99 h 755"/>
                <a:gd name="T96" fmla="*/ 100 w 651"/>
                <a:gd name="T97" fmla="*/ 101 h 755"/>
                <a:gd name="T98" fmla="*/ 107 w 651"/>
                <a:gd name="T99" fmla="*/ 99 h 755"/>
                <a:gd name="T100" fmla="*/ 111 w 651"/>
                <a:gd name="T101" fmla="*/ 111 h 755"/>
                <a:gd name="T102" fmla="*/ 128 w 651"/>
                <a:gd name="T103" fmla="*/ 116 h 755"/>
                <a:gd name="T104" fmla="*/ 140 w 651"/>
                <a:gd name="T105" fmla="*/ 94 h 755"/>
                <a:gd name="T106" fmla="*/ 145 w 651"/>
                <a:gd name="T107" fmla="*/ 61 h 755"/>
                <a:gd name="T108" fmla="*/ 152 w 651"/>
                <a:gd name="T109" fmla="*/ 7 h 755"/>
                <a:gd name="T110" fmla="*/ 216 w 651"/>
                <a:gd name="T111" fmla="*/ 7 h 755"/>
                <a:gd name="T112" fmla="*/ 324 w 651"/>
                <a:gd name="T113" fmla="*/ 19 h 755"/>
                <a:gd name="T114" fmla="*/ 431 w 651"/>
                <a:gd name="T115" fmla="*/ 30 h 755"/>
                <a:gd name="T116" fmla="*/ 542 w 651"/>
                <a:gd name="T117" fmla="*/ 42 h 755"/>
                <a:gd name="T118" fmla="*/ 651 w 651"/>
                <a:gd name="T119" fmla="*/ 52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1" h="755">
                  <a:moveTo>
                    <a:pt x="641" y="161"/>
                  </a:moveTo>
                  <a:lnTo>
                    <a:pt x="639" y="182"/>
                  </a:lnTo>
                  <a:lnTo>
                    <a:pt x="637" y="206"/>
                  </a:lnTo>
                  <a:lnTo>
                    <a:pt x="637" y="227"/>
                  </a:lnTo>
                  <a:lnTo>
                    <a:pt x="634" y="248"/>
                  </a:lnTo>
                  <a:lnTo>
                    <a:pt x="632" y="272"/>
                  </a:lnTo>
                  <a:lnTo>
                    <a:pt x="629" y="293"/>
                  </a:lnTo>
                  <a:lnTo>
                    <a:pt x="627" y="314"/>
                  </a:lnTo>
                  <a:lnTo>
                    <a:pt x="627" y="336"/>
                  </a:lnTo>
                  <a:lnTo>
                    <a:pt x="625" y="359"/>
                  </a:lnTo>
                  <a:lnTo>
                    <a:pt x="622" y="381"/>
                  </a:lnTo>
                  <a:lnTo>
                    <a:pt x="620" y="402"/>
                  </a:lnTo>
                  <a:lnTo>
                    <a:pt x="620" y="426"/>
                  </a:lnTo>
                  <a:lnTo>
                    <a:pt x="618" y="447"/>
                  </a:lnTo>
                  <a:lnTo>
                    <a:pt x="615" y="468"/>
                  </a:lnTo>
                  <a:lnTo>
                    <a:pt x="613" y="490"/>
                  </a:lnTo>
                  <a:lnTo>
                    <a:pt x="613" y="513"/>
                  </a:lnTo>
                  <a:lnTo>
                    <a:pt x="611" y="535"/>
                  </a:lnTo>
                  <a:lnTo>
                    <a:pt x="608" y="556"/>
                  </a:lnTo>
                  <a:lnTo>
                    <a:pt x="606" y="580"/>
                  </a:lnTo>
                  <a:lnTo>
                    <a:pt x="606" y="601"/>
                  </a:lnTo>
                  <a:lnTo>
                    <a:pt x="603" y="622"/>
                  </a:lnTo>
                  <a:lnTo>
                    <a:pt x="601" y="643"/>
                  </a:lnTo>
                  <a:lnTo>
                    <a:pt x="599" y="667"/>
                  </a:lnTo>
                  <a:lnTo>
                    <a:pt x="599" y="688"/>
                  </a:lnTo>
                  <a:lnTo>
                    <a:pt x="596" y="710"/>
                  </a:lnTo>
                  <a:lnTo>
                    <a:pt x="594" y="733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89" y="755"/>
                  </a:lnTo>
                  <a:lnTo>
                    <a:pt x="585" y="755"/>
                  </a:lnTo>
                  <a:lnTo>
                    <a:pt x="580" y="755"/>
                  </a:lnTo>
                  <a:lnTo>
                    <a:pt x="575" y="755"/>
                  </a:lnTo>
                  <a:lnTo>
                    <a:pt x="573" y="755"/>
                  </a:lnTo>
                  <a:lnTo>
                    <a:pt x="568" y="752"/>
                  </a:lnTo>
                  <a:lnTo>
                    <a:pt x="563" y="752"/>
                  </a:lnTo>
                  <a:lnTo>
                    <a:pt x="558" y="752"/>
                  </a:lnTo>
                  <a:lnTo>
                    <a:pt x="554" y="752"/>
                  </a:lnTo>
                  <a:lnTo>
                    <a:pt x="549" y="752"/>
                  </a:lnTo>
                  <a:lnTo>
                    <a:pt x="544" y="752"/>
                  </a:lnTo>
                  <a:lnTo>
                    <a:pt x="540" y="750"/>
                  </a:lnTo>
                  <a:lnTo>
                    <a:pt x="535" y="750"/>
                  </a:lnTo>
                  <a:lnTo>
                    <a:pt x="530" y="750"/>
                  </a:lnTo>
                  <a:lnTo>
                    <a:pt x="525" y="750"/>
                  </a:lnTo>
                  <a:lnTo>
                    <a:pt x="521" y="750"/>
                  </a:lnTo>
                  <a:lnTo>
                    <a:pt x="518" y="750"/>
                  </a:lnTo>
                  <a:lnTo>
                    <a:pt x="514" y="748"/>
                  </a:lnTo>
                  <a:lnTo>
                    <a:pt x="509" y="748"/>
                  </a:lnTo>
                  <a:lnTo>
                    <a:pt x="504" y="748"/>
                  </a:lnTo>
                  <a:lnTo>
                    <a:pt x="499" y="748"/>
                  </a:lnTo>
                  <a:lnTo>
                    <a:pt x="495" y="748"/>
                  </a:lnTo>
                  <a:lnTo>
                    <a:pt x="490" y="748"/>
                  </a:lnTo>
                  <a:lnTo>
                    <a:pt x="485" y="745"/>
                  </a:lnTo>
                  <a:lnTo>
                    <a:pt x="480" y="745"/>
                  </a:lnTo>
                  <a:lnTo>
                    <a:pt x="476" y="745"/>
                  </a:lnTo>
                  <a:lnTo>
                    <a:pt x="471" y="745"/>
                  </a:lnTo>
                  <a:lnTo>
                    <a:pt x="466" y="745"/>
                  </a:lnTo>
                  <a:lnTo>
                    <a:pt x="462" y="743"/>
                  </a:lnTo>
                  <a:lnTo>
                    <a:pt x="459" y="743"/>
                  </a:lnTo>
                  <a:lnTo>
                    <a:pt x="454" y="743"/>
                  </a:lnTo>
                  <a:lnTo>
                    <a:pt x="450" y="743"/>
                  </a:lnTo>
                  <a:lnTo>
                    <a:pt x="445" y="743"/>
                  </a:lnTo>
                  <a:lnTo>
                    <a:pt x="440" y="743"/>
                  </a:lnTo>
                  <a:lnTo>
                    <a:pt x="435" y="741"/>
                  </a:lnTo>
                  <a:lnTo>
                    <a:pt x="431" y="741"/>
                  </a:lnTo>
                  <a:lnTo>
                    <a:pt x="426" y="741"/>
                  </a:lnTo>
                  <a:lnTo>
                    <a:pt x="421" y="741"/>
                  </a:lnTo>
                  <a:lnTo>
                    <a:pt x="417" y="741"/>
                  </a:lnTo>
                  <a:lnTo>
                    <a:pt x="412" y="738"/>
                  </a:lnTo>
                  <a:lnTo>
                    <a:pt x="409" y="738"/>
                  </a:lnTo>
                  <a:lnTo>
                    <a:pt x="405" y="738"/>
                  </a:lnTo>
                  <a:lnTo>
                    <a:pt x="400" y="738"/>
                  </a:lnTo>
                  <a:lnTo>
                    <a:pt x="395" y="738"/>
                  </a:lnTo>
                  <a:lnTo>
                    <a:pt x="391" y="738"/>
                  </a:lnTo>
                  <a:lnTo>
                    <a:pt x="383" y="736"/>
                  </a:lnTo>
                  <a:lnTo>
                    <a:pt x="379" y="736"/>
                  </a:lnTo>
                  <a:lnTo>
                    <a:pt x="374" y="733"/>
                  </a:lnTo>
                  <a:lnTo>
                    <a:pt x="369" y="731"/>
                  </a:lnTo>
                  <a:lnTo>
                    <a:pt x="365" y="729"/>
                  </a:lnTo>
                  <a:lnTo>
                    <a:pt x="360" y="726"/>
                  </a:lnTo>
                  <a:lnTo>
                    <a:pt x="355" y="724"/>
                  </a:lnTo>
                  <a:lnTo>
                    <a:pt x="348" y="722"/>
                  </a:lnTo>
                  <a:lnTo>
                    <a:pt x="343" y="717"/>
                  </a:lnTo>
                  <a:lnTo>
                    <a:pt x="339" y="714"/>
                  </a:lnTo>
                  <a:lnTo>
                    <a:pt x="334" y="712"/>
                  </a:lnTo>
                  <a:lnTo>
                    <a:pt x="291" y="693"/>
                  </a:lnTo>
                  <a:lnTo>
                    <a:pt x="251" y="672"/>
                  </a:lnTo>
                  <a:lnTo>
                    <a:pt x="208" y="651"/>
                  </a:lnTo>
                  <a:lnTo>
                    <a:pt x="168" y="632"/>
                  </a:lnTo>
                  <a:lnTo>
                    <a:pt x="126" y="610"/>
                  </a:lnTo>
                  <a:lnTo>
                    <a:pt x="85" y="589"/>
                  </a:lnTo>
                  <a:lnTo>
                    <a:pt x="45" y="568"/>
                  </a:lnTo>
                  <a:lnTo>
                    <a:pt x="5" y="546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3" y="537"/>
                  </a:lnTo>
                  <a:lnTo>
                    <a:pt x="5" y="535"/>
                  </a:lnTo>
                  <a:lnTo>
                    <a:pt x="3" y="532"/>
                  </a:lnTo>
                  <a:lnTo>
                    <a:pt x="5" y="530"/>
                  </a:lnTo>
                  <a:lnTo>
                    <a:pt x="7" y="530"/>
                  </a:lnTo>
                  <a:lnTo>
                    <a:pt x="7" y="530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2" y="525"/>
                  </a:lnTo>
                  <a:lnTo>
                    <a:pt x="12" y="523"/>
                  </a:lnTo>
                  <a:lnTo>
                    <a:pt x="14" y="520"/>
                  </a:lnTo>
                  <a:lnTo>
                    <a:pt x="14" y="518"/>
                  </a:lnTo>
                  <a:lnTo>
                    <a:pt x="19" y="516"/>
                  </a:lnTo>
                  <a:lnTo>
                    <a:pt x="29" y="518"/>
                  </a:lnTo>
                  <a:lnTo>
                    <a:pt x="33" y="518"/>
                  </a:lnTo>
                  <a:lnTo>
                    <a:pt x="36" y="518"/>
                  </a:lnTo>
                  <a:lnTo>
                    <a:pt x="36" y="516"/>
                  </a:lnTo>
                  <a:lnTo>
                    <a:pt x="36" y="513"/>
                  </a:lnTo>
                  <a:lnTo>
                    <a:pt x="36" y="511"/>
                  </a:lnTo>
                  <a:lnTo>
                    <a:pt x="38" y="509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5" y="504"/>
                  </a:lnTo>
                  <a:lnTo>
                    <a:pt x="43" y="494"/>
                  </a:lnTo>
                  <a:lnTo>
                    <a:pt x="43" y="492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90"/>
                  </a:lnTo>
                  <a:lnTo>
                    <a:pt x="43" y="485"/>
                  </a:lnTo>
                  <a:lnTo>
                    <a:pt x="38" y="483"/>
                  </a:lnTo>
                  <a:lnTo>
                    <a:pt x="29" y="480"/>
                  </a:lnTo>
                  <a:lnTo>
                    <a:pt x="26" y="478"/>
                  </a:lnTo>
                  <a:lnTo>
                    <a:pt x="24" y="473"/>
                  </a:lnTo>
                  <a:lnTo>
                    <a:pt x="24" y="468"/>
                  </a:lnTo>
                  <a:lnTo>
                    <a:pt x="26" y="464"/>
                  </a:lnTo>
                  <a:lnTo>
                    <a:pt x="26" y="459"/>
                  </a:lnTo>
                  <a:lnTo>
                    <a:pt x="26" y="452"/>
                  </a:lnTo>
                  <a:lnTo>
                    <a:pt x="26" y="449"/>
                  </a:lnTo>
                  <a:lnTo>
                    <a:pt x="24" y="447"/>
                  </a:lnTo>
                  <a:lnTo>
                    <a:pt x="24" y="445"/>
                  </a:lnTo>
                  <a:lnTo>
                    <a:pt x="26" y="440"/>
                  </a:lnTo>
                  <a:lnTo>
                    <a:pt x="26" y="440"/>
                  </a:lnTo>
                  <a:lnTo>
                    <a:pt x="26" y="438"/>
                  </a:lnTo>
                  <a:lnTo>
                    <a:pt x="26" y="438"/>
                  </a:lnTo>
                  <a:lnTo>
                    <a:pt x="26" y="435"/>
                  </a:lnTo>
                  <a:lnTo>
                    <a:pt x="26" y="435"/>
                  </a:lnTo>
                  <a:lnTo>
                    <a:pt x="24" y="433"/>
                  </a:lnTo>
                  <a:lnTo>
                    <a:pt x="26" y="433"/>
                  </a:lnTo>
                  <a:lnTo>
                    <a:pt x="31" y="433"/>
                  </a:lnTo>
                  <a:lnTo>
                    <a:pt x="33" y="433"/>
                  </a:lnTo>
                  <a:lnTo>
                    <a:pt x="36" y="430"/>
                  </a:lnTo>
                  <a:lnTo>
                    <a:pt x="40" y="423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5" y="419"/>
                  </a:lnTo>
                  <a:lnTo>
                    <a:pt x="48" y="416"/>
                  </a:lnTo>
                  <a:lnTo>
                    <a:pt x="48" y="416"/>
                  </a:lnTo>
                  <a:lnTo>
                    <a:pt x="48" y="414"/>
                  </a:lnTo>
                  <a:lnTo>
                    <a:pt x="48" y="412"/>
                  </a:lnTo>
                  <a:lnTo>
                    <a:pt x="48" y="409"/>
                  </a:lnTo>
                  <a:lnTo>
                    <a:pt x="50" y="409"/>
                  </a:lnTo>
                  <a:lnTo>
                    <a:pt x="50" y="409"/>
                  </a:lnTo>
                  <a:lnTo>
                    <a:pt x="50" y="407"/>
                  </a:lnTo>
                  <a:lnTo>
                    <a:pt x="50" y="404"/>
                  </a:lnTo>
                  <a:lnTo>
                    <a:pt x="50" y="402"/>
                  </a:lnTo>
                  <a:lnTo>
                    <a:pt x="52" y="400"/>
                  </a:lnTo>
                  <a:lnTo>
                    <a:pt x="55" y="400"/>
                  </a:lnTo>
                  <a:lnTo>
                    <a:pt x="55" y="397"/>
                  </a:lnTo>
                  <a:lnTo>
                    <a:pt x="55" y="395"/>
                  </a:lnTo>
                  <a:lnTo>
                    <a:pt x="55" y="393"/>
                  </a:lnTo>
                  <a:lnTo>
                    <a:pt x="55" y="393"/>
                  </a:lnTo>
                  <a:lnTo>
                    <a:pt x="55" y="393"/>
                  </a:lnTo>
                  <a:lnTo>
                    <a:pt x="55" y="390"/>
                  </a:lnTo>
                  <a:lnTo>
                    <a:pt x="55" y="390"/>
                  </a:lnTo>
                  <a:lnTo>
                    <a:pt x="55" y="388"/>
                  </a:lnTo>
                  <a:lnTo>
                    <a:pt x="55" y="388"/>
                  </a:lnTo>
                  <a:lnTo>
                    <a:pt x="55" y="383"/>
                  </a:lnTo>
                  <a:lnTo>
                    <a:pt x="55" y="381"/>
                  </a:lnTo>
                  <a:lnTo>
                    <a:pt x="55" y="378"/>
                  </a:lnTo>
                  <a:lnTo>
                    <a:pt x="57" y="378"/>
                  </a:lnTo>
                  <a:lnTo>
                    <a:pt x="57" y="376"/>
                  </a:lnTo>
                  <a:lnTo>
                    <a:pt x="57" y="376"/>
                  </a:lnTo>
                  <a:lnTo>
                    <a:pt x="55" y="374"/>
                  </a:lnTo>
                  <a:lnTo>
                    <a:pt x="55" y="371"/>
                  </a:lnTo>
                  <a:lnTo>
                    <a:pt x="55" y="371"/>
                  </a:lnTo>
                  <a:lnTo>
                    <a:pt x="55" y="367"/>
                  </a:lnTo>
                  <a:lnTo>
                    <a:pt x="57" y="367"/>
                  </a:lnTo>
                  <a:lnTo>
                    <a:pt x="62" y="364"/>
                  </a:lnTo>
                  <a:lnTo>
                    <a:pt x="64" y="362"/>
                  </a:lnTo>
                  <a:lnTo>
                    <a:pt x="66" y="362"/>
                  </a:lnTo>
                  <a:lnTo>
                    <a:pt x="66" y="359"/>
                  </a:lnTo>
                  <a:lnTo>
                    <a:pt x="69" y="352"/>
                  </a:lnTo>
                  <a:lnTo>
                    <a:pt x="71" y="350"/>
                  </a:lnTo>
                  <a:lnTo>
                    <a:pt x="71" y="350"/>
                  </a:lnTo>
                  <a:lnTo>
                    <a:pt x="76" y="350"/>
                  </a:lnTo>
                  <a:lnTo>
                    <a:pt x="88" y="343"/>
                  </a:lnTo>
                  <a:lnTo>
                    <a:pt x="90" y="343"/>
                  </a:lnTo>
                  <a:lnTo>
                    <a:pt x="93" y="338"/>
                  </a:lnTo>
                  <a:lnTo>
                    <a:pt x="97" y="336"/>
                  </a:lnTo>
                  <a:lnTo>
                    <a:pt x="100" y="333"/>
                  </a:lnTo>
                  <a:lnTo>
                    <a:pt x="102" y="331"/>
                  </a:lnTo>
                  <a:lnTo>
                    <a:pt x="102" y="329"/>
                  </a:lnTo>
                  <a:lnTo>
                    <a:pt x="102" y="329"/>
                  </a:lnTo>
                  <a:lnTo>
                    <a:pt x="100" y="326"/>
                  </a:lnTo>
                  <a:lnTo>
                    <a:pt x="97" y="324"/>
                  </a:lnTo>
                  <a:lnTo>
                    <a:pt x="97" y="322"/>
                  </a:lnTo>
                  <a:lnTo>
                    <a:pt x="95" y="322"/>
                  </a:lnTo>
                  <a:lnTo>
                    <a:pt x="88" y="314"/>
                  </a:lnTo>
                  <a:lnTo>
                    <a:pt x="85" y="312"/>
                  </a:lnTo>
                  <a:lnTo>
                    <a:pt x="85" y="312"/>
                  </a:lnTo>
                  <a:lnTo>
                    <a:pt x="83" y="310"/>
                  </a:lnTo>
                  <a:lnTo>
                    <a:pt x="83" y="310"/>
                  </a:lnTo>
                  <a:lnTo>
                    <a:pt x="83" y="310"/>
                  </a:lnTo>
                  <a:lnTo>
                    <a:pt x="83" y="307"/>
                  </a:lnTo>
                  <a:lnTo>
                    <a:pt x="83" y="307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78" y="307"/>
                  </a:lnTo>
                  <a:lnTo>
                    <a:pt x="78" y="305"/>
                  </a:lnTo>
                  <a:lnTo>
                    <a:pt x="78" y="305"/>
                  </a:lnTo>
                  <a:lnTo>
                    <a:pt x="78" y="303"/>
                  </a:lnTo>
                  <a:lnTo>
                    <a:pt x="78" y="303"/>
                  </a:lnTo>
                  <a:lnTo>
                    <a:pt x="78" y="300"/>
                  </a:lnTo>
                  <a:lnTo>
                    <a:pt x="81" y="300"/>
                  </a:lnTo>
                  <a:lnTo>
                    <a:pt x="78" y="298"/>
                  </a:lnTo>
                  <a:lnTo>
                    <a:pt x="78" y="298"/>
                  </a:lnTo>
                  <a:lnTo>
                    <a:pt x="78" y="296"/>
                  </a:lnTo>
                  <a:lnTo>
                    <a:pt x="78" y="293"/>
                  </a:lnTo>
                  <a:lnTo>
                    <a:pt x="76" y="293"/>
                  </a:lnTo>
                  <a:lnTo>
                    <a:pt x="76" y="291"/>
                  </a:lnTo>
                  <a:lnTo>
                    <a:pt x="76" y="291"/>
                  </a:lnTo>
                  <a:lnTo>
                    <a:pt x="76" y="286"/>
                  </a:lnTo>
                  <a:lnTo>
                    <a:pt x="76" y="286"/>
                  </a:lnTo>
                  <a:lnTo>
                    <a:pt x="76" y="286"/>
                  </a:lnTo>
                  <a:lnTo>
                    <a:pt x="76" y="284"/>
                  </a:lnTo>
                  <a:lnTo>
                    <a:pt x="71" y="270"/>
                  </a:lnTo>
                  <a:lnTo>
                    <a:pt x="69" y="270"/>
                  </a:lnTo>
                  <a:lnTo>
                    <a:pt x="66" y="267"/>
                  </a:lnTo>
                  <a:lnTo>
                    <a:pt x="64" y="265"/>
                  </a:lnTo>
                  <a:lnTo>
                    <a:pt x="66" y="262"/>
                  </a:lnTo>
                  <a:lnTo>
                    <a:pt x="64" y="260"/>
                  </a:lnTo>
                  <a:lnTo>
                    <a:pt x="64" y="258"/>
                  </a:lnTo>
                  <a:lnTo>
                    <a:pt x="64" y="255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59" y="253"/>
                  </a:lnTo>
                  <a:lnTo>
                    <a:pt x="62" y="239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62" y="232"/>
                  </a:lnTo>
                  <a:lnTo>
                    <a:pt x="64" y="229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62" y="225"/>
                  </a:lnTo>
                  <a:lnTo>
                    <a:pt x="62" y="222"/>
                  </a:lnTo>
                  <a:lnTo>
                    <a:pt x="62" y="220"/>
                  </a:lnTo>
                  <a:lnTo>
                    <a:pt x="64" y="220"/>
                  </a:lnTo>
                  <a:lnTo>
                    <a:pt x="64" y="220"/>
                  </a:lnTo>
                  <a:lnTo>
                    <a:pt x="66" y="220"/>
                  </a:lnTo>
                  <a:lnTo>
                    <a:pt x="69" y="220"/>
                  </a:lnTo>
                  <a:lnTo>
                    <a:pt x="69" y="220"/>
                  </a:lnTo>
                  <a:lnTo>
                    <a:pt x="69" y="215"/>
                  </a:lnTo>
                  <a:lnTo>
                    <a:pt x="71" y="213"/>
                  </a:lnTo>
                  <a:lnTo>
                    <a:pt x="71" y="208"/>
                  </a:lnTo>
                  <a:lnTo>
                    <a:pt x="69" y="201"/>
                  </a:lnTo>
                  <a:lnTo>
                    <a:pt x="71" y="199"/>
                  </a:lnTo>
                  <a:lnTo>
                    <a:pt x="71" y="194"/>
                  </a:lnTo>
                  <a:lnTo>
                    <a:pt x="71" y="191"/>
                  </a:lnTo>
                  <a:lnTo>
                    <a:pt x="69" y="184"/>
                  </a:lnTo>
                  <a:lnTo>
                    <a:pt x="66" y="180"/>
                  </a:lnTo>
                  <a:lnTo>
                    <a:pt x="66" y="175"/>
                  </a:lnTo>
                  <a:lnTo>
                    <a:pt x="69" y="168"/>
                  </a:lnTo>
                  <a:lnTo>
                    <a:pt x="69" y="163"/>
                  </a:lnTo>
                  <a:lnTo>
                    <a:pt x="69" y="161"/>
                  </a:lnTo>
                  <a:lnTo>
                    <a:pt x="69" y="158"/>
                  </a:lnTo>
                  <a:lnTo>
                    <a:pt x="66" y="149"/>
                  </a:lnTo>
                  <a:lnTo>
                    <a:pt x="66" y="146"/>
                  </a:lnTo>
                  <a:lnTo>
                    <a:pt x="66" y="142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71" y="130"/>
                  </a:lnTo>
                  <a:lnTo>
                    <a:pt x="71" y="130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69" y="120"/>
                  </a:lnTo>
                  <a:lnTo>
                    <a:pt x="66" y="118"/>
                  </a:lnTo>
                  <a:lnTo>
                    <a:pt x="66" y="116"/>
                  </a:lnTo>
                  <a:lnTo>
                    <a:pt x="66" y="111"/>
                  </a:lnTo>
                  <a:lnTo>
                    <a:pt x="69" y="111"/>
                  </a:lnTo>
                  <a:lnTo>
                    <a:pt x="69" y="109"/>
                  </a:lnTo>
                  <a:lnTo>
                    <a:pt x="69" y="106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69" y="101"/>
                  </a:lnTo>
                  <a:lnTo>
                    <a:pt x="71" y="101"/>
                  </a:lnTo>
                  <a:lnTo>
                    <a:pt x="71" y="101"/>
                  </a:lnTo>
                  <a:lnTo>
                    <a:pt x="71" y="99"/>
                  </a:lnTo>
                  <a:lnTo>
                    <a:pt x="71" y="99"/>
                  </a:lnTo>
                  <a:lnTo>
                    <a:pt x="76" y="99"/>
                  </a:lnTo>
                  <a:lnTo>
                    <a:pt x="78" y="97"/>
                  </a:lnTo>
                  <a:lnTo>
                    <a:pt x="85" y="97"/>
                  </a:lnTo>
                  <a:lnTo>
                    <a:pt x="88" y="97"/>
                  </a:lnTo>
                  <a:lnTo>
                    <a:pt x="88" y="97"/>
                  </a:lnTo>
                  <a:lnTo>
                    <a:pt x="88" y="97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7" y="99"/>
                  </a:lnTo>
                  <a:lnTo>
                    <a:pt x="107" y="99"/>
                  </a:lnTo>
                  <a:lnTo>
                    <a:pt x="107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104"/>
                  </a:lnTo>
                  <a:lnTo>
                    <a:pt x="111" y="104"/>
                  </a:lnTo>
                  <a:lnTo>
                    <a:pt x="111" y="111"/>
                  </a:lnTo>
                  <a:lnTo>
                    <a:pt x="114" y="111"/>
                  </a:lnTo>
                  <a:lnTo>
                    <a:pt x="114" y="113"/>
                  </a:lnTo>
                  <a:lnTo>
                    <a:pt x="116" y="116"/>
                  </a:lnTo>
                  <a:lnTo>
                    <a:pt x="119" y="118"/>
                  </a:lnTo>
                  <a:lnTo>
                    <a:pt x="121" y="118"/>
                  </a:lnTo>
                  <a:lnTo>
                    <a:pt x="126" y="118"/>
                  </a:lnTo>
                  <a:lnTo>
                    <a:pt x="128" y="116"/>
                  </a:lnTo>
                  <a:lnTo>
                    <a:pt x="130" y="111"/>
                  </a:lnTo>
                  <a:lnTo>
                    <a:pt x="133" y="106"/>
                  </a:lnTo>
                  <a:lnTo>
                    <a:pt x="135" y="101"/>
                  </a:lnTo>
                  <a:lnTo>
                    <a:pt x="137" y="99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94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2" y="87"/>
                  </a:lnTo>
                  <a:lnTo>
                    <a:pt x="142" y="83"/>
                  </a:lnTo>
                  <a:lnTo>
                    <a:pt x="142" y="75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5" y="52"/>
                  </a:lnTo>
                  <a:lnTo>
                    <a:pt x="147" y="45"/>
                  </a:lnTo>
                  <a:lnTo>
                    <a:pt x="147" y="35"/>
                  </a:lnTo>
                  <a:lnTo>
                    <a:pt x="149" y="28"/>
                  </a:lnTo>
                  <a:lnTo>
                    <a:pt x="149" y="21"/>
                  </a:lnTo>
                  <a:lnTo>
                    <a:pt x="152" y="14"/>
                  </a:lnTo>
                  <a:lnTo>
                    <a:pt x="152" y="7"/>
                  </a:lnTo>
                  <a:lnTo>
                    <a:pt x="152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68" y="0"/>
                  </a:lnTo>
                  <a:lnTo>
                    <a:pt x="182" y="2"/>
                  </a:lnTo>
                  <a:lnTo>
                    <a:pt x="199" y="4"/>
                  </a:lnTo>
                  <a:lnTo>
                    <a:pt x="216" y="7"/>
                  </a:lnTo>
                  <a:lnTo>
                    <a:pt x="230" y="9"/>
                  </a:lnTo>
                  <a:lnTo>
                    <a:pt x="246" y="9"/>
                  </a:lnTo>
                  <a:lnTo>
                    <a:pt x="260" y="12"/>
                  </a:lnTo>
                  <a:lnTo>
                    <a:pt x="277" y="14"/>
                  </a:lnTo>
                  <a:lnTo>
                    <a:pt x="291" y="16"/>
                  </a:lnTo>
                  <a:lnTo>
                    <a:pt x="308" y="19"/>
                  </a:lnTo>
                  <a:lnTo>
                    <a:pt x="324" y="19"/>
                  </a:lnTo>
                  <a:lnTo>
                    <a:pt x="339" y="21"/>
                  </a:lnTo>
                  <a:lnTo>
                    <a:pt x="355" y="23"/>
                  </a:lnTo>
                  <a:lnTo>
                    <a:pt x="369" y="23"/>
                  </a:lnTo>
                  <a:lnTo>
                    <a:pt x="386" y="26"/>
                  </a:lnTo>
                  <a:lnTo>
                    <a:pt x="400" y="28"/>
                  </a:lnTo>
                  <a:lnTo>
                    <a:pt x="417" y="30"/>
                  </a:lnTo>
                  <a:lnTo>
                    <a:pt x="431" y="30"/>
                  </a:lnTo>
                  <a:lnTo>
                    <a:pt x="447" y="33"/>
                  </a:lnTo>
                  <a:lnTo>
                    <a:pt x="464" y="35"/>
                  </a:lnTo>
                  <a:lnTo>
                    <a:pt x="478" y="35"/>
                  </a:lnTo>
                  <a:lnTo>
                    <a:pt x="495" y="38"/>
                  </a:lnTo>
                  <a:lnTo>
                    <a:pt x="509" y="38"/>
                  </a:lnTo>
                  <a:lnTo>
                    <a:pt x="525" y="40"/>
                  </a:lnTo>
                  <a:lnTo>
                    <a:pt x="542" y="42"/>
                  </a:lnTo>
                  <a:lnTo>
                    <a:pt x="556" y="42"/>
                  </a:lnTo>
                  <a:lnTo>
                    <a:pt x="573" y="45"/>
                  </a:lnTo>
                  <a:lnTo>
                    <a:pt x="587" y="45"/>
                  </a:lnTo>
                  <a:lnTo>
                    <a:pt x="603" y="47"/>
                  </a:lnTo>
                  <a:lnTo>
                    <a:pt x="618" y="49"/>
                  </a:lnTo>
                  <a:lnTo>
                    <a:pt x="634" y="49"/>
                  </a:lnTo>
                  <a:lnTo>
                    <a:pt x="651" y="52"/>
                  </a:lnTo>
                  <a:lnTo>
                    <a:pt x="648" y="73"/>
                  </a:lnTo>
                  <a:lnTo>
                    <a:pt x="646" y="94"/>
                  </a:lnTo>
                  <a:lnTo>
                    <a:pt x="644" y="118"/>
                  </a:lnTo>
                  <a:lnTo>
                    <a:pt x="644" y="139"/>
                  </a:lnTo>
                  <a:lnTo>
                    <a:pt x="641" y="161"/>
                  </a:lnTo>
                  <a:lnTo>
                    <a:pt x="641" y="1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72" name="Freeform 53">
              <a:extLst>
                <a:ext uri="{FF2B5EF4-FFF2-40B4-BE49-F238E27FC236}">
                  <a16:creationId xmlns:a16="http://schemas.microsoft.com/office/drawing/2014/main" id="{1175F802-0C16-4D3F-BFAD-366F5171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2472" y="3254348"/>
              <a:ext cx="475809" cy="436159"/>
            </a:xfrm>
            <a:custGeom>
              <a:avLst/>
              <a:gdLst>
                <a:gd name="T0" fmla="*/ 504 w 504"/>
                <a:gd name="T1" fmla="*/ 71 h 462"/>
                <a:gd name="T2" fmla="*/ 494 w 504"/>
                <a:gd name="T3" fmla="*/ 74 h 462"/>
                <a:gd name="T4" fmla="*/ 478 w 504"/>
                <a:gd name="T5" fmla="*/ 95 h 462"/>
                <a:gd name="T6" fmla="*/ 480 w 504"/>
                <a:gd name="T7" fmla="*/ 109 h 462"/>
                <a:gd name="T8" fmla="*/ 480 w 504"/>
                <a:gd name="T9" fmla="*/ 119 h 462"/>
                <a:gd name="T10" fmla="*/ 473 w 504"/>
                <a:gd name="T11" fmla="*/ 128 h 462"/>
                <a:gd name="T12" fmla="*/ 466 w 504"/>
                <a:gd name="T13" fmla="*/ 149 h 462"/>
                <a:gd name="T14" fmla="*/ 466 w 504"/>
                <a:gd name="T15" fmla="*/ 171 h 462"/>
                <a:gd name="T16" fmla="*/ 459 w 504"/>
                <a:gd name="T17" fmla="*/ 180 h 462"/>
                <a:gd name="T18" fmla="*/ 449 w 504"/>
                <a:gd name="T19" fmla="*/ 187 h 462"/>
                <a:gd name="T20" fmla="*/ 435 w 504"/>
                <a:gd name="T21" fmla="*/ 211 h 462"/>
                <a:gd name="T22" fmla="*/ 435 w 504"/>
                <a:gd name="T23" fmla="*/ 223 h 462"/>
                <a:gd name="T24" fmla="*/ 426 w 504"/>
                <a:gd name="T25" fmla="*/ 230 h 462"/>
                <a:gd name="T26" fmla="*/ 423 w 504"/>
                <a:gd name="T27" fmla="*/ 265 h 462"/>
                <a:gd name="T28" fmla="*/ 409 w 504"/>
                <a:gd name="T29" fmla="*/ 268 h 462"/>
                <a:gd name="T30" fmla="*/ 412 w 504"/>
                <a:gd name="T31" fmla="*/ 277 h 462"/>
                <a:gd name="T32" fmla="*/ 404 w 504"/>
                <a:gd name="T33" fmla="*/ 279 h 462"/>
                <a:gd name="T34" fmla="*/ 393 w 504"/>
                <a:gd name="T35" fmla="*/ 296 h 462"/>
                <a:gd name="T36" fmla="*/ 397 w 504"/>
                <a:gd name="T37" fmla="*/ 313 h 462"/>
                <a:gd name="T38" fmla="*/ 381 w 504"/>
                <a:gd name="T39" fmla="*/ 320 h 462"/>
                <a:gd name="T40" fmla="*/ 386 w 504"/>
                <a:gd name="T41" fmla="*/ 329 h 462"/>
                <a:gd name="T42" fmla="*/ 386 w 504"/>
                <a:gd name="T43" fmla="*/ 343 h 462"/>
                <a:gd name="T44" fmla="*/ 376 w 504"/>
                <a:gd name="T45" fmla="*/ 350 h 462"/>
                <a:gd name="T46" fmla="*/ 376 w 504"/>
                <a:gd name="T47" fmla="*/ 362 h 462"/>
                <a:gd name="T48" fmla="*/ 371 w 504"/>
                <a:gd name="T49" fmla="*/ 372 h 462"/>
                <a:gd name="T50" fmla="*/ 378 w 504"/>
                <a:gd name="T51" fmla="*/ 381 h 462"/>
                <a:gd name="T52" fmla="*/ 378 w 504"/>
                <a:gd name="T53" fmla="*/ 400 h 462"/>
                <a:gd name="T54" fmla="*/ 386 w 504"/>
                <a:gd name="T55" fmla="*/ 410 h 462"/>
                <a:gd name="T56" fmla="*/ 383 w 504"/>
                <a:gd name="T57" fmla="*/ 426 h 462"/>
                <a:gd name="T58" fmla="*/ 343 w 504"/>
                <a:gd name="T59" fmla="*/ 445 h 462"/>
                <a:gd name="T60" fmla="*/ 232 w 504"/>
                <a:gd name="T61" fmla="*/ 452 h 462"/>
                <a:gd name="T62" fmla="*/ 118 w 504"/>
                <a:gd name="T63" fmla="*/ 459 h 462"/>
                <a:gd name="T64" fmla="*/ 78 w 504"/>
                <a:gd name="T65" fmla="*/ 403 h 462"/>
                <a:gd name="T66" fmla="*/ 71 w 504"/>
                <a:gd name="T67" fmla="*/ 393 h 462"/>
                <a:gd name="T68" fmla="*/ 59 w 504"/>
                <a:gd name="T69" fmla="*/ 393 h 462"/>
                <a:gd name="T70" fmla="*/ 47 w 504"/>
                <a:gd name="T71" fmla="*/ 395 h 462"/>
                <a:gd name="T72" fmla="*/ 40 w 504"/>
                <a:gd name="T73" fmla="*/ 393 h 462"/>
                <a:gd name="T74" fmla="*/ 31 w 504"/>
                <a:gd name="T75" fmla="*/ 358 h 462"/>
                <a:gd name="T76" fmla="*/ 26 w 504"/>
                <a:gd name="T77" fmla="*/ 197 h 462"/>
                <a:gd name="T78" fmla="*/ 9 w 504"/>
                <a:gd name="T79" fmla="*/ 83 h 462"/>
                <a:gd name="T80" fmla="*/ 83 w 504"/>
                <a:gd name="T81" fmla="*/ 26 h 462"/>
                <a:gd name="T82" fmla="*/ 248 w 504"/>
                <a:gd name="T83" fmla="*/ 17 h 462"/>
                <a:gd name="T84" fmla="*/ 414 w 504"/>
                <a:gd name="T85" fmla="*/ 3 h 462"/>
                <a:gd name="T86" fmla="*/ 449 w 504"/>
                <a:gd name="T87" fmla="*/ 5 h 462"/>
                <a:gd name="T88" fmla="*/ 452 w 504"/>
                <a:gd name="T89" fmla="*/ 7 h 462"/>
                <a:gd name="T90" fmla="*/ 456 w 504"/>
                <a:gd name="T91" fmla="*/ 12 h 462"/>
                <a:gd name="T92" fmla="*/ 459 w 504"/>
                <a:gd name="T93" fmla="*/ 17 h 462"/>
                <a:gd name="T94" fmla="*/ 461 w 504"/>
                <a:gd name="T95" fmla="*/ 26 h 462"/>
                <a:gd name="T96" fmla="*/ 459 w 504"/>
                <a:gd name="T97" fmla="*/ 29 h 462"/>
                <a:gd name="T98" fmla="*/ 454 w 504"/>
                <a:gd name="T99" fmla="*/ 33 h 462"/>
                <a:gd name="T100" fmla="*/ 449 w 504"/>
                <a:gd name="T101" fmla="*/ 38 h 462"/>
                <a:gd name="T102" fmla="*/ 445 w 504"/>
                <a:gd name="T103" fmla="*/ 43 h 462"/>
                <a:gd name="T104" fmla="*/ 445 w 504"/>
                <a:gd name="T105" fmla="*/ 48 h 462"/>
                <a:gd name="T106" fmla="*/ 440 w 504"/>
                <a:gd name="T107" fmla="*/ 50 h 462"/>
                <a:gd name="T108" fmla="*/ 433 w 504"/>
                <a:gd name="T109" fmla="*/ 64 h 462"/>
                <a:gd name="T110" fmla="*/ 454 w 504"/>
                <a:gd name="T111" fmla="*/ 64 h 462"/>
                <a:gd name="T112" fmla="*/ 497 w 504"/>
                <a:gd name="T113" fmla="*/ 57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" h="462">
                  <a:moveTo>
                    <a:pt x="499" y="57"/>
                  </a:moveTo>
                  <a:lnTo>
                    <a:pt x="499" y="59"/>
                  </a:lnTo>
                  <a:lnTo>
                    <a:pt x="499" y="62"/>
                  </a:lnTo>
                  <a:lnTo>
                    <a:pt x="504" y="64"/>
                  </a:lnTo>
                  <a:lnTo>
                    <a:pt x="504" y="69"/>
                  </a:lnTo>
                  <a:lnTo>
                    <a:pt x="504" y="71"/>
                  </a:lnTo>
                  <a:lnTo>
                    <a:pt x="504" y="71"/>
                  </a:lnTo>
                  <a:lnTo>
                    <a:pt x="499" y="69"/>
                  </a:lnTo>
                  <a:lnTo>
                    <a:pt x="497" y="69"/>
                  </a:lnTo>
                  <a:lnTo>
                    <a:pt x="494" y="69"/>
                  </a:lnTo>
                  <a:lnTo>
                    <a:pt x="494" y="71"/>
                  </a:lnTo>
                  <a:lnTo>
                    <a:pt x="494" y="74"/>
                  </a:lnTo>
                  <a:lnTo>
                    <a:pt x="497" y="76"/>
                  </a:lnTo>
                  <a:lnTo>
                    <a:pt x="499" y="76"/>
                  </a:lnTo>
                  <a:lnTo>
                    <a:pt x="499" y="78"/>
                  </a:lnTo>
                  <a:lnTo>
                    <a:pt x="494" y="85"/>
                  </a:lnTo>
                  <a:lnTo>
                    <a:pt x="480" y="93"/>
                  </a:lnTo>
                  <a:lnTo>
                    <a:pt x="478" y="95"/>
                  </a:lnTo>
                  <a:lnTo>
                    <a:pt x="478" y="97"/>
                  </a:lnTo>
                  <a:lnTo>
                    <a:pt x="480" y="100"/>
                  </a:lnTo>
                  <a:lnTo>
                    <a:pt x="483" y="102"/>
                  </a:lnTo>
                  <a:lnTo>
                    <a:pt x="483" y="104"/>
                  </a:lnTo>
                  <a:lnTo>
                    <a:pt x="483" y="107"/>
                  </a:lnTo>
                  <a:lnTo>
                    <a:pt x="480" y="109"/>
                  </a:lnTo>
                  <a:lnTo>
                    <a:pt x="480" y="109"/>
                  </a:lnTo>
                  <a:lnTo>
                    <a:pt x="480" y="111"/>
                  </a:lnTo>
                  <a:lnTo>
                    <a:pt x="483" y="114"/>
                  </a:lnTo>
                  <a:lnTo>
                    <a:pt x="483" y="116"/>
                  </a:lnTo>
                  <a:lnTo>
                    <a:pt x="483" y="119"/>
                  </a:lnTo>
                  <a:lnTo>
                    <a:pt x="480" y="119"/>
                  </a:lnTo>
                  <a:lnTo>
                    <a:pt x="478" y="119"/>
                  </a:lnTo>
                  <a:lnTo>
                    <a:pt x="475" y="121"/>
                  </a:lnTo>
                  <a:lnTo>
                    <a:pt x="475" y="121"/>
                  </a:lnTo>
                  <a:lnTo>
                    <a:pt x="473" y="123"/>
                  </a:lnTo>
                  <a:lnTo>
                    <a:pt x="475" y="126"/>
                  </a:lnTo>
                  <a:lnTo>
                    <a:pt x="473" y="128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6" y="137"/>
                  </a:lnTo>
                  <a:lnTo>
                    <a:pt x="466" y="140"/>
                  </a:lnTo>
                  <a:lnTo>
                    <a:pt x="466" y="142"/>
                  </a:lnTo>
                  <a:lnTo>
                    <a:pt x="466" y="149"/>
                  </a:lnTo>
                  <a:lnTo>
                    <a:pt x="466" y="152"/>
                  </a:lnTo>
                  <a:lnTo>
                    <a:pt x="468" y="156"/>
                  </a:lnTo>
                  <a:lnTo>
                    <a:pt x="471" y="161"/>
                  </a:lnTo>
                  <a:lnTo>
                    <a:pt x="471" y="166"/>
                  </a:lnTo>
                  <a:lnTo>
                    <a:pt x="468" y="171"/>
                  </a:lnTo>
                  <a:lnTo>
                    <a:pt x="466" y="171"/>
                  </a:lnTo>
                  <a:lnTo>
                    <a:pt x="464" y="171"/>
                  </a:lnTo>
                  <a:lnTo>
                    <a:pt x="461" y="171"/>
                  </a:lnTo>
                  <a:lnTo>
                    <a:pt x="461" y="173"/>
                  </a:lnTo>
                  <a:lnTo>
                    <a:pt x="461" y="175"/>
                  </a:lnTo>
                  <a:lnTo>
                    <a:pt x="461" y="178"/>
                  </a:lnTo>
                  <a:lnTo>
                    <a:pt x="459" y="180"/>
                  </a:lnTo>
                  <a:lnTo>
                    <a:pt x="459" y="180"/>
                  </a:lnTo>
                  <a:lnTo>
                    <a:pt x="454" y="182"/>
                  </a:lnTo>
                  <a:lnTo>
                    <a:pt x="452" y="185"/>
                  </a:lnTo>
                  <a:lnTo>
                    <a:pt x="449" y="185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52" y="187"/>
                  </a:lnTo>
                  <a:lnTo>
                    <a:pt x="454" y="192"/>
                  </a:lnTo>
                  <a:lnTo>
                    <a:pt x="454" y="197"/>
                  </a:lnTo>
                  <a:lnTo>
                    <a:pt x="452" y="201"/>
                  </a:lnTo>
                  <a:lnTo>
                    <a:pt x="447" y="204"/>
                  </a:lnTo>
                  <a:lnTo>
                    <a:pt x="435" y="211"/>
                  </a:lnTo>
                  <a:lnTo>
                    <a:pt x="435" y="211"/>
                  </a:lnTo>
                  <a:lnTo>
                    <a:pt x="435" y="213"/>
                  </a:lnTo>
                  <a:lnTo>
                    <a:pt x="438" y="216"/>
                  </a:lnTo>
                  <a:lnTo>
                    <a:pt x="438" y="218"/>
                  </a:lnTo>
                  <a:lnTo>
                    <a:pt x="435" y="220"/>
                  </a:lnTo>
                  <a:lnTo>
                    <a:pt x="435" y="223"/>
                  </a:lnTo>
                  <a:lnTo>
                    <a:pt x="433" y="223"/>
                  </a:lnTo>
                  <a:lnTo>
                    <a:pt x="430" y="223"/>
                  </a:lnTo>
                  <a:lnTo>
                    <a:pt x="428" y="220"/>
                  </a:lnTo>
                  <a:lnTo>
                    <a:pt x="428" y="223"/>
                  </a:lnTo>
                  <a:lnTo>
                    <a:pt x="426" y="225"/>
                  </a:lnTo>
                  <a:lnTo>
                    <a:pt x="426" y="230"/>
                  </a:lnTo>
                  <a:lnTo>
                    <a:pt x="426" y="235"/>
                  </a:lnTo>
                  <a:lnTo>
                    <a:pt x="428" y="242"/>
                  </a:lnTo>
                  <a:lnTo>
                    <a:pt x="428" y="253"/>
                  </a:lnTo>
                  <a:lnTo>
                    <a:pt x="428" y="258"/>
                  </a:lnTo>
                  <a:lnTo>
                    <a:pt x="428" y="261"/>
                  </a:lnTo>
                  <a:lnTo>
                    <a:pt x="423" y="265"/>
                  </a:lnTo>
                  <a:lnTo>
                    <a:pt x="421" y="268"/>
                  </a:lnTo>
                  <a:lnTo>
                    <a:pt x="419" y="268"/>
                  </a:lnTo>
                  <a:lnTo>
                    <a:pt x="414" y="270"/>
                  </a:lnTo>
                  <a:lnTo>
                    <a:pt x="412" y="270"/>
                  </a:lnTo>
                  <a:lnTo>
                    <a:pt x="412" y="270"/>
                  </a:lnTo>
                  <a:lnTo>
                    <a:pt x="409" y="268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12" y="272"/>
                  </a:lnTo>
                  <a:lnTo>
                    <a:pt x="412" y="275"/>
                  </a:lnTo>
                  <a:lnTo>
                    <a:pt x="412" y="275"/>
                  </a:lnTo>
                  <a:lnTo>
                    <a:pt x="412" y="277"/>
                  </a:lnTo>
                  <a:lnTo>
                    <a:pt x="412" y="279"/>
                  </a:lnTo>
                  <a:lnTo>
                    <a:pt x="409" y="279"/>
                  </a:lnTo>
                  <a:lnTo>
                    <a:pt x="409" y="282"/>
                  </a:lnTo>
                  <a:lnTo>
                    <a:pt x="409" y="282"/>
                  </a:lnTo>
                  <a:lnTo>
                    <a:pt x="407" y="279"/>
                  </a:lnTo>
                  <a:lnTo>
                    <a:pt x="404" y="279"/>
                  </a:lnTo>
                  <a:lnTo>
                    <a:pt x="404" y="279"/>
                  </a:lnTo>
                  <a:lnTo>
                    <a:pt x="404" y="282"/>
                  </a:lnTo>
                  <a:lnTo>
                    <a:pt x="402" y="291"/>
                  </a:lnTo>
                  <a:lnTo>
                    <a:pt x="400" y="291"/>
                  </a:lnTo>
                  <a:lnTo>
                    <a:pt x="400" y="294"/>
                  </a:lnTo>
                  <a:lnTo>
                    <a:pt x="393" y="296"/>
                  </a:lnTo>
                  <a:lnTo>
                    <a:pt x="393" y="298"/>
                  </a:lnTo>
                  <a:lnTo>
                    <a:pt x="393" y="301"/>
                  </a:lnTo>
                  <a:lnTo>
                    <a:pt x="400" y="303"/>
                  </a:lnTo>
                  <a:lnTo>
                    <a:pt x="402" y="308"/>
                  </a:lnTo>
                  <a:lnTo>
                    <a:pt x="400" y="310"/>
                  </a:lnTo>
                  <a:lnTo>
                    <a:pt x="397" y="313"/>
                  </a:lnTo>
                  <a:lnTo>
                    <a:pt x="397" y="313"/>
                  </a:lnTo>
                  <a:lnTo>
                    <a:pt x="395" y="313"/>
                  </a:lnTo>
                  <a:lnTo>
                    <a:pt x="393" y="313"/>
                  </a:lnTo>
                  <a:lnTo>
                    <a:pt x="386" y="317"/>
                  </a:lnTo>
                  <a:lnTo>
                    <a:pt x="381" y="320"/>
                  </a:lnTo>
                  <a:lnTo>
                    <a:pt x="381" y="320"/>
                  </a:lnTo>
                  <a:lnTo>
                    <a:pt x="381" y="322"/>
                  </a:lnTo>
                  <a:lnTo>
                    <a:pt x="381" y="322"/>
                  </a:lnTo>
                  <a:lnTo>
                    <a:pt x="383" y="322"/>
                  </a:lnTo>
                  <a:lnTo>
                    <a:pt x="386" y="324"/>
                  </a:lnTo>
                  <a:lnTo>
                    <a:pt x="386" y="327"/>
                  </a:lnTo>
                  <a:lnTo>
                    <a:pt x="386" y="329"/>
                  </a:lnTo>
                  <a:lnTo>
                    <a:pt x="383" y="332"/>
                  </a:lnTo>
                  <a:lnTo>
                    <a:pt x="386" y="336"/>
                  </a:lnTo>
                  <a:lnTo>
                    <a:pt x="386" y="339"/>
                  </a:lnTo>
                  <a:lnTo>
                    <a:pt x="386" y="341"/>
                  </a:lnTo>
                  <a:lnTo>
                    <a:pt x="386" y="343"/>
                  </a:lnTo>
                  <a:lnTo>
                    <a:pt x="386" y="343"/>
                  </a:lnTo>
                  <a:lnTo>
                    <a:pt x="381" y="346"/>
                  </a:lnTo>
                  <a:lnTo>
                    <a:pt x="381" y="346"/>
                  </a:lnTo>
                  <a:lnTo>
                    <a:pt x="381" y="346"/>
                  </a:lnTo>
                  <a:lnTo>
                    <a:pt x="378" y="348"/>
                  </a:lnTo>
                  <a:lnTo>
                    <a:pt x="376" y="348"/>
                  </a:lnTo>
                  <a:lnTo>
                    <a:pt x="376" y="350"/>
                  </a:lnTo>
                  <a:lnTo>
                    <a:pt x="374" y="355"/>
                  </a:lnTo>
                  <a:lnTo>
                    <a:pt x="371" y="358"/>
                  </a:lnTo>
                  <a:lnTo>
                    <a:pt x="369" y="358"/>
                  </a:lnTo>
                  <a:lnTo>
                    <a:pt x="369" y="360"/>
                  </a:lnTo>
                  <a:lnTo>
                    <a:pt x="371" y="362"/>
                  </a:lnTo>
                  <a:lnTo>
                    <a:pt x="376" y="362"/>
                  </a:lnTo>
                  <a:lnTo>
                    <a:pt x="378" y="365"/>
                  </a:lnTo>
                  <a:lnTo>
                    <a:pt x="378" y="367"/>
                  </a:lnTo>
                  <a:lnTo>
                    <a:pt x="378" y="369"/>
                  </a:lnTo>
                  <a:lnTo>
                    <a:pt x="376" y="372"/>
                  </a:lnTo>
                  <a:lnTo>
                    <a:pt x="374" y="372"/>
                  </a:lnTo>
                  <a:lnTo>
                    <a:pt x="371" y="372"/>
                  </a:lnTo>
                  <a:lnTo>
                    <a:pt x="369" y="374"/>
                  </a:lnTo>
                  <a:lnTo>
                    <a:pt x="369" y="377"/>
                  </a:lnTo>
                  <a:lnTo>
                    <a:pt x="371" y="377"/>
                  </a:lnTo>
                  <a:lnTo>
                    <a:pt x="374" y="379"/>
                  </a:lnTo>
                  <a:lnTo>
                    <a:pt x="376" y="379"/>
                  </a:lnTo>
                  <a:lnTo>
                    <a:pt x="378" y="381"/>
                  </a:lnTo>
                  <a:lnTo>
                    <a:pt x="381" y="384"/>
                  </a:lnTo>
                  <a:lnTo>
                    <a:pt x="381" y="386"/>
                  </a:lnTo>
                  <a:lnTo>
                    <a:pt x="383" y="388"/>
                  </a:lnTo>
                  <a:lnTo>
                    <a:pt x="383" y="393"/>
                  </a:lnTo>
                  <a:lnTo>
                    <a:pt x="381" y="395"/>
                  </a:lnTo>
                  <a:lnTo>
                    <a:pt x="378" y="400"/>
                  </a:lnTo>
                  <a:lnTo>
                    <a:pt x="378" y="403"/>
                  </a:lnTo>
                  <a:lnTo>
                    <a:pt x="378" y="405"/>
                  </a:lnTo>
                  <a:lnTo>
                    <a:pt x="381" y="405"/>
                  </a:lnTo>
                  <a:lnTo>
                    <a:pt x="383" y="407"/>
                  </a:lnTo>
                  <a:lnTo>
                    <a:pt x="386" y="407"/>
                  </a:lnTo>
                  <a:lnTo>
                    <a:pt x="386" y="410"/>
                  </a:lnTo>
                  <a:lnTo>
                    <a:pt x="386" y="417"/>
                  </a:lnTo>
                  <a:lnTo>
                    <a:pt x="388" y="419"/>
                  </a:lnTo>
                  <a:lnTo>
                    <a:pt x="388" y="422"/>
                  </a:lnTo>
                  <a:lnTo>
                    <a:pt x="388" y="424"/>
                  </a:lnTo>
                  <a:lnTo>
                    <a:pt x="386" y="426"/>
                  </a:lnTo>
                  <a:lnTo>
                    <a:pt x="383" y="426"/>
                  </a:lnTo>
                  <a:lnTo>
                    <a:pt x="383" y="426"/>
                  </a:lnTo>
                  <a:lnTo>
                    <a:pt x="381" y="429"/>
                  </a:lnTo>
                  <a:lnTo>
                    <a:pt x="383" y="440"/>
                  </a:lnTo>
                  <a:lnTo>
                    <a:pt x="381" y="443"/>
                  </a:lnTo>
                  <a:lnTo>
                    <a:pt x="362" y="443"/>
                  </a:lnTo>
                  <a:lnTo>
                    <a:pt x="343" y="445"/>
                  </a:lnTo>
                  <a:lnTo>
                    <a:pt x="324" y="445"/>
                  </a:lnTo>
                  <a:lnTo>
                    <a:pt x="305" y="448"/>
                  </a:lnTo>
                  <a:lnTo>
                    <a:pt x="289" y="450"/>
                  </a:lnTo>
                  <a:lnTo>
                    <a:pt x="270" y="450"/>
                  </a:lnTo>
                  <a:lnTo>
                    <a:pt x="251" y="452"/>
                  </a:lnTo>
                  <a:lnTo>
                    <a:pt x="232" y="452"/>
                  </a:lnTo>
                  <a:lnTo>
                    <a:pt x="213" y="455"/>
                  </a:lnTo>
                  <a:lnTo>
                    <a:pt x="194" y="455"/>
                  </a:lnTo>
                  <a:lnTo>
                    <a:pt x="175" y="457"/>
                  </a:lnTo>
                  <a:lnTo>
                    <a:pt x="156" y="457"/>
                  </a:lnTo>
                  <a:lnTo>
                    <a:pt x="137" y="459"/>
                  </a:lnTo>
                  <a:lnTo>
                    <a:pt x="118" y="459"/>
                  </a:lnTo>
                  <a:lnTo>
                    <a:pt x="102" y="462"/>
                  </a:lnTo>
                  <a:lnTo>
                    <a:pt x="83" y="462"/>
                  </a:lnTo>
                  <a:lnTo>
                    <a:pt x="80" y="448"/>
                  </a:lnTo>
                  <a:lnTo>
                    <a:pt x="80" y="433"/>
                  </a:lnTo>
                  <a:lnTo>
                    <a:pt x="78" y="417"/>
                  </a:lnTo>
                  <a:lnTo>
                    <a:pt x="78" y="403"/>
                  </a:lnTo>
                  <a:lnTo>
                    <a:pt x="78" y="395"/>
                  </a:lnTo>
                  <a:lnTo>
                    <a:pt x="78" y="395"/>
                  </a:lnTo>
                  <a:lnTo>
                    <a:pt x="76" y="393"/>
                  </a:lnTo>
                  <a:lnTo>
                    <a:pt x="76" y="393"/>
                  </a:lnTo>
                  <a:lnTo>
                    <a:pt x="71" y="391"/>
                  </a:lnTo>
                  <a:lnTo>
                    <a:pt x="71" y="393"/>
                  </a:lnTo>
                  <a:lnTo>
                    <a:pt x="69" y="393"/>
                  </a:lnTo>
                  <a:lnTo>
                    <a:pt x="66" y="393"/>
                  </a:lnTo>
                  <a:lnTo>
                    <a:pt x="61" y="391"/>
                  </a:lnTo>
                  <a:lnTo>
                    <a:pt x="61" y="391"/>
                  </a:lnTo>
                  <a:lnTo>
                    <a:pt x="59" y="393"/>
                  </a:lnTo>
                  <a:lnTo>
                    <a:pt x="59" y="393"/>
                  </a:lnTo>
                  <a:lnTo>
                    <a:pt x="52" y="391"/>
                  </a:lnTo>
                  <a:lnTo>
                    <a:pt x="52" y="391"/>
                  </a:lnTo>
                  <a:lnTo>
                    <a:pt x="50" y="393"/>
                  </a:lnTo>
                  <a:lnTo>
                    <a:pt x="50" y="395"/>
                  </a:lnTo>
                  <a:lnTo>
                    <a:pt x="50" y="395"/>
                  </a:lnTo>
                  <a:lnTo>
                    <a:pt x="47" y="395"/>
                  </a:lnTo>
                  <a:lnTo>
                    <a:pt x="45" y="395"/>
                  </a:lnTo>
                  <a:lnTo>
                    <a:pt x="43" y="395"/>
                  </a:lnTo>
                  <a:lnTo>
                    <a:pt x="43" y="393"/>
                  </a:lnTo>
                  <a:lnTo>
                    <a:pt x="43" y="393"/>
                  </a:lnTo>
                  <a:lnTo>
                    <a:pt x="43" y="393"/>
                  </a:lnTo>
                  <a:lnTo>
                    <a:pt x="40" y="393"/>
                  </a:lnTo>
                  <a:lnTo>
                    <a:pt x="38" y="391"/>
                  </a:lnTo>
                  <a:lnTo>
                    <a:pt x="35" y="391"/>
                  </a:lnTo>
                  <a:lnTo>
                    <a:pt x="35" y="388"/>
                  </a:lnTo>
                  <a:lnTo>
                    <a:pt x="33" y="386"/>
                  </a:lnTo>
                  <a:lnTo>
                    <a:pt x="31" y="386"/>
                  </a:lnTo>
                  <a:lnTo>
                    <a:pt x="31" y="358"/>
                  </a:lnTo>
                  <a:lnTo>
                    <a:pt x="31" y="332"/>
                  </a:lnTo>
                  <a:lnTo>
                    <a:pt x="28" y="303"/>
                  </a:lnTo>
                  <a:lnTo>
                    <a:pt x="28" y="277"/>
                  </a:lnTo>
                  <a:lnTo>
                    <a:pt x="28" y="249"/>
                  </a:lnTo>
                  <a:lnTo>
                    <a:pt x="26" y="223"/>
                  </a:lnTo>
                  <a:lnTo>
                    <a:pt x="26" y="197"/>
                  </a:lnTo>
                  <a:lnTo>
                    <a:pt x="26" y="168"/>
                  </a:lnTo>
                  <a:lnTo>
                    <a:pt x="21" y="152"/>
                  </a:lnTo>
                  <a:lnTo>
                    <a:pt x="19" y="135"/>
                  </a:lnTo>
                  <a:lnTo>
                    <a:pt x="17" y="116"/>
                  </a:lnTo>
                  <a:lnTo>
                    <a:pt x="14" y="100"/>
                  </a:lnTo>
                  <a:lnTo>
                    <a:pt x="9" y="83"/>
                  </a:lnTo>
                  <a:lnTo>
                    <a:pt x="7" y="66"/>
                  </a:lnTo>
                  <a:lnTo>
                    <a:pt x="5" y="48"/>
                  </a:lnTo>
                  <a:lnTo>
                    <a:pt x="0" y="31"/>
                  </a:lnTo>
                  <a:lnTo>
                    <a:pt x="28" y="29"/>
                  </a:lnTo>
                  <a:lnTo>
                    <a:pt x="57" y="29"/>
                  </a:lnTo>
                  <a:lnTo>
                    <a:pt x="83" y="26"/>
                  </a:lnTo>
                  <a:lnTo>
                    <a:pt x="111" y="26"/>
                  </a:lnTo>
                  <a:lnTo>
                    <a:pt x="140" y="24"/>
                  </a:lnTo>
                  <a:lnTo>
                    <a:pt x="166" y="22"/>
                  </a:lnTo>
                  <a:lnTo>
                    <a:pt x="194" y="19"/>
                  </a:lnTo>
                  <a:lnTo>
                    <a:pt x="222" y="19"/>
                  </a:lnTo>
                  <a:lnTo>
                    <a:pt x="248" y="17"/>
                  </a:lnTo>
                  <a:lnTo>
                    <a:pt x="277" y="14"/>
                  </a:lnTo>
                  <a:lnTo>
                    <a:pt x="303" y="12"/>
                  </a:lnTo>
                  <a:lnTo>
                    <a:pt x="331" y="10"/>
                  </a:lnTo>
                  <a:lnTo>
                    <a:pt x="360" y="7"/>
                  </a:lnTo>
                  <a:lnTo>
                    <a:pt x="386" y="5"/>
                  </a:lnTo>
                  <a:lnTo>
                    <a:pt x="414" y="3"/>
                  </a:lnTo>
                  <a:lnTo>
                    <a:pt x="442" y="0"/>
                  </a:lnTo>
                  <a:lnTo>
                    <a:pt x="449" y="0"/>
                  </a:lnTo>
                  <a:lnTo>
                    <a:pt x="449" y="0"/>
                  </a:lnTo>
                  <a:lnTo>
                    <a:pt x="449" y="0"/>
                  </a:lnTo>
                  <a:lnTo>
                    <a:pt x="449" y="3"/>
                  </a:lnTo>
                  <a:lnTo>
                    <a:pt x="449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7"/>
                  </a:lnTo>
                  <a:lnTo>
                    <a:pt x="452" y="7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4" y="10"/>
                  </a:lnTo>
                  <a:lnTo>
                    <a:pt x="454" y="10"/>
                  </a:lnTo>
                  <a:lnTo>
                    <a:pt x="454" y="12"/>
                  </a:lnTo>
                  <a:lnTo>
                    <a:pt x="456" y="12"/>
                  </a:lnTo>
                  <a:lnTo>
                    <a:pt x="459" y="12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7"/>
                  </a:lnTo>
                  <a:lnTo>
                    <a:pt x="459" y="17"/>
                  </a:lnTo>
                  <a:lnTo>
                    <a:pt x="459" y="17"/>
                  </a:lnTo>
                  <a:lnTo>
                    <a:pt x="459" y="19"/>
                  </a:lnTo>
                  <a:lnTo>
                    <a:pt x="459" y="22"/>
                  </a:lnTo>
                  <a:lnTo>
                    <a:pt x="461" y="24"/>
                  </a:lnTo>
                  <a:lnTo>
                    <a:pt x="461" y="26"/>
                  </a:lnTo>
                  <a:lnTo>
                    <a:pt x="461" y="26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6" y="29"/>
                  </a:lnTo>
                  <a:lnTo>
                    <a:pt x="454" y="31"/>
                  </a:lnTo>
                  <a:lnTo>
                    <a:pt x="454" y="31"/>
                  </a:lnTo>
                  <a:lnTo>
                    <a:pt x="454" y="31"/>
                  </a:lnTo>
                  <a:lnTo>
                    <a:pt x="454" y="33"/>
                  </a:lnTo>
                  <a:lnTo>
                    <a:pt x="454" y="33"/>
                  </a:lnTo>
                  <a:lnTo>
                    <a:pt x="454" y="36"/>
                  </a:lnTo>
                  <a:lnTo>
                    <a:pt x="454" y="36"/>
                  </a:lnTo>
                  <a:lnTo>
                    <a:pt x="454" y="36"/>
                  </a:lnTo>
                  <a:lnTo>
                    <a:pt x="449" y="38"/>
                  </a:lnTo>
                  <a:lnTo>
                    <a:pt x="449" y="38"/>
                  </a:lnTo>
                  <a:lnTo>
                    <a:pt x="447" y="40"/>
                  </a:lnTo>
                  <a:lnTo>
                    <a:pt x="447" y="40"/>
                  </a:lnTo>
                  <a:lnTo>
                    <a:pt x="445" y="40"/>
                  </a:lnTo>
                  <a:lnTo>
                    <a:pt x="445" y="40"/>
                  </a:lnTo>
                  <a:lnTo>
                    <a:pt x="445" y="40"/>
                  </a:lnTo>
                  <a:lnTo>
                    <a:pt x="445" y="43"/>
                  </a:lnTo>
                  <a:lnTo>
                    <a:pt x="445" y="43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8"/>
                  </a:lnTo>
                  <a:lnTo>
                    <a:pt x="442" y="48"/>
                  </a:lnTo>
                  <a:lnTo>
                    <a:pt x="442" y="48"/>
                  </a:lnTo>
                  <a:lnTo>
                    <a:pt x="442" y="48"/>
                  </a:lnTo>
                  <a:lnTo>
                    <a:pt x="440" y="48"/>
                  </a:lnTo>
                  <a:lnTo>
                    <a:pt x="440" y="48"/>
                  </a:lnTo>
                  <a:lnTo>
                    <a:pt x="440" y="50"/>
                  </a:lnTo>
                  <a:lnTo>
                    <a:pt x="440" y="50"/>
                  </a:lnTo>
                  <a:lnTo>
                    <a:pt x="438" y="50"/>
                  </a:lnTo>
                  <a:lnTo>
                    <a:pt x="438" y="52"/>
                  </a:lnTo>
                  <a:lnTo>
                    <a:pt x="435" y="55"/>
                  </a:lnTo>
                  <a:lnTo>
                    <a:pt x="435" y="57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33" y="66"/>
                  </a:lnTo>
                  <a:lnTo>
                    <a:pt x="433" y="66"/>
                  </a:lnTo>
                  <a:lnTo>
                    <a:pt x="440" y="64"/>
                  </a:lnTo>
                  <a:lnTo>
                    <a:pt x="454" y="64"/>
                  </a:lnTo>
                  <a:lnTo>
                    <a:pt x="468" y="62"/>
                  </a:lnTo>
                  <a:lnTo>
                    <a:pt x="483" y="59"/>
                  </a:lnTo>
                  <a:lnTo>
                    <a:pt x="497" y="59"/>
                  </a:lnTo>
                  <a:lnTo>
                    <a:pt x="497" y="59"/>
                  </a:lnTo>
                  <a:lnTo>
                    <a:pt x="497" y="57"/>
                  </a:lnTo>
                  <a:lnTo>
                    <a:pt x="497" y="57"/>
                  </a:lnTo>
                  <a:lnTo>
                    <a:pt x="499" y="57"/>
                  </a:lnTo>
                  <a:lnTo>
                    <a:pt x="499" y="5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73" name="Freeform 54">
              <a:extLst>
                <a:ext uri="{FF2B5EF4-FFF2-40B4-BE49-F238E27FC236}">
                  <a16:creationId xmlns:a16="http://schemas.microsoft.com/office/drawing/2014/main" id="{E4CA521C-5A96-4D79-BFC7-334FB3CAC1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70277" y="3381797"/>
              <a:ext cx="370074" cy="588154"/>
            </a:xfrm>
            <a:custGeom>
              <a:avLst/>
              <a:gdLst>
                <a:gd name="T0" fmla="*/ 52 w 392"/>
                <a:gd name="T1" fmla="*/ 623 h 623"/>
                <a:gd name="T2" fmla="*/ 392 w 392"/>
                <a:gd name="T3" fmla="*/ 483 h 623"/>
                <a:gd name="T4" fmla="*/ 378 w 392"/>
                <a:gd name="T5" fmla="*/ 464 h 623"/>
                <a:gd name="T6" fmla="*/ 378 w 392"/>
                <a:gd name="T7" fmla="*/ 450 h 623"/>
                <a:gd name="T8" fmla="*/ 378 w 392"/>
                <a:gd name="T9" fmla="*/ 421 h 623"/>
                <a:gd name="T10" fmla="*/ 371 w 392"/>
                <a:gd name="T11" fmla="*/ 405 h 623"/>
                <a:gd name="T12" fmla="*/ 364 w 392"/>
                <a:gd name="T13" fmla="*/ 381 h 623"/>
                <a:gd name="T14" fmla="*/ 369 w 392"/>
                <a:gd name="T15" fmla="*/ 360 h 623"/>
                <a:gd name="T16" fmla="*/ 369 w 392"/>
                <a:gd name="T17" fmla="*/ 341 h 623"/>
                <a:gd name="T18" fmla="*/ 376 w 392"/>
                <a:gd name="T19" fmla="*/ 336 h 623"/>
                <a:gd name="T20" fmla="*/ 378 w 392"/>
                <a:gd name="T21" fmla="*/ 329 h 623"/>
                <a:gd name="T22" fmla="*/ 380 w 392"/>
                <a:gd name="T23" fmla="*/ 327 h 623"/>
                <a:gd name="T24" fmla="*/ 371 w 392"/>
                <a:gd name="T25" fmla="*/ 315 h 623"/>
                <a:gd name="T26" fmla="*/ 369 w 392"/>
                <a:gd name="T27" fmla="*/ 303 h 623"/>
                <a:gd name="T28" fmla="*/ 354 w 392"/>
                <a:gd name="T29" fmla="*/ 284 h 623"/>
                <a:gd name="T30" fmla="*/ 350 w 392"/>
                <a:gd name="T31" fmla="*/ 270 h 623"/>
                <a:gd name="T32" fmla="*/ 345 w 392"/>
                <a:gd name="T33" fmla="*/ 263 h 623"/>
                <a:gd name="T34" fmla="*/ 338 w 392"/>
                <a:gd name="T35" fmla="*/ 242 h 623"/>
                <a:gd name="T36" fmla="*/ 324 w 392"/>
                <a:gd name="T37" fmla="*/ 197 h 623"/>
                <a:gd name="T38" fmla="*/ 300 w 392"/>
                <a:gd name="T39" fmla="*/ 123 h 623"/>
                <a:gd name="T40" fmla="*/ 276 w 392"/>
                <a:gd name="T41" fmla="*/ 47 h 623"/>
                <a:gd name="T42" fmla="*/ 262 w 392"/>
                <a:gd name="T43" fmla="*/ 2 h 623"/>
                <a:gd name="T44" fmla="*/ 182 w 392"/>
                <a:gd name="T45" fmla="*/ 10 h 623"/>
                <a:gd name="T46" fmla="*/ 68 w 392"/>
                <a:gd name="T47" fmla="*/ 21 h 623"/>
                <a:gd name="T48" fmla="*/ 2 w 392"/>
                <a:gd name="T49" fmla="*/ 31 h 623"/>
                <a:gd name="T50" fmla="*/ 11 w 392"/>
                <a:gd name="T51" fmla="*/ 52 h 623"/>
                <a:gd name="T52" fmla="*/ 11 w 392"/>
                <a:gd name="T53" fmla="*/ 135 h 623"/>
                <a:gd name="T54" fmla="*/ 11 w 392"/>
                <a:gd name="T55" fmla="*/ 270 h 623"/>
                <a:gd name="T56" fmla="*/ 11 w 392"/>
                <a:gd name="T57" fmla="*/ 374 h 623"/>
                <a:gd name="T58" fmla="*/ 11 w 392"/>
                <a:gd name="T59" fmla="*/ 421 h 623"/>
                <a:gd name="T60" fmla="*/ 26 w 392"/>
                <a:gd name="T61" fmla="*/ 514 h 623"/>
                <a:gd name="T62" fmla="*/ 40 w 392"/>
                <a:gd name="T63" fmla="*/ 606 h 623"/>
                <a:gd name="T64" fmla="*/ 49 w 392"/>
                <a:gd name="T65" fmla="*/ 604 h 623"/>
                <a:gd name="T66" fmla="*/ 61 w 392"/>
                <a:gd name="T67" fmla="*/ 608 h 623"/>
                <a:gd name="T68" fmla="*/ 68 w 392"/>
                <a:gd name="T69" fmla="*/ 611 h 623"/>
                <a:gd name="T70" fmla="*/ 71 w 392"/>
                <a:gd name="T71" fmla="*/ 585 h 623"/>
                <a:gd name="T72" fmla="*/ 73 w 392"/>
                <a:gd name="T73" fmla="*/ 575 h 623"/>
                <a:gd name="T74" fmla="*/ 73 w 392"/>
                <a:gd name="T75" fmla="*/ 563 h 623"/>
                <a:gd name="T76" fmla="*/ 78 w 392"/>
                <a:gd name="T77" fmla="*/ 561 h 623"/>
                <a:gd name="T78" fmla="*/ 85 w 392"/>
                <a:gd name="T79" fmla="*/ 566 h 623"/>
                <a:gd name="T80" fmla="*/ 87 w 392"/>
                <a:gd name="T81" fmla="*/ 589 h 623"/>
                <a:gd name="T82" fmla="*/ 92 w 392"/>
                <a:gd name="T83" fmla="*/ 597 h 623"/>
                <a:gd name="T84" fmla="*/ 99 w 392"/>
                <a:gd name="T85" fmla="*/ 599 h 623"/>
                <a:gd name="T86" fmla="*/ 101 w 392"/>
                <a:gd name="T87" fmla="*/ 601 h 623"/>
                <a:gd name="T88" fmla="*/ 97 w 392"/>
                <a:gd name="T89" fmla="*/ 618 h 623"/>
                <a:gd name="T90" fmla="*/ 82 w 392"/>
                <a:gd name="T91" fmla="*/ 620 h 623"/>
                <a:gd name="T92" fmla="*/ 130 w 392"/>
                <a:gd name="T93" fmla="*/ 606 h 623"/>
                <a:gd name="T94" fmla="*/ 125 w 392"/>
                <a:gd name="T95" fmla="*/ 601 h 623"/>
                <a:gd name="T96" fmla="*/ 130 w 392"/>
                <a:gd name="T97" fmla="*/ 604 h 623"/>
                <a:gd name="T98" fmla="*/ 139 w 392"/>
                <a:gd name="T99" fmla="*/ 597 h 623"/>
                <a:gd name="T100" fmla="*/ 144 w 392"/>
                <a:gd name="T101" fmla="*/ 585 h 623"/>
                <a:gd name="T102" fmla="*/ 139 w 392"/>
                <a:gd name="T103" fmla="*/ 575 h 623"/>
                <a:gd name="T104" fmla="*/ 142 w 392"/>
                <a:gd name="T105" fmla="*/ 559 h 623"/>
                <a:gd name="T106" fmla="*/ 125 w 392"/>
                <a:gd name="T107" fmla="*/ 547 h 623"/>
                <a:gd name="T108" fmla="*/ 116 w 392"/>
                <a:gd name="T109" fmla="*/ 535 h 623"/>
                <a:gd name="T110" fmla="*/ 139 w 392"/>
                <a:gd name="T111" fmla="*/ 518 h 623"/>
                <a:gd name="T112" fmla="*/ 257 w 392"/>
                <a:gd name="T113" fmla="*/ 504 h 623"/>
                <a:gd name="T114" fmla="*/ 376 w 392"/>
                <a:gd name="T115" fmla="*/ 488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2" h="623">
                  <a:moveTo>
                    <a:pt x="73" y="615"/>
                  </a:moveTo>
                  <a:lnTo>
                    <a:pt x="71" y="618"/>
                  </a:lnTo>
                  <a:lnTo>
                    <a:pt x="71" y="618"/>
                  </a:lnTo>
                  <a:lnTo>
                    <a:pt x="71" y="618"/>
                  </a:lnTo>
                  <a:lnTo>
                    <a:pt x="68" y="618"/>
                  </a:lnTo>
                  <a:lnTo>
                    <a:pt x="61" y="620"/>
                  </a:lnTo>
                  <a:lnTo>
                    <a:pt x="52" y="623"/>
                  </a:lnTo>
                  <a:lnTo>
                    <a:pt x="52" y="623"/>
                  </a:lnTo>
                  <a:lnTo>
                    <a:pt x="75" y="620"/>
                  </a:lnTo>
                  <a:lnTo>
                    <a:pt x="75" y="620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3" y="615"/>
                  </a:lnTo>
                  <a:close/>
                  <a:moveTo>
                    <a:pt x="392" y="483"/>
                  </a:moveTo>
                  <a:lnTo>
                    <a:pt x="392" y="481"/>
                  </a:lnTo>
                  <a:lnTo>
                    <a:pt x="390" y="476"/>
                  </a:lnTo>
                  <a:lnTo>
                    <a:pt x="385" y="471"/>
                  </a:lnTo>
                  <a:lnTo>
                    <a:pt x="383" y="466"/>
                  </a:lnTo>
                  <a:lnTo>
                    <a:pt x="380" y="466"/>
                  </a:lnTo>
                  <a:lnTo>
                    <a:pt x="378" y="464"/>
                  </a:lnTo>
                  <a:lnTo>
                    <a:pt x="378" y="464"/>
                  </a:lnTo>
                  <a:lnTo>
                    <a:pt x="378" y="459"/>
                  </a:lnTo>
                  <a:lnTo>
                    <a:pt x="378" y="457"/>
                  </a:lnTo>
                  <a:lnTo>
                    <a:pt x="376" y="455"/>
                  </a:lnTo>
                  <a:lnTo>
                    <a:pt x="376" y="455"/>
                  </a:lnTo>
                  <a:lnTo>
                    <a:pt x="376" y="452"/>
                  </a:lnTo>
                  <a:lnTo>
                    <a:pt x="378" y="450"/>
                  </a:lnTo>
                  <a:lnTo>
                    <a:pt x="378" y="450"/>
                  </a:lnTo>
                  <a:lnTo>
                    <a:pt x="378" y="440"/>
                  </a:lnTo>
                  <a:lnTo>
                    <a:pt x="378" y="436"/>
                  </a:lnTo>
                  <a:lnTo>
                    <a:pt x="378" y="431"/>
                  </a:lnTo>
                  <a:lnTo>
                    <a:pt x="378" y="429"/>
                  </a:lnTo>
                  <a:lnTo>
                    <a:pt x="378" y="426"/>
                  </a:lnTo>
                  <a:lnTo>
                    <a:pt x="378" y="424"/>
                  </a:lnTo>
                  <a:lnTo>
                    <a:pt x="378" y="421"/>
                  </a:lnTo>
                  <a:lnTo>
                    <a:pt x="378" y="419"/>
                  </a:lnTo>
                  <a:lnTo>
                    <a:pt x="378" y="417"/>
                  </a:lnTo>
                  <a:lnTo>
                    <a:pt x="376" y="417"/>
                  </a:lnTo>
                  <a:lnTo>
                    <a:pt x="376" y="412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71" y="405"/>
                  </a:lnTo>
                  <a:lnTo>
                    <a:pt x="369" y="402"/>
                  </a:lnTo>
                  <a:lnTo>
                    <a:pt x="364" y="388"/>
                  </a:lnTo>
                  <a:lnTo>
                    <a:pt x="364" y="386"/>
                  </a:lnTo>
                  <a:lnTo>
                    <a:pt x="364" y="384"/>
                  </a:lnTo>
                  <a:lnTo>
                    <a:pt x="364" y="384"/>
                  </a:lnTo>
                  <a:lnTo>
                    <a:pt x="364" y="381"/>
                  </a:lnTo>
                  <a:lnTo>
                    <a:pt x="364" y="381"/>
                  </a:lnTo>
                  <a:lnTo>
                    <a:pt x="364" y="376"/>
                  </a:lnTo>
                  <a:lnTo>
                    <a:pt x="366" y="372"/>
                  </a:lnTo>
                  <a:lnTo>
                    <a:pt x="369" y="367"/>
                  </a:lnTo>
                  <a:lnTo>
                    <a:pt x="369" y="365"/>
                  </a:lnTo>
                  <a:lnTo>
                    <a:pt x="369" y="362"/>
                  </a:lnTo>
                  <a:lnTo>
                    <a:pt x="369" y="362"/>
                  </a:lnTo>
                  <a:lnTo>
                    <a:pt x="369" y="360"/>
                  </a:lnTo>
                  <a:lnTo>
                    <a:pt x="369" y="358"/>
                  </a:lnTo>
                  <a:lnTo>
                    <a:pt x="369" y="355"/>
                  </a:lnTo>
                  <a:lnTo>
                    <a:pt x="369" y="353"/>
                  </a:lnTo>
                  <a:lnTo>
                    <a:pt x="369" y="350"/>
                  </a:lnTo>
                  <a:lnTo>
                    <a:pt x="369" y="348"/>
                  </a:lnTo>
                  <a:lnTo>
                    <a:pt x="369" y="346"/>
                  </a:lnTo>
                  <a:lnTo>
                    <a:pt x="369" y="341"/>
                  </a:lnTo>
                  <a:lnTo>
                    <a:pt x="371" y="341"/>
                  </a:lnTo>
                  <a:lnTo>
                    <a:pt x="371" y="341"/>
                  </a:lnTo>
                  <a:lnTo>
                    <a:pt x="371" y="339"/>
                  </a:lnTo>
                  <a:lnTo>
                    <a:pt x="373" y="339"/>
                  </a:lnTo>
                  <a:lnTo>
                    <a:pt x="376" y="339"/>
                  </a:lnTo>
                  <a:lnTo>
                    <a:pt x="376" y="336"/>
                  </a:lnTo>
                  <a:lnTo>
                    <a:pt x="376" y="336"/>
                  </a:lnTo>
                  <a:lnTo>
                    <a:pt x="376" y="334"/>
                  </a:lnTo>
                  <a:lnTo>
                    <a:pt x="376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80" y="334"/>
                  </a:lnTo>
                  <a:lnTo>
                    <a:pt x="380" y="331"/>
                  </a:lnTo>
                  <a:lnTo>
                    <a:pt x="378" y="329"/>
                  </a:lnTo>
                  <a:lnTo>
                    <a:pt x="380" y="329"/>
                  </a:lnTo>
                  <a:lnTo>
                    <a:pt x="380" y="329"/>
                  </a:lnTo>
                  <a:lnTo>
                    <a:pt x="380" y="329"/>
                  </a:lnTo>
                  <a:lnTo>
                    <a:pt x="383" y="327"/>
                  </a:lnTo>
                  <a:lnTo>
                    <a:pt x="380" y="327"/>
                  </a:lnTo>
                  <a:lnTo>
                    <a:pt x="380" y="327"/>
                  </a:lnTo>
                  <a:lnTo>
                    <a:pt x="380" y="327"/>
                  </a:lnTo>
                  <a:lnTo>
                    <a:pt x="380" y="324"/>
                  </a:lnTo>
                  <a:lnTo>
                    <a:pt x="378" y="324"/>
                  </a:lnTo>
                  <a:lnTo>
                    <a:pt x="373" y="322"/>
                  </a:lnTo>
                  <a:lnTo>
                    <a:pt x="371" y="320"/>
                  </a:lnTo>
                  <a:lnTo>
                    <a:pt x="371" y="320"/>
                  </a:lnTo>
                  <a:lnTo>
                    <a:pt x="371" y="315"/>
                  </a:lnTo>
                  <a:lnTo>
                    <a:pt x="371" y="315"/>
                  </a:lnTo>
                  <a:lnTo>
                    <a:pt x="371" y="313"/>
                  </a:lnTo>
                  <a:lnTo>
                    <a:pt x="371" y="313"/>
                  </a:lnTo>
                  <a:lnTo>
                    <a:pt x="371" y="310"/>
                  </a:lnTo>
                  <a:lnTo>
                    <a:pt x="371" y="308"/>
                  </a:lnTo>
                  <a:lnTo>
                    <a:pt x="371" y="308"/>
                  </a:lnTo>
                  <a:lnTo>
                    <a:pt x="369" y="305"/>
                  </a:lnTo>
                  <a:lnTo>
                    <a:pt x="369" y="303"/>
                  </a:lnTo>
                  <a:lnTo>
                    <a:pt x="366" y="298"/>
                  </a:lnTo>
                  <a:lnTo>
                    <a:pt x="366" y="298"/>
                  </a:lnTo>
                  <a:lnTo>
                    <a:pt x="364" y="296"/>
                  </a:lnTo>
                  <a:lnTo>
                    <a:pt x="357" y="287"/>
                  </a:lnTo>
                  <a:lnTo>
                    <a:pt x="357" y="287"/>
                  </a:lnTo>
                  <a:lnTo>
                    <a:pt x="357" y="284"/>
                  </a:lnTo>
                  <a:lnTo>
                    <a:pt x="354" y="284"/>
                  </a:lnTo>
                  <a:lnTo>
                    <a:pt x="354" y="284"/>
                  </a:lnTo>
                  <a:lnTo>
                    <a:pt x="354" y="282"/>
                  </a:lnTo>
                  <a:lnTo>
                    <a:pt x="354" y="279"/>
                  </a:lnTo>
                  <a:lnTo>
                    <a:pt x="352" y="277"/>
                  </a:lnTo>
                  <a:lnTo>
                    <a:pt x="350" y="272"/>
                  </a:lnTo>
                  <a:lnTo>
                    <a:pt x="350" y="272"/>
                  </a:lnTo>
                  <a:lnTo>
                    <a:pt x="350" y="270"/>
                  </a:lnTo>
                  <a:lnTo>
                    <a:pt x="347" y="270"/>
                  </a:lnTo>
                  <a:lnTo>
                    <a:pt x="350" y="268"/>
                  </a:lnTo>
                  <a:lnTo>
                    <a:pt x="347" y="268"/>
                  </a:lnTo>
                  <a:lnTo>
                    <a:pt x="345" y="265"/>
                  </a:lnTo>
                  <a:lnTo>
                    <a:pt x="345" y="265"/>
                  </a:lnTo>
                  <a:lnTo>
                    <a:pt x="345" y="263"/>
                  </a:lnTo>
                  <a:lnTo>
                    <a:pt x="345" y="263"/>
                  </a:lnTo>
                  <a:lnTo>
                    <a:pt x="343" y="263"/>
                  </a:lnTo>
                  <a:lnTo>
                    <a:pt x="343" y="258"/>
                  </a:lnTo>
                  <a:lnTo>
                    <a:pt x="338" y="249"/>
                  </a:lnTo>
                  <a:lnTo>
                    <a:pt x="338" y="249"/>
                  </a:lnTo>
                  <a:lnTo>
                    <a:pt x="338" y="244"/>
                  </a:lnTo>
                  <a:lnTo>
                    <a:pt x="338" y="244"/>
                  </a:lnTo>
                  <a:lnTo>
                    <a:pt x="338" y="242"/>
                  </a:lnTo>
                  <a:lnTo>
                    <a:pt x="336" y="237"/>
                  </a:lnTo>
                  <a:lnTo>
                    <a:pt x="333" y="234"/>
                  </a:lnTo>
                  <a:lnTo>
                    <a:pt x="333" y="227"/>
                  </a:lnTo>
                  <a:lnTo>
                    <a:pt x="331" y="220"/>
                  </a:lnTo>
                  <a:lnTo>
                    <a:pt x="328" y="213"/>
                  </a:lnTo>
                  <a:lnTo>
                    <a:pt x="326" y="206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17" y="178"/>
                  </a:lnTo>
                  <a:lnTo>
                    <a:pt x="314" y="166"/>
                  </a:lnTo>
                  <a:lnTo>
                    <a:pt x="309" y="156"/>
                  </a:lnTo>
                  <a:lnTo>
                    <a:pt x="307" y="144"/>
                  </a:lnTo>
                  <a:lnTo>
                    <a:pt x="302" y="133"/>
                  </a:lnTo>
                  <a:lnTo>
                    <a:pt x="300" y="123"/>
                  </a:lnTo>
                  <a:lnTo>
                    <a:pt x="295" y="111"/>
                  </a:lnTo>
                  <a:lnTo>
                    <a:pt x="293" y="100"/>
                  </a:lnTo>
                  <a:lnTo>
                    <a:pt x="288" y="88"/>
                  </a:lnTo>
                  <a:lnTo>
                    <a:pt x="286" y="78"/>
                  </a:lnTo>
                  <a:lnTo>
                    <a:pt x="283" y="66"/>
                  </a:lnTo>
                  <a:lnTo>
                    <a:pt x="279" y="57"/>
                  </a:lnTo>
                  <a:lnTo>
                    <a:pt x="276" y="47"/>
                  </a:lnTo>
                  <a:lnTo>
                    <a:pt x="274" y="38"/>
                  </a:lnTo>
                  <a:lnTo>
                    <a:pt x="272" y="31"/>
                  </a:lnTo>
                  <a:lnTo>
                    <a:pt x="269" y="24"/>
                  </a:lnTo>
                  <a:lnTo>
                    <a:pt x="267" y="17"/>
                  </a:lnTo>
                  <a:lnTo>
                    <a:pt x="265" y="12"/>
                  </a:lnTo>
                  <a:lnTo>
                    <a:pt x="265" y="7"/>
                  </a:lnTo>
                  <a:lnTo>
                    <a:pt x="262" y="2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46" y="2"/>
                  </a:lnTo>
                  <a:lnTo>
                    <a:pt x="229" y="5"/>
                  </a:lnTo>
                  <a:lnTo>
                    <a:pt x="215" y="5"/>
                  </a:lnTo>
                  <a:lnTo>
                    <a:pt x="198" y="7"/>
                  </a:lnTo>
                  <a:lnTo>
                    <a:pt x="182" y="10"/>
                  </a:lnTo>
                  <a:lnTo>
                    <a:pt x="165" y="12"/>
                  </a:lnTo>
                  <a:lnTo>
                    <a:pt x="149" y="14"/>
                  </a:lnTo>
                  <a:lnTo>
                    <a:pt x="134" y="14"/>
                  </a:lnTo>
                  <a:lnTo>
                    <a:pt x="118" y="17"/>
                  </a:lnTo>
                  <a:lnTo>
                    <a:pt x="101" y="19"/>
                  </a:lnTo>
                  <a:lnTo>
                    <a:pt x="85" y="19"/>
                  </a:lnTo>
                  <a:lnTo>
                    <a:pt x="68" y="21"/>
                  </a:lnTo>
                  <a:lnTo>
                    <a:pt x="54" y="24"/>
                  </a:lnTo>
                  <a:lnTo>
                    <a:pt x="37" y="24"/>
                  </a:lnTo>
                  <a:lnTo>
                    <a:pt x="21" y="26"/>
                  </a:lnTo>
                  <a:lnTo>
                    <a:pt x="4" y="29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4" y="36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50"/>
                  </a:lnTo>
                  <a:lnTo>
                    <a:pt x="11" y="52"/>
                  </a:lnTo>
                  <a:lnTo>
                    <a:pt x="11" y="64"/>
                  </a:lnTo>
                  <a:lnTo>
                    <a:pt x="11" y="73"/>
                  </a:lnTo>
                  <a:lnTo>
                    <a:pt x="11" y="83"/>
                  </a:lnTo>
                  <a:lnTo>
                    <a:pt x="11" y="95"/>
                  </a:lnTo>
                  <a:lnTo>
                    <a:pt x="11" y="107"/>
                  </a:lnTo>
                  <a:lnTo>
                    <a:pt x="11" y="121"/>
                  </a:lnTo>
                  <a:lnTo>
                    <a:pt x="11" y="135"/>
                  </a:lnTo>
                  <a:lnTo>
                    <a:pt x="11" y="149"/>
                  </a:lnTo>
                  <a:lnTo>
                    <a:pt x="11" y="166"/>
                  </a:lnTo>
                  <a:lnTo>
                    <a:pt x="11" y="182"/>
                  </a:lnTo>
                  <a:lnTo>
                    <a:pt x="11" y="199"/>
                  </a:lnTo>
                  <a:lnTo>
                    <a:pt x="11" y="218"/>
                  </a:lnTo>
                  <a:lnTo>
                    <a:pt x="11" y="251"/>
                  </a:lnTo>
                  <a:lnTo>
                    <a:pt x="11" y="270"/>
                  </a:lnTo>
                  <a:lnTo>
                    <a:pt x="11" y="287"/>
                  </a:lnTo>
                  <a:lnTo>
                    <a:pt x="11" y="303"/>
                  </a:lnTo>
                  <a:lnTo>
                    <a:pt x="11" y="320"/>
                  </a:lnTo>
                  <a:lnTo>
                    <a:pt x="11" y="334"/>
                  </a:lnTo>
                  <a:lnTo>
                    <a:pt x="11" y="348"/>
                  </a:lnTo>
                  <a:lnTo>
                    <a:pt x="11" y="362"/>
                  </a:lnTo>
                  <a:lnTo>
                    <a:pt x="11" y="374"/>
                  </a:lnTo>
                  <a:lnTo>
                    <a:pt x="11" y="386"/>
                  </a:lnTo>
                  <a:lnTo>
                    <a:pt x="11" y="395"/>
                  </a:lnTo>
                  <a:lnTo>
                    <a:pt x="11" y="405"/>
                  </a:lnTo>
                  <a:lnTo>
                    <a:pt x="11" y="412"/>
                  </a:lnTo>
                  <a:lnTo>
                    <a:pt x="11" y="417"/>
                  </a:lnTo>
                  <a:lnTo>
                    <a:pt x="11" y="419"/>
                  </a:lnTo>
                  <a:lnTo>
                    <a:pt x="11" y="421"/>
                  </a:lnTo>
                  <a:lnTo>
                    <a:pt x="14" y="431"/>
                  </a:lnTo>
                  <a:lnTo>
                    <a:pt x="14" y="443"/>
                  </a:lnTo>
                  <a:lnTo>
                    <a:pt x="16" y="455"/>
                  </a:lnTo>
                  <a:lnTo>
                    <a:pt x="19" y="466"/>
                  </a:lnTo>
                  <a:lnTo>
                    <a:pt x="21" y="478"/>
                  </a:lnTo>
                  <a:lnTo>
                    <a:pt x="21" y="490"/>
                  </a:lnTo>
                  <a:lnTo>
                    <a:pt x="26" y="514"/>
                  </a:lnTo>
                  <a:lnTo>
                    <a:pt x="26" y="526"/>
                  </a:lnTo>
                  <a:lnTo>
                    <a:pt x="28" y="535"/>
                  </a:lnTo>
                  <a:lnTo>
                    <a:pt x="30" y="547"/>
                  </a:lnTo>
                  <a:lnTo>
                    <a:pt x="33" y="559"/>
                  </a:lnTo>
                  <a:lnTo>
                    <a:pt x="35" y="571"/>
                  </a:lnTo>
                  <a:lnTo>
                    <a:pt x="35" y="582"/>
                  </a:lnTo>
                  <a:lnTo>
                    <a:pt x="40" y="606"/>
                  </a:lnTo>
                  <a:lnTo>
                    <a:pt x="42" y="604"/>
                  </a:lnTo>
                  <a:lnTo>
                    <a:pt x="45" y="604"/>
                  </a:lnTo>
                  <a:lnTo>
                    <a:pt x="47" y="604"/>
                  </a:lnTo>
                  <a:lnTo>
                    <a:pt x="49" y="606"/>
                  </a:lnTo>
                  <a:lnTo>
                    <a:pt x="49" y="606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52" y="604"/>
                  </a:lnTo>
                  <a:lnTo>
                    <a:pt x="59" y="604"/>
                  </a:lnTo>
                  <a:lnTo>
                    <a:pt x="63" y="606"/>
                  </a:lnTo>
                  <a:lnTo>
                    <a:pt x="61" y="608"/>
                  </a:lnTo>
                  <a:lnTo>
                    <a:pt x="61" y="608"/>
                  </a:lnTo>
                  <a:lnTo>
                    <a:pt x="63" y="611"/>
                  </a:lnTo>
                  <a:lnTo>
                    <a:pt x="66" y="611"/>
                  </a:lnTo>
                  <a:lnTo>
                    <a:pt x="66" y="611"/>
                  </a:lnTo>
                  <a:lnTo>
                    <a:pt x="68" y="608"/>
                  </a:lnTo>
                  <a:lnTo>
                    <a:pt x="68" y="611"/>
                  </a:lnTo>
                  <a:lnTo>
                    <a:pt x="68" y="611"/>
                  </a:lnTo>
                  <a:lnTo>
                    <a:pt x="68" y="611"/>
                  </a:lnTo>
                  <a:lnTo>
                    <a:pt x="71" y="611"/>
                  </a:lnTo>
                  <a:lnTo>
                    <a:pt x="71" y="608"/>
                  </a:lnTo>
                  <a:lnTo>
                    <a:pt x="71" y="599"/>
                  </a:lnTo>
                  <a:lnTo>
                    <a:pt x="71" y="594"/>
                  </a:lnTo>
                  <a:lnTo>
                    <a:pt x="71" y="592"/>
                  </a:lnTo>
                  <a:lnTo>
                    <a:pt x="71" y="587"/>
                  </a:lnTo>
                  <a:lnTo>
                    <a:pt x="71" y="585"/>
                  </a:lnTo>
                  <a:lnTo>
                    <a:pt x="71" y="585"/>
                  </a:lnTo>
                  <a:lnTo>
                    <a:pt x="71" y="582"/>
                  </a:lnTo>
                  <a:lnTo>
                    <a:pt x="71" y="582"/>
                  </a:lnTo>
                  <a:lnTo>
                    <a:pt x="71" y="580"/>
                  </a:lnTo>
                  <a:lnTo>
                    <a:pt x="71" y="578"/>
                  </a:lnTo>
                  <a:lnTo>
                    <a:pt x="71" y="578"/>
                  </a:lnTo>
                  <a:lnTo>
                    <a:pt x="73" y="575"/>
                  </a:lnTo>
                  <a:lnTo>
                    <a:pt x="73" y="575"/>
                  </a:lnTo>
                  <a:lnTo>
                    <a:pt x="73" y="573"/>
                  </a:lnTo>
                  <a:lnTo>
                    <a:pt x="73" y="571"/>
                  </a:lnTo>
                  <a:lnTo>
                    <a:pt x="73" y="568"/>
                  </a:lnTo>
                  <a:lnTo>
                    <a:pt x="73" y="568"/>
                  </a:lnTo>
                  <a:lnTo>
                    <a:pt x="75" y="566"/>
                  </a:lnTo>
                  <a:lnTo>
                    <a:pt x="73" y="563"/>
                  </a:lnTo>
                  <a:lnTo>
                    <a:pt x="75" y="563"/>
                  </a:lnTo>
                  <a:lnTo>
                    <a:pt x="75" y="561"/>
                  </a:lnTo>
                  <a:lnTo>
                    <a:pt x="75" y="559"/>
                  </a:lnTo>
                  <a:lnTo>
                    <a:pt x="75" y="559"/>
                  </a:lnTo>
                  <a:lnTo>
                    <a:pt x="75" y="559"/>
                  </a:lnTo>
                  <a:lnTo>
                    <a:pt x="78" y="559"/>
                  </a:lnTo>
                  <a:lnTo>
                    <a:pt x="78" y="561"/>
                  </a:lnTo>
                  <a:lnTo>
                    <a:pt x="78" y="563"/>
                  </a:lnTo>
                  <a:lnTo>
                    <a:pt x="78" y="563"/>
                  </a:lnTo>
                  <a:lnTo>
                    <a:pt x="78" y="563"/>
                  </a:lnTo>
                  <a:lnTo>
                    <a:pt x="80" y="563"/>
                  </a:lnTo>
                  <a:lnTo>
                    <a:pt x="80" y="563"/>
                  </a:lnTo>
                  <a:lnTo>
                    <a:pt x="82" y="566"/>
                  </a:lnTo>
                  <a:lnTo>
                    <a:pt x="85" y="566"/>
                  </a:lnTo>
                  <a:lnTo>
                    <a:pt x="90" y="575"/>
                  </a:lnTo>
                  <a:lnTo>
                    <a:pt x="90" y="578"/>
                  </a:lnTo>
                  <a:lnTo>
                    <a:pt x="90" y="580"/>
                  </a:lnTo>
                  <a:lnTo>
                    <a:pt x="90" y="582"/>
                  </a:lnTo>
                  <a:lnTo>
                    <a:pt x="87" y="585"/>
                  </a:lnTo>
                  <a:lnTo>
                    <a:pt x="87" y="587"/>
                  </a:lnTo>
                  <a:lnTo>
                    <a:pt x="87" y="589"/>
                  </a:lnTo>
                  <a:lnTo>
                    <a:pt x="87" y="589"/>
                  </a:lnTo>
                  <a:lnTo>
                    <a:pt x="90" y="589"/>
                  </a:lnTo>
                  <a:lnTo>
                    <a:pt x="90" y="592"/>
                  </a:lnTo>
                  <a:lnTo>
                    <a:pt x="90" y="592"/>
                  </a:lnTo>
                  <a:lnTo>
                    <a:pt x="90" y="594"/>
                  </a:lnTo>
                  <a:lnTo>
                    <a:pt x="92" y="597"/>
                  </a:lnTo>
                  <a:lnTo>
                    <a:pt x="92" y="597"/>
                  </a:lnTo>
                  <a:lnTo>
                    <a:pt x="92" y="599"/>
                  </a:lnTo>
                  <a:lnTo>
                    <a:pt x="94" y="599"/>
                  </a:lnTo>
                  <a:lnTo>
                    <a:pt x="94" y="599"/>
                  </a:lnTo>
                  <a:lnTo>
                    <a:pt x="97" y="599"/>
                  </a:lnTo>
                  <a:lnTo>
                    <a:pt x="97" y="599"/>
                  </a:lnTo>
                  <a:lnTo>
                    <a:pt x="99" y="599"/>
                  </a:lnTo>
                  <a:lnTo>
                    <a:pt x="99" y="599"/>
                  </a:lnTo>
                  <a:lnTo>
                    <a:pt x="99" y="599"/>
                  </a:lnTo>
                  <a:lnTo>
                    <a:pt x="99" y="597"/>
                  </a:lnTo>
                  <a:lnTo>
                    <a:pt x="99" y="597"/>
                  </a:lnTo>
                  <a:lnTo>
                    <a:pt x="101" y="597"/>
                  </a:lnTo>
                  <a:lnTo>
                    <a:pt x="101" y="597"/>
                  </a:lnTo>
                  <a:lnTo>
                    <a:pt x="101" y="597"/>
                  </a:lnTo>
                  <a:lnTo>
                    <a:pt x="101" y="601"/>
                  </a:lnTo>
                  <a:lnTo>
                    <a:pt x="101" y="601"/>
                  </a:lnTo>
                  <a:lnTo>
                    <a:pt x="101" y="604"/>
                  </a:lnTo>
                  <a:lnTo>
                    <a:pt x="108" y="608"/>
                  </a:lnTo>
                  <a:lnTo>
                    <a:pt x="108" y="611"/>
                  </a:lnTo>
                  <a:lnTo>
                    <a:pt x="106" y="613"/>
                  </a:lnTo>
                  <a:lnTo>
                    <a:pt x="101" y="615"/>
                  </a:lnTo>
                  <a:lnTo>
                    <a:pt x="97" y="618"/>
                  </a:lnTo>
                  <a:lnTo>
                    <a:pt x="94" y="618"/>
                  </a:lnTo>
                  <a:lnTo>
                    <a:pt x="92" y="615"/>
                  </a:lnTo>
                  <a:lnTo>
                    <a:pt x="90" y="615"/>
                  </a:lnTo>
                  <a:lnTo>
                    <a:pt x="90" y="618"/>
                  </a:lnTo>
                  <a:lnTo>
                    <a:pt x="90" y="618"/>
                  </a:lnTo>
                  <a:lnTo>
                    <a:pt x="85" y="618"/>
                  </a:lnTo>
                  <a:lnTo>
                    <a:pt x="82" y="620"/>
                  </a:lnTo>
                  <a:lnTo>
                    <a:pt x="82" y="623"/>
                  </a:lnTo>
                  <a:lnTo>
                    <a:pt x="85" y="620"/>
                  </a:lnTo>
                  <a:lnTo>
                    <a:pt x="94" y="618"/>
                  </a:lnTo>
                  <a:lnTo>
                    <a:pt x="108" y="618"/>
                  </a:lnTo>
                  <a:lnTo>
                    <a:pt x="120" y="613"/>
                  </a:lnTo>
                  <a:lnTo>
                    <a:pt x="127" y="611"/>
                  </a:lnTo>
                  <a:lnTo>
                    <a:pt x="130" y="606"/>
                  </a:lnTo>
                  <a:lnTo>
                    <a:pt x="130" y="606"/>
                  </a:lnTo>
                  <a:lnTo>
                    <a:pt x="127" y="606"/>
                  </a:lnTo>
                  <a:lnTo>
                    <a:pt x="127" y="606"/>
                  </a:lnTo>
                  <a:lnTo>
                    <a:pt x="125" y="606"/>
                  </a:lnTo>
                  <a:lnTo>
                    <a:pt x="125" y="604"/>
                  </a:lnTo>
                  <a:lnTo>
                    <a:pt x="125" y="604"/>
                  </a:lnTo>
                  <a:lnTo>
                    <a:pt x="125" y="601"/>
                  </a:lnTo>
                  <a:lnTo>
                    <a:pt x="125" y="599"/>
                  </a:lnTo>
                  <a:lnTo>
                    <a:pt x="125" y="599"/>
                  </a:lnTo>
                  <a:lnTo>
                    <a:pt x="125" y="601"/>
                  </a:lnTo>
                  <a:lnTo>
                    <a:pt x="127" y="601"/>
                  </a:lnTo>
                  <a:lnTo>
                    <a:pt x="127" y="604"/>
                  </a:lnTo>
                  <a:lnTo>
                    <a:pt x="127" y="604"/>
                  </a:lnTo>
                  <a:lnTo>
                    <a:pt x="130" y="604"/>
                  </a:lnTo>
                  <a:lnTo>
                    <a:pt x="130" y="604"/>
                  </a:lnTo>
                  <a:lnTo>
                    <a:pt x="132" y="604"/>
                  </a:lnTo>
                  <a:lnTo>
                    <a:pt x="134" y="601"/>
                  </a:lnTo>
                  <a:lnTo>
                    <a:pt x="134" y="599"/>
                  </a:lnTo>
                  <a:lnTo>
                    <a:pt x="137" y="599"/>
                  </a:lnTo>
                  <a:lnTo>
                    <a:pt x="139" y="599"/>
                  </a:lnTo>
                  <a:lnTo>
                    <a:pt x="139" y="597"/>
                  </a:lnTo>
                  <a:lnTo>
                    <a:pt x="142" y="594"/>
                  </a:lnTo>
                  <a:lnTo>
                    <a:pt x="142" y="592"/>
                  </a:lnTo>
                  <a:lnTo>
                    <a:pt x="146" y="587"/>
                  </a:lnTo>
                  <a:lnTo>
                    <a:pt x="146" y="587"/>
                  </a:lnTo>
                  <a:lnTo>
                    <a:pt x="146" y="587"/>
                  </a:lnTo>
                  <a:lnTo>
                    <a:pt x="146" y="585"/>
                  </a:lnTo>
                  <a:lnTo>
                    <a:pt x="144" y="585"/>
                  </a:lnTo>
                  <a:lnTo>
                    <a:pt x="144" y="585"/>
                  </a:lnTo>
                  <a:lnTo>
                    <a:pt x="142" y="582"/>
                  </a:lnTo>
                  <a:lnTo>
                    <a:pt x="142" y="582"/>
                  </a:lnTo>
                  <a:lnTo>
                    <a:pt x="144" y="582"/>
                  </a:lnTo>
                  <a:lnTo>
                    <a:pt x="144" y="582"/>
                  </a:lnTo>
                  <a:lnTo>
                    <a:pt x="142" y="578"/>
                  </a:lnTo>
                  <a:lnTo>
                    <a:pt x="139" y="575"/>
                  </a:lnTo>
                  <a:lnTo>
                    <a:pt x="139" y="575"/>
                  </a:lnTo>
                  <a:lnTo>
                    <a:pt x="139" y="573"/>
                  </a:lnTo>
                  <a:lnTo>
                    <a:pt x="142" y="571"/>
                  </a:lnTo>
                  <a:lnTo>
                    <a:pt x="142" y="566"/>
                  </a:lnTo>
                  <a:lnTo>
                    <a:pt x="142" y="561"/>
                  </a:lnTo>
                  <a:lnTo>
                    <a:pt x="142" y="561"/>
                  </a:lnTo>
                  <a:lnTo>
                    <a:pt x="142" y="559"/>
                  </a:lnTo>
                  <a:lnTo>
                    <a:pt x="142" y="559"/>
                  </a:lnTo>
                  <a:lnTo>
                    <a:pt x="142" y="559"/>
                  </a:lnTo>
                  <a:lnTo>
                    <a:pt x="132" y="554"/>
                  </a:lnTo>
                  <a:lnTo>
                    <a:pt x="130" y="552"/>
                  </a:lnTo>
                  <a:lnTo>
                    <a:pt x="127" y="552"/>
                  </a:lnTo>
                  <a:lnTo>
                    <a:pt x="125" y="547"/>
                  </a:lnTo>
                  <a:lnTo>
                    <a:pt x="125" y="547"/>
                  </a:lnTo>
                  <a:lnTo>
                    <a:pt x="118" y="542"/>
                  </a:lnTo>
                  <a:lnTo>
                    <a:pt x="118" y="540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5"/>
                  </a:lnTo>
                  <a:lnTo>
                    <a:pt x="116" y="535"/>
                  </a:lnTo>
                  <a:lnTo>
                    <a:pt x="116" y="533"/>
                  </a:lnTo>
                  <a:lnTo>
                    <a:pt x="118" y="528"/>
                  </a:lnTo>
                  <a:lnTo>
                    <a:pt x="118" y="528"/>
                  </a:lnTo>
                  <a:lnTo>
                    <a:pt x="118" y="523"/>
                  </a:lnTo>
                  <a:lnTo>
                    <a:pt x="118" y="521"/>
                  </a:lnTo>
                  <a:lnTo>
                    <a:pt x="123" y="521"/>
                  </a:lnTo>
                  <a:lnTo>
                    <a:pt x="139" y="518"/>
                  </a:lnTo>
                  <a:lnTo>
                    <a:pt x="156" y="516"/>
                  </a:lnTo>
                  <a:lnTo>
                    <a:pt x="172" y="514"/>
                  </a:lnTo>
                  <a:lnTo>
                    <a:pt x="189" y="511"/>
                  </a:lnTo>
                  <a:lnTo>
                    <a:pt x="205" y="509"/>
                  </a:lnTo>
                  <a:lnTo>
                    <a:pt x="224" y="509"/>
                  </a:lnTo>
                  <a:lnTo>
                    <a:pt x="241" y="507"/>
                  </a:lnTo>
                  <a:lnTo>
                    <a:pt x="257" y="504"/>
                  </a:lnTo>
                  <a:lnTo>
                    <a:pt x="274" y="502"/>
                  </a:lnTo>
                  <a:lnTo>
                    <a:pt x="291" y="500"/>
                  </a:lnTo>
                  <a:lnTo>
                    <a:pt x="307" y="497"/>
                  </a:lnTo>
                  <a:lnTo>
                    <a:pt x="324" y="495"/>
                  </a:lnTo>
                  <a:lnTo>
                    <a:pt x="340" y="492"/>
                  </a:lnTo>
                  <a:lnTo>
                    <a:pt x="359" y="490"/>
                  </a:lnTo>
                  <a:lnTo>
                    <a:pt x="376" y="488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2" y="483"/>
                  </a:lnTo>
                  <a:lnTo>
                    <a:pt x="392" y="48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  <p:sp>
          <p:nvSpPr>
            <p:cNvPr id="74" name="Freeform 55">
              <a:extLst>
                <a:ext uri="{FF2B5EF4-FFF2-40B4-BE49-F238E27FC236}">
                  <a16:creationId xmlns:a16="http://schemas.microsoft.com/office/drawing/2014/main" id="{BF3157F6-E60A-4234-8524-FB13D6FFC1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782" y="3971838"/>
              <a:ext cx="1862643" cy="1000710"/>
            </a:xfrm>
            <a:custGeom>
              <a:avLst/>
              <a:gdLst>
                <a:gd name="T0" fmla="*/ 776 w 1973"/>
                <a:gd name="T1" fmla="*/ 1006 h 1060"/>
                <a:gd name="T2" fmla="*/ 750 w 1973"/>
                <a:gd name="T3" fmla="*/ 426 h 1060"/>
                <a:gd name="T4" fmla="*/ 710 w 1973"/>
                <a:gd name="T5" fmla="*/ 1015 h 1060"/>
                <a:gd name="T6" fmla="*/ 911 w 1973"/>
                <a:gd name="T7" fmla="*/ 968 h 1060"/>
                <a:gd name="T8" fmla="*/ 987 w 1973"/>
                <a:gd name="T9" fmla="*/ 982 h 1060"/>
                <a:gd name="T10" fmla="*/ 842 w 1973"/>
                <a:gd name="T11" fmla="*/ 961 h 1060"/>
                <a:gd name="T12" fmla="*/ 265 w 1973"/>
                <a:gd name="T13" fmla="*/ 1020 h 1060"/>
                <a:gd name="T14" fmla="*/ 341 w 1973"/>
                <a:gd name="T15" fmla="*/ 1034 h 1060"/>
                <a:gd name="T16" fmla="*/ 7 w 1973"/>
                <a:gd name="T17" fmla="*/ 821 h 1060"/>
                <a:gd name="T18" fmla="*/ 604 w 1973"/>
                <a:gd name="T19" fmla="*/ 1048 h 1060"/>
                <a:gd name="T20" fmla="*/ 649 w 1973"/>
                <a:gd name="T21" fmla="*/ 1051 h 1060"/>
                <a:gd name="T22" fmla="*/ 447 w 1973"/>
                <a:gd name="T23" fmla="*/ 1056 h 1060"/>
                <a:gd name="T24" fmla="*/ 1876 w 1973"/>
                <a:gd name="T25" fmla="*/ 788 h 1060"/>
                <a:gd name="T26" fmla="*/ 1410 w 1973"/>
                <a:gd name="T27" fmla="*/ 66 h 1060"/>
                <a:gd name="T28" fmla="*/ 1202 w 1973"/>
                <a:gd name="T29" fmla="*/ 43 h 1060"/>
                <a:gd name="T30" fmla="*/ 1065 w 1973"/>
                <a:gd name="T31" fmla="*/ 35 h 1060"/>
                <a:gd name="T32" fmla="*/ 977 w 1973"/>
                <a:gd name="T33" fmla="*/ 97 h 1060"/>
                <a:gd name="T34" fmla="*/ 996 w 1973"/>
                <a:gd name="T35" fmla="*/ 282 h 1060"/>
                <a:gd name="T36" fmla="*/ 904 w 1973"/>
                <a:gd name="T37" fmla="*/ 275 h 1060"/>
                <a:gd name="T38" fmla="*/ 939 w 1973"/>
                <a:gd name="T39" fmla="*/ 398 h 1060"/>
                <a:gd name="T40" fmla="*/ 890 w 1973"/>
                <a:gd name="T41" fmla="*/ 480 h 1060"/>
                <a:gd name="T42" fmla="*/ 864 w 1973"/>
                <a:gd name="T43" fmla="*/ 563 h 1060"/>
                <a:gd name="T44" fmla="*/ 847 w 1973"/>
                <a:gd name="T45" fmla="*/ 625 h 1060"/>
                <a:gd name="T46" fmla="*/ 928 w 1973"/>
                <a:gd name="T47" fmla="*/ 727 h 1060"/>
                <a:gd name="T48" fmla="*/ 1017 w 1973"/>
                <a:gd name="T49" fmla="*/ 755 h 1060"/>
                <a:gd name="T50" fmla="*/ 1036 w 1973"/>
                <a:gd name="T51" fmla="*/ 838 h 1060"/>
                <a:gd name="T52" fmla="*/ 854 w 1973"/>
                <a:gd name="T53" fmla="*/ 970 h 1060"/>
                <a:gd name="T54" fmla="*/ 963 w 1973"/>
                <a:gd name="T55" fmla="*/ 932 h 1060"/>
                <a:gd name="T56" fmla="*/ 1022 w 1973"/>
                <a:gd name="T57" fmla="*/ 906 h 1060"/>
                <a:gd name="T58" fmla="*/ 1112 w 1973"/>
                <a:gd name="T59" fmla="*/ 831 h 1060"/>
                <a:gd name="T60" fmla="*/ 1169 w 1973"/>
                <a:gd name="T61" fmla="*/ 724 h 1060"/>
                <a:gd name="T62" fmla="*/ 1290 w 1973"/>
                <a:gd name="T63" fmla="*/ 594 h 1060"/>
                <a:gd name="T64" fmla="*/ 1278 w 1973"/>
                <a:gd name="T65" fmla="*/ 710 h 1060"/>
                <a:gd name="T66" fmla="*/ 1339 w 1973"/>
                <a:gd name="T67" fmla="*/ 660 h 1060"/>
                <a:gd name="T68" fmla="*/ 1344 w 1973"/>
                <a:gd name="T69" fmla="*/ 618 h 1060"/>
                <a:gd name="T70" fmla="*/ 1401 w 1973"/>
                <a:gd name="T71" fmla="*/ 625 h 1060"/>
                <a:gd name="T72" fmla="*/ 1595 w 1973"/>
                <a:gd name="T73" fmla="*/ 646 h 1060"/>
                <a:gd name="T74" fmla="*/ 1715 w 1973"/>
                <a:gd name="T75" fmla="*/ 715 h 1060"/>
                <a:gd name="T76" fmla="*/ 1722 w 1973"/>
                <a:gd name="T77" fmla="*/ 677 h 1060"/>
                <a:gd name="T78" fmla="*/ 1789 w 1973"/>
                <a:gd name="T79" fmla="*/ 686 h 1060"/>
                <a:gd name="T80" fmla="*/ 1848 w 1973"/>
                <a:gd name="T81" fmla="*/ 753 h 1060"/>
                <a:gd name="T82" fmla="*/ 1952 w 1973"/>
                <a:gd name="T83" fmla="*/ 840 h 1060"/>
                <a:gd name="T84" fmla="*/ 970 w 1973"/>
                <a:gd name="T85" fmla="*/ 755 h 1060"/>
                <a:gd name="T86" fmla="*/ 1850 w 1973"/>
                <a:gd name="T87" fmla="*/ 838 h 1060"/>
                <a:gd name="T88" fmla="*/ 1855 w 1973"/>
                <a:gd name="T89" fmla="*/ 859 h 1060"/>
                <a:gd name="T90" fmla="*/ 1890 w 1973"/>
                <a:gd name="T91" fmla="*/ 835 h 1060"/>
                <a:gd name="T92" fmla="*/ 1883 w 1973"/>
                <a:gd name="T93" fmla="*/ 854 h 1060"/>
                <a:gd name="T94" fmla="*/ 1890 w 1973"/>
                <a:gd name="T95" fmla="*/ 885 h 1060"/>
                <a:gd name="T96" fmla="*/ 835 w 1973"/>
                <a:gd name="T97" fmla="*/ 530 h 1060"/>
                <a:gd name="T98" fmla="*/ 1888 w 1973"/>
                <a:gd name="T99" fmla="*/ 802 h 1060"/>
                <a:gd name="T100" fmla="*/ 1216 w 1973"/>
                <a:gd name="T101" fmla="*/ 798 h 1060"/>
                <a:gd name="T102" fmla="*/ 1346 w 1973"/>
                <a:gd name="T103" fmla="*/ 622 h 1060"/>
                <a:gd name="T104" fmla="*/ 1190 w 1973"/>
                <a:gd name="T105" fmla="*/ 814 h 1060"/>
                <a:gd name="T106" fmla="*/ 1188 w 1973"/>
                <a:gd name="T107" fmla="*/ 819 h 1060"/>
                <a:gd name="T108" fmla="*/ 1171 w 1973"/>
                <a:gd name="T109" fmla="*/ 871 h 1060"/>
                <a:gd name="T110" fmla="*/ 1722 w 1973"/>
                <a:gd name="T111" fmla="*/ 738 h 1060"/>
                <a:gd name="T112" fmla="*/ 1729 w 1973"/>
                <a:gd name="T113" fmla="*/ 717 h 1060"/>
                <a:gd name="T114" fmla="*/ 1798 w 1973"/>
                <a:gd name="T115" fmla="*/ 753 h 1060"/>
                <a:gd name="T116" fmla="*/ 1824 w 1973"/>
                <a:gd name="T117" fmla="*/ 838 h 1060"/>
                <a:gd name="T118" fmla="*/ 1822 w 1973"/>
                <a:gd name="T119" fmla="*/ 779 h 1060"/>
                <a:gd name="T120" fmla="*/ 1760 w 1973"/>
                <a:gd name="T121" fmla="*/ 769 h 1060"/>
                <a:gd name="T122" fmla="*/ 1782 w 1973"/>
                <a:gd name="T123" fmla="*/ 795 h 1060"/>
                <a:gd name="T124" fmla="*/ 1360 w 1973"/>
                <a:gd name="T125" fmla="*/ 686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3" h="1060">
                  <a:moveTo>
                    <a:pt x="802" y="298"/>
                  </a:moveTo>
                  <a:lnTo>
                    <a:pt x="805" y="298"/>
                  </a:lnTo>
                  <a:lnTo>
                    <a:pt x="805" y="298"/>
                  </a:lnTo>
                  <a:lnTo>
                    <a:pt x="805" y="296"/>
                  </a:lnTo>
                  <a:lnTo>
                    <a:pt x="805" y="296"/>
                  </a:lnTo>
                  <a:lnTo>
                    <a:pt x="805" y="296"/>
                  </a:lnTo>
                  <a:lnTo>
                    <a:pt x="802" y="296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8"/>
                  </a:lnTo>
                  <a:close/>
                  <a:moveTo>
                    <a:pt x="790" y="656"/>
                  </a:moveTo>
                  <a:lnTo>
                    <a:pt x="790" y="656"/>
                  </a:lnTo>
                  <a:lnTo>
                    <a:pt x="790" y="656"/>
                  </a:lnTo>
                  <a:lnTo>
                    <a:pt x="793" y="658"/>
                  </a:lnTo>
                  <a:lnTo>
                    <a:pt x="793" y="658"/>
                  </a:lnTo>
                  <a:lnTo>
                    <a:pt x="793" y="658"/>
                  </a:lnTo>
                  <a:lnTo>
                    <a:pt x="795" y="658"/>
                  </a:lnTo>
                  <a:lnTo>
                    <a:pt x="795" y="658"/>
                  </a:lnTo>
                  <a:lnTo>
                    <a:pt x="795" y="658"/>
                  </a:lnTo>
                  <a:lnTo>
                    <a:pt x="798" y="658"/>
                  </a:lnTo>
                  <a:lnTo>
                    <a:pt x="798" y="658"/>
                  </a:lnTo>
                  <a:lnTo>
                    <a:pt x="798" y="658"/>
                  </a:lnTo>
                  <a:lnTo>
                    <a:pt x="800" y="660"/>
                  </a:lnTo>
                  <a:lnTo>
                    <a:pt x="800" y="660"/>
                  </a:lnTo>
                  <a:lnTo>
                    <a:pt x="802" y="660"/>
                  </a:lnTo>
                  <a:lnTo>
                    <a:pt x="802" y="663"/>
                  </a:lnTo>
                  <a:lnTo>
                    <a:pt x="802" y="663"/>
                  </a:lnTo>
                  <a:lnTo>
                    <a:pt x="802" y="663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7" y="665"/>
                  </a:lnTo>
                  <a:lnTo>
                    <a:pt x="807" y="665"/>
                  </a:lnTo>
                  <a:lnTo>
                    <a:pt x="807" y="665"/>
                  </a:lnTo>
                  <a:lnTo>
                    <a:pt x="807" y="663"/>
                  </a:lnTo>
                  <a:lnTo>
                    <a:pt x="807" y="663"/>
                  </a:lnTo>
                  <a:lnTo>
                    <a:pt x="805" y="663"/>
                  </a:lnTo>
                  <a:lnTo>
                    <a:pt x="805" y="663"/>
                  </a:lnTo>
                  <a:lnTo>
                    <a:pt x="802" y="660"/>
                  </a:lnTo>
                  <a:lnTo>
                    <a:pt x="802" y="660"/>
                  </a:lnTo>
                  <a:lnTo>
                    <a:pt x="802" y="660"/>
                  </a:lnTo>
                  <a:lnTo>
                    <a:pt x="805" y="660"/>
                  </a:lnTo>
                  <a:lnTo>
                    <a:pt x="807" y="660"/>
                  </a:lnTo>
                  <a:lnTo>
                    <a:pt x="807" y="660"/>
                  </a:lnTo>
                  <a:lnTo>
                    <a:pt x="809" y="660"/>
                  </a:lnTo>
                  <a:lnTo>
                    <a:pt x="809" y="660"/>
                  </a:lnTo>
                  <a:lnTo>
                    <a:pt x="809" y="660"/>
                  </a:lnTo>
                  <a:lnTo>
                    <a:pt x="812" y="660"/>
                  </a:lnTo>
                  <a:lnTo>
                    <a:pt x="812" y="660"/>
                  </a:lnTo>
                  <a:lnTo>
                    <a:pt x="812" y="658"/>
                  </a:lnTo>
                  <a:lnTo>
                    <a:pt x="812" y="658"/>
                  </a:lnTo>
                  <a:lnTo>
                    <a:pt x="812" y="658"/>
                  </a:lnTo>
                  <a:lnTo>
                    <a:pt x="812" y="660"/>
                  </a:lnTo>
                  <a:lnTo>
                    <a:pt x="812" y="660"/>
                  </a:lnTo>
                  <a:lnTo>
                    <a:pt x="814" y="660"/>
                  </a:lnTo>
                  <a:lnTo>
                    <a:pt x="814" y="660"/>
                  </a:lnTo>
                  <a:lnTo>
                    <a:pt x="819" y="660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60"/>
                  </a:lnTo>
                  <a:lnTo>
                    <a:pt x="821" y="660"/>
                  </a:lnTo>
                  <a:lnTo>
                    <a:pt x="824" y="660"/>
                  </a:lnTo>
                  <a:lnTo>
                    <a:pt x="824" y="660"/>
                  </a:lnTo>
                  <a:lnTo>
                    <a:pt x="824" y="660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6"/>
                  </a:lnTo>
                  <a:lnTo>
                    <a:pt x="826" y="656"/>
                  </a:lnTo>
                  <a:lnTo>
                    <a:pt x="826" y="656"/>
                  </a:lnTo>
                  <a:lnTo>
                    <a:pt x="826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48"/>
                  </a:lnTo>
                  <a:lnTo>
                    <a:pt x="824" y="648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4"/>
                  </a:lnTo>
                  <a:lnTo>
                    <a:pt x="824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4" y="641"/>
                  </a:lnTo>
                  <a:lnTo>
                    <a:pt x="824" y="641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1" y="634"/>
                  </a:lnTo>
                  <a:lnTo>
                    <a:pt x="821" y="634"/>
                  </a:lnTo>
                  <a:lnTo>
                    <a:pt x="821" y="634"/>
                  </a:lnTo>
                  <a:lnTo>
                    <a:pt x="821" y="632"/>
                  </a:lnTo>
                  <a:lnTo>
                    <a:pt x="819" y="632"/>
                  </a:lnTo>
                  <a:lnTo>
                    <a:pt x="819" y="632"/>
                  </a:lnTo>
                  <a:lnTo>
                    <a:pt x="819" y="634"/>
                  </a:lnTo>
                  <a:lnTo>
                    <a:pt x="816" y="634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0"/>
                  </a:lnTo>
                  <a:lnTo>
                    <a:pt x="814" y="630"/>
                  </a:lnTo>
                  <a:lnTo>
                    <a:pt x="814" y="630"/>
                  </a:lnTo>
                  <a:lnTo>
                    <a:pt x="814" y="627"/>
                  </a:lnTo>
                  <a:lnTo>
                    <a:pt x="814" y="627"/>
                  </a:lnTo>
                  <a:lnTo>
                    <a:pt x="814" y="627"/>
                  </a:lnTo>
                  <a:lnTo>
                    <a:pt x="812" y="627"/>
                  </a:lnTo>
                  <a:lnTo>
                    <a:pt x="812" y="625"/>
                  </a:lnTo>
                  <a:lnTo>
                    <a:pt x="812" y="627"/>
                  </a:lnTo>
                  <a:lnTo>
                    <a:pt x="812" y="627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27"/>
                  </a:lnTo>
                  <a:lnTo>
                    <a:pt x="807" y="627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27"/>
                  </a:lnTo>
                  <a:lnTo>
                    <a:pt x="802" y="627"/>
                  </a:lnTo>
                  <a:lnTo>
                    <a:pt x="800" y="627"/>
                  </a:lnTo>
                  <a:lnTo>
                    <a:pt x="800" y="630"/>
                  </a:lnTo>
                  <a:lnTo>
                    <a:pt x="800" y="630"/>
                  </a:lnTo>
                  <a:lnTo>
                    <a:pt x="798" y="630"/>
                  </a:lnTo>
                  <a:lnTo>
                    <a:pt x="798" y="630"/>
                  </a:lnTo>
                  <a:lnTo>
                    <a:pt x="798" y="630"/>
                  </a:lnTo>
                  <a:lnTo>
                    <a:pt x="795" y="630"/>
                  </a:lnTo>
                  <a:lnTo>
                    <a:pt x="795" y="630"/>
                  </a:lnTo>
                  <a:lnTo>
                    <a:pt x="793" y="630"/>
                  </a:lnTo>
                  <a:lnTo>
                    <a:pt x="793" y="632"/>
                  </a:lnTo>
                  <a:lnTo>
                    <a:pt x="793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4"/>
                  </a:lnTo>
                  <a:lnTo>
                    <a:pt x="788" y="634"/>
                  </a:lnTo>
                  <a:lnTo>
                    <a:pt x="781" y="632"/>
                  </a:lnTo>
                  <a:lnTo>
                    <a:pt x="779" y="632"/>
                  </a:lnTo>
                  <a:lnTo>
                    <a:pt x="779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4" y="632"/>
                  </a:lnTo>
                  <a:lnTo>
                    <a:pt x="772" y="632"/>
                  </a:lnTo>
                  <a:lnTo>
                    <a:pt x="772" y="632"/>
                  </a:lnTo>
                  <a:lnTo>
                    <a:pt x="772" y="632"/>
                  </a:lnTo>
                  <a:lnTo>
                    <a:pt x="774" y="637"/>
                  </a:lnTo>
                  <a:lnTo>
                    <a:pt x="774" y="637"/>
                  </a:lnTo>
                  <a:lnTo>
                    <a:pt x="774" y="637"/>
                  </a:lnTo>
                  <a:lnTo>
                    <a:pt x="774" y="639"/>
                  </a:lnTo>
                  <a:lnTo>
                    <a:pt x="774" y="639"/>
                  </a:lnTo>
                  <a:lnTo>
                    <a:pt x="774" y="639"/>
                  </a:lnTo>
                  <a:lnTo>
                    <a:pt x="774" y="641"/>
                  </a:lnTo>
                  <a:lnTo>
                    <a:pt x="774" y="641"/>
                  </a:lnTo>
                  <a:lnTo>
                    <a:pt x="776" y="641"/>
                  </a:lnTo>
                  <a:lnTo>
                    <a:pt x="776" y="639"/>
                  </a:lnTo>
                  <a:lnTo>
                    <a:pt x="776" y="639"/>
                  </a:lnTo>
                  <a:lnTo>
                    <a:pt x="776" y="641"/>
                  </a:lnTo>
                  <a:lnTo>
                    <a:pt x="776" y="644"/>
                  </a:lnTo>
                  <a:lnTo>
                    <a:pt x="776" y="644"/>
                  </a:lnTo>
                  <a:lnTo>
                    <a:pt x="779" y="644"/>
                  </a:lnTo>
                  <a:lnTo>
                    <a:pt x="779" y="646"/>
                  </a:lnTo>
                  <a:lnTo>
                    <a:pt x="779" y="646"/>
                  </a:lnTo>
                  <a:lnTo>
                    <a:pt x="779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3" y="646"/>
                  </a:lnTo>
                  <a:lnTo>
                    <a:pt x="783" y="646"/>
                  </a:lnTo>
                  <a:lnTo>
                    <a:pt x="783" y="646"/>
                  </a:lnTo>
                  <a:lnTo>
                    <a:pt x="781" y="646"/>
                  </a:lnTo>
                  <a:lnTo>
                    <a:pt x="788" y="653"/>
                  </a:lnTo>
                  <a:lnTo>
                    <a:pt x="788" y="653"/>
                  </a:lnTo>
                  <a:lnTo>
                    <a:pt x="790" y="656"/>
                  </a:lnTo>
                  <a:close/>
                  <a:moveTo>
                    <a:pt x="757" y="1001"/>
                  </a:moveTo>
                  <a:lnTo>
                    <a:pt x="755" y="1001"/>
                  </a:lnTo>
                  <a:lnTo>
                    <a:pt x="755" y="1001"/>
                  </a:lnTo>
                  <a:lnTo>
                    <a:pt x="755" y="1001"/>
                  </a:lnTo>
                  <a:lnTo>
                    <a:pt x="755" y="1001"/>
                  </a:lnTo>
                  <a:lnTo>
                    <a:pt x="757" y="1001"/>
                  </a:lnTo>
                  <a:lnTo>
                    <a:pt x="757" y="1001"/>
                  </a:lnTo>
                  <a:lnTo>
                    <a:pt x="757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3" y="999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4"/>
                  </a:lnTo>
                  <a:lnTo>
                    <a:pt x="750" y="994"/>
                  </a:lnTo>
                  <a:lnTo>
                    <a:pt x="750" y="994"/>
                  </a:lnTo>
                  <a:lnTo>
                    <a:pt x="748" y="996"/>
                  </a:lnTo>
                  <a:lnTo>
                    <a:pt x="745" y="996"/>
                  </a:lnTo>
                  <a:lnTo>
                    <a:pt x="745" y="996"/>
                  </a:lnTo>
                  <a:lnTo>
                    <a:pt x="745" y="996"/>
                  </a:lnTo>
                  <a:lnTo>
                    <a:pt x="745" y="999"/>
                  </a:lnTo>
                  <a:lnTo>
                    <a:pt x="745" y="999"/>
                  </a:lnTo>
                  <a:lnTo>
                    <a:pt x="745" y="999"/>
                  </a:lnTo>
                  <a:lnTo>
                    <a:pt x="743" y="999"/>
                  </a:lnTo>
                  <a:lnTo>
                    <a:pt x="745" y="1001"/>
                  </a:lnTo>
                  <a:lnTo>
                    <a:pt x="745" y="1003"/>
                  </a:lnTo>
                  <a:lnTo>
                    <a:pt x="745" y="1003"/>
                  </a:lnTo>
                  <a:lnTo>
                    <a:pt x="745" y="1006"/>
                  </a:lnTo>
                  <a:lnTo>
                    <a:pt x="748" y="1006"/>
                  </a:lnTo>
                  <a:lnTo>
                    <a:pt x="748" y="1003"/>
                  </a:lnTo>
                  <a:lnTo>
                    <a:pt x="748" y="1003"/>
                  </a:lnTo>
                  <a:lnTo>
                    <a:pt x="748" y="1003"/>
                  </a:lnTo>
                  <a:lnTo>
                    <a:pt x="750" y="1003"/>
                  </a:lnTo>
                  <a:lnTo>
                    <a:pt x="750" y="1003"/>
                  </a:lnTo>
                  <a:lnTo>
                    <a:pt x="750" y="1003"/>
                  </a:lnTo>
                  <a:lnTo>
                    <a:pt x="750" y="1006"/>
                  </a:lnTo>
                  <a:lnTo>
                    <a:pt x="750" y="1006"/>
                  </a:lnTo>
                  <a:lnTo>
                    <a:pt x="750" y="1006"/>
                  </a:lnTo>
                  <a:lnTo>
                    <a:pt x="753" y="1006"/>
                  </a:lnTo>
                  <a:lnTo>
                    <a:pt x="753" y="1003"/>
                  </a:lnTo>
                  <a:lnTo>
                    <a:pt x="753" y="1003"/>
                  </a:lnTo>
                  <a:lnTo>
                    <a:pt x="755" y="1003"/>
                  </a:lnTo>
                  <a:lnTo>
                    <a:pt x="755" y="1006"/>
                  </a:lnTo>
                  <a:lnTo>
                    <a:pt x="755" y="1006"/>
                  </a:lnTo>
                  <a:lnTo>
                    <a:pt x="755" y="1006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1"/>
                  </a:lnTo>
                  <a:lnTo>
                    <a:pt x="757" y="1001"/>
                  </a:lnTo>
                  <a:close/>
                  <a:moveTo>
                    <a:pt x="786" y="1006"/>
                  </a:moveTo>
                  <a:lnTo>
                    <a:pt x="786" y="1006"/>
                  </a:lnTo>
                  <a:lnTo>
                    <a:pt x="786" y="1006"/>
                  </a:lnTo>
                  <a:lnTo>
                    <a:pt x="783" y="1006"/>
                  </a:lnTo>
                  <a:lnTo>
                    <a:pt x="783" y="1006"/>
                  </a:lnTo>
                  <a:lnTo>
                    <a:pt x="783" y="1006"/>
                  </a:lnTo>
                  <a:lnTo>
                    <a:pt x="781" y="1006"/>
                  </a:lnTo>
                  <a:lnTo>
                    <a:pt x="781" y="1008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4" y="1008"/>
                  </a:lnTo>
                  <a:lnTo>
                    <a:pt x="776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81" y="1008"/>
                  </a:lnTo>
                  <a:lnTo>
                    <a:pt x="783" y="1011"/>
                  </a:lnTo>
                  <a:lnTo>
                    <a:pt x="783" y="1008"/>
                  </a:lnTo>
                  <a:lnTo>
                    <a:pt x="783" y="1008"/>
                  </a:lnTo>
                  <a:lnTo>
                    <a:pt x="786" y="1008"/>
                  </a:lnTo>
                  <a:lnTo>
                    <a:pt x="786" y="1008"/>
                  </a:lnTo>
                  <a:lnTo>
                    <a:pt x="786" y="1006"/>
                  </a:lnTo>
                  <a:lnTo>
                    <a:pt x="786" y="1006"/>
                  </a:lnTo>
                  <a:close/>
                  <a:moveTo>
                    <a:pt x="764" y="1008"/>
                  </a:moveTo>
                  <a:lnTo>
                    <a:pt x="764" y="1008"/>
                  </a:lnTo>
                  <a:lnTo>
                    <a:pt x="764" y="1006"/>
                  </a:lnTo>
                  <a:lnTo>
                    <a:pt x="764" y="1006"/>
                  </a:lnTo>
                  <a:lnTo>
                    <a:pt x="764" y="1006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close/>
                  <a:moveTo>
                    <a:pt x="764" y="1003"/>
                  </a:moveTo>
                  <a:lnTo>
                    <a:pt x="764" y="1003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9" y="1001"/>
                  </a:lnTo>
                  <a:lnTo>
                    <a:pt x="769" y="1001"/>
                  </a:lnTo>
                  <a:lnTo>
                    <a:pt x="769" y="999"/>
                  </a:lnTo>
                  <a:lnTo>
                    <a:pt x="769" y="999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7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2"/>
                  </a:lnTo>
                  <a:lnTo>
                    <a:pt x="764" y="992"/>
                  </a:lnTo>
                  <a:lnTo>
                    <a:pt x="762" y="992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0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2" y="999"/>
                  </a:lnTo>
                  <a:lnTo>
                    <a:pt x="762" y="999"/>
                  </a:lnTo>
                  <a:lnTo>
                    <a:pt x="762" y="999"/>
                  </a:lnTo>
                  <a:lnTo>
                    <a:pt x="762" y="1001"/>
                  </a:lnTo>
                  <a:lnTo>
                    <a:pt x="762" y="1001"/>
                  </a:lnTo>
                  <a:lnTo>
                    <a:pt x="762" y="1001"/>
                  </a:lnTo>
                  <a:lnTo>
                    <a:pt x="762" y="1003"/>
                  </a:lnTo>
                  <a:lnTo>
                    <a:pt x="762" y="1003"/>
                  </a:lnTo>
                  <a:lnTo>
                    <a:pt x="764" y="1003"/>
                  </a:lnTo>
                  <a:close/>
                  <a:moveTo>
                    <a:pt x="774" y="1008"/>
                  </a:moveTo>
                  <a:lnTo>
                    <a:pt x="774" y="1006"/>
                  </a:lnTo>
                  <a:lnTo>
                    <a:pt x="769" y="1006"/>
                  </a:lnTo>
                  <a:lnTo>
                    <a:pt x="767" y="1006"/>
                  </a:lnTo>
                  <a:lnTo>
                    <a:pt x="767" y="1006"/>
                  </a:lnTo>
                  <a:lnTo>
                    <a:pt x="769" y="1006"/>
                  </a:lnTo>
                  <a:lnTo>
                    <a:pt x="769" y="1008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2" y="1011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close/>
                  <a:moveTo>
                    <a:pt x="743" y="1008"/>
                  </a:moveTo>
                  <a:lnTo>
                    <a:pt x="743" y="1008"/>
                  </a:lnTo>
                  <a:lnTo>
                    <a:pt x="741" y="1006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3" y="1011"/>
                  </a:lnTo>
                  <a:lnTo>
                    <a:pt x="743" y="1008"/>
                  </a:lnTo>
                  <a:lnTo>
                    <a:pt x="743" y="1008"/>
                  </a:lnTo>
                  <a:lnTo>
                    <a:pt x="743" y="1008"/>
                  </a:lnTo>
                  <a:lnTo>
                    <a:pt x="743" y="1008"/>
                  </a:lnTo>
                  <a:close/>
                  <a:moveTo>
                    <a:pt x="724" y="424"/>
                  </a:moveTo>
                  <a:lnTo>
                    <a:pt x="731" y="428"/>
                  </a:lnTo>
                  <a:lnTo>
                    <a:pt x="731" y="433"/>
                  </a:lnTo>
                  <a:lnTo>
                    <a:pt x="734" y="435"/>
                  </a:lnTo>
                  <a:lnTo>
                    <a:pt x="731" y="431"/>
                  </a:lnTo>
                  <a:lnTo>
                    <a:pt x="731" y="428"/>
                  </a:lnTo>
                  <a:lnTo>
                    <a:pt x="724" y="424"/>
                  </a:lnTo>
                  <a:close/>
                  <a:moveTo>
                    <a:pt x="741" y="445"/>
                  </a:moveTo>
                  <a:lnTo>
                    <a:pt x="743" y="445"/>
                  </a:lnTo>
                  <a:lnTo>
                    <a:pt x="743" y="447"/>
                  </a:lnTo>
                  <a:lnTo>
                    <a:pt x="743" y="450"/>
                  </a:lnTo>
                  <a:lnTo>
                    <a:pt x="743" y="447"/>
                  </a:lnTo>
                  <a:lnTo>
                    <a:pt x="741" y="445"/>
                  </a:lnTo>
                  <a:close/>
                  <a:moveTo>
                    <a:pt x="696" y="414"/>
                  </a:moveTo>
                  <a:lnTo>
                    <a:pt x="698" y="417"/>
                  </a:lnTo>
                  <a:lnTo>
                    <a:pt x="698" y="419"/>
                  </a:lnTo>
                  <a:lnTo>
                    <a:pt x="698" y="419"/>
                  </a:lnTo>
                  <a:lnTo>
                    <a:pt x="701" y="419"/>
                  </a:lnTo>
                  <a:lnTo>
                    <a:pt x="701" y="421"/>
                  </a:lnTo>
                  <a:lnTo>
                    <a:pt x="701" y="421"/>
                  </a:lnTo>
                  <a:lnTo>
                    <a:pt x="701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5" y="424"/>
                  </a:lnTo>
                  <a:lnTo>
                    <a:pt x="705" y="424"/>
                  </a:lnTo>
                  <a:lnTo>
                    <a:pt x="708" y="424"/>
                  </a:lnTo>
                  <a:lnTo>
                    <a:pt x="708" y="421"/>
                  </a:lnTo>
                  <a:lnTo>
                    <a:pt x="708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2" y="421"/>
                  </a:lnTo>
                  <a:lnTo>
                    <a:pt x="715" y="419"/>
                  </a:lnTo>
                  <a:lnTo>
                    <a:pt x="715" y="419"/>
                  </a:lnTo>
                  <a:lnTo>
                    <a:pt x="715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22" y="419"/>
                  </a:lnTo>
                  <a:lnTo>
                    <a:pt x="722" y="419"/>
                  </a:lnTo>
                  <a:lnTo>
                    <a:pt x="722" y="419"/>
                  </a:lnTo>
                  <a:lnTo>
                    <a:pt x="722" y="421"/>
                  </a:lnTo>
                  <a:lnTo>
                    <a:pt x="724" y="421"/>
                  </a:lnTo>
                  <a:lnTo>
                    <a:pt x="724" y="421"/>
                  </a:lnTo>
                  <a:lnTo>
                    <a:pt x="724" y="421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9" y="424"/>
                  </a:lnTo>
                  <a:lnTo>
                    <a:pt x="731" y="428"/>
                  </a:lnTo>
                  <a:lnTo>
                    <a:pt x="731" y="428"/>
                  </a:lnTo>
                  <a:lnTo>
                    <a:pt x="734" y="431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5"/>
                  </a:lnTo>
                  <a:lnTo>
                    <a:pt x="736" y="435"/>
                  </a:lnTo>
                  <a:lnTo>
                    <a:pt x="736" y="435"/>
                  </a:lnTo>
                  <a:lnTo>
                    <a:pt x="736" y="438"/>
                  </a:lnTo>
                  <a:lnTo>
                    <a:pt x="736" y="438"/>
                  </a:lnTo>
                  <a:lnTo>
                    <a:pt x="736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6" y="440"/>
                  </a:lnTo>
                  <a:lnTo>
                    <a:pt x="736" y="440"/>
                  </a:lnTo>
                  <a:lnTo>
                    <a:pt x="736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41" y="443"/>
                  </a:lnTo>
                  <a:lnTo>
                    <a:pt x="741" y="443"/>
                  </a:lnTo>
                  <a:lnTo>
                    <a:pt x="741" y="443"/>
                  </a:lnTo>
                  <a:lnTo>
                    <a:pt x="743" y="445"/>
                  </a:lnTo>
                  <a:lnTo>
                    <a:pt x="745" y="445"/>
                  </a:lnTo>
                  <a:lnTo>
                    <a:pt x="745" y="447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4"/>
                  </a:lnTo>
                  <a:lnTo>
                    <a:pt x="745" y="454"/>
                  </a:lnTo>
                  <a:lnTo>
                    <a:pt x="743" y="454"/>
                  </a:lnTo>
                  <a:lnTo>
                    <a:pt x="745" y="454"/>
                  </a:lnTo>
                  <a:lnTo>
                    <a:pt x="745" y="457"/>
                  </a:lnTo>
                  <a:lnTo>
                    <a:pt x="745" y="457"/>
                  </a:lnTo>
                  <a:lnTo>
                    <a:pt x="745" y="457"/>
                  </a:lnTo>
                  <a:lnTo>
                    <a:pt x="748" y="457"/>
                  </a:lnTo>
                  <a:lnTo>
                    <a:pt x="748" y="454"/>
                  </a:lnTo>
                  <a:lnTo>
                    <a:pt x="748" y="454"/>
                  </a:lnTo>
                  <a:lnTo>
                    <a:pt x="750" y="454"/>
                  </a:lnTo>
                  <a:lnTo>
                    <a:pt x="750" y="454"/>
                  </a:lnTo>
                  <a:lnTo>
                    <a:pt x="750" y="454"/>
                  </a:lnTo>
                  <a:lnTo>
                    <a:pt x="750" y="452"/>
                  </a:lnTo>
                  <a:lnTo>
                    <a:pt x="750" y="452"/>
                  </a:lnTo>
                  <a:lnTo>
                    <a:pt x="750" y="452"/>
                  </a:lnTo>
                  <a:lnTo>
                    <a:pt x="750" y="450"/>
                  </a:lnTo>
                  <a:lnTo>
                    <a:pt x="750" y="450"/>
                  </a:lnTo>
                  <a:lnTo>
                    <a:pt x="753" y="450"/>
                  </a:lnTo>
                  <a:lnTo>
                    <a:pt x="753" y="450"/>
                  </a:lnTo>
                  <a:lnTo>
                    <a:pt x="755" y="450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7" y="445"/>
                  </a:lnTo>
                  <a:lnTo>
                    <a:pt x="760" y="445"/>
                  </a:lnTo>
                  <a:lnTo>
                    <a:pt x="764" y="445"/>
                  </a:lnTo>
                  <a:lnTo>
                    <a:pt x="762" y="445"/>
                  </a:lnTo>
                  <a:lnTo>
                    <a:pt x="762" y="445"/>
                  </a:lnTo>
                  <a:lnTo>
                    <a:pt x="760" y="445"/>
                  </a:lnTo>
                  <a:lnTo>
                    <a:pt x="760" y="445"/>
                  </a:lnTo>
                  <a:lnTo>
                    <a:pt x="757" y="447"/>
                  </a:lnTo>
                  <a:lnTo>
                    <a:pt x="760" y="445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72" y="450"/>
                  </a:lnTo>
                  <a:lnTo>
                    <a:pt x="772" y="450"/>
                  </a:lnTo>
                  <a:lnTo>
                    <a:pt x="774" y="447"/>
                  </a:lnTo>
                  <a:lnTo>
                    <a:pt x="774" y="445"/>
                  </a:lnTo>
                  <a:lnTo>
                    <a:pt x="776" y="445"/>
                  </a:lnTo>
                  <a:lnTo>
                    <a:pt x="774" y="443"/>
                  </a:lnTo>
                  <a:lnTo>
                    <a:pt x="776" y="443"/>
                  </a:lnTo>
                  <a:lnTo>
                    <a:pt x="776" y="443"/>
                  </a:lnTo>
                  <a:lnTo>
                    <a:pt x="776" y="443"/>
                  </a:lnTo>
                  <a:lnTo>
                    <a:pt x="776" y="440"/>
                  </a:lnTo>
                  <a:lnTo>
                    <a:pt x="769" y="438"/>
                  </a:lnTo>
                  <a:lnTo>
                    <a:pt x="769" y="438"/>
                  </a:lnTo>
                  <a:lnTo>
                    <a:pt x="769" y="438"/>
                  </a:lnTo>
                  <a:lnTo>
                    <a:pt x="767" y="438"/>
                  </a:lnTo>
                  <a:lnTo>
                    <a:pt x="764" y="435"/>
                  </a:lnTo>
                  <a:lnTo>
                    <a:pt x="764" y="435"/>
                  </a:lnTo>
                  <a:lnTo>
                    <a:pt x="764" y="438"/>
                  </a:lnTo>
                  <a:lnTo>
                    <a:pt x="767" y="438"/>
                  </a:lnTo>
                  <a:lnTo>
                    <a:pt x="767" y="438"/>
                  </a:lnTo>
                  <a:lnTo>
                    <a:pt x="767" y="440"/>
                  </a:lnTo>
                  <a:lnTo>
                    <a:pt x="764" y="440"/>
                  </a:lnTo>
                  <a:lnTo>
                    <a:pt x="764" y="440"/>
                  </a:lnTo>
                  <a:lnTo>
                    <a:pt x="762" y="438"/>
                  </a:lnTo>
                  <a:lnTo>
                    <a:pt x="762" y="435"/>
                  </a:lnTo>
                  <a:lnTo>
                    <a:pt x="762" y="435"/>
                  </a:lnTo>
                  <a:lnTo>
                    <a:pt x="760" y="435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7" y="435"/>
                  </a:lnTo>
                  <a:lnTo>
                    <a:pt x="757" y="435"/>
                  </a:lnTo>
                  <a:lnTo>
                    <a:pt x="757" y="435"/>
                  </a:lnTo>
                  <a:lnTo>
                    <a:pt x="755" y="433"/>
                  </a:lnTo>
                  <a:lnTo>
                    <a:pt x="755" y="433"/>
                  </a:lnTo>
                  <a:lnTo>
                    <a:pt x="755" y="433"/>
                  </a:lnTo>
                  <a:lnTo>
                    <a:pt x="755" y="431"/>
                  </a:lnTo>
                  <a:lnTo>
                    <a:pt x="755" y="428"/>
                  </a:lnTo>
                  <a:lnTo>
                    <a:pt x="753" y="428"/>
                  </a:lnTo>
                  <a:lnTo>
                    <a:pt x="750" y="428"/>
                  </a:lnTo>
                  <a:lnTo>
                    <a:pt x="748" y="426"/>
                  </a:lnTo>
                  <a:lnTo>
                    <a:pt x="750" y="426"/>
                  </a:lnTo>
                  <a:lnTo>
                    <a:pt x="750" y="426"/>
                  </a:lnTo>
                  <a:lnTo>
                    <a:pt x="750" y="426"/>
                  </a:lnTo>
                  <a:lnTo>
                    <a:pt x="748" y="426"/>
                  </a:lnTo>
                  <a:lnTo>
                    <a:pt x="748" y="426"/>
                  </a:lnTo>
                  <a:lnTo>
                    <a:pt x="745" y="424"/>
                  </a:lnTo>
                  <a:lnTo>
                    <a:pt x="743" y="421"/>
                  </a:lnTo>
                  <a:lnTo>
                    <a:pt x="743" y="421"/>
                  </a:lnTo>
                  <a:lnTo>
                    <a:pt x="743" y="424"/>
                  </a:lnTo>
                  <a:lnTo>
                    <a:pt x="743" y="421"/>
                  </a:lnTo>
                  <a:lnTo>
                    <a:pt x="743" y="421"/>
                  </a:lnTo>
                  <a:lnTo>
                    <a:pt x="745" y="421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7"/>
                  </a:lnTo>
                  <a:lnTo>
                    <a:pt x="745" y="417"/>
                  </a:lnTo>
                  <a:lnTo>
                    <a:pt x="745" y="414"/>
                  </a:lnTo>
                  <a:lnTo>
                    <a:pt x="743" y="414"/>
                  </a:lnTo>
                  <a:lnTo>
                    <a:pt x="743" y="414"/>
                  </a:lnTo>
                  <a:lnTo>
                    <a:pt x="743" y="414"/>
                  </a:lnTo>
                  <a:lnTo>
                    <a:pt x="741" y="412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38" y="409"/>
                  </a:lnTo>
                  <a:lnTo>
                    <a:pt x="738" y="409"/>
                  </a:lnTo>
                  <a:lnTo>
                    <a:pt x="738" y="409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1" y="409"/>
                  </a:lnTo>
                  <a:lnTo>
                    <a:pt x="731" y="409"/>
                  </a:lnTo>
                  <a:lnTo>
                    <a:pt x="731" y="407"/>
                  </a:lnTo>
                  <a:lnTo>
                    <a:pt x="731" y="407"/>
                  </a:lnTo>
                  <a:lnTo>
                    <a:pt x="729" y="409"/>
                  </a:lnTo>
                  <a:lnTo>
                    <a:pt x="727" y="409"/>
                  </a:lnTo>
                  <a:lnTo>
                    <a:pt x="724" y="412"/>
                  </a:lnTo>
                  <a:lnTo>
                    <a:pt x="724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2" y="405"/>
                  </a:lnTo>
                  <a:lnTo>
                    <a:pt x="712" y="405"/>
                  </a:lnTo>
                  <a:lnTo>
                    <a:pt x="712" y="405"/>
                  </a:lnTo>
                  <a:lnTo>
                    <a:pt x="712" y="407"/>
                  </a:lnTo>
                  <a:lnTo>
                    <a:pt x="712" y="407"/>
                  </a:lnTo>
                  <a:lnTo>
                    <a:pt x="712" y="407"/>
                  </a:lnTo>
                  <a:lnTo>
                    <a:pt x="708" y="407"/>
                  </a:lnTo>
                  <a:lnTo>
                    <a:pt x="708" y="407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2"/>
                  </a:lnTo>
                  <a:lnTo>
                    <a:pt x="710" y="402"/>
                  </a:lnTo>
                  <a:lnTo>
                    <a:pt x="710" y="405"/>
                  </a:lnTo>
                  <a:lnTo>
                    <a:pt x="710" y="405"/>
                  </a:lnTo>
                  <a:lnTo>
                    <a:pt x="710" y="405"/>
                  </a:lnTo>
                  <a:lnTo>
                    <a:pt x="710" y="402"/>
                  </a:lnTo>
                  <a:lnTo>
                    <a:pt x="705" y="400"/>
                  </a:lnTo>
                  <a:lnTo>
                    <a:pt x="705" y="400"/>
                  </a:lnTo>
                  <a:lnTo>
                    <a:pt x="705" y="400"/>
                  </a:lnTo>
                  <a:lnTo>
                    <a:pt x="705" y="398"/>
                  </a:lnTo>
                  <a:lnTo>
                    <a:pt x="705" y="398"/>
                  </a:lnTo>
                  <a:lnTo>
                    <a:pt x="708" y="398"/>
                  </a:lnTo>
                  <a:lnTo>
                    <a:pt x="708" y="395"/>
                  </a:lnTo>
                  <a:lnTo>
                    <a:pt x="708" y="395"/>
                  </a:lnTo>
                  <a:lnTo>
                    <a:pt x="708" y="395"/>
                  </a:lnTo>
                  <a:lnTo>
                    <a:pt x="705" y="393"/>
                  </a:lnTo>
                  <a:lnTo>
                    <a:pt x="705" y="395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3" y="398"/>
                  </a:lnTo>
                  <a:lnTo>
                    <a:pt x="703" y="398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5"/>
                  </a:lnTo>
                  <a:lnTo>
                    <a:pt x="701" y="405"/>
                  </a:lnTo>
                  <a:lnTo>
                    <a:pt x="701" y="405"/>
                  </a:lnTo>
                  <a:lnTo>
                    <a:pt x="698" y="405"/>
                  </a:lnTo>
                  <a:lnTo>
                    <a:pt x="698" y="405"/>
                  </a:lnTo>
                  <a:lnTo>
                    <a:pt x="698" y="405"/>
                  </a:lnTo>
                  <a:lnTo>
                    <a:pt x="698" y="407"/>
                  </a:lnTo>
                  <a:lnTo>
                    <a:pt x="698" y="407"/>
                  </a:lnTo>
                  <a:lnTo>
                    <a:pt x="698" y="407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12"/>
                  </a:lnTo>
                  <a:lnTo>
                    <a:pt x="698" y="412"/>
                  </a:lnTo>
                  <a:lnTo>
                    <a:pt x="696" y="412"/>
                  </a:lnTo>
                  <a:lnTo>
                    <a:pt x="696" y="414"/>
                  </a:lnTo>
                  <a:close/>
                  <a:moveTo>
                    <a:pt x="719" y="419"/>
                  </a:moveTo>
                  <a:lnTo>
                    <a:pt x="724" y="424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9" y="419"/>
                  </a:lnTo>
                  <a:close/>
                  <a:moveTo>
                    <a:pt x="719" y="409"/>
                  </a:moveTo>
                  <a:lnTo>
                    <a:pt x="719" y="409"/>
                  </a:lnTo>
                  <a:lnTo>
                    <a:pt x="719" y="409"/>
                  </a:lnTo>
                  <a:lnTo>
                    <a:pt x="719" y="409"/>
                  </a:lnTo>
                  <a:close/>
                  <a:moveTo>
                    <a:pt x="717" y="409"/>
                  </a:moveTo>
                  <a:lnTo>
                    <a:pt x="717" y="409"/>
                  </a:lnTo>
                  <a:lnTo>
                    <a:pt x="719" y="409"/>
                  </a:lnTo>
                  <a:lnTo>
                    <a:pt x="717" y="409"/>
                  </a:lnTo>
                  <a:close/>
                  <a:moveTo>
                    <a:pt x="755" y="433"/>
                  </a:moveTo>
                  <a:lnTo>
                    <a:pt x="755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5" y="433"/>
                  </a:lnTo>
                  <a:close/>
                  <a:moveTo>
                    <a:pt x="734" y="1022"/>
                  </a:moveTo>
                  <a:lnTo>
                    <a:pt x="734" y="1020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1" y="1018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2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4" y="1022"/>
                  </a:lnTo>
                  <a:lnTo>
                    <a:pt x="724" y="1022"/>
                  </a:lnTo>
                  <a:lnTo>
                    <a:pt x="724" y="1022"/>
                  </a:lnTo>
                  <a:lnTo>
                    <a:pt x="724" y="1020"/>
                  </a:lnTo>
                  <a:lnTo>
                    <a:pt x="724" y="1020"/>
                  </a:lnTo>
                  <a:lnTo>
                    <a:pt x="724" y="1020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5"/>
                  </a:lnTo>
                  <a:lnTo>
                    <a:pt x="727" y="1018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6" y="1013"/>
                  </a:lnTo>
                  <a:lnTo>
                    <a:pt x="736" y="1013"/>
                  </a:lnTo>
                  <a:lnTo>
                    <a:pt x="736" y="1013"/>
                  </a:lnTo>
                  <a:lnTo>
                    <a:pt x="738" y="1013"/>
                  </a:lnTo>
                  <a:lnTo>
                    <a:pt x="738" y="1013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6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08"/>
                  </a:lnTo>
                  <a:lnTo>
                    <a:pt x="738" y="1008"/>
                  </a:lnTo>
                  <a:lnTo>
                    <a:pt x="736" y="1008"/>
                  </a:lnTo>
                  <a:lnTo>
                    <a:pt x="736" y="1008"/>
                  </a:lnTo>
                  <a:lnTo>
                    <a:pt x="736" y="1008"/>
                  </a:lnTo>
                  <a:lnTo>
                    <a:pt x="734" y="1008"/>
                  </a:lnTo>
                  <a:lnTo>
                    <a:pt x="734" y="1008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4" y="1013"/>
                  </a:lnTo>
                  <a:lnTo>
                    <a:pt x="724" y="1013"/>
                  </a:lnTo>
                  <a:lnTo>
                    <a:pt x="724" y="1013"/>
                  </a:lnTo>
                  <a:lnTo>
                    <a:pt x="727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6"/>
                  </a:lnTo>
                  <a:lnTo>
                    <a:pt x="724" y="1006"/>
                  </a:lnTo>
                  <a:lnTo>
                    <a:pt x="724" y="1006"/>
                  </a:lnTo>
                  <a:lnTo>
                    <a:pt x="727" y="1006"/>
                  </a:lnTo>
                  <a:lnTo>
                    <a:pt x="727" y="1003"/>
                  </a:lnTo>
                  <a:lnTo>
                    <a:pt x="724" y="1003"/>
                  </a:lnTo>
                  <a:lnTo>
                    <a:pt x="724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1"/>
                  </a:lnTo>
                  <a:lnTo>
                    <a:pt x="719" y="1003"/>
                  </a:lnTo>
                  <a:lnTo>
                    <a:pt x="717" y="1003"/>
                  </a:lnTo>
                  <a:lnTo>
                    <a:pt x="717" y="1003"/>
                  </a:lnTo>
                  <a:lnTo>
                    <a:pt x="717" y="1003"/>
                  </a:lnTo>
                  <a:lnTo>
                    <a:pt x="715" y="1003"/>
                  </a:lnTo>
                  <a:lnTo>
                    <a:pt x="715" y="1003"/>
                  </a:lnTo>
                  <a:lnTo>
                    <a:pt x="715" y="1003"/>
                  </a:lnTo>
                  <a:lnTo>
                    <a:pt x="712" y="1003"/>
                  </a:lnTo>
                  <a:lnTo>
                    <a:pt x="712" y="1003"/>
                  </a:lnTo>
                  <a:lnTo>
                    <a:pt x="710" y="1003"/>
                  </a:lnTo>
                  <a:lnTo>
                    <a:pt x="710" y="1003"/>
                  </a:lnTo>
                  <a:lnTo>
                    <a:pt x="710" y="1003"/>
                  </a:lnTo>
                  <a:lnTo>
                    <a:pt x="708" y="1006"/>
                  </a:lnTo>
                  <a:lnTo>
                    <a:pt x="708" y="1006"/>
                  </a:lnTo>
                  <a:lnTo>
                    <a:pt x="708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5" y="1013"/>
                  </a:lnTo>
                  <a:lnTo>
                    <a:pt x="708" y="1015"/>
                  </a:lnTo>
                  <a:lnTo>
                    <a:pt x="710" y="1015"/>
                  </a:lnTo>
                  <a:lnTo>
                    <a:pt x="710" y="1015"/>
                  </a:lnTo>
                  <a:lnTo>
                    <a:pt x="710" y="1015"/>
                  </a:lnTo>
                  <a:lnTo>
                    <a:pt x="712" y="1015"/>
                  </a:lnTo>
                  <a:lnTo>
                    <a:pt x="712" y="1015"/>
                  </a:lnTo>
                  <a:lnTo>
                    <a:pt x="712" y="1015"/>
                  </a:lnTo>
                  <a:lnTo>
                    <a:pt x="715" y="1018"/>
                  </a:lnTo>
                  <a:lnTo>
                    <a:pt x="719" y="1020"/>
                  </a:lnTo>
                  <a:lnTo>
                    <a:pt x="719" y="1020"/>
                  </a:lnTo>
                  <a:lnTo>
                    <a:pt x="719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5" y="1020"/>
                  </a:lnTo>
                  <a:lnTo>
                    <a:pt x="715" y="1020"/>
                  </a:lnTo>
                  <a:lnTo>
                    <a:pt x="715" y="1025"/>
                  </a:lnTo>
                  <a:lnTo>
                    <a:pt x="715" y="1022"/>
                  </a:lnTo>
                  <a:lnTo>
                    <a:pt x="715" y="1022"/>
                  </a:lnTo>
                  <a:lnTo>
                    <a:pt x="712" y="1022"/>
                  </a:lnTo>
                  <a:lnTo>
                    <a:pt x="712" y="1022"/>
                  </a:lnTo>
                  <a:lnTo>
                    <a:pt x="712" y="1025"/>
                  </a:lnTo>
                  <a:lnTo>
                    <a:pt x="712" y="1022"/>
                  </a:lnTo>
                  <a:lnTo>
                    <a:pt x="712" y="1022"/>
                  </a:lnTo>
                  <a:lnTo>
                    <a:pt x="712" y="1020"/>
                  </a:lnTo>
                  <a:lnTo>
                    <a:pt x="712" y="1020"/>
                  </a:lnTo>
                  <a:lnTo>
                    <a:pt x="712" y="1018"/>
                  </a:lnTo>
                  <a:lnTo>
                    <a:pt x="710" y="1018"/>
                  </a:lnTo>
                  <a:lnTo>
                    <a:pt x="708" y="1018"/>
                  </a:lnTo>
                  <a:lnTo>
                    <a:pt x="708" y="1018"/>
                  </a:lnTo>
                  <a:lnTo>
                    <a:pt x="705" y="1020"/>
                  </a:lnTo>
                  <a:lnTo>
                    <a:pt x="705" y="1020"/>
                  </a:lnTo>
                  <a:lnTo>
                    <a:pt x="708" y="1020"/>
                  </a:lnTo>
                  <a:lnTo>
                    <a:pt x="708" y="1022"/>
                  </a:lnTo>
                  <a:lnTo>
                    <a:pt x="708" y="1022"/>
                  </a:lnTo>
                  <a:lnTo>
                    <a:pt x="708" y="1022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3" y="1022"/>
                  </a:lnTo>
                  <a:lnTo>
                    <a:pt x="703" y="1022"/>
                  </a:lnTo>
                  <a:lnTo>
                    <a:pt x="703" y="1022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7"/>
                  </a:lnTo>
                  <a:lnTo>
                    <a:pt x="703" y="1027"/>
                  </a:lnTo>
                  <a:lnTo>
                    <a:pt x="703" y="1027"/>
                  </a:lnTo>
                  <a:lnTo>
                    <a:pt x="705" y="1027"/>
                  </a:lnTo>
                  <a:lnTo>
                    <a:pt x="708" y="1027"/>
                  </a:lnTo>
                  <a:lnTo>
                    <a:pt x="708" y="1027"/>
                  </a:lnTo>
                  <a:lnTo>
                    <a:pt x="708" y="1030"/>
                  </a:lnTo>
                  <a:lnTo>
                    <a:pt x="708" y="1030"/>
                  </a:lnTo>
                  <a:lnTo>
                    <a:pt x="705" y="1030"/>
                  </a:lnTo>
                  <a:lnTo>
                    <a:pt x="703" y="1030"/>
                  </a:lnTo>
                  <a:lnTo>
                    <a:pt x="701" y="1027"/>
                  </a:lnTo>
                  <a:lnTo>
                    <a:pt x="701" y="1027"/>
                  </a:lnTo>
                  <a:lnTo>
                    <a:pt x="701" y="1027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2"/>
                  </a:lnTo>
                  <a:lnTo>
                    <a:pt x="698" y="1032"/>
                  </a:lnTo>
                  <a:lnTo>
                    <a:pt x="698" y="1032"/>
                  </a:lnTo>
                  <a:lnTo>
                    <a:pt x="696" y="1030"/>
                  </a:lnTo>
                  <a:lnTo>
                    <a:pt x="696" y="1030"/>
                  </a:lnTo>
                  <a:lnTo>
                    <a:pt x="696" y="1032"/>
                  </a:lnTo>
                  <a:lnTo>
                    <a:pt x="696" y="1032"/>
                  </a:lnTo>
                  <a:lnTo>
                    <a:pt x="696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6" y="1032"/>
                  </a:lnTo>
                  <a:lnTo>
                    <a:pt x="686" y="1032"/>
                  </a:lnTo>
                  <a:lnTo>
                    <a:pt x="689" y="1034"/>
                  </a:lnTo>
                  <a:lnTo>
                    <a:pt x="689" y="1034"/>
                  </a:lnTo>
                  <a:lnTo>
                    <a:pt x="686" y="1034"/>
                  </a:lnTo>
                  <a:lnTo>
                    <a:pt x="686" y="1032"/>
                  </a:lnTo>
                  <a:lnTo>
                    <a:pt x="684" y="1032"/>
                  </a:lnTo>
                  <a:lnTo>
                    <a:pt x="684" y="1034"/>
                  </a:lnTo>
                  <a:lnTo>
                    <a:pt x="684" y="1034"/>
                  </a:lnTo>
                  <a:lnTo>
                    <a:pt x="682" y="1032"/>
                  </a:lnTo>
                  <a:lnTo>
                    <a:pt x="682" y="1034"/>
                  </a:lnTo>
                  <a:lnTo>
                    <a:pt x="682" y="1032"/>
                  </a:lnTo>
                  <a:lnTo>
                    <a:pt x="682" y="1032"/>
                  </a:lnTo>
                  <a:lnTo>
                    <a:pt x="679" y="1032"/>
                  </a:lnTo>
                  <a:lnTo>
                    <a:pt x="679" y="1032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7" y="1037"/>
                  </a:lnTo>
                  <a:lnTo>
                    <a:pt x="677" y="1037"/>
                  </a:lnTo>
                  <a:lnTo>
                    <a:pt x="677" y="1039"/>
                  </a:lnTo>
                  <a:lnTo>
                    <a:pt x="679" y="1039"/>
                  </a:lnTo>
                  <a:lnTo>
                    <a:pt x="679" y="1039"/>
                  </a:lnTo>
                  <a:lnTo>
                    <a:pt x="679" y="1041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4" y="1039"/>
                  </a:lnTo>
                  <a:lnTo>
                    <a:pt x="684" y="1039"/>
                  </a:lnTo>
                  <a:lnTo>
                    <a:pt x="684" y="1039"/>
                  </a:lnTo>
                  <a:lnTo>
                    <a:pt x="686" y="1039"/>
                  </a:lnTo>
                  <a:lnTo>
                    <a:pt x="686" y="1041"/>
                  </a:lnTo>
                  <a:lnTo>
                    <a:pt x="686" y="1041"/>
                  </a:lnTo>
                  <a:lnTo>
                    <a:pt x="686" y="1041"/>
                  </a:lnTo>
                  <a:lnTo>
                    <a:pt x="686" y="1039"/>
                  </a:lnTo>
                  <a:lnTo>
                    <a:pt x="686" y="1039"/>
                  </a:lnTo>
                  <a:lnTo>
                    <a:pt x="689" y="1039"/>
                  </a:lnTo>
                  <a:lnTo>
                    <a:pt x="689" y="1039"/>
                  </a:lnTo>
                  <a:lnTo>
                    <a:pt x="689" y="1039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37"/>
                  </a:lnTo>
                  <a:lnTo>
                    <a:pt x="691" y="1037"/>
                  </a:lnTo>
                  <a:lnTo>
                    <a:pt x="693" y="1039"/>
                  </a:lnTo>
                  <a:lnTo>
                    <a:pt x="693" y="1037"/>
                  </a:lnTo>
                  <a:lnTo>
                    <a:pt x="693" y="1037"/>
                  </a:lnTo>
                  <a:lnTo>
                    <a:pt x="696" y="1037"/>
                  </a:lnTo>
                  <a:lnTo>
                    <a:pt x="696" y="1037"/>
                  </a:lnTo>
                  <a:lnTo>
                    <a:pt x="696" y="1037"/>
                  </a:lnTo>
                  <a:lnTo>
                    <a:pt x="698" y="1037"/>
                  </a:lnTo>
                  <a:lnTo>
                    <a:pt x="701" y="1034"/>
                  </a:lnTo>
                  <a:lnTo>
                    <a:pt x="701" y="1034"/>
                  </a:lnTo>
                  <a:lnTo>
                    <a:pt x="703" y="1034"/>
                  </a:lnTo>
                  <a:lnTo>
                    <a:pt x="703" y="1034"/>
                  </a:lnTo>
                  <a:lnTo>
                    <a:pt x="705" y="1034"/>
                  </a:lnTo>
                  <a:lnTo>
                    <a:pt x="708" y="1034"/>
                  </a:lnTo>
                  <a:lnTo>
                    <a:pt x="705" y="1034"/>
                  </a:lnTo>
                  <a:lnTo>
                    <a:pt x="705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2"/>
                  </a:lnTo>
                  <a:lnTo>
                    <a:pt x="708" y="1032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10" y="1034"/>
                  </a:lnTo>
                  <a:lnTo>
                    <a:pt x="710" y="1032"/>
                  </a:lnTo>
                  <a:lnTo>
                    <a:pt x="710" y="1032"/>
                  </a:lnTo>
                  <a:lnTo>
                    <a:pt x="710" y="1032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2"/>
                  </a:lnTo>
                  <a:lnTo>
                    <a:pt x="715" y="1030"/>
                  </a:lnTo>
                  <a:lnTo>
                    <a:pt x="715" y="1030"/>
                  </a:lnTo>
                  <a:lnTo>
                    <a:pt x="715" y="1027"/>
                  </a:lnTo>
                  <a:lnTo>
                    <a:pt x="715" y="1030"/>
                  </a:lnTo>
                  <a:lnTo>
                    <a:pt x="715" y="1030"/>
                  </a:lnTo>
                  <a:lnTo>
                    <a:pt x="715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4"/>
                  </a:lnTo>
                  <a:lnTo>
                    <a:pt x="719" y="1034"/>
                  </a:lnTo>
                  <a:lnTo>
                    <a:pt x="719" y="1032"/>
                  </a:lnTo>
                  <a:lnTo>
                    <a:pt x="719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0"/>
                  </a:lnTo>
                  <a:lnTo>
                    <a:pt x="717" y="1030"/>
                  </a:lnTo>
                  <a:lnTo>
                    <a:pt x="719" y="1032"/>
                  </a:lnTo>
                  <a:lnTo>
                    <a:pt x="719" y="1032"/>
                  </a:lnTo>
                  <a:lnTo>
                    <a:pt x="719" y="1030"/>
                  </a:lnTo>
                  <a:lnTo>
                    <a:pt x="719" y="1027"/>
                  </a:lnTo>
                  <a:lnTo>
                    <a:pt x="719" y="1027"/>
                  </a:lnTo>
                  <a:lnTo>
                    <a:pt x="722" y="1030"/>
                  </a:lnTo>
                  <a:lnTo>
                    <a:pt x="722" y="1032"/>
                  </a:lnTo>
                  <a:lnTo>
                    <a:pt x="722" y="1030"/>
                  </a:lnTo>
                  <a:lnTo>
                    <a:pt x="722" y="1027"/>
                  </a:lnTo>
                  <a:lnTo>
                    <a:pt x="724" y="1027"/>
                  </a:lnTo>
                  <a:lnTo>
                    <a:pt x="724" y="1030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7" y="1025"/>
                  </a:lnTo>
                  <a:lnTo>
                    <a:pt x="727" y="1025"/>
                  </a:lnTo>
                  <a:lnTo>
                    <a:pt x="727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31" y="1025"/>
                  </a:lnTo>
                  <a:lnTo>
                    <a:pt x="734" y="1025"/>
                  </a:lnTo>
                  <a:lnTo>
                    <a:pt x="734" y="1025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close/>
                  <a:moveTo>
                    <a:pt x="743" y="450"/>
                  </a:moveTo>
                  <a:lnTo>
                    <a:pt x="743" y="450"/>
                  </a:lnTo>
                  <a:lnTo>
                    <a:pt x="745" y="452"/>
                  </a:lnTo>
                  <a:lnTo>
                    <a:pt x="743" y="450"/>
                  </a:lnTo>
                  <a:lnTo>
                    <a:pt x="743" y="450"/>
                  </a:lnTo>
                  <a:close/>
                  <a:moveTo>
                    <a:pt x="741" y="1015"/>
                  </a:moveTo>
                  <a:lnTo>
                    <a:pt x="741" y="1015"/>
                  </a:lnTo>
                  <a:lnTo>
                    <a:pt x="741" y="1015"/>
                  </a:lnTo>
                  <a:lnTo>
                    <a:pt x="741" y="1015"/>
                  </a:lnTo>
                  <a:lnTo>
                    <a:pt x="741" y="1015"/>
                  </a:lnTo>
                  <a:lnTo>
                    <a:pt x="738" y="1015"/>
                  </a:lnTo>
                  <a:lnTo>
                    <a:pt x="738" y="1015"/>
                  </a:lnTo>
                  <a:lnTo>
                    <a:pt x="738" y="1015"/>
                  </a:lnTo>
                  <a:lnTo>
                    <a:pt x="738" y="1018"/>
                  </a:lnTo>
                  <a:lnTo>
                    <a:pt x="736" y="1020"/>
                  </a:lnTo>
                  <a:lnTo>
                    <a:pt x="736" y="1020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8" y="1022"/>
                  </a:lnTo>
                  <a:lnTo>
                    <a:pt x="738" y="1022"/>
                  </a:lnTo>
                  <a:lnTo>
                    <a:pt x="738" y="1022"/>
                  </a:lnTo>
                  <a:lnTo>
                    <a:pt x="738" y="1020"/>
                  </a:lnTo>
                  <a:lnTo>
                    <a:pt x="738" y="1020"/>
                  </a:lnTo>
                  <a:lnTo>
                    <a:pt x="738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3" y="1015"/>
                  </a:lnTo>
                  <a:lnTo>
                    <a:pt x="741" y="1015"/>
                  </a:lnTo>
                  <a:lnTo>
                    <a:pt x="741" y="1015"/>
                  </a:lnTo>
                  <a:close/>
                  <a:moveTo>
                    <a:pt x="909" y="966"/>
                  </a:moveTo>
                  <a:lnTo>
                    <a:pt x="909" y="963"/>
                  </a:lnTo>
                  <a:lnTo>
                    <a:pt x="909" y="963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8"/>
                  </a:lnTo>
                  <a:lnTo>
                    <a:pt x="909" y="968"/>
                  </a:lnTo>
                  <a:lnTo>
                    <a:pt x="911" y="968"/>
                  </a:lnTo>
                  <a:lnTo>
                    <a:pt x="911" y="968"/>
                  </a:lnTo>
                  <a:lnTo>
                    <a:pt x="911" y="966"/>
                  </a:lnTo>
                  <a:lnTo>
                    <a:pt x="911" y="966"/>
                  </a:lnTo>
                  <a:lnTo>
                    <a:pt x="909" y="966"/>
                  </a:lnTo>
                  <a:close/>
                  <a:moveTo>
                    <a:pt x="963" y="959"/>
                  </a:moveTo>
                  <a:lnTo>
                    <a:pt x="963" y="959"/>
                  </a:lnTo>
                  <a:lnTo>
                    <a:pt x="963" y="959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9"/>
                  </a:lnTo>
                  <a:lnTo>
                    <a:pt x="963" y="959"/>
                  </a:lnTo>
                  <a:close/>
                  <a:moveTo>
                    <a:pt x="956" y="951"/>
                  </a:moveTo>
                  <a:lnTo>
                    <a:pt x="956" y="951"/>
                  </a:lnTo>
                  <a:lnTo>
                    <a:pt x="956" y="951"/>
                  </a:lnTo>
                  <a:lnTo>
                    <a:pt x="956" y="951"/>
                  </a:lnTo>
                  <a:lnTo>
                    <a:pt x="956" y="951"/>
                  </a:lnTo>
                  <a:lnTo>
                    <a:pt x="958" y="951"/>
                  </a:lnTo>
                  <a:lnTo>
                    <a:pt x="958" y="951"/>
                  </a:lnTo>
                  <a:lnTo>
                    <a:pt x="958" y="951"/>
                  </a:lnTo>
                  <a:lnTo>
                    <a:pt x="958" y="954"/>
                  </a:lnTo>
                  <a:lnTo>
                    <a:pt x="958" y="954"/>
                  </a:lnTo>
                  <a:lnTo>
                    <a:pt x="961" y="954"/>
                  </a:lnTo>
                  <a:lnTo>
                    <a:pt x="961" y="951"/>
                  </a:lnTo>
                  <a:lnTo>
                    <a:pt x="961" y="951"/>
                  </a:lnTo>
                  <a:lnTo>
                    <a:pt x="961" y="951"/>
                  </a:lnTo>
                  <a:lnTo>
                    <a:pt x="961" y="949"/>
                  </a:lnTo>
                  <a:lnTo>
                    <a:pt x="961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6" y="949"/>
                  </a:lnTo>
                  <a:lnTo>
                    <a:pt x="956" y="949"/>
                  </a:lnTo>
                  <a:lnTo>
                    <a:pt x="956" y="949"/>
                  </a:lnTo>
                  <a:lnTo>
                    <a:pt x="954" y="949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6" y="951"/>
                  </a:lnTo>
                  <a:close/>
                  <a:moveTo>
                    <a:pt x="911" y="956"/>
                  </a:moveTo>
                  <a:lnTo>
                    <a:pt x="909" y="956"/>
                  </a:lnTo>
                  <a:lnTo>
                    <a:pt x="909" y="956"/>
                  </a:lnTo>
                  <a:lnTo>
                    <a:pt x="906" y="956"/>
                  </a:lnTo>
                  <a:lnTo>
                    <a:pt x="906" y="959"/>
                  </a:lnTo>
                  <a:lnTo>
                    <a:pt x="906" y="959"/>
                  </a:lnTo>
                  <a:lnTo>
                    <a:pt x="906" y="959"/>
                  </a:lnTo>
                  <a:lnTo>
                    <a:pt x="909" y="959"/>
                  </a:lnTo>
                  <a:lnTo>
                    <a:pt x="909" y="959"/>
                  </a:lnTo>
                  <a:lnTo>
                    <a:pt x="909" y="959"/>
                  </a:lnTo>
                  <a:lnTo>
                    <a:pt x="911" y="959"/>
                  </a:lnTo>
                  <a:lnTo>
                    <a:pt x="911" y="959"/>
                  </a:lnTo>
                  <a:lnTo>
                    <a:pt x="911" y="959"/>
                  </a:lnTo>
                  <a:lnTo>
                    <a:pt x="911" y="956"/>
                  </a:lnTo>
                  <a:lnTo>
                    <a:pt x="911" y="956"/>
                  </a:lnTo>
                  <a:lnTo>
                    <a:pt x="911" y="956"/>
                  </a:lnTo>
                  <a:close/>
                  <a:moveTo>
                    <a:pt x="954" y="954"/>
                  </a:moveTo>
                  <a:lnTo>
                    <a:pt x="951" y="954"/>
                  </a:lnTo>
                  <a:lnTo>
                    <a:pt x="951" y="954"/>
                  </a:lnTo>
                  <a:lnTo>
                    <a:pt x="949" y="954"/>
                  </a:lnTo>
                  <a:lnTo>
                    <a:pt x="949" y="954"/>
                  </a:lnTo>
                  <a:lnTo>
                    <a:pt x="949" y="954"/>
                  </a:lnTo>
                  <a:lnTo>
                    <a:pt x="947" y="954"/>
                  </a:lnTo>
                  <a:lnTo>
                    <a:pt x="947" y="954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51" y="959"/>
                  </a:lnTo>
                  <a:lnTo>
                    <a:pt x="951" y="961"/>
                  </a:lnTo>
                  <a:lnTo>
                    <a:pt x="951" y="961"/>
                  </a:lnTo>
                  <a:lnTo>
                    <a:pt x="951" y="961"/>
                  </a:lnTo>
                  <a:lnTo>
                    <a:pt x="954" y="961"/>
                  </a:lnTo>
                  <a:lnTo>
                    <a:pt x="954" y="959"/>
                  </a:lnTo>
                  <a:lnTo>
                    <a:pt x="954" y="959"/>
                  </a:lnTo>
                  <a:lnTo>
                    <a:pt x="954" y="956"/>
                  </a:lnTo>
                  <a:lnTo>
                    <a:pt x="954" y="954"/>
                  </a:lnTo>
                  <a:lnTo>
                    <a:pt x="954" y="954"/>
                  </a:lnTo>
                  <a:lnTo>
                    <a:pt x="954" y="954"/>
                  </a:lnTo>
                  <a:close/>
                  <a:moveTo>
                    <a:pt x="918" y="961"/>
                  </a:move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6" y="959"/>
                  </a:lnTo>
                  <a:lnTo>
                    <a:pt x="916" y="959"/>
                  </a:lnTo>
                  <a:lnTo>
                    <a:pt x="916" y="959"/>
                  </a:lnTo>
                  <a:lnTo>
                    <a:pt x="916" y="961"/>
                  </a:lnTo>
                  <a:lnTo>
                    <a:pt x="916" y="961"/>
                  </a:lnTo>
                  <a:lnTo>
                    <a:pt x="918" y="961"/>
                  </a:lnTo>
                  <a:lnTo>
                    <a:pt x="918" y="963"/>
                  </a:lnTo>
                  <a:lnTo>
                    <a:pt x="918" y="963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close/>
                  <a:moveTo>
                    <a:pt x="947" y="963"/>
                  </a:moveTo>
                  <a:lnTo>
                    <a:pt x="947" y="963"/>
                  </a:lnTo>
                  <a:lnTo>
                    <a:pt x="947" y="963"/>
                  </a:lnTo>
                  <a:lnTo>
                    <a:pt x="947" y="963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4" y="961"/>
                  </a:lnTo>
                  <a:lnTo>
                    <a:pt x="944" y="961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7" y="959"/>
                  </a:lnTo>
                  <a:lnTo>
                    <a:pt x="944" y="959"/>
                  </a:lnTo>
                  <a:lnTo>
                    <a:pt x="944" y="959"/>
                  </a:lnTo>
                  <a:lnTo>
                    <a:pt x="944" y="959"/>
                  </a:lnTo>
                  <a:lnTo>
                    <a:pt x="944" y="956"/>
                  </a:lnTo>
                  <a:lnTo>
                    <a:pt x="944" y="956"/>
                  </a:lnTo>
                  <a:lnTo>
                    <a:pt x="947" y="954"/>
                  </a:lnTo>
                  <a:lnTo>
                    <a:pt x="947" y="954"/>
                  </a:lnTo>
                  <a:lnTo>
                    <a:pt x="947" y="951"/>
                  </a:lnTo>
                  <a:lnTo>
                    <a:pt x="947" y="951"/>
                  </a:lnTo>
                  <a:lnTo>
                    <a:pt x="947" y="951"/>
                  </a:lnTo>
                  <a:lnTo>
                    <a:pt x="944" y="951"/>
                  </a:lnTo>
                  <a:lnTo>
                    <a:pt x="944" y="951"/>
                  </a:lnTo>
                  <a:lnTo>
                    <a:pt x="944" y="954"/>
                  </a:lnTo>
                  <a:lnTo>
                    <a:pt x="944" y="954"/>
                  </a:lnTo>
                  <a:lnTo>
                    <a:pt x="944" y="956"/>
                  </a:lnTo>
                  <a:lnTo>
                    <a:pt x="944" y="956"/>
                  </a:lnTo>
                  <a:lnTo>
                    <a:pt x="944" y="954"/>
                  </a:lnTo>
                  <a:lnTo>
                    <a:pt x="942" y="954"/>
                  </a:lnTo>
                  <a:lnTo>
                    <a:pt x="942" y="954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4"/>
                  </a:lnTo>
                  <a:lnTo>
                    <a:pt x="942" y="954"/>
                  </a:lnTo>
                  <a:lnTo>
                    <a:pt x="942" y="951"/>
                  </a:lnTo>
                  <a:lnTo>
                    <a:pt x="942" y="949"/>
                  </a:lnTo>
                  <a:lnTo>
                    <a:pt x="939" y="949"/>
                  </a:lnTo>
                  <a:lnTo>
                    <a:pt x="939" y="951"/>
                  </a:lnTo>
                  <a:lnTo>
                    <a:pt x="937" y="951"/>
                  </a:lnTo>
                  <a:lnTo>
                    <a:pt x="935" y="954"/>
                  </a:lnTo>
                  <a:lnTo>
                    <a:pt x="935" y="954"/>
                  </a:lnTo>
                  <a:lnTo>
                    <a:pt x="935" y="956"/>
                  </a:lnTo>
                  <a:lnTo>
                    <a:pt x="935" y="956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5" y="966"/>
                  </a:lnTo>
                  <a:lnTo>
                    <a:pt x="935" y="966"/>
                  </a:lnTo>
                  <a:lnTo>
                    <a:pt x="937" y="966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1"/>
                  </a:lnTo>
                  <a:lnTo>
                    <a:pt x="942" y="961"/>
                  </a:lnTo>
                  <a:lnTo>
                    <a:pt x="942" y="963"/>
                  </a:lnTo>
                  <a:lnTo>
                    <a:pt x="942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42" y="963"/>
                  </a:lnTo>
                  <a:lnTo>
                    <a:pt x="942" y="966"/>
                  </a:lnTo>
                  <a:lnTo>
                    <a:pt x="942" y="966"/>
                  </a:lnTo>
                  <a:lnTo>
                    <a:pt x="942" y="966"/>
                  </a:lnTo>
                  <a:lnTo>
                    <a:pt x="944" y="966"/>
                  </a:lnTo>
                  <a:lnTo>
                    <a:pt x="944" y="966"/>
                  </a:lnTo>
                  <a:lnTo>
                    <a:pt x="944" y="968"/>
                  </a:lnTo>
                  <a:lnTo>
                    <a:pt x="947" y="966"/>
                  </a:lnTo>
                  <a:lnTo>
                    <a:pt x="947" y="966"/>
                  </a:lnTo>
                  <a:lnTo>
                    <a:pt x="947" y="963"/>
                  </a:lnTo>
                  <a:lnTo>
                    <a:pt x="944" y="963"/>
                  </a:lnTo>
                  <a:lnTo>
                    <a:pt x="947" y="963"/>
                  </a:lnTo>
                  <a:lnTo>
                    <a:pt x="947" y="963"/>
                  </a:lnTo>
                  <a:lnTo>
                    <a:pt x="949" y="963"/>
                  </a:lnTo>
                  <a:lnTo>
                    <a:pt x="949" y="963"/>
                  </a:lnTo>
                  <a:lnTo>
                    <a:pt x="947" y="963"/>
                  </a:lnTo>
                  <a:close/>
                  <a:moveTo>
                    <a:pt x="968" y="966"/>
                  </a:moveTo>
                  <a:lnTo>
                    <a:pt x="968" y="968"/>
                  </a:lnTo>
                  <a:lnTo>
                    <a:pt x="968" y="968"/>
                  </a:lnTo>
                  <a:lnTo>
                    <a:pt x="965" y="968"/>
                  </a:lnTo>
                  <a:lnTo>
                    <a:pt x="968" y="966"/>
                  </a:lnTo>
                  <a:lnTo>
                    <a:pt x="968" y="963"/>
                  </a:lnTo>
                  <a:lnTo>
                    <a:pt x="968" y="963"/>
                  </a:lnTo>
                  <a:lnTo>
                    <a:pt x="968" y="963"/>
                  </a:lnTo>
                  <a:lnTo>
                    <a:pt x="968" y="961"/>
                  </a:lnTo>
                  <a:lnTo>
                    <a:pt x="968" y="961"/>
                  </a:lnTo>
                  <a:lnTo>
                    <a:pt x="968" y="961"/>
                  </a:lnTo>
                  <a:lnTo>
                    <a:pt x="968" y="959"/>
                  </a:lnTo>
                  <a:lnTo>
                    <a:pt x="968" y="961"/>
                  </a:lnTo>
                  <a:lnTo>
                    <a:pt x="965" y="961"/>
                  </a:lnTo>
                  <a:lnTo>
                    <a:pt x="965" y="961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6"/>
                  </a:lnTo>
                  <a:lnTo>
                    <a:pt x="965" y="966"/>
                  </a:lnTo>
                  <a:lnTo>
                    <a:pt x="961" y="963"/>
                  </a:lnTo>
                  <a:lnTo>
                    <a:pt x="963" y="966"/>
                  </a:lnTo>
                  <a:lnTo>
                    <a:pt x="963" y="968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1" y="970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6"/>
                  </a:lnTo>
                  <a:lnTo>
                    <a:pt x="958" y="968"/>
                  </a:lnTo>
                  <a:lnTo>
                    <a:pt x="961" y="968"/>
                  </a:lnTo>
                  <a:lnTo>
                    <a:pt x="961" y="970"/>
                  </a:lnTo>
                  <a:lnTo>
                    <a:pt x="961" y="970"/>
                  </a:lnTo>
                  <a:lnTo>
                    <a:pt x="961" y="970"/>
                  </a:lnTo>
                  <a:lnTo>
                    <a:pt x="958" y="968"/>
                  </a:lnTo>
                  <a:lnTo>
                    <a:pt x="958" y="968"/>
                  </a:lnTo>
                  <a:lnTo>
                    <a:pt x="956" y="968"/>
                  </a:lnTo>
                  <a:lnTo>
                    <a:pt x="956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61" y="973"/>
                  </a:lnTo>
                  <a:lnTo>
                    <a:pt x="961" y="975"/>
                  </a:lnTo>
                  <a:lnTo>
                    <a:pt x="958" y="975"/>
                  </a:lnTo>
                  <a:lnTo>
                    <a:pt x="958" y="975"/>
                  </a:lnTo>
                  <a:lnTo>
                    <a:pt x="958" y="975"/>
                  </a:lnTo>
                  <a:lnTo>
                    <a:pt x="956" y="980"/>
                  </a:lnTo>
                  <a:lnTo>
                    <a:pt x="956" y="980"/>
                  </a:lnTo>
                  <a:lnTo>
                    <a:pt x="954" y="980"/>
                  </a:lnTo>
                  <a:lnTo>
                    <a:pt x="954" y="980"/>
                  </a:lnTo>
                  <a:lnTo>
                    <a:pt x="954" y="982"/>
                  </a:lnTo>
                  <a:lnTo>
                    <a:pt x="954" y="982"/>
                  </a:lnTo>
                  <a:lnTo>
                    <a:pt x="954" y="982"/>
                  </a:lnTo>
                  <a:lnTo>
                    <a:pt x="956" y="985"/>
                  </a:lnTo>
                  <a:lnTo>
                    <a:pt x="956" y="982"/>
                  </a:lnTo>
                  <a:lnTo>
                    <a:pt x="956" y="980"/>
                  </a:lnTo>
                  <a:lnTo>
                    <a:pt x="958" y="980"/>
                  </a:lnTo>
                  <a:lnTo>
                    <a:pt x="958" y="977"/>
                  </a:lnTo>
                  <a:lnTo>
                    <a:pt x="961" y="977"/>
                  </a:lnTo>
                  <a:lnTo>
                    <a:pt x="961" y="975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5" y="973"/>
                  </a:lnTo>
                  <a:lnTo>
                    <a:pt x="965" y="973"/>
                  </a:lnTo>
                  <a:lnTo>
                    <a:pt x="965" y="973"/>
                  </a:lnTo>
                  <a:lnTo>
                    <a:pt x="963" y="970"/>
                  </a:lnTo>
                  <a:lnTo>
                    <a:pt x="965" y="970"/>
                  </a:lnTo>
                  <a:lnTo>
                    <a:pt x="965" y="968"/>
                  </a:lnTo>
                  <a:lnTo>
                    <a:pt x="965" y="968"/>
                  </a:lnTo>
                  <a:lnTo>
                    <a:pt x="965" y="970"/>
                  </a:lnTo>
                  <a:lnTo>
                    <a:pt x="965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68"/>
                  </a:lnTo>
                  <a:lnTo>
                    <a:pt x="968" y="968"/>
                  </a:lnTo>
                  <a:lnTo>
                    <a:pt x="970" y="968"/>
                  </a:lnTo>
                  <a:lnTo>
                    <a:pt x="970" y="968"/>
                  </a:lnTo>
                  <a:lnTo>
                    <a:pt x="970" y="966"/>
                  </a:lnTo>
                  <a:lnTo>
                    <a:pt x="968" y="966"/>
                  </a:lnTo>
                  <a:lnTo>
                    <a:pt x="968" y="966"/>
                  </a:lnTo>
                  <a:close/>
                  <a:moveTo>
                    <a:pt x="989" y="982"/>
                  </a:moveTo>
                  <a:lnTo>
                    <a:pt x="989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4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5"/>
                  </a:lnTo>
                  <a:lnTo>
                    <a:pt x="987" y="985"/>
                  </a:lnTo>
                  <a:lnTo>
                    <a:pt x="987" y="985"/>
                  </a:lnTo>
                  <a:lnTo>
                    <a:pt x="987" y="987"/>
                  </a:lnTo>
                  <a:lnTo>
                    <a:pt x="989" y="985"/>
                  </a:lnTo>
                  <a:lnTo>
                    <a:pt x="989" y="985"/>
                  </a:lnTo>
                  <a:lnTo>
                    <a:pt x="989" y="985"/>
                  </a:lnTo>
                  <a:lnTo>
                    <a:pt x="989" y="982"/>
                  </a:lnTo>
                  <a:lnTo>
                    <a:pt x="989" y="982"/>
                  </a:lnTo>
                  <a:close/>
                  <a:moveTo>
                    <a:pt x="991" y="930"/>
                  </a:moveTo>
                  <a:lnTo>
                    <a:pt x="989" y="930"/>
                  </a:lnTo>
                  <a:lnTo>
                    <a:pt x="989" y="930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91" y="932"/>
                  </a:lnTo>
                  <a:lnTo>
                    <a:pt x="991" y="932"/>
                  </a:lnTo>
                  <a:lnTo>
                    <a:pt x="991" y="932"/>
                  </a:lnTo>
                  <a:lnTo>
                    <a:pt x="991" y="930"/>
                  </a:lnTo>
                  <a:lnTo>
                    <a:pt x="991" y="930"/>
                  </a:lnTo>
                  <a:close/>
                  <a:moveTo>
                    <a:pt x="1010" y="928"/>
                  </a:moveTo>
                  <a:lnTo>
                    <a:pt x="1010" y="928"/>
                  </a:lnTo>
                  <a:lnTo>
                    <a:pt x="1010" y="928"/>
                  </a:lnTo>
                  <a:lnTo>
                    <a:pt x="1008" y="928"/>
                  </a:lnTo>
                  <a:lnTo>
                    <a:pt x="1008" y="928"/>
                  </a:lnTo>
                  <a:lnTo>
                    <a:pt x="1008" y="925"/>
                  </a:lnTo>
                  <a:lnTo>
                    <a:pt x="1006" y="925"/>
                  </a:lnTo>
                  <a:lnTo>
                    <a:pt x="1006" y="928"/>
                  </a:lnTo>
                  <a:lnTo>
                    <a:pt x="1006" y="928"/>
                  </a:lnTo>
                  <a:lnTo>
                    <a:pt x="1003" y="930"/>
                  </a:lnTo>
                  <a:lnTo>
                    <a:pt x="1003" y="930"/>
                  </a:lnTo>
                  <a:lnTo>
                    <a:pt x="1003" y="930"/>
                  </a:lnTo>
                  <a:lnTo>
                    <a:pt x="1006" y="932"/>
                  </a:lnTo>
                  <a:lnTo>
                    <a:pt x="1006" y="932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28"/>
                  </a:lnTo>
                  <a:lnTo>
                    <a:pt x="1008" y="928"/>
                  </a:lnTo>
                  <a:lnTo>
                    <a:pt x="1010" y="930"/>
                  </a:lnTo>
                  <a:lnTo>
                    <a:pt x="1010" y="930"/>
                  </a:lnTo>
                  <a:lnTo>
                    <a:pt x="1010" y="928"/>
                  </a:lnTo>
                  <a:close/>
                  <a:moveTo>
                    <a:pt x="984" y="977"/>
                  </a:move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5"/>
                  </a:lnTo>
                  <a:lnTo>
                    <a:pt x="984" y="977"/>
                  </a:lnTo>
                  <a:lnTo>
                    <a:pt x="984" y="975"/>
                  </a:lnTo>
                  <a:lnTo>
                    <a:pt x="984" y="975"/>
                  </a:lnTo>
                  <a:lnTo>
                    <a:pt x="987" y="975"/>
                  </a:lnTo>
                  <a:lnTo>
                    <a:pt x="984" y="975"/>
                  </a:lnTo>
                  <a:lnTo>
                    <a:pt x="984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0" y="977"/>
                  </a:lnTo>
                  <a:lnTo>
                    <a:pt x="982" y="977"/>
                  </a:lnTo>
                  <a:lnTo>
                    <a:pt x="982" y="977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2"/>
                  </a:lnTo>
                  <a:lnTo>
                    <a:pt x="982" y="982"/>
                  </a:lnTo>
                  <a:lnTo>
                    <a:pt x="984" y="982"/>
                  </a:lnTo>
                  <a:lnTo>
                    <a:pt x="984" y="980"/>
                  </a:lnTo>
                  <a:lnTo>
                    <a:pt x="984" y="977"/>
                  </a:lnTo>
                  <a:close/>
                  <a:moveTo>
                    <a:pt x="977" y="989"/>
                  </a:move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80" y="992"/>
                  </a:lnTo>
                  <a:lnTo>
                    <a:pt x="980" y="992"/>
                  </a:lnTo>
                  <a:lnTo>
                    <a:pt x="977" y="989"/>
                  </a:lnTo>
                  <a:close/>
                  <a:moveTo>
                    <a:pt x="814" y="348"/>
                  </a:move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6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close/>
                  <a:moveTo>
                    <a:pt x="980" y="973"/>
                  </a:moveTo>
                  <a:lnTo>
                    <a:pt x="980" y="973"/>
                  </a:lnTo>
                  <a:lnTo>
                    <a:pt x="980" y="970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77" y="966"/>
                  </a:lnTo>
                  <a:lnTo>
                    <a:pt x="977" y="966"/>
                  </a:lnTo>
                  <a:lnTo>
                    <a:pt x="977" y="968"/>
                  </a:lnTo>
                  <a:lnTo>
                    <a:pt x="977" y="968"/>
                  </a:lnTo>
                  <a:lnTo>
                    <a:pt x="977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5" y="970"/>
                  </a:lnTo>
                  <a:lnTo>
                    <a:pt x="975" y="970"/>
                  </a:lnTo>
                  <a:lnTo>
                    <a:pt x="975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5" y="973"/>
                  </a:lnTo>
                  <a:lnTo>
                    <a:pt x="975" y="973"/>
                  </a:lnTo>
                  <a:lnTo>
                    <a:pt x="975" y="973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80" y="973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3"/>
                  </a:lnTo>
                  <a:close/>
                  <a:moveTo>
                    <a:pt x="871" y="1001"/>
                  </a:moveTo>
                  <a:lnTo>
                    <a:pt x="871" y="999"/>
                  </a:lnTo>
                  <a:lnTo>
                    <a:pt x="871" y="999"/>
                  </a:lnTo>
                  <a:lnTo>
                    <a:pt x="871" y="999"/>
                  </a:lnTo>
                  <a:lnTo>
                    <a:pt x="871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6" y="999"/>
                  </a:lnTo>
                  <a:lnTo>
                    <a:pt x="866" y="996"/>
                  </a:lnTo>
                  <a:lnTo>
                    <a:pt x="864" y="996"/>
                  </a:lnTo>
                  <a:lnTo>
                    <a:pt x="864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9"/>
                  </a:lnTo>
                  <a:lnTo>
                    <a:pt x="861" y="999"/>
                  </a:lnTo>
                  <a:lnTo>
                    <a:pt x="861" y="1001"/>
                  </a:lnTo>
                  <a:lnTo>
                    <a:pt x="864" y="1001"/>
                  </a:lnTo>
                  <a:lnTo>
                    <a:pt x="864" y="1001"/>
                  </a:lnTo>
                  <a:lnTo>
                    <a:pt x="864" y="1001"/>
                  </a:lnTo>
                  <a:lnTo>
                    <a:pt x="866" y="1003"/>
                  </a:lnTo>
                  <a:lnTo>
                    <a:pt x="866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6" y="1003"/>
                  </a:lnTo>
                  <a:lnTo>
                    <a:pt x="871" y="1003"/>
                  </a:lnTo>
                  <a:lnTo>
                    <a:pt x="871" y="1003"/>
                  </a:lnTo>
                  <a:lnTo>
                    <a:pt x="871" y="1003"/>
                  </a:lnTo>
                  <a:lnTo>
                    <a:pt x="871" y="1001"/>
                  </a:lnTo>
                  <a:lnTo>
                    <a:pt x="871" y="1001"/>
                  </a:lnTo>
                  <a:lnTo>
                    <a:pt x="871" y="1001"/>
                  </a:lnTo>
                  <a:close/>
                  <a:moveTo>
                    <a:pt x="847" y="959"/>
                  </a:moveTo>
                  <a:lnTo>
                    <a:pt x="847" y="959"/>
                  </a:lnTo>
                  <a:lnTo>
                    <a:pt x="847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7" y="959"/>
                  </a:lnTo>
                  <a:close/>
                  <a:moveTo>
                    <a:pt x="677" y="999"/>
                  </a:moveTo>
                  <a:lnTo>
                    <a:pt x="675" y="996"/>
                  </a:lnTo>
                  <a:lnTo>
                    <a:pt x="675" y="996"/>
                  </a:lnTo>
                  <a:lnTo>
                    <a:pt x="675" y="999"/>
                  </a:lnTo>
                  <a:lnTo>
                    <a:pt x="677" y="999"/>
                  </a:lnTo>
                  <a:close/>
                  <a:moveTo>
                    <a:pt x="876" y="1003"/>
                  </a:moveTo>
                  <a:lnTo>
                    <a:pt x="876" y="1003"/>
                  </a:lnTo>
                  <a:lnTo>
                    <a:pt x="876" y="1003"/>
                  </a:lnTo>
                  <a:lnTo>
                    <a:pt x="876" y="1003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3"/>
                  </a:lnTo>
                  <a:lnTo>
                    <a:pt x="873" y="1003"/>
                  </a:lnTo>
                  <a:lnTo>
                    <a:pt x="873" y="1003"/>
                  </a:lnTo>
                  <a:lnTo>
                    <a:pt x="876" y="1006"/>
                  </a:lnTo>
                  <a:lnTo>
                    <a:pt x="876" y="1006"/>
                  </a:lnTo>
                  <a:lnTo>
                    <a:pt x="878" y="1003"/>
                  </a:lnTo>
                  <a:lnTo>
                    <a:pt x="878" y="1003"/>
                  </a:lnTo>
                  <a:lnTo>
                    <a:pt x="876" y="1003"/>
                  </a:lnTo>
                  <a:lnTo>
                    <a:pt x="876" y="1003"/>
                  </a:lnTo>
                  <a:close/>
                  <a:moveTo>
                    <a:pt x="790" y="1001"/>
                  </a:moveTo>
                  <a:lnTo>
                    <a:pt x="790" y="1001"/>
                  </a:lnTo>
                  <a:lnTo>
                    <a:pt x="788" y="1003"/>
                  </a:lnTo>
                  <a:lnTo>
                    <a:pt x="788" y="1003"/>
                  </a:lnTo>
                  <a:lnTo>
                    <a:pt x="788" y="1003"/>
                  </a:lnTo>
                  <a:lnTo>
                    <a:pt x="790" y="1003"/>
                  </a:lnTo>
                  <a:lnTo>
                    <a:pt x="793" y="1003"/>
                  </a:lnTo>
                  <a:lnTo>
                    <a:pt x="793" y="1003"/>
                  </a:lnTo>
                  <a:lnTo>
                    <a:pt x="793" y="1001"/>
                  </a:lnTo>
                  <a:lnTo>
                    <a:pt x="790" y="1001"/>
                  </a:lnTo>
                  <a:close/>
                  <a:moveTo>
                    <a:pt x="854" y="985"/>
                  </a:move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0"/>
                  </a:lnTo>
                  <a:lnTo>
                    <a:pt x="854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0" y="977"/>
                  </a:lnTo>
                  <a:lnTo>
                    <a:pt x="850" y="977"/>
                  </a:lnTo>
                  <a:lnTo>
                    <a:pt x="847" y="977"/>
                  </a:lnTo>
                  <a:lnTo>
                    <a:pt x="847" y="977"/>
                  </a:lnTo>
                  <a:lnTo>
                    <a:pt x="847" y="977"/>
                  </a:lnTo>
                  <a:lnTo>
                    <a:pt x="845" y="975"/>
                  </a:lnTo>
                  <a:lnTo>
                    <a:pt x="845" y="973"/>
                  </a:lnTo>
                  <a:lnTo>
                    <a:pt x="845" y="970"/>
                  </a:lnTo>
                  <a:lnTo>
                    <a:pt x="845" y="968"/>
                  </a:lnTo>
                  <a:lnTo>
                    <a:pt x="845" y="966"/>
                  </a:lnTo>
                  <a:lnTo>
                    <a:pt x="845" y="966"/>
                  </a:lnTo>
                  <a:lnTo>
                    <a:pt x="845" y="966"/>
                  </a:lnTo>
                  <a:lnTo>
                    <a:pt x="842" y="963"/>
                  </a:lnTo>
                  <a:lnTo>
                    <a:pt x="842" y="963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0" y="959"/>
                  </a:lnTo>
                  <a:lnTo>
                    <a:pt x="838" y="959"/>
                  </a:lnTo>
                  <a:lnTo>
                    <a:pt x="835" y="959"/>
                  </a:lnTo>
                  <a:lnTo>
                    <a:pt x="833" y="959"/>
                  </a:lnTo>
                  <a:lnTo>
                    <a:pt x="833" y="959"/>
                  </a:lnTo>
                  <a:lnTo>
                    <a:pt x="833" y="959"/>
                  </a:lnTo>
                  <a:lnTo>
                    <a:pt x="828" y="959"/>
                  </a:lnTo>
                  <a:lnTo>
                    <a:pt x="828" y="959"/>
                  </a:lnTo>
                  <a:lnTo>
                    <a:pt x="826" y="961"/>
                  </a:lnTo>
                  <a:lnTo>
                    <a:pt x="826" y="961"/>
                  </a:lnTo>
                  <a:lnTo>
                    <a:pt x="824" y="961"/>
                  </a:lnTo>
                  <a:lnTo>
                    <a:pt x="821" y="961"/>
                  </a:lnTo>
                  <a:lnTo>
                    <a:pt x="821" y="961"/>
                  </a:lnTo>
                  <a:lnTo>
                    <a:pt x="819" y="963"/>
                  </a:lnTo>
                  <a:lnTo>
                    <a:pt x="816" y="963"/>
                  </a:lnTo>
                  <a:lnTo>
                    <a:pt x="819" y="963"/>
                  </a:lnTo>
                  <a:lnTo>
                    <a:pt x="819" y="966"/>
                  </a:lnTo>
                  <a:lnTo>
                    <a:pt x="816" y="966"/>
                  </a:lnTo>
                  <a:lnTo>
                    <a:pt x="814" y="966"/>
                  </a:lnTo>
                  <a:lnTo>
                    <a:pt x="814" y="963"/>
                  </a:lnTo>
                  <a:lnTo>
                    <a:pt x="812" y="963"/>
                  </a:lnTo>
                  <a:lnTo>
                    <a:pt x="812" y="963"/>
                  </a:lnTo>
                  <a:lnTo>
                    <a:pt x="809" y="961"/>
                  </a:lnTo>
                  <a:lnTo>
                    <a:pt x="809" y="963"/>
                  </a:lnTo>
                  <a:lnTo>
                    <a:pt x="807" y="963"/>
                  </a:lnTo>
                  <a:lnTo>
                    <a:pt x="807" y="963"/>
                  </a:lnTo>
                  <a:lnTo>
                    <a:pt x="805" y="966"/>
                  </a:lnTo>
                  <a:lnTo>
                    <a:pt x="805" y="966"/>
                  </a:lnTo>
                  <a:lnTo>
                    <a:pt x="800" y="975"/>
                  </a:lnTo>
                  <a:lnTo>
                    <a:pt x="798" y="977"/>
                  </a:lnTo>
                  <a:lnTo>
                    <a:pt x="795" y="977"/>
                  </a:lnTo>
                  <a:lnTo>
                    <a:pt x="793" y="977"/>
                  </a:lnTo>
                  <a:lnTo>
                    <a:pt x="790" y="977"/>
                  </a:lnTo>
                  <a:lnTo>
                    <a:pt x="790" y="980"/>
                  </a:lnTo>
                  <a:lnTo>
                    <a:pt x="788" y="980"/>
                  </a:lnTo>
                  <a:lnTo>
                    <a:pt x="790" y="982"/>
                  </a:lnTo>
                  <a:lnTo>
                    <a:pt x="790" y="982"/>
                  </a:lnTo>
                  <a:lnTo>
                    <a:pt x="790" y="982"/>
                  </a:lnTo>
                  <a:lnTo>
                    <a:pt x="790" y="985"/>
                  </a:lnTo>
                  <a:lnTo>
                    <a:pt x="790" y="985"/>
                  </a:lnTo>
                  <a:lnTo>
                    <a:pt x="790" y="985"/>
                  </a:lnTo>
                  <a:lnTo>
                    <a:pt x="790" y="987"/>
                  </a:lnTo>
                  <a:lnTo>
                    <a:pt x="790" y="987"/>
                  </a:lnTo>
                  <a:lnTo>
                    <a:pt x="790" y="987"/>
                  </a:lnTo>
                  <a:lnTo>
                    <a:pt x="790" y="989"/>
                  </a:lnTo>
                  <a:lnTo>
                    <a:pt x="793" y="989"/>
                  </a:lnTo>
                  <a:lnTo>
                    <a:pt x="793" y="992"/>
                  </a:lnTo>
                  <a:lnTo>
                    <a:pt x="798" y="992"/>
                  </a:lnTo>
                  <a:lnTo>
                    <a:pt x="798" y="992"/>
                  </a:lnTo>
                  <a:lnTo>
                    <a:pt x="800" y="992"/>
                  </a:lnTo>
                  <a:lnTo>
                    <a:pt x="800" y="992"/>
                  </a:lnTo>
                  <a:lnTo>
                    <a:pt x="802" y="992"/>
                  </a:lnTo>
                  <a:lnTo>
                    <a:pt x="805" y="992"/>
                  </a:lnTo>
                  <a:lnTo>
                    <a:pt x="807" y="992"/>
                  </a:lnTo>
                  <a:lnTo>
                    <a:pt x="809" y="989"/>
                  </a:lnTo>
                  <a:lnTo>
                    <a:pt x="809" y="989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14" y="982"/>
                  </a:lnTo>
                  <a:lnTo>
                    <a:pt x="816" y="982"/>
                  </a:lnTo>
                  <a:lnTo>
                    <a:pt x="819" y="982"/>
                  </a:lnTo>
                  <a:lnTo>
                    <a:pt x="831" y="982"/>
                  </a:lnTo>
                  <a:lnTo>
                    <a:pt x="833" y="985"/>
                  </a:lnTo>
                  <a:lnTo>
                    <a:pt x="835" y="985"/>
                  </a:lnTo>
                  <a:lnTo>
                    <a:pt x="838" y="985"/>
                  </a:lnTo>
                  <a:lnTo>
                    <a:pt x="840" y="985"/>
                  </a:lnTo>
                  <a:lnTo>
                    <a:pt x="840" y="982"/>
                  </a:lnTo>
                  <a:lnTo>
                    <a:pt x="842" y="982"/>
                  </a:lnTo>
                  <a:lnTo>
                    <a:pt x="842" y="982"/>
                  </a:lnTo>
                  <a:lnTo>
                    <a:pt x="842" y="982"/>
                  </a:lnTo>
                  <a:lnTo>
                    <a:pt x="842" y="980"/>
                  </a:lnTo>
                  <a:lnTo>
                    <a:pt x="842" y="977"/>
                  </a:lnTo>
                  <a:lnTo>
                    <a:pt x="842" y="977"/>
                  </a:lnTo>
                  <a:lnTo>
                    <a:pt x="845" y="977"/>
                  </a:lnTo>
                  <a:lnTo>
                    <a:pt x="845" y="977"/>
                  </a:lnTo>
                  <a:lnTo>
                    <a:pt x="847" y="977"/>
                  </a:lnTo>
                  <a:lnTo>
                    <a:pt x="847" y="980"/>
                  </a:lnTo>
                  <a:lnTo>
                    <a:pt x="847" y="980"/>
                  </a:lnTo>
                  <a:lnTo>
                    <a:pt x="847" y="980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2" y="985"/>
                  </a:lnTo>
                  <a:lnTo>
                    <a:pt x="852" y="985"/>
                  </a:lnTo>
                  <a:lnTo>
                    <a:pt x="852" y="985"/>
                  </a:lnTo>
                  <a:lnTo>
                    <a:pt x="854" y="985"/>
                  </a:lnTo>
                  <a:lnTo>
                    <a:pt x="857" y="985"/>
                  </a:lnTo>
                  <a:lnTo>
                    <a:pt x="857" y="985"/>
                  </a:lnTo>
                  <a:lnTo>
                    <a:pt x="854" y="985"/>
                  </a:lnTo>
                  <a:close/>
                  <a:moveTo>
                    <a:pt x="864" y="970"/>
                  </a:moveTo>
                  <a:lnTo>
                    <a:pt x="864" y="970"/>
                  </a:lnTo>
                  <a:lnTo>
                    <a:pt x="864" y="970"/>
                  </a:lnTo>
                  <a:lnTo>
                    <a:pt x="864" y="973"/>
                  </a:lnTo>
                  <a:lnTo>
                    <a:pt x="864" y="973"/>
                  </a:lnTo>
                  <a:lnTo>
                    <a:pt x="864" y="970"/>
                  </a:lnTo>
                  <a:close/>
                  <a:moveTo>
                    <a:pt x="904" y="961"/>
                  </a:move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2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3"/>
                  </a:lnTo>
                  <a:lnTo>
                    <a:pt x="902" y="963"/>
                  </a:lnTo>
                  <a:lnTo>
                    <a:pt x="902" y="963"/>
                  </a:lnTo>
                  <a:lnTo>
                    <a:pt x="902" y="963"/>
                  </a:lnTo>
                  <a:lnTo>
                    <a:pt x="902" y="961"/>
                  </a:lnTo>
                  <a:lnTo>
                    <a:pt x="902" y="961"/>
                  </a:lnTo>
                  <a:lnTo>
                    <a:pt x="902" y="961"/>
                  </a:lnTo>
                  <a:lnTo>
                    <a:pt x="904" y="963"/>
                  </a:lnTo>
                  <a:lnTo>
                    <a:pt x="904" y="963"/>
                  </a:lnTo>
                  <a:lnTo>
                    <a:pt x="902" y="963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4" y="968"/>
                  </a:lnTo>
                  <a:lnTo>
                    <a:pt x="904" y="966"/>
                  </a:lnTo>
                  <a:lnTo>
                    <a:pt x="904" y="966"/>
                  </a:lnTo>
                  <a:lnTo>
                    <a:pt x="904" y="966"/>
                  </a:lnTo>
                  <a:lnTo>
                    <a:pt x="906" y="966"/>
                  </a:lnTo>
                  <a:lnTo>
                    <a:pt x="906" y="966"/>
                  </a:lnTo>
                  <a:lnTo>
                    <a:pt x="906" y="963"/>
                  </a:lnTo>
                  <a:lnTo>
                    <a:pt x="906" y="963"/>
                  </a:lnTo>
                  <a:lnTo>
                    <a:pt x="906" y="963"/>
                  </a:lnTo>
                  <a:lnTo>
                    <a:pt x="904" y="961"/>
                  </a:lnTo>
                  <a:close/>
                  <a:moveTo>
                    <a:pt x="899" y="970"/>
                  </a:moveTo>
                  <a:lnTo>
                    <a:pt x="897" y="968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close/>
                  <a:moveTo>
                    <a:pt x="880" y="989"/>
                  </a:moveTo>
                  <a:lnTo>
                    <a:pt x="880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80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close/>
                  <a:moveTo>
                    <a:pt x="897" y="966"/>
                  </a:moveTo>
                  <a:lnTo>
                    <a:pt x="897" y="966"/>
                  </a:lnTo>
                  <a:lnTo>
                    <a:pt x="897" y="966"/>
                  </a:lnTo>
                  <a:lnTo>
                    <a:pt x="897" y="966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7" y="966"/>
                  </a:lnTo>
                  <a:lnTo>
                    <a:pt x="897" y="966"/>
                  </a:lnTo>
                  <a:lnTo>
                    <a:pt x="897" y="966"/>
                  </a:lnTo>
                  <a:close/>
                  <a:moveTo>
                    <a:pt x="885" y="968"/>
                  </a:moveTo>
                  <a:lnTo>
                    <a:pt x="883" y="968"/>
                  </a:lnTo>
                  <a:lnTo>
                    <a:pt x="883" y="970"/>
                  </a:lnTo>
                  <a:lnTo>
                    <a:pt x="880" y="970"/>
                  </a:lnTo>
                  <a:lnTo>
                    <a:pt x="880" y="970"/>
                  </a:lnTo>
                  <a:lnTo>
                    <a:pt x="878" y="973"/>
                  </a:lnTo>
                  <a:lnTo>
                    <a:pt x="878" y="973"/>
                  </a:lnTo>
                  <a:lnTo>
                    <a:pt x="878" y="973"/>
                  </a:lnTo>
                  <a:lnTo>
                    <a:pt x="880" y="975"/>
                  </a:lnTo>
                  <a:lnTo>
                    <a:pt x="880" y="977"/>
                  </a:lnTo>
                  <a:lnTo>
                    <a:pt x="880" y="977"/>
                  </a:lnTo>
                  <a:lnTo>
                    <a:pt x="883" y="977"/>
                  </a:lnTo>
                  <a:lnTo>
                    <a:pt x="883" y="977"/>
                  </a:lnTo>
                  <a:lnTo>
                    <a:pt x="885" y="975"/>
                  </a:lnTo>
                  <a:lnTo>
                    <a:pt x="885" y="973"/>
                  </a:lnTo>
                  <a:lnTo>
                    <a:pt x="885" y="973"/>
                  </a:lnTo>
                  <a:lnTo>
                    <a:pt x="885" y="973"/>
                  </a:lnTo>
                  <a:lnTo>
                    <a:pt x="885" y="970"/>
                  </a:lnTo>
                  <a:lnTo>
                    <a:pt x="885" y="970"/>
                  </a:lnTo>
                  <a:lnTo>
                    <a:pt x="885" y="968"/>
                  </a:lnTo>
                  <a:close/>
                  <a:moveTo>
                    <a:pt x="31" y="852"/>
                  </a:moveTo>
                  <a:lnTo>
                    <a:pt x="26" y="852"/>
                  </a:lnTo>
                  <a:lnTo>
                    <a:pt x="26" y="852"/>
                  </a:lnTo>
                  <a:lnTo>
                    <a:pt x="26" y="852"/>
                  </a:lnTo>
                  <a:lnTo>
                    <a:pt x="26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2" y="852"/>
                  </a:lnTo>
                  <a:lnTo>
                    <a:pt x="22" y="852"/>
                  </a:lnTo>
                  <a:lnTo>
                    <a:pt x="22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9" y="854"/>
                  </a:lnTo>
                  <a:lnTo>
                    <a:pt x="22" y="857"/>
                  </a:lnTo>
                  <a:lnTo>
                    <a:pt x="24" y="857"/>
                  </a:lnTo>
                  <a:lnTo>
                    <a:pt x="24" y="857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6" y="861"/>
                  </a:lnTo>
                  <a:lnTo>
                    <a:pt x="26" y="859"/>
                  </a:lnTo>
                  <a:lnTo>
                    <a:pt x="26" y="859"/>
                  </a:lnTo>
                  <a:lnTo>
                    <a:pt x="26" y="857"/>
                  </a:lnTo>
                  <a:lnTo>
                    <a:pt x="26" y="857"/>
                  </a:lnTo>
                  <a:lnTo>
                    <a:pt x="29" y="854"/>
                  </a:lnTo>
                  <a:lnTo>
                    <a:pt x="29" y="854"/>
                  </a:lnTo>
                  <a:lnTo>
                    <a:pt x="31" y="854"/>
                  </a:lnTo>
                  <a:lnTo>
                    <a:pt x="31" y="854"/>
                  </a:lnTo>
                  <a:lnTo>
                    <a:pt x="31" y="852"/>
                  </a:lnTo>
                  <a:close/>
                  <a:moveTo>
                    <a:pt x="268" y="1020"/>
                  </a:moveTo>
                  <a:lnTo>
                    <a:pt x="268" y="1020"/>
                  </a:lnTo>
                  <a:lnTo>
                    <a:pt x="268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8" y="1020"/>
                  </a:lnTo>
                  <a:lnTo>
                    <a:pt x="268" y="1020"/>
                  </a:lnTo>
                  <a:lnTo>
                    <a:pt x="268" y="1022"/>
                  </a:lnTo>
                  <a:lnTo>
                    <a:pt x="268" y="1022"/>
                  </a:lnTo>
                  <a:lnTo>
                    <a:pt x="268" y="1020"/>
                  </a:lnTo>
                  <a:lnTo>
                    <a:pt x="268" y="1020"/>
                  </a:lnTo>
                  <a:lnTo>
                    <a:pt x="268" y="1020"/>
                  </a:lnTo>
                  <a:close/>
                  <a:moveTo>
                    <a:pt x="365" y="1037"/>
                  </a:moveTo>
                  <a:lnTo>
                    <a:pt x="365" y="1037"/>
                  </a:lnTo>
                  <a:lnTo>
                    <a:pt x="365" y="1039"/>
                  </a:lnTo>
                  <a:lnTo>
                    <a:pt x="362" y="1037"/>
                  </a:lnTo>
                  <a:lnTo>
                    <a:pt x="362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2" y="1037"/>
                  </a:lnTo>
                  <a:lnTo>
                    <a:pt x="362" y="1037"/>
                  </a:lnTo>
                  <a:lnTo>
                    <a:pt x="360" y="1037"/>
                  </a:lnTo>
                  <a:lnTo>
                    <a:pt x="360" y="1037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7"/>
                  </a:lnTo>
                  <a:lnTo>
                    <a:pt x="365" y="1037"/>
                  </a:lnTo>
                  <a:close/>
                  <a:moveTo>
                    <a:pt x="275" y="1032"/>
                  </a:move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close/>
                  <a:moveTo>
                    <a:pt x="261" y="1020"/>
                  </a:move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61" y="1020"/>
                  </a:lnTo>
                  <a:lnTo>
                    <a:pt x="261" y="1022"/>
                  </a:lnTo>
                  <a:lnTo>
                    <a:pt x="261" y="1020"/>
                  </a:lnTo>
                  <a:lnTo>
                    <a:pt x="261" y="1020"/>
                  </a:lnTo>
                  <a:lnTo>
                    <a:pt x="261" y="1020"/>
                  </a:lnTo>
                  <a:close/>
                  <a:moveTo>
                    <a:pt x="265" y="1020"/>
                  </a:moveTo>
                  <a:lnTo>
                    <a:pt x="265" y="1020"/>
                  </a:lnTo>
                  <a:lnTo>
                    <a:pt x="265" y="1018"/>
                  </a:lnTo>
                  <a:lnTo>
                    <a:pt x="265" y="1018"/>
                  </a:lnTo>
                  <a:lnTo>
                    <a:pt x="263" y="1018"/>
                  </a:lnTo>
                  <a:lnTo>
                    <a:pt x="263" y="1018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close/>
                  <a:moveTo>
                    <a:pt x="301" y="1020"/>
                  </a:moveTo>
                  <a:lnTo>
                    <a:pt x="301" y="1020"/>
                  </a:lnTo>
                  <a:lnTo>
                    <a:pt x="303" y="1020"/>
                  </a:lnTo>
                  <a:lnTo>
                    <a:pt x="303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3" y="1018"/>
                  </a:lnTo>
                  <a:lnTo>
                    <a:pt x="298" y="1018"/>
                  </a:lnTo>
                  <a:lnTo>
                    <a:pt x="298" y="1015"/>
                  </a:lnTo>
                  <a:lnTo>
                    <a:pt x="296" y="1015"/>
                  </a:lnTo>
                  <a:lnTo>
                    <a:pt x="298" y="1015"/>
                  </a:lnTo>
                  <a:lnTo>
                    <a:pt x="298" y="1013"/>
                  </a:lnTo>
                  <a:lnTo>
                    <a:pt x="298" y="1013"/>
                  </a:lnTo>
                  <a:lnTo>
                    <a:pt x="296" y="1013"/>
                  </a:lnTo>
                  <a:lnTo>
                    <a:pt x="296" y="1011"/>
                  </a:lnTo>
                  <a:lnTo>
                    <a:pt x="296" y="1011"/>
                  </a:lnTo>
                  <a:lnTo>
                    <a:pt x="289" y="1008"/>
                  </a:lnTo>
                  <a:lnTo>
                    <a:pt x="289" y="1008"/>
                  </a:lnTo>
                  <a:lnTo>
                    <a:pt x="287" y="1011"/>
                  </a:lnTo>
                  <a:lnTo>
                    <a:pt x="287" y="1011"/>
                  </a:lnTo>
                  <a:lnTo>
                    <a:pt x="289" y="1015"/>
                  </a:lnTo>
                  <a:lnTo>
                    <a:pt x="289" y="1015"/>
                  </a:lnTo>
                  <a:lnTo>
                    <a:pt x="289" y="1018"/>
                  </a:lnTo>
                  <a:lnTo>
                    <a:pt x="291" y="1018"/>
                  </a:lnTo>
                  <a:lnTo>
                    <a:pt x="291" y="1018"/>
                  </a:lnTo>
                  <a:lnTo>
                    <a:pt x="294" y="1020"/>
                  </a:lnTo>
                  <a:lnTo>
                    <a:pt x="291" y="1020"/>
                  </a:lnTo>
                  <a:lnTo>
                    <a:pt x="291" y="1022"/>
                  </a:lnTo>
                  <a:lnTo>
                    <a:pt x="291" y="1022"/>
                  </a:lnTo>
                  <a:lnTo>
                    <a:pt x="291" y="1022"/>
                  </a:lnTo>
                  <a:lnTo>
                    <a:pt x="289" y="1022"/>
                  </a:lnTo>
                  <a:lnTo>
                    <a:pt x="289" y="1022"/>
                  </a:lnTo>
                  <a:lnTo>
                    <a:pt x="289" y="1022"/>
                  </a:lnTo>
                  <a:lnTo>
                    <a:pt x="287" y="1022"/>
                  </a:lnTo>
                  <a:lnTo>
                    <a:pt x="287" y="1022"/>
                  </a:lnTo>
                  <a:lnTo>
                    <a:pt x="287" y="1022"/>
                  </a:lnTo>
                  <a:lnTo>
                    <a:pt x="287" y="1025"/>
                  </a:lnTo>
                  <a:lnTo>
                    <a:pt x="287" y="1025"/>
                  </a:lnTo>
                  <a:lnTo>
                    <a:pt x="287" y="1025"/>
                  </a:lnTo>
                  <a:lnTo>
                    <a:pt x="289" y="1025"/>
                  </a:lnTo>
                  <a:lnTo>
                    <a:pt x="289" y="1027"/>
                  </a:lnTo>
                  <a:lnTo>
                    <a:pt x="289" y="1027"/>
                  </a:lnTo>
                  <a:lnTo>
                    <a:pt x="289" y="1027"/>
                  </a:lnTo>
                  <a:lnTo>
                    <a:pt x="289" y="1030"/>
                  </a:lnTo>
                  <a:lnTo>
                    <a:pt x="289" y="1030"/>
                  </a:lnTo>
                  <a:lnTo>
                    <a:pt x="289" y="1030"/>
                  </a:lnTo>
                  <a:lnTo>
                    <a:pt x="291" y="1030"/>
                  </a:lnTo>
                  <a:lnTo>
                    <a:pt x="291" y="1030"/>
                  </a:lnTo>
                  <a:lnTo>
                    <a:pt x="291" y="1030"/>
                  </a:lnTo>
                  <a:lnTo>
                    <a:pt x="291" y="1027"/>
                  </a:lnTo>
                  <a:lnTo>
                    <a:pt x="291" y="1027"/>
                  </a:lnTo>
                  <a:lnTo>
                    <a:pt x="291" y="1027"/>
                  </a:lnTo>
                  <a:lnTo>
                    <a:pt x="291" y="1025"/>
                  </a:lnTo>
                  <a:lnTo>
                    <a:pt x="291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7"/>
                  </a:lnTo>
                  <a:lnTo>
                    <a:pt x="296" y="1027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0"/>
                  </a:lnTo>
                  <a:lnTo>
                    <a:pt x="298" y="1020"/>
                  </a:lnTo>
                  <a:lnTo>
                    <a:pt x="298" y="1020"/>
                  </a:lnTo>
                  <a:lnTo>
                    <a:pt x="301" y="1020"/>
                  </a:lnTo>
                  <a:close/>
                  <a:moveTo>
                    <a:pt x="313" y="1020"/>
                  </a:moveTo>
                  <a:lnTo>
                    <a:pt x="313" y="1020"/>
                  </a:lnTo>
                  <a:lnTo>
                    <a:pt x="315" y="1020"/>
                  </a:lnTo>
                  <a:lnTo>
                    <a:pt x="315" y="1020"/>
                  </a:lnTo>
                  <a:lnTo>
                    <a:pt x="315" y="1018"/>
                  </a:lnTo>
                  <a:lnTo>
                    <a:pt x="315" y="1018"/>
                  </a:lnTo>
                  <a:lnTo>
                    <a:pt x="315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20"/>
                  </a:lnTo>
                  <a:lnTo>
                    <a:pt x="313" y="1020"/>
                  </a:lnTo>
                  <a:close/>
                  <a:moveTo>
                    <a:pt x="350" y="1037"/>
                  </a:moveTo>
                  <a:lnTo>
                    <a:pt x="353" y="1037"/>
                  </a:lnTo>
                  <a:lnTo>
                    <a:pt x="353" y="1037"/>
                  </a:lnTo>
                  <a:lnTo>
                    <a:pt x="353" y="1037"/>
                  </a:lnTo>
                  <a:lnTo>
                    <a:pt x="353" y="1034"/>
                  </a:lnTo>
                  <a:lnTo>
                    <a:pt x="350" y="1034"/>
                  </a:lnTo>
                  <a:lnTo>
                    <a:pt x="350" y="1034"/>
                  </a:lnTo>
                  <a:lnTo>
                    <a:pt x="348" y="1034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9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7"/>
                  </a:lnTo>
                  <a:lnTo>
                    <a:pt x="353" y="1037"/>
                  </a:lnTo>
                  <a:lnTo>
                    <a:pt x="350" y="1039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close/>
                  <a:moveTo>
                    <a:pt x="362" y="1041"/>
                  </a:moveTo>
                  <a:lnTo>
                    <a:pt x="362" y="1041"/>
                  </a:lnTo>
                  <a:lnTo>
                    <a:pt x="362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7"/>
                  </a:lnTo>
                  <a:lnTo>
                    <a:pt x="360" y="1037"/>
                  </a:lnTo>
                  <a:lnTo>
                    <a:pt x="358" y="1037"/>
                  </a:lnTo>
                  <a:lnTo>
                    <a:pt x="358" y="1037"/>
                  </a:lnTo>
                  <a:lnTo>
                    <a:pt x="358" y="1037"/>
                  </a:lnTo>
                  <a:lnTo>
                    <a:pt x="358" y="1034"/>
                  </a:lnTo>
                  <a:lnTo>
                    <a:pt x="358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41"/>
                  </a:lnTo>
                  <a:lnTo>
                    <a:pt x="355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close/>
                  <a:moveTo>
                    <a:pt x="327" y="1025"/>
                  </a:moveTo>
                  <a:lnTo>
                    <a:pt x="327" y="1025"/>
                  </a:lnTo>
                  <a:lnTo>
                    <a:pt x="327" y="1025"/>
                  </a:lnTo>
                  <a:lnTo>
                    <a:pt x="327" y="1025"/>
                  </a:lnTo>
                  <a:lnTo>
                    <a:pt x="327" y="1025"/>
                  </a:lnTo>
                  <a:lnTo>
                    <a:pt x="327" y="1022"/>
                  </a:lnTo>
                  <a:lnTo>
                    <a:pt x="327" y="1022"/>
                  </a:lnTo>
                  <a:lnTo>
                    <a:pt x="327" y="1022"/>
                  </a:lnTo>
                  <a:lnTo>
                    <a:pt x="324" y="1020"/>
                  </a:lnTo>
                  <a:lnTo>
                    <a:pt x="324" y="1020"/>
                  </a:lnTo>
                  <a:lnTo>
                    <a:pt x="322" y="1020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0" y="1027"/>
                  </a:lnTo>
                  <a:lnTo>
                    <a:pt x="317" y="1027"/>
                  </a:lnTo>
                  <a:lnTo>
                    <a:pt x="313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6" y="1027"/>
                  </a:lnTo>
                  <a:lnTo>
                    <a:pt x="306" y="1027"/>
                  </a:lnTo>
                  <a:lnTo>
                    <a:pt x="303" y="1025"/>
                  </a:lnTo>
                  <a:lnTo>
                    <a:pt x="303" y="1025"/>
                  </a:lnTo>
                  <a:lnTo>
                    <a:pt x="303" y="1025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3" y="1027"/>
                  </a:lnTo>
                  <a:lnTo>
                    <a:pt x="303" y="1027"/>
                  </a:lnTo>
                  <a:lnTo>
                    <a:pt x="306" y="1030"/>
                  </a:lnTo>
                  <a:lnTo>
                    <a:pt x="308" y="1030"/>
                  </a:lnTo>
                  <a:lnTo>
                    <a:pt x="308" y="1030"/>
                  </a:lnTo>
                  <a:lnTo>
                    <a:pt x="308" y="1030"/>
                  </a:lnTo>
                  <a:lnTo>
                    <a:pt x="310" y="1030"/>
                  </a:lnTo>
                  <a:lnTo>
                    <a:pt x="310" y="1030"/>
                  </a:lnTo>
                  <a:lnTo>
                    <a:pt x="313" y="1030"/>
                  </a:lnTo>
                  <a:lnTo>
                    <a:pt x="313" y="1030"/>
                  </a:lnTo>
                  <a:lnTo>
                    <a:pt x="313" y="1030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5" y="1032"/>
                  </a:lnTo>
                  <a:lnTo>
                    <a:pt x="315" y="1034"/>
                  </a:lnTo>
                  <a:lnTo>
                    <a:pt x="315" y="1034"/>
                  </a:lnTo>
                  <a:lnTo>
                    <a:pt x="317" y="1032"/>
                  </a:lnTo>
                  <a:lnTo>
                    <a:pt x="317" y="1034"/>
                  </a:lnTo>
                  <a:lnTo>
                    <a:pt x="317" y="1034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20" y="1034"/>
                  </a:lnTo>
                  <a:lnTo>
                    <a:pt x="320" y="1032"/>
                  </a:lnTo>
                  <a:lnTo>
                    <a:pt x="322" y="1032"/>
                  </a:lnTo>
                  <a:lnTo>
                    <a:pt x="322" y="1030"/>
                  </a:lnTo>
                  <a:lnTo>
                    <a:pt x="322" y="1030"/>
                  </a:lnTo>
                  <a:lnTo>
                    <a:pt x="322" y="1027"/>
                  </a:lnTo>
                  <a:lnTo>
                    <a:pt x="324" y="1027"/>
                  </a:lnTo>
                  <a:lnTo>
                    <a:pt x="324" y="1025"/>
                  </a:lnTo>
                  <a:lnTo>
                    <a:pt x="327" y="1025"/>
                  </a:lnTo>
                  <a:close/>
                  <a:moveTo>
                    <a:pt x="251" y="1015"/>
                  </a:move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close/>
                  <a:moveTo>
                    <a:pt x="346" y="1039"/>
                  </a:moveTo>
                  <a:lnTo>
                    <a:pt x="346" y="1039"/>
                  </a:lnTo>
                  <a:lnTo>
                    <a:pt x="346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4"/>
                  </a:lnTo>
                  <a:lnTo>
                    <a:pt x="348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3" y="1034"/>
                  </a:lnTo>
                  <a:lnTo>
                    <a:pt x="343" y="1034"/>
                  </a:lnTo>
                  <a:lnTo>
                    <a:pt x="343" y="1034"/>
                  </a:lnTo>
                  <a:lnTo>
                    <a:pt x="341" y="1034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3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6" y="1030"/>
                  </a:lnTo>
                  <a:lnTo>
                    <a:pt x="346" y="1030"/>
                  </a:lnTo>
                  <a:lnTo>
                    <a:pt x="346" y="1027"/>
                  </a:lnTo>
                  <a:lnTo>
                    <a:pt x="346" y="1027"/>
                  </a:lnTo>
                  <a:lnTo>
                    <a:pt x="346" y="1027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3" y="1025"/>
                  </a:lnTo>
                  <a:lnTo>
                    <a:pt x="343" y="1025"/>
                  </a:lnTo>
                  <a:lnTo>
                    <a:pt x="343" y="1025"/>
                  </a:lnTo>
                  <a:lnTo>
                    <a:pt x="343" y="1027"/>
                  </a:lnTo>
                  <a:lnTo>
                    <a:pt x="341" y="1025"/>
                  </a:lnTo>
                  <a:lnTo>
                    <a:pt x="341" y="1025"/>
                  </a:lnTo>
                  <a:lnTo>
                    <a:pt x="341" y="1025"/>
                  </a:lnTo>
                  <a:lnTo>
                    <a:pt x="339" y="1025"/>
                  </a:lnTo>
                  <a:lnTo>
                    <a:pt x="339" y="1025"/>
                  </a:lnTo>
                  <a:lnTo>
                    <a:pt x="339" y="1025"/>
                  </a:lnTo>
                  <a:lnTo>
                    <a:pt x="336" y="1025"/>
                  </a:lnTo>
                  <a:lnTo>
                    <a:pt x="336" y="1027"/>
                  </a:lnTo>
                  <a:lnTo>
                    <a:pt x="336" y="1030"/>
                  </a:lnTo>
                  <a:lnTo>
                    <a:pt x="339" y="1030"/>
                  </a:lnTo>
                  <a:lnTo>
                    <a:pt x="336" y="1030"/>
                  </a:lnTo>
                  <a:lnTo>
                    <a:pt x="336" y="1030"/>
                  </a:lnTo>
                  <a:lnTo>
                    <a:pt x="336" y="1030"/>
                  </a:lnTo>
                  <a:lnTo>
                    <a:pt x="336" y="1032"/>
                  </a:lnTo>
                  <a:lnTo>
                    <a:pt x="336" y="1032"/>
                  </a:lnTo>
                  <a:lnTo>
                    <a:pt x="336" y="1032"/>
                  </a:lnTo>
                  <a:lnTo>
                    <a:pt x="336" y="1034"/>
                  </a:lnTo>
                  <a:lnTo>
                    <a:pt x="336" y="1034"/>
                  </a:lnTo>
                  <a:lnTo>
                    <a:pt x="336" y="1034"/>
                  </a:lnTo>
                  <a:lnTo>
                    <a:pt x="334" y="1034"/>
                  </a:lnTo>
                  <a:lnTo>
                    <a:pt x="332" y="1032"/>
                  </a:lnTo>
                  <a:lnTo>
                    <a:pt x="332" y="1032"/>
                  </a:lnTo>
                  <a:lnTo>
                    <a:pt x="332" y="1032"/>
                  </a:lnTo>
                  <a:lnTo>
                    <a:pt x="332" y="1030"/>
                  </a:lnTo>
                  <a:lnTo>
                    <a:pt x="332" y="1030"/>
                  </a:lnTo>
                  <a:lnTo>
                    <a:pt x="332" y="1032"/>
                  </a:lnTo>
                  <a:lnTo>
                    <a:pt x="329" y="1032"/>
                  </a:lnTo>
                  <a:lnTo>
                    <a:pt x="329" y="1032"/>
                  </a:lnTo>
                  <a:lnTo>
                    <a:pt x="329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4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29" y="1034"/>
                  </a:lnTo>
                  <a:lnTo>
                    <a:pt x="329" y="1034"/>
                  </a:lnTo>
                  <a:lnTo>
                    <a:pt x="329" y="1037"/>
                  </a:lnTo>
                  <a:lnTo>
                    <a:pt x="329" y="1037"/>
                  </a:lnTo>
                  <a:lnTo>
                    <a:pt x="329" y="1037"/>
                  </a:lnTo>
                  <a:lnTo>
                    <a:pt x="324" y="1039"/>
                  </a:lnTo>
                  <a:lnTo>
                    <a:pt x="324" y="1039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32" y="1037"/>
                  </a:lnTo>
                  <a:lnTo>
                    <a:pt x="332" y="1037"/>
                  </a:lnTo>
                  <a:lnTo>
                    <a:pt x="332" y="1039"/>
                  </a:lnTo>
                  <a:lnTo>
                    <a:pt x="332" y="1039"/>
                  </a:lnTo>
                  <a:lnTo>
                    <a:pt x="332" y="1041"/>
                  </a:lnTo>
                  <a:lnTo>
                    <a:pt x="332" y="1041"/>
                  </a:lnTo>
                  <a:lnTo>
                    <a:pt x="332" y="1041"/>
                  </a:lnTo>
                  <a:lnTo>
                    <a:pt x="329" y="1041"/>
                  </a:lnTo>
                  <a:lnTo>
                    <a:pt x="329" y="1041"/>
                  </a:lnTo>
                  <a:lnTo>
                    <a:pt x="329" y="1044"/>
                  </a:lnTo>
                  <a:lnTo>
                    <a:pt x="329" y="1044"/>
                  </a:lnTo>
                  <a:lnTo>
                    <a:pt x="332" y="1044"/>
                  </a:lnTo>
                  <a:lnTo>
                    <a:pt x="332" y="1044"/>
                  </a:lnTo>
                  <a:lnTo>
                    <a:pt x="332" y="1041"/>
                  </a:lnTo>
                  <a:lnTo>
                    <a:pt x="334" y="1044"/>
                  </a:lnTo>
                  <a:lnTo>
                    <a:pt x="334" y="1044"/>
                  </a:lnTo>
                  <a:lnTo>
                    <a:pt x="334" y="1044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39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43" y="1039"/>
                  </a:lnTo>
                  <a:lnTo>
                    <a:pt x="343" y="1039"/>
                  </a:lnTo>
                  <a:lnTo>
                    <a:pt x="343" y="1041"/>
                  </a:lnTo>
                  <a:lnTo>
                    <a:pt x="346" y="1041"/>
                  </a:lnTo>
                  <a:lnTo>
                    <a:pt x="346" y="1041"/>
                  </a:lnTo>
                  <a:lnTo>
                    <a:pt x="346" y="1039"/>
                  </a:lnTo>
                  <a:lnTo>
                    <a:pt x="346" y="1039"/>
                  </a:lnTo>
                  <a:lnTo>
                    <a:pt x="346" y="1039"/>
                  </a:lnTo>
                  <a:close/>
                  <a:moveTo>
                    <a:pt x="265" y="1003"/>
                  </a:moveTo>
                  <a:lnTo>
                    <a:pt x="263" y="1003"/>
                  </a:lnTo>
                  <a:lnTo>
                    <a:pt x="263" y="1006"/>
                  </a:lnTo>
                  <a:lnTo>
                    <a:pt x="263" y="1006"/>
                  </a:lnTo>
                  <a:lnTo>
                    <a:pt x="261" y="1006"/>
                  </a:lnTo>
                  <a:lnTo>
                    <a:pt x="263" y="1008"/>
                  </a:lnTo>
                  <a:lnTo>
                    <a:pt x="263" y="1008"/>
                  </a:lnTo>
                  <a:lnTo>
                    <a:pt x="263" y="1008"/>
                  </a:lnTo>
                  <a:lnTo>
                    <a:pt x="265" y="1011"/>
                  </a:lnTo>
                  <a:lnTo>
                    <a:pt x="265" y="1008"/>
                  </a:lnTo>
                  <a:lnTo>
                    <a:pt x="265" y="1006"/>
                  </a:lnTo>
                  <a:lnTo>
                    <a:pt x="265" y="1006"/>
                  </a:lnTo>
                  <a:lnTo>
                    <a:pt x="265" y="1003"/>
                  </a:lnTo>
                  <a:close/>
                  <a:moveTo>
                    <a:pt x="100" y="897"/>
                  </a:moveTo>
                  <a:lnTo>
                    <a:pt x="97" y="897"/>
                  </a:lnTo>
                  <a:lnTo>
                    <a:pt x="97" y="895"/>
                  </a:lnTo>
                  <a:lnTo>
                    <a:pt x="97" y="897"/>
                  </a:lnTo>
                  <a:lnTo>
                    <a:pt x="97" y="899"/>
                  </a:lnTo>
                  <a:lnTo>
                    <a:pt x="100" y="899"/>
                  </a:lnTo>
                  <a:lnTo>
                    <a:pt x="100" y="899"/>
                  </a:lnTo>
                  <a:lnTo>
                    <a:pt x="100" y="897"/>
                  </a:lnTo>
                  <a:lnTo>
                    <a:pt x="100" y="897"/>
                  </a:lnTo>
                  <a:close/>
                  <a:moveTo>
                    <a:pt x="50" y="847"/>
                  </a:moveTo>
                  <a:lnTo>
                    <a:pt x="48" y="847"/>
                  </a:lnTo>
                  <a:lnTo>
                    <a:pt x="48" y="847"/>
                  </a:lnTo>
                  <a:lnTo>
                    <a:pt x="48" y="847"/>
                  </a:lnTo>
                  <a:lnTo>
                    <a:pt x="48" y="847"/>
                  </a:lnTo>
                  <a:lnTo>
                    <a:pt x="50" y="850"/>
                  </a:lnTo>
                  <a:lnTo>
                    <a:pt x="50" y="850"/>
                  </a:lnTo>
                  <a:lnTo>
                    <a:pt x="50" y="847"/>
                  </a:lnTo>
                  <a:close/>
                  <a:moveTo>
                    <a:pt x="249" y="1027"/>
                  </a:moveTo>
                  <a:lnTo>
                    <a:pt x="249" y="1027"/>
                  </a:lnTo>
                  <a:lnTo>
                    <a:pt x="249" y="1027"/>
                  </a:lnTo>
                  <a:lnTo>
                    <a:pt x="249" y="1027"/>
                  </a:lnTo>
                  <a:lnTo>
                    <a:pt x="249" y="1030"/>
                  </a:lnTo>
                  <a:lnTo>
                    <a:pt x="246" y="1030"/>
                  </a:lnTo>
                  <a:lnTo>
                    <a:pt x="246" y="1030"/>
                  </a:lnTo>
                  <a:lnTo>
                    <a:pt x="246" y="1032"/>
                  </a:lnTo>
                  <a:lnTo>
                    <a:pt x="246" y="1032"/>
                  </a:lnTo>
                  <a:lnTo>
                    <a:pt x="249" y="1030"/>
                  </a:lnTo>
                  <a:lnTo>
                    <a:pt x="249" y="1030"/>
                  </a:lnTo>
                  <a:lnTo>
                    <a:pt x="251" y="1030"/>
                  </a:lnTo>
                  <a:lnTo>
                    <a:pt x="251" y="1030"/>
                  </a:lnTo>
                  <a:lnTo>
                    <a:pt x="251" y="1027"/>
                  </a:lnTo>
                  <a:lnTo>
                    <a:pt x="249" y="1027"/>
                  </a:lnTo>
                  <a:lnTo>
                    <a:pt x="249" y="1027"/>
                  </a:lnTo>
                  <a:close/>
                  <a:moveTo>
                    <a:pt x="1044" y="902"/>
                  </a:move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899"/>
                  </a:lnTo>
                  <a:lnTo>
                    <a:pt x="1041" y="899"/>
                  </a:lnTo>
                  <a:lnTo>
                    <a:pt x="1039" y="902"/>
                  </a:lnTo>
                  <a:lnTo>
                    <a:pt x="1039" y="902"/>
                  </a:lnTo>
                  <a:lnTo>
                    <a:pt x="1041" y="902"/>
                  </a:lnTo>
                  <a:lnTo>
                    <a:pt x="1041" y="902"/>
                  </a:lnTo>
                  <a:lnTo>
                    <a:pt x="1041" y="904"/>
                  </a:lnTo>
                  <a:lnTo>
                    <a:pt x="1041" y="904"/>
                  </a:lnTo>
                  <a:lnTo>
                    <a:pt x="1044" y="904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close/>
                  <a:moveTo>
                    <a:pt x="173" y="963"/>
                  </a:moveTo>
                  <a:lnTo>
                    <a:pt x="173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59"/>
                  </a:lnTo>
                  <a:lnTo>
                    <a:pt x="175" y="959"/>
                  </a:lnTo>
                  <a:lnTo>
                    <a:pt x="175" y="959"/>
                  </a:lnTo>
                  <a:lnTo>
                    <a:pt x="175" y="959"/>
                  </a:lnTo>
                  <a:lnTo>
                    <a:pt x="175" y="956"/>
                  </a:lnTo>
                  <a:lnTo>
                    <a:pt x="175" y="959"/>
                  </a:lnTo>
                  <a:lnTo>
                    <a:pt x="175" y="956"/>
                  </a:lnTo>
                  <a:lnTo>
                    <a:pt x="175" y="956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61"/>
                  </a:lnTo>
                  <a:lnTo>
                    <a:pt x="173" y="961"/>
                  </a:lnTo>
                  <a:lnTo>
                    <a:pt x="173" y="963"/>
                  </a:lnTo>
                  <a:close/>
                  <a:moveTo>
                    <a:pt x="17" y="824"/>
                  </a:moveTo>
                  <a:lnTo>
                    <a:pt x="17" y="824"/>
                  </a:lnTo>
                  <a:lnTo>
                    <a:pt x="19" y="824"/>
                  </a:lnTo>
                  <a:lnTo>
                    <a:pt x="19" y="826"/>
                  </a:lnTo>
                  <a:lnTo>
                    <a:pt x="19" y="826"/>
                  </a:lnTo>
                  <a:lnTo>
                    <a:pt x="19" y="828"/>
                  </a:lnTo>
                  <a:lnTo>
                    <a:pt x="19" y="828"/>
                  </a:lnTo>
                  <a:lnTo>
                    <a:pt x="19" y="828"/>
                  </a:lnTo>
                  <a:lnTo>
                    <a:pt x="22" y="828"/>
                  </a:lnTo>
                  <a:lnTo>
                    <a:pt x="22" y="828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4" y="826"/>
                  </a:lnTo>
                  <a:lnTo>
                    <a:pt x="24" y="826"/>
                  </a:lnTo>
                  <a:lnTo>
                    <a:pt x="24" y="826"/>
                  </a:lnTo>
                  <a:lnTo>
                    <a:pt x="24" y="828"/>
                  </a:lnTo>
                  <a:lnTo>
                    <a:pt x="24" y="828"/>
                  </a:lnTo>
                  <a:lnTo>
                    <a:pt x="26" y="831"/>
                  </a:lnTo>
                  <a:lnTo>
                    <a:pt x="26" y="828"/>
                  </a:lnTo>
                  <a:lnTo>
                    <a:pt x="26" y="828"/>
                  </a:lnTo>
                  <a:lnTo>
                    <a:pt x="29" y="831"/>
                  </a:lnTo>
                  <a:lnTo>
                    <a:pt x="29" y="831"/>
                  </a:lnTo>
                  <a:lnTo>
                    <a:pt x="29" y="831"/>
                  </a:lnTo>
                  <a:lnTo>
                    <a:pt x="31" y="828"/>
                  </a:lnTo>
                  <a:lnTo>
                    <a:pt x="29" y="828"/>
                  </a:lnTo>
                  <a:lnTo>
                    <a:pt x="26" y="828"/>
                  </a:lnTo>
                  <a:lnTo>
                    <a:pt x="26" y="826"/>
                  </a:lnTo>
                  <a:lnTo>
                    <a:pt x="24" y="826"/>
                  </a:lnTo>
                  <a:lnTo>
                    <a:pt x="26" y="826"/>
                  </a:lnTo>
                  <a:lnTo>
                    <a:pt x="26" y="826"/>
                  </a:lnTo>
                  <a:lnTo>
                    <a:pt x="29" y="826"/>
                  </a:lnTo>
                  <a:lnTo>
                    <a:pt x="29" y="824"/>
                  </a:lnTo>
                  <a:lnTo>
                    <a:pt x="29" y="824"/>
                  </a:lnTo>
                  <a:lnTo>
                    <a:pt x="26" y="821"/>
                  </a:lnTo>
                  <a:lnTo>
                    <a:pt x="26" y="821"/>
                  </a:lnTo>
                  <a:lnTo>
                    <a:pt x="26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2" y="82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6" y="819"/>
                  </a:lnTo>
                  <a:lnTo>
                    <a:pt x="24" y="819"/>
                  </a:lnTo>
                  <a:lnTo>
                    <a:pt x="24" y="817"/>
                  </a:lnTo>
                  <a:lnTo>
                    <a:pt x="24" y="817"/>
                  </a:lnTo>
                  <a:lnTo>
                    <a:pt x="22" y="814"/>
                  </a:lnTo>
                  <a:lnTo>
                    <a:pt x="19" y="814"/>
                  </a:lnTo>
                  <a:lnTo>
                    <a:pt x="19" y="814"/>
                  </a:lnTo>
                  <a:lnTo>
                    <a:pt x="19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2"/>
                  </a:lnTo>
                  <a:lnTo>
                    <a:pt x="17" y="812"/>
                  </a:lnTo>
                  <a:lnTo>
                    <a:pt x="15" y="809"/>
                  </a:lnTo>
                  <a:lnTo>
                    <a:pt x="12" y="809"/>
                  </a:lnTo>
                  <a:lnTo>
                    <a:pt x="12" y="809"/>
                  </a:lnTo>
                  <a:lnTo>
                    <a:pt x="12" y="809"/>
                  </a:lnTo>
                  <a:lnTo>
                    <a:pt x="10" y="807"/>
                  </a:lnTo>
                  <a:lnTo>
                    <a:pt x="5" y="807"/>
                  </a:lnTo>
                  <a:lnTo>
                    <a:pt x="5" y="809"/>
                  </a:lnTo>
                  <a:lnTo>
                    <a:pt x="5" y="807"/>
                  </a:lnTo>
                  <a:lnTo>
                    <a:pt x="0" y="809"/>
                  </a:lnTo>
                  <a:lnTo>
                    <a:pt x="3" y="809"/>
                  </a:lnTo>
                  <a:lnTo>
                    <a:pt x="3" y="809"/>
                  </a:lnTo>
                  <a:lnTo>
                    <a:pt x="3" y="809"/>
                  </a:lnTo>
                  <a:lnTo>
                    <a:pt x="3" y="812"/>
                  </a:lnTo>
                  <a:lnTo>
                    <a:pt x="5" y="812"/>
                  </a:lnTo>
                  <a:lnTo>
                    <a:pt x="7" y="812"/>
                  </a:lnTo>
                  <a:lnTo>
                    <a:pt x="7" y="812"/>
                  </a:lnTo>
                  <a:lnTo>
                    <a:pt x="7" y="812"/>
                  </a:lnTo>
                  <a:lnTo>
                    <a:pt x="5" y="814"/>
                  </a:lnTo>
                  <a:lnTo>
                    <a:pt x="5" y="814"/>
                  </a:lnTo>
                  <a:lnTo>
                    <a:pt x="5" y="814"/>
                  </a:lnTo>
                  <a:lnTo>
                    <a:pt x="7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2" y="817"/>
                  </a:lnTo>
                  <a:lnTo>
                    <a:pt x="10" y="817"/>
                  </a:lnTo>
                  <a:lnTo>
                    <a:pt x="10" y="819"/>
                  </a:lnTo>
                  <a:lnTo>
                    <a:pt x="7" y="819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10" y="821"/>
                  </a:lnTo>
                  <a:lnTo>
                    <a:pt x="10" y="821"/>
                  </a:lnTo>
                  <a:lnTo>
                    <a:pt x="10" y="821"/>
                  </a:lnTo>
                  <a:lnTo>
                    <a:pt x="10" y="824"/>
                  </a:lnTo>
                  <a:lnTo>
                    <a:pt x="10" y="824"/>
                  </a:lnTo>
                  <a:lnTo>
                    <a:pt x="10" y="824"/>
                  </a:lnTo>
                  <a:lnTo>
                    <a:pt x="12" y="824"/>
                  </a:lnTo>
                  <a:lnTo>
                    <a:pt x="12" y="824"/>
                  </a:lnTo>
                  <a:lnTo>
                    <a:pt x="12" y="824"/>
                  </a:lnTo>
                  <a:lnTo>
                    <a:pt x="10" y="824"/>
                  </a:lnTo>
                  <a:lnTo>
                    <a:pt x="10" y="826"/>
                  </a:lnTo>
                  <a:lnTo>
                    <a:pt x="10" y="826"/>
                  </a:lnTo>
                  <a:lnTo>
                    <a:pt x="12" y="826"/>
                  </a:lnTo>
                  <a:lnTo>
                    <a:pt x="12" y="826"/>
                  </a:lnTo>
                  <a:lnTo>
                    <a:pt x="15" y="826"/>
                  </a:lnTo>
                  <a:lnTo>
                    <a:pt x="17" y="824"/>
                  </a:lnTo>
                  <a:lnTo>
                    <a:pt x="17" y="824"/>
                  </a:lnTo>
                  <a:close/>
                  <a:moveTo>
                    <a:pt x="218" y="975"/>
                  </a:moveTo>
                  <a:lnTo>
                    <a:pt x="218" y="975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0"/>
                  </a:lnTo>
                  <a:lnTo>
                    <a:pt x="213" y="973"/>
                  </a:lnTo>
                  <a:lnTo>
                    <a:pt x="213" y="973"/>
                  </a:lnTo>
                  <a:lnTo>
                    <a:pt x="213" y="973"/>
                  </a:lnTo>
                  <a:lnTo>
                    <a:pt x="211" y="973"/>
                  </a:lnTo>
                  <a:lnTo>
                    <a:pt x="211" y="973"/>
                  </a:lnTo>
                  <a:lnTo>
                    <a:pt x="211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7"/>
                  </a:lnTo>
                  <a:lnTo>
                    <a:pt x="209" y="977"/>
                  </a:lnTo>
                  <a:lnTo>
                    <a:pt x="209" y="977"/>
                  </a:lnTo>
                  <a:lnTo>
                    <a:pt x="209" y="980"/>
                  </a:lnTo>
                  <a:lnTo>
                    <a:pt x="211" y="980"/>
                  </a:lnTo>
                  <a:lnTo>
                    <a:pt x="213" y="980"/>
                  </a:lnTo>
                  <a:lnTo>
                    <a:pt x="213" y="980"/>
                  </a:lnTo>
                  <a:lnTo>
                    <a:pt x="216" y="980"/>
                  </a:lnTo>
                  <a:lnTo>
                    <a:pt x="216" y="980"/>
                  </a:lnTo>
                  <a:lnTo>
                    <a:pt x="216" y="980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5"/>
                  </a:lnTo>
                  <a:close/>
                  <a:moveTo>
                    <a:pt x="244" y="1030"/>
                  </a:moveTo>
                  <a:lnTo>
                    <a:pt x="242" y="1030"/>
                  </a:lnTo>
                  <a:lnTo>
                    <a:pt x="242" y="1030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4"/>
                  </a:lnTo>
                  <a:lnTo>
                    <a:pt x="239" y="1034"/>
                  </a:lnTo>
                  <a:lnTo>
                    <a:pt x="242" y="1034"/>
                  </a:lnTo>
                  <a:lnTo>
                    <a:pt x="242" y="1034"/>
                  </a:lnTo>
                  <a:lnTo>
                    <a:pt x="242" y="1034"/>
                  </a:lnTo>
                  <a:lnTo>
                    <a:pt x="244" y="1032"/>
                  </a:lnTo>
                  <a:lnTo>
                    <a:pt x="242" y="1032"/>
                  </a:lnTo>
                  <a:lnTo>
                    <a:pt x="244" y="1032"/>
                  </a:lnTo>
                  <a:lnTo>
                    <a:pt x="244" y="1030"/>
                  </a:lnTo>
                  <a:close/>
                  <a:moveTo>
                    <a:pt x="166" y="963"/>
                  </a:moveTo>
                  <a:lnTo>
                    <a:pt x="166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1"/>
                  </a:lnTo>
                  <a:lnTo>
                    <a:pt x="161" y="961"/>
                  </a:lnTo>
                  <a:lnTo>
                    <a:pt x="161" y="961"/>
                  </a:lnTo>
                  <a:lnTo>
                    <a:pt x="161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6"/>
                  </a:lnTo>
                  <a:lnTo>
                    <a:pt x="164" y="966"/>
                  </a:lnTo>
                  <a:lnTo>
                    <a:pt x="164" y="966"/>
                  </a:lnTo>
                  <a:lnTo>
                    <a:pt x="164" y="968"/>
                  </a:lnTo>
                  <a:lnTo>
                    <a:pt x="166" y="968"/>
                  </a:lnTo>
                  <a:lnTo>
                    <a:pt x="166" y="968"/>
                  </a:lnTo>
                  <a:lnTo>
                    <a:pt x="166" y="968"/>
                  </a:lnTo>
                  <a:lnTo>
                    <a:pt x="166" y="966"/>
                  </a:lnTo>
                  <a:lnTo>
                    <a:pt x="166" y="963"/>
                  </a:lnTo>
                  <a:close/>
                  <a:moveTo>
                    <a:pt x="192" y="1003"/>
                  </a:moveTo>
                  <a:lnTo>
                    <a:pt x="192" y="1003"/>
                  </a:lnTo>
                  <a:lnTo>
                    <a:pt x="187" y="1001"/>
                  </a:lnTo>
                  <a:lnTo>
                    <a:pt x="187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87" y="1001"/>
                  </a:lnTo>
                  <a:lnTo>
                    <a:pt x="187" y="999"/>
                  </a:lnTo>
                  <a:lnTo>
                    <a:pt x="187" y="999"/>
                  </a:lnTo>
                  <a:lnTo>
                    <a:pt x="187" y="996"/>
                  </a:lnTo>
                  <a:lnTo>
                    <a:pt x="187" y="996"/>
                  </a:lnTo>
                  <a:lnTo>
                    <a:pt x="187" y="996"/>
                  </a:lnTo>
                  <a:lnTo>
                    <a:pt x="185" y="994"/>
                  </a:lnTo>
                  <a:lnTo>
                    <a:pt x="185" y="994"/>
                  </a:lnTo>
                  <a:lnTo>
                    <a:pt x="183" y="992"/>
                  </a:lnTo>
                  <a:lnTo>
                    <a:pt x="183" y="989"/>
                  </a:lnTo>
                  <a:lnTo>
                    <a:pt x="183" y="989"/>
                  </a:lnTo>
                  <a:lnTo>
                    <a:pt x="183" y="989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0" y="987"/>
                  </a:lnTo>
                  <a:lnTo>
                    <a:pt x="180" y="987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2"/>
                  </a:lnTo>
                  <a:lnTo>
                    <a:pt x="180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5" y="982"/>
                  </a:lnTo>
                  <a:lnTo>
                    <a:pt x="175" y="980"/>
                  </a:lnTo>
                  <a:lnTo>
                    <a:pt x="175" y="980"/>
                  </a:lnTo>
                  <a:lnTo>
                    <a:pt x="173" y="977"/>
                  </a:lnTo>
                  <a:lnTo>
                    <a:pt x="173" y="977"/>
                  </a:lnTo>
                  <a:lnTo>
                    <a:pt x="171" y="977"/>
                  </a:lnTo>
                  <a:lnTo>
                    <a:pt x="173" y="980"/>
                  </a:lnTo>
                  <a:lnTo>
                    <a:pt x="173" y="982"/>
                  </a:lnTo>
                  <a:lnTo>
                    <a:pt x="173" y="982"/>
                  </a:lnTo>
                  <a:lnTo>
                    <a:pt x="173" y="982"/>
                  </a:lnTo>
                  <a:lnTo>
                    <a:pt x="175" y="982"/>
                  </a:lnTo>
                  <a:lnTo>
                    <a:pt x="175" y="985"/>
                  </a:lnTo>
                  <a:lnTo>
                    <a:pt x="175" y="985"/>
                  </a:lnTo>
                  <a:lnTo>
                    <a:pt x="175" y="985"/>
                  </a:lnTo>
                  <a:lnTo>
                    <a:pt x="178" y="985"/>
                  </a:lnTo>
                  <a:lnTo>
                    <a:pt x="178" y="985"/>
                  </a:lnTo>
                  <a:lnTo>
                    <a:pt x="180" y="987"/>
                  </a:lnTo>
                  <a:lnTo>
                    <a:pt x="180" y="989"/>
                  </a:lnTo>
                  <a:lnTo>
                    <a:pt x="180" y="989"/>
                  </a:lnTo>
                  <a:lnTo>
                    <a:pt x="183" y="992"/>
                  </a:lnTo>
                  <a:lnTo>
                    <a:pt x="183" y="992"/>
                  </a:lnTo>
                  <a:lnTo>
                    <a:pt x="183" y="992"/>
                  </a:lnTo>
                  <a:lnTo>
                    <a:pt x="183" y="994"/>
                  </a:lnTo>
                  <a:lnTo>
                    <a:pt x="183" y="994"/>
                  </a:lnTo>
                  <a:lnTo>
                    <a:pt x="183" y="994"/>
                  </a:lnTo>
                  <a:lnTo>
                    <a:pt x="183" y="996"/>
                  </a:lnTo>
                  <a:lnTo>
                    <a:pt x="187" y="1001"/>
                  </a:lnTo>
                  <a:lnTo>
                    <a:pt x="187" y="1001"/>
                  </a:lnTo>
                  <a:lnTo>
                    <a:pt x="185" y="1001"/>
                  </a:lnTo>
                  <a:lnTo>
                    <a:pt x="185" y="1003"/>
                  </a:lnTo>
                  <a:lnTo>
                    <a:pt x="185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2" y="1003"/>
                  </a:lnTo>
                  <a:lnTo>
                    <a:pt x="192" y="1003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4" y="1006"/>
                  </a:lnTo>
                  <a:lnTo>
                    <a:pt x="194" y="1006"/>
                  </a:lnTo>
                  <a:lnTo>
                    <a:pt x="194" y="1006"/>
                  </a:lnTo>
                  <a:lnTo>
                    <a:pt x="192" y="1003"/>
                  </a:lnTo>
                  <a:close/>
                  <a:moveTo>
                    <a:pt x="149" y="937"/>
                  </a:moveTo>
                  <a:lnTo>
                    <a:pt x="149" y="937"/>
                  </a:lnTo>
                  <a:lnTo>
                    <a:pt x="147" y="937"/>
                  </a:lnTo>
                  <a:lnTo>
                    <a:pt x="147" y="937"/>
                  </a:lnTo>
                  <a:lnTo>
                    <a:pt x="145" y="937"/>
                  </a:lnTo>
                  <a:lnTo>
                    <a:pt x="142" y="940"/>
                  </a:lnTo>
                  <a:lnTo>
                    <a:pt x="142" y="942"/>
                  </a:lnTo>
                  <a:lnTo>
                    <a:pt x="142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38" y="942"/>
                  </a:lnTo>
                  <a:lnTo>
                    <a:pt x="138" y="942"/>
                  </a:lnTo>
                  <a:lnTo>
                    <a:pt x="138" y="942"/>
                  </a:lnTo>
                  <a:lnTo>
                    <a:pt x="135" y="942"/>
                  </a:lnTo>
                  <a:lnTo>
                    <a:pt x="135" y="942"/>
                  </a:lnTo>
                  <a:lnTo>
                    <a:pt x="135" y="942"/>
                  </a:lnTo>
                  <a:lnTo>
                    <a:pt x="133" y="942"/>
                  </a:lnTo>
                  <a:lnTo>
                    <a:pt x="133" y="942"/>
                  </a:lnTo>
                  <a:lnTo>
                    <a:pt x="130" y="942"/>
                  </a:lnTo>
                  <a:lnTo>
                    <a:pt x="130" y="944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9"/>
                  </a:lnTo>
                  <a:lnTo>
                    <a:pt x="130" y="949"/>
                  </a:lnTo>
                  <a:lnTo>
                    <a:pt x="133" y="947"/>
                  </a:lnTo>
                  <a:lnTo>
                    <a:pt x="133" y="947"/>
                  </a:lnTo>
                  <a:lnTo>
                    <a:pt x="135" y="944"/>
                  </a:lnTo>
                  <a:lnTo>
                    <a:pt x="135" y="944"/>
                  </a:lnTo>
                  <a:lnTo>
                    <a:pt x="135" y="944"/>
                  </a:lnTo>
                  <a:lnTo>
                    <a:pt x="138" y="944"/>
                  </a:lnTo>
                  <a:lnTo>
                    <a:pt x="140" y="944"/>
                  </a:lnTo>
                  <a:lnTo>
                    <a:pt x="138" y="944"/>
                  </a:lnTo>
                  <a:lnTo>
                    <a:pt x="138" y="947"/>
                  </a:lnTo>
                  <a:lnTo>
                    <a:pt x="140" y="947"/>
                  </a:lnTo>
                  <a:lnTo>
                    <a:pt x="140" y="944"/>
                  </a:lnTo>
                  <a:lnTo>
                    <a:pt x="140" y="944"/>
                  </a:lnTo>
                  <a:lnTo>
                    <a:pt x="140" y="944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2" y="944"/>
                  </a:lnTo>
                  <a:lnTo>
                    <a:pt x="142" y="944"/>
                  </a:lnTo>
                  <a:lnTo>
                    <a:pt x="142" y="944"/>
                  </a:lnTo>
                  <a:lnTo>
                    <a:pt x="145" y="944"/>
                  </a:lnTo>
                  <a:lnTo>
                    <a:pt x="145" y="942"/>
                  </a:lnTo>
                  <a:lnTo>
                    <a:pt x="147" y="942"/>
                  </a:lnTo>
                  <a:lnTo>
                    <a:pt x="147" y="942"/>
                  </a:lnTo>
                  <a:lnTo>
                    <a:pt x="147" y="942"/>
                  </a:lnTo>
                  <a:lnTo>
                    <a:pt x="147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37"/>
                  </a:lnTo>
                  <a:lnTo>
                    <a:pt x="149" y="937"/>
                  </a:lnTo>
                  <a:close/>
                  <a:moveTo>
                    <a:pt x="618" y="568"/>
                  </a:moveTo>
                  <a:lnTo>
                    <a:pt x="618" y="568"/>
                  </a:lnTo>
                  <a:lnTo>
                    <a:pt x="618" y="568"/>
                  </a:lnTo>
                  <a:lnTo>
                    <a:pt x="618" y="568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3"/>
                  </a:lnTo>
                  <a:lnTo>
                    <a:pt x="618" y="563"/>
                  </a:lnTo>
                  <a:lnTo>
                    <a:pt x="618" y="563"/>
                  </a:lnTo>
                  <a:lnTo>
                    <a:pt x="615" y="566"/>
                  </a:lnTo>
                  <a:lnTo>
                    <a:pt x="615" y="566"/>
                  </a:lnTo>
                  <a:lnTo>
                    <a:pt x="615" y="566"/>
                  </a:lnTo>
                  <a:lnTo>
                    <a:pt x="618" y="568"/>
                  </a:lnTo>
                  <a:close/>
                  <a:moveTo>
                    <a:pt x="604" y="1046"/>
                  </a:move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1" y="1046"/>
                  </a:lnTo>
                  <a:lnTo>
                    <a:pt x="601" y="1046"/>
                  </a:lnTo>
                  <a:lnTo>
                    <a:pt x="601" y="1046"/>
                  </a:lnTo>
                  <a:lnTo>
                    <a:pt x="601" y="1044"/>
                  </a:lnTo>
                  <a:lnTo>
                    <a:pt x="601" y="1044"/>
                  </a:lnTo>
                  <a:lnTo>
                    <a:pt x="599" y="1044"/>
                  </a:lnTo>
                  <a:lnTo>
                    <a:pt x="599" y="1044"/>
                  </a:lnTo>
                  <a:lnTo>
                    <a:pt x="596" y="1044"/>
                  </a:lnTo>
                  <a:lnTo>
                    <a:pt x="596" y="1046"/>
                  </a:lnTo>
                  <a:lnTo>
                    <a:pt x="596" y="1046"/>
                  </a:lnTo>
                  <a:lnTo>
                    <a:pt x="594" y="1046"/>
                  </a:lnTo>
                  <a:lnTo>
                    <a:pt x="594" y="1044"/>
                  </a:lnTo>
                  <a:lnTo>
                    <a:pt x="594" y="1044"/>
                  </a:lnTo>
                  <a:lnTo>
                    <a:pt x="592" y="1046"/>
                  </a:lnTo>
                  <a:lnTo>
                    <a:pt x="592" y="1046"/>
                  </a:lnTo>
                  <a:lnTo>
                    <a:pt x="592" y="1046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4" y="1048"/>
                  </a:lnTo>
                  <a:lnTo>
                    <a:pt x="594" y="1048"/>
                  </a:lnTo>
                  <a:lnTo>
                    <a:pt x="594" y="1048"/>
                  </a:lnTo>
                  <a:lnTo>
                    <a:pt x="596" y="1048"/>
                  </a:lnTo>
                  <a:lnTo>
                    <a:pt x="596" y="1048"/>
                  </a:lnTo>
                  <a:lnTo>
                    <a:pt x="599" y="1048"/>
                  </a:lnTo>
                  <a:lnTo>
                    <a:pt x="599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close/>
                  <a:moveTo>
                    <a:pt x="606" y="1037"/>
                  </a:moveTo>
                  <a:lnTo>
                    <a:pt x="606" y="1037"/>
                  </a:lnTo>
                  <a:lnTo>
                    <a:pt x="604" y="1037"/>
                  </a:lnTo>
                  <a:lnTo>
                    <a:pt x="604" y="1037"/>
                  </a:lnTo>
                  <a:lnTo>
                    <a:pt x="604" y="1039"/>
                  </a:lnTo>
                  <a:lnTo>
                    <a:pt x="604" y="1039"/>
                  </a:lnTo>
                  <a:lnTo>
                    <a:pt x="604" y="1039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6" y="1039"/>
                  </a:lnTo>
                  <a:lnTo>
                    <a:pt x="606" y="1039"/>
                  </a:lnTo>
                  <a:lnTo>
                    <a:pt x="606" y="1039"/>
                  </a:lnTo>
                  <a:lnTo>
                    <a:pt x="606" y="1037"/>
                  </a:lnTo>
                  <a:lnTo>
                    <a:pt x="606" y="1037"/>
                  </a:lnTo>
                  <a:lnTo>
                    <a:pt x="606" y="1037"/>
                  </a:lnTo>
                  <a:close/>
                  <a:moveTo>
                    <a:pt x="656" y="831"/>
                  </a:moveTo>
                  <a:lnTo>
                    <a:pt x="656" y="831"/>
                  </a:lnTo>
                  <a:lnTo>
                    <a:pt x="656" y="831"/>
                  </a:lnTo>
                  <a:lnTo>
                    <a:pt x="658" y="833"/>
                  </a:lnTo>
                  <a:lnTo>
                    <a:pt x="658" y="833"/>
                  </a:lnTo>
                  <a:lnTo>
                    <a:pt x="660" y="833"/>
                  </a:lnTo>
                  <a:lnTo>
                    <a:pt x="660" y="831"/>
                  </a:lnTo>
                  <a:lnTo>
                    <a:pt x="663" y="831"/>
                  </a:lnTo>
                  <a:lnTo>
                    <a:pt x="663" y="831"/>
                  </a:lnTo>
                  <a:lnTo>
                    <a:pt x="660" y="828"/>
                  </a:lnTo>
                  <a:lnTo>
                    <a:pt x="660" y="828"/>
                  </a:lnTo>
                  <a:lnTo>
                    <a:pt x="660" y="828"/>
                  </a:lnTo>
                  <a:lnTo>
                    <a:pt x="658" y="828"/>
                  </a:lnTo>
                  <a:lnTo>
                    <a:pt x="656" y="826"/>
                  </a:lnTo>
                  <a:lnTo>
                    <a:pt x="653" y="826"/>
                  </a:lnTo>
                  <a:lnTo>
                    <a:pt x="653" y="828"/>
                  </a:lnTo>
                  <a:lnTo>
                    <a:pt x="656" y="831"/>
                  </a:lnTo>
                  <a:close/>
                  <a:moveTo>
                    <a:pt x="594" y="1041"/>
                  </a:moveTo>
                  <a:lnTo>
                    <a:pt x="592" y="1041"/>
                  </a:lnTo>
                  <a:lnTo>
                    <a:pt x="592" y="1041"/>
                  </a:lnTo>
                  <a:lnTo>
                    <a:pt x="589" y="1039"/>
                  </a:lnTo>
                  <a:lnTo>
                    <a:pt x="589" y="1039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4"/>
                  </a:lnTo>
                  <a:lnTo>
                    <a:pt x="589" y="1044"/>
                  </a:lnTo>
                  <a:lnTo>
                    <a:pt x="589" y="1044"/>
                  </a:lnTo>
                  <a:lnTo>
                    <a:pt x="592" y="1044"/>
                  </a:lnTo>
                  <a:lnTo>
                    <a:pt x="592" y="1044"/>
                  </a:lnTo>
                  <a:lnTo>
                    <a:pt x="594" y="1041"/>
                  </a:lnTo>
                  <a:close/>
                  <a:moveTo>
                    <a:pt x="589" y="1048"/>
                  </a:moveTo>
                  <a:lnTo>
                    <a:pt x="587" y="1048"/>
                  </a:lnTo>
                  <a:lnTo>
                    <a:pt x="587" y="1048"/>
                  </a:lnTo>
                  <a:lnTo>
                    <a:pt x="587" y="1048"/>
                  </a:lnTo>
                  <a:lnTo>
                    <a:pt x="587" y="1046"/>
                  </a:lnTo>
                  <a:lnTo>
                    <a:pt x="585" y="1046"/>
                  </a:lnTo>
                  <a:lnTo>
                    <a:pt x="585" y="1046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51"/>
                  </a:lnTo>
                  <a:lnTo>
                    <a:pt x="587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48"/>
                  </a:lnTo>
                  <a:lnTo>
                    <a:pt x="589" y="1048"/>
                  </a:lnTo>
                  <a:close/>
                  <a:moveTo>
                    <a:pt x="641" y="790"/>
                  </a:moveTo>
                  <a:lnTo>
                    <a:pt x="641" y="790"/>
                  </a:lnTo>
                  <a:lnTo>
                    <a:pt x="644" y="790"/>
                  </a:lnTo>
                  <a:lnTo>
                    <a:pt x="644" y="790"/>
                  </a:lnTo>
                  <a:lnTo>
                    <a:pt x="644" y="793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4" y="793"/>
                  </a:lnTo>
                  <a:lnTo>
                    <a:pt x="644" y="795"/>
                  </a:lnTo>
                  <a:lnTo>
                    <a:pt x="644" y="795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9" y="793"/>
                  </a:lnTo>
                  <a:lnTo>
                    <a:pt x="649" y="793"/>
                  </a:lnTo>
                  <a:lnTo>
                    <a:pt x="649" y="790"/>
                  </a:lnTo>
                  <a:lnTo>
                    <a:pt x="649" y="790"/>
                  </a:lnTo>
                  <a:lnTo>
                    <a:pt x="649" y="790"/>
                  </a:lnTo>
                  <a:lnTo>
                    <a:pt x="651" y="790"/>
                  </a:lnTo>
                  <a:lnTo>
                    <a:pt x="651" y="790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46" y="788"/>
                  </a:lnTo>
                  <a:lnTo>
                    <a:pt x="646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1" y="788"/>
                  </a:lnTo>
                  <a:lnTo>
                    <a:pt x="641" y="788"/>
                  </a:lnTo>
                  <a:lnTo>
                    <a:pt x="641" y="788"/>
                  </a:lnTo>
                  <a:lnTo>
                    <a:pt x="641" y="790"/>
                  </a:lnTo>
                  <a:lnTo>
                    <a:pt x="641" y="790"/>
                  </a:lnTo>
                  <a:lnTo>
                    <a:pt x="641" y="790"/>
                  </a:lnTo>
                  <a:close/>
                  <a:moveTo>
                    <a:pt x="568" y="1048"/>
                  </a:moveTo>
                  <a:lnTo>
                    <a:pt x="568" y="1048"/>
                  </a:lnTo>
                  <a:lnTo>
                    <a:pt x="568" y="1048"/>
                  </a:lnTo>
                  <a:lnTo>
                    <a:pt x="568" y="1048"/>
                  </a:lnTo>
                  <a:lnTo>
                    <a:pt x="568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59" y="1051"/>
                  </a:lnTo>
                  <a:lnTo>
                    <a:pt x="559" y="1053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61" y="1056"/>
                  </a:lnTo>
                  <a:lnTo>
                    <a:pt x="561" y="1056"/>
                  </a:lnTo>
                  <a:lnTo>
                    <a:pt x="561" y="1053"/>
                  </a:lnTo>
                  <a:lnTo>
                    <a:pt x="563" y="1053"/>
                  </a:lnTo>
                  <a:lnTo>
                    <a:pt x="566" y="1053"/>
                  </a:lnTo>
                  <a:lnTo>
                    <a:pt x="566" y="1056"/>
                  </a:lnTo>
                  <a:lnTo>
                    <a:pt x="566" y="1053"/>
                  </a:lnTo>
                  <a:lnTo>
                    <a:pt x="568" y="1053"/>
                  </a:lnTo>
                  <a:lnTo>
                    <a:pt x="568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68" y="1048"/>
                  </a:lnTo>
                  <a:close/>
                  <a:moveTo>
                    <a:pt x="675" y="1030"/>
                  </a:moveTo>
                  <a:lnTo>
                    <a:pt x="675" y="1030"/>
                  </a:lnTo>
                  <a:lnTo>
                    <a:pt x="675" y="1030"/>
                  </a:lnTo>
                  <a:lnTo>
                    <a:pt x="675" y="1030"/>
                  </a:lnTo>
                  <a:lnTo>
                    <a:pt x="675" y="1030"/>
                  </a:lnTo>
                  <a:lnTo>
                    <a:pt x="677" y="1027"/>
                  </a:lnTo>
                  <a:lnTo>
                    <a:pt x="677" y="1025"/>
                  </a:lnTo>
                  <a:lnTo>
                    <a:pt x="679" y="1025"/>
                  </a:lnTo>
                  <a:lnTo>
                    <a:pt x="679" y="1022"/>
                  </a:lnTo>
                  <a:lnTo>
                    <a:pt x="677" y="1022"/>
                  </a:lnTo>
                  <a:lnTo>
                    <a:pt x="675" y="1022"/>
                  </a:lnTo>
                  <a:lnTo>
                    <a:pt x="675" y="1022"/>
                  </a:lnTo>
                  <a:lnTo>
                    <a:pt x="672" y="1022"/>
                  </a:lnTo>
                  <a:lnTo>
                    <a:pt x="672" y="1020"/>
                  </a:lnTo>
                  <a:lnTo>
                    <a:pt x="672" y="1020"/>
                  </a:lnTo>
                  <a:lnTo>
                    <a:pt x="670" y="1020"/>
                  </a:lnTo>
                  <a:lnTo>
                    <a:pt x="670" y="1020"/>
                  </a:lnTo>
                  <a:lnTo>
                    <a:pt x="667" y="1020"/>
                  </a:lnTo>
                  <a:lnTo>
                    <a:pt x="667" y="1020"/>
                  </a:lnTo>
                  <a:lnTo>
                    <a:pt x="665" y="1020"/>
                  </a:lnTo>
                  <a:lnTo>
                    <a:pt x="663" y="1020"/>
                  </a:lnTo>
                  <a:lnTo>
                    <a:pt x="663" y="1020"/>
                  </a:lnTo>
                  <a:lnTo>
                    <a:pt x="660" y="1022"/>
                  </a:lnTo>
                  <a:lnTo>
                    <a:pt x="658" y="1022"/>
                  </a:lnTo>
                  <a:lnTo>
                    <a:pt x="658" y="1022"/>
                  </a:lnTo>
                  <a:lnTo>
                    <a:pt x="658" y="1022"/>
                  </a:lnTo>
                  <a:lnTo>
                    <a:pt x="656" y="1025"/>
                  </a:lnTo>
                  <a:lnTo>
                    <a:pt x="656" y="1025"/>
                  </a:lnTo>
                  <a:lnTo>
                    <a:pt x="656" y="1025"/>
                  </a:lnTo>
                  <a:lnTo>
                    <a:pt x="656" y="1027"/>
                  </a:lnTo>
                  <a:lnTo>
                    <a:pt x="656" y="1027"/>
                  </a:lnTo>
                  <a:lnTo>
                    <a:pt x="656" y="1027"/>
                  </a:lnTo>
                  <a:lnTo>
                    <a:pt x="656" y="1030"/>
                  </a:lnTo>
                  <a:lnTo>
                    <a:pt x="656" y="1030"/>
                  </a:lnTo>
                  <a:lnTo>
                    <a:pt x="653" y="1030"/>
                  </a:lnTo>
                  <a:lnTo>
                    <a:pt x="653" y="1030"/>
                  </a:lnTo>
                  <a:lnTo>
                    <a:pt x="656" y="1030"/>
                  </a:lnTo>
                  <a:lnTo>
                    <a:pt x="656" y="1030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4"/>
                  </a:lnTo>
                  <a:lnTo>
                    <a:pt x="656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2"/>
                  </a:lnTo>
                  <a:lnTo>
                    <a:pt x="653" y="1032"/>
                  </a:lnTo>
                  <a:lnTo>
                    <a:pt x="651" y="1032"/>
                  </a:lnTo>
                  <a:lnTo>
                    <a:pt x="651" y="1032"/>
                  </a:lnTo>
                  <a:lnTo>
                    <a:pt x="651" y="1032"/>
                  </a:lnTo>
                  <a:lnTo>
                    <a:pt x="651" y="1034"/>
                  </a:lnTo>
                  <a:lnTo>
                    <a:pt x="649" y="1034"/>
                  </a:lnTo>
                  <a:lnTo>
                    <a:pt x="649" y="1034"/>
                  </a:lnTo>
                  <a:lnTo>
                    <a:pt x="649" y="1034"/>
                  </a:lnTo>
                  <a:lnTo>
                    <a:pt x="649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4" y="1034"/>
                  </a:lnTo>
                  <a:lnTo>
                    <a:pt x="644" y="1034"/>
                  </a:lnTo>
                  <a:lnTo>
                    <a:pt x="641" y="1034"/>
                  </a:lnTo>
                  <a:lnTo>
                    <a:pt x="641" y="1037"/>
                  </a:lnTo>
                  <a:lnTo>
                    <a:pt x="639" y="1037"/>
                  </a:lnTo>
                  <a:lnTo>
                    <a:pt x="639" y="1037"/>
                  </a:lnTo>
                  <a:lnTo>
                    <a:pt x="639" y="1039"/>
                  </a:lnTo>
                  <a:lnTo>
                    <a:pt x="639" y="1039"/>
                  </a:lnTo>
                  <a:lnTo>
                    <a:pt x="639" y="1041"/>
                  </a:lnTo>
                  <a:lnTo>
                    <a:pt x="639" y="1041"/>
                  </a:lnTo>
                  <a:lnTo>
                    <a:pt x="637" y="1044"/>
                  </a:lnTo>
                  <a:lnTo>
                    <a:pt x="637" y="1046"/>
                  </a:lnTo>
                  <a:lnTo>
                    <a:pt x="634" y="1044"/>
                  </a:lnTo>
                  <a:lnTo>
                    <a:pt x="634" y="1046"/>
                  </a:lnTo>
                  <a:lnTo>
                    <a:pt x="634" y="1048"/>
                  </a:lnTo>
                  <a:lnTo>
                    <a:pt x="634" y="1048"/>
                  </a:lnTo>
                  <a:lnTo>
                    <a:pt x="632" y="1048"/>
                  </a:lnTo>
                  <a:lnTo>
                    <a:pt x="632" y="1048"/>
                  </a:lnTo>
                  <a:lnTo>
                    <a:pt x="632" y="1048"/>
                  </a:lnTo>
                  <a:lnTo>
                    <a:pt x="630" y="1048"/>
                  </a:lnTo>
                  <a:lnTo>
                    <a:pt x="630" y="1048"/>
                  </a:lnTo>
                  <a:lnTo>
                    <a:pt x="630" y="1051"/>
                  </a:lnTo>
                  <a:lnTo>
                    <a:pt x="630" y="1051"/>
                  </a:lnTo>
                  <a:lnTo>
                    <a:pt x="627" y="1053"/>
                  </a:lnTo>
                  <a:lnTo>
                    <a:pt x="625" y="1051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2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30" y="1051"/>
                  </a:lnTo>
                  <a:lnTo>
                    <a:pt x="632" y="1051"/>
                  </a:lnTo>
                  <a:lnTo>
                    <a:pt x="632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48"/>
                  </a:lnTo>
                  <a:lnTo>
                    <a:pt x="637" y="1048"/>
                  </a:lnTo>
                  <a:lnTo>
                    <a:pt x="639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4" y="1048"/>
                  </a:lnTo>
                  <a:lnTo>
                    <a:pt x="644" y="1046"/>
                  </a:lnTo>
                  <a:lnTo>
                    <a:pt x="644" y="1046"/>
                  </a:lnTo>
                  <a:lnTo>
                    <a:pt x="646" y="1046"/>
                  </a:lnTo>
                  <a:lnTo>
                    <a:pt x="649" y="1046"/>
                  </a:lnTo>
                  <a:lnTo>
                    <a:pt x="649" y="1046"/>
                  </a:lnTo>
                  <a:lnTo>
                    <a:pt x="649" y="1046"/>
                  </a:lnTo>
                  <a:lnTo>
                    <a:pt x="651" y="1044"/>
                  </a:lnTo>
                  <a:lnTo>
                    <a:pt x="651" y="1044"/>
                  </a:lnTo>
                  <a:lnTo>
                    <a:pt x="653" y="1041"/>
                  </a:lnTo>
                  <a:lnTo>
                    <a:pt x="653" y="1041"/>
                  </a:lnTo>
                  <a:lnTo>
                    <a:pt x="653" y="1039"/>
                  </a:lnTo>
                  <a:lnTo>
                    <a:pt x="656" y="1041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7"/>
                  </a:lnTo>
                  <a:lnTo>
                    <a:pt x="658" y="1037"/>
                  </a:lnTo>
                  <a:lnTo>
                    <a:pt x="658" y="1037"/>
                  </a:lnTo>
                  <a:lnTo>
                    <a:pt x="658" y="1037"/>
                  </a:lnTo>
                  <a:lnTo>
                    <a:pt x="660" y="1037"/>
                  </a:lnTo>
                  <a:lnTo>
                    <a:pt x="660" y="1037"/>
                  </a:lnTo>
                  <a:lnTo>
                    <a:pt x="663" y="1037"/>
                  </a:lnTo>
                  <a:lnTo>
                    <a:pt x="663" y="1034"/>
                  </a:lnTo>
                  <a:lnTo>
                    <a:pt x="670" y="1032"/>
                  </a:lnTo>
                  <a:lnTo>
                    <a:pt x="670" y="1032"/>
                  </a:lnTo>
                  <a:lnTo>
                    <a:pt x="672" y="1032"/>
                  </a:lnTo>
                  <a:lnTo>
                    <a:pt x="675" y="1032"/>
                  </a:lnTo>
                  <a:lnTo>
                    <a:pt x="675" y="1032"/>
                  </a:lnTo>
                  <a:lnTo>
                    <a:pt x="675" y="1030"/>
                  </a:lnTo>
                  <a:close/>
                  <a:moveTo>
                    <a:pt x="649" y="1048"/>
                  </a:moveTo>
                  <a:lnTo>
                    <a:pt x="649" y="1048"/>
                  </a:lnTo>
                  <a:lnTo>
                    <a:pt x="649" y="1048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48"/>
                  </a:lnTo>
                  <a:lnTo>
                    <a:pt x="649" y="1048"/>
                  </a:lnTo>
                  <a:close/>
                  <a:moveTo>
                    <a:pt x="625" y="589"/>
                  </a:moveTo>
                  <a:lnTo>
                    <a:pt x="625" y="589"/>
                  </a:lnTo>
                  <a:lnTo>
                    <a:pt x="627" y="589"/>
                  </a:lnTo>
                  <a:lnTo>
                    <a:pt x="627" y="589"/>
                  </a:lnTo>
                  <a:lnTo>
                    <a:pt x="630" y="587"/>
                  </a:lnTo>
                  <a:lnTo>
                    <a:pt x="630" y="589"/>
                  </a:lnTo>
                  <a:lnTo>
                    <a:pt x="632" y="589"/>
                  </a:lnTo>
                  <a:lnTo>
                    <a:pt x="632" y="589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7" y="592"/>
                  </a:lnTo>
                  <a:lnTo>
                    <a:pt x="637" y="592"/>
                  </a:lnTo>
                  <a:lnTo>
                    <a:pt x="634" y="589"/>
                  </a:lnTo>
                  <a:lnTo>
                    <a:pt x="634" y="589"/>
                  </a:lnTo>
                  <a:lnTo>
                    <a:pt x="632" y="587"/>
                  </a:lnTo>
                  <a:lnTo>
                    <a:pt x="632" y="585"/>
                  </a:lnTo>
                  <a:lnTo>
                    <a:pt x="630" y="585"/>
                  </a:lnTo>
                  <a:lnTo>
                    <a:pt x="627" y="585"/>
                  </a:lnTo>
                  <a:lnTo>
                    <a:pt x="622" y="577"/>
                  </a:lnTo>
                  <a:lnTo>
                    <a:pt x="620" y="575"/>
                  </a:lnTo>
                  <a:lnTo>
                    <a:pt x="620" y="575"/>
                  </a:lnTo>
                  <a:lnTo>
                    <a:pt x="620" y="575"/>
                  </a:lnTo>
                  <a:lnTo>
                    <a:pt x="620" y="573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5" y="570"/>
                  </a:lnTo>
                  <a:lnTo>
                    <a:pt x="615" y="570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20" y="582"/>
                  </a:lnTo>
                  <a:lnTo>
                    <a:pt x="622" y="582"/>
                  </a:lnTo>
                  <a:lnTo>
                    <a:pt x="622" y="582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7"/>
                  </a:lnTo>
                  <a:lnTo>
                    <a:pt x="625" y="587"/>
                  </a:lnTo>
                  <a:lnTo>
                    <a:pt x="625" y="589"/>
                  </a:lnTo>
                  <a:close/>
                  <a:moveTo>
                    <a:pt x="620" y="1056"/>
                  </a:move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close/>
                  <a:moveTo>
                    <a:pt x="372" y="1039"/>
                  </a:move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close/>
                  <a:moveTo>
                    <a:pt x="362" y="1032"/>
                  </a:moveTo>
                  <a:lnTo>
                    <a:pt x="362" y="1032"/>
                  </a:lnTo>
                  <a:lnTo>
                    <a:pt x="362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2" y="1032"/>
                  </a:lnTo>
                  <a:close/>
                  <a:moveTo>
                    <a:pt x="376" y="1037"/>
                  </a:moveTo>
                  <a:lnTo>
                    <a:pt x="374" y="1037"/>
                  </a:lnTo>
                  <a:lnTo>
                    <a:pt x="374" y="1037"/>
                  </a:lnTo>
                  <a:lnTo>
                    <a:pt x="374" y="1037"/>
                  </a:lnTo>
                  <a:lnTo>
                    <a:pt x="374" y="1039"/>
                  </a:lnTo>
                  <a:lnTo>
                    <a:pt x="374" y="1039"/>
                  </a:lnTo>
                  <a:lnTo>
                    <a:pt x="374" y="1039"/>
                  </a:lnTo>
                  <a:lnTo>
                    <a:pt x="374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close/>
                  <a:moveTo>
                    <a:pt x="386" y="1039"/>
                  </a:moveTo>
                  <a:lnTo>
                    <a:pt x="386" y="1039"/>
                  </a:lnTo>
                  <a:lnTo>
                    <a:pt x="384" y="1039"/>
                  </a:lnTo>
                  <a:lnTo>
                    <a:pt x="386" y="1039"/>
                  </a:lnTo>
                  <a:lnTo>
                    <a:pt x="386" y="1039"/>
                  </a:lnTo>
                  <a:lnTo>
                    <a:pt x="386" y="1039"/>
                  </a:lnTo>
                  <a:lnTo>
                    <a:pt x="386" y="1039"/>
                  </a:lnTo>
                  <a:close/>
                  <a:moveTo>
                    <a:pt x="367" y="1030"/>
                  </a:moveTo>
                  <a:lnTo>
                    <a:pt x="367" y="1030"/>
                  </a:lnTo>
                  <a:lnTo>
                    <a:pt x="367" y="1030"/>
                  </a:lnTo>
                  <a:lnTo>
                    <a:pt x="367" y="1030"/>
                  </a:lnTo>
                  <a:lnTo>
                    <a:pt x="367" y="1027"/>
                  </a:lnTo>
                  <a:lnTo>
                    <a:pt x="367" y="1027"/>
                  </a:lnTo>
                  <a:lnTo>
                    <a:pt x="367" y="1025"/>
                  </a:lnTo>
                  <a:lnTo>
                    <a:pt x="365" y="1025"/>
                  </a:lnTo>
                  <a:lnTo>
                    <a:pt x="365" y="1025"/>
                  </a:lnTo>
                  <a:lnTo>
                    <a:pt x="362" y="1022"/>
                  </a:lnTo>
                  <a:lnTo>
                    <a:pt x="362" y="1025"/>
                  </a:lnTo>
                  <a:lnTo>
                    <a:pt x="362" y="1025"/>
                  </a:lnTo>
                  <a:lnTo>
                    <a:pt x="360" y="1025"/>
                  </a:lnTo>
                  <a:lnTo>
                    <a:pt x="360" y="1025"/>
                  </a:lnTo>
                  <a:lnTo>
                    <a:pt x="360" y="1027"/>
                  </a:lnTo>
                  <a:lnTo>
                    <a:pt x="360" y="1027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2" y="1030"/>
                  </a:lnTo>
                  <a:lnTo>
                    <a:pt x="362" y="1032"/>
                  </a:lnTo>
                  <a:lnTo>
                    <a:pt x="362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0"/>
                  </a:lnTo>
                  <a:lnTo>
                    <a:pt x="367" y="1030"/>
                  </a:lnTo>
                  <a:lnTo>
                    <a:pt x="367" y="1030"/>
                  </a:lnTo>
                  <a:close/>
                  <a:moveTo>
                    <a:pt x="372" y="1034"/>
                  </a:moveTo>
                  <a:lnTo>
                    <a:pt x="372" y="1034"/>
                  </a:lnTo>
                  <a:lnTo>
                    <a:pt x="372" y="1034"/>
                  </a:lnTo>
                  <a:lnTo>
                    <a:pt x="372" y="1034"/>
                  </a:lnTo>
                  <a:lnTo>
                    <a:pt x="369" y="1034"/>
                  </a:lnTo>
                  <a:lnTo>
                    <a:pt x="369" y="1032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2"/>
                  </a:lnTo>
                  <a:lnTo>
                    <a:pt x="367" y="1032"/>
                  </a:lnTo>
                  <a:lnTo>
                    <a:pt x="367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72" y="1034"/>
                  </a:lnTo>
                  <a:close/>
                  <a:moveTo>
                    <a:pt x="499" y="1051"/>
                  </a:moveTo>
                  <a:lnTo>
                    <a:pt x="499" y="1048"/>
                  </a:lnTo>
                  <a:lnTo>
                    <a:pt x="499" y="1048"/>
                  </a:lnTo>
                  <a:lnTo>
                    <a:pt x="499" y="1048"/>
                  </a:lnTo>
                  <a:lnTo>
                    <a:pt x="499" y="1048"/>
                  </a:lnTo>
                  <a:lnTo>
                    <a:pt x="497" y="1048"/>
                  </a:lnTo>
                  <a:lnTo>
                    <a:pt x="495" y="1048"/>
                  </a:lnTo>
                  <a:lnTo>
                    <a:pt x="492" y="1051"/>
                  </a:lnTo>
                  <a:lnTo>
                    <a:pt x="492" y="1051"/>
                  </a:lnTo>
                  <a:lnTo>
                    <a:pt x="490" y="1053"/>
                  </a:lnTo>
                  <a:lnTo>
                    <a:pt x="492" y="1056"/>
                  </a:lnTo>
                  <a:lnTo>
                    <a:pt x="492" y="1056"/>
                  </a:lnTo>
                  <a:lnTo>
                    <a:pt x="495" y="1056"/>
                  </a:lnTo>
                  <a:lnTo>
                    <a:pt x="497" y="1053"/>
                  </a:lnTo>
                  <a:lnTo>
                    <a:pt x="497" y="1056"/>
                  </a:lnTo>
                  <a:lnTo>
                    <a:pt x="497" y="1056"/>
                  </a:lnTo>
                  <a:lnTo>
                    <a:pt x="499" y="1056"/>
                  </a:lnTo>
                  <a:lnTo>
                    <a:pt x="502" y="1053"/>
                  </a:lnTo>
                  <a:lnTo>
                    <a:pt x="502" y="1053"/>
                  </a:lnTo>
                  <a:lnTo>
                    <a:pt x="502" y="1053"/>
                  </a:lnTo>
                  <a:lnTo>
                    <a:pt x="502" y="1051"/>
                  </a:lnTo>
                  <a:lnTo>
                    <a:pt x="499" y="1051"/>
                  </a:lnTo>
                  <a:close/>
                  <a:moveTo>
                    <a:pt x="542" y="1053"/>
                  </a:moveTo>
                  <a:lnTo>
                    <a:pt x="542" y="1053"/>
                  </a:lnTo>
                  <a:lnTo>
                    <a:pt x="540" y="1053"/>
                  </a:lnTo>
                  <a:lnTo>
                    <a:pt x="540" y="1056"/>
                  </a:lnTo>
                  <a:lnTo>
                    <a:pt x="542" y="1056"/>
                  </a:lnTo>
                  <a:lnTo>
                    <a:pt x="542" y="1056"/>
                  </a:lnTo>
                  <a:lnTo>
                    <a:pt x="544" y="1056"/>
                  </a:lnTo>
                  <a:lnTo>
                    <a:pt x="544" y="1056"/>
                  </a:lnTo>
                  <a:lnTo>
                    <a:pt x="544" y="1056"/>
                  </a:lnTo>
                  <a:lnTo>
                    <a:pt x="544" y="1053"/>
                  </a:lnTo>
                  <a:lnTo>
                    <a:pt x="544" y="1053"/>
                  </a:lnTo>
                  <a:lnTo>
                    <a:pt x="542" y="1053"/>
                  </a:lnTo>
                  <a:close/>
                  <a:moveTo>
                    <a:pt x="547" y="1051"/>
                  </a:move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7" y="1051"/>
                  </a:lnTo>
                  <a:lnTo>
                    <a:pt x="547" y="1051"/>
                  </a:lnTo>
                  <a:close/>
                  <a:moveTo>
                    <a:pt x="386" y="1027"/>
                  </a:move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8" y="1027"/>
                  </a:lnTo>
                  <a:lnTo>
                    <a:pt x="386" y="1027"/>
                  </a:lnTo>
                  <a:lnTo>
                    <a:pt x="386" y="1027"/>
                  </a:lnTo>
                  <a:close/>
                  <a:moveTo>
                    <a:pt x="471" y="1058"/>
                  </a:moveTo>
                  <a:lnTo>
                    <a:pt x="469" y="1058"/>
                  </a:lnTo>
                  <a:lnTo>
                    <a:pt x="469" y="1058"/>
                  </a:lnTo>
                  <a:lnTo>
                    <a:pt x="469" y="1058"/>
                  </a:lnTo>
                  <a:lnTo>
                    <a:pt x="469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6"/>
                  </a:lnTo>
                  <a:lnTo>
                    <a:pt x="466" y="1056"/>
                  </a:lnTo>
                  <a:lnTo>
                    <a:pt x="466" y="1056"/>
                  </a:lnTo>
                  <a:lnTo>
                    <a:pt x="464" y="1056"/>
                  </a:lnTo>
                  <a:lnTo>
                    <a:pt x="464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59" y="1056"/>
                  </a:lnTo>
                  <a:lnTo>
                    <a:pt x="459" y="1056"/>
                  </a:lnTo>
                  <a:lnTo>
                    <a:pt x="459" y="1056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7" y="1053"/>
                  </a:lnTo>
                  <a:lnTo>
                    <a:pt x="457" y="1053"/>
                  </a:lnTo>
                  <a:lnTo>
                    <a:pt x="455" y="1053"/>
                  </a:lnTo>
                  <a:lnTo>
                    <a:pt x="455" y="1053"/>
                  </a:lnTo>
                  <a:lnTo>
                    <a:pt x="457" y="1051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2" y="1048"/>
                  </a:lnTo>
                  <a:lnTo>
                    <a:pt x="452" y="1048"/>
                  </a:lnTo>
                  <a:lnTo>
                    <a:pt x="450" y="1051"/>
                  </a:lnTo>
                  <a:lnTo>
                    <a:pt x="450" y="1051"/>
                  </a:lnTo>
                  <a:lnTo>
                    <a:pt x="447" y="1051"/>
                  </a:lnTo>
                  <a:lnTo>
                    <a:pt x="447" y="1051"/>
                  </a:lnTo>
                  <a:lnTo>
                    <a:pt x="445" y="1051"/>
                  </a:lnTo>
                  <a:lnTo>
                    <a:pt x="445" y="1051"/>
                  </a:lnTo>
                  <a:lnTo>
                    <a:pt x="445" y="1048"/>
                  </a:lnTo>
                  <a:lnTo>
                    <a:pt x="445" y="1048"/>
                  </a:lnTo>
                  <a:lnTo>
                    <a:pt x="445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0" y="1048"/>
                  </a:lnTo>
                  <a:lnTo>
                    <a:pt x="440" y="1048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40" y="1048"/>
                  </a:lnTo>
                  <a:lnTo>
                    <a:pt x="440" y="1048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3" y="1053"/>
                  </a:lnTo>
                  <a:lnTo>
                    <a:pt x="443" y="1053"/>
                  </a:lnTo>
                  <a:lnTo>
                    <a:pt x="447" y="1056"/>
                  </a:lnTo>
                  <a:lnTo>
                    <a:pt x="447" y="1053"/>
                  </a:lnTo>
                  <a:lnTo>
                    <a:pt x="450" y="1053"/>
                  </a:lnTo>
                  <a:lnTo>
                    <a:pt x="450" y="1053"/>
                  </a:lnTo>
                  <a:lnTo>
                    <a:pt x="450" y="1056"/>
                  </a:lnTo>
                  <a:lnTo>
                    <a:pt x="450" y="1056"/>
                  </a:lnTo>
                  <a:lnTo>
                    <a:pt x="452" y="1056"/>
                  </a:lnTo>
                  <a:lnTo>
                    <a:pt x="452" y="1056"/>
                  </a:lnTo>
                  <a:lnTo>
                    <a:pt x="452" y="1058"/>
                  </a:lnTo>
                  <a:lnTo>
                    <a:pt x="452" y="1058"/>
                  </a:lnTo>
                  <a:lnTo>
                    <a:pt x="452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9" y="1058"/>
                  </a:lnTo>
                  <a:lnTo>
                    <a:pt x="459" y="1058"/>
                  </a:lnTo>
                  <a:lnTo>
                    <a:pt x="462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60"/>
                  </a:lnTo>
                  <a:lnTo>
                    <a:pt x="466" y="1060"/>
                  </a:lnTo>
                  <a:lnTo>
                    <a:pt x="469" y="1060"/>
                  </a:lnTo>
                  <a:lnTo>
                    <a:pt x="471" y="1060"/>
                  </a:lnTo>
                  <a:lnTo>
                    <a:pt x="471" y="1060"/>
                  </a:lnTo>
                  <a:lnTo>
                    <a:pt x="473" y="1060"/>
                  </a:lnTo>
                  <a:lnTo>
                    <a:pt x="473" y="1060"/>
                  </a:lnTo>
                  <a:lnTo>
                    <a:pt x="476" y="1060"/>
                  </a:lnTo>
                  <a:lnTo>
                    <a:pt x="476" y="1060"/>
                  </a:lnTo>
                  <a:lnTo>
                    <a:pt x="471" y="1058"/>
                  </a:lnTo>
                  <a:lnTo>
                    <a:pt x="471" y="1058"/>
                  </a:lnTo>
                  <a:close/>
                  <a:moveTo>
                    <a:pt x="436" y="1044"/>
                  </a:moveTo>
                  <a:lnTo>
                    <a:pt x="433" y="1044"/>
                  </a:lnTo>
                  <a:lnTo>
                    <a:pt x="433" y="1041"/>
                  </a:lnTo>
                  <a:lnTo>
                    <a:pt x="433" y="1041"/>
                  </a:lnTo>
                  <a:lnTo>
                    <a:pt x="433" y="1039"/>
                  </a:lnTo>
                  <a:lnTo>
                    <a:pt x="436" y="1039"/>
                  </a:lnTo>
                  <a:lnTo>
                    <a:pt x="438" y="1041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3" y="1039"/>
                  </a:lnTo>
                  <a:lnTo>
                    <a:pt x="443" y="1037"/>
                  </a:lnTo>
                  <a:lnTo>
                    <a:pt x="443" y="1037"/>
                  </a:lnTo>
                  <a:lnTo>
                    <a:pt x="443" y="1037"/>
                  </a:lnTo>
                  <a:lnTo>
                    <a:pt x="443" y="1034"/>
                  </a:lnTo>
                  <a:lnTo>
                    <a:pt x="443" y="1034"/>
                  </a:lnTo>
                  <a:lnTo>
                    <a:pt x="443" y="1034"/>
                  </a:lnTo>
                  <a:lnTo>
                    <a:pt x="440" y="1032"/>
                  </a:lnTo>
                  <a:lnTo>
                    <a:pt x="440" y="1032"/>
                  </a:lnTo>
                  <a:lnTo>
                    <a:pt x="440" y="1030"/>
                  </a:lnTo>
                  <a:lnTo>
                    <a:pt x="440" y="1032"/>
                  </a:lnTo>
                  <a:lnTo>
                    <a:pt x="440" y="1030"/>
                  </a:lnTo>
                  <a:lnTo>
                    <a:pt x="438" y="1030"/>
                  </a:lnTo>
                  <a:lnTo>
                    <a:pt x="438" y="1030"/>
                  </a:lnTo>
                  <a:lnTo>
                    <a:pt x="438" y="1030"/>
                  </a:lnTo>
                  <a:lnTo>
                    <a:pt x="436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1" y="1030"/>
                  </a:lnTo>
                  <a:lnTo>
                    <a:pt x="431" y="1030"/>
                  </a:lnTo>
                  <a:lnTo>
                    <a:pt x="431" y="1030"/>
                  </a:lnTo>
                  <a:lnTo>
                    <a:pt x="431" y="1032"/>
                  </a:lnTo>
                  <a:lnTo>
                    <a:pt x="429" y="1032"/>
                  </a:lnTo>
                  <a:lnTo>
                    <a:pt x="426" y="1032"/>
                  </a:lnTo>
                  <a:lnTo>
                    <a:pt x="426" y="1032"/>
                  </a:lnTo>
                  <a:lnTo>
                    <a:pt x="426" y="1032"/>
                  </a:lnTo>
                  <a:lnTo>
                    <a:pt x="429" y="1034"/>
                  </a:lnTo>
                  <a:lnTo>
                    <a:pt x="429" y="1034"/>
                  </a:lnTo>
                  <a:lnTo>
                    <a:pt x="429" y="1034"/>
                  </a:lnTo>
                  <a:lnTo>
                    <a:pt x="431" y="1032"/>
                  </a:lnTo>
                  <a:lnTo>
                    <a:pt x="431" y="1032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7"/>
                  </a:lnTo>
                  <a:lnTo>
                    <a:pt x="433" y="1037"/>
                  </a:lnTo>
                  <a:lnTo>
                    <a:pt x="433" y="1037"/>
                  </a:lnTo>
                  <a:lnTo>
                    <a:pt x="433" y="1037"/>
                  </a:lnTo>
                  <a:lnTo>
                    <a:pt x="433" y="1039"/>
                  </a:lnTo>
                  <a:lnTo>
                    <a:pt x="431" y="1037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6" y="1039"/>
                  </a:lnTo>
                  <a:lnTo>
                    <a:pt x="424" y="1037"/>
                  </a:lnTo>
                  <a:lnTo>
                    <a:pt x="424" y="1037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4" y="1039"/>
                  </a:lnTo>
                  <a:lnTo>
                    <a:pt x="424" y="1039"/>
                  </a:lnTo>
                  <a:lnTo>
                    <a:pt x="419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19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41"/>
                  </a:lnTo>
                  <a:lnTo>
                    <a:pt x="421" y="1041"/>
                  </a:lnTo>
                  <a:lnTo>
                    <a:pt x="419" y="1041"/>
                  </a:lnTo>
                  <a:lnTo>
                    <a:pt x="419" y="1039"/>
                  </a:lnTo>
                  <a:lnTo>
                    <a:pt x="419" y="1041"/>
                  </a:lnTo>
                  <a:lnTo>
                    <a:pt x="417" y="1041"/>
                  </a:lnTo>
                  <a:lnTo>
                    <a:pt x="417" y="1041"/>
                  </a:lnTo>
                  <a:lnTo>
                    <a:pt x="419" y="1041"/>
                  </a:lnTo>
                  <a:lnTo>
                    <a:pt x="417" y="1041"/>
                  </a:lnTo>
                  <a:lnTo>
                    <a:pt x="417" y="1041"/>
                  </a:lnTo>
                  <a:lnTo>
                    <a:pt x="414" y="1041"/>
                  </a:lnTo>
                  <a:lnTo>
                    <a:pt x="414" y="1039"/>
                  </a:lnTo>
                  <a:lnTo>
                    <a:pt x="412" y="1039"/>
                  </a:lnTo>
                  <a:lnTo>
                    <a:pt x="412" y="1039"/>
                  </a:lnTo>
                  <a:lnTo>
                    <a:pt x="412" y="1041"/>
                  </a:lnTo>
                  <a:lnTo>
                    <a:pt x="410" y="1041"/>
                  </a:lnTo>
                  <a:lnTo>
                    <a:pt x="410" y="1041"/>
                  </a:lnTo>
                  <a:lnTo>
                    <a:pt x="410" y="1039"/>
                  </a:lnTo>
                  <a:lnTo>
                    <a:pt x="410" y="1039"/>
                  </a:lnTo>
                  <a:lnTo>
                    <a:pt x="410" y="1039"/>
                  </a:lnTo>
                  <a:lnTo>
                    <a:pt x="407" y="1039"/>
                  </a:lnTo>
                  <a:lnTo>
                    <a:pt x="407" y="1039"/>
                  </a:lnTo>
                  <a:lnTo>
                    <a:pt x="407" y="1039"/>
                  </a:lnTo>
                  <a:lnTo>
                    <a:pt x="407" y="1037"/>
                  </a:lnTo>
                  <a:lnTo>
                    <a:pt x="407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41"/>
                  </a:lnTo>
                  <a:lnTo>
                    <a:pt x="400" y="1041"/>
                  </a:lnTo>
                  <a:lnTo>
                    <a:pt x="400" y="1041"/>
                  </a:lnTo>
                  <a:lnTo>
                    <a:pt x="400" y="1041"/>
                  </a:lnTo>
                  <a:lnTo>
                    <a:pt x="400" y="1039"/>
                  </a:lnTo>
                  <a:lnTo>
                    <a:pt x="400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5" y="1039"/>
                  </a:lnTo>
                  <a:lnTo>
                    <a:pt x="395" y="1039"/>
                  </a:lnTo>
                  <a:lnTo>
                    <a:pt x="391" y="1039"/>
                  </a:lnTo>
                  <a:lnTo>
                    <a:pt x="391" y="1039"/>
                  </a:lnTo>
                  <a:lnTo>
                    <a:pt x="391" y="1039"/>
                  </a:lnTo>
                  <a:lnTo>
                    <a:pt x="400" y="1041"/>
                  </a:lnTo>
                  <a:lnTo>
                    <a:pt x="403" y="1041"/>
                  </a:lnTo>
                  <a:lnTo>
                    <a:pt x="403" y="1041"/>
                  </a:lnTo>
                  <a:lnTo>
                    <a:pt x="403" y="1041"/>
                  </a:lnTo>
                  <a:lnTo>
                    <a:pt x="405" y="1041"/>
                  </a:lnTo>
                  <a:lnTo>
                    <a:pt x="405" y="1041"/>
                  </a:lnTo>
                  <a:lnTo>
                    <a:pt x="405" y="1041"/>
                  </a:lnTo>
                  <a:lnTo>
                    <a:pt x="407" y="1041"/>
                  </a:lnTo>
                  <a:lnTo>
                    <a:pt x="410" y="1044"/>
                  </a:lnTo>
                  <a:lnTo>
                    <a:pt x="410" y="1044"/>
                  </a:lnTo>
                  <a:lnTo>
                    <a:pt x="410" y="1046"/>
                  </a:lnTo>
                  <a:lnTo>
                    <a:pt x="412" y="1046"/>
                  </a:lnTo>
                  <a:lnTo>
                    <a:pt x="412" y="1046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4" y="1046"/>
                  </a:lnTo>
                  <a:lnTo>
                    <a:pt x="414" y="1046"/>
                  </a:lnTo>
                  <a:lnTo>
                    <a:pt x="414" y="1046"/>
                  </a:lnTo>
                  <a:lnTo>
                    <a:pt x="417" y="1046"/>
                  </a:lnTo>
                  <a:lnTo>
                    <a:pt x="417" y="1046"/>
                  </a:lnTo>
                  <a:lnTo>
                    <a:pt x="417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4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4"/>
                  </a:lnTo>
                  <a:lnTo>
                    <a:pt x="419" y="1044"/>
                  </a:lnTo>
                  <a:lnTo>
                    <a:pt x="419" y="1044"/>
                  </a:lnTo>
                  <a:lnTo>
                    <a:pt x="421" y="1044"/>
                  </a:lnTo>
                  <a:lnTo>
                    <a:pt x="421" y="1046"/>
                  </a:lnTo>
                  <a:lnTo>
                    <a:pt x="421" y="1044"/>
                  </a:lnTo>
                  <a:lnTo>
                    <a:pt x="421" y="1046"/>
                  </a:lnTo>
                  <a:lnTo>
                    <a:pt x="421" y="1046"/>
                  </a:lnTo>
                  <a:lnTo>
                    <a:pt x="421" y="1046"/>
                  </a:lnTo>
                  <a:lnTo>
                    <a:pt x="424" y="1048"/>
                  </a:lnTo>
                  <a:lnTo>
                    <a:pt x="424" y="1046"/>
                  </a:lnTo>
                  <a:lnTo>
                    <a:pt x="424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9" y="1044"/>
                  </a:lnTo>
                  <a:lnTo>
                    <a:pt x="429" y="1044"/>
                  </a:lnTo>
                  <a:lnTo>
                    <a:pt x="429" y="1044"/>
                  </a:lnTo>
                  <a:lnTo>
                    <a:pt x="429" y="1046"/>
                  </a:lnTo>
                  <a:lnTo>
                    <a:pt x="429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4"/>
                  </a:lnTo>
                  <a:lnTo>
                    <a:pt x="431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4"/>
                  </a:lnTo>
                  <a:close/>
                  <a:moveTo>
                    <a:pt x="828" y="303"/>
                  </a:move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1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28" y="303"/>
                  </a:lnTo>
                  <a:lnTo>
                    <a:pt x="828" y="303"/>
                  </a:lnTo>
                  <a:close/>
                  <a:moveTo>
                    <a:pt x="1893" y="793"/>
                  </a:moveTo>
                  <a:lnTo>
                    <a:pt x="1893" y="793"/>
                  </a:lnTo>
                  <a:lnTo>
                    <a:pt x="1893" y="793"/>
                  </a:lnTo>
                  <a:lnTo>
                    <a:pt x="1893" y="790"/>
                  </a:lnTo>
                  <a:lnTo>
                    <a:pt x="1890" y="788"/>
                  </a:lnTo>
                  <a:lnTo>
                    <a:pt x="1888" y="786"/>
                  </a:lnTo>
                  <a:lnTo>
                    <a:pt x="1888" y="786"/>
                  </a:lnTo>
                  <a:lnTo>
                    <a:pt x="1888" y="786"/>
                  </a:lnTo>
                  <a:lnTo>
                    <a:pt x="1886" y="783"/>
                  </a:lnTo>
                  <a:lnTo>
                    <a:pt x="1886" y="786"/>
                  </a:lnTo>
                  <a:lnTo>
                    <a:pt x="1886" y="786"/>
                  </a:lnTo>
                  <a:lnTo>
                    <a:pt x="1886" y="786"/>
                  </a:lnTo>
                  <a:lnTo>
                    <a:pt x="1883" y="786"/>
                  </a:lnTo>
                  <a:lnTo>
                    <a:pt x="1883" y="786"/>
                  </a:lnTo>
                  <a:lnTo>
                    <a:pt x="1881" y="786"/>
                  </a:lnTo>
                  <a:lnTo>
                    <a:pt x="1881" y="783"/>
                  </a:lnTo>
                  <a:lnTo>
                    <a:pt x="1878" y="783"/>
                  </a:lnTo>
                  <a:lnTo>
                    <a:pt x="1878" y="781"/>
                  </a:lnTo>
                  <a:lnTo>
                    <a:pt x="1878" y="781"/>
                  </a:lnTo>
                  <a:lnTo>
                    <a:pt x="1876" y="781"/>
                  </a:lnTo>
                  <a:lnTo>
                    <a:pt x="1874" y="781"/>
                  </a:lnTo>
                  <a:lnTo>
                    <a:pt x="1874" y="781"/>
                  </a:lnTo>
                  <a:lnTo>
                    <a:pt x="1874" y="781"/>
                  </a:lnTo>
                  <a:lnTo>
                    <a:pt x="1876" y="783"/>
                  </a:lnTo>
                  <a:lnTo>
                    <a:pt x="1876" y="783"/>
                  </a:lnTo>
                  <a:lnTo>
                    <a:pt x="1876" y="783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8"/>
                  </a:lnTo>
                  <a:lnTo>
                    <a:pt x="1876" y="788"/>
                  </a:lnTo>
                  <a:lnTo>
                    <a:pt x="1878" y="788"/>
                  </a:lnTo>
                  <a:lnTo>
                    <a:pt x="1878" y="788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81" y="795"/>
                  </a:lnTo>
                  <a:lnTo>
                    <a:pt x="1883" y="795"/>
                  </a:lnTo>
                  <a:lnTo>
                    <a:pt x="1883" y="795"/>
                  </a:lnTo>
                  <a:lnTo>
                    <a:pt x="1886" y="795"/>
                  </a:lnTo>
                  <a:lnTo>
                    <a:pt x="1886" y="795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8" y="795"/>
                  </a:lnTo>
                  <a:lnTo>
                    <a:pt x="1888" y="795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3" y="798"/>
                  </a:lnTo>
                  <a:lnTo>
                    <a:pt x="1893" y="798"/>
                  </a:lnTo>
                  <a:lnTo>
                    <a:pt x="1893" y="795"/>
                  </a:lnTo>
                  <a:lnTo>
                    <a:pt x="1893" y="793"/>
                  </a:lnTo>
                  <a:lnTo>
                    <a:pt x="1893" y="793"/>
                  </a:lnTo>
                  <a:lnTo>
                    <a:pt x="1893" y="793"/>
                  </a:lnTo>
                  <a:close/>
                  <a:moveTo>
                    <a:pt x="1211" y="675"/>
                  </a:moveTo>
                  <a:lnTo>
                    <a:pt x="1211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09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11" y="677"/>
                  </a:lnTo>
                  <a:lnTo>
                    <a:pt x="1211" y="677"/>
                  </a:lnTo>
                  <a:lnTo>
                    <a:pt x="1214" y="677"/>
                  </a:lnTo>
                  <a:lnTo>
                    <a:pt x="1211" y="677"/>
                  </a:lnTo>
                  <a:lnTo>
                    <a:pt x="1211" y="675"/>
                  </a:lnTo>
                  <a:lnTo>
                    <a:pt x="1211" y="675"/>
                  </a:lnTo>
                  <a:close/>
                  <a:moveTo>
                    <a:pt x="1185" y="719"/>
                  </a:moveTo>
                  <a:lnTo>
                    <a:pt x="1185" y="722"/>
                  </a:lnTo>
                  <a:lnTo>
                    <a:pt x="1185" y="722"/>
                  </a:lnTo>
                  <a:lnTo>
                    <a:pt x="1185" y="722"/>
                  </a:lnTo>
                  <a:lnTo>
                    <a:pt x="1183" y="722"/>
                  </a:lnTo>
                  <a:lnTo>
                    <a:pt x="1183" y="722"/>
                  </a:lnTo>
                  <a:lnTo>
                    <a:pt x="1183" y="722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5" y="727"/>
                  </a:lnTo>
                  <a:lnTo>
                    <a:pt x="1188" y="724"/>
                  </a:lnTo>
                  <a:lnTo>
                    <a:pt x="1188" y="724"/>
                  </a:lnTo>
                  <a:lnTo>
                    <a:pt x="1190" y="724"/>
                  </a:lnTo>
                  <a:lnTo>
                    <a:pt x="1190" y="722"/>
                  </a:lnTo>
                  <a:lnTo>
                    <a:pt x="1188" y="719"/>
                  </a:lnTo>
                  <a:lnTo>
                    <a:pt x="1185" y="719"/>
                  </a:lnTo>
                  <a:close/>
                  <a:moveTo>
                    <a:pt x="1971" y="819"/>
                  </a:moveTo>
                  <a:lnTo>
                    <a:pt x="1971" y="819"/>
                  </a:lnTo>
                  <a:lnTo>
                    <a:pt x="1971" y="819"/>
                  </a:lnTo>
                  <a:lnTo>
                    <a:pt x="1968" y="814"/>
                  </a:lnTo>
                  <a:lnTo>
                    <a:pt x="1968" y="814"/>
                  </a:lnTo>
                  <a:lnTo>
                    <a:pt x="1968" y="814"/>
                  </a:lnTo>
                  <a:lnTo>
                    <a:pt x="1966" y="812"/>
                  </a:lnTo>
                  <a:lnTo>
                    <a:pt x="1966" y="812"/>
                  </a:lnTo>
                  <a:lnTo>
                    <a:pt x="1966" y="812"/>
                  </a:lnTo>
                  <a:lnTo>
                    <a:pt x="1964" y="809"/>
                  </a:lnTo>
                  <a:lnTo>
                    <a:pt x="1964" y="807"/>
                  </a:lnTo>
                  <a:lnTo>
                    <a:pt x="1964" y="807"/>
                  </a:lnTo>
                  <a:lnTo>
                    <a:pt x="1961" y="807"/>
                  </a:lnTo>
                  <a:lnTo>
                    <a:pt x="1961" y="805"/>
                  </a:lnTo>
                  <a:lnTo>
                    <a:pt x="1961" y="805"/>
                  </a:lnTo>
                  <a:lnTo>
                    <a:pt x="1961" y="802"/>
                  </a:lnTo>
                  <a:lnTo>
                    <a:pt x="1961" y="802"/>
                  </a:lnTo>
                  <a:lnTo>
                    <a:pt x="1961" y="800"/>
                  </a:lnTo>
                  <a:lnTo>
                    <a:pt x="1959" y="800"/>
                  </a:lnTo>
                  <a:lnTo>
                    <a:pt x="1959" y="800"/>
                  </a:lnTo>
                  <a:lnTo>
                    <a:pt x="1959" y="800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5"/>
                  </a:lnTo>
                  <a:lnTo>
                    <a:pt x="1959" y="795"/>
                  </a:lnTo>
                  <a:lnTo>
                    <a:pt x="1959" y="793"/>
                  </a:lnTo>
                  <a:lnTo>
                    <a:pt x="1959" y="790"/>
                  </a:lnTo>
                  <a:lnTo>
                    <a:pt x="1959" y="788"/>
                  </a:lnTo>
                  <a:lnTo>
                    <a:pt x="1959" y="788"/>
                  </a:lnTo>
                  <a:lnTo>
                    <a:pt x="1959" y="786"/>
                  </a:lnTo>
                  <a:lnTo>
                    <a:pt x="1959" y="783"/>
                  </a:lnTo>
                  <a:lnTo>
                    <a:pt x="1957" y="781"/>
                  </a:lnTo>
                  <a:lnTo>
                    <a:pt x="1957" y="781"/>
                  </a:lnTo>
                  <a:lnTo>
                    <a:pt x="1957" y="779"/>
                  </a:lnTo>
                  <a:lnTo>
                    <a:pt x="1954" y="779"/>
                  </a:lnTo>
                  <a:lnTo>
                    <a:pt x="1954" y="776"/>
                  </a:lnTo>
                  <a:lnTo>
                    <a:pt x="1952" y="776"/>
                  </a:lnTo>
                  <a:lnTo>
                    <a:pt x="1949" y="779"/>
                  </a:lnTo>
                  <a:lnTo>
                    <a:pt x="1949" y="779"/>
                  </a:lnTo>
                  <a:lnTo>
                    <a:pt x="1947" y="779"/>
                  </a:lnTo>
                  <a:lnTo>
                    <a:pt x="1942" y="779"/>
                  </a:lnTo>
                  <a:lnTo>
                    <a:pt x="1942" y="779"/>
                  </a:lnTo>
                  <a:lnTo>
                    <a:pt x="1942" y="779"/>
                  </a:lnTo>
                  <a:lnTo>
                    <a:pt x="1940" y="776"/>
                  </a:lnTo>
                  <a:lnTo>
                    <a:pt x="1938" y="774"/>
                  </a:lnTo>
                  <a:lnTo>
                    <a:pt x="1938" y="774"/>
                  </a:lnTo>
                  <a:lnTo>
                    <a:pt x="1935" y="774"/>
                  </a:lnTo>
                  <a:lnTo>
                    <a:pt x="1933" y="774"/>
                  </a:lnTo>
                  <a:lnTo>
                    <a:pt x="1928" y="772"/>
                  </a:lnTo>
                  <a:lnTo>
                    <a:pt x="1923" y="772"/>
                  </a:lnTo>
                  <a:lnTo>
                    <a:pt x="1919" y="772"/>
                  </a:lnTo>
                  <a:lnTo>
                    <a:pt x="1916" y="772"/>
                  </a:lnTo>
                  <a:lnTo>
                    <a:pt x="1912" y="769"/>
                  </a:lnTo>
                  <a:lnTo>
                    <a:pt x="1907" y="769"/>
                  </a:lnTo>
                  <a:lnTo>
                    <a:pt x="1900" y="767"/>
                  </a:lnTo>
                  <a:lnTo>
                    <a:pt x="1897" y="767"/>
                  </a:lnTo>
                  <a:lnTo>
                    <a:pt x="1897" y="767"/>
                  </a:lnTo>
                  <a:lnTo>
                    <a:pt x="1897" y="767"/>
                  </a:lnTo>
                  <a:lnTo>
                    <a:pt x="1893" y="767"/>
                  </a:lnTo>
                  <a:lnTo>
                    <a:pt x="1890" y="769"/>
                  </a:lnTo>
                  <a:lnTo>
                    <a:pt x="1888" y="769"/>
                  </a:lnTo>
                  <a:lnTo>
                    <a:pt x="1888" y="769"/>
                  </a:lnTo>
                  <a:lnTo>
                    <a:pt x="1888" y="767"/>
                  </a:lnTo>
                  <a:lnTo>
                    <a:pt x="1888" y="764"/>
                  </a:lnTo>
                  <a:lnTo>
                    <a:pt x="1888" y="764"/>
                  </a:lnTo>
                  <a:lnTo>
                    <a:pt x="1886" y="762"/>
                  </a:lnTo>
                  <a:lnTo>
                    <a:pt x="1886" y="762"/>
                  </a:lnTo>
                  <a:lnTo>
                    <a:pt x="1883" y="762"/>
                  </a:lnTo>
                  <a:lnTo>
                    <a:pt x="1883" y="760"/>
                  </a:lnTo>
                  <a:lnTo>
                    <a:pt x="1883" y="760"/>
                  </a:lnTo>
                  <a:lnTo>
                    <a:pt x="1883" y="760"/>
                  </a:lnTo>
                  <a:lnTo>
                    <a:pt x="1883" y="757"/>
                  </a:lnTo>
                  <a:lnTo>
                    <a:pt x="1883" y="757"/>
                  </a:lnTo>
                  <a:lnTo>
                    <a:pt x="1876" y="757"/>
                  </a:lnTo>
                  <a:lnTo>
                    <a:pt x="1874" y="746"/>
                  </a:lnTo>
                  <a:lnTo>
                    <a:pt x="1869" y="746"/>
                  </a:lnTo>
                  <a:lnTo>
                    <a:pt x="1864" y="746"/>
                  </a:lnTo>
                  <a:lnTo>
                    <a:pt x="1864" y="743"/>
                  </a:lnTo>
                  <a:lnTo>
                    <a:pt x="1864" y="738"/>
                  </a:lnTo>
                  <a:lnTo>
                    <a:pt x="1862" y="734"/>
                  </a:lnTo>
                  <a:lnTo>
                    <a:pt x="1857" y="731"/>
                  </a:lnTo>
                  <a:lnTo>
                    <a:pt x="1852" y="729"/>
                  </a:lnTo>
                  <a:lnTo>
                    <a:pt x="1850" y="724"/>
                  </a:lnTo>
                  <a:lnTo>
                    <a:pt x="1845" y="722"/>
                  </a:lnTo>
                  <a:lnTo>
                    <a:pt x="1841" y="717"/>
                  </a:lnTo>
                  <a:lnTo>
                    <a:pt x="1836" y="710"/>
                  </a:lnTo>
                  <a:lnTo>
                    <a:pt x="1831" y="708"/>
                  </a:lnTo>
                  <a:lnTo>
                    <a:pt x="1824" y="701"/>
                  </a:lnTo>
                  <a:lnTo>
                    <a:pt x="1817" y="693"/>
                  </a:lnTo>
                  <a:lnTo>
                    <a:pt x="1810" y="686"/>
                  </a:lnTo>
                  <a:lnTo>
                    <a:pt x="1805" y="684"/>
                  </a:lnTo>
                  <a:lnTo>
                    <a:pt x="1808" y="679"/>
                  </a:lnTo>
                  <a:lnTo>
                    <a:pt x="1793" y="672"/>
                  </a:lnTo>
                  <a:lnTo>
                    <a:pt x="1786" y="667"/>
                  </a:lnTo>
                  <a:lnTo>
                    <a:pt x="1772" y="663"/>
                  </a:lnTo>
                  <a:lnTo>
                    <a:pt x="1770" y="660"/>
                  </a:lnTo>
                  <a:lnTo>
                    <a:pt x="1770" y="658"/>
                  </a:lnTo>
                  <a:lnTo>
                    <a:pt x="1767" y="658"/>
                  </a:lnTo>
                  <a:lnTo>
                    <a:pt x="1765" y="653"/>
                  </a:lnTo>
                  <a:lnTo>
                    <a:pt x="1760" y="651"/>
                  </a:lnTo>
                  <a:lnTo>
                    <a:pt x="1758" y="651"/>
                  </a:lnTo>
                  <a:lnTo>
                    <a:pt x="1753" y="648"/>
                  </a:lnTo>
                  <a:lnTo>
                    <a:pt x="1753" y="646"/>
                  </a:lnTo>
                  <a:lnTo>
                    <a:pt x="1744" y="646"/>
                  </a:lnTo>
                  <a:lnTo>
                    <a:pt x="1741" y="641"/>
                  </a:lnTo>
                  <a:lnTo>
                    <a:pt x="1741" y="639"/>
                  </a:lnTo>
                  <a:lnTo>
                    <a:pt x="1739" y="639"/>
                  </a:lnTo>
                  <a:lnTo>
                    <a:pt x="1739" y="637"/>
                  </a:lnTo>
                  <a:lnTo>
                    <a:pt x="1739" y="634"/>
                  </a:lnTo>
                  <a:lnTo>
                    <a:pt x="1737" y="630"/>
                  </a:lnTo>
                  <a:lnTo>
                    <a:pt x="1734" y="627"/>
                  </a:lnTo>
                  <a:lnTo>
                    <a:pt x="1732" y="627"/>
                  </a:lnTo>
                  <a:lnTo>
                    <a:pt x="1729" y="625"/>
                  </a:lnTo>
                  <a:lnTo>
                    <a:pt x="1729" y="622"/>
                  </a:lnTo>
                  <a:lnTo>
                    <a:pt x="1725" y="622"/>
                  </a:lnTo>
                  <a:lnTo>
                    <a:pt x="1720" y="620"/>
                  </a:lnTo>
                  <a:lnTo>
                    <a:pt x="1708" y="632"/>
                  </a:lnTo>
                  <a:lnTo>
                    <a:pt x="1703" y="634"/>
                  </a:lnTo>
                  <a:lnTo>
                    <a:pt x="1701" y="637"/>
                  </a:lnTo>
                  <a:lnTo>
                    <a:pt x="1699" y="639"/>
                  </a:lnTo>
                  <a:lnTo>
                    <a:pt x="1703" y="639"/>
                  </a:lnTo>
                  <a:lnTo>
                    <a:pt x="1703" y="641"/>
                  </a:lnTo>
                  <a:lnTo>
                    <a:pt x="1703" y="646"/>
                  </a:lnTo>
                  <a:lnTo>
                    <a:pt x="1699" y="648"/>
                  </a:lnTo>
                  <a:lnTo>
                    <a:pt x="1696" y="646"/>
                  </a:lnTo>
                  <a:lnTo>
                    <a:pt x="1701" y="658"/>
                  </a:lnTo>
                  <a:lnTo>
                    <a:pt x="1699" y="665"/>
                  </a:lnTo>
                  <a:lnTo>
                    <a:pt x="1692" y="667"/>
                  </a:lnTo>
                  <a:lnTo>
                    <a:pt x="1680" y="682"/>
                  </a:lnTo>
                  <a:lnTo>
                    <a:pt x="1677" y="686"/>
                  </a:lnTo>
                  <a:lnTo>
                    <a:pt x="1675" y="689"/>
                  </a:lnTo>
                  <a:lnTo>
                    <a:pt x="1675" y="682"/>
                  </a:lnTo>
                  <a:lnTo>
                    <a:pt x="1668" y="670"/>
                  </a:lnTo>
                  <a:lnTo>
                    <a:pt x="1651" y="658"/>
                  </a:lnTo>
                  <a:lnTo>
                    <a:pt x="1630" y="646"/>
                  </a:lnTo>
                  <a:lnTo>
                    <a:pt x="1628" y="644"/>
                  </a:lnTo>
                  <a:lnTo>
                    <a:pt x="1625" y="637"/>
                  </a:lnTo>
                  <a:lnTo>
                    <a:pt x="1614" y="634"/>
                  </a:lnTo>
                  <a:lnTo>
                    <a:pt x="1609" y="630"/>
                  </a:lnTo>
                  <a:lnTo>
                    <a:pt x="1609" y="615"/>
                  </a:lnTo>
                  <a:lnTo>
                    <a:pt x="1609" y="613"/>
                  </a:lnTo>
                  <a:lnTo>
                    <a:pt x="1590" y="618"/>
                  </a:lnTo>
                  <a:lnTo>
                    <a:pt x="1585" y="630"/>
                  </a:lnTo>
                  <a:lnTo>
                    <a:pt x="1569" y="625"/>
                  </a:lnTo>
                  <a:lnTo>
                    <a:pt x="1569" y="630"/>
                  </a:lnTo>
                  <a:lnTo>
                    <a:pt x="1552" y="627"/>
                  </a:lnTo>
                  <a:lnTo>
                    <a:pt x="1552" y="620"/>
                  </a:lnTo>
                  <a:lnTo>
                    <a:pt x="1550" y="611"/>
                  </a:lnTo>
                  <a:lnTo>
                    <a:pt x="1547" y="601"/>
                  </a:lnTo>
                  <a:lnTo>
                    <a:pt x="1545" y="594"/>
                  </a:lnTo>
                  <a:lnTo>
                    <a:pt x="1545" y="585"/>
                  </a:lnTo>
                  <a:lnTo>
                    <a:pt x="1543" y="575"/>
                  </a:lnTo>
                  <a:lnTo>
                    <a:pt x="1540" y="568"/>
                  </a:lnTo>
                  <a:lnTo>
                    <a:pt x="1540" y="559"/>
                  </a:lnTo>
                  <a:lnTo>
                    <a:pt x="1538" y="549"/>
                  </a:lnTo>
                  <a:lnTo>
                    <a:pt x="1533" y="532"/>
                  </a:lnTo>
                  <a:lnTo>
                    <a:pt x="1533" y="525"/>
                  </a:lnTo>
                  <a:lnTo>
                    <a:pt x="1531" y="516"/>
                  </a:lnTo>
                  <a:lnTo>
                    <a:pt x="1528" y="506"/>
                  </a:lnTo>
                  <a:lnTo>
                    <a:pt x="1526" y="499"/>
                  </a:lnTo>
                  <a:lnTo>
                    <a:pt x="1526" y="490"/>
                  </a:lnTo>
                  <a:lnTo>
                    <a:pt x="1524" y="480"/>
                  </a:lnTo>
                  <a:lnTo>
                    <a:pt x="1521" y="473"/>
                  </a:lnTo>
                  <a:lnTo>
                    <a:pt x="1521" y="464"/>
                  </a:lnTo>
                  <a:lnTo>
                    <a:pt x="1519" y="454"/>
                  </a:lnTo>
                  <a:lnTo>
                    <a:pt x="1517" y="447"/>
                  </a:lnTo>
                  <a:lnTo>
                    <a:pt x="1514" y="438"/>
                  </a:lnTo>
                  <a:lnTo>
                    <a:pt x="1514" y="428"/>
                  </a:lnTo>
                  <a:lnTo>
                    <a:pt x="1512" y="421"/>
                  </a:lnTo>
                  <a:lnTo>
                    <a:pt x="1509" y="412"/>
                  </a:lnTo>
                  <a:lnTo>
                    <a:pt x="1509" y="405"/>
                  </a:lnTo>
                  <a:lnTo>
                    <a:pt x="1507" y="395"/>
                  </a:lnTo>
                  <a:lnTo>
                    <a:pt x="1505" y="386"/>
                  </a:lnTo>
                  <a:lnTo>
                    <a:pt x="1502" y="379"/>
                  </a:lnTo>
                  <a:lnTo>
                    <a:pt x="1502" y="369"/>
                  </a:lnTo>
                  <a:lnTo>
                    <a:pt x="1495" y="334"/>
                  </a:lnTo>
                  <a:lnTo>
                    <a:pt x="1493" y="327"/>
                  </a:lnTo>
                  <a:lnTo>
                    <a:pt x="1491" y="310"/>
                  </a:lnTo>
                  <a:lnTo>
                    <a:pt x="1488" y="301"/>
                  </a:lnTo>
                  <a:lnTo>
                    <a:pt x="1483" y="284"/>
                  </a:lnTo>
                  <a:lnTo>
                    <a:pt x="1483" y="275"/>
                  </a:lnTo>
                  <a:lnTo>
                    <a:pt x="1481" y="265"/>
                  </a:lnTo>
                  <a:lnTo>
                    <a:pt x="1479" y="258"/>
                  </a:lnTo>
                  <a:lnTo>
                    <a:pt x="1479" y="248"/>
                  </a:lnTo>
                  <a:lnTo>
                    <a:pt x="1474" y="232"/>
                  </a:lnTo>
                  <a:lnTo>
                    <a:pt x="1472" y="222"/>
                  </a:lnTo>
                  <a:lnTo>
                    <a:pt x="1472" y="215"/>
                  </a:lnTo>
                  <a:lnTo>
                    <a:pt x="1469" y="206"/>
                  </a:lnTo>
                  <a:lnTo>
                    <a:pt x="1467" y="189"/>
                  </a:lnTo>
                  <a:lnTo>
                    <a:pt x="1465" y="180"/>
                  </a:lnTo>
                  <a:lnTo>
                    <a:pt x="1462" y="173"/>
                  </a:lnTo>
                  <a:lnTo>
                    <a:pt x="1460" y="154"/>
                  </a:lnTo>
                  <a:lnTo>
                    <a:pt x="1455" y="137"/>
                  </a:lnTo>
                  <a:lnTo>
                    <a:pt x="1455" y="130"/>
                  </a:lnTo>
                  <a:lnTo>
                    <a:pt x="1453" y="121"/>
                  </a:lnTo>
                  <a:lnTo>
                    <a:pt x="1450" y="114"/>
                  </a:lnTo>
                  <a:lnTo>
                    <a:pt x="1448" y="104"/>
                  </a:lnTo>
                  <a:lnTo>
                    <a:pt x="1448" y="95"/>
                  </a:lnTo>
                  <a:lnTo>
                    <a:pt x="1446" y="88"/>
                  </a:lnTo>
                  <a:lnTo>
                    <a:pt x="1443" y="78"/>
                  </a:lnTo>
                  <a:lnTo>
                    <a:pt x="1443" y="78"/>
                  </a:lnTo>
                  <a:lnTo>
                    <a:pt x="1436" y="78"/>
                  </a:lnTo>
                  <a:lnTo>
                    <a:pt x="1436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80"/>
                  </a:lnTo>
                  <a:lnTo>
                    <a:pt x="1439" y="80"/>
                  </a:lnTo>
                  <a:lnTo>
                    <a:pt x="1436" y="80"/>
                  </a:lnTo>
                  <a:lnTo>
                    <a:pt x="1434" y="80"/>
                  </a:lnTo>
                  <a:lnTo>
                    <a:pt x="1434" y="78"/>
                  </a:lnTo>
                  <a:lnTo>
                    <a:pt x="1434" y="78"/>
                  </a:lnTo>
                  <a:lnTo>
                    <a:pt x="1431" y="76"/>
                  </a:lnTo>
                  <a:lnTo>
                    <a:pt x="1431" y="76"/>
                  </a:lnTo>
                  <a:lnTo>
                    <a:pt x="1429" y="76"/>
                  </a:lnTo>
                  <a:lnTo>
                    <a:pt x="1424" y="73"/>
                  </a:lnTo>
                  <a:lnTo>
                    <a:pt x="1424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0" y="73"/>
                  </a:lnTo>
                  <a:lnTo>
                    <a:pt x="1420" y="71"/>
                  </a:lnTo>
                  <a:lnTo>
                    <a:pt x="1420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3" y="71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08" y="66"/>
                  </a:lnTo>
                  <a:lnTo>
                    <a:pt x="1408" y="64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4"/>
                  </a:lnTo>
                  <a:lnTo>
                    <a:pt x="1408" y="64"/>
                  </a:lnTo>
                  <a:lnTo>
                    <a:pt x="1405" y="64"/>
                  </a:lnTo>
                  <a:lnTo>
                    <a:pt x="1401" y="61"/>
                  </a:lnTo>
                  <a:lnTo>
                    <a:pt x="1398" y="61"/>
                  </a:lnTo>
                  <a:lnTo>
                    <a:pt x="1401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6" y="61"/>
                  </a:lnTo>
                  <a:lnTo>
                    <a:pt x="1396" y="61"/>
                  </a:lnTo>
                  <a:lnTo>
                    <a:pt x="1396" y="61"/>
                  </a:lnTo>
                  <a:lnTo>
                    <a:pt x="1394" y="61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1" y="59"/>
                  </a:lnTo>
                  <a:lnTo>
                    <a:pt x="1391" y="59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91" y="64"/>
                  </a:lnTo>
                  <a:lnTo>
                    <a:pt x="1394" y="64"/>
                  </a:lnTo>
                  <a:lnTo>
                    <a:pt x="1391" y="64"/>
                  </a:lnTo>
                  <a:lnTo>
                    <a:pt x="1391" y="64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59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4" y="64"/>
                  </a:lnTo>
                  <a:lnTo>
                    <a:pt x="1384" y="61"/>
                  </a:lnTo>
                  <a:lnTo>
                    <a:pt x="1382" y="61"/>
                  </a:lnTo>
                  <a:lnTo>
                    <a:pt x="1382" y="61"/>
                  </a:lnTo>
                  <a:lnTo>
                    <a:pt x="1382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71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0" y="69"/>
                  </a:lnTo>
                  <a:lnTo>
                    <a:pt x="1368" y="69"/>
                  </a:lnTo>
                  <a:lnTo>
                    <a:pt x="1368" y="71"/>
                  </a:lnTo>
                  <a:lnTo>
                    <a:pt x="1365" y="71"/>
                  </a:lnTo>
                  <a:lnTo>
                    <a:pt x="1363" y="73"/>
                  </a:lnTo>
                  <a:lnTo>
                    <a:pt x="1360" y="73"/>
                  </a:lnTo>
                  <a:lnTo>
                    <a:pt x="1360" y="71"/>
                  </a:lnTo>
                  <a:lnTo>
                    <a:pt x="1360" y="71"/>
                  </a:lnTo>
                  <a:lnTo>
                    <a:pt x="1358" y="73"/>
                  </a:lnTo>
                  <a:lnTo>
                    <a:pt x="1353" y="73"/>
                  </a:lnTo>
                  <a:lnTo>
                    <a:pt x="1351" y="73"/>
                  </a:lnTo>
                  <a:lnTo>
                    <a:pt x="1351" y="73"/>
                  </a:lnTo>
                  <a:lnTo>
                    <a:pt x="1353" y="71"/>
                  </a:lnTo>
                  <a:lnTo>
                    <a:pt x="1353" y="71"/>
                  </a:lnTo>
                  <a:lnTo>
                    <a:pt x="1353" y="71"/>
                  </a:lnTo>
                  <a:lnTo>
                    <a:pt x="1351" y="71"/>
                  </a:lnTo>
                  <a:lnTo>
                    <a:pt x="1349" y="71"/>
                  </a:lnTo>
                  <a:lnTo>
                    <a:pt x="1349" y="71"/>
                  </a:lnTo>
                  <a:lnTo>
                    <a:pt x="1349" y="71"/>
                  </a:lnTo>
                  <a:lnTo>
                    <a:pt x="1346" y="71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2" y="66"/>
                  </a:lnTo>
                  <a:lnTo>
                    <a:pt x="1342" y="66"/>
                  </a:lnTo>
                  <a:lnTo>
                    <a:pt x="1339" y="64"/>
                  </a:lnTo>
                  <a:lnTo>
                    <a:pt x="1337" y="64"/>
                  </a:lnTo>
                  <a:lnTo>
                    <a:pt x="1339" y="66"/>
                  </a:lnTo>
                  <a:lnTo>
                    <a:pt x="1337" y="66"/>
                  </a:lnTo>
                  <a:lnTo>
                    <a:pt x="1337" y="64"/>
                  </a:lnTo>
                  <a:lnTo>
                    <a:pt x="1337" y="64"/>
                  </a:lnTo>
                  <a:lnTo>
                    <a:pt x="1337" y="66"/>
                  </a:lnTo>
                  <a:lnTo>
                    <a:pt x="1337" y="66"/>
                  </a:lnTo>
                  <a:lnTo>
                    <a:pt x="1334" y="66"/>
                  </a:lnTo>
                  <a:lnTo>
                    <a:pt x="1330" y="64"/>
                  </a:lnTo>
                  <a:lnTo>
                    <a:pt x="1327" y="64"/>
                  </a:lnTo>
                  <a:lnTo>
                    <a:pt x="1320" y="66"/>
                  </a:lnTo>
                  <a:lnTo>
                    <a:pt x="1318" y="66"/>
                  </a:lnTo>
                  <a:lnTo>
                    <a:pt x="1318" y="66"/>
                  </a:lnTo>
                  <a:lnTo>
                    <a:pt x="1318" y="66"/>
                  </a:lnTo>
                  <a:lnTo>
                    <a:pt x="1313" y="69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06" y="66"/>
                  </a:lnTo>
                  <a:lnTo>
                    <a:pt x="1301" y="66"/>
                  </a:lnTo>
                  <a:lnTo>
                    <a:pt x="1299" y="66"/>
                  </a:lnTo>
                  <a:lnTo>
                    <a:pt x="1297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7" y="64"/>
                  </a:lnTo>
                  <a:lnTo>
                    <a:pt x="1297" y="64"/>
                  </a:lnTo>
                  <a:lnTo>
                    <a:pt x="1297" y="64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59"/>
                  </a:lnTo>
                  <a:lnTo>
                    <a:pt x="1290" y="59"/>
                  </a:lnTo>
                  <a:lnTo>
                    <a:pt x="1290" y="59"/>
                  </a:lnTo>
                  <a:lnTo>
                    <a:pt x="1287" y="59"/>
                  </a:lnTo>
                  <a:lnTo>
                    <a:pt x="1287" y="61"/>
                  </a:lnTo>
                  <a:lnTo>
                    <a:pt x="1285" y="61"/>
                  </a:lnTo>
                  <a:lnTo>
                    <a:pt x="1282" y="61"/>
                  </a:lnTo>
                  <a:lnTo>
                    <a:pt x="1282" y="59"/>
                  </a:lnTo>
                  <a:lnTo>
                    <a:pt x="1282" y="59"/>
                  </a:lnTo>
                  <a:lnTo>
                    <a:pt x="1282" y="59"/>
                  </a:lnTo>
                  <a:lnTo>
                    <a:pt x="1282" y="57"/>
                  </a:lnTo>
                  <a:lnTo>
                    <a:pt x="1280" y="57"/>
                  </a:lnTo>
                  <a:lnTo>
                    <a:pt x="1280" y="57"/>
                  </a:lnTo>
                  <a:lnTo>
                    <a:pt x="1280" y="57"/>
                  </a:lnTo>
                  <a:lnTo>
                    <a:pt x="1278" y="54"/>
                  </a:lnTo>
                  <a:lnTo>
                    <a:pt x="1278" y="54"/>
                  </a:lnTo>
                  <a:lnTo>
                    <a:pt x="1278" y="57"/>
                  </a:lnTo>
                  <a:lnTo>
                    <a:pt x="1275" y="57"/>
                  </a:lnTo>
                  <a:lnTo>
                    <a:pt x="1275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1" y="54"/>
                  </a:lnTo>
                  <a:lnTo>
                    <a:pt x="1266" y="52"/>
                  </a:lnTo>
                  <a:lnTo>
                    <a:pt x="1263" y="52"/>
                  </a:lnTo>
                  <a:lnTo>
                    <a:pt x="1266" y="52"/>
                  </a:lnTo>
                  <a:lnTo>
                    <a:pt x="1263" y="52"/>
                  </a:lnTo>
                  <a:lnTo>
                    <a:pt x="1261" y="52"/>
                  </a:lnTo>
                  <a:lnTo>
                    <a:pt x="1261" y="52"/>
                  </a:lnTo>
                  <a:lnTo>
                    <a:pt x="1261" y="52"/>
                  </a:lnTo>
                  <a:lnTo>
                    <a:pt x="1263" y="52"/>
                  </a:lnTo>
                  <a:lnTo>
                    <a:pt x="1263" y="52"/>
                  </a:lnTo>
                  <a:lnTo>
                    <a:pt x="1261" y="50"/>
                  </a:lnTo>
                  <a:lnTo>
                    <a:pt x="1261" y="50"/>
                  </a:lnTo>
                  <a:lnTo>
                    <a:pt x="1261" y="52"/>
                  </a:lnTo>
                  <a:lnTo>
                    <a:pt x="1256" y="52"/>
                  </a:lnTo>
                  <a:lnTo>
                    <a:pt x="1256" y="52"/>
                  </a:lnTo>
                  <a:lnTo>
                    <a:pt x="1256" y="52"/>
                  </a:lnTo>
                  <a:lnTo>
                    <a:pt x="1254" y="52"/>
                  </a:lnTo>
                  <a:lnTo>
                    <a:pt x="1254" y="52"/>
                  </a:lnTo>
                  <a:lnTo>
                    <a:pt x="1249" y="57"/>
                  </a:lnTo>
                  <a:lnTo>
                    <a:pt x="1247" y="57"/>
                  </a:lnTo>
                  <a:lnTo>
                    <a:pt x="1245" y="59"/>
                  </a:lnTo>
                  <a:lnTo>
                    <a:pt x="1242" y="59"/>
                  </a:lnTo>
                  <a:lnTo>
                    <a:pt x="1242" y="57"/>
                  </a:lnTo>
                  <a:lnTo>
                    <a:pt x="1245" y="54"/>
                  </a:lnTo>
                  <a:lnTo>
                    <a:pt x="1245" y="54"/>
                  </a:lnTo>
                  <a:lnTo>
                    <a:pt x="1245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4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7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3" y="54"/>
                  </a:lnTo>
                  <a:lnTo>
                    <a:pt x="1233" y="57"/>
                  </a:lnTo>
                  <a:lnTo>
                    <a:pt x="1233" y="57"/>
                  </a:lnTo>
                  <a:lnTo>
                    <a:pt x="1233" y="57"/>
                  </a:lnTo>
                  <a:lnTo>
                    <a:pt x="1228" y="57"/>
                  </a:lnTo>
                  <a:lnTo>
                    <a:pt x="1228" y="57"/>
                  </a:lnTo>
                  <a:lnTo>
                    <a:pt x="1228" y="59"/>
                  </a:lnTo>
                  <a:lnTo>
                    <a:pt x="1228" y="59"/>
                  </a:lnTo>
                  <a:lnTo>
                    <a:pt x="1228" y="61"/>
                  </a:lnTo>
                  <a:lnTo>
                    <a:pt x="1228" y="61"/>
                  </a:lnTo>
                  <a:lnTo>
                    <a:pt x="1226" y="61"/>
                  </a:lnTo>
                  <a:lnTo>
                    <a:pt x="1226" y="61"/>
                  </a:lnTo>
                  <a:lnTo>
                    <a:pt x="1226" y="59"/>
                  </a:lnTo>
                  <a:lnTo>
                    <a:pt x="1226" y="59"/>
                  </a:lnTo>
                  <a:lnTo>
                    <a:pt x="1223" y="59"/>
                  </a:lnTo>
                  <a:lnTo>
                    <a:pt x="1223" y="59"/>
                  </a:lnTo>
                  <a:lnTo>
                    <a:pt x="1223" y="59"/>
                  </a:lnTo>
                  <a:lnTo>
                    <a:pt x="1221" y="57"/>
                  </a:lnTo>
                  <a:lnTo>
                    <a:pt x="1216" y="59"/>
                  </a:lnTo>
                  <a:lnTo>
                    <a:pt x="1211" y="57"/>
                  </a:lnTo>
                  <a:lnTo>
                    <a:pt x="1211" y="57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2"/>
                  </a:lnTo>
                  <a:lnTo>
                    <a:pt x="1214" y="54"/>
                  </a:lnTo>
                  <a:lnTo>
                    <a:pt x="1214" y="52"/>
                  </a:lnTo>
                  <a:lnTo>
                    <a:pt x="1216" y="52"/>
                  </a:lnTo>
                  <a:lnTo>
                    <a:pt x="1216" y="52"/>
                  </a:lnTo>
                  <a:lnTo>
                    <a:pt x="1216" y="52"/>
                  </a:lnTo>
                  <a:lnTo>
                    <a:pt x="1216" y="50"/>
                  </a:lnTo>
                  <a:lnTo>
                    <a:pt x="1214" y="52"/>
                  </a:lnTo>
                  <a:lnTo>
                    <a:pt x="1211" y="50"/>
                  </a:lnTo>
                  <a:lnTo>
                    <a:pt x="1202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197" y="52"/>
                  </a:lnTo>
                  <a:lnTo>
                    <a:pt x="1197" y="52"/>
                  </a:lnTo>
                  <a:lnTo>
                    <a:pt x="1197" y="50"/>
                  </a:lnTo>
                  <a:lnTo>
                    <a:pt x="1200" y="50"/>
                  </a:lnTo>
                  <a:lnTo>
                    <a:pt x="1200" y="50"/>
                  </a:lnTo>
                  <a:lnTo>
                    <a:pt x="1200" y="50"/>
                  </a:lnTo>
                  <a:lnTo>
                    <a:pt x="1202" y="50"/>
                  </a:lnTo>
                  <a:lnTo>
                    <a:pt x="1202" y="50"/>
                  </a:lnTo>
                  <a:lnTo>
                    <a:pt x="1207" y="50"/>
                  </a:lnTo>
                  <a:lnTo>
                    <a:pt x="1209" y="50"/>
                  </a:lnTo>
                  <a:lnTo>
                    <a:pt x="1209" y="50"/>
                  </a:lnTo>
                  <a:lnTo>
                    <a:pt x="1209" y="50"/>
                  </a:lnTo>
                  <a:lnTo>
                    <a:pt x="1207" y="50"/>
                  </a:lnTo>
                  <a:lnTo>
                    <a:pt x="1204" y="50"/>
                  </a:lnTo>
                  <a:lnTo>
                    <a:pt x="1202" y="47"/>
                  </a:lnTo>
                  <a:lnTo>
                    <a:pt x="1200" y="47"/>
                  </a:lnTo>
                  <a:lnTo>
                    <a:pt x="1200" y="45"/>
                  </a:lnTo>
                  <a:lnTo>
                    <a:pt x="1200" y="43"/>
                  </a:lnTo>
                  <a:lnTo>
                    <a:pt x="1200" y="43"/>
                  </a:lnTo>
                  <a:lnTo>
                    <a:pt x="1200" y="43"/>
                  </a:lnTo>
                  <a:lnTo>
                    <a:pt x="1202" y="43"/>
                  </a:lnTo>
                  <a:lnTo>
                    <a:pt x="1202" y="43"/>
                  </a:lnTo>
                  <a:lnTo>
                    <a:pt x="1202" y="43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4" y="38"/>
                  </a:lnTo>
                  <a:lnTo>
                    <a:pt x="1207" y="35"/>
                  </a:lnTo>
                  <a:lnTo>
                    <a:pt x="1207" y="35"/>
                  </a:lnTo>
                  <a:lnTo>
                    <a:pt x="1204" y="33"/>
                  </a:lnTo>
                  <a:lnTo>
                    <a:pt x="1200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7" y="33"/>
                  </a:lnTo>
                  <a:lnTo>
                    <a:pt x="1197" y="35"/>
                  </a:lnTo>
                  <a:lnTo>
                    <a:pt x="1195" y="35"/>
                  </a:lnTo>
                  <a:lnTo>
                    <a:pt x="1195" y="35"/>
                  </a:lnTo>
                  <a:lnTo>
                    <a:pt x="1195" y="35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0" y="33"/>
                  </a:lnTo>
                  <a:lnTo>
                    <a:pt x="1190" y="31"/>
                  </a:lnTo>
                  <a:lnTo>
                    <a:pt x="1190" y="31"/>
                  </a:lnTo>
                  <a:lnTo>
                    <a:pt x="1190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5" y="31"/>
                  </a:lnTo>
                  <a:lnTo>
                    <a:pt x="1185" y="31"/>
                  </a:lnTo>
                  <a:lnTo>
                    <a:pt x="1183" y="31"/>
                  </a:lnTo>
                  <a:lnTo>
                    <a:pt x="1183" y="31"/>
                  </a:lnTo>
                  <a:lnTo>
                    <a:pt x="1183" y="31"/>
                  </a:lnTo>
                  <a:lnTo>
                    <a:pt x="1181" y="31"/>
                  </a:lnTo>
                  <a:lnTo>
                    <a:pt x="1178" y="33"/>
                  </a:lnTo>
                  <a:lnTo>
                    <a:pt x="1171" y="31"/>
                  </a:lnTo>
                  <a:lnTo>
                    <a:pt x="1171" y="33"/>
                  </a:lnTo>
                  <a:lnTo>
                    <a:pt x="1171" y="33"/>
                  </a:lnTo>
                  <a:lnTo>
                    <a:pt x="1169" y="35"/>
                  </a:lnTo>
                  <a:lnTo>
                    <a:pt x="1169" y="35"/>
                  </a:lnTo>
                  <a:lnTo>
                    <a:pt x="1167" y="38"/>
                  </a:lnTo>
                  <a:lnTo>
                    <a:pt x="1167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5"/>
                  </a:lnTo>
                  <a:lnTo>
                    <a:pt x="1164" y="35"/>
                  </a:lnTo>
                  <a:lnTo>
                    <a:pt x="1162" y="35"/>
                  </a:lnTo>
                  <a:lnTo>
                    <a:pt x="1162" y="35"/>
                  </a:lnTo>
                  <a:lnTo>
                    <a:pt x="1159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3"/>
                  </a:lnTo>
                  <a:lnTo>
                    <a:pt x="1157" y="33"/>
                  </a:lnTo>
                  <a:lnTo>
                    <a:pt x="1155" y="33"/>
                  </a:lnTo>
                  <a:lnTo>
                    <a:pt x="1152" y="33"/>
                  </a:lnTo>
                  <a:lnTo>
                    <a:pt x="1155" y="31"/>
                  </a:lnTo>
                  <a:lnTo>
                    <a:pt x="1155" y="31"/>
                  </a:lnTo>
                  <a:lnTo>
                    <a:pt x="1157" y="31"/>
                  </a:lnTo>
                  <a:lnTo>
                    <a:pt x="1157" y="31"/>
                  </a:lnTo>
                  <a:lnTo>
                    <a:pt x="1157" y="31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4"/>
                  </a:lnTo>
                  <a:lnTo>
                    <a:pt x="1157" y="24"/>
                  </a:lnTo>
                  <a:lnTo>
                    <a:pt x="1155" y="24"/>
                  </a:lnTo>
                  <a:lnTo>
                    <a:pt x="1155" y="21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21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50" y="24"/>
                  </a:lnTo>
                  <a:lnTo>
                    <a:pt x="1150" y="24"/>
                  </a:lnTo>
                  <a:lnTo>
                    <a:pt x="1148" y="26"/>
                  </a:lnTo>
                  <a:lnTo>
                    <a:pt x="1148" y="24"/>
                  </a:lnTo>
                  <a:lnTo>
                    <a:pt x="1148" y="24"/>
                  </a:lnTo>
                  <a:lnTo>
                    <a:pt x="1148" y="24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48" y="21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50" y="19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21"/>
                  </a:lnTo>
                  <a:lnTo>
                    <a:pt x="1148" y="21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3" y="21"/>
                  </a:lnTo>
                  <a:lnTo>
                    <a:pt x="1145" y="21"/>
                  </a:lnTo>
                  <a:lnTo>
                    <a:pt x="1145" y="21"/>
                  </a:lnTo>
                  <a:lnTo>
                    <a:pt x="1145" y="24"/>
                  </a:lnTo>
                  <a:lnTo>
                    <a:pt x="1145" y="24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4"/>
                  </a:lnTo>
                  <a:lnTo>
                    <a:pt x="1143" y="24"/>
                  </a:lnTo>
                  <a:lnTo>
                    <a:pt x="1143" y="24"/>
                  </a:lnTo>
                  <a:lnTo>
                    <a:pt x="1143" y="24"/>
                  </a:lnTo>
                  <a:lnTo>
                    <a:pt x="1143" y="26"/>
                  </a:lnTo>
                  <a:lnTo>
                    <a:pt x="1143" y="26"/>
                  </a:lnTo>
                  <a:lnTo>
                    <a:pt x="1140" y="26"/>
                  </a:lnTo>
                  <a:lnTo>
                    <a:pt x="1140" y="28"/>
                  </a:lnTo>
                  <a:lnTo>
                    <a:pt x="1138" y="28"/>
                  </a:lnTo>
                  <a:lnTo>
                    <a:pt x="1138" y="28"/>
                  </a:lnTo>
                  <a:lnTo>
                    <a:pt x="1138" y="31"/>
                  </a:lnTo>
                  <a:lnTo>
                    <a:pt x="1138" y="31"/>
                  </a:lnTo>
                  <a:lnTo>
                    <a:pt x="1138" y="33"/>
                  </a:lnTo>
                  <a:lnTo>
                    <a:pt x="1138" y="33"/>
                  </a:lnTo>
                  <a:lnTo>
                    <a:pt x="1138" y="33"/>
                  </a:lnTo>
                  <a:lnTo>
                    <a:pt x="1138" y="35"/>
                  </a:lnTo>
                  <a:lnTo>
                    <a:pt x="1138" y="35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3" y="35"/>
                  </a:lnTo>
                  <a:lnTo>
                    <a:pt x="1133" y="35"/>
                  </a:lnTo>
                  <a:lnTo>
                    <a:pt x="1133" y="35"/>
                  </a:lnTo>
                  <a:lnTo>
                    <a:pt x="1131" y="35"/>
                  </a:lnTo>
                  <a:lnTo>
                    <a:pt x="1131" y="35"/>
                  </a:lnTo>
                  <a:lnTo>
                    <a:pt x="1131" y="35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29" y="40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5"/>
                  </a:lnTo>
                  <a:lnTo>
                    <a:pt x="1129" y="35"/>
                  </a:lnTo>
                  <a:lnTo>
                    <a:pt x="1129" y="35"/>
                  </a:lnTo>
                  <a:lnTo>
                    <a:pt x="1131" y="35"/>
                  </a:lnTo>
                  <a:lnTo>
                    <a:pt x="1131" y="33"/>
                  </a:lnTo>
                  <a:lnTo>
                    <a:pt x="1131" y="33"/>
                  </a:lnTo>
                  <a:lnTo>
                    <a:pt x="1131" y="33"/>
                  </a:lnTo>
                  <a:lnTo>
                    <a:pt x="1129" y="33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6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28"/>
                  </a:lnTo>
                  <a:lnTo>
                    <a:pt x="1126" y="31"/>
                  </a:lnTo>
                  <a:lnTo>
                    <a:pt x="1126" y="31"/>
                  </a:lnTo>
                  <a:lnTo>
                    <a:pt x="1126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6" y="26"/>
                  </a:lnTo>
                  <a:lnTo>
                    <a:pt x="1129" y="26"/>
                  </a:lnTo>
                  <a:lnTo>
                    <a:pt x="1129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6" y="26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1"/>
                  </a:lnTo>
                  <a:lnTo>
                    <a:pt x="1136" y="21"/>
                  </a:lnTo>
                  <a:lnTo>
                    <a:pt x="1138" y="21"/>
                  </a:lnTo>
                  <a:lnTo>
                    <a:pt x="1138" y="21"/>
                  </a:lnTo>
                  <a:lnTo>
                    <a:pt x="1138" y="19"/>
                  </a:lnTo>
                  <a:lnTo>
                    <a:pt x="1138" y="19"/>
                  </a:lnTo>
                  <a:lnTo>
                    <a:pt x="1138" y="17"/>
                  </a:lnTo>
                  <a:lnTo>
                    <a:pt x="1138" y="17"/>
                  </a:lnTo>
                  <a:lnTo>
                    <a:pt x="1138" y="14"/>
                  </a:lnTo>
                  <a:lnTo>
                    <a:pt x="1133" y="14"/>
                  </a:lnTo>
                  <a:lnTo>
                    <a:pt x="1133" y="12"/>
                  </a:lnTo>
                  <a:lnTo>
                    <a:pt x="1131" y="14"/>
                  </a:lnTo>
                  <a:lnTo>
                    <a:pt x="1131" y="14"/>
                  </a:lnTo>
                  <a:lnTo>
                    <a:pt x="1131" y="14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6" y="9"/>
                  </a:lnTo>
                  <a:lnTo>
                    <a:pt x="1126" y="9"/>
                  </a:lnTo>
                  <a:lnTo>
                    <a:pt x="1122" y="9"/>
                  </a:lnTo>
                  <a:lnTo>
                    <a:pt x="1122" y="9"/>
                  </a:lnTo>
                  <a:lnTo>
                    <a:pt x="1122" y="9"/>
                  </a:lnTo>
                  <a:lnTo>
                    <a:pt x="1122" y="7"/>
                  </a:lnTo>
                  <a:lnTo>
                    <a:pt x="1119" y="7"/>
                  </a:lnTo>
                  <a:lnTo>
                    <a:pt x="1119" y="7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2"/>
                  </a:lnTo>
                  <a:lnTo>
                    <a:pt x="1122" y="2"/>
                  </a:lnTo>
                  <a:lnTo>
                    <a:pt x="1122" y="2"/>
                  </a:lnTo>
                  <a:lnTo>
                    <a:pt x="1122" y="2"/>
                  </a:lnTo>
                  <a:lnTo>
                    <a:pt x="1124" y="2"/>
                  </a:lnTo>
                  <a:lnTo>
                    <a:pt x="1122" y="2"/>
                  </a:lnTo>
                  <a:lnTo>
                    <a:pt x="1122" y="0"/>
                  </a:lnTo>
                  <a:lnTo>
                    <a:pt x="1122" y="0"/>
                  </a:lnTo>
                  <a:lnTo>
                    <a:pt x="1122" y="0"/>
                  </a:lnTo>
                  <a:lnTo>
                    <a:pt x="1119" y="2"/>
                  </a:lnTo>
                  <a:lnTo>
                    <a:pt x="1119" y="2"/>
                  </a:lnTo>
                  <a:lnTo>
                    <a:pt x="1117" y="5"/>
                  </a:lnTo>
                  <a:lnTo>
                    <a:pt x="1114" y="7"/>
                  </a:lnTo>
                  <a:lnTo>
                    <a:pt x="1110" y="12"/>
                  </a:lnTo>
                  <a:lnTo>
                    <a:pt x="1107" y="14"/>
                  </a:lnTo>
                  <a:lnTo>
                    <a:pt x="1105" y="19"/>
                  </a:lnTo>
                  <a:lnTo>
                    <a:pt x="1098" y="26"/>
                  </a:lnTo>
                  <a:lnTo>
                    <a:pt x="1098" y="26"/>
                  </a:lnTo>
                  <a:lnTo>
                    <a:pt x="1098" y="26"/>
                  </a:lnTo>
                  <a:lnTo>
                    <a:pt x="1098" y="28"/>
                  </a:lnTo>
                  <a:lnTo>
                    <a:pt x="1096" y="28"/>
                  </a:lnTo>
                  <a:lnTo>
                    <a:pt x="1091" y="31"/>
                  </a:lnTo>
                  <a:lnTo>
                    <a:pt x="1088" y="33"/>
                  </a:lnTo>
                  <a:lnTo>
                    <a:pt x="1081" y="33"/>
                  </a:lnTo>
                  <a:lnTo>
                    <a:pt x="1079" y="31"/>
                  </a:lnTo>
                  <a:lnTo>
                    <a:pt x="1079" y="31"/>
                  </a:lnTo>
                  <a:lnTo>
                    <a:pt x="1079" y="33"/>
                  </a:lnTo>
                  <a:lnTo>
                    <a:pt x="1079" y="33"/>
                  </a:lnTo>
                  <a:lnTo>
                    <a:pt x="1081" y="33"/>
                  </a:lnTo>
                  <a:lnTo>
                    <a:pt x="1074" y="35"/>
                  </a:lnTo>
                  <a:lnTo>
                    <a:pt x="1067" y="33"/>
                  </a:lnTo>
                  <a:lnTo>
                    <a:pt x="1067" y="33"/>
                  </a:lnTo>
                  <a:lnTo>
                    <a:pt x="1067" y="33"/>
                  </a:lnTo>
                  <a:lnTo>
                    <a:pt x="1070" y="33"/>
                  </a:lnTo>
                  <a:lnTo>
                    <a:pt x="1070" y="35"/>
                  </a:lnTo>
                  <a:lnTo>
                    <a:pt x="1065" y="35"/>
                  </a:lnTo>
                  <a:lnTo>
                    <a:pt x="1065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5" y="40"/>
                  </a:lnTo>
                  <a:lnTo>
                    <a:pt x="1062" y="40"/>
                  </a:lnTo>
                  <a:lnTo>
                    <a:pt x="1062" y="38"/>
                  </a:lnTo>
                  <a:lnTo>
                    <a:pt x="1062" y="38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3"/>
                  </a:lnTo>
                  <a:lnTo>
                    <a:pt x="1060" y="33"/>
                  </a:lnTo>
                  <a:lnTo>
                    <a:pt x="1062" y="33"/>
                  </a:lnTo>
                  <a:lnTo>
                    <a:pt x="1065" y="33"/>
                  </a:lnTo>
                  <a:lnTo>
                    <a:pt x="1065" y="33"/>
                  </a:lnTo>
                  <a:lnTo>
                    <a:pt x="1065" y="31"/>
                  </a:lnTo>
                  <a:lnTo>
                    <a:pt x="1065" y="31"/>
                  </a:lnTo>
                  <a:lnTo>
                    <a:pt x="1060" y="31"/>
                  </a:lnTo>
                  <a:lnTo>
                    <a:pt x="1062" y="31"/>
                  </a:lnTo>
                  <a:lnTo>
                    <a:pt x="1065" y="28"/>
                  </a:lnTo>
                  <a:lnTo>
                    <a:pt x="1065" y="28"/>
                  </a:lnTo>
                  <a:lnTo>
                    <a:pt x="1062" y="28"/>
                  </a:lnTo>
                  <a:lnTo>
                    <a:pt x="1060" y="31"/>
                  </a:lnTo>
                  <a:lnTo>
                    <a:pt x="1060" y="31"/>
                  </a:lnTo>
                  <a:lnTo>
                    <a:pt x="1058" y="31"/>
                  </a:lnTo>
                  <a:lnTo>
                    <a:pt x="1058" y="31"/>
                  </a:lnTo>
                  <a:lnTo>
                    <a:pt x="1058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3" y="35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46" y="40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8" y="43"/>
                  </a:lnTo>
                  <a:lnTo>
                    <a:pt x="1048" y="43"/>
                  </a:lnTo>
                  <a:lnTo>
                    <a:pt x="1051" y="43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7"/>
                  </a:lnTo>
                  <a:lnTo>
                    <a:pt x="1051" y="47"/>
                  </a:lnTo>
                  <a:lnTo>
                    <a:pt x="1051" y="47"/>
                  </a:lnTo>
                  <a:lnTo>
                    <a:pt x="1051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0"/>
                  </a:lnTo>
                  <a:lnTo>
                    <a:pt x="1060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1" y="52"/>
                  </a:lnTo>
                  <a:lnTo>
                    <a:pt x="1051" y="52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51" y="66"/>
                  </a:lnTo>
                  <a:lnTo>
                    <a:pt x="1051" y="66"/>
                  </a:lnTo>
                  <a:lnTo>
                    <a:pt x="1051" y="69"/>
                  </a:lnTo>
                  <a:lnTo>
                    <a:pt x="1048" y="66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6" y="57"/>
                  </a:lnTo>
                  <a:lnTo>
                    <a:pt x="1046" y="57"/>
                  </a:lnTo>
                  <a:lnTo>
                    <a:pt x="1044" y="59"/>
                  </a:lnTo>
                  <a:lnTo>
                    <a:pt x="1044" y="59"/>
                  </a:lnTo>
                  <a:lnTo>
                    <a:pt x="1044" y="59"/>
                  </a:lnTo>
                  <a:lnTo>
                    <a:pt x="1046" y="57"/>
                  </a:lnTo>
                  <a:lnTo>
                    <a:pt x="1046" y="57"/>
                  </a:lnTo>
                  <a:lnTo>
                    <a:pt x="1046" y="54"/>
                  </a:lnTo>
                  <a:lnTo>
                    <a:pt x="1046" y="54"/>
                  </a:lnTo>
                  <a:lnTo>
                    <a:pt x="1046" y="52"/>
                  </a:lnTo>
                  <a:lnTo>
                    <a:pt x="1048" y="52"/>
                  </a:lnTo>
                  <a:lnTo>
                    <a:pt x="1048" y="52"/>
                  </a:lnTo>
                  <a:lnTo>
                    <a:pt x="1048" y="50"/>
                  </a:lnTo>
                  <a:lnTo>
                    <a:pt x="1048" y="50"/>
                  </a:lnTo>
                  <a:lnTo>
                    <a:pt x="1044" y="52"/>
                  </a:lnTo>
                  <a:lnTo>
                    <a:pt x="1044" y="52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46" y="50"/>
                  </a:lnTo>
                  <a:lnTo>
                    <a:pt x="1046" y="50"/>
                  </a:lnTo>
                  <a:lnTo>
                    <a:pt x="1046" y="47"/>
                  </a:lnTo>
                  <a:lnTo>
                    <a:pt x="1048" y="50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6" y="45"/>
                  </a:lnTo>
                  <a:lnTo>
                    <a:pt x="1046" y="45"/>
                  </a:lnTo>
                  <a:lnTo>
                    <a:pt x="1044" y="45"/>
                  </a:lnTo>
                  <a:lnTo>
                    <a:pt x="1044" y="45"/>
                  </a:lnTo>
                  <a:lnTo>
                    <a:pt x="1044" y="45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5"/>
                  </a:lnTo>
                  <a:lnTo>
                    <a:pt x="1036" y="50"/>
                  </a:lnTo>
                  <a:lnTo>
                    <a:pt x="1032" y="52"/>
                  </a:lnTo>
                  <a:lnTo>
                    <a:pt x="1029" y="54"/>
                  </a:lnTo>
                  <a:lnTo>
                    <a:pt x="1029" y="54"/>
                  </a:lnTo>
                  <a:lnTo>
                    <a:pt x="1032" y="52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1029" y="57"/>
                  </a:lnTo>
                  <a:lnTo>
                    <a:pt x="1027" y="57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7" y="59"/>
                  </a:lnTo>
                  <a:lnTo>
                    <a:pt x="1027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0" y="59"/>
                  </a:lnTo>
                  <a:lnTo>
                    <a:pt x="1017" y="61"/>
                  </a:lnTo>
                  <a:lnTo>
                    <a:pt x="1013" y="61"/>
                  </a:lnTo>
                  <a:lnTo>
                    <a:pt x="1013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08" y="64"/>
                  </a:lnTo>
                  <a:lnTo>
                    <a:pt x="1008" y="64"/>
                  </a:lnTo>
                  <a:lnTo>
                    <a:pt x="1008" y="64"/>
                  </a:lnTo>
                  <a:lnTo>
                    <a:pt x="1006" y="66"/>
                  </a:lnTo>
                  <a:lnTo>
                    <a:pt x="1001" y="66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6" y="64"/>
                  </a:lnTo>
                  <a:lnTo>
                    <a:pt x="1006" y="64"/>
                  </a:lnTo>
                  <a:lnTo>
                    <a:pt x="1008" y="64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6" y="59"/>
                  </a:lnTo>
                  <a:lnTo>
                    <a:pt x="1008" y="59"/>
                  </a:lnTo>
                  <a:lnTo>
                    <a:pt x="1010" y="61"/>
                  </a:lnTo>
                  <a:lnTo>
                    <a:pt x="1010" y="59"/>
                  </a:lnTo>
                  <a:lnTo>
                    <a:pt x="1010" y="59"/>
                  </a:lnTo>
                  <a:lnTo>
                    <a:pt x="1008" y="59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6" y="57"/>
                  </a:lnTo>
                  <a:lnTo>
                    <a:pt x="1006" y="57"/>
                  </a:lnTo>
                  <a:lnTo>
                    <a:pt x="1003" y="59"/>
                  </a:lnTo>
                  <a:lnTo>
                    <a:pt x="1003" y="59"/>
                  </a:lnTo>
                  <a:lnTo>
                    <a:pt x="1003" y="59"/>
                  </a:lnTo>
                  <a:lnTo>
                    <a:pt x="1001" y="61"/>
                  </a:lnTo>
                  <a:lnTo>
                    <a:pt x="1001" y="61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6" y="66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71"/>
                  </a:lnTo>
                  <a:lnTo>
                    <a:pt x="996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1" y="73"/>
                  </a:lnTo>
                  <a:lnTo>
                    <a:pt x="991" y="76"/>
                  </a:lnTo>
                  <a:lnTo>
                    <a:pt x="991" y="76"/>
                  </a:lnTo>
                  <a:lnTo>
                    <a:pt x="989" y="76"/>
                  </a:lnTo>
                  <a:lnTo>
                    <a:pt x="987" y="78"/>
                  </a:lnTo>
                  <a:lnTo>
                    <a:pt x="987" y="80"/>
                  </a:lnTo>
                  <a:lnTo>
                    <a:pt x="987" y="80"/>
                  </a:lnTo>
                  <a:lnTo>
                    <a:pt x="984" y="80"/>
                  </a:lnTo>
                  <a:lnTo>
                    <a:pt x="982" y="85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90"/>
                  </a:lnTo>
                  <a:lnTo>
                    <a:pt x="980" y="90"/>
                  </a:lnTo>
                  <a:lnTo>
                    <a:pt x="980" y="90"/>
                  </a:lnTo>
                  <a:lnTo>
                    <a:pt x="977" y="90"/>
                  </a:lnTo>
                  <a:lnTo>
                    <a:pt x="977" y="90"/>
                  </a:lnTo>
                  <a:lnTo>
                    <a:pt x="977" y="92"/>
                  </a:lnTo>
                  <a:lnTo>
                    <a:pt x="977" y="92"/>
                  </a:lnTo>
                  <a:lnTo>
                    <a:pt x="977" y="92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5" y="95"/>
                  </a:lnTo>
                  <a:lnTo>
                    <a:pt x="975" y="95"/>
                  </a:lnTo>
                  <a:lnTo>
                    <a:pt x="977" y="95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9"/>
                  </a:lnTo>
                  <a:lnTo>
                    <a:pt x="977" y="99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6"/>
                  </a:lnTo>
                  <a:lnTo>
                    <a:pt x="975" y="106"/>
                  </a:lnTo>
                  <a:lnTo>
                    <a:pt x="975" y="106"/>
                  </a:lnTo>
                  <a:lnTo>
                    <a:pt x="973" y="109"/>
                  </a:lnTo>
                  <a:lnTo>
                    <a:pt x="973" y="109"/>
                  </a:lnTo>
                  <a:lnTo>
                    <a:pt x="973" y="109"/>
                  </a:lnTo>
                  <a:lnTo>
                    <a:pt x="970" y="111"/>
                  </a:lnTo>
                  <a:lnTo>
                    <a:pt x="970" y="114"/>
                  </a:lnTo>
                  <a:lnTo>
                    <a:pt x="970" y="111"/>
                  </a:lnTo>
                  <a:lnTo>
                    <a:pt x="970" y="111"/>
                  </a:lnTo>
                  <a:lnTo>
                    <a:pt x="975" y="106"/>
                  </a:lnTo>
                  <a:lnTo>
                    <a:pt x="973" y="104"/>
                  </a:lnTo>
                  <a:lnTo>
                    <a:pt x="973" y="106"/>
                  </a:lnTo>
                  <a:lnTo>
                    <a:pt x="970" y="111"/>
                  </a:lnTo>
                  <a:lnTo>
                    <a:pt x="970" y="111"/>
                  </a:lnTo>
                  <a:lnTo>
                    <a:pt x="961" y="123"/>
                  </a:lnTo>
                  <a:lnTo>
                    <a:pt x="956" y="125"/>
                  </a:lnTo>
                  <a:lnTo>
                    <a:pt x="956" y="125"/>
                  </a:lnTo>
                  <a:lnTo>
                    <a:pt x="954" y="128"/>
                  </a:lnTo>
                  <a:lnTo>
                    <a:pt x="954" y="128"/>
                  </a:lnTo>
                  <a:lnTo>
                    <a:pt x="949" y="128"/>
                  </a:lnTo>
                  <a:lnTo>
                    <a:pt x="949" y="130"/>
                  </a:lnTo>
                  <a:lnTo>
                    <a:pt x="947" y="130"/>
                  </a:lnTo>
                  <a:lnTo>
                    <a:pt x="944" y="130"/>
                  </a:lnTo>
                  <a:lnTo>
                    <a:pt x="935" y="130"/>
                  </a:lnTo>
                  <a:lnTo>
                    <a:pt x="928" y="130"/>
                  </a:lnTo>
                  <a:lnTo>
                    <a:pt x="923" y="130"/>
                  </a:lnTo>
                  <a:lnTo>
                    <a:pt x="916" y="130"/>
                  </a:lnTo>
                  <a:lnTo>
                    <a:pt x="911" y="128"/>
                  </a:lnTo>
                  <a:lnTo>
                    <a:pt x="909" y="128"/>
                  </a:lnTo>
                  <a:lnTo>
                    <a:pt x="906" y="125"/>
                  </a:lnTo>
                  <a:lnTo>
                    <a:pt x="904" y="125"/>
                  </a:lnTo>
                  <a:lnTo>
                    <a:pt x="902" y="128"/>
                  </a:lnTo>
                  <a:lnTo>
                    <a:pt x="902" y="128"/>
                  </a:lnTo>
                  <a:lnTo>
                    <a:pt x="902" y="130"/>
                  </a:lnTo>
                  <a:lnTo>
                    <a:pt x="902" y="132"/>
                  </a:lnTo>
                  <a:lnTo>
                    <a:pt x="902" y="135"/>
                  </a:lnTo>
                  <a:lnTo>
                    <a:pt x="902" y="135"/>
                  </a:lnTo>
                  <a:lnTo>
                    <a:pt x="902" y="137"/>
                  </a:lnTo>
                  <a:lnTo>
                    <a:pt x="902" y="137"/>
                  </a:lnTo>
                  <a:lnTo>
                    <a:pt x="902" y="137"/>
                  </a:lnTo>
                  <a:lnTo>
                    <a:pt x="902" y="140"/>
                  </a:lnTo>
                  <a:lnTo>
                    <a:pt x="902" y="140"/>
                  </a:lnTo>
                  <a:lnTo>
                    <a:pt x="902" y="140"/>
                  </a:lnTo>
                  <a:lnTo>
                    <a:pt x="899" y="140"/>
                  </a:lnTo>
                  <a:lnTo>
                    <a:pt x="902" y="140"/>
                  </a:lnTo>
                  <a:lnTo>
                    <a:pt x="899" y="142"/>
                  </a:lnTo>
                  <a:lnTo>
                    <a:pt x="899" y="142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7"/>
                  </a:lnTo>
                  <a:lnTo>
                    <a:pt x="897" y="147"/>
                  </a:lnTo>
                  <a:lnTo>
                    <a:pt x="897" y="147"/>
                  </a:lnTo>
                  <a:lnTo>
                    <a:pt x="897" y="149"/>
                  </a:lnTo>
                  <a:lnTo>
                    <a:pt x="897" y="149"/>
                  </a:lnTo>
                  <a:lnTo>
                    <a:pt x="897" y="151"/>
                  </a:lnTo>
                  <a:lnTo>
                    <a:pt x="895" y="151"/>
                  </a:lnTo>
                  <a:lnTo>
                    <a:pt x="895" y="151"/>
                  </a:lnTo>
                  <a:lnTo>
                    <a:pt x="895" y="154"/>
                  </a:lnTo>
                  <a:lnTo>
                    <a:pt x="897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2" y="154"/>
                  </a:lnTo>
                  <a:lnTo>
                    <a:pt x="892" y="154"/>
                  </a:lnTo>
                  <a:lnTo>
                    <a:pt x="890" y="156"/>
                  </a:lnTo>
                  <a:lnTo>
                    <a:pt x="887" y="156"/>
                  </a:lnTo>
                  <a:lnTo>
                    <a:pt x="885" y="154"/>
                  </a:lnTo>
                  <a:lnTo>
                    <a:pt x="887" y="154"/>
                  </a:lnTo>
                  <a:lnTo>
                    <a:pt x="892" y="154"/>
                  </a:lnTo>
                  <a:lnTo>
                    <a:pt x="892" y="151"/>
                  </a:lnTo>
                  <a:lnTo>
                    <a:pt x="892" y="151"/>
                  </a:lnTo>
                  <a:lnTo>
                    <a:pt x="890" y="154"/>
                  </a:lnTo>
                  <a:lnTo>
                    <a:pt x="885" y="154"/>
                  </a:lnTo>
                  <a:lnTo>
                    <a:pt x="885" y="156"/>
                  </a:lnTo>
                  <a:lnTo>
                    <a:pt x="885" y="156"/>
                  </a:lnTo>
                  <a:lnTo>
                    <a:pt x="885" y="156"/>
                  </a:lnTo>
                  <a:lnTo>
                    <a:pt x="887" y="156"/>
                  </a:lnTo>
                  <a:lnTo>
                    <a:pt x="895" y="161"/>
                  </a:lnTo>
                  <a:lnTo>
                    <a:pt x="897" y="163"/>
                  </a:lnTo>
                  <a:lnTo>
                    <a:pt x="899" y="166"/>
                  </a:lnTo>
                  <a:lnTo>
                    <a:pt x="899" y="166"/>
                  </a:lnTo>
                  <a:lnTo>
                    <a:pt x="899" y="166"/>
                  </a:lnTo>
                  <a:lnTo>
                    <a:pt x="899" y="168"/>
                  </a:lnTo>
                  <a:lnTo>
                    <a:pt x="899" y="170"/>
                  </a:lnTo>
                  <a:lnTo>
                    <a:pt x="902" y="170"/>
                  </a:lnTo>
                  <a:lnTo>
                    <a:pt x="904" y="173"/>
                  </a:lnTo>
                  <a:lnTo>
                    <a:pt x="909" y="175"/>
                  </a:lnTo>
                  <a:lnTo>
                    <a:pt x="911" y="177"/>
                  </a:lnTo>
                  <a:lnTo>
                    <a:pt x="916" y="182"/>
                  </a:lnTo>
                  <a:lnTo>
                    <a:pt x="918" y="187"/>
                  </a:lnTo>
                  <a:lnTo>
                    <a:pt x="923" y="192"/>
                  </a:lnTo>
                  <a:lnTo>
                    <a:pt x="923" y="194"/>
                  </a:lnTo>
                  <a:lnTo>
                    <a:pt x="925" y="194"/>
                  </a:lnTo>
                  <a:lnTo>
                    <a:pt x="925" y="196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8" y="199"/>
                  </a:lnTo>
                  <a:lnTo>
                    <a:pt x="930" y="199"/>
                  </a:lnTo>
                  <a:lnTo>
                    <a:pt x="930" y="201"/>
                  </a:lnTo>
                  <a:lnTo>
                    <a:pt x="937" y="208"/>
                  </a:lnTo>
                  <a:lnTo>
                    <a:pt x="937" y="213"/>
                  </a:lnTo>
                  <a:lnTo>
                    <a:pt x="939" y="215"/>
                  </a:lnTo>
                  <a:lnTo>
                    <a:pt x="942" y="225"/>
                  </a:lnTo>
                  <a:lnTo>
                    <a:pt x="942" y="227"/>
                  </a:lnTo>
                  <a:lnTo>
                    <a:pt x="942" y="230"/>
                  </a:lnTo>
                  <a:lnTo>
                    <a:pt x="942" y="230"/>
                  </a:lnTo>
                  <a:lnTo>
                    <a:pt x="942" y="234"/>
                  </a:lnTo>
                  <a:lnTo>
                    <a:pt x="942" y="237"/>
                  </a:lnTo>
                  <a:lnTo>
                    <a:pt x="942" y="239"/>
                  </a:lnTo>
                  <a:lnTo>
                    <a:pt x="942" y="239"/>
                  </a:lnTo>
                  <a:lnTo>
                    <a:pt x="942" y="241"/>
                  </a:lnTo>
                  <a:lnTo>
                    <a:pt x="949" y="244"/>
                  </a:lnTo>
                  <a:lnTo>
                    <a:pt x="949" y="244"/>
                  </a:lnTo>
                  <a:lnTo>
                    <a:pt x="954" y="246"/>
                  </a:lnTo>
                  <a:lnTo>
                    <a:pt x="956" y="246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58" y="248"/>
                  </a:lnTo>
                  <a:lnTo>
                    <a:pt x="958" y="246"/>
                  </a:lnTo>
                  <a:lnTo>
                    <a:pt x="958" y="246"/>
                  </a:lnTo>
                  <a:lnTo>
                    <a:pt x="961" y="246"/>
                  </a:lnTo>
                  <a:lnTo>
                    <a:pt x="963" y="246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8" y="248"/>
                  </a:lnTo>
                  <a:lnTo>
                    <a:pt x="968" y="248"/>
                  </a:lnTo>
                  <a:lnTo>
                    <a:pt x="970" y="246"/>
                  </a:lnTo>
                  <a:lnTo>
                    <a:pt x="973" y="244"/>
                  </a:lnTo>
                  <a:lnTo>
                    <a:pt x="973" y="244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3" y="244"/>
                  </a:lnTo>
                  <a:lnTo>
                    <a:pt x="973" y="246"/>
                  </a:lnTo>
                  <a:lnTo>
                    <a:pt x="973" y="246"/>
                  </a:lnTo>
                  <a:lnTo>
                    <a:pt x="973" y="246"/>
                  </a:lnTo>
                  <a:lnTo>
                    <a:pt x="973" y="248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3" y="251"/>
                  </a:lnTo>
                  <a:lnTo>
                    <a:pt x="975" y="251"/>
                  </a:lnTo>
                  <a:lnTo>
                    <a:pt x="975" y="251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6"/>
                  </a:lnTo>
                  <a:lnTo>
                    <a:pt x="975" y="246"/>
                  </a:lnTo>
                  <a:lnTo>
                    <a:pt x="975" y="246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51"/>
                  </a:lnTo>
                  <a:lnTo>
                    <a:pt x="975" y="251"/>
                  </a:lnTo>
                  <a:lnTo>
                    <a:pt x="982" y="248"/>
                  </a:lnTo>
                  <a:lnTo>
                    <a:pt x="984" y="248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3"/>
                  </a:lnTo>
                  <a:lnTo>
                    <a:pt x="989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6"/>
                  </a:lnTo>
                  <a:lnTo>
                    <a:pt x="991" y="256"/>
                  </a:lnTo>
                  <a:lnTo>
                    <a:pt x="991" y="256"/>
                  </a:lnTo>
                  <a:lnTo>
                    <a:pt x="989" y="256"/>
                  </a:lnTo>
                  <a:lnTo>
                    <a:pt x="989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8"/>
                  </a:lnTo>
                  <a:lnTo>
                    <a:pt x="984" y="258"/>
                  </a:lnTo>
                  <a:lnTo>
                    <a:pt x="984" y="258"/>
                  </a:lnTo>
                  <a:lnTo>
                    <a:pt x="984" y="260"/>
                  </a:lnTo>
                  <a:lnTo>
                    <a:pt x="984" y="260"/>
                  </a:lnTo>
                  <a:lnTo>
                    <a:pt x="984" y="260"/>
                  </a:lnTo>
                  <a:lnTo>
                    <a:pt x="984" y="263"/>
                  </a:lnTo>
                  <a:lnTo>
                    <a:pt x="984" y="263"/>
                  </a:lnTo>
                  <a:lnTo>
                    <a:pt x="982" y="263"/>
                  </a:lnTo>
                  <a:lnTo>
                    <a:pt x="982" y="263"/>
                  </a:lnTo>
                  <a:lnTo>
                    <a:pt x="982" y="265"/>
                  </a:lnTo>
                  <a:lnTo>
                    <a:pt x="982" y="265"/>
                  </a:lnTo>
                  <a:lnTo>
                    <a:pt x="982" y="267"/>
                  </a:lnTo>
                  <a:lnTo>
                    <a:pt x="982" y="267"/>
                  </a:lnTo>
                  <a:lnTo>
                    <a:pt x="982" y="267"/>
                  </a:lnTo>
                  <a:lnTo>
                    <a:pt x="982" y="270"/>
                  </a:lnTo>
                  <a:lnTo>
                    <a:pt x="987" y="277"/>
                  </a:lnTo>
                  <a:lnTo>
                    <a:pt x="987" y="277"/>
                  </a:lnTo>
                  <a:lnTo>
                    <a:pt x="989" y="277"/>
                  </a:lnTo>
                  <a:lnTo>
                    <a:pt x="989" y="279"/>
                  </a:lnTo>
                  <a:lnTo>
                    <a:pt x="989" y="279"/>
                  </a:lnTo>
                  <a:lnTo>
                    <a:pt x="989" y="279"/>
                  </a:lnTo>
                  <a:lnTo>
                    <a:pt x="989" y="282"/>
                  </a:lnTo>
                  <a:lnTo>
                    <a:pt x="989" y="282"/>
                  </a:lnTo>
                  <a:lnTo>
                    <a:pt x="991" y="282"/>
                  </a:lnTo>
                  <a:lnTo>
                    <a:pt x="991" y="282"/>
                  </a:lnTo>
                  <a:lnTo>
                    <a:pt x="991" y="282"/>
                  </a:lnTo>
                  <a:lnTo>
                    <a:pt x="994" y="282"/>
                  </a:lnTo>
                  <a:lnTo>
                    <a:pt x="996" y="282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9" y="275"/>
                  </a:lnTo>
                  <a:lnTo>
                    <a:pt x="999" y="275"/>
                  </a:lnTo>
                  <a:lnTo>
                    <a:pt x="1001" y="275"/>
                  </a:lnTo>
                  <a:lnTo>
                    <a:pt x="1006" y="275"/>
                  </a:lnTo>
                  <a:lnTo>
                    <a:pt x="1006" y="275"/>
                  </a:lnTo>
                  <a:lnTo>
                    <a:pt x="1010" y="279"/>
                  </a:lnTo>
                  <a:lnTo>
                    <a:pt x="1010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5" y="277"/>
                  </a:lnTo>
                  <a:lnTo>
                    <a:pt x="1015" y="277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7"/>
                  </a:lnTo>
                  <a:lnTo>
                    <a:pt x="1017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20" y="282"/>
                  </a:lnTo>
                  <a:lnTo>
                    <a:pt x="1020" y="284"/>
                  </a:lnTo>
                  <a:lnTo>
                    <a:pt x="1020" y="286"/>
                  </a:lnTo>
                  <a:lnTo>
                    <a:pt x="1020" y="289"/>
                  </a:lnTo>
                  <a:lnTo>
                    <a:pt x="1020" y="291"/>
                  </a:lnTo>
                  <a:lnTo>
                    <a:pt x="1020" y="291"/>
                  </a:lnTo>
                  <a:lnTo>
                    <a:pt x="1020" y="291"/>
                  </a:lnTo>
                  <a:lnTo>
                    <a:pt x="1013" y="291"/>
                  </a:lnTo>
                  <a:lnTo>
                    <a:pt x="1010" y="293"/>
                  </a:lnTo>
                  <a:lnTo>
                    <a:pt x="1008" y="293"/>
                  </a:lnTo>
                  <a:lnTo>
                    <a:pt x="1006" y="293"/>
                  </a:lnTo>
                  <a:lnTo>
                    <a:pt x="1006" y="293"/>
                  </a:lnTo>
                  <a:lnTo>
                    <a:pt x="1001" y="289"/>
                  </a:lnTo>
                  <a:lnTo>
                    <a:pt x="1001" y="286"/>
                  </a:lnTo>
                  <a:lnTo>
                    <a:pt x="1001" y="286"/>
                  </a:lnTo>
                  <a:lnTo>
                    <a:pt x="999" y="284"/>
                  </a:lnTo>
                  <a:lnTo>
                    <a:pt x="999" y="284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1" y="284"/>
                  </a:lnTo>
                  <a:lnTo>
                    <a:pt x="991" y="286"/>
                  </a:lnTo>
                  <a:lnTo>
                    <a:pt x="987" y="286"/>
                  </a:lnTo>
                  <a:lnTo>
                    <a:pt x="987" y="286"/>
                  </a:lnTo>
                  <a:lnTo>
                    <a:pt x="980" y="279"/>
                  </a:lnTo>
                  <a:lnTo>
                    <a:pt x="980" y="279"/>
                  </a:lnTo>
                  <a:lnTo>
                    <a:pt x="977" y="275"/>
                  </a:lnTo>
                  <a:lnTo>
                    <a:pt x="977" y="275"/>
                  </a:lnTo>
                  <a:lnTo>
                    <a:pt x="977" y="272"/>
                  </a:lnTo>
                  <a:lnTo>
                    <a:pt x="977" y="272"/>
                  </a:lnTo>
                  <a:lnTo>
                    <a:pt x="977" y="270"/>
                  </a:lnTo>
                  <a:lnTo>
                    <a:pt x="977" y="270"/>
                  </a:lnTo>
                  <a:lnTo>
                    <a:pt x="977" y="267"/>
                  </a:lnTo>
                  <a:lnTo>
                    <a:pt x="980" y="265"/>
                  </a:lnTo>
                  <a:lnTo>
                    <a:pt x="980" y="265"/>
                  </a:lnTo>
                  <a:lnTo>
                    <a:pt x="980" y="265"/>
                  </a:lnTo>
                  <a:lnTo>
                    <a:pt x="977" y="265"/>
                  </a:lnTo>
                  <a:lnTo>
                    <a:pt x="977" y="263"/>
                  </a:lnTo>
                  <a:lnTo>
                    <a:pt x="975" y="260"/>
                  </a:lnTo>
                  <a:lnTo>
                    <a:pt x="975" y="256"/>
                  </a:lnTo>
                  <a:lnTo>
                    <a:pt x="973" y="253"/>
                  </a:lnTo>
                  <a:lnTo>
                    <a:pt x="973" y="253"/>
                  </a:lnTo>
                  <a:lnTo>
                    <a:pt x="973" y="253"/>
                  </a:lnTo>
                  <a:lnTo>
                    <a:pt x="973" y="256"/>
                  </a:lnTo>
                  <a:lnTo>
                    <a:pt x="970" y="256"/>
                  </a:lnTo>
                  <a:lnTo>
                    <a:pt x="970" y="256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68" y="253"/>
                  </a:lnTo>
                  <a:lnTo>
                    <a:pt x="968" y="253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5" y="256"/>
                  </a:lnTo>
                  <a:lnTo>
                    <a:pt x="965" y="256"/>
                  </a:lnTo>
                  <a:lnTo>
                    <a:pt x="965" y="258"/>
                  </a:lnTo>
                  <a:lnTo>
                    <a:pt x="965" y="258"/>
                  </a:lnTo>
                  <a:lnTo>
                    <a:pt x="965" y="260"/>
                  </a:lnTo>
                  <a:lnTo>
                    <a:pt x="965" y="260"/>
                  </a:lnTo>
                  <a:lnTo>
                    <a:pt x="965" y="260"/>
                  </a:lnTo>
                  <a:lnTo>
                    <a:pt x="968" y="263"/>
                  </a:lnTo>
                  <a:lnTo>
                    <a:pt x="968" y="263"/>
                  </a:lnTo>
                  <a:lnTo>
                    <a:pt x="968" y="263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7"/>
                  </a:lnTo>
                  <a:lnTo>
                    <a:pt x="973" y="267"/>
                  </a:lnTo>
                  <a:lnTo>
                    <a:pt x="975" y="270"/>
                  </a:lnTo>
                  <a:lnTo>
                    <a:pt x="975" y="270"/>
                  </a:lnTo>
                  <a:lnTo>
                    <a:pt x="977" y="275"/>
                  </a:lnTo>
                  <a:lnTo>
                    <a:pt x="980" y="279"/>
                  </a:lnTo>
                  <a:lnTo>
                    <a:pt x="980" y="282"/>
                  </a:lnTo>
                  <a:lnTo>
                    <a:pt x="980" y="284"/>
                  </a:lnTo>
                  <a:lnTo>
                    <a:pt x="980" y="284"/>
                  </a:lnTo>
                  <a:lnTo>
                    <a:pt x="980" y="286"/>
                  </a:lnTo>
                  <a:lnTo>
                    <a:pt x="980" y="286"/>
                  </a:lnTo>
                  <a:lnTo>
                    <a:pt x="980" y="286"/>
                  </a:lnTo>
                  <a:lnTo>
                    <a:pt x="977" y="289"/>
                  </a:lnTo>
                  <a:lnTo>
                    <a:pt x="977" y="291"/>
                  </a:lnTo>
                  <a:lnTo>
                    <a:pt x="977" y="291"/>
                  </a:lnTo>
                  <a:lnTo>
                    <a:pt x="977" y="291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6"/>
                  </a:lnTo>
                  <a:lnTo>
                    <a:pt x="977" y="296"/>
                  </a:lnTo>
                  <a:lnTo>
                    <a:pt x="977" y="296"/>
                  </a:lnTo>
                  <a:lnTo>
                    <a:pt x="980" y="296"/>
                  </a:lnTo>
                  <a:lnTo>
                    <a:pt x="980" y="296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77" y="293"/>
                  </a:lnTo>
                  <a:lnTo>
                    <a:pt x="977" y="291"/>
                  </a:lnTo>
                  <a:lnTo>
                    <a:pt x="980" y="291"/>
                  </a:lnTo>
                  <a:lnTo>
                    <a:pt x="980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9" y="289"/>
                  </a:lnTo>
                  <a:lnTo>
                    <a:pt x="991" y="291"/>
                  </a:lnTo>
                  <a:lnTo>
                    <a:pt x="991" y="291"/>
                  </a:lnTo>
                  <a:lnTo>
                    <a:pt x="991" y="291"/>
                  </a:lnTo>
                  <a:lnTo>
                    <a:pt x="994" y="291"/>
                  </a:lnTo>
                  <a:lnTo>
                    <a:pt x="994" y="291"/>
                  </a:lnTo>
                  <a:lnTo>
                    <a:pt x="996" y="293"/>
                  </a:lnTo>
                  <a:lnTo>
                    <a:pt x="999" y="293"/>
                  </a:lnTo>
                  <a:lnTo>
                    <a:pt x="999" y="296"/>
                  </a:lnTo>
                  <a:lnTo>
                    <a:pt x="999" y="296"/>
                  </a:lnTo>
                  <a:lnTo>
                    <a:pt x="999" y="298"/>
                  </a:lnTo>
                  <a:lnTo>
                    <a:pt x="999" y="298"/>
                  </a:lnTo>
                  <a:lnTo>
                    <a:pt x="1001" y="301"/>
                  </a:lnTo>
                  <a:lnTo>
                    <a:pt x="999" y="301"/>
                  </a:lnTo>
                  <a:lnTo>
                    <a:pt x="999" y="303"/>
                  </a:lnTo>
                  <a:lnTo>
                    <a:pt x="999" y="303"/>
                  </a:lnTo>
                  <a:lnTo>
                    <a:pt x="999" y="305"/>
                  </a:lnTo>
                  <a:lnTo>
                    <a:pt x="999" y="305"/>
                  </a:lnTo>
                  <a:lnTo>
                    <a:pt x="996" y="305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4" y="305"/>
                  </a:lnTo>
                  <a:lnTo>
                    <a:pt x="994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1"/>
                  </a:lnTo>
                  <a:lnTo>
                    <a:pt x="996" y="301"/>
                  </a:lnTo>
                  <a:lnTo>
                    <a:pt x="999" y="301"/>
                  </a:lnTo>
                  <a:lnTo>
                    <a:pt x="999" y="301"/>
                  </a:lnTo>
                  <a:lnTo>
                    <a:pt x="999" y="301"/>
                  </a:lnTo>
                  <a:lnTo>
                    <a:pt x="996" y="298"/>
                  </a:lnTo>
                  <a:lnTo>
                    <a:pt x="996" y="298"/>
                  </a:lnTo>
                  <a:lnTo>
                    <a:pt x="996" y="301"/>
                  </a:lnTo>
                  <a:lnTo>
                    <a:pt x="994" y="301"/>
                  </a:lnTo>
                  <a:lnTo>
                    <a:pt x="991" y="301"/>
                  </a:lnTo>
                  <a:lnTo>
                    <a:pt x="991" y="301"/>
                  </a:lnTo>
                  <a:lnTo>
                    <a:pt x="991" y="298"/>
                  </a:lnTo>
                  <a:lnTo>
                    <a:pt x="991" y="298"/>
                  </a:lnTo>
                  <a:lnTo>
                    <a:pt x="991" y="296"/>
                  </a:lnTo>
                  <a:lnTo>
                    <a:pt x="987" y="296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4" y="298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3"/>
                  </a:lnTo>
                  <a:lnTo>
                    <a:pt x="982" y="303"/>
                  </a:lnTo>
                  <a:lnTo>
                    <a:pt x="982" y="305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2" y="308"/>
                  </a:lnTo>
                  <a:lnTo>
                    <a:pt x="982" y="308"/>
                  </a:lnTo>
                  <a:lnTo>
                    <a:pt x="982" y="308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0" y="310"/>
                  </a:lnTo>
                  <a:lnTo>
                    <a:pt x="980" y="310"/>
                  </a:lnTo>
                  <a:lnTo>
                    <a:pt x="977" y="310"/>
                  </a:lnTo>
                  <a:lnTo>
                    <a:pt x="977" y="312"/>
                  </a:lnTo>
                  <a:lnTo>
                    <a:pt x="980" y="312"/>
                  </a:lnTo>
                  <a:lnTo>
                    <a:pt x="980" y="312"/>
                  </a:lnTo>
                  <a:lnTo>
                    <a:pt x="977" y="312"/>
                  </a:lnTo>
                  <a:lnTo>
                    <a:pt x="977" y="312"/>
                  </a:lnTo>
                  <a:lnTo>
                    <a:pt x="977" y="312"/>
                  </a:lnTo>
                  <a:lnTo>
                    <a:pt x="975" y="312"/>
                  </a:lnTo>
                  <a:lnTo>
                    <a:pt x="975" y="312"/>
                  </a:lnTo>
                  <a:lnTo>
                    <a:pt x="977" y="312"/>
                  </a:lnTo>
                  <a:lnTo>
                    <a:pt x="977" y="310"/>
                  </a:lnTo>
                  <a:lnTo>
                    <a:pt x="977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7" y="310"/>
                  </a:lnTo>
                  <a:lnTo>
                    <a:pt x="970" y="308"/>
                  </a:lnTo>
                  <a:lnTo>
                    <a:pt x="970" y="308"/>
                  </a:lnTo>
                  <a:lnTo>
                    <a:pt x="968" y="308"/>
                  </a:lnTo>
                  <a:lnTo>
                    <a:pt x="965" y="308"/>
                  </a:lnTo>
                  <a:lnTo>
                    <a:pt x="965" y="308"/>
                  </a:lnTo>
                  <a:lnTo>
                    <a:pt x="965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1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10"/>
                  </a:lnTo>
                  <a:lnTo>
                    <a:pt x="958" y="310"/>
                  </a:lnTo>
                  <a:lnTo>
                    <a:pt x="958" y="310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5"/>
                  </a:lnTo>
                  <a:lnTo>
                    <a:pt x="958" y="305"/>
                  </a:lnTo>
                  <a:lnTo>
                    <a:pt x="958" y="305"/>
                  </a:lnTo>
                  <a:lnTo>
                    <a:pt x="956" y="303"/>
                  </a:lnTo>
                  <a:lnTo>
                    <a:pt x="956" y="303"/>
                  </a:lnTo>
                  <a:lnTo>
                    <a:pt x="956" y="303"/>
                  </a:lnTo>
                  <a:lnTo>
                    <a:pt x="954" y="303"/>
                  </a:lnTo>
                  <a:lnTo>
                    <a:pt x="951" y="303"/>
                  </a:lnTo>
                  <a:lnTo>
                    <a:pt x="951" y="303"/>
                  </a:lnTo>
                  <a:lnTo>
                    <a:pt x="951" y="303"/>
                  </a:lnTo>
                  <a:lnTo>
                    <a:pt x="949" y="303"/>
                  </a:lnTo>
                  <a:lnTo>
                    <a:pt x="947" y="303"/>
                  </a:lnTo>
                  <a:lnTo>
                    <a:pt x="944" y="303"/>
                  </a:lnTo>
                  <a:lnTo>
                    <a:pt x="942" y="303"/>
                  </a:lnTo>
                  <a:lnTo>
                    <a:pt x="942" y="303"/>
                  </a:lnTo>
                  <a:lnTo>
                    <a:pt x="942" y="301"/>
                  </a:lnTo>
                  <a:lnTo>
                    <a:pt x="935" y="301"/>
                  </a:lnTo>
                  <a:lnTo>
                    <a:pt x="932" y="301"/>
                  </a:lnTo>
                  <a:lnTo>
                    <a:pt x="930" y="298"/>
                  </a:lnTo>
                  <a:lnTo>
                    <a:pt x="930" y="298"/>
                  </a:lnTo>
                  <a:lnTo>
                    <a:pt x="930" y="296"/>
                  </a:lnTo>
                  <a:lnTo>
                    <a:pt x="930" y="293"/>
                  </a:lnTo>
                  <a:lnTo>
                    <a:pt x="930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5" y="293"/>
                  </a:lnTo>
                  <a:lnTo>
                    <a:pt x="923" y="293"/>
                  </a:lnTo>
                  <a:lnTo>
                    <a:pt x="923" y="291"/>
                  </a:lnTo>
                  <a:lnTo>
                    <a:pt x="925" y="293"/>
                  </a:lnTo>
                  <a:lnTo>
                    <a:pt x="925" y="291"/>
                  </a:lnTo>
                  <a:lnTo>
                    <a:pt x="925" y="291"/>
                  </a:lnTo>
                  <a:lnTo>
                    <a:pt x="925" y="291"/>
                  </a:lnTo>
                  <a:lnTo>
                    <a:pt x="928" y="291"/>
                  </a:lnTo>
                  <a:lnTo>
                    <a:pt x="928" y="291"/>
                  </a:lnTo>
                  <a:lnTo>
                    <a:pt x="930" y="291"/>
                  </a:lnTo>
                  <a:lnTo>
                    <a:pt x="930" y="289"/>
                  </a:lnTo>
                  <a:lnTo>
                    <a:pt x="932" y="289"/>
                  </a:lnTo>
                  <a:lnTo>
                    <a:pt x="930" y="289"/>
                  </a:lnTo>
                  <a:lnTo>
                    <a:pt x="930" y="286"/>
                  </a:lnTo>
                  <a:lnTo>
                    <a:pt x="930" y="286"/>
                  </a:lnTo>
                  <a:lnTo>
                    <a:pt x="932" y="286"/>
                  </a:lnTo>
                  <a:lnTo>
                    <a:pt x="930" y="286"/>
                  </a:lnTo>
                  <a:lnTo>
                    <a:pt x="930" y="284"/>
                  </a:lnTo>
                  <a:lnTo>
                    <a:pt x="932" y="284"/>
                  </a:lnTo>
                  <a:lnTo>
                    <a:pt x="932" y="284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79"/>
                  </a:lnTo>
                  <a:lnTo>
                    <a:pt x="932" y="279"/>
                  </a:lnTo>
                  <a:lnTo>
                    <a:pt x="935" y="277"/>
                  </a:lnTo>
                  <a:lnTo>
                    <a:pt x="935" y="277"/>
                  </a:lnTo>
                  <a:lnTo>
                    <a:pt x="935" y="277"/>
                  </a:lnTo>
                  <a:lnTo>
                    <a:pt x="935" y="275"/>
                  </a:lnTo>
                  <a:lnTo>
                    <a:pt x="935" y="275"/>
                  </a:lnTo>
                  <a:lnTo>
                    <a:pt x="935" y="272"/>
                  </a:lnTo>
                  <a:lnTo>
                    <a:pt x="935" y="272"/>
                  </a:lnTo>
                  <a:lnTo>
                    <a:pt x="932" y="272"/>
                  </a:lnTo>
                  <a:lnTo>
                    <a:pt x="932" y="272"/>
                  </a:lnTo>
                  <a:lnTo>
                    <a:pt x="932" y="270"/>
                  </a:lnTo>
                  <a:lnTo>
                    <a:pt x="932" y="270"/>
                  </a:lnTo>
                  <a:lnTo>
                    <a:pt x="939" y="272"/>
                  </a:lnTo>
                  <a:lnTo>
                    <a:pt x="939" y="272"/>
                  </a:lnTo>
                  <a:lnTo>
                    <a:pt x="937" y="270"/>
                  </a:lnTo>
                  <a:lnTo>
                    <a:pt x="930" y="270"/>
                  </a:lnTo>
                  <a:lnTo>
                    <a:pt x="925" y="267"/>
                  </a:lnTo>
                  <a:lnTo>
                    <a:pt x="918" y="267"/>
                  </a:lnTo>
                  <a:lnTo>
                    <a:pt x="913" y="270"/>
                  </a:lnTo>
                  <a:lnTo>
                    <a:pt x="913" y="270"/>
                  </a:lnTo>
                  <a:lnTo>
                    <a:pt x="909" y="272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899" y="275"/>
                  </a:lnTo>
                  <a:lnTo>
                    <a:pt x="897" y="275"/>
                  </a:lnTo>
                  <a:lnTo>
                    <a:pt x="897" y="275"/>
                  </a:lnTo>
                  <a:lnTo>
                    <a:pt x="895" y="275"/>
                  </a:lnTo>
                  <a:lnTo>
                    <a:pt x="885" y="279"/>
                  </a:lnTo>
                  <a:lnTo>
                    <a:pt x="883" y="282"/>
                  </a:lnTo>
                  <a:lnTo>
                    <a:pt x="883" y="282"/>
                  </a:lnTo>
                  <a:lnTo>
                    <a:pt x="883" y="284"/>
                  </a:lnTo>
                  <a:lnTo>
                    <a:pt x="883" y="284"/>
                  </a:lnTo>
                  <a:lnTo>
                    <a:pt x="883" y="284"/>
                  </a:lnTo>
                  <a:lnTo>
                    <a:pt x="885" y="284"/>
                  </a:lnTo>
                  <a:lnTo>
                    <a:pt x="885" y="286"/>
                  </a:lnTo>
                  <a:lnTo>
                    <a:pt x="887" y="289"/>
                  </a:lnTo>
                  <a:lnTo>
                    <a:pt x="890" y="289"/>
                  </a:lnTo>
                  <a:lnTo>
                    <a:pt x="890" y="289"/>
                  </a:lnTo>
                  <a:lnTo>
                    <a:pt x="890" y="291"/>
                  </a:lnTo>
                  <a:lnTo>
                    <a:pt x="885" y="291"/>
                  </a:lnTo>
                  <a:lnTo>
                    <a:pt x="876" y="289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3" y="286"/>
                  </a:lnTo>
                  <a:lnTo>
                    <a:pt x="871" y="284"/>
                  </a:lnTo>
                  <a:lnTo>
                    <a:pt x="871" y="284"/>
                  </a:lnTo>
                  <a:lnTo>
                    <a:pt x="871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59" y="291"/>
                  </a:lnTo>
                  <a:lnTo>
                    <a:pt x="859" y="291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1"/>
                  </a:lnTo>
                  <a:lnTo>
                    <a:pt x="857" y="293"/>
                  </a:lnTo>
                  <a:lnTo>
                    <a:pt x="854" y="293"/>
                  </a:lnTo>
                  <a:lnTo>
                    <a:pt x="854" y="293"/>
                  </a:lnTo>
                  <a:lnTo>
                    <a:pt x="854" y="293"/>
                  </a:lnTo>
                  <a:lnTo>
                    <a:pt x="854" y="296"/>
                  </a:lnTo>
                  <a:lnTo>
                    <a:pt x="854" y="296"/>
                  </a:lnTo>
                  <a:lnTo>
                    <a:pt x="852" y="298"/>
                  </a:lnTo>
                  <a:lnTo>
                    <a:pt x="850" y="298"/>
                  </a:lnTo>
                  <a:lnTo>
                    <a:pt x="847" y="301"/>
                  </a:lnTo>
                  <a:lnTo>
                    <a:pt x="847" y="301"/>
                  </a:lnTo>
                  <a:lnTo>
                    <a:pt x="847" y="298"/>
                  </a:lnTo>
                  <a:lnTo>
                    <a:pt x="845" y="298"/>
                  </a:lnTo>
                  <a:lnTo>
                    <a:pt x="845" y="298"/>
                  </a:lnTo>
                  <a:lnTo>
                    <a:pt x="845" y="296"/>
                  </a:lnTo>
                  <a:lnTo>
                    <a:pt x="842" y="296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40" y="301"/>
                  </a:lnTo>
                  <a:lnTo>
                    <a:pt x="840" y="301"/>
                  </a:lnTo>
                  <a:lnTo>
                    <a:pt x="840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5" y="301"/>
                  </a:lnTo>
                  <a:lnTo>
                    <a:pt x="838" y="303"/>
                  </a:lnTo>
                  <a:lnTo>
                    <a:pt x="838" y="303"/>
                  </a:lnTo>
                  <a:lnTo>
                    <a:pt x="838" y="303"/>
                  </a:lnTo>
                  <a:lnTo>
                    <a:pt x="838" y="305"/>
                  </a:lnTo>
                  <a:lnTo>
                    <a:pt x="838" y="305"/>
                  </a:lnTo>
                  <a:lnTo>
                    <a:pt x="835" y="305"/>
                  </a:lnTo>
                  <a:lnTo>
                    <a:pt x="831" y="305"/>
                  </a:lnTo>
                  <a:lnTo>
                    <a:pt x="828" y="305"/>
                  </a:lnTo>
                  <a:lnTo>
                    <a:pt x="828" y="308"/>
                  </a:lnTo>
                  <a:lnTo>
                    <a:pt x="828" y="308"/>
                  </a:lnTo>
                  <a:lnTo>
                    <a:pt x="826" y="308"/>
                  </a:lnTo>
                  <a:lnTo>
                    <a:pt x="824" y="308"/>
                  </a:lnTo>
                  <a:lnTo>
                    <a:pt x="824" y="308"/>
                  </a:lnTo>
                  <a:lnTo>
                    <a:pt x="824" y="308"/>
                  </a:lnTo>
                  <a:lnTo>
                    <a:pt x="824" y="305"/>
                  </a:lnTo>
                  <a:lnTo>
                    <a:pt x="824" y="305"/>
                  </a:lnTo>
                  <a:lnTo>
                    <a:pt x="826" y="305"/>
                  </a:lnTo>
                  <a:lnTo>
                    <a:pt x="826" y="305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31" y="301"/>
                  </a:lnTo>
                  <a:lnTo>
                    <a:pt x="828" y="303"/>
                  </a:lnTo>
                  <a:lnTo>
                    <a:pt x="826" y="303"/>
                  </a:lnTo>
                  <a:lnTo>
                    <a:pt x="824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8"/>
                  </a:lnTo>
                  <a:lnTo>
                    <a:pt x="821" y="308"/>
                  </a:lnTo>
                  <a:lnTo>
                    <a:pt x="821" y="308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2"/>
                  </a:lnTo>
                  <a:lnTo>
                    <a:pt x="821" y="312"/>
                  </a:lnTo>
                  <a:lnTo>
                    <a:pt x="824" y="312"/>
                  </a:lnTo>
                  <a:lnTo>
                    <a:pt x="826" y="312"/>
                  </a:lnTo>
                  <a:lnTo>
                    <a:pt x="831" y="319"/>
                  </a:lnTo>
                  <a:lnTo>
                    <a:pt x="831" y="319"/>
                  </a:lnTo>
                  <a:lnTo>
                    <a:pt x="831" y="319"/>
                  </a:lnTo>
                  <a:lnTo>
                    <a:pt x="833" y="322"/>
                  </a:lnTo>
                  <a:lnTo>
                    <a:pt x="838" y="324"/>
                  </a:lnTo>
                  <a:lnTo>
                    <a:pt x="840" y="327"/>
                  </a:lnTo>
                  <a:lnTo>
                    <a:pt x="850" y="331"/>
                  </a:lnTo>
                  <a:lnTo>
                    <a:pt x="852" y="331"/>
                  </a:lnTo>
                  <a:lnTo>
                    <a:pt x="854" y="334"/>
                  </a:lnTo>
                  <a:lnTo>
                    <a:pt x="852" y="331"/>
                  </a:lnTo>
                  <a:lnTo>
                    <a:pt x="850" y="331"/>
                  </a:lnTo>
                  <a:lnTo>
                    <a:pt x="850" y="331"/>
                  </a:lnTo>
                  <a:lnTo>
                    <a:pt x="847" y="329"/>
                  </a:lnTo>
                  <a:lnTo>
                    <a:pt x="847" y="329"/>
                  </a:lnTo>
                  <a:lnTo>
                    <a:pt x="847" y="329"/>
                  </a:lnTo>
                  <a:lnTo>
                    <a:pt x="854" y="331"/>
                  </a:lnTo>
                  <a:lnTo>
                    <a:pt x="857" y="334"/>
                  </a:lnTo>
                  <a:lnTo>
                    <a:pt x="859" y="334"/>
                  </a:lnTo>
                  <a:lnTo>
                    <a:pt x="859" y="336"/>
                  </a:lnTo>
                  <a:lnTo>
                    <a:pt x="861" y="336"/>
                  </a:lnTo>
                  <a:lnTo>
                    <a:pt x="861" y="336"/>
                  </a:lnTo>
                  <a:lnTo>
                    <a:pt x="864" y="336"/>
                  </a:lnTo>
                  <a:lnTo>
                    <a:pt x="866" y="338"/>
                  </a:lnTo>
                  <a:lnTo>
                    <a:pt x="866" y="338"/>
                  </a:lnTo>
                  <a:lnTo>
                    <a:pt x="868" y="341"/>
                  </a:lnTo>
                  <a:lnTo>
                    <a:pt x="866" y="341"/>
                  </a:lnTo>
                  <a:lnTo>
                    <a:pt x="866" y="341"/>
                  </a:lnTo>
                  <a:lnTo>
                    <a:pt x="866" y="341"/>
                  </a:lnTo>
                  <a:lnTo>
                    <a:pt x="861" y="338"/>
                  </a:lnTo>
                  <a:lnTo>
                    <a:pt x="861" y="338"/>
                  </a:lnTo>
                  <a:lnTo>
                    <a:pt x="861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7" y="338"/>
                  </a:lnTo>
                  <a:lnTo>
                    <a:pt x="857" y="341"/>
                  </a:lnTo>
                  <a:lnTo>
                    <a:pt x="857" y="341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2" y="346"/>
                  </a:lnTo>
                  <a:lnTo>
                    <a:pt x="852" y="346"/>
                  </a:lnTo>
                  <a:lnTo>
                    <a:pt x="852" y="346"/>
                  </a:lnTo>
                  <a:lnTo>
                    <a:pt x="850" y="346"/>
                  </a:lnTo>
                  <a:lnTo>
                    <a:pt x="850" y="346"/>
                  </a:lnTo>
                  <a:lnTo>
                    <a:pt x="847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1"/>
                  </a:lnTo>
                  <a:lnTo>
                    <a:pt x="845" y="338"/>
                  </a:lnTo>
                  <a:lnTo>
                    <a:pt x="845" y="338"/>
                  </a:lnTo>
                  <a:lnTo>
                    <a:pt x="847" y="338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5" y="336"/>
                  </a:lnTo>
                  <a:lnTo>
                    <a:pt x="845" y="338"/>
                  </a:lnTo>
                  <a:lnTo>
                    <a:pt x="845" y="341"/>
                  </a:lnTo>
                  <a:lnTo>
                    <a:pt x="845" y="343"/>
                  </a:lnTo>
                  <a:lnTo>
                    <a:pt x="845" y="346"/>
                  </a:lnTo>
                  <a:lnTo>
                    <a:pt x="847" y="348"/>
                  </a:lnTo>
                  <a:lnTo>
                    <a:pt x="847" y="348"/>
                  </a:lnTo>
                  <a:lnTo>
                    <a:pt x="850" y="350"/>
                  </a:lnTo>
                  <a:lnTo>
                    <a:pt x="850" y="350"/>
                  </a:lnTo>
                  <a:lnTo>
                    <a:pt x="850" y="353"/>
                  </a:lnTo>
                  <a:lnTo>
                    <a:pt x="850" y="353"/>
                  </a:lnTo>
                  <a:lnTo>
                    <a:pt x="850" y="353"/>
                  </a:lnTo>
                  <a:lnTo>
                    <a:pt x="852" y="355"/>
                  </a:lnTo>
                  <a:lnTo>
                    <a:pt x="852" y="357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2" y="357"/>
                  </a:lnTo>
                  <a:lnTo>
                    <a:pt x="852" y="357"/>
                  </a:lnTo>
                  <a:lnTo>
                    <a:pt x="852" y="357"/>
                  </a:lnTo>
                  <a:lnTo>
                    <a:pt x="854" y="357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4" y="362"/>
                  </a:lnTo>
                  <a:lnTo>
                    <a:pt x="854" y="362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2" y="364"/>
                  </a:lnTo>
                  <a:lnTo>
                    <a:pt x="852" y="364"/>
                  </a:lnTo>
                  <a:lnTo>
                    <a:pt x="852" y="364"/>
                  </a:lnTo>
                  <a:lnTo>
                    <a:pt x="852" y="367"/>
                  </a:lnTo>
                  <a:lnTo>
                    <a:pt x="852" y="367"/>
                  </a:lnTo>
                  <a:lnTo>
                    <a:pt x="852" y="369"/>
                  </a:lnTo>
                  <a:lnTo>
                    <a:pt x="852" y="369"/>
                  </a:lnTo>
                  <a:lnTo>
                    <a:pt x="852" y="372"/>
                  </a:lnTo>
                  <a:lnTo>
                    <a:pt x="852" y="376"/>
                  </a:lnTo>
                  <a:lnTo>
                    <a:pt x="857" y="379"/>
                  </a:lnTo>
                  <a:lnTo>
                    <a:pt x="861" y="381"/>
                  </a:lnTo>
                  <a:lnTo>
                    <a:pt x="864" y="383"/>
                  </a:lnTo>
                  <a:lnTo>
                    <a:pt x="876" y="388"/>
                  </a:lnTo>
                  <a:lnTo>
                    <a:pt x="885" y="393"/>
                  </a:lnTo>
                  <a:lnTo>
                    <a:pt x="890" y="393"/>
                  </a:lnTo>
                  <a:lnTo>
                    <a:pt x="892" y="393"/>
                  </a:lnTo>
                  <a:lnTo>
                    <a:pt x="892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87" y="393"/>
                  </a:lnTo>
                  <a:lnTo>
                    <a:pt x="887" y="393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90" y="388"/>
                  </a:lnTo>
                  <a:lnTo>
                    <a:pt x="890" y="390"/>
                  </a:lnTo>
                  <a:lnTo>
                    <a:pt x="887" y="390"/>
                  </a:lnTo>
                  <a:lnTo>
                    <a:pt x="890" y="390"/>
                  </a:lnTo>
                  <a:lnTo>
                    <a:pt x="890" y="390"/>
                  </a:lnTo>
                  <a:lnTo>
                    <a:pt x="892" y="390"/>
                  </a:lnTo>
                  <a:lnTo>
                    <a:pt x="895" y="390"/>
                  </a:lnTo>
                  <a:lnTo>
                    <a:pt x="895" y="390"/>
                  </a:lnTo>
                  <a:lnTo>
                    <a:pt x="892" y="390"/>
                  </a:lnTo>
                  <a:lnTo>
                    <a:pt x="892" y="390"/>
                  </a:lnTo>
                  <a:lnTo>
                    <a:pt x="895" y="390"/>
                  </a:lnTo>
                  <a:lnTo>
                    <a:pt x="904" y="388"/>
                  </a:lnTo>
                  <a:lnTo>
                    <a:pt x="906" y="388"/>
                  </a:lnTo>
                  <a:lnTo>
                    <a:pt x="902" y="388"/>
                  </a:lnTo>
                  <a:lnTo>
                    <a:pt x="913" y="390"/>
                  </a:lnTo>
                  <a:lnTo>
                    <a:pt x="918" y="390"/>
                  </a:lnTo>
                  <a:lnTo>
                    <a:pt x="921" y="390"/>
                  </a:lnTo>
                  <a:lnTo>
                    <a:pt x="925" y="393"/>
                  </a:lnTo>
                  <a:lnTo>
                    <a:pt x="928" y="395"/>
                  </a:lnTo>
                  <a:lnTo>
                    <a:pt x="928" y="395"/>
                  </a:lnTo>
                  <a:lnTo>
                    <a:pt x="930" y="398"/>
                  </a:lnTo>
                  <a:lnTo>
                    <a:pt x="930" y="398"/>
                  </a:lnTo>
                  <a:lnTo>
                    <a:pt x="930" y="398"/>
                  </a:lnTo>
                  <a:lnTo>
                    <a:pt x="930" y="400"/>
                  </a:lnTo>
                  <a:lnTo>
                    <a:pt x="932" y="402"/>
                  </a:lnTo>
                  <a:lnTo>
                    <a:pt x="932" y="402"/>
                  </a:lnTo>
                  <a:lnTo>
                    <a:pt x="932" y="402"/>
                  </a:lnTo>
                  <a:lnTo>
                    <a:pt x="935" y="402"/>
                  </a:lnTo>
                  <a:lnTo>
                    <a:pt x="935" y="400"/>
                  </a:lnTo>
                  <a:lnTo>
                    <a:pt x="935" y="400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5"/>
                  </a:lnTo>
                  <a:lnTo>
                    <a:pt x="935" y="398"/>
                  </a:lnTo>
                  <a:lnTo>
                    <a:pt x="935" y="395"/>
                  </a:lnTo>
                  <a:lnTo>
                    <a:pt x="932" y="395"/>
                  </a:lnTo>
                  <a:lnTo>
                    <a:pt x="932" y="395"/>
                  </a:lnTo>
                  <a:lnTo>
                    <a:pt x="932" y="393"/>
                  </a:lnTo>
                  <a:lnTo>
                    <a:pt x="930" y="393"/>
                  </a:lnTo>
                  <a:lnTo>
                    <a:pt x="930" y="393"/>
                  </a:lnTo>
                  <a:lnTo>
                    <a:pt x="928" y="390"/>
                  </a:lnTo>
                  <a:lnTo>
                    <a:pt x="928" y="390"/>
                  </a:lnTo>
                  <a:lnTo>
                    <a:pt x="928" y="390"/>
                  </a:lnTo>
                  <a:lnTo>
                    <a:pt x="930" y="390"/>
                  </a:lnTo>
                  <a:lnTo>
                    <a:pt x="932" y="388"/>
                  </a:lnTo>
                  <a:lnTo>
                    <a:pt x="932" y="388"/>
                  </a:lnTo>
                  <a:lnTo>
                    <a:pt x="935" y="388"/>
                  </a:lnTo>
                  <a:lnTo>
                    <a:pt x="935" y="390"/>
                  </a:lnTo>
                  <a:lnTo>
                    <a:pt x="935" y="390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5"/>
                  </a:lnTo>
                  <a:lnTo>
                    <a:pt x="937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8"/>
                  </a:lnTo>
                  <a:lnTo>
                    <a:pt x="942" y="398"/>
                  </a:lnTo>
                  <a:lnTo>
                    <a:pt x="942" y="398"/>
                  </a:lnTo>
                  <a:lnTo>
                    <a:pt x="942" y="400"/>
                  </a:lnTo>
                  <a:lnTo>
                    <a:pt x="942" y="398"/>
                  </a:lnTo>
                  <a:lnTo>
                    <a:pt x="942" y="400"/>
                  </a:lnTo>
                  <a:lnTo>
                    <a:pt x="939" y="400"/>
                  </a:lnTo>
                  <a:lnTo>
                    <a:pt x="942" y="400"/>
                  </a:lnTo>
                  <a:lnTo>
                    <a:pt x="942" y="402"/>
                  </a:lnTo>
                  <a:lnTo>
                    <a:pt x="942" y="402"/>
                  </a:lnTo>
                  <a:lnTo>
                    <a:pt x="942" y="405"/>
                  </a:lnTo>
                  <a:lnTo>
                    <a:pt x="942" y="405"/>
                  </a:lnTo>
                  <a:lnTo>
                    <a:pt x="942" y="405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4" y="407"/>
                  </a:lnTo>
                  <a:lnTo>
                    <a:pt x="947" y="405"/>
                  </a:lnTo>
                  <a:lnTo>
                    <a:pt x="947" y="405"/>
                  </a:lnTo>
                  <a:lnTo>
                    <a:pt x="947" y="405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0"/>
                  </a:lnTo>
                  <a:lnTo>
                    <a:pt x="947" y="400"/>
                  </a:lnTo>
                  <a:lnTo>
                    <a:pt x="947" y="398"/>
                  </a:lnTo>
                  <a:lnTo>
                    <a:pt x="949" y="398"/>
                  </a:lnTo>
                  <a:lnTo>
                    <a:pt x="949" y="398"/>
                  </a:lnTo>
                  <a:lnTo>
                    <a:pt x="951" y="395"/>
                  </a:lnTo>
                  <a:lnTo>
                    <a:pt x="956" y="393"/>
                  </a:lnTo>
                  <a:lnTo>
                    <a:pt x="956" y="393"/>
                  </a:lnTo>
                  <a:lnTo>
                    <a:pt x="958" y="393"/>
                  </a:lnTo>
                  <a:lnTo>
                    <a:pt x="958" y="393"/>
                  </a:lnTo>
                  <a:lnTo>
                    <a:pt x="958" y="390"/>
                  </a:lnTo>
                  <a:lnTo>
                    <a:pt x="958" y="390"/>
                  </a:lnTo>
                  <a:lnTo>
                    <a:pt x="961" y="388"/>
                  </a:lnTo>
                  <a:lnTo>
                    <a:pt x="961" y="388"/>
                  </a:lnTo>
                  <a:lnTo>
                    <a:pt x="963" y="388"/>
                  </a:lnTo>
                  <a:lnTo>
                    <a:pt x="963" y="388"/>
                  </a:lnTo>
                  <a:lnTo>
                    <a:pt x="961" y="388"/>
                  </a:lnTo>
                  <a:lnTo>
                    <a:pt x="961" y="388"/>
                  </a:lnTo>
                  <a:lnTo>
                    <a:pt x="963" y="388"/>
                  </a:lnTo>
                  <a:lnTo>
                    <a:pt x="965" y="388"/>
                  </a:lnTo>
                  <a:lnTo>
                    <a:pt x="965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70" y="386"/>
                  </a:lnTo>
                  <a:lnTo>
                    <a:pt x="970" y="386"/>
                  </a:lnTo>
                  <a:lnTo>
                    <a:pt x="968" y="386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5" y="388"/>
                  </a:lnTo>
                  <a:lnTo>
                    <a:pt x="965" y="388"/>
                  </a:lnTo>
                  <a:lnTo>
                    <a:pt x="968" y="386"/>
                  </a:lnTo>
                  <a:lnTo>
                    <a:pt x="973" y="383"/>
                  </a:lnTo>
                  <a:lnTo>
                    <a:pt x="973" y="383"/>
                  </a:lnTo>
                  <a:lnTo>
                    <a:pt x="970" y="383"/>
                  </a:lnTo>
                  <a:lnTo>
                    <a:pt x="970" y="383"/>
                  </a:lnTo>
                  <a:lnTo>
                    <a:pt x="973" y="383"/>
                  </a:lnTo>
                  <a:lnTo>
                    <a:pt x="973" y="383"/>
                  </a:lnTo>
                  <a:lnTo>
                    <a:pt x="973" y="386"/>
                  </a:lnTo>
                  <a:lnTo>
                    <a:pt x="975" y="386"/>
                  </a:lnTo>
                  <a:lnTo>
                    <a:pt x="975" y="386"/>
                  </a:lnTo>
                  <a:lnTo>
                    <a:pt x="975" y="388"/>
                  </a:lnTo>
                  <a:lnTo>
                    <a:pt x="977" y="388"/>
                  </a:lnTo>
                  <a:lnTo>
                    <a:pt x="977" y="388"/>
                  </a:lnTo>
                  <a:lnTo>
                    <a:pt x="977" y="386"/>
                  </a:lnTo>
                  <a:lnTo>
                    <a:pt x="977" y="386"/>
                  </a:lnTo>
                  <a:lnTo>
                    <a:pt x="977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2" y="386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1"/>
                  </a:lnTo>
                  <a:lnTo>
                    <a:pt x="984" y="381"/>
                  </a:lnTo>
                  <a:lnTo>
                    <a:pt x="984" y="379"/>
                  </a:lnTo>
                  <a:lnTo>
                    <a:pt x="987" y="379"/>
                  </a:lnTo>
                  <a:lnTo>
                    <a:pt x="987" y="379"/>
                  </a:lnTo>
                  <a:lnTo>
                    <a:pt x="987" y="376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9" y="376"/>
                  </a:lnTo>
                  <a:lnTo>
                    <a:pt x="989" y="376"/>
                  </a:lnTo>
                  <a:lnTo>
                    <a:pt x="991" y="376"/>
                  </a:lnTo>
                  <a:lnTo>
                    <a:pt x="991" y="376"/>
                  </a:lnTo>
                  <a:lnTo>
                    <a:pt x="991" y="376"/>
                  </a:lnTo>
                  <a:lnTo>
                    <a:pt x="991" y="379"/>
                  </a:lnTo>
                  <a:lnTo>
                    <a:pt x="991" y="379"/>
                  </a:lnTo>
                  <a:lnTo>
                    <a:pt x="991" y="379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7" y="379"/>
                  </a:lnTo>
                  <a:lnTo>
                    <a:pt x="987" y="379"/>
                  </a:lnTo>
                  <a:lnTo>
                    <a:pt x="989" y="381"/>
                  </a:lnTo>
                  <a:lnTo>
                    <a:pt x="991" y="383"/>
                  </a:lnTo>
                  <a:lnTo>
                    <a:pt x="991" y="383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4" y="388"/>
                  </a:lnTo>
                  <a:lnTo>
                    <a:pt x="994" y="390"/>
                  </a:lnTo>
                  <a:lnTo>
                    <a:pt x="996" y="390"/>
                  </a:lnTo>
                  <a:lnTo>
                    <a:pt x="996" y="390"/>
                  </a:lnTo>
                  <a:lnTo>
                    <a:pt x="996" y="390"/>
                  </a:lnTo>
                  <a:lnTo>
                    <a:pt x="996" y="393"/>
                  </a:lnTo>
                  <a:lnTo>
                    <a:pt x="996" y="393"/>
                  </a:lnTo>
                  <a:lnTo>
                    <a:pt x="994" y="395"/>
                  </a:lnTo>
                  <a:lnTo>
                    <a:pt x="994" y="398"/>
                  </a:lnTo>
                  <a:lnTo>
                    <a:pt x="991" y="400"/>
                  </a:lnTo>
                  <a:lnTo>
                    <a:pt x="991" y="400"/>
                  </a:lnTo>
                  <a:lnTo>
                    <a:pt x="991" y="400"/>
                  </a:lnTo>
                  <a:lnTo>
                    <a:pt x="989" y="400"/>
                  </a:lnTo>
                  <a:lnTo>
                    <a:pt x="989" y="400"/>
                  </a:lnTo>
                  <a:lnTo>
                    <a:pt x="987" y="400"/>
                  </a:lnTo>
                  <a:lnTo>
                    <a:pt x="987" y="402"/>
                  </a:lnTo>
                  <a:lnTo>
                    <a:pt x="989" y="402"/>
                  </a:lnTo>
                  <a:lnTo>
                    <a:pt x="987" y="402"/>
                  </a:lnTo>
                  <a:lnTo>
                    <a:pt x="987" y="405"/>
                  </a:lnTo>
                  <a:lnTo>
                    <a:pt x="980" y="402"/>
                  </a:lnTo>
                  <a:lnTo>
                    <a:pt x="980" y="400"/>
                  </a:lnTo>
                  <a:lnTo>
                    <a:pt x="980" y="400"/>
                  </a:lnTo>
                  <a:lnTo>
                    <a:pt x="977" y="400"/>
                  </a:lnTo>
                  <a:lnTo>
                    <a:pt x="977" y="400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5"/>
                  </a:lnTo>
                  <a:lnTo>
                    <a:pt x="975" y="405"/>
                  </a:lnTo>
                  <a:lnTo>
                    <a:pt x="975" y="405"/>
                  </a:lnTo>
                  <a:lnTo>
                    <a:pt x="975" y="405"/>
                  </a:lnTo>
                  <a:lnTo>
                    <a:pt x="975" y="407"/>
                  </a:lnTo>
                  <a:lnTo>
                    <a:pt x="975" y="407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7"/>
                  </a:lnTo>
                  <a:lnTo>
                    <a:pt x="975" y="407"/>
                  </a:lnTo>
                  <a:lnTo>
                    <a:pt x="977" y="407"/>
                  </a:lnTo>
                  <a:lnTo>
                    <a:pt x="977" y="407"/>
                  </a:lnTo>
                  <a:lnTo>
                    <a:pt x="980" y="407"/>
                  </a:lnTo>
                  <a:lnTo>
                    <a:pt x="984" y="409"/>
                  </a:lnTo>
                  <a:lnTo>
                    <a:pt x="984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4" y="409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4" y="412"/>
                  </a:lnTo>
                  <a:lnTo>
                    <a:pt x="984" y="414"/>
                  </a:lnTo>
                  <a:lnTo>
                    <a:pt x="984" y="417"/>
                  </a:lnTo>
                  <a:lnTo>
                    <a:pt x="987" y="417"/>
                  </a:lnTo>
                  <a:lnTo>
                    <a:pt x="987" y="419"/>
                  </a:lnTo>
                  <a:lnTo>
                    <a:pt x="987" y="419"/>
                  </a:lnTo>
                  <a:lnTo>
                    <a:pt x="989" y="421"/>
                  </a:lnTo>
                  <a:lnTo>
                    <a:pt x="987" y="428"/>
                  </a:lnTo>
                  <a:lnTo>
                    <a:pt x="987" y="431"/>
                  </a:lnTo>
                  <a:lnTo>
                    <a:pt x="989" y="440"/>
                  </a:lnTo>
                  <a:lnTo>
                    <a:pt x="991" y="445"/>
                  </a:lnTo>
                  <a:lnTo>
                    <a:pt x="989" y="450"/>
                  </a:lnTo>
                  <a:lnTo>
                    <a:pt x="989" y="452"/>
                  </a:lnTo>
                  <a:lnTo>
                    <a:pt x="987" y="452"/>
                  </a:lnTo>
                  <a:lnTo>
                    <a:pt x="987" y="452"/>
                  </a:lnTo>
                  <a:lnTo>
                    <a:pt x="984" y="457"/>
                  </a:lnTo>
                  <a:lnTo>
                    <a:pt x="984" y="457"/>
                  </a:lnTo>
                  <a:lnTo>
                    <a:pt x="982" y="457"/>
                  </a:lnTo>
                  <a:lnTo>
                    <a:pt x="982" y="457"/>
                  </a:lnTo>
                  <a:lnTo>
                    <a:pt x="982" y="459"/>
                  </a:lnTo>
                  <a:lnTo>
                    <a:pt x="982" y="459"/>
                  </a:lnTo>
                  <a:lnTo>
                    <a:pt x="977" y="464"/>
                  </a:lnTo>
                  <a:lnTo>
                    <a:pt x="973" y="464"/>
                  </a:lnTo>
                  <a:lnTo>
                    <a:pt x="973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68" y="464"/>
                  </a:lnTo>
                  <a:lnTo>
                    <a:pt x="968" y="464"/>
                  </a:lnTo>
                  <a:lnTo>
                    <a:pt x="968" y="464"/>
                  </a:lnTo>
                  <a:lnTo>
                    <a:pt x="965" y="464"/>
                  </a:lnTo>
                  <a:lnTo>
                    <a:pt x="965" y="464"/>
                  </a:lnTo>
                  <a:lnTo>
                    <a:pt x="965" y="464"/>
                  </a:lnTo>
                  <a:lnTo>
                    <a:pt x="951" y="464"/>
                  </a:lnTo>
                  <a:lnTo>
                    <a:pt x="951" y="464"/>
                  </a:lnTo>
                  <a:lnTo>
                    <a:pt x="951" y="464"/>
                  </a:lnTo>
                  <a:lnTo>
                    <a:pt x="954" y="464"/>
                  </a:lnTo>
                  <a:lnTo>
                    <a:pt x="954" y="464"/>
                  </a:lnTo>
                  <a:lnTo>
                    <a:pt x="954" y="464"/>
                  </a:lnTo>
                  <a:lnTo>
                    <a:pt x="954" y="461"/>
                  </a:lnTo>
                  <a:lnTo>
                    <a:pt x="954" y="461"/>
                  </a:lnTo>
                  <a:lnTo>
                    <a:pt x="956" y="461"/>
                  </a:lnTo>
                  <a:lnTo>
                    <a:pt x="956" y="461"/>
                  </a:lnTo>
                  <a:lnTo>
                    <a:pt x="954" y="461"/>
                  </a:lnTo>
                  <a:lnTo>
                    <a:pt x="954" y="461"/>
                  </a:lnTo>
                  <a:lnTo>
                    <a:pt x="954" y="459"/>
                  </a:lnTo>
                  <a:lnTo>
                    <a:pt x="954" y="459"/>
                  </a:lnTo>
                  <a:lnTo>
                    <a:pt x="951" y="459"/>
                  </a:lnTo>
                  <a:lnTo>
                    <a:pt x="951" y="459"/>
                  </a:lnTo>
                  <a:lnTo>
                    <a:pt x="951" y="459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7" y="457"/>
                  </a:lnTo>
                  <a:lnTo>
                    <a:pt x="949" y="459"/>
                  </a:lnTo>
                  <a:lnTo>
                    <a:pt x="949" y="461"/>
                  </a:lnTo>
                  <a:lnTo>
                    <a:pt x="947" y="461"/>
                  </a:lnTo>
                  <a:lnTo>
                    <a:pt x="947" y="461"/>
                  </a:lnTo>
                  <a:lnTo>
                    <a:pt x="947" y="461"/>
                  </a:lnTo>
                  <a:lnTo>
                    <a:pt x="947" y="464"/>
                  </a:lnTo>
                  <a:lnTo>
                    <a:pt x="944" y="464"/>
                  </a:lnTo>
                  <a:lnTo>
                    <a:pt x="944" y="464"/>
                  </a:lnTo>
                  <a:lnTo>
                    <a:pt x="944" y="466"/>
                  </a:lnTo>
                  <a:lnTo>
                    <a:pt x="937" y="473"/>
                  </a:lnTo>
                  <a:lnTo>
                    <a:pt x="935" y="476"/>
                  </a:lnTo>
                  <a:lnTo>
                    <a:pt x="932" y="476"/>
                  </a:lnTo>
                  <a:lnTo>
                    <a:pt x="932" y="476"/>
                  </a:lnTo>
                  <a:lnTo>
                    <a:pt x="930" y="476"/>
                  </a:lnTo>
                  <a:lnTo>
                    <a:pt x="930" y="476"/>
                  </a:lnTo>
                  <a:lnTo>
                    <a:pt x="930" y="478"/>
                  </a:lnTo>
                  <a:lnTo>
                    <a:pt x="930" y="478"/>
                  </a:lnTo>
                  <a:lnTo>
                    <a:pt x="930" y="478"/>
                  </a:lnTo>
                  <a:lnTo>
                    <a:pt x="930" y="480"/>
                  </a:lnTo>
                  <a:lnTo>
                    <a:pt x="928" y="480"/>
                  </a:lnTo>
                  <a:lnTo>
                    <a:pt x="928" y="480"/>
                  </a:lnTo>
                  <a:lnTo>
                    <a:pt x="928" y="480"/>
                  </a:lnTo>
                  <a:lnTo>
                    <a:pt x="925" y="480"/>
                  </a:lnTo>
                  <a:lnTo>
                    <a:pt x="925" y="483"/>
                  </a:lnTo>
                  <a:lnTo>
                    <a:pt x="925" y="483"/>
                  </a:lnTo>
                  <a:lnTo>
                    <a:pt x="923" y="483"/>
                  </a:lnTo>
                  <a:lnTo>
                    <a:pt x="923" y="483"/>
                  </a:lnTo>
                  <a:lnTo>
                    <a:pt x="918" y="483"/>
                  </a:lnTo>
                  <a:lnTo>
                    <a:pt x="916" y="485"/>
                  </a:lnTo>
                  <a:lnTo>
                    <a:pt x="916" y="483"/>
                  </a:lnTo>
                  <a:lnTo>
                    <a:pt x="916" y="483"/>
                  </a:lnTo>
                  <a:lnTo>
                    <a:pt x="913" y="480"/>
                  </a:lnTo>
                  <a:lnTo>
                    <a:pt x="913" y="480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09" y="480"/>
                  </a:lnTo>
                  <a:lnTo>
                    <a:pt x="909" y="483"/>
                  </a:lnTo>
                  <a:lnTo>
                    <a:pt x="904" y="483"/>
                  </a:lnTo>
                  <a:lnTo>
                    <a:pt x="904" y="485"/>
                  </a:lnTo>
                  <a:lnTo>
                    <a:pt x="904" y="483"/>
                  </a:lnTo>
                  <a:lnTo>
                    <a:pt x="909" y="480"/>
                  </a:lnTo>
                  <a:lnTo>
                    <a:pt x="909" y="480"/>
                  </a:lnTo>
                  <a:lnTo>
                    <a:pt x="909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6"/>
                  </a:lnTo>
                  <a:lnTo>
                    <a:pt x="909" y="476"/>
                  </a:lnTo>
                  <a:lnTo>
                    <a:pt x="909" y="476"/>
                  </a:lnTo>
                  <a:lnTo>
                    <a:pt x="909" y="473"/>
                  </a:lnTo>
                  <a:lnTo>
                    <a:pt x="909" y="473"/>
                  </a:lnTo>
                  <a:lnTo>
                    <a:pt x="909" y="473"/>
                  </a:lnTo>
                  <a:lnTo>
                    <a:pt x="906" y="473"/>
                  </a:lnTo>
                  <a:lnTo>
                    <a:pt x="906" y="473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4" y="471"/>
                  </a:lnTo>
                  <a:lnTo>
                    <a:pt x="902" y="469"/>
                  </a:lnTo>
                  <a:lnTo>
                    <a:pt x="897" y="466"/>
                  </a:lnTo>
                  <a:lnTo>
                    <a:pt x="890" y="469"/>
                  </a:lnTo>
                  <a:lnTo>
                    <a:pt x="890" y="469"/>
                  </a:lnTo>
                  <a:lnTo>
                    <a:pt x="887" y="471"/>
                  </a:lnTo>
                  <a:lnTo>
                    <a:pt x="887" y="471"/>
                  </a:lnTo>
                  <a:lnTo>
                    <a:pt x="885" y="471"/>
                  </a:lnTo>
                  <a:lnTo>
                    <a:pt x="885" y="473"/>
                  </a:lnTo>
                  <a:lnTo>
                    <a:pt x="883" y="473"/>
                  </a:lnTo>
                  <a:lnTo>
                    <a:pt x="885" y="473"/>
                  </a:lnTo>
                  <a:lnTo>
                    <a:pt x="885" y="473"/>
                  </a:lnTo>
                  <a:lnTo>
                    <a:pt x="885" y="476"/>
                  </a:lnTo>
                  <a:lnTo>
                    <a:pt x="885" y="476"/>
                  </a:lnTo>
                  <a:lnTo>
                    <a:pt x="890" y="478"/>
                  </a:lnTo>
                  <a:lnTo>
                    <a:pt x="890" y="478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78"/>
                  </a:lnTo>
                  <a:lnTo>
                    <a:pt x="880" y="478"/>
                  </a:lnTo>
                  <a:lnTo>
                    <a:pt x="880" y="478"/>
                  </a:lnTo>
                  <a:lnTo>
                    <a:pt x="878" y="480"/>
                  </a:lnTo>
                  <a:lnTo>
                    <a:pt x="878" y="480"/>
                  </a:lnTo>
                  <a:lnTo>
                    <a:pt x="876" y="485"/>
                  </a:lnTo>
                  <a:lnTo>
                    <a:pt x="876" y="485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90"/>
                  </a:lnTo>
                  <a:lnTo>
                    <a:pt x="873" y="490"/>
                  </a:lnTo>
                  <a:lnTo>
                    <a:pt x="873" y="492"/>
                  </a:lnTo>
                  <a:lnTo>
                    <a:pt x="876" y="492"/>
                  </a:lnTo>
                  <a:lnTo>
                    <a:pt x="876" y="492"/>
                  </a:lnTo>
                  <a:lnTo>
                    <a:pt x="876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1" y="495"/>
                  </a:lnTo>
                  <a:lnTo>
                    <a:pt x="873" y="497"/>
                  </a:lnTo>
                  <a:lnTo>
                    <a:pt x="873" y="497"/>
                  </a:lnTo>
                  <a:lnTo>
                    <a:pt x="873" y="499"/>
                  </a:lnTo>
                  <a:lnTo>
                    <a:pt x="873" y="499"/>
                  </a:lnTo>
                  <a:lnTo>
                    <a:pt x="873" y="502"/>
                  </a:lnTo>
                  <a:lnTo>
                    <a:pt x="873" y="502"/>
                  </a:lnTo>
                  <a:lnTo>
                    <a:pt x="876" y="502"/>
                  </a:lnTo>
                  <a:lnTo>
                    <a:pt x="878" y="499"/>
                  </a:lnTo>
                  <a:lnTo>
                    <a:pt x="878" y="499"/>
                  </a:lnTo>
                  <a:lnTo>
                    <a:pt x="880" y="497"/>
                  </a:lnTo>
                  <a:lnTo>
                    <a:pt x="880" y="497"/>
                  </a:lnTo>
                  <a:lnTo>
                    <a:pt x="883" y="497"/>
                  </a:lnTo>
                  <a:lnTo>
                    <a:pt x="883" y="497"/>
                  </a:lnTo>
                  <a:lnTo>
                    <a:pt x="876" y="504"/>
                  </a:lnTo>
                  <a:lnTo>
                    <a:pt x="873" y="504"/>
                  </a:lnTo>
                  <a:lnTo>
                    <a:pt x="873" y="504"/>
                  </a:lnTo>
                  <a:lnTo>
                    <a:pt x="871" y="504"/>
                  </a:lnTo>
                  <a:lnTo>
                    <a:pt x="871" y="504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3" y="506"/>
                  </a:lnTo>
                  <a:lnTo>
                    <a:pt x="873" y="509"/>
                  </a:lnTo>
                  <a:lnTo>
                    <a:pt x="871" y="509"/>
                  </a:lnTo>
                  <a:lnTo>
                    <a:pt x="871" y="511"/>
                  </a:lnTo>
                  <a:lnTo>
                    <a:pt x="871" y="511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6" y="511"/>
                  </a:lnTo>
                  <a:lnTo>
                    <a:pt x="876" y="511"/>
                  </a:lnTo>
                  <a:lnTo>
                    <a:pt x="876" y="509"/>
                  </a:lnTo>
                  <a:lnTo>
                    <a:pt x="876" y="509"/>
                  </a:lnTo>
                  <a:lnTo>
                    <a:pt x="876" y="509"/>
                  </a:lnTo>
                  <a:lnTo>
                    <a:pt x="876" y="511"/>
                  </a:lnTo>
                  <a:lnTo>
                    <a:pt x="876" y="511"/>
                  </a:lnTo>
                  <a:lnTo>
                    <a:pt x="876" y="514"/>
                  </a:lnTo>
                  <a:lnTo>
                    <a:pt x="876" y="514"/>
                  </a:lnTo>
                  <a:lnTo>
                    <a:pt x="878" y="514"/>
                  </a:lnTo>
                  <a:lnTo>
                    <a:pt x="878" y="514"/>
                  </a:lnTo>
                  <a:lnTo>
                    <a:pt x="878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3" y="516"/>
                  </a:lnTo>
                  <a:lnTo>
                    <a:pt x="873" y="518"/>
                  </a:lnTo>
                  <a:lnTo>
                    <a:pt x="873" y="518"/>
                  </a:lnTo>
                  <a:lnTo>
                    <a:pt x="873" y="516"/>
                  </a:lnTo>
                  <a:lnTo>
                    <a:pt x="873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4"/>
                  </a:lnTo>
                  <a:lnTo>
                    <a:pt x="876" y="514"/>
                  </a:lnTo>
                  <a:lnTo>
                    <a:pt x="873" y="514"/>
                  </a:lnTo>
                  <a:lnTo>
                    <a:pt x="873" y="514"/>
                  </a:lnTo>
                  <a:lnTo>
                    <a:pt x="873" y="514"/>
                  </a:lnTo>
                  <a:lnTo>
                    <a:pt x="873" y="511"/>
                  </a:lnTo>
                  <a:lnTo>
                    <a:pt x="871" y="511"/>
                  </a:lnTo>
                  <a:lnTo>
                    <a:pt x="871" y="511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68" y="506"/>
                  </a:lnTo>
                  <a:lnTo>
                    <a:pt x="866" y="506"/>
                  </a:lnTo>
                  <a:lnTo>
                    <a:pt x="866" y="506"/>
                  </a:lnTo>
                  <a:lnTo>
                    <a:pt x="864" y="506"/>
                  </a:lnTo>
                  <a:lnTo>
                    <a:pt x="864" y="506"/>
                  </a:lnTo>
                  <a:lnTo>
                    <a:pt x="861" y="509"/>
                  </a:lnTo>
                  <a:lnTo>
                    <a:pt x="859" y="511"/>
                  </a:lnTo>
                  <a:lnTo>
                    <a:pt x="857" y="511"/>
                  </a:lnTo>
                  <a:lnTo>
                    <a:pt x="857" y="514"/>
                  </a:lnTo>
                  <a:lnTo>
                    <a:pt x="857" y="514"/>
                  </a:lnTo>
                  <a:lnTo>
                    <a:pt x="857" y="516"/>
                  </a:lnTo>
                  <a:lnTo>
                    <a:pt x="852" y="518"/>
                  </a:lnTo>
                  <a:lnTo>
                    <a:pt x="847" y="525"/>
                  </a:lnTo>
                  <a:lnTo>
                    <a:pt x="845" y="525"/>
                  </a:lnTo>
                  <a:lnTo>
                    <a:pt x="845" y="528"/>
                  </a:lnTo>
                  <a:lnTo>
                    <a:pt x="842" y="528"/>
                  </a:lnTo>
                  <a:lnTo>
                    <a:pt x="842" y="528"/>
                  </a:lnTo>
                  <a:lnTo>
                    <a:pt x="842" y="528"/>
                  </a:lnTo>
                  <a:lnTo>
                    <a:pt x="842" y="530"/>
                  </a:lnTo>
                  <a:lnTo>
                    <a:pt x="842" y="530"/>
                  </a:lnTo>
                  <a:lnTo>
                    <a:pt x="842" y="530"/>
                  </a:lnTo>
                  <a:lnTo>
                    <a:pt x="840" y="532"/>
                  </a:lnTo>
                  <a:lnTo>
                    <a:pt x="840" y="535"/>
                  </a:lnTo>
                  <a:lnTo>
                    <a:pt x="840" y="535"/>
                  </a:lnTo>
                  <a:lnTo>
                    <a:pt x="840" y="537"/>
                  </a:lnTo>
                  <a:lnTo>
                    <a:pt x="840" y="540"/>
                  </a:lnTo>
                  <a:lnTo>
                    <a:pt x="842" y="540"/>
                  </a:lnTo>
                  <a:lnTo>
                    <a:pt x="842" y="542"/>
                  </a:lnTo>
                  <a:lnTo>
                    <a:pt x="842" y="544"/>
                  </a:lnTo>
                  <a:lnTo>
                    <a:pt x="842" y="544"/>
                  </a:lnTo>
                  <a:lnTo>
                    <a:pt x="842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4"/>
                  </a:lnTo>
                  <a:lnTo>
                    <a:pt x="838" y="544"/>
                  </a:lnTo>
                  <a:lnTo>
                    <a:pt x="835" y="544"/>
                  </a:lnTo>
                  <a:lnTo>
                    <a:pt x="835" y="544"/>
                  </a:lnTo>
                  <a:lnTo>
                    <a:pt x="833" y="544"/>
                  </a:lnTo>
                  <a:lnTo>
                    <a:pt x="828" y="544"/>
                  </a:lnTo>
                  <a:lnTo>
                    <a:pt x="828" y="547"/>
                  </a:lnTo>
                  <a:lnTo>
                    <a:pt x="831" y="547"/>
                  </a:lnTo>
                  <a:lnTo>
                    <a:pt x="831" y="549"/>
                  </a:lnTo>
                  <a:lnTo>
                    <a:pt x="831" y="549"/>
                  </a:lnTo>
                  <a:lnTo>
                    <a:pt x="831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5" y="551"/>
                  </a:lnTo>
                  <a:lnTo>
                    <a:pt x="835" y="554"/>
                  </a:lnTo>
                  <a:lnTo>
                    <a:pt x="835" y="554"/>
                  </a:lnTo>
                  <a:lnTo>
                    <a:pt x="835" y="554"/>
                  </a:lnTo>
                  <a:lnTo>
                    <a:pt x="838" y="554"/>
                  </a:lnTo>
                  <a:lnTo>
                    <a:pt x="835" y="554"/>
                  </a:lnTo>
                  <a:lnTo>
                    <a:pt x="828" y="554"/>
                  </a:lnTo>
                  <a:lnTo>
                    <a:pt x="828" y="554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49"/>
                  </a:lnTo>
                  <a:lnTo>
                    <a:pt x="826" y="549"/>
                  </a:lnTo>
                  <a:lnTo>
                    <a:pt x="826" y="551"/>
                  </a:lnTo>
                  <a:lnTo>
                    <a:pt x="826" y="551"/>
                  </a:lnTo>
                  <a:lnTo>
                    <a:pt x="826" y="554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61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1"/>
                  </a:lnTo>
                  <a:lnTo>
                    <a:pt x="826" y="561"/>
                  </a:lnTo>
                  <a:lnTo>
                    <a:pt x="828" y="561"/>
                  </a:lnTo>
                  <a:lnTo>
                    <a:pt x="831" y="561"/>
                  </a:lnTo>
                  <a:lnTo>
                    <a:pt x="831" y="561"/>
                  </a:lnTo>
                  <a:lnTo>
                    <a:pt x="833" y="561"/>
                  </a:lnTo>
                  <a:lnTo>
                    <a:pt x="833" y="561"/>
                  </a:lnTo>
                  <a:lnTo>
                    <a:pt x="833" y="561"/>
                  </a:lnTo>
                  <a:lnTo>
                    <a:pt x="833" y="563"/>
                  </a:lnTo>
                  <a:lnTo>
                    <a:pt x="835" y="563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1" y="568"/>
                  </a:lnTo>
                  <a:lnTo>
                    <a:pt x="831" y="568"/>
                  </a:lnTo>
                  <a:lnTo>
                    <a:pt x="828" y="570"/>
                  </a:lnTo>
                  <a:lnTo>
                    <a:pt x="831" y="573"/>
                  </a:lnTo>
                  <a:lnTo>
                    <a:pt x="831" y="575"/>
                  </a:lnTo>
                  <a:lnTo>
                    <a:pt x="831" y="575"/>
                  </a:lnTo>
                  <a:lnTo>
                    <a:pt x="835" y="577"/>
                  </a:lnTo>
                  <a:lnTo>
                    <a:pt x="835" y="577"/>
                  </a:lnTo>
                  <a:lnTo>
                    <a:pt x="838" y="577"/>
                  </a:lnTo>
                  <a:lnTo>
                    <a:pt x="835" y="577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8" y="580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7"/>
                  </a:lnTo>
                  <a:lnTo>
                    <a:pt x="835" y="587"/>
                  </a:lnTo>
                  <a:lnTo>
                    <a:pt x="835" y="589"/>
                  </a:lnTo>
                  <a:lnTo>
                    <a:pt x="838" y="589"/>
                  </a:lnTo>
                  <a:lnTo>
                    <a:pt x="838" y="589"/>
                  </a:lnTo>
                  <a:lnTo>
                    <a:pt x="840" y="592"/>
                  </a:lnTo>
                  <a:lnTo>
                    <a:pt x="840" y="592"/>
                  </a:lnTo>
                  <a:lnTo>
                    <a:pt x="842" y="592"/>
                  </a:lnTo>
                  <a:lnTo>
                    <a:pt x="842" y="592"/>
                  </a:lnTo>
                  <a:lnTo>
                    <a:pt x="842" y="589"/>
                  </a:lnTo>
                  <a:lnTo>
                    <a:pt x="842" y="589"/>
                  </a:lnTo>
                  <a:lnTo>
                    <a:pt x="842" y="589"/>
                  </a:lnTo>
                  <a:lnTo>
                    <a:pt x="842" y="587"/>
                  </a:lnTo>
                  <a:lnTo>
                    <a:pt x="842" y="587"/>
                  </a:lnTo>
                  <a:lnTo>
                    <a:pt x="842" y="585"/>
                  </a:lnTo>
                  <a:lnTo>
                    <a:pt x="842" y="582"/>
                  </a:lnTo>
                  <a:lnTo>
                    <a:pt x="845" y="582"/>
                  </a:lnTo>
                  <a:lnTo>
                    <a:pt x="845" y="582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3"/>
                  </a:lnTo>
                  <a:lnTo>
                    <a:pt x="850" y="573"/>
                  </a:lnTo>
                  <a:lnTo>
                    <a:pt x="852" y="573"/>
                  </a:lnTo>
                  <a:lnTo>
                    <a:pt x="852" y="570"/>
                  </a:lnTo>
                  <a:lnTo>
                    <a:pt x="852" y="573"/>
                  </a:lnTo>
                  <a:lnTo>
                    <a:pt x="852" y="573"/>
                  </a:lnTo>
                  <a:lnTo>
                    <a:pt x="852" y="573"/>
                  </a:lnTo>
                  <a:lnTo>
                    <a:pt x="854" y="573"/>
                  </a:lnTo>
                  <a:lnTo>
                    <a:pt x="854" y="573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9" y="568"/>
                  </a:lnTo>
                  <a:lnTo>
                    <a:pt x="859" y="568"/>
                  </a:lnTo>
                  <a:lnTo>
                    <a:pt x="861" y="566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1"/>
                  </a:lnTo>
                  <a:lnTo>
                    <a:pt x="864" y="561"/>
                  </a:lnTo>
                  <a:lnTo>
                    <a:pt x="864" y="561"/>
                  </a:lnTo>
                  <a:lnTo>
                    <a:pt x="866" y="563"/>
                  </a:lnTo>
                  <a:lnTo>
                    <a:pt x="866" y="563"/>
                  </a:lnTo>
                  <a:lnTo>
                    <a:pt x="866" y="563"/>
                  </a:lnTo>
                  <a:lnTo>
                    <a:pt x="864" y="563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4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70"/>
                  </a:lnTo>
                  <a:lnTo>
                    <a:pt x="859" y="568"/>
                  </a:lnTo>
                  <a:lnTo>
                    <a:pt x="857" y="568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3"/>
                  </a:lnTo>
                  <a:lnTo>
                    <a:pt x="854" y="573"/>
                  </a:lnTo>
                  <a:lnTo>
                    <a:pt x="852" y="573"/>
                  </a:lnTo>
                  <a:lnTo>
                    <a:pt x="850" y="573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7"/>
                  </a:lnTo>
                  <a:lnTo>
                    <a:pt x="850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50" y="577"/>
                  </a:lnTo>
                  <a:lnTo>
                    <a:pt x="850" y="577"/>
                  </a:lnTo>
                  <a:lnTo>
                    <a:pt x="850" y="580"/>
                  </a:lnTo>
                  <a:lnTo>
                    <a:pt x="850" y="580"/>
                  </a:lnTo>
                  <a:lnTo>
                    <a:pt x="847" y="580"/>
                  </a:lnTo>
                  <a:lnTo>
                    <a:pt x="847" y="582"/>
                  </a:lnTo>
                  <a:lnTo>
                    <a:pt x="847" y="582"/>
                  </a:lnTo>
                  <a:lnTo>
                    <a:pt x="847" y="582"/>
                  </a:lnTo>
                  <a:lnTo>
                    <a:pt x="845" y="582"/>
                  </a:lnTo>
                  <a:lnTo>
                    <a:pt x="845" y="582"/>
                  </a:lnTo>
                  <a:lnTo>
                    <a:pt x="842" y="585"/>
                  </a:lnTo>
                  <a:lnTo>
                    <a:pt x="842" y="585"/>
                  </a:lnTo>
                  <a:lnTo>
                    <a:pt x="842" y="585"/>
                  </a:lnTo>
                  <a:lnTo>
                    <a:pt x="847" y="589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2" y="585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0" y="582"/>
                  </a:lnTo>
                  <a:lnTo>
                    <a:pt x="850" y="582"/>
                  </a:lnTo>
                  <a:lnTo>
                    <a:pt x="852" y="585"/>
                  </a:lnTo>
                  <a:lnTo>
                    <a:pt x="850" y="585"/>
                  </a:lnTo>
                  <a:lnTo>
                    <a:pt x="850" y="587"/>
                  </a:lnTo>
                  <a:lnTo>
                    <a:pt x="850" y="589"/>
                  </a:lnTo>
                  <a:lnTo>
                    <a:pt x="850" y="589"/>
                  </a:lnTo>
                  <a:lnTo>
                    <a:pt x="847" y="589"/>
                  </a:lnTo>
                  <a:lnTo>
                    <a:pt x="847" y="589"/>
                  </a:lnTo>
                  <a:lnTo>
                    <a:pt x="847" y="589"/>
                  </a:lnTo>
                  <a:lnTo>
                    <a:pt x="850" y="592"/>
                  </a:lnTo>
                  <a:lnTo>
                    <a:pt x="850" y="592"/>
                  </a:lnTo>
                  <a:lnTo>
                    <a:pt x="850" y="592"/>
                  </a:lnTo>
                  <a:lnTo>
                    <a:pt x="850" y="594"/>
                  </a:lnTo>
                  <a:lnTo>
                    <a:pt x="850" y="594"/>
                  </a:lnTo>
                  <a:lnTo>
                    <a:pt x="852" y="594"/>
                  </a:lnTo>
                  <a:lnTo>
                    <a:pt x="852" y="594"/>
                  </a:lnTo>
                  <a:lnTo>
                    <a:pt x="852" y="594"/>
                  </a:lnTo>
                  <a:lnTo>
                    <a:pt x="852" y="592"/>
                  </a:lnTo>
                  <a:lnTo>
                    <a:pt x="852" y="592"/>
                  </a:lnTo>
                  <a:lnTo>
                    <a:pt x="854" y="592"/>
                  </a:lnTo>
                  <a:lnTo>
                    <a:pt x="857" y="592"/>
                  </a:lnTo>
                  <a:lnTo>
                    <a:pt x="859" y="592"/>
                  </a:lnTo>
                  <a:lnTo>
                    <a:pt x="859" y="592"/>
                  </a:lnTo>
                  <a:lnTo>
                    <a:pt x="859" y="592"/>
                  </a:lnTo>
                  <a:lnTo>
                    <a:pt x="859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2" y="596"/>
                  </a:lnTo>
                  <a:lnTo>
                    <a:pt x="852" y="596"/>
                  </a:lnTo>
                  <a:lnTo>
                    <a:pt x="850" y="596"/>
                  </a:lnTo>
                  <a:lnTo>
                    <a:pt x="847" y="596"/>
                  </a:lnTo>
                  <a:lnTo>
                    <a:pt x="845" y="599"/>
                  </a:lnTo>
                  <a:lnTo>
                    <a:pt x="845" y="601"/>
                  </a:lnTo>
                  <a:lnTo>
                    <a:pt x="847" y="601"/>
                  </a:lnTo>
                  <a:lnTo>
                    <a:pt x="847" y="603"/>
                  </a:lnTo>
                  <a:lnTo>
                    <a:pt x="850" y="603"/>
                  </a:lnTo>
                  <a:lnTo>
                    <a:pt x="850" y="603"/>
                  </a:lnTo>
                  <a:lnTo>
                    <a:pt x="852" y="601"/>
                  </a:lnTo>
                  <a:lnTo>
                    <a:pt x="852" y="601"/>
                  </a:lnTo>
                  <a:lnTo>
                    <a:pt x="854" y="601"/>
                  </a:lnTo>
                  <a:lnTo>
                    <a:pt x="854" y="601"/>
                  </a:lnTo>
                  <a:lnTo>
                    <a:pt x="854" y="601"/>
                  </a:lnTo>
                  <a:lnTo>
                    <a:pt x="854" y="603"/>
                  </a:lnTo>
                  <a:lnTo>
                    <a:pt x="857" y="603"/>
                  </a:lnTo>
                  <a:lnTo>
                    <a:pt x="857" y="606"/>
                  </a:lnTo>
                  <a:lnTo>
                    <a:pt x="857" y="606"/>
                  </a:lnTo>
                  <a:lnTo>
                    <a:pt x="857" y="603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61" y="603"/>
                  </a:lnTo>
                  <a:lnTo>
                    <a:pt x="861" y="603"/>
                  </a:lnTo>
                  <a:lnTo>
                    <a:pt x="861" y="606"/>
                  </a:lnTo>
                  <a:lnTo>
                    <a:pt x="861" y="606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8" y="608"/>
                  </a:lnTo>
                  <a:lnTo>
                    <a:pt x="876" y="611"/>
                  </a:lnTo>
                  <a:lnTo>
                    <a:pt x="878" y="611"/>
                  </a:lnTo>
                  <a:lnTo>
                    <a:pt x="880" y="611"/>
                  </a:lnTo>
                  <a:lnTo>
                    <a:pt x="883" y="611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7" y="606"/>
                  </a:lnTo>
                  <a:lnTo>
                    <a:pt x="890" y="603"/>
                  </a:lnTo>
                  <a:lnTo>
                    <a:pt x="890" y="603"/>
                  </a:lnTo>
                  <a:lnTo>
                    <a:pt x="890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8"/>
                  </a:lnTo>
                  <a:lnTo>
                    <a:pt x="892" y="608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87" y="613"/>
                  </a:lnTo>
                  <a:lnTo>
                    <a:pt x="887" y="611"/>
                  </a:lnTo>
                  <a:lnTo>
                    <a:pt x="885" y="611"/>
                  </a:lnTo>
                  <a:lnTo>
                    <a:pt x="885" y="611"/>
                  </a:lnTo>
                  <a:lnTo>
                    <a:pt x="883" y="611"/>
                  </a:lnTo>
                  <a:lnTo>
                    <a:pt x="880" y="611"/>
                  </a:lnTo>
                  <a:lnTo>
                    <a:pt x="880" y="613"/>
                  </a:lnTo>
                  <a:lnTo>
                    <a:pt x="883" y="613"/>
                  </a:lnTo>
                  <a:lnTo>
                    <a:pt x="892" y="615"/>
                  </a:lnTo>
                  <a:lnTo>
                    <a:pt x="895" y="620"/>
                  </a:lnTo>
                  <a:lnTo>
                    <a:pt x="895" y="620"/>
                  </a:lnTo>
                  <a:lnTo>
                    <a:pt x="895" y="620"/>
                  </a:lnTo>
                  <a:lnTo>
                    <a:pt x="892" y="620"/>
                  </a:lnTo>
                  <a:lnTo>
                    <a:pt x="895" y="620"/>
                  </a:lnTo>
                  <a:lnTo>
                    <a:pt x="895" y="622"/>
                  </a:lnTo>
                  <a:lnTo>
                    <a:pt x="895" y="622"/>
                  </a:lnTo>
                  <a:lnTo>
                    <a:pt x="892" y="625"/>
                  </a:lnTo>
                  <a:lnTo>
                    <a:pt x="887" y="627"/>
                  </a:lnTo>
                  <a:lnTo>
                    <a:pt x="885" y="630"/>
                  </a:lnTo>
                  <a:lnTo>
                    <a:pt x="885" y="630"/>
                  </a:lnTo>
                  <a:lnTo>
                    <a:pt x="883" y="630"/>
                  </a:lnTo>
                  <a:lnTo>
                    <a:pt x="883" y="630"/>
                  </a:lnTo>
                  <a:lnTo>
                    <a:pt x="883" y="627"/>
                  </a:lnTo>
                  <a:lnTo>
                    <a:pt x="883" y="627"/>
                  </a:lnTo>
                  <a:lnTo>
                    <a:pt x="880" y="627"/>
                  </a:lnTo>
                  <a:lnTo>
                    <a:pt x="883" y="625"/>
                  </a:lnTo>
                  <a:lnTo>
                    <a:pt x="883" y="625"/>
                  </a:lnTo>
                  <a:lnTo>
                    <a:pt x="883" y="625"/>
                  </a:lnTo>
                  <a:lnTo>
                    <a:pt x="883" y="622"/>
                  </a:lnTo>
                  <a:lnTo>
                    <a:pt x="883" y="622"/>
                  </a:lnTo>
                  <a:lnTo>
                    <a:pt x="883" y="622"/>
                  </a:lnTo>
                  <a:lnTo>
                    <a:pt x="883" y="620"/>
                  </a:lnTo>
                  <a:lnTo>
                    <a:pt x="883" y="620"/>
                  </a:lnTo>
                  <a:lnTo>
                    <a:pt x="883" y="618"/>
                  </a:lnTo>
                  <a:lnTo>
                    <a:pt x="883" y="618"/>
                  </a:lnTo>
                  <a:lnTo>
                    <a:pt x="883" y="618"/>
                  </a:lnTo>
                  <a:lnTo>
                    <a:pt x="880" y="615"/>
                  </a:lnTo>
                  <a:lnTo>
                    <a:pt x="880" y="615"/>
                  </a:lnTo>
                  <a:lnTo>
                    <a:pt x="878" y="615"/>
                  </a:lnTo>
                  <a:lnTo>
                    <a:pt x="878" y="618"/>
                  </a:lnTo>
                  <a:lnTo>
                    <a:pt x="876" y="618"/>
                  </a:lnTo>
                  <a:lnTo>
                    <a:pt x="876" y="618"/>
                  </a:lnTo>
                  <a:lnTo>
                    <a:pt x="876" y="620"/>
                  </a:lnTo>
                  <a:lnTo>
                    <a:pt x="873" y="620"/>
                  </a:lnTo>
                  <a:lnTo>
                    <a:pt x="873" y="622"/>
                  </a:lnTo>
                  <a:lnTo>
                    <a:pt x="873" y="622"/>
                  </a:lnTo>
                  <a:lnTo>
                    <a:pt x="871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6" y="625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5"/>
                  </a:lnTo>
                  <a:lnTo>
                    <a:pt x="864" y="625"/>
                  </a:lnTo>
                  <a:lnTo>
                    <a:pt x="864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71" y="620"/>
                  </a:lnTo>
                  <a:lnTo>
                    <a:pt x="871" y="620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5"/>
                  </a:lnTo>
                  <a:lnTo>
                    <a:pt x="871" y="615"/>
                  </a:lnTo>
                  <a:lnTo>
                    <a:pt x="871" y="615"/>
                  </a:lnTo>
                  <a:lnTo>
                    <a:pt x="871" y="613"/>
                  </a:lnTo>
                  <a:lnTo>
                    <a:pt x="871" y="613"/>
                  </a:lnTo>
                  <a:lnTo>
                    <a:pt x="868" y="613"/>
                  </a:lnTo>
                  <a:lnTo>
                    <a:pt x="868" y="613"/>
                  </a:lnTo>
                  <a:lnTo>
                    <a:pt x="868" y="613"/>
                  </a:lnTo>
                  <a:lnTo>
                    <a:pt x="866" y="613"/>
                  </a:lnTo>
                  <a:lnTo>
                    <a:pt x="866" y="613"/>
                  </a:lnTo>
                  <a:lnTo>
                    <a:pt x="866" y="611"/>
                  </a:lnTo>
                  <a:lnTo>
                    <a:pt x="861" y="611"/>
                  </a:lnTo>
                  <a:lnTo>
                    <a:pt x="859" y="611"/>
                  </a:lnTo>
                  <a:lnTo>
                    <a:pt x="859" y="608"/>
                  </a:lnTo>
                  <a:lnTo>
                    <a:pt x="859" y="608"/>
                  </a:lnTo>
                  <a:lnTo>
                    <a:pt x="861" y="606"/>
                  </a:lnTo>
                  <a:lnTo>
                    <a:pt x="861" y="606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57" y="606"/>
                  </a:lnTo>
                  <a:lnTo>
                    <a:pt x="857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3"/>
                  </a:lnTo>
                  <a:lnTo>
                    <a:pt x="852" y="603"/>
                  </a:lnTo>
                  <a:lnTo>
                    <a:pt x="852" y="601"/>
                  </a:lnTo>
                  <a:lnTo>
                    <a:pt x="852" y="603"/>
                  </a:lnTo>
                  <a:lnTo>
                    <a:pt x="852" y="606"/>
                  </a:lnTo>
                  <a:lnTo>
                    <a:pt x="852" y="606"/>
                  </a:lnTo>
                  <a:lnTo>
                    <a:pt x="854" y="608"/>
                  </a:lnTo>
                  <a:lnTo>
                    <a:pt x="852" y="608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47" y="611"/>
                  </a:lnTo>
                  <a:lnTo>
                    <a:pt x="850" y="613"/>
                  </a:lnTo>
                  <a:lnTo>
                    <a:pt x="850" y="615"/>
                  </a:lnTo>
                  <a:lnTo>
                    <a:pt x="850" y="615"/>
                  </a:lnTo>
                  <a:lnTo>
                    <a:pt x="847" y="615"/>
                  </a:lnTo>
                  <a:lnTo>
                    <a:pt x="845" y="618"/>
                  </a:lnTo>
                  <a:lnTo>
                    <a:pt x="845" y="618"/>
                  </a:lnTo>
                  <a:lnTo>
                    <a:pt x="842" y="618"/>
                  </a:lnTo>
                  <a:lnTo>
                    <a:pt x="842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8" y="620"/>
                  </a:lnTo>
                  <a:lnTo>
                    <a:pt x="835" y="620"/>
                  </a:lnTo>
                  <a:lnTo>
                    <a:pt x="835" y="622"/>
                  </a:lnTo>
                  <a:lnTo>
                    <a:pt x="835" y="622"/>
                  </a:lnTo>
                  <a:lnTo>
                    <a:pt x="835" y="625"/>
                  </a:lnTo>
                  <a:lnTo>
                    <a:pt x="835" y="625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42" y="627"/>
                  </a:lnTo>
                  <a:lnTo>
                    <a:pt x="842" y="625"/>
                  </a:lnTo>
                  <a:lnTo>
                    <a:pt x="847" y="625"/>
                  </a:lnTo>
                  <a:lnTo>
                    <a:pt x="847" y="625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5" y="627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2" y="630"/>
                  </a:lnTo>
                  <a:lnTo>
                    <a:pt x="842" y="630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4"/>
                  </a:lnTo>
                  <a:lnTo>
                    <a:pt x="845" y="634"/>
                  </a:lnTo>
                  <a:lnTo>
                    <a:pt x="845" y="637"/>
                  </a:lnTo>
                  <a:lnTo>
                    <a:pt x="845" y="637"/>
                  </a:lnTo>
                  <a:lnTo>
                    <a:pt x="850" y="641"/>
                  </a:lnTo>
                  <a:lnTo>
                    <a:pt x="852" y="641"/>
                  </a:lnTo>
                  <a:lnTo>
                    <a:pt x="852" y="641"/>
                  </a:lnTo>
                  <a:lnTo>
                    <a:pt x="852" y="641"/>
                  </a:lnTo>
                  <a:lnTo>
                    <a:pt x="854" y="639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4"/>
                  </a:lnTo>
                  <a:lnTo>
                    <a:pt x="854" y="644"/>
                  </a:lnTo>
                  <a:lnTo>
                    <a:pt x="854" y="644"/>
                  </a:lnTo>
                  <a:lnTo>
                    <a:pt x="854" y="646"/>
                  </a:lnTo>
                  <a:lnTo>
                    <a:pt x="857" y="646"/>
                  </a:lnTo>
                  <a:lnTo>
                    <a:pt x="857" y="648"/>
                  </a:lnTo>
                  <a:lnTo>
                    <a:pt x="859" y="648"/>
                  </a:lnTo>
                  <a:lnTo>
                    <a:pt x="859" y="648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3"/>
                  </a:lnTo>
                  <a:lnTo>
                    <a:pt x="859" y="653"/>
                  </a:lnTo>
                  <a:lnTo>
                    <a:pt x="859" y="653"/>
                  </a:lnTo>
                  <a:lnTo>
                    <a:pt x="859" y="656"/>
                  </a:lnTo>
                  <a:lnTo>
                    <a:pt x="859" y="656"/>
                  </a:lnTo>
                  <a:lnTo>
                    <a:pt x="861" y="656"/>
                  </a:lnTo>
                  <a:lnTo>
                    <a:pt x="861" y="658"/>
                  </a:lnTo>
                  <a:lnTo>
                    <a:pt x="866" y="660"/>
                  </a:lnTo>
                  <a:lnTo>
                    <a:pt x="866" y="660"/>
                  </a:lnTo>
                  <a:lnTo>
                    <a:pt x="868" y="663"/>
                  </a:lnTo>
                  <a:lnTo>
                    <a:pt x="866" y="663"/>
                  </a:lnTo>
                  <a:lnTo>
                    <a:pt x="866" y="663"/>
                  </a:lnTo>
                  <a:lnTo>
                    <a:pt x="866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6" y="663"/>
                  </a:lnTo>
                  <a:lnTo>
                    <a:pt x="864" y="665"/>
                  </a:lnTo>
                  <a:lnTo>
                    <a:pt x="864" y="667"/>
                  </a:lnTo>
                  <a:lnTo>
                    <a:pt x="864" y="667"/>
                  </a:lnTo>
                  <a:lnTo>
                    <a:pt x="866" y="670"/>
                  </a:lnTo>
                  <a:lnTo>
                    <a:pt x="866" y="672"/>
                  </a:lnTo>
                  <a:lnTo>
                    <a:pt x="866" y="672"/>
                  </a:lnTo>
                  <a:lnTo>
                    <a:pt x="873" y="675"/>
                  </a:lnTo>
                  <a:lnTo>
                    <a:pt x="880" y="677"/>
                  </a:lnTo>
                  <a:lnTo>
                    <a:pt x="890" y="675"/>
                  </a:lnTo>
                  <a:lnTo>
                    <a:pt x="897" y="675"/>
                  </a:lnTo>
                  <a:lnTo>
                    <a:pt x="906" y="670"/>
                  </a:lnTo>
                  <a:lnTo>
                    <a:pt x="909" y="670"/>
                  </a:lnTo>
                  <a:lnTo>
                    <a:pt x="909" y="667"/>
                  </a:lnTo>
                  <a:lnTo>
                    <a:pt x="909" y="667"/>
                  </a:lnTo>
                  <a:lnTo>
                    <a:pt x="911" y="670"/>
                  </a:lnTo>
                  <a:lnTo>
                    <a:pt x="913" y="670"/>
                  </a:lnTo>
                  <a:lnTo>
                    <a:pt x="916" y="670"/>
                  </a:lnTo>
                  <a:lnTo>
                    <a:pt x="916" y="667"/>
                  </a:lnTo>
                  <a:lnTo>
                    <a:pt x="916" y="667"/>
                  </a:lnTo>
                  <a:lnTo>
                    <a:pt x="916" y="667"/>
                  </a:lnTo>
                  <a:lnTo>
                    <a:pt x="916" y="665"/>
                  </a:lnTo>
                  <a:lnTo>
                    <a:pt x="916" y="665"/>
                  </a:lnTo>
                  <a:lnTo>
                    <a:pt x="916" y="663"/>
                  </a:lnTo>
                  <a:lnTo>
                    <a:pt x="916" y="663"/>
                  </a:lnTo>
                  <a:lnTo>
                    <a:pt x="916" y="663"/>
                  </a:lnTo>
                  <a:lnTo>
                    <a:pt x="916" y="660"/>
                  </a:lnTo>
                  <a:lnTo>
                    <a:pt x="918" y="660"/>
                  </a:lnTo>
                  <a:lnTo>
                    <a:pt x="918" y="658"/>
                  </a:lnTo>
                  <a:lnTo>
                    <a:pt x="918" y="658"/>
                  </a:lnTo>
                  <a:lnTo>
                    <a:pt x="918" y="656"/>
                  </a:lnTo>
                  <a:lnTo>
                    <a:pt x="916" y="653"/>
                  </a:lnTo>
                  <a:lnTo>
                    <a:pt x="913" y="653"/>
                  </a:lnTo>
                  <a:lnTo>
                    <a:pt x="911" y="651"/>
                  </a:lnTo>
                  <a:lnTo>
                    <a:pt x="916" y="653"/>
                  </a:lnTo>
                  <a:lnTo>
                    <a:pt x="916" y="653"/>
                  </a:lnTo>
                  <a:lnTo>
                    <a:pt x="916" y="653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8" y="648"/>
                  </a:lnTo>
                  <a:lnTo>
                    <a:pt x="918" y="648"/>
                  </a:lnTo>
                  <a:lnTo>
                    <a:pt x="918" y="646"/>
                  </a:lnTo>
                  <a:lnTo>
                    <a:pt x="918" y="646"/>
                  </a:lnTo>
                  <a:lnTo>
                    <a:pt x="918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3" y="644"/>
                  </a:lnTo>
                  <a:lnTo>
                    <a:pt x="923" y="644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5" y="637"/>
                  </a:lnTo>
                  <a:lnTo>
                    <a:pt x="925" y="637"/>
                  </a:lnTo>
                  <a:lnTo>
                    <a:pt x="925" y="637"/>
                  </a:lnTo>
                  <a:lnTo>
                    <a:pt x="925" y="634"/>
                  </a:lnTo>
                  <a:lnTo>
                    <a:pt x="928" y="634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2" y="632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27"/>
                  </a:lnTo>
                  <a:lnTo>
                    <a:pt x="930" y="627"/>
                  </a:lnTo>
                  <a:lnTo>
                    <a:pt x="932" y="627"/>
                  </a:lnTo>
                  <a:lnTo>
                    <a:pt x="932" y="627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7" y="630"/>
                  </a:lnTo>
                  <a:lnTo>
                    <a:pt x="937" y="627"/>
                  </a:lnTo>
                  <a:lnTo>
                    <a:pt x="937" y="627"/>
                  </a:lnTo>
                  <a:lnTo>
                    <a:pt x="939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2"/>
                  </a:lnTo>
                  <a:lnTo>
                    <a:pt x="932" y="632"/>
                  </a:lnTo>
                  <a:lnTo>
                    <a:pt x="932" y="632"/>
                  </a:lnTo>
                  <a:lnTo>
                    <a:pt x="932" y="632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9"/>
                  </a:lnTo>
                  <a:lnTo>
                    <a:pt x="928" y="639"/>
                  </a:lnTo>
                  <a:lnTo>
                    <a:pt x="928" y="639"/>
                  </a:lnTo>
                  <a:lnTo>
                    <a:pt x="925" y="641"/>
                  </a:lnTo>
                  <a:lnTo>
                    <a:pt x="925" y="641"/>
                  </a:lnTo>
                  <a:lnTo>
                    <a:pt x="925" y="641"/>
                  </a:lnTo>
                  <a:lnTo>
                    <a:pt x="925" y="644"/>
                  </a:lnTo>
                  <a:lnTo>
                    <a:pt x="923" y="646"/>
                  </a:lnTo>
                  <a:lnTo>
                    <a:pt x="921" y="648"/>
                  </a:lnTo>
                  <a:lnTo>
                    <a:pt x="921" y="648"/>
                  </a:lnTo>
                  <a:lnTo>
                    <a:pt x="918" y="651"/>
                  </a:lnTo>
                  <a:lnTo>
                    <a:pt x="918" y="651"/>
                  </a:lnTo>
                  <a:lnTo>
                    <a:pt x="921" y="653"/>
                  </a:lnTo>
                  <a:lnTo>
                    <a:pt x="921" y="653"/>
                  </a:lnTo>
                  <a:lnTo>
                    <a:pt x="921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60"/>
                  </a:lnTo>
                  <a:lnTo>
                    <a:pt x="921" y="660"/>
                  </a:lnTo>
                  <a:lnTo>
                    <a:pt x="921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6"/>
                  </a:lnTo>
                  <a:lnTo>
                    <a:pt x="923" y="658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5" y="656"/>
                  </a:lnTo>
                  <a:lnTo>
                    <a:pt x="923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8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8"/>
                  </a:lnTo>
                  <a:lnTo>
                    <a:pt x="925" y="658"/>
                  </a:lnTo>
                  <a:lnTo>
                    <a:pt x="925" y="658"/>
                  </a:lnTo>
                  <a:lnTo>
                    <a:pt x="925" y="658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3" y="665"/>
                  </a:lnTo>
                  <a:lnTo>
                    <a:pt x="923" y="665"/>
                  </a:lnTo>
                  <a:lnTo>
                    <a:pt x="925" y="667"/>
                  </a:lnTo>
                  <a:lnTo>
                    <a:pt x="925" y="670"/>
                  </a:lnTo>
                  <a:lnTo>
                    <a:pt x="925" y="670"/>
                  </a:lnTo>
                  <a:lnTo>
                    <a:pt x="925" y="672"/>
                  </a:lnTo>
                  <a:lnTo>
                    <a:pt x="928" y="672"/>
                  </a:lnTo>
                  <a:lnTo>
                    <a:pt x="928" y="672"/>
                  </a:lnTo>
                  <a:lnTo>
                    <a:pt x="928" y="675"/>
                  </a:lnTo>
                  <a:lnTo>
                    <a:pt x="928" y="677"/>
                  </a:lnTo>
                  <a:lnTo>
                    <a:pt x="928" y="677"/>
                  </a:lnTo>
                  <a:lnTo>
                    <a:pt x="930" y="682"/>
                  </a:lnTo>
                  <a:lnTo>
                    <a:pt x="930" y="689"/>
                  </a:lnTo>
                  <a:lnTo>
                    <a:pt x="932" y="689"/>
                  </a:lnTo>
                  <a:lnTo>
                    <a:pt x="932" y="689"/>
                  </a:lnTo>
                  <a:lnTo>
                    <a:pt x="932" y="689"/>
                  </a:lnTo>
                  <a:lnTo>
                    <a:pt x="932" y="691"/>
                  </a:lnTo>
                  <a:lnTo>
                    <a:pt x="932" y="691"/>
                  </a:lnTo>
                  <a:lnTo>
                    <a:pt x="932" y="691"/>
                  </a:lnTo>
                  <a:lnTo>
                    <a:pt x="932" y="693"/>
                  </a:lnTo>
                  <a:lnTo>
                    <a:pt x="935" y="701"/>
                  </a:lnTo>
                  <a:lnTo>
                    <a:pt x="935" y="701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2" y="703"/>
                  </a:lnTo>
                  <a:lnTo>
                    <a:pt x="932" y="703"/>
                  </a:lnTo>
                  <a:lnTo>
                    <a:pt x="932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8"/>
                  </a:lnTo>
                  <a:lnTo>
                    <a:pt x="928" y="708"/>
                  </a:lnTo>
                  <a:lnTo>
                    <a:pt x="928" y="708"/>
                  </a:lnTo>
                  <a:lnTo>
                    <a:pt x="928" y="708"/>
                  </a:lnTo>
                  <a:lnTo>
                    <a:pt x="928" y="710"/>
                  </a:lnTo>
                  <a:lnTo>
                    <a:pt x="928" y="710"/>
                  </a:lnTo>
                  <a:lnTo>
                    <a:pt x="928" y="710"/>
                  </a:lnTo>
                  <a:lnTo>
                    <a:pt x="928" y="712"/>
                  </a:lnTo>
                  <a:lnTo>
                    <a:pt x="925" y="712"/>
                  </a:lnTo>
                  <a:lnTo>
                    <a:pt x="925" y="715"/>
                  </a:lnTo>
                  <a:lnTo>
                    <a:pt x="925" y="715"/>
                  </a:lnTo>
                  <a:lnTo>
                    <a:pt x="925" y="717"/>
                  </a:lnTo>
                  <a:lnTo>
                    <a:pt x="923" y="715"/>
                  </a:lnTo>
                  <a:lnTo>
                    <a:pt x="923" y="715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3" y="715"/>
                  </a:lnTo>
                  <a:lnTo>
                    <a:pt x="923" y="715"/>
                  </a:lnTo>
                  <a:lnTo>
                    <a:pt x="923" y="717"/>
                  </a:lnTo>
                  <a:lnTo>
                    <a:pt x="925" y="722"/>
                  </a:lnTo>
                  <a:lnTo>
                    <a:pt x="925" y="724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4"/>
                  </a:lnTo>
                  <a:lnTo>
                    <a:pt x="928" y="724"/>
                  </a:lnTo>
                  <a:lnTo>
                    <a:pt x="930" y="724"/>
                  </a:lnTo>
                  <a:lnTo>
                    <a:pt x="932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5" y="727"/>
                  </a:lnTo>
                  <a:lnTo>
                    <a:pt x="935" y="727"/>
                  </a:lnTo>
                  <a:lnTo>
                    <a:pt x="932" y="729"/>
                  </a:lnTo>
                  <a:lnTo>
                    <a:pt x="932" y="729"/>
                  </a:lnTo>
                  <a:lnTo>
                    <a:pt x="932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31"/>
                  </a:lnTo>
                  <a:lnTo>
                    <a:pt x="928" y="731"/>
                  </a:lnTo>
                  <a:lnTo>
                    <a:pt x="930" y="731"/>
                  </a:lnTo>
                  <a:lnTo>
                    <a:pt x="930" y="731"/>
                  </a:lnTo>
                  <a:lnTo>
                    <a:pt x="930" y="734"/>
                  </a:lnTo>
                  <a:lnTo>
                    <a:pt x="930" y="734"/>
                  </a:lnTo>
                  <a:lnTo>
                    <a:pt x="928" y="738"/>
                  </a:lnTo>
                  <a:lnTo>
                    <a:pt x="928" y="738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3"/>
                  </a:lnTo>
                  <a:lnTo>
                    <a:pt x="930" y="743"/>
                  </a:lnTo>
                  <a:lnTo>
                    <a:pt x="928" y="743"/>
                  </a:lnTo>
                  <a:lnTo>
                    <a:pt x="930" y="743"/>
                  </a:lnTo>
                  <a:lnTo>
                    <a:pt x="930" y="743"/>
                  </a:lnTo>
                  <a:lnTo>
                    <a:pt x="930" y="741"/>
                  </a:lnTo>
                  <a:lnTo>
                    <a:pt x="932" y="741"/>
                  </a:lnTo>
                  <a:lnTo>
                    <a:pt x="932" y="743"/>
                  </a:lnTo>
                  <a:lnTo>
                    <a:pt x="930" y="746"/>
                  </a:lnTo>
                  <a:lnTo>
                    <a:pt x="930" y="746"/>
                  </a:lnTo>
                  <a:lnTo>
                    <a:pt x="930" y="746"/>
                  </a:lnTo>
                  <a:lnTo>
                    <a:pt x="928" y="746"/>
                  </a:lnTo>
                  <a:lnTo>
                    <a:pt x="928" y="746"/>
                  </a:lnTo>
                  <a:lnTo>
                    <a:pt x="928" y="746"/>
                  </a:lnTo>
                  <a:lnTo>
                    <a:pt x="928" y="748"/>
                  </a:lnTo>
                  <a:lnTo>
                    <a:pt x="925" y="748"/>
                  </a:lnTo>
                  <a:lnTo>
                    <a:pt x="925" y="748"/>
                  </a:lnTo>
                  <a:lnTo>
                    <a:pt x="925" y="750"/>
                  </a:lnTo>
                  <a:lnTo>
                    <a:pt x="925" y="750"/>
                  </a:lnTo>
                  <a:lnTo>
                    <a:pt x="925" y="753"/>
                  </a:lnTo>
                  <a:lnTo>
                    <a:pt x="923" y="753"/>
                  </a:lnTo>
                  <a:lnTo>
                    <a:pt x="923" y="753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1" y="750"/>
                  </a:lnTo>
                  <a:lnTo>
                    <a:pt x="921" y="750"/>
                  </a:lnTo>
                  <a:lnTo>
                    <a:pt x="921" y="750"/>
                  </a:lnTo>
                  <a:lnTo>
                    <a:pt x="918" y="750"/>
                  </a:lnTo>
                  <a:lnTo>
                    <a:pt x="918" y="750"/>
                  </a:lnTo>
                  <a:lnTo>
                    <a:pt x="916" y="750"/>
                  </a:lnTo>
                  <a:lnTo>
                    <a:pt x="916" y="753"/>
                  </a:lnTo>
                  <a:lnTo>
                    <a:pt x="918" y="753"/>
                  </a:lnTo>
                  <a:lnTo>
                    <a:pt x="925" y="753"/>
                  </a:lnTo>
                  <a:lnTo>
                    <a:pt x="928" y="753"/>
                  </a:lnTo>
                  <a:lnTo>
                    <a:pt x="928" y="755"/>
                  </a:lnTo>
                  <a:lnTo>
                    <a:pt x="928" y="755"/>
                  </a:lnTo>
                  <a:lnTo>
                    <a:pt x="928" y="755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30" y="753"/>
                  </a:lnTo>
                  <a:lnTo>
                    <a:pt x="930" y="755"/>
                  </a:lnTo>
                  <a:lnTo>
                    <a:pt x="930" y="755"/>
                  </a:lnTo>
                  <a:lnTo>
                    <a:pt x="928" y="757"/>
                  </a:lnTo>
                  <a:lnTo>
                    <a:pt x="928" y="757"/>
                  </a:lnTo>
                  <a:lnTo>
                    <a:pt x="928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5" y="755"/>
                  </a:lnTo>
                  <a:lnTo>
                    <a:pt x="935" y="755"/>
                  </a:lnTo>
                  <a:lnTo>
                    <a:pt x="935" y="755"/>
                  </a:lnTo>
                  <a:lnTo>
                    <a:pt x="935" y="753"/>
                  </a:lnTo>
                  <a:lnTo>
                    <a:pt x="939" y="753"/>
                  </a:lnTo>
                  <a:lnTo>
                    <a:pt x="942" y="753"/>
                  </a:lnTo>
                  <a:lnTo>
                    <a:pt x="942" y="753"/>
                  </a:lnTo>
                  <a:lnTo>
                    <a:pt x="942" y="753"/>
                  </a:lnTo>
                  <a:lnTo>
                    <a:pt x="939" y="753"/>
                  </a:lnTo>
                  <a:lnTo>
                    <a:pt x="939" y="753"/>
                  </a:lnTo>
                  <a:lnTo>
                    <a:pt x="939" y="750"/>
                  </a:lnTo>
                  <a:lnTo>
                    <a:pt x="939" y="750"/>
                  </a:lnTo>
                  <a:lnTo>
                    <a:pt x="942" y="750"/>
                  </a:lnTo>
                  <a:lnTo>
                    <a:pt x="942" y="748"/>
                  </a:lnTo>
                  <a:lnTo>
                    <a:pt x="944" y="746"/>
                  </a:lnTo>
                  <a:lnTo>
                    <a:pt x="944" y="746"/>
                  </a:lnTo>
                  <a:lnTo>
                    <a:pt x="947" y="746"/>
                  </a:lnTo>
                  <a:lnTo>
                    <a:pt x="944" y="746"/>
                  </a:lnTo>
                  <a:lnTo>
                    <a:pt x="942" y="746"/>
                  </a:lnTo>
                  <a:lnTo>
                    <a:pt x="942" y="746"/>
                  </a:lnTo>
                  <a:lnTo>
                    <a:pt x="944" y="746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6"/>
                  </a:lnTo>
                  <a:lnTo>
                    <a:pt x="944" y="746"/>
                  </a:lnTo>
                  <a:lnTo>
                    <a:pt x="947" y="746"/>
                  </a:lnTo>
                  <a:lnTo>
                    <a:pt x="947" y="746"/>
                  </a:lnTo>
                  <a:lnTo>
                    <a:pt x="947" y="746"/>
                  </a:lnTo>
                  <a:lnTo>
                    <a:pt x="949" y="746"/>
                  </a:lnTo>
                  <a:lnTo>
                    <a:pt x="951" y="743"/>
                  </a:lnTo>
                  <a:lnTo>
                    <a:pt x="951" y="743"/>
                  </a:lnTo>
                  <a:lnTo>
                    <a:pt x="954" y="743"/>
                  </a:lnTo>
                  <a:lnTo>
                    <a:pt x="954" y="741"/>
                  </a:lnTo>
                  <a:lnTo>
                    <a:pt x="954" y="741"/>
                  </a:lnTo>
                  <a:lnTo>
                    <a:pt x="956" y="741"/>
                  </a:lnTo>
                  <a:lnTo>
                    <a:pt x="956" y="741"/>
                  </a:lnTo>
                  <a:lnTo>
                    <a:pt x="958" y="741"/>
                  </a:lnTo>
                  <a:lnTo>
                    <a:pt x="958" y="743"/>
                  </a:lnTo>
                  <a:lnTo>
                    <a:pt x="958" y="743"/>
                  </a:lnTo>
                  <a:lnTo>
                    <a:pt x="958" y="743"/>
                  </a:lnTo>
                  <a:lnTo>
                    <a:pt x="958" y="746"/>
                  </a:lnTo>
                  <a:lnTo>
                    <a:pt x="961" y="741"/>
                  </a:lnTo>
                  <a:lnTo>
                    <a:pt x="963" y="738"/>
                  </a:lnTo>
                  <a:lnTo>
                    <a:pt x="973" y="731"/>
                  </a:lnTo>
                  <a:lnTo>
                    <a:pt x="973" y="731"/>
                  </a:lnTo>
                  <a:lnTo>
                    <a:pt x="975" y="731"/>
                  </a:lnTo>
                  <a:lnTo>
                    <a:pt x="975" y="731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5" y="736"/>
                  </a:lnTo>
                  <a:lnTo>
                    <a:pt x="975" y="736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7" y="738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80" y="741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0" y="746"/>
                  </a:lnTo>
                  <a:lnTo>
                    <a:pt x="980" y="746"/>
                  </a:lnTo>
                  <a:lnTo>
                    <a:pt x="980" y="746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4" y="743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8"/>
                  </a:lnTo>
                  <a:lnTo>
                    <a:pt x="984" y="748"/>
                  </a:lnTo>
                  <a:lnTo>
                    <a:pt x="984" y="750"/>
                  </a:lnTo>
                  <a:lnTo>
                    <a:pt x="987" y="750"/>
                  </a:lnTo>
                  <a:lnTo>
                    <a:pt x="987" y="750"/>
                  </a:lnTo>
                  <a:lnTo>
                    <a:pt x="987" y="750"/>
                  </a:lnTo>
                  <a:lnTo>
                    <a:pt x="989" y="750"/>
                  </a:lnTo>
                  <a:lnTo>
                    <a:pt x="989" y="750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6"/>
                  </a:lnTo>
                  <a:lnTo>
                    <a:pt x="989" y="746"/>
                  </a:lnTo>
                  <a:lnTo>
                    <a:pt x="989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3"/>
                  </a:lnTo>
                  <a:lnTo>
                    <a:pt x="991" y="743"/>
                  </a:lnTo>
                  <a:lnTo>
                    <a:pt x="991" y="743"/>
                  </a:lnTo>
                  <a:lnTo>
                    <a:pt x="991" y="741"/>
                  </a:lnTo>
                  <a:lnTo>
                    <a:pt x="991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3"/>
                  </a:lnTo>
                  <a:lnTo>
                    <a:pt x="996" y="746"/>
                  </a:lnTo>
                  <a:lnTo>
                    <a:pt x="994" y="746"/>
                  </a:lnTo>
                  <a:lnTo>
                    <a:pt x="994" y="748"/>
                  </a:lnTo>
                  <a:lnTo>
                    <a:pt x="994" y="748"/>
                  </a:lnTo>
                  <a:lnTo>
                    <a:pt x="996" y="748"/>
                  </a:lnTo>
                  <a:lnTo>
                    <a:pt x="996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50"/>
                  </a:lnTo>
                  <a:lnTo>
                    <a:pt x="1001" y="753"/>
                  </a:lnTo>
                  <a:lnTo>
                    <a:pt x="1006" y="757"/>
                  </a:lnTo>
                  <a:lnTo>
                    <a:pt x="1008" y="764"/>
                  </a:lnTo>
                  <a:lnTo>
                    <a:pt x="1008" y="767"/>
                  </a:lnTo>
                  <a:lnTo>
                    <a:pt x="1010" y="769"/>
                  </a:lnTo>
                  <a:lnTo>
                    <a:pt x="1010" y="769"/>
                  </a:lnTo>
                  <a:lnTo>
                    <a:pt x="1010" y="772"/>
                  </a:lnTo>
                  <a:lnTo>
                    <a:pt x="1010" y="772"/>
                  </a:lnTo>
                  <a:lnTo>
                    <a:pt x="1010" y="772"/>
                  </a:lnTo>
                  <a:lnTo>
                    <a:pt x="1013" y="772"/>
                  </a:lnTo>
                  <a:lnTo>
                    <a:pt x="1013" y="772"/>
                  </a:lnTo>
                  <a:lnTo>
                    <a:pt x="1010" y="774"/>
                  </a:lnTo>
                  <a:lnTo>
                    <a:pt x="1010" y="774"/>
                  </a:lnTo>
                  <a:lnTo>
                    <a:pt x="1010" y="772"/>
                  </a:lnTo>
                  <a:lnTo>
                    <a:pt x="1010" y="774"/>
                  </a:lnTo>
                  <a:lnTo>
                    <a:pt x="1013" y="774"/>
                  </a:lnTo>
                  <a:lnTo>
                    <a:pt x="1017" y="776"/>
                  </a:lnTo>
                  <a:lnTo>
                    <a:pt x="1017" y="776"/>
                  </a:lnTo>
                  <a:lnTo>
                    <a:pt x="1020" y="774"/>
                  </a:lnTo>
                  <a:lnTo>
                    <a:pt x="1017" y="774"/>
                  </a:lnTo>
                  <a:lnTo>
                    <a:pt x="1017" y="774"/>
                  </a:lnTo>
                  <a:lnTo>
                    <a:pt x="1020" y="774"/>
                  </a:lnTo>
                  <a:lnTo>
                    <a:pt x="1020" y="774"/>
                  </a:lnTo>
                  <a:lnTo>
                    <a:pt x="1020" y="774"/>
                  </a:lnTo>
                  <a:lnTo>
                    <a:pt x="1022" y="772"/>
                  </a:lnTo>
                  <a:lnTo>
                    <a:pt x="1022" y="772"/>
                  </a:lnTo>
                  <a:lnTo>
                    <a:pt x="1022" y="772"/>
                  </a:lnTo>
                  <a:lnTo>
                    <a:pt x="1022" y="769"/>
                  </a:lnTo>
                  <a:lnTo>
                    <a:pt x="1022" y="769"/>
                  </a:lnTo>
                  <a:lnTo>
                    <a:pt x="1022" y="769"/>
                  </a:lnTo>
                  <a:lnTo>
                    <a:pt x="1020" y="769"/>
                  </a:lnTo>
                  <a:lnTo>
                    <a:pt x="1020" y="769"/>
                  </a:lnTo>
                  <a:lnTo>
                    <a:pt x="1020" y="769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17" y="757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3"/>
                  </a:lnTo>
                  <a:lnTo>
                    <a:pt x="1017" y="753"/>
                  </a:lnTo>
                  <a:lnTo>
                    <a:pt x="1017" y="753"/>
                  </a:lnTo>
                  <a:lnTo>
                    <a:pt x="1020" y="753"/>
                  </a:lnTo>
                  <a:lnTo>
                    <a:pt x="1017" y="753"/>
                  </a:lnTo>
                  <a:lnTo>
                    <a:pt x="1017" y="750"/>
                  </a:lnTo>
                  <a:lnTo>
                    <a:pt x="1020" y="750"/>
                  </a:lnTo>
                  <a:lnTo>
                    <a:pt x="1020" y="750"/>
                  </a:lnTo>
                  <a:lnTo>
                    <a:pt x="1020" y="750"/>
                  </a:lnTo>
                  <a:lnTo>
                    <a:pt x="1020" y="753"/>
                  </a:lnTo>
                  <a:lnTo>
                    <a:pt x="1020" y="753"/>
                  </a:lnTo>
                  <a:lnTo>
                    <a:pt x="1020" y="753"/>
                  </a:lnTo>
                  <a:lnTo>
                    <a:pt x="1017" y="753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3"/>
                  </a:lnTo>
                  <a:lnTo>
                    <a:pt x="1022" y="753"/>
                  </a:lnTo>
                  <a:lnTo>
                    <a:pt x="1022" y="753"/>
                  </a:lnTo>
                  <a:lnTo>
                    <a:pt x="1020" y="750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1"/>
                  </a:lnTo>
                  <a:lnTo>
                    <a:pt x="1020" y="741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22" y="743"/>
                  </a:lnTo>
                  <a:lnTo>
                    <a:pt x="1022" y="743"/>
                  </a:lnTo>
                  <a:lnTo>
                    <a:pt x="1022" y="743"/>
                  </a:lnTo>
                  <a:lnTo>
                    <a:pt x="1025" y="743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8"/>
                  </a:lnTo>
                  <a:lnTo>
                    <a:pt x="1022" y="748"/>
                  </a:lnTo>
                  <a:lnTo>
                    <a:pt x="1025" y="748"/>
                  </a:lnTo>
                  <a:lnTo>
                    <a:pt x="1025" y="746"/>
                  </a:lnTo>
                  <a:lnTo>
                    <a:pt x="1027" y="746"/>
                  </a:lnTo>
                  <a:lnTo>
                    <a:pt x="1027" y="743"/>
                  </a:lnTo>
                  <a:lnTo>
                    <a:pt x="1029" y="743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32" y="738"/>
                  </a:lnTo>
                  <a:lnTo>
                    <a:pt x="1032" y="738"/>
                  </a:lnTo>
                  <a:lnTo>
                    <a:pt x="1032" y="736"/>
                  </a:lnTo>
                  <a:lnTo>
                    <a:pt x="1032" y="734"/>
                  </a:lnTo>
                  <a:lnTo>
                    <a:pt x="1032" y="731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29" y="729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4"/>
                  </a:lnTo>
                  <a:lnTo>
                    <a:pt x="1032" y="734"/>
                  </a:lnTo>
                  <a:lnTo>
                    <a:pt x="1032" y="734"/>
                  </a:lnTo>
                  <a:lnTo>
                    <a:pt x="1034" y="736"/>
                  </a:lnTo>
                  <a:lnTo>
                    <a:pt x="1034" y="736"/>
                  </a:lnTo>
                  <a:lnTo>
                    <a:pt x="1036" y="736"/>
                  </a:lnTo>
                  <a:lnTo>
                    <a:pt x="1039" y="738"/>
                  </a:lnTo>
                  <a:lnTo>
                    <a:pt x="1041" y="738"/>
                  </a:lnTo>
                  <a:lnTo>
                    <a:pt x="1044" y="741"/>
                  </a:lnTo>
                  <a:lnTo>
                    <a:pt x="1044" y="743"/>
                  </a:lnTo>
                  <a:lnTo>
                    <a:pt x="1046" y="746"/>
                  </a:lnTo>
                  <a:lnTo>
                    <a:pt x="1044" y="746"/>
                  </a:lnTo>
                  <a:lnTo>
                    <a:pt x="1044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4" y="748"/>
                  </a:lnTo>
                  <a:lnTo>
                    <a:pt x="1044" y="748"/>
                  </a:lnTo>
                  <a:lnTo>
                    <a:pt x="1044" y="748"/>
                  </a:lnTo>
                  <a:lnTo>
                    <a:pt x="1044" y="746"/>
                  </a:lnTo>
                  <a:lnTo>
                    <a:pt x="1044" y="746"/>
                  </a:lnTo>
                  <a:lnTo>
                    <a:pt x="1044" y="743"/>
                  </a:lnTo>
                  <a:lnTo>
                    <a:pt x="1044" y="743"/>
                  </a:lnTo>
                  <a:lnTo>
                    <a:pt x="1041" y="741"/>
                  </a:lnTo>
                  <a:lnTo>
                    <a:pt x="1041" y="741"/>
                  </a:lnTo>
                  <a:lnTo>
                    <a:pt x="1034" y="738"/>
                  </a:lnTo>
                  <a:lnTo>
                    <a:pt x="1034" y="738"/>
                  </a:lnTo>
                  <a:lnTo>
                    <a:pt x="1034" y="738"/>
                  </a:lnTo>
                  <a:lnTo>
                    <a:pt x="1032" y="738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4" y="743"/>
                  </a:lnTo>
                  <a:lnTo>
                    <a:pt x="1032" y="743"/>
                  </a:lnTo>
                  <a:lnTo>
                    <a:pt x="1032" y="743"/>
                  </a:lnTo>
                  <a:lnTo>
                    <a:pt x="1032" y="746"/>
                  </a:lnTo>
                  <a:lnTo>
                    <a:pt x="1032" y="746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50"/>
                  </a:lnTo>
                  <a:lnTo>
                    <a:pt x="1029" y="750"/>
                  </a:lnTo>
                  <a:lnTo>
                    <a:pt x="1027" y="750"/>
                  </a:lnTo>
                  <a:lnTo>
                    <a:pt x="1027" y="750"/>
                  </a:lnTo>
                  <a:lnTo>
                    <a:pt x="1029" y="753"/>
                  </a:lnTo>
                  <a:lnTo>
                    <a:pt x="1029" y="753"/>
                  </a:lnTo>
                  <a:lnTo>
                    <a:pt x="1032" y="755"/>
                  </a:lnTo>
                  <a:lnTo>
                    <a:pt x="1034" y="755"/>
                  </a:lnTo>
                  <a:lnTo>
                    <a:pt x="1034" y="755"/>
                  </a:lnTo>
                  <a:lnTo>
                    <a:pt x="1034" y="757"/>
                  </a:lnTo>
                  <a:lnTo>
                    <a:pt x="1034" y="760"/>
                  </a:lnTo>
                  <a:lnTo>
                    <a:pt x="1034" y="760"/>
                  </a:lnTo>
                  <a:lnTo>
                    <a:pt x="1034" y="762"/>
                  </a:lnTo>
                  <a:lnTo>
                    <a:pt x="1036" y="764"/>
                  </a:lnTo>
                  <a:lnTo>
                    <a:pt x="1039" y="764"/>
                  </a:lnTo>
                  <a:lnTo>
                    <a:pt x="1041" y="764"/>
                  </a:lnTo>
                  <a:lnTo>
                    <a:pt x="1046" y="762"/>
                  </a:lnTo>
                  <a:lnTo>
                    <a:pt x="1051" y="760"/>
                  </a:lnTo>
                  <a:lnTo>
                    <a:pt x="1058" y="757"/>
                  </a:lnTo>
                  <a:lnTo>
                    <a:pt x="1060" y="755"/>
                  </a:lnTo>
                  <a:lnTo>
                    <a:pt x="1062" y="755"/>
                  </a:lnTo>
                  <a:lnTo>
                    <a:pt x="1062" y="755"/>
                  </a:lnTo>
                  <a:lnTo>
                    <a:pt x="1065" y="755"/>
                  </a:lnTo>
                  <a:lnTo>
                    <a:pt x="1065" y="753"/>
                  </a:lnTo>
                  <a:lnTo>
                    <a:pt x="1065" y="753"/>
                  </a:lnTo>
                  <a:lnTo>
                    <a:pt x="1065" y="753"/>
                  </a:lnTo>
                  <a:lnTo>
                    <a:pt x="1070" y="753"/>
                  </a:lnTo>
                  <a:lnTo>
                    <a:pt x="1072" y="750"/>
                  </a:lnTo>
                  <a:lnTo>
                    <a:pt x="1074" y="750"/>
                  </a:lnTo>
                  <a:lnTo>
                    <a:pt x="1074" y="748"/>
                  </a:lnTo>
                  <a:lnTo>
                    <a:pt x="1074" y="748"/>
                  </a:lnTo>
                  <a:lnTo>
                    <a:pt x="1077" y="746"/>
                  </a:lnTo>
                  <a:lnTo>
                    <a:pt x="1077" y="746"/>
                  </a:lnTo>
                  <a:lnTo>
                    <a:pt x="1077" y="743"/>
                  </a:lnTo>
                  <a:lnTo>
                    <a:pt x="1079" y="743"/>
                  </a:lnTo>
                  <a:lnTo>
                    <a:pt x="1079" y="743"/>
                  </a:lnTo>
                  <a:lnTo>
                    <a:pt x="1081" y="743"/>
                  </a:lnTo>
                  <a:lnTo>
                    <a:pt x="1081" y="741"/>
                  </a:lnTo>
                  <a:lnTo>
                    <a:pt x="1081" y="741"/>
                  </a:lnTo>
                  <a:lnTo>
                    <a:pt x="1081" y="741"/>
                  </a:lnTo>
                  <a:lnTo>
                    <a:pt x="1081" y="738"/>
                  </a:lnTo>
                  <a:lnTo>
                    <a:pt x="1081" y="738"/>
                  </a:lnTo>
                  <a:lnTo>
                    <a:pt x="1081" y="736"/>
                  </a:lnTo>
                  <a:lnTo>
                    <a:pt x="1081" y="736"/>
                  </a:lnTo>
                  <a:lnTo>
                    <a:pt x="1081" y="736"/>
                  </a:lnTo>
                  <a:lnTo>
                    <a:pt x="1084" y="734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81" y="736"/>
                  </a:lnTo>
                  <a:lnTo>
                    <a:pt x="1081" y="738"/>
                  </a:lnTo>
                  <a:lnTo>
                    <a:pt x="1081" y="743"/>
                  </a:lnTo>
                  <a:lnTo>
                    <a:pt x="1081" y="743"/>
                  </a:lnTo>
                  <a:lnTo>
                    <a:pt x="1081" y="743"/>
                  </a:lnTo>
                  <a:lnTo>
                    <a:pt x="1079" y="746"/>
                  </a:lnTo>
                  <a:lnTo>
                    <a:pt x="1079" y="746"/>
                  </a:lnTo>
                  <a:lnTo>
                    <a:pt x="1077" y="746"/>
                  </a:lnTo>
                  <a:lnTo>
                    <a:pt x="1077" y="746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3"/>
                  </a:lnTo>
                  <a:lnTo>
                    <a:pt x="1074" y="757"/>
                  </a:lnTo>
                  <a:lnTo>
                    <a:pt x="1074" y="757"/>
                  </a:lnTo>
                  <a:lnTo>
                    <a:pt x="1074" y="760"/>
                  </a:lnTo>
                  <a:lnTo>
                    <a:pt x="1077" y="760"/>
                  </a:lnTo>
                  <a:lnTo>
                    <a:pt x="1077" y="760"/>
                  </a:lnTo>
                  <a:lnTo>
                    <a:pt x="1079" y="760"/>
                  </a:lnTo>
                  <a:lnTo>
                    <a:pt x="1079" y="760"/>
                  </a:lnTo>
                  <a:lnTo>
                    <a:pt x="1077" y="760"/>
                  </a:lnTo>
                  <a:lnTo>
                    <a:pt x="1077" y="760"/>
                  </a:lnTo>
                  <a:lnTo>
                    <a:pt x="1074" y="760"/>
                  </a:lnTo>
                  <a:lnTo>
                    <a:pt x="1072" y="762"/>
                  </a:lnTo>
                  <a:lnTo>
                    <a:pt x="1072" y="762"/>
                  </a:lnTo>
                  <a:lnTo>
                    <a:pt x="1067" y="764"/>
                  </a:lnTo>
                  <a:lnTo>
                    <a:pt x="1065" y="769"/>
                  </a:lnTo>
                  <a:lnTo>
                    <a:pt x="1065" y="772"/>
                  </a:lnTo>
                  <a:lnTo>
                    <a:pt x="1062" y="772"/>
                  </a:lnTo>
                  <a:lnTo>
                    <a:pt x="1062" y="772"/>
                  </a:lnTo>
                  <a:lnTo>
                    <a:pt x="1060" y="774"/>
                  </a:lnTo>
                  <a:lnTo>
                    <a:pt x="1058" y="781"/>
                  </a:lnTo>
                  <a:lnTo>
                    <a:pt x="1058" y="783"/>
                  </a:lnTo>
                  <a:lnTo>
                    <a:pt x="1058" y="786"/>
                  </a:lnTo>
                  <a:lnTo>
                    <a:pt x="1058" y="786"/>
                  </a:lnTo>
                  <a:lnTo>
                    <a:pt x="1058" y="788"/>
                  </a:lnTo>
                  <a:lnTo>
                    <a:pt x="1060" y="788"/>
                  </a:lnTo>
                  <a:lnTo>
                    <a:pt x="1060" y="790"/>
                  </a:lnTo>
                  <a:lnTo>
                    <a:pt x="1060" y="788"/>
                  </a:lnTo>
                  <a:lnTo>
                    <a:pt x="1062" y="788"/>
                  </a:lnTo>
                  <a:lnTo>
                    <a:pt x="1065" y="788"/>
                  </a:lnTo>
                  <a:lnTo>
                    <a:pt x="1070" y="790"/>
                  </a:lnTo>
                  <a:lnTo>
                    <a:pt x="1070" y="790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0"/>
                  </a:lnTo>
                  <a:lnTo>
                    <a:pt x="1070" y="790"/>
                  </a:lnTo>
                  <a:lnTo>
                    <a:pt x="1065" y="790"/>
                  </a:lnTo>
                  <a:lnTo>
                    <a:pt x="1062" y="790"/>
                  </a:lnTo>
                  <a:lnTo>
                    <a:pt x="1062" y="790"/>
                  </a:lnTo>
                  <a:lnTo>
                    <a:pt x="1062" y="790"/>
                  </a:lnTo>
                  <a:lnTo>
                    <a:pt x="1060" y="793"/>
                  </a:lnTo>
                  <a:lnTo>
                    <a:pt x="1060" y="793"/>
                  </a:lnTo>
                  <a:lnTo>
                    <a:pt x="1060" y="793"/>
                  </a:lnTo>
                  <a:lnTo>
                    <a:pt x="1058" y="793"/>
                  </a:lnTo>
                  <a:lnTo>
                    <a:pt x="1058" y="793"/>
                  </a:lnTo>
                  <a:lnTo>
                    <a:pt x="1058" y="793"/>
                  </a:lnTo>
                  <a:lnTo>
                    <a:pt x="1055" y="793"/>
                  </a:lnTo>
                  <a:lnTo>
                    <a:pt x="1055" y="795"/>
                  </a:lnTo>
                  <a:lnTo>
                    <a:pt x="1055" y="795"/>
                  </a:lnTo>
                  <a:lnTo>
                    <a:pt x="1055" y="798"/>
                  </a:lnTo>
                  <a:lnTo>
                    <a:pt x="1055" y="800"/>
                  </a:lnTo>
                  <a:lnTo>
                    <a:pt x="1055" y="805"/>
                  </a:lnTo>
                  <a:lnTo>
                    <a:pt x="1053" y="807"/>
                  </a:lnTo>
                  <a:lnTo>
                    <a:pt x="1053" y="809"/>
                  </a:lnTo>
                  <a:lnTo>
                    <a:pt x="1053" y="814"/>
                  </a:lnTo>
                  <a:lnTo>
                    <a:pt x="1051" y="817"/>
                  </a:lnTo>
                  <a:lnTo>
                    <a:pt x="1051" y="819"/>
                  </a:lnTo>
                  <a:lnTo>
                    <a:pt x="1051" y="819"/>
                  </a:lnTo>
                  <a:lnTo>
                    <a:pt x="1051" y="821"/>
                  </a:lnTo>
                  <a:lnTo>
                    <a:pt x="1051" y="821"/>
                  </a:lnTo>
                  <a:lnTo>
                    <a:pt x="1051" y="824"/>
                  </a:lnTo>
                  <a:lnTo>
                    <a:pt x="1051" y="824"/>
                  </a:lnTo>
                  <a:lnTo>
                    <a:pt x="1051" y="824"/>
                  </a:lnTo>
                  <a:lnTo>
                    <a:pt x="1051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5" y="828"/>
                  </a:lnTo>
                  <a:lnTo>
                    <a:pt x="1055" y="828"/>
                  </a:lnTo>
                  <a:lnTo>
                    <a:pt x="1053" y="831"/>
                  </a:lnTo>
                  <a:lnTo>
                    <a:pt x="1053" y="833"/>
                  </a:lnTo>
                  <a:lnTo>
                    <a:pt x="1053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58" y="831"/>
                  </a:lnTo>
                  <a:lnTo>
                    <a:pt x="1058" y="831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58" y="833"/>
                  </a:lnTo>
                  <a:lnTo>
                    <a:pt x="1058" y="833"/>
                  </a:lnTo>
                  <a:lnTo>
                    <a:pt x="1055" y="835"/>
                  </a:lnTo>
                  <a:lnTo>
                    <a:pt x="1055" y="835"/>
                  </a:lnTo>
                  <a:lnTo>
                    <a:pt x="1055" y="833"/>
                  </a:lnTo>
                  <a:lnTo>
                    <a:pt x="1051" y="833"/>
                  </a:lnTo>
                  <a:lnTo>
                    <a:pt x="1051" y="833"/>
                  </a:lnTo>
                  <a:lnTo>
                    <a:pt x="1053" y="833"/>
                  </a:lnTo>
                  <a:lnTo>
                    <a:pt x="1051" y="831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48" y="828"/>
                  </a:lnTo>
                  <a:lnTo>
                    <a:pt x="1048" y="828"/>
                  </a:lnTo>
                  <a:lnTo>
                    <a:pt x="1046" y="831"/>
                  </a:lnTo>
                  <a:lnTo>
                    <a:pt x="1044" y="833"/>
                  </a:lnTo>
                  <a:lnTo>
                    <a:pt x="1041" y="833"/>
                  </a:lnTo>
                  <a:lnTo>
                    <a:pt x="1041" y="835"/>
                  </a:lnTo>
                  <a:lnTo>
                    <a:pt x="1039" y="835"/>
                  </a:lnTo>
                  <a:lnTo>
                    <a:pt x="1039" y="838"/>
                  </a:lnTo>
                  <a:lnTo>
                    <a:pt x="1036" y="838"/>
                  </a:lnTo>
                  <a:lnTo>
                    <a:pt x="1036" y="838"/>
                  </a:lnTo>
                  <a:lnTo>
                    <a:pt x="1039" y="838"/>
                  </a:lnTo>
                  <a:lnTo>
                    <a:pt x="1039" y="838"/>
                  </a:lnTo>
                  <a:lnTo>
                    <a:pt x="1039" y="840"/>
                  </a:lnTo>
                  <a:lnTo>
                    <a:pt x="1034" y="840"/>
                  </a:lnTo>
                  <a:lnTo>
                    <a:pt x="1032" y="843"/>
                  </a:lnTo>
                  <a:lnTo>
                    <a:pt x="1029" y="843"/>
                  </a:lnTo>
                  <a:lnTo>
                    <a:pt x="1029" y="843"/>
                  </a:lnTo>
                  <a:lnTo>
                    <a:pt x="1020" y="854"/>
                  </a:lnTo>
                  <a:lnTo>
                    <a:pt x="1017" y="857"/>
                  </a:lnTo>
                  <a:lnTo>
                    <a:pt x="1017" y="859"/>
                  </a:lnTo>
                  <a:lnTo>
                    <a:pt x="1017" y="859"/>
                  </a:lnTo>
                  <a:lnTo>
                    <a:pt x="1015" y="861"/>
                  </a:lnTo>
                  <a:lnTo>
                    <a:pt x="1015" y="861"/>
                  </a:lnTo>
                  <a:lnTo>
                    <a:pt x="1015" y="864"/>
                  </a:lnTo>
                  <a:lnTo>
                    <a:pt x="1015" y="866"/>
                  </a:lnTo>
                  <a:lnTo>
                    <a:pt x="1015" y="869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6"/>
                  </a:lnTo>
                  <a:lnTo>
                    <a:pt x="1017" y="873"/>
                  </a:lnTo>
                  <a:lnTo>
                    <a:pt x="1015" y="873"/>
                  </a:lnTo>
                  <a:lnTo>
                    <a:pt x="1015" y="873"/>
                  </a:lnTo>
                  <a:lnTo>
                    <a:pt x="1015" y="873"/>
                  </a:lnTo>
                  <a:lnTo>
                    <a:pt x="1013" y="873"/>
                  </a:lnTo>
                  <a:lnTo>
                    <a:pt x="1013" y="873"/>
                  </a:lnTo>
                  <a:lnTo>
                    <a:pt x="1013" y="873"/>
                  </a:lnTo>
                  <a:lnTo>
                    <a:pt x="1010" y="873"/>
                  </a:lnTo>
                  <a:lnTo>
                    <a:pt x="1010" y="873"/>
                  </a:lnTo>
                  <a:lnTo>
                    <a:pt x="1010" y="871"/>
                  </a:lnTo>
                  <a:lnTo>
                    <a:pt x="1008" y="871"/>
                  </a:lnTo>
                  <a:lnTo>
                    <a:pt x="1008" y="869"/>
                  </a:lnTo>
                  <a:lnTo>
                    <a:pt x="1008" y="869"/>
                  </a:lnTo>
                  <a:lnTo>
                    <a:pt x="1006" y="871"/>
                  </a:lnTo>
                  <a:lnTo>
                    <a:pt x="1006" y="871"/>
                  </a:lnTo>
                  <a:lnTo>
                    <a:pt x="1006" y="873"/>
                  </a:lnTo>
                  <a:lnTo>
                    <a:pt x="1006" y="873"/>
                  </a:lnTo>
                  <a:lnTo>
                    <a:pt x="1006" y="873"/>
                  </a:lnTo>
                  <a:lnTo>
                    <a:pt x="1006" y="871"/>
                  </a:lnTo>
                  <a:lnTo>
                    <a:pt x="1003" y="871"/>
                  </a:lnTo>
                  <a:lnTo>
                    <a:pt x="1006" y="871"/>
                  </a:lnTo>
                  <a:lnTo>
                    <a:pt x="1006" y="871"/>
                  </a:lnTo>
                  <a:lnTo>
                    <a:pt x="1008" y="869"/>
                  </a:lnTo>
                  <a:lnTo>
                    <a:pt x="1010" y="866"/>
                  </a:lnTo>
                  <a:lnTo>
                    <a:pt x="1010" y="866"/>
                  </a:lnTo>
                  <a:lnTo>
                    <a:pt x="1010" y="866"/>
                  </a:lnTo>
                  <a:lnTo>
                    <a:pt x="1008" y="869"/>
                  </a:lnTo>
                  <a:lnTo>
                    <a:pt x="1006" y="869"/>
                  </a:lnTo>
                  <a:lnTo>
                    <a:pt x="1003" y="871"/>
                  </a:lnTo>
                  <a:lnTo>
                    <a:pt x="1003" y="873"/>
                  </a:lnTo>
                  <a:lnTo>
                    <a:pt x="999" y="873"/>
                  </a:lnTo>
                  <a:lnTo>
                    <a:pt x="999" y="873"/>
                  </a:lnTo>
                  <a:lnTo>
                    <a:pt x="996" y="876"/>
                  </a:lnTo>
                  <a:lnTo>
                    <a:pt x="996" y="876"/>
                  </a:lnTo>
                  <a:lnTo>
                    <a:pt x="996" y="876"/>
                  </a:lnTo>
                  <a:lnTo>
                    <a:pt x="999" y="878"/>
                  </a:lnTo>
                  <a:lnTo>
                    <a:pt x="999" y="878"/>
                  </a:lnTo>
                  <a:lnTo>
                    <a:pt x="996" y="878"/>
                  </a:lnTo>
                  <a:lnTo>
                    <a:pt x="996" y="878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89" y="880"/>
                  </a:lnTo>
                  <a:lnTo>
                    <a:pt x="989" y="880"/>
                  </a:lnTo>
                  <a:lnTo>
                    <a:pt x="987" y="880"/>
                  </a:lnTo>
                  <a:lnTo>
                    <a:pt x="987" y="880"/>
                  </a:lnTo>
                  <a:lnTo>
                    <a:pt x="987" y="880"/>
                  </a:lnTo>
                  <a:lnTo>
                    <a:pt x="989" y="880"/>
                  </a:lnTo>
                  <a:lnTo>
                    <a:pt x="980" y="883"/>
                  </a:lnTo>
                  <a:lnTo>
                    <a:pt x="977" y="885"/>
                  </a:lnTo>
                  <a:lnTo>
                    <a:pt x="973" y="888"/>
                  </a:lnTo>
                  <a:lnTo>
                    <a:pt x="970" y="890"/>
                  </a:lnTo>
                  <a:lnTo>
                    <a:pt x="963" y="892"/>
                  </a:lnTo>
                  <a:lnTo>
                    <a:pt x="963" y="895"/>
                  </a:lnTo>
                  <a:lnTo>
                    <a:pt x="958" y="899"/>
                  </a:lnTo>
                  <a:lnTo>
                    <a:pt x="956" y="902"/>
                  </a:lnTo>
                  <a:lnTo>
                    <a:pt x="956" y="902"/>
                  </a:lnTo>
                  <a:lnTo>
                    <a:pt x="956" y="904"/>
                  </a:lnTo>
                  <a:lnTo>
                    <a:pt x="954" y="904"/>
                  </a:lnTo>
                  <a:lnTo>
                    <a:pt x="954" y="904"/>
                  </a:lnTo>
                  <a:lnTo>
                    <a:pt x="954" y="906"/>
                  </a:lnTo>
                  <a:lnTo>
                    <a:pt x="954" y="909"/>
                  </a:lnTo>
                  <a:lnTo>
                    <a:pt x="954" y="909"/>
                  </a:lnTo>
                  <a:lnTo>
                    <a:pt x="951" y="911"/>
                  </a:lnTo>
                  <a:lnTo>
                    <a:pt x="951" y="914"/>
                  </a:lnTo>
                  <a:lnTo>
                    <a:pt x="949" y="914"/>
                  </a:lnTo>
                  <a:lnTo>
                    <a:pt x="949" y="916"/>
                  </a:lnTo>
                  <a:lnTo>
                    <a:pt x="949" y="916"/>
                  </a:lnTo>
                  <a:lnTo>
                    <a:pt x="949" y="916"/>
                  </a:lnTo>
                  <a:lnTo>
                    <a:pt x="951" y="916"/>
                  </a:lnTo>
                  <a:lnTo>
                    <a:pt x="951" y="916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51" y="918"/>
                  </a:lnTo>
                  <a:lnTo>
                    <a:pt x="956" y="923"/>
                  </a:lnTo>
                  <a:lnTo>
                    <a:pt x="958" y="925"/>
                  </a:lnTo>
                  <a:lnTo>
                    <a:pt x="958" y="925"/>
                  </a:lnTo>
                  <a:lnTo>
                    <a:pt x="958" y="925"/>
                  </a:lnTo>
                  <a:lnTo>
                    <a:pt x="956" y="925"/>
                  </a:lnTo>
                  <a:lnTo>
                    <a:pt x="956" y="928"/>
                  </a:lnTo>
                  <a:lnTo>
                    <a:pt x="958" y="928"/>
                  </a:lnTo>
                  <a:lnTo>
                    <a:pt x="958" y="928"/>
                  </a:lnTo>
                  <a:lnTo>
                    <a:pt x="958" y="930"/>
                  </a:lnTo>
                  <a:lnTo>
                    <a:pt x="958" y="930"/>
                  </a:lnTo>
                  <a:lnTo>
                    <a:pt x="958" y="930"/>
                  </a:lnTo>
                  <a:lnTo>
                    <a:pt x="956" y="930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1" y="928"/>
                  </a:lnTo>
                  <a:lnTo>
                    <a:pt x="951" y="928"/>
                  </a:lnTo>
                  <a:lnTo>
                    <a:pt x="951" y="928"/>
                  </a:lnTo>
                  <a:lnTo>
                    <a:pt x="951" y="925"/>
                  </a:lnTo>
                  <a:lnTo>
                    <a:pt x="951" y="925"/>
                  </a:lnTo>
                  <a:lnTo>
                    <a:pt x="951" y="925"/>
                  </a:lnTo>
                  <a:lnTo>
                    <a:pt x="951" y="923"/>
                  </a:lnTo>
                  <a:lnTo>
                    <a:pt x="951" y="923"/>
                  </a:lnTo>
                  <a:lnTo>
                    <a:pt x="944" y="923"/>
                  </a:lnTo>
                  <a:lnTo>
                    <a:pt x="944" y="923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3"/>
                  </a:lnTo>
                  <a:lnTo>
                    <a:pt x="942" y="923"/>
                  </a:lnTo>
                  <a:lnTo>
                    <a:pt x="942" y="925"/>
                  </a:lnTo>
                  <a:lnTo>
                    <a:pt x="942" y="928"/>
                  </a:lnTo>
                  <a:lnTo>
                    <a:pt x="942" y="928"/>
                  </a:lnTo>
                  <a:lnTo>
                    <a:pt x="944" y="928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2" y="930"/>
                  </a:lnTo>
                  <a:lnTo>
                    <a:pt x="942" y="930"/>
                  </a:lnTo>
                  <a:lnTo>
                    <a:pt x="942" y="928"/>
                  </a:lnTo>
                  <a:lnTo>
                    <a:pt x="942" y="930"/>
                  </a:lnTo>
                  <a:lnTo>
                    <a:pt x="939" y="930"/>
                  </a:lnTo>
                  <a:lnTo>
                    <a:pt x="939" y="930"/>
                  </a:lnTo>
                  <a:lnTo>
                    <a:pt x="937" y="925"/>
                  </a:lnTo>
                  <a:lnTo>
                    <a:pt x="937" y="925"/>
                  </a:lnTo>
                  <a:lnTo>
                    <a:pt x="935" y="923"/>
                  </a:lnTo>
                  <a:lnTo>
                    <a:pt x="935" y="923"/>
                  </a:lnTo>
                  <a:lnTo>
                    <a:pt x="935" y="923"/>
                  </a:lnTo>
                  <a:lnTo>
                    <a:pt x="937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2" y="921"/>
                  </a:lnTo>
                  <a:lnTo>
                    <a:pt x="932" y="918"/>
                  </a:lnTo>
                  <a:lnTo>
                    <a:pt x="935" y="918"/>
                  </a:lnTo>
                  <a:lnTo>
                    <a:pt x="935" y="918"/>
                  </a:lnTo>
                  <a:lnTo>
                    <a:pt x="937" y="918"/>
                  </a:lnTo>
                  <a:lnTo>
                    <a:pt x="937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6"/>
                  </a:lnTo>
                  <a:lnTo>
                    <a:pt x="939" y="914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6"/>
                  </a:lnTo>
                  <a:lnTo>
                    <a:pt x="935" y="916"/>
                  </a:lnTo>
                  <a:lnTo>
                    <a:pt x="932" y="916"/>
                  </a:lnTo>
                  <a:lnTo>
                    <a:pt x="932" y="916"/>
                  </a:lnTo>
                  <a:lnTo>
                    <a:pt x="932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28" y="916"/>
                  </a:lnTo>
                  <a:lnTo>
                    <a:pt x="923" y="916"/>
                  </a:lnTo>
                  <a:lnTo>
                    <a:pt x="925" y="914"/>
                  </a:lnTo>
                  <a:lnTo>
                    <a:pt x="925" y="914"/>
                  </a:lnTo>
                  <a:lnTo>
                    <a:pt x="928" y="914"/>
                  </a:lnTo>
                  <a:lnTo>
                    <a:pt x="930" y="911"/>
                  </a:lnTo>
                  <a:lnTo>
                    <a:pt x="923" y="914"/>
                  </a:lnTo>
                  <a:lnTo>
                    <a:pt x="923" y="914"/>
                  </a:lnTo>
                  <a:lnTo>
                    <a:pt x="921" y="914"/>
                  </a:lnTo>
                  <a:lnTo>
                    <a:pt x="918" y="914"/>
                  </a:lnTo>
                  <a:lnTo>
                    <a:pt x="916" y="916"/>
                  </a:lnTo>
                  <a:lnTo>
                    <a:pt x="913" y="916"/>
                  </a:lnTo>
                  <a:lnTo>
                    <a:pt x="911" y="916"/>
                  </a:lnTo>
                  <a:lnTo>
                    <a:pt x="909" y="916"/>
                  </a:lnTo>
                  <a:lnTo>
                    <a:pt x="906" y="916"/>
                  </a:lnTo>
                  <a:lnTo>
                    <a:pt x="906" y="918"/>
                  </a:lnTo>
                  <a:lnTo>
                    <a:pt x="904" y="921"/>
                  </a:lnTo>
                  <a:lnTo>
                    <a:pt x="904" y="921"/>
                  </a:lnTo>
                  <a:lnTo>
                    <a:pt x="899" y="923"/>
                  </a:lnTo>
                  <a:lnTo>
                    <a:pt x="897" y="923"/>
                  </a:lnTo>
                  <a:lnTo>
                    <a:pt x="897" y="923"/>
                  </a:lnTo>
                  <a:lnTo>
                    <a:pt x="895" y="925"/>
                  </a:lnTo>
                  <a:lnTo>
                    <a:pt x="895" y="925"/>
                  </a:lnTo>
                  <a:lnTo>
                    <a:pt x="892" y="928"/>
                  </a:lnTo>
                  <a:lnTo>
                    <a:pt x="878" y="940"/>
                  </a:lnTo>
                  <a:lnTo>
                    <a:pt x="878" y="940"/>
                  </a:lnTo>
                  <a:lnTo>
                    <a:pt x="878" y="940"/>
                  </a:lnTo>
                  <a:lnTo>
                    <a:pt x="878" y="942"/>
                  </a:lnTo>
                  <a:lnTo>
                    <a:pt x="876" y="942"/>
                  </a:lnTo>
                  <a:lnTo>
                    <a:pt x="878" y="942"/>
                  </a:lnTo>
                  <a:lnTo>
                    <a:pt x="878" y="942"/>
                  </a:lnTo>
                  <a:lnTo>
                    <a:pt x="878" y="940"/>
                  </a:lnTo>
                  <a:lnTo>
                    <a:pt x="880" y="940"/>
                  </a:lnTo>
                  <a:lnTo>
                    <a:pt x="880" y="942"/>
                  </a:lnTo>
                  <a:lnTo>
                    <a:pt x="880" y="942"/>
                  </a:lnTo>
                  <a:lnTo>
                    <a:pt x="880" y="942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6" y="947"/>
                  </a:lnTo>
                  <a:lnTo>
                    <a:pt x="876" y="944"/>
                  </a:lnTo>
                  <a:lnTo>
                    <a:pt x="876" y="944"/>
                  </a:lnTo>
                  <a:lnTo>
                    <a:pt x="876" y="944"/>
                  </a:lnTo>
                  <a:lnTo>
                    <a:pt x="873" y="947"/>
                  </a:lnTo>
                  <a:lnTo>
                    <a:pt x="871" y="947"/>
                  </a:lnTo>
                  <a:lnTo>
                    <a:pt x="868" y="949"/>
                  </a:lnTo>
                  <a:lnTo>
                    <a:pt x="868" y="949"/>
                  </a:lnTo>
                  <a:lnTo>
                    <a:pt x="866" y="949"/>
                  </a:lnTo>
                  <a:lnTo>
                    <a:pt x="866" y="951"/>
                  </a:lnTo>
                  <a:lnTo>
                    <a:pt x="866" y="951"/>
                  </a:lnTo>
                  <a:lnTo>
                    <a:pt x="868" y="951"/>
                  </a:lnTo>
                  <a:lnTo>
                    <a:pt x="866" y="954"/>
                  </a:lnTo>
                  <a:lnTo>
                    <a:pt x="866" y="954"/>
                  </a:lnTo>
                  <a:lnTo>
                    <a:pt x="864" y="956"/>
                  </a:lnTo>
                  <a:lnTo>
                    <a:pt x="861" y="956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59" y="954"/>
                  </a:lnTo>
                  <a:lnTo>
                    <a:pt x="859" y="954"/>
                  </a:lnTo>
                  <a:lnTo>
                    <a:pt x="859" y="954"/>
                  </a:lnTo>
                  <a:lnTo>
                    <a:pt x="859" y="951"/>
                  </a:lnTo>
                  <a:lnTo>
                    <a:pt x="861" y="951"/>
                  </a:lnTo>
                  <a:lnTo>
                    <a:pt x="861" y="951"/>
                  </a:lnTo>
                  <a:lnTo>
                    <a:pt x="861" y="951"/>
                  </a:lnTo>
                  <a:lnTo>
                    <a:pt x="861" y="949"/>
                  </a:lnTo>
                  <a:lnTo>
                    <a:pt x="857" y="954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9"/>
                  </a:lnTo>
                  <a:lnTo>
                    <a:pt x="850" y="959"/>
                  </a:lnTo>
                  <a:lnTo>
                    <a:pt x="850" y="959"/>
                  </a:lnTo>
                  <a:lnTo>
                    <a:pt x="850" y="961"/>
                  </a:lnTo>
                  <a:lnTo>
                    <a:pt x="850" y="963"/>
                  </a:lnTo>
                  <a:lnTo>
                    <a:pt x="850" y="963"/>
                  </a:lnTo>
                  <a:lnTo>
                    <a:pt x="852" y="966"/>
                  </a:lnTo>
                  <a:lnTo>
                    <a:pt x="852" y="966"/>
                  </a:lnTo>
                  <a:lnTo>
                    <a:pt x="850" y="968"/>
                  </a:lnTo>
                  <a:lnTo>
                    <a:pt x="850" y="966"/>
                  </a:lnTo>
                  <a:lnTo>
                    <a:pt x="850" y="966"/>
                  </a:lnTo>
                  <a:lnTo>
                    <a:pt x="847" y="966"/>
                  </a:lnTo>
                  <a:lnTo>
                    <a:pt x="847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47" y="968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5" y="970"/>
                  </a:lnTo>
                  <a:lnTo>
                    <a:pt x="845" y="973"/>
                  </a:lnTo>
                  <a:lnTo>
                    <a:pt x="847" y="973"/>
                  </a:lnTo>
                  <a:lnTo>
                    <a:pt x="847" y="975"/>
                  </a:lnTo>
                  <a:lnTo>
                    <a:pt x="847" y="975"/>
                  </a:lnTo>
                  <a:lnTo>
                    <a:pt x="847" y="975"/>
                  </a:lnTo>
                  <a:lnTo>
                    <a:pt x="850" y="973"/>
                  </a:lnTo>
                  <a:lnTo>
                    <a:pt x="850" y="973"/>
                  </a:lnTo>
                  <a:lnTo>
                    <a:pt x="852" y="973"/>
                  </a:lnTo>
                  <a:lnTo>
                    <a:pt x="852" y="973"/>
                  </a:lnTo>
                  <a:lnTo>
                    <a:pt x="854" y="970"/>
                  </a:lnTo>
                  <a:lnTo>
                    <a:pt x="854" y="970"/>
                  </a:lnTo>
                  <a:lnTo>
                    <a:pt x="857" y="968"/>
                  </a:lnTo>
                  <a:lnTo>
                    <a:pt x="859" y="968"/>
                  </a:lnTo>
                  <a:lnTo>
                    <a:pt x="859" y="968"/>
                  </a:lnTo>
                  <a:lnTo>
                    <a:pt x="857" y="966"/>
                  </a:lnTo>
                  <a:lnTo>
                    <a:pt x="857" y="966"/>
                  </a:lnTo>
                  <a:lnTo>
                    <a:pt x="857" y="966"/>
                  </a:lnTo>
                  <a:lnTo>
                    <a:pt x="854" y="963"/>
                  </a:lnTo>
                  <a:lnTo>
                    <a:pt x="854" y="963"/>
                  </a:lnTo>
                  <a:lnTo>
                    <a:pt x="852" y="961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2" y="959"/>
                  </a:lnTo>
                  <a:lnTo>
                    <a:pt x="852" y="959"/>
                  </a:lnTo>
                  <a:lnTo>
                    <a:pt x="852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6"/>
                  </a:lnTo>
                  <a:lnTo>
                    <a:pt x="854" y="956"/>
                  </a:lnTo>
                  <a:lnTo>
                    <a:pt x="854" y="956"/>
                  </a:lnTo>
                  <a:lnTo>
                    <a:pt x="857" y="956"/>
                  </a:lnTo>
                  <a:lnTo>
                    <a:pt x="857" y="956"/>
                  </a:lnTo>
                  <a:lnTo>
                    <a:pt x="857" y="956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4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9" y="959"/>
                  </a:lnTo>
                  <a:lnTo>
                    <a:pt x="859" y="959"/>
                  </a:lnTo>
                  <a:lnTo>
                    <a:pt x="859" y="959"/>
                  </a:lnTo>
                  <a:lnTo>
                    <a:pt x="859" y="961"/>
                  </a:lnTo>
                  <a:lnTo>
                    <a:pt x="861" y="961"/>
                  </a:lnTo>
                  <a:lnTo>
                    <a:pt x="861" y="963"/>
                  </a:lnTo>
                  <a:lnTo>
                    <a:pt x="861" y="963"/>
                  </a:lnTo>
                  <a:lnTo>
                    <a:pt x="864" y="963"/>
                  </a:lnTo>
                  <a:lnTo>
                    <a:pt x="864" y="963"/>
                  </a:lnTo>
                  <a:lnTo>
                    <a:pt x="861" y="963"/>
                  </a:lnTo>
                  <a:lnTo>
                    <a:pt x="861" y="966"/>
                  </a:lnTo>
                  <a:lnTo>
                    <a:pt x="861" y="966"/>
                  </a:lnTo>
                  <a:lnTo>
                    <a:pt x="861" y="966"/>
                  </a:lnTo>
                  <a:lnTo>
                    <a:pt x="861" y="968"/>
                  </a:lnTo>
                  <a:lnTo>
                    <a:pt x="861" y="968"/>
                  </a:lnTo>
                  <a:lnTo>
                    <a:pt x="861" y="968"/>
                  </a:lnTo>
                  <a:lnTo>
                    <a:pt x="864" y="968"/>
                  </a:lnTo>
                  <a:lnTo>
                    <a:pt x="864" y="970"/>
                  </a:lnTo>
                  <a:lnTo>
                    <a:pt x="866" y="970"/>
                  </a:lnTo>
                  <a:lnTo>
                    <a:pt x="868" y="970"/>
                  </a:lnTo>
                  <a:lnTo>
                    <a:pt x="868" y="970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71" y="966"/>
                  </a:lnTo>
                  <a:lnTo>
                    <a:pt x="871" y="966"/>
                  </a:lnTo>
                  <a:lnTo>
                    <a:pt x="871" y="963"/>
                  </a:lnTo>
                  <a:lnTo>
                    <a:pt x="871" y="963"/>
                  </a:lnTo>
                  <a:lnTo>
                    <a:pt x="873" y="963"/>
                  </a:lnTo>
                  <a:lnTo>
                    <a:pt x="873" y="963"/>
                  </a:lnTo>
                  <a:lnTo>
                    <a:pt x="873" y="966"/>
                  </a:lnTo>
                  <a:lnTo>
                    <a:pt x="873" y="966"/>
                  </a:lnTo>
                  <a:lnTo>
                    <a:pt x="873" y="966"/>
                  </a:lnTo>
                  <a:lnTo>
                    <a:pt x="871" y="966"/>
                  </a:lnTo>
                  <a:lnTo>
                    <a:pt x="873" y="966"/>
                  </a:lnTo>
                  <a:lnTo>
                    <a:pt x="873" y="968"/>
                  </a:lnTo>
                  <a:lnTo>
                    <a:pt x="873" y="968"/>
                  </a:lnTo>
                  <a:lnTo>
                    <a:pt x="876" y="970"/>
                  </a:lnTo>
                  <a:lnTo>
                    <a:pt x="873" y="963"/>
                  </a:lnTo>
                  <a:lnTo>
                    <a:pt x="873" y="961"/>
                  </a:lnTo>
                  <a:lnTo>
                    <a:pt x="873" y="963"/>
                  </a:lnTo>
                  <a:lnTo>
                    <a:pt x="873" y="963"/>
                  </a:lnTo>
                  <a:lnTo>
                    <a:pt x="873" y="961"/>
                  </a:lnTo>
                  <a:lnTo>
                    <a:pt x="873" y="961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6"/>
                  </a:lnTo>
                  <a:lnTo>
                    <a:pt x="873" y="956"/>
                  </a:lnTo>
                  <a:lnTo>
                    <a:pt x="873" y="956"/>
                  </a:lnTo>
                  <a:lnTo>
                    <a:pt x="871" y="954"/>
                  </a:lnTo>
                  <a:lnTo>
                    <a:pt x="871" y="954"/>
                  </a:lnTo>
                  <a:lnTo>
                    <a:pt x="871" y="951"/>
                  </a:lnTo>
                  <a:lnTo>
                    <a:pt x="873" y="951"/>
                  </a:lnTo>
                  <a:lnTo>
                    <a:pt x="873" y="949"/>
                  </a:lnTo>
                  <a:lnTo>
                    <a:pt x="873" y="949"/>
                  </a:lnTo>
                  <a:lnTo>
                    <a:pt x="876" y="949"/>
                  </a:lnTo>
                  <a:lnTo>
                    <a:pt x="876" y="949"/>
                  </a:lnTo>
                  <a:lnTo>
                    <a:pt x="876" y="949"/>
                  </a:lnTo>
                  <a:lnTo>
                    <a:pt x="878" y="949"/>
                  </a:lnTo>
                  <a:lnTo>
                    <a:pt x="878" y="949"/>
                  </a:lnTo>
                  <a:lnTo>
                    <a:pt x="876" y="951"/>
                  </a:lnTo>
                  <a:lnTo>
                    <a:pt x="878" y="951"/>
                  </a:lnTo>
                  <a:lnTo>
                    <a:pt x="878" y="951"/>
                  </a:lnTo>
                  <a:lnTo>
                    <a:pt x="878" y="956"/>
                  </a:lnTo>
                  <a:lnTo>
                    <a:pt x="880" y="956"/>
                  </a:lnTo>
                  <a:lnTo>
                    <a:pt x="880" y="959"/>
                  </a:lnTo>
                  <a:lnTo>
                    <a:pt x="880" y="961"/>
                  </a:lnTo>
                  <a:lnTo>
                    <a:pt x="883" y="961"/>
                  </a:lnTo>
                  <a:lnTo>
                    <a:pt x="883" y="961"/>
                  </a:lnTo>
                  <a:lnTo>
                    <a:pt x="880" y="961"/>
                  </a:lnTo>
                  <a:lnTo>
                    <a:pt x="880" y="961"/>
                  </a:lnTo>
                  <a:lnTo>
                    <a:pt x="878" y="961"/>
                  </a:lnTo>
                  <a:lnTo>
                    <a:pt x="878" y="961"/>
                  </a:lnTo>
                  <a:lnTo>
                    <a:pt x="878" y="961"/>
                  </a:lnTo>
                  <a:lnTo>
                    <a:pt x="878" y="963"/>
                  </a:lnTo>
                  <a:lnTo>
                    <a:pt x="878" y="963"/>
                  </a:lnTo>
                  <a:lnTo>
                    <a:pt x="878" y="963"/>
                  </a:lnTo>
                  <a:lnTo>
                    <a:pt x="880" y="966"/>
                  </a:lnTo>
                  <a:lnTo>
                    <a:pt x="880" y="966"/>
                  </a:lnTo>
                  <a:lnTo>
                    <a:pt x="883" y="966"/>
                  </a:lnTo>
                  <a:lnTo>
                    <a:pt x="883" y="966"/>
                  </a:lnTo>
                  <a:lnTo>
                    <a:pt x="883" y="966"/>
                  </a:lnTo>
                  <a:lnTo>
                    <a:pt x="883" y="963"/>
                  </a:lnTo>
                  <a:lnTo>
                    <a:pt x="885" y="963"/>
                  </a:lnTo>
                  <a:lnTo>
                    <a:pt x="885" y="966"/>
                  </a:lnTo>
                  <a:lnTo>
                    <a:pt x="885" y="966"/>
                  </a:lnTo>
                  <a:lnTo>
                    <a:pt x="885" y="966"/>
                  </a:lnTo>
                  <a:lnTo>
                    <a:pt x="885" y="968"/>
                  </a:lnTo>
                  <a:lnTo>
                    <a:pt x="885" y="968"/>
                  </a:lnTo>
                  <a:lnTo>
                    <a:pt x="885" y="966"/>
                  </a:lnTo>
                  <a:lnTo>
                    <a:pt x="887" y="966"/>
                  </a:lnTo>
                  <a:lnTo>
                    <a:pt x="887" y="966"/>
                  </a:lnTo>
                  <a:lnTo>
                    <a:pt x="887" y="966"/>
                  </a:lnTo>
                  <a:lnTo>
                    <a:pt x="887" y="963"/>
                  </a:lnTo>
                  <a:lnTo>
                    <a:pt x="887" y="961"/>
                  </a:lnTo>
                  <a:lnTo>
                    <a:pt x="890" y="961"/>
                  </a:lnTo>
                  <a:lnTo>
                    <a:pt x="892" y="959"/>
                  </a:lnTo>
                  <a:lnTo>
                    <a:pt x="892" y="959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0" y="961"/>
                  </a:lnTo>
                  <a:lnTo>
                    <a:pt x="890" y="963"/>
                  </a:lnTo>
                  <a:lnTo>
                    <a:pt x="892" y="963"/>
                  </a:lnTo>
                  <a:lnTo>
                    <a:pt x="892" y="963"/>
                  </a:lnTo>
                  <a:lnTo>
                    <a:pt x="892" y="963"/>
                  </a:lnTo>
                  <a:lnTo>
                    <a:pt x="895" y="963"/>
                  </a:lnTo>
                  <a:lnTo>
                    <a:pt x="895" y="963"/>
                  </a:lnTo>
                  <a:lnTo>
                    <a:pt x="897" y="963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5" y="959"/>
                  </a:lnTo>
                  <a:lnTo>
                    <a:pt x="895" y="959"/>
                  </a:lnTo>
                  <a:lnTo>
                    <a:pt x="895" y="956"/>
                  </a:lnTo>
                  <a:lnTo>
                    <a:pt x="895" y="956"/>
                  </a:lnTo>
                  <a:lnTo>
                    <a:pt x="895" y="956"/>
                  </a:lnTo>
                  <a:lnTo>
                    <a:pt x="895" y="954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902" y="954"/>
                  </a:lnTo>
                  <a:lnTo>
                    <a:pt x="902" y="951"/>
                  </a:lnTo>
                  <a:lnTo>
                    <a:pt x="904" y="951"/>
                  </a:lnTo>
                  <a:lnTo>
                    <a:pt x="906" y="947"/>
                  </a:lnTo>
                  <a:lnTo>
                    <a:pt x="906" y="947"/>
                  </a:lnTo>
                  <a:lnTo>
                    <a:pt x="906" y="947"/>
                  </a:lnTo>
                  <a:lnTo>
                    <a:pt x="906" y="944"/>
                  </a:lnTo>
                  <a:lnTo>
                    <a:pt x="906" y="944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0"/>
                  </a:lnTo>
                  <a:lnTo>
                    <a:pt x="909" y="940"/>
                  </a:lnTo>
                  <a:lnTo>
                    <a:pt x="909" y="940"/>
                  </a:lnTo>
                  <a:lnTo>
                    <a:pt x="911" y="937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8" y="932"/>
                  </a:lnTo>
                  <a:lnTo>
                    <a:pt x="918" y="935"/>
                  </a:lnTo>
                  <a:lnTo>
                    <a:pt x="921" y="935"/>
                  </a:lnTo>
                  <a:lnTo>
                    <a:pt x="921" y="937"/>
                  </a:lnTo>
                  <a:lnTo>
                    <a:pt x="923" y="937"/>
                  </a:lnTo>
                  <a:lnTo>
                    <a:pt x="923" y="937"/>
                  </a:lnTo>
                  <a:lnTo>
                    <a:pt x="923" y="937"/>
                  </a:lnTo>
                  <a:lnTo>
                    <a:pt x="923" y="940"/>
                  </a:lnTo>
                  <a:lnTo>
                    <a:pt x="923" y="940"/>
                  </a:lnTo>
                  <a:lnTo>
                    <a:pt x="928" y="940"/>
                  </a:lnTo>
                  <a:lnTo>
                    <a:pt x="928" y="940"/>
                  </a:lnTo>
                  <a:lnTo>
                    <a:pt x="928" y="942"/>
                  </a:lnTo>
                  <a:lnTo>
                    <a:pt x="925" y="942"/>
                  </a:lnTo>
                  <a:lnTo>
                    <a:pt x="923" y="940"/>
                  </a:lnTo>
                  <a:lnTo>
                    <a:pt x="921" y="940"/>
                  </a:lnTo>
                  <a:lnTo>
                    <a:pt x="921" y="937"/>
                  </a:lnTo>
                  <a:lnTo>
                    <a:pt x="921" y="937"/>
                  </a:lnTo>
                  <a:lnTo>
                    <a:pt x="918" y="937"/>
                  </a:lnTo>
                  <a:lnTo>
                    <a:pt x="918" y="940"/>
                  </a:lnTo>
                  <a:lnTo>
                    <a:pt x="916" y="940"/>
                  </a:lnTo>
                  <a:lnTo>
                    <a:pt x="916" y="942"/>
                  </a:lnTo>
                  <a:lnTo>
                    <a:pt x="916" y="942"/>
                  </a:lnTo>
                  <a:lnTo>
                    <a:pt x="916" y="942"/>
                  </a:lnTo>
                  <a:lnTo>
                    <a:pt x="916" y="944"/>
                  </a:lnTo>
                  <a:lnTo>
                    <a:pt x="916" y="947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8" y="949"/>
                  </a:lnTo>
                  <a:lnTo>
                    <a:pt x="921" y="949"/>
                  </a:lnTo>
                  <a:lnTo>
                    <a:pt x="921" y="951"/>
                  </a:lnTo>
                  <a:lnTo>
                    <a:pt x="921" y="951"/>
                  </a:lnTo>
                  <a:lnTo>
                    <a:pt x="921" y="951"/>
                  </a:lnTo>
                  <a:lnTo>
                    <a:pt x="928" y="949"/>
                  </a:lnTo>
                  <a:lnTo>
                    <a:pt x="930" y="947"/>
                  </a:lnTo>
                  <a:lnTo>
                    <a:pt x="932" y="947"/>
                  </a:lnTo>
                  <a:lnTo>
                    <a:pt x="932" y="944"/>
                  </a:lnTo>
                  <a:lnTo>
                    <a:pt x="935" y="942"/>
                  </a:lnTo>
                  <a:lnTo>
                    <a:pt x="937" y="942"/>
                  </a:lnTo>
                  <a:lnTo>
                    <a:pt x="937" y="942"/>
                  </a:lnTo>
                  <a:lnTo>
                    <a:pt x="937" y="944"/>
                  </a:lnTo>
                  <a:lnTo>
                    <a:pt x="937" y="944"/>
                  </a:lnTo>
                  <a:lnTo>
                    <a:pt x="937" y="944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9" y="947"/>
                  </a:lnTo>
                  <a:lnTo>
                    <a:pt x="942" y="947"/>
                  </a:lnTo>
                  <a:lnTo>
                    <a:pt x="942" y="947"/>
                  </a:lnTo>
                  <a:lnTo>
                    <a:pt x="944" y="944"/>
                  </a:lnTo>
                  <a:lnTo>
                    <a:pt x="942" y="944"/>
                  </a:lnTo>
                  <a:lnTo>
                    <a:pt x="942" y="942"/>
                  </a:lnTo>
                  <a:lnTo>
                    <a:pt x="942" y="942"/>
                  </a:lnTo>
                  <a:lnTo>
                    <a:pt x="939" y="942"/>
                  </a:lnTo>
                  <a:lnTo>
                    <a:pt x="939" y="942"/>
                  </a:lnTo>
                  <a:lnTo>
                    <a:pt x="942" y="942"/>
                  </a:lnTo>
                  <a:lnTo>
                    <a:pt x="942" y="942"/>
                  </a:lnTo>
                  <a:lnTo>
                    <a:pt x="944" y="942"/>
                  </a:lnTo>
                  <a:lnTo>
                    <a:pt x="944" y="940"/>
                  </a:lnTo>
                  <a:lnTo>
                    <a:pt x="944" y="940"/>
                  </a:lnTo>
                  <a:lnTo>
                    <a:pt x="947" y="937"/>
                  </a:lnTo>
                  <a:lnTo>
                    <a:pt x="947" y="937"/>
                  </a:lnTo>
                  <a:lnTo>
                    <a:pt x="947" y="940"/>
                  </a:lnTo>
                  <a:lnTo>
                    <a:pt x="947" y="942"/>
                  </a:lnTo>
                  <a:lnTo>
                    <a:pt x="947" y="942"/>
                  </a:lnTo>
                  <a:lnTo>
                    <a:pt x="947" y="947"/>
                  </a:lnTo>
                  <a:lnTo>
                    <a:pt x="947" y="947"/>
                  </a:lnTo>
                  <a:lnTo>
                    <a:pt x="949" y="947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0"/>
                  </a:lnTo>
                  <a:lnTo>
                    <a:pt x="951" y="940"/>
                  </a:lnTo>
                  <a:lnTo>
                    <a:pt x="954" y="940"/>
                  </a:lnTo>
                  <a:lnTo>
                    <a:pt x="954" y="940"/>
                  </a:lnTo>
                  <a:lnTo>
                    <a:pt x="954" y="940"/>
                  </a:lnTo>
                  <a:lnTo>
                    <a:pt x="951" y="937"/>
                  </a:lnTo>
                  <a:lnTo>
                    <a:pt x="951" y="937"/>
                  </a:lnTo>
                  <a:lnTo>
                    <a:pt x="951" y="937"/>
                  </a:lnTo>
                  <a:lnTo>
                    <a:pt x="954" y="937"/>
                  </a:lnTo>
                  <a:lnTo>
                    <a:pt x="954" y="937"/>
                  </a:lnTo>
                  <a:lnTo>
                    <a:pt x="958" y="937"/>
                  </a:lnTo>
                  <a:lnTo>
                    <a:pt x="958" y="937"/>
                  </a:lnTo>
                  <a:lnTo>
                    <a:pt x="958" y="937"/>
                  </a:lnTo>
                  <a:lnTo>
                    <a:pt x="961" y="937"/>
                  </a:lnTo>
                  <a:lnTo>
                    <a:pt x="963" y="935"/>
                  </a:lnTo>
                  <a:lnTo>
                    <a:pt x="961" y="935"/>
                  </a:lnTo>
                  <a:lnTo>
                    <a:pt x="961" y="932"/>
                  </a:lnTo>
                  <a:lnTo>
                    <a:pt x="961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5"/>
                  </a:lnTo>
                  <a:lnTo>
                    <a:pt x="963" y="935"/>
                  </a:lnTo>
                  <a:lnTo>
                    <a:pt x="965" y="935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5" y="932"/>
                  </a:lnTo>
                  <a:lnTo>
                    <a:pt x="965" y="932"/>
                  </a:lnTo>
                  <a:lnTo>
                    <a:pt x="965" y="932"/>
                  </a:lnTo>
                  <a:lnTo>
                    <a:pt x="965" y="930"/>
                  </a:lnTo>
                  <a:lnTo>
                    <a:pt x="965" y="930"/>
                  </a:lnTo>
                  <a:lnTo>
                    <a:pt x="965" y="930"/>
                  </a:lnTo>
                  <a:lnTo>
                    <a:pt x="965" y="928"/>
                  </a:lnTo>
                  <a:lnTo>
                    <a:pt x="965" y="928"/>
                  </a:lnTo>
                  <a:lnTo>
                    <a:pt x="965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70" y="930"/>
                  </a:lnTo>
                  <a:lnTo>
                    <a:pt x="970" y="930"/>
                  </a:lnTo>
                  <a:lnTo>
                    <a:pt x="973" y="930"/>
                  </a:lnTo>
                  <a:lnTo>
                    <a:pt x="973" y="930"/>
                  </a:lnTo>
                  <a:lnTo>
                    <a:pt x="973" y="928"/>
                  </a:lnTo>
                  <a:lnTo>
                    <a:pt x="973" y="928"/>
                  </a:lnTo>
                  <a:lnTo>
                    <a:pt x="973" y="928"/>
                  </a:lnTo>
                  <a:lnTo>
                    <a:pt x="973" y="925"/>
                  </a:lnTo>
                  <a:lnTo>
                    <a:pt x="973" y="925"/>
                  </a:lnTo>
                  <a:lnTo>
                    <a:pt x="977" y="928"/>
                  </a:lnTo>
                  <a:lnTo>
                    <a:pt x="980" y="928"/>
                  </a:lnTo>
                  <a:lnTo>
                    <a:pt x="980" y="928"/>
                  </a:lnTo>
                  <a:lnTo>
                    <a:pt x="980" y="930"/>
                  </a:lnTo>
                  <a:lnTo>
                    <a:pt x="980" y="930"/>
                  </a:lnTo>
                  <a:lnTo>
                    <a:pt x="980" y="930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5"/>
                  </a:lnTo>
                  <a:lnTo>
                    <a:pt x="980" y="935"/>
                  </a:lnTo>
                  <a:lnTo>
                    <a:pt x="980" y="935"/>
                  </a:lnTo>
                  <a:lnTo>
                    <a:pt x="977" y="937"/>
                  </a:lnTo>
                  <a:lnTo>
                    <a:pt x="977" y="937"/>
                  </a:lnTo>
                  <a:lnTo>
                    <a:pt x="977" y="937"/>
                  </a:lnTo>
                  <a:lnTo>
                    <a:pt x="977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77" y="940"/>
                  </a:lnTo>
                  <a:lnTo>
                    <a:pt x="977" y="942"/>
                  </a:lnTo>
                  <a:lnTo>
                    <a:pt x="977" y="942"/>
                  </a:lnTo>
                  <a:lnTo>
                    <a:pt x="977" y="940"/>
                  </a:lnTo>
                  <a:lnTo>
                    <a:pt x="975" y="940"/>
                  </a:lnTo>
                  <a:lnTo>
                    <a:pt x="975" y="940"/>
                  </a:lnTo>
                  <a:lnTo>
                    <a:pt x="975" y="942"/>
                  </a:lnTo>
                  <a:lnTo>
                    <a:pt x="975" y="942"/>
                  </a:lnTo>
                  <a:lnTo>
                    <a:pt x="977" y="942"/>
                  </a:lnTo>
                  <a:lnTo>
                    <a:pt x="975" y="942"/>
                  </a:lnTo>
                  <a:lnTo>
                    <a:pt x="975" y="942"/>
                  </a:lnTo>
                  <a:lnTo>
                    <a:pt x="975" y="944"/>
                  </a:lnTo>
                  <a:lnTo>
                    <a:pt x="975" y="944"/>
                  </a:lnTo>
                  <a:lnTo>
                    <a:pt x="980" y="942"/>
                  </a:lnTo>
                  <a:lnTo>
                    <a:pt x="980" y="942"/>
                  </a:lnTo>
                  <a:lnTo>
                    <a:pt x="980" y="942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5"/>
                  </a:lnTo>
                  <a:lnTo>
                    <a:pt x="982" y="935"/>
                  </a:lnTo>
                  <a:lnTo>
                    <a:pt x="982" y="935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4" y="928"/>
                  </a:lnTo>
                  <a:lnTo>
                    <a:pt x="984" y="928"/>
                  </a:lnTo>
                  <a:lnTo>
                    <a:pt x="982" y="925"/>
                  </a:lnTo>
                  <a:lnTo>
                    <a:pt x="982" y="925"/>
                  </a:lnTo>
                  <a:lnTo>
                    <a:pt x="982" y="925"/>
                  </a:lnTo>
                  <a:lnTo>
                    <a:pt x="984" y="925"/>
                  </a:lnTo>
                  <a:lnTo>
                    <a:pt x="984" y="925"/>
                  </a:lnTo>
                  <a:lnTo>
                    <a:pt x="987" y="925"/>
                  </a:lnTo>
                  <a:lnTo>
                    <a:pt x="984" y="925"/>
                  </a:lnTo>
                  <a:lnTo>
                    <a:pt x="984" y="925"/>
                  </a:lnTo>
                  <a:lnTo>
                    <a:pt x="984" y="928"/>
                  </a:lnTo>
                  <a:lnTo>
                    <a:pt x="984" y="928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7" y="930"/>
                  </a:lnTo>
                  <a:lnTo>
                    <a:pt x="987" y="930"/>
                  </a:lnTo>
                  <a:lnTo>
                    <a:pt x="987" y="930"/>
                  </a:lnTo>
                  <a:lnTo>
                    <a:pt x="987" y="928"/>
                  </a:lnTo>
                  <a:lnTo>
                    <a:pt x="987" y="928"/>
                  </a:lnTo>
                  <a:lnTo>
                    <a:pt x="989" y="925"/>
                  </a:lnTo>
                  <a:lnTo>
                    <a:pt x="989" y="925"/>
                  </a:lnTo>
                  <a:lnTo>
                    <a:pt x="989" y="925"/>
                  </a:lnTo>
                  <a:lnTo>
                    <a:pt x="991" y="928"/>
                  </a:lnTo>
                  <a:lnTo>
                    <a:pt x="991" y="925"/>
                  </a:lnTo>
                  <a:lnTo>
                    <a:pt x="991" y="925"/>
                  </a:lnTo>
                  <a:lnTo>
                    <a:pt x="994" y="925"/>
                  </a:lnTo>
                  <a:lnTo>
                    <a:pt x="996" y="925"/>
                  </a:lnTo>
                  <a:lnTo>
                    <a:pt x="996" y="925"/>
                  </a:lnTo>
                  <a:lnTo>
                    <a:pt x="996" y="925"/>
                  </a:lnTo>
                  <a:lnTo>
                    <a:pt x="996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3"/>
                  </a:lnTo>
                  <a:lnTo>
                    <a:pt x="1001" y="923"/>
                  </a:lnTo>
                  <a:lnTo>
                    <a:pt x="1001" y="923"/>
                  </a:lnTo>
                  <a:lnTo>
                    <a:pt x="1003" y="923"/>
                  </a:lnTo>
                  <a:lnTo>
                    <a:pt x="1003" y="923"/>
                  </a:lnTo>
                  <a:lnTo>
                    <a:pt x="1003" y="923"/>
                  </a:lnTo>
                  <a:lnTo>
                    <a:pt x="1003" y="925"/>
                  </a:lnTo>
                  <a:lnTo>
                    <a:pt x="1003" y="925"/>
                  </a:lnTo>
                  <a:lnTo>
                    <a:pt x="1006" y="921"/>
                  </a:lnTo>
                  <a:lnTo>
                    <a:pt x="1006" y="918"/>
                  </a:lnTo>
                  <a:lnTo>
                    <a:pt x="1008" y="918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18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3" y="923"/>
                  </a:lnTo>
                  <a:lnTo>
                    <a:pt x="1013" y="923"/>
                  </a:lnTo>
                  <a:lnTo>
                    <a:pt x="1013" y="923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0" y="918"/>
                  </a:lnTo>
                  <a:lnTo>
                    <a:pt x="1010" y="918"/>
                  </a:lnTo>
                  <a:lnTo>
                    <a:pt x="1013" y="916"/>
                  </a:lnTo>
                  <a:lnTo>
                    <a:pt x="1013" y="916"/>
                  </a:lnTo>
                  <a:lnTo>
                    <a:pt x="1013" y="916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5" y="914"/>
                  </a:lnTo>
                  <a:lnTo>
                    <a:pt x="1015" y="914"/>
                  </a:lnTo>
                  <a:lnTo>
                    <a:pt x="1015" y="911"/>
                  </a:lnTo>
                  <a:lnTo>
                    <a:pt x="1017" y="911"/>
                  </a:lnTo>
                  <a:lnTo>
                    <a:pt x="1015" y="909"/>
                  </a:lnTo>
                  <a:lnTo>
                    <a:pt x="1015" y="909"/>
                  </a:lnTo>
                  <a:lnTo>
                    <a:pt x="1015" y="909"/>
                  </a:lnTo>
                  <a:lnTo>
                    <a:pt x="1017" y="909"/>
                  </a:lnTo>
                  <a:lnTo>
                    <a:pt x="1020" y="909"/>
                  </a:lnTo>
                  <a:lnTo>
                    <a:pt x="1020" y="909"/>
                  </a:lnTo>
                  <a:lnTo>
                    <a:pt x="1020" y="909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4"/>
                  </a:lnTo>
                  <a:lnTo>
                    <a:pt x="1017" y="914"/>
                  </a:lnTo>
                  <a:lnTo>
                    <a:pt x="1015" y="914"/>
                  </a:lnTo>
                  <a:lnTo>
                    <a:pt x="1015" y="914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8"/>
                  </a:lnTo>
                  <a:lnTo>
                    <a:pt x="1015" y="918"/>
                  </a:lnTo>
                  <a:lnTo>
                    <a:pt x="1015" y="918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15" y="918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21"/>
                  </a:lnTo>
                  <a:lnTo>
                    <a:pt x="1020" y="921"/>
                  </a:lnTo>
                  <a:lnTo>
                    <a:pt x="1020" y="921"/>
                  </a:lnTo>
                  <a:lnTo>
                    <a:pt x="1022" y="921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6"/>
                  </a:lnTo>
                  <a:lnTo>
                    <a:pt x="1020" y="916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6"/>
                  </a:lnTo>
                  <a:lnTo>
                    <a:pt x="1020" y="916"/>
                  </a:lnTo>
                  <a:lnTo>
                    <a:pt x="1022" y="916"/>
                  </a:lnTo>
                  <a:lnTo>
                    <a:pt x="1022" y="916"/>
                  </a:lnTo>
                  <a:lnTo>
                    <a:pt x="1022" y="916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4"/>
                  </a:lnTo>
                  <a:lnTo>
                    <a:pt x="1025" y="914"/>
                  </a:lnTo>
                  <a:lnTo>
                    <a:pt x="1025" y="911"/>
                  </a:lnTo>
                  <a:lnTo>
                    <a:pt x="1025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9" y="911"/>
                  </a:lnTo>
                  <a:lnTo>
                    <a:pt x="1029" y="911"/>
                  </a:lnTo>
                  <a:lnTo>
                    <a:pt x="1029" y="911"/>
                  </a:lnTo>
                  <a:lnTo>
                    <a:pt x="1029" y="909"/>
                  </a:lnTo>
                  <a:lnTo>
                    <a:pt x="1029" y="909"/>
                  </a:lnTo>
                  <a:lnTo>
                    <a:pt x="1029" y="909"/>
                  </a:lnTo>
                  <a:lnTo>
                    <a:pt x="1032" y="909"/>
                  </a:lnTo>
                  <a:lnTo>
                    <a:pt x="1032" y="909"/>
                  </a:lnTo>
                  <a:lnTo>
                    <a:pt x="1032" y="909"/>
                  </a:lnTo>
                  <a:lnTo>
                    <a:pt x="1032" y="906"/>
                  </a:lnTo>
                  <a:lnTo>
                    <a:pt x="1032" y="906"/>
                  </a:lnTo>
                  <a:lnTo>
                    <a:pt x="1029" y="906"/>
                  </a:lnTo>
                  <a:lnTo>
                    <a:pt x="1029" y="909"/>
                  </a:lnTo>
                  <a:lnTo>
                    <a:pt x="1027" y="909"/>
                  </a:lnTo>
                  <a:lnTo>
                    <a:pt x="1027" y="911"/>
                  </a:lnTo>
                  <a:lnTo>
                    <a:pt x="1025" y="911"/>
                  </a:lnTo>
                  <a:lnTo>
                    <a:pt x="1025" y="911"/>
                  </a:lnTo>
                  <a:lnTo>
                    <a:pt x="1025" y="909"/>
                  </a:lnTo>
                  <a:lnTo>
                    <a:pt x="1025" y="909"/>
                  </a:lnTo>
                  <a:lnTo>
                    <a:pt x="1025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6"/>
                  </a:lnTo>
                  <a:lnTo>
                    <a:pt x="1022" y="906"/>
                  </a:lnTo>
                  <a:lnTo>
                    <a:pt x="1022" y="906"/>
                  </a:lnTo>
                  <a:lnTo>
                    <a:pt x="1025" y="906"/>
                  </a:lnTo>
                  <a:lnTo>
                    <a:pt x="1025" y="906"/>
                  </a:lnTo>
                  <a:lnTo>
                    <a:pt x="1025" y="906"/>
                  </a:lnTo>
                  <a:lnTo>
                    <a:pt x="1027" y="906"/>
                  </a:lnTo>
                  <a:lnTo>
                    <a:pt x="1027" y="906"/>
                  </a:lnTo>
                  <a:lnTo>
                    <a:pt x="1027" y="906"/>
                  </a:lnTo>
                  <a:lnTo>
                    <a:pt x="1029" y="904"/>
                  </a:lnTo>
                  <a:lnTo>
                    <a:pt x="1029" y="904"/>
                  </a:lnTo>
                  <a:lnTo>
                    <a:pt x="1029" y="904"/>
                  </a:lnTo>
                  <a:lnTo>
                    <a:pt x="1027" y="904"/>
                  </a:lnTo>
                  <a:lnTo>
                    <a:pt x="1027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2" y="904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899"/>
                  </a:lnTo>
                  <a:lnTo>
                    <a:pt x="1020" y="899"/>
                  </a:lnTo>
                  <a:lnTo>
                    <a:pt x="1017" y="902"/>
                  </a:lnTo>
                  <a:lnTo>
                    <a:pt x="1017" y="902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6"/>
                  </a:lnTo>
                  <a:lnTo>
                    <a:pt x="1015" y="904"/>
                  </a:lnTo>
                  <a:lnTo>
                    <a:pt x="1015" y="904"/>
                  </a:lnTo>
                  <a:lnTo>
                    <a:pt x="1015" y="902"/>
                  </a:lnTo>
                  <a:lnTo>
                    <a:pt x="1015" y="902"/>
                  </a:lnTo>
                  <a:lnTo>
                    <a:pt x="1017" y="902"/>
                  </a:lnTo>
                  <a:lnTo>
                    <a:pt x="1017" y="899"/>
                  </a:lnTo>
                  <a:lnTo>
                    <a:pt x="1020" y="899"/>
                  </a:lnTo>
                  <a:lnTo>
                    <a:pt x="1020" y="899"/>
                  </a:lnTo>
                  <a:lnTo>
                    <a:pt x="1020" y="899"/>
                  </a:lnTo>
                  <a:lnTo>
                    <a:pt x="1020" y="897"/>
                  </a:lnTo>
                  <a:lnTo>
                    <a:pt x="1022" y="897"/>
                  </a:lnTo>
                  <a:lnTo>
                    <a:pt x="1022" y="897"/>
                  </a:lnTo>
                  <a:lnTo>
                    <a:pt x="1022" y="895"/>
                  </a:lnTo>
                  <a:lnTo>
                    <a:pt x="1022" y="895"/>
                  </a:lnTo>
                  <a:lnTo>
                    <a:pt x="1022" y="895"/>
                  </a:lnTo>
                  <a:lnTo>
                    <a:pt x="1025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9" y="895"/>
                  </a:lnTo>
                  <a:lnTo>
                    <a:pt x="1029" y="895"/>
                  </a:lnTo>
                  <a:lnTo>
                    <a:pt x="1029" y="895"/>
                  </a:lnTo>
                  <a:lnTo>
                    <a:pt x="1032" y="895"/>
                  </a:lnTo>
                  <a:lnTo>
                    <a:pt x="1032" y="895"/>
                  </a:lnTo>
                  <a:lnTo>
                    <a:pt x="1034" y="892"/>
                  </a:lnTo>
                  <a:lnTo>
                    <a:pt x="1032" y="892"/>
                  </a:lnTo>
                  <a:lnTo>
                    <a:pt x="1032" y="892"/>
                  </a:lnTo>
                  <a:lnTo>
                    <a:pt x="1032" y="892"/>
                  </a:lnTo>
                  <a:lnTo>
                    <a:pt x="1032" y="890"/>
                  </a:lnTo>
                  <a:lnTo>
                    <a:pt x="1032" y="890"/>
                  </a:lnTo>
                  <a:lnTo>
                    <a:pt x="1034" y="890"/>
                  </a:lnTo>
                  <a:lnTo>
                    <a:pt x="1034" y="890"/>
                  </a:lnTo>
                  <a:lnTo>
                    <a:pt x="1039" y="892"/>
                  </a:lnTo>
                  <a:lnTo>
                    <a:pt x="1041" y="895"/>
                  </a:lnTo>
                  <a:lnTo>
                    <a:pt x="1041" y="895"/>
                  </a:lnTo>
                  <a:lnTo>
                    <a:pt x="1041" y="892"/>
                  </a:lnTo>
                  <a:lnTo>
                    <a:pt x="1041" y="892"/>
                  </a:lnTo>
                  <a:lnTo>
                    <a:pt x="1044" y="892"/>
                  </a:lnTo>
                  <a:lnTo>
                    <a:pt x="1044" y="892"/>
                  </a:lnTo>
                  <a:lnTo>
                    <a:pt x="1044" y="890"/>
                  </a:lnTo>
                  <a:lnTo>
                    <a:pt x="1041" y="890"/>
                  </a:lnTo>
                  <a:lnTo>
                    <a:pt x="1041" y="890"/>
                  </a:lnTo>
                  <a:lnTo>
                    <a:pt x="1041" y="890"/>
                  </a:lnTo>
                  <a:lnTo>
                    <a:pt x="1041" y="888"/>
                  </a:lnTo>
                  <a:lnTo>
                    <a:pt x="1041" y="888"/>
                  </a:lnTo>
                  <a:lnTo>
                    <a:pt x="1041" y="888"/>
                  </a:lnTo>
                  <a:lnTo>
                    <a:pt x="1039" y="888"/>
                  </a:lnTo>
                  <a:lnTo>
                    <a:pt x="1034" y="890"/>
                  </a:lnTo>
                  <a:lnTo>
                    <a:pt x="1032" y="890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6" y="888"/>
                  </a:lnTo>
                  <a:lnTo>
                    <a:pt x="1036" y="888"/>
                  </a:lnTo>
                  <a:lnTo>
                    <a:pt x="1036" y="888"/>
                  </a:lnTo>
                  <a:lnTo>
                    <a:pt x="1036" y="885"/>
                  </a:lnTo>
                  <a:lnTo>
                    <a:pt x="1036" y="885"/>
                  </a:lnTo>
                  <a:lnTo>
                    <a:pt x="1036" y="885"/>
                  </a:lnTo>
                  <a:lnTo>
                    <a:pt x="1039" y="885"/>
                  </a:lnTo>
                  <a:lnTo>
                    <a:pt x="1039" y="885"/>
                  </a:lnTo>
                  <a:lnTo>
                    <a:pt x="1039" y="883"/>
                  </a:lnTo>
                  <a:lnTo>
                    <a:pt x="1041" y="883"/>
                  </a:lnTo>
                  <a:lnTo>
                    <a:pt x="1041" y="883"/>
                  </a:lnTo>
                  <a:lnTo>
                    <a:pt x="1041" y="883"/>
                  </a:lnTo>
                  <a:lnTo>
                    <a:pt x="1044" y="883"/>
                  </a:lnTo>
                  <a:lnTo>
                    <a:pt x="1044" y="883"/>
                  </a:lnTo>
                  <a:lnTo>
                    <a:pt x="1044" y="880"/>
                  </a:lnTo>
                  <a:lnTo>
                    <a:pt x="1046" y="880"/>
                  </a:lnTo>
                  <a:lnTo>
                    <a:pt x="1046" y="883"/>
                  </a:lnTo>
                  <a:lnTo>
                    <a:pt x="1046" y="885"/>
                  </a:lnTo>
                  <a:lnTo>
                    <a:pt x="1048" y="885"/>
                  </a:lnTo>
                  <a:lnTo>
                    <a:pt x="1048" y="885"/>
                  </a:lnTo>
                  <a:lnTo>
                    <a:pt x="1051" y="885"/>
                  </a:lnTo>
                  <a:lnTo>
                    <a:pt x="1051" y="885"/>
                  </a:lnTo>
                  <a:lnTo>
                    <a:pt x="1051" y="885"/>
                  </a:lnTo>
                  <a:lnTo>
                    <a:pt x="1053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3" y="883"/>
                  </a:lnTo>
                  <a:lnTo>
                    <a:pt x="1053" y="880"/>
                  </a:lnTo>
                  <a:lnTo>
                    <a:pt x="1053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78"/>
                  </a:lnTo>
                  <a:lnTo>
                    <a:pt x="1051" y="878"/>
                  </a:lnTo>
                  <a:lnTo>
                    <a:pt x="1053" y="880"/>
                  </a:lnTo>
                  <a:lnTo>
                    <a:pt x="1053" y="878"/>
                  </a:lnTo>
                  <a:lnTo>
                    <a:pt x="1053" y="878"/>
                  </a:lnTo>
                  <a:lnTo>
                    <a:pt x="1055" y="876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8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3"/>
                  </a:lnTo>
                  <a:lnTo>
                    <a:pt x="1058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1"/>
                  </a:lnTo>
                  <a:lnTo>
                    <a:pt x="1058" y="871"/>
                  </a:lnTo>
                  <a:lnTo>
                    <a:pt x="1058" y="871"/>
                  </a:lnTo>
                  <a:lnTo>
                    <a:pt x="1058" y="871"/>
                  </a:lnTo>
                  <a:lnTo>
                    <a:pt x="1060" y="871"/>
                  </a:lnTo>
                  <a:lnTo>
                    <a:pt x="1060" y="873"/>
                  </a:lnTo>
                  <a:lnTo>
                    <a:pt x="1062" y="876"/>
                  </a:lnTo>
                  <a:lnTo>
                    <a:pt x="1062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7" y="873"/>
                  </a:lnTo>
                  <a:lnTo>
                    <a:pt x="1065" y="873"/>
                  </a:lnTo>
                  <a:lnTo>
                    <a:pt x="1065" y="873"/>
                  </a:lnTo>
                  <a:lnTo>
                    <a:pt x="1065" y="873"/>
                  </a:lnTo>
                  <a:lnTo>
                    <a:pt x="1065" y="871"/>
                  </a:lnTo>
                  <a:lnTo>
                    <a:pt x="1067" y="873"/>
                  </a:lnTo>
                  <a:lnTo>
                    <a:pt x="1067" y="873"/>
                  </a:lnTo>
                  <a:lnTo>
                    <a:pt x="1070" y="873"/>
                  </a:lnTo>
                  <a:lnTo>
                    <a:pt x="1070" y="871"/>
                  </a:lnTo>
                  <a:lnTo>
                    <a:pt x="1070" y="871"/>
                  </a:lnTo>
                  <a:lnTo>
                    <a:pt x="1070" y="871"/>
                  </a:lnTo>
                  <a:lnTo>
                    <a:pt x="1072" y="869"/>
                  </a:lnTo>
                  <a:lnTo>
                    <a:pt x="1072" y="869"/>
                  </a:lnTo>
                  <a:lnTo>
                    <a:pt x="1074" y="869"/>
                  </a:lnTo>
                  <a:lnTo>
                    <a:pt x="1074" y="869"/>
                  </a:lnTo>
                  <a:lnTo>
                    <a:pt x="1072" y="869"/>
                  </a:lnTo>
                  <a:lnTo>
                    <a:pt x="1072" y="869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2" y="866"/>
                  </a:lnTo>
                  <a:lnTo>
                    <a:pt x="1072" y="864"/>
                  </a:lnTo>
                  <a:lnTo>
                    <a:pt x="1074" y="864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7" y="869"/>
                  </a:lnTo>
                  <a:lnTo>
                    <a:pt x="1077" y="871"/>
                  </a:lnTo>
                  <a:lnTo>
                    <a:pt x="1077" y="869"/>
                  </a:lnTo>
                  <a:lnTo>
                    <a:pt x="1079" y="869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4" y="864"/>
                  </a:lnTo>
                  <a:lnTo>
                    <a:pt x="1086" y="866"/>
                  </a:lnTo>
                  <a:lnTo>
                    <a:pt x="1086" y="866"/>
                  </a:lnTo>
                  <a:lnTo>
                    <a:pt x="1086" y="864"/>
                  </a:lnTo>
                  <a:lnTo>
                    <a:pt x="1084" y="861"/>
                  </a:lnTo>
                  <a:lnTo>
                    <a:pt x="1084" y="861"/>
                  </a:lnTo>
                  <a:lnTo>
                    <a:pt x="1084" y="859"/>
                  </a:lnTo>
                  <a:lnTo>
                    <a:pt x="1084" y="859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8" y="861"/>
                  </a:lnTo>
                  <a:lnTo>
                    <a:pt x="1088" y="861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7"/>
                  </a:lnTo>
                  <a:lnTo>
                    <a:pt x="1088" y="857"/>
                  </a:lnTo>
                  <a:lnTo>
                    <a:pt x="1093" y="857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1" y="852"/>
                  </a:lnTo>
                  <a:lnTo>
                    <a:pt x="1091" y="852"/>
                  </a:lnTo>
                  <a:lnTo>
                    <a:pt x="1091" y="850"/>
                  </a:lnTo>
                  <a:lnTo>
                    <a:pt x="1091" y="850"/>
                  </a:lnTo>
                  <a:lnTo>
                    <a:pt x="1091" y="850"/>
                  </a:lnTo>
                  <a:lnTo>
                    <a:pt x="1093" y="850"/>
                  </a:lnTo>
                  <a:lnTo>
                    <a:pt x="1093" y="850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5"/>
                  </a:lnTo>
                  <a:lnTo>
                    <a:pt x="1093" y="845"/>
                  </a:lnTo>
                  <a:lnTo>
                    <a:pt x="1093" y="845"/>
                  </a:lnTo>
                  <a:lnTo>
                    <a:pt x="1088" y="847"/>
                  </a:lnTo>
                  <a:lnTo>
                    <a:pt x="1086" y="847"/>
                  </a:lnTo>
                  <a:lnTo>
                    <a:pt x="1086" y="845"/>
                  </a:lnTo>
                  <a:lnTo>
                    <a:pt x="1086" y="845"/>
                  </a:lnTo>
                  <a:lnTo>
                    <a:pt x="1088" y="845"/>
                  </a:lnTo>
                  <a:lnTo>
                    <a:pt x="1088" y="845"/>
                  </a:lnTo>
                  <a:lnTo>
                    <a:pt x="1088" y="845"/>
                  </a:lnTo>
                  <a:lnTo>
                    <a:pt x="1093" y="840"/>
                  </a:lnTo>
                  <a:lnTo>
                    <a:pt x="1096" y="838"/>
                  </a:lnTo>
                  <a:lnTo>
                    <a:pt x="1096" y="838"/>
                  </a:lnTo>
                  <a:lnTo>
                    <a:pt x="1098" y="838"/>
                  </a:lnTo>
                  <a:lnTo>
                    <a:pt x="1098" y="838"/>
                  </a:lnTo>
                  <a:lnTo>
                    <a:pt x="1098" y="838"/>
                  </a:lnTo>
                  <a:lnTo>
                    <a:pt x="1098" y="835"/>
                  </a:lnTo>
                  <a:lnTo>
                    <a:pt x="1098" y="835"/>
                  </a:lnTo>
                  <a:lnTo>
                    <a:pt x="1100" y="835"/>
                  </a:lnTo>
                  <a:lnTo>
                    <a:pt x="1100" y="838"/>
                  </a:lnTo>
                  <a:lnTo>
                    <a:pt x="1103" y="838"/>
                  </a:lnTo>
                  <a:lnTo>
                    <a:pt x="1105" y="838"/>
                  </a:lnTo>
                  <a:lnTo>
                    <a:pt x="1105" y="838"/>
                  </a:lnTo>
                  <a:lnTo>
                    <a:pt x="1103" y="835"/>
                  </a:lnTo>
                  <a:lnTo>
                    <a:pt x="1103" y="835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5" y="833"/>
                  </a:lnTo>
                  <a:lnTo>
                    <a:pt x="1105" y="833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7" y="833"/>
                  </a:lnTo>
                  <a:lnTo>
                    <a:pt x="1107" y="833"/>
                  </a:lnTo>
                  <a:lnTo>
                    <a:pt x="1107" y="831"/>
                  </a:lnTo>
                  <a:lnTo>
                    <a:pt x="1107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2" y="831"/>
                  </a:lnTo>
                  <a:lnTo>
                    <a:pt x="1112" y="831"/>
                  </a:lnTo>
                  <a:lnTo>
                    <a:pt x="1112" y="831"/>
                  </a:lnTo>
                  <a:lnTo>
                    <a:pt x="1112" y="833"/>
                  </a:lnTo>
                  <a:lnTo>
                    <a:pt x="1112" y="833"/>
                  </a:lnTo>
                  <a:lnTo>
                    <a:pt x="1114" y="831"/>
                  </a:lnTo>
                  <a:lnTo>
                    <a:pt x="1114" y="831"/>
                  </a:lnTo>
                  <a:lnTo>
                    <a:pt x="1114" y="831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2" y="826"/>
                  </a:lnTo>
                  <a:lnTo>
                    <a:pt x="1112" y="826"/>
                  </a:lnTo>
                  <a:lnTo>
                    <a:pt x="1112" y="826"/>
                  </a:lnTo>
                  <a:lnTo>
                    <a:pt x="1114" y="826"/>
                  </a:lnTo>
                  <a:lnTo>
                    <a:pt x="1117" y="826"/>
                  </a:lnTo>
                  <a:lnTo>
                    <a:pt x="1119" y="824"/>
                  </a:lnTo>
                  <a:lnTo>
                    <a:pt x="1119" y="824"/>
                  </a:lnTo>
                  <a:lnTo>
                    <a:pt x="1117" y="821"/>
                  </a:lnTo>
                  <a:lnTo>
                    <a:pt x="1117" y="821"/>
                  </a:lnTo>
                  <a:lnTo>
                    <a:pt x="1117" y="821"/>
                  </a:lnTo>
                  <a:lnTo>
                    <a:pt x="1117" y="819"/>
                  </a:lnTo>
                  <a:lnTo>
                    <a:pt x="1117" y="819"/>
                  </a:lnTo>
                  <a:lnTo>
                    <a:pt x="1119" y="817"/>
                  </a:lnTo>
                  <a:lnTo>
                    <a:pt x="1119" y="817"/>
                  </a:lnTo>
                  <a:lnTo>
                    <a:pt x="1119" y="817"/>
                  </a:lnTo>
                  <a:lnTo>
                    <a:pt x="1122" y="819"/>
                  </a:lnTo>
                  <a:lnTo>
                    <a:pt x="1122" y="819"/>
                  </a:lnTo>
                  <a:lnTo>
                    <a:pt x="1122" y="819"/>
                  </a:lnTo>
                  <a:lnTo>
                    <a:pt x="1124" y="821"/>
                  </a:lnTo>
                  <a:lnTo>
                    <a:pt x="1124" y="821"/>
                  </a:lnTo>
                  <a:lnTo>
                    <a:pt x="1124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9" y="821"/>
                  </a:lnTo>
                  <a:lnTo>
                    <a:pt x="1129" y="819"/>
                  </a:lnTo>
                  <a:lnTo>
                    <a:pt x="1129" y="819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9" y="817"/>
                  </a:lnTo>
                  <a:lnTo>
                    <a:pt x="1126" y="817"/>
                  </a:lnTo>
                  <a:lnTo>
                    <a:pt x="1126" y="814"/>
                  </a:lnTo>
                  <a:lnTo>
                    <a:pt x="1126" y="814"/>
                  </a:lnTo>
                  <a:lnTo>
                    <a:pt x="1129" y="814"/>
                  </a:lnTo>
                  <a:lnTo>
                    <a:pt x="1129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29" y="812"/>
                  </a:lnTo>
                  <a:lnTo>
                    <a:pt x="1133" y="812"/>
                  </a:lnTo>
                  <a:lnTo>
                    <a:pt x="1136" y="812"/>
                  </a:lnTo>
                  <a:lnTo>
                    <a:pt x="1136" y="812"/>
                  </a:lnTo>
                  <a:lnTo>
                    <a:pt x="1136" y="809"/>
                  </a:lnTo>
                  <a:lnTo>
                    <a:pt x="1133" y="807"/>
                  </a:lnTo>
                  <a:lnTo>
                    <a:pt x="1136" y="807"/>
                  </a:lnTo>
                  <a:lnTo>
                    <a:pt x="1136" y="807"/>
                  </a:lnTo>
                  <a:lnTo>
                    <a:pt x="1136" y="807"/>
                  </a:lnTo>
                  <a:lnTo>
                    <a:pt x="1136" y="805"/>
                  </a:lnTo>
                  <a:lnTo>
                    <a:pt x="1136" y="805"/>
                  </a:lnTo>
                  <a:lnTo>
                    <a:pt x="1138" y="805"/>
                  </a:lnTo>
                  <a:lnTo>
                    <a:pt x="1138" y="802"/>
                  </a:lnTo>
                  <a:lnTo>
                    <a:pt x="1140" y="802"/>
                  </a:lnTo>
                  <a:lnTo>
                    <a:pt x="1143" y="805"/>
                  </a:lnTo>
                  <a:lnTo>
                    <a:pt x="1143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2"/>
                  </a:lnTo>
                  <a:lnTo>
                    <a:pt x="1145" y="802"/>
                  </a:lnTo>
                  <a:lnTo>
                    <a:pt x="1148" y="802"/>
                  </a:lnTo>
                  <a:lnTo>
                    <a:pt x="1148" y="802"/>
                  </a:lnTo>
                  <a:lnTo>
                    <a:pt x="1148" y="800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5"/>
                  </a:lnTo>
                  <a:lnTo>
                    <a:pt x="1152" y="802"/>
                  </a:lnTo>
                  <a:lnTo>
                    <a:pt x="1152" y="802"/>
                  </a:lnTo>
                  <a:lnTo>
                    <a:pt x="1152" y="800"/>
                  </a:lnTo>
                  <a:lnTo>
                    <a:pt x="1152" y="800"/>
                  </a:lnTo>
                  <a:lnTo>
                    <a:pt x="1152" y="800"/>
                  </a:lnTo>
                  <a:lnTo>
                    <a:pt x="1150" y="798"/>
                  </a:lnTo>
                  <a:lnTo>
                    <a:pt x="1150" y="798"/>
                  </a:lnTo>
                  <a:lnTo>
                    <a:pt x="1152" y="798"/>
                  </a:lnTo>
                  <a:lnTo>
                    <a:pt x="1155" y="800"/>
                  </a:lnTo>
                  <a:lnTo>
                    <a:pt x="1155" y="800"/>
                  </a:lnTo>
                  <a:lnTo>
                    <a:pt x="1155" y="798"/>
                  </a:lnTo>
                  <a:lnTo>
                    <a:pt x="1155" y="798"/>
                  </a:lnTo>
                  <a:lnTo>
                    <a:pt x="1155" y="793"/>
                  </a:lnTo>
                  <a:lnTo>
                    <a:pt x="1155" y="793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8"/>
                  </a:lnTo>
                  <a:lnTo>
                    <a:pt x="1157" y="798"/>
                  </a:lnTo>
                  <a:lnTo>
                    <a:pt x="1157" y="798"/>
                  </a:lnTo>
                  <a:lnTo>
                    <a:pt x="1157" y="798"/>
                  </a:lnTo>
                  <a:lnTo>
                    <a:pt x="1157" y="800"/>
                  </a:lnTo>
                  <a:lnTo>
                    <a:pt x="1159" y="800"/>
                  </a:lnTo>
                  <a:lnTo>
                    <a:pt x="1159" y="800"/>
                  </a:lnTo>
                  <a:lnTo>
                    <a:pt x="1159" y="800"/>
                  </a:lnTo>
                  <a:lnTo>
                    <a:pt x="1159" y="798"/>
                  </a:lnTo>
                  <a:lnTo>
                    <a:pt x="1159" y="798"/>
                  </a:lnTo>
                  <a:lnTo>
                    <a:pt x="1159" y="798"/>
                  </a:lnTo>
                  <a:lnTo>
                    <a:pt x="1159" y="795"/>
                  </a:lnTo>
                  <a:lnTo>
                    <a:pt x="1162" y="798"/>
                  </a:lnTo>
                  <a:lnTo>
                    <a:pt x="1162" y="798"/>
                  </a:lnTo>
                  <a:lnTo>
                    <a:pt x="1162" y="798"/>
                  </a:lnTo>
                  <a:lnTo>
                    <a:pt x="1162" y="795"/>
                  </a:lnTo>
                  <a:lnTo>
                    <a:pt x="1159" y="795"/>
                  </a:lnTo>
                  <a:lnTo>
                    <a:pt x="1159" y="793"/>
                  </a:lnTo>
                  <a:lnTo>
                    <a:pt x="1159" y="793"/>
                  </a:lnTo>
                  <a:lnTo>
                    <a:pt x="1162" y="793"/>
                  </a:lnTo>
                  <a:lnTo>
                    <a:pt x="1162" y="793"/>
                  </a:lnTo>
                  <a:lnTo>
                    <a:pt x="1162" y="793"/>
                  </a:lnTo>
                  <a:lnTo>
                    <a:pt x="1164" y="793"/>
                  </a:lnTo>
                  <a:lnTo>
                    <a:pt x="1164" y="793"/>
                  </a:lnTo>
                  <a:lnTo>
                    <a:pt x="1164" y="790"/>
                  </a:lnTo>
                  <a:lnTo>
                    <a:pt x="1164" y="790"/>
                  </a:lnTo>
                  <a:lnTo>
                    <a:pt x="1162" y="790"/>
                  </a:lnTo>
                  <a:lnTo>
                    <a:pt x="1164" y="790"/>
                  </a:lnTo>
                  <a:lnTo>
                    <a:pt x="1164" y="788"/>
                  </a:lnTo>
                  <a:lnTo>
                    <a:pt x="1167" y="788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8"/>
                  </a:lnTo>
                  <a:lnTo>
                    <a:pt x="1164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59" y="788"/>
                  </a:lnTo>
                  <a:lnTo>
                    <a:pt x="1159" y="788"/>
                  </a:lnTo>
                  <a:lnTo>
                    <a:pt x="1159" y="790"/>
                  </a:lnTo>
                  <a:lnTo>
                    <a:pt x="1159" y="790"/>
                  </a:lnTo>
                  <a:lnTo>
                    <a:pt x="1159" y="790"/>
                  </a:lnTo>
                  <a:lnTo>
                    <a:pt x="1157" y="790"/>
                  </a:lnTo>
                  <a:lnTo>
                    <a:pt x="1159" y="790"/>
                  </a:lnTo>
                  <a:lnTo>
                    <a:pt x="1159" y="788"/>
                  </a:lnTo>
                  <a:lnTo>
                    <a:pt x="1159" y="788"/>
                  </a:lnTo>
                  <a:lnTo>
                    <a:pt x="1157" y="788"/>
                  </a:lnTo>
                  <a:lnTo>
                    <a:pt x="1159" y="788"/>
                  </a:lnTo>
                  <a:lnTo>
                    <a:pt x="1159" y="786"/>
                  </a:lnTo>
                  <a:lnTo>
                    <a:pt x="1159" y="786"/>
                  </a:lnTo>
                  <a:lnTo>
                    <a:pt x="1162" y="786"/>
                  </a:lnTo>
                  <a:lnTo>
                    <a:pt x="1162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3"/>
                  </a:lnTo>
                  <a:lnTo>
                    <a:pt x="1164" y="783"/>
                  </a:lnTo>
                  <a:lnTo>
                    <a:pt x="1164" y="783"/>
                  </a:lnTo>
                  <a:lnTo>
                    <a:pt x="1167" y="783"/>
                  </a:lnTo>
                  <a:lnTo>
                    <a:pt x="1167" y="783"/>
                  </a:lnTo>
                  <a:lnTo>
                    <a:pt x="1169" y="783"/>
                  </a:lnTo>
                  <a:lnTo>
                    <a:pt x="1169" y="783"/>
                  </a:lnTo>
                  <a:lnTo>
                    <a:pt x="1169" y="783"/>
                  </a:lnTo>
                  <a:lnTo>
                    <a:pt x="1169" y="781"/>
                  </a:lnTo>
                  <a:lnTo>
                    <a:pt x="1169" y="781"/>
                  </a:lnTo>
                  <a:lnTo>
                    <a:pt x="1169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79"/>
                  </a:lnTo>
                  <a:lnTo>
                    <a:pt x="1167" y="776"/>
                  </a:lnTo>
                  <a:lnTo>
                    <a:pt x="1167" y="776"/>
                  </a:lnTo>
                  <a:lnTo>
                    <a:pt x="1167" y="776"/>
                  </a:lnTo>
                  <a:lnTo>
                    <a:pt x="1169" y="776"/>
                  </a:lnTo>
                  <a:lnTo>
                    <a:pt x="1169" y="776"/>
                  </a:lnTo>
                  <a:lnTo>
                    <a:pt x="1171" y="776"/>
                  </a:lnTo>
                  <a:lnTo>
                    <a:pt x="1171" y="776"/>
                  </a:lnTo>
                  <a:lnTo>
                    <a:pt x="1171" y="776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2"/>
                  </a:lnTo>
                  <a:lnTo>
                    <a:pt x="1171" y="772"/>
                  </a:lnTo>
                  <a:lnTo>
                    <a:pt x="1174" y="772"/>
                  </a:lnTo>
                  <a:lnTo>
                    <a:pt x="1174" y="769"/>
                  </a:lnTo>
                  <a:lnTo>
                    <a:pt x="1174" y="769"/>
                  </a:lnTo>
                  <a:lnTo>
                    <a:pt x="1171" y="769"/>
                  </a:lnTo>
                  <a:lnTo>
                    <a:pt x="1171" y="769"/>
                  </a:lnTo>
                  <a:lnTo>
                    <a:pt x="1174" y="769"/>
                  </a:lnTo>
                  <a:lnTo>
                    <a:pt x="1174" y="769"/>
                  </a:lnTo>
                  <a:lnTo>
                    <a:pt x="1176" y="769"/>
                  </a:lnTo>
                  <a:lnTo>
                    <a:pt x="1178" y="767"/>
                  </a:lnTo>
                  <a:lnTo>
                    <a:pt x="1181" y="767"/>
                  </a:lnTo>
                  <a:lnTo>
                    <a:pt x="1181" y="767"/>
                  </a:lnTo>
                  <a:lnTo>
                    <a:pt x="1183" y="767"/>
                  </a:lnTo>
                  <a:lnTo>
                    <a:pt x="1183" y="764"/>
                  </a:lnTo>
                  <a:lnTo>
                    <a:pt x="1183" y="764"/>
                  </a:lnTo>
                  <a:lnTo>
                    <a:pt x="1183" y="764"/>
                  </a:lnTo>
                  <a:lnTo>
                    <a:pt x="1185" y="764"/>
                  </a:lnTo>
                  <a:lnTo>
                    <a:pt x="1188" y="762"/>
                  </a:lnTo>
                  <a:lnTo>
                    <a:pt x="1188" y="760"/>
                  </a:lnTo>
                  <a:lnTo>
                    <a:pt x="1188" y="760"/>
                  </a:lnTo>
                  <a:lnTo>
                    <a:pt x="1188" y="757"/>
                  </a:lnTo>
                  <a:lnTo>
                    <a:pt x="1188" y="755"/>
                  </a:lnTo>
                  <a:lnTo>
                    <a:pt x="1190" y="755"/>
                  </a:lnTo>
                  <a:lnTo>
                    <a:pt x="1190" y="755"/>
                  </a:lnTo>
                  <a:lnTo>
                    <a:pt x="1193" y="755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48"/>
                  </a:lnTo>
                  <a:lnTo>
                    <a:pt x="1190" y="748"/>
                  </a:lnTo>
                  <a:lnTo>
                    <a:pt x="1188" y="748"/>
                  </a:lnTo>
                  <a:lnTo>
                    <a:pt x="1188" y="746"/>
                  </a:lnTo>
                  <a:lnTo>
                    <a:pt x="1188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1" y="746"/>
                  </a:lnTo>
                  <a:lnTo>
                    <a:pt x="1181" y="743"/>
                  </a:lnTo>
                  <a:lnTo>
                    <a:pt x="1181" y="743"/>
                  </a:lnTo>
                  <a:lnTo>
                    <a:pt x="1181" y="743"/>
                  </a:lnTo>
                  <a:lnTo>
                    <a:pt x="1178" y="741"/>
                  </a:lnTo>
                  <a:lnTo>
                    <a:pt x="1178" y="741"/>
                  </a:lnTo>
                  <a:lnTo>
                    <a:pt x="1176" y="741"/>
                  </a:lnTo>
                  <a:lnTo>
                    <a:pt x="1176" y="741"/>
                  </a:lnTo>
                  <a:lnTo>
                    <a:pt x="1174" y="741"/>
                  </a:lnTo>
                  <a:lnTo>
                    <a:pt x="1174" y="741"/>
                  </a:lnTo>
                  <a:lnTo>
                    <a:pt x="1169" y="741"/>
                  </a:lnTo>
                  <a:lnTo>
                    <a:pt x="1167" y="741"/>
                  </a:lnTo>
                  <a:lnTo>
                    <a:pt x="1167" y="741"/>
                  </a:lnTo>
                  <a:lnTo>
                    <a:pt x="1167" y="743"/>
                  </a:lnTo>
                  <a:lnTo>
                    <a:pt x="1164" y="743"/>
                  </a:lnTo>
                  <a:lnTo>
                    <a:pt x="1164" y="743"/>
                  </a:lnTo>
                  <a:lnTo>
                    <a:pt x="1164" y="743"/>
                  </a:lnTo>
                  <a:lnTo>
                    <a:pt x="1164" y="741"/>
                  </a:lnTo>
                  <a:lnTo>
                    <a:pt x="1164" y="741"/>
                  </a:lnTo>
                  <a:lnTo>
                    <a:pt x="1164" y="741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6"/>
                  </a:lnTo>
                  <a:lnTo>
                    <a:pt x="1162" y="738"/>
                  </a:lnTo>
                  <a:lnTo>
                    <a:pt x="1162" y="738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7" y="734"/>
                  </a:lnTo>
                  <a:lnTo>
                    <a:pt x="1167" y="731"/>
                  </a:lnTo>
                  <a:lnTo>
                    <a:pt x="1164" y="731"/>
                  </a:lnTo>
                  <a:lnTo>
                    <a:pt x="1164" y="731"/>
                  </a:lnTo>
                  <a:lnTo>
                    <a:pt x="1164" y="729"/>
                  </a:lnTo>
                  <a:lnTo>
                    <a:pt x="1164" y="729"/>
                  </a:lnTo>
                  <a:lnTo>
                    <a:pt x="1167" y="727"/>
                  </a:lnTo>
                  <a:lnTo>
                    <a:pt x="1167" y="727"/>
                  </a:lnTo>
                  <a:lnTo>
                    <a:pt x="1169" y="724"/>
                  </a:lnTo>
                  <a:lnTo>
                    <a:pt x="1171" y="724"/>
                  </a:lnTo>
                  <a:lnTo>
                    <a:pt x="1171" y="722"/>
                  </a:lnTo>
                  <a:lnTo>
                    <a:pt x="1171" y="724"/>
                  </a:lnTo>
                  <a:lnTo>
                    <a:pt x="1171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4"/>
                  </a:lnTo>
                  <a:lnTo>
                    <a:pt x="1167" y="724"/>
                  </a:lnTo>
                  <a:lnTo>
                    <a:pt x="1167" y="724"/>
                  </a:lnTo>
                  <a:lnTo>
                    <a:pt x="1164" y="722"/>
                  </a:lnTo>
                  <a:lnTo>
                    <a:pt x="1167" y="722"/>
                  </a:lnTo>
                  <a:lnTo>
                    <a:pt x="1167" y="722"/>
                  </a:lnTo>
                  <a:lnTo>
                    <a:pt x="1167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71" y="722"/>
                  </a:lnTo>
                  <a:lnTo>
                    <a:pt x="1171" y="719"/>
                  </a:lnTo>
                  <a:lnTo>
                    <a:pt x="1171" y="719"/>
                  </a:lnTo>
                  <a:lnTo>
                    <a:pt x="1171" y="719"/>
                  </a:lnTo>
                  <a:lnTo>
                    <a:pt x="1174" y="719"/>
                  </a:lnTo>
                  <a:lnTo>
                    <a:pt x="1174" y="719"/>
                  </a:lnTo>
                  <a:lnTo>
                    <a:pt x="1176" y="719"/>
                  </a:lnTo>
                  <a:lnTo>
                    <a:pt x="1178" y="719"/>
                  </a:lnTo>
                  <a:lnTo>
                    <a:pt x="1178" y="717"/>
                  </a:lnTo>
                  <a:lnTo>
                    <a:pt x="1178" y="717"/>
                  </a:lnTo>
                  <a:lnTo>
                    <a:pt x="1178" y="717"/>
                  </a:lnTo>
                  <a:lnTo>
                    <a:pt x="1178" y="715"/>
                  </a:lnTo>
                  <a:lnTo>
                    <a:pt x="1176" y="712"/>
                  </a:lnTo>
                  <a:lnTo>
                    <a:pt x="1176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6" y="712"/>
                  </a:lnTo>
                  <a:lnTo>
                    <a:pt x="1176" y="712"/>
                  </a:lnTo>
                  <a:lnTo>
                    <a:pt x="1181" y="712"/>
                  </a:lnTo>
                  <a:lnTo>
                    <a:pt x="1183" y="710"/>
                  </a:lnTo>
                  <a:lnTo>
                    <a:pt x="1183" y="710"/>
                  </a:lnTo>
                  <a:lnTo>
                    <a:pt x="1183" y="708"/>
                  </a:lnTo>
                  <a:lnTo>
                    <a:pt x="1183" y="708"/>
                  </a:lnTo>
                  <a:lnTo>
                    <a:pt x="1181" y="708"/>
                  </a:lnTo>
                  <a:lnTo>
                    <a:pt x="1181" y="708"/>
                  </a:lnTo>
                  <a:lnTo>
                    <a:pt x="1178" y="708"/>
                  </a:lnTo>
                  <a:lnTo>
                    <a:pt x="1178" y="705"/>
                  </a:lnTo>
                  <a:lnTo>
                    <a:pt x="1181" y="705"/>
                  </a:lnTo>
                  <a:lnTo>
                    <a:pt x="1181" y="705"/>
                  </a:lnTo>
                  <a:lnTo>
                    <a:pt x="1181" y="705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5"/>
                  </a:lnTo>
                  <a:lnTo>
                    <a:pt x="1183" y="705"/>
                  </a:lnTo>
                  <a:lnTo>
                    <a:pt x="1183" y="708"/>
                  </a:lnTo>
                  <a:lnTo>
                    <a:pt x="1183" y="708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3"/>
                  </a:lnTo>
                  <a:lnTo>
                    <a:pt x="1185" y="701"/>
                  </a:lnTo>
                  <a:lnTo>
                    <a:pt x="1185" y="701"/>
                  </a:lnTo>
                  <a:lnTo>
                    <a:pt x="1185" y="698"/>
                  </a:lnTo>
                  <a:lnTo>
                    <a:pt x="1185" y="698"/>
                  </a:lnTo>
                  <a:lnTo>
                    <a:pt x="1185" y="698"/>
                  </a:lnTo>
                  <a:lnTo>
                    <a:pt x="1188" y="701"/>
                  </a:lnTo>
                  <a:lnTo>
                    <a:pt x="1190" y="701"/>
                  </a:lnTo>
                  <a:lnTo>
                    <a:pt x="1190" y="703"/>
                  </a:lnTo>
                  <a:lnTo>
                    <a:pt x="1190" y="701"/>
                  </a:lnTo>
                  <a:lnTo>
                    <a:pt x="1188" y="701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90" y="708"/>
                  </a:lnTo>
                  <a:lnTo>
                    <a:pt x="1190" y="708"/>
                  </a:lnTo>
                  <a:lnTo>
                    <a:pt x="1190" y="708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3"/>
                  </a:lnTo>
                  <a:lnTo>
                    <a:pt x="1190" y="703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5" y="705"/>
                  </a:lnTo>
                  <a:lnTo>
                    <a:pt x="1195" y="705"/>
                  </a:lnTo>
                  <a:lnTo>
                    <a:pt x="1195" y="705"/>
                  </a:lnTo>
                  <a:lnTo>
                    <a:pt x="1195" y="703"/>
                  </a:lnTo>
                  <a:lnTo>
                    <a:pt x="1197" y="703"/>
                  </a:lnTo>
                  <a:lnTo>
                    <a:pt x="1197" y="703"/>
                  </a:lnTo>
                  <a:lnTo>
                    <a:pt x="1200" y="701"/>
                  </a:lnTo>
                  <a:lnTo>
                    <a:pt x="1200" y="698"/>
                  </a:lnTo>
                  <a:lnTo>
                    <a:pt x="1200" y="698"/>
                  </a:lnTo>
                  <a:lnTo>
                    <a:pt x="1200" y="698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197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3" y="696"/>
                  </a:lnTo>
                  <a:lnTo>
                    <a:pt x="1193" y="696"/>
                  </a:lnTo>
                  <a:lnTo>
                    <a:pt x="1190" y="696"/>
                  </a:lnTo>
                  <a:lnTo>
                    <a:pt x="1190" y="696"/>
                  </a:lnTo>
                  <a:lnTo>
                    <a:pt x="1193" y="693"/>
                  </a:lnTo>
                  <a:lnTo>
                    <a:pt x="1193" y="693"/>
                  </a:lnTo>
                  <a:lnTo>
                    <a:pt x="1193" y="693"/>
                  </a:lnTo>
                  <a:lnTo>
                    <a:pt x="1197" y="691"/>
                  </a:lnTo>
                  <a:lnTo>
                    <a:pt x="1197" y="691"/>
                  </a:lnTo>
                  <a:lnTo>
                    <a:pt x="1200" y="691"/>
                  </a:lnTo>
                  <a:lnTo>
                    <a:pt x="1202" y="691"/>
                  </a:lnTo>
                  <a:lnTo>
                    <a:pt x="1202" y="691"/>
                  </a:lnTo>
                  <a:lnTo>
                    <a:pt x="1202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7" y="691"/>
                  </a:lnTo>
                  <a:lnTo>
                    <a:pt x="1209" y="689"/>
                  </a:lnTo>
                  <a:lnTo>
                    <a:pt x="1209" y="689"/>
                  </a:lnTo>
                  <a:lnTo>
                    <a:pt x="1209" y="686"/>
                  </a:lnTo>
                  <a:lnTo>
                    <a:pt x="1209" y="686"/>
                  </a:lnTo>
                  <a:lnTo>
                    <a:pt x="1209" y="684"/>
                  </a:lnTo>
                  <a:lnTo>
                    <a:pt x="1211" y="684"/>
                  </a:lnTo>
                  <a:lnTo>
                    <a:pt x="1211" y="684"/>
                  </a:lnTo>
                  <a:lnTo>
                    <a:pt x="1211" y="684"/>
                  </a:lnTo>
                  <a:lnTo>
                    <a:pt x="1211" y="682"/>
                  </a:lnTo>
                  <a:lnTo>
                    <a:pt x="1211" y="682"/>
                  </a:lnTo>
                  <a:lnTo>
                    <a:pt x="1211" y="682"/>
                  </a:lnTo>
                  <a:lnTo>
                    <a:pt x="1211" y="679"/>
                  </a:lnTo>
                  <a:lnTo>
                    <a:pt x="1211" y="679"/>
                  </a:lnTo>
                  <a:lnTo>
                    <a:pt x="1211" y="679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7" y="675"/>
                  </a:lnTo>
                  <a:lnTo>
                    <a:pt x="1207" y="675"/>
                  </a:lnTo>
                  <a:lnTo>
                    <a:pt x="1207" y="675"/>
                  </a:lnTo>
                  <a:lnTo>
                    <a:pt x="1207" y="672"/>
                  </a:lnTo>
                  <a:lnTo>
                    <a:pt x="1204" y="672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67"/>
                  </a:lnTo>
                  <a:lnTo>
                    <a:pt x="1202" y="667"/>
                  </a:lnTo>
                  <a:lnTo>
                    <a:pt x="1200" y="667"/>
                  </a:lnTo>
                  <a:lnTo>
                    <a:pt x="1200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5"/>
                  </a:lnTo>
                  <a:lnTo>
                    <a:pt x="1200" y="665"/>
                  </a:lnTo>
                  <a:lnTo>
                    <a:pt x="1202" y="665"/>
                  </a:lnTo>
                  <a:lnTo>
                    <a:pt x="1202" y="665"/>
                  </a:lnTo>
                  <a:lnTo>
                    <a:pt x="1202" y="667"/>
                  </a:lnTo>
                  <a:lnTo>
                    <a:pt x="1202" y="667"/>
                  </a:lnTo>
                  <a:lnTo>
                    <a:pt x="1202" y="670"/>
                  </a:lnTo>
                  <a:lnTo>
                    <a:pt x="1204" y="667"/>
                  </a:lnTo>
                  <a:lnTo>
                    <a:pt x="1204" y="667"/>
                  </a:lnTo>
                  <a:lnTo>
                    <a:pt x="1207" y="670"/>
                  </a:lnTo>
                  <a:lnTo>
                    <a:pt x="1207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9" y="670"/>
                  </a:lnTo>
                  <a:lnTo>
                    <a:pt x="1209" y="670"/>
                  </a:lnTo>
                  <a:lnTo>
                    <a:pt x="1209" y="670"/>
                  </a:lnTo>
                  <a:lnTo>
                    <a:pt x="1211" y="670"/>
                  </a:lnTo>
                  <a:lnTo>
                    <a:pt x="1211" y="670"/>
                  </a:lnTo>
                  <a:lnTo>
                    <a:pt x="1214" y="667"/>
                  </a:lnTo>
                  <a:lnTo>
                    <a:pt x="1214" y="667"/>
                  </a:lnTo>
                  <a:lnTo>
                    <a:pt x="1216" y="667"/>
                  </a:lnTo>
                  <a:lnTo>
                    <a:pt x="1216" y="667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9" y="663"/>
                  </a:lnTo>
                  <a:lnTo>
                    <a:pt x="1221" y="660"/>
                  </a:lnTo>
                  <a:lnTo>
                    <a:pt x="1221" y="660"/>
                  </a:lnTo>
                  <a:lnTo>
                    <a:pt x="1221" y="660"/>
                  </a:lnTo>
                  <a:lnTo>
                    <a:pt x="1219" y="658"/>
                  </a:lnTo>
                  <a:lnTo>
                    <a:pt x="1219" y="658"/>
                  </a:lnTo>
                  <a:lnTo>
                    <a:pt x="1219" y="656"/>
                  </a:lnTo>
                  <a:lnTo>
                    <a:pt x="1219" y="656"/>
                  </a:lnTo>
                  <a:lnTo>
                    <a:pt x="1219" y="656"/>
                  </a:lnTo>
                  <a:lnTo>
                    <a:pt x="1219" y="653"/>
                  </a:lnTo>
                  <a:lnTo>
                    <a:pt x="1221" y="651"/>
                  </a:lnTo>
                  <a:lnTo>
                    <a:pt x="1223" y="648"/>
                  </a:lnTo>
                  <a:lnTo>
                    <a:pt x="1223" y="648"/>
                  </a:lnTo>
                  <a:lnTo>
                    <a:pt x="1226" y="648"/>
                  </a:lnTo>
                  <a:lnTo>
                    <a:pt x="1226" y="648"/>
                  </a:lnTo>
                  <a:lnTo>
                    <a:pt x="1226" y="646"/>
                  </a:lnTo>
                  <a:lnTo>
                    <a:pt x="1226" y="644"/>
                  </a:lnTo>
                  <a:lnTo>
                    <a:pt x="1226" y="644"/>
                  </a:lnTo>
                  <a:lnTo>
                    <a:pt x="1226" y="644"/>
                  </a:lnTo>
                  <a:lnTo>
                    <a:pt x="1228" y="644"/>
                  </a:lnTo>
                  <a:lnTo>
                    <a:pt x="1228" y="644"/>
                  </a:lnTo>
                  <a:lnTo>
                    <a:pt x="1228" y="644"/>
                  </a:lnTo>
                  <a:lnTo>
                    <a:pt x="1230" y="641"/>
                  </a:lnTo>
                  <a:lnTo>
                    <a:pt x="1230" y="639"/>
                  </a:lnTo>
                  <a:lnTo>
                    <a:pt x="1230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5" y="639"/>
                  </a:lnTo>
                  <a:lnTo>
                    <a:pt x="1235" y="641"/>
                  </a:lnTo>
                  <a:lnTo>
                    <a:pt x="1237" y="639"/>
                  </a:lnTo>
                  <a:lnTo>
                    <a:pt x="1237" y="639"/>
                  </a:lnTo>
                  <a:lnTo>
                    <a:pt x="1233" y="634"/>
                  </a:lnTo>
                  <a:lnTo>
                    <a:pt x="1233" y="634"/>
                  </a:lnTo>
                  <a:lnTo>
                    <a:pt x="1233" y="632"/>
                  </a:lnTo>
                  <a:lnTo>
                    <a:pt x="1233" y="632"/>
                  </a:lnTo>
                  <a:lnTo>
                    <a:pt x="1235" y="630"/>
                  </a:lnTo>
                  <a:lnTo>
                    <a:pt x="1235" y="630"/>
                  </a:lnTo>
                  <a:lnTo>
                    <a:pt x="1235" y="627"/>
                  </a:lnTo>
                  <a:lnTo>
                    <a:pt x="1237" y="627"/>
                  </a:lnTo>
                  <a:lnTo>
                    <a:pt x="1237" y="627"/>
                  </a:lnTo>
                  <a:lnTo>
                    <a:pt x="1240" y="625"/>
                  </a:lnTo>
                  <a:lnTo>
                    <a:pt x="1240" y="622"/>
                  </a:lnTo>
                  <a:lnTo>
                    <a:pt x="1242" y="622"/>
                  </a:lnTo>
                  <a:lnTo>
                    <a:pt x="1242" y="622"/>
                  </a:lnTo>
                  <a:lnTo>
                    <a:pt x="1245" y="622"/>
                  </a:lnTo>
                  <a:lnTo>
                    <a:pt x="1247" y="622"/>
                  </a:lnTo>
                  <a:lnTo>
                    <a:pt x="1247" y="622"/>
                  </a:lnTo>
                  <a:lnTo>
                    <a:pt x="1247" y="620"/>
                  </a:lnTo>
                  <a:lnTo>
                    <a:pt x="1247" y="620"/>
                  </a:lnTo>
                  <a:lnTo>
                    <a:pt x="1249" y="620"/>
                  </a:lnTo>
                  <a:lnTo>
                    <a:pt x="1252" y="620"/>
                  </a:lnTo>
                  <a:lnTo>
                    <a:pt x="1252" y="618"/>
                  </a:lnTo>
                  <a:lnTo>
                    <a:pt x="1252" y="618"/>
                  </a:lnTo>
                  <a:lnTo>
                    <a:pt x="1252" y="618"/>
                  </a:lnTo>
                  <a:lnTo>
                    <a:pt x="1254" y="613"/>
                  </a:lnTo>
                  <a:lnTo>
                    <a:pt x="1254" y="613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9" y="611"/>
                  </a:lnTo>
                  <a:lnTo>
                    <a:pt x="1259" y="611"/>
                  </a:lnTo>
                  <a:lnTo>
                    <a:pt x="1263" y="606"/>
                  </a:lnTo>
                  <a:lnTo>
                    <a:pt x="1266" y="606"/>
                  </a:lnTo>
                  <a:lnTo>
                    <a:pt x="1266" y="603"/>
                  </a:lnTo>
                  <a:lnTo>
                    <a:pt x="1266" y="603"/>
                  </a:lnTo>
                  <a:lnTo>
                    <a:pt x="1268" y="603"/>
                  </a:lnTo>
                  <a:lnTo>
                    <a:pt x="1268" y="603"/>
                  </a:lnTo>
                  <a:lnTo>
                    <a:pt x="1268" y="601"/>
                  </a:lnTo>
                  <a:lnTo>
                    <a:pt x="1268" y="601"/>
                  </a:lnTo>
                  <a:lnTo>
                    <a:pt x="1268" y="599"/>
                  </a:lnTo>
                  <a:lnTo>
                    <a:pt x="1268" y="599"/>
                  </a:lnTo>
                  <a:lnTo>
                    <a:pt x="1268" y="603"/>
                  </a:lnTo>
                  <a:lnTo>
                    <a:pt x="1268" y="603"/>
                  </a:lnTo>
                  <a:lnTo>
                    <a:pt x="1271" y="606"/>
                  </a:lnTo>
                  <a:lnTo>
                    <a:pt x="1273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3"/>
                  </a:lnTo>
                  <a:lnTo>
                    <a:pt x="1275" y="603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8" y="606"/>
                  </a:lnTo>
                  <a:lnTo>
                    <a:pt x="1285" y="606"/>
                  </a:lnTo>
                  <a:lnTo>
                    <a:pt x="1287" y="606"/>
                  </a:lnTo>
                  <a:lnTo>
                    <a:pt x="1287" y="603"/>
                  </a:lnTo>
                  <a:lnTo>
                    <a:pt x="1287" y="603"/>
                  </a:lnTo>
                  <a:lnTo>
                    <a:pt x="1287" y="601"/>
                  </a:lnTo>
                  <a:lnTo>
                    <a:pt x="1287" y="599"/>
                  </a:lnTo>
                  <a:lnTo>
                    <a:pt x="1287" y="599"/>
                  </a:lnTo>
                  <a:lnTo>
                    <a:pt x="1287" y="596"/>
                  </a:lnTo>
                  <a:lnTo>
                    <a:pt x="1287" y="596"/>
                  </a:lnTo>
                  <a:lnTo>
                    <a:pt x="1290" y="596"/>
                  </a:lnTo>
                  <a:lnTo>
                    <a:pt x="1290" y="594"/>
                  </a:lnTo>
                  <a:lnTo>
                    <a:pt x="1292" y="594"/>
                  </a:lnTo>
                  <a:lnTo>
                    <a:pt x="1294" y="592"/>
                  </a:lnTo>
                  <a:lnTo>
                    <a:pt x="1301" y="589"/>
                  </a:lnTo>
                  <a:lnTo>
                    <a:pt x="1301" y="589"/>
                  </a:lnTo>
                  <a:lnTo>
                    <a:pt x="1301" y="589"/>
                  </a:lnTo>
                  <a:lnTo>
                    <a:pt x="1304" y="589"/>
                  </a:lnTo>
                  <a:lnTo>
                    <a:pt x="1306" y="589"/>
                  </a:lnTo>
                  <a:lnTo>
                    <a:pt x="1306" y="589"/>
                  </a:lnTo>
                  <a:lnTo>
                    <a:pt x="1304" y="592"/>
                  </a:lnTo>
                  <a:lnTo>
                    <a:pt x="1304" y="592"/>
                  </a:lnTo>
                  <a:lnTo>
                    <a:pt x="1294" y="596"/>
                  </a:lnTo>
                  <a:lnTo>
                    <a:pt x="1294" y="596"/>
                  </a:lnTo>
                  <a:lnTo>
                    <a:pt x="1292" y="596"/>
                  </a:lnTo>
                  <a:lnTo>
                    <a:pt x="1292" y="599"/>
                  </a:lnTo>
                  <a:lnTo>
                    <a:pt x="1292" y="601"/>
                  </a:lnTo>
                  <a:lnTo>
                    <a:pt x="1292" y="601"/>
                  </a:lnTo>
                  <a:lnTo>
                    <a:pt x="1292" y="601"/>
                  </a:lnTo>
                  <a:lnTo>
                    <a:pt x="1290" y="601"/>
                  </a:lnTo>
                  <a:lnTo>
                    <a:pt x="1290" y="601"/>
                  </a:lnTo>
                  <a:lnTo>
                    <a:pt x="1290" y="603"/>
                  </a:lnTo>
                  <a:lnTo>
                    <a:pt x="1290" y="603"/>
                  </a:lnTo>
                  <a:lnTo>
                    <a:pt x="1287" y="606"/>
                  </a:lnTo>
                  <a:lnTo>
                    <a:pt x="1287" y="606"/>
                  </a:lnTo>
                  <a:lnTo>
                    <a:pt x="1287" y="608"/>
                  </a:lnTo>
                  <a:lnTo>
                    <a:pt x="1287" y="608"/>
                  </a:lnTo>
                  <a:lnTo>
                    <a:pt x="1285" y="608"/>
                  </a:lnTo>
                  <a:lnTo>
                    <a:pt x="1285" y="608"/>
                  </a:lnTo>
                  <a:lnTo>
                    <a:pt x="1285" y="608"/>
                  </a:lnTo>
                  <a:lnTo>
                    <a:pt x="1285" y="611"/>
                  </a:lnTo>
                  <a:lnTo>
                    <a:pt x="1282" y="611"/>
                  </a:lnTo>
                  <a:lnTo>
                    <a:pt x="1282" y="611"/>
                  </a:lnTo>
                  <a:lnTo>
                    <a:pt x="1287" y="615"/>
                  </a:lnTo>
                  <a:lnTo>
                    <a:pt x="1290" y="615"/>
                  </a:lnTo>
                  <a:lnTo>
                    <a:pt x="1292" y="618"/>
                  </a:lnTo>
                  <a:lnTo>
                    <a:pt x="1297" y="620"/>
                  </a:lnTo>
                  <a:lnTo>
                    <a:pt x="1299" y="620"/>
                  </a:lnTo>
                  <a:lnTo>
                    <a:pt x="1301" y="620"/>
                  </a:lnTo>
                  <a:lnTo>
                    <a:pt x="1304" y="622"/>
                  </a:lnTo>
                  <a:lnTo>
                    <a:pt x="1304" y="625"/>
                  </a:lnTo>
                  <a:lnTo>
                    <a:pt x="1306" y="625"/>
                  </a:lnTo>
                  <a:lnTo>
                    <a:pt x="1308" y="622"/>
                  </a:lnTo>
                  <a:lnTo>
                    <a:pt x="1311" y="622"/>
                  </a:lnTo>
                  <a:lnTo>
                    <a:pt x="1311" y="622"/>
                  </a:lnTo>
                  <a:lnTo>
                    <a:pt x="1313" y="625"/>
                  </a:lnTo>
                  <a:lnTo>
                    <a:pt x="1316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1" y="627"/>
                  </a:lnTo>
                  <a:lnTo>
                    <a:pt x="1301" y="625"/>
                  </a:lnTo>
                  <a:lnTo>
                    <a:pt x="1301" y="625"/>
                  </a:lnTo>
                  <a:lnTo>
                    <a:pt x="1299" y="625"/>
                  </a:lnTo>
                  <a:lnTo>
                    <a:pt x="1297" y="625"/>
                  </a:lnTo>
                  <a:lnTo>
                    <a:pt x="1297" y="625"/>
                  </a:lnTo>
                  <a:lnTo>
                    <a:pt x="1294" y="622"/>
                  </a:lnTo>
                  <a:lnTo>
                    <a:pt x="1294" y="622"/>
                  </a:lnTo>
                  <a:lnTo>
                    <a:pt x="1292" y="622"/>
                  </a:lnTo>
                  <a:lnTo>
                    <a:pt x="1292" y="622"/>
                  </a:lnTo>
                  <a:lnTo>
                    <a:pt x="1290" y="622"/>
                  </a:lnTo>
                  <a:lnTo>
                    <a:pt x="1287" y="625"/>
                  </a:lnTo>
                  <a:lnTo>
                    <a:pt x="1287" y="625"/>
                  </a:lnTo>
                  <a:lnTo>
                    <a:pt x="1285" y="627"/>
                  </a:lnTo>
                  <a:lnTo>
                    <a:pt x="1280" y="625"/>
                  </a:lnTo>
                  <a:lnTo>
                    <a:pt x="1280" y="625"/>
                  </a:lnTo>
                  <a:lnTo>
                    <a:pt x="1278" y="625"/>
                  </a:lnTo>
                  <a:lnTo>
                    <a:pt x="1278" y="622"/>
                  </a:lnTo>
                  <a:lnTo>
                    <a:pt x="1278" y="622"/>
                  </a:lnTo>
                  <a:lnTo>
                    <a:pt x="1275" y="620"/>
                  </a:lnTo>
                  <a:lnTo>
                    <a:pt x="1275" y="620"/>
                  </a:lnTo>
                  <a:lnTo>
                    <a:pt x="1275" y="618"/>
                  </a:lnTo>
                  <a:lnTo>
                    <a:pt x="1273" y="620"/>
                  </a:lnTo>
                  <a:lnTo>
                    <a:pt x="1268" y="622"/>
                  </a:lnTo>
                  <a:lnTo>
                    <a:pt x="1263" y="627"/>
                  </a:lnTo>
                  <a:lnTo>
                    <a:pt x="1256" y="634"/>
                  </a:lnTo>
                  <a:lnTo>
                    <a:pt x="1256" y="634"/>
                  </a:lnTo>
                  <a:lnTo>
                    <a:pt x="1256" y="637"/>
                  </a:lnTo>
                  <a:lnTo>
                    <a:pt x="1249" y="637"/>
                  </a:lnTo>
                  <a:lnTo>
                    <a:pt x="1249" y="637"/>
                  </a:lnTo>
                  <a:lnTo>
                    <a:pt x="1249" y="639"/>
                  </a:lnTo>
                  <a:lnTo>
                    <a:pt x="1247" y="639"/>
                  </a:lnTo>
                  <a:lnTo>
                    <a:pt x="1247" y="639"/>
                  </a:lnTo>
                  <a:lnTo>
                    <a:pt x="1245" y="639"/>
                  </a:lnTo>
                  <a:lnTo>
                    <a:pt x="1245" y="641"/>
                  </a:lnTo>
                  <a:lnTo>
                    <a:pt x="1247" y="641"/>
                  </a:lnTo>
                  <a:lnTo>
                    <a:pt x="1247" y="644"/>
                  </a:lnTo>
                  <a:lnTo>
                    <a:pt x="1247" y="644"/>
                  </a:lnTo>
                  <a:lnTo>
                    <a:pt x="1247" y="648"/>
                  </a:lnTo>
                  <a:lnTo>
                    <a:pt x="1249" y="648"/>
                  </a:lnTo>
                  <a:lnTo>
                    <a:pt x="1249" y="651"/>
                  </a:lnTo>
                  <a:lnTo>
                    <a:pt x="1249" y="651"/>
                  </a:lnTo>
                  <a:lnTo>
                    <a:pt x="1249" y="653"/>
                  </a:lnTo>
                  <a:lnTo>
                    <a:pt x="1249" y="653"/>
                  </a:lnTo>
                  <a:lnTo>
                    <a:pt x="1249" y="658"/>
                  </a:lnTo>
                  <a:lnTo>
                    <a:pt x="1249" y="660"/>
                  </a:lnTo>
                  <a:lnTo>
                    <a:pt x="1249" y="660"/>
                  </a:lnTo>
                  <a:lnTo>
                    <a:pt x="1249" y="660"/>
                  </a:lnTo>
                  <a:lnTo>
                    <a:pt x="1247" y="660"/>
                  </a:lnTo>
                  <a:lnTo>
                    <a:pt x="1247" y="660"/>
                  </a:lnTo>
                  <a:lnTo>
                    <a:pt x="1247" y="660"/>
                  </a:lnTo>
                  <a:lnTo>
                    <a:pt x="1247" y="663"/>
                  </a:lnTo>
                  <a:lnTo>
                    <a:pt x="1247" y="663"/>
                  </a:lnTo>
                  <a:lnTo>
                    <a:pt x="1247" y="665"/>
                  </a:lnTo>
                  <a:lnTo>
                    <a:pt x="1247" y="667"/>
                  </a:lnTo>
                  <a:lnTo>
                    <a:pt x="1247" y="670"/>
                  </a:lnTo>
                  <a:lnTo>
                    <a:pt x="1245" y="672"/>
                  </a:lnTo>
                  <a:lnTo>
                    <a:pt x="1237" y="682"/>
                  </a:lnTo>
                  <a:lnTo>
                    <a:pt x="1237" y="682"/>
                  </a:lnTo>
                  <a:lnTo>
                    <a:pt x="1237" y="684"/>
                  </a:lnTo>
                  <a:lnTo>
                    <a:pt x="1237" y="684"/>
                  </a:lnTo>
                  <a:lnTo>
                    <a:pt x="1235" y="693"/>
                  </a:lnTo>
                  <a:lnTo>
                    <a:pt x="1235" y="693"/>
                  </a:lnTo>
                  <a:lnTo>
                    <a:pt x="1235" y="696"/>
                  </a:lnTo>
                  <a:lnTo>
                    <a:pt x="1233" y="696"/>
                  </a:lnTo>
                  <a:lnTo>
                    <a:pt x="1233" y="696"/>
                  </a:lnTo>
                  <a:lnTo>
                    <a:pt x="1233" y="698"/>
                  </a:lnTo>
                  <a:lnTo>
                    <a:pt x="1235" y="701"/>
                  </a:lnTo>
                  <a:lnTo>
                    <a:pt x="1237" y="703"/>
                  </a:lnTo>
                  <a:lnTo>
                    <a:pt x="1237" y="703"/>
                  </a:lnTo>
                  <a:lnTo>
                    <a:pt x="1247" y="708"/>
                  </a:lnTo>
                  <a:lnTo>
                    <a:pt x="1247" y="708"/>
                  </a:lnTo>
                  <a:lnTo>
                    <a:pt x="1247" y="705"/>
                  </a:lnTo>
                  <a:lnTo>
                    <a:pt x="1247" y="705"/>
                  </a:lnTo>
                  <a:lnTo>
                    <a:pt x="1247" y="705"/>
                  </a:lnTo>
                  <a:lnTo>
                    <a:pt x="1247" y="703"/>
                  </a:lnTo>
                  <a:lnTo>
                    <a:pt x="1247" y="703"/>
                  </a:lnTo>
                  <a:lnTo>
                    <a:pt x="1247" y="703"/>
                  </a:lnTo>
                  <a:lnTo>
                    <a:pt x="1249" y="703"/>
                  </a:lnTo>
                  <a:lnTo>
                    <a:pt x="1254" y="698"/>
                  </a:lnTo>
                  <a:lnTo>
                    <a:pt x="1256" y="698"/>
                  </a:lnTo>
                  <a:lnTo>
                    <a:pt x="1256" y="696"/>
                  </a:lnTo>
                  <a:lnTo>
                    <a:pt x="1259" y="696"/>
                  </a:lnTo>
                  <a:lnTo>
                    <a:pt x="1259" y="696"/>
                  </a:lnTo>
                  <a:lnTo>
                    <a:pt x="1261" y="696"/>
                  </a:lnTo>
                  <a:lnTo>
                    <a:pt x="1259" y="698"/>
                  </a:lnTo>
                  <a:lnTo>
                    <a:pt x="1256" y="701"/>
                  </a:lnTo>
                  <a:lnTo>
                    <a:pt x="1256" y="701"/>
                  </a:lnTo>
                  <a:lnTo>
                    <a:pt x="1256" y="703"/>
                  </a:lnTo>
                  <a:lnTo>
                    <a:pt x="1256" y="703"/>
                  </a:lnTo>
                  <a:lnTo>
                    <a:pt x="1256" y="703"/>
                  </a:lnTo>
                  <a:lnTo>
                    <a:pt x="1254" y="703"/>
                  </a:lnTo>
                  <a:lnTo>
                    <a:pt x="1254" y="703"/>
                  </a:lnTo>
                  <a:lnTo>
                    <a:pt x="1254" y="705"/>
                  </a:lnTo>
                  <a:lnTo>
                    <a:pt x="1254" y="705"/>
                  </a:lnTo>
                  <a:lnTo>
                    <a:pt x="1256" y="708"/>
                  </a:lnTo>
                  <a:lnTo>
                    <a:pt x="1256" y="708"/>
                  </a:lnTo>
                  <a:lnTo>
                    <a:pt x="1254" y="708"/>
                  </a:lnTo>
                  <a:lnTo>
                    <a:pt x="1254" y="708"/>
                  </a:lnTo>
                  <a:lnTo>
                    <a:pt x="1252" y="708"/>
                  </a:lnTo>
                  <a:lnTo>
                    <a:pt x="1252" y="708"/>
                  </a:lnTo>
                  <a:lnTo>
                    <a:pt x="1252" y="710"/>
                  </a:lnTo>
                  <a:lnTo>
                    <a:pt x="1252" y="710"/>
                  </a:lnTo>
                  <a:lnTo>
                    <a:pt x="1252" y="710"/>
                  </a:lnTo>
                  <a:lnTo>
                    <a:pt x="1249" y="710"/>
                  </a:lnTo>
                  <a:lnTo>
                    <a:pt x="1249" y="710"/>
                  </a:lnTo>
                  <a:lnTo>
                    <a:pt x="1247" y="710"/>
                  </a:lnTo>
                  <a:lnTo>
                    <a:pt x="1247" y="712"/>
                  </a:lnTo>
                  <a:lnTo>
                    <a:pt x="1247" y="712"/>
                  </a:lnTo>
                  <a:lnTo>
                    <a:pt x="1247" y="715"/>
                  </a:lnTo>
                  <a:lnTo>
                    <a:pt x="1249" y="715"/>
                  </a:lnTo>
                  <a:lnTo>
                    <a:pt x="1249" y="717"/>
                  </a:lnTo>
                  <a:lnTo>
                    <a:pt x="1249" y="717"/>
                  </a:lnTo>
                  <a:lnTo>
                    <a:pt x="1249" y="717"/>
                  </a:lnTo>
                  <a:lnTo>
                    <a:pt x="1247" y="717"/>
                  </a:lnTo>
                  <a:lnTo>
                    <a:pt x="1247" y="715"/>
                  </a:lnTo>
                  <a:lnTo>
                    <a:pt x="1247" y="715"/>
                  </a:lnTo>
                  <a:lnTo>
                    <a:pt x="1242" y="715"/>
                  </a:lnTo>
                  <a:lnTo>
                    <a:pt x="1240" y="715"/>
                  </a:lnTo>
                  <a:lnTo>
                    <a:pt x="1240" y="715"/>
                  </a:lnTo>
                  <a:lnTo>
                    <a:pt x="1240" y="717"/>
                  </a:lnTo>
                  <a:lnTo>
                    <a:pt x="1237" y="717"/>
                  </a:lnTo>
                  <a:lnTo>
                    <a:pt x="1237" y="717"/>
                  </a:lnTo>
                  <a:lnTo>
                    <a:pt x="1235" y="719"/>
                  </a:lnTo>
                  <a:lnTo>
                    <a:pt x="1233" y="719"/>
                  </a:lnTo>
                  <a:lnTo>
                    <a:pt x="1233" y="719"/>
                  </a:lnTo>
                  <a:lnTo>
                    <a:pt x="1235" y="722"/>
                  </a:lnTo>
                  <a:lnTo>
                    <a:pt x="1235" y="722"/>
                  </a:lnTo>
                  <a:lnTo>
                    <a:pt x="1237" y="722"/>
                  </a:lnTo>
                  <a:lnTo>
                    <a:pt x="1233" y="722"/>
                  </a:lnTo>
                  <a:lnTo>
                    <a:pt x="1233" y="722"/>
                  </a:lnTo>
                  <a:lnTo>
                    <a:pt x="1233" y="724"/>
                  </a:lnTo>
                  <a:lnTo>
                    <a:pt x="1230" y="724"/>
                  </a:lnTo>
                  <a:lnTo>
                    <a:pt x="1230" y="724"/>
                  </a:lnTo>
                  <a:lnTo>
                    <a:pt x="1230" y="727"/>
                  </a:lnTo>
                  <a:lnTo>
                    <a:pt x="1230" y="727"/>
                  </a:lnTo>
                  <a:lnTo>
                    <a:pt x="1233" y="729"/>
                  </a:lnTo>
                  <a:lnTo>
                    <a:pt x="1233" y="729"/>
                  </a:lnTo>
                  <a:lnTo>
                    <a:pt x="1233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3" y="729"/>
                  </a:lnTo>
                  <a:lnTo>
                    <a:pt x="1235" y="731"/>
                  </a:lnTo>
                  <a:lnTo>
                    <a:pt x="1235" y="731"/>
                  </a:lnTo>
                  <a:lnTo>
                    <a:pt x="1235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40" y="734"/>
                  </a:lnTo>
                  <a:lnTo>
                    <a:pt x="1240" y="734"/>
                  </a:lnTo>
                  <a:lnTo>
                    <a:pt x="1245" y="734"/>
                  </a:lnTo>
                  <a:lnTo>
                    <a:pt x="1245" y="731"/>
                  </a:lnTo>
                  <a:lnTo>
                    <a:pt x="1242" y="734"/>
                  </a:lnTo>
                  <a:lnTo>
                    <a:pt x="1242" y="731"/>
                  </a:lnTo>
                  <a:lnTo>
                    <a:pt x="1242" y="731"/>
                  </a:lnTo>
                  <a:lnTo>
                    <a:pt x="1242" y="731"/>
                  </a:lnTo>
                  <a:lnTo>
                    <a:pt x="1245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5" y="731"/>
                  </a:lnTo>
                  <a:lnTo>
                    <a:pt x="1247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52" y="729"/>
                  </a:lnTo>
                  <a:lnTo>
                    <a:pt x="1252" y="729"/>
                  </a:lnTo>
                  <a:lnTo>
                    <a:pt x="1254" y="729"/>
                  </a:lnTo>
                  <a:lnTo>
                    <a:pt x="1254" y="729"/>
                  </a:lnTo>
                  <a:lnTo>
                    <a:pt x="1254" y="729"/>
                  </a:lnTo>
                  <a:lnTo>
                    <a:pt x="1256" y="731"/>
                  </a:lnTo>
                  <a:lnTo>
                    <a:pt x="1256" y="731"/>
                  </a:lnTo>
                  <a:lnTo>
                    <a:pt x="1256" y="731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6" y="727"/>
                  </a:lnTo>
                  <a:lnTo>
                    <a:pt x="1256" y="727"/>
                  </a:lnTo>
                  <a:lnTo>
                    <a:pt x="1256" y="727"/>
                  </a:lnTo>
                  <a:lnTo>
                    <a:pt x="1254" y="727"/>
                  </a:lnTo>
                  <a:lnTo>
                    <a:pt x="1254" y="727"/>
                  </a:lnTo>
                  <a:lnTo>
                    <a:pt x="1254" y="727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6" y="724"/>
                  </a:lnTo>
                  <a:lnTo>
                    <a:pt x="1259" y="727"/>
                  </a:lnTo>
                  <a:lnTo>
                    <a:pt x="1259" y="727"/>
                  </a:lnTo>
                  <a:lnTo>
                    <a:pt x="1259" y="727"/>
                  </a:lnTo>
                  <a:lnTo>
                    <a:pt x="1259" y="724"/>
                  </a:lnTo>
                  <a:lnTo>
                    <a:pt x="1259" y="724"/>
                  </a:lnTo>
                  <a:lnTo>
                    <a:pt x="1261" y="724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9"/>
                  </a:lnTo>
                  <a:lnTo>
                    <a:pt x="1261" y="729"/>
                  </a:lnTo>
                  <a:lnTo>
                    <a:pt x="1263" y="731"/>
                  </a:lnTo>
                  <a:lnTo>
                    <a:pt x="1263" y="729"/>
                  </a:lnTo>
                  <a:lnTo>
                    <a:pt x="1263" y="729"/>
                  </a:lnTo>
                  <a:lnTo>
                    <a:pt x="1266" y="727"/>
                  </a:lnTo>
                  <a:lnTo>
                    <a:pt x="1266" y="727"/>
                  </a:lnTo>
                  <a:lnTo>
                    <a:pt x="1263" y="724"/>
                  </a:lnTo>
                  <a:lnTo>
                    <a:pt x="1263" y="724"/>
                  </a:lnTo>
                  <a:lnTo>
                    <a:pt x="1263" y="724"/>
                  </a:lnTo>
                  <a:lnTo>
                    <a:pt x="1266" y="722"/>
                  </a:lnTo>
                  <a:lnTo>
                    <a:pt x="1266" y="722"/>
                  </a:lnTo>
                  <a:lnTo>
                    <a:pt x="1266" y="722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7"/>
                  </a:lnTo>
                  <a:lnTo>
                    <a:pt x="1268" y="717"/>
                  </a:lnTo>
                  <a:lnTo>
                    <a:pt x="1271" y="717"/>
                  </a:lnTo>
                  <a:lnTo>
                    <a:pt x="1273" y="717"/>
                  </a:lnTo>
                  <a:lnTo>
                    <a:pt x="1273" y="717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2"/>
                  </a:lnTo>
                  <a:lnTo>
                    <a:pt x="1273" y="712"/>
                  </a:lnTo>
                  <a:lnTo>
                    <a:pt x="1273" y="712"/>
                  </a:lnTo>
                  <a:lnTo>
                    <a:pt x="1273" y="710"/>
                  </a:lnTo>
                  <a:lnTo>
                    <a:pt x="1271" y="710"/>
                  </a:lnTo>
                  <a:lnTo>
                    <a:pt x="1271" y="710"/>
                  </a:lnTo>
                  <a:lnTo>
                    <a:pt x="1271" y="710"/>
                  </a:lnTo>
                  <a:lnTo>
                    <a:pt x="1273" y="708"/>
                  </a:lnTo>
                  <a:lnTo>
                    <a:pt x="1275" y="705"/>
                  </a:lnTo>
                  <a:lnTo>
                    <a:pt x="1275" y="705"/>
                  </a:lnTo>
                  <a:lnTo>
                    <a:pt x="1275" y="708"/>
                  </a:lnTo>
                  <a:lnTo>
                    <a:pt x="1275" y="710"/>
                  </a:lnTo>
                  <a:lnTo>
                    <a:pt x="1275" y="710"/>
                  </a:lnTo>
                  <a:lnTo>
                    <a:pt x="1275" y="712"/>
                  </a:lnTo>
                  <a:lnTo>
                    <a:pt x="1275" y="712"/>
                  </a:lnTo>
                  <a:lnTo>
                    <a:pt x="1275" y="715"/>
                  </a:lnTo>
                  <a:lnTo>
                    <a:pt x="1275" y="715"/>
                  </a:lnTo>
                  <a:lnTo>
                    <a:pt x="1278" y="715"/>
                  </a:lnTo>
                  <a:lnTo>
                    <a:pt x="1278" y="712"/>
                  </a:lnTo>
                  <a:lnTo>
                    <a:pt x="1278" y="712"/>
                  </a:lnTo>
                  <a:lnTo>
                    <a:pt x="1278" y="710"/>
                  </a:lnTo>
                  <a:lnTo>
                    <a:pt x="1280" y="708"/>
                  </a:lnTo>
                  <a:lnTo>
                    <a:pt x="1280" y="708"/>
                  </a:lnTo>
                  <a:lnTo>
                    <a:pt x="1280" y="705"/>
                  </a:lnTo>
                  <a:lnTo>
                    <a:pt x="1282" y="701"/>
                  </a:lnTo>
                  <a:lnTo>
                    <a:pt x="1282" y="698"/>
                  </a:lnTo>
                  <a:lnTo>
                    <a:pt x="1285" y="698"/>
                  </a:lnTo>
                  <a:lnTo>
                    <a:pt x="1282" y="701"/>
                  </a:lnTo>
                  <a:lnTo>
                    <a:pt x="1282" y="701"/>
                  </a:lnTo>
                  <a:lnTo>
                    <a:pt x="1282" y="703"/>
                  </a:lnTo>
                  <a:lnTo>
                    <a:pt x="1282" y="703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8"/>
                  </a:lnTo>
                  <a:lnTo>
                    <a:pt x="1282" y="708"/>
                  </a:lnTo>
                  <a:lnTo>
                    <a:pt x="1282" y="708"/>
                  </a:lnTo>
                  <a:lnTo>
                    <a:pt x="1280" y="708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5"/>
                  </a:lnTo>
                  <a:lnTo>
                    <a:pt x="1280" y="715"/>
                  </a:lnTo>
                  <a:lnTo>
                    <a:pt x="1282" y="712"/>
                  </a:lnTo>
                  <a:lnTo>
                    <a:pt x="1282" y="712"/>
                  </a:lnTo>
                  <a:lnTo>
                    <a:pt x="1282" y="712"/>
                  </a:lnTo>
                  <a:lnTo>
                    <a:pt x="1285" y="712"/>
                  </a:lnTo>
                  <a:lnTo>
                    <a:pt x="1282" y="710"/>
                  </a:lnTo>
                  <a:lnTo>
                    <a:pt x="1285" y="710"/>
                  </a:lnTo>
                  <a:lnTo>
                    <a:pt x="1285" y="710"/>
                  </a:lnTo>
                  <a:lnTo>
                    <a:pt x="1285" y="708"/>
                  </a:lnTo>
                  <a:lnTo>
                    <a:pt x="1285" y="708"/>
                  </a:lnTo>
                  <a:lnTo>
                    <a:pt x="1285" y="708"/>
                  </a:lnTo>
                  <a:lnTo>
                    <a:pt x="1285" y="705"/>
                  </a:lnTo>
                  <a:lnTo>
                    <a:pt x="1285" y="705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5"/>
                  </a:lnTo>
                  <a:lnTo>
                    <a:pt x="1287" y="705"/>
                  </a:lnTo>
                  <a:lnTo>
                    <a:pt x="1287" y="705"/>
                  </a:lnTo>
                  <a:lnTo>
                    <a:pt x="1287" y="703"/>
                  </a:lnTo>
                  <a:lnTo>
                    <a:pt x="1287" y="703"/>
                  </a:lnTo>
                  <a:lnTo>
                    <a:pt x="1287" y="703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90" y="701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2" y="701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6"/>
                  </a:lnTo>
                  <a:lnTo>
                    <a:pt x="1292" y="696"/>
                  </a:lnTo>
                  <a:lnTo>
                    <a:pt x="1290" y="696"/>
                  </a:lnTo>
                  <a:lnTo>
                    <a:pt x="1290" y="693"/>
                  </a:lnTo>
                  <a:lnTo>
                    <a:pt x="1290" y="693"/>
                  </a:lnTo>
                  <a:lnTo>
                    <a:pt x="1290" y="693"/>
                  </a:lnTo>
                  <a:lnTo>
                    <a:pt x="1292" y="693"/>
                  </a:lnTo>
                  <a:lnTo>
                    <a:pt x="1292" y="693"/>
                  </a:lnTo>
                  <a:lnTo>
                    <a:pt x="1292" y="696"/>
                  </a:lnTo>
                  <a:lnTo>
                    <a:pt x="1294" y="696"/>
                  </a:lnTo>
                  <a:lnTo>
                    <a:pt x="1294" y="698"/>
                  </a:lnTo>
                  <a:lnTo>
                    <a:pt x="1297" y="698"/>
                  </a:lnTo>
                  <a:lnTo>
                    <a:pt x="1297" y="698"/>
                  </a:lnTo>
                  <a:lnTo>
                    <a:pt x="1297" y="698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9" y="701"/>
                  </a:lnTo>
                  <a:lnTo>
                    <a:pt x="1299" y="701"/>
                  </a:lnTo>
                  <a:lnTo>
                    <a:pt x="1299" y="701"/>
                  </a:lnTo>
                  <a:lnTo>
                    <a:pt x="1299" y="698"/>
                  </a:lnTo>
                  <a:lnTo>
                    <a:pt x="1297" y="693"/>
                  </a:lnTo>
                  <a:lnTo>
                    <a:pt x="1297" y="693"/>
                  </a:lnTo>
                  <a:lnTo>
                    <a:pt x="1294" y="691"/>
                  </a:lnTo>
                  <a:lnTo>
                    <a:pt x="1294" y="691"/>
                  </a:lnTo>
                  <a:lnTo>
                    <a:pt x="1294" y="691"/>
                  </a:lnTo>
                  <a:lnTo>
                    <a:pt x="1294" y="689"/>
                  </a:lnTo>
                  <a:lnTo>
                    <a:pt x="1294" y="689"/>
                  </a:lnTo>
                  <a:lnTo>
                    <a:pt x="1297" y="691"/>
                  </a:lnTo>
                  <a:lnTo>
                    <a:pt x="1297" y="691"/>
                  </a:lnTo>
                  <a:lnTo>
                    <a:pt x="1297" y="691"/>
                  </a:lnTo>
                  <a:lnTo>
                    <a:pt x="1297" y="689"/>
                  </a:lnTo>
                  <a:lnTo>
                    <a:pt x="1297" y="686"/>
                  </a:lnTo>
                  <a:lnTo>
                    <a:pt x="1297" y="684"/>
                  </a:lnTo>
                  <a:lnTo>
                    <a:pt x="1297" y="684"/>
                  </a:lnTo>
                  <a:lnTo>
                    <a:pt x="1299" y="684"/>
                  </a:lnTo>
                  <a:lnTo>
                    <a:pt x="1299" y="684"/>
                  </a:lnTo>
                  <a:lnTo>
                    <a:pt x="1301" y="686"/>
                  </a:lnTo>
                  <a:lnTo>
                    <a:pt x="1301" y="686"/>
                  </a:lnTo>
                  <a:lnTo>
                    <a:pt x="1301" y="689"/>
                  </a:lnTo>
                  <a:lnTo>
                    <a:pt x="1301" y="691"/>
                  </a:lnTo>
                  <a:lnTo>
                    <a:pt x="1299" y="691"/>
                  </a:lnTo>
                  <a:lnTo>
                    <a:pt x="1299" y="691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8"/>
                  </a:lnTo>
                  <a:lnTo>
                    <a:pt x="1304" y="698"/>
                  </a:lnTo>
                  <a:lnTo>
                    <a:pt x="1304" y="698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1" y="693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89"/>
                  </a:lnTo>
                  <a:lnTo>
                    <a:pt x="1301" y="686"/>
                  </a:lnTo>
                  <a:lnTo>
                    <a:pt x="1304" y="686"/>
                  </a:lnTo>
                  <a:lnTo>
                    <a:pt x="1304" y="686"/>
                  </a:lnTo>
                  <a:lnTo>
                    <a:pt x="1304" y="684"/>
                  </a:lnTo>
                  <a:lnTo>
                    <a:pt x="1304" y="684"/>
                  </a:lnTo>
                  <a:lnTo>
                    <a:pt x="1304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8" y="679"/>
                  </a:lnTo>
                  <a:lnTo>
                    <a:pt x="1306" y="679"/>
                  </a:lnTo>
                  <a:lnTo>
                    <a:pt x="1306" y="679"/>
                  </a:lnTo>
                  <a:lnTo>
                    <a:pt x="1306" y="677"/>
                  </a:lnTo>
                  <a:lnTo>
                    <a:pt x="1306" y="677"/>
                  </a:lnTo>
                  <a:lnTo>
                    <a:pt x="1306" y="675"/>
                  </a:lnTo>
                  <a:lnTo>
                    <a:pt x="1306" y="675"/>
                  </a:lnTo>
                  <a:lnTo>
                    <a:pt x="1306" y="672"/>
                  </a:lnTo>
                  <a:lnTo>
                    <a:pt x="1306" y="672"/>
                  </a:lnTo>
                  <a:lnTo>
                    <a:pt x="1308" y="672"/>
                  </a:lnTo>
                  <a:lnTo>
                    <a:pt x="1308" y="672"/>
                  </a:lnTo>
                  <a:lnTo>
                    <a:pt x="1308" y="675"/>
                  </a:lnTo>
                  <a:lnTo>
                    <a:pt x="1308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08" y="679"/>
                  </a:lnTo>
                  <a:lnTo>
                    <a:pt x="1308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4"/>
                  </a:lnTo>
                  <a:lnTo>
                    <a:pt x="1311" y="684"/>
                  </a:lnTo>
                  <a:lnTo>
                    <a:pt x="1311" y="686"/>
                  </a:lnTo>
                  <a:lnTo>
                    <a:pt x="1311" y="686"/>
                  </a:lnTo>
                  <a:lnTo>
                    <a:pt x="1311" y="686"/>
                  </a:lnTo>
                  <a:lnTo>
                    <a:pt x="1313" y="686"/>
                  </a:lnTo>
                  <a:lnTo>
                    <a:pt x="1313" y="686"/>
                  </a:lnTo>
                  <a:lnTo>
                    <a:pt x="1313" y="684"/>
                  </a:lnTo>
                  <a:lnTo>
                    <a:pt x="1313" y="684"/>
                  </a:lnTo>
                  <a:lnTo>
                    <a:pt x="1313" y="684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79"/>
                  </a:lnTo>
                  <a:lnTo>
                    <a:pt x="1313" y="679"/>
                  </a:lnTo>
                  <a:lnTo>
                    <a:pt x="1313" y="679"/>
                  </a:lnTo>
                  <a:lnTo>
                    <a:pt x="1316" y="677"/>
                  </a:lnTo>
                  <a:lnTo>
                    <a:pt x="1316" y="677"/>
                  </a:lnTo>
                  <a:lnTo>
                    <a:pt x="1318" y="677"/>
                  </a:lnTo>
                  <a:lnTo>
                    <a:pt x="1318" y="677"/>
                  </a:lnTo>
                  <a:lnTo>
                    <a:pt x="1318" y="677"/>
                  </a:lnTo>
                  <a:lnTo>
                    <a:pt x="1316" y="679"/>
                  </a:lnTo>
                  <a:lnTo>
                    <a:pt x="1316" y="679"/>
                  </a:lnTo>
                  <a:lnTo>
                    <a:pt x="1316" y="682"/>
                  </a:lnTo>
                  <a:lnTo>
                    <a:pt x="1318" y="682"/>
                  </a:lnTo>
                  <a:lnTo>
                    <a:pt x="1318" y="679"/>
                  </a:lnTo>
                  <a:lnTo>
                    <a:pt x="1318" y="682"/>
                  </a:lnTo>
                  <a:lnTo>
                    <a:pt x="1320" y="682"/>
                  </a:lnTo>
                  <a:lnTo>
                    <a:pt x="1320" y="682"/>
                  </a:lnTo>
                  <a:lnTo>
                    <a:pt x="1323" y="682"/>
                  </a:lnTo>
                  <a:lnTo>
                    <a:pt x="1323" y="682"/>
                  </a:lnTo>
                  <a:lnTo>
                    <a:pt x="1323" y="682"/>
                  </a:lnTo>
                  <a:lnTo>
                    <a:pt x="1325" y="682"/>
                  </a:lnTo>
                  <a:lnTo>
                    <a:pt x="1325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4"/>
                  </a:lnTo>
                  <a:lnTo>
                    <a:pt x="1330" y="684"/>
                  </a:lnTo>
                  <a:lnTo>
                    <a:pt x="1332" y="682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7"/>
                  </a:lnTo>
                  <a:lnTo>
                    <a:pt x="1332" y="677"/>
                  </a:lnTo>
                  <a:lnTo>
                    <a:pt x="1334" y="677"/>
                  </a:lnTo>
                  <a:lnTo>
                    <a:pt x="1334" y="677"/>
                  </a:lnTo>
                  <a:lnTo>
                    <a:pt x="1334" y="679"/>
                  </a:lnTo>
                  <a:lnTo>
                    <a:pt x="1337" y="682"/>
                  </a:lnTo>
                  <a:lnTo>
                    <a:pt x="1337" y="679"/>
                  </a:lnTo>
                  <a:lnTo>
                    <a:pt x="1337" y="679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5"/>
                  </a:lnTo>
                  <a:lnTo>
                    <a:pt x="1337" y="675"/>
                  </a:lnTo>
                  <a:lnTo>
                    <a:pt x="1337" y="672"/>
                  </a:lnTo>
                  <a:lnTo>
                    <a:pt x="1337" y="670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70"/>
                  </a:lnTo>
                  <a:lnTo>
                    <a:pt x="1339" y="670"/>
                  </a:lnTo>
                  <a:lnTo>
                    <a:pt x="1342" y="670"/>
                  </a:lnTo>
                  <a:lnTo>
                    <a:pt x="1344" y="670"/>
                  </a:lnTo>
                  <a:lnTo>
                    <a:pt x="1344" y="667"/>
                  </a:lnTo>
                  <a:lnTo>
                    <a:pt x="1344" y="665"/>
                  </a:lnTo>
                  <a:lnTo>
                    <a:pt x="1344" y="665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5"/>
                  </a:lnTo>
                  <a:lnTo>
                    <a:pt x="1342" y="667"/>
                  </a:lnTo>
                  <a:lnTo>
                    <a:pt x="1342" y="667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3"/>
                  </a:lnTo>
                  <a:lnTo>
                    <a:pt x="1339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39" y="663"/>
                  </a:lnTo>
                  <a:lnTo>
                    <a:pt x="1339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7"/>
                  </a:lnTo>
                  <a:lnTo>
                    <a:pt x="1334" y="667"/>
                  </a:lnTo>
                  <a:lnTo>
                    <a:pt x="1334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9" y="663"/>
                  </a:lnTo>
                  <a:lnTo>
                    <a:pt x="1339" y="660"/>
                  </a:lnTo>
                  <a:lnTo>
                    <a:pt x="1339" y="660"/>
                  </a:lnTo>
                  <a:lnTo>
                    <a:pt x="1342" y="660"/>
                  </a:lnTo>
                  <a:lnTo>
                    <a:pt x="1342" y="658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3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4" y="656"/>
                  </a:lnTo>
                  <a:lnTo>
                    <a:pt x="1344" y="656"/>
                  </a:lnTo>
                  <a:lnTo>
                    <a:pt x="1344" y="653"/>
                  </a:lnTo>
                  <a:lnTo>
                    <a:pt x="1342" y="653"/>
                  </a:lnTo>
                  <a:lnTo>
                    <a:pt x="1342" y="653"/>
                  </a:lnTo>
                  <a:lnTo>
                    <a:pt x="1342" y="653"/>
                  </a:lnTo>
                  <a:lnTo>
                    <a:pt x="1344" y="653"/>
                  </a:lnTo>
                  <a:lnTo>
                    <a:pt x="1344" y="653"/>
                  </a:lnTo>
                  <a:lnTo>
                    <a:pt x="1344" y="651"/>
                  </a:lnTo>
                  <a:lnTo>
                    <a:pt x="1344" y="651"/>
                  </a:lnTo>
                  <a:lnTo>
                    <a:pt x="1346" y="653"/>
                  </a:lnTo>
                  <a:lnTo>
                    <a:pt x="1346" y="653"/>
                  </a:lnTo>
                  <a:lnTo>
                    <a:pt x="1346" y="653"/>
                  </a:lnTo>
                  <a:lnTo>
                    <a:pt x="1346" y="651"/>
                  </a:lnTo>
                  <a:lnTo>
                    <a:pt x="1346" y="651"/>
                  </a:lnTo>
                  <a:lnTo>
                    <a:pt x="1349" y="651"/>
                  </a:lnTo>
                  <a:lnTo>
                    <a:pt x="1349" y="651"/>
                  </a:lnTo>
                  <a:lnTo>
                    <a:pt x="1349" y="648"/>
                  </a:lnTo>
                  <a:lnTo>
                    <a:pt x="1349" y="648"/>
                  </a:lnTo>
                  <a:lnTo>
                    <a:pt x="1349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9" y="646"/>
                  </a:lnTo>
                  <a:lnTo>
                    <a:pt x="1349" y="646"/>
                  </a:lnTo>
                  <a:lnTo>
                    <a:pt x="1349" y="646"/>
                  </a:lnTo>
                  <a:lnTo>
                    <a:pt x="1346" y="646"/>
                  </a:lnTo>
                  <a:lnTo>
                    <a:pt x="1346" y="646"/>
                  </a:lnTo>
                  <a:lnTo>
                    <a:pt x="1346" y="646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4" y="644"/>
                  </a:lnTo>
                  <a:lnTo>
                    <a:pt x="1344" y="644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2" y="641"/>
                  </a:lnTo>
                  <a:lnTo>
                    <a:pt x="1342" y="641"/>
                  </a:lnTo>
                  <a:lnTo>
                    <a:pt x="1342" y="644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39" y="644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9" y="651"/>
                  </a:lnTo>
                  <a:lnTo>
                    <a:pt x="1339" y="651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6"/>
                  </a:lnTo>
                  <a:lnTo>
                    <a:pt x="1337" y="646"/>
                  </a:lnTo>
                  <a:lnTo>
                    <a:pt x="1334" y="648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2" y="646"/>
                  </a:lnTo>
                  <a:lnTo>
                    <a:pt x="1332" y="646"/>
                  </a:lnTo>
                  <a:lnTo>
                    <a:pt x="1330" y="648"/>
                  </a:lnTo>
                  <a:lnTo>
                    <a:pt x="1327" y="648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48"/>
                  </a:lnTo>
                  <a:lnTo>
                    <a:pt x="1327" y="648"/>
                  </a:lnTo>
                  <a:lnTo>
                    <a:pt x="1330" y="646"/>
                  </a:lnTo>
                  <a:lnTo>
                    <a:pt x="1330" y="644"/>
                  </a:lnTo>
                  <a:lnTo>
                    <a:pt x="1332" y="644"/>
                  </a:lnTo>
                  <a:lnTo>
                    <a:pt x="1332" y="641"/>
                  </a:lnTo>
                  <a:lnTo>
                    <a:pt x="1332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7" y="646"/>
                  </a:lnTo>
                  <a:lnTo>
                    <a:pt x="1337" y="644"/>
                  </a:lnTo>
                  <a:lnTo>
                    <a:pt x="1339" y="641"/>
                  </a:lnTo>
                  <a:lnTo>
                    <a:pt x="1339" y="641"/>
                  </a:lnTo>
                  <a:lnTo>
                    <a:pt x="1339" y="641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7" y="634"/>
                  </a:lnTo>
                  <a:lnTo>
                    <a:pt x="1337" y="632"/>
                  </a:lnTo>
                  <a:lnTo>
                    <a:pt x="1337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7" y="632"/>
                  </a:lnTo>
                  <a:lnTo>
                    <a:pt x="1337" y="634"/>
                  </a:lnTo>
                  <a:lnTo>
                    <a:pt x="1334" y="634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9"/>
                  </a:lnTo>
                  <a:lnTo>
                    <a:pt x="1334" y="639"/>
                  </a:lnTo>
                  <a:lnTo>
                    <a:pt x="1334" y="639"/>
                  </a:lnTo>
                  <a:lnTo>
                    <a:pt x="1332" y="639"/>
                  </a:lnTo>
                  <a:lnTo>
                    <a:pt x="1332" y="637"/>
                  </a:lnTo>
                  <a:lnTo>
                    <a:pt x="1332" y="637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0" y="632"/>
                  </a:lnTo>
                  <a:lnTo>
                    <a:pt x="1330" y="632"/>
                  </a:lnTo>
                  <a:lnTo>
                    <a:pt x="1330" y="632"/>
                  </a:lnTo>
                  <a:lnTo>
                    <a:pt x="1330" y="634"/>
                  </a:lnTo>
                  <a:lnTo>
                    <a:pt x="1330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5" y="639"/>
                  </a:lnTo>
                  <a:lnTo>
                    <a:pt x="1325" y="639"/>
                  </a:lnTo>
                  <a:lnTo>
                    <a:pt x="1325" y="637"/>
                  </a:lnTo>
                  <a:lnTo>
                    <a:pt x="1325" y="637"/>
                  </a:lnTo>
                  <a:lnTo>
                    <a:pt x="1325" y="637"/>
                  </a:lnTo>
                  <a:lnTo>
                    <a:pt x="1325" y="634"/>
                  </a:lnTo>
                  <a:lnTo>
                    <a:pt x="1325" y="634"/>
                  </a:lnTo>
                  <a:lnTo>
                    <a:pt x="1327" y="634"/>
                  </a:lnTo>
                  <a:lnTo>
                    <a:pt x="1327" y="632"/>
                  </a:lnTo>
                  <a:lnTo>
                    <a:pt x="1327" y="632"/>
                  </a:lnTo>
                  <a:lnTo>
                    <a:pt x="1330" y="630"/>
                  </a:lnTo>
                  <a:lnTo>
                    <a:pt x="1332" y="630"/>
                  </a:lnTo>
                  <a:lnTo>
                    <a:pt x="1332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5" y="632"/>
                  </a:lnTo>
                  <a:lnTo>
                    <a:pt x="1325" y="632"/>
                  </a:lnTo>
                  <a:lnTo>
                    <a:pt x="1327" y="627"/>
                  </a:lnTo>
                  <a:lnTo>
                    <a:pt x="1330" y="627"/>
                  </a:lnTo>
                  <a:lnTo>
                    <a:pt x="1332" y="627"/>
                  </a:lnTo>
                  <a:lnTo>
                    <a:pt x="1332" y="627"/>
                  </a:lnTo>
                  <a:lnTo>
                    <a:pt x="1334" y="630"/>
                  </a:lnTo>
                  <a:lnTo>
                    <a:pt x="1334" y="630"/>
                  </a:lnTo>
                  <a:lnTo>
                    <a:pt x="1334" y="630"/>
                  </a:lnTo>
                  <a:lnTo>
                    <a:pt x="1334" y="627"/>
                  </a:lnTo>
                  <a:lnTo>
                    <a:pt x="1332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5"/>
                  </a:lnTo>
                  <a:lnTo>
                    <a:pt x="1334" y="625"/>
                  </a:lnTo>
                  <a:lnTo>
                    <a:pt x="1334" y="625"/>
                  </a:lnTo>
                  <a:lnTo>
                    <a:pt x="1334" y="622"/>
                  </a:lnTo>
                  <a:lnTo>
                    <a:pt x="1337" y="622"/>
                  </a:lnTo>
                  <a:lnTo>
                    <a:pt x="1337" y="622"/>
                  </a:lnTo>
                  <a:lnTo>
                    <a:pt x="1337" y="622"/>
                  </a:lnTo>
                  <a:lnTo>
                    <a:pt x="1334" y="620"/>
                  </a:lnTo>
                  <a:lnTo>
                    <a:pt x="1334" y="620"/>
                  </a:lnTo>
                  <a:lnTo>
                    <a:pt x="1334" y="620"/>
                  </a:lnTo>
                  <a:lnTo>
                    <a:pt x="1337" y="620"/>
                  </a:lnTo>
                  <a:lnTo>
                    <a:pt x="1337" y="620"/>
                  </a:lnTo>
                  <a:lnTo>
                    <a:pt x="1337" y="620"/>
                  </a:lnTo>
                  <a:lnTo>
                    <a:pt x="1337" y="618"/>
                  </a:lnTo>
                  <a:lnTo>
                    <a:pt x="1337" y="618"/>
                  </a:lnTo>
                  <a:lnTo>
                    <a:pt x="1339" y="615"/>
                  </a:lnTo>
                  <a:lnTo>
                    <a:pt x="1339" y="615"/>
                  </a:lnTo>
                  <a:lnTo>
                    <a:pt x="1339" y="615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37" y="613"/>
                  </a:lnTo>
                  <a:lnTo>
                    <a:pt x="1334" y="613"/>
                  </a:lnTo>
                  <a:lnTo>
                    <a:pt x="1334" y="615"/>
                  </a:lnTo>
                  <a:lnTo>
                    <a:pt x="1332" y="618"/>
                  </a:lnTo>
                  <a:lnTo>
                    <a:pt x="1332" y="618"/>
                  </a:lnTo>
                  <a:lnTo>
                    <a:pt x="1330" y="618"/>
                  </a:lnTo>
                  <a:lnTo>
                    <a:pt x="1330" y="618"/>
                  </a:lnTo>
                  <a:lnTo>
                    <a:pt x="1332" y="618"/>
                  </a:lnTo>
                  <a:lnTo>
                    <a:pt x="1332" y="618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3"/>
                  </a:lnTo>
                  <a:lnTo>
                    <a:pt x="1332" y="613"/>
                  </a:lnTo>
                  <a:lnTo>
                    <a:pt x="1334" y="613"/>
                  </a:lnTo>
                  <a:lnTo>
                    <a:pt x="1334" y="613"/>
                  </a:lnTo>
                  <a:lnTo>
                    <a:pt x="1337" y="611"/>
                  </a:lnTo>
                  <a:lnTo>
                    <a:pt x="1337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4" y="615"/>
                  </a:lnTo>
                  <a:lnTo>
                    <a:pt x="1344" y="613"/>
                  </a:lnTo>
                  <a:lnTo>
                    <a:pt x="1344" y="611"/>
                  </a:lnTo>
                  <a:lnTo>
                    <a:pt x="1346" y="606"/>
                  </a:lnTo>
                  <a:lnTo>
                    <a:pt x="1346" y="606"/>
                  </a:lnTo>
                  <a:lnTo>
                    <a:pt x="1346" y="606"/>
                  </a:lnTo>
                  <a:lnTo>
                    <a:pt x="1346" y="603"/>
                  </a:lnTo>
                  <a:lnTo>
                    <a:pt x="1349" y="601"/>
                  </a:lnTo>
                  <a:lnTo>
                    <a:pt x="1349" y="601"/>
                  </a:lnTo>
                  <a:lnTo>
                    <a:pt x="1349" y="599"/>
                  </a:lnTo>
                  <a:lnTo>
                    <a:pt x="1351" y="599"/>
                  </a:lnTo>
                  <a:lnTo>
                    <a:pt x="1351" y="599"/>
                  </a:lnTo>
                  <a:lnTo>
                    <a:pt x="1351" y="601"/>
                  </a:lnTo>
                  <a:lnTo>
                    <a:pt x="1349" y="603"/>
                  </a:lnTo>
                  <a:lnTo>
                    <a:pt x="1349" y="603"/>
                  </a:lnTo>
                  <a:lnTo>
                    <a:pt x="1351" y="603"/>
                  </a:lnTo>
                  <a:lnTo>
                    <a:pt x="1351" y="601"/>
                  </a:lnTo>
                  <a:lnTo>
                    <a:pt x="1351" y="603"/>
                  </a:lnTo>
                  <a:lnTo>
                    <a:pt x="1351" y="603"/>
                  </a:lnTo>
                  <a:lnTo>
                    <a:pt x="1349" y="603"/>
                  </a:lnTo>
                  <a:lnTo>
                    <a:pt x="1349" y="606"/>
                  </a:lnTo>
                  <a:lnTo>
                    <a:pt x="1349" y="606"/>
                  </a:lnTo>
                  <a:lnTo>
                    <a:pt x="1349" y="608"/>
                  </a:lnTo>
                  <a:lnTo>
                    <a:pt x="1346" y="608"/>
                  </a:lnTo>
                  <a:lnTo>
                    <a:pt x="1346" y="608"/>
                  </a:lnTo>
                  <a:lnTo>
                    <a:pt x="1346" y="611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5"/>
                  </a:lnTo>
                  <a:lnTo>
                    <a:pt x="1344" y="615"/>
                  </a:lnTo>
                  <a:lnTo>
                    <a:pt x="1344" y="615"/>
                  </a:lnTo>
                  <a:lnTo>
                    <a:pt x="1344" y="615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20"/>
                  </a:lnTo>
                  <a:lnTo>
                    <a:pt x="1342" y="620"/>
                  </a:lnTo>
                  <a:lnTo>
                    <a:pt x="1344" y="620"/>
                  </a:lnTo>
                  <a:lnTo>
                    <a:pt x="1344" y="620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5"/>
                  </a:lnTo>
                  <a:lnTo>
                    <a:pt x="1346" y="625"/>
                  </a:lnTo>
                  <a:lnTo>
                    <a:pt x="1349" y="625"/>
                  </a:lnTo>
                  <a:lnTo>
                    <a:pt x="1349" y="627"/>
                  </a:lnTo>
                  <a:lnTo>
                    <a:pt x="1351" y="627"/>
                  </a:lnTo>
                  <a:lnTo>
                    <a:pt x="1351" y="627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49" y="625"/>
                  </a:lnTo>
                  <a:lnTo>
                    <a:pt x="1351" y="622"/>
                  </a:lnTo>
                  <a:lnTo>
                    <a:pt x="1351" y="622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3" y="618"/>
                  </a:lnTo>
                  <a:lnTo>
                    <a:pt x="1353" y="620"/>
                  </a:lnTo>
                  <a:lnTo>
                    <a:pt x="1353" y="620"/>
                  </a:lnTo>
                  <a:lnTo>
                    <a:pt x="1351" y="620"/>
                  </a:lnTo>
                  <a:lnTo>
                    <a:pt x="1351" y="622"/>
                  </a:lnTo>
                  <a:lnTo>
                    <a:pt x="1351" y="622"/>
                  </a:lnTo>
                  <a:lnTo>
                    <a:pt x="1353" y="622"/>
                  </a:lnTo>
                  <a:lnTo>
                    <a:pt x="1353" y="622"/>
                  </a:lnTo>
                  <a:lnTo>
                    <a:pt x="1353" y="622"/>
                  </a:lnTo>
                  <a:lnTo>
                    <a:pt x="1353" y="625"/>
                  </a:lnTo>
                  <a:lnTo>
                    <a:pt x="1353" y="625"/>
                  </a:lnTo>
                  <a:lnTo>
                    <a:pt x="1356" y="625"/>
                  </a:lnTo>
                  <a:lnTo>
                    <a:pt x="1356" y="622"/>
                  </a:lnTo>
                  <a:lnTo>
                    <a:pt x="1356" y="622"/>
                  </a:lnTo>
                  <a:lnTo>
                    <a:pt x="1356" y="620"/>
                  </a:lnTo>
                  <a:lnTo>
                    <a:pt x="1356" y="620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3" y="618"/>
                  </a:lnTo>
                  <a:lnTo>
                    <a:pt x="1353" y="618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3"/>
                  </a:lnTo>
                  <a:lnTo>
                    <a:pt x="1356" y="613"/>
                  </a:lnTo>
                  <a:lnTo>
                    <a:pt x="1356" y="613"/>
                  </a:lnTo>
                  <a:lnTo>
                    <a:pt x="1356" y="611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8" y="606"/>
                  </a:lnTo>
                  <a:lnTo>
                    <a:pt x="1356" y="606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6" y="613"/>
                  </a:lnTo>
                  <a:lnTo>
                    <a:pt x="1358" y="613"/>
                  </a:lnTo>
                  <a:lnTo>
                    <a:pt x="1358" y="615"/>
                  </a:lnTo>
                  <a:lnTo>
                    <a:pt x="1358" y="615"/>
                  </a:lnTo>
                  <a:lnTo>
                    <a:pt x="1358" y="615"/>
                  </a:lnTo>
                  <a:lnTo>
                    <a:pt x="1358" y="620"/>
                  </a:lnTo>
                  <a:lnTo>
                    <a:pt x="1358" y="620"/>
                  </a:lnTo>
                  <a:lnTo>
                    <a:pt x="1358" y="620"/>
                  </a:lnTo>
                  <a:lnTo>
                    <a:pt x="1358" y="618"/>
                  </a:lnTo>
                  <a:lnTo>
                    <a:pt x="1358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8"/>
                  </a:lnTo>
                  <a:lnTo>
                    <a:pt x="1360" y="618"/>
                  </a:lnTo>
                  <a:lnTo>
                    <a:pt x="1360" y="618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3" y="615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3" y="620"/>
                  </a:lnTo>
                  <a:lnTo>
                    <a:pt x="1363" y="620"/>
                  </a:lnTo>
                  <a:lnTo>
                    <a:pt x="1363" y="622"/>
                  </a:lnTo>
                  <a:lnTo>
                    <a:pt x="1363" y="620"/>
                  </a:lnTo>
                  <a:lnTo>
                    <a:pt x="1365" y="620"/>
                  </a:lnTo>
                  <a:lnTo>
                    <a:pt x="1363" y="620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8" y="613"/>
                  </a:lnTo>
                  <a:lnTo>
                    <a:pt x="1368" y="613"/>
                  </a:lnTo>
                  <a:lnTo>
                    <a:pt x="1368" y="613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70" y="613"/>
                  </a:lnTo>
                  <a:lnTo>
                    <a:pt x="1370" y="613"/>
                  </a:lnTo>
                  <a:lnTo>
                    <a:pt x="1370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5"/>
                  </a:lnTo>
                  <a:lnTo>
                    <a:pt x="1370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8"/>
                  </a:lnTo>
                  <a:lnTo>
                    <a:pt x="1375" y="618"/>
                  </a:lnTo>
                  <a:lnTo>
                    <a:pt x="1375" y="618"/>
                  </a:lnTo>
                  <a:lnTo>
                    <a:pt x="1375" y="615"/>
                  </a:lnTo>
                  <a:lnTo>
                    <a:pt x="1377" y="615"/>
                  </a:lnTo>
                  <a:lnTo>
                    <a:pt x="1377" y="615"/>
                  </a:lnTo>
                  <a:lnTo>
                    <a:pt x="1377" y="613"/>
                  </a:lnTo>
                  <a:lnTo>
                    <a:pt x="1377" y="611"/>
                  </a:lnTo>
                  <a:lnTo>
                    <a:pt x="1379" y="608"/>
                  </a:lnTo>
                  <a:lnTo>
                    <a:pt x="1382" y="608"/>
                  </a:lnTo>
                  <a:lnTo>
                    <a:pt x="1382" y="606"/>
                  </a:lnTo>
                  <a:lnTo>
                    <a:pt x="1384" y="606"/>
                  </a:lnTo>
                  <a:lnTo>
                    <a:pt x="1384" y="603"/>
                  </a:lnTo>
                  <a:lnTo>
                    <a:pt x="1386" y="603"/>
                  </a:lnTo>
                  <a:lnTo>
                    <a:pt x="1389" y="603"/>
                  </a:lnTo>
                  <a:lnTo>
                    <a:pt x="1389" y="603"/>
                  </a:lnTo>
                  <a:lnTo>
                    <a:pt x="1391" y="603"/>
                  </a:lnTo>
                  <a:lnTo>
                    <a:pt x="1391" y="603"/>
                  </a:lnTo>
                  <a:lnTo>
                    <a:pt x="1394" y="603"/>
                  </a:lnTo>
                  <a:lnTo>
                    <a:pt x="1394" y="606"/>
                  </a:lnTo>
                  <a:lnTo>
                    <a:pt x="1394" y="606"/>
                  </a:lnTo>
                  <a:lnTo>
                    <a:pt x="1384" y="608"/>
                  </a:lnTo>
                  <a:lnTo>
                    <a:pt x="1382" y="608"/>
                  </a:lnTo>
                  <a:lnTo>
                    <a:pt x="1382" y="608"/>
                  </a:lnTo>
                  <a:lnTo>
                    <a:pt x="1384" y="608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2" y="611"/>
                  </a:lnTo>
                  <a:lnTo>
                    <a:pt x="1382" y="611"/>
                  </a:lnTo>
                  <a:lnTo>
                    <a:pt x="1382" y="611"/>
                  </a:lnTo>
                  <a:lnTo>
                    <a:pt x="1382" y="613"/>
                  </a:lnTo>
                  <a:lnTo>
                    <a:pt x="1382" y="613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84" y="615"/>
                  </a:lnTo>
                  <a:lnTo>
                    <a:pt x="1384" y="615"/>
                  </a:lnTo>
                  <a:lnTo>
                    <a:pt x="1384" y="615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79" y="615"/>
                  </a:lnTo>
                  <a:lnTo>
                    <a:pt x="1379" y="615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20"/>
                  </a:lnTo>
                  <a:lnTo>
                    <a:pt x="1382" y="620"/>
                  </a:lnTo>
                  <a:lnTo>
                    <a:pt x="1382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6" y="622"/>
                  </a:lnTo>
                  <a:lnTo>
                    <a:pt x="1386" y="620"/>
                  </a:lnTo>
                  <a:lnTo>
                    <a:pt x="1386" y="622"/>
                  </a:lnTo>
                  <a:lnTo>
                    <a:pt x="1386" y="622"/>
                  </a:lnTo>
                  <a:lnTo>
                    <a:pt x="1389" y="622"/>
                  </a:lnTo>
                  <a:lnTo>
                    <a:pt x="1391" y="620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4" y="622"/>
                  </a:lnTo>
                  <a:lnTo>
                    <a:pt x="1394" y="620"/>
                  </a:lnTo>
                  <a:lnTo>
                    <a:pt x="1396" y="618"/>
                  </a:lnTo>
                  <a:lnTo>
                    <a:pt x="1396" y="618"/>
                  </a:lnTo>
                  <a:lnTo>
                    <a:pt x="1401" y="620"/>
                  </a:lnTo>
                  <a:lnTo>
                    <a:pt x="1396" y="620"/>
                  </a:lnTo>
                  <a:lnTo>
                    <a:pt x="1396" y="620"/>
                  </a:lnTo>
                  <a:lnTo>
                    <a:pt x="1396" y="620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4" y="625"/>
                  </a:lnTo>
                  <a:lnTo>
                    <a:pt x="1391" y="625"/>
                  </a:lnTo>
                  <a:lnTo>
                    <a:pt x="1391" y="625"/>
                  </a:lnTo>
                  <a:lnTo>
                    <a:pt x="1391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6" y="627"/>
                  </a:lnTo>
                  <a:lnTo>
                    <a:pt x="1389" y="625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4" y="627"/>
                  </a:lnTo>
                  <a:lnTo>
                    <a:pt x="1384" y="630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2"/>
                  </a:lnTo>
                  <a:lnTo>
                    <a:pt x="1386" y="630"/>
                  </a:lnTo>
                  <a:lnTo>
                    <a:pt x="1389" y="630"/>
                  </a:lnTo>
                  <a:lnTo>
                    <a:pt x="1389" y="632"/>
                  </a:lnTo>
                  <a:lnTo>
                    <a:pt x="1389" y="632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4" y="627"/>
                  </a:lnTo>
                  <a:lnTo>
                    <a:pt x="1394" y="625"/>
                  </a:lnTo>
                  <a:lnTo>
                    <a:pt x="1396" y="625"/>
                  </a:lnTo>
                  <a:lnTo>
                    <a:pt x="1394" y="625"/>
                  </a:lnTo>
                  <a:lnTo>
                    <a:pt x="1394" y="625"/>
                  </a:lnTo>
                  <a:lnTo>
                    <a:pt x="1394" y="627"/>
                  </a:lnTo>
                  <a:lnTo>
                    <a:pt x="1394" y="627"/>
                  </a:lnTo>
                  <a:lnTo>
                    <a:pt x="1394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5"/>
                  </a:lnTo>
                  <a:lnTo>
                    <a:pt x="1398" y="625"/>
                  </a:lnTo>
                  <a:lnTo>
                    <a:pt x="1398" y="625"/>
                  </a:lnTo>
                  <a:lnTo>
                    <a:pt x="1398" y="625"/>
                  </a:lnTo>
                  <a:lnTo>
                    <a:pt x="1398" y="627"/>
                  </a:lnTo>
                  <a:lnTo>
                    <a:pt x="1398" y="627"/>
                  </a:lnTo>
                  <a:lnTo>
                    <a:pt x="1398" y="627"/>
                  </a:lnTo>
                  <a:lnTo>
                    <a:pt x="1401" y="625"/>
                  </a:lnTo>
                  <a:lnTo>
                    <a:pt x="1401" y="625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3" y="622"/>
                  </a:lnTo>
                  <a:lnTo>
                    <a:pt x="1403" y="622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1" y="625"/>
                  </a:lnTo>
                  <a:lnTo>
                    <a:pt x="1401" y="625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398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8" y="634"/>
                  </a:lnTo>
                  <a:lnTo>
                    <a:pt x="1398" y="632"/>
                  </a:lnTo>
                  <a:lnTo>
                    <a:pt x="1403" y="630"/>
                  </a:lnTo>
                  <a:lnTo>
                    <a:pt x="1403" y="630"/>
                  </a:lnTo>
                  <a:lnTo>
                    <a:pt x="1403" y="630"/>
                  </a:lnTo>
                  <a:lnTo>
                    <a:pt x="1405" y="630"/>
                  </a:lnTo>
                  <a:lnTo>
                    <a:pt x="1405" y="627"/>
                  </a:lnTo>
                  <a:lnTo>
                    <a:pt x="1405" y="627"/>
                  </a:lnTo>
                  <a:lnTo>
                    <a:pt x="1405" y="630"/>
                  </a:lnTo>
                  <a:lnTo>
                    <a:pt x="1405" y="630"/>
                  </a:lnTo>
                  <a:lnTo>
                    <a:pt x="1405" y="630"/>
                  </a:lnTo>
                  <a:lnTo>
                    <a:pt x="1405" y="632"/>
                  </a:lnTo>
                  <a:lnTo>
                    <a:pt x="1403" y="632"/>
                  </a:lnTo>
                  <a:lnTo>
                    <a:pt x="1403" y="632"/>
                  </a:lnTo>
                  <a:lnTo>
                    <a:pt x="1405" y="632"/>
                  </a:lnTo>
                  <a:lnTo>
                    <a:pt x="1405" y="632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27"/>
                  </a:lnTo>
                  <a:lnTo>
                    <a:pt x="1408" y="627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10" y="630"/>
                  </a:lnTo>
                  <a:lnTo>
                    <a:pt x="1410" y="630"/>
                  </a:lnTo>
                  <a:lnTo>
                    <a:pt x="1410" y="632"/>
                  </a:lnTo>
                  <a:lnTo>
                    <a:pt x="1408" y="632"/>
                  </a:lnTo>
                  <a:lnTo>
                    <a:pt x="1408" y="632"/>
                  </a:lnTo>
                  <a:lnTo>
                    <a:pt x="1408" y="632"/>
                  </a:lnTo>
                  <a:lnTo>
                    <a:pt x="1413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2"/>
                  </a:lnTo>
                  <a:lnTo>
                    <a:pt x="1415" y="632"/>
                  </a:lnTo>
                  <a:lnTo>
                    <a:pt x="1413" y="632"/>
                  </a:lnTo>
                  <a:lnTo>
                    <a:pt x="1413" y="637"/>
                  </a:lnTo>
                  <a:lnTo>
                    <a:pt x="1410" y="639"/>
                  </a:lnTo>
                  <a:lnTo>
                    <a:pt x="1410" y="641"/>
                  </a:lnTo>
                  <a:lnTo>
                    <a:pt x="1408" y="641"/>
                  </a:lnTo>
                  <a:lnTo>
                    <a:pt x="1408" y="641"/>
                  </a:lnTo>
                  <a:lnTo>
                    <a:pt x="1408" y="641"/>
                  </a:lnTo>
                  <a:lnTo>
                    <a:pt x="1410" y="641"/>
                  </a:lnTo>
                  <a:lnTo>
                    <a:pt x="1413" y="641"/>
                  </a:lnTo>
                  <a:lnTo>
                    <a:pt x="1415" y="641"/>
                  </a:lnTo>
                  <a:lnTo>
                    <a:pt x="1417" y="641"/>
                  </a:lnTo>
                  <a:lnTo>
                    <a:pt x="1417" y="641"/>
                  </a:lnTo>
                  <a:lnTo>
                    <a:pt x="1420" y="641"/>
                  </a:lnTo>
                  <a:lnTo>
                    <a:pt x="1420" y="641"/>
                  </a:lnTo>
                  <a:lnTo>
                    <a:pt x="1420" y="644"/>
                  </a:lnTo>
                  <a:lnTo>
                    <a:pt x="1420" y="644"/>
                  </a:lnTo>
                  <a:lnTo>
                    <a:pt x="1422" y="644"/>
                  </a:lnTo>
                  <a:lnTo>
                    <a:pt x="1422" y="644"/>
                  </a:lnTo>
                  <a:lnTo>
                    <a:pt x="1422" y="646"/>
                  </a:lnTo>
                  <a:lnTo>
                    <a:pt x="1422" y="646"/>
                  </a:lnTo>
                  <a:lnTo>
                    <a:pt x="1424" y="646"/>
                  </a:lnTo>
                  <a:lnTo>
                    <a:pt x="1424" y="646"/>
                  </a:lnTo>
                  <a:lnTo>
                    <a:pt x="1424" y="646"/>
                  </a:lnTo>
                  <a:lnTo>
                    <a:pt x="1427" y="646"/>
                  </a:lnTo>
                  <a:lnTo>
                    <a:pt x="1427" y="646"/>
                  </a:lnTo>
                  <a:lnTo>
                    <a:pt x="1429" y="646"/>
                  </a:lnTo>
                  <a:lnTo>
                    <a:pt x="1431" y="641"/>
                  </a:lnTo>
                  <a:lnTo>
                    <a:pt x="1431" y="641"/>
                  </a:lnTo>
                  <a:lnTo>
                    <a:pt x="1431" y="641"/>
                  </a:lnTo>
                  <a:lnTo>
                    <a:pt x="1431" y="639"/>
                  </a:lnTo>
                  <a:lnTo>
                    <a:pt x="1434" y="637"/>
                  </a:lnTo>
                  <a:lnTo>
                    <a:pt x="1434" y="634"/>
                  </a:lnTo>
                  <a:lnTo>
                    <a:pt x="1434" y="634"/>
                  </a:lnTo>
                  <a:lnTo>
                    <a:pt x="1434" y="634"/>
                  </a:lnTo>
                  <a:lnTo>
                    <a:pt x="1436" y="632"/>
                  </a:lnTo>
                  <a:lnTo>
                    <a:pt x="1436" y="632"/>
                  </a:lnTo>
                  <a:lnTo>
                    <a:pt x="1436" y="632"/>
                  </a:lnTo>
                  <a:lnTo>
                    <a:pt x="1436" y="630"/>
                  </a:lnTo>
                  <a:lnTo>
                    <a:pt x="1439" y="630"/>
                  </a:lnTo>
                  <a:lnTo>
                    <a:pt x="1439" y="627"/>
                  </a:lnTo>
                  <a:lnTo>
                    <a:pt x="1439" y="627"/>
                  </a:lnTo>
                  <a:lnTo>
                    <a:pt x="1439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39" y="630"/>
                  </a:lnTo>
                  <a:lnTo>
                    <a:pt x="1439" y="630"/>
                  </a:lnTo>
                  <a:lnTo>
                    <a:pt x="1439" y="630"/>
                  </a:lnTo>
                  <a:lnTo>
                    <a:pt x="1439" y="632"/>
                  </a:lnTo>
                  <a:lnTo>
                    <a:pt x="1439" y="632"/>
                  </a:lnTo>
                  <a:lnTo>
                    <a:pt x="1439" y="632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9"/>
                  </a:lnTo>
                  <a:lnTo>
                    <a:pt x="1439" y="639"/>
                  </a:lnTo>
                  <a:lnTo>
                    <a:pt x="1439" y="637"/>
                  </a:lnTo>
                  <a:lnTo>
                    <a:pt x="1441" y="637"/>
                  </a:lnTo>
                  <a:lnTo>
                    <a:pt x="1441" y="637"/>
                  </a:lnTo>
                  <a:lnTo>
                    <a:pt x="1441" y="637"/>
                  </a:lnTo>
                  <a:lnTo>
                    <a:pt x="1441" y="639"/>
                  </a:lnTo>
                  <a:lnTo>
                    <a:pt x="1439" y="639"/>
                  </a:lnTo>
                  <a:lnTo>
                    <a:pt x="1439" y="641"/>
                  </a:lnTo>
                  <a:lnTo>
                    <a:pt x="1441" y="641"/>
                  </a:lnTo>
                  <a:lnTo>
                    <a:pt x="1441" y="641"/>
                  </a:lnTo>
                  <a:lnTo>
                    <a:pt x="1439" y="641"/>
                  </a:lnTo>
                  <a:lnTo>
                    <a:pt x="1439" y="641"/>
                  </a:lnTo>
                  <a:lnTo>
                    <a:pt x="1439" y="641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6"/>
                  </a:lnTo>
                  <a:lnTo>
                    <a:pt x="1439" y="646"/>
                  </a:lnTo>
                  <a:lnTo>
                    <a:pt x="1439" y="646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6" y="648"/>
                  </a:lnTo>
                  <a:lnTo>
                    <a:pt x="1446" y="651"/>
                  </a:lnTo>
                  <a:lnTo>
                    <a:pt x="1448" y="651"/>
                  </a:lnTo>
                  <a:lnTo>
                    <a:pt x="1448" y="653"/>
                  </a:lnTo>
                  <a:lnTo>
                    <a:pt x="1448" y="651"/>
                  </a:lnTo>
                  <a:lnTo>
                    <a:pt x="1446" y="651"/>
                  </a:lnTo>
                  <a:lnTo>
                    <a:pt x="1446" y="651"/>
                  </a:lnTo>
                  <a:lnTo>
                    <a:pt x="1446" y="651"/>
                  </a:lnTo>
                  <a:lnTo>
                    <a:pt x="1446" y="653"/>
                  </a:lnTo>
                  <a:lnTo>
                    <a:pt x="1448" y="653"/>
                  </a:lnTo>
                  <a:lnTo>
                    <a:pt x="1450" y="653"/>
                  </a:lnTo>
                  <a:lnTo>
                    <a:pt x="1450" y="653"/>
                  </a:lnTo>
                  <a:lnTo>
                    <a:pt x="1450" y="653"/>
                  </a:lnTo>
                  <a:lnTo>
                    <a:pt x="1453" y="651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5" y="653"/>
                  </a:lnTo>
                  <a:lnTo>
                    <a:pt x="1455" y="653"/>
                  </a:lnTo>
                  <a:lnTo>
                    <a:pt x="1455" y="651"/>
                  </a:lnTo>
                  <a:lnTo>
                    <a:pt x="1460" y="653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6"/>
                  </a:lnTo>
                  <a:lnTo>
                    <a:pt x="1460" y="656"/>
                  </a:lnTo>
                  <a:lnTo>
                    <a:pt x="1460" y="656"/>
                  </a:lnTo>
                  <a:lnTo>
                    <a:pt x="1467" y="658"/>
                  </a:lnTo>
                  <a:lnTo>
                    <a:pt x="1467" y="658"/>
                  </a:lnTo>
                  <a:lnTo>
                    <a:pt x="1467" y="660"/>
                  </a:lnTo>
                  <a:lnTo>
                    <a:pt x="1467" y="660"/>
                  </a:lnTo>
                  <a:lnTo>
                    <a:pt x="1465" y="660"/>
                  </a:lnTo>
                  <a:lnTo>
                    <a:pt x="1460" y="663"/>
                  </a:lnTo>
                  <a:lnTo>
                    <a:pt x="1465" y="660"/>
                  </a:lnTo>
                  <a:lnTo>
                    <a:pt x="1467" y="660"/>
                  </a:lnTo>
                  <a:lnTo>
                    <a:pt x="1472" y="663"/>
                  </a:lnTo>
                  <a:lnTo>
                    <a:pt x="1472" y="663"/>
                  </a:lnTo>
                  <a:lnTo>
                    <a:pt x="1476" y="660"/>
                  </a:lnTo>
                  <a:lnTo>
                    <a:pt x="1479" y="658"/>
                  </a:lnTo>
                  <a:lnTo>
                    <a:pt x="1483" y="656"/>
                  </a:lnTo>
                  <a:lnTo>
                    <a:pt x="1491" y="656"/>
                  </a:lnTo>
                  <a:lnTo>
                    <a:pt x="1498" y="651"/>
                  </a:lnTo>
                  <a:lnTo>
                    <a:pt x="1502" y="651"/>
                  </a:lnTo>
                  <a:lnTo>
                    <a:pt x="1507" y="651"/>
                  </a:lnTo>
                  <a:lnTo>
                    <a:pt x="1512" y="651"/>
                  </a:lnTo>
                  <a:lnTo>
                    <a:pt x="1517" y="651"/>
                  </a:lnTo>
                  <a:lnTo>
                    <a:pt x="1521" y="651"/>
                  </a:lnTo>
                  <a:lnTo>
                    <a:pt x="1524" y="651"/>
                  </a:lnTo>
                  <a:lnTo>
                    <a:pt x="1528" y="651"/>
                  </a:lnTo>
                  <a:lnTo>
                    <a:pt x="1531" y="651"/>
                  </a:lnTo>
                  <a:lnTo>
                    <a:pt x="1536" y="653"/>
                  </a:lnTo>
                  <a:lnTo>
                    <a:pt x="1538" y="653"/>
                  </a:lnTo>
                  <a:lnTo>
                    <a:pt x="1538" y="653"/>
                  </a:lnTo>
                  <a:lnTo>
                    <a:pt x="1543" y="648"/>
                  </a:lnTo>
                  <a:lnTo>
                    <a:pt x="1545" y="648"/>
                  </a:lnTo>
                  <a:lnTo>
                    <a:pt x="1545" y="648"/>
                  </a:lnTo>
                  <a:lnTo>
                    <a:pt x="1545" y="646"/>
                  </a:lnTo>
                  <a:lnTo>
                    <a:pt x="1545" y="646"/>
                  </a:lnTo>
                  <a:lnTo>
                    <a:pt x="1543" y="646"/>
                  </a:lnTo>
                  <a:lnTo>
                    <a:pt x="1543" y="646"/>
                  </a:lnTo>
                  <a:lnTo>
                    <a:pt x="1543" y="646"/>
                  </a:lnTo>
                  <a:lnTo>
                    <a:pt x="1543" y="644"/>
                  </a:lnTo>
                  <a:lnTo>
                    <a:pt x="1540" y="644"/>
                  </a:lnTo>
                  <a:lnTo>
                    <a:pt x="1540" y="641"/>
                  </a:lnTo>
                  <a:lnTo>
                    <a:pt x="1543" y="641"/>
                  </a:lnTo>
                  <a:lnTo>
                    <a:pt x="1545" y="641"/>
                  </a:lnTo>
                  <a:lnTo>
                    <a:pt x="1545" y="641"/>
                  </a:lnTo>
                  <a:lnTo>
                    <a:pt x="1545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6"/>
                  </a:lnTo>
                  <a:lnTo>
                    <a:pt x="1547" y="646"/>
                  </a:lnTo>
                  <a:lnTo>
                    <a:pt x="1547" y="646"/>
                  </a:lnTo>
                  <a:lnTo>
                    <a:pt x="1550" y="648"/>
                  </a:lnTo>
                  <a:lnTo>
                    <a:pt x="1550" y="648"/>
                  </a:lnTo>
                  <a:lnTo>
                    <a:pt x="1550" y="651"/>
                  </a:lnTo>
                  <a:lnTo>
                    <a:pt x="1550" y="651"/>
                  </a:lnTo>
                  <a:lnTo>
                    <a:pt x="1550" y="651"/>
                  </a:lnTo>
                  <a:lnTo>
                    <a:pt x="1550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3"/>
                  </a:lnTo>
                  <a:lnTo>
                    <a:pt x="1545" y="653"/>
                  </a:lnTo>
                  <a:lnTo>
                    <a:pt x="1545" y="653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8"/>
                  </a:lnTo>
                  <a:lnTo>
                    <a:pt x="1547" y="658"/>
                  </a:lnTo>
                  <a:lnTo>
                    <a:pt x="1550" y="658"/>
                  </a:lnTo>
                  <a:lnTo>
                    <a:pt x="1554" y="658"/>
                  </a:lnTo>
                  <a:lnTo>
                    <a:pt x="1559" y="660"/>
                  </a:lnTo>
                  <a:lnTo>
                    <a:pt x="1564" y="660"/>
                  </a:lnTo>
                  <a:lnTo>
                    <a:pt x="1566" y="663"/>
                  </a:lnTo>
                  <a:lnTo>
                    <a:pt x="1569" y="663"/>
                  </a:lnTo>
                  <a:lnTo>
                    <a:pt x="1571" y="663"/>
                  </a:lnTo>
                  <a:lnTo>
                    <a:pt x="1576" y="660"/>
                  </a:lnTo>
                  <a:lnTo>
                    <a:pt x="1580" y="660"/>
                  </a:lnTo>
                  <a:lnTo>
                    <a:pt x="1583" y="660"/>
                  </a:lnTo>
                  <a:lnTo>
                    <a:pt x="1585" y="658"/>
                  </a:lnTo>
                  <a:lnTo>
                    <a:pt x="1588" y="656"/>
                  </a:lnTo>
                  <a:lnTo>
                    <a:pt x="1590" y="653"/>
                  </a:lnTo>
                  <a:lnTo>
                    <a:pt x="1592" y="651"/>
                  </a:lnTo>
                  <a:lnTo>
                    <a:pt x="1595" y="648"/>
                  </a:lnTo>
                  <a:lnTo>
                    <a:pt x="1595" y="646"/>
                  </a:lnTo>
                  <a:lnTo>
                    <a:pt x="1595" y="644"/>
                  </a:lnTo>
                  <a:lnTo>
                    <a:pt x="1597" y="641"/>
                  </a:lnTo>
                  <a:lnTo>
                    <a:pt x="1597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7" y="639"/>
                  </a:lnTo>
                  <a:lnTo>
                    <a:pt x="1599" y="637"/>
                  </a:lnTo>
                  <a:lnTo>
                    <a:pt x="1599" y="637"/>
                  </a:lnTo>
                  <a:lnTo>
                    <a:pt x="1599" y="634"/>
                  </a:lnTo>
                  <a:lnTo>
                    <a:pt x="1599" y="634"/>
                  </a:lnTo>
                  <a:lnTo>
                    <a:pt x="1599" y="634"/>
                  </a:lnTo>
                  <a:lnTo>
                    <a:pt x="1602" y="637"/>
                  </a:lnTo>
                  <a:lnTo>
                    <a:pt x="1602" y="637"/>
                  </a:lnTo>
                  <a:lnTo>
                    <a:pt x="1604" y="637"/>
                  </a:lnTo>
                  <a:lnTo>
                    <a:pt x="1604" y="637"/>
                  </a:lnTo>
                  <a:lnTo>
                    <a:pt x="1604" y="639"/>
                  </a:lnTo>
                  <a:lnTo>
                    <a:pt x="1604" y="639"/>
                  </a:lnTo>
                  <a:lnTo>
                    <a:pt x="1606" y="639"/>
                  </a:lnTo>
                  <a:lnTo>
                    <a:pt x="1606" y="639"/>
                  </a:lnTo>
                  <a:lnTo>
                    <a:pt x="1609" y="644"/>
                  </a:lnTo>
                  <a:lnTo>
                    <a:pt x="1611" y="644"/>
                  </a:lnTo>
                  <a:lnTo>
                    <a:pt x="1616" y="644"/>
                  </a:lnTo>
                  <a:lnTo>
                    <a:pt x="1616" y="644"/>
                  </a:lnTo>
                  <a:lnTo>
                    <a:pt x="1618" y="644"/>
                  </a:lnTo>
                  <a:lnTo>
                    <a:pt x="1621" y="644"/>
                  </a:lnTo>
                  <a:lnTo>
                    <a:pt x="1621" y="644"/>
                  </a:lnTo>
                  <a:lnTo>
                    <a:pt x="1621" y="644"/>
                  </a:lnTo>
                  <a:lnTo>
                    <a:pt x="1621" y="646"/>
                  </a:lnTo>
                  <a:lnTo>
                    <a:pt x="1621" y="646"/>
                  </a:lnTo>
                  <a:lnTo>
                    <a:pt x="1618" y="644"/>
                  </a:lnTo>
                  <a:lnTo>
                    <a:pt x="1616" y="644"/>
                  </a:lnTo>
                  <a:lnTo>
                    <a:pt x="1616" y="644"/>
                  </a:lnTo>
                  <a:lnTo>
                    <a:pt x="1611" y="644"/>
                  </a:lnTo>
                  <a:lnTo>
                    <a:pt x="1609" y="646"/>
                  </a:lnTo>
                  <a:lnTo>
                    <a:pt x="1609" y="646"/>
                  </a:lnTo>
                  <a:lnTo>
                    <a:pt x="1609" y="646"/>
                  </a:lnTo>
                  <a:lnTo>
                    <a:pt x="1611" y="648"/>
                  </a:lnTo>
                  <a:lnTo>
                    <a:pt x="1611" y="648"/>
                  </a:lnTo>
                  <a:lnTo>
                    <a:pt x="1611" y="648"/>
                  </a:lnTo>
                  <a:lnTo>
                    <a:pt x="1609" y="651"/>
                  </a:lnTo>
                  <a:lnTo>
                    <a:pt x="1609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3"/>
                  </a:lnTo>
                  <a:lnTo>
                    <a:pt x="1611" y="653"/>
                  </a:lnTo>
                  <a:lnTo>
                    <a:pt x="1611" y="656"/>
                  </a:lnTo>
                  <a:lnTo>
                    <a:pt x="1611" y="656"/>
                  </a:lnTo>
                  <a:lnTo>
                    <a:pt x="1614" y="658"/>
                  </a:lnTo>
                  <a:lnTo>
                    <a:pt x="1614" y="658"/>
                  </a:lnTo>
                  <a:lnTo>
                    <a:pt x="1614" y="660"/>
                  </a:lnTo>
                  <a:lnTo>
                    <a:pt x="1614" y="660"/>
                  </a:lnTo>
                  <a:lnTo>
                    <a:pt x="1614" y="660"/>
                  </a:lnTo>
                  <a:lnTo>
                    <a:pt x="1611" y="660"/>
                  </a:lnTo>
                  <a:lnTo>
                    <a:pt x="1611" y="660"/>
                  </a:lnTo>
                  <a:lnTo>
                    <a:pt x="1611" y="658"/>
                  </a:lnTo>
                  <a:lnTo>
                    <a:pt x="1611" y="658"/>
                  </a:lnTo>
                  <a:lnTo>
                    <a:pt x="1614" y="658"/>
                  </a:lnTo>
                  <a:lnTo>
                    <a:pt x="1611" y="658"/>
                  </a:lnTo>
                  <a:lnTo>
                    <a:pt x="1611" y="656"/>
                  </a:lnTo>
                  <a:lnTo>
                    <a:pt x="1611" y="653"/>
                  </a:lnTo>
                  <a:lnTo>
                    <a:pt x="1611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1"/>
                  </a:lnTo>
                  <a:lnTo>
                    <a:pt x="1609" y="651"/>
                  </a:lnTo>
                  <a:lnTo>
                    <a:pt x="1609" y="648"/>
                  </a:lnTo>
                  <a:lnTo>
                    <a:pt x="1609" y="648"/>
                  </a:lnTo>
                  <a:lnTo>
                    <a:pt x="1609" y="646"/>
                  </a:lnTo>
                  <a:lnTo>
                    <a:pt x="1609" y="644"/>
                  </a:lnTo>
                  <a:lnTo>
                    <a:pt x="1606" y="641"/>
                  </a:lnTo>
                  <a:lnTo>
                    <a:pt x="1604" y="639"/>
                  </a:lnTo>
                  <a:lnTo>
                    <a:pt x="1602" y="639"/>
                  </a:lnTo>
                  <a:lnTo>
                    <a:pt x="1602" y="637"/>
                  </a:lnTo>
                  <a:lnTo>
                    <a:pt x="1602" y="639"/>
                  </a:lnTo>
                  <a:lnTo>
                    <a:pt x="1602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4"/>
                  </a:lnTo>
                  <a:lnTo>
                    <a:pt x="1599" y="644"/>
                  </a:lnTo>
                  <a:lnTo>
                    <a:pt x="1599" y="644"/>
                  </a:lnTo>
                  <a:lnTo>
                    <a:pt x="1599" y="646"/>
                  </a:lnTo>
                  <a:lnTo>
                    <a:pt x="1599" y="648"/>
                  </a:lnTo>
                  <a:lnTo>
                    <a:pt x="1602" y="651"/>
                  </a:lnTo>
                  <a:lnTo>
                    <a:pt x="1602" y="651"/>
                  </a:lnTo>
                  <a:lnTo>
                    <a:pt x="1602" y="651"/>
                  </a:lnTo>
                  <a:lnTo>
                    <a:pt x="1602" y="653"/>
                  </a:lnTo>
                  <a:lnTo>
                    <a:pt x="1604" y="653"/>
                  </a:lnTo>
                  <a:lnTo>
                    <a:pt x="1604" y="656"/>
                  </a:lnTo>
                  <a:lnTo>
                    <a:pt x="1604" y="656"/>
                  </a:lnTo>
                  <a:lnTo>
                    <a:pt x="1604" y="660"/>
                  </a:lnTo>
                  <a:lnTo>
                    <a:pt x="1602" y="660"/>
                  </a:lnTo>
                  <a:lnTo>
                    <a:pt x="1604" y="660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599" y="663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7" y="665"/>
                  </a:lnTo>
                  <a:lnTo>
                    <a:pt x="1597" y="667"/>
                  </a:lnTo>
                  <a:lnTo>
                    <a:pt x="1604" y="670"/>
                  </a:lnTo>
                  <a:lnTo>
                    <a:pt x="1606" y="670"/>
                  </a:lnTo>
                  <a:lnTo>
                    <a:pt x="1606" y="670"/>
                  </a:lnTo>
                  <a:lnTo>
                    <a:pt x="1609" y="672"/>
                  </a:lnTo>
                  <a:lnTo>
                    <a:pt x="1609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09" y="672"/>
                  </a:lnTo>
                  <a:lnTo>
                    <a:pt x="1609" y="672"/>
                  </a:lnTo>
                  <a:lnTo>
                    <a:pt x="1611" y="672"/>
                  </a:lnTo>
                  <a:lnTo>
                    <a:pt x="1611" y="675"/>
                  </a:lnTo>
                  <a:lnTo>
                    <a:pt x="1614" y="675"/>
                  </a:lnTo>
                  <a:lnTo>
                    <a:pt x="1614" y="675"/>
                  </a:lnTo>
                  <a:lnTo>
                    <a:pt x="1614" y="675"/>
                  </a:lnTo>
                  <a:lnTo>
                    <a:pt x="1616" y="675"/>
                  </a:lnTo>
                  <a:lnTo>
                    <a:pt x="1616" y="675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5"/>
                  </a:lnTo>
                  <a:lnTo>
                    <a:pt x="1616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21" y="675"/>
                  </a:lnTo>
                  <a:lnTo>
                    <a:pt x="1621" y="675"/>
                  </a:lnTo>
                  <a:lnTo>
                    <a:pt x="1621" y="677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25" y="677"/>
                  </a:lnTo>
                  <a:lnTo>
                    <a:pt x="1630" y="679"/>
                  </a:lnTo>
                  <a:lnTo>
                    <a:pt x="1632" y="679"/>
                  </a:lnTo>
                  <a:lnTo>
                    <a:pt x="1632" y="679"/>
                  </a:lnTo>
                  <a:lnTo>
                    <a:pt x="1635" y="679"/>
                  </a:lnTo>
                  <a:lnTo>
                    <a:pt x="1635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40" y="679"/>
                  </a:lnTo>
                  <a:lnTo>
                    <a:pt x="1640" y="679"/>
                  </a:lnTo>
                  <a:lnTo>
                    <a:pt x="1640" y="679"/>
                  </a:lnTo>
                  <a:lnTo>
                    <a:pt x="1642" y="677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0" y="684"/>
                  </a:lnTo>
                  <a:lnTo>
                    <a:pt x="1640" y="684"/>
                  </a:lnTo>
                  <a:lnTo>
                    <a:pt x="1644" y="682"/>
                  </a:lnTo>
                  <a:lnTo>
                    <a:pt x="1647" y="682"/>
                  </a:lnTo>
                  <a:lnTo>
                    <a:pt x="1647" y="684"/>
                  </a:lnTo>
                  <a:lnTo>
                    <a:pt x="1647" y="684"/>
                  </a:lnTo>
                  <a:lnTo>
                    <a:pt x="1644" y="684"/>
                  </a:lnTo>
                  <a:lnTo>
                    <a:pt x="1647" y="684"/>
                  </a:lnTo>
                  <a:lnTo>
                    <a:pt x="1647" y="684"/>
                  </a:lnTo>
                  <a:lnTo>
                    <a:pt x="1649" y="684"/>
                  </a:lnTo>
                  <a:lnTo>
                    <a:pt x="1649" y="684"/>
                  </a:lnTo>
                  <a:lnTo>
                    <a:pt x="1651" y="684"/>
                  </a:lnTo>
                  <a:lnTo>
                    <a:pt x="1654" y="686"/>
                  </a:lnTo>
                  <a:lnTo>
                    <a:pt x="1661" y="691"/>
                  </a:lnTo>
                  <a:lnTo>
                    <a:pt x="1663" y="691"/>
                  </a:lnTo>
                  <a:lnTo>
                    <a:pt x="1663" y="693"/>
                  </a:lnTo>
                  <a:lnTo>
                    <a:pt x="1663" y="696"/>
                  </a:lnTo>
                  <a:lnTo>
                    <a:pt x="1663" y="696"/>
                  </a:lnTo>
                  <a:lnTo>
                    <a:pt x="1663" y="696"/>
                  </a:lnTo>
                  <a:lnTo>
                    <a:pt x="1663" y="698"/>
                  </a:lnTo>
                  <a:lnTo>
                    <a:pt x="1663" y="698"/>
                  </a:lnTo>
                  <a:lnTo>
                    <a:pt x="1666" y="698"/>
                  </a:lnTo>
                  <a:lnTo>
                    <a:pt x="1666" y="698"/>
                  </a:lnTo>
                  <a:lnTo>
                    <a:pt x="1666" y="698"/>
                  </a:lnTo>
                  <a:lnTo>
                    <a:pt x="1673" y="703"/>
                  </a:lnTo>
                  <a:lnTo>
                    <a:pt x="1673" y="703"/>
                  </a:lnTo>
                  <a:lnTo>
                    <a:pt x="1673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7" y="703"/>
                  </a:lnTo>
                  <a:lnTo>
                    <a:pt x="1677" y="703"/>
                  </a:lnTo>
                  <a:lnTo>
                    <a:pt x="1677" y="703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77" y="705"/>
                  </a:lnTo>
                  <a:lnTo>
                    <a:pt x="1677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7" y="705"/>
                  </a:lnTo>
                  <a:lnTo>
                    <a:pt x="1677" y="708"/>
                  </a:lnTo>
                  <a:lnTo>
                    <a:pt x="1680" y="708"/>
                  </a:lnTo>
                  <a:lnTo>
                    <a:pt x="1682" y="708"/>
                  </a:lnTo>
                  <a:lnTo>
                    <a:pt x="1685" y="710"/>
                  </a:lnTo>
                  <a:lnTo>
                    <a:pt x="1687" y="710"/>
                  </a:lnTo>
                  <a:lnTo>
                    <a:pt x="1687" y="710"/>
                  </a:lnTo>
                  <a:lnTo>
                    <a:pt x="1687" y="710"/>
                  </a:lnTo>
                  <a:lnTo>
                    <a:pt x="1687" y="712"/>
                  </a:lnTo>
                  <a:lnTo>
                    <a:pt x="1689" y="712"/>
                  </a:lnTo>
                  <a:lnTo>
                    <a:pt x="1692" y="712"/>
                  </a:lnTo>
                  <a:lnTo>
                    <a:pt x="1694" y="715"/>
                  </a:lnTo>
                  <a:lnTo>
                    <a:pt x="1694" y="715"/>
                  </a:lnTo>
                  <a:lnTo>
                    <a:pt x="1696" y="715"/>
                  </a:lnTo>
                  <a:lnTo>
                    <a:pt x="1696" y="715"/>
                  </a:lnTo>
                  <a:lnTo>
                    <a:pt x="1696" y="712"/>
                  </a:lnTo>
                  <a:lnTo>
                    <a:pt x="1699" y="712"/>
                  </a:lnTo>
                  <a:lnTo>
                    <a:pt x="1699" y="712"/>
                  </a:lnTo>
                  <a:lnTo>
                    <a:pt x="1699" y="712"/>
                  </a:lnTo>
                  <a:lnTo>
                    <a:pt x="1701" y="712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2"/>
                  </a:lnTo>
                  <a:lnTo>
                    <a:pt x="1703" y="712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7"/>
                  </a:lnTo>
                  <a:lnTo>
                    <a:pt x="1703" y="717"/>
                  </a:lnTo>
                  <a:lnTo>
                    <a:pt x="1703" y="717"/>
                  </a:lnTo>
                  <a:lnTo>
                    <a:pt x="1706" y="715"/>
                  </a:lnTo>
                  <a:lnTo>
                    <a:pt x="1706" y="715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11" y="717"/>
                  </a:lnTo>
                  <a:lnTo>
                    <a:pt x="1711" y="717"/>
                  </a:lnTo>
                  <a:lnTo>
                    <a:pt x="1708" y="717"/>
                  </a:lnTo>
                  <a:lnTo>
                    <a:pt x="1708" y="719"/>
                  </a:lnTo>
                  <a:lnTo>
                    <a:pt x="1708" y="719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19"/>
                  </a:lnTo>
                  <a:lnTo>
                    <a:pt x="1711" y="719"/>
                  </a:lnTo>
                  <a:lnTo>
                    <a:pt x="1713" y="719"/>
                  </a:lnTo>
                  <a:lnTo>
                    <a:pt x="1713" y="719"/>
                  </a:lnTo>
                  <a:lnTo>
                    <a:pt x="1713" y="719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08" y="715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5"/>
                  </a:lnTo>
                  <a:lnTo>
                    <a:pt x="1713" y="715"/>
                  </a:lnTo>
                  <a:lnTo>
                    <a:pt x="1715" y="715"/>
                  </a:lnTo>
                  <a:lnTo>
                    <a:pt x="1715" y="712"/>
                  </a:lnTo>
                  <a:lnTo>
                    <a:pt x="1718" y="715"/>
                  </a:lnTo>
                  <a:lnTo>
                    <a:pt x="1718" y="715"/>
                  </a:lnTo>
                  <a:lnTo>
                    <a:pt x="1718" y="712"/>
                  </a:lnTo>
                  <a:lnTo>
                    <a:pt x="1718" y="712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3" y="710"/>
                  </a:lnTo>
                  <a:lnTo>
                    <a:pt x="1713" y="712"/>
                  </a:lnTo>
                  <a:lnTo>
                    <a:pt x="1715" y="712"/>
                  </a:lnTo>
                  <a:lnTo>
                    <a:pt x="1715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1" y="712"/>
                  </a:lnTo>
                  <a:lnTo>
                    <a:pt x="1713" y="710"/>
                  </a:lnTo>
                  <a:lnTo>
                    <a:pt x="1713" y="710"/>
                  </a:lnTo>
                  <a:lnTo>
                    <a:pt x="1713" y="710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5" y="710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8" y="708"/>
                  </a:lnTo>
                  <a:lnTo>
                    <a:pt x="1720" y="710"/>
                  </a:lnTo>
                  <a:lnTo>
                    <a:pt x="1720" y="710"/>
                  </a:lnTo>
                  <a:lnTo>
                    <a:pt x="1720" y="710"/>
                  </a:lnTo>
                  <a:lnTo>
                    <a:pt x="1720" y="712"/>
                  </a:lnTo>
                  <a:lnTo>
                    <a:pt x="1720" y="712"/>
                  </a:lnTo>
                  <a:lnTo>
                    <a:pt x="1722" y="712"/>
                  </a:lnTo>
                  <a:lnTo>
                    <a:pt x="1725" y="712"/>
                  </a:lnTo>
                  <a:lnTo>
                    <a:pt x="1725" y="710"/>
                  </a:lnTo>
                  <a:lnTo>
                    <a:pt x="1727" y="710"/>
                  </a:lnTo>
                  <a:lnTo>
                    <a:pt x="1727" y="710"/>
                  </a:lnTo>
                  <a:lnTo>
                    <a:pt x="1727" y="708"/>
                  </a:lnTo>
                  <a:lnTo>
                    <a:pt x="1727" y="705"/>
                  </a:lnTo>
                  <a:lnTo>
                    <a:pt x="1727" y="705"/>
                  </a:lnTo>
                  <a:lnTo>
                    <a:pt x="1725" y="703"/>
                  </a:lnTo>
                  <a:lnTo>
                    <a:pt x="1725" y="703"/>
                  </a:lnTo>
                  <a:lnTo>
                    <a:pt x="1725" y="703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698"/>
                  </a:lnTo>
                  <a:lnTo>
                    <a:pt x="1725" y="698"/>
                  </a:lnTo>
                  <a:lnTo>
                    <a:pt x="1722" y="698"/>
                  </a:lnTo>
                  <a:lnTo>
                    <a:pt x="1722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18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3"/>
                  </a:lnTo>
                  <a:lnTo>
                    <a:pt x="1715" y="693"/>
                  </a:lnTo>
                  <a:lnTo>
                    <a:pt x="1715" y="691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3" y="693"/>
                  </a:lnTo>
                  <a:lnTo>
                    <a:pt x="1713" y="693"/>
                  </a:lnTo>
                  <a:lnTo>
                    <a:pt x="1713" y="696"/>
                  </a:lnTo>
                  <a:lnTo>
                    <a:pt x="1713" y="696"/>
                  </a:lnTo>
                  <a:lnTo>
                    <a:pt x="1715" y="696"/>
                  </a:lnTo>
                  <a:lnTo>
                    <a:pt x="1715" y="696"/>
                  </a:lnTo>
                  <a:lnTo>
                    <a:pt x="1715" y="696"/>
                  </a:lnTo>
                  <a:lnTo>
                    <a:pt x="1713" y="696"/>
                  </a:lnTo>
                  <a:lnTo>
                    <a:pt x="1713" y="696"/>
                  </a:lnTo>
                  <a:lnTo>
                    <a:pt x="1711" y="696"/>
                  </a:lnTo>
                  <a:lnTo>
                    <a:pt x="1711" y="698"/>
                  </a:lnTo>
                  <a:lnTo>
                    <a:pt x="1711" y="698"/>
                  </a:lnTo>
                  <a:lnTo>
                    <a:pt x="1711" y="698"/>
                  </a:lnTo>
                  <a:lnTo>
                    <a:pt x="1708" y="698"/>
                  </a:lnTo>
                  <a:lnTo>
                    <a:pt x="1708" y="696"/>
                  </a:lnTo>
                  <a:lnTo>
                    <a:pt x="1711" y="696"/>
                  </a:lnTo>
                  <a:lnTo>
                    <a:pt x="1711" y="696"/>
                  </a:lnTo>
                  <a:lnTo>
                    <a:pt x="1713" y="693"/>
                  </a:lnTo>
                  <a:lnTo>
                    <a:pt x="1713" y="693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89"/>
                  </a:lnTo>
                  <a:lnTo>
                    <a:pt x="1711" y="689"/>
                  </a:lnTo>
                  <a:lnTo>
                    <a:pt x="1708" y="689"/>
                  </a:lnTo>
                  <a:lnTo>
                    <a:pt x="1708" y="689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11" y="691"/>
                  </a:lnTo>
                  <a:lnTo>
                    <a:pt x="1711" y="693"/>
                  </a:lnTo>
                  <a:lnTo>
                    <a:pt x="1711" y="693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3" y="689"/>
                  </a:lnTo>
                  <a:lnTo>
                    <a:pt x="1703" y="689"/>
                  </a:lnTo>
                  <a:lnTo>
                    <a:pt x="1703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3" y="686"/>
                  </a:lnTo>
                  <a:lnTo>
                    <a:pt x="1703" y="686"/>
                  </a:lnTo>
                  <a:lnTo>
                    <a:pt x="1701" y="686"/>
                  </a:lnTo>
                  <a:lnTo>
                    <a:pt x="1703" y="686"/>
                  </a:lnTo>
                  <a:lnTo>
                    <a:pt x="1703" y="686"/>
                  </a:lnTo>
                  <a:lnTo>
                    <a:pt x="1706" y="686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6"/>
                  </a:lnTo>
                  <a:lnTo>
                    <a:pt x="1706" y="686"/>
                  </a:lnTo>
                  <a:lnTo>
                    <a:pt x="1708" y="686"/>
                  </a:lnTo>
                  <a:lnTo>
                    <a:pt x="1708" y="686"/>
                  </a:lnTo>
                  <a:lnTo>
                    <a:pt x="1706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699" y="684"/>
                  </a:lnTo>
                  <a:lnTo>
                    <a:pt x="1699" y="684"/>
                  </a:lnTo>
                  <a:lnTo>
                    <a:pt x="1699" y="684"/>
                  </a:lnTo>
                  <a:lnTo>
                    <a:pt x="1696" y="684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4" y="684"/>
                  </a:lnTo>
                  <a:lnTo>
                    <a:pt x="1692" y="684"/>
                  </a:lnTo>
                  <a:lnTo>
                    <a:pt x="1689" y="684"/>
                  </a:lnTo>
                  <a:lnTo>
                    <a:pt x="1689" y="686"/>
                  </a:lnTo>
                  <a:lnTo>
                    <a:pt x="1689" y="689"/>
                  </a:lnTo>
                  <a:lnTo>
                    <a:pt x="1689" y="689"/>
                  </a:lnTo>
                  <a:lnTo>
                    <a:pt x="1689" y="689"/>
                  </a:lnTo>
                  <a:lnTo>
                    <a:pt x="1687" y="689"/>
                  </a:lnTo>
                  <a:lnTo>
                    <a:pt x="1687" y="689"/>
                  </a:lnTo>
                  <a:lnTo>
                    <a:pt x="1687" y="686"/>
                  </a:lnTo>
                  <a:lnTo>
                    <a:pt x="1689" y="686"/>
                  </a:lnTo>
                  <a:lnTo>
                    <a:pt x="1689" y="686"/>
                  </a:lnTo>
                  <a:lnTo>
                    <a:pt x="1689" y="684"/>
                  </a:lnTo>
                  <a:lnTo>
                    <a:pt x="1689" y="684"/>
                  </a:lnTo>
                  <a:lnTo>
                    <a:pt x="1692" y="682"/>
                  </a:lnTo>
                  <a:lnTo>
                    <a:pt x="1692" y="682"/>
                  </a:lnTo>
                  <a:lnTo>
                    <a:pt x="1692" y="679"/>
                  </a:lnTo>
                  <a:lnTo>
                    <a:pt x="1692" y="679"/>
                  </a:lnTo>
                  <a:lnTo>
                    <a:pt x="1689" y="679"/>
                  </a:lnTo>
                  <a:lnTo>
                    <a:pt x="1689" y="677"/>
                  </a:lnTo>
                  <a:lnTo>
                    <a:pt x="1687" y="677"/>
                  </a:lnTo>
                  <a:lnTo>
                    <a:pt x="1687" y="677"/>
                  </a:lnTo>
                  <a:lnTo>
                    <a:pt x="1687" y="677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9" y="677"/>
                  </a:lnTo>
                  <a:lnTo>
                    <a:pt x="1692" y="677"/>
                  </a:lnTo>
                  <a:lnTo>
                    <a:pt x="1692" y="679"/>
                  </a:lnTo>
                  <a:lnTo>
                    <a:pt x="1694" y="679"/>
                  </a:lnTo>
                  <a:lnTo>
                    <a:pt x="1694" y="679"/>
                  </a:lnTo>
                  <a:lnTo>
                    <a:pt x="1696" y="679"/>
                  </a:lnTo>
                  <a:lnTo>
                    <a:pt x="1696" y="679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701" y="682"/>
                  </a:lnTo>
                  <a:lnTo>
                    <a:pt x="1701" y="682"/>
                  </a:lnTo>
                  <a:lnTo>
                    <a:pt x="1701" y="682"/>
                  </a:lnTo>
                  <a:lnTo>
                    <a:pt x="1696" y="675"/>
                  </a:lnTo>
                  <a:lnTo>
                    <a:pt x="1699" y="675"/>
                  </a:lnTo>
                  <a:lnTo>
                    <a:pt x="1699" y="675"/>
                  </a:lnTo>
                  <a:lnTo>
                    <a:pt x="1701" y="677"/>
                  </a:lnTo>
                  <a:lnTo>
                    <a:pt x="1703" y="679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6" y="679"/>
                  </a:lnTo>
                  <a:lnTo>
                    <a:pt x="1706" y="682"/>
                  </a:lnTo>
                  <a:lnTo>
                    <a:pt x="1706" y="684"/>
                  </a:lnTo>
                  <a:lnTo>
                    <a:pt x="1708" y="684"/>
                  </a:lnTo>
                  <a:lnTo>
                    <a:pt x="1708" y="684"/>
                  </a:lnTo>
                  <a:lnTo>
                    <a:pt x="1711" y="684"/>
                  </a:lnTo>
                  <a:lnTo>
                    <a:pt x="1713" y="682"/>
                  </a:lnTo>
                  <a:lnTo>
                    <a:pt x="1713" y="682"/>
                  </a:lnTo>
                  <a:lnTo>
                    <a:pt x="1713" y="684"/>
                  </a:lnTo>
                  <a:lnTo>
                    <a:pt x="1713" y="684"/>
                  </a:lnTo>
                  <a:lnTo>
                    <a:pt x="1711" y="684"/>
                  </a:lnTo>
                  <a:lnTo>
                    <a:pt x="1711" y="684"/>
                  </a:lnTo>
                  <a:lnTo>
                    <a:pt x="1715" y="686"/>
                  </a:lnTo>
                  <a:lnTo>
                    <a:pt x="1715" y="686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2"/>
                  </a:lnTo>
                  <a:lnTo>
                    <a:pt x="1718" y="682"/>
                  </a:lnTo>
                  <a:lnTo>
                    <a:pt x="1718" y="679"/>
                  </a:lnTo>
                  <a:lnTo>
                    <a:pt x="1718" y="679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15" y="677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15" y="675"/>
                  </a:lnTo>
                  <a:lnTo>
                    <a:pt x="1715" y="675"/>
                  </a:lnTo>
                  <a:lnTo>
                    <a:pt x="1713" y="677"/>
                  </a:lnTo>
                  <a:lnTo>
                    <a:pt x="1713" y="677"/>
                  </a:lnTo>
                  <a:lnTo>
                    <a:pt x="1715" y="675"/>
                  </a:lnTo>
                  <a:lnTo>
                    <a:pt x="1715" y="675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20" y="677"/>
                  </a:lnTo>
                  <a:lnTo>
                    <a:pt x="1720" y="677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2" y="677"/>
                  </a:lnTo>
                  <a:lnTo>
                    <a:pt x="1722" y="675"/>
                  </a:lnTo>
                  <a:lnTo>
                    <a:pt x="1722" y="675"/>
                  </a:lnTo>
                  <a:lnTo>
                    <a:pt x="1720" y="675"/>
                  </a:lnTo>
                  <a:lnTo>
                    <a:pt x="1720" y="675"/>
                  </a:lnTo>
                  <a:lnTo>
                    <a:pt x="1722" y="675"/>
                  </a:lnTo>
                  <a:lnTo>
                    <a:pt x="1727" y="675"/>
                  </a:lnTo>
                  <a:lnTo>
                    <a:pt x="1727" y="675"/>
                  </a:lnTo>
                  <a:lnTo>
                    <a:pt x="1727" y="675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0" y="682"/>
                  </a:lnTo>
                  <a:lnTo>
                    <a:pt x="1720" y="682"/>
                  </a:lnTo>
                  <a:lnTo>
                    <a:pt x="1720" y="682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7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3"/>
                  </a:lnTo>
                  <a:lnTo>
                    <a:pt x="1729" y="693"/>
                  </a:lnTo>
                  <a:lnTo>
                    <a:pt x="1729" y="693"/>
                  </a:lnTo>
                  <a:lnTo>
                    <a:pt x="1729" y="696"/>
                  </a:lnTo>
                  <a:lnTo>
                    <a:pt x="1729" y="696"/>
                  </a:lnTo>
                  <a:lnTo>
                    <a:pt x="1732" y="696"/>
                  </a:lnTo>
                  <a:lnTo>
                    <a:pt x="1732" y="698"/>
                  </a:lnTo>
                  <a:lnTo>
                    <a:pt x="1732" y="698"/>
                  </a:lnTo>
                  <a:lnTo>
                    <a:pt x="1732" y="698"/>
                  </a:lnTo>
                  <a:lnTo>
                    <a:pt x="1732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32" y="701"/>
                  </a:lnTo>
                  <a:lnTo>
                    <a:pt x="1732" y="701"/>
                  </a:lnTo>
                  <a:lnTo>
                    <a:pt x="1732" y="703"/>
                  </a:lnTo>
                  <a:lnTo>
                    <a:pt x="1732" y="705"/>
                  </a:lnTo>
                  <a:lnTo>
                    <a:pt x="1732" y="705"/>
                  </a:lnTo>
                  <a:lnTo>
                    <a:pt x="1732" y="705"/>
                  </a:lnTo>
                  <a:lnTo>
                    <a:pt x="1739" y="703"/>
                  </a:lnTo>
                  <a:lnTo>
                    <a:pt x="1739" y="701"/>
                  </a:lnTo>
                  <a:lnTo>
                    <a:pt x="1739" y="701"/>
                  </a:lnTo>
                  <a:lnTo>
                    <a:pt x="1741" y="701"/>
                  </a:lnTo>
                  <a:lnTo>
                    <a:pt x="1741" y="701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1"/>
                  </a:lnTo>
                  <a:lnTo>
                    <a:pt x="1744" y="701"/>
                  </a:lnTo>
                  <a:lnTo>
                    <a:pt x="1744" y="698"/>
                  </a:lnTo>
                  <a:lnTo>
                    <a:pt x="1744" y="698"/>
                  </a:lnTo>
                  <a:lnTo>
                    <a:pt x="1741" y="698"/>
                  </a:lnTo>
                  <a:lnTo>
                    <a:pt x="1741" y="696"/>
                  </a:lnTo>
                  <a:lnTo>
                    <a:pt x="1741" y="696"/>
                  </a:lnTo>
                  <a:lnTo>
                    <a:pt x="1744" y="696"/>
                  </a:lnTo>
                  <a:lnTo>
                    <a:pt x="1744" y="698"/>
                  </a:lnTo>
                  <a:lnTo>
                    <a:pt x="1744" y="698"/>
                  </a:lnTo>
                  <a:lnTo>
                    <a:pt x="1746" y="701"/>
                  </a:lnTo>
                  <a:lnTo>
                    <a:pt x="1746" y="701"/>
                  </a:lnTo>
                  <a:lnTo>
                    <a:pt x="1746" y="703"/>
                  </a:lnTo>
                  <a:lnTo>
                    <a:pt x="1748" y="705"/>
                  </a:lnTo>
                  <a:lnTo>
                    <a:pt x="1751" y="708"/>
                  </a:lnTo>
                  <a:lnTo>
                    <a:pt x="1751" y="708"/>
                  </a:lnTo>
                  <a:lnTo>
                    <a:pt x="1755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1"/>
                  </a:lnTo>
                  <a:lnTo>
                    <a:pt x="1758" y="701"/>
                  </a:lnTo>
                  <a:lnTo>
                    <a:pt x="1755" y="696"/>
                  </a:lnTo>
                  <a:lnTo>
                    <a:pt x="1753" y="693"/>
                  </a:lnTo>
                  <a:lnTo>
                    <a:pt x="1753" y="693"/>
                  </a:lnTo>
                  <a:lnTo>
                    <a:pt x="1753" y="693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1" y="691"/>
                  </a:lnTo>
                  <a:lnTo>
                    <a:pt x="1751" y="689"/>
                  </a:lnTo>
                  <a:lnTo>
                    <a:pt x="1748" y="686"/>
                  </a:lnTo>
                  <a:lnTo>
                    <a:pt x="1748" y="686"/>
                  </a:lnTo>
                  <a:lnTo>
                    <a:pt x="1748" y="686"/>
                  </a:lnTo>
                  <a:lnTo>
                    <a:pt x="1748" y="684"/>
                  </a:lnTo>
                  <a:lnTo>
                    <a:pt x="1748" y="684"/>
                  </a:lnTo>
                  <a:lnTo>
                    <a:pt x="1748" y="684"/>
                  </a:lnTo>
                  <a:lnTo>
                    <a:pt x="1746" y="679"/>
                  </a:lnTo>
                  <a:lnTo>
                    <a:pt x="1746" y="679"/>
                  </a:lnTo>
                  <a:lnTo>
                    <a:pt x="1746" y="679"/>
                  </a:lnTo>
                  <a:lnTo>
                    <a:pt x="1746" y="677"/>
                  </a:lnTo>
                  <a:lnTo>
                    <a:pt x="1741" y="675"/>
                  </a:lnTo>
                  <a:lnTo>
                    <a:pt x="1741" y="672"/>
                  </a:lnTo>
                  <a:lnTo>
                    <a:pt x="1741" y="672"/>
                  </a:lnTo>
                  <a:lnTo>
                    <a:pt x="1741" y="670"/>
                  </a:lnTo>
                  <a:lnTo>
                    <a:pt x="1741" y="670"/>
                  </a:lnTo>
                  <a:lnTo>
                    <a:pt x="1739" y="670"/>
                  </a:lnTo>
                  <a:lnTo>
                    <a:pt x="1739" y="670"/>
                  </a:lnTo>
                  <a:lnTo>
                    <a:pt x="1739" y="670"/>
                  </a:lnTo>
                  <a:lnTo>
                    <a:pt x="1737" y="667"/>
                  </a:lnTo>
                  <a:lnTo>
                    <a:pt x="1737" y="667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3"/>
                  </a:lnTo>
                  <a:lnTo>
                    <a:pt x="1737" y="663"/>
                  </a:lnTo>
                  <a:lnTo>
                    <a:pt x="1737" y="663"/>
                  </a:lnTo>
                  <a:lnTo>
                    <a:pt x="1737" y="660"/>
                  </a:lnTo>
                  <a:lnTo>
                    <a:pt x="1737" y="660"/>
                  </a:lnTo>
                  <a:lnTo>
                    <a:pt x="1734" y="660"/>
                  </a:lnTo>
                  <a:lnTo>
                    <a:pt x="1734" y="658"/>
                  </a:lnTo>
                  <a:lnTo>
                    <a:pt x="1734" y="658"/>
                  </a:lnTo>
                  <a:lnTo>
                    <a:pt x="1732" y="658"/>
                  </a:lnTo>
                  <a:lnTo>
                    <a:pt x="1732" y="656"/>
                  </a:lnTo>
                  <a:lnTo>
                    <a:pt x="1732" y="656"/>
                  </a:lnTo>
                  <a:lnTo>
                    <a:pt x="1729" y="653"/>
                  </a:lnTo>
                  <a:lnTo>
                    <a:pt x="1727" y="653"/>
                  </a:lnTo>
                  <a:lnTo>
                    <a:pt x="1729" y="653"/>
                  </a:lnTo>
                  <a:lnTo>
                    <a:pt x="1729" y="653"/>
                  </a:lnTo>
                  <a:lnTo>
                    <a:pt x="1732" y="653"/>
                  </a:lnTo>
                  <a:lnTo>
                    <a:pt x="1734" y="656"/>
                  </a:lnTo>
                  <a:lnTo>
                    <a:pt x="1734" y="656"/>
                  </a:lnTo>
                  <a:lnTo>
                    <a:pt x="1734" y="658"/>
                  </a:lnTo>
                  <a:lnTo>
                    <a:pt x="1734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60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29" y="648"/>
                  </a:lnTo>
                  <a:lnTo>
                    <a:pt x="1729" y="648"/>
                  </a:lnTo>
                  <a:lnTo>
                    <a:pt x="1727" y="648"/>
                  </a:lnTo>
                  <a:lnTo>
                    <a:pt x="1727" y="648"/>
                  </a:lnTo>
                  <a:lnTo>
                    <a:pt x="1727" y="648"/>
                  </a:lnTo>
                  <a:lnTo>
                    <a:pt x="1729" y="648"/>
                  </a:lnTo>
                  <a:lnTo>
                    <a:pt x="1729" y="648"/>
                  </a:lnTo>
                  <a:lnTo>
                    <a:pt x="1732" y="648"/>
                  </a:lnTo>
                  <a:lnTo>
                    <a:pt x="1732" y="646"/>
                  </a:lnTo>
                  <a:lnTo>
                    <a:pt x="1729" y="644"/>
                  </a:lnTo>
                  <a:lnTo>
                    <a:pt x="1729" y="639"/>
                  </a:lnTo>
                  <a:lnTo>
                    <a:pt x="1729" y="637"/>
                  </a:lnTo>
                  <a:lnTo>
                    <a:pt x="1732" y="639"/>
                  </a:lnTo>
                  <a:lnTo>
                    <a:pt x="1732" y="641"/>
                  </a:lnTo>
                  <a:lnTo>
                    <a:pt x="1732" y="646"/>
                  </a:lnTo>
                  <a:lnTo>
                    <a:pt x="1732" y="648"/>
                  </a:lnTo>
                  <a:lnTo>
                    <a:pt x="1734" y="651"/>
                  </a:lnTo>
                  <a:lnTo>
                    <a:pt x="1737" y="653"/>
                  </a:lnTo>
                  <a:lnTo>
                    <a:pt x="1737" y="653"/>
                  </a:lnTo>
                  <a:lnTo>
                    <a:pt x="1739" y="656"/>
                  </a:lnTo>
                  <a:lnTo>
                    <a:pt x="1739" y="658"/>
                  </a:lnTo>
                  <a:lnTo>
                    <a:pt x="1739" y="658"/>
                  </a:lnTo>
                  <a:lnTo>
                    <a:pt x="1741" y="660"/>
                  </a:lnTo>
                  <a:lnTo>
                    <a:pt x="1741" y="660"/>
                  </a:lnTo>
                  <a:lnTo>
                    <a:pt x="1741" y="663"/>
                  </a:lnTo>
                  <a:lnTo>
                    <a:pt x="1741" y="663"/>
                  </a:lnTo>
                  <a:lnTo>
                    <a:pt x="1744" y="663"/>
                  </a:lnTo>
                  <a:lnTo>
                    <a:pt x="1744" y="663"/>
                  </a:lnTo>
                  <a:lnTo>
                    <a:pt x="1744" y="665"/>
                  </a:lnTo>
                  <a:lnTo>
                    <a:pt x="1744" y="667"/>
                  </a:lnTo>
                  <a:lnTo>
                    <a:pt x="1746" y="667"/>
                  </a:lnTo>
                  <a:lnTo>
                    <a:pt x="1746" y="667"/>
                  </a:lnTo>
                  <a:lnTo>
                    <a:pt x="1746" y="670"/>
                  </a:lnTo>
                  <a:lnTo>
                    <a:pt x="1746" y="672"/>
                  </a:lnTo>
                  <a:lnTo>
                    <a:pt x="1746" y="672"/>
                  </a:lnTo>
                  <a:lnTo>
                    <a:pt x="1746" y="672"/>
                  </a:lnTo>
                  <a:lnTo>
                    <a:pt x="1748" y="675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2"/>
                  </a:lnTo>
                  <a:lnTo>
                    <a:pt x="1751" y="672"/>
                  </a:lnTo>
                  <a:lnTo>
                    <a:pt x="1751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5"/>
                  </a:lnTo>
                  <a:lnTo>
                    <a:pt x="1755" y="675"/>
                  </a:lnTo>
                  <a:lnTo>
                    <a:pt x="1755" y="677"/>
                  </a:lnTo>
                  <a:lnTo>
                    <a:pt x="1755" y="679"/>
                  </a:lnTo>
                  <a:lnTo>
                    <a:pt x="1755" y="679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5" y="679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3" y="679"/>
                  </a:lnTo>
                  <a:lnTo>
                    <a:pt x="1755" y="682"/>
                  </a:lnTo>
                  <a:lnTo>
                    <a:pt x="1755" y="684"/>
                  </a:lnTo>
                  <a:lnTo>
                    <a:pt x="1758" y="686"/>
                  </a:lnTo>
                  <a:lnTo>
                    <a:pt x="1760" y="686"/>
                  </a:lnTo>
                  <a:lnTo>
                    <a:pt x="1760" y="686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5" y="691"/>
                  </a:lnTo>
                  <a:lnTo>
                    <a:pt x="1765" y="693"/>
                  </a:lnTo>
                  <a:lnTo>
                    <a:pt x="1765" y="693"/>
                  </a:lnTo>
                  <a:lnTo>
                    <a:pt x="1765" y="696"/>
                  </a:lnTo>
                  <a:lnTo>
                    <a:pt x="1767" y="696"/>
                  </a:lnTo>
                  <a:lnTo>
                    <a:pt x="1767" y="696"/>
                  </a:lnTo>
                  <a:lnTo>
                    <a:pt x="1767" y="696"/>
                  </a:lnTo>
                  <a:lnTo>
                    <a:pt x="1770" y="693"/>
                  </a:lnTo>
                  <a:lnTo>
                    <a:pt x="1770" y="693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4" y="696"/>
                  </a:lnTo>
                  <a:lnTo>
                    <a:pt x="1774" y="696"/>
                  </a:lnTo>
                  <a:lnTo>
                    <a:pt x="1774" y="696"/>
                  </a:lnTo>
                  <a:lnTo>
                    <a:pt x="1777" y="696"/>
                  </a:lnTo>
                  <a:lnTo>
                    <a:pt x="1777" y="696"/>
                  </a:lnTo>
                  <a:lnTo>
                    <a:pt x="1784" y="701"/>
                  </a:lnTo>
                  <a:lnTo>
                    <a:pt x="1786" y="701"/>
                  </a:lnTo>
                  <a:lnTo>
                    <a:pt x="1786" y="701"/>
                  </a:lnTo>
                  <a:lnTo>
                    <a:pt x="1786" y="701"/>
                  </a:lnTo>
                  <a:lnTo>
                    <a:pt x="1789" y="701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6"/>
                  </a:lnTo>
                  <a:lnTo>
                    <a:pt x="1786" y="696"/>
                  </a:lnTo>
                  <a:lnTo>
                    <a:pt x="1786" y="696"/>
                  </a:lnTo>
                  <a:lnTo>
                    <a:pt x="1786" y="693"/>
                  </a:lnTo>
                  <a:lnTo>
                    <a:pt x="1786" y="693"/>
                  </a:lnTo>
                  <a:lnTo>
                    <a:pt x="1786" y="691"/>
                  </a:lnTo>
                  <a:lnTo>
                    <a:pt x="1789" y="691"/>
                  </a:lnTo>
                  <a:lnTo>
                    <a:pt x="1789" y="689"/>
                  </a:lnTo>
                  <a:lnTo>
                    <a:pt x="1786" y="689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9" y="686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2"/>
                  </a:lnTo>
                  <a:lnTo>
                    <a:pt x="1786" y="682"/>
                  </a:lnTo>
                  <a:lnTo>
                    <a:pt x="1789" y="682"/>
                  </a:lnTo>
                  <a:lnTo>
                    <a:pt x="1789" y="679"/>
                  </a:lnTo>
                  <a:lnTo>
                    <a:pt x="1789" y="679"/>
                  </a:lnTo>
                  <a:lnTo>
                    <a:pt x="1793" y="679"/>
                  </a:lnTo>
                  <a:lnTo>
                    <a:pt x="1793" y="679"/>
                  </a:lnTo>
                  <a:lnTo>
                    <a:pt x="1791" y="679"/>
                  </a:lnTo>
                  <a:lnTo>
                    <a:pt x="1789" y="682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9"/>
                  </a:lnTo>
                  <a:lnTo>
                    <a:pt x="1789" y="689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3"/>
                  </a:lnTo>
                  <a:lnTo>
                    <a:pt x="1791" y="693"/>
                  </a:lnTo>
                  <a:lnTo>
                    <a:pt x="1789" y="693"/>
                  </a:lnTo>
                  <a:lnTo>
                    <a:pt x="1789" y="693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701"/>
                  </a:lnTo>
                  <a:lnTo>
                    <a:pt x="1789" y="701"/>
                  </a:lnTo>
                  <a:lnTo>
                    <a:pt x="1791" y="701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3" y="703"/>
                  </a:lnTo>
                  <a:lnTo>
                    <a:pt x="1791" y="705"/>
                  </a:lnTo>
                  <a:lnTo>
                    <a:pt x="1791" y="705"/>
                  </a:lnTo>
                  <a:lnTo>
                    <a:pt x="1791" y="705"/>
                  </a:lnTo>
                  <a:lnTo>
                    <a:pt x="1793" y="705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10"/>
                  </a:lnTo>
                  <a:lnTo>
                    <a:pt x="1796" y="710"/>
                  </a:lnTo>
                  <a:lnTo>
                    <a:pt x="1796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800" y="710"/>
                  </a:lnTo>
                  <a:lnTo>
                    <a:pt x="1800" y="710"/>
                  </a:lnTo>
                  <a:lnTo>
                    <a:pt x="1800" y="708"/>
                  </a:lnTo>
                  <a:lnTo>
                    <a:pt x="1800" y="708"/>
                  </a:lnTo>
                  <a:lnTo>
                    <a:pt x="1800" y="705"/>
                  </a:lnTo>
                  <a:lnTo>
                    <a:pt x="1800" y="703"/>
                  </a:lnTo>
                  <a:lnTo>
                    <a:pt x="1800" y="701"/>
                  </a:lnTo>
                  <a:lnTo>
                    <a:pt x="1800" y="701"/>
                  </a:lnTo>
                  <a:lnTo>
                    <a:pt x="1800" y="701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3"/>
                  </a:lnTo>
                  <a:lnTo>
                    <a:pt x="1803" y="703"/>
                  </a:lnTo>
                  <a:lnTo>
                    <a:pt x="1803" y="705"/>
                  </a:lnTo>
                  <a:lnTo>
                    <a:pt x="1803" y="705"/>
                  </a:lnTo>
                  <a:lnTo>
                    <a:pt x="1803" y="708"/>
                  </a:lnTo>
                  <a:lnTo>
                    <a:pt x="1805" y="705"/>
                  </a:lnTo>
                  <a:lnTo>
                    <a:pt x="1805" y="708"/>
                  </a:lnTo>
                  <a:lnTo>
                    <a:pt x="1805" y="708"/>
                  </a:lnTo>
                  <a:lnTo>
                    <a:pt x="1805" y="708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0" y="712"/>
                  </a:lnTo>
                  <a:lnTo>
                    <a:pt x="1803" y="712"/>
                  </a:lnTo>
                  <a:lnTo>
                    <a:pt x="1803" y="712"/>
                  </a:lnTo>
                  <a:lnTo>
                    <a:pt x="1803" y="715"/>
                  </a:lnTo>
                  <a:lnTo>
                    <a:pt x="1803" y="715"/>
                  </a:lnTo>
                  <a:lnTo>
                    <a:pt x="1803" y="715"/>
                  </a:lnTo>
                  <a:lnTo>
                    <a:pt x="1805" y="717"/>
                  </a:lnTo>
                  <a:lnTo>
                    <a:pt x="1808" y="719"/>
                  </a:lnTo>
                  <a:lnTo>
                    <a:pt x="1810" y="719"/>
                  </a:lnTo>
                  <a:lnTo>
                    <a:pt x="1810" y="719"/>
                  </a:lnTo>
                  <a:lnTo>
                    <a:pt x="1810" y="717"/>
                  </a:lnTo>
                  <a:lnTo>
                    <a:pt x="1810" y="717"/>
                  </a:lnTo>
                  <a:lnTo>
                    <a:pt x="1810" y="715"/>
                  </a:lnTo>
                  <a:lnTo>
                    <a:pt x="1810" y="712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2"/>
                  </a:lnTo>
                  <a:lnTo>
                    <a:pt x="1810" y="712"/>
                  </a:lnTo>
                  <a:lnTo>
                    <a:pt x="1810" y="712"/>
                  </a:lnTo>
                  <a:lnTo>
                    <a:pt x="1810" y="710"/>
                  </a:lnTo>
                  <a:lnTo>
                    <a:pt x="1810" y="710"/>
                  </a:lnTo>
                  <a:lnTo>
                    <a:pt x="1822" y="708"/>
                  </a:lnTo>
                  <a:lnTo>
                    <a:pt x="1822" y="710"/>
                  </a:lnTo>
                  <a:lnTo>
                    <a:pt x="1824" y="710"/>
                  </a:lnTo>
                  <a:lnTo>
                    <a:pt x="1824" y="710"/>
                  </a:lnTo>
                  <a:lnTo>
                    <a:pt x="1824" y="710"/>
                  </a:lnTo>
                  <a:lnTo>
                    <a:pt x="1822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7" y="710"/>
                  </a:lnTo>
                  <a:lnTo>
                    <a:pt x="1815" y="710"/>
                  </a:lnTo>
                  <a:lnTo>
                    <a:pt x="1815" y="710"/>
                  </a:lnTo>
                  <a:lnTo>
                    <a:pt x="1812" y="710"/>
                  </a:lnTo>
                  <a:lnTo>
                    <a:pt x="1812" y="710"/>
                  </a:lnTo>
                  <a:lnTo>
                    <a:pt x="1810" y="710"/>
                  </a:lnTo>
                  <a:lnTo>
                    <a:pt x="1810" y="712"/>
                  </a:lnTo>
                  <a:lnTo>
                    <a:pt x="1812" y="717"/>
                  </a:lnTo>
                  <a:lnTo>
                    <a:pt x="1815" y="719"/>
                  </a:lnTo>
                  <a:lnTo>
                    <a:pt x="1815" y="719"/>
                  </a:lnTo>
                  <a:lnTo>
                    <a:pt x="1815" y="722"/>
                  </a:lnTo>
                  <a:lnTo>
                    <a:pt x="1817" y="722"/>
                  </a:lnTo>
                  <a:lnTo>
                    <a:pt x="1819" y="722"/>
                  </a:lnTo>
                  <a:lnTo>
                    <a:pt x="1819" y="722"/>
                  </a:lnTo>
                  <a:lnTo>
                    <a:pt x="1822" y="722"/>
                  </a:lnTo>
                  <a:lnTo>
                    <a:pt x="1824" y="724"/>
                  </a:lnTo>
                  <a:lnTo>
                    <a:pt x="1826" y="724"/>
                  </a:lnTo>
                  <a:lnTo>
                    <a:pt x="1826" y="724"/>
                  </a:lnTo>
                  <a:lnTo>
                    <a:pt x="1826" y="724"/>
                  </a:lnTo>
                  <a:lnTo>
                    <a:pt x="1829" y="724"/>
                  </a:lnTo>
                  <a:lnTo>
                    <a:pt x="1829" y="724"/>
                  </a:lnTo>
                  <a:lnTo>
                    <a:pt x="1829" y="724"/>
                  </a:lnTo>
                  <a:lnTo>
                    <a:pt x="1829" y="727"/>
                  </a:lnTo>
                  <a:lnTo>
                    <a:pt x="1831" y="727"/>
                  </a:lnTo>
                  <a:lnTo>
                    <a:pt x="1831" y="729"/>
                  </a:lnTo>
                  <a:lnTo>
                    <a:pt x="1834" y="729"/>
                  </a:lnTo>
                  <a:lnTo>
                    <a:pt x="1836" y="729"/>
                  </a:lnTo>
                  <a:lnTo>
                    <a:pt x="1836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1" y="729"/>
                  </a:lnTo>
                  <a:lnTo>
                    <a:pt x="1831" y="727"/>
                  </a:lnTo>
                  <a:lnTo>
                    <a:pt x="1831" y="727"/>
                  </a:lnTo>
                  <a:lnTo>
                    <a:pt x="1829" y="727"/>
                  </a:lnTo>
                  <a:lnTo>
                    <a:pt x="1829" y="727"/>
                  </a:lnTo>
                  <a:lnTo>
                    <a:pt x="1826" y="727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7" y="724"/>
                  </a:lnTo>
                  <a:lnTo>
                    <a:pt x="1815" y="724"/>
                  </a:lnTo>
                  <a:lnTo>
                    <a:pt x="1815" y="724"/>
                  </a:lnTo>
                  <a:lnTo>
                    <a:pt x="1815" y="724"/>
                  </a:lnTo>
                  <a:lnTo>
                    <a:pt x="1815" y="722"/>
                  </a:lnTo>
                  <a:lnTo>
                    <a:pt x="1815" y="722"/>
                  </a:lnTo>
                  <a:lnTo>
                    <a:pt x="1815" y="722"/>
                  </a:lnTo>
                  <a:lnTo>
                    <a:pt x="1815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9"/>
                  </a:lnTo>
                  <a:lnTo>
                    <a:pt x="1812" y="729"/>
                  </a:lnTo>
                  <a:lnTo>
                    <a:pt x="1812" y="729"/>
                  </a:lnTo>
                  <a:lnTo>
                    <a:pt x="1815" y="731"/>
                  </a:lnTo>
                  <a:lnTo>
                    <a:pt x="1815" y="731"/>
                  </a:lnTo>
                  <a:lnTo>
                    <a:pt x="1817" y="731"/>
                  </a:lnTo>
                  <a:lnTo>
                    <a:pt x="1819" y="729"/>
                  </a:lnTo>
                  <a:lnTo>
                    <a:pt x="1819" y="729"/>
                  </a:lnTo>
                  <a:lnTo>
                    <a:pt x="1822" y="729"/>
                  </a:lnTo>
                  <a:lnTo>
                    <a:pt x="1824" y="727"/>
                  </a:lnTo>
                  <a:lnTo>
                    <a:pt x="1824" y="727"/>
                  </a:lnTo>
                  <a:lnTo>
                    <a:pt x="1824" y="729"/>
                  </a:lnTo>
                  <a:lnTo>
                    <a:pt x="1822" y="729"/>
                  </a:lnTo>
                  <a:lnTo>
                    <a:pt x="1819" y="731"/>
                  </a:lnTo>
                  <a:lnTo>
                    <a:pt x="1819" y="731"/>
                  </a:lnTo>
                  <a:lnTo>
                    <a:pt x="1819" y="734"/>
                  </a:lnTo>
                  <a:lnTo>
                    <a:pt x="1819" y="734"/>
                  </a:lnTo>
                  <a:lnTo>
                    <a:pt x="1819" y="736"/>
                  </a:lnTo>
                  <a:lnTo>
                    <a:pt x="1819" y="736"/>
                  </a:lnTo>
                  <a:lnTo>
                    <a:pt x="1822" y="738"/>
                  </a:lnTo>
                  <a:lnTo>
                    <a:pt x="1822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8"/>
                  </a:lnTo>
                  <a:lnTo>
                    <a:pt x="1826" y="738"/>
                  </a:lnTo>
                  <a:lnTo>
                    <a:pt x="1826" y="738"/>
                  </a:lnTo>
                  <a:lnTo>
                    <a:pt x="1824" y="738"/>
                  </a:lnTo>
                  <a:lnTo>
                    <a:pt x="1824" y="741"/>
                  </a:lnTo>
                  <a:lnTo>
                    <a:pt x="1824" y="741"/>
                  </a:lnTo>
                  <a:lnTo>
                    <a:pt x="1824" y="741"/>
                  </a:lnTo>
                  <a:lnTo>
                    <a:pt x="1826" y="743"/>
                  </a:lnTo>
                  <a:lnTo>
                    <a:pt x="1826" y="743"/>
                  </a:lnTo>
                  <a:lnTo>
                    <a:pt x="1829" y="741"/>
                  </a:lnTo>
                  <a:lnTo>
                    <a:pt x="1831" y="741"/>
                  </a:lnTo>
                  <a:lnTo>
                    <a:pt x="1831" y="743"/>
                  </a:lnTo>
                  <a:lnTo>
                    <a:pt x="1831" y="743"/>
                  </a:lnTo>
                  <a:lnTo>
                    <a:pt x="1831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41"/>
                  </a:lnTo>
                  <a:lnTo>
                    <a:pt x="1836" y="741"/>
                  </a:lnTo>
                  <a:lnTo>
                    <a:pt x="1836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4" y="743"/>
                  </a:lnTo>
                  <a:lnTo>
                    <a:pt x="1834" y="743"/>
                  </a:lnTo>
                  <a:lnTo>
                    <a:pt x="1831" y="746"/>
                  </a:lnTo>
                  <a:lnTo>
                    <a:pt x="1826" y="746"/>
                  </a:lnTo>
                  <a:lnTo>
                    <a:pt x="1824" y="746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50"/>
                  </a:lnTo>
                  <a:lnTo>
                    <a:pt x="1826" y="750"/>
                  </a:lnTo>
                  <a:lnTo>
                    <a:pt x="1824" y="750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6" y="753"/>
                  </a:lnTo>
                  <a:lnTo>
                    <a:pt x="1826" y="753"/>
                  </a:lnTo>
                  <a:lnTo>
                    <a:pt x="1826" y="753"/>
                  </a:lnTo>
                  <a:lnTo>
                    <a:pt x="1829" y="755"/>
                  </a:lnTo>
                  <a:lnTo>
                    <a:pt x="1829" y="755"/>
                  </a:lnTo>
                  <a:lnTo>
                    <a:pt x="1829" y="755"/>
                  </a:lnTo>
                  <a:lnTo>
                    <a:pt x="1831" y="755"/>
                  </a:lnTo>
                  <a:lnTo>
                    <a:pt x="1834" y="755"/>
                  </a:lnTo>
                  <a:lnTo>
                    <a:pt x="1834" y="755"/>
                  </a:lnTo>
                  <a:lnTo>
                    <a:pt x="1834" y="755"/>
                  </a:lnTo>
                  <a:lnTo>
                    <a:pt x="1834" y="753"/>
                  </a:lnTo>
                  <a:lnTo>
                    <a:pt x="1834" y="750"/>
                  </a:lnTo>
                  <a:lnTo>
                    <a:pt x="1834" y="750"/>
                  </a:lnTo>
                  <a:lnTo>
                    <a:pt x="1834" y="750"/>
                  </a:lnTo>
                  <a:lnTo>
                    <a:pt x="1836" y="750"/>
                  </a:lnTo>
                  <a:lnTo>
                    <a:pt x="1836" y="750"/>
                  </a:lnTo>
                  <a:lnTo>
                    <a:pt x="1836" y="753"/>
                  </a:lnTo>
                  <a:lnTo>
                    <a:pt x="1836" y="753"/>
                  </a:lnTo>
                  <a:lnTo>
                    <a:pt x="1836" y="753"/>
                  </a:lnTo>
                  <a:lnTo>
                    <a:pt x="1836" y="750"/>
                  </a:lnTo>
                  <a:lnTo>
                    <a:pt x="1836" y="753"/>
                  </a:lnTo>
                  <a:lnTo>
                    <a:pt x="1836" y="750"/>
                  </a:lnTo>
                  <a:lnTo>
                    <a:pt x="1838" y="750"/>
                  </a:lnTo>
                  <a:lnTo>
                    <a:pt x="1838" y="750"/>
                  </a:lnTo>
                  <a:lnTo>
                    <a:pt x="1838" y="750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3" y="755"/>
                  </a:lnTo>
                  <a:lnTo>
                    <a:pt x="1843" y="755"/>
                  </a:lnTo>
                  <a:lnTo>
                    <a:pt x="1845" y="755"/>
                  </a:lnTo>
                  <a:lnTo>
                    <a:pt x="1845" y="755"/>
                  </a:lnTo>
                  <a:lnTo>
                    <a:pt x="1845" y="755"/>
                  </a:lnTo>
                  <a:lnTo>
                    <a:pt x="1848" y="755"/>
                  </a:lnTo>
                  <a:lnTo>
                    <a:pt x="1848" y="755"/>
                  </a:lnTo>
                  <a:lnTo>
                    <a:pt x="1848" y="755"/>
                  </a:lnTo>
                  <a:lnTo>
                    <a:pt x="1848" y="753"/>
                  </a:lnTo>
                  <a:lnTo>
                    <a:pt x="1848" y="753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3"/>
                  </a:lnTo>
                  <a:lnTo>
                    <a:pt x="1850" y="753"/>
                  </a:lnTo>
                  <a:lnTo>
                    <a:pt x="1850" y="753"/>
                  </a:lnTo>
                  <a:lnTo>
                    <a:pt x="1852" y="755"/>
                  </a:lnTo>
                  <a:lnTo>
                    <a:pt x="1852" y="757"/>
                  </a:lnTo>
                  <a:lnTo>
                    <a:pt x="1852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48" y="757"/>
                  </a:lnTo>
                  <a:lnTo>
                    <a:pt x="1848" y="757"/>
                  </a:lnTo>
                  <a:lnTo>
                    <a:pt x="1848" y="757"/>
                  </a:lnTo>
                  <a:lnTo>
                    <a:pt x="1848" y="760"/>
                  </a:lnTo>
                  <a:lnTo>
                    <a:pt x="1848" y="760"/>
                  </a:lnTo>
                  <a:lnTo>
                    <a:pt x="1850" y="760"/>
                  </a:lnTo>
                  <a:lnTo>
                    <a:pt x="1850" y="760"/>
                  </a:lnTo>
                  <a:lnTo>
                    <a:pt x="1850" y="760"/>
                  </a:lnTo>
                  <a:lnTo>
                    <a:pt x="1850" y="762"/>
                  </a:lnTo>
                  <a:lnTo>
                    <a:pt x="1850" y="762"/>
                  </a:lnTo>
                  <a:lnTo>
                    <a:pt x="1850" y="762"/>
                  </a:lnTo>
                  <a:lnTo>
                    <a:pt x="1852" y="762"/>
                  </a:lnTo>
                  <a:lnTo>
                    <a:pt x="1852" y="762"/>
                  </a:lnTo>
                  <a:lnTo>
                    <a:pt x="1855" y="762"/>
                  </a:lnTo>
                  <a:lnTo>
                    <a:pt x="1855" y="764"/>
                  </a:lnTo>
                  <a:lnTo>
                    <a:pt x="1855" y="764"/>
                  </a:lnTo>
                  <a:lnTo>
                    <a:pt x="1855" y="764"/>
                  </a:lnTo>
                  <a:lnTo>
                    <a:pt x="1860" y="767"/>
                  </a:lnTo>
                  <a:lnTo>
                    <a:pt x="1864" y="767"/>
                  </a:lnTo>
                  <a:lnTo>
                    <a:pt x="1864" y="767"/>
                  </a:lnTo>
                  <a:lnTo>
                    <a:pt x="1864" y="767"/>
                  </a:lnTo>
                  <a:lnTo>
                    <a:pt x="1864" y="764"/>
                  </a:lnTo>
                  <a:lnTo>
                    <a:pt x="1864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9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7"/>
                  </a:lnTo>
                  <a:lnTo>
                    <a:pt x="1867" y="767"/>
                  </a:lnTo>
                  <a:lnTo>
                    <a:pt x="1867" y="767"/>
                  </a:lnTo>
                  <a:lnTo>
                    <a:pt x="1864" y="769"/>
                  </a:lnTo>
                  <a:lnTo>
                    <a:pt x="1867" y="769"/>
                  </a:lnTo>
                  <a:lnTo>
                    <a:pt x="1867" y="769"/>
                  </a:lnTo>
                  <a:lnTo>
                    <a:pt x="1867" y="769"/>
                  </a:lnTo>
                  <a:lnTo>
                    <a:pt x="1867" y="772"/>
                  </a:lnTo>
                  <a:lnTo>
                    <a:pt x="1867" y="772"/>
                  </a:lnTo>
                  <a:lnTo>
                    <a:pt x="1867" y="772"/>
                  </a:lnTo>
                  <a:lnTo>
                    <a:pt x="1864" y="772"/>
                  </a:lnTo>
                  <a:lnTo>
                    <a:pt x="1867" y="774"/>
                  </a:lnTo>
                  <a:lnTo>
                    <a:pt x="1867" y="774"/>
                  </a:lnTo>
                  <a:lnTo>
                    <a:pt x="1867" y="774"/>
                  </a:lnTo>
                  <a:lnTo>
                    <a:pt x="1869" y="776"/>
                  </a:lnTo>
                  <a:lnTo>
                    <a:pt x="1869" y="774"/>
                  </a:lnTo>
                  <a:lnTo>
                    <a:pt x="1871" y="774"/>
                  </a:lnTo>
                  <a:lnTo>
                    <a:pt x="1871" y="772"/>
                  </a:lnTo>
                  <a:lnTo>
                    <a:pt x="1874" y="772"/>
                  </a:lnTo>
                  <a:lnTo>
                    <a:pt x="1874" y="774"/>
                  </a:lnTo>
                  <a:lnTo>
                    <a:pt x="1874" y="776"/>
                  </a:lnTo>
                  <a:lnTo>
                    <a:pt x="1874" y="776"/>
                  </a:lnTo>
                  <a:lnTo>
                    <a:pt x="1874" y="779"/>
                  </a:lnTo>
                  <a:lnTo>
                    <a:pt x="1874" y="779"/>
                  </a:lnTo>
                  <a:lnTo>
                    <a:pt x="1874" y="779"/>
                  </a:lnTo>
                  <a:lnTo>
                    <a:pt x="1876" y="779"/>
                  </a:lnTo>
                  <a:lnTo>
                    <a:pt x="1876" y="779"/>
                  </a:lnTo>
                  <a:lnTo>
                    <a:pt x="1878" y="779"/>
                  </a:lnTo>
                  <a:lnTo>
                    <a:pt x="1878" y="781"/>
                  </a:lnTo>
                  <a:lnTo>
                    <a:pt x="1881" y="781"/>
                  </a:lnTo>
                  <a:lnTo>
                    <a:pt x="1881" y="781"/>
                  </a:lnTo>
                  <a:lnTo>
                    <a:pt x="1883" y="786"/>
                  </a:lnTo>
                  <a:lnTo>
                    <a:pt x="1883" y="783"/>
                  </a:lnTo>
                  <a:lnTo>
                    <a:pt x="1883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8" y="783"/>
                  </a:lnTo>
                  <a:lnTo>
                    <a:pt x="1888" y="783"/>
                  </a:lnTo>
                  <a:lnTo>
                    <a:pt x="1888" y="783"/>
                  </a:lnTo>
                  <a:lnTo>
                    <a:pt x="1890" y="786"/>
                  </a:lnTo>
                  <a:lnTo>
                    <a:pt x="1890" y="788"/>
                  </a:lnTo>
                  <a:lnTo>
                    <a:pt x="1893" y="790"/>
                  </a:lnTo>
                  <a:lnTo>
                    <a:pt x="1895" y="790"/>
                  </a:lnTo>
                  <a:lnTo>
                    <a:pt x="1900" y="788"/>
                  </a:lnTo>
                  <a:lnTo>
                    <a:pt x="1902" y="788"/>
                  </a:lnTo>
                  <a:lnTo>
                    <a:pt x="1905" y="788"/>
                  </a:lnTo>
                  <a:lnTo>
                    <a:pt x="1905" y="788"/>
                  </a:lnTo>
                  <a:lnTo>
                    <a:pt x="1905" y="786"/>
                  </a:lnTo>
                  <a:lnTo>
                    <a:pt x="1907" y="786"/>
                  </a:lnTo>
                  <a:lnTo>
                    <a:pt x="1907" y="786"/>
                  </a:lnTo>
                  <a:lnTo>
                    <a:pt x="1907" y="786"/>
                  </a:lnTo>
                  <a:lnTo>
                    <a:pt x="1907" y="788"/>
                  </a:lnTo>
                  <a:lnTo>
                    <a:pt x="1905" y="788"/>
                  </a:lnTo>
                  <a:lnTo>
                    <a:pt x="1905" y="790"/>
                  </a:lnTo>
                  <a:lnTo>
                    <a:pt x="1905" y="790"/>
                  </a:lnTo>
                  <a:lnTo>
                    <a:pt x="1900" y="790"/>
                  </a:lnTo>
                  <a:lnTo>
                    <a:pt x="1897" y="790"/>
                  </a:lnTo>
                  <a:lnTo>
                    <a:pt x="1895" y="793"/>
                  </a:lnTo>
                  <a:lnTo>
                    <a:pt x="1893" y="795"/>
                  </a:lnTo>
                  <a:lnTo>
                    <a:pt x="1893" y="795"/>
                  </a:lnTo>
                  <a:lnTo>
                    <a:pt x="1895" y="800"/>
                  </a:lnTo>
                  <a:lnTo>
                    <a:pt x="1897" y="802"/>
                  </a:lnTo>
                  <a:lnTo>
                    <a:pt x="1897" y="805"/>
                  </a:lnTo>
                  <a:lnTo>
                    <a:pt x="1897" y="805"/>
                  </a:lnTo>
                  <a:lnTo>
                    <a:pt x="1897" y="805"/>
                  </a:lnTo>
                  <a:lnTo>
                    <a:pt x="1897" y="807"/>
                  </a:lnTo>
                  <a:lnTo>
                    <a:pt x="1897" y="807"/>
                  </a:lnTo>
                  <a:lnTo>
                    <a:pt x="1895" y="807"/>
                  </a:lnTo>
                  <a:lnTo>
                    <a:pt x="1895" y="807"/>
                  </a:lnTo>
                  <a:lnTo>
                    <a:pt x="1895" y="809"/>
                  </a:lnTo>
                  <a:lnTo>
                    <a:pt x="1895" y="809"/>
                  </a:lnTo>
                  <a:lnTo>
                    <a:pt x="1895" y="809"/>
                  </a:lnTo>
                  <a:lnTo>
                    <a:pt x="1895" y="812"/>
                  </a:lnTo>
                  <a:lnTo>
                    <a:pt x="1895" y="812"/>
                  </a:lnTo>
                  <a:lnTo>
                    <a:pt x="1895" y="814"/>
                  </a:lnTo>
                  <a:lnTo>
                    <a:pt x="1895" y="814"/>
                  </a:lnTo>
                  <a:lnTo>
                    <a:pt x="1897" y="814"/>
                  </a:lnTo>
                  <a:lnTo>
                    <a:pt x="1897" y="817"/>
                  </a:lnTo>
                  <a:lnTo>
                    <a:pt x="1897" y="817"/>
                  </a:lnTo>
                  <a:lnTo>
                    <a:pt x="1897" y="817"/>
                  </a:lnTo>
                  <a:lnTo>
                    <a:pt x="1895" y="817"/>
                  </a:lnTo>
                  <a:lnTo>
                    <a:pt x="1893" y="817"/>
                  </a:lnTo>
                  <a:lnTo>
                    <a:pt x="1893" y="819"/>
                  </a:lnTo>
                  <a:lnTo>
                    <a:pt x="1893" y="819"/>
                  </a:lnTo>
                  <a:lnTo>
                    <a:pt x="1895" y="821"/>
                  </a:lnTo>
                  <a:lnTo>
                    <a:pt x="1895" y="821"/>
                  </a:lnTo>
                  <a:lnTo>
                    <a:pt x="1895" y="821"/>
                  </a:lnTo>
                  <a:lnTo>
                    <a:pt x="1893" y="821"/>
                  </a:lnTo>
                  <a:lnTo>
                    <a:pt x="1893" y="821"/>
                  </a:lnTo>
                  <a:lnTo>
                    <a:pt x="1890" y="821"/>
                  </a:lnTo>
                  <a:lnTo>
                    <a:pt x="1893" y="821"/>
                  </a:lnTo>
                  <a:lnTo>
                    <a:pt x="1893" y="824"/>
                  </a:lnTo>
                  <a:lnTo>
                    <a:pt x="1893" y="824"/>
                  </a:lnTo>
                  <a:lnTo>
                    <a:pt x="1895" y="824"/>
                  </a:lnTo>
                  <a:lnTo>
                    <a:pt x="1897" y="828"/>
                  </a:lnTo>
                  <a:lnTo>
                    <a:pt x="1897" y="831"/>
                  </a:lnTo>
                  <a:lnTo>
                    <a:pt x="1900" y="831"/>
                  </a:lnTo>
                  <a:lnTo>
                    <a:pt x="1905" y="833"/>
                  </a:lnTo>
                  <a:lnTo>
                    <a:pt x="1907" y="833"/>
                  </a:lnTo>
                  <a:lnTo>
                    <a:pt x="1907" y="833"/>
                  </a:lnTo>
                  <a:lnTo>
                    <a:pt x="1907" y="833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28"/>
                  </a:lnTo>
                  <a:lnTo>
                    <a:pt x="1907" y="828"/>
                  </a:lnTo>
                  <a:lnTo>
                    <a:pt x="1905" y="828"/>
                  </a:lnTo>
                  <a:lnTo>
                    <a:pt x="1905" y="828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2" y="824"/>
                  </a:lnTo>
                  <a:lnTo>
                    <a:pt x="1902" y="824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4"/>
                  </a:lnTo>
                  <a:lnTo>
                    <a:pt x="1907" y="821"/>
                  </a:lnTo>
                  <a:lnTo>
                    <a:pt x="1907" y="819"/>
                  </a:lnTo>
                  <a:lnTo>
                    <a:pt x="1905" y="819"/>
                  </a:lnTo>
                  <a:lnTo>
                    <a:pt x="1907" y="819"/>
                  </a:lnTo>
                  <a:lnTo>
                    <a:pt x="1907" y="819"/>
                  </a:lnTo>
                  <a:lnTo>
                    <a:pt x="1907" y="817"/>
                  </a:lnTo>
                  <a:lnTo>
                    <a:pt x="1907" y="817"/>
                  </a:lnTo>
                  <a:lnTo>
                    <a:pt x="1907" y="814"/>
                  </a:lnTo>
                  <a:lnTo>
                    <a:pt x="1907" y="814"/>
                  </a:lnTo>
                  <a:lnTo>
                    <a:pt x="1907" y="812"/>
                  </a:lnTo>
                  <a:lnTo>
                    <a:pt x="1907" y="812"/>
                  </a:lnTo>
                  <a:lnTo>
                    <a:pt x="1905" y="812"/>
                  </a:lnTo>
                  <a:lnTo>
                    <a:pt x="1902" y="812"/>
                  </a:lnTo>
                  <a:lnTo>
                    <a:pt x="1900" y="812"/>
                  </a:lnTo>
                  <a:lnTo>
                    <a:pt x="1902" y="812"/>
                  </a:lnTo>
                  <a:lnTo>
                    <a:pt x="1902" y="812"/>
                  </a:lnTo>
                  <a:lnTo>
                    <a:pt x="1902" y="812"/>
                  </a:lnTo>
                  <a:lnTo>
                    <a:pt x="1902" y="809"/>
                  </a:lnTo>
                  <a:lnTo>
                    <a:pt x="1902" y="809"/>
                  </a:lnTo>
                  <a:lnTo>
                    <a:pt x="1902" y="809"/>
                  </a:lnTo>
                  <a:lnTo>
                    <a:pt x="1905" y="809"/>
                  </a:lnTo>
                  <a:lnTo>
                    <a:pt x="1905" y="809"/>
                  </a:lnTo>
                  <a:lnTo>
                    <a:pt x="1905" y="809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2"/>
                  </a:lnTo>
                  <a:lnTo>
                    <a:pt x="1909" y="802"/>
                  </a:lnTo>
                  <a:lnTo>
                    <a:pt x="1912" y="800"/>
                  </a:lnTo>
                  <a:lnTo>
                    <a:pt x="1912" y="800"/>
                  </a:lnTo>
                  <a:lnTo>
                    <a:pt x="1912" y="800"/>
                  </a:lnTo>
                  <a:lnTo>
                    <a:pt x="1914" y="798"/>
                  </a:lnTo>
                  <a:lnTo>
                    <a:pt x="1914" y="798"/>
                  </a:lnTo>
                  <a:lnTo>
                    <a:pt x="1914" y="798"/>
                  </a:lnTo>
                  <a:lnTo>
                    <a:pt x="1916" y="800"/>
                  </a:lnTo>
                  <a:lnTo>
                    <a:pt x="1916" y="800"/>
                  </a:lnTo>
                  <a:lnTo>
                    <a:pt x="1916" y="798"/>
                  </a:lnTo>
                  <a:lnTo>
                    <a:pt x="1919" y="798"/>
                  </a:lnTo>
                  <a:lnTo>
                    <a:pt x="1919" y="798"/>
                  </a:lnTo>
                  <a:lnTo>
                    <a:pt x="1921" y="795"/>
                  </a:lnTo>
                  <a:lnTo>
                    <a:pt x="1921" y="793"/>
                  </a:lnTo>
                  <a:lnTo>
                    <a:pt x="1921" y="793"/>
                  </a:lnTo>
                  <a:lnTo>
                    <a:pt x="1921" y="793"/>
                  </a:lnTo>
                  <a:lnTo>
                    <a:pt x="1921" y="790"/>
                  </a:lnTo>
                  <a:lnTo>
                    <a:pt x="1923" y="790"/>
                  </a:lnTo>
                  <a:lnTo>
                    <a:pt x="1923" y="788"/>
                  </a:lnTo>
                  <a:lnTo>
                    <a:pt x="1923" y="788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1" y="793"/>
                  </a:lnTo>
                  <a:lnTo>
                    <a:pt x="1921" y="795"/>
                  </a:lnTo>
                  <a:lnTo>
                    <a:pt x="1921" y="798"/>
                  </a:lnTo>
                  <a:lnTo>
                    <a:pt x="1921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800"/>
                  </a:lnTo>
                  <a:lnTo>
                    <a:pt x="1923" y="800"/>
                  </a:lnTo>
                  <a:lnTo>
                    <a:pt x="1926" y="800"/>
                  </a:lnTo>
                  <a:lnTo>
                    <a:pt x="1928" y="800"/>
                  </a:lnTo>
                  <a:lnTo>
                    <a:pt x="1931" y="802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3" y="805"/>
                  </a:lnTo>
                  <a:lnTo>
                    <a:pt x="1933" y="802"/>
                  </a:lnTo>
                  <a:lnTo>
                    <a:pt x="1933" y="802"/>
                  </a:lnTo>
                  <a:lnTo>
                    <a:pt x="1933" y="802"/>
                  </a:lnTo>
                  <a:lnTo>
                    <a:pt x="1933" y="805"/>
                  </a:lnTo>
                  <a:lnTo>
                    <a:pt x="1933" y="805"/>
                  </a:lnTo>
                  <a:lnTo>
                    <a:pt x="1933" y="805"/>
                  </a:lnTo>
                  <a:lnTo>
                    <a:pt x="1935" y="807"/>
                  </a:lnTo>
                  <a:lnTo>
                    <a:pt x="1935" y="807"/>
                  </a:lnTo>
                  <a:lnTo>
                    <a:pt x="1935" y="807"/>
                  </a:lnTo>
                  <a:lnTo>
                    <a:pt x="1935" y="809"/>
                  </a:lnTo>
                  <a:lnTo>
                    <a:pt x="1938" y="809"/>
                  </a:lnTo>
                  <a:lnTo>
                    <a:pt x="1935" y="809"/>
                  </a:lnTo>
                  <a:lnTo>
                    <a:pt x="1935" y="809"/>
                  </a:lnTo>
                  <a:lnTo>
                    <a:pt x="1938" y="812"/>
                  </a:lnTo>
                  <a:lnTo>
                    <a:pt x="1938" y="812"/>
                  </a:lnTo>
                  <a:lnTo>
                    <a:pt x="1938" y="814"/>
                  </a:lnTo>
                  <a:lnTo>
                    <a:pt x="1940" y="817"/>
                  </a:lnTo>
                  <a:lnTo>
                    <a:pt x="1940" y="819"/>
                  </a:lnTo>
                  <a:lnTo>
                    <a:pt x="1942" y="824"/>
                  </a:lnTo>
                  <a:lnTo>
                    <a:pt x="1945" y="828"/>
                  </a:lnTo>
                  <a:lnTo>
                    <a:pt x="1945" y="831"/>
                  </a:lnTo>
                  <a:lnTo>
                    <a:pt x="1947" y="831"/>
                  </a:lnTo>
                  <a:lnTo>
                    <a:pt x="1949" y="828"/>
                  </a:lnTo>
                  <a:lnTo>
                    <a:pt x="1949" y="828"/>
                  </a:lnTo>
                  <a:lnTo>
                    <a:pt x="1952" y="826"/>
                  </a:lnTo>
                  <a:lnTo>
                    <a:pt x="1952" y="826"/>
                  </a:lnTo>
                  <a:lnTo>
                    <a:pt x="1952" y="826"/>
                  </a:lnTo>
                  <a:lnTo>
                    <a:pt x="1952" y="828"/>
                  </a:lnTo>
                  <a:lnTo>
                    <a:pt x="1952" y="828"/>
                  </a:lnTo>
                  <a:lnTo>
                    <a:pt x="1954" y="828"/>
                  </a:lnTo>
                  <a:lnTo>
                    <a:pt x="1954" y="828"/>
                  </a:lnTo>
                  <a:lnTo>
                    <a:pt x="1954" y="828"/>
                  </a:lnTo>
                  <a:lnTo>
                    <a:pt x="1945" y="833"/>
                  </a:lnTo>
                  <a:lnTo>
                    <a:pt x="1945" y="833"/>
                  </a:lnTo>
                  <a:lnTo>
                    <a:pt x="1945" y="833"/>
                  </a:lnTo>
                  <a:lnTo>
                    <a:pt x="1942" y="833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40"/>
                  </a:lnTo>
                  <a:lnTo>
                    <a:pt x="1942" y="840"/>
                  </a:lnTo>
                  <a:lnTo>
                    <a:pt x="1942" y="843"/>
                  </a:lnTo>
                  <a:lnTo>
                    <a:pt x="1942" y="843"/>
                  </a:lnTo>
                  <a:lnTo>
                    <a:pt x="1945" y="845"/>
                  </a:lnTo>
                  <a:lnTo>
                    <a:pt x="1945" y="845"/>
                  </a:lnTo>
                  <a:lnTo>
                    <a:pt x="1945" y="845"/>
                  </a:lnTo>
                  <a:lnTo>
                    <a:pt x="1947" y="845"/>
                  </a:lnTo>
                  <a:lnTo>
                    <a:pt x="1949" y="843"/>
                  </a:lnTo>
                  <a:lnTo>
                    <a:pt x="1949" y="843"/>
                  </a:lnTo>
                  <a:lnTo>
                    <a:pt x="1949" y="840"/>
                  </a:lnTo>
                  <a:lnTo>
                    <a:pt x="1949" y="840"/>
                  </a:lnTo>
                  <a:lnTo>
                    <a:pt x="1949" y="840"/>
                  </a:lnTo>
                  <a:lnTo>
                    <a:pt x="1952" y="840"/>
                  </a:lnTo>
                  <a:lnTo>
                    <a:pt x="1952" y="840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4" y="843"/>
                  </a:lnTo>
                  <a:lnTo>
                    <a:pt x="1954" y="838"/>
                  </a:lnTo>
                  <a:lnTo>
                    <a:pt x="1954" y="835"/>
                  </a:lnTo>
                  <a:lnTo>
                    <a:pt x="1957" y="833"/>
                  </a:lnTo>
                  <a:lnTo>
                    <a:pt x="1957" y="833"/>
                  </a:lnTo>
                  <a:lnTo>
                    <a:pt x="1957" y="828"/>
                  </a:lnTo>
                  <a:lnTo>
                    <a:pt x="1957" y="828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9" y="824"/>
                  </a:lnTo>
                  <a:lnTo>
                    <a:pt x="1959" y="826"/>
                  </a:lnTo>
                  <a:lnTo>
                    <a:pt x="1957" y="833"/>
                  </a:lnTo>
                  <a:lnTo>
                    <a:pt x="1954" y="835"/>
                  </a:lnTo>
                  <a:lnTo>
                    <a:pt x="1954" y="838"/>
                  </a:lnTo>
                  <a:lnTo>
                    <a:pt x="1954" y="840"/>
                  </a:lnTo>
                  <a:lnTo>
                    <a:pt x="1954" y="840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49" y="843"/>
                  </a:lnTo>
                  <a:lnTo>
                    <a:pt x="1949" y="843"/>
                  </a:lnTo>
                  <a:lnTo>
                    <a:pt x="1949" y="845"/>
                  </a:lnTo>
                  <a:lnTo>
                    <a:pt x="1947" y="845"/>
                  </a:lnTo>
                  <a:lnTo>
                    <a:pt x="1947" y="845"/>
                  </a:lnTo>
                  <a:lnTo>
                    <a:pt x="1947" y="847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9" y="850"/>
                  </a:lnTo>
                  <a:lnTo>
                    <a:pt x="1949" y="852"/>
                  </a:lnTo>
                  <a:lnTo>
                    <a:pt x="1949" y="852"/>
                  </a:lnTo>
                  <a:lnTo>
                    <a:pt x="1952" y="852"/>
                  </a:lnTo>
                  <a:lnTo>
                    <a:pt x="1952" y="854"/>
                  </a:lnTo>
                  <a:lnTo>
                    <a:pt x="1949" y="854"/>
                  </a:lnTo>
                  <a:lnTo>
                    <a:pt x="1949" y="854"/>
                  </a:lnTo>
                  <a:lnTo>
                    <a:pt x="1952" y="854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9"/>
                  </a:lnTo>
                  <a:lnTo>
                    <a:pt x="1954" y="859"/>
                  </a:lnTo>
                  <a:lnTo>
                    <a:pt x="1957" y="861"/>
                  </a:lnTo>
                  <a:lnTo>
                    <a:pt x="1957" y="861"/>
                  </a:lnTo>
                  <a:lnTo>
                    <a:pt x="1959" y="859"/>
                  </a:lnTo>
                  <a:lnTo>
                    <a:pt x="1959" y="859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57" y="852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9" y="852"/>
                  </a:lnTo>
                  <a:lnTo>
                    <a:pt x="1959" y="852"/>
                  </a:lnTo>
                  <a:lnTo>
                    <a:pt x="1959" y="852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61" y="854"/>
                  </a:lnTo>
                  <a:lnTo>
                    <a:pt x="1961" y="857"/>
                  </a:lnTo>
                  <a:lnTo>
                    <a:pt x="1961" y="857"/>
                  </a:lnTo>
                  <a:lnTo>
                    <a:pt x="1961" y="857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4" y="859"/>
                  </a:lnTo>
                  <a:lnTo>
                    <a:pt x="1964" y="854"/>
                  </a:lnTo>
                  <a:lnTo>
                    <a:pt x="1964" y="854"/>
                  </a:lnTo>
                  <a:lnTo>
                    <a:pt x="1964" y="852"/>
                  </a:lnTo>
                  <a:lnTo>
                    <a:pt x="1964" y="852"/>
                  </a:lnTo>
                  <a:lnTo>
                    <a:pt x="1964" y="852"/>
                  </a:lnTo>
                  <a:lnTo>
                    <a:pt x="1964" y="854"/>
                  </a:lnTo>
                  <a:lnTo>
                    <a:pt x="1964" y="857"/>
                  </a:lnTo>
                  <a:lnTo>
                    <a:pt x="1964" y="857"/>
                  </a:lnTo>
                  <a:lnTo>
                    <a:pt x="1966" y="857"/>
                  </a:lnTo>
                  <a:lnTo>
                    <a:pt x="1966" y="852"/>
                  </a:lnTo>
                  <a:lnTo>
                    <a:pt x="1968" y="850"/>
                  </a:lnTo>
                  <a:lnTo>
                    <a:pt x="1968" y="847"/>
                  </a:lnTo>
                  <a:lnTo>
                    <a:pt x="1971" y="847"/>
                  </a:lnTo>
                  <a:lnTo>
                    <a:pt x="1971" y="845"/>
                  </a:lnTo>
                  <a:lnTo>
                    <a:pt x="1971" y="845"/>
                  </a:lnTo>
                  <a:lnTo>
                    <a:pt x="1971" y="843"/>
                  </a:lnTo>
                  <a:lnTo>
                    <a:pt x="1971" y="843"/>
                  </a:lnTo>
                  <a:lnTo>
                    <a:pt x="1971" y="840"/>
                  </a:lnTo>
                  <a:lnTo>
                    <a:pt x="1971" y="840"/>
                  </a:lnTo>
                  <a:lnTo>
                    <a:pt x="1971" y="840"/>
                  </a:lnTo>
                  <a:lnTo>
                    <a:pt x="1971" y="838"/>
                  </a:lnTo>
                  <a:lnTo>
                    <a:pt x="1971" y="838"/>
                  </a:lnTo>
                  <a:lnTo>
                    <a:pt x="1971" y="835"/>
                  </a:lnTo>
                  <a:lnTo>
                    <a:pt x="1971" y="835"/>
                  </a:lnTo>
                  <a:lnTo>
                    <a:pt x="1971" y="833"/>
                  </a:lnTo>
                  <a:lnTo>
                    <a:pt x="1971" y="833"/>
                  </a:lnTo>
                  <a:lnTo>
                    <a:pt x="1971" y="831"/>
                  </a:lnTo>
                  <a:lnTo>
                    <a:pt x="1971" y="831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6"/>
                  </a:lnTo>
                  <a:lnTo>
                    <a:pt x="1971" y="826"/>
                  </a:lnTo>
                  <a:lnTo>
                    <a:pt x="1973" y="826"/>
                  </a:lnTo>
                  <a:lnTo>
                    <a:pt x="1973" y="826"/>
                  </a:lnTo>
                  <a:lnTo>
                    <a:pt x="1973" y="824"/>
                  </a:lnTo>
                  <a:lnTo>
                    <a:pt x="1973" y="824"/>
                  </a:lnTo>
                  <a:lnTo>
                    <a:pt x="1973" y="821"/>
                  </a:lnTo>
                  <a:lnTo>
                    <a:pt x="1971" y="819"/>
                  </a:lnTo>
                  <a:close/>
                  <a:moveTo>
                    <a:pt x="1942" y="857"/>
                  </a:moveTo>
                  <a:lnTo>
                    <a:pt x="1940" y="857"/>
                  </a:lnTo>
                  <a:lnTo>
                    <a:pt x="1940" y="857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2"/>
                  </a:lnTo>
                  <a:lnTo>
                    <a:pt x="1938" y="852"/>
                  </a:lnTo>
                  <a:lnTo>
                    <a:pt x="1938" y="857"/>
                  </a:lnTo>
                  <a:lnTo>
                    <a:pt x="1935" y="854"/>
                  </a:lnTo>
                  <a:lnTo>
                    <a:pt x="1935" y="857"/>
                  </a:lnTo>
                  <a:lnTo>
                    <a:pt x="1935" y="857"/>
                  </a:lnTo>
                  <a:lnTo>
                    <a:pt x="1933" y="857"/>
                  </a:lnTo>
                  <a:lnTo>
                    <a:pt x="1933" y="859"/>
                  </a:lnTo>
                  <a:lnTo>
                    <a:pt x="1933" y="859"/>
                  </a:lnTo>
                  <a:lnTo>
                    <a:pt x="1933" y="859"/>
                  </a:lnTo>
                  <a:lnTo>
                    <a:pt x="1935" y="859"/>
                  </a:lnTo>
                  <a:lnTo>
                    <a:pt x="1935" y="859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40" y="861"/>
                  </a:lnTo>
                  <a:lnTo>
                    <a:pt x="1940" y="861"/>
                  </a:lnTo>
                  <a:lnTo>
                    <a:pt x="1940" y="859"/>
                  </a:lnTo>
                  <a:lnTo>
                    <a:pt x="1940" y="859"/>
                  </a:lnTo>
                  <a:lnTo>
                    <a:pt x="1942" y="859"/>
                  </a:lnTo>
                  <a:lnTo>
                    <a:pt x="1942" y="859"/>
                  </a:lnTo>
                  <a:lnTo>
                    <a:pt x="1942" y="857"/>
                  </a:lnTo>
                  <a:lnTo>
                    <a:pt x="1942" y="857"/>
                  </a:lnTo>
                  <a:lnTo>
                    <a:pt x="1942" y="857"/>
                  </a:lnTo>
                  <a:lnTo>
                    <a:pt x="1942" y="857"/>
                  </a:lnTo>
                  <a:close/>
                  <a:moveTo>
                    <a:pt x="1935" y="854"/>
                  </a:moveTo>
                  <a:lnTo>
                    <a:pt x="1935" y="852"/>
                  </a:lnTo>
                  <a:lnTo>
                    <a:pt x="1935" y="850"/>
                  </a:lnTo>
                  <a:lnTo>
                    <a:pt x="1935" y="850"/>
                  </a:lnTo>
                  <a:lnTo>
                    <a:pt x="1935" y="850"/>
                  </a:lnTo>
                  <a:lnTo>
                    <a:pt x="1933" y="850"/>
                  </a:lnTo>
                  <a:lnTo>
                    <a:pt x="1933" y="850"/>
                  </a:lnTo>
                  <a:lnTo>
                    <a:pt x="1933" y="847"/>
                  </a:lnTo>
                  <a:lnTo>
                    <a:pt x="1933" y="847"/>
                  </a:lnTo>
                  <a:lnTo>
                    <a:pt x="1933" y="847"/>
                  </a:lnTo>
                  <a:lnTo>
                    <a:pt x="1933" y="845"/>
                  </a:lnTo>
                  <a:lnTo>
                    <a:pt x="1933" y="845"/>
                  </a:lnTo>
                  <a:lnTo>
                    <a:pt x="1931" y="845"/>
                  </a:lnTo>
                  <a:lnTo>
                    <a:pt x="1931" y="843"/>
                  </a:lnTo>
                  <a:lnTo>
                    <a:pt x="1931" y="843"/>
                  </a:lnTo>
                  <a:lnTo>
                    <a:pt x="1928" y="843"/>
                  </a:lnTo>
                  <a:lnTo>
                    <a:pt x="1926" y="840"/>
                  </a:lnTo>
                  <a:lnTo>
                    <a:pt x="1926" y="840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5"/>
                  </a:lnTo>
                  <a:lnTo>
                    <a:pt x="1923" y="845"/>
                  </a:lnTo>
                  <a:lnTo>
                    <a:pt x="1926" y="845"/>
                  </a:lnTo>
                  <a:lnTo>
                    <a:pt x="1926" y="845"/>
                  </a:lnTo>
                  <a:lnTo>
                    <a:pt x="1926" y="845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8" y="847"/>
                  </a:lnTo>
                  <a:lnTo>
                    <a:pt x="1928" y="850"/>
                  </a:lnTo>
                  <a:lnTo>
                    <a:pt x="1928" y="850"/>
                  </a:lnTo>
                  <a:lnTo>
                    <a:pt x="1926" y="850"/>
                  </a:lnTo>
                  <a:lnTo>
                    <a:pt x="1926" y="850"/>
                  </a:lnTo>
                  <a:lnTo>
                    <a:pt x="1926" y="852"/>
                  </a:lnTo>
                  <a:lnTo>
                    <a:pt x="1926" y="852"/>
                  </a:lnTo>
                  <a:lnTo>
                    <a:pt x="1926" y="852"/>
                  </a:lnTo>
                  <a:lnTo>
                    <a:pt x="1926" y="854"/>
                  </a:lnTo>
                  <a:lnTo>
                    <a:pt x="1926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4"/>
                  </a:lnTo>
                  <a:lnTo>
                    <a:pt x="1928" y="854"/>
                  </a:lnTo>
                  <a:lnTo>
                    <a:pt x="1931" y="854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31" y="852"/>
                  </a:lnTo>
                  <a:lnTo>
                    <a:pt x="1931" y="852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3" y="854"/>
                  </a:lnTo>
                  <a:lnTo>
                    <a:pt x="1933" y="854"/>
                  </a:lnTo>
                  <a:lnTo>
                    <a:pt x="1935" y="854"/>
                  </a:lnTo>
                  <a:close/>
                  <a:moveTo>
                    <a:pt x="1247" y="708"/>
                  </a:moveTo>
                  <a:lnTo>
                    <a:pt x="1247" y="708"/>
                  </a:lnTo>
                  <a:lnTo>
                    <a:pt x="1247" y="708"/>
                  </a:lnTo>
                  <a:lnTo>
                    <a:pt x="1247" y="708"/>
                  </a:lnTo>
                  <a:close/>
                  <a:moveTo>
                    <a:pt x="859" y="940"/>
                  </a:moveTo>
                  <a:lnTo>
                    <a:pt x="859" y="940"/>
                  </a:lnTo>
                  <a:lnTo>
                    <a:pt x="859" y="940"/>
                  </a:lnTo>
                  <a:lnTo>
                    <a:pt x="859" y="940"/>
                  </a:lnTo>
                  <a:lnTo>
                    <a:pt x="859" y="940"/>
                  </a:lnTo>
                  <a:lnTo>
                    <a:pt x="859" y="937"/>
                  </a:lnTo>
                  <a:lnTo>
                    <a:pt x="859" y="937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9" y="940"/>
                  </a:lnTo>
                  <a:close/>
                  <a:moveTo>
                    <a:pt x="937" y="914"/>
                  </a:moveTo>
                  <a:lnTo>
                    <a:pt x="937" y="914"/>
                  </a:lnTo>
                  <a:lnTo>
                    <a:pt x="937" y="914"/>
                  </a:lnTo>
                  <a:lnTo>
                    <a:pt x="939" y="914"/>
                  </a:lnTo>
                  <a:lnTo>
                    <a:pt x="939" y="911"/>
                  </a:lnTo>
                  <a:lnTo>
                    <a:pt x="937" y="911"/>
                  </a:lnTo>
                  <a:lnTo>
                    <a:pt x="937" y="911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4"/>
                  </a:lnTo>
                  <a:close/>
                  <a:moveTo>
                    <a:pt x="942" y="914"/>
                  </a:moveTo>
                  <a:lnTo>
                    <a:pt x="942" y="914"/>
                  </a:lnTo>
                  <a:lnTo>
                    <a:pt x="942" y="914"/>
                  </a:lnTo>
                  <a:lnTo>
                    <a:pt x="942" y="911"/>
                  </a:lnTo>
                  <a:lnTo>
                    <a:pt x="939" y="911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42" y="914"/>
                  </a:lnTo>
                  <a:close/>
                  <a:moveTo>
                    <a:pt x="949" y="760"/>
                  </a:moveTo>
                  <a:lnTo>
                    <a:pt x="949" y="760"/>
                  </a:lnTo>
                  <a:lnTo>
                    <a:pt x="951" y="760"/>
                  </a:lnTo>
                  <a:lnTo>
                    <a:pt x="954" y="760"/>
                  </a:lnTo>
                  <a:lnTo>
                    <a:pt x="954" y="760"/>
                  </a:lnTo>
                  <a:lnTo>
                    <a:pt x="954" y="757"/>
                  </a:lnTo>
                  <a:lnTo>
                    <a:pt x="956" y="755"/>
                  </a:lnTo>
                  <a:lnTo>
                    <a:pt x="956" y="755"/>
                  </a:lnTo>
                  <a:lnTo>
                    <a:pt x="958" y="755"/>
                  </a:lnTo>
                  <a:lnTo>
                    <a:pt x="958" y="755"/>
                  </a:lnTo>
                  <a:lnTo>
                    <a:pt x="958" y="753"/>
                  </a:lnTo>
                  <a:lnTo>
                    <a:pt x="961" y="748"/>
                  </a:lnTo>
                  <a:lnTo>
                    <a:pt x="961" y="748"/>
                  </a:lnTo>
                  <a:lnTo>
                    <a:pt x="961" y="746"/>
                  </a:lnTo>
                  <a:lnTo>
                    <a:pt x="963" y="746"/>
                  </a:lnTo>
                  <a:lnTo>
                    <a:pt x="963" y="746"/>
                  </a:lnTo>
                  <a:lnTo>
                    <a:pt x="963" y="746"/>
                  </a:lnTo>
                  <a:lnTo>
                    <a:pt x="956" y="750"/>
                  </a:lnTo>
                  <a:lnTo>
                    <a:pt x="954" y="750"/>
                  </a:lnTo>
                  <a:lnTo>
                    <a:pt x="954" y="750"/>
                  </a:lnTo>
                  <a:lnTo>
                    <a:pt x="951" y="750"/>
                  </a:lnTo>
                  <a:lnTo>
                    <a:pt x="951" y="750"/>
                  </a:lnTo>
                  <a:lnTo>
                    <a:pt x="949" y="753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7" y="753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60"/>
                  </a:lnTo>
                  <a:lnTo>
                    <a:pt x="949" y="760"/>
                  </a:lnTo>
                  <a:close/>
                  <a:moveTo>
                    <a:pt x="970" y="755"/>
                  </a:moveTo>
                  <a:lnTo>
                    <a:pt x="970" y="755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0"/>
                  </a:lnTo>
                  <a:lnTo>
                    <a:pt x="970" y="750"/>
                  </a:lnTo>
                  <a:lnTo>
                    <a:pt x="970" y="753"/>
                  </a:lnTo>
                  <a:lnTo>
                    <a:pt x="970" y="755"/>
                  </a:lnTo>
                  <a:lnTo>
                    <a:pt x="970" y="755"/>
                  </a:lnTo>
                  <a:lnTo>
                    <a:pt x="970" y="755"/>
                  </a:lnTo>
                  <a:lnTo>
                    <a:pt x="970" y="755"/>
                  </a:lnTo>
                  <a:close/>
                  <a:moveTo>
                    <a:pt x="975" y="757"/>
                  </a:moveTo>
                  <a:lnTo>
                    <a:pt x="975" y="757"/>
                  </a:lnTo>
                  <a:lnTo>
                    <a:pt x="975" y="757"/>
                  </a:lnTo>
                  <a:lnTo>
                    <a:pt x="975" y="757"/>
                  </a:lnTo>
                  <a:lnTo>
                    <a:pt x="975" y="757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3"/>
                  </a:lnTo>
                  <a:lnTo>
                    <a:pt x="975" y="753"/>
                  </a:lnTo>
                  <a:lnTo>
                    <a:pt x="973" y="753"/>
                  </a:lnTo>
                  <a:lnTo>
                    <a:pt x="973" y="753"/>
                  </a:lnTo>
                  <a:lnTo>
                    <a:pt x="973" y="755"/>
                  </a:lnTo>
                  <a:lnTo>
                    <a:pt x="973" y="755"/>
                  </a:lnTo>
                  <a:lnTo>
                    <a:pt x="973" y="755"/>
                  </a:lnTo>
                  <a:lnTo>
                    <a:pt x="975" y="755"/>
                  </a:lnTo>
                  <a:lnTo>
                    <a:pt x="975" y="757"/>
                  </a:lnTo>
                  <a:close/>
                  <a:moveTo>
                    <a:pt x="864" y="949"/>
                  </a:moveTo>
                  <a:lnTo>
                    <a:pt x="864" y="949"/>
                  </a:lnTo>
                  <a:lnTo>
                    <a:pt x="864" y="949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close/>
                  <a:moveTo>
                    <a:pt x="939" y="918"/>
                  </a:moveTo>
                  <a:lnTo>
                    <a:pt x="937" y="921"/>
                  </a:lnTo>
                  <a:lnTo>
                    <a:pt x="937" y="918"/>
                  </a:lnTo>
                  <a:lnTo>
                    <a:pt x="937" y="918"/>
                  </a:lnTo>
                  <a:lnTo>
                    <a:pt x="937" y="921"/>
                  </a:lnTo>
                  <a:lnTo>
                    <a:pt x="939" y="918"/>
                  </a:lnTo>
                  <a:lnTo>
                    <a:pt x="942" y="921"/>
                  </a:lnTo>
                  <a:lnTo>
                    <a:pt x="942" y="918"/>
                  </a:lnTo>
                  <a:lnTo>
                    <a:pt x="942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close/>
                  <a:moveTo>
                    <a:pt x="1923" y="838"/>
                  </a:moveTo>
                  <a:lnTo>
                    <a:pt x="1923" y="838"/>
                  </a:lnTo>
                  <a:lnTo>
                    <a:pt x="1926" y="835"/>
                  </a:lnTo>
                  <a:lnTo>
                    <a:pt x="1926" y="833"/>
                  </a:lnTo>
                  <a:lnTo>
                    <a:pt x="1923" y="833"/>
                  </a:lnTo>
                  <a:lnTo>
                    <a:pt x="1923" y="831"/>
                  </a:lnTo>
                  <a:lnTo>
                    <a:pt x="1921" y="831"/>
                  </a:lnTo>
                  <a:lnTo>
                    <a:pt x="1921" y="831"/>
                  </a:lnTo>
                  <a:lnTo>
                    <a:pt x="1921" y="828"/>
                  </a:lnTo>
                  <a:lnTo>
                    <a:pt x="1921" y="828"/>
                  </a:lnTo>
                  <a:lnTo>
                    <a:pt x="1921" y="826"/>
                  </a:lnTo>
                  <a:lnTo>
                    <a:pt x="1921" y="826"/>
                  </a:lnTo>
                  <a:lnTo>
                    <a:pt x="1923" y="826"/>
                  </a:lnTo>
                  <a:lnTo>
                    <a:pt x="1923" y="824"/>
                  </a:lnTo>
                  <a:lnTo>
                    <a:pt x="1923" y="828"/>
                  </a:lnTo>
                  <a:lnTo>
                    <a:pt x="1923" y="828"/>
                  </a:lnTo>
                  <a:lnTo>
                    <a:pt x="1923" y="831"/>
                  </a:lnTo>
                  <a:lnTo>
                    <a:pt x="1923" y="831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1"/>
                  </a:lnTo>
                  <a:lnTo>
                    <a:pt x="1928" y="831"/>
                  </a:lnTo>
                  <a:lnTo>
                    <a:pt x="1928" y="828"/>
                  </a:lnTo>
                  <a:lnTo>
                    <a:pt x="1928" y="826"/>
                  </a:lnTo>
                  <a:lnTo>
                    <a:pt x="1926" y="826"/>
                  </a:lnTo>
                  <a:lnTo>
                    <a:pt x="1923" y="821"/>
                  </a:lnTo>
                  <a:lnTo>
                    <a:pt x="1923" y="819"/>
                  </a:lnTo>
                  <a:lnTo>
                    <a:pt x="1923" y="817"/>
                  </a:lnTo>
                  <a:lnTo>
                    <a:pt x="1923" y="817"/>
                  </a:lnTo>
                  <a:lnTo>
                    <a:pt x="1923" y="819"/>
                  </a:lnTo>
                  <a:lnTo>
                    <a:pt x="1926" y="821"/>
                  </a:lnTo>
                  <a:lnTo>
                    <a:pt x="1926" y="821"/>
                  </a:lnTo>
                  <a:lnTo>
                    <a:pt x="1926" y="824"/>
                  </a:lnTo>
                  <a:lnTo>
                    <a:pt x="1928" y="824"/>
                  </a:lnTo>
                  <a:lnTo>
                    <a:pt x="1928" y="826"/>
                  </a:lnTo>
                  <a:lnTo>
                    <a:pt x="1928" y="826"/>
                  </a:lnTo>
                  <a:lnTo>
                    <a:pt x="1931" y="828"/>
                  </a:lnTo>
                  <a:lnTo>
                    <a:pt x="1931" y="828"/>
                  </a:lnTo>
                  <a:lnTo>
                    <a:pt x="1928" y="831"/>
                  </a:lnTo>
                  <a:lnTo>
                    <a:pt x="1928" y="831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5"/>
                  </a:lnTo>
                  <a:lnTo>
                    <a:pt x="1928" y="835"/>
                  </a:lnTo>
                  <a:lnTo>
                    <a:pt x="1928" y="835"/>
                  </a:lnTo>
                  <a:lnTo>
                    <a:pt x="1926" y="838"/>
                  </a:lnTo>
                  <a:lnTo>
                    <a:pt x="1926" y="838"/>
                  </a:lnTo>
                  <a:lnTo>
                    <a:pt x="1926" y="838"/>
                  </a:lnTo>
                  <a:lnTo>
                    <a:pt x="1928" y="840"/>
                  </a:lnTo>
                  <a:lnTo>
                    <a:pt x="1928" y="840"/>
                  </a:lnTo>
                  <a:lnTo>
                    <a:pt x="1928" y="840"/>
                  </a:lnTo>
                  <a:lnTo>
                    <a:pt x="1931" y="840"/>
                  </a:lnTo>
                  <a:lnTo>
                    <a:pt x="1931" y="838"/>
                  </a:lnTo>
                  <a:lnTo>
                    <a:pt x="1933" y="838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1" y="833"/>
                  </a:lnTo>
                  <a:lnTo>
                    <a:pt x="1931" y="833"/>
                  </a:lnTo>
                  <a:lnTo>
                    <a:pt x="1931" y="831"/>
                  </a:lnTo>
                  <a:lnTo>
                    <a:pt x="1931" y="831"/>
                  </a:lnTo>
                  <a:lnTo>
                    <a:pt x="1933" y="831"/>
                  </a:lnTo>
                  <a:lnTo>
                    <a:pt x="1931" y="828"/>
                  </a:lnTo>
                  <a:lnTo>
                    <a:pt x="1933" y="828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3" y="838"/>
                  </a:lnTo>
                  <a:lnTo>
                    <a:pt x="1933" y="840"/>
                  </a:lnTo>
                  <a:lnTo>
                    <a:pt x="1933" y="840"/>
                  </a:lnTo>
                  <a:lnTo>
                    <a:pt x="1935" y="840"/>
                  </a:lnTo>
                  <a:lnTo>
                    <a:pt x="1938" y="843"/>
                  </a:lnTo>
                  <a:lnTo>
                    <a:pt x="1938" y="840"/>
                  </a:lnTo>
                  <a:lnTo>
                    <a:pt x="1938" y="840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40" y="838"/>
                  </a:lnTo>
                  <a:lnTo>
                    <a:pt x="1940" y="838"/>
                  </a:lnTo>
                  <a:lnTo>
                    <a:pt x="1940" y="835"/>
                  </a:lnTo>
                  <a:lnTo>
                    <a:pt x="1940" y="835"/>
                  </a:lnTo>
                  <a:lnTo>
                    <a:pt x="1940" y="833"/>
                  </a:lnTo>
                  <a:lnTo>
                    <a:pt x="1940" y="831"/>
                  </a:lnTo>
                  <a:lnTo>
                    <a:pt x="1940" y="831"/>
                  </a:lnTo>
                  <a:lnTo>
                    <a:pt x="1940" y="831"/>
                  </a:lnTo>
                  <a:lnTo>
                    <a:pt x="1940" y="828"/>
                  </a:lnTo>
                  <a:lnTo>
                    <a:pt x="1938" y="828"/>
                  </a:lnTo>
                  <a:lnTo>
                    <a:pt x="1938" y="828"/>
                  </a:lnTo>
                  <a:lnTo>
                    <a:pt x="1938" y="828"/>
                  </a:lnTo>
                  <a:lnTo>
                    <a:pt x="1938" y="826"/>
                  </a:lnTo>
                  <a:lnTo>
                    <a:pt x="1938" y="826"/>
                  </a:lnTo>
                  <a:lnTo>
                    <a:pt x="1938" y="826"/>
                  </a:lnTo>
                  <a:lnTo>
                    <a:pt x="1940" y="826"/>
                  </a:lnTo>
                  <a:lnTo>
                    <a:pt x="1940" y="828"/>
                  </a:lnTo>
                  <a:lnTo>
                    <a:pt x="1940" y="828"/>
                  </a:lnTo>
                  <a:lnTo>
                    <a:pt x="1940" y="826"/>
                  </a:lnTo>
                  <a:lnTo>
                    <a:pt x="1940" y="826"/>
                  </a:lnTo>
                  <a:lnTo>
                    <a:pt x="1940" y="826"/>
                  </a:lnTo>
                  <a:lnTo>
                    <a:pt x="1940" y="824"/>
                  </a:lnTo>
                  <a:lnTo>
                    <a:pt x="1938" y="824"/>
                  </a:lnTo>
                  <a:lnTo>
                    <a:pt x="1938" y="824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19"/>
                  </a:lnTo>
                  <a:lnTo>
                    <a:pt x="1935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4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09"/>
                  </a:lnTo>
                  <a:lnTo>
                    <a:pt x="1933" y="809"/>
                  </a:lnTo>
                  <a:lnTo>
                    <a:pt x="1931" y="807"/>
                  </a:lnTo>
                  <a:lnTo>
                    <a:pt x="1931" y="807"/>
                  </a:lnTo>
                  <a:lnTo>
                    <a:pt x="1931" y="805"/>
                  </a:lnTo>
                  <a:lnTo>
                    <a:pt x="1923" y="800"/>
                  </a:lnTo>
                  <a:lnTo>
                    <a:pt x="1921" y="800"/>
                  </a:lnTo>
                  <a:lnTo>
                    <a:pt x="1921" y="798"/>
                  </a:lnTo>
                  <a:lnTo>
                    <a:pt x="1919" y="798"/>
                  </a:lnTo>
                  <a:lnTo>
                    <a:pt x="1919" y="800"/>
                  </a:lnTo>
                  <a:lnTo>
                    <a:pt x="1916" y="800"/>
                  </a:lnTo>
                  <a:lnTo>
                    <a:pt x="1916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5"/>
                  </a:lnTo>
                  <a:lnTo>
                    <a:pt x="1912" y="805"/>
                  </a:lnTo>
                  <a:lnTo>
                    <a:pt x="1909" y="805"/>
                  </a:lnTo>
                  <a:lnTo>
                    <a:pt x="1912" y="805"/>
                  </a:lnTo>
                  <a:lnTo>
                    <a:pt x="1912" y="807"/>
                  </a:lnTo>
                  <a:lnTo>
                    <a:pt x="1912" y="807"/>
                  </a:lnTo>
                  <a:lnTo>
                    <a:pt x="1914" y="807"/>
                  </a:lnTo>
                  <a:lnTo>
                    <a:pt x="1916" y="807"/>
                  </a:lnTo>
                  <a:lnTo>
                    <a:pt x="1916" y="807"/>
                  </a:lnTo>
                  <a:lnTo>
                    <a:pt x="1916" y="807"/>
                  </a:lnTo>
                  <a:lnTo>
                    <a:pt x="1909" y="809"/>
                  </a:lnTo>
                  <a:lnTo>
                    <a:pt x="1909" y="809"/>
                  </a:lnTo>
                  <a:lnTo>
                    <a:pt x="1909" y="812"/>
                  </a:lnTo>
                  <a:lnTo>
                    <a:pt x="1909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4" y="812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6" y="812"/>
                  </a:lnTo>
                  <a:lnTo>
                    <a:pt x="1916" y="812"/>
                  </a:lnTo>
                  <a:lnTo>
                    <a:pt x="1914" y="812"/>
                  </a:lnTo>
                  <a:lnTo>
                    <a:pt x="1912" y="814"/>
                  </a:lnTo>
                  <a:lnTo>
                    <a:pt x="1912" y="814"/>
                  </a:lnTo>
                  <a:lnTo>
                    <a:pt x="1909" y="814"/>
                  </a:lnTo>
                  <a:lnTo>
                    <a:pt x="1909" y="817"/>
                  </a:lnTo>
                  <a:lnTo>
                    <a:pt x="1909" y="819"/>
                  </a:lnTo>
                  <a:lnTo>
                    <a:pt x="1912" y="819"/>
                  </a:lnTo>
                  <a:lnTo>
                    <a:pt x="1912" y="817"/>
                  </a:lnTo>
                  <a:lnTo>
                    <a:pt x="1912" y="817"/>
                  </a:lnTo>
                  <a:lnTo>
                    <a:pt x="1914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2" y="817"/>
                  </a:lnTo>
                  <a:lnTo>
                    <a:pt x="1912" y="817"/>
                  </a:lnTo>
                  <a:lnTo>
                    <a:pt x="1914" y="819"/>
                  </a:lnTo>
                  <a:lnTo>
                    <a:pt x="1914" y="819"/>
                  </a:lnTo>
                  <a:lnTo>
                    <a:pt x="1914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21"/>
                  </a:lnTo>
                  <a:lnTo>
                    <a:pt x="1912" y="821"/>
                  </a:lnTo>
                  <a:lnTo>
                    <a:pt x="1912" y="821"/>
                  </a:lnTo>
                  <a:lnTo>
                    <a:pt x="1912" y="824"/>
                  </a:lnTo>
                  <a:lnTo>
                    <a:pt x="1914" y="824"/>
                  </a:lnTo>
                  <a:lnTo>
                    <a:pt x="1914" y="824"/>
                  </a:lnTo>
                  <a:lnTo>
                    <a:pt x="1916" y="824"/>
                  </a:lnTo>
                  <a:lnTo>
                    <a:pt x="1916" y="826"/>
                  </a:lnTo>
                  <a:lnTo>
                    <a:pt x="1916" y="826"/>
                  </a:lnTo>
                  <a:lnTo>
                    <a:pt x="1914" y="826"/>
                  </a:lnTo>
                  <a:lnTo>
                    <a:pt x="1914" y="826"/>
                  </a:lnTo>
                  <a:lnTo>
                    <a:pt x="1914" y="826"/>
                  </a:lnTo>
                  <a:lnTo>
                    <a:pt x="1914" y="828"/>
                  </a:lnTo>
                  <a:lnTo>
                    <a:pt x="1914" y="828"/>
                  </a:lnTo>
                  <a:lnTo>
                    <a:pt x="1912" y="833"/>
                  </a:lnTo>
                  <a:lnTo>
                    <a:pt x="1912" y="833"/>
                  </a:lnTo>
                  <a:lnTo>
                    <a:pt x="1912" y="833"/>
                  </a:lnTo>
                  <a:lnTo>
                    <a:pt x="1914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9" y="838"/>
                  </a:lnTo>
                  <a:lnTo>
                    <a:pt x="1919" y="838"/>
                  </a:lnTo>
                  <a:lnTo>
                    <a:pt x="1921" y="838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38"/>
                  </a:lnTo>
                  <a:close/>
                  <a:moveTo>
                    <a:pt x="873" y="942"/>
                  </a:moveTo>
                  <a:lnTo>
                    <a:pt x="873" y="942"/>
                  </a:lnTo>
                  <a:lnTo>
                    <a:pt x="873" y="942"/>
                  </a:lnTo>
                  <a:lnTo>
                    <a:pt x="871" y="942"/>
                  </a:lnTo>
                  <a:lnTo>
                    <a:pt x="868" y="944"/>
                  </a:lnTo>
                  <a:lnTo>
                    <a:pt x="866" y="944"/>
                  </a:lnTo>
                  <a:lnTo>
                    <a:pt x="866" y="947"/>
                  </a:lnTo>
                  <a:lnTo>
                    <a:pt x="866" y="944"/>
                  </a:lnTo>
                  <a:lnTo>
                    <a:pt x="873" y="942"/>
                  </a:lnTo>
                  <a:lnTo>
                    <a:pt x="873" y="942"/>
                  </a:lnTo>
                  <a:close/>
                  <a:moveTo>
                    <a:pt x="1850" y="838"/>
                  </a:moveTo>
                  <a:lnTo>
                    <a:pt x="1852" y="838"/>
                  </a:lnTo>
                  <a:lnTo>
                    <a:pt x="1852" y="838"/>
                  </a:lnTo>
                  <a:lnTo>
                    <a:pt x="1852" y="835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5" y="835"/>
                  </a:lnTo>
                  <a:lnTo>
                    <a:pt x="1855" y="833"/>
                  </a:lnTo>
                  <a:lnTo>
                    <a:pt x="1855" y="833"/>
                  </a:lnTo>
                  <a:lnTo>
                    <a:pt x="1857" y="831"/>
                  </a:lnTo>
                  <a:lnTo>
                    <a:pt x="1857" y="831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31"/>
                  </a:lnTo>
                  <a:lnTo>
                    <a:pt x="1857" y="831"/>
                  </a:lnTo>
                  <a:lnTo>
                    <a:pt x="1855" y="831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1"/>
                  </a:lnTo>
                  <a:lnTo>
                    <a:pt x="1852" y="831"/>
                  </a:lnTo>
                  <a:lnTo>
                    <a:pt x="1850" y="831"/>
                  </a:lnTo>
                  <a:lnTo>
                    <a:pt x="1850" y="831"/>
                  </a:lnTo>
                  <a:lnTo>
                    <a:pt x="1850" y="831"/>
                  </a:lnTo>
                  <a:lnTo>
                    <a:pt x="1848" y="831"/>
                  </a:lnTo>
                  <a:lnTo>
                    <a:pt x="1848" y="831"/>
                  </a:lnTo>
                  <a:lnTo>
                    <a:pt x="1848" y="833"/>
                  </a:lnTo>
                  <a:lnTo>
                    <a:pt x="1848" y="833"/>
                  </a:lnTo>
                  <a:lnTo>
                    <a:pt x="1848" y="831"/>
                  </a:lnTo>
                  <a:lnTo>
                    <a:pt x="1848" y="831"/>
                  </a:lnTo>
                  <a:lnTo>
                    <a:pt x="1845" y="831"/>
                  </a:lnTo>
                  <a:lnTo>
                    <a:pt x="1845" y="833"/>
                  </a:lnTo>
                  <a:lnTo>
                    <a:pt x="1848" y="833"/>
                  </a:lnTo>
                  <a:lnTo>
                    <a:pt x="1848" y="833"/>
                  </a:lnTo>
                  <a:lnTo>
                    <a:pt x="1845" y="833"/>
                  </a:lnTo>
                  <a:lnTo>
                    <a:pt x="1845" y="833"/>
                  </a:lnTo>
                  <a:lnTo>
                    <a:pt x="1845" y="835"/>
                  </a:lnTo>
                  <a:lnTo>
                    <a:pt x="1848" y="838"/>
                  </a:lnTo>
                  <a:lnTo>
                    <a:pt x="1850" y="838"/>
                  </a:lnTo>
                  <a:close/>
                  <a:moveTo>
                    <a:pt x="1855" y="828"/>
                  </a:moveTo>
                  <a:lnTo>
                    <a:pt x="1855" y="828"/>
                  </a:lnTo>
                  <a:lnTo>
                    <a:pt x="1855" y="828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28"/>
                  </a:lnTo>
                  <a:lnTo>
                    <a:pt x="1860" y="828"/>
                  </a:lnTo>
                  <a:lnTo>
                    <a:pt x="1860" y="826"/>
                  </a:lnTo>
                  <a:lnTo>
                    <a:pt x="1860" y="826"/>
                  </a:lnTo>
                  <a:lnTo>
                    <a:pt x="1857" y="826"/>
                  </a:lnTo>
                  <a:lnTo>
                    <a:pt x="1857" y="826"/>
                  </a:lnTo>
                  <a:lnTo>
                    <a:pt x="1857" y="826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55" y="824"/>
                  </a:lnTo>
                  <a:lnTo>
                    <a:pt x="1855" y="824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7" y="826"/>
                  </a:lnTo>
                  <a:lnTo>
                    <a:pt x="1855" y="828"/>
                  </a:lnTo>
                  <a:lnTo>
                    <a:pt x="1855" y="828"/>
                  </a:lnTo>
                  <a:close/>
                  <a:moveTo>
                    <a:pt x="1855" y="852"/>
                  </a:moveTo>
                  <a:lnTo>
                    <a:pt x="1855" y="852"/>
                  </a:lnTo>
                  <a:lnTo>
                    <a:pt x="1855" y="852"/>
                  </a:lnTo>
                  <a:lnTo>
                    <a:pt x="1855" y="852"/>
                  </a:lnTo>
                  <a:lnTo>
                    <a:pt x="1857" y="854"/>
                  </a:lnTo>
                  <a:lnTo>
                    <a:pt x="1857" y="854"/>
                  </a:lnTo>
                  <a:lnTo>
                    <a:pt x="1857" y="852"/>
                  </a:lnTo>
                  <a:lnTo>
                    <a:pt x="1860" y="852"/>
                  </a:lnTo>
                  <a:lnTo>
                    <a:pt x="1860" y="852"/>
                  </a:lnTo>
                  <a:lnTo>
                    <a:pt x="1860" y="852"/>
                  </a:lnTo>
                  <a:lnTo>
                    <a:pt x="1860" y="850"/>
                  </a:lnTo>
                  <a:lnTo>
                    <a:pt x="1860" y="850"/>
                  </a:lnTo>
                  <a:lnTo>
                    <a:pt x="1860" y="850"/>
                  </a:lnTo>
                  <a:lnTo>
                    <a:pt x="1860" y="847"/>
                  </a:lnTo>
                  <a:lnTo>
                    <a:pt x="1857" y="847"/>
                  </a:lnTo>
                  <a:lnTo>
                    <a:pt x="1855" y="847"/>
                  </a:lnTo>
                  <a:lnTo>
                    <a:pt x="1855" y="847"/>
                  </a:lnTo>
                  <a:lnTo>
                    <a:pt x="1855" y="850"/>
                  </a:lnTo>
                  <a:lnTo>
                    <a:pt x="1855" y="850"/>
                  </a:lnTo>
                  <a:lnTo>
                    <a:pt x="1855" y="852"/>
                  </a:lnTo>
                  <a:close/>
                  <a:moveTo>
                    <a:pt x="1845" y="824"/>
                  </a:moveTo>
                  <a:lnTo>
                    <a:pt x="1845" y="824"/>
                  </a:lnTo>
                  <a:lnTo>
                    <a:pt x="1848" y="821"/>
                  </a:lnTo>
                  <a:lnTo>
                    <a:pt x="1848" y="821"/>
                  </a:lnTo>
                  <a:lnTo>
                    <a:pt x="1848" y="819"/>
                  </a:lnTo>
                  <a:lnTo>
                    <a:pt x="1848" y="819"/>
                  </a:lnTo>
                  <a:lnTo>
                    <a:pt x="1850" y="819"/>
                  </a:lnTo>
                  <a:lnTo>
                    <a:pt x="1850" y="819"/>
                  </a:lnTo>
                  <a:lnTo>
                    <a:pt x="1850" y="819"/>
                  </a:lnTo>
                  <a:lnTo>
                    <a:pt x="1852" y="819"/>
                  </a:lnTo>
                  <a:lnTo>
                    <a:pt x="1852" y="819"/>
                  </a:lnTo>
                  <a:lnTo>
                    <a:pt x="1852" y="819"/>
                  </a:lnTo>
                  <a:lnTo>
                    <a:pt x="1852" y="817"/>
                  </a:lnTo>
                  <a:lnTo>
                    <a:pt x="1852" y="817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2"/>
                  </a:lnTo>
                  <a:lnTo>
                    <a:pt x="1852" y="809"/>
                  </a:lnTo>
                  <a:lnTo>
                    <a:pt x="1852" y="809"/>
                  </a:lnTo>
                  <a:lnTo>
                    <a:pt x="1850" y="809"/>
                  </a:lnTo>
                  <a:lnTo>
                    <a:pt x="1850" y="809"/>
                  </a:lnTo>
                  <a:lnTo>
                    <a:pt x="1848" y="809"/>
                  </a:lnTo>
                  <a:lnTo>
                    <a:pt x="1848" y="809"/>
                  </a:lnTo>
                  <a:lnTo>
                    <a:pt x="1848" y="812"/>
                  </a:lnTo>
                  <a:lnTo>
                    <a:pt x="1848" y="812"/>
                  </a:lnTo>
                  <a:lnTo>
                    <a:pt x="1845" y="812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3" y="814"/>
                  </a:lnTo>
                  <a:lnTo>
                    <a:pt x="1841" y="814"/>
                  </a:lnTo>
                  <a:lnTo>
                    <a:pt x="1841" y="814"/>
                  </a:lnTo>
                  <a:lnTo>
                    <a:pt x="1843" y="817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5" y="817"/>
                  </a:lnTo>
                  <a:lnTo>
                    <a:pt x="1845" y="817"/>
                  </a:lnTo>
                  <a:lnTo>
                    <a:pt x="1843" y="817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38" y="824"/>
                  </a:lnTo>
                  <a:lnTo>
                    <a:pt x="1838" y="826"/>
                  </a:lnTo>
                  <a:lnTo>
                    <a:pt x="1841" y="828"/>
                  </a:lnTo>
                  <a:lnTo>
                    <a:pt x="1841" y="828"/>
                  </a:lnTo>
                  <a:lnTo>
                    <a:pt x="1841" y="828"/>
                  </a:lnTo>
                  <a:lnTo>
                    <a:pt x="1843" y="828"/>
                  </a:lnTo>
                  <a:lnTo>
                    <a:pt x="1843" y="828"/>
                  </a:lnTo>
                  <a:lnTo>
                    <a:pt x="1843" y="828"/>
                  </a:lnTo>
                  <a:lnTo>
                    <a:pt x="1843" y="826"/>
                  </a:lnTo>
                  <a:lnTo>
                    <a:pt x="1845" y="826"/>
                  </a:lnTo>
                  <a:lnTo>
                    <a:pt x="1845" y="826"/>
                  </a:lnTo>
                  <a:lnTo>
                    <a:pt x="1845" y="826"/>
                  </a:lnTo>
                  <a:lnTo>
                    <a:pt x="1843" y="826"/>
                  </a:lnTo>
                  <a:lnTo>
                    <a:pt x="1843" y="824"/>
                  </a:lnTo>
                  <a:lnTo>
                    <a:pt x="1843" y="824"/>
                  </a:lnTo>
                  <a:lnTo>
                    <a:pt x="1845" y="824"/>
                  </a:lnTo>
                  <a:close/>
                  <a:moveTo>
                    <a:pt x="1855" y="850"/>
                  </a:moveTo>
                  <a:lnTo>
                    <a:pt x="1855" y="850"/>
                  </a:lnTo>
                  <a:lnTo>
                    <a:pt x="1852" y="847"/>
                  </a:lnTo>
                  <a:lnTo>
                    <a:pt x="1852" y="847"/>
                  </a:lnTo>
                  <a:lnTo>
                    <a:pt x="1852" y="847"/>
                  </a:lnTo>
                  <a:lnTo>
                    <a:pt x="1850" y="847"/>
                  </a:lnTo>
                  <a:lnTo>
                    <a:pt x="1850" y="847"/>
                  </a:lnTo>
                  <a:lnTo>
                    <a:pt x="1848" y="847"/>
                  </a:lnTo>
                  <a:lnTo>
                    <a:pt x="1848" y="847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50" y="850"/>
                  </a:lnTo>
                  <a:lnTo>
                    <a:pt x="1850" y="850"/>
                  </a:lnTo>
                  <a:lnTo>
                    <a:pt x="1850" y="850"/>
                  </a:lnTo>
                  <a:lnTo>
                    <a:pt x="1848" y="852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50" y="854"/>
                  </a:lnTo>
                  <a:lnTo>
                    <a:pt x="1850" y="852"/>
                  </a:lnTo>
                  <a:lnTo>
                    <a:pt x="1850" y="852"/>
                  </a:lnTo>
                  <a:lnTo>
                    <a:pt x="1852" y="854"/>
                  </a:lnTo>
                  <a:lnTo>
                    <a:pt x="1852" y="854"/>
                  </a:lnTo>
                  <a:lnTo>
                    <a:pt x="1852" y="852"/>
                  </a:lnTo>
                  <a:lnTo>
                    <a:pt x="1852" y="852"/>
                  </a:lnTo>
                  <a:lnTo>
                    <a:pt x="1852" y="850"/>
                  </a:lnTo>
                  <a:lnTo>
                    <a:pt x="1855" y="850"/>
                  </a:lnTo>
                  <a:close/>
                  <a:moveTo>
                    <a:pt x="1867" y="776"/>
                  </a:move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4" y="776"/>
                  </a:lnTo>
                  <a:lnTo>
                    <a:pt x="1864" y="776"/>
                  </a:lnTo>
                  <a:lnTo>
                    <a:pt x="1864" y="776"/>
                  </a:lnTo>
                  <a:lnTo>
                    <a:pt x="1864" y="774"/>
                  </a:lnTo>
                  <a:lnTo>
                    <a:pt x="1864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2"/>
                  </a:lnTo>
                  <a:lnTo>
                    <a:pt x="1860" y="772"/>
                  </a:lnTo>
                  <a:lnTo>
                    <a:pt x="1860" y="772"/>
                  </a:lnTo>
                  <a:lnTo>
                    <a:pt x="1860" y="772"/>
                  </a:lnTo>
                  <a:lnTo>
                    <a:pt x="1857" y="772"/>
                  </a:lnTo>
                  <a:lnTo>
                    <a:pt x="1857" y="769"/>
                  </a:lnTo>
                  <a:lnTo>
                    <a:pt x="1857" y="769"/>
                  </a:lnTo>
                  <a:lnTo>
                    <a:pt x="1855" y="767"/>
                  </a:lnTo>
                  <a:lnTo>
                    <a:pt x="1852" y="767"/>
                  </a:lnTo>
                  <a:lnTo>
                    <a:pt x="1852" y="769"/>
                  </a:lnTo>
                  <a:lnTo>
                    <a:pt x="1852" y="769"/>
                  </a:lnTo>
                  <a:lnTo>
                    <a:pt x="1850" y="767"/>
                  </a:lnTo>
                  <a:lnTo>
                    <a:pt x="1850" y="769"/>
                  </a:lnTo>
                  <a:lnTo>
                    <a:pt x="1850" y="769"/>
                  </a:lnTo>
                  <a:lnTo>
                    <a:pt x="1850" y="769"/>
                  </a:lnTo>
                  <a:lnTo>
                    <a:pt x="1852" y="772"/>
                  </a:lnTo>
                  <a:lnTo>
                    <a:pt x="1852" y="772"/>
                  </a:lnTo>
                  <a:lnTo>
                    <a:pt x="1852" y="772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5" y="776"/>
                  </a:lnTo>
                  <a:lnTo>
                    <a:pt x="1855" y="776"/>
                  </a:lnTo>
                  <a:lnTo>
                    <a:pt x="1855" y="779"/>
                  </a:lnTo>
                  <a:lnTo>
                    <a:pt x="1855" y="779"/>
                  </a:lnTo>
                  <a:lnTo>
                    <a:pt x="1855" y="779"/>
                  </a:lnTo>
                  <a:lnTo>
                    <a:pt x="1852" y="781"/>
                  </a:lnTo>
                  <a:lnTo>
                    <a:pt x="1855" y="781"/>
                  </a:lnTo>
                  <a:lnTo>
                    <a:pt x="1855" y="783"/>
                  </a:lnTo>
                  <a:lnTo>
                    <a:pt x="1855" y="786"/>
                  </a:lnTo>
                  <a:lnTo>
                    <a:pt x="1857" y="786"/>
                  </a:lnTo>
                  <a:lnTo>
                    <a:pt x="1860" y="786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0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79"/>
                  </a:lnTo>
                  <a:lnTo>
                    <a:pt x="1867" y="779"/>
                  </a:lnTo>
                  <a:lnTo>
                    <a:pt x="1867" y="779"/>
                  </a:lnTo>
                  <a:lnTo>
                    <a:pt x="1867" y="779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close/>
                  <a:moveTo>
                    <a:pt x="1836" y="828"/>
                  </a:moveTo>
                  <a:lnTo>
                    <a:pt x="1836" y="828"/>
                  </a:lnTo>
                  <a:lnTo>
                    <a:pt x="1836" y="828"/>
                  </a:lnTo>
                  <a:lnTo>
                    <a:pt x="1836" y="831"/>
                  </a:lnTo>
                  <a:lnTo>
                    <a:pt x="1836" y="831"/>
                  </a:lnTo>
                  <a:lnTo>
                    <a:pt x="1836" y="831"/>
                  </a:lnTo>
                  <a:lnTo>
                    <a:pt x="1836" y="833"/>
                  </a:lnTo>
                  <a:lnTo>
                    <a:pt x="1838" y="833"/>
                  </a:lnTo>
                  <a:lnTo>
                    <a:pt x="1838" y="831"/>
                  </a:lnTo>
                  <a:lnTo>
                    <a:pt x="1838" y="828"/>
                  </a:lnTo>
                  <a:lnTo>
                    <a:pt x="1836" y="828"/>
                  </a:lnTo>
                  <a:close/>
                  <a:moveTo>
                    <a:pt x="1919" y="838"/>
                  </a:moveTo>
                  <a:lnTo>
                    <a:pt x="1912" y="835"/>
                  </a:lnTo>
                  <a:lnTo>
                    <a:pt x="1912" y="835"/>
                  </a:lnTo>
                  <a:lnTo>
                    <a:pt x="1912" y="835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40"/>
                  </a:lnTo>
                  <a:lnTo>
                    <a:pt x="1914" y="840"/>
                  </a:lnTo>
                  <a:lnTo>
                    <a:pt x="1914" y="843"/>
                  </a:lnTo>
                  <a:lnTo>
                    <a:pt x="1916" y="847"/>
                  </a:lnTo>
                  <a:lnTo>
                    <a:pt x="1919" y="850"/>
                  </a:lnTo>
                  <a:lnTo>
                    <a:pt x="1919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47"/>
                  </a:lnTo>
                  <a:lnTo>
                    <a:pt x="1921" y="847"/>
                  </a:lnTo>
                  <a:lnTo>
                    <a:pt x="1919" y="847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21" y="845"/>
                  </a:lnTo>
                  <a:lnTo>
                    <a:pt x="1921" y="843"/>
                  </a:lnTo>
                  <a:lnTo>
                    <a:pt x="1919" y="840"/>
                  </a:lnTo>
                  <a:lnTo>
                    <a:pt x="1919" y="840"/>
                  </a:lnTo>
                  <a:lnTo>
                    <a:pt x="1921" y="840"/>
                  </a:lnTo>
                  <a:lnTo>
                    <a:pt x="1921" y="840"/>
                  </a:lnTo>
                  <a:lnTo>
                    <a:pt x="1921" y="843"/>
                  </a:lnTo>
                  <a:lnTo>
                    <a:pt x="1921" y="843"/>
                  </a:lnTo>
                  <a:lnTo>
                    <a:pt x="1921" y="840"/>
                  </a:lnTo>
                  <a:lnTo>
                    <a:pt x="1919" y="838"/>
                  </a:lnTo>
                  <a:close/>
                  <a:moveTo>
                    <a:pt x="1860" y="854"/>
                  </a:moveTo>
                  <a:lnTo>
                    <a:pt x="1860" y="854"/>
                  </a:lnTo>
                  <a:lnTo>
                    <a:pt x="1860" y="854"/>
                  </a:lnTo>
                  <a:lnTo>
                    <a:pt x="1857" y="854"/>
                  </a:lnTo>
                  <a:lnTo>
                    <a:pt x="1855" y="854"/>
                  </a:lnTo>
                  <a:lnTo>
                    <a:pt x="1855" y="854"/>
                  </a:lnTo>
                  <a:lnTo>
                    <a:pt x="1855" y="854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4"/>
                  </a:lnTo>
                  <a:lnTo>
                    <a:pt x="1855" y="864"/>
                  </a:lnTo>
                  <a:lnTo>
                    <a:pt x="1857" y="864"/>
                  </a:lnTo>
                  <a:lnTo>
                    <a:pt x="1857" y="866"/>
                  </a:lnTo>
                  <a:lnTo>
                    <a:pt x="1857" y="866"/>
                  </a:lnTo>
                  <a:lnTo>
                    <a:pt x="1857" y="864"/>
                  </a:lnTo>
                  <a:lnTo>
                    <a:pt x="1857" y="864"/>
                  </a:lnTo>
                  <a:lnTo>
                    <a:pt x="1857" y="861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60" y="859"/>
                  </a:lnTo>
                  <a:lnTo>
                    <a:pt x="1860" y="859"/>
                  </a:lnTo>
                  <a:lnTo>
                    <a:pt x="1860" y="859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4"/>
                  </a:lnTo>
                  <a:lnTo>
                    <a:pt x="1860" y="854"/>
                  </a:lnTo>
                  <a:lnTo>
                    <a:pt x="1860" y="854"/>
                  </a:lnTo>
                  <a:close/>
                  <a:moveTo>
                    <a:pt x="1897" y="880"/>
                  </a:moveTo>
                  <a:lnTo>
                    <a:pt x="1897" y="880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3" y="876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7" y="880"/>
                  </a:lnTo>
                  <a:lnTo>
                    <a:pt x="1897" y="880"/>
                  </a:lnTo>
                  <a:lnTo>
                    <a:pt x="1897" y="883"/>
                  </a:lnTo>
                  <a:lnTo>
                    <a:pt x="1897" y="883"/>
                  </a:lnTo>
                  <a:lnTo>
                    <a:pt x="1900" y="883"/>
                  </a:lnTo>
                  <a:lnTo>
                    <a:pt x="1900" y="880"/>
                  </a:lnTo>
                  <a:lnTo>
                    <a:pt x="1897" y="880"/>
                  </a:lnTo>
                  <a:close/>
                  <a:moveTo>
                    <a:pt x="1921" y="878"/>
                  </a:moveTo>
                  <a:lnTo>
                    <a:pt x="1921" y="878"/>
                  </a:lnTo>
                  <a:lnTo>
                    <a:pt x="1921" y="876"/>
                  </a:lnTo>
                  <a:lnTo>
                    <a:pt x="1919" y="876"/>
                  </a:lnTo>
                  <a:lnTo>
                    <a:pt x="1919" y="876"/>
                  </a:lnTo>
                  <a:lnTo>
                    <a:pt x="1919" y="876"/>
                  </a:lnTo>
                  <a:lnTo>
                    <a:pt x="1919" y="873"/>
                  </a:lnTo>
                  <a:lnTo>
                    <a:pt x="1919" y="873"/>
                  </a:lnTo>
                  <a:lnTo>
                    <a:pt x="1919" y="873"/>
                  </a:lnTo>
                  <a:lnTo>
                    <a:pt x="1921" y="873"/>
                  </a:lnTo>
                  <a:lnTo>
                    <a:pt x="1921" y="873"/>
                  </a:lnTo>
                  <a:lnTo>
                    <a:pt x="1921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69"/>
                  </a:lnTo>
                  <a:lnTo>
                    <a:pt x="1919" y="869"/>
                  </a:lnTo>
                  <a:lnTo>
                    <a:pt x="1916" y="869"/>
                  </a:lnTo>
                  <a:lnTo>
                    <a:pt x="1916" y="869"/>
                  </a:lnTo>
                  <a:lnTo>
                    <a:pt x="1916" y="869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4" y="864"/>
                  </a:lnTo>
                  <a:lnTo>
                    <a:pt x="1914" y="861"/>
                  </a:lnTo>
                  <a:lnTo>
                    <a:pt x="1914" y="861"/>
                  </a:lnTo>
                  <a:lnTo>
                    <a:pt x="1916" y="861"/>
                  </a:lnTo>
                  <a:lnTo>
                    <a:pt x="1916" y="861"/>
                  </a:lnTo>
                  <a:lnTo>
                    <a:pt x="1914" y="859"/>
                  </a:lnTo>
                  <a:lnTo>
                    <a:pt x="1914" y="859"/>
                  </a:lnTo>
                  <a:lnTo>
                    <a:pt x="1916" y="859"/>
                  </a:lnTo>
                  <a:lnTo>
                    <a:pt x="1914" y="859"/>
                  </a:lnTo>
                  <a:lnTo>
                    <a:pt x="1914" y="861"/>
                  </a:lnTo>
                  <a:lnTo>
                    <a:pt x="1912" y="861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7" y="864"/>
                  </a:lnTo>
                  <a:lnTo>
                    <a:pt x="1907" y="864"/>
                  </a:lnTo>
                  <a:lnTo>
                    <a:pt x="1909" y="861"/>
                  </a:lnTo>
                  <a:lnTo>
                    <a:pt x="1909" y="861"/>
                  </a:lnTo>
                  <a:lnTo>
                    <a:pt x="1912" y="861"/>
                  </a:lnTo>
                  <a:lnTo>
                    <a:pt x="1912" y="859"/>
                  </a:lnTo>
                  <a:lnTo>
                    <a:pt x="1912" y="859"/>
                  </a:lnTo>
                  <a:lnTo>
                    <a:pt x="1912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12" y="859"/>
                  </a:lnTo>
                  <a:lnTo>
                    <a:pt x="1912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2"/>
                  </a:lnTo>
                  <a:lnTo>
                    <a:pt x="1912" y="852"/>
                  </a:lnTo>
                  <a:lnTo>
                    <a:pt x="1912" y="850"/>
                  </a:lnTo>
                  <a:lnTo>
                    <a:pt x="1912" y="850"/>
                  </a:lnTo>
                  <a:lnTo>
                    <a:pt x="1912" y="847"/>
                  </a:lnTo>
                  <a:lnTo>
                    <a:pt x="1912" y="847"/>
                  </a:lnTo>
                  <a:lnTo>
                    <a:pt x="1909" y="847"/>
                  </a:lnTo>
                  <a:lnTo>
                    <a:pt x="1909" y="845"/>
                  </a:lnTo>
                  <a:lnTo>
                    <a:pt x="1909" y="845"/>
                  </a:lnTo>
                  <a:lnTo>
                    <a:pt x="1909" y="847"/>
                  </a:lnTo>
                  <a:lnTo>
                    <a:pt x="1907" y="847"/>
                  </a:lnTo>
                  <a:lnTo>
                    <a:pt x="1907" y="850"/>
                  </a:lnTo>
                  <a:lnTo>
                    <a:pt x="1907" y="852"/>
                  </a:lnTo>
                  <a:lnTo>
                    <a:pt x="1905" y="850"/>
                  </a:lnTo>
                  <a:lnTo>
                    <a:pt x="1905" y="850"/>
                  </a:lnTo>
                  <a:lnTo>
                    <a:pt x="1905" y="852"/>
                  </a:lnTo>
                  <a:lnTo>
                    <a:pt x="1905" y="852"/>
                  </a:lnTo>
                  <a:lnTo>
                    <a:pt x="1905" y="852"/>
                  </a:lnTo>
                  <a:lnTo>
                    <a:pt x="1902" y="852"/>
                  </a:lnTo>
                  <a:lnTo>
                    <a:pt x="1902" y="852"/>
                  </a:lnTo>
                  <a:lnTo>
                    <a:pt x="1902" y="852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5" y="850"/>
                  </a:lnTo>
                  <a:lnTo>
                    <a:pt x="1905" y="850"/>
                  </a:lnTo>
                  <a:lnTo>
                    <a:pt x="1907" y="847"/>
                  </a:lnTo>
                  <a:lnTo>
                    <a:pt x="1907" y="847"/>
                  </a:lnTo>
                  <a:lnTo>
                    <a:pt x="1907" y="847"/>
                  </a:lnTo>
                  <a:lnTo>
                    <a:pt x="1907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0" y="843"/>
                  </a:lnTo>
                  <a:lnTo>
                    <a:pt x="1900" y="840"/>
                  </a:lnTo>
                  <a:lnTo>
                    <a:pt x="1897" y="840"/>
                  </a:lnTo>
                  <a:lnTo>
                    <a:pt x="1897" y="843"/>
                  </a:lnTo>
                  <a:lnTo>
                    <a:pt x="1897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5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3" y="843"/>
                  </a:lnTo>
                  <a:lnTo>
                    <a:pt x="1893" y="843"/>
                  </a:lnTo>
                  <a:lnTo>
                    <a:pt x="1893" y="845"/>
                  </a:lnTo>
                  <a:lnTo>
                    <a:pt x="1893" y="845"/>
                  </a:lnTo>
                  <a:lnTo>
                    <a:pt x="1890" y="843"/>
                  </a:lnTo>
                  <a:lnTo>
                    <a:pt x="1890" y="843"/>
                  </a:lnTo>
                  <a:lnTo>
                    <a:pt x="1893" y="843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7" y="840"/>
                  </a:lnTo>
                  <a:lnTo>
                    <a:pt x="1897" y="840"/>
                  </a:lnTo>
                  <a:lnTo>
                    <a:pt x="1897" y="840"/>
                  </a:lnTo>
                  <a:lnTo>
                    <a:pt x="1897" y="838"/>
                  </a:lnTo>
                  <a:lnTo>
                    <a:pt x="1895" y="838"/>
                  </a:lnTo>
                  <a:lnTo>
                    <a:pt x="1893" y="838"/>
                  </a:lnTo>
                  <a:lnTo>
                    <a:pt x="1893" y="838"/>
                  </a:lnTo>
                  <a:lnTo>
                    <a:pt x="1893" y="838"/>
                  </a:lnTo>
                  <a:lnTo>
                    <a:pt x="1893" y="835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6" y="843"/>
                  </a:lnTo>
                  <a:lnTo>
                    <a:pt x="1886" y="843"/>
                  </a:lnTo>
                  <a:lnTo>
                    <a:pt x="1886" y="845"/>
                  </a:lnTo>
                  <a:lnTo>
                    <a:pt x="1886" y="845"/>
                  </a:lnTo>
                  <a:lnTo>
                    <a:pt x="1886" y="843"/>
                  </a:lnTo>
                  <a:lnTo>
                    <a:pt x="1886" y="843"/>
                  </a:lnTo>
                  <a:lnTo>
                    <a:pt x="1883" y="843"/>
                  </a:lnTo>
                  <a:lnTo>
                    <a:pt x="1883" y="843"/>
                  </a:lnTo>
                  <a:lnTo>
                    <a:pt x="1883" y="843"/>
                  </a:lnTo>
                  <a:lnTo>
                    <a:pt x="1886" y="840"/>
                  </a:lnTo>
                  <a:lnTo>
                    <a:pt x="1886" y="838"/>
                  </a:lnTo>
                  <a:lnTo>
                    <a:pt x="1888" y="835"/>
                  </a:lnTo>
                  <a:lnTo>
                    <a:pt x="1888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1"/>
                  </a:lnTo>
                  <a:lnTo>
                    <a:pt x="1888" y="833"/>
                  </a:lnTo>
                  <a:lnTo>
                    <a:pt x="1890" y="835"/>
                  </a:lnTo>
                  <a:lnTo>
                    <a:pt x="1890" y="835"/>
                  </a:lnTo>
                  <a:lnTo>
                    <a:pt x="1893" y="835"/>
                  </a:lnTo>
                  <a:lnTo>
                    <a:pt x="1895" y="835"/>
                  </a:lnTo>
                  <a:lnTo>
                    <a:pt x="1897" y="835"/>
                  </a:lnTo>
                  <a:lnTo>
                    <a:pt x="1897" y="838"/>
                  </a:lnTo>
                  <a:lnTo>
                    <a:pt x="1900" y="838"/>
                  </a:lnTo>
                  <a:lnTo>
                    <a:pt x="1902" y="838"/>
                  </a:lnTo>
                  <a:lnTo>
                    <a:pt x="1902" y="835"/>
                  </a:lnTo>
                  <a:lnTo>
                    <a:pt x="1900" y="835"/>
                  </a:lnTo>
                  <a:lnTo>
                    <a:pt x="1900" y="835"/>
                  </a:lnTo>
                  <a:lnTo>
                    <a:pt x="1897" y="833"/>
                  </a:lnTo>
                  <a:lnTo>
                    <a:pt x="1897" y="833"/>
                  </a:lnTo>
                  <a:lnTo>
                    <a:pt x="1895" y="833"/>
                  </a:lnTo>
                  <a:lnTo>
                    <a:pt x="1895" y="833"/>
                  </a:lnTo>
                  <a:lnTo>
                    <a:pt x="1893" y="831"/>
                  </a:lnTo>
                  <a:lnTo>
                    <a:pt x="1893" y="831"/>
                  </a:lnTo>
                  <a:lnTo>
                    <a:pt x="1893" y="831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88" y="828"/>
                  </a:lnTo>
                  <a:lnTo>
                    <a:pt x="1888" y="831"/>
                  </a:lnTo>
                  <a:lnTo>
                    <a:pt x="1888" y="831"/>
                  </a:lnTo>
                  <a:lnTo>
                    <a:pt x="1888" y="831"/>
                  </a:lnTo>
                  <a:lnTo>
                    <a:pt x="1888" y="828"/>
                  </a:lnTo>
                  <a:lnTo>
                    <a:pt x="1888" y="828"/>
                  </a:lnTo>
                  <a:lnTo>
                    <a:pt x="1888" y="828"/>
                  </a:lnTo>
                  <a:lnTo>
                    <a:pt x="1888" y="826"/>
                  </a:lnTo>
                  <a:lnTo>
                    <a:pt x="1886" y="826"/>
                  </a:lnTo>
                  <a:lnTo>
                    <a:pt x="1886" y="826"/>
                  </a:lnTo>
                  <a:lnTo>
                    <a:pt x="1886" y="824"/>
                  </a:lnTo>
                  <a:lnTo>
                    <a:pt x="1886" y="824"/>
                  </a:lnTo>
                  <a:lnTo>
                    <a:pt x="1886" y="824"/>
                  </a:lnTo>
                  <a:lnTo>
                    <a:pt x="1886" y="821"/>
                  </a:lnTo>
                  <a:lnTo>
                    <a:pt x="1883" y="819"/>
                  </a:lnTo>
                  <a:lnTo>
                    <a:pt x="1881" y="819"/>
                  </a:lnTo>
                  <a:lnTo>
                    <a:pt x="1881" y="819"/>
                  </a:lnTo>
                  <a:lnTo>
                    <a:pt x="1881" y="819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6" y="817"/>
                  </a:lnTo>
                  <a:lnTo>
                    <a:pt x="1876" y="814"/>
                  </a:lnTo>
                  <a:lnTo>
                    <a:pt x="1874" y="814"/>
                  </a:lnTo>
                  <a:lnTo>
                    <a:pt x="1874" y="814"/>
                  </a:lnTo>
                  <a:lnTo>
                    <a:pt x="1874" y="814"/>
                  </a:lnTo>
                  <a:lnTo>
                    <a:pt x="1871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09"/>
                  </a:lnTo>
                  <a:lnTo>
                    <a:pt x="1864" y="809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2" y="812"/>
                  </a:lnTo>
                  <a:lnTo>
                    <a:pt x="1862" y="812"/>
                  </a:lnTo>
                  <a:lnTo>
                    <a:pt x="1862" y="812"/>
                  </a:lnTo>
                  <a:lnTo>
                    <a:pt x="1860" y="812"/>
                  </a:lnTo>
                  <a:lnTo>
                    <a:pt x="1860" y="812"/>
                  </a:lnTo>
                  <a:lnTo>
                    <a:pt x="1860" y="812"/>
                  </a:lnTo>
                  <a:lnTo>
                    <a:pt x="1857" y="809"/>
                  </a:lnTo>
                  <a:lnTo>
                    <a:pt x="1857" y="809"/>
                  </a:lnTo>
                  <a:lnTo>
                    <a:pt x="1857" y="809"/>
                  </a:lnTo>
                  <a:lnTo>
                    <a:pt x="1860" y="809"/>
                  </a:lnTo>
                  <a:lnTo>
                    <a:pt x="1860" y="809"/>
                  </a:lnTo>
                  <a:lnTo>
                    <a:pt x="1860" y="807"/>
                  </a:lnTo>
                  <a:lnTo>
                    <a:pt x="1860" y="807"/>
                  </a:lnTo>
                  <a:lnTo>
                    <a:pt x="1860" y="807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0"/>
                  </a:lnTo>
                  <a:lnTo>
                    <a:pt x="1855" y="800"/>
                  </a:lnTo>
                  <a:lnTo>
                    <a:pt x="1855" y="800"/>
                  </a:lnTo>
                  <a:lnTo>
                    <a:pt x="1852" y="800"/>
                  </a:lnTo>
                  <a:lnTo>
                    <a:pt x="1852" y="800"/>
                  </a:lnTo>
                  <a:lnTo>
                    <a:pt x="1852" y="798"/>
                  </a:lnTo>
                  <a:lnTo>
                    <a:pt x="1852" y="798"/>
                  </a:lnTo>
                  <a:lnTo>
                    <a:pt x="1850" y="798"/>
                  </a:lnTo>
                  <a:lnTo>
                    <a:pt x="1850" y="800"/>
                  </a:lnTo>
                  <a:lnTo>
                    <a:pt x="1848" y="800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50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0"/>
                  </a:lnTo>
                  <a:lnTo>
                    <a:pt x="1848" y="800"/>
                  </a:lnTo>
                  <a:lnTo>
                    <a:pt x="1848" y="800"/>
                  </a:lnTo>
                  <a:lnTo>
                    <a:pt x="1845" y="800"/>
                  </a:lnTo>
                  <a:lnTo>
                    <a:pt x="1843" y="800"/>
                  </a:lnTo>
                  <a:lnTo>
                    <a:pt x="1838" y="800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41" y="805"/>
                  </a:lnTo>
                  <a:lnTo>
                    <a:pt x="1841" y="805"/>
                  </a:lnTo>
                  <a:lnTo>
                    <a:pt x="1838" y="805"/>
                  </a:lnTo>
                  <a:lnTo>
                    <a:pt x="1838" y="805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3" y="809"/>
                  </a:lnTo>
                  <a:lnTo>
                    <a:pt x="1843" y="809"/>
                  </a:lnTo>
                  <a:lnTo>
                    <a:pt x="1843" y="809"/>
                  </a:lnTo>
                  <a:lnTo>
                    <a:pt x="1845" y="809"/>
                  </a:lnTo>
                  <a:lnTo>
                    <a:pt x="1845" y="809"/>
                  </a:lnTo>
                  <a:lnTo>
                    <a:pt x="1848" y="809"/>
                  </a:lnTo>
                  <a:lnTo>
                    <a:pt x="1850" y="809"/>
                  </a:lnTo>
                  <a:lnTo>
                    <a:pt x="1850" y="809"/>
                  </a:lnTo>
                  <a:lnTo>
                    <a:pt x="1852" y="809"/>
                  </a:lnTo>
                  <a:lnTo>
                    <a:pt x="1852" y="812"/>
                  </a:lnTo>
                  <a:lnTo>
                    <a:pt x="1852" y="814"/>
                  </a:lnTo>
                  <a:lnTo>
                    <a:pt x="1855" y="814"/>
                  </a:lnTo>
                  <a:lnTo>
                    <a:pt x="1855" y="817"/>
                  </a:lnTo>
                  <a:lnTo>
                    <a:pt x="1855" y="819"/>
                  </a:lnTo>
                  <a:lnTo>
                    <a:pt x="1857" y="819"/>
                  </a:lnTo>
                  <a:lnTo>
                    <a:pt x="1857" y="819"/>
                  </a:lnTo>
                  <a:lnTo>
                    <a:pt x="1857" y="819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2" y="824"/>
                  </a:lnTo>
                  <a:lnTo>
                    <a:pt x="1862" y="824"/>
                  </a:lnTo>
                  <a:lnTo>
                    <a:pt x="1862" y="826"/>
                  </a:lnTo>
                  <a:lnTo>
                    <a:pt x="1862" y="826"/>
                  </a:lnTo>
                  <a:lnTo>
                    <a:pt x="1862" y="826"/>
                  </a:lnTo>
                  <a:lnTo>
                    <a:pt x="1862" y="828"/>
                  </a:lnTo>
                  <a:lnTo>
                    <a:pt x="1862" y="828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3"/>
                  </a:lnTo>
                  <a:lnTo>
                    <a:pt x="1860" y="833"/>
                  </a:lnTo>
                  <a:lnTo>
                    <a:pt x="1860" y="833"/>
                  </a:lnTo>
                  <a:lnTo>
                    <a:pt x="1857" y="831"/>
                  </a:lnTo>
                  <a:lnTo>
                    <a:pt x="1857" y="833"/>
                  </a:lnTo>
                  <a:lnTo>
                    <a:pt x="1857" y="833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40"/>
                  </a:lnTo>
                  <a:lnTo>
                    <a:pt x="1857" y="840"/>
                  </a:lnTo>
                  <a:lnTo>
                    <a:pt x="1860" y="840"/>
                  </a:lnTo>
                  <a:lnTo>
                    <a:pt x="1862" y="843"/>
                  </a:lnTo>
                  <a:lnTo>
                    <a:pt x="1864" y="840"/>
                  </a:lnTo>
                  <a:lnTo>
                    <a:pt x="1869" y="838"/>
                  </a:lnTo>
                  <a:lnTo>
                    <a:pt x="1869" y="838"/>
                  </a:lnTo>
                  <a:lnTo>
                    <a:pt x="1871" y="835"/>
                  </a:lnTo>
                  <a:lnTo>
                    <a:pt x="1871" y="835"/>
                  </a:lnTo>
                  <a:lnTo>
                    <a:pt x="1871" y="835"/>
                  </a:lnTo>
                  <a:lnTo>
                    <a:pt x="1874" y="835"/>
                  </a:lnTo>
                  <a:lnTo>
                    <a:pt x="1874" y="835"/>
                  </a:lnTo>
                  <a:lnTo>
                    <a:pt x="1874" y="835"/>
                  </a:lnTo>
                  <a:lnTo>
                    <a:pt x="1871" y="835"/>
                  </a:lnTo>
                  <a:lnTo>
                    <a:pt x="1871" y="838"/>
                  </a:lnTo>
                  <a:lnTo>
                    <a:pt x="1871" y="838"/>
                  </a:lnTo>
                  <a:lnTo>
                    <a:pt x="1869" y="838"/>
                  </a:lnTo>
                  <a:lnTo>
                    <a:pt x="1869" y="840"/>
                  </a:lnTo>
                  <a:lnTo>
                    <a:pt x="1869" y="840"/>
                  </a:lnTo>
                  <a:lnTo>
                    <a:pt x="1869" y="840"/>
                  </a:lnTo>
                  <a:lnTo>
                    <a:pt x="1869" y="843"/>
                  </a:lnTo>
                  <a:lnTo>
                    <a:pt x="1869" y="843"/>
                  </a:lnTo>
                  <a:lnTo>
                    <a:pt x="1869" y="845"/>
                  </a:lnTo>
                  <a:lnTo>
                    <a:pt x="1869" y="845"/>
                  </a:lnTo>
                  <a:lnTo>
                    <a:pt x="1869" y="845"/>
                  </a:lnTo>
                  <a:lnTo>
                    <a:pt x="1869" y="847"/>
                  </a:lnTo>
                  <a:lnTo>
                    <a:pt x="1871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1" y="847"/>
                  </a:lnTo>
                  <a:lnTo>
                    <a:pt x="1871" y="850"/>
                  </a:lnTo>
                  <a:lnTo>
                    <a:pt x="1871" y="847"/>
                  </a:lnTo>
                  <a:lnTo>
                    <a:pt x="1874" y="847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6" y="850"/>
                  </a:lnTo>
                  <a:lnTo>
                    <a:pt x="1878" y="850"/>
                  </a:lnTo>
                  <a:lnTo>
                    <a:pt x="1881" y="850"/>
                  </a:lnTo>
                  <a:lnTo>
                    <a:pt x="1878" y="850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1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9"/>
                  </a:lnTo>
                  <a:lnTo>
                    <a:pt x="1869" y="859"/>
                  </a:lnTo>
                  <a:lnTo>
                    <a:pt x="1871" y="859"/>
                  </a:lnTo>
                  <a:lnTo>
                    <a:pt x="1871" y="859"/>
                  </a:lnTo>
                  <a:lnTo>
                    <a:pt x="1871" y="857"/>
                  </a:lnTo>
                  <a:lnTo>
                    <a:pt x="1871" y="857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4" y="859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8" y="857"/>
                  </a:lnTo>
                  <a:lnTo>
                    <a:pt x="1878" y="854"/>
                  </a:lnTo>
                  <a:lnTo>
                    <a:pt x="1878" y="854"/>
                  </a:lnTo>
                  <a:lnTo>
                    <a:pt x="1881" y="854"/>
                  </a:lnTo>
                  <a:lnTo>
                    <a:pt x="1881" y="857"/>
                  </a:lnTo>
                  <a:lnTo>
                    <a:pt x="1881" y="857"/>
                  </a:lnTo>
                  <a:lnTo>
                    <a:pt x="1878" y="859"/>
                  </a:lnTo>
                  <a:lnTo>
                    <a:pt x="1876" y="859"/>
                  </a:lnTo>
                  <a:lnTo>
                    <a:pt x="1876" y="859"/>
                  </a:lnTo>
                  <a:lnTo>
                    <a:pt x="1876" y="861"/>
                  </a:lnTo>
                  <a:lnTo>
                    <a:pt x="1881" y="859"/>
                  </a:lnTo>
                  <a:lnTo>
                    <a:pt x="1881" y="859"/>
                  </a:lnTo>
                  <a:lnTo>
                    <a:pt x="1881" y="859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8" y="859"/>
                  </a:lnTo>
                  <a:lnTo>
                    <a:pt x="1888" y="861"/>
                  </a:lnTo>
                  <a:lnTo>
                    <a:pt x="1890" y="861"/>
                  </a:lnTo>
                  <a:lnTo>
                    <a:pt x="1890" y="859"/>
                  </a:lnTo>
                  <a:lnTo>
                    <a:pt x="1893" y="859"/>
                  </a:lnTo>
                  <a:lnTo>
                    <a:pt x="1890" y="859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88" y="854"/>
                  </a:lnTo>
                  <a:lnTo>
                    <a:pt x="1888" y="854"/>
                  </a:lnTo>
                  <a:lnTo>
                    <a:pt x="1890" y="854"/>
                  </a:lnTo>
                  <a:lnTo>
                    <a:pt x="1890" y="854"/>
                  </a:lnTo>
                  <a:lnTo>
                    <a:pt x="1890" y="857"/>
                  </a:lnTo>
                  <a:lnTo>
                    <a:pt x="1893" y="857"/>
                  </a:lnTo>
                  <a:lnTo>
                    <a:pt x="1893" y="857"/>
                  </a:lnTo>
                  <a:lnTo>
                    <a:pt x="1893" y="859"/>
                  </a:lnTo>
                  <a:lnTo>
                    <a:pt x="1893" y="859"/>
                  </a:lnTo>
                  <a:lnTo>
                    <a:pt x="1893" y="861"/>
                  </a:lnTo>
                  <a:lnTo>
                    <a:pt x="1893" y="864"/>
                  </a:lnTo>
                  <a:lnTo>
                    <a:pt x="1893" y="864"/>
                  </a:lnTo>
                  <a:lnTo>
                    <a:pt x="1893" y="864"/>
                  </a:lnTo>
                  <a:lnTo>
                    <a:pt x="1893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5" y="864"/>
                  </a:lnTo>
                  <a:lnTo>
                    <a:pt x="1895" y="866"/>
                  </a:lnTo>
                  <a:lnTo>
                    <a:pt x="1895" y="866"/>
                  </a:lnTo>
                  <a:lnTo>
                    <a:pt x="1895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9"/>
                  </a:lnTo>
                  <a:lnTo>
                    <a:pt x="1897" y="869"/>
                  </a:lnTo>
                  <a:lnTo>
                    <a:pt x="1897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7" y="871"/>
                  </a:lnTo>
                  <a:lnTo>
                    <a:pt x="1897" y="871"/>
                  </a:lnTo>
                  <a:lnTo>
                    <a:pt x="1900" y="871"/>
                  </a:lnTo>
                  <a:lnTo>
                    <a:pt x="1900" y="869"/>
                  </a:lnTo>
                  <a:lnTo>
                    <a:pt x="1900" y="866"/>
                  </a:lnTo>
                  <a:lnTo>
                    <a:pt x="1900" y="866"/>
                  </a:lnTo>
                  <a:lnTo>
                    <a:pt x="1900" y="869"/>
                  </a:lnTo>
                  <a:lnTo>
                    <a:pt x="1900" y="869"/>
                  </a:lnTo>
                  <a:lnTo>
                    <a:pt x="1900" y="869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6"/>
                  </a:lnTo>
                  <a:lnTo>
                    <a:pt x="1902" y="864"/>
                  </a:lnTo>
                  <a:lnTo>
                    <a:pt x="1902" y="864"/>
                  </a:lnTo>
                  <a:lnTo>
                    <a:pt x="1902" y="866"/>
                  </a:lnTo>
                  <a:lnTo>
                    <a:pt x="1902" y="866"/>
                  </a:lnTo>
                  <a:lnTo>
                    <a:pt x="1902" y="866"/>
                  </a:lnTo>
                  <a:lnTo>
                    <a:pt x="1902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2" y="869"/>
                  </a:lnTo>
                  <a:lnTo>
                    <a:pt x="1905" y="869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7" y="871"/>
                  </a:lnTo>
                  <a:lnTo>
                    <a:pt x="1907" y="871"/>
                  </a:lnTo>
                  <a:lnTo>
                    <a:pt x="1907" y="871"/>
                  </a:lnTo>
                  <a:lnTo>
                    <a:pt x="1909" y="871"/>
                  </a:lnTo>
                  <a:lnTo>
                    <a:pt x="1907" y="871"/>
                  </a:lnTo>
                  <a:lnTo>
                    <a:pt x="1907" y="873"/>
                  </a:lnTo>
                  <a:lnTo>
                    <a:pt x="1907" y="873"/>
                  </a:lnTo>
                  <a:lnTo>
                    <a:pt x="1907" y="873"/>
                  </a:lnTo>
                  <a:lnTo>
                    <a:pt x="1909" y="873"/>
                  </a:lnTo>
                  <a:lnTo>
                    <a:pt x="1909" y="873"/>
                  </a:lnTo>
                  <a:lnTo>
                    <a:pt x="1909" y="873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3"/>
                  </a:lnTo>
                  <a:lnTo>
                    <a:pt x="1912" y="873"/>
                  </a:lnTo>
                  <a:lnTo>
                    <a:pt x="1912" y="873"/>
                  </a:lnTo>
                  <a:lnTo>
                    <a:pt x="1912" y="876"/>
                  </a:lnTo>
                  <a:lnTo>
                    <a:pt x="1912" y="876"/>
                  </a:lnTo>
                  <a:lnTo>
                    <a:pt x="1912" y="876"/>
                  </a:lnTo>
                  <a:lnTo>
                    <a:pt x="1909" y="876"/>
                  </a:lnTo>
                  <a:lnTo>
                    <a:pt x="1909" y="878"/>
                  </a:lnTo>
                  <a:lnTo>
                    <a:pt x="1909" y="878"/>
                  </a:lnTo>
                  <a:lnTo>
                    <a:pt x="1909" y="878"/>
                  </a:lnTo>
                  <a:lnTo>
                    <a:pt x="1912" y="880"/>
                  </a:lnTo>
                  <a:lnTo>
                    <a:pt x="1912" y="880"/>
                  </a:lnTo>
                  <a:lnTo>
                    <a:pt x="1912" y="878"/>
                  </a:lnTo>
                  <a:lnTo>
                    <a:pt x="1914" y="878"/>
                  </a:lnTo>
                  <a:lnTo>
                    <a:pt x="1916" y="880"/>
                  </a:lnTo>
                  <a:lnTo>
                    <a:pt x="1916" y="880"/>
                  </a:lnTo>
                  <a:lnTo>
                    <a:pt x="1916" y="878"/>
                  </a:lnTo>
                  <a:lnTo>
                    <a:pt x="1916" y="878"/>
                  </a:lnTo>
                  <a:lnTo>
                    <a:pt x="1916" y="878"/>
                  </a:lnTo>
                  <a:lnTo>
                    <a:pt x="1919" y="878"/>
                  </a:lnTo>
                  <a:lnTo>
                    <a:pt x="1919" y="878"/>
                  </a:lnTo>
                  <a:lnTo>
                    <a:pt x="1921" y="878"/>
                  </a:lnTo>
                  <a:lnTo>
                    <a:pt x="1921" y="878"/>
                  </a:lnTo>
                  <a:lnTo>
                    <a:pt x="1921" y="878"/>
                  </a:lnTo>
                  <a:close/>
                  <a:moveTo>
                    <a:pt x="1883" y="861"/>
                  </a:move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4"/>
                  </a:lnTo>
                  <a:lnTo>
                    <a:pt x="1883" y="864"/>
                  </a:lnTo>
                  <a:lnTo>
                    <a:pt x="1886" y="864"/>
                  </a:lnTo>
                  <a:lnTo>
                    <a:pt x="1886" y="866"/>
                  </a:lnTo>
                  <a:lnTo>
                    <a:pt x="1886" y="864"/>
                  </a:lnTo>
                  <a:lnTo>
                    <a:pt x="1886" y="866"/>
                  </a:lnTo>
                  <a:lnTo>
                    <a:pt x="1888" y="866"/>
                  </a:lnTo>
                  <a:lnTo>
                    <a:pt x="1888" y="866"/>
                  </a:lnTo>
                  <a:lnTo>
                    <a:pt x="1886" y="866"/>
                  </a:lnTo>
                  <a:lnTo>
                    <a:pt x="1886" y="866"/>
                  </a:lnTo>
                  <a:lnTo>
                    <a:pt x="1886" y="866"/>
                  </a:lnTo>
                  <a:lnTo>
                    <a:pt x="1886" y="869"/>
                  </a:lnTo>
                  <a:lnTo>
                    <a:pt x="1886" y="869"/>
                  </a:lnTo>
                  <a:lnTo>
                    <a:pt x="1886" y="869"/>
                  </a:lnTo>
                  <a:lnTo>
                    <a:pt x="1888" y="869"/>
                  </a:lnTo>
                  <a:lnTo>
                    <a:pt x="1888" y="869"/>
                  </a:lnTo>
                  <a:lnTo>
                    <a:pt x="1888" y="869"/>
                  </a:lnTo>
                  <a:lnTo>
                    <a:pt x="1890" y="869"/>
                  </a:lnTo>
                  <a:lnTo>
                    <a:pt x="1890" y="869"/>
                  </a:lnTo>
                  <a:lnTo>
                    <a:pt x="1890" y="871"/>
                  </a:lnTo>
                  <a:lnTo>
                    <a:pt x="1893" y="866"/>
                  </a:lnTo>
                  <a:lnTo>
                    <a:pt x="1893" y="866"/>
                  </a:lnTo>
                  <a:lnTo>
                    <a:pt x="1888" y="861"/>
                  </a:lnTo>
                  <a:lnTo>
                    <a:pt x="1888" y="861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3" y="859"/>
                  </a:lnTo>
                  <a:lnTo>
                    <a:pt x="1883" y="859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close/>
                  <a:moveTo>
                    <a:pt x="1897" y="885"/>
                  </a:moveTo>
                  <a:lnTo>
                    <a:pt x="1897" y="885"/>
                  </a:lnTo>
                  <a:lnTo>
                    <a:pt x="1895" y="885"/>
                  </a:lnTo>
                  <a:lnTo>
                    <a:pt x="1895" y="885"/>
                  </a:lnTo>
                  <a:lnTo>
                    <a:pt x="1895" y="885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0" y="880"/>
                  </a:lnTo>
                  <a:lnTo>
                    <a:pt x="1890" y="880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3"/>
                  </a:lnTo>
                  <a:lnTo>
                    <a:pt x="1886" y="873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3"/>
                  </a:lnTo>
                  <a:lnTo>
                    <a:pt x="1883" y="871"/>
                  </a:lnTo>
                  <a:lnTo>
                    <a:pt x="1883" y="871"/>
                  </a:lnTo>
                  <a:lnTo>
                    <a:pt x="1881" y="871"/>
                  </a:lnTo>
                  <a:lnTo>
                    <a:pt x="1881" y="871"/>
                  </a:lnTo>
                  <a:lnTo>
                    <a:pt x="1881" y="871"/>
                  </a:lnTo>
                  <a:lnTo>
                    <a:pt x="1878" y="871"/>
                  </a:lnTo>
                  <a:lnTo>
                    <a:pt x="1881" y="871"/>
                  </a:lnTo>
                  <a:lnTo>
                    <a:pt x="1881" y="869"/>
                  </a:lnTo>
                  <a:lnTo>
                    <a:pt x="1881" y="869"/>
                  </a:lnTo>
                  <a:lnTo>
                    <a:pt x="1878" y="869"/>
                  </a:lnTo>
                  <a:lnTo>
                    <a:pt x="1878" y="866"/>
                  </a:lnTo>
                  <a:lnTo>
                    <a:pt x="1878" y="866"/>
                  </a:lnTo>
                  <a:lnTo>
                    <a:pt x="1881" y="869"/>
                  </a:lnTo>
                  <a:lnTo>
                    <a:pt x="1883" y="869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78" y="864"/>
                  </a:lnTo>
                  <a:lnTo>
                    <a:pt x="1878" y="864"/>
                  </a:lnTo>
                  <a:lnTo>
                    <a:pt x="1876" y="864"/>
                  </a:lnTo>
                  <a:lnTo>
                    <a:pt x="1876" y="861"/>
                  </a:lnTo>
                  <a:lnTo>
                    <a:pt x="1876" y="861"/>
                  </a:lnTo>
                  <a:lnTo>
                    <a:pt x="1876" y="861"/>
                  </a:lnTo>
                  <a:lnTo>
                    <a:pt x="1874" y="861"/>
                  </a:lnTo>
                  <a:lnTo>
                    <a:pt x="1874" y="861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1" y="859"/>
                  </a:lnTo>
                  <a:lnTo>
                    <a:pt x="1871" y="861"/>
                  </a:lnTo>
                  <a:lnTo>
                    <a:pt x="1871" y="861"/>
                  </a:lnTo>
                  <a:lnTo>
                    <a:pt x="1871" y="861"/>
                  </a:lnTo>
                  <a:lnTo>
                    <a:pt x="1874" y="864"/>
                  </a:lnTo>
                  <a:lnTo>
                    <a:pt x="1871" y="864"/>
                  </a:lnTo>
                  <a:lnTo>
                    <a:pt x="1871" y="864"/>
                  </a:lnTo>
                  <a:lnTo>
                    <a:pt x="1871" y="864"/>
                  </a:lnTo>
                  <a:lnTo>
                    <a:pt x="1874" y="864"/>
                  </a:lnTo>
                  <a:lnTo>
                    <a:pt x="1874" y="864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1" y="866"/>
                  </a:lnTo>
                  <a:lnTo>
                    <a:pt x="1871" y="866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6" y="866"/>
                  </a:lnTo>
                  <a:lnTo>
                    <a:pt x="1876" y="869"/>
                  </a:lnTo>
                  <a:lnTo>
                    <a:pt x="1874" y="869"/>
                  </a:lnTo>
                  <a:lnTo>
                    <a:pt x="1874" y="869"/>
                  </a:lnTo>
                  <a:lnTo>
                    <a:pt x="1874" y="869"/>
                  </a:lnTo>
                  <a:lnTo>
                    <a:pt x="1874" y="871"/>
                  </a:lnTo>
                  <a:lnTo>
                    <a:pt x="1874" y="871"/>
                  </a:lnTo>
                  <a:lnTo>
                    <a:pt x="1874" y="871"/>
                  </a:lnTo>
                  <a:lnTo>
                    <a:pt x="1876" y="873"/>
                  </a:lnTo>
                  <a:lnTo>
                    <a:pt x="1878" y="873"/>
                  </a:lnTo>
                  <a:lnTo>
                    <a:pt x="1876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8"/>
                  </a:lnTo>
                  <a:lnTo>
                    <a:pt x="1878" y="878"/>
                  </a:lnTo>
                  <a:lnTo>
                    <a:pt x="1878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3" y="878"/>
                  </a:lnTo>
                  <a:lnTo>
                    <a:pt x="1883" y="878"/>
                  </a:lnTo>
                  <a:lnTo>
                    <a:pt x="1883" y="878"/>
                  </a:lnTo>
                  <a:lnTo>
                    <a:pt x="1883" y="880"/>
                  </a:lnTo>
                  <a:lnTo>
                    <a:pt x="1883" y="880"/>
                  </a:lnTo>
                  <a:lnTo>
                    <a:pt x="1883" y="880"/>
                  </a:lnTo>
                  <a:lnTo>
                    <a:pt x="1886" y="880"/>
                  </a:lnTo>
                  <a:lnTo>
                    <a:pt x="1886" y="883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93" y="885"/>
                  </a:lnTo>
                  <a:lnTo>
                    <a:pt x="1893" y="885"/>
                  </a:lnTo>
                  <a:lnTo>
                    <a:pt x="1890" y="885"/>
                  </a:lnTo>
                  <a:lnTo>
                    <a:pt x="1890" y="885"/>
                  </a:lnTo>
                  <a:lnTo>
                    <a:pt x="1893" y="888"/>
                  </a:lnTo>
                  <a:lnTo>
                    <a:pt x="1893" y="888"/>
                  </a:lnTo>
                  <a:lnTo>
                    <a:pt x="1893" y="888"/>
                  </a:lnTo>
                  <a:lnTo>
                    <a:pt x="1895" y="888"/>
                  </a:lnTo>
                  <a:lnTo>
                    <a:pt x="1895" y="888"/>
                  </a:lnTo>
                  <a:lnTo>
                    <a:pt x="1895" y="888"/>
                  </a:lnTo>
                  <a:lnTo>
                    <a:pt x="1897" y="888"/>
                  </a:lnTo>
                  <a:lnTo>
                    <a:pt x="1897" y="888"/>
                  </a:lnTo>
                  <a:lnTo>
                    <a:pt x="1900" y="888"/>
                  </a:lnTo>
                  <a:lnTo>
                    <a:pt x="1897" y="885"/>
                  </a:lnTo>
                  <a:lnTo>
                    <a:pt x="1897" y="885"/>
                  </a:lnTo>
                  <a:close/>
                  <a:moveTo>
                    <a:pt x="1862" y="850"/>
                  </a:moveTo>
                  <a:lnTo>
                    <a:pt x="1862" y="850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5"/>
                  </a:lnTo>
                  <a:lnTo>
                    <a:pt x="1864" y="845"/>
                  </a:lnTo>
                  <a:lnTo>
                    <a:pt x="1862" y="845"/>
                  </a:lnTo>
                  <a:lnTo>
                    <a:pt x="1862" y="845"/>
                  </a:lnTo>
                  <a:lnTo>
                    <a:pt x="1862" y="845"/>
                  </a:lnTo>
                  <a:lnTo>
                    <a:pt x="1860" y="845"/>
                  </a:lnTo>
                  <a:lnTo>
                    <a:pt x="1857" y="845"/>
                  </a:lnTo>
                  <a:lnTo>
                    <a:pt x="1857" y="845"/>
                  </a:lnTo>
                  <a:lnTo>
                    <a:pt x="1857" y="847"/>
                  </a:lnTo>
                  <a:lnTo>
                    <a:pt x="1860" y="847"/>
                  </a:lnTo>
                  <a:lnTo>
                    <a:pt x="1860" y="847"/>
                  </a:lnTo>
                  <a:lnTo>
                    <a:pt x="1862" y="850"/>
                  </a:lnTo>
                  <a:lnTo>
                    <a:pt x="1862" y="850"/>
                  </a:lnTo>
                  <a:lnTo>
                    <a:pt x="1862" y="850"/>
                  </a:lnTo>
                  <a:close/>
                  <a:moveTo>
                    <a:pt x="1869" y="859"/>
                  </a:moveTo>
                  <a:lnTo>
                    <a:pt x="1869" y="859"/>
                  </a:lnTo>
                  <a:lnTo>
                    <a:pt x="1869" y="859"/>
                  </a:lnTo>
                  <a:lnTo>
                    <a:pt x="1867" y="859"/>
                  </a:lnTo>
                  <a:lnTo>
                    <a:pt x="1867" y="861"/>
                  </a:lnTo>
                  <a:lnTo>
                    <a:pt x="1867" y="859"/>
                  </a:lnTo>
                  <a:lnTo>
                    <a:pt x="1867" y="859"/>
                  </a:lnTo>
                  <a:lnTo>
                    <a:pt x="1867" y="857"/>
                  </a:lnTo>
                  <a:lnTo>
                    <a:pt x="1867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9"/>
                  </a:lnTo>
                  <a:lnTo>
                    <a:pt x="1864" y="859"/>
                  </a:lnTo>
                  <a:lnTo>
                    <a:pt x="1862" y="859"/>
                  </a:lnTo>
                  <a:lnTo>
                    <a:pt x="1862" y="859"/>
                  </a:lnTo>
                  <a:lnTo>
                    <a:pt x="1862" y="859"/>
                  </a:lnTo>
                  <a:lnTo>
                    <a:pt x="1862" y="861"/>
                  </a:lnTo>
                  <a:lnTo>
                    <a:pt x="1864" y="861"/>
                  </a:lnTo>
                  <a:lnTo>
                    <a:pt x="1864" y="861"/>
                  </a:lnTo>
                  <a:lnTo>
                    <a:pt x="1864" y="861"/>
                  </a:lnTo>
                  <a:lnTo>
                    <a:pt x="1862" y="861"/>
                  </a:lnTo>
                  <a:lnTo>
                    <a:pt x="1862" y="861"/>
                  </a:lnTo>
                  <a:lnTo>
                    <a:pt x="1862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6"/>
                  </a:lnTo>
                  <a:lnTo>
                    <a:pt x="1864" y="866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9" y="864"/>
                  </a:lnTo>
                  <a:lnTo>
                    <a:pt x="1869" y="864"/>
                  </a:lnTo>
                  <a:lnTo>
                    <a:pt x="1869" y="864"/>
                  </a:lnTo>
                  <a:lnTo>
                    <a:pt x="1869" y="861"/>
                  </a:lnTo>
                  <a:lnTo>
                    <a:pt x="1869" y="861"/>
                  </a:lnTo>
                  <a:lnTo>
                    <a:pt x="1869" y="861"/>
                  </a:lnTo>
                  <a:lnTo>
                    <a:pt x="1869" y="859"/>
                  </a:lnTo>
                  <a:lnTo>
                    <a:pt x="1869" y="859"/>
                  </a:lnTo>
                  <a:close/>
                  <a:moveTo>
                    <a:pt x="1278" y="613"/>
                  </a:moveTo>
                  <a:lnTo>
                    <a:pt x="1280" y="613"/>
                  </a:lnTo>
                  <a:lnTo>
                    <a:pt x="1280" y="611"/>
                  </a:lnTo>
                  <a:lnTo>
                    <a:pt x="1280" y="611"/>
                  </a:lnTo>
                  <a:lnTo>
                    <a:pt x="1280" y="611"/>
                  </a:lnTo>
                  <a:lnTo>
                    <a:pt x="1278" y="611"/>
                  </a:lnTo>
                  <a:lnTo>
                    <a:pt x="1278" y="611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close/>
                  <a:moveTo>
                    <a:pt x="902" y="272"/>
                  </a:moveTo>
                  <a:lnTo>
                    <a:pt x="902" y="272"/>
                  </a:lnTo>
                  <a:lnTo>
                    <a:pt x="904" y="272"/>
                  </a:lnTo>
                  <a:lnTo>
                    <a:pt x="904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3" y="270"/>
                  </a:lnTo>
                  <a:lnTo>
                    <a:pt x="913" y="270"/>
                  </a:lnTo>
                  <a:lnTo>
                    <a:pt x="911" y="270"/>
                  </a:lnTo>
                  <a:lnTo>
                    <a:pt x="897" y="275"/>
                  </a:lnTo>
                  <a:lnTo>
                    <a:pt x="899" y="275"/>
                  </a:lnTo>
                  <a:lnTo>
                    <a:pt x="902" y="272"/>
                  </a:lnTo>
                  <a:close/>
                  <a:moveTo>
                    <a:pt x="897" y="275"/>
                  </a:moveTo>
                  <a:lnTo>
                    <a:pt x="897" y="275"/>
                  </a:lnTo>
                  <a:lnTo>
                    <a:pt x="897" y="275"/>
                  </a:lnTo>
                  <a:lnTo>
                    <a:pt x="897" y="275"/>
                  </a:lnTo>
                  <a:close/>
                  <a:moveTo>
                    <a:pt x="897" y="275"/>
                  </a:moveTo>
                  <a:lnTo>
                    <a:pt x="897" y="275"/>
                  </a:lnTo>
                  <a:lnTo>
                    <a:pt x="895" y="275"/>
                  </a:lnTo>
                  <a:lnTo>
                    <a:pt x="897" y="275"/>
                  </a:lnTo>
                  <a:lnTo>
                    <a:pt x="897" y="275"/>
                  </a:lnTo>
                  <a:close/>
                  <a:moveTo>
                    <a:pt x="895" y="275"/>
                  </a:moveTo>
                  <a:lnTo>
                    <a:pt x="895" y="275"/>
                  </a:lnTo>
                  <a:lnTo>
                    <a:pt x="895" y="275"/>
                  </a:lnTo>
                  <a:lnTo>
                    <a:pt x="895" y="275"/>
                  </a:lnTo>
                  <a:lnTo>
                    <a:pt x="895" y="275"/>
                  </a:lnTo>
                  <a:close/>
                  <a:moveTo>
                    <a:pt x="890" y="277"/>
                  </a:moveTo>
                  <a:lnTo>
                    <a:pt x="890" y="277"/>
                  </a:lnTo>
                  <a:lnTo>
                    <a:pt x="890" y="277"/>
                  </a:lnTo>
                  <a:lnTo>
                    <a:pt x="890" y="277"/>
                  </a:lnTo>
                  <a:lnTo>
                    <a:pt x="892" y="275"/>
                  </a:lnTo>
                  <a:lnTo>
                    <a:pt x="892" y="275"/>
                  </a:lnTo>
                  <a:lnTo>
                    <a:pt x="895" y="275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90" y="277"/>
                  </a:lnTo>
                  <a:close/>
                  <a:moveTo>
                    <a:pt x="876" y="284"/>
                  </a:move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6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6" y="284"/>
                  </a:lnTo>
                  <a:close/>
                  <a:moveTo>
                    <a:pt x="880" y="282"/>
                  </a:moveTo>
                  <a:lnTo>
                    <a:pt x="883" y="279"/>
                  </a:lnTo>
                  <a:lnTo>
                    <a:pt x="883" y="279"/>
                  </a:lnTo>
                  <a:lnTo>
                    <a:pt x="885" y="279"/>
                  </a:lnTo>
                  <a:lnTo>
                    <a:pt x="885" y="279"/>
                  </a:lnTo>
                  <a:lnTo>
                    <a:pt x="883" y="279"/>
                  </a:lnTo>
                  <a:lnTo>
                    <a:pt x="880" y="279"/>
                  </a:lnTo>
                  <a:lnTo>
                    <a:pt x="880" y="279"/>
                  </a:lnTo>
                  <a:lnTo>
                    <a:pt x="880" y="282"/>
                  </a:lnTo>
                  <a:lnTo>
                    <a:pt x="880" y="282"/>
                  </a:lnTo>
                  <a:lnTo>
                    <a:pt x="880" y="282"/>
                  </a:lnTo>
                  <a:lnTo>
                    <a:pt x="880" y="282"/>
                  </a:lnTo>
                  <a:close/>
                  <a:moveTo>
                    <a:pt x="975" y="97"/>
                  </a:moveTo>
                  <a:lnTo>
                    <a:pt x="975" y="95"/>
                  </a:lnTo>
                  <a:lnTo>
                    <a:pt x="975" y="92"/>
                  </a:lnTo>
                  <a:lnTo>
                    <a:pt x="975" y="90"/>
                  </a:lnTo>
                  <a:lnTo>
                    <a:pt x="977" y="90"/>
                  </a:lnTo>
                  <a:lnTo>
                    <a:pt x="977" y="90"/>
                  </a:lnTo>
                  <a:lnTo>
                    <a:pt x="975" y="90"/>
                  </a:lnTo>
                  <a:lnTo>
                    <a:pt x="975" y="92"/>
                  </a:lnTo>
                  <a:lnTo>
                    <a:pt x="975" y="95"/>
                  </a:lnTo>
                  <a:lnTo>
                    <a:pt x="975" y="97"/>
                  </a:lnTo>
                  <a:lnTo>
                    <a:pt x="975" y="99"/>
                  </a:lnTo>
                  <a:lnTo>
                    <a:pt x="975" y="99"/>
                  </a:lnTo>
                  <a:lnTo>
                    <a:pt x="975" y="102"/>
                  </a:lnTo>
                  <a:lnTo>
                    <a:pt x="975" y="97"/>
                  </a:lnTo>
                  <a:lnTo>
                    <a:pt x="975" y="97"/>
                  </a:lnTo>
                  <a:close/>
                  <a:moveTo>
                    <a:pt x="977" y="746"/>
                  </a:moveTo>
                  <a:lnTo>
                    <a:pt x="977" y="748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close/>
                  <a:moveTo>
                    <a:pt x="1427" y="73"/>
                  </a:moveTo>
                  <a:lnTo>
                    <a:pt x="1427" y="73"/>
                  </a:lnTo>
                  <a:lnTo>
                    <a:pt x="1427" y="73"/>
                  </a:lnTo>
                  <a:lnTo>
                    <a:pt x="1429" y="73"/>
                  </a:lnTo>
                  <a:lnTo>
                    <a:pt x="1431" y="73"/>
                  </a:lnTo>
                  <a:lnTo>
                    <a:pt x="1434" y="76"/>
                  </a:lnTo>
                  <a:lnTo>
                    <a:pt x="1434" y="78"/>
                  </a:lnTo>
                  <a:lnTo>
                    <a:pt x="1436" y="78"/>
                  </a:lnTo>
                  <a:lnTo>
                    <a:pt x="1436" y="78"/>
                  </a:lnTo>
                  <a:lnTo>
                    <a:pt x="1434" y="76"/>
                  </a:lnTo>
                  <a:lnTo>
                    <a:pt x="1434" y="76"/>
                  </a:lnTo>
                  <a:lnTo>
                    <a:pt x="1431" y="73"/>
                  </a:lnTo>
                  <a:lnTo>
                    <a:pt x="1424" y="71"/>
                  </a:lnTo>
                  <a:lnTo>
                    <a:pt x="1424" y="71"/>
                  </a:lnTo>
                  <a:lnTo>
                    <a:pt x="1424" y="73"/>
                  </a:lnTo>
                  <a:lnTo>
                    <a:pt x="1427" y="73"/>
                  </a:lnTo>
                  <a:close/>
                  <a:moveTo>
                    <a:pt x="1008" y="54"/>
                  </a:moveTo>
                  <a:lnTo>
                    <a:pt x="1015" y="57"/>
                  </a:lnTo>
                  <a:lnTo>
                    <a:pt x="1008" y="54"/>
                  </a:lnTo>
                  <a:lnTo>
                    <a:pt x="1006" y="54"/>
                  </a:lnTo>
                  <a:lnTo>
                    <a:pt x="1006" y="57"/>
                  </a:lnTo>
                  <a:lnTo>
                    <a:pt x="1006" y="57"/>
                  </a:lnTo>
                  <a:lnTo>
                    <a:pt x="1006" y="54"/>
                  </a:lnTo>
                  <a:lnTo>
                    <a:pt x="1008" y="54"/>
                  </a:lnTo>
                  <a:close/>
                  <a:moveTo>
                    <a:pt x="989" y="73"/>
                  </a:moveTo>
                  <a:lnTo>
                    <a:pt x="989" y="71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89" y="69"/>
                  </a:lnTo>
                  <a:lnTo>
                    <a:pt x="989" y="71"/>
                  </a:lnTo>
                  <a:lnTo>
                    <a:pt x="989" y="71"/>
                  </a:lnTo>
                  <a:lnTo>
                    <a:pt x="987" y="73"/>
                  </a:lnTo>
                  <a:lnTo>
                    <a:pt x="984" y="76"/>
                  </a:lnTo>
                  <a:lnTo>
                    <a:pt x="987" y="73"/>
                  </a:lnTo>
                  <a:lnTo>
                    <a:pt x="989" y="73"/>
                  </a:lnTo>
                  <a:close/>
                  <a:moveTo>
                    <a:pt x="994" y="66"/>
                  </a:moveTo>
                  <a:lnTo>
                    <a:pt x="994" y="64"/>
                  </a:lnTo>
                  <a:lnTo>
                    <a:pt x="996" y="61"/>
                  </a:lnTo>
                  <a:lnTo>
                    <a:pt x="1001" y="59"/>
                  </a:lnTo>
                  <a:lnTo>
                    <a:pt x="999" y="59"/>
                  </a:lnTo>
                  <a:lnTo>
                    <a:pt x="994" y="64"/>
                  </a:lnTo>
                  <a:lnTo>
                    <a:pt x="994" y="64"/>
                  </a:lnTo>
                  <a:lnTo>
                    <a:pt x="991" y="66"/>
                  </a:lnTo>
                  <a:lnTo>
                    <a:pt x="991" y="66"/>
                  </a:lnTo>
                  <a:lnTo>
                    <a:pt x="994" y="66"/>
                  </a:lnTo>
                  <a:close/>
                  <a:moveTo>
                    <a:pt x="980" y="83"/>
                  </a:moveTo>
                  <a:lnTo>
                    <a:pt x="980" y="83"/>
                  </a:lnTo>
                  <a:lnTo>
                    <a:pt x="984" y="78"/>
                  </a:lnTo>
                  <a:lnTo>
                    <a:pt x="984" y="76"/>
                  </a:lnTo>
                  <a:lnTo>
                    <a:pt x="980" y="80"/>
                  </a:lnTo>
                  <a:lnTo>
                    <a:pt x="980" y="83"/>
                  </a:lnTo>
                  <a:lnTo>
                    <a:pt x="980" y="83"/>
                  </a:lnTo>
                  <a:lnTo>
                    <a:pt x="977" y="90"/>
                  </a:lnTo>
                  <a:lnTo>
                    <a:pt x="977" y="88"/>
                  </a:lnTo>
                  <a:lnTo>
                    <a:pt x="980" y="83"/>
                  </a:lnTo>
                  <a:close/>
                  <a:moveTo>
                    <a:pt x="861" y="289"/>
                  </a:moveTo>
                  <a:lnTo>
                    <a:pt x="864" y="289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8" y="286"/>
                  </a:lnTo>
                  <a:lnTo>
                    <a:pt x="871" y="284"/>
                  </a:lnTo>
                  <a:lnTo>
                    <a:pt x="873" y="284"/>
                  </a:lnTo>
                  <a:lnTo>
                    <a:pt x="873" y="284"/>
                  </a:lnTo>
                  <a:lnTo>
                    <a:pt x="873" y="284"/>
                  </a:lnTo>
                  <a:lnTo>
                    <a:pt x="876" y="284"/>
                  </a:lnTo>
                  <a:lnTo>
                    <a:pt x="873" y="284"/>
                  </a:lnTo>
                  <a:lnTo>
                    <a:pt x="871" y="284"/>
                  </a:lnTo>
                  <a:lnTo>
                    <a:pt x="859" y="289"/>
                  </a:lnTo>
                  <a:lnTo>
                    <a:pt x="859" y="289"/>
                  </a:lnTo>
                  <a:lnTo>
                    <a:pt x="859" y="291"/>
                  </a:lnTo>
                  <a:lnTo>
                    <a:pt x="859" y="289"/>
                  </a:lnTo>
                  <a:lnTo>
                    <a:pt x="861" y="289"/>
                  </a:lnTo>
                  <a:close/>
                  <a:moveTo>
                    <a:pt x="1268" y="50"/>
                  </a:moveTo>
                  <a:lnTo>
                    <a:pt x="1271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5" y="52"/>
                  </a:lnTo>
                  <a:lnTo>
                    <a:pt x="1275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8" y="50"/>
                  </a:lnTo>
                  <a:close/>
                  <a:moveTo>
                    <a:pt x="835" y="530"/>
                  </a:moveTo>
                  <a:lnTo>
                    <a:pt x="835" y="530"/>
                  </a:lnTo>
                  <a:lnTo>
                    <a:pt x="835" y="530"/>
                  </a:lnTo>
                  <a:lnTo>
                    <a:pt x="835" y="530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0"/>
                  </a:lnTo>
                  <a:lnTo>
                    <a:pt x="835" y="530"/>
                  </a:lnTo>
                  <a:lnTo>
                    <a:pt x="835" y="530"/>
                  </a:lnTo>
                  <a:close/>
                  <a:moveTo>
                    <a:pt x="833" y="540"/>
                  </a:moveTo>
                  <a:lnTo>
                    <a:pt x="833" y="540"/>
                  </a:lnTo>
                  <a:lnTo>
                    <a:pt x="833" y="542"/>
                  </a:lnTo>
                  <a:lnTo>
                    <a:pt x="833" y="542"/>
                  </a:lnTo>
                  <a:lnTo>
                    <a:pt x="833" y="542"/>
                  </a:lnTo>
                  <a:lnTo>
                    <a:pt x="833" y="540"/>
                  </a:lnTo>
                  <a:lnTo>
                    <a:pt x="833" y="537"/>
                  </a:lnTo>
                  <a:lnTo>
                    <a:pt x="833" y="535"/>
                  </a:lnTo>
                  <a:lnTo>
                    <a:pt x="835" y="535"/>
                  </a:lnTo>
                  <a:lnTo>
                    <a:pt x="833" y="535"/>
                  </a:lnTo>
                  <a:lnTo>
                    <a:pt x="833" y="537"/>
                  </a:lnTo>
                  <a:lnTo>
                    <a:pt x="833" y="540"/>
                  </a:lnTo>
                  <a:close/>
                  <a:moveTo>
                    <a:pt x="866" y="502"/>
                  </a:moveTo>
                  <a:lnTo>
                    <a:pt x="866" y="502"/>
                  </a:lnTo>
                  <a:lnTo>
                    <a:pt x="866" y="502"/>
                  </a:lnTo>
                  <a:lnTo>
                    <a:pt x="868" y="502"/>
                  </a:lnTo>
                  <a:lnTo>
                    <a:pt x="866" y="502"/>
                  </a:lnTo>
                  <a:close/>
                  <a:moveTo>
                    <a:pt x="991" y="878"/>
                  </a:move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close/>
                  <a:moveTo>
                    <a:pt x="984" y="762"/>
                  </a:moveTo>
                  <a:lnTo>
                    <a:pt x="984" y="762"/>
                  </a:lnTo>
                  <a:lnTo>
                    <a:pt x="984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2"/>
                  </a:lnTo>
                  <a:lnTo>
                    <a:pt x="984" y="762"/>
                  </a:lnTo>
                  <a:close/>
                  <a:moveTo>
                    <a:pt x="994" y="876"/>
                  </a:moveTo>
                  <a:lnTo>
                    <a:pt x="994" y="876"/>
                  </a:lnTo>
                  <a:lnTo>
                    <a:pt x="994" y="876"/>
                  </a:lnTo>
                  <a:lnTo>
                    <a:pt x="994" y="876"/>
                  </a:lnTo>
                  <a:lnTo>
                    <a:pt x="994" y="876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94" y="876"/>
                  </a:lnTo>
                  <a:close/>
                  <a:moveTo>
                    <a:pt x="871" y="502"/>
                  </a:moveTo>
                  <a:lnTo>
                    <a:pt x="871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71" y="504"/>
                  </a:lnTo>
                  <a:lnTo>
                    <a:pt x="871" y="504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close/>
                  <a:moveTo>
                    <a:pt x="871" y="502"/>
                  </a:move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close/>
                  <a:moveTo>
                    <a:pt x="871" y="506"/>
                  </a:move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close/>
                  <a:moveTo>
                    <a:pt x="1070" y="890"/>
                  </a:moveTo>
                  <a:lnTo>
                    <a:pt x="1070" y="890"/>
                  </a:lnTo>
                  <a:lnTo>
                    <a:pt x="1070" y="888"/>
                  </a:lnTo>
                  <a:lnTo>
                    <a:pt x="1067" y="888"/>
                  </a:lnTo>
                  <a:lnTo>
                    <a:pt x="1065" y="888"/>
                  </a:lnTo>
                  <a:lnTo>
                    <a:pt x="1062" y="888"/>
                  </a:lnTo>
                  <a:lnTo>
                    <a:pt x="1062" y="888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2"/>
                  </a:lnTo>
                  <a:lnTo>
                    <a:pt x="1060" y="892"/>
                  </a:lnTo>
                  <a:lnTo>
                    <a:pt x="1062" y="892"/>
                  </a:lnTo>
                  <a:lnTo>
                    <a:pt x="1065" y="890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0"/>
                  </a:lnTo>
                  <a:lnTo>
                    <a:pt x="1065" y="890"/>
                  </a:lnTo>
                  <a:lnTo>
                    <a:pt x="1070" y="890"/>
                  </a:lnTo>
                  <a:lnTo>
                    <a:pt x="1070" y="890"/>
                  </a:lnTo>
                  <a:lnTo>
                    <a:pt x="1070" y="892"/>
                  </a:lnTo>
                  <a:lnTo>
                    <a:pt x="1070" y="892"/>
                  </a:lnTo>
                  <a:lnTo>
                    <a:pt x="1072" y="892"/>
                  </a:lnTo>
                  <a:lnTo>
                    <a:pt x="1070" y="890"/>
                  </a:lnTo>
                  <a:lnTo>
                    <a:pt x="1070" y="890"/>
                  </a:lnTo>
                  <a:close/>
                  <a:moveTo>
                    <a:pt x="883" y="478"/>
                  </a:move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close/>
                  <a:moveTo>
                    <a:pt x="942" y="452"/>
                  </a:move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7" y="454"/>
                  </a:lnTo>
                  <a:lnTo>
                    <a:pt x="939" y="454"/>
                  </a:lnTo>
                  <a:lnTo>
                    <a:pt x="939" y="454"/>
                  </a:lnTo>
                  <a:lnTo>
                    <a:pt x="939" y="457"/>
                  </a:lnTo>
                  <a:lnTo>
                    <a:pt x="939" y="457"/>
                  </a:lnTo>
                  <a:lnTo>
                    <a:pt x="942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close/>
                  <a:moveTo>
                    <a:pt x="883" y="473"/>
                  </a:move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3"/>
                  </a:lnTo>
                  <a:close/>
                  <a:moveTo>
                    <a:pt x="868" y="506"/>
                  </a:move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close/>
                  <a:moveTo>
                    <a:pt x="847" y="296"/>
                  </a:moveTo>
                  <a:lnTo>
                    <a:pt x="847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2" y="293"/>
                  </a:lnTo>
                  <a:lnTo>
                    <a:pt x="852" y="293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47" y="296"/>
                  </a:lnTo>
                  <a:lnTo>
                    <a:pt x="845" y="296"/>
                  </a:lnTo>
                  <a:lnTo>
                    <a:pt x="847" y="296"/>
                  </a:lnTo>
                  <a:lnTo>
                    <a:pt x="847" y="296"/>
                  </a:lnTo>
                  <a:close/>
                  <a:moveTo>
                    <a:pt x="833" y="305"/>
                  </a:moveTo>
                  <a:lnTo>
                    <a:pt x="833" y="303"/>
                  </a:lnTo>
                  <a:lnTo>
                    <a:pt x="835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5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3" y="301"/>
                  </a:lnTo>
                  <a:lnTo>
                    <a:pt x="833" y="301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5"/>
                  </a:lnTo>
                  <a:close/>
                  <a:moveTo>
                    <a:pt x="1219" y="767"/>
                  </a:moveTo>
                  <a:lnTo>
                    <a:pt x="1219" y="767"/>
                  </a:lnTo>
                  <a:lnTo>
                    <a:pt x="1219" y="767"/>
                  </a:lnTo>
                  <a:lnTo>
                    <a:pt x="1216" y="767"/>
                  </a:lnTo>
                  <a:lnTo>
                    <a:pt x="1216" y="769"/>
                  </a:lnTo>
                  <a:lnTo>
                    <a:pt x="1216" y="769"/>
                  </a:lnTo>
                  <a:lnTo>
                    <a:pt x="1214" y="769"/>
                  </a:lnTo>
                  <a:lnTo>
                    <a:pt x="1214" y="769"/>
                  </a:lnTo>
                  <a:lnTo>
                    <a:pt x="1214" y="772"/>
                  </a:lnTo>
                  <a:lnTo>
                    <a:pt x="1214" y="772"/>
                  </a:lnTo>
                  <a:lnTo>
                    <a:pt x="1211" y="772"/>
                  </a:lnTo>
                  <a:lnTo>
                    <a:pt x="1211" y="772"/>
                  </a:lnTo>
                  <a:lnTo>
                    <a:pt x="1211" y="772"/>
                  </a:lnTo>
                  <a:lnTo>
                    <a:pt x="1211" y="774"/>
                  </a:lnTo>
                  <a:lnTo>
                    <a:pt x="1211" y="774"/>
                  </a:lnTo>
                  <a:lnTo>
                    <a:pt x="1211" y="774"/>
                  </a:lnTo>
                  <a:lnTo>
                    <a:pt x="1216" y="776"/>
                  </a:lnTo>
                  <a:lnTo>
                    <a:pt x="1216" y="776"/>
                  </a:lnTo>
                  <a:lnTo>
                    <a:pt x="1216" y="776"/>
                  </a:lnTo>
                  <a:lnTo>
                    <a:pt x="1219" y="774"/>
                  </a:lnTo>
                  <a:lnTo>
                    <a:pt x="1221" y="772"/>
                  </a:lnTo>
                  <a:lnTo>
                    <a:pt x="1221" y="772"/>
                  </a:lnTo>
                  <a:lnTo>
                    <a:pt x="1221" y="769"/>
                  </a:lnTo>
                  <a:lnTo>
                    <a:pt x="1221" y="769"/>
                  </a:lnTo>
                  <a:lnTo>
                    <a:pt x="1221" y="769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19" y="767"/>
                  </a:lnTo>
                  <a:close/>
                  <a:moveTo>
                    <a:pt x="1869" y="798"/>
                  </a:moveTo>
                  <a:lnTo>
                    <a:pt x="1869" y="800"/>
                  </a:lnTo>
                  <a:lnTo>
                    <a:pt x="1869" y="800"/>
                  </a:lnTo>
                  <a:lnTo>
                    <a:pt x="1869" y="800"/>
                  </a:lnTo>
                  <a:lnTo>
                    <a:pt x="1869" y="802"/>
                  </a:lnTo>
                  <a:lnTo>
                    <a:pt x="1869" y="802"/>
                  </a:lnTo>
                  <a:lnTo>
                    <a:pt x="1869" y="802"/>
                  </a:lnTo>
                  <a:lnTo>
                    <a:pt x="1869" y="805"/>
                  </a:lnTo>
                  <a:lnTo>
                    <a:pt x="1871" y="805"/>
                  </a:lnTo>
                  <a:lnTo>
                    <a:pt x="1871" y="807"/>
                  </a:lnTo>
                  <a:lnTo>
                    <a:pt x="1871" y="807"/>
                  </a:lnTo>
                  <a:lnTo>
                    <a:pt x="1874" y="807"/>
                  </a:lnTo>
                  <a:lnTo>
                    <a:pt x="1874" y="809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6" y="807"/>
                  </a:lnTo>
                  <a:lnTo>
                    <a:pt x="1876" y="807"/>
                  </a:lnTo>
                  <a:lnTo>
                    <a:pt x="1876" y="807"/>
                  </a:lnTo>
                  <a:lnTo>
                    <a:pt x="1881" y="805"/>
                  </a:lnTo>
                  <a:lnTo>
                    <a:pt x="1881" y="807"/>
                  </a:lnTo>
                  <a:lnTo>
                    <a:pt x="1881" y="807"/>
                  </a:lnTo>
                  <a:lnTo>
                    <a:pt x="1881" y="807"/>
                  </a:lnTo>
                  <a:lnTo>
                    <a:pt x="1883" y="807"/>
                  </a:lnTo>
                  <a:lnTo>
                    <a:pt x="1883" y="807"/>
                  </a:lnTo>
                  <a:lnTo>
                    <a:pt x="1883" y="807"/>
                  </a:lnTo>
                  <a:lnTo>
                    <a:pt x="1883" y="809"/>
                  </a:lnTo>
                  <a:lnTo>
                    <a:pt x="1883" y="809"/>
                  </a:lnTo>
                  <a:lnTo>
                    <a:pt x="1883" y="809"/>
                  </a:lnTo>
                  <a:lnTo>
                    <a:pt x="1883" y="812"/>
                  </a:lnTo>
                  <a:lnTo>
                    <a:pt x="1883" y="812"/>
                  </a:lnTo>
                  <a:lnTo>
                    <a:pt x="1883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90" y="812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3" y="809"/>
                  </a:lnTo>
                  <a:lnTo>
                    <a:pt x="1893" y="809"/>
                  </a:lnTo>
                  <a:lnTo>
                    <a:pt x="1893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5"/>
                  </a:lnTo>
                  <a:lnTo>
                    <a:pt x="1890" y="805"/>
                  </a:lnTo>
                  <a:lnTo>
                    <a:pt x="1888" y="805"/>
                  </a:lnTo>
                  <a:lnTo>
                    <a:pt x="1888" y="805"/>
                  </a:lnTo>
                  <a:lnTo>
                    <a:pt x="1888" y="805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90" y="802"/>
                  </a:lnTo>
                  <a:lnTo>
                    <a:pt x="1888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6" y="798"/>
                  </a:lnTo>
                  <a:lnTo>
                    <a:pt x="1886" y="798"/>
                  </a:lnTo>
                  <a:lnTo>
                    <a:pt x="1883" y="798"/>
                  </a:lnTo>
                  <a:lnTo>
                    <a:pt x="1881" y="798"/>
                  </a:lnTo>
                  <a:lnTo>
                    <a:pt x="1881" y="795"/>
                  </a:lnTo>
                  <a:lnTo>
                    <a:pt x="1878" y="795"/>
                  </a:lnTo>
                  <a:lnTo>
                    <a:pt x="1878" y="798"/>
                  </a:lnTo>
                  <a:lnTo>
                    <a:pt x="1878" y="798"/>
                  </a:lnTo>
                  <a:lnTo>
                    <a:pt x="1876" y="800"/>
                  </a:lnTo>
                  <a:lnTo>
                    <a:pt x="1876" y="798"/>
                  </a:lnTo>
                  <a:lnTo>
                    <a:pt x="1876" y="798"/>
                  </a:lnTo>
                  <a:lnTo>
                    <a:pt x="1878" y="798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76" y="793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88"/>
                  </a:lnTo>
                  <a:lnTo>
                    <a:pt x="1874" y="788"/>
                  </a:lnTo>
                  <a:lnTo>
                    <a:pt x="1871" y="790"/>
                  </a:lnTo>
                  <a:lnTo>
                    <a:pt x="1871" y="790"/>
                  </a:lnTo>
                  <a:lnTo>
                    <a:pt x="1871" y="790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8"/>
                  </a:lnTo>
                  <a:lnTo>
                    <a:pt x="1871" y="798"/>
                  </a:lnTo>
                  <a:lnTo>
                    <a:pt x="1869" y="798"/>
                  </a:lnTo>
                  <a:close/>
                  <a:moveTo>
                    <a:pt x="1207" y="788"/>
                  </a:moveTo>
                  <a:lnTo>
                    <a:pt x="1209" y="788"/>
                  </a:lnTo>
                  <a:lnTo>
                    <a:pt x="1207" y="788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close/>
                  <a:moveTo>
                    <a:pt x="1237" y="788"/>
                  </a:moveTo>
                  <a:lnTo>
                    <a:pt x="1237" y="788"/>
                  </a:lnTo>
                  <a:lnTo>
                    <a:pt x="1235" y="793"/>
                  </a:lnTo>
                  <a:lnTo>
                    <a:pt x="1235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40" y="790"/>
                  </a:lnTo>
                  <a:lnTo>
                    <a:pt x="1240" y="790"/>
                  </a:lnTo>
                  <a:lnTo>
                    <a:pt x="1240" y="788"/>
                  </a:lnTo>
                  <a:lnTo>
                    <a:pt x="1237" y="788"/>
                  </a:lnTo>
                  <a:close/>
                  <a:moveTo>
                    <a:pt x="1228" y="663"/>
                  </a:moveTo>
                  <a:lnTo>
                    <a:pt x="1226" y="663"/>
                  </a:lnTo>
                  <a:lnTo>
                    <a:pt x="1226" y="663"/>
                  </a:lnTo>
                  <a:lnTo>
                    <a:pt x="1226" y="663"/>
                  </a:lnTo>
                  <a:lnTo>
                    <a:pt x="1226" y="663"/>
                  </a:lnTo>
                  <a:lnTo>
                    <a:pt x="1228" y="663"/>
                  </a:lnTo>
                  <a:lnTo>
                    <a:pt x="1228" y="663"/>
                  </a:lnTo>
                  <a:lnTo>
                    <a:pt x="1230" y="660"/>
                  </a:lnTo>
                  <a:lnTo>
                    <a:pt x="1230" y="660"/>
                  </a:lnTo>
                  <a:lnTo>
                    <a:pt x="1230" y="660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3"/>
                  </a:lnTo>
                  <a:lnTo>
                    <a:pt x="1233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6"/>
                  </a:lnTo>
                  <a:lnTo>
                    <a:pt x="1230" y="656"/>
                  </a:lnTo>
                  <a:lnTo>
                    <a:pt x="1230" y="656"/>
                  </a:lnTo>
                  <a:lnTo>
                    <a:pt x="1230" y="658"/>
                  </a:lnTo>
                  <a:lnTo>
                    <a:pt x="1228" y="658"/>
                  </a:lnTo>
                  <a:lnTo>
                    <a:pt x="1228" y="658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3"/>
                  </a:lnTo>
                  <a:lnTo>
                    <a:pt x="1228" y="663"/>
                  </a:lnTo>
                  <a:close/>
                  <a:moveTo>
                    <a:pt x="1233" y="786"/>
                  </a:move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6"/>
                  </a:lnTo>
                  <a:lnTo>
                    <a:pt x="1233" y="786"/>
                  </a:lnTo>
                  <a:lnTo>
                    <a:pt x="1230" y="788"/>
                  </a:lnTo>
                  <a:lnTo>
                    <a:pt x="1230" y="788"/>
                  </a:lnTo>
                  <a:lnTo>
                    <a:pt x="1230" y="786"/>
                  </a:lnTo>
                  <a:lnTo>
                    <a:pt x="1230" y="786"/>
                  </a:lnTo>
                  <a:lnTo>
                    <a:pt x="1230" y="786"/>
                  </a:lnTo>
                  <a:lnTo>
                    <a:pt x="1228" y="786"/>
                  </a:lnTo>
                  <a:lnTo>
                    <a:pt x="1228" y="788"/>
                  </a:lnTo>
                  <a:lnTo>
                    <a:pt x="1228" y="788"/>
                  </a:lnTo>
                  <a:lnTo>
                    <a:pt x="1228" y="790"/>
                  </a:lnTo>
                  <a:lnTo>
                    <a:pt x="1228" y="790"/>
                  </a:lnTo>
                  <a:lnTo>
                    <a:pt x="1228" y="788"/>
                  </a:lnTo>
                  <a:lnTo>
                    <a:pt x="1228" y="786"/>
                  </a:lnTo>
                  <a:lnTo>
                    <a:pt x="1230" y="783"/>
                  </a:lnTo>
                  <a:lnTo>
                    <a:pt x="1230" y="781"/>
                  </a:lnTo>
                  <a:lnTo>
                    <a:pt x="1230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6" y="783"/>
                  </a:lnTo>
                  <a:lnTo>
                    <a:pt x="1226" y="783"/>
                  </a:lnTo>
                  <a:lnTo>
                    <a:pt x="1226" y="783"/>
                  </a:lnTo>
                  <a:lnTo>
                    <a:pt x="1223" y="783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6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81"/>
                  </a:lnTo>
                  <a:lnTo>
                    <a:pt x="1221" y="779"/>
                  </a:lnTo>
                  <a:lnTo>
                    <a:pt x="1221" y="779"/>
                  </a:lnTo>
                  <a:lnTo>
                    <a:pt x="1221" y="781"/>
                  </a:lnTo>
                  <a:lnTo>
                    <a:pt x="1221" y="781"/>
                  </a:lnTo>
                  <a:lnTo>
                    <a:pt x="1221" y="783"/>
                  </a:lnTo>
                  <a:lnTo>
                    <a:pt x="1221" y="783"/>
                  </a:lnTo>
                  <a:lnTo>
                    <a:pt x="1221" y="783"/>
                  </a:lnTo>
                  <a:lnTo>
                    <a:pt x="1221" y="786"/>
                  </a:lnTo>
                  <a:lnTo>
                    <a:pt x="1219" y="786"/>
                  </a:lnTo>
                  <a:lnTo>
                    <a:pt x="1221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1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6" y="783"/>
                  </a:lnTo>
                  <a:lnTo>
                    <a:pt x="1216" y="781"/>
                  </a:lnTo>
                  <a:lnTo>
                    <a:pt x="1219" y="781"/>
                  </a:lnTo>
                  <a:lnTo>
                    <a:pt x="1219" y="781"/>
                  </a:lnTo>
                  <a:lnTo>
                    <a:pt x="1216" y="781"/>
                  </a:lnTo>
                  <a:lnTo>
                    <a:pt x="1216" y="781"/>
                  </a:lnTo>
                  <a:lnTo>
                    <a:pt x="1216" y="779"/>
                  </a:lnTo>
                  <a:lnTo>
                    <a:pt x="1216" y="779"/>
                  </a:lnTo>
                  <a:lnTo>
                    <a:pt x="1216" y="776"/>
                  </a:lnTo>
                  <a:lnTo>
                    <a:pt x="1214" y="776"/>
                  </a:lnTo>
                  <a:lnTo>
                    <a:pt x="1214" y="776"/>
                  </a:lnTo>
                  <a:lnTo>
                    <a:pt x="1214" y="779"/>
                  </a:lnTo>
                  <a:lnTo>
                    <a:pt x="1214" y="776"/>
                  </a:lnTo>
                  <a:lnTo>
                    <a:pt x="1214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81"/>
                  </a:lnTo>
                  <a:lnTo>
                    <a:pt x="1207" y="781"/>
                  </a:lnTo>
                  <a:lnTo>
                    <a:pt x="1204" y="781"/>
                  </a:lnTo>
                  <a:lnTo>
                    <a:pt x="1204" y="781"/>
                  </a:lnTo>
                  <a:lnTo>
                    <a:pt x="1204" y="781"/>
                  </a:lnTo>
                  <a:lnTo>
                    <a:pt x="1207" y="783"/>
                  </a:lnTo>
                  <a:lnTo>
                    <a:pt x="1209" y="783"/>
                  </a:lnTo>
                  <a:lnTo>
                    <a:pt x="1209" y="783"/>
                  </a:lnTo>
                  <a:lnTo>
                    <a:pt x="1209" y="783"/>
                  </a:lnTo>
                  <a:lnTo>
                    <a:pt x="1207" y="783"/>
                  </a:lnTo>
                  <a:lnTo>
                    <a:pt x="1207" y="783"/>
                  </a:lnTo>
                  <a:lnTo>
                    <a:pt x="1207" y="783"/>
                  </a:lnTo>
                  <a:lnTo>
                    <a:pt x="1209" y="786"/>
                  </a:lnTo>
                  <a:lnTo>
                    <a:pt x="1209" y="786"/>
                  </a:lnTo>
                  <a:lnTo>
                    <a:pt x="1209" y="786"/>
                  </a:lnTo>
                  <a:lnTo>
                    <a:pt x="1209" y="788"/>
                  </a:lnTo>
                  <a:lnTo>
                    <a:pt x="1209" y="788"/>
                  </a:lnTo>
                  <a:lnTo>
                    <a:pt x="1209" y="788"/>
                  </a:lnTo>
                  <a:lnTo>
                    <a:pt x="1209" y="790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4" y="788"/>
                  </a:lnTo>
                  <a:lnTo>
                    <a:pt x="1202" y="788"/>
                  </a:lnTo>
                  <a:lnTo>
                    <a:pt x="1202" y="788"/>
                  </a:lnTo>
                  <a:lnTo>
                    <a:pt x="1202" y="786"/>
                  </a:lnTo>
                  <a:lnTo>
                    <a:pt x="1200" y="786"/>
                  </a:lnTo>
                  <a:lnTo>
                    <a:pt x="1200" y="786"/>
                  </a:lnTo>
                  <a:lnTo>
                    <a:pt x="1200" y="788"/>
                  </a:lnTo>
                  <a:lnTo>
                    <a:pt x="1197" y="788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3"/>
                  </a:lnTo>
                  <a:lnTo>
                    <a:pt x="1202" y="793"/>
                  </a:lnTo>
                  <a:lnTo>
                    <a:pt x="1204" y="795"/>
                  </a:lnTo>
                  <a:lnTo>
                    <a:pt x="1204" y="795"/>
                  </a:lnTo>
                  <a:lnTo>
                    <a:pt x="1204" y="795"/>
                  </a:lnTo>
                  <a:lnTo>
                    <a:pt x="1202" y="795"/>
                  </a:lnTo>
                  <a:lnTo>
                    <a:pt x="1202" y="793"/>
                  </a:lnTo>
                  <a:lnTo>
                    <a:pt x="1202" y="793"/>
                  </a:lnTo>
                  <a:lnTo>
                    <a:pt x="1202" y="795"/>
                  </a:lnTo>
                  <a:lnTo>
                    <a:pt x="1202" y="795"/>
                  </a:lnTo>
                  <a:lnTo>
                    <a:pt x="1202" y="795"/>
                  </a:lnTo>
                  <a:lnTo>
                    <a:pt x="1200" y="795"/>
                  </a:lnTo>
                  <a:lnTo>
                    <a:pt x="1200" y="793"/>
                  </a:lnTo>
                  <a:lnTo>
                    <a:pt x="1200" y="793"/>
                  </a:lnTo>
                  <a:lnTo>
                    <a:pt x="1195" y="793"/>
                  </a:lnTo>
                  <a:lnTo>
                    <a:pt x="1195" y="793"/>
                  </a:lnTo>
                  <a:lnTo>
                    <a:pt x="1195" y="795"/>
                  </a:lnTo>
                  <a:lnTo>
                    <a:pt x="1195" y="795"/>
                  </a:lnTo>
                  <a:lnTo>
                    <a:pt x="1195" y="798"/>
                  </a:lnTo>
                  <a:lnTo>
                    <a:pt x="1195" y="798"/>
                  </a:lnTo>
                  <a:lnTo>
                    <a:pt x="1197" y="798"/>
                  </a:lnTo>
                  <a:lnTo>
                    <a:pt x="1200" y="798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200" y="802"/>
                  </a:lnTo>
                  <a:lnTo>
                    <a:pt x="1202" y="802"/>
                  </a:lnTo>
                  <a:lnTo>
                    <a:pt x="1204" y="805"/>
                  </a:lnTo>
                  <a:lnTo>
                    <a:pt x="1207" y="805"/>
                  </a:lnTo>
                  <a:lnTo>
                    <a:pt x="1209" y="805"/>
                  </a:lnTo>
                  <a:lnTo>
                    <a:pt x="1209" y="805"/>
                  </a:lnTo>
                  <a:lnTo>
                    <a:pt x="1209" y="802"/>
                  </a:lnTo>
                  <a:lnTo>
                    <a:pt x="1209" y="800"/>
                  </a:lnTo>
                  <a:lnTo>
                    <a:pt x="1209" y="802"/>
                  </a:lnTo>
                  <a:lnTo>
                    <a:pt x="1209" y="802"/>
                  </a:lnTo>
                  <a:lnTo>
                    <a:pt x="1211" y="802"/>
                  </a:lnTo>
                  <a:lnTo>
                    <a:pt x="1211" y="800"/>
                  </a:lnTo>
                  <a:lnTo>
                    <a:pt x="1211" y="800"/>
                  </a:lnTo>
                  <a:lnTo>
                    <a:pt x="1211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798"/>
                  </a:lnTo>
                  <a:lnTo>
                    <a:pt x="1214" y="798"/>
                  </a:lnTo>
                  <a:lnTo>
                    <a:pt x="1214" y="795"/>
                  </a:lnTo>
                  <a:lnTo>
                    <a:pt x="1214" y="793"/>
                  </a:lnTo>
                  <a:lnTo>
                    <a:pt x="1214" y="793"/>
                  </a:lnTo>
                  <a:lnTo>
                    <a:pt x="1214" y="793"/>
                  </a:lnTo>
                  <a:lnTo>
                    <a:pt x="1216" y="793"/>
                  </a:lnTo>
                  <a:lnTo>
                    <a:pt x="1216" y="793"/>
                  </a:lnTo>
                  <a:lnTo>
                    <a:pt x="1216" y="795"/>
                  </a:lnTo>
                  <a:lnTo>
                    <a:pt x="1216" y="798"/>
                  </a:lnTo>
                  <a:lnTo>
                    <a:pt x="1216" y="800"/>
                  </a:lnTo>
                  <a:lnTo>
                    <a:pt x="1216" y="800"/>
                  </a:lnTo>
                  <a:lnTo>
                    <a:pt x="1216" y="798"/>
                  </a:lnTo>
                  <a:lnTo>
                    <a:pt x="1219" y="798"/>
                  </a:lnTo>
                  <a:lnTo>
                    <a:pt x="1219" y="798"/>
                  </a:lnTo>
                  <a:lnTo>
                    <a:pt x="1219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5"/>
                  </a:lnTo>
                  <a:lnTo>
                    <a:pt x="1223" y="795"/>
                  </a:lnTo>
                  <a:lnTo>
                    <a:pt x="1223" y="795"/>
                  </a:lnTo>
                  <a:lnTo>
                    <a:pt x="1223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0"/>
                  </a:lnTo>
                  <a:lnTo>
                    <a:pt x="1223" y="790"/>
                  </a:lnTo>
                  <a:lnTo>
                    <a:pt x="1223" y="788"/>
                  </a:lnTo>
                  <a:lnTo>
                    <a:pt x="1223" y="790"/>
                  </a:lnTo>
                  <a:lnTo>
                    <a:pt x="1223" y="788"/>
                  </a:lnTo>
                  <a:lnTo>
                    <a:pt x="1223" y="788"/>
                  </a:lnTo>
                  <a:lnTo>
                    <a:pt x="1223" y="788"/>
                  </a:lnTo>
                  <a:lnTo>
                    <a:pt x="1226" y="788"/>
                  </a:lnTo>
                  <a:lnTo>
                    <a:pt x="1226" y="788"/>
                  </a:lnTo>
                  <a:lnTo>
                    <a:pt x="1226" y="790"/>
                  </a:lnTo>
                  <a:lnTo>
                    <a:pt x="1226" y="793"/>
                  </a:lnTo>
                  <a:lnTo>
                    <a:pt x="1226" y="793"/>
                  </a:lnTo>
                  <a:lnTo>
                    <a:pt x="1228" y="795"/>
                  </a:lnTo>
                  <a:lnTo>
                    <a:pt x="1228" y="795"/>
                  </a:lnTo>
                  <a:lnTo>
                    <a:pt x="1230" y="795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3" y="793"/>
                  </a:lnTo>
                  <a:lnTo>
                    <a:pt x="1233" y="790"/>
                  </a:lnTo>
                  <a:lnTo>
                    <a:pt x="1233" y="790"/>
                  </a:lnTo>
                  <a:lnTo>
                    <a:pt x="1233" y="788"/>
                  </a:lnTo>
                  <a:lnTo>
                    <a:pt x="1233" y="788"/>
                  </a:lnTo>
                  <a:lnTo>
                    <a:pt x="1233" y="786"/>
                  </a:lnTo>
                  <a:lnTo>
                    <a:pt x="1233" y="786"/>
                  </a:lnTo>
                  <a:lnTo>
                    <a:pt x="1233" y="786"/>
                  </a:lnTo>
                  <a:close/>
                  <a:moveTo>
                    <a:pt x="1221" y="750"/>
                  </a:moveTo>
                  <a:lnTo>
                    <a:pt x="1221" y="750"/>
                  </a:lnTo>
                  <a:lnTo>
                    <a:pt x="1221" y="750"/>
                  </a:lnTo>
                  <a:lnTo>
                    <a:pt x="1221" y="750"/>
                  </a:lnTo>
                  <a:lnTo>
                    <a:pt x="1223" y="750"/>
                  </a:lnTo>
                  <a:lnTo>
                    <a:pt x="1223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3" y="748"/>
                  </a:lnTo>
                  <a:lnTo>
                    <a:pt x="1223" y="748"/>
                  </a:lnTo>
                  <a:lnTo>
                    <a:pt x="1221" y="746"/>
                  </a:lnTo>
                  <a:lnTo>
                    <a:pt x="1221" y="746"/>
                  </a:lnTo>
                  <a:lnTo>
                    <a:pt x="1221" y="748"/>
                  </a:lnTo>
                  <a:lnTo>
                    <a:pt x="1221" y="748"/>
                  </a:lnTo>
                  <a:lnTo>
                    <a:pt x="1221" y="750"/>
                  </a:lnTo>
                  <a:close/>
                  <a:moveTo>
                    <a:pt x="1230" y="748"/>
                  </a:moveTo>
                  <a:lnTo>
                    <a:pt x="1228" y="750"/>
                  </a:lnTo>
                  <a:lnTo>
                    <a:pt x="1230" y="750"/>
                  </a:lnTo>
                  <a:lnTo>
                    <a:pt x="1230" y="750"/>
                  </a:lnTo>
                  <a:lnTo>
                    <a:pt x="1230" y="750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close/>
                  <a:moveTo>
                    <a:pt x="1282" y="715"/>
                  </a:moveTo>
                  <a:lnTo>
                    <a:pt x="1282" y="715"/>
                  </a:lnTo>
                  <a:lnTo>
                    <a:pt x="1280" y="715"/>
                  </a:lnTo>
                  <a:lnTo>
                    <a:pt x="1280" y="715"/>
                  </a:lnTo>
                  <a:lnTo>
                    <a:pt x="1278" y="717"/>
                  </a:lnTo>
                  <a:lnTo>
                    <a:pt x="1278" y="717"/>
                  </a:lnTo>
                  <a:lnTo>
                    <a:pt x="1278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5"/>
                  </a:lnTo>
                  <a:lnTo>
                    <a:pt x="1282" y="715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5"/>
                  </a:lnTo>
                  <a:lnTo>
                    <a:pt x="1282" y="715"/>
                  </a:lnTo>
                  <a:lnTo>
                    <a:pt x="1282" y="715"/>
                  </a:lnTo>
                  <a:close/>
                  <a:moveTo>
                    <a:pt x="1346" y="637"/>
                  </a:moveTo>
                  <a:lnTo>
                    <a:pt x="1346" y="637"/>
                  </a:lnTo>
                  <a:lnTo>
                    <a:pt x="1349" y="637"/>
                  </a:lnTo>
                  <a:lnTo>
                    <a:pt x="1349" y="637"/>
                  </a:lnTo>
                  <a:lnTo>
                    <a:pt x="1349" y="637"/>
                  </a:lnTo>
                  <a:lnTo>
                    <a:pt x="1349" y="634"/>
                  </a:lnTo>
                  <a:lnTo>
                    <a:pt x="1349" y="634"/>
                  </a:lnTo>
                  <a:lnTo>
                    <a:pt x="1351" y="634"/>
                  </a:lnTo>
                  <a:lnTo>
                    <a:pt x="1349" y="634"/>
                  </a:lnTo>
                  <a:lnTo>
                    <a:pt x="1349" y="634"/>
                  </a:lnTo>
                  <a:lnTo>
                    <a:pt x="1349" y="632"/>
                  </a:lnTo>
                  <a:lnTo>
                    <a:pt x="1349" y="632"/>
                  </a:lnTo>
                  <a:lnTo>
                    <a:pt x="1349" y="632"/>
                  </a:lnTo>
                  <a:lnTo>
                    <a:pt x="1346" y="632"/>
                  </a:lnTo>
                  <a:lnTo>
                    <a:pt x="1346" y="634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4"/>
                  </a:lnTo>
                  <a:lnTo>
                    <a:pt x="1346" y="634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4" y="634"/>
                  </a:lnTo>
                  <a:lnTo>
                    <a:pt x="1346" y="637"/>
                  </a:lnTo>
                  <a:lnTo>
                    <a:pt x="1346" y="637"/>
                  </a:lnTo>
                  <a:close/>
                  <a:moveTo>
                    <a:pt x="1353" y="658"/>
                  </a:moveTo>
                  <a:lnTo>
                    <a:pt x="1351" y="658"/>
                  </a:lnTo>
                  <a:lnTo>
                    <a:pt x="1351" y="658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3"/>
                  </a:lnTo>
                  <a:lnTo>
                    <a:pt x="1351" y="663"/>
                  </a:lnTo>
                  <a:lnTo>
                    <a:pt x="1353" y="663"/>
                  </a:lnTo>
                  <a:lnTo>
                    <a:pt x="1353" y="663"/>
                  </a:lnTo>
                  <a:lnTo>
                    <a:pt x="1353" y="660"/>
                  </a:lnTo>
                  <a:lnTo>
                    <a:pt x="1353" y="663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6" y="665"/>
                  </a:lnTo>
                  <a:lnTo>
                    <a:pt x="1356" y="665"/>
                  </a:lnTo>
                  <a:lnTo>
                    <a:pt x="1356" y="663"/>
                  </a:lnTo>
                  <a:lnTo>
                    <a:pt x="1356" y="660"/>
                  </a:lnTo>
                  <a:lnTo>
                    <a:pt x="1356" y="660"/>
                  </a:lnTo>
                  <a:lnTo>
                    <a:pt x="1356" y="660"/>
                  </a:lnTo>
                  <a:lnTo>
                    <a:pt x="1356" y="658"/>
                  </a:lnTo>
                  <a:lnTo>
                    <a:pt x="1358" y="656"/>
                  </a:lnTo>
                  <a:lnTo>
                    <a:pt x="1358" y="653"/>
                  </a:lnTo>
                  <a:lnTo>
                    <a:pt x="1358" y="653"/>
                  </a:lnTo>
                  <a:lnTo>
                    <a:pt x="1358" y="651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1"/>
                  </a:lnTo>
                  <a:lnTo>
                    <a:pt x="1356" y="651"/>
                  </a:lnTo>
                  <a:lnTo>
                    <a:pt x="1358" y="651"/>
                  </a:lnTo>
                  <a:lnTo>
                    <a:pt x="1358" y="651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6"/>
                  </a:lnTo>
                  <a:lnTo>
                    <a:pt x="1358" y="646"/>
                  </a:lnTo>
                  <a:lnTo>
                    <a:pt x="1358" y="646"/>
                  </a:lnTo>
                  <a:lnTo>
                    <a:pt x="1356" y="646"/>
                  </a:lnTo>
                  <a:lnTo>
                    <a:pt x="1356" y="648"/>
                  </a:lnTo>
                  <a:lnTo>
                    <a:pt x="1356" y="646"/>
                  </a:lnTo>
                  <a:lnTo>
                    <a:pt x="1356" y="646"/>
                  </a:lnTo>
                  <a:lnTo>
                    <a:pt x="1356" y="646"/>
                  </a:lnTo>
                  <a:lnTo>
                    <a:pt x="1356" y="648"/>
                  </a:lnTo>
                  <a:lnTo>
                    <a:pt x="1356" y="648"/>
                  </a:lnTo>
                  <a:lnTo>
                    <a:pt x="1356" y="648"/>
                  </a:lnTo>
                  <a:lnTo>
                    <a:pt x="1353" y="651"/>
                  </a:lnTo>
                  <a:lnTo>
                    <a:pt x="1353" y="648"/>
                  </a:lnTo>
                  <a:lnTo>
                    <a:pt x="1353" y="648"/>
                  </a:lnTo>
                  <a:lnTo>
                    <a:pt x="1353" y="646"/>
                  </a:lnTo>
                  <a:lnTo>
                    <a:pt x="1353" y="648"/>
                  </a:lnTo>
                  <a:lnTo>
                    <a:pt x="1353" y="648"/>
                  </a:lnTo>
                  <a:lnTo>
                    <a:pt x="1351" y="653"/>
                  </a:lnTo>
                  <a:lnTo>
                    <a:pt x="1353" y="653"/>
                  </a:lnTo>
                  <a:lnTo>
                    <a:pt x="1353" y="651"/>
                  </a:lnTo>
                  <a:lnTo>
                    <a:pt x="1353" y="651"/>
                  </a:lnTo>
                  <a:lnTo>
                    <a:pt x="1353" y="653"/>
                  </a:lnTo>
                  <a:lnTo>
                    <a:pt x="1353" y="653"/>
                  </a:lnTo>
                  <a:lnTo>
                    <a:pt x="1353" y="653"/>
                  </a:lnTo>
                  <a:lnTo>
                    <a:pt x="1351" y="653"/>
                  </a:lnTo>
                  <a:lnTo>
                    <a:pt x="1351" y="653"/>
                  </a:lnTo>
                  <a:lnTo>
                    <a:pt x="1351" y="653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3" y="658"/>
                  </a:lnTo>
                  <a:lnTo>
                    <a:pt x="1353" y="658"/>
                  </a:lnTo>
                  <a:close/>
                  <a:moveTo>
                    <a:pt x="1349" y="670"/>
                  </a:moveTo>
                  <a:lnTo>
                    <a:pt x="1349" y="670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5"/>
                  </a:lnTo>
                  <a:lnTo>
                    <a:pt x="1344" y="675"/>
                  </a:lnTo>
                  <a:lnTo>
                    <a:pt x="1344" y="677"/>
                  </a:lnTo>
                  <a:lnTo>
                    <a:pt x="1346" y="677"/>
                  </a:lnTo>
                  <a:lnTo>
                    <a:pt x="1346" y="677"/>
                  </a:lnTo>
                  <a:lnTo>
                    <a:pt x="1349" y="675"/>
                  </a:lnTo>
                  <a:lnTo>
                    <a:pt x="1346" y="675"/>
                  </a:lnTo>
                  <a:lnTo>
                    <a:pt x="1346" y="675"/>
                  </a:lnTo>
                  <a:lnTo>
                    <a:pt x="1346" y="672"/>
                  </a:lnTo>
                  <a:lnTo>
                    <a:pt x="1349" y="672"/>
                  </a:lnTo>
                  <a:lnTo>
                    <a:pt x="1349" y="672"/>
                  </a:lnTo>
                  <a:lnTo>
                    <a:pt x="1351" y="672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70"/>
                  </a:lnTo>
                  <a:lnTo>
                    <a:pt x="1349" y="670"/>
                  </a:lnTo>
                  <a:close/>
                  <a:moveTo>
                    <a:pt x="1344" y="675"/>
                  </a:moveTo>
                  <a:lnTo>
                    <a:pt x="1344" y="672"/>
                  </a:lnTo>
                  <a:lnTo>
                    <a:pt x="1344" y="672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0"/>
                  </a:lnTo>
                  <a:lnTo>
                    <a:pt x="1346" y="670"/>
                  </a:lnTo>
                  <a:lnTo>
                    <a:pt x="1346" y="667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7"/>
                  </a:lnTo>
                  <a:lnTo>
                    <a:pt x="1346" y="667"/>
                  </a:lnTo>
                  <a:lnTo>
                    <a:pt x="1346" y="670"/>
                  </a:lnTo>
                  <a:lnTo>
                    <a:pt x="1344" y="670"/>
                  </a:lnTo>
                  <a:lnTo>
                    <a:pt x="1344" y="667"/>
                  </a:lnTo>
                  <a:lnTo>
                    <a:pt x="1344" y="667"/>
                  </a:lnTo>
                  <a:lnTo>
                    <a:pt x="1342" y="672"/>
                  </a:lnTo>
                  <a:lnTo>
                    <a:pt x="1339" y="672"/>
                  </a:lnTo>
                  <a:lnTo>
                    <a:pt x="1342" y="672"/>
                  </a:lnTo>
                  <a:lnTo>
                    <a:pt x="1344" y="672"/>
                  </a:lnTo>
                  <a:lnTo>
                    <a:pt x="1342" y="672"/>
                  </a:lnTo>
                  <a:lnTo>
                    <a:pt x="1342" y="675"/>
                  </a:lnTo>
                  <a:lnTo>
                    <a:pt x="1339" y="675"/>
                  </a:lnTo>
                  <a:lnTo>
                    <a:pt x="1339" y="675"/>
                  </a:lnTo>
                  <a:lnTo>
                    <a:pt x="1342" y="675"/>
                  </a:lnTo>
                  <a:lnTo>
                    <a:pt x="1344" y="675"/>
                  </a:lnTo>
                  <a:lnTo>
                    <a:pt x="1342" y="675"/>
                  </a:lnTo>
                  <a:lnTo>
                    <a:pt x="1339" y="675"/>
                  </a:lnTo>
                  <a:lnTo>
                    <a:pt x="1339" y="675"/>
                  </a:lnTo>
                  <a:lnTo>
                    <a:pt x="1342" y="677"/>
                  </a:lnTo>
                  <a:lnTo>
                    <a:pt x="1342" y="677"/>
                  </a:lnTo>
                  <a:lnTo>
                    <a:pt x="1344" y="675"/>
                  </a:lnTo>
                  <a:lnTo>
                    <a:pt x="1344" y="675"/>
                  </a:lnTo>
                  <a:close/>
                  <a:moveTo>
                    <a:pt x="1344" y="630"/>
                  </a:move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5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4" y="620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5"/>
                  </a:lnTo>
                  <a:lnTo>
                    <a:pt x="1342" y="625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30"/>
                  </a:lnTo>
                  <a:lnTo>
                    <a:pt x="1342" y="630"/>
                  </a:lnTo>
                  <a:lnTo>
                    <a:pt x="1342" y="630"/>
                  </a:lnTo>
                  <a:lnTo>
                    <a:pt x="1344" y="630"/>
                  </a:lnTo>
                  <a:lnTo>
                    <a:pt x="1344" y="630"/>
                  </a:lnTo>
                  <a:close/>
                  <a:moveTo>
                    <a:pt x="1339" y="634"/>
                  </a:moveTo>
                  <a:lnTo>
                    <a:pt x="1339" y="637"/>
                  </a:lnTo>
                  <a:lnTo>
                    <a:pt x="1342" y="637"/>
                  </a:lnTo>
                  <a:lnTo>
                    <a:pt x="1342" y="639"/>
                  </a:lnTo>
                  <a:lnTo>
                    <a:pt x="1342" y="639"/>
                  </a:lnTo>
                  <a:lnTo>
                    <a:pt x="1342" y="639"/>
                  </a:lnTo>
                  <a:lnTo>
                    <a:pt x="1342" y="637"/>
                  </a:lnTo>
                  <a:lnTo>
                    <a:pt x="1342" y="637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2"/>
                  </a:lnTo>
                  <a:lnTo>
                    <a:pt x="1342" y="632"/>
                  </a:lnTo>
                  <a:lnTo>
                    <a:pt x="1342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4"/>
                  </a:lnTo>
                  <a:lnTo>
                    <a:pt x="1339" y="634"/>
                  </a:lnTo>
                  <a:close/>
                  <a:moveTo>
                    <a:pt x="1169" y="892"/>
                  </a:moveTo>
                  <a:lnTo>
                    <a:pt x="1169" y="895"/>
                  </a:lnTo>
                  <a:lnTo>
                    <a:pt x="1167" y="892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4" y="895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9" y="895"/>
                  </a:lnTo>
                  <a:lnTo>
                    <a:pt x="1169" y="895"/>
                  </a:lnTo>
                  <a:lnTo>
                    <a:pt x="1169" y="895"/>
                  </a:lnTo>
                  <a:lnTo>
                    <a:pt x="1171" y="895"/>
                  </a:lnTo>
                  <a:lnTo>
                    <a:pt x="1171" y="895"/>
                  </a:lnTo>
                  <a:lnTo>
                    <a:pt x="1174" y="895"/>
                  </a:lnTo>
                  <a:lnTo>
                    <a:pt x="1174" y="892"/>
                  </a:lnTo>
                  <a:lnTo>
                    <a:pt x="1174" y="892"/>
                  </a:lnTo>
                  <a:lnTo>
                    <a:pt x="1169" y="892"/>
                  </a:lnTo>
                  <a:lnTo>
                    <a:pt x="1169" y="892"/>
                  </a:lnTo>
                  <a:close/>
                  <a:moveTo>
                    <a:pt x="1216" y="809"/>
                  </a:moveTo>
                  <a:lnTo>
                    <a:pt x="1219" y="809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19" y="807"/>
                  </a:lnTo>
                  <a:lnTo>
                    <a:pt x="1221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9"/>
                  </a:lnTo>
                  <a:lnTo>
                    <a:pt x="1216" y="809"/>
                  </a:lnTo>
                  <a:close/>
                  <a:moveTo>
                    <a:pt x="1157" y="890"/>
                  </a:moveTo>
                  <a:lnTo>
                    <a:pt x="1155" y="890"/>
                  </a:lnTo>
                  <a:lnTo>
                    <a:pt x="1155" y="890"/>
                  </a:lnTo>
                  <a:lnTo>
                    <a:pt x="1155" y="890"/>
                  </a:lnTo>
                  <a:lnTo>
                    <a:pt x="1152" y="890"/>
                  </a:lnTo>
                  <a:lnTo>
                    <a:pt x="1152" y="890"/>
                  </a:lnTo>
                  <a:lnTo>
                    <a:pt x="1145" y="895"/>
                  </a:lnTo>
                  <a:lnTo>
                    <a:pt x="1145" y="895"/>
                  </a:lnTo>
                  <a:lnTo>
                    <a:pt x="1143" y="897"/>
                  </a:lnTo>
                  <a:lnTo>
                    <a:pt x="1143" y="899"/>
                  </a:lnTo>
                  <a:lnTo>
                    <a:pt x="1145" y="902"/>
                  </a:lnTo>
                  <a:lnTo>
                    <a:pt x="1145" y="902"/>
                  </a:lnTo>
                  <a:lnTo>
                    <a:pt x="1145" y="902"/>
                  </a:lnTo>
                  <a:lnTo>
                    <a:pt x="1145" y="899"/>
                  </a:lnTo>
                  <a:lnTo>
                    <a:pt x="1148" y="899"/>
                  </a:lnTo>
                  <a:lnTo>
                    <a:pt x="1150" y="897"/>
                  </a:lnTo>
                  <a:lnTo>
                    <a:pt x="1150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2"/>
                  </a:lnTo>
                  <a:lnTo>
                    <a:pt x="1152" y="890"/>
                  </a:lnTo>
                  <a:lnTo>
                    <a:pt x="1155" y="890"/>
                  </a:lnTo>
                  <a:lnTo>
                    <a:pt x="1155" y="890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7" y="892"/>
                  </a:lnTo>
                  <a:lnTo>
                    <a:pt x="1157" y="892"/>
                  </a:lnTo>
                  <a:lnTo>
                    <a:pt x="1157" y="892"/>
                  </a:lnTo>
                  <a:lnTo>
                    <a:pt x="1157" y="890"/>
                  </a:lnTo>
                  <a:close/>
                  <a:moveTo>
                    <a:pt x="1167" y="892"/>
                  </a:moveTo>
                  <a:lnTo>
                    <a:pt x="1167" y="892"/>
                  </a:lnTo>
                  <a:lnTo>
                    <a:pt x="1167" y="892"/>
                  </a:lnTo>
                  <a:lnTo>
                    <a:pt x="1167" y="892"/>
                  </a:lnTo>
                  <a:lnTo>
                    <a:pt x="1167" y="890"/>
                  </a:lnTo>
                  <a:lnTo>
                    <a:pt x="1167" y="892"/>
                  </a:lnTo>
                  <a:lnTo>
                    <a:pt x="1169" y="892"/>
                  </a:lnTo>
                  <a:lnTo>
                    <a:pt x="1167" y="892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4" y="890"/>
                  </a:lnTo>
                  <a:lnTo>
                    <a:pt x="1162" y="890"/>
                  </a:lnTo>
                  <a:lnTo>
                    <a:pt x="1162" y="890"/>
                  </a:lnTo>
                  <a:lnTo>
                    <a:pt x="1159" y="890"/>
                  </a:lnTo>
                  <a:lnTo>
                    <a:pt x="1159" y="890"/>
                  </a:lnTo>
                  <a:lnTo>
                    <a:pt x="1159" y="892"/>
                  </a:lnTo>
                  <a:lnTo>
                    <a:pt x="1157" y="892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62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7" y="892"/>
                  </a:lnTo>
                  <a:lnTo>
                    <a:pt x="1167" y="892"/>
                  </a:lnTo>
                  <a:close/>
                  <a:moveTo>
                    <a:pt x="1167" y="883"/>
                  </a:moveTo>
                  <a:lnTo>
                    <a:pt x="1167" y="885"/>
                  </a:lnTo>
                  <a:lnTo>
                    <a:pt x="1169" y="885"/>
                  </a:lnTo>
                  <a:lnTo>
                    <a:pt x="1169" y="885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4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close/>
                  <a:moveTo>
                    <a:pt x="1077" y="911"/>
                  </a:move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1"/>
                  </a:lnTo>
                  <a:close/>
                  <a:moveTo>
                    <a:pt x="1079" y="921"/>
                  </a:move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7" y="921"/>
                  </a:lnTo>
                  <a:lnTo>
                    <a:pt x="1077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close/>
                  <a:moveTo>
                    <a:pt x="1096" y="843"/>
                  </a:move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close/>
                  <a:moveTo>
                    <a:pt x="1114" y="930"/>
                  </a:moveTo>
                  <a:lnTo>
                    <a:pt x="1114" y="930"/>
                  </a:lnTo>
                  <a:lnTo>
                    <a:pt x="1114" y="932"/>
                  </a:lnTo>
                  <a:lnTo>
                    <a:pt x="1112" y="932"/>
                  </a:lnTo>
                  <a:lnTo>
                    <a:pt x="1112" y="935"/>
                  </a:lnTo>
                  <a:lnTo>
                    <a:pt x="1110" y="935"/>
                  </a:lnTo>
                  <a:lnTo>
                    <a:pt x="1112" y="935"/>
                  </a:lnTo>
                  <a:lnTo>
                    <a:pt x="1112" y="935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4" y="937"/>
                  </a:lnTo>
                  <a:lnTo>
                    <a:pt x="1114" y="940"/>
                  </a:lnTo>
                  <a:lnTo>
                    <a:pt x="1117" y="940"/>
                  </a:lnTo>
                  <a:lnTo>
                    <a:pt x="1117" y="937"/>
                  </a:lnTo>
                  <a:lnTo>
                    <a:pt x="1117" y="937"/>
                  </a:lnTo>
                  <a:lnTo>
                    <a:pt x="1117" y="937"/>
                  </a:lnTo>
                  <a:lnTo>
                    <a:pt x="1117" y="935"/>
                  </a:lnTo>
                  <a:lnTo>
                    <a:pt x="1117" y="932"/>
                  </a:lnTo>
                  <a:lnTo>
                    <a:pt x="1117" y="932"/>
                  </a:lnTo>
                  <a:lnTo>
                    <a:pt x="1117" y="930"/>
                  </a:lnTo>
                  <a:lnTo>
                    <a:pt x="1117" y="930"/>
                  </a:lnTo>
                  <a:lnTo>
                    <a:pt x="1114" y="930"/>
                  </a:lnTo>
                  <a:close/>
                  <a:moveTo>
                    <a:pt x="1190" y="802"/>
                  </a:moveTo>
                  <a:lnTo>
                    <a:pt x="1190" y="802"/>
                  </a:lnTo>
                  <a:lnTo>
                    <a:pt x="1193" y="802"/>
                  </a:lnTo>
                  <a:lnTo>
                    <a:pt x="1193" y="802"/>
                  </a:lnTo>
                  <a:lnTo>
                    <a:pt x="1193" y="800"/>
                  </a:lnTo>
                  <a:lnTo>
                    <a:pt x="1193" y="800"/>
                  </a:lnTo>
                  <a:lnTo>
                    <a:pt x="1193" y="800"/>
                  </a:lnTo>
                  <a:lnTo>
                    <a:pt x="1195" y="802"/>
                  </a:lnTo>
                  <a:lnTo>
                    <a:pt x="1195" y="805"/>
                  </a:lnTo>
                  <a:lnTo>
                    <a:pt x="1195" y="802"/>
                  </a:lnTo>
                  <a:lnTo>
                    <a:pt x="1197" y="805"/>
                  </a:lnTo>
                  <a:lnTo>
                    <a:pt x="1200" y="805"/>
                  </a:lnTo>
                  <a:lnTo>
                    <a:pt x="1200" y="807"/>
                  </a:lnTo>
                  <a:lnTo>
                    <a:pt x="1202" y="807"/>
                  </a:lnTo>
                  <a:lnTo>
                    <a:pt x="1202" y="807"/>
                  </a:lnTo>
                  <a:lnTo>
                    <a:pt x="1202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2" y="802"/>
                  </a:lnTo>
                  <a:lnTo>
                    <a:pt x="1200" y="802"/>
                  </a:lnTo>
                  <a:lnTo>
                    <a:pt x="1200" y="802"/>
                  </a:lnTo>
                  <a:lnTo>
                    <a:pt x="1200" y="802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197" y="800"/>
                  </a:lnTo>
                  <a:lnTo>
                    <a:pt x="1197" y="800"/>
                  </a:lnTo>
                  <a:lnTo>
                    <a:pt x="1197" y="800"/>
                  </a:lnTo>
                  <a:lnTo>
                    <a:pt x="1195" y="800"/>
                  </a:lnTo>
                  <a:lnTo>
                    <a:pt x="1195" y="800"/>
                  </a:lnTo>
                  <a:lnTo>
                    <a:pt x="1195" y="798"/>
                  </a:lnTo>
                  <a:lnTo>
                    <a:pt x="1193" y="798"/>
                  </a:lnTo>
                  <a:lnTo>
                    <a:pt x="1193" y="798"/>
                  </a:lnTo>
                  <a:lnTo>
                    <a:pt x="1193" y="798"/>
                  </a:lnTo>
                  <a:lnTo>
                    <a:pt x="1190" y="798"/>
                  </a:lnTo>
                  <a:lnTo>
                    <a:pt x="1190" y="798"/>
                  </a:lnTo>
                  <a:lnTo>
                    <a:pt x="1190" y="798"/>
                  </a:lnTo>
                  <a:lnTo>
                    <a:pt x="1188" y="802"/>
                  </a:lnTo>
                  <a:lnTo>
                    <a:pt x="1190" y="802"/>
                  </a:lnTo>
                  <a:close/>
                  <a:moveTo>
                    <a:pt x="1188" y="807"/>
                  </a:moveTo>
                  <a:lnTo>
                    <a:pt x="1185" y="807"/>
                  </a:lnTo>
                  <a:lnTo>
                    <a:pt x="1185" y="807"/>
                  </a:lnTo>
                  <a:lnTo>
                    <a:pt x="1185" y="807"/>
                  </a:lnTo>
                  <a:lnTo>
                    <a:pt x="1183" y="809"/>
                  </a:lnTo>
                  <a:lnTo>
                    <a:pt x="1185" y="809"/>
                  </a:lnTo>
                  <a:lnTo>
                    <a:pt x="1188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3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5" y="817"/>
                  </a:lnTo>
                  <a:lnTo>
                    <a:pt x="1195" y="817"/>
                  </a:lnTo>
                  <a:lnTo>
                    <a:pt x="1195" y="817"/>
                  </a:lnTo>
                  <a:lnTo>
                    <a:pt x="1195" y="814"/>
                  </a:lnTo>
                  <a:lnTo>
                    <a:pt x="1193" y="812"/>
                  </a:lnTo>
                  <a:lnTo>
                    <a:pt x="1193" y="812"/>
                  </a:lnTo>
                  <a:lnTo>
                    <a:pt x="1190" y="809"/>
                  </a:lnTo>
                  <a:lnTo>
                    <a:pt x="1188" y="807"/>
                  </a:lnTo>
                  <a:lnTo>
                    <a:pt x="1188" y="807"/>
                  </a:lnTo>
                  <a:close/>
                  <a:moveTo>
                    <a:pt x="1209" y="807"/>
                  </a:move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7" y="807"/>
                  </a:lnTo>
                  <a:lnTo>
                    <a:pt x="1207" y="807"/>
                  </a:lnTo>
                  <a:lnTo>
                    <a:pt x="1207" y="807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9" y="809"/>
                  </a:lnTo>
                  <a:lnTo>
                    <a:pt x="1209" y="809"/>
                  </a:lnTo>
                  <a:lnTo>
                    <a:pt x="1209" y="809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close/>
                  <a:moveTo>
                    <a:pt x="1344" y="656"/>
                  </a:moveTo>
                  <a:lnTo>
                    <a:pt x="1344" y="658"/>
                  </a:lnTo>
                  <a:lnTo>
                    <a:pt x="1344" y="658"/>
                  </a:lnTo>
                  <a:lnTo>
                    <a:pt x="1344" y="658"/>
                  </a:lnTo>
                  <a:lnTo>
                    <a:pt x="1344" y="660"/>
                  </a:lnTo>
                  <a:lnTo>
                    <a:pt x="1346" y="660"/>
                  </a:lnTo>
                  <a:lnTo>
                    <a:pt x="1346" y="660"/>
                  </a:lnTo>
                  <a:lnTo>
                    <a:pt x="1346" y="658"/>
                  </a:lnTo>
                  <a:lnTo>
                    <a:pt x="1346" y="658"/>
                  </a:lnTo>
                  <a:lnTo>
                    <a:pt x="1346" y="656"/>
                  </a:lnTo>
                  <a:lnTo>
                    <a:pt x="1346" y="656"/>
                  </a:lnTo>
                  <a:lnTo>
                    <a:pt x="1349" y="656"/>
                  </a:lnTo>
                  <a:lnTo>
                    <a:pt x="1349" y="653"/>
                  </a:lnTo>
                  <a:lnTo>
                    <a:pt x="1346" y="653"/>
                  </a:lnTo>
                  <a:lnTo>
                    <a:pt x="1344" y="656"/>
                  </a:lnTo>
                  <a:close/>
                  <a:moveTo>
                    <a:pt x="1204" y="854"/>
                  </a:moveTo>
                  <a:lnTo>
                    <a:pt x="1204" y="854"/>
                  </a:lnTo>
                  <a:lnTo>
                    <a:pt x="1204" y="857"/>
                  </a:lnTo>
                  <a:lnTo>
                    <a:pt x="1204" y="857"/>
                  </a:lnTo>
                  <a:lnTo>
                    <a:pt x="1204" y="854"/>
                  </a:lnTo>
                  <a:lnTo>
                    <a:pt x="1202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197" y="854"/>
                  </a:lnTo>
                  <a:lnTo>
                    <a:pt x="1197" y="857"/>
                  </a:lnTo>
                  <a:lnTo>
                    <a:pt x="1195" y="857"/>
                  </a:lnTo>
                  <a:lnTo>
                    <a:pt x="1197" y="854"/>
                  </a:lnTo>
                  <a:lnTo>
                    <a:pt x="1195" y="854"/>
                  </a:lnTo>
                  <a:lnTo>
                    <a:pt x="1195" y="854"/>
                  </a:lnTo>
                  <a:lnTo>
                    <a:pt x="1195" y="854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3" y="852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0" y="857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61"/>
                  </a:lnTo>
                  <a:lnTo>
                    <a:pt x="1188" y="861"/>
                  </a:lnTo>
                  <a:lnTo>
                    <a:pt x="1190" y="861"/>
                  </a:lnTo>
                  <a:lnTo>
                    <a:pt x="1190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0" y="861"/>
                  </a:lnTo>
                  <a:lnTo>
                    <a:pt x="1190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0" y="866"/>
                  </a:lnTo>
                  <a:lnTo>
                    <a:pt x="1193" y="866"/>
                  </a:lnTo>
                  <a:lnTo>
                    <a:pt x="1193" y="866"/>
                  </a:lnTo>
                  <a:lnTo>
                    <a:pt x="1195" y="864"/>
                  </a:lnTo>
                  <a:lnTo>
                    <a:pt x="1195" y="864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7" y="859"/>
                  </a:lnTo>
                  <a:lnTo>
                    <a:pt x="1197" y="859"/>
                  </a:lnTo>
                  <a:lnTo>
                    <a:pt x="1200" y="859"/>
                  </a:lnTo>
                  <a:lnTo>
                    <a:pt x="1200" y="859"/>
                  </a:lnTo>
                  <a:lnTo>
                    <a:pt x="1200" y="859"/>
                  </a:lnTo>
                  <a:lnTo>
                    <a:pt x="1202" y="857"/>
                  </a:lnTo>
                  <a:lnTo>
                    <a:pt x="1202" y="857"/>
                  </a:lnTo>
                  <a:lnTo>
                    <a:pt x="1202" y="859"/>
                  </a:lnTo>
                  <a:lnTo>
                    <a:pt x="1202" y="859"/>
                  </a:lnTo>
                  <a:lnTo>
                    <a:pt x="1202" y="859"/>
                  </a:lnTo>
                  <a:lnTo>
                    <a:pt x="1204" y="857"/>
                  </a:lnTo>
                  <a:lnTo>
                    <a:pt x="1204" y="857"/>
                  </a:lnTo>
                  <a:lnTo>
                    <a:pt x="1207" y="857"/>
                  </a:lnTo>
                  <a:lnTo>
                    <a:pt x="1207" y="857"/>
                  </a:lnTo>
                  <a:lnTo>
                    <a:pt x="1204" y="854"/>
                  </a:lnTo>
                  <a:close/>
                  <a:moveTo>
                    <a:pt x="1176" y="833"/>
                  </a:moveTo>
                  <a:lnTo>
                    <a:pt x="1174" y="833"/>
                  </a:lnTo>
                  <a:lnTo>
                    <a:pt x="1174" y="833"/>
                  </a:lnTo>
                  <a:lnTo>
                    <a:pt x="1174" y="833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8"/>
                  </a:lnTo>
                  <a:lnTo>
                    <a:pt x="1174" y="838"/>
                  </a:lnTo>
                  <a:lnTo>
                    <a:pt x="1174" y="840"/>
                  </a:lnTo>
                  <a:lnTo>
                    <a:pt x="1176" y="838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3"/>
                  </a:lnTo>
                  <a:close/>
                  <a:moveTo>
                    <a:pt x="1223" y="826"/>
                  </a:moveTo>
                  <a:lnTo>
                    <a:pt x="1221" y="828"/>
                  </a:lnTo>
                  <a:lnTo>
                    <a:pt x="1221" y="828"/>
                  </a:lnTo>
                  <a:lnTo>
                    <a:pt x="1221" y="826"/>
                  </a:lnTo>
                  <a:lnTo>
                    <a:pt x="1221" y="826"/>
                  </a:lnTo>
                  <a:lnTo>
                    <a:pt x="1221" y="824"/>
                  </a:lnTo>
                  <a:lnTo>
                    <a:pt x="1221" y="824"/>
                  </a:lnTo>
                  <a:lnTo>
                    <a:pt x="1221" y="824"/>
                  </a:lnTo>
                  <a:lnTo>
                    <a:pt x="1219" y="826"/>
                  </a:lnTo>
                  <a:lnTo>
                    <a:pt x="1219" y="826"/>
                  </a:lnTo>
                  <a:lnTo>
                    <a:pt x="1219" y="826"/>
                  </a:lnTo>
                  <a:lnTo>
                    <a:pt x="1219" y="824"/>
                  </a:lnTo>
                  <a:lnTo>
                    <a:pt x="1219" y="824"/>
                  </a:lnTo>
                  <a:lnTo>
                    <a:pt x="1219" y="824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6" y="824"/>
                  </a:lnTo>
                  <a:lnTo>
                    <a:pt x="1216" y="824"/>
                  </a:lnTo>
                  <a:lnTo>
                    <a:pt x="1216" y="824"/>
                  </a:lnTo>
                  <a:lnTo>
                    <a:pt x="1216" y="821"/>
                  </a:lnTo>
                  <a:lnTo>
                    <a:pt x="1219" y="821"/>
                  </a:lnTo>
                  <a:lnTo>
                    <a:pt x="1219" y="819"/>
                  </a:lnTo>
                  <a:lnTo>
                    <a:pt x="1221" y="817"/>
                  </a:lnTo>
                  <a:lnTo>
                    <a:pt x="1223" y="814"/>
                  </a:lnTo>
                  <a:lnTo>
                    <a:pt x="1223" y="814"/>
                  </a:lnTo>
                  <a:lnTo>
                    <a:pt x="1223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21" y="817"/>
                  </a:lnTo>
                  <a:lnTo>
                    <a:pt x="1221" y="817"/>
                  </a:lnTo>
                  <a:lnTo>
                    <a:pt x="1219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09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6" y="812"/>
                  </a:lnTo>
                  <a:lnTo>
                    <a:pt x="1216" y="812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12"/>
                  </a:lnTo>
                  <a:lnTo>
                    <a:pt x="1214" y="812"/>
                  </a:lnTo>
                  <a:lnTo>
                    <a:pt x="1214" y="812"/>
                  </a:lnTo>
                  <a:lnTo>
                    <a:pt x="1214" y="814"/>
                  </a:lnTo>
                  <a:lnTo>
                    <a:pt x="1214" y="812"/>
                  </a:lnTo>
                  <a:lnTo>
                    <a:pt x="1211" y="812"/>
                  </a:lnTo>
                  <a:lnTo>
                    <a:pt x="1211" y="812"/>
                  </a:lnTo>
                  <a:lnTo>
                    <a:pt x="1211" y="812"/>
                  </a:lnTo>
                  <a:lnTo>
                    <a:pt x="1211" y="814"/>
                  </a:lnTo>
                  <a:lnTo>
                    <a:pt x="1209" y="814"/>
                  </a:lnTo>
                  <a:lnTo>
                    <a:pt x="1209" y="817"/>
                  </a:lnTo>
                  <a:lnTo>
                    <a:pt x="1209" y="814"/>
                  </a:lnTo>
                  <a:lnTo>
                    <a:pt x="1209" y="814"/>
                  </a:lnTo>
                  <a:lnTo>
                    <a:pt x="1209" y="814"/>
                  </a:lnTo>
                  <a:lnTo>
                    <a:pt x="1207" y="814"/>
                  </a:lnTo>
                  <a:lnTo>
                    <a:pt x="1207" y="814"/>
                  </a:lnTo>
                  <a:lnTo>
                    <a:pt x="1207" y="817"/>
                  </a:lnTo>
                  <a:lnTo>
                    <a:pt x="1207" y="819"/>
                  </a:lnTo>
                  <a:lnTo>
                    <a:pt x="1207" y="819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4" y="821"/>
                  </a:lnTo>
                  <a:lnTo>
                    <a:pt x="1204" y="821"/>
                  </a:lnTo>
                  <a:lnTo>
                    <a:pt x="1204" y="821"/>
                  </a:lnTo>
                  <a:lnTo>
                    <a:pt x="1204" y="819"/>
                  </a:lnTo>
                  <a:lnTo>
                    <a:pt x="1204" y="819"/>
                  </a:lnTo>
                  <a:lnTo>
                    <a:pt x="1204" y="817"/>
                  </a:lnTo>
                  <a:lnTo>
                    <a:pt x="1204" y="814"/>
                  </a:lnTo>
                  <a:lnTo>
                    <a:pt x="1204" y="814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4" y="812"/>
                  </a:lnTo>
                  <a:lnTo>
                    <a:pt x="1204" y="812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2" y="807"/>
                  </a:lnTo>
                  <a:lnTo>
                    <a:pt x="1202" y="809"/>
                  </a:lnTo>
                  <a:lnTo>
                    <a:pt x="1202" y="809"/>
                  </a:lnTo>
                  <a:lnTo>
                    <a:pt x="1202" y="809"/>
                  </a:lnTo>
                  <a:lnTo>
                    <a:pt x="1200" y="809"/>
                  </a:lnTo>
                  <a:lnTo>
                    <a:pt x="1200" y="809"/>
                  </a:lnTo>
                  <a:lnTo>
                    <a:pt x="1197" y="807"/>
                  </a:lnTo>
                  <a:lnTo>
                    <a:pt x="1197" y="807"/>
                  </a:lnTo>
                  <a:lnTo>
                    <a:pt x="1195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7"/>
                  </a:lnTo>
                  <a:lnTo>
                    <a:pt x="1193" y="807"/>
                  </a:lnTo>
                  <a:lnTo>
                    <a:pt x="1195" y="807"/>
                  </a:lnTo>
                  <a:lnTo>
                    <a:pt x="1195" y="809"/>
                  </a:lnTo>
                  <a:lnTo>
                    <a:pt x="1197" y="812"/>
                  </a:lnTo>
                  <a:lnTo>
                    <a:pt x="1197" y="812"/>
                  </a:lnTo>
                  <a:lnTo>
                    <a:pt x="1197" y="812"/>
                  </a:lnTo>
                  <a:lnTo>
                    <a:pt x="1197" y="814"/>
                  </a:lnTo>
                  <a:lnTo>
                    <a:pt x="1197" y="814"/>
                  </a:lnTo>
                  <a:lnTo>
                    <a:pt x="1200" y="814"/>
                  </a:lnTo>
                  <a:lnTo>
                    <a:pt x="1200" y="814"/>
                  </a:lnTo>
                  <a:lnTo>
                    <a:pt x="1200" y="814"/>
                  </a:lnTo>
                  <a:lnTo>
                    <a:pt x="1200" y="817"/>
                  </a:lnTo>
                  <a:lnTo>
                    <a:pt x="1200" y="814"/>
                  </a:lnTo>
                  <a:lnTo>
                    <a:pt x="1197" y="814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4"/>
                  </a:lnTo>
                  <a:lnTo>
                    <a:pt x="1195" y="814"/>
                  </a:lnTo>
                  <a:lnTo>
                    <a:pt x="1195" y="817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24"/>
                  </a:lnTo>
                  <a:lnTo>
                    <a:pt x="1195" y="824"/>
                  </a:lnTo>
                  <a:lnTo>
                    <a:pt x="1195" y="824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19"/>
                  </a:lnTo>
                  <a:lnTo>
                    <a:pt x="1195" y="819"/>
                  </a:lnTo>
                  <a:lnTo>
                    <a:pt x="1195" y="819"/>
                  </a:lnTo>
                  <a:lnTo>
                    <a:pt x="1193" y="817"/>
                  </a:lnTo>
                  <a:lnTo>
                    <a:pt x="1190" y="817"/>
                  </a:lnTo>
                  <a:lnTo>
                    <a:pt x="1188" y="814"/>
                  </a:lnTo>
                  <a:lnTo>
                    <a:pt x="1188" y="814"/>
                  </a:lnTo>
                  <a:lnTo>
                    <a:pt x="1185" y="814"/>
                  </a:lnTo>
                  <a:lnTo>
                    <a:pt x="1185" y="817"/>
                  </a:lnTo>
                  <a:lnTo>
                    <a:pt x="1188" y="817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21"/>
                  </a:lnTo>
                  <a:lnTo>
                    <a:pt x="1190" y="821"/>
                  </a:lnTo>
                  <a:lnTo>
                    <a:pt x="1190" y="824"/>
                  </a:lnTo>
                  <a:lnTo>
                    <a:pt x="1190" y="824"/>
                  </a:lnTo>
                  <a:lnTo>
                    <a:pt x="1190" y="821"/>
                  </a:lnTo>
                  <a:lnTo>
                    <a:pt x="1188" y="821"/>
                  </a:lnTo>
                  <a:lnTo>
                    <a:pt x="1188" y="821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5" y="819"/>
                  </a:lnTo>
                  <a:lnTo>
                    <a:pt x="1185" y="819"/>
                  </a:lnTo>
                  <a:lnTo>
                    <a:pt x="1185" y="821"/>
                  </a:lnTo>
                  <a:lnTo>
                    <a:pt x="1185" y="821"/>
                  </a:lnTo>
                  <a:lnTo>
                    <a:pt x="1188" y="824"/>
                  </a:lnTo>
                  <a:lnTo>
                    <a:pt x="1188" y="824"/>
                  </a:lnTo>
                  <a:lnTo>
                    <a:pt x="1188" y="824"/>
                  </a:lnTo>
                  <a:lnTo>
                    <a:pt x="1185" y="824"/>
                  </a:lnTo>
                  <a:lnTo>
                    <a:pt x="1185" y="821"/>
                  </a:lnTo>
                  <a:lnTo>
                    <a:pt x="1185" y="824"/>
                  </a:lnTo>
                  <a:lnTo>
                    <a:pt x="1185" y="826"/>
                  </a:lnTo>
                  <a:lnTo>
                    <a:pt x="1185" y="828"/>
                  </a:lnTo>
                  <a:lnTo>
                    <a:pt x="1185" y="826"/>
                  </a:lnTo>
                  <a:lnTo>
                    <a:pt x="1183" y="824"/>
                  </a:lnTo>
                  <a:lnTo>
                    <a:pt x="1183" y="821"/>
                  </a:lnTo>
                  <a:lnTo>
                    <a:pt x="1183" y="819"/>
                  </a:lnTo>
                  <a:lnTo>
                    <a:pt x="1183" y="817"/>
                  </a:lnTo>
                  <a:lnTo>
                    <a:pt x="1183" y="817"/>
                  </a:lnTo>
                  <a:lnTo>
                    <a:pt x="1183" y="814"/>
                  </a:lnTo>
                  <a:lnTo>
                    <a:pt x="1183" y="814"/>
                  </a:lnTo>
                  <a:lnTo>
                    <a:pt x="1181" y="814"/>
                  </a:lnTo>
                  <a:lnTo>
                    <a:pt x="1181" y="814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6" y="812"/>
                  </a:lnTo>
                  <a:lnTo>
                    <a:pt x="1176" y="812"/>
                  </a:lnTo>
                  <a:lnTo>
                    <a:pt x="1176" y="814"/>
                  </a:lnTo>
                  <a:lnTo>
                    <a:pt x="1176" y="814"/>
                  </a:lnTo>
                  <a:lnTo>
                    <a:pt x="1176" y="812"/>
                  </a:lnTo>
                  <a:lnTo>
                    <a:pt x="1176" y="814"/>
                  </a:lnTo>
                  <a:lnTo>
                    <a:pt x="1174" y="814"/>
                  </a:lnTo>
                  <a:lnTo>
                    <a:pt x="1174" y="814"/>
                  </a:lnTo>
                  <a:lnTo>
                    <a:pt x="1171" y="817"/>
                  </a:lnTo>
                  <a:lnTo>
                    <a:pt x="1171" y="819"/>
                  </a:lnTo>
                  <a:lnTo>
                    <a:pt x="1171" y="821"/>
                  </a:lnTo>
                  <a:lnTo>
                    <a:pt x="1174" y="824"/>
                  </a:lnTo>
                  <a:lnTo>
                    <a:pt x="1174" y="824"/>
                  </a:lnTo>
                  <a:lnTo>
                    <a:pt x="1178" y="824"/>
                  </a:lnTo>
                  <a:lnTo>
                    <a:pt x="1178" y="824"/>
                  </a:lnTo>
                  <a:lnTo>
                    <a:pt x="1181" y="826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1" y="831"/>
                  </a:lnTo>
                  <a:lnTo>
                    <a:pt x="1181" y="828"/>
                  </a:lnTo>
                  <a:lnTo>
                    <a:pt x="1181" y="826"/>
                  </a:lnTo>
                  <a:lnTo>
                    <a:pt x="1176" y="826"/>
                  </a:lnTo>
                  <a:lnTo>
                    <a:pt x="1174" y="826"/>
                  </a:lnTo>
                  <a:lnTo>
                    <a:pt x="1174" y="826"/>
                  </a:lnTo>
                  <a:lnTo>
                    <a:pt x="1174" y="828"/>
                  </a:lnTo>
                  <a:lnTo>
                    <a:pt x="1178" y="831"/>
                  </a:lnTo>
                  <a:lnTo>
                    <a:pt x="1178" y="833"/>
                  </a:lnTo>
                  <a:lnTo>
                    <a:pt x="1178" y="833"/>
                  </a:lnTo>
                  <a:lnTo>
                    <a:pt x="1181" y="833"/>
                  </a:lnTo>
                  <a:lnTo>
                    <a:pt x="1181" y="833"/>
                  </a:lnTo>
                  <a:lnTo>
                    <a:pt x="1178" y="833"/>
                  </a:lnTo>
                  <a:lnTo>
                    <a:pt x="1178" y="833"/>
                  </a:lnTo>
                  <a:lnTo>
                    <a:pt x="1176" y="833"/>
                  </a:lnTo>
                  <a:lnTo>
                    <a:pt x="1176" y="831"/>
                  </a:lnTo>
                  <a:lnTo>
                    <a:pt x="1176" y="831"/>
                  </a:lnTo>
                  <a:lnTo>
                    <a:pt x="1174" y="831"/>
                  </a:lnTo>
                  <a:lnTo>
                    <a:pt x="1174" y="831"/>
                  </a:lnTo>
                  <a:lnTo>
                    <a:pt x="1174" y="833"/>
                  </a:lnTo>
                  <a:lnTo>
                    <a:pt x="1174" y="833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40"/>
                  </a:lnTo>
                  <a:lnTo>
                    <a:pt x="1176" y="843"/>
                  </a:lnTo>
                  <a:lnTo>
                    <a:pt x="1176" y="843"/>
                  </a:lnTo>
                  <a:lnTo>
                    <a:pt x="1176" y="843"/>
                  </a:lnTo>
                  <a:lnTo>
                    <a:pt x="1178" y="845"/>
                  </a:lnTo>
                  <a:lnTo>
                    <a:pt x="1178" y="845"/>
                  </a:lnTo>
                  <a:lnTo>
                    <a:pt x="1178" y="847"/>
                  </a:lnTo>
                  <a:lnTo>
                    <a:pt x="1178" y="847"/>
                  </a:lnTo>
                  <a:lnTo>
                    <a:pt x="1181" y="847"/>
                  </a:lnTo>
                  <a:lnTo>
                    <a:pt x="1181" y="850"/>
                  </a:lnTo>
                  <a:lnTo>
                    <a:pt x="1181" y="850"/>
                  </a:lnTo>
                  <a:lnTo>
                    <a:pt x="1178" y="847"/>
                  </a:lnTo>
                  <a:lnTo>
                    <a:pt x="1176" y="847"/>
                  </a:lnTo>
                  <a:lnTo>
                    <a:pt x="1176" y="843"/>
                  </a:lnTo>
                  <a:lnTo>
                    <a:pt x="1174" y="843"/>
                  </a:lnTo>
                  <a:lnTo>
                    <a:pt x="1174" y="843"/>
                  </a:lnTo>
                  <a:lnTo>
                    <a:pt x="1174" y="840"/>
                  </a:lnTo>
                  <a:lnTo>
                    <a:pt x="1174" y="840"/>
                  </a:lnTo>
                  <a:lnTo>
                    <a:pt x="1171" y="835"/>
                  </a:lnTo>
                  <a:lnTo>
                    <a:pt x="1171" y="833"/>
                  </a:lnTo>
                  <a:lnTo>
                    <a:pt x="1171" y="833"/>
                  </a:lnTo>
                  <a:lnTo>
                    <a:pt x="1167" y="833"/>
                  </a:lnTo>
                  <a:lnTo>
                    <a:pt x="1167" y="833"/>
                  </a:lnTo>
                  <a:lnTo>
                    <a:pt x="1169" y="833"/>
                  </a:lnTo>
                  <a:lnTo>
                    <a:pt x="1171" y="831"/>
                  </a:lnTo>
                  <a:lnTo>
                    <a:pt x="1169" y="828"/>
                  </a:lnTo>
                  <a:lnTo>
                    <a:pt x="1169" y="826"/>
                  </a:lnTo>
                  <a:lnTo>
                    <a:pt x="1169" y="826"/>
                  </a:lnTo>
                  <a:lnTo>
                    <a:pt x="1164" y="826"/>
                  </a:lnTo>
                  <a:lnTo>
                    <a:pt x="1164" y="826"/>
                  </a:lnTo>
                  <a:lnTo>
                    <a:pt x="1164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59" y="826"/>
                  </a:lnTo>
                  <a:lnTo>
                    <a:pt x="1159" y="826"/>
                  </a:lnTo>
                  <a:lnTo>
                    <a:pt x="1159" y="826"/>
                  </a:lnTo>
                  <a:lnTo>
                    <a:pt x="1157" y="826"/>
                  </a:lnTo>
                  <a:lnTo>
                    <a:pt x="1157" y="826"/>
                  </a:lnTo>
                  <a:lnTo>
                    <a:pt x="1157" y="828"/>
                  </a:lnTo>
                  <a:lnTo>
                    <a:pt x="1157" y="828"/>
                  </a:lnTo>
                  <a:lnTo>
                    <a:pt x="1157" y="828"/>
                  </a:lnTo>
                  <a:lnTo>
                    <a:pt x="1155" y="831"/>
                  </a:lnTo>
                  <a:lnTo>
                    <a:pt x="1157" y="831"/>
                  </a:lnTo>
                  <a:lnTo>
                    <a:pt x="1157" y="831"/>
                  </a:lnTo>
                  <a:lnTo>
                    <a:pt x="1155" y="831"/>
                  </a:lnTo>
                  <a:lnTo>
                    <a:pt x="1152" y="831"/>
                  </a:lnTo>
                  <a:lnTo>
                    <a:pt x="1152" y="831"/>
                  </a:lnTo>
                  <a:lnTo>
                    <a:pt x="1152" y="833"/>
                  </a:lnTo>
                  <a:lnTo>
                    <a:pt x="1152" y="835"/>
                  </a:lnTo>
                  <a:lnTo>
                    <a:pt x="1152" y="833"/>
                  </a:lnTo>
                  <a:lnTo>
                    <a:pt x="1152" y="833"/>
                  </a:lnTo>
                  <a:lnTo>
                    <a:pt x="1152" y="833"/>
                  </a:lnTo>
                  <a:lnTo>
                    <a:pt x="1150" y="833"/>
                  </a:lnTo>
                  <a:lnTo>
                    <a:pt x="1150" y="833"/>
                  </a:lnTo>
                  <a:lnTo>
                    <a:pt x="1150" y="835"/>
                  </a:lnTo>
                  <a:lnTo>
                    <a:pt x="1148" y="835"/>
                  </a:lnTo>
                  <a:lnTo>
                    <a:pt x="1148" y="838"/>
                  </a:lnTo>
                  <a:lnTo>
                    <a:pt x="1150" y="838"/>
                  </a:lnTo>
                  <a:lnTo>
                    <a:pt x="1148" y="838"/>
                  </a:lnTo>
                  <a:lnTo>
                    <a:pt x="1148" y="838"/>
                  </a:lnTo>
                  <a:lnTo>
                    <a:pt x="1145" y="840"/>
                  </a:lnTo>
                  <a:lnTo>
                    <a:pt x="1148" y="840"/>
                  </a:lnTo>
                  <a:lnTo>
                    <a:pt x="1148" y="843"/>
                  </a:lnTo>
                  <a:lnTo>
                    <a:pt x="1148" y="843"/>
                  </a:lnTo>
                  <a:lnTo>
                    <a:pt x="1145" y="843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8" y="845"/>
                  </a:lnTo>
                  <a:lnTo>
                    <a:pt x="1148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3" y="845"/>
                  </a:lnTo>
                  <a:lnTo>
                    <a:pt x="1143" y="845"/>
                  </a:lnTo>
                  <a:lnTo>
                    <a:pt x="1145" y="845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3" y="847"/>
                  </a:lnTo>
                  <a:lnTo>
                    <a:pt x="1145" y="850"/>
                  </a:lnTo>
                  <a:lnTo>
                    <a:pt x="1145" y="850"/>
                  </a:lnTo>
                  <a:lnTo>
                    <a:pt x="1145" y="850"/>
                  </a:lnTo>
                  <a:lnTo>
                    <a:pt x="1148" y="847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2"/>
                  </a:lnTo>
                  <a:lnTo>
                    <a:pt x="1152" y="854"/>
                  </a:lnTo>
                  <a:lnTo>
                    <a:pt x="1152" y="854"/>
                  </a:lnTo>
                  <a:lnTo>
                    <a:pt x="1152" y="857"/>
                  </a:lnTo>
                  <a:lnTo>
                    <a:pt x="1152" y="859"/>
                  </a:lnTo>
                  <a:lnTo>
                    <a:pt x="1152" y="861"/>
                  </a:lnTo>
                  <a:lnTo>
                    <a:pt x="1152" y="861"/>
                  </a:lnTo>
                  <a:lnTo>
                    <a:pt x="1152" y="864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5" y="866"/>
                  </a:lnTo>
                  <a:lnTo>
                    <a:pt x="1155" y="866"/>
                  </a:lnTo>
                  <a:lnTo>
                    <a:pt x="1155" y="866"/>
                  </a:lnTo>
                  <a:lnTo>
                    <a:pt x="1157" y="866"/>
                  </a:lnTo>
                  <a:lnTo>
                    <a:pt x="1157" y="869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3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69"/>
                  </a:lnTo>
                  <a:lnTo>
                    <a:pt x="1162" y="869"/>
                  </a:lnTo>
                  <a:lnTo>
                    <a:pt x="1164" y="869"/>
                  </a:lnTo>
                  <a:lnTo>
                    <a:pt x="1164" y="869"/>
                  </a:lnTo>
                  <a:lnTo>
                    <a:pt x="1164" y="869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4"/>
                  </a:lnTo>
                  <a:lnTo>
                    <a:pt x="1164" y="864"/>
                  </a:lnTo>
                  <a:lnTo>
                    <a:pt x="1167" y="861"/>
                  </a:lnTo>
                  <a:lnTo>
                    <a:pt x="1167" y="859"/>
                  </a:lnTo>
                  <a:lnTo>
                    <a:pt x="1167" y="859"/>
                  </a:lnTo>
                  <a:lnTo>
                    <a:pt x="1167" y="859"/>
                  </a:lnTo>
                  <a:lnTo>
                    <a:pt x="1162" y="859"/>
                  </a:lnTo>
                  <a:lnTo>
                    <a:pt x="1159" y="859"/>
                  </a:lnTo>
                  <a:lnTo>
                    <a:pt x="1159" y="859"/>
                  </a:lnTo>
                  <a:lnTo>
                    <a:pt x="1159" y="861"/>
                  </a:lnTo>
                  <a:lnTo>
                    <a:pt x="1157" y="861"/>
                  </a:lnTo>
                  <a:lnTo>
                    <a:pt x="1157" y="861"/>
                  </a:lnTo>
                  <a:lnTo>
                    <a:pt x="1157" y="861"/>
                  </a:lnTo>
                  <a:lnTo>
                    <a:pt x="1155" y="861"/>
                  </a:lnTo>
                  <a:lnTo>
                    <a:pt x="1155" y="861"/>
                  </a:lnTo>
                  <a:lnTo>
                    <a:pt x="1155" y="859"/>
                  </a:lnTo>
                  <a:lnTo>
                    <a:pt x="1152" y="859"/>
                  </a:lnTo>
                  <a:lnTo>
                    <a:pt x="1155" y="859"/>
                  </a:lnTo>
                  <a:lnTo>
                    <a:pt x="1157" y="859"/>
                  </a:lnTo>
                  <a:lnTo>
                    <a:pt x="1157" y="857"/>
                  </a:lnTo>
                  <a:lnTo>
                    <a:pt x="1157" y="857"/>
                  </a:lnTo>
                  <a:lnTo>
                    <a:pt x="1157" y="857"/>
                  </a:lnTo>
                  <a:lnTo>
                    <a:pt x="1159" y="857"/>
                  </a:lnTo>
                  <a:lnTo>
                    <a:pt x="1162" y="857"/>
                  </a:lnTo>
                  <a:lnTo>
                    <a:pt x="1164" y="857"/>
                  </a:lnTo>
                  <a:lnTo>
                    <a:pt x="1167" y="857"/>
                  </a:lnTo>
                  <a:lnTo>
                    <a:pt x="1167" y="857"/>
                  </a:lnTo>
                  <a:lnTo>
                    <a:pt x="1167" y="857"/>
                  </a:lnTo>
                  <a:lnTo>
                    <a:pt x="1167" y="859"/>
                  </a:lnTo>
                  <a:lnTo>
                    <a:pt x="1171" y="859"/>
                  </a:lnTo>
                  <a:lnTo>
                    <a:pt x="1167" y="861"/>
                  </a:lnTo>
                  <a:lnTo>
                    <a:pt x="1167" y="864"/>
                  </a:lnTo>
                  <a:lnTo>
                    <a:pt x="1167" y="864"/>
                  </a:lnTo>
                  <a:lnTo>
                    <a:pt x="1167" y="864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7" y="866"/>
                  </a:lnTo>
                  <a:lnTo>
                    <a:pt x="1167" y="869"/>
                  </a:lnTo>
                  <a:lnTo>
                    <a:pt x="1167" y="866"/>
                  </a:lnTo>
                  <a:lnTo>
                    <a:pt x="1169" y="866"/>
                  </a:lnTo>
                  <a:lnTo>
                    <a:pt x="1169" y="864"/>
                  </a:lnTo>
                  <a:lnTo>
                    <a:pt x="1171" y="861"/>
                  </a:lnTo>
                  <a:lnTo>
                    <a:pt x="1174" y="859"/>
                  </a:lnTo>
                  <a:lnTo>
                    <a:pt x="1176" y="859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8" y="857"/>
                  </a:lnTo>
                  <a:lnTo>
                    <a:pt x="1178" y="859"/>
                  </a:lnTo>
                  <a:lnTo>
                    <a:pt x="1178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4" y="861"/>
                  </a:lnTo>
                  <a:lnTo>
                    <a:pt x="1174" y="861"/>
                  </a:lnTo>
                  <a:lnTo>
                    <a:pt x="1174" y="861"/>
                  </a:lnTo>
                  <a:lnTo>
                    <a:pt x="1171" y="864"/>
                  </a:lnTo>
                  <a:lnTo>
                    <a:pt x="1171" y="866"/>
                  </a:lnTo>
                  <a:lnTo>
                    <a:pt x="1171" y="866"/>
                  </a:lnTo>
                  <a:lnTo>
                    <a:pt x="1171" y="866"/>
                  </a:lnTo>
                  <a:lnTo>
                    <a:pt x="1171" y="869"/>
                  </a:lnTo>
                  <a:lnTo>
                    <a:pt x="1171" y="869"/>
                  </a:lnTo>
                  <a:lnTo>
                    <a:pt x="1174" y="869"/>
                  </a:lnTo>
                  <a:lnTo>
                    <a:pt x="1174" y="866"/>
                  </a:lnTo>
                  <a:lnTo>
                    <a:pt x="1174" y="866"/>
                  </a:lnTo>
                  <a:lnTo>
                    <a:pt x="1174" y="864"/>
                  </a:lnTo>
                  <a:lnTo>
                    <a:pt x="1174" y="864"/>
                  </a:lnTo>
                  <a:lnTo>
                    <a:pt x="1176" y="864"/>
                  </a:lnTo>
                  <a:lnTo>
                    <a:pt x="1176" y="866"/>
                  </a:lnTo>
                  <a:lnTo>
                    <a:pt x="1174" y="866"/>
                  </a:lnTo>
                  <a:lnTo>
                    <a:pt x="1174" y="869"/>
                  </a:lnTo>
                  <a:lnTo>
                    <a:pt x="1176" y="866"/>
                  </a:lnTo>
                  <a:lnTo>
                    <a:pt x="1176" y="866"/>
                  </a:lnTo>
                  <a:lnTo>
                    <a:pt x="1176" y="866"/>
                  </a:lnTo>
                  <a:lnTo>
                    <a:pt x="1176" y="869"/>
                  </a:lnTo>
                  <a:lnTo>
                    <a:pt x="1174" y="871"/>
                  </a:lnTo>
                  <a:lnTo>
                    <a:pt x="1171" y="871"/>
                  </a:lnTo>
                  <a:lnTo>
                    <a:pt x="1171" y="871"/>
                  </a:lnTo>
                  <a:lnTo>
                    <a:pt x="1171" y="871"/>
                  </a:lnTo>
                  <a:lnTo>
                    <a:pt x="1171" y="873"/>
                  </a:lnTo>
                  <a:lnTo>
                    <a:pt x="1169" y="873"/>
                  </a:lnTo>
                  <a:lnTo>
                    <a:pt x="1167" y="876"/>
                  </a:lnTo>
                  <a:lnTo>
                    <a:pt x="1164" y="878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7" y="880"/>
                  </a:lnTo>
                  <a:lnTo>
                    <a:pt x="1167" y="880"/>
                  </a:lnTo>
                  <a:lnTo>
                    <a:pt x="1167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71" y="880"/>
                  </a:lnTo>
                  <a:lnTo>
                    <a:pt x="1171" y="880"/>
                  </a:lnTo>
                  <a:lnTo>
                    <a:pt x="1174" y="878"/>
                  </a:lnTo>
                  <a:lnTo>
                    <a:pt x="1174" y="878"/>
                  </a:lnTo>
                  <a:lnTo>
                    <a:pt x="1174" y="876"/>
                  </a:lnTo>
                  <a:lnTo>
                    <a:pt x="1174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8" y="876"/>
                  </a:lnTo>
                  <a:lnTo>
                    <a:pt x="1178" y="873"/>
                  </a:lnTo>
                  <a:lnTo>
                    <a:pt x="1178" y="873"/>
                  </a:lnTo>
                  <a:lnTo>
                    <a:pt x="1181" y="873"/>
                  </a:lnTo>
                  <a:lnTo>
                    <a:pt x="1181" y="873"/>
                  </a:lnTo>
                  <a:lnTo>
                    <a:pt x="1178" y="873"/>
                  </a:lnTo>
                  <a:lnTo>
                    <a:pt x="1178" y="873"/>
                  </a:lnTo>
                  <a:lnTo>
                    <a:pt x="1176" y="873"/>
                  </a:lnTo>
                  <a:lnTo>
                    <a:pt x="1178" y="871"/>
                  </a:lnTo>
                  <a:lnTo>
                    <a:pt x="1178" y="873"/>
                  </a:lnTo>
                  <a:lnTo>
                    <a:pt x="1178" y="871"/>
                  </a:lnTo>
                  <a:lnTo>
                    <a:pt x="1181" y="866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6"/>
                  </a:lnTo>
                  <a:lnTo>
                    <a:pt x="1183" y="866"/>
                  </a:lnTo>
                  <a:lnTo>
                    <a:pt x="1183" y="866"/>
                  </a:lnTo>
                  <a:lnTo>
                    <a:pt x="1181" y="866"/>
                  </a:lnTo>
                  <a:lnTo>
                    <a:pt x="1181" y="864"/>
                  </a:lnTo>
                  <a:lnTo>
                    <a:pt x="1181" y="864"/>
                  </a:lnTo>
                  <a:lnTo>
                    <a:pt x="1181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1"/>
                  </a:lnTo>
                  <a:lnTo>
                    <a:pt x="1178" y="864"/>
                  </a:lnTo>
                  <a:lnTo>
                    <a:pt x="1178" y="861"/>
                  </a:lnTo>
                  <a:lnTo>
                    <a:pt x="1178" y="861"/>
                  </a:lnTo>
                  <a:lnTo>
                    <a:pt x="1183" y="861"/>
                  </a:lnTo>
                  <a:lnTo>
                    <a:pt x="1185" y="861"/>
                  </a:lnTo>
                  <a:lnTo>
                    <a:pt x="1185" y="861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7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7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7"/>
                  </a:lnTo>
                  <a:lnTo>
                    <a:pt x="1185" y="857"/>
                  </a:lnTo>
                  <a:lnTo>
                    <a:pt x="1188" y="859"/>
                  </a:lnTo>
                  <a:lnTo>
                    <a:pt x="1188" y="859"/>
                  </a:lnTo>
                  <a:lnTo>
                    <a:pt x="1188" y="859"/>
                  </a:lnTo>
                  <a:lnTo>
                    <a:pt x="1188" y="857"/>
                  </a:lnTo>
                  <a:lnTo>
                    <a:pt x="1188" y="857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2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3" y="854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200" y="852"/>
                  </a:lnTo>
                  <a:lnTo>
                    <a:pt x="1200" y="852"/>
                  </a:lnTo>
                  <a:lnTo>
                    <a:pt x="1204" y="850"/>
                  </a:lnTo>
                  <a:lnTo>
                    <a:pt x="1202" y="850"/>
                  </a:lnTo>
                  <a:lnTo>
                    <a:pt x="1202" y="847"/>
                  </a:lnTo>
                  <a:lnTo>
                    <a:pt x="1202" y="847"/>
                  </a:lnTo>
                  <a:lnTo>
                    <a:pt x="1200" y="847"/>
                  </a:lnTo>
                  <a:lnTo>
                    <a:pt x="1200" y="847"/>
                  </a:lnTo>
                  <a:lnTo>
                    <a:pt x="1197" y="847"/>
                  </a:lnTo>
                  <a:lnTo>
                    <a:pt x="1195" y="847"/>
                  </a:lnTo>
                  <a:lnTo>
                    <a:pt x="1197" y="847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7"/>
                  </a:lnTo>
                  <a:lnTo>
                    <a:pt x="1197" y="847"/>
                  </a:lnTo>
                  <a:lnTo>
                    <a:pt x="1200" y="847"/>
                  </a:lnTo>
                  <a:lnTo>
                    <a:pt x="1200" y="845"/>
                  </a:lnTo>
                  <a:lnTo>
                    <a:pt x="1202" y="845"/>
                  </a:lnTo>
                  <a:lnTo>
                    <a:pt x="1202" y="845"/>
                  </a:lnTo>
                  <a:lnTo>
                    <a:pt x="1202" y="845"/>
                  </a:lnTo>
                  <a:lnTo>
                    <a:pt x="1204" y="845"/>
                  </a:lnTo>
                  <a:lnTo>
                    <a:pt x="1204" y="845"/>
                  </a:lnTo>
                  <a:lnTo>
                    <a:pt x="1207" y="845"/>
                  </a:lnTo>
                  <a:lnTo>
                    <a:pt x="1207" y="845"/>
                  </a:lnTo>
                  <a:lnTo>
                    <a:pt x="1207" y="845"/>
                  </a:lnTo>
                  <a:lnTo>
                    <a:pt x="1204" y="847"/>
                  </a:lnTo>
                  <a:lnTo>
                    <a:pt x="1204" y="847"/>
                  </a:lnTo>
                  <a:lnTo>
                    <a:pt x="1207" y="847"/>
                  </a:lnTo>
                  <a:lnTo>
                    <a:pt x="1207" y="847"/>
                  </a:lnTo>
                  <a:lnTo>
                    <a:pt x="1207" y="850"/>
                  </a:lnTo>
                  <a:lnTo>
                    <a:pt x="1207" y="850"/>
                  </a:lnTo>
                  <a:lnTo>
                    <a:pt x="1209" y="850"/>
                  </a:lnTo>
                  <a:lnTo>
                    <a:pt x="1209" y="847"/>
                  </a:lnTo>
                  <a:lnTo>
                    <a:pt x="1211" y="847"/>
                  </a:lnTo>
                  <a:lnTo>
                    <a:pt x="1211" y="847"/>
                  </a:lnTo>
                  <a:lnTo>
                    <a:pt x="1211" y="850"/>
                  </a:lnTo>
                  <a:lnTo>
                    <a:pt x="1211" y="847"/>
                  </a:lnTo>
                  <a:lnTo>
                    <a:pt x="1214" y="847"/>
                  </a:lnTo>
                  <a:lnTo>
                    <a:pt x="1214" y="845"/>
                  </a:lnTo>
                  <a:lnTo>
                    <a:pt x="1214" y="845"/>
                  </a:lnTo>
                  <a:lnTo>
                    <a:pt x="1214" y="845"/>
                  </a:lnTo>
                  <a:lnTo>
                    <a:pt x="1214" y="843"/>
                  </a:lnTo>
                  <a:lnTo>
                    <a:pt x="1216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0"/>
                  </a:lnTo>
                  <a:lnTo>
                    <a:pt x="1211" y="840"/>
                  </a:lnTo>
                  <a:lnTo>
                    <a:pt x="1209" y="838"/>
                  </a:lnTo>
                  <a:lnTo>
                    <a:pt x="1207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40"/>
                  </a:lnTo>
                  <a:lnTo>
                    <a:pt x="1200" y="840"/>
                  </a:lnTo>
                  <a:lnTo>
                    <a:pt x="1200" y="840"/>
                  </a:lnTo>
                  <a:lnTo>
                    <a:pt x="1200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2" y="835"/>
                  </a:lnTo>
                  <a:lnTo>
                    <a:pt x="1202" y="833"/>
                  </a:lnTo>
                  <a:lnTo>
                    <a:pt x="1204" y="833"/>
                  </a:lnTo>
                  <a:lnTo>
                    <a:pt x="1204" y="833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7" y="833"/>
                  </a:lnTo>
                  <a:lnTo>
                    <a:pt x="1207" y="833"/>
                  </a:lnTo>
                  <a:lnTo>
                    <a:pt x="1207" y="835"/>
                  </a:lnTo>
                  <a:lnTo>
                    <a:pt x="1207" y="835"/>
                  </a:lnTo>
                  <a:lnTo>
                    <a:pt x="1209" y="835"/>
                  </a:lnTo>
                  <a:lnTo>
                    <a:pt x="1209" y="835"/>
                  </a:lnTo>
                  <a:lnTo>
                    <a:pt x="1209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8"/>
                  </a:lnTo>
                  <a:lnTo>
                    <a:pt x="1211" y="838"/>
                  </a:lnTo>
                  <a:lnTo>
                    <a:pt x="1211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5"/>
                  </a:lnTo>
                  <a:lnTo>
                    <a:pt x="1214" y="835"/>
                  </a:lnTo>
                  <a:lnTo>
                    <a:pt x="1214" y="835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3" y="840"/>
                  </a:lnTo>
                  <a:lnTo>
                    <a:pt x="1223" y="838"/>
                  </a:lnTo>
                  <a:lnTo>
                    <a:pt x="1223" y="838"/>
                  </a:lnTo>
                  <a:lnTo>
                    <a:pt x="1223" y="838"/>
                  </a:lnTo>
                  <a:lnTo>
                    <a:pt x="1223" y="835"/>
                  </a:lnTo>
                  <a:lnTo>
                    <a:pt x="1223" y="835"/>
                  </a:lnTo>
                  <a:lnTo>
                    <a:pt x="1226" y="833"/>
                  </a:lnTo>
                  <a:lnTo>
                    <a:pt x="1226" y="833"/>
                  </a:lnTo>
                  <a:lnTo>
                    <a:pt x="1226" y="833"/>
                  </a:lnTo>
                  <a:lnTo>
                    <a:pt x="1228" y="828"/>
                  </a:lnTo>
                  <a:lnTo>
                    <a:pt x="1228" y="828"/>
                  </a:lnTo>
                  <a:lnTo>
                    <a:pt x="1228" y="828"/>
                  </a:lnTo>
                  <a:lnTo>
                    <a:pt x="1228" y="826"/>
                  </a:lnTo>
                  <a:lnTo>
                    <a:pt x="1223" y="826"/>
                  </a:lnTo>
                  <a:close/>
                  <a:moveTo>
                    <a:pt x="1271" y="717"/>
                  </a:moveTo>
                  <a:lnTo>
                    <a:pt x="1271" y="717"/>
                  </a:lnTo>
                  <a:lnTo>
                    <a:pt x="1271" y="719"/>
                  </a:lnTo>
                  <a:lnTo>
                    <a:pt x="1271" y="719"/>
                  </a:lnTo>
                  <a:lnTo>
                    <a:pt x="1271" y="719"/>
                  </a:lnTo>
                  <a:lnTo>
                    <a:pt x="1268" y="722"/>
                  </a:lnTo>
                  <a:lnTo>
                    <a:pt x="1268" y="722"/>
                  </a:lnTo>
                  <a:lnTo>
                    <a:pt x="1268" y="724"/>
                  </a:lnTo>
                  <a:lnTo>
                    <a:pt x="1271" y="724"/>
                  </a:lnTo>
                  <a:lnTo>
                    <a:pt x="1271" y="724"/>
                  </a:lnTo>
                  <a:lnTo>
                    <a:pt x="1271" y="724"/>
                  </a:lnTo>
                  <a:lnTo>
                    <a:pt x="1273" y="722"/>
                  </a:lnTo>
                  <a:lnTo>
                    <a:pt x="1273" y="719"/>
                  </a:lnTo>
                  <a:lnTo>
                    <a:pt x="1273" y="719"/>
                  </a:lnTo>
                  <a:lnTo>
                    <a:pt x="1271" y="717"/>
                  </a:lnTo>
                  <a:close/>
                  <a:moveTo>
                    <a:pt x="1722" y="734"/>
                  </a:moveTo>
                  <a:lnTo>
                    <a:pt x="1722" y="731"/>
                  </a:lnTo>
                  <a:lnTo>
                    <a:pt x="1722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2" y="729"/>
                  </a:lnTo>
                  <a:lnTo>
                    <a:pt x="1720" y="729"/>
                  </a:lnTo>
                  <a:lnTo>
                    <a:pt x="1720" y="727"/>
                  </a:lnTo>
                  <a:lnTo>
                    <a:pt x="1718" y="727"/>
                  </a:lnTo>
                  <a:lnTo>
                    <a:pt x="1718" y="727"/>
                  </a:lnTo>
                  <a:lnTo>
                    <a:pt x="1718" y="727"/>
                  </a:lnTo>
                  <a:lnTo>
                    <a:pt x="1718" y="729"/>
                  </a:lnTo>
                  <a:lnTo>
                    <a:pt x="1718" y="729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20" y="731"/>
                  </a:lnTo>
                  <a:lnTo>
                    <a:pt x="1718" y="734"/>
                  </a:lnTo>
                  <a:lnTo>
                    <a:pt x="1718" y="734"/>
                  </a:lnTo>
                  <a:lnTo>
                    <a:pt x="1718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18" y="736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41"/>
                  </a:lnTo>
                  <a:lnTo>
                    <a:pt x="1722" y="741"/>
                  </a:lnTo>
                  <a:lnTo>
                    <a:pt x="1722" y="741"/>
                  </a:lnTo>
                  <a:lnTo>
                    <a:pt x="1725" y="741"/>
                  </a:lnTo>
                  <a:lnTo>
                    <a:pt x="1725" y="738"/>
                  </a:lnTo>
                  <a:lnTo>
                    <a:pt x="1725" y="736"/>
                  </a:lnTo>
                  <a:lnTo>
                    <a:pt x="1722" y="734"/>
                  </a:lnTo>
                  <a:close/>
                  <a:moveTo>
                    <a:pt x="1457" y="665"/>
                  </a:moveTo>
                  <a:lnTo>
                    <a:pt x="1457" y="665"/>
                  </a:lnTo>
                  <a:lnTo>
                    <a:pt x="1457" y="665"/>
                  </a:lnTo>
                  <a:lnTo>
                    <a:pt x="1457" y="665"/>
                  </a:lnTo>
                  <a:lnTo>
                    <a:pt x="1457" y="665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0"/>
                  </a:lnTo>
                  <a:lnTo>
                    <a:pt x="1457" y="660"/>
                  </a:lnTo>
                  <a:lnTo>
                    <a:pt x="1455" y="660"/>
                  </a:lnTo>
                  <a:lnTo>
                    <a:pt x="1455" y="660"/>
                  </a:lnTo>
                  <a:lnTo>
                    <a:pt x="1455" y="660"/>
                  </a:lnTo>
                  <a:lnTo>
                    <a:pt x="1455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5"/>
                  </a:lnTo>
                  <a:lnTo>
                    <a:pt x="1457" y="665"/>
                  </a:lnTo>
                  <a:close/>
                  <a:moveTo>
                    <a:pt x="1755" y="762"/>
                  </a:moveTo>
                  <a:lnTo>
                    <a:pt x="1755" y="762"/>
                  </a:lnTo>
                  <a:lnTo>
                    <a:pt x="1755" y="762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57"/>
                  </a:lnTo>
                  <a:lnTo>
                    <a:pt x="1755" y="757"/>
                  </a:lnTo>
                  <a:lnTo>
                    <a:pt x="1755" y="757"/>
                  </a:lnTo>
                  <a:lnTo>
                    <a:pt x="1758" y="757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0"/>
                  </a:lnTo>
                  <a:lnTo>
                    <a:pt x="1755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5" y="750"/>
                  </a:lnTo>
                  <a:lnTo>
                    <a:pt x="1755" y="750"/>
                  </a:lnTo>
                  <a:lnTo>
                    <a:pt x="1753" y="748"/>
                  </a:lnTo>
                  <a:lnTo>
                    <a:pt x="1753" y="748"/>
                  </a:lnTo>
                  <a:lnTo>
                    <a:pt x="1753" y="748"/>
                  </a:lnTo>
                  <a:lnTo>
                    <a:pt x="1751" y="748"/>
                  </a:lnTo>
                  <a:lnTo>
                    <a:pt x="1748" y="746"/>
                  </a:lnTo>
                  <a:lnTo>
                    <a:pt x="1748" y="746"/>
                  </a:lnTo>
                  <a:lnTo>
                    <a:pt x="1746" y="748"/>
                  </a:lnTo>
                  <a:lnTo>
                    <a:pt x="1746" y="746"/>
                  </a:lnTo>
                  <a:lnTo>
                    <a:pt x="1748" y="746"/>
                  </a:lnTo>
                  <a:lnTo>
                    <a:pt x="1748" y="746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1"/>
                  </a:lnTo>
                  <a:lnTo>
                    <a:pt x="1746" y="741"/>
                  </a:lnTo>
                  <a:lnTo>
                    <a:pt x="1746" y="743"/>
                  </a:lnTo>
                  <a:lnTo>
                    <a:pt x="1746" y="743"/>
                  </a:lnTo>
                  <a:lnTo>
                    <a:pt x="1746" y="741"/>
                  </a:lnTo>
                  <a:lnTo>
                    <a:pt x="1746" y="741"/>
                  </a:lnTo>
                  <a:lnTo>
                    <a:pt x="1744" y="741"/>
                  </a:lnTo>
                  <a:lnTo>
                    <a:pt x="1744" y="741"/>
                  </a:lnTo>
                  <a:lnTo>
                    <a:pt x="1746" y="741"/>
                  </a:lnTo>
                  <a:lnTo>
                    <a:pt x="1751" y="743"/>
                  </a:lnTo>
                  <a:lnTo>
                    <a:pt x="1753" y="743"/>
                  </a:lnTo>
                  <a:lnTo>
                    <a:pt x="1753" y="743"/>
                  </a:lnTo>
                  <a:lnTo>
                    <a:pt x="1753" y="743"/>
                  </a:lnTo>
                  <a:lnTo>
                    <a:pt x="1755" y="746"/>
                  </a:lnTo>
                  <a:lnTo>
                    <a:pt x="1758" y="746"/>
                  </a:lnTo>
                  <a:lnTo>
                    <a:pt x="1763" y="746"/>
                  </a:lnTo>
                  <a:lnTo>
                    <a:pt x="1767" y="750"/>
                  </a:lnTo>
                  <a:lnTo>
                    <a:pt x="1772" y="750"/>
                  </a:lnTo>
                  <a:lnTo>
                    <a:pt x="1774" y="750"/>
                  </a:lnTo>
                  <a:lnTo>
                    <a:pt x="1777" y="750"/>
                  </a:lnTo>
                  <a:lnTo>
                    <a:pt x="1779" y="750"/>
                  </a:lnTo>
                  <a:lnTo>
                    <a:pt x="1779" y="748"/>
                  </a:lnTo>
                  <a:lnTo>
                    <a:pt x="1777" y="748"/>
                  </a:lnTo>
                  <a:lnTo>
                    <a:pt x="1779" y="748"/>
                  </a:lnTo>
                  <a:lnTo>
                    <a:pt x="1779" y="748"/>
                  </a:lnTo>
                  <a:lnTo>
                    <a:pt x="1779" y="748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7" y="743"/>
                  </a:lnTo>
                  <a:lnTo>
                    <a:pt x="1777" y="743"/>
                  </a:lnTo>
                  <a:lnTo>
                    <a:pt x="1777" y="743"/>
                  </a:lnTo>
                  <a:lnTo>
                    <a:pt x="1777" y="741"/>
                  </a:lnTo>
                  <a:lnTo>
                    <a:pt x="1774" y="738"/>
                  </a:lnTo>
                  <a:lnTo>
                    <a:pt x="1774" y="738"/>
                  </a:lnTo>
                  <a:lnTo>
                    <a:pt x="1774" y="736"/>
                  </a:lnTo>
                  <a:lnTo>
                    <a:pt x="1774" y="736"/>
                  </a:lnTo>
                  <a:lnTo>
                    <a:pt x="1772" y="734"/>
                  </a:lnTo>
                  <a:lnTo>
                    <a:pt x="1772" y="734"/>
                  </a:lnTo>
                  <a:lnTo>
                    <a:pt x="1772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6"/>
                  </a:lnTo>
                  <a:lnTo>
                    <a:pt x="1767" y="736"/>
                  </a:lnTo>
                  <a:lnTo>
                    <a:pt x="1765" y="736"/>
                  </a:lnTo>
                  <a:lnTo>
                    <a:pt x="1765" y="736"/>
                  </a:lnTo>
                  <a:lnTo>
                    <a:pt x="1765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0" y="738"/>
                  </a:lnTo>
                  <a:lnTo>
                    <a:pt x="1760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60" y="736"/>
                  </a:lnTo>
                  <a:lnTo>
                    <a:pt x="1760" y="736"/>
                  </a:lnTo>
                  <a:lnTo>
                    <a:pt x="1758" y="736"/>
                  </a:lnTo>
                  <a:lnTo>
                    <a:pt x="1758" y="734"/>
                  </a:lnTo>
                  <a:lnTo>
                    <a:pt x="1755" y="734"/>
                  </a:lnTo>
                  <a:lnTo>
                    <a:pt x="1755" y="734"/>
                  </a:lnTo>
                  <a:lnTo>
                    <a:pt x="1753" y="734"/>
                  </a:lnTo>
                  <a:lnTo>
                    <a:pt x="1753" y="734"/>
                  </a:lnTo>
                  <a:lnTo>
                    <a:pt x="1753" y="734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48" y="731"/>
                  </a:lnTo>
                  <a:lnTo>
                    <a:pt x="1748" y="731"/>
                  </a:lnTo>
                  <a:lnTo>
                    <a:pt x="1741" y="731"/>
                  </a:lnTo>
                  <a:lnTo>
                    <a:pt x="1741" y="729"/>
                  </a:lnTo>
                  <a:lnTo>
                    <a:pt x="1741" y="729"/>
                  </a:lnTo>
                  <a:lnTo>
                    <a:pt x="1739" y="729"/>
                  </a:lnTo>
                  <a:lnTo>
                    <a:pt x="1739" y="729"/>
                  </a:lnTo>
                  <a:lnTo>
                    <a:pt x="1739" y="727"/>
                  </a:lnTo>
                  <a:lnTo>
                    <a:pt x="1739" y="727"/>
                  </a:lnTo>
                  <a:lnTo>
                    <a:pt x="1739" y="727"/>
                  </a:lnTo>
                  <a:lnTo>
                    <a:pt x="1746" y="729"/>
                  </a:lnTo>
                  <a:lnTo>
                    <a:pt x="1751" y="731"/>
                  </a:lnTo>
                  <a:lnTo>
                    <a:pt x="1753" y="731"/>
                  </a:lnTo>
                  <a:lnTo>
                    <a:pt x="1753" y="731"/>
                  </a:lnTo>
                  <a:lnTo>
                    <a:pt x="1753" y="731"/>
                  </a:lnTo>
                  <a:lnTo>
                    <a:pt x="1755" y="731"/>
                  </a:lnTo>
                  <a:lnTo>
                    <a:pt x="1760" y="734"/>
                  </a:lnTo>
                  <a:lnTo>
                    <a:pt x="1763" y="734"/>
                  </a:lnTo>
                  <a:lnTo>
                    <a:pt x="1767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29"/>
                  </a:lnTo>
                  <a:lnTo>
                    <a:pt x="1770" y="729"/>
                  </a:lnTo>
                  <a:lnTo>
                    <a:pt x="1770" y="729"/>
                  </a:lnTo>
                  <a:lnTo>
                    <a:pt x="1767" y="729"/>
                  </a:lnTo>
                  <a:lnTo>
                    <a:pt x="1767" y="729"/>
                  </a:lnTo>
                  <a:lnTo>
                    <a:pt x="1767" y="729"/>
                  </a:lnTo>
                  <a:lnTo>
                    <a:pt x="1767" y="727"/>
                  </a:lnTo>
                  <a:lnTo>
                    <a:pt x="1765" y="727"/>
                  </a:lnTo>
                  <a:lnTo>
                    <a:pt x="1765" y="727"/>
                  </a:lnTo>
                  <a:lnTo>
                    <a:pt x="1763" y="727"/>
                  </a:lnTo>
                  <a:lnTo>
                    <a:pt x="1763" y="727"/>
                  </a:lnTo>
                  <a:lnTo>
                    <a:pt x="1760" y="727"/>
                  </a:lnTo>
                  <a:lnTo>
                    <a:pt x="1760" y="724"/>
                  </a:lnTo>
                  <a:lnTo>
                    <a:pt x="1760" y="724"/>
                  </a:lnTo>
                  <a:lnTo>
                    <a:pt x="1763" y="724"/>
                  </a:lnTo>
                  <a:lnTo>
                    <a:pt x="1763" y="724"/>
                  </a:lnTo>
                  <a:lnTo>
                    <a:pt x="1763" y="724"/>
                  </a:lnTo>
                  <a:lnTo>
                    <a:pt x="1765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67" y="727"/>
                  </a:lnTo>
                  <a:lnTo>
                    <a:pt x="1767" y="724"/>
                  </a:lnTo>
                  <a:lnTo>
                    <a:pt x="1770" y="724"/>
                  </a:lnTo>
                  <a:lnTo>
                    <a:pt x="1770" y="724"/>
                  </a:lnTo>
                  <a:lnTo>
                    <a:pt x="1770" y="722"/>
                  </a:lnTo>
                  <a:lnTo>
                    <a:pt x="1770" y="722"/>
                  </a:lnTo>
                  <a:lnTo>
                    <a:pt x="1767" y="722"/>
                  </a:lnTo>
                  <a:lnTo>
                    <a:pt x="1767" y="722"/>
                  </a:lnTo>
                  <a:lnTo>
                    <a:pt x="1767" y="722"/>
                  </a:lnTo>
                  <a:lnTo>
                    <a:pt x="1767" y="719"/>
                  </a:lnTo>
                  <a:lnTo>
                    <a:pt x="1770" y="719"/>
                  </a:lnTo>
                  <a:lnTo>
                    <a:pt x="1770" y="719"/>
                  </a:lnTo>
                  <a:lnTo>
                    <a:pt x="1767" y="717"/>
                  </a:lnTo>
                  <a:lnTo>
                    <a:pt x="1765" y="717"/>
                  </a:lnTo>
                  <a:lnTo>
                    <a:pt x="1760" y="717"/>
                  </a:lnTo>
                  <a:lnTo>
                    <a:pt x="1760" y="717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58" y="715"/>
                  </a:lnTo>
                  <a:lnTo>
                    <a:pt x="1758" y="717"/>
                  </a:lnTo>
                  <a:lnTo>
                    <a:pt x="1755" y="715"/>
                  </a:lnTo>
                  <a:lnTo>
                    <a:pt x="1755" y="715"/>
                  </a:lnTo>
                  <a:lnTo>
                    <a:pt x="1755" y="717"/>
                  </a:lnTo>
                  <a:lnTo>
                    <a:pt x="1753" y="717"/>
                  </a:lnTo>
                  <a:lnTo>
                    <a:pt x="1753" y="717"/>
                  </a:lnTo>
                  <a:lnTo>
                    <a:pt x="1753" y="715"/>
                  </a:lnTo>
                  <a:lnTo>
                    <a:pt x="1753" y="715"/>
                  </a:lnTo>
                  <a:lnTo>
                    <a:pt x="1753" y="715"/>
                  </a:lnTo>
                  <a:lnTo>
                    <a:pt x="1751" y="715"/>
                  </a:lnTo>
                  <a:lnTo>
                    <a:pt x="1751" y="715"/>
                  </a:lnTo>
                  <a:lnTo>
                    <a:pt x="1751" y="715"/>
                  </a:lnTo>
                  <a:lnTo>
                    <a:pt x="1751" y="717"/>
                  </a:lnTo>
                  <a:lnTo>
                    <a:pt x="1748" y="717"/>
                  </a:lnTo>
                  <a:lnTo>
                    <a:pt x="1751" y="717"/>
                  </a:lnTo>
                  <a:lnTo>
                    <a:pt x="1751" y="717"/>
                  </a:lnTo>
                  <a:lnTo>
                    <a:pt x="1751" y="717"/>
                  </a:lnTo>
                  <a:lnTo>
                    <a:pt x="1751" y="719"/>
                  </a:lnTo>
                  <a:lnTo>
                    <a:pt x="1748" y="722"/>
                  </a:lnTo>
                  <a:lnTo>
                    <a:pt x="1748" y="724"/>
                  </a:lnTo>
                  <a:lnTo>
                    <a:pt x="1748" y="724"/>
                  </a:lnTo>
                  <a:lnTo>
                    <a:pt x="1748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9"/>
                  </a:lnTo>
                  <a:lnTo>
                    <a:pt x="1746" y="729"/>
                  </a:lnTo>
                  <a:lnTo>
                    <a:pt x="1746" y="727"/>
                  </a:lnTo>
                  <a:lnTo>
                    <a:pt x="1744" y="727"/>
                  </a:lnTo>
                  <a:lnTo>
                    <a:pt x="1741" y="727"/>
                  </a:lnTo>
                  <a:lnTo>
                    <a:pt x="1741" y="727"/>
                  </a:lnTo>
                  <a:lnTo>
                    <a:pt x="1744" y="727"/>
                  </a:lnTo>
                  <a:lnTo>
                    <a:pt x="1746" y="727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1" y="724"/>
                  </a:lnTo>
                  <a:lnTo>
                    <a:pt x="1741" y="724"/>
                  </a:lnTo>
                  <a:lnTo>
                    <a:pt x="1741" y="724"/>
                  </a:lnTo>
                  <a:lnTo>
                    <a:pt x="1744" y="722"/>
                  </a:lnTo>
                  <a:lnTo>
                    <a:pt x="1746" y="722"/>
                  </a:lnTo>
                  <a:lnTo>
                    <a:pt x="1746" y="722"/>
                  </a:lnTo>
                  <a:lnTo>
                    <a:pt x="1746" y="719"/>
                  </a:lnTo>
                  <a:lnTo>
                    <a:pt x="1746" y="719"/>
                  </a:lnTo>
                  <a:lnTo>
                    <a:pt x="1746" y="719"/>
                  </a:lnTo>
                  <a:lnTo>
                    <a:pt x="1748" y="719"/>
                  </a:lnTo>
                  <a:lnTo>
                    <a:pt x="1748" y="719"/>
                  </a:lnTo>
                  <a:lnTo>
                    <a:pt x="1748" y="717"/>
                  </a:lnTo>
                  <a:lnTo>
                    <a:pt x="1748" y="717"/>
                  </a:lnTo>
                  <a:lnTo>
                    <a:pt x="1748" y="717"/>
                  </a:lnTo>
                  <a:lnTo>
                    <a:pt x="1748" y="715"/>
                  </a:lnTo>
                  <a:lnTo>
                    <a:pt x="1748" y="715"/>
                  </a:lnTo>
                  <a:lnTo>
                    <a:pt x="1746" y="715"/>
                  </a:lnTo>
                  <a:lnTo>
                    <a:pt x="1746" y="715"/>
                  </a:lnTo>
                  <a:lnTo>
                    <a:pt x="1746" y="712"/>
                  </a:lnTo>
                  <a:lnTo>
                    <a:pt x="1746" y="712"/>
                  </a:lnTo>
                  <a:lnTo>
                    <a:pt x="1746" y="712"/>
                  </a:lnTo>
                  <a:lnTo>
                    <a:pt x="1744" y="712"/>
                  </a:lnTo>
                  <a:lnTo>
                    <a:pt x="1744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39" y="712"/>
                  </a:lnTo>
                  <a:lnTo>
                    <a:pt x="1737" y="710"/>
                  </a:lnTo>
                  <a:lnTo>
                    <a:pt x="1737" y="710"/>
                  </a:lnTo>
                  <a:lnTo>
                    <a:pt x="1737" y="710"/>
                  </a:lnTo>
                  <a:lnTo>
                    <a:pt x="1734" y="715"/>
                  </a:lnTo>
                  <a:lnTo>
                    <a:pt x="1732" y="715"/>
                  </a:lnTo>
                  <a:lnTo>
                    <a:pt x="1732" y="717"/>
                  </a:lnTo>
                  <a:lnTo>
                    <a:pt x="1732" y="717"/>
                  </a:lnTo>
                  <a:lnTo>
                    <a:pt x="1734" y="717"/>
                  </a:lnTo>
                  <a:lnTo>
                    <a:pt x="1734" y="719"/>
                  </a:lnTo>
                  <a:lnTo>
                    <a:pt x="1732" y="719"/>
                  </a:lnTo>
                  <a:lnTo>
                    <a:pt x="1729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4"/>
                  </a:lnTo>
                  <a:lnTo>
                    <a:pt x="1729" y="724"/>
                  </a:lnTo>
                  <a:lnTo>
                    <a:pt x="1729" y="724"/>
                  </a:lnTo>
                  <a:lnTo>
                    <a:pt x="1729" y="727"/>
                  </a:lnTo>
                  <a:lnTo>
                    <a:pt x="1729" y="727"/>
                  </a:lnTo>
                  <a:lnTo>
                    <a:pt x="1727" y="724"/>
                  </a:lnTo>
                  <a:lnTo>
                    <a:pt x="1727" y="724"/>
                  </a:lnTo>
                  <a:lnTo>
                    <a:pt x="1727" y="724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5" y="722"/>
                  </a:lnTo>
                  <a:lnTo>
                    <a:pt x="1725" y="722"/>
                  </a:lnTo>
                  <a:lnTo>
                    <a:pt x="1725" y="719"/>
                  </a:lnTo>
                  <a:lnTo>
                    <a:pt x="1725" y="719"/>
                  </a:lnTo>
                  <a:lnTo>
                    <a:pt x="1722" y="719"/>
                  </a:lnTo>
                  <a:lnTo>
                    <a:pt x="1722" y="717"/>
                  </a:lnTo>
                  <a:lnTo>
                    <a:pt x="1722" y="717"/>
                  </a:lnTo>
                  <a:lnTo>
                    <a:pt x="1722" y="717"/>
                  </a:lnTo>
                  <a:lnTo>
                    <a:pt x="1720" y="719"/>
                  </a:lnTo>
                  <a:lnTo>
                    <a:pt x="1720" y="719"/>
                  </a:lnTo>
                  <a:lnTo>
                    <a:pt x="1722" y="722"/>
                  </a:lnTo>
                  <a:lnTo>
                    <a:pt x="1722" y="722"/>
                  </a:lnTo>
                  <a:lnTo>
                    <a:pt x="1722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2" y="724"/>
                  </a:lnTo>
                  <a:lnTo>
                    <a:pt x="1722" y="724"/>
                  </a:lnTo>
                  <a:lnTo>
                    <a:pt x="1720" y="724"/>
                  </a:lnTo>
                  <a:lnTo>
                    <a:pt x="1720" y="724"/>
                  </a:lnTo>
                  <a:lnTo>
                    <a:pt x="1720" y="724"/>
                  </a:lnTo>
                  <a:lnTo>
                    <a:pt x="1720" y="727"/>
                  </a:lnTo>
                  <a:lnTo>
                    <a:pt x="1720" y="727"/>
                  </a:lnTo>
                  <a:lnTo>
                    <a:pt x="1725" y="729"/>
                  </a:lnTo>
                  <a:lnTo>
                    <a:pt x="1725" y="731"/>
                  </a:lnTo>
                  <a:lnTo>
                    <a:pt x="1727" y="731"/>
                  </a:lnTo>
                  <a:lnTo>
                    <a:pt x="1727" y="731"/>
                  </a:lnTo>
                  <a:lnTo>
                    <a:pt x="1729" y="731"/>
                  </a:lnTo>
                  <a:lnTo>
                    <a:pt x="1732" y="736"/>
                  </a:lnTo>
                  <a:lnTo>
                    <a:pt x="1734" y="736"/>
                  </a:lnTo>
                  <a:lnTo>
                    <a:pt x="1737" y="738"/>
                  </a:lnTo>
                  <a:lnTo>
                    <a:pt x="1737" y="738"/>
                  </a:lnTo>
                  <a:lnTo>
                    <a:pt x="1734" y="738"/>
                  </a:lnTo>
                  <a:lnTo>
                    <a:pt x="1732" y="736"/>
                  </a:lnTo>
                  <a:lnTo>
                    <a:pt x="1727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4"/>
                  </a:lnTo>
                  <a:lnTo>
                    <a:pt x="1725" y="734"/>
                  </a:lnTo>
                  <a:lnTo>
                    <a:pt x="1725" y="734"/>
                  </a:lnTo>
                  <a:lnTo>
                    <a:pt x="1725" y="736"/>
                  </a:lnTo>
                  <a:lnTo>
                    <a:pt x="1725" y="736"/>
                  </a:lnTo>
                  <a:lnTo>
                    <a:pt x="1725" y="736"/>
                  </a:lnTo>
                  <a:lnTo>
                    <a:pt x="1725" y="738"/>
                  </a:lnTo>
                  <a:lnTo>
                    <a:pt x="1725" y="741"/>
                  </a:lnTo>
                  <a:lnTo>
                    <a:pt x="1725" y="741"/>
                  </a:lnTo>
                  <a:lnTo>
                    <a:pt x="1725" y="743"/>
                  </a:lnTo>
                  <a:lnTo>
                    <a:pt x="1725" y="743"/>
                  </a:lnTo>
                  <a:lnTo>
                    <a:pt x="1725" y="743"/>
                  </a:lnTo>
                  <a:lnTo>
                    <a:pt x="1725" y="741"/>
                  </a:lnTo>
                  <a:lnTo>
                    <a:pt x="1725" y="741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27" y="743"/>
                  </a:lnTo>
                  <a:lnTo>
                    <a:pt x="1727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32" y="743"/>
                  </a:lnTo>
                  <a:lnTo>
                    <a:pt x="1732" y="743"/>
                  </a:lnTo>
                  <a:lnTo>
                    <a:pt x="1732" y="743"/>
                  </a:lnTo>
                  <a:lnTo>
                    <a:pt x="1732" y="746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7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0"/>
                  </a:lnTo>
                  <a:lnTo>
                    <a:pt x="1739" y="750"/>
                  </a:lnTo>
                  <a:lnTo>
                    <a:pt x="1739" y="753"/>
                  </a:lnTo>
                  <a:lnTo>
                    <a:pt x="1739" y="753"/>
                  </a:lnTo>
                  <a:lnTo>
                    <a:pt x="1741" y="753"/>
                  </a:lnTo>
                  <a:lnTo>
                    <a:pt x="1748" y="757"/>
                  </a:lnTo>
                  <a:lnTo>
                    <a:pt x="1748" y="757"/>
                  </a:lnTo>
                  <a:lnTo>
                    <a:pt x="1751" y="760"/>
                  </a:lnTo>
                  <a:lnTo>
                    <a:pt x="1751" y="760"/>
                  </a:lnTo>
                  <a:lnTo>
                    <a:pt x="1748" y="760"/>
                  </a:lnTo>
                  <a:lnTo>
                    <a:pt x="1746" y="757"/>
                  </a:lnTo>
                  <a:lnTo>
                    <a:pt x="1744" y="755"/>
                  </a:lnTo>
                  <a:lnTo>
                    <a:pt x="1744" y="755"/>
                  </a:lnTo>
                  <a:lnTo>
                    <a:pt x="1741" y="757"/>
                  </a:lnTo>
                  <a:lnTo>
                    <a:pt x="1744" y="757"/>
                  </a:lnTo>
                  <a:lnTo>
                    <a:pt x="1744" y="757"/>
                  </a:lnTo>
                  <a:lnTo>
                    <a:pt x="1744" y="760"/>
                  </a:lnTo>
                  <a:lnTo>
                    <a:pt x="1746" y="760"/>
                  </a:lnTo>
                  <a:lnTo>
                    <a:pt x="1746" y="760"/>
                  </a:lnTo>
                  <a:lnTo>
                    <a:pt x="1746" y="760"/>
                  </a:lnTo>
                  <a:lnTo>
                    <a:pt x="1748" y="760"/>
                  </a:lnTo>
                  <a:lnTo>
                    <a:pt x="1748" y="762"/>
                  </a:lnTo>
                  <a:lnTo>
                    <a:pt x="1748" y="762"/>
                  </a:lnTo>
                  <a:lnTo>
                    <a:pt x="1751" y="762"/>
                  </a:lnTo>
                  <a:lnTo>
                    <a:pt x="1753" y="762"/>
                  </a:lnTo>
                  <a:lnTo>
                    <a:pt x="1755" y="762"/>
                  </a:lnTo>
                  <a:close/>
                  <a:moveTo>
                    <a:pt x="1439" y="653"/>
                  </a:move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close/>
                  <a:moveTo>
                    <a:pt x="1349" y="675"/>
                  </a:move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6" y="677"/>
                  </a:lnTo>
                  <a:lnTo>
                    <a:pt x="1346" y="677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7"/>
                  </a:lnTo>
                  <a:lnTo>
                    <a:pt x="1344" y="677"/>
                  </a:lnTo>
                  <a:lnTo>
                    <a:pt x="1342" y="677"/>
                  </a:lnTo>
                  <a:lnTo>
                    <a:pt x="1342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2" y="679"/>
                  </a:lnTo>
                  <a:lnTo>
                    <a:pt x="1342" y="682"/>
                  </a:lnTo>
                  <a:lnTo>
                    <a:pt x="1344" y="682"/>
                  </a:lnTo>
                  <a:lnTo>
                    <a:pt x="1346" y="679"/>
                  </a:lnTo>
                  <a:lnTo>
                    <a:pt x="1346" y="679"/>
                  </a:lnTo>
                  <a:lnTo>
                    <a:pt x="1346" y="679"/>
                  </a:lnTo>
                  <a:lnTo>
                    <a:pt x="1349" y="675"/>
                  </a:lnTo>
                  <a:lnTo>
                    <a:pt x="1349" y="675"/>
                  </a:lnTo>
                  <a:close/>
                  <a:moveTo>
                    <a:pt x="1770" y="703"/>
                  </a:moveTo>
                  <a:lnTo>
                    <a:pt x="1767" y="701"/>
                  </a:lnTo>
                  <a:lnTo>
                    <a:pt x="1767" y="701"/>
                  </a:lnTo>
                  <a:lnTo>
                    <a:pt x="1767" y="701"/>
                  </a:lnTo>
                  <a:lnTo>
                    <a:pt x="1767" y="701"/>
                  </a:lnTo>
                  <a:lnTo>
                    <a:pt x="1765" y="701"/>
                  </a:lnTo>
                  <a:lnTo>
                    <a:pt x="1765" y="698"/>
                  </a:lnTo>
                  <a:lnTo>
                    <a:pt x="1765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0" y="698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8"/>
                  </a:lnTo>
                  <a:lnTo>
                    <a:pt x="1760" y="698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5" y="703"/>
                  </a:lnTo>
                  <a:lnTo>
                    <a:pt x="1765" y="705"/>
                  </a:lnTo>
                  <a:lnTo>
                    <a:pt x="1765" y="705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7" y="708"/>
                  </a:lnTo>
                  <a:lnTo>
                    <a:pt x="1767" y="708"/>
                  </a:lnTo>
                  <a:lnTo>
                    <a:pt x="1767" y="710"/>
                  </a:lnTo>
                  <a:lnTo>
                    <a:pt x="1770" y="712"/>
                  </a:lnTo>
                  <a:lnTo>
                    <a:pt x="1770" y="712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5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2" y="710"/>
                  </a:lnTo>
                  <a:lnTo>
                    <a:pt x="1772" y="712"/>
                  </a:lnTo>
                  <a:lnTo>
                    <a:pt x="1770" y="715"/>
                  </a:lnTo>
                  <a:lnTo>
                    <a:pt x="1770" y="715"/>
                  </a:lnTo>
                  <a:lnTo>
                    <a:pt x="1770" y="715"/>
                  </a:lnTo>
                  <a:lnTo>
                    <a:pt x="1772" y="717"/>
                  </a:lnTo>
                  <a:lnTo>
                    <a:pt x="1772" y="717"/>
                  </a:lnTo>
                  <a:lnTo>
                    <a:pt x="1772" y="717"/>
                  </a:lnTo>
                  <a:lnTo>
                    <a:pt x="1772" y="719"/>
                  </a:lnTo>
                  <a:lnTo>
                    <a:pt x="1772" y="719"/>
                  </a:lnTo>
                  <a:lnTo>
                    <a:pt x="1774" y="719"/>
                  </a:lnTo>
                  <a:lnTo>
                    <a:pt x="1774" y="724"/>
                  </a:lnTo>
                  <a:lnTo>
                    <a:pt x="1777" y="724"/>
                  </a:lnTo>
                  <a:lnTo>
                    <a:pt x="1777" y="727"/>
                  </a:lnTo>
                  <a:lnTo>
                    <a:pt x="1779" y="729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4"/>
                  </a:lnTo>
                  <a:lnTo>
                    <a:pt x="1779" y="734"/>
                  </a:lnTo>
                  <a:lnTo>
                    <a:pt x="1782" y="736"/>
                  </a:lnTo>
                  <a:lnTo>
                    <a:pt x="1782" y="736"/>
                  </a:lnTo>
                  <a:lnTo>
                    <a:pt x="1782" y="738"/>
                  </a:lnTo>
                  <a:lnTo>
                    <a:pt x="1782" y="738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6" y="743"/>
                  </a:lnTo>
                  <a:lnTo>
                    <a:pt x="1786" y="743"/>
                  </a:lnTo>
                  <a:lnTo>
                    <a:pt x="1789" y="743"/>
                  </a:lnTo>
                  <a:lnTo>
                    <a:pt x="1789" y="741"/>
                  </a:lnTo>
                  <a:lnTo>
                    <a:pt x="1791" y="741"/>
                  </a:lnTo>
                  <a:lnTo>
                    <a:pt x="1793" y="741"/>
                  </a:lnTo>
                  <a:lnTo>
                    <a:pt x="1791" y="741"/>
                  </a:lnTo>
                  <a:lnTo>
                    <a:pt x="1791" y="743"/>
                  </a:lnTo>
                  <a:lnTo>
                    <a:pt x="1791" y="743"/>
                  </a:lnTo>
                  <a:lnTo>
                    <a:pt x="1789" y="743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6" y="746"/>
                  </a:lnTo>
                  <a:lnTo>
                    <a:pt x="1786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91" y="748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93" y="750"/>
                  </a:lnTo>
                  <a:lnTo>
                    <a:pt x="1796" y="748"/>
                  </a:lnTo>
                  <a:lnTo>
                    <a:pt x="1798" y="748"/>
                  </a:lnTo>
                  <a:lnTo>
                    <a:pt x="1796" y="748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8" y="750"/>
                  </a:lnTo>
                  <a:lnTo>
                    <a:pt x="1798" y="753"/>
                  </a:lnTo>
                  <a:lnTo>
                    <a:pt x="1798" y="753"/>
                  </a:lnTo>
                  <a:lnTo>
                    <a:pt x="1796" y="750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89" y="750"/>
                  </a:lnTo>
                  <a:lnTo>
                    <a:pt x="1789" y="750"/>
                  </a:lnTo>
                  <a:lnTo>
                    <a:pt x="1789" y="750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3" y="753"/>
                  </a:lnTo>
                  <a:lnTo>
                    <a:pt x="1793" y="755"/>
                  </a:lnTo>
                  <a:lnTo>
                    <a:pt x="1793" y="755"/>
                  </a:lnTo>
                  <a:lnTo>
                    <a:pt x="1791" y="755"/>
                  </a:lnTo>
                  <a:lnTo>
                    <a:pt x="1791" y="755"/>
                  </a:lnTo>
                  <a:lnTo>
                    <a:pt x="1791" y="757"/>
                  </a:lnTo>
                  <a:lnTo>
                    <a:pt x="1791" y="757"/>
                  </a:lnTo>
                  <a:lnTo>
                    <a:pt x="1791" y="757"/>
                  </a:lnTo>
                  <a:lnTo>
                    <a:pt x="1791" y="760"/>
                  </a:lnTo>
                  <a:lnTo>
                    <a:pt x="1791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1" y="760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4"/>
                  </a:lnTo>
                  <a:lnTo>
                    <a:pt x="1793" y="764"/>
                  </a:lnTo>
                  <a:lnTo>
                    <a:pt x="1793" y="764"/>
                  </a:lnTo>
                  <a:lnTo>
                    <a:pt x="1791" y="767"/>
                  </a:lnTo>
                  <a:lnTo>
                    <a:pt x="1791" y="767"/>
                  </a:lnTo>
                  <a:lnTo>
                    <a:pt x="1793" y="769"/>
                  </a:lnTo>
                  <a:lnTo>
                    <a:pt x="1793" y="772"/>
                  </a:lnTo>
                  <a:lnTo>
                    <a:pt x="1793" y="774"/>
                  </a:lnTo>
                  <a:lnTo>
                    <a:pt x="1796" y="772"/>
                  </a:lnTo>
                  <a:lnTo>
                    <a:pt x="1796" y="772"/>
                  </a:lnTo>
                  <a:lnTo>
                    <a:pt x="1798" y="772"/>
                  </a:lnTo>
                  <a:lnTo>
                    <a:pt x="1798" y="772"/>
                  </a:lnTo>
                  <a:lnTo>
                    <a:pt x="1798" y="769"/>
                  </a:lnTo>
                  <a:lnTo>
                    <a:pt x="1798" y="769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2"/>
                  </a:lnTo>
                  <a:lnTo>
                    <a:pt x="1803" y="762"/>
                  </a:lnTo>
                  <a:lnTo>
                    <a:pt x="1803" y="762"/>
                  </a:lnTo>
                  <a:lnTo>
                    <a:pt x="1803" y="762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5" y="760"/>
                  </a:lnTo>
                  <a:lnTo>
                    <a:pt x="1805" y="760"/>
                  </a:lnTo>
                  <a:lnTo>
                    <a:pt x="1805" y="760"/>
                  </a:lnTo>
                  <a:lnTo>
                    <a:pt x="1805" y="757"/>
                  </a:lnTo>
                  <a:lnTo>
                    <a:pt x="1805" y="757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3" y="753"/>
                  </a:lnTo>
                  <a:lnTo>
                    <a:pt x="1803" y="753"/>
                  </a:lnTo>
                  <a:lnTo>
                    <a:pt x="1803" y="750"/>
                  </a:lnTo>
                  <a:lnTo>
                    <a:pt x="1803" y="750"/>
                  </a:lnTo>
                  <a:lnTo>
                    <a:pt x="1800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8" y="750"/>
                  </a:lnTo>
                  <a:lnTo>
                    <a:pt x="1810" y="750"/>
                  </a:lnTo>
                  <a:lnTo>
                    <a:pt x="1810" y="750"/>
                  </a:lnTo>
                  <a:lnTo>
                    <a:pt x="1810" y="748"/>
                  </a:lnTo>
                  <a:lnTo>
                    <a:pt x="1810" y="748"/>
                  </a:lnTo>
                  <a:lnTo>
                    <a:pt x="1812" y="748"/>
                  </a:lnTo>
                  <a:lnTo>
                    <a:pt x="1812" y="746"/>
                  </a:lnTo>
                  <a:lnTo>
                    <a:pt x="1810" y="746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1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5" y="743"/>
                  </a:lnTo>
                  <a:lnTo>
                    <a:pt x="1805" y="741"/>
                  </a:lnTo>
                  <a:lnTo>
                    <a:pt x="1805" y="741"/>
                  </a:lnTo>
                  <a:lnTo>
                    <a:pt x="1803" y="743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38"/>
                  </a:lnTo>
                  <a:lnTo>
                    <a:pt x="1803" y="738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5" y="741"/>
                  </a:lnTo>
                  <a:lnTo>
                    <a:pt x="1808" y="741"/>
                  </a:lnTo>
                  <a:lnTo>
                    <a:pt x="1808" y="741"/>
                  </a:lnTo>
                  <a:lnTo>
                    <a:pt x="1808" y="741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10" y="738"/>
                  </a:lnTo>
                  <a:lnTo>
                    <a:pt x="1808" y="738"/>
                  </a:lnTo>
                  <a:lnTo>
                    <a:pt x="1805" y="736"/>
                  </a:lnTo>
                  <a:lnTo>
                    <a:pt x="1805" y="736"/>
                  </a:lnTo>
                  <a:lnTo>
                    <a:pt x="1805" y="734"/>
                  </a:lnTo>
                  <a:lnTo>
                    <a:pt x="1805" y="731"/>
                  </a:lnTo>
                  <a:lnTo>
                    <a:pt x="1803" y="731"/>
                  </a:lnTo>
                  <a:lnTo>
                    <a:pt x="1803" y="731"/>
                  </a:lnTo>
                  <a:lnTo>
                    <a:pt x="1803" y="731"/>
                  </a:lnTo>
                  <a:lnTo>
                    <a:pt x="1800" y="731"/>
                  </a:lnTo>
                  <a:lnTo>
                    <a:pt x="1800" y="731"/>
                  </a:lnTo>
                  <a:lnTo>
                    <a:pt x="1798" y="731"/>
                  </a:lnTo>
                  <a:lnTo>
                    <a:pt x="1800" y="729"/>
                  </a:lnTo>
                  <a:lnTo>
                    <a:pt x="1800" y="729"/>
                  </a:lnTo>
                  <a:lnTo>
                    <a:pt x="1800" y="729"/>
                  </a:lnTo>
                  <a:lnTo>
                    <a:pt x="1791" y="722"/>
                  </a:lnTo>
                  <a:lnTo>
                    <a:pt x="1791" y="722"/>
                  </a:lnTo>
                  <a:lnTo>
                    <a:pt x="1791" y="724"/>
                  </a:lnTo>
                  <a:lnTo>
                    <a:pt x="1789" y="722"/>
                  </a:lnTo>
                  <a:lnTo>
                    <a:pt x="1789" y="722"/>
                  </a:lnTo>
                  <a:lnTo>
                    <a:pt x="1789" y="719"/>
                  </a:lnTo>
                  <a:lnTo>
                    <a:pt x="1789" y="719"/>
                  </a:lnTo>
                  <a:lnTo>
                    <a:pt x="1789" y="719"/>
                  </a:lnTo>
                  <a:lnTo>
                    <a:pt x="1789" y="717"/>
                  </a:lnTo>
                  <a:lnTo>
                    <a:pt x="1789" y="717"/>
                  </a:lnTo>
                  <a:lnTo>
                    <a:pt x="1786" y="715"/>
                  </a:lnTo>
                  <a:lnTo>
                    <a:pt x="1786" y="715"/>
                  </a:lnTo>
                  <a:lnTo>
                    <a:pt x="1786" y="715"/>
                  </a:lnTo>
                  <a:lnTo>
                    <a:pt x="1789" y="715"/>
                  </a:lnTo>
                  <a:lnTo>
                    <a:pt x="1789" y="715"/>
                  </a:lnTo>
                  <a:lnTo>
                    <a:pt x="1789" y="715"/>
                  </a:lnTo>
                  <a:lnTo>
                    <a:pt x="1789" y="712"/>
                  </a:lnTo>
                  <a:lnTo>
                    <a:pt x="1789" y="712"/>
                  </a:lnTo>
                  <a:lnTo>
                    <a:pt x="1786" y="712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2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08"/>
                  </a:lnTo>
                  <a:lnTo>
                    <a:pt x="1784" y="708"/>
                  </a:lnTo>
                  <a:lnTo>
                    <a:pt x="1784" y="708"/>
                  </a:lnTo>
                  <a:lnTo>
                    <a:pt x="1784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91" y="712"/>
                  </a:lnTo>
                  <a:lnTo>
                    <a:pt x="1791" y="712"/>
                  </a:lnTo>
                  <a:lnTo>
                    <a:pt x="1789" y="712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91" y="712"/>
                  </a:lnTo>
                  <a:lnTo>
                    <a:pt x="1791" y="712"/>
                  </a:lnTo>
                  <a:lnTo>
                    <a:pt x="1791" y="715"/>
                  </a:lnTo>
                  <a:lnTo>
                    <a:pt x="1793" y="715"/>
                  </a:lnTo>
                  <a:lnTo>
                    <a:pt x="1793" y="719"/>
                  </a:lnTo>
                  <a:lnTo>
                    <a:pt x="1796" y="719"/>
                  </a:lnTo>
                  <a:lnTo>
                    <a:pt x="1796" y="719"/>
                  </a:lnTo>
                  <a:lnTo>
                    <a:pt x="1796" y="722"/>
                  </a:lnTo>
                  <a:lnTo>
                    <a:pt x="1798" y="722"/>
                  </a:lnTo>
                  <a:lnTo>
                    <a:pt x="1798" y="722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7"/>
                  </a:lnTo>
                  <a:lnTo>
                    <a:pt x="1800" y="727"/>
                  </a:lnTo>
                  <a:lnTo>
                    <a:pt x="1803" y="727"/>
                  </a:lnTo>
                  <a:lnTo>
                    <a:pt x="1803" y="729"/>
                  </a:lnTo>
                  <a:lnTo>
                    <a:pt x="1805" y="729"/>
                  </a:lnTo>
                  <a:lnTo>
                    <a:pt x="1808" y="731"/>
                  </a:lnTo>
                  <a:lnTo>
                    <a:pt x="1808" y="731"/>
                  </a:lnTo>
                  <a:lnTo>
                    <a:pt x="1808" y="734"/>
                  </a:lnTo>
                  <a:lnTo>
                    <a:pt x="1810" y="734"/>
                  </a:lnTo>
                  <a:lnTo>
                    <a:pt x="1810" y="731"/>
                  </a:lnTo>
                  <a:lnTo>
                    <a:pt x="1808" y="731"/>
                  </a:lnTo>
                  <a:lnTo>
                    <a:pt x="1805" y="729"/>
                  </a:lnTo>
                  <a:lnTo>
                    <a:pt x="1805" y="729"/>
                  </a:lnTo>
                  <a:lnTo>
                    <a:pt x="1805" y="727"/>
                  </a:lnTo>
                  <a:lnTo>
                    <a:pt x="1805" y="727"/>
                  </a:lnTo>
                  <a:lnTo>
                    <a:pt x="1805" y="724"/>
                  </a:lnTo>
                  <a:lnTo>
                    <a:pt x="1803" y="724"/>
                  </a:lnTo>
                  <a:lnTo>
                    <a:pt x="1803" y="724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0" y="719"/>
                  </a:lnTo>
                  <a:lnTo>
                    <a:pt x="1800" y="719"/>
                  </a:lnTo>
                  <a:lnTo>
                    <a:pt x="1798" y="717"/>
                  </a:lnTo>
                  <a:lnTo>
                    <a:pt x="1796" y="715"/>
                  </a:lnTo>
                  <a:lnTo>
                    <a:pt x="1796" y="712"/>
                  </a:lnTo>
                  <a:lnTo>
                    <a:pt x="1793" y="712"/>
                  </a:lnTo>
                  <a:lnTo>
                    <a:pt x="1793" y="710"/>
                  </a:lnTo>
                  <a:lnTo>
                    <a:pt x="1789" y="708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6" y="705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9" y="703"/>
                  </a:lnTo>
                  <a:lnTo>
                    <a:pt x="1789" y="703"/>
                  </a:lnTo>
                  <a:lnTo>
                    <a:pt x="1786" y="703"/>
                  </a:lnTo>
                  <a:lnTo>
                    <a:pt x="1786" y="703"/>
                  </a:lnTo>
                  <a:lnTo>
                    <a:pt x="1784" y="705"/>
                  </a:lnTo>
                  <a:lnTo>
                    <a:pt x="1782" y="705"/>
                  </a:lnTo>
                  <a:lnTo>
                    <a:pt x="1782" y="705"/>
                  </a:lnTo>
                  <a:lnTo>
                    <a:pt x="1779" y="705"/>
                  </a:lnTo>
                  <a:lnTo>
                    <a:pt x="1779" y="705"/>
                  </a:lnTo>
                  <a:lnTo>
                    <a:pt x="1777" y="705"/>
                  </a:lnTo>
                  <a:lnTo>
                    <a:pt x="1774" y="705"/>
                  </a:lnTo>
                  <a:lnTo>
                    <a:pt x="1774" y="705"/>
                  </a:lnTo>
                  <a:lnTo>
                    <a:pt x="1774" y="705"/>
                  </a:lnTo>
                  <a:lnTo>
                    <a:pt x="1772" y="708"/>
                  </a:lnTo>
                  <a:lnTo>
                    <a:pt x="1772" y="708"/>
                  </a:lnTo>
                  <a:lnTo>
                    <a:pt x="1770" y="705"/>
                  </a:lnTo>
                  <a:lnTo>
                    <a:pt x="1770" y="705"/>
                  </a:lnTo>
                  <a:lnTo>
                    <a:pt x="1770" y="703"/>
                  </a:lnTo>
                  <a:lnTo>
                    <a:pt x="1770" y="703"/>
                  </a:lnTo>
                  <a:lnTo>
                    <a:pt x="1770" y="703"/>
                  </a:lnTo>
                  <a:close/>
                  <a:moveTo>
                    <a:pt x="1443" y="653"/>
                  </a:move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close/>
                  <a:moveTo>
                    <a:pt x="1826" y="833"/>
                  </a:moveTo>
                  <a:lnTo>
                    <a:pt x="1826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2" y="833"/>
                  </a:lnTo>
                  <a:lnTo>
                    <a:pt x="1822" y="833"/>
                  </a:lnTo>
                  <a:lnTo>
                    <a:pt x="1822" y="835"/>
                  </a:lnTo>
                  <a:lnTo>
                    <a:pt x="1824" y="835"/>
                  </a:lnTo>
                  <a:lnTo>
                    <a:pt x="1824" y="835"/>
                  </a:lnTo>
                  <a:lnTo>
                    <a:pt x="1824" y="838"/>
                  </a:lnTo>
                  <a:lnTo>
                    <a:pt x="1824" y="838"/>
                  </a:lnTo>
                  <a:lnTo>
                    <a:pt x="1824" y="838"/>
                  </a:lnTo>
                  <a:lnTo>
                    <a:pt x="1826" y="838"/>
                  </a:lnTo>
                  <a:lnTo>
                    <a:pt x="1826" y="838"/>
                  </a:lnTo>
                  <a:lnTo>
                    <a:pt x="1826" y="835"/>
                  </a:lnTo>
                  <a:lnTo>
                    <a:pt x="1826" y="835"/>
                  </a:lnTo>
                  <a:lnTo>
                    <a:pt x="1829" y="833"/>
                  </a:lnTo>
                  <a:lnTo>
                    <a:pt x="1829" y="833"/>
                  </a:lnTo>
                  <a:lnTo>
                    <a:pt x="1829" y="831"/>
                  </a:lnTo>
                  <a:lnTo>
                    <a:pt x="1829" y="831"/>
                  </a:lnTo>
                  <a:lnTo>
                    <a:pt x="1826" y="833"/>
                  </a:lnTo>
                  <a:close/>
                  <a:moveTo>
                    <a:pt x="1838" y="795"/>
                  </a:moveTo>
                  <a:lnTo>
                    <a:pt x="1841" y="793"/>
                  </a:lnTo>
                  <a:lnTo>
                    <a:pt x="1841" y="793"/>
                  </a:lnTo>
                  <a:lnTo>
                    <a:pt x="1841" y="793"/>
                  </a:lnTo>
                  <a:lnTo>
                    <a:pt x="1841" y="793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5" y="790"/>
                  </a:lnTo>
                  <a:lnTo>
                    <a:pt x="1845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88"/>
                  </a:lnTo>
                  <a:lnTo>
                    <a:pt x="1850" y="788"/>
                  </a:lnTo>
                  <a:lnTo>
                    <a:pt x="1850" y="786"/>
                  </a:lnTo>
                  <a:lnTo>
                    <a:pt x="1850" y="786"/>
                  </a:lnTo>
                  <a:lnTo>
                    <a:pt x="1850" y="786"/>
                  </a:lnTo>
                  <a:lnTo>
                    <a:pt x="1850" y="783"/>
                  </a:lnTo>
                  <a:lnTo>
                    <a:pt x="1850" y="783"/>
                  </a:lnTo>
                  <a:lnTo>
                    <a:pt x="1848" y="783"/>
                  </a:lnTo>
                  <a:lnTo>
                    <a:pt x="1848" y="783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50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79"/>
                  </a:lnTo>
                  <a:lnTo>
                    <a:pt x="1843" y="779"/>
                  </a:lnTo>
                  <a:lnTo>
                    <a:pt x="1843" y="776"/>
                  </a:lnTo>
                  <a:lnTo>
                    <a:pt x="1843" y="776"/>
                  </a:lnTo>
                  <a:lnTo>
                    <a:pt x="1843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38" y="776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6" y="772"/>
                  </a:lnTo>
                  <a:lnTo>
                    <a:pt x="1836" y="772"/>
                  </a:lnTo>
                  <a:lnTo>
                    <a:pt x="1838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3" y="774"/>
                  </a:lnTo>
                  <a:lnTo>
                    <a:pt x="1843" y="774"/>
                  </a:lnTo>
                  <a:lnTo>
                    <a:pt x="1843" y="776"/>
                  </a:lnTo>
                  <a:lnTo>
                    <a:pt x="1848" y="779"/>
                  </a:lnTo>
                  <a:lnTo>
                    <a:pt x="1848" y="779"/>
                  </a:lnTo>
                  <a:lnTo>
                    <a:pt x="1850" y="779"/>
                  </a:lnTo>
                  <a:lnTo>
                    <a:pt x="1850" y="779"/>
                  </a:lnTo>
                  <a:lnTo>
                    <a:pt x="1850" y="781"/>
                  </a:lnTo>
                  <a:lnTo>
                    <a:pt x="1852" y="781"/>
                  </a:lnTo>
                  <a:lnTo>
                    <a:pt x="1852" y="781"/>
                  </a:lnTo>
                  <a:lnTo>
                    <a:pt x="1852" y="781"/>
                  </a:lnTo>
                  <a:lnTo>
                    <a:pt x="1852" y="779"/>
                  </a:lnTo>
                  <a:lnTo>
                    <a:pt x="1852" y="779"/>
                  </a:lnTo>
                  <a:lnTo>
                    <a:pt x="1852" y="779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0" y="772"/>
                  </a:lnTo>
                  <a:lnTo>
                    <a:pt x="1850" y="772"/>
                  </a:lnTo>
                  <a:lnTo>
                    <a:pt x="1850" y="769"/>
                  </a:lnTo>
                  <a:lnTo>
                    <a:pt x="1848" y="769"/>
                  </a:lnTo>
                  <a:lnTo>
                    <a:pt x="1848" y="769"/>
                  </a:lnTo>
                  <a:lnTo>
                    <a:pt x="1850" y="767"/>
                  </a:lnTo>
                  <a:lnTo>
                    <a:pt x="1850" y="767"/>
                  </a:lnTo>
                  <a:lnTo>
                    <a:pt x="1850" y="767"/>
                  </a:lnTo>
                  <a:lnTo>
                    <a:pt x="1850" y="764"/>
                  </a:lnTo>
                  <a:lnTo>
                    <a:pt x="1848" y="762"/>
                  </a:lnTo>
                  <a:lnTo>
                    <a:pt x="1848" y="762"/>
                  </a:lnTo>
                  <a:lnTo>
                    <a:pt x="1845" y="762"/>
                  </a:lnTo>
                  <a:lnTo>
                    <a:pt x="1845" y="762"/>
                  </a:lnTo>
                  <a:lnTo>
                    <a:pt x="1845" y="762"/>
                  </a:lnTo>
                  <a:lnTo>
                    <a:pt x="1843" y="760"/>
                  </a:lnTo>
                  <a:lnTo>
                    <a:pt x="1843" y="760"/>
                  </a:lnTo>
                  <a:lnTo>
                    <a:pt x="1841" y="760"/>
                  </a:lnTo>
                  <a:lnTo>
                    <a:pt x="1838" y="760"/>
                  </a:lnTo>
                  <a:lnTo>
                    <a:pt x="1836" y="760"/>
                  </a:lnTo>
                  <a:lnTo>
                    <a:pt x="1836" y="762"/>
                  </a:lnTo>
                  <a:lnTo>
                    <a:pt x="1836" y="762"/>
                  </a:lnTo>
                  <a:lnTo>
                    <a:pt x="1838" y="764"/>
                  </a:lnTo>
                  <a:lnTo>
                    <a:pt x="1838" y="764"/>
                  </a:lnTo>
                  <a:lnTo>
                    <a:pt x="1838" y="764"/>
                  </a:lnTo>
                  <a:lnTo>
                    <a:pt x="1836" y="764"/>
                  </a:lnTo>
                  <a:lnTo>
                    <a:pt x="1836" y="762"/>
                  </a:lnTo>
                  <a:lnTo>
                    <a:pt x="1836" y="762"/>
                  </a:lnTo>
                  <a:lnTo>
                    <a:pt x="1834" y="762"/>
                  </a:lnTo>
                  <a:lnTo>
                    <a:pt x="1834" y="762"/>
                  </a:lnTo>
                  <a:lnTo>
                    <a:pt x="1831" y="762"/>
                  </a:lnTo>
                  <a:lnTo>
                    <a:pt x="1829" y="762"/>
                  </a:lnTo>
                  <a:lnTo>
                    <a:pt x="1829" y="762"/>
                  </a:lnTo>
                  <a:lnTo>
                    <a:pt x="1826" y="762"/>
                  </a:lnTo>
                  <a:lnTo>
                    <a:pt x="1826" y="762"/>
                  </a:lnTo>
                  <a:lnTo>
                    <a:pt x="1822" y="762"/>
                  </a:lnTo>
                  <a:lnTo>
                    <a:pt x="1819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4"/>
                  </a:lnTo>
                  <a:lnTo>
                    <a:pt x="1815" y="764"/>
                  </a:lnTo>
                  <a:lnTo>
                    <a:pt x="1812" y="764"/>
                  </a:lnTo>
                  <a:lnTo>
                    <a:pt x="1812" y="764"/>
                  </a:lnTo>
                  <a:lnTo>
                    <a:pt x="1812" y="764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7" y="769"/>
                  </a:lnTo>
                  <a:lnTo>
                    <a:pt x="1819" y="772"/>
                  </a:lnTo>
                  <a:lnTo>
                    <a:pt x="1824" y="772"/>
                  </a:lnTo>
                  <a:lnTo>
                    <a:pt x="1824" y="772"/>
                  </a:lnTo>
                  <a:lnTo>
                    <a:pt x="1824" y="772"/>
                  </a:lnTo>
                  <a:lnTo>
                    <a:pt x="1822" y="774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19" y="774"/>
                  </a:lnTo>
                  <a:lnTo>
                    <a:pt x="1819" y="774"/>
                  </a:lnTo>
                  <a:lnTo>
                    <a:pt x="1819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6"/>
                  </a:lnTo>
                  <a:lnTo>
                    <a:pt x="1829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9"/>
                  </a:lnTo>
                  <a:lnTo>
                    <a:pt x="1829" y="779"/>
                  </a:lnTo>
                  <a:lnTo>
                    <a:pt x="1829" y="779"/>
                  </a:lnTo>
                  <a:lnTo>
                    <a:pt x="1826" y="779"/>
                  </a:lnTo>
                  <a:lnTo>
                    <a:pt x="1829" y="781"/>
                  </a:lnTo>
                  <a:lnTo>
                    <a:pt x="1829" y="781"/>
                  </a:lnTo>
                  <a:lnTo>
                    <a:pt x="1829" y="783"/>
                  </a:lnTo>
                  <a:lnTo>
                    <a:pt x="1829" y="783"/>
                  </a:lnTo>
                  <a:lnTo>
                    <a:pt x="1829" y="783"/>
                  </a:lnTo>
                  <a:lnTo>
                    <a:pt x="1829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90"/>
                  </a:lnTo>
                  <a:lnTo>
                    <a:pt x="1831" y="790"/>
                  </a:lnTo>
                  <a:lnTo>
                    <a:pt x="1834" y="795"/>
                  </a:lnTo>
                  <a:lnTo>
                    <a:pt x="1836" y="795"/>
                  </a:lnTo>
                  <a:lnTo>
                    <a:pt x="1838" y="795"/>
                  </a:lnTo>
                  <a:close/>
                  <a:moveTo>
                    <a:pt x="1831" y="817"/>
                  </a:moveTo>
                  <a:lnTo>
                    <a:pt x="1831" y="817"/>
                  </a:lnTo>
                  <a:lnTo>
                    <a:pt x="1831" y="817"/>
                  </a:lnTo>
                  <a:lnTo>
                    <a:pt x="1831" y="817"/>
                  </a:lnTo>
                  <a:lnTo>
                    <a:pt x="1831" y="814"/>
                  </a:lnTo>
                  <a:lnTo>
                    <a:pt x="1831" y="814"/>
                  </a:lnTo>
                  <a:lnTo>
                    <a:pt x="1829" y="814"/>
                  </a:lnTo>
                  <a:lnTo>
                    <a:pt x="1829" y="812"/>
                  </a:lnTo>
                  <a:lnTo>
                    <a:pt x="1831" y="812"/>
                  </a:lnTo>
                  <a:lnTo>
                    <a:pt x="1831" y="812"/>
                  </a:lnTo>
                  <a:lnTo>
                    <a:pt x="1829" y="809"/>
                  </a:lnTo>
                  <a:lnTo>
                    <a:pt x="1829" y="809"/>
                  </a:lnTo>
                  <a:lnTo>
                    <a:pt x="1829" y="809"/>
                  </a:lnTo>
                  <a:lnTo>
                    <a:pt x="1826" y="809"/>
                  </a:lnTo>
                  <a:lnTo>
                    <a:pt x="1826" y="809"/>
                  </a:lnTo>
                  <a:lnTo>
                    <a:pt x="1826" y="807"/>
                  </a:lnTo>
                  <a:lnTo>
                    <a:pt x="1826" y="807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9" y="807"/>
                  </a:lnTo>
                  <a:lnTo>
                    <a:pt x="1831" y="807"/>
                  </a:lnTo>
                  <a:lnTo>
                    <a:pt x="1831" y="807"/>
                  </a:lnTo>
                  <a:lnTo>
                    <a:pt x="1831" y="807"/>
                  </a:lnTo>
                  <a:lnTo>
                    <a:pt x="1831" y="805"/>
                  </a:lnTo>
                  <a:lnTo>
                    <a:pt x="1831" y="805"/>
                  </a:lnTo>
                  <a:lnTo>
                    <a:pt x="1829" y="802"/>
                  </a:lnTo>
                  <a:lnTo>
                    <a:pt x="1826" y="802"/>
                  </a:lnTo>
                  <a:lnTo>
                    <a:pt x="1826" y="802"/>
                  </a:lnTo>
                  <a:lnTo>
                    <a:pt x="1826" y="802"/>
                  </a:lnTo>
                  <a:lnTo>
                    <a:pt x="1829" y="802"/>
                  </a:lnTo>
                  <a:lnTo>
                    <a:pt x="1829" y="802"/>
                  </a:lnTo>
                  <a:lnTo>
                    <a:pt x="1829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9" y="800"/>
                  </a:lnTo>
                  <a:lnTo>
                    <a:pt x="1829" y="798"/>
                  </a:lnTo>
                  <a:lnTo>
                    <a:pt x="1829" y="798"/>
                  </a:lnTo>
                  <a:lnTo>
                    <a:pt x="1829" y="798"/>
                  </a:lnTo>
                  <a:lnTo>
                    <a:pt x="1826" y="798"/>
                  </a:lnTo>
                  <a:lnTo>
                    <a:pt x="1826" y="798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4" y="795"/>
                  </a:lnTo>
                  <a:lnTo>
                    <a:pt x="1824" y="795"/>
                  </a:lnTo>
                  <a:lnTo>
                    <a:pt x="1824" y="795"/>
                  </a:lnTo>
                  <a:lnTo>
                    <a:pt x="1826" y="795"/>
                  </a:lnTo>
                  <a:lnTo>
                    <a:pt x="1826" y="793"/>
                  </a:lnTo>
                  <a:lnTo>
                    <a:pt x="1826" y="793"/>
                  </a:lnTo>
                  <a:lnTo>
                    <a:pt x="1826" y="790"/>
                  </a:lnTo>
                  <a:lnTo>
                    <a:pt x="1826" y="790"/>
                  </a:lnTo>
                  <a:lnTo>
                    <a:pt x="1826" y="790"/>
                  </a:lnTo>
                  <a:lnTo>
                    <a:pt x="1824" y="790"/>
                  </a:lnTo>
                  <a:lnTo>
                    <a:pt x="1822" y="788"/>
                  </a:lnTo>
                  <a:lnTo>
                    <a:pt x="1824" y="788"/>
                  </a:lnTo>
                  <a:lnTo>
                    <a:pt x="1826" y="788"/>
                  </a:lnTo>
                  <a:lnTo>
                    <a:pt x="1826" y="788"/>
                  </a:lnTo>
                  <a:lnTo>
                    <a:pt x="1826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88"/>
                  </a:lnTo>
                  <a:lnTo>
                    <a:pt x="1829" y="788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79"/>
                  </a:lnTo>
                  <a:lnTo>
                    <a:pt x="1826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19" y="781"/>
                  </a:lnTo>
                  <a:lnTo>
                    <a:pt x="1819" y="781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7" y="776"/>
                  </a:lnTo>
                  <a:lnTo>
                    <a:pt x="1817" y="776"/>
                  </a:lnTo>
                  <a:lnTo>
                    <a:pt x="1817" y="779"/>
                  </a:lnTo>
                  <a:lnTo>
                    <a:pt x="1817" y="776"/>
                  </a:lnTo>
                  <a:lnTo>
                    <a:pt x="1815" y="774"/>
                  </a:lnTo>
                  <a:lnTo>
                    <a:pt x="1815" y="774"/>
                  </a:lnTo>
                  <a:lnTo>
                    <a:pt x="1812" y="774"/>
                  </a:lnTo>
                  <a:lnTo>
                    <a:pt x="1812" y="774"/>
                  </a:lnTo>
                  <a:lnTo>
                    <a:pt x="1810" y="774"/>
                  </a:lnTo>
                  <a:lnTo>
                    <a:pt x="1810" y="774"/>
                  </a:lnTo>
                  <a:lnTo>
                    <a:pt x="1808" y="774"/>
                  </a:lnTo>
                  <a:lnTo>
                    <a:pt x="1805" y="774"/>
                  </a:lnTo>
                  <a:lnTo>
                    <a:pt x="1808" y="774"/>
                  </a:lnTo>
                  <a:lnTo>
                    <a:pt x="1808" y="774"/>
                  </a:lnTo>
                  <a:lnTo>
                    <a:pt x="1808" y="776"/>
                  </a:lnTo>
                  <a:lnTo>
                    <a:pt x="1810" y="776"/>
                  </a:lnTo>
                  <a:lnTo>
                    <a:pt x="1810" y="776"/>
                  </a:lnTo>
                  <a:lnTo>
                    <a:pt x="1812" y="776"/>
                  </a:lnTo>
                  <a:lnTo>
                    <a:pt x="1812" y="776"/>
                  </a:lnTo>
                  <a:lnTo>
                    <a:pt x="1812" y="776"/>
                  </a:lnTo>
                  <a:lnTo>
                    <a:pt x="1812" y="779"/>
                  </a:lnTo>
                  <a:lnTo>
                    <a:pt x="1812" y="779"/>
                  </a:lnTo>
                  <a:lnTo>
                    <a:pt x="1812" y="779"/>
                  </a:lnTo>
                  <a:lnTo>
                    <a:pt x="1810" y="779"/>
                  </a:lnTo>
                  <a:lnTo>
                    <a:pt x="1810" y="779"/>
                  </a:lnTo>
                  <a:lnTo>
                    <a:pt x="1808" y="776"/>
                  </a:lnTo>
                  <a:lnTo>
                    <a:pt x="1808" y="776"/>
                  </a:lnTo>
                  <a:lnTo>
                    <a:pt x="1805" y="776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8" y="779"/>
                  </a:lnTo>
                  <a:lnTo>
                    <a:pt x="1808" y="781"/>
                  </a:lnTo>
                  <a:lnTo>
                    <a:pt x="1808" y="781"/>
                  </a:lnTo>
                  <a:lnTo>
                    <a:pt x="1808" y="781"/>
                  </a:lnTo>
                  <a:lnTo>
                    <a:pt x="1808" y="783"/>
                  </a:lnTo>
                  <a:lnTo>
                    <a:pt x="1808" y="781"/>
                  </a:lnTo>
                  <a:lnTo>
                    <a:pt x="1805" y="781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3" y="779"/>
                  </a:lnTo>
                  <a:lnTo>
                    <a:pt x="1803" y="779"/>
                  </a:lnTo>
                  <a:lnTo>
                    <a:pt x="1803" y="781"/>
                  </a:lnTo>
                  <a:lnTo>
                    <a:pt x="1803" y="781"/>
                  </a:lnTo>
                  <a:lnTo>
                    <a:pt x="1805" y="783"/>
                  </a:lnTo>
                  <a:lnTo>
                    <a:pt x="1805" y="783"/>
                  </a:lnTo>
                  <a:lnTo>
                    <a:pt x="1805" y="786"/>
                  </a:lnTo>
                  <a:lnTo>
                    <a:pt x="1805" y="786"/>
                  </a:lnTo>
                  <a:lnTo>
                    <a:pt x="1805" y="788"/>
                  </a:lnTo>
                  <a:lnTo>
                    <a:pt x="1805" y="788"/>
                  </a:lnTo>
                  <a:lnTo>
                    <a:pt x="1808" y="788"/>
                  </a:lnTo>
                  <a:lnTo>
                    <a:pt x="1808" y="790"/>
                  </a:lnTo>
                  <a:lnTo>
                    <a:pt x="1810" y="790"/>
                  </a:lnTo>
                  <a:lnTo>
                    <a:pt x="1810" y="790"/>
                  </a:lnTo>
                  <a:lnTo>
                    <a:pt x="1812" y="790"/>
                  </a:lnTo>
                  <a:lnTo>
                    <a:pt x="1812" y="788"/>
                  </a:lnTo>
                  <a:lnTo>
                    <a:pt x="1810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90"/>
                  </a:lnTo>
                  <a:lnTo>
                    <a:pt x="1812" y="790"/>
                  </a:lnTo>
                  <a:lnTo>
                    <a:pt x="1812" y="790"/>
                  </a:lnTo>
                  <a:lnTo>
                    <a:pt x="1810" y="790"/>
                  </a:lnTo>
                  <a:lnTo>
                    <a:pt x="1812" y="793"/>
                  </a:lnTo>
                  <a:lnTo>
                    <a:pt x="1812" y="793"/>
                  </a:lnTo>
                  <a:lnTo>
                    <a:pt x="1812" y="793"/>
                  </a:lnTo>
                  <a:lnTo>
                    <a:pt x="1815" y="790"/>
                  </a:lnTo>
                  <a:lnTo>
                    <a:pt x="1817" y="788"/>
                  </a:lnTo>
                  <a:lnTo>
                    <a:pt x="1817" y="788"/>
                  </a:lnTo>
                  <a:lnTo>
                    <a:pt x="1817" y="790"/>
                  </a:lnTo>
                  <a:lnTo>
                    <a:pt x="1817" y="790"/>
                  </a:lnTo>
                  <a:lnTo>
                    <a:pt x="1815" y="790"/>
                  </a:lnTo>
                  <a:lnTo>
                    <a:pt x="1815" y="790"/>
                  </a:lnTo>
                  <a:lnTo>
                    <a:pt x="1815" y="793"/>
                  </a:lnTo>
                  <a:lnTo>
                    <a:pt x="1812" y="793"/>
                  </a:lnTo>
                  <a:lnTo>
                    <a:pt x="1812" y="795"/>
                  </a:lnTo>
                  <a:lnTo>
                    <a:pt x="1812" y="795"/>
                  </a:lnTo>
                  <a:lnTo>
                    <a:pt x="1812" y="795"/>
                  </a:lnTo>
                  <a:lnTo>
                    <a:pt x="1815" y="795"/>
                  </a:lnTo>
                  <a:lnTo>
                    <a:pt x="1815" y="795"/>
                  </a:lnTo>
                  <a:lnTo>
                    <a:pt x="1815" y="795"/>
                  </a:lnTo>
                  <a:lnTo>
                    <a:pt x="1817" y="798"/>
                  </a:lnTo>
                  <a:lnTo>
                    <a:pt x="1817" y="798"/>
                  </a:lnTo>
                  <a:lnTo>
                    <a:pt x="1817" y="798"/>
                  </a:lnTo>
                  <a:lnTo>
                    <a:pt x="1819" y="798"/>
                  </a:lnTo>
                  <a:lnTo>
                    <a:pt x="1819" y="798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800"/>
                  </a:lnTo>
                  <a:lnTo>
                    <a:pt x="1822" y="800"/>
                  </a:lnTo>
                  <a:lnTo>
                    <a:pt x="1822" y="800"/>
                  </a:lnTo>
                  <a:lnTo>
                    <a:pt x="1822" y="802"/>
                  </a:lnTo>
                  <a:lnTo>
                    <a:pt x="1822" y="802"/>
                  </a:lnTo>
                  <a:lnTo>
                    <a:pt x="1824" y="805"/>
                  </a:lnTo>
                  <a:lnTo>
                    <a:pt x="1824" y="805"/>
                  </a:lnTo>
                  <a:lnTo>
                    <a:pt x="1824" y="805"/>
                  </a:lnTo>
                  <a:lnTo>
                    <a:pt x="1822" y="805"/>
                  </a:lnTo>
                  <a:lnTo>
                    <a:pt x="1822" y="805"/>
                  </a:lnTo>
                  <a:lnTo>
                    <a:pt x="1822" y="802"/>
                  </a:lnTo>
                  <a:lnTo>
                    <a:pt x="1822" y="802"/>
                  </a:lnTo>
                  <a:lnTo>
                    <a:pt x="1819" y="802"/>
                  </a:lnTo>
                  <a:lnTo>
                    <a:pt x="1819" y="805"/>
                  </a:lnTo>
                  <a:lnTo>
                    <a:pt x="1822" y="805"/>
                  </a:lnTo>
                  <a:lnTo>
                    <a:pt x="1822" y="805"/>
                  </a:lnTo>
                  <a:lnTo>
                    <a:pt x="1819" y="805"/>
                  </a:lnTo>
                  <a:lnTo>
                    <a:pt x="1819" y="807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7" y="802"/>
                  </a:lnTo>
                  <a:lnTo>
                    <a:pt x="1817" y="802"/>
                  </a:lnTo>
                  <a:lnTo>
                    <a:pt x="1817" y="802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2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9"/>
                  </a:lnTo>
                  <a:lnTo>
                    <a:pt x="1817" y="809"/>
                  </a:lnTo>
                  <a:lnTo>
                    <a:pt x="1817" y="809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07"/>
                  </a:lnTo>
                  <a:lnTo>
                    <a:pt x="1822" y="809"/>
                  </a:lnTo>
                  <a:lnTo>
                    <a:pt x="1822" y="809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4"/>
                  </a:lnTo>
                  <a:lnTo>
                    <a:pt x="1819" y="814"/>
                  </a:lnTo>
                  <a:lnTo>
                    <a:pt x="1819" y="814"/>
                  </a:lnTo>
                  <a:lnTo>
                    <a:pt x="1819" y="817"/>
                  </a:lnTo>
                  <a:lnTo>
                    <a:pt x="1819" y="817"/>
                  </a:lnTo>
                  <a:lnTo>
                    <a:pt x="1819" y="817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4" y="821"/>
                  </a:lnTo>
                  <a:lnTo>
                    <a:pt x="1824" y="824"/>
                  </a:lnTo>
                  <a:lnTo>
                    <a:pt x="1822" y="824"/>
                  </a:lnTo>
                  <a:lnTo>
                    <a:pt x="1824" y="824"/>
                  </a:lnTo>
                  <a:lnTo>
                    <a:pt x="1824" y="824"/>
                  </a:lnTo>
                  <a:lnTo>
                    <a:pt x="1826" y="824"/>
                  </a:lnTo>
                  <a:lnTo>
                    <a:pt x="1826" y="826"/>
                  </a:lnTo>
                  <a:lnTo>
                    <a:pt x="1826" y="826"/>
                  </a:lnTo>
                  <a:lnTo>
                    <a:pt x="1826" y="826"/>
                  </a:lnTo>
                  <a:lnTo>
                    <a:pt x="1829" y="826"/>
                  </a:lnTo>
                  <a:lnTo>
                    <a:pt x="1829" y="826"/>
                  </a:lnTo>
                  <a:lnTo>
                    <a:pt x="1826" y="824"/>
                  </a:lnTo>
                  <a:lnTo>
                    <a:pt x="1826" y="824"/>
                  </a:lnTo>
                  <a:lnTo>
                    <a:pt x="1826" y="824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19"/>
                  </a:lnTo>
                  <a:lnTo>
                    <a:pt x="1826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2" y="817"/>
                  </a:lnTo>
                  <a:lnTo>
                    <a:pt x="1822" y="817"/>
                  </a:lnTo>
                  <a:lnTo>
                    <a:pt x="1824" y="817"/>
                  </a:lnTo>
                  <a:lnTo>
                    <a:pt x="1824" y="814"/>
                  </a:lnTo>
                  <a:lnTo>
                    <a:pt x="1824" y="812"/>
                  </a:lnTo>
                  <a:lnTo>
                    <a:pt x="1824" y="812"/>
                  </a:lnTo>
                  <a:lnTo>
                    <a:pt x="1824" y="809"/>
                  </a:lnTo>
                  <a:lnTo>
                    <a:pt x="1824" y="809"/>
                  </a:lnTo>
                  <a:lnTo>
                    <a:pt x="1824" y="807"/>
                  </a:lnTo>
                  <a:lnTo>
                    <a:pt x="1824" y="807"/>
                  </a:lnTo>
                  <a:lnTo>
                    <a:pt x="1826" y="809"/>
                  </a:lnTo>
                  <a:lnTo>
                    <a:pt x="1826" y="812"/>
                  </a:lnTo>
                  <a:lnTo>
                    <a:pt x="1826" y="814"/>
                  </a:lnTo>
                  <a:lnTo>
                    <a:pt x="1826" y="814"/>
                  </a:lnTo>
                  <a:lnTo>
                    <a:pt x="1826" y="814"/>
                  </a:lnTo>
                  <a:lnTo>
                    <a:pt x="1829" y="814"/>
                  </a:lnTo>
                  <a:lnTo>
                    <a:pt x="1829" y="819"/>
                  </a:lnTo>
                  <a:lnTo>
                    <a:pt x="1829" y="819"/>
                  </a:lnTo>
                  <a:lnTo>
                    <a:pt x="1829" y="819"/>
                  </a:lnTo>
                  <a:lnTo>
                    <a:pt x="1829" y="821"/>
                  </a:lnTo>
                  <a:lnTo>
                    <a:pt x="1831" y="821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7"/>
                  </a:lnTo>
                  <a:close/>
                  <a:moveTo>
                    <a:pt x="1869" y="788"/>
                  </a:moveTo>
                  <a:lnTo>
                    <a:pt x="1867" y="788"/>
                  </a:lnTo>
                  <a:lnTo>
                    <a:pt x="1867" y="786"/>
                  </a:lnTo>
                  <a:lnTo>
                    <a:pt x="1867" y="786"/>
                  </a:lnTo>
                  <a:lnTo>
                    <a:pt x="1867" y="786"/>
                  </a:lnTo>
                  <a:lnTo>
                    <a:pt x="1864" y="786"/>
                  </a:lnTo>
                  <a:lnTo>
                    <a:pt x="1862" y="786"/>
                  </a:lnTo>
                  <a:lnTo>
                    <a:pt x="1862" y="788"/>
                  </a:lnTo>
                  <a:lnTo>
                    <a:pt x="1862" y="788"/>
                  </a:lnTo>
                  <a:lnTo>
                    <a:pt x="1860" y="788"/>
                  </a:lnTo>
                  <a:lnTo>
                    <a:pt x="1860" y="788"/>
                  </a:lnTo>
                  <a:lnTo>
                    <a:pt x="1860" y="788"/>
                  </a:lnTo>
                  <a:lnTo>
                    <a:pt x="1857" y="788"/>
                  </a:lnTo>
                  <a:lnTo>
                    <a:pt x="1857" y="788"/>
                  </a:lnTo>
                  <a:lnTo>
                    <a:pt x="1857" y="790"/>
                  </a:lnTo>
                  <a:lnTo>
                    <a:pt x="1855" y="790"/>
                  </a:lnTo>
                  <a:lnTo>
                    <a:pt x="1855" y="795"/>
                  </a:lnTo>
                  <a:lnTo>
                    <a:pt x="1855" y="795"/>
                  </a:lnTo>
                  <a:lnTo>
                    <a:pt x="1855" y="798"/>
                  </a:lnTo>
                  <a:lnTo>
                    <a:pt x="1857" y="798"/>
                  </a:lnTo>
                  <a:lnTo>
                    <a:pt x="1862" y="800"/>
                  </a:lnTo>
                  <a:lnTo>
                    <a:pt x="1864" y="800"/>
                  </a:lnTo>
                  <a:lnTo>
                    <a:pt x="1867" y="798"/>
                  </a:lnTo>
                  <a:lnTo>
                    <a:pt x="1869" y="798"/>
                  </a:lnTo>
                  <a:lnTo>
                    <a:pt x="1869" y="795"/>
                  </a:lnTo>
                  <a:lnTo>
                    <a:pt x="1869" y="795"/>
                  </a:lnTo>
                  <a:lnTo>
                    <a:pt x="1869" y="793"/>
                  </a:lnTo>
                  <a:lnTo>
                    <a:pt x="1867" y="793"/>
                  </a:lnTo>
                  <a:lnTo>
                    <a:pt x="1867" y="790"/>
                  </a:lnTo>
                  <a:lnTo>
                    <a:pt x="1867" y="790"/>
                  </a:lnTo>
                  <a:lnTo>
                    <a:pt x="1869" y="788"/>
                  </a:lnTo>
                  <a:lnTo>
                    <a:pt x="1869" y="788"/>
                  </a:lnTo>
                  <a:close/>
                  <a:moveTo>
                    <a:pt x="1763" y="774"/>
                  </a:moveTo>
                  <a:lnTo>
                    <a:pt x="1763" y="774"/>
                  </a:lnTo>
                  <a:lnTo>
                    <a:pt x="1760" y="774"/>
                  </a:lnTo>
                  <a:lnTo>
                    <a:pt x="1760" y="774"/>
                  </a:lnTo>
                  <a:lnTo>
                    <a:pt x="1760" y="772"/>
                  </a:lnTo>
                  <a:lnTo>
                    <a:pt x="1760" y="772"/>
                  </a:lnTo>
                  <a:lnTo>
                    <a:pt x="1760" y="769"/>
                  </a:lnTo>
                  <a:lnTo>
                    <a:pt x="1758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58" y="767"/>
                  </a:lnTo>
                  <a:lnTo>
                    <a:pt x="1758" y="767"/>
                  </a:lnTo>
                  <a:lnTo>
                    <a:pt x="1753" y="764"/>
                  </a:lnTo>
                  <a:lnTo>
                    <a:pt x="1751" y="764"/>
                  </a:lnTo>
                  <a:lnTo>
                    <a:pt x="1751" y="767"/>
                  </a:lnTo>
                  <a:lnTo>
                    <a:pt x="1751" y="767"/>
                  </a:lnTo>
                  <a:lnTo>
                    <a:pt x="1751" y="769"/>
                  </a:lnTo>
                  <a:lnTo>
                    <a:pt x="1751" y="769"/>
                  </a:lnTo>
                  <a:lnTo>
                    <a:pt x="1751" y="769"/>
                  </a:lnTo>
                  <a:lnTo>
                    <a:pt x="1751" y="772"/>
                  </a:lnTo>
                  <a:lnTo>
                    <a:pt x="1751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4"/>
                  </a:lnTo>
                  <a:lnTo>
                    <a:pt x="1753" y="774"/>
                  </a:lnTo>
                  <a:lnTo>
                    <a:pt x="1753" y="774"/>
                  </a:lnTo>
                  <a:lnTo>
                    <a:pt x="1755" y="774"/>
                  </a:lnTo>
                  <a:lnTo>
                    <a:pt x="1758" y="774"/>
                  </a:lnTo>
                  <a:lnTo>
                    <a:pt x="1758" y="774"/>
                  </a:lnTo>
                  <a:lnTo>
                    <a:pt x="1758" y="776"/>
                  </a:lnTo>
                  <a:lnTo>
                    <a:pt x="1755" y="779"/>
                  </a:lnTo>
                  <a:lnTo>
                    <a:pt x="1755" y="779"/>
                  </a:lnTo>
                  <a:lnTo>
                    <a:pt x="1755" y="779"/>
                  </a:lnTo>
                  <a:lnTo>
                    <a:pt x="1755" y="781"/>
                  </a:lnTo>
                  <a:lnTo>
                    <a:pt x="1755" y="781"/>
                  </a:lnTo>
                  <a:lnTo>
                    <a:pt x="1755" y="786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3" y="783"/>
                  </a:lnTo>
                  <a:lnTo>
                    <a:pt x="1763" y="783"/>
                  </a:lnTo>
                  <a:lnTo>
                    <a:pt x="1763" y="781"/>
                  </a:lnTo>
                  <a:lnTo>
                    <a:pt x="1763" y="776"/>
                  </a:lnTo>
                  <a:lnTo>
                    <a:pt x="1763" y="774"/>
                  </a:lnTo>
                  <a:lnTo>
                    <a:pt x="1763" y="774"/>
                  </a:lnTo>
                  <a:close/>
                  <a:moveTo>
                    <a:pt x="1431" y="653"/>
                  </a:move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29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close/>
                  <a:moveTo>
                    <a:pt x="1772" y="701"/>
                  </a:moveTo>
                  <a:lnTo>
                    <a:pt x="1772" y="703"/>
                  </a:lnTo>
                  <a:lnTo>
                    <a:pt x="1774" y="703"/>
                  </a:lnTo>
                  <a:lnTo>
                    <a:pt x="1774" y="703"/>
                  </a:lnTo>
                  <a:lnTo>
                    <a:pt x="1774" y="703"/>
                  </a:lnTo>
                  <a:lnTo>
                    <a:pt x="1777" y="703"/>
                  </a:lnTo>
                  <a:lnTo>
                    <a:pt x="1777" y="703"/>
                  </a:lnTo>
                  <a:lnTo>
                    <a:pt x="1784" y="701"/>
                  </a:lnTo>
                  <a:lnTo>
                    <a:pt x="1784" y="701"/>
                  </a:lnTo>
                  <a:lnTo>
                    <a:pt x="1779" y="698"/>
                  </a:lnTo>
                  <a:lnTo>
                    <a:pt x="1777" y="696"/>
                  </a:lnTo>
                  <a:lnTo>
                    <a:pt x="1774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2" y="698"/>
                  </a:lnTo>
                  <a:lnTo>
                    <a:pt x="1772" y="698"/>
                  </a:lnTo>
                  <a:lnTo>
                    <a:pt x="1770" y="698"/>
                  </a:lnTo>
                  <a:lnTo>
                    <a:pt x="1770" y="698"/>
                  </a:lnTo>
                  <a:lnTo>
                    <a:pt x="1770" y="701"/>
                  </a:lnTo>
                  <a:lnTo>
                    <a:pt x="1772" y="701"/>
                  </a:lnTo>
                  <a:close/>
                  <a:moveTo>
                    <a:pt x="1808" y="819"/>
                  </a:moveTo>
                  <a:lnTo>
                    <a:pt x="1808" y="819"/>
                  </a:lnTo>
                  <a:lnTo>
                    <a:pt x="1808" y="817"/>
                  </a:lnTo>
                  <a:lnTo>
                    <a:pt x="1805" y="817"/>
                  </a:lnTo>
                  <a:lnTo>
                    <a:pt x="1805" y="817"/>
                  </a:lnTo>
                  <a:lnTo>
                    <a:pt x="1805" y="814"/>
                  </a:lnTo>
                  <a:lnTo>
                    <a:pt x="1805" y="812"/>
                  </a:lnTo>
                  <a:lnTo>
                    <a:pt x="1805" y="812"/>
                  </a:lnTo>
                  <a:lnTo>
                    <a:pt x="1805" y="812"/>
                  </a:lnTo>
                  <a:lnTo>
                    <a:pt x="1805" y="809"/>
                  </a:lnTo>
                  <a:lnTo>
                    <a:pt x="1805" y="809"/>
                  </a:lnTo>
                  <a:lnTo>
                    <a:pt x="1805" y="807"/>
                  </a:lnTo>
                  <a:lnTo>
                    <a:pt x="1803" y="807"/>
                  </a:lnTo>
                  <a:lnTo>
                    <a:pt x="1803" y="807"/>
                  </a:lnTo>
                  <a:lnTo>
                    <a:pt x="1803" y="805"/>
                  </a:lnTo>
                  <a:lnTo>
                    <a:pt x="1803" y="805"/>
                  </a:lnTo>
                  <a:lnTo>
                    <a:pt x="1803" y="805"/>
                  </a:lnTo>
                  <a:lnTo>
                    <a:pt x="1800" y="800"/>
                  </a:lnTo>
                  <a:lnTo>
                    <a:pt x="1800" y="798"/>
                  </a:lnTo>
                  <a:lnTo>
                    <a:pt x="1800" y="798"/>
                  </a:lnTo>
                  <a:lnTo>
                    <a:pt x="1800" y="798"/>
                  </a:lnTo>
                  <a:lnTo>
                    <a:pt x="1800" y="800"/>
                  </a:lnTo>
                  <a:lnTo>
                    <a:pt x="1800" y="800"/>
                  </a:lnTo>
                  <a:lnTo>
                    <a:pt x="1800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0" y="798"/>
                  </a:lnTo>
                  <a:lnTo>
                    <a:pt x="1798" y="790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6"/>
                  </a:lnTo>
                  <a:lnTo>
                    <a:pt x="1796" y="783"/>
                  </a:lnTo>
                  <a:lnTo>
                    <a:pt x="1796" y="783"/>
                  </a:lnTo>
                  <a:lnTo>
                    <a:pt x="1793" y="781"/>
                  </a:lnTo>
                  <a:lnTo>
                    <a:pt x="1793" y="781"/>
                  </a:lnTo>
                  <a:lnTo>
                    <a:pt x="1793" y="779"/>
                  </a:lnTo>
                  <a:lnTo>
                    <a:pt x="1793" y="779"/>
                  </a:lnTo>
                  <a:lnTo>
                    <a:pt x="1791" y="779"/>
                  </a:lnTo>
                  <a:lnTo>
                    <a:pt x="1791" y="779"/>
                  </a:lnTo>
                  <a:lnTo>
                    <a:pt x="1791" y="776"/>
                  </a:lnTo>
                  <a:lnTo>
                    <a:pt x="1791" y="776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89" y="774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6" y="772"/>
                  </a:lnTo>
                  <a:lnTo>
                    <a:pt x="1789" y="769"/>
                  </a:lnTo>
                  <a:lnTo>
                    <a:pt x="1786" y="769"/>
                  </a:lnTo>
                  <a:lnTo>
                    <a:pt x="1786" y="767"/>
                  </a:lnTo>
                  <a:lnTo>
                    <a:pt x="1784" y="767"/>
                  </a:lnTo>
                  <a:lnTo>
                    <a:pt x="1786" y="767"/>
                  </a:lnTo>
                  <a:lnTo>
                    <a:pt x="1786" y="764"/>
                  </a:lnTo>
                  <a:lnTo>
                    <a:pt x="1784" y="764"/>
                  </a:lnTo>
                  <a:lnTo>
                    <a:pt x="1784" y="764"/>
                  </a:lnTo>
                  <a:lnTo>
                    <a:pt x="1784" y="764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2" y="762"/>
                  </a:lnTo>
                  <a:lnTo>
                    <a:pt x="1782" y="762"/>
                  </a:lnTo>
                  <a:lnTo>
                    <a:pt x="1779" y="762"/>
                  </a:lnTo>
                  <a:lnTo>
                    <a:pt x="1779" y="762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7" y="760"/>
                  </a:lnTo>
                  <a:lnTo>
                    <a:pt x="1777" y="760"/>
                  </a:lnTo>
                  <a:lnTo>
                    <a:pt x="1777" y="760"/>
                  </a:lnTo>
                  <a:lnTo>
                    <a:pt x="1779" y="757"/>
                  </a:lnTo>
                  <a:lnTo>
                    <a:pt x="1779" y="757"/>
                  </a:lnTo>
                  <a:lnTo>
                    <a:pt x="1777" y="757"/>
                  </a:lnTo>
                  <a:lnTo>
                    <a:pt x="1777" y="757"/>
                  </a:lnTo>
                  <a:lnTo>
                    <a:pt x="1777" y="757"/>
                  </a:lnTo>
                  <a:lnTo>
                    <a:pt x="1779" y="757"/>
                  </a:lnTo>
                  <a:lnTo>
                    <a:pt x="1779" y="757"/>
                  </a:lnTo>
                  <a:lnTo>
                    <a:pt x="1777" y="755"/>
                  </a:lnTo>
                  <a:lnTo>
                    <a:pt x="1774" y="755"/>
                  </a:lnTo>
                  <a:lnTo>
                    <a:pt x="1774" y="755"/>
                  </a:lnTo>
                  <a:lnTo>
                    <a:pt x="1774" y="753"/>
                  </a:lnTo>
                  <a:lnTo>
                    <a:pt x="1772" y="753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70" y="755"/>
                  </a:lnTo>
                  <a:lnTo>
                    <a:pt x="1770" y="755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67" y="750"/>
                  </a:lnTo>
                  <a:lnTo>
                    <a:pt x="1767" y="753"/>
                  </a:lnTo>
                  <a:lnTo>
                    <a:pt x="1767" y="753"/>
                  </a:lnTo>
                  <a:lnTo>
                    <a:pt x="1767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3"/>
                  </a:lnTo>
                  <a:lnTo>
                    <a:pt x="1765" y="753"/>
                  </a:lnTo>
                  <a:lnTo>
                    <a:pt x="1765" y="750"/>
                  </a:lnTo>
                  <a:lnTo>
                    <a:pt x="1763" y="750"/>
                  </a:lnTo>
                  <a:lnTo>
                    <a:pt x="1760" y="748"/>
                  </a:lnTo>
                  <a:lnTo>
                    <a:pt x="1760" y="750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60" y="760"/>
                  </a:lnTo>
                  <a:lnTo>
                    <a:pt x="1760" y="760"/>
                  </a:lnTo>
                  <a:lnTo>
                    <a:pt x="1760" y="760"/>
                  </a:lnTo>
                  <a:lnTo>
                    <a:pt x="1763" y="762"/>
                  </a:lnTo>
                  <a:lnTo>
                    <a:pt x="1760" y="762"/>
                  </a:lnTo>
                  <a:lnTo>
                    <a:pt x="1758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4"/>
                  </a:lnTo>
                  <a:lnTo>
                    <a:pt x="1758" y="764"/>
                  </a:lnTo>
                  <a:lnTo>
                    <a:pt x="1760" y="767"/>
                  </a:lnTo>
                  <a:lnTo>
                    <a:pt x="1760" y="769"/>
                  </a:lnTo>
                  <a:lnTo>
                    <a:pt x="1763" y="769"/>
                  </a:lnTo>
                  <a:lnTo>
                    <a:pt x="1763" y="769"/>
                  </a:lnTo>
                  <a:lnTo>
                    <a:pt x="1763" y="767"/>
                  </a:lnTo>
                  <a:lnTo>
                    <a:pt x="1763" y="767"/>
                  </a:lnTo>
                  <a:lnTo>
                    <a:pt x="1765" y="767"/>
                  </a:lnTo>
                  <a:lnTo>
                    <a:pt x="1765" y="767"/>
                  </a:lnTo>
                  <a:lnTo>
                    <a:pt x="1767" y="767"/>
                  </a:lnTo>
                  <a:lnTo>
                    <a:pt x="1767" y="769"/>
                  </a:lnTo>
                  <a:lnTo>
                    <a:pt x="1767" y="769"/>
                  </a:lnTo>
                  <a:lnTo>
                    <a:pt x="1767" y="769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70" y="769"/>
                  </a:lnTo>
                  <a:lnTo>
                    <a:pt x="1770" y="769"/>
                  </a:lnTo>
                  <a:lnTo>
                    <a:pt x="1770" y="769"/>
                  </a:lnTo>
                  <a:lnTo>
                    <a:pt x="1772" y="769"/>
                  </a:lnTo>
                  <a:lnTo>
                    <a:pt x="1772" y="772"/>
                  </a:lnTo>
                  <a:lnTo>
                    <a:pt x="1770" y="772"/>
                  </a:lnTo>
                  <a:lnTo>
                    <a:pt x="1770" y="772"/>
                  </a:lnTo>
                  <a:lnTo>
                    <a:pt x="1767" y="774"/>
                  </a:lnTo>
                  <a:lnTo>
                    <a:pt x="1770" y="776"/>
                  </a:lnTo>
                  <a:lnTo>
                    <a:pt x="1770" y="776"/>
                  </a:lnTo>
                  <a:lnTo>
                    <a:pt x="1772" y="779"/>
                  </a:lnTo>
                  <a:lnTo>
                    <a:pt x="1772" y="779"/>
                  </a:lnTo>
                  <a:lnTo>
                    <a:pt x="1774" y="776"/>
                  </a:lnTo>
                  <a:lnTo>
                    <a:pt x="1777" y="776"/>
                  </a:lnTo>
                  <a:lnTo>
                    <a:pt x="1777" y="776"/>
                  </a:lnTo>
                  <a:lnTo>
                    <a:pt x="1777" y="779"/>
                  </a:lnTo>
                  <a:lnTo>
                    <a:pt x="1777" y="779"/>
                  </a:lnTo>
                  <a:lnTo>
                    <a:pt x="1777" y="779"/>
                  </a:lnTo>
                  <a:lnTo>
                    <a:pt x="1774" y="779"/>
                  </a:lnTo>
                  <a:lnTo>
                    <a:pt x="1774" y="779"/>
                  </a:lnTo>
                  <a:lnTo>
                    <a:pt x="1774" y="779"/>
                  </a:lnTo>
                  <a:lnTo>
                    <a:pt x="1774" y="781"/>
                  </a:lnTo>
                  <a:lnTo>
                    <a:pt x="1774" y="781"/>
                  </a:lnTo>
                  <a:lnTo>
                    <a:pt x="1774" y="781"/>
                  </a:lnTo>
                  <a:lnTo>
                    <a:pt x="1772" y="781"/>
                  </a:lnTo>
                  <a:lnTo>
                    <a:pt x="1772" y="781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8"/>
                  </a:lnTo>
                  <a:lnTo>
                    <a:pt x="1772" y="788"/>
                  </a:lnTo>
                  <a:lnTo>
                    <a:pt x="1772" y="788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3"/>
                  </a:lnTo>
                  <a:lnTo>
                    <a:pt x="1777" y="793"/>
                  </a:lnTo>
                  <a:lnTo>
                    <a:pt x="1779" y="788"/>
                  </a:lnTo>
                  <a:lnTo>
                    <a:pt x="1782" y="788"/>
                  </a:lnTo>
                  <a:lnTo>
                    <a:pt x="1782" y="788"/>
                  </a:lnTo>
                  <a:lnTo>
                    <a:pt x="1782" y="788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3"/>
                  </a:lnTo>
                  <a:lnTo>
                    <a:pt x="1782" y="793"/>
                  </a:lnTo>
                  <a:lnTo>
                    <a:pt x="1782" y="793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4" y="795"/>
                  </a:lnTo>
                  <a:lnTo>
                    <a:pt x="1784" y="793"/>
                  </a:lnTo>
                  <a:lnTo>
                    <a:pt x="1784" y="790"/>
                  </a:lnTo>
                  <a:lnTo>
                    <a:pt x="1784" y="790"/>
                  </a:lnTo>
                  <a:lnTo>
                    <a:pt x="1786" y="790"/>
                  </a:lnTo>
                  <a:lnTo>
                    <a:pt x="1786" y="790"/>
                  </a:lnTo>
                  <a:lnTo>
                    <a:pt x="1786" y="790"/>
                  </a:lnTo>
                  <a:lnTo>
                    <a:pt x="1786" y="793"/>
                  </a:lnTo>
                  <a:lnTo>
                    <a:pt x="1784" y="795"/>
                  </a:lnTo>
                  <a:lnTo>
                    <a:pt x="1784" y="795"/>
                  </a:lnTo>
                  <a:lnTo>
                    <a:pt x="1784" y="798"/>
                  </a:lnTo>
                  <a:lnTo>
                    <a:pt x="1784" y="798"/>
                  </a:lnTo>
                  <a:lnTo>
                    <a:pt x="1784" y="800"/>
                  </a:lnTo>
                  <a:lnTo>
                    <a:pt x="1784" y="800"/>
                  </a:lnTo>
                  <a:lnTo>
                    <a:pt x="1786" y="802"/>
                  </a:lnTo>
                  <a:lnTo>
                    <a:pt x="1786" y="802"/>
                  </a:lnTo>
                  <a:lnTo>
                    <a:pt x="1786" y="800"/>
                  </a:lnTo>
                  <a:lnTo>
                    <a:pt x="1786" y="800"/>
                  </a:lnTo>
                  <a:lnTo>
                    <a:pt x="1789" y="800"/>
                  </a:lnTo>
                  <a:lnTo>
                    <a:pt x="1789" y="798"/>
                  </a:lnTo>
                  <a:lnTo>
                    <a:pt x="1786" y="795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5"/>
                  </a:lnTo>
                  <a:lnTo>
                    <a:pt x="1789" y="795"/>
                  </a:lnTo>
                  <a:lnTo>
                    <a:pt x="1789" y="798"/>
                  </a:lnTo>
                  <a:lnTo>
                    <a:pt x="1789" y="798"/>
                  </a:lnTo>
                  <a:lnTo>
                    <a:pt x="1789" y="798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3" y="793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800"/>
                  </a:lnTo>
                  <a:lnTo>
                    <a:pt x="1791" y="800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91" y="807"/>
                  </a:lnTo>
                  <a:lnTo>
                    <a:pt x="1791" y="807"/>
                  </a:lnTo>
                  <a:lnTo>
                    <a:pt x="1791" y="807"/>
                  </a:lnTo>
                  <a:lnTo>
                    <a:pt x="1793" y="809"/>
                  </a:lnTo>
                  <a:lnTo>
                    <a:pt x="1793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4"/>
                  </a:lnTo>
                  <a:lnTo>
                    <a:pt x="1796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21"/>
                  </a:lnTo>
                  <a:lnTo>
                    <a:pt x="1803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21"/>
                  </a:lnTo>
                  <a:lnTo>
                    <a:pt x="1805" y="821"/>
                  </a:lnTo>
                  <a:lnTo>
                    <a:pt x="1808" y="821"/>
                  </a:lnTo>
                  <a:lnTo>
                    <a:pt x="1808" y="821"/>
                  </a:lnTo>
                  <a:lnTo>
                    <a:pt x="1808" y="819"/>
                  </a:lnTo>
                  <a:lnTo>
                    <a:pt x="1808" y="819"/>
                  </a:lnTo>
                  <a:close/>
                  <a:moveTo>
                    <a:pt x="1460" y="665"/>
                  </a:moveTo>
                  <a:lnTo>
                    <a:pt x="1457" y="665"/>
                  </a:lnTo>
                  <a:lnTo>
                    <a:pt x="1457" y="667"/>
                  </a:lnTo>
                  <a:lnTo>
                    <a:pt x="1455" y="667"/>
                  </a:lnTo>
                  <a:lnTo>
                    <a:pt x="1455" y="672"/>
                  </a:lnTo>
                  <a:lnTo>
                    <a:pt x="1453" y="672"/>
                  </a:lnTo>
                  <a:lnTo>
                    <a:pt x="1453" y="672"/>
                  </a:lnTo>
                  <a:lnTo>
                    <a:pt x="1453" y="677"/>
                  </a:lnTo>
                  <a:lnTo>
                    <a:pt x="1453" y="677"/>
                  </a:lnTo>
                  <a:lnTo>
                    <a:pt x="1453" y="675"/>
                  </a:lnTo>
                  <a:lnTo>
                    <a:pt x="1457" y="670"/>
                  </a:lnTo>
                  <a:lnTo>
                    <a:pt x="1457" y="670"/>
                  </a:lnTo>
                  <a:lnTo>
                    <a:pt x="1457" y="670"/>
                  </a:lnTo>
                  <a:lnTo>
                    <a:pt x="1457" y="667"/>
                  </a:lnTo>
                  <a:lnTo>
                    <a:pt x="1457" y="667"/>
                  </a:lnTo>
                  <a:lnTo>
                    <a:pt x="1462" y="665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0" y="663"/>
                  </a:lnTo>
                  <a:lnTo>
                    <a:pt x="1460" y="665"/>
                  </a:lnTo>
                  <a:close/>
                  <a:moveTo>
                    <a:pt x="1431" y="648"/>
                  </a:moveTo>
                  <a:lnTo>
                    <a:pt x="1431" y="648"/>
                  </a:lnTo>
                  <a:lnTo>
                    <a:pt x="1431" y="648"/>
                  </a:lnTo>
                  <a:lnTo>
                    <a:pt x="1431" y="648"/>
                  </a:lnTo>
                  <a:lnTo>
                    <a:pt x="1431" y="648"/>
                  </a:lnTo>
                  <a:lnTo>
                    <a:pt x="1431" y="646"/>
                  </a:lnTo>
                  <a:lnTo>
                    <a:pt x="1431" y="646"/>
                  </a:lnTo>
                  <a:lnTo>
                    <a:pt x="1431" y="644"/>
                  </a:lnTo>
                  <a:lnTo>
                    <a:pt x="1431" y="644"/>
                  </a:lnTo>
                  <a:lnTo>
                    <a:pt x="1431" y="641"/>
                  </a:lnTo>
                  <a:lnTo>
                    <a:pt x="1431" y="644"/>
                  </a:lnTo>
                  <a:lnTo>
                    <a:pt x="1429" y="644"/>
                  </a:lnTo>
                  <a:lnTo>
                    <a:pt x="1427" y="648"/>
                  </a:lnTo>
                  <a:lnTo>
                    <a:pt x="1427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31" y="648"/>
                  </a:lnTo>
                  <a:lnTo>
                    <a:pt x="1431" y="648"/>
                  </a:lnTo>
                  <a:close/>
                  <a:moveTo>
                    <a:pt x="1368" y="658"/>
                  </a:moveTo>
                  <a:lnTo>
                    <a:pt x="1365" y="658"/>
                  </a:lnTo>
                  <a:lnTo>
                    <a:pt x="1365" y="658"/>
                  </a:lnTo>
                  <a:lnTo>
                    <a:pt x="1363" y="658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3"/>
                  </a:lnTo>
                  <a:lnTo>
                    <a:pt x="1363" y="660"/>
                  </a:lnTo>
                  <a:lnTo>
                    <a:pt x="1365" y="660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close/>
                  <a:moveTo>
                    <a:pt x="1379" y="620"/>
                  </a:move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close/>
                  <a:moveTo>
                    <a:pt x="1353" y="675"/>
                  </a:move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1" y="672"/>
                  </a:lnTo>
                  <a:lnTo>
                    <a:pt x="1351" y="675"/>
                  </a:lnTo>
                  <a:lnTo>
                    <a:pt x="1349" y="677"/>
                  </a:lnTo>
                  <a:lnTo>
                    <a:pt x="1349" y="679"/>
                  </a:lnTo>
                  <a:lnTo>
                    <a:pt x="1349" y="679"/>
                  </a:lnTo>
                  <a:lnTo>
                    <a:pt x="1349" y="679"/>
                  </a:lnTo>
                  <a:lnTo>
                    <a:pt x="1351" y="679"/>
                  </a:lnTo>
                  <a:lnTo>
                    <a:pt x="1351" y="679"/>
                  </a:lnTo>
                  <a:lnTo>
                    <a:pt x="1353" y="677"/>
                  </a:lnTo>
                  <a:lnTo>
                    <a:pt x="1353" y="677"/>
                  </a:lnTo>
                  <a:lnTo>
                    <a:pt x="1353" y="675"/>
                  </a:lnTo>
                  <a:close/>
                  <a:moveTo>
                    <a:pt x="1360" y="637"/>
                  </a:moveTo>
                  <a:lnTo>
                    <a:pt x="1360" y="637"/>
                  </a:lnTo>
                  <a:lnTo>
                    <a:pt x="1360" y="634"/>
                  </a:lnTo>
                  <a:lnTo>
                    <a:pt x="1360" y="637"/>
                  </a:lnTo>
                  <a:lnTo>
                    <a:pt x="1360" y="637"/>
                  </a:lnTo>
                  <a:lnTo>
                    <a:pt x="1360" y="637"/>
                  </a:lnTo>
                  <a:lnTo>
                    <a:pt x="1363" y="637"/>
                  </a:lnTo>
                  <a:lnTo>
                    <a:pt x="1363" y="637"/>
                  </a:lnTo>
                  <a:lnTo>
                    <a:pt x="1363" y="637"/>
                  </a:lnTo>
                  <a:lnTo>
                    <a:pt x="1365" y="637"/>
                  </a:lnTo>
                  <a:lnTo>
                    <a:pt x="1365" y="637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3" y="634"/>
                  </a:lnTo>
                  <a:lnTo>
                    <a:pt x="1363" y="634"/>
                  </a:lnTo>
                  <a:lnTo>
                    <a:pt x="1363" y="634"/>
                  </a:lnTo>
                  <a:lnTo>
                    <a:pt x="1363" y="632"/>
                  </a:lnTo>
                  <a:lnTo>
                    <a:pt x="1363" y="632"/>
                  </a:lnTo>
                  <a:lnTo>
                    <a:pt x="1363" y="632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7"/>
                  </a:lnTo>
                  <a:lnTo>
                    <a:pt x="1360" y="637"/>
                  </a:lnTo>
                  <a:close/>
                  <a:moveTo>
                    <a:pt x="1403" y="705"/>
                  </a:moveTo>
                  <a:lnTo>
                    <a:pt x="1403" y="705"/>
                  </a:lnTo>
                  <a:lnTo>
                    <a:pt x="1403" y="708"/>
                  </a:lnTo>
                  <a:lnTo>
                    <a:pt x="1403" y="708"/>
                  </a:lnTo>
                  <a:lnTo>
                    <a:pt x="1403" y="705"/>
                  </a:lnTo>
                  <a:lnTo>
                    <a:pt x="1403" y="705"/>
                  </a:lnTo>
                  <a:lnTo>
                    <a:pt x="1403" y="705"/>
                  </a:lnTo>
                  <a:lnTo>
                    <a:pt x="1403" y="705"/>
                  </a:lnTo>
                  <a:close/>
                  <a:moveTo>
                    <a:pt x="1375" y="658"/>
                  </a:moveTo>
                  <a:lnTo>
                    <a:pt x="1375" y="658"/>
                  </a:lnTo>
                  <a:lnTo>
                    <a:pt x="1377" y="653"/>
                  </a:lnTo>
                  <a:lnTo>
                    <a:pt x="1377" y="653"/>
                  </a:lnTo>
                  <a:lnTo>
                    <a:pt x="1372" y="653"/>
                  </a:lnTo>
                  <a:lnTo>
                    <a:pt x="1372" y="653"/>
                  </a:lnTo>
                  <a:lnTo>
                    <a:pt x="1375" y="653"/>
                  </a:lnTo>
                  <a:lnTo>
                    <a:pt x="1375" y="651"/>
                  </a:lnTo>
                  <a:lnTo>
                    <a:pt x="1372" y="651"/>
                  </a:lnTo>
                  <a:lnTo>
                    <a:pt x="1372" y="651"/>
                  </a:lnTo>
                  <a:lnTo>
                    <a:pt x="1370" y="653"/>
                  </a:lnTo>
                  <a:lnTo>
                    <a:pt x="1370" y="653"/>
                  </a:lnTo>
                  <a:lnTo>
                    <a:pt x="1370" y="653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0" y="656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2" y="658"/>
                  </a:lnTo>
                  <a:lnTo>
                    <a:pt x="1372" y="658"/>
                  </a:lnTo>
                  <a:lnTo>
                    <a:pt x="1372" y="660"/>
                  </a:lnTo>
                  <a:lnTo>
                    <a:pt x="1372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68" y="660"/>
                  </a:lnTo>
                  <a:lnTo>
                    <a:pt x="1368" y="660"/>
                  </a:lnTo>
                  <a:lnTo>
                    <a:pt x="1368" y="663"/>
                  </a:lnTo>
                  <a:lnTo>
                    <a:pt x="1368" y="665"/>
                  </a:lnTo>
                  <a:lnTo>
                    <a:pt x="1368" y="665"/>
                  </a:lnTo>
                  <a:lnTo>
                    <a:pt x="1368" y="665"/>
                  </a:lnTo>
                  <a:lnTo>
                    <a:pt x="1368" y="667"/>
                  </a:lnTo>
                  <a:lnTo>
                    <a:pt x="1365" y="667"/>
                  </a:lnTo>
                  <a:lnTo>
                    <a:pt x="1363" y="672"/>
                  </a:lnTo>
                  <a:lnTo>
                    <a:pt x="1363" y="672"/>
                  </a:lnTo>
                  <a:lnTo>
                    <a:pt x="1358" y="675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9"/>
                  </a:lnTo>
                  <a:lnTo>
                    <a:pt x="1356" y="679"/>
                  </a:lnTo>
                  <a:lnTo>
                    <a:pt x="1356" y="679"/>
                  </a:lnTo>
                  <a:lnTo>
                    <a:pt x="1356" y="682"/>
                  </a:lnTo>
                  <a:lnTo>
                    <a:pt x="1356" y="682"/>
                  </a:lnTo>
                  <a:lnTo>
                    <a:pt x="1356" y="682"/>
                  </a:lnTo>
                  <a:lnTo>
                    <a:pt x="1358" y="682"/>
                  </a:lnTo>
                  <a:lnTo>
                    <a:pt x="1356" y="684"/>
                  </a:lnTo>
                  <a:lnTo>
                    <a:pt x="1356" y="684"/>
                  </a:lnTo>
                  <a:lnTo>
                    <a:pt x="1356" y="684"/>
                  </a:lnTo>
                  <a:lnTo>
                    <a:pt x="1353" y="684"/>
                  </a:lnTo>
                  <a:lnTo>
                    <a:pt x="1353" y="684"/>
                  </a:lnTo>
                  <a:lnTo>
                    <a:pt x="1353" y="686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6" y="689"/>
                  </a:lnTo>
                  <a:lnTo>
                    <a:pt x="1356" y="689"/>
                  </a:lnTo>
                  <a:lnTo>
                    <a:pt x="1358" y="686"/>
                  </a:lnTo>
                  <a:lnTo>
                    <a:pt x="1360" y="686"/>
                  </a:lnTo>
                  <a:lnTo>
                    <a:pt x="1360" y="686"/>
                  </a:lnTo>
                  <a:lnTo>
                    <a:pt x="1360" y="684"/>
                  </a:lnTo>
                  <a:lnTo>
                    <a:pt x="1363" y="684"/>
                  </a:lnTo>
                  <a:lnTo>
                    <a:pt x="1365" y="684"/>
                  </a:lnTo>
                  <a:lnTo>
                    <a:pt x="1365" y="684"/>
                  </a:lnTo>
                  <a:lnTo>
                    <a:pt x="1365" y="682"/>
                  </a:lnTo>
                  <a:lnTo>
                    <a:pt x="1365" y="682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7"/>
                  </a:lnTo>
                  <a:lnTo>
                    <a:pt x="1365" y="677"/>
                  </a:lnTo>
                  <a:lnTo>
                    <a:pt x="1368" y="677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2"/>
                  </a:lnTo>
                  <a:lnTo>
                    <a:pt x="1370" y="670"/>
                  </a:lnTo>
                  <a:lnTo>
                    <a:pt x="1372" y="667"/>
                  </a:lnTo>
                  <a:lnTo>
                    <a:pt x="1377" y="660"/>
                  </a:lnTo>
                  <a:lnTo>
                    <a:pt x="1377" y="658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5" y="658"/>
                  </a:lnTo>
                  <a:close/>
                  <a:moveTo>
                    <a:pt x="1368" y="620"/>
                  </a:moveTo>
                  <a:lnTo>
                    <a:pt x="1368" y="620"/>
                  </a:lnTo>
                  <a:lnTo>
                    <a:pt x="1368" y="620"/>
                  </a:lnTo>
                  <a:lnTo>
                    <a:pt x="1365" y="620"/>
                  </a:lnTo>
                  <a:lnTo>
                    <a:pt x="1365" y="620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2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close/>
                  <a:moveTo>
                    <a:pt x="1422" y="651"/>
                  </a:move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48"/>
                  </a:lnTo>
                  <a:lnTo>
                    <a:pt x="1420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2" y="651"/>
                  </a:lnTo>
                  <a:lnTo>
                    <a:pt x="1422" y="651"/>
                  </a:lnTo>
                  <a:lnTo>
                    <a:pt x="1422" y="651"/>
                  </a:lnTo>
                  <a:lnTo>
                    <a:pt x="1422" y="651"/>
                  </a:lnTo>
                  <a:close/>
                  <a:moveTo>
                    <a:pt x="1429" y="653"/>
                  </a:moveTo>
                  <a:lnTo>
                    <a:pt x="1427" y="653"/>
                  </a:lnTo>
                  <a:lnTo>
                    <a:pt x="1427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7" y="653"/>
                  </a:lnTo>
                  <a:lnTo>
                    <a:pt x="1427" y="653"/>
                  </a:lnTo>
                  <a:lnTo>
                    <a:pt x="1427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close/>
                  <a:moveTo>
                    <a:pt x="1413" y="648"/>
                  </a:moveTo>
                  <a:lnTo>
                    <a:pt x="1415" y="648"/>
                  </a:lnTo>
                  <a:lnTo>
                    <a:pt x="1415" y="648"/>
                  </a:lnTo>
                  <a:lnTo>
                    <a:pt x="1415" y="648"/>
                  </a:lnTo>
                  <a:lnTo>
                    <a:pt x="1415" y="648"/>
                  </a:lnTo>
                  <a:lnTo>
                    <a:pt x="1413" y="648"/>
                  </a:lnTo>
                  <a:close/>
                  <a:moveTo>
                    <a:pt x="1413" y="648"/>
                  </a:moveTo>
                  <a:lnTo>
                    <a:pt x="1413" y="648"/>
                  </a:lnTo>
                  <a:lnTo>
                    <a:pt x="1413" y="648"/>
                  </a:lnTo>
                  <a:lnTo>
                    <a:pt x="1413" y="648"/>
                  </a:lnTo>
                  <a:lnTo>
                    <a:pt x="1413" y="648"/>
                  </a:lnTo>
                  <a:close/>
                  <a:moveTo>
                    <a:pt x="1408" y="637"/>
                  </a:moveTo>
                  <a:lnTo>
                    <a:pt x="1410" y="634"/>
                  </a:lnTo>
                  <a:lnTo>
                    <a:pt x="1410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0" y="634"/>
                  </a:lnTo>
                  <a:lnTo>
                    <a:pt x="1410" y="632"/>
                  </a:lnTo>
                  <a:lnTo>
                    <a:pt x="1413" y="632"/>
                  </a:lnTo>
                  <a:lnTo>
                    <a:pt x="1410" y="632"/>
                  </a:lnTo>
                  <a:lnTo>
                    <a:pt x="1410" y="634"/>
                  </a:lnTo>
                  <a:lnTo>
                    <a:pt x="1408" y="634"/>
                  </a:lnTo>
                  <a:lnTo>
                    <a:pt x="1405" y="634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3" y="637"/>
                  </a:lnTo>
                  <a:lnTo>
                    <a:pt x="1401" y="639"/>
                  </a:lnTo>
                  <a:lnTo>
                    <a:pt x="1403" y="639"/>
                  </a:lnTo>
                  <a:lnTo>
                    <a:pt x="1403" y="639"/>
                  </a:lnTo>
                  <a:lnTo>
                    <a:pt x="1401" y="639"/>
                  </a:lnTo>
                  <a:lnTo>
                    <a:pt x="1396" y="641"/>
                  </a:lnTo>
                  <a:lnTo>
                    <a:pt x="1396" y="641"/>
                  </a:lnTo>
                  <a:lnTo>
                    <a:pt x="1396" y="641"/>
                  </a:lnTo>
                  <a:lnTo>
                    <a:pt x="1396" y="644"/>
                  </a:lnTo>
                  <a:lnTo>
                    <a:pt x="1396" y="644"/>
                  </a:lnTo>
                  <a:lnTo>
                    <a:pt x="1403" y="641"/>
                  </a:lnTo>
                  <a:lnTo>
                    <a:pt x="1403" y="641"/>
                  </a:lnTo>
                  <a:lnTo>
                    <a:pt x="1405" y="639"/>
                  </a:lnTo>
                  <a:lnTo>
                    <a:pt x="1405" y="639"/>
                  </a:lnTo>
                  <a:lnTo>
                    <a:pt x="1408" y="639"/>
                  </a:lnTo>
                  <a:lnTo>
                    <a:pt x="1408" y="637"/>
                  </a:lnTo>
                  <a:close/>
                  <a:moveTo>
                    <a:pt x="1410" y="646"/>
                  </a:move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close/>
                  <a:moveTo>
                    <a:pt x="1401" y="646"/>
                  </a:moveTo>
                  <a:lnTo>
                    <a:pt x="1401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1" y="644"/>
                  </a:lnTo>
                  <a:lnTo>
                    <a:pt x="1401" y="644"/>
                  </a:lnTo>
                  <a:lnTo>
                    <a:pt x="1398" y="646"/>
                  </a:lnTo>
                  <a:lnTo>
                    <a:pt x="1396" y="646"/>
                  </a:lnTo>
                  <a:lnTo>
                    <a:pt x="1396" y="646"/>
                  </a:lnTo>
                  <a:lnTo>
                    <a:pt x="1396" y="646"/>
                  </a:lnTo>
                  <a:lnTo>
                    <a:pt x="1396" y="644"/>
                  </a:lnTo>
                  <a:lnTo>
                    <a:pt x="1396" y="644"/>
                  </a:lnTo>
                  <a:lnTo>
                    <a:pt x="1394" y="644"/>
                  </a:lnTo>
                  <a:lnTo>
                    <a:pt x="1394" y="644"/>
                  </a:lnTo>
                  <a:lnTo>
                    <a:pt x="1394" y="644"/>
                  </a:lnTo>
                  <a:lnTo>
                    <a:pt x="1391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6" y="644"/>
                  </a:lnTo>
                  <a:lnTo>
                    <a:pt x="1386" y="644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4" y="648"/>
                  </a:lnTo>
                  <a:lnTo>
                    <a:pt x="1384" y="651"/>
                  </a:lnTo>
                  <a:lnTo>
                    <a:pt x="1386" y="651"/>
                  </a:lnTo>
                  <a:lnTo>
                    <a:pt x="1386" y="653"/>
                  </a:lnTo>
                  <a:lnTo>
                    <a:pt x="1389" y="651"/>
                  </a:lnTo>
                  <a:lnTo>
                    <a:pt x="1386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91" y="651"/>
                  </a:lnTo>
                  <a:lnTo>
                    <a:pt x="1391" y="651"/>
                  </a:lnTo>
                  <a:lnTo>
                    <a:pt x="1386" y="653"/>
                  </a:lnTo>
                  <a:lnTo>
                    <a:pt x="1386" y="656"/>
                  </a:lnTo>
                  <a:lnTo>
                    <a:pt x="1386" y="656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91" y="656"/>
                  </a:lnTo>
                  <a:lnTo>
                    <a:pt x="1391" y="653"/>
                  </a:lnTo>
                  <a:lnTo>
                    <a:pt x="1396" y="651"/>
                  </a:lnTo>
                  <a:lnTo>
                    <a:pt x="1398" y="651"/>
                  </a:lnTo>
                  <a:lnTo>
                    <a:pt x="1398" y="651"/>
                  </a:lnTo>
                  <a:lnTo>
                    <a:pt x="1401" y="651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1" y="64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9DCCDBFE-E052-43A3-8BDB-00B822F4DE34}"/>
              </a:ext>
            </a:extLst>
          </p:cNvPr>
          <p:cNvGrpSpPr/>
          <p:nvPr/>
        </p:nvGrpSpPr>
        <p:grpSpPr>
          <a:xfrm>
            <a:off x="8925160" y="2120481"/>
            <a:ext cx="1725486" cy="663419"/>
            <a:chOff x="8925160" y="2120481"/>
            <a:chExt cx="1725486" cy="663419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53F2A0FF-100C-42E2-AF3F-43AE00C9A971}"/>
                </a:ext>
              </a:extLst>
            </p:cNvPr>
            <p:cNvGrpSpPr/>
            <p:nvPr/>
          </p:nvGrpSpPr>
          <p:grpSpPr>
            <a:xfrm>
              <a:off x="9522855" y="2531653"/>
              <a:ext cx="106500" cy="106497"/>
              <a:chOff x="5688290" y="3559386"/>
              <a:chExt cx="163092" cy="163092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87418F71-5C8A-42CF-9C41-3CC944514FA2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ACB43AE7-125A-447E-8D81-E3CDF7D75C00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6829DA3-67B3-4096-90A1-30E93AB7B012}"/>
                </a:ext>
              </a:extLst>
            </p:cNvPr>
            <p:cNvGrpSpPr/>
            <p:nvPr/>
          </p:nvGrpSpPr>
          <p:grpSpPr>
            <a:xfrm>
              <a:off x="10069509" y="2677403"/>
              <a:ext cx="106500" cy="106497"/>
              <a:chOff x="5688290" y="3559386"/>
              <a:chExt cx="163092" cy="163092"/>
            </a:xfrm>
          </p:grpSpPr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53916566-E9F0-48D3-9358-FADAEE91F151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1EA84D39-423B-445F-B021-35EEE725BD1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32FF926-1CF9-4719-8B82-BD5F22EEC4FE}"/>
                </a:ext>
              </a:extLst>
            </p:cNvPr>
            <p:cNvGrpSpPr/>
            <p:nvPr/>
          </p:nvGrpSpPr>
          <p:grpSpPr>
            <a:xfrm>
              <a:off x="8925160" y="2220947"/>
              <a:ext cx="106500" cy="106497"/>
              <a:chOff x="5688290" y="3559386"/>
              <a:chExt cx="163092" cy="163092"/>
            </a:xfrm>
          </p:grpSpPr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3DF904E3-5F6B-4552-99CF-6202E15BDA3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D3C397A1-9611-426F-9DE2-78C6DBB0D90E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66065F27-2F72-4648-AFA4-C65BD545BD54}"/>
                </a:ext>
              </a:extLst>
            </p:cNvPr>
            <p:cNvGrpSpPr/>
            <p:nvPr/>
          </p:nvGrpSpPr>
          <p:grpSpPr>
            <a:xfrm>
              <a:off x="9952191" y="2218279"/>
              <a:ext cx="106500" cy="106497"/>
              <a:chOff x="5688290" y="3559386"/>
              <a:chExt cx="163092" cy="163092"/>
            </a:xfrm>
          </p:grpSpPr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3EF94A78-FE58-4816-8A72-CDA290F9AD20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6FA5BFA-5C52-4F4D-A8B1-DFE9F25255BF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0356E4A4-88ED-4129-8363-96FA536FEB2E}"/>
                </a:ext>
              </a:extLst>
            </p:cNvPr>
            <p:cNvGrpSpPr/>
            <p:nvPr/>
          </p:nvGrpSpPr>
          <p:grpSpPr>
            <a:xfrm>
              <a:off x="10544146" y="2310126"/>
              <a:ext cx="106500" cy="106497"/>
              <a:chOff x="5688290" y="3559386"/>
              <a:chExt cx="163092" cy="163092"/>
            </a:xfrm>
          </p:grpSpPr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407C5418-6116-4B0E-9DF4-AAAA8F41446F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F40A851B-92BE-403B-9239-E6F5F7ECD47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CA17B42-5332-4307-8BE2-C3BCF4E764EC}"/>
                </a:ext>
              </a:extLst>
            </p:cNvPr>
            <p:cNvGrpSpPr/>
            <p:nvPr/>
          </p:nvGrpSpPr>
          <p:grpSpPr>
            <a:xfrm>
              <a:off x="9174479" y="2120481"/>
              <a:ext cx="106500" cy="106497"/>
              <a:chOff x="5688290" y="3559386"/>
              <a:chExt cx="163092" cy="163092"/>
            </a:xfrm>
          </p:grpSpPr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D5C54209-C0CC-40C2-BC71-44850F1A5B5A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F4F96310-D7BD-48DF-B93B-3666FAE1A31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CFF7DFBB-C508-45BF-B26A-9D61CA987271}"/>
              </a:ext>
            </a:extLst>
          </p:cNvPr>
          <p:cNvSpPr/>
          <p:nvPr/>
        </p:nvSpPr>
        <p:spPr>
          <a:xfrm>
            <a:off x="9248193" y="5127916"/>
            <a:ext cx="1633147" cy="315440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1318080 w 2770414"/>
              <a:gd name="connsiteY1" fmla="*/ 45810 h 298450"/>
              <a:gd name="connsiteX2" fmla="*/ 2770414 w 2770414"/>
              <a:gd name="connsiteY2" fmla="*/ 0 h 2984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1318080 w 2811525"/>
              <a:gd name="connsiteY1" fmla="*/ 274410 h 527050"/>
              <a:gd name="connsiteX2" fmla="*/ 2811525 w 2811525"/>
              <a:gd name="connsiteY2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811525"/>
              <a:gd name="connsiteY0" fmla="*/ 527050 h 527050"/>
              <a:gd name="connsiteX1" fmla="*/ 2811525 w 2811525"/>
              <a:gd name="connsiteY1" fmla="*/ 0 h 527050"/>
              <a:gd name="connsiteX0" fmla="*/ 0 w 2708747"/>
              <a:gd name="connsiteY0" fmla="*/ 369888 h 369888"/>
              <a:gd name="connsiteX1" fmla="*/ 2708747 w 2708747"/>
              <a:gd name="connsiteY1" fmla="*/ 0 h 369888"/>
              <a:gd name="connsiteX0" fmla="*/ 0 w 2708747"/>
              <a:gd name="connsiteY0" fmla="*/ 369888 h 377270"/>
              <a:gd name="connsiteX1" fmla="*/ 2708747 w 2708747"/>
              <a:gd name="connsiteY1" fmla="*/ 0 h 377270"/>
              <a:gd name="connsiteX0" fmla="*/ 0 w 2756709"/>
              <a:gd name="connsiteY0" fmla="*/ 298451 h 307440"/>
              <a:gd name="connsiteX1" fmla="*/ 2756709 w 2756709"/>
              <a:gd name="connsiteY1" fmla="*/ 0 h 307440"/>
              <a:gd name="connsiteX0" fmla="*/ 0 w 2756709"/>
              <a:gd name="connsiteY0" fmla="*/ 314003 h 319785"/>
              <a:gd name="connsiteX1" fmla="*/ 2756709 w 2756709"/>
              <a:gd name="connsiteY1" fmla="*/ 15552 h 319785"/>
              <a:gd name="connsiteX0" fmla="*/ 0 w 2756709"/>
              <a:gd name="connsiteY0" fmla="*/ 311808 h 338585"/>
              <a:gd name="connsiteX1" fmla="*/ 2756709 w 2756709"/>
              <a:gd name="connsiteY1" fmla="*/ 13357 h 338585"/>
              <a:gd name="connsiteX0" fmla="*/ 0 w 2756709"/>
              <a:gd name="connsiteY0" fmla="*/ 347596 h 370095"/>
              <a:gd name="connsiteX1" fmla="*/ 2756709 w 2756709"/>
              <a:gd name="connsiteY1" fmla="*/ 49145 h 370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56709" h="370095">
                <a:moveTo>
                  <a:pt x="0" y="347596"/>
                </a:moveTo>
                <a:cubicBezTo>
                  <a:pt x="1807352" y="500526"/>
                  <a:pt x="1346761" y="-184747"/>
                  <a:pt x="2756709" y="49145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6">
                    <a:alpha val="0"/>
                  </a:schemeClr>
                </a:gs>
                <a:gs pos="100000">
                  <a:schemeClr val="accent5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40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B1C0658F-236F-42B7-A2E9-72549A3061E9}"/>
              </a:ext>
            </a:extLst>
          </p:cNvPr>
          <p:cNvGrpSpPr/>
          <p:nvPr/>
        </p:nvGrpSpPr>
        <p:grpSpPr>
          <a:xfrm>
            <a:off x="8395766" y="3949447"/>
            <a:ext cx="2586350" cy="898820"/>
            <a:chOff x="7750527" y="1446884"/>
            <a:chExt cx="3034476" cy="1054554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CFB7B61-4A27-43C1-8E42-3FF8BAC103E9}"/>
                </a:ext>
              </a:extLst>
            </p:cNvPr>
            <p:cNvSpPr/>
            <p:nvPr/>
          </p:nvSpPr>
          <p:spPr>
            <a:xfrm>
              <a:off x="7750527" y="2171931"/>
              <a:ext cx="3034476" cy="329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0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D7CC94C4-D6B7-4004-85C6-0BA3AB83B4A3}"/>
                </a:ext>
              </a:extLst>
            </p:cNvPr>
            <p:cNvSpPr/>
            <p:nvPr/>
          </p:nvSpPr>
          <p:spPr>
            <a:xfrm>
              <a:off x="7750527" y="1446884"/>
              <a:ext cx="3034476" cy="99303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300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192" name="Rectangle 191">
            <a:extLst>
              <a:ext uri="{FF2B5EF4-FFF2-40B4-BE49-F238E27FC236}">
                <a16:creationId xmlns:a16="http://schemas.microsoft.com/office/drawing/2014/main" id="{F5A46873-E30A-4F0A-B255-91323A55F6BB}"/>
              </a:ext>
            </a:extLst>
          </p:cNvPr>
          <p:cNvSpPr/>
          <p:nvPr/>
        </p:nvSpPr>
        <p:spPr>
          <a:xfrm>
            <a:off x="8220787" y="1093745"/>
            <a:ext cx="306149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20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United State</a:t>
            </a:r>
          </a:p>
        </p:txBody>
      </p:sp>
    </p:spTree>
    <p:extLst>
      <p:ext uri="{BB962C8B-B14F-4D97-AF65-F5344CB8AC3E}">
        <p14:creationId xmlns:p14="http://schemas.microsoft.com/office/powerpoint/2010/main" val="2705788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1" dur="10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2" dur="10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0" dur="10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1" dur="10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45" dur="75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50" dur="75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55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1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69" dur="75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1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74" dur="75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79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4" dur="500"/>
                                            <p:tgtEl>
                                              <p:spTgt spid="1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5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87" dur="10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88" dur="10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500"/>
                                            <p:tgtEl>
                                              <p:spTgt spid="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96" dur="10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97" dur="10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1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05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06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7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75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75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6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8" dur="750"/>
                                            <p:tgtEl>
                                              <p:spTgt spid="1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9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1" dur="75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2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4" dur="750"/>
                                            <p:tgtEl>
                                              <p:spTgt spid="1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4" grpId="0" animBg="1"/>
          <p:bldP spid="157" grpId="0" animBg="1"/>
          <p:bldP spid="190" grpId="0"/>
          <p:bldP spid="190" grpId="1"/>
          <p:bldP spid="79" grpId="0" animBg="1"/>
          <p:bldP spid="163" grpId="0" animBg="1"/>
          <p:bldP spid="191" grpId="0"/>
          <p:bldP spid="191" grpId="1"/>
          <p:bldP spid="4" grpId="0" animBg="1"/>
          <p:bldP spid="169" grpId="0" animBg="1"/>
          <p:bldP spid="192" grpId="0"/>
          <p:bldP spid="19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45" dur="75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50" dur="75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55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1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69" dur="750" fill="hold"/>
                                            <p:tgtEl>
                                              <p:spTgt spid="1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1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74" dur="75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9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79" dur="75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4" dur="500"/>
                                            <p:tgtEl>
                                              <p:spTgt spid="1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5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7" dur="10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8" dur="100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500"/>
                                            <p:tgtEl>
                                              <p:spTgt spid="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10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10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1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5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6" dur="100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7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9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75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75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6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8" dur="750"/>
                                            <p:tgtEl>
                                              <p:spTgt spid="1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9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1" dur="750"/>
                                            <p:tgtEl>
                                              <p:spTgt spid="1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2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4" dur="750"/>
                                            <p:tgtEl>
                                              <p:spTgt spid="1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4" grpId="0" animBg="1"/>
          <p:bldP spid="157" grpId="0" animBg="1"/>
          <p:bldP spid="190" grpId="0"/>
          <p:bldP spid="190" grpId="1"/>
          <p:bldP spid="79" grpId="0" animBg="1"/>
          <p:bldP spid="163" grpId="0" animBg="1"/>
          <p:bldP spid="191" grpId="0"/>
          <p:bldP spid="191" grpId="1"/>
          <p:bldP spid="4" grpId="0" animBg="1"/>
          <p:bldP spid="169" grpId="0" animBg="1"/>
          <p:bldP spid="192" grpId="0"/>
          <p:bldP spid="192" grpId="1"/>
        </p:bldLst>
      </p:timing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Freeform: Shape 339">
            <a:extLst>
              <a:ext uri="{FF2B5EF4-FFF2-40B4-BE49-F238E27FC236}">
                <a16:creationId xmlns:a16="http://schemas.microsoft.com/office/drawing/2014/main" id="{C49433C3-E086-4712-BFFE-FF51A5FE784A}"/>
              </a:ext>
            </a:extLst>
          </p:cNvPr>
          <p:cNvSpPr/>
          <p:nvPr/>
        </p:nvSpPr>
        <p:spPr>
          <a:xfrm flipH="1">
            <a:off x="0" y="2562444"/>
            <a:ext cx="2684598" cy="3616843"/>
          </a:xfrm>
          <a:custGeom>
            <a:avLst/>
            <a:gdLst>
              <a:gd name="connsiteX0" fmla="*/ 1368768 w 3415842"/>
              <a:gd name="connsiteY0" fmla="*/ 0 h 4602016"/>
              <a:gd name="connsiteX1" fmla="*/ 43 w 3415842"/>
              <a:gd name="connsiteY1" fmla="*/ 864584 h 4602016"/>
              <a:gd name="connsiteX2" fmla="*/ 1306198 w 3415842"/>
              <a:gd name="connsiteY2" fmla="*/ 2054274 h 4602016"/>
              <a:gd name="connsiteX3" fmla="*/ 1385413 w 3415842"/>
              <a:gd name="connsiteY3" fmla="*/ 3965587 h 4602016"/>
              <a:gd name="connsiteX4" fmla="*/ 3323477 w 3415842"/>
              <a:gd name="connsiteY4" fmla="*/ 4428492 h 4602016"/>
              <a:gd name="connsiteX5" fmla="*/ 3415842 w 3415842"/>
              <a:gd name="connsiteY5" fmla="*/ 4372912 h 4602016"/>
              <a:gd name="connsiteX6" fmla="*/ 3415842 w 3415842"/>
              <a:gd name="connsiteY6" fmla="*/ 168977 h 4602016"/>
              <a:gd name="connsiteX7" fmla="*/ 3291184 w 3415842"/>
              <a:gd name="connsiteY7" fmla="*/ 165487 h 4602016"/>
              <a:gd name="connsiteX8" fmla="*/ 1368768 w 3415842"/>
              <a:gd name="connsiteY8" fmla="*/ 0 h 4602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5842" h="4602016">
                <a:moveTo>
                  <a:pt x="1368768" y="0"/>
                </a:moveTo>
                <a:cubicBezTo>
                  <a:pt x="690060" y="0"/>
                  <a:pt x="147866" y="172917"/>
                  <a:pt x="43" y="864584"/>
                </a:cubicBezTo>
                <a:cubicBezTo>
                  <a:pt x="-7803" y="2145031"/>
                  <a:pt x="1075304" y="1537441"/>
                  <a:pt x="1306198" y="2054274"/>
                </a:cubicBezTo>
                <a:cubicBezTo>
                  <a:pt x="1537093" y="2571108"/>
                  <a:pt x="598502" y="2951894"/>
                  <a:pt x="1385413" y="3965587"/>
                </a:cubicBezTo>
                <a:cubicBezTo>
                  <a:pt x="1963856" y="4761766"/>
                  <a:pt x="2858318" y="4676535"/>
                  <a:pt x="3323477" y="4428492"/>
                </a:cubicBezTo>
                <a:lnTo>
                  <a:pt x="3415842" y="4372912"/>
                </a:lnTo>
                <a:lnTo>
                  <a:pt x="3415842" y="168977"/>
                </a:lnTo>
                <a:lnTo>
                  <a:pt x="3291184" y="165487"/>
                </a:lnTo>
                <a:cubicBezTo>
                  <a:pt x="2661024" y="132390"/>
                  <a:pt x="1962637" y="0"/>
                  <a:pt x="1368768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45000"/>
                </a:schemeClr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15000"/>
                </a:schemeClr>
              </a:gs>
            </a:gsLst>
            <a:lin ang="4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41" name="Freeform: Shape 340">
            <a:extLst>
              <a:ext uri="{FF2B5EF4-FFF2-40B4-BE49-F238E27FC236}">
                <a16:creationId xmlns:a16="http://schemas.microsoft.com/office/drawing/2014/main" id="{2F64B196-3FB0-4AB1-8493-288431F97BB5}"/>
              </a:ext>
            </a:extLst>
          </p:cNvPr>
          <p:cNvSpPr/>
          <p:nvPr/>
        </p:nvSpPr>
        <p:spPr>
          <a:xfrm>
            <a:off x="9136889" y="1346199"/>
            <a:ext cx="3055111" cy="4094762"/>
          </a:xfrm>
          <a:custGeom>
            <a:avLst/>
            <a:gdLst>
              <a:gd name="connsiteX0" fmla="*/ 1549633 w 3887277"/>
              <a:gd name="connsiteY0" fmla="*/ 0 h 5210113"/>
              <a:gd name="connsiteX1" fmla="*/ 3726073 w 3887277"/>
              <a:gd name="connsiteY1" fmla="*/ 187354 h 5210113"/>
              <a:gd name="connsiteX2" fmla="*/ 3887277 w 3887277"/>
              <a:gd name="connsiteY2" fmla="*/ 191867 h 5210113"/>
              <a:gd name="connsiteX3" fmla="*/ 3887277 w 3887277"/>
              <a:gd name="connsiteY3" fmla="*/ 4936557 h 5210113"/>
              <a:gd name="connsiteX4" fmla="*/ 3875150 w 3887277"/>
              <a:gd name="connsiteY4" fmla="*/ 4945954 h 5210113"/>
              <a:gd name="connsiteX5" fmla="*/ 1568478 w 3887277"/>
              <a:gd name="connsiteY5" fmla="*/ 4489588 h 5210113"/>
              <a:gd name="connsiteX6" fmla="*/ 1478796 w 3887277"/>
              <a:gd name="connsiteY6" fmla="*/ 2325720 h 5210113"/>
              <a:gd name="connsiteX7" fmla="*/ 49 w 3887277"/>
              <a:gd name="connsiteY7" fmla="*/ 978828 h 5210113"/>
              <a:gd name="connsiteX8" fmla="*/ 1549633 w 3887277"/>
              <a:gd name="connsiteY8" fmla="*/ 0 h 521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87277" h="5210113">
                <a:moveTo>
                  <a:pt x="1549633" y="0"/>
                </a:moveTo>
                <a:cubicBezTo>
                  <a:pt x="2221975" y="0"/>
                  <a:pt x="3012645" y="149883"/>
                  <a:pt x="3726073" y="187354"/>
                </a:cubicBezTo>
                <a:lnTo>
                  <a:pt x="3887277" y="191867"/>
                </a:lnTo>
                <a:lnTo>
                  <a:pt x="3887277" y="4936557"/>
                </a:lnTo>
                <a:lnTo>
                  <a:pt x="3875150" y="4945954"/>
                </a:lnTo>
                <a:cubicBezTo>
                  <a:pt x="3393919" y="5273729"/>
                  <a:pt x="2273731" y="5460309"/>
                  <a:pt x="1568478" y="4489588"/>
                </a:cubicBezTo>
                <a:cubicBezTo>
                  <a:pt x="677586" y="3341949"/>
                  <a:pt x="1740200" y="2910846"/>
                  <a:pt x="1478796" y="2325720"/>
                </a:cubicBezTo>
                <a:cubicBezTo>
                  <a:pt x="1217391" y="1740594"/>
                  <a:pt x="-8834" y="2428470"/>
                  <a:pt x="49" y="978828"/>
                </a:cubicBezTo>
                <a:cubicBezTo>
                  <a:pt x="167404" y="195765"/>
                  <a:pt x="781243" y="0"/>
                  <a:pt x="1549633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45000"/>
                </a:schemeClr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15000"/>
                </a:schemeClr>
              </a:gs>
            </a:gsLst>
            <a:lin ang="4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82C91FB-9DFF-4F00-B088-438675D1F07C}"/>
              </a:ext>
            </a:extLst>
          </p:cNvPr>
          <p:cNvGrpSpPr/>
          <p:nvPr/>
        </p:nvGrpSpPr>
        <p:grpSpPr>
          <a:xfrm>
            <a:off x="3506476" y="5264132"/>
            <a:ext cx="5179044" cy="699403"/>
            <a:chOff x="4239302" y="4450463"/>
            <a:chExt cx="5210812" cy="703693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D5191D14-3221-4AEA-9943-6D6CF4C3751F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99000">
                  <a:schemeClr val="accent1">
                    <a:alpha val="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9A708A2-306A-44D2-81EE-A8FC1C3B6278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</p:grp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970B0345-2C5B-4A9F-AF70-7C43E7D0D7AE}"/>
              </a:ext>
            </a:extLst>
          </p:cNvPr>
          <p:cNvSpPr/>
          <p:nvPr/>
        </p:nvSpPr>
        <p:spPr>
          <a:xfrm>
            <a:off x="3369525" y="2148115"/>
            <a:ext cx="5452950" cy="3643892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5B42440-77AB-4AF5-BBFC-7A41B80D7677}"/>
              </a:ext>
            </a:extLst>
          </p:cNvPr>
          <p:cNvGrpSpPr/>
          <p:nvPr/>
        </p:nvGrpSpPr>
        <p:grpSpPr>
          <a:xfrm>
            <a:off x="4184863" y="2405678"/>
            <a:ext cx="4036015" cy="2950851"/>
            <a:chOff x="5716411" y="2545717"/>
            <a:chExt cx="8044217" cy="5881366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59FFB4D-7D75-431C-B005-AC5FC7F2B529}"/>
                </a:ext>
              </a:extLst>
            </p:cNvPr>
            <p:cNvGrpSpPr/>
            <p:nvPr/>
          </p:nvGrpSpPr>
          <p:grpSpPr>
            <a:xfrm>
              <a:off x="5716411" y="2843358"/>
              <a:ext cx="4289986" cy="4131242"/>
              <a:chOff x="5716410" y="2843357"/>
              <a:chExt cx="4289985" cy="4131242"/>
            </a:xfrm>
            <a:grpFill/>
          </p:grpSpPr>
          <p:sp>
            <p:nvSpPr>
              <p:cNvPr id="25" name="Freeform 5">
                <a:extLst>
                  <a:ext uri="{FF2B5EF4-FFF2-40B4-BE49-F238E27FC236}">
                    <a16:creationId xmlns:a16="http://schemas.microsoft.com/office/drawing/2014/main" id="{701C7FF2-4D28-42D4-B5BA-ACA798CEB5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16410" y="3315612"/>
                <a:ext cx="2750194" cy="3658987"/>
              </a:xfrm>
              <a:custGeom>
                <a:avLst/>
                <a:gdLst>
                  <a:gd name="T0" fmla="*/ 1057 w 1386"/>
                  <a:gd name="T1" fmla="*/ 71 h 1844"/>
                  <a:gd name="T2" fmla="*/ 1011 w 1386"/>
                  <a:gd name="T3" fmla="*/ 144 h 1844"/>
                  <a:gd name="T4" fmla="*/ 1335 w 1386"/>
                  <a:gd name="T5" fmla="*/ 100 h 1844"/>
                  <a:gd name="T6" fmla="*/ 1310 w 1386"/>
                  <a:gd name="T7" fmla="*/ 134 h 1844"/>
                  <a:gd name="T8" fmla="*/ 1305 w 1386"/>
                  <a:gd name="T9" fmla="*/ 74 h 1844"/>
                  <a:gd name="T10" fmla="*/ 1252 w 1386"/>
                  <a:gd name="T11" fmla="*/ 18 h 1844"/>
                  <a:gd name="T12" fmla="*/ 1204 w 1386"/>
                  <a:gd name="T13" fmla="*/ 1 h 1844"/>
                  <a:gd name="T14" fmla="*/ 1191 w 1386"/>
                  <a:gd name="T15" fmla="*/ 30 h 1844"/>
                  <a:gd name="T16" fmla="*/ 1167 w 1386"/>
                  <a:gd name="T17" fmla="*/ 22 h 1844"/>
                  <a:gd name="T18" fmla="*/ 1143 w 1386"/>
                  <a:gd name="T19" fmla="*/ 20 h 1844"/>
                  <a:gd name="T20" fmla="*/ 1141 w 1386"/>
                  <a:gd name="T21" fmla="*/ 35 h 1844"/>
                  <a:gd name="T22" fmla="*/ 1119 w 1386"/>
                  <a:gd name="T23" fmla="*/ 73 h 1844"/>
                  <a:gd name="T24" fmla="*/ 1101 w 1386"/>
                  <a:gd name="T25" fmla="*/ 52 h 1844"/>
                  <a:gd name="T26" fmla="*/ 1085 w 1386"/>
                  <a:gd name="T27" fmla="*/ 64 h 1844"/>
                  <a:gd name="T28" fmla="*/ 1057 w 1386"/>
                  <a:gd name="T29" fmla="*/ 86 h 1844"/>
                  <a:gd name="T30" fmla="*/ 1070 w 1386"/>
                  <a:gd name="T31" fmla="*/ 108 h 1844"/>
                  <a:gd name="T32" fmla="*/ 1057 w 1386"/>
                  <a:gd name="T33" fmla="*/ 124 h 1844"/>
                  <a:gd name="T34" fmla="*/ 1029 w 1386"/>
                  <a:gd name="T35" fmla="*/ 129 h 1844"/>
                  <a:gd name="T36" fmla="*/ 1053 w 1386"/>
                  <a:gd name="T37" fmla="*/ 137 h 1844"/>
                  <a:gd name="T38" fmla="*/ 1016 w 1386"/>
                  <a:gd name="T39" fmla="*/ 132 h 1844"/>
                  <a:gd name="T40" fmla="*/ 990 w 1386"/>
                  <a:gd name="T41" fmla="*/ 164 h 1844"/>
                  <a:gd name="T42" fmla="*/ 1002 w 1386"/>
                  <a:gd name="T43" fmla="*/ 207 h 1844"/>
                  <a:gd name="T44" fmla="*/ 1007 w 1386"/>
                  <a:gd name="T45" fmla="*/ 231 h 1844"/>
                  <a:gd name="T46" fmla="*/ 941 w 1386"/>
                  <a:gd name="T47" fmla="*/ 222 h 1844"/>
                  <a:gd name="T48" fmla="*/ 931 w 1386"/>
                  <a:gd name="T49" fmla="*/ 225 h 1844"/>
                  <a:gd name="T50" fmla="*/ 917 w 1386"/>
                  <a:gd name="T51" fmla="*/ 246 h 1844"/>
                  <a:gd name="T52" fmla="*/ 934 w 1386"/>
                  <a:gd name="T53" fmla="*/ 290 h 1844"/>
                  <a:gd name="T54" fmla="*/ 909 w 1386"/>
                  <a:gd name="T55" fmla="*/ 314 h 1844"/>
                  <a:gd name="T56" fmla="*/ 870 w 1386"/>
                  <a:gd name="T57" fmla="*/ 236 h 1844"/>
                  <a:gd name="T58" fmla="*/ 829 w 1386"/>
                  <a:gd name="T59" fmla="*/ 270 h 1844"/>
                  <a:gd name="T60" fmla="*/ 814 w 1386"/>
                  <a:gd name="T61" fmla="*/ 366 h 1844"/>
                  <a:gd name="T62" fmla="*/ 742 w 1386"/>
                  <a:gd name="T63" fmla="*/ 460 h 1844"/>
                  <a:gd name="T64" fmla="*/ 522 w 1386"/>
                  <a:gd name="T65" fmla="*/ 546 h 1844"/>
                  <a:gd name="T66" fmla="*/ 423 w 1386"/>
                  <a:gd name="T67" fmla="*/ 594 h 1844"/>
                  <a:gd name="T68" fmla="*/ 338 w 1386"/>
                  <a:gd name="T69" fmla="*/ 585 h 1844"/>
                  <a:gd name="T70" fmla="*/ 186 w 1386"/>
                  <a:gd name="T71" fmla="*/ 684 h 1844"/>
                  <a:gd name="T72" fmla="*/ 113 w 1386"/>
                  <a:gd name="T73" fmla="*/ 754 h 1844"/>
                  <a:gd name="T74" fmla="*/ 65 w 1386"/>
                  <a:gd name="T75" fmla="*/ 762 h 1844"/>
                  <a:gd name="T76" fmla="*/ 45 w 1386"/>
                  <a:gd name="T77" fmla="*/ 888 h 1844"/>
                  <a:gd name="T78" fmla="*/ 116 w 1386"/>
                  <a:gd name="T79" fmla="*/ 1042 h 1844"/>
                  <a:gd name="T80" fmla="*/ 85 w 1386"/>
                  <a:gd name="T81" fmla="*/ 1052 h 1844"/>
                  <a:gd name="T82" fmla="*/ 43 w 1386"/>
                  <a:gd name="T83" fmla="*/ 1029 h 1844"/>
                  <a:gd name="T84" fmla="*/ 62 w 1386"/>
                  <a:gd name="T85" fmla="*/ 1102 h 1844"/>
                  <a:gd name="T86" fmla="*/ 34 w 1386"/>
                  <a:gd name="T87" fmla="*/ 1078 h 1844"/>
                  <a:gd name="T88" fmla="*/ 126 w 1386"/>
                  <a:gd name="T89" fmla="*/ 1256 h 1844"/>
                  <a:gd name="T90" fmla="*/ 189 w 1386"/>
                  <a:gd name="T91" fmla="*/ 1455 h 1844"/>
                  <a:gd name="T92" fmla="*/ 240 w 1386"/>
                  <a:gd name="T93" fmla="*/ 1633 h 1844"/>
                  <a:gd name="T94" fmla="*/ 179 w 1386"/>
                  <a:gd name="T95" fmla="*/ 1728 h 1844"/>
                  <a:gd name="T96" fmla="*/ 309 w 1386"/>
                  <a:gd name="T97" fmla="*/ 1827 h 1844"/>
                  <a:gd name="T98" fmla="*/ 393 w 1386"/>
                  <a:gd name="T99" fmla="*/ 1839 h 1844"/>
                  <a:gd name="T100" fmla="*/ 456 w 1386"/>
                  <a:gd name="T101" fmla="*/ 1830 h 1844"/>
                  <a:gd name="T102" fmla="*/ 549 w 1386"/>
                  <a:gd name="T103" fmla="*/ 1784 h 1844"/>
                  <a:gd name="T104" fmla="*/ 646 w 1386"/>
                  <a:gd name="T105" fmla="*/ 1744 h 1844"/>
                  <a:gd name="T106" fmla="*/ 783 w 1386"/>
                  <a:gd name="T107" fmla="*/ 1730 h 1844"/>
                  <a:gd name="T108" fmla="*/ 887 w 1386"/>
                  <a:gd name="T109" fmla="*/ 1745 h 1844"/>
                  <a:gd name="T110" fmla="*/ 970 w 1386"/>
                  <a:gd name="T111" fmla="*/ 1665 h 1844"/>
                  <a:gd name="T112" fmla="*/ 1386 w 1386"/>
                  <a:gd name="T113" fmla="*/ 1547 h 1844"/>
                  <a:gd name="T114" fmla="*/ 1369 w 1386"/>
                  <a:gd name="T115" fmla="*/ 239 h 1844"/>
                  <a:gd name="T116" fmla="*/ 1350 w 1386"/>
                  <a:gd name="T117" fmla="*/ 253 h 1844"/>
                  <a:gd name="T118" fmla="*/ 1364 w 1386"/>
                  <a:gd name="T119" fmla="*/ 205 h 1844"/>
                  <a:gd name="T120" fmla="*/ 1315 w 1386"/>
                  <a:gd name="T121" fmla="*/ 124 h 1844"/>
                  <a:gd name="T122" fmla="*/ 14 w 1386"/>
                  <a:gd name="T123" fmla="*/ 1035 h 1844"/>
                  <a:gd name="T124" fmla="*/ 216 w 1386"/>
                  <a:gd name="T125" fmla="*/ 613 h 1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86" h="1844">
                    <a:moveTo>
                      <a:pt x="1172" y="13"/>
                    </a:moveTo>
                    <a:lnTo>
                      <a:pt x="1172" y="15"/>
                    </a:lnTo>
                    <a:lnTo>
                      <a:pt x="1174" y="15"/>
                    </a:lnTo>
                    <a:lnTo>
                      <a:pt x="1174" y="15"/>
                    </a:lnTo>
                    <a:lnTo>
                      <a:pt x="1175" y="13"/>
                    </a:lnTo>
                    <a:lnTo>
                      <a:pt x="1177" y="15"/>
                    </a:lnTo>
                    <a:lnTo>
                      <a:pt x="1179" y="15"/>
                    </a:lnTo>
                    <a:lnTo>
                      <a:pt x="1179" y="15"/>
                    </a:lnTo>
                    <a:lnTo>
                      <a:pt x="1181" y="15"/>
                    </a:lnTo>
                    <a:lnTo>
                      <a:pt x="1181" y="13"/>
                    </a:lnTo>
                    <a:lnTo>
                      <a:pt x="1179" y="13"/>
                    </a:lnTo>
                    <a:lnTo>
                      <a:pt x="1175" y="11"/>
                    </a:lnTo>
                    <a:lnTo>
                      <a:pt x="1174" y="11"/>
                    </a:lnTo>
                    <a:lnTo>
                      <a:pt x="1170" y="11"/>
                    </a:lnTo>
                    <a:lnTo>
                      <a:pt x="1172" y="13"/>
                    </a:lnTo>
                    <a:lnTo>
                      <a:pt x="1172" y="13"/>
                    </a:lnTo>
                    <a:close/>
                    <a:moveTo>
                      <a:pt x="1031" y="108"/>
                    </a:moveTo>
                    <a:lnTo>
                      <a:pt x="1033" y="108"/>
                    </a:lnTo>
                    <a:lnTo>
                      <a:pt x="1033" y="108"/>
                    </a:lnTo>
                    <a:lnTo>
                      <a:pt x="1033" y="108"/>
                    </a:lnTo>
                    <a:lnTo>
                      <a:pt x="1035" y="110"/>
                    </a:lnTo>
                    <a:lnTo>
                      <a:pt x="1035" y="110"/>
                    </a:lnTo>
                    <a:lnTo>
                      <a:pt x="1036" y="112"/>
                    </a:lnTo>
                    <a:lnTo>
                      <a:pt x="1036" y="112"/>
                    </a:lnTo>
                    <a:lnTo>
                      <a:pt x="1036" y="110"/>
                    </a:lnTo>
                    <a:lnTo>
                      <a:pt x="1036" y="108"/>
                    </a:lnTo>
                    <a:lnTo>
                      <a:pt x="1036" y="108"/>
                    </a:lnTo>
                    <a:lnTo>
                      <a:pt x="1036" y="108"/>
                    </a:lnTo>
                    <a:lnTo>
                      <a:pt x="1035" y="108"/>
                    </a:lnTo>
                    <a:lnTo>
                      <a:pt x="1036" y="107"/>
                    </a:lnTo>
                    <a:lnTo>
                      <a:pt x="1036" y="107"/>
                    </a:lnTo>
                    <a:lnTo>
                      <a:pt x="1036" y="105"/>
                    </a:lnTo>
                    <a:lnTo>
                      <a:pt x="1036" y="105"/>
                    </a:lnTo>
                    <a:lnTo>
                      <a:pt x="1035" y="103"/>
                    </a:lnTo>
                    <a:lnTo>
                      <a:pt x="1035" y="105"/>
                    </a:lnTo>
                    <a:lnTo>
                      <a:pt x="1035" y="105"/>
                    </a:lnTo>
                    <a:lnTo>
                      <a:pt x="1035" y="107"/>
                    </a:lnTo>
                    <a:lnTo>
                      <a:pt x="1033" y="107"/>
                    </a:lnTo>
                    <a:lnTo>
                      <a:pt x="1033" y="105"/>
                    </a:lnTo>
                    <a:lnTo>
                      <a:pt x="1031" y="105"/>
                    </a:lnTo>
                    <a:lnTo>
                      <a:pt x="1029" y="107"/>
                    </a:lnTo>
                    <a:lnTo>
                      <a:pt x="1031" y="108"/>
                    </a:lnTo>
                    <a:lnTo>
                      <a:pt x="1031" y="108"/>
                    </a:lnTo>
                    <a:close/>
                    <a:moveTo>
                      <a:pt x="1050" y="76"/>
                    </a:moveTo>
                    <a:lnTo>
                      <a:pt x="1052" y="76"/>
                    </a:lnTo>
                    <a:lnTo>
                      <a:pt x="1052" y="76"/>
                    </a:lnTo>
                    <a:lnTo>
                      <a:pt x="1052" y="76"/>
                    </a:lnTo>
                    <a:lnTo>
                      <a:pt x="1053" y="78"/>
                    </a:lnTo>
                    <a:lnTo>
                      <a:pt x="1053" y="79"/>
                    </a:lnTo>
                    <a:lnTo>
                      <a:pt x="1055" y="78"/>
                    </a:lnTo>
                    <a:lnTo>
                      <a:pt x="1055" y="78"/>
                    </a:lnTo>
                    <a:lnTo>
                      <a:pt x="1055" y="78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5" y="76"/>
                    </a:lnTo>
                    <a:lnTo>
                      <a:pt x="1057" y="76"/>
                    </a:lnTo>
                    <a:lnTo>
                      <a:pt x="1057" y="76"/>
                    </a:lnTo>
                    <a:lnTo>
                      <a:pt x="1058" y="74"/>
                    </a:lnTo>
                    <a:lnTo>
                      <a:pt x="1060" y="74"/>
                    </a:lnTo>
                    <a:lnTo>
                      <a:pt x="1058" y="73"/>
                    </a:lnTo>
                    <a:lnTo>
                      <a:pt x="1057" y="71"/>
                    </a:lnTo>
                    <a:lnTo>
                      <a:pt x="1057" y="69"/>
                    </a:lnTo>
                    <a:lnTo>
                      <a:pt x="1058" y="69"/>
                    </a:lnTo>
                    <a:lnTo>
                      <a:pt x="1058" y="68"/>
                    </a:lnTo>
                    <a:lnTo>
                      <a:pt x="1060" y="64"/>
                    </a:lnTo>
                    <a:lnTo>
                      <a:pt x="1060" y="64"/>
                    </a:lnTo>
                    <a:lnTo>
                      <a:pt x="1058" y="64"/>
                    </a:lnTo>
                    <a:lnTo>
                      <a:pt x="1058" y="64"/>
                    </a:lnTo>
                    <a:lnTo>
                      <a:pt x="1057" y="62"/>
                    </a:lnTo>
                    <a:lnTo>
                      <a:pt x="1057" y="62"/>
                    </a:lnTo>
                    <a:lnTo>
                      <a:pt x="1057" y="62"/>
                    </a:lnTo>
                    <a:lnTo>
                      <a:pt x="1057" y="61"/>
                    </a:lnTo>
                    <a:lnTo>
                      <a:pt x="1055" y="61"/>
                    </a:lnTo>
                    <a:lnTo>
                      <a:pt x="1055" y="61"/>
                    </a:lnTo>
                    <a:lnTo>
                      <a:pt x="1055" y="62"/>
                    </a:lnTo>
                    <a:lnTo>
                      <a:pt x="1053" y="64"/>
                    </a:lnTo>
                    <a:lnTo>
                      <a:pt x="1053" y="64"/>
                    </a:lnTo>
                    <a:lnTo>
                      <a:pt x="1052" y="66"/>
                    </a:lnTo>
                    <a:lnTo>
                      <a:pt x="1053" y="68"/>
                    </a:lnTo>
                    <a:lnTo>
                      <a:pt x="1053" y="68"/>
                    </a:lnTo>
                    <a:lnTo>
                      <a:pt x="1053" y="69"/>
                    </a:lnTo>
                    <a:lnTo>
                      <a:pt x="1053" y="71"/>
                    </a:lnTo>
                    <a:lnTo>
                      <a:pt x="1053" y="71"/>
                    </a:lnTo>
                    <a:lnTo>
                      <a:pt x="1052" y="69"/>
                    </a:lnTo>
                    <a:lnTo>
                      <a:pt x="1050" y="69"/>
                    </a:lnTo>
                    <a:lnTo>
                      <a:pt x="1050" y="71"/>
                    </a:lnTo>
                    <a:lnTo>
                      <a:pt x="1050" y="73"/>
                    </a:lnTo>
                    <a:lnTo>
                      <a:pt x="1050" y="76"/>
                    </a:lnTo>
                    <a:lnTo>
                      <a:pt x="1050" y="76"/>
                    </a:lnTo>
                    <a:lnTo>
                      <a:pt x="1050" y="76"/>
                    </a:lnTo>
                    <a:close/>
                    <a:moveTo>
                      <a:pt x="1332" y="105"/>
                    </a:moveTo>
                    <a:lnTo>
                      <a:pt x="1335" y="110"/>
                    </a:lnTo>
                    <a:lnTo>
                      <a:pt x="1338" y="113"/>
                    </a:lnTo>
                    <a:lnTo>
                      <a:pt x="1338" y="110"/>
                    </a:lnTo>
                    <a:lnTo>
                      <a:pt x="1338" y="108"/>
                    </a:lnTo>
                    <a:lnTo>
                      <a:pt x="1337" y="107"/>
                    </a:lnTo>
                    <a:lnTo>
                      <a:pt x="1337" y="105"/>
                    </a:lnTo>
                    <a:lnTo>
                      <a:pt x="1335" y="105"/>
                    </a:lnTo>
                    <a:lnTo>
                      <a:pt x="1333" y="100"/>
                    </a:lnTo>
                    <a:lnTo>
                      <a:pt x="1332" y="98"/>
                    </a:lnTo>
                    <a:lnTo>
                      <a:pt x="1330" y="98"/>
                    </a:lnTo>
                    <a:lnTo>
                      <a:pt x="1330" y="100"/>
                    </a:lnTo>
                    <a:lnTo>
                      <a:pt x="1330" y="103"/>
                    </a:lnTo>
                    <a:lnTo>
                      <a:pt x="1332" y="105"/>
                    </a:lnTo>
                    <a:close/>
                    <a:moveTo>
                      <a:pt x="997" y="142"/>
                    </a:moveTo>
                    <a:lnTo>
                      <a:pt x="999" y="142"/>
                    </a:lnTo>
                    <a:lnTo>
                      <a:pt x="1001" y="141"/>
                    </a:lnTo>
                    <a:lnTo>
                      <a:pt x="999" y="142"/>
                    </a:lnTo>
                    <a:lnTo>
                      <a:pt x="1001" y="142"/>
                    </a:lnTo>
                    <a:lnTo>
                      <a:pt x="1001" y="141"/>
                    </a:lnTo>
                    <a:lnTo>
                      <a:pt x="1002" y="141"/>
                    </a:lnTo>
                    <a:lnTo>
                      <a:pt x="1004" y="141"/>
                    </a:lnTo>
                    <a:lnTo>
                      <a:pt x="1006" y="142"/>
                    </a:lnTo>
                    <a:lnTo>
                      <a:pt x="1004" y="142"/>
                    </a:lnTo>
                    <a:lnTo>
                      <a:pt x="1004" y="142"/>
                    </a:lnTo>
                    <a:lnTo>
                      <a:pt x="1002" y="146"/>
                    </a:lnTo>
                    <a:lnTo>
                      <a:pt x="1001" y="144"/>
                    </a:lnTo>
                    <a:lnTo>
                      <a:pt x="1001" y="146"/>
                    </a:lnTo>
                    <a:lnTo>
                      <a:pt x="1001" y="146"/>
                    </a:lnTo>
                    <a:lnTo>
                      <a:pt x="1001" y="147"/>
                    </a:lnTo>
                    <a:lnTo>
                      <a:pt x="1002" y="147"/>
                    </a:lnTo>
                    <a:lnTo>
                      <a:pt x="1002" y="147"/>
                    </a:lnTo>
                    <a:lnTo>
                      <a:pt x="1011" y="144"/>
                    </a:lnTo>
                    <a:lnTo>
                      <a:pt x="1012" y="144"/>
                    </a:lnTo>
                    <a:lnTo>
                      <a:pt x="1009" y="142"/>
                    </a:lnTo>
                    <a:lnTo>
                      <a:pt x="1007" y="139"/>
                    </a:lnTo>
                    <a:lnTo>
                      <a:pt x="1006" y="137"/>
                    </a:lnTo>
                    <a:lnTo>
                      <a:pt x="1006" y="137"/>
                    </a:lnTo>
                    <a:lnTo>
                      <a:pt x="1006" y="135"/>
                    </a:lnTo>
                    <a:lnTo>
                      <a:pt x="1004" y="135"/>
                    </a:lnTo>
                    <a:lnTo>
                      <a:pt x="1004" y="135"/>
                    </a:lnTo>
                    <a:lnTo>
                      <a:pt x="1002" y="135"/>
                    </a:lnTo>
                    <a:lnTo>
                      <a:pt x="1004" y="132"/>
                    </a:lnTo>
                    <a:lnTo>
                      <a:pt x="1004" y="130"/>
                    </a:lnTo>
                    <a:lnTo>
                      <a:pt x="1004" y="130"/>
                    </a:lnTo>
                    <a:lnTo>
                      <a:pt x="999" y="134"/>
                    </a:lnTo>
                    <a:lnTo>
                      <a:pt x="999" y="134"/>
                    </a:lnTo>
                    <a:lnTo>
                      <a:pt x="1001" y="134"/>
                    </a:lnTo>
                    <a:lnTo>
                      <a:pt x="999" y="135"/>
                    </a:lnTo>
                    <a:lnTo>
                      <a:pt x="999" y="135"/>
                    </a:lnTo>
                    <a:lnTo>
                      <a:pt x="999" y="137"/>
                    </a:lnTo>
                    <a:lnTo>
                      <a:pt x="999" y="137"/>
                    </a:lnTo>
                    <a:lnTo>
                      <a:pt x="999" y="137"/>
                    </a:lnTo>
                    <a:lnTo>
                      <a:pt x="997" y="135"/>
                    </a:lnTo>
                    <a:lnTo>
                      <a:pt x="997" y="137"/>
                    </a:lnTo>
                    <a:lnTo>
                      <a:pt x="997" y="137"/>
                    </a:lnTo>
                    <a:lnTo>
                      <a:pt x="997" y="137"/>
                    </a:lnTo>
                    <a:lnTo>
                      <a:pt x="997" y="139"/>
                    </a:lnTo>
                    <a:lnTo>
                      <a:pt x="995" y="139"/>
                    </a:lnTo>
                    <a:lnTo>
                      <a:pt x="995" y="141"/>
                    </a:lnTo>
                    <a:lnTo>
                      <a:pt x="997" y="141"/>
                    </a:lnTo>
                    <a:lnTo>
                      <a:pt x="997" y="142"/>
                    </a:lnTo>
                    <a:close/>
                    <a:moveTo>
                      <a:pt x="1386" y="98"/>
                    </a:moveTo>
                    <a:lnTo>
                      <a:pt x="1384" y="98"/>
                    </a:lnTo>
                    <a:lnTo>
                      <a:pt x="1381" y="96"/>
                    </a:lnTo>
                    <a:lnTo>
                      <a:pt x="1379" y="95"/>
                    </a:lnTo>
                    <a:lnTo>
                      <a:pt x="1372" y="95"/>
                    </a:lnTo>
                    <a:lnTo>
                      <a:pt x="1371" y="95"/>
                    </a:lnTo>
                    <a:lnTo>
                      <a:pt x="1367" y="95"/>
                    </a:lnTo>
                    <a:lnTo>
                      <a:pt x="1366" y="93"/>
                    </a:lnTo>
                    <a:lnTo>
                      <a:pt x="1364" y="95"/>
                    </a:lnTo>
                    <a:lnTo>
                      <a:pt x="1362" y="91"/>
                    </a:lnTo>
                    <a:lnTo>
                      <a:pt x="1359" y="91"/>
                    </a:lnTo>
                    <a:lnTo>
                      <a:pt x="1350" y="90"/>
                    </a:lnTo>
                    <a:lnTo>
                      <a:pt x="1349" y="88"/>
                    </a:lnTo>
                    <a:lnTo>
                      <a:pt x="1345" y="88"/>
                    </a:lnTo>
                    <a:lnTo>
                      <a:pt x="1344" y="88"/>
                    </a:lnTo>
                    <a:lnTo>
                      <a:pt x="1344" y="90"/>
                    </a:lnTo>
                    <a:lnTo>
                      <a:pt x="1342" y="90"/>
                    </a:lnTo>
                    <a:lnTo>
                      <a:pt x="1338" y="91"/>
                    </a:lnTo>
                    <a:lnTo>
                      <a:pt x="1333" y="91"/>
                    </a:lnTo>
                    <a:lnTo>
                      <a:pt x="1333" y="93"/>
                    </a:lnTo>
                    <a:lnTo>
                      <a:pt x="1335" y="95"/>
                    </a:lnTo>
                    <a:lnTo>
                      <a:pt x="1335" y="95"/>
                    </a:lnTo>
                    <a:lnTo>
                      <a:pt x="1337" y="95"/>
                    </a:lnTo>
                    <a:lnTo>
                      <a:pt x="1337" y="95"/>
                    </a:lnTo>
                    <a:lnTo>
                      <a:pt x="1338" y="96"/>
                    </a:lnTo>
                    <a:lnTo>
                      <a:pt x="1338" y="96"/>
                    </a:lnTo>
                    <a:lnTo>
                      <a:pt x="1337" y="96"/>
                    </a:lnTo>
                    <a:lnTo>
                      <a:pt x="1337" y="96"/>
                    </a:lnTo>
                    <a:lnTo>
                      <a:pt x="1337" y="98"/>
                    </a:lnTo>
                    <a:lnTo>
                      <a:pt x="1335" y="98"/>
                    </a:lnTo>
                    <a:lnTo>
                      <a:pt x="1335" y="98"/>
                    </a:lnTo>
                    <a:lnTo>
                      <a:pt x="1335" y="100"/>
                    </a:lnTo>
                    <a:lnTo>
                      <a:pt x="1335" y="100"/>
                    </a:lnTo>
                    <a:lnTo>
                      <a:pt x="1337" y="101"/>
                    </a:lnTo>
                    <a:lnTo>
                      <a:pt x="1337" y="103"/>
                    </a:lnTo>
                    <a:lnTo>
                      <a:pt x="1338" y="108"/>
                    </a:lnTo>
                    <a:lnTo>
                      <a:pt x="1338" y="108"/>
                    </a:lnTo>
                    <a:lnTo>
                      <a:pt x="1340" y="108"/>
                    </a:lnTo>
                    <a:lnTo>
                      <a:pt x="1340" y="110"/>
                    </a:lnTo>
                    <a:lnTo>
                      <a:pt x="1340" y="110"/>
                    </a:lnTo>
                    <a:lnTo>
                      <a:pt x="1340" y="112"/>
                    </a:lnTo>
                    <a:lnTo>
                      <a:pt x="1340" y="112"/>
                    </a:lnTo>
                    <a:lnTo>
                      <a:pt x="1338" y="113"/>
                    </a:lnTo>
                    <a:lnTo>
                      <a:pt x="1338" y="113"/>
                    </a:lnTo>
                    <a:lnTo>
                      <a:pt x="1337" y="113"/>
                    </a:lnTo>
                    <a:lnTo>
                      <a:pt x="1335" y="112"/>
                    </a:lnTo>
                    <a:lnTo>
                      <a:pt x="1332" y="108"/>
                    </a:lnTo>
                    <a:lnTo>
                      <a:pt x="1332" y="108"/>
                    </a:lnTo>
                    <a:lnTo>
                      <a:pt x="1332" y="110"/>
                    </a:lnTo>
                    <a:lnTo>
                      <a:pt x="1332" y="113"/>
                    </a:lnTo>
                    <a:lnTo>
                      <a:pt x="1330" y="112"/>
                    </a:lnTo>
                    <a:lnTo>
                      <a:pt x="1330" y="112"/>
                    </a:lnTo>
                    <a:lnTo>
                      <a:pt x="1328" y="103"/>
                    </a:lnTo>
                    <a:lnTo>
                      <a:pt x="1328" y="101"/>
                    </a:lnTo>
                    <a:lnTo>
                      <a:pt x="1327" y="101"/>
                    </a:lnTo>
                    <a:lnTo>
                      <a:pt x="1325" y="103"/>
                    </a:lnTo>
                    <a:lnTo>
                      <a:pt x="1325" y="105"/>
                    </a:lnTo>
                    <a:lnTo>
                      <a:pt x="1325" y="105"/>
                    </a:lnTo>
                    <a:lnTo>
                      <a:pt x="1325" y="105"/>
                    </a:lnTo>
                    <a:lnTo>
                      <a:pt x="1325" y="107"/>
                    </a:lnTo>
                    <a:lnTo>
                      <a:pt x="1325" y="107"/>
                    </a:lnTo>
                    <a:lnTo>
                      <a:pt x="1323" y="107"/>
                    </a:lnTo>
                    <a:lnTo>
                      <a:pt x="1323" y="107"/>
                    </a:lnTo>
                    <a:lnTo>
                      <a:pt x="1318" y="112"/>
                    </a:lnTo>
                    <a:lnTo>
                      <a:pt x="1316" y="113"/>
                    </a:lnTo>
                    <a:lnTo>
                      <a:pt x="1318" y="118"/>
                    </a:lnTo>
                    <a:lnTo>
                      <a:pt x="1318" y="118"/>
                    </a:lnTo>
                    <a:lnTo>
                      <a:pt x="1318" y="118"/>
                    </a:lnTo>
                    <a:lnTo>
                      <a:pt x="1318" y="120"/>
                    </a:lnTo>
                    <a:lnTo>
                      <a:pt x="1320" y="124"/>
                    </a:lnTo>
                    <a:lnTo>
                      <a:pt x="1320" y="124"/>
                    </a:lnTo>
                    <a:lnTo>
                      <a:pt x="1318" y="125"/>
                    </a:lnTo>
                    <a:lnTo>
                      <a:pt x="1320" y="127"/>
                    </a:lnTo>
                    <a:lnTo>
                      <a:pt x="1320" y="129"/>
                    </a:lnTo>
                    <a:lnTo>
                      <a:pt x="1321" y="130"/>
                    </a:lnTo>
                    <a:lnTo>
                      <a:pt x="1325" y="132"/>
                    </a:lnTo>
                    <a:lnTo>
                      <a:pt x="1325" y="134"/>
                    </a:lnTo>
                    <a:lnTo>
                      <a:pt x="1325" y="137"/>
                    </a:lnTo>
                    <a:lnTo>
                      <a:pt x="1325" y="144"/>
                    </a:lnTo>
                    <a:lnTo>
                      <a:pt x="1325" y="144"/>
                    </a:lnTo>
                    <a:lnTo>
                      <a:pt x="1325" y="142"/>
                    </a:lnTo>
                    <a:lnTo>
                      <a:pt x="1321" y="135"/>
                    </a:lnTo>
                    <a:lnTo>
                      <a:pt x="1321" y="134"/>
                    </a:lnTo>
                    <a:lnTo>
                      <a:pt x="1320" y="132"/>
                    </a:lnTo>
                    <a:lnTo>
                      <a:pt x="1320" y="132"/>
                    </a:lnTo>
                    <a:lnTo>
                      <a:pt x="1315" y="127"/>
                    </a:lnTo>
                    <a:lnTo>
                      <a:pt x="1313" y="127"/>
                    </a:lnTo>
                    <a:lnTo>
                      <a:pt x="1311" y="125"/>
                    </a:lnTo>
                    <a:lnTo>
                      <a:pt x="1311" y="125"/>
                    </a:lnTo>
                    <a:lnTo>
                      <a:pt x="1310" y="125"/>
                    </a:lnTo>
                    <a:lnTo>
                      <a:pt x="1310" y="127"/>
                    </a:lnTo>
                    <a:lnTo>
                      <a:pt x="1310" y="127"/>
                    </a:lnTo>
                    <a:lnTo>
                      <a:pt x="1310" y="129"/>
                    </a:lnTo>
                    <a:lnTo>
                      <a:pt x="1310" y="129"/>
                    </a:lnTo>
                    <a:lnTo>
                      <a:pt x="1310" y="134"/>
                    </a:lnTo>
                    <a:lnTo>
                      <a:pt x="1310" y="139"/>
                    </a:lnTo>
                    <a:lnTo>
                      <a:pt x="1310" y="142"/>
                    </a:lnTo>
                    <a:lnTo>
                      <a:pt x="1310" y="146"/>
                    </a:lnTo>
                    <a:lnTo>
                      <a:pt x="1308" y="149"/>
                    </a:lnTo>
                    <a:lnTo>
                      <a:pt x="1306" y="149"/>
                    </a:lnTo>
                    <a:lnTo>
                      <a:pt x="1305" y="151"/>
                    </a:lnTo>
                    <a:lnTo>
                      <a:pt x="1303" y="152"/>
                    </a:lnTo>
                    <a:lnTo>
                      <a:pt x="1301" y="151"/>
                    </a:lnTo>
                    <a:lnTo>
                      <a:pt x="1301" y="151"/>
                    </a:lnTo>
                    <a:lnTo>
                      <a:pt x="1305" y="147"/>
                    </a:lnTo>
                    <a:lnTo>
                      <a:pt x="1306" y="144"/>
                    </a:lnTo>
                    <a:lnTo>
                      <a:pt x="1306" y="141"/>
                    </a:lnTo>
                    <a:lnTo>
                      <a:pt x="1305" y="134"/>
                    </a:lnTo>
                    <a:lnTo>
                      <a:pt x="1305" y="134"/>
                    </a:lnTo>
                    <a:lnTo>
                      <a:pt x="1306" y="134"/>
                    </a:lnTo>
                    <a:lnTo>
                      <a:pt x="1306" y="134"/>
                    </a:lnTo>
                    <a:lnTo>
                      <a:pt x="1308" y="124"/>
                    </a:lnTo>
                    <a:lnTo>
                      <a:pt x="1308" y="124"/>
                    </a:lnTo>
                    <a:lnTo>
                      <a:pt x="1306" y="122"/>
                    </a:lnTo>
                    <a:lnTo>
                      <a:pt x="1306" y="120"/>
                    </a:lnTo>
                    <a:lnTo>
                      <a:pt x="1306" y="118"/>
                    </a:lnTo>
                    <a:lnTo>
                      <a:pt x="1306" y="117"/>
                    </a:lnTo>
                    <a:lnTo>
                      <a:pt x="1308" y="115"/>
                    </a:lnTo>
                    <a:lnTo>
                      <a:pt x="1308" y="113"/>
                    </a:lnTo>
                    <a:lnTo>
                      <a:pt x="1308" y="112"/>
                    </a:lnTo>
                    <a:lnTo>
                      <a:pt x="1308" y="110"/>
                    </a:lnTo>
                    <a:lnTo>
                      <a:pt x="1308" y="108"/>
                    </a:lnTo>
                    <a:lnTo>
                      <a:pt x="1310" y="107"/>
                    </a:lnTo>
                    <a:lnTo>
                      <a:pt x="1310" y="107"/>
                    </a:lnTo>
                    <a:lnTo>
                      <a:pt x="1311" y="100"/>
                    </a:lnTo>
                    <a:lnTo>
                      <a:pt x="1311" y="98"/>
                    </a:lnTo>
                    <a:lnTo>
                      <a:pt x="1310" y="96"/>
                    </a:lnTo>
                    <a:lnTo>
                      <a:pt x="1311" y="95"/>
                    </a:lnTo>
                    <a:lnTo>
                      <a:pt x="1313" y="95"/>
                    </a:lnTo>
                    <a:lnTo>
                      <a:pt x="1315" y="95"/>
                    </a:lnTo>
                    <a:lnTo>
                      <a:pt x="1316" y="95"/>
                    </a:lnTo>
                    <a:lnTo>
                      <a:pt x="1316" y="95"/>
                    </a:lnTo>
                    <a:lnTo>
                      <a:pt x="1316" y="95"/>
                    </a:lnTo>
                    <a:lnTo>
                      <a:pt x="1316" y="93"/>
                    </a:lnTo>
                    <a:lnTo>
                      <a:pt x="1316" y="90"/>
                    </a:lnTo>
                    <a:lnTo>
                      <a:pt x="1316" y="88"/>
                    </a:lnTo>
                    <a:lnTo>
                      <a:pt x="1316" y="86"/>
                    </a:lnTo>
                    <a:lnTo>
                      <a:pt x="1316" y="86"/>
                    </a:lnTo>
                    <a:lnTo>
                      <a:pt x="1318" y="86"/>
                    </a:lnTo>
                    <a:lnTo>
                      <a:pt x="1320" y="88"/>
                    </a:lnTo>
                    <a:lnTo>
                      <a:pt x="1320" y="86"/>
                    </a:lnTo>
                    <a:lnTo>
                      <a:pt x="1320" y="86"/>
                    </a:lnTo>
                    <a:lnTo>
                      <a:pt x="1320" y="85"/>
                    </a:lnTo>
                    <a:lnTo>
                      <a:pt x="1320" y="85"/>
                    </a:lnTo>
                    <a:lnTo>
                      <a:pt x="1320" y="83"/>
                    </a:lnTo>
                    <a:lnTo>
                      <a:pt x="1318" y="83"/>
                    </a:lnTo>
                    <a:lnTo>
                      <a:pt x="1318" y="83"/>
                    </a:lnTo>
                    <a:lnTo>
                      <a:pt x="1316" y="83"/>
                    </a:lnTo>
                    <a:lnTo>
                      <a:pt x="1315" y="83"/>
                    </a:lnTo>
                    <a:lnTo>
                      <a:pt x="1315" y="83"/>
                    </a:lnTo>
                    <a:lnTo>
                      <a:pt x="1310" y="79"/>
                    </a:lnTo>
                    <a:lnTo>
                      <a:pt x="1310" y="78"/>
                    </a:lnTo>
                    <a:lnTo>
                      <a:pt x="1308" y="78"/>
                    </a:lnTo>
                    <a:lnTo>
                      <a:pt x="1308" y="78"/>
                    </a:lnTo>
                    <a:lnTo>
                      <a:pt x="1306" y="78"/>
                    </a:lnTo>
                    <a:lnTo>
                      <a:pt x="1305" y="76"/>
                    </a:lnTo>
                    <a:lnTo>
                      <a:pt x="1305" y="74"/>
                    </a:lnTo>
                    <a:lnTo>
                      <a:pt x="1305" y="74"/>
                    </a:lnTo>
                    <a:lnTo>
                      <a:pt x="1305" y="74"/>
                    </a:lnTo>
                    <a:lnTo>
                      <a:pt x="1301" y="73"/>
                    </a:lnTo>
                    <a:lnTo>
                      <a:pt x="1301" y="71"/>
                    </a:lnTo>
                    <a:lnTo>
                      <a:pt x="1299" y="71"/>
                    </a:lnTo>
                    <a:lnTo>
                      <a:pt x="1299" y="73"/>
                    </a:lnTo>
                    <a:lnTo>
                      <a:pt x="1298" y="73"/>
                    </a:lnTo>
                    <a:lnTo>
                      <a:pt x="1296" y="73"/>
                    </a:lnTo>
                    <a:lnTo>
                      <a:pt x="1296" y="73"/>
                    </a:lnTo>
                    <a:lnTo>
                      <a:pt x="1296" y="73"/>
                    </a:lnTo>
                    <a:lnTo>
                      <a:pt x="1294" y="71"/>
                    </a:lnTo>
                    <a:lnTo>
                      <a:pt x="1294" y="69"/>
                    </a:lnTo>
                    <a:lnTo>
                      <a:pt x="1296" y="69"/>
                    </a:lnTo>
                    <a:lnTo>
                      <a:pt x="1296" y="69"/>
                    </a:lnTo>
                    <a:lnTo>
                      <a:pt x="1294" y="68"/>
                    </a:lnTo>
                    <a:lnTo>
                      <a:pt x="1293" y="66"/>
                    </a:lnTo>
                    <a:lnTo>
                      <a:pt x="1291" y="64"/>
                    </a:lnTo>
                    <a:lnTo>
                      <a:pt x="1289" y="64"/>
                    </a:lnTo>
                    <a:lnTo>
                      <a:pt x="1288" y="64"/>
                    </a:lnTo>
                    <a:lnTo>
                      <a:pt x="1288" y="62"/>
                    </a:lnTo>
                    <a:lnTo>
                      <a:pt x="1289" y="61"/>
                    </a:lnTo>
                    <a:lnTo>
                      <a:pt x="1289" y="59"/>
                    </a:lnTo>
                    <a:lnTo>
                      <a:pt x="1288" y="59"/>
                    </a:lnTo>
                    <a:lnTo>
                      <a:pt x="1288" y="59"/>
                    </a:lnTo>
                    <a:lnTo>
                      <a:pt x="1288" y="59"/>
                    </a:lnTo>
                    <a:lnTo>
                      <a:pt x="1288" y="61"/>
                    </a:lnTo>
                    <a:lnTo>
                      <a:pt x="1286" y="61"/>
                    </a:lnTo>
                    <a:lnTo>
                      <a:pt x="1286" y="61"/>
                    </a:lnTo>
                    <a:lnTo>
                      <a:pt x="1286" y="61"/>
                    </a:lnTo>
                    <a:lnTo>
                      <a:pt x="1284" y="59"/>
                    </a:lnTo>
                    <a:lnTo>
                      <a:pt x="1286" y="57"/>
                    </a:lnTo>
                    <a:lnTo>
                      <a:pt x="1284" y="56"/>
                    </a:lnTo>
                    <a:lnTo>
                      <a:pt x="1284" y="56"/>
                    </a:lnTo>
                    <a:lnTo>
                      <a:pt x="1282" y="56"/>
                    </a:lnTo>
                    <a:lnTo>
                      <a:pt x="1282" y="54"/>
                    </a:lnTo>
                    <a:lnTo>
                      <a:pt x="1279" y="49"/>
                    </a:lnTo>
                    <a:lnTo>
                      <a:pt x="1279" y="47"/>
                    </a:lnTo>
                    <a:lnTo>
                      <a:pt x="1274" y="44"/>
                    </a:lnTo>
                    <a:lnTo>
                      <a:pt x="1272" y="42"/>
                    </a:lnTo>
                    <a:lnTo>
                      <a:pt x="1272" y="40"/>
                    </a:lnTo>
                    <a:lnTo>
                      <a:pt x="1271" y="39"/>
                    </a:lnTo>
                    <a:lnTo>
                      <a:pt x="1267" y="35"/>
                    </a:lnTo>
                    <a:lnTo>
                      <a:pt x="1267" y="35"/>
                    </a:lnTo>
                    <a:lnTo>
                      <a:pt x="1267" y="35"/>
                    </a:lnTo>
                    <a:lnTo>
                      <a:pt x="1265" y="35"/>
                    </a:lnTo>
                    <a:lnTo>
                      <a:pt x="1265" y="35"/>
                    </a:lnTo>
                    <a:lnTo>
                      <a:pt x="1265" y="35"/>
                    </a:lnTo>
                    <a:lnTo>
                      <a:pt x="1264" y="34"/>
                    </a:lnTo>
                    <a:lnTo>
                      <a:pt x="1260" y="32"/>
                    </a:lnTo>
                    <a:lnTo>
                      <a:pt x="1260" y="32"/>
                    </a:lnTo>
                    <a:lnTo>
                      <a:pt x="1259" y="30"/>
                    </a:lnTo>
                    <a:lnTo>
                      <a:pt x="1257" y="28"/>
                    </a:lnTo>
                    <a:lnTo>
                      <a:pt x="1257" y="28"/>
                    </a:lnTo>
                    <a:lnTo>
                      <a:pt x="1255" y="30"/>
                    </a:lnTo>
                    <a:lnTo>
                      <a:pt x="1255" y="28"/>
                    </a:lnTo>
                    <a:lnTo>
                      <a:pt x="1254" y="28"/>
                    </a:lnTo>
                    <a:lnTo>
                      <a:pt x="1252" y="27"/>
                    </a:lnTo>
                    <a:lnTo>
                      <a:pt x="1254" y="25"/>
                    </a:lnTo>
                    <a:lnTo>
                      <a:pt x="1254" y="23"/>
                    </a:lnTo>
                    <a:lnTo>
                      <a:pt x="1252" y="22"/>
                    </a:lnTo>
                    <a:lnTo>
                      <a:pt x="1252" y="20"/>
                    </a:lnTo>
                    <a:lnTo>
                      <a:pt x="1252" y="18"/>
                    </a:lnTo>
                    <a:lnTo>
                      <a:pt x="1250" y="18"/>
                    </a:lnTo>
                    <a:lnTo>
                      <a:pt x="1248" y="20"/>
                    </a:lnTo>
                    <a:lnTo>
                      <a:pt x="1248" y="20"/>
                    </a:lnTo>
                    <a:lnTo>
                      <a:pt x="1248" y="20"/>
                    </a:lnTo>
                    <a:lnTo>
                      <a:pt x="1248" y="18"/>
                    </a:lnTo>
                    <a:lnTo>
                      <a:pt x="1247" y="18"/>
                    </a:lnTo>
                    <a:lnTo>
                      <a:pt x="1247" y="18"/>
                    </a:lnTo>
                    <a:lnTo>
                      <a:pt x="1245" y="18"/>
                    </a:lnTo>
                    <a:lnTo>
                      <a:pt x="1245" y="17"/>
                    </a:lnTo>
                    <a:lnTo>
                      <a:pt x="1245" y="17"/>
                    </a:lnTo>
                    <a:lnTo>
                      <a:pt x="1243" y="15"/>
                    </a:lnTo>
                    <a:lnTo>
                      <a:pt x="1242" y="15"/>
                    </a:lnTo>
                    <a:lnTo>
                      <a:pt x="1242" y="17"/>
                    </a:lnTo>
                    <a:lnTo>
                      <a:pt x="1243" y="18"/>
                    </a:lnTo>
                    <a:lnTo>
                      <a:pt x="1243" y="20"/>
                    </a:lnTo>
                    <a:lnTo>
                      <a:pt x="1240" y="18"/>
                    </a:lnTo>
                    <a:lnTo>
                      <a:pt x="1238" y="18"/>
                    </a:lnTo>
                    <a:lnTo>
                      <a:pt x="1235" y="15"/>
                    </a:lnTo>
                    <a:lnTo>
                      <a:pt x="1235" y="13"/>
                    </a:lnTo>
                    <a:lnTo>
                      <a:pt x="1233" y="15"/>
                    </a:lnTo>
                    <a:lnTo>
                      <a:pt x="1233" y="18"/>
                    </a:lnTo>
                    <a:lnTo>
                      <a:pt x="1231" y="18"/>
                    </a:lnTo>
                    <a:lnTo>
                      <a:pt x="1231" y="18"/>
                    </a:lnTo>
                    <a:lnTo>
                      <a:pt x="1230" y="18"/>
                    </a:lnTo>
                    <a:lnTo>
                      <a:pt x="1230" y="17"/>
                    </a:lnTo>
                    <a:lnTo>
                      <a:pt x="1230" y="15"/>
                    </a:lnTo>
                    <a:lnTo>
                      <a:pt x="1230" y="13"/>
                    </a:lnTo>
                    <a:lnTo>
                      <a:pt x="1228" y="13"/>
                    </a:lnTo>
                    <a:lnTo>
                      <a:pt x="1228" y="13"/>
                    </a:lnTo>
                    <a:lnTo>
                      <a:pt x="1228" y="15"/>
                    </a:lnTo>
                    <a:lnTo>
                      <a:pt x="1228" y="15"/>
                    </a:lnTo>
                    <a:lnTo>
                      <a:pt x="1228" y="17"/>
                    </a:lnTo>
                    <a:lnTo>
                      <a:pt x="1228" y="17"/>
                    </a:lnTo>
                    <a:lnTo>
                      <a:pt x="1226" y="20"/>
                    </a:lnTo>
                    <a:lnTo>
                      <a:pt x="1225" y="20"/>
                    </a:lnTo>
                    <a:lnTo>
                      <a:pt x="1223" y="18"/>
                    </a:lnTo>
                    <a:lnTo>
                      <a:pt x="1223" y="17"/>
                    </a:lnTo>
                    <a:lnTo>
                      <a:pt x="1221" y="15"/>
                    </a:lnTo>
                    <a:lnTo>
                      <a:pt x="1221" y="13"/>
                    </a:lnTo>
                    <a:lnTo>
                      <a:pt x="1220" y="13"/>
                    </a:lnTo>
                    <a:lnTo>
                      <a:pt x="1220" y="11"/>
                    </a:lnTo>
                    <a:lnTo>
                      <a:pt x="1220" y="10"/>
                    </a:lnTo>
                    <a:lnTo>
                      <a:pt x="1220" y="8"/>
                    </a:lnTo>
                    <a:lnTo>
                      <a:pt x="1218" y="10"/>
                    </a:lnTo>
                    <a:lnTo>
                      <a:pt x="1220" y="8"/>
                    </a:lnTo>
                    <a:lnTo>
                      <a:pt x="1218" y="6"/>
                    </a:lnTo>
                    <a:lnTo>
                      <a:pt x="1218" y="8"/>
                    </a:lnTo>
                    <a:lnTo>
                      <a:pt x="1216" y="8"/>
                    </a:lnTo>
                    <a:lnTo>
                      <a:pt x="1216" y="5"/>
                    </a:lnTo>
                    <a:lnTo>
                      <a:pt x="1216" y="5"/>
                    </a:lnTo>
                    <a:lnTo>
                      <a:pt x="1215" y="3"/>
                    </a:lnTo>
                    <a:lnTo>
                      <a:pt x="1213" y="3"/>
                    </a:lnTo>
                    <a:lnTo>
                      <a:pt x="1213" y="1"/>
                    </a:lnTo>
                    <a:lnTo>
                      <a:pt x="1209" y="0"/>
                    </a:lnTo>
                    <a:lnTo>
                      <a:pt x="1208" y="0"/>
                    </a:lnTo>
                    <a:lnTo>
                      <a:pt x="1206" y="0"/>
                    </a:lnTo>
                    <a:lnTo>
                      <a:pt x="1206" y="1"/>
                    </a:lnTo>
                    <a:lnTo>
                      <a:pt x="1206" y="1"/>
                    </a:lnTo>
                    <a:lnTo>
                      <a:pt x="1208" y="3"/>
                    </a:lnTo>
                    <a:lnTo>
                      <a:pt x="1206" y="3"/>
                    </a:lnTo>
                    <a:lnTo>
                      <a:pt x="1206" y="1"/>
                    </a:lnTo>
                    <a:lnTo>
                      <a:pt x="1204" y="1"/>
                    </a:lnTo>
                    <a:lnTo>
                      <a:pt x="1203" y="1"/>
                    </a:lnTo>
                    <a:lnTo>
                      <a:pt x="1201" y="1"/>
                    </a:lnTo>
                    <a:lnTo>
                      <a:pt x="1201" y="3"/>
                    </a:lnTo>
                    <a:lnTo>
                      <a:pt x="1203" y="5"/>
                    </a:lnTo>
                    <a:lnTo>
                      <a:pt x="1203" y="5"/>
                    </a:lnTo>
                    <a:lnTo>
                      <a:pt x="1203" y="6"/>
                    </a:lnTo>
                    <a:lnTo>
                      <a:pt x="1203" y="6"/>
                    </a:lnTo>
                    <a:lnTo>
                      <a:pt x="1201" y="6"/>
                    </a:lnTo>
                    <a:lnTo>
                      <a:pt x="1201" y="6"/>
                    </a:lnTo>
                    <a:lnTo>
                      <a:pt x="1201" y="8"/>
                    </a:lnTo>
                    <a:lnTo>
                      <a:pt x="1199" y="8"/>
                    </a:lnTo>
                    <a:lnTo>
                      <a:pt x="1199" y="6"/>
                    </a:lnTo>
                    <a:lnTo>
                      <a:pt x="1199" y="5"/>
                    </a:lnTo>
                    <a:lnTo>
                      <a:pt x="1199" y="3"/>
                    </a:lnTo>
                    <a:lnTo>
                      <a:pt x="1198" y="3"/>
                    </a:lnTo>
                    <a:lnTo>
                      <a:pt x="1198" y="3"/>
                    </a:lnTo>
                    <a:lnTo>
                      <a:pt x="1198" y="5"/>
                    </a:lnTo>
                    <a:lnTo>
                      <a:pt x="1196" y="5"/>
                    </a:lnTo>
                    <a:lnTo>
                      <a:pt x="1194" y="5"/>
                    </a:lnTo>
                    <a:lnTo>
                      <a:pt x="1192" y="5"/>
                    </a:lnTo>
                    <a:lnTo>
                      <a:pt x="1192" y="6"/>
                    </a:lnTo>
                    <a:lnTo>
                      <a:pt x="1194" y="10"/>
                    </a:lnTo>
                    <a:lnTo>
                      <a:pt x="1194" y="10"/>
                    </a:lnTo>
                    <a:lnTo>
                      <a:pt x="1196" y="13"/>
                    </a:lnTo>
                    <a:lnTo>
                      <a:pt x="1196" y="13"/>
                    </a:lnTo>
                    <a:lnTo>
                      <a:pt x="1196" y="15"/>
                    </a:lnTo>
                    <a:lnTo>
                      <a:pt x="1198" y="15"/>
                    </a:lnTo>
                    <a:lnTo>
                      <a:pt x="1198" y="17"/>
                    </a:lnTo>
                    <a:lnTo>
                      <a:pt x="1199" y="17"/>
                    </a:lnTo>
                    <a:lnTo>
                      <a:pt x="1199" y="17"/>
                    </a:lnTo>
                    <a:lnTo>
                      <a:pt x="1201" y="17"/>
                    </a:lnTo>
                    <a:lnTo>
                      <a:pt x="1201" y="18"/>
                    </a:lnTo>
                    <a:lnTo>
                      <a:pt x="1201" y="18"/>
                    </a:lnTo>
                    <a:lnTo>
                      <a:pt x="1199" y="18"/>
                    </a:lnTo>
                    <a:lnTo>
                      <a:pt x="1198" y="18"/>
                    </a:lnTo>
                    <a:lnTo>
                      <a:pt x="1198" y="18"/>
                    </a:lnTo>
                    <a:lnTo>
                      <a:pt x="1198" y="20"/>
                    </a:lnTo>
                    <a:lnTo>
                      <a:pt x="1199" y="20"/>
                    </a:lnTo>
                    <a:lnTo>
                      <a:pt x="1201" y="20"/>
                    </a:lnTo>
                    <a:lnTo>
                      <a:pt x="1199" y="22"/>
                    </a:lnTo>
                    <a:lnTo>
                      <a:pt x="1198" y="22"/>
                    </a:lnTo>
                    <a:lnTo>
                      <a:pt x="1196" y="20"/>
                    </a:lnTo>
                    <a:lnTo>
                      <a:pt x="1196" y="20"/>
                    </a:lnTo>
                    <a:lnTo>
                      <a:pt x="1194" y="22"/>
                    </a:lnTo>
                    <a:lnTo>
                      <a:pt x="1194" y="20"/>
                    </a:lnTo>
                    <a:lnTo>
                      <a:pt x="1192" y="22"/>
                    </a:lnTo>
                    <a:lnTo>
                      <a:pt x="1192" y="22"/>
                    </a:lnTo>
                    <a:lnTo>
                      <a:pt x="1191" y="22"/>
                    </a:lnTo>
                    <a:lnTo>
                      <a:pt x="1189" y="22"/>
                    </a:lnTo>
                    <a:lnTo>
                      <a:pt x="1189" y="22"/>
                    </a:lnTo>
                    <a:lnTo>
                      <a:pt x="1189" y="23"/>
                    </a:lnTo>
                    <a:lnTo>
                      <a:pt x="1189" y="23"/>
                    </a:lnTo>
                    <a:lnTo>
                      <a:pt x="1189" y="25"/>
                    </a:lnTo>
                    <a:lnTo>
                      <a:pt x="1191" y="25"/>
                    </a:lnTo>
                    <a:lnTo>
                      <a:pt x="1191" y="25"/>
                    </a:lnTo>
                    <a:lnTo>
                      <a:pt x="1191" y="25"/>
                    </a:lnTo>
                    <a:lnTo>
                      <a:pt x="1192" y="23"/>
                    </a:lnTo>
                    <a:lnTo>
                      <a:pt x="1192" y="23"/>
                    </a:lnTo>
                    <a:lnTo>
                      <a:pt x="1192" y="25"/>
                    </a:lnTo>
                    <a:lnTo>
                      <a:pt x="1191" y="27"/>
                    </a:lnTo>
                    <a:lnTo>
                      <a:pt x="1191" y="28"/>
                    </a:lnTo>
                    <a:lnTo>
                      <a:pt x="1191" y="30"/>
                    </a:lnTo>
                    <a:lnTo>
                      <a:pt x="1191" y="30"/>
                    </a:lnTo>
                    <a:lnTo>
                      <a:pt x="1189" y="34"/>
                    </a:lnTo>
                    <a:lnTo>
                      <a:pt x="1187" y="34"/>
                    </a:lnTo>
                    <a:lnTo>
                      <a:pt x="1187" y="34"/>
                    </a:lnTo>
                    <a:lnTo>
                      <a:pt x="1187" y="32"/>
                    </a:lnTo>
                    <a:lnTo>
                      <a:pt x="1186" y="30"/>
                    </a:lnTo>
                    <a:lnTo>
                      <a:pt x="1186" y="30"/>
                    </a:lnTo>
                    <a:lnTo>
                      <a:pt x="1184" y="28"/>
                    </a:lnTo>
                    <a:lnTo>
                      <a:pt x="1184" y="28"/>
                    </a:lnTo>
                    <a:lnTo>
                      <a:pt x="1184" y="30"/>
                    </a:lnTo>
                    <a:lnTo>
                      <a:pt x="1184" y="30"/>
                    </a:lnTo>
                    <a:lnTo>
                      <a:pt x="1184" y="32"/>
                    </a:lnTo>
                    <a:lnTo>
                      <a:pt x="1184" y="32"/>
                    </a:lnTo>
                    <a:lnTo>
                      <a:pt x="1184" y="34"/>
                    </a:lnTo>
                    <a:lnTo>
                      <a:pt x="1184" y="34"/>
                    </a:lnTo>
                    <a:lnTo>
                      <a:pt x="1184" y="35"/>
                    </a:lnTo>
                    <a:lnTo>
                      <a:pt x="1184" y="35"/>
                    </a:lnTo>
                    <a:lnTo>
                      <a:pt x="1184" y="37"/>
                    </a:lnTo>
                    <a:lnTo>
                      <a:pt x="1182" y="37"/>
                    </a:lnTo>
                    <a:lnTo>
                      <a:pt x="1181" y="37"/>
                    </a:lnTo>
                    <a:lnTo>
                      <a:pt x="1181" y="39"/>
                    </a:lnTo>
                    <a:lnTo>
                      <a:pt x="1181" y="39"/>
                    </a:lnTo>
                    <a:lnTo>
                      <a:pt x="1181" y="40"/>
                    </a:lnTo>
                    <a:lnTo>
                      <a:pt x="1181" y="42"/>
                    </a:lnTo>
                    <a:lnTo>
                      <a:pt x="1179" y="42"/>
                    </a:lnTo>
                    <a:lnTo>
                      <a:pt x="1179" y="42"/>
                    </a:lnTo>
                    <a:lnTo>
                      <a:pt x="1177" y="40"/>
                    </a:lnTo>
                    <a:lnTo>
                      <a:pt x="1177" y="40"/>
                    </a:lnTo>
                    <a:lnTo>
                      <a:pt x="1177" y="39"/>
                    </a:lnTo>
                    <a:lnTo>
                      <a:pt x="1177" y="37"/>
                    </a:lnTo>
                    <a:lnTo>
                      <a:pt x="1177" y="35"/>
                    </a:lnTo>
                    <a:lnTo>
                      <a:pt x="1175" y="35"/>
                    </a:lnTo>
                    <a:lnTo>
                      <a:pt x="1175" y="35"/>
                    </a:lnTo>
                    <a:lnTo>
                      <a:pt x="1174" y="35"/>
                    </a:lnTo>
                    <a:lnTo>
                      <a:pt x="1172" y="35"/>
                    </a:lnTo>
                    <a:lnTo>
                      <a:pt x="1172" y="35"/>
                    </a:lnTo>
                    <a:lnTo>
                      <a:pt x="1170" y="34"/>
                    </a:lnTo>
                    <a:lnTo>
                      <a:pt x="1170" y="34"/>
                    </a:lnTo>
                    <a:lnTo>
                      <a:pt x="1174" y="30"/>
                    </a:lnTo>
                    <a:lnTo>
                      <a:pt x="1172" y="28"/>
                    </a:lnTo>
                    <a:lnTo>
                      <a:pt x="1170" y="30"/>
                    </a:lnTo>
                    <a:lnTo>
                      <a:pt x="1167" y="30"/>
                    </a:lnTo>
                    <a:lnTo>
                      <a:pt x="1167" y="30"/>
                    </a:lnTo>
                    <a:lnTo>
                      <a:pt x="1169" y="28"/>
                    </a:lnTo>
                    <a:lnTo>
                      <a:pt x="1170" y="25"/>
                    </a:lnTo>
                    <a:lnTo>
                      <a:pt x="1170" y="25"/>
                    </a:lnTo>
                    <a:lnTo>
                      <a:pt x="1170" y="23"/>
                    </a:lnTo>
                    <a:lnTo>
                      <a:pt x="1172" y="22"/>
                    </a:lnTo>
                    <a:lnTo>
                      <a:pt x="1172" y="22"/>
                    </a:lnTo>
                    <a:lnTo>
                      <a:pt x="1172" y="22"/>
                    </a:lnTo>
                    <a:lnTo>
                      <a:pt x="1172" y="20"/>
                    </a:lnTo>
                    <a:lnTo>
                      <a:pt x="1174" y="20"/>
                    </a:lnTo>
                    <a:lnTo>
                      <a:pt x="1174" y="18"/>
                    </a:lnTo>
                    <a:lnTo>
                      <a:pt x="1175" y="18"/>
                    </a:lnTo>
                    <a:lnTo>
                      <a:pt x="1177" y="18"/>
                    </a:lnTo>
                    <a:lnTo>
                      <a:pt x="1174" y="17"/>
                    </a:lnTo>
                    <a:lnTo>
                      <a:pt x="1174" y="17"/>
                    </a:lnTo>
                    <a:lnTo>
                      <a:pt x="1172" y="18"/>
                    </a:lnTo>
                    <a:lnTo>
                      <a:pt x="1170" y="20"/>
                    </a:lnTo>
                    <a:lnTo>
                      <a:pt x="1170" y="22"/>
                    </a:lnTo>
                    <a:lnTo>
                      <a:pt x="1169" y="22"/>
                    </a:lnTo>
                    <a:lnTo>
                      <a:pt x="1167" y="22"/>
                    </a:lnTo>
                    <a:lnTo>
                      <a:pt x="1165" y="20"/>
                    </a:lnTo>
                    <a:lnTo>
                      <a:pt x="1164" y="22"/>
                    </a:lnTo>
                    <a:lnTo>
                      <a:pt x="1162" y="23"/>
                    </a:lnTo>
                    <a:lnTo>
                      <a:pt x="1160" y="27"/>
                    </a:lnTo>
                    <a:lnTo>
                      <a:pt x="1158" y="27"/>
                    </a:lnTo>
                    <a:lnTo>
                      <a:pt x="1157" y="27"/>
                    </a:lnTo>
                    <a:lnTo>
                      <a:pt x="1157" y="28"/>
                    </a:lnTo>
                    <a:lnTo>
                      <a:pt x="1157" y="28"/>
                    </a:lnTo>
                    <a:lnTo>
                      <a:pt x="1157" y="28"/>
                    </a:lnTo>
                    <a:lnTo>
                      <a:pt x="1157" y="30"/>
                    </a:lnTo>
                    <a:lnTo>
                      <a:pt x="1155" y="30"/>
                    </a:lnTo>
                    <a:lnTo>
                      <a:pt x="1155" y="30"/>
                    </a:lnTo>
                    <a:lnTo>
                      <a:pt x="1155" y="32"/>
                    </a:lnTo>
                    <a:lnTo>
                      <a:pt x="1155" y="34"/>
                    </a:lnTo>
                    <a:lnTo>
                      <a:pt x="1153" y="34"/>
                    </a:lnTo>
                    <a:lnTo>
                      <a:pt x="1153" y="35"/>
                    </a:lnTo>
                    <a:lnTo>
                      <a:pt x="1153" y="35"/>
                    </a:lnTo>
                    <a:lnTo>
                      <a:pt x="1155" y="35"/>
                    </a:lnTo>
                    <a:lnTo>
                      <a:pt x="1155" y="35"/>
                    </a:lnTo>
                    <a:lnTo>
                      <a:pt x="1155" y="35"/>
                    </a:lnTo>
                    <a:lnTo>
                      <a:pt x="1157" y="37"/>
                    </a:lnTo>
                    <a:lnTo>
                      <a:pt x="1158" y="39"/>
                    </a:lnTo>
                    <a:lnTo>
                      <a:pt x="1158" y="39"/>
                    </a:lnTo>
                    <a:lnTo>
                      <a:pt x="1155" y="40"/>
                    </a:lnTo>
                    <a:lnTo>
                      <a:pt x="1153" y="40"/>
                    </a:lnTo>
                    <a:lnTo>
                      <a:pt x="1153" y="42"/>
                    </a:lnTo>
                    <a:lnTo>
                      <a:pt x="1153" y="42"/>
                    </a:lnTo>
                    <a:lnTo>
                      <a:pt x="1153" y="42"/>
                    </a:lnTo>
                    <a:lnTo>
                      <a:pt x="1152" y="40"/>
                    </a:lnTo>
                    <a:lnTo>
                      <a:pt x="1152" y="40"/>
                    </a:lnTo>
                    <a:lnTo>
                      <a:pt x="1150" y="42"/>
                    </a:lnTo>
                    <a:lnTo>
                      <a:pt x="1150" y="42"/>
                    </a:lnTo>
                    <a:lnTo>
                      <a:pt x="1148" y="42"/>
                    </a:lnTo>
                    <a:lnTo>
                      <a:pt x="1148" y="42"/>
                    </a:lnTo>
                    <a:lnTo>
                      <a:pt x="1147" y="42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40"/>
                    </a:lnTo>
                    <a:lnTo>
                      <a:pt x="1148" y="39"/>
                    </a:lnTo>
                    <a:lnTo>
                      <a:pt x="1147" y="39"/>
                    </a:lnTo>
                    <a:lnTo>
                      <a:pt x="1145" y="37"/>
                    </a:lnTo>
                    <a:lnTo>
                      <a:pt x="1145" y="34"/>
                    </a:lnTo>
                    <a:lnTo>
                      <a:pt x="1143" y="35"/>
                    </a:lnTo>
                    <a:lnTo>
                      <a:pt x="1145" y="34"/>
                    </a:lnTo>
                    <a:lnTo>
                      <a:pt x="1147" y="32"/>
                    </a:lnTo>
                    <a:lnTo>
                      <a:pt x="1147" y="30"/>
                    </a:lnTo>
                    <a:lnTo>
                      <a:pt x="1145" y="30"/>
                    </a:lnTo>
                    <a:lnTo>
                      <a:pt x="1141" y="30"/>
                    </a:lnTo>
                    <a:lnTo>
                      <a:pt x="1143" y="28"/>
                    </a:lnTo>
                    <a:lnTo>
                      <a:pt x="1141" y="28"/>
                    </a:lnTo>
                    <a:lnTo>
                      <a:pt x="1143" y="27"/>
                    </a:lnTo>
                    <a:lnTo>
                      <a:pt x="1145" y="27"/>
                    </a:lnTo>
                    <a:lnTo>
                      <a:pt x="1147" y="27"/>
                    </a:lnTo>
                    <a:lnTo>
                      <a:pt x="1147" y="25"/>
                    </a:lnTo>
                    <a:lnTo>
                      <a:pt x="1145" y="25"/>
                    </a:lnTo>
                    <a:lnTo>
                      <a:pt x="1141" y="23"/>
                    </a:lnTo>
                    <a:lnTo>
                      <a:pt x="1143" y="23"/>
                    </a:lnTo>
                    <a:lnTo>
                      <a:pt x="1147" y="22"/>
                    </a:lnTo>
                    <a:lnTo>
                      <a:pt x="1147" y="20"/>
                    </a:lnTo>
                    <a:lnTo>
                      <a:pt x="1145" y="20"/>
                    </a:lnTo>
                    <a:lnTo>
                      <a:pt x="1143" y="20"/>
                    </a:lnTo>
                    <a:lnTo>
                      <a:pt x="1143" y="22"/>
                    </a:lnTo>
                    <a:lnTo>
                      <a:pt x="1140" y="23"/>
                    </a:lnTo>
                    <a:lnTo>
                      <a:pt x="1140" y="23"/>
                    </a:lnTo>
                    <a:lnTo>
                      <a:pt x="1138" y="25"/>
                    </a:lnTo>
                    <a:lnTo>
                      <a:pt x="1138" y="23"/>
                    </a:lnTo>
                    <a:lnTo>
                      <a:pt x="1138" y="22"/>
                    </a:lnTo>
                    <a:lnTo>
                      <a:pt x="1140" y="22"/>
                    </a:lnTo>
                    <a:lnTo>
                      <a:pt x="1141" y="20"/>
                    </a:lnTo>
                    <a:lnTo>
                      <a:pt x="1141" y="20"/>
                    </a:lnTo>
                    <a:lnTo>
                      <a:pt x="1140" y="20"/>
                    </a:lnTo>
                    <a:lnTo>
                      <a:pt x="1140" y="20"/>
                    </a:lnTo>
                    <a:lnTo>
                      <a:pt x="1140" y="20"/>
                    </a:lnTo>
                    <a:lnTo>
                      <a:pt x="1140" y="18"/>
                    </a:lnTo>
                    <a:lnTo>
                      <a:pt x="1141" y="17"/>
                    </a:lnTo>
                    <a:lnTo>
                      <a:pt x="1141" y="17"/>
                    </a:lnTo>
                    <a:lnTo>
                      <a:pt x="1140" y="17"/>
                    </a:lnTo>
                    <a:lnTo>
                      <a:pt x="1140" y="17"/>
                    </a:lnTo>
                    <a:lnTo>
                      <a:pt x="1138" y="17"/>
                    </a:lnTo>
                    <a:lnTo>
                      <a:pt x="1136" y="17"/>
                    </a:lnTo>
                    <a:lnTo>
                      <a:pt x="1136" y="17"/>
                    </a:lnTo>
                    <a:lnTo>
                      <a:pt x="1136" y="15"/>
                    </a:lnTo>
                    <a:lnTo>
                      <a:pt x="1136" y="15"/>
                    </a:lnTo>
                    <a:lnTo>
                      <a:pt x="1136" y="13"/>
                    </a:lnTo>
                    <a:lnTo>
                      <a:pt x="1135" y="13"/>
                    </a:lnTo>
                    <a:lnTo>
                      <a:pt x="1135" y="15"/>
                    </a:lnTo>
                    <a:lnTo>
                      <a:pt x="1135" y="15"/>
                    </a:lnTo>
                    <a:lnTo>
                      <a:pt x="1133" y="17"/>
                    </a:lnTo>
                    <a:lnTo>
                      <a:pt x="1133" y="17"/>
                    </a:lnTo>
                    <a:lnTo>
                      <a:pt x="1131" y="17"/>
                    </a:lnTo>
                    <a:lnTo>
                      <a:pt x="1130" y="17"/>
                    </a:lnTo>
                    <a:lnTo>
                      <a:pt x="1130" y="17"/>
                    </a:lnTo>
                    <a:lnTo>
                      <a:pt x="1130" y="18"/>
                    </a:lnTo>
                    <a:lnTo>
                      <a:pt x="1131" y="18"/>
                    </a:lnTo>
                    <a:lnTo>
                      <a:pt x="1135" y="20"/>
                    </a:lnTo>
                    <a:lnTo>
                      <a:pt x="1135" y="20"/>
                    </a:lnTo>
                    <a:lnTo>
                      <a:pt x="1135" y="20"/>
                    </a:lnTo>
                    <a:lnTo>
                      <a:pt x="1136" y="22"/>
                    </a:lnTo>
                    <a:lnTo>
                      <a:pt x="1136" y="23"/>
                    </a:lnTo>
                    <a:lnTo>
                      <a:pt x="1136" y="23"/>
                    </a:lnTo>
                    <a:lnTo>
                      <a:pt x="1136" y="25"/>
                    </a:lnTo>
                    <a:lnTo>
                      <a:pt x="1136" y="25"/>
                    </a:lnTo>
                    <a:lnTo>
                      <a:pt x="1135" y="25"/>
                    </a:lnTo>
                    <a:lnTo>
                      <a:pt x="1131" y="22"/>
                    </a:lnTo>
                    <a:lnTo>
                      <a:pt x="1131" y="22"/>
                    </a:lnTo>
                    <a:lnTo>
                      <a:pt x="1131" y="23"/>
                    </a:lnTo>
                    <a:lnTo>
                      <a:pt x="1131" y="25"/>
                    </a:lnTo>
                    <a:lnTo>
                      <a:pt x="1131" y="25"/>
                    </a:lnTo>
                    <a:lnTo>
                      <a:pt x="1130" y="25"/>
                    </a:lnTo>
                    <a:lnTo>
                      <a:pt x="1130" y="25"/>
                    </a:lnTo>
                    <a:lnTo>
                      <a:pt x="1128" y="23"/>
                    </a:lnTo>
                    <a:lnTo>
                      <a:pt x="1126" y="22"/>
                    </a:lnTo>
                    <a:lnTo>
                      <a:pt x="1126" y="23"/>
                    </a:lnTo>
                    <a:lnTo>
                      <a:pt x="1126" y="25"/>
                    </a:lnTo>
                    <a:lnTo>
                      <a:pt x="1126" y="25"/>
                    </a:lnTo>
                    <a:lnTo>
                      <a:pt x="1126" y="25"/>
                    </a:lnTo>
                    <a:lnTo>
                      <a:pt x="1126" y="27"/>
                    </a:lnTo>
                    <a:lnTo>
                      <a:pt x="1126" y="28"/>
                    </a:lnTo>
                    <a:lnTo>
                      <a:pt x="1128" y="28"/>
                    </a:lnTo>
                    <a:lnTo>
                      <a:pt x="1128" y="30"/>
                    </a:lnTo>
                    <a:lnTo>
                      <a:pt x="1136" y="30"/>
                    </a:lnTo>
                    <a:lnTo>
                      <a:pt x="1140" y="32"/>
                    </a:lnTo>
                    <a:lnTo>
                      <a:pt x="1141" y="35"/>
                    </a:lnTo>
                    <a:lnTo>
                      <a:pt x="1140" y="35"/>
                    </a:lnTo>
                    <a:lnTo>
                      <a:pt x="1140" y="37"/>
                    </a:lnTo>
                    <a:lnTo>
                      <a:pt x="1140" y="39"/>
                    </a:lnTo>
                    <a:lnTo>
                      <a:pt x="1140" y="40"/>
                    </a:lnTo>
                    <a:lnTo>
                      <a:pt x="1140" y="40"/>
                    </a:lnTo>
                    <a:lnTo>
                      <a:pt x="1138" y="42"/>
                    </a:lnTo>
                    <a:lnTo>
                      <a:pt x="1136" y="42"/>
                    </a:lnTo>
                    <a:lnTo>
                      <a:pt x="1136" y="42"/>
                    </a:lnTo>
                    <a:lnTo>
                      <a:pt x="1135" y="42"/>
                    </a:lnTo>
                    <a:lnTo>
                      <a:pt x="1133" y="44"/>
                    </a:lnTo>
                    <a:lnTo>
                      <a:pt x="1133" y="44"/>
                    </a:lnTo>
                    <a:lnTo>
                      <a:pt x="1133" y="45"/>
                    </a:lnTo>
                    <a:lnTo>
                      <a:pt x="1133" y="47"/>
                    </a:lnTo>
                    <a:lnTo>
                      <a:pt x="1135" y="47"/>
                    </a:lnTo>
                    <a:lnTo>
                      <a:pt x="1135" y="49"/>
                    </a:lnTo>
                    <a:lnTo>
                      <a:pt x="1135" y="49"/>
                    </a:lnTo>
                    <a:lnTo>
                      <a:pt x="1133" y="51"/>
                    </a:lnTo>
                    <a:lnTo>
                      <a:pt x="1133" y="51"/>
                    </a:lnTo>
                    <a:lnTo>
                      <a:pt x="1133" y="52"/>
                    </a:lnTo>
                    <a:lnTo>
                      <a:pt x="1133" y="52"/>
                    </a:lnTo>
                    <a:lnTo>
                      <a:pt x="1133" y="54"/>
                    </a:lnTo>
                    <a:lnTo>
                      <a:pt x="1131" y="54"/>
                    </a:lnTo>
                    <a:lnTo>
                      <a:pt x="1130" y="54"/>
                    </a:lnTo>
                    <a:lnTo>
                      <a:pt x="1130" y="54"/>
                    </a:lnTo>
                    <a:lnTo>
                      <a:pt x="1130" y="56"/>
                    </a:lnTo>
                    <a:lnTo>
                      <a:pt x="1128" y="56"/>
                    </a:lnTo>
                    <a:lnTo>
                      <a:pt x="1126" y="56"/>
                    </a:lnTo>
                    <a:lnTo>
                      <a:pt x="1126" y="56"/>
                    </a:lnTo>
                    <a:lnTo>
                      <a:pt x="1126" y="57"/>
                    </a:lnTo>
                    <a:lnTo>
                      <a:pt x="1126" y="57"/>
                    </a:lnTo>
                    <a:lnTo>
                      <a:pt x="1126" y="57"/>
                    </a:lnTo>
                    <a:lnTo>
                      <a:pt x="1128" y="59"/>
                    </a:lnTo>
                    <a:lnTo>
                      <a:pt x="1128" y="59"/>
                    </a:lnTo>
                    <a:lnTo>
                      <a:pt x="1128" y="59"/>
                    </a:lnTo>
                    <a:lnTo>
                      <a:pt x="1130" y="59"/>
                    </a:lnTo>
                    <a:lnTo>
                      <a:pt x="1130" y="61"/>
                    </a:lnTo>
                    <a:lnTo>
                      <a:pt x="1130" y="62"/>
                    </a:lnTo>
                    <a:lnTo>
                      <a:pt x="1131" y="62"/>
                    </a:lnTo>
                    <a:lnTo>
                      <a:pt x="1131" y="64"/>
                    </a:lnTo>
                    <a:lnTo>
                      <a:pt x="1131" y="64"/>
                    </a:lnTo>
                    <a:lnTo>
                      <a:pt x="1131" y="66"/>
                    </a:lnTo>
                    <a:lnTo>
                      <a:pt x="1131" y="68"/>
                    </a:lnTo>
                    <a:lnTo>
                      <a:pt x="1131" y="68"/>
                    </a:lnTo>
                    <a:lnTo>
                      <a:pt x="1130" y="68"/>
                    </a:lnTo>
                    <a:lnTo>
                      <a:pt x="1130" y="68"/>
                    </a:lnTo>
                    <a:lnTo>
                      <a:pt x="1128" y="68"/>
                    </a:lnTo>
                    <a:lnTo>
                      <a:pt x="1128" y="68"/>
                    </a:lnTo>
                    <a:lnTo>
                      <a:pt x="1128" y="69"/>
                    </a:lnTo>
                    <a:lnTo>
                      <a:pt x="1128" y="69"/>
                    </a:lnTo>
                    <a:lnTo>
                      <a:pt x="1126" y="69"/>
                    </a:lnTo>
                    <a:lnTo>
                      <a:pt x="1126" y="69"/>
                    </a:lnTo>
                    <a:lnTo>
                      <a:pt x="1125" y="69"/>
                    </a:lnTo>
                    <a:lnTo>
                      <a:pt x="1125" y="68"/>
                    </a:lnTo>
                    <a:lnTo>
                      <a:pt x="1125" y="68"/>
                    </a:lnTo>
                    <a:lnTo>
                      <a:pt x="1121" y="68"/>
                    </a:lnTo>
                    <a:lnTo>
                      <a:pt x="1121" y="68"/>
                    </a:lnTo>
                    <a:lnTo>
                      <a:pt x="1121" y="69"/>
                    </a:lnTo>
                    <a:lnTo>
                      <a:pt x="1121" y="71"/>
                    </a:lnTo>
                    <a:lnTo>
                      <a:pt x="1119" y="71"/>
                    </a:lnTo>
                    <a:lnTo>
                      <a:pt x="1119" y="71"/>
                    </a:lnTo>
                    <a:lnTo>
                      <a:pt x="1119" y="73"/>
                    </a:lnTo>
                    <a:lnTo>
                      <a:pt x="1119" y="73"/>
                    </a:lnTo>
                    <a:lnTo>
                      <a:pt x="1121" y="74"/>
                    </a:lnTo>
                    <a:lnTo>
                      <a:pt x="1121" y="74"/>
                    </a:lnTo>
                    <a:lnTo>
                      <a:pt x="1121" y="74"/>
                    </a:lnTo>
                    <a:lnTo>
                      <a:pt x="1121" y="78"/>
                    </a:lnTo>
                    <a:lnTo>
                      <a:pt x="1119" y="78"/>
                    </a:lnTo>
                    <a:lnTo>
                      <a:pt x="1118" y="78"/>
                    </a:lnTo>
                    <a:lnTo>
                      <a:pt x="1116" y="74"/>
                    </a:lnTo>
                    <a:lnTo>
                      <a:pt x="1114" y="74"/>
                    </a:lnTo>
                    <a:lnTo>
                      <a:pt x="1114" y="74"/>
                    </a:lnTo>
                    <a:lnTo>
                      <a:pt x="1114" y="73"/>
                    </a:lnTo>
                    <a:lnTo>
                      <a:pt x="1113" y="73"/>
                    </a:lnTo>
                    <a:lnTo>
                      <a:pt x="1113" y="71"/>
                    </a:lnTo>
                    <a:lnTo>
                      <a:pt x="1114" y="71"/>
                    </a:lnTo>
                    <a:lnTo>
                      <a:pt x="1114" y="69"/>
                    </a:lnTo>
                    <a:lnTo>
                      <a:pt x="1113" y="69"/>
                    </a:lnTo>
                    <a:lnTo>
                      <a:pt x="1113" y="69"/>
                    </a:lnTo>
                    <a:lnTo>
                      <a:pt x="1114" y="68"/>
                    </a:lnTo>
                    <a:lnTo>
                      <a:pt x="1113" y="64"/>
                    </a:lnTo>
                    <a:lnTo>
                      <a:pt x="1114" y="64"/>
                    </a:lnTo>
                    <a:lnTo>
                      <a:pt x="1114" y="64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4" y="62"/>
                    </a:lnTo>
                    <a:lnTo>
                      <a:pt x="1113" y="62"/>
                    </a:lnTo>
                    <a:lnTo>
                      <a:pt x="1113" y="62"/>
                    </a:lnTo>
                    <a:lnTo>
                      <a:pt x="1113" y="62"/>
                    </a:lnTo>
                    <a:lnTo>
                      <a:pt x="1111" y="62"/>
                    </a:lnTo>
                    <a:lnTo>
                      <a:pt x="1111" y="62"/>
                    </a:lnTo>
                    <a:lnTo>
                      <a:pt x="1111" y="62"/>
                    </a:lnTo>
                    <a:lnTo>
                      <a:pt x="1111" y="61"/>
                    </a:lnTo>
                    <a:lnTo>
                      <a:pt x="1111" y="61"/>
                    </a:lnTo>
                    <a:lnTo>
                      <a:pt x="1111" y="61"/>
                    </a:lnTo>
                    <a:lnTo>
                      <a:pt x="1109" y="61"/>
                    </a:lnTo>
                    <a:lnTo>
                      <a:pt x="1109" y="61"/>
                    </a:lnTo>
                    <a:lnTo>
                      <a:pt x="1109" y="62"/>
                    </a:lnTo>
                    <a:lnTo>
                      <a:pt x="1108" y="62"/>
                    </a:lnTo>
                    <a:lnTo>
                      <a:pt x="1104" y="64"/>
                    </a:lnTo>
                    <a:lnTo>
                      <a:pt x="1106" y="61"/>
                    </a:lnTo>
                    <a:lnTo>
                      <a:pt x="1106" y="61"/>
                    </a:lnTo>
                    <a:lnTo>
                      <a:pt x="1104" y="61"/>
                    </a:lnTo>
                    <a:lnTo>
                      <a:pt x="1106" y="59"/>
                    </a:lnTo>
                    <a:lnTo>
                      <a:pt x="1104" y="57"/>
                    </a:lnTo>
                    <a:lnTo>
                      <a:pt x="1104" y="57"/>
                    </a:lnTo>
                    <a:lnTo>
                      <a:pt x="1102" y="59"/>
                    </a:lnTo>
                    <a:lnTo>
                      <a:pt x="1102" y="64"/>
                    </a:lnTo>
                    <a:lnTo>
                      <a:pt x="1102" y="66"/>
                    </a:lnTo>
                    <a:lnTo>
                      <a:pt x="1102" y="66"/>
                    </a:lnTo>
                    <a:lnTo>
                      <a:pt x="1097" y="76"/>
                    </a:lnTo>
                    <a:lnTo>
                      <a:pt x="1097" y="78"/>
                    </a:lnTo>
                    <a:lnTo>
                      <a:pt x="1097" y="74"/>
                    </a:lnTo>
                    <a:lnTo>
                      <a:pt x="1101" y="68"/>
                    </a:lnTo>
                    <a:lnTo>
                      <a:pt x="1101" y="64"/>
                    </a:lnTo>
                    <a:lnTo>
                      <a:pt x="1099" y="62"/>
                    </a:lnTo>
                    <a:lnTo>
                      <a:pt x="1099" y="54"/>
                    </a:lnTo>
                    <a:lnTo>
                      <a:pt x="1099" y="54"/>
                    </a:lnTo>
                    <a:lnTo>
                      <a:pt x="1099" y="52"/>
                    </a:lnTo>
                    <a:lnTo>
                      <a:pt x="1099" y="52"/>
                    </a:lnTo>
                    <a:lnTo>
                      <a:pt x="1099" y="52"/>
                    </a:lnTo>
                    <a:lnTo>
                      <a:pt x="1099" y="51"/>
                    </a:lnTo>
                    <a:lnTo>
                      <a:pt x="1101" y="52"/>
                    </a:lnTo>
                    <a:lnTo>
                      <a:pt x="1101" y="52"/>
                    </a:lnTo>
                    <a:lnTo>
                      <a:pt x="1102" y="52"/>
                    </a:lnTo>
                    <a:lnTo>
                      <a:pt x="1102" y="52"/>
                    </a:lnTo>
                    <a:lnTo>
                      <a:pt x="1104" y="51"/>
                    </a:lnTo>
                    <a:lnTo>
                      <a:pt x="1104" y="51"/>
                    </a:lnTo>
                    <a:lnTo>
                      <a:pt x="1102" y="49"/>
                    </a:lnTo>
                    <a:lnTo>
                      <a:pt x="1104" y="47"/>
                    </a:lnTo>
                    <a:lnTo>
                      <a:pt x="1104" y="47"/>
                    </a:lnTo>
                    <a:lnTo>
                      <a:pt x="1104" y="45"/>
                    </a:lnTo>
                    <a:lnTo>
                      <a:pt x="1104" y="47"/>
                    </a:lnTo>
                    <a:lnTo>
                      <a:pt x="1102" y="47"/>
                    </a:lnTo>
                    <a:lnTo>
                      <a:pt x="1102" y="47"/>
                    </a:lnTo>
                    <a:lnTo>
                      <a:pt x="1102" y="49"/>
                    </a:lnTo>
                    <a:lnTo>
                      <a:pt x="1101" y="47"/>
                    </a:lnTo>
                    <a:lnTo>
                      <a:pt x="1099" y="45"/>
                    </a:lnTo>
                    <a:lnTo>
                      <a:pt x="1099" y="45"/>
                    </a:lnTo>
                    <a:lnTo>
                      <a:pt x="1097" y="45"/>
                    </a:lnTo>
                    <a:lnTo>
                      <a:pt x="1097" y="45"/>
                    </a:lnTo>
                    <a:lnTo>
                      <a:pt x="1097" y="45"/>
                    </a:lnTo>
                    <a:lnTo>
                      <a:pt x="1097" y="44"/>
                    </a:lnTo>
                    <a:lnTo>
                      <a:pt x="1096" y="42"/>
                    </a:lnTo>
                    <a:lnTo>
                      <a:pt x="1094" y="42"/>
                    </a:lnTo>
                    <a:lnTo>
                      <a:pt x="1094" y="44"/>
                    </a:lnTo>
                    <a:lnTo>
                      <a:pt x="1092" y="44"/>
                    </a:lnTo>
                    <a:lnTo>
                      <a:pt x="1092" y="44"/>
                    </a:lnTo>
                    <a:lnTo>
                      <a:pt x="1092" y="45"/>
                    </a:lnTo>
                    <a:lnTo>
                      <a:pt x="1094" y="45"/>
                    </a:lnTo>
                    <a:lnTo>
                      <a:pt x="1094" y="47"/>
                    </a:lnTo>
                    <a:lnTo>
                      <a:pt x="1092" y="47"/>
                    </a:lnTo>
                    <a:lnTo>
                      <a:pt x="1092" y="49"/>
                    </a:lnTo>
                    <a:lnTo>
                      <a:pt x="1092" y="51"/>
                    </a:lnTo>
                    <a:lnTo>
                      <a:pt x="1092" y="52"/>
                    </a:lnTo>
                    <a:lnTo>
                      <a:pt x="1092" y="54"/>
                    </a:lnTo>
                    <a:lnTo>
                      <a:pt x="1094" y="54"/>
                    </a:lnTo>
                    <a:lnTo>
                      <a:pt x="1094" y="56"/>
                    </a:lnTo>
                    <a:lnTo>
                      <a:pt x="1096" y="57"/>
                    </a:lnTo>
                    <a:lnTo>
                      <a:pt x="1094" y="59"/>
                    </a:lnTo>
                    <a:lnTo>
                      <a:pt x="1094" y="61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6"/>
                    </a:lnTo>
                    <a:lnTo>
                      <a:pt x="1094" y="68"/>
                    </a:lnTo>
                    <a:lnTo>
                      <a:pt x="1092" y="68"/>
                    </a:lnTo>
                    <a:lnTo>
                      <a:pt x="1092" y="68"/>
                    </a:lnTo>
                    <a:lnTo>
                      <a:pt x="1092" y="68"/>
                    </a:lnTo>
                    <a:lnTo>
                      <a:pt x="1092" y="69"/>
                    </a:lnTo>
                    <a:lnTo>
                      <a:pt x="1092" y="69"/>
                    </a:lnTo>
                    <a:lnTo>
                      <a:pt x="1092" y="69"/>
                    </a:lnTo>
                    <a:lnTo>
                      <a:pt x="1092" y="71"/>
                    </a:lnTo>
                    <a:lnTo>
                      <a:pt x="1091" y="71"/>
                    </a:lnTo>
                    <a:lnTo>
                      <a:pt x="1089" y="71"/>
                    </a:lnTo>
                    <a:lnTo>
                      <a:pt x="1087" y="69"/>
                    </a:lnTo>
                    <a:lnTo>
                      <a:pt x="1087" y="69"/>
                    </a:lnTo>
                    <a:lnTo>
                      <a:pt x="1089" y="69"/>
                    </a:lnTo>
                    <a:lnTo>
                      <a:pt x="1089" y="68"/>
                    </a:lnTo>
                    <a:lnTo>
                      <a:pt x="1089" y="66"/>
                    </a:lnTo>
                    <a:lnTo>
                      <a:pt x="1089" y="66"/>
                    </a:lnTo>
                    <a:lnTo>
                      <a:pt x="1087" y="66"/>
                    </a:lnTo>
                    <a:lnTo>
                      <a:pt x="1087" y="66"/>
                    </a:lnTo>
                    <a:lnTo>
                      <a:pt x="1087" y="66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4" y="66"/>
                    </a:lnTo>
                    <a:lnTo>
                      <a:pt x="1084" y="66"/>
                    </a:lnTo>
                    <a:lnTo>
                      <a:pt x="1084" y="68"/>
                    </a:lnTo>
                    <a:lnTo>
                      <a:pt x="1084" y="69"/>
                    </a:lnTo>
                    <a:lnTo>
                      <a:pt x="1082" y="68"/>
                    </a:lnTo>
                    <a:lnTo>
                      <a:pt x="1082" y="69"/>
                    </a:lnTo>
                    <a:lnTo>
                      <a:pt x="1082" y="69"/>
                    </a:lnTo>
                    <a:lnTo>
                      <a:pt x="1082" y="71"/>
                    </a:lnTo>
                    <a:lnTo>
                      <a:pt x="1082" y="71"/>
                    </a:lnTo>
                    <a:lnTo>
                      <a:pt x="1082" y="71"/>
                    </a:lnTo>
                    <a:lnTo>
                      <a:pt x="1082" y="73"/>
                    </a:lnTo>
                    <a:lnTo>
                      <a:pt x="1082" y="73"/>
                    </a:lnTo>
                    <a:lnTo>
                      <a:pt x="1082" y="74"/>
                    </a:lnTo>
                    <a:lnTo>
                      <a:pt x="1080" y="74"/>
                    </a:lnTo>
                    <a:lnTo>
                      <a:pt x="1080" y="74"/>
                    </a:lnTo>
                    <a:lnTo>
                      <a:pt x="1080" y="76"/>
                    </a:lnTo>
                    <a:lnTo>
                      <a:pt x="1080" y="78"/>
                    </a:lnTo>
                    <a:lnTo>
                      <a:pt x="1080" y="78"/>
                    </a:lnTo>
                    <a:lnTo>
                      <a:pt x="1079" y="78"/>
                    </a:lnTo>
                    <a:lnTo>
                      <a:pt x="1077" y="71"/>
                    </a:lnTo>
                    <a:lnTo>
                      <a:pt x="1075" y="69"/>
                    </a:lnTo>
                    <a:lnTo>
                      <a:pt x="1075" y="71"/>
                    </a:lnTo>
                    <a:lnTo>
                      <a:pt x="1074" y="73"/>
                    </a:lnTo>
                    <a:lnTo>
                      <a:pt x="1072" y="74"/>
                    </a:lnTo>
                    <a:lnTo>
                      <a:pt x="1072" y="76"/>
                    </a:lnTo>
                    <a:lnTo>
                      <a:pt x="1072" y="73"/>
                    </a:lnTo>
                    <a:lnTo>
                      <a:pt x="1072" y="73"/>
                    </a:lnTo>
                    <a:lnTo>
                      <a:pt x="1072" y="66"/>
                    </a:lnTo>
                    <a:lnTo>
                      <a:pt x="1072" y="66"/>
                    </a:lnTo>
                    <a:lnTo>
                      <a:pt x="1072" y="66"/>
                    </a:lnTo>
                    <a:lnTo>
                      <a:pt x="1070" y="68"/>
                    </a:lnTo>
                    <a:lnTo>
                      <a:pt x="1070" y="69"/>
                    </a:lnTo>
                    <a:lnTo>
                      <a:pt x="1070" y="71"/>
                    </a:lnTo>
                    <a:lnTo>
                      <a:pt x="1070" y="71"/>
                    </a:lnTo>
                    <a:lnTo>
                      <a:pt x="1068" y="73"/>
                    </a:lnTo>
                    <a:lnTo>
                      <a:pt x="1068" y="73"/>
                    </a:lnTo>
                    <a:lnTo>
                      <a:pt x="1067" y="73"/>
                    </a:lnTo>
                    <a:lnTo>
                      <a:pt x="1065" y="73"/>
                    </a:lnTo>
                    <a:lnTo>
                      <a:pt x="1063" y="74"/>
                    </a:lnTo>
                    <a:lnTo>
                      <a:pt x="1062" y="76"/>
                    </a:lnTo>
                    <a:lnTo>
                      <a:pt x="1062" y="78"/>
                    </a:lnTo>
                    <a:lnTo>
                      <a:pt x="1063" y="78"/>
                    </a:lnTo>
                    <a:lnTo>
                      <a:pt x="1067" y="78"/>
                    </a:lnTo>
                    <a:lnTo>
                      <a:pt x="1068" y="78"/>
                    </a:lnTo>
                    <a:lnTo>
                      <a:pt x="1067" y="79"/>
                    </a:lnTo>
                    <a:lnTo>
                      <a:pt x="1065" y="79"/>
                    </a:lnTo>
                    <a:lnTo>
                      <a:pt x="1065" y="79"/>
                    </a:lnTo>
                    <a:lnTo>
                      <a:pt x="1063" y="81"/>
                    </a:lnTo>
                    <a:lnTo>
                      <a:pt x="1063" y="81"/>
                    </a:lnTo>
                    <a:lnTo>
                      <a:pt x="1060" y="79"/>
                    </a:lnTo>
                    <a:lnTo>
                      <a:pt x="1060" y="81"/>
                    </a:lnTo>
                    <a:lnTo>
                      <a:pt x="1058" y="83"/>
                    </a:lnTo>
                    <a:lnTo>
                      <a:pt x="1060" y="83"/>
                    </a:lnTo>
                    <a:lnTo>
                      <a:pt x="1058" y="83"/>
                    </a:lnTo>
                    <a:lnTo>
                      <a:pt x="1058" y="83"/>
                    </a:lnTo>
                    <a:lnTo>
                      <a:pt x="1058" y="83"/>
                    </a:lnTo>
                    <a:lnTo>
                      <a:pt x="1057" y="83"/>
                    </a:lnTo>
                    <a:lnTo>
                      <a:pt x="1057" y="85"/>
                    </a:lnTo>
                    <a:lnTo>
                      <a:pt x="1057" y="85"/>
                    </a:lnTo>
                    <a:lnTo>
                      <a:pt x="1057" y="85"/>
                    </a:lnTo>
                    <a:lnTo>
                      <a:pt x="1057" y="86"/>
                    </a:lnTo>
                    <a:lnTo>
                      <a:pt x="1057" y="86"/>
                    </a:lnTo>
                    <a:lnTo>
                      <a:pt x="1055" y="86"/>
                    </a:lnTo>
                    <a:lnTo>
                      <a:pt x="1055" y="86"/>
                    </a:lnTo>
                    <a:lnTo>
                      <a:pt x="1053" y="86"/>
                    </a:lnTo>
                    <a:lnTo>
                      <a:pt x="1053" y="88"/>
                    </a:lnTo>
                    <a:lnTo>
                      <a:pt x="1053" y="88"/>
                    </a:lnTo>
                    <a:lnTo>
                      <a:pt x="1055" y="88"/>
                    </a:lnTo>
                    <a:lnTo>
                      <a:pt x="1055" y="90"/>
                    </a:lnTo>
                    <a:lnTo>
                      <a:pt x="1055" y="90"/>
                    </a:lnTo>
                    <a:lnTo>
                      <a:pt x="1055" y="90"/>
                    </a:lnTo>
                    <a:lnTo>
                      <a:pt x="1057" y="90"/>
                    </a:lnTo>
                    <a:lnTo>
                      <a:pt x="1057" y="90"/>
                    </a:lnTo>
                    <a:lnTo>
                      <a:pt x="1058" y="90"/>
                    </a:lnTo>
                    <a:lnTo>
                      <a:pt x="1058" y="95"/>
                    </a:lnTo>
                    <a:lnTo>
                      <a:pt x="1060" y="96"/>
                    </a:lnTo>
                    <a:lnTo>
                      <a:pt x="1062" y="96"/>
                    </a:lnTo>
                    <a:lnTo>
                      <a:pt x="1062" y="96"/>
                    </a:lnTo>
                    <a:lnTo>
                      <a:pt x="1065" y="96"/>
                    </a:lnTo>
                    <a:lnTo>
                      <a:pt x="1067" y="98"/>
                    </a:lnTo>
                    <a:lnTo>
                      <a:pt x="1068" y="100"/>
                    </a:lnTo>
                    <a:lnTo>
                      <a:pt x="1067" y="100"/>
                    </a:lnTo>
                    <a:lnTo>
                      <a:pt x="1067" y="101"/>
                    </a:lnTo>
                    <a:lnTo>
                      <a:pt x="1067" y="101"/>
                    </a:lnTo>
                    <a:lnTo>
                      <a:pt x="1067" y="101"/>
                    </a:lnTo>
                    <a:lnTo>
                      <a:pt x="1065" y="103"/>
                    </a:lnTo>
                    <a:lnTo>
                      <a:pt x="1065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3" y="101"/>
                    </a:lnTo>
                    <a:lnTo>
                      <a:pt x="1062" y="101"/>
                    </a:lnTo>
                    <a:lnTo>
                      <a:pt x="1060" y="101"/>
                    </a:lnTo>
                    <a:lnTo>
                      <a:pt x="1060" y="101"/>
                    </a:lnTo>
                    <a:lnTo>
                      <a:pt x="1060" y="103"/>
                    </a:lnTo>
                    <a:lnTo>
                      <a:pt x="1060" y="103"/>
                    </a:lnTo>
                    <a:lnTo>
                      <a:pt x="1058" y="103"/>
                    </a:lnTo>
                    <a:lnTo>
                      <a:pt x="1058" y="103"/>
                    </a:lnTo>
                    <a:lnTo>
                      <a:pt x="1058" y="105"/>
                    </a:lnTo>
                    <a:lnTo>
                      <a:pt x="1058" y="105"/>
                    </a:lnTo>
                    <a:lnTo>
                      <a:pt x="1060" y="105"/>
                    </a:lnTo>
                    <a:lnTo>
                      <a:pt x="1060" y="105"/>
                    </a:lnTo>
                    <a:lnTo>
                      <a:pt x="1060" y="105"/>
                    </a:lnTo>
                    <a:lnTo>
                      <a:pt x="1062" y="105"/>
                    </a:lnTo>
                    <a:lnTo>
                      <a:pt x="1062" y="105"/>
                    </a:lnTo>
                    <a:lnTo>
                      <a:pt x="1062" y="105"/>
                    </a:lnTo>
                    <a:lnTo>
                      <a:pt x="1063" y="107"/>
                    </a:lnTo>
                    <a:lnTo>
                      <a:pt x="1063" y="107"/>
                    </a:lnTo>
                    <a:lnTo>
                      <a:pt x="1063" y="107"/>
                    </a:lnTo>
                    <a:lnTo>
                      <a:pt x="1065" y="107"/>
                    </a:lnTo>
                    <a:lnTo>
                      <a:pt x="1065" y="105"/>
                    </a:lnTo>
                    <a:lnTo>
                      <a:pt x="1067" y="105"/>
                    </a:lnTo>
                    <a:lnTo>
                      <a:pt x="1065" y="107"/>
                    </a:lnTo>
                    <a:lnTo>
                      <a:pt x="1065" y="107"/>
                    </a:lnTo>
                    <a:lnTo>
                      <a:pt x="1065" y="108"/>
                    </a:lnTo>
                    <a:lnTo>
                      <a:pt x="1067" y="108"/>
                    </a:lnTo>
                    <a:lnTo>
                      <a:pt x="1067" y="108"/>
                    </a:lnTo>
                    <a:lnTo>
                      <a:pt x="1067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68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0" y="108"/>
                    </a:lnTo>
                    <a:lnTo>
                      <a:pt x="1072" y="108"/>
                    </a:lnTo>
                    <a:lnTo>
                      <a:pt x="1072" y="108"/>
                    </a:lnTo>
                    <a:lnTo>
                      <a:pt x="1074" y="110"/>
                    </a:lnTo>
                    <a:lnTo>
                      <a:pt x="1075" y="110"/>
                    </a:lnTo>
                    <a:lnTo>
                      <a:pt x="1077" y="110"/>
                    </a:lnTo>
                    <a:lnTo>
                      <a:pt x="1079" y="110"/>
                    </a:lnTo>
                    <a:lnTo>
                      <a:pt x="1079" y="112"/>
                    </a:lnTo>
                    <a:lnTo>
                      <a:pt x="1077" y="112"/>
                    </a:lnTo>
                    <a:lnTo>
                      <a:pt x="1075" y="113"/>
                    </a:lnTo>
                    <a:lnTo>
                      <a:pt x="1075" y="113"/>
                    </a:lnTo>
                    <a:lnTo>
                      <a:pt x="1074" y="113"/>
                    </a:lnTo>
                    <a:lnTo>
                      <a:pt x="1074" y="113"/>
                    </a:lnTo>
                    <a:lnTo>
                      <a:pt x="1074" y="115"/>
                    </a:lnTo>
                    <a:lnTo>
                      <a:pt x="1074" y="115"/>
                    </a:lnTo>
                    <a:lnTo>
                      <a:pt x="1075" y="115"/>
                    </a:lnTo>
                    <a:lnTo>
                      <a:pt x="1075" y="115"/>
                    </a:lnTo>
                    <a:lnTo>
                      <a:pt x="1075" y="115"/>
                    </a:lnTo>
                    <a:lnTo>
                      <a:pt x="1075" y="117"/>
                    </a:lnTo>
                    <a:lnTo>
                      <a:pt x="1075" y="117"/>
                    </a:lnTo>
                    <a:lnTo>
                      <a:pt x="1074" y="117"/>
                    </a:lnTo>
                    <a:lnTo>
                      <a:pt x="1074" y="117"/>
                    </a:lnTo>
                    <a:lnTo>
                      <a:pt x="1074" y="117"/>
                    </a:lnTo>
                    <a:lnTo>
                      <a:pt x="1074" y="118"/>
                    </a:lnTo>
                    <a:lnTo>
                      <a:pt x="1075" y="118"/>
                    </a:lnTo>
                    <a:lnTo>
                      <a:pt x="1075" y="120"/>
                    </a:lnTo>
                    <a:lnTo>
                      <a:pt x="1079" y="118"/>
                    </a:lnTo>
                    <a:lnTo>
                      <a:pt x="1079" y="120"/>
                    </a:lnTo>
                    <a:lnTo>
                      <a:pt x="1079" y="122"/>
                    </a:lnTo>
                    <a:lnTo>
                      <a:pt x="1079" y="122"/>
                    </a:lnTo>
                    <a:lnTo>
                      <a:pt x="1072" y="120"/>
                    </a:lnTo>
                    <a:lnTo>
                      <a:pt x="1070" y="122"/>
                    </a:lnTo>
                    <a:lnTo>
                      <a:pt x="1070" y="122"/>
                    </a:lnTo>
                    <a:lnTo>
                      <a:pt x="1068" y="122"/>
                    </a:lnTo>
                    <a:lnTo>
                      <a:pt x="1067" y="122"/>
                    </a:lnTo>
                    <a:lnTo>
                      <a:pt x="1065" y="120"/>
                    </a:lnTo>
                    <a:lnTo>
                      <a:pt x="1065" y="120"/>
                    </a:lnTo>
                    <a:lnTo>
                      <a:pt x="1067" y="118"/>
                    </a:lnTo>
                    <a:lnTo>
                      <a:pt x="1067" y="118"/>
                    </a:lnTo>
                    <a:lnTo>
                      <a:pt x="1065" y="117"/>
                    </a:lnTo>
                    <a:lnTo>
                      <a:pt x="1063" y="117"/>
                    </a:lnTo>
                    <a:lnTo>
                      <a:pt x="1063" y="117"/>
                    </a:lnTo>
                    <a:lnTo>
                      <a:pt x="1063" y="115"/>
                    </a:lnTo>
                    <a:lnTo>
                      <a:pt x="1062" y="115"/>
                    </a:lnTo>
                    <a:lnTo>
                      <a:pt x="1062" y="115"/>
                    </a:lnTo>
                    <a:lnTo>
                      <a:pt x="1060" y="113"/>
                    </a:lnTo>
                    <a:lnTo>
                      <a:pt x="1060" y="113"/>
                    </a:lnTo>
                    <a:lnTo>
                      <a:pt x="1058" y="113"/>
                    </a:lnTo>
                    <a:lnTo>
                      <a:pt x="1057" y="113"/>
                    </a:lnTo>
                    <a:lnTo>
                      <a:pt x="1057" y="112"/>
                    </a:lnTo>
                    <a:lnTo>
                      <a:pt x="1057" y="110"/>
                    </a:lnTo>
                    <a:lnTo>
                      <a:pt x="1055" y="112"/>
                    </a:lnTo>
                    <a:lnTo>
                      <a:pt x="1055" y="113"/>
                    </a:lnTo>
                    <a:lnTo>
                      <a:pt x="1055" y="115"/>
                    </a:lnTo>
                    <a:lnTo>
                      <a:pt x="1057" y="118"/>
                    </a:lnTo>
                    <a:lnTo>
                      <a:pt x="1057" y="120"/>
                    </a:lnTo>
                    <a:lnTo>
                      <a:pt x="1057" y="120"/>
                    </a:lnTo>
                    <a:lnTo>
                      <a:pt x="1057" y="122"/>
                    </a:lnTo>
                    <a:lnTo>
                      <a:pt x="1057" y="122"/>
                    </a:lnTo>
                    <a:lnTo>
                      <a:pt x="1057" y="122"/>
                    </a:lnTo>
                    <a:lnTo>
                      <a:pt x="1057" y="124"/>
                    </a:lnTo>
                    <a:lnTo>
                      <a:pt x="1055" y="122"/>
                    </a:lnTo>
                    <a:lnTo>
                      <a:pt x="1053" y="120"/>
                    </a:lnTo>
                    <a:lnTo>
                      <a:pt x="1053" y="118"/>
                    </a:lnTo>
                    <a:lnTo>
                      <a:pt x="1053" y="118"/>
                    </a:lnTo>
                    <a:lnTo>
                      <a:pt x="1052" y="115"/>
                    </a:lnTo>
                    <a:lnTo>
                      <a:pt x="1052" y="115"/>
                    </a:lnTo>
                    <a:lnTo>
                      <a:pt x="1053" y="113"/>
                    </a:lnTo>
                    <a:lnTo>
                      <a:pt x="1053" y="113"/>
                    </a:lnTo>
                    <a:lnTo>
                      <a:pt x="1053" y="113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2" y="112"/>
                    </a:lnTo>
                    <a:lnTo>
                      <a:pt x="1050" y="112"/>
                    </a:lnTo>
                    <a:lnTo>
                      <a:pt x="1050" y="113"/>
                    </a:lnTo>
                    <a:lnTo>
                      <a:pt x="1048" y="115"/>
                    </a:lnTo>
                    <a:lnTo>
                      <a:pt x="1048" y="112"/>
                    </a:lnTo>
                    <a:lnTo>
                      <a:pt x="1046" y="112"/>
                    </a:lnTo>
                    <a:lnTo>
                      <a:pt x="1046" y="110"/>
                    </a:lnTo>
                    <a:lnTo>
                      <a:pt x="1050" y="108"/>
                    </a:lnTo>
                    <a:lnTo>
                      <a:pt x="1048" y="107"/>
                    </a:lnTo>
                    <a:lnTo>
                      <a:pt x="1048" y="107"/>
                    </a:lnTo>
                    <a:lnTo>
                      <a:pt x="1046" y="107"/>
                    </a:lnTo>
                    <a:lnTo>
                      <a:pt x="1046" y="108"/>
                    </a:lnTo>
                    <a:lnTo>
                      <a:pt x="1045" y="108"/>
                    </a:lnTo>
                    <a:lnTo>
                      <a:pt x="1043" y="107"/>
                    </a:lnTo>
                    <a:lnTo>
                      <a:pt x="1043" y="107"/>
                    </a:lnTo>
                    <a:lnTo>
                      <a:pt x="1041" y="107"/>
                    </a:lnTo>
                    <a:lnTo>
                      <a:pt x="1043" y="108"/>
                    </a:lnTo>
                    <a:lnTo>
                      <a:pt x="1043" y="110"/>
                    </a:lnTo>
                    <a:lnTo>
                      <a:pt x="1043" y="112"/>
                    </a:lnTo>
                    <a:lnTo>
                      <a:pt x="1043" y="112"/>
                    </a:lnTo>
                    <a:lnTo>
                      <a:pt x="1045" y="113"/>
                    </a:lnTo>
                    <a:lnTo>
                      <a:pt x="1045" y="115"/>
                    </a:lnTo>
                    <a:lnTo>
                      <a:pt x="1045" y="117"/>
                    </a:lnTo>
                    <a:lnTo>
                      <a:pt x="1043" y="118"/>
                    </a:lnTo>
                    <a:lnTo>
                      <a:pt x="1043" y="117"/>
                    </a:lnTo>
                    <a:lnTo>
                      <a:pt x="1041" y="118"/>
                    </a:lnTo>
                    <a:lnTo>
                      <a:pt x="1040" y="120"/>
                    </a:lnTo>
                    <a:lnTo>
                      <a:pt x="1038" y="120"/>
                    </a:lnTo>
                    <a:lnTo>
                      <a:pt x="1038" y="118"/>
                    </a:lnTo>
                    <a:lnTo>
                      <a:pt x="1036" y="118"/>
                    </a:lnTo>
                    <a:lnTo>
                      <a:pt x="1035" y="118"/>
                    </a:lnTo>
                    <a:lnTo>
                      <a:pt x="1035" y="118"/>
                    </a:lnTo>
                    <a:lnTo>
                      <a:pt x="1033" y="118"/>
                    </a:lnTo>
                    <a:lnTo>
                      <a:pt x="1031" y="118"/>
                    </a:lnTo>
                    <a:lnTo>
                      <a:pt x="1031" y="118"/>
                    </a:lnTo>
                    <a:lnTo>
                      <a:pt x="1029" y="118"/>
                    </a:lnTo>
                    <a:lnTo>
                      <a:pt x="1029" y="120"/>
                    </a:lnTo>
                    <a:lnTo>
                      <a:pt x="1029" y="120"/>
                    </a:lnTo>
                    <a:lnTo>
                      <a:pt x="1029" y="120"/>
                    </a:lnTo>
                    <a:lnTo>
                      <a:pt x="1028" y="122"/>
                    </a:lnTo>
                    <a:lnTo>
                      <a:pt x="1028" y="122"/>
                    </a:lnTo>
                    <a:lnTo>
                      <a:pt x="1028" y="124"/>
                    </a:lnTo>
                    <a:lnTo>
                      <a:pt x="1028" y="124"/>
                    </a:lnTo>
                    <a:lnTo>
                      <a:pt x="1029" y="124"/>
                    </a:lnTo>
                    <a:lnTo>
                      <a:pt x="1031" y="124"/>
                    </a:lnTo>
                    <a:lnTo>
                      <a:pt x="1031" y="124"/>
                    </a:lnTo>
                    <a:lnTo>
                      <a:pt x="1029" y="125"/>
                    </a:lnTo>
                    <a:lnTo>
                      <a:pt x="1029" y="125"/>
                    </a:lnTo>
                    <a:lnTo>
                      <a:pt x="1029" y="127"/>
                    </a:lnTo>
                    <a:lnTo>
                      <a:pt x="1029" y="129"/>
                    </a:lnTo>
                    <a:lnTo>
                      <a:pt x="1029" y="129"/>
                    </a:lnTo>
                    <a:lnTo>
                      <a:pt x="1029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29"/>
                    </a:lnTo>
                    <a:lnTo>
                      <a:pt x="1031" y="130"/>
                    </a:lnTo>
                    <a:lnTo>
                      <a:pt x="1033" y="130"/>
                    </a:lnTo>
                    <a:lnTo>
                      <a:pt x="1036" y="127"/>
                    </a:lnTo>
                    <a:lnTo>
                      <a:pt x="1038" y="125"/>
                    </a:lnTo>
                    <a:lnTo>
                      <a:pt x="1038" y="125"/>
                    </a:lnTo>
                    <a:lnTo>
                      <a:pt x="1038" y="125"/>
                    </a:lnTo>
                    <a:lnTo>
                      <a:pt x="1040" y="124"/>
                    </a:lnTo>
                    <a:lnTo>
                      <a:pt x="1040" y="124"/>
                    </a:lnTo>
                    <a:lnTo>
                      <a:pt x="1040" y="124"/>
                    </a:lnTo>
                    <a:lnTo>
                      <a:pt x="1041" y="125"/>
                    </a:lnTo>
                    <a:lnTo>
                      <a:pt x="1041" y="125"/>
                    </a:lnTo>
                    <a:lnTo>
                      <a:pt x="1041" y="125"/>
                    </a:lnTo>
                    <a:lnTo>
                      <a:pt x="1043" y="125"/>
                    </a:lnTo>
                    <a:lnTo>
                      <a:pt x="1043" y="122"/>
                    </a:lnTo>
                    <a:lnTo>
                      <a:pt x="1045" y="122"/>
                    </a:lnTo>
                    <a:lnTo>
                      <a:pt x="1046" y="124"/>
                    </a:lnTo>
                    <a:lnTo>
                      <a:pt x="1046" y="124"/>
                    </a:lnTo>
                    <a:lnTo>
                      <a:pt x="1045" y="127"/>
                    </a:lnTo>
                    <a:lnTo>
                      <a:pt x="1043" y="129"/>
                    </a:lnTo>
                    <a:lnTo>
                      <a:pt x="1041" y="129"/>
                    </a:lnTo>
                    <a:lnTo>
                      <a:pt x="1040" y="127"/>
                    </a:lnTo>
                    <a:lnTo>
                      <a:pt x="1040" y="127"/>
                    </a:lnTo>
                    <a:lnTo>
                      <a:pt x="1040" y="127"/>
                    </a:lnTo>
                    <a:lnTo>
                      <a:pt x="1038" y="129"/>
                    </a:lnTo>
                    <a:lnTo>
                      <a:pt x="1036" y="129"/>
                    </a:lnTo>
                    <a:lnTo>
                      <a:pt x="1035" y="129"/>
                    </a:lnTo>
                    <a:lnTo>
                      <a:pt x="1035" y="130"/>
                    </a:lnTo>
                    <a:lnTo>
                      <a:pt x="1035" y="130"/>
                    </a:lnTo>
                    <a:lnTo>
                      <a:pt x="1035" y="130"/>
                    </a:lnTo>
                    <a:lnTo>
                      <a:pt x="1035" y="132"/>
                    </a:lnTo>
                    <a:lnTo>
                      <a:pt x="1033" y="132"/>
                    </a:lnTo>
                    <a:lnTo>
                      <a:pt x="1033" y="134"/>
                    </a:lnTo>
                    <a:lnTo>
                      <a:pt x="1031" y="134"/>
                    </a:lnTo>
                    <a:lnTo>
                      <a:pt x="1031" y="134"/>
                    </a:lnTo>
                    <a:lnTo>
                      <a:pt x="1031" y="135"/>
                    </a:lnTo>
                    <a:lnTo>
                      <a:pt x="1033" y="135"/>
                    </a:lnTo>
                    <a:lnTo>
                      <a:pt x="1033" y="135"/>
                    </a:lnTo>
                    <a:lnTo>
                      <a:pt x="1033" y="135"/>
                    </a:lnTo>
                    <a:lnTo>
                      <a:pt x="1033" y="137"/>
                    </a:lnTo>
                    <a:lnTo>
                      <a:pt x="1035" y="137"/>
                    </a:lnTo>
                    <a:lnTo>
                      <a:pt x="1035" y="139"/>
                    </a:lnTo>
                    <a:lnTo>
                      <a:pt x="1036" y="139"/>
                    </a:lnTo>
                    <a:lnTo>
                      <a:pt x="1038" y="137"/>
                    </a:lnTo>
                    <a:lnTo>
                      <a:pt x="1040" y="135"/>
                    </a:lnTo>
                    <a:lnTo>
                      <a:pt x="1045" y="134"/>
                    </a:lnTo>
                    <a:lnTo>
                      <a:pt x="1045" y="134"/>
                    </a:lnTo>
                    <a:lnTo>
                      <a:pt x="1046" y="134"/>
                    </a:lnTo>
                    <a:lnTo>
                      <a:pt x="1048" y="135"/>
                    </a:lnTo>
                    <a:lnTo>
                      <a:pt x="1050" y="135"/>
                    </a:lnTo>
                    <a:lnTo>
                      <a:pt x="1050" y="134"/>
                    </a:lnTo>
                    <a:lnTo>
                      <a:pt x="1052" y="135"/>
                    </a:lnTo>
                    <a:lnTo>
                      <a:pt x="1052" y="135"/>
                    </a:lnTo>
                    <a:lnTo>
                      <a:pt x="1053" y="135"/>
                    </a:lnTo>
                    <a:lnTo>
                      <a:pt x="1055" y="135"/>
                    </a:lnTo>
                    <a:lnTo>
                      <a:pt x="1055" y="137"/>
                    </a:lnTo>
                    <a:lnTo>
                      <a:pt x="1053" y="137"/>
                    </a:lnTo>
                    <a:lnTo>
                      <a:pt x="1052" y="137"/>
                    </a:lnTo>
                    <a:lnTo>
                      <a:pt x="1050" y="139"/>
                    </a:lnTo>
                    <a:lnTo>
                      <a:pt x="1050" y="139"/>
                    </a:lnTo>
                    <a:lnTo>
                      <a:pt x="1048" y="144"/>
                    </a:lnTo>
                    <a:lnTo>
                      <a:pt x="1048" y="146"/>
                    </a:lnTo>
                    <a:lnTo>
                      <a:pt x="1053" y="149"/>
                    </a:lnTo>
                    <a:lnTo>
                      <a:pt x="1053" y="149"/>
                    </a:lnTo>
                    <a:lnTo>
                      <a:pt x="1057" y="152"/>
                    </a:lnTo>
                    <a:lnTo>
                      <a:pt x="1058" y="154"/>
                    </a:lnTo>
                    <a:lnTo>
                      <a:pt x="1055" y="152"/>
                    </a:lnTo>
                    <a:lnTo>
                      <a:pt x="1050" y="149"/>
                    </a:lnTo>
                    <a:lnTo>
                      <a:pt x="1046" y="147"/>
                    </a:lnTo>
                    <a:lnTo>
                      <a:pt x="1046" y="149"/>
                    </a:lnTo>
                    <a:lnTo>
                      <a:pt x="1046" y="151"/>
                    </a:lnTo>
                    <a:lnTo>
                      <a:pt x="1046" y="152"/>
                    </a:lnTo>
                    <a:lnTo>
                      <a:pt x="1045" y="151"/>
                    </a:lnTo>
                    <a:lnTo>
                      <a:pt x="1045" y="151"/>
                    </a:lnTo>
                    <a:lnTo>
                      <a:pt x="1045" y="151"/>
                    </a:lnTo>
                    <a:lnTo>
                      <a:pt x="1045" y="149"/>
                    </a:lnTo>
                    <a:lnTo>
                      <a:pt x="1043" y="149"/>
                    </a:lnTo>
                    <a:lnTo>
                      <a:pt x="1043" y="149"/>
                    </a:lnTo>
                    <a:lnTo>
                      <a:pt x="1041" y="151"/>
                    </a:lnTo>
                    <a:lnTo>
                      <a:pt x="1041" y="151"/>
                    </a:lnTo>
                    <a:lnTo>
                      <a:pt x="1040" y="151"/>
                    </a:lnTo>
                    <a:lnTo>
                      <a:pt x="1040" y="149"/>
                    </a:lnTo>
                    <a:lnTo>
                      <a:pt x="1041" y="147"/>
                    </a:lnTo>
                    <a:lnTo>
                      <a:pt x="1041" y="146"/>
                    </a:lnTo>
                    <a:lnTo>
                      <a:pt x="1041" y="146"/>
                    </a:lnTo>
                    <a:lnTo>
                      <a:pt x="1040" y="146"/>
                    </a:lnTo>
                    <a:lnTo>
                      <a:pt x="1040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2"/>
                    </a:lnTo>
                    <a:lnTo>
                      <a:pt x="1035" y="141"/>
                    </a:lnTo>
                    <a:lnTo>
                      <a:pt x="1035" y="139"/>
                    </a:lnTo>
                    <a:lnTo>
                      <a:pt x="1031" y="139"/>
                    </a:lnTo>
                    <a:lnTo>
                      <a:pt x="1031" y="139"/>
                    </a:lnTo>
                    <a:lnTo>
                      <a:pt x="1028" y="139"/>
                    </a:lnTo>
                    <a:lnTo>
                      <a:pt x="1026" y="139"/>
                    </a:lnTo>
                    <a:lnTo>
                      <a:pt x="1028" y="139"/>
                    </a:lnTo>
                    <a:lnTo>
                      <a:pt x="1028" y="137"/>
                    </a:lnTo>
                    <a:lnTo>
                      <a:pt x="1028" y="137"/>
                    </a:lnTo>
                    <a:lnTo>
                      <a:pt x="1026" y="135"/>
                    </a:lnTo>
                    <a:lnTo>
                      <a:pt x="1026" y="135"/>
                    </a:lnTo>
                    <a:lnTo>
                      <a:pt x="1024" y="135"/>
                    </a:lnTo>
                    <a:lnTo>
                      <a:pt x="1024" y="134"/>
                    </a:lnTo>
                    <a:lnTo>
                      <a:pt x="1023" y="135"/>
                    </a:lnTo>
                    <a:lnTo>
                      <a:pt x="1019" y="139"/>
                    </a:lnTo>
                    <a:lnTo>
                      <a:pt x="1019" y="137"/>
                    </a:lnTo>
                    <a:lnTo>
                      <a:pt x="1021" y="135"/>
                    </a:lnTo>
                    <a:lnTo>
                      <a:pt x="1021" y="134"/>
                    </a:lnTo>
                    <a:lnTo>
                      <a:pt x="1021" y="134"/>
                    </a:lnTo>
                    <a:lnTo>
                      <a:pt x="1018" y="132"/>
                    </a:lnTo>
                    <a:lnTo>
                      <a:pt x="1018" y="132"/>
                    </a:lnTo>
                    <a:lnTo>
                      <a:pt x="1018" y="132"/>
                    </a:lnTo>
                    <a:lnTo>
                      <a:pt x="1018" y="130"/>
                    </a:lnTo>
                    <a:lnTo>
                      <a:pt x="1018" y="130"/>
                    </a:lnTo>
                    <a:lnTo>
                      <a:pt x="1016" y="130"/>
                    </a:lnTo>
                    <a:lnTo>
                      <a:pt x="1016" y="132"/>
                    </a:lnTo>
                    <a:lnTo>
                      <a:pt x="1016" y="132"/>
                    </a:lnTo>
                    <a:lnTo>
                      <a:pt x="1016" y="132"/>
                    </a:lnTo>
                    <a:lnTo>
                      <a:pt x="1014" y="132"/>
                    </a:lnTo>
                    <a:lnTo>
                      <a:pt x="1014" y="132"/>
                    </a:lnTo>
                    <a:lnTo>
                      <a:pt x="1012" y="130"/>
                    </a:lnTo>
                    <a:lnTo>
                      <a:pt x="1012" y="132"/>
                    </a:lnTo>
                    <a:lnTo>
                      <a:pt x="1012" y="134"/>
                    </a:lnTo>
                    <a:lnTo>
                      <a:pt x="1012" y="134"/>
                    </a:lnTo>
                    <a:lnTo>
                      <a:pt x="1014" y="134"/>
                    </a:lnTo>
                    <a:lnTo>
                      <a:pt x="1014" y="134"/>
                    </a:lnTo>
                    <a:lnTo>
                      <a:pt x="1016" y="135"/>
                    </a:lnTo>
                    <a:lnTo>
                      <a:pt x="1016" y="135"/>
                    </a:lnTo>
                    <a:lnTo>
                      <a:pt x="1016" y="137"/>
                    </a:lnTo>
                    <a:lnTo>
                      <a:pt x="1014" y="137"/>
                    </a:lnTo>
                    <a:lnTo>
                      <a:pt x="1012" y="137"/>
                    </a:lnTo>
                    <a:lnTo>
                      <a:pt x="1012" y="139"/>
                    </a:lnTo>
                    <a:lnTo>
                      <a:pt x="1014" y="139"/>
                    </a:lnTo>
                    <a:lnTo>
                      <a:pt x="1014" y="139"/>
                    </a:lnTo>
                    <a:lnTo>
                      <a:pt x="1016" y="137"/>
                    </a:lnTo>
                    <a:lnTo>
                      <a:pt x="1018" y="139"/>
                    </a:lnTo>
                    <a:lnTo>
                      <a:pt x="1018" y="139"/>
                    </a:lnTo>
                    <a:lnTo>
                      <a:pt x="1019" y="141"/>
                    </a:lnTo>
                    <a:lnTo>
                      <a:pt x="1018" y="141"/>
                    </a:lnTo>
                    <a:lnTo>
                      <a:pt x="1016" y="142"/>
                    </a:lnTo>
                    <a:lnTo>
                      <a:pt x="1014" y="142"/>
                    </a:lnTo>
                    <a:lnTo>
                      <a:pt x="1014" y="146"/>
                    </a:lnTo>
                    <a:lnTo>
                      <a:pt x="1014" y="147"/>
                    </a:lnTo>
                    <a:lnTo>
                      <a:pt x="1016" y="149"/>
                    </a:lnTo>
                    <a:lnTo>
                      <a:pt x="1014" y="151"/>
                    </a:lnTo>
                    <a:lnTo>
                      <a:pt x="1012" y="151"/>
                    </a:lnTo>
                    <a:lnTo>
                      <a:pt x="1012" y="149"/>
                    </a:lnTo>
                    <a:lnTo>
                      <a:pt x="1011" y="149"/>
                    </a:lnTo>
                    <a:lnTo>
                      <a:pt x="1011" y="147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46"/>
                    </a:lnTo>
                    <a:lnTo>
                      <a:pt x="1011" y="152"/>
                    </a:lnTo>
                    <a:lnTo>
                      <a:pt x="1009" y="152"/>
                    </a:lnTo>
                    <a:lnTo>
                      <a:pt x="1007" y="152"/>
                    </a:lnTo>
                    <a:lnTo>
                      <a:pt x="1006" y="152"/>
                    </a:lnTo>
                    <a:lnTo>
                      <a:pt x="1004" y="152"/>
                    </a:lnTo>
                    <a:lnTo>
                      <a:pt x="1002" y="151"/>
                    </a:lnTo>
                    <a:lnTo>
                      <a:pt x="999" y="149"/>
                    </a:lnTo>
                    <a:lnTo>
                      <a:pt x="997" y="149"/>
                    </a:lnTo>
                    <a:lnTo>
                      <a:pt x="995" y="151"/>
                    </a:lnTo>
                    <a:lnTo>
                      <a:pt x="995" y="154"/>
                    </a:lnTo>
                    <a:lnTo>
                      <a:pt x="994" y="154"/>
                    </a:lnTo>
                    <a:lnTo>
                      <a:pt x="992" y="154"/>
                    </a:lnTo>
                    <a:lnTo>
                      <a:pt x="992" y="156"/>
                    </a:lnTo>
                    <a:lnTo>
                      <a:pt x="992" y="156"/>
                    </a:lnTo>
                    <a:lnTo>
                      <a:pt x="990" y="154"/>
                    </a:lnTo>
                    <a:lnTo>
                      <a:pt x="989" y="154"/>
                    </a:lnTo>
                    <a:lnTo>
                      <a:pt x="989" y="154"/>
                    </a:lnTo>
                    <a:lnTo>
                      <a:pt x="990" y="156"/>
                    </a:lnTo>
                    <a:lnTo>
                      <a:pt x="990" y="158"/>
                    </a:lnTo>
                    <a:lnTo>
                      <a:pt x="990" y="161"/>
                    </a:lnTo>
                    <a:lnTo>
                      <a:pt x="992" y="161"/>
                    </a:lnTo>
                    <a:lnTo>
                      <a:pt x="992" y="163"/>
                    </a:lnTo>
                    <a:lnTo>
                      <a:pt x="992" y="164"/>
                    </a:lnTo>
                    <a:lnTo>
                      <a:pt x="992" y="166"/>
                    </a:lnTo>
                    <a:lnTo>
                      <a:pt x="990" y="164"/>
                    </a:lnTo>
                    <a:lnTo>
                      <a:pt x="990" y="164"/>
                    </a:lnTo>
                    <a:lnTo>
                      <a:pt x="990" y="166"/>
                    </a:lnTo>
                    <a:lnTo>
                      <a:pt x="990" y="166"/>
                    </a:lnTo>
                    <a:lnTo>
                      <a:pt x="990" y="168"/>
                    </a:lnTo>
                    <a:lnTo>
                      <a:pt x="989" y="168"/>
                    </a:lnTo>
                    <a:lnTo>
                      <a:pt x="989" y="166"/>
                    </a:lnTo>
                    <a:lnTo>
                      <a:pt x="989" y="166"/>
                    </a:lnTo>
                    <a:lnTo>
                      <a:pt x="989" y="166"/>
                    </a:lnTo>
                    <a:lnTo>
                      <a:pt x="989" y="168"/>
                    </a:lnTo>
                    <a:lnTo>
                      <a:pt x="989" y="168"/>
                    </a:lnTo>
                    <a:lnTo>
                      <a:pt x="989" y="171"/>
                    </a:lnTo>
                    <a:lnTo>
                      <a:pt x="989" y="171"/>
                    </a:lnTo>
                    <a:lnTo>
                      <a:pt x="989" y="173"/>
                    </a:lnTo>
                    <a:lnTo>
                      <a:pt x="989" y="176"/>
                    </a:lnTo>
                    <a:lnTo>
                      <a:pt x="990" y="178"/>
                    </a:lnTo>
                    <a:lnTo>
                      <a:pt x="990" y="178"/>
                    </a:lnTo>
                    <a:lnTo>
                      <a:pt x="990" y="185"/>
                    </a:lnTo>
                    <a:lnTo>
                      <a:pt x="992" y="183"/>
                    </a:lnTo>
                    <a:lnTo>
                      <a:pt x="992" y="183"/>
                    </a:lnTo>
                    <a:lnTo>
                      <a:pt x="992" y="183"/>
                    </a:lnTo>
                    <a:lnTo>
                      <a:pt x="994" y="183"/>
                    </a:lnTo>
                    <a:lnTo>
                      <a:pt x="994" y="183"/>
                    </a:lnTo>
                    <a:lnTo>
                      <a:pt x="994" y="181"/>
                    </a:lnTo>
                    <a:lnTo>
                      <a:pt x="994" y="180"/>
                    </a:lnTo>
                    <a:lnTo>
                      <a:pt x="994" y="181"/>
                    </a:lnTo>
                    <a:lnTo>
                      <a:pt x="995" y="186"/>
                    </a:lnTo>
                    <a:lnTo>
                      <a:pt x="997" y="190"/>
                    </a:lnTo>
                    <a:lnTo>
                      <a:pt x="997" y="190"/>
                    </a:lnTo>
                    <a:lnTo>
                      <a:pt x="997" y="190"/>
                    </a:lnTo>
                    <a:lnTo>
                      <a:pt x="999" y="191"/>
                    </a:lnTo>
                    <a:lnTo>
                      <a:pt x="997" y="191"/>
                    </a:lnTo>
                    <a:lnTo>
                      <a:pt x="997" y="193"/>
                    </a:lnTo>
                    <a:lnTo>
                      <a:pt x="997" y="195"/>
                    </a:lnTo>
                    <a:lnTo>
                      <a:pt x="997" y="195"/>
                    </a:lnTo>
                    <a:lnTo>
                      <a:pt x="1001" y="193"/>
                    </a:lnTo>
                    <a:lnTo>
                      <a:pt x="1004" y="185"/>
                    </a:lnTo>
                    <a:lnTo>
                      <a:pt x="1006" y="183"/>
                    </a:lnTo>
                    <a:lnTo>
                      <a:pt x="1007" y="178"/>
                    </a:lnTo>
                    <a:lnTo>
                      <a:pt x="1009" y="178"/>
                    </a:lnTo>
                    <a:lnTo>
                      <a:pt x="1011" y="178"/>
                    </a:lnTo>
                    <a:lnTo>
                      <a:pt x="1014" y="178"/>
                    </a:lnTo>
                    <a:lnTo>
                      <a:pt x="1016" y="178"/>
                    </a:lnTo>
                    <a:lnTo>
                      <a:pt x="1019" y="178"/>
                    </a:lnTo>
                    <a:lnTo>
                      <a:pt x="1018" y="180"/>
                    </a:lnTo>
                    <a:lnTo>
                      <a:pt x="1016" y="181"/>
                    </a:lnTo>
                    <a:lnTo>
                      <a:pt x="1016" y="183"/>
                    </a:lnTo>
                    <a:lnTo>
                      <a:pt x="1014" y="185"/>
                    </a:lnTo>
                    <a:lnTo>
                      <a:pt x="1014" y="185"/>
                    </a:lnTo>
                    <a:lnTo>
                      <a:pt x="1012" y="183"/>
                    </a:lnTo>
                    <a:lnTo>
                      <a:pt x="1011" y="183"/>
                    </a:lnTo>
                    <a:lnTo>
                      <a:pt x="1009" y="185"/>
                    </a:lnTo>
                    <a:lnTo>
                      <a:pt x="1007" y="186"/>
                    </a:lnTo>
                    <a:lnTo>
                      <a:pt x="1007" y="190"/>
                    </a:lnTo>
                    <a:lnTo>
                      <a:pt x="1007" y="191"/>
                    </a:lnTo>
                    <a:lnTo>
                      <a:pt x="1009" y="193"/>
                    </a:lnTo>
                    <a:lnTo>
                      <a:pt x="1007" y="193"/>
                    </a:lnTo>
                    <a:lnTo>
                      <a:pt x="1006" y="195"/>
                    </a:lnTo>
                    <a:lnTo>
                      <a:pt x="1006" y="198"/>
                    </a:lnTo>
                    <a:lnTo>
                      <a:pt x="1006" y="203"/>
                    </a:lnTo>
                    <a:lnTo>
                      <a:pt x="1007" y="205"/>
                    </a:lnTo>
                    <a:lnTo>
                      <a:pt x="1004" y="205"/>
                    </a:lnTo>
                    <a:lnTo>
                      <a:pt x="1002" y="207"/>
                    </a:lnTo>
                    <a:lnTo>
                      <a:pt x="1001" y="208"/>
                    </a:lnTo>
                    <a:lnTo>
                      <a:pt x="1001" y="210"/>
                    </a:lnTo>
                    <a:lnTo>
                      <a:pt x="999" y="208"/>
                    </a:lnTo>
                    <a:lnTo>
                      <a:pt x="999" y="207"/>
                    </a:lnTo>
                    <a:lnTo>
                      <a:pt x="997" y="205"/>
                    </a:lnTo>
                    <a:lnTo>
                      <a:pt x="997" y="205"/>
                    </a:lnTo>
                    <a:lnTo>
                      <a:pt x="995" y="203"/>
                    </a:lnTo>
                    <a:lnTo>
                      <a:pt x="997" y="203"/>
                    </a:lnTo>
                    <a:lnTo>
                      <a:pt x="997" y="202"/>
                    </a:lnTo>
                    <a:lnTo>
                      <a:pt x="995" y="200"/>
                    </a:lnTo>
                    <a:lnTo>
                      <a:pt x="995" y="200"/>
                    </a:lnTo>
                    <a:lnTo>
                      <a:pt x="994" y="200"/>
                    </a:lnTo>
                    <a:lnTo>
                      <a:pt x="994" y="200"/>
                    </a:lnTo>
                    <a:lnTo>
                      <a:pt x="992" y="202"/>
                    </a:lnTo>
                    <a:lnTo>
                      <a:pt x="992" y="207"/>
                    </a:lnTo>
                    <a:lnTo>
                      <a:pt x="992" y="208"/>
                    </a:lnTo>
                    <a:lnTo>
                      <a:pt x="992" y="208"/>
                    </a:lnTo>
                    <a:lnTo>
                      <a:pt x="990" y="210"/>
                    </a:lnTo>
                    <a:lnTo>
                      <a:pt x="989" y="210"/>
                    </a:lnTo>
                    <a:lnTo>
                      <a:pt x="989" y="212"/>
                    </a:lnTo>
                    <a:lnTo>
                      <a:pt x="989" y="212"/>
                    </a:lnTo>
                    <a:lnTo>
                      <a:pt x="989" y="214"/>
                    </a:lnTo>
                    <a:lnTo>
                      <a:pt x="989" y="215"/>
                    </a:lnTo>
                    <a:lnTo>
                      <a:pt x="989" y="215"/>
                    </a:lnTo>
                    <a:lnTo>
                      <a:pt x="990" y="215"/>
                    </a:lnTo>
                    <a:lnTo>
                      <a:pt x="990" y="217"/>
                    </a:lnTo>
                    <a:lnTo>
                      <a:pt x="989" y="219"/>
                    </a:lnTo>
                    <a:lnTo>
                      <a:pt x="989" y="220"/>
                    </a:lnTo>
                    <a:lnTo>
                      <a:pt x="989" y="220"/>
                    </a:lnTo>
                    <a:lnTo>
                      <a:pt x="989" y="220"/>
                    </a:lnTo>
                    <a:lnTo>
                      <a:pt x="990" y="220"/>
                    </a:lnTo>
                    <a:lnTo>
                      <a:pt x="990" y="224"/>
                    </a:lnTo>
                    <a:lnTo>
                      <a:pt x="992" y="224"/>
                    </a:lnTo>
                    <a:lnTo>
                      <a:pt x="992" y="225"/>
                    </a:lnTo>
                    <a:lnTo>
                      <a:pt x="994" y="225"/>
                    </a:lnTo>
                    <a:lnTo>
                      <a:pt x="994" y="224"/>
                    </a:lnTo>
                    <a:lnTo>
                      <a:pt x="995" y="224"/>
                    </a:lnTo>
                    <a:lnTo>
                      <a:pt x="995" y="224"/>
                    </a:lnTo>
                    <a:lnTo>
                      <a:pt x="997" y="225"/>
                    </a:lnTo>
                    <a:lnTo>
                      <a:pt x="997" y="225"/>
                    </a:lnTo>
                    <a:lnTo>
                      <a:pt x="999" y="224"/>
                    </a:lnTo>
                    <a:lnTo>
                      <a:pt x="1006" y="224"/>
                    </a:lnTo>
                    <a:lnTo>
                      <a:pt x="1007" y="224"/>
                    </a:lnTo>
                    <a:lnTo>
                      <a:pt x="1016" y="225"/>
                    </a:lnTo>
                    <a:lnTo>
                      <a:pt x="1021" y="227"/>
                    </a:lnTo>
                    <a:lnTo>
                      <a:pt x="1024" y="229"/>
                    </a:lnTo>
                    <a:lnTo>
                      <a:pt x="1026" y="229"/>
                    </a:lnTo>
                    <a:lnTo>
                      <a:pt x="1026" y="229"/>
                    </a:lnTo>
                    <a:lnTo>
                      <a:pt x="1028" y="231"/>
                    </a:lnTo>
                    <a:lnTo>
                      <a:pt x="1031" y="229"/>
                    </a:lnTo>
                    <a:lnTo>
                      <a:pt x="1033" y="231"/>
                    </a:lnTo>
                    <a:lnTo>
                      <a:pt x="1031" y="232"/>
                    </a:lnTo>
                    <a:lnTo>
                      <a:pt x="1028" y="232"/>
                    </a:lnTo>
                    <a:lnTo>
                      <a:pt x="1024" y="231"/>
                    </a:lnTo>
                    <a:lnTo>
                      <a:pt x="1024" y="229"/>
                    </a:lnTo>
                    <a:lnTo>
                      <a:pt x="1023" y="229"/>
                    </a:lnTo>
                    <a:lnTo>
                      <a:pt x="1018" y="229"/>
                    </a:lnTo>
                    <a:lnTo>
                      <a:pt x="1014" y="229"/>
                    </a:lnTo>
                    <a:lnTo>
                      <a:pt x="1012" y="229"/>
                    </a:lnTo>
                    <a:lnTo>
                      <a:pt x="1012" y="229"/>
                    </a:lnTo>
                    <a:lnTo>
                      <a:pt x="1009" y="231"/>
                    </a:lnTo>
                    <a:lnTo>
                      <a:pt x="1007" y="231"/>
                    </a:lnTo>
                    <a:lnTo>
                      <a:pt x="997" y="229"/>
                    </a:lnTo>
                    <a:lnTo>
                      <a:pt x="994" y="229"/>
                    </a:lnTo>
                    <a:lnTo>
                      <a:pt x="992" y="227"/>
                    </a:lnTo>
                    <a:lnTo>
                      <a:pt x="990" y="225"/>
                    </a:lnTo>
                    <a:lnTo>
                      <a:pt x="989" y="225"/>
                    </a:lnTo>
                    <a:lnTo>
                      <a:pt x="987" y="227"/>
                    </a:lnTo>
                    <a:lnTo>
                      <a:pt x="985" y="231"/>
                    </a:lnTo>
                    <a:lnTo>
                      <a:pt x="984" y="231"/>
                    </a:lnTo>
                    <a:lnTo>
                      <a:pt x="982" y="231"/>
                    </a:lnTo>
                    <a:lnTo>
                      <a:pt x="975" y="229"/>
                    </a:lnTo>
                    <a:lnTo>
                      <a:pt x="973" y="229"/>
                    </a:lnTo>
                    <a:lnTo>
                      <a:pt x="973" y="227"/>
                    </a:lnTo>
                    <a:lnTo>
                      <a:pt x="970" y="222"/>
                    </a:lnTo>
                    <a:lnTo>
                      <a:pt x="970" y="220"/>
                    </a:lnTo>
                    <a:lnTo>
                      <a:pt x="968" y="220"/>
                    </a:lnTo>
                    <a:lnTo>
                      <a:pt x="967" y="219"/>
                    </a:lnTo>
                    <a:lnTo>
                      <a:pt x="965" y="219"/>
                    </a:lnTo>
                    <a:lnTo>
                      <a:pt x="962" y="217"/>
                    </a:lnTo>
                    <a:lnTo>
                      <a:pt x="960" y="219"/>
                    </a:lnTo>
                    <a:lnTo>
                      <a:pt x="958" y="219"/>
                    </a:lnTo>
                    <a:lnTo>
                      <a:pt x="958" y="217"/>
                    </a:lnTo>
                    <a:lnTo>
                      <a:pt x="958" y="217"/>
                    </a:lnTo>
                    <a:lnTo>
                      <a:pt x="958" y="217"/>
                    </a:lnTo>
                    <a:lnTo>
                      <a:pt x="955" y="217"/>
                    </a:lnTo>
                    <a:lnTo>
                      <a:pt x="953" y="215"/>
                    </a:lnTo>
                    <a:lnTo>
                      <a:pt x="950" y="214"/>
                    </a:lnTo>
                    <a:lnTo>
                      <a:pt x="948" y="214"/>
                    </a:lnTo>
                    <a:lnTo>
                      <a:pt x="950" y="215"/>
                    </a:lnTo>
                    <a:lnTo>
                      <a:pt x="951" y="217"/>
                    </a:lnTo>
                    <a:lnTo>
                      <a:pt x="953" y="219"/>
                    </a:lnTo>
                    <a:lnTo>
                      <a:pt x="955" y="219"/>
                    </a:lnTo>
                    <a:lnTo>
                      <a:pt x="955" y="220"/>
                    </a:lnTo>
                    <a:lnTo>
                      <a:pt x="951" y="220"/>
                    </a:lnTo>
                    <a:lnTo>
                      <a:pt x="951" y="224"/>
                    </a:lnTo>
                    <a:lnTo>
                      <a:pt x="955" y="227"/>
                    </a:lnTo>
                    <a:lnTo>
                      <a:pt x="955" y="229"/>
                    </a:lnTo>
                    <a:lnTo>
                      <a:pt x="953" y="227"/>
                    </a:lnTo>
                    <a:lnTo>
                      <a:pt x="951" y="227"/>
                    </a:lnTo>
                    <a:lnTo>
                      <a:pt x="951" y="225"/>
                    </a:lnTo>
                    <a:lnTo>
                      <a:pt x="950" y="225"/>
                    </a:lnTo>
                    <a:lnTo>
                      <a:pt x="948" y="224"/>
                    </a:lnTo>
                    <a:lnTo>
                      <a:pt x="946" y="224"/>
                    </a:lnTo>
                    <a:lnTo>
                      <a:pt x="946" y="225"/>
                    </a:lnTo>
                    <a:lnTo>
                      <a:pt x="946" y="227"/>
                    </a:lnTo>
                    <a:lnTo>
                      <a:pt x="946" y="231"/>
                    </a:lnTo>
                    <a:lnTo>
                      <a:pt x="946" y="232"/>
                    </a:lnTo>
                    <a:lnTo>
                      <a:pt x="946" y="232"/>
                    </a:lnTo>
                    <a:lnTo>
                      <a:pt x="945" y="232"/>
                    </a:lnTo>
                    <a:lnTo>
                      <a:pt x="945" y="231"/>
                    </a:lnTo>
                    <a:lnTo>
                      <a:pt x="945" y="231"/>
                    </a:lnTo>
                    <a:lnTo>
                      <a:pt x="945" y="232"/>
                    </a:lnTo>
                    <a:lnTo>
                      <a:pt x="943" y="231"/>
                    </a:lnTo>
                    <a:lnTo>
                      <a:pt x="941" y="227"/>
                    </a:lnTo>
                    <a:lnTo>
                      <a:pt x="943" y="227"/>
                    </a:lnTo>
                    <a:lnTo>
                      <a:pt x="943" y="227"/>
                    </a:lnTo>
                    <a:lnTo>
                      <a:pt x="945" y="227"/>
                    </a:lnTo>
                    <a:lnTo>
                      <a:pt x="945" y="225"/>
                    </a:lnTo>
                    <a:lnTo>
                      <a:pt x="945" y="225"/>
                    </a:lnTo>
                    <a:lnTo>
                      <a:pt x="945" y="224"/>
                    </a:lnTo>
                    <a:lnTo>
                      <a:pt x="943" y="224"/>
                    </a:lnTo>
                    <a:lnTo>
                      <a:pt x="943" y="224"/>
                    </a:lnTo>
                    <a:lnTo>
                      <a:pt x="941" y="222"/>
                    </a:lnTo>
                    <a:lnTo>
                      <a:pt x="939" y="222"/>
                    </a:lnTo>
                    <a:lnTo>
                      <a:pt x="933" y="217"/>
                    </a:lnTo>
                    <a:lnTo>
                      <a:pt x="934" y="217"/>
                    </a:lnTo>
                    <a:lnTo>
                      <a:pt x="938" y="217"/>
                    </a:lnTo>
                    <a:lnTo>
                      <a:pt x="939" y="217"/>
                    </a:lnTo>
                    <a:lnTo>
                      <a:pt x="941" y="215"/>
                    </a:lnTo>
                    <a:lnTo>
                      <a:pt x="939" y="215"/>
                    </a:lnTo>
                    <a:lnTo>
                      <a:pt x="938" y="215"/>
                    </a:lnTo>
                    <a:lnTo>
                      <a:pt x="936" y="214"/>
                    </a:lnTo>
                    <a:lnTo>
                      <a:pt x="936" y="214"/>
                    </a:lnTo>
                    <a:lnTo>
                      <a:pt x="936" y="212"/>
                    </a:lnTo>
                    <a:lnTo>
                      <a:pt x="938" y="214"/>
                    </a:lnTo>
                    <a:lnTo>
                      <a:pt x="939" y="214"/>
                    </a:lnTo>
                    <a:lnTo>
                      <a:pt x="939" y="212"/>
                    </a:lnTo>
                    <a:lnTo>
                      <a:pt x="939" y="212"/>
                    </a:lnTo>
                    <a:lnTo>
                      <a:pt x="938" y="212"/>
                    </a:lnTo>
                    <a:lnTo>
                      <a:pt x="938" y="212"/>
                    </a:lnTo>
                    <a:lnTo>
                      <a:pt x="938" y="210"/>
                    </a:lnTo>
                    <a:lnTo>
                      <a:pt x="936" y="210"/>
                    </a:lnTo>
                    <a:lnTo>
                      <a:pt x="936" y="210"/>
                    </a:lnTo>
                    <a:lnTo>
                      <a:pt x="936" y="210"/>
                    </a:lnTo>
                    <a:lnTo>
                      <a:pt x="934" y="210"/>
                    </a:lnTo>
                    <a:lnTo>
                      <a:pt x="933" y="208"/>
                    </a:lnTo>
                    <a:lnTo>
                      <a:pt x="933" y="207"/>
                    </a:lnTo>
                    <a:lnTo>
                      <a:pt x="933" y="207"/>
                    </a:lnTo>
                    <a:lnTo>
                      <a:pt x="931" y="208"/>
                    </a:lnTo>
                    <a:lnTo>
                      <a:pt x="929" y="208"/>
                    </a:lnTo>
                    <a:lnTo>
                      <a:pt x="921" y="208"/>
                    </a:lnTo>
                    <a:lnTo>
                      <a:pt x="921" y="210"/>
                    </a:lnTo>
                    <a:lnTo>
                      <a:pt x="921" y="210"/>
                    </a:lnTo>
                    <a:lnTo>
                      <a:pt x="921" y="210"/>
                    </a:lnTo>
                    <a:lnTo>
                      <a:pt x="919" y="210"/>
                    </a:lnTo>
                    <a:lnTo>
                      <a:pt x="919" y="210"/>
                    </a:lnTo>
                    <a:lnTo>
                      <a:pt x="917" y="212"/>
                    </a:lnTo>
                    <a:lnTo>
                      <a:pt x="917" y="214"/>
                    </a:lnTo>
                    <a:lnTo>
                      <a:pt x="919" y="215"/>
                    </a:lnTo>
                    <a:lnTo>
                      <a:pt x="919" y="217"/>
                    </a:lnTo>
                    <a:lnTo>
                      <a:pt x="919" y="217"/>
                    </a:lnTo>
                    <a:lnTo>
                      <a:pt x="916" y="219"/>
                    </a:lnTo>
                    <a:lnTo>
                      <a:pt x="917" y="219"/>
                    </a:lnTo>
                    <a:lnTo>
                      <a:pt x="917" y="220"/>
                    </a:lnTo>
                    <a:lnTo>
                      <a:pt x="919" y="220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1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2" y="222"/>
                    </a:lnTo>
                    <a:lnTo>
                      <a:pt x="921" y="222"/>
                    </a:lnTo>
                    <a:lnTo>
                      <a:pt x="921" y="220"/>
                    </a:lnTo>
                    <a:lnTo>
                      <a:pt x="922" y="220"/>
                    </a:lnTo>
                    <a:lnTo>
                      <a:pt x="922" y="220"/>
                    </a:lnTo>
                    <a:lnTo>
                      <a:pt x="924" y="220"/>
                    </a:lnTo>
                    <a:lnTo>
                      <a:pt x="924" y="222"/>
                    </a:lnTo>
                    <a:lnTo>
                      <a:pt x="926" y="222"/>
                    </a:lnTo>
                    <a:lnTo>
                      <a:pt x="926" y="224"/>
                    </a:lnTo>
                    <a:lnTo>
                      <a:pt x="926" y="224"/>
                    </a:lnTo>
                    <a:lnTo>
                      <a:pt x="929" y="224"/>
                    </a:lnTo>
                    <a:lnTo>
                      <a:pt x="931" y="224"/>
                    </a:lnTo>
                    <a:lnTo>
                      <a:pt x="931" y="225"/>
                    </a:lnTo>
                    <a:lnTo>
                      <a:pt x="931" y="225"/>
                    </a:lnTo>
                    <a:lnTo>
                      <a:pt x="931" y="227"/>
                    </a:lnTo>
                    <a:lnTo>
                      <a:pt x="931" y="229"/>
                    </a:lnTo>
                    <a:lnTo>
                      <a:pt x="929" y="229"/>
                    </a:lnTo>
                    <a:lnTo>
                      <a:pt x="928" y="227"/>
                    </a:lnTo>
                    <a:lnTo>
                      <a:pt x="928" y="227"/>
                    </a:lnTo>
                    <a:lnTo>
                      <a:pt x="926" y="227"/>
                    </a:lnTo>
                    <a:lnTo>
                      <a:pt x="924" y="227"/>
                    </a:lnTo>
                    <a:lnTo>
                      <a:pt x="924" y="227"/>
                    </a:lnTo>
                    <a:lnTo>
                      <a:pt x="924" y="227"/>
                    </a:lnTo>
                    <a:lnTo>
                      <a:pt x="926" y="229"/>
                    </a:lnTo>
                    <a:lnTo>
                      <a:pt x="926" y="229"/>
                    </a:lnTo>
                    <a:lnTo>
                      <a:pt x="926" y="229"/>
                    </a:lnTo>
                    <a:lnTo>
                      <a:pt x="928" y="229"/>
                    </a:lnTo>
                    <a:lnTo>
                      <a:pt x="929" y="231"/>
                    </a:lnTo>
                    <a:lnTo>
                      <a:pt x="931" y="232"/>
                    </a:lnTo>
                    <a:lnTo>
                      <a:pt x="926" y="232"/>
                    </a:lnTo>
                    <a:lnTo>
                      <a:pt x="917" y="229"/>
                    </a:lnTo>
                    <a:lnTo>
                      <a:pt x="917" y="231"/>
                    </a:lnTo>
                    <a:lnTo>
                      <a:pt x="916" y="231"/>
                    </a:lnTo>
                    <a:lnTo>
                      <a:pt x="914" y="231"/>
                    </a:lnTo>
                    <a:lnTo>
                      <a:pt x="914" y="231"/>
                    </a:lnTo>
                    <a:lnTo>
                      <a:pt x="916" y="232"/>
                    </a:lnTo>
                    <a:lnTo>
                      <a:pt x="926" y="237"/>
                    </a:lnTo>
                    <a:lnTo>
                      <a:pt x="924" y="237"/>
                    </a:lnTo>
                    <a:lnTo>
                      <a:pt x="922" y="237"/>
                    </a:lnTo>
                    <a:lnTo>
                      <a:pt x="921" y="239"/>
                    </a:lnTo>
                    <a:lnTo>
                      <a:pt x="922" y="239"/>
                    </a:lnTo>
                    <a:lnTo>
                      <a:pt x="924" y="239"/>
                    </a:lnTo>
                    <a:lnTo>
                      <a:pt x="924" y="241"/>
                    </a:lnTo>
                    <a:lnTo>
                      <a:pt x="922" y="241"/>
                    </a:lnTo>
                    <a:lnTo>
                      <a:pt x="921" y="241"/>
                    </a:lnTo>
                    <a:lnTo>
                      <a:pt x="919" y="239"/>
                    </a:lnTo>
                    <a:lnTo>
                      <a:pt x="916" y="239"/>
                    </a:lnTo>
                    <a:lnTo>
                      <a:pt x="914" y="239"/>
                    </a:lnTo>
                    <a:lnTo>
                      <a:pt x="912" y="236"/>
                    </a:lnTo>
                    <a:lnTo>
                      <a:pt x="909" y="236"/>
                    </a:lnTo>
                    <a:lnTo>
                      <a:pt x="912" y="237"/>
                    </a:lnTo>
                    <a:lnTo>
                      <a:pt x="912" y="239"/>
                    </a:lnTo>
                    <a:lnTo>
                      <a:pt x="911" y="239"/>
                    </a:lnTo>
                    <a:lnTo>
                      <a:pt x="911" y="239"/>
                    </a:lnTo>
                    <a:lnTo>
                      <a:pt x="905" y="237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7" y="239"/>
                    </a:lnTo>
                    <a:lnTo>
                      <a:pt x="909" y="241"/>
                    </a:lnTo>
                    <a:lnTo>
                      <a:pt x="909" y="241"/>
                    </a:lnTo>
                    <a:lnTo>
                      <a:pt x="912" y="242"/>
                    </a:lnTo>
                    <a:lnTo>
                      <a:pt x="912" y="242"/>
                    </a:lnTo>
                    <a:lnTo>
                      <a:pt x="912" y="244"/>
                    </a:lnTo>
                    <a:lnTo>
                      <a:pt x="914" y="244"/>
                    </a:lnTo>
                    <a:lnTo>
                      <a:pt x="916" y="244"/>
                    </a:lnTo>
                    <a:lnTo>
                      <a:pt x="917" y="244"/>
                    </a:lnTo>
                    <a:lnTo>
                      <a:pt x="916" y="241"/>
                    </a:lnTo>
                    <a:lnTo>
                      <a:pt x="917" y="242"/>
                    </a:lnTo>
                    <a:lnTo>
                      <a:pt x="921" y="241"/>
                    </a:lnTo>
                    <a:lnTo>
                      <a:pt x="922" y="242"/>
                    </a:lnTo>
                    <a:lnTo>
                      <a:pt x="922" y="244"/>
                    </a:lnTo>
                    <a:lnTo>
                      <a:pt x="921" y="244"/>
                    </a:lnTo>
                    <a:lnTo>
                      <a:pt x="917" y="246"/>
                    </a:lnTo>
                    <a:lnTo>
                      <a:pt x="919" y="248"/>
                    </a:lnTo>
                    <a:lnTo>
                      <a:pt x="917" y="249"/>
                    </a:lnTo>
                    <a:lnTo>
                      <a:pt x="916" y="249"/>
                    </a:lnTo>
                    <a:lnTo>
                      <a:pt x="914" y="251"/>
                    </a:lnTo>
                    <a:lnTo>
                      <a:pt x="914" y="251"/>
                    </a:lnTo>
                    <a:lnTo>
                      <a:pt x="914" y="251"/>
                    </a:lnTo>
                    <a:lnTo>
                      <a:pt x="921" y="253"/>
                    </a:lnTo>
                    <a:lnTo>
                      <a:pt x="922" y="253"/>
                    </a:lnTo>
                    <a:lnTo>
                      <a:pt x="924" y="256"/>
                    </a:lnTo>
                    <a:lnTo>
                      <a:pt x="926" y="256"/>
                    </a:lnTo>
                    <a:lnTo>
                      <a:pt x="929" y="258"/>
                    </a:lnTo>
                    <a:lnTo>
                      <a:pt x="931" y="259"/>
                    </a:lnTo>
                    <a:lnTo>
                      <a:pt x="931" y="261"/>
                    </a:lnTo>
                    <a:lnTo>
                      <a:pt x="933" y="265"/>
                    </a:lnTo>
                    <a:lnTo>
                      <a:pt x="933" y="266"/>
                    </a:lnTo>
                    <a:lnTo>
                      <a:pt x="936" y="271"/>
                    </a:lnTo>
                    <a:lnTo>
                      <a:pt x="938" y="271"/>
                    </a:lnTo>
                    <a:lnTo>
                      <a:pt x="941" y="271"/>
                    </a:lnTo>
                    <a:lnTo>
                      <a:pt x="948" y="270"/>
                    </a:lnTo>
                    <a:lnTo>
                      <a:pt x="950" y="268"/>
                    </a:lnTo>
                    <a:lnTo>
                      <a:pt x="950" y="265"/>
                    </a:lnTo>
                    <a:lnTo>
                      <a:pt x="951" y="265"/>
                    </a:lnTo>
                    <a:lnTo>
                      <a:pt x="951" y="266"/>
                    </a:lnTo>
                    <a:lnTo>
                      <a:pt x="951" y="268"/>
                    </a:lnTo>
                    <a:lnTo>
                      <a:pt x="950" y="270"/>
                    </a:lnTo>
                    <a:lnTo>
                      <a:pt x="950" y="271"/>
                    </a:lnTo>
                    <a:lnTo>
                      <a:pt x="948" y="271"/>
                    </a:lnTo>
                    <a:lnTo>
                      <a:pt x="946" y="273"/>
                    </a:lnTo>
                    <a:lnTo>
                      <a:pt x="945" y="275"/>
                    </a:lnTo>
                    <a:lnTo>
                      <a:pt x="945" y="275"/>
                    </a:lnTo>
                    <a:lnTo>
                      <a:pt x="943" y="276"/>
                    </a:lnTo>
                    <a:lnTo>
                      <a:pt x="941" y="278"/>
                    </a:lnTo>
                    <a:lnTo>
                      <a:pt x="943" y="280"/>
                    </a:lnTo>
                    <a:lnTo>
                      <a:pt x="943" y="281"/>
                    </a:lnTo>
                    <a:lnTo>
                      <a:pt x="945" y="281"/>
                    </a:lnTo>
                    <a:lnTo>
                      <a:pt x="945" y="283"/>
                    </a:lnTo>
                    <a:lnTo>
                      <a:pt x="943" y="283"/>
                    </a:lnTo>
                    <a:lnTo>
                      <a:pt x="939" y="281"/>
                    </a:lnTo>
                    <a:lnTo>
                      <a:pt x="939" y="281"/>
                    </a:lnTo>
                    <a:lnTo>
                      <a:pt x="938" y="281"/>
                    </a:lnTo>
                    <a:lnTo>
                      <a:pt x="938" y="283"/>
                    </a:lnTo>
                    <a:lnTo>
                      <a:pt x="939" y="287"/>
                    </a:lnTo>
                    <a:lnTo>
                      <a:pt x="941" y="293"/>
                    </a:lnTo>
                    <a:lnTo>
                      <a:pt x="943" y="295"/>
                    </a:lnTo>
                    <a:lnTo>
                      <a:pt x="946" y="298"/>
                    </a:lnTo>
                    <a:lnTo>
                      <a:pt x="946" y="298"/>
                    </a:lnTo>
                    <a:lnTo>
                      <a:pt x="948" y="298"/>
                    </a:lnTo>
                    <a:lnTo>
                      <a:pt x="948" y="298"/>
                    </a:lnTo>
                    <a:lnTo>
                      <a:pt x="948" y="298"/>
                    </a:lnTo>
                    <a:lnTo>
                      <a:pt x="948" y="300"/>
                    </a:lnTo>
                    <a:lnTo>
                      <a:pt x="948" y="300"/>
                    </a:lnTo>
                    <a:lnTo>
                      <a:pt x="945" y="300"/>
                    </a:lnTo>
                    <a:lnTo>
                      <a:pt x="945" y="300"/>
                    </a:lnTo>
                    <a:lnTo>
                      <a:pt x="943" y="298"/>
                    </a:lnTo>
                    <a:lnTo>
                      <a:pt x="941" y="297"/>
                    </a:lnTo>
                    <a:lnTo>
                      <a:pt x="941" y="295"/>
                    </a:lnTo>
                    <a:lnTo>
                      <a:pt x="939" y="295"/>
                    </a:lnTo>
                    <a:lnTo>
                      <a:pt x="938" y="293"/>
                    </a:lnTo>
                    <a:lnTo>
                      <a:pt x="936" y="293"/>
                    </a:lnTo>
                    <a:lnTo>
                      <a:pt x="936" y="292"/>
                    </a:lnTo>
                    <a:lnTo>
                      <a:pt x="936" y="292"/>
                    </a:lnTo>
                    <a:lnTo>
                      <a:pt x="934" y="290"/>
                    </a:lnTo>
                    <a:lnTo>
                      <a:pt x="934" y="290"/>
                    </a:lnTo>
                    <a:lnTo>
                      <a:pt x="934" y="288"/>
                    </a:lnTo>
                    <a:lnTo>
                      <a:pt x="933" y="287"/>
                    </a:lnTo>
                    <a:lnTo>
                      <a:pt x="931" y="287"/>
                    </a:lnTo>
                    <a:lnTo>
                      <a:pt x="929" y="285"/>
                    </a:lnTo>
                    <a:lnTo>
                      <a:pt x="929" y="287"/>
                    </a:lnTo>
                    <a:lnTo>
                      <a:pt x="929" y="287"/>
                    </a:lnTo>
                    <a:lnTo>
                      <a:pt x="928" y="287"/>
                    </a:lnTo>
                    <a:lnTo>
                      <a:pt x="928" y="283"/>
                    </a:lnTo>
                    <a:lnTo>
                      <a:pt x="928" y="281"/>
                    </a:lnTo>
                    <a:lnTo>
                      <a:pt x="926" y="281"/>
                    </a:lnTo>
                    <a:lnTo>
                      <a:pt x="926" y="281"/>
                    </a:lnTo>
                    <a:lnTo>
                      <a:pt x="924" y="281"/>
                    </a:lnTo>
                    <a:lnTo>
                      <a:pt x="924" y="281"/>
                    </a:lnTo>
                    <a:lnTo>
                      <a:pt x="922" y="281"/>
                    </a:lnTo>
                    <a:lnTo>
                      <a:pt x="922" y="281"/>
                    </a:lnTo>
                    <a:lnTo>
                      <a:pt x="921" y="280"/>
                    </a:lnTo>
                    <a:lnTo>
                      <a:pt x="921" y="281"/>
                    </a:lnTo>
                    <a:lnTo>
                      <a:pt x="919" y="283"/>
                    </a:lnTo>
                    <a:lnTo>
                      <a:pt x="919" y="285"/>
                    </a:lnTo>
                    <a:lnTo>
                      <a:pt x="919" y="290"/>
                    </a:lnTo>
                    <a:lnTo>
                      <a:pt x="922" y="295"/>
                    </a:lnTo>
                    <a:lnTo>
                      <a:pt x="924" y="297"/>
                    </a:lnTo>
                    <a:lnTo>
                      <a:pt x="926" y="297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4" y="298"/>
                    </a:lnTo>
                    <a:lnTo>
                      <a:pt x="922" y="300"/>
                    </a:lnTo>
                    <a:lnTo>
                      <a:pt x="922" y="300"/>
                    </a:lnTo>
                    <a:lnTo>
                      <a:pt x="922" y="302"/>
                    </a:lnTo>
                    <a:lnTo>
                      <a:pt x="922" y="304"/>
                    </a:lnTo>
                    <a:lnTo>
                      <a:pt x="922" y="304"/>
                    </a:lnTo>
                    <a:lnTo>
                      <a:pt x="921" y="305"/>
                    </a:lnTo>
                    <a:lnTo>
                      <a:pt x="921" y="305"/>
                    </a:lnTo>
                    <a:lnTo>
                      <a:pt x="921" y="307"/>
                    </a:lnTo>
                    <a:lnTo>
                      <a:pt x="921" y="307"/>
                    </a:lnTo>
                    <a:lnTo>
                      <a:pt x="921" y="309"/>
                    </a:lnTo>
                    <a:lnTo>
                      <a:pt x="921" y="310"/>
                    </a:lnTo>
                    <a:lnTo>
                      <a:pt x="919" y="312"/>
                    </a:lnTo>
                    <a:lnTo>
                      <a:pt x="919" y="312"/>
                    </a:lnTo>
                    <a:lnTo>
                      <a:pt x="917" y="315"/>
                    </a:lnTo>
                    <a:lnTo>
                      <a:pt x="917" y="321"/>
                    </a:lnTo>
                    <a:lnTo>
                      <a:pt x="917" y="321"/>
                    </a:lnTo>
                    <a:lnTo>
                      <a:pt x="919" y="324"/>
                    </a:lnTo>
                    <a:lnTo>
                      <a:pt x="921" y="326"/>
                    </a:lnTo>
                    <a:lnTo>
                      <a:pt x="921" y="326"/>
                    </a:lnTo>
                    <a:lnTo>
                      <a:pt x="921" y="331"/>
                    </a:lnTo>
                    <a:lnTo>
                      <a:pt x="921" y="331"/>
                    </a:lnTo>
                    <a:lnTo>
                      <a:pt x="919" y="332"/>
                    </a:lnTo>
                    <a:lnTo>
                      <a:pt x="919" y="332"/>
                    </a:lnTo>
                    <a:lnTo>
                      <a:pt x="919" y="332"/>
                    </a:lnTo>
                    <a:lnTo>
                      <a:pt x="919" y="331"/>
                    </a:lnTo>
                    <a:lnTo>
                      <a:pt x="917" y="327"/>
                    </a:lnTo>
                    <a:lnTo>
                      <a:pt x="917" y="326"/>
                    </a:lnTo>
                    <a:lnTo>
                      <a:pt x="916" y="324"/>
                    </a:lnTo>
                    <a:lnTo>
                      <a:pt x="914" y="322"/>
                    </a:lnTo>
                    <a:lnTo>
                      <a:pt x="912" y="319"/>
                    </a:lnTo>
                    <a:lnTo>
                      <a:pt x="912" y="317"/>
                    </a:lnTo>
                    <a:lnTo>
                      <a:pt x="911" y="317"/>
                    </a:lnTo>
                    <a:lnTo>
                      <a:pt x="909" y="315"/>
                    </a:lnTo>
                    <a:lnTo>
                      <a:pt x="909" y="314"/>
                    </a:lnTo>
                    <a:lnTo>
                      <a:pt x="909" y="312"/>
                    </a:lnTo>
                    <a:lnTo>
                      <a:pt x="907" y="310"/>
                    </a:lnTo>
                    <a:lnTo>
                      <a:pt x="904" y="310"/>
                    </a:lnTo>
                    <a:lnTo>
                      <a:pt x="904" y="309"/>
                    </a:lnTo>
                    <a:lnTo>
                      <a:pt x="902" y="305"/>
                    </a:lnTo>
                    <a:lnTo>
                      <a:pt x="902" y="304"/>
                    </a:lnTo>
                    <a:lnTo>
                      <a:pt x="902" y="302"/>
                    </a:lnTo>
                    <a:lnTo>
                      <a:pt x="900" y="298"/>
                    </a:lnTo>
                    <a:lnTo>
                      <a:pt x="899" y="297"/>
                    </a:lnTo>
                    <a:lnTo>
                      <a:pt x="899" y="295"/>
                    </a:lnTo>
                    <a:lnTo>
                      <a:pt x="897" y="293"/>
                    </a:lnTo>
                    <a:lnTo>
                      <a:pt x="894" y="290"/>
                    </a:lnTo>
                    <a:lnTo>
                      <a:pt x="894" y="288"/>
                    </a:lnTo>
                    <a:lnTo>
                      <a:pt x="892" y="287"/>
                    </a:lnTo>
                    <a:lnTo>
                      <a:pt x="892" y="283"/>
                    </a:lnTo>
                    <a:lnTo>
                      <a:pt x="892" y="283"/>
                    </a:lnTo>
                    <a:lnTo>
                      <a:pt x="888" y="280"/>
                    </a:lnTo>
                    <a:lnTo>
                      <a:pt x="887" y="276"/>
                    </a:lnTo>
                    <a:lnTo>
                      <a:pt x="885" y="275"/>
                    </a:lnTo>
                    <a:lnTo>
                      <a:pt x="883" y="275"/>
                    </a:lnTo>
                    <a:lnTo>
                      <a:pt x="882" y="275"/>
                    </a:lnTo>
                    <a:lnTo>
                      <a:pt x="882" y="273"/>
                    </a:lnTo>
                    <a:lnTo>
                      <a:pt x="883" y="270"/>
                    </a:lnTo>
                    <a:lnTo>
                      <a:pt x="883" y="268"/>
                    </a:lnTo>
                    <a:lnTo>
                      <a:pt x="883" y="266"/>
                    </a:lnTo>
                    <a:lnTo>
                      <a:pt x="883" y="265"/>
                    </a:lnTo>
                    <a:lnTo>
                      <a:pt x="882" y="265"/>
                    </a:lnTo>
                    <a:lnTo>
                      <a:pt x="880" y="265"/>
                    </a:lnTo>
                    <a:lnTo>
                      <a:pt x="878" y="263"/>
                    </a:lnTo>
                    <a:lnTo>
                      <a:pt x="878" y="261"/>
                    </a:lnTo>
                    <a:lnTo>
                      <a:pt x="878" y="259"/>
                    </a:lnTo>
                    <a:lnTo>
                      <a:pt x="878" y="258"/>
                    </a:lnTo>
                    <a:lnTo>
                      <a:pt x="878" y="258"/>
                    </a:lnTo>
                    <a:lnTo>
                      <a:pt x="880" y="258"/>
                    </a:lnTo>
                    <a:lnTo>
                      <a:pt x="880" y="258"/>
                    </a:lnTo>
                    <a:lnTo>
                      <a:pt x="880" y="256"/>
                    </a:lnTo>
                    <a:lnTo>
                      <a:pt x="882" y="256"/>
                    </a:lnTo>
                    <a:lnTo>
                      <a:pt x="882" y="254"/>
                    </a:lnTo>
                    <a:lnTo>
                      <a:pt x="880" y="254"/>
                    </a:lnTo>
                    <a:lnTo>
                      <a:pt x="880" y="256"/>
                    </a:lnTo>
                    <a:lnTo>
                      <a:pt x="880" y="256"/>
                    </a:lnTo>
                    <a:lnTo>
                      <a:pt x="880" y="256"/>
                    </a:lnTo>
                    <a:lnTo>
                      <a:pt x="878" y="256"/>
                    </a:lnTo>
                    <a:lnTo>
                      <a:pt x="877" y="256"/>
                    </a:lnTo>
                    <a:lnTo>
                      <a:pt x="877" y="256"/>
                    </a:lnTo>
                    <a:lnTo>
                      <a:pt x="875" y="254"/>
                    </a:lnTo>
                    <a:lnTo>
                      <a:pt x="873" y="254"/>
                    </a:lnTo>
                    <a:lnTo>
                      <a:pt x="872" y="254"/>
                    </a:lnTo>
                    <a:lnTo>
                      <a:pt x="872" y="251"/>
                    </a:lnTo>
                    <a:lnTo>
                      <a:pt x="872" y="249"/>
                    </a:lnTo>
                    <a:lnTo>
                      <a:pt x="872" y="248"/>
                    </a:lnTo>
                    <a:lnTo>
                      <a:pt x="870" y="249"/>
                    </a:lnTo>
                    <a:lnTo>
                      <a:pt x="868" y="249"/>
                    </a:lnTo>
                    <a:lnTo>
                      <a:pt x="868" y="249"/>
                    </a:lnTo>
                    <a:lnTo>
                      <a:pt x="868" y="249"/>
                    </a:lnTo>
                    <a:lnTo>
                      <a:pt x="866" y="246"/>
                    </a:lnTo>
                    <a:lnTo>
                      <a:pt x="866" y="246"/>
                    </a:lnTo>
                    <a:lnTo>
                      <a:pt x="868" y="241"/>
                    </a:lnTo>
                    <a:lnTo>
                      <a:pt x="868" y="239"/>
                    </a:lnTo>
                    <a:lnTo>
                      <a:pt x="868" y="237"/>
                    </a:lnTo>
                    <a:lnTo>
                      <a:pt x="868" y="236"/>
                    </a:lnTo>
                    <a:lnTo>
                      <a:pt x="870" y="236"/>
                    </a:lnTo>
                    <a:lnTo>
                      <a:pt x="872" y="236"/>
                    </a:lnTo>
                    <a:lnTo>
                      <a:pt x="872" y="236"/>
                    </a:lnTo>
                    <a:lnTo>
                      <a:pt x="873" y="236"/>
                    </a:lnTo>
                    <a:lnTo>
                      <a:pt x="875" y="236"/>
                    </a:lnTo>
                    <a:lnTo>
                      <a:pt x="875" y="234"/>
                    </a:lnTo>
                    <a:lnTo>
                      <a:pt x="873" y="234"/>
                    </a:lnTo>
                    <a:lnTo>
                      <a:pt x="870" y="232"/>
                    </a:lnTo>
                    <a:lnTo>
                      <a:pt x="872" y="229"/>
                    </a:lnTo>
                    <a:lnTo>
                      <a:pt x="872" y="229"/>
                    </a:lnTo>
                    <a:lnTo>
                      <a:pt x="870" y="227"/>
                    </a:lnTo>
                    <a:lnTo>
                      <a:pt x="865" y="231"/>
                    </a:lnTo>
                    <a:lnTo>
                      <a:pt x="863" y="231"/>
                    </a:lnTo>
                    <a:lnTo>
                      <a:pt x="861" y="234"/>
                    </a:lnTo>
                    <a:lnTo>
                      <a:pt x="861" y="237"/>
                    </a:lnTo>
                    <a:lnTo>
                      <a:pt x="860" y="239"/>
                    </a:lnTo>
                    <a:lnTo>
                      <a:pt x="858" y="239"/>
                    </a:lnTo>
                    <a:lnTo>
                      <a:pt x="858" y="241"/>
                    </a:lnTo>
                    <a:lnTo>
                      <a:pt x="858" y="242"/>
                    </a:lnTo>
                    <a:lnTo>
                      <a:pt x="856" y="242"/>
                    </a:lnTo>
                    <a:lnTo>
                      <a:pt x="856" y="244"/>
                    </a:lnTo>
                    <a:lnTo>
                      <a:pt x="855" y="244"/>
                    </a:lnTo>
                    <a:lnTo>
                      <a:pt x="853" y="244"/>
                    </a:lnTo>
                    <a:lnTo>
                      <a:pt x="851" y="244"/>
                    </a:lnTo>
                    <a:lnTo>
                      <a:pt x="849" y="246"/>
                    </a:lnTo>
                    <a:lnTo>
                      <a:pt x="849" y="246"/>
                    </a:lnTo>
                    <a:lnTo>
                      <a:pt x="849" y="248"/>
                    </a:lnTo>
                    <a:lnTo>
                      <a:pt x="849" y="251"/>
                    </a:lnTo>
                    <a:lnTo>
                      <a:pt x="849" y="251"/>
                    </a:lnTo>
                    <a:lnTo>
                      <a:pt x="848" y="253"/>
                    </a:lnTo>
                    <a:lnTo>
                      <a:pt x="848" y="253"/>
                    </a:lnTo>
                    <a:lnTo>
                      <a:pt x="848" y="256"/>
                    </a:lnTo>
                    <a:lnTo>
                      <a:pt x="849" y="258"/>
                    </a:lnTo>
                    <a:lnTo>
                      <a:pt x="855" y="263"/>
                    </a:lnTo>
                    <a:lnTo>
                      <a:pt x="849" y="261"/>
                    </a:lnTo>
                    <a:lnTo>
                      <a:pt x="849" y="261"/>
                    </a:lnTo>
                    <a:lnTo>
                      <a:pt x="848" y="261"/>
                    </a:lnTo>
                    <a:lnTo>
                      <a:pt x="846" y="261"/>
                    </a:lnTo>
                    <a:lnTo>
                      <a:pt x="846" y="263"/>
                    </a:lnTo>
                    <a:lnTo>
                      <a:pt x="844" y="263"/>
                    </a:lnTo>
                    <a:lnTo>
                      <a:pt x="844" y="263"/>
                    </a:lnTo>
                    <a:lnTo>
                      <a:pt x="841" y="263"/>
                    </a:lnTo>
                    <a:lnTo>
                      <a:pt x="841" y="263"/>
                    </a:lnTo>
                    <a:lnTo>
                      <a:pt x="839" y="265"/>
                    </a:lnTo>
                    <a:lnTo>
                      <a:pt x="839" y="265"/>
                    </a:lnTo>
                    <a:lnTo>
                      <a:pt x="838" y="265"/>
                    </a:lnTo>
                    <a:lnTo>
                      <a:pt x="836" y="265"/>
                    </a:lnTo>
                    <a:lnTo>
                      <a:pt x="836" y="263"/>
                    </a:lnTo>
                    <a:lnTo>
                      <a:pt x="836" y="261"/>
                    </a:lnTo>
                    <a:lnTo>
                      <a:pt x="834" y="263"/>
                    </a:lnTo>
                    <a:lnTo>
                      <a:pt x="832" y="263"/>
                    </a:lnTo>
                    <a:lnTo>
                      <a:pt x="832" y="265"/>
                    </a:lnTo>
                    <a:lnTo>
                      <a:pt x="831" y="266"/>
                    </a:lnTo>
                    <a:lnTo>
                      <a:pt x="831" y="266"/>
                    </a:lnTo>
                    <a:lnTo>
                      <a:pt x="831" y="266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31" y="268"/>
                    </a:lnTo>
                    <a:lnTo>
                      <a:pt x="829" y="268"/>
                    </a:lnTo>
                    <a:lnTo>
                      <a:pt x="829" y="268"/>
                    </a:lnTo>
                    <a:lnTo>
                      <a:pt x="829" y="268"/>
                    </a:lnTo>
                    <a:lnTo>
                      <a:pt x="829" y="270"/>
                    </a:lnTo>
                    <a:lnTo>
                      <a:pt x="829" y="271"/>
                    </a:lnTo>
                    <a:lnTo>
                      <a:pt x="832" y="273"/>
                    </a:lnTo>
                    <a:lnTo>
                      <a:pt x="834" y="278"/>
                    </a:lnTo>
                    <a:lnTo>
                      <a:pt x="834" y="278"/>
                    </a:lnTo>
                    <a:lnTo>
                      <a:pt x="831" y="278"/>
                    </a:lnTo>
                    <a:lnTo>
                      <a:pt x="829" y="278"/>
                    </a:lnTo>
                    <a:lnTo>
                      <a:pt x="829" y="276"/>
                    </a:lnTo>
                    <a:lnTo>
                      <a:pt x="827" y="275"/>
                    </a:lnTo>
                    <a:lnTo>
                      <a:pt x="827" y="275"/>
                    </a:lnTo>
                    <a:lnTo>
                      <a:pt x="826" y="275"/>
                    </a:lnTo>
                    <a:lnTo>
                      <a:pt x="824" y="275"/>
                    </a:lnTo>
                    <a:lnTo>
                      <a:pt x="824" y="276"/>
                    </a:lnTo>
                    <a:lnTo>
                      <a:pt x="826" y="276"/>
                    </a:lnTo>
                    <a:lnTo>
                      <a:pt x="824" y="278"/>
                    </a:lnTo>
                    <a:lnTo>
                      <a:pt x="824" y="280"/>
                    </a:lnTo>
                    <a:lnTo>
                      <a:pt x="822" y="280"/>
                    </a:lnTo>
                    <a:lnTo>
                      <a:pt x="822" y="278"/>
                    </a:lnTo>
                    <a:lnTo>
                      <a:pt x="822" y="276"/>
                    </a:lnTo>
                    <a:lnTo>
                      <a:pt x="819" y="280"/>
                    </a:lnTo>
                    <a:lnTo>
                      <a:pt x="807" y="288"/>
                    </a:lnTo>
                    <a:lnTo>
                      <a:pt x="807" y="290"/>
                    </a:lnTo>
                    <a:lnTo>
                      <a:pt x="805" y="292"/>
                    </a:lnTo>
                    <a:lnTo>
                      <a:pt x="805" y="292"/>
                    </a:lnTo>
                    <a:lnTo>
                      <a:pt x="807" y="292"/>
                    </a:lnTo>
                    <a:lnTo>
                      <a:pt x="807" y="293"/>
                    </a:lnTo>
                    <a:lnTo>
                      <a:pt x="807" y="295"/>
                    </a:lnTo>
                    <a:lnTo>
                      <a:pt x="802" y="300"/>
                    </a:lnTo>
                    <a:lnTo>
                      <a:pt x="802" y="300"/>
                    </a:lnTo>
                    <a:lnTo>
                      <a:pt x="800" y="302"/>
                    </a:lnTo>
                    <a:lnTo>
                      <a:pt x="799" y="302"/>
                    </a:lnTo>
                    <a:lnTo>
                      <a:pt x="799" y="304"/>
                    </a:lnTo>
                    <a:lnTo>
                      <a:pt x="799" y="307"/>
                    </a:lnTo>
                    <a:lnTo>
                      <a:pt x="797" y="310"/>
                    </a:lnTo>
                    <a:lnTo>
                      <a:pt x="795" y="321"/>
                    </a:lnTo>
                    <a:lnTo>
                      <a:pt x="795" y="331"/>
                    </a:lnTo>
                    <a:lnTo>
                      <a:pt x="797" y="331"/>
                    </a:lnTo>
                    <a:lnTo>
                      <a:pt x="797" y="332"/>
                    </a:lnTo>
                    <a:lnTo>
                      <a:pt x="797" y="332"/>
                    </a:lnTo>
                    <a:lnTo>
                      <a:pt x="799" y="336"/>
                    </a:lnTo>
                    <a:lnTo>
                      <a:pt x="799" y="338"/>
                    </a:lnTo>
                    <a:lnTo>
                      <a:pt x="799" y="339"/>
                    </a:lnTo>
                    <a:lnTo>
                      <a:pt x="800" y="341"/>
                    </a:lnTo>
                    <a:lnTo>
                      <a:pt x="800" y="343"/>
                    </a:lnTo>
                    <a:lnTo>
                      <a:pt x="802" y="343"/>
                    </a:lnTo>
                    <a:lnTo>
                      <a:pt x="800" y="344"/>
                    </a:lnTo>
                    <a:lnTo>
                      <a:pt x="800" y="344"/>
                    </a:lnTo>
                    <a:lnTo>
                      <a:pt x="800" y="346"/>
                    </a:lnTo>
                    <a:lnTo>
                      <a:pt x="800" y="351"/>
                    </a:lnTo>
                    <a:lnTo>
                      <a:pt x="802" y="356"/>
                    </a:lnTo>
                    <a:lnTo>
                      <a:pt x="802" y="360"/>
                    </a:lnTo>
                    <a:lnTo>
                      <a:pt x="800" y="363"/>
                    </a:lnTo>
                    <a:lnTo>
                      <a:pt x="799" y="366"/>
                    </a:lnTo>
                    <a:lnTo>
                      <a:pt x="799" y="366"/>
                    </a:lnTo>
                    <a:lnTo>
                      <a:pt x="799" y="366"/>
                    </a:lnTo>
                    <a:lnTo>
                      <a:pt x="800" y="366"/>
                    </a:lnTo>
                    <a:lnTo>
                      <a:pt x="800" y="368"/>
                    </a:lnTo>
                    <a:lnTo>
                      <a:pt x="800" y="368"/>
                    </a:lnTo>
                    <a:lnTo>
                      <a:pt x="802" y="365"/>
                    </a:lnTo>
                    <a:lnTo>
                      <a:pt x="805" y="365"/>
                    </a:lnTo>
                    <a:lnTo>
                      <a:pt x="809" y="365"/>
                    </a:lnTo>
                    <a:lnTo>
                      <a:pt x="810" y="365"/>
                    </a:lnTo>
                    <a:lnTo>
                      <a:pt x="814" y="366"/>
                    </a:lnTo>
                    <a:lnTo>
                      <a:pt x="814" y="368"/>
                    </a:lnTo>
                    <a:lnTo>
                      <a:pt x="815" y="370"/>
                    </a:lnTo>
                    <a:lnTo>
                      <a:pt x="815" y="373"/>
                    </a:lnTo>
                    <a:lnTo>
                      <a:pt x="815" y="375"/>
                    </a:lnTo>
                    <a:lnTo>
                      <a:pt x="814" y="378"/>
                    </a:lnTo>
                    <a:lnTo>
                      <a:pt x="812" y="380"/>
                    </a:lnTo>
                    <a:lnTo>
                      <a:pt x="805" y="383"/>
                    </a:lnTo>
                    <a:lnTo>
                      <a:pt x="802" y="385"/>
                    </a:lnTo>
                    <a:lnTo>
                      <a:pt x="802" y="385"/>
                    </a:lnTo>
                    <a:lnTo>
                      <a:pt x="800" y="388"/>
                    </a:lnTo>
                    <a:lnTo>
                      <a:pt x="800" y="388"/>
                    </a:lnTo>
                    <a:lnTo>
                      <a:pt x="800" y="387"/>
                    </a:lnTo>
                    <a:lnTo>
                      <a:pt x="799" y="387"/>
                    </a:lnTo>
                    <a:lnTo>
                      <a:pt x="797" y="390"/>
                    </a:lnTo>
                    <a:lnTo>
                      <a:pt x="795" y="392"/>
                    </a:lnTo>
                    <a:lnTo>
                      <a:pt x="793" y="394"/>
                    </a:lnTo>
                    <a:lnTo>
                      <a:pt x="788" y="395"/>
                    </a:lnTo>
                    <a:lnTo>
                      <a:pt x="788" y="395"/>
                    </a:lnTo>
                    <a:lnTo>
                      <a:pt x="787" y="399"/>
                    </a:lnTo>
                    <a:lnTo>
                      <a:pt x="785" y="400"/>
                    </a:lnTo>
                    <a:lnTo>
                      <a:pt x="776" y="407"/>
                    </a:lnTo>
                    <a:lnTo>
                      <a:pt x="773" y="409"/>
                    </a:lnTo>
                    <a:lnTo>
                      <a:pt x="771" y="409"/>
                    </a:lnTo>
                    <a:lnTo>
                      <a:pt x="771" y="407"/>
                    </a:lnTo>
                    <a:lnTo>
                      <a:pt x="770" y="407"/>
                    </a:lnTo>
                    <a:lnTo>
                      <a:pt x="768" y="407"/>
                    </a:lnTo>
                    <a:lnTo>
                      <a:pt x="768" y="407"/>
                    </a:lnTo>
                    <a:lnTo>
                      <a:pt x="766" y="409"/>
                    </a:lnTo>
                    <a:lnTo>
                      <a:pt x="765" y="414"/>
                    </a:lnTo>
                    <a:lnTo>
                      <a:pt x="763" y="416"/>
                    </a:lnTo>
                    <a:lnTo>
                      <a:pt x="761" y="417"/>
                    </a:lnTo>
                    <a:lnTo>
                      <a:pt x="763" y="419"/>
                    </a:lnTo>
                    <a:lnTo>
                      <a:pt x="765" y="419"/>
                    </a:lnTo>
                    <a:lnTo>
                      <a:pt x="765" y="421"/>
                    </a:lnTo>
                    <a:lnTo>
                      <a:pt x="765" y="422"/>
                    </a:lnTo>
                    <a:lnTo>
                      <a:pt x="763" y="424"/>
                    </a:lnTo>
                    <a:lnTo>
                      <a:pt x="759" y="428"/>
                    </a:lnTo>
                    <a:lnTo>
                      <a:pt x="759" y="428"/>
                    </a:lnTo>
                    <a:lnTo>
                      <a:pt x="756" y="428"/>
                    </a:lnTo>
                    <a:lnTo>
                      <a:pt x="754" y="429"/>
                    </a:lnTo>
                    <a:lnTo>
                      <a:pt x="754" y="429"/>
                    </a:lnTo>
                    <a:lnTo>
                      <a:pt x="753" y="429"/>
                    </a:lnTo>
                    <a:lnTo>
                      <a:pt x="751" y="429"/>
                    </a:lnTo>
                    <a:lnTo>
                      <a:pt x="751" y="429"/>
                    </a:lnTo>
                    <a:lnTo>
                      <a:pt x="751" y="431"/>
                    </a:lnTo>
                    <a:lnTo>
                      <a:pt x="751" y="433"/>
                    </a:lnTo>
                    <a:lnTo>
                      <a:pt x="753" y="433"/>
                    </a:lnTo>
                    <a:lnTo>
                      <a:pt x="753" y="433"/>
                    </a:lnTo>
                    <a:lnTo>
                      <a:pt x="753" y="434"/>
                    </a:lnTo>
                    <a:lnTo>
                      <a:pt x="753" y="436"/>
                    </a:lnTo>
                    <a:lnTo>
                      <a:pt x="753" y="438"/>
                    </a:lnTo>
                    <a:lnTo>
                      <a:pt x="751" y="438"/>
                    </a:lnTo>
                    <a:lnTo>
                      <a:pt x="749" y="443"/>
                    </a:lnTo>
                    <a:lnTo>
                      <a:pt x="749" y="446"/>
                    </a:lnTo>
                    <a:lnTo>
                      <a:pt x="748" y="446"/>
                    </a:lnTo>
                    <a:lnTo>
                      <a:pt x="748" y="448"/>
                    </a:lnTo>
                    <a:lnTo>
                      <a:pt x="746" y="450"/>
                    </a:lnTo>
                    <a:lnTo>
                      <a:pt x="746" y="450"/>
                    </a:lnTo>
                    <a:lnTo>
                      <a:pt x="746" y="451"/>
                    </a:lnTo>
                    <a:lnTo>
                      <a:pt x="746" y="453"/>
                    </a:lnTo>
                    <a:lnTo>
                      <a:pt x="744" y="455"/>
                    </a:lnTo>
                    <a:lnTo>
                      <a:pt x="742" y="460"/>
                    </a:lnTo>
                    <a:lnTo>
                      <a:pt x="734" y="473"/>
                    </a:lnTo>
                    <a:lnTo>
                      <a:pt x="724" y="484"/>
                    </a:lnTo>
                    <a:lnTo>
                      <a:pt x="714" y="494"/>
                    </a:lnTo>
                    <a:lnTo>
                      <a:pt x="714" y="495"/>
                    </a:lnTo>
                    <a:lnTo>
                      <a:pt x="712" y="495"/>
                    </a:lnTo>
                    <a:lnTo>
                      <a:pt x="709" y="499"/>
                    </a:lnTo>
                    <a:lnTo>
                      <a:pt x="693" y="509"/>
                    </a:lnTo>
                    <a:lnTo>
                      <a:pt x="680" y="514"/>
                    </a:lnTo>
                    <a:lnTo>
                      <a:pt x="668" y="519"/>
                    </a:lnTo>
                    <a:lnTo>
                      <a:pt x="642" y="528"/>
                    </a:lnTo>
                    <a:lnTo>
                      <a:pt x="632" y="531"/>
                    </a:lnTo>
                    <a:lnTo>
                      <a:pt x="617" y="533"/>
                    </a:lnTo>
                    <a:lnTo>
                      <a:pt x="603" y="535"/>
                    </a:lnTo>
                    <a:lnTo>
                      <a:pt x="595" y="536"/>
                    </a:lnTo>
                    <a:lnTo>
                      <a:pt x="590" y="536"/>
                    </a:lnTo>
                    <a:lnTo>
                      <a:pt x="588" y="536"/>
                    </a:lnTo>
                    <a:lnTo>
                      <a:pt x="586" y="538"/>
                    </a:lnTo>
                    <a:lnTo>
                      <a:pt x="586" y="538"/>
                    </a:lnTo>
                    <a:lnTo>
                      <a:pt x="586" y="540"/>
                    </a:lnTo>
                    <a:lnTo>
                      <a:pt x="586" y="540"/>
                    </a:lnTo>
                    <a:lnTo>
                      <a:pt x="586" y="541"/>
                    </a:lnTo>
                    <a:lnTo>
                      <a:pt x="585" y="541"/>
                    </a:lnTo>
                    <a:lnTo>
                      <a:pt x="583" y="541"/>
                    </a:lnTo>
                    <a:lnTo>
                      <a:pt x="583" y="541"/>
                    </a:lnTo>
                    <a:lnTo>
                      <a:pt x="581" y="543"/>
                    </a:lnTo>
                    <a:lnTo>
                      <a:pt x="579" y="543"/>
                    </a:lnTo>
                    <a:lnTo>
                      <a:pt x="579" y="543"/>
                    </a:lnTo>
                    <a:lnTo>
                      <a:pt x="576" y="545"/>
                    </a:lnTo>
                    <a:lnTo>
                      <a:pt x="574" y="546"/>
                    </a:lnTo>
                    <a:lnTo>
                      <a:pt x="573" y="545"/>
                    </a:lnTo>
                    <a:lnTo>
                      <a:pt x="571" y="545"/>
                    </a:lnTo>
                    <a:lnTo>
                      <a:pt x="568" y="543"/>
                    </a:lnTo>
                    <a:lnTo>
                      <a:pt x="566" y="541"/>
                    </a:lnTo>
                    <a:lnTo>
                      <a:pt x="566" y="541"/>
                    </a:lnTo>
                    <a:lnTo>
                      <a:pt x="566" y="540"/>
                    </a:lnTo>
                    <a:lnTo>
                      <a:pt x="564" y="540"/>
                    </a:lnTo>
                    <a:lnTo>
                      <a:pt x="564" y="540"/>
                    </a:lnTo>
                    <a:lnTo>
                      <a:pt x="564" y="541"/>
                    </a:lnTo>
                    <a:lnTo>
                      <a:pt x="562" y="541"/>
                    </a:lnTo>
                    <a:lnTo>
                      <a:pt x="561" y="541"/>
                    </a:lnTo>
                    <a:lnTo>
                      <a:pt x="557" y="540"/>
                    </a:lnTo>
                    <a:lnTo>
                      <a:pt x="556" y="540"/>
                    </a:lnTo>
                    <a:lnTo>
                      <a:pt x="554" y="540"/>
                    </a:lnTo>
                    <a:lnTo>
                      <a:pt x="551" y="538"/>
                    </a:lnTo>
                    <a:lnTo>
                      <a:pt x="544" y="536"/>
                    </a:lnTo>
                    <a:lnTo>
                      <a:pt x="542" y="536"/>
                    </a:lnTo>
                    <a:lnTo>
                      <a:pt x="540" y="536"/>
                    </a:lnTo>
                    <a:lnTo>
                      <a:pt x="539" y="536"/>
                    </a:lnTo>
                    <a:lnTo>
                      <a:pt x="539" y="538"/>
                    </a:lnTo>
                    <a:lnTo>
                      <a:pt x="539" y="540"/>
                    </a:lnTo>
                    <a:lnTo>
                      <a:pt x="535" y="538"/>
                    </a:lnTo>
                    <a:lnTo>
                      <a:pt x="534" y="536"/>
                    </a:lnTo>
                    <a:lnTo>
                      <a:pt x="530" y="538"/>
                    </a:lnTo>
                    <a:lnTo>
                      <a:pt x="530" y="540"/>
                    </a:lnTo>
                    <a:lnTo>
                      <a:pt x="530" y="540"/>
                    </a:lnTo>
                    <a:lnTo>
                      <a:pt x="530" y="541"/>
                    </a:lnTo>
                    <a:lnTo>
                      <a:pt x="529" y="541"/>
                    </a:lnTo>
                    <a:lnTo>
                      <a:pt x="527" y="541"/>
                    </a:lnTo>
                    <a:lnTo>
                      <a:pt x="525" y="543"/>
                    </a:lnTo>
                    <a:lnTo>
                      <a:pt x="523" y="543"/>
                    </a:lnTo>
                    <a:lnTo>
                      <a:pt x="523" y="545"/>
                    </a:lnTo>
                    <a:lnTo>
                      <a:pt x="522" y="546"/>
                    </a:lnTo>
                    <a:lnTo>
                      <a:pt x="522" y="548"/>
                    </a:lnTo>
                    <a:lnTo>
                      <a:pt x="515" y="557"/>
                    </a:lnTo>
                    <a:lnTo>
                      <a:pt x="512" y="560"/>
                    </a:lnTo>
                    <a:lnTo>
                      <a:pt x="510" y="562"/>
                    </a:lnTo>
                    <a:lnTo>
                      <a:pt x="508" y="563"/>
                    </a:lnTo>
                    <a:lnTo>
                      <a:pt x="506" y="565"/>
                    </a:lnTo>
                    <a:lnTo>
                      <a:pt x="505" y="565"/>
                    </a:lnTo>
                    <a:lnTo>
                      <a:pt x="503" y="565"/>
                    </a:lnTo>
                    <a:lnTo>
                      <a:pt x="500" y="567"/>
                    </a:lnTo>
                    <a:lnTo>
                      <a:pt x="498" y="568"/>
                    </a:lnTo>
                    <a:lnTo>
                      <a:pt x="496" y="568"/>
                    </a:lnTo>
                    <a:lnTo>
                      <a:pt x="495" y="567"/>
                    </a:lnTo>
                    <a:lnTo>
                      <a:pt x="495" y="567"/>
                    </a:lnTo>
                    <a:lnTo>
                      <a:pt x="493" y="567"/>
                    </a:lnTo>
                    <a:lnTo>
                      <a:pt x="493" y="567"/>
                    </a:lnTo>
                    <a:lnTo>
                      <a:pt x="493" y="567"/>
                    </a:lnTo>
                    <a:lnTo>
                      <a:pt x="491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8" y="567"/>
                    </a:lnTo>
                    <a:lnTo>
                      <a:pt x="486" y="567"/>
                    </a:lnTo>
                    <a:lnTo>
                      <a:pt x="486" y="567"/>
                    </a:lnTo>
                    <a:lnTo>
                      <a:pt x="486" y="567"/>
                    </a:lnTo>
                    <a:lnTo>
                      <a:pt x="474" y="570"/>
                    </a:lnTo>
                    <a:lnTo>
                      <a:pt x="471" y="570"/>
                    </a:lnTo>
                    <a:lnTo>
                      <a:pt x="469" y="572"/>
                    </a:lnTo>
                    <a:lnTo>
                      <a:pt x="469" y="570"/>
                    </a:lnTo>
                    <a:lnTo>
                      <a:pt x="467" y="570"/>
                    </a:lnTo>
                    <a:lnTo>
                      <a:pt x="467" y="568"/>
                    </a:lnTo>
                    <a:lnTo>
                      <a:pt x="467" y="568"/>
                    </a:lnTo>
                    <a:lnTo>
                      <a:pt x="466" y="568"/>
                    </a:lnTo>
                    <a:lnTo>
                      <a:pt x="464" y="570"/>
                    </a:lnTo>
                    <a:lnTo>
                      <a:pt x="464" y="570"/>
                    </a:lnTo>
                    <a:lnTo>
                      <a:pt x="462" y="570"/>
                    </a:lnTo>
                    <a:lnTo>
                      <a:pt x="461" y="572"/>
                    </a:lnTo>
                    <a:lnTo>
                      <a:pt x="459" y="572"/>
                    </a:lnTo>
                    <a:lnTo>
                      <a:pt x="457" y="572"/>
                    </a:lnTo>
                    <a:lnTo>
                      <a:pt x="456" y="572"/>
                    </a:lnTo>
                    <a:lnTo>
                      <a:pt x="456" y="572"/>
                    </a:lnTo>
                    <a:lnTo>
                      <a:pt x="456" y="570"/>
                    </a:lnTo>
                    <a:lnTo>
                      <a:pt x="456" y="570"/>
                    </a:lnTo>
                    <a:lnTo>
                      <a:pt x="454" y="570"/>
                    </a:lnTo>
                    <a:lnTo>
                      <a:pt x="454" y="570"/>
                    </a:lnTo>
                    <a:lnTo>
                      <a:pt x="452" y="570"/>
                    </a:lnTo>
                    <a:lnTo>
                      <a:pt x="452" y="570"/>
                    </a:lnTo>
                    <a:lnTo>
                      <a:pt x="450" y="570"/>
                    </a:lnTo>
                    <a:lnTo>
                      <a:pt x="433" y="582"/>
                    </a:lnTo>
                    <a:lnTo>
                      <a:pt x="433" y="584"/>
                    </a:lnTo>
                    <a:lnTo>
                      <a:pt x="433" y="584"/>
                    </a:lnTo>
                    <a:lnTo>
                      <a:pt x="433" y="585"/>
                    </a:lnTo>
                    <a:lnTo>
                      <a:pt x="433" y="585"/>
                    </a:lnTo>
                    <a:lnTo>
                      <a:pt x="432" y="587"/>
                    </a:lnTo>
                    <a:lnTo>
                      <a:pt x="432" y="589"/>
                    </a:lnTo>
                    <a:lnTo>
                      <a:pt x="428" y="589"/>
                    </a:lnTo>
                    <a:lnTo>
                      <a:pt x="428" y="589"/>
                    </a:lnTo>
                    <a:lnTo>
                      <a:pt x="428" y="589"/>
                    </a:lnTo>
                    <a:lnTo>
                      <a:pt x="427" y="591"/>
                    </a:lnTo>
                    <a:lnTo>
                      <a:pt x="427" y="592"/>
                    </a:lnTo>
                    <a:lnTo>
                      <a:pt x="425" y="592"/>
                    </a:lnTo>
                    <a:lnTo>
                      <a:pt x="425" y="594"/>
                    </a:lnTo>
                    <a:lnTo>
                      <a:pt x="423" y="594"/>
                    </a:lnTo>
                    <a:lnTo>
                      <a:pt x="420" y="594"/>
                    </a:lnTo>
                    <a:lnTo>
                      <a:pt x="418" y="596"/>
                    </a:lnTo>
                    <a:lnTo>
                      <a:pt x="416" y="597"/>
                    </a:lnTo>
                    <a:lnTo>
                      <a:pt x="416" y="596"/>
                    </a:lnTo>
                    <a:lnTo>
                      <a:pt x="413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10" y="596"/>
                    </a:lnTo>
                    <a:lnTo>
                      <a:pt x="410" y="597"/>
                    </a:lnTo>
                    <a:lnTo>
                      <a:pt x="410" y="597"/>
                    </a:lnTo>
                    <a:lnTo>
                      <a:pt x="408" y="597"/>
                    </a:lnTo>
                    <a:lnTo>
                      <a:pt x="406" y="597"/>
                    </a:lnTo>
                    <a:lnTo>
                      <a:pt x="405" y="596"/>
                    </a:lnTo>
                    <a:lnTo>
                      <a:pt x="403" y="597"/>
                    </a:lnTo>
                    <a:lnTo>
                      <a:pt x="399" y="599"/>
                    </a:lnTo>
                    <a:lnTo>
                      <a:pt x="398" y="601"/>
                    </a:lnTo>
                    <a:lnTo>
                      <a:pt x="391" y="602"/>
                    </a:lnTo>
                    <a:lnTo>
                      <a:pt x="384" y="602"/>
                    </a:lnTo>
                    <a:lnTo>
                      <a:pt x="379" y="602"/>
                    </a:lnTo>
                    <a:lnTo>
                      <a:pt x="376" y="601"/>
                    </a:lnTo>
                    <a:lnTo>
                      <a:pt x="371" y="599"/>
                    </a:lnTo>
                    <a:lnTo>
                      <a:pt x="369" y="597"/>
                    </a:lnTo>
                    <a:lnTo>
                      <a:pt x="367" y="597"/>
                    </a:lnTo>
                    <a:lnTo>
                      <a:pt x="367" y="597"/>
                    </a:lnTo>
                    <a:lnTo>
                      <a:pt x="367" y="596"/>
                    </a:lnTo>
                    <a:lnTo>
                      <a:pt x="367" y="596"/>
                    </a:lnTo>
                    <a:lnTo>
                      <a:pt x="367" y="594"/>
                    </a:lnTo>
                    <a:lnTo>
                      <a:pt x="367" y="594"/>
                    </a:lnTo>
                    <a:lnTo>
                      <a:pt x="367" y="592"/>
                    </a:lnTo>
                    <a:lnTo>
                      <a:pt x="367" y="592"/>
                    </a:lnTo>
                    <a:lnTo>
                      <a:pt x="367" y="592"/>
                    </a:lnTo>
                    <a:lnTo>
                      <a:pt x="367" y="591"/>
                    </a:lnTo>
                    <a:lnTo>
                      <a:pt x="366" y="591"/>
                    </a:lnTo>
                    <a:lnTo>
                      <a:pt x="366" y="592"/>
                    </a:lnTo>
                    <a:lnTo>
                      <a:pt x="364" y="594"/>
                    </a:lnTo>
                    <a:lnTo>
                      <a:pt x="362" y="594"/>
                    </a:lnTo>
                    <a:lnTo>
                      <a:pt x="360" y="594"/>
                    </a:lnTo>
                    <a:lnTo>
                      <a:pt x="360" y="594"/>
                    </a:lnTo>
                    <a:lnTo>
                      <a:pt x="359" y="594"/>
                    </a:lnTo>
                    <a:lnTo>
                      <a:pt x="359" y="594"/>
                    </a:lnTo>
                    <a:lnTo>
                      <a:pt x="349" y="597"/>
                    </a:lnTo>
                    <a:lnTo>
                      <a:pt x="349" y="597"/>
                    </a:lnTo>
                    <a:lnTo>
                      <a:pt x="349" y="599"/>
                    </a:lnTo>
                    <a:lnTo>
                      <a:pt x="347" y="601"/>
                    </a:lnTo>
                    <a:lnTo>
                      <a:pt x="343" y="601"/>
                    </a:lnTo>
                    <a:lnTo>
                      <a:pt x="342" y="601"/>
                    </a:lnTo>
                    <a:lnTo>
                      <a:pt x="340" y="601"/>
                    </a:lnTo>
                    <a:lnTo>
                      <a:pt x="338" y="601"/>
                    </a:lnTo>
                    <a:lnTo>
                      <a:pt x="335" y="597"/>
                    </a:lnTo>
                    <a:lnTo>
                      <a:pt x="335" y="596"/>
                    </a:lnTo>
                    <a:lnTo>
                      <a:pt x="335" y="596"/>
                    </a:lnTo>
                    <a:lnTo>
                      <a:pt x="335" y="594"/>
                    </a:lnTo>
                    <a:lnTo>
                      <a:pt x="337" y="592"/>
                    </a:lnTo>
                    <a:lnTo>
                      <a:pt x="337" y="592"/>
                    </a:lnTo>
                    <a:lnTo>
                      <a:pt x="337" y="589"/>
                    </a:lnTo>
                    <a:lnTo>
                      <a:pt x="337" y="587"/>
                    </a:lnTo>
                    <a:lnTo>
                      <a:pt x="338" y="587"/>
                    </a:lnTo>
                    <a:lnTo>
                      <a:pt x="340" y="585"/>
                    </a:lnTo>
                    <a:lnTo>
                      <a:pt x="340" y="585"/>
                    </a:lnTo>
                    <a:lnTo>
                      <a:pt x="338" y="585"/>
                    </a:lnTo>
                    <a:lnTo>
                      <a:pt x="338" y="585"/>
                    </a:lnTo>
                    <a:lnTo>
                      <a:pt x="337" y="585"/>
                    </a:lnTo>
                    <a:lnTo>
                      <a:pt x="337" y="585"/>
                    </a:lnTo>
                    <a:lnTo>
                      <a:pt x="335" y="585"/>
                    </a:lnTo>
                    <a:lnTo>
                      <a:pt x="335" y="587"/>
                    </a:lnTo>
                    <a:lnTo>
                      <a:pt x="333" y="589"/>
                    </a:lnTo>
                    <a:lnTo>
                      <a:pt x="332" y="592"/>
                    </a:lnTo>
                    <a:lnTo>
                      <a:pt x="326" y="597"/>
                    </a:lnTo>
                    <a:lnTo>
                      <a:pt x="318" y="602"/>
                    </a:lnTo>
                    <a:lnTo>
                      <a:pt x="315" y="604"/>
                    </a:lnTo>
                    <a:lnTo>
                      <a:pt x="313" y="604"/>
                    </a:lnTo>
                    <a:lnTo>
                      <a:pt x="311" y="604"/>
                    </a:lnTo>
                    <a:lnTo>
                      <a:pt x="311" y="606"/>
                    </a:lnTo>
                    <a:lnTo>
                      <a:pt x="311" y="608"/>
                    </a:lnTo>
                    <a:lnTo>
                      <a:pt x="309" y="608"/>
                    </a:lnTo>
                    <a:lnTo>
                      <a:pt x="309" y="608"/>
                    </a:lnTo>
                    <a:lnTo>
                      <a:pt x="308" y="608"/>
                    </a:lnTo>
                    <a:lnTo>
                      <a:pt x="306" y="609"/>
                    </a:lnTo>
                    <a:lnTo>
                      <a:pt x="304" y="611"/>
                    </a:lnTo>
                    <a:lnTo>
                      <a:pt x="301" y="611"/>
                    </a:lnTo>
                    <a:lnTo>
                      <a:pt x="298" y="611"/>
                    </a:lnTo>
                    <a:lnTo>
                      <a:pt x="296" y="611"/>
                    </a:lnTo>
                    <a:lnTo>
                      <a:pt x="294" y="613"/>
                    </a:lnTo>
                    <a:lnTo>
                      <a:pt x="293" y="614"/>
                    </a:lnTo>
                    <a:lnTo>
                      <a:pt x="289" y="614"/>
                    </a:lnTo>
                    <a:lnTo>
                      <a:pt x="287" y="613"/>
                    </a:lnTo>
                    <a:lnTo>
                      <a:pt x="287" y="613"/>
                    </a:lnTo>
                    <a:lnTo>
                      <a:pt x="286" y="613"/>
                    </a:lnTo>
                    <a:lnTo>
                      <a:pt x="284" y="613"/>
                    </a:lnTo>
                    <a:lnTo>
                      <a:pt x="282" y="614"/>
                    </a:lnTo>
                    <a:lnTo>
                      <a:pt x="282" y="618"/>
                    </a:lnTo>
                    <a:lnTo>
                      <a:pt x="282" y="621"/>
                    </a:lnTo>
                    <a:lnTo>
                      <a:pt x="281" y="623"/>
                    </a:lnTo>
                    <a:lnTo>
                      <a:pt x="277" y="625"/>
                    </a:lnTo>
                    <a:lnTo>
                      <a:pt x="274" y="625"/>
                    </a:lnTo>
                    <a:lnTo>
                      <a:pt x="272" y="626"/>
                    </a:lnTo>
                    <a:lnTo>
                      <a:pt x="272" y="626"/>
                    </a:lnTo>
                    <a:lnTo>
                      <a:pt x="269" y="628"/>
                    </a:lnTo>
                    <a:lnTo>
                      <a:pt x="265" y="630"/>
                    </a:lnTo>
                    <a:lnTo>
                      <a:pt x="264" y="630"/>
                    </a:lnTo>
                    <a:lnTo>
                      <a:pt x="262" y="631"/>
                    </a:lnTo>
                    <a:lnTo>
                      <a:pt x="259" y="633"/>
                    </a:lnTo>
                    <a:lnTo>
                      <a:pt x="257" y="636"/>
                    </a:lnTo>
                    <a:lnTo>
                      <a:pt x="255" y="640"/>
                    </a:lnTo>
                    <a:lnTo>
                      <a:pt x="252" y="643"/>
                    </a:lnTo>
                    <a:lnTo>
                      <a:pt x="252" y="645"/>
                    </a:lnTo>
                    <a:lnTo>
                      <a:pt x="250" y="647"/>
                    </a:lnTo>
                    <a:lnTo>
                      <a:pt x="238" y="652"/>
                    </a:lnTo>
                    <a:lnTo>
                      <a:pt x="235" y="653"/>
                    </a:lnTo>
                    <a:lnTo>
                      <a:pt x="233" y="655"/>
                    </a:lnTo>
                    <a:lnTo>
                      <a:pt x="226" y="662"/>
                    </a:lnTo>
                    <a:lnTo>
                      <a:pt x="225" y="665"/>
                    </a:lnTo>
                    <a:lnTo>
                      <a:pt x="223" y="665"/>
                    </a:lnTo>
                    <a:lnTo>
                      <a:pt x="223" y="667"/>
                    </a:lnTo>
                    <a:lnTo>
                      <a:pt x="221" y="669"/>
                    </a:lnTo>
                    <a:lnTo>
                      <a:pt x="219" y="670"/>
                    </a:lnTo>
                    <a:lnTo>
                      <a:pt x="199" y="677"/>
                    </a:lnTo>
                    <a:lnTo>
                      <a:pt x="189" y="684"/>
                    </a:lnTo>
                    <a:lnTo>
                      <a:pt x="189" y="682"/>
                    </a:lnTo>
                    <a:lnTo>
                      <a:pt x="189" y="682"/>
                    </a:lnTo>
                    <a:lnTo>
                      <a:pt x="187" y="682"/>
                    </a:lnTo>
                    <a:lnTo>
                      <a:pt x="187" y="684"/>
                    </a:lnTo>
                    <a:lnTo>
                      <a:pt x="186" y="684"/>
                    </a:lnTo>
                    <a:lnTo>
                      <a:pt x="182" y="686"/>
                    </a:lnTo>
                    <a:lnTo>
                      <a:pt x="179" y="684"/>
                    </a:lnTo>
                    <a:lnTo>
                      <a:pt x="175" y="686"/>
                    </a:lnTo>
                    <a:lnTo>
                      <a:pt x="162" y="692"/>
                    </a:lnTo>
                    <a:lnTo>
                      <a:pt x="155" y="696"/>
                    </a:lnTo>
                    <a:lnTo>
                      <a:pt x="153" y="696"/>
                    </a:lnTo>
                    <a:lnTo>
                      <a:pt x="153" y="698"/>
                    </a:lnTo>
                    <a:lnTo>
                      <a:pt x="152" y="698"/>
                    </a:lnTo>
                    <a:lnTo>
                      <a:pt x="150" y="699"/>
                    </a:lnTo>
                    <a:lnTo>
                      <a:pt x="150" y="699"/>
                    </a:lnTo>
                    <a:lnTo>
                      <a:pt x="148" y="703"/>
                    </a:lnTo>
                    <a:lnTo>
                      <a:pt x="148" y="704"/>
                    </a:lnTo>
                    <a:lnTo>
                      <a:pt x="148" y="704"/>
                    </a:lnTo>
                    <a:lnTo>
                      <a:pt x="148" y="706"/>
                    </a:lnTo>
                    <a:lnTo>
                      <a:pt x="148" y="706"/>
                    </a:lnTo>
                    <a:lnTo>
                      <a:pt x="148" y="706"/>
                    </a:lnTo>
                    <a:lnTo>
                      <a:pt x="146" y="706"/>
                    </a:lnTo>
                    <a:lnTo>
                      <a:pt x="146" y="708"/>
                    </a:lnTo>
                    <a:lnTo>
                      <a:pt x="141" y="716"/>
                    </a:lnTo>
                    <a:lnTo>
                      <a:pt x="141" y="715"/>
                    </a:lnTo>
                    <a:lnTo>
                      <a:pt x="140" y="713"/>
                    </a:lnTo>
                    <a:lnTo>
                      <a:pt x="138" y="711"/>
                    </a:lnTo>
                    <a:lnTo>
                      <a:pt x="138" y="713"/>
                    </a:lnTo>
                    <a:lnTo>
                      <a:pt x="138" y="713"/>
                    </a:lnTo>
                    <a:lnTo>
                      <a:pt x="138" y="715"/>
                    </a:lnTo>
                    <a:lnTo>
                      <a:pt x="138" y="716"/>
                    </a:lnTo>
                    <a:lnTo>
                      <a:pt x="138" y="716"/>
                    </a:lnTo>
                    <a:lnTo>
                      <a:pt x="140" y="718"/>
                    </a:lnTo>
                    <a:lnTo>
                      <a:pt x="140" y="718"/>
                    </a:lnTo>
                    <a:lnTo>
                      <a:pt x="140" y="720"/>
                    </a:lnTo>
                    <a:lnTo>
                      <a:pt x="138" y="723"/>
                    </a:lnTo>
                    <a:lnTo>
                      <a:pt x="138" y="726"/>
                    </a:lnTo>
                    <a:lnTo>
                      <a:pt x="136" y="726"/>
                    </a:lnTo>
                    <a:lnTo>
                      <a:pt x="136" y="726"/>
                    </a:lnTo>
                    <a:lnTo>
                      <a:pt x="135" y="726"/>
                    </a:lnTo>
                    <a:lnTo>
                      <a:pt x="135" y="728"/>
                    </a:lnTo>
                    <a:lnTo>
                      <a:pt x="135" y="728"/>
                    </a:lnTo>
                    <a:lnTo>
                      <a:pt x="135" y="730"/>
                    </a:lnTo>
                    <a:lnTo>
                      <a:pt x="133" y="733"/>
                    </a:lnTo>
                    <a:lnTo>
                      <a:pt x="133" y="733"/>
                    </a:lnTo>
                    <a:lnTo>
                      <a:pt x="131" y="735"/>
                    </a:lnTo>
                    <a:lnTo>
                      <a:pt x="131" y="738"/>
                    </a:lnTo>
                    <a:lnTo>
                      <a:pt x="128" y="743"/>
                    </a:lnTo>
                    <a:lnTo>
                      <a:pt x="128" y="745"/>
                    </a:lnTo>
                    <a:lnTo>
                      <a:pt x="128" y="747"/>
                    </a:lnTo>
                    <a:lnTo>
                      <a:pt x="128" y="748"/>
                    </a:lnTo>
                    <a:lnTo>
                      <a:pt x="126" y="750"/>
                    </a:lnTo>
                    <a:lnTo>
                      <a:pt x="126" y="750"/>
                    </a:lnTo>
                    <a:lnTo>
                      <a:pt x="126" y="752"/>
                    </a:lnTo>
                    <a:lnTo>
                      <a:pt x="126" y="754"/>
                    </a:lnTo>
                    <a:lnTo>
                      <a:pt x="126" y="754"/>
                    </a:lnTo>
                    <a:lnTo>
                      <a:pt x="124" y="755"/>
                    </a:lnTo>
                    <a:lnTo>
                      <a:pt x="123" y="754"/>
                    </a:lnTo>
                    <a:lnTo>
                      <a:pt x="121" y="754"/>
                    </a:lnTo>
                    <a:lnTo>
                      <a:pt x="121" y="752"/>
                    </a:lnTo>
                    <a:lnTo>
                      <a:pt x="121" y="750"/>
                    </a:lnTo>
                    <a:lnTo>
                      <a:pt x="119" y="750"/>
                    </a:lnTo>
                    <a:lnTo>
                      <a:pt x="118" y="750"/>
                    </a:lnTo>
                    <a:lnTo>
                      <a:pt x="118" y="752"/>
                    </a:lnTo>
                    <a:lnTo>
                      <a:pt x="116" y="752"/>
                    </a:lnTo>
                    <a:lnTo>
                      <a:pt x="114" y="752"/>
                    </a:lnTo>
                    <a:lnTo>
                      <a:pt x="113" y="754"/>
                    </a:lnTo>
                    <a:lnTo>
                      <a:pt x="111" y="755"/>
                    </a:lnTo>
                    <a:lnTo>
                      <a:pt x="111" y="757"/>
                    </a:lnTo>
                    <a:lnTo>
                      <a:pt x="107" y="757"/>
                    </a:lnTo>
                    <a:lnTo>
                      <a:pt x="106" y="755"/>
                    </a:lnTo>
                    <a:lnTo>
                      <a:pt x="104" y="754"/>
                    </a:lnTo>
                    <a:lnTo>
                      <a:pt x="106" y="750"/>
                    </a:lnTo>
                    <a:lnTo>
                      <a:pt x="104" y="747"/>
                    </a:lnTo>
                    <a:lnTo>
                      <a:pt x="104" y="747"/>
                    </a:lnTo>
                    <a:lnTo>
                      <a:pt x="106" y="745"/>
                    </a:lnTo>
                    <a:lnTo>
                      <a:pt x="107" y="743"/>
                    </a:lnTo>
                    <a:lnTo>
                      <a:pt x="109" y="743"/>
                    </a:lnTo>
                    <a:lnTo>
                      <a:pt x="109" y="742"/>
                    </a:lnTo>
                    <a:lnTo>
                      <a:pt x="109" y="740"/>
                    </a:lnTo>
                    <a:lnTo>
                      <a:pt x="109" y="738"/>
                    </a:lnTo>
                    <a:lnTo>
                      <a:pt x="107" y="737"/>
                    </a:lnTo>
                    <a:lnTo>
                      <a:pt x="106" y="738"/>
                    </a:lnTo>
                    <a:lnTo>
                      <a:pt x="106" y="740"/>
                    </a:lnTo>
                    <a:lnTo>
                      <a:pt x="106" y="742"/>
                    </a:lnTo>
                    <a:lnTo>
                      <a:pt x="104" y="740"/>
                    </a:lnTo>
                    <a:lnTo>
                      <a:pt x="104" y="738"/>
                    </a:lnTo>
                    <a:lnTo>
                      <a:pt x="106" y="737"/>
                    </a:lnTo>
                    <a:lnTo>
                      <a:pt x="106" y="735"/>
                    </a:lnTo>
                    <a:lnTo>
                      <a:pt x="104" y="731"/>
                    </a:lnTo>
                    <a:lnTo>
                      <a:pt x="102" y="730"/>
                    </a:lnTo>
                    <a:lnTo>
                      <a:pt x="101" y="726"/>
                    </a:lnTo>
                    <a:lnTo>
                      <a:pt x="102" y="725"/>
                    </a:lnTo>
                    <a:lnTo>
                      <a:pt x="102" y="721"/>
                    </a:lnTo>
                    <a:lnTo>
                      <a:pt x="106" y="706"/>
                    </a:lnTo>
                    <a:lnTo>
                      <a:pt x="107" y="701"/>
                    </a:lnTo>
                    <a:lnTo>
                      <a:pt x="107" y="699"/>
                    </a:lnTo>
                    <a:lnTo>
                      <a:pt x="107" y="699"/>
                    </a:lnTo>
                    <a:lnTo>
                      <a:pt x="109" y="698"/>
                    </a:lnTo>
                    <a:lnTo>
                      <a:pt x="109" y="698"/>
                    </a:lnTo>
                    <a:lnTo>
                      <a:pt x="109" y="696"/>
                    </a:lnTo>
                    <a:lnTo>
                      <a:pt x="107" y="694"/>
                    </a:lnTo>
                    <a:lnTo>
                      <a:pt x="107" y="694"/>
                    </a:lnTo>
                    <a:lnTo>
                      <a:pt x="106" y="696"/>
                    </a:lnTo>
                    <a:lnTo>
                      <a:pt x="104" y="696"/>
                    </a:lnTo>
                    <a:lnTo>
                      <a:pt x="102" y="696"/>
                    </a:lnTo>
                    <a:lnTo>
                      <a:pt x="101" y="696"/>
                    </a:lnTo>
                    <a:lnTo>
                      <a:pt x="97" y="698"/>
                    </a:lnTo>
                    <a:lnTo>
                      <a:pt x="96" y="699"/>
                    </a:lnTo>
                    <a:lnTo>
                      <a:pt x="90" y="708"/>
                    </a:lnTo>
                    <a:lnTo>
                      <a:pt x="89" y="713"/>
                    </a:lnTo>
                    <a:lnTo>
                      <a:pt x="85" y="716"/>
                    </a:lnTo>
                    <a:lnTo>
                      <a:pt x="85" y="718"/>
                    </a:lnTo>
                    <a:lnTo>
                      <a:pt x="85" y="720"/>
                    </a:lnTo>
                    <a:lnTo>
                      <a:pt x="85" y="721"/>
                    </a:lnTo>
                    <a:lnTo>
                      <a:pt x="77" y="740"/>
                    </a:lnTo>
                    <a:lnTo>
                      <a:pt x="77" y="742"/>
                    </a:lnTo>
                    <a:lnTo>
                      <a:pt x="73" y="745"/>
                    </a:lnTo>
                    <a:lnTo>
                      <a:pt x="73" y="747"/>
                    </a:lnTo>
                    <a:lnTo>
                      <a:pt x="72" y="748"/>
                    </a:lnTo>
                    <a:lnTo>
                      <a:pt x="72" y="752"/>
                    </a:lnTo>
                    <a:lnTo>
                      <a:pt x="72" y="754"/>
                    </a:lnTo>
                    <a:lnTo>
                      <a:pt x="70" y="754"/>
                    </a:lnTo>
                    <a:lnTo>
                      <a:pt x="68" y="759"/>
                    </a:lnTo>
                    <a:lnTo>
                      <a:pt x="67" y="759"/>
                    </a:lnTo>
                    <a:lnTo>
                      <a:pt x="65" y="760"/>
                    </a:lnTo>
                    <a:lnTo>
                      <a:pt x="65" y="760"/>
                    </a:lnTo>
                    <a:lnTo>
                      <a:pt x="65" y="762"/>
                    </a:lnTo>
                    <a:lnTo>
                      <a:pt x="65" y="762"/>
                    </a:lnTo>
                    <a:lnTo>
                      <a:pt x="65" y="764"/>
                    </a:lnTo>
                    <a:lnTo>
                      <a:pt x="65" y="764"/>
                    </a:lnTo>
                    <a:lnTo>
                      <a:pt x="65" y="767"/>
                    </a:lnTo>
                    <a:lnTo>
                      <a:pt x="65" y="767"/>
                    </a:lnTo>
                    <a:lnTo>
                      <a:pt x="67" y="769"/>
                    </a:lnTo>
                    <a:lnTo>
                      <a:pt x="67" y="772"/>
                    </a:lnTo>
                    <a:lnTo>
                      <a:pt x="65" y="774"/>
                    </a:lnTo>
                    <a:lnTo>
                      <a:pt x="67" y="774"/>
                    </a:lnTo>
                    <a:lnTo>
                      <a:pt x="68" y="776"/>
                    </a:lnTo>
                    <a:lnTo>
                      <a:pt x="68" y="776"/>
                    </a:lnTo>
                    <a:lnTo>
                      <a:pt x="70" y="776"/>
                    </a:lnTo>
                    <a:lnTo>
                      <a:pt x="73" y="781"/>
                    </a:lnTo>
                    <a:lnTo>
                      <a:pt x="75" y="786"/>
                    </a:lnTo>
                    <a:lnTo>
                      <a:pt x="77" y="788"/>
                    </a:lnTo>
                    <a:lnTo>
                      <a:pt x="77" y="789"/>
                    </a:lnTo>
                    <a:lnTo>
                      <a:pt x="79" y="793"/>
                    </a:lnTo>
                    <a:lnTo>
                      <a:pt x="79" y="803"/>
                    </a:lnTo>
                    <a:lnTo>
                      <a:pt x="79" y="805"/>
                    </a:lnTo>
                    <a:lnTo>
                      <a:pt x="77" y="806"/>
                    </a:lnTo>
                    <a:lnTo>
                      <a:pt x="75" y="808"/>
                    </a:lnTo>
                    <a:lnTo>
                      <a:pt x="75" y="808"/>
                    </a:lnTo>
                    <a:lnTo>
                      <a:pt x="73" y="808"/>
                    </a:lnTo>
                    <a:lnTo>
                      <a:pt x="73" y="810"/>
                    </a:lnTo>
                    <a:lnTo>
                      <a:pt x="73" y="810"/>
                    </a:lnTo>
                    <a:lnTo>
                      <a:pt x="73" y="811"/>
                    </a:lnTo>
                    <a:lnTo>
                      <a:pt x="73" y="813"/>
                    </a:lnTo>
                    <a:lnTo>
                      <a:pt x="75" y="818"/>
                    </a:lnTo>
                    <a:lnTo>
                      <a:pt x="75" y="827"/>
                    </a:lnTo>
                    <a:lnTo>
                      <a:pt x="75" y="828"/>
                    </a:lnTo>
                    <a:lnTo>
                      <a:pt x="75" y="832"/>
                    </a:lnTo>
                    <a:lnTo>
                      <a:pt x="75" y="837"/>
                    </a:lnTo>
                    <a:lnTo>
                      <a:pt x="75" y="838"/>
                    </a:lnTo>
                    <a:lnTo>
                      <a:pt x="73" y="840"/>
                    </a:lnTo>
                    <a:lnTo>
                      <a:pt x="73" y="840"/>
                    </a:lnTo>
                    <a:lnTo>
                      <a:pt x="73" y="842"/>
                    </a:lnTo>
                    <a:lnTo>
                      <a:pt x="72" y="844"/>
                    </a:lnTo>
                    <a:lnTo>
                      <a:pt x="68" y="845"/>
                    </a:lnTo>
                    <a:lnTo>
                      <a:pt x="68" y="847"/>
                    </a:lnTo>
                    <a:lnTo>
                      <a:pt x="68" y="847"/>
                    </a:lnTo>
                    <a:lnTo>
                      <a:pt x="67" y="849"/>
                    </a:lnTo>
                    <a:lnTo>
                      <a:pt x="65" y="849"/>
                    </a:lnTo>
                    <a:lnTo>
                      <a:pt x="63" y="850"/>
                    </a:lnTo>
                    <a:lnTo>
                      <a:pt x="63" y="850"/>
                    </a:lnTo>
                    <a:lnTo>
                      <a:pt x="63" y="850"/>
                    </a:lnTo>
                    <a:lnTo>
                      <a:pt x="62" y="852"/>
                    </a:lnTo>
                    <a:lnTo>
                      <a:pt x="62" y="852"/>
                    </a:lnTo>
                    <a:lnTo>
                      <a:pt x="60" y="852"/>
                    </a:lnTo>
                    <a:lnTo>
                      <a:pt x="60" y="852"/>
                    </a:lnTo>
                    <a:lnTo>
                      <a:pt x="56" y="862"/>
                    </a:lnTo>
                    <a:lnTo>
                      <a:pt x="55" y="862"/>
                    </a:lnTo>
                    <a:lnTo>
                      <a:pt x="53" y="864"/>
                    </a:lnTo>
                    <a:lnTo>
                      <a:pt x="51" y="872"/>
                    </a:lnTo>
                    <a:lnTo>
                      <a:pt x="51" y="872"/>
                    </a:lnTo>
                    <a:lnTo>
                      <a:pt x="48" y="876"/>
                    </a:lnTo>
                    <a:lnTo>
                      <a:pt x="48" y="878"/>
                    </a:lnTo>
                    <a:lnTo>
                      <a:pt x="48" y="879"/>
                    </a:lnTo>
                    <a:lnTo>
                      <a:pt x="48" y="881"/>
                    </a:lnTo>
                    <a:lnTo>
                      <a:pt x="48" y="883"/>
                    </a:lnTo>
                    <a:lnTo>
                      <a:pt x="46" y="884"/>
                    </a:lnTo>
                    <a:lnTo>
                      <a:pt x="46" y="886"/>
                    </a:lnTo>
                    <a:lnTo>
                      <a:pt x="45" y="888"/>
                    </a:lnTo>
                    <a:lnTo>
                      <a:pt x="45" y="888"/>
                    </a:lnTo>
                    <a:lnTo>
                      <a:pt x="45" y="891"/>
                    </a:lnTo>
                    <a:lnTo>
                      <a:pt x="45" y="893"/>
                    </a:lnTo>
                    <a:lnTo>
                      <a:pt x="46" y="896"/>
                    </a:lnTo>
                    <a:lnTo>
                      <a:pt x="46" y="900"/>
                    </a:lnTo>
                    <a:lnTo>
                      <a:pt x="45" y="901"/>
                    </a:lnTo>
                    <a:lnTo>
                      <a:pt x="43" y="903"/>
                    </a:lnTo>
                    <a:lnTo>
                      <a:pt x="41" y="905"/>
                    </a:lnTo>
                    <a:lnTo>
                      <a:pt x="41" y="906"/>
                    </a:lnTo>
                    <a:lnTo>
                      <a:pt x="43" y="920"/>
                    </a:lnTo>
                    <a:lnTo>
                      <a:pt x="43" y="923"/>
                    </a:lnTo>
                    <a:lnTo>
                      <a:pt x="45" y="927"/>
                    </a:lnTo>
                    <a:lnTo>
                      <a:pt x="46" y="930"/>
                    </a:lnTo>
                    <a:lnTo>
                      <a:pt x="55" y="940"/>
                    </a:lnTo>
                    <a:lnTo>
                      <a:pt x="60" y="947"/>
                    </a:lnTo>
                    <a:lnTo>
                      <a:pt x="62" y="949"/>
                    </a:lnTo>
                    <a:lnTo>
                      <a:pt x="62" y="951"/>
                    </a:lnTo>
                    <a:lnTo>
                      <a:pt x="62" y="952"/>
                    </a:lnTo>
                    <a:lnTo>
                      <a:pt x="62" y="954"/>
                    </a:lnTo>
                    <a:lnTo>
                      <a:pt x="60" y="956"/>
                    </a:lnTo>
                    <a:lnTo>
                      <a:pt x="60" y="957"/>
                    </a:lnTo>
                    <a:lnTo>
                      <a:pt x="62" y="959"/>
                    </a:lnTo>
                    <a:lnTo>
                      <a:pt x="62" y="961"/>
                    </a:lnTo>
                    <a:lnTo>
                      <a:pt x="63" y="961"/>
                    </a:lnTo>
                    <a:lnTo>
                      <a:pt x="65" y="962"/>
                    </a:lnTo>
                    <a:lnTo>
                      <a:pt x="67" y="964"/>
                    </a:lnTo>
                    <a:lnTo>
                      <a:pt x="65" y="966"/>
                    </a:lnTo>
                    <a:lnTo>
                      <a:pt x="65" y="968"/>
                    </a:lnTo>
                    <a:lnTo>
                      <a:pt x="65" y="969"/>
                    </a:lnTo>
                    <a:lnTo>
                      <a:pt x="63" y="969"/>
                    </a:lnTo>
                    <a:lnTo>
                      <a:pt x="63" y="969"/>
                    </a:lnTo>
                    <a:lnTo>
                      <a:pt x="65" y="971"/>
                    </a:lnTo>
                    <a:lnTo>
                      <a:pt x="65" y="973"/>
                    </a:lnTo>
                    <a:lnTo>
                      <a:pt x="67" y="974"/>
                    </a:lnTo>
                    <a:lnTo>
                      <a:pt x="67" y="978"/>
                    </a:lnTo>
                    <a:lnTo>
                      <a:pt x="68" y="979"/>
                    </a:lnTo>
                    <a:lnTo>
                      <a:pt x="70" y="981"/>
                    </a:lnTo>
                    <a:lnTo>
                      <a:pt x="73" y="983"/>
                    </a:lnTo>
                    <a:lnTo>
                      <a:pt x="77" y="985"/>
                    </a:lnTo>
                    <a:lnTo>
                      <a:pt x="77" y="985"/>
                    </a:lnTo>
                    <a:lnTo>
                      <a:pt x="79" y="986"/>
                    </a:lnTo>
                    <a:lnTo>
                      <a:pt x="79" y="988"/>
                    </a:lnTo>
                    <a:lnTo>
                      <a:pt x="82" y="993"/>
                    </a:lnTo>
                    <a:lnTo>
                      <a:pt x="82" y="995"/>
                    </a:lnTo>
                    <a:lnTo>
                      <a:pt x="82" y="996"/>
                    </a:lnTo>
                    <a:lnTo>
                      <a:pt x="89" y="1008"/>
                    </a:lnTo>
                    <a:lnTo>
                      <a:pt x="90" y="1012"/>
                    </a:lnTo>
                    <a:lnTo>
                      <a:pt x="96" y="1020"/>
                    </a:lnTo>
                    <a:lnTo>
                      <a:pt x="99" y="1025"/>
                    </a:lnTo>
                    <a:lnTo>
                      <a:pt x="99" y="1025"/>
                    </a:lnTo>
                    <a:lnTo>
                      <a:pt x="102" y="1029"/>
                    </a:lnTo>
                    <a:lnTo>
                      <a:pt x="102" y="1029"/>
                    </a:lnTo>
                    <a:lnTo>
                      <a:pt x="102" y="1030"/>
                    </a:lnTo>
                    <a:lnTo>
                      <a:pt x="104" y="1030"/>
                    </a:lnTo>
                    <a:lnTo>
                      <a:pt x="104" y="1030"/>
                    </a:lnTo>
                    <a:lnTo>
                      <a:pt x="106" y="1032"/>
                    </a:lnTo>
                    <a:lnTo>
                      <a:pt x="106" y="1034"/>
                    </a:lnTo>
                    <a:lnTo>
                      <a:pt x="106" y="1035"/>
                    </a:lnTo>
                    <a:lnTo>
                      <a:pt x="107" y="1035"/>
                    </a:lnTo>
                    <a:lnTo>
                      <a:pt x="107" y="1037"/>
                    </a:lnTo>
                    <a:lnTo>
                      <a:pt x="107" y="1039"/>
                    </a:lnTo>
                    <a:lnTo>
                      <a:pt x="111" y="1039"/>
                    </a:lnTo>
                    <a:lnTo>
                      <a:pt x="116" y="1042"/>
                    </a:lnTo>
                    <a:lnTo>
                      <a:pt x="118" y="1042"/>
                    </a:lnTo>
                    <a:lnTo>
                      <a:pt x="118" y="1044"/>
                    </a:lnTo>
                    <a:lnTo>
                      <a:pt x="116" y="1047"/>
                    </a:lnTo>
                    <a:lnTo>
                      <a:pt x="116" y="1049"/>
                    </a:lnTo>
                    <a:lnTo>
                      <a:pt x="114" y="1051"/>
                    </a:lnTo>
                    <a:lnTo>
                      <a:pt x="114" y="1052"/>
                    </a:lnTo>
                    <a:lnTo>
                      <a:pt x="116" y="1052"/>
                    </a:lnTo>
                    <a:lnTo>
                      <a:pt x="118" y="1054"/>
                    </a:lnTo>
                    <a:lnTo>
                      <a:pt x="118" y="1056"/>
                    </a:lnTo>
                    <a:lnTo>
                      <a:pt x="118" y="1056"/>
                    </a:lnTo>
                    <a:lnTo>
                      <a:pt x="116" y="1056"/>
                    </a:lnTo>
                    <a:lnTo>
                      <a:pt x="116" y="1056"/>
                    </a:lnTo>
                    <a:lnTo>
                      <a:pt x="114" y="1056"/>
                    </a:lnTo>
                    <a:lnTo>
                      <a:pt x="114" y="1056"/>
                    </a:lnTo>
                    <a:lnTo>
                      <a:pt x="113" y="1056"/>
                    </a:lnTo>
                    <a:lnTo>
                      <a:pt x="113" y="1054"/>
                    </a:lnTo>
                    <a:lnTo>
                      <a:pt x="111" y="1054"/>
                    </a:lnTo>
                    <a:lnTo>
                      <a:pt x="111" y="1054"/>
                    </a:lnTo>
                    <a:lnTo>
                      <a:pt x="111" y="1058"/>
                    </a:lnTo>
                    <a:lnTo>
                      <a:pt x="113" y="1061"/>
                    </a:lnTo>
                    <a:lnTo>
                      <a:pt x="114" y="1063"/>
                    </a:lnTo>
                    <a:lnTo>
                      <a:pt x="114" y="1063"/>
                    </a:lnTo>
                    <a:lnTo>
                      <a:pt x="114" y="1064"/>
                    </a:lnTo>
                    <a:lnTo>
                      <a:pt x="114" y="1066"/>
                    </a:lnTo>
                    <a:lnTo>
                      <a:pt x="113" y="1066"/>
                    </a:lnTo>
                    <a:lnTo>
                      <a:pt x="113" y="1066"/>
                    </a:lnTo>
                    <a:lnTo>
                      <a:pt x="113" y="1066"/>
                    </a:lnTo>
                    <a:lnTo>
                      <a:pt x="113" y="1068"/>
                    </a:lnTo>
                    <a:lnTo>
                      <a:pt x="111" y="1068"/>
                    </a:lnTo>
                    <a:lnTo>
                      <a:pt x="111" y="1069"/>
                    </a:lnTo>
                    <a:lnTo>
                      <a:pt x="109" y="1071"/>
                    </a:lnTo>
                    <a:lnTo>
                      <a:pt x="109" y="1073"/>
                    </a:lnTo>
                    <a:lnTo>
                      <a:pt x="111" y="1075"/>
                    </a:lnTo>
                    <a:lnTo>
                      <a:pt x="111" y="1076"/>
                    </a:lnTo>
                    <a:lnTo>
                      <a:pt x="113" y="1080"/>
                    </a:lnTo>
                    <a:lnTo>
                      <a:pt x="114" y="1081"/>
                    </a:lnTo>
                    <a:lnTo>
                      <a:pt x="113" y="1086"/>
                    </a:lnTo>
                    <a:lnTo>
                      <a:pt x="113" y="1088"/>
                    </a:lnTo>
                    <a:lnTo>
                      <a:pt x="111" y="1088"/>
                    </a:lnTo>
                    <a:lnTo>
                      <a:pt x="107" y="1088"/>
                    </a:lnTo>
                    <a:lnTo>
                      <a:pt x="107" y="1090"/>
                    </a:lnTo>
                    <a:lnTo>
                      <a:pt x="106" y="1091"/>
                    </a:lnTo>
                    <a:lnTo>
                      <a:pt x="106" y="1091"/>
                    </a:lnTo>
                    <a:lnTo>
                      <a:pt x="104" y="1093"/>
                    </a:lnTo>
                    <a:lnTo>
                      <a:pt x="102" y="1095"/>
                    </a:lnTo>
                    <a:lnTo>
                      <a:pt x="101" y="1097"/>
                    </a:lnTo>
                    <a:lnTo>
                      <a:pt x="99" y="1095"/>
                    </a:lnTo>
                    <a:lnTo>
                      <a:pt x="97" y="1090"/>
                    </a:lnTo>
                    <a:lnTo>
                      <a:pt x="92" y="1085"/>
                    </a:lnTo>
                    <a:lnTo>
                      <a:pt x="90" y="1083"/>
                    </a:lnTo>
                    <a:lnTo>
                      <a:pt x="90" y="1081"/>
                    </a:lnTo>
                    <a:lnTo>
                      <a:pt x="89" y="1080"/>
                    </a:lnTo>
                    <a:lnTo>
                      <a:pt x="89" y="1076"/>
                    </a:lnTo>
                    <a:lnTo>
                      <a:pt x="87" y="1071"/>
                    </a:lnTo>
                    <a:lnTo>
                      <a:pt x="87" y="1069"/>
                    </a:lnTo>
                    <a:lnTo>
                      <a:pt x="89" y="1066"/>
                    </a:lnTo>
                    <a:lnTo>
                      <a:pt x="87" y="1066"/>
                    </a:lnTo>
                    <a:lnTo>
                      <a:pt x="85" y="1066"/>
                    </a:lnTo>
                    <a:lnTo>
                      <a:pt x="84" y="1058"/>
                    </a:lnTo>
                    <a:lnTo>
                      <a:pt x="84" y="1056"/>
                    </a:lnTo>
                    <a:lnTo>
                      <a:pt x="85" y="1052"/>
                    </a:lnTo>
                    <a:lnTo>
                      <a:pt x="85" y="1052"/>
                    </a:lnTo>
                    <a:lnTo>
                      <a:pt x="84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2"/>
                    </a:lnTo>
                    <a:lnTo>
                      <a:pt x="82" y="1054"/>
                    </a:lnTo>
                    <a:lnTo>
                      <a:pt x="82" y="1056"/>
                    </a:lnTo>
                    <a:lnTo>
                      <a:pt x="84" y="1056"/>
                    </a:lnTo>
                    <a:lnTo>
                      <a:pt x="82" y="1059"/>
                    </a:lnTo>
                    <a:lnTo>
                      <a:pt x="82" y="1063"/>
                    </a:lnTo>
                    <a:lnTo>
                      <a:pt x="80" y="1066"/>
                    </a:lnTo>
                    <a:lnTo>
                      <a:pt x="75" y="1075"/>
                    </a:lnTo>
                    <a:lnTo>
                      <a:pt x="73" y="1075"/>
                    </a:lnTo>
                    <a:lnTo>
                      <a:pt x="72" y="1073"/>
                    </a:lnTo>
                    <a:lnTo>
                      <a:pt x="70" y="1073"/>
                    </a:lnTo>
                    <a:lnTo>
                      <a:pt x="70" y="1071"/>
                    </a:lnTo>
                    <a:lnTo>
                      <a:pt x="68" y="1069"/>
                    </a:lnTo>
                    <a:lnTo>
                      <a:pt x="68" y="1068"/>
                    </a:lnTo>
                    <a:lnTo>
                      <a:pt x="67" y="1064"/>
                    </a:lnTo>
                    <a:lnTo>
                      <a:pt x="67" y="1061"/>
                    </a:lnTo>
                    <a:lnTo>
                      <a:pt x="67" y="1059"/>
                    </a:lnTo>
                    <a:lnTo>
                      <a:pt x="68" y="1056"/>
                    </a:lnTo>
                    <a:lnTo>
                      <a:pt x="70" y="1056"/>
                    </a:lnTo>
                    <a:lnTo>
                      <a:pt x="70" y="1054"/>
                    </a:lnTo>
                    <a:lnTo>
                      <a:pt x="70" y="1052"/>
                    </a:lnTo>
                    <a:lnTo>
                      <a:pt x="70" y="1051"/>
                    </a:lnTo>
                    <a:lnTo>
                      <a:pt x="72" y="1049"/>
                    </a:lnTo>
                    <a:lnTo>
                      <a:pt x="72" y="1049"/>
                    </a:lnTo>
                    <a:lnTo>
                      <a:pt x="72" y="1047"/>
                    </a:lnTo>
                    <a:lnTo>
                      <a:pt x="72" y="1046"/>
                    </a:lnTo>
                    <a:lnTo>
                      <a:pt x="72" y="1046"/>
                    </a:lnTo>
                    <a:lnTo>
                      <a:pt x="70" y="1046"/>
                    </a:lnTo>
                    <a:lnTo>
                      <a:pt x="70" y="1044"/>
                    </a:lnTo>
                    <a:lnTo>
                      <a:pt x="70" y="1044"/>
                    </a:lnTo>
                    <a:lnTo>
                      <a:pt x="68" y="1042"/>
                    </a:lnTo>
                    <a:lnTo>
                      <a:pt x="70" y="1041"/>
                    </a:lnTo>
                    <a:lnTo>
                      <a:pt x="68" y="1039"/>
                    </a:lnTo>
                    <a:lnTo>
                      <a:pt x="67" y="1037"/>
                    </a:lnTo>
                    <a:lnTo>
                      <a:pt x="65" y="1035"/>
                    </a:lnTo>
                    <a:lnTo>
                      <a:pt x="63" y="1034"/>
                    </a:lnTo>
                    <a:lnTo>
                      <a:pt x="58" y="1030"/>
                    </a:lnTo>
                    <a:lnTo>
                      <a:pt x="58" y="1030"/>
                    </a:lnTo>
                    <a:lnTo>
                      <a:pt x="58" y="1029"/>
                    </a:lnTo>
                    <a:lnTo>
                      <a:pt x="56" y="1025"/>
                    </a:lnTo>
                    <a:lnTo>
                      <a:pt x="56" y="1024"/>
                    </a:lnTo>
                    <a:lnTo>
                      <a:pt x="55" y="1024"/>
                    </a:lnTo>
                    <a:lnTo>
                      <a:pt x="55" y="1024"/>
                    </a:lnTo>
                    <a:lnTo>
                      <a:pt x="53" y="1024"/>
                    </a:lnTo>
                    <a:lnTo>
                      <a:pt x="53" y="1024"/>
                    </a:lnTo>
                    <a:lnTo>
                      <a:pt x="53" y="1022"/>
                    </a:lnTo>
                    <a:lnTo>
                      <a:pt x="51" y="1022"/>
                    </a:lnTo>
                    <a:lnTo>
                      <a:pt x="51" y="1022"/>
                    </a:lnTo>
                    <a:lnTo>
                      <a:pt x="51" y="1020"/>
                    </a:lnTo>
                    <a:lnTo>
                      <a:pt x="51" y="1017"/>
                    </a:lnTo>
                    <a:lnTo>
                      <a:pt x="51" y="1013"/>
                    </a:lnTo>
                    <a:lnTo>
                      <a:pt x="50" y="1013"/>
                    </a:lnTo>
                    <a:lnTo>
                      <a:pt x="48" y="1017"/>
                    </a:lnTo>
                    <a:lnTo>
                      <a:pt x="46" y="1020"/>
                    </a:lnTo>
                    <a:lnTo>
                      <a:pt x="46" y="1022"/>
                    </a:lnTo>
                    <a:lnTo>
                      <a:pt x="43" y="1025"/>
                    </a:lnTo>
                    <a:lnTo>
                      <a:pt x="43" y="1025"/>
                    </a:lnTo>
                    <a:lnTo>
                      <a:pt x="43" y="1029"/>
                    </a:lnTo>
                    <a:lnTo>
                      <a:pt x="41" y="1030"/>
                    </a:lnTo>
                    <a:lnTo>
                      <a:pt x="43" y="1032"/>
                    </a:lnTo>
                    <a:lnTo>
                      <a:pt x="43" y="1034"/>
                    </a:lnTo>
                    <a:lnTo>
                      <a:pt x="46" y="1035"/>
                    </a:lnTo>
                    <a:lnTo>
                      <a:pt x="48" y="1037"/>
                    </a:lnTo>
                    <a:lnTo>
                      <a:pt x="46" y="1039"/>
                    </a:lnTo>
                    <a:lnTo>
                      <a:pt x="46" y="1039"/>
                    </a:lnTo>
                    <a:lnTo>
                      <a:pt x="46" y="1041"/>
                    </a:lnTo>
                    <a:lnTo>
                      <a:pt x="48" y="1042"/>
                    </a:lnTo>
                    <a:lnTo>
                      <a:pt x="48" y="1042"/>
                    </a:lnTo>
                    <a:lnTo>
                      <a:pt x="50" y="1044"/>
                    </a:lnTo>
                    <a:lnTo>
                      <a:pt x="51" y="1044"/>
                    </a:lnTo>
                    <a:lnTo>
                      <a:pt x="51" y="1046"/>
                    </a:lnTo>
                    <a:lnTo>
                      <a:pt x="51" y="1047"/>
                    </a:lnTo>
                    <a:lnTo>
                      <a:pt x="51" y="1049"/>
                    </a:lnTo>
                    <a:lnTo>
                      <a:pt x="51" y="1049"/>
                    </a:lnTo>
                    <a:lnTo>
                      <a:pt x="55" y="1052"/>
                    </a:lnTo>
                    <a:lnTo>
                      <a:pt x="56" y="1063"/>
                    </a:lnTo>
                    <a:lnTo>
                      <a:pt x="56" y="1063"/>
                    </a:lnTo>
                    <a:lnTo>
                      <a:pt x="58" y="1064"/>
                    </a:lnTo>
                    <a:lnTo>
                      <a:pt x="60" y="1066"/>
                    </a:lnTo>
                    <a:lnTo>
                      <a:pt x="62" y="1066"/>
                    </a:lnTo>
                    <a:lnTo>
                      <a:pt x="65" y="1069"/>
                    </a:lnTo>
                    <a:lnTo>
                      <a:pt x="65" y="1071"/>
                    </a:lnTo>
                    <a:lnTo>
                      <a:pt x="65" y="1073"/>
                    </a:lnTo>
                    <a:lnTo>
                      <a:pt x="65" y="1075"/>
                    </a:lnTo>
                    <a:lnTo>
                      <a:pt x="67" y="1075"/>
                    </a:lnTo>
                    <a:lnTo>
                      <a:pt x="73" y="1076"/>
                    </a:lnTo>
                    <a:lnTo>
                      <a:pt x="75" y="1078"/>
                    </a:lnTo>
                    <a:lnTo>
                      <a:pt x="79" y="1080"/>
                    </a:lnTo>
                    <a:lnTo>
                      <a:pt x="80" y="1081"/>
                    </a:lnTo>
                    <a:lnTo>
                      <a:pt x="82" y="1085"/>
                    </a:lnTo>
                    <a:lnTo>
                      <a:pt x="82" y="1086"/>
                    </a:lnTo>
                    <a:lnTo>
                      <a:pt x="82" y="1088"/>
                    </a:lnTo>
                    <a:lnTo>
                      <a:pt x="82" y="1091"/>
                    </a:lnTo>
                    <a:lnTo>
                      <a:pt x="82" y="1093"/>
                    </a:lnTo>
                    <a:lnTo>
                      <a:pt x="84" y="1097"/>
                    </a:lnTo>
                    <a:lnTo>
                      <a:pt x="84" y="1098"/>
                    </a:lnTo>
                    <a:lnTo>
                      <a:pt x="82" y="1100"/>
                    </a:lnTo>
                    <a:lnTo>
                      <a:pt x="82" y="1102"/>
                    </a:lnTo>
                    <a:lnTo>
                      <a:pt x="80" y="1103"/>
                    </a:lnTo>
                    <a:lnTo>
                      <a:pt x="79" y="1103"/>
                    </a:lnTo>
                    <a:lnTo>
                      <a:pt x="79" y="1103"/>
                    </a:lnTo>
                    <a:lnTo>
                      <a:pt x="77" y="1108"/>
                    </a:lnTo>
                    <a:lnTo>
                      <a:pt x="75" y="1108"/>
                    </a:lnTo>
                    <a:lnTo>
                      <a:pt x="73" y="1107"/>
                    </a:lnTo>
                    <a:lnTo>
                      <a:pt x="73" y="1107"/>
                    </a:lnTo>
                    <a:lnTo>
                      <a:pt x="72" y="1107"/>
                    </a:lnTo>
                    <a:lnTo>
                      <a:pt x="70" y="1108"/>
                    </a:lnTo>
                    <a:lnTo>
                      <a:pt x="67" y="1110"/>
                    </a:lnTo>
                    <a:lnTo>
                      <a:pt x="67" y="1110"/>
                    </a:lnTo>
                    <a:lnTo>
                      <a:pt x="68" y="1114"/>
                    </a:lnTo>
                    <a:lnTo>
                      <a:pt x="65" y="1114"/>
                    </a:lnTo>
                    <a:lnTo>
                      <a:pt x="63" y="1112"/>
                    </a:lnTo>
                    <a:lnTo>
                      <a:pt x="63" y="1112"/>
                    </a:lnTo>
                    <a:lnTo>
                      <a:pt x="63" y="1110"/>
                    </a:lnTo>
                    <a:lnTo>
                      <a:pt x="63" y="1108"/>
                    </a:lnTo>
                    <a:lnTo>
                      <a:pt x="63" y="1108"/>
                    </a:lnTo>
                    <a:lnTo>
                      <a:pt x="62" y="1108"/>
                    </a:lnTo>
                    <a:lnTo>
                      <a:pt x="62" y="1107"/>
                    </a:lnTo>
                    <a:lnTo>
                      <a:pt x="62" y="1105"/>
                    </a:lnTo>
                    <a:lnTo>
                      <a:pt x="62" y="1102"/>
                    </a:lnTo>
                    <a:lnTo>
                      <a:pt x="62" y="1102"/>
                    </a:lnTo>
                    <a:lnTo>
                      <a:pt x="62" y="1098"/>
                    </a:lnTo>
                    <a:lnTo>
                      <a:pt x="62" y="1098"/>
                    </a:lnTo>
                    <a:lnTo>
                      <a:pt x="62" y="1097"/>
                    </a:lnTo>
                    <a:lnTo>
                      <a:pt x="60" y="1097"/>
                    </a:lnTo>
                    <a:lnTo>
                      <a:pt x="60" y="1098"/>
                    </a:lnTo>
                    <a:lnTo>
                      <a:pt x="60" y="1098"/>
                    </a:lnTo>
                    <a:lnTo>
                      <a:pt x="60" y="1100"/>
                    </a:lnTo>
                    <a:lnTo>
                      <a:pt x="58" y="1102"/>
                    </a:lnTo>
                    <a:lnTo>
                      <a:pt x="58" y="1103"/>
                    </a:lnTo>
                    <a:lnTo>
                      <a:pt x="58" y="1108"/>
                    </a:lnTo>
                    <a:lnTo>
                      <a:pt x="56" y="1108"/>
                    </a:lnTo>
                    <a:lnTo>
                      <a:pt x="56" y="1107"/>
                    </a:lnTo>
                    <a:lnTo>
                      <a:pt x="56" y="1105"/>
                    </a:lnTo>
                    <a:lnTo>
                      <a:pt x="56" y="1100"/>
                    </a:lnTo>
                    <a:lnTo>
                      <a:pt x="55" y="1097"/>
                    </a:lnTo>
                    <a:lnTo>
                      <a:pt x="55" y="1097"/>
                    </a:lnTo>
                    <a:lnTo>
                      <a:pt x="55" y="1095"/>
                    </a:lnTo>
                    <a:lnTo>
                      <a:pt x="55" y="1093"/>
                    </a:lnTo>
                    <a:lnTo>
                      <a:pt x="55" y="1091"/>
                    </a:lnTo>
                    <a:lnTo>
                      <a:pt x="55" y="1090"/>
                    </a:lnTo>
                    <a:lnTo>
                      <a:pt x="55" y="1085"/>
                    </a:lnTo>
                    <a:lnTo>
                      <a:pt x="53" y="1083"/>
                    </a:lnTo>
                    <a:lnTo>
                      <a:pt x="53" y="1081"/>
                    </a:lnTo>
                    <a:lnTo>
                      <a:pt x="51" y="1080"/>
                    </a:lnTo>
                    <a:lnTo>
                      <a:pt x="51" y="1081"/>
                    </a:lnTo>
                    <a:lnTo>
                      <a:pt x="51" y="1086"/>
                    </a:lnTo>
                    <a:lnTo>
                      <a:pt x="51" y="1088"/>
                    </a:lnTo>
                    <a:lnTo>
                      <a:pt x="50" y="1090"/>
                    </a:lnTo>
                    <a:lnTo>
                      <a:pt x="50" y="1088"/>
                    </a:lnTo>
                    <a:lnTo>
                      <a:pt x="48" y="1086"/>
                    </a:lnTo>
                    <a:lnTo>
                      <a:pt x="48" y="1081"/>
                    </a:lnTo>
                    <a:lnTo>
                      <a:pt x="48" y="1081"/>
                    </a:lnTo>
                    <a:lnTo>
                      <a:pt x="48" y="1080"/>
                    </a:lnTo>
                    <a:lnTo>
                      <a:pt x="48" y="1080"/>
                    </a:lnTo>
                    <a:lnTo>
                      <a:pt x="48" y="1080"/>
                    </a:lnTo>
                    <a:lnTo>
                      <a:pt x="46" y="1076"/>
                    </a:lnTo>
                    <a:lnTo>
                      <a:pt x="45" y="1073"/>
                    </a:lnTo>
                    <a:lnTo>
                      <a:pt x="43" y="1069"/>
                    </a:lnTo>
                    <a:lnTo>
                      <a:pt x="43" y="1068"/>
                    </a:lnTo>
                    <a:lnTo>
                      <a:pt x="41" y="1069"/>
                    </a:lnTo>
                    <a:lnTo>
                      <a:pt x="41" y="1071"/>
                    </a:lnTo>
                    <a:lnTo>
                      <a:pt x="40" y="1061"/>
                    </a:lnTo>
                    <a:lnTo>
                      <a:pt x="40" y="1058"/>
                    </a:lnTo>
                    <a:lnTo>
                      <a:pt x="38" y="1059"/>
                    </a:lnTo>
                    <a:lnTo>
                      <a:pt x="40" y="1066"/>
                    </a:lnTo>
                    <a:lnTo>
                      <a:pt x="40" y="1076"/>
                    </a:lnTo>
                    <a:lnTo>
                      <a:pt x="38" y="1080"/>
                    </a:lnTo>
                    <a:lnTo>
                      <a:pt x="38" y="1081"/>
                    </a:lnTo>
                    <a:lnTo>
                      <a:pt x="38" y="1083"/>
                    </a:lnTo>
                    <a:lnTo>
                      <a:pt x="40" y="1088"/>
                    </a:lnTo>
                    <a:lnTo>
                      <a:pt x="41" y="1090"/>
                    </a:lnTo>
                    <a:lnTo>
                      <a:pt x="40" y="1088"/>
                    </a:lnTo>
                    <a:lnTo>
                      <a:pt x="38" y="1088"/>
                    </a:lnTo>
                    <a:lnTo>
                      <a:pt x="38" y="1086"/>
                    </a:lnTo>
                    <a:lnTo>
                      <a:pt x="36" y="1085"/>
                    </a:lnTo>
                    <a:lnTo>
                      <a:pt x="36" y="1085"/>
                    </a:lnTo>
                    <a:lnTo>
                      <a:pt x="36" y="1085"/>
                    </a:lnTo>
                    <a:lnTo>
                      <a:pt x="36" y="1083"/>
                    </a:lnTo>
                    <a:lnTo>
                      <a:pt x="36" y="1083"/>
                    </a:lnTo>
                    <a:lnTo>
                      <a:pt x="34" y="1080"/>
                    </a:lnTo>
                    <a:lnTo>
                      <a:pt x="34" y="1078"/>
                    </a:lnTo>
                    <a:lnTo>
                      <a:pt x="34" y="1059"/>
                    </a:lnTo>
                    <a:lnTo>
                      <a:pt x="33" y="1058"/>
                    </a:lnTo>
                    <a:lnTo>
                      <a:pt x="33" y="1059"/>
                    </a:lnTo>
                    <a:lnTo>
                      <a:pt x="31" y="1061"/>
                    </a:lnTo>
                    <a:lnTo>
                      <a:pt x="31" y="1064"/>
                    </a:lnTo>
                    <a:lnTo>
                      <a:pt x="33" y="1068"/>
                    </a:lnTo>
                    <a:lnTo>
                      <a:pt x="33" y="1069"/>
                    </a:lnTo>
                    <a:lnTo>
                      <a:pt x="31" y="1071"/>
                    </a:lnTo>
                    <a:lnTo>
                      <a:pt x="31" y="1073"/>
                    </a:lnTo>
                    <a:lnTo>
                      <a:pt x="31" y="1076"/>
                    </a:lnTo>
                    <a:lnTo>
                      <a:pt x="29" y="1076"/>
                    </a:lnTo>
                    <a:lnTo>
                      <a:pt x="29" y="1075"/>
                    </a:lnTo>
                    <a:lnTo>
                      <a:pt x="29" y="1073"/>
                    </a:lnTo>
                    <a:lnTo>
                      <a:pt x="28" y="1073"/>
                    </a:lnTo>
                    <a:lnTo>
                      <a:pt x="26" y="1071"/>
                    </a:lnTo>
                    <a:lnTo>
                      <a:pt x="24" y="1071"/>
                    </a:lnTo>
                    <a:lnTo>
                      <a:pt x="21" y="1069"/>
                    </a:lnTo>
                    <a:lnTo>
                      <a:pt x="19" y="1069"/>
                    </a:lnTo>
                    <a:lnTo>
                      <a:pt x="21" y="1071"/>
                    </a:lnTo>
                    <a:lnTo>
                      <a:pt x="28" y="1075"/>
                    </a:lnTo>
                    <a:lnTo>
                      <a:pt x="29" y="1080"/>
                    </a:lnTo>
                    <a:lnTo>
                      <a:pt x="31" y="1081"/>
                    </a:lnTo>
                    <a:lnTo>
                      <a:pt x="33" y="1085"/>
                    </a:lnTo>
                    <a:lnTo>
                      <a:pt x="31" y="1086"/>
                    </a:lnTo>
                    <a:lnTo>
                      <a:pt x="33" y="1088"/>
                    </a:lnTo>
                    <a:lnTo>
                      <a:pt x="33" y="1090"/>
                    </a:lnTo>
                    <a:lnTo>
                      <a:pt x="34" y="1091"/>
                    </a:lnTo>
                    <a:lnTo>
                      <a:pt x="36" y="1093"/>
                    </a:lnTo>
                    <a:lnTo>
                      <a:pt x="38" y="1095"/>
                    </a:lnTo>
                    <a:lnTo>
                      <a:pt x="40" y="1095"/>
                    </a:lnTo>
                    <a:lnTo>
                      <a:pt x="48" y="1105"/>
                    </a:lnTo>
                    <a:lnTo>
                      <a:pt x="55" y="1110"/>
                    </a:lnTo>
                    <a:lnTo>
                      <a:pt x="55" y="1112"/>
                    </a:lnTo>
                    <a:lnTo>
                      <a:pt x="56" y="1114"/>
                    </a:lnTo>
                    <a:lnTo>
                      <a:pt x="65" y="1122"/>
                    </a:lnTo>
                    <a:lnTo>
                      <a:pt x="73" y="1136"/>
                    </a:lnTo>
                    <a:lnTo>
                      <a:pt x="89" y="1158"/>
                    </a:lnTo>
                    <a:lnTo>
                      <a:pt x="96" y="1170"/>
                    </a:lnTo>
                    <a:lnTo>
                      <a:pt x="101" y="1181"/>
                    </a:lnTo>
                    <a:lnTo>
                      <a:pt x="107" y="1202"/>
                    </a:lnTo>
                    <a:lnTo>
                      <a:pt x="107" y="1204"/>
                    </a:lnTo>
                    <a:lnTo>
                      <a:pt x="107" y="1204"/>
                    </a:lnTo>
                    <a:lnTo>
                      <a:pt x="106" y="1205"/>
                    </a:lnTo>
                    <a:lnTo>
                      <a:pt x="106" y="1207"/>
                    </a:lnTo>
                    <a:lnTo>
                      <a:pt x="106" y="1209"/>
                    </a:lnTo>
                    <a:lnTo>
                      <a:pt x="104" y="1212"/>
                    </a:lnTo>
                    <a:lnTo>
                      <a:pt x="102" y="1214"/>
                    </a:lnTo>
                    <a:lnTo>
                      <a:pt x="102" y="1217"/>
                    </a:lnTo>
                    <a:lnTo>
                      <a:pt x="104" y="1221"/>
                    </a:lnTo>
                    <a:lnTo>
                      <a:pt x="107" y="1231"/>
                    </a:lnTo>
                    <a:lnTo>
                      <a:pt x="107" y="1231"/>
                    </a:lnTo>
                    <a:lnTo>
                      <a:pt x="107" y="1234"/>
                    </a:lnTo>
                    <a:lnTo>
                      <a:pt x="107" y="1234"/>
                    </a:lnTo>
                    <a:lnTo>
                      <a:pt x="107" y="1236"/>
                    </a:lnTo>
                    <a:lnTo>
                      <a:pt x="109" y="1238"/>
                    </a:lnTo>
                    <a:lnTo>
                      <a:pt x="116" y="1246"/>
                    </a:lnTo>
                    <a:lnTo>
                      <a:pt x="118" y="1246"/>
                    </a:lnTo>
                    <a:lnTo>
                      <a:pt x="119" y="1248"/>
                    </a:lnTo>
                    <a:lnTo>
                      <a:pt x="121" y="1249"/>
                    </a:lnTo>
                    <a:lnTo>
                      <a:pt x="126" y="1255"/>
                    </a:lnTo>
                    <a:lnTo>
                      <a:pt x="126" y="1256"/>
                    </a:lnTo>
                    <a:lnTo>
                      <a:pt x="126" y="1256"/>
                    </a:lnTo>
                    <a:lnTo>
                      <a:pt x="131" y="1263"/>
                    </a:lnTo>
                    <a:lnTo>
                      <a:pt x="138" y="1271"/>
                    </a:lnTo>
                    <a:lnTo>
                      <a:pt x="140" y="1273"/>
                    </a:lnTo>
                    <a:lnTo>
                      <a:pt x="145" y="1285"/>
                    </a:lnTo>
                    <a:lnTo>
                      <a:pt x="146" y="1288"/>
                    </a:lnTo>
                    <a:lnTo>
                      <a:pt x="146" y="1294"/>
                    </a:lnTo>
                    <a:lnTo>
                      <a:pt x="145" y="1297"/>
                    </a:lnTo>
                    <a:lnTo>
                      <a:pt x="145" y="1297"/>
                    </a:lnTo>
                    <a:lnTo>
                      <a:pt x="146" y="1300"/>
                    </a:lnTo>
                    <a:lnTo>
                      <a:pt x="148" y="1302"/>
                    </a:lnTo>
                    <a:lnTo>
                      <a:pt x="150" y="1307"/>
                    </a:lnTo>
                    <a:lnTo>
                      <a:pt x="152" y="1307"/>
                    </a:lnTo>
                    <a:lnTo>
                      <a:pt x="167" y="1322"/>
                    </a:lnTo>
                    <a:lnTo>
                      <a:pt x="167" y="1324"/>
                    </a:lnTo>
                    <a:lnTo>
                      <a:pt x="172" y="1334"/>
                    </a:lnTo>
                    <a:lnTo>
                      <a:pt x="174" y="1339"/>
                    </a:lnTo>
                    <a:lnTo>
                      <a:pt x="175" y="1343"/>
                    </a:lnTo>
                    <a:lnTo>
                      <a:pt x="175" y="1345"/>
                    </a:lnTo>
                    <a:lnTo>
                      <a:pt x="175" y="1346"/>
                    </a:lnTo>
                    <a:lnTo>
                      <a:pt x="175" y="1348"/>
                    </a:lnTo>
                    <a:lnTo>
                      <a:pt x="177" y="1351"/>
                    </a:lnTo>
                    <a:lnTo>
                      <a:pt x="179" y="1356"/>
                    </a:lnTo>
                    <a:lnTo>
                      <a:pt x="179" y="1358"/>
                    </a:lnTo>
                    <a:lnTo>
                      <a:pt x="179" y="1360"/>
                    </a:lnTo>
                    <a:lnTo>
                      <a:pt x="177" y="1365"/>
                    </a:lnTo>
                    <a:lnTo>
                      <a:pt x="175" y="1372"/>
                    </a:lnTo>
                    <a:lnTo>
                      <a:pt x="175" y="1378"/>
                    </a:lnTo>
                    <a:lnTo>
                      <a:pt x="175" y="1387"/>
                    </a:lnTo>
                    <a:lnTo>
                      <a:pt x="177" y="1387"/>
                    </a:lnTo>
                    <a:lnTo>
                      <a:pt x="177" y="1390"/>
                    </a:lnTo>
                    <a:lnTo>
                      <a:pt x="177" y="1392"/>
                    </a:lnTo>
                    <a:lnTo>
                      <a:pt x="175" y="1404"/>
                    </a:lnTo>
                    <a:lnTo>
                      <a:pt x="175" y="1407"/>
                    </a:lnTo>
                    <a:lnTo>
                      <a:pt x="177" y="1407"/>
                    </a:lnTo>
                    <a:lnTo>
                      <a:pt x="177" y="1407"/>
                    </a:lnTo>
                    <a:lnTo>
                      <a:pt x="179" y="1409"/>
                    </a:lnTo>
                    <a:lnTo>
                      <a:pt x="179" y="1411"/>
                    </a:lnTo>
                    <a:lnTo>
                      <a:pt x="179" y="1412"/>
                    </a:lnTo>
                    <a:lnTo>
                      <a:pt x="180" y="1414"/>
                    </a:lnTo>
                    <a:lnTo>
                      <a:pt x="179" y="1416"/>
                    </a:lnTo>
                    <a:lnTo>
                      <a:pt x="179" y="1418"/>
                    </a:lnTo>
                    <a:lnTo>
                      <a:pt x="179" y="1419"/>
                    </a:lnTo>
                    <a:lnTo>
                      <a:pt x="179" y="1421"/>
                    </a:lnTo>
                    <a:lnTo>
                      <a:pt x="180" y="1421"/>
                    </a:lnTo>
                    <a:lnTo>
                      <a:pt x="182" y="1423"/>
                    </a:lnTo>
                    <a:lnTo>
                      <a:pt x="182" y="1423"/>
                    </a:lnTo>
                    <a:lnTo>
                      <a:pt x="182" y="1424"/>
                    </a:lnTo>
                    <a:lnTo>
                      <a:pt x="182" y="1424"/>
                    </a:lnTo>
                    <a:lnTo>
                      <a:pt x="182" y="1426"/>
                    </a:lnTo>
                    <a:lnTo>
                      <a:pt x="182" y="1428"/>
                    </a:lnTo>
                    <a:lnTo>
                      <a:pt x="182" y="1428"/>
                    </a:lnTo>
                    <a:lnTo>
                      <a:pt x="182" y="1428"/>
                    </a:lnTo>
                    <a:lnTo>
                      <a:pt x="182" y="1429"/>
                    </a:lnTo>
                    <a:lnTo>
                      <a:pt x="182" y="1429"/>
                    </a:lnTo>
                    <a:lnTo>
                      <a:pt x="182" y="1431"/>
                    </a:lnTo>
                    <a:lnTo>
                      <a:pt x="184" y="1433"/>
                    </a:lnTo>
                    <a:lnTo>
                      <a:pt x="186" y="1440"/>
                    </a:lnTo>
                    <a:lnTo>
                      <a:pt x="186" y="1441"/>
                    </a:lnTo>
                    <a:lnTo>
                      <a:pt x="186" y="1445"/>
                    </a:lnTo>
                    <a:lnTo>
                      <a:pt x="186" y="1446"/>
                    </a:lnTo>
                    <a:lnTo>
                      <a:pt x="189" y="1453"/>
                    </a:lnTo>
                    <a:lnTo>
                      <a:pt x="189" y="1455"/>
                    </a:lnTo>
                    <a:lnTo>
                      <a:pt x="189" y="1455"/>
                    </a:lnTo>
                    <a:lnTo>
                      <a:pt x="194" y="1465"/>
                    </a:lnTo>
                    <a:lnTo>
                      <a:pt x="196" y="1467"/>
                    </a:lnTo>
                    <a:lnTo>
                      <a:pt x="196" y="1467"/>
                    </a:lnTo>
                    <a:lnTo>
                      <a:pt x="196" y="1472"/>
                    </a:lnTo>
                    <a:lnTo>
                      <a:pt x="201" y="1477"/>
                    </a:lnTo>
                    <a:lnTo>
                      <a:pt x="208" y="1485"/>
                    </a:lnTo>
                    <a:lnTo>
                      <a:pt x="214" y="1499"/>
                    </a:lnTo>
                    <a:lnTo>
                      <a:pt x="219" y="1513"/>
                    </a:lnTo>
                    <a:lnTo>
                      <a:pt x="228" y="1525"/>
                    </a:lnTo>
                    <a:lnTo>
                      <a:pt x="233" y="1535"/>
                    </a:lnTo>
                    <a:lnTo>
                      <a:pt x="240" y="1543"/>
                    </a:lnTo>
                    <a:lnTo>
                      <a:pt x="242" y="1547"/>
                    </a:lnTo>
                    <a:lnTo>
                      <a:pt x="243" y="1553"/>
                    </a:lnTo>
                    <a:lnTo>
                      <a:pt x="245" y="1567"/>
                    </a:lnTo>
                    <a:lnTo>
                      <a:pt x="243" y="1577"/>
                    </a:lnTo>
                    <a:lnTo>
                      <a:pt x="243" y="1579"/>
                    </a:lnTo>
                    <a:lnTo>
                      <a:pt x="245" y="1581"/>
                    </a:lnTo>
                    <a:lnTo>
                      <a:pt x="245" y="1582"/>
                    </a:lnTo>
                    <a:lnTo>
                      <a:pt x="245" y="1584"/>
                    </a:lnTo>
                    <a:lnTo>
                      <a:pt x="243" y="1584"/>
                    </a:lnTo>
                    <a:lnTo>
                      <a:pt x="245" y="1586"/>
                    </a:lnTo>
                    <a:lnTo>
                      <a:pt x="245" y="1586"/>
                    </a:lnTo>
                    <a:lnTo>
                      <a:pt x="245" y="1587"/>
                    </a:lnTo>
                    <a:lnTo>
                      <a:pt x="247" y="1589"/>
                    </a:lnTo>
                    <a:lnTo>
                      <a:pt x="245" y="1592"/>
                    </a:lnTo>
                    <a:lnTo>
                      <a:pt x="245" y="1594"/>
                    </a:lnTo>
                    <a:lnTo>
                      <a:pt x="243" y="1596"/>
                    </a:lnTo>
                    <a:lnTo>
                      <a:pt x="243" y="1598"/>
                    </a:lnTo>
                    <a:lnTo>
                      <a:pt x="238" y="1598"/>
                    </a:lnTo>
                    <a:lnTo>
                      <a:pt x="240" y="1598"/>
                    </a:lnTo>
                    <a:lnTo>
                      <a:pt x="242" y="1599"/>
                    </a:lnTo>
                    <a:lnTo>
                      <a:pt x="243" y="1601"/>
                    </a:lnTo>
                    <a:lnTo>
                      <a:pt x="243" y="1603"/>
                    </a:lnTo>
                    <a:lnTo>
                      <a:pt x="243" y="1603"/>
                    </a:lnTo>
                    <a:lnTo>
                      <a:pt x="242" y="1604"/>
                    </a:lnTo>
                    <a:lnTo>
                      <a:pt x="243" y="1606"/>
                    </a:lnTo>
                    <a:lnTo>
                      <a:pt x="245" y="1609"/>
                    </a:lnTo>
                    <a:lnTo>
                      <a:pt x="245" y="1613"/>
                    </a:lnTo>
                    <a:lnTo>
                      <a:pt x="243" y="1616"/>
                    </a:lnTo>
                    <a:lnTo>
                      <a:pt x="243" y="1616"/>
                    </a:lnTo>
                    <a:lnTo>
                      <a:pt x="243" y="1618"/>
                    </a:lnTo>
                    <a:lnTo>
                      <a:pt x="242" y="1618"/>
                    </a:lnTo>
                    <a:lnTo>
                      <a:pt x="242" y="1620"/>
                    </a:lnTo>
                    <a:lnTo>
                      <a:pt x="243" y="1621"/>
                    </a:lnTo>
                    <a:lnTo>
                      <a:pt x="243" y="1621"/>
                    </a:lnTo>
                    <a:lnTo>
                      <a:pt x="245" y="1623"/>
                    </a:lnTo>
                    <a:lnTo>
                      <a:pt x="247" y="1623"/>
                    </a:lnTo>
                    <a:lnTo>
                      <a:pt x="247" y="1625"/>
                    </a:lnTo>
                    <a:lnTo>
                      <a:pt x="247" y="1628"/>
                    </a:lnTo>
                    <a:lnTo>
                      <a:pt x="245" y="1628"/>
                    </a:lnTo>
                    <a:lnTo>
                      <a:pt x="242" y="1628"/>
                    </a:lnTo>
                    <a:lnTo>
                      <a:pt x="240" y="1628"/>
                    </a:lnTo>
                    <a:lnTo>
                      <a:pt x="238" y="1626"/>
                    </a:lnTo>
                    <a:lnTo>
                      <a:pt x="238" y="1626"/>
                    </a:lnTo>
                    <a:lnTo>
                      <a:pt x="238" y="1628"/>
                    </a:lnTo>
                    <a:lnTo>
                      <a:pt x="238" y="1628"/>
                    </a:lnTo>
                    <a:lnTo>
                      <a:pt x="238" y="1628"/>
                    </a:lnTo>
                    <a:lnTo>
                      <a:pt x="240" y="1630"/>
                    </a:lnTo>
                    <a:lnTo>
                      <a:pt x="240" y="1630"/>
                    </a:lnTo>
                    <a:lnTo>
                      <a:pt x="240" y="1631"/>
                    </a:lnTo>
                    <a:lnTo>
                      <a:pt x="240" y="1633"/>
                    </a:lnTo>
                    <a:lnTo>
                      <a:pt x="242" y="1633"/>
                    </a:lnTo>
                    <a:lnTo>
                      <a:pt x="243" y="1637"/>
                    </a:lnTo>
                    <a:lnTo>
                      <a:pt x="243" y="1638"/>
                    </a:lnTo>
                    <a:lnTo>
                      <a:pt x="242" y="1640"/>
                    </a:lnTo>
                    <a:lnTo>
                      <a:pt x="240" y="1640"/>
                    </a:lnTo>
                    <a:lnTo>
                      <a:pt x="238" y="1637"/>
                    </a:lnTo>
                    <a:lnTo>
                      <a:pt x="236" y="1630"/>
                    </a:lnTo>
                    <a:lnTo>
                      <a:pt x="236" y="1626"/>
                    </a:lnTo>
                    <a:lnTo>
                      <a:pt x="240" y="1621"/>
                    </a:lnTo>
                    <a:lnTo>
                      <a:pt x="242" y="1618"/>
                    </a:lnTo>
                    <a:lnTo>
                      <a:pt x="238" y="1620"/>
                    </a:lnTo>
                    <a:lnTo>
                      <a:pt x="235" y="1625"/>
                    </a:lnTo>
                    <a:lnTo>
                      <a:pt x="233" y="1626"/>
                    </a:lnTo>
                    <a:lnTo>
                      <a:pt x="233" y="1630"/>
                    </a:lnTo>
                    <a:lnTo>
                      <a:pt x="233" y="1633"/>
                    </a:lnTo>
                    <a:lnTo>
                      <a:pt x="233" y="1637"/>
                    </a:lnTo>
                    <a:lnTo>
                      <a:pt x="235" y="1643"/>
                    </a:lnTo>
                    <a:lnTo>
                      <a:pt x="238" y="1654"/>
                    </a:lnTo>
                    <a:lnTo>
                      <a:pt x="238" y="1662"/>
                    </a:lnTo>
                    <a:lnTo>
                      <a:pt x="238" y="1671"/>
                    </a:lnTo>
                    <a:lnTo>
                      <a:pt x="238" y="1684"/>
                    </a:lnTo>
                    <a:lnTo>
                      <a:pt x="238" y="1684"/>
                    </a:lnTo>
                    <a:lnTo>
                      <a:pt x="240" y="1681"/>
                    </a:lnTo>
                    <a:lnTo>
                      <a:pt x="240" y="1677"/>
                    </a:lnTo>
                    <a:lnTo>
                      <a:pt x="242" y="1676"/>
                    </a:lnTo>
                    <a:lnTo>
                      <a:pt x="242" y="1676"/>
                    </a:lnTo>
                    <a:lnTo>
                      <a:pt x="242" y="1677"/>
                    </a:lnTo>
                    <a:lnTo>
                      <a:pt x="242" y="1682"/>
                    </a:lnTo>
                    <a:lnTo>
                      <a:pt x="242" y="1684"/>
                    </a:lnTo>
                    <a:lnTo>
                      <a:pt x="238" y="1686"/>
                    </a:lnTo>
                    <a:lnTo>
                      <a:pt x="236" y="1686"/>
                    </a:lnTo>
                    <a:lnTo>
                      <a:pt x="236" y="1686"/>
                    </a:lnTo>
                    <a:lnTo>
                      <a:pt x="235" y="1686"/>
                    </a:lnTo>
                    <a:lnTo>
                      <a:pt x="235" y="1686"/>
                    </a:lnTo>
                    <a:lnTo>
                      <a:pt x="235" y="1688"/>
                    </a:lnTo>
                    <a:lnTo>
                      <a:pt x="233" y="1691"/>
                    </a:lnTo>
                    <a:lnTo>
                      <a:pt x="230" y="1696"/>
                    </a:lnTo>
                    <a:lnTo>
                      <a:pt x="225" y="1703"/>
                    </a:lnTo>
                    <a:lnTo>
                      <a:pt x="218" y="1711"/>
                    </a:lnTo>
                    <a:lnTo>
                      <a:pt x="216" y="1713"/>
                    </a:lnTo>
                    <a:lnTo>
                      <a:pt x="213" y="1713"/>
                    </a:lnTo>
                    <a:lnTo>
                      <a:pt x="209" y="1715"/>
                    </a:lnTo>
                    <a:lnTo>
                      <a:pt x="204" y="1715"/>
                    </a:lnTo>
                    <a:lnTo>
                      <a:pt x="201" y="1715"/>
                    </a:lnTo>
                    <a:lnTo>
                      <a:pt x="197" y="1715"/>
                    </a:lnTo>
                    <a:lnTo>
                      <a:pt x="194" y="1713"/>
                    </a:lnTo>
                    <a:lnTo>
                      <a:pt x="191" y="1713"/>
                    </a:lnTo>
                    <a:lnTo>
                      <a:pt x="189" y="1710"/>
                    </a:lnTo>
                    <a:lnTo>
                      <a:pt x="187" y="1708"/>
                    </a:lnTo>
                    <a:lnTo>
                      <a:pt x="184" y="1706"/>
                    </a:lnTo>
                    <a:lnTo>
                      <a:pt x="180" y="1705"/>
                    </a:lnTo>
                    <a:lnTo>
                      <a:pt x="180" y="1705"/>
                    </a:lnTo>
                    <a:lnTo>
                      <a:pt x="180" y="1706"/>
                    </a:lnTo>
                    <a:lnTo>
                      <a:pt x="180" y="1711"/>
                    </a:lnTo>
                    <a:lnTo>
                      <a:pt x="180" y="1713"/>
                    </a:lnTo>
                    <a:lnTo>
                      <a:pt x="180" y="1713"/>
                    </a:lnTo>
                    <a:lnTo>
                      <a:pt x="179" y="1716"/>
                    </a:lnTo>
                    <a:lnTo>
                      <a:pt x="177" y="1718"/>
                    </a:lnTo>
                    <a:lnTo>
                      <a:pt x="177" y="1721"/>
                    </a:lnTo>
                    <a:lnTo>
                      <a:pt x="179" y="1725"/>
                    </a:lnTo>
                    <a:lnTo>
                      <a:pt x="180" y="1727"/>
                    </a:lnTo>
                    <a:lnTo>
                      <a:pt x="179" y="1728"/>
                    </a:lnTo>
                    <a:lnTo>
                      <a:pt x="177" y="1732"/>
                    </a:lnTo>
                    <a:lnTo>
                      <a:pt x="177" y="1733"/>
                    </a:lnTo>
                    <a:lnTo>
                      <a:pt x="177" y="1735"/>
                    </a:lnTo>
                    <a:lnTo>
                      <a:pt x="179" y="1738"/>
                    </a:lnTo>
                    <a:lnTo>
                      <a:pt x="179" y="1750"/>
                    </a:lnTo>
                    <a:lnTo>
                      <a:pt x="179" y="1752"/>
                    </a:lnTo>
                    <a:lnTo>
                      <a:pt x="179" y="1754"/>
                    </a:lnTo>
                    <a:lnTo>
                      <a:pt x="180" y="1757"/>
                    </a:lnTo>
                    <a:lnTo>
                      <a:pt x="182" y="1759"/>
                    </a:lnTo>
                    <a:lnTo>
                      <a:pt x="182" y="1761"/>
                    </a:lnTo>
                    <a:lnTo>
                      <a:pt x="182" y="1764"/>
                    </a:lnTo>
                    <a:lnTo>
                      <a:pt x="182" y="1767"/>
                    </a:lnTo>
                    <a:lnTo>
                      <a:pt x="182" y="1767"/>
                    </a:lnTo>
                    <a:lnTo>
                      <a:pt x="191" y="1776"/>
                    </a:lnTo>
                    <a:lnTo>
                      <a:pt x="191" y="1778"/>
                    </a:lnTo>
                    <a:lnTo>
                      <a:pt x="192" y="1776"/>
                    </a:lnTo>
                    <a:lnTo>
                      <a:pt x="196" y="1772"/>
                    </a:lnTo>
                    <a:lnTo>
                      <a:pt x="196" y="1771"/>
                    </a:lnTo>
                    <a:lnTo>
                      <a:pt x="203" y="1771"/>
                    </a:lnTo>
                    <a:lnTo>
                      <a:pt x="206" y="1771"/>
                    </a:lnTo>
                    <a:lnTo>
                      <a:pt x="209" y="1772"/>
                    </a:lnTo>
                    <a:lnTo>
                      <a:pt x="223" y="1778"/>
                    </a:lnTo>
                    <a:lnTo>
                      <a:pt x="223" y="1779"/>
                    </a:lnTo>
                    <a:lnTo>
                      <a:pt x="225" y="1779"/>
                    </a:lnTo>
                    <a:lnTo>
                      <a:pt x="225" y="1779"/>
                    </a:lnTo>
                    <a:lnTo>
                      <a:pt x="225" y="1781"/>
                    </a:lnTo>
                    <a:lnTo>
                      <a:pt x="226" y="1781"/>
                    </a:lnTo>
                    <a:lnTo>
                      <a:pt x="226" y="1781"/>
                    </a:lnTo>
                    <a:lnTo>
                      <a:pt x="230" y="1783"/>
                    </a:lnTo>
                    <a:lnTo>
                      <a:pt x="233" y="1784"/>
                    </a:lnTo>
                    <a:lnTo>
                      <a:pt x="245" y="1793"/>
                    </a:lnTo>
                    <a:lnTo>
                      <a:pt x="257" y="1803"/>
                    </a:lnTo>
                    <a:lnTo>
                      <a:pt x="260" y="1806"/>
                    </a:lnTo>
                    <a:lnTo>
                      <a:pt x="260" y="1808"/>
                    </a:lnTo>
                    <a:lnTo>
                      <a:pt x="262" y="1811"/>
                    </a:lnTo>
                    <a:lnTo>
                      <a:pt x="264" y="1813"/>
                    </a:lnTo>
                    <a:lnTo>
                      <a:pt x="265" y="1815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5" y="1817"/>
                    </a:lnTo>
                    <a:lnTo>
                      <a:pt x="267" y="1817"/>
                    </a:lnTo>
                    <a:lnTo>
                      <a:pt x="269" y="1817"/>
                    </a:lnTo>
                    <a:lnTo>
                      <a:pt x="276" y="1818"/>
                    </a:lnTo>
                    <a:lnTo>
                      <a:pt x="287" y="1822"/>
                    </a:lnTo>
                    <a:lnTo>
                      <a:pt x="293" y="1823"/>
                    </a:lnTo>
                    <a:lnTo>
                      <a:pt x="296" y="1823"/>
                    </a:lnTo>
                    <a:lnTo>
                      <a:pt x="299" y="1825"/>
                    </a:lnTo>
                    <a:lnTo>
                      <a:pt x="301" y="1823"/>
                    </a:lnTo>
                    <a:lnTo>
                      <a:pt x="299" y="1820"/>
                    </a:lnTo>
                    <a:lnTo>
                      <a:pt x="299" y="1820"/>
                    </a:lnTo>
                    <a:lnTo>
                      <a:pt x="301" y="1820"/>
                    </a:lnTo>
                    <a:lnTo>
                      <a:pt x="301" y="1820"/>
                    </a:lnTo>
                    <a:lnTo>
                      <a:pt x="301" y="1820"/>
                    </a:lnTo>
                    <a:lnTo>
                      <a:pt x="303" y="1822"/>
                    </a:lnTo>
                    <a:lnTo>
                      <a:pt x="303" y="1822"/>
                    </a:lnTo>
                    <a:lnTo>
                      <a:pt x="304" y="1823"/>
                    </a:lnTo>
                    <a:lnTo>
                      <a:pt x="308" y="1823"/>
                    </a:lnTo>
                    <a:lnTo>
                      <a:pt x="309" y="1825"/>
                    </a:lnTo>
                    <a:lnTo>
                      <a:pt x="309" y="1825"/>
                    </a:lnTo>
                    <a:lnTo>
                      <a:pt x="309" y="1827"/>
                    </a:lnTo>
                    <a:lnTo>
                      <a:pt x="309" y="1827"/>
                    </a:lnTo>
                    <a:lnTo>
                      <a:pt x="309" y="1827"/>
                    </a:lnTo>
                    <a:lnTo>
                      <a:pt x="308" y="1827"/>
                    </a:lnTo>
                    <a:lnTo>
                      <a:pt x="299" y="1825"/>
                    </a:lnTo>
                    <a:lnTo>
                      <a:pt x="299" y="1825"/>
                    </a:lnTo>
                    <a:lnTo>
                      <a:pt x="301" y="1827"/>
                    </a:lnTo>
                    <a:lnTo>
                      <a:pt x="304" y="1828"/>
                    </a:lnTo>
                    <a:lnTo>
                      <a:pt x="306" y="1832"/>
                    </a:lnTo>
                    <a:lnTo>
                      <a:pt x="306" y="1832"/>
                    </a:lnTo>
                    <a:lnTo>
                      <a:pt x="309" y="1832"/>
                    </a:lnTo>
                    <a:lnTo>
                      <a:pt x="309" y="1832"/>
                    </a:lnTo>
                    <a:lnTo>
                      <a:pt x="311" y="1832"/>
                    </a:lnTo>
                    <a:lnTo>
                      <a:pt x="313" y="1834"/>
                    </a:lnTo>
                    <a:lnTo>
                      <a:pt x="318" y="1834"/>
                    </a:lnTo>
                    <a:lnTo>
                      <a:pt x="320" y="1835"/>
                    </a:lnTo>
                    <a:lnTo>
                      <a:pt x="321" y="1835"/>
                    </a:lnTo>
                    <a:lnTo>
                      <a:pt x="323" y="1835"/>
                    </a:lnTo>
                    <a:lnTo>
                      <a:pt x="323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4"/>
                    </a:lnTo>
                    <a:lnTo>
                      <a:pt x="330" y="1832"/>
                    </a:lnTo>
                    <a:lnTo>
                      <a:pt x="332" y="1832"/>
                    </a:lnTo>
                    <a:lnTo>
                      <a:pt x="335" y="1834"/>
                    </a:lnTo>
                    <a:lnTo>
                      <a:pt x="338" y="1835"/>
                    </a:lnTo>
                    <a:lnTo>
                      <a:pt x="340" y="1835"/>
                    </a:lnTo>
                    <a:lnTo>
                      <a:pt x="342" y="1837"/>
                    </a:lnTo>
                    <a:lnTo>
                      <a:pt x="343" y="1835"/>
                    </a:lnTo>
                    <a:lnTo>
                      <a:pt x="345" y="1835"/>
                    </a:lnTo>
                    <a:lnTo>
                      <a:pt x="347" y="1834"/>
                    </a:lnTo>
                    <a:lnTo>
                      <a:pt x="349" y="1834"/>
                    </a:lnTo>
                    <a:lnTo>
                      <a:pt x="350" y="1834"/>
                    </a:lnTo>
                    <a:lnTo>
                      <a:pt x="352" y="1834"/>
                    </a:lnTo>
                    <a:lnTo>
                      <a:pt x="352" y="1834"/>
                    </a:lnTo>
                    <a:lnTo>
                      <a:pt x="354" y="1834"/>
                    </a:lnTo>
                    <a:lnTo>
                      <a:pt x="354" y="1834"/>
                    </a:lnTo>
                    <a:lnTo>
                      <a:pt x="355" y="1834"/>
                    </a:lnTo>
                    <a:lnTo>
                      <a:pt x="357" y="1834"/>
                    </a:lnTo>
                    <a:lnTo>
                      <a:pt x="357" y="1834"/>
                    </a:lnTo>
                    <a:lnTo>
                      <a:pt x="360" y="1834"/>
                    </a:lnTo>
                    <a:lnTo>
                      <a:pt x="360" y="1835"/>
                    </a:lnTo>
                    <a:lnTo>
                      <a:pt x="362" y="1835"/>
                    </a:lnTo>
                    <a:lnTo>
                      <a:pt x="364" y="1837"/>
                    </a:lnTo>
                    <a:lnTo>
                      <a:pt x="366" y="1837"/>
                    </a:lnTo>
                    <a:lnTo>
                      <a:pt x="367" y="1834"/>
                    </a:lnTo>
                    <a:lnTo>
                      <a:pt x="367" y="1834"/>
                    </a:lnTo>
                    <a:lnTo>
                      <a:pt x="369" y="1832"/>
                    </a:lnTo>
                    <a:lnTo>
                      <a:pt x="371" y="1832"/>
                    </a:lnTo>
                    <a:lnTo>
                      <a:pt x="371" y="1834"/>
                    </a:lnTo>
                    <a:lnTo>
                      <a:pt x="372" y="1834"/>
                    </a:lnTo>
                    <a:lnTo>
                      <a:pt x="372" y="1834"/>
                    </a:lnTo>
                    <a:lnTo>
                      <a:pt x="374" y="1834"/>
                    </a:lnTo>
                    <a:lnTo>
                      <a:pt x="374" y="1834"/>
                    </a:lnTo>
                    <a:lnTo>
                      <a:pt x="376" y="1834"/>
                    </a:lnTo>
                    <a:lnTo>
                      <a:pt x="379" y="1834"/>
                    </a:lnTo>
                    <a:lnTo>
                      <a:pt x="381" y="1835"/>
                    </a:lnTo>
                    <a:lnTo>
                      <a:pt x="381" y="1834"/>
                    </a:lnTo>
                    <a:lnTo>
                      <a:pt x="382" y="1834"/>
                    </a:lnTo>
                    <a:lnTo>
                      <a:pt x="384" y="1834"/>
                    </a:lnTo>
                    <a:lnTo>
                      <a:pt x="386" y="1835"/>
                    </a:lnTo>
                    <a:lnTo>
                      <a:pt x="388" y="1835"/>
                    </a:lnTo>
                    <a:lnTo>
                      <a:pt x="393" y="1839"/>
                    </a:lnTo>
                    <a:lnTo>
                      <a:pt x="393" y="1839"/>
                    </a:lnTo>
                    <a:lnTo>
                      <a:pt x="396" y="1839"/>
                    </a:lnTo>
                    <a:lnTo>
                      <a:pt x="399" y="1840"/>
                    </a:lnTo>
                    <a:lnTo>
                      <a:pt x="403" y="1842"/>
                    </a:lnTo>
                    <a:lnTo>
                      <a:pt x="406" y="1844"/>
                    </a:lnTo>
                    <a:lnTo>
                      <a:pt x="406" y="1840"/>
                    </a:lnTo>
                    <a:lnTo>
                      <a:pt x="406" y="1839"/>
                    </a:lnTo>
                    <a:lnTo>
                      <a:pt x="408" y="1837"/>
                    </a:lnTo>
                    <a:lnTo>
                      <a:pt x="410" y="1835"/>
                    </a:lnTo>
                    <a:lnTo>
                      <a:pt x="411" y="1835"/>
                    </a:lnTo>
                    <a:lnTo>
                      <a:pt x="416" y="1835"/>
                    </a:lnTo>
                    <a:lnTo>
                      <a:pt x="423" y="1837"/>
                    </a:lnTo>
                    <a:lnTo>
                      <a:pt x="427" y="1840"/>
                    </a:lnTo>
                    <a:lnTo>
                      <a:pt x="430" y="1842"/>
                    </a:lnTo>
                    <a:lnTo>
                      <a:pt x="433" y="1842"/>
                    </a:lnTo>
                    <a:lnTo>
                      <a:pt x="435" y="1842"/>
                    </a:lnTo>
                    <a:lnTo>
                      <a:pt x="437" y="1840"/>
                    </a:lnTo>
                    <a:lnTo>
                      <a:pt x="437" y="1840"/>
                    </a:lnTo>
                    <a:lnTo>
                      <a:pt x="439" y="1840"/>
                    </a:lnTo>
                    <a:lnTo>
                      <a:pt x="439" y="1839"/>
                    </a:lnTo>
                    <a:lnTo>
                      <a:pt x="439" y="1839"/>
                    </a:lnTo>
                    <a:lnTo>
                      <a:pt x="435" y="1839"/>
                    </a:lnTo>
                    <a:lnTo>
                      <a:pt x="433" y="1839"/>
                    </a:lnTo>
                    <a:lnTo>
                      <a:pt x="432" y="1835"/>
                    </a:lnTo>
                    <a:lnTo>
                      <a:pt x="430" y="1835"/>
                    </a:lnTo>
                    <a:lnTo>
                      <a:pt x="430" y="1835"/>
                    </a:lnTo>
                    <a:lnTo>
                      <a:pt x="430" y="1837"/>
                    </a:lnTo>
                    <a:lnTo>
                      <a:pt x="430" y="1837"/>
                    </a:lnTo>
                    <a:lnTo>
                      <a:pt x="430" y="1839"/>
                    </a:lnTo>
                    <a:lnTo>
                      <a:pt x="430" y="1839"/>
                    </a:lnTo>
                    <a:lnTo>
                      <a:pt x="430" y="1839"/>
                    </a:lnTo>
                    <a:lnTo>
                      <a:pt x="427" y="1837"/>
                    </a:lnTo>
                    <a:lnTo>
                      <a:pt x="425" y="1837"/>
                    </a:lnTo>
                    <a:lnTo>
                      <a:pt x="425" y="1835"/>
                    </a:lnTo>
                    <a:lnTo>
                      <a:pt x="425" y="1834"/>
                    </a:lnTo>
                    <a:lnTo>
                      <a:pt x="427" y="1834"/>
                    </a:lnTo>
                    <a:lnTo>
                      <a:pt x="432" y="1834"/>
                    </a:lnTo>
                    <a:lnTo>
                      <a:pt x="432" y="1834"/>
                    </a:lnTo>
                    <a:lnTo>
                      <a:pt x="432" y="1832"/>
                    </a:lnTo>
                    <a:lnTo>
                      <a:pt x="432" y="1832"/>
                    </a:lnTo>
                    <a:lnTo>
                      <a:pt x="433" y="1832"/>
                    </a:lnTo>
                    <a:lnTo>
                      <a:pt x="433" y="1832"/>
                    </a:lnTo>
                    <a:lnTo>
                      <a:pt x="433" y="1834"/>
                    </a:lnTo>
                    <a:lnTo>
                      <a:pt x="433" y="1834"/>
                    </a:lnTo>
                    <a:lnTo>
                      <a:pt x="435" y="1834"/>
                    </a:lnTo>
                    <a:lnTo>
                      <a:pt x="437" y="1832"/>
                    </a:lnTo>
                    <a:lnTo>
                      <a:pt x="437" y="1832"/>
                    </a:lnTo>
                    <a:lnTo>
                      <a:pt x="439" y="1832"/>
                    </a:lnTo>
                    <a:lnTo>
                      <a:pt x="440" y="1834"/>
                    </a:lnTo>
                    <a:lnTo>
                      <a:pt x="440" y="1834"/>
                    </a:lnTo>
                    <a:lnTo>
                      <a:pt x="442" y="1834"/>
                    </a:lnTo>
                    <a:lnTo>
                      <a:pt x="442" y="1832"/>
                    </a:lnTo>
                    <a:lnTo>
                      <a:pt x="444" y="1832"/>
                    </a:lnTo>
                    <a:lnTo>
                      <a:pt x="447" y="1832"/>
                    </a:lnTo>
                    <a:lnTo>
                      <a:pt x="449" y="1830"/>
                    </a:lnTo>
                    <a:lnTo>
                      <a:pt x="449" y="1832"/>
                    </a:lnTo>
                    <a:lnTo>
                      <a:pt x="449" y="1830"/>
                    </a:lnTo>
                    <a:lnTo>
                      <a:pt x="454" y="1834"/>
                    </a:lnTo>
                    <a:lnTo>
                      <a:pt x="454" y="1834"/>
                    </a:lnTo>
                    <a:lnTo>
                      <a:pt x="456" y="1834"/>
                    </a:lnTo>
                    <a:lnTo>
                      <a:pt x="456" y="1832"/>
                    </a:lnTo>
                    <a:lnTo>
                      <a:pt x="456" y="1830"/>
                    </a:lnTo>
                    <a:lnTo>
                      <a:pt x="454" y="1828"/>
                    </a:lnTo>
                    <a:lnTo>
                      <a:pt x="454" y="1828"/>
                    </a:lnTo>
                    <a:lnTo>
                      <a:pt x="454" y="1828"/>
                    </a:lnTo>
                    <a:lnTo>
                      <a:pt x="452" y="1828"/>
                    </a:lnTo>
                    <a:lnTo>
                      <a:pt x="452" y="1827"/>
                    </a:lnTo>
                    <a:lnTo>
                      <a:pt x="454" y="1827"/>
                    </a:lnTo>
                    <a:lnTo>
                      <a:pt x="457" y="1827"/>
                    </a:lnTo>
                    <a:lnTo>
                      <a:pt x="461" y="1825"/>
                    </a:lnTo>
                    <a:lnTo>
                      <a:pt x="462" y="1823"/>
                    </a:lnTo>
                    <a:lnTo>
                      <a:pt x="469" y="1823"/>
                    </a:lnTo>
                    <a:lnTo>
                      <a:pt x="472" y="1823"/>
                    </a:lnTo>
                    <a:lnTo>
                      <a:pt x="472" y="1823"/>
                    </a:lnTo>
                    <a:lnTo>
                      <a:pt x="474" y="1822"/>
                    </a:lnTo>
                    <a:lnTo>
                      <a:pt x="472" y="1818"/>
                    </a:lnTo>
                    <a:lnTo>
                      <a:pt x="472" y="1817"/>
                    </a:lnTo>
                    <a:lnTo>
                      <a:pt x="472" y="1815"/>
                    </a:lnTo>
                    <a:lnTo>
                      <a:pt x="474" y="1813"/>
                    </a:lnTo>
                    <a:lnTo>
                      <a:pt x="476" y="1810"/>
                    </a:lnTo>
                    <a:lnTo>
                      <a:pt x="478" y="1810"/>
                    </a:lnTo>
                    <a:lnTo>
                      <a:pt x="481" y="1806"/>
                    </a:lnTo>
                    <a:lnTo>
                      <a:pt x="484" y="1806"/>
                    </a:lnTo>
                    <a:lnTo>
                      <a:pt x="491" y="1805"/>
                    </a:lnTo>
                    <a:lnTo>
                      <a:pt x="493" y="1803"/>
                    </a:lnTo>
                    <a:lnTo>
                      <a:pt x="496" y="1801"/>
                    </a:lnTo>
                    <a:lnTo>
                      <a:pt x="500" y="1801"/>
                    </a:lnTo>
                    <a:lnTo>
                      <a:pt x="501" y="1800"/>
                    </a:lnTo>
                    <a:lnTo>
                      <a:pt x="505" y="1798"/>
                    </a:lnTo>
                    <a:lnTo>
                      <a:pt x="501" y="1796"/>
                    </a:lnTo>
                    <a:lnTo>
                      <a:pt x="501" y="1795"/>
                    </a:lnTo>
                    <a:lnTo>
                      <a:pt x="501" y="1793"/>
                    </a:lnTo>
                    <a:lnTo>
                      <a:pt x="503" y="1793"/>
                    </a:lnTo>
                    <a:lnTo>
                      <a:pt x="505" y="1793"/>
                    </a:lnTo>
                    <a:lnTo>
                      <a:pt x="506" y="1789"/>
                    </a:lnTo>
                    <a:lnTo>
                      <a:pt x="508" y="1789"/>
                    </a:lnTo>
                    <a:lnTo>
                      <a:pt x="515" y="1789"/>
                    </a:lnTo>
                    <a:lnTo>
                      <a:pt x="515" y="1788"/>
                    </a:lnTo>
                    <a:lnTo>
                      <a:pt x="515" y="1788"/>
                    </a:lnTo>
                    <a:lnTo>
                      <a:pt x="512" y="1784"/>
                    </a:lnTo>
                    <a:lnTo>
                      <a:pt x="512" y="1784"/>
                    </a:lnTo>
                    <a:lnTo>
                      <a:pt x="517" y="1784"/>
                    </a:lnTo>
                    <a:lnTo>
                      <a:pt x="517" y="1784"/>
                    </a:lnTo>
                    <a:lnTo>
                      <a:pt x="518" y="1784"/>
                    </a:lnTo>
                    <a:lnTo>
                      <a:pt x="520" y="1784"/>
                    </a:lnTo>
                    <a:lnTo>
                      <a:pt x="535" y="1786"/>
                    </a:lnTo>
                    <a:lnTo>
                      <a:pt x="535" y="1786"/>
                    </a:lnTo>
                    <a:lnTo>
                      <a:pt x="537" y="1788"/>
                    </a:lnTo>
                    <a:lnTo>
                      <a:pt x="537" y="1788"/>
                    </a:lnTo>
                    <a:lnTo>
                      <a:pt x="539" y="1788"/>
                    </a:lnTo>
                    <a:lnTo>
                      <a:pt x="540" y="1788"/>
                    </a:lnTo>
                    <a:lnTo>
                      <a:pt x="542" y="1788"/>
                    </a:lnTo>
                    <a:lnTo>
                      <a:pt x="542" y="1788"/>
                    </a:lnTo>
                    <a:lnTo>
                      <a:pt x="544" y="1789"/>
                    </a:lnTo>
                    <a:lnTo>
                      <a:pt x="544" y="1789"/>
                    </a:lnTo>
                    <a:lnTo>
                      <a:pt x="544" y="1791"/>
                    </a:lnTo>
                    <a:lnTo>
                      <a:pt x="544" y="1791"/>
                    </a:lnTo>
                    <a:lnTo>
                      <a:pt x="546" y="1791"/>
                    </a:lnTo>
                    <a:lnTo>
                      <a:pt x="547" y="1791"/>
                    </a:lnTo>
                    <a:lnTo>
                      <a:pt x="547" y="1791"/>
                    </a:lnTo>
                    <a:lnTo>
                      <a:pt x="547" y="1789"/>
                    </a:lnTo>
                    <a:lnTo>
                      <a:pt x="547" y="1788"/>
                    </a:lnTo>
                    <a:lnTo>
                      <a:pt x="549" y="1786"/>
                    </a:lnTo>
                    <a:lnTo>
                      <a:pt x="549" y="1784"/>
                    </a:lnTo>
                    <a:lnTo>
                      <a:pt x="549" y="1784"/>
                    </a:lnTo>
                    <a:lnTo>
                      <a:pt x="551" y="1784"/>
                    </a:lnTo>
                    <a:lnTo>
                      <a:pt x="552" y="1784"/>
                    </a:lnTo>
                    <a:lnTo>
                      <a:pt x="554" y="1784"/>
                    </a:lnTo>
                    <a:lnTo>
                      <a:pt x="554" y="1786"/>
                    </a:lnTo>
                    <a:lnTo>
                      <a:pt x="556" y="1788"/>
                    </a:lnTo>
                    <a:lnTo>
                      <a:pt x="556" y="1788"/>
                    </a:lnTo>
                    <a:lnTo>
                      <a:pt x="556" y="1788"/>
                    </a:lnTo>
                    <a:lnTo>
                      <a:pt x="557" y="1788"/>
                    </a:lnTo>
                    <a:lnTo>
                      <a:pt x="557" y="1788"/>
                    </a:lnTo>
                    <a:lnTo>
                      <a:pt x="557" y="1786"/>
                    </a:lnTo>
                    <a:lnTo>
                      <a:pt x="559" y="1786"/>
                    </a:lnTo>
                    <a:lnTo>
                      <a:pt x="559" y="1784"/>
                    </a:lnTo>
                    <a:lnTo>
                      <a:pt x="557" y="1783"/>
                    </a:lnTo>
                    <a:lnTo>
                      <a:pt x="557" y="1781"/>
                    </a:lnTo>
                    <a:lnTo>
                      <a:pt x="559" y="1779"/>
                    </a:lnTo>
                    <a:lnTo>
                      <a:pt x="561" y="1778"/>
                    </a:lnTo>
                    <a:lnTo>
                      <a:pt x="562" y="1778"/>
                    </a:lnTo>
                    <a:lnTo>
                      <a:pt x="566" y="1781"/>
                    </a:lnTo>
                    <a:lnTo>
                      <a:pt x="569" y="1779"/>
                    </a:lnTo>
                    <a:lnTo>
                      <a:pt x="571" y="1779"/>
                    </a:lnTo>
                    <a:lnTo>
                      <a:pt x="573" y="1779"/>
                    </a:lnTo>
                    <a:lnTo>
                      <a:pt x="573" y="1779"/>
                    </a:lnTo>
                    <a:lnTo>
                      <a:pt x="571" y="1778"/>
                    </a:lnTo>
                    <a:lnTo>
                      <a:pt x="569" y="1778"/>
                    </a:lnTo>
                    <a:lnTo>
                      <a:pt x="568" y="1776"/>
                    </a:lnTo>
                    <a:lnTo>
                      <a:pt x="566" y="1774"/>
                    </a:lnTo>
                    <a:lnTo>
                      <a:pt x="566" y="1772"/>
                    </a:lnTo>
                    <a:lnTo>
                      <a:pt x="566" y="1771"/>
                    </a:lnTo>
                    <a:lnTo>
                      <a:pt x="568" y="1767"/>
                    </a:lnTo>
                    <a:lnTo>
                      <a:pt x="568" y="1766"/>
                    </a:lnTo>
                    <a:lnTo>
                      <a:pt x="571" y="1764"/>
                    </a:lnTo>
                    <a:lnTo>
                      <a:pt x="571" y="1764"/>
                    </a:lnTo>
                    <a:lnTo>
                      <a:pt x="574" y="1757"/>
                    </a:lnTo>
                    <a:lnTo>
                      <a:pt x="576" y="1757"/>
                    </a:lnTo>
                    <a:lnTo>
                      <a:pt x="578" y="1757"/>
                    </a:lnTo>
                    <a:lnTo>
                      <a:pt x="578" y="1755"/>
                    </a:lnTo>
                    <a:lnTo>
                      <a:pt x="579" y="1755"/>
                    </a:lnTo>
                    <a:lnTo>
                      <a:pt x="578" y="1754"/>
                    </a:lnTo>
                    <a:lnTo>
                      <a:pt x="579" y="1752"/>
                    </a:lnTo>
                    <a:lnTo>
                      <a:pt x="586" y="1750"/>
                    </a:lnTo>
                    <a:lnTo>
                      <a:pt x="588" y="1750"/>
                    </a:lnTo>
                    <a:lnTo>
                      <a:pt x="593" y="1745"/>
                    </a:lnTo>
                    <a:lnTo>
                      <a:pt x="595" y="1744"/>
                    </a:lnTo>
                    <a:lnTo>
                      <a:pt x="600" y="1742"/>
                    </a:lnTo>
                    <a:lnTo>
                      <a:pt x="603" y="1742"/>
                    </a:lnTo>
                    <a:lnTo>
                      <a:pt x="605" y="1742"/>
                    </a:lnTo>
                    <a:lnTo>
                      <a:pt x="607" y="1742"/>
                    </a:lnTo>
                    <a:lnTo>
                      <a:pt x="608" y="1740"/>
                    </a:lnTo>
                    <a:lnTo>
                      <a:pt x="610" y="1740"/>
                    </a:lnTo>
                    <a:lnTo>
                      <a:pt x="612" y="1738"/>
                    </a:lnTo>
                    <a:lnTo>
                      <a:pt x="613" y="1738"/>
                    </a:lnTo>
                    <a:lnTo>
                      <a:pt x="615" y="1738"/>
                    </a:lnTo>
                    <a:lnTo>
                      <a:pt x="617" y="1740"/>
                    </a:lnTo>
                    <a:lnTo>
                      <a:pt x="619" y="1740"/>
                    </a:lnTo>
                    <a:lnTo>
                      <a:pt x="620" y="1742"/>
                    </a:lnTo>
                    <a:lnTo>
                      <a:pt x="622" y="1742"/>
                    </a:lnTo>
                    <a:lnTo>
                      <a:pt x="625" y="1740"/>
                    </a:lnTo>
                    <a:lnTo>
                      <a:pt x="627" y="1740"/>
                    </a:lnTo>
                    <a:lnTo>
                      <a:pt x="635" y="1740"/>
                    </a:lnTo>
                    <a:lnTo>
                      <a:pt x="644" y="1742"/>
                    </a:lnTo>
                    <a:lnTo>
                      <a:pt x="646" y="1744"/>
                    </a:lnTo>
                    <a:lnTo>
                      <a:pt x="647" y="1744"/>
                    </a:lnTo>
                    <a:lnTo>
                      <a:pt x="656" y="1740"/>
                    </a:lnTo>
                    <a:lnTo>
                      <a:pt x="658" y="1738"/>
                    </a:lnTo>
                    <a:lnTo>
                      <a:pt x="658" y="1738"/>
                    </a:lnTo>
                    <a:lnTo>
                      <a:pt x="658" y="1738"/>
                    </a:lnTo>
                    <a:lnTo>
                      <a:pt x="658" y="1737"/>
                    </a:lnTo>
                    <a:lnTo>
                      <a:pt x="659" y="1737"/>
                    </a:lnTo>
                    <a:lnTo>
                      <a:pt x="659" y="1737"/>
                    </a:lnTo>
                    <a:lnTo>
                      <a:pt x="661" y="1737"/>
                    </a:lnTo>
                    <a:lnTo>
                      <a:pt x="676" y="1737"/>
                    </a:lnTo>
                    <a:lnTo>
                      <a:pt x="678" y="1735"/>
                    </a:lnTo>
                    <a:lnTo>
                      <a:pt x="680" y="1735"/>
                    </a:lnTo>
                    <a:lnTo>
                      <a:pt x="681" y="1735"/>
                    </a:lnTo>
                    <a:lnTo>
                      <a:pt x="683" y="1733"/>
                    </a:lnTo>
                    <a:lnTo>
                      <a:pt x="686" y="1733"/>
                    </a:lnTo>
                    <a:lnTo>
                      <a:pt x="690" y="1733"/>
                    </a:lnTo>
                    <a:lnTo>
                      <a:pt x="693" y="1733"/>
                    </a:lnTo>
                    <a:lnTo>
                      <a:pt x="695" y="1735"/>
                    </a:lnTo>
                    <a:lnTo>
                      <a:pt x="695" y="1733"/>
                    </a:lnTo>
                    <a:lnTo>
                      <a:pt x="697" y="1733"/>
                    </a:lnTo>
                    <a:lnTo>
                      <a:pt x="698" y="1733"/>
                    </a:lnTo>
                    <a:lnTo>
                      <a:pt x="700" y="1733"/>
                    </a:lnTo>
                    <a:lnTo>
                      <a:pt x="703" y="1732"/>
                    </a:lnTo>
                    <a:lnTo>
                      <a:pt x="705" y="1732"/>
                    </a:lnTo>
                    <a:lnTo>
                      <a:pt x="707" y="1732"/>
                    </a:lnTo>
                    <a:lnTo>
                      <a:pt x="709" y="1733"/>
                    </a:lnTo>
                    <a:lnTo>
                      <a:pt x="710" y="1733"/>
                    </a:lnTo>
                    <a:lnTo>
                      <a:pt x="712" y="1733"/>
                    </a:lnTo>
                    <a:lnTo>
                      <a:pt x="712" y="1733"/>
                    </a:lnTo>
                    <a:lnTo>
                      <a:pt x="715" y="1732"/>
                    </a:lnTo>
                    <a:lnTo>
                      <a:pt x="717" y="1732"/>
                    </a:lnTo>
                    <a:lnTo>
                      <a:pt x="722" y="1732"/>
                    </a:lnTo>
                    <a:lnTo>
                      <a:pt x="724" y="1730"/>
                    </a:lnTo>
                    <a:lnTo>
                      <a:pt x="725" y="1730"/>
                    </a:lnTo>
                    <a:lnTo>
                      <a:pt x="741" y="1730"/>
                    </a:lnTo>
                    <a:lnTo>
                      <a:pt x="742" y="1730"/>
                    </a:lnTo>
                    <a:lnTo>
                      <a:pt x="742" y="1730"/>
                    </a:lnTo>
                    <a:lnTo>
                      <a:pt x="744" y="1730"/>
                    </a:lnTo>
                    <a:lnTo>
                      <a:pt x="748" y="1732"/>
                    </a:lnTo>
                    <a:lnTo>
                      <a:pt x="748" y="1732"/>
                    </a:lnTo>
                    <a:lnTo>
                      <a:pt x="749" y="1732"/>
                    </a:lnTo>
                    <a:lnTo>
                      <a:pt x="751" y="1733"/>
                    </a:lnTo>
                    <a:lnTo>
                      <a:pt x="751" y="1735"/>
                    </a:lnTo>
                    <a:lnTo>
                      <a:pt x="753" y="1735"/>
                    </a:lnTo>
                    <a:lnTo>
                      <a:pt x="754" y="1735"/>
                    </a:lnTo>
                    <a:lnTo>
                      <a:pt x="754" y="1733"/>
                    </a:lnTo>
                    <a:lnTo>
                      <a:pt x="756" y="1733"/>
                    </a:lnTo>
                    <a:lnTo>
                      <a:pt x="756" y="1733"/>
                    </a:lnTo>
                    <a:lnTo>
                      <a:pt x="758" y="1733"/>
                    </a:lnTo>
                    <a:lnTo>
                      <a:pt x="759" y="1733"/>
                    </a:lnTo>
                    <a:lnTo>
                      <a:pt x="759" y="1733"/>
                    </a:lnTo>
                    <a:lnTo>
                      <a:pt x="761" y="1733"/>
                    </a:lnTo>
                    <a:lnTo>
                      <a:pt x="765" y="1737"/>
                    </a:lnTo>
                    <a:lnTo>
                      <a:pt x="766" y="1737"/>
                    </a:lnTo>
                    <a:lnTo>
                      <a:pt x="768" y="1737"/>
                    </a:lnTo>
                    <a:lnTo>
                      <a:pt x="770" y="1735"/>
                    </a:lnTo>
                    <a:lnTo>
                      <a:pt x="771" y="1735"/>
                    </a:lnTo>
                    <a:lnTo>
                      <a:pt x="773" y="1735"/>
                    </a:lnTo>
                    <a:lnTo>
                      <a:pt x="776" y="1732"/>
                    </a:lnTo>
                    <a:lnTo>
                      <a:pt x="778" y="1730"/>
                    </a:lnTo>
                    <a:lnTo>
                      <a:pt x="782" y="1730"/>
                    </a:lnTo>
                    <a:lnTo>
                      <a:pt x="783" y="1730"/>
                    </a:lnTo>
                    <a:lnTo>
                      <a:pt x="783" y="1730"/>
                    </a:lnTo>
                    <a:lnTo>
                      <a:pt x="785" y="1730"/>
                    </a:lnTo>
                    <a:lnTo>
                      <a:pt x="787" y="1733"/>
                    </a:lnTo>
                    <a:lnTo>
                      <a:pt x="788" y="1735"/>
                    </a:lnTo>
                    <a:lnTo>
                      <a:pt x="790" y="1735"/>
                    </a:lnTo>
                    <a:lnTo>
                      <a:pt x="790" y="1737"/>
                    </a:lnTo>
                    <a:lnTo>
                      <a:pt x="790" y="1738"/>
                    </a:lnTo>
                    <a:lnTo>
                      <a:pt x="793" y="1742"/>
                    </a:lnTo>
                    <a:lnTo>
                      <a:pt x="792" y="1744"/>
                    </a:lnTo>
                    <a:lnTo>
                      <a:pt x="790" y="1745"/>
                    </a:lnTo>
                    <a:lnTo>
                      <a:pt x="790" y="1747"/>
                    </a:lnTo>
                    <a:lnTo>
                      <a:pt x="792" y="1747"/>
                    </a:lnTo>
                    <a:lnTo>
                      <a:pt x="800" y="1747"/>
                    </a:lnTo>
                    <a:lnTo>
                      <a:pt x="800" y="1747"/>
                    </a:lnTo>
                    <a:lnTo>
                      <a:pt x="800" y="1745"/>
                    </a:lnTo>
                    <a:lnTo>
                      <a:pt x="802" y="1745"/>
                    </a:lnTo>
                    <a:lnTo>
                      <a:pt x="802" y="1745"/>
                    </a:lnTo>
                    <a:lnTo>
                      <a:pt x="802" y="1745"/>
                    </a:lnTo>
                    <a:lnTo>
                      <a:pt x="804" y="1747"/>
                    </a:lnTo>
                    <a:lnTo>
                      <a:pt x="805" y="1747"/>
                    </a:lnTo>
                    <a:lnTo>
                      <a:pt x="807" y="1745"/>
                    </a:lnTo>
                    <a:lnTo>
                      <a:pt x="807" y="1744"/>
                    </a:lnTo>
                    <a:lnTo>
                      <a:pt x="807" y="1742"/>
                    </a:lnTo>
                    <a:lnTo>
                      <a:pt x="807" y="1740"/>
                    </a:lnTo>
                    <a:lnTo>
                      <a:pt x="810" y="1738"/>
                    </a:lnTo>
                    <a:lnTo>
                      <a:pt x="814" y="1738"/>
                    </a:lnTo>
                    <a:lnTo>
                      <a:pt x="817" y="1738"/>
                    </a:lnTo>
                    <a:lnTo>
                      <a:pt x="826" y="1740"/>
                    </a:lnTo>
                    <a:lnTo>
                      <a:pt x="827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29" y="1740"/>
                    </a:lnTo>
                    <a:lnTo>
                      <a:pt x="831" y="1740"/>
                    </a:lnTo>
                    <a:lnTo>
                      <a:pt x="832" y="1742"/>
                    </a:lnTo>
                    <a:lnTo>
                      <a:pt x="832" y="1742"/>
                    </a:lnTo>
                    <a:lnTo>
                      <a:pt x="834" y="1740"/>
                    </a:lnTo>
                    <a:lnTo>
                      <a:pt x="834" y="1738"/>
                    </a:lnTo>
                    <a:lnTo>
                      <a:pt x="832" y="1738"/>
                    </a:lnTo>
                    <a:lnTo>
                      <a:pt x="836" y="1737"/>
                    </a:lnTo>
                    <a:lnTo>
                      <a:pt x="839" y="1737"/>
                    </a:lnTo>
                    <a:lnTo>
                      <a:pt x="846" y="1737"/>
                    </a:lnTo>
                    <a:lnTo>
                      <a:pt x="849" y="1735"/>
                    </a:lnTo>
                    <a:lnTo>
                      <a:pt x="851" y="1735"/>
                    </a:lnTo>
                    <a:lnTo>
                      <a:pt x="851" y="1735"/>
                    </a:lnTo>
                    <a:lnTo>
                      <a:pt x="853" y="1737"/>
                    </a:lnTo>
                    <a:lnTo>
                      <a:pt x="855" y="1737"/>
                    </a:lnTo>
                    <a:lnTo>
                      <a:pt x="856" y="1737"/>
                    </a:lnTo>
                    <a:lnTo>
                      <a:pt x="860" y="1737"/>
                    </a:lnTo>
                    <a:lnTo>
                      <a:pt x="866" y="1735"/>
                    </a:lnTo>
                    <a:lnTo>
                      <a:pt x="870" y="1733"/>
                    </a:lnTo>
                    <a:lnTo>
                      <a:pt x="870" y="1733"/>
                    </a:lnTo>
                    <a:lnTo>
                      <a:pt x="872" y="1733"/>
                    </a:lnTo>
                    <a:lnTo>
                      <a:pt x="873" y="1733"/>
                    </a:lnTo>
                    <a:lnTo>
                      <a:pt x="877" y="1735"/>
                    </a:lnTo>
                    <a:lnTo>
                      <a:pt x="880" y="1737"/>
                    </a:lnTo>
                    <a:lnTo>
                      <a:pt x="882" y="1740"/>
                    </a:lnTo>
                    <a:lnTo>
                      <a:pt x="882" y="1745"/>
                    </a:lnTo>
                    <a:lnTo>
                      <a:pt x="883" y="1747"/>
                    </a:lnTo>
                    <a:lnTo>
                      <a:pt x="885" y="1745"/>
                    </a:lnTo>
                    <a:lnTo>
                      <a:pt x="887" y="1745"/>
                    </a:lnTo>
                    <a:lnTo>
                      <a:pt x="887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88" y="1745"/>
                    </a:lnTo>
                    <a:lnTo>
                      <a:pt x="890" y="1745"/>
                    </a:lnTo>
                    <a:lnTo>
                      <a:pt x="892" y="1744"/>
                    </a:lnTo>
                    <a:lnTo>
                      <a:pt x="897" y="1740"/>
                    </a:lnTo>
                    <a:lnTo>
                      <a:pt x="899" y="1737"/>
                    </a:lnTo>
                    <a:lnTo>
                      <a:pt x="902" y="1737"/>
                    </a:lnTo>
                    <a:lnTo>
                      <a:pt x="909" y="1737"/>
                    </a:lnTo>
                    <a:lnTo>
                      <a:pt x="911" y="1737"/>
                    </a:lnTo>
                    <a:lnTo>
                      <a:pt x="911" y="1738"/>
                    </a:lnTo>
                    <a:lnTo>
                      <a:pt x="912" y="1740"/>
                    </a:lnTo>
                    <a:lnTo>
                      <a:pt x="914" y="1740"/>
                    </a:lnTo>
                    <a:lnTo>
                      <a:pt x="916" y="1740"/>
                    </a:lnTo>
                    <a:lnTo>
                      <a:pt x="919" y="1735"/>
                    </a:lnTo>
                    <a:lnTo>
                      <a:pt x="919" y="1735"/>
                    </a:lnTo>
                    <a:lnTo>
                      <a:pt x="922" y="1735"/>
                    </a:lnTo>
                    <a:lnTo>
                      <a:pt x="922" y="1735"/>
                    </a:lnTo>
                    <a:lnTo>
                      <a:pt x="924" y="1735"/>
                    </a:lnTo>
                    <a:lnTo>
                      <a:pt x="924" y="1733"/>
                    </a:lnTo>
                    <a:lnTo>
                      <a:pt x="926" y="1732"/>
                    </a:lnTo>
                    <a:lnTo>
                      <a:pt x="928" y="1732"/>
                    </a:lnTo>
                    <a:lnTo>
                      <a:pt x="931" y="1730"/>
                    </a:lnTo>
                    <a:lnTo>
                      <a:pt x="933" y="1728"/>
                    </a:lnTo>
                    <a:lnTo>
                      <a:pt x="933" y="1728"/>
                    </a:lnTo>
                    <a:lnTo>
                      <a:pt x="933" y="1727"/>
                    </a:lnTo>
                    <a:lnTo>
                      <a:pt x="933" y="1727"/>
                    </a:lnTo>
                    <a:lnTo>
                      <a:pt x="933" y="1725"/>
                    </a:lnTo>
                    <a:lnTo>
                      <a:pt x="933" y="1725"/>
                    </a:lnTo>
                    <a:lnTo>
                      <a:pt x="934" y="1723"/>
                    </a:lnTo>
                    <a:lnTo>
                      <a:pt x="934" y="1721"/>
                    </a:lnTo>
                    <a:lnTo>
                      <a:pt x="939" y="1716"/>
                    </a:lnTo>
                    <a:lnTo>
                      <a:pt x="943" y="1715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3"/>
                    </a:lnTo>
                    <a:lnTo>
                      <a:pt x="945" y="1711"/>
                    </a:lnTo>
                    <a:lnTo>
                      <a:pt x="946" y="1710"/>
                    </a:lnTo>
                    <a:lnTo>
                      <a:pt x="948" y="1710"/>
                    </a:lnTo>
                    <a:lnTo>
                      <a:pt x="950" y="1710"/>
                    </a:lnTo>
                    <a:lnTo>
                      <a:pt x="951" y="1708"/>
                    </a:lnTo>
                    <a:lnTo>
                      <a:pt x="953" y="1706"/>
                    </a:lnTo>
                    <a:lnTo>
                      <a:pt x="953" y="1703"/>
                    </a:lnTo>
                    <a:lnTo>
                      <a:pt x="953" y="1701"/>
                    </a:lnTo>
                    <a:lnTo>
                      <a:pt x="955" y="1696"/>
                    </a:lnTo>
                    <a:lnTo>
                      <a:pt x="955" y="1694"/>
                    </a:lnTo>
                    <a:lnTo>
                      <a:pt x="956" y="1693"/>
                    </a:lnTo>
                    <a:lnTo>
                      <a:pt x="956" y="1693"/>
                    </a:lnTo>
                    <a:lnTo>
                      <a:pt x="956" y="1691"/>
                    </a:lnTo>
                    <a:lnTo>
                      <a:pt x="956" y="1691"/>
                    </a:lnTo>
                    <a:lnTo>
                      <a:pt x="956" y="1689"/>
                    </a:lnTo>
                    <a:lnTo>
                      <a:pt x="960" y="1684"/>
                    </a:lnTo>
                    <a:lnTo>
                      <a:pt x="962" y="1682"/>
                    </a:lnTo>
                    <a:lnTo>
                      <a:pt x="962" y="1681"/>
                    </a:lnTo>
                    <a:lnTo>
                      <a:pt x="962" y="1679"/>
                    </a:lnTo>
                    <a:lnTo>
                      <a:pt x="963" y="1676"/>
                    </a:lnTo>
                    <a:lnTo>
                      <a:pt x="963" y="1672"/>
                    </a:lnTo>
                    <a:lnTo>
                      <a:pt x="965" y="1671"/>
                    </a:lnTo>
                    <a:lnTo>
                      <a:pt x="970" y="1665"/>
                    </a:lnTo>
                    <a:lnTo>
                      <a:pt x="973" y="1662"/>
                    </a:lnTo>
                    <a:lnTo>
                      <a:pt x="975" y="1662"/>
                    </a:lnTo>
                    <a:lnTo>
                      <a:pt x="977" y="1660"/>
                    </a:lnTo>
                    <a:lnTo>
                      <a:pt x="978" y="1660"/>
                    </a:lnTo>
                    <a:lnTo>
                      <a:pt x="982" y="1657"/>
                    </a:lnTo>
                    <a:lnTo>
                      <a:pt x="984" y="1657"/>
                    </a:lnTo>
                    <a:lnTo>
                      <a:pt x="987" y="1655"/>
                    </a:lnTo>
                    <a:lnTo>
                      <a:pt x="1001" y="1654"/>
                    </a:lnTo>
                    <a:lnTo>
                      <a:pt x="1018" y="1652"/>
                    </a:lnTo>
                    <a:lnTo>
                      <a:pt x="1019" y="1650"/>
                    </a:lnTo>
                    <a:lnTo>
                      <a:pt x="1028" y="1647"/>
                    </a:lnTo>
                    <a:lnTo>
                      <a:pt x="1031" y="1645"/>
                    </a:lnTo>
                    <a:lnTo>
                      <a:pt x="1041" y="1637"/>
                    </a:lnTo>
                    <a:lnTo>
                      <a:pt x="1043" y="1637"/>
                    </a:lnTo>
                    <a:lnTo>
                      <a:pt x="1045" y="1637"/>
                    </a:lnTo>
                    <a:lnTo>
                      <a:pt x="1050" y="1635"/>
                    </a:lnTo>
                    <a:lnTo>
                      <a:pt x="1063" y="1626"/>
                    </a:lnTo>
                    <a:lnTo>
                      <a:pt x="1070" y="1625"/>
                    </a:lnTo>
                    <a:lnTo>
                      <a:pt x="1084" y="1621"/>
                    </a:lnTo>
                    <a:lnTo>
                      <a:pt x="1087" y="1620"/>
                    </a:lnTo>
                    <a:lnTo>
                      <a:pt x="1099" y="1611"/>
                    </a:lnTo>
                    <a:lnTo>
                      <a:pt x="1111" y="1603"/>
                    </a:lnTo>
                    <a:lnTo>
                      <a:pt x="1114" y="1601"/>
                    </a:lnTo>
                    <a:lnTo>
                      <a:pt x="1121" y="1598"/>
                    </a:lnTo>
                    <a:lnTo>
                      <a:pt x="1125" y="1596"/>
                    </a:lnTo>
                    <a:lnTo>
                      <a:pt x="1128" y="1598"/>
                    </a:lnTo>
                    <a:lnTo>
                      <a:pt x="1135" y="1598"/>
                    </a:lnTo>
                    <a:lnTo>
                      <a:pt x="1136" y="1598"/>
                    </a:lnTo>
                    <a:lnTo>
                      <a:pt x="1138" y="1596"/>
                    </a:lnTo>
                    <a:lnTo>
                      <a:pt x="1138" y="1594"/>
                    </a:lnTo>
                    <a:lnTo>
                      <a:pt x="1140" y="1594"/>
                    </a:lnTo>
                    <a:lnTo>
                      <a:pt x="1143" y="1594"/>
                    </a:lnTo>
                    <a:lnTo>
                      <a:pt x="1143" y="1592"/>
                    </a:lnTo>
                    <a:lnTo>
                      <a:pt x="1145" y="1594"/>
                    </a:lnTo>
                    <a:lnTo>
                      <a:pt x="1150" y="1594"/>
                    </a:lnTo>
                    <a:lnTo>
                      <a:pt x="1152" y="1596"/>
                    </a:lnTo>
                    <a:lnTo>
                      <a:pt x="1160" y="1598"/>
                    </a:lnTo>
                    <a:lnTo>
                      <a:pt x="1186" y="1601"/>
                    </a:lnTo>
                    <a:lnTo>
                      <a:pt x="1194" y="1599"/>
                    </a:lnTo>
                    <a:lnTo>
                      <a:pt x="1196" y="1599"/>
                    </a:lnTo>
                    <a:lnTo>
                      <a:pt x="1199" y="1599"/>
                    </a:lnTo>
                    <a:lnTo>
                      <a:pt x="1208" y="1599"/>
                    </a:lnTo>
                    <a:lnTo>
                      <a:pt x="1218" y="1599"/>
                    </a:lnTo>
                    <a:lnTo>
                      <a:pt x="1221" y="1599"/>
                    </a:lnTo>
                    <a:lnTo>
                      <a:pt x="1221" y="1599"/>
                    </a:lnTo>
                    <a:lnTo>
                      <a:pt x="1223" y="1599"/>
                    </a:lnTo>
                    <a:lnTo>
                      <a:pt x="1238" y="1598"/>
                    </a:lnTo>
                    <a:lnTo>
                      <a:pt x="1260" y="1591"/>
                    </a:lnTo>
                    <a:lnTo>
                      <a:pt x="1260" y="1591"/>
                    </a:lnTo>
                    <a:lnTo>
                      <a:pt x="1262" y="1589"/>
                    </a:lnTo>
                    <a:lnTo>
                      <a:pt x="1262" y="1589"/>
                    </a:lnTo>
                    <a:lnTo>
                      <a:pt x="1264" y="1589"/>
                    </a:lnTo>
                    <a:lnTo>
                      <a:pt x="1281" y="1584"/>
                    </a:lnTo>
                    <a:lnTo>
                      <a:pt x="1301" y="1581"/>
                    </a:lnTo>
                    <a:lnTo>
                      <a:pt x="1320" y="1575"/>
                    </a:lnTo>
                    <a:lnTo>
                      <a:pt x="1357" y="1560"/>
                    </a:lnTo>
                    <a:lnTo>
                      <a:pt x="1362" y="1557"/>
                    </a:lnTo>
                    <a:lnTo>
                      <a:pt x="1366" y="1555"/>
                    </a:lnTo>
                    <a:lnTo>
                      <a:pt x="1367" y="1553"/>
                    </a:lnTo>
                    <a:lnTo>
                      <a:pt x="1381" y="1548"/>
                    </a:lnTo>
                    <a:lnTo>
                      <a:pt x="1386" y="1547"/>
                    </a:lnTo>
                    <a:lnTo>
                      <a:pt x="1386" y="1547"/>
                    </a:lnTo>
                    <a:lnTo>
                      <a:pt x="1386" y="214"/>
                    </a:lnTo>
                    <a:lnTo>
                      <a:pt x="1384" y="215"/>
                    </a:lnTo>
                    <a:lnTo>
                      <a:pt x="1383" y="215"/>
                    </a:lnTo>
                    <a:lnTo>
                      <a:pt x="1383" y="215"/>
                    </a:lnTo>
                    <a:lnTo>
                      <a:pt x="1381" y="217"/>
                    </a:lnTo>
                    <a:lnTo>
                      <a:pt x="1381" y="217"/>
                    </a:lnTo>
                    <a:lnTo>
                      <a:pt x="1381" y="215"/>
                    </a:lnTo>
                    <a:lnTo>
                      <a:pt x="1379" y="215"/>
                    </a:lnTo>
                    <a:lnTo>
                      <a:pt x="1379" y="217"/>
                    </a:lnTo>
                    <a:lnTo>
                      <a:pt x="1379" y="217"/>
                    </a:lnTo>
                    <a:lnTo>
                      <a:pt x="1381" y="219"/>
                    </a:lnTo>
                    <a:lnTo>
                      <a:pt x="1383" y="219"/>
                    </a:lnTo>
                    <a:lnTo>
                      <a:pt x="1383" y="219"/>
                    </a:lnTo>
                    <a:lnTo>
                      <a:pt x="1381" y="220"/>
                    </a:lnTo>
                    <a:lnTo>
                      <a:pt x="1383" y="220"/>
                    </a:lnTo>
                    <a:lnTo>
                      <a:pt x="1383" y="220"/>
                    </a:lnTo>
                    <a:lnTo>
                      <a:pt x="1384" y="220"/>
                    </a:lnTo>
                    <a:lnTo>
                      <a:pt x="1384" y="222"/>
                    </a:lnTo>
                    <a:lnTo>
                      <a:pt x="1384" y="222"/>
                    </a:lnTo>
                    <a:lnTo>
                      <a:pt x="1381" y="224"/>
                    </a:lnTo>
                    <a:lnTo>
                      <a:pt x="1381" y="224"/>
                    </a:lnTo>
                    <a:lnTo>
                      <a:pt x="1379" y="224"/>
                    </a:lnTo>
                    <a:lnTo>
                      <a:pt x="1379" y="224"/>
                    </a:lnTo>
                    <a:lnTo>
                      <a:pt x="1379" y="225"/>
                    </a:lnTo>
                    <a:lnTo>
                      <a:pt x="1383" y="225"/>
                    </a:lnTo>
                    <a:lnTo>
                      <a:pt x="1383" y="227"/>
                    </a:lnTo>
                    <a:lnTo>
                      <a:pt x="1383" y="227"/>
                    </a:lnTo>
                    <a:lnTo>
                      <a:pt x="1379" y="227"/>
                    </a:lnTo>
                    <a:lnTo>
                      <a:pt x="1378" y="227"/>
                    </a:lnTo>
                    <a:lnTo>
                      <a:pt x="1378" y="229"/>
                    </a:lnTo>
                    <a:lnTo>
                      <a:pt x="1378" y="229"/>
                    </a:lnTo>
                    <a:lnTo>
                      <a:pt x="1379" y="231"/>
                    </a:lnTo>
                    <a:lnTo>
                      <a:pt x="1379" y="231"/>
                    </a:lnTo>
                    <a:lnTo>
                      <a:pt x="1378" y="232"/>
                    </a:lnTo>
                    <a:lnTo>
                      <a:pt x="1378" y="232"/>
                    </a:lnTo>
                    <a:lnTo>
                      <a:pt x="1378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2"/>
                    </a:lnTo>
                    <a:lnTo>
                      <a:pt x="1376" y="234"/>
                    </a:lnTo>
                    <a:lnTo>
                      <a:pt x="1374" y="234"/>
                    </a:lnTo>
                    <a:lnTo>
                      <a:pt x="1374" y="234"/>
                    </a:lnTo>
                    <a:lnTo>
                      <a:pt x="1374" y="232"/>
                    </a:lnTo>
                    <a:lnTo>
                      <a:pt x="1374" y="231"/>
                    </a:lnTo>
                    <a:lnTo>
                      <a:pt x="1374" y="231"/>
                    </a:lnTo>
                    <a:lnTo>
                      <a:pt x="1374" y="231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2" y="232"/>
                    </a:lnTo>
                    <a:lnTo>
                      <a:pt x="1371" y="231"/>
                    </a:lnTo>
                    <a:lnTo>
                      <a:pt x="1371" y="231"/>
                    </a:lnTo>
                    <a:lnTo>
                      <a:pt x="1369" y="232"/>
                    </a:lnTo>
                    <a:lnTo>
                      <a:pt x="1369" y="234"/>
                    </a:lnTo>
                    <a:lnTo>
                      <a:pt x="1369" y="234"/>
                    </a:lnTo>
                    <a:lnTo>
                      <a:pt x="1369" y="236"/>
                    </a:lnTo>
                    <a:lnTo>
                      <a:pt x="1367" y="237"/>
                    </a:lnTo>
                    <a:lnTo>
                      <a:pt x="1369" y="237"/>
                    </a:lnTo>
                    <a:lnTo>
                      <a:pt x="1369" y="239"/>
                    </a:lnTo>
                    <a:lnTo>
                      <a:pt x="1369" y="239"/>
                    </a:lnTo>
                    <a:lnTo>
                      <a:pt x="1369" y="239"/>
                    </a:lnTo>
                    <a:lnTo>
                      <a:pt x="1369" y="241"/>
                    </a:lnTo>
                    <a:lnTo>
                      <a:pt x="1367" y="241"/>
                    </a:lnTo>
                    <a:lnTo>
                      <a:pt x="1367" y="241"/>
                    </a:lnTo>
                    <a:lnTo>
                      <a:pt x="1367" y="242"/>
                    </a:lnTo>
                    <a:lnTo>
                      <a:pt x="1367" y="242"/>
                    </a:lnTo>
                    <a:lnTo>
                      <a:pt x="1367" y="242"/>
                    </a:lnTo>
                    <a:lnTo>
                      <a:pt x="1369" y="242"/>
                    </a:lnTo>
                    <a:lnTo>
                      <a:pt x="1369" y="244"/>
                    </a:lnTo>
                    <a:lnTo>
                      <a:pt x="1371" y="244"/>
                    </a:lnTo>
                    <a:lnTo>
                      <a:pt x="1371" y="244"/>
                    </a:lnTo>
                    <a:lnTo>
                      <a:pt x="1371" y="246"/>
                    </a:lnTo>
                    <a:lnTo>
                      <a:pt x="1369" y="246"/>
                    </a:lnTo>
                    <a:lnTo>
                      <a:pt x="1367" y="246"/>
                    </a:lnTo>
                    <a:lnTo>
                      <a:pt x="1367" y="246"/>
                    </a:lnTo>
                    <a:lnTo>
                      <a:pt x="1366" y="248"/>
                    </a:lnTo>
                    <a:lnTo>
                      <a:pt x="1367" y="249"/>
                    </a:lnTo>
                    <a:lnTo>
                      <a:pt x="1367" y="249"/>
                    </a:lnTo>
                    <a:lnTo>
                      <a:pt x="1369" y="251"/>
                    </a:lnTo>
                    <a:lnTo>
                      <a:pt x="1371" y="251"/>
                    </a:lnTo>
                    <a:lnTo>
                      <a:pt x="1369" y="253"/>
                    </a:lnTo>
                    <a:lnTo>
                      <a:pt x="1369" y="253"/>
                    </a:lnTo>
                    <a:lnTo>
                      <a:pt x="1367" y="253"/>
                    </a:lnTo>
                    <a:lnTo>
                      <a:pt x="1367" y="254"/>
                    </a:lnTo>
                    <a:lnTo>
                      <a:pt x="1367" y="254"/>
                    </a:lnTo>
                    <a:lnTo>
                      <a:pt x="1367" y="256"/>
                    </a:lnTo>
                    <a:lnTo>
                      <a:pt x="1367" y="258"/>
                    </a:lnTo>
                    <a:lnTo>
                      <a:pt x="1367" y="258"/>
                    </a:lnTo>
                    <a:lnTo>
                      <a:pt x="1366" y="259"/>
                    </a:lnTo>
                    <a:lnTo>
                      <a:pt x="1366" y="261"/>
                    </a:lnTo>
                    <a:lnTo>
                      <a:pt x="1366" y="263"/>
                    </a:lnTo>
                    <a:lnTo>
                      <a:pt x="1364" y="263"/>
                    </a:lnTo>
                    <a:lnTo>
                      <a:pt x="1364" y="265"/>
                    </a:lnTo>
                    <a:lnTo>
                      <a:pt x="1364" y="263"/>
                    </a:lnTo>
                    <a:lnTo>
                      <a:pt x="1364" y="263"/>
                    </a:lnTo>
                    <a:lnTo>
                      <a:pt x="1362" y="261"/>
                    </a:lnTo>
                    <a:lnTo>
                      <a:pt x="1362" y="261"/>
                    </a:lnTo>
                    <a:lnTo>
                      <a:pt x="1364" y="259"/>
                    </a:lnTo>
                    <a:lnTo>
                      <a:pt x="1366" y="256"/>
                    </a:lnTo>
                    <a:lnTo>
                      <a:pt x="1366" y="254"/>
                    </a:lnTo>
                    <a:lnTo>
                      <a:pt x="1364" y="253"/>
                    </a:lnTo>
                    <a:lnTo>
                      <a:pt x="1364" y="254"/>
                    </a:lnTo>
                    <a:lnTo>
                      <a:pt x="1362" y="254"/>
                    </a:lnTo>
                    <a:lnTo>
                      <a:pt x="1361" y="254"/>
                    </a:lnTo>
                    <a:lnTo>
                      <a:pt x="1359" y="254"/>
                    </a:lnTo>
                    <a:lnTo>
                      <a:pt x="1361" y="254"/>
                    </a:lnTo>
                    <a:lnTo>
                      <a:pt x="1359" y="254"/>
                    </a:lnTo>
                    <a:lnTo>
                      <a:pt x="1357" y="254"/>
                    </a:lnTo>
                    <a:lnTo>
                      <a:pt x="1355" y="254"/>
                    </a:lnTo>
                    <a:lnTo>
                      <a:pt x="1355" y="254"/>
                    </a:lnTo>
                    <a:lnTo>
                      <a:pt x="1355" y="253"/>
                    </a:lnTo>
                    <a:lnTo>
                      <a:pt x="1355" y="253"/>
                    </a:lnTo>
                    <a:lnTo>
                      <a:pt x="1354" y="253"/>
                    </a:lnTo>
                    <a:lnTo>
                      <a:pt x="1354" y="253"/>
                    </a:lnTo>
                    <a:lnTo>
                      <a:pt x="1354" y="253"/>
                    </a:lnTo>
                    <a:lnTo>
                      <a:pt x="1354" y="251"/>
                    </a:lnTo>
                    <a:lnTo>
                      <a:pt x="1354" y="251"/>
                    </a:lnTo>
                    <a:lnTo>
                      <a:pt x="1354" y="251"/>
                    </a:lnTo>
                    <a:lnTo>
                      <a:pt x="1354" y="249"/>
                    </a:lnTo>
                    <a:lnTo>
                      <a:pt x="1354" y="251"/>
                    </a:lnTo>
                    <a:lnTo>
                      <a:pt x="1352" y="251"/>
                    </a:lnTo>
                    <a:lnTo>
                      <a:pt x="1350" y="253"/>
                    </a:lnTo>
                    <a:lnTo>
                      <a:pt x="1350" y="251"/>
                    </a:lnTo>
                    <a:lnTo>
                      <a:pt x="1350" y="249"/>
                    </a:lnTo>
                    <a:lnTo>
                      <a:pt x="1352" y="249"/>
                    </a:lnTo>
                    <a:lnTo>
                      <a:pt x="1352" y="249"/>
                    </a:lnTo>
                    <a:lnTo>
                      <a:pt x="1352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49" y="248"/>
                    </a:lnTo>
                    <a:lnTo>
                      <a:pt x="1352" y="248"/>
                    </a:lnTo>
                    <a:lnTo>
                      <a:pt x="1352" y="246"/>
                    </a:lnTo>
                    <a:lnTo>
                      <a:pt x="1354" y="246"/>
                    </a:lnTo>
                    <a:lnTo>
                      <a:pt x="1354" y="244"/>
                    </a:lnTo>
                    <a:lnTo>
                      <a:pt x="1352" y="244"/>
                    </a:lnTo>
                    <a:lnTo>
                      <a:pt x="1352" y="244"/>
                    </a:lnTo>
                    <a:lnTo>
                      <a:pt x="1350" y="244"/>
                    </a:lnTo>
                    <a:lnTo>
                      <a:pt x="1349" y="244"/>
                    </a:lnTo>
                    <a:lnTo>
                      <a:pt x="1349" y="242"/>
                    </a:lnTo>
                    <a:lnTo>
                      <a:pt x="1349" y="242"/>
                    </a:lnTo>
                    <a:lnTo>
                      <a:pt x="1352" y="241"/>
                    </a:lnTo>
                    <a:lnTo>
                      <a:pt x="1352" y="239"/>
                    </a:lnTo>
                    <a:lnTo>
                      <a:pt x="1350" y="239"/>
                    </a:lnTo>
                    <a:lnTo>
                      <a:pt x="1349" y="239"/>
                    </a:lnTo>
                    <a:lnTo>
                      <a:pt x="1345" y="242"/>
                    </a:lnTo>
                    <a:lnTo>
                      <a:pt x="1344" y="242"/>
                    </a:lnTo>
                    <a:lnTo>
                      <a:pt x="1344" y="242"/>
                    </a:lnTo>
                    <a:lnTo>
                      <a:pt x="1344" y="241"/>
                    </a:lnTo>
                    <a:lnTo>
                      <a:pt x="1345" y="239"/>
                    </a:lnTo>
                    <a:lnTo>
                      <a:pt x="1347" y="237"/>
                    </a:lnTo>
                    <a:lnTo>
                      <a:pt x="1347" y="236"/>
                    </a:lnTo>
                    <a:lnTo>
                      <a:pt x="1354" y="227"/>
                    </a:lnTo>
                    <a:lnTo>
                      <a:pt x="1355" y="225"/>
                    </a:lnTo>
                    <a:lnTo>
                      <a:pt x="1355" y="224"/>
                    </a:lnTo>
                    <a:lnTo>
                      <a:pt x="1355" y="222"/>
                    </a:lnTo>
                    <a:lnTo>
                      <a:pt x="1354" y="219"/>
                    </a:lnTo>
                    <a:lnTo>
                      <a:pt x="1352" y="217"/>
                    </a:lnTo>
                    <a:lnTo>
                      <a:pt x="1354" y="217"/>
                    </a:lnTo>
                    <a:lnTo>
                      <a:pt x="1355" y="215"/>
                    </a:lnTo>
                    <a:lnTo>
                      <a:pt x="1357" y="217"/>
                    </a:lnTo>
                    <a:lnTo>
                      <a:pt x="1357" y="215"/>
                    </a:lnTo>
                    <a:lnTo>
                      <a:pt x="1357" y="215"/>
                    </a:lnTo>
                    <a:lnTo>
                      <a:pt x="1357" y="215"/>
                    </a:lnTo>
                    <a:lnTo>
                      <a:pt x="1359" y="215"/>
                    </a:lnTo>
                    <a:lnTo>
                      <a:pt x="1359" y="215"/>
                    </a:lnTo>
                    <a:lnTo>
                      <a:pt x="1361" y="217"/>
                    </a:lnTo>
                    <a:lnTo>
                      <a:pt x="1361" y="217"/>
                    </a:lnTo>
                    <a:lnTo>
                      <a:pt x="1362" y="215"/>
                    </a:lnTo>
                    <a:lnTo>
                      <a:pt x="1361" y="214"/>
                    </a:lnTo>
                    <a:lnTo>
                      <a:pt x="1357" y="210"/>
                    </a:lnTo>
                    <a:lnTo>
                      <a:pt x="1357" y="210"/>
                    </a:lnTo>
                    <a:lnTo>
                      <a:pt x="1355" y="210"/>
                    </a:lnTo>
                    <a:lnTo>
                      <a:pt x="1354" y="210"/>
                    </a:lnTo>
                    <a:lnTo>
                      <a:pt x="1357" y="208"/>
                    </a:lnTo>
                    <a:lnTo>
                      <a:pt x="1357" y="208"/>
                    </a:lnTo>
                    <a:lnTo>
                      <a:pt x="1357" y="207"/>
                    </a:lnTo>
                    <a:lnTo>
                      <a:pt x="1357" y="207"/>
                    </a:lnTo>
                    <a:lnTo>
                      <a:pt x="1359" y="207"/>
                    </a:lnTo>
                    <a:lnTo>
                      <a:pt x="1361" y="208"/>
                    </a:lnTo>
                    <a:lnTo>
                      <a:pt x="1361" y="208"/>
                    </a:lnTo>
                    <a:lnTo>
                      <a:pt x="1362" y="208"/>
                    </a:lnTo>
                    <a:lnTo>
                      <a:pt x="1362" y="207"/>
                    </a:lnTo>
                    <a:lnTo>
                      <a:pt x="1364" y="205"/>
                    </a:lnTo>
                    <a:lnTo>
                      <a:pt x="1364" y="203"/>
                    </a:lnTo>
                    <a:lnTo>
                      <a:pt x="1366" y="202"/>
                    </a:lnTo>
                    <a:lnTo>
                      <a:pt x="1367" y="202"/>
                    </a:lnTo>
                    <a:lnTo>
                      <a:pt x="1369" y="202"/>
                    </a:lnTo>
                    <a:lnTo>
                      <a:pt x="1371" y="202"/>
                    </a:lnTo>
                    <a:lnTo>
                      <a:pt x="1371" y="203"/>
                    </a:lnTo>
                    <a:lnTo>
                      <a:pt x="1369" y="203"/>
                    </a:lnTo>
                    <a:lnTo>
                      <a:pt x="1364" y="207"/>
                    </a:lnTo>
                    <a:lnTo>
                      <a:pt x="1364" y="208"/>
                    </a:lnTo>
                    <a:lnTo>
                      <a:pt x="1362" y="210"/>
                    </a:lnTo>
                    <a:lnTo>
                      <a:pt x="1364" y="210"/>
                    </a:lnTo>
                    <a:lnTo>
                      <a:pt x="1367" y="208"/>
                    </a:lnTo>
                    <a:lnTo>
                      <a:pt x="1369" y="208"/>
                    </a:lnTo>
                    <a:lnTo>
                      <a:pt x="1369" y="208"/>
                    </a:lnTo>
                    <a:lnTo>
                      <a:pt x="1369" y="210"/>
                    </a:lnTo>
                    <a:lnTo>
                      <a:pt x="1367" y="210"/>
                    </a:lnTo>
                    <a:lnTo>
                      <a:pt x="1369" y="208"/>
                    </a:lnTo>
                    <a:lnTo>
                      <a:pt x="1369" y="208"/>
                    </a:lnTo>
                    <a:lnTo>
                      <a:pt x="1369" y="210"/>
                    </a:lnTo>
                    <a:lnTo>
                      <a:pt x="1369" y="210"/>
                    </a:lnTo>
                    <a:lnTo>
                      <a:pt x="1367" y="212"/>
                    </a:lnTo>
                    <a:lnTo>
                      <a:pt x="1369" y="212"/>
                    </a:lnTo>
                    <a:lnTo>
                      <a:pt x="1371" y="212"/>
                    </a:lnTo>
                    <a:lnTo>
                      <a:pt x="1371" y="210"/>
                    </a:lnTo>
                    <a:lnTo>
                      <a:pt x="1372" y="208"/>
                    </a:lnTo>
                    <a:lnTo>
                      <a:pt x="1372" y="208"/>
                    </a:lnTo>
                    <a:lnTo>
                      <a:pt x="1372" y="208"/>
                    </a:lnTo>
                    <a:lnTo>
                      <a:pt x="1372" y="210"/>
                    </a:lnTo>
                    <a:lnTo>
                      <a:pt x="1374" y="210"/>
                    </a:lnTo>
                    <a:lnTo>
                      <a:pt x="1374" y="208"/>
                    </a:lnTo>
                    <a:lnTo>
                      <a:pt x="1376" y="208"/>
                    </a:lnTo>
                    <a:lnTo>
                      <a:pt x="1376" y="207"/>
                    </a:lnTo>
                    <a:lnTo>
                      <a:pt x="1378" y="205"/>
                    </a:lnTo>
                    <a:lnTo>
                      <a:pt x="1379" y="205"/>
                    </a:lnTo>
                    <a:lnTo>
                      <a:pt x="1381" y="205"/>
                    </a:lnTo>
                    <a:lnTo>
                      <a:pt x="1383" y="205"/>
                    </a:lnTo>
                    <a:lnTo>
                      <a:pt x="1386" y="205"/>
                    </a:lnTo>
                    <a:lnTo>
                      <a:pt x="1386" y="98"/>
                    </a:lnTo>
                    <a:lnTo>
                      <a:pt x="1386" y="98"/>
                    </a:lnTo>
                    <a:close/>
                    <a:moveTo>
                      <a:pt x="238" y="1592"/>
                    </a:moveTo>
                    <a:lnTo>
                      <a:pt x="238" y="1594"/>
                    </a:lnTo>
                    <a:lnTo>
                      <a:pt x="240" y="1594"/>
                    </a:lnTo>
                    <a:lnTo>
                      <a:pt x="240" y="1592"/>
                    </a:lnTo>
                    <a:lnTo>
                      <a:pt x="238" y="1587"/>
                    </a:lnTo>
                    <a:lnTo>
                      <a:pt x="238" y="1586"/>
                    </a:lnTo>
                    <a:lnTo>
                      <a:pt x="236" y="1587"/>
                    </a:lnTo>
                    <a:lnTo>
                      <a:pt x="236" y="1589"/>
                    </a:lnTo>
                    <a:lnTo>
                      <a:pt x="236" y="1591"/>
                    </a:lnTo>
                    <a:lnTo>
                      <a:pt x="238" y="1592"/>
                    </a:lnTo>
                    <a:close/>
                    <a:moveTo>
                      <a:pt x="1316" y="118"/>
                    </a:moveTo>
                    <a:lnTo>
                      <a:pt x="1315" y="118"/>
                    </a:lnTo>
                    <a:lnTo>
                      <a:pt x="1315" y="117"/>
                    </a:lnTo>
                    <a:lnTo>
                      <a:pt x="1313" y="117"/>
                    </a:lnTo>
                    <a:lnTo>
                      <a:pt x="1313" y="117"/>
                    </a:lnTo>
                    <a:lnTo>
                      <a:pt x="1313" y="113"/>
                    </a:lnTo>
                    <a:lnTo>
                      <a:pt x="1311" y="112"/>
                    </a:lnTo>
                    <a:lnTo>
                      <a:pt x="1311" y="113"/>
                    </a:lnTo>
                    <a:lnTo>
                      <a:pt x="1311" y="120"/>
                    </a:lnTo>
                    <a:lnTo>
                      <a:pt x="1311" y="120"/>
                    </a:lnTo>
                    <a:lnTo>
                      <a:pt x="1311" y="122"/>
                    </a:lnTo>
                    <a:lnTo>
                      <a:pt x="1313" y="124"/>
                    </a:lnTo>
                    <a:lnTo>
                      <a:pt x="1315" y="124"/>
                    </a:lnTo>
                    <a:lnTo>
                      <a:pt x="1315" y="124"/>
                    </a:lnTo>
                    <a:lnTo>
                      <a:pt x="1316" y="125"/>
                    </a:lnTo>
                    <a:lnTo>
                      <a:pt x="1316" y="125"/>
                    </a:lnTo>
                    <a:lnTo>
                      <a:pt x="1316" y="124"/>
                    </a:lnTo>
                    <a:lnTo>
                      <a:pt x="1316" y="122"/>
                    </a:lnTo>
                    <a:lnTo>
                      <a:pt x="1316" y="120"/>
                    </a:lnTo>
                    <a:lnTo>
                      <a:pt x="1316" y="118"/>
                    </a:lnTo>
                    <a:lnTo>
                      <a:pt x="1316" y="118"/>
                    </a:lnTo>
                    <a:close/>
                    <a:moveTo>
                      <a:pt x="985" y="135"/>
                    </a:moveTo>
                    <a:lnTo>
                      <a:pt x="987" y="137"/>
                    </a:lnTo>
                    <a:lnTo>
                      <a:pt x="989" y="137"/>
                    </a:lnTo>
                    <a:lnTo>
                      <a:pt x="989" y="137"/>
                    </a:lnTo>
                    <a:lnTo>
                      <a:pt x="989" y="135"/>
                    </a:lnTo>
                    <a:lnTo>
                      <a:pt x="989" y="135"/>
                    </a:lnTo>
                    <a:lnTo>
                      <a:pt x="990" y="135"/>
                    </a:lnTo>
                    <a:lnTo>
                      <a:pt x="990" y="135"/>
                    </a:lnTo>
                    <a:lnTo>
                      <a:pt x="992" y="135"/>
                    </a:lnTo>
                    <a:lnTo>
                      <a:pt x="992" y="135"/>
                    </a:lnTo>
                    <a:lnTo>
                      <a:pt x="994" y="135"/>
                    </a:lnTo>
                    <a:lnTo>
                      <a:pt x="992" y="134"/>
                    </a:lnTo>
                    <a:lnTo>
                      <a:pt x="994" y="134"/>
                    </a:lnTo>
                    <a:lnTo>
                      <a:pt x="994" y="132"/>
                    </a:lnTo>
                    <a:lnTo>
                      <a:pt x="995" y="132"/>
                    </a:lnTo>
                    <a:lnTo>
                      <a:pt x="994" y="130"/>
                    </a:lnTo>
                    <a:lnTo>
                      <a:pt x="994" y="130"/>
                    </a:lnTo>
                    <a:lnTo>
                      <a:pt x="992" y="130"/>
                    </a:lnTo>
                    <a:lnTo>
                      <a:pt x="992" y="130"/>
                    </a:lnTo>
                    <a:lnTo>
                      <a:pt x="990" y="132"/>
                    </a:lnTo>
                    <a:lnTo>
                      <a:pt x="989" y="134"/>
                    </a:lnTo>
                    <a:lnTo>
                      <a:pt x="985" y="134"/>
                    </a:lnTo>
                    <a:lnTo>
                      <a:pt x="985" y="135"/>
                    </a:lnTo>
                    <a:lnTo>
                      <a:pt x="985" y="135"/>
                    </a:lnTo>
                    <a:lnTo>
                      <a:pt x="985" y="135"/>
                    </a:lnTo>
                    <a:close/>
                    <a:moveTo>
                      <a:pt x="21" y="1064"/>
                    </a:moveTo>
                    <a:lnTo>
                      <a:pt x="23" y="1066"/>
                    </a:lnTo>
                    <a:lnTo>
                      <a:pt x="24" y="1068"/>
                    </a:lnTo>
                    <a:lnTo>
                      <a:pt x="26" y="1068"/>
                    </a:lnTo>
                    <a:lnTo>
                      <a:pt x="26" y="1068"/>
                    </a:lnTo>
                    <a:lnTo>
                      <a:pt x="28" y="1068"/>
                    </a:lnTo>
                    <a:lnTo>
                      <a:pt x="28" y="1066"/>
                    </a:lnTo>
                    <a:lnTo>
                      <a:pt x="28" y="1064"/>
                    </a:lnTo>
                    <a:lnTo>
                      <a:pt x="28" y="1063"/>
                    </a:lnTo>
                    <a:lnTo>
                      <a:pt x="26" y="1061"/>
                    </a:lnTo>
                    <a:lnTo>
                      <a:pt x="26" y="1059"/>
                    </a:lnTo>
                    <a:lnTo>
                      <a:pt x="26" y="1059"/>
                    </a:lnTo>
                    <a:lnTo>
                      <a:pt x="26" y="1058"/>
                    </a:lnTo>
                    <a:lnTo>
                      <a:pt x="24" y="1056"/>
                    </a:lnTo>
                    <a:lnTo>
                      <a:pt x="24" y="1056"/>
                    </a:lnTo>
                    <a:lnTo>
                      <a:pt x="23" y="1054"/>
                    </a:lnTo>
                    <a:lnTo>
                      <a:pt x="23" y="1052"/>
                    </a:lnTo>
                    <a:lnTo>
                      <a:pt x="21" y="1052"/>
                    </a:lnTo>
                    <a:lnTo>
                      <a:pt x="19" y="1052"/>
                    </a:lnTo>
                    <a:lnTo>
                      <a:pt x="21" y="1052"/>
                    </a:lnTo>
                    <a:lnTo>
                      <a:pt x="21" y="1052"/>
                    </a:lnTo>
                    <a:lnTo>
                      <a:pt x="21" y="1054"/>
                    </a:lnTo>
                    <a:lnTo>
                      <a:pt x="19" y="1054"/>
                    </a:lnTo>
                    <a:lnTo>
                      <a:pt x="19" y="1051"/>
                    </a:lnTo>
                    <a:lnTo>
                      <a:pt x="21" y="1047"/>
                    </a:lnTo>
                    <a:lnTo>
                      <a:pt x="17" y="1046"/>
                    </a:lnTo>
                    <a:lnTo>
                      <a:pt x="17" y="1044"/>
                    </a:lnTo>
                    <a:lnTo>
                      <a:pt x="16" y="1039"/>
                    </a:lnTo>
                    <a:lnTo>
                      <a:pt x="14" y="1035"/>
                    </a:lnTo>
                    <a:lnTo>
                      <a:pt x="12" y="1032"/>
                    </a:lnTo>
                    <a:lnTo>
                      <a:pt x="11" y="1029"/>
                    </a:lnTo>
                    <a:lnTo>
                      <a:pt x="11" y="1025"/>
                    </a:lnTo>
                    <a:lnTo>
                      <a:pt x="7" y="1020"/>
                    </a:lnTo>
                    <a:lnTo>
                      <a:pt x="7" y="1018"/>
                    </a:lnTo>
                    <a:lnTo>
                      <a:pt x="7" y="1015"/>
                    </a:lnTo>
                    <a:lnTo>
                      <a:pt x="7" y="1015"/>
                    </a:lnTo>
                    <a:lnTo>
                      <a:pt x="9" y="1013"/>
                    </a:lnTo>
                    <a:lnTo>
                      <a:pt x="9" y="1013"/>
                    </a:lnTo>
                    <a:lnTo>
                      <a:pt x="9" y="1013"/>
                    </a:lnTo>
                    <a:lnTo>
                      <a:pt x="7" y="1013"/>
                    </a:lnTo>
                    <a:lnTo>
                      <a:pt x="6" y="1013"/>
                    </a:lnTo>
                    <a:lnTo>
                      <a:pt x="6" y="1012"/>
                    </a:lnTo>
                    <a:lnTo>
                      <a:pt x="4" y="1013"/>
                    </a:lnTo>
                    <a:lnTo>
                      <a:pt x="2" y="1013"/>
                    </a:lnTo>
                    <a:lnTo>
                      <a:pt x="2" y="1015"/>
                    </a:lnTo>
                    <a:lnTo>
                      <a:pt x="0" y="1017"/>
                    </a:lnTo>
                    <a:lnTo>
                      <a:pt x="0" y="1020"/>
                    </a:lnTo>
                    <a:lnTo>
                      <a:pt x="0" y="1024"/>
                    </a:lnTo>
                    <a:lnTo>
                      <a:pt x="4" y="1030"/>
                    </a:lnTo>
                    <a:lnTo>
                      <a:pt x="6" y="1035"/>
                    </a:lnTo>
                    <a:lnTo>
                      <a:pt x="6" y="1035"/>
                    </a:lnTo>
                    <a:lnTo>
                      <a:pt x="4" y="1037"/>
                    </a:lnTo>
                    <a:lnTo>
                      <a:pt x="6" y="1039"/>
                    </a:lnTo>
                    <a:lnTo>
                      <a:pt x="7" y="1042"/>
                    </a:lnTo>
                    <a:lnTo>
                      <a:pt x="12" y="1051"/>
                    </a:lnTo>
                    <a:lnTo>
                      <a:pt x="14" y="1054"/>
                    </a:lnTo>
                    <a:lnTo>
                      <a:pt x="19" y="1059"/>
                    </a:lnTo>
                    <a:lnTo>
                      <a:pt x="21" y="1059"/>
                    </a:lnTo>
                    <a:lnTo>
                      <a:pt x="21" y="1064"/>
                    </a:lnTo>
                    <a:close/>
                    <a:moveTo>
                      <a:pt x="14" y="993"/>
                    </a:moveTo>
                    <a:lnTo>
                      <a:pt x="14" y="995"/>
                    </a:lnTo>
                    <a:lnTo>
                      <a:pt x="14" y="995"/>
                    </a:lnTo>
                    <a:lnTo>
                      <a:pt x="14" y="993"/>
                    </a:lnTo>
                    <a:lnTo>
                      <a:pt x="16" y="991"/>
                    </a:lnTo>
                    <a:lnTo>
                      <a:pt x="16" y="988"/>
                    </a:lnTo>
                    <a:lnTo>
                      <a:pt x="16" y="986"/>
                    </a:lnTo>
                    <a:lnTo>
                      <a:pt x="17" y="985"/>
                    </a:lnTo>
                    <a:lnTo>
                      <a:pt x="17" y="983"/>
                    </a:lnTo>
                    <a:lnTo>
                      <a:pt x="17" y="979"/>
                    </a:lnTo>
                    <a:lnTo>
                      <a:pt x="17" y="978"/>
                    </a:lnTo>
                    <a:lnTo>
                      <a:pt x="19" y="976"/>
                    </a:lnTo>
                    <a:lnTo>
                      <a:pt x="17" y="976"/>
                    </a:lnTo>
                    <a:lnTo>
                      <a:pt x="17" y="974"/>
                    </a:lnTo>
                    <a:lnTo>
                      <a:pt x="19" y="971"/>
                    </a:lnTo>
                    <a:lnTo>
                      <a:pt x="16" y="973"/>
                    </a:lnTo>
                    <a:lnTo>
                      <a:pt x="16" y="976"/>
                    </a:lnTo>
                    <a:lnTo>
                      <a:pt x="16" y="983"/>
                    </a:lnTo>
                    <a:lnTo>
                      <a:pt x="16" y="985"/>
                    </a:lnTo>
                    <a:lnTo>
                      <a:pt x="12" y="991"/>
                    </a:lnTo>
                    <a:lnTo>
                      <a:pt x="14" y="993"/>
                    </a:lnTo>
                    <a:lnTo>
                      <a:pt x="14" y="993"/>
                    </a:lnTo>
                    <a:close/>
                    <a:moveTo>
                      <a:pt x="208" y="614"/>
                    </a:moveTo>
                    <a:lnTo>
                      <a:pt x="209" y="614"/>
                    </a:lnTo>
                    <a:lnTo>
                      <a:pt x="209" y="613"/>
                    </a:lnTo>
                    <a:lnTo>
                      <a:pt x="209" y="613"/>
                    </a:lnTo>
                    <a:lnTo>
                      <a:pt x="211" y="613"/>
                    </a:lnTo>
                    <a:lnTo>
                      <a:pt x="211" y="614"/>
                    </a:lnTo>
                    <a:lnTo>
                      <a:pt x="213" y="616"/>
                    </a:lnTo>
                    <a:lnTo>
                      <a:pt x="214" y="614"/>
                    </a:lnTo>
                    <a:lnTo>
                      <a:pt x="216" y="613"/>
                    </a:lnTo>
                    <a:lnTo>
                      <a:pt x="216" y="613"/>
                    </a:lnTo>
                    <a:lnTo>
                      <a:pt x="216" y="613"/>
                    </a:lnTo>
                    <a:lnTo>
                      <a:pt x="218" y="611"/>
                    </a:lnTo>
                    <a:lnTo>
                      <a:pt x="218" y="611"/>
                    </a:lnTo>
                    <a:lnTo>
                      <a:pt x="218" y="611"/>
                    </a:lnTo>
                    <a:lnTo>
                      <a:pt x="218" y="609"/>
                    </a:lnTo>
                    <a:lnTo>
                      <a:pt x="218" y="609"/>
                    </a:lnTo>
                    <a:lnTo>
                      <a:pt x="218" y="608"/>
                    </a:lnTo>
                    <a:lnTo>
                      <a:pt x="221" y="606"/>
                    </a:lnTo>
                    <a:lnTo>
                      <a:pt x="221" y="604"/>
                    </a:lnTo>
                    <a:lnTo>
                      <a:pt x="221" y="602"/>
                    </a:lnTo>
                    <a:lnTo>
                      <a:pt x="219" y="601"/>
                    </a:lnTo>
                    <a:lnTo>
                      <a:pt x="219" y="599"/>
                    </a:lnTo>
                    <a:lnTo>
                      <a:pt x="219" y="597"/>
                    </a:lnTo>
                    <a:lnTo>
                      <a:pt x="218" y="597"/>
                    </a:lnTo>
                    <a:lnTo>
                      <a:pt x="214" y="599"/>
                    </a:lnTo>
                    <a:lnTo>
                      <a:pt x="209" y="606"/>
                    </a:lnTo>
                    <a:lnTo>
                      <a:pt x="208" y="609"/>
                    </a:lnTo>
                    <a:lnTo>
                      <a:pt x="206" y="613"/>
                    </a:lnTo>
                    <a:lnTo>
                      <a:pt x="206" y="614"/>
                    </a:lnTo>
                    <a:lnTo>
                      <a:pt x="208" y="614"/>
                    </a:lnTo>
                    <a:lnTo>
                      <a:pt x="208" y="614"/>
                    </a:lnTo>
                    <a:close/>
                    <a:moveTo>
                      <a:pt x="19" y="969"/>
                    </a:moveTo>
                    <a:lnTo>
                      <a:pt x="19" y="969"/>
                    </a:lnTo>
                    <a:lnTo>
                      <a:pt x="19" y="969"/>
                    </a:lnTo>
                    <a:lnTo>
                      <a:pt x="19" y="968"/>
                    </a:lnTo>
                    <a:lnTo>
                      <a:pt x="19" y="966"/>
                    </a:lnTo>
                    <a:lnTo>
                      <a:pt x="21" y="964"/>
                    </a:lnTo>
                    <a:lnTo>
                      <a:pt x="21" y="962"/>
                    </a:lnTo>
                    <a:lnTo>
                      <a:pt x="21" y="961"/>
                    </a:lnTo>
                    <a:lnTo>
                      <a:pt x="23" y="954"/>
                    </a:lnTo>
                    <a:lnTo>
                      <a:pt x="23" y="951"/>
                    </a:lnTo>
                    <a:lnTo>
                      <a:pt x="21" y="949"/>
                    </a:lnTo>
                    <a:lnTo>
                      <a:pt x="19" y="954"/>
                    </a:lnTo>
                    <a:lnTo>
                      <a:pt x="17" y="968"/>
                    </a:lnTo>
                    <a:lnTo>
                      <a:pt x="19" y="968"/>
                    </a:lnTo>
                    <a:lnTo>
                      <a:pt x="19" y="969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6" name="Freeform 10">
                <a:extLst>
                  <a:ext uri="{FF2B5EF4-FFF2-40B4-BE49-F238E27FC236}">
                    <a16:creationId xmlns:a16="http://schemas.microsoft.com/office/drawing/2014/main" id="{B1BB5EEB-5F65-407E-9874-1EFE75A0A4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66604" y="2843357"/>
                <a:ext cx="1539791" cy="2567641"/>
              </a:xfrm>
              <a:custGeom>
                <a:avLst/>
                <a:gdLst>
                  <a:gd name="T0" fmla="*/ 172 w 776"/>
                  <a:gd name="T1" fmla="*/ 83 h 1294"/>
                  <a:gd name="T2" fmla="*/ 209 w 776"/>
                  <a:gd name="T3" fmla="*/ 24 h 1294"/>
                  <a:gd name="T4" fmla="*/ 178 w 776"/>
                  <a:gd name="T5" fmla="*/ 29 h 1294"/>
                  <a:gd name="T6" fmla="*/ 117 w 776"/>
                  <a:gd name="T7" fmla="*/ 22 h 1294"/>
                  <a:gd name="T8" fmla="*/ 119 w 776"/>
                  <a:gd name="T9" fmla="*/ 44 h 1294"/>
                  <a:gd name="T10" fmla="*/ 672 w 776"/>
                  <a:gd name="T11" fmla="*/ 246 h 1294"/>
                  <a:gd name="T12" fmla="*/ 657 w 776"/>
                  <a:gd name="T13" fmla="*/ 30 h 1294"/>
                  <a:gd name="T14" fmla="*/ 645 w 776"/>
                  <a:gd name="T15" fmla="*/ 41 h 1294"/>
                  <a:gd name="T16" fmla="*/ 688 w 776"/>
                  <a:gd name="T17" fmla="*/ 409 h 1294"/>
                  <a:gd name="T18" fmla="*/ 644 w 776"/>
                  <a:gd name="T19" fmla="*/ 78 h 1294"/>
                  <a:gd name="T20" fmla="*/ 623 w 776"/>
                  <a:gd name="T21" fmla="*/ 59 h 1294"/>
                  <a:gd name="T22" fmla="*/ 294 w 776"/>
                  <a:gd name="T23" fmla="*/ 100 h 1294"/>
                  <a:gd name="T24" fmla="*/ 53 w 776"/>
                  <a:gd name="T25" fmla="*/ 334 h 1294"/>
                  <a:gd name="T26" fmla="*/ 307 w 776"/>
                  <a:gd name="T27" fmla="*/ 3 h 1294"/>
                  <a:gd name="T28" fmla="*/ 382 w 776"/>
                  <a:gd name="T29" fmla="*/ 44 h 1294"/>
                  <a:gd name="T30" fmla="*/ 686 w 776"/>
                  <a:gd name="T31" fmla="*/ 275 h 1294"/>
                  <a:gd name="T32" fmla="*/ 669 w 776"/>
                  <a:gd name="T33" fmla="*/ 261 h 1294"/>
                  <a:gd name="T34" fmla="*/ 666 w 776"/>
                  <a:gd name="T35" fmla="*/ 233 h 1294"/>
                  <a:gd name="T36" fmla="*/ 647 w 776"/>
                  <a:gd name="T37" fmla="*/ 244 h 1294"/>
                  <a:gd name="T38" fmla="*/ 674 w 776"/>
                  <a:gd name="T39" fmla="*/ 285 h 1294"/>
                  <a:gd name="T40" fmla="*/ 615 w 776"/>
                  <a:gd name="T41" fmla="*/ 217 h 1294"/>
                  <a:gd name="T42" fmla="*/ 676 w 776"/>
                  <a:gd name="T43" fmla="*/ 399 h 1294"/>
                  <a:gd name="T44" fmla="*/ 647 w 776"/>
                  <a:gd name="T45" fmla="*/ 402 h 1294"/>
                  <a:gd name="T46" fmla="*/ 613 w 776"/>
                  <a:gd name="T47" fmla="*/ 238 h 1294"/>
                  <a:gd name="T48" fmla="*/ 730 w 776"/>
                  <a:gd name="T49" fmla="*/ 448 h 1294"/>
                  <a:gd name="T50" fmla="*/ 664 w 776"/>
                  <a:gd name="T51" fmla="*/ 421 h 1294"/>
                  <a:gd name="T52" fmla="*/ 579 w 776"/>
                  <a:gd name="T53" fmla="*/ 356 h 1294"/>
                  <a:gd name="T54" fmla="*/ 593 w 776"/>
                  <a:gd name="T55" fmla="*/ 278 h 1294"/>
                  <a:gd name="T56" fmla="*/ 591 w 776"/>
                  <a:gd name="T57" fmla="*/ 224 h 1294"/>
                  <a:gd name="T58" fmla="*/ 608 w 776"/>
                  <a:gd name="T59" fmla="*/ 200 h 1294"/>
                  <a:gd name="T60" fmla="*/ 635 w 776"/>
                  <a:gd name="T61" fmla="*/ 183 h 1294"/>
                  <a:gd name="T62" fmla="*/ 645 w 776"/>
                  <a:gd name="T63" fmla="*/ 173 h 1294"/>
                  <a:gd name="T64" fmla="*/ 650 w 776"/>
                  <a:gd name="T65" fmla="*/ 153 h 1294"/>
                  <a:gd name="T66" fmla="*/ 684 w 776"/>
                  <a:gd name="T67" fmla="*/ 122 h 1294"/>
                  <a:gd name="T68" fmla="*/ 645 w 776"/>
                  <a:gd name="T69" fmla="*/ 86 h 1294"/>
                  <a:gd name="T70" fmla="*/ 635 w 776"/>
                  <a:gd name="T71" fmla="*/ 110 h 1294"/>
                  <a:gd name="T72" fmla="*/ 604 w 776"/>
                  <a:gd name="T73" fmla="*/ 110 h 1294"/>
                  <a:gd name="T74" fmla="*/ 576 w 776"/>
                  <a:gd name="T75" fmla="*/ 107 h 1294"/>
                  <a:gd name="T76" fmla="*/ 579 w 776"/>
                  <a:gd name="T77" fmla="*/ 83 h 1294"/>
                  <a:gd name="T78" fmla="*/ 543 w 776"/>
                  <a:gd name="T79" fmla="*/ 102 h 1294"/>
                  <a:gd name="T80" fmla="*/ 504 w 776"/>
                  <a:gd name="T81" fmla="*/ 98 h 1294"/>
                  <a:gd name="T82" fmla="*/ 447 w 776"/>
                  <a:gd name="T83" fmla="*/ 88 h 1294"/>
                  <a:gd name="T84" fmla="*/ 423 w 776"/>
                  <a:gd name="T85" fmla="*/ 66 h 1294"/>
                  <a:gd name="T86" fmla="*/ 379 w 776"/>
                  <a:gd name="T87" fmla="*/ 68 h 1294"/>
                  <a:gd name="T88" fmla="*/ 340 w 776"/>
                  <a:gd name="T89" fmla="*/ 32 h 1294"/>
                  <a:gd name="T90" fmla="*/ 302 w 776"/>
                  <a:gd name="T91" fmla="*/ 27 h 1294"/>
                  <a:gd name="T92" fmla="*/ 275 w 776"/>
                  <a:gd name="T93" fmla="*/ 25 h 1294"/>
                  <a:gd name="T94" fmla="*/ 265 w 776"/>
                  <a:gd name="T95" fmla="*/ 19 h 1294"/>
                  <a:gd name="T96" fmla="*/ 243 w 776"/>
                  <a:gd name="T97" fmla="*/ 30 h 1294"/>
                  <a:gd name="T98" fmla="*/ 277 w 776"/>
                  <a:gd name="T99" fmla="*/ 42 h 1294"/>
                  <a:gd name="T100" fmla="*/ 321 w 776"/>
                  <a:gd name="T101" fmla="*/ 100 h 1294"/>
                  <a:gd name="T102" fmla="*/ 273 w 776"/>
                  <a:gd name="T103" fmla="*/ 109 h 1294"/>
                  <a:gd name="T104" fmla="*/ 195 w 776"/>
                  <a:gd name="T105" fmla="*/ 97 h 1294"/>
                  <a:gd name="T106" fmla="*/ 163 w 776"/>
                  <a:gd name="T107" fmla="*/ 119 h 1294"/>
                  <a:gd name="T108" fmla="*/ 155 w 776"/>
                  <a:gd name="T109" fmla="*/ 137 h 1294"/>
                  <a:gd name="T110" fmla="*/ 139 w 776"/>
                  <a:gd name="T111" fmla="*/ 148 h 1294"/>
                  <a:gd name="T112" fmla="*/ 117 w 776"/>
                  <a:gd name="T113" fmla="*/ 153 h 1294"/>
                  <a:gd name="T114" fmla="*/ 97 w 776"/>
                  <a:gd name="T115" fmla="*/ 214 h 1294"/>
                  <a:gd name="T116" fmla="*/ 54 w 776"/>
                  <a:gd name="T117" fmla="*/ 265 h 1294"/>
                  <a:gd name="T118" fmla="*/ 39 w 776"/>
                  <a:gd name="T119" fmla="*/ 304 h 1294"/>
                  <a:gd name="T120" fmla="*/ 85 w 776"/>
                  <a:gd name="T121" fmla="*/ 324 h 1294"/>
                  <a:gd name="T122" fmla="*/ 51 w 776"/>
                  <a:gd name="T123" fmla="*/ 362 h 1294"/>
                  <a:gd name="T124" fmla="*/ 15 w 776"/>
                  <a:gd name="T125" fmla="*/ 351 h 1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76" h="1294">
                    <a:moveTo>
                      <a:pt x="119" y="25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4"/>
                    </a:lnTo>
                    <a:lnTo>
                      <a:pt x="122" y="36"/>
                    </a:lnTo>
                    <a:lnTo>
                      <a:pt x="124" y="44"/>
                    </a:lnTo>
                    <a:lnTo>
                      <a:pt x="124" y="46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27" y="49"/>
                    </a:lnTo>
                    <a:lnTo>
                      <a:pt x="127" y="49"/>
                    </a:lnTo>
                    <a:lnTo>
                      <a:pt x="129" y="51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31" y="59"/>
                    </a:lnTo>
                    <a:lnTo>
                      <a:pt x="132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6" y="63"/>
                    </a:lnTo>
                    <a:lnTo>
                      <a:pt x="136" y="63"/>
                    </a:lnTo>
                    <a:lnTo>
                      <a:pt x="139" y="64"/>
                    </a:lnTo>
                    <a:lnTo>
                      <a:pt x="143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8" y="71"/>
                    </a:lnTo>
                    <a:lnTo>
                      <a:pt x="149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6" y="75"/>
                    </a:lnTo>
                    <a:lnTo>
                      <a:pt x="160" y="76"/>
                    </a:lnTo>
                    <a:lnTo>
                      <a:pt x="163" y="78"/>
                    </a:lnTo>
                    <a:lnTo>
                      <a:pt x="166" y="80"/>
                    </a:lnTo>
                    <a:lnTo>
                      <a:pt x="168" y="83"/>
                    </a:lnTo>
                    <a:lnTo>
                      <a:pt x="170" y="83"/>
                    </a:lnTo>
                    <a:lnTo>
                      <a:pt x="172" y="83"/>
                    </a:lnTo>
                    <a:lnTo>
                      <a:pt x="182" y="75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8"/>
                    </a:lnTo>
                    <a:lnTo>
                      <a:pt x="192" y="66"/>
                    </a:lnTo>
                    <a:lnTo>
                      <a:pt x="195" y="66"/>
                    </a:lnTo>
                    <a:lnTo>
                      <a:pt x="195" y="66"/>
                    </a:lnTo>
                    <a:lnTo>
                      <a:pt x="197" y="66"/>
                    </a:lnTo>
                    <a:lnTo>
                      <a:pt x="197" y="64"/>
                    </a:lnTo>
                    <a:lnTo>
                      <a:pt x="199" y="63"/>
                    </a:lnTo>
                    <a:lnTo>
                      <a:pt x="200" y="61"/>
                    </a:lnTo>
                    <a:lnTo>
                      <a:pt x="205" y="53"/>
                    </a:lnTo>
                    <a:lnTo>
                      <a:pt x="205" y="53"/>
                    </a:lnTo>
                    <a:lnTo>
                      <a:pt x="207" y="53"/>
                    </a:lnTo>
                    <a:lnTo>
                      <a:pt x="209" y="54"/>
                    </a:lnTo>
                    <a:lnTo>
                      <a:pt x="209" y="54"/>
                    </a:lnTo>
                    <a:lnTo>
                      <a:pt x="211" y="54"/>
                    </a:lnTo>
                    <a:lnTo>
                      <a:pt x="212" y="56"/>
                    </a:lnTo>
                    <a:lnTo>
                      <a:pt x="214" y="54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1"/>
                    </a:lnTo>
                    <a:lnTo>
                      <a:pt x="212" y="47"/>
                    </a:lnTo>
                    <a:lnTo>
                      <a:pt x="212" y="46"/>
                    </a:lnTo>
                    <a:lnTo>
                      <a:pt x="214" y="44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9" y="42"/>
                    </a:lnTo>
                    <a:lnTo>
                      <a:pt x="219" y="41"/>
                    </a:lnTo>
                    <a:lnTo>
                      <a:pt x="219" y="39"/>
                    </a:lnTo>
                    <a:lnTo>
                      <a:pt x="219" y="37"/>
                    </a:lnTo>
                    <a:lnTo>
                      <a:pt x="217" y="36"/>
                    </a:lnTo>
                    <a:lnTo>
                      <a:pt x="217" y="36"/>
                    </a:lnTo>
                    <a:lnTo>
                      <a:pt x="216" y="36"/>
                    </a:lnTo>
                    <a:lnTo>
                      <a:pt x="214" y="36"/>
                    </a:lnTo>
                    <a:lnTo>
                      <a:pt x="214" y="37"/>
                    </a:lnTo>
                    <a:lnTo>
                      <a:pt x="214" y="36"/>
                    </a:lnTo>
                    <a:lnTo>
                      <a:pt x="212" y="36"/>
                    </a:lnTo>
                    <a:lnTo>
                      <a:pt x="212" y="34"/>
                    </a:lnTo>
                    <a:lnTo>
                      <a:pt x="212" y="30"/>
                    </a:lnTo>
                    <a:lnTo>
                      <a:pt x="212" y="29"/>
                    </a:lnTo>
                    <a:lnTo>
                      <a:pt x="211" y="29"/>
                    </a:lnTo>
                    <a:lnTo>
                      <a:pt x="211" y="27"/>
                    </a:lnTo>
                    <a:lnTo>
                      <a:pt x="211" y="25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07" y="24"/>
                    </a:lnTo>
                    <a:lnTo>
                      <a:pt x="205" y="25"/>
                    </a:lnTo>
                    <a:lnTo>
                      <a:pt x="204" y="25"/>
                    </a:lnTo>
                    <a:lnTo>
                      <a:pt x="204" y="25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0" y="25"/>
                    </a:lnTo>
                    <a:lnTo>
                      <a:pt x="200" y="27"/>
                    </a:lnTo>
                    <a:lnTo>
                      <a:pt x="199" y="27"/>
                    </a:lnTo>
                    <a:lnTo>
                      <a:pt x="197" y="25"/>
                    </a:lnTo>
                    <a:lnTo>
                      <a:pt x="197" y="25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2"/>
                    </a:lnTo>
                    <a:lnTo>
                      <a:pt x="197" y="20"/>
                    </a:lnTo>
                    <a:lnTo>
                      <a:pt x="195" y="19"/>
                    </a:lnTo>
                    <a:lnTo>
                      <a:pt x="194" y="20"/>
                    </a:lnTo>
                    <a:lnTo>
                      <a:pt x="192" y="20"/>
                    </a:lnTo>
                    <a:lnTo>
                      <a:pt x="190" y="22"/>
                    </a:lnTo>
                    <a:lnTo>
                      <a:pt x="190" y="24"/>
                    </a:lnTo>
                    <a:lnTo>
                      <a:pt x="190" y="27"/>
                    </a:lnTo>
                    <a:lnTo>
                      <a:pt x="190" y="27"/>
                    </a:lnTo>
                    <a:lnTo>
                      <a:pt x="188" y="27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0" y="30"/>
                    </a:lnTo>
                    <a:lnTo>
                      <a:pt x="192" y="32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2" y="37"/>
                    </a:lnTo>
                    <a:lnTo>
                      <a:pt x="192" y="37"/>
                    </a:lnTo>
                    <a:lnTo>
                      <a:pt x="188" y="30"/>
                    </a:lnTo>
                    <a:lnTo>
                      <a:pt x="187" y="29"/>
                    </a:lnTo>
                    <a:lnTo>
                      <a:pt x="187" y="27"/>
                    </a:lnTo>
                    <a:lnTo>
                      <a:pt x="187" y="25"/>
                    </a:lnTo>
                    <a:lnTo>
                      <a:pt x="185" y="24"/>
                    </a:lnTo>
                    <a:lnTo>
                      <a:pt x="183" y="25"/>
                    </a:lnTo>
                    <a:lnTo>
                      <a:pt x="182" y="27"/>
                    </a:lnTo>
                    <a:lnTo>
                      <a:pt x="180" y="29"/>
                    </a:lnTo>
                    <a:lnTo>
                      <a:pt x="178" y="29"/>
                    </a:lnTo>
                    <a:lnTo>
                      <a:pt x="177" y="30"/>
                    </a:lnTo>
                    <a:lnTo>
                      <a:pt x="175" y="37"/>
                    </a:lnTo>
                    <a:lnTo>
                      <a:pt x="175" y="39"/>
                    </a:lnTo>
                    <a:lnTo>
                      <a:pt x="175" y="37"/>
                    </a:lnTo>
                    <a:lnTo>
                      <a:pt x="173" y="34"/>
                    </a:lnTo>
                    <a:lnTo>
                      <a:pt x="173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68" y="30"/>
                    </a:lnTo>
                    <a:lnTo>
                      <a:pt x="166" y="29"/>
                    </a:lnTo>
                    <a:lnTo>
                      <a:pt x="163" y="30"/>
                    </a:lnTo>
                    <a:lnTo>
                      <a:pt x="161" y="32"/>
                    </a:lnTo>
                    <a:lnTo>
                      <a:pt x="160" y="34"/>
                    </a:lnTo>
                    <a:lnTo>
                      <a:pt x="155" y="34"/>
                    </a:lnTo>
                    <a:lnTo>
                      <a:pt x="149" y="36"/>
                    </a:lnTo>
                    <a:lnTo>
                      <a:pt x="146" y="41"/>
                    </a:lnTo>
                    <a:lnTo>
                      <a:pt x="146" y="39"/>
                    </a:lnTo>
                    <a:lnTo>
                      <a:pt x="144" y="37"/>
                    </a:lnTo>
                    <a:lnTo>
                      <a:pt x="143" y="36"/>
                    </a:lnTo>
                    <a:lnTo>
                      <a:pt x="143" y="36"/>
                    </a:lnTo>
                    <a:lnTo>
                      <a:pt x="144" y="32"/>
                    </a:lnTo>
                    <a:lnTo>
                      <a:pt x="143" y="30"/>
                    </a:lnTo>
                    <a:lnTo>
                      <a:pt x="141" y="32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4" y="36"/>
                    </a:lnTo>
                    <a:lnTo>
                      <a:pt x="134" y="34"/>
                    </a:lnTo>
                    <a:lnTo>
                      <a:pt x="138" y="32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7"/>
                    </a:lnTo>
                    <a:lnTo>
                      <a:pt x="136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1" y="29"/>
                    </a:lnTo>
                    <a:lnTo>
                      <a:pt x="131" y="27"/>
                    </a:lnTo>
                    <a:lnTo>
                      <a:pt x="124" y="20"/>
                    </a:lnTo>
                    <a:lnTo>
                      <a:pt x="121" y="15"/>
                    </a:lnTo>
                    <a:lnTo>
                      <a:pt x="119" y="17"/>
                    </a:lnTo>
                    <a:lnTo>
                      <a:pt x="119" y="19"/>
                    </a:lnTo>
                    <a:lnTo>
                      <a:pt x="117" y="20"/>
                    </a:lnTo>
                    <a:lnTo>
                      <a:pt x="117" y="22"/>
                    </a:lnTo>
                    <a:lnTo>
                      <a:pt x="119" y="24"/>
                    </a:lnTo>
                    <a:lnTo>
                      <a:pt x="119" y="25"/>
                    </a:lnTo>
                    <a:close/>
                    <a:moveTo>
                      <a:pt x="88" y="71"/>
                    </a:moveTo>
                    <a:lnTo>
                      <a:pt x="90" y="73"/>
                    </a:lnTo>
                    <a:lnTo>
                      <a:pt x="92" y="73"/>
                    </a:lnTo>
                    <a:lnTo>
                      <a:pt x="93" y="75"/>
                    </a:lnTo>
                    <a:lnTo>
                      <a:pt x="97" y="75"/>
                    </a:lnTo>
                    <a:lnTo>
                      <a:pt x="98" y="75"/>
                    </a:lnTo>
                    <a:lnTo>
                      <a:pt x="107" y="71"/>
                    </a:lnTo>
                    <a:lnTo>
                      <a:pt x="110" y="69"/>
                    </a:lnTo>
                    <a:lnTo>
                      <a:pt x="112" y="69"/>
                    </a:lnTo>
                    <a:lnTo>
                      <a:pt x="114" y="69"/>
                    </a:lnTo>
                    <a:lnTo>
                      <a:pt x="115" y="69"/>
                    </a:lnTo>
                    <a:lnTo>
                      <a:pt x="117" y="71"/>
                    </a:lnTo>
                    <a:lnTo>
                      <a:pt x="119" y="71"/>
                    </a:lnTo>
                    <a:lnTo>
                      <a:pt x="121" y="71"/>
                    </a:lnTo>
                    <a:lnTo>
                      <a:pt x="124" y="73"/>
                    </a:lnTo>
                    <a:lnTo>
                      <a:pt x="127" y="75"/>
                    </a:lnTo>
                    <a:lnTo>
                      <a:pt x="129" y="75"/>
                    </a:lnTo>
                    <a:lnTo>
                      <a:pt x="131" y="75"/>
                    </a:lnTo>
                    <a:lnTo>
                      <a:pt x="136" y="75"/>
                    </a:lnTo>
                    <a:lnTo>
                      <a:pt x="139" y="73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69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6" y="64"/>
                    </a:lnTo>
                    <a:lnTo>
                      <a:pt x="134" y="63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29" y="63"/>
                    </a:lnTo>
                    <a:lnTo>
                      <a:pt x="127" y="63"/>
                    </a:lnTo>
                    <a:lnTo>
                      <a:pt x="127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6" y="61"/>
                    </a:lnTo>
                    <a:lnTo>
                      <a:pt x="126" y="59"/>
                    </a:lnTo>
                    <a:lnTo>
                      <a:pt x="126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1" y="49"/>
                    </a:lnTo>
                    <a:lnTo>
                      <a:pt x="119" y="47"/>
                    </a:lnTo>
                    <a:lnTo>
                      <a:pt x="119" y="44"/>
                    </a:lnTo>
                    <a:lnTo>
                      <a:pt x="119" y="42"/>
                    </a:lnTo>
                    <a:lnTo>
                      <a:pt x="121" y="41"/>
                    </a:lnTo>
                    <a:lnTo>
                      <a:pt x="121" y="41"/>
                    </a:lnTo>
                    <a:lnTo>
                      <a:pt x="119" y="37"/>
                    </a:lnTo>
                    <a:lnTo>
                      <a:pt x="117" y="34"/>
                    </a:lnTo>
                    <a:lnTo>
                      <a:pt x="117" y="32"/>
                    </a:lnTo>
                    <a:lnTo>
                      <a:pt x="115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2" y="32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5" y="37"/>
                    </a:lnTo>
                    <a:lnTo>
                      <a:pt x="105" y="37"/>
                    </a:lnTo>
                    <a:lnTo>
                      <a:pt x="104" y="39"/>
                    </a:lnTo>
                    <a:lnTo>
                      <a:pt x="102" y="41"/>
                    </a:lnTo>
                    <a:lnTo>
                      <a:pt x="102" y="41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7"/>
                    </a:lnTo>
                    <a:lnTo>
                      <a:pt x="104" y="49"/>
                    </a:lnTo>
                    <a:lnTo>
                      <a:pt x="102" y="49"/>
                    </a:lnTo>
                    <a:lnTo>
                      <a:pt x="104" y="58"/>
                    </a:lnTo>
                    <a:lnTo>
                      <a:pt x="104" y="59"/>
                    </a:lnTo>
                    <a:lnTo>
                      <a:pt x="102" y="61"/>
                    </a:lnTo>
                    <a:lnTo>
                      <a:pt x="100" y="63"/>
                    </a:lnTo>
                    <a:lnTo>
                      <a:pt x="98" y="63"/>
                    </a:lnTo>
                    <a:lnTo>
                      <a:pt x="97" y="63"/>
                    </a:lnTo>
                    <a:lnTo>
                      <a:pt x="93" y="61"/>
                    </a:lnTo>
                    <a:lnTo>
                      <a:pt x="92" y="61"/>
                    </a:lnTo>
                    <a:lnTo>
                      <a:pt x="92" y="63"/>
                    </a:lnTo>
                    <a:lnTo>
                      <a:pt x="92" y="66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71"/>
                    </a:lnTo>
                    <a:close/>
                    <a:moveTo>
                      <a:pt x="672" y="244"/>
                    </a:moveTo>
                    <a:lnTo>
                      <a:pt x="672" y="244"/>
                    </a:lnTo>
                    <a:lnTo>
                      <a:pt x="672" y="246"/>
                    </a:lnTo>
                    <a:lnTo>
                      <a:pt x="672" y="244"/>
                    </a:lnTo>
                    <a:lnTo>
                      <a:pt x="672" y="244"/>
                    </a:lnTo>
                    <a:lnTo>
                      <a:pt x="674" y="244"/>
                    </a:lnTo>
                    <a:lnTo>
                      <a:pt x="672" y="244"/>
                    </a:lnTo>
                    <a:lnTo>
                      <a:pt x="672" y="244"/>
                    </a:lnTo>
                    <a:close/>
                    <a:moveTo>
                      <a:pt x="525" y="83"/>
                    </a:moveTo>
                    <a:lnTo>
                      <a:pt x="528" y="81"/>
                    </a:lnTo>
                    <a:lnTo>
                      <a:pt x="528" y="81"/>
                    </a:lnTo>
                    <a:lnTo>
                      <a:pt x="526" y="81"/>
                    </a:lnTo>
                    <a:lnTo>
                      <a:pt x="525" y="81"/>
                    </a:lnTo>
                    <a:lnTo>
                      <a:pt x="523" y="81"/>
                    </a:lnTo>
                    <a:lnTo>
                      <a:pt x="521" y="83"/>
                    </a:lnTo>
                    <a:lnTo>
                      <a:pt x="523" y="83"/>
                    </a:lnTo>
                    <a:lnTo>
                      <a:pt x="525" y="83"/>
                    </a:lnTo>
                    <a:close/>
                    <a:moveTo>
                      <a:pt x="511" y="93"/>
                    </a:moveTo>
                    <a:lnTo>
                      <a:pt x="513" y="93"/>
                    </a:lnTo>
                    <a:lnTo>
                      <a:pt x="514" y="92"/>
                    </a:lnTo>
                    <a:lnTo>
                      <a:pt x="516" y="92"/>
                    </a:lnTo>
                    <a:lnTo>
                      <a:pt x="514" y="90"/>
                    </a:lnTo>
                    <a:lnTo>
                      <a:pt x="513" y="90"/>
                    </a:lnTo>
                    <a:lnTo>
                      <a:pt x="509" y="90"/>
                    </a:lnTo>
                    <a:lnTo>
                      <a:pt x="509" y="90"/>
                    </a:lnTo>
                    <a:lnTo>
                      <a:pt x="511" y="92"/>
                    </a:lnTo>
                    <a:lnTo>
                      <a:pt x="511" y="93"/>
                    </a:lnTo>
                    <a:close/>
                    <a:moveTo>
                      <a:pt x="506" y="97"/>
                    </a:moveTo>
                    <a:lnTo>
                      <a:pt x="508" y="98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1" y="97"/>
                    </a:lnTo>
                    <a:lnTo>
                      <a:pt x="511" y="95"/>
                    </a:lnTo>
                    <a:lnTo>
                      <a:pt x="509" y="95"/>
                    </a:lnTo>
                    <a:lnTo>
                      <a:pt x="509" y="93"/>
                    </a:lnTo>
                    <a:lnTo>
                      <a:pt x="508" y="93"/>
                    </a:lnTo>
                    <a:lnTo>
                      <a:pt x="506" y="93"/>
                    </a:lnTo>
                    <a:lnTo>
                      <a:pt x="504" y="92"/>
                    </a:lnTo>
                    <a:lnTo>
                      <a:pt x="506" y="95"/>
                    </a:lnTo>
                    <a:lnTo>
                      <a:pt x="506" y="97"/>
                    </a:lnTo>
                    <a:close/>
                    <a:moveTo>
                      <a:pt x="647" y="42"/>
                    </a:moveTo>
                    <a:lnTo>
                      <a:pt x="649" y="41"/>
                    </a:lnTo>
                    <a:lnTo>
                      <a:pt x="649" y="41"/>
                    </a:lnTo>
                    <a:lnTo>
                      <a:pt x="649" y="41"/>
                    </a:lnTo>
                    <a:lnTo>
                      <a:pt x="649" y="41"/>
                    </a:lnTo>
                    <a:lnTo>
                      <a:pt x="650" y="42"/>
                    </a:lnTo>
                    <a:lnTo>
                      <a:pt x="650" y="41"/>
                    </a:lnTo>
                    <a:lnTo>
                      <a:pt x="655" y="34"/>
                    </a:lnTo>
                    <a:lnTo>
                      <a:pt x="657" y="30"/>
                    </a:lnTo>
                    <a:lnTo>
                      <a:pt x="659" y="27"/>
                    </a:lnTo>
                    <a:lnTo>
                      <a:pt x="661" y="25"/>
                    </a:lnTo>
                    <a:lnTo>
                      <a:pt x="662" y="24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4" y="20"/>
                    </a:lnTo>
                    <a:lnTo>
                      <a:pt x="666" y="20"/>
                    </a:lnTo>
                    <a:lnTo>
                      <a:pt x="666" y="20"/>
                    </a:lnTo>
                    <a:lnTo>
                      <a:pt x="666" y="19"/>
                    </a:lnTo>
                    <a:lnTo>
                      <a:pt x="666" y="15"/>
                    </a:lnTo>
                    <a:lnTo>
                      <a:pt x="667" y="13"/>
                    </a:lnTo>
                    <a:lnTo>
                      <a:pt x="669" y="8"/>
                    </a:lnTo>
                    <a:lnTo>
                      <a:pt x="669" y="7"/>
                    </a:lnTo>
                    <a:lnTo>
                      <a:pt x="671" y="7"/>
                    </a:lnTo>
                    <a:lnTo>
                      <a:pt x="671" y="5"/>
                    </a:lnTo>
                    <a:lnTo>
                      <a:pt x="671" y="5"/>
                    </a:lnTo>
                    <a:lnTo>
                      <a:pt x="669" y="5"/>
                    </a:lnTo>
                    <a:lnTo>
                      <a:pt x="669" y="5"/>
                    </a:lnTo>
                    <a:lnTo>
                      <a:pt x="667" y="5"/>
                    </a:lnTo>
                    <a:lnTo>
                      <a:pt x="667" y="7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7" y="5"/>
                    </a:lnTo>
                    <a:lnTo>
                      <a:pt x="666" y="7"/>
                    </a:lnTo>
                    <a:lnTo>
                      <a:pt x="667" y="10"/>
                    </a:lnTo>
                    <a:lnTo>
                      <a:pt x="667" y="10"/>
                    </a:lnTo>
                    <a:lnTo>
                      <a:pt x="666" y="10"/>
                    </a:lnTo>
                    <a:lnTo>
                      <a:pt x="666" y="10"/>
                    </a:lnTo>
                    <a:lnTo>
                      <a:pt x="666" y="13"/>
                    </a:lnTo>
                    <a:lnTo>
                      <a:pt x="664" y="19"/>
                    </a:lnTo>
                    <a:lnTo>
                      <a:pt x="664" y="19"/>
                    </a:lnTo>
                    <a:lnTo>
                      <a:pt x="661" y="20"/>
                    </a:lnTo>
                    <a:lnTo>
                      <a:pt x="655" y="25"/>
                    </a:lnTo>
                    <a:lnTo>
                      <a:pt x="655" y="25"/>
                    </a:lnTo>
                    <a:lnTo>
                      <a:pt x="654" y="30"/>
                    </a:lnTo>
                    <a:lnTo>
                      <a:pt x="654" y="30"/>
                    </a:lnTo>
                    <a:lnTo>
                      <a:pt x="652" y="32"/>
                    </a:lnTo>
                    <a:lnTo>
                      <a:pt x="652" y="34"/>
                    </a:lnTo>
                    <a:lnTo>
                      <a:pt x="650" y="36"/>
                    </a:lnTo>
                    <a:lnTo>
                      <a:pt x="647" y="37"/>
                    </a:lnTo>
                    <a:lnTo>
                      <a:pt x="647" y="39"/>
                    </a:lnTo>
                    <a:lnTo>
                      <a:pt x="647" y="39"/>
                    </a:lnTo>
                    <a:lnTo>
                      <a:pt x="647" y="41"/>
                    </a:lnTo>
                    <a:lnTo>
                      <a:pt x="645" y="41"/>
                    </a:lnTo>
                    <a:lnTo>
                      <a:pt x="647" y="42"/>
                    </a:lnTo>
                    <a:lnTo>
                      <a:pt x="647" y="42"/>
                    </a:lnTo>
                    <a:close/>
                    <a:moveTo>
                      <a:pt x="672" y="100"/>
                    </a:moveTo>
                    <a:lnTo>
                      <a:pt x="674" y="100"/>
                    </a:lnTo>
                    <a:lnTo>
                      <a:pt x="674" y="100"/>
                    </a:lnTo>
                    <a:lnTo>
                      <a:pt x="676" y="98"/>
                    </a:lnTo>
                    <a:lnTo>
                      <a:pt x="676" y="98"/>
                    </a:lnTo>
                    <a:lnTo>
                      <a:pt x="674" y="97"/>
                    </a:lnTo>
                    <a:lnTo>
                      <a:pt x="674" y="95"/>
                    </a:lnTo>
                    <a:lnTo>
                      <a:pt x="672" y="97"/>
                    </a:lnTo>
                    <a:lnTo>
                      <a:pt x="672" y="97"/>
                    </a:lnTo>
                    <a:lnTo>
                      <a:pt x="672" y="100"/>
                    </a:lnTo>
                    <a:lnTo>
                      <a:pt x="672" y="100"/>
                    </a:lnTo>
                    <a:close/>
                    <a:moveTo>
                      <a:pt x="654" y="68"/>
                    </a:moveTo>
                    <a:lnTo>
                      <a:pt x="652" y="69"/>
                    </a:lnTo>
                    <a:lnTo>
                      <a:pt x="650" y="69"/>
                    </a:lnTo>
                    <a:lnTo>
                      <a:pt x="649" y="69"/>
                    </a:lnTo>
                    <a:lnTo>
                      <a:pt x="649" y="69"/>
                    </a:lnTo>
                    <a:lnTo>
                      <a:pt x="647" y="71"/>
                    </a:lnTo>
                    <a:lnTo>
                      <a:pt x="649" y="71"/>
                    </a:lnTo>
                    <a:lnTo>
                      <a:pt x="652" y="71"/>
                    </a:lnTo>
                    <a:lnTo>
                      <a:pt x="654" y="71"/>
                    </a:lnTo>
                    <a:lnTo>
                      <a:pt x="654" y="69"/>
                    </a:lnTo>
                    <a:lnTo>
                      <a:pt x="654" y="69"/>
                    </a:lnTo>
                    <a:lnTo>
                      <a:pt x="655" y="68"/>
                    </a:lnTo>
                    <a:lnTo>
                      <a:pt x="657" y="66"/>
                    </a:lnTo>
                    <a:lnTo>
                      <a:pt x="657" y="66"/>
                    </a:lnTo>
                    <a:lnTo>
                      <a:pt x="657" y="66"/>
                    </a:lnTo>
                    <a:lnTo>
                      <a:pt x="655" y="68"/>
                    </a:lnTo>
                    <a:lnTo>
                      <a:pt x="654" y="68"/>
                    </a:lnTo>
                    <a:close/>
                    <a:moveTo>
                      <a:pt x="688" y="404"/>
                    </a:moveTo>
                    <a:lnTo>
                      <a:pt x="688" y="404"/>
                    </a:lnTo>
                    <a:lnTo>
                      <a:pt x="688" y="404"/>
                    </a:lnTo>
                    <a:lnTo>
                      <a:pt x="686" y="402"/>
                    </a:lnTo>
                    <a:lnTo>
                      <a:pt x="684" y="404"/>
                    </a:lnTo>
                    <a:lnTo>
                      <a:pt x="684" y="404"/>
                    </a:lnTo>
                    <a:lnTo>
                      <a:pt x="684" y="406"/>
                    </a:lnTo>
                    <a:lnTo>
                      <a:pt x="684" y="407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4" y="409"/>
                    </a:lnTo>
                    <a:lnTo>
                      <a:pt x="686" y="409"/>
                    </a:lnTo>
                    <a:lnTo>
                      <a:pt x="686" y="409"/>
                    </a:lnTo>
                    <a:lnTo>
                      <a:pt x="688" y="409"/>
                    </a:lnTo>
                    <a:lnTo>
                      <a:pt x="688" y="409"/>
                    </a:lnTo>
                    <a:lnTo>
                      <a:pt x="688" y="409"/>
                    </a:lnTo>
                    <a:lnTo>
                      <a:pt x="688" y="411"/>
                    </a:lnTo>
                    <a:lnTo>
                      <a:pt x="688" y="413"/>
                    </a:lnTo>
                    <a:lnTo>
                      <a:pt x="689" y="414"/>
                    </a:lnTo>
                    <a:lnTo>
                      <a:pt x="689" y="416"/>
                    </a:lnTo>
                    <a:lnTo>
                      <a:pt x="691" y="416"/>
                    </a:lnTo>
                    <a:lnTo>
                      <a:pt x="693" y="416"/>
                    </a:lnTo>
                    <a:lnTo>
                      <a:pt x="693" y="416"/>
                    </a:lnTo>
                    <a:lnTo>
                      <a:pt x="693" y="418"/>
                    </a:lnTo>
                    <a:lnTo>
                      <a:pt x="693" y="418"/>
                    </a:lnTo>
                    <a:lnTo>
                      <a:pt x="694" y="418"/>
                    </a:lnTo>
                    <a:lnTo>
                      <a:pt x="696" y="418"/>
                    </a:lnTo>
                    <a:lnTo>
                      <a:pt x="696" y="416"/>
                    </a:lnTo>
                    <a:lnTo>
                      <a:pt x="698" y="414"/>
                    </a:lnTo>
                    <a:lnTo>
                      <a:pt x="698" y="413"/>
                    </a:lnTo>
                    <a:lnTo>
                      <a:pt x="698" y="413"/>
                    </a:lnTo>
                    <a:lnTo>
                      <a:pt x="696" y="413"/>
                    </a:lnTo>
                    <a:lnTo>
                      <a:pt x="696" y="413"/>
                    </a:lnTo>
                    <a:lnTo>
                      <a:pt x="694" y="411"/>
                    </a:lnTo>
                    <a:lnTo>
                      <a:pt x="694" y="411"/>
                    </a:lnTo>
                    <a:lnTo>
                      <a:pt x="696" y="409"/>
                    </a:lnTo>
                    <a:lnTo>
                      <a:pt x="694" y="404"/>
                    </a:lnTo>
                    <a:lnTo>
                      <a:pt x="694" y="402"/>
                    </a:lnTo>
                    <a:lnTo>
                      <a:pt x="693" y="401"/>
                    </a:lnTo>
                    <a:lnTo>
                      <a:pt x="691" y="401"/>
                    </a:lnTo>
                    <a:lnTo>
                      <a:pt x="691" y="399"/>
                    </a:lnTo>
                    <a:lnTo>
                      <a:pt x="691" y="399"/>
                    </a:lnTo>
                    <a:lnTo>
                      <a:pt x="689" y="399"/>
                    </a:lnTo>
                    <a:lnTo>
                      <a:pt x="688" y="399"/>
                    </a:lnTo>
                    <a:lnTo>
                      <a:pt x="688" y="401"/>
                    </a:lnTo>
                    <a:lnTo>
                      <a:pt x="688" y="404"/>
                    </a:lnTo>
                    <a:lnTo>
                      <a:pt x="688" y="404"/>
                    </a:lnTo>
                    <a:close/>
                    <a:moveTo>
                      <a:pt x="645" y="71"/>
                    </a:moveTo>
                    <a:lnTo>
                      <a:pt x="644" y="73"/>
                    </a:lnTo>
                    <a:lnTo>
                      <a:pt x="644" y="75"/>
                    </a:lnTo>
                    <a:lnTo>
                      <a:pt x="644" y="78"/>
                    </a:lnTo>
                    <a:lnTo>
                      <a:pt x="644" y="80"/>
                    </a:lnTo>
                    <a:lnTo>
                      <a:pt x="644" y="80"/>
                    </a:lnTo>
                    <a:lnTo>
                      <a:pt x="644" y="81"/>
                    </a:lnTo>
                    <a:lnTo>
                      <a:pt x="644" y="81"/>
                    </a:lnTo>
                    <a:lnTo>
                      <a:pt x="644" y="80"/>
                    </a:lnTo>
                    <a:lnTo>
                      <a:pt x="645" y="80"/>
                    </a:lnTo>
                    <a:lnTo>
                      <a:pt x="645" y="78"/>
                    </a:lnTo>
                    <a:lnTo>
                      <a:pt x="644" y="78"/>
                    </a:lnTo>
                    <a:lnTo>
                      <a:pt x="644" y="78"/>
                    </a:lnTo>
                    <a:lnTo>
                      <a:pt x="645" y="73"/>
                    </a:lnTo>
                    <a:lnTo>
                      <a:pt x="645" y="71"/>
                    </a:lnTo>
                    <a:close/>
                    <a:moveTo>
                      <a:pt x="615" y="93"/>
                    </a:moveTo>
                    <a:lnTo>
                      <a:pt x="615" y="95"/>
                    </a:lnTo>
                    <a:lnTo>
                      <a:pt x="616" y="95"/>
                    </a:lnTo>
                    <a:lnTo>
                      <a:pt x="618" y="95"/>
                    </a:lnTo>
                    <a:lnTo>
                      <a:pt x="618" y="95"/>
                    </a:lnTo>
                    <a:lnTo>
                      <a:pt x="620" y="95"/>
                    </a:lnTo>
                    <a:lnTo>
                      <a:pt x="621" y="95"/>
                    </a:lnTo>
                    <a:lnTo>
                      <a:pt x="621" y="93"/>
                    </a:lnTo>
                    <a:lnTo>
                      <a:pt x="623" y="93"/>
                    </a:lnTo>
                    <a:lnTo>
                      <a:pt x="627" y="92"/>
                    </a:lnTo>
                    <a:lnTo>
                      <a:pt x="630" y="90"/>
                    </a:lnTo>
                    <a:lnTo>
                      <a:pt x="630" y="88"/>
                    </a:lnTo>
                    <a:lnTo>
                      <a:pt x="628" y="86"/>
                    </a:lnTo>
                    <a:lnTo>
                      <a:pt x="627" y="88"/>
                    </a:lnTo>
                    <a:lnTo>
                      <a:pt x="625" y="90"/>
                    </a:lnTo>
                    <a:lnTo>
                      <a:pt x="623" y="92"/>
                    </a:lnTo>
                    <a:lnTo>
                      <a:pt x="623" y="92"/>
                    </a:lnTo>
                    <a:lnTo>
                      <a:pt x="621" y="92"/>
                    </a:lnTo>
                    <a:lnTo>
                      <a:pt x="621" y="92"/>
                    </a:lnTo>
                    <a:lnTo>
                      <a:pt x="620" y="92"/>
                    </a:lnTo>
                    <a:lnTo>
                      <a:pt x="621" y="90"/>
                    </a:lnTo>
                    <a:lnTo>
                      <a:pt x="621" y="90"/>
                    </a:lnTo>
                    <a:lnTo>
                      <a:pt x="621" y="90"/>
                    </a:lnTo>
                    <a:lnTo>
                      <a:pt x="620" y="88"/>
                    </a:lnTo>
                    <a:lnTo>
                      <a:pt x="620" y="90"/>
                    </a:lnTo>
                    <a:lnTo>
                      <a:pt x="618" y="92"/>
                    </a:lnTo>
                    <a:lnTo>
                      <a:pt x="616" y="92"/>
                    </a:lnTo>
                    <a:lnTo>
                      <a:pt x="616" y="92"/>
                    </a:lnTo>
                    <a:lnTo>
                      <a:pt x="615" y="92"/>
                    </a:lnTo>
                    <a:lnTo>
                      <a:pt x="615" y="90"/>
                    </a:lnTo>
                    <a:lnTo>
                      <a:pt x="615" y="92"/>
                    </a:lnTo>
                    <a:lnTo>
                      <a:pt x="615" y="92"/>
                    </a:lnTo>
                    <a:lnTo>
                      <a:pt x="615" y="93"/>
                    </a:lnTo>
                    <a:lnTo>
                      <a:pt x="615" y="93"/>
                    </a:lnTo>
                    <a:close/>
                    <a:moveTo>
                      <a:pt x="603" y="64"/>
                    </a:moveTo>
                    <a:lnTo>
                      <a:pt x="604" y="63"/>
                    </a:lnTo>
                    <a:lnTo>
                      <a:pt x="606" y="61"/>
                    </a:lnTo>
                    <a:lnTo>
                      <a:pt x="608" y="59"/>
                    </a:lnTo>
                    <a:lnTo>
                      <a:pt x="606" y="59"/>
                    </a:lnTo>
                    <a:lnTo>
                      <a:pt x="603" y="61"/>
                    </a:lnTo>
                    <a:lnTo>
                      <a:pt x="599" y="63"/>
                    </a:lnTo>
                    <a:lnTo>
                      <a:pt x="601" y="64"/>
                    </a:lnTo>
                    <a:lnTo>
                      <a:pt x="603" y="64"/>
                    </a:lnTo>
                    <a:close/>
                    <a:moveTo>
                      <a:pt x="623" y="59"/>
                    </a:moveTo>
                    <a:lnTo>
                      <a:pt x="623" y="59"/>
                    </a:lnTo>
                    <a:lnTo>
                      <a:pt x="625" y="59"/>
                    </a:lnTo>
                    <a:lnTo>
                      <a:pt x="627" y="58"/>
                    </a:lnTo>
                    <a:lnTo>
                      <a:pt x="628" y="56"/>
                    </a:lnTo>
                    <a:lnTo>
                      <a:pt x="628" y="56"/>
                    </a:lnTo>
                    <a:lnTo>
                      <a:pt x="628" y="56"/>
                    </a:lnTo>
                    <a:lnTo>
                      <a:pt x="630" y="56"/>
                    </a:lnTo>
                    <a:lnTo>
                      <a:pt x="630" y="56"/>
                    </a:lnTo>
                    <a:lnTo>
                      <a:pt x="630" y="56"/>
                    </a:lnTo>
                    <a:lnTo>
                      <a:pt x="632" y="56"/>
                    </a:lnTo>
                    <a:lnTo>
                      <a:pt x="635" y="54"/>
                    </a:lnTo>
                    <a:lnTo>
                      <a:pt x="637" y="51"/>
                    </a:lnTo>
                    <a:lnTo>
                      <a:pt x="637" y="51"/>
                    </a:lnTo>
                    <a:lnTo>
                      <a:pt x="638" y="51"/>
                    </a:lnTo>
                    <a:lnTo>
                      <a:pt x="642" y="47"/>
                    </a:lnTo>
                    <a:lnTo>
                      <a:pt x="644" y="46"/>
                    </a:lnTo>
                    <a:lnTo>
                      <a:pt x="645" y="44"/>
                    </a:lnTo>
                    <a:lnTo>
                      <a:pt x="644" y="42"/>
                    </a:lnTo>
                    <a:lnTo>
                      <a:pt x="644" y="44"/>
                    </a:lnTo>
                    <a:lnTo>
                      <a:pt x="642" y="44"/>
                    </a:lnTo>
                    <a:lnTo>
                      <a:pt x="640" y="47"/>
                    </a:lnTo>
                    <a:lnTo>
                      <a:pt x="637" y="47"/>
                    </a:lnTo>
                    <a:lnTo>
                      <a:pt x="635" y="49"/>
                    </a:lnTo>
                    <a:lnTo>
                      <a:pt x="635" y="51"/>
                    </a:lnTo>
                    <a:lnTo>
                      <a:pt x="635" y="49"/>
                    </a:lnTo>
                    <a:lnTo>
                      <a:pt x="635" y="49"/>
                    </a:lnTo>
                    <a:lnTo>
                      <a:pt x="632" y="53"/>
                    </a:lnTo>
                    <a:lnTo>
                      <a:pt x="632" y="54"/>
                    </a:lnTo>
                    <a:lnTo>
                      <a:pt x="630" y="54"/>
                    </a:lnTo>
                    <a:lnTo>
                      <a:pt x="628" y="54"/>
                    </a:lnTo>
                    <a:lnTo>
                      <a:pt x="628" y="53"/>
                    </a:lnTo>
                    <a:lnTo>
                      <a:pt x="628" y="51"/>
                    </a:lnTo>
                    <a:lnTo>
                      <a:pt x="627" y="53"/>
                    </a:lnTo>
                    <a:lnTo>
                      <a:pt x="625" y="54"/>
                    </a:lnTo>
                    <a:lnTo>
                      <a:pt x="623" y="56"/>
                    </a:lnTo>
                    <a:lnTo>
                      <a:pt x="623" y="56"/>
                    </a:lnTo>
                    <a:lnTo>
                      <a:pt x="621" y="58"/>
                    </a:lnTo>
                    <a:lnTo>
                      <a:pt x="620" y="58"/>
                    </a:lnTo>
                    <a:lnTo>
                      <a:pt x="620" y="58"/>
                    </a:lnTo>
                    <a:lnTo>
                      <a:pt x="618" y="61"/>
                    </a:lnTo>
                    <a:lnTo>
                      <a:pt x="618" y="61"/>
                    </a:lnTo>
                    <a:lnTo>
                      <a:pt x="618" y="61"/>
                    </a:lnTo>
                    <a:lnTo>
                      <a:pt x="618" y="63"/>
                    </a:lnTo>
                    <a:lnTo>
                      <a:pt x="620" y="61"/>
                    </a:lnTo>
                    <a:lnTo>
                      <a:pt x="623" y="59"/>
                    </a:lnTo>
                    <a:close/>
                    <a:moveTo>
                      <a:pt x="294" y="100"/>
                    </a:moveTo>
                    <a:lnTo>
                      <a:pt x="294" y="98"/>
                    </a:lnTo>
                    <a:lnTo>
                      <a:pt x="294" y="97"/>
                    </a:lnTo>
                    <a:lnTo>
                      <a:pt x="292" y="95"/>
                    </a:lnTo>
                    <a:lnTo>
                      <a:pt x="290" y="95"/>
                    </a:lnTo>
                    <a:lnTo>
                      <a:pt x="289" y="95"/>
                    </a:lnTo>
                    <a:lnTo>
                      <a:pt x="289" y="97"/>
                    </a:lnTo>
                    <a:lnTo>
                      <a:pt x="289" y="97"/>
                    </a:lnTo>
                    <a:lnTo>
                      <a:pt x="292" y="100"/>
                    </a:lnTo>
                    <a:lnTo>
                      <a:pt x="294" y="100"/>
                    </a:lnTo>
                    <a:close/>
                    <a:moveTo>
                      <a:pt x="306" y="64"/>
                    </a:moveTo>
                    <a:lnTo>
                      <a:pt x="307" y="64"/>
                    </a:lnTo>
                    <a:lnTo>
                      <a:pt x="309" y="64"/>
                    </a:lnTo>
                    <a:lnTo>
                      <a:pt x="311" y="64"/>
                    </a:lnTo>
                    <a:lnTo>
                      <a:pt x="312" y="64"/>
                    </a:lnTo>
                    <a:lnTo>
                      <a:pt x="312" y="63"/>
                    </a:lnTo>
                    <a:lnTo>
                      <a:pt x="314" y="63"/>
                    </a:lnTo>
                    <a:lnTo>
                      <a:pt x="314" y="61"/>
                    </a:lnTo>
                    <a:lnTo>
                      <a:pt x="314" y="61"/>
                    </a:lnTo>
                    <a:lnTo>
                      <a:pt x="314" y="59"/>
                    </a:lnTo>
                    <a:lnTo>
                      <a:pt x="314" y="58"/>
                    </a:lnTo>
                    <a:lnTo>
                      <a:pt x="312" y="58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6" y="58"/>
                    </a:lnTo>
                    <a:lnTo>
                      <a:pt x="304" y="58"/>
                    </a:lnTo>
                    <a:lnTo>
                      <a:pt x="302" y="59"/>
                    </a:lnTo>
                    <a:lnTo>
                      <a:pt x="302" y="61"/>
                    </a:lnTo>
                    <a:lnTo>
                      <a:pt x="304" y="63"/>
                    </a:lnTo>
                    <a:lnTo>
                      <a:pt x="306" y="64"/>
                    </a:lnTo>
                    <a:close/>
                    <a:moveTo>
                      <a:pt x="53" y="334"/>
                    </a:moveTo>
                    <a:lnTo>
                      <a:pt x="53" y="336"/>
                    </a:lnTo>
                    <a:lnTo>
                      <a:pt x="54" y="336"/>
                    </a:lnTo>
                    <a:lnTo>
                      <a:pt x="54" y="336"/>
                    </a:lnTo>
                    <a:lnTo>
                      <a:pt x="54" y="334"/>
                    </a:lnTo>
                    <a:lnTo>
                      <a:pt x="54" y="334"/>
                    </a:lnTo>
                    <a:lnTo>
                      <a:pt x="54" y="333"/>
                    </a:lnTo>
                    <a:lnTo>
                      <a:pt x="53" y="333"/>
                    </a:lnTo>
                    <a:lnTo>
                      <a:pt x="53" y="331"/>
                    </a:lnTo>
                    <a:lnTo>
                      <a:pt x="51" y="331"/>
                    </a:lnTo>
                    <a:lnTo>
                      <a:pt x="51" y="331"/>
                    </a:lnTo>
                    <a:lnTo>
                      <a:pt x="51" y="331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3" y="334"/>
                    </a:lnTo>
                    <a:close/>
                    <a:moveTo>
                      <a:pt x="301" y="7"/>
                    </a:moveTo>
                    <a:lnTo>
                      <a:pt x="301" y="8"/>
                    </a:lnTo>
                    <a:lnTo>
                      <a:pt x="301" y="8"/>
                    </a:lnTo>
                    <a:lnTo>
                      <a:pt x="302" y="10"/>
                    </a:lnTo>
                    <a:lnTo>
                      <a:pt x="302" y="10"/>
                    </a:lnTo>
                    <a:lnTo>
                      <a:pt x="304" y="13"/>
                    </a:lnTo>
                    <a:lnTo>
                      <a:pt x="304" y="15"/>
                    </a:lnTo>
                    <a:lnTo>
                      <a:pt x="302" y="15"/>
                    </a:lnTo>
                    <a:lnTo>
                      <a:pt x="302" y="15"/>
                    </a:lnTo>
                    <a:lnTo>
                      <a:pt x="301" y="15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4" y="22"/>
                    </a:lnTo>
                    <a:lnTo>
                      <a:pt x="306" y="24"/>
                    </a:lnTo>
                    <a:lnTo>
                      <a:pt x="307" y="27"/>
                    </a:lnTo>
                    <a:lnTo>
                      <a:pt x="307" y="29"/>
                    </a:lnTo>
                    <a:lnTo>
                      <a:pt x="311" y="32"/>
                    </a:lnTo>
                    <a:lnTo>
                      <a:pt x="311" y="30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2"/>
                    </a:lnTo>
                    <a:lnTo>
                      <a:pt x="311" y="20"/>
                    </a:lnTo>
                    <a:lnTo>
                      <a:pt x="311" y="19"/>
                    </a:lnTo>
                    <a:lnTo>
                      <a:pt x="312" y="17"/>
                    </a:lnTo>
                    <a:lnTo>
                      <a:pt x="312" y="17"/>
                    </a:lnTo>
                    <a:lnTo>
                      <a:pt x="311" y="17"/>
                    </a:lnTo>
                    <a:lnTo>
                      <a:pt x="309" y="15"/>
                    </a:lnTo>
                    <a:lnTo>
                      <a:pt x="309" y="13"/>
                    </a:lnTo>
                    <a:lnTo>
                      <a:pt x="309" y="13"/>
                    </a:lnTo>
                    <a:lnTo>
                      <a:pt x="311" y="13"/>
                    </a:lnTo>
                    <a:lnTo>
                      <a:pt x="311" y="13"/>
                    </a:lnTo>
                    <a:lnTo>
                      <a:pt x="311" y="12"/>
                    </a:lnTo>
                    <a:lnTo>
                      <a:pt x="311" y="12"/>
                    </a:lnTo>
                    <a:lnTo>
                      <a:pt x="311" y="10"/>
                    </a:lnTo>
                    <a:lnTo>
                      <a:pt x="311" y="8"/>
                    </a:lnTo>
                    <a:lnTo>
                      <a:pt x="309" y="8"/>
                    </a:lnTo>
                    <a:lnTo>
                      <a:pt x="311" y="8"/>
                    </a:lnTo>
                    <a:lnTo>
                      <a:pt x="309" y="7"/>
                    </a:lnTo>
                    <a:lnTo>
                      <a:pt x="309" y="5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2"/>
                    </a:lnTo>
                    <a:lnTo>
                      <a:pt x="311" y="0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4" y="7"/>
                    </a:lnTo>
                    <a:lnTo>
                      <a:pt x="304" y="7"/>
                    </a:lnTo>
                    <a:lnTo>
                      <a:pt x="302" y="7"/>
                    </a:lnTo>
                    <a:lnTo>
                      <a:pt x="302" y="7"/>
                    </a:lnTo>
                    <a:lnTo>
                      <a:pt x="301" y="5"/>
                    </a:lnTo>
                    <a:lnTo>
                      <a:pt x="299" y="5"/>
                    </a:lnTo>
                    <a:lnTo>
                      <a:pt x="299" y="7"/>
                    </a:lnTo>
                    <a:lnTo>
                      <a:pt x="301" y="7"/>
                    </a:lnTo>
                    <a:close/>
                    <a:moveTo>
                      <a:pt x="46" y="329"/>
                    </a:moveTo>
                    <a:lnTo>
                      <a:pt x="46" y="329"/>
                    </a:lnTo>
                    <a:lnTo>
                      <a:pt x="44" y="329"/>
                    </a:lnTo>
                    <a:lnTo>
                      <a:pt x="44" y="329"/>
                    </a:lnTo>
                    <a:lnTo>
                      <a:pt x="44" y="329"/>
                    </a:lnTo>
                    <a:lnTo>
                      <a:pt x="44" y="331"/>
                    </a:lnTo>
                    <a:lnTo>
                      <a:pt x="46" y="333"/>
                    </a:lnTo>
                    <a:lnTo>
                      <a:pt x="46" y="334"/>
                    </a:lnTo>
                    <a:lnTo>
                      <a:pt x="48" y="339"/>
                    </a:lnTo>
                    <a:lnTo>
                      <a:pt x="49" y="341"/>
                    </a:lnTo>
                    <a:lnTo>
                      <a:pt x="51" y="341"/>
                    </a:lnTo>
                    <a:lnTo>
                      <a:pt x="51" y="343"/>
                    </a:lnTo>
                    <a:lnTo>
                      <a:pt x="51" y="343"/>
                    </a:lnTo>
                    <a:lnTo>
                      <a:pt x="51" y="345"/>
                    </a:lnTo>
                    <a:lnTo>
                      <a:pt x="51" y="339"/>
                    </a:lnTo>
                    <a:lnTo>
                      <a:pt x="51" y="338"/>
                    </a:lnTo>
                    <a:lnTo>
                      <a:pt x="49" y="334"/>
                    </a:lnTo>
                    <a:lnTo>
                      <a:pt x="46" y="329"/>
                    </a:lnTo>
                    <a:close/>
                    <a:moveTo>
                      <a:pt x="379" y="49"/>
                    </a:moveTo>
                    <a:lnTo>
                      <a:pt x="379" y="49"/>
                    </a:lnTo>
                    <a:lnTo>
                      <a:pt x="379" y="49"/>
                    </a:lnTo>
                    <a:lnTo>
                      <a:pt x="379" y="49"/>
                    </a:lnTo>
                    <a:lnTo>
                      <a:pt x="380" y="47"/>
                    </a:lnTo>
                    <a:lnTo>
                      <a:pt x="382" y="46"/>
                    </a:lnTo>
                    <a:lnTo>
                      <a:pt x="382" y="46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7" y="46"/>
                    </a:lnTo>
                    <a:lnTo>
                      <a:pt x="387" y="44"/>
                    </a:lnTo>
                    <a:lnTo>
                      <a:pt x="385" y="44"/>
                    </a:lnTo>
                    <a:lnTo>
                      <a:pt x="385" y="42"/>
                    </a:lnTo>
                    <a:lnTo>
                      <a:pt x="384" y="42"/>
                    </a:lnTo>
                    <a:lnTo>
                      <a:pt x="384" y="44"/>
                    </a:lnTo>
                    <a:lnTo>
                      <a:pt x="382" y="44"/>
                    </a:lnTo>
                    <a:lnTo>
                      <a:pt x="379" y="44"/>
                    </a:lnTo>
                    <a:lnTo>
                      <a:pt x="379" y="46"/>
                    </a:lnTo>
                    <a:lnTo>
                      <a:pt x="379" y="46"/>
                    </a:lnTo>
                    <a:lnTo>
                      <a:pt x="379" y="47"/>
                    </a:lnTo>
                    <a:lnTo>
                      <a:pt x="379" y="47"/>
                    </a:lnTo>
                    <a:lnTo>
                      <a:pt x="379" y="49"/>
                    </a:lnTo>
                    <a:close/>
                    <a:moveTo>
                      <a:pt x="375" y="59"/>
                    </a:moveTo>
                    <a:lnTo>
                      <a:pt x="377" y="59"/>
                    </a:lnTo>
                    <a:lnTo>
                      <a:pt x="379" y="59"/>
                    </a:lnTo>
                    <a:lnTo>
                      <a:pt x="379" y="59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79" y="58"/>
                    </a:lnTo>
                    <a:lnTo>
                      <a:pt x="379" y="56"/>
                    </a:lnTo>
                    <a:lnTo>
                      <a:pt x="380" y="56"/>
                    </a:lnTo>
                    <a:lnTo>
                      <a:pt x="384" y="56"/>
                    </a:lnTo>
                    <a:lnTo>
                      <a:pt x="385" y="56"/>
                    </a:lnTo>
                    <a:lnTo>
                      <a:pt x="387" y="54"/>
                    </a:lnTo>
                    <a:lnTo>
                      <a:pt x="385" y="53"/>
                    </a:lnTo>
                    <a:lnTo>
                      <a:pt x="384" y="53"/>
                    </a:lnTo>
                    <a:lnTo>
                      <a:pt x="382" y="53"/>
                    </a:lnTo>
                    <a:lnTo>
                      <a:pt x="380" y="54"/>
                    </a:lnTo>
                    <a:lnTo>
                      <a:pt x="377" y="56"/>
                    </a:lnTo>
                    <a:lnTo>
                      <a:pt x="377" y="56"/>
                    </a:lnTo>
                    <a:lnTo>
                      <a:pt x="375" y="56"/>
                    </a:lnTo>
                    <a:lnTo>
                      <a:pt x="375" y="58"/>
                    </a:lnTo>
                    <a:lnTo>
                      <a:pt x="377" y="59"/>
                    </a:lnTo>
                    <a:lnTo>
                      <a:pt x="375" y="59"/>
                    </a:lnTo>
                    <a:close/>
                    <a:moveTo>
                      <a:pt x="684" y="285"/>
                    </a:moveTo>
                    <a:lnTo>
                      <a:pt x="684" y="285"/>
                    </a:lnTo>
                    <a:lnTo>
                      <a:pt x="684" y="283"/>
                    </a:lnTo>
                    <a:lnTo>
                      <a:pt x="684" y="283"/>
                    </a:lnTo>
                    <a:lnTo>
                      <a:pt x="684" y="282"/>
                    </a:lnTo>
                    <a:lnTo>
                      <a:pt x="686" y="282"/>
                    </a:lnTo>
                    <a:lnTo>
                      <a:pt x="686" y="282"/>
                    </a:lnTo>
                    <a:lnTo>
                      <a:pt x="686" y="280"/>
                    </a:lnTo>
                    <a:lnTo>
                      <a:pt x="684" y="280"/>
                    </a:lnTo>
                    <a:lnTo>
                      <a:pt x="684" y="280"/>
                    </a:lnTo>
                    <a:lnTo>
                      <a:pt x="684" y="278"/>
                    </a:lnTo>
                    <a:lnTo>
                      <a:pt x="684" y="278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4" y="277"/>
                    </a:lnTo>
                    <a:lnTo>
                      <a:pt x="686" y="275"/>
                    </a:lnTo>
                    <a:lnTo>
                      <a:pt x="686" y="275"/>
                    </a:lnTo>
                    <a:lnTo>
                      <a:pt x="688" y="273"/>
                    </a:lnTo>
                    <a:lnTo>
                      <a:pt x="686" y="273"/>
                    </a:lnTo>
                    <a:lnTo>
                      <a:pt x="684" y="275"/>
                    </a:lnTo>
                    <a:lnTo>
                      <a:pt x="684" y="275"/>
                    </a:lnTo>
                    <a:lnTo>
                      <a:pt x="683" y="273"/>
                    </a:lnTo>
                    <a:lnTo>
                      <a:pt x="683" y="273"/>
                    </a:lnTo>
                    <a:lnTo>
                      <a:pt x="681" y="275"/>
                    </a:lnTo>
                    <a:lnTo>
                      <a:pt x="681" y="277"/>
                    </a:lnTo>
                    <a:lnTo>
                      <a:pt x="681" y="277"/>
                    </a:lnTo>
                    <a:lnTo>
                      <a:pt x="679" y="278"/>
                    </a:lnTo>
                    <a:lnTo>
                      <a:pt x="679" y="278"/>
                    </a:lnTo>
                    <a:lnTo>
                      <a:pt x="678" y="278"/>
                    </a:lnTo>
                    <a:lnTo>
                      <a:pt x="672" y="275"/>
                    </a:lnTo>
                    <a:lnTo>
                      <a:pt x="671" y="273"/>
                    </a:lnTo>
                    <a:lnTo>
                      <a:pt x="671" y="275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67" y="277"/>
                    </a:lnTo>
                    <a:lnTo>
                      <a:pt x="666" y="277"/>
                    </a:lnTo>
                    <a:lnTo>
                      <a:pt x="666" y="277"/>
                    </a:lnTo>
                    <a:lnTo>
                      <a:pt x="666" y="277"/>
                    </a:lnTo>
                    <a:lnTo>
                      <a:pt x="664" y="275"/>
                    </a:lnTo>
                    <a:lnTo>
                      <a:pt x="664" y="272"/>
                    </a:lnTo>
                    <a:lnTo>
                      <a:pt x="664" y="270"/>
                    </a:lnTo>
                    <a:lnTo>
                      <a:pt x="664" y="268"/>
                    </a:lnTo>
                    <a:lnTo>
                      <a:pt x="664" y="268"/>
                    </a:lnTo>
                    <a:lnTo>
                      <a:pt x="666" y="266"/>
                    </a:lnTo>
                    <a:lnTo>
                      <a:pt x="666" y="266"/>
                    </a:lnTo>
                    <a:lnTo>
                      <a:pt x="667" y="266"/>
                    </a:lnTo>
                    <a:lnTo>
                      <a:pt x="667" y="268"/>
                    </a:lnTo>
                    <a:lnTo>
                      <a:pt x="667" y="266"/>
                    </a:lnTo>
                    <a:lnTo>
                      <a:pt x="667" y="265"/>
                    </a:lnTo>
                    <a:lnTo>
                      <a:pt x="669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1" y="265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2" y="263"/>
                    </a:lnTo>
                    <a:lnTo>
                      <a:pt x="671" y="263"/>
                    </a:lnTo>
                    <a:lnTo>
                      <a:pt x="671" y="261"/>
                    </a:lnTo>
                    <a:lnTo>
                      <a:pt x="669" y="261"/>
                    </a:lnTo>
                    <a:lnTo>
                      <a:pt x="669" y="261"/>
                    </a:lnTo>
                    <a:lnTo>
                      <a:pt x="669" y="260"/>
                    </a:lnTo>
                    <a:lnTo>
                      <a:pt x="669" y="256"/>
                    </a:lnTo>
                    <a:lnTo>
                      <a:pt x="671" y="255"/>
                    </a:lnTo>
                    <a:lnTo>
                      <a:pt x="674" y="253"/>
                    </a:lnTo>
                    <a:lnTo>
                      <a:pt x="678" y="255"/>
                    </a:lnTo>
                    <a:lnTo>
                      <a:pt x="679" y="249"/>
                    </a:lnTo>
                    <a:lnTo>
                      <a:pt x="679" y="248"/>
                    </a:lnTo>
                    <a:lnTo>
                      <a:pt x="683" y="246"/>
                    </a:lnTo>
                    <a:lnTo>
                      <a:pt x="683" y="244"/>
                    </a:lnTo>
                    <a:lnTo>
                      <a:pt x="683" y="243"/>
                    </a:lnTo>
                    <a:lnTo>
                      <a:pt x="683" y="243"/>
                    </a:lnTo>
                    <a:lnTo>
                      <a:pt x="681" y="241"/>
                    </a:lnTo>
                    <a:lnTo>
                      <a:pt x="681" y="241"/>
                    </a:lnTo>
                    <a:lnTo>
                      <a:pt x="679" y="239"/>
                    </a:lnTo>
                    <a:lnTo>
                      <a:pt x="678" y="241"/>
                    </a:lnTo>
                    <a:lnTo>
                      <a:pt x="676" y="239"/>
                    </a:lnTo>
                    <a:lnTo>
                      <a:pt x="674" y="243"/>
                    </a:lnTo>
                    <a:lnTo>
                      <a:pt x="674" y="243"/>
                    </a:lnTo>
                    <a:lnTo>
                      <a:pt x="674" y="244"/>
                    </a:lnTo>
                    <a:lnTo>
                      <a:pt x="674" y="244"/>
                    </a:lnTo>
                    <a:lnTo>
                      <a:pt x="674" y="244"/>
                    </a:lnTo>
                    <a:lnTo>
                      <a:pt x="676" y="244"/>
                    </a:lnTo>
                    <a:lnTo>
                      <a:pt x="676" y="244"/>
                    </a:lnTo>
                    <a:lnTo>
                      <a:pt x="676" y="246"/>
                    </a:lnTo>
                    <a:lnTo>
                      <a:pt x="674" y="248"/>
                    </a:lnTo>
                    <a:lnTo>
                      <a:pt x="672" y="248"/>
                    </a:lnTo>
                    <a:lnTo>
                      <a:pt x="672" y="248"/>
                    </a:lnTo>
                    <a:lnTo>
                      <a:pt x="667" y="248"/>
                    </a:lnTo>
                    <a:lnTo>
                      <a:pt x="666" y="248"/>
                    </a:lnTo>
                    <a:lnTo>
                      <a:pt x="666" y="246"/>
                    </a:lnTo>
                    <a:lnTo>
                      <a:pt x="664" y="246"/>
                    </a:lnTo>
                    <a:lnTo>
                      <a:pt x="664" y="244"/>
                    </a:lnTo>
                    <a:lnTo>
                      <a:pt x="664" y="243"/>
                    </a:lnTo>
                    <a:lnTo>
                      <a:pt x="666" y="241"/>
                    </a:lnTo>
                    <a:lnTo>
                      <a:pt x="666" y="241"/>
                    </a:lnTo>
                    <a:lnTo>
                      <a:pt x="664" y="241"/>
                    </a:lnTo>
                    <a:lnTo>
                      <a:pt x="664" y="241"/>
                    </a:lnTo>
                    <a:lnTo>
                      <a:pt x="662" y="241"/>
                    </a:lnTo>
                    <a:lnTo>
                      <a:pt x="662" y="239"/>
                    </a:lnTo>
                    <a:lnTo>
                      <a:pt x="661" y="239"/>
                    </a:lnTo>
                    <a:lnTo>
                      <a:pt x="662" y="238"/>
                    </a:lnTo>
                    <a:lnTo>
                      <a:pt x="662" y="238"/>
                    </a:lnTo>
                    <a:lnTo>
                      <a:pt x="664" y="236"/>
                    </a:lnTo>
                    <a:lnTo>
                      <a:pt x="666" y="234"/>
                    </a:lnTo>
                    <a:lnTo>
                      <a:pt x="666" y="233"/>
                    </a:lnTo>
                    <a:lnTo>
                      <a:pt x="666" y="231"/>
                    </a:lnTo>
                    <a:lnTo>
                      <a:pt x="664" y="231"/>
                    </a:lnTo>
                    <a:lnTo>
                      <a:pt x="662" y="231"/>
                    </a:lnTo>
                    <a:lnTo>
                      <a:pt x="661" y="233"/>
                    </a:lnTo>
                    <a:lnTo>
                      <a:pt x="661" y="233"/>
                    </a:lnTo>
                    <a:lnTo>
                      <a:pt x="659" y="236"/>
                    </a:lnTo>
                    <a:lnTo>
                      <a:pt x="659" y="234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6"/>
                    </a:lnTo>
                    <a:lnTo>
                      <a:pt x="657" y="238"/>
                    </a:lnTo>
                    <a:lnTo>
                      <a:pt x="655" y="236"/>
                    </a:lnTo>
                    <a:lnTo>
                      <a:pt x="655" y="236"/>
                    </a:lnTo>
                    <a:lnTo>
                      <a:pt x="655" y="236"/>
                    </a:lnTo>
                    <a:lnTo>
                      <a:pt x="655" y="234"/>
                    </a:lnTo>
                    <a:lnTo>
                      <a:pt x="655" y="234"/>
                    </a:lnTo>
                    <a:lnTo>
                      <a:pt x="657" y="234"/>
                    </a:lnTo>
                    <a:lnTo>
                      <a:pt x="655" y="234"/>
                    </a:lnTo>
                    <a:lnTo>
                      <a:pt x="655" y="234"/>
                    </a:lnTo>
                    <a:lnTo>
                      <a:pt x="654" y="234"/>
                    </a:lnTo>
                    <a:lnTo>
                      <a:pt x="654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6"/>
                    </a:lnTo>
                    <a:lnTo>
                      <a:pt x="654" y="236"/>
                    </a:lnTo>
                    <a:lnTo>
                      <a:pt x="654" y="236"/>
                    </a:lnTo>
                    <a:lnTo>
                      <a:pt x="652" y="238"/>
                    </a:lnTo>
                    <a:lnTo>
                      <a:pt x="654" y="238"/>
                    </a:lnTo>
                    <a:lnTo>
                      <a:pt x="655" y="238"/>
                    </a:lnTo>
                    <a:lnTo>
                      <a:pt x="655" y="239"/>
                    </a:lnTo>
                    <a:lnTo>
                      <a:pt x="655" y="241"/>
                    </a:lnTo>
                    <a:lnTo>
                      <a:pt x="655" y="241"/>
                    </a:lnTo>
                    <a:lnTo>
                      <a:pt x="657" y="241"/>
                    </a:lnTo>
                    <a:lnTo>
                      <a:pt x="657" y="243"/>
                    </a:lnTo>
                    <a:lnTo>
                      <a:pt x="655" y="243"/>
                    </a:lnTo>
                    <a:lnTo>
                      <a:pt x="654" y="243"/>
                    </a:lnTo>
                    <a:lnTo>
                      <a:pt x="654" y="244"/>
                    </a:lnTo>
                    <a:lnTo>
                      <a:pt x="654" y="244"/>
                    </a:lnTo>
                    <a:lnTo>
                      <a:pt x="652" y="244"/>
                    </a:lnTo>
                    <a:lnTo>
                      <a:pt x="652" y="246"/>
                    </a:lnTo>
                    <a:lnTo>
                      <a:pt x="650" y="244"/>
                    </a:lnTo>
                    <a:lnTo>
                      <a:pt x="649" y="243"/>
                    </a:lnTo>
                    <a:lnTo>
                      <a:pt x="649" y="243"/>
                    </a:lnTo>
                    <a:lnTo>
                      <a:pt x="647" y="244"/>
                    </a:lnTo>
                    <a:lnTo>
                      <a:pt x="647" y="246"/>
                    </a:lnTo>
                    <a:lnTo>
                      <a:pt x="647" y="246"/>
                    </a:lnTo>
                    <a:lnTo>
                      <a:pt x="645" y="246"/>
                    </a:lnTo>
                    <a:lnTo>
                      <a:pt x="644" y="246"/>
                    </a:lnTo>
                    <a:lnTo>
                      <a:pt x="644" y="248"/>
                    </a:lnTo>
                    <a:lnTo>
                      <a:pt x="640" y="246"/>
                    </a:lnTo>
                    <a:lnTo>
                      <a:pt x="640" y="244"/>
                    </a:lnTo>
                    <a:lnTo>
                      <a:pt x="638" y="246"/>
                    </a:lnTo>
                    <a:lnTo>
                      <a:pt x="638" y="246"/>
                    </a:lnTo>
                    <a:lnTo>
                      <a:pt x="638" y="248"/>
                    </a:lnTo>
                    <a:lnTo>
                      <a:pt x="640" y="249"/>
                    </a:lnTo>
                    <a:lnTo>
                      <a:pt x="640" y="251"/>
                    </a:lnTo>
                    <a:lnTo>
                      <a:pt x="640" y="253"/>
                    </a:lnTo>
                    <a:lnTo>
                      <a:pt x="638" y="258"/>
                    </a:lnTo>
                    <a:lnTo>
                      <a:pt x="638" y="261"/>
                    </a:lnTo>
                    <a:lnTo>
                      <a:pt x="638" y="266"/>
                    </a:lnTo>
                    <a:lnTo>
                      <a:pt x="640" y="268"/>
                    </a:lnTo>
                    <a:lnTo>
                      <a:pt x="640" y="270"/>
                    </a:lnTo>
                    <a:lnTo>
                      <a:pt x="640" y="272"/>
                    </a:lnTo>
                    <a:lnTo>
                      <a:pt x="640" y="272"/>
                    </a:lnTo>
                    <a:lnTo>
                      <a:pt x="640" y="273"/>
                    </a:lnTo>
                    <a:lnTo>
                      <a:pt x="638" y="275"/>
                    </a:lnTo>
                    <a:lnTo>
                      <a:pt x="637" y="277"/>
                    </a:lnTo>
                    <a:lnTo>
                      <a:pt x="635" y="277"/>
                    </a:lnTo>
                    <a:lnTo>
                      <a:pt x="633" y="278"/>
                    </a:lnTo>
                    <a:lnTo>
                      <a:pt x="632" y="278"/>
                    </a:lnTo>
                    <a:lnTo>
                      <a:pt x="632" y="280"/>
                    </a:lnTo>
                    <a:lnTo>
                      <a:pt x="632" y="280"/>
                    </a:lnTo>
                    <a:lnTo>
                      <a:pt x="632" y="282"/>
                    </a:lnTo>
                    <a:lnTo>
                      <a:pt x="632" y="282"/>
                    </a:lnTo>
                    <a:lnTo>
                      <a:pt x="632" y="280"/>
                    </a:lnTo>
                    <a:lnTo>
                      <a:pt x="633" y="280"/>
                    </a:lnTo>
                    <a:lnTo>
                      <a:pt x="635" y="278"/>
                    </a:lnTo>
                    <a:lnTo>
                      <a:pt x="638" y="278"/>
                    </a:lnTo>
                    <a:lnTo>
                      <a:pt x="640" y="278"/>
                    </a:lnTo>
                    <a:lnTo>
                      <a:pt x="640" y="278"/>
                    </a:lnTo>
                    <a:lnTo>
                      <a:pt x="642" y="280"/>
                    </a:lnTo>
                    <a:lnTo>
                      <a:pt x="644" y="280"/>
                    </a:lnTo>
                    <a:lnTo>
                      <a:pt x="659" y="285"/>
                    </a:lnTo>
                    <a:lnTo>
                      <a:pt x="662" y="285"/>
                    </a:lnTo>
                    <a:lnTo>
                      <a:pt x="666" y="283"/>
                    </a:lnTo>
                    <a:lnTo>
                      <a:pt x="666" y="283"/>
                    </a:lnTo>
                    <a:lnTo>
                      <a:pt x="667" y="283"/>
                    </a:lnTo>
                    <a:lnTo>
                      <a:pt x="669" y="283"/>
                    </a:lnTo>
                    <a:lnTo>
                      <a:pt x="672" y="283"/>
                    </a:lnTo>
                    <a:lnTo>
                      <a:pt x="674" y="285"/>
                    </a:lnTo>
                    <a:lnTo>
                      <a:pt x="676" y="285"/>
                    </a:lnTo>
                    <a:lnTo>
                      <a:pt x="676" y="285"/>
                    </a:lnTo>
                    <a:lnTo>
                      <a:pt x="678" y="285"/>
                    </a:lnTo>
                    <a:lnTo>
                      <a:pt x="681" y="287"/>
                    </a:lnTo>
                    <a:lnTo>
                      <a:pt x="681" y="285"/>
                    </a:lnTo>
                    <a:lnTo>
                      <a:pt x="681" y="285"/>
                    </a:lnTo>
                    <a:lnTo>
                      <a:pt x="683" y="285"/>
                    </a:lnTo>
                    <a:lnTo>
                      <a:pt x="684" y="287"/>
                    </a:lnTo>
                    <a:lnTo>
                      <a:pt x="683" y="285"/>
                    </a:lnTo>
                    <a:lnTo>
                      <a:pt x="683" y="285"/>
                    </a:lnTo>
                    <a:lnTo>
                      <a:pt x="684" y="285"/>
                    </a:lnTo>
                    <a:close/>
                    <a:moveTo>
                      <a:pt x="657" y="413"/>
                    </a:moveTo>
                    <a:lnTo>
                      <a:pt x="659" y="413"/>
                    </a:lnTo>
                    <a:lnTo>
                      <a:pt x="659" y="414"/>
                    </a:lnTo>
                    <a:lnTo>
                      <a:pt x="661" y="414"/>
                    </a:lnTo>
                    <a:lnTo>
                      <a:pt x="662" y="411"/>
                    </a:lnTo>
                    <a:lnTo>
                      <a:pt x="664" y="409"/>
                    </a:lnTo>
                    <a:lnTo>
                      <a:pt x="664" y="407"/>
                    </a:lnTo>
                    <a:lnTo>
                      <a:pt x="664" y="407"/>
                    </a:lnTo>
                    <a:lnTo>
                      <a:pt x="662" y="406"/>
                    </a:lnTo>
                    <a:lnTo>
                      <a:pt x="661" y="406"/>
                    </a:lnTo>
                    <a:lnTo>
                      <a:pt x="661" y="404"/>
                    </a:lnTo>
                    <a:lnTo>
                      <a:pt x="659" y="406"/>
                    </a:lnTo>
                    <a:lnTo>
                      <a:pt x="657" y="406"/>
                    </a:lnTo>
                    <a:lnTo>
                      <a:pt x="657" y="407"/>
                    </a:lnTo>
                    <a:lnTo>
                      <a:pt x="655" y="409"/>
                    </a:lnTo>
                    <a:lnTo>
                      <a:pt x="657" y="411"/>
                    </a:lnTo>
                    <a:lnTo>
                      <a:pt x="657" y="413"/>
                    </a:lnTo>
                    <a:close/>
                    <a:moveTo>
                      <a:pt x="618" y="214"/>
                    </a:moveTo>
                    <a:lnTo>
                      <a:pt x="620" y="216"/>
                    </a:lnTo>
                    <a:lnTo>
                      <a:pt x="620" y="214"/>
                    </a:lnTo>
                    <a:lnTo>
                      <a:pt x="620" y="214"/>
                    </a:lnTo>
                    <a:lnTo>
                      <a:pt x="620" y="214"/>
                    </a:lnTo>
                    <a:lnTo>
                      <a:pt x="618" y="214"/>
                    </a:lnTo>
                    <a:lnTo>
                      <a:pt x="618" y="212"/>
                    </a:lnTo>
                    <a:lnTo>
                      <a:pt x="616" y="210"/>
                    </a:lnTo>
                    <a:lnTo>
                      <a:pt x="616" y="209"/>
                    </a:lnTo>
                    <a:lnTo>
                      <a:pt x="615" y="207"/>
                    </a:lnTo>
                    <a:lnTo>
                      <a:pt x="613" y="205"/>
                    </a:lnTo>
                    <a:lnTo>
                      <a:pt x="611" y="205"/>
                    </a:lnTo>
                    <a:lnTo>
                      <a:pt x="613" y="207"/>
                    </a:lnTo>
                    <a:lnTo>
                      <a:pt x="615" y="209"/>
                    </a:lnTo>
                    <a:lnTo>
                      <a:pt x="615" y="210"/>
                    </a:lnTo>
                    <a:lnTo>
                      <a:pt x="615" y="212"/>
                    </a:lnTo>
                    <a:lnTo>
                      <a:pt x="615" y="217"/>
                    </a:lnTo>
                    <a:lnTo>
                      <a:pt x="615" y="217"/>
                    </a:lnTo>
                    <a:lnTo>
                      <a:pt x="616" y="219"/>
                    </a:lnTo>
                    <a:lnTo>
                      <a:pt x="616" y="219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21"/>
                    </a:lnTo>
                    <a:lnTo>
                      <a:pt x="616" y="219"/>
                    </a:lnTo>
                    <a:lnTo>
                      <a:pt x="616" y="217"/>
                    </a:lnTo>
                    <a:lnTo>
                      <a:pt x="616" y="216"/>
                    </a:lnTo>
                    <a:lnTo>
                      <a:pt x="618" y="216"/>
                    </a:lnTo>
                    <a:lnTo>
                      <a:pt x="618" y="214"/>
                    </a:lnTo>
                    <a:close/>
                    <a:moveTo>
                      <a:pt x="577" y="338"/>
                    </a:moveTo>
                    <a:lnTo>
                      <a:pt x="577" y="338"/>
                    </a:lnTo>
                    <a:lnTo>
                      <a:pt x="577" y="338"/>
                    </a:lnTo>
                    <a:lnTo>
                      <a:pt x="577" y="339"/>
                    </a:lnTo>
                    <a:lnTo>
                      <a:pt x="579" y="339"/>
                    </a:lnTo>
                    <a:lnTo>
                      <a:pt x="581" y="338"/>
                    </a:lnTo>
                    <a:lnTo>
                      <a:pt x="582" y="338"/>
                    </a:lnTo>
                    <a:lnTo>
                      <a:pt x="582" y="338"/>
                    </a:lnTo>
                    <a:lnTo>
                      <a:pt x="584" y="338"/>
                    </a:lnTo>
                    <a:lnTo>
                      <a:pt x="584" y="336"/>
                    </a:lnTo>
                    <a:lnTo>
                      <a:pt x="582" y="334"/>
                    </a:lnTo>
                    <a:lnTo>
                      <a:pt x="582" y="333"/>
                    </a:lnTo>
                    <a:lnTo>
                      <a:pt x="581" y="333"/>
                    </a:lnTo>
                    <a:lnTo>
                      <a:pt x="579" y="334"/>
                    </a:lnTo>
                    <a:lnTo>
                      <a:pt x="579" y="334"/>
                    </a:lnTo>
                    <a:lnTo>
                      <a:pt x="579" y="336"/>
                    </a:lnTo>
                    <a:lnTo>
                      <a:pt x="579" y="336"/>
                    </a:lnTo>
                    <a:lnTo>
                      <a:pt x="577" y="338"/>
                    </a:lnTo>
                    <a:close/>
                    <a:moveTo>
                      <a:pt x="679" y="399"/>
                    </a:moveTo>
                    <a:lnTo>
                      <a:pt x="681" y="397"/>
                    </a:lnTo>
                    <a:lnTo>
                      <a:pt x="679" y="394"/>
                    </a:lnTo>
                    <a:lnTo>
                      <a:pt x="679" y="392"/>
                    </a:lnTo>
                    <a:lnTo>
                      <a:pt x="679" y="390"/>
                    </a:lnTo>
                    <a:lnTo>
                      <a:pt x="678" y="390"/>
                    </a:lnTo>
                    <a:lnTo>
                      <a:pt x="678" y="392"/>
                    </a:lnTo>
                    <a:lnTo>
                      <a:pt x="676" y="394"/>
                    </a:lnTo>
                    <a:lnTo>
                      <a:pt x="676" y="396"/>
                    </a:lnTo>
                    <a:lnTo>
                      <a:pt x="676" y="396"/>
                    </a:lnTo>
                    <a:lnTo>
                      <a:pt x="676" y="396"/>
                    </a:lnTo>
                    <a:lnTo>
                      <a:pt x="678" y="396"/>
                    </a:lnTo>
                    <a:lnTo>
                      <a:pt x="678" y="397"/>
                    </a:lnTo>
                    <a:lnTo>
                      <a:pt x="676" y="397"/>
                    </a:lnTo>
                    <a:lnTo>
                      <a:pt x="676" y="397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399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1"/>
                    </a:lnTo>
                    <a:lnTo>
                      <a:pt x="676" y="402"/>
                    </a:lnTo>
                    <a:lnTo>
                      <a:pt x="676" y="402"/>
                    </a:lnTo>
                    <a:lnTo>
                      <a:pt x="678" y="401"/>
                    </a:lnTo>
                    <a:lnTo>
                      <a:pt x="678" y="401"/>
                    </a:lnTo>
                    <a:lnTo>
                      <a:pt x="679" y="401"/>
                    </a:lnTo>
                    <a:lnTo>
                      <a:pt x="678" y="399"/>
                    </a:lnTo>
                    <a:lnTo>
                      <a:pt x="678" y="399"/>
                    </a:lnTo>
                    <a:lnTo>
                      <a:pt x="679" y="399"/>
                    </a:lnTo>
                    <a:close/>
                    <a:moveTo>
                      <a:pt x="671" y="404"/>
                    </a:moveTo>
                    <a:lnTo>
                      <a:pt x="672" y="406"/>
                    </a:lnTo>
                    <a:lnTo>
                      <a:pt x="672" y="406"/>
                    </a:lnTo>
                    <a:lnTo>
                      <a:pt x="674" y="407"/>
                    </a:lnTo>
                    <a:lnTo>
                      <a:pt x="674" y="406"/>
                    </a:lnTo>
                    <a:lnTo>
                      <a:pt x="674" y="404"/>
                    </a:lnTo>
                    <a:lnTo>
                      <a:pt x="674" y="404"/>
                    </a:lnTo>
                    <a:lnTo>
                      <a:pt x="672" y="402"/>
                    </a:lnTo>
                    <a:lnTo>
                      <a:pt x="671" y="402"/>
                    </a:lnTo>
                    <a:lnTo>
                      <a:pt x="667" y="402"/>
                    </a:lnTo>
                    <a:lnTo>
                      <a:pt x="666" y="402"/>
                    </a:lnTo>
                    <a:lnTo>
                      <a:pt x="667" y="406"/>
                    </a:lnTo>
                    <a:lnTo>
                      <a:pt x="667" y="407"/>
                    </a:lnTo>
                    <a:lnTo>
                      <a:pt x="666" y="409"/>
                    </a:lnTo>
                    <a:lnTo>
                      <a:pt x="666" y="411"/>
                    </a:lnTo>
                    <a:lnTo>
                      <a:pt x="667" y="413"/>
                    </a:lnTo>
                    <a:lnTo>
                      <a:pt x="667" y="411"/>
                    </a:lnTo>
                    <a:lnTo>
                      <a:pt x="669" y="411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9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06"/>
                    </a:lnTo>
                    <a:lnTo>
                      <a:pt x="671" y="406"/>
                    </a:lnTo>
                    <a:lnTo>
                      <a:pt x="671" y="404"/>
                    </a:lnTo>
                    <a:close/>
                    <a:moveTo>
                      <a:pt x="645" y="401"/>
                    </a:moveTo>
                    <a:lnTo>
                      <a:pt x="647" y="402"/>
                    </a:lnTo>
                    <a:lnTo>
                      <a:pt x="647" y="402"/>
                    </a:lnTo>
                    <a:lnTo>
                      <a:pt x="647" y="402"/>
                    </a:lnTo>
                    <a:lnTo>
                      <a:pt x="649" y="402"/>
                    </a:lnTo>
                    <a:lnTo>
                      <a:pt x="650" y="402"/>
                    </a:lnTo>
                    <a:lnTo>
                      <a:pt x="650" y="401"/>
                    </a:lnTo>
                    <a:lnTo>
                      <a:pt x="650" y="402"/>
                    </a:lnTo>
                    <a:lnTo>
                      <a:pt x="652" y="402"/>
                    </a:lnTo>
                    <a:lnTo>
                      <a:pt x="654" y="402"/>
                    </a:lnTo>
                    <a:lnTo>
                      <a:pt x="655" y="401"/>
                    </a:lnTo>
                    <a:lnTo>
                      <a:pt x="655" y="396"/>
                    </a:lnTo>
                    <a:lnTo>
                      <a:pt x="655" y="394"/>
                    </a:lnTo>
                    <a:lnTo>
                      <a:pt x="655" y="392"/>
                    </a:lnTo>
                    <a:lnTo>
                      <a:pt x="654" y="392"/>
                    </a:lnTo>
                    <a:lnTo>
                      <a:pt x="652" y="392"/>
                    </a:lnTo>
                    <a:lnTo>
                      <a:pt x="650" y="394"/>
                    </a:lnTo>
                    <a:lnTo>
                      <a:pt x="649" y="394"/>
                    </a:lnTo>
                    <a:lnTo>
                      <a:pt x="649" y="394"/>
                    </a:lnTo>
                    <a:lnTo>
                      <a:pt x="649" y="394"/>
                    </a:lnTo>
                    <a:lnTo>
                      <a:pt x="649" y="396"/>
                    </a:lnTo>
                    <a:lnTo>
                      <a:pt x="649" y="396"/>
                    </a:lnTo>
                    <a:lnTo>
                      <a:pt x="647" y="397"/>
                    </a:lnTo>
                    <a:lnTo>
                      <a:pt x="645" y="397"/>
                    </a:lnTo>
                    <a:lnTo>
                      <a:pt x="647" y="399"/>
                    </a:lnTo>
                    <a:lnTo>
                      <a:pt x="647" y="399"/>
                    </a:lnTo>
                    <a:lnTo>
                      <a:pt x="647" y="401"/>
                    </a:lnTo>
                    <a:lnTo>
                      <a:pt x="645" y="401"/>
                    </a:lnTo>
                    <a:close/>
                    <a:moveTo>
                      <a:pt x="625" y="239"/>
                    </a:moveTo>
                    <a:lnTo>
                      <a:pt x="627" y="239"/>
                    </a:lnTo>
                    <a:lnTo>
                      <a:pt x="627" y="238"/>
                    </a:lnTo>
                    <a:lnTo>
                      <a:pt x="628" y="238"/>
                    </a:lnTo>
                    <a:lnTo>
                      <a:pt x="628" y="238"/>
                    </a:lnTo>
                    <a:lnTo>
                      <a:pt x="628" y="238"/>
                    </a:lnTo>
                    <a:lnTo>
                      <a:pt x="628" y="236"/>
                    </a:lnTo>
                    <a:lnTo>
                      <a:pt x="627" y="236"/>
                    </a:lnTo>
                    <a:lnTo>
                      <a:pt x="627" y="234"/>
                    </a:lnTo>
                    <a:lnTo>
                      <a:pt x="625" y="234"/>
                    </a:lnTo>
                    <a:lnTo>
                      <a:pt x="625" y="234"/>
                    </a:lnTo>
                    <a:lnTo>
                      <a:pt x="625" y="233"/>
                    </a:lnTo>
                    <a:lnTo>
                      <a:pt x="623" y="233"/>
                    </a:lnTo>
                    <a:lnTo>
                      <a:pt x="621" y="233"/>
                    </a:lnTo>
                    <a:lnTo>
                      <a:pt x="621" y="233"/>
                    </a:lnTo>
                    <a:lnTo>
                      <a:pt x="620" y="233"/>
                    </a:lnTo>
                    <a:lnTo>
                      <a:pt x="618" y="234"/>
                    </a:lnTo>
                    <a:lnTo>
                      <a:pt x="618" y="236"/>
                    </a:lnTo>
                    <a:lnTo>
                      <a:pt x="618" y="238"/>
                    </a:lnTo>
                    <a:lnTo>
                      <a:pt x="618" y="239"/>
                    </a:lnTo>
                    <a:lnTo>
                      <a:pt x="616" y="239"/>
                    </a:lnTo>
                    <a:lnTo>
                      <a:pt x="613" y="238"/>
                    </a:lnTo>
                    <a:lnTo>
                      <a:pt x="613" y="246"/>
                    </a:lnTo>
                    <a:lnTo>
                      <a:pt x="613" y="246"/>
                    </a:lnTo>
                    <a:lnTo>
                      <a:pt x="616" y="248"/>
                    </a:lnTo>
                    <a:lnTo>
                      <a:pt x="616" y="246"/>
                    </a:lnTo>
                    <a:lnTo>
                      <a:pt x="616" y="243"/>
                    </a:lnTo>
                    <a:lnTo>
                      <a:pt x="616" y="241"/>
                    </a:lnTo>
                    <a:lnTo>
                      <a:pt x="618" y="241"/>
                    </a:lnTo>
                    <a:lnTo>
                      <a:pt x="620" y="241"/>
                    </a:lnTo>
                    <a:lnTo>
                      <a:pt x="620" y="244"/>
                    </a:lnTo>
                    <a:lnTo>
                      <a:pt x="621" y="246"/>
                    </a:lnTo>
                    <a:lnTo>
                      <a:pt x="621" y="246"/>
                    </a:lnTo>
                    <a:lnTo>
                      <a:pt x="621" y="246"/>
                    </a:lnTo>
                    <a:lnTo>
                      <a:pt x="621" y="248"/>
                    </a:lnTo>
                    <a:lnTo>
                      <a:pt x="621" y="248"/>
                    </a:lnTo>
                    <a:lnTo>
                      <a:pt x="620" y="248"/>
                    </a:lnTo>
                    <a:lnTo>
                      <a:pt x="621" y="249"/>
                    </a:lnTo>
                    <a:lnTo>
                      <a:pt x="621" y="248"/>
                    </a:lnTo>
                    <a:lnTo>
                      <a:pt x="623" y="248"/>
                    </a:lnTo>
                    <a:lnTo>
                      <a:pt x="625" y="248"/>
                    </a:lnTo>
                    <a:lnTo>
                      <a:pt x="625" y="246"/>
                    </a:lnTo>
                    <a:lnTo>
                      <a:pt x="625" y="244"/>
                    </a:lnTo>
                    <a:lnTo>
                      <a:pt x="625" y="243"/>
                    </a:lnTo>
                    <a:lnTo>
                      <a:pt x="627" y="243"/>
                    </a:lnTo>
                    <a:lnTo>
                      <a:pt x="627" y="243"/>
                    </a:lnTo>
                    <a:lnTo>
                      <a:pt x="627" y="241"/>
                    </a:lnTo>
                    <a:lnTo>
                      <a:pt x="625" y="241"/>
                    </a:lnTo>
                    <a:lnTo>
                      <a:pt x="625" y="241"/>
                    </a:lnTo>
                    <a:lnTo>
                      <a:pt x="625" y="239"/>
                    </a:lnTo>
                    <a:lnTo>
                      <a:pt x="625" y="239"/>
                    </a:lnTo>
                    <a:close/>
                    <a:moveTo>
                      <a:pt x="771" y="477"/>
                    </a:moveTo>
                    <a:lnTo>
                      <a:pt x="767" y="474"/>
                    </a:lnTo>
                    <a:lnTo>
                      <a:pt x="764" y="470"/>
                    </a:lnTo>
                    <a:lnTo>
                      <a:pt x="762" y="469"/>
                    </a:lnTo>
                    <a:lnTo>
                      <a:pt x="762" y="469"/>
                    </a:lnTo>
                    <a:lnTo>
                      <a:pt x="757" y="460"/>
                    </a:lnTo>
                    <a:lnTo>
                      <a:pt x="756" y="460"/>
                    </a:lnTo>
                    <a:lnTo>
                      <a:pt x="754" y="455"/>
                    </a:lnTo>
                    <a:lnTo>
                      <a:pt x="752" y="455"/>
                    </a:lnTo>
                    <a:lnTo>
                      <a:pt x="749" y="453"/>
                    </a:lnTo>
                    <a:lnTo>
                      <a:pt x="745" y="452"/>
                    </a:lnTo>
                    <a:lnTo>
                      <a:pt x="737" y="448"/>
                    </a:lnTo>
                    <a:lnTo>
                      <a:pt x="735" y="448"/>
                    </a:lnTo>
                    <a:lnTo>
                      <a:pt x="734" y="448"/>
                    </a:lnTo>
                    <a:lnTo>
                      <a:pt x="732" y="448"/>
                    </a:lnTo>
                    <a:lnTo>
                      <a:pt x="730" y="448"/>
                    </a:lnTo>
                    <a:lnTo>
                      <a:pt x="730" y="448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6"/>
                    </a:lnTo>
                    <a:lnTo>
                      <a:pt x="725" y="446"/>
                    </a:lnTo>
                    <a:lnTo>
                      <a:pt x="725" y="445"/>
                    </a:lnTo>
                    <a:lnTo>
                      <a:pt x="725" y="445"/>
                    </a:lnTo>
                    <a:lnTo>
                      <a:pt x="723" y="445"/>
                    </a:lnTo>
                    <a:lnTo>
                      <a:pt x="722" y="445"/>
                    </a:lnTo>
                    <a:lnTo>
                      <a:pt x="720" y="443"/>
                    </a:lnTo>
                    <a:lnTo>
                      <a:pt x="715" y="440"/>
                    </a:lnTo>
                    <a:lnTo>
                      <a:pt x="711" y="436"/>
                    </a:lnTo>
                    <a:lnTo>
                      <a:pt x="711" y="436"/>
                    </a:lnTo>
                    <a:lnTo>
                      <a:pt x="711" y="435"/>
                    </a:lnTo>
                    <a:lnTo>
                      <a:pt x="706" y="431"/>
                    </a:lnTo>
                    <a:lnTo>
                      <a:pt x="705" y="431"/>
                    </a:lnTo>
                    <a:lnTo>
                      <a:pt x="705" y="431"/>
                    </a:lnTo>
                    <a:lnTo>
                      <a:pt x="703" y="431"/>
                    </a:lnTo>
                    <a:lnTo>
                      <a:pt x="703" y="431"/>
                    </a:lnTo>
                    <a:lnTo>
                      <a:pt x="701" y="429"/>
                    </a:lnTo>
                    <a:lnTo>
                      <a:pt x="696" y="429"/>
                    </a:lnTo>
                    <a:lnTo>
                      <a:pt x="693" y="426"/>
                    </a:lnTo>
                    <a:lnTo>
                      <a:pt x="689" y="424"/>
                    </a:lnTo>
                    <a:lnTo>
                      <a:pt x="688" y="421"/>
                    </a:lnTo>
                    <a:lnTo>
                      <a:pt x="688" y="421"/>
                    </a:lnTo>
                    <a:lnTo>
                      <a:pt x="684" y="423"/>
                    </a:lnTo>
                    <a:lnTo>
                      <a:pt x="683" y="424"/>
                    </a:lnTo>
                    <a:lnTo>
                      <a:pt x="683" y="426"/>
                    </a:lnTo>
                    <a:lnTo>
                      <a:pt x="683" y="428"/>
                    </a:lnTo>
                    <a:lnTo>
                      <a:pt x="683" y="428"/>
                    </a:lnTo>
                    <a:lnTo>
                      <a:pt x="681" y="428"/>
                    </a:lnTo>
                    <a:lnTo>
                      <a:pt x="681" y="428"/>
                    </a:lnTo>
                    <a:lnTo>
                      <a:pt x="679" y="426"/>
                    </a:lnTo>
                    <a:lnTo>
                      <a:pt x="678" y="426"/>
                    </a:lnTo>
                    <a:lnTo>
                      <a:pt x="678" y="426"/>
                    </a:lnTo>
                    <a:lnTo>
                      <a:pt x="674" y="426"/>
                    </a:lnTo>
                    <a:lnTo>
                      <a:pt x="671" y="424"/>
                    </a:lnTo>
                    <a:lnTo>
                      <a:pt x="669" y="424"/>
                    </a:lnTo>
                    <a:lnTo>
                      <a:pt x="669" y="426"/>
                    </a:lnTo>
                    <a:lnTo>
                      <a:pt x="667" y="428"/>
                    </a:lnTo>
                    <a:lnTo>
                      <a:pt x="666" y="428"/>
                    </a:lnTo>
                    <a:lnTo>
                      <a:pt x="664" y="428"/>
                    </a:lnTo>
                    <a:lnTo>
                      <a:pt x="664" y="426"/>
                    </a:lnTo>
                    <a:lnTo>
                      <a:pt x="664" y="424"/>
                    </a:lnTo>
                    <a:lnTo>
                      <a:pt x="666" y="423"/>
                    </a:lnTo>
                    <a:lnTo>
                      <a:pt x="666" y="421"/>
                    </a:lnTo>
                    <a:lnTo>
                      <a:pt x="664" y="421"/>
                    </a:lnTo>
                    <a:lnTo>
                      <a:pt x="664" y="421"/>
                    </a:lnTo>
                    <a:lnTo>
                      <a:pt x="661" y="416"/>
                    </a:lnTo>
                    <a:lnTo>
                      <a:pt x="661" y="414"/>
                    </a:lnTo>
                    <a:lnTo>
                      <a:pt x="655" y="413"/>
                    </a:lnTo>
                    <a:lnTo>
                      <a:pt x="655" y="411"/>
                    </a:lnTo>
                    <a:lnTo>
                      <a:pt x="654" y="409"/>
                    </a:lnTo>
                    <a:lnTo>
                      <a:pt x="654" y="409"/>
                    </a:lnTo>
                    <a:lnTo>
                      <a:pt x="654" y="407"/>
                    </a:lnTo>
                    <a:lnTo>
                      <a:pt x="652" y="409"/>
                    </a:lnTo>
                    <a:lnTo>
                      <a:pt x="652" y="409"/>
                    </a:lnTo>
                    <a:lnTo>
                      <a:pt x="650" y="409"/>
                    </a:lnTo>
                    <a:lnTo>
                      <a:pt x="649" y="409"/>
                    </a:lnTo>
                    <a:lnTo>
                      <a:pt x="647" y="407"/>
                    </a:lnTo>
                    <a:lnTo>
                      <a:pt x="645" y="407"/>
                    </a:lnTo>
                    <a:lnTo>
                      <a:pt x="644" y="406"/>
                    </a:lnTo>
                    <a:lnTo>
                      <a:pt x="638" y="401"/>
                    </a:lnTo>
                    <a:lnTo>
                      <a:pt x="637" y="401"/>
                    </a:lnTo>
                    <a:lnTo>
                      <a:pt x="633" y="401"/>
                    </a:lnTo>
                    <a:lnTo>
                      <a:pt x="632" y="399"/>
                    </a:lnTo>
                    <a:lnTo>
                      <a:pt x="628" y="396"/>
                    </a:lnTo>
                    <a:lnTo>
                      <a:pt x="627" y="396"/>
                    </a:lnTo>
                    <a:lnTo>
                      <a:pt x="627" y="394"/>
                    </a:lnTo>
                    <a:lnTo>
                      <a:pt x="625" y="387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2"/>
                    </a:lnTo>
                    <a:lnTo>
                      <a:pt x="621" y="382"/>
                    </a:lnTo>
                    <a:lnTo>
                      <a:pt x="618" y="380"/>
                    </a:lnTo>
                    <a:lnTo>
                      <a:pt x="615" y="379"/>
                    </a:lnTo>
                    <a:lnTo>
                      <a:pt x="613" y="377"/>
                    </a:lnTo>
                    <a:lnTo>
                      <a:pt x="611" y="377"/>
                    </a:lnTo>
                    <a:lnTo>
                      <a:pt x="611" y="377"/>
                    </a:lnTo>
                    <a:lnTo>
                      <a:pt x="608" y="373"/>
                    </a:lnTo>
                    <a:lnTo>
                      <a:pt x="606" y="373"/>
                    </a:lnTo>
                    <a:lnTo>
                      <a:pt x="603" y="372"/>
                    </a:lnTo>
                    <a:lnTo>
                      <a:pt x="603" y="372"/>
                    </a:lnTo>
                    <a:lnTo>
                      <a:pt x="599" y="370"/>
                    </a:lnTo>
                    <a:lnTo>
                      <a:pt x="596" y="367"/>
                    </a:lnTo>
                    <a:lnTo>
                      <a:pt x="593" y="365"/>
                    </a:lnTo>
                    <a:lnTo>
                      <a:pt x="591" y="362"/>
                    </a:lnTo>
                    <a:lnTo>
                      <a:pt x="586" y="360"/>
                    </a:lnTo>
                    <a:lnTo>
                      <a:pt x="584" y="360"/>
                    </a:lnTo>
                    <a:lnTo>
                      <a:pt x="584" y="358"/>
                    </a:lnTo>
                    <a:lnTo>
                      <a:pt x="582" y="356"/>
                    </a:lnTo>
                    <a:lnTo>
                      <a:pt x="581" y="356"/>
                    </a:lnTo>
                    <a:lnTo>
                      <a:pt x="579" y="356"/>
                    </a:lnTo>
                    <a:lnTo>
                      <a:pt x="577" y="355"/>
                    </a:lnTo>
                    <a:lnTo>
                      <a:pt x="577" y="355"/>
                    </a:lnTo>
                    <a:lnTo>
                      <a:pt x="574" y="353"/>
                    </a:lnTo>
                    <a:lnTo>
                      <a:pt x="574" y="351"/>
                    </a:lnTo>
                    <a:lnTo>
                      <a:pt x="572" y="351"/>
                    </a:lnTo>
                    <a:lnTo>
                      <a:pt x="571" y="351"/>
                    </a:lnTo>
                    <a:lnTo>
                      <a:pt x="571" y="351"/>
                    </a:lnTo>
                    <a:lnTo>
                      <a:pt x="567" y="350"/>
                    </a:lnTo>
                    <a:lnTo>
                      <a:pt x="564" y="350"/>
                    </a:lnTo>
                    <a:lnTo>
                      <a:pt x="557" y="343"/>
                    </a:lnTo>
                    <a:lnTo>
                      <a:pt x="555" y="339"/>
                    </a:lnTo>
                    <a:lnTo>
                      <a:pt x="552" y="331"/>
                    </a:lnTo>
                    <a:lnTo>
                      <a:pt x="550" y="328"/>
                    </a:lnTo>
                    <a:lnTo>
                      <a:pt x="550" y="324"/>
                    </a:lnTo>
                    <a:lnTo>
                      <a:pt x="550" y="324"/>
                    </a:lnTo>
                    <a:lnTo>
                      <a:pt x="548" y="323"/>
                    </a:lnTo>
                    <a:lnTo>
                      <a:pt x="550" y="323"/>
                    </a:lnTo>
                    <a:lnTo>
                      <a:pt x="550" y="323"/>
                    </a:lnTo>
                    <a:lnTo>
                      <a:pt x="552" y="323"/>
                    </a:lnTo>
                    <a:lnTo>
                      <a:pt x="554" y="323"/>
                    </a:lnTo>
                    <a:lnTo>
                      <a:pt x="554" y="323"/>
                    </a:lnTo>
                    <a:lnTo>
                      <a:pt x="555" y="323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9" y="319"/>
                    </a:lnTo>
                    <a:lnTo>
                      <a:pt x="560" y="317"/>
                    </a:lnTo>
                    <a:lnTo>
                      <a:pt x="562" y="317"/>
                    </a:lnTo>
                    <a:lnTo>
                      <a:pt x="562" y="316"/>
                    </a:lnTo>
                    <a:lnTo>
                      <a:pt x="564" y="311"/>
                    </a:lnTo>
                    <a:lnTo>
                      <a:pt x="565" y="309"/>
                    </a:lnTo>
                    <a:lnTo>
                      <a:pt x="569" y="300"/>
                    </a:lnTo>
                    <a:lnTo>
                      <a:pt x="571" y="299"/>
                    </a:lnTo>
                    <a:lnTo>
                      <a:pt x="572" y="297"/>
                    </a:lnTo>
                    <a:lnTo>
                      <a:pt x="574" y="297"/>
                    </a:lnTo>
                    <a:lnTo>
                      <a:pt x="576" y="295"/>
                    </a:lnTo>
                    <a:lnTo>
                      <a:pt x="581" y="287"/>
                    </a:lnTo>
                    <a:lnTo>
                      <a:pt x="582" y="283"/>
                    </a:lnTo>
                    <a:lnTo>
                      <a:pt x="584" y="282"/>
                    </a:lnTo>
                    <a:lnTo>
                      <a:pt x="584" y="282"/>
                    </a:lnTo>
                    <a:lnTo>
                      <a:pt x="586" y="280"/>
                    </a:lnTo>
                    <a:lnTo>
                      <a:pt x="588" y="280"/>
                    </a:lnTo>
                    <a:lnTo>
                      <a:pt x="588" y="280"/>
                    </a:lnTo>
                    <a:lnTo>
                      <a:pt x="589" y="280"/>
                    </a:lnTo>
                    <a:lnTo>
                      <a:pt x="589" y="280"/>
                    </a:lnTo>
                    <a:lnTo>
                      <a:pt x="591" y="278"/>
                    </a:lnTo>
                    <a:lnTo>
                      <a:pt x="593" y="278"/>
                    </a:lnTo>
                    <a:lnTo>
                      <a:pt x="594" y="277"/>
                    </a:lnTo>
                    <a:lnTo>
                      <a:pt x="596" y="278"/>
                    </a:lnTo>
                    <a:lnTo>
                      <a:pt x="594" y="273"/>
                    </a:lnTo>
                    <a:lnTo>
                      <a:pt x="596" y="258"/>
                    </a:lnTo>
                    <a:lnTo>
                      <a:pt x="599" y="256"/>
                    </a:lnTo>
                    <a:lnTo>
                      <a:pt x="603" y="253"/>
                    </a:lnTo>
                    <a:lnTo>
                      <a:pt x="603" y="251"/>
                    </a:lnTo>
                    <a:lnTo>
                      <a:pt x="603" y="249"/>
                    </a:lnTo>
                    <a:lnTo>
                      <a:pt x="603" y="249"/>
                    </a:lnTo>
                    <a:lnTo>
                      <a:pt x="603" y="248"/>
                    </a:lnTo>
                    <a:lnTo>
                      <a:pt x="603" y="248"/>
                    </a:lnTo>
                    <a:lnTo>
                      <a:pt x="603" y="248"/>
                    </a:lnTo>
                    <a:lnTo>
                      <a:pt x="604" y="246"/>
                    </a:lnTo>
                    <a:lnTo>
                      <a:pt x="604" y="244"/>
                    </a:lnTo>
                    <a:lnTo>
                      <a:pt x="603" y="244"/>
                    </a:lnTo>
                    <a:lnTo>
                      <a:pt x="606" y="239"/>
                    </a:lnTo>
                    <a:lnTo>
                      <a:pt x="608" y="236"/>
                    </a:lnTo>
                    <a:lnTo>
                      <a:pt x="608" y="234"/>
                    </a:lnTo>
                    <a:lnTo>
                      <a:pt x="610" y="233"/>
                    </a:lnTo>
                    <a:lnTo>
                      <a:pt x="610" y="233"/>
                    </a:lnTo>
                    <a:lnTo>
                      <a:pt x="610" y="231"/>
                    </a:lnTo>
                    <a:lnTo>
                      <a:pt x="610" y="231"/>
                    </a:lnTo>
                    <a:lnTo>
                      <a:pt x="608" y="231"/>
                    </a:lnTo>
                    <a:lnTo>
                      <a:pt x="608" y="231"/>
                    </a:lnTo>
                    <a:lnTo>
                      <a:pt x="608" y="231"/>
                    </a:lnTo>
                    <a:lnTo>
                      <a:pt x="606" y="231"/>
                    </a:lnTo>
                    <a:lnTo>
                      <a:pt x="606" y="233"/>
                    </a:lnTo>
                    <a:lnTo>
                      <a:pt x="606" y="233"/>
                    </a:lnTo>
                    <a:lnTo>
                      <a:pt x="606" y="233"/>
                    </a:lnTo>
                    <a:lnTo>
                      <a:pt x="603" y="238"/>
                    </a:lnTo>
                    <a:lnTo>
                      <a:pt x="601" y="239"/>
                    </a:lnTo>
                    <a:lnTo>
                      <a:pt x="598" y="239"/>
                    </a:lnTo>
                    <a:lnTo>
                      <a:pt x="594" y="239"/>
                    </a:lnTo>
                    <a:lnTo>
                      <a:pt x="593" y="236"/>
                    </a:lnTo>
                    <a:lnTo>
                      <a:pt x="594" y="234"/>
                    </a:lnTo>
                    <a:lnTo>
                      <a:pt x="596" y="233"/>
                    </a:lnTo>
                    <a:lnTo>
                      <a:pt x="596" y="233"/>
                    </a:lnTo>
                    <a:lnTo>
                      <a:pt x="596" y="233"/>
                    </a:lnTo>
                    <a:lnTo>
                      <a:pt x="596" y="231"/>
                    </a:lnTo>
                    <a:lnTo>
                      <a:pt x="594" y="233"/>
                    </a:lnTo>
                    <a:lnTo>
                      <a:pt x="593" y="231"/>
                    </a:lnTo>
                    <a:lnTo>
                      <a:pt x="591" y="227"/>
                    </a:lnTo>
                    <a:lnTo>
                      <a:pt x="589" y="226"/>
                    </a:lnTo>
                    <a:lnTo>
                      <a:pt x="589" y="224"/>
                    </a:lnTo>
                    <a:lnTo>
                      <a:pt x="591" y="224"/>
                    </a:lnTo>
                    <a:lnTo>
                      <a:pt x="591" y="224"/>
                    </a:lnTo>
                    <a:lnTo>
                      <a:pt x="591" y="222"/>
                    </a:lnTo>
                    <a:lnTo>
                      <a:pt x="591" y="222"/>
                    </a:lnTo>
                    <a:lnTo>
                      <a:pt x="593" y="221"/>
                    </a:lnTo>
                    <a:lnTo>
                      <a:pt x="591" y="219"/>
                    </a:lnTo>
                    <a:lnTo>
                      <a:pt x="591" y="216"/>
                    </a:lnTo>
                    <a:lnTo>
                      <a:pt x="591" y="214"/>
                    </a:lnTo>
                    <a:lnTo>
                      <a:pt x="593" y="212"/>
                    </a:lnTo>
                    <a:lnTo>
                      <a:pt x="594" y="212"/>
                    </a:lnTo>
                    <a:lnTo>
                      <a:pt x="598" y="216"/>
                    </a:lnTo>
                    <a:lnTo>
                      <a:pt x="598" y="214"/>
                    </a:lnTo>
                    <a:lnTo>
                      <a:pt x="598" y="214"/>
                    </a:lnTo>
                    <a:lnTo>
                      <a:pt x="599" y="214"/>
                    </a:lnTo>
                    <a:lnTo>
                      <a:pt x="601" y="212"/>
                    </a:lnTo>
                    <a:lnTo>
                      <a:pt x="601" y="212"/>
                    </a:lnTo>
                    <a:lnTo>
                      <a:pt x="601" y="212"/>
                    </a:lnTo>
                    <a:lnTo>
                      <a:pt x="599" y="210"/>
                    </a:lnTo>
                    <a:lnTo>
                      <a:pt x="599" y="210"/>
                    </a:lnTo>
                    <a:lnTo>
                      <a:pt x="599" y="210"/>
                    </a:lnTo>
                    <a:lnTo>
                      <a:pt x="599" y="212"/>
                    </a:lnTo>
                    <a:lnTo>
                      <a:pt x="598" y="212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10"/>
                    </a:lnTo>
                    <a:lnTo>
                      <a:pt x="598" y="209"/>
                    </a:lnTo>
                    <a:lnTo>
                      <a:pt x="598" y="209"/>
                    </a:lnTo>
                    <a:lnTo>
                      <a:pt x="596" y="207"/>
                    </a:lnTo>
                    <a:lnTo>
                      <a:pt x="596" y="207"/>
                    </a:lnTo>
                    <a:lnTo>
                      <a:pt x="594" y="207"/>
                    </a:lnTo>
                    <a:lnTo>
                      <a:pt x="594" y="204"/>
                    </a:lnTo>
                    <a:lnTo>
                      <a:pt x="596" y="200"/>
                    </a:lnTo>
                    <a:lnTo>
                      <a:pt x="596" y="200"/>
                    </a:lnTo>
                    <a:lnTo>
                      <a:pt x="596" y="199"/>
                    </a:lnTo>
                    <a:lnTo>
                      <a:pt x="598" y="199"/>
                    </a:lnTo>
                    <a:lnTo>
                      <a:pt x="599" y="197"/>
                    </a:lnTo>
                    <a:lnTo>
                      <a:pt x="599" y="199"/>
                    </a:lnTo>
                    <a:lnTo>
                      <a:pt x="601" y="200"/>
                    </a:lnTo>
                    <a:lnTo>
                      <a:pt x="601" y="197"/>
                    </a:lnTo>
                    <a:lnTo>
                      <a:pt x="603" y="195"/>
                    </a:lnTo>
                    <a:lnTo>
                      <a:pt x="604" y="193"/>
                    </a:lnTo>
                    <a:lnTo>
                      <a:pt x="606" y="195"/>
                    </a:lnTo>
                    <a:lnTo>
                      <a:pt x="606" y="197"/>
                    </a:lnTo>
                    <a:lnTo>
                      <a:pt x="606" y="200"/>
                    </a:lnTo>
                    <a:lnTo>
                      <a:pt x="608" y="202"/>
                    </a:lnTo>
                    <a:lnTo>
                      <a:pt x="608" y="202"/>
                    </a:lnTo>
                    <a:lnTo>
                      <a:pt x="608" y="200"/>
                    </a:lnTo>
                    <a:lnTo>
                      <a:pt x="608" y="197"/>
                    </a:lnTo>
                    <a:lnTo>
                      <a:pt x="608" y="195"/>
                    </a:lnTo>
                    <a:lnTo>
                      <a:pt x="608" y="195"/>
                    </a:lnTo>
                    <a:lnTo>
                      <a:pt x="608" y="193"/>
                    </a:lnTo>
                    <a:lnTo>
                      <a:pt x="610" y="193"/>
                    </a:lnTo>
                    <a:lnTo>
                      <a:pt x="611" y="193"/>
                    </a:lnTo>
                    <a:lnTo>
                      <a:pt x="611" y="193"/>
                    </a:lnTo>
                    <a:lnTo>
                      <a:pt x="610" y="193"/>
                    </a:lnTo>
                    <a:lnTo>
                      <a:pt x="615" y="185"/>
                    </a:lnTo>
                    <a:lnTo>
                      <a:pt x="616" y="185"/>
                    </a:lnTo>
                    <a:lnTo>
                      <a:pt x="616" y="188"/>
                    </a:lnTo>
                    <a:lnTo>
                      <a:pt x="616" y="190"/>
                    </a:lnTo>
                    <a:lnTo>
                      <a:pt x="616" y="192"/>
                    </a:lnTo>
                    <a:lnTo>
                      <a:pt x="616" y="193"/>
                    </a:lnTo>
                    <a:lnTo>
                      <a:pt x="616" y="195"/>
                    </a:lnTo>
                    <a:lnTo>
                      <a:pt x="618" y="195"/>
                    </a:lnTo>
                    <a:lnTo>
                      <a:pt x="620" y="195"/>
                    </a:lnTo>
                    <a:lnTo>
                      <a:pt x="621" y="195"/>
                    </a:lnTo>
                    <a:lnTo>
                      <a:pt x="621" y="193"/>
                    </a:lnTo>
                    <a:lnTo>
                      <a:pt x="621" y="193"/>
                    </a:lnTo>
                    <a:lnTo>
                      <a:pt x="621" y="193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3"/>
                    </a:lnTo>
                    <a:lnTo>
                      <a:pt x="625" y="192"/>
                    </a:lnTo>
                    <a:lnTo>
                      <a:pt x="625" y="190"/>
                    </a:lnTo>
                    <a:lnTo>
                      <a:pt x="623" y="190"/>
                    </a:lnTo>
                    <a:lnTo>
                      <a:pt x="623" y="188"/>
                    </a:lnTo>
                    <a:lnTo>
                      <a:pt x="623" y="187"/>
                    </a:lnTo>
                    <a:lnTo>
                      <a:pt x="625" y="187"/>
                    </a:lnTo>
                    <a:lnTo>
                      <a:pt x="625" y="187"/>
                    </a:lnTo>
                    <a:lnTo>
                      <a:pt x="627" y="188"/>
                    </a:lnTo>
                    <a:lnTo>
                      <a:pt x="628" y="190"/>
                    </a:lnTo>
                    <a:lnTo>
                      <a:pt x="630" y="188"/>
                    </a:lnTo>
                    <a:lnTo>
                      <a:pt x="630" y="188"/>
                    </a:lnTo>
                    <a:lnTo>
                      <a:pt x="632" y="187"/>
                    </a:lnTo>
                    <a:lnTo>
                      <a:pt x="630" y="185"/>
                    </a:lnTo>
                    <a:lnTo>
                      <a:pt x="630" y="185"/>
                    </a:lnTo>
                    <a:lnTo>
                      <a:pt x="630" y="183"/>
                    </a:lnTo>
                    <a:lnTo>
                      <a:pt x="630" y="182"/>
                    </a:lnTo>
                    <a:lnTo>
                      <a:pt x="630" y="180"/>
                    </a:lnTo>
                    <a:lnTo>
                      <a:pt x="632" y="180"/>
                    </a:lnTo>
                    <a:lnTo>
                      <a:pt x="633" y="180"/>
                    </a:lnTo>
                    <a:lnTo>
                      <a:pt x="635" y="180"/>
                    </a:lnTo>
                    <a:lnTo>
                      <a:pt x="635" y="180"/>
                    </a:lnTo>
                    <a:lnTo>
                      <a:pt x="635" y="183"/>
                    </a:lnTo>
                    <a:lnTo>
                      <a:pt x="635" y="187"/>
                    </a:lnTo>
                    <a:lnTo>
                      <a:pt x="635" y="188"/>
                    </a:lnTo>
                    <a:lnTo>
                      <a:pt x="637" y="190"/>
                    </a:lnTo>
                    <a:lnTo>
                      <a:pt x="637" y="193"/>
                    </a:lnTo>
                    <a:lnTo>
                      <a:pt x="637" y="195"/>
                    </a:lnTo>
                    <a:lnTo>
                      <a:pt x="637" y="195"/>
                    </a:lnTo>
                    <a:lnTo>
                      <a:pt x="635" y="195"/>
                    </a:lnTo>
                    <a:lnTo>
                      <a:pt x="633" y="195"/>
                    </a:lnTo>
                    <a:lnTo>
                      <a:pt x="633" y="195"/>
                    </a:lnTo>
                    <a:lnTo>
                      <a:pt x="633" y="197"/>
                    </a:lnTo>
                    <a:lnTo>
                      <a:pt x="633" y="199"/>
                    </a:lnTo>
                    <a:lnTo>
                      <a:pt x="633" y="199"/>
                    </a:lnTo>
                    <a:lnTo>
                      <a:pt x="632" y="200"/>
                    </a:lnTo>
                    <a:lnTo>
                      <a:pt x="632" y="200"/>
                    </a:lnTo>
                    <a:lnTo>
                      <a:pt x="632" y="200"/>
                    </a:lnTo>
                    <a:lnTo>
                      <a:pt x="633" y="202"/>
                    </a:lnTo>
                    <a:lnTo>
                      <a:pt x="632" y="202"/>
                    </a:lnTo>
                    <a:lnTo>
                      <a:pt x="633" y="202"/>
                    </a:lnTo>
                    <a:lnTo>
                      <a:pt x="635" y="200"/>
                    </a:lnTo>
                    <a:lnTo>
                      <a:pt x="637" y="199"/>
                    </a:lnTo>
                    <a:lnTo>
                      <a:pt x="638" y="197"/>
                    </a:lnTo>
                    <a:lnTo>
                      <a:pt x="640" y="195"/>
                    </a:lnTo>
                    <a:lnTo>
                      <a:pt x="642" y="193"/>
                    </a:lnTo>
                    <a:lnTo>
                      <a:pt x="642" y="193"/>
                    </a:lnTo>
                    <a:lnTo>
                      <a:pt x="642" y="195"/>
                    </a:lnTo>
                    <a:lnTo>
                      <a:pt x="642" y="195"/>
                    </a:lnTo>
                    <a:lnTo>
                      <a:pt x="642" y="197"/>
                    </a:lnTo>
                    <a:lnTo>
                      <a:pt x="644" y="195"/>
                    </a:lnTo>
                    <a:lnTo>
                      <a:pt x="644" y="195"/>
                    </a:lnTo>
                    <a:lnTo>
                      <a:pt x="644" y="192"/>
                    </a:lnTo>
                    <a:lnTo>
                      <a:pt x="645" y="190"/>
                    </a:lnTo>
                    <a:lnTo>
                      <a:pt x="647" y="187"/>
                    </a:lnTo>
                    <a:lnTo>
                      <a:pt x="649" y="187"/>
                    </a:lnTo>
                    <a:lnTo>
                      <a:pt x="650" y="185"/>
                    </a:lnTo>
                    <a:lnTo>
                      <a:pt x="652" y="180"/>
                    </a:lnTo>
                    <a:lnTo>
                      <a:pt x="649" y="178"/>
                    </a:lnTo>
                    <a:lnTo>
                      <a:pt x="649" y="178"/>
                    </a:lnTo>
                    <a:lnTo>
                      <a:pt x="649" y="176"/>
                    </a:lnTo>
                    <a:lnTo>
                      <a:pt x="649" y="176"/>
                    </a:lnTo>
                    <a:lnTo>
                      <a:pt x="647" y="176"/>
                    </a:lnTo>
                    <a:lnTo>
                      <a:pt x="647" y="176"/>
                    </a:lnTo>
                    <a:lnTo>
                      <a:pt x="645" y="176"/>
                    </a:lnTo>
                    <a:lnTo>
                      <a:pt x="645" y="175"/>
                    </a:lnTo>
                    <a:lnTo>
                      <a:pt x="645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7" y="171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1"/>
                    </a:lnTo>
                    <a:lnTo>
                      <a:pt x="650" y="171"/>
                    </a:lnTo>
                    <a:lnTo>
                      <a:pt x="650" y="171"/>
                    </a:lnTo>
                    <a:lnTo>
                      <a:pt x="652" y="171"/>
                    </a:lnTo>
                    <a:lnTo>
                      <a:pt x="652" y="175"/>
                    </a:lnTo>
                    <a:lnTo>
                      <a:pt x="654" y="175"/>
                    </a:lnTo>
                    <a:lnTo>
                      <a:pt x="655" y="173"/>
                    </a:lnTo>
                    <a:lnTo>
                      <a:pt x="655" y="173"/>
                    </a:lnTo>
                    <a:lnTo>
                      <a:pt x="657" y="173"/>
                    </a:lnTo>
                    <a:lnTo>
                      <a:pt x="657" y="175"/>
                    </a:lnTo>
                    <a:lnTo>
                      <a:pt x="657" y="175"/>
                    </a:lnTo>
                    <a:lnTo>
                      <a:pt x="657" y="175"/>
                    </a:lnTo>
                    <a:lnTo>
                      <a:pt x="659" y="176"/>
                    </a:lnTo>
                    <a:lnTo>
                      <a:pt x="659" y="176"/>
                    </a:lnTo>
                    <a:lnTo>
                      <a:pt x="659" y="175"/>
                    </a:lnTo>
                    <a:lnTo>
                      <a:pt x="659" y="173"/>
                    </a:lnTo>
                    <a:lnTo>
                      <a:pt x="659" y="171"/>
                    </a:lnTo>
                    <a:lnTo>
                      <a:pt x="659" y="171"/>
                    </a:lnTo>
                    <a:lnTo>
                      <a:pt x="657" y="170"/>
                    </a:lnTo>
                    <a:lnTo>
                      <a:pt x="652" y="168"/>
                    </a:lnTo>
                    <a:lnTo>
                      <a:pt x="650" y="168"/>
                    </a:lnTo>
                    <a:lnTo>
                      <a:pt x="650" y="168"/>
                    </a:lnTo>
                    <a:lnTo>
                      <a:pt x="650" y="166"/>
                    </a:lnTo>
                    <a:lnTo>
                      <a:pt x="650" y="165"/>
                    </a:lnTo>
                    <a:lnTo>
                      <a:pt x="649" y="165"/>
                    </a:lnTo>
                    <a:lnTo>
                      <a:pt x="645" y="163"/>
                    </a:lnTo>
                    <a:lnTo>
                      <a:pt x="645" y="161"/>
                    </a:lnTo>
                    <a:lnTo>
                      <a:pt x="645" y="159"/>
                    </a:lnTo>
                    <a:lnTo>
                      <a:pt x="644" y="158"/>
                    </a:lnTo>
                    <a:lnTo>
                      <a:pt x="644" y="156"/>
                    </a:lnTo>
                    <a:lnTo>
                      <a:pt x="644" y="154"/>
                    </a:lnTo>
                    <a:lnTo>
                      <a:pt x="645" y="156"/>
                    </a:lnTo>
                    <a:lnTo>
                      <a:pt x="649" y="159"/>
                    </a:lnTo>
                    <a:lnTo>
                      <a:pt x="650" y="159"/>
                    </a:lnTo>
                    <a:lnTo>
                      <a:pt x="650" y="158"/>
                    </a:lnTo>
                    <a:lnTo>
                      <a:pt x="650" y="158"/>
                    </a:lnTo>
                    <a:lnTo>
                      <a:pt x="650" y="156"/>
                    </a:lnTo>
                    <a:lnTo>
                      <a:pt x="650" y="154"/>
                    </a:lnTo>
                    <a:lnTo>
                      <a:pt x="649" y="153"/>
                    </a:lnTo>
                    <a:lnTo>
                      <a:pt x="650" y="153"/>
                    </a:lnTo>
                    <a:lnTo>
                      <a:pt x="650" y="153"/>
                    </a:lnTo>
                    <a:lnTo>
                      <a:pt x="652" y="153"/>
                    </a:lnTo>
                    <a:lnTo>
                      <a:pt x="652" y="153"/>
                    </a:lnTo>
                    <a:lnTo>
                      <a:pt x="652" y="154"/>
                    </a:lnTo>
                    <a:lnTo>
                      <a:pt x="652" y="154"/>
                    </a:lnTo>
                    <a:lnTo>
                      <a:pt x="654" y="158"/>
                    </a:lnTo>
                    <a:lnTo>
                      <a:pt x="654" y="158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5" y="161"/>
                    </a:lnTo>
                    <a:lnTo>
                      <a:pt x="657" y="159"/>
                    </a:lnTo>
                    <a:lnTo>
                      <a:pt x="657" y="158"/>
                    </a:lnTo>
                    <a:lnTo>
                      <a:pt x="657" y="158"/>
                    </a:lnTo>
                    <a:lnTo>
                      <a:pt x="657" y="156"/>
                    </a:lnTo>
                    <a:lnTo>
                      <a:pt x="657" y="156"/>
                    </a:lnTo>
                    <a:lnTo>
                      <a:pt x="655" y="153"/>
                    </a:lnTo>
                    <a:lnTo>
                      <a:pt x="655" y="153"/>
                    </a:lnTo>
                    <a:lnTo>
                      <a:pt x="655" y="151"/>
                    </a:lnTo>
                    <a:lnTo>
                      <a:pt x="657" y="149"/>
                    </a:lnTo>
                    <a:lnTo>
                      <a:pt x="661" y="149"/>
                    </a:lnTo>
                    <a:lnTo>
                      <a:pt x="662" y="149"/>
                    </a:lnTo>
                    <a:lnTo>
                      <a:pt x="662" y="148"/>
                    </a:lnTo>
                    <a:lnTo>
                      <a:pt x="662" y="144"/>
                    </a:lnTo>
                    <a:lnTo>
                      <a:pt x="664" y="143"/>
                    </a:lnTo>
                    <a:lnTo>
                      <a:pt x="666" y="139"/>
                    </a:lnTo>
                    <a:lnTo>
                      <a:pt x="667" y="137"/>
                    </a:lnTo>
                    <a:lnTo>
                      <a:pt x="669" y="137"/>
                    </a:lnTo>
                    <a:lnTo>
                      <a:pt x="667" y="136"/>
                    </a:lnTo>
                    <a:lnTo>
                      <a:pt x="667" y="132"/>
                    </a:lnTo>
                    <a:lnTo>
                      <a:pt x="667" y="131"/>
                    </a:lnTo>
                    <a:lnTo>
                      <a:pt x="669" y="129"/>
                    </a:lnTo>
                    <a:lnTo>
                      <a:pt x="669" y="129"/>
                    </a:lnTo>
                    <a:lnTo>
                      <a:pt x="671" y="127"/>
                    </a:lnTo>
                    <a:lnTo>
                      <a:pt x="671" y="127"/>
                    </a:lnTo>
                    <a:lnTo>
                      <a:pt x="672" y="127"/>
                    </a:lnTo>
                    <a:lnTo>
                      <a:pt x="672" y="129"/>
                    </a:lnTo>
                    <a:lnTo>
                      <a:pt x="672" y="129"/>
                    </a:lnTo>
                    <a:lnTo>
                      <a:pt x="672" y="131"/>
                    </a:lnTo>
                    <a:lnTo>
                      <a:pt x="672" y="131"/>
                    </a:lnTo>
                    <a:lnTo>
                      <a:pt x="671" y="132"/>
                    </a:lnTo>
                    <a:lnTo>
                      <a:pt x="669" y="134"/>
                    </a:lnTo>
                    <a:lnTo>
                      <a:pt x="671" y="136"/>
                    </a:lnTo>
                    <a:lnTo>
                      <a:pt x="671" y="136"/>
                    </a:lnTo>
                    <a:lnTo>
                      <a:pt x="671" y="134"/>
                    </a:lnTo>
                    <a:lnTo>
                      <a:pt x="683" y="122"/>
                    </a:lnTo>
                    <a:lnTo>
                      <a:pt x="683" y="122"/>
                    </a:lnTo>
                    <a:lnTo>
                      <a:pt x="684" y="122"/>
                    </a:lnTo>
                    <a:lnTo>
                      <a:pt x="684" y="120"/>
                    </a:lnTo>
                    <a:lnTo>
                      <a:pt x="686" y="120"/>
                    </a:lnTo>
                    <a:lnTo>
                      <a:pt x="686" y="120"/>
                    </a:lnTo>
                    <a:lnTo>
                      <a:pt x="686" y="120"/>
                    </a:lnTo>
                    <a:lnTo>
                      <a:pt x="688" y="119"/>
                    </a:lnTo>
                    <a:lnTo>
                      <a:pt x="686" y="119"/>
                    </a:lnTo>
                    <a:lnTo>
                      <a:pt x="684" y="119"/>
                    </a:lnTo>
                    <a:lnTo>
                      <a:pt x="684" y="119"/>
                    </a:lnTo>
                    <a:lnTo>
                      <a:pt x="684" y="115"/>
                    </a:lnTo>
                    <a:lnTo>
                      <a:pt x="684" y="114"/>
                    </a:lnTo>
                    <a:lnTo>
                      <a:pt x="679" y="109"/>
                    </a:lnTo>
                    <a:lnTo>
                      <a:pt x="679" y="109"/>
                    </a:lnTo>
                    <a:lnTo>
                      <a:pt x="672" y="105"/>
                    </a:lnTo>
                    <a:lnTo>
                      <a:pt x="671" y="103"/>
                    </a:lnTo>
                    <a:lnTo>
                      <a:pt x="669" y="103"/>
                    </a:lnTo>
                    <a:lnTo>
                      <a:pt x="667" y="103"/>
                    </a:lnTo>
                    <a:lnTo>
                      <a:pt x="662" y="105"/>
                    </a:lnTo>
                    <a:lnTo>
                      <a:pt x="662" y="107"/>
                    </a:lnTo>
                    <a:lnTo>
                      <a:pt x="662" y="107"/>
                    </a:lnTo>
                    <a:lnTo>
                      <a:pt x="664" y="107"/>
                    </a:lnTo>
                    <a:lnTo>
                      <a:pt x="666" y="107"/>
                    </a:lnTo>
                    <a:lnTo>
                      <a:pt x="667" y="109"/>
                    </a:lnTo>
                    <a:lnTo>
                      <a:pt x="667" y="109"/>
                    </a:lnTo>
                    <a:lnTo>
                      <a:pt x="669" y="109"/>
                    </a:lnTo>
                    <a:lnTo>
                      <a:pt x="669" y="110"/>
                    </a:lnTo>
                    <a:lnTo>
                      <a:pt x="667" y="112"/>
                    </a:lnTo>
                    <a:lnTo>
                      <a:pt x="666" y="114"/>
                    </a:lnTo>
                    <a:lnTo>
                      <a:pt x="662" y="114"/>
                    </a:lnTo>
                    <a:lnTo>
                      <a:pt x="661" y="112"/>
                    </a:lnTo>
                    <a:lnTo>
                      <a:pt x="661" y="110"/>
                    </a:lnTo>
                    <a:lnTo>
                      <a:pt x="659" y="109"/>
                    </a:lnTo>
                    <a:lnTo>
                      <a:pt x="657" y="107"/>
                    </a:lnTo>
                    <a:lnTo>
                      <a:pt x="655" y="105"/>
                    </a:lnTo>
                    <a:lnTo>
                      <a:pt x="654" y="102"/>
                    </a:lnTo>
                    <a:lnTo>
                      <a:pt x="654" y="102"/>
                    </a:lnTo>
                    <a:lnTo>
                      <a:pt x="655" y="100"/>
                    </a:lnTo>
                    <a:lnTo>
                      <a:pt x="654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9" y="90"/>
                    </a:lnTo>
                    <a:lnTo>
                      <a:pt x="649" y="88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5" y="88"/>
                    </a:lnTo>
                    <a:lnTo>
                      <a:pt x="644" y="86"/>
                    </a:lnTo>
                    <a:lnTo>
                      <a:pt x="645" y="86"/>
                    </a:lnTo>
                    <a:lnTo>
                      <a:pt x="645" y="86"/>
                    </a:lnTo>
                    <a:lnTo>
                      <a:pt x="647" y="86"/>
                    </a:lnTo>
                    <a:lnTo>
                      <a:pt x="650" y="85"/>
                    </a:lnTo>
                    <a:lnTo>
                      <a:pt x="652" y="85"/>
                    </a:lnTo>
                    <a:lnTo>
                      <a:pt x="652" y="85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5" y="81"/>
                    </a:lnTo>
                    <a:lnTo>
                      <a:pt x="654" y="80"/>
                    </a:lnTo>
                    <a:lnTo>
                      <a:pt x="654" y="80"/>
                    </a:lnTo>
                    <a:lnTo>
                      <a:pt x="654" y="78"/>
                    </a:lnTo>
                    <a:lnTo>
                      <a:pt x="652" y="81"/>
                    </a:lnTo>
                    <a:lnTo>
                      <a:pt x="650" y="83"/>
                    </a:lnTo>
                    <a:lnTo>
                      <a:pt x="649" y="85"/>
                    </a:lnTo>
                    <a:lnTo>
                      <a:pt x="645" y="85"/>
                    </a:lnTo>
                    <a:lnTo>
                      <a:pt x="644" y="83"/>
                    </a:lnTo>
                    <a:lnTo>
                      <a:pt x="644" y="83"/>
                    </a:lnTo>
                    <a:lnTo>
                      <a:pt x="640" y="85"/>
                    </a:lnTo>
                    <a:lnTo>
                      <a:pt x="640" y="86"/>
                    </a:lnTo>
                    <a:lnTo>
                      <a:pt x="638" y="86"/>
                    </a:lnTo>
                    <a:lnTo>
                      <a:pt x="637" y="90"/>
                    </a:lnTo>
                    <a:lnTo>
                      <a:pt x="633" y="92"/>
                    </a:lnTo>
                    <a:lnTo>
                      <a:pt x="632" y="93"/>
                    </a:lnTo>
                    <a:lnTo>
                      <a:pt x="632" y="93"/>
                    </a:lnTo>
                    <a:lnTo>
                      <a:pt x="630" y="93"/>
                    </a:lnTo>
                    <a:lnTo>
                      <a:pt x="628" y="93"/>
                    </a:lnTo>
                    <a:lnTo>
                      <a:pt x="628" y="95"/>
                    </a:lnTo>
                    <a:lnTo>
                      <a:pt x="623" y="100"/>
                    </a:lnTo>
                    <a:lnTo>
                      <a:pt x="623" y="102"/>
                    </a:lnTo>
                    <a:lnTo>
                      <a:pt x="620" y="102"/>
                    </a:lnTo>
                    <a:lnTo>
                      <a:pt x="618" y="103"/>
                    </a:lnTo>
                    <a:lnTo>
                      <a:pt x="618" y="103"/>
                    </a:lnTo>
                    <a:lnTo>
                      <a:pt x="618" y="105"/>
                    </a:lnTo>
                    <a:lnTo>
                      <a:pt x="620" y="105"/>
                    </a:lnTo>
                    <a:lnTo>
                      <a:pt x="621" y="105"/>
                    </a:lnTo>
                    <a:lnTo>
                      <a:pt x="623" y="105"/>
                    </a:lnTo>
                    <a:lnTo>
                      <a:pt x="625" y="107"/>
                    </a:lnTo>
                    <a:lnTo>
                      <a:pt x="625" y="107"/>
                    </a:lnTo>
                    <a:lnTo>
                      <a:pt x="627" y="107"/>
                    </a:lnTo>
                    <a:lnTo>
                      <a:pt x="628" y="107"/>
                    </a:lnTo>
                    <a:lnTo>
                      <a:pt x="630" y="107"/>
                    </a:lnTo>
                    <a:lnTo>
                      <a:pt x="632" y="107"/>
                    </a:lnTo>
                    <a:lnTo>
                      <a:pt x="633" y="107"/>
                    </a:lnTo>
                    <a:lnTo>
                      <a:pt x="635" y="109"/>
                    </a:lnTo>
                    <a:lnTo>
                      <a:pt x="635" y="110"/>
                    </a:lnTo>
                    <a:lnTo>
                      <a:pt x="635" y="110"/>
                    </a:lnTo>
                    <a:lnTo>
                      <a:pt x="632" y="115"/>
                    </a:lnTo>
                    <a:lnTo>
                      <a:pt x="630" y="122"/>
                    </a:lnTo>
                    <a:lnTo>
                      <a:pt x="628" y="124"/>
                    </a:lnTo>
                    <a:lnTo>
                      <a:pt x="625" y="127"/>
                    </a:lnTo>
                    <a:lnTo>
                      <a:pt x="621" y="127"/>
                    </a:lnTo>
                    <a:lnTo>
                      <a:pt x="620" y="129"/>
                    </a:lnTo>
                    <a:lnTo>
                      <a:pt x="618" y="129"/>
                    </a:lnTo>
                    <a:lnTo>
                      <a:pt x="618" y="129"/>
                    </a:lnTo>
                    <a:lnTo>
                      <a:pt x="616" y="127"/>
                    </a:lnTo>
                    <a:lnTo>
                      <a:pt x="616" y="126"/>
                    </a:lnTo>
                    <a:lnTo>
                      <a:pt x="615" y="126"/>
                    </a:lnTo>
                    <a:lnTo>
                      <a:pt x="611" y="127"/>
                    </a:lnTo>
                    <a:lnTo>
                      <a:pt x="611" y="127"/>
                    </a:lnTo>
                    <a:lnTo>
                      <a:pt x="611" y="127"/>
                    </a:lnTo>
                    <a:lnTo>
                      <a:pt x="610" y="127"/>
                    </a:lnTo>
                    <a:lnTo>
                      <a:pt x="610" y="127"/>
                    </a:lnTo>
                    <a:lnTo>
                      <a:pt x="610" y="126"/>
                    </a:lnTo>
                    <a:lnTo>
                      <a:pt x="610" y="126"/>
                    </a:lnTo>
                    <a:lnTo>
                      <a:pt x="610" y="126"/>
                    </a:lnTo>
                    <a:lnTo>
                      <a:pt x="608" y="126"/>
                    </a:lnTo>
                    <a:lnTo>
                      <a:pt x="608" y="127"/>
                    </a:lnTo>
                    <a:lnTo>
                      <a:pt x="608" y="127"/>
                    </a:lnTo>
                    <a:lnTo>
                      <a:pt x="608" y="129"/>
                    </a:lnTo>
                    <a:lnTo>
                      <a:pt x="606" y="129"/>
                    </a:lnTo>
                    <a:lnTo>
                      <a:pt x="604" y="129"/>
                    </a:lnTo>
                    <a:lnTo>
                      <a:pt x="604" y="126"/>
                    </a:lnTo>
                    <a:lnTo>
                      <a:pt x="604" y="124"/>
                    </a:lnTo>
                    <a:lnTo>
                      <a:pt x="604" y="122"/>
                    </a:lnTo>
                    <a:lnTo>
                      <a:pt x="604" y="122"/>
                    </a:lnTo>
                    <a:lnTo>
                      <a:pt x="603" y="122"/>
                    </a:lnTo>
                    <a:lnTo>
                      <a:pt x="603" y="122"/>
                    </a:lnTo>
                    <a:lnTo>
                      <a:pt x="603" y="122"/>
                    </a:lnTo>
                    <a:lnTo>
                      <a:pt x="601" y="120"/>
                    </a:lnTo>
                    <a:lnTo>
                      <a:pt x="601" y="120"/>
                    </a:lnTo>
                    <a:lnTo>
                      <a:pt x="603" y="119"/>
                    </a:lnTo>
                    <a:lnTo>
                      <a:pt x="604" y="115"/>
                    </a:lnTo>
                    <a:lnTo>
                      <a:pt x="606" y="114"/>
                    </a:lnTo>
                    <a:lnTo>
                      <a:pt x="606" y="112"/>
                    </a:lnTo>
                    <a:lnTo>
                      <a:pt x="606" y="112"/>
                    </a:lnTo>
                    <a:lnTo>
                      <a:pt x="608" y="112"/>
                    </a:lnTo>
                    <a:lnTo>
                      <a:pt x="608" y="112"/>
                    </a:lnTo>
                    <a:lnTo>
                      <a:pt x="610" y="110"/>
                    </a:lnTo>
                    <a:lnTo>
                      <a:pt x="608" y="109"/>
                    </a:lnTo>
                    <a:lnTo>
                      <a:pt x="606" y="109"/>
                    </a:lnTo>
                    <a:lnTo>
                      <a:pt x="604" y="110"/>
                    </a:lnTo>
                    <a:lnTo>
                      <a:pt x="604" y="110"/>
                    </a:lnTo>
                    <a:lnTo>
                      <a:pt x="603" y="112"/>
                    </a:lnTo>
                    <a:lnTo>
                      <a:pt x="601" y="112"/>
                    </a:lnTo>
                    <a:lnTo>
                      <a:pt x="599" y="110"/>
                    </a:lnTo>
                    <a:lnTo>
                      <a:pt x="599" y="109"/>
                    </a:lnTo>
                    <a:lnTo>
                      <a:pt x="598" y="109"/>
                    </a:lnTo>
                    <a:lnTo>
                      <a:pt x="598" y="109"/>
                    </a:lnTo>
                    <a:lnTo>
                      <a:pt x="598" y="107"/>
                    </a:lnTo>
                    <a:lnTo>
                      <a:pt x="598" y="107"/>
                    </a:lnTo>
                    <a:lnTo>
                      <a:pt x="598" y="105"/>
                    </a:lnTo>
                    <a:lnTo>
                      <a:pt x="599" y="105"/>
                    </a:lnTo>
                    <a:lnTo>
                      <a:pt x="601" y="103"/>
                    </a:lnTo>
                    <a:lnTo>
                      <a:pt x="603" y="103"/>
                    </a:lnTo>
                    <a:lnTo>
                      <a:pt x="603" y="102"/>
                    </a:lnTo>
                    <a:lnTo>
                      <a:pt x="603" y="102"/>
                    </a:lnTo>
                    <a:lnTo>
                      <a:pt x="603" y="100"/>
                    </a:lnTo>
                    <a:lnTo>
                      <a:pt x="604" y="100"/>
                    </a:lnTo>
                    <a:lnTo>
                      <a:pt x="604" y="98"/>
                    </a:lnTo>
                    <a:lnTo>
                      <a:pt x="606" y="98"/>
                    </a:lnTo>
                    <a:lnTo>
                      <a:pt x="608" y="97"/>
                    </a:lnTo>
                    <a:lnTo>
                      <a:pt x="608" y="95"/>
                    </a:lnTo>
                    <a:lnTo>
                      <a:pt x="606" y="97"/>
                    </a:lnTo>
                    <a:lnTo>
                      <a:pt x="601" y="102"/>
                    </a:lnTo>
                    <a:lnTo>
                      <a:pt x="599" y="102"/>
                    </a:lnTo>
                    <a:lnTo>
                      <a:pt x="598" y="102"/>
                    </a:lnTo>
                    <a:lnTo>
                      <a:pt x="598" y="102"/>
                    </a:lnTo>
                    <a:lnTo>
                      <a:pt x="598" y="102"/>
                    </a:lnTo>
                    <a:lnTo>
                      <a:pt x="596" y="103"/>
                    </a:lnTo>
                    <a:lnTo>
                      <a:pt x="596" y="105"/>
                    </a:lnTo>
                    <a:lnTo>
                      <a:pt x="596" y="103"/>
                    </a:lnTo>
                    <a:lnTo>
                      <a:pt x="594" y="103"/>
                    </a:lnTo>
                    <a:lnTo>
                      <a:pt x="594" y="103"/>
                    </a:lnTo>
                    <a:lnTo>
                      <a:pt x="594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89" y="105"/>
                    </a:lnTo>
                    <a:lnTo>
                      <a:pt x="586" y="107"/>
                    </a:lnTo>
                    <a:lnTo>
                      <a:pt x="586" y="109"/>
                    </a:lnTo>
                    <a:lnTo>
                      <a:pt x="584" y="112"/>
                    </a:lnTo>
                    <a:lnTo>
                      <a:pt x="584" y="112"/>
                    </a:lnTo>
                    <a:lnTo>
                      <a:pt x="582" y="110"/>
                    </a:lnTo>
                    <a:lnTo>
                      <a:pt x="582" y="112"/>
                    </a:lnTo>
                    <a:lnTo>
                      <a:pt x="581" y="115"/>
                    </a:lnTo>
                    <a:lnTo>
                      <a:pt x="581" y="112"/>
                    </a:lnTo>
                    <a:lnTo>
                      <a:pt x="579" y="110"/>
                    </a:lnTo>
                    <a:lnTo>
                      <a:pt x="576" y="109"/>
                    </a:lnTo>
                    <a:lnTo>
                      <a:pt x="576" y="107"/>
                    </a:lnTo>
                    <a:lnTo>
                      <a:pt x="574" y="103"/>
                    </a:lnTo>
                    <a:lnTo>
                      <a:pt x="574" y="102"/>
                    </a:lnTo>
                    <a:lnTo>
                      <a:pt x="576" y="102"/>
                    </a:lnTo>
                    <a:lnTo>
                      <a:pt x="576" y="102"/>
                    </a:lnTo>
                    <a:lnTo>
                      <a:pt x="579" y="98"/>
                    </a:lnTo>
                    <a:lnTo>
                      <a:pt x="579" y="98"/>
                    </a:lnTo>
                    <a:lnTo>
                      <a:pt x="582" y="95"/>
                    </a:lnTo>
                    <a:lnTo>
                      <a:pt x="586" y="92"/>
                    </a:lnTo>
                    <a:lnTo>
                      <a:pt x="588" y="90"/>
                    </a:lnTo>
                    <a:lnTo>
                      <a:pt x="591" y="88"/>
                    </a:lnTo>
                    <a:lnTo>
                      <a:pt x="594" y="86"/>
                    </a:lnTo>
                    <a:lnTo>
                      <a:pt x="596" y="86"/>
                    </a:lnTo>
                    <a:lnTo>
                      <a:pt x="596" y="85"/>
                    </a:lnTo>
                    <a:lnTo>
                      <a:pt x="594" y="85"/>
                    </a:lnTo>
                    <a:lnTo>
                      <a:pt x="591" y="86"/>
                    </a:lnTo>
                    <a:lnTo>
                      <a:pt x="591" y="88"/>
                    </a:lnTo>
                    <a:lnTo>
                      <a:pt x="584" y="88"/>
                    </a:lnTo>
                    <a:lnTo>
                      <a:pt x="582" y="88"/>
                    </a:lnTo>
                    <a:lnTo>
                      <a:pt x="582" y="88"/>
                    </a:lnTo>
                    <a:lnTo>
                      <a:pt x="581" y="88"/>
                    </a:lnTo>
                    <a:lnTo>
                      <a:pt x="581" y="88"/>
                    </a:lnTo>
                    <a:lnTo>
                      <a:pt x="582" y="86"/>
                    </a:lnTo>
                    <a:lnTo>
                      <a:pt x="582" y="86"/>
                    </a:lnTo>
                    <a:lnTo>
                      <a:pt x="586" y="86"/>
                    </a:lnTo>
                    <a:lnTo>
                      <a:pt x="588" y="85"/>
                    </a:lnTo>
                    <a:lnTo>
                      <a:pt x="589" y="81"/>
                    </a:lnTo>
                    <a:lnTo>
                      <a:pt x="596" y="76"/>
                    </a:lnTo>
                    <a:lnTo>
                      <a:pt x="598" y="73"/>
                    </a:lnTo>
                    <a:lnTo>
                      <a:pt x="598" y="69"/>
                    </a:lnTo>
                    <a:lnTo>
                      <a:pt x="596" y="69"/>
                    </a:lnTo>
                    <a:lnTo>
                      <a:pt x="594" y="68"/>
                    </a:lnTo>
                    <a:lnTo>
                      <a:pt x="593" y="68"/>
                    </a:lnTo>
                    <a:lnTo>
                      <a:pt x="591" y="69"/>
                    </a:lnTo>
                    <a:lnTo>
                      <a:pt x="593" y="71"/>
                    </a:lnTo>
                    <a:lnTo>
                      <a:pt x="593" y="73"/>
                    </a:lnTo>
                    <a:lnTo>
                      <a:pt x="593" y="73"/>
                    </a:lnTo>
                    <a:lnTo>
                      <a:pt x="593" y="76"/>
                    </a:lnTo>
                    <a:lnTo>
                      <a:pt x="591" y="76"/>
                    </a:lnTo>
                    <a:lnTo>
                      <a:pt x="591" y="76"/>
                    </a:lnTo>
                    <a:lnTo>
                      <a:pt x="589" y="76"/>
                    </a:lnTo>
                    <a:lnTo>
                      <a:pt x="589" y="78"/>
                    </a:lnTo>
                    <a:lnTo>
                      <a:pt x="589" y="78"/>
                    </a:lnTo>
                    <a:lnTo>
                      <a:pt x="588" y="80"/>
                    </a:lnTo>
                    <a:lnTo>
                      <a:pt x="584" y="81"/>
                    </a:lnTo>
                    <a:lnTo>
                      <a:pt x="581" y="83"/>
                    </a:lnTo>
                    <a:lnTo>
                      <a:pt x="579" y="83"/>
                    </a:lnTo>
                    <a:lnTo>
                      <a:pt x="577" y="83"/>
                    </a:lnTo>
                    <a:lnTo>
                      <a:pt x="576" y="83"/>
                    </a:lnTo>
                    <a:lnTo>
                      <a:pt x="574" y="85"/>
                    </a:lnTo>
                    <a:lnTo>
                      <a:pt x="574" y="85"/>
                    </a:lnTo>
                    <a:lnTo>
                      <a:pt x="574" y="85"/>
                    </a:lnTo>
                    <a:lnTo>
                      <a:pt x="574" y="86"/>
                    </a:lnTo>
                    <a:lnTo>
                      <a:pt x="572" y="86"/>
                    </a:lnTo>
                    <a:lnTo>
                      <a:pt x="572" y="86"/>
                    </a:lnTo>
                    <a:lnTo>
                      <a:pt x="571" y="85"/>
                    </a:lnTo>
                    <a:lnTo>
                      <a:pt x="571" y="85"/>
                    </a:lnTo>
                    <a:lnTo>
                      <a:pt x="571" y="85"/>
                    </a:lnTo>
                    <a:lnTo>
                      <a:pt x="569" y="85"/>
                    </a:lnTo>
                    <a:lnTo>
                      <a:pt x="567" y="86"/>
                    </a:lnTo>
                    <a:lnTo>
                      <a:pt x="567" y="88"/>
                    </a:lnTo>
                    <a:lnTo>
                      <a:pt x="567" y="92"/>
                    </a:lnTo>
                    <a:lnTo>
                      <a:pt x="565" y="93"/>
                    </a:lnTo>
                    <a:lnTo>
                      <a:pt x="567" y="93"/>
                    </a:lnTo>
                    <a:lnTo>
                      <a:pt x="569" y="93"/>
                    </a:lnTo>
                    <a:lnTo>
                      <a:pt x="572" y="92"/>
                    </a:lnTo>
                    <a:lnTo>
                      <a:pt x="572" y="90"/>
                    </a:lnTo>
                    <a:lnTo>
                      <a:pt x="574" y="92"/>
                    </a:lnTo>
                    <a:lnTo>
                      <a:pt x="574" y="92"/>
                    </a:lnTo>
                    <a:lnTo>
                      <a:pt x="574" y="93"/>
                    </a:lnTo>
                    <a:lnTo>
                      <a:pt x="572" y="93"/>
                    </a:lnTo>
                    <a:lnTo>
                      <a:pt x="571" y="95"/>
                    </a:lnTo>
                    <a:lnTo>
                      <a:pt x="571" y="95"/>
                    </a:lnTo>
                    <a:lnTo>
                      <a:pt x="567" y="97"/>
                    </a:lnTo>
                    <a:lnTo>
                      <a:pt x="565" y="97"/>
                    </a:lnTo>
                    <a:lnTo>
                      <a:pt x="565" y="97"/>
                    </a:lnTo>
                    <a:lnTo>
                      <a:pt x="564" y="93"/>
                    </a:lnTo>
                    <a:lnTo>
                      <a:pt x="562" y="97"/>
                    </a:lnTo>
                    <a:lnTo>
                      <a:pt x="560" y="97"/>
                    </a:lnTo>
                    <a:lnTo>
                      <a:pt x="559" y="98"/>
                    </a:lnTo>
                    <a:lnTo>
                      <a:pt x="557" y="98"/>
                    </a:lnTo>
                    <a:lnTo>
                      <a:pt x="555" y="98"/>
                    </a:lnTo>
                    <a:lnTo>
                      <a:pt x="554" y="98"/>
                    </a:lnTo>
                    <a:lnTo>
                      <a:pt x="555" y="97"/>
                    </a:lnTo>
                    <a:lnTo>
                      <a:pt x="552" y="97"/>
                    </a:lnTo>
                    <a:lnTo>
                      <a:pt x="548" y="97"/>
                    </a:lnTo>
                    <a:lnTo>
                      <a:pt x="547" y="98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2"/>
                    </a:lnTo>
                    <a:lnTo>
                      <a:pt x="543" y="102"/>
                    </a:lnTo>
                    <a:lnTo>
                      <a:pt x="543" y="102"/>
                    </a:lnTo>
                    <a:lnTo>
                      <a:pt x="540" y="103"/>
                    </a:lnTo>
                    <a:lnTo>
                      <a:pt x="538" y="105"/>
                    </a:lnTo>
                    <a:lnTo>
                      <a:pt x="540" y="105"/>
                    </a:lnTo>
                    <a:lnTo>
                      <a:pt x="543" y="107"/>
                    </a:lnTo>
                    <a:lnTo>
                      <a:pt x="543" y="109"/>
                    </a:lnTo>
                    <a:lnTo>
                      <a:pt x="545" y="109"/>
                    </a:lnTo>
                    <a:lnTo>
                      <a:pt x="547" y="109"/>
                    </a:lnTo>
                    <a:lnTo>
                      <a:pt x="547" y="109"/>
                    </a:lnTo>
                    <a:lnTo>
                      <a:pt x="547" y="110"/>
                    </a:lnTo>
                    <a:lnTo>
                      <a:pt x="545" y="110"/>
                    </a:lnTo>
                    <a:lnTo>
                      <a:pt x="543" y="110"/>
                    </a:lnTo>
                    <a:lnTo>
                      <a:pt x="542" y="109"/>
                    </a:lnTo>
                    <a:lnTo>
                      <a:pt x="540" y="109"/>
                    </a:lnTo>
                    <a:lnTo>
                      <a:pt x="540" y="109"/>
                    </a:lnTo>
                    <a:lnTo>
                      <a:pt x="538" y="109"/>
                    </a:lnTo>
                    <a:lnTo>
                      <a:pt x="535" y="109"/>
                    </a:lnTo>
                    <a:lnTo>
                      <a:pt x="533" y="109"/>
                    </a:lnTo>
                    <a:lnTo>
                      <a:pt x="535" y="110"/>
                    </a:lnTo>
                    <a:lnTo>
                      <a:pt x="537" y="112"/>
                    </a:lnTo>
                    <a:lnTo>
                      <a:pt x="537" y="114"/>
                    </a:lnTo>
                    <a:lnTo>
                      <a:pt x="535" y="114"/>
                    </a:lnTo>
                    <a:lnTo>
                      <a:pt x="535" y="112"/>
                    </a:lnTo>
                    <a:lnTo>
                      <a:pt x="533" y="112"/>
                    </a:lnTo>
                    <a:lnTo>
                      <a:pt x="531" y="110"/>
                    </a:lnTo>
                    <a:lnTo>
                      <a:pt x="531" y="110"/>
                    </a:lnTo>
                    <a:lnTo>
                      <a:pt x="530" y="110"/>
                    </a:lnTo>
                    <a:lnTo>
                      <a:pt x="528" y="110"/>
                    </a:lnTo>
                    <a:lnTo>
                      <a:pt x="526" y="110"/>
                    </a:lnTo>
                    <a:lnTo>
                      <a:pt x="525" y="112"/>
                    </a:lnTo>
                    <a:lnTo>
                      <a:pt x="525" y="112"/>
                    </a:lnTo>
                    <a:lnTo>
                      <a:pt x="523" y="112"/>
                    </a:lnTo>
                    <a:lnTo>
                      <a:pt x="521" y="109"/>
                    </a:lnTo>
                    <a:lnTo>
                      <a:pt x="521" y="109"/>
                    </a:lnTo>
                    <a:lnTo>
                      <a:pt x="520" y="109"/>
                    </a:lnTo>
                    <a:lnTo>
                      <a:pt x="518" y="107"/>
                    </a:lnTo>
                    <a:lnTo>
                      <a:pt x="516" y="107"/>
                    </a:lnTo>
                    <a:lnTo>
                      <a:pt x="516" y="105"/>
                    </a:lnTo>
                    <a:lnTo>
                      <a:pt x="514" y="102"/>
                    </a:lnTo>
                    <a:lnTo>
                      <a:pt x="514" y="102"/>
                    </a:lnTo>
                    <a:lnTo>
                      <a:pt x="514" y="102"/>
                    </a:lnTo>
                    <a:lnTo>
                      <a:pt x="513" y="102"/>
                    </a:lnTo>
                    <a:lnTo>
                      <a:pt x="511" y="100"/>
                    </a:lnTo>
                    <a:lnTo>
                      <a:pt x="511" y="100"/>
                    </a:lnTo>
                    <a:lnTo>
                      <a:pt x="506" y="100"/>
                    </a:lnTo>
                    <a:lnTo>
                      <a:pt x="504" y="100"/>
                    </a:lnTo>
                    <a:lnTo>
                      <a:pt x="504" y="98"/>
                    </a:lnTo>
                    <a:lnTo>
                      <a:pt x="504" y="97"/>
                    </a:lnTo>
                    <a:lnTo>
                      <a:pt x="503" y="93"/>
                    </a:lnTo>
                    <a:lnTo>
                      <a:pt x="503" y="92"/>
                    </a:lnTo>
                    <a:lnTo>
                      <a:pt x="503" y="92"/>
                    </a:lnTo>
                    <a:lnTo>
                      <a:pt x="501" y="93"/>
                    </a:lnTo>
                    <a:lnTo>
                      <a:pt x="501" y="93"/>
                    </a:lnTo>
                    <a:lnTo>
                      <a:pt x="499" y="92"/>
                    </a:lnTo>
                    <a:lnTo>
                      <a:pt x="499" y="92"/>
                    </a:lnTo>
                    <a:lnTo>
                      <a:pt x="499" y="90"/>
                    </a:lnTo>
                    <a:lnTo>
                      <a:pt x="498" y="90"/>
                    </a:lnTo>
                    <a:lnTo>
                      <a:pt x="498" y="88"/>
                    </a:lnTo>
                    <a:lnTo>
                      <a:pt x="498" y="88"/>
                    </a:lnTo>
                    <a:lnTo>
                      <a:pt x="498" y="86"/>
                    </a:lnTo>
                    <a:lnTo>
                      <a:pt x="498" y="85"/>
                    </a:lnTo>
                    <a:lnTo>
                      <a:pt x="498" y="85"/>
                    </a:lnTo>
                    <a:lnTo>
                      <a:pt x="496" y="85"/>
                    </a:lnTo>
                    <a:lnTo>
                      <a:pt x="492" y="85"/>
                    </a:lnTo>
                    <a:lnTo>
                      <a:pt x="491" y="85"/>
                    </a:lnTo>
                    <a:lnTo>
                      <a:pt x="491" y="86"/>
                    </a:lnTo>
                    <a:lnTo>
                      <a:pt x="486" y="92"/>
                    </a:lnTo>
                    <a:lnTo>
                      <a:pt x="482" y="93"/>
                    </a:lnTo>
                    <a:lnTo>
                      <a:pt x="482" y="95"/>
                    </a:lnTo>
                    <a:lnTo>
                      <a:pt x="481" y="93"/>
                    </a:lnTo>
                    <a:lnTo>
                      <a:pt x="479" y="93"/>
                    </a:lnTo>
                    <a:lnTo>
                      <a:pt x="475" y="95"/>
                    </a:lnTo>
                    <a:lnTo>
                      <a:pt x="467" y="93"/>
                    </a:lnTo>
                    <a:lnTo>
                      <a:pt x="464" y="93"/>
                    </a:lnTo>
                    <a:lnTo>
                      <a:pt x="460" y="90"/>
                    </a:lnTo>
                    <a:lnTo>
                      <a:pt x="455" y="86"/>
                    </a:lnTo>
                    <a:lnTo>
                      <a:pt x="453" y="86"/>
                    </a:lnTo>
                    <a:lnTo>
                      <a:pt x="453" y="88"/>
                    </a:lnTo>
                    <a:lnTo>
                      <a:pt x="453" y="88"/>
                    </a:lnTo>
                    <a:lnTo>
                      <a:pt x="453" y="90"/>
                    </a:lnTo>
                    <a:lnTo>
                      <a:pt x="452" y="92"/>
                    </a:lnTo>
                    <a:lnTo>
                      <a:pt x="448" y="93"/>
                    </a:lnTo>
                    <a:lnTo>
                      <a:pt x="448" y="95"/>
                    </a:lnTo>
                    <a:lnTo>
                      <a:pt x="447" y="95"/>
                    </a:lnTo>
                    <a:lnTo>
                      <a:pt x="447" y="95"/>
                    </a:lnTo>
                    <a:lnTo>
                      <a:pt x="447" y="95"/>
                    </a:lnTo>
                    <a:lnTo>
                      <a:pt x="447" y="93"/>
                    </a:lnTo>
                    <a:lnTo>
                      <a:pt x="447" y="93"/>
                    </a:lnTo>
                    <a:lnTo>
                      <a:pt x="447" y="92"/>
                    </a:lnTo>
                    <a:lnTo>
                      <a:pt x="447" y="90"/>
                    </a:lnTo>
                    <a:lnTo>
                      <a:pt x="447" y="90"/>
                    </a:lnTo>
                    <a:lnTo>
                      <a:pt x="447" y="88"/>
                    </a:lnTo>
                    <a:lnTo>
                      <a:pt x="447" y="88"/>
                    </a:lnTo>
                    <a:lnTo>
                      <a:pt x="445" y="88"/>
                    </a:lnTo>
                    <a:lnTo>
                      <a:pt x="445" y="86"/>
                    </a:lnTo>
                    <a:lnTo>
                      <a:pt x="445" y="86"/>
                    </a:lnTo>
                    <a:lnTo>
                      <a:pt x="447" y="86"/>
                    </a:lnTo>
                    <a:lnTo>
                      <a:pt x="447" y="86"/>
                    </a:lnTo>
                    <a:lnTo>
                      <a:pt x="448" y="85"/>
                    </a:lnTo>
                    <a:lnTo>
                      <a:pt x="448" y="85"/>
                    </a:lnTo>
                    <a:lnTo>
                      <a:pt x="447" y="83"/>
                    </a:lnTo>
                    <a:lnTo>
                      <a:pt x="445" y="83"/>
                    </a:lnTo>
                    <a:lnTo>
                      <a:pt x="445" y="83"/>
                    </a:lnTo>
                    <a:lnTo>
                      <a:pt x="445" y="81"/>
                    </a:lnTo>
                    <a:lnTo>
                      <a:pt x="443" y="80"/>
                    </a:lnTo>
                    <a:lnTo>
                      <a:pt x="443" y="78"/>
                    </a:lnTo>
                    <a:lnTo>
                      <a:pt x="441" y="80"/>
                    </a:lnTo>
                    <a:lnTo>
                      <a:pt x="438" y="83"/>
                    </a:lnTo>
                    <a:lnTo>
                      <a:pt x="438" y="81"/>
                    </a:lnTo>
                    <a:lnTo>
                      <a:pt x="438" y="81"/>
                    </a:lnTo>
                    <a:lnTo>
                      <a:pt x="438" y="80"/>
                    </a:lnTo>
                    <a:lnTo>
                      <a:pt x="438" y="80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6" y="78"/>
                    </a:lnTo>
                    <a:lnTo>
                      <a:pt x="436" y="76"/>
                    </a:lnTo>
                    <a:lnTo>
                      <a:pt x="436" y="76"/>
                    </a:lnTo>
                    <a:lnTo>
                      <a:pt x="435" y="75"/>
                    </a:lnTo>
                    <a:lnTo>
                      <a:pt x="433" y="76"/>
                    </a:lnTo>
                    <a:lnTo>
                      <a:pt x="433" y="76"/>
                    </a:lnTo>
                    <a:lnTo>
                      <a:pt x="431" y="78"/>
                    </a:lnTo>
                    <a:lnTo>
                      <a:pt x="431" y="78"/>
                    </a:lnTo>
                    <a:lnTo>
                      <a:pt x="430" y="80"/>
                    </a:lnTo>
                    <a:lnTo>
                      <a:pt x="426" y="81"/>
                    </a:lnTo>
                    <a:lnTo>
                      <a:pt x="421" y="80"/>
                    </a:lnTo>
                    <a:lnTo>
                      <a:pt x="418" y="76"/>
                    </a:lnTo>
                    <a:lnTo>
                      <a:pt x="416" y="75"/>
                    </a:lnTo>
                    <a:lnTo>
                      <a:pt x="418" y="73"/>
                    </a:lnTo>
                    <a:lnTo>
                      <a:pt x="419" y="71"/>
                    </a:lnTo>
                    <a:lnTo>
                      <a:pt x="421" y="71"/>
                    </a:lnTo>
                    <a:lnTo>
                      <a:pt x="423" y="69"/>
                    </a:lnTo>
                    <a:lnTo>
                      <a:pt x="423" y="69"/>
                    </a:lnTo>
                    <a:lnTo>
                      <a:pt x="425" y="69"/>
                    </a:lnTo>
                    <a:lnTo>
                      <a:pt x="425" y="68"/>
                    </a:lnTo>
                    <a:lnTo>
                      <a:pt x="426" y="68"/>
                    </a:lnTo>
                    <a:lnTo>
                      <a:pt x="425" y="66"/>
                    </a:lnTo>
                    <a:lnTo>
                      <a:pt x="423" y="64"/>
                    </a:lnTo>
                    <a:lnTo>
                      <a:pt x="423" y="66"/>
                    </a:lnTo>
                    <a:lnTo>
                      <a:pt x="421" y="66"/>
                    </a:lnTo>
                    <a:lnTo>
                      <a:pt x="419" y="66"/>
                    </a:lnTo>
                    <a:lnTo>
                      <a:pt x="418" y="66"/>
                    </a:lnTo>
                    <a:lnTo>
                      <a:pt x="418" y="66"/>
                    </a:lnTo>
                    <a:lnTo>
                      <a:pt x="418" y="64"/>
                    </a:lnTo>
                    <a:lnTo>
                      <a:pt x="416" y="64"/>
                    </a:lnTo>
                    <a:lnTo>
                      <a:pt x="416" y="64"/>
                    </a:lnTo>
                    <a:lnTo>
                      <a:pt x="414" y="64"/>
                    </a:lnTo>
                    <a:lnTo>
                      <a:pt x="411" y="68"/>
                    </a:lnTo>
                    <a:lnTo>
                      <a:pt x="409" y="69"/>
                    </a:lnTo>
                    <a:lnTo>
                      <a:pt x="408" y="69"/>
                    </a:lnTo>
                    <a:lnTo>
                      <a:pt x="406" y="69"/>
                    </a:lnTo>
                    <a:lnTo>
                      <a:pt x="404" y="69"/>
                    </a:lnTo>
                    <a:lnTo>
                      <a:pt x="404" y="69"/>
                    </a:lnTo>
                    <a:lnTo>
                      <a:pt x="402" y="73"/>
                    </a:lnTo>
                    <a:lnTo>
                      <a:pt x="402" y="73"/>
                    </a:lnTo>
                    <a:lnTo>
                      <a:pt x="401" y="73"/>
                    </a:lnTo>
                    <a:lnTo>
                      <a:pt x="399" y="73"/>
                    </a:lnTo>
                    <a:lnTo>
                      <a:pt x="399" y="75"/>
                    </a:lnTo>
                    <a:lnTo>
                      <a:pt x="397" y="75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2" y="73"/>
                    </a:lnTo>
                    <a:lnTo>
                      <a:pt x="392" y="73"/>
                    </a:lnTo>
                    <a:lnTo>
                      <a:pt x="391" y="76"/>
                    </a:lnTo>
                    <a:lnTo>
                      <a:pt x="391" y="78"/>
                    </a:lnTo>
                    <a:lnTo>
                      <a:pt x="391" y="76"/>
                    </a:lnTo>
                    <a:lnTo>
                      <a:pt x="391" y="75"/>
                    </a:lnTo>
                    <a:lnTo>
                      <a:pt x="391" y="71"/>
                    </a:lnTo>
                    <a:lnTo>
                      <a:pt x="392" y="69"/>
                    </a:lnTo>
                    <a:lnTo>
                      <a:pt x="391" y="68"/>
                    </a:lnTo>
                    <a:lnTo>
                      <a:pt x="391" y="68"/>
                    </a:lnTo>
                    <a:lnTo>
                      <a:pt x="389" y="69"/>
                    </a:lnTo>
                    <a:lnTo>
                      <a:pt x="387" y="69"/>
                    </a:lnTo>
                    <a:lnTo>
                      <a:pt x="387" y="69"/>
                    </a:lnTo>
                    <a:lnTo>
                      <a:pt x="385" y="71"/>
                    </a:lnTo>
                    <a:lnTo>
                      <a:pt x="385" y="71"/>
                    </a:lnTo>
                    <a:lnTo>
                      <a:pt x="382" y="69"/>
                    </a:lnTo>
                    <a:lnTo>
                      <a:pt x="380" y="69"/>
                    </a:lnTo>
                    <a:lnTo>
                      <a:pt x="380" y="69"/>
                    </a:lnTo>
                    <a:lnTo>
                      <a:pt x="380" y="69"/>
                    </a:lnTo>
                    <a:lnTo>
                      <a:pt x="379" y="68"/>
                    </a:lnTo>
                    <a:lnTo>
                      <a:pt x="380" y="68"/>
                    </a:lnTo>
                    <a:lnTo>
                      <a:pt x="380" y="68"/>
                    </a:lnTo>
                    <a:lnTo>
                      <a:pt x="380" y="66"/>
                    </a:lnTo>
                    <a:lnTo>
                      <a:pt x="380" y="66"/>
                    </a:lnTo>
                    <a:lnTo>
                      <a:pt x="380" y="64"/>
                    </a:lnTo>
                    <a:lnTo>
                      <a:pt x="379" y="66"/>
                    </a:lnTo>
                    <a:lnTo>
                      <a:pt x="379" y="66"/>
                    </a:lnTo>
                    <a:lnTo>
                      <a:pt x="377" y="68"/>
                    </a:lnTo>
                    <a:lnTo>
                      <a:pt x="377" y="68"/>
                    </a:lnTo>
                    <a:lnTo>
                      <a:pt x="377" y="68"/>
                    </a:lnTo>
                    <a:lnTo>
                      <a:pt x="374" y="68"/>
                    </a:lnTo>
                    <a:lnTo>
                      <a:pt x="372" y="68"/>
                    </a:lnTo>
                    <a:lnTo>
                      <a:pt x="372" y="68"/>
                    </a:lnTo>
                    <a:lnTo>
                      <a:pt x="372" y="66"/>
                    </a:lnTo>
                    <a:lnTo>
                      <a:pt x="374" y="64"/>
                    </a:lnTo>
                    <a:lnTo>
                      <a:pt x="374" y="64"/>
                    </a:lnTo>
                    <a:lnTo>
                      <a:pt x="375" y="63"/>
                    </a:lnTo>
                    <a:lnTo>
                      <a:pt x="375" y="63"/>
                    </a:lnTo>
                    <a:lnTo>
                      <a:pt x="375" y="63"/>
                    </a:lnTo>
                    <a:lnTo>
                      <a:pt x="374" y="63"/>
                    </a:lnTo>
                    <a:lnTo>
                      <a:pt x="372" y="63"/>
                    </a:lnTo>
                    <a:lnTo>
                      <a:pt x="370" y="63"/>
                    </a:lnTo>
                    <a:lnTo>
                      <a:pt x="368" y="64"/>
                    </a:lnTo>
                    <a:lnTo>
                      <a:pt x="367" y="66"/>
                    </a:lnTo>
                    <a:lnTo>
                      <a:pt x="362" y="64"/>
                    </a:lnTo>
                    <a:lnTo>
                      <a:pt x="360" y="64"/>
                    </a:lnTo>
                    <a:lnTo>
                      <a:pt x="358" y="63"/>
                    </a:lnTo>
                    <a:lnTo>
                      <a:pt x="358" y="63"/>
                    </a:lnTo>
                    <a:lnTo>
                      <a:pt x="357" y="61"/>
                    </a:lnTo>
                    <a:lnTo>
                      <a:pt x="353" y="54"/>
                    </a:lnTo>
                    <a:lnTo>
                      <a:pt x="351" y="51"/>
                    </a:lnTo>
                    <a:lnTo>
                      <a:pt x="351" y="49"/>
                    </a:lnTo>
                    <a:lnTo>
                      <a:pt x="351" y="47"/>
                    </a:lnTo>
                    <a:lnTo>
                      <a:pt x="351" y="47"/>
                    </a:lnTo>
                    <a:lnTo>
                      <a:pt x="350" y="46"/>
                    </a:lnTo>
                    <a:lnTo>
                      <a:pt x="350" y="46"/>
                    </a:lnTo>
                    <a:lnTo>
                      <a:pt x="350" y="46"/>
                    </a:lnTo>
                    <a:lnTo>
                      <a:pt x="348" y="46"/>
                    </a:lnTo>
                    <a:lnTo>
                      <a:pt x="348" y="42"/>
                    </a:lnTo>
                    <a:lnTo>
                      <a:pt x="346" y="41"/>
                    </a:lnTo>
                    <a:lnTo>
                      <a:pt x="343" y="37"/>
                    </a:lnTo>
                    <a:lnTo>
                      <a:pt x="341" y="37"/>
                    </a:lnTo>
                    <a:lnTo>
                      <a:pt x="341" y="36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8" y="32"/>
                    </a:lnTo>
                    <a:lnTo>
                      <a:pt x="336" y="32"/>
                    </a:lnTo>
                    <a:lnTo>
                      <a:pt x="335" y="30"/>
                    </a:lnTo>
                    <a:lnTo>
                      <a:pt x="335" y="30"/>
                    </a:lnTo>
                    <a:lnTo>
                      <a:pt x="335" y="30"/>
                    </a:lnTo>
                    <a:lnTo>
                      <a:pt x="333" y="32"/>
                    </a:lnTo>
                    <a:lnTo>
                      <a:pt x="336" y="34"/>
                    </a:lnTo>
                    <a:lnTo>
                      <a:pt x="336" y="36"/>
                    </a:lnTo>
                    <a:lnTo>
                      <a:pt x="336" y="37"/>
                    </a:lnTo>
                    <a:lnTo>
                      <a:pt x="336" y="39"/>
                    </a:lnTo>
                    <a:lnTo>
                      <a:pt x="335" y="39"/>
                    </a:lnTo>
                    <a:lnTo>
                      <a:pt x="333" y="37"/>
                    </a:lnTo>
                    <a:lnTo>
                      <a:pt x="331" y="37"/>
                    </a:lnTo>
                    <a:lnTo>
                      <a:pt x="329" y="37"/>
                    </a:lnTo>
                    <a:lnTo>
                      <a:pt x="331" y="39"/>
                    </a:lnTo>
                    <a:lnTo>
                      <a:pt x="331" y="39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9" y="41"/>
                    </a:lnTo>
                    <a:lnTo>
                      <a:pt x="328" y="41"/>
                    </a:lnTo>
                    <a:lnTo>
                      <a:pt x="328" y="41"/>
                    </a:lnTo>
                    <a:lnTo>
                      <a:pt x="326" y="41"/>
                    </a:lnTo>
                    <a:lnTo>
                      <a:pt x="326" y="44"/>
                    </a:lnTo>
                    <a:lnTo>
                      <a:pt x="324" y="46"/>
                    </a:lnTo>
                    <a:lnTo>
                      <a:pt x="323" y="46"/>
                    </a:lnTo>
                    <a:lnTo>
                      <a:pt x="321" y="47"/>
                    </a:lnTo>
                    <a:lnTo>
                      <a:pt x="316" y="46"/>
                    </a:lnTo>
                    <a:lnTo>
                      <a:pt x="314" y="44"/>
                    </a:lnTo>
                    <a:lnTo>
                      <a:pt x="312" y="41"/>
                    </a:lnTo>
                    <a:lnTo>
                      <a:pt x="311" y="37"/>
                    </a:lnTo>
                    <a:lnTo>
                      <a:pt x="307" y="36"/>
                    </a:lnTo>
                    <a:lnTo>
                      <a:pt x="307" y="34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6" y="30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4" y="32"/>
                    </a:lnTo>
                    <a:lnTo>
                      <a:pt x="302" y="30"/>
                    </a:lnTo>
                    <a:lnTo>
                      <a:pt x="302" y="30"/>
                    </a:lnTo>
                    <a:lnTo>
                      <a:pt x="304" y="29"/>
                    </a:lnTo>
                    <a:lnTo>
                      <a:pt x="302" y="27"/>
                    </a:lnTo>
                    <a:lnTo>
                      <a:pt x="299" y="24"/>
                    </a:lnTo>
                    <a:lnTo>
                      <a:pt x="297" y="20"/>
                    </a:lnTo>
                    <a:lnTo>
                      <a:pt x="295" y="22"/>
                    </a:lnTo>
                    <a:lnTo>
                      <a:pt x="294" y="25"/>
                    </a:lnTo>
                    <a:lnTo>
                      <a:pt x="294" y="27"/>
                    </a:lnTo>
                    <a:lnTo>
                      <a:pt x="292" y="27"/>
                    </a:lnTo>
                    <a:lnTo>
                      <a:pt x="290" y="27"/>
                    </a:lnTo>
                    <a:lnTo>
                      <a:pt x="292" y="24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89" y="15"/>
                    </a:lnTo>
                    <a:lnTo>
                      <a:pt x="289" y="13"/>
                    </a:lnTo>
                    <a:lnTo>
                      <a:pt x="289" y="13"/>
                    </a:lnTo>
                    <a:lnTo>
                      <a:pt x="287" y="13"/>
                    </a:lnTo>
                    <a:lnTo>
                      <a:pt x="287" y="15"/>
                    </a:lnTo>
                    <a:lnTo>
                      <a:pt x="287" y="15"/>
                    </a:lnTo>
                    <a:lnTo>
                      <a:pt x="285" y="17"/>
                    </a:lnTo>
                    <a:lnTo>
                      <a:pt x="285" y="17"/>
                    </a:lnTo>
                    <a:lnTo>
                      <a:pt x="285" y="17"/>
                    </a:lnTo>
                    <a:lnTo>
                      <a:pt x="284" y="15"/>
                    </a:lnTo>
                    <a:lnTo>
                      <a:pt x="282" y="17"/>
                    </a:lnTo>
                    <a:lnTo>
                      <a:pt x="282" y="19"/>
                    </a:lnTo>
                    <a:lnTo>
                      <a:pt x="282" y="22"/>
                    </a:lnTo>
                    <a:lnTo>
                      <a:pt x="284" y="25"/>
                    </a:lnTo>
                    <a:lnTo>
                      <a:pt x="284" y="25"/>
                    </a:lnTo>
                    <a:lnTo>
                      <a:pt x="282" y="25"/>
                    </a:lnTo>
                    <a:lnTo>
                      <a:pt x="280" y="24"/>
                    </a:lnTo>
                    <a:lnTo>
                      <a:pt x="280" y="20"/>
                    </a:lnTo>
                    <a:lnTo>
                      <a:pt x="278" y="19"/>
                    </a:lnTo>
                    <a:lnTo>
                      <a:pt x="277" y="19"/>
                    </a:lnTo>
                    <a:lnTo>
                      <a:pt x="277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272" y="13"/>
                    </a:lnTo>
                    <a:lnTo>
                      <a:pt x="272" y="15"/>
                    </a:lnTo>
                    <a:lnTo>
                      <a:pt x="272" y="17"/>
                    </a:lnTo>
                    <a:lnTo>
                      <a:pt x="272" y="17"/>
                    </a:lnTo>
                    <a:lnTo>
                      <a:pt x="273" y="19"/>
                    </a:lnTo>
                    <a:lnTo>
                      <a:pt x="275" y="20"/>
                    </a:lnTo>
                    <a:lnTo>
                      <a:pt x="275" y="22"/>
                    </a:lnTo>
                    <a:lnTo>
                      <a:pt x="273" y="22"/>
                    </a:lnTo>
                    <a:lnTo>
                      <a:pt x="275" y="24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5" y="27"/>
                    </a:lnTo>
                    <a:lnTo>
                      <a:pt x="275" y="27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5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30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8" y="34"/>
                    </a:lnTo>
                    <a:lnTo>
                      <a:pt x="277" y="34"/>
                    </a:lnTo>
                    <a:lnTo>
                      <a:pt x="277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4"/>
                    </a:lnTo>
                    <a:lnTo>
                      <a:pt x="272" y="30"/>
                    </a:lnTo>
                    <a:lnTo>
                      <a:pt x="270" y="29"/>
                    </a:lnTo>
                    <a:lnTo>
                      <a:pt x="270" y="30"/>
                    </a:lnTo>
                    <a:lnTo>
                      <a:pt x="270" y="30"/>
                    </a:lnTo>
                    <a:lnTo>
                      <a:pt x="270" y="30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68" y="30"/>
                    </a:lnTo>
                    <a:lnTo>
                      <a:pt x="268" y="27"/>
                    </a:lnTo>
                    <a:lnTo>
                      <a:pt x="268" y="27"/>
                    </a:lnTo>
                    <a:lnTo>
                      <a:pt x="268" y="25"/>
                    </a:lnTo>
                    <a:lnTo>
                      <a:pt x="268" y="24"/>
                    </a:lnTo>
                    <a:lnTo>
                      <a:pt x="268" y="24"/>
                    </a:lnTo>
                    <a:lnTo>
                      <a:pt x="268" y="22"/>
                    </a:lnTo>
                    <a:lnTo>
                      <a:pt x="268" y="22"/>
                    </a:lnTo>
                    <a:lnTo>
                      <a:pt x="268" y="20"/>
                    </a:lnTo>
                    <a:lnTo>
                      <a:pt x="268" y="22"/>
                    </a:lnTo>
                    <a:lnTo>
                      <a:pt x="267" y="22"/>
                    </a:lnTo>
                    <a:lnTo>
                      <a:pt x="267" y="22"/>
                    </a:lnTo>
                    <a:lnTo>
                      <a:pt x="265" y="22"/>
                    </a:lnTo>
                    <a:lnTo>
                      <a:pt x="265" y="19"/>
                    </a:lnTo>
                    <a:lnTo>
                      <a:pt x="263" y="19"/>
                    </a:lnTo>
                    <a:lnTo>
                      <a:pt x="261" y="17"/>
                    </a:lnTo>
                    <a:lnTo>
                      <a:pt x="260" y="15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56" y="13"/>
                    </a:lnTo>
                    <a:lnTo>
                      <a:pt x="256" y="15"/>
                    </a:lnTo>
                    <a:lnTo>
                      <a:pt x="258" y="17"/>
                    </a:lnTo>
                    <a:lnTo>
                      <a:pt x="258" y="19"/>
                    </a:lnTo>
                    <a:lnTo>
                      <a:pt x="256" y="17"/>
                    </a:lnTo>
                    <a:lnTo>
                      <a:pt x="256" y="19"/>
                    </a:lnTo>
                    <a:lnTo>
                      <a:pt x="256" y="20"/>
                    </a:lnTo>
                    <a:lnTo>
                      <a:pt x="256" y="22"/>
                    </a:lnTo>
                    <a:lnTo>
                      <a:pt x="255" y="24"/>
                    </a:lnTo>
                    <a:lnTo>
                      <a:pt x="255" y="24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0" y="20"/>
                    </a:lnTo>
                    <a:lnTo>
                      <a:pt x="250" y="19"/>
                    </a:lnTo>
                    <a:lnTo>
                      <a:pt x="250" y="19"/>
                    </a:lnTo>
                    <a:lnTo>
                      <a:pt x="248" y="17"/>
                    </a:lnTo>
                    <a:lnTo>
                      <a:pt x="248" y="19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22"/>
                    </a:lnTo>
                    <a:lnTo>
                      <a:pt x="248" y="22"/>
                    </a:lnTo>
                    <a:lnTo>
                      <a:pt x="246" y="20"/>
                    </a:lnTo>
                    <a:lnTo>
                      <a:pt x="246" y="20"/>
                    </a:lnTo>
                    <a:lnTo>
                      <a:pt x="245" y="20"/>
                    </a:lnTo>
                    <a:lnTo>
                      <a:pt x="243" y="20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6" y="25"/>
                    </a:lnTo>
                    <a:lnTo>
                      <a:pt x="245" y="27"/>
                    </a:lnTo>
                    <a:lnTo>
                      <a:pt x="243" y="27"/>
                    </a:lnTo>
                    <a:lnTo>
                      <a:pt x="241" y="25"/>
                    </a:lnTo>
                    <a:lnTo>
                      <a:pt x="241" y="25"/>
                    </a:lnTo>
                    <a:lnTo>
                      <a:pt x="241" y="27"/>
                    </a:lnTo>
                    <a:lnTo>
                      <a:pt x="241" y="29"/>
                    </a:lnTo>
                    <a:lnTo>
                      <a:pt x="239" y="29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3" y="30"/>
                    </a:lnTo>
                    <a:lnTo>
                      <a:pt x="243" y="30"/>
                    </a:lnTo>
                    <a:lnTo>
                      <a:pt x="246" y="29"/>
                    </a:lnTo>
                    <a:lnTo>
                      <a:pt x="246" y="29"/>
                    </a:lnTo>
                    <a:lnTo>
                      <a:pt x="248" y="29"/>
                    </a:lnTo>
                    <a:lnTo>
                      <a:pt x="250" y="30"/>
                    </a:lnTo>
                    <a:lnTo>
                      <a:pt x="251" y="30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1" y="32"/>
                    </a:lnTo>
                    <a:lnTo>
                      <a:pt x="253" y="32"/>
                    </a:lnTo>
                    <a:lnTo>
                      <a:pt x="253" y="34"/>
                    </a:lnTo>
                    <a:lnTo>
                      <a:pt x="256" y="32"/>
                    </a:lnTo>
                    <a:lnTo>
                      <a:pt x="256" y="32"/>
                    </a:lnTo>
                    <a:lnTo>
                      <a:pt x="256" y="34"/>
                    </a:lnTo>
                    <a:lnTo>
                      <a:pt x="256" y="36"/>
                    </a:lnTo>
                    <a:lnTo>
                      <a:pt x="255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7"/>
                    </a:lnTo>
                    <a:lnTo>
                      <a:pt x="256" y="37"/>
                    </a:lnTo>
                    <a:lnTo>
                      <a:pt x="256" y="37"/>
                    </a:lnTo>
                    <a:lnTo>
                      <a:pt x="258" y="39"/>
                    </a:lnTo>
                    <a:lnTo>
                      <a:pt x="260" y="39"/>
                    </a:lnTo>
                    <a:lnTo>
                      <a:pt x="261" y="39"/>
                    </a:lnTo>
                    <a:lnTo>
                      <a:pt x="263" y="41"/>
                    </a:lnTo>
                    <a:lnTo>
                      <a:pt x="263" y="41"/>
                    </a:lnTo>
                    <a:lnTo>
                      <a:pt x="263" y="41"/>
                    </a:lnTo>
                    <a:lnTo>
                      <a:pt x="261" y="41"/>
                    </a:lnTo>
                    <a:lnTo>
                      <a:pt x="261" y="42"/>
                    </a:lnTo>
                    <a:lnTo>
                      <a:pt x="261" y="42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3" y="44"/>
                    </a:lnTo>
                    <a:lnTo>
                      <a:pt x="263" y="46"/>
                    </a:lnTo>
                    <a:lnTo>
                      <a:pt x="265" y="46"/>
                    </a:lnTo>
                    <a:lnTo>
                      <a:pt x="267" y="47"/>
                    </a:lnTo>
                    <a:lnTo>
                      <a:pt x="268" y="47"/>
                    </a:lnTo>
                    <a:lnTo>
                      <a:pt x="270" y="47"/>
                    </a:lnTo>
                    <a:lnTo>
                      <a:pt x="272" y="47"/>
                    </a:lnTo>
                    <a:lnTo>
                      <a:pt x="273" y="44"/>
                    </a:lnTo>
                    <a:lnTo>
                      <a:pt x="273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5" y="44"/>
                    </a:lnTo>
                    <a:lnTo>
                      <a:pt x="277" y="44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8" y="42"/>
                    </a:lnTo>
                    <a:lnTo>
                      <a:pt x="280" y="42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2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4" y="41"/>
                    </a:lnTo>
                    <a:lnTo>
                      <a:pt x="295" y="41"/>
                    </a:lnTo>
                    <a:lnTo>
                      <a:pt x="301" y="44"/>
                    </a:lnTo>
                    <a:lnTo>
                      <a:pt x="302" y="46"/>
                    </a:lnTo>
                    <a:lnTo>
                      <a:pt x="304" y="47"/>
                    </a:lnTo>
                    <a:lnTo>
                      <a:pt x="304" y="47"/>
                    </a:lnTo>
                    <a:lnTo>
                      <a:pt x="304" y="49"/>
                    </a:lnTo>
                    <a:lnTo>
                      <a:pt x="306" y="49"/>
                    </a:lnTo>
                    <a:lnTo>
                      <a:pt x="307" y="51"/>
                    </a:lnTo>
                    <a:lnTo>
                      <a:pt x="306" y="51"/>
                    </a:lnTo>
                    <a:lnTo>
                      <a:pt x="306" y="53"/>
                    </a:lnTo>
                    <a:lnTo>
                      <a:pt x="306" y="53"/>
                    </a:lnTo>
                    <a:lnTo>
                      <a:pt x="307" y="54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11" y="58"/>
                    </a:lnTo>
                    <a:lnTo>
                      <a:pt x="314" y="58"/>
                    </a:lnTo>
                    <a:lnTo>
                      <a:pt x="319" y="59"/>
                    </a:lnTo>
                    <a:lnTo>
                      <a:pt x="319" y="59"/>
                    </a:lnTo>
                    <a:lnTo>
                      <a:pt x="318" y="59"/>
                    </a:lnTo>
                    <a:lnTo>
                      <a:pt x="316" y="61"/>
                    </a:lnTo>
                    <a:lnTo>
                      <a:pt x="314" y="64"/>
                    </a:lnTo>
                    <a:lnTo>
                      <a:pt x="314" y="66"/>
                    </a:lnTo>
                    <a:lnTo>
                      <a:pt x="311" y="69"/>
                    </a:lnTo>
                    <a:lnTo>
                      <a:pt x="309" y="69"/>
                    </a:lnTo>
                    <a:lnTo>
                      <a:pt x="311" y="71"/>
                    </a:lnTo>
                    <a:lnTo>
                      <a:pt x="314" y="73"/>
                    </a:lnTo>
                    <a:lnTo>
                      <a:pt x="314" y="75"/>
                    </a:lnTo>
                    <a:lnTo>
                      <a:pt x="314" y="76"/>
                    </a:lnTo>
                    <a:lnTo>
                      <a:pt x="314" y="78"/>
                    </a:lnTo>
                    <a:lnTo>
                      <a:pt x="312" y="90"/>
                    </a:lnTo>
                    <a:lnTo>
                      <a:pt x="312" y="93"/>
                    </a:lnTo>
                    <a:lnTo>
                      <a:pt x="312" y="95"/>
                    </a:lnTo>
                    <a:lnTo>
                      <a:pt x="314" y="97"/>
                    </a:lnTo>
                    <a:lnTo>
                      <a:pt x="318" y="98"/>
                    </a:lnTo>
                    <a:lnTo>
                      <a:pt x="319" y="98"/>
                    </a:lnTo>
                    <a:lnTo>
                      <a:pt x="319" y="100"/>
                    </a:lnTo>
                    <a:lnTo>
                      <a:pt x="321" y="100"/>
                    </a:lnTo>
                    <a:lnTo>
                      <a:pt x="321" y="100"/>
                    </a:lnTo>
                    <a:lnTo>
                      <a:pt x="323" y="100"/>
                    </a:lnTo>
                    <a:lnTo>
                      <a:pt x="324" y="100"/>
                    </a:lnTo>
                    <a:lnTo>
                      <a:pt x="321" y="102"/>
                    </a:lnTo>
                    <a:lnTo>
                      <a:pt x="318" y="100"/>
                    </a:lnTo>
                    <a:lnTo>
                      <a:pt x="314" y="100"/>
                    </a:lnTo>
                    <a:lnTo>
                      <a:pt x="311" y="98"/>
                    </a:lnTo>
                    <a:lnTo>
                      <a:pt x="309" y="97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1" y="100"/>
                    </a:lnTo>
                    <a:lnTo>
                      <a:pt x="299" y="102"/>
                    </a:lnTo>
                    <a:lnTo>
                      <a:pt x="297" y="102"/>
                    </a:lnTo>
                    <a:lnTo>
                      <a:pt x="295" y="105"/>
                    </a:lnTo>
                    <a:lnTo>
                      <a:pt x="295" y="109"/>
                    </a:lnTo>
                    <a:lnTo>
                      <a:pt x="297" y="115"/>
                    </a:lnTo>
                    <a:lnTo>
                      <a:pt x="295" y="117"/>
                    </a:lnTo>
                    <a:lnTo>
                      <a:pt x="294" y="120"/>
                    </a:lnTo>
                    <a:lnTo>
                      <a:pt x="292" y="122"/>
                    </a:lnTo>
                    <a:lnTo>
                      <a:pt x="292" y="119"/>
                    </a:lnTo>
                    <a:lnTo>
                      <a:pt x="292" y="119"/>
                    </a:lnTo>
                    <a:lnTo>
                      <a:pt x="292" y="119"/>
                    </a:lnTo>
                    <a:lnTo>
                      <a:pt x="294" y="117"/>
                    </a:lnTo>
                    <a:lnTo>
                      <a:pt x="294" y="117"/>
                    </a:lnTo>
                    <a:lnTo>
                      <a:pt x="294" y="115"/>
                    </a:lnTo>
                    <a:lnTo>
                      <a:pt x="295" y="115"/>
                    </a:lnTo>
                    <a:lnTo>
                      <a:pt x="295" y="115"/>
                    </a:lnTo>
                    <a:lnTo>
                      <a:pt x="295" y="115"/>
                    </a:lnTo>
                    <a:lnTo>
                      <a:pt x="294" y="114"/>
                    </a:lnTo>
                    <a:lnTo>
                      <a:pt x="294" y="112"/>
                    </a:lnTo>
                    <a:lnTo>
                      <a:pt x="292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87" y="107"/>
                    </a:lnTo>
                    <a:lnTo>
                      <a:pt x="284" y="109"/>
                    </a:lnTo>
                    <a:lnTo>
                      <a:pt x="282" y="109"/>
                    </a:lnTo>
                    <a:lnTo>
                      <a:pt x="282" y="105"/>
                    </a:lnTo>
                    <a:lnTo>
                      <a:pt x="282" y="105"/>
                    </a:lnTo>
                    <a:lnTo>
                      <a:pt x="282" y="103"/>
                    </a:lnTo>
                    <a:lnTo>
                      <a:pt x="280" y="102"/>
                    </a:lnTo>
                    <a:lnTo>
                      <a:pt x="278" y="103"/>
                    </a:lnTo>
                    <a:lnTo>
                      <a:pt x="278" y="103"/>
                    </a:lnTo>
                    <a:lnTo>
                      <a:pt x="278" y="105"/>
                    </a:lnTo>
                    <a:lnTo>
                      <a:pt x="277" y="107"/>
                    </a:lnTo>
                    <a:lnTo>
                      <a:pt x="273" y="109"/>
                    </a:lnTo>
                    <a:lnTo>
                      <a:pt x="273" y="109"/>
                    </a:lnTo>
                    <a:lnTo>
                      <a:pt x="272" y="110"/>
                    </a:lnTo>
                    <a:lnTo>
                      <a:pt x="268" y="112"/>
                    </a:lnTo>
                    <a:lnTo>
                      <a:pt x="265" y="114"/>
                    </a:lnTo>
                    <a:lnTo>
                      <a:pt x="263" y="115"/>
                    </a:lnTo>
                    <a:lnTo>
                      <a:pt x="263" y="115"/>
                    </a:lnTo>
                    <a:lnTo>
                      <a:pt x="261" y="114"/>
                    </a:lnTo>
                    <a:lnTo>
                      <a:pt x="258" y="114"/>
                    </a:lnTo>
                    <a:lnTo>
                      <a:pt x="256" y="112"/>
                    </a:lnTo>
                    <a:lnTo>
                      <a:pt x="253" y="112"/>
                    </a:lnTo>
                    <a:lnTo>
                      <a:pt x="251" y="110"/>
                    </a:lnTo>
                    <a:lnTo>
                      <a:pt x="251" y="110"/>
                    </a:lnTo>
                    <a:lnTo>
                      <a:pt x="251" y="109"/>
                    </a:lnTo>
                    <a:lnTo>
                      <a:pt x="250" y="109"/>
                    </a:lnTo>
                    <a:lnTo>
                      <a:pt x="250" y="107"/>
                    </a:lnTo>
                    <a:lnTo>
                      <a:pt x="248" y="107"/>
                    </a:lnTo>
                    <a:lnTo>
                      <a:pt x="248" y="109"/>
                    </a:lnTo>
                    <a:lnTo>
                      <a:pt x="246" y="109"/>
                    </a:lnTo>
                    <a:lnTo>
                      <a:pt x="245" y="110"/>
                    </a:lnTo>
                    <a:lnTo>
                      <a:pt x="243" y="110"/>
                    </a:lnTo>
                    <a:lnTo>
                      <a:pt x="239" y="112"/>
                    </a:lnTo>
                    <a:lnTo>
                      <a:pt x="233" y="114"/>
                    </a:lnTo>
                    <a:lnTo>
                      <a:pt x="226" y="114"/>
                    </a:lnTo>
                    <a:lnTo>
                      <a:pt x="226" y="114"/>
                    </a:lnTo>
                    <a:lnTo>
                      <a:pt x="224" y="114"/>
                    </a:lnTo>
                    <a:lnTo>
                      <a:pt x="222" y="114"/>
                    </a:lnTo>
                    <a:lnTo>
                      <a:pt x="221" y="114"/>
                    </a:lnTo>
                    <a:lnTo>
                      <a:pt x="217" y="114"/>
                    </a:lnTo>
                    <a:lnTo>
                      <a:pt x="216" y="114"/>
                    </a:lnTo>
                    <a:lnTo>
                      <a:pt x="212" y="114"/>
                    </a:lnTo>
                    <a:lnTo>
                      <a:pt x="211" y="114"/>
                    </a:lnTo>
                    <a:lnTo>
                      <a:pt x="209" y="114"/>
                    </a:lnTo>
                    <a:lnTo>
                      <a:pt x="207" y="112"/>
                    </a:lnTo>
                    <a:lnTo>
                      <a:pt x="205" y="110"/>
                    </a:lnTo>
                    <a:lnTo>
                      <a:pt x="202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97"/>
                    </a:lnTo>
                    <a:lnTo>
                      <a:pt x="200" y="97"/>
                    </a:lnTo>
                    <a:lnTo>
                      <a:pt x="199" y="95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7" y="93"/>
                    </a:lnTo>
                    <a:lnTo>
                      <a:pt x="197" y="93"/>
                    </a:lnTo>
                    <a:lnTo>
                      <a:pt x="195" y="95"/>
                    </a:lnTo>
                    <a:lnTo>
                      <a:pt x="195" y="97"/>
                    </a:lnTo>
                    <a:lnTo>
                      <a:pt x="195" y="100"/>
                    </a:lnTo>
                    <a:lnTo>
                      <a:pt x="195" y="102"/>
                    </a:lnTo>
                    <a:lnTo>
                      <a:pt x="195" y="103"/>
                    </a:lnTo>
                    <a:lnTo>
                      <a:pt x="194" y="103"/>
                    </a:lnTo>
                    <a:lnTo>
                      <a:pt x="194" y="105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7"/>
                    </a:lnTo>
                    <a:lnTo>
                      <a:pt x="190" y="107"/>
                    </a:lnTo>
                    <a:lnTo>
                      <a:pt x="188" y="107"/>
                    </a:lnTo>
                    <a:lnTo>
                      <a:pt x="187" y="103"/>
                    </a:lnTo>
                    <a:lnTo>
                      <a:pt x="185" y="105"/>
                    </a:lnTo>
                    <a:lnTo>
                      <a:pt x="183" y="103"/>
                    </a:lnTo>
                    <a:lnTo>
                      <a:pt x="182" y="102"/>
                    </a:lnTo>
                    <a:lnTo>
                      <a:pt x="182" y="102"/>
                    </a:lnTo>
                    <a:lnTo>
                      <a:pt x="180" y="102"/>
                    </a:lnTo>
                    <a:lnTo>
                      <a:pt x="180" y="103"/>
                    </a:lnTo>
                    <a:lnTo>
                      <a:pt x="180" y="103"/>
                    </a:lnTo>
                    <a:lnTo>
                      <a:pt x="178" y="103"/>
                    </a:lnTo>
                    <a:lnTo>
                      <a:pt x="177" y="102"/>
                    </a:lnTo>
                    <a:lnTo>
                      <a:pt x="177" y="102"/>
                    </a:lnTo>
                    <a:lnTo>
                      <a:pt x="175" y="102"/>
                    </a:lnTo>
                    <a:lnTo>
                      <a:pt x="173" y="102"/>
                    </a:lnTo>
                    <a:lnTo>
                      <a:pt x="173" y="103"/>
                    </a:lnTo>
                    <a:lnTo>
                      <a:pt x="172" y="105"/>
                    </a:lnTo>
                    <a:lnTo>
                      <a:pt x="173" y="107"/>
                    </a:lnTo>
                    <a:lnTo>
                      <a:pt x="175" y="109"/>
                    </a:lnTo>
                    <a:lnTo>
                      <a:pt x="175" y="110"/>
                    </a:lnTo>
                    <a:lnTo>
                      <a:pt x="175" y="115"/>
                    </a:lnTo>
                    <a:lnTo>
                      <a:pt x="175" y="117"/>
                    </a:lnTo>
                    <a:lnTo>
                      <a:pt x="177" y="119"/>
                    </a:lnTo>
                    <a:lnTo>
                      <a:pt x="177" y="119"/>
                    </a:lnTo>
                    <a:lnTo>
                      <a:pt x="177" y="120"/>
                    </a:lnTo>
                    <a:lnTo>
                      <a:pt x="175" y="120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5" y="117"/>
                    </a:lnTo>
                    <a:lnTo>
                      <a:pt x="163" y="117"/>
                    </a:lnTo>
                    <a:lnTo>
                      <a:pt x="163" y="119"/>
                    </a:lnTo>
                    <a:lnTo>
                      <a:pt x="163" y="119"/>
                    </a:lnTo>
                    <a:lnTo>
                      <a:pt x="163" y="119"/>
                    </a:lnTo>
                    <a:lnTo>
                      <a:pt x="160" y="120"/>
                    </a:lnTo>
                    <a:lnTo>
                      <a:pt x="160" y="122"/>
                    </a:lnTo>
                    <a:lnTo>
                      <a:pt x="160" y="122"/>
                    </a:lnTo>
                    <a:lnTo>
                      <a:pt x="158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8" y="127"/>
                    </a:lnTo>
                    <a:lnTo>
                      <a:pt x="158" y="127"/>
                    </a:lnTo>
                    <a:lnTo>
                      <a:pt x="160" y="129"/>
                    </a:lnTo>
                    <a:lnTo>
                      <a:pt x="160" y="127"/>
                    </a:lnTo>
                    <a:lnTo>
                      <a:pt x="161" y="127"/>
                    </a:lnTo>
                    <a:lnTo>
                      <a:pt x="163" y="127"/>
                    </a:lnTo>
                    <a:lnTo>
                      <a:pt x="163" y="129"/>
                    </a:lnTo>
                    <a:lnTo>
                      <a:pt x="163" y="129"/>
                    </a:lnTo>
                    <a:lnTo>
                      <a:pt x="163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6" y="131"/>
                    </a:lnTo>
                    <a:lnTo>
                      <a:pt x="168" y="132"/>
                    </a:lnTo>
                    <a:lnTo>
                      <a:pt x="170" y="134"/>
                    </a:lnTo>
                    <a:lnTo>
                      <a:pt x="170" y="136"/>
                    </a:lnTo>
                    <a:lnTo>
                      <a:pt x="168" y="134"/>
                    </a:lnTo>
                    <a:lnTo>
                      <a:pt x="166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1" y="132"/>
                    </a:lnTo>
                    <a:lnTo>
                      <a:pt x="161" y="134"/>
                    </a:lnTo>
                    <a:lnTo>
                      <a:pt x="163" y="136"/>
                    </a:lnTo>
                    <a:lnTo>
                      <a:pt x="165" y="137"/>
                    </a:lnTo>
                    <a:lnTo>
                      <a:pt x="166" y="139"/>
                    </a:lnTo>
                    <a:lnTo>
                      <a:pt x="168" y="141"/>
                    </a:lnTo>
                    <a:lnTo>
                      <a:pt x="170" y="143"/>
                    </a:lnTo>
                    <a:lnTo>
                      <a:pt x="166" y="141"/>
                    </a:lnTo>
                    <a:lnTo>
                      <a:pt x="165" y="141"/>
                    </a:lnTo>
                    <a:lnTo>
                      <a:pt x="163" y="141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4"/>
                    </a:lnTo>
                    <a:lnTo>
                      <a:pt x="161" y="143"/>
                    </a:lnTo>
                    <a:lnTo>
                      <a:pt x="160" y="137"/>
                    </a:lnTo>
                    <a:lnTo>
                      <a:pt x="156" y="136"/>
                    </a:lnTo>
                    <a:lnTo>
                      <a:pt x="155" y="136"/>
                    </a:lnTo>
                    <a:lnTo>
                      <a:pt x="155" y="137"/>
                    </a:lnTo>
                    <a:lnTo>
                      <a:pt x="155" y="137"/>
                    </a:lnTo>
                    <a:lnTo>
                      <a:pt x="155" y="139"/>
                    </a:lnTo>
                    <a:lnTo>
                      <a:pt x="155" y="137"/>
                    </a:lnTo>
                    <a:lnTo>
                      <a:pt x="155" y="132"/>
                    </a:lnTo>
                    <a:lnTo>
                      <a:pt x="153" y="129"/>
                    </a:lnTo>
                    <a:lnTo>
                      <a:pt x="153" y="127"/>
                    </a:lnTo>
                    <a:lnTo>
                      <a:pt x="155" y="126"/>
                    </a:lnTo>
                    <a:lnTo>
                      <a:pt x="153" y="126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6" y="124"/>
                    </a:lnTo>
                    <a:lnTo>
                      <a:pt x="144" y="122"/>
                    </a:lnTo>
                    <a:lnTo>
                      <a:pt x="141" y="122"/>
                    </a:lnTo>
                    <a:lnTo>
                      <a:pt x="139" y="122"/>
                    </a:lnTo>
                    <a:lnTo>
                      <a:pt x="136" y="124"/>
                    </a:lnTo>
                    <a:lnTo>
                      <a:pt x="136" y="124"/>
                    </a:lnTo>
                    <a:lnTo>
                      <a:pt x="138" y="124"/>
                    </a:lnTo>
                    <a:lnTo>
                      <a:pt x="138" y="124"/>
                    </a:lnTo>
                    <a:lnTo>
                      <a:pt x="139" y="126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8" y="129"/>
                    </a:lnTo>
                    <a:lnTo>
                      <a:pt x="139" y="131"/>
                    </a:lnTo>
                    <a:lnTo>
                      <a:pt x="138" y="132"/>
                    </a:lnTo>
                    <a:lnTo>
                      <a:pt x="136" y="137"/>
                    </a:lnTo>
                    <a:lnTo>
                      <a:pt x="136" y="139"/>
                    </a:lnTo>
                    <a:lnTo>
                      <a:pt x="136" y="139"/>
                    </a:lnTo>
                    <a:lnTo>
                      <a:pt x="139" y="139"/>
                    </a:lnTo>
                    <a:lnTo>
                      <a:pt x="139" y="139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4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6"/>
                    </a:lnTo>
                    <a:lnTo>
                      <a:pt x="139" y="146"/>
                    </a:lnTo>
                    <a:lnTo>
                      <a:pt x="146" y="148"/>
                    </a:lnTo>
                    <a:lnTo>
                      <a:pt x="146" y="149"/>
                    </a:lnTo>
                    <a:lnTo>
                      <a:pt x="146" y="149"/>
                    </a:lnTo>
                    <a:lnTo>
                      <a:pt x="144" y="149"/>
                    </a:lnTo>
                    <a:lnTo>
                      <a:pt x="144" y="149"/>
                    </a:lnTo>
                    <a:lnTo>
                      <a:pt x="143" y="149"/>
                    </a:lnTo>
                    <a:lnTo>
                      <a:pt x="143" y="14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51"/>
                    </a:lnTo>
                    <a:lnTo>
                      <a:pt x="141" y="151"/>
                    </a:lnTo>
                    <a:lnTo>
                      <a:pt x="139" y="149"/>
                    </a:lnTo>
                    <a:lnTo>
                      <a:pt x="139" y="149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1" y="141"/>
                    </a:lnTo>
                    <a:lnTo>
                      <a:pt x="131" y="141"/>
                    </a:lnTo>
                    <a:lnTo>
                      <a:pt x="129" y="141"/>
                    </a:lnTo>
                    <a:lnTo>
                      <a:pt x="129" y="143"/>
                    </a:lnTo>
                    <a:lnTo>
                      <a:pt x="129" y="143"/>
                    </a:lnTo>
                    <a:lnTo>
                      <a:pt x="131" y="146"/>
                    </a:lnTo>
                    <a:lnTo>
                      <a:pt x="129" y="144"/>
                    </a:lnTo>
                    <a:lnTo>
                      <a:pt x="126" y="143"/>
                    </a:lnTo>
                    <a:lnTo>
                      <a:pt x="126" y="143"/>
                    </a:lnTo>
                    <a:lnTo>
                      <a:pt x="124" y="143"/>
                    </a:lnTo>
                    <a:lnTo>
                      <a:pt x="122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6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19" y="148"/>
                    </a:lnTo>
                    <a:lnTo>
                      <a:pt x="117" y="148"/>
                    </a:lnTo>
                    <a:lnTo>
                      <a:pt x="117" y="146"/>
                    </a:lnTo>
                    <a:lnTo>
                      <a:pt x="115" y="149"/>
                    </a:lnTo>
                    <a:lnTo>
                      <a:pt x="115" y="151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6"/>
                    </a:lnTo>
                    <a:lnTo>
                      <a:pt x="117" y="161"/>
                    </a:lnTo>
                    <a:lnTo>
                      <a:pt x="115" y="163"/>
                    </a:lnTo>
                    <a:lnTo>
                      <a:pt x="115" y="165"/>
                    </a:lnTo>
                    <a:lnTo>
                      <a:pt x="114" y="166"/>
                    </a:lnTo>
                    <a:lnTo>
                      <a:pt x="112" y="168"/>
                    </a:lnTo>
                    <a:lnTo>
                      <a:pt x="110" y="168"/>
                    </a:lnTo>
                    <a:lnTo>
                      <a:pt x="107" y="170"/>
                    </a:lnTo>
                    <a:lnTo>
                      <a:pt x="105" y="170"/>
                    </a:lnTo>
                    <a:lnTo>
                      <a:pt x="104" y="170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102" y="166"/>
                    </a:lnTo>
                    <a:lnTo>
                      <a:pt x="102" y="168"/>
                    </a:lnTo>
                    <a:lnTo>
                      <a:pt x="100" y="168"/>
                    </a:lnTo>
                    <a:lnTo>
                      <a:pt x="100" y="168"/>
                    </a:lnTo>
                    <a:lnTo>
                      <a:pt x="98" y="168"/>
                    </a:lnTo>
                    <a:lnTo>
                      <a:pt x="97" y="170"/>
                    </a:lnTo>
                    <a:lnTo>
                      <a:pt x="97" y="173"/>
                    </a:lnTo>
                    <a:lnTo>
                      <a:pt x="98" y="175"/>
                    </a:lnTo>
                    <a:lnTo>
                      <a:pt x="97" y="176"/>
                    </a:lnTo>
                    <a:lnTo>
                      <a:pt x="97" y="178"/>
                    </a:lnTo>
                    <a:lnTo>
                      <a:pt x="97" y="178"/>
                    </a:lnTo>
                    <a:lnTo>
                      <a:pt x="97" y="188"/>
                    </a:lnTo>
                    <a:lnTo>
                      <a:pt x="97" y="188"/>
                    </a:lnTo>
                    <a:lnTo>
                      <a:pt x="98" y="190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105" y="195"/>
                    </a:lnTo>
                    <a:lnTo>
                      <a:pt x="107" y="197"/>
                    </a:lnTo>
                    <a:lnTo>
                      <a:pt x="107" y="199"/>
                    </a:lnTo>
                    <a:lnTo>
                      <a:pt x="109" y="200"/>
                    </a:lnTo>
                    <a:lnTo>
                      <a:pt x="110" y="200"/>
                    </a:lnTo>
                    <a:lnTo>
                      <a:pt x="112" y="200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2" y="204"/>
                    </a:lnTo>
                    <a:lnTo>
                      <a:pt x="110" y="202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5" y="205"/>
                    </a:lnTo>
                    <a:lnTo>
                      <a:pt x="100" y="212"/>
                    </a:lnTo>
                    <a:lnTo>
                      <a:pt x="98" y="214"/>
                    </a:lnTo>
                    <a:lnTo>
                      <a:pt x="97" y="214"/>
                    </a:lnTo>
                    <a:lnTo>
                      <a:pt x="92" y="217"/>
                    </a:lnTo>
                    <a:lnTo>
                      <a:pt x="90" y="219"/>
                    </a:lnTo>
                    <a:lnTo>
                      <a:pt x="85" y="221"/>
                    </a:lnTo>
                    <a:lnTo>
                      <a:pt x="83" y="221"/>
                    </a:lnTo>
                    <a:lnTo>
                      <a:pt x="80" y="219"/>
                    </a:lnTo>
                    <a:lnTo>
                      <a:pt x="80" y="219"/>
                    </a:lnTo>
                    <a:lnTo>
                      <a:pt x="78" y="217"/>
                    </a:lnTo>
                    <a:lnTo>
                      <a:pt x="78" y="216"/>
                    </a:lnTo>
                    <a:lnTo>
                      <a:pt x="78" y="214"/>
                    </a:lnTo>
                    <a:lnTo>
                      <a:pt x="78" y="212"/>
                    </a:lnTo>
                    <a:lnTo>
                      <a:pt x="76" y="212"/>
                    </a:lnTo>
                    <a:lnTo>
                      <a:pt x="76" y="214"/>
                    </a:lnTo>
                    <a:lnTo>
                      <a:pt x="76" y="216"/>
                    </a:lnTo>
                    <a:lnTo>
                      <a:pt x="75" y="217"/>
                    </a:lnTo>
                    <a:lnTo>
                      <a:pt x="75" y="217"/>
                    </a:lnTo>
                    <a:lnTo>
                      <a:pt x="73" y="219"/>
                    </a:lnTo>
                    <a:lnTo>
                      <a:pt x="73" y="219"/>
                    </a:lnTo>
                    <a:lnTo>
                      <a:pt x="71" y="221"/>
                    </a:lnTo>
                    <a:lnTo>
                      <a:pt x="71" y="221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0" y="227"/>
                    </a:lnTo>
                    <a:lnTo>
                      <a:pt x="68" y="233"/>
                    </a:lnTo>
                    <a:lnTo>
                      <a:pt x="68" y="234"/>
                    </a:lnTo>
                    <a:lnTo>
                      <a:pt x="68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8" y="241"/>
                    </a:lnTo>
                    <a:lnTo>
                      <a:pt x="68" y="241"/>
                    </a:lnTo>
                    <a:lnTo>
                      <a:pt x="70" y="239"/>
                    </a:lnTo>
                    <a:lnTo>
                      <a:pt x="70" y="239"/>
                    </a:lnTo>
                    <a:lnTo>
                      <a:pt x="71" y="241"/>
                    </a:lnTo>
                    <a:lnTo>
                      <a:pt x="70" y="243"/>
                    </a:lnTo>
                    <a:lnTo>
                      <a:pt x="65" y="246"/>
                    </a:lnTo>
                    <a:lnTo>
                      <a:pt x="63" y="248"/>
                    </a:lnTo>
                    <a:lnTo>
                      <a:pt x="61" y="249"/>
                    </a:lnTo>
                    <a:lnTo>
                      <a:pt x="61" y="251"/>
                    </a:lnTo>
                    <a:lnTo>
                      <a:pt x="63" y="251"/>
                    </a:lnTo>
                    <a:lnTo>
                      <a:pt x="63" y="253"/>
                    </a:lnTo>
                    <a:lnTo>
                      <a:pt x="65" y="253"/>
                    </a:lnTo>
                    <a:lnTo>
                      <a:pt x="65" y="255"/>
                    </a:lnTo>
                    <a:lnTo>
                      <a:pt x="65" y="258"/>
                    </a:lnTo>
                    <a:lnTo>
                      <a:pt x="63" y="260"/>
                    </a:lnTo>
                    <a:lnTo>
                      <a:pt x="63" y="263"/>
                    </a:lnTo>
                    <a:lnTo>
                      <a:pt x="59" y="263"/>
                    </a:lnTo>
                    <a:lnTo>
                      <a:pt x="54" y="265"/>
                    </a:lnTo>
                    <a:lnTo>
                      <a:pt x="53" y="263"/>
                    </a:lnTo>
                    <a:lnTo>
                      <a:pt x="53" y="261"/>
                    </a:lnTo>
                    <a:lnTo>
                      <a:pt x="51" y="261"/>
                    </a:lnTo>
                    <a:lnTo>
                      <a:pt x="53" y="265"/>
                    </a:lnTo>
                    <a:lnTo>
                      <a:pt x="53" y="266"/>
                    </a:lnTo>
                    <a:lnTo>
                      <a:pt x="51" y="270"/>
                    </a:lnTo>
                    <a:lnTo>
                      <a:pt x="51" y="268"/>
                    </a:lnTo>
                    <a:lnTo>
                      <a:pt x="49" y="268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6" y="268"/>
                    </a:lnTo>
                    <a:lnTo>
                      <a:pt x="46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6"/>
                    </a:lnTo>
                    <a:lnTo>
                      <a:pt x="42" y="268"/>
                    </a:lnTo>
                    <a:lnTo>
                      <a:pt x="42" y="268"/>
                    </a:lnTo>
                    <a:lnTo>
                      <a:pt x="42" y="272"/>
                    </a:lnTo>
                    <a:lnTo>
                      <a:pt x="42" y="273"/>
                    </a:lnTo>
                    <a:lnTo>
                      <a:pt x="42" y="275"/>
                    </a:lnTo>
                    <a:lnTo>
                      <a:pt x="41" y="277"/>
                    </a:lnTo>
                    <a:lnTo>
                      <a:pt x="37" y="280"/>
                    </a:lnTo>
                    <a:lnTo>
                      <a:pt x="36" y="282"/>
                    </a:lnTo>
                    <a:lnTo>
                      <a:pt x="36" y="283"/>
                    </a:lnTo>
                    <a:lnTo>
                      <a:pt x="36" y="283"/>
                    </a:lnTo>
                    <a:lnTo>
                      <a:pt x="36" y="285"/>
                    </a:lnTo>
                    <a:lnTo>
                      <a:pt x="36" y="285"/>
                    </a:lnTo>
                    <a:lnTo>
                      <a:pt x="36" y="287"/>
                    </a:lnTo>
                    <a:lnTo>
                      <a:pt x="32" y="289"/>
                    </a:lnTo>
                    <a:lnTo>
                      <a:pt x="32" y="290"/>
                    </a:lnTo>
                    <a:lnTo>
                      <a:pt x="31" y="297"/>
                    </a:lnTo>
                    <a:lnTo>
                      <a:pt x="32" y="297"/>
                    </a:lnTo>
                    <a:lnTo>
                      <a:pt x="36" y="299"/>
                    </a:lnTo>
                    <a:lnTo>
                      <a:pt x="36" y="300"/>
                    </a:lnTo>
                    <a:lnTo>
                      <a:pt x="37" y="300"/>
                    </a:lnTo>
                    <a:lnTo>
                      <a:pt x="37" y="302"/>
                    </a:lnTo>
                    <a:lnTo>
                      <a:pt x="37" y="302"/>
                    </a:lnTo>
                    <a:lnTo>
                      <a:pt x="39" y="302"/>
                    </a:lnTo>
                    <a:lnTo>
                      <a:pt x="39" y="302"/>
                    </a:lnTo>
                    <a:lnTo>
                      <a:pt x="39" y="302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41" y="304"/>
                    </a:lnTo>
                    <a:lnTo>
                      <a:pt x="41" y="304"/>
                    </a:lnTo>
                    <a:lnTo>
                      <a:pt x="46" y="307"/>
                    </a:lnTo>
                    <a:lnTo>
                      <a:pt x="48" y="309"/>
                    </a:lnTo>
                    <a:lnTo>
                      <a:pt x="49" y="309"/>
                    </a:lnTo>
                    <a:lnTo>
                      <a:pt x="49" y="309"/>
                    </a:lnTo>
                    <a:lnTo>
                      <a:pt x="51" y="309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3" y="311"/>
                    </a:lnTo>
                    <a:lnTo>
                      <a:pt x="54" y="311"/>
                    </a:lnTo>
                    <a:lnTo>
                      <a:pt x="58" y="311"/>
                    </a:lnTo>
                    <a:lnTo>
                      <a:pt x="59" y="311"/>
                    </a:lnTo>
                    <a:lnTo>
                      <a:pt x="63" y="309"/>
                    </a:lnTo>
                    <a:lnTo>
                      <a:pt x="65" y="307"/>
                    </a:lnTo>
                    <a:lnTo>
                      <a:pt x="66" y="307"/>
                    </a:lnTo>
                    <a:lnTo>
                      <a:pt x="68" y="307"/>
                    </a:lnTo>
                    <a:lnTo>
                      <a:pt x="68" y="307"/>
                    </a:lnTo>
                    <a:lnTo>
                      <a:pt x="65" y="311"/>
                    </a:lnTo>
                    <a:lnTo>
                      <a:pt x="63" y="311"/>
                    </a:lnTo>
                    <a:lnTo>
                      <a:pt x="63" y="312"/>
                    </a:lnTo>
                    <a:lnTo>
                      <a:pt x="59" y="312"/>
                    </a:lnTo>
                    <a:lnTo>
                      <a:pt x="56" y="312"/>
                    </a:lnTo>
                    <a:lnTo>
                      <a:pt x="53" y="314"/>
                    </a:lnTo>
                    <a:lnTo>
                      <a:pt x="51" y="314"/>
                    </a:lnTo>
                    <a:lnTo>
                      <a:pt x="51" y="314"/>
                    </a:lnTo>
                    <a:lnTo>
                      <a:pt x="51" y="316"/>
                    </a:lnTo>
                    <a:lnTo>
                      <a:pt x="53" y="319"/>
                    </a:lnTo>
                    <a:lnTo>
                      <a:pt x="54" y="321"/>
                    </a:lnTo>
                    <a:lnTo>
                      <a:pt x="56" y="323"/>
                    </a:lnTo>
                    <a:lnTo>
                      <a:pt x="58" y="323"/>
                    </a:lnTo>
                    <a:lnTo>
                      <a:pt x="58" y="324"/>
                    </a:lnTo>
                    <a:lnTo>
                      <a:pt x="58" y="326"/>
                    </a:lnTo>
                    <a:lnTo>
                      <a:pt x="61" y="329"/>
                    </a:lnTo>
                    <a:lnTo>
                      <a:pt x="63" y="329"/>
                    </a:lnTo>
                    <a:lnTo>
                      <a:pt x="65" y="329"/>
                    </a:lnTo>
                    <a:lnTo>
                      <a:pt x="65" y="329"/>
                    </a:lnTo>
                    <a:lnTo>
                      <a:pt x="68" y="328"/>
                    </a:lnTo>
                    <a:lnTo>
                      <a:pt x="70" y="328"/>
                    </a:lnTo>
                    <a:lnTo>
                      <a:pt x="68" y="328"/>
                    </a:lnTo>
                    <a:lnTo>
                      <a:pt x="66" y="331"/>
                    </a:lnTo>
                    <a:lnTo>
                      <a:pt x="70" y="331"/>
                    </a:lnTo>
                    <a:lnTo>
                      <a:pt x="76" y="328"/>
                    </a:lnTo>
                    <a:lnTo>
                      <a:pt x="83" y="326"/>
                    </a:lnTo>
                    <a:lnTo>
                      <a:pt x="85" y="324"/>
                    </a:lnTo>
                    <a:lnTo>
                      <a:pt x="85" y="323"/>
                    </a:lnTo>
                    <a:lnTo>
                      <a:pt x="87" y="324"/>
                    </a:lnTo>
                    <a:lnTo>
                      <a:pt x="85" y="328"/>
                    </a:lnTo>
                    <a:lnTo>
                      <a:pt x="85" y="331"/>
                    </a:lnTo>
                    <a:lnTo>
                      <a:pt x="83" y="329"/>
                    </a:lnTo>
                    <a:lnTo>
                      <a:pt x="82" y="329"/>
                    </a:lnTo>
                    <a:lnTo>
                      <a:pt x="80" y="329"/>
                    </a:lnTo>
                    <a:lnTo>
                      <a:pt x="80" y="329"/>
                    </a:lnTo>
                    <a:lnTo>
                      <a:pt x="76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5" y="333"/>
                    </a:lnTo>
                    <a:lnTo>
                      <a:pt x="73" y="334"/>
                    </a:lnTo>
                    <a:lnTo>
                      <a:pt x="71" y="334"/>
                    </a:lnTo>
                    <a:lnTo>
                      <a:pt x="70" y="334"/>
                    </a:lnTo>
                    <a:lnTo>
                      <a:pt x="68" y="336"/>
                    </a:lnTo>
                    <a:lnTo>
                      <a:pt x="66" y="334"/>
                    </a:lnTo>
                    <a:lnTo>
                      <a:pt x="63" y="334"/>
                    </a:lnTo>
                    <a:lnTo>
                      <a:pt x="61" y="334"/>
                    </a:lnTo>
                    <a:lnTo>
                      <a:pt x="59" y="334"/>
                    </a:lnTo>
                    <a:lnTo>
                      <a:pt x="58" y="333"/>
                    </a:lnTo>
                    <a:lnTo>
                      <a:pt x="56" y="333"/>
                    </a:lnTo>
                    <a:lnTo>
                      <a:pt x="56" y="333"/>
                    </a:lnTo>
                    <a:lnTo>
                      <a:pt x="56" y="338"/>
                    </a:lnTo>
                    <a:lnTo>
                      <a:pt x="54" y="339"/>
                    </a:lnTo>
                    <a:lnTo>
                      <a:pt x="54" y="341"/>
                    </a:lnTo>
                    <a:lnTo>
                      <a:pt x="53" y="343"/>
                    </a:lnTo>
                    <a:lnTo>
                      <a:pt x="54" y="343"/>
                    </a:lnTo>
                    <a:lnTo>
                      <a:pt x="54" y="350"/>
                    </a:lnTo>
                    <a:lnTo>
                      <a:pt x="56" y="353"/>
                    </a:lnTo>
                    <a:lnTo>
                      <a:pt x="58" y="355"/>
                    </a:lnTo>
                    <a:lnTo>
                      <a:pt x="63" y="362"/>
                    </a:lnTo>
                    <a:lnTo>
                      <a:pt x="63" y="362"/>
                    </a:lnTo>
                    <a:lnTo>
                      <a:pt x="63" y="363"/>
                    </a:lnTo>
                    <a:lnTo>
                      <a:pt x="63" y="363"/>
                    </a:lnTo>
                    <a:lnTo>
                      <a:pt x="61" y="363"/>
                    </a:lnTo>
                    <a:lnTo>
                      <a:pt x="61" y="363"/>
                    </a:lnTo>
                    <a:lnTo>
                      <a:pt x="58" y="365"/>
                    </a:lnTo>
                    <a:lnTo>
                      <a:pt x="58" y="363"/>
                    </a:lnTo>
                    <a:lnTo>
                      <a:pt x="58" y="362"/>
                    </a:lnTo>
                    <a:lnTo>
                      <a:pt x="58" y="360"/>
                    </a:lnTo>
                    <a:lnTo>
                      <a:pt x="58" y="360"/>
                    </a:lnTo>
                    <a:lnTo>
                      <a:pt x="56" y="358"/>
                    </a:lnTo>
                    <a:lnTo>
                      <a:pt x="54" y="360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56"/>
                    </a:lnTo>
                    <a:lnTo>
                      <a:pt x="51" y="356"/>
                    </a:lnTo>
                    <a:lnTo>
                      <a:pt x="51" y="355"/>
                    </a:lnTo>
                    <a:lnTo>
                      <a:pt x="49" y="351"/>
                    </a:lnTo>
                    <a:lnTo>
                      <a:pt x="49" y="351"/>
                    </a:lnTo>
                    <a:lnTo>
                      <a:pt x="48" y="350"/>
                    </a:lnTo>
                    <a:lnTo>
                      <a:pt x="46" y="348"/>
                    </a:lnTo>
                    <a:lnTo>
                      <a:pt x="44" y="348"/>
                    </a:lnTo>
                    <a:lnTo>
                      <a:pt x="42" y="343"/>
                    </a:lnTo>
                    <a:lnTo>
                      <a:pt x="42" y="343"/>
                    </a:lnTo>
                    <a:lnTo>
                      <a:pt x="41" y="341"/>
                    </a:lnTo>
                    <a:lnTo>
                      <a:pt x="32" y="339"/>
                    </a:lnTo>
                    <a:lnTo>
                      <a:pt x="31" y="336"/>
                    </a:lnTo>
                    <a:lnTo>
                      <a:pt x="29" y="336"/>
                    </a:lnTo>
                    <a:lnTo>
                      <a:pt x="25" y="336"/>
                    </a:lnTo>
                    <a:lnTo>
                      <a:pt x="24" y="338"/>
                    </a:lnTo>
                    <a:lnTo>
                      <a:pt x="22" y="338"/>
                    </a:lnTo>
                    <a:lnTo>
                      <a:pt x="22" y="336"/>
                    </a:lnTo>
                    <a:lnTo>
                      <a:pt x="22" y="334"/>
                    </a:lnTo>
                    <a:lnTo>
                      <a:pt x="20" y="333"/>
                    </a:lnTo>
                    <a:lnTo>
                      <a:pt x="19" y="334"/>
                    </a:lnTo>
                    <a:lnTo>
                      <a:pt x="19" y="336"/>
                    </a:lnTo>
                    <a:lnTo>
                      <a:pt x="20" y="341"/>
                    </a:lnTo>
                    <a:lnTo>
                      <a:pt x="20" y="346"/>
                    </a:lnTo>
                    <a:lnTo>
                      <a:pt x="20" y="348"/>
                    </a:lnTo>
                    <a:lnTo>
                      <a:pt x="22" y="348"/>
                    </a:lnTo>
                    <a:lnTo>
                      <a:pt x="22" y="350"/>
                    </a:lnTo>
                    <a:lnTo>
                      <a:pt x="24" y="355"/>
                    </a:lnTo>
                    <a:lnTo>
                      <a:pt x="22" y="356"/>
                    </a:lnTo>
                    <a:lnTo>
                      <a:pt x="20" y="356"/>
                    </a:lnTo>
                    <a:lnTo>
                      <a:pt x="19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9" y="363"/>
                    </a:lnTo>
                    <a:lnTo>
                      <a:pt x="19" y="362"/>
                    </a:lnTo>
                    <a:lnTo>
                      <a:pt x="17" y="362"/>
                    </a:lnTo>
                    <a:lnTo>
                      <a:pt x="15" y="367"/>
                    </a:lnTo>
                    <a:lnTo>
                      <a:pt x="14" y="367"/>
                    </a:lnTo>
                    <a:lnTo>
                      <a:pt x="15" y="362"/>
                    </a:lnTo>
                    <a:lnTo>
                      <a:pt x="17" y="358"/>
                    </a:lnTo>
                    <a:lnTo>
                      <a:pt x="17" y="356"/>
                    </a:lnTo>
                    <a:lnTo>
                      <a:pt x="17" y="356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7" y="348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4" y="343"/>
                    </a:lnTo>
                    <a:lnTo>
                      <a:pt x="12" y="343"/>
                    </a:lnTo>
                    <a:lnTo>
                      <a:pt x="10" y="343"/>
                    </a:lnTo>
                    <a:lnTo>
                      <a:pt x="10" y="341"/>
                    </a:lnTo>
                    <a:lnTo>
                      <a:pt x="10" y="341"/>
                    </a:lnTo>
                    <a:lnTo>
                      <a:pt x="10" y="339"/>
                    </a:lnTo>
                    <a:lnTo>
                      <a:pt x="8" y="339"/>
                    </a:lnTo>
                    <a:lnTo>
                      <a:pt x="8" y="338"/>
                    </a:lnTo>
                    <a:lnTo>
                      <a:pt x="5" y="336"/>
                    </a:lnTo>
                    <a:lnTo>
                      <a:pt x="2" y="336"/>
                    </a:lnTo>
                    <a:lnTo>
                      <a:pt x="0" y="336"/>
                    </a:lnTo>
                    <a:lnTo>
                      <a:pt x="0" y="443"/>
                    </a:lnTo>
                    <a:lnTo>
                      <a:pt x="2" y="443"/>
                    </a:lnTo>
                    <a:lnTo>
                      <a:pt x="3" y="443"/>
                    </a:lnTo>
                    <a:lnTo>
                      <a:pt x="5" y="445"/>
                    </a:lnTo>
                    <a:lnTo>
                      <a:pt x="3" y="446"/>
                    </a:lnTo>
                    <a:lnTo>
                      <a:pt x="2" y="448"/>
                    </a:lnTo>
                    <a:lnTo>
                      <a:pt x="0" y="448"/>
                    </a:lnTo>
                    <a:lnTo>
                      <a:pt x="0" y="448"/>
                    </a:lnTo>
                    <a:lnTo>
                      <a:pt x="0" y="450"/>
                    </a:lnTo>
                    <a:lnTo>
                      <a:pt x="0" y="448"/>
                    </a:lnTo>
                    <a:lnTo>
                      <a:pt x="2" y="448"/>
                    </a:lnTo>
                    <a:lnTo>
                      <a:pt x="2" y="450"/>
                    </a:lnTo>
                    <a:lnTo>
                      <a:pt x="2" y="450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2" y="452"/>
                    </a:lnTo>
                    <a:lnTo>
                      <a:pt x="0" y="452"/>
                    </a:lnTo>
                    <a:lnTo>
                      <a:pt x="0" y="452"/>
                    </a:lnTo>
                    <a:lnTo>
                      <a:pt x="0" y="1294"/>
                    </a:lnTo>
                    <a:lnTo>
                      <a:pt x="776" y="1294"/>
                    </a:lnTo>
                    <a:lnTo>
                      <a:pt x="776" y="480"/>
                    </a:lnTo>
                    <a:lnTo>
                      <a:pt x="771" y="477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B55DD9E-8FEA-4292-ACA1-1183E1255C8E}"/>
                </a:ext>
              </a:extLst>
            </p:cNvPr>
            <p:cNvGrpSpPr/>
            <p:nvPr/>
          </p:nvGrpSpPr>
          <p:grpSpPr>
            <a:xfrm>
              <a:off x="8466604" y="2545717"/>
              <a:ext cx="5294024" cy="5881366"/>
              <a:chOff x="8466604" y="2545717"/>
              <a:chExt cx="5294024" cy="5881365"/>
            </a:xfrm>
            <a:grpFill/>
          </p:grpSpPr>
          <p:sp>
            <p:nvSpPr>
              <p:cNvPr id="19" name="Freeform 6">
                <a:extLst>
                  <a:ext uri="{FF2B5EF4-FFF2-40B4-BE49-F238E27FC236}">
                    <a16:creationId xmlns:a16="http://schemas.microsoft.com/office/drawing/2014/main" id="{F381984A-CB69-4EA4-886A-CA76BFB7DD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12384" y="6776173"/>
                <a:ext cx="1539791" cy="881014"/>
              </a:xfrm>
              <a:custGeom>
                <a:avLst/>
                <a:gdLst>
                  <a:gd name="T0" fmla="*/ 489 w 776"/>
                  <a:gd name="T1" fmla="*/ 412 h 444"/>
                  <a:gd name="T2" fmla="*/ 387 w 776"/>
                  <a:gd name="T3" fmla="*/ 373 h 444"/>
                  <a:gd name="T4" fmla="*/ 377 w 776"/>
                  <a:gd name="T5" fmla="*/ 390 h 444"/>
                  <a:gd name="T6" fmla="*/ 370 w 776"/>
                  <a:gd name="T7" fmla="*/ 385 h 444"/>
                  <a:gd name="T8" fmla="*/ 375 w 776"/>
                  <a:gd name="T9" fmla="*/ 392 h 444"/>
                  <a:gd name="T10" fmla="*/ 616 w 776"/>
                  <a:gd name="T11" fmla="*/ 242 h 444"/>
                  <a:gd name="T12" fmla="*/ 618 w 776"/>
                  <a:gd name="T13" fmla="*/ 215 h 444"/>
                  <a:gd name="T14" fmla="*/ 609 w 776"/>
                  <a:gd name="T15" fmla="*/ 186 h 444"/>
                  <a:gd name="T16" fmla="*/ 580 w 776"/>
                  <a:gd name="T17" fmla="*/ 168 h 444"/>
                  <a:gd name="T18" fmla="*/ 550 w 776"/>
                  <a:gd name="T19" fmla="*/ 174 h 444"/>
                  <a:gd name="T20" fmla="*/ 528 w 776"/>
                  <a:gd name="T21" fmla="*/ 180 h 444"/>
                  <a:gd name="T22" fmla="*/ 536 w 776"/>
                  <a:gd name="T23" fmla="*/ 191 h 444"/>
                  <a:gd name="T24" fmla="*/ 511 w 776"/>
                  <a:gd name="T25" fmla="*/ 183 h 444"/>
                  <a:gd name="T26" fmla="*/ 477 w 776"/>
                  <a:gd name="T27" fmla="*/ 171 h 444"/>
                  <a:gd name="T28" fmla="*/ 450 w 776"/>
                  <a:gd name="T29" fmla="*/ 178 h 444"/>
                  <a:gd name="T30" fmla="*/ 411 w 776"/>
                  <a:gd name="T31" fmla="*/ 171 h 444"/>
                  <a:gd name="T32" fmla="*/ 343 w 776"/>
                  <a:gd name="T33" fmla="*/ 176 h 444"/>
                  <a:gd name="T34" fmla="*/ 322 w 776"/>
                  <a:gd name="T35" fmla="*/ 183 h 444"/>
                  <a:gd name="T36" fmla="*/ 282 w 776"/>
                  <a:gd name="T37" fmla="*/ 149 h 444"/>
                  <a:gd name="T38" fmla="*/ 246 w 776"/>
                  <a:gd name="T39" fmla="*/ 125 h 444"/>
                  <a:gd name="T40" fmla="*/ 222 w 776"/>
                  <a:gd name="T41" fmla="*/ 107 h 444"/>
                  <a:gd name="T42" fmla="*/ 203 w 776"/>
                  <a:gd name="T43" fmla="*/ 78 h 444"/>
                  <a:gd name="T44" fmla="*/ 193 w 776"/>
                  <a:gd name="T45" fmla="*/ 64 h 444"/>
                  <a:gd name="T46" fmla="*/ 163 w 776"/>
                  <a:gd name="T47" fmla="*/ 56 h 444"/>
                  <a:gd name="T48" fmla="*/ 149 w 776"/>
                  <a:gd name="T49" fmla="*/ 62 h 444"/>
                  <a:gd name="T50" fmla="*/ 134 w 776"/>
                  <a:gd name="T51" fmla="*/ 67 h 444"/>
                  <a:gd name="T52" fmla="*/ 124 w 776"/>
                  <a:gd name="T53" fmla="*/ 32 h 444"/>
                  <a:gd name="T54" fmla="*/ 105 w 776"/>
                  <a:gd name="T55" fmla="*/ 18 h 444"/>
                  <a:gd name="T56" fmla="*/ 74 w 776"/>
                  <a:gd name="T57" fmla="*/ 13 h 444"/>
                  <a:gd name="T58" fmla="*/ 39 w 776"/>
                  <a:gd name="T59" fmla="*/ 15 h 444"/>
                  <a:gd name="T60" fmla="*/ 20 w 776"/>
                  <a:gd name="T61" fmla="*/ 10 h 444"/>
                  <a:gd name="T62" fmla="*/ 0 w 776"/>
                  <a:gd name="T63" fmla="*/ 351 h 444"/>
                  <a:gd name="T64" fmla="*/ 40 w 776"/>
                  <a:gd name="T65" fmla="*/ 378 h 444"/>
                  <a:gd name="T66" fmla="*/ 56 w 776"/>
                  <a:gd name="T67" fmla="*/ 380 h 444"/>
                  <a:gd name="T68" fmla="*/ 103 w 776"/>
                  <a:gd name="T69" fmla="*/ 380 h 444"/>
                  <a:gd name="T70" fmla="*/ 134 w 776"/>
                  <a:gd name="T71" fmla="*/ 382 h 444"/>
                  <a:gd name="T72" fmla="*/ 190 w 776"/>
                  <a:gd name="T73" fmla="*/ 407 h 444"/>
                  <a:gd name="T74" fmla="*/ 227 w 776"/>
                  <a:gd name="T75" fmla="*/ 416 h 444"/>
                  <a:gd name="T76" fmla="*/ 251 w 776"/>
                  <a:gd name="T77" fmla="*/ 402 h 444"/>
                  <a:gd name="T78" fmla="*/ 278 w 776"/>
                  <a:gd name="T79" fmla="*/ 383 h 444"/>
                  <a:gd name="T80" fmla="*/ 317 w 776"/>
                  <a:gd name="T81" fmla="*/ 370 h 444"/>
                  <a:gd name="T82" fmla="*/ 293 w 776"/>
                  <a:gd name="T83" fmla="*/ 360 h 444"/>
                  <a:gd name="T84" fmla="*/ 321 w 776"/>
                  <a:gd name="T85" fmla="*/ 346 h 444"/>
                  <a:gd name="T86" fmla="*/ 348 w 776"/>
                  <a:gd name="T87" fmla="*/ 343 h 444"/>
                  <a:gd name="T88" fmla="*/ 346 w 776"/>
                  <a:gd name="T89" fmla="*/ 371 h 444"/>
                  <a:gd name="T90" fmla="*/ 322 w 776"/>
                  <a:gd name="T91" fmla="*/ 375 h 444"/>
                  <a:gd name="T92" fmla="*/ 366 w 776"/>
                  <a:gd name="T93" fmla="*/ 377 h 444"/>
                  <a:gd name="T94" fmla="*/ 377 w 776"/>
                  <a:gd name="T95" fmla="*/ 366 h 444"/>
                  <a:gd name="T96" fmla="*/ 390 w 776"/>
                  <a:gd name="T97" fmla="*/ 382 h 444"/>
                  <a:gd name="T98" fmla="*/ 390 w 776"/>
                  <a:gd name="T99" fmla="*/ 395 h 444"/>
                  <a:gd name="T100" fmla="*/ 424 w 776"/>
                  <a:gd name="T101" fmla="*/ 417 h 444"/>
                  <a:gd name="T102" fmla="*/ 462 w 776"/>
                  <a:gd name="T103" fmla="*/ 439 h 444"/>
                  <a:gd name="T104" fmla="*/ 473 w 776"/>
                  <a:gd name="T105" fmla="*/ 434 h 444"/>
                  <a:gd name="T106" fmla="*/ 473 w 776"/>
                  <a:gd name="T107" fmla="*/ 422 h 444"/>
                  <a:gd name="T108" fmla="*/ 460 w 776"/>
                  <a:gd name="T109" fmla="*/ 424 h 444"/>
                  <a:gd name="T110" fmla="*/ 450 w 776"/>
                  <a:gd name="T111" fmla="*/ 411 h 444"/>
                  <a:gd name="T112" fmla="*/ 492 w 776"/>
                  <a:gd name="T113" fmla="*/ 404 h 444"/>
                  <a:gd name="T114" fmla="*/ 657 w 776"/>
                  <a:gd name="T115" fmla="*/ 329 h 444"/>
                  <a:gd name="T116" fmla="*/ 721 w 776"/>
                  <a:gd name="T117" fmla="*/ 327 h 444"/>
                  <a:gd name="T118" fmla="*/ 757 w 776"/>
                  <a:gd name="T119" fmla="*/ 309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76" h="444">
                    <a:moveTo>
                      <a:pt x="489" y="411"/>
                    </a:moveTo>
                    <a:lnTo>
                      <a:pt x="487" y="411"/>
                    </a:lnTo>
                    <a:lnTo>
                      <a:pt x="487" y="411"/>
                    </a:lnTo>
                    <a:lnTo>
                      <a:pt x="485" y="411"/>
                    </a:lnTo>
                    <a:lnTo>
                      <a:pt x="484" y="411"/>
                    </a:lnTo>
                    <a:lnTo>
                      <a:pt x="479" y="411"/>
                    </a:lnTo>
                    <a:lnTo>
                      <a:pt x="475" y="411"/>
                    </a:lnTo>
                    <a:lnTo>
                      <a:pt x="473" y="411"/>
                    </a:lnTo>
                    <a:lnTo>
                      <a:pt x="475" y="412"/>
                    </a:lnTo>
                    <a:lnTo>
                      <a:pt x="475" y="412"/>
                    </a:lnTo>
                    <a:lnTo>
                      <a:pt x="477" y="414"/>
                    </a:lnTo>
                    <a:lnTo>
                      <a:pt x="480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4" y="412"/>
                    </a:lnTo>
                    <a:lnTo>
                      <a:pt x="484" y="412"/>
                    </a:lnTo>
                    <a:lnTo>
                      <a:pt x="489" y="412"/>
                    </a:lnTo>
                    <a:lnTo>
                      <a:pt x="489" y="412"/>
                    </a:lnTo>
                    <a:lnTo>
                      <a:pt x="490" y="412"/>
                    </a:lnTo>
                    <a:lnTo>
                      <a:pt x="490" y="411"/>
                    </a:lnTo>
                    <a:lnTo>
                      <a:pt x="489" y="411"/>
                    </a:lnTo>
                    <a:lnTo>
                      <a:pt x="489" y="411"/>
                    </a:lnTo>
                    <a:close/>
                    <a:moveTo>
                      <a:pt x="372" y="378"/>
                    </a:moveTo>
                    <a:lnTo>
                      <a:pt x="372" y="380"/>
                    </a:lnTo>
                    <a:lnTo>
                      <a:pt x="372" y="380"/>
                    </a:lnTo>
                    <a:lnTo>
                      <a:pt x="375" y="382"/>
                    </a:lnTo>
                    <a:lnTo>
                      <a:pt x="375" y="382"/>
                    </a:lnTo>
                    <a:lnTo>
                      <a:pt x="378" y="383"/>
                    </a:lnTo>
                    <a:lnTo>
                      <a:pt x="380" y="382"/>
                    </a:lnTo>
                    <a:lnTo>
                      <a:pt x="383" y="378"/>
                    </a:lnTo>
                    <a:lnTo>
                      <a:pt x="383" y="378"/>
                    </a:lnTo>
                    <a:lnTo>
                      <a:pt x="387" y="378"/>
                    </a:lnTo>
                    <a:lnTo>
                      <a:pt x="389" y="378"/>
                    </a:lnTo>
                    <a:lnTo>
                      <a:pt x="390" y="377"/>
                    </a:lnTo>
                    <a:lnTo>
                      <a:pt x="387" y="375"/>
                    </a:lnTo>
                    <a:lnTo>
                      <a:pt x="387" y="373"/>
                    </a:lnTo>
                    <a:lnTo>
                      <a:pt x="385" y="373"/>
                    </a:lnTo>
                    <a:lnTo>
                      <a:pt x="383" y="373"/>
                    </a:lnTo>
                    <a:lnTo>
                      <a:pt x="380" y="373"/>
                    </a:lnTo>
                    <a:lnTo>
                      <a:pt x="378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3" y="371"/>
                    </a:lnTo>
                    <a:lnTo>
                      <a:pt x="373" y="371"/>
                    </a:lnTo>
                    <a:lnTo>
                      <a:pt x="373" y="371"/>
                    </a:lnTo>
                    <a:lnTo>
                      <a:pt x="372" y="371"/>
                    </a:lnTo>
                    <a:lnTo>
                      <a:pt x="372" y="373"/>
                    </a:lnTo>
                    <a:lnTo>
                      <a:pt x="372" y="373"/>
                    </a:lnTo>
                    <a:lnTo>
                      <a:pt x="373" y="373"/>
                    </a:lnTo>
                    <a:lnTo>
                      <a:pt x="370" y="377"/>
                    </a:lnTo>
                    <a:lnTo>
                      <a:pt x="372" y="378"/>
                    </a:lnTo>
                    <a:close/>
                    <a:moveTo>
                      <a:pt x="378" y="392"/>
                    </a:moveTo>
                    <a:lnTo>
                      <a:pt x="377" y="392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5" y="390"/>
                    </a:lnTo>
                    <a:lnTo>
                      <a:pt x="375" y="390"/>
                    </a:lnTo>
                    <a:lnTo>
                      <a:pt x="375" y="388"/>
                    </a:lnTo>
                    <a:lnTo>
                      <a:pt x="373" y="388"/>
                    </a:lnTo>
                    <a:lnTo>
                      <a:pt x="373" y="387"/>
                    </a:lnTo>
                    <a:lnTo>
                      <a:pt x="373" y="387"/>
                    </a:lnTo>
                    <a:lnTo>
                      <a:pt x="375" y="387"/>
                    </a:lnTo>
                    <a:lnTo>
                      <a:pt x="373" y="387"/>
                    </a:lnTo>
                    <a:lnTo>
                      <a:pt x="373" y="385"/>
                    </a:lnTo>
                    <a:lnTo>
                      <a:pt x="373" y="385"/>
                    </a:lnTo>
                    <a:lnTo>
                      <a:pt x="372" y="385"/>
                    </a:lnTo>
                    <a:lnTo>
                      <a:pt x="372" y="385"/>
                    </a:lnTo>
                    <a:lnTo>
                      <a:pt x="370" y="385"/>
                    </a:lnTo>
                    <a:lnTo>
                      <a:pt x="370" y="385"/>
                    </a:lnTo>
                    <a:lnTo>
                      <a:pt x="365" y="385"/>
                    </a:lnTo>
                    <a:lnTo>
                      <a:pt x="363" y="387"/>
                    </a:lnTo>
                    <a:lnTo>
                      <a:pt x="361" y="387"/>
                    </a:lnTo>
                    <a:lnTo>
                      <a:pt x="360" y="388"/>
                    </a:lnTo>
                    <a:lnTo>
                      <a:pt x="358" y="390"/>
                    </a:lnTo>
                    <a:lnTo>
                      <a:pt x="356" y="392"/>
                    </a:lnTo>
                    <a:lnTo>
                      <a:pt x="358" y="392"/>
                    </a:lnTo>
                    <a:lnTo>
                      <a:pt x="361" y="392"/>
                    </a:lnTo>
                    <a:lnTo>
                      <a:pt x="361" y="392"/>
                    </a:lnTo>
                    <a:lnTo>
                      <a:pt x="363" y="392"/>
                    </a:lnTo>
                    <a:lnTo>
                      <a:pt x="365" y="392"/>
                    </a:lnTo>
                    <a:lnTo>
                      <a:pt x="365" y="392"/>
                    </a:lnTo>
                    <a:lnTo>
                      <a:pt x="365" y="392"/>
                    </a:lnTo>
                    <a:lnTo>
                      <a:pt x="366" y="392"/>
                    </a:lnTo>
                    <a:lnTo>
                      <a:pt x="366" y="392"/>
                    </a:lnTo>
                    <a:lnTo>
                      <a:pt x="370" y="390"/>
                    </a:lnTo>
                    <a:lnTo>
                      <a:pt x="372" y="392"/>
                    </a:lnTo>
                    <a:lnTo>
                      <a:pt x="375" y="392"/>
                    </a:lnTo>
                    <a:lnTo>
                      <a:pt x="377" y="394"/>
                    </a:lnTo>
                    <a:lnTo>
                      <a:pt x="377" y="394"/>
                    </a:lnTo>
                    <a:lnTo>
                      <a:pt x="377" y="395"/>
                    </a:lnTo>
                    <a:lnTo>
                      <a:pt x="377" y="395"/>
                    </a:lnTo>
                    <a:lnTo>
                      <a:pt x="377" y="395"/>
                    </a:lnTo>
                    <a:lnTo>
                      <a:pt x="378" y="394"/>
                    </a:lnTo>
                    <a:lnTo>
                      <a:pt x="378" y="394"/>
                    </a:lnTo>
                    <a:lnTo>
                      <a:pt x="378" y="392"/>
                    </a:lnTo>
                    <a:close/>
                    <a:moveTo>
                      <a:pt x="757" y="297"/>
                    </a:moveTo>
                    <a:lnTo>
                      <a:pt x="720" y="281"/>
                    </a:lnTo>
                    <a:lnTo>
                      <a:pt x="701" y="273"/>
                    </a:lnTo>
                    <a:lnTo>
                      <a:pt x="664" y="259"/>
                    </a:lnTo>
                    <a:lnTo>
                      <a:pt x="645" y="251"/>
                    </a:lnTo>
                    <a:lnTo>
                      <a:pt x="626" y="244"/>
                    </a:lnTo>
                    <a:lnTo>
                      <a:pt x="625" y="242"/>
                    </a:lnTo>
                    <a:lnTo>
                      <a:pt x="619" y="242"/>
                    </a:lnTo>
                    <a:lnTo>
                      <a:pt x="618" y="242"/>
                    </a:lnTo>
                    <a:lnTo>
                      <a:pt x="616" y="242"/>
                    </a:lnTo>
                    <a:lnTo>
                      <a:pt x="616" y="241"/>
                    </a:lnTo>
                    <a:lnTo>
                      <a:pt x="623" y="234"/>
                    </a:lnTo>
                    <a:lnTo>
                      <a:pt x="623" y="232"/>
                    </a:lnTo>
                    <a:lnTo>
                      <a:pt x="625" y="231"/>
                    </a:lnTo>
                    <a:lnTo>
                      <a:pt x="625" y="227"/>
                    </a:lnTo>
                    <a:lnTo>
                      <a:pt x="625" y="227"/>
                    </a:lnTo>
                    <a:lnTo>
                      <a:pt x="623" y="224"/>
                    </a:lnTo>
                    <a:lnTo>
                      <a:pt x="621" y="224"/>
                    </a:lnTo>
                    <a:lnTo>
                      <a:pt x="619" y="224"/>
                    </a:lnTo>
                    <a:lnTo>
                      <a:pt x="619" y="224"/>
                    </a:lnTo>
                    <a:lnTo>
                      <a:pt x="619" y="222"/>
                    </a:lnTo>
                    <a:lnTo>
                      <a:pt x="618" y="222"/>
                    </a:lnTo>
                    <a:lnTo>
                      <a:pt x="618" y="222"/>
                    </a:lnTo>
                    <a:lnTo>
                      <a:pt x="618" y="220"/>
                    </a:lnTo>
                    <a:lnTo>
                      <a:pt x="618" y="217"/>
                    </a:lnTo>
                    <a:lnTo>
                      <a:pt x="618" y="217"/>
                    </a:lnTo>
                    <a:lnTo>
                      <a:pt x="618" y="217"/>
                    </a:lnTo>
                    <a:lnTo>
                      <a:pt x="618" y="215"/>
                    </a:lnTo>
                    <a:lnTo>
                      <a:pt x="618" y="214"/>
                    </a:lnTo>
                    <a:lnTo>
                      <a:pt x="616" y="214"/>
                    </a:lnTo>
                    <a:lnTo>
                      <a:pt x="616" y="212"/>
                    </a:lnTo>
                    <a:lnTo>
                      <a:pt x="613" y="210"/>
                    </a:lnTo>
                    <a:lnTo>
                      <a:pt x="611" y="208"/>
                    </a:lnTo>
                    <a:lnTo>
                      <a:pt x="611" y="207"/>
                    </a:lnTo>
                    <a:lnTo>
                      <a:pt x="611" y="207"/>
                    </a:lnTo>
                    <a:lnTo>
                      <a:pt x="613" y="205"/>
                    </a:lnTo>
                    <a:lnTo>
                      <a:pt x="613" y="205"/>
                    </a:lnTo>
                    <a:lnTo>
                      <a:pt x="613" y="203"/>
                    </a:lnTo>
                    <a:lnTo>
                      <a:pt x="611" y="202"/>
                    </a:lnTo>
                    <a:lnTo>
                      <a:pt x="611" y="202"/>
                    </a:lnTo>
                    <a:lnTo>
                      <a:pt x="609" y="197"/>
                    </a:lnTo>
                    <a:lnTo>
                      <a:pt x="609" y="195"/>
                    </a:lnTo>
                    <a:lnTo>
                      <a:pt x="608" y="195"/>
                    </a:lnTo>
                    <a:lnTo>
                      <a:pt x="608" y="191"/>
                    </a:lnTo>
                    <a:lnTo>
                      <a:pt x="609" y="188"/>
                    </a:lnTo>
                    <a:lnTo>
                      <a:pt x="609" y="186"/>
                    </a:lnTo>
                    <a:lnTo>
                      <a:pt x="606" y="185"/>
                    </a:lnTo>
                    <a:lnTo>
                      <a:pt x="604" y="183"/>
                    </a:lnTo>
                    <a:lnTo>
                      <a:pt x="606" y="181"/>
                    </a:lnTo>
                    <a:lnTo>
                      <a:pt x="606" y="180"/>
                    </a:lnTo>
                    <a:lnTo>
                      <a:pt x="606" y="180"/>
                    </a:lnTo>
                    <a:lnTo>
                      <a:pt x="602" y="178"/>
                    </a:lnTo>
                    <a:lnTo>
                      <a:pt x="601" y="178"/>
                    </a:lnTo>
                    <a:lnTo>
                      <a:pt x="601" y="178"/>
                    </a:lnTo>
                    <a:lnTo>
                      <a:pt x="599" y="176"/>
                    </a:lnTo>
                    <a:lnTo>
                      <a:pt x="599" y="176"/>
                    </a:lnTo>
                    <a:lnTo>
                      <a:pt x="597" y="174"/>
                    </a:lnTo>
                    <a:lnTo>
                      <a:pt x="597" y="174"/>
                    </a:lnTo>
                    <a:lnTo>
                      <a:pt x="597" y="174"/>
                    </a:lnTo>
                    <a:lnTo>
                      <a:pt x="594" y="173"/>
                    </a:lnTo>
                    <a:lnTo>
                      <a:pt x="584" y="169"/>
                    </a:lnTo>
                    <a:lnTo>
                      <a:pt x="582" y="169"/>
                    </a:lnTo>
                    <a:lnTo>
                      <a:pt x="580" y="168"/>
                    </a:lnTo>
                    <a:lnTo>
                      <a:pt x="580" y="168"/>
                    </a:lnTo>
                    <a:lnTo>
                      <a:pt x="579" y="169"/>
                    </a:lnTo>
                    <a:lnTo>
                      <a:pt x="577" y="169"/>
                    </a:lnTo>
                    <a:lnTo>
                      <a:pt x="577" y="169"/>
                    </a:lnTo>
                    <a:lnTo>
                      <a:pt x="567" y="173"/>
                    </a:lnTo>
                    <a:lnTo>
                      <a:pt x="565" y="173"/>
                    </a:lnTo>
                    <a:lnTo>
                      <a:pt x="565" y="171"/>
                    </a:lnTo>
                    <a:lnTo>
                      <a:pt x="563" y="169"/>
                    </a:lnTo>
                    <a:lnTo>
                      <a:pt x="562" y="169"/>
                    </a:lnTo>
                    <a:lnTo>
                      <a:pt x="562" y="169"/>
                    </a:lnTo>
                    <a:lnTo>
                      <a:pt x="560" y="169"/>
                    </a:lnTo>
                    <a:lnTo>
                      <a:pt x="558" y="169"/>
                    </a:lnTo>
                    <a:lnTo>
                      <a:pt x="558" y="169"/>
                    </a:lnTo>
                    <a:lnTo>
                      <a:pt x="555" y="169"/>
                    </a:lnTo>
                    <a:lnTo>
                      <a:pt x="555" y="169"/>
                    </a:lnTo>
                    <a:lnTo>
                      <a:pt x="553" y="171"/>
                    </a:lnTo>
                    <a:lnTo>
                      <a:pt x="552" y="173"/>
                    </a:lnTo>
                    <a:lnTo>
                      <a:pt x="552" y="173"/>
                    </a:lnTo>
                    <a:lnTo>
                      <a:pt x="550" y="174"/>
                    </a:lnTo>
                    <a:lnTo>
                      <a:pt x="550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6" y="178"/>
                    </a:lnTo>
                    <a:lnTo>
                      <a:pt x="545" y="178"/>
                    </a:lnTo>
                    <a:lnTo>
                      <a:pt x="543" y="178"/>
                    </a:lnTo>
                    <a:lnTo>
                      <a:pt x="543" y="178"/>
                    </a:lnTo>
                    <a:lnTo>
                      <a:pt x="538" y="180"/>
                    </a:lnTo>
                    <a:lnTo>
                      <a:pt x="535" y="180"/>
                    </a:lnTo>
                    <a:lnTo>
                      <a:pt x="535" y="180"/>
                    </a:lnTo>
                    <a:lnTo>
                      <a:pt x="533" y="180"/>
                    </a:lnTo>
                    <a:lnTo>
                      <a:pt x="533" y="178"/>
                    </a:lnTo>
                    <a:lnTo>
                      <a:pt x="531" y="178"/>
                    </a:lnTo>
                    <a:lnTo>
                      <a:pt x="531" y="178"/>
                    </a:lnTo>
                    <a:lnTo>
                      <a:pt x="531" y="178"/>
                    </a:lnTo>
                    <a:lnTo>
                      <a:pt x="529" y="178"/>
                    </a:lnTo>
                    <a:lnTo>
                      <a:pt x="529" y="178"/>
                    </a:lnTo>
                    <a:lnTo>
                      <a:pt x="528" y="180"/>
                    </a:lnTo>
                    <a:lnTo>
                      <a:pt x="528" y="181"/>
                    </a:lnTo>
                    <a:lnTo>
                      <a:pt x="528" y="181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5"/>
                    </a:lnTo>
                    <a:lnTo>
                      <a:pt x="526" y="185"/>
                    </a:lnTo>
                    <a:lnTo>
                      <a:pt x="526" y="185"/>
                    </a:lnTo>
                    <a:lnTo>
                      <a:pt x="528" y="186"/>
                    </a:lnTo>
                    <a:lnTo>
                      <a:pt x="528" y="188"/>
                    </a:lnTo>
                    <a:lnTo>
                      <a:pt x="528" y="190"/>
                    </a:lnTo>
                    <a:lnTo>
                      <a:pt x="529" y="190"/>
                    </a:lnTo>
                    <a:lnTo>
                      <a:pt x="529" y="191"/>
                    </a:lnTo>
                    <a:lnTo>
                      <a:pt x="531" y="191"/>
                    </a:lnTo>
                    <a:lnTo>
                      <a:pt x="533" y="191"/>
                    </a:lnTo>
                    <a:lnTo>
                      <a:pt x="535" y="191"/>
                    </a:lnTo>
                    <a:lnTo>
                      <a:pt x="535" y="191"/>
                    </a:lnTo>
                    <a:lnTo>
                      <a:pt x="536" y="191"/>
                    </a:lnTo>
                    <a:lnTo>
                      <a:pt x="536" y="193"/>
                    </a:lnTo>
                    <a:lnTo>
                      <a:pt x="535" y="193"/>
                    </a:lnTo>
                    <a:lnTo>
                      <a:pt x="528" y="195"/>
                    </a:lnTo>
                    <a:lnTo>
                      <a:pt x="528" y="193"/>
                    </a:lnTo>
                    <a:lnTo>
                      <a:pt x="524" y="190"/>
                    </a:lnTo>
                    <a:lnTo>
                      <a:pt x="523" y="188"/>
                    </a:lnTo>
                    <a:lnTo>
                      <a:pt x="523" y="186"/>
                    </a:lnTo>
                    <a:lnTo>
                      <a:pt x="523" y="183"/>
                    </a:lnTo>
                    <a:lnTo>
                      <a:pt x="523" y="183"/>
                    </a:lnTo>
                    <a:lnTo>
                      <a:pt x="521" y="181"/>
                    </a:lnTo>
                    <a:lnTo>
                      <a:pt x="519" y="181"/>
                    </a:lnTo>
                    <a:lnTo>
                      <a:pt x="519" y="181"/>
                    </a:lnTo>
                    <a:lnTo>
                      <a:pt x="518" y="181"/>
                    </a:lnTo>
                    <a:lnTo>
                      <a:pt x="516" y="183"/>
                    </a:lnTo>
                    <a:lnTo>
                      <a:pt x="516" y="183"/>
                    </a:lnTo>
                    <a:lnTo>
                      <a:pt x="516" y="185"/>
                    </a:lnTo>
                    <a:lnTo>
                      <a:pt x="514" y="183"/>
                    </a:lnTo>
                    <a:lnTo>
                      <a:pt x="511" y="183"/>
                    </a:lnTo>
                    <a:lnTo>
                      <a:pt x="509" y="181"/>
                    </a:lnTo>
                    <a:lnTo>
                      <a:pt x="506" y="181"/>
                    </a:lnTo>
                    <a:lnTo>
                      <a:pt x="504" y="181"/>
                    </a:lnTo>
                    <a:lnTo>
                      <a:pt x="504" y="180"/>
                    </a:lnTo>
                    <a:lnTo>
                      <a:pt x="504" y="180"/>
                    </a:lnTo>
                    <a:lnTo>
                      <a:pt x="501" y="180"/>
                    </a:lnTo>
                    <a:lnTo>
                      <a:pt x="499" y="180"/>
                    </a:lnTo>
                    <a:lnTo>
                      <a:pt x="499" y="178"/>
                    </a:lnTo>
                    <a:lnTo>
                      <a:pt x="497" y="178"/>
                    </a:lnTo>
                    <a:lnTo>
                      <a:pt x="494" y="178"/>
                    </a:lnTo>
                    <a:lnTo>
                      <a:pt x="492" y="178"/>
                    </a:lnTo>
                    <a:lnTo>
                      <a:pt x="490" y="176"/>
                    </a:lnTo>
                    <a:lnTo>
                      <a:pt x="489" y="174"/>
                    </a:lnTo>
                    <a:lnTo>
                      <a:pt x="487" y="173"/>
                    </a:lnTo>
                    <a:lnTo>
                      <a:pt x="480" y="173"/>
                    </a:lnTo>
                    <a:lnTo>
                      <a:pt x="479" y="173"/>
                    </a:lnTo>
                    <a:lnTo>
                      <a:pt x="477" y="171"/>
                    </a:lnTo>
                    <a:lnTo>
                      <a:pt x="477" y="171"/>
                    </a:lnTo>
                    <a:lnTo>
                      <a:pt x="475" y="171"/>
                    </a:lnTo>
                    <a:lnTo>
                      <a:pt x="475" y="173"/>
                    </a:lnTo>
                    <a:lnTo>
                      <a:pt x="473" y="173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2" y="171"/>
                    </a:lnTo>
                    <a:lnTo>
                      <a:pt x="470" y="173"/>
                    </a:lnTo>
                    <a:lnTo>
                      <a:pt x="467" y="178"/>
                    </a:lnTo>
                    <a:lnTo>
                      <a:pt x="465" y="178"/>
                    </a:lnTo>
                    <a:lnTo>
                      <a:pt x="460" y="178"/>
                    </a:lnTo>
                    <a:lnTo>
                      <a:pt x="456" y="176"/>
                    </a:lnTo>
                    <a:lnTo>
                      <a:pt x="455" y="176"/>
                    </a:lnTo>
                    <a:lnTo>
                      <a:pt x="453" y="176"/>
                    </a:lnTo>
                    <a:lnTo>
                      <a:pt x="453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0" y="178"/>
                    </a:lnTo>
                    <a:lnTo>
                      <a:pt x="450" y="178"/>
                    </a:lnTo>
                    <a:lnTo>
                      <a:pt x="446" y="176"/>
                    </a:lnTo>
                    <a:lnTo>
                      <a:pt x="441" y="176"/>
                    </a:lnTo>
                    <a:lnTo>
                      <a:pt x="439" y="176"/>
                    </a:lnTo>
                    <a:lnTo>
                      <a:pt x="438" y="174"/>
                    </a:lnTo>
                    <a:lnTo>
                      <a:pt x="436" y="174"/>
                    </a:lnTo>
                    <a:lnTo>
                      <a:pt x="433" y="174"/>
                    </a:lnTo>
                    <a:lnTo>
                      <a:pt x="431" y="174"/>
                    </a:lnTo>
                    <a:lnTo>
                      <a:pt x="431" y="174"/>
                    </a:lnTo>
                    <a:lnTo>
                      <a:pt x="431" y="173"/>
                    </a:lnTo>
                    <a:lnTo>
                      <a:pt x="431" y="173"/>
                    </a:lnTo>
                    <a:lnTo>
                      <a:pt x="429" y="171"/>
                    </a:lnTo>
                    <a:lnTo>
                      <a:pt x="428" y="171"/>
                    </a:lnTo>
                    <a:lnTo>
                      <a:pt x="426" y="171"/>
                    </a:lnTo>
                    <a:lnTo>
                      <a:pt x="424" y="171"/>
                    </a:lnTo>
                    <a:lnTo>
                      <a:pt x="419" y="173"/>
                    </a:lnTo>
                    <a:lnTo>
                      <a:pt x="414" y="173"/>
                    </a:lnTo>
                    <a:lnTo>
                      <a:pt x="411" y="171"/>
                    </a:lnTo>
                    <a:lnTo>
                      <a:pt x="397" y="161"/>
                    </a:lnTo>
                    <a:lnTo>
                      <a:pt x="394" y="159"/>
                    </a:lnTo>
                    <a:lnTo>
                      <a:pt x="390" y="159"/>
                    </a:lnTo>
                    <a:lnTo>
                      <a:pt x="385" y="159"/>
                    </a:lnTo>
                    <a:lnTo>
                      <a:pt x="380" y="163"/>
                    </a:lnTo>
                    <a:lnTo>
                      <a:pt x="377" y="163"/>
                    </a:lnTo>
                    <a:lnTo>
                      <a:pt x="372" y="163"/>
                    </a:lnTo>
                    <a:lnTo>
                      <a:pt x="368" y="161"/>
                    </a:lnTo>
                    <a:lnTo>
                      <a:pt x="366" y="161"/>
                    </a:lnTo>
                    <a:lnTo>
                      <a:pt x="358" y="161"/>
                    </a:lnTo>
                    <a:lnTo>
                      <a:pt x="348" y="163"/>
                    </a:lnTo>
                    <a:lnTo>
                      <a:pt x="346" y="163"/>
                    </a:lnTo>
                    <a:lnTo>
                      <a:pt x="344" y="164"/>
                    </a:lnTo>
                    <a:lnTo>
                      <a:pt x="344" y="164"/>
                    </a:lnTo>
                    <a:lnTo>
                      <a:pt x="344" y="169"/>
                    </a:lnTo>
                    <a:lnTo>
                      <a:pt x="341" y="173"/>
                    </a:lnTo>
                    <a:lnTo>
                      <a:pt x="341" y="174"/>
                    </a:lnTo>
                    <a:lnTo>
                      <a:pt x="343" y="176"/>
                    </a:lnTo>
                    <a:lnTo>
                      <a:pt x="344" y="178"/>
                    </a:lnTo>
                    <a:lnTo>
                      <a:pt x="344" y="180"/>
                    </a:lnTo>
                    <a:lnTo>
                      <a:pt x="346" y="181"/>
                    </a:lnTo>
                    <a:lnTo>
                      <a:pt x="344" y="181"/>
                    </a:lnTo>
                    <a:lnTo>
                      <a:pt x="343" y="183"/>
                    </a:lnTo>
                    <a:lnTo>
                      <a:pt x="339" y="181"/>
                    </a:lnTo>
                    <a:lnTo>
                      <a:pt x="338" y="180"/>
                    </a:lnTo>
                    <a:lnTo>
                      <a:pt x="336" y="181"/>
                    </a:lnTo>
                    <a:lnTo>
                      <a:pt x="332" y="185"/>
                    </a:lnTo>
                    <a:lnTo>
                      <a:pt x="331" y="185"/>
                    </a:lnTo>
                    <a:lnTo>
                      <a:pt x="327" y="185"/>
                    </a:lnTo>
                    <a:lnTo>
                      <a:pt x="324" y="185"/>
                    </a:lnTo>
                    <a:lnTo>
                      <a:pt x="324" y="185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1" y="183"/>
                    </a:lnTo>
                    <a:lnTo>
                      <a:pt x="319" y="181"/>
                    </a:lnTo>
                    <a:lnTo>
                      <a:pt x="317" y="181"/>
                    </a:lnTo>
                    <a:lnTo>
                      <a:pt x="314" y="180"/>
                    </a:lnTo>
                    <a:lnTo>
                      <a:pt x="312" y="180"/>
                    </a:lnTo>
                    <a:lnTo>
                      <a:pt x="304" y="169"/>
                    </a:lnTo>
                    <a:lnTo>
                      <a:pt x="300" y="169"/>
                    </a:lnTo>
                    <a:lnTo>
                      <a:pt x="299" y="168"/>
                    </a:lnTo>
                    <a:lnTo>
                      <a:pt x="297" y="166"/>
                    </a:lnTo>
                    <a:lnTo>
                      <a:pt x="293" y="157"/>
                    </a:lnTo>
                    <a:lnTo>
                      <a:pt x="292" y="154"/>
                    </a:lnTo>
                    <a:lnTo>
                      <a:pt x="288" y="152"/>
                    </a:lnTo>
                    <a:lnTo>
                      <a:pt x="288" y="152"/>
                    </a:lnTo>
                    <a:lnTo>
                      <a:pt x="285" y="152"/>
                    </a:lnTo>
                    <a:lnTo>
                      <a:pt x="285" y="152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2" y="149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8" y="147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5" y="144"/>
                    </a:lnTo>
                    <a:lnTo>
                      <a:pt x="270" y="139"/>
                    </a:lnTo>
                    <a:lnTo>
                      <a:pt x="266" y="137"/>
                    </a:lnTo>
                    <a:lnTo>
                      <a:pt x="263" y="135"/>
                    </a:lnTo>
                    <a:lnTo>
                      <a:pt x="261" y="135"/>
                    </a:lnTo>
                    <a:lnTo>
                      <a:pt x="259" y="132"/>
                    </a:lnTo>
                    <a:lnTo>
                      <a:pt x="258" y="132"/>
                    </a:lnTo>
                    <a:lnTo>
                      <a:pt x="253" y="130"/>
                    </a:lnTo>
                    <a:lnTo>
                      <a:pt x="249" y="129"/>
                    </a:lnTo>
                    <a:lnTo>
                      <a:pt x="248" y="127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2" y="125"/>
                    </a:lnTo>
                    <a:lnTo>
                      <a:pt x="242" y="125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37" y="122"/>
                    </a:lnTo>
                    <a:lnTo>
                      <a:pt x="231" y="122"/>
                    </a:lnTo>
                    <a:lnTo>
                      <a:pt x="226" y="118"/>
                    </a:lnTo>
                    <a:lnTo>
                      <a:pt x="226" y="118"/>
                    </a:lnTo>
                    <a:lnTo>
                      <a:pt x="226" y="117"/>
                    </a:lnTo>
                    <a:lnTo>
                      <a:pt x="224" y="117"/>
                    </a:lnTo>
                    <a:lnTo>
                      <a:pt x="226" y="115"/>
                    </a:lnTo>
                    <a:lnTo>
                      <a:pt x="226" y="115"/>
                    </a:lnTo>
                    <a:lnTo>
                      <a:pt x="226" y="113"/>
                    </a:lnTo>
                    <a:lnTo>
                      <a:pt x="226" y="112"/>
                    </a:lnTo>
                    <a:lnTo>
                      <a:pt x="226" y="110"/>
                    </a:lnTo>
                    <a:lnTo>
                      <a:pt x="226" y="108"/>
                    </a:lnTo>
                    <a:lnTo>
                      <a:pt x="224" y="108"/>
                    </a:lnTo>
                    <a:lnTo>
                      <a:pt x="222" y="107"/>
                    </a:lnTo>
                    <a:lnTo>
                      <a:pt x="214" y="105"/>
                    </a:lnTo>
                    <a:lnTo>
                      <a:pt x="212" y="105"/>
                    </a:lnTo>
                    <a:lnTo>
                      <a:pt x="210" y="103"/>
                    </a:lnTo>
                    <a:lnTo>
                      <a:pt x="210" y="103"/>
                    </a:lnTo>
                    <a:lnTo>
                      <a:pt x="209" y="100"/>
                    </a:lnTo>
                    <a:lnTo>
                      <a:pt x="207" y="96"/>
                    </a:lnTo>
                    <a:lnTo>
                      <a:pt x="205" y="93"/>
                    </a:lnTo>
                    <a:lnTo>
                      <a:pt x="205" y="88"/>
                    </a:lnTo>
                    <a:lnTo>
                      <a:pt x="203" y="86"/>
                    </a:lnTo>
                    <a:lnTo>
                      <a:pt x="203" y="84"/>
                    </a:lnTo>
                    <a:lnTo>
                      <a:pt x="203" y="84"/>
                    </a:lnTo>
                    <a:lnTo>
                      <a:pt x="205" y="83"/>
                    </a:lnTo>
                    <a:lnTo>
                      <a:pt x="205" y="81"/>
                    </a:lnTo>
                    <a:lnTo>
                      <a:pt x="205" y="81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3" y="78"/>
                    </a:lnTo>
                    <a:lnTo>
                      <a:pt x="203" y="78"/>
                    </a:lnTo>
                    <a:lnTo>
                      <a:pt x="205" y="78"/>
                    </a:lnTo>
                    <a:lnTo>
                      <a:pt x="205" y="78"/>
                    </a:lnTo>
                    <a:lnTo>
                      <a:pt x="205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3"/>
                    </a:lnTo>
                    <a:lnTo>
                      <a:pt x="205" y="71"/>
                    </a:lnTo>
                    <a:lnTo>
                      <a:pt x="205" y="71"/>
                    </a:lnTo>
                    <a:lnTo>
                      <a:pt x="203" y="69"/>
                    </a:lnTo>
                    <a:lnTo>
                      <a:pt x="202" y="69"/>
                    </a:lnTo>
                    <a:lnTo>
                      <a:pt x="200" y="69"/>
                    </a:lnTo>
                    <a:lnTo>
                      <a:pt x="198" y="69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6"/>
                    </a:lnTo>
                    <a:lnTo>
                      <a:pt x="195" y="66"/>
                    </a:lnTo>
                    <a:lnTo>
                      <a:pt x="193" y="64"/>
                    </a:lnTo>
                    <a:lnTo>
                      <a:pt x="188" y="62"/>
                    </a:lnTo>
                    <a:lnTo>
                      <a:pt x="186" y="62"/>
                    </a:lnTo>
                    <a:lnTo>
                      <a:pt x="180" y="61"/>
                    </a:lnTo>
                    <a:lnTo>
                      <a:pt x="176" y="59"/>
                    </a:lnTo>
                    <a:lnTo>
                      <a:pt x="175" y="59"/>
                    </a:lnTo>
                    <a:lnTo>
                      <a:pt x="175" y="61"/>
                    </a:lnTo>
                    <a:lnTo>
                      <a:pt x="173" y="61"/>
                    </a:lnTo>
                    <a:lnTo>
                      <a:pt x="171" y="61"/>
                    </a:lnTo>
                    <a:lnTo>
                      <a:pt x="169" y="57"/>
                    </a:lnTo>
                    <a:lnTo>
                      <a:pt x="168" y="57"/>
                    </a:lnTo>
                    <a:lnTo>
                      <a:pt x="168" y="59"/>
                    </a:lnTo>
                    <a:lnTo>
                      <a:pt x="168" y="59"/>
                    </a:lnTo>
                    <a:lnTo>
                      <a:pt x="164" y="61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3" y="57"/>
                    </a:lnTo>
                    <a:lnTo>
                      <a:pt x="163" y="56"/>
                    </a:lnTo>
                    <a:lnTo>
                      <a:pt x="163" y="56"/>
                    </a:lnTo>
                    <a:lnTo>
                      <a:pt x="161" y="54"/>
                    </a:lnTo>
                    <a:lnTo>
                      <a:pt x="159" y="54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6" y="52"/>
                    </a:lnTo>
                    <a:lnTo>
                      <a:pt x="154" y="52"/>
                    </a:lnTo>
                    <a:lnTo>
                      <a:pt x="153" y="52"/>
                    </a:lnTo>
                    <a:lnTo>
                      <a:pt x="151" y="54"/>
                    </a:lnTo>
                    <a:lnTo>
                      <a:pt x="151" y="56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9" y="61"/>
                    </a:lnTo>
                    <a:lnTo>
                      <a:pt x="149" y="61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47" y="64"/>
                    </a:ln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4"/>
                    </a:lnTo>
                    <a:lnTo>
                      <a:pt x="142" y="66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2" y="69"/>
                    </a:lnTo>
                    <a:lnTo>
                      <a:pt x="141" y="69"/>
                    </a:lnTo>
                    <a:lnTo>
                      <a:pt x="141" y="69"/>
                    </a:lnTo>
                    <a:lnTo>
                      <a:pt x="139" y="69"/>
                    </a:lnTo>
                    <a:lnTo>
                      <a:pt x="137" y="67"/>
                    </a:lnTo>
                    <a:lnTo>
                      <a:pt x="136" y="67"/>
                    </a:lnTo>
                    <a:lnTo>
                      <a:pt x="136" y="67"/>
                    </a:lnTo>
                    <a:lnTo>
                      <a:pt x="134" y="67"/>
                    </a:lnTo>
                    <a:lnTo>
                      <a:pt x="134" y="66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2" y="59"/>
                    </a:lnTo>
                    <a:lnTo>
                      <a:pt x="129" y="57"/>
                    </a:lnTo>
                    <a:lnTo>
                      <a:pt x="129" y="56"/>
                    </a:lnTo>
                    <a:lnTo>
                      <a:pt x="129" y="56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29" y="52"/>
                    </a:lnTo>
                    <a:lnTo>
                      <a:pt x="122" y="49"/>
                    </a:lnTo>
                    <a:lnTo>
                      <a:pt x="122" y="47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2" y="37"/>
                    </a:lnTo>
                    <a:lnTo>
                      <a:pt x="124" y="34"/>
                    </a:lnTo>
                    <a:lnTo>
                      <a:pt x="124" y="32"/>
                    </a:lnTo>
                    <a:lnTo>
                      <a:pt x="124" y="30"/>
                    </a:lnTo>
                    <a:lnTo>
                      <a:pt x="122" y="30"/>
                    </a:lnTo>
                    <a:lnTo>
                      <a:pt x="120" y="30"/>
                    </a:lnTo>
                    <a:lnTo>
                      <a:pt x="119" y="30"/>
                    </a:lnTo>
                    <a:lnTo>
                      <a:pt x="117" y="30"/>
                    </a:lnTo>
                    <a:lnTo>
                      <a:pt x="115" y="28"/>
                    </a:lnTo>
                    <a:lnTo>
                      <a:pt x="113" y="27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20"/>
                    </a:lnTo>
                    <a:lnTo>
                      <a:pt x="110" y="18"/>
                    </a:lnTo>
                    <a:lnTo>
                      <a:pt x="108" y="18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5" y="18"/>
                    </a:lnTo>
                    <a:lnTo>
                      <a:pt x="103" y="17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98" y="17"/>
                    </a:lnTo>
                    <a:lnTo>
                      <a:pt x="96" y="17"/>
                    </a:lnTo>
                    <a:lnTo>
                      <a:pt x="95" y="13"/>
                    </a:lnTo>
                    <a:lnTo>
                      <a:pt x="93" y="11"/>
                    </a:lnTo>
                    <a:lnTo>
                      <a:pt x="91" y="11"/>
                    </a:lnTo>
                    <a:lnTo>
                      <a:pt x="86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1" y="13"/>
                    </a:lnTo>
                    <a:lnTo>
                      <a:pt x="79" y="13"/>
                    </a:lnTo>
                    <a:lnTo>
                      <a:pt x="74" y="13"/>
                    </a:lnTo>
                    <a:lnTo>
                      <a:pt x="73" y="13"/>
                    </a:lnTo>
                    <a:lnTo>
                      <a:pt x="69" y="11"/>
                    </a:lnTo>
                    <a:lnTo>
                      <a:pt x="68" y="10"/>
                    </a:lnTo>
                    <a:lnTo>
                      <a:pt x="64" y="11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4" y="17"/>
                    </a:lnTo>
                    <a:lnTo>
                      <a:pt x="52" y="18"/>
                    </a:lnTo>
                    <a:lnTo>
                      <a:pt x="52" y="20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2" y="17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51"/>
                    </a:lnTo>
                    <a:lnTo>
                      <a:pt x="0" y="93"/>
                    </a:lnTo>
                    <a:lnTo>
                      <a:pt x="0" y="180"/>
                    </a:lnTo>
                    <a:lnTo>
                      <a:pt x="0" y="222"/>
                    </a:lnTo>
                    <a:lnTo>
                      <a:pt x="0" y="266"/>
                    </a:lnTo>
                    <a:lnTo>
                      <a:pt x="0" y="309"/>
                    </a:lnTo>
                    <a:lnTo>
                      <a:pt x="0" y="351"/>
                    </a:lnTo>
                    <a:lnTo>
                      <a:pt x="0" y="351"/>
                    </a:lnTo>
                    <a:lnTo>
                      <a:pt x="1" y="353"/>
                    </a:lnTo>
                    <a:lnTo>
                      <a:pt x="15" y="356"/>
                    </a:lnTo>
                    <a:lnTo>
                      <a:pt x="22" y="361"/>
                    </a:lnTo>
                    <a:lnTo>
                      <a:pt x="35" y="371"/>
                    </a:lnTo>
                    <a:lnTo>
                      <a:pt x="37" y="371"/>
                    </a:lnTo>
                    <a:lnTo>
                      <a:pt x="37" y="373"/>
                    </a:lnTo>
                    <a:lnTo>
                      <a:pt x="37" y="375"/>
                    </a:lnTo>
                    <a:lnTo>
                      <a:pt x="37" y="375"/>
                    </a:lnTo>
                    <a:lnTo>
                      <a:pt x="37" y="377"/>
                    </a:lnTo>
                    <a:lnTo>
                      <a:pt x="35" y="378"/>
                    </a:lnTo>
                    <a:lnTo>
                      <a:pt x="35" y="380"/>
                    </a:lnTo>
                    <a:lnTo>
                      <a:pt x="35" y="380"/>
                    </a:lnTo>
                    <a:lnTo>
                      <a:pt x="37" y="380"/>
                    </a:lnTo>
                    <a:lnTo>
                      <a:pt x="39" y="382"/>
                    </a:lnTo>
                    <a:lnTo>
                      <a:pt x="39" y="380"/>
                    </a:lnTo>
                    <a:lnTo>
                      <a:pt x="39" y="380"/>
                    </a:lnTo>
                    <a:lnTo>
                      <a:pt x="40" y="378"/>
                    </a:lnTo>
                    <a:lnTo>
                      <a:pt x="40" y="378"/>
                    </a:lnTo>
                    <a:lnTo>
                      <a:pt x="42" y="378"/>
                    </a:lnTo>
                    <a:lnTo>
                      <a:pt x="42" y="378"/>
                    </a:lnTo>
                    <a:lnTo>
                      <a:pt x="44" y="378"/>
                    </a:lnTo>
                    <a:lnTo>
                      <a:pt x="46" y="378"/>
                    </a:lnTo>
                    <a:lnTo>
                      <a:pt x="46" y="380"/>
                    </a:lnTo>
                    <a:lnTo>
                      <a:pt x="47" y="380"/>
                    </a:lnTo>
                    <a:lnTo>
                      <a:pt x="49" y="382"/>
                    </a:lnTo>
                    <a:lnTo>
                      <a:pt x="49" y="383"/>
                    </a:lnTo>
                    <a:lnTo>
                      <a:pt x="51" y="383"/>
                    </a:lnTo>
                    <a:lnTo>
                      <a:pt x="51" y="383"/>
                    </a:lnTo>
                    <a:lnTo>
                      <a:pt x="52" y="382"/>
                    </a:lnTo>
                    <a:lnTo>
                      <a:pt x="52" y="382"/>
                    </a:lnTo>
                    <a:lnTo>
                      <a:pt x="54" y="380"/>
                    </a:lnTo>
                    <a:lnTo>
                      <a:pt x="54" y="380"/>
                    </a:lnTo>
                    <a:lnTo>
                      <a:pt x="56" y="380"/>
                    </a:lnTo>
                    <a:lnTo>
                      <a:pt x="56" y="380"/>
                    </a:lnTo>
                    <a:lnTo>
                      <a:pt x="56" y="380"/>
                    </a:lnTo>
                    <a:lnTo>
                      <a:pt x="59" y="380"/>
                    </a:lnTo>
                    <a:lnTo>
                      <a:pt x="59" y="380"/>
                    </a:lnTo>
                    <a:lnTo>
                      <a:pt x="59" y="380"/>
                    </a:lnTo>
                    <a:lnTo>
                      <a:pt x="57" y="378"/>
                    </a:lnTo>
                    <a:lnTo>
                      <a:pt x="56" y="377"/>
                    </a:lnTo>
                    <a:lnTo>
                      <a:pt x="56" y="375"/>
                    </a:lnTo>
                    <a:lnTo>
                      <a:pt x="57" y="373"/>
                    </a:lnTo>
                    <a:lnTo>
                      <a:pt x="61" y="370"/>
                    </a:lnTo>
                    <a:lnTo>
                      <a:pt x="64" y="370"/>
                    </a:lnTo>
                    <a:lnTo>
                      <a:pt x="68" y="368"/>
                    </a:lnTo>
                    <a:lnTo>
                      <a:pt x="78" y="370"/>
                    </a:lnTo>
                    <a:lnTo>
                      <a:pt x="79" y="370"/>
                    </a:lnTo>
                    <a:lnTo>
                      <a:pt x="79" y="370"/>
                    </a:lnTo>
                    <a:lnTo>
                      <a:pt x="83" y="370"/>
                    </a:lnTo>
                    <a:lnTo>
                      <a:pt x="85" y="370"/>
                    </a:lnTo>
                    <a:lnTo>
                      <a:pt x="88" y="371"/>
                    </a:lnTo>
                    <a:lnTo>
                      <a:pt x="96" y="378"/>
                    </a:lnTo>
                    <a:lnTo>
                      <a:pt x="103" y="380"/>
                    </a:lnTo>
                    <a:lnTo>
                      <a:pt x="108" y="382"/>
                    </a:lnTo>
                    <a:lnTo>
                      <a:pt x="112" y="380"/>
                    </a:lnTo>
                    <a:lnTo>
                      <a:pt x="113" y="378"/>
                    </a:lnTo>
                    <a:lnTo>
                      <a:pt x="115" y="378"/>
                    </a:lnTo>
                    <a:lnTo>
                      <a:pt x="124" y="378"/>
                    </a:lnTo>
                    <a:lnTo>
                      <a:pt x="124" y="378"/>
                    </a:lnTo>
                    <a:lnTo>
                      <a:pt x="125" y="380"/>
                    </a:lnTo>
                    <a:lnTo>
                      <a:pt x="127" y="380"/>
                    </a:lnTo>
                    <a:lnTo>
                      <a:pt x="129" y="382"/>
                    </a:lnTo>
                    <a:lnTo>
                      <a:pt x="129" y="380"/>
                    </a:lnTo>
                    <a:lnTo>
                      <a:pt x="129" y="380"/>
                    </a:lnTo>
                    <a:lnTo>
                      <a:pt x="130" y="378"/>
                    </a:lnTo>
                    <a:lnTo>
                      <a:pt x="130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4" y="382"/>
                    </a:lnTo>
                    <a:lnTo>
                      <a:pt x="136" y="382"/>
                    </a:lnTo>
                    <a:lnTo>
                      <a:pt x="136" y="382"/>
                    </a:lnTo>
                    <a:lnTo>
                      <a:pt x="139" y="383"/>
                    </a:lnTo>
                    <a:lnTo>
                      <a:pt x="146" y="387"/>
                    </a:lnTo>
                    <a:lnTo>
                      <a:pt x="153" y="392"/>
                    </a:lnTo>
                    <a:lnTo>
                      <a:pt x="154" y="392"/>
                    </a:lnTo>
                    <a:lnTo>
                      <a:pt x="159" y="395"/>
                    </a:lnTo>
                    <a:lnTo>
                      <a:pt x="161" y="397"/>
                    </a:lnTo>
                    <a:lnTo>
                      <a:pt x="163" y="397"/>
                    </a:lnTo>
                    <a:lnTo>
                      <a:pt x="164" y="397"/>
                    </a:lnTo>
                    <a:lnTo>
                      <a:pt x="166" y="397"/>
                    </a:lnTo>
                    <a:lnTo>
                      <a:pt x="169" y="399"/>
                    </a:lnTo>
                    <a:lnTo>
                      <a:pt x="180" y="400"/>
                    </a:lnTo>
                    <a:lnTo>
                      <a:pt x="181" y="402"/>
                    </a:lnTo>
                    <a:lnTo>
                      <a:pt x="185" y="404"/>
                    </a:lnTo>
                    <a:lnTo>
                      <a:pt x="190" y="407"/>
                    </a:lnTo>
                    <a:lnTo>
                      <a:pt x="192" y="409"/>
                    </a:lnTo>
                    <a:lnTo>
                      <a:pt x="192" y="411"/>
                    </a:lnTo>
                    <a:lnTo>
                      <a:pt x="193" y="411"/>
                    </a:lnTo>
                    <a:lnTo>
                      <a:pt x="195" y="412"/>
                    </a:lnTo>
                    <a:lnTo>
                      <a:pt x="203" y="411"/>
                    </a:lnTo>
                    <a:lnTo>
                      <a:pt x="205" y="411"/>
                    </a:lnTo>
                    <a:lnTo>
                      <a:pt x="207" y="412"/>
                    </a:lnTo>
                    <a:lnTo>
                      <a:pt x="210" y="414"/>
                    </a:lnTo>
                    <a:lnTo>
                      <a:pt x="214" y="414"/>
                    </a:lnTo>
                    <a:lnTo>
                      <a:pt x="214" y="416"/>
                    </a:lnTo>
                    <a:lnTo>
                      <a:pt x="215" y="416"/>
                    </a:lnTo>
                    <a:lnTo>
                      <a:pt x="215" y="416"/>
                    </a:lnTo>
                    <a:lnTo>
                      <a:pt x="217" y="417"/>
                    </a:lnTo>
                    <a:lnTo>
                      <a:pt x="219" y="419"/>
                    </a:lnTo>
                    <a:lnTo>
                      <a:pt x="220" y="421"/>
                    </a:lnTo>
                    <a:lnTo>
                      <a:pt x="222" y="419"/>
                    </a:lnTo>
                    <a:lnTo>
                      <a:pt x="224" y="419"/>
                    </a:lnTo>
                    <a:lnTo>
                      <a:pt x="227" y="416"/>
                    </a:lnTo>
                    <a:lnTo>
                      <a:pt x="227" y="416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2" y="414"/>
                    </a:lnTo>
                    <a:lnTo>
                      <a:pt x="234" y="412"/>
                    </a:lnTo>
                    <a:lnTo>
                      <a:pt x="234" y="411"/>
                    </a:lnTo>
                    <a:lnTo>
                      <a:pt x="236" y="409"/>
                    </a:lnTo>
                    <a:lnTo>
                      <a:pt x="237" y="409"/>
                    </a:lnTo>
                    <a:lnTo>
                      <a:pt x="239" y="407"/>
                    </a:lnTo>
                    <a:lnTo>
                      <a:pt x="248" y="405"/>
                    </a:lnTo>
                    <a:lnTo>
                      <a:pt x="249" y="405"/>
                    </a:lnTo>
                    <a:lnTo>
                      <a:pt x="249" y="404"/>
                    </a:lnTo>
                    <a:lnTo>
                      <a:pt x="251" y="402"/>
                    </a:lnTo>
                    <a:lnTo>
                      <a:pt x="251" y="402"/>
                    </a:lnTo>
                    <a:lnTo>
                      <a:pt x="253" y="402"/>
                    </a:lnTo>
                    <a:lnTo>
                      <a:pt x="254" y="397"/>
                    </a:lnTo>
                    <a:lnTo>
                      <a:pt x="256" y="397"/>
                    </a:lnTo>
                    <a:lnTo>
                      <a:pt x="258" y="395"/>
                    </a:lnTo>
                    <a:lnTo>
                      <a:pt x="259" y="395"/>
                    </a:lnTo>
                    <a:lnTo>
                      <a:pt x="259" y="395"/>
                    </a:lnTo>
                    <a:lnTo>
                      <a:pt x="261" y="394"/>
                    </a:lnTo>
                    <a:lnTo>
                      <a:pt x="261" y="394"/>
                    </a:lnTo>
                    <a:lnTo>
                      <a:pt x="261" y="392"/>
                    </a:lnTo>
                    <a:lnTo>
                      <a:pt x="261" y="392"/>
                    </a:lnTo>
                    <a:lnTo>
                      <a:pt x="266" y="388"/>
                    </a:lnTo>
                    <a:lnTo>
                      <a:pt x="266" y="387"/>
                    </a:lnTo>
                    <a:lnTo>
                      <a:pt x="271" y="387"/>
                    </a:lnTo>
                    <a:lnTo>
                      <a:pt x="271" y="387"/>
                    </a:lnTo>
                    <a:lnTo>
                      <a:pt x="273" y="385"/>
                    </a:lnTo>
                    <a:lnTo>
                      <a:pt x="273" y="385"/>
                    </a:lnTo>
                    <a:lnTo>
                      <a:pt x="276" y="383"/>
                    </a:lnTo>
                    <a:lnTo>
                      <a:pt x="278" y="383"/>
                    </a:lnTo>
                    <a:lnTo>
                      <a:pt x="278" y="382"/>
                    </a:lnTo>
                    <a:lnTo>
                      <a:pt x="280" y="382"/>
                    </a:lnTo>
                    <a:lnTo>
                      <a:pt x="280" y="380"/>
                    </a:lnTo>
                    <a:lnTo>
                      <a:pt x="282" y="380"/>
                    </a:lnTo>
                    <a:lnTo>
                      <a:pt x="283" y="380"/>
                    </a:lnTo>
                    <a:lnTo>
                      <a:pt x="288" y="377"/>
                    </a:lnTo>
                    <a:lnTo>
                      <a:pt x="295" y="371"/>
                    </a:lnTo>
                    <a:lnTo>
                      <a:pt x="297" y="371"/>
                    </a:lnTo>
                    <a:lnTo>
                      <a:pt x="299" y="371"/>
                    </a:lnTo>
                    <a:lnTo>
                      <a:pt x="300" y="371"/>
                    </a:lnTo>
                    <a:lnTo>
                      <a:pt x="302" y="371"/>
                    </a:lnTo>
                    <a:lnTo>
                      <a:pt x="304" y="371"/>
                    </a:lnTo>
                    <a:lnTo>
                      <a:pt x="304" y="371"/>
                    </a:lnTo>
                    <a:lnTo>
                      <a:pt x="305" y="371"/>
                    </a:lnTo>
                    <a:lnTo>
                      <a:pt x="305" y="371"/>
                    </a:lnTo>
                    <a:lnTo>
                      <a:pt x="307" y="371"/>
                    </a:lnTo>
                    <a:lnTo>
                      <a:pt x="314" y="371"/>
                    </a:lnTo>
                    <a:lnTo>
                      <a:pt x="317" y="370"/>
                    </a:lnTo>
                    <a:lnTo>
                      <a:pt x="317" y="368"/>
                    </a:lnTo>
                    <a:lnTo>
                      <a:pt x="317" y="368"/>
                    </a:lnTo>
                    <a:lnTo>
                      <a:pt x="319" y="366"/>
                    </a:lnTo>
                    <a:lnTo>
                      <a:pt x="321" y="365"/>
                    </a:lnTo>
                    <a:lnTo>
                      <a:pt x="321" y="365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4" y="360"/>
                    </a:lnTo>
                    <a:lnTo>
                      <a:pt x="322" y="358"/>
                    </a:lnTo>
                    <a:lnTo>
                      <a:pt x="317" y="356"/>
                    </a:lnTo>
                    <a:lnTo>
                      <a:pt x="310" y="360"/>
                    </a:lnTo>
                    <a:lnTo>
                      <a:pt x="309" y="361"/>
                    </a:lnTo>
                    <a:lnTo>
                      <a:pt x="305" y="361"/>
                    </a:lnTo>
                    <a:lnTo>
                      <a:pt x="299" y="360"/>
                    </a:lnTo>
                    <a:lnTo>
                      <a:pt x="293" y="360"/>
                    </a:lnTo>
                    <a:lnTo>
                      <a:pt x="292" y="358"/>
                    </a:lnTo>
                    <a:lnTo>
                      <a:pt x="293" y="356"/>
                    </a:lnTo>
                    <a:lnTo>
                      <a:pt x="295" y="354"/>
                    </a:lnTo>
                    <a:lnTo>
                      <a:pt x="300" y="354"/>
                    </a:lnTo>
                    <a:lnTo>
                      <a:pt x="302" y="354"/>
                    </a:lnTo>
                    <a:lnTo>
                      <a:pt x="304" y="354"/>
                    </a:lnTo>
                    <a:lnTo>
                      <a:pt x="304" y="354"/>
                    </a:lnTo>
                    <a:lnTo>
                      <a:pt x="305" y="356"/>
                    </a:lnTo>
                    <a:lnTo>
                      <a:pt x="305" y="356"/>
                    </a:lnTo>
                    <a:lnTo>
                      <a:pt x="307" y="354"/>
                    </a:lnTo>
                    <a:lnTo>
                      <a:pt x="307" y="354"/>
                    </a:lnTo>
                    <a:lnTo>
                      <a:pt x="305" y="354"/>
                    </a:lnTo>
                    <a:lnTo>
                      <a:pt x="305" y="353"/>
                    </a:lnTo>
                    <a:lnTo>
                      <a:pt x="307" y="353"/>
                    </a:lnTo>
                    <a:lnTo>
                      <a:pt x="307" y="351"/>
                    </a:lnTo>
                    <a:lnTo>
                      <a:pt x="309" y="349"/>
                    </a:lnTo>
                    <a:lnTo>
                      <a:pt x="319" y="348"/>
                    </a:lnTo>
                    <a:lnTo>
                      <a:pt x="321" y="346"/>
                    </a:lnTo>
                    <a:lnTo>
                      <a:pt x="321" y="346"/>
                    </a:lnTo>
                    <a:lnTo>
                      <a:pt x="324" y="343"/>
                    </a:lnTo>
                    <a:lnTo>
                      <a:pt x="326" y="343"/>
                    </a:lnTo>
                    <a:lnTo>
                      <a:pt x="326" y="343"/>
                    </a:lnTo>
                    <a:lnTo>
                      <a:pt x="327" y="343"/>
                    </a:lnTo>
                    <a:lnTo>
                      <a:pt x="329" y="341"/>
                    </a:lnTo>
                    <a:lnTo>
                      <a:pt x="331" y="341"/>
                    </a:lnTo>
                    <a:lnTo>
                      <a:pt x="331" y="339"/>
                    </a:lnTo>
                    <a:lnTo>
                      <a:pt x="331" y="337"/>
                    </a:lnTo>
                    <a:lnTo>
                      <a:pt x="332" y="337"/>
                    </a:lnTo>
                    <a:lnTo>
                      <a:pt x="334" y="337"/>
                    </a:lnTo>
                    <a:lnTo>
                      <a:pt x="339" y="337"/>
                    </a:lnTo>
                    <a:lnTo>
                      <a:pt x="339" y="334"/>
                    </a:lnTo>
                    <a:lnTo>
                      <a:pt x="341" y="334"/>
                    </a:lnTo>
                    <a:lnTo>
                      <a:pt x="344" y="336"/>
                    </a:lnTo>
                    <a:lnTo>
                      <a:pt x="346" y="337"/>
                    </a:lnTo>
                    <a:lnTo>
                      <a:pt x="346" y="339"/>
                    </a:lnTo>
                    <a:lnTo>
                      <a:pt x="348" y="343"/>
                    </a:lnTo>
                    <a:lnTo>
                      <a:pt x="349" y="346"/>
                    </a:lnTo>
                    <a:lnTo>
                      <a:pt x="349" y="346"/>
                    </a:lnTo>
                    <a:lnTo>
                      <a:pt x="351" y="346"/>
                    </a:lnTo>
                    <a:lnTo>
                      <a:pt x="353" y="348"/>
                    </a:lnTo>
                    <a:lnTo>
                      <a:pt x="355" y="348"/>
                    </a:lnTo>
                    <a:lnTo>
                      <a:pt x="356" y="351"/>
                    </a:lnTo>
                    <a:lnTo>
                      <a:pt x="358" y="353"/>
                    </a:lnTo>
                    <a:lnTo>
                      <a:pt x="358" y="356"/>
                    </a:lnTo>
                    <a:lnTo>
                      <a:pt x="358" y="360"/>
                    </a:lnTo>
                    <a:lnTo>
                      <a:pt x="353" y="363"/>
                    </a:lnTo>
                    <a:lnTo>
                      <a:pt x="353" y="365"/>
                    </a:lnTo>
                    <a:lnTo>
                      <a:pt x="351" y="366"/>
                    </a:lnTo>
                    <a:lnTo>
                      <a:pt x="349" y="368"/>
                    </a:lnTo>
                    <a:lnTo>
                      <a:pt x="349" y="368"/>
                    </a:lnTo>
                    <a:lnTo>
                      <a:pt x="349" y="370"/>
                    </a:lnTo>
                    <a:lnTo>
                      <a:pt x="349" y="370"/>
                    </a:lnTo>
                    <a:lnTo>
                      <a:pt x="348" y="371"/>
                    </a:lnTo>
                    <a:lnTo>
                      <a:pt x="346" y="371"/>
                    </a:lnTo>
                    <a:lnTo>
                      <a:pt x="346" y="373"/>
                    </a:lnTo>
                    <a:lnTo>
                      <a:pt x="346" y="373"/>
                    </a:lnTo>
                    <a:lnTo>
                      <a:pt x="346" y="375"/>
                    </a:lnTo>
                    <a:lnTo>
                      <a:pt x="346" y="375"/>
                    </a:lnTo>
                    <a:lnTo>
                      <a:pt x="343" y="377"/>
                    </a:lnTo>
                    <a:lnTo>
                      <a:pt x="338" y="378"/>
                    </a:lnTo>
                    <a:lnTo>
                      <a:pt x="334" y="378"/>
                    </a:lnTo>
                    <a:lnTo>
                      <a:pt x="331" y="378"/>
                    </a:lnTo>
                    <a:lnTo>
                      <a:pt x="329" y="378"/>
                    </a:lnTo>
                    <a:lnTo>
                      <a:pt x="326" y="375"/>
                    </a:lnTo>
                    <a:lnTo>
                      <a:pt x="324" y="375"/>
                    </a:lnTo>
                    <a:lnTo>
                      <a:pt x="321" y="375"/>
                    </a:lnTo>
                    <a:lnTo>
                      <a:pt x="321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5"/>
                    </a:lnTo>
                    <a:lnTo>
                      <a:pt x="321" y="375"/>
                    </a:lnTo>
                    <a:lnTo>
                      <a:pt x="322" y="375"/>
                    </a:lnTo>
                    <a:lnTo>
                      <a:pt x="324" y="377"/>
                    </a:lnTo>
                    <a:lnTo>
                      <a:pt x="338" y="387"/>
                    </a:lnTo>
                    <a:lnTo>
                      <a:pt x="341" y="388"/>
                    </a:lnTo>
                    <a:lnTo>
                      <a:pt x="343" y="390"/>
                    </a:lnTo>
                    <a:lnTo>
                      <a:pt x="343" y="388"/>
                    </a:lnTo>
                    <a:lnTo>
                      <a:pt x="349" y="388"/>
                    </a:lnTo>
                    <a:lnTo>
                      <a:pt x="351" y="388"/>
                    </a:lnTo>
                    <a:lnTo>
                      <a:pt x="349" y="387"/>
                    </a:lnTo>
                    <a:lnTo>
                      <a:pt x="351" y="385"/>
                    </a:lnTo>
                    <a:lnTo>
                      <a:pt x="353" y="385"/>
                    </a:lnTo>
                    <a:lnTo>
                      <a:pt x="355" y="383"/>
                    </a:lnTo>
                    <a:lnTo>
                      <a:pt x="356" y="383"/>
                    </a:lnTo>
                    <a:lnTo>
                      <a:pt x="356" y="382"/>
                    </a:lnTo>
                    <a:lnTo>
                      <a:pt x="356" y="382"/>
                    </a:lnTo>
                    <a:lnTo>
                      <a:pt x="360" y="380"/>
                    </a:lnTo>
                    <a:lnTo>
                      <a:pt x="366" y="382"/>
                    </a:lnTo>
                    <a:lnTo>
                      <a:pt x="366" y="380"/>
                    </a:lnTo>
                    <a:lnTo>
                      <a:pt x="366" y="377"/>
                    </a:lnTo>
                    <a:lnTo>
                      <a:pt x="366" y="377"/>
                    </a:lnTo>
                    <a:lnTo>
                      <a:pt x="365" y="375"/>
                    </a:lnTo>
                    <a:lnTo>
                      <a:pt x="365" y="373"/>
                    </a:lnTo>
                    <a:lnTo>
                      <a:pt x="365" y="373"/>
                    </a:lnTo>
                    <a:lnTo>
                      <a:pt x="366" y="373"/>
                    </a:lnTo>
                    <a:lnTo>
                      <a:pt x="366" y="373"/>
                    </a:lnTo>
                    <a:lnTo>
                      <a:pt x="368" y="370"/>
                    </a:lnTo>
                    <a:lnTo>
                      <a:pt x="368" y="370"/>
                    </a:lnTo>
                    <a:lnTo>
                      <a:pt x="370" y="368"/>
                    </a:lnTo>
                    <a:lnTo>
                      <a:pt x="370" y="368"/>
                    </a:lnTo>
                    <a:lnTo>
                      <a:pt x="370" y="366"/>
                    </a:lnTo>
                    <a:lnTo>
                      <a:pt x="370" y="366"/>
                    </a:lnTo>
                    <a:lnTo>
                      <a:pt x="373" y="366"/>
                    </a:lnTo>
                    <a:lnTo>
                      <a:pt x="375" y="366"/>
                    </a:lnTo>
                    <a:lnTo>
                      <a:pt x="375" y="368"/>
                    </a:lnTo>
                    <a:lnTo>
                      <a:pt x="377" y="366"/>
                    </a:lnTo>
                    <a:lnTo>
                      <a:pt x="377" y="366"/>
                    </a:lnTo>
                    <a:lnTo>
                      <a:pt x="377" y="366"/>
                    </a:lnTo>
                    <a:lnTo>
                      <a:pt x="380" y="366"/>
                    </a:lnTo>
                    <a:lnTo>
                      <a:pt x="383" y="365"/>
                    </a:lnTo>
                    <a:lnTo>
                      <a:pt x="385" y="366"/>
                    </a:lnTo>
                    <a:lnTo>
                      <a:pt x="387" y="366"/>
                    </a:lnTo>
                    <a:lnTo>
                      <a:pt x="389" y="366"/>
                    </a:lnTo>
                    <a:lnTo>
                      <a:pt x="390" y="370"/>
                    </a:lnTo>
                    <a:lnTo>
                      <a:pt x="392" y="371"/>
                    </a:lnTo>
                    <a:lnTo>
                      <a:pt x="392" y="373"/>
                    </a:lnTo>
                    <a:lnTo>
                      <a:pt x="392" y="375"/>
                    </a:lnTo>
                    <a:lnTo>
                      <a:pt x="392" y="375"/>
                    </a:lnTo>
                    <a:lnTo>
                      <a:pt x="392" y="375"/>
                    </a:lnTo>
                    <a:lnTo>
                      <a:pt x="394" y="377"/>
                    </a:lnTo>
                    <a:lnTo>
                      <a:pt x="395" y="378"/>
                    </a:lnTo>
                    <a:lnTo>
                      <a:pt x="395" y="380"/>
                    </a:lnTo>
                    <a:lnTo>
                      <a:pt x="394" y="380"/>
                    </a:lnTo>
                    <a:lnTo>
                      <a:pt x="394" y="380"/>
                    </a:lnTo>
                    <a:lnTo>
                      <a:pt x="392" y="382"/>
                    </a:lnTo>
                    <a:lnTo>
                      <a:pt x="390" y="382"/>
                    </a:lnTo>
                    <a:lnTo>
                      <a:pt x="389" y="383"/>
                    </a:lnTo>
                    <a:lnTo>
                      <a:pt x="389" y="383"/>
                    </a:lnTo>
                    <a:lnTo>
                      <a:pt x="387" y="382"/>
                    </a:lnTo>
                    <a:lnTo>
                      <a:pt x="387" y="382"/>
                    </a:lnTo>
                    <a:lnTo>
                      <a:pt x="385" y="382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5" y="385"/>
                    </a:lnTo>
                    <a:lnTo>
                      <a:pt x="383" y="387"/>
                    </a:lnTo>
                    <a:lnTo>
                      <a:pt x="383" y="388"/>
                    </a:lnTo>
                    <a:lnTo>
                      <a:pt x="385" y="388"/>
                    </a:lnTo>
                    <a:lnTo>
                      <a:pt x="383" y="390"/>
                    </a:lnTo>
                    <a:lnTo>
                      <a:pt x="382" y="392"/>
                    </a:lnTo>
                    <a:lnTo>
                      <a:pt x="380" y="392"/>
                    </a:lnTo>
                    <a:lnTo>
                      <a:pt x="380" y="392"/>
                    </a:lnTo>
                    <a:lnTo>
                      <a:pt x="380" y="392"/>
                    </a:lnTo>
                    <a:lnTo>
                      <a:pt x="385" y="394"/>
                    </a:lnTo>
                    <a:lnTo>
                      <a:pt x="390" y="395"/>
                    </a:lnTo>
                    <a:lnTo>
                      <a:pt x="392" y="395"/>
                    </a:lnTo>
                    <a:lnTo>
                      <a:pt x="392" y="397"/>
                    </a:lnTo>
                    <a:lnTo>
                      <a:pt x="397" y="404"/>
                    </a:lnTo>
                    <a:lnTo>
                      <a:pt x="399" y="404"/>
                    </a:lnTo>
                    <a:lnTo>
                      <a:pt x="402" y="404"/>
                    </a:lnTo>
                    <a:lnTo>
                      <a:pt x="407" y="402"/>
                    </a:lnTo>
                    <a:lnTo>
                      <a:pt x="411" y="400"/>
                    </a:lnTo>
                    <a:lnTo>
                      <a:pt x="414" y="400"/>
                    </a:lnTo>
                    <a:lnTo>
                      <a:pt x="417" y="402"/>
                    </a:lnTo>
                    <a:lnTo>
                      <a:pt x="419" y="404"/>
                    </a:lnTo>
                    <a:lnTo>
                      <a:pt x="421" y="407"/>
                    </a:lnTo>
                    <a:lnTo>
                      <a:pt x="417" y="405"/>
                    </a:lnTo>
                    <a:lnTo>
                      <a:pt x="414" y="404"/>
                    </a:lnTo>
                    <a:lnTo>
                      <a:pt x="412" y="402"/>
                    </a:lnTo>
                    <a:lnTo>
                      <a:pt x="414" y="404"/>
                    </a:lnTo>
                    <a:lnTo>
                      <a:pt x="417" y="407"/>
                    </a:lnTo>
                    <a:lnTo>
                      <a:pt x="421" y="411"/>
                    </a:lnTo>
                    <a:lnTo>
                      <a:pt x="424" y="417"/>
                    </a:lnTo>
                    <a:lnTo>
                      <a:pt x="426" y="422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33" y="424"/>
                    </a:lnTo>
                    <a:lnTo>
                      <a:pt x="433" y="422"/>
                    </a:lnTo>
                    <a:lnTo>
                      <a:pt x="434" y="421"/>
                    </a:lnTo>
                    <a:lnTo>
                      <a:pt x="434" y="419"/>
                    </a:lnTo>
                    <a:lnTo>
                      <a:pt x="434" y="417"/>
                    </a:lnTo>
                    <a:lnTo>
                      <a:pt x="441" y="417"/>
                    </a:lnTo>
                    <a:lnTo>
                      <a:pt x="450" y="421"/>
                    </a:lnTo>
                    <a:lnTo>
                      <a:pt x="455" y="427"/>
                    </a:lnTo>
                    <a:lnTo>
                      <a:pt x="456" y="431"/>
                    </a:lnTo>
                    <a:lnTo>
                      <a:pt x="458" y="434"/>
                    </a:lnTo>
                    <a:lnTo>
                      <a:pt x="458" y="436"/>
                    </a:lnTo>
                    <a:lnTo>
                      <a:pt x="463" y="436"/>
                    </a:lnTo>
                    <a:lnTo>
                      <a:pt x="463" y="438"/>
                    </a:lnTo>
                    <a:lnTo>
                      <a:pt x="463" y="439"/>
                    </a:lnTo>
                    <a:lnTo>
                      <a:pt x="462" y="439"/>
                    </a:lnTo>
                    <a:lnTo>
                      <a:pt x="462" y="439"/>
                    </a:lnTo>
                    <a:lnTo>
                      <a:pt x="462" y="441"/>
                    </a:lnTo>
                    <a:lnTo>
                      <a:pt x="462" y="443"/>
                    </a:lnTo>
                    <a:lnTo>
                      <a:pt x="463" y="443"/>
                    </a:lnTo>
                    <a:lnTo>
                      <a:pt x="467" y="444"/>
                    </a:lnTo>
                    <a:lnTo>
                      <a:pt x="467" y="444"/>
                    </a:lnTo>
                    <a:lnTo>
                      <a:pt x="468" y="444"/>
                    </a:lnTo>
                    <a:lnTo>
                      <a:pt x="470" y="444"/>
                    </a:lnTo>
                    <a:lnTo>
                      <a:pt x="470" y="443"/>
                    </a:lnTo>
                    <a:lnTo>
                      <a:pt x="472" y="441"/>
                    </a:lnTo>
                    <a:lnTo>
                      <a:pt x="470" y="441"/>
                    </a:lnTo>
                    <a:lnTo>
                      <a:pt x="470" y="439"/>
                    </a:lnTo>
                    <a:lnTo>
                      <a:pt x="472" y="439"/>
                    </a:lnTo>
                    <a:lnTo>
                      <a:pt x="473" y="438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3" y="434"/>
                    </a:lnTo>
                    <a:lnTo>
                      <a:pt x="473" y="434"/>
                    </a:lnTo>
                    <a:lnTo>
                      <a:pt x="472" y="434"/>
                    </a:lnTo>
                    <a:lnTo>
                      <a:pt x="472" y="434"/>
                    </a:lnTo>
                    <a:lnTo>
                      <a:pt x="472" y="434"/>
                    </a:lnTo>
                    <a:lnTo>
                      <a:pt x="470" y="434"/>
                    </a:lnTo>
                    <a:lnTo>
                      <a:pt x="470" y="433"/>
                    </a:lnTo>
                    <a:lnTo>
                      <a:pt x="472" y="429"/>
                    </a:lnTo>
                    <a:lnTo>
                      <a:pt x="472" y="429"/>
                    </a:lnTo>
                    <a:lnTo>
                      <a:pt x="472" y="427"/>
                    </a:lnTo>
                    <a:lnTo>
                      <a:pt x="473" y="427"/>
                    </a:lnTo>
                    <a:lnTo>
                      <a:pt x="475" y="426"/>
                    </a:lnTo>
                    <a:lnTo>
                      <a:pt x="475" y="426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4"/>
                    </a:lnTo>
                    <a:lnTo>
                      <a:pt x="475" y="422"/>
                    </a:lnTo>
                    <a:lnTo>
                      <a:pt x="473" y="422"/>
                    </a:lnTo>
                    <a:lnTo>
                      <a:pt x="473" y="422"/>
                    </a:lnTo>
                    <a:lnTo>
                      <a:pt x="473" y="421"/>
                    </a:lnTo>
                    <a:lnTo>
                      <a:pt x="473" y="419"/>
                    </a:lnTo>
                    <a:lnTo>
                      <a:pt x="473" y="417"/>
                    </a:lnTo>
                    <a:lnTo>
                      <a:pt x="473" y="416"/>
                    </a:lnTo>
                    <a:lnTo>
                      <a:pt x="473" y="414"/>
                    </a:lnTo>
                    <a:lnTo>
                      <a:pt x="472" y="414"/>
                    </a:lnTo>
                    <a:lnTo>
                      <a:pt x="470" y="416"/>
                    </a:lnTo>
                    <a:lnTo>
                      <a:pt x="470" y="416"/>
                    </a:lnTo>
                    <a:lnTo>
                      <a:pt x="470" y="417"/>
                    </a:lnTo>
                    <a:lnTo>
                      <a:pt x="470" y="417"/>
                    </a:lnTo>
                    <a:lnTo>
                      <a:pt x="468" y="419"/>
                    </a:lnTo>
                    <a:lnTo>
                      <a:pt x="468" y="419"/>
                    </a:lnTo>
                    <a:lnTo>
                      <a:pt x="468" y="421"/>
                    </a:lnTo>
                    <a:lnTo>
                      <a:pt x="467" y="419"/>
                    </a:lnTo>
                    <a:lnTo>
                      <a:pt x="465" y="421"/>
                    </a:lnTo>
                    <a:lnTo>
                      <a:pt x="463" y="421"/>
                    </a:lnTo>
                    <a:lnTo>
                      <a:pt x="462" y="422"/>
                    </a:lnTo>
                    <a:lnTo>
                      <a:pt x="460" y="424"/>
                    </a:lnTo>
                    <a:lnTo>
                      <a:pt x="460" y="424"/>
                    </a:lnTo>
                    <a:lnTo>
                      <a:pt x="458" y="424"/>
                    </a:lnTo>
                    <a:lnTo>
                      <a:pt x="456" y="424"/>
                    </a:lnTo>
                    <a:lnTo>
                      <a:pt x="458" y="422"/>
                    </a:lnTo>
                    <a:lnTo>
                      <a:pt x="456" y="421"/>
                    </a:lnTo>
                    <a:lnTo>
                      <a:pt x="456" y="421"/>
                    </a:lnTo>
                    <a:lnTo>
                      <a:pt x="456" y="419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7"/>
                    </a:lnTo>
                    <a:lnTo>
                      <a:pt x="456" y="416"/>
                    </a:lnTo>
                    <a:lnTo>
                      <a:pt x="455" y="417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3" y="414"/>
                    </a:lnTo>
                    <a:lnTo>
                      <a:pt x="451" y="414"/>
                    </a:lnTo>
                    <a:lnTo>
                      <a:pt x="450" y="411"/>
                    </a:lnTo>
                    <a:lnTo>
                      <a:pt x="453" y="407"/>
                    </a:lnTo>
                    <a:lnTo>
                      <a:pt x="453" y="407"/>
                    </a:lnTo>
                    <a:lnTo>
                      <a:pt x="455" y="407"/>
                    </a:lnTo>
                    <a:lnTo>
                      <a:pt x="463" y="405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7" y="409"/>
                    </a:lnTo>
                    <a:lnTo>
                      <a:pt x="468" y="409"/>
                    </a:lnTo>
                    <a:lnTo>
                      <a:pt x="470" y="409"/>
                    </a:lnTo>
                    <a:lnTo>
                      <a:pt x="470" y="407"/>
                    </a:lnTo>
                    <a:lnTo>
                      <a:pt x="473" y="407"/>
                    </a:lnTo>
                    <a:lnTo>
                      <a:pt x="477" y="407"/>
                    </a:lnTo>
                    <a:lnTo>
                      <a:pt x="479" y="407"/>
                    </a:lnTo>
                    <a:lnTo>
                      <a:pt x="480" y="407"/>
                    </a:lnTo>
                    <a:lnTo>
                      <a:pt x="482" y="407"/>
                    </a:lnTo>
                    <a:lnTo>
                      <a:pt x="487" y="404"/>
                    </a:lnTo>
                    <a:lnTo>
                      <a:pt x="489" y="404"/>
                    </a:lnTo>
                    <a:lnTo>
                      <a:pt x="492" y="404"/>
                    </a:lnTo>
                    <a:lnTo>
                      <a:pt x="504" y="402"/>
                    </a:lnTo>
                    <a:lnTo>
                      <a:pt x="506" y="402"/>
                    </a:lnTo>
                    <a:lnTo>
                      <a:pt x="504" y="404"/>
                    </a:lnTo>
                    <a:lnTo>
                      <a:pt x="506" y="405"/>
                    </a:lnTo>
                    <a:lnTo>
                      <a:pt x="506" y="405"/>
                    </a:lnTo>
                    <a:lnTo>
                      <a:pt x="509" y="402"/>
                    </a:lnTo>
                    <a:lnTo>
                      <a:pt x="509" y="400"/>
                    </a:lnTo>
                    <a:lnTo>
                      <a:pt x="511" y="400"/>
                    </a:lnTo>
                    <a:lnTo>
                      <a:pt x="518" y="395"/>
                    </a:lnTo>
                    <a:lnTo>
                      <a:pt x="526" y="387"/>
                    </a:lnTo>
                    <a:lnTo>
                      <a:pt x="535" y="380"/>
                    </a:lnTo>
                    <a:lnTo>
                      <a:pt x="553" y="365"/>
                    </a:lnTo>
                    <a:lnTo>
                      <a:pt x="570" y="353"/>
                    </a:lnTo>
                    <a:lnTo>
                      <a:pt x="584" y="344"/>
                    </a:lnTo>
                    <a:lnTo>
                      <a:pt x="597" y="339"/>
                    </a:lnTo>
                    <a:lnTo>
                      <a:pt x="616" y="334"/>
                    </a:lnTo>
                    <a:lnTo>
                      <a:pt x="631" y="331"/>
                    </a:lnTo>
                    <a:lnTo>
                      <a:pt x="657" y="329"/>
                    </a:lnTo>
                    <a:lnTo>
                      <a:pt x="667" y="331"/>
                    </a:lnTo>
                    <a:lnTo>
                      <a:pt x="669" y="331"/>
                    </a:lnTo>
                    <a:lnTo>
                      <a:pt x="672" y="329"/>
                    </a:lnTo>
                    <a:lnTo>
                      <a:pt x="674" y="329"/>
                    </a:lnTo>
                    <a:lnTo>
                      <a:pt x="682" y="329"/>
                    </a:lnTo>
                    <a:lnTo>
                      <a:pt x="687" y="327"/>
                    </a:lnTo>
                    <a:lnTo>
                      <a:pt x="699" y="327"/>
                    </a:lnTo>
                    <a:lnTo>
                      <a:pt x="703" y="327"/>
                    </a:lnTo>
                    <a:lnTo>
                      <a:pt x="704" y="327"/>
                    </a:lnTo>
                    <a:lnTo>
                      <a:pt x="706" y="327"/>
                    </a:lnTo>
                    <a:lnTo>
                      <a:pt x="713" y="327"/>
                    </a:lnTo>
                    <a:lnTo>
                      <a:pt x="715" y="327"/>
                    </a:lnTo>
                    <a:lnTo>
                      <a:pt x="715" y="329"/>
                    </a:lnTo>
                    <a:lnTo>
                      <a:pt x="715" y="329"/>
                    </a:lnTo>
                    <a:lnTo>
                      <a:pt x="715" y="331"/>
                    </a:lnTo>
                    <a:lnTo>
                      <a:pt x="715" y="331"/>
                    </a:lnTo>
                    <a:lnTo>
                      <a:pt x="718" y="329"/>
                    </a:lnTo>
                    <a:lnTo>
                      <a:pt x="721" y="327"/>
                    </a:lnTo>
                    <a:lnTo>
                      <a:pt x="733" y="327"/>
                    </a:lnTo>
                    <a:lnTo>
                      <a:pt x="733" y="327"/>
                    </a:lnTo>
                    <a:lnTo>
                      <a:pt x="735" y="327"/>
                    </a:lnTo>
                    <a:lnTo>
                      <a:pt x="735" y="326"/>
                    </a:lnTo>
                    <a:lnTo>
                      <a:pt x="735" y="326"/>
                    </a:lnTo>
                    <a:lnTo>
                      <a:pt x="737" y="324"/>
                    </a:lnTo>
                    <a:lnTo>
                      <a:pt x="742" y="324"/>
                    </a:lnTo>
                    <a:lnTo>
                      <a:pt x="743" y="324"/>
                    </a:lnTo>
                    <a:lnTo>
                      <a:pt x="743" y="322"/>
                    </a:lnTo>
                    <a:lnTo>
                      <a:pt x="743" y="322"/>
                    </a:lnTo>
                    <a:lnTo>
                      <a:pt x="745" y="321"/>
                    </a:lnTo>
                    <a:lnTo>
                      <a:pt x="748" y="321"/>
                    </a:lnTo>
                    <a:lnTo>
                      <a:pt x="750" y="319"/>
                    </a:lnTo>
                    <a:lnTo>
                      <a:pt x="754" y="315"/>
                    </a:lnTo>
                    <a:lnTo>
                      <a:pt x="754" y="314"/>
                    </a:lnTo>
                    <a:lnTo>
                      <a:pt x="757" y="312"/>
                    </a:lnTo>
                    <a:lnTo>
                      <a:pt x="757" y="310"/>
                    </a:lnTo>
                    <a:lnTo>
                      <a:pt x="757" y="309"/>
                    </a:lnTo>
                    <a:lnTo>
                      <a:pt x="754" y="304"/>
                    </a:lnTo>
                    <a:lnTo>
                      <a:pt x="757" y="305"/>
                    </a:lnTo>
                    <a:lnTo>
                      <a:pt x="759" y="305"/>
                    </a:lnTo>
                    <a:lnTo>
                      <a:pt x="759" y="304"/>
                    </a:lnTo>
                    <a:lnTo>
                      <a:pt x="760" y="304"/>
                    </a:lnTo>
                    <a:lnTo>
                      <a:pt x="760" y="305"/>
                    </a:lnTo>
                    <a:lnTo>
                      <a:pt x="759" y="305"/>
                    </a:lnTo>
                    <a:lnTo>
                      <a:pt x="760" y="307"/>
                    </a:lnTo>
                    <a:lnTo>
                      <a:pt x="760" y="307"/>
                    </a:lnTo>
                    <a:lnTo>
                      <a:pt x="759" y="307"/>
                    </a:lnTo>
                    <a:lnTo>
                      <a:pt x="759" y="307"/>
                    </a:lnTo>
                    <a:lnTo>
                      <a:pt x="769" y="307"/>
                    </a:lnTo>
                    <a:lnTo>
                      <a:pt x="774" y="305"/>
                    </a:lnTo>
                    <a:lnTo>
                      <a:pt x="776" y="304"/>
                    </a:lnTo>
                    <a:lnTo>
                      <a:pt x="757" y="297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" name="Freeform 7">
                <a:extLst>
                  <a:ext uri="{FF2B5EF4-FFF2-40B4-BE49-F238E27FC236}">
                    <a16:creationId xmlns:a16="http://schemas.microsoft.com/office/drawing/2014/main" id="{345C7794-5144-4F7B-8EFD-668F390470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04482" y="7732590"/>
                <a:ext cx="791723" cy="694493"/>
              </a:xfrm>
              <a:custGeom>
                <a:avLst/>
                <a:gdLst>
                  <a:gd name="T0" fmla="*/ 366 w 399"/>
                  <a:gd name="T1" fmla="*/ 266 h 350"/>
                  <a:gd name="T2" fmla="*/ 304 w 399"/>
                  <a:gd name="T3" fmla="*/ 312 h 350"/>
                  <a:gd name="T4" fmla="*/ 387 w 399"/>
                  <a:gd name="T5" fmla="*/ 239 h 350"/>
                  <a:gd name="T6" fmla="*/ 383 w 399"/>
                  <a:gd name="T7" fmla="*/ 187 h 350"/>
                  <a:gd name="T8" fmla="*/ 382 w 399"/>
                  <a:gd name="T9" fmla="*/ 139 h 350"/>
                  <a:gd name="T10" fmla="*/ 365 w 399"/>
                  <a:gd name="T11" fmla="*/ 102 h 350"/>
                  <a:gd name="T12" fmla="*/ 329 w 399"/>
                  <a:gd name="T13" fmla="*/ 107 h 350"/>
                  <a:gd name="T14" fmla="*/ 273 w 399"/>
                  <a:gd name="T15" fmla="*/ 120 h 350"/>
                  <a:gd name="T16" fmla="*/ 256 w 399"/>
                  <a:gd name="T17" fmla="*/ 136 h 350"/>
                  <a:gd name="T18" fmla="*/ 234 w 399"/>
                  <a:gd name="T19" fmla="*/ 136 h 350"/>
                  <a:gd name="T20" fmla="*/ 163 w 399"/>
                  <a:gd name="T21" fmla="*/ 119 h 350"/>
                  <a:gd name="T22" fmla="*/ 122 w 399"/>
                  <a:gd name="T23" fmla="*/ 103 h 350"/>
                  <a:gd name="T24" fmla="*/ 78 w 399"/>
                  <a:gd name="T25" fmla="*/ 97 h 350"/>
                  <a:gd name="T26" fmla="*/ 73 w 399"/>
                  <a:gd name="T27" fmla="*/ 134 h 350"/>
                  <a:gd name="T28" fmla="*/ 96 w 399"/>
                  <a:gd name="T29" fmla="*/ 183 h 350"/>
                  <a:gd name="T30" fmla="*/ 125 w 399"/>
                  <a:gd name="T31" fmla="*/ 222 h 350"/>
                  <a:gd name="T32" fmla="*/ 144 w 399"/>
                  <a:gd name="T33" fmla="*/ 239 h 350"/>
                  <a:gd name="T34" fmla="*/ 125 w 399"/>
                  <a:gd name="T35" fmla="*/ 232 h 350"/>
                  <a:gd name="T36" fmla="*/ 127 w 399"/>
                  <a:gd name="T37" fmla="*/ 263 h 350"/>
                  <a:gd name="T38" fmla="*/ 156 w 399"/>
                  <a:gd name="T39" fmla="*/ 299 h 350"/>
                  <a:gd name="T40" fmla="*/ 168 w 399"/>
                  <a:gd name="T41" fmla="*/ 316 h 350"/>
                  <a:gd name="T42" fmla="*/ 183 w 399"/>
                  <a:gd name="T43" fmla="*/ 317 h 350"/>
                  <a:gd name="T44" fmla="*/ 205 w 399"/>
                  <a:gd name="T45" fmla="*/ 328 h 350"/>
                  <a:gd name="T46" fmla="*/ 185 w 399"/>
                  <a:gd name="T47" fmla="*/ 331 h 350"/>
                  <a:gd name="T48" fmla="*/ 208 w 399"/>
                  <a:gd name="T49" fmla="*/ 338 h 350"/>
                  <a:gd name="T50" fmla="*/ 251 w 399"/>
                  <a:gd name="T51" fmla="*/ 348 h 350"/>
                  <a:gd name="T52" fmla="*/ 273 w 399"/>
                  <a:gd name="T53" fmla="*/ 336 h 350"/>
                  <a:gd name="T54" fmla="*/ 280 w 399"/>
                  <a:gd name="T55" fmla="*/ 321 h 350"/>
                  <a:gd name="T56" fmla="*/ 280 w 399"/>
                  <a:gd name="T57" fmla="*/ 316 h 350"/>
                  <a:gd name="T58" fmla="*/ 297 w 399"/>
                  <a:gd name="T59" fmla="*/ 297 h 350"/>
                  <a:gd name="T60" fmla="*/ 310 w 399"/>
                  <a:gd name="T61" fmla="*/ 287 h 350"/>
                  <a:gd name="T62" fmla="*/ 317 w 399"/>
                  <a:gd name="T63" fmla="*/ 280 h 350"/>
                  <a:gd name="T64" fmla="*/ 346 w 399"/>
                  <a:gd name="T65" fmla="*/ 290 h 350"/>
                  <a:gd name="T66" fmla="*/ 329 w 399"/>
                  <a:gd name="T67" fmla="*/ 289 h 350"/>
                  <a:gd name="T68" fmla="*/ 343 w 399"/>
                  <a:gd name="T69" fmla="*/ 312 h 350"/>
                  <a:gd name="T70" fmla="*/ 356 w 399"/>
                  <a:gd name="T71" fmla="*/ 305 h 350"/>
                  <a:gd name="T72" fmla="*/ 354 w 399"/>
                  <a:gd name="T73" fmla="*/ 283 h 350"/>
                  <a:gd name="T74" fmla="*/ 353 w 399"/>
                  <a:gd name="T75" fmla="*/ 270 h 350"/>
                  <a:gd name="T76" fmla="*/ 358 w 399"/>
                  <a:gd name="T77" fmla="*/ 243 h 350"/>
                  <a:gd name="T78" fmla="*/ 370 w 399"/>
                  <a:gd name="T79" fmla="*/ 215 h 350"/>
                  <a:gd name="T80" fmla="*/ 373 w 399"/>
                  <a:gd name="T81" fmla="*/ 212 h 350"/>
                  <a:gd name="T82" fmla="*/ 385 w 399"/>
                  <a:gd name="T83" fmla="*/ 231 h 350"/>
                  <a:gd name="T84" fmla="*/ 191 w 399"/>
                  <a:gd name="T85" fmla="*/ 265 h 350"/>
                  <a:gd name="T86" fmla="*/ 210 w 399"/>
                  <a:gd name="T87" fmla="*/ 270 h 350"/>
                  <a:gd name="T88" fmla="*/ 202 w 399"/>
                  <a:gd name="T89" fmla="*/ 277 h 350"/>
                  <a:gd name="T90" fmla="*/ 203 w 399"/>
                  <a:gd name="T91" fmla="*/ 295 h 350"/>
                  <a:gd name="T92" fmla="*/ 188 w 399"/>
                  <a:gd name="T93" fmla="*/ 277 h 350"/>
                  <a:gd name="T94" fmla="*/ 212 w 399"/>
                  <a:gd name="T95" fmla="*/ 287 h 350"/>
                  <a:gd name="T96" fmla="*/ 290 w 399"/>
                  <a:gd name="T97" fmla="*/ 328 h 350"/>
                  <a:gd name="T98" fmla="*/ 292 w 399"/>
                  <a:gd name="T99" fmla="*/ 331 h 350"/>
                  <a:gd name="T100" fmla="*/ 302 w 399"/>
                  <a:gd name="T101" fmla="*/ 328 h 350"/>
                  <a:gd name="T102" fmla="*/ 23 w 399"/>
                  <a:gd name="T103" fmla="*/ 27 h 350"/>
                  <a:gd name="T104" fmla="*/ 5 w 399"/>
                  <a:gd name="T105" fmla="*/ 10 h 350"/>
                  <a:gd name="T106" fmla="*/ 5 w 399"/>
                  <a:gd name="T107" fmla="*/ 47 h 350"/>
                  <a:gd name="T108" fmla="*/ 371 w 399"/>
                  <a:gd name="T109" fmla="*/ 80 h 350"/>
                  <a:gd name="T110" fmla="*/ 348 w 399"/>
                  <a:gd name="T111" fmla="*/ 29 h 350"/>
                  <a:gd name="T112" fmla="*/ 370 w 399"/>
                  <a:gd name="T113" fmla="*/ 59 h 350"/>
                  <a:gd name="T114" fmla="*/ 377 w 399"/>
                  <a:gd name="T115" fmla="*/ 47 h 350"/>
                  <a:gd name="T116" fmla="*/ 337 w 399"/>
                  <a:gd name="T117" fmla="*/ 25 h 350"/>
                  <a:gd name="T118" fmla="*/ 358 w 399"/>
                  <a:gd name="T119" fmla="*/ 69 h 350"/>
                  <a:gd name="T120" fmla="*/ 390 w 399"/>
                  <a:gd name="T121" fmla="*/ 78 h 350"/>
                  <a:gd name="T122" fmla="*/ 95 w 399"/>
                  <a:gd name="T123" fmla="*/ 69 h 350"/>
                  <a:gd name="T124" fmla="*/ 90 w 399"/>
                  <a:gd name="T125" fmla="*/ 9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350">
                    <a:moveTo>
                      <a:pt x="370" y="263"/>
                    </a:moveTo>
                    <a:lnTo>
                      <a:pt x="370" y="261"/>
                    </a:lnTo>
                    <a:lnTo>
                      <a:pt x="370" y="260"/>
                    </a:lnTo>
                    <a:lnTo>
                      <a:pt x="370" y="260"/>
                    </a:lnTo>
                    <a:lnTo>
                      <a:pt x="368" y="260"/>
                    </a:lnTo>
                    <a:lnTo>
                      <a:pt x="366" y="258"/>
                    </a:lnTo>
                    <a:lnTo>
                      <a:pt x="365" y="258"/>
                    </a:lnTo>
                    <a:lnTo>
                      <a:pt x="363" y="260"/>
                    </a:lnTo>
                    <a:lnTo>
                      <a:pt x="361" y="260"/>
                    </a:lnTo>
                    <a:lnTo>
                      <a:pt x="360" y="261"/>
                    </a:lnTo>
                    <a:lnTo>
                      <a:pt x="358" y="263"/>
                    </a:lnTo>
                    <a:lnTo>
                      <a:pt x="358" y="265"/>
                    </a:lnTo>
                    <a:lnTo>
                      <a:pt x="360" y="266"/>
                    </a:lnTo>
                    <a:lnTo>
                      <a:pt x="361" y="266"/>
                    </a:lnTo>
                    <a:lnTo>
                      <a:pt x="360" y="270"/>
                    </a:lnTo>
                    <a:lnTo>
                      <a:pt x="360" y="270"/>
                    </a:lnTo>
                    <a:lnTo>
                      <a:pt x="358" y="272"/>
                    </a:lnTo>
                    <a:lnTo>
                      <a:pt x="358" y="273"/>
                    </a:lnTo>
                    <a:lnTo>
                      <a:pt x="360" y="273"/>
                    </a:lnTo>
                    <a:lnTo>
                      <a:pt x="360" y="272"/>
                    </a:lnTo>
                    <a:lnTo>
                      <a:pt x="361" y="272"/>
                    </a:lnTo>
                    <a:lnTo>
                      <a:pt x="366" y="270"/>
                    </a:lnTo>
                    <a:lnTo>
                      <a:pt x="366" y="270"/>
                    </a:lnTo>
                    <a:lnTo>
                      <a:pt x="365" y="268"/>
                    </a:lnTo>
                    <a:lnTo>
                      <a:pt x="363" y="266"/>
                    </a:lnTo>
                    <a:lnTo>
                      <a:pt x="366" y="266"/>
                    </a:lnTo>
                    <a:lnTo>
                      <a:pt x="370" y="266"/>
                    </a:lnTo>
                    <a:lnTo>
                      <a:pt x="373" y="265"/>
                    </a:lnTo>
                    <a:lnTo>
                      <a:pt x="371" y="263"/>
                    </a:lnTo>
                    <a:lnTo>
                      <a:pt x="370" y="263"/>
                    </a:lnTo>
                    <a:close/>
                    <a:moveTo>
                      <a:pt x="307" y="311"/>
                    </a:moveTo>
                    <a:lnTo>
                      <a:pt x="307" y="309"/>
                    </a:lnTo>
                    <a:lnTo>
                      <a:pt x="307" y="309"/>
                    </a:lnTo>
                    <a:lnTo>
                      <a:pt x="307" y="307"/>
                    </a:lnTo>
                    <a:lnTo>
                      <a:pt x="305" y="307"/>
                    </a:lnTo>
                    <a:lnTo>
                      <a:pt x="305" y="305"/>
                    </a:lnTo>
                    <a:lnTo>
                      <a:pt x="305" y="304"/>
                    </a:lnTo>
                    <a:lnTo>
                      <a:pt x="304" y="304"/>
                    </a:lnTo>
                    <a:lnTo>
                      <a:pt x="302" y="300"/>
                    </a:lnTo>
                    <a:lnTo>
                      <a:pt x="300" y="302"/>
                    </a:lnTo>
                    <a:lnTo>
                      <a:pt x="300" y="304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2" y="305"/>
                    </a:lnTo>
                    <a:lnTo>
                      <a:pt x="302" y="307"/>
                    </a:lnTo>
                    <a:lnTo>
                      <a:pt x="297" y="307"/>
                    </a:lnTo>
                    <a:lnTo>
                      <a:pt x="297" y="307"/>
                    </a:lnTo>
                    <a:lnTo>
                      <a:pt x="297" y="309"/>
                    </a:lnTo>
                    <a:lnTo>
                      <a:pt x="298" y="311"/>
                    </a:lnTo>
                    <a:lnTo>
                      <a:pt x="304" y="311"/>
                    </a:lnTo>
                    <a:lnTo>
                      <a:pt x="305" y="311"/>
                    </a:lnTo>
                    <a:lnTo>
                      <a:pt x="304" y="312"/>
                    </a:lnTo>
                    <a:lnTo>
                      <a:pt x="302" y="314"/>
                    </a:lnTo>
                    <a:lnTo>
                      <a:pt x="302" y="314"/>
                    </a:lnTo>
                    <a:lnTo>
                      <a:pt x="302" y="316"/>
                    </a:lnTo>
                    <a:lnTo>
                      <a:pt x="302" y="317"/>
                    </a:lnTo>
                    <a:lnTo>
                      <a:pt x="304" y="316"/>
                    </a:lnTo>
                    <a:lnTo>
                      <a:pt x="304" y="316"/>
                    </a:lnTo>
                    <a:lnTo>
                      <a:pt x="305" y="316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09" y="316"/>
                    </a:lnTo>
                    <a:lnTo>
                      <a:pt x="309" y="312"/>
                    </a:lnTo>
                    <a:lnTo>
                      <a:pt x="307" y="311"/>
                    </a:lnTo>
                    <a:close/>
                    <a:moveTo>
                      <a:pt x="385" y="236"/>
                    </a:moveTo>
                    <a:lnTo>
                      <a:pt x="385" y="236"/>
                    </a:lnTo>
                    <a:lnTo>
                      <a:pt x="383" y="234"/>
                    </a:lnTo>
                    <a:lnTo>
                      <a:pt x="380" y="234"/>
                    </a:lnTo>
                    <a:lnTo>
                      <a:pt x="378" y="234"/>
                    </a:lnTo>
                    <a:lnTo>
                      <a:pt x="377" y="234"/>
                    </a:lnTo>
                    <a:lnTo>
                      <a:pt x="378" y="236"/>
                    </a:lnTo>
                    <a:lnTo>
                      <a:pt x="378" y="236"/>
                    </a:lnTo>
                    <a:lnTo>
                      <a:pt x="382" y="238"/>
                    </a:lnTo>
                    <a:lnTo>
                      <a:pt x="383" y="238"/>
                    </a:lnTo>
                    <a:lnTo>
                      <a:pt x="383" y="238"/>
                    </a:lnTo>
                    <a:lnTo>
                      <a:pt x="385" y="239"/>
                    </a:lnTo>
                    <a:lnTo>
                      <a:pt x="385" y="239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5" y="238"/>
                    </a:lnTo>
                    <a:lnTo>
                      <a:pt x="385" y="236"/>
                    </a:lnTo>
                    <a:close/>
                    <a:moveTo>
                      <a:pt x="385" y="222"/>
                    </a:moveTo>
                    <a:lnTo>
                      <a:pt x="385" y="222"/>
                    </a:lnTo>
                    <a:lnTo>
                      <a:pt x="387" y="219"/>
                    </a:lnTo>
                    <a:lnTo>
                      <a:pt x="388" y="219"/>
                    </a:lnTo>
                    <a:lnTo>
                      <a:pt x="388" y="219"/>
                    </a:lnTo>
                    <a:lnTo>
                      <a:pt x="388" y="217"/>
                    </a:lnTo>
                    <a:lnTo>
                      <a:pt x="383" y="212"/>
                    </a:lnTo>
                    <a:lnTo>
                      <a:pt x="383" y="209"/>
                    </a:lnTo>
                    <a:lnTo>
                      <a:pt x="385" y="204"/>
                    </a:lnTo>
                    <a:lnTo>
                      <a:pt x="385" y="202"/>
                    </a:lnTo>
                    <a:lnTo>
                      <a:pt x="385" y="200"/>
                    </a:lnTo>
                    <a:lnTo>
                      <a:pt x="385" y="200"/>
                    </a:lnTo>
                    <a:lnTo>
                      <a:pt x="385" y="200"/>
                    </a:lnTo>
                    <a:lnTo>
                      <a:pt x="385" y="199"/>
                    </a:lnTo>
                    <a:lnTo>
                      <a:pt x="382" y="197"/>
                    </a:lnTo>
                    <a:lnTo>
                      <a:pt x="382" y="197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2" y="190"/>
                    </a:lnTo>
                    <a:lnTo>
                      <a:pt x="383" y="188"/>
                    </a:lnTo>
                    <a:lnTo>
                      <a:pt x="383" y="187"/>
                    </a:lnTo>
                    <a:lnTo>
                      <a:pt x="382" y="182"/>
                    </a:lnTo>
                    <a:lnTo>
                      <a:pt x="382" y="180"/>
                    </a:lnTo>
                    <a:lnTo>
                      <a:pt x="383" y="178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5" y="173"/>
                    </a:lnTo>
                    <a:lnTo>
                      <a:pt x="383" y="171"/>
                    </a:lnTo>
                    <a:lnTo>
                      <a:pt x="382" y="168"/>
                    </a:lnTo>
                    <a:lnTo>
                      <a:pt x="382" y="168"/>
                    </a:lnTo>
                    <a:lnTo>
                      <a:pt x="382" y="166"/>
                    </a:lnTo>
                    <a:lnTo>
                      <a:pt x="382" y="166"/>
                    </a:lnTo>
                    <a:lnTo>
                      <a:pt x="382" y="165"/>
                    </a:lnTo>
                    <a:lnTo>
                      <a:pt x="382" y="163"/>
                    </a:lnTo>
                    <a:lnTo>
                      <a:pt x="382" y="161"/>
                    </a:lnTo>
                    <a:lnTo>
                      <a:pt x="387" y="149"/>
                    </a:lnTo>
                    <a:lnTo>
                      <a:pt x="388" y="148"/>
                    </a:lnTo>
                    <a:lnTo>
                      <a:pt x="387" y="148"/>
                    </a:lnTo>
                    <a:lnTo>
                      <a:pt x="380" y="153"/>
                    </a:lnTo>
                    <a:lnTo>
                      <a:pt x="380" y="151"/>
                    </a:lnTo>
                    <a:lnTo>
                      <a:pt x="382" y="149"/>
                    </a:lnTo>
                    <a:lnTo>
                      <a:pt x="385" y="146"/>
                    </a:lnTo>
                    <a:lnTo>
                      <a:pt x="385" y="146"/>
                    </a:lnTo>
                    <a:lnTo>
                      <a:pt x="385" y="144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2" y="139"/>
                    </a:lnTo>
                    <a:lnTo>
                      <a:pt x="380" y="137"/>
                    </a:lnTo>
                    <a:lnTo>
                      <a:pt x="380" y="136"/>
                    </a:lnTo>
                    <a:lnTo>
                      <a:pt x="382" y="132"/>
                    </a:lnTo>
                    <a:lnTo>
                      <a:pt x="382" y="132"/>
                    </a:lnTo>
                    <a:lnTo>
                      <a:pt x="382" y="132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7"/>
                    </a:lnTo>
                    <a:lnTo>
                      <a:pt x="382" y="125"/>
                    </a:lnTo>
                    <a:lnTo>
                      <a:pt x="382" y="125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4"/>
                    </a:lnTo>
                    <a:lnTo>
                      <a:pt x="387" y="122"/>
                    </a:lnTo>
                    <a:lnTo>
                      <a:pt x="385" y="120"/>
                    </a:lnTo>
                    <a:lnTo>
                      <a:pt x="385" y="119"/>
                    </a:lnTo>
                    <a:lnTo>
                      <a:pt x="382" y="115"/>
                    </a:lnTo>
                    <a:lnTo>
                      <a:pt x="375" y="109"/>
                    </a:lnTo>
                    <a:lnTo>
                      <a:pt x="375" y="109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8" y="107"/>
                    </a:lnTo>
                    <a:lnTo>
                      <a:pt x="368" y="105"/>
                    </a:lnTo>
                    <a:lnTo>
                      <a:pt x="365" y="103"/>
                    </a:lnTo>
                    <a:lnTo>
                      <a:pt x="365" y="102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61" y="102"/>
                    </a:lnTo>
                    <a:lnTo>
                      <a:pt x="361" y="102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6" y="100"/>
                    </a:lnTo>
                    <a:lnTo>
                      <a:pt x="354" y="100"/>
                    </a:lnTo>
                    <a:lnTo>
                      <a:pt x="354" y="102"/>
                    </a:lnTo>
                    <a:lnTo>
                      <a:pt x="353" y="102"/>
                    </a:lnTo>
                    <a:lnTo>
                      <a:pt x="353" y="105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49" y="110"/>
                    </a:lnTo>
                    <a:lnTo>
                      <a:pt x="348" y="112"/>
                    </a:lnTo>
                    <a:lnTo>
                      <a:pt x="344" y="112"/>
                    </a:lnTo>
                    <a:lnTo>
                      <a:pt x="343" y="114"/>
                    </a:lnTo>
                    <a:lnTo>
                      <a:pt x="341" y="112"/>
                    </a:lnTo>
                    <a:lnTo>
                      <a:pt x="337" y="110"/>
                    </a:lnTo>
                    <a:lnTo>
                      <a:pt x="336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1" y="109"/>
                    </a:lnTo>
                    <a:lnTo>
                      <a:pt x="329" y="107"/>
                    </a:lnTo>
                    <a:lnTo>
                      <a:pt x="327" y="107"/>
                    </a:lnTo>
                    <a:lnTo>
                      <a:pt x="322" y="109"/>
                    </a:lnTo>
                    <a:lnTo>
                      <a:pt x="322" y="110"/>
                    </a:lnTo>
                    <a:lnTo>
                      <a:pt x="322" y="112"/>
                    </a:lnTo>
                    <a:lnTo>
                      <a:pt x="315" y="119"/>
                    </a:lnTo>
                    <a:lnTo>
                      <a:pt x="314" y="120"/>
                    </a:lnTo>
                    <a:lnTo>
                      <a:pt x="310" y="124"/>
                    </a:lnTo>
                    <a:lnTo>
                      <a:pt x="307" y="122"/>
                    </a:lnTo>
                    <a:lnTo>
                      <a:pt x="305" y="122"/>
                    </a:lnTo>
                    <a:lnTo>
                      <a:pt x="305" y="120"/>
                    </a:lnTo>
                    <a:lnTo>
                      <a:pt x="305" y="120"/>
                    </a:lnTo>
                    <a:lnTo>
                      <a:pt x="304" y="120"/>
                    </a:lnTo>
                    <a:lnTo>
                      <a:pt x="302" y="120"/>
                    </a:lnTo>
                    <a:lnTo>
                      <a:pt x="302" y="119"/>
                    </a:lnTo>
                    <a:lnTo>
                      <a:pt x="302" y="119"/>
                    </a:lnTo>
                    <a:lnTo>
                      <a:pt x="300" y="117"/>
                    </a:lnTo>
                    <a:lnTo>
                      <a:pt x="297" y="119"/>
                    </a:lnTo>
                    <a:lnTo>
                      <a:pt x="297" y="117"/>
                    </a:lnTo>
                    <a:lnTo>
                      <a:pt x="290" y="122"/>
                    </a:lnTo>
                    <a:lnTo>
                      <a:pt x="287" y="122"/>
                    </a:lnTo>
                    <a:lnTo>
                      <a:pt x="275" y="122"/>
                    </a:lnTo>
                    <a:lnTo>
                      <a:pt x="275" y="120"/>
                    </a:lnTo>
                    <a:lnTo>
                      <a:pt x="275" y="120"/>
                    </a:lnTo>
                    <a:lnTo>
                      <a:pt x="273" y="120"/>
                    </a:lnTo>
                    <a:lnTo>
                      <a:pt x="273" y="120"/>
                    </a:lnTo>
                    <a:lnTo>
                      <a:pt x="273" y="120"/>
                    </a:lnTo>
                    <a:lnTo>
                      <a:pt x="271" y="120"/>
                    </a:lnTo>
                    <a:lnTo>
                      <a:pt x="271" y="120"/>
                    </a:lnTo>
                    <a:lnTo>
                      <a:pt x="270" y="122"/>
                    </a:lnTo>
                    <a:lnTo>
                      <a:pt x="270" y="122"/>
                    </a:lnTo>
                    <a:lnTo>
                      <a:pt x="270" y="122"/>
                    </a:lnTo>
                    <a:lnTo>
                      <a:pt x="266" y="124"/>
                    </a:lnTo>
                    <a:lnTo>
                      <a:pt x="261" y="124"/>
                    </a:lnTo>
                    <a:lnTo>
                      <a:pt x="258" y="125"/>
                    </a:lnTo>
                    <a:lnTo>
                      <a:pt x="256" y="129"/>
                    </a:lnTo>
                    <a:lnTo>
                      <a:pt x="256" y="131"/>
                    </a:lnTo>
                    <a:lnTo>
                      <a:pt x="258" y="132"/>
                    </a:lnTo>
                    <a:lnTo>
                      <a:pt x="259" y="132"/>
                    </a:lnTo>
                    <a:lnTo>
                      <a:pt x="263" y="134"/>
                    </a:lnTo>
                    <a:lnTo>
                      <a:pt x="264" y="134"/>
                    </a:lnTo>
                    <a:lnTo>
                      <a:pt x="266" y="136"/>
                    </a:lnTo>
                    <a:lnTo>
                      <a:pt x="266" y="136"/>
                    </a:lnTo>
                    <a:lnTo>
                      <a:pt x="266" y="137"/>
                    </a:lnTo>
                    <a:lnTo>
                      <a:pt x="264" y="136"/>
                    </a:lnTo>
                    <a:lnTo>
                      <a:pt x="264" y="136"/>
                    </a:lnTo>
                    <a:lnTo>
                      <a:pt x="263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59" y="137"/>
                    </a:lnTo>
                    <a:lnTo>
                      <a:pt x="258" y="136"/>
                    </a:lnTo>
                    <a:lnTo>
                      <a:pt x="256" y="136"/>
                    </a:lnTo>
                    <a:lnTo>
                      <a:pt x="254" y="136"/>
                    </a:lnTo>
                    <a:lnTo>
                      <a:pt x="254" y="134"/>
                    </a:lnTo>
                    <a:lnTo>
                      <a:pt x="254" y="134"/>
                    </a:lnTo>
                    <a:lnTo>
                      <a:pt x="254" y="132"/>
                    </a:lnTo>
                    <a:lnTo>
                      <a:pt x="254" y="131"/>
                    </a:lnTo>
                    <a:lnTo>
                      <a:pt x="253" y="129"/>
                    </a:lnTo>
                    <a:lnTo>
                      <a:pt x="253" y="129"/>
                    </a:lnTo>
                    <a:lnTo>
                      <a:pt x="251" y="129"/>
                    </a:lnTo>
                    <a:lnTo>
                      <a:pt x="251" y="127"/>
                    </a:lnTo>
                    <a:lnTo>
                      <a:pt x="249" y="127"/>
                    </a:lnTo>
                    <a:lnTo>
                      <a:pt x="247" y="129"/>
                    </a:lnTo>
                    <a:lnTo>
                      <a:pt x="247" y="129"/>
                    </a:lnTo>
                    <a:lnTo>
                      <a:pt x="246" y="129"/>
                    </a:lnTo>
                    <a:lnTo>
                      <a:pt x="244" y="131"/>
                    </a:lnTo>
                    <a:lnTo>
                      <a:pt x="242" y="131"/>
                    </a:lnTo>
                    <a:lnTo>
                      <a:pt x="241" y="131"/>
                    </a:lnTo>
                    <a:lnTo>
                      <a:pt x="241" y="131"/>
                    </a:lnTo>
                    <a:lnTo>
                      <a:pt x="241" y="132"/>
                    </a:lnTo>
                    <a:lnTo>
                      <a:pt x="239" y="134"/>
                    </a:lnTo>
                    <a:lnTo>
                      <a:pt x="236" y="136"/>
                    </a:lnTo>
                    <a:lnTo>
                      <a:pt x="236" y="136"/>
                    </a:lnTo>
                    <a:lnTo>
                      <a:pt x="237" y="137"/>
                    </a:lnTo>
                    <a:lnTo>
                      <a:pt x="236" y="137"/>
                    </a:lnTo>
                    <a:lnTo>
                      <a:pt x="234" y="137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27" y="136"/>
                    </a:lnTo>
                    <a:lnTo>
                      <a:pt x="222" y="137"/>
                    </a:lnTo>
                    <a:lnTo>
                      <a:pt x="215" y="137"/>
                    </a:lnTo>
                    <a:lnTo>
                      <a:pt x="203" y="136"/>
                    </a:lnTo>
                    <a:lnTo>
                      <a:pt x="195" y="132"/>
                    </a:lnTo>
                    <a:lnTo>
                      <a:pt x="191" y="132"/>
                    </a:lnTo>
                    <a:lnTo>
                      <a:pt x="191" y="132"/>
                    </a:lnTo>
                    <a:lnTo>
                      <a:pt x="190" y="131"/>
                    </a:lnTo>
                    <a:lnTo>
                      <a:pt x="188" y="131"/>
                    </a:lnTo>
                    <a:lnTo>
                      <a:pt x="186" y="131"/>
                    </a:lnTo>
                    <a:lnTo>
                      <a:pt x="183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80" y="127"/>
                    </a:lnTo>
                    <a:lnTo>
                      <a:pt x="178" y="127"/>
                    </a:lnTo>
                    <a:lnTo>
                      <a:pt x="178" y="125"/>
                    </a:lnTo>
                    <a:lnTo>
                      <a:pt x="176" y="125"/>
                    </a:lnTo>
                    <a:lnTo>
                      <a:pt x="173" y="125"/>
                    </a:lnTo>
                    <a:lnTo>
                      <a:pt x="171" y="125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4" y="122"/>
                    </a:lnTo>
                    <a:lnTo>
                      <a:pt x="163" y="120"/>
                    </a:lnTo>
                    <a:lnTo>
                      <a:pt x="163" y="119"/>
                    </a:lnTo>
                    <a:lnTo>
                      <a:pt x="163" y="117"/>
                    </a:lnTo>
                    <a:lnTo>
                      <a:pt x="161" y="117"/>
                    </a:lnTo>
                    <a:lnTo>
                      <a:pt x="152" y="115"/>
                    </a:lnTo>
                    <a:lnTo>
                      <a:pt x="149" y="115"/>
                    </a:lnTo>
                    <a:lnTo>
                      <a:pt x="146" y="112"/>
                    </a:lnTo>
                    <a:lnTo>
                      <a:pt x="144" y="109"/>
                    </a:lnTo>
                    <a:lnTo>
                      <a:pt x="139" y="110"/>
                    </a:lnTo>
                    <a:lnTo>
                      <a:pt x="137" y="110"/>
                    </a:lnTo>
                    <a:lnTo>
                      <a:pt x="134" y="110"/>
                    </a:lnTo>
                    <a:lnTo>
                      <a:pt x="132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7" y="109"/>
                    </a:lnTo>
                    <a:lnTo>
                      <a:pt x="127" y="107"/>
                    </a:lnTo>
                    <a:lnTo>
                      <a:pt x="124" y="105"/>
                    </a:lnTo>
                    <a:lnTo>
                      <a:pt x="122" y="105"/>
                    </a:lnTo>
                    <a:lnTo>
                      <a:pt x="122" y="103"/>
                    </a:lnTo>
                    <a:lnTo>
                      <a:pt x="122" y="103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0"/>
                    </a:lnTo>
                    <a:lnTo>
                      <a:pt x="122" y="98"/>
                    </a:lnTo>
                    <a:lnTo>
                      <a:pt x="120" y="98"/>
                    </a:lnTo>
                    <a:lnTo>
                      <a:pt x="122" y="98"/>
                    </a:lnTo>
                    <a:lnTo>
                      <a:pt x="122" y="102"/>
                    </a:lnTo>
                    <a:lnTo>
                      <a:pt x="122" y="103"/>
                    </a:lnTo>
                    <a:lnTo>
                      <a:pt x="120" y="105"/>
                    </a:lnTo>
                    <a:lnTo>
                      <a:pt x="118" y="105"/>
                    </a:lnTo>
                    <a:lnTo>
                      <a:pt x="110" y="105"/>
                    </a:lnTo>
                    <a:lnTo>
                      <a:pt x="112" y="105"/>
                    </a:lnTo>
                    <a:lnTo>
                      <a:pt x="112" y="107"/>
                    </a:lnTo>
                    <a:lnTo>
                      <a:pt x="110" y="107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5" y="105"/>
                    </a:lnTo>
                    <a:lnTo>
                      <a:pt x="105" y="103"/>
                    </a:lnTo>
                    <a:lnTo>
                      <a:pt x="101" y="103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0"/>
                    </a:lnTo>
                    <a:lnTo>
                      <a:pt x="96" y="100"/>
                    </a:lnTo>
                    <a:lnTo>
                      <a:pt x="93" y="100"/>
                    </a:lnTo>
                    <a:lnTo>
                      <a:pt x="90" y="100"/>
                    </a:lnTo>
                    <a:lnTo>
                      <a:pt x="84" y="98"/>
                    </a:lnTo>
                    <a:lnTo>
                      <a:pt x="81" y="98"/>
                    </a:lnTo>
                    <a:lnTo>
                      <a:pt x="81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9" y="98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5"/>
                    </a:lnTo>
                    <a:lnTo>
                      <a:pt x="73" y="97"/>
                    </a:lnTo>
                    <a:lnTo>
                      <a:pt x="74" y="107"/>
                    </a:lnTo>
                    <a:lnTo>
                      <a:pt x="74" y="109"/>
                    </a:lnTo>
                    <a:lnTo>
                      <a:pt x="74" y="112"/>
                    </a:lnTo>
                    <a:lnTo>
                      <a:pt x="73" y="112"/>
                    </a:lnTo>
                    <a:lnTo>
                      <a:pt x="73" y="114"/>
                    </a:lnTo>
                    <a:lnTo>
                      <a:pt x="71" y="114"/>
                    </a:lnTo>
                    <a:lnTo>
                      <a:pt x="69" y="114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8" y="119"/>
                    </a:lnTo>
                    <a:lnTo>
                      <a:pt x="68" y="120"/>
                    </a:lnTo>
                    <a:lnTo>
                      <a:pt x="68" y="120"/>
                    </a:lnTo>
                    <a:lnTo>
                      <a:pt x="66" y="122"/>
                    </a:lnTo>
                    <a:lnTo>
                      <a:pt x="66" y="122"/>
                    </a:lnTo>
                    <a:lnTo>
                      <a:pt x="69" y="127"/>
                    </a:lnTo>
                    <a:lnTo>
                      <a:pt x="71" y="129"/>
                    </a:lnTo>
                    <a:lnTo>
                      <a:pt x="71" y="132"/>
                    </a:lnTo>
                    <a:lnTo>
                      <a:pt x="73" y="134"/>
                    </a:lnTo>
                    <a:lnTo>
                      <a:pt x="73" y="137"/>
                    </a:lnTo>
                    <a:lnTo>
                      <a:pt x="73" y="139"/>
                    </a:lnTo>
                    <a:lnTo>
                      <a:pt x="71" y="141"/>
                    </a:lnTo>
                    <a:lnTo>
                      <a:pt x="73" y="142"/>
                    </a:lnTo>
                    <a:lnTo>
                      <a:pt x="79" y="151"/>
                    </a:lnTo>
                    <a:lnTo>
                      <a:pt x="79" y="154"/>
                    </a:lnTo>
                    <a:lnTo>
                      <a:pt x="81" y="156"/>
                    </a:lnTo>
                    <a:lnTo>
                      <a:pt x="78" y="156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81" y="161"/>
                    </a:lnTo>
                    <a:lnTo>
                      <a:pt x="81" y="161"/>
                    </a:lnTo>
                    <a:lnTo>
                      <a:pt x="83" y="163"/>
                    </a:lnTo>
                    <a:lnTo>
                      <a:pt x="88" y="170"/>
                    </a:lnTo>
                    <a:lnTo>
                      <a:pt x="91" y="178"/>
                    </a:lnTo>
                    <a:lnTo>
                      <a:pt x="91" y="182"/>
                    </a:lnTo>
                    <a:lnTo>
                      <a:pt x="91" y="182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5" y="183"/>
                    </a:lnTo>
                    <a:lnTo>
                      <a:pt x="96" y="183"/>
                    </a:lnTo>
                    <a:lnTo>
                      <a:pt x="96" y="185"/>
                    </a:lnTo>
                    <a:lnTo>
                      <a:pt x="96" y="185"/>
                    </a:lnTo>
                    <a:lnTo>
                      <a:pt x="98" y="187"/>
                    </a:lnTo>
                    <a:lnTo>
                      <a:pt x="101" y="192"/>
                    </a:lnTo>
                    <a:lnTo>
                      <a:pt x="103" y="192"/>
                    </a:lnTo>
                    <a:lnTo>
                      <a:pt x="103" y="193"/>
                    </a:lnTo>
                    <a:lnTo>
                      <a:pt x="103" y="193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7"/>
                    </a:lnTo>
                    <a:lnTo>
                      <a:pt x="112" y="202"/>
                    </a:lnTo>
                    <a:lnTo>
                      <a:pt x="117" y="205"/>
                    </a:lnTo>
                    <a:lnTo>
                      <a:pt x="120" y="212"/>
                    </a:lnTo>
                    <a:lnTo>
                      <a:pt x="122" y="219"/>
                    </a:lnTo>
                    <a:lnTo>
                      <a:pt x="118" y="226"/>
                    </a:lnTo>
                    <a:lnTo>
                      <a:pt x="122" y="227"/>
                    </a:lnTo>
                    <a:lnTo>
                      <a:pt x="122" y="227"/>
                    </a:lnTo>
                    <a:lnTo>
                      <a:pt x="124" y="227"/>
                    </a:lnTo>
                    <a:lnTo>
                      <a:pt x="124" y="226"/>
                    </a:lnTo>
                    <a:lnTo>
                      <a:pt x="124" y="226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7" y="221"/>
                    </a:lnTo>
                    <a:lnTo>
                      <a:pt x="127" y="221"/>
                    </a:lnTo>
                    <a:lnTo>
                      <a:pt x="129" y="221"/>
                    </a:lnTo>
                    <a:lnTo>
                      <a:pt x="129" y="222"/>
                    </a:lnTo>
                    <a:lnTo>
                      <a:pt x="129" y="224"/>
                    </a:lnTo>
                    <a:lnTo>
                      <a:pt x="130" y="226"/>
                    </a:lnTo>
                    <a:lnTo>
                      <a:pt x="130" y="229"/>
                    </a:lnTo>
                    <a:lnTo>
                      <a:pt x="130" y="229"/>
                    </a:lnTo>
                    <a:lnTo>
                      <a:pt x="132" y="231"/>
                    </a:lnTo>
                    <a:lnTo>
                      <a:pt x="134" y="232"/>
                    </a:lnTo>
                    <a:lnTo>
                      <a:pt x="139" y="236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6" y="239"/>
                    </a:lnTo>
                    <a:lnTo>
                      <a:pt x="144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6" y="241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2" y="246"/>
                    </a:lnTo>
                    <a:lnTo>
                      <a:pt x="141" y="244"/>
                    </a:lnTo>
                    <a:lnTo>
                      <a:pt x="141" y="251"/>
                    </a:lnTo>
                    <a:lnTo>
                      <a:pt x="141" y="253"/>
                    </a:lnTo>
                    <a:lnTo>
                      <a:pt x="141" y="253"/>
                    </a:lnTo>
                    <a:lnTo>
                      <a:pt x="139" y="251"/>
                    </a:lnTo>
                    <a:lnTo>
                      <a:pt x="137" y="248"/>
                    </a:lnTo>
                    <a:lnTo>
                      <a:pt x="137" y="246"/>
                    </a:lnTo>
                    <a:lnTo>
                      <a:pt x="137" y="243"/>
                    </a:lnTo>
                    <a:lnTo>
                      <a:pt x="137" y="241"/>
                    </a:lnTo>
                    <a:lnTo>
                      <a:pt x="135" y="241"/>
                    </a:lnTo>
                    <a:lnTo>
                      <a:pt x="130" y="238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4"/>
                    </a:lnTo>
                    <a:lnTo>
                      <a:pt x="127" y="234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4" y="232"/>
                    </a:lnTo>
                    <a:lnTo>
                      <a:pt x="120" y="232"/>
                    </a:lnTo>
                    <a:lnTo>
                      <a:pt x="120" y="231"/>
                    </a:lnTo>
                    <a:lnTo>
                      <a:pt x="120" y="229"/>
                    </a:lnTo>
                    <a:lnTo>
                      <a:pt x="118" y="229"/>
                    </a:lnTo>
                    <a:lnTo>
                      <a:pt x="118" y="227"/>
                    </a:lnTo>
                    <a:lnTo>
                      <a:pt x="117" y="226"/>
                    </a:lnTo>
                    <a:lnTo>
                      <a:pt x="115" y="226"/>
                    </a:lnTo>
                    <a:lnTo>
                      <a:pt x="115" y="227"/>
                    </a:lnTo>
                    <a:lnTo>
                      <a:pt x="117" y="229"/>
                    </a:lnTo>
                    <a:lnTo>
                      <a:pt x="117" y="229"/>
                    </a:lnTo>
                    <a:lnTo>
                      <a:pt x="117" y="234"/>
                    </a:lnTo>
                    <a:lnTo>
                      <a:pt x="117" y="238"/>
                    </a:lnTo>
                    <a:lnTo>
                      <a:pt x="118" y="241"/>
                    </a:lnTo>
                    <a:lnTo>
                      <a:pt x="120" y="246"/>
                    </a:lnTo>
                    <a:lnTo>
                      <a:pt x="118" y="248"/>
                    </a:lnTo>
                    <a:lnTo>
                      <a:pt x="120" y="251"/>
                    </a:lnTo>
                    <a:lnTo>
                      <a:pt x="122" y="255"/>
                    </a:lnTo>
                    <a:lnTo>
                      <a:pt x="125" y="256"/>
                    </a:lnTo>
                    <a:lnTo>
                      <a:pt x="122" y="260"/>
                    </a:lnTo>
                    <a:lnTo>
                      <a:pt x="122" y="260"/>
                    </a:lnTo>
                    <a:lnTo>
                      <a:pt x="124" y="261"/>
                    </a:lnTo>
                    <a:lnTo>
                      <a:pt x="125" y="261"/>
                    </a:lnTo>
                    <a:lnTo>
                      <a:pt x="125" y="261"/>
                    </a:lnTo>
                    <a:lnTo>
                      <a:pt x="127" y="263"/>
                    </a:lnTo>
                    <a:lnTo>
                      <a:pt x="127" y="265"/>
                    </a:lnTo>
                    <a:lnTo>
                      <a:pt x="127" y="265"/>
                    </a:lnTo>
                    <a:lnTo>
                      <a:pt x="129" y="265"/>
                    </a:lnTo>
                    <a:lnTo>
                      <a:pt x="129" y="265"/>
                    </a:lnTo>
                    <a:lnTo>
                      <a:pt x="130" y="270"/>
                    </a:lnTo>
                    <a:lnTo>
                      <a:pt x="132" y="270"/>
                    </a:lnTo>
                    <a:lnTo>
                      <a:pt x="132" y="270"/>
                    </a:lnTo>
                    <a:lnTo>
                      <a:pt x="132" y="272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0" y="273"/>
                    </a:lnTo>
                    <a:lnTo>
                      <a:pt x="132" y="275"/>
                    </a:lnTo>
                    <a:lnTo>
                      <a:pt x="134" y="275"/>
                    </a:lnTo>
                    <a:lnTo>
                      <a:pt x="134" y="275"/>
                    </a:lnTo>
                    <a:lnTo>
                      <a:pt x="134" y="277"/>
                    </a:lnTo>
                    <a:lnTo>
                      <a:pt x="135" y="282"/>
                    </a:lnTo>
                    <a:lnTo>
                      <a:pt x="137" y="285"/>
                    </a:lnTo>
                    <a:lnTo>
                      <a:pt x="141" y="287"/>
                    </a:lnTo>
                    <a:lnTo>
                      <a:pt x="142" y="290"/>
                    </a:lnTo>
                    <a:lnTo>
                      <a:pt x="144" y="292"/>
                    </a:lnTo>
                    <a:lnTo>
                      <a:pt x="149" y="292"/>
                    </a:lnTo>
                    <a:lnTo>
                      <a:pt x="151" y="292"/>
                    </a:lnTo>
                    <a:lnTo>
                      <a:pt x="154" y="297"/>
                    </a:lnTo>
                    <a:lnTo>
                      <a:pt x="156" y="299"/>
                    </a:lnTo>
                    <a:lnTo>
                      <a:pt x="156" y="299"/>
                    </a:lnTo>
                    <a:lnTo>
                      <a:pt x="158" y="299"/>
                    </a:lnTo>
                    <a:lnTo>
                      <a:pt x="158" y="299"/>
                    </a:lnTo>
                    <a:lnTo>
                      <a:pt x="158" y="299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2"/>
                    </a:lnTo>
                    <a:lnTo>
                      <a:pt x="158" y="304"/>
                    </a:lnTo>
                    <a:lnTo>
                      <a:pt x="158" y="304"/>
                    </a:lnTo>
                    <a:lnTo>
                      <a:pt x="159" y="304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3" y="304"/>
                    </a:lnTo>
                    <a:lnTo>
                      <a:pt x="161" y="304"/>
                    </a:lnTo>
                    <a:lnTo>
                      <a:pt x="163" y="305"/>
                    </a:lnTo>
                    <a:lnTo>
                      <a:pt x="163" y="307"/>
                    </a:lnTo>
                    <a:lnTo>
                      <a:pt x="163" y="307"/>
                    </a:lnTo>
                    <a:lnTo>
                      <a:pt x="164" y="307"/>
                    </a:lnTo>
                    <a:lnTo>
                      <a:pt x="164" y="309"/>
                    </a:lnTo>
                    <a:lnTo>
                      <a:pt x="164" y="309"/>
                    </a:lnTo>
                    <a:lnTo>
                      <a:pt x="164" y="309"/>
                    </a:lnTo>
                    <a:lnTo>
                      <a:pt x="164" y="311"/>
                    </a:lnTo>
                    <a:lnTo>
                      <a:pt x="166" y="311"/>
                    </a:lnTo>
                    <a:lnTo>
                      <a:pt x="168" y="312"/>
                    </a:lnTo>
                    <a:lnTo>
                      <a:pt x="168" y="312"/>
                    </a:lnTo>
                    <a:lnTo>
                      <a:pt x="168" y="316"/>
                    </a:lnTo>
                    <a:lnTo>
                      <a:pt x="168" y="316"/>
                    </a:lnTo>
                    <a:lnTo>
                      <a:pt x="171" y="319"/>
                    </a:lnTo>
                    <a:lnTo>
                      <a:pt x="171" y="321"/>
                    </a:lnTo>
                    <a:lnTo>
                      <a:pt x="173" y="321"/>
                    </a:lnTo>
                    <a:lnTo>
                      <a:pt x="176" y="321"/>
                    </a:lnTo>
                    <a:lnTo>
                      <a:pt x="178" y="321"/>
                    </a:lnTo>
                    <a:lnTo>
                      <a:pt x="180" y="319"/>
                    </a:lnTo>
                    <a:lnTo>
                      <a:pt x="180" y="319"/>
                    </a:lnTo>
                    <a:lnTo>
                      <a:pt x="178" y="317"/>
                    </a:lnTo>
                    <a:lnTo>
                      <a:pt x="174" y="319"/>
                    </a:lnTo>
                    <a:lnTo>
                      <a:pt x="174" y="317"/>
                    </a:lnTo>
                    <a:lnTo>
                      <a:pt x="174" y="317"/>
                    </a:lnTo>
                    <a:lnTo>
                      <a:pt x="174" y="316"/>
                    </a:lnTo>
                    <a:lnTo>
                      <a:pt x="176" y="316"/>
                    </a:lnTo>
                    <a:lnTo>
                      <a:pt x="176" y="316"/>
                    </a:lnTo>
                    <a:lnTo>
                      <a:pt x="176" y="316"/>
                    </a:lnTo>
                    <a:lnTo>
                      <a:pt x="178" y="316"/>
                    </a:lnTo>
                    <a:lnTo>
                      <a:pt x="178" y="316"/>
                    </a:lnTo>
                    <a:lnTo>
                      <a:pt x="178" y="314"/>
                    </a:lnTo>
                    <a:lnTo>
                      <a:pt x="178" y="312"/>
                    </a:lnTo>
                    <a:lnTo>
                      <a:pt x="178" y="311"/>
                    </a:lnTo>
                    <a:lnTo>
                      <a:pt x="180" y="312"/>
                    </a:lnTo>
                    <a:lnTo>
                      <a:pt x="181" y="314"/>
                    </a:lnTo>
                    <a:lnTo>
                      <a:pt x="181" y="314"/>
                    </a:lnTo>
                    <a:lnTo>
                      <a:pt x="181" y="316"/>
                    </a:lnTo>
                    <a:lnTo>
                      <a:pt x="183" y="317"/>
                    </a:lnTo>
                    <a:lnTo>
                      <a:pt x="183" y="319"/>
                    </a:lnTo>
                    <a:lnTo>
                      <a:pt x="185" y="321"/>
                    </a:lnTo>
                    <a:lnTo>
                      <a:pt x="186" y="321"/>
                    </a:lnTo>
                    <a:lnTo>
                      <a:pt x="188" y="322"/>
                    </a:lnTo>
                    <a:lnTo>
                      <a:pt x="190" y="322"/>
                    </a:lnTo>
                    <a:lnTo>
                      <a:pt x="190" y="321"/>
                    </a:lnTo>
                    <a:lnTo>
                      <a:pt x="190" y="319"/>
                    </a:lnTo>
                    <a:lnTo>
                      <a:pt x="190" y="319"/>
                    </a:lnTo>
                    <a:lnTo>
                      <a:pt x="191" y="319"/>
                    </a:lnTo>
                    <a:lnTo>
                      <a:pt x="191" y="319"/>
                    </a:lnTo>
                    <a:lnTo>
                      <a:pt x="191" y="319"/>
                    </a:lnTo>
                    <a:lnTo>
                      <a:pt x="193" y="321"/>
                    </a:lnTo>
                    <a:lnTo>
                      <a:pt x="193" y="322"/>
                    </a:lnTo>
                    <a:lnTo>
                      <a:pt x="195" y="324"/>
                    </a:lnTo>
                    <a:lnTo>
                      <a:pt x="197" y="322"/>
                    </a:lnTo>
                    <a:lnTo>
                      <a:pt x="198" y="319"/>
                    </a:lnTo>
                    <a:lnTo>
                      <a:pt x="200" y="319"/>
                    </a:lnTo>
                    <a:lnTo>
                      <a:pt x="200" y="319"/>
                    </a:lnTo>
                    <a:lnTo>
                      <a:pt x="202" y="321"/>
                    </a:lnTo>
                    <a:lnTo>
                      <a:pt x="205" y="322"/>
                    </a:lnTo>
                    <a:lnTo>
                      <a:pt x="205" y="322"/>
                    </a:lnTo>
                    <a:lnTo>
                      <a:pt x="205" y="322"/>
                    </a:lnTo>
                    <a:lnTo>
                      <a:pt x="205" y="326"/>
                    </a:lnTo>
                    <a:lnTo>
                      <a:pt x="205" y="328"/>
                    </a:lnTo>
                    <a:lnTo>
                      <a:pt x="205" y="329"/>
                    </a:lnTo>
                    <a:lnTo>
                      <a:pt x="205" y="328"/>
                    </a:lnTo>
                    <a:lnTo>
                      <a:pt x="203" y="328"/>
                    </a:lnTo>
                    <a:lnTo>
                      <a:pt x="202" y="326"/>
                    </a:lnTo>
                    <a:lnTo>
                      <a:pt x="202" y="326"/>
                    </a:lnTo>
                    <a:lnTo>
                      <a:pt x="200" y="326"/>
                    </a:lnTo>
                    <a:lnTo>
                      <a:pt x="200" y="326"/>
                    </a:lnTo>
                    <a:lnTo>
                      <a:pt x="202" y="328"/>
                    </a:lnTo>
                    <a:lnTo>
                      <a:pt x="200" y="328"/>
                    </a:lnTo>
                    <a:lnTo>
                      <a:pt x="200" y="328"/>
                    </a:lnTo>
                    <a:lnTo>
                      <a:pt x="198" y="328"/>
                    </a:lnTo>
                    <a:lnTo>
                      <a:pt x="198" y="328"/>
                    </a:lnTo>
                    <a:lnTo>
                      <a:pt x="200" y="329"/>
                    </a:lnTo>
                    <a:lnTo>
                      <a:pt x="198" y="331"/>
                    </a:lnTo>
                    <a:lnTo>
                      <a:pt x="198" y="329"/>
                    </a:lnTo>
                    <a:lnTo>
                      <a:pt x="197" y="328"/>
                    </a:lnTo>
                    <a:lnTo>
                      <a:pt x="195" y="326"/>
                    </a:lnTo>
                    <a:lnTo>
                      <a:pt x="193" y="326"/>
                    </a:lnTo>
                    <a:lnTo>
                      <a:pt x="185" y="324"/>
                    </a:lnTo>
                    <a:lnTo>
                      <a:pt x="183" y="324"/>
                    </a:lnTo>
                    <a:lnTo>
                      <a:pt x="185" y="326"/>
                    </a:lnTo>
                    <a:lnTo>
                      <a:pt x="185" y="328"/>
                    </a:lnTo>
                    <a:lnTo>
                      <a:pt x="185" y="328"/>
                    </a:lnTo>
                    <a:lnTo>
                      <a:pt x="181" y="326"/>
                    </a:lnTo>
                    <a:lnTo>
                      <a:pt x="180" y="326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5" y="331"/>
                    </a:lnTo>
                    <a:lnTo>
                      <a:pt x="188" y="333"/>
                    </a:lnTo>
                    <a:lnTo>
                      <a:pt x="188" y="336"/>
                    </a:lnTo>
                    <a:lnTo>
                      <a:pt x="188" y="343"/>
                    </a:lnTo>
                    <a:lnTo>
                      <a:pt x="191" y="341"/>
                    </a:lnTo>
                    <a:lnTo>
                      <a:pt x="193" y="341"/>
                    </a:lnTo>
                    <a:lnTo>
                      <a:pt x="193" y="341"/>
                    </a:lnTo>
                    <a:lnTo>
                      <a:pt x="193" y="341"/>
                    </a:lnTo>
                    <a:lnTo>
                      <a:pt x="195" y="341"/>
                    </a:lnTo>
                    <a:lnTo>
                      <a:pt x="195" y="341"/>
                    </a:lnTo>
                    <a:lnTo>
                      <a:pt x="195" y="339"/>
                    </a:lnTo>
                    <a:lnTo>
                      <a:pt x="195" y="339"/>
                    </a:lnTo>
                    <a:lnTo>
                      <a:pt x="195" y="339"/>
                    </a:lnTo>
                    <a:lnTo>
                      <a:pt x="198" y="338"/>
                    </a:lnTo>
                    <a:lnTo>
                      <a:pt x="198" y="338"/>
                    </a:lnTo>
                    <a:lnTo>
                      <a:pt x="200" y="339"/>
                    </a:lnTo>
                    <a:lnTo>
                      <a:pt x="200" y="339"/>
                    </a:lnTo>
                    <a:lnTo>
                      <a:pt x="202" y="341"/>
                    </a:lnTo>
                    <a:lnTo>
                      <a:pt x="202" y="341"/>
                    </a:lnTo>
                    <a:lnTo>
                      <a:pt x="203" y="339"/>
                    </a:lnTo>
                    <a:lnTo>
                      <a:pt x="203" y="338"/>
                    </a:lnTo>
                    <a:lnTo>
                      <a:pt x="203" y="336"/>
                    </a:lnTo>
                    <a:lnTo>
                      <a:pt x="205" y="336"/>
                    </a:lnTo>
                    <a:lnTo>
                      <a:pt x="205" y="336"/>
                    </a:lnTo>
                    <a:lnTo>
                      <a:pt x="207" y="336"/>
                    </a:lnTo>
                    <a:lnTo>
                      <a:pt x="208" y="336"/>
                    </a:lnTo>
                    <a:lnTo>
                      <a:pt x="208" y="338"/>
                    </a:lnTo>
                    <a:lnTo>
                      <a:pt x="208" y="339"/>
                    </a:lnTo>
                    <a:lnTo>
                      <a:pt x="208" y="339"/>
                    </a:lnTo>
                    <a:lnTo>
                      <a:pt x="210" y="341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5" y="338"/>
                    </a:lnTo>
                    <a:lnTo>
                      <a:pt x="215" y="339"/>
                    </a:lnTo>
                    <a:lnTo>
                      <a:pt x="217" y="339"/>
                    </a:lnTo>
                    <a:lnTo>
                      <a:pt x="227" y="341"/>
                    </a:lnTo>
                    <a:lnTo>
                      <a:pt x="229" y="341"/>
                    </a:lnTo>
                    <a:lnTo>
                      <a:pt x="232" y="339"/>
                    </a:lnTo>
                    <a:lnTo>
                      <a:pt x="232" y="339"/>
                    </a:lnTo>
                    <a:lnTo>
                      <a:pt x="234" y="339"/>
                    </a:lnTo>
                    <a:lnTo>
                      <a:pt x="232" y="338"/>
                    </a:lnTo>
                    <a:lnTo>
                      <a:pt x="232" y="336"/>
                    </a:lnTo>
                    <a:lnTo>
                      <a:pt x="232" y="334"/>
                    </a:lnTo>
                    <a:lnTo>
                      <a:pt x="234" y="336"/>
                    </a:lnTo>
                    <a:lnTo>
                      <a:pt x="236" y="338"/>
                    </a:lnTo>
                    <a:lnTo>
                      <a:pt x="236" y="341"/>
                    </a:lnTo>
                    <a:lnTo>
                      <a:pt x="237" y="343"/>
                    </a:lnTo>
                    <a:lnTo>
                      <a:pt x="237" y="343"/>
                    </a:lnTo>
                    <a:lnTo>
                      <a:pt x="244" y="345"/>
                    </a:lnTo>
                    <a:lnTo>
                      <a:pt x="244" y="346"/>
                    </a:lnTo>
                    <a:lnTo>
                      <a:pt x="246" y="348"/>
                    </a:lnTo>
                    <a:lnTo>
                      <a:pt x="246" y="348"/>
                    </a:lnTo>
                    <a:lnTo>
                      <a:pt x="251" y="348"/>
                    </a:lnTo>
                    <a:lnTo>
                      <a:pt x="253" y="346"/>
                    </a:lnTo>
                    <a:lnTo>
                      <a:pt x="254" y="348"/>
                    </a:lnTo>
                    <a:lnTo>
                      <a:pt x="256" y="348"/>
                    </a:lnTo>
                    <a:lnTo>
                      <a:pt x="256" y="348"/>
                    </a:lnTo>
                    <a:lnTo>
                      <a:pt x="256" y="350"/>
                    </a:lnTo>
                    <a:lnTo>
                      <a:pt x="256" y="350"/>
                    </a:lnTo>
                    <a:lnTo>
                      <a:pt x="258" y="350"/>
                    </a:lnTo>
                    <a:lnTo>
                      <a:pt x="259" y="350"/>
                    </a:lnTo>
                    <a:lnTo>
                      <a:pt x="264" y="348"/>
                    </a:lnTo>
                    <a:lnTo>
                      <a:pt x="266" y="346"/>
                    </a:lnTo>
                    <a:lnTo>
                      <a:pt x="266" y="345"/>
                    </a:lnTo>
                    <a:lnTo>
                      <a:pt x="264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3" y="341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6" y="341"/>
                    </a:lnTo>
                    <a:lnTo>
                      <a:pt x="266" y="341"/>
                    </a:lnTo>
                    <a:lnTo>
                      <a:pt x="268" y="339"/>
                    </a:lnTo>
                    <a:lnTo>
                      <a:pt x="266" y="338"/>
                    </a:lnTo>
                    <a:lnTo>
                      <a:pt x="266" y="338"/>
                    </a:lnTo>
                    <a:lnTo>
                      <a:pt x="266" y="338"/>
                    </a:lnTo>
                    <a:lnTo>
                      <a:pt x="266" y="336"/>
                    </a:lnTo>
                    <a:lnTo>
                      <a:pt x="268" y="336"/>
                    </a:lnTo>
                    <a:lnTo>
                      <a:pt x="273" y="336"/>
                    </a:lnTo>
                    <a:lnTo>
                      <a:pt x="271" y="334"/>
                    </a:lnTo>
                    <a:lnTo>
                      <a:pt x="266" y="333"/>
                    </a:lnTo>
                    <a:lnTo>
                      <a:pt x="264" y="331"/>
                    </a:lnTo>
                    <a:lnTo>
                      <a:pt x="268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1"/>
                    </a:lnTo>
                    <a:lnTo>
                      <a:pt x="273" y="328"/>
                    </a:lnTo>
                    <a:lnTo>
                      <a:pt x="275" y="328"/>
                    </a:lnTo>
                    <a:lnTo>
                      <a:pt x="276" y="326"/>
                    </a:lnTo>
                    <a:lnTo>
                      <a:pt x="276" y="324"/>
                    </a:lnTo>
                    <a:lnTo>
                      <a:pt x="275" y="324"/>
                    </a:lnTo>
                    <a:lnTo>
                      <a:pt x="273" y="324"/>
                    </a:lnTo>
                    <a:lnTo>
                      <a:pt x="268" y="324"/>
                    </a:lnTo>
                    <a:lnTo>
                      <a:pt x="270" y="322"/>
                    </a:lnTo>
                    <a:lnTo>
                      <a:pt x="271" y="322"/>
                    </a:lnTo>
                    <a:lnTo>
                      <a:pt x="273" y="321"/>
                    </a:lnTo>
                    <a:lnTo>
                      <a:pt x="275" y="321"/>
                    </a:lnTo>
                    <a:lnTo>
                      <a:pt x="275" y="322"/>
                    </a:lnTo>
                    <a:lnTo>
                      <a:pt x="275" y="322"/>
                    </a:lnTo>
                    <a:lnTo>
                      <a:pt x="276" y="322"/>
                    </a:lnTo>
                    <a:lnTo>
                      <a:pt x="276" y="322"/>
                    </a:lnTo>
                    <a:lnTo>
                      <a:pt x="278" y="322"/>
                    </a:lnTo>
                    <a:lnTo>
                      <a:pt x="278" y="322"/>
                    </a:lnTo>
                    <a:lnTo>
                      <a:pt x="280" y="321"/>
                    </a:lnTo>
                    <a:lnTo>
                      <a:pt x="280" y="321"/>
                    </a:lnTo>
                    <a:lnTo>
                      <a:pt x="280" y="319"/>
                    </a:lnTo>
                    <a:lnTo>
                      <a:pt x="278" y="317"/>
                    </a:lnTo>
                    <a:lnTo>
                      <a:pt x="276" y="316"/>
                    </a:lnTo>
                    <a:lnTo>
                      <a:pt x="271" y="312"/>
                    </a:lnTo>
                    <a:lnTo>
                      <a:pt x="270" y="312"/>
                    </a:lnTo>
                    <a:lnTo>
                      <a:pt x="268" y="312"/>
                    </a:lnTo>
                    <a:lnTo>
                      <a:pt x="268" y="309"/>
                    </a:lnTo>
                    <a:lnTo>
                      <a:pt x="268" y="307"/>
                    </a:lnTo>
                    <a:lnTo>
                      <a:pt x="270" y="305"/>
                    </a:lnTo>
                    <a:lnTo>
                      <a:pt x="270" y="305"/>
                    </a:lnTo>
                    <a:lnTo>
                      <a:pt x="271" y="304"/>
                    </a:lnTo>
                    <a:lnTo>
                      <a:pt x="273" y="304"/>
                    </a:lnTo>
                    <a:lnTo>
                      <a:pt x="273" y="307"/>
                    </a:lnTo>
                    <a:lnTo>
                      <a:pt x="273" y="311"/>
                    </a:lnTo>
                    <a:lnTo>
                      <a:pt x="273" y="311"/>
                    </a:lnTo>
                    <a:lnTo>
                      <a:pt x="276" y="312"/>
                    </a:lnTo>
                    <a:lnTo>
                      <a:pt x="276" y="312"/>
                    </a:lnTo>
                    <a:lnTo>
                      <a:pt x="278" y="311"/>
                    </a:lnTo>
                    <a:lnTo>
                      <a:pt x="280" y="309"/>
                    </a:lnTo>
                    <a:lnTo>
                      <a:pt x="280" y="307"/>
                    </a:lnTo>
                    <a:lnTo>
                      <a:pt x="281" y="311"/>
                    </a:lnTo>
                    <a:lnTo>
                      <a:pt x="281" y="311"/>
                    </a:lnTo>
                    <a:lnTo>
                      <a:pt x="281" y="312"/>
                    </a:lnTo>
                    <a:lnTo>
                      <a:pt x="280" y="312"/>
                    </a:lnTo>
                    <a:lnTo>
                      <a:pt x="280" y="314"/>
                    </a:lnTo>
                    <a:lnTo>
                      <a:pt x="280" y="316"/>
                    </a:lnTo>
                    <a:lnTo>
                      <a:pt x="283" y="316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5" y="317"/>
                    </a:lnTo>
                    <a:lnTo>
                      <a:pt x="285" y="317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8" y="319"/>
                    </a:lnTo>
                    <a:lnTo>
                      <a:pt x="290" y="319"/>
                    </a:lnTo>
                    <a:lnTo>
                      <a:pt x="292" y="319"/>
                    </a:lnTo>
                    <a:lnTo>
                      <a:pt x="293" y="317"/>
                    </a:lnTo>
                    <a:lnTo>
                      <a:pt x="293" y="316"/>
                    </a:lnTo>
                    <a:lnTo>
                      <a:pt x="293" y="312"/>
                    </a:lnTo>
                    <a:lnTo>
                      <a:pt x="293" y="312"/>
                    </a:lnTo>
                    <a:lnTo>
                      <a:pt x="293" y="309"/>
                    </a:lnTo>
                    <a:lnTo>
                      <a:pt x="292" y="307"/>
                    </a:lnTo>
                    <a:lnTo>
                      <a:pt x="293" y="305"/>
                    </a:lnTo>
                    <a:lnTo>
                      <a:pt x="293" y="304"/>
                    </a:lnTo>
                    <a:lnTo>
                      <a:pt x="295" y="304"/>
                    </a:lnTo>
                    <a:lnTo>
                      <a:pt x="297" y="302"/>
                    </a:lnTo>
                    <a:lnTo>
                      <a:pt x="297" y="302"/>
                    </a:lnTo>
                    <a:lnTo>
                      <a:pt x="297" y="300"/>
                    </a:lnTo>
                    <a:lnTo>
                      <a:pt x="293" y="299"/>
                    </a:lnTo>
                    <a:lnTo>
                      <a:pt x="293" y="297"/>
                    </a:lnTo>
                    <a:lnTo>
                      <a:pt x="295" y="295"/>
                    </a:lnTo>
                    <a:lnTo>
                      <a:pt x="297" y="297"/>
                    </a:lnTo>
                    <a:lnTo>
                      <a:pt x="298" y="299"/>
                    </a:lnTo>
                    <a:lnTo>
                      <a:pt x="300" y="299"/>
                    </a:lnTo>
                    <a:lnTo>
                      <a:pt x="300" y="294"/>
                    </a:lnTo>
                    <a:lnTo>
                      <a:pt x="300" y="292"/>
                    </a:lnTo>
                    <a:lnTo>
                      <a:pt x="300" y="290"/>
                    </a:lnTo>
                    <a:lnTo>
                      <a:pt x="302" y="289"/>
                    </a:lnTo>
                    <a:lnTo>
                      <a:pt x="302" y="287"/>
                    </a:lnTo>
                    <a:lnTo>
                      <a:pt x="300" y="285"/>
                    </a:lnTo>
                    <a:lnTo>
                      <a:pt x="298" y="282"/>
                    </a:lnTo>
                    <a:lnTo>
                      <a:pt x="297" y="280"/>
                    </a:lnTo>
                    <a:lnTo>
                      <a:pt x="297" y="278"/>
                    </a:lnTo>
                    <a:lnTo>
                      <a:pt x="295" y="278"/>
                    </a:lnTo>
                    <a:lnTo>
                      <a:pt x="295" y="277"/>
                    </a:lnTo>
                    <a:lnTo>
                      <a:pt x="293" y="277"/>
                    </a:lnTo>
                    <a:lnTo>
                      <a:pt x="295" y="277"/>
                    </a:lnTo>
                    <a:lnTo>
                      <a:pt x="295" y="275"/>
                    </a:lnTo>
                    <a:lnTo>
                      <a:pt x="297" y="275"/>
                    </a:lnTo>
                    <a:lnTo>
                      <a:pt x="297" y="277"/>
                    </a:lnTo>
                    <a:lnTo>
                      <a:pt x="302" y="283"/>
                    </a:lnTo>
                    <a:lnTo>
                      <a:pt x="304" y="283"/>
                    </a:lnTo>
                    <a:lnTo>
                      <a:pt x="305" y="283"/>
                    </a:lnTo>
                    <a:lnTo>
                      <a:pt x="307" y="285"/>
                    </a:lnTo>
                    <a:lnTo>
                      <a:pt x="307" y="287"/>
                    </a:lnTo>
                    <a:lnTo>
                      <a:pt x="307" y="289"/>
                    </a:lnTo>
                    <a:lnTo>
                      <a:pt x="309" y="289"/>
                    </a:lnTo>
                    <a:lnTo>
                      <a:pt x="310" y="287"/>
                    </a:lnTo>
                    <a:lnTo>
                      <a:pt x="312" y="287"/>
                    </a:lnTo>
                    <a:lnTo>
                      <a:pt x="312" y="290"/>
                    </a:lnTo>
                    <a:lnTo>
                      <a:pt x="312" y="292"/>
                    </a:lnTo>
                    <a:lnTo>
                      <a:pt x="312" y="292"/>
                    </a:lnTo>
                    <a:lnTo>
                      <a:pt x="314" y="292"/>
                    </a:lnTo>
                    <a:lnTo>
                      <a:pt x="312" y="294"/>
                    </a:lnTo>
                    <a:lnTo>
                      <a:pt x="312" y="295"/>
                    </a:lnTo>
                    <a:lnTo>
                      <a:pt x="310" y="295"/>
                    </a:lnTo>
                    <a:lnTo>
                      <a:pt x="309" y="295"/>
                    </a:lnTo>
                    <a:lnTo>
                      <a:pt x="309" y="294"/>
                    </a:lnTo>
                    <a:lnTo>
                      <a:pt x="307" y="294"/>
                    </a:lnTo>
                    <a:lnTo>
                      <a:pt x="305" y="294"/>
                    </a:lnTo>
                    <a:lnTo>
                      <a:pt x="305" y="295"/>
                    </a:lnTo>
                    <a:lnTo>
                      <a:pt x="307" y="297"/>
                    </a:lnTo>
                    <a:lnTo>
                      <a:pt x="309" y="299"/>
                    </a:lnTo>
                    <a:lnTo>
                      <a:pt x="309" y="299"/>
                    </a:lnTo>
                    <a:lnTo>
                      <a:pt x="310" y="297"/>
                    </a:lnTo>
                    <a:lnTo>
                      <a:pt x="315" y="297"/>
                    </a:lnTo>
                    <a:lnTo>
                      <a:pt x="317" y="295"/>
                    </a:lnTo>
                    <a:lnTo>
                      <a:pt x="317" y="295"/>
                    </a:lnTo>
                    <a:lnTo>
                      <a:pt x="319" y="292"/>
                    </a:lnTo>
                    <a:lnTo>
                      <a:pt x="315" y="287"/>
                    </a:lnTo>
                    <a:lnTo>
                      <a:pt x="315" y="285"/>
                    </a:lnTo>
                    <a:lnTo>
                      <a:pt x="315" y="282"/>
                    </a:lnTo>
                    <a:lnTo>
                      <a:pt x="315" y="282"/>
                    </a:lnTo>
                    <a:lnTo>
                      <a:pt x="317" y="280"/>
                    </a:lnTo>
                    <a:lnTo>
                      <a:pt x="322" y="278"/>
                    </a:lnTo>
                    <a:lnTo>
                      <a:pt x="322" y="278"/>
                    </a:lnTo>
                    <a:lnTo>
                      <a:pt x="324" y="280"/>
                    </a:lnTo>
                    <a:lnTo>
                      <a:pt x="324" y="280"/>
                    </a:lnTo>
                    <a:lnTo>
                      <a:pt x="324" y="282"/>
                    </a:lnTo>
                    <a:lnTo>
                      <a:pt x="324" y="282"/>
                    </a:lnTo>
                    <a:lnTo>
                      <a:pt x="326" y="283"/>
                    </a:lnTo>
                    <a:lnTo>
                      <a:pt x="326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9" y="283"/>
                    </a:lnTo>
                    <a:lnTo>
                      <a:pt x="329" y="285"/>
                    </a:lnTo>
                    <a:lnTo>
                      <a:pt x="329" y="285"/>
                    </a:lnTo>
                    <a:lnTo>
                      <a:pt x="331" y="285"/>
                    </a:lnTo>
                    <a:lnTo>
                      <a:pt x="334" y="285"/>
                    </a:lnTo>
                    <a:lnTo>
                      <a:pt x="334" y="285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7" y="287"/>
                    </a:lnTo>
                    <a:lnTo>
                      <a:pt x="343" y="285"/>
                    </a:lnTo>
                    <a:lnTo>
                      <a:pt x="344" y="287"/>
                    </a:lnTo>
                    <a:lnTo>
                      <a:pt x="344" y="287"/>
                    </a:lnTo>
                    <a:lnTo>
                      <a:pt x="343" y="289"/>
                    </a:lnTo>
                    <a:lnTo>
                      <a:pt x="343" y="290"/>
                    </a:lnTo>
                    <a:lnTo>
                      <a:pt x="346" y="290"/>
                    </a:lnTo>
                    <a:lnTo>
                      <a:pt x="346" y="290"/>
                    </a:lnTo>
                    <a:lnTo>
                      <a:pt x="344" y="292"/>
                    </a:lnTo>
                    <a:lnTo>
                      <a:pt x="344" y="292"/>
                    </a:lnTo>
                    <a:lnTo>
                      <a:pt x="343" y="292"/>
                    </a:lnTo>
                    <a:lnTo>
                      <a:pt x="344" y="294"/>
                    </a:lnTo>
                    <a:lnTo>
                      <a:pt x="346" y="295"/>
                    </a:lnTo>
                    <a:lnTo>
                      <a:pt x="348" y="295"/>
                    </a:lnTo>
                    <a:lnTo>
                      <a:pt x="349" y="295"/>
                    </a:lnTo>
                    <a:lnTo>
                      <a:pt x="348" y="297"/>
                    </a:lnTo>
                    <a:lnTo>
                      <a:pt x="346" y="299"/>
                    </a:lnTo>
                    <a:lnTo>
                      <a:pt x="346" y="299"/>
                    </a:lnTo>
                    <a:lnTo>
                      <a:pt x="346" y="299"/>
                    </a:lnTo>
                    <a:lnTo>
                      <a:pt x="344" y="299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3" y="299"/>
                    </a:lnTo>
                    <a:lnTo>
                      <a:pt x="341" y="299"/>
                    </a:lnTo>
                    <a:lnTo>
                      <a:pt x="339" y="299"/>
                    </a:lnTo>
                    <a:lnTo>
                      <a:pt x="337" y="297"/>
                    </a:lnTo>
                    <a:lnTo>
                      <a:pt x="332" y="295"/>
                    </a:lnTo>
                    <a:lnTo>
                      <a:pt x="334" y="294"/>
                    </a:lnTo>
                    <a:lnTo>
                      <a:pt x="334" y="292"/>
                    </a:lnTo>
                    <a:lnTo>
                      <a:pt x="334" y="290"/>
                    </a:lnTo>
                    <a:lnTo>
                      <a:pt x="334" y="290"/>
                    </a:lnTo>
                    <a:lnTo>
                      <a:pt x="332" y="289"/>
                    </a:lnTo>
                    <a:lnTo>
                      <a:pt x="331" y="289"/>
                    </a:lnTo>
                    <a:lnTo>
                      <a:pt x="329" y="289"/>
                    </a:lnTo>
                    <a:lnTo>
                      <a:pt x="329" y="290"/>
                    </a:lnTo>
                    <a:lnTo>
                      <a:pt x="331" y="290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2"/>
                    </a:lnTo>
                    <a:lnTo>
                      <a:pt x="331" y="294"/>
                    </a:lnTo>
                    <a:lnTo>
                      <a:pt x="329" y="294"/>
                    </a:lnTo>
                    <a:lnTo>
                      <a:pt x="329" y="294"/>
                    </a:lnTo>
                    <a:lnTo>
                      <a:pt x="326" y="295"/>
                    </a:lnTo>
                    <a:lnTo>
                      <a:pt x="326" y="295"/>
                    </a:lnTo>
                    <a:lnTo>
                      <a:pt x="324" y="297"/>
                    </a:lnTo>
                    <a:lnTo>
                      <a:pt x="326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9" y="302"/>
                    </a:lnTo>
                    <a:lnTo>
                      <a:pt x="336" y="304"/>
                    </a:lnTo>
                    <a:lnTo>
                      <a:pt x="334" y="305"/>
                    </a:lnTo>
                    <a:lnTo>
                      <a:pt x="332" y="305"/>
                    </a:lnTo>
                    <a:lnTo>
                      <a:pt x="331" y="305"/>
                    </a:lnTo>
                    <a:lnTo>
                      <a:pt x="332" y="309"/>
                    </a:lnTo>
                    <a:lnTo>
                      <a:pt x="337" y="314"/>
                    </a:lnTo>
                    <a:lnTo>
                      <a:pt x="339" y="316"/>
                    </a:lnTo>
                    <a:lnTo>
                      <a:pt x="341" y="314"/>
                    </a:lnTo>
                    <a:lnTo>
                      <a:pt x="343" y="312"/>
                    </a:lnTo>
                    <a:lnTo>
                      <a:pt x="343" y="312"/>
                    </a:lnTo>
                    <a:lnTo>
                      <a:pt x="346" y="312"/>
                    </a:lnTo>
                    <a:lnTo>
                      <a:pt x="344" y="311"/>
                    </a:lnTo>
                    <a:lnTo>
                      <a:pt x="344" y="309"/>
                    </a:lnTo>
                    <a:lnTo>
                      <a:pt x="344" y="307"/>
                    </a:lnTo>
                    <a:lnTo>
                      <a:pt x="346" y="307"/>
                    </a:lnTo>
                    <a:lnTo>
                      <a:pt x="348" y="305"/>
                    </a:lnTo>
                    <a:lnTo>
                      <a:pt x="348" y="307"/>
                    </a:lnTo>
                    <a:lnTo>
                      <a:pt x="348" y="307"/>
                    </a:lnTo>
                    <a:lnTo>
                      <a:pt x="348" y="309"/>
                    </a:lnTo>
                    <a:lnTo>
                      <a:pt x="349" y="311"/>
                    </a:lnTo>
                    <a:lnTo>
                      <a:pt x="354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58" y="314"/>
                    </a:lnTo>
                    <a:lnTo>
                      <a:pt x="356" y="312"/>
                    </a:lnTo>
                    <a:lnTo>
                      <a:pt x="356" y="312"/>
                    </a:lnTo>
                    <a:lnTo>
                      <a:pt x="356" y="311"/>
                    </a:lnTo>
                    <a:lnTo>
                      <a:pt x="356" y="311"/>
                    </a:lnTo>
                    <a:lnTo>
                      <a:pt x="356" y="311"/>
                    </a:lnTo>
                    <a:lnTo>
                      <a:pt x="358" y="309"/>
                    </a:lnTo>
                    <a:lnTo>
                      <a:pt x="358" y="309"/>
                    </a:lnTo>
                    <a:lnTo>
                      <a:pt x="358" y="307"/>
                    </a:lnTo>
                    <a:lnTo>
                      <a:pt x="356" y="307"/>
                    </a:lnTo>
                    <a:lnTo>
                      <a:pt x="354" y="307"/>
                    </a:lnTo>
                    <a:lnTo>
                      <a:pt x="356" y="305"/>
                    </a:lnTo>
                    <a:lnTo>
                      <a:pt x="356" y="305"/>
                    </a:lnTo>
                    <a:lnTo>
                      <a:pt x="356" y="304"/>
                    </a:lnTo>
                    <a:lnTo>
                      <a:pt x="354" y="304"/>
                    </a:lnTo>
                    <a:lnTo>
                      <a:pt x="353" y="300"/>
                    </a:lnTo>
                    <a:lnTo>
                      <a:pt x="354" y="300"/>
                    </a:lnTo>
                    <a:lnTo>
                      <a:pt x="354" y="295"/>
                    </a:lnTo>
                    <a:lnTo>
                      <a:pt x="354" y="294"/>
                    </a:lnTo>
                    <a:lnTo>
                      <a:pt x="356" y="294"/>
                    </a:lnTo>
                    <a:lnTo>
                      <a:pt x="358" y="292"/>
                    </a:lnTo>
                    <a:lnTo>
                      <a:pt x="358" y="292"/>
                    </a:lnTo>
                    <a:lnTo>
                      <a:pt x="358" y="290"/>
                    </a:lnTo>
                    <a:lnTo>
                      <a:pt x="358" y="290"/>
                    </a:lnTo>
                    <a:lnTo>
                      <a:pt x="358" y="290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6" y="285"/>
                    </a:lnTo>
                    <a:lnTo>
                      <a:pt x="356" y="285"/>
                    </a:lnTo>
                    <a:lnTo>
                      <a:pt x="356" y="283"/>
                    </a:lnTo>
                    <a:lnTo>
                      <a:pt x="356" y="283"/>
                    </a:lnTo>
                    <a:lnTo>
                      <a:pt x="354" y="283"/>
                    </a:lnTo>
                    <a:lnTo>
                      <a:pt x="354" y="283"/>
                    </a:lnTo>
                    <a:lnTo>
                      <a:pt x="354" y="283"/>
                    </a:lnTo>
                    <a:lnTo>
                      <a:pt x="353" y="283"/>
                    </a:lnTo>
                    <a:lnTo>
                      <a:pt x="353" y="283"/>
                    </a:lnTo>
                    <a:lnTo>
                      <a:pt x="353" y="282"/>
                    </a:lnTo>
                    <a:lnTo>
                      <a:pt x="351" y="280"/>
                    </a:lnTo>
                    <a:lnTo>
                      <a:pt x="348" y="282"/>
                    </a:lnTo>
                    <a:lnTo>
                      <a:pt x="348" y="283"/>
                    </a:lnTo>
                    <a:lnTo>
                      <a:pt x="349" y="285"/>
                    </a:lnTo>
                    <a:lnTo>
                      <a:pt x="349" y="285"/>
                    </a:lnTo>
                    <a:lnTo>
                      <a:pt x="349" y="285"/>
                    </a:lnTo>
                    <a:lnTo>
                      <a:pt x="348" y="285"/>
                    </a:lnTo>
                    <a:lnTo>
                      <a:pt x="346" y="285"/>
                    </a:lnTo>
                    <a:lnTo>
                      <a:pt x="344" y="285"/>
                    </a:lnTo>
                    <a:lnTo>
                      <a:pt x="344" y="283"/>
                    </a:lnTo>
                    <a:lnTo>
                      <a:pt x="344" y="282"/>
                    </a:lnTo>
                    <a:lnTo>
                      <a:pt x="346" y="280"/>
                    </a:lnTo>
                    <a:lnTo>
                      <a:pt x="346" y="280"/>
                    </a:lnTo>
                    <a:lnTo>
                      <a:pt x="348" y="280"/>
                    </a:lnTo>
                    <a:lnTo>
                      <a:pt x="348" y="280"/>
                    </a:lnTo>
                    <a:lnTo>
                      <a:pt x="348" y="278"/>
                    </a:lnTo>
                    <a:lnTo>
                      <a:pt x="348" y="278"/>
                    </a:lnTo>
                    <a:lnTo>
                      <a:pt x="348" y="275"/>
                    </a:lnTo>
                    <a:lnTo>
                      <a:pt x="348" y="273"/>
                    </a:lnTo>
                    <a:lnTo>
                      <a:pt x="349" y="273"/>
                    </a:lnTo>
                    <a:lnTo>
                      <a:pt x="351" y="273"/>
                    </a:lnTo>
                    <a:lnTo>
                      <a:pt x="353" y="272"/>
                    </a:lnTo>
                    <a:lnTo>
                      <a:pt x="353" y="270"/>
                    </a:lnTo>
                    <a:lnTo>
                      <a:pt x="353" y="268"/>
                    </a:lnTo>
                    <a:lnTo>
                      <a:pt x="353" y="268"/>
                    </a:lnTo>
                    <a:lnTo>
                      <a:pt x="354" y="266"/>
                    </a:lnTo>
                    <a:lnTo>
                      <a:pt x="354" y="265"/>
                    </a:lnTo>
                    <a:lnTo>
                      <a:pt x="353" y="265"/>
                    </a:lnTo>
                    <a:lnTo>
                      <a:pt x="353" y="265"/>
                    </a:lnTo>
                    <a:lnTo>
                      <a:pt x="353" y="263"/>
                    </a:lnTo>
                    <a:lnTo>
                      <a:pt x="353" y="263"/>
                    </a:lnTo>
                    <a:lnTo>
                      <a:pt x="353" y="263"/>
                    </a:lnTo>
                    <a:lnTo>
                      <a:pt x="353" y="261"/>
                    </a:lnTo>
                    <a:lnTo>
                      <a:pt x="353" y="260"/>
                    </a:lnTo>
                    <a:lnTo>
                      <a:pt x="348" y="255"/>
                    </a:lnTo>
                    <a:lnTo>
                      <a:pt x="349" y="255"/>
                    </a:lnTo>
                    <a:lnTo>
                      <a:pt x="349" y="255"/>
                    </a:lnTo>
                    <a:lnTo>
                      <a:pt x="349" y="255"/>
                    </a:lnTo>
                    <a:lnTo>
                      <a:pt x="349" y="253"/>
                    </a:lnTo>
                    <a:lnTo>
                      <a:pt x="351" y="253"/>
                    </a:lnTo>
                    <a:lnTo>
                      <a:pt x="353" y="256"/>
                    </a:lnTo>
                    <a:lnTo>
                      <a:pt x="353" y="256"/>
                    </a:lnTo>
                    <a:lnTo>
                      <a:pt x="354" y="256"/>
                    </a:lnTo>
                    <a:lnTo>
                      <a:pt x="356" y="255"/>
                    </a:lnTo>
                    <a:lnTo>
                      <a:pt x="356" y="253"/>
                    </a:lnTo>
                    <a:lnTo>
                      <a:pt x="358" y="253"/>
                    </a:lnTo>
                    <a:lnTo>
                      <a:pt x="358" y="251"/>
                    </a:lnTo>
                    <a:lnTo>
                      <a:pt x="358" y="246"/>
                    </a:lnTo>
                    <a:lnTo>
                      <a:pt x="358" y="243"/>
                    </a:lnTo>
                    <a:lnTo>
                      <a:pt x="358" y="239"/>
                    </a:lnTo>
                    <a:lnTo>
                      <a:pt x="360" y="238"/>
                    </a:lnTo>
                    <a:lnTo>
                      <a:pt x="360" y="238"/>
                    </a:lnTo>
                    <a:lnTo>
                      <a:pt x="360" y="236"/>
                    </a:lnTo>
                    <a:lnTo>
                      <a:pt x="358" y="236"/>
                    </a:lnTo>
                    <a:lnTo>
                      <a:pt x="356" y="236"/>
                    </a:lnTo>
                    <a:lnTo>
                      <a:pt x="354" y="238"/>
                    </a:lnTo>
                    <a:lnTo>
                      <a:pt x="354" y="238"/>
                    </a:lnTo>
                    <a:lnTo>
                      <a:pt x="356" y="236"/>
                    </a:lnTo>
                    <a:lnTo>
                      <a:pt x="358" y="232"/>
                    </a:lnTo>
                    <a:lnTo>
                      <a:pt x="360" y="231"/>
                    </a:lnTo>
                    <a:lnTo>
                      <a:pt x="358" y="231"/>
                    </a:lnTo>
                    <a:lnTo>
                      <a:pt x="360" y="231"/>
                    </a:lnTo>
                    <a:lnTo>
                      <a:pt x="360" y="229"/>
                    </a:lnTo>
                    <a:lnTo>
                      <a:pt x="360" y="229"/>
                    </a:lnTo>
                    <a:lnTo>
                      <a:pt x="361" y="227"/>
                    </a:lnTo>
                    <a:lnTo>
                      <a:pt x="363" y="226"/>
                    </a:lnTo>
                    <a:lnTo>
                      <a:pt x="365" y="224"/>
                    </a:lnTo>
                    <a:lnTo>
                      <a:pt x="365" y="221"/>
                    </a:lnTo>
                    <a:lnTo>
                      <a:pt x="365" y="219"/>
                    </a:lnTo>
                    <a:lnTo>
                      <a:pt x="365" y="217"/>
                    </a:lnTo>
                    <a:lnTo>
                      <a:pt x="368" y="215"/>
                    </a:lnTo>
                    <a:lnTo>
                      <a:pt x="377" y="217"/>
                    </a:lnTo>
                    <a:lnTo>
                      <a:pt x="371" y="215"/>
                    </a:lnTo>
                    <a:lnTo>
                      <a:pt x="371" y="215"/>
                    </a:lnTo>
                    <a:lnTo>
                      <a:pt x="370" y="215"/>
                    </a:lnTo>
                    <a:lnTo>
                      <a:pt x="370" y="214"/>
                    </a:lnTo>
                    <a:lnTo>
                      <a:pt x="368" y="214"/>
                    </a:lnTo>
                    <a:lnTo>
                      <a:pt x="368" y="214"/>
                    </a:lnTo>
                    <a:lnTo>
                      <a:pt x="370" y="212"/>
                    </a:lnTo>
                    <a:lnTo>
                      <a:pt x="370" y="212"/>
                    </a:lnTo>
                    <a:lnTo>
                      <a:pt x="371" y="212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0" y="209"/>
                    </a:lnTo>
                    <a:lnTo>
                      <a:pt x="371" y="207"/>
                    </a:lnTo>
                    <a:lnTo>
                      <a:pt x="373" y="209"/>
                    </a:lnTo>
                    <a:lnTo>
                      <a:pt x="373" y="209"/>
                    </a:lnTo>
                    <a:lnTo>
                      <a:pt x="375" y="209"/>
                    </a:lnTo>
                    <a:lnTo>
                      <a:pt x="375" y="207"/>
                    </a:lnTo>
                    <a:lnTo>
                      <a:pt x="373" y="205"/>
                    </a:lnTo>
                    <a:lnTo>
                      <a:pt x="373" y="204"/>
                    </a:lnTo>
                    <a:lnTo>
                      <a:pt x="375" y="204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7"/>
                    </a:lnTo>
                    <a:lnTo>
                      <a:pt x="378" y="207"/>
                    </a:lnTo>
                    <a:lnTo>
                      <a:pt x="378" y="209"/>
                    </a:lnTo>
                    <a:lnTo>
                      <a:pt x="377" y="210"/>
                    </a:lnTo>
                    <a:lnTo>
                      <a:pt x="377" y="210"/>
                    </a:lnTo>
                    <a:lnTo>
                      <a:pt x="375" y="212"/>
                    </a:lnTo>
                    <a:lnTo>
                      <a:pt x="373" y="212"/>
                    </a:lnTo>
                    <a:lnTo>
                      <a:pt x="371" y="214"/>
                    </a:lnTo>
                    <a:lnTo>
                      <a:pt x="377" y="215"/>
                    </a:lnTo>
                    <a:lnTo>
                      <a:pt x="378" y="215"/>
                    </a:lnTo>
                    <a:lnTo>
                      <a:pt x="382" y="219"/>
                    </a:lnTo>
                    <a:lnTo>
                      <a:pt x="383" y="219"/>
                    </a:lnTo>
                    <a:lnTo>
                      <a:pt x="385" y="219"/>
                    </a:lnTo>
                    <a:lnTo>
                      <a:pt x="385" y="221"/>
                    </a:lnTo>
                    <a:lnTo>
                      <a:pt x="383" y="221"/>
                    </a:lnTo>
                    <a:lnTo>
                      <a:pt x="382" y="222"/>
                    </a:lnTo>
                    <a:lnTo>
                      <a:pt x="382" y="222"/>
                    </a:lnTo>
                    <a:lnTo>
                      <a:pt x="383" y="222"/>
                    </a:lnTo>
                    <a:lnTo>
                      <a:pt x="383" y="224"/>
                    </a:lnTo>
                    <a:lnTo>
                      <a:pt x="383" y="224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2" y="227"/>
                    </a:lnTo>
                    <a:lnTo>
                      <a:pt x="382" y="227"/>
                    </a:lnTo>
                    <a:lnTo>
                      <a:pt x="382" y="227"/>
                    </a:lnTo>
                    <a:lnTo>
                      <a:pt x="380" y="229"/>
                    </a:lnTo>
                    <a:lnTo>
                      <a:pt x="380" y="229"/>
                    </a:lnTo>
                    <a:lnTo>
                      <a:pt x="380" y="231"/>
                    </a:lnTo>
                    <a:lnTo>
                      <a:pt x="383" y="231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5" y="232"/>
                    </a:lnTo>
                    <a:lnTo>
                      <a:pt x="385" y="231"/>
                    </a:lnTo>
                    <a:lnTo>
                      <a:pt x="387" y="231"/>
                    </a:lnTo>
                    <a:lnTo>
                      <a:pt x="387" y="229"/>
                    </a:lnTo>
                    <a:lnTo>
                      <a:pt x="388" y="229"/>
                    </a:lnTo>
                    <a:lnTo>
                      <a:pt x="388" y="226"/>
                    </a:lnTo>
                    <a:lnTo>
                      <a:pt x="388" y="224"/>
                    </a:lnTo>
                    <a:lnTo>
                      <a:pt x="385" y="222"/>
                    </a:lnTo>
                    <a:close/>
                    <a:moveTo>
                      <a:pt x="185" y="270"/>
                    </a:moveTo>
                    <a:lnTo>
                      <a:pt x="185" y="270"/>
                    </a:lnTo>
                    <a:lnTo>
                      <a:pt x="186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6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6" y="263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8" y="261"/>
                    </a:lnTo>
                    <a:lnTo>
                      <a:pt x="190" y="261"/>
                    </a:lnTo>
                    <a:lnTo>
                      <a:pt x="190" y="263"/>
                    </a:lnTo>
                    <a:lnTo>
                      <a:pt x="190" y="266"/>
                    </a:lnTo>
                    <a:lnTo>
                      <a:pt x="190" y="266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91" y="265"/>
                    </a:lnTo>
                    <a:lnTo>
                      <a:pt x="191" y="263"/>
                    </a:lnTo>
                    <a:lnTo>
                      <a:pt x="193" y="260"/>
                    </a:lnTo>
                    <a:lnTo>
                      <a:pt x="195" y="260"/>
                    </a:lnTo>
                    <a:lnTo>
                      <a:pt x="195" y="260"/>
                    </a:lnTo>
                    <a:lnTo>
                      <a:pt x="195" y="261"/>
                    </a:lnTo>
                    <a:lnTo>
                      <a:pt x="195" y="263"/>
                    </a:lnTo>
                    <a:lnTo>
                      <a:pt x="195" y="265"/>
                    </a:lnTo>
                    <a:lnTo>
                      <a:pt x="197" y="265"/>
                    </a:lnTo>
                    <a:lnTo>
                      <a:pt x="200" y="265"/>
                    </a:lnTo>
                    <a:lnTo>
                      <a:pt x="200" y="263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202" y="258"/>
                    </a:lnTo>
                    <a:lnTo>
                      <a:pt x="203" y="260"/>
                    </a:lnTo>
                    <a:lnTo>
                      <a:pt x="205" y="263"/>
                    </a:lnTo>
                    <a:lnTo>
                      <a:pt x="207" y="261"/>
                    </a:lnTo>
                    <a:lnTo>
                      <a:pt x="208" y="261"/>
                    </a:lnTo>
                    <a:lnTo>
                      <a:pt x="208" y="263"/>
                    </a:lnTo>
                    <a:lnTo>
                      <a:pt x="208" y="265"/>
                    </a:lnTo>
                    <a:lnTo>
                      <a:pt x="208" y="265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7" y="268"/>
                    </a:lnTo>
                    <a:lnTo>
                      <a:pt x="210" y="268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2" y="270"/>
                    </a:lnTo>
                    <a:lnTo>
                      <a:pt x="212" y="272"/>
                    </a:lnTo>
                    <a:lnTo>
                      <a:pt x="212" y="272"/>
                    </a:lnTo>
                    <a:lnTo>
                      <a:pt x="212" y="272"/>
                    </a:lnTo>
                    <a:lnTo>
                      <a:pt x="212" y="273"/>
                    </a:lnTo>
                    <a:lnTo>
                      <a:pt x="212" y="273"/>
                    </a:lnTo>
                    <a:lnTo>
                      <a:pt x="212" y="275"/>
                    </a:lnTo>
                    <a:lnTo>
                      <a:pt x="215" y="277"/>
                    </a:lnTo>
                    <a:lnTo>
                      <a:pt x="215" y="278"/>
                    </a:lnTo>
                    <a:lnTo>
                      <a:pt x="214" y="278"/>
                    </a:lnTo>
                    <a:lnTo>
                      <a:pt x="212" y="278"/>
                    </a:lnTo>
                    <a:lnTo>
                      <a:pt x="210" y="277"/>
                    </a:lnTo>
                    <a:lnTo>
                      <a:pt x="208" y="277"/>
                    </a:lnTo>
                    <a:lnTo>
                      <a:pt x="208" y="277"/>
                    </a:lnTo>
                    <a:lnTo>
                      <a:pt x="207" y="278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7" y="282"/>
                    </a:lnTo>
                    <a:lnTo>
                      <a:pt x="207" y="282"/>
                    </a:lnTo>
                    <a:lnTo>
                      <a:pt x="205" y="282"/>
                    </a:lnTo>
                    <a:lnTo>
                      <a:pt x="205" y="282"/>
                    </a:lnTo>
                    <a:lnTo>
                      <a:pt x="205" y="280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3" y="278"/>
                    </a:lnTo>
                    <a:lnTo>
                      <a:pt x="202" y="277"/>
                    </a:lnTo>
                    <a:lnTo>
                      <a:pt x="200" y="277"/>
                    </a:lnTo>
                    <a:lnTo>
                      <a:pt x="200" y="275"/>
                    </a:lnTo>
                    <a:lnTo>
                      <a:pt x="200" y="273"/>
                    </a:lnTo>
                    <a:lnTo>
                      <a:pt x="198" y="272"/>
                    </a:lnTo>
                    <a:lnTo>
                      <a:pt x="195" y="272"/>
                    </a:lnTo>
                    <a:lnTo>
                      <a:pt x="193" y="272"/>
                    </a:lnTo>
                    <a:lnTo>
                      <a:pt x="193" y="272"/>
                    </a:lnTo>
                    <a:lnTo>
                      <a:pt x="193" y="272"/>
                    </a:lnTo>
                    <a:lnTo>
                      <a:pt x="191" y="272"/>
                    </a:lnTo>
                    <a:lnTo>
                      <a:pt x="191" y="272"/>
                    </a:lnTo>
                    <a:lnTo>
                      <a:pt x="191" y="272"/>
                    </a:lnTo>
                    <a:lnTo>
                      <a:pt x="190" y="270"/>
                    </a:lnTo>
                    <a:lnTo>
                      <a:pt x="190" y="270"/>
                    </a:lnTo>
                    <a:lnTo>
                      <a:pt x="188" y="272"/>
                    </a:lnTo>
                    <a:lnTo>
                      <a:pt x="186" y="272"/>
                    </a:lnTo>
                    <a:lnTo>
                      <a:pt x="185" y="272"/>
                    </a:lnTo>
                    <a:lnTo>
                      <a:pt x="183" y="272"/>
                    </a:lnTo>
                    <a:lnTo>
                      <a:pt x="183" y="272"/>
                    </a:lnTo>
                    <a:lnTo>
                      <a:pt x="185" y="270"/>
                    </a:lnTo>
                    <a:close/>
                    <a:moveTo>
                      <a:pt x="217" y="297"/>
                    </a:moveTo>
                    <a:lnTo>
                      <a:pt x="214" y="297"/>
                    </a:lnTo>
                    <a:lnTo>
                      <a:pt x="208" y="297"/>
                    </a:lnTo>
                    <a:lnTo>
                      <a:pt x="207" y="297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5"/>
                    </a:lnTo>
                    <a:lnTo>
                      <a:pt x="203" y="294"/>
                    </a:lnTo>
                    <a:lnTo>
                      <a:pt x="203" y="292"/>
                    </a:lnTo>
                    <a:lnTo>
                      <a:pt x="202" y="290"/>
                    </a:lnTo>
                    <a:lnTo>
                      <a:pt x="202" y="290"/>
                    </a:lnTo>
                    <a:lnTo>
                      <a:pt x="198" y="290"/>
                    </a:lnTo>
                    <a:lnTo>
                      <a:pt x="197" y="290"/>
                    </a:lnTo>
                    <a:lnTo>
                      <a:pt x="195" y="290"/>
                    </a:lnTo>
                    <a:lnTo>
                      <a:pt x="195" y="290"/>
                    </a:lnTo>
                    <a:lnTo>
                      <a:pt x="195" y="289"/>
                    </a:lnTo>
                    <a:lnTo>
                      <a:pt x="195" y="289"/>
                    </a:lnTo>
                    <a:lnTo>
                      <a:pt x="191" y="289"/>
                    </a:lnTo>
                    <a:lnTo>
                      <a:pt x="190" y="285"/>
                    </a:lnTo>
                    <a:lnTo>
                      <a:pt x="188" y="283"/>
                    </a:lnTo>
                    <a:lnTo>
                      <a:pt x="188" y="282"/>
                    </a:lnTo>
                    <a:lnTo>
                      <a:pt x="188" y="280"/>
                    </a:lnTo>
                    <a:lnTo>
                      <a:pt x="186" y="280"/>
                    </a:lnTo>
                    <a:lnTo>
                      <a:pt x="185" y="280"/>
                    </a:lnTo>
                    <a:lnTo>
                      <a:pt x="185" y="280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3" y="275"/>
                    </a:lnTo>
                    <a:lnTo>
                      <a:pt x="185" y="275"/>
                    </a:lnTo>
                    <a:lnTo>
                      <a:pt x="186" y="275"/>
                    </a:lnTo>
                    <a:lnTo>
                      <a:pt x="186" y="275"/>
                    </a:lnTo>
                    <a:lnTo>
                      <a:pt x="188" y="275"/>
                    </a:lnTo>
                    <a:lnTo>
                      <a:pt x="188" y="277"/>
                    </a:lnTo>
                    <a:lnTo>
                      <a:pt x="190" y="277"/>
                    </a:lnTo>
                    <a:lnTo>
                      <a:pt x="190" y="277"/>
                    </a:lnTo>
                    <a:lnTo>
                      <a:pt x="190" y="275"/>
                    </a:lnTo>
                    <a:lnTo>
                      <a:pt x="191" y="275"/>
                    </a:lnTo>
                    <a:lnTo>
                      <a:pt x="191" y="277"/>
                    </a:lnTo>
                    <a:lnTo>
                      <a:pt x="193" y="277"/>
                    </a:lnTo>
                    <a:lnTo>
                      <a:pt x="197" y="280"/>
                    </a:lnTo>
                    <a:lnTo>
                      <a:pt x="197" y="280"/>
                    </a:lnTo>
                    <a:lnTo>
                      <a:pt x="198" y="280"/>
                    </a:lnTo>
                    <a:lnTo>
                      <a:pt x="200" y="280"/>
                    </a:lnTo>
                    <a:lnTo>
                      <a:pt x="202" y="282"/>
                    </a:lnTo>
                    <a:lnTo>
                      <a:pt x="197" y="282"/>
                    </a:lnTo>
                    <a:lnTo>
                      <a:pt x="197" y="282"/>
                    </a:lnTo>
                    <a:lnTo>
                      <a:pt x="197" y="282"/>
                    </a:lnTo>
                    <a:lnTo>
                      <a:pt x="195" y="282"/>
                    </a:lnTo>
                    <a:lnTo>
                      <a:pt x="195" y="282"/>
                    </a:lnTo>
                    <a:lnTo>
                      <a:pt x="193" y="283"/>
                    </a:lnTo>
                    <a:lnTo>
                      <a:pt x="195" y="283"/>
                    </a:lnTo>
                    <a:lnTo>
                      <a:pt x="200" y="287"/>
                    </a:lnTo>
                    <a:lnTo>
                      <a:pt x="202" y="289"/>
                    </a:lnTo>
                    <a:lnTo>
                      <a:pt x="203" y="289"/>
                    </a:lnTo>
                    <a:lnTo>
                      <a:pt x="205" y="287"/>
                    </a:lnTo>
                    <a:lnTo>
                      <a:pt x="210" y="285"/>
                    </a:lnTo>
                    <a:lnTo>
                      <a:pt x="210" y="285"/>
                    </a:lnTo>
                    <a:lnTo>
                      <a:pt x="212" y="285"/>
                    </a:lnTo>
                    <a:lnTo>
                      <a:pt x="212" y="287"/>
                    </a:lnTo>
                    <a:lnTo>
                      <a:pt x="212" y="289"/>
                    </a:lnTo>
                    <a:lnTo>
                      <a:pt x="214" y="290"/>
                    </a:lnTo>
                    <a:lnTo>
                      <a:pt x="215" y="290"/>
                    </a:lnTo>
                    <a:lnTo>
                      <a:pt x="217" y="290"/>
                    </a:lnTo>
                    <a:lnTo>
                      <a:pt x="215" y="292"/>
                    </a:lnTo>
                    <a:lnTo>
                      <a:pt x="214" y="292"/>
                    </a:lnTo>
                    <a:lnTo>
                      <a:pt x="215" y="294"/>
                    </a:lnTo>
                    <a:lnTo>
                      <a:pt x="217" y="294"/>
                    </a:lnTo>
                    <a:lnTo>
                      <a:pt x="217" y="294"/>
                    </a:lnTo>
                    <a:lnTo>
                      <a:pt x="219" y="295"/>
                    </a:lnTo>
                    <a:lnTo>
                      <a:pt x="219" y="295"/>
                    </a:lnTo>
                    <a:lnTo>
                      <a:pt x="217" y="297"/>
                    </a:lnTo>
                    <a:close/>
                    <a:moveTo>
                      <a:pt x="302" y="326"/>
                    </a:moveTo>
                    <a:lnTo>
                      <a:pt x="300" y="324"/>
                    </a:lnTo>
                    <a:lnTo>
                      <a:pt x="300" y="324"/>
                    </a:lnTo>
                    <a:lnTo>
                      <a:pt x="298" y="317"/>
                    </a:lnTo>
                    <a:lnTo>
                      <a:pt x="297" y="317"/>
                    </a:lnTo>
                    <a:lnTo>
                      <a:pt x="297" y="319"/>
                    </a:lnTo>
                    <a:lnTo>
                      <a:pt x="293" y="321"/>
                    </a:lnTo>
                    <a:lnTo>
                      <a:pt x="292" y="322"/>
                    </a:lnTo>
                    <a:lnTo>
                      <a:pt x="292" y="322"/>
                    </a:lnTo>
                    <a:lnTo>
                      <a:pt x="292" y="324"/>
                    </a:lnTo>
                    <a:lnTo>
                      <a:pt x="292" y="326"/>
                    </a:lnTo>
                    <a:lnTo>
                      <a:pt x="292" y="326"/>
                    </a:lnTo>
                    <a:lnTo>
                      <a:pt x="292" y="326"/>
                    </a:lnTo>
                    <a:lnTo>
                      <a:pt x="290" y="328"/>
                    </a:lnTo>
                    <a:lnTo>
                      <a:pt x="290" y="328"/>
                    </a:lnTo>
                    <a:lnTo>
                      <a:pt x="288" y="326"/>
                    </a:lnTo>
                    <a:lnTo>
                      <a:pt x="288" y="324"/>
                    </a:lnTo>
                    <a:lnTo>
                      <a:pt x="287" y="326"/>
                    </a:lnTo>
                    <a:lnTo>
                      <a:pt x="287" y="326"/>
                    </a:lnTo>
                    <a:lnTo>
                      <a:pt x="287" y="326"/>
                    </a:lnTo>
                    <a:lnTo>
                      <a:pt x="287" y="328"/>
                    </a:lnTo>
                    <a:lnTo>
                      <a:pt x="287" y="329"/>
                    </a:lnTo>
                    <a:lnTo>
                      <a:pt x="287" y="333"/>
                    </a:lnTo>
                    <a:lnTo>
                      <a:pt x="287" y="334"/>
                    </a:lnTo>
                    <a:lnTo>
                      <a:pt x="287" y="334"/>
                    </a:lnTo>
                    <a:lnTo>
                      <a:pt x="285" y="334"/>
                    </a:lnTo>
                    <a:lnTo>
                      <a:pt x="281" y="331"/>
                    </a:lnTo>
                    <a:lnTo>
                      <a:pt x="280" y="329"/>
                    </a:lnTo>
                    <a:lnTo>
                      <a:pt x="278" y="331"/>
                    </a:lnTo>
                    <a:lnTo>
                      <a:pt x="280" y="333"/>
                    </a:lnTo>
                    <a:lnTo>
                      <a:pt x="281" y="333"/>
                    </a:lnTo>
                    <a:lnTo>
                      <a:pt x="281" y="334"/>
                    </a:lnTo>
                    <a:lnTo>
                      <a:pt x="283" y="336"/>
                    </a:lnTo>
                    <a:lnTo>
                      <a:pt x="285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8" y="334"/>
                    </a:lnTo>
                    <a:lnTo>
                      <a:pt x="288" y="331"/>
                    </a:lnTo>
                    <a:lnTo>
                      <a:pt x="290" y="331"/>
                    </a:lnTo>
                    <a:lnTo>
                      <a:pt x="292" y="331"/>
                    </a:lnTo>
                    <a:lnTo>
                      <a:pt x="292" y="331"/>
                    </a:lnTo>
                    <a:lnTo>
                      <a:pt x="290" y="333"/>
                    </a:lnTo>
                    <a:lnTo>
                      <a:pt x="290" y="333"/>
                    </a:lnTo>
                    <a:lnTo>
                      <a:pt x="292" y="333"/>
                    </a:lnTo>
                    <a:lnTo>
                      <a:pt x="292" y="333"/>
                    </a:lnTo>
                    <a:lnTo>
                      <a:pt x="292" y="334"/>
                    </a:lnTo>
                    <a:lnTo>
                      <a:pt x="292" y="334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2" y="336"/>
                    </a:lnTo>
                    <a:lnTo>
                      <a:pt x="293" y="336"/>
                    </a:lnTo>
                    <a:lnTo>
                      <a:pt x="293" y="336"/>
                    </a:lnTo>
                    <a:lnTo>
                      <a:pt x="293" y="336"/>
                    </a:lnTo>
                    <a:lnTo>
                      <a:pt x="297" y="338"/>
                    </a:lnTo>
                    <a:lnTo>
                      <a:pt x="297" y="338"/>
                    </a:lnTo>
                    <a:lnTo>
                      <a:pt x="298" y="338"/>
                    </a:lnTo>
                    <a:lnTo>
                      <a:pt x="300" y="336"/>
                    </a:lnTo>
                    <a:lnTo>
                      <a:pt x="300" y="333"/>
                    </a:lnTo>
                    <a:lnTo>
                      <a:pt x="300" y="333"/>
                    </a:lnTo>
                    <a:lnTo>
                      <a:pt x="300" y="331"/>
                    </a:lnTo>
                    <a:lnTo>
                      <a:pt x="302" y="331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4" y="328"/>
                    </a:lnTo>
                    <a:lnTo>
                      <a:pt x="302" y="328"/>
                    </a:lnTo>
                    <a:lnTo>
                      <a:pt x="302" y="326"/>
                    </a:lnTo>
                    <a:close/>
                    <a:moveTo>
                      <a:pt x="76" y="80"/>
                    </a:moveTo>
                    <a:lnTo>
                      <a:pt x="76" y="80"/>
                    </a:lnTo>
                    <a:lnTo>
                      <a:pt x="76" y="85"/>
                    </a:lnTo>
                    <a:lnTo>
                      <a:pt x="76" y="86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79" y="81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73"/>
                    </a:lnTo>
                    <a:lnTo>
                      <a:pt x="81" y="73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8" y="78"/>
                    </a:lnTo>
                    <a:lnTo>
                      <a:pt x="76" y="78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0"/>
                    </a:lnTo>
                    <a:lnTo>
                      <a:pt x="76" y="80"/>
                    </a:lnTo>
                    <a:close/>
                    <a:moveTo>
                      <a:pt x="25" y="29"/>
                    </a:moveTo>
                    <a:lnTo>
                      <a:pt x="23" y="29"/>
                    </a:lnTo>
                    <a:lnTo>
                      <a:pt x="23" y="27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3" y="19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3" y="8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39"/>
                    </a:lnTo>
                    <a:lnTo>
                      <a:pt x="3" y="41"/>
                    </a:lnTo>
                    <a:lnTo>
                      <a:pt x="1" y="41"/>
                    </a:lnTo>
                    <a:lnTo>
                      <a:pt x="3" y="44"/>
                    </a:lnTo>
                    <a:lnTo>
                      <a:pt x="3" y="46"/>
                    </a:lnTo>
                    <a:lnTo>
                      <a:pt x="5" y="47"/>
                    </a:lnTo>
                    <a:lnTo>
                      <a:pt x="6" y="47"/>
                    </a:lnTo>
                    <a:lnTo>
                      <a:pt x="15" y="44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2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7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5" y="35"/>
                    </a:lnTo>
                    <a:lnTo>
                      <a:pt x="25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5" y="29"/>
                    </a:lnTo>
                    <a:lnTo>
                      <a:pt x="25" y="29"/>
                    </a:lnTo>
                    <a:close/>
                    <a:moveTo>
                      <a:pt x="378" y="80"/>
                    </a:moveTo>
                    <a:lnTo>
                      <a:pt x="378" y="80"/>
                    </a:lnTo>
                    <a:lnTo>
                      <a:pt x="378" y="78"/>
                    </a:lnTo>
                    <a:lnTo>
                      <a:pt x="373" y="80"/>
                    </a:lnTo>
                    <a:lnTo>
                      <a:pt x="371" y="80"/>
                    </a:lnTo>
                    <a:lnTo>
                      <a:pt x="368" y="80"/>
                    </a:lnTo>
                    <a:lnTo>
                      <a:pt x="368" y="81"/>
                    </a:lnTo>
                    <a:lnTo>
                      <a:pt x="366" y="81"/>
                    </a:lnTo>
                    <a:lnTo>
                      <a:pt x="366" y="81"/>
                    </a:lnTo>
                    <a:lnTo>
                      <a:pt x="366" y="81"/>
                    </a:lnTo>
                    <a:lnTo>
                      <a:pt x="366" y="83"/>
                    </a:lnTo>
                    <a:lnTo>
                      <a:pt x="366" y="83"/>
                    </a:lnTo>
                    <a:lnTo>
                      <a:pt x="368" y="85"/>
                    </a:lnTo>
                    <a:lnTo>
                      <a:pt x="368" y="85"/>
                    </a:lnTo>
                    <a:lnTo>
                      <a:pt x="368" y="85"/>
                    </a:lnTo>
                    <a:lnTo>
                      <a:pt x="370" y="85"/>
                    </a:lnTo>
                    <a:lnTo>
                      <a:pt x="371" y="85"/>
                    </a:lnTo>
                    <a:lnTo>
                      <a:pt x="371" y="86"/>
                    </a:lnTo>
                    <a:lnTo>
                      <a:pt x="375" y="88"/>
                    </a:lnTo>
                    <a:lnTo>
                      <a:pt x="375" y="86"/>
                    </a:lnTo>
                    <a:lnTo>
                      <a:pt x="375" y="85"/>
                    </a:lnTo>
                    <a:lnTo>
                      <a:pt x="377" y="83"/>
                    </a:lnTo>
                    <a:lnTo>
                      <a:pt x="377" y="83"/>
                    </a:lnTo>
                    <a:lnTo>
                      <a:pt x="377" y="83"/>
                    </a:lnTo>
                    <a:lnTo>
                      <a:pt x="377" y="81"/>
                    </a:lnTo>
                    <a:lnTo>
                      <a:pt x="377" y="81"/>
                    </a:lnTo>
                    <a:lnTo>
                      <a:pt x="378" y="80"/>
                    </a:lnTo>
                    <a:close/>
                    <a:moveTo>
                      <a:pt x="343" y="29"/>
                    </a:moveTo>
                    <a:lnTo>
                      <a:pt x="346" y="27"/>
                    </a:lnTo>
                    <a:lnTo>
                      <a:pt x="348" y="27"/>
                    </a:lnTo>
                    <a:lnTo>
                      <a:pt x="348" y="29"/>
                    </a:lnTo>
                    <a:lnTo>
                      <a:pt x="348" y="30"/>
                    </a:lnTo>
                    <a:lnTo>
                      <a:pt x="349" y="32"/>
                    </a:lnTo>
                    <a:lnTo>
                      <a:pt x="349" y="34"/>
                    </a:lnTo>
                    <a:lnTo>
                      <a:pt x="349" y="35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51" y="39"/>
                    </a:lnTo>
                    <a:lnTo>
                      <a:pt x="353" y="41"/>
                    </a:lnTo>
                    <a:lnTo>
                      <a:pt x="353" y="42"/>
                    </a:lnTo>
                    <a:lnTo>
                      <a:pt x="353" y="44"/>
                    </a:lnTo>
                    <a:lnTo>
                      <a:pt x="354" y="44"/>
                    </a:lnTo>
                    <a:lnTo>
                      <a:pt x="354" y="44"/>
                    </a:lnTo>
                    <a:lnTo>
                      <a:pt x="356" y="44"/>
                    </a:lnTo>
                    <a:lnTo>
                      <a:pt x="358" y="46"/>
                    </a:lnTo>
                    <a:lnTo>
                      <a:pt x="358" y="46"/>
                    </a:lnTo>
                    <a:lnTo>
                      <a:pt x="360" y="47"/>
                    </a:lnTo>
                    <a:lnTo>
                      <a:pt x="358" y="49"/>
                    </a:lnTo>
                    <a:lnTo>
                      <a:pt x="358" y="51"/>
                    </a:lnTo>
                    <a:lnTo>
                      <a:pt x="360" y="51"/>
                    </a:lnTo>
                    <a:lnTo>
                      <a:pt x="363" y="54"/>
                    </a:lnTo>
                    <a:lnTo>
                      <a:pt x="361" y="56"/>
                    </a:lnTo>
                    <a:lnTo>
                      <a:pt x="361" y="58"/>
                    </a:lnTo>
                    <a:lnTo>
                      <a:pt x="365" y="58"/>
                    </a:lnTo>
                    <a:lnTo>
                      <a:pt x="368" y="59"/>
                    </a:lnTo>
                    <a:lnTo>
                      <a:pt x="370" y="59"/>
                    </a:lnTo>
                    <a:lnTo>
                      <a:pt x="371" y="58"/>
                    </a:lnTo>
                    <a:lnTo>
                      <a:pt x="373" y="58"/>
                    </a:lnTo>
                    <a:lnTo>
                      <a:pt x="373" y="58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7" y="54"/>
                    </a:lnTo>
                    <a:lnTo>
                      <a:pt x="377" y="54"/>
                    </a:lnTo>
                    <a:lnTo>
                      <a:pt x="378" y="54"/>
                    </a:lnTo>
                    <a:lnTo>
                      <a:pt x="380" y="54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5" y="56"/>
                    </a:lnTo>
                    <a:lnTo>
                      <a:pt x="385" y="54"/>
                    </a:lnTo>
                    <a:lnTo>
                      <a:pt x="383" y="54"/>
                    </a:lnTo>
                    <a:lnTo>
                      <a:pt x="382" y="52"/>
                    </a:lnTo>
                    <a:lnTo>
                      <a:pt x="383" y="51"/>
                    </a:lnTo>
                    <a:lnTo>
                      <a:pt x="385" y="52"/>
                    </a:lnTo>
                    <a:lnTo>
                      <a:pt x="387" y="52"/>
                    </a:lnTo>
                    <a:lnTo>
                      <a:pt x="387" y="51"/>
                    </a:lnTo>
                    <a:lnTo>
                      <a:pt x="385" y="47"/>
                    </a:lnTo>
                    <a:lnTo>
                      <a:pt x="383" y="46"/>
                    </a:lnTo>
                    <a:lnTo>
                      <a:pt x="383" y="44"/>
                    </a:lnTo>
                    <a:lnTo>
                      <a:pt x="382" y="46"/>
                    </a:lnTo>
                    <a:lnTo>
                      <a:pt x="380" y="47"/>
                    </a:lnTo>
                    <a:lnTo>
                      <a:pt x="378" y="47"/>
                    </a:lnTo>
                    <a:lnTo>
                      <a:pt x="377" y="47"/>
                    </a:lnTo>
                    <a:lnTo>
                      <a:pt x="378" y="46"/>
                    </a:lnTo>
                    <a:lnTo>
                      <a:pt x="382" y="44"/>
                    </a:lnTo>
                    <a:lnTo>
                      <a:pt x="383" y="42"/>
                    </a:lnTo>
                    <a:lnTo>
                      <a:pt x="383" y="35"/>
                    </a:lnTo>
                    <a:lnTo>
                      <a:pt x="383" y="32"/>
                    </a:lnTo>
                    <a:lnTo>
                      <a:pt x="375" y="32"/>
                    </a:lnTo>
                    <a:lnTo>
                      <a:pt x="371" y="30"/>
                    </a:lnTo>
                    <a:lnTo>
                      <a:pt x="370" y="29"/>
                    </a:lnTo>
                    <a:lnTo>
                      <a:pt x="370" y="27"/>
                    </a:lnTo>
                    <a:lnTo>
                      <a:pt x="353" y="12"/>
                    </a:lnTo>
                    <a:lnTo>
                      <a:pt x="349" y="15"/>
                    </a:lnTo>
                    <a:lnTo>
                      <a:pt x="348" y="15"/>
                    </a:lnTo>
                    <a:lnTo>
                      <a:pt x="348" y="15"/>
                    </a:lnTo>
                    <a:lnTo>
                      <a:pt x="346" y="15"/>
                    </a:lnTo>
                    <a:lnTo>
                      <a:pt x="346" y="13"/>
                    </a:lnTo>
                    <a:lnTo>
                      <a:pt x="346" y="15"/>
                    </a:lnTo>
                    <a:lnTo>
                      <a:pt x="346" y="15"/>
                    </a:lnTo>
                    <a:lnTo>
                      <a:pt x="346" y="17"/>
                    </a:lnTo>
                    <a:lnTo>
                      <a:pt x="348" y="17"/>
                    </a:lnTo>
                    <a:lnTo>
                      <a:pt x="346" y="19"/>
                    </a:lnTo>
                    <a:lnTo>
                      <a:pt x="344" y="19"/>
                    </a:lnTo>
                    <a:lnTo>
                      <a:pt x="346" y="20"/>
                    </a:lnTo>
                    <a:lnTo>
                      <a:pt x="344" y="22"/>
                    </a:lnTo>
                    <a:lnTo>
                      <a:pt x="341" y="22"/>
                    </a:lnTo>
                    <a:lnTo>
                      <a:pt x="339" y="24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41" y="29"/>
                    </a:lnTo>
                    <a:lnTo>
                      <a:pt x="343" y="29"/>
                    </a:lnTo>
                    <a:close/>
                    <a:moveTo>
                      <a:pt x="397" y="71"/>
                    </a:moveTo>
                    <a:lnTo>
                      <a:pt x="395" y="68"/>
                    </a:lnTo>
                    <a:lnTo>
                      <a:pt x="394" y="68"/>
                    </a:lnTo>
                    <a:lnTo>
                      <a:pt x="392" y="68"/>
                    </a:lnTo>
                    <a:lnTo>
                      <a:pt x="392" y="66"/>
                    </a:lnTo>
                    <a:lnTo>
                      <a:pt x="387" y="63"/>
                    </a:lnTo>
                    <a:lnTo>
                      <a:pt x="387" y="63"/>
                    </a:lnTo>
                    <a:lnTo>
                      <a:pt x="385" y="63"/>
                    </a:lnTo>
                    <a:lnTo>
                      <a:pt x="385" y="63"/>
                    </a:lnTo>
                    <a:lnTo>
                      <a:pt x="383" y="64"/>
                    </a:lnTo>
                    <a:lnTo>
                      <a:pt x="383" y="64"/>
                    </a:lnTo>
                    <a:lnTo>
                      <a:pt x="382" y="64"/>
                    </a:lnTo>
                    <a:lnTo>
                      <a:pt x="380" y="64"/>
                    </a:lnTo>
                    <a:lnTo>
                      <a:pt x="375" y="66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1" y="66"/>
                    </a:lnTo>
                    <a:lnTo>
                      <a:pt x="371" y="66"/>
                    </a:lnTo>
                    <a:lnTo>
                      <a:pt x="370" y="66"/>
                    </a:lnTo>
                    <a:lnTo>
                      <a:pt x="365" y="66"/>
                    </a:lnTo>
                    <a:lnTo>
                      <a:pt x="363" y="66"/>
                    </a:lnTo>
                    <a:lnTo>
                      <a:pt x="358" y="69"/>
                    </a:lnTo>
                    <a:lnTo>
                      <a:pt x="358" y="69"/>
                    </a:lnTo>
                    <a:lnTo>
                      <a:pt x="358" y="73"/>
                    </a:lnTo>
                    <a:lnTo>
                      <a:pt x="358" y="73"/>
                    </a:lnTo>
                    <a:lnTo>
                      <a:pt x="358" y="73"/>
                    </a:lnTo>
                    <a:lnTo>
                      <a:pt x="360" y="73"/>
                    </a:lnTo>
                    <a:lnTo>
                      <a:pt x="361" y="73"/>
                    </a:lnTo>
                    <a:lnTo>
                      <a:pt x="361" y="75"/>
                    </a:lnTo>
                    <a:lnTo>
                      <a:pt x="363" y="75"/>
                    </a:lnTo>
                    <a:lnTo>
                      <a:pt x="365" y="75"/>
                    </a:lnTo>
                    <a:lnTo>
                      <a:pt x="370" y="75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5" y="75"/>
                    </a:lnTo>
                    <a:lnTo>
                      <a:pt x="375" y="75"/>
                    </a:lnTo>
                    <a:lnTo>
                      <a:pt x="377" y="75"/>
                    </a:lnTo>
                    <a:lnTo>
                      <a:pt x="377" y="75"/>
                    </a:lnTo>
                    <a:lnTo>
                      <a:pt x="377" y="76"/>
                    </a:lnTo>
                    <a:lnTo>
                      <a:pt x="383" y="73"/>
                    </a:lnTo>
                    <a:lnTo>
                      <a:pt x="385" y="75"/>
                    </a:lnTo>
                    <a:lnTo>
                      <a:pt x="387" y="76"/>
                    </a:lnTo>
                    <a:lnTo>
                      <a:pt x="387" y="80"/>
                    </a:lnTo>
                    <a:lnTo>
                      <a:pt x="388" y="78"/>
                    </a:lnTo>
                    <a:lnTo>
                      <a:pt x="390" y="78"/>
                    </a:lnTo>
                    <a:lnTo>
                      <a:pt x="390" y="78"/>
                    </a:lnTo>
                    <a:lnTo>
                      <a:pt x="392" y="78"/>
                    </a:lnTo>
                    <a:lnTo>
                      <a:pt x="392" y="78"/>
                    </a:lnTo>
                    <a:lnTo>
                      <a:pt x="394" y="76"/>
                    </a:lnTo>
                    <a:lnTo>
                      <a:pt x="394" y="75"/>
                    </a:lnTo>
                    <a:lnTo>
                      <a:pt x="394" y="75"/>
                    </a:lnTo>
                    <a:lnTo>
                      <a:pt x="395" y="75"/>
                    </a:lnTo>
                    <a:lnTo>
                      <a:pt x="397" y="73"/>
                    </a:lnTo>
                    <a:lnTo>
                      <a:pt x="397" y="73"/>
                    </a:lnTo>
                    <a:lnTo>
                      <a:pt x="397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3"/>
                    </a:lnTo>
                    <a:lnTo>
                      <a:pt x="397" y="71"/>
                    </a:lnTo>
                    <a:close/>
                    <a:moveTo>
                      <a:pt x="86" y="76"/>
                    </a:moveTo>
                    <a:lnTo>
                      <a:pt x="88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5" y="75"/>
                    </a:lnTo>
                    <a:lnTo>
                      <a:pt x="95" y="75"/>
                    </a:lnTo>
                    <a:lnTo>
                      <a:pt x="95" y="73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5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0" y="69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88" y="71"/>
                    </a:lnTo>
                    <a:lnTo>
                      <a:pt x="88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4" y="73"/>
                    </a:lnTo>
                    <a:lnTo>
                      <a:pt x="86" y="75"/>
                    </a:lnTo>
                    <a:lnTo>
                      <a:pt x="86" y="76"/>
                    </a:lnTo>
                    <a:close/>
                    <a:moveTo>
                      <a:pt x="93" y="90"/>
                    </a:moveTo>
                    <a:lnTo>
                      <a:pt x="93" y="90"/>
                    </a:lnTo>
                    <a:lnTo>
                      <a:pt x="91" y="90"/>
                    </a:lnTo>
                    <a:lnTo>
                      <a:pt x="88" y="93"/>
                    </a:lnTo>
                    <a:lnTo>
                      <a:pt x="88" y="93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1" y="98"/>
                    </a:lnTo>
                    <a:lnTo>
                      <a:pt x="91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8" y="97"/>
                    </a:lnTo>
                    <a:lnTo>
                      <a:pt x="100" y="97"/>
                    </a:lnTo>
                    <a:lnTo>
                      <a:pt x="101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3" y="95"/>
                    </a:lnTo>
                    <a:lnTo>
                      <a:pt x="101" y="95"/>
                    </a:lnTo>
                    <a:lnTo>
                      <a:pt x="100" y="93"/>
                    </a:lnTo>
                    <a:lnTo>
                      <a:pt x="98" y="93"/>
                    </a:lnTo>
                    <a:lnTo>
                      <a:pt x="96" y="92"/>
                    </a:lnTo>
                    <a:lnTo>
                      <a:pt x="96" y="92"/>
                    </a:lnTo>
                    <a:lnTo>
                      <a:pt x="95" y="92"/>
                    </a:lnTo>
                    <a:lnTo>
                      <a:pt x="93" y="9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1" name="Freeform 8">
                <a:extLst>
                  <a:ext uri="{FF2B5EF4-FFF2-40B4-BE49-F238E27FC236}">
                    <a16:creationId xmlns:a16="http://schemas.microsoft.com/office/drawing/2014/main" id="{521898D8-6769-423F-97D9-EDA273BCA6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66604" y="5410998"/>
                <a:ext cx="2051732" cy="2065622"/>
              </a:xfrm>
              <a:custGeom>
                <a:avLst/>
                <a:gdLst>
                  <a:gd name="T0" fmla="*/ 399 w 1034"/>
                  <a:gd name="T1" fmla="*/ 542 h 1041"/>
                  <a:gd name="T2" fmla="*/ 477 w 1034"/>
                  <a:gd name="T3" fmla="*/ 664 h 1041"/>
                  <a:gd name="T4" fmla="*/ 718 w 1034"/>
                  <a:gd name="T5" fmla="*/ 735 h 1041"/>
                  <a:gd name="T6" fmla="*/ 757 w 1034"/>
                  <a:gd name="T7" fmla="*/ 842 h 1041"/>
                  <a:gd name="T8" fmla="*/ 742 w 1034"/>
                  <a:gd name="T9" fmla="*/ 825 h 1041"/>
                  <a:gd name="T10" fmla="*/ 667 w 1034"/>
                  <a:gd name="T11" fmla="*/ 839 h 1041"/>
                  <a:gd name="T12" fmla="*/ 664 w 1034"/>
                  <a:gd name="T13" fmla="*/ 866 h 1041"/>
                  <a:gd name="T14" fmla="*/ 700 w 1034"/>
                  <a:gd name="T15" fmla="*/ 866 h 1041"/>
                  <a:gd name="T16" fmla="*/ 742 w 1034"/>
                  <a:gd name="T17" fmla="*/ 859 h 1041"/>
                  <a:gd name="T18" fmla="*/ 786 w 1034"/>
                  <a:gd name="T19" fmla="*/ 847 h 1041"/>
                  <a:gd name="T20" fmla="*/ 146 w 1034"/>
                  <a:gd name="T21" fmla="*/ 484 h 1041"/>
                  <a:gd name="T22" fmla="*/ 301 w 1034"/>
                  <a:gd name="T23" fmla="*/ 519 h 1041"/>
                  <a:gd name="T24" fmla="*/ 345 w 1034"/>
                  <a:gd name="T25" fmla="*/ 526 h 1041"/>
                  <a:gd name="T26" fmla="*/ 382 w 1034"/>
                  <a:gd name="T27" fmla="*/ 535 h 1041"/>
                  <a:gd name="T28" fmla="*/ 394 w 1034"/>
                  <a:gd name="T29" fmla="*/ 531 h 1041"/>
                  <a:gd name="T30" fmla="*/ 411 w 1034"/>
                  <a:gd name="T31" fmla="*/ 536 h 1041"/>
                  <a:gd name="T32" fmla="*/ 419 w 1034"/>
                  <a:gd name="T33" fmla="*/ 557 h 1041"/>
                  <a:gd name="T34" fmla="*/ 435 w 1034"/>
                  <a:gd name="T35" fmla="*/ 557 h 1041"/>
                  <a:gd name="T36" fmla="*/ 448 w 1034"/>
                  <a:gd name="T37" fmla="*/ 586 h 1041"/>
                  <a:gd name="T38" fmla="*/ 438 w 1034"/>
                  <a:gd name="T39" fmla="*/ 598 h 1041"/>
                  <a:gd name="T40" fmla="*/ 455 w 1034"/>
                  <a:gd name="T41" fmla="*/ 618 h 1041"/>
                  <a:gd name="T42" fmla="*/ 486 w 1034"/>
                  <a:gd name="T43" fmla="*/ 621 h 1041"/>
                  <a:gd name="T44" fmla="*/ 501 w 1034"/>
                  <a:gd name="T45" fmla="*/ 633 h 1041"/>
                  <a:gd name="T46" fmla="*/ 535 w 1034"/>
                  <a:gd name="T47" fmla="*/ 686 h 1041"/>
                  <a:gd name="T48" fmla="*/ 550 w 1034"/>
                  <a:gd name="T49" fmla="*/ 732 h 1041"/>
                  <a:gd name="T50" fmla="*/ 555 w 1034"/>
                  <a:gd name="T51" fmla="*/ 744 h 1041"/>
                  <a:gd name="T52" fmla="*/ 533 w 1034"/>
                  <a:gd name="T53" fmla="*/ 728 h 1041"/>
                  <a:gd name="T54" fmla="*/ 548 w 1034"/>
                  <a:gd name="T55" fmla="*/ 749 h 1041"/>
                  <a:gd name="T56" fmla="*/ 591 w 1034"/>
                  <a:gd name="T57" fmla="*/ 767 h 1041"/>
                  <a:gd name="T58" fmla="*/ 604 w 1034"/>
                  <a:gd name="T59" fmla="*/ 754 h 1041"/>
                  <a:gd name="T60" fmla="*/ 593 w 1034"/>
                  <a:gd name="T61" fmla="*/ 755 h 1041"/>
                  <a:gd name="T62" fmla="*/ 611 w 1034"/>
                  <a:gd name="T63" fmla="*/ 735 h 1041"/>
                  <a:gd name="T64" fmla="*/ 640 w 1034"/>
                  <a:gd name="T65" fmla="*/ 691 h 1041"/>
                  <a:gd name="T66" fmla="*/ 681 w 1034"/>
                  <a:gd name="T67" fmla="*/ 671 h 1041"/>
                  <a:gd name="T68" fmla="*/ 703 w 1034"/>
                  <a:gd name="T69" fmla="*/ 664 h 1041"/>
                  <a:gd name="T70" fmla="*/ 740 w 1034"/>
                  <a:gd name="T71" fmla="*/ 603 h 1041"/>
                  <a:gd name="T72" fmla="*/ 759 w 1034"/>
                  <a:gd name="T73" fmla="*/ 591 h 1041"/>
                  <a:gd name="T74" fmla="*/ 759 w 1034"/>
                  <a:gd name="T75" fmla="*/ 569 h 1041"/>
                  <a:gd name="T76" fmla="*/ 773 w 1034"/>
                  <a:gd name="T77" fmla="*/ 604 h 1041"/>
                  <a:gd name="T78" fmla="*/ 771 w 1034"/>
                  <a:gd name="T79" fmla="*/ 616 h 1041"/>
                  <a:gd name="T80" fmla="*/ 766 w 1034"/>
                  <a:gd name="T81" fmla="*/ 655 h 1041"/>
                  <a:gd name="T82" fmla="*/ 735 w 1034"/>
                  <a:gd name="T83" fmla="*/ 691 h 1041"/>
                  <a:gd name="T84" fmla="*/ 728 w 1034"/>
                  <a:gd name="T85" fmla="*/ 725 h 1041"/>
                  <a:gd name="T86" fmla="*/ 725 w 1034"/>
                  <a:gd name="T87" fmla="*/ 771 h 1041"/>
                  <a:gd name="T88" fmla="*/ 684 w 1034"/>
                  <a:gd name="T89" fmla="*/ 788 h 1041"/>
                  <a:gd name="T90" fmla="*/ 706 w 1034"/>
                  <a:gd name="T91" fmla="*/ 795 h 1041"/>
                  <a:gd name="T92" fmla="*/ 754 w 1034"/>
                  <a:gd name="T93" fmla="*/ 786 h 1041"/>
                  <a:gd name="T94" fmla="*/ 766 w 1034"/>
                  <a:gd name="T95" fmla="*/ 737 h 1041"/>
                  <a:gd name="T96" fmla="*/ 798 w 1034"/>
                  <a:gd name="T97" fmla="*/ 727 h 1041"/>
                  <a:gd name="T98" fmla="*/ 822 w 1034"/>
                  <a:gd name="T99" fmla="*/ 759 h 1041"/>
                  <a:gd name="T100" fmla="*/ 813 w 1034"/>
                  <a:gd name="T101" fmla="*/ 805 h 1041"/>
                  <a:gd name="T102" fmla="*/ 800 w 1034"/>
                  <a:gd name="T103" fmla="*/ 832 h 1041"/>
                  <a:gd name="T104" fmla="*/ 859 w 1034"/>
                  <a:gd name="T105" fmla="*/ 822 h 1041"/>
                  <a:gd name="T106" fmla="*/ 857 w 1034"/>
                  <a:gd name="T107" fmla="*/ 815 h 1041"/>
                  <a:gd name="T108" fmla="*/ 891 w 1034"/>
                  <a:gd name="T109" fmla="*/ 813 h 1041"/>
                  <a:gd name="T110" fmla="*/ 890 w 1034"/>
                  <a:gd name="T111" fmla="*/ 835 h 1041"/>
                  <a:gd name="T112" fmla="*/ 869 w 1034"/>
                  <a:gd name="T113" fmla="*/ 822 h 1041"/>
                  <a:gd name="T114" fmla="*/ 910 w 1034"/>
                  <a:gd name="T115" fmla="*/ 866 h 1041"/>
                  <a:gd name="T116" fmla="*/ 936 w 1034"/>
                  <a:gd name="T117" fmla="*/ 915 h 1041"/>
                  <a:gd name="T118" fmla="*/ 949 w 1034"/>
                  <a:gd name="T119" fmla="*/ 992 h 1041"/>
                  <a:gd name="T120" fmla="*/ 978 w 1034"/>
                  <a:gd name="T121" fmla="*/ 1024 h 1041"/>
                  <a:gd name="T122" fmla="*/ 1031 w 1034"/>
                  <a:gd name="T123" fmla="*/ 1039 h 10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4" h="1041">
                    <a:moveTo>
                      <a:pt x="644" y="788"/>
                    </a:moveTo>
                    <a:lnTo>
                      <a:pt x="644" y="788"/>
                    </a:lnTo>
                    <a:lnTo>
                      <a:pt x="642" y="788"/>
                    </a:lnTo>
                    <a:lnTo>
                      <a:pt x="640" y="789"/>
                    </a:lnTo>
                    <a:lnTo>
                      <a:pt x="642" y="789"/>
                    </a:lnTo>
                    <a:lnTo>
                      <a:pt x="644" y="791"/>
                    </a:lnTo>
                    <a:lnTo>
                      <a:pt x="645" y="791"/>
                    </a:lnTo>
                    <a:lnTo>
                      <a:pt x="645" y="791"/>
                    </a:lnTo>
                    <a:lnTo>
                      <a:pt x="645" y="791"/>
                    </a:lnTo>
                    <a:lnTo>
                      <a:pt x="645" y="789"/>
                    </a:lnTo>
                    <a:lnTo>
                      <a:pt x="644" y="788"/>
                    </a:lnTo>
                    <a:close/>
                    <a:moveTo>
                      <a:pt x="399" y="538"/>
                    </a:moveTo>
                    <a:lnTo>
                      <a:pt x="396" y="538"/>
                    </a:lnTo>
                    <a:lnTo>
                      <a:pt x="394" y="540"/>
                    </a:lnTo>
                    <a:lnTo>
                      <a:pt x="392" y="542"/>
                    </a:lnTo>
                    <a:lnTo>
                      <a:pt x="392" y="543"/>
                    </a:lnTo>
                    <a:lnTo>
                      <a:pt x="391" y="545"/>
                    </a:lnTo>
                    <a:lnTo>
                      <a:pt x="394" y="545"/>
                    </a:lnTo>
                    <a:lnTo>
                      <a:pt x="396" y="543"/>
                    </a:lnTo>
                    <a:lnTo>
                      <a:pt x="397" y="543"/>
                    </a:lnTo>
                    <a:lnTo>
                      <a:pt x="397" y="543"/>
                    </a:lnTo>
                    <a:lnTo>
                      <a:pt x="397" y="543"/>
                    </a:lnTo>
                    <a:lnTo>
                      <a:pt x="399" y="542"/>
                    </a:lnTo>
                    <a:lnTo>
                      <a:pt x="399" y="542"/>
                    </a:lnTo>
                    <a:lnTo>
                      <a:pt x="399" y="542"/>
                    </a:lnTo>
                    <a:lnTo>
                      <a:pt x="397" y="540"/>
                    </a:lnTo>
                    <a:lnTo>
                      <a:pt x="402" y="538"/>
                    </a:lnTo>
                    <a:lnTo>
                      <a:pt x="402" y="538"/>
                    </a:lnTo>
                    <a:lnTo>
                      <a:pt x="401" y="538"/>
                    </a:lnTo>
                    <a:lnTo>
                      <a:pt x="399" y="538"/>
                    </a:lnTo>
                    <a:close/>
                    <a:moveTo>
                      <a:pt x="477" y="664"/>
                    </a:moveTo>
                    <a:lnTo>
                      <a:pt x="477" y="664"/>
                    </a:lnTo>
                    <a:lnTo>
                      <a:pt x="477" y="664"/>
                    </a:lnTo>
                    <a:lnTo>
                      <a:pt x="475" y="664"/>
                    </a:lnTo>
                    <a:lnTo>
                      <a:pt x="474" y="664"/>
                    </a:lnTo>
                    <a:lnTo>
                      <a:pt x="472" y="664"/>
                    </a:lnTo>
                    <a:lnTo>
                      <a:pt x="472" y="665"/>
                    </a:lnTo>
                    <a:lnTo>
                      <a:pt x="472" y="665"/>
                    </a:lnTo>
                    <a:lnTo>
                      <a:pt x="472" y="667"/>
                    </a:lnTo>
                    <a:lnTo>
                      <a:pt x="472" y="669"/>
                    </a:lnTo>
                    <a:lnTo>
                      <a:pt x="472" y="671"/>
                    </a:lnTo>
                    <a:lnTo>
                      <a:pt x="474" y="671"/>
                    </a:lnTo>
                    <a:lnTo>
                      <a:pt x="475" y="667"/>
                    </a:lnTo>
                    <a:lnTo>
                      <a:pt x="477" y="667"/>
                    </a:lnTo>
                    <a:lnTo>
                      <a:pt x="477" y="667"/>
                    </a:lnTo>
                    <a:lnTo>
                      <a:pt x="479" y="667"/>
                    </a:lnTo>
                    <a:lnTo>
                      <a:pt x="477" y="665"/>
                    </a:lnTo>
                    <a:lnTo>
                      <a:pt x="477" y="664"/>
                    </a:lnTo>
                    <a:close/>
                    <a:moveTo>
                      <a:pt x="620" y="778"/>
                    </a:moveTo>
                    <a:lnTo>
                      <a:pt x="620" y="778"/>
                    </a:lnTo>
                    <a:lnTo>
                      <a:pt x="620" y="778"/>
                    </a:lnTo>
                    <a:lnTo>
                      <a:pt x="618" y="776"/>
                    </a:lnTo>
                    <a:lnTo>
                      <a:pt x="615" y="771"/>
                    </a:lnTo>
                    <a:lnTo>
                      <a:pt x="613" y="771"/>
                    </a:lnTo>
                    <a:lnTo>
                      <a:pt x="611" y="771"/>
                    </a:lnTo>
                    <a:lnTo>
                      <a:pt x="611" y="772"/>
                    </a:lnTo>
                    <a:lnTo>
                      <a:pt x="615" y="776"/>
                    </a:lnTo>
                    <a:lnTo>
                      <a:pt x="616" y="778"/>
                    </a:lnTo>
                    <a:lnTo>
                      <a:pt x="616" y="779"/>
                    </a:lnTo>
                    <a:lnTo>
                      <a:pt x="616" y="781"/>
                    </a:lnTo>
                    <a:lnTo>
                      <a:pt x="620" y="781"/>
                    </a:lnTo>
                    <a:lnTo>
                      <a:pt x="620" y="783"/>
                    </a:lnTo>
                    <a:lnTo>
                      <a:pt x="621" y="781"/>
                    </a:lnTo>
                    <a:lnTo>
                      <a:pt x="621" y="781"/>
                    </a:lnTo>
                    <a:lnTo>
                      <a:pt x="621" y="779"/>
                    </a:lnTo>
                    <a:lnTo>
                      <a:pt x="620" y="778"/>
                    </a:lnTo>
                    <a:close/>
                    <a:moveTo>
                      <a:pt x="720" y="735"/>
                    </a:moveTo>
                    <a:lnTo>
                      <a:pt x="722" y="732"/>
                    </a:lnTo>
                    <a:lnTo>
                      <a:pt x="722" y="730"/>
                    </a:lnTo>
                    <a:lnTo>
                      <a:pt x="718" y="733"/>
                    </a:lnTo>
                    <a:lnTo>
                      <a:pt x="718" y="733"/>
                    </a:lnTo>
                    <a:lnTo>
                      <a:pt x="718" y="735"/>
                    </a:lnTo>
                    <a:lnTo>
                      <a:pt x="720" y="735"/>
                    </a:lnTo>
                    <a:lnTo>
                      <a:pt x="720" y="735"/>
                    </a:lnTo>
                    <a:close/>
                    <a:moveTo>
                      <a:pt x="784" y="845"/>
                    </a:moveTo>
                    <a:lnTo>
                      <a:pt x="783" y="845"/>
                    </a:lnTo>
                    <a:lnTo>
                      <a:pt x="783" y="845"/>
                    </a:lnTo>
                    <a:lnTo>
                      <a:pt x="781" y="844"/>
                    </a:lnTo>
                    <a:lnTo>
                      <a:pt x="781" y="842"/>
                    </a:lnTo>
                    <a:lnTo>
                      <a:pt x="781" y="840"/>
                    </a:lnTo>
                    <a:lnTo>
                      <a:pt x="779" y="840"/>
                    </a:lnTo>
                    <a:lnTo>
                      <a:pt x="776" y="839"/>
                    </a:lnTo>
                    <a:lnTo>
                      <a:pt x="773" y="839"/>
                    </a:lnTo>
                    <a:lnTo>
                      <a:pt x="769" y="839"/>
                    </a:lnTo>
                    <a:lnTo>
                      <a:pt x="767" y="839"/>
                    </a:lnTo>
                    <a:lnTo>
                      <a:pt x="766" y="840"/>
                    </a:lnTo>
                    <a:lnTo>
                      <a:pt x="766" y="842"/>
                    </a:lnTo>
                    <a:lnTo>
                      <a:pt x="766" y="842"/>
                    </a:lnTo>
                    <a:lnTo>
                      <a:pt x="764" y="844"/>
                    </a:lnTo>
                    <a:lnTo>
                      <a:pt x="762" y="845"/>
                    </a:lnTo>
                    <a:lnTo>
                      <a:pt x="761" y="845"/>
                    </a:lnTo>
                    <a:lnTo>
                      <a:pt x="759" y="845"/>
                    </a:lnTo>
                    <a:lnTo>
                      <a:pt x="757" y="845"/>
                    </a:lnTo>
                    <a:lnTo>
                      <a:pt x="757" y="844"/>
                    </a:lnTo>
                    <a:lnTo>
                      <a:pt x="757" y="842"/>
                    </a:lnTo>
                    <a:lnTo>
                      <a:pt x="757" y="842"/>
                    </a:lnTo>
                    <a:lnTo>
                      <a:pt x="757" y="840"/>
                    </a:lnTo>
                    <a:lnTo>
                      <a:pt x="757" y="840"/>
                    </a:lnTo>
                    <a:lnTo>
                      <a:pt x="756" y="839"/>
                    </a:lnTo>
                    <a:lnTo>
                      <a:pt x="756" y="839"/>
                    </a:lnTo>
                    <a:lnTo>
                      <a:pt x="756" y="840"/>
                    </a:lnTo>
                    <a:lnTo>
                      <a:pt x="754" y="840"/>
                    </a:lnTo>
                    <a:lnTo>
                      <a:pt x="751" y="840"/>
                    </a:lnTo>
                    <a:lnTo>
                      <a:pt x="749" y="840"/>
                    </a:lnTo>
                    <a:lnTo>
                      <a:pt x="745" y="839"/>
                    </a:lnTo>
                    <a:lnTo>
                      <a:pt x="742" y="840"/>
                    </a:lnTo>
                    <a:lnTo>
                      <a:pt x="740" y="840"/>
                    </a:lnTo>
                    <a:lnTo>
                      <a:pt x="739" y="839"/>
                    </a:lnTo>
                    <a:lnTo>
                      <a:pt x="744" y="835"/>
                    </a:lnTo>
                    <a:lnTo>
                      <a:pt x="745" y="832"/>
                    </a:lnTo>
                    <a:lnTo>
                      <a:pt x="745" y="832"/>
                    </a:lnTo>
                    <a:lnTo>
                      <a:pt x="744" y="832"/>
                    </a:lnTo>
                    <a:lnTo>
                      <a:pt x="740" y="832"/>
                    </a:lnTo>
                    <a:lnTo>
                      <a:pt x="739" y="832"/>
                    </a:lnTo>
                    <a:lnTo>
                      <a:pt x="739" y="830"/>
                    </a:lnTo>
                    <a:lnTo>
                      <a:pt x="740" y="829"/>
                    </a:lnTo>
                    <a:lnTo>
                      <a:pt x="742" y="829"/>
                    </a:lnTo>
                    <a:lnTo>
                      <a:pt x="744" y="827"/>
                    </a:lnTo>
                    <a:lnTo>
                      <a:pt x="744" y="827"/>
                    </a:lnTo>
                    <a:lnTo>
                      <a:pt x="742" y="825"/>
                    </a:lnTo>
                    <a:lnTo>
                      <a:pt x="740" y="827"/>
                    </a:lnTo>
                    <a:lnTo>
                      <a:pt x="740" y="825"/>
                    </a:lnTo>
                    <a:lnTo>
                      <a:pt x="739" y="827"/>
                    </a:lnTo>
                    <a:lnTo>
                      <a:pt x="735" y="827"/>
                    </a:lnTo>
                    <a:lnTo>
                      <a:pt x="734" y="827"/>
                    </a:lnTo>
                    <a:lnTo>
                      <a:pt x="732" y="827"/>
                    </a:lnTo>
                    <a:lnTo>
                      <a:pt x="730" y="827"/>
                    </a:lnTo>
                    <a:lnTo>
                      <a:pt x="728" y="829"/>
                    </a:lnTo>
                    <a:lnTo>
                      <a:pt x="727" y="829"/>
                    </a:lnTo>
                    <a:lnTo>
                      <a:pt x="727" y="829"/>
                    </a:lnTo>
                    <a:lnTo>
                      <a:pt x="720" y="827"/>
                    </a:lnTo>
                    <a:lnTo>
                      <a:pt x="718" y="825"/>
                    </a:lnTo>
                    <a:lnTo>
                      <a:pt x="717" y="827"/>
                    </a:lnTo>
                    <a:lnTo>
                      <a:pt x="715" y="827"/>
                    </a:lnTo>
                    <a:lnTo>
                      <a:pt x="715" y="829"/>
                    </a:lnTo>
                    <a:lnTo>
                      <a:pt x="713" y="829"/>
                    </a:lnTo>
                    <a:lnTo>
                      <a:pt x="701" y="832"/>
                    </a:lnTo>
                    <a:lnTo>
                      <a:pt x="698" y="834"/>
                    </a:lnTo>
                    <a:lnTo>
                      <a:pt x="696" y="834"/>
                    </a:lnTo>
                    <a:lnTo>
                      <a:pt x="672" y="837"/>
                    </a:lnTo>
                    <a:lnTo>
                      <a:pt x="671" y="837"/>
                    </a:lnTo>
                    <a:lnTo>
                      <a:pt x="671" y="837"/>
                    </a:lnTo>
                    <a:lnTo>
                      <a:pt x="669" y="839"/>
                    </a:lnTo>
                    <a:lnTo>
                      <a:pt x="667" y="839"/>
                    </a:lnTo>
                    <a:lnTo>
                      <a:pt x="662" y="840"/>
                    </a:lnTo>
                    <a:lnTo>
                      <a:pt x="657" y="840"/>
                    </a:lnTo>
                    <a:lnTo>
                      <a:pt x="654" y="840"/>
                    </a:lnTo>
                    <a:lnTo>
                      <a:pt x="654" y="842"/>
                    </a:lnTo>
                    <a:lnTo>
                      <a:pt x="654" y="842"/>
                    </a:lnTo>
                    <a:lnTo>
                      <a:pt x="654" y="844"/>
                    </a:lnTo>
                    <a:lnTo>
                      <a:pt x="652" y="845"/>
                    </a:lnTo>
                    <a:lnTo>
                      <a:pt x="652" y="845"/>
                    </a:lnTo>
                    <a:lnTo>
                      <a:pt x="652" y="845"/>
                    </a:lnTo>
                    <a:lnTo>
                      <a:pt x="652" y="847"/>
                    </a:lnTo>
                    <a:lnTo>
                      <a:pt x="650" y="849"/>
                    </a:lnTo>
                    <a:lnTo>
                      <a:pt x="650" y="851"/>
                    </a:lnTo>
                    <a:lnTo>
                      <a:pt x="650" y="851"/>
                    </a:lnTo>
                    <a:lnTo>
                      <a:pt x="650" y="851"/>
                    </a:lnTo>
                    <a:lnTo>
                      <a:pt x="649" y="852"/>
                    </a:lnTo>
                    <a:lnTo>
                      <a:pt x="649" y="854"/>
                    </a:lnTo>
                    <a:lnTo>
                      <a:pt x="649" y="854"/>
                    </a:lnTo>
                    <a:lnTo>
                      <a:pt x="654" y="857"/>
                    </a:lnTo>
                    <a:lnTo>
                      <a:pt x="655" y="859"/>
                    </a:lnTo>
                    <a:lnTo>
                      <a:pt x="659" y="859"/>
                    </a:lnTo>
                    <a:lnTo>
                      <a:pt x="659" y="859"/>
                    </a:lnTo>
                    <a:lnTo>
                      <a:pt x="662" y="862"/>
                    </a:lnTo>
                    <a:lnTo>
                      <a:pt x="664" y="864"/>
                    </a:lnTo>
                    <a:lnTo>
                      <a:pt x="664" y="866"/>
                    </a:lnTo>
                    <a:lnTo>
                      <a:pt x="664" y="866"/>
                    </a:lnTo>
                    <a:lnTo>
                      <a:pt x="664" y="868"/>
                    </a:lnTo>
                    <a:lnTo>
                      <a:pt x="666" y="868"/>
                    </a:lnTo>
                    <a:lnTo>
                      <a:pt x="667" y="866"/>
                    </a:lnTo>
                    <a:lnTo>
                      <a:pt x="669" y="866"/>
                    </a:lnTo>
                    <a:lnTo>
                      <a:pt x="669" y="866"/>
                    </a:lnTo>
                    <a:lnTo>
                      <a:pt x="669" y="866"/>
                    </a:lnTo>
                    <a:lnTo>
                      <a:pt x="671" y="866"/>
                    </a:lnTo>
                    <a:lnTo>
                      <a:pt x="671" y="866"/>
                    </a:lnTo>
                    <a:lnTo>
                      <a:pt x="672" y="866"/>
                    </a:lnTo>
                    <a:lnTo>
                      <a:pt x="674" y="866"/>
                    </a:lnTo>
                    <a:lnTo>
                      <a:pt x="674" y="866"/>
                    </a:lnTo>
                    <a:lnTo>
                      <a:pt x="676" y="864"/>
                    </a:lnTo>
                    <a:lnTo>
                      <a:pt x="678" y="864"/>
                    </a:lnTo>
                    <a:lnTo>
                      <a:pt x="678" y="864"/>
                    </a:lnTo>
                    <a:lnTo>
                      <a:pt x="679" y="866"/>
                    </a:lnTo>
                    <a:lnTo>
                      <a:pt x="683" y="866"/>
                    </a:lnTo>
                    <a:lnTo>
                      <a:pt x="684" y="866"/>
                    </a:lnTo>
                    <a:lnTo>
                      <a:pt x="691" y="864"/>
                    </a:lnTo>
                    <a:lnTo>
                      <a:pt x="691" y="864"/>
                    </a:lnTo>
                    <a:lnTo>
                      <a:pt x="693" y="864"/>
                    </a:lnTo>
                    <a:lnTo>
                      <a:pt x="696" y="864"/>
                    </a:lnTo>
                    <a:lnTo>
                      <a:pt x="698" y="864"/>
                    </a:lnTo>
                    <a:lnTo>
                      <a:pt x="700" y="866"/>
                    </a:lnTo>
                    <a:lnTo>
                      <a:pt x="701" y="866"/>
                    </a:lnTo>
                    <a:lnTo>
                      <a:pt x="705" y="864"/>
                    </a:lnTo>
                    <a:lnTo>
                      <a:pt x="705" y="862"/>
                    </a:lnTo>
                    <a:lnTo>
                      <a:pt x="705" y="861"/>
                    </a:lnTo>
                    <a:lnTo>
                      <a:pt x="708" y="861"/>
                    </a:lnTo>
                    <a:lnTo>
                      <a:pt x="708" y="861"/>
                    </a:lnTo>
                    <a:lnTo>
                      <a:pt x="710" y="861"/>
                    </a:lnTo>
                    <a:lnTo>
                      <a:pt x="715" y="861"/>
                    </a:lnTo>
                    <a:lnTo>
                      <a:pt x="718" y="862"/>
                    </a:lnTo>
                    <a:lnTo>
                      <a:pt x="722" y="862"/>
                    </a:lnTo>
                    <a:lnTo>
                      <a:pt x="725" y="866"/>
                    </a:lnTo>
                    <a:lnTo>
                      <a:pt x="727" y="868"/>
                    </a:lnTo>
                    <a:lnTo>
                      <a:pt x="728" y="869"/>
                    </a:lnTo>
                    <a:lnTo>
                      <a:pt x="732" y="868"/>
                    </a:lnTo>
                    <a:lnTo>
                      <a:pt x="737" y="864"/>
                    </a:lnTo>
                    <a:lnTo>
                      <a:pt x="740" y="864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1"/>
                    </a:lnTo>
                    <a:lnTo>
                      <a:pt x="742" y="861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2" y="857"/>
                    </a:lnTo>
                    <a:lnTo>
                      <a:pt x="742" y="856"/>
                    </a:lnTo>
                    <a:lnTo>
                      <a:pt x="744" y="854"/>
                    </a:lnTo>
                    <a:lnTo>
                      <a:pt x="747" y="854"/>
                    </a:lnTo>
                    <a:lnTo>
                      <a:pt x="754" y="851"/>
                    </a:lnTo>
                    <a:lnTo>
                      <a:pt x="757" y="851"/>
                    </a:lnTo>
                    <a:lnTo>
                      <a:pt x="761" y="851"/>
                    </a:lnTo>
                    <a:lnTo>
                      <a:pt x="762" y="851"/>
                    </a:lnTo>
                    <a:lnTo>
                      <a:pt x="764" y="851"/>
                    </a:lnTo>
                    <a:lnTo>
                      <a:pt x="766" y="851"/>
                    </a:lnTo>
                    <a:lnTo>
                      <a:pt x="767" y="851"/>
                    </a:lnTo>
                    <a:lnTo>
                      <a:pt x="769" y="851"/>
                    </a:lnTo>
                    <a:lnTo>
                      <a:pt x="771" y="852"/>
                    </a:lnTo>
                    <a:lnTo>
                      <a:pt x="774" y="854"/>
                    </a:lnTo>
                    <a:lnTo>
                      <a:pt x="776" y="854"/>
                    </a:lnTo>
                    <a:lnTo>
                      <a:pt x="778" y="854"/>
                    </a:lnTo>
                    <a:lnTo>
                      <a:pt x="779" y="854"/>
                    </a:lnTo>
                    <a:lnTo>
                      <a:pt x="781" y="854"/>
                    </a:lnTo>
                    <a:lnTo>
                      <a:pt x="783" y="851"/>
                    </a:lnTo>
                    <a:lnTo>
                      <a:pt x="784" y="851"/>
                    </a:lnTo>
                    <a:lnTo>
                      <a:pt x="786" y="851"/>
                    </a:lnTo>
                    <a:lnTo>
                      <a:pt x="786" y="849"/>
                    </a:lnTo>
                    <a:lnTo>
                      <a:pt x="786" y="847"/>
                    </a:lnTo>
                    <a:lnTo>
                      <a:pt x="786" y="845"/>
                    </a:lnTo>
                    <a:lnTo>
                      <a:pt x="784" y="845"/>
                    </a:lnTo>
                    <a:close/>
                    <a:moveTo>
                      <a:pt x="0" y="0"/>
                    </a:moveTo>
                    <a:lnTo>
                      <a:pt x="0" y="491"/>
                    </a:lnTo>
                    <a:lnTo>
                      <a:pt x="8" y="489"/>
                    </a:lnTo>
                    <a:lnTo>
                      <a:pt x="10" y="489"/>
                    </a:lnTo>
                    <a:lnTo>
                      <a:pt x="12" y="489"/>
                    </a:lnTo>
                    <a:lnTo>
                      <a:pt x="17" y="487"/>
                    </a:lnTo>
                    <a:lnTo>
                      <a:pt x="19" y="487"/>
                    </a:lnTo>
                    <a:lnTo>
                      <a:pt x="25" y="487"/>
                    </a:lnTo>
                    <a:lnTo>
                      <a:pt x="27" y="487"/>
                    </a:lnTo>
                    <a:lnTo>
                      <a:pt x="32" y="487"/>
                    </a:lnTo>
                    <a:lnTo>
                      <a:pt x="39" y="487"/>
                    </a:lnTo>
                    <a:lnTo>
                      <a:pt x="41" y="485"/>
                    </a:lnTo>
                    <a:lnTo>
                      <a:pt x="46" y="485"/>
                    </a:lnTo>
                    <a:lnTo>
                      <a:pt x="65" y="484"/>
                    </a:lnTo>
                    <a:lnTo>
                      <a:pt x="82" y="482"/>
                    </a:lnTo>
                    <a:lnTo>
                      <a:pt x="93" y="482"/>
                    </a:lnTo>
                    <a:lnTo>
                      <a:pt x="98" y="480"/>
                    </a:lnTo>
                    <a:lnTo>
                      <a:pt x="100" y="480"/>
                    </a:lnTo>
                    <a:lnTo>
                      <a:pt x="109" y="480"/>
                    </a:lnTo>
                    <a:lnTo>
                      <a:pt x="114" y="482"/>
                    </a:lnTo>
                    <a:lnTo>
                      <a:pt x="134" y="482"/>
                    </a:lnTo>
                    <a:lnTo>
                      <a:pt x="146" y="484"/>
                    </a:lnTo>
                    <a:lnTo>
                      <a:pt x="155" y="484"/>
                    </a:lnTo>
                    <a:lnTo>
                      <a:pt x="158" y="482"/>
                    </a:lnTo>
                    <a:lnTo>
                      <a:pt x="172" y="479"/>
                    </a:lnTo>
                    <a:lnTo>
                      <a:pt x="180" y="474"/>
                    </a:lnTo>
                    <a:lnTo>
                      <a:pt x="183" y="472"/>
                    </a:lnTo>
                    <a:lnTo>
                      <a:pt x="188" y="472"/>
                    </a:lnTo>
                    <a:lnTo>
                      <a:pt x="202" y="477"/>
                    </a:lnTo>
                    <a:lnTo>
                      <a:pt x="219" y="484"/>
                    </a:lnTo>
                    <a:lnTo>
                      <a:pt x="239" y="494"/>
                    </a:lnTo>
                    <a:lnTo>
                      <a:pt x="251" y="502"/>
                    </a:lnTo>
                    <a:lnTo>
                      <a:pt x="265" y="509"/>
                    </a:lnTo>
                    <a:lnTo>
                      <a:pt x="268" y="511"/>
                    </a:lnTo>
                    <a:lnTo>
                      <a:pt x="272" y="516"/>
                    </a:lnTo>
                    <a:lnTo>
                      <a:pt x="275" y="519"/>
                    </a:lnTo>
                    <a:lnTo>
                      <a:pt x="278" y="519"/>
                    </a:lnTo>
                    <a:lnTo>
                      <a:pt x="282" y="521"/>
                    </a:lnTo>
                    <a:lnTo>
                      <a:pt x="287" y="519"/>
                    </a:lnTo>
                    <a:lnTo>
                      <a:pt x="290" y="518"/>
                    </a:lnTo>
                    <a:lnTo>
                      <a:pt x="292" y="518"/>
                    </a:lnTo>
                    <a:lnTo>
                      <a:pt x="295" y="518"/>
                    </a:lnTo>
                    <a:lnTo>
                      <a:pt x="297" y="519"/>
                    </a:lnTo>
                    <a:lnTo>
                      <a:pt x="299" y="519"/>
                    </a:lnTo>
                    <a:lnTo>
                      <a:pt x="299" y="519"/>
                    </a:lnTo>
                    <a:lnTo>
                      <a:pt x="301" y="519"/>
                    </a:lnTo>
                    <a:lnTo>
                      <a:pt x="299" y="518"/>
                    </a:lnTo>
                    <a:lnTo>
                      <a:pt x="299" y="518"/>
                    </a:lnTo>
                    <a:lnTo>
                      <a:pt x="297" y="516"/>
                    </a:lnTo>
                    <a:lnTo>
                      <a:pt x="299" y="514"/>
                    </a:lnTo>
                    <a:lnTo>
                      <a:pt x="299" y="513"/>
                    </a:lnTo>
                    <a:lnTo>
                      <a:pt x="301" y="513"/>
                    </a:lnTo>
                    <a:lnTo>
                      <a:pt x="302" y="513"/>
                    </a:lnTo>
                    <a:lnTo>
                      <a:pt x="307" y="511"/>
                    </a:lnTo>
                    <a:lnTo>
                      <a:pt x="309" y="511"/>
                    </a:lnTo>
                    <a:lnTo>
                      <a:pt x="316" y="513"/>
                    </a:lnTo>
                    <a:lnTo>
                      <a:pt x="319" y="513"/>
                    </a:lnTo>
                    <a:lnTo>
                      <a:pt x="323" y="513"/>
                    </a:lnTo>
                    <a:lnTo>
                      <a:pt x="326" y="513"/>
                    </a:lnTo>
                    <a:lnTo>
                      <a:pt x="328" y="513"/>
                    </a:lnTo>
                    <a:lnTo>
                      <a:pt x="331" y="516"/>
                    </a:lnTo>
                    <a:lnTo>
                      <a:pt x="333" y="518"/>
                    </a:lnTo>
                    <a:lnTo>
                      <a:pt x="340" y="523"/>
                    </a:lnTo>
                    <a:lnTo>
                      <a:pt x="341" y="523"/>
                    </a:lnTo>
                    <a:lnTo>
                      <a:pt x="341" y="523"/>
                    </a:lnTo>
                    <a:lnTo>
                      <a:pt x="343" y="525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5" y="526"/>
                    </a:lnTo>
                    <a:lnTo>
                      <a:pt x="345" y="526"/>
                    </a:lnTo>
                    <a:lnTo>
                      <a:pt x="346" y="526"/>
                    </a:lnTo>
                    <a:lnTo>
                      <a:pt x="348" y="526"/>
                    </a:lnTo>
                    <a:lnTo>
                      <a:pt x="350" y="526"/>
                    </a:lnTo>
                    <a:lnTo>
                      <a:pt x="357" y="533"/>
                    </a:lnTo>
                    <a:lnTo>
                      <a:pt x="357" y="533"/>
                    </a:lnTo>
                    <a:lnTo>
                      <a:pt x="357" y="535"/>
                    </a:lnTo>
                    <a:lnTo>
                      <a:pt x="357" y="535"/>
                    </a:lnTo>
                    <a:lnTo>
                      <a:pt x="358" y="535"/>
                    </a:lnTo>
                    <a:lnTo>
                      <a:pt x="358" y="535"/>
                    </a:lnTo>
                    <a:lnTo>
                      <a:pt x="360" y="533"/>
                    </a:lnTo>
                    <a:lnTo>
                      <a:pt x="362" y="533"/>
                    </a:lnTo>
                    <a:lnTo>
                      <a:pt x="362" y="533"/>
                    </a:lnTo>
                    <a:lnTo>
                      <a:pt x="363" y="535"/>
                    </a:lnTo>
                    <a:lnTo>
                      <a:pt x="365" y="535"/>
                    </a:lnTo>
                    <a:lnTo>
                      <a:pt x="367" y="536"/>
                    </a:lnTo>
                    <a:lnTo>
                      <a:pt x="368" y="536"/>
                    </a:lnTo>
                    <a:lnTo>
                      <a:pt x="368" y="536"/>
                    </a:lnTo>
                    <a:lnTo>
                      <a:pt x="370" y="533"/>
                    </a:lnTo>
                    <a:lnTo>
                      <a:pt x="374" y="535"/>
                    </a:lnTo>
                    <a:lnTo>
                      <a:pt x="375" y="535"/>
                    </a:lnTo>
                    <a:lnTo>
                      <a:pt x="380" y="535"/>
                    </a:lnTo>
                    <a:lnTo>
                      <a:pt x="380" y="535"/>
                    </a:lnTo>
                    <a:lnTo>
                      <a:pt x="382" y="535"/>
                    </a:lnTo>
                    <a:lnTo>
                      <a:pt x="382" y="535"/>
                    </a:lnTo>
                    <a:lnTo>
                      <a:pt x="382" y="533"/>
                    </a:lnTo>
                    <a:lnTo>
                      <a:pt x="384" y="533"/>
                    </a:lnTo>
                    <a:lnTo>
                      <a:pt x="385" y="535"/>
                    </a:lnTo>
                    <a:lnTo>
                      <a:pt x="385" y="535"/>
                    </a:lnTo>
                    <a:lnTo>
                      <a:pt x="387" y="535"/>
                    </a:lnTo>
                    <a:lnTo>
                      <a:pt x="387" y="533"/>
                    </a:lnTo>
                    <a:lnTo>
                      <a:pt x="385" y="531"/>
                    </a:lnTo>
                    <a:lnTo>
                      <a:pt x="384" y="531"/>
                    </a:lnTo>
                    <a:lnTo>
                      <a:pt x="382" y="531"/>
                    </a:lnTo>
                    <a:lnTo>
                      <a:pt x="380" y="531"/>
                    </a:lnTo>
                    <a:lnTo>
                      <a:pt x="380" y="530"/>
                    </a:lnTo>
                    <a:lnTo>
                      <a:pt x="380" y="528"/>
                    </a:lnTo>
                    <a:lnTo>
                      <a:pt x="382" y="528"/>
                    </a:lnTo>
                    <a:lnTo>
                      <a:pt x="382" y="528"/>
                    </a:lnTo>
                    <a:lnTo>
                      <a:pt x="384" y="528"/>
                    </a:lnTo>
                    <a:lnTo>
                      <a:pt x="385" y="526"/>
                    </a:lnTo>
                    <a:lnTo>
                      <a:pt x="387" y="528"/>
                    </a:lnTo>
                    <a:lnTo>
                      <a:pt x="387" y="530"/>
                    </a:lnTo>
                    <a:lnTo>
                      <a:pt x="387" y="530"/>
                    </a:lnTo>
                    <a:lnTo>
                      <a:pt x="389" y="530"/>
                    </a:lnTo>
                    <a:lnTo>
                      <a:pt x="392" y="531"/>
                    </a:lnTo>
                    <a:lnTo>
                      <a:pt x="392" y="531"/>
                    </a:lnTo>
                    <a:lnTo>
                      <a:pt x="394" y="531"/>
                    </a:lnTo>
                    <a:lnTo>
                      <a:pt x="394" y="530"/>
                    </a:lnTo>
                    <a:lnTo>
                      <a:pt x="394" y="528"/>
                    </a:lnTo>
                    <a:lnTo>
                      <a:pt x="396" y="526"/>
                    </a:lnTo>
                    <a:lnTo>
                      <a:pt x="397" y="526"/>
                    </a:lnTo>
                    <a:lnTo>
                      <a:pt x="399" y="526"/>
                    </a:lnTo>
                    <a:lnTo>
                      <a:pt x="401" y="526"/>
                    </a:lnTo>
                    <a:lnTo>
                      <a:pt x="402" y="526"/>
                    </a:lnTo>
                    <a:lnTo>
                      <a:pt x="404" y="528"/>
                    </a:lnTo>
                    <a:lnTo>
                      <a:pt x="402" y="528"/>
                    </a:lnTo>
                    <a:lnTo>
                      <a:pt x="402" y="530"/>
                    </a:lnTo>
                    <a:lnTo>
                      <a:pt x="402" y="530"/>
                    </a:lnTo>
                    <a:lnTo>
                      <a:pt x="402" y="530"/>
                    </a:lnTo>
                    <a:lnTo>
                      <a:pt x="402" y="531"/>
                    </a:lnTo>
                    <a:lnTo>
                      <a:pt x="404" y="531"/>
                    </a:lnTo>
                    <a:lnTo>
                      <a:pt x="404" y="531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4" y="533"/>
                    </a:lnTo>
                    <a:lnTo>
                      <a:pt x="406" y="535"/>
                    </a:lnTo>
                    <a:lnTo>
                      <a:pt x="406" y="535"/>
                    </a:lnTo>
                    <a:lnTo>
                      <a:pt x="408" y="535"/>
                    </a:lnTo>
                    <a:lnTo>
                      <a:pt x="409" y="536"/>
                    </a:lnTo>
                    <a:lnTo>
                      <a:pt x="411" y="536"/>
                    </a:lnTo>
                    <a:lnTo>
                      <a:pt x="411" y="536"/>
                    </a:lnTo>
                    <a:lnTo>
                      <a:pt x="411" y="538"/>
                    </a:lnTo>
                    <a:lnTo>
                      <a:pt x="411" y="540"/>
                    </a:lnTo>
                    <a:lnTo>
                      <a:pt x="411" y="540"/>
                    </a:lnTo>
                    <a:lnTo>
                      <a:pt x="413" y="540"/>
                    </a:lnTo>
                    <a:lnTo>
                      <a:pt x="413" y="540"/>
                    </a:lnTo>
                    <a:lnTo>
                      <a:pt x="414" y="540"/>
                    </a:lnTo>
                    <a:lnTo>
                      <a:pt x="414" y="538"/>
                    </a:lnTo>
                    <a:lnTo>
                      <a:pt x="416" y="538"/>
                    </a:lnTo>
                    <a:lnTo>
                      <a:pt x="416" y="538"/>
                    </a:lnTo>
                    <a:lnTo>
                      <a:pt x="418" y="542"/>
                    </a:lnTo>
                    <a:lnTo>
                      <a:pt x="421" y="545"/>
                    </a:lnTo>
                    <a:lnTo>
                      <a:pt x="423" y="545"/>
                    </a:lnTo>
                    <a:lnTo>
                      <a:pt x="423" y="547"/>
                    </a:lnTo>
                    <a:lnTo>
                      <a:pt x="426" y="550"/>
                    </a:lnTo>
                    <a:lnTo>
                      <a:pt x="426" y="550"/>
                    </a:lnTo>
                    <a:lnTo>
                      <a:pt x="426" y="552"/>
                    </a:lnTo>
                    <a:lnTo>
                      <a:pt x="425" y="553"/>
                    </a:lnTo>
                    <a:lnTo>
                      <a:pt x="423" y="553"/>
                    </a:lnTo>
                    <a:lnTo>
                      <a:pt x="423" y="553"/>
                    </a:lnTo>
                    <a:lnTo>
                      <a:pt x="421" y="552"/>
                    </a:lnTo>
                    <a:lnTo>
                      <a:pt x="421" y="552"/>
                    </a:lnTo>
                    <a:lnTo>
                      <a:pt x="419" y="555"/>
                    </a:lnTo>
                    <a:lnTo>
                      <a:pt x="419" y="557"/>
                    </a:lnTo>
                    <a:lnTo>
                      <a:pt x="419" y="557"/>
                    </a:lnTo>
                    <a:lnTo>
                      <a:pt x="419" y="559"/>
                    </a:lnTo>
                    <a:lnTo>
                      <a:pt x="419" y="560"/>
                    </a:lnTo>
                    <a:lnTo>
                      <a:pt x="419" y="560"/>
                    </a:lnTo>
                    <a:lnTo>
                      <a:pt x="419" y="562"/>
                    </a:lnTo>
                    <a:lnTo>
                      <a:pt x="419" y="562"/>
                    </a:lnTo>
                    <a:lnTo>
                      <a:pt x="418" y="562"/>
                    </a:lnTo>
                    <a:lnTo>
                      <a:pt x="418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4"/>
                    </a:lnTo>
                    <a:lnTo>
                      <a:pt x="421" y="564"/>
                    </a:lnTo>
                    <a:lnTo>
                      <a:pt x="423" y="564"/>
                    </a:lnTo>
                    <a:lnTo>
                      <a:pt x="423" y="564"/>
                    </a:lnTo>
                    <a:lnTo>
                      <a:pt x="423" y="564"/>
                    </a:lnTo>
                    <a:lnTo>
                      <a:pt x="423" y="562"/>
                    </a:lnTo>
                    <a:lnTo>
                      <a:pt x="426" y="560"/>
                    </a:lnTo>
                    <a:lnTo>
                      <a:pt x="426" y="560"/>
                    </a:lnTo>
                    <a:lnTo>
                      <a:pt x="428" y="560"/>
                    </a:lnTo>
                    <a:lnTo>
                      <a:pt x="430" y="560"/>
                    </a:lnTo>
                    <a:lnTo>
                      <a:pt x="431" y="560"/>
                    </a:lnTo>
                    <a:lnTo>
                      <a:pt x="433" y="559"/>
                    </a:lnTo>
                    <a:lnTo>
                      <a:pt x="433" y="557"/>
                    </a:lnTo>
                    <a:lnTo>
                      <a:pt x="435" y="557"/>
                    </a:lnTo>
                    <a:lnTo>
                      <a:pt x="436" y="557"/>
                    </a:lnTo>
                    <a:lnTo>
                      <a:pt x="438" y="559"/>
                    </a:lnTo>
                    <a:lnTo>
                      <a:pt x="438" y="557"/>
                    </a:lnTo>
                    <a:lnTo>
                      <a:pt x="440" y="557"/>
                    </a:lnTo>
                    <a:lnTo>
                      <a:pt x="440" y="557"/>
                    </a:lnTo>
                    <a:lnTo>
                      <a:pt x="441" y="557"/>
                    </a:lnTo>
                    <a:lnTo>
                      <a:pt x="441" y="557"/>
                    </a:lnTo>
                    <a:lnTo>
                      <a:pt x="443" y="557"/>
                    </a:lnTo>
                    <a:lnTo>
                      <a:pt x="448" y="560"/>
                    </a:lnTo>
                    <a:lnTo>
                      <a:pt x="450" y="562"/>
                    </a:lnTo>
                    <a:lnTo>
                      <a:pt x="453" y="565"/>
                    </a:lnTo>
                    <a:lnTo>
                      <a:pt x="455" y="569"/>
                    </a:lnTo>
                    <a:lnTo>
                      <a:pt x="457" y="574"/>
                    </a:lnTo>
                    <a:lnTo>
                      <a:pt x="457" y="575"/>
                    </a:lnTo>
                    <a:lnTo>
                      <a:pt x="455" y="577"/>
                    </a:lnTo>
                    <a:lnTo>
                      <a:pt x="455" y="579"/>
                    </a:lnTo>
                    <a:lnTo>
                      <a:pt x="453" y="581"/>
                    </a:lnTo>
                    <a:lnTo>
                      <a:pt x="453" y="581"/>
                    </a:lnTo>
                    <a:lnTo>
                      <a:pt x="452" y="582"/>
                    </a:lnTo>
                    <a:lnTo>
                      <a:pt x="452" y="584"/>
                    </a:lnTo>
                    <a:lnTo>
                      <a:pt x="450" y="584"/>
                    </a:lnTo>
                    <a:lnTo>
                      <a:pt x="450" y="586"/>
                    </a:lnTo>
                    <a:lnTo>
                      <a:pt x="450" y="587"/>
                    </a:lnTo>
                    <a:lnTo>
                      <a:pt x="448" y="586"/>
                    </a:lnTo>
                    <a:lnTo>
                      <a:pt x="448" y="586"/>
                    </a:lnTo>
                    <a:lnTo>
                      <a:pt x="448" y="584"/>
                    </a:lnTo>
                    <a:lnTo>
                      <a:pt x="448" y="584"/>
                    </a:lnTo>
                    <a:lnTo>
                      <a:pt x="448" y="582"/>
                    </a:lnTo>
                    <a:lnTo>
                      <a:pt x="448" y="582"/>
                    </a:lnTo>
                    <a:lnTo>
                      <a:pt x="448" y="581"/>
                    </a:lnTo>
                    <a:lnTo>
                      <a:pt x="450" y="579"/>
                    </a:lnTo>
                    <a:lnTo>
                      <a:pt x="448" y="579"/>
                    </a:lnTo>
                    <a:lnTo>
                      <a:pt x="441" y="579"/>
                    </a:lnTo>
                    <a:lnTo>
                      <a:pt x="438" y="579"/>
                    </a:lnTo>
                    <a:lnTo>
                      <a:pt x="436" y="579"/>
                    </a:lnTo>
                    <a:lnTo>
                      <a:pt x="436" y="579"/>
                    </a:lnTo>
                    <a:lnTo>
                      <a:pt x="436" y="581"/>
                    </a:lnTo>
                    <a:lnTo>
                      <a:pt x="440" y="584"/>
                    </a:lnTo>
                    <a:lnTo>
                      <a:pt x="441" y="587"/>
                    </a:lnTo>
                    <a:lnTo>
                      <a:pt x="441" y="589"/>
                    </a:lnTo>
                    <a:lnTo>
                      <a:pt x="441" y="591"/>
                    </a:lnTo>
                    <a:lnTo>
                      <a:pt x="441" y="592"/>
                    </a:lnTo>
                    <a:lnTo>
                      <a:pt x="438" y="592"/>
                    </a:lnTo>
                    <a:lnTo>
                      <a:pt x="438" y="594"/>
                    </a:lnTo>
                    <a:lnTo>
                      <a:pt x="436" y="596"/>
                    </a:lnTo>
                    <a:lnTo>
                      <a:pt x="436" y="596"/>
                    </a:lnTo>
                    <a:lnTo>
                      <a:pt x="436" y="598"/>
                    </a:lnTo>
                    <a:lnTo>
                      <a:pt x="438" y="598"/>
                    </a:lnTo>
                    <a:lnTo>
                      <a:pt x="441" y="598"/>
                    </a:lnTo>
                    <a:lnTo>
                      <a:pt x="443" y="599"/>
                    </a:lnTo>
                    <a:lnTo>
                      <a:pt x="443" y="599"/>
                    </a:lnTo>
                    <a:lnTo>
                      <a:pt x="443" y="599"/>
                    </a:lnTo>
                    <a:lnTo>
                      <a:pt x="445" y="599"/>
                    </a:lnTo>
                    <a:lnTo>
                      <a:pt x="445" y="598"/>
                    </a:lnTo>
                    <a:lnTo>
                      <a:pt x="447" y="598"/>
                    </a:lnTo>
                    <a:lnTo>
                      <a:pt x="447" y="599"/>
                    </a:lnTo>
                    <a:lnTo>
                      <a:pt x="448" y="599"/>
                    </a:lnTo>
                    <a:lnTo>
                      <a:pt x="448" y="601"/>
                    </a:lnTo>
                    <a:lnTo>
                      <a:pt x="448" y="603"/>
                    </a:lnTo>
                    <a:lnTo>
                      <a:pt x="448" y="604"/>
                    </a:lnTo>
                    <a:lnTo>
                      <a:pt x="445" y="604"/>
                    </a:lnTo>
                    <a:lnTo>
                      <a:pt x="443" y="606"/>
                    </a:lnTo>
                    <a:lnTo>
                      <a:pt x="445" y="606"/>
                    </a:lnTo>
                    <a:lnTo>
                      <a:pt x="445" y="608"/>
                    </a:lnTo>
                    <a:lnTo>
                      <a:pt x="448" y="606"/>
                    </a:lnTo>
                    <a:lnTo>
                      <a:pt x="450" y="608"/>
                    </a:lnTo>
                    <a:lnTo>
                      <a:pt x="452" y="608"/>
                    </a:lnTo>
                    <a:lnTo>
                      <a:pt x="452" y="608"/>
                    </a:lnTo>
                    <a:lnTo>
                      <a:pt x="453" y="613"/>
                    </a:lnTo>
                    <a:lnTo>
                      <a:pt x="453" y="615"/>
                    </a:lnTo>
                    <a:lnTo>
                      <a:pt x="453" y="616"/>
                    </a:lnTo>
                    <a:lnTo>
                      <a:pt x="455" y="618"/>
                    </a:lnTo>
                    <a:lnTo>
                      <a:pt x="460" y="621"/>
                    </a:lnTo>
                    <a:lnTo>
                      <a:pt x="460" y="620"/>
                    </a:lnTo>
                    <a:lnTo>
                      <a:pt x="462" y="620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2" y="616"/>
                    </a:lnTo>
                    <a:lnTo>
                      <a:pt x="462" y="618"/>
                    </a:lnTo>
                    <a:lnTo>
                      <a:pt x="464" y="618"/>
                    </a:lnTo>
                    <a:lnTo>
                      <a:pt x="464" y="618"/>
                    </a:lnTo>
                    <a:lnTo>
                      <a:pt x="465" y="618"/>
                    </a:lnTo>
                    <a:lnTo>
                      <a:pt x="467" y="618"/>
                    </a:lnTo>
                    <a:lnTo>
                      <a:pt x="469" y="616"/>
                    </a:lnTo>
                    <a:lnTo>
                      <a:pt x="472" y="616"/>
                    </a:lnTo>
                    <a:lnTo>
                      <a:pt x="477" y="620"/>
                    </a:lnTo>
                    <a:lnTo>
                      <a:pt x="482" y="621"/>
                    </a:lnTo>
                    <a:lnTo>
                      <a:pt x="482" y="621"/>
                    </a:lnTo>
                    <a:lnTo>
                      <a:pt x="486" y="625"/>
                    </a:lnTo>
                    <a:lnTo>
                      <a:pt x="486" y="623"/>
                    </a:lnTo>
                    <a:lnTo>
                      <a:pt x="486" y="623"/>
                    </a:lnTo>
                    <a:lnTo>
                      <a:pt x="487" y="623"/>
                    </a:lnTo>
                    <a:lnTo>
                      <a:pt x="487" y="623"/>
                    </a:lnTo>
                    <a:lnTo>
                      <a:pt x="487" y="621"/>
                    </a:lnTo>
                    <a:lnTo>
                      <a:pt x="486" y="621"/>
                    </a:lnTo>
                    <a:lnTo>
                      <a:pt x="486" y="621"/>
                    </a:lnTo>
                    <a:lnTo>
                      <a:pt x="486" y="620"/>
                    </a:lnTo>
                    <a:lnTo>
                      <a:pt x="486" y="620"/>
                    </a:lnTo>
                    <a:lnTo>
                      <a:pt x="484" y="620"/>
                    </a:lnTo>
                    <a:lnTo>
                      <a:pt x="482" y="620"/>
                    </a:lnTo>
                    <a:lnTo>
                      <a:pt x="481" y="618"/>
                    </a:lnTo>
                    <a:lnTo>
                      <a:pt x="481" y="618"/>
                    </a:lnTo>
                    <a:lnTo>
                      <a:pt x="481" y="616"/>
                    </a:lnTo>
                    <a:lnTo>
                      <a:pt x="484" y="616"/>
                    </a:lnTo>
                    <a:lnTo>
                      <a:pt x="489" y="618"/>
                    </a:lnTo>
                    <a:lnTo>
                      <a:pt x="491" y="618"/>
                    </a:lnTo>
                    <a:lnTo>
                      <a:pt x="492" y="618"/>
                    </a:lnTo>
                    <a:lnTo>
                      <a:pt x="492" y="620"/>
                    </a:lnTo>
                    <a:lnTo>
                      <a:pt x="494" y="621"/>
                    </a:lnTo>
                    <a:lnTo>
                      <a:pt x="494" y="623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89" y="623"/>
                    </a:lnTo>
                    <a:lnTo>
                      <a:pt x="491" y="625"/>
                    </a:lnTo>
                    <a:lnTo>
                      <a:pt x="491" y="625"/>
                    </a:lnTo>
                    <a:lnTo>
                      <a:pt x="492" y="626"/>
                    </a:lnTo>
                    <a:lnTo>
                      <a:pt x="494" y="626"/>
                    </a:lnTo>
                    <a:lnTo>
                      <a:pt x="498" y="630"/>
                    </a:lnTo>
                    <a:lnTo>
                      <a:pt x="499" y="632"/>
                    </a:lnTo>
                    <a:lnTo>
                      <a:pt x="501" y="633"/>
                    </a:lnTo>
                    <a:lnTo>
                      <a:pt x="503" y="637"/>
                    </a:lnTo>
                    <a:lnTo>
                      <a:pt x="504" y="643"/>
                    </a:lnTo>
                    <a:lnTo>
                      <a:pt x="504" y="645"/>
                    </a:lnTo>
                    <a:lnTo>
                      <a:pt x="506" y="647"/>
                    </a:lnTo>
                    <a:lnTo>
                      <a:pt x="506" y="650"/>
                    </a:lnTo>
                    <a:lnTo>
                      <a:pt x="504" y="652"/>
                    </a:lnTo>
                    <a:lnTo>
                      <a:pt x="504" y="654"/>
                    </a:lnTo>
                    <a:lnTo>
                      <a:pt x="504" y="655"/>
                    </a:lnTo>
                    <a:lnTo>
                      <a:pt x="504" y="657"/>
                    </a:lnTo>
                    <a:lnTo>
                      <a:pt x="503" y="657"/>
                    </a:lnTo>
                    <a:lnTo>
                      <a:pt x="504" y="659"/>
                    </a:lnTo>
                    <a:lnTo>
                      <a:pt x="506" y="659"/>
                    </a:lnTo>
                    <a:lnTo>
                      <a:pt x="508" y="660"/>
                    </a:lnTo>
                    <a:lnTo>
                      <a:pt x="509" y="662"/>
                    </a:lnTo>
                    <a:lnTo>
                      <a:pt x="509" y="662"/>
                    </a:lnTo>
                    <a:lnTo>
                      <a:pt x="511" y="664"/>
                    </a:lnTo>
                    <a:lnTo>
                      <a:pt x="513" y="664"/>
                    </a:lnTo>
                    <a:lnTo>
                      <a:pt x="518" y="667"/>
                    </a:lnTo>
                    <a:lnTo>
                      <a:pt x="523" y="672"/>
                    </a:lnTo>
                    <a:lnTo>
                      <a:pt x="528" y="677"/>
                    </a:lnTo>
                    <a:lnTo>
                      <a:pt x="530" y="679"/>
                    </a:lnTo>
                    <a:lnTo>
                      <a:pt x="531" y="679"/>
                    </a:lnTo>
                    <a:lnTo>
                      <a:pt x="533" y="681"/>
                    </a:lnTo>
                    <a:lnTo>
                      <a:pt x="535" y="686"/>
                    </a:lnTo>
                    <a:lnTo>
                      <a:pt x="538" y="688"/>
                    </a:lnTo>
                    <a:lnTo>
                      <a:pt x="540" y="689"/>
                    </a:lnTo>
                    <a:lnTo>
                      <a:pt x="540" y="691"/>
                    </a:lnTo>
                    <a:lnTo>
                      <a:pt x="540" y="694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8"/>
                    </a:lnTo>
                    <a:lnTo>
                      <a:pt x="540" y="698"/>
                    </a:lnTo>
                    <a:lnTo>
                      <a:pt x="540" y="699"/>
                    </a:lnTo>
                    <a:lnTo>
                      <a:pt x="540" y="701"/>
                    </a:lnTo>
                    <a:lnTo>
                      <a:pt x="538" y="701"/>
                    </a:lnTo>
                    <a:lnTo>
                      <a:pt x="537" y="701"/>
                    </a:lnTo>
                    <a:lnTo>
                      <a:pt x="537" y="703"/>
                    </a:lnTo>
                    <a:lnTo>
                      <a:pt x="538" y="703"/>
                    </a:lnTo>
                    <a:lnTo>
                      <a:pt x="540" y="705"/>
                    </a:lnTo>
                    <a:lnTo>
                      <a:pt x="543" y="705"/>
                    </a:lnTo>
                    <a:lnTo>
                      <a:pt x="545" y="708"/>
                    </a:lnTo>
                    <a:lnTo>
                      <a:pt x="547" y="713"/>
                    </a:lnTo>
                    <a:lnTo>
                      <a:pt x="548" y="725"/>
                    </a:lnTo>
                    <a:lnTo>
                      <a:pt x="548" y="727"/>
                    </a:lnTo>
                    <a:lnTo>
                      <a:pt x="550" y="728"/>
                    </a:lnTo>
                    <a:lnTo>
                      <a:pt x="550" y="730"/>
                    </a:lnTo>
                    <a:lnTo>
                      <a:pt x="552" y="732"/>
                    </a:lnTo>
                    <a:lnTo>
                      <a:pt x="550" y="732"/>
                    </a:lnTo>
                    <a:lnTo>
                      <a:pt x="550" y="733"/>
                    </a:lnTo>
                    <a:lnTo>
                      <a:pt x="550" y="733"/>
                    </a:lnTo>
                    <a:lnTo>
                      <a:pt x="550" y="735"/>
                    </a:lnTo>
                    <a:lnTo>
                      <a:pt x="550" y="735"/>
                    </a:lnTo>
                    <a:lnTo>
                      <a:pt x="550" y="735"/>
                    </a:lnTo>
                    <a:lnTo>
                      <a:pt x="550" y="737"/>
                    </a:lnTo>
                    <a:lnTo>
                      <a:pt x="550" y="737"/>
                    </a:lnTo>
                    <a:lnTo>
                      <a:pt x="550" y="739"/>
                    </a:lnTo>
                    <a:lnTo>
                      <a:pt x="550" y="739"/>
                    </a:lnTo>
                    <a:lnTo>
                      <a:pt x="552" y="740"/>
                    </a:lnTo>
                    <a:lnTo>
                      <a:pt x="552" y="739"/>
                    </a:lnTo>
                    <a:lnTo>
                      <a:pt x="552" y="739"/>
                    </a:lnTo>
                    <a:lnTo>
                      <a:pt x="554" y="739"/>
                    </a:lnTo>
                    <a:lnTo>
                      <a:pt x="554" y="737"/>
                    </a:lnTo>
                    <a:lnTo>
                      <a:pt x="554" y="737"/>
                    </a:lnTo>
                    <a:lnTo>
                      <a:pt x="555" y="737"/>
                    </a:lnTo>
                    <a:lnTo>
                      <a:pt x="555" y="737"/>
                    </a:lnTo>
                    <a:lnTo>
                      <a:pt x="555" y="739"/>
                    </a:lnTo>
                    <a:lnTo>
                      <a:pt x="555" y="740"/>
                    </a:lnTo>
                    <a:lnTo>
                      <a:pt x="555" y="742"/>
                    </a:lnTo>
                    <a:lnTo>
                      <a:pt x="559" y="742"/>
                    </a:lnTo>
                    <a:lnTo>
                      <a:pt x="560" y="742"/>
                    </a:lnTo>
                    <a:lnTo>
                      <a:pt x="560" y="744"/>
                    </a:lnTo>
                    <a:lnTo>
                      <a:pt x="555" y="744"/>
                    </a:lnTo>
                    <a:lnTo>
                      <a:pt x="554" y="745"/>
                    </a:lnTo>
                    <a:lnTo>
                      <a:pt x="552" y="745"/>
                    </a:lnTo>
                    <a:lnTo>
                      <a:pt x="550" y="745"/>
                    </a:lnTo>
                    <a:lnTo>
                      <a:pt x="548" y="744"/>
                    </a:lnTo>
                    <a:lnTo>
                      <a:pt x="547" y="742"/>
                    </a:lnTo>
                    <a:lnTo>
                      <a:pt x="547" y="742"/>
                    </a:lnTo>
                    <a:lnTo>
                      <a:pt x="547" y="740"/>
                    </a:lnTo>
                    <a:lnTo>
                      <a:pt x="547" y="740"/>
                    </a:lnTo>
                    <a:lnTo>
                      <a:pt x="545" y="739"/>
                    </a:lnTo>
                    <a:lnTo>
                      <a:pt x="543" y="739"/>
                    </a:lnTo>
                    <a:lnTo>
                      <a:pt x="543" y="737"/>
                    </a:lnTo>
                    <a:lnTo>
                      <a:pt x="543" y="735"/>
                    </a:lnTo>
                    <a:lnTo>
                      <a:pt x="545" y="735"/>
                    </a:lnTo>
                    <a:lnTo>
                      <a:pt x="543" y="735"/>
                    </a:lnTo>
                    <a:lnTo>
                      <a:pt x="538" y="733"/>
                    </a:lnTo>
                    <a:lnTo>
                      <a:pt x="537" y="733"/>
                    </a:lnTo>
                    <a:lnTo>
                      <a:pt x="535" y="732"/>
                    </a:lnTo>
                    <a:lnTo>
                      <a:pt x="535" y="730"/>
                    </a:lnTo>
                    <a:lnTo>
                      <a:pt x="535" y="728"/>
                    </a:lnTo>
                    <a:lnTo>
                      <a:pt x="537" y="727"/>
                    </a:lnTo>
                    <a:lnTo>
                      <a:pt x="535" y="727"/>
                    </a:lnTo>
                    <a:lnTo>
                      <a:pt x="535" y="727"/>
                    </a:lnTo>
                    <a:lnTo>
                      <a:pt x="533" y="728"/>
                    </a:lnTo>
                    <a:lnTo>
                      <a:pt x="533" y="728"/>
                    </a:lnTo>
                    <a:lnTo>
                      <a:pt x="533" y="730"/>
                    </a:lnTo>
                    <a:lnTo>
                      <a:pt x="531" y="730"/>
                    </a:lnTo>
                    <a:lnTo>
                      <a:pt x="531" y="732"/>
                    </a:lnTo>
                    <a:lnTo>
                      <a:pt x="530" y="733"/>
                    </a:lnTo>
                    <a:lnTo>
                      <a:pt x="530" y="735"/>
                    </a:lnTo>
                    <a:lnTo>
                      <a:pt x="530" y="737"/>
                    </a:lnTo>
                    <a:lnTo>
                      <a:pt x="526" y="739"/>
                    </a:lnTo>
                    <a:lnTo>
                      <a:pt x="526" y="740"/>
                    </a:lnTo>
                    <a:lnTo>
                      <a:pt x="528" y="742"/>
                    </a:lnTo>
                    <a:lnTo>
                      <a:pt x="528" y="740"/>
                    </a:lnTo>
                    <a:lnTo>
                      <a:pt x="530" y="740"/>
                    </a:lnTo>
                    <a:lnTo>
                      <a:pt x="531" y="739"/>
                    </a:lnTo>
                    <a:lnTo>
                      <a:pt x="533" y="739"/>
                    </a:lnTo>
                    <a:lnTo>
                      <a:pt x="535" y="739"/>
                    </a:lnTo>
                    <a:lnTo>
                      <a:pt x="537" y="739"/>
                    </a:lnTo>
                    <a:lnTo>
                      <a:pt x="538" y="739"/>
                    </a:lnTo>
                    <a:lnTo>
                      <a:pt x="542" y="740"/>
                    </a:lnTo>
                    <a:lnTo>
                      <a:pt x="545" y="744"/>
                    </a:lnTo>
                    <a:lnTo>
                      <a:pt x="547" y="744"/>
                    </a:lnTo>
                    <a:lnTo>
                      <a:pt x="547" y="745"/>
                    </a:lnTo>
                    <a:lnTo>
                      <a:pt x="545" y="749"/>
                    </a:lnTo>
                    <a:lnTo>
                      <a:pt x="545" y="749"/>
                    </a:lnTo>
                    <a:lnTo>
                      <a:pt x="548" y="749"/>
                    </a:lnTo>
                    <a:lnTo>
                      <a:pt x="548" y="749"/>
                    </a:lnTo>
                    <a:lnTo>
                      <a:pt x="550" y="749"/>
                    </a:lnTo>
                    <a:lnTo>
                      <a:pt x="554" y="750"/>
                    </a:lnTo>
                    <a:lnTo>
                      <a:pt x="557" y="752"/>
                    </a:lnTo>
                    <a:lnTo>
                      <a:pt x="559" y="754"/>
                    </a:lnTo>
                    <a:lnTo>
                      <a:pt x="560" y="757"/>
                    </a:lnTo>
                    <a:lnTo>
                      <a:pt x="569" y="766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71" y="771"/>
                    </a:lnTo>
                    <a:lnTo>
                      <a:pt x="571" y="771"/>
                    </a:lnTo>
                    <a:lnTo>
                      <a:pt x="572" y="771"/>
                    </a:lnTo>
                    <a:lnTo>
                      <a:pt x="576" y="771"/>
                    </a:lnTo>
                    <a:lnTo>
                      <a:pt x="576" y="771"/>
                    </a:lnTo>
                    <a:lnTo>
                      <a:pt x="576" y="771"/>
                    </a:lnTo>
                    <a:lnTo>
                      <a:pt x="576" y="769"/>
                    </a:lnTo>
                    <a:lnTo>
                      <a:pt x="576" y="769"/>
                    </a:lnTo>
                    <a:lnTo>
                      <a:pt x="576" y="769"/>
                    </a:lnTo>
                    <a:lnTo>
                      <a:pt x="577" y="769"/>
                    </a:lnTo>
                    <a:lnTo>
                      <a:pt x="577" y="767"/>
                    </a:lnTo>
                    <a:lnTo>
                      <a:pt x="577" y="766"/>
                    </a:lnTo>
                    <a:lnTo>
                      <a:pt x="581" y="764"/>
                    </a:lnTo>
                    <a:lnTo>
                      <a:pt x="584" y="764"/>
                    </a:lnTo>
                    <a:lnTo>
                      <a:pt x="588" y="764"/>
                    </a:lnTo>
                    <a:lnTo>
                      <a:pt x="591" y="767"/>
                    </a:lnTo>
                    <a:lnTo>
                      <a:pt x="591" y="769"/>
                    </a:lnTo>
                    <a:lnTo>
                      <a:pt x="591" y="769"/>
                    </a:lnTo>
                    <a:lnTo>
                      <a:pt x="591" y="769"/>
                    </a:lnTo>
                    <a:lnTo>
                      <a:pt x="593" y="769"/>
                    </a:lnTo>
                    <a:lnTo>
                      <a:pt x="594" y="771"/>
                    </a:lnTo>
                    <a:lnTo>
                      <a:pt x="596" y="771"/>
                    </a:lnTo>
                    <a:lnTo>
                      <a:pt x="596" y="772"/>
                    </a:lnTo>
                    <a:lnTo>
                      <a:pt x="598" y="776"/>
                    </a:lnTo>
                    <a:lnTo>
                      <a:pt x="599" y="776"/>
                    </a:lnTo>
                    <a:lnTo>
                      <a:pt x="601" y="776"/>
                    </a:lnTo>
                    <a:lnTo>
                      <a:pt x="603" y="774"/>
                    </a:lnTo>
                    <a:lnTo>
                      <a:pt x="604" y="774"/>
                    </a:lnTo>
                    <a:lnTo>
                      <a:pt x="603" y="772"/>
                    </a:lnTo>
                    <a:lnTo>
                      <a:pt x="603" y="772"/>
                    </a:lnTo>
                    <a:lnTo>
                      <a:pt x="603" y="771"/>
                    </a:lnTo>
                    <a:lnTo>
                      <a:pt x="603" y="771"/>
                    </a:lnTo>
                    <a:lnTo>
                      <a:pt x="601" y="766"/>
                    </a:lnTo>
                    <a:lnTo>
                      <a:pt x="601" y="764"/>
                    </a:lnTo>
                    <a:lnTo>
                      <a:pt x="601" y="762"/>
                    </a:lnTo>
                    <a:lnTo>
                      <a:pt x="603" y="761"/>
                    </a:lnTo>
                    <a:lnTo>
                      <a:pt x="604" y="761"/>
                    </a:lnTo>
                    <a:lnTo>
                      <a:pt x="604" y="759"/>
                    </a:lnTo>
                    <a:lnTo>
                      <a:pt x="604" y="755"/>
                    </a:lnTo>
                    <a:lnTo>
                      <a:pt x="604" y="754"/>
                    </a:lnTo>
                    <a:lnTo>
                      <a:pt x="604" y="752"/>
                    </a:lnTo>
                    <a:lnTo>
                      <a:pt x="603" y="752"/>
                    </a:lnTo>
                    <a:lnTo>
                      <a:pt x="603" y="754"/>
                    </a:lnTo>
                    <a:lnTo>
                      <a:pt x="603" y="754"/>
                    </a:lnTo>
                    <a:lnTo>
                      <a:pt x="603" y="755"/>
                    </a:lnTo>
                    <a:lnTo>
                      <a:pt x="601" y="757"/>
                    </a:lnTo>
                    <a:lnTo>
                      <a:pt x="601" y="757"/>
                    </a:lnTo>
                    <a:lnTo>
                      <a:pt x="599" y="757"/>
                    </a:lnTo>
                    <a:lnTo>
                      <a:pt x="599" y="755"/>
                    </a:lnTo>
                    <a:lnTo>
                      <a:pt x="598" y="755"/>
                    </a:lnTo>
                    <a:lnTo>
                      <a:pt x="598" y="755"/>
                    </a:lnTo>
                    <a:lnTo>
                      <a:pt x="594" y="759"/>
                    </a:lnTo>
                    <a:lnTo>
                      <a:pt x="593" y="759"/>
                    </a:lnTo>
                    <a:lnTo>
                      <a:pt x="591" y="761"/>
                    </a:lnTo>
                    <a:lnTo>
                      <a:pt x="589" y="761"/>
                    </a:lnTo>
                    <a:lnTo>
                      <a:pt x="588" y="761"/>
                    </a:lnTo>
                    <a:lnTo>
                      <a:pt x="586" y="761"/>
                    </a:lnTo>
                    <a:lnTo>
                      <a:pt x="586" y="759"/>
                    </a:lnTo>
                    <a:lnTo>
                      <a:pt x="586" y="759"/>
                    </a:lnTo>
                    <a:lnTo>
                      <a:pt x="588" y="757"/>
                    </a:lnTo>
                    <a:lnTo>
                      <a:pt x="588" y="757"/>
                    </a:lnTo>
                    <a:lnTo>
                      <a:pt x="589" y="755"/>
                    </a:lnTo>
                    <a:lnTo>
                      <a:pt x="591" y="755"/>
                    </a:lnTo>
                    <a:lnTo>
                      <a:pt x="593" y="755"/>
                    </a:lnTo>
                    <a:lnTo>
                      <a:pt x="594" y="754"/>
                    </a:lnTo>
                    <a:lnTo>
                      <a:pt x="593" y="752"/>
                    </a:lnTo>
                    <a:lnTo>
                      <a:pt x="591" y="752"/>
                    </a:lnTo>
                    <a:lnTo>
                      <a:pt x="591" y="750"/>
                    </a:lnTo>
                    <a:lnTo>
                      <a:pt x="591" y="750"/>
                    </a:lnTo>
                    <a:lnTo>
                      <a:pt x="591" y="749"/>
                    </a:lnTo>
                    <a:lnTo>
                      <a:pt x="591" y="747"/>
                    </a:lnTo>
                    <a:lnTo>
                      <a:pt x="593" y="745"/>
                    </a:lnTo>
                    <a:lnTo>
                      <a:pt x="594" y="744"/>
                    </a:lnTo>
                    <a:lnTo>
                      <a:pt x="596" y="744"/>
                    </a:lnTo>
                    <a:lnTo>
                      <a:pt x="598" y="745"/>
                    </a:lnTo>
                    <a:lnTo>
                      <a:pt x="598" y="744"/>
                    </a:lnTo>
                    <a:lnTo>
                      <a:pt x="598" y="744"/>
                    </a:lnTo>
                    <a:lnTo>
                      <a:pt x="596" y="740"/>
                    </a:lnTo>
                    <a:lnTo>
                      <a:pt x="596" y="739"/>
                    </a:lnTo>
                    <a:lnTo>
                      <a:pt x="598" y="737"/>
                    </a:lnTo>
                    <a:lnTo>
                      <a:pt x="598" y="735"/>
                    </a:lnTo>
                    <a:lnTo>
                      <a:pt x="599" y="735"/>
                    </a:lnTo>
                    <a:lnTo>
                      <a:pt x="599" y="733"/>
                    </a:lnTo>
                    <a:lnTo>
                      <a:pt x="603" y="733"/>
                    </a:lnTo>
                    <a:lnTo>
                      <a:pt x="606" y="732"/>
                    </a:lnTo>
                    <a:lnTo>
                      <a:pt x="610" y="732"/>
                    </a:lnTo>
                    <a:lnTo>
                      <a:pt x="610" y="733"/>
                    </a:lnTo>
                    <a:lnTo>
                      <a:pt x="611" y="735"/>
                    </a:lnTo>
                    <a:lnTo>
                      <a:pt x="611" y="735"/>
                    </a:lnTo>
                    <a:lnTo>
                      <a:pt x="613" y="733"/>
                    </a:lnTo>
                    <a:lnTo>
                      <a:pt x="613" y="732"/>
                    </a:lnTo>
                    <a:lnTo>
                      <a:pt x="613" y="728"/>
                    </a:lnTo>
                    <a:lnTo>
                      <a:pt x="613" y="728"/>
                    </a:lnTo>
                    <a:lnTo>
                      <a:pt x="613" y="727"/>
                    </a:lnTo>
                    <a:lnTo>
                      <a:pt x="613" y="725"/>
                    </a:lnTo>
                    <a:lnTo>
                      <a:pt x="613" y="725"/>
                    </a:lnTo>
                    <a:lnTo>
                      <a:pt x="615" y="723"/>
                    </a:lnTo>
                    <a:lnTo>
                      <a:pt x="613" y="723"/>
                    </a:lnTo>
                    <a:lnTo>
                      <a:pt x="615" y="720"/>
                    </a:lnTo>
                    <a:lnTo>
                      <a:pt x="620" y="718"/>
                    </a:lnTo>
                    <a:lnTo>
                      <a:pt x="623" y="716"/>
                    </a:lnTo>
                    <a:lnTo>
                      <a:pt x="628" y="708"/>
                    </a:lnTo>
                    <a:lnTo>
                      <a:pt x="630" y="706"/>
                    </a:lnTo>
                    <a:lnTo>
                      <a:pt x="632" y="703"/>
                    </a:lnTo>
                    <a:lnTo>
                      <a:pt x="632" y="703"/>
                    </a:lnTo>
                    <a:lnTo>
                      <a:pt x="633" y="701"/>
                    </a:lnTo>
                    <a:lnTo>
                      <a:pt x="633" y="699"/>
                    </a:lnTo>
                    <a:lnTo>
                      <a:pt x="633" y="699"/>
                    </a:lnTo>
                    <a:lnTo>
                      <a:pt x="633" y="698"/>
                    </a:lnTo>
                    <a:lnTo>
                      <a:pt x="635" y="696"/>
                    </a:lnTo>
                    <a:lnTo>
                      <a:pt x="635" y="696"/>
                    </a:lnTo>
                    <a:lnTo>
                      <a:pt x="640" y="691"/>
                    </a:lnTo>
                    <a:lnTo>
                      <a:pt x="642" y="691"/>
                    </a:lnTo>
                    <a:lnTo>
                      <a:pt x="645" y="691"/>
                    </a:lnTo>
                    <a:lnTo>
                      <a:pt x="647" y="689"/>
                    </a:lnTo>
                    <a:lnTo>
                      <a:pt x="650" y="688"/>
                    </a:lnTo>
                    <a:lnTo>
                      <a:pt x="654" y="686"/>
                    </a:lnTo>
                    <a:lnTo>
                      <a:pt x="654" y="682"/>
                    </a:lnTo>
                    <a:lnTo>
                      <a:pt x="654" y="682"/>
                    </a:lnTo>
                    <a:lnTo>
                      <a:pt x="654" y="682"/>
                    </a:lnTo>
                    <a:lnTo>
                      <a:pt x="655" y="681"/>
                    </a:lnTo>
                    <a:lnTo>
                      <a:pt x="661" y="679"/>
                    </a:lnTo>
                    <a:lnTo>
                      <a:pt x="662" y="679"/>
                    </a:lnTo>
                    <a:lnTo>
                      <a:pt x="664" y="679"/>
                    </a:lnTo>
                    <a:lnTo>
                      <a:pt x="664" y="677"/>
                    </a:lnTo>
                    <a:lnTo>
                      <a:pt x="666" y="676"/>
                    </a:lnTo>
                    <a:lnTo>
                      <a:pt x="666" y="676"/>
                    </a:lnTo>
                    <a:lnTo>
                      <a:pt x="669" y="676"/>
                    </a:lnTo>
                    <a:lnTo>
                      <a:pt x="671" y="674"/>
                    </a:lnTo>
                    <a:lnTo>
                      <a:pt x="671" y="674"/>
                    </a:lnTo>
                    <a:lnTo>
                      <a:pt x="672" y="672"/>
                    </a:lnTo>
                    <a:lnTo>
                      <a:pt x="674" y="672"/>
                    </a:lnTo>
                    <a:lnTo>
                      <a:pt x="678" y="672"/>
                    </a:lnTo>
                    <a:lnTo>
                      <a:pt x="679" y="672"/>
                    </a:lnTo>
                    <a:lnTo>
                      <a:pt x="681" y="672"/>
                    </a:lnTo>
                    <a:lnTo>
                      <a:pt x="681" y="671"/>
                    </a:lnTo>
                    <a:lnTo>
                      <a:pt x="686" y="669"/>
                    </a:lnTo>
                    <a:lnTo>
                      <a:pt x="684" y="669"/>
                    </a:lnTo>
                    <a:lnTo>
                      <a:pt x="679" y="669"/>
                    </a:lnTo>
                    <a:lnTo>
                      <a:pt x="679" y="669"/>
                    </a:lnTo>
                    <a:lnTo>
                      <a:pt x="679" y="669"/>
                    </a:lnTo>
                    <a:lnTo>
                      <a:pt x="679" y="667"/>
                    </a:lnTo>
                    <a:lnTo>
                      <a:pt x="679" y="667"/>
                    </a:lnTo>
                    <a:lnTo>
                      <a:pt x="681" y="667"/>
                    </a:lnTo>
                    <a:lnTo>
                      <a:pt x="681" y="667"/>
                    </a:lnTo>
                    <a:lnTo>
                      <a:pt x="683" y="665"/>
                    </a:lnTo>
                    <a:lnTo>
                      <a:pt x="683" y="665"/>
                    </a:lnTo>
                    <a:lnTo>
                      <a:pt x="683" y="664"/>
                    </a:lnTo>
                    <a:lnTo>
                      <a:pt x="684" y="662"/>
                    </a:lnTo>
                    <a:lnTo>
                      <a:pt x="686" y="662"/>
                    </a:lnTo>
                    <a:lnTo>
                      <a:pt x="688" y="664"/>
                    </a:lnTo>
                    <a:lnTo>
                      <a:pt x="688" y="664"/>
                    </a:lnTo>
                    <a:lnTo>
                      <a:pt x="688" y="665"/>
                    </a:lnTo>
                    <a:lnTo>
                      <a:pt x="689" y="665"/>
                    </a:lnTo>
                    <a:lnTo>
                      <a:pt x="689" y="665"/>
                    </a:lnTo>
                    <a:lnTo>
                      <a:pt x="691" y="665"/>
                    </a:lnTo>
                    <a:lnTo>
                      <a:pt x="691" y="665"/>
                    </a:lnTo>
                    <a:lnTo>
                      <a:pt x="696" y="665"/>
                    </a:lnTo>
                    <a:lnTo>
                      <a:pt x="701" y="665"/>
                    </a:lnTo>
                    <a:lnTo>
                      <a:pt x="703" y="664"/>
                    </a:lnTo>
                    <a:lnTo>
                      <a:pt x="705" y="662"/>
                    </a:lnTo>
                    <a:lnTo>
                      <a:pt x="706" y="660"/>
                    </a:lnTo>
                    <a:lnTo>
                      <a:pt x="708" y="660"/>
                    </a:lnTo>
                    <a:lnTo>
                      <a:pt x="711" y="655"/>
                    </a:lnTo>
                    <a:lnTo>
                      <a:pt x="715" y="647"/>
                    </a:lnTo>
                    <a:lnTo>
                      <a:pt x="717" y="645"/>
                    </a:lnTo>
                    <a:lnTo>
                      <a:pt x="720" y="640"/>
                    </a:lnTo>
                    <a:lnTo>
                      <a:pt x="722" y="638"/>
                    </a:lnTo>
                    <a:lnTo>
                      <a:pt x="722" y="637"/>
                    </a:lnTo>
                    <a:lnTo>
                      <a:pt x="722" y="630"/>
                    </a:lnTo>
                    <a:lnTo>
                      <a:pt x="723" y="628"/>
                    </a:lnTo>
                    <a:lnTo>
                      <a:pt x="727" y="623"/>
                    </a:lnTo>
                    <a:lnTo>
                      <a:pt x="727" y="621"/>
                    </a:lnTo>
                    <a:lnTo>
                      <a:pt x="727" y="620"/>
                    </a:lnTo>
                    <a:lnTo>
                      <a:pt x="727" y="618"/>
                    </a:lnTo>
                    <a:lnTo>
                      <a:pt x="728" y="616"/>
                    </a:lnTo>
                    <a:lnTo>
                      <a:pt x="730" y="615"/>
                    </a:lnTo>
                    <a:lnTo>
                      <a:pt x="732" y="613"/>
                    </a:lnTo>
                    <a:lnTo>
                      <a:pt x="734" y="613"/>
                    </a:lnTo>
                    <a:lnTo>
                      <a:pt x="740" y="606"/>
                    </a:lnTo>
                    <a:lnTo>
                      <a:pt x="740" y="606"/>
                    </a:lnTo>
                    <a:lnTo>
                      <a:pt x="740" y="604"/>
                    </a:lnTo>
                    <a:lnTo>
                      <a:pt x="740" y="603"/>
                    </a:lnTo>
                    <a:lnTo>
                      <a:pt x="740" y="603"/>
                    </a:lnTo>
                    <a:lnTo>
                      <a:pt x="742" y="601"/>
                    </a:lnTo>
                    <a:lnTo>
                      <a:pt x="744" y="599"/>
                    </a:lnTo>
                    <a:lnTo>
                      <a:pt x="745" y="599"/>
                    </a:lnTo>
                    <a:lnTo>
                      <a:pt x="747" y="599"/>
                    </a:lnTo>
                    <a:lnTo>
                      <a:pt x="751" y="601"/>
                    </a:lnTo>
                    <a:lnTo>
                      <a:pt x="752" y="603"/>
                    </a:lnTo>
                    <a:lnTo>
                      <a:pt x="752" y="603"/>
                    </a:lnTo>
                    <a:lnTo>
                      <a:pt x="754" y="603"/>
                    </a:lnTo>
                    <a:lnTo>
                      <a:pt x="756" y="603"/>
                    </a:lnTo>
                    <a:lnTo>
                      <a:pt x="756" y="603"/>
                    </a:lnTo>
                    <a:lnTo>
                      <a:pt x="756" y="601"/>
                    </a:lnTo>
                    <a:lnTo>
                      <a:pt x="754" y="599"/>
                    </a:lnTo>
                    <a:lnTo>
                      <a:pt x="754" y="598"/>
                    </a:lnTo>
                    <a:lnTo>
                      <a:pt x="754" y="598"/>
                    </a:lnTo>
                    <a:lnTo>
                      <a:pt x="754" y="596"/>
                    </a:lnTo>
                    <a:lnTo>
                      <a:pt x="754" y="596"/>
                    </a:lnTo>
                    <a:lnTo>
                      <a:pt x="756" y="596"/>
                    </a:lnTo>
                    <a:lnTo>
                      <a:pt x="756" y="596"/>
                    </a:lnTo>
                    <a:lnTo>
                      <a:pt x="756" y="596"/>
                    </a:lnTo>
                    <a:lnTo>
                      <a:pt x="757" y="594"/>
                    </a:lnTo>
                    <a:lnTo>
                      <a:pt x="757" y="592"/>
                    </a:lnTo>
                    <a:lnTo>
                      <a:pt x="759" y="592"/>
                    </a:lnTo>
                    <a:lnTo>
                      <a:pt x="759" y="591"/>
                    </a:lnTo>
                    <a:lnTo>
                      <a:pt x="759" y="591"/>
                    </a:lnTo>
                    <a:lnTo>
                      <a:pt x="759" y="584"/>
                    </a:lnTo>
                    <a:lnTo>
                      <a:pt x="757" y="581"/>
                    </a:lnTo>
                    <a:lnTo>
                      <a:pt x="757" y="581"/>
                    </a:lnTo>
                    <a:lnTo>
                      <a:pt x="757" y="579"/>
                    </a:lnTo>
                    <a:lnTo>
                      <a:pt x="756" y="577"/>
                    </a:lnTo>
                    <a:lnTo>
                      <a:pt x="754" y="577"/>
                    </a:lnTo>
                    <a:lnTo>
                      <a:pt x="754" y="575"/>
                    </a:lnTo>
                    <a:lnTo>
                      <a:pt x="754" y="574"/>
                    </a:lnTo>
                    <a:lnTo>
                      <a:pt x="756" y="570"/>
                    </a:lnTo>
                    <a:lnTo>
                      <a:pt x="754" y="569"/>
                    </a:lnTo>
                    <a:lnTo>
                      <a:pt x="754" y="567"/>
                    </a:lnTo>
                    <a:lnTo>
                      <a:pt x="754" y="565"/>
                    </a:lnTo>
                    <a:lnTo>
                      <a:pt x="754" y="564"/>
                    </a:lnTo>
                    <a:lnTo>
                      <a:pt x="756" y="562"/>
                    </a:lnTo>
                    <a:lnTo>
                      <a:pt x="756" y="562"/>
                    </a:lnTo>
                    <a:lnTo>
                      <a:pt x="756" y="562"/>
                    </a:lnTo>
                    <a:lnTo>
                      <a:pt x="757" y="564"/>
                    </a:lnTo>
                    <a:lnTo>
                      <a:pt x="757" y="565"/>
                    </a:lnTo>
                    <a:lnTo>
                      <a:pt x="757" y="565"/>
                    </a:lnTo>
                    <a:lnTo>
                      <a:pt x="759" y="565"/>
                    </a:lnTo>
                    <a:lnTo>
                      <a:pt x="759" y="565"/>
                    </a:lnTo>
                    <a:lnTo>
                      <a:pt x="761" y="567"/>
                    </a:lnTo>
                    <a:lnTo>
                      <a:pt x="759" y="567"/>
                    </a:lnTo>
                    <a:lnTo>
                      <a:pt x="759" y="569"/>
                    </a:lnTo>
                    <a:lnTo>
                      <a:pt x="759" y="570"/>
                    </a:lnTo>
                    <a:lnTo>
                      <a:pt x="761" y="570"/>
                    </a:lnTo>
                    <a:lnTo>
                      <a:pt x="762" y="572"/>
                    </a:lnTo>
                    <a:lnTo>
                      <a:pt x="762" y="574"/>
                    </a:lnTo>
                    <a:lnTo>
                      <a:pt x="762" y="574"/>
                    </a:lnTo>
                    <a:lnTo>
                      <a:pt x="762" y="575"/>
                    </a:lnTo>
                    <a:lnTo>
                      <a:pt x="762" y="575"/>
                    </a:lnTo>
                    <a:lnTo>
                      <a:pt x="762" y="575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4" y="577"/>
                    </a:lnTo>
                    <a:lnTo>
                      <a:pt x="764" y="577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6" y="579"/>
                    </a:lnTo>
                    <a:lnTo>
                      <a:pt x="769" y="582"/>
                    </a:lnTo>
                    <a:lnTo>
                      <a:pt x="767" y="582"/>
                    </a:lnTo>
                    <a:lnTo>
                      <a:pt x="767" y="584"/>
                    </a:lnTo>
                    <a:lnTo>
                      <a:pt x="767" y="586"/>
                    </a:lnTo>
                    <a:lnTo>
                      <a:pt x="771" y="604"/>
                    </a:lnTo>
                    <a:lnTo>
                      <a:pt x="773" y="604"/>
                    </a:lnTo>
                    <a:lnTo>
                      <a:pt x="773" y="604"/>
                    </a:lnTo>
                    <a:lnTo>
                      <a:pt x="773" y="604"/>
                    </a:lnTo>
                    <a:lnTo>
                      <a:pt x="776" y="604"/>
                    </a:lnTo>
                    <a:lnTo>
                      <a:pt x="776" y="606"/>
                    </a:lnTo>
                    <a:lnTo>
                      <a:pt x="778" y="606"/>
                    </a:lnTo>
                    <a:lnTo>
                      <a:pt x="778" y="608"/>
                    </a:lnTo>
                    <a:lnTo>
                      <a:pt x="778" y="609"/>
                    </a:lnTo>
                    <a:lnTo>
                      <a:pt x="779" y="611"/>
                    </a:lnTo>
                    <a:lnTo>
                      <a:pt x="779" y="611"/>
                    </a:lnTo>
                    <a:lnTo>
                      <a:pt x="779" y="613"/>
                    </a:lnTo>
                    <a:lnTo>
                      <a:pt x="779" y="615"/>
                    </a:lnTo>
                    <a:lnTo>
                      <a:pt x="779" y="615"/>
                    </a:lnTo>
                    <a:lnTo>
                      <a:pt x="779" y="615"/>
                    </a:lnTo>
                    <a:lnTo>
                      <a:pt x="778" y="615"/>
                    </a:lnTo>
                    <a:lnTo>
                      <a:pt x="778" y="616"/>
                    </a:lnTo>
                    <a:lnTo>
                      <a:pt x="776" y="616"/>
                    </a:lnTo>
                    <a:lnTo>
                      <a:pt x="776" y="615"/>
                    </a:lnTo>
                    <a:lnTo>
                      <a:pt x="774" y="615"/>
                    </a:lnTo>
                    <a:lnTo>
                      <a:pt x="774" y="615"/>
                    </a:lnTo>
                    <a:lnTo>
                      <a:pt x="773" y="616"/>
                    </a:lnTo>
                    <a:lnTo>
                      <a:pt x="773" y="616"/>
                    </a:lnTo>
                    <a:lnTo>
                      <a:pt x="773" y="616"/>
                    </a:lnTo>
                    <a:lnTo>
                      <a:pt x="771" y="616"/>
                    </a:lnTo>
                    <a:lnTo>
                      <a:pt x="771" y="616"/>
                    </a:lnTo>
                    <a:lnTo>
                      <a:pt x="766" y="618"/>
                    </a:lnTo>
                    <a:lnTo>
                      <a:pt x="762" y="620"/>
                    </a:lnTo>
                    <a:lnTo>
                      <a:pt x="762" y="621"/>
                    </a:lnTo>
                    <a:lnTo>
                      <a:pt x="761" y="623"/>
                    </a:lnTo>
                    <a:lnTo>
                      <a:pt x="761" y="625"/>
                    </a:lnTo>
                    <a:lnTo>
                      <a:pt x="759" y="626"/>
                    </a:lnTo>
                    <a:lnTo>
                      <a:pt x="761" y="628"/>
                    </a:lnTo>
                    <a:lnTo>
                      <a:pt x="762" y="630"/>
                    </a:lnTo>
                    <a:lnTo>
                      <a:pt x="766" y="633"/>
                    </a:lnTo>
                    <a:lnTo>
                      <a:pt x="766" y="633"/>
                    </a:lnTo>
                    <a:lnTo>
                      <a:pt x="766" y="635"/>
                    </a:lnTo>
                    <a:lnTo>
                      <a:pt x="764" y="638"/>
                    </a:lnTo>
                    <a:lnTo>
                      <a:pt x="764" y="638"/>
                    </a:lnTo>
                    <a:lnTo>
                      <a:pt x="767" y="640"/>
                    </a:lnTo>
                    <a:lnTo>
                      <a:pt x="767" y="640"/>
                    </a:lnTo>
                    <a:lnTo>
                      <a:pt x="769" y="642"/>
                    </a:lnTo>
                    <a:lnTo>
                      <a:pt x="769" y="645"/>
                    </a:lnTo>
                    <a:lnTo>
                      <a:pt x="771" y="647"/>
                    </a:lnTo>
                    <a:lnTo>
                      <a:pt x="771" y="649"/>
                    </a:lnTo>
                    <a:lnTo>
                      <a:pt x="771" y="652"/>
                    </a:lnTo>
                    <a:lnTo>
                      <a:pt x="771" y="654"/>
                    </a:lnTo>
                    <a:lnTo>
                      <a:pt x="769" y="655"/>
                    </a:lnTo>
                    <a:lnTo>
                      <a:pt x="769" y="657"/>
                    </a:lnTo>
                    <a:lnTo>
                      <a:pt x="766" y="655"/>
                    </a:lnTo>
                    <a:lnTo>
                      <a:pt x="764" y="657"/>
                    </a:lnTo>
                    <a:lnTo>
                      <a:pt x="757" y="664"/>
                    </a:lnTo>
                    <a:lnTo>
                      <a:pt x="757" y="664"/>
                    </a:lnTo>
                    <a:lnTo>
                      <a:pt x="756" y="664"/>
                    </a:lnTo>
                    <a:lnTo>
                      <a:pt x="754" y="665"/>
                    </a:lnTo>
                    <a:lnTo>
                      <a:pt x="751" y="671"/>
                    </a:lnTo>
                    <a:lnTo>
                      <a:pt x="751" y="672"/>
                    </a:lnTo>
                    <a:lnTo>
                      <a:pt x="745" y="676"/>
                    </a:lnTo>
                    <a:lnTo>
                      <a:pt x="744" y="677"/>
                    </a:lnTo>
                    <a:lnTo>
                      <a:pt x="742" y="677"/>
                    </a:lnTo>
                    <a:lnTo>
                      <a:pt x="740" y="679"/>
                    </a:lnTo>
                    <a:lnTo>
                      <a:pt x="742" y="679"/>
                    </a:lnTo>
                    <a:lnTo>
                      <a:pt x="742" y="681"/>
                    </a:lnTo>
                    <a:lnTo>
                      <a:pt x="744" y="681"/>
                    </a:lnTo>
                    <a:lnTo>
                      <a:pt x="744" y="682"/>
                    </a:lnTo>
                    <a:lnTo>
                      <a:pt x="744" y="682"/>
                    </a:lnTo>
                    <a:lnTo>
                      <a:pt x="742" y="684"/>
                    </a:lnTo>
                    <a:lnTo>
                      <a:pt x="742" y="684"/>
                    </a:lnTo>
                    <a:lnTo>
                      <a:pt x="740" y="686"/>
                    </a:lnTo>
                    <a:lnTo>
                      <a:pt x="739" y="686"/>
                    </a:lnTo>
                    <a:lnTo>
                      <a:pt x="737" y="688"/>
                    </a:lnTo>
                    <a:lnTo>
                      <a:pt x="735" y="689"/>
                    </a:lnTo>
                    <a:lnTo>
                      <a:pt x="735" y="691"/>
                    </a:lnTo>
                    <a:lnTo>
                      <a:pt x="735" y="691"/>
                    </a:lnTo>
                    <a:lnTo>
                      <a:pt x="735" y="693"/>
                    </a:lnTo>
                    <a:lnTo>
                      <a:pt x="737" y="694"/>
                    </a:lnTo>
                    <a:lnTo>
                      <a:pt x="737" y="694"/>
                    </a:lnTo>
                    <a:lnTo>
                      <a:pt x="737" y="696"/>
                    </a:lnTo>
                    <a:lnTo>
                      <a:pt x="737" y="698"/>
                    </a:lnTo>
                    <a:lnTo>
                      <a:pt x="734" y="701"/>
                    </a:lnTo>
                    <a:lnTo>
                      <a:pt x="734" y="703"/>
                    </a:lnTo>
                    <a:lnTo>
                      <a:pt x="732" y="703"/>
                    </a:lnTo>
                    <a:lnTo>
                      <a:pt x="730" y="701"/>
                    </a:lnTo>
                    <a:lnTo>
                      <a:pt x="728" y="701"/>
                    </a:lnTo>
                    <a:lnTo>
                      <a:pt x="728" y="703"/>
                    </a:lnTo>
                    <a:lnTo>
                      <a:pt x="728" y="703"/>
                    </a:lnTo>
                    <a:lnTo>
                      <a:pt x="728" y="703"/>
                    </a:lnTo>
                    <a:lnTo>
                      <a:pt x="730" y="706"/>
                    </a:lnTo>
                    <a:lnTo>
                      <a:pt x="730" y="708"/>
                    </a:lnTo>
                    <a:lnTo>
                      <a:pt x="732" y="710"/>
                    </a:lnTo>
                    <a:lnTo>
                      <a:pt x="732" y="711"/>
                    </a:lnTo>
                    <a:lnTo>
                      <a:pt x="732" y="713"/>
                    </a:lnTo>
                    <a:lnTo>
                      <a:pt x="730" y="720"/>
                    </a:lnTo>
                    <a:lnTo>
                      <a:pt x="730" y="722"/>
                    </a:lnTo>
                    <a:lnTo>
                      <a:pt x="730" y="723"/>
                    </a:lnTo>
                    <a:lnTo>
                      <a:pt x="730" y="723"/>
                    </a:lnTo>
                    <a:lnTo>
                      <a:pt x="728" y="725"/>
                    </a:lnTo>
                    <a:lnTo>
                      <a:pt x="728" y="725"/>
                    </a:lnTo>
                    <a:lnTo>
                      <a:pt x="728" y="725"/>
                    </a:lnTo>
                    <a:lnTo>
                      <a:pt x="727" y="725"/>
                    </a:lnTo>
                    <a:lnTo>
                      <a:pt x="727" y="725"/>
                    </a:lnTo>
                    <a:lnTo>
                      <a:pt x="725" y="730"/>
                    </a:lnTo>
                    <a:lnTo>
                      <a:pt x="725" y="730"/>
                    </a:lnTo>
                    <a:lnTo>
                      <a:pt x="727" y="730"/>
                    </a:lnTo>
                    <a:lnTo>
                      <a:pt x="727" y="728"/>
                    </a:lnTo>
                    <a:lnTo>
                      <a:pt x="728" y="728"/>
                    </a:lnTo>
                    <a:lnTo>
                      <a:pt x="730" y="730"/>
                    </a:lnTo>
                    <a:lnTo>
                      <a:pt x="730" y="732"/>
                    </a:lnTo>
                    <a:lnTo>
                      <a:pt x="730" y="735"/>
                    </a:lnTo>
                    <a:lnTo>
                      <a:pt x="732" y="737"/>
                    </a:lnTo>
                    <a:lnTo>
                      <a:pt x="732" y="740"/>
                    </a:lnTo>
                    <a:lnTo>
                      <a:pt x="734" y="742"/>
                    </a:lnTo>
                    <a:lnTo>
                      <a:pt x="730" y="750"/>
                    </a:lnTo>
                    <a:lnTo>
                      <a:pt x="730" y="752"/>
                    </a:lnTo>
                    <a:lnTo>
                      <a:pt x="730" y="754"/>
                    </a:lnTo>
                    <a:lnTo>
                      <a:pt x="730" y="755"/>
                    </a:lnTo>
                    <a:lnTo>
                      <a:pt x="730" y="755"/>
                    </a:lnTo>
                    <a:lnTo>
                      <a:pt x="728" y="759"/>
                    </a:lnTo>
                    <a:lnTo>
                      <a:pt x="728" y="762"/>
                    </a:lnTo>
                    <a:lnTo>
                      <a:pt x="728" y="766"/>
                    </a:lnTo>
                    <a:lnTo>
                      <a:pt x="727" y="769"/>
                    </a:lnTo>
                    <a:lnTo>
                      <a:pt x="725" y="771"/>
                    </a:lnTo>
                    <a:lnTo>
                      <a:pt x="723" y="772"/>
                    </a:lnTo>
                    <a:lnTo>
                      <a:pt x="722" y="771"/>
                    </a:lnTo>
                    <a:lnTo>
                      <a:pt x="720" y="771"/>
                    </a:lnTo>
                    <a:lnTo>
                      <a:pt x="715" y="769"/>
                    </a:lnTo>
                    <a:lnTo>
                      <a:pt x="715" y="769"/>
                    </a:lnTo>
                    <a:lnTo>
                      <a:pt x="713" y="767"/>
                    </a:lnTo>
                    <a:lnTo>
                      <a:pt x="711" y="767"/>
                    </a:lnTo>
                    <a:lnTo>
                      <a:pt x="708" y="767"/>
                    </a:lnTo>
                    <a:lnTo>
                      <a:pt x="701" y="769"/>
                    </a:lnTo>
                    <a:lnTo>
                      <a:pt x="698" y="769"/>
                    </a:lnTo>
                    <a:lnTo>
                      <a:pt x="691" y="767"/>
                    </a:lnTo>
                    <a:lnTo>
                      <a:pt x="691" y="767"/>
                    </a:lnTo>
                    <a:lnTo>
                      <a:pt x="691" y="769"/>
                    </a:lnTo>
                    <a:lnTo>
                      <a:pt x="686" y="772"/>
                    </a:lnTo>
                    <a:lnTo>
                      <a:pt x="688" y="774"/>
                    </a:lnTo>
                    <a:lnTo>
                      <a:pt x="688" y="776"/>
                    </a:lnTo>
                    <a:lnTo>
                      <a:pt x="684" y="778"/>
                    </a:lnTo>
                    <a:lnTo>
                      <a:pt x="684" y="778"/>
                    </a:lnTo>
                    <a:lnTo>
                      <a:pt x="684" y="779"/>
                    </a:lnTo>
                    <a:lnTo>
                      <a:pt x="684" y="779"/>
                    </a:lnTo>
                    <a:lnTo>
                      <a:pt x="686" y="781"/>
                    </a:lnTo>
                    <a:lnTo>
                      <a:pt x="686" y="783"/>
                    </a:lnTo>
                    <a:lnTo>
                      <a:pt x="686" y="784"/>
                    </a:lnTo>
                    <a:lnTo>
                      <a:pt x="684" y="788"/>
                    </a:lnTo>
                    <a:lnTo>
                      <a:pt x="684" y="788"/>
                    </a:lnTo>
                    <a:lnTo>
                      <a:pt x="683" y="789"/>
                    </a:lnTo>
                    <a:lnTo>
                      <a:pt x="683" y="789"/>
                    </a:lnTo>
                    <a:lnTo>
                      <a:pt x="681" y="789"/>
                    </a:lnTo>
                    <a:lnTo>
                      <a:pt x="681" y="791"/>
                    </a:lnTo>
                    <a:lnTo>
                      <a:pt x="681" y="791"/>
                    </a:lnTo>
                    <a:lnTo>
                      <a:pt x="679" y="791"/>
                    </a:lnTo>
                    <a:lnTo>
                      <a:pt x="678" y="793"/>
                    </a:lnTo>
                    <a:lnTo>
                      <a:pt x="676" y="795"/>
                    </a:lnTo>
                    <a:lnTo>
                      <a:pt x="676" y="795"/>
                    </a:lnTo>
                    <a:lnTo>
                      <a:pt x="676" y="796"/>
                    </a:lnTo>
                    <a:lnTo>
                      <a:pt x="676" y="796"/>
                    </a:lnTo>
                    <a:lnTo>
                      <a:pt x="676" y="798"/>
                    </a:lnTo>
                    <a:lnTo>
                      <a:pt x="676" y="798"/>
                    </a:lnTo>
                    <a:lnTo>
                      <a:pt x="678" y="800"/>
                    </a:lnTo>
                    <a:lnTo>
                      <a:pt x="678" y="801"/>
                    </a:lnTo>
                    <a:lnTo>
                      <a:pt x="681" y="801"/>
                    </a:lnTo>
                    <a:lnTo>
                      <a:pt x="686" y="800"/>
                    </a:lnTo>
                    <a:lnTo>
                      <a:pt x="688" y="798"/>
                    </a:lnTo>
                    <a:lnTo>
                      <a:pt x="693" y="795"/>
                    </a:lnTo>
                    <a:lnTo>
                      <a:pt x="694" y="795"/>
                    </a:lnTo>
                    <a:lnTo>
                      <a:pt x="700" y="796"/>
                    </a:lnTo>
                    <a:lnTo>
                      <a:pt x="703" y="796"/>
                    </a:lnTo>
                    <a:lnTo>
                      <a:pt x="706" y="795"/>
                    </a:lnTo>
                    <a:lnTo>
                      <a:pt x="706" y="793"/>
                    </a:lnTo>
                    <a:lnTo>
                      <a:pt x="710" y="791"/>
                    </a:lnTo>
                    <a:lnTo>
                      <a:pt x="711" y="789"/>
                    </a:lnTo>
                    <a:lnTo>
                      <a:pt x="718" y="791"/>
                    </a:lnTo>
                    <a:lnTo>
                      <a:pt x="720" y="789"/>
                    </a:lnTo>
                    <a:lnTo>
                      <a:pt x="722" y="788"/>
                    </a:lnTo>
                    <a:lnTo>
                      <a:pt x="723" y="786"/>
                    </a:lnTo>
                    <a:lnTo>
                      <a:pt x="725" y="786"/>
                    </a:lnTo>
                    <a:lnTo>
                      <a:pt x="727" y="786"/>
                    </a:lnTo>
                    <a:lnTo>
                      <a:pt x="730" y="786"/>
                    </a:lnTo>
                    <a:lnTo>
                      <a:pt x="732" y="786"/>
                    </a:lnTo>
                    <a:lnTo>
                      <a:pt x="734" y="786"/>
                    </a:lnTo>
                    <a:lnTo>
                      <a:pt x="734" y="786"/>
                    </a:lnTo>
                    <a:lnTo>
                      <a:pt x="737" y="786"/>
                    </a:lnTo>
                    <a:lnTo>
                      <a:pt x="737" y="786"/>
                    </a:lnTo>
                    <a:lnTo>
                      <a:pt x="739" y="788"/>
                    </a:lnTo>
                    <a:lnTo>
                      <a:pt x="742" y="789"/>
                    </a:lnTo>
                    <a:lnTo>
                      <a:pt x="747" y="791"/>
                    </a:lnTo>
                    <a:lnTo>
                      <a:pt x="749" y="791"/>
                    </a:lnTo>
                    <a:lnTo>
                      <a:pt x="749" y="791"/>
                    </a:lnTo>
                    <a:lnTo>
                      <a:pt x="751" y="788"/>
                    </a:lnTo>
                    <a:lnTo>
                      <a:pt x="754" y="788"/>
                    </a:lnTo>
                    <a:lnTo>
                      <a:pt x="754" y="786"/>
                    </a:lnTo>
                    <a:lnTo>
                      <a:pt x="754" y="786"/>
                    </a:lnTo>
                    <a:lnTo>
                      <a:pt x="754" y="784"/>
                    </a:lnTo>
                    <a:lnTo>
                      <a:pt x="754" y="781"/>
                    </a:lnTo>
                    <a:lnTo>
                      <a:pt x="754" y="779"/>
                    </a:lnTo>
                    <a:lnTo>
                      <a:pt x="756" y="779"/>
                    </a:lnTo>
                    <a:lnTo>
                      <a:pt x="756" y="776"/>
                    </a:lnTo>
                    <a:lnTo>
                      <a:pt x="756" y="774"/>
                    </a:lnTo>
                    <a:lnTo>
                      <a:pt x="757" y="769"/>
                    </a:lnTo>
                    <a:lnTo>
                      <a:pt x="759" y="764"/>
                    </a:lnTo>
                    <a:lnTo>
                      <a:pt x="759" y="764"/>
                    </a:lnTo>
                    <a:lnTo>
                      <a:pt x="759" y="762"/>
                    </a:lnTo>
                    <a:lnTo>
                      <a:pt x="761" y="761"/>
                    </a:lnTo>
                    <a:lnTo>
                      <a:pt x="762" y="761"/>
                    </a:lnTo>
                    <a:lnTo>
                      <a:pt x="762" y="759"/>
                    </a:lnTo>
                    <a:lnTo>
                      <a:pt x="764" y="757"/>
                    </a:lnTo>
                    <a:lnTo>
                      <a:pt x="764" y="755"/>
                    </a:lnTo>
                    <a:lnTo>
                      <a:pt x="764" y="755"/>
                    </a:lnTo>
                    <a:lnTo>
                      <a:pt x="764" y="749"/>
                    </a:lnTo>
                    <a:lnTo>
                      <a:pt x="766" y="747"/>
                    </a:lnTo>
                    <a:lnTo>
                      <a:pt x="766" y="745"/>
                    </a:lnTo>
                    <a:lnTo>
                      <a:pt x="767" y="744"/>
                    </a:lnTo>
                    <a:lnTo>
                      <a:pt x="766" y="740"/>
                    </a:lnTo>
                    <a:lnTo>
                      <a:pt x="766" y="740"/>
                    </a:lnTo>
                    <a:lnTo>
                      <a:pt x="766" y="739"/>
                    </a:lnTo>
                    <a:lnTo>
                      <a:pt x="766" y="737"/>
                    </a:lnTo>
                    <a:lnTo>
                      <a:pt x="766" y="735"/>
                    </a:lnTo>
                    <a:lnTo>
                      <a:pt x="769" y="727"/>
                    </a:lnTo>
                    <a:lnTo>
                      <a:pt x="769" y="725"/>
                    </a:lnTo>
                    <a:lnTo>
                      <a:pt x="776" y="720"/>
                    </a:lnTo>
                    <a:lnTo>
                      <a:pt x="778" y="716"/>
                    </a:lnTo>
                    <a:lnTo>
                      <a:pt x="778" y="715"/>
                    </a:lnTo>
                    <a:lnTo>
                      <a:pt x="778" y="715"/>
                    </a:lnTo>
                    <a:lnTo>
                      <a:pt x="778" y="715"/>
                    </a:lnTo>
                    <a:lnTo>
                      <a:pt x="776" y="711"/>
                    </a:lnTo>
                    <a:lnTo>
                      <a:pt x="776" y="711"/>
                    </a:lnTo>
                    <a:lnTo>
                      <a:pt x="776" y="710"/>
                    </a:lnTo>
                    <a:lnTo>
                      <a:pt x="779" y="705"/>
                    </a:lnTo>
                    <a:lnTo>
                      <a:pt x="781" y="703"/>
                    </a:lnTo>
                    <a:lnTo>
                      <a:pt x="781" y="701"/>
                    </a:lnTo>
                    <a:lnTo>
                      <a:pt x="783" y="701"/>
                    </a:lnTo>
                    <a:lnTo>
                      <a:pt x="784" y="701"/>
                    </a:lnTo>
                    <a:lnTo>
                      <a:pt x="790" y="708"/>
                    </a:lnTo>
                    <a:lnTo>
                      <a:pt x="790" y="710"/>
                    </a:lnTo>
                    <a:lnTo>
                      <a:pt x="788" y="711"/>
                    </a:lnTo>
                    <a:lnTo>
                      <a:pt x="788" y="711"/>
                    </a:lnTo>
                    <a:lnTo>
                      <a:pt x="790" y="713"/>
                    </a:lnTo>
                    <a:lnTo>
                      <a:pt x="793" y="715"/>
                    </a:lnTo>
                    <a:lnTo>
                      <a:pt x="795" y="716"/>
                    </a:lnTo>
                    <a:lnTo>
                      <a:pt x="798" y="727"/>
                    </a:lnTo>
                    <a:lnTo>
                      <a:pt x="800" y="732"/>
                    </a:lnTo>
                    <a:lnTo>
                      <a:pt x="800" y="733"/>
                    </a:lnTo>
                    <a:lnTo>
                      <a:pt x="803" y="735"/>
                    </a:lnTo>
                    <a:lnTo>
                      <a:pt x="805" y="735"/>
                    </a:lnTo>
                    <a:lnTo>
                      <a:pt x="807" y="739"/>
                    </a:lnTo>
                    <a:lnTo>
                      <a:pt x="807" y="740"/>
                    </a:lnTo>
                    <a:lnTo>
                      <a:pt x="810" y="742"/>
                    </a:lnTo>
                    <a:lnTo>
                      <a:pt x="813" y="744"/>
                    </a:lnTo>
                    <a:lnTo>
                      <a:pt x="813" y="745"/>
                    </a:lnTo>
                    <a:lnTo>
                      <a:pt x="813" y="745"/>
                    </a:lnTo>
                    <a:lnTo>
                      <a:pt x="813" y="747"/>
                    </a:lnTo>
                    <a:lnTo>
                      <a:pt x="813" y="747"/>
                    </a:lnTo>
                    <a:lnTo>
                      <a:pt x="813" y="749"/>
                    </a:lnTo>
                    <a:lnTo>
                      <a:pt x="815" y="749"/>
                    </a:lnTo>
                    <a:lnTo>
                      <a:pt x="817" y="750"/>
                    </a:lnTo>
                    <a:lnTo>
                      <a:pt x="817" y="750"/>
                    </a:lnTo>
                    <a:lnTo>
                      <a:pt x="817" y="750"/>
                    </a:lnTo>
                    <a:lnTo>
                      <a:pt x="818" y="752"/>
                    </a:lnTo>
                    <a:lnTo>
                      <a:pt x="818" y="752"/>
                    </a:lnTo>
                    <a:lnTo>
                      <a:pt x="820" y="752"/>
                    </a:lnTo>
                    <a:lnTo>
                      <a:pt x="822" y="754"/>
                    </a:lnTo>
                    <a:lnTo>
                      <a:pt x="822" y="755"/>
                    </a:lnTo>
                    <a:lnTo>
                      <a:pt x="824" y="757"/>
                    </a:lnTo>
                    <a:lnTo>
                      <a:pt x="822" y="759"/>
                    </a:lnTo>
                    <a:lnTo>
                      <a:pt x="822" y="757"/>
                    </a:lnTo>
                    <a:lnTo>
                      <a:pt x="820" y="755"/>
                    </a:lnTo>
                    <a:lnTo>
                      <a:pt x="818" y="755"/>
                    </a:lnTo>
                    <a:lnTo>
                      <a:pt x="818" y="757"/>
                    </a:lnTo>
                    <a:lnTo>
                      <a:pt x="817" y="764"/>
                    </a:lnTo>
                    <a:lnTo>
                      <a:pt x="817" y="767"/>
                    </a:lnTo>
                    <a:lnTo>
                      <a:pt x="818" y="776"/>
                    </a:lnTo>
                    <a:lnTo>
                      <a:pt x="820" y="779"/>
                    </a:lnTo>
                    <a:lnTo>
                      <a:pt x="818" y="781"/>
                    </a:lnTo>
                    <a:lnTo>
                      <a:pt x="817" y="783"/>
                    </a:lnTo>
                    <a:lnTo>
                      <a:pt x="815" y="784"/>
                    </a:lnTo>
                    <a:lnTo>
                      <a:pt x="815" y="789"/>
                    </a:lnTo>
                    <a:lnTo>
                      <a:pt x="815" y="791"/>
                    </a:lnTo>
                    <a:lnTo>
                      <a:pt x="815" y="793"/>
                    </a:lnTo>
                    <a:lnTo>
                      <a:pt x="815" y="793"/>
                    </a:lnTo>
                    <a:lnTo>
                      <a:pt x="817" y="795"/>
                    </a:lnTo>
                    <a:lnTo>
                      <a:pt x="817" y="795"/>
                    </a:lnTo>
                    <a:lnTo>
                      <a:pt x="815" y="796"/>
                    </a:lnTo>
                    <a:lnTo>
                      <a:pt x="815" y="796"/>
                    </a:lnTo>
                    <a:lnTo>
                      <a:pt x="813" y="798"/>
                    </a:lnTo>
                    <a:lnTo>
                      <a:pt x="813" y="798"/>
                    </a:lnTo>
                    <a:lnTo>
                      <a:pt x="813" y="800"/>
                    </a:lnTo>
                    <a:lnTo>
                      <a:pt x="813" y="803"/>
                    </a:lnTo>
                    <a:lnTo>
                      <a:pt x="813" y="805"/>
                    </a:lnTo>
                    <a:lnTo>
                      <a:pt x="812" y="806"/>
                    </a:lnTo>
                    <a:lnTo>
                      <a:pt x="810" y="806"/>
                    </a:lnTo>
                    <a:lnTo>
                      <a:pt x="808" y="808"/>
                    </a:lnTo>
                    <a:lnTo>
                      <a:pt x="808" y="808"/>
                    </a:lnTo>
                    <a:lnTo>
                      <a:pt x="807" y="808"/>
                    </a:lnTo>
                    <a:lnTo>
                      <a:pt x="805" y="810"/>
                    </a:lnTo>
                    <a:lnTo>
                      <a:pt x="803" y="813"/>
                    </a:lnTo>
                    <a:lnTo>
                      <a:pt x="800" y="817"/>
                    </a:lnTo>
                    <a:lnTo>
                      <a:pt x="798" y="818"/>
                    </a:lnTo>
                    <a:lnTo>
                      <a:pt x="790" y="822"/>
                    </a:lnTo>
                    <a:lnTo>
                      <a:pt x="788" y="822"/>
                    </a:lnTo>
                    <a:lnTo>
                      <a:pt x="786" y="823"/>
                    </a:lnTo>
                    <a:lnTo>
                      <a:pt x="784" y="825"/>
                    </a:lnTo>
                    <a:lnTo>
                      <a:pt x="784" y="827"/>
                    </a:lnTo>
                    <a:lnTo>
                      <a:pt x="784" y="829"/>
                    </a:lnTo>
                    <a:lnTo>
                      <a:pt x="784" y="829"/>
                    </a:lnTo>
                    <a:lnTo>
                      <a:pt x="790" y="832"/>
                    </a:lnTo>
                    <a:lnTo>
                      <a:pt x="791" y="834"/>
                    </a:lnTo>
                    <a:lnTo>
                      <a:pt x="793" y="834"/>
                    </a:lnTo>
                    <a:lnTo>
                      <a:pt x="795" y="834"/>
                    </a:lnTo>
                    <a:lnTo>
                      <a:pt x="796" y="832"/>
                    </a:lnTo>
                    <a:lnTo>
                      <a:pt x="798" y="832"/>
                    </a:lnTo>
                    <a:lnTo>
                      <a:pt x="800" y="832"/>
                    </a:lnTo>
                    <a:lnTo>
                      <a:pt x="800" y="832"/>
                    </a:lnTo>
                    <a:lnTo>
                      <a:pt x="813" y="832"/>
                    </a:lnTo>
                    <a:lnTo>
                      <a:pt x="822" y="832"/>
                    </a:lnTo>
                    <a:lnTo>
                      <a:pt x="824" y="830"/>
                    </a:lnTo>
                    <a:lnTo>
                      <a:pt x="827" y="829"/>
                    </a:lnTo>
                    <a:lnTo>
                      <a:pt x="829" y="827"/>
                    </a:lnTo>
                    <a:lnTo>
                      <a:pt x="830" y="825"/>
                    </a:lnTo>
                    <a:lnTo>
                      <a:pt x="830" y="825"/>
                    </a:lnTo>
                    <a:lnTo>
                      <a:pt x="832" y="823"/>
                    </a:lnTo>
                    <a:lnTo>
                      <a:pt x="839" y="822"/>
                    </a:lnTo>
                    <a:lnTo>
                      <a:pt x="844" y="822"/>
                    </a:lnTo>
                    <a:lnTo>
                      <a:pt x="846" y="822"/>
                    </a:lnTo>
                    <a:lnTo>
                      <a:pt x="849" y="823"/>
                    </a:lnTo>
                    <a:lnTo>
                      <a:pt x="851" y="823"/>
                    </a:lnTo>
                    <a:lnTo>
                      <a:pt x="851" y="823"/>
                    </a:lnTo>
                    <a:lnTo>
                      <a:pt x="852" y="823"/>
                    </a:lnTo>
                    <a:lnTo>
                      <a:pt x="854" y="823"/>
                    </a:lnTo>
                    <a:lnTo>
                      <a:pt x="854" y="823"/>
                    </a:lnTo>
                    <a:lnTo>
                      <a:pt x="856" y="823"/>
                    </a:lnTo>
                    <a:lnTo>
                      <a:pt x="857" y="823"/>
                    </a:lnTo>
                    <a:lnTo>
                      <a:pt x="859" y="823"/>
                    </a:lnTo>
                    <a:lnTo>
                      <a:pt x="861" y="823"/>
                    </a:lnTo>
                    <a:lnTo>
                      <a:pt x="861" y="822"/>
                    </a:lnTo>
                    <a:lnTo>
                      <a:pt x="859" y="822"/>
                    </a:lnTo>
                    <a:lnTo>
                      <a:pt x="859" y="822"/>
                    </a:lnTo>
                    <a:lnTo>
                      <a:pt x="857" y="822"/>
                    </a:lnTo>
                    <a:lnTo>
                      <a:pt x="857" y="822"/>
                    </a:lnTo>
                    <a:lnTo>
                      <a:pt x="856" y="822"/>
                    </a:lnTo>
                    <a:lnTo>
                      <a:pt x="854" y="820"/>
                    </a:lnTo>
                    <a:lnTo>
                      <a:pt x="854" y="820"/>
                    </a:lnTo>
                    <a:lnTo>
                      <a:pt x="852" y="820"/>
                    </a:lnTo>
                    <a:lnTo>
                      <a:pt x="846" y="820"/>
                    </a:lnTo>
                    <a:lnTo>
                      <a:pt x="846" y="818"/>
                    </a:lnTo>
                    <a:lnTo>
                      <a:pt x="844" y="817"/>
                    </a:lnTo>
                    <a:lnTo>
                      <a:pt x="844" y="817"/>
                    </a:lnTo>
                    <a:lnTo>
                      <a:pt x="851" y="817"/>
                    </a:lnTo>
                    <a:lnTo>
                      <a:pt x="852" y="817"/>
                    </a:lnTo>
                    <a:lnTo>
                      <a:pt x="852" y="817"/>
                    </a:lnTo>
                    <a:lnTo>
                      <a:pt x="854" y="818"/>
                    </a:lnTo>
                    <a:lnTo>
                      <a:pt x="854" y="818"/>
                    </a:lnTo>
                    <a:lnTo>
                      <a:pt x="859" y="820"/>
                    </a:lnTo>
                    <a:lnTo>
                      <a:pt x="861" y="820"/>
                    </a:lnTo>
                    <a:lnTo>
                      <a:pt x="863" y="820"/>
                    </a:lnTo>
                    <a:lnTo>
                      <a:pt x="864" y="820"/>
                    </a:lnTo>
                    <a:lnTo>
                      <a:pt x="864" y="820"/>
                    </a:lnTo>
                    <a:lnTo>
                      <a:pt x="864" y="818"/>
                    </a:lnTo>
                    <a:lnTo>
                      <a:pt x="863" y="818"/>
                    </a:lnTo>
                    <a:lnTo>
                      <a:pt x="859" y="817"/>
                    </a:lnTo>
                    <a:lnTo>
                      <a:pt x="857" y="815"/>
                    </a:lnTo>
                    <a:lnTo>
                      <a:pt x="857" y="813"/>
                    </a:lnTo>
                    <a:lnTo>
                      <a:pt x="857" y="812"/>
                    </a:lnTo>
                    <a:lnTo>
                      <a:pt x="859" y="810"/>
                    </a:lnTo>
                    <a:lnTo>
                      <a:pt x="864" y="808"/>
                    </a:lnTo>
                    <a:lnTo>
                      <a:pt x="866" y="810"/>
                    </a:lnTo>
                    <a:lnTo>
                      <a:pt x="868" y="810"/>
                    </a:lnTo>
                    <a:lnTo>
                      <a:pt x="869" y="810"/>
                    </a:lnTo>
                    <a:lnTo>
                      <a:pt x="871" y="808"/>
                    </a:lnTo>
                    <a:lnTo>
                      <a:pt x="873" y="806"/>
                    </a:lnTo>
                    <a:lnTo>
                      <a:pt x="878" y="805"/>
                    </a:lnTo>
                    <a:lnTo>
                      <a:pt x="878" y="805"/>
                    </a:lnTo>
                    <a:lnTo>
                      <a:pt x="878" y="803"/>
                    </a:lnTo>
                    <a:lnTo>
                      <a:pt x="878" y="803"/>
                    </a:lnTo>
                    <a:lnTo>
                      <a:pt x="878" y="803"/>
                    </a:lnTo>
                    <a:lnTo>
                      <a:pt x="876" y="803"/>
                    </a:lnTo>
                    <a:lnTo>
                      <a:pt x="881" y="803"/>
                    </a:lnTo>
                    <a:lnTo>
                      <a:pt x="885" y="805"/>
                    </a:lnTo>
                    <a:lnTo>
                      <a:pt x="888" y="806"/>
                    </a:lnTo>
                    <a:lnTo>
                      <a:pt x="888" y="810"/>
                    </a:lnTo>
                    <a:lnTo>
                      <a:pt x="890" y="808"/>
                    </a:lnTo>
                    <a:lnTo>
                      <a:pt x="891" y="808"/>
                    </a:lnTo>
                    <a:lnTo>
                      <a:pt x="893" y="808"/>
                    </a:lnTo>
                    <a:lnTo>
                      <a:pt x="893" y="810"/>
                    </a:lnTo>
                    <a:lnTo>
                      <a:pt x="891" y="813"/>
                    </a:lnTo>
                    <a:lnTo>
                      <a:pt x="891" y="813"/>
                    </a:lnTo>
                    <a:lnTo>
                      <a:pt x="893" y="815"/>
                    </a:lnTo>
                    <a:lnTo>
                      <a:pt x="893" y="815"/>
                    </a:lnTo>
                    <a:lnTo>
                      <a:pt x="893" y="817"/>
                    </a:lnTo>
                    <a:lnTo>
                      <a:pt x="893" y="818"/>
                    </a:lnTo>
                    <a:lnTo>
                      <a:pt x="891" y="818"/>
                    </a:lnTo>
                    <a:lnTo>
                      <a:pt x="886" y="817"/>
                    </a:lnTo>
                    <a:lnTo>
                      <a:pt x="886" y="817"/>
                    </a:lnTo>
                    <a:lnTo>
                      <a:pt x="885" y="817"/>
                    </a:lnTo>
                    <a:lnTo>
                      <a:pt x="885" y="817"/>
                    </a:lnTo>
                    <a:lnTo>
                      <a:pt x="885" y="818"/>
                    </a:lnTo>
                    <a:lnTo>
                      <a:pt x="885" y="818"/>
                    </a:lnTo>
                    <a:lnTo>
                      <a:pt x="881" y="818"/>
                    </a:lnTo>
                    <a:lnTo>
                      <a:pt x="880" y="820"/>
                    </a:lnTo>
                    <a:lnTo>
                      <a:pt x="881" y="820"/>
                    </a:lnTo>
                    <a:lnTo>
                      <a:pt x="881" y="820"/>
                    </a:lnTo>
                    <a:lnTo>
                      <a:pt x="885" y="822"/>
                    </a:lnTo>
                    <a:lnTo>
                      <a:pt x="886" y="822"/>
                    </a:lnTo>
                    <a:lnTo>
                      <a:pt x="891" y="827"/>
                    </a:lnTo>
                    <a:lnTo>
                      <a:pt x="893" y="829"/>
                    </a:lnTo>
                    <a:lnTo>
                      <a:pt x="891" y="830"/>
                    </a:lnTo>
                    <a:lnTo>
                      <a:pt x="890" y="832"/>
                    </a:lnTo>
                    <a:lnTo>
                      <a:pt x="891" y="834"/>
                    </a:lnTo>
                    <a:lnTo>
                      <a:pt x="890" y="835"/>
                    </a:lnTo>
                    <a:lnTo>
                      <a:pt x="888" y="835"/>
                    </a:lnTo>
                    <a:lnTo>
                      <a:pt x="886" y="835"/>
                    </a:lnTo>
                    <a:lnTo>
                      <a:pt x="883" y="835"/>
                    </a:lnTo>
                    <a:lnTo>
                      <a:pt x="881" y="835"/>
                    </a:lnTo>
                    <a:lnTo>
                      <a:pt x="881" y="834"/>
                    </a:lnTo>
                    <a:lnTo>
                      <a:pt x="881" y="834"/>
                    </a:lnTo>
                    <a:lnTo>
                      <a:pt x="883" y="832"/>
                    </a:lnTo>
                    <a:lnTo>
                      <a:pt x="883" y="832"/>
                    </a:lnTo>
                    <a:lnTo>
                      <a:pt x="883" y="830"/>
                    </a:lnTo>
                    <a:lnTo>
                      <a:pt x="883" y="830"/>
                    </a:lnTo>
                    <a:lnTo>
                      <a:pt x="883" y="830"/>
                    </a:lnTo>
                    <a:lnTo>
                      <a:pt x="881" y="830"/>
                    </a:lnTo>
                    <a:lnTo>
                      <a:pt x="881" y="829"/>
                    </a:lnTo>
                    <a:lnTo>
                      <a:pt x="881" y="827"/>
                    </a:lnTo>
                    <a:lnTo>
                      <a:pt x="881" y="827"/>
                    </a:lnTo>
                    <a:lnTo>
                      <a:pt x="881" y="825"/>
                    </a:lnTo>
                    <a:lnTo>
                      <a:pt x="881" y="823"/>
                    </a:lnTo>
                    <a:lnTo>
                      <a:pt x="880" y="822"/>
                    </a:lnTo>
                    <a:lnTo>
                      <a:pt x="880" y="822"/>
                    </a:lnTo>
                    <a:lnTo>
                      <a:pt x="878" y="822"/>
                    </a:lnTo>
                    <a:lnTo>
                      <a:pt x="874" y="818"/>
                    </a:lnTo>
                    <a:lnTo>
                      <a:pt x="873" y="818"/>
                    </a:lnTo>
                    <a:lnTo>
                      <a:pt x="871" y="820"/>
                    </a:lnTo>
                    <a:lnTo>
                      <a:pt x="869" y="822"/>
                    </a:lnTo>
                    <a:lnTo>
                      <a:pt x="868" y="823"/>
                    </a:lnTo>
                    <a:lnTo>
                      <a:pt x="868" y="825"/>
                    </a:lnTo>
                    <a:lnTo>
                      <a:pt x="866" y="825"/>
                    </a:lnTo>
                    <a:lnTo>
                      <a:pt x="864" y="825"/>
                    </a:lnTo>
                    <a:lnTo>
                      <a:pt x="864" y="827"/>
                    </a:lnTo>
                    <a:lnTo>
                      <a:pt x="864" y="827"/>
                    </a:lnTo>
                    <a:lnTo>
                      <a:pt x="866" y="829"/>
                    </a:lnTo>
                    <a:lnTo>
                      <a:pt x="869" y="830"/>
                    </a:lnTo>
                    <a:lnTo>
                      <a:pt x="871" y="830"/>
                    </a:lnTo>
                    <a:lnTo>
                      <a:pt x="876" y="835"/>
                    </a:lnTo>
                    <a:lnTo>
                      <a:pt x="878" y="835"/>
                    </a:lnTo>
                    <a:lnTo>
                      <a:pt x="893" y="847"/>
                    </a:lnTo>
                    <a:lnTo>
                      <a:pt x="897" y="849"/>
                    </a:lnTo>
                    <a:lnTo>
                      <a:pt x="897" y="851"/>
                    </a:lnTo>
                    <a:lnTo>
                      <a:pt x="902" y="852"/>
                    </a:lnTo>
                    <a:lnTo>
                      <a:pt x="902" y="852"/>
                    </a:lnTo>
                    <a:lnTo>
                      <a:pt x="912" y="864"/>
                    </a:lnTo>
                    <a:lnTo>
                      <a:pt x="914" y="864"/>
                    </a:lnTo>
                    <a:lnTo>
                      <a:pt x="914" y="868"/>
                    </a:lnTo>
                    <a:lnTo>
                      <a:pt x="919" y="878"/>
                    </a:lnTo>
                    <a:lnTo>
                      <a:pt x="919" y="881"/>
                    </a:lnTo>
                    <a:lnTo>
                      <a:pt x="919" y="881"/>
                    </a:lnTo>
                    <a:lnTo>
                      <a:pt x="914" y="871"/>
                    </a:lnTo>
                    <a:lnTo>
                      <a:pt x="910" y="866"/>
                    </a:lnTo>
                    <a:lnTo>
                      <a:pt x="905" y="859"/>
                    </a:lnTo>
                    <a:lnTo>
                      <a:pt x="900" y="856"/>
                    </a:lnTo>
                    <a:lnTo>
                      <a:pt x="891" y="849"/>
                    </a:lnTo>
                    <a:lnTo>
                      <a:pt x="861" y="827"/>
                    </a:lnTo>
                    <a:lnTo>
                      <a:pt x="857" y="825"/>
                    </a:lnTo>
                    <a:lnTo>
                      <a:pt x="854" y="825"/>
                    </a:lnTo>
                    <a:lnTo>
                      <a:pt x="859" y="829"/>
                    </a:lnTo>
                    <a:lnTo>
                      <a:pt x="861" y="829"/>
                    </a:lnTo>
                    <a:lnTo>
                      <a:pt x="864" y="832"/>
                    </a:lnTo>
                    <a:lnTo>
                      <a:pt x="866" y="832"/>
                    </a:lnTo>
                    <a:lnTo>
                      <a:pt x="869" y="835"/>
                    </a:lnTo>
                    <a:lnTo>
                      <a:pt x="873" y="835"/>
                    </a:lnTo>
                    <a:lnTo>
                      <a:pt x="874" y="839"/>
                    </a:lnTo>
                    <a:lnTo>
                      <a:pt x="878" y="840"/>
                    </a:lnTo>
                    <a:lnTo>
                      <a:pt x="885" y="845"/>
                    </a:lnTo>
                    <a:lnTo>
                      <a:pt x="900" y="857"/>
                    </a:lnTo>
                    <a:lnTo>
                      <a:pt x="902" y="859"/>
                    </a:lnTo>
                    <a:lnTo>
                      <a:pt x="902" y="861"/>
                    </a:lnTo>
                    <a:lnTo>
                      <a:pt x="905" y="864"/>
                    </a:lnTo>
                    <a:lnTo>
                      <a:pt x="908" y="866"/>
                    </a:lnTo>
                    <a:lnTo>
                      <a:pt x="910" y="868"/>
                    </a:lnTo>
                    <a:lnTo>
                      <a:pt x="915" y="879"/>
                    </a:lnTo>
                    <a:lnTo>
                      <a:pt x="924" y="893"/>
                    </a:lnTo>
                    <a:lnTo>
                      <a:pt x="936" y="915"/>
                    </a:lnTo>
                    <a:lnTo>
                      <a:pt x="936" y="917"/>
                    </a:lnTo>
                    <a:lnTo>
                      <a:pt x="936" y="927"/>
                    </a:lnTo>
                    <a:lnTo>
                      <a:pt x="936" y="932"/>
                    </a:lnTo>
                    <a:lnTo>
                      <a:pt x="934" y="934"/>
                    </a:lnTo>
                    <a:lnTo>
                      <a:pt x="932" y="937"/>
                    </a:lnTo>
                    <a:lnTo>
                      <a:pt x="929" y="939"/>
                    </a:lnTo>
                    <a:lnTo>
                      <a:pt x="919" y="944"/>
                    </a:lnTo>
                    <a:lnTo>
                      <a:pt x="920" y="946"/>
                    </a:lnTo>
                    <a:lnTo>
                      <a:pt x="920" y="946"/>
                    </a:lnTo>
                    <a:lnTo>
                      <a:pt x="922" y="947"/>
                    </a:lnTo>
                    <a:lnTo>
                      <a:pt x="924" y="947"/>
                    </a:lnTo>
                    <a:lnTo>
                      <a:pt x="925" y="949"/>
                    </a:lnTo>
                    <a:lnTo>
                      <a:pt x="925" y="952"/>
                    </a:lnTo>
                    <a:lnTo>
                      <a:pt x="927" y="954"/>
                    </a:lnTo>
                    <a:lnTo>
                      <a:pt x="929" y="958"/>
                    </a:lnTo>
                    <a:lnTo>
                      <a:pt x="929" y="959"/>
                    </a:lnTo>
                    <a:lnTo>
                      <a:pt x="929" y="961"/>
                    </a:lnTo>
                    <a:lnTo>
                      <a:pt x="927" y="963"/>
                    </a:lnTo>
                    <a:lnTo>
                      <a:pt x="925" y="963"/>
                    </a:lnTo>
                    <a:lnTo>
                      <a:pt x="925" y="963"/>
                    </a:lnTo>
                    <a:lnTo>
                      <a:pt x="927" y="966"/>
                    </a:lnTo>
                    <a:lnTo>
                      <a:pt x="931" y="971"/>
                    </a:lnTo>
                    <a:lnTo>
                      <a:pt x="946" y="990"/>
                    </a:lnTo>
                    <a:lnTo>
                      <a:pt x="949" y="992"/>
                    </a:lnTo>
                    <a:lnTo>
                      <a:pt x="949" y="992"/>
                    </a:lnTo>
                    <a:lnTo>
                      <a:pt x="949" y="990"/>
                    </a:lnTo>
                    <a:lnTo>
                      <a:pt x="949" y="990"/>
                    </a:lnTo>
                    <a:lnTo>
                      <a:pt x="951" y="990"/>
                    </a:lnTo>
                    <a:lnTo>
                      <a:pt x="951" y="990"/>
                    </a:lnTo>
                    <a:lnTo>
                      <a:pt x="951" y="990"/>
                    </a:lnTo>
                    <a:lnTo>
                      <a:pt x="953" y="990"/>
                    </a:lnTo>
                    <a:lnTo>
                      <a:pt x="953" y="990"/>
                    </a:lnTo>
                    <a:lnTo>
                      <a:pt x="954" y="992"/>
                    </a:lnTo>
                    <a:lnTo>
                      <a:pt x="956" y="992"/>
                    </a:lnTo>
                    <a:lnTo>
                      <a:pt x="958" y="993"/>
                    </a:lnTo>
                    <a:lnTo>
                      <a:pt x="959" y="995"/>
                    </a:lnTo>
                    <a:lnTo>
                      <a:pt x="959" y="995"/>
                    </a:lnTo>
                    <a:lnTo>
                      <a:pt x="958" y="997"/>
                    </a:lnTo>
                    <a:lnTo>
                      <a:pt x="958" y="997"/>
                    </a:lnTo>
                    <a:lnTo>
                      <a:pt x="959" y="998"/>
                    </a:lnTo>
                    <a:lnTo>
                      <a:pt x="966" y="1003"/>
                    </a:lnTo>
                    <a:lnTo>
                      <a:pt x="968" y="1005"/>
                    </a:lnTo>
                    <a:lnTo>
                      <a:pt x="971" y="1010"/>
                    </a:lnTo>
                    <a:lnTo>
                      <a:pt x="973" y="1012"/>
                    </a:lnTo>
                    <a:lnTo>
                      <a:pt x="976" y="1019"/>
                    </a:lnTo>
                    <a:lnTo>
                      <a:pt x="978" y="1020"/>
                    </a:lnTo>
                    <a:lnTo>
                      <a:pt x="978" y="1022"/>
                    </a:lnTo>
                    <a:lnTo>
                      <a:pt x="978" y="1024"/>
                    </a:lnTo>
                    <a:lnTo>
                      <a:pt x="978" y="1024"/>
                    </a:lnTo>
                    <a:lnTo>
                      <a:pt x="980" y="1025"/>
                    </a:lnTo>
                    <a:lnTo>
                      <a:pt x="980" y="1025"/>
                    </a:lnTo>
                    <a:lnTo>
                      <a:pt x="981" y="1025"/>
                    </a:lnTo>
                    <a:lnTo>
                      <a:pt x="981" y="1025"/>
                    </a:lnTo>
                    <a:lnTo>
                      <a:pt x="981" y="1025"/>
                    </a:lnTo>
                    <a:lnTo>
                      <a:pt x="981" y="1027"/>
                    </a:lnTo>
                    <a:lnTo>
                      <a:pt x="981" y="1027"/>
                    </a:lnTo>
                    <a:lnTo>
                      <a:pt x="983" y="1027"/>
                    </a:lnTo>
                    <a:lnTo>
                      <a:pt x="987" y="1029"/>
                    </a:lnTo>
                    <a:lnTo>
                      <a:pt x="988" y="1029"/>
                    </a:lnTo>
                    <a:lnTo>
                      <a:pt x="995" y="1034"/>
                    </a:lnTo>
                    <a:lnTo>
                      <a:pt x="997" y="1036"/>
                    </a:lnTo>
                    <a:lnTo>
                      <a:pt x="998" y="1036"/>
                    </a:lnTo>
                    <a:lnTo>
                      <a:pt x="998" y="1037"/>
                    </a:lnTo>
                    <a:lnTo>
                      <a:pt x="1000" y="1037"/>
                    </a:lnTo>
                    <a:lnTo>
                      <a:pt x="1002" y="1037"/>
                    </a:lnTo>
                    <a:lnTo>
                      <a:pt x="1002" y="1037"/>
                    </a:lnTo>
                    <a:lnTo>
                      <a:pt x="1004" y="1039"/>
                    </a:lnTo>
                    <a:lnTo>
                      <a:pt x="1005" y="1039"/>
                    </a:lnTo>
                    <a:lnTo>
                      <a:pt x="1007" y="1039"/>
                    </a:lnTo>
                    <a:lnTo>
                      <a:pt x="1009" y="1041"/>
                    </a:lnTo>
                    <a:lnTo>
                      <a:pt x="1029" y="1039"/>
                    </a:lnTo>
                    <a:lnTo>
                      <a:pt x="1031" y="1039"/>
                    </a:lnTo>
                    <a:lnTo>
                      <a:pt x="1031" y="997"/>
                    </a:lnTo>
                    <a:lnTo>
                      <a:pt x="1031" y="954"/>
                    </a:lnTo>
                    <a:lnTo>
                      <a:pt x="1031" y="910"/>
                    </a:lnTo>
                    <a:lnTo>
                      <a:pt x="1031" y="868"/>
                    </a:lnTo>
                    <a:lnTo>
                      <a:pt x="1031" y="781"/>
                    </a:lnTo>
                    <a:lnTo>
                      <a:pt x="1031" y="739"/>
                    </a:lnTo>
                    <a:lnTo>
                      <a:pt x="1031" y="694"/>
                    </a:lnTo>
                    <a:lnTo>
                      <a:pt x="1031" y="688"/>
                    </a:lnTo>
                    <a:lnTo>
                      <a:pt x="1032" y="689"/>
                    </a:lnTo>
                    <a:lnTo>
                      <a:pt x="1034" y="691"/>
                    </a:lnTo>
                    <a:lnTo>
                      <a:pt x="103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2" name="Freeform 9">
                <a:extLst>
                  <a:ext uri="{FF2B5EF4-FFF2-40B4-BE49-F238E27FC236}">
                    <a16:creationId xmlns:a16="http://schemas.microsoft.com/office/drawing/2014/main" id="{0A5A067D-56DD-4F8C-B38B-95C2067F6D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06395" y="2545717"/>
                <a:ext cx="3754233" cy="3406986"/>
              </a:xfrm>
              <a:custGeom>
                <a:avLst/>
                <a:gdLst>
                  <a:gd name="T0" fmla="*/ 1022 w 1892"/>
                  <a:gd name="T1" fmla="*/ 1119 h 1717"/>
                  <a:gd name="T2" fmla="*/ 1056 w 1892"/>
                  <a:gd name="T3" fmla="*/ 1069 h 1717"/>
                  <a:gd name="T4" fmla="*/ 937 w 1892"/>
                  <a:gd name="T5" fmla="*/ 941 h 1717"/>
                  <a:gd name="T6" fmla="*/ 1138 w 1892"/>
                  <a:gd name="T7" fmla="*/ 1254 h 1717"/>
                  <a:gd name="T8" fmla="*/ 1124 w 1892"/>
                  <a:gd name="T9" fmla="*/ 1228 h 1717"/>
                  <a:gd name="T10" fmla="*/ 1318 w 1892"/>
                  <a:gd name="T11" fmla="*/ 1354 h 1717"/>
                  <a:gd name="T12" fmla="*/ 1146 w 1892"/>
                  <a:gd name="T13" fmla="*/ 1252 h 1717"/>
                  <a:gd name="T14" fmla="*/ 1073 w 1892"/>
                  <a:gd name="T15" fmla="*/ 1126 h 1717"/>
                  <a:gd name="T16" fmla="*/ 1007 w 1892"/>
                  <a:gd name="T17" fmla="*/ 1136 h 1717"/>
                  <a:gd name="T18" fmla="*/ 122 w 1892"/>
                  <a:gd name="T19" fmla="*/ 681 h 1717"/>
                  <a:gd name="T20" fmla="*/ 127 w 1892"/>
                  <a:gd name="T21" fmla="*/ 627 h 1717"/>
                  <a:gd name="T22" fmla="*/ 112 w 1892"/>
                  <a:gd name="T23" fmla="*/ 624 h 1717"/>
                  <a:gd name="T24" fmla="*/ 1331 w 1892"/>
                  <a:gd name="T25" fmla="*/ 1564 h 1717"/>
                  <a:gd name="T26" fmla="*/ 1328 w 1892"/>
                  <a:gd name="T27" fmla="*/ 1605 h 1717"/>
                  <a:gd name="T28" fmla="*/ 1299 w 1892"/>
                  <a:gd name="T29" fmla="*/ 1547 h 1717"/>
                  <a:gd name="T30" fmla="*/ 1304 w 1892"/>
                  <a:gd name="T31" fmla="*/ 1447 h 1717"/>
                  <a:gd name="T32" fmla="*/ 1285 w 1892"/>
                  <a:gd name="T33" fmla="*/ 1400 h 1717"/>
                  <a:gd name="T34" fmla="*/ 1255 w 1892"/>
                  <a:gd name="T35" fmla="*/ 1367 h 1717"/>
                  <a:gd name="T36" fmla="*/ 1178 w 1892"/>
                  <a:gd name="T37" fmla="*/ 1272 h 1717"/>
                  <a:gd name="T38" fmla="*/ 1153 w 1892"/>
                  <a:gd name="T39" fmla="*/ 1267 h 1717"/>
                  <a:gd name="T40" fmla="*/ 1109 w 1892"/>
                  <a:gd name="T41" fmla="*/ 1226 h 1717"/>
                  <a:gd name="T42" fmla="*/ 1100 w 1892"/>
                  <a:gd name="T43" fmla="*/ 1147 h 1717"/>
                  <a:gd name="T44" fmla="*/ 1087 w 1892"/>
                  <a:gd name="T45" fmla="*/ 1130 h 1717"/>
                  <a:gd name="T46" fmla="*/ 1037 w 1892"/>
                  <a:gd name="T47" fmla="*/ 1113 h 1717"/>
                  <a:gd name="T48" fmla="*/ 1002 w 1892"/>
                  <a:gd name="T49" fmla="*/ 1126 h 1717"/>
                  <a:gd name="T50" fmla="*/ 983 w 1892"/>
                  <a:gd name="T51" fmla="*/ 1063 h 1717"/>
                  <a:gd name="T52" fmla="*/ 966 w 1892"/>
                  <a:gd name="T53" fmla="*/ 1021 h 1717"/>
                  <a:gd name="T54" fmla="*/ 934 w 1892"/>
                  <a:gd name="T55" fmla="*/ 996 h 1717"/>
                  <a:gd name="T56" fmla="*/ 932 w 1892"/>
                  <a:gd name="T57" fmla="*/ 967 h 1717"/>
                  <a:gd name="T58" fmla="*/ 919 w 1892"/>
                  <a:gd name="T59" fmla="*/ 946 h 1717"/>
                  <a:gd name="T60" fmla="*/ 898 w 1892"/>
                  <a:gd name="T61" fmla="*/ 945 h 1717"/>
                  <a:gd name="T62" fmla="*/ 840 w 1892"/>
                  <a:gd name="T63" fmla="*/ 909 h 1717"/>
                  <a:gd name="T64" fmla="*/ 776 w 1892"/>
                  <a:gd name="T65" fmla="*/ 858 h 1717"/>
                  <a:gd name="T66" fmla="*/ 717 w 1892"/>
                  <a:gd name="T67" fmla="*/ 805 h 1717"/>
                  <a:gd name="T68" fmla="*/ 701 w 1892"/>
                  <a:gd name="T69" fmla="*/ 724 h 1717"/>
                  <a:gd name="T70" fmla="*/ 674 w 1892"/>
                  <a:gd name="T71" fmla="*/ 659 h 1717"/>
                  <a:gd name="T72" fmla="*/ 638 w 1892"/>
                  <a:gd name="T73" fmla="*/ 624 h 1717"/>
                  <a:gd name="T74" fmla="*/ 627 w 1892"/>
                  <a:gd name="T75" fmla="*/ 540 h 1717"/>
                  <a:gd name="T76" fmla="*/ 608 w 1892"/>
                  <a:gd name="T77" fmla="*/ 479 h 1717"/>
                  <a:gd name="T78" fmla="*/ 559 w 1892"/>
                  <a:gd name="T79" fmla="*/ 425 h 1717"/>
                  <a:gd name="T80" fmla="*/ 497 w 1892"/>
                  <a:gd name="T81" fmla="*/ 445 h 1717"/>
                  <a:gd name="T82" fmla="*/ 469 w 1892"/>
                  <a:gd name="T83" fmla="*/ 313 h 1717"/>
                  <a:gd name="T84" fmla="*/ 438 w 1892"/>
                  <a:gd name="T85" fmla="*/ 257 h 1717"/>
                  <a:gd name="T86" fmla="*/ 416 w 1892"/>
                  <a:gd name="T87" fmla="*/ 179 h 1717"/>
                  <a:gd name="T88" fmla="*/ 396 w 1892"/>
                  <a:gd name="T89" fmla="*/ 135 h 1717"/>
                  <a:gd name="T90" fmla="*/ 345 w 1892"/>
                  <a:gd name="T91" fmla="*/ 216 h 1717"/>
                  <a:gd name="T92" fmla="*/ 319 w 1892"/>
                  <a:gd name="T93" fmla="*/ 260 h 1717"/>
                  <a:gd name="T94" fmla="*/ 329 w 1892"/>
                  <a:gd name="T95" fmla="*/ 296 h 1717"/>
                  <a:gd name="T96" fmla="*/ 309 w 1892"/>
                  <a:gd name="T97" fmla="*/ 325 h 1717"/>
                  <a:gd name="T98" fmla="*/ 302 w 1892"/>
                  <a:gd name="T99" fmla="*/ 449 h 1717"/>
                  <a:gd name="T100" fmla="*/ 287 w 1892"/>
                  <a:gd name="T101" fmla="*/ 608 h 1717"/>
                  <a:gd name="T102" fmla="*/ 236 w 1892"/>
                  <a:gd name="T103" fmla="*/ 712 h 1717"/>
                  <a:gd name="T104" fmla="*/ 97 w 1892"/>
                  <a:gd name="T105" fmla="*/ 680 h 1717"/>
                  <a:gd name="T106" fmla="*/ 954 w 1892"/>
                  <a:gd name="T107" fmla="*/ 1690 h 1717"/>
                  <a:gd name="T108" fmla="*/ 1068 w 1892"/>
                  <a:gd name="T109" fmla="*/ 1671 h 1717"/>
                  <a:gd name="T110" fmla="*/ 1156 w 1892"/>
                  <a:gd name="T111" fmla="*/ 1714 h 1717"/>
                  <a:gd name="T112" fmla="*/ 1194 w 1892"/>
                  <a:gd name="T113" fmla="*/ 1695 h 1717"/>
                  <a:gd name="T114" fmla="*/ 1204 w 1892"/>
                  <a:gd name="T115" fmla="*/ 1663 h 1717"/>
                  <a:gd name="T116" fmla="*/ 1256 w 1892"/>
                  <a:gd name="T117" fmla="*/ 1643 h 1717"/>
                  <a:gd name="T118" fmla="*/ 1335 w 1892"/>
                  <a:gd name="T119" fmla="*/ 1629 h 1717"/>
                  <a:gd name="T120" fmla="*/ 708 w 1892"/>
                  <a:gd name="T121" fmla="*/ 797 h 1717"/>
                  <a:gd name="T122" fmla="*/ 365 w 1892"/>
                  <a:gd name="T123" fmla="*/ 87 h 1717"/>
                  <a:gd name="T124" fmla="*/ 1888 w 1892"/>
                  <a:gd name="T125" fmla="*/ 870 h 1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92" h="1717">
                    <a:moveTo>
                      <a:pt x="757" y="855"/>
                    </a:moveTo>
                    <a:lnTo>
                      <a:pt x="757" y="856"/>
                    </a:lnTo>
                    <a:lnTo>
                      <a:pt x="759" y="856"/>
                    </a:lnTo>
                    <a:lnTo>
                      <a:pt x="762" y="855"/>
                    </a:lnTo>
                    <a:lnTo>
                      <a:pt x="762" y="856"/>
                    </a:lnTo>
                    <a:lnTo>
                      <a:pt x="762" y="855"/>
                    </a:lnTo>
                    <a:lnTo>
                      <a:pt x="764" y="855"/>
                    </a:lnTo>
                    <a:lnTo>
                      <a:pt x="764" y="851"/>
                    </a:lnTo>
                    <a:lnTo>
                      <a:pt x="764" y="851"/>
                    </a:lnTo>
                    <a:lnTo>
                      <a:pt x="762" y="851"/>
                    </a:lnTo>
                    <a:lnTo>
                      <a:pt x="762" y="851"/>
                    </a:lnTo>
                    <a:lnTo>
                      <a:pt x="762" y="851"/>
                    </a:lnTo>
                    <a:lnTo>
                      <a:pt x="761" y="851"/>
                    </a:lnTo>
                    <a:lnTo>
                      <a:pt x="761" y="851"/>
                    </a:lnTo>
                    <a:lnTo>
                      <a:pt x="761" y="851"/>
                    </a:lnTo>
                    <a:lnTo>
                      <a:pt x="759" y="851"/>
                    </a:lnTo>
                    <a:lnTo>
                      <a:pt x="757" y="851"/>
                    </a:lnTo>
                    <a:lnTo>
                      <a:pt x="757" y="851"/>
                    </a:lnTo>
                    <a:lnTo>
                      <a:pt x="756" y="853"/>
                    </a:lnTo>
                    <a:lnTo>
                      <a:pt x="756" y="853"/>
                    </a:lnTo>
                    <a:lnTo>
                      <a:pt x="756" y="855"/>
                    </a:lnTo>
                    <a:lnTo>
                      <a:pt x="757" y="855"/>
                    </a:lnTo>
                    <a:close/>
                    <a:moveTo>
                      <a:pt x="953" y="970"/>
                    </a:moveTo>
                    <a:lnTo>
                      <a:pt x="951" y="970"/>
                    </a:lnTo>
                    <a:lnTo>
                      <a:pt x="949" y="972"/>
                    </a:lnTo>
                    <a:lnTo>
                      <a:pt x="949" y="972"/>
                    </a:lnTo>
                    <a:lnTo>
                      <a:pt x="951" y="972"/>
                    </a:lnTo>
                    <a:lnTo>
                      <a:pt x="951" y="973"/>
                    </a:lnTo>
                    <a:lnTo>
                      <a:pt x="951" y="973"/>
                    </a:lnTo>
                    <a:lnTo>
                      <a:pt x="953" y="972"/>
                    </a:lnTo>
                    <a:lnTo>
                      <a:pt x="954" y="970"/>
                    </a:lnTo>
                    <a:lnTo>
                      <a:pt x="954" y="970"/>
                    </a:lnTo>
                    <a:lnTo>
                      <a:pt x="956" y="968"/>
                    </a:lnTo>
                    <a:lnTo>
                      <a:pt x="956" y="968"/>
                    </a:lnTo>
                    <a:lnTo>
                      <a:pt x="954" y="967"/>
                    </a:lnTo>
                    <a:lnTo>
                      <a:pt x="954" y="965"/>
                    </a:lnTo>
                    <a:lnTo>
                      <a:pt x="954" y="963"/>
                    </a:lnTo>
                    <a:lnTo>
                      <a:pt x="954" y="965"/>
                    </a:lnTo>
                    <a:lnTo>
                      <a:pt x="954" y="967"/>
                    </a:lnTo>
                    <a:lnTo>
                      <a:pt x="954" y="968"/>
                    </a:lnTo>
                    <a:lnTo>
                      <a:pt x="953" y="970"/>
                    </a:lnTo>
                    <a:lnTo>
                      <a:pt x="953" y="970"/>
                    </a:lnTo>
                    <a:close/>
                    <a:moveTo>
                      <a:pt x="1022" y="1116"/>
                    </a:moveTo>
                    <a:lnTo>
                      <a:pt x="1022" y="1116"/>
                    </a:lnTo>
                    <a:lnTo>
                      <a:pt x="1022" y="1116"/>
                    </a:lnTo>
                    <a:lnTo>
                      <a:pt x="1022" y="1118"/>
                    </a:lnTo>
                    <a:lnTo>
                      <a:pt x="1022" y="1118"/>
                    </a:lnTo>
                    <a:lnTo>
                      <a:pt x="1022" y="1119"/>
                    </a:lnTo>
                    <a:lnTo>
                      <a:pt x="1024" y="1119"/>
                    </a:lnTo>
                    <a:lnTo>
                      <a:pt x="1026" y="1119"/>
                    </a:lnTo>
                    <a:lnTo>
                      <a:pt x="1026" y="1116"/>
                    </a:lnTo>
                    <a:lnTo>
                      <a:pt x="1027" y="1114"/>
                    </a:lnTo>
                    <a:lnTo>
                      <a:pt x="1027" y="1111"/>
                    </a:lnTo>
                    <a:lnTo>
                      <a:pt x="1026" y="1111"/>
                    </a:lnTo>
                    <a:lnTo>
                      <a:pt x="1026" y="1109"/>
                    </a:lnTo>
                    <a:lnTo>
                      <a:pt x="1026" y="1108"/>
                    </a:lnTo>
                    <a:lnTo>
                      <a:pt x="1026" y="1106"/>
                    </a:lnTo>
                    <a:lnTo>
                      <a:pt x="1026" y="1104"/>
                    </a:lnTo>
                    <a:lnTo>
                      <a:pt x="1024" y="1104"/>
                    </a:lnTo>
                    <a:lnTo>
                      <a:pt x="1024" y="1106"/>
                    </a:lnTo>
                    <a:lnTo>
                      <a:pt x="1024" y="1106"/>
                    </a:lnTo>
                    <a:lnTo>
                      <a:pt x="1024" y="1108"/>
                    </a:lnTo>
                    <a:lnTo>
                      <a:pt x="1022" y="1108"/>
                    </a:lnTo>
                    <a:lnTo>
                      <a:pt x="1022" y="1111"/>
                    </a:lnTo>
                    <a:lnTo>
                      <a:pt x="1022" y="1113"/>
                    </a:lnTo>
                    <a:lnTo>
                      <a:pt x="1020" y="1114"/>
                    </a:lnTo>
                    <a:lnTo>
                      <a:pt x="1022" y="1114"/>
                    </a:lnTo>
                    <a:lnTo>
                      <a:pt x="1022" y="1116"/>
                    </a:lnTo>
                    <a:close/>
                    <a:moveTo>
                      <a:pt x="900" y="929"/>
                    </a:moveTo>
                    <a:lnTo>
                      <a:pt x="900" y="931"/>
                    </a:lnTo>
                    <a:lnTo>
                      <a:pt x="900" y="931"/>
                    </a:lnTo>
                    <a:lnTo>
                      <a:pt x="900" y="931"/>
                    </a:lnTo>
                    <a:lnTo>
                      <a:pt x="900" y="931"/>
                    </a:lnTo>
                    <a:lnTo>
                      <a:pt x="902" y="933"/>
                    </a:lnTo>
                    <a:lnTo>
                      <a:pt x="902" y="929"/>
                    </a:lnTo>
                    <a:lnTo>
                      <a:pt x="902" y="928"/>
                    </a:lnTo>
                    <a:lnTo>
                      <a:pt x="902" y="926"/>
                    </a:lnTo>
                    <a:lnTo>
                      <a:pt x="900" y="924"/>
                    </a:lnTo>
                    <a:lnTo>
                      <a:pt x="898" y="926"/>
                    </a:lnTo>
                    <a:lnTo>
                      <a:pt x="900" y="928"/>
                    </a:lnTo>
                    <a:lnTo>
                      <a:pt x="900" y="929"/>
                    </a:lnTo>
                    <a:close/>
                    <a:moveTo>
                      <a:pt x="1054" y="1072"/>
                    </a:moveTo>
                    <a:lnTo>
                      <a:pt x="1054" y="1072"/>
                    </a:lnTo>
                    <a:lnTo>
                      <a:pt x="1056" y="1072"/>
                    </a:lnTo>
                    <a:lnTo>
                      <a:pt x="1056" y="1072"/>
                    </a:lnTo>
                    <a:lnTo>
                      <a:pt x="1056" y="1072"/>
                    </a:lnTo>
                    <a:lnTo>
                      <a:pt x="1058" y="1074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58" y="1072"/>
                    </a:lnTo>
                    <a:lnTo>
                      <a:pt x="1060" y="1070"/>
                    </a:lnTo>
                    <a:lnTo>
                      <a:pt x="1058" y="1070"/>
                    </a:lnTo>
                    <a:lnTo>
                      <a:pt x="1056" y="1069"/>
                    </a:lnTo>
                    <a:lnTo>
                      <a:pt x="1054" y="1067"/>
                    </a:lnTo>
                    <a:lnTo>
                      <a:pt x="1054" y="1067"/>
                    </a:lnTo>
                    <a:lnTo>
                      <a:pt x="1054" y="1069"/>
                    </a:lnTo>
                    <a:lnTo>
                      <a:pt x="1054" y="1070"/>
                    </a:lnTo>
                    <a:lnTo>
                      <a:pt x="1054" y="1070"/>
                    </a:lnTo>
                    <a:lnTo>
                      <a:pt x="1054" y="1070"/>
                    </a:lnTo>
                    <a:lnTo>
                      <a:pt x="1053" y="1070"/>
                    </a:lnTo>
                    <a:lnTo>
                      <a:pt x="1053" y="1072"/>
                    </a:lnTo>
                    <a:lnTo>
                      <a:pt x="1054" y="1072"/>
                    </a:lnTo>
                    <a:lnTo>
                      <a:pt x="1054" y="1072"/>
                    </a:lnTo>
                    <a:close/>
                    <a:moveTo>
                      <a:pt x="944" y="945"/>
                    </a:moveTo>
                    <a:lnTo>
                      <a:pt x="942" y="946"/>
                    </a:lnTo>
                    <a:lnTo>
                      <a:pt x="942" y="948"/>
                    </a:lnTo>
                    <a:lnTo>
                      <a:pt x="944" y="948"/>
                    </a:lnTo>
                    <a:lnTo>
                      <a:pt x="944" y="950"/>
                    </a:lnTo>
                    <a:lnTo>
                      <a:pt x="941" y="951"/>
                    </a:lnTo>
                    <a:lnTo>
                      <a:pt x="941" y="953"/>
                    </a:lnTo>
                    <a:lnTo>
                      <a:pt x="941" y="953"/>
                    </a:lnTo>
                    <a:lnTo>
                      <a:pt x="941" y="953"/>
                    </a:lnTo>
                    <a:lnTo>
                      <a:pt x="942" y="953"/>
                    </a:lnTo>
                    <a:lnTo>
                      <a:pt x="942" y="953"/>
                    </a:lnTo>
                    <a:lnTo>
                      <a:pt x="944" y="951"/>
                    </a:lnTo>
                    <a:lnTo>
                      <a:pt x="944" y="955"/>
                    </a:lnTo>
                    <a:lnTo>
                      <a:pt x="944" y="956"/>
                    </a:lnTo>
                    <a:lnTo>
                      <a:pt x="946" y="955"/>
                    </a:lnTo>
                    <a:lnTo>
                      <a:pt x="947" y="955"/>
                    </a:lnTo>
                    <a:lnTo>
                      <a:pt x="947" y="956"/>
                    </a:lnTo>
                    <a:lnTo>
                      <a:pt x="949" y="955"/>
                    </a:lnTo>
                    <a:lnTo>
                      <a:pt x="949" y="953"/>
                    </a:lnTo>
                    <a:lnTo>
                      <a:pt x="951" y="955"/>
                    </a:lnTo>
                    <a:lnTo>
                      <a:pt x="951" y="955"/>
                    </a:lnTo>
                    <a:lnTo>
                      <a:pt x="953" y="955"/>
                    </a:lnTo>
                    <a:lnTo>
                      <a:pt x="953" y="953"/>
                    </a:lnTo>
                    <a:lnTo>
                      <a:pt x="953" y="953"/>
                    </a:lnTo>
                    <a:lnTo>
                      <a:pt x="951" y="951"/>
                    </a:lnTo>
                    <a:lnTo>
                      <a:pt x="949" y="950"/>
                    </a:lnTo>
                    <a:lnTo>
                      <a:pt x="949" y="948"/>
                    </a:lnTo>
                    <a:lnTo>
                      <a:pt x="947" y="948"/>
                    </a:lnTo>
                    <a:lnTo>
                      <a:pt x="947" y="948"/>
                    </a:lnTo>
                    <a:lnTo>
                      <a:pt x="947" y="945"/>
                    </a:lnTo>
                    <a:lnTo>
                      <a:pt x="947" y="945"/>
                    </a:lnTo>
                    <a:lnTo>
                      <a:pt x="946" y="941"/>
                    </a:lnTo>
                    <a:lnTo>
                      <a:pt x="946" y="941"/>
                    </a:lnTo>
                    <a:lnTo>
                      <a:pt x="944" y="941"/>
                    </a:lnTo>
                    <a:lnTo>
                      <a:pt x="944" y="945"/>
                    </a:lnTo>
                    <a:close/>
                    <a:moveTo>
                      <a:pt x="937" y="941"/>
                    </a:moveTo>
                    <a:lnTo>
                      <a:pt x="937" y="941"/>
                    </a:lnTo>
                    <a:lnTo>
                      <a:pt x="937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39" y="941"/>
                    </a:lnTo>
                    <a:lnTo>
                      <a:pt x="941" y="941"/>
                    </a:lnTo>
                    <a:lnTo>
                      <a:pt x="941" y="941"/>
                    </a:lnTo>
                    <a:lnTo>
                      <a:pt x="941" y="943"/>
                    </a:lnTo>
                    <a:lnTo>
                      <a:pt x="942" y="941"/>
                    </a:lnTo>
                    <a:lnTo>
                      <a:pt x="942" y="939"/>
                    </a:lnTo>
                    <a:lnTo>
                      <a:pt x="942" y="939"/>
                    </a:lnTo>
                    <a:lnTo>
                      <a:pt x="942" y="938"/>
                    </a:lnTo>
                    <a:lnTo>
                      <a:pt x="942" y="938"/>
                    </a:lnTo>
                    <a:lnTo>
                      <a:pt x="942" y="936"/>
                    </a:lnTo>
                    <a:lnTo>
                      <a:pt x="944" y="934"/>
                    </a:lnTo>
                    <a:lnTo>
                      <a:pt x="944" y="933"/>
                    </a:lnTo>
                    <a:lnTo>
                      <a:pt x="944" y="931"/>
                    </a:lnTo>
                    <a:lnTo>
                      <a:pt x="942" y="933"/>
                    </a:lnTo>
                    <a:lnTo>
                      <a:pt x="942" y="933"/>
                    </a:lnTo>
                    <a:lnTo>
                      <a:pt x="942" y="933"/>
                    </a:lnTo>
                    <a:lnTo>
                      <a:pt x="941" y="934"/>
                    </a:lnTo>
                    <a:lnTo>
                      <a:pt x="941" y="934"/>
                    </a:lnTo>
                    <a:lnTo>
                      <a:pt x="941" y="933"/>
                    </a:lnTo>
                    <a:lnTo>
                      <a:pt x="939" y="933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4"/>
                    </a:lnTo>
                    <a:lnTo>
                      <a:pt x="939" y="936"/>
                    </a:lnTo>
                    <a:lnTo>
                      <a:pt x="937" y="938"/>
                    </a:lnTo>
                    <a:lnTo>
                      <a:pt x="936" y="939"/>
                    </a:lnTo>
                    <a:lnTo>
                      <a:pt x="937" y="941"/>
                    </a:lnTo>
                    <a:lnTo>
                      <a:pt x="937" y="941"/>
                    </a:lnTo>
                    <a:close/>
                    <a:moveTo>
                      <a:pt x="1122" y="1230"/>
                    </a:moveTo>
                    <a:lnTo>
                      <a:pt x="1122" y="1230"/>
                    </a:lnTo>
                    <a:lnTo>
                      <a:pt x="1121" y="1230"/>
                    </a:lnTo>
                    <a:lnTo>
                      <a:pt x="1124" y="1237"/>
                    </a:lnTo>
                    <a:lnTo>
                      <a:pt x="1124" y="1238"/>
                    </a:lnTo>
                    <a:lnTo>
                      <a:pt x="1126" y="1238"/>
                    </a:lnTo>
                    <a:lnTo>
                      <a:pt x="1127" y="1240"/>
                    </a:lnTo>
                    <a:lnTo>
                      <a:pt x="1131" y="1243"/>
                    </a:lnTo>
                    <a:lnTo>
                      <a:pt x="1133" y="1245"/>
                    </a:lnTo>
                    <a:lnTo>
                      <a:pt x="1133" y="1249"/>
                    </a:lnTo>
                    <a:lnTo>
                      <a:pt x="1134" y="1250"/>
                    </a:lnTo>
                    <a:lnTo>
                      <a:pt x="1136" y="1252"/>
                    </a:lnTo>
                    <a:lnTo>
                      <a:pt x="1136" y="1252"/>
                    </a:lnTo>
                    <a:lnTo>
                      <a:pt x="1138" y="1254"/>
                    </a:lnTo>
                    <a:lnTo>
                      <a:pt x="1138" y="1254"/>
                    </a:lnTo>
                    <a:lnTo>
                      <a:pt x="1139" y="1254"/>
                    </a:lnTo>
                    <a:lnTo>
                      <a:pt x="1141" y="1254"/>
                    </a:lnTo>
                    <a:lnTo>
                      <a:pt x="1141" y="1254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2"/>
                    </a:lnTo>
                    <a:lnTo>
                      <a:pt x="1143" y="1250"/>
                    </a:lnTo>
                    <a:lnTo>
                      <a:pt x="1144" y="1250"/>
                    </a:lnTo>
                    <a:lnTo>
                      <a:pt x="1144" y="1250"/>
                    </a:lnTo>
                    <a:lnTo>
                      <a:pt x="1144" y="1250"/>
                    </a:lnTo>
                    <a:lnTo>
                      <a:pt x="1144" y="1247"/>
                    </a:lnTo>
                    <a:lnTo>
                      <a:pt x="1143" y="1245"/>
                    </a:lnTo>
                    <a:lnTo>
                      <a:pt x="1143" y="1243"/>
                    </a:lnTo>
                    <a:lnTo>
                      <a:pt x="1141" y="1243"/>
                    </a:lnTo>
                    <a:lnTo>
                      <a:pt x="1139" y="1240"/>
                    </a:lnTo>
                    <a:lnTo>
                      <a:pt x="1139" y="1238"/>
                    </a:lnTo>
                    <a:lnTo>
                      <a:pt x="1138" y="1237"/>
                    </a:lnTo>
                    <a:lnTo>
                      <a:pt x="1138" y="1235"/>
                    </a:lnTo>
                    <a:lnTo>
                      <a:pt x="1139" y="1230"/>
                    </a:lnTo>
                    <a:lnTo>
                      <a:pt x="1139" y="1228"/>
                    </a:lnTo>
                    <a:lnTo>
                      <a:pt x="1138" y="1230"/>
                    </a:lnTo>
                    <a:lnTo>
                      <a:pt x="1138" y="1232"/>
                    </a:lnTo>
                    <a:lnTo>
                      <a:pt x="1136" y="1232"/>
                    </a:lnTo>
                    <a:lnTo>
                      <a:pt x="1134" y="1232"/>
                    </a:lnTo>
                    <a:lnTo>
                      <a:pt x="1136" y="1230"/>
                    </a:lnTo>
                    <a:lnTo>
                      <a:pt x="1134" y="1230"/>
                    </a:lnTo>
                    <a:lnTo>
                      <a:pt x="1133" y="1230"/>
                    </a:lnTo>
                    <a:lnTo>
                      <a:pt x="1131" y="1230"/>
                    </a:lnTo>
                    <a:lnTo>
                      <a:pt x="1131" y="1228"/>
                    </a:lnTo>
                    <a:lnTo>
                      <a:pt x="1127" y="1228"/>
                    </a:lnTo>
                    <a:lnTo>
                      <a:pt x="1126" y="1226"/>
                    </a:lnTo>
                    <a:lnTo>
                      <a:pt x="1126" y="1226"/>
                    </a:lnTo>
                    <a:lnTo>
                      <a:pt x="1126" y="1226"/>
                    </a:lnTo>
                    <a:lnTo>
                      <a:pt x="1126" y="1225"/>
                    </a:lnTo>
                    <a:lnTo>
                      <a:pt x="1124" y="1225"/>
                    </a:lnTo>
                    <a:lnTo>
                      <a:pt x="1124" y="1225"/>
                    </a:lnTo>
                    <a:lnTo>
                      <a:pt x="1124" y="1225"/>
                    </a:lnTo>
                    <a:lnTo>
                      <a:pt x="1122" y="1225"/>
                    </a:lnTo>
                    <a:lnTo>
                      <a:pt x="1122" y="1225"/>
                    </a:lnTo>
                    <a:lnTo>
                      <a:pt x="1121" y="1225"/>
                    </a:lnTo>
                    <a:lnTo>
                      <a:pt x="1121" y="1225"/>
                    </a:lnTo>
                    <a:lnTo>
                      <a:pt x="1121" y="1226"/>
                    </a:lnTo>
                    <a:lnTo>
                      <a:pt x="1122" y="1226"/>
                    </a:lnTo>
                    <a:lnTo>
                      <a:pt x="1122" y="1226"/>
                    </a:lnTo>
                    <a:lnTo>
                      <a:pt x="1124" y="1228"/>
                    </a:lnTo>
                    <a:lnTo>
                      <a:pt x="1124" y="1228"/>
                    </a:lnTo>
                    <a:lnTo>
                      <a:pt x="1124" y="1230"/>
                    </a:lnTo>
                    <a:lnTo>
                      <a:pt x="1122" y="1230"/>
                    </a:lnTo>
                    <a:close/>
                    <a:moveTo>
                      <a:pt x="1058" y="1079"/>
                    </a:moveTo>
                    <a:lnTo>
                      <a:pt x="1061" y="1080"/>
                    </a:lnTo>
                    <a:lnTo>
                      <a:pt x="1063" y="1080"/>
                    </a:lnTo>
                    <a:lnTo>
                      <a:pt x="1063" y="1079"/>
                    </a:lnTo>
                    <a:lnTo>
                      <a:pt x="1063" y="1079"/>
                    </a:lnTo>
                    <a:lnTo>
                      <a:pt x="1065" y="1077"/>
                    </a:lnTo>
                    <a:lnTo>
                      <a:pt x="1061" y="1077"/>
                    </a:lnTo>
                    <a:lnTo>
                      <a:pt x="1061" y="1077"/>
                    </a:lnTo>
                    <a:lnTo>
                      <a:pt x="1060" y="1077"/>
                    </a:lnTo>
                    <a:lnTo>
                      <a:pt x="1058" y="1077"/>
                    </a:lnTo>
                    <a:lnTo>
                      <a:pt x="1058" y="1079"/>
                    </a:lnTo>
                    <a:close/>
                    <a:moveTo>
                      <a:pt x="1296" y="1389"/>
                    </a:moveTo>
                    <a:lnTo>
                      <a:pt x="1294" y="1393"/>
                    </a:lnTo>
                    <a:lnTo>
                      <a:pt x="1294" y="1393"/>
                    </a:lnTo>
                    <a:lnTo>
                      <a:pt x="1292" y="1395"/>
                    </a:lnTo>
                    <a:lnTo>
                      <a:pt x="1292" y="1395"/>
                    </a:lnTo>
                    <a:lnTo>
                      <a:pt x="1290" y="1396"/>
                    </a:lnTo>
                    <a:lnTo>
                      <a:pt x="1290" y="1401"/>
                    </a:lnTo>
                    <a:lnTo>
                      <a:pt x="1290" y="1403"/>
                    </a:lnTo>
                    <a:lnTo>
                      <a:pt x="1287" y="1405"/>
                    </a:lnTo>
                    <a:lnTo>
                      <a:pt x="1287" y="1406"/>
                    </a:lnTo>
                    <a:lnTo>
                      <a:pt x="1287" y="1408"/>
                    </a:lnTo>
                    <a:lnTo>
                      <a:pt x="1287" y="1412"/>
                    </a:lnTo>
                    <a:lnTo>
                      <a:pt x="1290" y="1412"/>
                    </a:lnTo>
                    <a:lnTo>
                      <a:pt x="1289" y="1413"/>
                    </a:lnTo>
                    <a:lnTo>
                      <a:pt x="1290" y="1418"/>
                    </a:lnTo>
                    <a:lnTo>
                      <a:pt x="1290" y="1420"/>
                    </a:lnTo>
                    <a:lnTo>
                      <a:pt x="1290" y="1422"/>
                    </a:lnTo>
                    <a:lnTo>
                      <a:pt x="1292" y="1423"/>
                    </a:lnTo>
                    <a:lnTo>
                      <a:pt x="1296" y="1427"/>
                    </a:lnTo>
                    <a:lnTo>
                      <a:pt x="1299" y="1427"/>
                    </a:lnTo>
                    <a:lnTo>
                      <a:pt x="1299" y="1423"/>
                    </a:lnTo>
                    <a:lnTo>
                      <a:pt x="1299" y="1420"/>
                    </a:lnTo>
                    <a:lnTo>
                      <a:pt x="1299" y="1418"/>
                    </a:lnTo>
                    <a:lnTo>
                      <a:pt x="1299" y="1415"/>
                    </a:lnTo>
                    <a:lnTo>
                      <a:pt x="1304" y="1398"/>
                    </a:lnTo>
                    <a:lnTo>
                      <a:pt x="1314" y="1381"/>
                    </a:lnTo>
                    <a:lnTo>
                      <a:pt x="1321" y="1366"/>
                    </a:lnTo>
                    <a:lnTo>
                      <a:pt x="1321" y="1364"/>
                    </a:lnTo>
                    <a:lnTo>
                      <a:pt x="1321" y="1362"/>
                    </a:lnTo>
                    <a:lnTo>
                      <a:pt x="1323" y="1361"/>
                    </a:lnTo>
                    <a:lnTo>
                      <a:pt x="1323" y="1359"/>
                    </a:lnTo>
                    <a:lnTo>
                      <a:pt x="1323" y="1357"/>
                    </a:lnTo>
                    <a:lnTo>
                      <a:pt x="1323" y="1356"/>
                    </a:lnTo>
                    <a:lnTo>
                      <a:pt x="1319" y="1354"/>
                    </a:lnTo>
                    <a:lnTo>
                      <a:pt x="1318" y="1354"/>
                    </a:lnTo>
                    <a:lnTo>
                      <a:pt x="1318" y="1352"/>
                    </a:lnTo>
                    <a:lnTo>
                      <a:pt x="1316" y="1347"/>
                    </a:lnTo>
                    <a:lnTo>
                      <a:pt x="1316" y="1347"/>
                    </a:lnTo>
                    <a:lnTo>
                      <a:pt x="1316" y="1335"/>
                    </a:lnTo>
                    <a:lnTo>
                      <a:pt x="1316" y="1332"/>
                    </a:lnTo>
                    <a:lnTo>
                      <a:pt x="1314" y="1332"/>
                    </a:lnTo>
                    <a:lnTo>
                      <a:pt x="1311" y="1335"/>
                    </a:lnTo>
                    <a:lnTo>
                      <a:pt x="1309" y="1337"/>
                    </a:lnTo>
                    <a:lnTo>
                      <a:pt x="1307" y="1337"/>
                    </a:lnTo>
                    <a:lnTo>
                      <a:pt x="1302" y="1342"/>
                    </a:lnTo>
                    <a:lnTo>
                      <a:pt x="1306" y="1342"/>
                    </a:lnTo>
                    <a:lnTo>
                      <a:pt x="1307" y="1345"/>
                    </a:lnTo>
                    <a:lnTo>
                      <a:pt x="1311" y="1349"/>
                    </a:lnTo>
                    <a:lnTo>
                      <a:pt x="1311" y="1350"/>
                    </a:lnTo>
                    <a:lnTo>
                      <a:pt x="1313" y="1354"/>
                    </a:lnTo>
                    <a:lnTo>
                      <a:pt x="1313" y="1357"/>
                    </a:lnTo>
                    <a:lnTo>
                      <a:pt x="1311" y="1361"/>
                    </a:lnTo>
                    <a:lnTo>
                      <a:pt x="1309" y="1364"/>
                    </a:lnTo>
                    <a:lnTo>
                      <a:pt x="1306" y="1366"/>
                    </a:lnTo>
                    <a:lnTo>
                      <a:pt x="1304" y="1367"/>
                    </a:lnTo>
                    <a:lnTo>
                      <a:pt x="1294" y="1374"/>
                    </a:lnTo>
                    <a:lnTo>
                      <a:pt x="1292" y="1376"/>
                    </a:lnTo>
                    <a:lnTo>
                      <a:pt x="1292" y="1376"/>
                    </a:lnTo>
                    <a:lnTo>
                      <a:pt x="1292" y="1378"/>
                    </a:lnTo>
                    <a:lnTo>
                      <a:pt x="1292" y="1378"/>
                    </a:lnTo>
                    <a:lnTo>
                      <a:pt x="1292" y="1378"/>
                    </a:lnTo>
                    <a:lnTo>
                      <a:pt x="1296" y="1378"/>
                    </a:lnTo>
                    <a:lnTo>
                      <a:pt x="1296" y="1379"/>
                    </a:lnTo>
                    <a:lnTo>
                      <a:pt x="1296" y="1379"/>
                    </a:lnTo>
                    <a:lnTo>
                      <a:pt x="1297" y="1379"/>
                    </a:lnTo>
                    <a:lnTo>
                      <a:pt x="1296" y="1383"/>
                    </a:lnTo>
                    <a:lnTo>
                      <a:pt x="1297" y="1386"/>
                    </a:lnTo>
                    <a:lnTo>
                      <a:pt x="1296" y="1389"/>
                    </a:lnTo>
                    <a:lnTo>
                      <a:pt x="1296" y="1389"/>
                    </a:lnTo>
                    <a:close/>
                    <a:moveTo>
                      <a:pt x="1148" y="1255"/>
                    </a:moveTo>
                    <a:lnTo>
                      <a:pt x="1150" y="1257"/>
                    </a:lnTo>
                    <a:lnTo>
                      <a:pt x="1150" y="1259"/>
                    </a:lnTo>
                    <a:lnTo>
                      <a:pt x="1150" y="1260"/>
                    </a:lnTo>
                    <a:lnTo>
                      <a:pt x="1151" y="1262"/>
                    </a:lnTo>
                    <a:lnTo>
                      <a:pt x="1153" y="1260"/>
                    </a:lnTo>
                    <a:lnTo>
                      <a:pt x="1151" y="1259"/>
                    </a:lnTo>
                    <a:lnTo>
                      <a:pt x="1151" y="1257"/>
                    </a:lnTo>
                    <a:lnTo>
                      <a:pt x="1150" y="1255"/>
                    </a:lnTo>
                    <a:lnTo>
                      <a:pt x="1148" y="1254"/>
                    </a:lnTo>
                    <a:lnTo>
                      <a:pt x="1148" y="1250"/>
                    </a:lnTo>
                    <a:lnTo>
                      <a:pt x="1148" y="1250"/>
                    </a:lnTo>
                    <a:lnTo>
                      <a:pt x="1146" y="1252"/>
                    </a:lnTo>
                    <a:lnTo>
                      <a:pt x="1146" y="1252"/>
                    </a:lnTo>
                    <a:lnTo>
                      <a:pt x="1146" y="1252"/>
                    </a:lnTo>
                    <a:lnTo>
                      <a:pt x="1148" y="1255"/>
                    </a:lnTo>
                    <a:close/>
                    <a:moveTo>
                      <a:pt x="1290" y="1388"/>
                    </a:moveTo>
                    <a:lnTo>
                      <a:pt x="1292" y="1386"/>
                    </a:lnTo>
                    <a:lnTo>
                      <a:pt x="1290" y="1384"/>
                    </a:lnTo>
                    <a:lnTo>
                      <a:pt x="1287" y="1381"/>
                    </a:lnTo>
                    <a:lnTo>
                      <a:pt x="1287" y="1383"/>
                    </a:lnTo>
                    <a:lnTo>
                      <a:pt x="1287" y="1384"/>
                    </a:lnTo>
                    <a:lnTo>
                      <a:pt x="1290" y="1388"/>
                    </a:lnTo>
                    <a:close/>
                    <a:moveTo>
                      <a:pt x="1073" y="1126"/>
                    </a:moveTo>
                    <a:lnTo>
                      <a:pt x="1073" y="1126"/>
                    </a:lnTo>
                    <a:lnTo>
                      <a:pt x="1073" y="1126"/>
                    </a:lnTo>
                    <a:lnTo>
                      <a:pt x="1073" y="1126"/>
                    </a:lnTo>
                    <a:lnTo>
                      <a:pt x="1075" y="1128"/>
                    </a:lnTo>
                    <a:lnTo>
                      <a:pt x="1073" y="1128"/>
                    </a:lnTo>
                    <a:lnTo>
                      <a:pt x="1075" y="1130"/>
                    </a:lnTo>
                    <a:lnTo>
                      <a:pt x="1075" y="1130"/>
                    </a:lnTo>
                    <a:lnTo>
                      <a:pt x="1077" y="1130"/>
                    </a:lnTo>
                    <a:lnTo>
                      <a:pt x="1078" y="1130"/>
                    </a:lnTo>
                    <a:lnTo>
                      <a:pt x="1078" y="1130"/>
                    </a:lnTo>
                    <a:lnTo>
                      <a:pt x="1078" y="1128"/>
                    </a:lnTo>
                    <a:lnTo>
                      <a:pt x="1078" y="1128"/>
                    </a:lnTo>
                    <a:lnTo>
                      <a:pt x="1078" y="1128"/>
                    </a:lnTo>
                    <a:lnTo>
                      <a:pt x="1080" y="1126"/>
                    </a:lnTo>
                    <a:lnTo>
                      <a:pt x="1080" y="1126"/>
                    </a:lnTo>
                    <a:lnTo>
                      <a:pt x="1082" y="1126"/>
                    </a:lnTo>
                    <a:lnTo>
                      <a:pt x="1080" y="1125"/>
                    </a:lnTo>
                    <a:lnTo>
                      <a:pt x="1080" y="1125"/>
                    </a:lnTo>
                    <a:lnTo>
                      <a:pt x="1080" y="1125"/>
                    </a:lnTo>
                    <a:lnTo>
                      <a:pt x="1078" y="1125"/>
                    </a:lnTo>
                    <a:lnTo>
                      <a:pt x="1078" y="1123"/>
                    </a:lnTo>
                    <a:lnTo>
                      <a:pt x="1078" y="1123"/>
                    </a:lnTo>
                    <a:lnTo>
                      <a:pt x="1078" y="1121"/>
                    </a:lnTo>
                    <a:lnTo>
                      <a:pt x="1078" y="1121"/>
                    </a:lnTo>
                    <a:lnTo>
                      <a:pt x="1077" y="1119"/>
                    </a:lnTo>
                    <a:lnTo>
                      <a:pt x="1077" y="1119"/>
                    </a:lnTo>
                    <a:lnTo>
                      <a:pt x="1077" y="1119"/>
                    </a:lnTo>
                    <a:lnTo>
                      <a:pt x="1075" y="1118"/>
                    </a:lnTo>
                    <a:lnTo>
                      <a:pt x="1073" y="1119"/>
                    </a:lnTo>
                    <a:lnTo>
                      <a:pt x="1073" y="1119"/>
                    </a:lnTo>
                    <a:lnTo>
                      <a:pt x="1075" y="1119"/>
                    </a:lnTo>
                    <a:lnTo>
                      <a:pt x="1075" y="1121"/>
                    </a:lnTo>
                    <a:lnTo>
                      <a:pt x="1075" y="1121"/>
                    </a:lnTo>
                    <a:lnTo>
                      <a:pt x="1075" y="1123"/>
                    </a:lnTo>
                    <a:lnTo>
                      <a:pt x="1073" y="1125"/>
                    </a:lnTo>
                    <a:lnTo>
                      <a:pt x="1071" y="1126"/>
                    </a:lnTo>
                    <a:lnTo>
                      <a:pt x="1073" y="1126"/>
                    </a:lnTo>
                    <a:lnTo>
                      <a:pt x="1073" y="1126"/>
                    </a:lnTo>
                    <a:close/>
                    <a:moveTo>
                      <a:pt x="1323" y="1536"/>
                    </a:moveTo>
                    <a:lnTo>
                      <a:pt x="1323" y="1537"/>
                    </a:lnTo>
                    <a:lnTo>
                      <a:pt x="1323" y="1539"/>
                    </a:lnTo>
                    <a:lnTo>
                      <a:pt x="1323" y="1544"/>
                    </a:lnTo>
                    <a:lnTo>
                      <a:pt x="1323" y="1551"/>
                    </a:lnTo>
                    <a:lnTo>
                      <a:pt x="1323" y="1553"/>
                    </a:lnTo>
                    <a:lnTo>
                      <a:pt x="1324" y="1553"/>
                    </a:lnTo>
                    <a:lnTo>
                      <a:pt x="1324" y="1554"/>
                    </a:lnTo>
                    <a:lnTo>
                      <a:pt x="1326" y="1556"/>
                    </a:lnTo>
                    <a:lnTo>
                      <a:pt x="1326" y="1558"/>
                    </a:lnTo>
                    <a:lnTo>
                      <a:pt x="1326" y="1559"/>
                    </a:lnTo>
                    <a:lnTo>
                      <a:pt x="1328" y="1561"/>
                    </a:lnTo>
                    <a:lnTo>
                      <a:pt x="1328" y="1561"/>
                    </a:lnTo>
                    <a:lnTo>
                      <a:pt x="1328" y="1559"/>
                    </a:lnTo>
                    <a:lnTo>
                      <a:pt x="1328" y="1558"/>
                    </a:lnTo>
                    <a:lnTo>
                      <a:pt x="1328" y="1558"/>
                    </a:lnTo>
                    <a:lnTo>
                      <a:pt x="1328" y="1554"/>
                    </a:lnTo>
                    <a:lnTo>
                      <a:pt x="1328" y="1554"/>
                    </a:lnTo>
                    <a:lnTo>
                      <a:pt x="1328" y="1549"/>
                    </a:lnTo>
                    <a:lnTo>
                      <a:pt x="1328" y="1546"/>
                    </a:lnTo>
                    <a:lnTo>
                      <a:pt x="1331" y="1536"/>
                    </a:lnTo>
                    <a:lnTo>
                      <a:pt x="1331" y="1534"/>
                    </a:lnTo>
                    <a:lnTo>
                      <a:pt x="1331" y="1532"/>
                    </a:lnTo>
                    <a:lnTo>
                      <a:pt x="1330" y="1532"/>
                    </a:lnTo>
                    <a:lnTo>
                      <a:pt x="1330" y="1532"/>
                    </a:lnTo>
                    <a:lnTo>
                      <a:pt x="1328" y="1534"/>
                    </a:lnTo>
                    <a:lnTo>
                      <a:pt x="1324" y="1534"/>
                    </a:lnTo>
                    <a:lnTo>
                      <a:pt x="1323" y="1536"/>
                    </a:lnTo>
                    <a:lnTo>
                      <a:pt x="1323" y="1536"/>
                    </a:lnTo>
                    <a:close/>
                    <a:moveTo>
                      <a:pt x="1007" y="1136"/>
                    </a:moveTo>
                    <a:lnTo>
                      <a:pt x="1009" y="1136"/>
                    </a:lnTo>
                    <a:lnTo>
                      <a:pt x="1009" y="1138"/>
                    </a:lnTo>
                    <a:lnTo>
                      <a:pt x="1010" y="1136"/>
                    </a:lnTo>
                    <a:lnTo>
                      <a:pt x="1012" y="1135"/>
                    </a:lnTo>
                    <a:lnTo>
                      <a:pt x="1012" y="1133"/>
                    </a:lnTo>
                    <a:lnTo>
                      <a:pt x="1012" y="1133"/>
                    </a:lnTo>
                    <a:lnTo>
                      <a:pt x="1012" y="1131"/>
                    </a:lnTo>
                    <a:lnTo>
                      <a:pt x="1012" y="1131"/>
                    </a:lnTo>
                    <a:lnTo>
                      <a:pt x="1010" y="1130"/>
                    </a:lnTo>
                    <a:lnTo>
                      <a:pt x="1010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3"/>
                    </a:lnTo>
                    <a:lnTo>
                      <a:pt x="1007" y="1133"/>
                    </a:lnTo>
                    <a:lnTo>
                      <a:pt x="1009" y="1135"/>
                    </a:lnTo>
                    <a:lnTo>
                      <a:pt x="1009" y="1135"/>
                    </a:lnTo>
                    <a:lnTo>
                      <a:pt x="1009" y="1136"/>
                    </a:lnTo>
                    <a:lnTo>
                      <a:pt x="1007" y="1136"/>
                    </a:lnTo>
                    <a:close/>
                    <a:moveTo>
                      <a:pt x="93" y="656"/>
                    </a:moveTo>
                    <a:lnTo>
                      <a:pt x="93" y="656"/>
                    </a:lnTo>
                    <a:lnTo>
                      <a:pt x="93" y="656"/>
                    </a:lnTo>
                    <a:lnTo>
                      <a:pt x="93" y="658"/>
                    </a:lnTo>
                    <a:lnTo>
                      <a:pt x="95" y="658"/>
                    </a:lnTo>
                    <a:lnTo>
                      <a:pt x="95" y="658"/>
                    </a:lnTo>
                    <a:lnTo>
                      <a:pt x="95" y="656"/>
                    </a:lnTo>
                    <a:lnTo>
                      <a:pt x="95" y="656"/>
                    </a:lnTo>
                    <a:lnTo>
                      <a:pt x="98" y="656"/>
                    </a:lnTo>
                    <a:lnTo>
                      <a:pt x="98" y="654"/>
                    </a:lnTo>
                    <a:lnTo>
                      <a:pt x="98" y="653"/>
                    </a:lnTo>
                    <a:lnTo>
                      <a:pt x="97" y="653"/>
                    </a:lnTo>
                    <a:lnTo>
                      <a:pt x="95" y="654"/>
                    </a:lnTo>
                    <a:lnTo>
                      <a:pt x="93" y="654"/>
                    </a:lnTo>
                    <a:lnTo>
                      <a:pt x="93" y="654"/>
                    </a:lnTo>
                    <a:lnTo>
                      <a:pt x="93" y="656"/>
                    </a:lnTo>
                    <a:close/>
                    <a:moveTo>
                      <a:pt x="122" y="681"/>
                    </a:moveTo>
                    <a:lnTo>
                      <a:pt x="122" y="680"/>
                    </a:lnTo>
                    <a:lnTo>
                      <a:pt x="124" y="678"/>
                    </a:lnTo>
                    <a:lnTo>
                      <a:pt x="126" y="678"/>
                    </a:lnTo>
                    <a:lnTo>
                      <a:pt x="127" y="678"/>
                    </a:lnTo>
                    <a:lnTo>
                      <a:pt x="127" y="678"/>
                    </a:lnTo>
                    <a:lnTo>
                      <a:pt x="127" y="680"/>
                    </a:lnTo>
                    <a:lnTo>
                      <a:pt x="127" y="680"/>
                    </a:lnTo>
                    <a:lnTo>
                      <a:pt x="127" y="680"/>
                    </a:lnTo>
                    <a:lnTo>
                      <a:pt x="129" y="680"/>
                    </a:lnTo>
                    <a:lnTo>
                      <a:pt x="129" y="680"/>
                    </a:lnTo>
                    <a:lnTo>
                      <a:pt x="129" y="680"/>
                    </a:lnTo>
                    <a:lnTo>
                      <a:pt x="131" y="678"/>
                    </a:lnTo>
                    <a:lnTo>
                      <a:pt x="132" y="678"/>
                    </a:lnTo>
                    <a:lnTo>
                      <a:pt x="134" y="678"/>
                    </a:lnTo>
                    <a:lnTo>
                      <a:pt x="134" y="676"/>
                    </a:lnTo>
                    <a:lnTo>
                      <a:pt x="134" y="676"/>
                    </a:lnTo>
                    <a:lnTo>
                      <a:pt x="134" y="675"/>
                    </a:lnTo>
                    <a:lnTo>
                      <a:pt x="132" y="675"/>
                    </a:lnTo>
                    <a:lnTo>
                      <a:pt x="134" y="673"/>
                    </a:lnTo>
                    <a:lnTo>
                      <a:pt x="132" y="671"/>
                    </a:lnTo>
                    <a:lnTo>
                      <a:pt x="129" y="669"/>
                    </a:lnTo>
                    <a:lnTo>
                      <a:pt x="127" y="668"/>
                    </a:lnTo>
                    <a:lnTo>
                      <a:pt x="127" y="669"/>
                    </a:lnTo>
                    <a:lnTo>
                      <a:pt x="127" y="669"/>
                    </a:lnTo>
                    <a:lnTo>
                      <a:pt x="126" y="671"/>
                    </a:lnTo>
                    <a:lnTo>
                      <a:pt x="124" y="675"/>
                    </a:lnTo>
                    <a:lnTo>
                      <a:pt x="122" y="676"/>
                    </a:lnTo>
                    <a:lnTo>
                      <a:pt x="121" y="676"/>
                    </a:lnTo>
                    <a:lnTo>
                      <a:pt x="121" y="678"/>
                    </a:lnTo>
                    <a:lnTo>
                      <a:pt x="121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lnTo>
                      <a:pt x="122" y="681"/>
                    </a:lnTo>
                    <a:close/>
                    <a:moveTo>
                      <a:pt x="98" y="649"/>
                    </a:moveTo>
                    <a:lnTo>
                      <a:pt x="98" y="649"/>
                    </a:lnTo>
                    <a:lnTo>
                      <a:pt x="100" y="647"/>
                    </a:lnTo>
                    <a:lnTo>
                      <a:pt x="100" y="646"/>
                    </a:lnTo>
                    <a:lnTo>
                      <a:pt x="102" y="646"/>
                    </a:lnTo>
                    <a:lnTo>
                      <a:pt x="102" y="644"/>
                    </a:lnTo>
                    <a:lnTo>
                      <a:pt x="102" y="642"/>
                    </a:lnTo>
                    <a:lnTo>
                      <a:pt x="100" y="641"/>
                    </a:lnTo>
                    <a:lnTo>
                      <a:pt x="102" y="641"/>
                    </a:lnTo>
                    <a:lnTo>
                      <a:pt x="104" y="644"/>
                    </a:lnTo>
                    <a:lnTo>
                      <a:pt x="105" y="646"/>
                    </a:lnTo>
                    <a:lnTo>
                      <a:pt x="105" y="646"/>
                    </a:lnTo>
                    <a:lnTo>
                      <a:pt x="112" y="646"/>
                    </a:lnTo>
                    <a:lnTo>
                      <a:pt x="112" y="646"/>
                    </a:lnTo>
                    <a:lnTo>
                      <a:pt x="115" y="644"/>
                    </a:lnTo>
                    <a:lnTo>
                      <a:pt x="117" y="644"/>
                    </a:lnTo>
                    <a:lnTo>
                      <a:pt x="117" y="642"/>
                    </a:lnTo>
                    <a:lnTo>
                      <a:pt x="119" y="639"/>
                    </a:lnTo>
                    <a:lnTo>
                      <a:pt x="119" y="639"/>
                    </a:lnTo>
                    <a:lnTo>
                      <a:pt x="121" y="639"/>
                    </a:lnTo>
                    <a:lnTo>
                      <a:pt x="122" y="641"/>
                    </a:lnTo>
                    <a:lnTo>
                      <a:pt x="122" y="641"/>
                    </a:lnTo>
                    <a:lnTo>
                      <a:pt x="124" y="641"/>
                    </a:lnTo>
                    <a:lnTo>
                      <a:pt x="124" y="639"/>
                    </a:lnTo>
                    <a:lnTo>
                      <a:pt x="126" y="639"/>
                    </a:lnTo>
                    <a:lnTo>
                      <a:pt x="124" y="637"/>
                    </a:lnTo>
                    <a:lnTo>
                      <a:pt x="124" y="637"/>
                    </a:lnTo>
                    <a:lnTo>
                      <a:pt x="126" y="636"/>
                    </a:lnTo>
                    <a:lnTo>
                      <a:pt x="126" y="636"/>
                    </a:lnTo>
                    <a:lnTo>
                      <a:pt x="126" y="636"/>
                    </a:lnTo>
                    <a:lnTo>
                      <a:pt x="126" y="632"/>
                    </a:lnTo>
                    <a:lnTo>
                      <a:pt x="126" y="632"/>
                    </a:lnTo>
                    <a:lnTo>
                      <a:pt x="127" y="630"/>
                    </a:lnTo>
                    <a:lnTo>
                      <a:pt x="127" y="630"/>
                    </a:lnTo>
                    <a:lnTo>
                      <a:pt x="129" y="632"/>
                    </a:lnTo>
                    <a:lnTo>
                      <a:pt x="129" y="632"/>
                    </a:lnTo>
                    <a:lnTo>
                      <a:pt x="131" y="630"/>
                    </a:lnTo>
                    <a:lnTo>
                      <a:pt x="131" y="630"/>
                    </a:lnTo>
                    <a:lnTo>
                      <a:pt x="131" y="630"/>
                    </a:lnTo>
                    <a:lnTo>
                      <a:pt x="129" y="630"/>
                    </a:lnTo>
                    <a:lnTo>
                      <a:pt x="127" y="629"/>
                    </a:lnTo>
                    <a:lnTo>
                      <a:pt x="127" y="629"/>
                    </a:lnTo>
                    <a:lnTo>
                      <a:pt x="127" y="629"/>
                    </a:lnTo>
                    <a:lnTo>
                      <a:pt x="127" y="627"/>
                    </a:lnTo>
                    <a:lnTo>
                      <a:pt x="131" y="627"/>
                    </a:lnTo>
                    <a:lnTo>
                      <a:pt x="131" y="627"/>
                    </a:lnTo>
                    <a:lnTo>
                      <a:pt x="132" y="625"/>
                    </a:lnTo>
                    <a:lnTo>
                      <a:pt x="132" y="625"/>
                    </a:lnTo>
                    <a:lnTo>
                      <a:pt x="132" y="625"/>
                    </a:lnTo>
                    <a:lnTo>
                      <a:pt x="134" y="625"/>
                    </a:lnTo>
                    <a:lnTo>
                      <a:pt x="134" y="625"/>
                    </a:lnTo>
                    <a:lnTo>
                      <a:pt x="134" y="627"/>
                    </a:lnTo>
                    <a:lnTo>
                      <a:pt x="136" y="627"/>
                    </a:lnTo>
                    <a:lnTo>
                      <a:pt x="138" y="630"/>
                    </a:lnTo>
                    <a:lnTo>
                      <a:pt x="138" y="630"/>
                    </a:lnTo>
                    <a:lnTo>
                      <a:pt x="139" y="630"/>
                    </a:lnTo>
                    <a:lnTo>
                      <a:pt x="141" y="629"/>
                    </a:lnTo>
                    <a:lnTo>
                      <a:pt x="143" y="629"/>
                    </a:lnTo>
                    <a:lnTo>
                      <a:pt x="144" y="629"/>
                    </a:lnTo>
                    <a:lnTo>
                      <a:pt x="146" y="629"/>
                    </a:lnTo>
                    <a:lnTo>
                      <a:pt x="146" y="629"/>
                    </a:lnTo>
                    <a:lnTo>
                      <a:pt x="146" y="629"/>
                    </a:lnTo>
                    <a:lnTo>
                      <a:pt x="146" y="627"/>
                    </a:lnTo>
                    <a:lnTo>
                      <a:pt x="146" y="627"/>
                    </a:lnTo>
                    <a:lnTo>
                      <a:pt x="146" y="625"/>
                    </a:lnTo>
                    <a:lnTo>
                      <a:pt x="148" y="625"/>
                    </a:lnTo>
                    <a:lnTo>
                      <a:pt x="148" y="625"/>
                    </a:lnTo>
                    <a:lnTo>
                      <a:pt x="148" y="627"/>
                    </a:lnTo>
                    <a:lnTo>
                      <a:pt x="149" y="627"/>
                    </a:lnTo>
                    <a:lnTo>
                      <a:pt x="149" y="625"/>
                    </a:lnTo>
                    <a:lnTo>
                      <a:pt x="149" y="624"/>
                    </a:lnTo>
                    <a:lnTo>
                      <a:pt x="149" y="622"/>
                    </a:lnTo>
                    <a:lnTo>
                      <a:pt x="149" y="622"/>
                    </a:lnTo>
                    <a:lnTo>
                      <a:pt x="148" y="622"/>
                    </a:lnTo>
                    <a:lnTo>
                      <a:pt x="148" y="622"/>
                    </a:lnTo>
                    <a:lnTo>
                      <a:pt x="146" y="624"/>
                    </a:lnTo>
                    <a:lnTo>
                      <a:pt x="144" y="624"/>
                    </a:lnTo>
                    <a:lnTo>
                      <a:pt x="144" y="624"/>
                    </a:lnTo>
                    <a:lnTo>
                      <a:pt x="146" y="622"/>
                    </a:lnTo>
                    <a:lnTo>
                      <a:pt x="146" y="622"/>
                    </a:lnTo>
                    <a:lnTo>
                      <a:pt x="143" y="622"/>
                    </a:lnTo>
                    <a:lnTo>
                      <a:pt x="141" y="620"/>
                    </a:lnTo>
                    <a:lnTo>
                      <a:pt x="139" y="620"/>
                    </a:lnTo>
                    <a:lnTo>
                      <a:pt x="139" y="619"/>
                    </a:lnTo>
                    <a:lnTo>
                      <a:pt x="138" y="619"/>
                    </a:lnTo>
                    <a:lnTo>
                      <a:pt x="138" y="617"/>
                    </a:lnTo>
                    <a:lnTo>
                      <a:pt x="136" y="617"/>
                    </a:lnTo>
                    <a:lnTo>
                      <a:pt x="132" y="619"/>
                    </a:lnTo>
                    <a:lnTo>
                      <a:pt x="127" y="620"/>
                    </a:lnTo>
                    <a:lnTo>
                      <a:pt x="117" y="622"/>
                    </a:lnTo>
                    <a:lnTo>
                      <a:pt x="114" y="622"/>
                    </a:lnTo>
                    <a:lnTo>
                      <a:pt x="112" y="624"/>
                    </a:lnTo>
                    <a:lnTo>
                      <a:pt x="110" y="624"/>
                    </a:lnTo>
                    <a:lnTo>
                      <a:pt x="109" y="625"/>
                    </a:lnTo>
                    <a:lnTo>
                      <a:pt x="107" y="627"/>
                    </a:lnTo>
                    <a:lnTo>
                      <a:pt x="107" y="627"/>
                    </a:lnTo>
                    <a:lnTo>
                      <a:pt x="105" y="627"/>
                    </a:lnTo>
                    <a:lnTo>
                      <a:pt x="105" y="629"/>
                    </a:lnTo>
                    <a:lnTo>
                      <a:pt x="105" y="629"/>
                    </a:lnTo>
                    <a:lnTo>
                      <a:pt x="104" y="629"/>
                    </a:lnTo>
                    <a:lnTo>
                      <a:pt x="104" y="630"/>
                    </a:lnTo>
                    <a:lnTo>
                      <a:pt x="104" y="632"/>
                    </a:lnTo>
                    <a:lnTo>
                      <a:pt x="102" y="634"/>
                    </a:lnTo>
                    <a:lnTo>
                      <a:pt x="100" y="636"/>
                    </a:lnTo>
                    <a:lnTo>
                      <a:pt x="100" y="637"/>
                    </a:lnTo>
                    <a:lnTo>
                      <a:pt x="98" y="637"/>
                    </a:lnTo>
                    <a:lnTo>
                      <a:pt x="98" y="641"/>
                    </a:lnTo>
                    <a:lnTo>
                      <a:pt x="98" y="641"/>
                    </a:lnTo>
                    <a:lnTo>
                      <a:pt x="98" y="642"/>
                    </a:lnTo>
                    <a:lnTo>
                      <a:pt x="97" y="642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98" y="646"/>
                    </a:lnTo>
                    <a:lnTo>
                      <a:pt x="98" y="649"/>
                    </a:lnTo>
                    <a:close/>
                    <a:moveTo>
                      <a:pt x="353" y="79"/>
                    </a:moveTo>
                    <a:lnTo>
                      <a:pt x="355" y="80"/>
                    </a:lnTo>
                    <a:lnTo>
                      <a:pt x="355" y="82"/>
                    </a:lnTo>
                    <a:lnTo>
                      <a:pt x="357" y="82"/>
                    </a:lnTo>
                    <a:lnTo>
                      <a:pt x="357" y="82"/>
                    </a:lnTo>
                    <a:lnTo>
                      <a:pt x="358" y="82"/>
                    </a:lnTo>
                    <a:lnTo>
                      <a:pt x="358" y="80"/>
                    </a:lnTo>
                    <a:lnTo>
                      <a:pt x="360" y="80"/>
                    </a:lnTo>
                    <a:lnTo>
                      <a:pt x="360" y="79"/>
                    </a:lnTo>
                    <a:lnTo>
                      <a:pt x="360" y="75"/>
                    </a:lnTo>
                    <a:lnTo>
                      <a:pt x="360" y="75"/>
                    </a:lnTo>
                    <a:lnTo>
                      <a:pt x="360" y="73"/>
                    </a:lnTo>
                    <a:lnTo>
                      <a:pt x="358" y="72"/>
                    </a:lnTo>
                    <a:lnTo>
                      <a:pt x="357" y="72"/>
                    </a:lnTo>
                    <a:lnTo>
                      <a:pt x="357" y="72"/>
                    </a:lnTo>
                    <a:lnTo>
                      <a:pt x="351" y="77"/>
                    </a:lnTo>
                    <a:lnTo>
                      <a:pt x="351" y="79"/>
                    </a:lnTo>
                    <a:lnTo>
                      <a:pt x="353" y="79"/>
                    </a:lnTo>
                    <a:close/>
                    <a:moveTo>
                      <a:pt x="1411" y="1016"/>
                    </a:moveTo>
                    <a:lnTo>
                      <a:pt x="1411" y="1016"/>
                    </a:lnTo>
                    <a:lnTo>
                      <a:pt x="1411" y="1016"/>
                    </a:lnTo>
                    <a:lnTo>
                      <a:pt x="1411" y="1016"/>
                    </a:lnTo>
                    <a:close/>
                    <a:moveTo>
                      <a:pt x="1333" y="1566"/>
                    </a:moveTo>
                    <a:lnTo>
                      <a:pt x="1333" y="1566"/>
                    </a:lnTo>
                    <a:lnTo>
                      <a:pt x="1331" y="1564"/>
                    </a:lnTo>
                    <a:lnTo>
                      <a:pt x="1331" y="1564"/>
                    </a:lnTo>
                    <a:lnTo>
                      <a:pt x="1330" y="1564"/>
                    </a:lnTo>
                    <a:lnTo>
                      <a:pt x="1328" y="1564"/>
                    </a:lnTo>
                    <a:lnTo>
                      <a:pt x="1328" y="1566"/>
                    </a:lnTo>
                    <a:lnTo>
                      <a:pt x="1328" y="1568"/>
                    </a:lnTo>
                    <a:lnTo>
                      <a:pt x="1328" y="1569"/>
                    </a:lnTo>
                    <a:lnTo>
                      <a:pt x="1326" y="1571"/>
                    </a:lnTo>
                    <a:lnTo>
                      <a:pt x="1324" y="1573"/>
                    </a:lnTo>
                    <a:lnTo>
                      <a:pt x="1326" y="1576"/>
                    </a:lnTo>
                    <a:lnTo>
                      <a:pt x="1326" y="1578"/>
                    </a:lnTo>
                    <a:lnTo>
                      <a:pt x="1326" y="1580"/>
                    </a:lnTo>
                    <a:lnTo>
                      <a:pt x="1326" y="1581"/>
                    </a:lnTo>
                    <a:lnTo>
                      <a:pt x="1324" y="1583"/>
                    </a:lnTo>
                    <a:lnTo>
                      <a:pt x="1326" y="1583"/>
                    </a:lnTo>
                    <a:lnTo>
                      <a:pt x="1326" y="1585"/>
                    </a:lnTo>
                    <a:lnTo>
                      <a:pt x="1326" y="1585"/>
                    </a:lnTo>
                    <a:lnTo>
                      <a:pt x="1326" y="1586"/>
                    </a:lnTo>
                    <a:lnTo>
                      <a:pt x="1326" y="1586"/>
                    </a:lnTo>
                    <a:lnTo>
                      <a:pt x="1326" y="1586"/>
                    </a:lnTo>
                    <a:lnTo>
                      <a:pt x="1324" y="1586"/>
                    </a:lnTo>
                    <a:lnTo>
                      <a:pt x="1324" y="1590"/>
                    </a:lnTo>
                    <a:lnTo>
                      <a:pt x="1324" y="1592"/>
                    </a:lnTo>
                    <a:lnTo>
                      <a:pt x="1326" y="1593"/>
                    </a:lnTo>
                    <a:lnTo>
                      <a:pt x="1326" y="1593"/>
                    </a:lnTo>
                    <a:lnTo>
                      <a:pt x="1328" y="1593"/>
                    </a:lnTo>
                    <a:lnTo>
                      <a:pt x="1328" y="1593"/>
                    </a:lnTo>
                    <a:lnTo>
                      <a:pt x="1330" y="1593"/>
                    </a:lnTo>
                    <a:lnTo>
                      <a:pt x="1330" y="1593"/>
                    </a:lnTo>
                    <a:lnTo>
                      <a:pt x="1335" y="1575"/>
                    </a:lnTo>
                    <a:lnTo>
                      <a:pt x="1336" y="1569"/>
                    </a:lnTo>
                    <a:lnTo>
                      <a:pt x="1338" y="1566"/>
                    </a:lnTo>
                    <a:lnTo>
                      <a:pt x="1335" y="1566"/>
                    </a:lnTo>
                    <a:lnTo>
                      <a:pt x="1333" y="1566"/>
                    </a:lnTo>
                    <a:close/>
                    <a:moveTo>
                      <a:pt x="1333" y="1626"/>
                    </a:moveTo>
                    <a:lnTo>
                      <a:pt x="1331" y="1626"/>
                    </a:lnTo>
                    <a:lnTo>
                      <a:pt x="1330" y="1624"/>
                    </a:lnTo>
                    <a:lnTo>
                      <a:pt x="1330" y="1615"/>
                    </a:lnTo>
                    <a:lnTo>
                      <a:pt x="1330" y="1612"/>
                    </a:lnTo>
                    <a:lnTo>
                      <a:pt x="1328" y="1614"/>
                    </a:lnTo>
                    <a:lnTo>
                      <a:pt x="1328" y="1614"/>
                    </a:lnTo>
                    <a:lnTo>
                      <a:pt x="1326" y="1615"/>
                    </a:lnTo>
                    <a:lnTo>
                      <a:pt x="1326" y="1614"/>
                    </a:lnTo>
                    <a:lnTo>
                      <a:pt x="1326" y="1614"/>
                    </a:lnTo>
                    <a:lnTo>
                      <a:pt x="1326" y="1612"/>
                    </a:lnTo>
                    <a:lnTo>
                      <a:pt x="1326" y="1610"/>
                    </a:lnTo>
                    <a:lnTo>
                      <a:pt x="1328" y="1609"/>
                    </a:lnTo>
                    <a:lnTo>
                      <a:pt x="1328" y="1612"/>
                    </a:lnTo>
                    <a:lnTo>
                      <a:pt x="1328" y="1607"/>
                    </a:lnTo>
                    <a:lnTo>
                      <a:pt x="1328" y="1605"/>
                    </a:lnTo>
                    <a:lnTo>
                      <a:pt x="1330" y="1600"/>
                    </a:lnTo>
                    <a:lnTo>
                      <a:pt x="1330" y="1598"/>
                    </a:lnTo>
                    <a:lnTo>
                      <a:pt x="1330" y="1598"/>
                    </a:lnTo>
                    <a:lnTo>
                      <a:pt x="1328" y="1600"/>
                    </a:lnTo>
                    <a:lnTo>
                      <a:pt x="1326" y="1600"/>
                    </a:lnTo>
                    <a:lnTo>
                      <a:pt x="1326" y="1600"/>
                    </a:lnTo>
                    <a:lnTo>
                      <a:pt x="1326" y="1598"/>
                    </a:lnTo>
                    <a:lnTo>
                      <a:pt x="1326" y="1598"/>
                    </a:lnTo>
                    <a:lnTo>
                      <a:pt x="1326" y="1597"/>
                    </a:lnTo>
                    <a:lnTo>
                      <a:pt x="1323" y="1595"/>
                    </a:lnTo>
                    <a:lnTo>
                      <a:pt x="1323" y="1593"/>
                    </a:lnTo>
                    <a:lnTo>
                      <a:pt x="1323" y="1593"/>
                    </a:lnTo>
                    <a:lnTo>
                      <a:pt x="1321" y="1593"/>
                    </a:lnTo>
                    <a:lnTo>
                      <a:pt x="1321" y="1592"/>
                    </a:lnTo>
                    <a:lnTo>
                      <a:pt x="1321" y="1592"/>
                    </a:lnTo>
                    <a:lnTo>
                      <a:pt x="1321" y="1590"/>
                    </a:lnTo>
                    <a:lnTo>
                      <a:pt x="1319" y="1588"/>
                    </a:lnTo>
                    <a:lnTo>
                      <a:pt x="1318" y="1586"/>
                    </a:lnTo>
                    <a:lnTo>
                      <a:pt x="1318" y="1586"/>
                    </a:lnTo>
                    <a:lnTo>
                      <a:pt x="1318" y="1580"/>
                    </a:lnTo>
                    <a:lnTo>
                      <a:pt x="1318" y="1580"/>
                    </a:lnTo>
                    <a:lnTo>
                      <a:pt x="1316" y="1578"/>
                    </a:lnTo>
                    <a:lnTo>
                      <a:pt x="1316" y="1576"/>
                    </a:lnTo>
                    <a:lnTo>
                      <a:pt x="1316" y="1576"/>
                    </a:lnTo>
                    <a:lnTo>
                      <a:pt x="1316" y="1576"/>
                    </a:lnTo>
                    <a:lnTo>
                      <a:pt x="1314" y="1573"/>
                    </a:lnTo>
                    <a:lnTo>
                      <a:pt x="1314" y="1573"/>
                    </a:lnTo>
                    <a:lnTo>
                      <a:pt x="1313" y="1571"/>
                    </a:lnTo>
                    <a:lnTo>
                      <a:pt x="1311" y="1571"/>
                    </a:lnTo>
                    <a:lnTo>
                      <a:pt x="1311" y="1571"/>
                    </a:lnTo>
                    <a:lnTo>
                      <a:pt x="1309" y="1571"/>
                    </a:lnTo>
                    <a:lnTo>
                      <a:pt x="1307" y="1569"/>
                    </a:lnTo>
                    <a:lnTo>
                      <a:pt x="1307" y="1568"/>
                    </a:lnTo>
                    <a:lnTo>
                      <a:pt x="1306" y="1564"/>
                    </a:lnTo>
                    <a:lnTo>
                      <a:pt x="1306" y="1563"/>
                    </a:lnTo>
                    <a:lnTo>
                      <a:pt x="1304" y="1561"/>
                    </a:lnTo>
                    <a:lnTo>
                      <a:pt x="1301" y="1559"/>
                    </a:lnTo>
                    <a:lnTo>
                      <a:pt x="1299" y="1559"/>
                    </a:lnTo>
                    <a:lnTo>
                      <a:pt x="1297" y="1558"/>
                    </a:lnTo>
                    <a:lnTo>
                      <a:pt x="1297" y="1558"/>
                    </a:lnTo>
                    <a:lnTo>
                      <a:pt x="1296" y="1556"/>
                    </a:lnTo>
                    <a:lnTo>
                      <a:pt x="1297" y="1554"/>
                    </a:lnTo>
                    <a:lnTo>
                      <a:pt x="1299" y="1553"/>
                    </a:lnTo>
                    <a:lnTo>
                      <a:pt x="1301" y="1553"/>
                    </a:lnTo>
                    <a:lnTo>
                      <a:pt x="1301" y="1551"/>
                    </a:lnTo>
                    <a:lnTo>
                      <a:pt x="1301" y="1547"/>
                    </a:lnTo>
                    <a:lnTo>
                      <a:pt x="1301" y="1547"/>
                    </a:lnTo>
                    <a:lnTo>
                      <a:pt x="1299" y="1547"/>
                    </a:lnTo>
                    <a:lnTo>
                      <a:pt x="1299" y="1547"/>
                    </a:lnTo>
                    <a:lnTo>
                      <a:pt x="1297" y="1547"/>
                    </a:lnTo>
                    <a:lnTo>
                      <a:pt x="1296" y="1547"/>
                    </a:lnTo>
                    <a:lnTo>
                      <a:pt x="1294" y="1547"/>
                    </a:lnTo>
                    <a:lnTo>
                      <a:pt x="1294" y="1546"/>
                    </a:lnTo>
                    <a:lnTo>
                      <a:pt x="1296" y="1544"/>
                    </a:lnTo>
                    <a:lnTo>
                      <a:pt x="1296" y="1542"/>
                    </a:lnTo>
                    <a:lnTo>
                      <a:pt x="1297" y="1541"/>
                    </a:lnTo>
                    <a:lnTo>
                      <a:pt x="1301" y="1539"/>
                    </a:lnTo>
                    <a:lnTo>
                      <a:pt x="1304" y="1537"/>
                    </a:lnTo>
                    <a:lnTo>
                      <a:pt x="1307" y="1539"/>
                    </a:lnTo>
                    <a:lnTo>
                      <a:pt x="1309" y="1537"/>
                    </a:lnTo>
                    <a:lnTo>
                      <a:pt x="1309" y="1534"/>
                    </a:lnTo>
                    <a:lnTo>
                      <a:pt x="1304" y="1524"/>
                    </a:lnTo>
                    <a:lnTo>
                      <a:pt x="1304" y="1522"/>
                    </a:lnTo>
                    <a:lnTo>
                      <a:pt x="1304" y="1519"/>
                    </a:lnTo>
                    <a:lnTo>
                      <a:pt x="1304" y="1519"/>
                    </a:lnTo>
                    <a:lnTo>
                      <a:pt x="1304" y="1517"/>
                    </a:lnTo>
                    <a:lnTo>
                      <a:pt x="1304" y="1515"/>
                    </a:lnTo>
                    <a:lnTo>
                      <a:pt x="1304" y="1513"/>
                    </a:lnTo>
                    <a:lnTo>
                      <a:pt x="1304" y="1513"/>
                    </a:lnTo>
                    <a:lnTo>
                      <a:pt x="1304" y="1513"/>
                    </a:lnTo>
                    <a:lnTo>
                      <a:pt x="1304" y="1512"/>
                    </a:lnTo>
                    <a:lnTo>
                      <a:pt x="1304" y="1508"/>
                    </a:lnTo>
                    <a:lnTo>
                      <a:pt x="1304" y="1508"/>
                    </a:lnTo>
                    <a:lnTo>
                      <a:pt x="1304" y="1503"/>
                    </a:lnTo>
                    <a:lnTo>
                      <a:pt x="1301" y="1503"/>
                    </a:lnTo>
                    <a:lnTo>
                      <a:pt x="1301" y="1502"/>
                    </a:lnTo>
                    <a:lnTo>
                      <a:pt x="1301" y="1502"/>
                    </a:lnTo>
                    <a:lnTo>
                      <a:pt x="1301" y="1500"/>
                    </a:lnTo>
                    <a:lnTo>
                      <a:pt x="1301" y="1485"/>
                    </a:lnTo>
                    <a:lnTo>
                      <a:pt x="1302" y="1481"/>
                    </a:lnTo>
                    <a:lnTo>
                      <a:pt x="1302" y="1478"/>
                    </a:lnTo>
                    <a:lnTo>
                      <a:pt x="1302" y="1478"/>
                    </a:lnTo>
                    <a:lnTo>
                      <a:pt x="1301" y="1476"/>
                    </a:lnTo>
                    <a:lnTo>
                      <a:pt x="1301" y="1476"/>
                    </a:lnTo>
                    <a:lnTo>
                      <a:pt x="1299" y="1476"/>
                    </a:lnTo>
                    <a:lnTo>
                      <a:pt x="1297" y="1474"/>
                    </a:lnTo>
                    <a:lnTo>
                      <a:pt x="1297" y="1473"/>
                    </a:lnTo>
                    <a:lnTo>
                      <a:pt x="1297" y="1471"/>
                    </a:lnTo>
                    <a:lnTo>
                      <a:pt x="1297" y="1469"/>
                    </a:lnTo>
                    <a:lnTo>
                      <a:pt x="1301" y="1459"/>
                    </a:lnTo>
                    <a:lnTo>
                      <a:pt x="1301" y="1459"/>
                    </a:lnTo>
                    <a:lnTo>
                      <a:pt x="1302" y="1454"/>
                    </a:lnTo>
                    <a:lnTo>
                      <a:pt x="1302" y="1454"/>
                    </a:lnTo>
                    <a:lnTo>
                      <a:pt x="1302" y="1451"/>
                    </a:lnTo>
                    <a:lnTo>
                      <a:pt x="1304" y="1449"/>
                    </a:lnTo>
                    <a:lnTo>
                      <a:pt x="1304" y="1447"/>
                    </a:lnTo>
                    <a:lnTo>
                      <a:pt x="1306" y="1444"/>
                    </a:lnTo>
                    <a:lnTo>
                      <a:pt x="1307" y="1442"/>
                    </a:lnTo>
                    <a:lnTo>
                      <a:pt x="1307" y="1440"/>
                    </a:lnTo>
                    <a:lnTo>
                      <a:pt x="1309" y="1439"/>
                    </a:lnTo>
                    <a:lnTo>
                      <a:pt x="1306" y="1440"/>
                    </a:lnTo>
                    <a:lnTo>
                      <a:pt x="1304" y="1440"/>
                    </a:lnTo>
                    <a:lnTo>
                      <a:pt x="1301" y="1439"/>
                    </a:lnTo>
                    <a:lnTo>
                      <a:pt x="1301" y="1437"/>
                    </a:lnTo>
                    <a:lnTo>
                      <a:pt x="1299" y="1434"/>
                    </a:lnTo>
                    <a:lnTo>
                      <a:pt x="1299" y="1430"/>
                    </a:lnTo>
                    <a:lnTo>
                      <a:pt x="1297" y="1430"/>
                    </a:lnTo>
                    <a:lnTo>
                      <a:pt x="1296" y="1429"/>
                    </a:lnTo>
                    <a:lnTo>
                      <a:pt x="1297" y="1429"/>
                    </a:lnTo>
                    <a:lnTo>
                      <a:pt x="1297" y="1430"/>
                    </a:lnTo>
                    <a:lnTo>
                      <a:pt x="1297" y="1432"/>
                    </a:lnTo>
                    <a:lnTo>
                      <a:pt x="1296" y="1434"/>
                    </a:lnTo>
                    <a:lnTo>
                      <a:pt x="1296" y="1437"/>
                    </a:lnTo>
                    <a:lnTo>
                      <a:pt x="1296" y="1437"/>
                    </a:lnTo>
                    <a:lnTo>
                      <a:pt x="1294" y="1442"/>
                    </a:lnTo>
                    <a:lnTo>
                      <a:pt x="1292" y="1442"/>
                    </a:lnTo>
                    <a:lnTo>
                      <a:pt x="1292" y="1439"/>
                    </a:lnTo>
                    <a:lnTo>
                      <a:pt x="1292" y="1439"/>
                    </a:lnTo>
                    <a:lnTo>
                      <a:pt x="1294" y="1437"/>
                    </a:lnTo>
                    <a:lnTo>
                      <a:pt x="1294" y="1437"/>
                    </a:lnTo>
                    <a:lnTo>
                      <a:pt x="1294" y="1437"/>
                    </a:lnTo>
                    <a:lnTo>
                      <a:pt x="1294" y="1435"/>
                    </a:lnTo>
                    <a:lnTo>
                      <a:pt x="1294" y="1432"/>
                    </a:lnTo>
                    <a:lnTo>
                      <a:pt x="1292" y="1430"/>
                    </a:lnTo>
                    <a:lnTo>
                      <a:pt x="1289" y="1423"/>
                    </a:lnTo>
                    <a:lnTo>
                      <a:pt x="1287" y="1423"/>
                    </a:lnTo>
                    <a:lnTo>
                      <a:pt x="1285" y="1423"/>
                    </a:lnTo>
                    <a:lnTo>
                      <a:pt x="1285" y="1422"/>
                    </a:lnTo>
                    <a:lnTo>
                      <a:pt x="1284" y="1420"/>
                    </a:lnTo>
                    <a:lnTo>
                      <a:pt x="1284" y="1420"/>
                    </a:lnTo>
                    <a:lnTo>
                      <a:pt x="1285" y="1420"/>
                    </a:lnTo>
                    <a:lnTo>
                      <a:pt x="1284" y="1418"/>
                    </a:lnTo>
                    <a:lnTo>
                      <a:pt x="1282" y="1418"/>
                    </a:lnTo>
                    <a:lnTo>
                      <a:pt x="1280" y="1417"/>
                    </a:lnTo>
                    <a:lnTo>
                      <a:pt x="1284" y="1417"/>
                    </a:lnTo>
                    <a:lnTo>
                      <a:pt x="1284" y="1413"/>
                    </a:lnTo>
                    <a:lnTo>
                      <a:pt x="1282" y="1408"/>
                    </a:lnTo>
                    <a:lnTo>
                      <a:pt x="1282" y="1406"/>
                    </a:lnTo>
                    <a:lnTo>
                      <a:pt x="1284" y="1405"/>
                    </a:lnTo>
                    <a:lnTo>
                      <a:pt x="1287" y="1403"/>
                    </a:lnTo>
                    <a:lnTo>
                      <a:pt x="1289" y="1401"/>
                    </a:lnTo>
                    <a:lnTo>
                      <a:pt x="1287" y="1401"/>
                    </a:lnTo>
                    <a:lnTo>
                      <a:pt x="1287" y="1400"/>
                    </a:lnTo>
                    <a:lnTo>
                      <a:pt x="1285" y="1400"/>
                    </a:lnTo>
                    <a:lnTo>
                      <a:pt x="1287" y="1400"/>
                    </a:lnTo>
                    <a:lnTo>
                      <a:pt x="1287" y="1398"/>
                    </a:lnTo>
                    <a:lnTo>
                      <a:pt x="1289" y="1398"/>
                    </a:lnTo>
                    <a:lnTo>
                      <a:pt x="1287" y="1396"/>
                    </a:lnTo>
                    <a:lnTo>
                      <a:pt x="1285" y="1396"/>
                    </a:lnTo>
                    <a:lnTo>
                      <a:pt x="1282" y="1398"/>
                    </a:lnTo>
                    <a:lnTo>
                      <a:pt x="1280" y="1400"/>
                    </a:lnTo>
                    <a:lnTo>
                      <a:pt x="1280" y="1398"/>
                    </a:lnTo>
                    <a:lnTo>
                      <a:pt x="1280" y="1398"/>
                    </a:lnTo>
                    <a:lnTo>
                      <a:pt x="1282" y="1396"/>
                    </a:lnTo>
                    <a:lnTo>
                      <a:pt x="1285" y="1395"/>
                    </a:lnTo>
                    <a:lnTo>
                      <a:pt x="1285" y="1395"/>
                    </a:lnTo>
                    <a:lnTo>
                      <a:pt x="1284" y="1386"/>
                    </a:lnTo>
                    <a:lnTo>
                      <a:pt x="1284" y="1384"/>
                    </a:lnTo>
                    <a:lnTo>
                      <a:pt x="1284" y="1383"/>
                    </a:lnTo>
                    <a:lnTo>
                      <a:pt x="1282" y="1383"/>
                    </a:lnTo>
                    <a:lnTo>
                      <a:pt x="1279" y="1383"/>
                    </a:lnTo>
                    <a:lnTo>
                      <a:pt x="1277" y="1381"/>
                    </a:lnTo>
                    <a:lnTo>
                      <a:pt x="1277" y="1379"/>
                    </a:lnTo>
                    <a:lnTo>
                      <a:pt x="1277" y="1379"/>
                    </a:lnTo>
                    <a:lnTo>
                      <a:pt x="1275" y="1379"/>
                    </a:lnTo>
                    <a:lnTo>
                      <a:pt x="1275" y="1381"/>
                    </a:lnTo>
                    <a:lnTo>
                      <a:pt x="1275" y="1381"/>
                    </a:lnTo>
                    <a:lnTo>
                      <a:pt x="1275" y="1383"/>
                    </a:lnTo>
                    <a:lnTo>
                      <a:pt x="1273" y="1383"/>
                    </a:lnTo>
                    <a:lnTo>
                      <a:pt x="1272" y="1381"/>
                    </a:lnTo>
                    <a:lnTo>
                      <a:pt x="1268" y="1381"/>
                    </a:lnTo>
                    <a:lnTo>
                      <a:pt x="1265" y="1379"/>
                    </a:lnTo>
                    <a:lnTo>
                      <a:pt x="1263" y="1379"/>
                    </a:lnTo>
                    <a:lnTo>
                      <a:pt x="1262" y="1378"/>
                    </a:lnTo>
                    <a:lnTo>
                      <a:pt x="1262" y="1378"/>
                    </a:lnTo>
                    <a:lnTo>
                      <a:pt x="1260" y="1376"/>
                    </a:lnTo>
                    <a:lnTo>
                      <a:pt x="1258" y="1374"/>
                    </a:lnTo>
                    <a:lnTo>
                      <a:pt x="1256" y="1374"/>
                    </a:lnTo>
                    <a:lnTo>
                      <a:pt x="1255" y="1374"/>
                    </a:lnTo>
                    <a:lnTo>
                      <a:pt x="1253" y="1374"/>
                    </a:lnTo>
                    <a:lnTo>
                      <a:pt x="1253" y="1374"/>
                    </a:lnTo>
                    <a:lnTo>
                      <a:pt x="1255" y="1373"/>
                    </a:lnTo>
                    <a:lnTo>
                      <a:pt x="1255" y="1373"/>
                    </a:lnTo>
                    <a:lnTo>
                      <a:pt x="1255" y="1373"/>
                    </a:lnTo>
                    <a:lnTo>
                      <a:pt x="1256" y="1373"/>
                    </a:lnTo>
                    <a:lnTo>
                      <a:pt x="1256" y="1374"/>
                    </a:lnTo>
                    <a:lnTo>
                      <a:pt x="1258" y="1373"/>
                    </a:lnTo>
                    <a:lnTo>
                      <a:pt x="1260" y="1373"/>
                    </a:lnTo>
                    <a:lnTo>
                      <a:pt x="1260" y="1373"/>
                    </a:lnTo>
                    <a:lnTo>
                      <a:pt x="1260" y="1371"/>
                    </a:lnTo>
                    <a:lnTo>
                      <a:pt x="1256" y="1369"/>
                    </a:lnTo>
                    <a:lnTo>
                      <a:pt x="1255" y="1367"/>
                    </a:lnTo>
                    <a:lnTo>
                      <a:pt x="1255" y="1367"/>
                    </a:lnTo>
                    <a:lnTo>
                      <a:pt x="1248" y="1359"/>
                    </a:lnTo>
                    <a:lnTo>
                      <a:pt x="1248" y="1357"/>
                    </a:lnTo>
                    <a:lnTo>
                      <a:pt x="1248" y="1349"/>
                    </a:lnTo>
                    <a:lnTo>
                      <a:pt x="1248" y="1345"/>
                    </a:lnTo>
                    <a:lnTo>
                      <a:pt x="1245" y="1342"/>
                    </a:lnTo>
                    <a:lnTo>
                      <a:pt x="1243" y="1339"/>
                    </a:lnTo>
                    <a:lnTo>
                      <a:pt x="1240" y="1337"/>
                    </a:lnTo>
                    <a:lnTo>
                      <a:pt x="1234" y="1335"/>
                    </a:lnTo>
                    <a:lnTo>
                      <a:pt x="1233" y="1335"/>
                    </a:lnTo>
                    <a:lnTo>
                      <a:pt x="1231" y="1335"/>
                    </a:lnTo>
                    <a:lnTo>
                      <a:pt x="1217" y="1325"/>
                    </a:lnTo>
                    <a:lnTo>
                      <a:pt x="1216" y="1323"/>
                    </a:lnTo>
                    <a:lnTo>
                      <a:pt x="1212" y="1318"/>
                    </a:lnTo>
                    <a:lnTo>
                      <a:pt x="1211" y="1316"/>
                    </a:lnTo>
                    <a:lnTo>
                      <a:pt x="1206" y="1308"/>
                    </a:lnTo>
                    <a:lnTo>
                      <a:pt x="1200" y="1293"/>
                    </a:lnTo>
                    <a:lnTo>
                      <a:pt x="1199" y="1291"/>
                    </a:lnTo>
                    <a:lnTo>
                      <a:pt x="1199" y="1291"/>
                    </a:lnTo>
                    <a:lnTo>
                      <a:pt x="1197" y="1289"/>
                    </a:lnTo>
                    <a:lnTo>
                      <a:pt x="1197" y="1288"/>
                    </a:lnTo>
                    <a:lnTo>
                      <a:pt x="1197" y="1288"/>
                    </a:lnTo>
                    <a:lnTo>
                      <a:pt x="1197" y="1286"/>
                    </a:lnTo>
                    <a:lnTo>
                      <a:pt x="1195" y="1284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5" y="1286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4" y="1288"/>
                    </a:lnTo>
                    <a:lnTo>
                      <a:pt x="1192" y="1288"/>
                    </a:lnTo>
                    <a:lnTo>
                      <a:pt x="1190" y="1286"/>
                    </a:lnTo>
                    <a:lnTo>
                      <a:pt x="1189" y="1284"/>
                    </a:lnTo>
                    <a:lnTo>
                      <a:pt x="1187" y="1283"/>
                    </a:lnTo>
                    <a:lnTo>
                      <a:pt x="1187" y="1279"/>
                    </a:lnTo>
                    <a:lnTo>
                      <a:pt x="1185" y="1277"/>
                    </a:lnTo>
                    <a:lnTo>
                      <a:pt x="1185" y="1274"/>
                    </a:lnTo>
                    <a:lnTo>
                      <a:pt x="1183" y="1276"/>
                    </a:lnTo>
                    <a:lnTo>
                      <a:pt x="1182" y="1277"/>
                    </a:lnTo>
                    <a:lnTo>
                      <a:pt x="1182" y="1277"/>
                    </a:lnTo>
                    <a:lnTo>
                      <a:pt x="1180" y="1277"/>
                    </a:lnTo>
                    <a:lnTo>
                      <a:pt x="1180" y="1276"/>
                    </a:lnTo>
                    <a:lnTo>
                      <a:pt x="1182" y="1274"/>
                    </a:lnTo>
                    <a:lnTo>
                      <a:pt x="1182" y="1274"/>
                    </a:lnTo>
                    <a:lnTo>
                      <a:pt x="1180" y="1274"/>
                    </a:lnTo>
                    <a:lnTo>
                      <a:pt x="1178" y="1272"/>
                    </a:lnTo>
                    <a:lnTo>
                      <a:pt x="1178" y="1272"/>
                    </a:lnTo>
                    <a:lnTo>
                      <a:pt x="1177" y="1271"/>
                    </a:lnTo>
                    <a:lnTo>
                      <a:pt x="1175" y="1271"/>
                    </a:lnTo>
                    <a:lnTo>
                      <a:pt x="1173" y="1271"/>
                    </a:lnTo>
                    <a:lnTo>
                      <a:pt x="1172" y="1271"/>
                    </a:lnTo>
                    <a:lnTo>
                      <a:pt x="1172" y="1272"/>
                    </a:lnTo>
                    <a:lnTo>
                      <a:pt x="1172" y="1272"/>
                    </a:lnTo>
                    <a:lnTo>
                      <a:pt x="1175" y="1274"/>
                    </a:lnTo>
                    <a:lnTo>
                      <a:pt x="1177" y="1274"/>
                    </a:lnTo>
                    <a:lnTo>
                      <a:pt x="1177" y="1276"/>
                    </a:lnTo>
                    <a:lnTo>
                      <a:pt x="1178" y="1277"/>
                    </a:lnTo>
                    <a:lnTo>
                      <a:pt x="1178" y="1281"/>
                    </a:lnTo>
                    <a:lnTo>
                      <a:pt x="1177" y="1279"/>
                    </a:lnTo>
                    <a:lnTo>
                      <a:pt x="1175" y="1277"/>
                    </a:lnTo>
                    <a:lnTo>
                      <a:pt x="1172" y="1277"/>
                    </a:lnTo>
                    <a:lnTo>
                      <a:pt x="1170" y="1277"/>
                    </a:lnTo>
                    <a:lnTo>
                      <a:pt x="1170" y="1277"/>
                    </a:lnTo>
                    <a:lnTo>
                      <a:pt x="1170" y="1276"/>
                    </a:lnTo>
                    <a:lnTo>
                      <a:pt x="1168" y="1276"/>
                    </a:lnTo>
                    <a:lnTo>
                      <a:pt x="1168" y="1277"/>
                    </a:lnTo>
                    <a:lnTo>
                      <a:pt x="1168" y="1279"/>
                    </a:lnTo>
                    <a:lnTo>
                      <a:pt x="1168" y="1279"/>
                    </a:lnTo>
                    <a:lnTo>
                      <a:pt x="1168" y="1279"/>
                    </a:lnTo>
                    <a:lnTo>
                      <a:pt x="1168" y="1281"/>
                    </a:lnTo>
                    <a:lnTo>
                      <a:pt x="1168" y="1281"/>
                    </a:lnTo>
                    <a:lnTo>
                      <a:pt x="1168" y="1281"/>
                    </a:lnTo>
                    <a:lnTo>
                      <a:pt x="1167" y="1281"/>
                    </a:lnTo>
                    <a:lnTo>
                      <a:pt x="1165" y="1279"/>
                    </a:lnTo>
                    <a:lnTo>
                      <a:pt x="1165" y="1279"/>
                    </a:lnTo>
                    <a:lnTo>
                      <a:pt x="1165" y="1277"/>
                    </a:lnTo>
                    <a:lnTo>
                      <a:pt x="1165" y="1276"/>
                    </a:lnTo>
                    <a:lnTo>
                      <a:pt x="1165" y="1276"/>
                    </a:lnTo>
                    <a:lnTo>
                      <a:pt x="1167" y="1276"/>
                    </a:lnTo>
                    <a:lnTo>
                      <a:pt x="1167" y="1276"/>
                    </a:lnTo>
                    <a:lnTo>
                      <a:pt x="1165" y="1274"/>
                    </a:lnTo>
                    <a:lnTo>
                      <a:pt x="1165" y="1274"/>
                    </a:lnTo>
                    <a:lnTo>
                      <a:pt x="1165" y="1274"/>
                    </a:lnTo>
                    <a:lnTo>
                      <a:pt x="1163" y="1272"/>
                    </a:lnTo>
                    <a:lnTo>
                      <a:pt x="1161" y="1272"/>
                    </a:lnTo>
                    <a:lnTo>
                      <a:pt x="1160" y="1271"/>
                    </a:lnTo>
                    <a:lnTo>
                      <a:pt x="1158" y="1271"/>
                    </a:lnTo>
                    <a:lnTo>
                      <a:pt x="1158" y="1272"/>
                    </a:lnTo>
                    <a:lnTo>
                      <a:pt x="1158" y="1272"/>
                    </a:lnTo>
                    <a:lnTo>
                      <a:pt x="1158" y="1272"/>
                    </a:lnTo>
                    <a:lnTo>
                      <a:pt x="1156" y="1272"/>
                    </a:lnTo>
                    <a:lnTo>
                      <a:pt x="1156" y="1272"/>
                    </a:lnTo>
                    <a:lnTo>
                      <a:pt x="1155" y="1271"/>
                    </a:lnTo>
                    <a:lnTo>
                      <a:pt x="1153" y="1267"/>
                    </a:lnTo>
                    <a:lnTo>
                      <a:pt x="1148" y="1264"/>
                    </a:lnTo>
                    <a:lnTo>
                      <a:pt x="1148" y="1262"/>
                    </a:lnTo>
                    <a:lnTo>
                      <a:pt x="1148" y="1260"/>
                    </a:lnTo>
                    <a:lnTo>
                      <a:pt x="1146" y="1260"/>
                    </a:lnTo>
                    <a:lnTo>
                      <a:pt x="1146" y="1260"/>
                    </a:lnTo>
                    <a:lnTo>
                      <a:pt x="1144" y="1260"/>
                    </a:lnTo>
                    <a:lnTo>
                      <a:pt x="1144" y="1260"/>
                    </a:lnTo>
                    <a:lnTo>
                      <a:pt x="1144" y="1260"/>
                    </a:lnTo>
                    <a:lnTo>
                      <a:pt x="1144" y="1259"/>
                    </a:lnTo>
                    <a:lnTo>
                      <a:pt x="1143" y="1259"/>
                    </a:lnTo>
                    <a:lnTo>
                      <a:pt x="1143" y="1259"/>
                    </a:lnTo>
                    <a:lnTo>
                      <a:pt x="1143" y="1257"/>
                    </a:lnTo>
                    <a:lnTo>
                      <a:pt x="1143" y="1257"/>
                    </a:lnTo>
                    <a:lnTo>
                      <a:pt x="1143" y="1257"/>
                    </a:lnTo>
                    <a:lnTo>
                      <a:pt x="1141" y="1257"/>
                    </a:lnTo>
                    <a:lnTo>
                      <a:pt x="1141" y="1257"/>
                    </a:lnTo>
                    <a:lnTo>
                      <a:pt x="1138" y="1255"/>
                    </a:lnTo>
                    <a:lnTo>
                      <a:pt x="1134" y="1255"/>
                    </a:lnTo>
                    <a:lnTo>
                      <a:pt x="1134" y="1254"/>
                    </a:lnTo>
                    <a:lnTo>
                      <a:pt x="1134" y="1254"/>
                    </a:lnTo>
                    <a:lnTo>
                      <a:pt x="1133" y="1252"/>
                    </a:lnTo>
                    <a:lnTo>
                      <a:pt x="1133" y="1252"/>
                    </a:lnTo>
                    <a:lnTo>
                      <a:pt x="1133" y="1250"/>
                    </a:lnTo>
                    <a:lnTo>
                      <a:pt x="1131" y="1249"/>
                    </a:lnTo>
                    <a:lnTo>
                      <a:pt x="1131" y="1247"/>
                    </a:lnTo>
                    <a:lnTo>
                      <a:pt x="1129" y="1245"/>
                    </a:lnTo>
                    <a:lnTo>
                      <a:pt x="1129" y="1243"/>
                    </a:lnTo>
                    <a:lnTo>
                      <a:pt x="1129" y="1242"/>
                    </a:lnTo>
                    <a:lnTo>
                      <a:pt x="1124" y="1240"/>
                    </a:lnTo>
                    <a:lnTo>
                      <a:pt x="1124" y="1238"/>
                    </a:lnTo>
                    <a:lnTo>
                      <a:pt x="1122" y="1235"/>
                    </a:lnTo>
                    <a:lnTo>
                      <a:pt x="1121" y="1233"/>
                    </a:lnTo>
                    <a:lnTo>
                      <a:pt x="1117" y="1235"/>
                    </a:lnTo>
                    <a:lnTo>
                      <a:pt x="1116" y="1233"/>
                    </a:lnTo>
                    <a:lnTo>
                      <a:pt x="1114" y="1233"/>
                    </a:lnTo>
                    <a:lnTo>
                      <a:pt x="1112" y="1233"/>
                    </a:lnTo>
                    <a:lnTo>
                      <a:pt x="1110" y="1235"/>
                    </a:lnTo>
                    <a:lnTo>
                      <a:pt x="1109" y="1235"/>
                    </a:lnTo>
                    <a:lnTo>
                      <a:pt x="1109" y="1233"/>
                    </a:lnTo>
                    <a:lnTo>
                      <a:pt x="1107" y="1232"/>
                    </a:lnTo>
                    <a:lnTo>
                      <a:pt x="1107" y="1232"/>
                    </a:lnTo>
                    <a:lnTo>
                      <a:pt x="1105" y="1230"/>
                    </a:lnTo>
                    <a:lnTo>
                      <a:pt x="1102" y="1230"/>
                    </a:lnTo>
                    <a:lnTo>
                      <a:pt x="1102" y="1230"/>
                    </a:lnTo>
                    <a:lnTo>
                      <a:pt x="1105" y="1230"/>
                    </a:lnTo>
                    <a:lnTo>
                      <a:pt x="1107" y="1230"/>
                    </a:lnTo>
                    <a:lnTo>
                      <a:pt x="1109" y="1228"/>
                    </a:lnTo>
                    <a:lnTo>
                      <a:pt x="1109" y="1226"/>
                    </a:lnTo>
                    <a:lnTo>
                      <a:pt x="1105" y="1223"/>
                    </a:lnTo>
                    <a:lnTo>
                      <a:pt x="1102" y="1221"/>
                    </a:lnTo>
                    <a:lnTo>
                      <a:pt x="1100" y="1213"/>
                    </a:lnTo>
                    <a:lnTo>
                      <a:pt x="1102" y="1211"/>
                    </a:lnTo>
                    <a:lnTo>
                      <a:pt x="1104" y="1209"/>
                    </a:lnTo>
                    <a:lnTo>
                      <a:pt x="1105" y="1208"/>
                    </a:lnTo>
                    <a:lnTo>
                      <a:pt x="1104" y="1206"/>
                    </a:lnTo>
                    <a:lnTo>
                      <a:pt x="1104" y="1206"/>
                    </a:lnTo>
                    <a:lnTo>
                      <a:pt x="1104" y="1206"/>
                    </a:lnTo>
                    <a:lnTo>
                      <a:pt x="1102" y="1206"/>
                    </a:lnTo>
                    <a:lnTo>
                      <a:pt x="1102" y="1206"/>
                    </a:lnTo>
                    <a:lnTo>
                      <a:pt x="1100" y="1204"/>
                    </a:lnTo>
                    <a:lnTo>
                      <a:pt x="1100" y="1203"/>
                    </a:lnTo>
                    <a:lnTo>
                      <a:pt x="1102" y="1201"/>
                    </a:lnTo>
                    <a:lnTo>
                      <a:pt x="1099" y="1199"/>
                    </a:lnTo>
                    <a:lnTo>
                      <a:pt x="1099" y="1196"/>
                    </a:lnTo>
                    <a:lnTo>
                      <a:pt x="1100" y="1189"/>
                    </a:lnTo>
                    <a:lnTo>
                      <a:pt x="1100" y="1187"/>
                    </a:lnTo>
                    <a:lnTo>
                      <a:pt x="1100" y="1187"/>
                    </a:lnTo>
                    <a:lnTo>
                      <a:pt x="1099" y="1186"/>
                    </a:lnTo>
                    <a:lnTo>
                      <a:pt x="1099" y="1186"/>
                    </a:lnTo>
                    <a:lnTo>
                      <a:pt x="1099" y="1186"/>
                    </a:lnTo>
                    <a:lnTo>
                      <a:pt x="1099" y="1184"/>
                    </a:lnTo>
                    <a:lnTo>
                      <a:pt x="1099" y="1184"/>
                    </a:lnTo>
                    <a:lnTo>
                      <a:pt x="1099" y="1182"/>
                    </a:lnTo>
                    <a:lnTo>
                      <a:pt x="1097" y="1182"/>
                    </a:lnTo>
                    <a:lnTo>
                      <a:pt x="1097" y="1181"/>
                    </a:lnTo>
                    <a:lnTo>
                      <a:pt x="1097" y="1181"/>
                    </a:lnTo>
                    <a:lnTo>
                      <a:pt x="1097" y="1181"/>
                    </a:lnTo>
                    <a:lnTo>
                      <a:pt x="1099" y="1179"/>
                    </a:lnTo>
                    <a:lnTo>
                      <a:pt x="1100" y="1181"/>
                    </a:lnTo>
                    <a:lnTo>
                      <a:pt x="1100" y="1181"/>
                    </a:lnTo>
                    <a:lnTo>
                      <a:pt x="1100" y="1179"/>
                    </a:lnTo>
                    <a:lnTo>
                      <a:pt x="1100" y="1179"/>
                    </a:lnTo>
                    <a:lnTo>
                      <a:pt x="1100" y="1177"/>
                    </a:lnTo>
                    <a:lnTo>
                      <a:pt x="1100" y="1177"/>
                    </a:lnTo>
                    <a:lnTo>
                      <a:pt x="1102" y="1174"/>
                    </a:lnTo>
                    <a:lnTo>
                      <a:pt x="1102" y="1170"/>
                    </a:lnTo>
                    <a:lnTo>
                      <a:pt x="1102" y="1167"/>
                    </a:lnTo>
                    <a:lnTo>
                      <a:pt x="1104" y="1164"/>
                    </a:lnTo>
                    <a:lnTo>
                      <a:pt x="1104" y="1162"/>
                    </a:lnTo>
                    <a:lnTo>
                      <a:pt x="1104" y="1160"/>
                    </a:lnTo>
                    <a:lnTo>
                      <a:pt x="1102" y="1159"/>
                    </a:lnTo>
                    <a:lnTo>
                      <a:pt x="1102" y="1157"/>
                    </a:lnTo>
                    <a:lnTo>
                      <a:pt x="1100" y="1157"/>
                    </a:lnTo>
                    <a:lnTo>
                      <a:pt x="1100" y="1153"/>
                    </a:lnTo>
                    <a:lnTo>
                      <a:pt x="1100" y="1148"/>
                    </a:lnTo>
                    <a:lnTo>
                      <a:pt x="1100" y="1147"/>
                    </a:lnTo>
                    <a:lnTo>
                      <a:pt x="1099" y="1145"/>
                    </a:lnTo>
                    <a:lnTo>
                      <a:pt x="1099" y="1147"/>
                    </a:lnTo>
                    <a:lnTo>
                      <a:pt x="1099" y="1148"/>
                    </a:lnTo>
                    <a:lnTo>
                      <a:pt x="1099" y="1150"/>
                    </a:lnTo>
                    <a:lnTo>
                      <a:pt x="1099" y="1152"/>
                    </a:lnTo>
                    <a:lnTo>
                      <a:pt x="1097" y="1153"/>
                    </a:lnTo>
                    <a:lnTo>
                      <a:pt x="1097" y="1153"/>
                    </a:lnTo>
                    <a:lnTo>
                      <a:pt x="1095" y="1153"/>
                    </a:lnTo>
                    <a:lnTo>
                      <a:pt x="1095" y="1153"/>
                    </a:lnTo>
                    <a:lnTo>
                      <a:pt x="1095" y="1152"/>
                    </a:lnTo>
                    <a:lnTo>
                      <a:pt x="1095" y="1150"/>
                    </a:lnTo>
                    <a:lnTo>
                      <a:pt x="1093" y="1148"/>
                    </a:lnTo>
                    <a:lnTo>
                      <a:pt x="1093" y="1148"/>
                    </a:lnTo>
                    <a:lnTo>
                      <a:pt x="1092" y="1148"/>
                    </a:lnTo>
                    <a:lnTo>
                      <a:pt x="1092" y="1147"/>
                    </a:lnTo>
                    <a:lnTo>
                      <a:pt x="1090" y="1145"/>
                    </a:lnTo>
                    <a:lnTo>
                      <a:pt x="1090" y="1143"/>
                    </a:lnTo>
                    <a:lnTo>
                      <a:pt x="1092" y="1143"/>
                    </a:lnTo>
                    <a:lnTo>
                      <a:pt x="1093" y="1143"/>
                    </a:lnTo>
                    <a:lnTo>
                      <a:pt x="1093" y="1145"/>
                    </a:lnTo>
                    <a:lnTo>
                      <a:pt x="1095" y="1145"/>
                    </a:lnTo>
                    <a:lnTo>
                      <a:pt x="1097" y="1142"/>
                    </a:lnTo>
                    <a:lnTo>
                      <a:pt x="1099" y="1142"/>
                    </a:lnTo>
                    <a:lnTo>
                      <a:pt x="1099" y="1140"/>
                    </a:lnTo>
                    <a:lnTo>
                      <a:pt x="1099" y="1140"/>
                    </a:lnTo>
                    <a:lnTo>
                      <a:pt x="1097" y="1140"/>
                    </a:lnTo>
                    <a:lnTo>
                      <a:pt x="1097" y="1138"/>
                    </a:lnTo>
                    <a:lnTo>
                      <a:pt x="1093" y="1138"/>
                    </a:lnTo>
                    <a:lnTo>
                      <a:pt x="1093" y="1138"/>
                    </a:lnTo>
                    <a:lnTo>
                      <a:pt x="1092" y="1136"/>
                    </a:lnTo>
                    <a:lnTo>
                      <a:pt x="1092" y="1135"/>
                    </a:lnTo>
                    <a:lnTo>
                      <a:pt x="1092" y="1133"/>
                    </a:lnTo>
                    <a:lnTo>
                      <a:pt x="1092" y="1131"/>
                    </a:lnTo>
                    <a:lnTo>
                      <a:pt x="1090" y="1131"/>
                    </a:lnTo>
                    <a:lnTo>
                      <a:pt x="1090" y="1133"/>
                    </a:lnTo>
                    <a:lnTo>
                      <a:pt x="1090" y="1135"/>
                    </a:lnTo>
                    <a:lnTo>
                      <a:pt x="1090" y="1135"/>
                    </a:lnTo>
                    <a:lnTo>
                      <a:pt x="1090" y="1136"/>
                    </a:lnTo>
                    <a:lnTo>
                      <a:pt x="1088" y="1135"/>
                    </a:lnTo>
                    <a:lnTo>
                      <a:pt x="1088" y="1135"/>
                    </a:lnTo>
                    <a:lnTo>
                      <a:pt x="1087" y="1135"/>
                    </a:lnTo>
                    <a:lnTo>
                      <a:pt x="1087" y="1133"/>
                    </a:lnTo>
                    <a:lnTo>
                      <a:pt x="1087" y="1133"/>
                    </a:lnTo>
                    <a:lnTo>
                      <a:pt x="1087" y="1133"/>
                    </a:lnTo>
                    <a:lnTo>
                      <a:pt x="1087" y="1131"/>
                    </a:lnTo>
                    <a:lnTo>
                      <a:pt x="1087" y="1131"/>
                    </a:lnTo>
                    <a:lnTo>
                      <a:pt x="1088" y="1131"/>
                    </a:lnTo>
                    <a:lnTo>
                      <a:pt x="1087" y="1130"/>
                    </a:lnTo>
                    <a:lnTo>
                      <a:pt x="1087" y="1130"/>
                    </a:lnTo>
                    <a:lnTo>
                      <a:pt x="1085" y="1130"/>
                    </a:lnTo>
                    <a:lnTo>
                      <a:pt x="1082" y="1128"/>
                    </a:lnTo>
                    <a:lnTo>
                      <a:pt x="1082" y="1128"/>
                    </a:lnTo>
                    <a:lnTo>
                      <a:pt x="1080" y="1131"/>
                    </a:lnTo>
                    <a:lnTo>
                      <a:pt x="1078" y="1136"/>
                    </a:lnTo>
                    <a:lnTo>
                      <a:pt x="1080" y="1142"/>
                    </a:lnTo>
                    <a:lnTo>
                      <a:pt x="1083" y="1143"/>
                    </a:lnTo>
                    <a:lnTo>
                      <a:pt x="1083" y="1145"/>
                    </a:lnTo>
                    <a:lnTo>
                      <a:pt x="1082" y="1145"/>
                    </a:lnTo>
                    <a:lnTo>
                      <a:pt x="1083" y="1148"/>
                    </a:lnTo>
                    <a:lnTo>
                      <a:pt x="1085" y="1150"/>
                    </a:lnTo>
                    <a:lnTo>
                      <a:pt x="1085" y="1152"/>
                    </a:lnTo>
                    <a:lnTo>
                      <a:pt x="1085" y="1153"/>
                    </a:lnTo>
                    <a:lnTo>
                      <a:pt x="1078" y="1147"/>
                    </a:lnTo>
                    <a:lnTo>
                      <a:pt x="1077" y="1147"/>
                    </a:lnTo>
                    <a:lnTo>
                      <a:pt x="1073" y="1145"/>
                    </a:lnTo>
                    <a:lnTo>
                      <a:pt x="1071" y="1145"/>
                    </a:lnTo>
                    <a:lnTo>
                      <a:pt x="1070" y="1143"/>
                    </a:lnTo>
                    <a:lnTo>
                      <a:pt x="1068" y="1142"/>
                    </a:lnTo>
                    <a:lnTo>
                      <a:pt x="1068" y="1142"/>
                    </a:lnTo>
                    <a:lnTo>
                      <a:pt x="1066" y="1140"/>
                    </a:lnTo>
                    <a:lnTo>
                      <a:pt x="1063" y="1140"/>
                    </a:lnTo>
                    <a:lnTo>
                      <a:pt x="1061" y="1138"/>
                    </a:lnTo>
                    <a:lnTo>
                      <a:pt x="1060" y="1136"/>
                    </a:lnTo>
                    <a:lnTo>
                      <a:pt x="1058" y="1136"/>
                    </a:lnTo>
                    <a:lnTo>
                      <a:pt x="1051" y="1135"/>
                    </a:lnTo>
                    <a:lnTo>
                      <a:pt x="1049" y="1133"/>
                    </a:lnTo>
                    <a:lnTo>
                      <a:pt x="1048" y="1130"/>
                    </a:lnTo>
                    <a:lnTo>
                      <a:pt x="1049" y="1130"/>
                    </a:lnTo>
                    <a:lnTo>
                      <a:pt x="1049" y="1128"/>
                    </a:lnTo>
                    <a:lnTo>
                      <a:pt x="1046" y="1126"/>
                    </a:lnTo>
                    <a:lnTo>
                      <a:pt x="1046" y="1126"/>
                    </a:lnTo>
                    <a:lnTo>
                      <a:pt x="1046" y="1126"/>
                    </a:lnTo>
                    <a:lnTo>
                      <a:pt x="1046" y="1125"/>
                    </a:lnTo>
                    <a:lnTo>
                      <a:pt x="1046" y="1125"/>
                    </a:lnTo>
                    <a:lnTo>
                      <a:pt x="1046" y="1123"/>
                    </a:lnTo>
                    <a:lnTo>
                      <a:pt x="1046" y="1123"/>
                    </a:lnTo>
                    <a:lnTo>
                      <a:pt x="1044" y="1123"/>
                    </a:lnTo>
                    <a:lnTo>
                      <a:pt x="1044" y="1121"/>
                    </a:lnTo>
                    <a:lnTo>
                      <a:pt x="1043" y="1121"/>
                    </a:lnTo>
                    <a:lnTo>
                      <a:pt x="1043" y="1119"/>
                    </a:lnTo>
                    <a:lnTo>
                      <a:pt x="1041" y="1119"/>
                    </a:lnTo>
                    <a:lnTo>
                      <a:pt x="1039" y="1114"/>
                    </a:lnTo>
                    <a:lnTo>
                      <a:pt x="1039" y="1114"/>
                    </a:lnTo>
                    <a:lnTo>
                      <a:pt x="1039" y="1114"/>
                    </a:lnTo>
                    <a:lnTo>
                      <a:pt x="1037" y="1113"/>
                    </a:lnTo>
                    <a:lnTo>
                      <a:pt x="1037" y="1113"/>
                    </a:lnTo>
                    <a:lnTo>
                      <a:pt x="1034" y="1113"/>
                    </a:lnTo>
                    <a:lnTo>
                      <a:pt x="1032" y="1114"/>
                    </a:lnTo>
                    <a:lnTo>
                      <a:pt x="1032" y="1114"/>
                    </a:lnTo>
                    <a:lnTo>
                      <a:pt x="1031" y="1114"/>
                    </a:lnTo>
                    <a:lnTo>
                      <a:pt x="1031" y="1116"/>
                    </a:lnTo>
                    <a:lnTo>
                      <a:pt x="1029" y="1119"/>
                    </a:lnTo>
                    <a:lnTo>
                      <a:pt x="1027" y="1123"/>
                    </a:lnTo>
                    <a:lnTo>
                      <a:pt x="1027" y="1125"/>
                    </a:lnTo>
                    <a:lnTo>
                      <a:pt x="1026" y="1126"/>
                    </a:lnTo>
                    <a:lnTo>
                      <a:pt x="1027" y="1126"/>
                    </a:lnTo>
                    <a:lnTo>
                      <a:pt x="1027" y="1128"/>
                    </a:lnTo>
                    <a:lnTo>
                      <a:pt x="1029" y="1130"/>
                    </a:lnTo>
                    <a:lnTo>
                      <a:pt x="1027" y="1130"/>
                    </a:lnTo>
                    <a:lnTo>
                      <a:pt x="1027" y="1131"/>
                    </a:lnTo>
                    <a:lnTo>
                      <a:pt x="1027" y="1133"/>
                    </a:lnTo>
                    <a:lnTo>
                      <a:pt x="1029" y="1135"/>
                    </a:lnTo>
                    <a:lnTo>
                      <a:pt x="1034" y="1148"/>
                    </a:lnTo>
                    <a:lnTo>
                      <a:pt x="1037" y="1155"/>
                    </a:lnTo>
                    <a:lnTo>
                      <a:pt x="1034" y="1155"/>
                    </a:lnTo>
                    <a:lnTo>
                      <a:pt x="1032" y="1152"/>
                    </a:lnTo>
                    <a:lnTo>
                      <a:pt x="1031" y="1150"/>
                    </a:lnTo>
                    <a:lnTo>
                      <a:pt x="1031" y="1147"/>
                    </a:lnTo>
                    <a:lnTo>
                      <a:pt x="1029" y="1147"/>
                    </a:lnTo>
                    <a:lnTo>
                      <a:pt x="1022" y="1140"/>
                    </a:lnTo>
                    <a:lnTo>
                      <a:pt x="1022" y="1140"/>
                    </a:lnTo>
                    <a:lnTo>
                      <a:pt x="1022" y="1138"/>
                    </a:lnTo>
                    <a:lnTo>
                      <a:pt x="1020" y="1136"/>
                    </a:lnTo>
                    <a:lnTo>
                      <a:pt x="1019" y="1133"/>
                    </a:lnTo>
                    <a:lnTo>
                      <a:pt x="1017" y="1133"/>
                    </a:lnTo>
                    <a:lnTo>
                      <a:pt x="1015" y="1133"/>
                    </a:lnTo>
                    <a:lnTo>
                      <a:pt x="1014" y="1136"/>
                    </a:lnTo>
                    <a:lnTo>
                      <a:pt x="1012" y="1138"/>
                    </a:lnTo>
                    <a:lnTo>
                      <a:pt x="1010" y="1140"/>
                    </a:lnTo>
                    <a:lnTo>
                      <a:pt x="1007" y="1142"/>
                    </a:lnTo>
                    <a:lnTo>
                      <a:pt x="1003" y="1143"/>
                    </a:lnTo>
                    <a:lnTo>
                      <a:pt x="1005" y="1142"/>
                    </a:lnTo>
                    <a:lnTo>
                      <a:pt x="1005" y="1140"/>
                    </a:lnTo>
                    <a:lnTo>
                      <a:pt x="1007" y="1138"/>
                    </a:lnTo>
                    <a:lnTo>
                      <a:pt x="1007" y="1136"/>
                    </a:lnTo>
                    <a:lnTo>
                      <a:pt x="1007" y="1133"/>
                    </a:lnTo>
                    <a:lnTo>
                      <a:pt x="1007" y="1131"/>
                    </a:lnTo>
                    <a:lnTo>
                      <a:pt x="1007" y="1130"/>
                    </a:lnTo>
                    <a:lnTo>
                      <a:pt x="1005" y="1130"/>
                    </a:lnTo>
                    <a:lnTo>
                      <a:pt x="1003" y="1130"/>
                    </a:lnTo>
                    <a:lnTo>
                      <a:pt x="1003" y="1128"/>
                    </a:lnTo>
                    <a:lnTo>
                      <a:pt x="1003" y="1126"/>
                    </a:lnTo>
                    <a:lnTo>
                      <a:pt x="1002" y="1126"/>
                    </a:lnTo>
                    <a:lnTo>
                      <a:pt x="1002" y="1126"/>
                    </a:lnTo>
                    <a:lnTo>
                      <a:pt x="997" y="1125"/>
                    </a:lnTo>
                    <a:lnTo>
                      <a:pt x="997" y="1125"/>
                    </a:lnTo>
                    <a:lnTo>
                      <a:pt x="997" y="1123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7" y="1119"/>
                    </a:lnTo>
                    <a:lnTo>
                      <a:pt x="997" y="1118"/>
                    </a:lnTo>
                    <a:lnTo>
                      <a:pt x="997" y="1116"/>
                    </a:lnTo>
                    <a:lnTo>
                      <a:pt x="993" y="1116"/>
                    </a:lnTo>
                    <a:lnTo>
                      <a:pt x="995" y="1116"/>
                    </a:lnTo>
                    <a:lnTo>
                      <a:pt x="995" y="1114"/>
                    </a:lnTo>
                    <a:lnTo>
                      <a:pt x="997" y="1114"/>
                    </a:lnTo>
                    <a:lnTo>
                      <a:pt x="993" y="1108"/>
                    </a:lnTo>
                    <a:lnTo>
                      <a:pt x="992" y="1106"/>
                    </a:lnTo>
                    <a:lnTo>
                      <a:pt x="992" y="1103"/>
                    </a:lnTo>
                    <a:lnTo>
                      <a:pt x="992" y="1101"/>
                    </a:lnTo>
                    <a:lnTo>
                      <a:pt x="988" y="1096"/>
                    </a:lnTo>
                    <a:lnTo>
                      <a:pt x="987" y="1094"/>
                    </a:lnTo>
                    <a:lnTo>
                      <a:pt x="987" y="1092"/>
                    </a:lnTo>
                    <a:lnTo>
                      <a:pt x="987" y="1091"/>
                    </a:lnTo>
                    <a:lnTo>
                      <a:pt x="988" y="1089"/>
                    </a:lnTo>
                    <a:lnTo>
                      <a:pt x="988" y="1089"/>
                    </a:lnTo>
                    <a:lnTo>
                      <a:pt x="988" y="1087"/>
                    </a:lnTo>
                    <a:lnTo>
                      <a:pt x="987" y="1087"/>
                    </a:lnTo>
                    <a:lnTo>
                      <a:pt x="987" y="1086"/>
                    </a:lnTo>
                    <a:lnTo>
                      <a:pt x="987" y="1086"/>
                    </a:lnTo>
                    <a:lnTo>
                      <a:pt x="985" y="1084"/>
                    </a:lnTo>
                    <a:lnTo>
                      <a:pt x="985" y="1082"/>
                    </a:lnTo>
                    <a:lnTo>
                      <a:pt x="983" y="1080"/>
                    </a:lnTo>
                    <a:lnTo>
                      <a:pt x="985" y="1079"/>
                    </a:lnTo>
                    <a:lnTo>
                      <a:pt x="985" y="1077"/>
                    </a:lnTo>
                    <a:lnTo>
                      <a:pt x="987" y="1077"/>
                    </a:lnTo>
                    <a:lnTo>
                      <a:pt x="987" y="1077"/>
                    </a:lnTo>
                    <a:lnTo>
                      <a:pt x="988" y="1077"/>
                    </a:lnTo>
                    <a:lnTo>
                      <a:pt x="988" y="1075"/>
                    </a:lnTo>
                    <a:lnTo>
                      <a:pt x="987" y="1075"/>
                    </a:lnTo>
                    <a:lnTo>
                      <a:pt x="987" y="1074"/>
                    </a:lnTo>
                    <a:lnTo>
                      <a:pt x="985" y="1070"/>
                    </a:lnTo>
                    <a:lnTo>
                      <a:pt x="985" y="1069"/>
                    </a:lnTo>
                    <a:lnTo>
                      <a:pt x="985" y="1067"/>
                    </a:lnTo>
                    <a:lnTo>
                      <a:pt x="990" y="1063"/>
                    </a:lnTo>
                    <a:lnTo>
                      <a:pt x="988" y="1060"/>
                    </a:lnTo>
                    <a:lnTo>
                      <a:pt x="988" y="1060"/>
                    </a:lnTo>
                    <a:lnTo>
                      <a:pt x="988" y="1060"/>
                    </a:lnTo>
                    <a:lnTo>
                      <a:pt x="987" y="1060"/>
                    </a:lnTo>
                    <a:lnTo>
                      <a:pt x="987" y="1063"/>
                    </a:lnTo>
                    <a:lnTo>
                      <a:pt x="985" y="1063"/>
                    </a:lnTo>
                    <a:lnTo>
                      <a:pt x="983" y="1063"/>
                    </a:lnTo>
                    <a:lnTo>
                      <a:pt x="983" y="1063"/>
                    </a:lnTo>
                    <a:lnTo>
                      <a:pt x="981" y="1062"/>
                    </a:lnTo>
                    <a:lnTo>
                      <a:pt x="981" y="1062"/>
                    </a:lnTo>
                    <a:lnTo>
                      <a:pt x="981" y="1062"/>
                    </a:lnTo>
                    <a:lnTo>
                      <a:pt x="980" y="1060"/>
                    </a:lnTo>
                    <a:lnTo>
                      <a:pt x="980" y="1057"/>
                    </a:lnTo>
                    <a:lnTo>
                      <a:pt x="980" y="1057"/>
                    </a:lnTo>
                    <a:lnTo>
                      <a:pt x="978" y="1057"/>
                    </a:lnTo>
                    <a:lnTo>
                      <a:pt x="976" y="1057"/>
                    </a:lnTo>
                    <a:lnTo>
                      <a:pt x="976" y="1055"/>
                    </a:lnTo>
                    <a:lnTo>
                      <a:pt x="973" y="1058"/>
                    </a:lnTo>
                    <a:lnTo>
                      <a:pt x="971" y="1058"/>
                    </a:lnTo>
                    <a:lnTo>
                      <a:pt x="971" y="1055"/>
                    </a:lnTo>
                    <a:lnTo>
                      <a:pt x="971" y="1053"/>
                    </a:lnTo>
                    <a:lnTo>
                      <a:pt x="973" y="1053"/>
                    </a:lnTo>
                    <a:lnTo>
                      <a:pt x="975" y="1052"/>
                    </a:lnTo>
                    <a:lnTo>
                      <a:pt x="976" y="1050"/>
                    </a:lnTo>
                    <a:lnTo>
                      <a:pt x="975" y="1050"/>
                    </a:lnTo>
                    <a:lnTo>
                      <a:pt x="971" y="1050"/>
                    </a:lnTo>
                    <a:lnTo>
                      <a:pt x="971" y="1048"/>
                    </a:lnTo>
                    <a:lnTo>
                      <a:pt x="973" y="1048"/>
                    </a:lnTo>
                    <a:lnTo>
                      <a:pt x="973" y="1048"/>
                    </a:lnTo>
                    <a:lnTo>
                      <a:pt x="973" y="1046"/>
                    </a:lnTo>
                    <a:lnTo>
                      <a:pt x="975" y="1046"/>
                    </a:lnTo>
                    <a:lnTo>
                      <a:pt x="973" y="1043"/>
                    </a:lnTo>
                    <a:lnTo>
                      <a:pt x="971" y="1041"/>
                    </a:lnTo>
                    <a:lnTo>
                      <a:pt x="971" y="1041"/>
                    </a:lnTo>
                    <a:lnTo>
                      <a:pt x="973" y="1040"/>
                    </a:lnTo>
                    <a:lnTo>
                      <a:pt x="973" y="1040"/>
                    </a:lnTo>
                    <a:lnTo>
                      <a:pt x="971" y="1038"/>
                    </a:lnTo>
                    <a:lnTo>
                      <a:pt x="971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8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70" y="1036"/>
                    </a:lnTo>
                    <a:lnTo>
                      <a:pt x="968" y="1036"/>
                    </a:lnTo>
                    <a:lnTo>
                      <a:pt x="968" y="1036"/>
                    </a:lnTo>
                    <a:lnTo>
                      <a:pt x="968" y="1038"/>
                    </a:lnTo>
                    <a:lnTo>
                      <a:pt x="966" y="1038"/>
                    </a:lnTo>
                    <a:lnTo>
                      <a:pt x="966" y="1038"/>
                    </a:lnTo>
                    <a:lnTo>
                      <a:pt x="963" y="1033"/>
                    </a:lnTo>
                    <a:lnTo>
                      <a:pt x="963" y="1029"/>
                    </a:lnTo>
                    <a:lnTo>
                      <a:pt x="966" y="1024"/>
                    </a:lnTo>
                    <a:lnTo>
                      <a:pt x="966" y="1021"/>
                    </a:lnTo>
                    <a:lnTo>
                      <a:pt x="964" y="1019"/>
                    </a:lnTo>
                    <a:lnTo>
                      <a:pt x="964" y="1018"/>
                    </a:lnTo>
                    <a:lnTo>
                      <a:pt x="963" y="1018"/>
                    </a:lnTo>
                    <a:lnTo>
                      <a:pt x="961" y="1018"/>
                    </a:lnTo>
                    <a:lnTo>
                      <a:pt x="961" y="1016"/>
                    </a:lnTo>
                    <a:lnTo>
                      <a:pt x="961" y="1014"/>
                    </a:lnTo>
                    <a:lnTo>
                      <a:pt x="959" y="1014"/>
                    </a:lnTo>
                    <a:lnTo>
                      <a:pt x="956" y="1013"/>
                    </a:lnTo>
                    <a:lnTo>
                      <a:pt x="956" y="1013"/>
                    </a:lnTo>
                    <a:lnTo>
                      <a:pt x="954" y="1011"/>
                    </a:lnTo>
                    <a:lnTo>
                      <a:pt x="953" y="1011"/>
                    </a:lnTo>
                    <a:lnTo>
                      <a:pt x="951" y="1013"/>
                    </a:lnTo>
                    <a:lnTo>
                      <a:pt x="949" y="1013"/>
                    </a:lnTo>
                    <a:lnTo>
                      <a:pt x="949" y="1011"/>
                    </a:lnTo>
                    <a:lnTo>
                      <a:pt x="949" y="1009"/>
                    </a:lnTo>
                    <a:lnTo>
                      <a:pt x="949" y="1009"/>
                    </a:lnTo>
                    <a:lnTo>
                      <a:pt x="949" y="1007"/>
                    </a:lnTo>
                    <a:lnTo>
                      <a:pt x="949" y="1007"/>
                    </a:lnTo>
                    <a:lnTo>
                      <a:pt x="951" y="1007"/>
                    </a:lnTo>
                    <a:lnTo>
                      <a:pt x="953" y="1007"/>
                    </a:lnTo>
                    <a:lnTo>
                      <a:pt x="953" y="1006"/>
                    </a:lnTo>
                    <a:lnTo>
                      <a:pt x="951" y="1006"/>
                    </a:lnTo>
                    <a:lnTo>
                      <a:pt x="949" y="1006"/>
                    </a:lnTo>
                    <a:lnTo>
                      <a:pt x="949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7" y="1006"/>
                    </a:lnTo>
                    <a:lnTo>
                      <a:pt x="944" y="1004"/>
                    </a:lnTo>
                    <a:lnTo>
                      <a:pt x="944" y="1002"/>
                    </a:lnTo>
                    <a:lnTo>
                      <a:pt x="942" y="1002"/>
                    </a:lnTo>
                    <a:lnTo>
                      <a:pt x="941" y="1004"/>
                    </a:lnTo>
                    <a:lnTo>
                      <a:pt x="939" y="1002"/>
                    </a:lnTo>
                    <a:lnTo>
                      <a:pt x="937" y="1002"/>
                    </a:lnTo>
                    <a:lnTo>
                      <a:pt x="937" y="1001"/>
                    </a:lnTo>
                    <a:lnTo>
                      <a:pt x="936" y="1001"/>
                    </a:lnTo>
                    <a:lnTo>
                      <a:pt x="934" y="1002"/>
                    </a:lnTo>
                    <a:lnTo>
                      <a:pt x="934" y="1004"/>
                    </a:lnTo>
                    <a:lnTo>
                      <a:pt x="932" y="1004"/>
                    </a:lnTo>
                    <a:lnTo>
                      <a:pt x="932" y="1004"/>
                    </a:lnTo>
                    <a:lnTo>
                      <a:pt x="932" y="1004"/>
                    </a:lnTo>
                    <a:lnTo>
                      <a:pt x="932" y="1002"/>
                    </a:lnTo>
                    <a:lnTo>
                      <a:pt x="932" y="1002"/>
                    </a:lnTo>
                    <a:lnTo>
                      <a:pt x="932" y="1001"/>
                    </a:lnTo>
                    <a:lnTo>
                      <a:pt x="934" y="1001"/>
                    </a:lnTo>
                    <a:lnTo>
                      <a:pt x="934" y="1001"/>
                    </a:lnTo>
                    <a:lnTo>
                      <a:pt x="934" y="999"/>
                    </a:lnTo>
                    <a:lnTo>
                      <a:pt x="934" y="996"/>
                    </a:lnTo>
                    <a:lnTo>
                      <a:pt x="934" y="996"/>
                    </a:lnTo>
                    <a:lnTo>
                      <a:pt x="932" y="994"/>
                    </a:lnTo>
                    <a:lnTo>
                      <a:pt x="932" y="994"/>
                    </a:lnTo>
                    <a:lnTo>
                      <a:pt x="930" y="994"/>
                    </a:lnTo>
                    <a:lnTo>
                      <a:pt x="930" y="994"/>
                    </a:lnTo>
                    <a:lnTo>
                      <a:pt x="929" y="994"/>
                    </a:lnTo>
                    <a:lnTo>
                      <a:pt x="929" y="994"/>
                    </a:lnTo>
                    <a:lnTo>
                      <a:pt x="929" y="994"/>
                    </a:lnTo>
                    <a:lnTo>
                      <a:pt x="927" y="992"/>
                    </a:lnTo>
                    <a:lnTo>
                      <a:pt x="927" y="990"/>
                    </a:lnTo>
                    <a:lnTo>
                      <a:pt x="925" y="990"/>
                    </a:lnTo>
                    <a:lnTo>
                      <a:pt x="924" y="990"/>
                    </a:lnTo>
                    <a:lnTo>
                      <a:pt x="924" y="987"/>
                    </a:lnTo>
                    <a:lnTo>
                      <a:pt x="922" y="987"/>
                    </a:lnTo>
                    <a:lnTo>
                      <a:pt x="924" y="984"/>
                    </a:lnTo>
                    <a:lnTo>
                      <a:pt x="924" y="984"/>
                    </a:lnTo>
                    <a:lnTo>
                      <a:pt x="922" y="982"/>
                    </a:lnTo>
                    <a:lnTo>
                      <a:pt x="922" y="982"/>
                    </a:lnTo>
                    <a:lnTo>
                      <a:pt x="920" y="982"/>
                    </a:lnTo>
                    <a:lnTo>
                      <a:pt x="920" y="982"/>
                    </a:lnTo>
                    <a:lnTo>
                      <a:pt x="920" y="982"/>
                    </a:lnTo>
                    <a:lnTo>
                      <a:pt x="920" y="980"/>
                    </a:lnTo>
                    <a:lnTo>
                      <a:pt x="920" y="980"/>
                    </a:lnTo>
                    <a:lnTo>
                      <a:pt x="919" y="979"/>
                    </a:lnTo>
                    <a:lnTo>
                      <a:pt x="917" y="977"/>
                    </a:lnTo>
                    <a:lnTo>
                      <a:pt x="917" y="975"/>
                    </a:lnTo>
                    <a:lnTo>
                      <a:pt x="919" y="975"/>
                    </a:lnTo>
                    <a:lnTo>
                      <a:pt x="920" y="975"/>
                    </a:lnTo>
                    <a:lnTo>
                      <a:pt x="922" y="973"/>
                    </a:lnTo>
                    <a:lnTo>
                      <a:pt x="922" y="972"/>
                    </a:lnTo>
                    <a:lnTo>
                      <a:pt x="922" y="968"/>
                    </a:lnTo>
                    <a:lnTo>
                      <a:pt x="920" y="967"/>
                    </a:lnTo>
                    <a:lnTo>
                      <a:pt x="920" y="965"/>
                    </a:lnTo>
                    <a:lnTo>
                      <a:pt x="922" y="967"/>
                    </a:lnTo>
                    <a:lnTo>
                      <a:pt x="924" y="967"/>
                    </a:lnTo>
                    <a:lnTo>
                      <a:pt x="924" y="968"/>
                    </a:lnTo>
                    <a:lnTo>
                      <a:pt x="924" y="968"/>
                    </a:lnTo>
                    <a:lnTo>
                      <a:pt x="925" y="968"/>
                    </a:lnTo>
                    <a:lnTo>
                      <a:pt x="927" y="968"/>
                    </a:lnTo>
                    <a:lnTo>
                      <a:pt x="927" y="968"/>
                    </a:lnTo>
                    <a:lnTo>
                      <a:pt x="929" y="967"/>
                    </a:lnTo>
                    <a:lnTo>
                      <a:pt x="929" y="967"/>
                    </a:lnTo>
                    <a:lnTo>
                      <a:pt x="929" y="965"/>
                    </a:lnTo>
                    <a:lnTo>
                      <a:pt x="929" y="965"/>
                    </a:lnTo>
                    <a:lnTo>
                      <a:pt x="929" y="965"/>
                    </a:lnTo>
                    <a:lnTo>
                      <a:pt x="930" y="965"/>
                    </a:lnTo>
                    <a:lnTo>
                      <a:pt x="930" y="965"/>
                    </a:lnTo>
                    <a:lnTo>
                      <a:pt x="932" y="967"/>
                    </a:lnTo>
                    <a:lnTo>
                      <a:pt x="932" y="967"/>
                    </a:lnTo>
                    <a:lnTo>
                      <a:pt x="932" y="968"/>
                    </a:lnTo>
                    <a:lnTo>
                      <a:pt x="932" y="970"/>
                    </a:lnTo>
                    <a:lnTo>
                      <a:pt x="932" y="970"/>
                    </a:lnTo>
                    <a:lnTo>
                      <a:pt x="932" y="970"/>
                    </a:lnTo>
                    <a:lnTo>
                      <a:pt x="934" y="972"/>
                    </a:lnTo>
                    <a:lnTo>
                      <a:pt x="934" y="972"/>
                    </a:lnTo>
                    <a:lnTo>
                      <a:pt x="936" y="973"/>
                    </a:lnTo>
                    <a:lnTo>
                      <a:pt x="936" y="973"/>
                    </a:lnTo>
                    <a:lnTo>
                      <a:pt x="937" y="972"/>
                    </a:lnTo>
                    <a:lnTo>
                      <a:pt x="937" y="973"/>
                    </a:lnTo>
                    <a:lnTo>
                      <a:pt x="937" y="973"/>
                    </a:lnTo>
                    <a:lnTo>
                      <a:pt x="939" y="973"/>
                    </a:lnTo>
                    <a:lnTo>
                      <a:pt x="939" y="973"/>
                    </a:lnTo>
                    <a:lnTo>
                      <a:pt x="941" y="973"/>
                    </a:lnTo>
                    <a:lnTo>
                      <a:pt x="941" y="973"/>
                    </a:lnTo>
                    <a:lnTo>
                      <a:pt x="941" y="972"/>
                    </a:lnTo>
                    <a:lnTo>
                      <a:pt x="939" y="970"/>
                    </a:lnTo>
                    <a:lnTo>
                      <a:pt x="937" y="968"/>
                    </a:lnTo>
                    <a:lnTo>
                      <a:pt x="941" y="968"/>
                    </a:lnTo>
                    <a:lnTo>
                      <a:pt x="936" y="965"/>
                    </a:lnTo>
                    <a:lnTo>
                      <a:pt x="934" y="963"/>
                    </a:lnTo>
                    <a:lnTo>
                      <a:pt x="932" y="962"/>
                    </a:lnTo>
                    <a:lnTo>
                      <a:pt x="932" y="960"/>
                    </a:lnTo>
                    <a:lnTo>
                      <a:pt x="934" y="960"/>
                    </a:lnTo>
                    <a:lnTo>
                      <a:pt x="934" y="958"/>
                    </a:lnTo>
                    <a:lnTo>
                      <a:pt x="932" y="956"/>
                    </a:lnTo>
                    <a:lnTo>
                      <a:pt x="932" y="956"/>
                    </a:lnTo>
                    <a:lnTo>
                      <a:pt x="932" y="956"/>
                    </a:lnTo>
                    <a:lnTo>
                      <a:pt x="930" y="955"/>
                    </a:lnTo>
                    <a:lnTo>
                      <a:pt x="930" y="955"/>
                    </a:lnTo>
                    <a:lnTo>
                      <a:pt x="930" y="955"/>
                    </a:lnTo>
                    <a:lnTo>
                      <a:pt x="929" y="953"/>
                    </a:lnTo>
                    <a:lnTo>
                      <a:pt x="929" y="953"/>
                    </a:lnTo>
                    <a:lnTo>
                      <a:pt x="929" y="951"/>
                    </a:lnTo>
                    <a:lnTo>
                      <a:pt x="927" y="948"/>
                    </a:lnTo>
                    <a:lnTo>
                      <a:pt x="925" y="948"/>
                    </a:lnTo>
                    <a:lnTo>
                      <a:pt x="925" y="950"/>
                    </a:lnTo>
                    <a:lnTo>
                      <a:pt x="924" y="950"/>
                    </a:lnTo>
                    <a:lnTo>
                      <a:pt x="922" y="950"/>
                    </a:lnTo>
                    <a:lnTo>
                      <a:pt x="919" y="951"/>
                    </a:lnTo>
                    <a:lnTo>
                      <a:pt x="919" y="950"/>
                    </a:lnTo>
                    <a:lnTo>
                      <a:pt x="919" y="950"/>
                    </a:lnTo>
                    <a:lnTo>
                      <a:pt x="919" y="950"/>
                    </a:lnTo>
                    <a:lnTo>
                      <a:pt x="920" y="948"/>
                    </a:lnTo>
                    <a:lnTo>
                      <a:pt x="919" y="948"/>
                    </a:lnTo>
                    <a:lnTo>
                      <a:pt x="917" y="948"/>
                    </a:lnTo>
                    <a:lnTo>
                      <a:pt x="919" y="946"/>
                    </a:lnTo>
                    <a:lnTo>
                      <a:pt x="919" y="946"/>
                    </a:lnTo>
                    <a:lnTo>
                      <a:pt x="919" y="945"/>
                    </a:lnTo>
                    <a:lnTo>
                      <a:pt x="919" y="945"/>
                    </a:lnTo>
                    <a:lnTo>
                      <a:pt x="919" y="945"/>
                    </a:lnTo>
                    <a:lnTo>
                      <a:pt x="917" y="945"/>
                    </a:lnTo>
                    <a:lnTo>
                      <a:pt x="917" y="945"/>
                    </a:lnTo>
                    <a:lnTo>
                      <a:pt x="917" y="943"/>
                    </a:lnTo>
                    <a:lnTo>
                      <a:pt x="917" y="943"/>
                    </a:lnTo>
                    <a:lnTo>
                      <a:pt x="917" y="941"/>
                    </a:lnTo>
                    <a:lnTo>
                      <a:pt x="915" y="943"/>
                    </a:lnTo>
                    <a:lnTo>
                      <a:pt x="915" y="945"/>
                    </a:lnTo>
                    <a:lnTo>
                      <a:pt x="915" y="945"/>
                    </a:lnTo>
                    <a:lnTo>
                      <a:pt x="915" y="946"/>
                    </a:lnTo>
                    <a:lnTo>
                      <a:pt x="914" y="946"/>
                    </a:lnTo>
                    <a:lnTo>
                      <a:pt x="912" y="946"/>
                    </a:lnTo>
                    <a:lnTo>
                      <a:pt x="912" y="945"/>
                    </a:lnTo>
                    <a:lnTo>
                      <a:pt x="914" y="943"/>
                    </a:lnTo>
                    <a:lnTo>
                      <a:pt x="912" y="943"/>
                    </a:lnTo>
                    <a:lnTo>
                      <a:pt x="910" y="941"/>
                    </a:lnTo>
                    <a:lnTo>
                      <a:pt x="910" y="938"/>
                    </a:lnTo>
                    <a:lnTo>
                      <a:pt x="908" y="933"/>
                    </a:lnTo>
                    <a:lnTo>
                      <a:pt x="908" y="933"/>
                    </a:lnTo>
                    <a:lnTo>
                      <a:pt x="907" y="933"/>
                    </a:lnTo>
                    <a:lnTo>
                      <a:pt x="907" y="934"/>
                    </a:lnTo>
                    <a:lnTo>
                      <a:pt x="905" y="934"/>
                    </a:lnTo>
                    <a:lnTo>
                      <a:pt x="903" y="934"/>
                    </a:lnTo>
                    <a:lnTo>
                      <a:pt x="902" y="934"/>
                    </a:lnTo>
                    <a:lnTo>
                      <a:pt x="902" y="933"/>
                    </a:lnTo>
                    <a:lnTo>
                      <a:pt x="900" y="933"/>
                    </a:lnTo>
                    <a:lnTo>
                      <a:pt x="898" y="933"/>
                    </a:lnTo>
                    <a:lnTo>
                      <a:pt x="898" y="934"/>
                    </a:lnTo>
                    <a:lnTo>
                      <a:pt x="898" y="936"/>
                    </a:lnTo>
                    <a:lnTo>
                      <a:pt x="898" y="936"/>
                    </a:lnTo>
                    <a:lnTo>
                      <a:pt x="900" y="938"/>
                    </a:lnTo>
                    <a:lnTo>
                      <a:pt x="900" y="938"/>
                    </a:lnTo>
                    <a:lnTo>
                      <a:pt x="902" y="938"/>
                    </a:lnTo>
                    <a:lnTo>
                      <a:pt x="902" y="939"/>
                    </a:lnTo>
                    <a:lnTo>
                      <a:pt x="902" y="939"/>
                    </a:lnTo>
                    <a:lnTo>
                      <a:pt x="900" y="941"/>
                    </a:lnTo>
                    <a:lnTo>
                      <a:pt x="898" y="941"/>
                    </a:lnTo>
                    <a:lnTo>
                      <a:pt x="898" y="941"/>
                    </a:lnTo>
                    <a:lnTo>
                      <a:pt x="897" y="941"/>
                    </a:lnTo>
                    <a:lnTo>
                      <a:pt x="898" y="943"/>
                    </a:lnTo>
                    <a:lnTo>
                      <a:pt x="900" y="943"/>
                    </a:lnTo>
                    <a:lnTo>
                      <a:pt x="900" y="943"/>
                    </a:lnTo>
                    <a:lnTo>
                      <a:pt x="900" y="945"/>
                    </a:lnTo>
                    <a:lnTo>
                      <a:pt x="900" y="945"/>
                    </a:lnTo>
                    <a:lnTo>
                      <a:pt x="898" y="945"/>
                    </a:lnTo>
                    <a:lnTo>
                      <a:pt x="897" y="945"/>
                    </a:lnTo>
                    <a:lnTo>
                      <a:pt x="895" y="945"/>
                    </a:lnTo>
                    <a:lnTo>
                      <a:pt x="895" y="943"/>
                    </a:lnTo>
                    <a:lnTo>
                      <a:pt x="895" y="943"/>
                    </a:lnTo>
                    <a:lnTo>
                      <a:pt x="893" y="941"/>
                    </a:lnTo>
                    <a:lnTo>
                      <a:pt x="890" y="939"/>
                    </a:lnTo>
                    <a:lnTo>
                      <a:pt x="888" y="939"/>
                    </a:lnTo>
                    <a:lnTo>
                      <a:pt x="888" y="939"/>
                    </a:lnTo>
                    <a:lnTo>
                      <a:pt x="886" y="936"/>
                    </a:lnTo>
                    <a:lnTo>
                      <a:pt x="885" y="936"/>
                    </a:lnTo>
                    <a:lnTo>
                      <a:pt x="883" y="934"/>
                    </a:lnTo>
                    <a:lnTo>
                      <a:pt x="885" y="934"/>
                    </a:lnTo>
                    <a:lnTo>
                      <a:pt x="885" y="933"/>
                    </a:lnTo>
                    <a:lnTo>
                      <a:pt x="885" y="933"/>
                    </a:lnTo>
                    <a:lnTo>
                      <a:pt x="883" y="933"/>
                    </a:lnTo>
                    <a:lnTo>
                      <a:pt x="885" y="931"/>
                    </a:lnTo>
                    <a:lnTo>
                      <a:pt x="886" y="931"/>
                    </a:lnTo>
                    <a:lnTo>
                      <a:pt x="885" y="928"/>
                    </a:lnTo>
                    <a:lnTo>
                      <a:pt x="885" y="926"/>
                    </a:lnTo>
                    <a:lnTo>
                      <a:pt x="885" y="924"/>
                    </a:lnTo>
                    <a:lnTo>
                      <a:pt x="883" y="924"/>
                    </a:lnTo>
                    <a:lnTo>
                      <a:pt x="878" y="923"/>
                    </a:lnTo>
                    <a:lnTo>
                      <a:pt x="871" y="923"/>
                    </a:lnTo>
                    <a:lnTo>
                      <a:pt x="871" y="921"/>
                    </a:lnTo>
                    <a:lnTo>
                      <a:pt x="871" y="921"/>
                    </a:lnTo>
                    <a:lnTo>
                      <a:pt x="868" y="917"/>
                    </a:lnTo>
                    <a:lnTo>
                      <a:pt x="866" y="917"/>
                    </a:lnTo>
                    <a:lnTo>
                      <a:pt x="866" y="917"/>
                    </a:lnTo>
                    <a:lnTo>
                      <a:pt x="864" y="919"/>
                    </a:lnTo>
                    <a:lnTo>
                      <a:pt x="864" y="917"/>
                    </a:lnTo>
                    <a:lnTo>
                      <a:pt x="863" y="917"/>
                    </a:lnTo>
                    <a:lnTo>
                      <a:pt x="863" y="917"/>
                    </a:lnTo>
                    <a:lnTo>
                      <a:pt x="863" y="917"/>
                    </a:lnTo>
                    <a:lnTo>
                      <a:pt x="863" y="919"/>
                    </a:lnTo>
                    <a:lnTo>
                      <a:pt x="863" y="919"/>
                    </a:lnTo>
                    <a:lnTo>
                      <a:pt x="861" y="921"/>
                    </a:lnTo>
                    <a:lnTo>
                      <a:pt x="857" y="921"/>
                    </a:lnTo>
                    <a:lnTo>
                      <a:pt x="856" y="919"/>
                    </a:lnTo>
                    <a:lnTo>
                      <a:pt x="854" y="919"/>
                    </a:lnTo>
                    <a:lnTo>
                      <a:pt x="852" y="917"/>
                    </a:lnTo>
                    <a:lnTo>
                      <a:pt x="849" y="916"/>
                    </a:lnTo>
                    <a:lnTo>
                      <a:pt x="849" y="912"/>
                    </a:lnTo>
                    <a:lnTo>
                      <a:pt x="847" y="906"/>
                    </a:lnTo>
                    <a:lnTo>
                      <a:pt x="846" y="904"/>
                    </a:lnTo>
                    <a:lnTo>
                      <a:pt x="839" y="900"/>
                    </a:lnTo>
                    <a:lnTo>
                      <a:pt x="839" y="907"/>
                    </a:lnTo>
                    <a:lnTo>
                      <a:pt x="839" y="907"/>
                    </a:lnTo>
                    <a:lnTo>
                      <a:pt x="840" y="909"/>
                    </a:lnTo>
                    <a:lnTo>
                      <a:pt x="842" y="914"/>
                    </a:lnTo>
                    <a:lnTo>
                      <a:pt x="835" y="914"/>
                    </a:lnTo>
                    <a:lnTo>
                      <a:pt x="834" y="912"/>
                    </a:lnTo>
                    <a:lnTo>
                      <a:pt x="827" y="907"/>
                    </a:lnTo>
                    <a:lnTo>
                      <a:pt x="825" y="904"/>
                    </a:lnTo>
                    <a:lnTo>
                      <a:pt x="824" y="904"/>
                    </a:lnTo>
                    <a:lnTo>
                      <a:pt x="824" y="902"/>
                    </a:lnTo>
                    <a:lnTo>
                      <a:pt x="825" y="902"/>
                    </a:lnTo>
                    <a:lnTo>
                      <a:pt x="825" y="900"/>
                    </a:lnTo>
                    <a:lnTo>
                      <a:pt x="825" y="899"/>
                    </a:lnTo>
                    <a:lnTo>
                      <a:pt x="825" y="897"/>
                    </a:lnTo>
                    <a:lnTo>
                      <a:pt x="824" y="895"/>
                    </a:lnTo>
                    <a:lnTo>
                      <a:pt x="824" y="892"/>
                    </a:lnTo>
                    <a:lnTo>
                      <a:pt x="822" y="890"/>
                    </a:lnTo>
                    <a:lnTo>
                      <a:pt x="822" y="889"/>
                    </a:lnTo>
                    <a:lnTo>
                      <a:pt x="822" y="887"/>
                    </a:lnTo>
                    <a:lnTo>
                      <a:pt x="817" y="880"/>
                    </a:lnTo>
                    <a:lnTo>
                      <a:pt x="813" y="872"/>
                    </a:lnTo>
                    <a:lnTo>
                      <a:pt x="810" y="868"/>
                    </a:lnTo>
                    <a:lnTo>
                      <a:pt x="808" y="868"/>
                    </a:lnTo>
                    <a:lnTo>
                      <a:pt x="808" y="868"/>
                    </a:lnTo>
                    <a:lnTo>
                      <a:pt x="810" y="870"/>
                    </a:lnTo>
                    <a:lnTo>
                      <a:pt x="812" y="872"/>
                    </a:lnTo>
                    <a:lnTo>
                      <a:pt x="812" y="873"/>
                    </a:lnTo>
                    <a:lnTo>
                      <a:pt x="813" y="875"/>
                    </a:lnTo>
                    <a:lnTo>
                      <a:pt x="813" y="877"/>
                    </a:lnTo>
                    <a:lnTo>
                      <a:pt x="810" y="877"/>
                    </a:lnTo>
                    <a:lnTo>
                      <a:pt x="800" y="877"/>
                    </a:lnTo>
                    <a:lnTo>
                      <a:pt x="796" y="878"/>
                    </a:lnTo>
                    <a:lnTo>
                      <a:pt x="796" y="878"/>
                    </a:lnTo>
                    <a:lnTo>
                      <a:pt x="795" y="878"/>
                    </a:lnTo>
                    <a:lnTo>
                      <a:pt x="793" y="877"/>
                    </a:lnTo>
                    <a:lnTo>
                      <a:pt x="788" y="877"/>
                    </a:lnTo>
                    <a:lnTo>
                      <a:pt x="786" y="877"/>
                    </a:lnTo>
                    <a:lnTo>
                      <a:pt x="786" y="877"/>
                    </a:lnTo>
                    <a:lnTo>
                      <a:pt x="781" y="872"/>
                    </a:lnTo>
                    <a:lnTo>
                      <a:pt x="781" y="872"/>
                    </a:lnTo>
                    <a:lnTo>
                      <a:pt x="779" y="868"/>
                    </a:lnTo>
                    <a:lnTo>
                      <a:pt x="779" y="868"/>
                    </a:lnTo>
                    <a:lnTo>
                      <a:pt x="779" y="866"/>
                    </a:lnTo>
                    <a:lnTo>
                      <a:pt x="779" y="865"/>
                    </a:lnTo>
                    <a:lnTo>
                      <a:pt x="779" y="863"/>
                    </a:lnTo>
                    <a:lnTo>
                      <a:pt x="779" y="863"/>
                    </a:lnTo>
                    <a:lnTo>
                      <a:pt x="779" y="863"/>
                    </a:lnTo>
                    <a:lnTo>
                      <a:pt x="779" y="861"/>
                    </a:lnTo>
                    <a:lnTo>
                      <a:pt x="779" y="861"/>
                    </a:lnTo>
                    <a:lnTo>
                      <a:pt x="778" y="860"/>
                    </a:lnTo>
                    <a:lnTo>
                      <a:pt x="776" y="858"/>
                    </a:lnTo>
                    <a:lnTo>
                      <a:pt x="776" y="856"/>
                    </a:lnTo>
                    <a:lnTo>
                      <a:pt x="776" y="856"/>
                    </a:lnTo>
                    <a:lnTo>
                      <a:pt x="776" y="858"/>
                    </a:lnTo>
                    <a:lnTo>
                      <a:pt x="776" y="860"/>
                    </a:lnTo>
                    <a:lnTo>
                      <a:pt x="776" y="861"/>
                    </a:lnTo>
                    <a:lnTo>
                      <a:pt x="776" y="863"/>
                    </a:lnTo>
                    <a:lnTo>
                      <a:pt x="773" y="866"/>
                    </a:lnTo>
                    <a:lnTo>
                      <a:pt x="771" y="866"/>
                    </a:lnTo>
                    <a:lnTo>
                      <a:pt x="769" y="866"/>
                    </a:lnTo>
                    <a:lnTo>
                      <a:pt x="766" y="868"/>
                    </a:lnTo>
                    <a:lnTo>
                      <a:pt x="764" y="866"/>
                    </a:lnTo>
                    <a:lnTo>
                      <a:pt x="761" y="865"/>
                    </a:lnTo>
                    <a:lnTo>
                      <a:pt x="759" y="863"/>
                    </a:lnTo>
                    <a:lnTo>
                      <a:pt x="759" y="863"/>
                    </a:lnTo>
                    <a:lnTo>
                      <a:pt x="757" y="861"/>
                    </a:lnTo>
                    <a:lnTo>
                      <a:pt x="756" y="860"/>
                    </a:lnTo>
                    <a:lnTo>
                      <a:pt x="754" y="858"/>
                    </a:lnTo>
                    <a:lnTo>
                      <a:pt x="752" y="856"/>
                    </a:lnTo>
                    <a:lnTo>
                      <a:pt x="747" y="858"/>
                    </a:lnTo>
                    <a:lnTo>
                      <a:pt x="744" y="858"/>
                    </a:lnTo>
                    <a:lnTo>
                      <a:pt x="739" y="855"/>
                    </a:lnTo>
                    <a:lnTo>
                      <a:pt x="739" y="855"/>
                    </a:lnTo>
                    <a:lnTo>
                      <a:pt x="737" y="855"/>
                    </a:lnTo>
                    <a:lnTo>
                      <a:pt x="737" y="853"/>
                    </a:lnTo>
                    <a:lnTo>
                      <a:pt x="735" y="853"/>
                    </a:lnTo>
                    <a:lnTo>
                      <a:pt x="734" y="851"/>
                    </a:lnTo>
                    <a:lnTo>
                      <a:pt x="734" y="849"/>
                    </a:lnTo>
                    <a:lnTo>
                      <a:pt x="730" y="849"/>
                    </a:lnTo>
                    <a:lnTo>
                      <a:pt x="728" y="848"/>
                    </a:lnTo>
                    <a:lnTo>
                      <a:pt x="727" y="846"/>
                    </a:lnTo>
                    <a:lnTo>
                      <a:pt x="725" y="844"/>
                    </a:lnTo>
                    <a:lnTo>
                      <a:pt x="723" y="843"/>
                    </a:lnTo>
                    <a:lnTo>
                      <a:pt x="717" y="838"/>
                    </a:lnTo>
                    <a:lnTo>
                      <a:pt x="717" y="836"/>
                    </a:lnTo>
                    <a:lnTo>
                      <a:pt x="715" y="834"/>
                    </a:lnTo>
                    <a:lnTo>
                      <a:pt x="715" y="834"/>
                    </a:lnTo>
                    <a:lnTo>
                      <a:pt x="713" y="834"/>
                    </a:lnTo>
                    <a:lnTo>
                      <a:pt x="713" y="833"/>
                    </a:lnTo>
                    <a:lnTo>
                      <a:pt x="711" y="831"/>
                    </a:lnTo>
                    <a:lnTo>
                      <a:pt x="711" y="829"/>
                    </a:lnTo>
                    <a:lnTo>
                      <a:pt x="711" y="829"/>
                    </a:lnTo>
                    <a:lnTo>
                      <a:pt x="711" y="827"/>
                    </a:lnTo>
                    <a:lnTo>
                      <a:pt x="711" y="827"/>
                    </a:lnTo>
                    <a:lnTo>
                      <a:pt x="711" y="827"/>
                    </a:lnTo>
                    <a:lnTo>
                      <a:pt x="713" y="817"/>
                    </a:lnTo>
                    <a:lnTo>
                      <a:pt x="717" y="812"/>
                    </a:lnTo>
                    <a:lnTo>
                      <a:pt x="717" y="809"/>
                    </a:lnTo>
                    <a:lnTo>
                      <a:pt x="717" y="805"/>
                    </a:lnTo>
                    <a:lnTo>
                      <a:pt x="718" y="800"/>
                    </a:lnTo>
                    <a:lnTo>
                      <a:pt x="715" y="800"/>
                    </a:lnTo>
                    <a:lnTo>
                      <a:pt x="713" y="800"/>
                    </a:lnTo>
                    <a:lnTo>
                      <a:pt x="711" y="800"/>
                    </a:lnTo>
                    <a:lnTo>
                      <a:pt x="711" y="800"/>
                    </a:lnTo>
                    <a:lnTo>
                      <a:pt x="710" y="800"/>
                    </a:lnTo>
                    <a:lnTo>
                      <a:pt x="708" y="799"/>
                    </a:lnTo>
                    <a:lnTo>
                      <a:pt x="706" y="800"/>
                    </a:lnTo>
                    <a:lnTo>
                      <a:pt x="706" y="799"/>
                    </a:lnTo>
                    <a:lnTo>
                      <a:pt x="705" y="792"/>
                    </a:lnTo>
                    <a:lnTo>
                      <a:pt x="705" y="790"/>
                    </a:lnTo>
                    <a:lnTo>
                      <a:pt x="705" y="788"/>
                    </a:lnTo>
                    <a:lnTo>
                      <a:pt x="703" y="787"/>
                    </a:lnTo>
                    <a:lnTo>
                      <a:pt x="703" y="787"/>
                    </a:lnTo>
                    <a:lnTo>
                      <a:pt x="700" y="787"/>
                    </a:lnTo>
                    <a:lnTo>
                      <a:pt x="698" y="787"/>
                    </a:lnTo>
                    <a:lnTo>
                      <a:pt x="696" y="785"/>
                    </a:lnTo>
                    <a:lnTo>
                      <a:pt x="691" y="778"/>
                    </a:lnTo>
                    <a:lnTo>
                      <a:pt x="689" y="776"/>
                    </a:lnTo>
                    <a:lnTo>
                      <a:pt x="689" y="773"/>
                    </a:lnTo>
                    <a:lnTo>
                      <a:pt x="689" y="773"/>
                    </a:lnTo>
                    <a:lnTo>
                      <a:pt x="689" y="771"/>
                    </a:lnTo>
                    <a:lnTo>
                      <a:pt x="689" y="770"/>
                    </a:lnTo>
                    <a:lnTo>
                      <a:pt x="688" y="770"/>
                    </a:lnTo>
                    <a:lnTo>
                      <a:pt x="689" y="768"/>
                    </a:lnTo>
                    <a:lnTo>
                      <a:pt x="689" y="766"/>
                    </a:lnTo>
                    <a:lnTo>
                      <a:pt x="689" y="763"/>
                    </a:lnTo>
                    <a:lnTo>
                      <a:pt x="694" y="756"/>
                    </a:lnTo>
                    <a:lnTo>
                      <a:pt x="696" y="749"/>
                    </a:lnTo>
                    <a:lnTo>
                      <a:pt x="696" y="748"/>
                    </a:lnTo>
                    <a:lnTo>
                      <a:pt x="696" y="748"/>
                    </a:lnTo>
                    <a:lnTo>
                      <a:pt x="698" y="744"/>
                    </a:lnTo>
                    <a:lnTo>
                      <a:pt x="698" y="744"/>
                    </a:lnTo>
                    <a:lnTo>
                      <a:pt x="698" y="743"/>
                    </a:lnTo>
                    <a:lnTo>
                      <a:pt x="696" y="741"/>
                    </a:lnTo>
                    <a:lnTo>
                      <a:pt x="696" y="741"/>
                    </a:lnTo>
                    <a:lnTo>
                      <a:pt x="696" y="739"/>
                    </a:lnTo>
                    <a:lnTo>
                      <a:pt x="696" y="739"/>
                    </a:lnTo>
                    <a:lnTo>
                      <a:pt x="696" y="739"/>
                    </a:lnTo>
                    <a:lnTo>
                      <a:pt x="696" y="737"/>
                    </a:lnTo>
                    <a:lnTo>
                      <a:pt x="696" y="737"/>
                    </a:lnTo>
                    <a:lnTo>
                      <a:pt x="696" y="736"/>
                    </a:lnTo>
                    <a:lnTo>
                      <a:pt x="698" y="736"/>
                    </a:lnTo>
                    <a:lnTo>
                      <a:pt x="696" y="731"/>
                    </a:lnTo>
                    <a:lnTo>
                      <a:pt x="698" y="729"/>
                    </a:lnTo>
                    <a:lnTo>
                      <a:pt x="698" y="727"/>
                    </a:lnTo>
                    <a:lnTo>
                      <a:pt x="701" y="726"/>
                    </a:lnTo>
                    <a:lnTo>
                      <a:pt x="701" y="724"/>
                    </a:lnTo>
                    <a:lnTo>
                      <a:pt x="701" y="722"/>
                    </a:lnTo>
                    <a:lnTo>
                      <a:pt x="700" y="720"/>
                    </a:lnTo>
                    <a:lnTo>
                      <a:pt x="698" y="719"/>
                    </a:lnTo>
                    <a:lnTo>
                      <a:pt x="694" y="715"/>
                    </a:lnTo>
                    <a:lnTo>
                      <a:pt x="694" y="714"/>
                    </a:lnTo>
                    <a:lnTo>
                      <a:pt x="694" y="714"/>
                    </a:lnTo>
                    <a:lnTo>
                      <a:pt x="694" y="709"/>
                    </a:lnTo>
                    <a:lnTo>
                      <a:pt x="694" y="703"/>
                    </a:lnTo>
                    <a:lnTo>
                      <a:pt x="694" y="703"/>
                    </a:lnTo>
                    <a:lnTo>
                      <a:pt x="693" y="703"/>
                    </a:lnTo>
                    <a:lnTo>
                      <a:pt x="691" y="702"/>
                    </a:lnTo>
                    <a:lnTo>
                      <a:pt x="691" y="700"/>
                    </a:lnTo>
                    <a:lnTo>
                      <a:pt x="688" y="695"/>
                    </a:lnTo>
                    <a:lnTo>
                      <a:pt x="686" y="690"/>
                    </a:lnTo>
                    <a:lnTo>
                      <a:pt x="684" y="690"/>
                    </a:lnTo>
                    <a:lnTo>
                      <a:pt x="684" y="686"/>
                    </a:lnTo>
                    <a:lnTo>
                      <a:pt x="684" y="685"/>
                    </a:lnTo>
                    <a:lnTo>
                      <a:pt x="684" y="683"/>
                    </a:lnTo>
                    <a:lnTo>
                      <a:pt x="681" y="676"/>
                    </a:lnTo>
                    <a:lnTo>
                      <a:pt x="679" y="676"/>
                    </a:lnTo>
                    <a:lnTo>
                      <a:pt x="679" y="676"/>
                    </a:lnTo>
                    <a:lnTo>
                      <a:pt x="677" y="675"/>
                    </a:lnTo>
                    <a:lnTo>
                      <a:pt x="677" y="673"/>
                    </a:lnTo>
                    <a:lnTo>
                      <a:pt x="679" y="671"/>
                    </a:lnTo>
                    <a:lnTo>
                      <a:pt x="679" y="669"/>
                    </a:lnTo>
                    <a:lnTo>
                      <a:pt x="681" y="668"/>
                    </a:lnTo>
                    <a:lnTo>
                      <a:pt x="681" y="666"/>
                    </a:lnTo>
                    <a:lnTo>
                      <a:pt x="681" y="666"/>
                    </a:lnTo>
                    <a:lnTo>
                      <a:pt x="683" y="664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3" y="663"/>
                    </a:lnTo>
                    <a:lnTo>
                      <a:pt x="684" y="661"/>
                    </a:lnTo>
                    <a:lnTo>
                      <a:pt x="684" y="661"/>
                    </a:lnTo>
                    <a:lnTo>
                      <a:pt x="684" y="661"/>
                    </a:lnTo>
                    <a:lnTo>
                      <a:pt x="684" y="659"/>
                    </a:lnTo>
                    <a:lnTo>
                      <a:pt x="684" y="659"/>
                    </a:lnTo>
                    <a:lnTo>
                      <a:pt x="683" y="658"/>
                    </a:lnTo>
                    <a:lnTo>
                      <a:pt x="681" y="658"/>
                    </a:lnTo>
                    <a:lnTo>
                      <a:pt x="681" y="658"/>
                    </a:lnTo>
                    <a:lnTo>
                      <a:pt x="681" y="659"/>
                    </a:lnTo>
                    <a:lnTo>
                      <a:pt x="679" y="659"/>
                    </a:lnTo>
                    <a:lnTo>
                      <a:pt x="677" y="661"/>
                    </a:lnTo>
                    <a:lnTo>
                      <a:pt x="677" y="661"/>
                    </a:lnTo>
                    <a:lnTo>
                      <a:pt x="676" y="661"/>
                    </a:lnTo>
                    <a:lnTo>
                      <a:pt x="674" y="659"/>
                    </a:lnTo>
                    <a:lnTo>
                      <a:pt x="674" y="661"/>
                    </a:lnTo>
                    <a:lnTo>
                      <a:pt x="671" y="663"/>
                    </a:lnTo>
                    <a:lnTo>
                      <a:pt x="671" y="663"/>
                    </a:lnTo>
                    <a:lnTo>
                      <a:pt x="671" y="663"/>
                    </a:lnTo>
                    <a:lnTo>
                      <a:pt x="669" y="664"/>
                    </a:lnTo>
                    <a:lnTo>
                      <a:pt x="671" y="666"/>
                    </a:lnTo>
                    <a:lnTo>
                      <a:pt x="671" y="668"/>
                    </a:lnTo>
                    <a:lnTo>
                      <a:pt x="671" y="668"/>
                    </a:lnTo>
                    <a:lnTo>
                      <a:pt x="669" y="669"/>
                    </a:lnTo>
                    <a:lnTo>
                      <a:pt x="669" y="668"/>
                    </a:lnTo>
                    <a:lnTo>
                      <a:pt x="669" y="668"/>
                    </a:lnTo>
                    <a:lnTo>
                      <a:pt x="669" y="666"/>
                    </a:lnTo>
                    <a:lnTo>
                      <a:pt x="669" y="666"/>
                    </a:lnTo>
                    <a:lnTo>
                      <a:pt x="667" y="664"/>
                    </a:lnTo>
                    <a:lnTo>
                      <a:pt x="666" y="664"/>
                    </a:lnTo>
                    <a:lnTo>
                      <a:pt x="666" y="663"/>
                    </a:lnTo>
                    <a:lnTo>
                      <a:pt x="666" y="661"/>
                    </a:lnTo>
                    <a:lnTo>
                      <a:pt x="667" y="661"/>
                    </a:lnTo>
                    <a:lnTo>
                      <a:pt x="667" y="661"/>
                    </a:lnTo>
                    <a:lnTo>
                      <a:pt x="669" y="661"/>
                    </a:lnTo>
                    <a:lnTo>
                      <a:pt x="669" y="659"/>
                    </a:lnTo>
                    <a:lnTo>
                      <a:pt x="669" y="659"/>
                    </a:lnTo>
                    <a:lnTo>
                      <a:pt x="667" y="658"/>
                    </a:lnTo>
                    <a:lnTo>
                      <a:pt x="666" y="656"/>
                    </a:lnTo>
                    <a:lnTo>
                      <a:pt x="664" y="653"/>
                    </a:lnTo>
                    <a:lnTo>
                      <a:pt x="664" y="651"/>
                    </a:lnTo>
                    <a:lnTo>
                      <a:pt x="662" y="651"/>
                    </a:lnTo>
                    <a:lnTo>
                      <a:pt x="661" y="651"/>
                    </a:lnTo>
                    <a:lnTo>
                      <a:pt x="661" y="649"/>
                    </a:lnTo>
                    <a:lnTo>
                      <a:pt x="661" y="647"/>
                    </a:lnTo>
                    <a:lnTo>
                      <a:pt x="661" y="647"/>
                    </a:lnTo>
                    <a:lnTo>
                      <a:pt x="659" y="646"/>
                    </a:lnTo>
                    <a:lnTo>
                      <a:pt x="657" y="646"/>
                    </a:lnTo>
                    <a:lnTo>
                      <a:pt x="655" y="644"/>
                    </a:lnTo>
                    <a:lnTo>
                      <a:pt x="652" y="641"/>
                    </a:lnTo>
                    <a:lnTo>
                      <a:pt x="650" y="641"/>
                    </a:lnTo>
                    <a:lnTo>
                      <a:pt x="650" y="639"/>
                    </a:lnTo>
                    <a:lnTo>
                      <a:pt x="650" y="637"/>
                    </a:lnTo>
                    <a:lnTo>
                      <a:pt x="649" y="637"/>
                    </a:lnTo>
                    <a:lnTo>
                      <a:pt x="647" y="636"/>
                    </a:lnTo>
                    <a:lnTo>
                      <a:pt x="647" y="632"/>
                    </a:lnTo>
                    <a:lnTo>
                      <a:pt x="644" y="629"/>
                    </a:lnTo>
                    <a:lnTo>
                      <a:pt x="644" y="629"/>
                    </a:lnTo>
                    <a:lnTo>
                      <a:pt x="644" y="627"/>
                    </a:lnTo>
                    <a:lnTo>
                      <a:pt x="642" y="625"/>
                    </a:lnTo>
                    <a:lnTo>
                      <a:pt x="640" y="624"/>
                    </a:lnTo>
                    <a:lnTo>
                      <a:pt x="638" y="624"/>
                    </a:lnTo>
                    <a:lnTo>
                      <a:pt x="638" y="624"/>
                    </a:lnTo>
                    <a:lnTo>
                      <a:pt x="637" y="624"/>
                    </a:lnTo>
                    <a:lnTo>
                      <a:pt x="637" y="622"/>
                    </a:lnTo>
                    <a:lnTo>
                      <a:pt x="637" y="622"/>
                    </a:lnTo>
                    <a:lnTo>
                      <a:pt x="638" y="619"/>
                    </a:lnTo>
                    <a:lnTo>
                      <a:pt x="638" y="612"/>
                    </a:lnTo>
                    <a:lnTo>
                      <a:pt x="638" y="610"/>
                    </a:lnTo>
                    <a:lnTo>
                      <a:pt x="642" y="607"/>
                    </a:lnTo>
                    <a:lnTo>
                      <a:pt x="642" y="605"/>
                    </a:lnTo>
                    <a:lnTo>
                      <a:pt x="642" y="605"/>
                    </a:lnTo>
                    <a:lnTo>
                      <a:pt x="642" y="602"/>
                    </a:lnTo>
                    <a:lnTo>
                      <a:pt x="642" y="602"/>
                    </a:lnTo>
                    <a:lnTo>
                      <a:pt x="640" y="600"/>
                    </a:lnTo>
                    <a:lnTo>
                      <a:pt x="640" y="600"/>
                    </a:lnTo>
                    <a:lnTo>
                      <a:pt x="640" y="598"/>
                    </a:lnTo>
                    <a:lnTo>
                      <a:pt x="642" y="591"/>
                    </a:lnTo>
                    <a:lnTo>
                      <a:pt x="642" y="588"/>
                    </a:lnTo>
                    <a:lnTo>
                      <a:pt x="640" y="586"/>
                    </a:lnTo>
                    <a:lnTo>
                      <a:pt x="638" y="583"/>
                    </a:lnTo>
                    <a:lnTo>
                      <a:pt x="635" y="578"/>
                    </a:lnTo>
                    <a:lnTo>
                      <a:pt x="633" y="576"/>
                    </a:lnTo>
                    <a:lnTo>
                      <a:pt x="633" y="574"/>
                    </a:lnTo>
                    <a:lnTo>
                      <a:pt x="632" y="573"/>
                    </a:lnTo>
                    <a:lnTo>
                      <a:pt x="633" y="573"/>
                    </a:lnTo>
                    <a:lnTo>
                      <a:pt x="633" y="571"/>
                    </a:lnTo>
                    <a:lnTo>
                      <a:pt x="635" y="569"/>
                    </a:lnTo>
                    <a:lnTo>
                      <a:pt x="635" y="569"/>
                    </a:lnTo>
                    <a:lnTo>
                      <a:pt x="633" y="568"/>
                    </a:lnTo>
                    <a:lnTo>
                      <a:pt x="633" y="568"/>
                    </a:lnTo>
                    <a:lnTo>
                      <a:pt x="633" y="568"/>
                    </a:lnTo>
                    <a:lnTo>
                      <a:pt x="633" y="566"/>
                    </a:lnTo>
                    <a:lnTo>
                      <a:pt x="633" y="563"/>
                    </a:lnTo>
                    <a:lnTo>
                      <a:pt x="633" y="561"/>
                    </a:lnTo>
                    <a:lnTo>
                      <a:pt x="633" y="559"/>
                    </a:lnTo>
                    <a:lnTo>
                      <a:pt x="630" y="552"/>
                    </a:lnTo>
                    <a:lnTo>
                      <a:pt x="628" y="552"/>
                    </a:lnTo>
                    <a:lnTo>
                      <a:pt x="628" y="551"/>
                    </a:lnTo>
                    <a:lnTo>
                      <a:pt x="630" y="549"/>
                    </a:lnTo>
                    <a:lnTo>
                      <a:pt x="630" y="549"/>
                    </a:lnTo>
                    <a:lnTo>
                      <a:pt x="630" y="547"/>
                    </a:lnTo>
                    <a:lnTo>
                      <a:pt x="630" y="546"/>
                    </a:lnTo>
                    <a:lnTo>
                      <a:pt x="628" y="546"/>
                    </a:lnTo>
                    <a:lnTo>
                      <a:pt x="625" y="544"/>
                    </a:lnTo>
                    <a:lnTo>
                      <a:pt x="625" y="544"/>
                    </a:lnTo>
                    <a:lnTo>
                      <a:pt x="625" y="542"/>
                    </a:lnTo>
                    <a:lnTo>
                      <a:pt x="625" y="542"/>
                    </a:lnTo>
                    <a:lnTo>
                      <a:pt x="625" y="540"/>
                    </a:lnTo>
                    <a:lnTo>
                      <a:pt x="625" y="540"/>
                    </a:lnTo>
                    <a:lnTo>
                      <a:pt x="627" y="540"/>
                    </a:lnTo>
                    <a:lnTo>
                      <a:pt x="627" y="539"/>
                    </a:lnTo>
                    <a:lnTo>
                      <a:pt x="625" y="535"/>
                    </a:lnTo>
                    <a:lnTo>
                      <a:pt x="625" y="535"/>
                    </a:lnTo>
                    <a:lnTo>
                      <a:pt x="623" y="535"/>
                    </a:lnTo>
                    <a:lnTo>
                      <a:pt x="623" y="534"/>
                    </a:lnTo>
                    <a:lnTo>
                      <a:pt x="623" y="532"/>
                    </a:lnTo>
                    <a:lnTo>
                      <a:pt x="625" y="530"/>
                    </a:lnTo>
                    <a:lnTo>
                      <a:pt x="625" y="530"/>
                    </a:lnTo>
                    <a:lnTo>
                      <a:pt x="627" y="530"/>
                    </a:lnTo>
                    <a:lnTo>
                      <a:pt x="627" y="530"/>
                    </a:lnTo>
                    <a:lnTo>
                      <a:pt x="627" y="529"/>
                    </a:lnTo>
                    <a:lnTo>
                      <a:pt x="627" y="527"/>
                    </a:lnTo>
                    <a:lnTo>
                      <a:pt x="627" y="527"/>
                    </a:lnTo>
                    <a:lnTo>
                      <a:pt x="628" y="525"/>
                    </a:lnTo>
                    <a:lnTo>
                      <a:pt x="627" y="525"/>
                    </a:lnTo>
                    <a:lnTo>
                      <a:pt x="627" y="523"/>
                    </a:lnTo>
                    <a:lnTo>
                      <a:pt x="628" y="522"/>
                    </a:lnTo>
                    <a:lnTo>
                      <a:pt x="632" y="520"/>
                    </a:lnTo>
                    <a:lnTo>
                      <a:pt x="632" y="518"/>
                    </a:lnTo>
                    <a:lnTo>
                      <a:pt x="632" y="517"/>
                    </a:lnTo>
                    <a:lnTo>
                      <a:pt x="630" y="517"/>
                    </a:lnTo>
                    <a:lnTo>
                      <a:pt x="630" y="518"/>
                    </a:lnTo>
                    <a:lnTo>
                      <a:pt x="628" y="518"/>
                    </a:lnTo>
                    <a:lnTo>
                      <a:pt x="627" y="520"/>
                    </a:lnTo>
                    <a:lnTo>
                      <a:pt x="627" y="520"/>
                    </a:lnTo>
                    <a:lnTo>
                      <a:pt x="625" y="518"/>
                    </a:lnTo>
                    <a:lnTo>
                      <a:pt x="625" y="518"/>
                    </a:lnTo>
                    <a:lnTo>
                      <a:pt x="623" y="515"/>
                    </a:lnTo>
                    <a:lnTo>
                      <a:pt x="623" y="513"/>
                    </a:lnTo>
                    <a:lnTo>
                      <a:pt x="623" y="512"/>
                    </a:lnTo>
                    <a:lnTo>
                      <a:pt x="623" y="505"/>
                    </a:lnTo>
                    <a:lnTo>
                      <a:pt x="625" y="503"/>
                    </a:lnTo>
                    <a:lnTo>
                      <a:pt x="630" y="495"/>
                    </a:lnTo>
                    <a:lnTo>
                      <a:pt x="632" y="493"/>
                    </a:lnTo>
                    <a:lnTo>
                      <a:pt x="628" y="493"/>
                    </a:lnTo>
                    <a:lnTo>
                      <a:pt x="627" y="493"/>
                    </a:lnTo>
                    <a:lnTo>
                      <a:pt x="627" y="493"/>
                    </a:lnTo>
                    <a:lnTo>
                      <a:pt x="621" y="486"/>
                    </a:lnTo>
                    <a:lnTo>
                      <a:pt x="620" y="484"/>
                    </a:lnTo>
                    <a:lnTo>
                      <a:pt x="621" y="483"/>
                    </a:lnTo>
                    <a:lnTo>
                      <a:pt x="620" y="483"/>
                    </a:lnTo>
                    <a:lnTo>
                      <a:pt x="618" y="483"/>
                    </a:lnTo>
                    <a:lnTo>
                      <a:pt x="616" y="483"/>
                    </a:lnTo>
                    <a:lnTo>
                      <a:pt x="615" y="483"/>
                    </a:lnTo>
                    <a:lnTo>
                      <a:pt x="613" y="483"/>
                    </a:lnTo>
                    <a:lnTo>
                      <a:pt x="613" y="483"/>
                    </a:lnTo>
                    <a:lnTo>
                      <a:pt x="611" y="481"/>
                    </a:lnTo>
                    <a:lnTo>
                      <a:pt x="608" y="479"/>
                    </a:lnTo>
                    <a:lnTo>
                      <a:pt x="606" y="479"/>
                    </a:lnTo>
                    <a:lnTo>
                      <a:pt x="604" y="481"/>
                    </a:lnTo>
                    <a:lnTo>
                      <a:pt x="603" y="479"/>
                    </a:lnTo>
                    <a:lnTo>
                      <a:pt x="598" y="476"/>
                    </a:lnTo>
                    <a:lnTo>
                      <a:pt x="598" y="474"/>
                    </a:lnTo>
                    <a:lnTo>
                      <a:pt x="598" y="474"/>
                    </a:lnTo>
                    <a:lnTo>
                      <a:pt x="596" y="469"/>
                    </a:lnTo>
                    <a:lnTo>
                      <a:pt x="596" y="469"/>
                    </a:lnTo>
                    <a:lnTo>
                      <a:pt x="596" y="467"/>
                    </a:lnTo>
                    <a:lnTo>
                      <a:pt x="594" y="467"/>
                    </a:lnTo>
                    <a:lnTo>
                      <a:pt x="594" y="466"/>
                    </a:lnTo>
                    <a:lnTo>
                      <a:pt x="594" y="466"/>
                    </a:lnTo>
                    <a:lnTo>
                      <a:pt x="594" y="464"/>
                    </a:lnTo>
                    <a:lnTo>
                      <a:pt x="594" y="464"/>
                    </a:lnTo>
                    <a:lnTo>
                      <a:pt x="593" y="464"/>
                    </a:lnTo>
                    <a:lnTo>
                      <a:pt x="587" y="464"/>
                    </a:lnTo>
                    <a:lnTo>
                      <a:pt x="584" y="462"/>
                    </a:lnTo>
                    <a:lnTo>
                      <a:pt x="584" y="461"/>
                    </a:lnTo>
                    <a:lnTo>
                      <a:pt x="582" y="461"/>
                    </a:lnTo>
                    <a:lnTo>
                      <a:pt x="581" y="459"/>
                    </a:lnTo>
                    <a:lnTo>
                      <a:pt x="579" y="459"/>
                    </a:lnTo>
                    <a:lnTo>
                      <a:pt x="576" y="459"/>
                    </a:lnTo>
                    <a:lnTo>
                      <a:pt x="574" y="459"/>
                    </a:lnTo>
                    <a:lnTo>
                      <a:pt x="574" y="459"/>
                    </a:lnTo>
                    <a:lnTo>
                      <a:pt x="572" y="456"/>
                    </a:lnTo>
                    <a:lnTo>
                      <a:pt x="572" y="456"/>
                    </a:lnTo>
                    <a:lnTo>
                      <a:pt x="571" y="454"/>
                    </a:lnTo>
                    <a:lnTo>
                      <a:pt x="569" y="452"/>
                    </a:lnTo>
                    <a:lnTo>
                      <a:pt x="569" y="452"/>
                    </a:lnTo>
                    <a:lnTo>
                      <a:pt x="569" y="447"/>
                    </a:lnTo>
                    <a:lnTo>
                      <a:pt x="569" y="445"/>
                    </a:lnTo>
                    <a:lnTo>
                      <a:pt x="571" y="445"/>
                    </a:lnTo>
                    <a:lnTo>
                      <a:pt x="571" y="444"/>
                    </a:lnTo>
                    <a:lnTo>
                      <a:pt x="571" y="442"/>
                    </a:lnTo>
                    <a:lnTo>
                      <a:pt x="571" y="440"/>
                    </a:lnTo>
                    <a:lnTo>
                      <a:pt x="569" y="442"/>
                    </a:lnTo>
                    <a:lnTo>
                      <a:pt x="567" y="442"/>
                    </a:lnTo>
                    <a:lnTo>
                      <a:pt x="565" y="442"/>
                    </a:lnTo>
                    <a:lnTo>
                      <a:pt x="565" y="440"/>
                    </a:lnTo>
                    <a:lnTo>
                      <a:pt x="565" y="437"/>
                    </a:lnTo>
                    <a:lnTo>
                      <a:pt x="565" y="435"/>
                    </a:lnTo>
                    <a:lnTo>
                      <a:pt x="567" y="433"/>
                    </a:lnTo>
                    <a:lnTo>
                      <a:pt x="562" y="428"/>
                    </a:lnTo>
                    <a:lnTo>
                      <a:pt x="562" y="428"/>
                    </a:lnTo>
                    <a:lnTo>
                      <a:pt x="562" y="428"/>
                    </a:lnTo>
                    <a:lnTo>
                      <a:pt x="560" y="427"/>
                    </a:lnTo>
                    <a:lnTo>
                      <a:pt x="560" y="427"/>
                    </a:lnTo>
                    <a:lnTo>
                      <a:pt x="559" y="425"/>
                    </a:lnTo>
                    <a:lnTo>
                      <a:pt x="559" y="425"/>
                    </a:lnTo>
                    <a:lnTo>
                      <a:pt x="557" y="425"/>
                    </a:lnTo>
                    <a:lnTo>
                      <a:pt x="557" y="425"/>
                    </a:lnTo>
                    <a:lnTo>
                      <a:pt x="557" y="427"/>
                    </a:lnTo>
                    <a:lnTo>
                      <a:pt x="557" y="427"/>
                    </a:lnTo>
                    <a:lnTo>
                      <a:pt x="557" y="427"/>
                    </a:lnTo>
                    <a:lnTo>
                      <a:pt x="557" y="428"/>
                    </a:lnTo>
                    <a:lnTo>
                      <a:pt x="555" y="432"/>
                    </a:lnTo>
                    <a:lnTo>
                      <a:pt x="554" y="433"/>
                    </a:lnTo>
                    <a:lnTo>
                      <a:pt x="542" y="439"/>
                    </a:lnTo>
                    <a:lnTo>
                      <a:pt x="542" y="437"/>
                    </a:lnTo>
                    <a:lnTo>
                      <a:pt x="540" y="437"/>
                    </a:lnTo>
                    <a:lnTo>
                      <a:pt x="538" y="437"/>
                    </a:lnTo>
                    <a:lnTo>
                      <a:pt x="538" y="437"/>
                    </a:lnTo>
                    <a:lnTo>
                      <a:pt x="538" y="437"/>
                    </a:lnTo>
                    <a:lnTo>
                      <a:pt x="537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3"/>
                    </a:lnTo>
                    <a:lnTo>
                      <a:pt x="535" y="435"/>
                    </a:lnTo>
                    <a:lnTo>
                      <a:pt x="535" y="433"/>
                    </a:lnTo>
                    <a:lnTo>
                      <a:pt x="533" y="433"/>
                    </a:lnTo>
                    <a:lnTo>
                      <a:pt x="533" y="433"/>
                    </a:lnTo>
                    <a:lnTo>
                      <a:pt x="531" y="433"/>
                    </a:lnTo>
                    <a:lnTo>
                      <a:pt x="531" y="435"/>
                    </a:lnTo>
                    <a:lnTo>
                      <a:pt x="531" y="439"/>
                    </a:lnTo>
                    <a:lnTo>
                      <a:pt x="531" y="440"/>
                    </a:lnTo>
                    <a:lnTo>
                      <a:pt x="531" y="442"/>
                    </a:lnTo>
                    <a:lnTo>
                      <a:pt x="530" y="444"/>
                    </a:lnTo>
                    <a:lnTo>
                      <a:pt x="528" y="445"/>
                    </a:lnTo>
                    <a:lnTo>
                      <a:pt x="526" y="445"/>
                    </a:lnTo>
                    <a:lnTo>
                      <a:pt x="526" y="445"/>
                    </a:lnTo>
                    <a:lnTo>
                      <a:pt x="521" y="450"/>
                    </a:lnTo>
                    <a:lnTo>
                      <a:pt x="518" y="452"/>
                    </a:lnTo>
                    <a:lnTo>
                      <a:pt x="514" y="454"/>
                    </a:lnTo>
                    <a:lnTo>
                      <a:pt x="513" y="454"/>
                    </a:lnTo>
                    <a:lnTo>
                      <a:pt x="511" y="454"/>
                    </a:lnTo>
                    <a:lnTo>
                      <a:pt x="511" y="456"/>
                    </a:lnTo>
                    <a:lnTo>
                      <a:pt x="511" y="454"/>
                    </a:lnTo>
                    <a:lnTo>
                      <a:pt x="509" y="452"/>
                    </a:lnTo>
                    <a:lnTo>
                      <a:pt x="506" y="452"/>
                    </a:lnTo>
                    <a:lnTo>
                      <a:pt x="504" y="452"/>
                    </a:lnTo>
                    <a:lnTo>
                      <a:pt x="504" y="452"/>
                    </a:lnTo>
                    <a:lnTo>
                      <a:pt x="503" y="452"/>
                    </a:lnTo>
                    <a:lnTo>
                      <a:pt x="501" y="450"/>
                    </a:lnTo>
                    <a:lnTo>
                      <a:pt x="499" y="449"/>
                    </a:lnTo>
                    <a:lnTo>
                      <a:pt x="497" y="445"/>
                    </a:lnTo>
                    <a:lnTo>
                      <a:pt x="494" y="440"/>
                    </a:lnTo>
                    <a:lnTo>
                      <a:pt x="491" y="428"/>
                    </a:lnTo>
                    <a:lnTo>
                      <a:pt x="491" y="422"/>
                    </a:lnTo>
                    <a:lnTo>
                      <a:pt x="489" y="420"/>
                    </a:lnTo>
                    <a:lnTo>
                      <a:pt x="489" y="418"/>
                    </a:lnTo>
                    <a:lnTo>
                      <a:pt x="489" y="413"/>
                    </a:lnTo>
                    <a:lnTo>
                      <a:pt x="489" y="411"/>
                    </a:lnTo>
                    <a:lnTo>
                      <a:pt x="484" y="408"/>
                    </a:lnTo>
                    <a:lnTo>
                      <a:pt x="482" y="406"/>
                    </a:lnTo>
                    <a:lnTo>
                      <a:pt x="482" y="406"/>
                    </a:lnTo>
                    <a:lnTo>
                      <a:pt x="482" y="405"/>
                    </a:lnTo>
                    <a:lnTo>
                      <a:pt x="481" y="405"/>
                    </a:lnTo>
                    <a:lnTo>
                      <a:pt x="481" y="401"/>
                    </a:lnTo>
                    <a:lnTo>
                      <a:pt x="481" y="401"/>
                    </a:lnTo>
                    <a:lnTo>
                      <a:pt x="479" y="396"/>
                    </a:lnTo>
                    <a:lnTo>
                      <a:pt x="477" y="396"/>
                    </a:lnTo>
                    <a:lnTo>
                      <a:pt x="477" y="394"/>
                    </a:lnTo>
                    <a:lnTo>
                      <a:pt x="475" y="391"/>
                    </a:lnTo>
                    <a:lnTo>
                      <a:pt x="475" y="389"/>
                    </a:lnTo>
                    <a:lnTo>
                      <a:pt x="475" y="388"/>
                    </a:lnTo>
                    <a:lnTo>
                      <a:pt x="477" y="384"/>
                    </a:lnTo>
                    <a:lnTo>
                      <a:pt x="477" y="379"/>
                    </a:lnTo>
                    <a:lnTo>
                      <a:pt x="479" y="377"/>
                    </a:lnTo>
                    <a:lnTo>
                      <a:pt x="481" y="372"/>
                    </a:lnTo>
                    <a:lnTo>
                      <a:pt x="481" y="371"/>
                    </a:lnTo>
                    <a:lnTo>
                      <a:pt x="481" y="369"/>
                    </a:lnTo>
                    <a:lnTo>
                      <a:pt x="481" y="367"/>
                    </a:lnTo>
                    <a:lnTo>
                      <a:pt x="481" y="362"/>
                    </a:lnTo>
                    <a:lnTo>
                      <a:pt x="481" y="362"/>
                    </a:lnTo>
                    <a:lnTo>
                      <a:pt x="481" y="360"/>
                    </a:lnTo>
                    <a:lnTo>
                      <a:pt x="481" y="360"/>
                    </a:lnTo>
                    <a:lnTo>
                      <a:pt x="479" y="359"/>
                    </a:lnTo>
                    <a:lnTo>
                      <a:pt x="479" y="357"/>
                    </a:lnTo>
                    <a:lnTo>
                      <a:pt x="475" y="355"/>
                    </a:lnTo>
                    <a:lnTo>
                      <a:pt x="475" y="354"/>
                    </a:lnTo>
                    <a:lnTo>
                      <a:pt x="475" y="354"/>
                    </a:lnTo>
                    <a:lnTo>
                      <a:pt x="475" y="342"/>
                    </a:lnTo>
                    <a:lnTo>
                      <a:pt x="474" y="332"/>
                    </a:lnTo>
                    <a:lnTo>
                      <a:pt x="474" y="325"/>
                    </a:lnTo>
                    <a:lnTo>
                      <a:pt x="474" y="321"/>
                    </a:lnTo>
                    <a:lnTo>
                      <a:pt x="472" y="318"/>
                    </a:lnTo>
                    <a:lnTo>
                      <a:pt x="477" y="311"/>
                    </a:lnTo>
                    <a:lnTo>
                      <a:pt x="475" y="311"/>
                    </a:lnTo>
                    <a:lnTo>
                      <a:pt x="474" y="311"/>
                    </a:lnTo>
                    <a:lnTo>
                      <a:pt x="472" y="313"/>
                    </a:lnTo>
                    <a:lnTo>
                      <a:pt x="470" y="313"/>
                    </a:lnTo>
                    <a:lnTo>
                      <a:pt x="469" y="313"/>
                    </a:lnTo>
                    <a:lnTo>
                      <a:pt x="469" y="313"/>
                    </a:lnTo>
                    <a:lnTo>
                      <a:pt x="467" y="313"/>
                    </a:lnTo>
                    <a:lnTo>
                      <a:pt x="467" y="313"/>
                    </a:lnTo>
                    <a:lnTo>
                      <a:pt x="465" y="313"/>
                    </a:lnTo>
                    <a:lnTo>
                      <a:pt x="464" y="313"/>
                    </a:lnTo>
                    <a:lnTo>
                      <a:pt x="464" y="313"/>
                    </a:lnTo>
                    <a:lnTo>
                      <a:pt x="462" y="313"/>
                    </a:lnTo>
                    <a:lnTo>
                      <a:pt x="460" y="315"/>
                    </a:lnTo>
                    <a:lnTo>
                      <a:pt x="462" y="313"/>
                    </a:lnTo>
                    <a:lnTo>
                      <a:pt x="462" y="308"/>
                    </a:lnTo>
                    <a:lnTo>
                      <a:pt x="462" y="303"/>
                    </a:lnTo>
                    <a:lnTo>
                      <a:pt x="462" y="303"/>
                    </a:lnTo>
                    <a:lnTo>
                      <a:pt x="465" y="298"/>
                    </a:lnTo>
                    <a:lnTo>
                      <a:pt x="465" y="298"/>
                    </a:lnTo>
                    <a:lnTo>
                      <a:pt x="465" y="296"/>
                    </a:lnTo>
                    <a:lnTo>
                      <a:pt x="465" y="294"/>
                    </a:lnTo>
                    <a:lnTo>
                      <a:pt x="467" y="293"/>
                    </a:lnTo>
                    <a:lnTo>
                      <a:pt x="467" y="291"/>
                    </a:lnTo>
                    <a:lnTo>
                      <a:pt x="465" y="289"/>
                    </a:lnTo>
                    <a:lnTo>
                      <a:pt x="464" y="289"/>
                    </a:lnTo>
                    <a:lnTo>
                      <a:pt x="462" y="287"/>
                    </a:lnTo>
                    <a:lnTo>
                      <a:pt x="462" y="287"/>
                    </a:lnTo>
                    <a:lnTo>
                      <a:pt x="458" y="287"/>
                    </a:lnTo>
                    <a:lnTo>
                      <a:pt x="457" y="286"/>
                    </a:lnTo>
                    <a:lnTo>
                      <a:pt x="455" y="286"/>
                    </a:lnTo>
                    <a:lnTo>
                      <a:pt x="455" y="284"/>
                    </a:lnTo>
                    <a:lnTo>
                      <a:pt x="453" y="282"/>
                    </a:lnTo>
                    <a:lnTo>
                      <a:pt x="453" y="276"/>
                    </a:lnTo>
                    <a:lnTo>
                      <a:pt x="453" y="276"/>
                    </a:lnTo>
                    <a:lnTo>
                      <a:pt x="452" y="274"/>
                    </a:lnTo>
                    <a:lnTo>
                      <a:pt x="452" y="272"/>
                    </a:lnTo>
                    <a:lnTo>
                      <a:pt x="452" y="272"/>
                    </a:lnTo>
                    <a:lnTo>
                      <a:pt x="448" y="270"/>
                    </a:lnTo>
                    <a:lnTo>
                      <a:pt x="448" y="269"/>
                    </a:lnTo>
                    <a:lnTo>
                      <a:pt x="447" y="269"/>
                    </a:lnTo>
                    <a:lnTo>
                      <a:pt x="445" y="269"/>
                    </a:lnTo>
                    <a:lnTo>
                      <a:pt x="441" y="269"/>
                    </a:lnTo>
                    <a:lnTo>
                      <a:pt x="438" y="269"/>
                    </a:lnTo>
                    <a:lnTo>
                      <a:pt x="436" y="267"/>
                    </a:lnTo>
                    <a:lnTo>
                      <a:pt x="436" y="267"/>
                    </a:lnTo>
                    <a:lnTo>
                      <a:pt x="436" y="264"/>
                    </a:lnTo>
                    <a:lnTo>
                      <a:pt x="436" y="262"/>
                    </a:lnTo>
                    <a:lnTo>
                      <a:pt x="438" y="260"/>
                    </a:lnTo>
                    <a:lnTo>
                      <a:pt x="438" y="260"/>
                    </a:lnTo>
                    <a:lnTo>
                      <a:pt x="436" y="260"/>
                    </a:lnTo>
                    <a:lnTo>
                      <a:pt x="436" y="259"/>
                    </a:lnTo>
                    <a:lnTo>
                      <a:pt x="436" y="259"/>
                    </a:lnTo>
                    <a:lnTo>
                      <a:pt x="438" y="259"/>
                    </a:lnTo>
                    <a:lnTo>
                      <a:pt x="438" y="257"/>
                    </a:lnTo>
                    <a:lnTo>
                      <a:pt x="438" y="255"/>
                    </a:lnTo>
                    <a:lnTo>
                      <a:pt x="436" y="253"/>
                    </a:lnTo>
                    <a:lnTo>
                      <a:pt x="436" y="253"/>
                    </a:lnTo>
                    <a:lnTo>
                      <a:pt x="438" y="252"/>
                    </a:lnTo>
                    <a:lnTo>
                      <a:pt x="438" y="252"/>
                    </a:lnTo>
                    <a:lnTo>
                      <a:pt x="438" y="252"/>
                    </a:lnTo>
                    <a:lnTo>
                      <a:pt x="440" y="250"/>
                    </a:lnTo>
                    <a:lnTo>
                      <a:pt x="447" y="238"/>
                    </a:lnTo>
                    <a:lnTo>
                      <a:pt x="450" y="236"/>
                    </a:lnTo>
                    <a:lnTo>
                      <a:pt x="450" y="236"/>
                    </a:lnTo>
                    <a:lnTo>
                      <a:pt x="452" y="236"/>
                    </a:lnTo>
                    <a:lnTo>
                      <a:pt x="450" y="235"/>
                    </a:lnTo>
                    <a:lnTo>
                      <a:pt x="450" y="235"/>
                    </a:lnTo>
                    <a:lnTo>
                      <a:pt x="447" y="235"/>
                    </a:lnTo>
                    <a:lnTo>
                      <a:pt x="445" y="236"/>
                    </a:lnTo>
                    <a:lnTo>
                      <a:pt x="445" y="235"/>
                    </a:lnTo>
                    <a:lnTo>
                      <a:pt x="440" y="231"/>
                    </a:lnTo>
                    <a:lnTo>
                      <a:pt x="438" y="230"/>
                    </a:lnTo>
                    <a:lnTo>
                      <a:pt x="436" y="231"/>
                    </a:lnTo>
                    <a:lnTo>
                      <a:pt x="433" y="233"/>
                    </a:lnTo>
                    <a:lnTo>
                      <a:pt x="431" y="233"/>
                    </a:lnTo>
                    <a:lnTo>
                      <a:pt x="430" y="233"/>
                    </a:lnTo>
                    <a:lnTo>
                      <a:pt x="428" y="233"/>
                    </a:lnTo>
                    <a:lnTo>
                      <a:pt x="424" y="230"/>
                    </a:lnTo>
                    <a:lnTo>
                      <a:pt x="423" y="230"/>
                    </a:lnTo>
                    <a:lnTo>
                      <a:pt x="419" y="226"/>
                    </a:lnTo>
                    <a:lnTo>
                      <a:pt x="418" y="225"/>
                    </a:lnTo>
                    <a:lnTo>
                      <a:pt x="418" y="223"/>
                    </a:lnTo>
                    <a:lnTo>
                      <a:pt x="418" y="216"/>
                    </a:lnTo>
                    <a:lnTo>
                      <a:pt x="418" y="204"/>
                    </a:lnTo>
                    <a:lnTo>
                      <a:pt x="418" y="204"/>
                    </a:lnTo>
                    <a:lnTo>
                      <a:pt x="416" y="203"/>
                    </a:lnTo>
                    <a:lnTo>
                      <a:pt x="416" y="201"/>
                    </a:lnTo>
                    <a:lnTo>
                      <a:pt x="416" y="197"/>
                    </a:lnTo>
                    <a:lnTo>
                      <a:pt x="416" y="196"/>
                    </a:lnTo>
                    <a:lnTo>
                      <a:pt x="414" y="194"/>
                    </a:lnTo>
                    <a:lnTo>
                      <a:pt x="414" y="194"/>
                    </a:lnTo>
                    <a:lnTo>
                      <a:pt x="416" y="192"/>
                    </a:lnTo>
                    <a:lnTo>
                      <a:pt x="418" y="189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19" y="186"/>
                    </a:lnTo>
                    <a:lnTo>
                      <a:pt x="419" y="186"/>
                    </a:lnTo>
                    <a:lnTo>
                      <a:pt x="418" y="182"/>
                    </a:lnTo>
                    <a:lnTo>
                      <a:pt x="418" y="182"/>
                    </a:lnTo>
                    <a:lnTo>
                      <a:pt x="416" y="180"/>
                    </a:lnTo>
                    <a:lnTo>
                      <a:pt x="416" y="179"/>
                    </a:lnTo>
                    <a:lnTo>
                      <a:pt x="416" y="179"/>
                    </a:lnTo>
                    <a:lnTo>
                      <a:pt x="414" y="179"/>
                    </a:lnTo>
                    <a:lnTo>
                      <a:pt x="413" y="177"/>
                    </a:lnTo>
                    <a:lnTo>
                      <a:pt x="413" y="174"/>
                    </a:lnTo>
                    <a:lnTo>
                      <a:pt x="413" y="172"/>
                    </a:lnTo>
                    <a:lnTo>
                      <a:pt x="413" y="170"/>
                    </a:lnTo>
                    <a:lnTo>
                      <a:pt x="413" y="169"/>
                    </a:lnTo>
                    <a:lnTo>
                      <a:pt x="414" y="167"/>
                    </a:lnTo>
                    <a:lnTo>
                      <a:pt x="413" y="167"/>
                    </a:lnTo>
                    <a:lnTo>
                      <a:pt x="413" y="165"/>
                    </a:lnTo>
                    <a:lnTo>
                      <a:pt x="413" y="162"/>
                    </a:lnTo>
                    <a:lnTo>
                      <a:pt x="411" y="160"/>
                    </a:lnTo>
                    <a:lnTo>
                      <a:pt x="411" y="157"/>
                    </a:lnTo>
                    <a:lnTo>
                      <a:pt x="409" y="157"/>
                    </a:lnTo>
                    <a:lnTo>
                      <a:pt x="409" y="155"/>
                    </a:lnTo>
                    <a:lnTo>
                      <a:pt x="409" y="153"/>
                    </a:lnTo>
                    <a:lnTo>
                      <a:pt x="408" y="152"/>
                    </a:lnTo>
                    <a:lnTo>
                      <a:pt x="408" y="150"/>
                    </a:lnTo>
                    <a:lnTo>
                      <a:pt x="406" y="150"/>
                    </a:lnTo>
                    <a:lnTo>
                      <a:pt x="404" y="150"/>
                    </a:lnTo>
                    <a:lnTo>
                      <a:pt x="402" y="152"/>
                    </a:lnTo>
                    <a:lnTo>
                      <a:pt x="401" y="153"/>
                    </a:lnTo>
                    <a:lnTo>
                      <a:pt x="401" y="152"/>
                    </a:lnTo>
                    <a:lnTo>
                      <a:pt x="401" y="148"/>
                    </a:lnTo>
                    <a:lnTo>
                      <a:pt x="401" y="146"/>
                    </a:lnTo>
                    <a:lnTo>
                      <a:pt x="399" y="146"/>
                    </a:lnTo>
                    <a:lnTo>
                      <a:pt x="399" y="146"/>
                    </a:lnTo>
                    <a:lnTo>
                      <a:pt x="399" y="146"/>
                    </a:lnTo>
                    <a:lnTo>
                      <a:pt x="397" y="143"/>
                    </a:lnTo>
                    <a:lnTo>
                      <a:pt x="397" y="141"/>
                    </a:lnTo>
                    <a:lnTo>
                      <a:pt x="394" y="141"/>
                    </a:lnTo>
                    <a:lnTo>
                      <a:pt x="392" y="141"/>
                    </a:lnTo>
                    <a:lnTo>
                      <a:pt x="392" y="143"/>
                    </a:lnTo>
                    <a:lnTo>
                      <a:pt x="391" y="145"/>
                    </a:lnTo>
                    <a:lnTo>
                      <a:pt x="391" y="146"/>
                    </a:lnTo>
                    <a:lnTo>
                      <a:pt x="389" y="148"/>
                    </a:lnTo>
                    <a:lnTo>
                      <a:pt x="387" y="148"/>
                    </a:lnTo>
                    <a:lnTo>
                      <a:pt x="389" y="146"/>
                    </a:lnTo>
                    <a:lnTo>
                      <a:pt x="389" y="145"/>
                    </a:lnTo>
                    <a:lnTo>
                      <a:pt x="387" y="141"/>
                    </a:lnTo>
                    <a:lnTo>
                      <a:pt x="389" y="140"/>
                    </a:lnTo>
                    <a:lnTo>
                      <a:pt x="389" y="140"/>
                    </a:lnTo>
                    <a:lnTo>
                      <a:pt x="391" y="140"/>
                    </a:lnTo>
                    <a:lnTo>
                      <a:pt x="391" y="138"/>
                    </a:lnTo>
                    <a:lnTo>
                      <a:pt x="392" y="138"/>
                    </a:lnTo>
                    <a:lnTo>
                      <a:pt x="392" y="136"/>
                    </a:lnTo>
                    <a:lnTo>
                      <a:pt x="392" y="135"/>
                    </a:lnTo>
                    <a:lnTo>
                      <a:pt x="394" y="135"/>
                    </a:lnTo>
                    <a:lnTo>
                      <a:pt x="396" y="135"/>
                    </a:lnTo>
                    <a:lnTo>
                      <a:pt x="396" y="135"/>
                    </a:lnTo>
                    <a:lnTo>
                      <a:pt x="396" y="133"/>
                    </a:lnTo>
                    <a:lnTo>
                      <a:pt x="396" y="133"/>
                    </a:lnTo>
                    <a:lnTo>
                      <a:pt x="397" y="131"/>
                    </a:lnTo>
                    <a:lnTo>
                      <a:pt x="397" y="131"/>
                    </a:lnTo>
                    <a:lnTo>
                      <a:pt x="396" y="129"/>
                    </a:lnTo>
                    <a:lnTo>
                      <a:pt x="392" y="128"/>
                    </a:lnTo>
                    <a:lnTo>
                      <a:pt x="391" y="128"/>
                    </a:lnTo>
                    <a:lnTo>
                      <a:pt x="391" y="128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91" y="126"/>
                    </a:lnTo>
                    <a:lnTo>
                      <a:pt x="389" y="126"/>
                    </a:lnTo>
                    <a:lnTo>
                      <a:pt x="389" y="126"/>
                    </a:lnTo>
                    <a:lnTo>
                      <a:pt x="387" y="128"/>
                    </a:lnTo>
                    <a:lnTo>
                      <a:pt x="387" y="128"/>
                    </a:lnTo>
                    <a:lnTo>
                      <a:pt x="384" y="128"/>
                    </a:lnTo>
                    <a:lnTo>
                      <a:pt x="382" y="128"/>
                    </a:lnTo>
                    <a:lnTo>
                      <a:pt x="380" y="129"/>
                    </a:lnTo>
                    <a:lnTo>
                      <a:pt x="380" y="131"/>
                    </a:lnTo>
                    <a:lnTo>
                      <a:pt x="379" y="135"/>
                    </a:lnTo>
                    <a:lnTo>
                      <a:pt x="379" y="136"/>
                    </a:lnTo>
                    <a:lnTo>
                      <a:pt x="379" y="138"/>
                    </a:lnTo>
                    <a:lnTo>
                      <a:pt x="375" y="140"/>
                    </a:lnTo>
                    <a:lnTo>
                      <a:pt x="374" y="143"/>
                    </a:lnTo>
                    <a:lnTo>
                      <a:pt x="372" y="145"/>
                    </a:lnTo>
                    <a:lnTo>
                      <a:pt x="370" y="145"/>
                    </a:lnTo>
                    <a:lnTo>
                      <a:pt x="368" y="145"/>
                    </a:lnTo>
                    <a:lnTo>
                      <a:pt x="367" y="145"/>
                    </a:lnTo>
                    <a:lnTo>
                      <a:pt x="365" y="146"/>
                    </a:lnTo>
                    <a:lnTo>
                      <a:pt x="363" y="146"/>
                    </a:lnTo>
                    <a:lnTo>
                      <a:pt x="363" y="146"/>
                    </a:lnTo>
                    <a:lnTo>
                      <a:pt x="358" y="146"/>
                    </a:lnTo>
                    <a:lnTo>
                      <a:pt x="357" y="148"/>
                    </a:lnTo>
                    <a:lnTo>
                      <a:pt x="357" y="152"/>
                    </a:lnTo>
                    <a:lnTo>
                      <a:pt x="357" y="158"/>
                    </a:lnTo>
                    <a:lnTo>
                      <a:pt x="358" y="165"/>
                    </a:lnTo>
                    <a:lnTo>
                      <a:pt x="357" y="169"/>
                    </a:lnTo>
                    <a:lnTo>
                      <a:pt x="355" y="172"/>
                    </a:lnTo>
                    <a:lnTo>
                      <a:pt x="355" y="174"/>
                    </a:lnTo>
                    <a:lnTo>
                      <a:pt x="355" y="175"/>
                    </a:lnTo>
                    <a:lnTo>
                      <a:pt x="355" y="180"/>
                    </a:lnTo>
                    <a:lnTo>
                      <a:pt x="355" y="182"/>
                    </a:lnTo>
                    <a:lnTo>
                      <a:pt x="345" y="213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8"/>
                    </a:lnTo>
                    <a:lnTo>
                      <a:pt x="341" y="223"/>
                    </a:lnTo>
                    <a:lnTo>
                      <a:pt x="340" y="230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6"/>
                    </a:lnTo>
                    <a:lnTo>
                      <a:pt x="341" y="236"/>
                    </a:lnTo>
                    <a:lnTo>
                      <a:pt x="341" y="236"/>
                    </a:lnTo>
                    <a:lnTo>
                      <a:pt x="343" y="238"/>
                    </a:lnTo>
                    <a:lnTo>
                      <a:pt x="343" y="238"/>
                    </a:lnTo>
                    <a:lnTo>
                      <a:pt x="345" y="242"/>
                    </a:lnTo>
                    <a:lnTo>
                      <a:pt x="346" y="242"/>
                    </a:lnTo>
                    <a:lnTo>
                      <a:pt x="346" y="242"/>
                    </a:lnTo>
                    <a:lnTo>
                      <a:pt x="346" y="245"/>
                    </a:lnTo>
                    <a:lnTo>
                      <a:pt x="341" y="242"/>
                    </a:lnTo>
                    <a:lnTo>
                      <a:pt x="341" y="242"/>
                    </a:lnTo>
                    <a:lnTo>
                      <a:pt x="340" y="243"/>
                    </a:lnTo>
                    <a:lnTo>
                      <a:pt x="336" y="248"/>
                    </a:lnTo>
                    <a:lnTo>
                      <a:pt x="336" y="247"/>
                    </a:lnTo>
                    <a:lnTo>
                      <a:pt x="336" y="245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6" y="236"/>
                    </a:lnTo>
                    <a:lnTo>
                      <a:pt x="336" y="235"/>
                    </a:lnTo>
                    <a:lnTo>
                      <a:pt x="333" y="236"/>
                    </a:lnTo>
                    <a:lnTo>
                      <a:pt x="329" y="240"/>
                    </a:lnTo>
                    <a:lnTo>
                      <a:pt x="326" y="243"/>
                    </a:lnTo>
                    <a:lnTo>
                      <a:pt x="326" y="248"/>
                    </a:lnTo>
                    <a:lnTo>
                      <a:pt x="324" y="252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3" y="257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9"/>
                    </a:lnTo>
                    <a:lnTo>
                      <a:pt x="326" y="259"/>
                    </a:lnTo>
                    <a:lnTo>
                      <a:pt x="328" y="259"/>
                    </a:lnTo>
                    <a:lnTo>
                      <a:pt x="326" y="260"/>
                    </a:lnTo>
                    <a:lnTo>
                      <a:pt x="326" y="260"/>
                    </a:lnTo>
                    <a:lnTo>
                      <a:pt x="324" y="260"/>
                    </a:lnTo>
                    <a:lnTo>
                      <a:pt x="321" y="259"/>
                    </a:lnTo>
                    <a:lnTo>
                      <a:pt x="319" y="259"/>
                    </a:lnTo>
                    <a:lnTo>
                      <a:pt x="319" y="260"/>
                    </a:lnTo>
                    <a:lnTo>
                      <a:pt x="318" y="265"/>
                    </a:lnTo>
                    <a:lnTo>
                      <a:pt x="309" y="284"/>
                    </a:lnTo>
                    <a:lnTo>
                      <a:pt x="309" y="286"/>
                    </a:lnTo>
                    <a:lnTo>
                      <a:pt x="309" y="287"/>
                    </a:lnTo>
                    <a:lnTo>
                      <a:pt x="311" y="287"/>
                    </a:lnTo>
                    <a:lnTo>
                      <a:pt x="314" y="286"/>
                    </a:lnTo>
                    <a:lnTo>
                      <a:pt x="318" y="286"/>
                    </a:lnTo>
                    <a:lnTo>
                      <a:pt x="318" y="286"/>
                    </a:lnTo>
                    <a:lnTo>
                      <a:pt x="318" y="284"/>
                    </a:lnTo>
                    <a:lnTo>
                      <a:pt x="318" y="284"/>
                    </a:lnTo>
                    <a:lnTo>
                      <a:pt x="314" y="284"/>
                    </a:lnTo>
                    <a:lnTo>
                      <a:pt x="314" y="284"/>
                    </a:lnTo>
                    <a:lnTo>
                      <a:pt x="314" y="279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4" y="277"/>
                    </a:lnTo>
                    <a:lnTo>
                      <a:pt x="316" y="277"/>
                    </a:lnTo>
                    <a:lnTo>
                      <a:pt x="318" y="279"/>
                    </a:lnTo>
                    <a:lnTo>
                      <a:pt x="321" y="277"/>
                    </a:lnTo>
                    <a:lnTo>
                      <a:pt x="323" y="279"/>
                    </a:lnTo>
                    <a:lnTo>
                      <a:pt x="321" y="281"/>
                    </a:lnTo>
                    <a:lnTo>
                      <a:pt x="318" y="282"/>
                    </a:lnTo>
                    <a:lnTo>
                      <a:pt x="321" y="284"/>
                    </a:lnTo>
                    <a:lnTo>
                      <a:pt x="323" y="284"/>
                    </a:lnTo>
                    <a:lnTo>
                      <a:pt x="323" y="286"/>
                    </a:lnTo>
                    <a:lnTo>
                      <a:pt x="324" y="287"/>
                    </a:lnTo>
                    <a:lnTo>
                      <a:pt x="324" y="287"/>
                    </a:lnTo>
                    <a:lnTo>
                      <a:pt x="326" y="289"/>
                    </a:lnTo>
                    <a:lnTo>
                      <a:pt x="328" y="289"/>
                    </a:lnTo>
                    <a:lnTo>
                      <a:pt x="329" y="289"/>
                    </a:lnTo>
                    <a:lnTo>
                      <a:pt x="333" y="289"/>
                    </a:lnTo>
                    <a:lnTo>
                      <a:pt x="334" y="289"/>
                    </a:lnTo>
                    <a:lnTo>
                      <a:pt x="334" y="289"/>
                    </a:lnTo>
                    <a:lnTo>
                      <a:pt x="336" y="287"/>
                    </a:lnTo>
                    <a:lnTo>
                      <a:pt x="338" y="287"/>
                    </a:lnTo>
                    <a:lnTo>
                      <a:pt x="340" y="289"/>
                    </a:lnTo>
                    <a:lnTo>
                      <a:pt x="341" y="289"/>
                    </a:lnTo>
                    <a:lnTo>
                      <a:pt x="340" y="289"/>
                    </a:lnTo>
                    <a:lnTo>
                      <a:pt x="338" y="289"/>
                    </a:lnTo>
                    <a:lnTo>
                      <a:pt x="338" y="289"/>
                    </a:lnTo>
                    <a:lnTo>
                      <a:pt x="336" y="291"/>
                    </a:lnTo>
                    <a:lnTo>
                      <a:pt x="334" y="291"/>
                    </a:lnTo>
                    <a:lnTo>
                      <a:pt x="333" y="293"/>
                    </a:lnTo>
                    <a:lnTo>
                      <a:pt x="329" y="294"/>
                    </a:lnTo>
                    <a:lnTo>
                      <a:pt x="328" y="296"/>
                    </a:lnTo>
                    <a:lnTo>
                      <a:pt x="329" y="296"/>
                    </a:lnTo>
                    <a:lnTo>
                      <a:pt x="333" y="296"/>
                    </a:lnTo>
                    <a:lnTo>
                      <a:pt x="334" y="298"/>
                    </a:lnTo>
                    <a:lnTo>
                      <a:pt x="336" y="299"/>
                    </a:lnTo>
                    <a:lnTo>
                      <a:pt x="338" y="299"/>
                    </a:lnTo>
                    <a:lnTo>
                      <a:pt x="340" y="301"/>
                    </a:lnTo>
                    <a:lnTo>
                      <a:pt x="343" y="301"/>
                    </a:lnTo>
                    <a:lnTo>
                      <a:pt x="345" y="301"/>
                    </a:lnTo>
                    <a:lnTo>
                      <a:pt x="343" y="301"/>
                    </a:lnTo>
                    <a:lnTo>
                      <a:pt x="336" y="304"/>
                    </a:lnTo>
                    <a:lnTo>
                      <a:pt x="336" y="304"/>
                    </a:lnTo>
                    <a:lnTo>
                      <a:pt x="336" y="309"/>
                    </a:lnTo>
                    <a:lnTo>
                      <a:pt x="338" y="311"/>
                    </a:lnTo>
                    <a:lnTo>
                      <a:pt x="338" y="313"/>
                    </a:lnTo>
                    <a:lnTo>
                      <a:pt x="338" y="316"/>
                    </a:lnTo>
                    <a:lnTo>
                      <a:pt x="338" y="316"/>
                    </a:lnTo>
                    <a:lnTo>
                      <a:pt x="336" y="313"/>
                    </a:lnTo>
                    <a:lnTo>
                      <a:pt x="334" y="313"/>
                    </a:lnTo>
                    <a:lnTo>
                      <a:pt x="334" y="311"/>
                    </a:lnTo>
                    <a:lnTo>
                      <a:pt x="334" y="309"/>
                    </a:lnTo>
                    <a:lnTo>
                      <a:pt x="334" y="306"/>
                    </a:lnTo>
                    <a:lnTo>
                      <a:pt x="333" y="301"/>
                    </a:lnTo>
                    <a:lnTo>
                      <a:pt x="333" y="299"/>
                    </a:lnTo>
                    <a:lnTo>
                      <a:pt x="331" y="298"/>
                    </a:lnTo>
                    <a:lnTo>
                      <a:pt x="329" y="298"/>
                    </a:lnTo>
                    <a:lnTo>
                      <a:pt x="328" y="299"/>
                    </a:lnTo>
                    <a:lnTo>
                      <a:pt x="328" y="299"/>
                    </a:lnTo>
                    <a:lnTo>
                      <a:pt x="328" y="298"/>
                    </a:lnTo>
                    <a:lnTo>
                      <a:pt x="328" y="296"/>
                    </a:lnTo>
                    <a:lnTo>
                      <a:pt x="328" y="296"/>
                    </a:lnTo>
                    <a:lnTo>
                      <a:pt x="326" y="298"/>
                    </a:lnTo>
                    <a:lnTo>
                      <a:pt x="326" y="299"/>
                    </a:lnTo>
                    <a:lnTo>
                      <a:pt x="326" y="301"/>
                    </a:lnTo>
                    <a:lnTo>
                      <a:pt x="324" y="306"/>
                    </a:lnTo>
                    <a:lnTo>
                      <a:pt x="323" y="308"/>
                    </a:lnTo>
                    <a:lnTo>
                      <a:pt x="323" y="309"/>
                    </a:lnTo>
                    <a:lnTo>
                      <a:pt x="321" y="311"/>
                    </a:lnTo>
                    <a:lnTo>
                      <a:pt x="319" y="313"/>
                    </a:lnTo>
                    <a:lnTo>
                      <a:pt x="316" y="315"/>
                    </a:lnTo>
                    <a:lnTo>
                      <a:pt x="314" y="316"/>
                    </a:lnTo>
                    <a:lnTo>
                      <a:pt x="312" y="316"/>
                    </a:lnTo>
                    <a:lnTo>
                      <a:pt x="312" y="316"/>
                    </a:lnTo>
                    <a:lnTo>
                      <a:pt x="312" y="318"/>
                    </a:lnTo>
                    <a:lnTo>
                      <a:pt x="311" y="318"/>
                    </a:lnTo>
                    <a:lnTo>
                      <a:pt x="309" y="320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7" y="325"/>
                    </a:lnTo>
                    <a:lnTo>
                      <a:pt x="309" y="325"/>
                    </a:lnTo>
                    <a:lnTo>
                      <a:pt x="309" y="325"/>
                    </a:lnTo>
                    <a:lnTo>
                      <a:pt x="309" y="325"/>
                    </a:lnTo>
                    <a:lnTo>
                      <a:pt x="311" y="330"/>
                    </a:lnTo>
                    <a:lnTo>
                      <a:pt x="311" y="335"/>
                    </a:lnTo>
                    <a:lnTo>
                      <a:pt x="311" y="337"/>
                    </a:lnTo>
                    <a:lnTo>
                      <a:pt x="312" y="338"/>
                    </a:lnTo>
                    <a:lnTo>
                      <a:pt x="312" y="340"/>
                    </a:lnTo>
                    <a:lnTo>
                      <a:pt x="314" y="340"/>
                    </a:lnTo>
                    <a:lnTo>
                      <a:pt x="314" y="342"/>
                    </a:lnTo>
                    <a:lnTo>
                      <a:pt x="314" y="342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8" y="343"/>
                    </a:lnTo>
                    <a:lnTo>
                      <a:pt x="318" y="345"/>
                    </a:lnTo>
                    <a:lnTo>
                      <a:pt x="318" y="345"/>
                    </a:lnTo>
                    <a:lnTo>
                      <a:pt x="318" y="347"/>
                    </a:lnTo>
                    <a:lnTo>
                      <a:pt x="318" y="347"/>
                    </a:lnTo>
                    <a:lnTo>
                      <a:pt x="316" y="349"/>
                    </a:lnTo>
                    <a:lnTo>
                      <a:pt x="316" y="350"/>
                    </a:lnTo>
                    <a:lnTo>
                      <a:pt x="316" y="350"/>
                    </a:lnTo>
                    <a:lnTo>
                      <a:pt x="314" y="352"/>
                    </a:lnTo>
                    <a:lnTo>
                      <a:pt x="314" y="354"/>
                    </a:lnTo>
                    <a:lnTo>
                      <a:pt x="316" y="355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2" y="355"/>
                    </a:lnTo>
                    <a:lnTo>
                      <a:pt x="312" y="355"/>
                    </a:lnTo>
                    <a:lnTo>
                      <a:pt x="311" y="357"/>
                    </a:lnTo>
                    <a:lnTo>
                      <a:pt x="309" y="362"/>
                    </a:lnTo>
                    <a:lnTo>
                      <a:pt x="309" y="364"/>
                    </a:lnTo>
                    <a:lnTo>
                      <a:pt x="306" y="367"/>
                    </a:lnTo>
                    <a:lnTo>
                      <a:pt x="306" y="367"/>
                    </a:lnTo>
                    <a:lnTo>
                      <a:pt x="306" y="371"/>
                    </a:lnTo>
                    <a:lnTo>
                      <a:pt x="302" y="374"/>
                    </a:lnTo>
                    <a:lnTo>
                      <a:pt x="299" y="391"/>
                    </a:lnTo>
                    <a:lnTo>
                      <a:pt x="297" y="399"/>
                    </a:lnTo>
                    <a:lnTo>
                      <a:pt x="299" y="406"/>
                    </a:lnTo>
                    <a:lnTo>
                      <a:pt x="304" y="413"/>
                    </a:lnTo>
                    <a:lnTo>
                      <a:pt x="306" y="415"/>
                    </a:lnTo>
                    <a:lnTo>
                      <a:pt x="307" y="418"/>
                    </a:lnTo>
                    <a:lnTo>
                      <a:pt x="309" y="422"/>
                    </a:lnTo>
                    <a:lnTo>
                      <a:pt x="309" y="425"/>
                    </a:lnTo>
                    <a:lnTo>
                      <a:pt x="309" y="428"/>
                    </a:lnTo>
                    <a:lnTo>
                      <a:pt x="309" y="432"/>
                    </a:lnTo>
                    <a:lnTo>
                      <a:pt x="304" y="445"/>
                    </a:lnTo>
                    <a:lnTo>
                      <a:pt x="302" y="449"/>
                    </a:lnTo>
                    <a:lnTo>
                      <a:pt x="302" y="452"/>
                    </a:lnTo>
                    <a:lnTo>
                      <a:pt x="302" y="454"/>
                    </a:lnTo>
                    <a:lnTo>
                      <a:pt x="304" y="457"/>
                    </a:lnTo>
                    <a:lnTo>
                      <a:pt x="304" y="459"/>
                    </a:lnTo>
                    <a:lnTo>
                      <a:pt x="304" y="464"/>
                    </a:lnTo>
                    <a:lnTo>
                      <a:pt x="309" y="486"/>
                    </a:lnTo>
                    <a:lnTo>
                      <a:pt x="311" y="488"/>
                    </a:lnTo>
                    <a:lnTo>
                      <a:pt x="312" y="491"/>
                    </a:lnTo>
                    <a:lnTo>
                      <a:pt x="312" y="491"/>
                    </a:lnTo>
                    <a:lnTo>
                      <a:pt x="312" y="493"/>
                    </a:lnTo>
                    <a:lnTo>
                      <a:pt x="312" y="493"/>
                    </a:lnTo>
                    <a:lnTo>
                      <a:pt x="314" y="495"/>
                    </a:lnTo>
                    <a:lnTo>
                      <a:pt x="314" y="496"/>
                    </a:lnTo>
                    <a:lnTo>
                      <a:pt x="314" y="498"/>
                    </a:lnTo>
                    <a:lnTo>
                      <a:pt x="314" y="500"/>
                    </a:lnTo>
                    <a:lnTo>
                      <a:pt x="314" y="501"/>
                    </a:lnTo>
                    <a:lnTo>
                      <a:pt x="314" y="503"/>
                    </a:lnTo>
                    <a:lnTo>
                      <a:pt x="314" y="505"/>
                    </a:lnTo>
                    <a:lnTo>
                      <a:pt x="312" y="505"/>
                    </a:lnTo>
                    <a:lnTo>
                      <a:pt x="312" y="506"/>
                    </a:lnTo>
                    <a:lnTo>
                      <a:pt x="312" y="508"/>
                    </a:lnTo>
                    <a:lnTo>
                      <a:pt x="312" y="510"/>
                    </a:lnTo>
                    <a:lnTo>
                      <a:pt x="312" y="510"/>
                    </a:lnTo>
                    <a:lnTo>
                      <a:pt x="311" y="512"/>
                    </a:lnTo>
                    <a:lnTo>
                      <a:pt x="309" y="513"/>
                    </a:lnTo>
                    <a:lnTo>
                      <a:pt x="309" y="515"/>
                    </a:lnTo>
                    <a:lnTo>
                      <a:pt x="309" y="515"/>
                    </a:lnTo>
                    <a:lnTo>
                      <a:pt x="307" y="517"/>
                    </a:lnTo>
                    <a:lnTo>
                      <a:pt x="307" y="518"/>
                    </a:lnTo>
                    <a:lnTo>
                      <a:pt x="307" y="520"/>
                    </a:lnTo>
                    <a:lnTo>
                      <a:pt x="307" y="522"/>
                    </a:lnTo>
                    <a:lnTo>
                      <a:pt x="299" y="539"/>
                    </a:lnTo>
                    <a:lnTo>
                      <a:pt x="295" y="552"/>
                    </a:lnTo>
                    <a:lnTo>
                      <a:pt x="292" y="571"/>
                    </a:lnTo>
                    <a:lnTo>
                      <a:pt x="292" y="574"/>
                    </a:lnTo>
                    <a:lnTo>
                      <a:pt x="292" y="574"/>
                    </a:lnTo>
                    <a:lnTo>
                      <a:pt x="290" y="576"/>
                    </a:lnTo>
                    <a:lnTo>
                      <a:pt x="290" y="578"/>
                    </a:lnTo>
                    <a:lnTo>
                      <a:pt x="290" y="578"/>
                    </a:lnTo>
                    <a:lnTo>
                      <a:pt x="294" y="586"/>
                    </a:lnTo>
                    <a:lnTo>
                      <a:pt x="295" y="588"/>
                    </a:lnTo>
                    <a:lnTo>
                      <a:pt x="294" y="590"/>
                    </a:lnTo>
                    <a:lnTo>
                      <a:pt x="289" y="598"/>
                    </a:lnTo>
                    <a:lnTo>
                      <a:pt x="289" y="600"/>
                    </a:lnTo>
                    <a:lnTo>
                      <a:pt x="289" y="602"/>
                    </a:lnTo>
                    <a:lnTo>
                      <a:pt x="287" y="603"/>
                    </a:lnTo>
                    <a:lnTo>
                      <a:pt x="287" y="607"/>
                    </a:lnTo>
                    <a:lnTo>
                      <a:pt x="287" y="608"/>
                    </a:lnTo>
                    <a:lnTo>
                      <a:pt x="285" y="612"/>
                    </a:lnTo>
                    <a:lnTo>
                      <a:pt x="285" y="613"/>
                    </a:lnTo>
                    <a:lnTo>
                      <a:pt x="285" y="615"/>
                    </a:lnTo>
                    <a:lnTo>
                      <a:pt x="284" y="617"/>
                    </a:lnTo>
                    <a:lnTo>
                      <a:pt x="282" y="619"/>
                    </a:lnTo>
                    <a:lnTo>
                      <a:pt x="282" y="620"/>
                    </a:lnTo>
                    <a:lnTo>
                      <a:pt x="282" y="620"/>
                    </a:lnTo>
                    <a:lnTo>
                      <a:pt x="284" y="620"/>
                    </a:lnTo>
                    <a:lnTo>
                      <a:pt x="284" y="622"/>
                    </a:lnTo>
                    <a:lnTo>
                      <a:pt x="284" y="622"/>
                    </a:lnTo>
                    <a:lnTo>
                      <a:pt x="284" y="624"/>
                    </a:lnTo>
                    <a:lnTo>
                      <a:pt x="284" y="625"/>
                    </a:lnTo>
                    <a:lnTo>
                      <a:pt x="282" y="629"/>
                    </a:lnTo>
                    <a:lnTo>
                      <a:pt x="280" y="632"/>
                    </a:lnTo>
                    <a:lnTo>
                      <a:pt x="278" y="630"/>
                    </a:lnTo>
                    <a:lnTo>
                      <a:pt x="278" y="632"/>
                    </a:lnTo>
                    <a:lnTo>
                      <a:pt x="277" y="639"/>
                    </a:lnTo>
                    <a:lnTo>
                      <a:pt x="275" y="641"/>
                    </a:lnTo>
                    <a:lnTo>
                      <a:pt x="275" y="642"/>
                    </a:lnTo>
                    <a:lnTo>
                      <a:pt x="275" y="644"/>
                    </a:lnTo>
                    <a:lnTo>
                      <a:pt x="270" y="649"/>
                    </a:lnTo>
                    <a:lnTo>
                      <a:pt x="268" y="651"/>
                    </a:lnTo>
                    <a:lnTo>
                      <a:pt x="268" y="651"/>
                    </a:lnTo>
                    <a:lnTo>
                      <a:pt x="267" y="653"/>
                    </a:lnTo>
                    <a:lnTo>
                      <a:pt x="265" y="653"/>
                    </a:lnTo>
                    <a:lnTo>
                      <a:pt x="265" y="653"/>
                    </a:lnTo>
                    <a:lnTo>
                      <a:pt x="261" y="659"/>
                    </a:lnTo>
                    <a:lnTo>
                      <a:pt x="255" y="669"/>
                    </a:lnTo>
                    <a:lnTo>
                      <a:pt x="253" y="671"/>
                    </a:lnTo>
                    <a:lnTo>
                      <a:pt x="253" y="673"/>
                    </a:lnTo>
                    <a:lnTo>
                      <a:pt x="253" y="675"/>
                    </a:lnTo>
                    <a:lnTo>
                      <a:pt x="255" y="676"/>
                    </a:lnTo>
                    <a:lnTo>
                      <a:pt x="253" y="681"/>
                    </a:lnTo>
                    <a:lnTo>
                      <a:pt x="253" y="683"/>
                    </a:lnTo>
                    <a:lnTo>
                      <a:pt x="253" y="683"/>
                    </a:lnTo>
                    <a:lnTo>
                      <a:pt x="251" y="686"/>
                    </a:lnTo>
                    <a:lnTo>
                      <a:pt x="250" y="688"/>
                    </a:lnTo>
                    <a:lnTo>
                      <a:pt x="250" y="688"/>
                    </a:lnTo>
                    <a:lnTo>
                      <a:pt x="248" y="692"/>
                    </a:lnTo>
                    <a:lnTo>
                      <a:pt x="248" y="700"/>
                    </a:lnTo>
                    <a:lnTo>
                      <a:pt x="244" y="705"/>
                    </a:lnTo>
                    <a:lnTo>
                      <a:pt x="244" y="707"/>
                    </a:lnTo>
                    <a:lnTo>
                      <a:pt x="243" y="709"/>
                    </a:lnTo>
                    <a:lnTo>
                      <a:pt x="241" y="709"/>
                    </a:lnTo>
                    <a:lnTo>
                      <a:pt x="239" y="709"/>
                    </a:lnTo>
                    <a:lnTo>
                      <a:pt x="238" y="710"/>
                    </a:lnTo>
                    <a:lnTo>
                      <a:pt x="236" y="710"/>
                    </a:lnTo>
                    <a:lnTo>
                      <a:pt x="236" y="712"/>
                    </a:lnTo>
                    <a:lnTo>
                      <a:pt x="236" y="714"/>
                    </a:lnTo>
                    <a:lnTo>
                      <a:pt x="234" y="714"/>
                    </a:lnTo>
                    <a:lnTo>
                      <a:pt x="231" y="714"/>
                    </a:lnTo>
                    <a:lnTo>
                      <a:pt x="229" y="715"/>
                    </a:lnTo>
                    <a:lnTo>
                      <a:pt x="228" y="717"/>
                    </a:lnTo>
                    <a:lnTo>
                      <a:pt x="224" y="719"/>
                    </a:lnTo>
                    <a:lnTo>
                      <a:pt x="224" y="720"/>
                    </a:lnTo>
                    <a:lnTo>
                      <a:pt x="222" y="720"/>
                    </a:lnTo>
                    <a:lnTo>
                      <a:pt x="221" y="720"/>
                    </a:lnTo>
                    <a:lnTo>
                      <a:pt x="221" y="720"/>
                    </a:lnTo>
                    <a:lnTo>
                      <a:pt x="217" y="722"/>
                    </a:lnTo>
                    <a:lnTo>
                      <a:pt x="217" y="724"/>
                    </a:lnTo>
                    <a:lnTo>
                      <a:pt x="216" y="724"/>
                    </a:lnTo>
                    <a:lnTo>
                      <a:pt x="211" y="724"/>
                    </a:lnTo>
                    <a:lnTo>
                      <a:pt x="209" y="726"/>
                    </a:lnTo>
                    <a:lnTo>
                      <a:pt x="209" y="726"/>
                    </a:lnTo>
                    <a:lnTo>
                      <a:pt x="209" y="726"/>
                    </a:lnTo>
                    <a:lnTo>
                      <a:pt x="207" y="727"/>
                    </a:lnTo>
                    <a:lnTo>
                      <a:pt x="192" y="731"/>
                    </a:lnTo>
                    <a:lnTo>
                      <a:pt x="182" y="731"/>
                    </a:lnTo>
                    <a:lnTo>
                      <a:pt x="171" y="731"/>
                    </a:lnTo>
                    <a:lnTo>
                      <a:pt x="171" y="731"/>
                    </a:lnTo>
                    <a:lnTo>
                      <a:pt x="168" y="727"/>
                    </a:lnTo>
                    <a:lnTo>
                      <a:pt x="166" y="724"/>
                    </a:lnTo>
                    <a:lnTo>
                      <a:pt x="165" y="722"/>
                    </a:lnTo>
                    <a:lnTo>
                      <a:pt x="156" y="720"/>
                    </a:lnTo>
                    <a:lnTo>
                      <a:pt x="156" y="719"/>
                    </a:lnTo>
                    <a:lnTo>
                      <a:pt x="155" y="719"/>
                    </a:lnTo>
                    <a:lnTo>
                      <a:pt x="153" y="719"/>
                    </a:lnTo>
                    <a:lnTo>
                      <a:pt x="146" y="717"/>
                    </a:lnTo>
                    <a:lnTo>
                      <a:pt x="143" y="715"/>
                    </a:lnTo>
                    <a:lnTo>
                      <a:pt x="141" y="715"/>
                    </a:lnTo>
                    <a:lnTo>
                      <a:pt x="139" y="714"/>
                    </a:lnTo>
                    <a:lnTo>
                      <a:pt x="134" y="710"/>
                    </a:lnTo>
                    <a:lnTo>
                      <a:pt x="131" y="707"/>
                    </a:lnTo>
                    <a:lnTo>
                      <a:pt x="131" y="707"/>
                    </a:lnTo>
                    <a:lnTo>
                      <a:pt x="129" y="705"/>
                    </a:lnTo>
                    <a:lnTo>
                      <a:pt x="126" y="703"/>
                    </a:lnTo>
                    <a:lnTo>
                      <a:pt x="124" y="702"/>
                    </a:lnTo>
                    <a:lnTo>
                      <a:pt x="124" y="702"/>
                    </a:lnTo>
                    <a:lnTo>
                      <a:pt x="121" y="702"/>
                    </a:lnTo>
                    <a:lnTo>
                      <a:pt x="112" y="700"/>
                    </a:lnTo>
                    <a:lnTo>
                      <a:pt x="109" y="700"/>
                    </a:lnTo>
                    <a:lnTo>
                      <a:pt x="105" y="697"/>
                    </a:lnTo>
                    <a:lnTo>
                      <a:pt x="104" y="693"/>
                    </a:lnTo>
                    <a:lnTo>
                      <a:pt x="100" y="686"/>
                    </a:lnTo>
                    <a:lnTo>
                      <a:pt x="98" y="685"/>
                    </a:lnTo>
                    <a:lnTo>
                      <a:pt x="97" y="680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3" y="669"/>
                    </a:lnTo>
                    <a:lnTo>
                      <a:pt x="90" y="668"/>
                    </a:lnTo>
                    <a:lnTo>
                      <a:pt x="88" y="663"/>
                    </a:lnTo>
                    <a:lnTo>
                      <a:pt x="87" y="661"/>
                    </a:lnTo>
                    <a:lnTo>
                      <a:pt x="83" y="659"/>
                    </a:lnTo>
                    <a:lnTo>
                      <a:pt x="75" y="659"/>
                    </a:lnTo>
                    <a:lnTo>
                      <a:pt x="71" y="658"/>
                    </a:lnTo>
                    <a:lnTo>
                      <a:pt x="68" y="656"/>
                    </a:lnTo>
                    <a:lnTo>
                      <a:pt x="65" y="656"/>
                    </a:lnTo>
                    <a:lnTo>
                      <a:pt x="63" y="656"/>
                    </a:lnTo>
                    <a:lnTo>
                      <a:pt x="61" y="654"/>
                    </a:lnTo>
                    <a:lnTo>
                      <a:pt x="59" y="654"/>
                    </a:lnTo>
                    <a:lnTo>
                      <a:pt x="58" y="653"/>
                    </a:lnTo>
                    <a:lnTo>
                      <a:pt x="56" y="651"/>
                    </a:lnTo>
                    <a:lnTo>
                      <a:pt x="54" y="651"/>
                    </a:lnTo>
                    <a:lnTo>
                      <a:pt x="46" y="651"/>
                    </a:lnTo>
                    <a:lnTo>
                      <a:pt x="42" y="653"/>
                    </a:lnTo>
                    <a:lnTo>
                      <a:pt x="37" y="651"/>
                    </a:lnTo>
                    <a:lnTo>
                      <a:pt x="34" y="649"/>
                    </a:lnTo>
                    <a:lnTo>
                      <a:pt x="32" y="647"/>
                    </a:lnTo>
                    <a:lnTo>
                      <a:pt x="25" y="647"/>
                    </a:lnTo>
                    <a:lnTo>
                      <a:pt x="24" y="647"/>
                    </a:lnTo>
                    <a:lnTo>
                      <a:pt x="24" y="647"/>
                    </a:lnTo>
                    <a:lnTo>
                      <a:pt x="24" y="646"/>
                    </a:lnTo>
                    <a:lnTo>
                      <a:pt x="22" y="646"/>
                    </a:lnTo>
                    <a:lnTo>
                      <a:pt x="22" y="646"/>
                    </a:lnTo>
                    <a:lnTo>
                      <a:pt x="20" y="646"/>
                    </a:lnTo>
                    <a:lnTo>
                      <a:pt x="19" y="644"/>
                    </a:lnTo>
                    <a:lnTo>
                      <a:pt x="15" y="644"/>
                    </a:lnTo>
                    <a:lnTo>
                      <a:pt x="12" y="642"/>
                    </a:lnTo>
                    <a:lnTo>
                      <a:pt x="8" y="637"/>
                    </a:lnTo>
                    <a:lnTo>
                      <a:pt x="5" y="636"/>
                    </a:lnTo>
                    <a:lnTo>
                      <a:pt x="0" y="630"/>
                    </a:lnTo>
                    <a:lnTo>
                      <a:pt x="0" y="630"/>
                    </a:lnTo>
                    <a:lnTo>
                      <a:pt x="0" y="1444"/>
                    </a:lnTo>
                    <a:lnTo>
                      <a:pt x="258" y="1444"/>
                    </a:lnTo>
                    <a:lnTo>
                      <a:pt x="258" y="1704"/>
                    </a:lnTo>
                    <a:lnTo>
                      <a:pt x="944" y="1704"/>
                    </a:lnTo>
                    <a:lnTo>
                      <a:pt x="944" y="1704"/>
                    </a:lnTo>
                    <a:lnTo>
                      <a:pt x="946" y="1700"/>
                    </a:lnTo>
                    <a:lnTo>
                      <a:pt x="949" y="1700"/>
                    </a:lnTo>
                    <a:lnTo>
                      <a:pt x="951" y="1699"/>
                    </a:lnTo>
                    <a:lnTo>
                      <a:pt x="953" y="1697"/>
                    </a:lnTo>
                    <a:lnTo>
                      <a:pt x="953" y="1695"/>
                    </a:lnTo>
                    <a:lnTo>
                      <a:pt x="954" y="1692"/>
                    </a:lnTo>
                    <a:lnTo>
                      <a:pt x="954" y="1690"/>
                    </a:lnTo>
                    <a:lnTo>
                      <a:pt x="956" y="1688"/>
                    </a:lnTo>
                    <a:lnTo>
                      <a:pt x="958" y="1688"/>
                    </a:lnTo>
                    <a:lnTo>
                      <a:pt x="959" y="1688"/>
                    </a:lnTo>
                    <a:lnTo>
                      <a:pt x="961" y="1687"/>
                    </a:lnTo>
                    <a:lnTo>
                      <a:pt x="963" y="1687"/>
                    </a:lnTo>
                    <a:lnTo>
                      <a:pt x="964" y="1685"/>
                    </a:lnTo>
                    <a:lnTo>
                      <a:pt x="964" y="1685"/>
                    </a:lnTo>
                    <a:lnTo>
                      <a:pt x="964" y="1683"/>
                    </a:lnTo>
                    <a:lnTo>
                      <a:pt x="966" y="1683"/>
                    </a:lnTo>
                    <a:lnTo>
                      <a:pt x="968" y="1682"/>
                    </a:lnTo>
                    <a:lnTo>
                      <a:pt x="970" y="1682"/>
                    </a:lnTo>
                    <a:lnTo>
                      <a:pt x="970" y="1680"/>
                    </a:lnTo>
                    <a:lnTo>
                      <a:pt x="970" y="1680"/>
                    </a:lnTo>
                    <a:lnTo>
                      <a:pt x="980" y="1676"/>
                    </a:lnTo>
                    <a:lnTo>
                      <a:pt x="981" y="1676"/>
                    </a:lnTo>
                    <a:lnTo>
                      <a:pt x="983" y="1675"/>
                    </a:lnTo>
                    <a:lnTo>
                      <a:pt x="983" y="1673"/>
                    </a:lnTo>
                    <a:lnTo>
                      <a:pt x="987" y="1668"/>
                    </a:lnTo>
                    <a:lnTo>
                      <a:pt x="988" y="1666"/>
                    </a:lnTo>
                    <a:lnTo>
                      <a:pt x="997" y="1666"/>
                    </a:lnTo>
                    <a:lnTo>
                      <a:pt x="998" y="1666"/>
                    </a:lnTo>
                    <a:lnTo>
                      <a:pt x="998" y="1666"/>
                    </a:lnTo>
                    <a:lnTo>
                      <a:pt x="1000" y="1668"/>
                    </a:lnTo>
                    <a:lnTo>
                      <a:pt x="1000" y="1670"/>
                    </a:lnTo>
                    <a:lnTo>
                      <a:pt x="1002" y="1670"/>
                    </a:lnTo>
                    <a:lnTo>
                      <a:pt x="1005" y="1670"/>
                    </a:lnTo>
                    <a:lnTo>
                      <a:pt x="1005" y="1670"/>
                    </a:lnTo>
                    <a:lnTo>
                      <a:pt x="1007" y="1671"/>
                    </a:lnTo>
                    <a:lnTo>
                      <a:pt x="1009" y="1670"/>
                    </a:lnTo>
                    <a:lnTo>
                      <a:pt x="1010" y="1670"/>
                    </a:lnTo>
                    <a:lnTo>
                      <a:pt x="1012" y="1670"/>
                    </a:lnTo>
                    <a:lnTo>
                      <a:pt x="1022" y="1668"/>
                    </a:lnTo>
                    <a:lnTo>
                      <a:pt x="1024" y="1670"/>
                    </a:lnTo>
                    <a:lnTo>
                      <a:pt x="1029" y="1668"/>
                    </a:lnTo>
                    <a:lnTo>
                      <a:pt x="1031" y="1668"/>
                    </a:lnTo>
                    <a:lnTo>
                      <a:pt x="1032" y="1668"/>
                    </a:lnTo>
                    <a:lnTo>
                      <a:pt x="1034" y="1668"/>
                    </a:lnTo>
                    <a:lnTo>
                      <a:pt x="1037" y="1666"/>
                    </a:lnTo>
                    <a:lnTo>
                      <a:pt x="1041" y="1666"/>
                    </a:lnTo>
                    <a:lnTo>
                      <a:pt x="1046" y="1665"/>
                    </a:lnTo>
                    <a:lnTo>
                      <a:pt x="1048" y="1665"/>
                    </a:lnTo>
                    <a:lnTo>
                      <a:pt x="1053" y="1665"/>
                    </a:lnTo>
                    <a:lnTo>
                      <a:pt x="1054" y="1665"/>
                    </a:lnTo>
                    <a:lnTo>
                      <a:pt x="1056" y="1663"/>
                    </a:lnTo>
                    <a:lnTo>
                      <a:pt x="1058" y="1663"/>
                    </a:lnTo>
                    <a:lnTo>
                      <a:pt x="1061" y="1663"/>
                    </a:lnTo>
                    <a:lnTo>
                      <a:pt x="1063" y="1666"/>
                    </a:lnTo>
                    <a:lnTo>
                      <a:pt x="1068" y="1671"/>
                    </a:lnTo>
                    <a:lnTo>
                      <a:pt x="1071" y="1673"/>
                    </a:lnTo>
                    <a:lnTo>
                      <a:pt x="1075" y="1673"/>
                    </a:lnTo>
                    <a:lnTo>
                      <a:pt x="1087" y="1673"/>
                    </a:lnTo>
                    <a:lnTo>
                      <a:pt x="1090" y="1673"/>
                    </a:lnTo>
                    <a:lnTo>
                      <a:pt x="1097" y="1671"/>
                    </a:lnTo>
                    <a:lnTo>
                      <a:pt x="1100" y="1671"/>
                    </a:lnTo>
                    <a:lnTo>
                      <a:pt x="1104" y="1673"/>
                    </a:lnTo>
                    <a:lnTo>
                      <a:pt x="1107" y="1675"/>
                    </a:lnTo>
                    <a:lnTo>
                      <a:pt x="1109" y="1675"/>
                    </a:lnTo>
                    <a:lnTo>
                      <a:pt x="1114" y="1676"/>
                    </a:lnTo>
                    <a:lnTo>
                      <a:pt x="1114" y="1676"/>
                    </a:lnTo>
                    <a:lnTo>
                      <a:pt x="1116" y="1678"/>
                    </a:lnTo>
                    <a:lnTo>
                      <a:pt x="1117" y="1680"/>
                    </a:lnTo>
                    <a:lnTo>
                      <a:pt x="1119" y="1680"/>
                    </a:lnTo>
                    <a:lnTo>
                      <a:pt x="1121" y="1680"/>
                    </a:lnTo>
                    <a:lnTo>
                      <a:pt x="1122" y="1680"/>
                    </a:lnTo>
                    <a:lnTo>
                      <a:pt x="1124" y="1682"/>
                    </a:lnTo>
                    <a:lnTo>
                      <a:pt x="1124" y="1685"/>
                    </a:lnTo>
                    <a:lnTo>
                      <a:pt x="1124" y="1687"/>
                    </a:lnTo>
                    <a:lnTo>
                      <a:pt x="1124" y="1688"/>
                    </a:lnTo>
                    <a:lnTo>
                      <a:pt x="1126" y="1688"/>
                    </a:lnTo>
                    <a:lnTo>
                      <a:pt x="1127" y="1688"/>
                    </a:lnTo>
                    <a:lnTo>
                      <a:pt x="1131" y="1690"/>
                    </a:lnTo>
                    <a:lnTo>
                      <a:pt x="1133" y="1690"/>
                    </a:lnTo>
                    <a:lnTo>
                      <a:pt x="1134" y="1690"/>
                    </a:lnTo>
                    <a:lnTo>
                      <a:pt x="1138" y="1693"/>
                    </a:lnTo>
                    <a:lnTo>
                      <a:pt x="1143" y="1697"/>
                    </a:lnTo>
                    <a:lnTo>
                      <a:pt x="1144" y="1702"/>
                    </a:lnTo>
                    <a:lnTo>
                      <a:pt x="1146" y="1704"/>
                    </a:lnTo>
                    <a:lnTo>
                      <a:pt x="1144" y="1704"/>
                    </a:lnTo>
                    <a:lnTo>
                      <a:pt x="1144" y="1704"/>
                    </a:lnTo>
                    <a:lnTo>
                      <a:pt x="1144" y="1705"/>
                    </a:lnTo>
                    <a:lnTo>
                      <a:pt x="1146" y="1705"/>
                    </a:lnTo>
                    <a:lnTo>
                      <a:pt x="1146" y="1709"/>
                    </a:lnTo>
                    <a:lnTo>
                      <a:pt x="1146" y="1712"/>
                    </a:lnTo>
                    <a:lnTo>
                      <a:pt x="1146" y="1712"/>
                    </a:lnTo>
                    <a:lnTo>
                      <a:pt x="1148" y="1712"/>
                    </a:lnTo>
                    <a:lnTo>
                      <a:pt x="1148" y="1714"/>
                    </a:lnTo>
                    <a:lnTo>
                      <a:pt x="1148" y="1716"/>
                    </a:lnTo>
                    <a:lnTo>
                      <a:pt x="1148" y="1716"/>
                    </a:lnTo>
                    <a:lnTo>
                      <a:pt x="1150" y="1717"/>
                    </a:lnTo>
                    <a:lnTo>
                      <a:pt x="1151" y="1717"/>
                    </a:lnTo>
                    <a:lnTo>
                      <a:pt x="1151" y="1717"/>
                    </a:lnTo>
                    <a:lnTo>
                      <a:pt x="1153" y="1717"/>
                    </a:lnTo>
                    <a:lnTo>
                      <a:pt x="1155" y="1716"/>
                    </a:lnTo>
                    <a:lnTo>
                      <a:pt x="1155" y="1716"/>
                    </a:lnTo>
                    <a:lnTo>
                      <a:pt x="1156" y="1716"/>
                    </a:lnTo>
                    <a:lnTo>
                      <a:pt x="1156" y="1714"/>
                    </a:lnTo>
                    <a:lnTo>
                      <a:pt x="1158" y="1714"/>
                    </a:lnTo>
                    <a:lnTo>
                      <a:pt x="1158" y="1714"/>
                    </a:lnTo>
                    <a:lnTo>
                      <a:pt x="1160" y="1712"/>
                    </a:lnTo>
                    <a:lnTo>
                      <a:pt x="1160" y="1710"/>
                    </a:lnTo>
                    <a:lnTo>
                      <a:pt x="1161" y="1710"/>
                    </a:lnTo>
                    <a:lnTo>
                      <a:pt x="1163" y="1709"/>
                    </a:lnTo>
                    <a:lnTo>
                      <a:pt x="1163" y="1709"/>
                    </a:lnTo>
                    <a:lnTo>
                      <a:pt x="1163" y="1707"/>
                    </a:lnTo>
                    <a:lnTo>
                      <a:pt x="1163" y="1705"/>
                    </a:lnTo>
                    <a:lnTo>
                      <a:pt x="1165" y="1704"/>
                    </a:lnTo>
                    <a:lnTo>
                      <a:pt x="1167" y="1700"/>
                    </a:lnTo>
                    <a:lnTo>
                      <a:pt x="1167" y="1699"/>
                    </a:lnTo>
                    <a:lnTo>
                      <a:pt x="1167" y="1699"/>
                    </a:lnTo>
                    <a:lnTo>
                      <a:pt x="1167" y="1699"/>
                    </a:lnTo>
                    <a:lnTo>
                      <a:pt x="1168" y="1699"/>
                    </a:lnTo>
                    <a:lnTo>
                      <a:pt x="1168" y="1699"/>
                    </a:lnTo>
                    <a:lnTo>
                      <a:pt x="1170" y="1699"/>
                    </a:lnTo>
                    <a:lnTo>
                      <a:pt x="1170" y="1699"/>
                    </a:lnTo>
                    <a:lnTo>
                      <a:pt x="1172" y="1697"/>
                    </a:lnTo>
                    <a:lnTo>
                      <a:pt x="1172" y="1697"/>
                    </a:lnTo>
                    <a:lnTo>
                      <a:pt x="1173" y="1697"/>
                    </a:lnTo>
                    <a:lnTo>
                      <a:pt x="1173" y="1697"/>
                    </a:lnTo>
                    <a:lnTo>
                      <a:pt x="1175" y="1697"/>
                    </a:lnTo>
                    <a:lnTo>
                      <a:pt x="1175" y="1697"/>
                    </a:lnTo>
                    <a:lnTo>
                      <a:pt x="1177" y="1695"/>
                    </a:lnTo>
                    <a:lnTo>
                      <a:pt x="1178" y="1693"/>
                    </a:lnTo>
                    <a:lnTo>
                      <a:pt x="1180" y="1693"/>
                    </a:lnTo>
                    <a:lnTo>
                      <a:pt x="1180" y="1693"/>
                    </a:lnTo>
                    <a:lnTo>
                      <a:pt x="1182" y="1693"/>
                    </a:lnTo>
                    <a:lnTo>
                      <a:pt x="1182" y="1693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5" y="1699"/>
                    </a:lnTo>
                    <a:lnTo>
                      <a:pt x="1187" y="1699"/>
                    </a:lnTo>
                    <a:lnTo>
                      <a:pt x="1187" y="1699"/>
                    </a:lnTo>
                    <a:lnTo>
                      <a:pt x="1189" y="1699"/>
                    </a:lnTo>
                    <a:lnTo>
                      <a:pt x="1189" y="1700"/>
                    </a:lnTo>
                    <a:lnTo>
                      <a:pt x="1189" y="1700"/>
                    </a:lnTo>
                    <a:lnTo>
                      <a:pt x="1189" y="1700"/>
                    </a:lnTo>
                    <a:lnTo>
                      <a:pt x="1190" y="1700"/>
                    </a:lnTo>
                    <a:lnTo>
                      <a:pt x="1190" y="1700"/>
                    </a:lnTo>
                    <a:lnTo>
                      <a:pt x="1190" y="1700"/>
                    </a:lnTo>
                    <a:lnTo>
                      <a:pt x="1192" y="1697"/>
                    </a:lnTo>
                    <a:lnTo>
                      <a:pt x="1192" y="1697"/>
                    </a:lnTo>
                    <a:lnTo>
                      <a:pt x="1192" y="1695"/>
                    </a:lnTo>
                    <a:lnTo>
                      <a:pt x="1192" y="1695"/>
                    </a:lnTo>
                    <a:lnTo>
                      <a:pt x="1194" y="1695"/>
                    </a:lnTo>
                    <a:lnTo>
                      <a:pt x="1194" y="1695"/>
                    </a:lnTo>
                    <a:lnTo>
                      <a:pt x="1194" y="1695"/>
                    </a:lnTo>
                    <a:lnTo>
                      <a:pt x="1195" y="1695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199" y="1697"/>
                    </a:lnTo>
                    <a:lnTo>
                      <a:pt x="1202" y="1695"/>
                    </a:lnTo>
                    <a:lnTo>
                      <a:pt x="1202" y="1695"/>
                    </a:lnTo>
                    <a:lnTo>
                      <a:pt x="1204" y="1695"/>
                    </a:lnTo>
                    <a:lnTo>
                      <a:pt x="1204" y="1695"/>
                    </a:lnTo>
                    <a:lnTo>
                      <a:pt x="1206" y="1695"/>
                    </a:lnTo>
                    <a:lnTo>
                      <a:pt x="1206" y="1695"/>
                    </a:lnTo>
                    <a:lnTo>
                      <a:pt x="1206" y="1695"/>
                    </a:lnTo>
                    <a:lnTo>
                      <a:pt x="1206" y="1693"/>
                    </a:lnTo>
                    <a:lnTo>
                      <a:pt x="1206" y="1693"/>
                    </a:lnTo>
                    <a:lnTo>
                      <a:pt x="1207" y="1693"/>
                    </a:lnTo>
                    <a:lnTo>
                      <a:pt x="1207" y="1693"/>
                    </a:lnTo>
                    <a:lnTo>
                      <a:pt x="1207" y="1692"/>
                    </a:lnTo>
                    <a:lnTo>
                      <a:pt x="1207" y="1690"/>
                    </a:lnTo>
                    <a:lnTo>
                      <a:pt x="1207" y="1690"/>
                    </a:lnTo>
                    <a:lnTo>
                      <a:pt x="1209" y="1687"/>
                    </a:lnTo>
                    <a:lnTo>
                      <a:pt x="1209" y="1687"/>
                    </a:lnTo>
                    <a:lnTo>
                      <a:pt x="1209" y="1685"/>
                    </a:lnTo>
                    <a:lnTo>
                      <a:pt x="1209" y="1683"/>
                    </a:lnTo>
                    <a:lnTo>
                      <a:pt x="1209" y="1682"/>
                    </a:lnTo>
                    <a:lnTo>
                      <a:pt x="1209" y="1680"/>
                    </a:lnTo>
                    <a:lnTo>
                      <a:pt x="1209" y="1680"/>
                    </a:lnTo>
                    <a:lnTo>
                      <a:pt x="1209" y="1680"/>
                    </a:lnTo>
                    <a:lnTo>
                      <a:pt x="1211" y="1678"/>
                    </a:lnTo>
                    <a:lnTo>
                      <a:pt x="1211" y="1678"/>
                    </a:lnTo>
                    <a:lnTo>
                      <a:pt x="1211" y="1676"/>
                    </a:lnTo>
                    <a:lnTo>
                      <a:pt x="1211" y="1676"/>
                    </a:lnTo>
                    <a:lnTo>
                      <a:pt x="1211" y="1676"/>
                    </a:lnTo>
                    <a:lnTo>
                      <a:pt x="1207" y="1673"/>
                    </a:lnTo>
                    <a:lnTo>
                      <a:pt x="1206" y="1671"/>
                    </a:lnTo>
                    <a:lnTo>
                      <a:pt x="1206" y="1671"/>
                    </a:lnTo>
                    <a:lnTo>
                      <a:pt x="1206" y="1671"/>
                    </a:lnTo>
                    <a:lnTo>
                      <a:pt x="1204" y="1670"/>
                    </a:lnTo>
                    <a:lnTo>
                      <a:pt x="1204" y="1668"/>
                    </a:lnTo>
                    <a:lnTo>
                      <a:pt x="1204" y="1668"/>
                    </a:lnTo>
                    <a:lnTo>
                      <a:pt x="1200" y="1665"/>
                    </a:lnTo>
                    <a:lnTo>
                      <a:pt x="1202" y="1665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2" y="1663"/>
                    </a:lnTo>
                    <a:lnTo>
                      <a:pt x="1204" y="1663"/>
                    </a:lnTo>
                    <a:lnTo>
                      <a:pt x="1204" y="1663"/>
                    </a:lnTo>
                    <a:lnTo>
                      <a:pt x="1206" y="1663"/>
                    </a:lnTo>
                    <a:lnTo>
                      <a:pt x="1206" y="1661"/>
                    </a:lnTo>
                    <a:lnTo>
                      <a:pt x="1207" y="1661"/>
                    </a:lnTo>
                    <a:lnTo>
                      <a:pt x="1209" y="1659"/>
                    </a:lnTo>
                    <a:lnTo>
                      <a:pt x="1209" y="1659"/>
                    </a:lnTo>
                    <a:lnTo>
                      <a:pt x="1219" y="1654"/>
                    </a:lnTo>
                    <a:lnTo>
                      <a:pt x="1219" y="1654"/>
                    </a:lnTo>
                    <a:lnTo>
                      <a:pt x="1221" y="1654"/>
                    </a:lnTo>
                    <a:lnTo>
                      <a:pt x="1224" y="1654"/>
                    </a:lnTo>
                    <a:lnTo>
                      <a:pt x="1224" y="1654"/>
                    </a:lnTo>
                    <a:lnTo>
                      <a:pt x="1224" y="1654"/>
                    </a:lnTo>
                    <a:lnTo>
                      <a:pt x="1226" y="1654"/>
                    </a:lnTo>
                    <a:lnTo>
                      <a:pt x="1226" y="1653"/>
                    </a:lnTo>
                    <a:lnTo>
                      <a:pt x="1228" y="1651"/>
                    </a:lnTo>
                    <a:lnTo>
                      <a:pt x="1229" y="1649"/>
                    </a:lnTo>
                    <a:lnTo>
                      <a:pt x="1231" y="1649"/>
                    </a:lnTo>
                    <a:lnTo>
                      <a:pt x="1231" y="1649"/>
                    </a:lnTo>
                    <a:lnTo>
                      <a:pt x="1236" y="1649"/>
                    </a:lnTo>
                    <a:lnTo>
                      <a:pt x="1238" y="1648"/>
                    </a:lnTo>
                    <a:lnTo>
                      <a:pt x="1240" y="1648"/>
                    </a:lnTo>
                    <a:lnTo>
                      <a:pt x="1240" y="1648"/>
                    </a:lnTo>
                    <a:lnTo>
                      <a:pt x="1240" y="1646"/>
                    </a:lnTo>
                    <a:lnTo>
                      <a:pt x="1241" y="1646"/>
                    </a:lnTo>
                    <a:lnTo>
                      <a:pt x="1241" y="1643"/>
                    </a:lnTo>
                    <a:lnTo>
                      <a:pt x="1243" y="1643"/>
                    </a:lnTo>
                    <a:lnTo>
                      <a:pt x="1243" y="1643"/>
                    </a:lnTo>
                    <a:lnTo>
                      <a:pt x="1246" y="1639"/>
                    </a:lnTo>
                    <a:lnTo>
                      <a:pt x="1246" y="1639"/>
                    </a:lnTo>
                    <a:lnTo>
                      <a:pt x="1248" y="1639"/>
                    </a:lnTo>
                    <a:lnTo>
                      <a:pt x="1248" y="1639"/>
                    </a:lnTo>
                    <a:lnTo>
                      <a:pt x="1248" y="1639"/>
                    </a:lnTo>
                    <a:lnTo>
                      <a:pt x="1250" y="1641"/>
                    </a:lnTo>
                    <a:lnTo>
                      <a:pt x="1251" y="1641"/>
                    </a:lnTo>
                    <a:lnTo>
                      <a:pt x="1251" y="1643"/>
                    </a:lnTo>
                    <a:lnTo>
                      <a:pt x="1251" y="1643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1" y="1644"/>
                    </a:lnTo>
                    <a:lnTo>
                      <a:pt x="1253" y="1644"/>
                    </a:lnTo>
                    <a:lnTo>
                      <a:pt x="1253" y="1646"/>
                    </a:lnTo>
                    <a:lnTo>
                      <a:pt x="1255" y="1646"/>
                    </a:lnTo>
                    <a:lnTo>
                      <a:pt x="1255" y="1646"/>
                    </a:lnTo>
                    <a:lnTo>
                      <a:pt x="1256" y="1644"/>
                    </a:lnTo>
                    <a:lnTo>
                      <a:pt x="1256" y="1644"/>
                    </a:lnTo>
                    <a:lnTo>
                      <a:pt x="1256" y="1644"/>
                    </a:lnTo>
                    <a:lnTo>
                      <a:pt x="1256" y="1643"/>
                    </a:lnTo>
                    <a:lnTo>
                      <a:pt x="1256" y="1643"/>
                    </a:lnTo>
                    <a:lnTo>
                      <a:pt x="1256" y="1643"/>
                    </a:lnTo>
                    <a:lnTo>
                      <a:pt x="1258" y="1643"/>
                    </a:lnTo>
                    <a:lnTo>
                      <a:pt x="1258" y="1643"/>
                    </a:lnTo>
                    <a:lnTo>
                      <a:pt x="1258" y="1643"/>
                    </a:lnTo>
                    <a:lnTo>
                      <a:pt x="1260" y="1644"/>
                    </a:lnTo>
                    <a:lnTo>
                      <a:pt x="1262" y="1644"/>
                    </a:lnTo>
                    <a:lnTo>
                      <a:pt x="1270" y="1648"/>
                    </a:lnTo>
                    <a:lnTo>
                      <a:pt x="1270" y="1648"/>
                    </a:lnTo>
                    <a:lnTo>
                      <a:pt x="1270" y="1648"/>
                    </a:lnTo>
                    <a:lnTo>
                      <a:pt x="1272" y="1648"/>
                    </a:lnTo>
                    <a:lnTo>
                      <a:pt x="1273" y="1648"/>
                    </a:lnTo>
                    <a:lnTo>
                      <a:pt x="1275" y="1646"/>
                    </a:lnTo>
                    <a:lnTo>
                      <a:pt x="1277" y="1646"/>
                    </a:lnTo>
                    <a:lnTo>
                      <a:pt x="1277" y="1646"/>
                    </a:lnTo>
                    <a:lnTo>
                      <a:pt x="1279" y="1644"/>
                    </a:lnTo>
                    <a:lnTo>
                      <a:pt x="1279" y="1644"/>
                    </a:lnTo>
                    <a:lnTo>
                      <a:pt x="1279" y="1644"/>
                    </a:lnTo>
                    <a:lnTo>
                      <a:pt x="1282" y="1644"/>
                    </a:lnTo>
                    <a:lnTo>
                      <a:pt x="1284" y="1644"/>
                    </a:lnTo>
                    <a:lnTo>
                      <a:pt x="1285" y="1646"/>
                    </a:lnTo>
                    <a:lnTo>
                      <a:pt x="1285" y="1646"/>
                    </a:lnTo>
                    <a:lnTo>
                      <a:pt x="1290" y="1646"/>
                    </a:lnTo>
                    <a:lnTo>
                      <a:pt x="1292" y="1646"/>
                    </a:lnTo>
                    <a:lnTo>
                      <a:pt x="1292" y="1646"/>
                    </a:lnTo>
                    <a:lnTo>
                      <a:pt x="1297" y="1646"/>
                    </a:lnTo>
                    <a:lnTo>
                      <a:pt x="1297" y="1646"/>
                    </a:lnTo>
                    <a:lnTo>
                      <a:pt x="1297" y="1646"/>
                    </a:lnTo>
                    <a:lnTo>
                      <a:pt x="1299" y="1648"/>
                    </a:lnTo>
                    <a:lnTo>
                      <a:pt x="1299" y="1648"/>
                    </a:lnTo>
                    <a:lnTo>
                      <a:pt x="1301" y="1648"/>
                    </a:lnTo>
                    <a:lnTo>
                      <a:pt x="1301" y="1648"/>
                    </a:lnTo>
                    <a:lnTo>
                      <a:pt x="1302" y="1646"/>
                    </a:lnTo>
                    <a:lnTo>
                      <a:pt x="1304" y="1643"/>
                    </a:lnTo>
                    <a:lnTo>
                      <a:pt x="1306" y="1643"/>
                    </a:lnTo>
                    <a:lnTo>
                      <a:pt x="1306" y="1643"/>
                    </a:lnTo>
                    <a:lnTo>
                      <a:pt x="1306" y="1643"/>
                    </a:lnTo>
                    <a:lnTo>
                      <a:pt x="1306" y="1641"/>
                    </a:lnTo>
                    <a:lnTo>
                      <a:pt x="1306" y="1641"/>
                    </a:lnTo>
                    <a:lnTo>
                      <a:pt x="1307" y="1639"/>
                    </a:lnTo>
                    <a:lnTo>
                      <a:pt x="1309" y="1639"/>
                    </a:lnTo>
                    <a:lnTo>
                      <a:pt x="1311" y="1639"/>
                    </a:lnTo>
                    <a:lnTo>
                      <a:pt x="1318" y="1637"/>
                    </a:lnTo>
                    <a:lnTo>
                      <a:pt x="1319" y="1637"/>
                    </a:lnTo>
                    <a:lnTo>
                      <a:pt x="1321" y="1639"/>
                    </a:lnTo>
                    <a:lnTo>
                      <a:pt x="1324" y="1637"/>
                    </a:lnTo>
                    <a:lnTo>
                      <a:pt x="1331" y="1632"/>
                    </a:lnTo>
                    <a:lnTo>
                      <a:pt x="1335" y="1629"/>
                    </a:lnTo>
                    <a:lnTo>
                      <a:pt x="1335" y="1629"/>
                    </a:lnTo>
                    <a:lnTo>
                      <a:pt x="1333" y="1626"/>
                    </a:lnTo>
                    <a:close/>
                    <a:moveTo>
                      <a:pt x="365" y="124"/>
                    </a:moveTo>
                    <a:lnTo>
                      <a:pt x="363" y="119"/>
                    </a:lnTo>
                    <a:lnTo>
                      <a:pt x="362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60" y="119"/>
                    </a:lnTo>
                    <a:lnTo>
                      <a:pt x="358" y="119"/>
                    </a:lnTo>
                    <a:lnTo>
                      <a:pt x="358" y="121"/>
                    </a:lnTo>
                    <a:lnTo>
                      <a:pt x="357" y="121"/>
                    </a:lnTo>
                    <a:lnTo>
                      <a:pt x="357" y="121"/>
                    </a:lnTo>
                    <a:lnTo>
                      <a:pt x="357" y="121"/>
                    </a:lnTo>
                    <a:lnTo>
                      <a:pt x="355" y="121"/>
                    </a:lnTo>
                    <a:lnTo>
                      <a:pt x="355" y="123"/>
                    </a:lnTo>
                    <a:lnTo>
                      <a:pt x="355" y="123"/>
                    </a:lnTo>
                    <a:lnTo>
                      <a:pt x="353" y="123"/>
                    </a:lnTo>
                    <a:lnTo>
                      <a:pt x="353" y="126"/>
                    </a:lnTo>
                    <a:lnTo>
                      <a:pt x="355" y="128"/>
                    </a:lnTo>
                    <a:lnTo>
                      <a:pt x="355" y="129"/>
                    </a:lnTo>
                    <a:lnTo>
                      <a:pt x="357" y="131"/>
                    </a:lnTo>
                    <a:lnTo>
                      <a:pt x="357" y="131"/>
                    </a:lnTo>
                    <a:lnTo>
                      <a:pt x="360" y="133"/>
                    </a:lnTo>
                    <a:lnTo>
                      <a:pt x="360" y="131"/>
                    </a:lnTo>
                    <a:lnTo>
                      <a:pt x="360" y="131"/>
                    </a:lnTo>
                    <a:lnTo>
                      <a:pt x="362" y="129"/>
                    </a:lnTo>
                    <a:lnTo>
                      <a:pt x="362" y="129"/>
                    </a:lnTo>
                    <a:lnTo>
                      <a:pt x="363" y="129"/>
                    </a:lnTo>
                    <a:lnTo>
                      <a:pt x="365" y="128"/>
                    </a:lnTo>
                    <a:lnTo>
                      <a:pt x="367" y="128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8"/>
                    </a:lnTo>
                    <a:lnTo>
                      <a:pt x="368" y="128"/>
                    </a:lnTo>
                    <a:lnTo>
                      <a:pt x="368" y="126"/>
                    </a:lnTo>
                    <a:lnTo>
                      <a:pt x="365" y="124"/>
                    </a:lnTo>
                    <a:close/>
                    <a:moveTo>
                      <a:pt x="696" y="776"/>
                    </a:moveTo>
                    <a:lnTo>
                      <a:pt x="696" y="778"/>
                    </a:lnTo>
                    <a:lnTo>
                      <a:pt x="696" y="780"/>
                    </a:lnTo>
                    <a:lnTo>
                      <a:pt x="698" y="780"/>
                    </a:lnTo>
                    <a:lnTo>
                      <a:pt x="698" y="782"/>
                    </a:lnTo>
                    <a:lnTo>
                      <a:pt x="703" y="783"/>
                    </a:lnTo>
                    <a:lnTo>
                      <a:pt x="703" y="785"/>
                    </a:lnTo>
                    <a:lnTo>
                      <a:pt x="705" y="788"/>
                    </a:lnTo>
                    <a:lnTo>
                      <a:pt x="706" y="788"/>
                    </a:lnTo>
                    <a:lnTo>
                      <a:pt x="706" y="793"/>
                    </a:lnTo>
                    <a:lnTo>
                      <a:pt x="708" y="795"/>
                    </a:lnTo>
                    <a:lnTo>
                      <a:pt x="708" y="797"/>
                    </a:lnTo>
                    <a:lnTo>
                      <a:pt x="711" y="797"/>
                    </a:lnTo>
                    <a:lnTo>
                      <a:pt x="713" y="799"/>
                    </a:lnTo>
                    <a:lnTo>
                      <a:pt x="715" y="797"/>
                    </a:lnTo>
                    <a:lnTo>
                      <a:pt x="717" y="795"/>
                    </a:lnTo>
                    <a:lnTo>
                      <a:pt x="717" y="793"/>
                    </a:lnTo>
                    <a:lnTo>
                      <a:pt x="717" y="792"/>
                    </a:lnTo>
                    <a:lnTo>
                      <a:pt x="718" y="792"/>
                    </a:lnTo>
                    <a:lnTo>
                      <a:pt x="718" y="792"/>
                    </a:lnTo>
                    <a:lnTo>
                      <a:pt x="718" y="790"/>
                    </a:lnTo>
                    <a:lnTo>
                      <a:pt x="718" y="790"/>
                    </a:lnTo>
                    <a:lnTo>
                      <a:pt x="717" y="790"/>
                    </a:lnTo>
                    <a:lnTo>
                      <a:pt x="715" y="788"/>
                    </a:lnTo>
                    <a:lnTo>
                      <a:pt x="717" y="788"/>
                    </a:lnTo>
                    <a:lnTo>
                      <a:pt x="717" y="788"/>
                    </a:lnTo>
                    <a:lnTo>
                      <a:pt x="718" y="788"/>
                    </a:lnTo>
                    <a:lnTo>
                      <a:pt x="718" y="787"/>
                    </a:lnTo>
                    <a:lnTo>
                      <a:pt x="717" y="787"/>
                    </a:lnTo>
                    <a:lnTo>
                      <a:pt x="715" y="787"/>
                    </a:lnTo>
                    <a:lnTo>
                      <a:pt x="715" y="787"/>
                    </a:lnTo>
                    <a:lnTo>
                      <a:pt x="713" y="783"/>
                    </a:lnTo>
                    <a:lnTo>
                      <a:pt x="711" y="782"/>
                    </a:lnTo>
                    <a:lnTo>
                      <a:pt x="711" y="780"/>
                    </a:lnTo>
                    <a:lnTo>
                      <a:pt x="713" y="778"/>
                    </a:lnTo>
                    <a:lnTo>
                      <a:pt x="713" y="776"/>
                    </a:lnTo>
                    <a:lnTo>
                      <a:pt x="715" y="776"/>
                    </a:lnTo>
                    <a:lnTo>
                      <a:pt x="713" y="775"/>
                    </a:lnTo>
                    <a:lnTo>
                      <a:pt x="710" y="775"/>
                    </a:lnTo>
                    <a:lnTo>
                      <a:pt x="708" y="775"/>
                    </a:lnTo>
                    <a:lnTo>
                      <a:pt x="708" y="773"/>
                    </a:lnTo>
                    <a:lnTo>
                      <a:pt x="706" y="775"/>
                    </a:lnTo>
                    <a:lnTo>
                      <a:pt x="708" y="778"/>
                    </a:lnTo>
                    <a:lnTo>
                      <a:pt x="706" y="780"/>
                    </a:lnTo>
                    <a:lnTo>
                      <a:pt x="703" y="778"/>
                    </a:lnTo>
                    <a:lnTo>
                      <a:pt x="698" y="776"/>
                    </a:lnTo>
                    <a:lnTo>
                      <a:pt x="696" y="776"/>
                    </a:lnTo>
                    <a:close/>
                    <a:moveTo>
                      <a:pt x="363" y="79"/>
                    </a:moveTo>
                    <a:lnTo>
                      <a:pt x="362" y="80"/>
                    </a:lnTo>
                    <a:lnTo>
                      <a:pt x="362" y="80"/>
                    </a:lnTo>
                    <a:lnTo>
                      <a:pt x="362" y="82"/>
                    </a:lnTo>
                    <a:lnTo>
                      <a:pt x="362" y="82"/>
                    </a:lnTo>
                    <a:lnTo>
                      <a:pt x="362" y="84"/>
                    </a:lnTo>
                    <a:lnTo>
                      <a:pt x="360" y="84"/>
                    </a:lnTo>
                    <a:lnTo>
                      <a:pt x="360" y="84"/>
                    </a:lnTo>
                    <a:lnTo>
                      <a:pt x="362" y="85"/>
                    </a:lnTo>
                    <a:lnTo>
                      <a:pt x="362" y="87"/>
                    </a:lnTo>
                    <a:lnTo>
                      <a:pt x="363" y="87"/>
                    </a:lnTo>
                    <a:lnTo>
                      <a:pt x="363" y="87"/>
                    </a:lnTo>
                    <a:lnTo>
                      <a:pt x="365" y="87"/>
                    </a:lnTo>
                    <a:lnTo>
                      <a:pt x="367" y="87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72" y="85"/>
                    </a:lnTo>
                    <a:lnTo>
                      <a:pt x="372" y="84"/>
                    </a:lnTo>
                    <a:lnTo>
                      <a:pt x="374" y="84"/>
                    </a:lnTo>
                    <a:lnTo>
                      <a:pt x="372" y="82"/>
                    </a:lnTo>
                    <a:lnTo>
                      <a:pt x="370" y="79"/>
                    </a:lnTo>
                    <a:lnTo>
                      <a:pt x="368" y="79"/>
                    </a:lnTo>
                    <a:lnTo>
                      <a:pt x="365" y="79"/>
                    </a:lnTo>
                    <a:lnTo>
                      <a:pt x="363" y="79"/>
                    </a:lnTo>
                    <a:close/>
                    <a:moveTo>
                      <a:pt x="372" y="119"/>
                    </a:moveTo>
                    <a:lnTo>
                      <a:pt x="372" y="118"/>
                    </a:lnTo>
                    <a:lnTo>
                      <a:pt x="368" y="116"/>
                    </a:lnTo>
                    <a:lnTo>
                      <a:pt x="367" y="116"/>
                    </a:lnTo>
                    <a:lnTo>
                      <a:pt x="365" y="118"/>
                    </a:lnTo>
                    <a:lnTo>
                      <a:pt x="365" y="121"/>
                    </a:lnTo>
                    <a:lnTo>
                      <a:pt x="367" y="121"/>
                    </a:lnTo>
                    <a:lnTo>
                      <a:pt x="370" y="121"/>
                    </a:lnTo>
                    <a:lnTo>
                      <a:pt x="372" y="119"/>
                    </a:lnTo>
                    <a:close/>
                    <a:moveTo>
                      <a:pt x="740" y="821"/>
                    </a:moveTo>
                    <a:lnTo>
                      <a:pt x="742" y="821"/>
                    </a:lnTo>
                    <a:lnTo>
                      <a:pt x="742" y="821"/>
                    </a:lnTo>
                    <a:lnTo>
                      <a:pt x="744" y="822"/>
                    </a:lnTo>
                    <a:lnTo>
                      <a:pt x="744" y="822"/>
                    </a:lnTo>
                    <a:lnTo>
                      <a:pt x="745" y="822"/>
                    </a:lnTo>
                    <a:lnTo>
                      <a:pt x="745" y="821"/>
                    </a:lnTo>
                    <a:lnTo>
                      <a:pt x="747" y="821"/>
                    </a:lnTo>
                    <a:lnTo>
                      <a:pt x="747" y="819"/>
                    </a:lnTo>
                    <a:lnTo>
                      <a:pt x="744" y="821"/>
                    </a:lnTo>
                    <a:lnTo>
                      <a:pt x="742" y="819"/>
                    </a:lnTo>
                    <a:lnTo>
                      <a:pt x="742" y="817"/>
                    </a:lnTo>
                    <a:lnTo>
                      <a:pt x="740" y="816"/>
                    </a:lnTo>
                    <a:lnTo>
                      <a:pt x="740" y="816"/>
                    </a:lnTo>
                    <a:lnTo>
                      <a:pt x="739" y="816"/>
                    </a:lnTo>
                    <a:lnTo>
                      <a:pt x="739" y="814"/>
                    </a:lnTo>
                    <a:lnTo>
                      <a:pt x="739" y="816"/>
                    </a:lnTo>
                    <a:lnTo>
                      <a:pt x="739" y="816"/>
                    </a:lnTo>
                    <a:lnTo>
                      <a:pt x="739" y="817"/>
                    </a:lnTo>
                    <a:lnTo>
                      <a:pt x="737" y="819"/>
                    </a:lnTo>
                    <a:lnTo>
                      <a:pt x="737" y="821"/>
                    </a:lnTo>
                    <a:lnTo>
                      <a:pt x="739" y="821"/>
                    </a:lnTo>
                    <a:lnTo>
                      <a:pt x="740" y="821"/>
                    </a:lnTo>
                    <a:close/>
                    <a:moveTo>
                      <a:pt x="1892" y="853"/>
                    </a:moveTo>
                    <a:lnTo>
                      <a:pt x="1890" y="851"/>
                    </a:lnTo>
                    <a:lnTo>
                      <a:pt x="1888" y="853"/>
                    </a:lnTo>
                    <a:lnTo>
                      <a:pt x="1888" y="858"/>
                    </a:lnTo>
                    <a:lnTo>
                      <a:pt x="1888" y="870"/>
                    </a:lnTo>
                    <a:lnTo>
                      <a:pt x="1888" y="870"/>
                    </a:lnTo>
                    <a:lnTo>
                      <a:pt x="1890" y="870"/>
                    </a:lnTo>
                    <a:lnTo>
                      <a:pt x="1892" y="868"/>
                    </a:lnTo>
                    <a:lnTo>
                      <a:pt x="1892" y="866"/>
                    </a:lnTo>
                    <a:lnTo>
                      <a:pt x="1892" y="863"/>
                    </a:lnTo>
                    <a:lnTo>
                      <a:pt x="1892" y="860"/>
                    </a:lnTo>
                    <a:lnTo>
                      <a:pt x="1892" y="856"/>
                    </a:lnTo>
                    <a:lnTo>
                      <a:pt x="1892" y="853"/>
                    </a:lnTo>
                    <a:close/>
                    <a:moveTo>
                      <a:pt x="397" y="17"/>
                    </a:moveTo>
                    <a:lnTo>
                      <a:pt x="399" y="17"/>
                    </a:lnTo>
                    <a:lnTo>
                      <a:pt x="406" y="17"/>
                    </a:lnTo>
                    <a:lnTo>
                      <a:pt x="408" y="17"/>
                    </a:lnTo>
                    <a:lnTo>
                      <a:pt x="408" y="17"/>
                    </a:lnTo>
                    <a:lnTo>
                      <a:pt x="409" y="16"/>
                    </a:lnTo>
                    <a:lnTo>
                      <a:pt x="409" y="14"/>
                    </a:lnTo>
                    <a:lnTo>
                      <a:pt x="411" y="14"/>
                    </a:lnTo>
                    <a:lnTo>
                      <a:pt x="411" y="12"/>
                    </a:lnTo>
                    <a:lnTo>
                      <a:pt x="409" y="12"/>
                    </a:lnTo>
                    <a:lnTo>
                      <a:pt x="406" y="12"/>
                    </a:lnTo>
                    <a:lnTo>
                      <a:pt x="404" y="12"/>
                    </a:lnTo>
                    <a:lnTo>
                      <a:pt x="401" y="12"/>
                    </a:lnTo>
                    <a:lnTo>
                      <a:pt x="399" y="12"/>
                    </a:lnTo>
                    <a:lnTo>
                      <a:pt x="396" y="14"/>
                    </a:lnTo>
                    <a:lnTo>
                      <a:pt x="396" y="16"/>
                    </a:lnTo>
                    <a:lnTo>
                      <a:pt x="396" y="16"/>
                    </a:lnTo>
                    <a:lnTo>
                      <a:pt x="397" y="17"/>
                    </a:lnTo>
                    <a:close/>
                    <a:moveTo>
                      <a:pt x="363" y="6"/>
                    </a:moveTo>
                    <a:lnTo>
                      <a:pt x="367" y="6"/>
                    </a:lnTo>
                    <a:lnTo>
                      <a:pt x="368" y="6"/>
                    </a:lnTo>
                    <a:lnTo>
                      <a:pt x="368" y="4"/>
                    </a:lnTo>
                    <a:lnTo>
                      <a:pt x="368" y="4"/>
                    </a:lnTo>
                    <a:lnTo>
                      <a:pt x="362" y="0"/>
                    </a:lnTo>
                    <a:lnTo>
                      <a:pt x="358" y="2"/>
                    </a:lnTo>
                    <a:lnTo>
                      <a:pt x="357" y="4"/>
                    </a:lnTo>
                    <a:lnTo>
                      <a:pt x="360" y="6"/>
                    </a:lnTo>
                    <a:lnTo>
                      <a:pt x="363" y="6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Freeform 11">
                <a:extLst>
                  <a:ext uri="{FF2B5EF4-FFF2-40B4-BE49-F238E27FC236}">
                    <a16:creationId xmlns:a16="http://schemas.microsoft.com/office/drawing/2014/main" id="{592A8831-12C0-4D71-86A7-189CFA4397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18336" y="5778088"/>
                <a:ext cx="2156899" cy="1601304"/>
              </a:xfrm>
              <a:custGeom>
                <a:avLst/>
                <a:gdLst>
                  <a:gd name="T0" fmla="*/ 1046 w 1087"/>
                  <a:gd name="T1" fmla="*/ 14 h 807"/>
                  <a:gd name="T2" fmla="*/ 1012 w 1087"/>
                  <a:gd name="T3" fmla="*/ 19 h 807"/>
                  <a:gd name="T4" fmla="*/ 990 w 1087"/>
                  <a:gd name="T5" fmla="*/ 10 h 807"/>
                  <a:gd name="T6" fmla="*/ 949 w 1087"/>
                  <a:gd name="T7" fmla="*/ 32 h 807"/>
                  <a:gd name="T8" fmla="*/ 951 w 1087"/>
                  <a:gd name="T9" fmla="*/ 53 h 807"/>
                  <a:gd name="T10" fmla="*/ 936 w 1087"/>
                  <a:gd name="T11" fmla="*/ 66 h 807"/>
                  <a:gd name="T12" fmla="*/ 915 w 1087"/>
                  <a:gd name="T13" fmla="*/ 68 h 807"/>
                  <a:gd name="T14" fmla="*/ 895 w 1087"/>
                  <a:gd name="T15" fmla="*/ 88 h 807"/>
                  <a:gd name="T16" fmla="*/ 866 w 1087"/>
                  <a:gd name="T17" fmla="*/ 56 h 807"/>
                  <a:gd name="T18" fmla="*/ 788 w 1087"/>
                  <a:gd name="T19" fmla="*/ 36 h 807"/>
                  <a:gd name="T20" fmla="*/ 722 w 1087"/>
                  <a:gd name="T21" fmla="*/ 47 h 807"/>
                  <a:gd name="T22" fmla="*/ 3 w 1087"/>
                  <a:gd name="T23" fmla="*/ 509 h 807"/>
                  <a:gd name="T24" fmla="*/ 39 w 1087"/>
                  <a:gd name="T25" fmla="*/ 520 h 807"/>
                  <a:gd name="T26" fmla="*/ 92 w 1087"/>
                  <a:gd name="T27" fmla="*/ 516 h 807"/>
                  <a:gd name="T28" fmla="*/ 121 w 1087"/>
                  <a:gd name="T29" fmla="*/ 535 h 807"/>
                  <a:gd name="T30" fmla="*/ 141 w 1087"/>
                  <a:gd name="T31" fmla="*/ 572 h 807"/>
                  <a:gd name="T32" fmla="*/ 156 w 1087"/>
                  <a:gd name="T33" fmla="*/ 557 h 807"/>
                  <a:gd name="T34" fmla="*/ 197 w 1087"/>
                  <a:gd name="T35" fmla="*/ 572 h 807"/>
                  <a:gd name="T36" fmla="*/ 207 w 1087"/>
                  <a:gd name="T37" fmla="*/ 606 h 807"/>
                  <a:gd name="T38" fmla="*/ 250 w 1087"/>
                  <a:gd name="T39" fmla="*/ 633 h 807"/>
                  <a:gd name="T40" fmla="*/ 301 w 1087"/>
                  <a:gd name="T41" fmla="*/ 672 h 807"/>
                  <a:gd name="T42" fmla="*/ 338 w 1087"/>
                  <a:gd name="T43" fmla="*/ 676 h 807"/>
                  <a:gd name="T44" fmla="*/ 428 w 1087"/>
                  <a:gd name="T45" fmla="*/ 677 h 807"/>
                  <a:gd name="T46" fmla="*/ 464 w 1087"/>
                  <a:gd name="T47" fmla="*/ 681 h 807"/>
                  <a:gd name="T48" fmla="*/ 508 w 1087"/>
                  <a:gd name="T49" fmla="*/ 686 h 807"/>
                  <a:gd name="T50" fmla="*/ 535 w 1087"/>
                  <a:gd name="T51" fmla="*/ 683 h 807"/>
                  <a:gd name="T52" fmla="*/ 574 w 1087"/>
                  <a:gd name="T53" fmla="*/ 672 h 807"/>
                  <a:gd name="T54" fmla="*/ 606 w 1087"/>
                  <a:gd name="T55" fmla="*/ 700 h 807"/>
                  <a:gd name="T56" fmla="*/ 622 w 1087"/>
                  <a:gd name="T57" fmla="*/ 730 h 807"/>
                  <a:gd name="T58" fmla="*/ 778 w 1087"/>
                  <a:gd name="T59" fmla="*/ 786 h 807"/>
                  <a:gd name="T60" fmla="*/ 769 w 1087"/>
                  <a:gd name="T61" fmla="*/ 766 h 807"/>
                  <a:gd name="T62" fmla="*/ 779 w 1087"/>
                  <a:gd name="T63" fmla="*/ 718 h 807"/>
                  <a:gd name="T64" fmla="*/ 783 w 1087"/>
                  <a:gd name="T65" fmla="*/ 684 h 807"/>
                  <a:gd name="T66" fmla="*/ 795 w 1087"/>
                  <a:gd name="T67" fmla="*/ 652 h 807"/>
                  <a:gd name="T68" fmla="*/ 820 w 1087"/>
                  <a:gd name="T69" fmla="*/ 613 h 807"/>
                  <a:gd name="T70" fmla="*/ 835 w 1087"/>
                  <a:gd name="T71" fmla="*/ 601 h 807"/>
                  <a:gd name="T72" fmla="*/ 842 w 1087"/>
                  <a:gd name="T73" fmla="*/ 587 h 807"/>
                  <a:gd name="T74" fmla="*/ 846 w 1087"/>
                  <a:gd name="T75" fmla="*/ 554 h 807"/>
                  <a:gd name="T76" fmla="*/ 875 w 1087"/>
                  <a:gd name="T77" fmla="*/ 514 h 807"/>
                  <a:gd name="T78" fmla="*/ 875 w 1087"/>
                  <a:gd name="T79" fmla="*/ 504 h 807"/>
                  <a:gd name="T80" fmla="*/ 888 w 1087"/>
                  <a:gd name="T81" fmla="*/ 486 h 807"/>
                  <a:gd name="T82" fmla="*/ 880 w 1087"/>
                  <a:gd name="T83" fmla="*/ 467 h 807"/>
                  <a:gd name="T84" fmla="*/ 900 w 1087"/>
                  <a:gd name="T85" fmla="*/ 457 h 807"/>
                  <a:gd name="T86" fmla="*/ 907 w 1087"/>
                  <a:gd name="T87" fmla="*/ 447 h 807"/>
                  <a:gd name="T88" fmla="*/ 931 w 1087"/>
                  <a:gd name="T89" fmla="*/ 411 h 807"/>
                  <a:gd name="T90" fmla="*/ 956 w 1087"/>
                  <a:gd name="T91" fmla="*/ 390 h 807"/>
                  <a:gd name="T92" fmla="*/ 993 w 1087"/>
                  <a:gd name="T93" fmla="*/ 365 h 807"/>
                  <a:gd name="T94" fmla="*/ 995 w 1087"/>
                  <a:gd name="T95" fmla="*/ 336 h 807"/>
                  <a:gd name="T96" fmla="*/ 1029 w 1087"/>
                  <a:gd name="T97" fmla="*/ 285 h 807"/>
                  <a:gd name="T98" fmla="*/ 1039 w 1087"/>
                  <a:gd name="T99" fmla="*/ 236 h 807"/>
                  <a:gd name="T100" fmla="*/ 1049 w 1087"/>
                  <a:gd name="T101" fmla="*/ 165 h 807"/>
                  <a:gd name="T102" fmla="*/ 1061 w 1087"/>
                  <a:gd name="T103" fmla="*/ 126 h 807"/>
                  <a:gd name="T104" fmla="*/ 1073 w 1087"/>
                  <a:gd name="T105" fmla="*/ 75 h 807"/>
                  <a:gd name="T106" fmla="*/ 710 w 1087"/>
                  <a:gd name="T107" fmla="*/ 384 h 807"/>
                  <a:gd name="T108" fmla="*/ 708 w 1087"/>
                  <a:gd name="T109" fmla="*/ 397 h 807"/>
                  <a:gd name="T110" fmla="*/ 703 w 1087"/>
                  <a:gd name="T111" fmla="*/ 397 h 807"/>
                  <a:gd name="T112" fmla="*/ 691 w 1087"/>
                  <a:gd name="T113" fmla="*/ 504 h 807"/>
                  <a:gd name="T114" fmla="*/ 705 w 1087"/>
                  <a:gd name="T115" fmla="*/ 623 h 807"/>
                  <a:gd name="T116" fmla="*/ 696 w 1087"/>
                  <a:gd name="T117" fmla="*/ 642 h 807"/>
                  <a:gd name="T118" fmla="*/ 693 w 1087"/>
                  <a:gd name="T119" fmla="*/ 669 h 807"/>
                  <a:gd name="T120" fmla="*/ 671 w 1087"/>
                  <a:gd name="T121" fmla="*/ 652 h 807"/>
                  <a:gd name="T122" fmla="*/ 672 w 1087"/>
                  <a:gd name="T123" fmla="*/ 620 h 807"/>
                  <a:gd name="T124" fmla="*/ 710 w 1087"/>
                  <a:gd name="T125" fmla="*/ 613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87" h="807">
                    <a:moveTo>
                      <a:pt x="1087" y="44"/>
                    </a:moveTo>
                    <a:lnTo>
                      <a:pt x="1083" y="41"/>
                    </a:lnTo>
                    <a:lnTo>
                      <a:pt x="1083" y="39"/>
                    </a:lnTo>
                    <a:lnTo>
                      <a:pt x="1082" y="30"/>
                    </a:lnTo>
                    <a:lnTo>
                      <a:pt x="1082" y="27"/>
                    </a:lnTo>
                    <a:lnTo>
                      <a:pt x="1083" y="15"/>
                    </a:lnTo>
                    <a:lnTo>
                      <a:pt x="1083" y="10"/>
                    </a:lnTo>
                    <a:lnTo>
                      <a:pt x="1083" y="8"/>
                    </a:lnTo>
                    <a:lnTo>
                      <a:pt x="1082" y="5"/>
                    </a:lnTo>
                    <a:lnTo>
                      <a:pt x="1082" y="3"/>
                    </a:lnTo>
                    <a:lnTo>
                      <a:pt x="1078" y="3"/>
                    </a:lnTo>
                    <a:lnTo>
                      <a:pt x="1077" y="0"/>
                    </a:lnTo>
                    <a:lnTo>
                      <a:pt x="1073" y="3"/>
                    </a:lnTo>
                    <a:lnTo>
                      <a:pt x="1066" y="8"/>
                    </a:lnTo>
                    <a:lnTo>
                      <a:pt x="1063" y="10"/>
                    </a:lnTo>
                    <a:lnTo>
                      <a:pt x="1061" y="8"/>
                    </a:lnTo>
                    <a:lnTo>
                      <a:pt x="1060" y="8"/>
                    </a:lnTo>
                    <a:lnTo>
                      <a:pt x="1053" y="10"/>
                    </a:lnTo>
                    <a:lnTo>
                      <a:pt x="1051" y="10"/>
                    </a:lnTo>
                    <a:lnTo>
                      <a:pt x="1049" y="10"/>
                    </a:lnTo>
                    <a:lnTo>
                      <a:pt x="1048" y="12"/>
                    </a:lnTo>
                    <a:lnTo>
                      <a:pt x="1048" y="12"/>
                    </a:lnTo>
                    <a:lnTo>
                      <a:pt x="1048" y="14"/>
                    </a:lnTo>
                    <a:lnTo>
                      <a:pt x="1048" y="14"/>
                    </a:lnTo>
                    <a:lnTo>
                      <a:pt x="1048" y="14"/>
                    </a:lnTo>
                    <a:lnTo>
                      <a:pt x="1046" y="14"/>
                    </a:lnTo>
                    <a:lnTo>
                      <a:pt x="1044" y="17"/>
                    </a:lnTo>
                    <a:lnTo>
                      <a:pt x="1043" y="19"/>
                    </a:lnTo>
                    <a:lnTo>
                      <a:pt x="1043" y="19"/>
                    </a:lnTo>
                    <a:lnTo>
                      <a:pt x="1041" y="19"/>
                    </a:lnTo>
                    <a:lnTo>
                      <a:pt x="1041" y="19"/>
                    </a:lnTo>
                    <a:lnTo>
                      <a:pt x="1039" y="17"/>
                    </a:lnTo>
                    <a:lnTo>
                      <a:pt x="1039" y="17"/>
                    </a:lnTo>
                    <a:lnTo>
                      <a:pt x="1039" y="17"/>
                    </a:lnTo>
                    <a:lnTo>
                      <a:pt x="1034" y="17"/>
                    </a:lnTo>
                    <a:lnTo>
                      <a:pt x="1034" y="17"/>
                    </a:lnTo>
                    <a:lnTo>
                      <a:pt x="1032" y="17"/>
                    </a:lnTo>
                    <a:lnTo>
                      <a:pt x="1027" y="17"/>
                    </a:lnTo>
                    <a:lnTo>
                      <a:pt x="1027" y="17"/>
                    </a:lnTo>
                    <a:lnTo>
                      <a:pt x="1026" y="15"/>
                    </a:lnTo>
                    <a:lnTo>
                      <a:pt x="1024" y="15"/>
                    </a:lnTo>
                    <a:lnTo>
                      <a:pt x="1021" y="15"/>
                    </a:lnTo>
                    <a:lnTo>
                      <a:pt x="1021" y="15"/>
                    </a:lnTo>
                    <a:lnTo>
                      <a:pt x="1021" y="15"/>
                    </a:lnTo>
                    <a:lnTo>
                      <a:pt x="1019" y="17"/>
                    </a:lnTo>
                    <a:lnTo>
                      <a:pt x="1019" y="17"/>
                    </a:lnTo>
                    <a:lnTo>
                      <a:pt x="1017" y="17"/>
                    </a:lnTo>
                    <a:lnTo>
                      <a:pt x="1015" y="19"/>
                    </a:lnTo>
                    <a:lnTo>
                      <a:pt x="1014" y="19"/>
                    </a:lnTo>
                    <a:lnTo>
                      <a:pt x="1012" y="19"/>
                    </a:lnTo>
                    <a:lnTo>
                      <a:pt x="1012" y="19"/>
                    </a:lnTo>
                    <a:lnTo>
                      <a:pt x="1012" y="19"/>
                    </a:lnTo>
                    <a:lnTo>
                      <a:pt x="1004" y="15"/>
                    </a:lnTo>
                    <a:lnTo>
                      <a:pt x="1002" y="15"/>
                    </a:lnTo>
                    <a:lnTo>
                      <a:pt x="1000" y="14"/>
                    </a:lnTo>
                    <a:lnTo>
                      <a:pt x="1000" y="14"/>
                    </a:lnTo>
                    <a:lnTo>
                      <a:pt x="1000" y="14"/>
                    </a:lnTo>
                    <a:lnTo>
                      <a:pt x="998" y="14"/>
                    </a:lnTo>
                    <a:lnTo>
                      <a:pt x="998" y="14"/>
                    </a:lnTo>
                    <a:lnTo>
                      <a:pt x="998" y="14"/>
                    </a:lnTo>
                    <a:lnTo>
                      <a:pt x="998" y="15"/>
                    </a:lnTo>
                    <a:lnTo>
                      <a:pt x="998" y="15"/>
                    </a:lnTo>
                    <a:lnTo>
                      <a:pt x="998" y="15"/>
                    </a:lnTo>
                    <a:lnTo>
                      <a:pt x="997" y="17"/>
                    </a:lnTo>
                    <a:lnTo>
                      <a:pt x="997" y="17"/>
                    </a:lnTo>
                    <a:lnTo>
                      <a:pt x="995" y="17"/>
                    </a:lnTo>
                    <a:lnTo>
                      <a:pt x="995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5"/>
                    </a:lnTo>
                    <a:lnTo>
                      <a:pt x="993" y="14"/>
                    </a:lnTo>
                    <a:lnTo>
                      <a:pt x="993" y="14"/>
                    </a:lnTo>
                    <a:lnTo>
                      <a:pt x="993" y="12"/>
                    </a:lnTo>
                    <a:lnTo>
                      <a:pt x="992" y="12"/>
                    </a:lnTo>
                    <a:lnTo>
                      <a:pt x="990" y="10"/>
                    </a:lnTo>
                    <a:lnTo>
                      <a:pt x="990" y="10"/>
                    </a:lnTo>
                    <a:lnTo>
                      <a:pt x="990" y="10"/>
                    </a:lnTo>
                    <a:lnTo>
                      <a:pt x="988" y="10"/>
                    </a:lnTo>
                    <a:lnTo>
                      <a:pt x="988" y="10"/>
                    </a:lnTo>
                    <a:lnTo>
                      <a:pt x="985" y="14"/>
                    </a:lnTo>
                    <a:lnTo>
                      <a:pt x="985" y="14"/>
                    </a:lnTo>
                    <a:lnTo>
                      <a:pt x="983" y="14"/>
                    </a:lnTo>
                    <a:lnTo>
                      <a:pt x="983" y="17"/>
                    </a:lnTo>
                    <a:lnTo>
                      <a:pt x="982" y="17"/>
                    </a:lnTo>
                    <a:lnTo>
                      <a:pt x="982" y="19"/>
                    </a:lnTo>
                    <a:lnTo>
                      <a:pt x="982" y="19"/>
                    </a:lnTo>
                    <a:lnTo>
                      <a:pt x="980" y="19"/>
                    </a:lnTo>
                    <a:lnTo>
                      <a:pt x="978" y="20"/>
                    </a:lnTo>
                    <a:lnTo>
                      <a:pt x="973" y="20"/>
                    </a:lnTo>
                    <a:lnTo>
                      <a:pt x="973" y="20"/>
                    </a:lnTo>
                    <a:lnTo>
                      <a:pt x="971" y="20"/>
                    </a:lnTo>
                    <a:lnTo>
                      <a:pt x="970" y="22"/>
                    </a:lnTo>
                    <a:lnTo>
                      <a:pt x="968" y="24"/>
                    </a:lnTo>
                    <a:lnTo>
                      <a:pt x="968" y="25"/>
                    </a:lnTo>
                    <a:lnTo>
                      <a:pt x="966" y="25"/>
                    </a:lnTo>
                    <a:lnTo>
                      <a:pt x="966" y="25"/>
                    </a:lnTo>
                    <a:lnTo>
                      <a:pt x="966" y="25"/>
                    </a:lnTo>
                    <a:lnTo>
                      <a:pt x="963" y="25"/>
                    </a:lnTo>
                    <a:lnTo>
                      <a:pt x="961" y="25"/>
                    </a:lnTo>
                    <a:lnTo>
                      <a:pt x="961" y="25"/>
                    </a:lnTo>
                    <a:lnTo>
                      <a:pt x="951" y="30"/>
                    </a:lnTo>
                    <a:lnTo>
                      <a:pt x="951" y="30"/>
                    </a:lnTo>
                    <a:lnTo>
                      <a:pt x="949" y="32"/>
                    </a:lnTo>
                    <a:lnTo>
                      <a:pt x="948" y="32"/>
                    </a:lnTo>
                    <a:lnTo>
                      <a:pt x="948" y="34"/>
                    </a:lnTo>
                    <a:lnTo>
                      <a:pt x="946" y="34"/>
                    </a:lnTo>
                    <a:lnTo>
                      <a:pt x="946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4"/>
                    </a:lnTo>
                    <a:lnTo>
                      <a:pt x="944" y="36"/>
                    </a:lnTo>
                    <a:lnTo>
                      <a:pt x="942" y="36"/>
                    </a:lnTo>
                    <a:lnTo>
                      <a:pt x="946" y="39"/>
                    </a:lnTo>
                    <a:lnTo>
                      <a:pt x="946" y="39"/>
                    </a:lnTo>
                    <a:lnTo>
                      <a:pt x="946" y="41"/>
                    </a:lnTo>
                    <a:lnTo>
                      <a:pt x="948" y="42"/>
                    </a:lnTo>
                    <a:lnTo>
                      <a:pt x="948" y="42"/>
                    </a:lnTo>
                    <a:lnTo>
                      <a:pt x="948" y="42"/>
                    </a:lnTo>
                    <a:lnTo>
                      <a:pt x="949" y="44"/>
                    </a:lnTo>
                    <a:lnTo>
                      <a:pt x="953" y="47"/>
                    </a:lnTo>
                    <a:lnTo>
                      <a:pt x="953" y="47"/>
                    </a:lnTo>
                    <a:lnTo>
                      <a:pt x="953" y="47"/>
                    </a:lnTo>
                    <a:lnTo>
                      <a:pt x="953" y="49"/>
                    </a:lnTo>
                    <a:lnTo>
                      <a:pt x="953" y="49"/>
                    </a:lnTo>
                    <a:lnTo>
                      <a:pt x="951" y="51"/>
                    </a:lnTo>
                    <a:lnTo>
                      <a:pt x="951" y="51"/>
                    </a:lnTo>
                    <a:lnTo>
                      <a:pt x="951" y="51"/>
                    </a:lnTo>
                    <a:lnTo>
                      <a:pt x="951" y="53"/>
                    </a:lnTo>
                    <a:lnTo>
                      <a:pt x="951" y="54"/>
                    </a:lnTo>
                    <a:lnTo>
                      <a:pt x="951" y="56"/>
                    </a:lnTo>
                    <a:lnTo>
                      <a:pt x="951" y="58"/>
                    </a:lnTo>
                    <a:lnTo>
                      <a:pt x="951" y="58"/>
                    </a:lnTo>
                    <a:lnTo>
                      <a:pt x="949" y="61"/>
                    </a:lnTo>
                    <a:lnTo>
                      <a:pt x="949" y="61"/>
                    </a:lnTo>
                    <a:lnTo>
                      <a:pt x="949" y="63"/>
                    </a:lnTo>
                    <a:lnTo>
                      <a:pt x="949" y="64"/>
                    </a:lnTo>
                    <a:lnTo>
                      <a:pt x="949" y="64"/>
                    </a:lnTo>
                    <a:lnTo>
                      <a:pt x="948" y="64"/>
                    </a:lnTo>
                    <a:lnTo>
                      <a:pt x="948" y="64"/>
                    </a:lnTo>
                    <a:lnTo>
                      <a:pt x="948" y="66"/>
                    </a:lnTo>
                    <a:lnTo>
                      <a:pt x="948" y="66"/>
                    </a:lnTo>
                    <a:lnTo>
                      <a:pt x="948" y="66"/>
                    </a:lnTo>
                    <a:lnTo>
                      <a:pt x="946" y="66"/>
                    </a:lnTo>
                    <a:lnTo>
                      <a:pt x="946" y="66"/>
                    </a:lnTo>
                    <a:lnTo>
                      <a:pt x="944" y="66"/>
                    </a:lnTo>
                    <a:lnTo>
                      <a:pt x="944" y="66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41" y="68"/>
                    </a:lnTo>
                    <a:lnTo>
                      <a:pt x="937" y="66"/>
                    </a:lnTo>
                    <a:lnTo>
                      <a:pt x="936" y="66"/>
                    </a:lnTo>
                    <a:lnTo>
                      <a:pt x="936" y="66"/>
                    </a:lnTo>
                    <a:lnTo>
                      <a:pt x="936" y="66"/>
                    </a:lnTo>
                    <a:lnTo>
                      <a:pt x="934" y="66"/>
                    </a:lnTo>
                    <a:lnTo>
                      <a:pt x="934" y="66"/>
                    </a:lnTo>
                    <a:lnTo>
                      <a:pt x="934" y="68"/>
                    </a:lnTo>
                    <a:lnTo>
                      <a:pt x="934" y="68"/>
                    </a:lnTo>
                    <a:lnTo>
                      <a:pt x="932" y="71"/>
                    </a:lnTo>
                    <a:lnTo>
                      <a:pt x="932" y="71"/>
                    </a:lnTo>
                    <a:lnTo>
                      <a:pt x="932" y="71"/>
                    </a:lnTo>
                    <a:lnTo>
                      <a:pt x="931" y="71"/>
                    </a:lnTo>
                    <a:lnTo>
                      <a:pt x="931" y="71"/>
                    </a:lnTo>
                    <a:lnTo>
                      <a:pt x="931" y="71"/>
                    </a:lnTo>
                    <a:lnTo>
                      <a:pt x="931" y="70"/>
                    </a:lnTo>
                    <a:lnTo>
                      <a:pt x="929" y="70"/>
                    </a:lnTo>
                    <a:lnTo>
                      <a:pt x="929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7" y="70"/>
                    </a:lnTo>
                    <a:lnTo>
                      <a:pt x="924" y="64"/>
                    </a:lnTo>
                    <a:lnTo>
                      <a:pt x="924" y="64"/>
                    </a:lnTo>
                    <a:lnTo>
                      <a:pt x="922" y="64"/>
                    </a:lnTo>
                    <a:lnTo>
                      <a:pt x="922" y="64"/>
                    </a:lnTo>
                    <a:lnTo>
                      <a:pt x="920" y="64"/>
                    </a:lnTo>
                    <a:lnTo>
                      <a:pt x="919" y="66"/>
                    </a:lnTo>
                    <a:lnTo>
                      <a:pt x="917" y="68"/>
                    </a:lnTo>
                    <a:lnTo>
                      <a:pt x="917" y="68"/>
                    </a:lnTo>
                    <a:lnTo>
                      <a:pt x="915" y="68"/>
                    </a:lnTo>
                    <a:lnTo>
                      <a:pt x="915" y="68"/>
                    </a:lnTo>
                    <a:lnTo>
                      <a:pt x="914" y="68"/>
                    </a:lnTo>
                    <a:lnTo>
                      <a:pt x="914" y="68"/>
                    </a:lnTo>
                    <a:lnTo>
                      <a:pt x="912" y="70"/>
                    </a:lnTo>
                    <a:lnTo>
                      <a:pt x="912" y="70"/>
                    </a:lnTo>
                    <a:lnTo>
                      <a:pt x="910" y="70"/>
                    </a:lnTo>
                    <a:lnTo>
                      <a:pt x="910" y="70"/>
                    </a:lnTo>
                    <a:lnTo>
                      <a:pt x="909" y="70"/>
                    </a:lnTo>
                    <a:lnTo>
                      <a:pt x="909" y="70"/>
                    </a:lnTo>
                    <a:lnTo>
                      <a:pt x="909" y="70"/>
                    </a:lnTo>
                    <a:lnTo>
                      <a:pt x="909" y="71"/>
                    </a:lnTo>
                    <a:lnTo>
                      <a:pt x="907" y="75"/>
                    </a:lnTo>
                    <a:lnTo>
                      <a:pt x="905" y="76"/>
                    </a:lnTo>
                    <a:lnTo>
                      <a:pt x="905" y="78"/>
                    </a:lnTo>
                    <a:lnTo>
                      <a:pt x="905" y="80"/>
                    </a:lnTo>
                    <a:lnTo>
                      <a:pt x="905" y="80"/>
                    </a:lnTo>
                    <a:lnTo>
                      <a:pt x="903" y="81"/>
                    </a:lnTo>
                    <a:lnTo>
                      <a:pt x="902" y="81"/>
                    </a:lnTo>
                    <a:lnTo>
                      <a:pt x="902" y="83"/>
                    </a:lnTo>
                    <a:lnTo>
                      <a:pt x="900" y="85"/>
                    </a:lnTo>
                    <a:lnTo>
                      <a:pt x="900" y="85"/>
                    </a:lnTo>
                    <a:lnTo>
                      <a:pt x="898" y="85"/>
                    </a:lnTo>
                    <a:lnTo>
                      <a:pt x="898" y="87"/>
                    </a:lnTo>
                    <a:lnTo>
                      <a:pt x="897" y="87"/>
                    </a:lnTo>
                    <a:lnTo>
                      <a:pt x="897" y="87"/>
                    </a:lnTo>
                    <a:lnTo>
                      <a:pt x="895" y="88"/>
                    </a:lnTo>
                    <a:lnTo>
                      <a:pt x="893" y="88"/>
                    </a:lnTo>
                    <a:lnTo>
                      <a:pt x="893" y="88"/>
                    </a:lnTo>
                    <a:lnTo>
                      <a:pt x="892" y="88"/>
                    </a:lnTo>
                    <a:lnTo>
                      <a:pt x="890" y="87"/>
                    </a:lnTo>
                    <a:lnTo>
                      <a:pt x="890" y="87"/>
                    </a:lnTo>
                    <a:lnTo>
                      <a:pt x="890" y="85"/>
                    </a:lnTo>
                    <a:lnTo>
                      <a:pt x="890" y="83"/>
                    </a:lnTo>
                    <a:lnTo>
                      <a:pt x="888" y="83"/>
                    </a:lnTo>
                    <a:lnTo>
                      <a:pt x="888" y="83"/>
                    </a:lnTo>
                    <a:lnTo>
                      <a:pt x="888" y="80"/>
                    </a:lnTo>
                    <a:lnTo>
                      <a:pt x="888" y="76"/>
                    </a:lnTo>
                    <a:lnTo>
                      <a:pt x="886" y="76"/>
                    </a:lnTo>
                    <a:lnTo>
                      <a:pt x="886" y="75"/>
                    </a:lnTo>
                    <a:lnTo>
                      <a:pt x="886" y="75"/>
                    </a:lnTo>
                    <a:lnTo>
                      <a:pt x="888" y="75"/>
                    </a:lnTo>
                    <a:lnTo>
                      <a:pt x="886" y="73"/>
                    </a:lnTo>
                    <a:lnTo>
                      <a:pt x="885" y="68"/>
                    </a:lnTo>
                    <a:lnTo>
                      <a:pt x="880" y="64"/>
                    </a:lnTo>
                    <a:lnTo>
                      <a:pt x="876" y="61"/>
                    </a:lnTo>
                    <a:lnTo>
                      <a:pt x="875" y="61"/>
                    </a:lnTo>
                    <a:lnTo>
                      <a:pt x="873" y="61"/>
                    </a:lnTo>
                    <a:lnTo>
                      <a:pt x="869" y="59"/>
                    </a:lnTo>
                    <a:lnTo>
                      <a:pt x="868" y="59"/>
                    </a:lnTo>
                    <a:lnTo>
                      <a:pt x="866" y="59"/>
                    </a:lnTo>
                    <a:lnTo>
                      <a:pt x="866" y="58"/>
                    </a:lnTo>
                    <a:lnTo>
                      <a:pt x="866" y="56"/>
                    </a:lnTo>
                    <a:lnTo>
                      <a:pt x="866" y="53"/>
                    </a:lnTo>
                    <a:lnTo>
                      <a:pt x="864" y="51"/>
                    </a:lnTo>
                    <a:lnTo>
                      <a:pt x="863" y="51"/>
                    </a:lnTo>
                    <a:lnTo>
                      <a:pt x="861" y="51"/>
                    </a:lnTo>
                    <a:lnTo>
                      <a:pt x="859" y="51"/>
                    </a:lnTo>
                    <a:lnTo>
                      <a:pt x="858" y="49"/>
                    </a:lnTo>
                    <a:lnTo>
                      <a:pt x="856" y="47"/>
                    </a:lnTo>
                    <a:lnTo>
                      <a:pt x="856" y="47"/>
                    </a:lnTo>
                    <a:lnTo>
                      <a:pt x="851" y="46"/>
                    </a:lnTo>
                    <a:lnTo>
                      <a:pt x="849" y="46"/>
                    </a:lnTo>
                    <a:lnTo>
                      <a:pt x="846" y="44"/>
                    </a:lnTo>
                    <a:lnTo>
                      <a:pt x="842" y="42"/>
                    </a:lnTo>
                    <a:lnTo>
                      <a:pt x="839" y="42"/>
                    </a:lnTo>
                    <a:lnTo>
                      <a:pt x="832" y="44"/>
                    </a:lnTo>
                    <a:lnTo>
                      <a:pt x="829" y="44"/>
                    </a:lnTo>
                    <a:lnTo>
                      <a:pt x="817" y="44"/>
                    </a:lnTo>
                    <a:lnTo>
                      <a:pt x="813" y="44"/>
                    </a:lnTo>
                    <a:lnTo>
                      <a:pt x="810" y="42"/>
                    </a:lnTo>
                    <a:lnTo>
                      <a:pt x="805" y="37"/>
                    </a:lnTo>
                    <a:lnTo>
                      <a:pt x="803" y="34"/>
                    </a:lnTo>
                    <a:lnTo>
                      <a:pt x="800" y="34"/>
                    </a:lnTo>
                    <a:lnTo>
                      <a:pt x="798" y="34"/>
                    </a:lnTo>
                    <a:lnTo>
                      <a:pt x="796" y="36"/>
                    </a:lnTo>
                    <a:lnTo>
                      <a:pt x="795" y="36"/>
                    </a:lnTo>
                    <a:lnTo>
                      <a:pt x="790" y="36"/>
                    </a:lnTo>
                    <a:lnTo>
                      <a:pt x="788" y="36"/>
                    </a:lnTo>
                    <a:lnTo>
                      <a:pt x="783" y="37"/>
                    </a:lnTo>
                    <a:lnTo>
                      <a:pt x="779" y="37"/>
                    </a:lnTo>
                    <a:lnTo>
                      <a:pt x="776" y="39"/>
                    </a:lnTo>
                    <a:lnTo>
                      <a:pt x="774" y="39"/>
                    </a:lnTo>
                    <a:lnTo>
                      <a:pt x="773" y="39"/>
                    </a:lnTo>
                    <a:lnTo>
                      <a:pt x="771" y="39"/>
                    </a:lnTo>
                    <a:lnTo>
                      <a:pt x="766" y="41"/>
                    </a:lnTo>
                    <a:lnTo>
                      <a:pt x="764" y="39"/>
                    </a:lnTo>
                    <a:lnTo>
                      <a:pt x="754" y="41"/>
                    </a:lnTo>
                    <a:lnTo>
                      <a:pt x="752" y="41"/>
                    </a:lnTo>
                    <a:lnTo>
                      <a:pt x="751" y="41"/>
                    </a:lnTo>
                    <a:lnTo>
                      <a:pt x="749" y="42"/>
                    </a:lnTo>
                    <a:lnTo>
                      <a:pt x="747" y="41"/>
                    </a:lnTo>
                    <a:lnTo>
                      <a:pt x="747" y="41"/>
                    </a:lnTo>
                    <a:lnTo>
                      <a:pt x="744" y="41"/>
                    </a:lnTo>
                    <a:lnTo>
                      <a:pt x="742" y="41"/>
                    </a:lnTo>
                    <a:lnTo>
                      <a:pt x="742" y="39"/>
                    </a:lnTo>
                    <a:lnTo>
                      <a:pt x="740" y="37"/>
                    </a:lnTo>
                    <a:lnTo>
                      <a:pt x="740" y="37"/>
                    </a:lnTo>
                    <a:lnTo>
                      <a:pt x="739" y="37"/>
                    </a:lnTo>
                    <a:lnTo>
                      <a:pt x="730" y="37"/>
                    </a:lnTo>
                    <a:lnTo>
                      <a:pt x="729" y="39"/>
                    </a:lnTo>
                    <a:lnTo>
                      <a:pt x="725" y="44"/>
                    </a:lnTo>
                    <a:lnTo>
                      <a:pt x="725" y="46"/>
                    </a:lnTo>
                    <a:lnTo>
                      <a:pt x="723" y="47"/>
                    </a:lnTo>
                    <a:lnTo>
                      <a:pt x="722" y="47"/>
                    </a:lnTo>
                    <a:lnTo>
                      <a:pt x="712" y="51"/>
                    </a:lnTo>
                    <a:lnTo>
                      <a:pt x="712" y="51"/>
                    </a:lnTo>
                    <a:lnTo>
                      <a:pt x="712" y="53"/>
                    </a:lnTo>
                    <a:lnTo>
                      <a:pt x="710" y="53"/>
                    </a:lnTo>
                    <a:lnTo>
                      <a:pt x="708" y="54"/>
                    </a:lnTo>
                    <a:lnTo>
                      <a:pt x="706" y="54"/>
                    </a:lnTo>
                    <a:lnTo>
                      <a:pt x="706" y="56"/>
                    </a:lnTo>
                    <a:lnTo>
                      <a:pt x="706" y="56"/>
                    </a:lnTo>
                    <a:lnTo>
                      <a:pt x="705" y="58"/>
                    </a:lnTo>
                    <a:lnTo>
                      <a:pt x="703" y="58"/>
                    </a:lnTo>
                    <a:lnTo>
                      <a:pt x="701" y="59"/>
                    </a:lnTo>
                    <a:lnTo>
                      <a:pt x="700" y="59"/>
                    </a:lnTo>
                    <a:lnTo>
                      <a:pt x="698" y="59"/>
                    </a:lnTo>
                    <a:lnTo>
                      <a:pt x="696" y="61"/>
                    </a:lnTo>
                    <a:lnTo>
                      <a:pt x="696" y="63"/>
                    </a:lnTo>
                    <a:lnTo>
                      <a:pt x="695" y="66"/>
                    </a:lnTo>
                    <a:lnTo>
                      <a:pt x="695" y="68"/>
                    </a:lnTo>
                    <a:lnTo>
                      <a:pt x="693" y="70"/>
                    </a:lnTo>
                    <a:lnTo>
                      <a:pt x="691" y="71"/>
                    </a:lnTo>
                    <a:lnTo>
                      <a:pt x="688" y="71"/>
                    </a:lnTo>
                    <a:lnTo>
                      <a:pt x="686" y="75"/>
                    </a:lnTo>
                    <a:lnTo>
                      <a:pt x="686" y="75"/>
                    </a:lnTo>
                    <a:lnTo>
                      <a:pt x="0" y="75"/>
                    </a:lnTo>
                    <a:lnTo>
                      <a:pt x="0" y="506"/>
                    </a:lnTo>
                    <a:lnTo>
                      <a:pt x="2" y="509"/>
                    </a:lnTo>
                    <a:lnTo>
                      <a:pt x="3" y="509"/>
                    </a:lnTo>
                    <a:lnTo>
                      <a:pt x="12" y="509"/>
                    </a:lnTo>
                    <a:lnTo>
                      <a:pt x="14" y="511"/>
                    </a:lnTo>
                    <a:lnTo>
                      <a:pt x="14" y="511"/>
                    </a:lnTo>
                    <a:lnTo>
                      <a:pt x="15" y="511"/>
                    </a:lnTo>
                    <a:lnTo>
                      <a:pt x="15" y="513"/>
                    </a:lnTo>
                    <a:lnTo>
                      <a:pt x="17" y="513"/>
                    </a:lnTo>
                    <a:lnTo>
                      <a:pt x="19" y="513"/>
                    </a:lnTo>
                    <a:lnTo>
                      <a:pt x="19" y="511"/>
                    </a:lnTo>
                    <a:lnTo>
                      <a:pt x="20" y="511"/>
                    </a:lnTo>
                    <a:lnTo>
                      <a:pt x="20" y="511"/>
                    </a:lnTo>
                    <a:lnTo>
                      <a:pt x="22" y="511"/>
                    </a:lnTo>
                    <a:lnTo>
                      <a:pt x="22" y="511"/>
                    </a:lnTo>
                    <a:lnTo>
                      <a:pt x="22" y="513"/>
                    </a:lnTo>
                    <a:lnTo>
                      <a:pt x="24" y="513"/>
                    </a:lnTo>
                    <a:lnTo>
                      <a:pt x="24" y="513"/>
                    </a:lnTo>
                    <a:lnTo>
                      <a:pt x="26" y="514"/>
                    </a:lnTo>
                    <a:lnTo>
                      <a:pt x="26" y="514"/>
                    </a:lnTo>
                    <a:lnTo>
                      <a:pt x="27" y="516"/>
                    </a:lnTo>
                    <a:lnTo>
                      <a:pt x="27" y="516"/>
                    </a:lnTo>
                    <a:lnTo>
                      <a:pt x="29" y="516"/>
                    </a:lnTo>
                    <a:lnTo>
                      <a:pt x="31" y="516"/>
                    </a:lnTo>
                    <a:lnTo>
                      <a:pt x="34" y="516"/>
                    </a:lnTo>
                    <a:lnTo>
                      <a:pt x="34" y="516"/>
                    </a:lnTo>
                    <a:lnTo>
                      <a:pt x="36" y="518"/>
                    </a:lnTo>
                    <a:lnTo>
                      <a:pt x="37" y="518"/>
                    </a:lnTo>
                    <a:lnTo>
                      <a:pt x="39" y="520"/>
                    </a:lnTo>
                    <a:lnTo>
                      <a:pt x="44" y="520"/>
                    </a:lnTo>
                    <a:lnTo>
                      <a:pt x="44" y="520"/>
                    </a:lnTo>
                    <a:lnTo>
                      <a:pt x="44" y="521"/>
                    </a:lnTo>
                    <a:lnTo>
                      <a:pt x="46" y="523"/>
                    </a:lnTo>
                    <a:lnTo>
                      <a:pt x="46" y="523"/>
                    </a:lnTo>
                    <a:lnTo>
                      <a:pt x="46" y="523"/>
                    </a:lnTo>
                    <a:lnTo>
                      <a:pt x="49" y="523"/>
                    </a:lnTo>
                    <a:lnTo>
                      <a:pt x="49" y="521"/>
                    </a:lnTo>
                    <a:lnTo>
                      <a:pt x="51" y="520"/>
                    </a:lnTo>
                    <a:lnTo>
                      <a:pt x="54" y="518"/>
                    </a:lnTo>
                    <a:lnTo>
                      <a:pt x="56" y="516"/>
                    </a:lnTo>
                    <a:lnTo>
                      <a:pt x="61" y="514"/>
                    </a:lnTo>
                    <a:lnTo>
                      <a:pt x="65" y="513"/>
                    </a:lnTo>
                    <a:lnTo>
                      <a:pt x="66" y="514"/>
                    </a:lnTo>
                    <a:lnTo>
                      <a:pt x="70" y="516"/>
                    </a:lnTo>
                    <a:lnTo>
                      <a:pt x="71" y="516"/>
                    </a:lnTo>
                    <a:lnTo>
                      <a:pt x="76" y="516"/>
                    </a:lnTo>
                    <a:lnTo>
                      <a:pt x="78" y="516"/>
                    </a:lnTo>
                    <a:lnTo>
                      <a:pt x="80" y="514"/>
                    </a:lnTo>
                    <a:lnTo>
                      <a:pt x="80" y="514"/>
                    </a:lnTo>
                    <a:lnTo>
                      <a:pt x="82" y="514"/>
                    </a:lnTo>
                    <a:lnTo>
                      <a:pt x="82" y="514"/>
                    </a:lnTo>
                    <a:lnTo>
                      <a:pt x="83" y="514"/>
                    </a:lnTo>
                    <a:lnTo>
                      <a:pt x="88" y="514"/>
                    </a:lnTo>
                    <a:lnTo>
                      <a:pt x="90" y="514"/>
                    </a:lnTo>
                    <a:lnTo>
                      <a:pt x="92" y="516"/>
                    </a:lnTo>
                    <a:lnTo>
                      <a:pt x="93" y="520"/>
                    </a:lnTo>
                    <a:lnTo>
                      <a:pt x="95" y="520"/>
                    </a:lnTo>
                    <a:lnTo>
                      <a:pt x="97" y="518"/>
                    </a:lnTo>
                    <a:lnTo>
                      <a:pt x="97" y="518"/>
                    </a:lnTo>
                    <a:lnTo>
                      <a:pt x="99" y="518"/>
                    </a:lnTo>
                    <a:lnTo>
                      <a:pt x="100" y="518"/>
                    </a:lnTo>
                    <a:lnTo>
                      <a:pt x="100" y="520"/>
                    </a:lnTo>
                    <a:lnTo>
                      <a:pt x="102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5" y="521"/>
                    </a:lnTo>
                    <a:lnTo>
                      <a:pt x="107" y="521"/>
                    </a:lnTo>
                    <a:lnTo>
                      <a:pt x="107" y="523"/>
                    </a:lnTo>
                    <a:lnTo>
                      <a:pt x="107" y="525"/>
                    </a:lnTo>
                    <a:lnTo>
                      <a:pt x="107" y="528"/>
                    </a:lnTo>
                    <a:lnTo>
                      <a:pt x="109" y="528"/>
                    </a:lnTo>
                    <a:lnTo>
                      <a:pt x="109" y="528"/>
                    </a:lnTo>
                    <a:lnTo>
                      <a:pt x="109" y="528"/>
                    </a:lnTo>
                    <a:lnTo>
                      <a:pt x="110" y="530"/>
                    </a:lnTo>
                    <a:lnTo>
                      <a:pt x="112" y="531"/>
                    </a:lnTo>
                    <a:lnTo>
                      <a:pt x="114" y="533"/>
                    </a:lnTo>
                    <a:lnTo>
                      <a:pt x="116" y="533"/>
                    </a:lnTo>
                    <a:lnTo>
                      <a:pt x="117" y="533"/>
                    </a:lnTo>
                    <a:lnTo>
                      <a:pt x="119" y="533"/>
                    </a:lnTo>
                    <a:lnTo>
                      <a:pt x="121" y="533"/>
                    </a:lnTo>
                    <a:lnTo>
                      <a:pt x="121" y="535"/>
                    </a:lnTo>
                    <a:lnTo>
                      <a:pt x="121" y="537"/>
                    </a:lnTo>
                    <a:lnTo>
                      <a:pt x="119" y="540"/>
                    </a:lnTo>
                    <a:lnTo>
                      <a:pt x="117" y="542"/>
                    </a:lnTo>
                    <a:lnTo>
                      <a:pt x="117" y="543"/>
                    </a:lnTo>
                    <a:lnTo>
                      <a:pt x="119" y="550"/>
                    </a:lnTo>
                    <a:lnTo>
                      <a:pt x="119" y="552"/>
                    </a:lnTo>
                    <a:lnTo>
                      <a:pt x="126" y="555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60"/>
                    </a:lnTo>
                    <a:lnTo>
                      <a:pt x="129" y="562"/>
                    </a:lnTo>
                    <a:lnTo>
                      <a:pt x="131" y="567"/>
                    </a:lnTo>
                    <a:lnTo>
                      <a:pt x="131" y="567"/>
                    </a:lnTo>
                    <a:lnTo>
                      <a:pt x="131" y="569"/>
                    </a:lnTo>
                    <a:lnTo>
                      <a:pt x="131" y="570"/>
                    </a:lnTo>
                    <a:lnTo>
                      <a:pt x="133" y="570"/>
                    </a:lnTo>
                    <a:lnTo>
                      <a:pt x="133" y="570"/>
                    </a:lnTo>
                    <a:lnTo>
                      <a:pt x="134" y="570"/>
                    </a:lnTo>
                    <a:lnTo>
                      <a:pt x="136" y="572"/>
                    </a:lnTo>
                    <a:lnTo>
                      <a:pt x="138" y="572"/>
                    </a:lnTo>
                    <a:lnTo>
                      <a:pt x="138" y="572"/>
                    </a:lnTo>
                    <a:lnTo>
                      <a:pt x="139" y="572"/>
                    </a:lnTo>
                    <a:lnTo>
                      <a:pt x="141" y="572"/>
                    </a:lnTo>
                    <a:lnTo>
                      <a:pt x="141" y="572"/>
                    </a:lnTo>
                    <a:lnTo>
                      <a:pt x="141" y="570"/>
                    </a:lnTo>
                    <a:lnTo>
                      <a:pt x="139" y="569"/>
                    </a:lnTo>
                    <a:lnTo>
                      <a:pt x="139" y="567"/>
                    </a:lnTo>
                    <a:lnTo>
                      <a:pt x="141" y="567"/>
                    </a:lnTo>
                    <a:lnTo>
                      <a:pt x="143" y="567"/>
                    </a:lnTo>
                    <a:lnTo>
                      <a:pt x="144" y="567"/>
                    </a:lnTo>
                    <a:lnTo>
                      <a:pt x="144" y="567"/>
                    </a:lnTo>
                    <a:lnTo>
                      <a:pt x="146" y="567"/>
                    </a:lnTo>
                    <a:lnTo>
                      <a:pt x="146" y="565"/>
                    </a:lnTo>
                    <a:lnTo>
                      <a:pt x="146" y="565"/>
                    </a:lnTo>
                    <a:lnTo>
                      <a:pt x="146" y="565"/>
                    </a:lnTo>
                    <a:lnTo>
                      <a:pt x="146" y="564"/>
                    </a:lnTo>
                    <a:lnTo>
                      <a:pt x="146" y="564"/>
                    </a:lnTo>
                    <a:lnTo>
                      <a:pt x="146" y="562"/>
                    </a:lnTo>
                    <a:lnTo>
                      <a:pt x="146" y="562"/>
                    </a:lnTo>
                    <a:lnTo>
                      <a:pt x="146" y="562"/>
                    </a:lnTo>
                    <a:lnTo>
                      <a:pt x="148" y="559"/>
                    </a:lnTo>
                    <a:lnTo>
                      <a:pt x="148" y="557"/>
                    </a:lnTo>
                    <a:lnTo>
                      <a:pt x="150" y="555"/>
                    </a:lnTo>
                    <a:lnTo>
                      <a:pt x="151" y="555"/>
                    </a:lnTo>
                    <a:lnTo>
                      <a:pt x="153" y="555"/>
                    </a:lnTo>
                    <a:lnTo>
                      <a:pt x="155" y="555"/>
                    </a:lnTo>
                    <a:lnTo>
                      <a:pt x="155" y="555"/>
                    </a:lnTo>
                    <a:lnTo>
                      <a:pt x="155" y="555"/>
                    </a:lnTo>
                    <a:lnTo>
                      <a:pt x="156" y="557"/>
                    </a:lnTo>
                    <a:lnTo>
                      <a:pt x="158" y="557"/>
                    </a:lnTo>
                    <a:lnTo>
                      <a:pt x="160" y="559"/>
                    </a:lnTo>
                    <a:lnTo>
                      <a:pt x="160" y="559"/>
                    </a:lnTo>
                    <a:lnTo>
                      <a:pt x="160" y="560"/>
                    </a:lnTo>
                    <a:lnTo>
                      <a:pt x="161" y="562"/>
                    </a:lnTo>
                    <a:lnTo>
                      <a:pt x="161" y="562"/>
                    </a:lnTo>
                    <a:lnTo>
                      <a:pt x="161" y="564"/>
                    </a:lnTo>
                    <a:lnTo>
                      <a:pt x="165" y="562"/>
                    </a:lnTo>
                    <a:lnTo>
                      <a:pt x="165" y="562"/>
                    </a:lnTo>
                    <a:lnTo>
                      <a:pt x="165" y="560"/>
                    </a:lnTo>
                    <a:lnTo>
                      <a:pt x="166" y="560"/>
                    </a:lnTo>
                    <a:lnTo>
                      <a:pt x="168" y="564"/>
                    </a:lnTo>
                    <a:lnTo>
                      <a:pt x="170" y="564"/>
                    </a:lnTo>
                    <a:lnTo>
                      <a:pt x="172" y="564"/>
                    </a:lnTo>
                    <a:lnTo>
                      <a:pt x="172" y="562"/>
                    </a:lnTo>
                    <a:lnTo>
                      <a:pt x="173" y="562"/>
                    </a:lnTo>
                    <a:lnTo>
                      <a:pt x="177" y="564"/>
                    </a:lnTo>
                    <a:lnTo>
                      <a:pt x="183" y="565"/>
                    </a:lnTo>
                    <a:lnTo>
                      <a:pt x="185" y="565"/>
                    </a:lnTo>
                    <a:lnTo>
                      <a:pt x="190" y="567"/>
                    </a:lnTo>
                    <a:lnTo>
                      <a:pt x="192" y="569"/>
                    </a:lnTo>
                    <a:lnTo>
                      <a:pt x="194" y="569"/>
                    </a:lnTo>
                    <a:lnTo>
                      <a:pt x="195" y="569"/>
                    </a:lnTo>
                    <a:lnTo>
                      <a:pt x="195" y="570"/>
                    </a:lnTo>
                    <a:lnTo>
                      <a:pt x="195" y="572"/>
                    </a:lnTo>
                    <a:lnTo>
                      <a:pt x="197" y="572"/>
                    </a:lnTo>
                    <a:lnTo>
                      <a:pt x="199" y="572"/>
                    </a:lnTo>
                    <a:lnTo>
                      <a:pt x="200" y="572"/>
                    </a:lnTo>
                    <a:lnTo>
                      <a:pt x="202" y="574"/>
                    </a:lnTo>
                    <a:lnTo>
                      <a:pt x="202" y="574"/>
                    </a:lnTo>
                    <a:lnTo>
                      <a:pt x="202" y="576"/>
                    </a:lnTo>
                    <a:lnTo>
                      <a:pt x="202" y="576"/>
                    </a:lnTo>
                    <a:lnTo>
                      <a:pt x="202" y="577"/>
                    </a:lnTo>
                    <a:lnTo>
                      <a:pt x="202" y="579"/>
                    </a:lnTo>
                    <a:lnTo>
                      <a:pt x="202" y="579"/>
                    </a:lnTo>
                    <a:lnTo>
                      <a:pt x="202" y="581"/>
                    </a:lnTo>
                    <a:lnTo>
                      <a:pt x="202" y="581"/>
                    </a:lnTo>
                    <a:lnTo>
                      <a:pt x="200" y="581"/>
                    </a:lnTo>
                    <a:lnTo>
                      <a:pt x="200" y="581"/>
                    </a:lnTo>
                    <a:lnTo>
                      <a:pt x="200" y="582"/>
                    </a:lnTo>
                    <a:lnTo>
                      <a:pt x="200" y="582"/>
                    </a:lnTo>
                    <a:lnTo>
                      <a:pt x="202" y="584"/>
                    </a:lnTo>
                    <a:lnTo>
                      <a:pt x="202" y="584"/>
                    </a:lnTo>
                    <a:lnTo>
                      <a:pt x="202" y="586"/>
                    </a:lnTo>
                    <a:lnTo>
                      <a:pt x="200" y="587"/>
                    </a:lnTo>
                    <a:lnTo>
                      <a:pt x="200" y="587"/>
                    </a:lnTo>
                    <a:lnTo>
                      <a:pt x="200" y="589"/>
                    </a:lnTo>
                    <a:lnTo>
                      <a:pt x="202" y="591"/>
                    </a:lnTo>
                    <a:lnTo>
                      <a:pt x="202" y="596"/>
                    </a:lnTo>
                    <a:lnTo>
                      <a:pt x="204" y="599"/>
                    </a:lnTo>
                    <a:lnTo>
                      <a:pt x="206" y="603"/>
                    </a:lnTo>
                    <a:lnTo>
                      <a:pt x="207" y="606"/>
                    </a:lnTo>
                    <a:lnTo>
                      <a:pt x="207" y="606"/>
                    </a:lnTo>
                    <a:lnTo>
                      <a:pt x="209" y="608"/>
                    </a:lnTo>
                    <a:lnTo>
                      <a:pt x="211" y="608"/>
                    </a:lnTo>
                    <a:lnTo>
                      <a:pt x="219" y="610"/>
                    </a:lnTo>
                    <a:lnTo>
                      <a:pt x="221" y="611"/>
                    </a:lnTo>
                    <a:lnTo>
                      <a:pt x="223" y="611"/>
                    </a:lnTo>
                    <a:lnTo>
                      <a:pt x="223" y="613"/>
                    </a:lnTo>
                    <a:lnTo>
                      <a:pt x="223" y="615"/>
                    </a:lnTo>
                    <a:lnTo>
                      <a:pt x="223" y="616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1" y="620"/>
                    </a:lnTo>
                    <a:lnTo>
                      <a:pt x="223" y="620"/>
                    </a:lnTo>
                    <a:lnTo>
                      <a:pt x="223" y="621"/>
                    </a:lnTo>
                    <a:lnTo>
                      <a:pt x="223" y="621"/>
                    </a:lnTo>
                    <a:lnTo>
                      <a:pt x="228" y="625"/>
                    </a:lnTo>
                    <a:lnTo>
                      <a:pt x="234" y="625"/>
                    </a:lnTo>
                    <a:lnTo>
                      <a:pt x="239" y="627"/>
                    </a:lnTo>
                    <a:lnTo>
                      <a:pt x="239" y="627"/>
                    </a:lnTo>
                    <a:lnTo>
                      <a:pt x="239" y="628"/>
                    </a:lnTo>
                    <a:lnTo>
                      <a:pt x="239" y="628"/>
                    </a:lnTo>
                    <a:lnTo>
                      <a:pt x="243" y="628"/>
                    </a:lnTo>
                    <a:lnTo>
                      <a:pt x="243" y="628"/>
                    </a:lnTo>
                    <a:lnTo>
                      <a:pt x="245" y="630"/>
                    </a:lnTo>
                    <a:lnTo>
                      <a:pt x="246" y="632"/>
                    </a:lnTo>
                    <a:lnTo>
                      <a:pt x="250" y="633"/>
                    </a:lnTo>
                    <a:lnTo>
                      <a:pt x="255" y="635"/>
                    </a:lnTo>
                    <a:lnTo>
                      <a:pt x="256" y="635"/>
                    </a:lnTo>
                    <a:lnTo>
                      <a:pt x="258" y="638"/>
                    </a:lnTo>
                    <a:lnTo>
                      <a:pt x="260" y="638"/>
                    </a:lnTo>
                    <a:lnTo>
                      <a:pt x="263" y="640"/>
                    </a:lnTo>
                    <a:lnTo>
                      <a:pt x="267" y="642"/>
                    </a:lnTo>
                    <a:lnTo>
                      <a:pt x="272" y="647"/>
                    </a:lnTo>
                    <a:lnTo>
                      <a:pt x="273" y="649"/>
                    </a:lnTo>
                    <a:lnTo>
                      <a:pt x="273" y="649"/>
                    </a:lnTo>
                    <a:lnTo>
                      <a:pt x="275" y="650"/>
                    </a:lnTo>
                    <a:lnTo>
                      <a:pt x="277" y="650"/>
                    </a:lnTo>
                    <a:lnTo>
                      <a:pt x="277" y="650"/>
                    </a:lnTo>
                    <a:lnTo>
                      <a:pt x="277" y="650"/>
                    </a:lnTo>
                    <a:lnTo>
                      <a:pt x="279" y="652"/>
                    </a:lnTo>
                    <a:lnTo>
                      <a:pt x="280" y="654"/>
                    </a:lnTo>
                    <a:lnTo>
                      <a:pt x="280" y="654"/>
                    </a:lnTo>
                    <a:lnTo>
                      <a:pt x="282" y="655"/>
                    </a:lnTo>
                    <a:lnTo>
                      <a:pt x="282" y="655"/>
                    </a:lnTo>
                    <a:lnTo>
                      <a:pt x="285" y="655"/>
                    </a:lnTo>
                    <a:lnTo>
                      <a:pt x="285" y="655"/>
                    </a:lnTo>
                    <a:lnTo>
                      <a:pt x="289" y="657"/>
                    </a:lnTo>
                    <a:lnTo>
                      <a:pt x="290" y="660"/>
                    </a:lnTo>
                    <a:lnTo>
                      <a:pt x="294" y="669"/>
                    </a:lnTo>
                    <a:lnTo>
                      <a:pt x="296" y="671"/>
                    </a:lnTo>
                    <a:lnTo>
                      <a:pt x="297" y="672"/>
                    </a:lnTo>
                    <a:lnTo>
                      <a:pt x="301" y="672"/>
                    </a:lnTo>
                    <a:lnTo>
                      <a:pt x="309" y="683"/>
                    </a:lnTo>
                    <a:lnTo>
                      <a:pt x="311" y="683"/>
                    </a:lnTo>
                    <a:lnTo>
                      <a:pt x="314" y="684"/>
                    </a:lnTo>
                    <a:lnTo>
                      <a:pt x="316" y="684"/>
                    </a:lnTo>
                    <a:lnTo>
                      <a:pt x="318" y="686"/>
                    </a:lnTo>
                    <a:lnTo>
                      <a:pt x="319" y="686"/>
                    </a:lnTo>
                    <a:lnTo>
                      <a:pt x="319" y="686"/>
                    </a:lnTo>
                    <a:lnTo>
                      <a:pt x="319" y="686"/>
                    </a:lnTo>
                    <a:lnTo>
                      <a:pt x="321" y="686"/>
                    </a:lnTo>
                    <a:lnTo>
                      <a:pt x="321" y="686"/>
                    </a:lnTo>
                    <a:lnTo>
                      <a:pt x="321" y="688"/>
                    </a:lnTo>
                    <a:lnTo>
                      <a:pt x="321" y="688"/>
                    </a:lnTo>
                    <a:lnTo>
                      <a:pt x="324" y="688"/>
                    </a:lnTo>
                    <a:lnTo>
                      <a:pt x="328" y="688"/>
                    </a:lnTo>
                    <a:lnTo>
                      <a:pt x="329" y="688"/>
                    </a:lnTo>
                    <a:lnTo>
                      <a:pt x="333" y="684"/>
                    </a:lnTo>
                    <a:lnTo>
                      <a:pt x="335" y="683"/>
                    </a:lnTo>
                    <a:lnTo>
                      <a:pt x="336" y="684"/>
                    </a:lnTo>
                    <a:lnTo>
                      <a:pt x="340" y="686"/>
                    </a:lnTo>
                    <a:lnTo>
                      <a:pt x="341" y="684"/>
                    </a:lnTo>
                    <a:lnTo>
                      <a:pt x="343" y="684"/>
                    </a:lnTo>
                    <a:lnTo>
                      <a:pt x="341" y="683"/>
                    </a:lnTo>
                    <a:lnTo>
                      <a:pt x="341" y="681"/>
                    </a:lnTo>
                    <a:lnTo>
                      <a:pt x="340" y="679"/>
                    </a:lnTo>
                    <a:lnTo>
                      <a:pt x="338" y="677"/>
                    </a:lnTo>
                    <a:lnTo>
                      <a:pt x="338" y="676"/>
                    </a:lnTo>
                    <a:lnTo>
                      <a:pt x="341" y="672"/>
                    </a:lnTo>
                    <a:lnTo>
                      <a:pt x="341" y="667"/>
                    </a:lnTo>
                    <a:lnTo>
                      <a:pt x="341" y="667"/>
                    </a:lnTo>
                    <a:lnTo>
                      <a:pt x="343" y="666"/>
                    </a:lnTo>
                    <a:lnTo>
                      <a:pt x="345" y="666"/>
                    </a:lnTo>
                    <a:lnTo>
                      <a:pt x="355" y="664"/>
                    </a:lnTo>
                    <a:lnTo>
                      <a:pt x="363" y="664"/>
                    </a:lnTo>
                    <a:lnTo>
                      <a:pt x="365" y="664"/>
                    </a:lnTo>
                    <a:lnTo>
                      <a:pt x="369" y="666"/>
                    </a:lnTo>
                    <a:lnTo>
                      <a:pt x="374" y="666"/>
                    </a:lnTo>
                    <a:lnTo>
                      <a:pt x="377" y="666"/>
                    </a:lnTo>
                    <a:lnTo>
                      <a:pt x="382" y="662"/>
                    </a:lnTo>
                    <a:lnTo>
                      <a:pt x="387" y="662"/>
                    </a:lnTo>
                    <a:lnTo>
                      <a:pt x="391" y="662"/>
                    </a:lnTo>
                    <a:lnTo>
                      <a:pt x="394" y="664"/>
                    </a:lnTo>
                    <a:lnTo>
                      <a:pt x="408" y="674"/>
                    </a:lnTo>
                    <a:lnTo>
                      <a:pt x="411" y="676"/>
                    </a:lnTo>
                    <a:lnTo>
                      <a:pt x="416" y="676"/>
                    </a:lnTo>
                    <a:lnTo>
                      <a:pt x="421" y="674"/>
                    </a:lnTo>
                    <a:lnTo>
                      <a:pt x="423" y="674"/>
                    </a:lnTo>
                    <a:lnTo>
                      <a:pt x="425" y="674"/>
                    </a:lnTo>
                    <a:lnTo>
                      <a:pt x="426" y="674"/>
                    </a:lnTo>
                    <a:lnTo>
                      <a:pt x="428" y="676"/>
                    </a:lnTo>
                    <a:lnTo>
                      <a:pt x="428" y="676"/>
                    </a:lnTo>
                    <a:lnTo>
                      <a:pt x="428" y="677"/>
                    </a:lnTo>
                    <a:lnTo>
                      <a:pt x="428" y="677"/>
                    </a:lnTo>
                    <a:lnTo>
                      <a:pt x="430" y="677"/>
                    </a:lnTo>
                    <a:lnTo>
                      <a:pt x="433" y="677"/>
                    </a:lnTo>
                    <a:lnTo>
                      <a:pt x="433" y="677"/>
                    </a:lnTo>
                    <a:lnTo>
                      <a:pt x="431" y="677"/>
                    </a:lnTo>
                    <a:lnTo>
                      <a:pt x="431" y="676"/>
                    </a:lnTo>
                    <a:lnTo>
                      <a:pt x="431" y="676"/>
                    </a:lnTo>
                    <a:lnTo>
                      <a:pt x="431" y="674"/>
                    </a:lnTo>
                    <a:lnTo>
                      <a:pt x="433" y="674"/>
                    </a:lnTo>
                    <a:lnTo>
                      <a:pt x="435" y="674"/>
                    </a:lnTo>
                    <a:lnTo>
                      <a:pt x="436" y="674"/>
                    </a:lnTo>
                    <a:lnTo>
                      <a:pt x="436" y="676"/>
                    </a:lnTo>
                    <a:lnTo>
                      <a:pt x="438" y="677"/>
                    </a:lnTo>
                    <a:lnTo>
                      <a:pt x="438" y="677"/>
                    </a:lnTo>
                    <a:lnTo>
                      <a:pt x="442" y="676"/>
                    </a:lnTo>
                    <a:lnTo>
                      <a:pt x="443" y="677"/>
                    </a:lnTo>
                    <a:lnTo>
                      <a:pt x="445" y="677"/>
                    </a:lnTo>
                    <a:lnTo>
                      <a:pt x="447" y="679"/>
                    </a:lnTo>
                    <a:lnTo>
                      <a:pt x="448" y="681"/>
                    </a:lnTo>
                    <a:lnTo>
                      <a:pt x="448" y="681"/>
                    </a:lnTo>
                    <a:lnTo>
                      <a:pt x="450" y="681"/>
                    </a:lnTo>
                    <a:lnTo>
                      <a:pt x="450" y="679"/>
                    </a:lnTo>
                    <a:lnTo>
                      <a:pt x="452" y="679"/>
                    </a:lnTo>
                    <a:lnTo>
                      <a:pt x="453" y="679"/>
                    </a:lnTo>
                    <a:lnTo>
                      <a:pt x="457" y="681"/>
                    </a:lnTo>
                    <a:lnTo>
                      <a:pt x="462" y="681"/>
                    </a:lnTo>
                    <a:lnTo>
                      <a:pt x="464" y="681"/>
                    </a:lnTo>
                    <a:lnTo>
                      <a:pt x="467" y="676"/>
                    </a:lnTo>
                    <a:lnTo>
                      <a:pt x="469" y="674"/>
                    </a:lnTo>
                    <a:lnTo>
                      <a:pt x="469" y="676"/>
                    </a:lnTo>
                    <a:lnTo>
                      <a:pt x="470" y="676"/>
                    </a:lnTo>
                    <a:lnTo>
                      <a:pt x="470" y="676"/>
                    </a:lnTo>
                    <a:lnTo>
                      <a:pt x="472" y="676"/>
                    </a:lnTo>
                    <a:lnTo>
                      <a:pt x="472" y="674"/>
                    </a:lnTo>
                    <a:lnTo>
                      <a:pt x="474" y="674"/>
                    </a:lnTo>
                    <a:lnTo>
                      <a:pt x="474" y="674"/>
                    </a:lnTo>
                    <a:lnTo>
                      <a:pt x="476" y="676"/>
                    </a:lnTo>
                    <a:lnTo>
                      <a:pt x="477" y="676"/>
                    </a:lnTo>
                    <a:lnTo>
                      <a:pt x="484" y="676"/>
                    </a:lnTo>
                    <a:lnTo>
                      <a:pt x="486" y="677"/>
                    </a:lnTo>
                    <a:lnTo>
                      <a:pt x="487" y="679"/>
                    </a:lnTo>
                    <a:lnTo>
                      <a:pt x="489" y="681"/>
                    </a:lnTo>
                    <a:lnTo>
                      <a:pt x="491" y="681"/>
                    </a:lnTo>
                    <a:lnTo>
                      <a:pt x="494" y="681"/>
                    </a:lnTo>
                    <a:lnTo>
                      <a:pt x="496" y="681"/>
                    </a:lnTo>
                    <a:lnTo>
                      <a:pt x="496" y="683"/>
                    </a:lnTo>
                    <a:lnTo>
                      <a:pt x="498" y="683"/>
                    </a:lnTo>
                    <a:lnTo>
                      <a:pt x="501" y="683"/>
                    </a:lnTo>
                    <a:lnTo>
                      <a:pt x="501" y="683"/>
                    </a:lnTo>
                    <a:lnTo>
                      <a:pt x="501" y="684"/>
                    </a:lnTo>
                    <a:lnTo>
                      <a:pt x="503" y="684"/>
                    </a:lnTo>
                    <a:lnTo>
                      <a:pt x="506" y="684"/>
                    </a:lnTo>
                    <a:lnTo>
                      <a:pt x="508" y="686"/>
                    </a:lnTo>
                    <a:lnTo>
                      <a:pt x="511" y="686"/>
                    </a:lnTo>
                    <a:lnTo>
                      <a:pt x="513" y="688"/>
                    </a:lnTo>
                    <a:lnTo>
                      <a:pt x="513" y="686"/>
                    </a:lnTo>
                    <a:lnTo>
                      <a:pt x="513" y="686"/>
                    </a:lnTo>
                    <a:lnTo>
                      <a:pt x="515" y="684"/>
                    </a:lnTo>
                    <a:lnTo>
                      <a:pt x="516" y="684"/>
                    </a:lnTo>
                    <a:lnTo>
                      <a:pt x="516" y="684"/>
                    </a:lnTo>
                    <a:lnTo>
                      <a:pt x="518" y="684"/>
                    </a:lnTo>
                    <a:lnTo>
                      <a:pt x="520" y="686"/>
                    </a:lnTo>
                    <a:lnTo>
                      <a:pt x="525" y="679"/>
                    </a:lnTo>
                    <a:lnTo>
                      <a:pt x="521" y="676"/>
                    </a:lnTo>
                    <a:lnTo>
                      <a:pt x="521" y="674"/>
                    </a:lnTo>
                    <a:lnTo>
                      <a:pt x="521" y="674"/>
                    </a:lnTo>
                    <a:lnTo>
                      <a:pt x="523" y="674"/>
                    </a:lnTo>
                    <a:lnTo>
                      <a:pt x="525" y="676"/>
                    </a:lnTo>
                    <a:lnTo>
                      <a:pt x="526" y="676"/>
                    </a:lnTo>
                    <a:lnTo>
                      <a:pt x="526" y="676"/>
                    </a:lnTo>
                    <a:lnTo>
                      <a:pt x="528" y="676"/>
                    </a:lnTo>
                    <a:lnTo>
                      <a:pt x="530" y="677"/>
                    </a:lnTo>
                    <a:lnTo>
                      <a:pt x="532" y="679"/>
                    </a:lnTo>
                    <a:lnTo>
                      <a:pt x="533" y="679"/>
                    </a:lnTo>
                    <a:lnTo>
                      <a:pt x="535" y="679"/>
                    </a:lnTo>
                    <a:lnTo>
                      <a:pt x="537" y="679"/>
                    </a:lnTo>
                    <a:lnTo>
                      <a:pt x="538" y="681"/>
                    </a:lnTo>
                    <a:lnTo>
                      <a:pt x="540" y="681"/>
                    </a:lnTo>
                    <a:lnTo>
                      <a:pt x="535" y="683"/>
                    </a:lnTo>
                    <a:lnTo>
                      <a:pt x="532" y="683"/>
                    </a:lnTo>
                    <a:lnTo>
                      <a:pt x="532" y="683"/>
                    </a:lnTo>
                    <a:lnTo>
                      <a:pt x="535" y="683"/>
                    </a:lnTo>
                    <a:lnTo>
                      <a:pt x="540" y="681"/>
                    </a:lnTo>
                    <a:lnTo>
                      <a:pt x="540" y="681"/>
                    </a:lnTo>
                    <a:lnTo>
                      <a:pt x="542" y="681"/>
                    </a:lnTo>
                    <a:lnTo>
                      <a:pt x="543" y="681"/>
                    </a:lnTo>
                    <a:lnTo>
                      <a:pt x="543" y="683"/>
                    </a:lnTo>
                    <a:lnTo>
                      <a:pt x="545" y="683"/>
                    </a:lnTo>
                    <a:lnTo>
                      <a:pt x="547" y="683"/>
                    </a:lnTo>
                    <a:lnTo>
                      <a:pt x="547" y="677"/>
                    </a:lnTo>
                    <a:lnTo>
                      <a:pt x="549" y="676"/>
                    </a:lnTo>
                    <a:lnTo>
                      <a:pt x="549" y="676"/>
                    </a:lnTo>
                    <a:lnTo>
                      <a:pt x="550" y="674"/>
                    </a:lnTo>
                    <a:lnTo>
                      <a:pt x="552" y="672"/>
                    </a:lnTo>
                    <a:lnTo>
                      <a:pt x="552" y="672"/>
                    </a:lnTo>
                    <a:lnTo>
                      <a:pt x="555" y="672"/>
                    </a:lnTo>
                    <a:lnTo>
                      <a:pt x="555" y="672"/>
                    </a:lnTo>
                    <a:lnTo>
                      <a:pt x="557" y="672"/>
                    </a:lnTo>
                    <a:lnTo>
                      <a:pt x="559" y="672"/>
                    </a:lnTo>
                    <a:lnTo>
                      <a:pt x="559" y="672"/>
                    </a:lnTo>
                    <a:lnTo>
                      <a:pt x="560" y="672"/>
                    </a:lnTo>
                    <a:lnTo>
                      <a:pt x="562" y="674"/>
                    </a:lnTo>
                    <a:lnTo>
                      <a:pt x="562" y="676"/>
                    </a:lnTo>
                    <a:lnTo>
                      <a:pt x="564" y="676"/>
                    </a:lnTo>
                    <a:lnTo>
                      <a:pt x="574" y="672"/>
                    </a:lnTo>
                    <a:lnTo>
                      <a:pt x="574" y="672"/>
                    </a:lnTo>
                    <a:lnTo>
                      <a:pt x="576" y="672"/>
                    </a:lnTo>
                    <a:lnTo>
                      <a:pt x="577" y="671"/>
                    </a:lnTo>
                    <a:lnTo>
                      <a:pt x="577" y="671"/>
                    </a:lnTo>
                    <a:lnTo>
                      <a:pt x="579" y="672"/>
                    </a:lnTo>
                    <a:lnTo>
                      <a:pt x="581" y="672"/>
                    </a:lnTo>
                    <a:lnTo>
                      <a:pt x="591" y="676"/>
                    </a:lnTo>
                    <a:lnTo>
                      <a:pt x="594" y="677"/>
                    </a:lnTo>
                    <a:lnTo>
                      <a:pt x="594" y="677"/>
                    </a:lnTo>
                    <a:lnTo>
                      <a:pt x="594" y="677"/>
                    </a:lnTo>
                    <a:lnTo>
                      <a:pt x="596" y="679"/>
                    </a:lnTo>
                    <a:lnTo>
                      <a:pt x="596" y="679"/>
                    </a:lnTo>
                    <a:lnTo>
                      <a:pt x="598" y="681"/>
                    </a:lnTo>
                    <a:lnTo>
                      <a:pt x="598" y="681"/>
                    </a:lnTo>
                    <a:lnTo>
                      <a:pt x="599" y="681"/>
                    </a:lnTo>
                    <a:lnTo>
                      <a:pt x="603" y="683"/>
                    </a:lnTo>
                    <a:lnTo>
                      <a:pt x="603" y="683"/>
                    </a:lnTo>
                    <a:lnTo>
                      <a:pt x="603" y="684"/>
                    </a:lnTo>
                    <a:lnTo>
                      <a:pt x="601" y="686"/>
                    </a:lnTo>
                    <a:lnTo>
                      <a:pt x="603" y="688"/>
                    </a:lnTo>
                    <a:lnTo>
                      <a:pt x="606" y="689"/>
                    </a:lnTo>
                    <a:lnTo>
                      <a:pt x="606" y="691"/>
                    </a:lnTo>
                    <a:lnTo>
                      <a:pt x="605" y="694"/>
                    </a:lnTo>
                    <a:lnTo>
                      <a:pt x="605" y="698"/>
                    </a:lnTo>
                    <a:lnTo>
                      <a:pt x="606" y="698"/>
                    </a:lnTo>
                    <a:lnTo>
                      <a:pt x="606" y="700"/>
                    </a:lnTo>
                    <a:lnTo>
                      <a:pt x="608" y="705"/>
                    </a:lnTo>
                    <a:lnTo>
                      <a:pt x="608" y="705"/>
                    </a:lnTo>
                    <a:lnTo>
                      <a:pt x="610" y="706"/>
                    </a:lnTo>
                    <a:lnTo>
                      <a:pt x="610" y="708"/>
                    </a:lnTo>
                    <a:lnTo>
                      <a:pt x="610" y="708"/>
                    </a:lnTo>
                    <a:lnTo>
                      <a:pt x="608" y="710"/>
                    </a:lnTo>
                    <a:lnTo>
                      <a:pt x="608" y="710"/>
                    </a:lnTo>
                    <a:lnTo>
                      <a:pt x="608" y="711"/>
                    </a:lnTo>
                    <a:lnTo>
                      <a:pt x="610" y="713"/>
                    </a:lnTo>
                    <a:lnTo>
                      <a:pt x="613" y="715"/>
                    </a:lnTo>
                    <a:lnTo>
                      <a:pt x="613" y="717"/>
                    </a:lnTo>
                    <a:lnTo>
                      <a:pt x="615" y="717"/>
                    </a:lnTo>
                    <a:lnTo>
                      <a:pt x="615" y="718"/>
                    </a:lnTo>
                    <a:lnTo>
                      <a:pt x="615" y="720"/>
                    </a:lnTo>
                    <a:lnTo>
                      <a:pt x="615" y="720"/>
                    </a:lnTo>
                    <a:lnTo>
                      <a:pt x="615" y="720"/>
                    </a:lnTo>
                    <a:lnTo>
                      <a:pt x="615" y="723"/>
                    </a:lnTo>
                    <a:lnTo>
                      <a:pt x="615" y="725"/>
                    </a:lnTo>
                    <a:lnTo>
                      <a:pt x="615" y="725"/>
                    </a:lnTo>
                    <a:lnTo>
                      <a:pt x="616" y="725"/>
                    </a:lnTo>
                    <a:lnTo>
                      <a:pt x="616" y="727"/>
                    </a:lnTo>
                    <a:lnTo>
                      <a:pt x="616" y="727"/>
                    </a:lnTo>
                    <a:lnTo>
                      <a:pt x="618" y="727"/>
                    </a:lnTo>
                    <a:lnTo>
                      <a:pt x="620" y="727"/>
                    </a:lnTo>
                    <a:lnTo>
                      <a:pt x="622" y="730"/>
                    </a:lnTo>
                    <a:lnTo>
                      <a:pt x="622" y="730"/>
                    </a:lnTo>
                    <a:lnTo>
                      <a:pt x="622" y="734"/>
                    </a:lnTo>
                    <a:lnTo>
                      <a:pt x="620" y="735"/>
                    </a:lnTo>
                    <a:lnTo>
                      <a:pt x="620" y="737"/>
                    </a:lnTo>
                    <a:lnTo>
                      <a:pt x="613" y="744"/>
                    </a:lnTo>
                    <a:lnTo>
                      <a:pt x="613" y="745"/>
                    </a:lnTo>
                    <a:lnTo>
                      <a:pt x="615" y="745"/>
                    </a:lnTo>
                    <a:lnTo>
                      <a:pt x="616" y="745"/>
                    </a:lnTo>
                    <a:lnTo>
                      <a:pt x="622" y="745"/>
                    </a:lnTo>
                    <a:lnTo>
                      <a:pt x="623" y="747"/>
                    </a:lnTo>
                    <a:lnTo>
                      <a:pt x="642" y="754"/>
                    </a:lnTo>
                    <a:lnTo>
                      <a:pt x="661" y="762"/>
                    </a:lnTo>
                    <a:lnTo>
                      <a:pt x="698" y="776"/>
                    </a:lnTo>
                    <a:lnTo>
                      <a:pt x="717" y="784"/>
                    </a:lnTo>
                    <a:lnTo>
                      <a:pt x="754" y="800"/>
                    </a:lnTo>
                    <a:lnTo>
                      <a:pt x="773" y="807"/>
                    </a:lnTo>
                    <a:lnTo>
                      <a:pt x="773" y="805"/>
                    </a:lnTo>
                    <a:lnTo>
                      <a:pt x="771" y="801"/>
                    </a:lnTo>
                    <a:lnTo>
                      <a:pt x="771" y="798"/>
                    </a:lnTo>
                    <a:lnTo>
                      <a:pt x="771" y="795"/>
                    </a:lnTo>
                    <a:lnTo>
                      <a:pt x="773" y="791"/>
                    </a:lnTo>
                    <a:lnTo>
                      <a:pt x="771" y="788"/>
                    </a:lnTo>
                    <a:lnTo>
                      <a:pt x="771" y="788"/>
                    </a:lnTo>
                    <a:lnTo>
                      <a:pt x="771" y="786"/>
                    </a:lnTo>
                    <a:lnTo>
                      <a:pt x="773" y="784"/>
                    </a:lnTo>
                    <a:lnTo>
                      <a:pt x="776" y="784"/>
                    </a:lnTo>
                    <a:lnTo>
                      <a:pt x="778" y="786"/>
                    </a:lnTo>
                    <a:lnTo>
                      <a:pt x="779" y="786"/>
                    </a:lnTo>
                    <a:lnTo>
                      <a:pt x="779" y="786"/>
                    </a:lnTo>
                    <a:lnTo>
                      <a:pt x="776" y="781"/>
                    </a:lnTo>
                    <a:lnTo>
                      <a:pt x="776" y="781"/>
                    </a:lnTo>
                    <a:lnTo>
                      <a:pt x="776" y="778"/>
                    </a:lnTo>
                    <a:lnTo>
                      <a:pt x="774" y="776"/>
                    </a:lnTo>
                    <a:lnTo>
                      <a:pt x="774" y="776"/>
                    </a:lnTo>
                    <a:lnTo>
                      <a:pt x="771" y="774"/>
                    </a:lnTo>
                    <a:lnTo>
                      <a:pt x="769" y="773"/>
                    </a:lnTo>
                    <a:lnTo>
                      <a:pt x="769" y="773"/>
                    </a:lnTo>
                    <a:lnTo>
                      <a:pt x="769" y="773"/>
                    </a:lnTo>
                    <a:lnTo>
                      <a:pt x="768" y="774"/>
                    </a:lnTo>
                    <a:lnTo>
                      <a:pt x="766" y="773"/>
                    </a:lnTo>
                    <a:lnTo>
                      <a:pt x="764" y="773"/>
                    </a:lnTo>
                    <a:lnTo>
                      <a:pt x="764" y="771"/>
                    </a:lnTo>
                    <a:lnTo>
                      <a:pt x="764" y="771"/>
                    </a:lnTo>
                    <a:lnTo>
                      <a:pt x="766" y="771"/>
                    </a:lnTo>
                    <a:lnTo>
                      <a:pt x="766" y="769"/>
                    </a:lnTo>
                    <a:lnTo>
                      <a:pt x="768" y="767"/>
                    </a:lnTo>
                    <a:lnTo>
                      <a:pt x="769" y="769"/>
                    </a:lnTo>
                    <a:lnTo>
                      <a:pt x="769" y="769"/>
                    </a:lnTo>
                    <a:lnTo>
                      <a:pt x="769" y="769"/>
                    </a:lnTo>
                    <a:lnTo>
                      <a:pt x="769" y="767"/>
                    </a:lnTo>
                    <a:lnTo>
                      <a:pt x="769" y="767"/>
                    </a:lnTo>
                    <a:lnTo>
                      <a:pt x="769" y="766"/>
                    </a:lnTo>
                    <a:lnTo>
                      <a:pt x="769" y="766"/>
                    </a:lnTo>
                    <a:lnTo>
                      <a:pt x="769" y="766"/>
                    </a:lnTo>
                    <a:lnTo>
                      <a:pt x="768" y="764"/>
                    </a:lnTo>
                    <a:lnTo>
                      <a:pt x="768" y="762"/>
                    </a:lnTo>
                    <a:lnTo>
                      <a:pt x="768" y="761"/>
                    </a:lnTo>
                    <a:lnTo>
                      <a:pt x="769" y="761"/>
                    </a:lnTo>
                    <a:lnTo>
                      <a:pt x="769" y="759"/>
                    </a:lnTo>
                    <a:lnTo>
                      <a:pt x="768" y="757"/>
                    </a:lnTo>
                    <a:lnTo>
                      <a:pt x="768" y="757"/>
                    </a:lnTo>
                    <a:lnTo>
                      <a:pt x="766" y="757"/>
                    </a:lnTo>
                    <a:lnTo>
                      <a:pt x="768" y="754"/>
                    </a:lnTo>
                    <a:lnTo>
                      <a:pt x="769" y="752"/>
                    </a:lnTo>
                    <a:lnTo>
                      <a:pt x="769" y="750"/>
                    </a:lnTo>
                    <a:lnTo>
                      <a:pt x="769" y="749"/>
                    </a:lnTo>
                    <a:lnTo>
                      <a:pt x="769" y="747"/>
                    </a:lnTo>
                    <a:lnTo>
                      <a:pt x="771" y="745"/>
                    </a:lnTo>
                    <a:lnTo>
                      <a:pt x="773" y="744"/>
                    </a:lnTo>
                    <a:lnTo>
                      <a:pt x="773" y="740"/>
                    </a:lnTo>
                    <a:lnTo>
                      <a:pt x="773" y="739"/>
                    </a:lnTo>
                    <a:lnTo>
                      <a:pt x="774" y="737"/>
                    </a:lnTo>
                    <a:lnTo>
                      <a:pt x="774" y="735"/>
                    </a:lnTo>
                    <a:lnTo>
                      <a:pt x="778" y="730"/>
                    </a:lnTo>
                    <a:lnTo>
                      <a:pt x="779" y="727"/>
                    </a:lnTo>
                    <a:lnTo>
                      <a:pt x="779" y="725"/>
                    </a:lnTo>
                    <a:lnTo>
                      <a:pt x="779" y="723"/>
                    </a:lnTo>
                    <a:lnTo>
                      <a:pt x="779" y="720"/>
                    </a:lnTo>
                    <a:lnTo>
                      <a:pt x="779" y="718"/>
                    </a:lnTo>
                    <a:lnTo>
                      <a:pt x="781" y="717"/>
                    </a:lnTo>
                    <a:lnTo>
                      <a:pt x="781" y="717"/>
                    </a:lnTo>
                    <a:lnTo>
                      <a:pt x="781" y="717"/>
                    </a:lnTo>
                    <a:lnTo>
                      <a:pt x="781" y="713"/>
                    </a:lnTo>
                    <a:lnTo>
                      <a:pt x="781" y="711"/>
                    </a:lnTo>
                    <a:lnTo>
                      <a:pt x="781" y="710"/>
                    </a:lnTo>
                    <a:lnTo>
                      <a:pt x="783" y="708"/>
                    </a:lnTo>
                    <a:lnTo>
                      <a:pt x="785" y="706"/>
                    </a:lnTo>
                    <a:lnTo>
                      <a:pt x="786" y="706"/>
                    </a:lnTo>
                    <a:lnTo>
                      <a:pt x="786" y="705"/>
                    </a:lnTo>
                    <a:lnTo>
                      <a:pt x="786" y="705"/>
                    </a:lnTo>
                    <a:lnTo>
                      <a:pt x="786" y="703"/>
                    </a:lnTo>
                    <a:lnTo>
                      <a:pt x="786" y="701"/>
                    </a:lnTo>
                    <a:lnTo>
                      <a:pt x="786" y="701"/>
                    </a:lnTo>
                    <a:lnTo>
                      <a:pt x="788" y="700"/>
                    </a:lnTo>
                    <a:lnTo>
                      <a:pt x="786" y="698"/>
                    </a:lnTo>
                    <a:lnTo>
                      <a:pt x="785" y="693"/>
                    </a:lnTo>
                    <a:lnTo>
                      <a:pt x="785" y="691"/>
                    </a:lnTo>
                    <a:lnTo>
                      <a:pt x="785" y="689"/>
                    </a:lnTo>
                    <a:lnTo>
                      <a:pt x="786" y="686"/>
                    </a:lnTo>
                    <a:lnTo>
                      <a:pt x="786" y="684"/>
                    </a:lnTo>
                    <a:lnTo>
                      <a:pt x="785" y="684"/>
                    </a:lnTo>
                    <a:lnTo>
                      <a:pt x="783" y="683"/>
                    </a:lnTo>
                    <a:lnTo>
                      <a:pt x="783" y="684"/>
                    </a:lnTo>
                    <a:lnTo>
                      <a:pt x="783" y="684"/>
                    </a:lnTo>
                    <a:lnTo>
                      <a:pt x="783" y="684"/>
                    </a:lnTo>
                    <a:lnTo>
                      <a:pt x="781" y="684"/>
                    </a:lnTo>
                    <a:lnTo>
                      <a:pt x="783" y="683"/>
                    </a:lnTo>
                    <a:lnTo>
                      <a:pt x="783" y="683"/>
                    </a:lnTo>
                    <a:lnTo>
                      <a:pt x="783" y="683"/>
                    </a:lnTo>
                    <a:lnTo>
                      <a:pt x="785" y="681"/>
                    </a:lnTo>
                    <a:lnTo>
                      <a:pt x="786" y="683"/>
                    </a:lnTo>
                    <a:lnTo>
                      <a:pt x="788" y="683"/>
                    </a:lnTo>
                    <a:lnTo>
                      <a:pt x="788" y="679"/>
                    </a:lnTo>
                    <a:lnTo>
                      <a:pt x="788" y="672"/>
                    </a:lnTo>
                    <a:lnTo>
                      <a:pt x="788" y="671"/>
                    </a:lnTo>
                    <a:lnTo>
                      <a:pt x="788" y="669"/>
                    </a:lnTo>
                    <a:lnTo>
                      <a:pt x="788" y="667"/>
                    </a:lnTo>
                    <a:lnTo>
                      <a:pt x="788" y="667"/>
                    </a:lnTo>
                    <a:lnTo>
                      <a:pt x="791" y="664"/>
                    </a:lnTo>
                    <a:lnTo>
                      <a:pt x="791" y="664"/>
                    </a:lnTo>
                    <a:lnTo>
                      <a:pt x="793" y="664"/>
                    </a:lnTo>
                    <a:lnTo>
                      <a:pt x="795" y="664"/>
                    </a:lnTo>
                    <a:lnTo>
                      <a:pt x="795" y="662"/>
                    </a:lnTo>
                    <a:lnTo>
                      <a:pt x="795" y="660"/>
                    </a:lnTo>
                    <a:lnTo>
                      <a:pt x="795" y="659"/>
                    </a:lnTo>
                    <a:lnTo>
                      <a:pt x="795" y="659"/>
                    </a:lnTo>
                    <a:lnTo>
                      <a:pt x="795" y="657"/>
                    </a:lnTo>
                    <a:lnTo>
                      <a:pt x="793" y="655"/>
                    </a:lnTo>
                    <a:lnTo>
                      <a:pt x="791" y="654"/>
                    </a:lnTo>
                    <a:lnTo>
                      <a:pt x="793" y="652"/>
                    </a:lnTo>
                    <a:lnTo>
                      <a:pt x="795" y="652"/>
                    </a:lnTo>
                    <a:lnTo>
                      <a:pt x="796" y="654"/>
                    </a:lnTo>
                    <a:lnTo>
                      <a:pt x="798" y="654"/>
                    </a:lnTo>
                    <a:lnTo>
                      <a:pt x="800" y="652"/>
                    </a:lnTo>
                    <a:lnTo>
                      <a:pt x="802" y="650"/>
                    </a:lnTo>
                    <a:lnTo>
                      <a:pt x="803" y="645"/>
                    </a:lnTo>
                    <a:lnTo>
                      <a:pt x="807" y="640"/>
                    </a:lnTo>
                    <a:lnTo>
                      <a:pt x="808" y="638"/>
                    </a:lnTo>
                    <a:lnTo>
                      <a:pt x="810" y="638"/>
                    </a:lnTo>
                    <a:lnTo>
                      <a:pt x="810" y="637"/>
                    </a:lnTo>
                    <a:lnTo>
                      <a:pt x="810" y="633"/>
                    </a:lnTo>
                    <a:lnTo>
                      <a:pt x="810" y="630"/>
                    </a:lnTo>
                    <a:lnTo>
                      <a:pt x="810" y="630"/>
                    </a:lnTo>
                    <a:lnTo>
                      <a:pt x="812" y="628"/>
                    </a:lnTo>
                    <a:lnTo>
                      <a:pt x="813" y="627"/>
                    </a:lnTo>
                    <a:lnTo>
                      <a:pt x="813" y="627"/>
                    </a:lnTo>
                    <a:lnTo>
                      <a:pt x="813" y="625"/>
                    </a:lnTo>
                    <a:lnTo>
                      <a:pt x="817" y="623"/>
                    </a:lnTo>
                    <a:lnTo>
                      <a:pt x="817" y="623"/>
                    </a:lnTo>
                    <a:lnTo>
                      <a:pt x="817" y="623"/>
                    </a:lnTo>
                    <a:lnTo>
                      <a:pt x="817" y="621"/>
                    </a:lnTo>
                    <a:lnTo>
                      <a:pt x="817" y="621"/>
                    </a:lnTo>
                    <a:lnTo>
                      <a:pt x="817" y="618"/>
                    </a:lnTo>
                    <a:lnTo>
                      <a:pt x="817" y="616"/>
                    </a:lnTo>
                    <a:lnTo>
                      <a:pt x="817" y="616"/>
                    </a:lnTo>
                    <a:lnTo>
                      <a:pt x="820" y="613"/>
                    </a:lnTo>
                    <a:lnTo>
                      <a:pt x="820" y="613"/>
                    </a:lnTo>
                    <a:lnTo>
                      <a:pt x="822" y="611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2" y="610"/>
                    </a:lnTo>
                    <a:lnTo>
                      <a:pt x="825" y="608"/>
                    </a:lnTo>
                    <a:lnTo>
                      <a:pt x="827" y="606"/>
                    </a:lnTo>
                    <a:lnTo>
                      <a:pt x="829" y="606"/>
                    </a:lnTo>
                    <a:lnTo>
                      <a:pt x="834" y="606"/>
                    </a:lnTo>
                    <a:lnTo>
                      <a:pt x="835" y="608"/>
                    </a:lnTo>
                    <a:lnTo>
                      <a:pt x="835" y="608"/>
                    </a:lnTo>
                    <a:lnTo>
                      <a:pt x="837" y="608"/>
                    </a:lnTo>
                    <a:lnTo>
                      <a:pt x="837" y="606"/>
                    </a:lnTo>
                    <a:lnTo>
                      <a:pt x="837" y="606"/>
                    </a:lnTo>
                    <a:lnTo>
                      <a:pt x="837" y="606"/>
                    </a:lnTo>
                    <a:lnTo>
                      <a:pt x="839" y="606"/>
                    </a:lnTo>
                    <a:lnTo>
                      <a:pt x="839" y="606"/>
                    </a:lnTo>
                    <a:lnTo>
                      <a:pt x="841" y="606"/>
                    </a:lnTo>
                    <a:lnTo>
                      <a:pt x="841" y="604"/>
                    </a:lnTo>
                    <a:lnTo>
                      <a:pt x="841" y="603"/>
                    </a:lnTo>
                    <a:lnTo>
                      <a:pt x="841" y="603"/>
                    </a:lnTo>
                    <a:lnTo>
                      <a:pt x="841" y="601"/>
                    </a:lnTo>
                    <a:lnTo>
                      <a:pt x="839" y="601"/>
                    </a:lnTo>
                    <a:lnTo>
                      <a:pt x="839" y="603"/>
                    </a:lnTo>
                    <a:lnTo>
                      <a:pt x="837" y="603"/>
                    </a:lnTo>
                    <a:lnTo>
                      <a:pt x="835" y="601"/>
                    </a:lnTo>
                    <a:lnTo>
                      <a:pt x="835" y="601"/>
                    </a:lnTo>
                    <a:lnTo>
                      <a:pt x="835" y="599"/>
                    </a:lnTo>
                    <a:lnTo>
                      <a:pt x="835" y="599"/>
                    </a:lnTo>
                    <a:lnTo>
                      <a:pt x="834" y="598"/>
                    </a:lnTo>
                    <a:lnTo>
                      <a:pt x="834" y="598"/>
                    </a:lnTo>
                    <a:lnTo>
                      <a:pt x="834" y="594"/>
                    </a:lnTo>
                    <a:lnTo>
                      <a:pt x="834" y="593"/>
                    </a:lnTo>
                    <a:lnTo>
                      <a:pt x="837" y="593"/>
                    </a:lnTo>
                    <a:lnTo>
                      <a:pt x="839" y="591"/>
                    </a:lnTo>
                    <a:lnTo>
                      <a:pt x="841" y="591"/>
                    </a:lnTo>
                    <a:lnTo>
                      <a:pt x="842" y="593"/>
                    </a:lnTo>
                    <a:lnTo>
                      <a:pt x="842" y="593"/>
                    </a:lnTo>
                    <a:lnTo>
                      <a:pt x="842" y="594"/>
                    </a:lnTo>
                    <a:lnTo>
                      <a:pt x="842" y="596"/>
                    </a:lnTo>
                    <a:lnTo>
                      <a:pt x="842" y="598"/>
                    </a:lnTo>
                    <a:lnTo>
                      <a:pt x="842" y="598"/>
                    </a:lnTo>
                    <a:lnTo>
                      <a:pt x="844" y="599"/>
                    </a:lnTo>
                    <a:lnTo>
                      <a:pt x="844" y="599"/>
                    </a:lnTo>
                    <a:lnTo>
                      <a:pt x="846" y="598"/>
                    </a:lnTo>
                    <a:lnTo>
                      <a:pt x="847" y="598"/>
                    </a:lnTo>
                    <a:lnTo>
                      <a:pt x="847" y="596"/>
                    </a:lnTo>
                    <a:lnTo>
                      <a:pt x="849" y="593"/>
                    </a:lnTo>
                    <a:lnTo>
                      <a:pt x="847" y="593"/>
                    </a:lnTo>
                    <a:lnTo>
                      <a:pt x="846" y="591"/>
                    </a:lnTo>
                    <a:lnTo>
                      <a:pt x="844" y="591"/>
                    </a:lnTo>
                    <a:lnTo>
                      <a:pt x="842" y="589"/>
                    </a:lnTo>
                    <a:lnTo>
                      <a:pt x="842" y="587"/>
                    </a:lnTo>
                    <a:lnTo>
                      <a:pt x="842" y="586"/>
                    </a:lnTo>
                    <a:lnTo>
                      <a:pt x="842" y="586"/>
                    </a:lnTo>
                    <a:lnTo>
                      <a:pt x="842" y="586"/>
                    </a:lnTo>
                    <a:lnTo>
                      <a:pt x="839" y="584"/>
                    </a:lnTo>
                    <a:lnTo>
                      <a:pt x="839" y="584"/>
                    </a:lnTo>
                    <a:lnTo>
                      <a:pt x="841" y="584"/>
                    </a:lnTo>
                    <a:lnTo>
                      <a:pt x="842" y="582"/>
                    </a:lnTo>
                    <a:lnTo>
                      <a:pt x="842" y="582"/>
                    </a:lnTo>
                    <a:lnTo>
                      <a:pt x="841" y="582"/>
                    </a:lnTo>
                    <a:lnTo>
                      <a:pt x="839" y="581"/>
                    </a:lnTo>
                    <a:lnTo>
                      <a:pt x="839" y="581"/>
                    </a:lnTo>
                    <a:lnTo>
                      <a:pt x="837" y="579"/>
                    </a:lnTo>
                    <a:lnTo>
                      <a:pt x="837" y="579"/>
                    </a:lnTo>
                    <a:lnTo>
                      <a:pt x="839" y="579"/>
                    </a:lnTo>
                    <a:lnTo>
                      <a:pt x="842" y="574"/>
                    </a:lnTo>
                    <a:lnTo>
                      <a:pt x="844" y="572"/>
                    </a:lnTo>
                    <a:lnTo>
                      <a:pt x="846" y="572"/>
                    </a:lnTo>
                    <a:lnTo>
                      <a:pt x="847" y="569"/>
                    </a:lnTo>
                    <a:lnTo>
                      <a:pt x="849" y="559"/>
                    </a:lnTo>
                    <a:lnTo>
                      <a:pt x="851" y="557"/>
                    </a:lnTo>
                    <a:lnTo>
                      <a:pt x="854" y="557"/>
                    </a:lnTo>
                    <a:lnTo>
                      <a:pt x="852" y="557"/>
                    </a:lnTo>
                    <a:lnTo>
                      <a:pt x="851" y="555"/>
                    </a:lnTo>
                    <a:lnTo>
                      <a:pt x="849" y="554"/>
                    </a:lnTo>
                    <a:lnTo>
                      <a:pt x="847" y="554"/>
                    </a:lnTo>
                    <a:lnTo>
                      <a:pt x="846" y="554"/>
                    </a:lnTo>
                    <a:lnTo>
                      <a:pt x="844" y="554"/>
                    </a:lnTo>
                    <a:lnTo>
                      <a:pt x="844" y="552"/>
                    </a:lnTo>
                    <a:lnTo>
                      <a:pt x="844" y="552"/>
                    </a:lnTo>
                    <a:lnTo>
                      <a:pt x="847" y="548"/>
                    </a:lnTo>
                    <a:lnTo>
                      <a:pt x="847" y="548"/>
                    </a:lnTo>
                    <a:lnTo>
                      <a:pt x="847" y="548"/>
                    </a:lnTo>
                    <a:lnTo>
                      <a:pt x="849" y="548"/>
                    </a:lnTo>
                    <a:lnTo>
                      <a:pt x="849" y="550"/>
                    </a:lnTo>
                    <a:lnTo>
                      <a:pt x="849" y="552"/>
                    </a:lnTo>
                    <a:lnTo>
                      <a:pt x="849" y="552"/>
                    </a:lnTo>
                    <a:lnTo>
                      <a:pt x="851" y="550"/>
                    </a:lnTo>
                    <a:lnTo>
                      <a:pt x="852" y="548"/>
                    </a:lnTo>
                    <a:lnTo>
                      <a:pt x="854" y="547"/>
                    </a:lnTo>
                    <a:lnTo>
                      <a:pt x="854" y="547"/>
                    </a:lnTo>
                    <a:lnTo>
                      <a:pt x="854" y="540"/>
                    </a:lnTo>
                    <a:lnTo>
                      <a:pt x="856" y="533"/>
                    </a:lnTo>
                    <a:lnTo>
                      <a:pt x="856" y="531"/>
                    </a:lnTo>
                    <a:lnTo>
                      <a:pt x="863" y="525"/>
                    </a:lnTo>
                    <a:lnTo>
                      <a:pt x="863" y="523"/>
                    </a:lnTo>
                    <a:lnTo>
                      <a:pt x="863" y="523"/>
                    </a:lnTo>
                    <a:lnTo>
                      <a:pt x="869" y="520"/>
                    </a:lnTo>
                    <a:lnTo>
                      <a:pt x="869" y="520"/>
                    </a:lnTo>
                    <a:lnTo>
                      <a:pt x="871" y="518"/>
                    </a:lnTo>
                    <a:lnTo>
                      <a:pt x="871" y="518"/>
                    </a:lnTo>
                    <a:lnTo>
                      <a:pt x="873" y="514"/>
                    </a:lnTo>
                    <a:lnTo>
                      <a:pt x="875" y="514"/>
                    </a:lnTo>
                    <a:lnTo>
                      <a:pt x="876" y="513"/>
                    </a:lnTo>
                    <a:lnTo>
                      <a:pt x="876" y="513"/>
                    </a:lnTo>
                    <a:lnTo>
                      <a:pt x="876" y="511"/>
                    </a:lnTo>
                    <a:lnTo>
                      <a:pt x="873" y="511"/>
                    </a:lnTo>
                    <a:lnTo>
                      <a:pt x="873" y="511"/>
                    </a:lnTo>
                    <a:lnTo>
                      <a:pt x="873" y="511"/>
                    </a:lnTo>
                    <a:lnTo>
                      <a:pt x="875" y="511"/>
                    </a:lnTo>
                    <a:lnTo>
                      <a:pt x="875" y="509"/>
                    </a:lnTo>
                    <a:lnTo>
                      <a:pt x="875" y="509"/>
                    </a:lnTo>
                    <a:lnTo>
                      <a:pt x="876" y="509"/>
                    </a:lnTo>
                    <a:lnTo>
                      <a:pt x="876" y="508"/>
                    </a:lnTo>
                    <a:lnTo>
                      <a:pt x="876" y="509"/>
                    </a:lnTo>
                    <a:lnTo>
                      <a:pt x="880" y="508"/>
                    </a:lnTo>
                    <a:lnTo>
                      <a:pt x="881" y="508"/>
                    </a:lnTo>
                    <a:lnTo>
                      <a:pt x="881" y="506"/>
                    </a:lnTo>
                    <a:lnTo>
                      <a:pt x="880" y="506"/>
                    </a:lnTo>
                    <a:lnTo>
                      <a:pt x="875" y="506"/>
                    </a:lnTo>
                    <a:lnTo>
                      <a:pt x="873" y="508"/>
                    </a:lnTo>
                    <a:lnTo>
                      <a:pt x="873" y="508"/>
                    </a:lnTo>
                    <a:lnTo>
                      <a:pt x="873" y="506"/>
                    </a:lnTo>
                    <a:lnTo>
                      <a:pt x="871" y="506"/>
                    </a:lnTo>
                    <a:lnTo>
                      <a:pt x="869" y="506"/>
                    </a:lnTo>
                    <a:lnTo>
                      <a:pt x="869" y="504"/>
                    </a:lnTo>
                    <a:lnTo>
                      <a:pt x="871" y="504"/>
                    </a:lnTo>
                    <a:lnTo>
                      <a:pt x="873" y="504"/>
                    </a:lnTo>
                    <a:lnTo>
                      <a:pt x="875" y="504"/>
                    </a:lnTo>
                    <a:lnTo>
                      <a:pt x="876" y="503"/>
                    </a:lnTo>
                    <a:lnTo>
                      <a:pt x="876" y="503"/>
                    </a:lnTo>
                    <a:lnTo>
                      <a:pt x="876" y="501"/>
                    </a:lnTo>
                    <a:lnTo>
                      <a:pt x="878" y="501"/>
                    </a:lnTo>
                    <a:lnTo>
                      <a:pt x="880" y="501"/>
                    </a:lnTo>
                    <a:lnTo>
                      <a:pt x="881" y="504"/>
                    </a:lnTo>
                    <a:lnTo>
                      <a:pt x="883" y="504"/>
                    </a:lnTo>
                    <a:lnTo>
                      <a:pt x="883" y="504"/>
                    </a:lnTo>
                    <a:lnTo>
                      <a:pt x="883" y="503"/>
                    </a:lnTo>
                    <a:lnTo>
                      <a:pt x="885" y="501"/>
                    </a:lnTo>
                    <a:lnTo>
                      <a:pt x="885" y="499"/>
                    </a:lnTo>
                    <a:lnTo>
                      <a:pt x="886" y="496"/>
                    </a:lnTo>
                    <a:lnTo>
                      <a:pt x="886" y="494"/>
                    </a:lnTo>
                    <a:lnTo>
                      <a:pt x="885" y="492"/>
                    </a:lnTo>
                    <a:lnTo>
                      <a:pt x="885" y="492"/>
                    </a:lnTo>
                    <a:lnTo>
                      <a:pt x="885" y="494"/>
                    </a:lnTo>
                    <a:lnTo>
                      <a:pt x="885" y="494"/>
                    </a:lnTo>
                    <a:lnTo>
                      <a:pt x="883" y="494"/>
                    </a:lnTo>
                    <a:lnTo>
                      <a:pt x="881" y="492"/>
                    </a:lnTo>
                    <a:lnTo>
                      <a:pt x="881" y="492"/>
                    </a:lnTo>
                    <a:lnTo>
                      <a:pt x="883" y="491"/>
                    </a:lnTo>
                    <a:lnTo>
                      <a:pt x="883" y="489"/>
                    </a:lnTo>
                    <a:lnTo>
                      <a:pt x="885" y="489"/>
                    </a:lnTo>
                    <a:lnTo>
                      <a:pt x="886" y="489"/>
                    </a:lnTo>
                    <a:lnTo>
                      <a:pt x="886" y="489"/>
                    </a:lnTo>
                    <a:lnTo>
                      <a:pt x="888" y="486"/>
                    </a:lnTo>
                    <a:lnTo>
                      <a:pt x="888" y="484"/>
                    </a:lnTo>
                    <a:lnTo>
                      <a:pt x="888" y="482"/>
                    </a:lnTo>
                    <a:lnTo>
                      <a:pt x="888" y="482"/>
                    </a:lnTo>
                    <a:lnTo>
                      <a:pt x="886" y="480"/>
                    </a:lnTo>
                    <a:lnTo>
                      <a:pt x="886" y="480"/>
                    </a:lnTo>
                    <a:lnTo>
                      <a:pt x="890" y="479"/>
                    </a:lnTo>
                    <a:lnTo>
                      <a:pt x="888" y="477"/>
                    </a:lnTo>
                    <a:lnTo>
                      <a:pt x="890" y="474"/>
                    </a:lnTo>
                    <a:lnTo>
                      <a:pt x="890" y="470"/>
                    </a:lnTo>
                    <a:lnTo>
                      <a:pt x="890" y="472"/>
                    </a:lnTo>
                    <a:lnTo>
                      <a:pt x="888" y="474"/>
                    </a:lnTo>
                    <a:lnTo>
                      <a:pt x="886" y="475"/>
                    </a:lnTo>
                    <a:lnTo>
                      <a:pt x="885" y="475"/>
                    </a:lnTo>
                    <a:lnTo>
                      <a:pt x="886" y="474"/>
                    </a:lnTo>
                    <a:lnTo>
                      <a:pt x="888" y="470"/>
                    </a:lnTo>
                    <a:lnTo>
                      <a:pt x="888" y="469"/>
                    </a:lnTo>
                    <a:lnTo>
                      <a:pt x="886" y="469"/>
                    </a:lnTo>
                    <a:lnTo>
                      <a:pt x="883" y="470"/>
                    </a:lnTo>
                    <a:lnTo>
                      <a:pt x="880" y="470"/>
                    </a:lnTo>
                    <a:lnTo>
                      <a:pt x="880" y="470"/>
                    </a:lnTo>
                    <a:lnTo>
                      <a:pt x="881" y="470"/>
                    </a:lnTo>
                    <a:lnTo>
                      <a:pt x="881" y="470"/>
                    </a:lnTo>
                    <a:lnTo>
                      <a:pt x="881" y="469"/>
                    </a:lnTo>
                    <a:lnTo>
                      <a:pt x="883" y="469"/>
                    </a:lnTo>
                    <a:lnTo>
                      <a:pt x="881" y="467"/>
                    </a:lnTo>
                    <a:lnTo>
                      <a:pt x="880" y="467"/>
                    </a:lnTo>
                    <a:lnTo>
                      <a:pt x="881" y="465"/>
                    </a:lnTo>
                    <a:lnTo>
                      <a:pt x="881" y="464"/>
                    </a:lnTo>
                    <a:lnTo>
                      <a:pt x="883" y="465"/>
                    </a:lnTo>
                    <a:lnTo>
                      <a:pt x="883" y="467"/>
                    </a:lnTo>
                    <a:lnTo>
                      <a:pt x="885" y="467"/>
                    </a:lnTo>
                    <a:lnTo>
                      <a:pt x="888" y="465"/>
                    </a:lnTo>
                    <a:lnTo>
                      <a:pt x="888" y="465"/>
                    </a:lnTo>
                    <a:lnTo>
                      <a:pt x="890" y="465"/>
                    </a:lnTo>
                    <a:lnTo>
                      <a:pt x="892" y="467"/>
                    </a:lnTo>
                    <a:lnTo>
                      <a:pt x="892" y="465"/>
                    </a:lnTo>
                    <a:lnTo>
                      <a:pt x="893" y="465"/>
                    </a:lnTo>
                    <a:lnTo>
                      <a:pt x="893" y="464"/>
                    </a:lnTo>
                    <a:lnTo>
                      <a:pt x="897" y="465"/>
                    </a:lnTo>
                    <a:lnTo>
                      <a:pt x="897" y="464"/>
                    </a:lnTo>
                    <a:lnTo>
                      <a:pt x="897" y="464"/>
                    </a:lnTo>
                    <a:lnTo>
                      <a:pt x="898" y="464"/>
                    </a:lnTo>
                    <a:lnTo>
                      <a:pt x="898" y="464"/>
                    </a:lnTo>
                    <a:lnTo>
                      <a:pt x="898" y="462"/>
                    </a:lnTo>
                    <a:lnTo>
                      <a:pt x="900" y="462"/>
                    </a:lnTo>
                    <a:lnTo>
                      <a:pt x="900" y="462"/>
                    </a:lnTo>
                    <a:lnTo>
                      <a:pt x="900" y="460"/>
                    </a:lnTo>
                    <a:lnTo>
                      <a:pt x="900" y="460"/>
                    </a:lnTo>
                    <a:lnTo>
                      <a:pt x="900" y="458"/>
                    </a:lnTo>
                    <a:lnTo>
                      <a:pt x="900" y="458"/>
                    </a:lnTo>
                    <a:lnTo>
                      <a:pt x="900" y="458"/>
                    </a:lnTo>
                    <a:lnTo>
                      <a:pt x="900" y="457"/>
                    </a:lnTo>
                    <a:lnTo>
                      <a:pt x="900" y="457"/>
                    </a:lnTo>
                    <a:lnTo>
                      <a:pt x="902" y="453"/>
                    </a:lnTo>
                    <a:lnTo>
                      <a:pt x="903" y="453"/>
                    </a:lnTo>
                    <a:lnTo>
                      <a:pt x="905" y="450"/>
                    </a:lnTo>
                    <a:lnTo>
                      <a:pt x="905" y="450"/>
                    </a:lnTo>
                    <a:lnTo>
                      <a:pt x="903" y="450"/>
                    </a:lnTo>
                    <a:lnTo>
                      <a:pt x="903" y="450"/>
                    </a:lnTo>
                    <a:lnTo>
                      <a:pt x="902" y="452"/>
                    </a:lnTo>
                    <a:lnTo>
                      <a:pt x="900" y="450"/>
                    </a:lnTo>
                    <a:lnTo>
                      <a:pt x="900" y="450"/>
                    </a:lnTo>
                    <a:lnTo>
                      <a:pt x="898" y="450"/>
                    </a:lnTo>
                    <a:lnTo>
                      <a:pt x="898" y="448"/>
                    </a:lnTo>
                    <a:lnTo>
                      <a:pt x="900" y="448"/>
                    </a:lnTo>
                    <a:lnTo>
                      <a:pt x="900" y="448"/>
                    </a:lnTo>
                    <a:lnTo>
                      <a:pt x="902" y="447"/>
                    </a:lnTo>
                    <a:lnTo>
                      <a:pt x="902" y="447"/>
                    </a:lnTo>
                    <a:lnTo>
                      <a:pt x="902" y="447"/>
                    </a:lnTo>
                    <a:lnTo>
                      <a:pt x="900" y="447"/>
                    </a:lnTo>
                    <a:lnTo>
                      <a:pt x="900" y="445"/>
                    </a:lnTo>
                    <a:lnTo>
                      <a:pt x="903" y="443"/>
                    </a:lnTo>
                    <a:lnTo>
                      <a:pt x="907" y="441"/>
                    </a:lnTo>
                    <a:lnTo>
                      <a:pt x="909" y="443"/>
                    </a:lnTo>
                    <a:lnTo>
                      <a:pt x="907" y="445"/>
                    </a:lnTo>
                    <a:lnTo>
                      <a:pt x="907" y="447"/>
                    </a:lnTo>
                    <a:lnTo>
                      <a:pt x="907" y="448"/>
                    </a:lnTo>
                    <a:lnTo>
                      <a:pt x="907" y="447"/>
                    </a:lnTo>
                    <a:lnTo>
                      <a:pt x="910" y="443"/>
                    </a:lnTo>
                    <a:lnTo>
                      <a:pt x="910" y="443"/>
                    </a:lnTo>
                    <a:lnTo>
                      <a:pt x="910" y="441"/>
                    </a:lnTo>
                    <a:lnTo>
                      <a:pt x="910" y="440"/>
                    </a:lnTo>
                    <a:lnTo>
                      <a:pt x="914" y="438"/>
                    </a:lnTo>
                    <a:lnTo>
                      <a:pt x="914" y="436"/>
                    </a:lnTo>
                    <a:lnTo>
                      <a:pt x="915" y="435"/>
                    </a:lnTo>
                    <a:lnTo>
                      <a:pt x="915" y="433"/>
                    </a:lnTo>
                    <a:lnTo>
                      <a:pt x="915" y="431"/>
                    </a:lnTo>
                    <a:lnTo>
                      <a:pt x="917" y="431"/>
                    </a:lnTo>
                    <a:lnTo>
                      <a:pt x="917" y="430"/>
                    </a:lnTo>
                    <a:lnTo>
                      <a:pt x="919" y="430"/>
                    </a:lnTo>
                    <a:lnTo>
                      <a:pt x="919" y="424"/>
                    </a:lnTo>
                    <a:lnTo>
                      <a:pt x="919" y="423"/>
                    </a:lnTo>
                    <a:lnTo>
                      <a:pt x="919" y="423"/>
                    </a:lnTo>
                    <a:lnTo>
                      <a:pt x="922" y="421"/>
                    </a:lnTo>
                    <a:lnTo>
                      <a:pt x="924" y="421"/>
                    </a:lnTo>
                    <a:lnTo>
                      <a:pt x="924" y="419"/>
                    </a:lnTo>
                    <a:lnTo>
                      <a:pt x="924" y="418"/>
                    </a:lnTo>
                    <a:lnTo>
                      <a:pt x="925" y="416"/>
                    </a:lnTo>
                    <a:lnTo>
                      <a:pt x="925" y="416"/>
                    </a:lnTo>
                    <a:lnTo>
                      <a:pt x="927" y="414"/>
                    </a:lnTo>
                    <a:lnTo>
                      <a:pt x="927" y="414"/>
                    </a:lnTo>
                    <a:lnTo>
                      <a:pt x="929" y="413"/>
                    </a:lnTo>
                    <a:lnTo>
                      <a:pt x="929" y="413"/>
                    </a:lnTo>
                    <a:lnTo>
                      <a:pt x="931" y="411"/>
                    </a:lnTo>
                    <a:lnTo>
                      <a:pt x="931" y="407"/>
                    </a:lnTo>
                    <a:lnTo>
                      <a:pt x="932" y="407"/>
                    </a:lnTo>
                    <a:lnTo>
                      <a:pt x="934" y="407"/>
                    </a:lnTo>
                    <a:lnTo>
                      <a:pt x="939" y="406"/>
                    </a:lnTo>
                    <a:lnTo>
                      <a:pt x="942" y="404"/>
                    </a:lnTo>
                    <a:lnTo>
                      <a:pt x="946" y="402"/>
                    </a:lnTo>
                    <a:lnTo>
                      <a:pt x="953" y="401"/>
                    </a:lnTo>
                    <a:lnTo>
                      <a:pt x="956" y="401"/>
                    </a:lnTo>
                    <a:lnTo>
                      <a:pt x="958" y="401"/>
                    </a:lnTo>
                    <a:lnTo>
                      <a:pt x="958" y="401"/>
                    </a:lnTo>
                    <a:lnTo>
                      <a:pt x="958" y="399"/>
                    </a:lnTo>
                    <a:lnTo>
                      <a:pt x="959" y="399"/>
                    </a:lnTo>
                    <a:lnTo>
                      <a:pt x="959" y="399"/>
                    </a:lnTo>
                    <a:lnTo>
                      <a:pt x="961" y="399"/>
                    </a:lnTo>
                    <a:lnTo>
                      <a:pt x="963" y="399"/>
                    </a:lnTo>
                    <a:lnTo>
                      <a:pt x="963" y="397"/>
                    </a:lnTo>
                    <a:lnTo>
                      <a:pt x="963" y="396"/>
                    </a:lnTo>
                    <a:lnTo>
                      <a:pt x="963" y="396"/>
                    </a:lnTo>
                    <a:lnTo>
                      <a:pt x="965" y="396"/>
                    </a:lnTo>
                    <a:lnTo>
                      <a:pt x="963" y="394"/>
                    </a:lnTo>
                    <a:lnTo>
                      <a:pt x="963" y="394"/>
                    </a:lnTo>
                    <a:lnTo>
                      <a:pt x="961" y="394"/>
                    </a:lnTo>
                    <a:lnTo>
                      <a:pt x="954" y="394"/>
                    </a:lnTo>
                    <a:lnTo>
                      <a:pt x="954" y="394"/>
                    </a:lnTo>
                    <a:lnTo>
                      <a:pt x="953" y="392"/>
                    </a:lnTo>
                    <a:lnTo>
                      <a:pt x="956" y="390"/>
                    </a:lnTo>
                    <a:lnTo>
                      <a:pt x="956" y="390"/>
                    </a:lnTo>
                    <a:lnTo>
                      <a:pt x="958" y="389"/>
                    </a:lnTo>
                    <a:lnTo>
                      <a:pt x="959" y="389"/>
                    </a:lnTo>
                    <a:lnTo>
                      <a:pt x="959" y="389"/>
                    </a:lnTo>
                    <a:lnTo>
                      <a:pt x="961" y="390"/>
                    </a:lnTo>
                    <a:lnTo>
                      <a:pt x="961" y="390"/>
                    </a:lnTo>
                    <a:lnTo>
                      <a:pt x="963" y="390"/>
                    </a:lnTo>
                    <a:lnTo>
                      <a:pt x="963" y="390"/>
                    </a:lnTo>
                    <a:lnTo>
                      <a:pt x="963" y="392"/>
                    </a:lnTo>
                    <a:lnTo>
                      <a:pt x="965" y="392"/>
                    </a:lnTo>
                    <a:lnTo>
                      <a:pt x="965" y="392"/>
                    </a:lnTo>
                    <a:lnTo>
                      <a:pt x="966" y="392"/>
                    </a:lnTo>
                    <a:lnTo>
                      <a:pt x="966" y="392"/>
                    </a:lnTo>
                    <a:lnTo>
                      <a:pt x="965" y="390"/>
                    </a:lnTo>
                    <a:lnTo>
                      <a:pt x="965" y="389"/>
                    </a:lnTo>
                    <a:lnTo>
                      <a:pt x="966" y="387"/>
                    </a:lnTo>
                    <a:lnTo>
                      <a:pt x="968" y="385"/>
                    </a:lnTo>
                    <a:lnTo>
                      <a:pt x="971" y="384"/>
                    </a:lnTo>
                    <a:lnTo>
                      <a:pt x="973" y="384"/>
                    </a:lnTo>
                    <a:lnTo>
                      <a:pt x="976" y="379"/>
                    </a:lnTo>
                    <a:lnTo>
                      <a:pt x="978" y="377"/>
                    </a:lnTo>
                    <a:lnTo>
                      <a:pt x="982" y="375"/>
                    </a:lnTo>
                    <a:lnTo>
                      <a:pt x="993" y="370"/>
                    </a:lnTo>
                    <a:lnTo>
                      <a:pt x="993" y="368"/>
                    </a:lnTo>
                    <a:lnTo>
                      <a:pt x="993" y="367"/>
                    </a:lnTo>
                    <a:lnTo>
                      <a:pt x="993" y="365"/>
                    </a:lnTo>
                    <a:lnTo>
                      <a:pt x="993" y="363"/>
                    </a:lnTo>
                    <a:lnTo>
                      <a:pt x="993" y="363"/>
                    </a:lnTo>
                    <a:lnTo>
                      <a:pt x="993" y="362"/>
                    </a:lnTo>
                    <a:lnTo>
                      <a:pt x="993" y="362"/>
                    </a:lnTo>
                    <a:lnTo>
                      <a:pt x="993" y="362"/>
                    </a:lnTo>
                    <a:lnTo>
                      <a:pt x="995" y="360"/>
                    </a:lnTo>
                    <a:lnTo>
                      <a:pt x="995" y="360"/>
                    </a:lnTo>
                    <a:lnTo>
                      <a:pt x="995" y="360"/>
                    </a:lnTo>
                    <a:lnTo>
                      <a:pt x="993" y="358"/>
                    </a:lnTo>
                    <a:lnTo>
                      <a:pt x="993" y="358"/>
                    </a:lnTo>
                    <a:lnTo>
                      <a:pt x="993" y="357"/>
                    </a:lnTo>
                    <a:lnTo>
                      <a:pt x="993" y="355"/>
                    </a:lnTo>
                    <a:lnTo>
                      <a:pt x="993" y="355"/>
                    </a:lnTo>
                    <a:lnTo>
                      <a:pt x="993" y="353"/>
                    </a:lnTo>
                    <a:lnTo>
                      <a:pt x="995" y="351"/>
                    </a:lnTo>
                    <a:lnTo>
                      <a:pt x="995" y="351"/>
                    </a:lnTo>
                    <a:lnTo>
                      <a:pt x="997" y="350"/>
                    </a:lnTo>
                    <a:lnTo>
                      <a:pt x="997" y="350"/>
                    </a:lnTo>
                    <a:lnTo>
                      <a:pt x="995" y="350"/>
                    </a:lnTo>
                    <a:lnTo>
                      <a:pt x="995" y="348"/>
                    </a:lnTo>
                    <a:lnTo>
                      <a:pt x="993" y="346"/>
                    </a:lnTo>
                    <a:lnTo>
                      <a:pt x="992" y="345"/>
                    </a:lnTo>
                    <a:lnTo>
                      <a:pt x="992" y="345"/>
                    </a:lnTo>
                    <a:lnTo>
                      <a:pt x="992" y="343"/>
                    </a:lnTo>
                    <a:lnTo>
                      <a:pt x="992" y="341"/>
                    </a:lnTo>
                    <a:lnTo>
                      <a:pt x="995" y="336"/>
                    </a:lnTo>
                    <a:lnTo>
                      <a:pt x="995" y="334"/>
                    </a:lnTo>
                    <a:lnTo>
                      <a:pt x="997" y="333"/>
                    </a:lnTo>
                    <a:lnTo>
                      <a:pt x="1004" y="324"/>
                    </a:lnTo>
                    <a:lnTo>
                      <a:pt x="1007" y="323"/>
                    </a:lnTo>
                    <a:lnTo>
                      <a:pt x="1012" y="319"/>
                    </a:lnTo>
                    <a:lnTo>
                      <a:pt x="1014" y="317"/>
                    </a:lnTo>
                    <a:lnTo>
                      <a:pt x="1012" y="316"/>
                    </a:lnTo>
                    <a:lnTo>
                      <a:pt x="1014" y="314"/>
                    </a:lnTo>
                    <a:lnTo>
                      <a:pt x="1017" y="309"/>
                    </a:lnTo>
                    <a:lnTo>
                      <a:pt x="1019" y="309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9" y="306"/>
                    </a:lnTo>
                    <a:lnTo>
                      <a:pt x="1019" y="304"/>
                    </a:lnTo>
                    <a:lnTo>
                      <a:pt x="1019" y="304"/>
                    </a:lnTo>
                    <a:lnTo>
                      <a:pt x="1021" y="302"/>
                    </a:lnTo>
                    <a:lnTo>
                      <a:pt x="1022" y="302"/>
                    </a:lnTo>
                    <a:lnTo>
                      <a:pt x="1021" y="299"/>
                    </a:lnTo>
                    <a:lnTo>
                      <a:pt x="1022" y="295"/>
                    </a:lnTo>
                    <a:lnTo>
                      <a:pt x="1024" y="292"/>
                    </a:lnTo>
                    <a:lnTo>
                      <a:pt x="1026" y="290"/>
                    </a:lnTo>
                    <a:lnTo>
                      <a:pt x="1027" y="289"/>
                    </a:lnTo>
                    <a:lnTo>
                      <a:pt x="1029" y="287"/>
                    </a:lnTo>
                    <a:lnTo>
                      <a:pt x="1029" y="285"/>
                    </a:lnTo>
                    <a:lnTo>
                      <a:pt x="1029" y="284"/>
                    </a:lnTo>
                    <a:lnTo>
                      <a:pt x="1027" y="282"/>
                    </a:lnTo>
                    <a:lnTo>
                      <a:pt x="1027" y="282"/>
                    </a:lnTo>
                    <a:lnTo>
                      <a:pt x="1027" y="280"/>
                    </a:lnTo>
                    <a:lnTo>
                      <a:pt x="1027" y="280"/>
                    </a:lnTo>
                    <a:lnTo>
                      <a:pt x="1031" y="273"/>
                    </a:lnTo>
                    <a:lnTo>
                      <a:pt x="1031" y="272"/>
                    </a:lnTo>
                    <a:lnTo>
                      <a:pt x="1031" y="267"/>
                    </a:lnTo>
                    <a:lnTo>
                      <a:pt x="1031" y="265"/>
                    </a:lnTo>
                    <a:lnTo>
                      <a:pt x="1032" y="261"/>
                    </a:lnTo>
                    <a:lnTo>
                      <a:pt x="1036" y="255"/>
                    </a:lnTo>
                    <a:lnTo>
                      <a:pt x="1038" y="255"/>
                    </a:lnTo>
                    <a:lnTo>
                      <a:pt x="1038" y="253"/>
                    </a:lnTo>
                    <a:lnTo>
                      <a:pt x="1039" y="251"/>
                    </a:lnTo>
                    <a:lnTo>
                      <a:pt x="1039" y="250"/>
                    </a:lnTo>
                    <a:lnTo>
                      <a:pt x="1038" y="250"/>
                    </a:lnTo>
                    <a:lnTo>
                      <a:pt x="1038" y="248"/>
                    </a:lnTo>
                    <a:lnTo>
                      <a:pt x="1038" y="246"/>
                    </a:lnTo>
                    <a:lnTo>
                      <a:pt x="1038" y="244"/>
                    </a:lnTo>
                    <a:lnTo>
                      <a:pt x="1039" y="241"/>
                    </a:lnTo>
                    <a:lnTo>
                      <a:pt x="1041" y="241"/>
                    </a:lnTo>
                    <a:lnTo>
                      <a:pt x="1041" y="239"/>
                    </a:lnTo>
                    <a:lnTo>
                      <a:pt x="1041" y="238"/>
                    </a:lnTo>
                    <a:lnTo>
                      <a:pt x="1041" y="238"/>
                    </a:lnTo>
                    <a:lnTo>
                      <a:pt x="1039" y="236"/>
                    </a:lnTo>
                    <a:lnTo>
                      <a:pt x="1039" y="236"/>
                    </a:lnTo>
                    <a:lnTo>
                      <a:pt x="1039" y="236"/>
                    </a:lnTo>
                    <a:lnTo>
                      <a:pt x="1039" y="238"/>
                    </a:lnTo>
                    <a:lnTo>
                      <a:pt x="1038" y="238"/>
                    </a:lnTo>
                    <a:lnTo>
                      <a:pt x="1036" y="236"/>
                    </a:lnTo>
                    <a:lnTo>
                      <a:pt x="1036" y="236"/>
                    </a:lnTo>
                    <a:lnTo>
                      <a:pt x="1036" y="236"/>
                    </a:lnTo>
                    <a:lnTo>
                      <a:pt x="1036" y="234"/>
                    </a:lnTo>
                    <a:lnTo>
                      <a:pt x="1036" y="234"/>
                    </a:lnTo>
                    <a:lnTo>
                      <a:pt x="1034" y="231"/>
                    </a:lnTo>
                    <a:lnTo>
                      <a:pt x="1034" y="217"/>
                    </a:lnTo>
                    <a:lnTo>
                      <a:pt x="1034" y="216"/>
                    </a:lnTo>
                    <a:lnTo>
                      <a:pt x="1034" y="216"/>
                    </a:lnTo>
                    <a:lnTo>
                      <a:pt x="1034" y="214"/>
                    </a:lnTo>
                    <a:lnTo>
                      <a:pt x="1034" y="214"/>
                    </a:lnTo>
                    <a:lnTo>
                      <a:pt x="1036" y="202"/>
                    </a:lnTo>
                    <a:lnTo>
                      <a:pt x="1038" y="200"/>
                    </a:lnTo>
                    <a:lnTo>
                      <a:pt x="1039" y="197"/>
                    </a:lnTo>
                    <a:lnTo>
                      <a:pt x="1039" y="195"/>
                    </a:lnTo>
                    <a:lnTo>
                      <a:pt x="1041" y="194"/>
                    </a:lnTo>
                    <a:lnTo>
                      <a:pt x="1044" y="188"/>
                    </a:lnTo>
                    <a:lnTo>
                      <a:pt x="1046" y="185"/>
                    </a:lnTo>
                    <a:lnTo>
                      <a:pt x="1044" y="182"/>
                    </a:lnTo>
                    <a:lnTo>
                      <a:pt x="1049" y="175"/>
                    </a:lnTo>
                    <a:lnTo>
                      <a:pt x="1051" y="171"/>
                    </a:lnTo>
                    <a:lnTo>
                      <a:pt x="1051" y="166"/>
                    </a:lnTo>
                    <a:lnTo>
                      <a:pt x="1049" y="165"/>
                    </a:lnTo>
                    <a:lnTo>
                      <a:pt x="1049" y="163"/>
                    </a:lnTo>
                    <a:lnTo>
                      <a:pt x="1051" y="163"/>
                    </a:lnTo>
                    <a:lnTo>
                      <a:pt x="1051" y="161"/>
                    </a:lnTo>
                    <a:lnTo>
                      <a:pt x="1051" y="160"/>
                    </a:lnTo>
                    <a:lnTo>
                      <a:pt x="1053" y="160"/>
                    </a:lnTo>
                    <a:lnTo>
                      <a:pt x="1055" y="154"/>
                    </a:lnTo>
                    <a:lnTo>
                      <a:pt x="1056" y="153"/>
                    </a:lnTo>
                    <a:lnTo>
                      <a:pt x="1056" y="151"/>
                    </a:lnTo>
                    <a:lnTo>
                      <a:pt x="1056" y="148"/>
                    </a:lnTo>
                    <a:lnTo>
                      <a:pt x="1056" y="148"/>
                    </a:lnTo>
                    <a:lnTo>
                      <a:pt x="1058" y="146"/>
                    </a:lnTo>
                    <a:lnTo>
                      <a:pt x="1058" y="144"/>
                    </a:lnTo>
                    <a:lnTo>
                      <a:pt x="1058" y="141"/>
                    </a:lnTo>
                    <a:lnTo>
                      <a:pt x="1058" y="141"/>
                    </a:lnTo>
                    <a:lnTo>
                      <a:pt x="1058" y="139"/>
                    </a:lnTo>
                    <a:lnTo>
                      <a:pt x="1058" y="137"/>
                    </a:lnTo>
                    <a:lnTo>
                      <a:pt x="1061" y="134"/>
                    </a:lnTo>
                    <a:lnTo>
                      <a:pt x="1061" y="132"/>
                    </a:lnTo>
                    <a:lnTo>
                      <a:pt x="1060" y="131"/>
                    </a:lnTo>
                    <a:lnTo>
                      <a:pt x="1060" y="129"/>
                    </a:lnTo>
                    <a:lnTo>
                      <a:pt x="1060" y="129"/>
                    </a:lnTo>
                    <a:lnTo>
                      <a:pt x="1061" y="127"/>
                    </a:lnTo>
                    <a:lnTo>
                      <a:pt x="1061" y="127"/>
                    </a:lnTo>
                    <a:lnTo>
                      <a:pt x="1061" y="127"/>
                    </a:lnTo>
                    <a:lnTo>
                      <a:pt x="1061" y="126"/>
                    </a:lnTo>
                    <a:lnTo>
                      <a:pt x="1061" y="126"/>
                    </a:lnTo>
                    <a:lnTo>
                      <a:pt x="1061" y="124"/>
                    </a:lnTo>
                    <a:lnTo>
                      <a:pt x="1061" y="122"/>
                    </a:lnTo>
                    <a:lnTo>
                      <a:pt x="1063" y="120"/>
                    </a:lnTo>
                    <a:lnTo>
                      <a:pt x="1063" y="115"/>
                    </a:lnTo>
                    <a:lnTo>
                      <a:pt x="1065" y="114"/>
                    </a:lnTo>
                    <a:lnTo>
                      <a:pt x="1065" y="114"/>
                    </a:lnTo>
                    <a:lnTo>
                      <a:pt x="1063" y="112"/>
                    </a:lnTo>
                    <a:lnTo>
                      <a:pt x="1063" y="110"/>
                    </a:lnTo>
                    <a:lnTo>
                      <a:pt x="1065" y="109"/>
                    </a:lnTo>
                    <a:lnTo>
                      <a:pt x="1065" y="109"/>
                    </a:lnTo>
                    <a:lnTo>
                      <a:pt x="1065" y="107"/>
                    </a:lnTo>
                    <a:lnTo>
                      <a:pt x="1063" y="105"/>
                    </a:lnTo>
                    <a:lnTo>
                      <a:pt x="1063" y="102"/>
                    </a:lnTo>
                    <a:lnTo>
                      <a:pt x="1063" y="98"/>
                    </a:lnTo>
                    <a:lnTo>
                      <a:pt x="1065" y="95"/>
                    </a:lnTo>
                    <a:lnTo>
                      <a:pt x="1068" y="88"/>
                    </a:lnTo>
                    <a:lnTo>
                      <a:pt x="1070" y="88"/>
                    </a:lnTo>
                    <a:lnTo>
                      <a:pt x="1070" y="88"/>
                    </a:lnTo>
                    <a:lnTo>
                      <a:pt x="1072" y="87"/>
                    </a:lnTo>
                    <a:lnTo>
                      <a:pt x="1072" y="87"/>
                    </a:lnTo>
                    <a:lnTo>
                      <a:pt x="1072" y="87"/>
                    </a:lnTo>
                    <a:lnTo>
                      <a:pt x="1070" y="81"/>
                    </a:lnTo>
                    <a:lnTo>
                      <a:pt x="1070" y="81"/>
                    </a:lnTo>
                    <a:lnTo>
                      <a:pt x="1072" y="80"/>
                    </a:lnTo>
                    <a:lnTo>
                      <a:pt x="1072" y="76"/>
                    </a:lnTo>
                    <a:lnTo>
                      <a:pt x="1073" y="75"/>
                    </a:lnTo>
                    <a:lnTo>
                      <a:pt x="1078" y="70"/>
                    </a:lnTo>
                    <a:lnTo>
                      <a:pt x="1083" y="64"/>
                    </a:lnTo>
                    <a:lnTo>
                      <a:pt x="1085" y="63"/>
                    </a:lnTo>
                    <a:lnTo>
                      <a:pt x="1085" y="59"/>
                    </a:lnTo>
                    <a:lnTo>
                      <a:pt x="1085" y="56"/>
                    </a:lnTo>
                    <a:lnTo>
                      <a:pt x="1085" y="53"/>
                    </a:lnTo>
                    <a:lnTo>
                      <a:pt x="1087" y="51"/>
                    </a:lnTo>
                    <a:lnTo>
                      <a:pt x="1087" y="49"/>
                    </a:lnTo>
                    <a:lnTo>
                      <a:pt x="1087" y="49"/>
                    </a:lnTo>
                    <a:lnTo>
                      <a:pt x="1087" y="47"/>
                    </a:lnTo>
                    <a:lnTo>
                      <a:pt x="1087" y="47"/>
                    </a:lnTo>
                    <a:lnTo>
                      <a:pt x="1087" y="46"/>
                    </a:lnTo>
                    <a:lnTo>
                      <a:pt x="1087" y="44"/>
                    </a:lnTo>
                    <a:lnTo>
                      <a:pt x="1087" y="44"/>
                    </a:lnTo>
                    <a:close/>
                    <a:moveTo>
                      <a:pt x="696" y="390"/>
                    </a:moveTo>
                    <a:lnTo>
                      <a:pt x="698" y="390"/>
                    </a:lnTo>
                    <a:lnTo>
                      <a:pt x="700" y="389"/>
                    </a:lnTo>
                    <a:lnTo>
                      <a:pt x="701" y="385"/>
                    </a:lnTo>
                    <a:lnTo>
                      <a:pt x="703" y="385"/>
                    </a:lnTo>
                    <a:lnTo>
                      <a:pt x="703" y="384"/>
                    </a:lnTo>
                    <a:lnTo>
                      <a:pt x="705" y="384"/>
                    </a:lnTo>
                    <a:lnTo>
                      <a:pt x="706" y="384"/>
                    </a:lnTo>
                    <a:lnTo>
                      <a:pt x="708" y="385"/>
                    </a:lnTo>
                    <a:lnTo>
                      <a:pt x="708" y="385"/>
                    </a:lnTo>
                    <a:lnTo>
                      <a:pt x="710" y="385"/>
                    </a:lnTo>
                    <a:lnTo>
                      <a:pt x="710" y="384"/>
                    </a:lnTo>
                    <a:lnTo>
                      <a:pt x="710" y="380"/>
                    </a:lnTo>
                    <a:lnTo>
                      <a:pt x="712" y="379"/>
                    </a:lnTo>
                    <a:lnTo>
                      <a:pt x="713" y="377"/>
                    </a:lnTo>
                    <a:lnTo>
                      <a:pt x="713" y="384"/>
                    </a:lnTo>
                    <a:lnTo>
                      <a:pt x="713" y="385"/>
                    </a:lnTo>
                    <a:lnTo>
                      <a:pt x="713" y="385"/>
                    </a:lnTo>
                    <a:lnTo>
                      <a:pt x="715" y="384"/>
                    </a:lnTo>
                    <a:lnTo>
                      <a:pt x="715" y="385"/>
                    </a:lnTo>
                    <a:lnTo>
                      <a:pt x="715" y="387"/>
                    </a:lnTo>
                    <a:lnTo>
                      <a:pt x="713" y="387"/>
                    </a:lnTo>
                    <a:lnTo>
                      <a:pt x="712" y="387"/>
                    </a:lnTo>
                    <a:lnTo>
                      <a:pt x="712" y="387"/>
                    </a:lnTo>
                    <a:lnTo>
                      <a:pt x="710" y="389"/>
                    </a:lnTo>
                    <a:lnTo>
                      <a:pt x="710" y="389"/>
                    </a:lnTo>
                    <a:lnTo>
                      <a:pt x="708" y="389"/>
                    </a:lnTo>
                    <a:lnTo>
                      <a:pt x="706" y="389"/>
                    </a:lnTo>
                    <a:lnTo>
                      <a:pt x="706" y="387"/>
                    </a:lnTo>
                    <a:lnTo>
                      <a:pt x="705" y="387"/>
                    </a:lnTo>
                    <a:lnTo>
                      <a:pt x="703" y="387"/>
                    </a:lnTo>
                    <a:lnTo>
                      <a:pt x="703" y="389"/>
                    </a:lnTo>
                    <a:lnTo>
                      <a:pt x="705" y="392"/>
                    </a:lnTo>
                    <a:lnTo>
                      <a:pt x="706" y="394"/>
                    </a:lnTo>
                    <a:lnTo>
                      <a:pt x="710" y="396"/>
                    </a:lnTo>
                    <a:lnTo>
                      <a:pt x="710" y="396"/>
                    </a:lnTo>
                    <a:lnTo>
                      <a:pt x="710" y="397"/>
                    </a:lnTo>
                    <a:lnTo>
                      <a:pt x="708" y="397"/>
                    </a:lnTo>
                    <a:lnTo>
                      <a:pt x="708" y="397"/>
                    </a:lnTo>
                    <a:lnTo>
                      <a:pt x="706" y="396"/>
                    </a:lnTo>
                    <a:lnTo>
                      <a:pt x="705" y="397"/>
                    </a:lnTo>
                    <a:lnTo>
                      <a:pt x="705" y="397"/>
                    </a:lnTo>
                    <a:lnTo>
                      <a:pt x="705" y="399"/>
                    </a:lnTo>
                    <a:lnTo>
                      <a:pt x="706" y="399"/>
                    </a:lnTo>
                    <a:lnTo>
                      <a:pt x="708" y="399"/>
                    </a:lnTo>
                    <a:lnTo>
                      <a:pt x="710" y="399"/>
                    </a:lnTo>
                    <a:lnTo>
                      <a:pt x="710" y="401"/>
                    </a:lnTo>
                    <a:lnTo>
                      <a:pt x="712" y="401"/>
                    </a:lnTo>
                    <a:lnTo>
                      <a:pt x="710" y="402"/>
                    </a:lnTo>
                    <a:lnTo>
                      <a:pt x="710" y="402"/>
                    </a:lnTo>
                    <a:lnTo>
                      <a:pt x="710" y="402"/>
                    </a:lnTo>
                    <a:lnTo>
                      <a:pt x="710" y="409"/>
                    </a:lnTo>
                    <a:lnTo>
                      <a:pt x="710" y="411"/>
                    </a:lnTo>
                    <a:lnTo>
                      <a:pt x="708" y="411"/>
                    </a:lnTo>
                    <a:lnTo>
                      <a:pt x="708" y="411"/>
                    </a:lnTo>
                    <a:lnTo>
                      <a:pt x="708" y="409"/>
                    </a:lnTo>
                    <a:lnTo>
                      <a:pt x="708" y="407"/>
                    </a:lnTo>
                    <a:lnTo>
                      <a:pt x="708" y="406"/>
                    </a:lnTo>
                    <a:lnTo>
                      <a:pt x="708" y="404"/>
                    </a:lnTo>
                    <a:lnTo>
                      <a:pt x="708" y="402"/>
                    </a:lnTo>
                    <a:lnTo>
                      <a:pt x="706" y="401"/>
                    </a:lnTo>
                    <a:lnTo>
                      <a:pt x="703" y="401"/>
                    </a:lnTo>
                    <a:lnTo>
                      <a:pt x="701" y="399"/>
                    </a:lnTo>
                    <a:lnTo>
                      <a:pt x="703" y="397"/>
                    </a:lnTo>
                    <a:lnTo>
                      <a:pt x="703" y="396"/>
                    </a:lnTo>
                    <a:lnTo>
                      <a:pt x="701" y="396"/>
                    </a:lnTo>
                    <a:lnTo>
                      <a:pt x="700" y="397"/>
                    </a:lnTo>
                    <a:lnTo>
                      <a:pt x="700" y="394"/>
                    </a:lnTo>
                    <a:lnTo>
                      <a:pt x="700" y="392"/>
                    </a:lnTo>
                    <a:lnTo>
                      <a:pt x="698" y="392"/>
                    </a:lnTo>
                    <a:lnTo>
                      <a:pt x="698" y="394"/>
                    </a:lnTo>
                    <a:lnTo>
                      <a:pt x="696" y="394"/>
                    </a:lnTo>
                    <a:lnTo>
                      <a:pt x="696" y="392"/>
                    </a:lnTo>
                    <a:lnTo>
                      <a:pt x="696" y="390"/>
                    </a:lnTo>
                    <a:close/>
                    <a:moveTo>
                      <a:pt x="686" y="497"/>
                    </a:moveTo>
                    <a:lnTo>
                      <a:pt x="688" y="497"/>
                    </a:lnTo>
                    <a:lnTo>
                      <a:pt x="688" y="497"/>
                    </a:lnTo>
                    <a:lnTo>
                      <a:pt x="688" y="497"/>
                    </a:lnTo>
                    <a:lnTo>
                      <a:pt x="689" y="497"/>
                    </a:lnTo>
                    <a:lnTo>
                      <a:pt x="691" y="497"/>
                    </a:lnTo>
                    <a:lnTo>
                      <a:pt x="695" y="496"/>
                    </a:lnTo>
                    <a:lnTo>
                      <a:pt x="696" y="496"/>
                    </a:lnTo>
                    <a:lnTo>
                      <a:pt x="695" y="497"/>
                    </a:lnTo>
                    <a:lnTo>
                      <a:pt x="691" y="499"/>
                    </a:lnTo>
                    <a:lnTo>
                      <a:pt x="691" y="501"/>
                    </a:lnTo>
                    <a:lnTo>
                      <a:pt x="691" y="503"/>
                    </a:lnTo>
                    <a:lnTo>
                      <a:pt x="693" y="504"/>
                    </a:lnTo>
                    <a:lnTo>
                      <a:pt x="693" y="504"/>
                    </a:lnTo>
                    <a:lnTo>
                      <a:pt x="691" y="504"/>
                    </a:lnTo>
                    <a:lnTo>
                      <a:pt x="691" y="504"/>
                    </a:lnTo>
                    <a:lnTo>
                      <a:pt x="689" y="504"/>
                    </a:lnTo>
                    <a:lnTo>
                      <a:pt x="689" y="501"/>
                    </a:lnTo>
                    <a:lnTo>
                      <a:pt x="688" y="499"/>
                    </a:lnTo>
                    <a:lnTo>
                      <a:pt x="688" y="503"/>
                    </a:lnTo>
                    <a:lnTo>
                      <a:pt x="686" y="504"/>
                    </a:lnTo>
                    <a:lnTo>
                      <a:pt x="686" y="504"/>
                    </a:lnTo>
                    <a:lnTo>
                      <a:pt x="686" y="501"/>
                    </a:lnTo>
                    <a:lnTo>
                      <a:pt x="686" y="497"/>
                    </a:lnTo>
                    <a:close/>
                    <a:moveTo>
                      <a:pt x="723" y="620"/>
                    </a:moveTo>
                    <a:lnTo>
                      <a:pt x="722" y="620"/>
                    </a:lnTo>
                    <a:lnTo>
                      <a:pt x="722" y="621"/>
                    </a:lnTo>
                    <a:lnTo>
                      <a:pt x="720" y="621"/>
                    </a:lnTo>
                    <a:lnTo>
                      <a:pt x="720" y="621"/>
                    </a:lnTo>
                    <a:lnTo>
                      <a:pt x="718" y="621"/>
                    </a:lnTo>
                    <a:lnTo>
                      <a:pt x="713" y="621"/>
                    </a:lnTo>
                    <a:lnTo>
                      <a:pt x="712" y="621"/>
                    </a:lnTo>
                    <a:lnTo>
                      <a:pt x="712" y="621"/>
                    </a:lnTo>
                    <a:lnTo>
                      <a:pt x="710" y="621"/>
                    </a:lnTo>
                    <a:lnTo>
                      <a:pt x="710" y="623"/>
                    </a:lnTo>
                    <a:lnTo>
                      <a:pt x="710" y="623"/>
                    </a:lnTo>
                    <a:lnTo>
                      <a:pt x="708" y="623"/>
                    </a:lnTo>
                    <a:lnTo>
                      <a:pt x="708" y="623"/>
                    </a:lnTo>
                    <a:lnTo>
                      <a:pt x="706" y="623"/>
                    </a:lnTo>
                    <a:lnTo>
                      <a:pt x="706" y="623"/>
                    </a:lnTo>
                    <a:lnTo>
                      <a:pt x="706" y="623"/>
                    </a:lnTo>
                    <a:lnTo>
                      <a:pt x="705" y="623"/>
                    </a:lnTo>
                    <a:lnTo>
                      <a:pt x="705" y="623"/>
                    </a:lnTo>
                    <a:lnTo>
                      <a:pt x="705" y="623"/>
                    </a:lnTo>
                    <a:lnTo>
                      <a:pt x="703" y="627"/>
                    </a:lnTo>
                    <a:lnTo>
                      <a:pt x="703" y="627"/>
                    </a:lnTo>
                    <a:lnTo>
                      <a:pt x="701" y="627"/>
                    </a:lnTo>
                    <a:lnTo>
                      <a:pt x="701" y="627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28"/>
                    </a:lnTo>
                    <a:lnTo>
                      <a:pt x="701" y="630"/>
                    </a:lnTo>
                    <a:lnTo>
                      <a:pt x="701" y="630"/>
                    </a:lnTo>
                    <a:lnTo>
                      <a:pt x="701" y="632"/>
                    </a:lnTo>
                    <a:lnTo>
                      <a:pt x="700" y="632"/>
                    </a:lnTo>
                    <a:lnTo>
                      <a:pt x="700" y="632"/>
                    </a:lnTo>
                    <a:lnTo>
                      <a:pt x="701" y="633"/>
                    </a:lnTo>
                    <a:lnTo>
                      <a:pt x="701" y="633"/>
                    </a:lnTo>
                    <a:lnTo>
                      <a:pt x="701" y="633"/>
                    </a:lnTo>
                    <a:lnTo>
                      <a:pt x="701" y="635"/>
                    </a:lnTo>
                    <a:lnTo>
                      <a:pt x="701" y="635"/>
                    </a:lnTo>
                    <a:lnTo>
                      <a:pt x="701" y="637"/>
                    </a:lnTo>
                    <a:lnTo>
                      <a:pt x="700" y="638"/>
                    </a:lnTo>
                    <a:lnTo>
                      <a:pt x="700" y="640"/>
                    </a:lnTo>
                    <a:lnTo>
                      <a:pt x="700" y="640"/>
                    </a:lnTo>
                    <a:lnTo>
                      <a:pt x="700" y="640"/>
                    </a:lnTo>
                    <a:lnTo>
                      <a:pt x="696" y="642"/>
                    </a:lnTo>
                    <a:lnTo>
                      <a:pt x="696" y="642"/>
                    </a:lnTo>
                    <a:lnTo>
                      <a:pt x="696" y="644"/>
                    </a:lnTo>
                    <a:lnTo>
                      <a:pt x="696" y="645"/>
                    </a:lnTo>
                    <a:lnTo>
                      <a:pt x="696" y="650"/>
                    </a:lnTo>
                    <a:lnTo>
                      <a:pt x="698" y="652"/>
                    </a:lnTo>
                    <a:lnTo>
                      <a:pt x="698" y="654"/>
                    </a:lnTo>
                    <a:lnTo>
                      <a:pt x="696" y="655"/>
                    </a:lnTo>
                    <a:lnTo>
                      <a:pt x="696" y="657"/>
                    </a:lnTo>
                    <a:lnTo>
                      <a:pt x="696" y="657"/>
                    </a:lnTo>
                    <a:lnTo>
                      <a:pt x="698" y="660"/>
                    </a:lnTo>
                    <a:lnTo>
                      <a:pt x="698" y="662"/>
                    </a:lnTo>
                    <a:lnTo>
                      <a:pt x="698" y="662"/>
                    </a:lnTo>
                    <a:lnTo>
                      <a:pt x="698" y="664"/>
                    </a:lnTo>
                    <a:lnTo>
                      <a:pt x="696" y="664"/>
                    </a:lnTo>
                    <a:lnTo>
                      <a:pt x="696" y="666"/>
                    </a:lnTo>
                    <a:lnTo>
                      <a:pt x="696" y="666"/>
                    </a:lnTo>
                    <a:lnTo>
                      <a:pt x="696" y="666"/>
                    </a:lnTo>
                    <a:lnTo>
                      <a:pt x="695" y="666"/>
                    </a:lnTo>
                    <a:lnTo>
                      <a:pt x="695" y="666"/>
                    </a:lnTo>
                    <a:lnTo>
                      <a:pt x="695" y="667"/>
                    </a:lnTo>
                    <a:lnTo>
                      <a:pt x="695" y="667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3" y="669"/>
                    </a:lnTo>
                    <a:lnTo>
                      <a:pt x="691" y="669"/>
                    </a:lnTo>
                    <a:lnTo>
                      <a:pt x="691" y="669"/>
                    </a:lnTo>
                    <a:lnTo>
                      <a:pt x="689" y="669"/>
                    </a:lnTo>
                    <a:lnTo>
                      <a:pt x="684" y="667"/>
                    </a:lnTo>
                    <a:lnTo>
                      <a:pt x="683" y="667"/>
                    </a:lnTo>
                    <a:lnTo>
                      <a:pt x="683" y="666"/>
                    </a:lnTo>
                    <a:lnTo>
                      <a:pt x="683" y="666"/>
                    </a:lnTo>
                    <a:lnTo>
                      <a:pt x="683" y="666"/>
                    </a:lnTo>
                    <a:lnTo>
                      <a:pt x="681" y="662"/>
                    </a:lnTo>
                    <a:lnTo>
                      <a:pt x="679" y="660"/>
                    </a:lnTo>
                    <a:lnTo>
                      <a:pt x="679" y="657"/>
                    </a:lnTo>
                    <a:lnTo>
                      <a:pt x="679" y="654"/>
                    </a:lnTo>
                    <a:lnTo>
                      <a:pt x="679" y="654"/>
                    </a:lnTo>
                    <a:lnTo>
                      <a:pt x="679" y="654"/>
                    </a:lnTo>
                    <a:lnTo>
                      <a:pt x="678" y="654"/>
                    </a:lnTo>
                    <a:lnTo>
                      <a:pt x="678" y="654"/>
                    </a:lnTo>
                    <a:lnTo>
                      <a:pt x="678" y="654"/>
                    </a:lnTo>
                    <a:lnTo>
                      <a:pt x="676" y="654"/>
                    </a:lnTo>
                    <a:lnTo>
                      <a:pt x="676" y="655"/>
                    </a:lnTo>
                    <a:lnTo>
                      <a:pt x="676" y="655"/>
                    </a:lnTo>
                    <a:lnTo>
                      <a:pt x="676" y="655"/>
                    </a:lnTo>
                    <a:lnTo>
                      <a:pt x="674" y="655"/>
                    </a:lnTo>
                    <a:lnTo>
                      <a:pt x="674" y="655"/>
                    </a:lnTo>
                    <a:lnTo>
                      <a:pt x="674" y="655"/>
                    </a:lnTo>
                    <a:lnTo>
                      <a:pt x="671" y="652"/>
                    </a:lnTo>
                    <a:lnTo>
                      <a:pt x="671" y="652"/>
                    </a:lnTo>
                    <a:lnTo>
                      <a:pt x="671" y="652"/>
                    </a:lnTo>
                    <a:lnTo>
                      <a:pt x="671" y="650"/>
                    </a:lnTo>
                    <a:lnTo>
                      <a:pt x="671" y="650"/>
                    </a:lnTo>
                    <a:lnTo>
                      <a:pt x="671" y="649"/>
                    </a:lnTo>
                    <a:lnTo>
                      <a:pt x="671" y="649"/>
                    </a:lnTo>
                    <a:lnTo>
                      <a:pt x="671" y="649"/>
                    </a:lnTo>
                    <a:lnTo>
                      <a:pt x="669" y="647"/>
                    </a:lnTo>
                    <a:lnTo>
                      <a:pt x="669" y="647"/>
                    </a:lnTo>
                    <a:lnTo>
                      <a:pt x="669" y="645"/>
                    </a:lnTo>
                    <a:lnTo>
                      <a:pt x="669" y="644"/>
                    </a:lnTo>
                    <a:lnTo>
                      <a:pt x="669" y="642"/>
                    </a:lnTo>
                    <a:lnTo>
                      <a:pt x="669" y="640"/>
                    </a:lnTo>
                    <a:lnTo>
                      <a:pt x="669" y="638"/>
                    </a:lnTo>
                    <a:lnTo>
                      <a:pt x="669" y="635"/>
                    </a:lnTo>
                    <a:lnTo>
                      <a:pt x="669" y="633"/>
                    </a:lnTo>
                    <a:lnTo>
                      <a:pt x="669" y="630"/>
                    </a:lnTo>
                    <a:lnTo>
                      <a:pt x="671" y="627"/>
                    </a:lnTo>
                    <a:lnTo>
                      <a:pt x="671" y="627"/>
                    </a:lnTo>
                    <a:lnTo>
                      <a:pt x="671" y="623"/>
                    </a:lnTo>
                    <a:lnTo>
                      <a:pt x="672" y="623"/>
                    </a:lnTo>
                    <a:lnTo>
                      <a:pt x="672" y="623"/>
                    </a:lnTo>
                    <a:lnTo>
                      <a:pt x="671" y="621"/>
                    </a:lnTo>
                    <a:lnTo>
                      <a:pt x="671" y="621"/>
                    </a:lnTo>
                    <a:lnTo>
                      <a:pt x="671" y="621"/>
                    </a:lnTo>
                    <a:lnTo>
                      <a:pt x="671" y="620"/>
                    </a:lnTo>
                    <a:lnTo>
                      <a:pt x="672" y="620"/>
                    </a:lnTo>
                    <a:lnTo>
                      <a:pt x="672" y="620"/>
                    </a:lnTo>
                    <a:lnTo>
                      <a:pt x="672" y="618"/>
                    </a:lnTo>
                    <a:lnTo>
                      <a:pt x="674" y="618"/>
                    </a:lnTo>
                    <a:lnTo>
                      <a:pt x="683" y="611"/>
                    </a:lnTo>
                    <a:lnTo>
                      <a:pt x="698" y="603"/>
                    </a:lnTo>
                    <a:lnTo>
                      <a:pt x="700" y="603"/>
                    </a:lnTo>
                    <a:lnTo>
                      <a:pt x="705" y="604"/>
                    </a:lnTo>
                    <a:lnTo>
                      <a:pt x="705" y="606"/>
                    </a:lnTo>
                    <a:lnTo>
                      <a:pt x="705" y="606"/>
                    </a:lnTo>
                    <a:lnTo>
                      <a:pt x="705" y="606"/>
                    </a:lnTo>
                    <a:lnTo>
                      <a:pt x="705" y="608"/>
                    </a:lnTo>
                    <a:lnTo>
                      <a:pt x="705" y="608"/>
                    </a:lnTo>
                    <a:lnTo>
                      <a:pt x="705" y="608"/>
                    </a:lnTo>
                    <a:lnTo>
                      <a:pt x="705" y="610"/>
                    </a:lnTo>
                    <a:lnTo>
                      <a:pt x="705" y="610"/>
                    </a:lnTo>
                    <a:lnTo>
                      <a:pt x="706" y="610"/>
                    </a:lnTo>
                    <a:lnTo>
                      <a:pt x="706" y="610"/>
                    </a:lnTo>
                    <a:lnTo>
                      <a:pt x="708" y="610"/>
                    </a:lnTo>
                    <a:lnTo>
                      <a:pt x="708" y="610"/>
                    </a:lnTo>
                    <a:lnTo>
                      <a:pt x="708" y="611"/>
                    </a:lnTo>
                    <a:lnTo>
                      <a:pt x="710" y="611"/>
                    </a:lnTo>
                    <a:lnTo>
                      <a:pt x="710" y="611"/>
                    </a:lnTo>
                    <a:lnTo>
                      <a:pt x="710" y="611"/>
                    </a:lnTo>
                    <a:lnTo>
                      <a:pt x="710" y="613"/>
                    </a:lnTo>
                    <a:lnTo>
                      <a:pt x="710" y="613"/>
                    </a:lnTo>
                    <a:lnTo>
                      <a:pt x="710" y="613"/>
                    </a:lnTo>
                    <a:lnTo>
                      <a:pt x="712" y="613"/>
                    </a:lnTo>
                    <a:lnTo>
                      <a:pt x="715" y="615"/>
                    </a:lnTo>
                    <a:lnTo>
                      <a:pt x="717" y="616"/>
                    </a:lnTo>
                    <a:lnTo>
                      <a:pt x="717" y="616"/>
                    </a:lnTo>
                    <a:lnTo>
                      <a:pt x="718" y="616"/>
                    </a:lnTo>
                    <a:lnTo>
                      <a:pt x="723" y="618"/>
                    </a:lnTo>
                    <a:lnTo>
                      <a:pt x="723" y="618"/>
                    </a:lnTo>
                    <a:lnTo>
                      <a:pt x="723" y="618"/>
                    </a:lnTo>
                    <a:lnTo>
                      <a:pt x="723" y="620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12">
                <a:extLst>
                  <a:ext uri="{FF2B5EF4-FFF2-40B4-BE49-F238E27FC236}">
                    <a16:creationId xmlns:a16="http://schemas.microsoft.com/office/drawing/2014/main" id="{93E760B8-BDA3-4388-8572-C18C931D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5811" y="6974600"/>
                <a:ext cx="107150" cy="130962"/>
              </a:xfrm>
              <a:custGeom>
                <a:avLst/>
                <a:gdLst>
                  <a:gd name="T0" fmla="*/ 48 w 54"/>
                  <a:gd name="T1" fmla="*/ 13 h 66"/>
                  <a:gd name="T2" fmla="*/ 43 w 54"/>
                  <a:gd name="T3" fmla="*/ 10 h 66"/>
                  <a:gd name="T4" fmla="*/ 41 w 54"/>
                  <a:gd name="T5" fmla="*/ 10 h 66"/>
                  <a:gd name="T6" fmla="*/ 41 w 54"/>
                  <a:gd name="T7" fmla="*/ 8 h 66"/>
                  <a:gd name="T8" fmla="*/ 39 w 54"/>
                  <a:gd name="T9" fmla="*/ 7 h 66"/>
                  <a:gd name="T10" fmla="*/ 36 w 54"/>
                  <a:gd name="T11" fmla="*/ 7 h 66"/>
                  <a:gd name="T12" fmla="*/ 36 w 54"/>
                  <a:gd name="T13" fmla="*/ 5 h 66"/>
                  <a:gd name="T14" fmla="*/ 36 w 54"/>
                  <a:gd name="T15" fmla="*/ 3 h 66"/>
                  <a:gd name="T16" fmla="*/ 31 w 54"/>
                  <a:gd name="T17" fmla="*/ 0 h 66"/>
                  <a:gd name="T18" fmla="*/ 5 w 54"/>
                  <a:gd name="T19" fmla="*/ 15 h 66"/>
                  <a:gd name="T20" fmla="*/ 3 w 54"/>
                  <a:gd name="T21" fmla="*/ 17 h 66"/>
                  <a:gd name="T22" fmla="*/ 2 w 54"/>
                  <a:gd name="T23" fmla="*/ 18 h 66"/>
                  <a:gd name="T24" fmla="*/ 3 w 54"/>
                  <a:gd name="T25" fmla="*/ 20 h 66"/>
                  <a:gd name="T26" fmla="*/ 2 w 54"/>
                  <a:gd name="T27" fmla="*/ 24 h 66"/>
                  <a:gd name="T28" fmla="*/ 0 w 54"/>
                  <a:gd name="T29" fmla="*/ 32 h 66"/>
                  <a:gd name="T30" fmla="*/ 0 w 54"/>
                  <a:gd name="T31" fmla="*/ 39 h 66"/>
                  <a:gd name="T32" fmla="*/ 0 w 54"/>
                  <a:gd name="T33" fmla="*/ 44 h 66"/>
                  <a:gd name="T34" fmla="*/ 2 w 54"/>
                  <a:gd name="T35" fmla="*/ 46 h 66"/>
                  <a:gd name="T36" fmla="*/ 2 w 54"/>
                  <a:gd name="T37" fmla="*/ 47 h 66"/>
                  <a:gd name="T38" fmla="*/ 2 w 54"/>
                  <a:gd name="T39" fmla="*/ 49 h 66"/>
                  <a:gd name="T40" fmla="*/ 5 w 54"/>
                  <a:gd name="T41" fmla="*/ 52 h 66"/>
                  <a:gd name="T42" fmla="*/ 7 w 54"/>
                  <a:gd name="T43" fmla="*/ 52 h 66"/>
                  <a:gd name="T44" fmla="*/ 9 w 54"/>
                  <a:gd name="T45" fmla="*/ 51 h 66"/>
                  <a:gd name="T46" fmla="*/ 10 w 54"/>
                  <a:gd name="T47" fmla="*/ 51 h 66"/>
                  <a:gd name="T48" fmla="*/ 10 w 54"/>
                  <a:gd name="T49" fmla="*/ 57 h 66"/>
                  <a:gd name="T50" fmla="*/ 14 w 54"/>
                  <a:gd name="T51" fmla="*/ 63 h 66"/>
                  <a:gd name="T52" fmla="*/ 15 w 54"/>
                  <a:gd name="T53" fmla="*/ 64 h 66"/>
                  <a:gd name="T54" fmla="*/ 22 w 54"/>
                  <a:gd name="T55" fmla="*/ 66 h 66"/>
                  <a:gd name="T56" fmla="*/ 24 w 54"/>
                  <a:gd name="T57" fmla="*/ 66 h 66"/>
                  <a:gd name="T58" fmla="*/ 26 w 54"/>
                  <a:gd name="T59" fmla="*/ 64 h 66"/>
                  <a:gd name="T60" fmla="*/ 26 w 54"/>
                  <a:gd name="T61" fmla="*/ 63 h 66"/>
                  <a:gd name="T62" fmla="*/ 27 w 54"/>
                  <a:gd name="T63" fmla="*/ 63 h 66"/>
                  <a:gd name="T64" fmla="*/ 29 w 54"/>
                  <a:gd name="T65" fmla="*/ 59 h 66"/>
                  <a:gd name="T66" fmla="*/ 27 w 54"/>
                  <a:gd name="T67" fmla="*/ 54 h 66"/>
                  <a:gd name="T68" fmla="*/ 29 w 54"/>
                  <a:gd name="T69" fmla="*/ 51 h 66"/>
                  <a:gd name="T70" fmla="*/ 27 w 54"/>
                  <a:gd name="T71" fmla="*/ 42 h 66"/>
                  <a:gd name="T72" fmla="*/ 27 w 54"/>
                  <a:gd name="T73" fmla="*/ 39 h 66"/>
                  <a:gd name="T74" fmla="*/ 31 w 54"/>
                  <a:gd name="T75" fmla="*/ 37 h 66"/>
                  <a:gd name="T76" fmla="*/ 32 w 54"/>
                  <a:gd name="T77" fmla="*/ 32 h 66"/>
                  <a:gd name="T78" fmla="*/ 32 w 54"/>
                  <a:gd name="T79" fmla="*/ 30 h 66"/>
                  <a:gd name="T80" fmla="*/ 31 w 54"/>
                  <a:gd name="T81" fmla="*/ 29 h 66"/>
                  <a:gd name="T82" fmla="*/ 32 w 54"/>
                  <a:gd name="T83" fmla="*/ 27 h 66"/>
                  <a:gd name="T84" fmla="*/ 32 w 54"/>
                  <a:gd name="T85" fmla="*/ 25 h 66"/>
                  <a:gd name="T86" fmla="*/ 32 w 54"/>
                  <a:gd name="T87" fmla="*/ 24 h 66"/>
                  <a:gd name="T88" fmla="*/ 36 w 54"/>
                  <a:gd name="T89" fmla="*/ 20 h 66"/>
                  <a:gd name="T90" fmla="*/ 37 w 54"/>
                  <a:gd name="T91" fmla="*/ 20 h 66"/>
                  <a:gd name="T92" fmla="*/ 39 w 54"/>
                  <a:gd name="T93" fmla="*/ 20 h 66"/>
                  <a:gd name="T94" fmla="*/ 41 w 54"/>
                  <a:gd name="T95" fmla="*/ 20 h 66"/>
                  <a:gd name="T96" fmla="*/ 43 w 54"/>
                  <a:gd name="T97" fmla="*/ 18 h 66"/>
                  <a:gd name="T98" fmla="*/ 51 w 54"/>
                  <a:gd name="T99" fmla="*/ 18 h 66"/>
                  <a:gd name="T100" fmla="*/ 53 w 54"/>
                  <a:gd name="T101" fmla="*/ 17 h 66"/>
                  <a:gd name="T102" fmla="*/ 54 w 54"/>
                  <a:gd name="T103" fmla="*/ 1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" h="66">
                    <a:moveTo>
                      <a:pt x="54" y="15"/>
                    </a:moveTo>
                    <a:lnTo>
                      <a:pt x="49" y="13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6" y="12"/>
                    </a:lnTo>
                    <a:lnTo>
                      <a:pt x="43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14" y="8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2" y="20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4"/>
                    </a:lnTo>
                    <a:lnTo>
                      <a:pt x="10" y="57"/>
                    </a:lnTo>
                    <a:lnTo>
                      <a:pt x="12" y="59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4"/>
                    </a:lnTo>
                    <a:lnTo>
                      <a:pt x="15" y="64"/>
                    </a:lnTo>
                    <a:lnTo>
                      <a:pt x="20" y="66"/>
                    </a:lnTo>
                    <a:lnTo>
                      <a:pt x="22" y="66"/>
                    </a:lnTo>
                    <a:lnTo>
                      <a:pt x="22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1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7" y="47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5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3" y="18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4" y="15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accent1">
                    <a:lumMod val="60000"/>
                    <a:lumOff val="40000"/>
                    <a:alpha val="30000"/>
                  </a:schemeClr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BA24551-0EEF-489F-936C-99A9E67FA213}"/>
              </a:ext>
            </a:extLst>
          </p:cNvPr>
          <p:cNvGrpSpPr/>
          <p:nvPr/>
        </p:nvGrpSpPr>
        <p:grpSpPr>
          <a:xfrm>
            <a:off x="4740180" y="3215272"/>
            <a:ext cx="2439409" cy="1284266"/>
            <a:chOff x="4740180" y="3215272"/>
            <a:chExt cx="2439409" cy="1284266"/>
          </a:xfrm>
        </p:grpSpPr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A29775-C224-49A7-B6BB-22B88339BCF9}"/>
                </a:ext>
              </a:extLst>
            </p:cNvPr>
            <p:cNvGrpSpPr/>
            <p:nvPr/>
          </p:nvGrpSpPr>
          <p:grpSpPr>
            <a:xfrm>
              <a:off x="6035453" y="4012718"/>
              <a:ext cx="204692" cy="204686"/>
              <a:chOff x="5688290" y="3559386"/>
              <a:chExt cx="163092" cy="163092"/>
            </a:xfrm>
          </p:grpSpPr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26CB9594-1C18-4105-BDAC-02F907D5FD79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6984916-A811-47B1-B336-648E52C7C809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222739DE-9A5F-43AA-BCB3-E002C2639A5E}"/>
                </a:ext>
              </a:extLst>
            </p:cNvPr>
            <p:cNvGrpSpPr/>
            <p:nvPr/>
          </p:nvGrpSpPr>
          <p:grpSpPr>
            <a:xfrm>
              <a:off x="6939474" y="4294852"/>
              <a:ext cx="204692" cy="204686"/>
              <a:chOff x="5688290" y="3559386"/>
              <a:chExt cx="163092" cy="163092"/>
            </a:xfrm>
          </p:grpSpPr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EF54B85A-2B3B-4BF7-BE16-A16A235457DA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36AB4334-C1AC-4C33-BBB9-859417AA569B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FEB2C1AC-7624-4C4E-B670-5AADAE27CC5B}"/>
                </a:ext>
              </a:extLst>
            </p:cNvPr>
            <p:cNvGrpSpPr/>
            <p:nvPr/>
          </p:nvGrpSpPr>
          <p:grpSpPr>
            <a:xfrm>
              <a:off x="4740180" y="3970061"/>
              <a:ext cx="204692" cy="204686"/>
              <a:chOff x="5688290" y="3559386"/>
              <a:chExt cx="163092" cy="163092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A094DB6D-0243-44FB-A870-34545DD6F131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7E63C083-3F57-4E9E-BB2B-DDD44522B1DD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3724C806-C726-47DB-B4BD-C0468196D9C0}"/>
                </a:ext>
              </a:extLst>
            </p:cNvPr>
            <p:cNvGrpSpPr/>
            <p:nvPr/>
          </p:nvGrpSpPr>
          <p:grpSpPr>
            <a:xfrm>
              <a:off x="6974897" y="3419958"/>
              <a:ext cx="204692" cy="204686"/>
              <a:chOff x="5688290" y="3559386"/>
              <a:chExt cx="163092" cy="163092"/>
            </a:xfrm>
          </p:grpSpPr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C93DFD0B-6003-4C49-9F37-4B46B4D4E3A5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2C3617E-4D9C-4373-B06B-BF23F8BA504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FEA993E3-FE78-45FD-8938-DB7FE6E5AEE9}"/>
                </a:ext>
              </a:extLst>
            </p:cNvPr>
            <p:cNvGrpSpPr/>
            <p:nvPr/>
          </p:nvGrpSpPr>
          <p:grpSpPr>
            <a:xfrm>
              <a:off x="5830761" y="3215272"/>
              <a:ext cx="204692" cy="204686"/>
              <a:chOff x="5688290" y="3559386"/>
              <a:chExt cx="163092" cy="163092"/>
            </a:xfrm>
          </p:grpSpPr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838394C7-B89E-4D81-B358-9E2ACD6447F0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DCAC835E-1396-49E8-8C0C-C7A6DBA0F5D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85" name="Rectangle 184">
            <a:extLst>
              <a:ext uri="{FF2B5EF4-FFF2-40B4-BE49-F238E27FC236}">
                <a16:creationId xmlns:a16="http://schemas.microsoft.com/office/drawing/2014/main" id="{45626686-18FE-4BC6-BC77-43B2C6A2E088}"/>
              </a:ext>
            </a:extLst>
          </p:cNvPr>
          <p:cNvSpPr/>
          <p:nvPr/>
        </p:nvSpPr>
        <p:spPr>
          <a:xfrm>
            <a:off x="2564464" y="1079998"/>
            <a:ext cx="706307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Detailed Information From Australia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C4F8384-360D-4A33-AC3C-B7568FDD2B25}"/>
              </a:ext>
            </a:extLst>
          </p:cNvPr>
          <p:cNvGrpSpPr/>
          <p:nvPr/>
        </p:nvGrpSpPr>
        <p:grpSpPr>
          <a:xfrm>
            <a:off x="8949754" y="4081014"/>
            <a:ext cx="2613418" cy="1427570"/>
            <a:chOff x="2474776" y="3811234"/>
            <a:chExt cx="2357574" cy="1287816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90F8B82A-88BC-44B4-8664-28C0AAA048EB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167" name="Rectangle: Rounded Corners 166">
                <a:extLst>
                  <a:ext uri="{FF2B5EF4-FFF2-40B4-BE49-F238E27FC236}">
                    <a16:creationId xmlns:a16="http://schemas.microsoft.com/office/drawing/2014/main" id="{38CE75D2-DA92-4C43-8211-42FC0DADA2C8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168" name="Group 167">
                <a:extLst>
                  <a:ext uri="{FF2B5EF4-FFF2-40B4-BE49-F238E27FC236}">
                    <a16:creationId xmlns:a16="http://schemas.microsoft.com/office/drawing/2014/main" id="{928C6E76-83CB-47E2-928C-1C9F73BFF95E}"/>
                  </a:ext>
                </a:extLst>
              </p:cNvPr>
              <p:cNvGrpSpPr/>
              <p:nvPr/>
            </p:nvGrpSpPr>
            <p:grpSpPr>
              <a:xfrm>
                <a:off x="10317489" y="3977640"/>
                <a:ext cx="129542" cy="1417320"/>
                <a:chOff x="10576560" y="3977640"/>
                <a:chExt cx="213363" cy="1417320"/>
              </a:xfrm>
            </p:grpSpPr>
            <p:sp>
              <p:nvSpPr>
                <p:cNvPr id="169" name="Rectangle: Rounded Corners 168">
                  <a:extLst>
                    <a:ext uri="{FF2B5EF4-FFF2-40B4-BE49-F238E27FC236}">
                      <a16:creationId xmlns:a16="http://schemas.microsoft.com/office/drawing/2014/main" id="{B6AEB27C-4885-4C90-9D9D-E161C91D75C1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170" name="Rectangle: Rounded Corners 169">
                  <a:extLst>
                    <a:ext uri="{FF2B5EF4-FFF2-40B4-BE49-F238E27FC236}">
                      <a16:creationId xmlns:a16="http://schemas.microsoft.com/office/drawing/2014/main" id="{B0BF1405-C362-4037-B9B0-872AFBB424AC}"/>
                    </a:ext>
                  </a:extLst>
                </p:cNvPr>
                <p:cNvSpPr/>
                <p:nvPr/>
              </p:nvSpPr>
              <p:spPr>
                <a:xfrm flipV="1">
                  <a:off x="10576563" y="4932151"/>
                  <a:ext cx="213360" cy="462808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287EFDB-D4AC-4F9C-9192-67EB8A5866C5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DDC4C352-CFBB-4531-95C9-0471558FF71C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165" name="Rectangle 164">
                  <a:extLst>
                    <a:ext uri="{FF2B5EF4-FFF2-40B4-BE49-F238E27FC236}">
                      <a16:creationId xmlns:a16="http://schemas.microsoft.com/office/drawing/2014/main" id="{778AF06F-5A56-40C3-A246-8C5F76EEB472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Finance</a:t>
                  </a:r>
                </a:p>
              </p:txBody>
            </p:sp>
            <p:sp>
              <p:nvSpPr>
                <p:cNvPr id="166" name="Rectangle 165">
                  <a:extLst>
                    <a:ext uri="{FF2B5EF4-FFF2-40B4-BE49-F238E27FC236}">
                      <a16:creationId xmlns:a16="http://schemas.microsoft.com/office/drawing/2014/main" id="{E10EC19A-15BA-4AEF-8D93-2074477B4805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DA53A514-1D81-481D-AC56-D8B9AB6E25B8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BF246821-37FB-4C0D-88C1-A20E0504909A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45DA0219-0E42-49E8-9546-40998A14667E}"/>
              </a:ext>
            </a:extLst>
          </p:cNvPr>
          <p:cNvGrpSpPr/>
          <p:nvPr/>
        </p:nvGrpSpPr>
        <p:grpSpPr>
          <a:xfrm>
            <a:off x="8949754" y="3032744"/>
            <a:ext cx="3034476" cy="846322"/>
            <a:chOff x="7750527" y="1716728"/>
            <a:chExt cx="3034476" cy="846322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23B1B982-10DB-43F8-90A4-DDB8CB3D6925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CDD4F78D-1CCD-49E6-B174-3B38168E69B6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BB178C60-16C3-45F2-BB00-F8F916F8AE9C}"/>
              </a:ext>
            </a:extLst>
          </p:cNvPr>
          <p:cNvGrpSpPr/>
          <p:nvPr/>
        </p:nvGrpSpPr>
        <p:grpSpPr>
          <a:xfrm>
            <a:off x="721490" y="3512959"/>
            <a:ext cx="2613418" cy="1427570"/>
            <a:chOff x="2474776" y="3811234"/>
            <a:chExt cx="2357574" cy="1287816"/>
          </a:xfrm>
        </p:grpSpPr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65ABA45F-90BB-4EBE-AB41-C6D5FF7D6875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323" name="Rectangle: Rounded Corners 322">
                <a:extLst>
                  <a:ext uri="{FF2B5EF4-FFF2-40B4-BE49-F238E27FC236}">
                    <a16:creationId xmlns:a16="http://schemas.microsoft.com/office/drawing/2014/main" id="{E49E8C6A-F161-4F1B-B4EA-B21379D236D3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324" name="Group 323">
                <a:extLst>
                  <a:ext uri="{FF2B5EF4-FFF2-40B4-BE49-F238E27FC236}">
                    <a16:creationId xmlns:a16="http://schemas.microsoft.com/office/drawing/2014/main" id="{B500F4B0-A2CD-4E68-A0F9-72929D65C192}"/>
                  </a:ext>
                </a:extLst>
              </p:cNvPr>
              <p:cNvGrpSpPr/>
              <p:nvPr/>
            </p:nvGrpSpPr>
            <p:grpSpPr>
              <a:xfrm>
                <a:off x="10317489" y="3977640"/>
                <a:ext cx="129542" cy="1417320"/>
                <a:chOff x="10576560" y="3977640"/>
                <a:chExt cx="213363" cy="1417320"/>
              </a:xfrm>
            </p:grpSpPr>
            <p:sp>
              <p:nvSpPr>
                <p:cNvPr id="325" name="Rectangle: Rounded Corners 324">
                  <a:extLst>
                    <a:ext uri="{FF2B5EF4-FFF2-40B4-BE49-F238E27FC236}">
                      <a16:creationId xmlns:a16="http://schemas.microsoft.com/office/drawing/2014/main" id="{4BFDCF7E-25C2-4AAA-82C2-C86516FC9E88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326" name="Rectangle: Rounded Corners 325">
                  <a:extLst>
                    <a:ext uri="{FF2B5EF4-FFF2-40B4-BE49-F238E27FC236}">
                      <a16:creationId xmlns:a16="http://schemas.microsoft.com/office/drawing/2014/main" id="{AD201FD3-824B-4B8A-BB81-559D80E7AA64}"/>
                    </a:ext>
                  </a:extLst>
                </p:cNvPr>
                <p:cNvSpPr/>
                <p:nvPr/>
              </p:nvSpPr>
              <p:spPr>
                <a:xfrm flipV="1">
                  <a:off x="10576563" y="4932151"/>
                  <a:ext cx="213360" cy="462808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1B5B44D-D58A-4B41-A56D-66431917CF44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D546446C-5884-4B41-8F65-7E2834BCF812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321" name="Rectangle 320">
                  <a:extLst>
                    <a:ext uri="{FF2B5EF4-FFF2-40B4-BE49-F238E27FC236}">
                      <a16:creationId xmlns:a16="http://schemas.microsoft.com/office/drawing/2014/main" id="{99628EE8-D741-42DA-BB93-B4B9BD4DC7FE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Finance</a:t>
                  </a:r>
                </a:p>
              </p:txBody>
            </p: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EBBEA4A7-CF1B-4DDF-ADF6-483E893FAE17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39F70B4-3D6E-4C33-A06C-A4D194D17DDC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Rectangle 319">
                <a:extLst>
                  <a:ext uri="{FF2B5EF4-FFF2-40B4-BE49-F238E27FC236}">
                    <a16:creationId xmlns:a16="http://schemas.microsoft.com/office/drawing/2014/main" id="{7342E3D3-AE35-4EA1-8973-86C62828B523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47D00D8D-53AB-4C4F-A39A-91711D354B30}"/>
              </a:ext>
            </a:extLst>
          </p:cNvPr>
          <p:cNvGrpSpPr/>
          <p:nvPr/>
        </p:nvGrpSpPr>
        <p:grpSpPr>
          <a:xfrm>
            <a:off x="721490" y="2464689"/>
            <a:ext cx="3034476" cy="846322"/>
            <a:chOff x="7750527" y="1716728"/>
            <a:chExt cx="3034476" cy="846322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6E9CABC5-BC97-4561-91D9-2203490F381D}"/>
                </a:ext>
              </a:extLst>
            </p:cNvPr>
            <p:cNvSpPr/>
            <p:nvPr/>
          </p:nvSpPr>
          <p:spPr>
            <a:xfrm>
              <a:off x="7750527" y="2244501"/>
              <a:ext cx="3034476" cy="3185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5010DFC0-4979-437A-A6C5-5E2838A5072C}"/>
                </a:ext>
              </a:extLst>
            </p:cNvPr>
            <p:cNvSpPr/>
            <p:nvPr/>
          </p:nvSpPr>
          <p:spPr>
            <a:xfrm>
              <a:off x="7750527" y="1716728"/>
              <a:ext cx="3034476" cy="77098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6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0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1837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7" dur="10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8" dur="10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6" dur="10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7" dur="10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75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750"/>
                                            <p:tgtEl>
                                              <p:spTgt spid="1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0" grpId="0" animBg="1"/>
          <p:bldP spid="185" grpId="0"/>
          <p:bldP spid="18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75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750"/>
                                            <p:tgtEl>
                                              <p:spTgt spid="1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0" grpId="0" animBg="1"/>
          <p:bldP spid="185" grpId="0"/>
          <p:bldP spid="185" grpId="1"/>
        </p:bldLst>
      </p:timing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Freeform: Shape 378">
            <a:extLst>
              <a:ext uri="{FF2B5EF4-FFF2-40B4-BE49-F238E27FC236}">
                <a16:creationId xmlns:a16="http://schemas.microsoft.com/office/drawing/2014/main" id="{7DA7292B-3E5A-469A-9CD1-03E266B9AB94}"/>
              </a:ext>
            </a:extLst>
          </p:cNvPr>
          <p:cNvSpPr/>
          <p:nvPr/>
        </p:nvSpPr>
        <p:spPr>
          <a:xfrm>
            <a:off x="0" y="1"/>
            <a:ext cx="12017829" cy="6860822"/>
          </a:xfrm>
          <a:custGeom>
            <a:avLst/>
            <a:gdLst>
              <a:gd name="connsiteX0" fmla="*/ 0 w 11117943"/>
              <a:gd name="connsiteY0" fmla="*/ 0 h 6860822"/>
              <a:gd name="connsiteX1" fmla="*/ 867650 w 11117943"/>
              <a:gd name="connsiteY1" fmla="*/ 0 h 6860822"/>
              <a:gd name="connsiteX2" fmla="*/ 929499 w 11117943"/>
              <a:gd name="connsiteY2" fmla="*/ 131558 h 6860822"/>
              <a:gd name="connsiteX3" fmla="*/ 7318324 w 11117943"/>
              <a:gd name="connsiteY3" fmla="*/ 3047132 h 6860822"/>
              <a:gd name="connsiteX4" fmla="*/ 11117943 w 11117943"/>
              <a:gd name="connsiteY4" fmla="*/ 6860822 h 6860822"/>
              <a:gd name="connsiteX5" fmla="*/ 0 w 11117943"/>
              <a:gd name="connsiteY5" fmla="*/ 6860822 h 6860822"/>
              <a:gd name="connsiteX0" fmla="*/ 0 w 11117943"/>
              <a:gd name="connsiteY0" fmla="*/ 0 h 6860822"/>
              <a:gd name="connsiteX1" fmla="*/ 929499 w 11117943"/>
              <a:gd name="connsiteY1" fmla="*/ 1315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1814871 w 11117943"/>
              <a:gd name="connsiteY1" fmla="*/ 29958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318324 w 11117943"/>
              <a:gd name="connsiteY2" fmla="*/ 3047132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  <a:gd name="connsiteX0" fmla="*/ 0 w 11117943"/>
              <a:gd name="connsiteY0" fmla="*/ 0 h 6860822"/>
              <a:gd name="connsiteX1" fmla="*/ 2903443 w 11117943"/>
              <a:gd name="connsiteY1" fmla="*/ 15444 h 6860822"/>
              <a:gd name="connsiteX2" fmla="*/ 7492495 w 11117943"/>
              <a:gd name="connsiteY2" fmla="*/ 3380960 h 6860822"/>
              <a:gd name="connsiteX3" fmla="*/ 11117943 w 11117943"/>
              <a:gd name="connsiteY3" fmla="*/ 6860822 h 6860822"/>
              <a:gd name="connsiteX4" fmla="*/ 0 w 11117943"/>
              <a:gd name="connsiteY4" fmla="*/ 6860822 h 6860822"/>
              <a:gd name="connsiteX5" fmla="*/ 0 w 11117943"/>
              <a:gd name="connsiteY5" fmla="*/ 0 h 6860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17943" h="6860822">
                <a:moveTo>
                  <a:pt x="0" y="0"/>
                </a:moveTo>
                <a:lnTo>
                  <a:pt x="2903443" y="15444"/>
                </a:lnTo>
                <a:cubicBezTo>
                  <a:pt x="1980577" y="4750511"/>
                  <a:pt x="6027983" y="3269051"/>
                  <a:pt x="7492495" y="3380960"/>
                </a:cubicBezTo>
                <a:cubicBezTo>
                  <a:pt x="9044648" y="3511181"/>
                  <a:pt x="10690595" y="4279566"/>
                  <a:pt x="11117943" y="6860822"/>
                </a:cubicBezTo>
                <a:lnTo>
                  <a:pt x="0" y="6860822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rgbClr val="3D1E66">
                  <a:alpha val="0"/>
                </a:srgbClr>
              </a:gs>
              <a:gs pos="41000">
                <a:schemeClr val="accent2">
                  <a:alpha val="20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70B9F1D-AE8A-4271-8248-7A24BCDC946F}"/>
              </a:ext>
            </a:extLst>
          </p:cNvPr>
          <p:cNvGrpSpPr/>
          <p:nvPr/>
        </p:nvGrpSpPr>
        <p:grpSpPr>
          <a:xfrm>
            <a:off x="3506476" y="5264132"/>
            <a:ext cx="5179044" cy="699403"/>
            <a:chOff x="4239302" y="4450463"/>
            <a:chExt cx="5210812" cy="70369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B2DC92EF-AC81-442D-B119-499528041794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2"/>
                </a:gs>
                <a:gs pos="99000">
                  <a:schemeClr val="accent2">
                    <a:alpha val="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B931B859-553E-49CB-85D7-73000D904219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 dirty="0"/>
            </a:p>
          </p:txBody>
        </p:sp>
      </p:grp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E653B086-2C99-4C23-AD7B-3A0D62566BC3}"/>
              </a:ext>
            </a:extLst>
          </p:cNvPr>
          <p:cNvSpPr/>
          <p:nvPr/>
        </p:nvSpPr>
        <p:spPr>
          <a:xfrm>
            <a:off x="3369525" y="2148115"/>
            <a:ext cx="5452950" cy="3643892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6D5ACC45-A034-4ABD-973E-F428589C2F4A}"/>
              </a:ext>
            </a:extLst>
          </p:cNvPr>
          <p:cNvGrpSpPr/>
          <p:nvPr/>
        </p:nvGrpSpPr>
        <p:grpSpPr>
          <a:xfrm>
            <a:off x="4235072" y="2837487"/>
            <a:ext cx="3721856" cy="2380448"/>
            <a:chOff x="4223657" y="2203189"/>
            <a:chExt cx="3744686" cy="2395050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42" name="Freeform 5">
              <a:extLst>
                <a:ext uri="{FF2B5EF4-FFF2-40B4-BE49-F238E27FC236}">
                  <a16:creationId xmlns:a16="http://schemas.microsoft.com/office/drawing/2014/main" id="{3C54B11D-E75A-45D3-B267-28D886BEF6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75742" y="2433181"/>
              <a:ext cx="642932" cy="631432"/>
            </a:xfrm>
            <a:custGeom>
              <a:avLst/>
              <a:gdLst>
                <a:gd name="T0" fmla="*/ 599 w 615"/>
                <a:gd name="T1" fmla="*/ 590 h 604"/>
                <a:gd name="T2" fmla="*/ 403 w 615"/>
                <a:gd name="T3" fmla="*/ 18 h 604"/>
                <a:gd name="T4" fmla="*/ 449 w 615"/>
                <a:gd name="T5" fmla="*/ 11 h 604"/>
                <a:gd name="T6" fmla="*/ 483 w 615"/>
                <a:gd name="T7" fmla="*/ 57 h 604"/>
                <a:gd name="T8" fmla="*/ 556 w 615"/>
                <a:gd name="T9" fmla="*/ 60 h 604"/>
                <a:gd name="T10" fmla="*/ 538 w 615"/>
                <a:gd name="T11" fmla="*/ 102 h 604"/>
                <a:gd name="T12" fmla="*/ 512 w 615"/>
                <a:gd name="T13" fmla="*/ 130 h 604"/>
                <a:gd name="T14" fmla="*/ 521 w 615"/>
                <a:gd name="T15" fmla="*/ 161 h 604"/>
                <a:gd name="T16" fmla="*/ 521 w 615"/>
                <a:gd name="T17" fmla="*/ 185 h 604"/>
                <a:gd name="T18" fmla="*/ 528 w 615"/>
                <a:gd name="T19" fmla="*/ 199 h 604"/>
                <a:gd name="T20" fmla="*/ 521 w 615"/>
                <a:gd name="T21" fmla="*/ 220 h 604"/>
                <a:gd name="T22" fmla="*/ 528 w 615"/>
                <a:gd name="T23" fmla="*/ 247 h 604"/>
                <a:gd name="T24" fmla="*/ 540 w 615"/>
                <a:gd name="T25" fmla="*/ 284 h 604"/>
                <a:gd name="T26" fmla="*/ 547 w 615"/>
                <a:gd name="T27" fmla="*/ 311 h 604"/>
                <a:gd name="T28" fmla="*/ 553 w 615"/>
                <a:gd name="T29" fmla="*/ 343 h 604"/>
                <a:gd name="T30" fmla="*/ 585 w 615"/>
                <a:gd name="T31" fmla="*/ 334 h 604"/>
                <a:gd name="T32" fmla="*/ 564 w 615"/>
                <a:gd name="T33" fmla="*/ 364 h 604"/>
                <a:gd name="T34" fmla="*/ 534 w 615"/>
                <a:gd name="T35" fmla="*/ 384 h 604"/>
                <a:gd name="T36" fmla="*/ 548 w 615"/>
                <a:gd name="T37" fmla="*/ 431 h 604"/>
                <a:gd name="T38" fmla="*/ 541 w 615"/>
                <a:gd name="T39" fmla="*/ 479 h 604"/>
                <a:gd name="T40" fmla="*/ 550 w 615"/>
                <a:gd name="T41" fmla="*/ 519 h 604"/>
                <a:gd name="T42" fmla="*/ 543 w 615"/>
                <a:gd name="T43" fmla="*/ 560 h 604"/>
                <a:gd name="T44" fmla="*/ 508 w 615"/>
                <a:gd name="T45" fmla="*/ 539 h 604"/>
                <a:gd name="T46" fmla="*/ 486 w 615"/>
                <a:gd name="T47" fmla="*/ 492 h 604"/>
                <a:gd name="T48" fmla="*/ 475 w 615"/>
                <a:gd name="T49" fmla="*/ 460 h 604"/>
                <a:gd name="T50" fmla="*/ 458 w 615"/>
                <a:gd name="T51" fmla="*/ 413 h 604"/>
                <a:gd name="T52" fmla="*/ 431 w 615"/>
                <a:gd name="T53" fmla="*/ 388 h 604"/>
                <a:gd name="T54" fmla="*/ 417 w 615"/>
                <a:gd name="T55" fmla="*/ 405 h 604"/>
                <a:gd name="T56" fmla="*/ 386 w 615"/>
                <a:gd name="T57" fmla="*/ 447 h 604"/>
                <a:gd name="T58" fmla="*/ 363 w 615"/>
                <a:gd name="T59" fmla="*/ 458 h 604"/>
                <a:gd name="T60" fmla="*/ 357 w 615"/>
                <a:gd name="T61" fmla="*/ 442 h 604"/>
                <a:gd name="T62" fmla="*/ 324 w 615"/>
                <a:gd name="T63" fmla="*/ 441 h 604"/>
                <a:gd name="T64" fmla="*/ 284 w 615"/>
                <a:gd name="T65" fmla="*/ 423 h 604"/>
                <a:gd name="T66" fmla="*/ 265 w 615"/>
                <a:gd name="T67" fmla="*/ 437 h 604"/>
                <a:gd name="T68" fmla="*/ 204 w 615"/>
                <a:gd name="T69" fmla="*/ 403 h 604"/>
                <a:gd name="T70" fmla="*/ 144 w 615"/>
                <a:gd name="T71" fmla="*/ 439 h 604"/>
                <a:gd name="T72" fmla="*/ 93 w 615"/>
                <a:gd name="T73" fmla="*/ 443 h 604"/>
                <a:gd name="T74" fmla="*/ 93 w 615"/>
                <a:gd name="T75" fmla="*/ 410 h 604"/>
                <a:gd name="T76" fmla="*/ 136 w 615"/>
                <a:gd name="T77" fmla="*/ 360 h 604"/>
                <a:gd name="T78" fmla="*/ 184 w 615"/>
                <a:gd name="T79" fmla="*/ 335 h 604"/>
                <a:gd name="T80" fmla="*/ 216 w 615"/>
                <a:gd name="T81" fmla="*/ 339 h 604"/>
                <a:gd name="T82" fmla="*/ 234 w 615"/>
                <a:gd name="T83" fmla="*/ 306 h 604"/>
                <a:gd name="T84" fmla="*/ 249 w 615"/>
                <a:gd name="T85" fmla="*/ 273 h 604"/>
                <a:gd name="T86" fmla="*/ 218 w 615"/>
                <a:gd name="T87" fmla="*/ 240 h 604"/>
                <a:gd name="T88" fmla="*/ 213 w 615"/>
                <a:gd name="T89" fmla="*/ 222 h 604"/>
                <a:gd name="T90" fmla="*/ 206 w 615"/>
                <a:gd name="T91" fmla="*/ 194 h 604"/>
                <a:gd name="T92" fmla="*/ 191 w 615"/>
                <a:gd name="T93" fmla="*/ 191 h 604"/>
                <a:gd name="T94" fmla="*/ 169 w 615"/>
                <a:gd name="T95" fmla="*/ 160 h 604"/>
                <a:gd name="T96" fmla="*/ 142 w 615"/>
                <a:gd name="T97" fmla="*/ 132 h 604"/>
                <a:gd name="T98" fmla="*/ 119 w 615"/>
                <a:gd name="T99" fmla="*/ 114 h 604"/>
                <a:gd name="T100" fmla="*/ 95 w 615"/>
                <a:gd name="T101" fmla="*/ 103 h 604"/>
                <a:gd name="T102" fmla="*/ 71 w 615"/>
                <a:gd name="T103" fmla="*/ 142 h 604"/>
                <a:gd name="T104" fmla="*/ 60 w 615"/>
                <a:gd name="T105" fmla="*/ 142 h 604"/>
                <a:gd name="T106" fmla="*/ 54 w 615"/>
                <a:gd name="T107" fmla="*/ 115 h 604"/>
                <a:gd name="T108" fmla="*/ 8 w 615"/>
                <a:gd name="T109" fmla="*/ 96 h 604"/>
                <a:gd name="T110" fmla="*/ 35 w 615"/>
                <a:gd name="T111" fmla="*/ 84 h 604"/>
                <a:gd name="T112" fmla="*/ 93 w 615"/>
                <a:gd name="T113" fmla="*/ 39 h 604"/>
                <a:gd name="T114" fmla="*/ 148 w 615"/>
                <a:gd name="T115" fmla="*/ 46 h 604"/>
                <a:gd name="T116" fmla="*/ 184 w 615"/>
                <a:gd name="T117" fmla="*/ 87 h 604"/>
                <a:gd name="T118" fmla="*/ 256 w 615"/>
                <a:gd name="T119" fmla="*/ 78 h 604"/>
                <a:gd name="T120" fmla="*/ 303 w 615"/>
                <a:gd name="T121" fmla="*/ 66 h 604"/>
                <a:gd name="T122" fmla="*/ 352 w 615"/>
                <a:gd name="T123" fmla="*/ 31 h 604"/>
                <a:gd name="T124" fmla="*/ 401 w 615"/>
                <a:gd name="T125" fmla="*/ 16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5" h="604">
                  <a:moveTo>
                    <a:pt x="585" y="589"/>
                  </a:moveTo>
                  <a:lnTo>
                    <a:pt x="593" y="584"/>
                  </a:lnTo>
                  <a:lnTo>
                    <a:pt x="604" y="574"/>
                  </a:lnTo>
                  <a:lnTo>
                    <a:pt x="615" y="589"/>
                  </a:lnTo>
                  <a:lnTo>
                    <a:pt x="614" y="604"/>
                  </a:lnTo>
                  <a:lnTo>
                    <a:pt x="614" y="604"/>
                  </a:lnTo>
                  <a:lnTo>
                    <a:pt x="601" y="597"/>
                  </a:lnTo>
                  <a:lnTo>
                    <a:pt x="600" y="591"/>
                  </a:lnTo>
                  <a:lnTo>
                    <a:pt x="599" y="590"/>
                  </a:lnTo>
                  <a:lnTo>
                    <a:pt x="597" y="591"/>
                  </a:lnTo>
                  <a:lnTo>
                    <a:pt x="596" y="589"/>
                  </a:lnTo>
                  <a:lnTo>
                    <a:pt x="592" y="592"/>
                  </a:lnTo>
                  <a:lnTo>
                    <a:pt x="589" y="590"/>
                  </a:lnTo>
                  <a:lnTo>
                    <a:pt x="588" y="591"/>
                  </a:lnTo>
                  <a:lnTo>
                    <a:pt x="588" y="589"/>
                  </a:lnTo>
                  <a:lnTo>
                    <a:pt x="586" y="590"/>
                  </a:lnTo>
                  <a:lnTo>
                    <a:pt x="585" y="589"/>
                  </a:lnTo>
                  <a:close/>
                  <a:moveTo>
                    <a:pt x="403" y="18"/>
                  </a:moveTo>
                  <a:lnTo>
                    <a:pt x="406" y="17"/>
                  </a:lnTo>
                  <a:lnTo>
                    <a:pt x="412" y="9"/>
                  </a:lnTo>
                  <a:lnTo>
                    <a:pt x="420" y="9"/>
                  </a:lnTo>
                  <a:lnTo>
                    <a:pt x="428" y="5"/>
                  </a:lnTo>
                  <a:lnTo>
                    <a:pt x="430" y="6"/>
                  </a:lnTo>
                  <a:lnTo>
                    <a:pt x="433" y="12"/>
                  </a:lnTo>
                  <a:lnTo>
                    <a:pt x="434" y="13"/>
                  </a:lnTo>
                  <a:lnTo>
                    <a:pt x="443" y="11"/>
                  </a:lnTo>
                  <a:lnTo>
                    <a:pt x="449" y="11"/>
                  </a:lnTo>
                  <a:lnTo>
                    <a:pt x="454" y="13"/>
                  </a:lnTo>
                  <a:lnTo>
                    <a:pt x="459" y="16"/>
                  </a:lnTo>
                  <a:lnTo>
                    <a:pt x="460" y="20"/>
                  </a:lnTo>
                  <a:lnTo>
                    <a:pt x="458" y="30"/>
                  </a:lnTo>
                  <a:lnTo>
                    <a:pt x="460" y="36"/>
                  </a:lnTo>
                  <a:lnTo>
                    <a:pt x="463" y="40"/>
                  </a:lnTo>
                  <a:lnTo>
                    <a:pt x="470" y="43"/>
                  </a:lnTo>
                  <a:lnTo>
                    <a:pt x="478" y="53"/>
                  </a:lnTo>
                  <a:lnTo>
                    <a:pt x="483" y="57"/>
                  </a:lnTo>
                  <a:lnTo>
                    <a:pt x="487" y="57"/>
                  </a:lnTo>
                  <a:lnTo>
                    <a:pt x="509" y="59"/>
                  </a:lnTo>
                  <a:lnTo>
                    <a:pt x="528" y="63"/>
                  </a:lnTo>
                  <a:lnTo>
                    <a:pt x="529" y="63"/>
                  </a:lnTo>
                  <a:lnTo>
                    <a:pt x="531" y="57"/>
                  </a:lnTo>
                  <a:lnTo>
                    <a:pt x="533" y="54"/>
                  </a:lnTo>
                  <a:lnTo>
                    <a:pt x="537" y="51"/>
                  </a:lnTo>
                  <a:lnTo>
                    <a:pt x="540" y="50"/>
                  </a:lnTo>
                  <a:lnTo>
                    <a:pt x="556" y="60"/>
                  </a:lnTo>
                  <a:lnTo>
                    <a:pt x="556" y="60"/>
                  </a:lnTo>
                  <a:lnTo>
                    <a:pt x="555" y="71"/>
                  </a:lnTo>
                  <a:lnTo>
                    <a:pt x="553" y="75"/>
                  </a:lnTo>
                  <a:lnTo>
                    <a:pt x="554" y="85"/>
                  </a:lnTo>
                  <a:lnTo>
                    <a:pt x="549" y="87"/>
                  </a:lnTo>
                  <a:lnTo>
                    <a:pt x="545" y="95"/>
                  </a:lnTo>
                  <a:lnTo>
                    <a:pt x="545" y="98"/>
                  </a:lnTo>
                  <a:lnTo>
                    <a:pt x="543" y="101"/>
                  </a:lnTo>
                  <a:lnTo>
                    <a:pt x="538" y="102"/>
                  </a:lnTo>
                  <a:lnTo>
                    <a:pt x="538" y="106"/>
                  </a:lnTo>
                  <a:lnTo>
                    <a:pt x="536" y="109"/>
                  </a:lnTo>
                  <a:lnTo>
                    <a:pt x="530" y="106"/>
                  </a:lnTo>
                  <a:lnTo>
                    <a:pt x="527" y="109"/>
                  </a:lnTo>
                  <a:lnTo>
                    <a:pt x="527" y="117"/>
                  </a:lnTo>
                  <a:lnTo>
                    <a:pt x="524" y="124"/>
                  </a:lnTo>
                  <a:lnTo>
                    <a:pt x="518" y="127"/>
                  </a:lnTo>
                  <a:lnTo>
                    <a:pt x="512" y="127"/>
                  </a:lnTo>
                  <a:lnTo>
                    <a:pt x="512" y="130"/>
                  </a:lnTo>
                  <a:lnTo>
                    <a:pt x="510" y="132"/>
                  </a:lnTo>
                  <a:lnTo>
                    <a:pt x="508" y="136"/>
                  </a:lnTo>
                  <a:lnTo>
                    <a:pt x="509" y="139"/>
                  </a:lnTo>
                  <a:lnTo>
                    <a:pt x="512" y="139"/>
                  </a:lnTo>
                  <a:lnTo>
                    <a:pt x="509" y="142"/>
                  </a:lnTo>
                  <a:lnTo>
                    <a:pt x="512" y="147"/>
                  </a:lnTo>
                  <a:lnTo>
                    <a:pt x="512" y="155"/>
                  </a:lnTo>
                  <a:lnTo>
                    <a:pt x="513" y="161"/>
                  </a:lnTo>
                  <a:lnTo>
                    <a:pt x="521" y="161"/>
                  </a:lnTo>
                  <a:lnTo>
                    <a:pt x="521" y="161"/>
                  </a:lnTo>
                  <a:lnTo>
                    <a:pt x="521" y="168"/>
                  </a:lnTo>
                  <a:lnTo>
                    <a:pt x="522" y="172"/>
                  </a:lnTo>
                  <a:lnTo>
                    <a:pt x="519" y="174"/>
                  </a:lnTo>
                  <a:lnTo>
                    <a:pt x="516" y="174"/>
                  </a:lnTo>
                  <a:lnTo>
                    <a:pt x="515" y="178"/>
                  </a:lnTo>
                  <a:lnTo>
                    <a:pt x="518" y="180"/>
                  </a:lnTo>
                  <a:lnTo>
                    <a:pt x="518" y="182"/>
                  </a:lnTo>
                  <a:lnTo>
                    <a:pt x="521" y="185"/>
                  </a:lnTo>
                  <a:lnTo>
                    <a:pt x="521" y="187"/>
                  </a:lnTo>
                  <a:lnTo>
                    <a:pt x="523" y="188"/>
                  </a:lnTo>
                  <a:lnTo>
                    <a:pt x="524" y="188"/>
                  </a:lnTo>
                  <a:lnTo>
                    <a:pt x="525" y="188"/>
                  </a:lnTo>
                  <a:lnTo>
                    <a:pt x="526" y="191"/>
                  </a:lnTo>
                  <a:lnTo>
                    <a:pt x="529" y="191"/>
                  </a:lnTo>
                  <a:lnTo>
                    <a:pt x="532" y="196"/>
                  </a:lnTo>
                  <a:lnTo>
                    <a:pt x="530" y="198"/>
                  </a:lnTo>
                  <a:lnTo>
                    <a:pt x="528" y="199"/>
                  </a:lnTo>
                  <a:lnTo>
                    <a:pt x="527" y="202"/>
                  </a:lnTo>
                  <a:lnTo>
                    <a:pt x="528" y="208"/>
                  </a:lnTo>
                  <a:lnTo>
                    <a:pt x="529" y="209"/>
                  </a:lnTo>
                  <a:lnTo>
                    <a:pt x="529" y="212"/>
                  </a:lnTo>
                  <a:lnTo>
                    <a:pt x="530" y="213"/>
                  </a:lnTo>
                  <a:lnTo>
                    <a:pt x="529" y="214"/>
                  </a:lnTo>
                  <a:lnTo>
                    <a:pt x="528" y="217"/>
                  </a:lnTo>
                  <a:lnTo>
                    <a:pt x="521" y="217"/>
                  </a:lnTo>
                  <a:lnTo>
                    <a:pt x="521" y="220"/>
                  </a:lnTo>
                  <a:lnTo>
                    <a:pt x="524" y="221"/>
                  </a:lnTo>
                  <a:lnTo>
                    <a:pt x="532" y="223"/>
                  </a:lnTo>
                  <a:lnTo>
                    <a:pt x="533" y="234"/>
                  </a:lnTo>
                  <a:lnTo>
                    <a:pt x="530" y="237"/>
                  </a:lnTo>
                  <a:lnTo>
                    <a:pt x="529" y="236"/>
                  </a:lnTo>
                  <a:lnTo>
                    <a:pt x="528" y="237"/>
                  </a:lnTo>
                  <a:lnTo>
                    <a:pt x="529" y="238"/>
                  </a:lnTo>
                  <a:lnTo>
                    <a:pt x="526" y="244"/>
                  </a:lnTo>
                  <a:lnTo>
                    <a:pt x="528" y="247"/>
                  </a:lnTo>
                  <a:lnTo>
                    <a:pt x="527" y="251"/>
                  </a:lnTo>
                  <a:lnTo>
                    <a:pt x="523" y="254"/>
                  </a:lnTo>
                  <a:lnTo>
                    <a:pt x="522" y="256"/>
                  </a:lnTo>
                  <a:lnTo>
                    <a:pt x="525" y="256"/>
                  </a:lnTo>
                  <a:lnTo>
                    <a:pt x="527" y="260"/>
                  </a:lnTo>
                  <a:lnTo>
                    <a:pt x="529" y="264"/>
                  </a:lnTo>
                  <a:lnTo>
                    <a:pt x="537" y="267"/>
                  </a:lnTo>
                  <a:lnTo>
                    <a:pt x="538" y="282"/>
                  </a:lnTo>
                  <a:lnTo>
                    <a:pt x="540" y="284"/>
                  </a:lnTo>
                  <a:lnTo>
                    <a:pt x="542" y="286"/>
                  </a:lnTo>
                  <a:lnTo>
                    <a:pt x="542" y="289"/>
                  </a:lnTo>
                  <a:lnTo>
                    <a:pt x="548" y="291"/>
                  </a:lnTo>
                  <a:lnTo>
                    <a:pt x="548" y="294"/>
                  </a:lnTo>
                  <a:lnTo>
                    <a:pt x="546" y="297"/>
                  </a:lnTo>
                  <a:lnTo>
                    <a:pt x="547" y="300"/>
                  </a:lnTo>
                  <a:lnTo>
                    <a:pt x="547" y="307"/>
                  </a:lnTo>
                  <a:lnTo>
                    <a:pt x="548" y="308"/>
                  </a:lnTo>
                  <a:lnTo>
                    <a:pt x="547" y="311"/>
                  </a:lnTo>
                  <a:lnTo>
                    <a:pt x="545" y="319"/>
                  </a:lnTo>
                  <a:lnTo>
                    <a:pt x="547" y="324"/>
                  </a:lnTo>
                  <a:lnTo>
                    <a:pt x="549" y="325"/>
                  </a:lnTo>
                  <a:lnTo>
                    <a:pt x="551" y="328"/>
                  </a:lnTo>
                  <a:lnTo>
                    <a:pt x="554" y="330"/>
                  </a:lnTo>
                  <a:lnTo>
                    <a:pt x="554" y="333"/>
                  </a:lnTo>
                  <a:lnTo>
                    <a:pt x="551" y="340"/>
                  </a:lnTo>
                  <a:lnTo>
                    <a:pt x="552" y="342"/>
                  </a:lnTo>
                  <a:lnTo>
                    <a:pt x="553" y="343"/>
                  </a:lnTo>
                  <a:lnTo>
                    <a:pt x="554" y="344"/>
                  </a:lnTo>
                  <a:lnTo>
                    <a:pt x="565" y="341"/>
                  </a:lnTo>
                  <a:lnTo>
                    <a:pt x="570" y="343"/>
                  </a:lnTo>
                  <a:lnTo>
                    <a:pt x="571" y="341"/>
                  </a:lnTo>
                  <a:lnTo>
                    <a:pt x="574" y="341"/>
                  </a:lnTo>
                  <a:lnTo>
                    <a:pt x="575" y="339"/>
                  </a:lnTo>
                  <a:lnTo>
                    <a:pt x="581" y="337"/>
                  </a:lnTo>
                  <a:lnTo>
                    <a:pt x="582" y="333"/>
                  </a:lnTo>
                  <a:lnTo>
                    <a:pt x="585" y="334"/>
                  </a:lnTo>
                  <a:lnTo>
                    <a:pt x="581" y="342"/>
                  </a:lnTo>
                  <a:lnTo>
                    <a:pt x="580" y="346"/>
                  </a:lnTo>
                  <a:lnTo>
                    <a:pt x="577" y="349"/>
                  </a:lnTo>
                  <a:lnTo>
                    <a:pt x="574" y="352"/>
                  </a:lnTo>
                  <a:lnTo>
                    <a:pt x="574" y="354"/>
                  </a:lnTo>
                  <a:lnTo>
                    <a:pt x="570" y="355"/>
                  </a:lnTo>
                  <a:lnTo>
                    <a:pt x="567" y="360"/>
                  </a:lnTo>
                  <a:lnTo>
                    <a:pt x="567" y="363"/>
                  </a:lnTo>
                  <a:lnTo>
                    <a:pt x="564" y="364"/>
                  </a:lnTo>
                  <a:lnTo>
                    <a:pt x="565" y="368"/>
                  </a:lnTo>
                  <a:lnTo>
                    <a:pt x="564" y="372"/>
                  </a:lnTo>
                  <a:lnTo>
                    <a:pt x="558" y="376"/>
                  </a:lnTo>
                  <a:lnTo>
                    <a:pt x="554" y="380"/>
                  </a:lnTo>
                  <a:lnTo>
                    <a:pt x="545" y="383"/>
                  </a:lnTo>
                  <a:lnTo>
                    <a:pt x="544" y="384"/>
                  </a:lnTo>
                  <a:lnTo>
                    <a:pt x="540" y="387"/>
                  </a:lnTo>
                  <a:lnTo>
                    <a:pt x="537" y="384"/>
                  </a:lnTo>
                  <a:lnTo>
                    <a:pt x="534" y="384"/>
                  </a:lnTo>
                  <a:lnTo>
                    <a:pt x="532" y="384"/>
                  </a:lnTo>
                  <a:lnTo>
                    <a:pt x="535" y="390"/>
                  </a:lnTo>
                  <a:lnTo>
                    <a:pt x="537" y="398"/>
                  </a:lnTo>
                  <a:lnTo>
                    <a:pt x="543" y="404"/>
                  </a:lnTo>
                  <a:lnTo>
                    <a:pt x="543" y="408"/>
                  </a:lnTo>
                  <a:lnTo>
                    <a:pt x="542" y="413"/>
                  </a:lnTo>
                  <a:lnTo>
                    <a:pt x="545" y="419"/>
                  </a:lnTo>
                  <a:lnTo>
                    <a:pt x="543" y="425"/>
                  </a:lnTo>
                  <a:lnTo>
                    <a:pt x="548" y="431"/>
                  </a:lnTo>
                  <a:lnTo>
                    <a:pt x="548" y="431"/>
                  </a:lnTo>
                  <a:lnTo>
                    <a:pt x="550" y="435"/>
                  </a:lnTo>
                  <a:lnTo>
                    <a:pt x="546" y="442"/>
                  </a:lnTo>
                  <a:lnTo>
                    <a:pt x="546" y="446"/>
                  </a:lnTo>
                  <a:lnTo>
                    <a:pt x="539" y="454"/>
                  </a:lnTo>
                  <a:lnTo>
                    <a:pt x="537" y="459"/>
                  </a:lnTo>
                  <a:lnTo>
                    <a:pt x="539" y="467"/>
                  </a:lnTo>
                  <a:lnTo>
                    <a:pt x="542" y="472"/>
                  </a:lnTo>
                  <a:lnTo>
                    <a:pt x="541" y="479"/>
                  </a:lnTo>
                  <a:lnTo>
                    <a:pt x="543" y="487"/>
                  </a:lnTo>
                  <a:lnTo>
                    <a:pt x="545" y="494"/>
                  </a:lnTo>
                  <a:lnTo>
                    <a:pt x="545" y="496"/>
                  </a:lnTo>
                  <a:lnTo>
                    <a:pt x="542" y="502"/>
                  </a:lnTo>
                  <a:lnTo>
                    <a:pt x="541" y="504"/>
                  </a:lnTo>
                  <a:lnTo>
                    <a:pt x="543" y="515"/>
                  </a:lnTo>
                  <a:lnTo>
                    <a:pt x="543" y="516"/>
                  </a:lnTo>
                  <a:lnTo>
                    <a:pt x="548" y="517"/>
                  </a:lnTo>
                  <a:lnTo>
                    <a:pt x="550" y="519"/>
                  </a:lnTo>
                  <a:lnTo>
                    <a:pt x="553" y="530"/>
                  </a:lnTo>
                  <a:lnTo>
                    <a:pt x="553" y="537"/>
                  </a:lnTo>
                  <a:lnTo>
                    <a:pt x="551" y="543"/>
                  </a:lnTo>
                  <a:lnTo>
                    <a:pt x="552" y="548"/>
                  </a:lnTo>
                  <a:lnTo>
                    <a:pt x="553" y="553"/>
                  </a:lnTo>
                  <a:lnTo>
                    <a:pt x="551" y="558"/>
                  </a:lnTo>
                  <a:lnTo>
                    <a:pt x="551" y="558"/>
                  </a:lnTo>
                  <a:lnTo>
                    <a:pt x="546" y="561"/>
                  </a:lnTo>
                  <a:lnTo>
                    <a:pt x="543" y="560"/>
                  </a:lnTo>
                  <a:lnTo>
                    <a:pt x="539" y="561"/>
                  </a:lnTo>
                  <a:lnTo>
                    <a:pt x="538" y="559"/>
                  </a:lnTo>
                  <a:lnTo>
                    <a:pt x="536" y="560"/>
                  </a:lnTo>
                  <a:lnTo>
                    <a:pt x="534" y="559"/>
                  </a:lnTo>
                  <a:lnTo>
                    <a:pt x="518" y="554"/>
                  </a:lnTo>
                  <a:lnTo>
                    <a:pt x="511" y="551"/>
                  </a:lnTo>
                  <a:lnTo>
                    <a:pt x="510" y="544"/>
                  </a:lnTo>
                  <a:lnTo>
                    <a:pt x="508" y="543"/>
                  </a:lnTo>
                  <a:lnTo>
                    <a:pt x="508" y="539"/>
                  </a:lnTo>
                  <a:lnTo>
                    <a:pt x="500" y="530"/>
                  </a:lnTo>
                  <a:lnTo>
                    <a:pt x="501" y="528"/>
                  </a:lnTo>
                  <a:lnTo>
                    <a:pt x="499" y="526"/>
                  </a:lnTo>
                  <a:lnTo>
                    <a:pt x="499" y="526"/>
                  </a:lnTo>
                  <a:lnTo>
                    <a:pt x="496" y="521"/>
                  </a:lnTo>
                  <a:lnTo>
                    <a:pt x="494" y="519"/>
                  </a:lnTo>
                  <a:lnTo>
                    <a:pt x="493" y="515"/>
                  </a:lnTo>
                  <a:lnTo>
                    <a:pt x="492" y="502"/>
                  </a:lnTo>
                  <a:lnTo>
                    <a:pt x="486" y="492"/>
                  </a:lnTo>
                  <a:lnTo>
                    <a:pt x="486" y="487"/>
                  </a:lnTo>
                  <a:lnTo>
                    <a:pt x="484" y="483"/>
                  </a:lnTo>
                  <a:lnTo>
                    <a:pt x="485" y="480"/>
                  </a:lnTo>
                  <a:lnTo>
                    <a:pt x="483" y="473"/>
                  </a:lnTo>
                  <a:lnTo>
                    <a:pt x="482" y="472"/>
                  </a:lnTo>
                  <a:lnTo>
                    <a:pt x="477" y="471"/>
                  </a:lnTo>
                  <a:lnTo>
                    <a:pt x="477" y="470"/>
                  </a:lnTo>
                  <a:lnTo>
                    <a:pt x="478" y="464"/>
                  </a:lnTo>
                  <a:lnTo>
                    <a:pt x="475" y="460"/>
                  </a:lnTo>
                  <a:lnTo>
                    <a:pt x="473" y="447"/>
                  </a:lnTo>
                  <a:lnTo>
                    <a:pt x="474" y="443"/>
                  </a:lnTo>
                  <a:lnTo>
                    <a:pt x="472" y="436"/>
                  </a:lnTo>
                  <a:lnTo>
                    <a:pt x="466" y="428"/>
                  </a:lnTo>
                  <a:lnTo>
                    <a:pt x="465" y="429"/>
                  </a:lnTo>
                  <a:lnTo>
                    <a:pt x="463" y="428"/>
                  </a:lnTo>
                  <a:lnTo>
                    <a:pt x="459" y="420"/>
                  </a:lnTo>
                  <a:lnTo>
                    <a:pt x="459" y="417"/>
                  </a:lnTo>
                  <a:lnTo>
                    <a:pt x="458" y="413"/>
                  </a:lnTo>
                  <a:lnTo>
                    <a:pt x="462" y="406"/>
                  </a:lnTo>
                  <a:lnTo>
                    <a:pt x="458" y="404"/>
                  </a:lnTo>
                  <a:lnTo>
                    <a:pt x="453" y="398"/>
                  </a:lnTo>
                  <a:lnTo>
                    <a:pt x="446" y="395"/>
                  </a:lnTo>
                  <a:lnTo>
                    <a:pt x="445" y="393"/>
                  </a:lnTo>
                  <a:lnTo>
                    <a:pt x="439" y="395"/>
                  </a:lnTo>
                  <a:lnTo>
                    <a:pt x="439" y="393"/>
                  </a:lnTo>
                  <a:lnTo>
                    <a:pt x="432" y="393"/>
                  </a:lnTo>
                  <a:lnTo>
                    <a:pt x="431" y="388"/>
                  </a:lnTo>
                  <a:lnTo>
                    <a:pt x="423" y="389"/>
                  </a:lnTo>
                  <a:lnTo>
                    <a:pt x="422" y="395"/>
                  </a:lnTo>
                  <a:lnTo>
                    <a:pt x="419" y="395"/>
                  </a:lnTo>
                  <a:lnTo>
                    <a:pt x="419" y="396"/>
                  </a:lnTo>
                  <a:lnTo>
                    <a:pt x="417" y="398"/>
                  </a:lnTo>
                  <a:lnTo>
                    <a:pt x="417" y="401"/>
                  </a:lnTo>
                  <a:lnTo>
                    <a:pt x="416" y="401"/>
                  </a:lnTo>
                  <a:lnTo>
                    <a:pt x="416" y="402"/>
                  </a:lnTo>
                  <a:lnTo>
                    <a:pt x="417" y="405"/>
                  </a:lnTo>
                  <a:lnTo>
                    <a:pt x="412" y="405"/>
                  </a:lnTo>
                  <a:lnTo>
                    <a:pt x="406" y="404"/>
                  </a:lnTo>
                  <a:lnTo>
                    <a:pt x="406" y="404"/>
                  </a:lnTo>
                  <a:lnTo>
                    <a:pt x="399" y="428"/>
                  </a:lnTo>
                  <a:lnTo>
                    <a:pt x="389" y="435"/>
                  </a:lnTo>
                  <a:lnTo>
                    <a:pt x="387" y="440"/>
                  </a:lnTo>
                  <a:lnTo>
                    <a:pt x="387" y="444"/>
                  </a:lnTo>
                  <a:lnTo>
                    <a:pt x="387" y="447"/>
                  </a:lnTo>
                  <a:lnTo>
                    <a:pt x="386" y="447"/>
                  </a:lnTo>
                  <a:lnTo>
                    <a:pt x="386" y="454"/>
                  </a:lnTo>
                  <a:lnTo>
                    <a:pt x="387" y="455"/>
                  </a:lnTo>
                  <a:lnTo>
                    <a:pt x="387" y="459"/>
                  </a:lnTo>
                  <a:lnTo>
                    <a:pt x="378" y="458"/>
                  </a:lnTo>
                  <a:lnTo>
                    <a:pt x="378" y="460"/>
                  </a:lnTo>
                  <a:lnTo>
                    <a:pt x="372" y="464"/>
                  </a:lnTo>
                  <a:lnTo>
                    <a:pt x="368" y="463"/>
                  </a:lnTo>
                  <a:lnTo>
                    <a:pt x="365" y="464"/>
                  </a:lnTo>
                  <a:lnTo>
                    <a:pt x="363" y="458"/>
                  </a:lnTo>
                  <a:lnTo>
                    <a:pt x="360" y="455"/>
                  </a:lnTo>
                  <a:lnTo>
                    <a:pt x="359" y="457"/>
                  </a:lnTo>
                  <a:lnTo>
                    <a:pt x="357" y="455"/>
                  </a:lnTo>
                  <a:lnTo>
                    <a:pt x="356" y="456"/>
                  </a:lnTo>
                  <a:lnTo>
                    <a:pt x="352" y="452"/>
                  </a:lnTo>
                  <a:lnTo>
                    <a:pt x="352" y="446"/>
                  </a:lnTo>
                  <a:lnTo>
                    <a:pt x="348" y="445"/>
                  </a:lnTo>
                  <a:lnTo>
                    <a:pt x="349" y="443"/>
                  </a:lnTo>
                  <a:lnTo>
                    <a:pt x="357" y="442"/>
                  </a:lnTo>
                  <a:lnTo>
                    <a:pt x="360" y="440"/>
                  </a:lnTo>
                  <a:lnTo>
                    <a:pt x="363" y="442"/>
                  </a:lnTo>
                  <a:lnTo>
                    <a:pt x="364" y="442"/>
                  </a:lnTo>
                  <a:lnTo>
                    <a:pt x="362" y="428"/>
                  </a:lnTo>
                  <a:lnTo>
                    <a:pt x="355" y="431"/>
                  </a:lnTo>
                  <a:lnTo>
                    <a:pt x="333" y="435"/>
                  </a:lnTo>
                  <a:lnTo>
                    <a:pt x="329" y="436"/>
                  </a:lnTo>
                  <a:lnTo>
                    <a:pt x="329" y="438"/>
                  </a:lnTo>
                  <a:lnTo>
                    <a:pt x="324" y="441"/>
                  </a:lnTo>
                  <a:lnTo>
                    <a:pt x="319" y="438"/>
                  </a:lnTo>
                  <a:lnTo>
                    <a:pt x="311" y="437"/>
                  </a:lnTo>
                  <a:lnTo>
                    <a:pt x="309" y="431"/>
                  </a:lnTo>
                  <a:lnTo>
                    <a:pt x="309" y="428"/>
                  </a:lnTo>
                  <a:lnTo>
                    <a:pt x="304" y="420"/>
                  </a:lnTo>
                  <a:lnTo>
                    <a:pt x="296" y="416"/>
                  </a:lnTo>
                  <a:lnTo>
                    <a:pt x="287" y="420"/>
                  </a:lnTo>
                  <a:lnTo>
                    <a:pt x="286" y="423"/>
                  </a:lnTo>
                  <a:lnTo>
                    <a:pt x="284" y="423"/>
                  </a:lnTo>
                  <a:lnTo>
                    <a:pt x="283" y="425"/>
                  </a:lnTo>
                  <a:lnTo>
                    <a:pt x="276" y="425"/>
                  </a:lnTo>
                  <a:lnTo>
                    <a:pt x="274" y="423"/>
                  </a:lnTo>
                  <a:lnTo>
                    <a:pt x="270" y="425"/>
                  </a:lnTo>
                  <a:lnTo>
                    <a:pt x="271" y="428"/>
                  </a:lnTo>
                  <a:lnTo>
                    <a:pt x="275" y="434"/>
                  </a:lnTo>
                  <a:lnTo>
                    <a:pt x="274" y="436"/>
                  </a:lnTo>
                  <a:lnTo>
                    <a:pt x="267" y="438"/>
                  </a:lnTo>
                  <a:lnTo>
                    <a:pt x="265" y="437"/>
                  </a:lnTo>
                  <a:lnTo>
                    <a:pt x="249" y="440"/>
                  </a:lnTo>
                  <a:lnTo>
                    <a:pt x="248" y="442"/>
                  </a:lnTo>
                  <a:lnTo>
                    <a:pt x="238" y="437"/>
                  </a:lnTo>
                  <a:lnTo>
                    <a:pt x="238" y="420"/>
                  </a:lnTo>
                  <a:lnTo>
                    <a:pt x="229" y="407"/>
                  </a:lnTo>
                  <a:lnTo>
                    <a:pt x="229" y="402"/>
                  </a:lnTo>
                  <a:lnTo>
                    <a:pt x="221" y="394"/>
                  </a:lnTo>
                  <a:lnTo>
                    <a:pt x="214" y="401"/>
                  </a:lnTo>
                  <a:lnTo>
                    <a:pt x="204" y="403"/>
                  </a:lnTo>
                  <a:lnTo>
                    <a:pt x="203" y="401"/>
                  </a:lnTo>
                  <a:lnTo>
                    <a:pt x="191" y="400"/>
                  </a:lnTo>
                  <a:lnTo>
                    <a:pt x="186" y="402"/>
                  </a:lnTo>
                  <a:lnTo>
                    <a:pt x="187" y="409"/>
                  </a:lnTo>
                  <a:lnTo>
                    <a:pt x="195" y="427"/>
                  </a:lnTo>
                  <a:lnTo>
                    <a:pt x="173" y="447"/>
                  </a:lnTo>
                  <a:lnTo>
                    <a:pt x="164" y="444"/>
                  </a:lnTo>
                  <a:lnTo>
                    <a:pt x="155" y="437"/>
                  </a:lnTo>
                  <a:lnTo>
                    <a:pt x="144" y="439"/>
                  </a:lnTo>
                  <a:lnTo>
                    <a:pt x="128" y="443"/>
                  </a:lnTo>
                  <a:lnTo>
                    <a:pt x="119" y="446"/>
                  </a:lnTo>
                  <a:lnTo>
                    <a:pt x="111" y="450"/>
                  </a:lnTo>
                  <a:lnTo>
                    <a:pt x="104" y="449"/>
                  </a:lnTo>
                  <a:lnTo>
                    <a:pt x="101" y="447"/>
                  </a:lnTo>
                  <a:lnTo>
                    <a:pt x="98" y="447"/>
                  </a:lnTo>
                  <a:lnTo>
                    <a:pt x="96" y="445"/>
                  </a:lnTo>
                  <a:lnTo>
                    <a:pt x="93" y="443"/>
                  </a:lnTo>
                  <a:lnTo>
                    <a:pt x="93" y="443"/>
                  </a:lnTo>
                  <a:lnTo>
                    <a:pt x="90" y="430"/>
                  </a:lnTo>
                  <a:lnTo>
                    <a:pt x="88" y="428"/>
                  </a:lnTo>
                  <a:lnTo>
                    <a:pt x="90" y="427"/>
                  </a:lnTo>
                  <a:lnTo>
                    <a:pt x="90" y="42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89" y="412"/>
                  </a:lnTo>
                  <a:lnTo>
                    <a:pt x="93" y="410"/>
                  </a:lnTo>
                  <a:lnTo>
                    <a:pt x="101" y="403"/>
                  </a:lnTo>
                  <a:lnTo>
                    <a:pt x="102" y="399"/>
                  </a:lnTo>
                  <a:lnTo>
                    <a:pt x="103" y="393"/>
                  </a:lnTo>
                  <a:lnTo>
                    <a:pt x="109" y="382"/>
                  </a:lnTo>
                  <a:lnTo>
                    <a:pt x="117" y="365"/>
                  </a:lnTo>
                  <a:lnTo>
                    <a:pt x="123" y="362"/>
                  </a:lnTo>
                  <a:lnTo>
                    <a:pt x="125" y="360"/>
                  </a:lnTo>
                  <a:lnTo>
                    <a:pt x="129" y="358"/>
                  </a:lnTo>
                  <a:lnTo>
                    <a:pt x="136" y="360"/>
                  </a:lnTo>
                  <a:lnTo>
                    <a:pt x="138" y="360"/>
                  </a:lnTo>
                  <a:lnTo>
                    <a:pt x="139" y="354"/>
                  </a:lnTo>
                  <a:lnTo>
                    <a:pt x="144" y="350"/>
                  </a:lnTo>
                  <a:lnTo>
                    <a:pt x="144" y="341"/>
                  </a:lnTo>
                  <a:lnTo>
                    <a:pt x="150" y="330"/>
                  </a:lnTo>
                  <a:lnTo>
                    <a:pt x="153" y="327"/>
                  </a:lnTo>
                  <a:lnTo>
                    <a:pt x="153" y="323"/>
                  </a:lnTo>
                  <a:lnTo>
                    <a:pt x="162" y="333"/>
                  </a:lnTo>
                  <a:lnTo>
                    <a:pt x="184" y="335"/>
                  </a:lnTo>
                  <a:lnTo>
                    <a:pt x="185" y="338"/>
                  </a:lnTo>
                  <a:lnTo>
                    <a:pt x="184" y="350"/>
                  </a:lnTo>
                  <a:lnTo>
                    <a:pt x="186" y="353"/>
                  </a:lnTo>
                  <a:lnTo>
                    <a:pt x="205" y="347"/>
                  </a:lnTo>
                  <a:lnTo>
                    <a:pt x="207" y="344"/>
                  </a:lnTo>
                  <a:lnTo>
                    <a:pt x="212" y="341"/>
                  </a:lnTo>
                  <a:lnTo>
                    <a:pt x="213" y="340"/>
                  </a:lnTo>
                  <a:lnTo>
                    <a:pt x="214" y="341"/>
                  </a:lnTo>
                  <a:lnTo>
                    <a:pt x="216" y="339"/>
                  </a:lnTo>
                  <a:lnTo>
                    <a:pt x="218" y="334"/>
                  </a:lnTo>
                  <a:lnTo>
                    <a:pt x="223" y="334"/>
                  </a:lnTo>
                  <a:lnTo>
                    <a:pt x="230" y="330"/>
                  </a:lnTo>
                  <a:lnTo>
                    <a:pt x="231" y="327"/>
                  </a:lnTo>
                  <a:lnTo>
                    <a:pt x="229" y="322"/>
                  </a:lnTo>
                  <a:lnTo>
                    <a:pt x="229" y="319"/>
                  </a:lnTo>
                  <a:lnTo>
                    <a:pt x="234" y="314"/>
                  </a:lnTo>
                  <a:lnTo>
                    <a:pt x="236" y="308"/>
                  </a:lnTo>
                  <a:lnTo>
                    <a:pt x="234" y="306"/>
                  </a:lnTo>
                  <a:lnTo>
                    <a:pt x="239" y="302"/>
                  </a:lnTo>
                  <a:lnTo>
                    <a:pt x="242" y="297"/>
                  </a:lnTo>
                  <a:lnTo>
                    <a:pt x="245" y="297"/>
                  </a:lnTo>
                  <a:lnTo>
                    <a:pt x="246" y="292"/>
                  </a:lnTo>
                  <a:lnTo>
                    <a:pt x="247" y="292"/>
                  </a:lnTo>
                  <a:lnTo>
                    <a:pt x="248" y="287"/>
                  </a:lnTo>
                  <a:lnTo>
                    <a:pt x="248" y="284"/>
                  </a:lnTo>
                  <a:lnTo>
                    <a:pt x="250" y="277"/>
                  </a:lnTo>
                  <a:lnTo>
                    <a:pt x="249" y="273"/>
                  </a:lnTo>
                  <a:lnTo>
                    <a:pt x="246" y="261"/>
                  </a:lnTo>
                  <a:lnTo>
                    <a:pt x="242" y="261"/>
                  </a:lnTo>
                  <a:lnTo>
                    <a:pt x="241" y="263"/>
                  </a:lnTo>
                  <a:lnTo>
                    <a:pt x="237" y="260"/>
                  </a:lnTo>
                  <a:lnTo>
                    <a:pt x="237" y="251"/>
                  </a:lnTo>
                  <a:lnTo>
                    <a:pt x="233" y="245"/>
                  </a:lnTo>
                  <a:lnTo>
                    <a:pt x="223" y="244"/>
                  </a:lnTo>
                  <a:lnTo>
                    <a:pt x="219" y="243"/>
                  </a:lnTo>
                  <a:lnTo>
                    <a:pt x="218" y="240"/>
                  </a:lnTo>
                  <a:lnTo>
                    <a:pt x="213" y="239"/>
                  </a:lnTo>
                  <a:lnTo>
                    <a:pt x="211" y="240"/>
                  </a:lnTo>
                  <a:lnTo>
                    <a:pt x="204" y="233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212" y="222"/>
                  </a:lnTo>
                  <a:lnTo>
                    <a:pt x="213" y="222"/>
                  </a:lnTo>
                  <a:lnTo>
                    <a:pt x="213" y="229"/>
                  </a:lnTo>
                  <a:lnTo>
                    <a:pt x="215" y="229"/>
                  </a:lnTo>
                  <a:lnTo>
                    <a:pt x="216" y="221"/>
                  </a:lnTo>
                  <a:lnTo>
                    <a:pt x="214" y="218"/>
                  </a:lnTo>
                  <a:lnTo>
                    <a:pt x="215" y="217"/>
                  </a:lnTo>
                  <a:lnTo>
                    <a:pt x="213" y="211"/>
                  </a:lnTo>
                  <a:lnTo>
                    <a:pt x="213" y="205"/>
                  </a:lnTo>
                  <a:lnTo>
                    <a:pt x="210" y="199"/>
                  </a:lnTo>
                  <a:lnTo>
                    <a:pt x="206" y="194"/>
                  </a:lnTo>
                  <a:lnTo>
                    <a:pt x="207" y="192"/>
                  </a:lnTo>
                  <a:lnTo>
                    <a:pt x="206" y="187"/>
                  </a:lnTo>
                  <a:lnTo>
                    <a:pt x="200" y="183"/>
                  </a:lnTo>
                  <a:lnTo>
                    <a:pt x="195" y="187"/>
                  </a:lnTo>
                  <a:lnTo>
                    <a:pt x="195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1" y="191"/>
                  </a:lnTo>
                  <a:lnTo>
                    <a:pt x="193" y="187"/>
                  </a:lnTo>
                  <a:lnTo>
                    <a:pt x="191" y="185"/>
                  </a:lnTo>
                  <a:lnTo>
                    <a:pt x="187" y="183"/>
                  </a:lnTo>
                  <a:lnTo>
                    <a:pt x="185" y="181"/>
                  </a:lnTo>
                  <a:lnTo>
                    <a:pt x="179" y="183"/>
                  </a:lnTo>
                  <a:lnTo>
                    <a:pt x="182" y="169"/>
                  </a:lnTo>
                  <a:lnTo>
                    <a:pt x="183" y="156"/>
                  </a:lnTo>
                  <a:lnTo>
                    <a:pt x="177" y="159"/>
                  </a:lnTo>
                  <a:lnTo>
                    <a:pt x="169" y="160"/>
                  </a:lnTo>
                  <a:lnTo>
                    <a:pt x="162" y="159"/>
                  </a:lnTo>
                  <a:lnTo>
                    <a:pt x="155" y="157"/>
                  </a:lnTo>
                  <a:lnTo>
                    <a:pt x="151" y="157"/>
                  </a:lnTo>
                  <a:lnTo>
                    <a:pt x="150" y="155"/>
                  </a:lnTo>
                  <a:lnTo>
                    <a:pt x="150" y="148"/>
                  </a:lnTo>
                  <a:lnTo>
                    <a:pt x="146" y="143"/>
                  </a:lnTo>
                  <a:lnTo>
                    <a:pt x="145" y="138"/>
                  </a:lnTo>
                  <a:lnTo>
                    <a:pt x="143" y="136"/>
                  </a:lnTo>
                  <a:lnTo>
                    <a:pt x="142" y="132"/>
                  </a:lnTo>
                  <a:lnTo>
                    <a:pt x="134" y="129"/>
                  </a:lnTo>
                  <a:lnTo>
                    <a:pt x="130" y="124"/>
                  </a:lnTo>
                  <a:lnTo>
                    <a:pt x="129" y="123"/>
                  </a:lnTo>
                  <a:lnTo>
                    <a:pt x="128" y="124"/>
                  </a:lnTo>
                  <a:lnTo>
                    <a:pt x="128" y="112"/>
                  </a:lnTo>
                  <a:lnTo>
                    <a:pt x="124" y="114"/>
                  </a:lnTo>
                  <a:lnTo>
                    <a:pt x="123" y="117"/>
                  </a:lnTo>
                  <a:lnTo>
                    <a:pt x="119" y="117"/>
                  </a:lnTo>
                  <a:lnTo>
                    <a:pt x="119" y="114"/>
                  </a:lnTo>
                  <a:lnTo>
                    <a:pt x="117" y="109"/>
                  </a:lnTo>
                  <a:lnTo>
                    <a:pt x="113" y="101"/>
                  </a:lnTo>
                  <a:lnTo>
                    <a:pt x="111" y="99"/>
                  </a:lnTo>
                  <a:lnTo>
                    <a:pt x="109" y="98"/>
                  </a:lnTo>
                  <a:lnTo>
                    <a:pt x="108" y="99"/>
                  </a:lnTo>
                  <a:lnTo>
                    <a:pt x="104" y="101"/>
                  </a:lnTo>
                  <a:lnTo>
                    <a:pt x="98" y="99"/>
                  </a:lnTo>
                  <a:lnTo>
                    <a:pt x="94" y="100"/>
                  </a:lnTo>
                  <a:lnTo>
                    <a:pt x="95" y="103"/>
                  </a:lnTo>
                  <a:lnTo>
                    <a:pt x="95" y="104"/>
                  </a:lnTo>
                  <a:lnTo>
                    <a:pt x="94" y="104"/>
                  </a:lnTo>
                  <a:lnTo>
                    <a:pt x="94" y="115"/>
                  </a:lnTo>
                  <a:lnTo>
                    <a:pt x="93" y="119"/>
                  </a:lnTo>
                  <a:lnTo>
                    <a:pt x="92" y="122"/>
                  </a:lnTo>
                  <a:lnTo>
                    <a:pt x="85" y="130"/>
                  </a:lnTo>
                  <a:lnTo>
                    <a:pt x="78" y="136"/>
                  </a:lnTo>
                  <a:lnTo>
                    <a:pt x="74" y="142"/>
                  </a:lnTo>
                  <a:lnTo>
                    <a:pt x="71" y="142"/>
                  </a:lnTo>
                  <a:lnTo>
                    <a:pt x="67" y="140"/>
                  </a:lnTo>
                  <a:lnTo>
                    <a:pt x="66" y="142"/>
                  </a:lnTo>
                  <a:lnTo>
                    <a:pt x="67" y="144"/>
                  </a:lnTo>
                  <a:lnTo>
                    <a:pt x="66" y="144"/>
                  </a:lnTo>
                  <a:lnTo>
                    <a:pt x="64" y="144"/>
                  </a:lnTo>
                  <a:lnTo>
                    <a:pt x="63" y="144"/>
                  </a:lnTo>
                  <a:lnTo>
                    <a:pt x="60" y="147"/>
                  </a:lnTo>
                  <a:lnTo>
                    <a:pt x="58" y="147"/>
                  </a:lnTo>
                  <a:lnTo>
                    <a:pt x="60" y="142"/>
                  </a:lnTo>
                  <a:lnTo>
                    <a:pt x="62" y="138"/>
                  </a:lnTo>
                  <a:lnTo>
                    <a:pt x="62" y="135"/>
                  </a:lnTo>
                  <a:lnTo>
                    <a:pt x="60" y="132"/>
                  </a:lnTo>
                  <a:lnTo>
                    <a:pt x="60" y="126"/>
                  </a:lnTo>
                  <a:lnTo>
                    <a:pt x="59" y="123"/>
                  </a:lnTo>
                  <a:lnTo>
                    <a:pt x="61" y="120"/>
                  </a:lnTo>
                  <a:lnTo>
                    <a:pt x="60" y="117"/>
                  </a:lnTo>
                  <a:lnTo>
                    <a:pt x="57" y="115"/>
                  </a:lnTo>
                  <a:lnTo>
                    <a:pt x="54" y="115"/>
                  </a:lnTo>
                  <a:lnTo>
                    <a:pt x="35" y="109"/>
                  </a:lnTo>
                  <a:lnTo>
                    <a:pt x="33" y="109"/>
                  </a:lnTo>
                  <a:lnTo>
                    <a:pt x="29" y="109"/>
                  </a:lnTo>
                  <a:lnTo>
                    <a:pt x="22" y="106"/>
                  </a:lnTo>
                  <a:lnTo>
                    <a:pt x="20" y="101"/>
                  </a:lnTo>
                  <a:lnTo>
                    <a:pt x="16" y="101"/>
                  </a:lnTo>
                  <a:lnTo>
                    <a:pt x="12" y="101"/>
                  </a:lnTo>
                  <a:lnTo>
                    <a:pt x="11" y="101"/>
                  </a:lnTo>
                  <a:lnTo>
                    <a:pt x="8" y="96"/>
                  </a:lnTo>
                  <a:lnTo>
                    <a:pt x="5" y="98"/>
                  </a:lnTo>
                  <a:lnTo>
                    <a:pt x="1" y="97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5" y="91"/>
                  </a:lnTo>
                  <a:lnTo>
                    <a:pt x="16" y="92"/>
                  </a:lnTo>
                  <a:lnTo>
                    <a:pt x="25" y="90"/>
                  </a:lnTo>
                  <a:lnTo>
                    <a:pt x="29" y="88"/>
                  </a:lnTo>
                  <a:lnTo>
                    <a:pt x="35" y="84"/>
                  </a:lnTo>
                  <a:lnTo>
                    <a:pt x="47" y="79"/>
                  </a:lnTo>
                  <a:lnTo>
                    <a:pt x="54" y="79"/>
                  </a:lnTo>
                  <a:lnTo>
                    <a:pt x="64" y="73"/>
                  </a:lnTo>
                  <a:lnTo>
                    <a:pt x="68" y="66"/>
                  </a:lnTo>
                  <a:lnTo>
                    <a:pt x="76" y="60"/>
                  </a:lnTo>
                  <a:lnTo>
                    <a:pt x="81" y="43"/>
                  </a:lnTo>
                  <a:lnTo>
                    <a:pt x="82" y="39"/>
                  </a:lnTo>
                  <a:lnTo>
                    <a:pt x="85" y="38"/>
                  </a:lnTo>
                  <a:lnTo>
                    <a:pt x="93" y="39"/>
                  </a:lnTo>
                  <a:lnTo>
                    <a:pt x="95" y="41"/>
                  </a:lnTo>
                  <a:lnTo>
                    <a:pt x="97" y="43"/>
                  </a:lnTo>
                  <a:lnTo>
                    <a:pt x="100" y="45"/>
                  </a:lnTo>
                  <a:lnTo>
                    <a:pt x="105" y="44"/>
                  </a:lnTo>
                  <a:lnTo>
                    <a:pt x="116" y="38"/>
                  </a:lnTo>
                  <a:lnTo>
                    <a:pt x="121" y="37"/>
                  </a:lnTo>
                  <a:lnTo>
                    <a:pt x="134" y="38"/>
                  </a:lnTo>
                  <a:lnTo>
                    <a:pt x="139" y="38"/>
                  </a:lnTo>
                  <a:lnTo>
                    <a:pt x="148" y="46"/>
                  </a:lnTo>
                  <a:lnTo>
                    <a:pt x="153" y="57"/>
                  </a:lnTo>
                  <a:lnTo>
                    <a:pt x="155" y="63"/>
                  </a:lnTo>
                  <a:lnTo>
                    <a:pt x="152" y="71"/>
                  </a:lnTo>
                  <a:lnTo>
                    <a:pt x="153" y="77"/>
                  </a:lnTo>
                  <a:lnTo>
                    <a:pt x="156" y="82"/>
                  </a:lnTo>
                  <a:lnTo>
                    <a:pt x="161" y="85"/>
                  </a:lnTo>
                  <a:lnTo>
                    <a:pt x="172" y="86"/>
                  </a:lnTo>
                  <a:lnTo>
                    <a:pt x="180" y="90"/>
                  </a:lnTo>
                  <a:lnTo>
                    <a:pt x="184" y="87"/>
                  </a:lnTo>
                  <a:lnTo>
                    <a:pt x="188" y="77"/>
                  </a:lnTo>
                  <a:lnTo>
                    <a:pt x="190" y="74"/>
                  </a:lnTo>
                  <a:lnTo>
                    <a:pt x="193" y="73"/>
                  </a:lnTo>
                  <a:lnTo>
                    <a:pt x="205" y="76"/>
                  </a:lnTo>
                  <a:lnTo>
                    <a:pt x="227" y="75"/>
                  </a:lnTo>
                  <a:lnTo>
                    <a:pt x="231" y="76"/>
                  </a:lnTo>
                  <a:lnTo>
                    <a:pt x="237" y="81"/>
                  </a:lnTo>
                  <a:lnTo>
                    <a:pt x="242" y="82"/>
                  </a:lnTo>
                  <a:lnTo>
                    <a:pt x="256" y="78"/>
                  </a:lnTo>
                  <a:lnTo>
                    <a:pt x="262" y="75"/>
                  </a:lnTo>
                  <a:lnTo>
                    <a:pt x="274" y="67"/>
                  </a:lnTo>
                  <a:lnTo>
                    <a:pt x="278" y="65"/>
                  </a:lnTo>
                  <a:lnTo>
                    <a:pt x="282" y="66"/>
                  </a:lnTo>
                  <a:lnTo>
                    <a:pt x="289" y="73"/>
                  </a:lnTo>
                  <a:lnTo>
                    <a:pt x="293" y="73"/>
                  </a:lnTo>
                  <a:lnTo>
                    <a:pt x="297" y="73"/>
                  </a:lnTo>
                  <a:lnTo>
                    <a:pt x="301" y="70"/>
                  </a:lnTo>
                  <a:lnTo>
                    <a:pt x="303" y="66"/>
                  </a:lnTo>
                  <a:lnTo>
                    <a:pt x="307" y="52"/>
                  </a:lnTo>
                  <a:lnTo>
                    <a:pt x="311" y="46"/>
                  </a:lnTo>
                  <a:lnTo>
                    <a:pt x="315" y="43"/>
                  </a:lnTo>
                  <a:lnTo>
                    <a:pt x="332" y="42"/>
                  </a:lnTo>
                  <a:lnTo>
                    <a:pt x="333" y="41"/>
                  </a:lnTo>
                  <a:lnTo>
                    <a:pt x="334" y="35"/>
                  </a:lnTo>
                  <a:lnTo>
                    <a:pt x="342" y="29"/>
                  </a:lnTo>
                  <a:lnTo>
                    <a:pt x="346" y="29"/>
                  </a:lnTo>
                  <a:lnTo>
                    <a:pt x="352" y="31"/>
                  </a:lnTo>
                  <a:lnTo>
                    <a:pt x="355" y="30"/>
                  </a:lnTo>
                  <a:lnTo>
                    <a:pt x="363" y="22"/>
                  </a:lnTo>
                  <a:lnTo>
                    <a:pt x="371" y="18"/>
                  </a:lnTo>
                  <a:lnTo>
                    <a:pt x="378" y="5"/>
                  </a:lnTo>
                  <a:lnTo>
                    <a:pt x="384" y="0"/>
                  </a:lnTo>
                  <a:lnTo>
                    <a:pt x="390" y="0"/>
                  </a:lnTo>
                  <a:lnTo>
                    <a:pt x="398" y="2"/>
                  </a:lnTo>
                  <a:lnTo>
                    <a:pt x="400" y="6"/>
                  </a:lnTo>
                  <a:lnTo>
                    <a:pt x="401" y="16"/>
                  </a:lnTo>
                  <a:lnTo>
                    <a:pt x="403" y="18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3" name="Freeform 6">
              <a:extLst>
                <a:ext uri="{FF2B5EF4-FFF2-40B4-BE49-F238E27FC236}">
                  <a16:creationId xmlns:a16="http://schemas.microsoft.com/office/drawing/2014/main" id="{71919D48-AFDA-4CB7-B743-02F5521AD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92968" y="2652718"/>
              <a:ext cx="255082" cy="249855"/>
            </a:xfrm>
            <a:custGeom>
              <a:avLst/>
              <a:gdLst>
                <a:gd name="T0" fmla="*/ 160 w 244"/>
                <a:gd name="T1" fmla="*/ 47 h 239"/>
                <a:gd name="T2" fmla="*/ 166 w 244"/>
                <a:gd name="T3" fmla="*/ 38 h 239"/>
                <a:gd name="T4" fmla="*/ 174 w 244"/>
                <a:gd name="T5" fmla="*/ 31 h 239"/>
                <a:gd name="T6" fmla="*/ 170 w 244"/>
                <a:gd name="T7" fmla="*/ 30 h 239"/>
                <a:gd name="T8" fmla="*/ 171 w 244"/>
                <a:gd name="T9" fmla="*/ 23 h 239"/>
                <a:gd name="T10" fmla="*/ 173 w 244"/>
                <a:gd name="T11" fmla="*/ 17 h 239"/>
                <a:gd name="T12" fmla="*/ 182 w 244"/>
                <a:gd name="T13" fmla="*/ 8 h 239"/>
                <a:gd name="T14" fmla="*/ 190 w 244"/>
                <a:gd name="T15" fmla="*/ 12 h 239"/>
                <a:gd name="T16" fmla="*/ 194 w 244"/>
                <a:gd name="T17" fmla="*/ 13 h 239"/>
                <a:gd name="T18" fmla="*/ 198 w 244"/>
                <a:gd name="T19" fmla="*/ 11 h 239"/>
                <a:gd name="T20" fmla="*/ 198 w 244"/>
                <a:gd name="T21" fmla="*/ 5 h 239"/>
                <a:gd name="T22" fmla="*/ 204 w 244"/>
                <a:gd name="T23" fmla="*/ 0 h 239"/>
                <a:gd name="T24" fmla="*/ 211 w 244"/>
                <a:gd name="T25" fmla="*/ 5 h 239"/>
                <a:gd name="T26" fmla="*/ 220 w 244"/>
                <a:gd name="T27" fmla="*/ 4 h 239"/>
                <a:gd name="T28" fmla="*/ 226 w 244"/>
                <a:gd name="T29" fmla="*/ 5 h 239"/>
                <a:gd name="T30" fmla="*/ 244 w 244"/>
                <a:gd name="T31" fmla="*/ 1 h 239"/>
                <a:gd name="T32" fmla="*/ 234 w 244"/>
                <a:gd name="T33" fmla="*/ 8 h 239"/>
                <a:gd name="T34" fmla="*/ 221 w 244"/>
                <a:gd name="T35" fmla="*/ 18 h 239"/>
                <a:gd name="T36" fmla="*/ 227 w 244"/>
                <a:gd name="T37" fmla="*/ 23 h 239"/>
                <a:gd name="T38" fmla="*/ 234 w 244"/>
                <a:gd name="T39" fmla="*/ 28 h 239"/>
                <a:gd name="T40" fmla="*/ 221 w 244"/>
                <a:gd name="T41" fmla="*/ 30 h 239"/>
                <a:gd name="T42" fmla="*/ 215 w 244"/>
                <a:gd name="T43" fmla="*/ 33 h 239"/>
                <a:gd name="T44" fmla="*/ 210 w 244"/>
                <a:gd name="T45" fmla="*/ 40 h 239"/>
                <a:gd name="T46" fmla="*/ 187 w 244"/>
                <a:gd name="T47" fmla="*/ 54 h 239"/>
                <a:gd name="T48" fmla="*/ 185 w 244"/>
                <a:gd name="T49" fmla="*/ 45 h 239"/>
                <a:gd name="T50" fmla="*/ 158 w 244"/>
                <a:gd name="T51" fmla="*/ 51 h 239"/>
                <a:gd name="T52" fmla="*/ 18 w 244"/>
                <a:gd name="T53" fmla="*/ 196 h 239"/>
                <a:gd name="T54" fmla="*/ 3 w 244"/>
                <a:gd name="T55" fmla="*/ 172 h 239"/>
                <a:gd name="T56" fmla="*/ 5 w 244"/>
                <a:gd name="T57" fmla="*/ 155 h 239"/>
                <a:gd name="T58" fmla="*/ 5 w 244"/>
                <a:gd name="T59" fmla="*/ 144 h 239"/>
                <a:gd name="T60" fmla="*/ 0 w 244"/>
                <a:gd name="T61" fmla="*/ 137 h 239"/>
                <a:gd name="T62" fmla="*/ 20 w 244"/>
                <a:gd name="T63" fmla="*/ 114 h 239"/>
                <a:gd name="T64" fmla="*/ 27 w 244"/>
                <a:gd name="T65" fmla="*/ 103 h 239"/>
                <a:gd name="T66" fmla="*/ 44 w 244"/>
                <a:gd name="T67" fmla="*/ 95 h 239"/>
                <a:gd name="T68" fmla="*/ 39 w 244"/>
                <a:gd name="T69" fmla="*/ 71 h 239"/>
                <a:gd name="T70" fmla="*/ 38 w 244"/>
                <a:gd name="T71" fmla="*/ 65 h 239"/>
                <a:gd name="T72" fmla="*/ 55 w 244"/>
                <a:gd name="T73" fmla="*/ 61 h 239"/>
                <a:gd name="T74" fmla="*/ 55 w 244"/>
                <a:gd name="T75" fmla="*/ 68 h 239"/>
                <a:gd name="T76" fmla="*/ 64 w 244"/>
                <a:gd name="T77" fmla="*/ 71 h 239"/>
                <a:gd name="T78" fmla="*/ 72 w 244"/>
                <a:gd name="T79" fmla="*/ 72 h 239"/>
                <a:gd name="T80" fmla="*/ 87 w 244"/>
                <a:gd name="T81" fmla="*/ 81 h 239"/>
                <a:gd name="T82" fmla="*/ 96 w 244"/>
                <a:gd name="T83" fmla="*/ 84 h 239"/>
                <a:gd name="T84" fmla="*/ 104 w 244"/>
                <a:gd name="T85" fmla="*/ 96 h 239"/>
                <a:gd name="T86" fmla="*/ 124 w 244"/>
                <a:gd name="T87" fmla="*/ 108 h 239"/>
                <a:gd name="T88" fmla="*/ 153 w 244"/>
                <a:gd name="T89" fmla="*/ 106 h 239"/>
                <a:gd name="T90" fmla="*/ 151 w 244"/>
                <a:gd name="T91" fmla="*/ 128 h 239"/>
                <a:gd name="T92" fmla="*/ 149 w 244"/>
                <a:gd name="T93" fmla="*/ 140 h 239"/>
                <a:gd name="T94" fmla="*/ 145 w 244"/>
                <a:gd name="T95" fmla="*/ 146 h 239"/>
                <a:gd name="T96" fmla="*/ 142 w 244"/>
                <a:gd name="T97" fmla="*/ 160 h 239"/>
                <a:gd name="T98" fmla="*/ 141 w 244"/>
                <a:gd name="T99" fmla="*/ 176 h 239"/>
                <a:gd name="T100" fmla="*/ 132 w 244"/>
                <a:gd name="T101" fmla="*/ 191 h 239"/>
                <a:gd name="T102" fmla="*/ 114 w 244"/>
                <a:gd name="T103" fmla="*/ 207 h 239"/>
                <a:gd name="T104" fmla="*/ 101 w 244"/>
                <a:gd name="T105" fmla="*/ 219 h 239"/>
                <a:gd name="T106" fmla="*/ 87 w 244"/>
                <a:gd name="T107" fmla="*/ 223 h 239"/>
                <a:gd name="T108" fmla="*/ 76 w 244"/>
                <a:gd name="T109" fmla="*/ 233 h 239"/>
                <a:gd name="T110" fmla="*/ 58 w 244"/>
                <a:gd name="T111" fmla="*/ 239 h 239"/>
                <a:gd name="T112" fmla="*/ 31 w 244"/>
                <a:gd name="T113" fmla="*/ 22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4" h="239">
                  <a:moveTo>
                    <a:pt x="158" y="51"/>
                  </a:moveTo>
                  <a:lnTo>
                    <a:pt x="157" y="49"/>
                  </a:lnTo>
                  <a:lnTo>
                    <a:pt x="160" y="47"/>
                  </a:lnTo>
                  <a:lnTo>
                    <a:pt x="159" y="42"/>
                  </a:lnTo>
                  <a:lnTo>
                    <a:pt x="163" y="38"/>
                  </a:lnTo>
                  <a:lnTo>
                    <a:pt x="166" y="38"/>
                  </a:lnTo>
                  <a:lnTo>
                    <a:pt x="170" y="36"/>
                  </a:lnTo>
                  <a:lnTo>
                    <a:pt x="176" y="33"/>
                  </a:lnTo>
                  <a:lnTo>
                    <a:pt x="174" y="31"/>
                  </a:lnTo>
                  <a:lnTo>
                    <a:pt x="173" y="32"/>
                  </a:lnTo>
                  <a:lnTo>
                    <a:pt x="172" y="31"/>
                  </a:lnTo>
                  <a:lnTo>
                    <a:pt x="170" y="30"/>
                  </a:lnTo>
                  <a:lnTo>
                    <a:pt x="169" y="28"/>
                  </a:lnTo>
                  <a:lnTo>
                    <a:pt x="171" y="27"/>
                  </a:lnTo>
                  <a:lnTo>
                    <a:pt x="171" y="23"/>
                  </a:lnTo>
                  <a:lnTo>
                    <a:pt x="171" y="22"/>
                  </a:lnTo>
                  <a:lnTo>
                    <a:pt x="171" y="19"/>
                  </a:lnTo>
                  <a:lnTo>
                    <a:pt x="173" y="17"/>
                  </a:lnTo>
                  <a:lnTo>
                    <a:pt x="179" y="16"/>
                  </a:lnTo>
                  <a:lnTo>
                    <a:pt x="182" y="13"/>
                  </a:lnTo>
                  <a:lnTo>
                    <a:pt x="182" y="8"/>
                  </a:lnTo>
                  <a:lnTo>
                    <a:pt x="185" y="8"/>
                  </a:lnTo>
                  <a:lnTo>
                    <a:pt x="189" y="10"/>
                  </a:lnTo>
                  <a:lnTo>
                    <a:pt x="190" y="12"/>
                  </a:lnTo>
                  <a:lnTo>
                    <a:pt x="192" y="13"/>
                  </a:lnTo>
                  <a:lnTo>
                    <a:pt x="193" y="13"/>
                  </a:lnTo>
                  <a:lnTo>
                    <a:pt x="194" y="13"/>
                  </a:lnTo>
                  <a:lnTo>
                    <a:pt x="195" y="13"/>
                  </a:lnTo>
                  <a:lnTo>
                    <a:pt x="196" y="14"/>
                  </a:lnTo>
                  <a:lnTo>
                    <a:pt x="198" y="11"/>
                  </a:lnTo>
                  <a:lnTo>
                    <a:pt x="198" y="9"/>
                  </a:lnTo>
                  <a:lnTo>
                    <a:pt x="197" y="7"/>
                  </a:lnTo>
                  <a:lnTo>
                    <a:pt x="198" y="5"/>
                  </a:lnTo>
                  <a:lnTo>
                    <a:pt x="199" y="2"/>
                  </a:lnTo>
                  <a:lnTo>
                    <a:pt x="202" y="0"/>
                  </a:lnTo>
                  <a:lnTo>
                    <a:pt x="204" y="0"/>
                  </a:lnTo>
                  <a:lnTo>
                    <a:pt x="205" y="1"/>
                  </a:lnTo>
                  <a:lnTo>
                    <a:pt x="207" y="5"/>
                  </a:lnTo>
                  <a:lnTo>
                    <a:pt x="211" y="5"/>
                  </a:lnTo>
                  <a:lnTo>
                    <a:pt x="212" y="5"/>
                  </a:lnTo>
                  <a:lnTo>
                    <a:pt x="214" y="4"/>
                  </a:lnTo>
                  <a:lnTo>
                    <a:pt x="220" y="4"/>
                  </a:lnTo>
                  <a:lnTo>
                    <a:pt x="224" y="3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32" y="2"/>
                  </a:lnTo>
                  <a:lnTo>
                    <a:pt x="244" y="1"/>
                  </a:lnTo>
                  <a:lnTo>
                    <a:pt x="244" y="1"/>
                  </a:lnTo>
                  <a:lnTo>
                    <a:pt x="239" y="5"/>
                  </a:lnTo>
                  <a:lnTo>
                    <a:pt x="236" y="6"/>
                  </a:lnTo>
                  <a:lnTo>
                    <a:pt x="234" y="8"/>
                  </a:lnTo>
                  <a:lnTo>
                    <a:pt x="220" y="14"/>
                  </a:lnTo>
                  <a:lnTo>
                    <a:pt x="220" y="16"/>
                  </a:lnTo>
                  <a:lnTo>
                    <a:pt x="221" y="18"/>
                  </a:lnTo>
                  <a:lnTo>
                    <a:pt x="220" y="19"/>
                  </a:lnTo>
                  <a:lnTo>
                    <a:pt x="225" y="22"/>
                  </a:lnTo>
                  <a:lnTo>
                    <a:pt x="227" y="23"/>
                  </a:lnTo>
                  <a:lnTo>
                    <a:pt x="226" y="24"/>
                  </a:lnTo>
                  <a:lnTo>
                    <a:pt x="231" y="25"/>
                  </a:lnTo>
                  <a:lnTo>
                    <a:pt x="234" y="28"/>
                  </a:lnTo>
                  <a:lnTo>
                    <a:pt x="230" y="29"/>
                  </a:lnTo>
                  <a:lnTo>
                    <a:pt x="226" y="31"/>
                  </a:lnTo>
                  <a:lnTo>
                    <a:pt x="221" y="30"/>
                  </a:lnTo>
                  <a:lnTo>
                    <a:pt x="219" y="32"/>
                  </a:lnTo>
                  <a:lnTo>
                    <a:pt x="214" y="32"/>
                  </a:lnTo>
                  <a:lnTo>
                    <a:pt x="215" y="33"/>
                  </a:lnTo>
                  <a:lnTo>
                    <a:pt x="215" y="34"/>
                  </a:lnTo>
                  <a:lnTo>
                    <a:pt x="209" y="38"/>
                  </a:lnTo>
                  <a:lnTo>
                    <a:pt x="210" y="40"/>
                  </a:lnTo>
                  <a:lnTo>
                    <a:pt x="204" y="43"/>
                  </a:lnTo>
                  <a:lnTo>
                    <a:pt x="192" y="52"/>
                  </a:lnTo>
                  <a:lnTo>
                    <a:pt x="187" y="54"/>
                  </a:lnTo>
                  <a:lnTo>
                    <a:pt x="184" y="53"/>
                  </a:lnTo>
                  <a:lnTo>
                    <a:pt x="186" y="46"/>
                  </a:lnTo>
                  <a:lnTo>
                    <a:pt x="185" y="45"/>
                  </a:lnTo>
                  <a:lnTo>
                    <a:pt x="179" y="46"/>
                  </a:lnTo>
                  <a:lnTo>
                    <a:pt x="171" y="48"/>
                  </a:lnTo>
                  <a:lnTo>
                    <a:pt x="158" y="51"/>
                  </a:lnTo>
                  <a:close/>
                  <a:moveTo>
                    <a:pt x="25" y="218"/>
                  </a:moveTo>
                  <a:lnTo>
                    <a:pt x="19" y="204"/>
                  </a:lnTo>
                  <a:lnTo>
                    <a:pt x="18" y="196"/>
                  </a:lnTo>
                  <a:lnTo>
                    <a:pt x="12" y="183"/>
                  </a:lnTo>
                  <a:lnTo>
                    <a:pt x="8" y="180"/>
                  </a:lnTo>
                  <a:lnTo>
                    <a:pt x="3" y="172"/>
                  </a:lnTo>
                  <a:lnTo>
                    <a:pt x="3" y="166"/>
                  </a:lnTo>
                  <a:lnTo>
                    <a:pt x="6" y="161"/>
                  </a:lnTo>
                  <a:lnTo>
                    <a:pt x="5" y="155"/>
                  </a:lnTo>
                  <a:lnTo>
                    <a:pt x="8" y="152"/>
                  </a:lnTo>
                  <a:lnTo>
                    <a:pt x="5" y="148"/>
                  </a:lnTo>
                  <a:lnTo>
                    <a:pt x="5" y="144"/>
                  </a:lnTo>
                  <a:lnTo>
                    <a:pt x="6" y="144"/>
                  </a:lnTo>
                  <a:lnTo>
                    <a:pt x="4" y="137"/>
                  </a:lnTo>
                  <a:lnTo>
                    <a:pt x="0" y="137"/>
                  </a:lnTo>
                  <a:lnTo>
                    <a:pt x="2" y="133"/>
                  </a:lnTo>
                  <a:lnTo>
                    <a:pt x="16" y="125"/>
                  </a:lnTo>
                  <a:lnTo>
                    <a:pt x="20" y="114"/>
                  </a:lnTo>
                  <a:lnTo>
                    <a:pt x="24" y="112"/>
                  </a:lnTo>
                  <a:lnTo>
                    <a:pt x="29" y="110"/>
                  </a:lnTo>
                  <a:lnTo>
                    <a:pt x="27" y="103"/>
                  </a:lnTo>
                  <a:lnTo>
                    <a:pt x="27" y="101"/>
                  </a:lnTo>
                  <a:lnTo>
                    <a:pt x="29" y="100"/>
                  </a:lnTo>
                  <a:lnTo>
                    <a:pt x="44" y="95"/>
                  </a:lnTo>
                  <a:lnTo>
                    <a:pt x="38" y="79"/>
                  </a:lnTo>
                  <a:lnTo>
                    <a:pt x="39" y="77"/>
                  </a:lnTo>
                  <a:lnTo>
                    <a:pt x="39" y="71"/>
                  </a:lnTo>
                  <a:lnTo>
                    <a:pt x="32" y="65"/>
                  </a:lnTo>
                  <a:lnTo>
                    <a:pt x="35" y="64"/>
                  </a:lnTo>
                  <a:lnTo>
                    <a:pt x="38" y="65"/>
                  </a:lnTo>
                  <a:lnTo>
                    <a:pt x="39" y="63"/>
                  </a:lnTo>
                  <a:lnTo>
                    <a:pt x="49" y="63"/>
                  </a:lnTo>
                  <a:lnTo>
                    <a:pt x="55" y="61"/>
                  </a:lnTo>
                  <a:lnTo>
                    <a:pt x="55" y="65"/>
                  </a:lnTo>
                  <a:lnTo>
                    <a:pt x="54" y="67"/>
                  </a:lnTo>
                  <a:lnTo>
                    <a:pt x="55" y="68"/>
                  </a:lnTo>
                  <a:lnTo>
                    <a:pt x="60" y="69"/>
                  </a:lnTo>
                  <a:lnTo>
                    <a:pt x="61" y="72"/>
                  </a:lnTo>
                  <a:lnTo>
                    <a:pt x="64" y="71"/>
                  </a:lnTo>
                  <a:lnTo>
                    <a:pt x="65" y="69"/>
                  </a:lnTo>
                  <a:lnTo>
                    <a:pt x="68" y="68"/>
                  </a:lnTo>
                  <a:lnTo>
                    <a:pt x="72" y="72"/>
                  </a:lnTo>
                  <a:lnTo>
                    <a:pt x="77" y="79"/>
                  </a:lnTo>
                  <a:lnTo>
                    <a:pt x="81" y="82"/>
                  </a:lnTo>
                  <a:lnTo>
                    <a:pt x="87" y="81"/>
                  </a:lnTo>
                  <a:lnTo>
                    <a:pt x="89" y="82"/>
                  </a:lnTo>
                  <a:lnTo>
                    <a:pt x="95" y="79"/>
                  </a:lnTo>
                  <a:lnTo>
                    <a:pt x="96" y="84"/>
                  </a:lnTo>
                  <a:lnTo>
                    <a:pt x="102" y="96"/>
                  </a:lnTo>
                  <a:lnTo>
                    <a:pt x="104" y="95"/>
                  </a:lnTo>
                  <a:lnTo>
                    <a:pt x="104" y="96"/>
                  </a:lnTo>
                  <a:lnTo>
                    <a:pt x="107" y="95"/>
                  </a:lnTo>
                  <a:lnTo>
                    <a:pt x="109" y="97"/>
                  </a:lnTo>
                  <a:lnTo>
                    <a:pt x="124" y="108"/>
                  </a:lnTo>
                  <a:lnTo>
                    <a:pt x="134" y="106"/>
                  </a:lnTo>
                  <a:lnTo>
                    <a:pt x="141" y="104"/>
                  </a:lnTo>
                  <a:lnTo>
                    <a:pt x="153" y="106"/>
                  </a:lnTo>
                  <a:lnTo>
                    <a:pt x="153" y="106"/>
                  </a:lnTo>
                  <a:lnTo>
                    <a:pt x="152" y="127"/>
                  </a:lnTo>
                  <a:lnTo>
                    <a:pt x="151" y="128"/>
                  </a:lnTo>
                  <a:lnTo>
                    <a:pt x="152" y="128"/>
                  </a:lnTo>
                  <a:lnTo>
                    <a:pt x="151" y="130"/>
                  </a:lnTo>
                  <a:lnTo>
                    <a:pt x="149" y="140"/>
                  </a:lnTo>
                  <a:lnTo>
                    <a:pt x="148" y="142"/>
                  </a:lnTo>
                  <a:lnTo>
                    <a:pt x="148" y="143"/>
                  </a:lnTo>
                  <a:lnTo>
                    <a:pt x="145" y="146"/>
                  </a:lnTo>
                  <a:lnTo>
                    <a:pt x="145" y="150"/>
                  </a:lnTo>
                  <a:lnTo>
                    <a:pt x="148" y="155"/>
                  </a:lnTo>
                  <a:lnTo>
                    <a:pt x="142" y="160"/>
                  </a:lnTo>
                  <a:lnTo>
                    <a:pt x="142" y="168"/>
                  </a:lnTo>
                  <a:lnTo>
                    <a:pt x="140" y="172"/>
                  </a:lnTo>
                  <a:lnTo>
                    <a:pt x="141" y="176"/>
                  </a:lnTo>
                  <a:lnTo>
                    <a:pt x="139" y="180"/>
                  </a:lnTo>
                  <a:lnTo>
                    <a:pt x="135" y="185"/>
                  </a:lnTo>
                  <a:lnTo>
                    <a:pt x="132" y="191"/>
                  </a:lnTo>
                  <a:lnTo>
                    <a:pt x="129" y="196"/>
                  </a:lnTo>
                  <a:lnTo>
                    <a:pt x="120" y="204"/>
                  </a:lnTo>
                  <a:lnTo>
                    <a:pt x="114" y="207"/>
                  </a:lnTo>
                  <a:lnTo>
                    <a:pt x="106" y="215"/>
                  </a:lnTo>
                  <a:lnTo>
                    <a:pt x="103" y="217"/>
                  </a:lnTo>
                  <a:lnTo>
                    <a:pt x="101" y="219"/>
                  </a:lnTo>
                  <a:lnTo>
                    <a:pt x="99" y="219"/>
                  </a:lnTo>
                  <a:lnTo>
                    <a:pt x="93" y="224"/>
                  </a:lnTo>
                  <a:lnTo>
                    <a:pt x="87" y="223"/>
                  </a:lnTo>
                  <a:lnTo>
                    <a:pt x="84" y="224"/>
                  </a:lnTo>
                  <a:lnTo>
                    <a:pt x="79" y="228"/>
                  </a:lnTo>
                  <a:lnTo>
                    <a:pt x="76" y="233"/>
                  </a:lnTo>
                  <a:lnTo>
                    <a:pt x="73" y="234"/>
                  </a:lnTo>
                  <a:lnTo>
                    <a:pt x="67" y="236"/>
                  </a:lnTo>
                  <a:lnTo>
                    <a:pt x="58" y="239"/>
                  </a:lnTo>
                  <a:lnTo>
                    <a:pt x="43" y="228"/>
                  </a:lnTo>
                  <a:lnTo>
                    <a:pt x="37" y="228"/>
                  </a:lnTo>
                  <a:lnTo>
                    <a:pt x="31" y="226"/>
                  </a:lnTo>
                  <a:lnTo>
                    <a:pt x="28" y="224"/>
                  </a:lnTo>
                  <a:lnTo>
                    <a:pt x="25" y="218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4" name="Freeform 7">
              <a:extLst>
                <a:ext uri="{FF2B5EF4-FFF2-40B4-BE49-F238E27FC236}">
                  <a16:creationId xmlns:a16="http://schemas.microsoft.com/office/drawing/2014/main" id="{5B45EB03-0830-4E41-B024-75CDD4884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5744" y="2615083"/>
              <a:ext cx="362760" cy="272854"/>
            </a:xfrm>
            <a:custGeom>
              <a:avLst/>
              <a:gdLst>
                <a:gd name="T0" fmla="*/ 97 w 347"/>
                <a:gd name="T1" fmla="*/ 254 h 261"/>
                <a:gd name="T2" fmla="*/ 79 w 347"/>
                <a:gd name="T3" fmla="*/ 243 h 261"/>
                <a:gd name="T4" fmla="*/ 65 w 347"/>
                <a:gd name="T5" fmla="*/ 234 h 261"/>
                <a:gd name="T6" fmla="*/ 46 w 347"/>
                <a:gd name="T7" fmla="*/ 239 h 261"/>
                <a:gd name="T8" fmla="*/ 20 w 347"/>
                <a:gd name="T9" fmla="*/ 217 h 261"/>
                <a:gd name="T10" fmla="*/ 25 w 347"/>
                <a:gd name="T11" fmla="*/ 205 h 261"/>
                <a:gd name="T12" fmla="*/ 18 w 347"/>
                <a:gd name="T13" fmla="*/ 183 h 261"/>
                <a:gd name="T14" fmla="*/ 31 w 347"/>
                <a:gd name="T15" fmla="*/ 164 h 261"/>
                <a:gd name="T16" fmla="*/ 11 w 347"/>
                <a:gd name="T17" fmla="*/ 150 h 261"/>
                <a:gd name="T18" fmla="*/ 11 w 347"/>
                <a:gd name="T19" fmla="*/ 132 h 261"/>
                <a:gd name="T20" fmla="*/ 5 w 347"/>
                <a:gd name="T21" fmla="*/ 127 h 261"/>
                <a:gd name="T22" fmla="*/ 22 w 347"/>
                <a:gd name="T23" fmla="*/ 113 h 261"/>
                <a:gd name="T24" fmla="*/ 22 w 347"/>
                <a:gd name="T25" fmla="*/ 101 h 261"/>
                <a:gd name="T26" fmla="*/ 32 w 347"/>
                <a:gd name="T27" fmla="*/ 84 h 261"/>
                <a:gd name="T28" fmla="*/ 58 w 347"/>
                <a:gd name="T29" fmla="*/ 80 h 261"/>
                <a:gd name="T30" fmla="*/ 106 w 347"/>
                <a:gd name="T31" fmla="*/ 80 h 261"/>
                <a:gd name="T32" fmla="*/ 148 w 347"/>
                <a:gd name="T33" fmla="*/ 73 h 261"/>
                <a:gd name="T34" fmla="*/ 173 w 347"/>
                <a:gd name="T35" fmla="*/ 78 h 261"/>
                <a:gd name="T36" fmla="*/ 187 w 347"/>
                <a:gd name="T37" fmla="*/ 69 h 261"/>
                <a:gd name="T38" fmla="*/ 189 w 347"/>
                <a:gd name="T39" fmla="*/ 60 h 261"/>
                <a:gd name="T40" fmla="*/ 193 w 347"/>
                <a:gd name="T41" fmla="*/ 41 h 261"/>
                <a:gd name="T42" fmla="*/ 207 w 347"/>
                <a:gd name="T43" fmla="*/ 44 h 261"/>
                <a:gd name="T44" fmla="*/ 231 w 347"/>
                <a:gd name="T45" fmla="*/ 35 h 261"/>
                <a:gd name="T46" fmla="*/ 253 w 347"/>
                <a:gd name="T47" fmla="*/ 22 h 261"/>
                <a:gd name="T48" fmla="*/ 269 w 347"/>
                <a:gd name="T49" fmla="*/ 18 h 261"/>
                <a:gd name="T50" fmla="*/ 266 w 347"/>
                <a:gd name="T51" fmla="*/ 7 h 261"/>
                <a:gd name="T52" fmla="*/ 282 w 347"/>
                <a:gd name="T53" fmla="*/ 5 h 261"/>
                <a:gd name="T54" fmla="*/ 290 w 347"/>
                <a:gd name="T55" fmla="*/ 5 h 261"/>
                <a:gd name="T56" fmla="*/ 313 w 347"/>
                <a:gd name="T57" fmla="*/ 11 h 261"/>
                <a:gd name="T58" fmla="*/ 332 w 347"/>
                <a:gd name="T59" fmla="*/ 23 h 261"/>
                <a:gd name="T60" fmla="*/ 347 w 347"/>
                <a:gd name="T61" fmla="*/ 33 h 261"/>
                <a:gd name="T62" fmla="*/ 319 w 347"/>
                <a:gd name="T63" fmla="*/ 41 h 261"/>
                <a:gd name="T64" fmla="*/ 305 w 347"/>
                <a:gd name="T65" fmla="*/ 41 h 261"/>
                <a:gd name="T66" fmla="*/ 295 w 347"/>
                <a:gd name="T67" fmla="*/ 36 h 261"/>
                <a:gd name="T68" fmla="*/ 291 w 347"/>
                <a:gd name="T69" fmla="*/ 47 h 261"/>
                <a:gd name="T70" fmla="*/ 285 w 347"/>
                <a:gd name="T71" fmla="*/ 49 h 261"/>
                <a:gd name="T72" fmla="*/ 275 w 347"/>
                <a:gd name="T73" fmla="*/ 49 h 261"/>
                <a:gd name="T74" fmla="*/ 264 w 347"/>
                <a:gd name="T75" fmla="*/ 59 h 261"/>
                <a:gd name="T76" fmla="*/ 266 w 347"/>
                <a:gd name="T77" fmla="*/ 68 h 261"/>
                <a:gd name="T78" fmla="*/ 256 w 347"/>
                <a:gd name="T79" fmla="*/ 74 h 261"/>
                <a:gd name="T80" fmla="*/ 251 w 347"/>
                <a:gd name="T81" fmla="*/ 87 h 261"/>
                <a:gd name="T82" fmla="*/ 245 w 347"/>
                <a:gd name="T83" fmla="*/ 114 h 261"/>
                <a:gd name="T84" fmla="*/ 245 w 347"/>
                <a:gd name="T85" fmla="*/ 142 h 261"/>
                <a:gd name="T86" fmla="*/ 201 w 347"/>
                <a:gd name="T87" fmla="*/ 133 h 261"/>
                <a:gd name="T88" fmla="*/ 189 w 347"/>
                <a:gd name="T89" fmla="*/ 120 h 261"/>
                <a:gd name="T90" fmla="*/ 169 w 347"/>
                <a:gd name="T91" fmla="*/ 115 h 261"/>
                <a:gd name="T92" fmla="*/ 153 w 347"/>
                <a:gd name="T93" fmla="*/ 108 h 261"/>
                <a:gd name="T94" fmla="*/ 148 w 347"/>
                <a:gd name="T95" fmla="*/ 97 h 261"/>
                <a:gd name="T96" fmla="*/ 125 w 347"/>
                <a:gd name="T97" fmla="*/ 101 h 261"/>
                <a:gd name="T98" fmla="*/ 122 w 347"/>
                <a:gd name="T99" fmla="*/ 136 h 261"/>
                <a:gd name="T100" fmla="*/ 113 w 347"/>
                <a:gd name="T101" fmla="*/ 150 h 261"/>
                <a:gd name="T102" fmla="*/ 98 w 347"/>
                <a:gd name="T103" fmla="*/ 180 h 261"/>
                <a:gd name="T104" fmla="*/ 99 w 347"/>
                <a:gd name="T105" fmla="*/ 197 h 261"/>
                <a:gd name="T106" fmla="*/ 111 w 347"/>
                <a:gd name="T107" fmla="*/ 23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261">
                  <a:moveTo>
                    <a:pt x="118" y="254"/>
                  </a:moveTo>
                  <a:lnTo>
                    <a:pt x="114" y="257"/>
                  </a:lnTo>
                  <a:lnTo>
                    <a:pt x="106" y="259"/>
                  </a:lnTo>
                  <a:lnTo>
                    <a:pt x="103" y="261"/>
                  </a:lnTo>
                  <a:lnTo>
                    <a:pt x="97" y="254"/>
                  </a:lnTo>
                  <a:lnTo>
                    <a:pt x="93" y="252"/>
                  </a:lnTo>
                  <a:lnTo>
                    <a:pt x="92" y="246"/>
                  </a:lnTo>
                  <a:lnTo>
                    <a:pt x="89" y="246"/>
                  </a:lnTo>
                  <a:lnTo>
                    <a:pt x="84" y="249"/>
                  </a:lnTo>
                  <a:lnTo>
                    <a:pt x="79" y="243"/>
                  </a:lnTo>
                  <a:lnTo>
                    <a:pt x="75" y="242"/>
                  </a:lnTo>
                  <a:lnTo>
                    <a:pt x="73" y="239"/>
                  </a:lnTo>
                  <a:lnTo>
                    <a:pt x="67" y="238"/>
                  </a:lnTo>
                  <a:lnTo>
                    <a:pt x="66" y="238"/>
                  </a:lnTo>
                  <a:lnTo>
                    <a:pt x="65" y="234"/>
                  </a:lnTo>
                  <a:lnTo>
                    <a:pt x="62" y="235"/>
                  </a:lnTo>
                  <a:lnTo>
                    <a:pt x="60" y="235"/>
                  </a:lnTo>
                  <a:lnTo>
                    <a:pt x="54" y="240"/>
                  </a:lnTo>
                  <a:lnTo>
                    <a:pt x="52" y="241"/>
                  </a:lnTo>
                  <a:lnTo>
                    <a:pt x="46" y="239"/>
                  </a:lnTo>
                  <a:lnTo>
                    <a:pt x="36" y="240"/>
                  </a:lnTo>
                  <a:lnTo>
                    <a:pt x="27" y="237"/>
                  </a:lnTo>
                  <a:lnTo>
                    <a:pt x="11" y="226"/>
                  </a:lnTo>
                  <a:lnTo>
                    <a:pt x="13" y="222"/>
                  </a:lnTo>
                  <a:lnTo>
                    <a:pt x="20" y="217"/>
                  </a:lnTo>
                  <a:lnTo>
                    <a:pt x="21" y="214"/>
                  </a:lnTo>
                  <a:lnTo>
                    <a:pt x="24" y="211"/>
                  </a:lnTo>
                  <a:lnTo>
                    <a:pt x="24" y="208"/>
                  </a:lnTo>
                  <a:lnTo>
                    <a:pt x="25" y="208"/>
                  </a:lnTo>
                  <a:lnTo>
                    <a:pt x="25" y="205"/>
                  </a:lnTo>
                  <a:lnTo>
                    <a:pt x="22" y="200"/>
                  </a:lnTo>
                  <a:lnTo>
                    <a:pt x="20" y="199"/>
                  </a:lnTo>
                  <a:lnTo>
                    <a:pt x="19" y="195"/>
                  </a:lnTo>
                  <a:lnTo>
                    <a:pt x="20" y="189"/>
                  </a:lnTo>
                  <a:lnTo>
                    <a:pt x="18" y="183"/>
                  </a:lnTo>
                  <a:lnTo>
                    <a:pt x="16" y="175"/>
                  </a:lnTo>
                  <a:lnTo>
                    <a:pt x="14" y="174"/>
                  </a:lnTo>
                  <a:lnTo>
                    <a:pt x="22" y="168"/>
                  </a:lnTo>
                  <a:lnTo>
                    <a:pt x="24" y="168"/>
                  </a:lnTo>
                  <a:lnTo>
                    <a:pt x="31" y="164"/>
                  </a:lnTo>
                  <a:lnTo>
                    <a:pt x="32" y="161"/>
                  </a:lnTo>
                  <a:lnTo>
                    <a:pt x="26" y="150"/>
                  </a:lnTo>
                  <a:lnTo>
                    <a:pt x="24" y="148"/>
                  </a:lnTo>
                  <a:lnTo>
                    <a:pt x="11" y="153"/>
                  </a:lnTo>
                  <a:lnTo>
                    <a:pt x="11" y="150"/>
                  </a:lnTo>
                  <a:lnTo>
                    <a:pt x="6" y="143"/>
                  </a:lnTo>
                  <a:lnTo>
                    <a:pt x="10" y="135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1" y="132"/>
                  </a:lnTo>
                  <a:lnTo>
                    <a:pt x="10" y="134"/>
                  </a:lnTo>
                  <a:lnTo>
                    <a:pt x="3" y="137"/>
                  </a:lnTo>
                  <a:lnTo>
                    <a:pt x="2" y="131"/>
                  </a:lnTo>
                  <a:lnTo>
                    <a:pt x="0" y="126"/>
                  </a:lnTo>
                  <a:lnTo>
                    <a:pt x="5" y="127"/>
                  </a:lnTo>
                  <a:lnTo>
                    <a:pt x="13" y="126"/>
                  </a:lnTo>
                  <a:lnTo>
                    <a:pt x="16" y="123"/>
                  </a:lnTo>
                  <a:lnTo>
                    <a:pt x="19" y="118"/>
                  </a:lnTo>
                  <a:lnTo>
                    <a:pt x="20" y="117"/>
                  </a:lnTo>
                  <a:lnTo>
                    <a:pt x="22" y="113"/>
                  </a:lnTo>
                  <a:lnTo>
                    <a:pt x="23" y="113"/>
                  </a:lnTo>
                  <a:lnTo>
                    <a:pt x="22" y="109"/>
                  </a:lnTo>
                  <a:lnTo>
                    <a:pt x="24" y="107"/>
                  </a:lnTo>
                  <a:lnTo>
                    <a:pt x="24" y="104"/>
                  </a:lnTo>
                  <a:lnTo>
                    <a:pt x="22" y="101"/>
                  </a:lnTo>
                  <a:lnTo>
                    <a:pt x="22" y="100"/>
                  </a:lnTo>
                  <a:lnTo>
                    <a:pt x="27" y="93"/>
                  </a:lnTo>
                  <a:lnTo>
                    <a:pt x="32" y="88"/>
                  </a:lnTo>
                  <a:lnTo>
                    <a:pt x="30" y="85"/>
                  </a:lnTo>
                  <a:lnTo>
                    <a:pt x="32" y="84"/>
                  </a:lnTo>
                  <a:lnTo>
                    <a:pt x="34" y="86"/>
                  </a:lnTo>
                  <a:lnTo>
                    <a:pt x="47" y="81"/>
                  </a:lnTo>
                  <a:lnTo>
                    <a:pt x="51" y="80"/>
                  </a:lnTo>
                  <a:lnTo>
                    <a:pt x="53" y="83"/>
                  </a:lnTo>
                  <a:lnTo>
                    <a:pt x="58" y="80"/>
                  </a:lnTo>
                  <a:lnTo>
                    <a:pt x="60" y="82"/>
                  </a:lnTo>
                  <a:lnTo>
                    <a:pt x="64" y="80"/>
                  </a:lnTo>
                  <a:lnTo>
                    <a:pt x="87" y="88"/>
                  </a:lnTo>
                  <a:lnTo>
                    <a:pt x="103" y="83"/>
                  </a:lnTo>
                  <a:lnTo>
                    <a:pt x="106" y="80"/>
                  </a:lnTo>
                  <a:lnTo>
                    <a:pt x="109" y="80"/>
                  </a:lnTo>
                  <a:lnTo>
                    <a:pt x="112" y="82"/>
                  </a:lnTo>
                  <a:lnTo>
                    <a:pt x="120" y="81"/>
                  </a:lnTo>
                  <a:lnTo>
                    <a:pt x="142" y="72"/>
                  </a:lnTo>
                  <a:lnTo>
                    <a:pt x="148" y="73"/>
                  </a:lnTo>
                  <a:lnTo>
                    <a:pt x="154" y="74"/>
                  </a:lnTo>
                  <a:lnTo>
                    <a:pt x="159" y="80"/>
                  </a:lnTo>
                  <a:lnTo>
                    <a:pt x="165" y="80"/>
                  </a:lnTo>
                  <a:lnTo>
                    <a:pt x="169" y="78"/>
                  </a:lnTo>
                  <a:lnTo>
                    <a:pt x="173" y="78"/>
                  </a:lnTo>
                  <a:lnTo>
                    <a:pt x="176" y="75"/>
                  </a:lnTo>
                  <a:lnTo>
                    <a:pt x="182" y="74"/>
                  </a:lnTo>
                  <a:lnTo>
                    <a:pt x="186" y="72"/>
                  </a:lnTo>
                  <a:lnTo>
                    <a:pt x="188" y="69"/>
                  </a:lnTo>
                  <a:lnTo>
                    <a:pt x="187" y="69"/>
                  </a:lnTo>
                  <a:lnTo>
                    <a:pt x="187" y="68"/>
                  </a:lnTo>
                  <a:lnTo>
                    <a:pt x="188" y="66"/>
                  </a:lnTo>
                  <a:lnTo>
                    <a:pt x="189" y="67"/>
                  </a:lnTo>
                  <a:lnTo>
                    <a:pt x="191" y="66"/>
                  </a:lnTo>
                  <a:lnTo>
                    <a:pt x="189" y="60"/>
                  </a:lnTo>
                  <a:lnTo>
                    <a:pt x="193" y="57"/>
                  </a:lnTo>
                  <a:lnTo>
                    <a:pt x="193" y="50"/>
                  </a:lnTo>
                  <a:lnTo>
                    <a:pt x="191" y="47"/>
                  </a:lnTo>
                  <a:lnTo>
                    <a:pt x="193" y="43"/>
                  </a:lnTo>
                  <a:lnTo>
                    <a:pt x="193" y="41"/>
                  </a:lnTo>
                  <a:lnTo>
                    <a:pt x="196" y="41"/>
                  </a:lnTo>
                  <a:lnTo>
                    <a:pt x="199" y="42"/>
                  </a:lnTo>
                  <a:lnTo>
                    <a:pt x="201" y="41"/>
                  </a:lnTo>
                  <a:lnTo>
                    <a:pt x="205" y="45"/>
                  </a:lnTo>
                  <a:lnTo>
                    <a:pt x="207" y="44"/>
                  </a:lnTo>
                  <a:lnTo>
                    <a:pt x="207" y="43"/>
                  </a:lnTo>
                  <a:lnTo>
                    <a:pt x="216" y="40"/>
                  </a:lnTo>
                  <a:lnTo>
                    <a:pt x="219" y="36"/>
                  </a:lnTo>
                  <a:lnTo>
                    <a:pt x="223" y="36"/>
                  </a:lnTo>
                  <a:lnTo>
                    <a:pt x="231" y="35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8" y="28"/>
                  </a:lnTo>
                  <a:lnTo>
                    <a:pt x="252" y="23"/>
                  </a:lnTo>
                  <a:lnTo>
                    <a:pt x="253" y="22"/>
                  </a:lnTo>
                  <a:lnTo>
                    <a:pt x="256" y="23"/>
                  </a:lnTo>
                  <a:lnTo>
                    <a:pt x="260" y="20"/>
                  </a:lnTo>
                  <a:lnTo>
                    <a:pt x="264" y="20"/>
                  </a:lnTo>
                  <a:lnTo>
                    <a:pt x="267" y="17"/>
                  </a:lnTo>
                  <a:lnTo>
                    <a:pt x="269" y="18"/>
                  </a:lnTo>
                  <a:lnTo>
                    <a:pt x="270" y="17"/>
                  </a:lnTo>
                  <a:lnTo>
                    <a:pt x="266" y="14"/>
                  </a:lnTo>
                  <a:lnTo>
                    <a:pt x="265" y="9"/>
                  </a:lnTo>
                  <a:lnTo>
                    <a:pt x="266" y="8"/>
                  </a:lnTo>
                  <a:lnTo>
                    <a:pt x="266" y="7"/>
                  </a:lnTo>
                  <a:lnTo>
                    <a:pt x="271" y="1"/>
                  </a:lnTo>
                  <a:lnTo>
                    <a:pt x="278" y="0"/>
                  </a:lnTo>
                  <a:lnTo>
                    <a:pt x="280" y="2"/>
                  </a:lnTo>
                  <a:lnTo>
                    <a:pt x="281" y="2"/>
                  </a:lnTo>
                  <a:lnTo>
                    <a:pt x="282" y="5"/>
                  </a:lnTo>
                  <a:lnTo>
                    <a:pt x="281" y="6"/>
                  </a:lnTo>
                  <a:lnTo>
                    <a:pt x="281" y="6"/>
                  </a:lnTo>
                  <a:lnTo>
                    <a:pt x="286" y="5"/>
                  </a:lnTo>
                  <a:lnTo>
                    <a:pt x="288" y="6"/>
                  </a:lnTo>
                  <a:lnTo>
                    <a:pt x="290" y="5"/>
                  </a:lnTo>
                  <a:lnTo>
                    <a:pt x="294" y="7"/>
                  </a:lnTo>
                  <a:lnTo>
                    <a:pt x="298" y="7"/>
                  </a:lnTo>
                  <a:lnTo>
                    <a:pt x="310" y="9"/>
                  </a:lnTo>
                  <a:lnTo>
                    <a:pt x="311" y="10"/>
                  </a:lnTo>
                  <a:lnTo>
                    <a:pt x="313" y="11"/>
                  </a:lnTo>
                  <a:lnTo>
                    <a:pt x="314" y="14"/>
                  </a:lnTo>
                  <a:lnTo>
                    <a:pt x="316" y="13"/>
                  </a:lnTo>
                  <a:lnTo>
                    <a:pt x="319" y="13"/>
                  </a:lnTo>
                  <a:lnTo>
                    <a:pt x="321" y="15"/>
                  </a:lnTo>
                  <a:lnTo>
                    <a:pt x="332" y="23"/>
                  </a:lnTo>
                  <a:lnTo>
                    <a:pt x="335" y="25"/>
                  </a:lnTo>
                  <a:lnTo>
                    <a:pt x="339" y="25"/>
                  </a:lnTo>
                  <a:lnTo>
                    <a:pt x="340" y="26"/>
                  </a:lnTo>
                  <a:lnTo>
                    <a:pt x="346" y="29"/>
                  </a:lnTo>
                  <a:lnTo>
                    <a:pt x="347" y="33"/>
                  </a:lnTo>
                  <a:lnTo>
                    <a:pt x="345" y="35"/>
                  </a:lnTo>
                  <a:lnTo>
                    <a:pt x="337" y="37"/>
                  </a:lnTo>
                  <a:lnTo>
                    <a:pt x="337" y="37"/>
                  </a:lnTo>
                  <a:lnTo>
                    <a:pt x="325" y="38"/>
                  </a:lnTo>
                  <a:lnTo>
                    <a:pt x="319" y="41"/>
                  </a:lnTo>
                  <a:lnTo>
                    <a:pt x="317" y="41"/>
                  </a:lnTo>
                  <a:lnTo>
                    <a:pt x="317" y="39"/>
                  </a:lnTo>
                  <a:lnTo>
                    <a:pt x="313" y="40"/>
                  </a:lnTo>
                  <a:lnTo>
                    <a:pt x="308" y="40"/>
                  </a:lnTo>
                  <a:lnTo>
                    <a:pt x="305" y="41"/>
                  </a:lnTo>
                  <a:lnTo>
                    <a:pt x="304" y="41"/>
                  </a:lnTo>
                  <a:lnTo>
                    <a:pt x="300" y="41"/>
                  </a:lnTo>
                  <a:lnTo>
                    <a:pt x="298" y="37"/>
                  </a:lnTo>
                  <a:lnTo>
                    <a:pt x="297" y="36"/>
                  </a:lnTo>
                  <a:lnTo>
                    <a:pt x="295" y="36"/>
                  </a:lnTo>
                  <a:lnTo>
                    <a:pt x="292" y="38"/>
                  </a:lnTo>
                  <a:lnTo>
                    <a:pt x="291" y="41"/>
                  </a:lnTo>
                  <a:lnTo>
                    <a:pt x="291" y="43"/>
                  </a:lnTo>
                  <a:lnTo>
                    <a:pt x="291" y="45"/>
                  </a:lnTo>
                  <a:lnTo>
                    <a:pt x="291" y="47"/>
                  </a:lnTo>
                  <a:lnTo>
                    <a:pt x="289" y="50"/>
                  </a:lnTo>
                  <a:lnTo>
                    <a:pt x="288" y="49"/>
                  </a:lnTo>
                  <a:lnTo>
                    <a:pt x="287" y="49"/>
                  </a:lnTo>
                  <a:lnTo>
                    <a:pt x="286" y="49"/>
                  </a:lnTo>
                  <a:lnTo>
                    <a:pt x="285" y="49"/>
                  </a:lnTo>
                  <a:lnTo>
                    <a:pt x="283" y="48"/>
                  </a:lnTo>
                  <a:lnTo>
                    <a:pt x="282" y="46"/>
                  </a:lnTo>
                  <a:lnTo>
                    <a:pt x="278" y="44"/>
                  </a:lnTo>
                  <a:lnTo>
                    <a:pt x="275" y="44"/>
                  </a:lnTo>
                  <a:lnTo>
                    <a:pt x="275" y="49"/>
                  </a:lnTo>
                  <a:lnTo>
                    <a:pt x="272" y="52"/>
                  </a:lnTo>
                  <a:lnTo>
                    <a:pt x="266" y="53"/>
                  </a:lnTo>
                  <a:lnTo>
                    <a:pt x="264" y="55"/>
                  </a:lnTo>
                  <a:lnTo>
                    <a:pt x="264" y="58"/>
                  </a:lnTo>
                  <a:lnTo>
                    <a:pt x="264" y="59"/>
                  </a:lnTo>
                  <a:lnTo>
                    <a:pt x="264" y="63"/>
                  </a:lnTo>
                  <a:lnTo>
                    <a:pt x="262" y="64"/>
                  </a:lnTo>
                  <a:lnTo>
                    <a:pt x="263" y="66"/>
                  </a:lnTo>
                  <a:lnTo>
                    <a:pt x="265" y="67"/>
                  </a:lnTo>
                  <a:lnTo>
                    <a:pt x="266" y="68"/>
                  </a:lnTo>
                  <a:lnTo>
                    <a:pt x="267" y="67"/>
                  </a:lnTo>
                  <a:lnTo>
                    <a:pt x="269" y="69"/>
                  </a:lnTo>
                  <a:lnTo>
                    <a:pt x="263" y="72"/>
                  </a:lnTo>
                  <a:lnTo>
                    <a:pt x="259" y="74"/>
                  </a:lnTo>
                  <a:lnTo>
                    <a:pt x="256" y="74"/>
                  </a:lnTo>
                  <a:lnTo>
                    <a:pt x="252" y="78"/>
                  </a:lnTo>
                  <a:lnTo>
                    <a:pt x="253" y="83"/>
                  </a:lnTo>
                  <a:lnTo>
                    <a:pt x="250" y="85"/>
                  </a:lnTo>
                  <a:lnTo>
                    <a:pt x="251" y="87"/>
                  </a:lnTo>
                  <a:lnTo>
                    <a:pt x="251" y="87"/>
                  </a:lnTo>
                  <a:lnTo>
                    <a:pt x="248" y="93"/>
                  </a:lnTo>
                  <a:lnTo>
                    <a:pt x="246" y="103"/>
                  </a:lnTo>
                  <a:lnTo>
                    <a:pt x="246" y="110"/>
                  </a:lnTo>
                  <a:lnTo>
                    <a:pt x="248" y="110"/>
                  </a:lnTo>
                  <a:lnTo>
                    <a:pt x="245" y="114"/>
                  </a:lnTo>
                  <a:lnTo>
                    <a:pt x="242" y="117"/>
                  </a:lnTo>
                  <a:lnTo>
                    <a:pt x="244" y="118"/>
                  </a:lnTo>
                  <a:lnTo>
                    <a:pt x="242" y="124"/>
                  </a:lnTo>
                  <a:lnTo>
                    <a:pt x="245" y="139"/>
                  </a:lnTo>
                  <a:lnTo>
                    <a:pt x="245" y="142"/>
                  </a:lnTo>
                  <a:lnTo>
                    <a:pt x="245" y="142"/>
                  </a:lnTo>
                  <a:lnTo>
                    <a:pt x="234" y="140"/>
                  </a:lnTo>
                  <a:lnTo>
                    <a:pt x="227" y="142"/>
                  </a:lnTo>
                  <a:lnTo>
                    <a:pt x="216" y="144"/>
                  </a:lnTo>
                  <a:lnTo>
                    <a:pt x="201" y="133"/>
                  </a:lnTo>
                  <a:lnTo>
                    <a:pt x="199" y="131"/>
                  </a:lnTo>
                  <a:lnTo>
                    <a:pt x="197" y="132"/>
                  </a:lnTo>
                  <a:lnTo>
                    <a:pt x="197" y="131"/>
                  </a:lnTo>
                  <a:lnTo>
                    <a:pt x="195" y="132"/>
                  </a:lnTo>
                  <a:lnTo>
                    <a:pt x="189" y="120"/>
                  </a:lnTo>
                  <a:lnTo>
                    <a:pt x="188" y="115"/>
                  </a:lnTo>
                  <a:lnTo>
                    <a:pt x="182" y="118"/>
                  </a:lnTo>
                  <a:lnTo>
                    <a:pt x="180" y="117"/>
                  </a:lnTo>
                  <a:lnTo>
                    <a:pt x="174" y="118"/>
                  </a:lnTo>
                  <a:lnTo>
                    <a:pt x="169" y="115"/>
                  </a:lnTo>
                  <a:lnTo>
                    <a:pt x="165" y="108"/>
                  </a:lnTo>
                  <a:lnTo>
                    <a:pt x="161" y="104"/>
                  </a:lnTo>
                  <a:lnTo>
                    <a:pt x="158" y="105"/>
                  </a:lnTo>
                  <a:lnTo>
                    <a:pt x="157" y="107"/>
                  </a:lnTo>
                  <a:lnTo>
                    <a:pt x="153" y="108"/>
                  </a:lnTo>
                  <a:lnTo>
                    <a:pt x="153" y="105"/>
                  </a:lnTo>
                  <a:lnTo>
                    <a:pt x="148" y="104"/>
                  </a:lnTo>
                  <a:lnTo>
                    <a:pt x="147" y="103"/>
                  </a:lnTo>
                  <a:lnTo>
                    <a:pt x="148" y="101"/>
                  </a:lnTo>
                  <a:lnTo>
                    <a:pt x="148" y="97"/>
                  </a:lnTo>
                  <a:lnTo>
                    <a:pt x="142" y="99"/>
                  </a:lnTo>
                  <a:lnTo>
                    <a:pt x="132" y="99"/>
                  </a:lnTo>
                  <a:lnTo>
                    <a:pt x="131" y="101"/>
                  </a:lnTo>
                  <a:lnTo>
                    <a:pt x="128" y="100"/>
                  </a:lnTo>
                  <a:lnTo>
                    <a:pt x="125" y="101"/>
                  </a:lnTo>
                  <a:lnTo>
                    <a:pt x="132" y="107"/>
                  </a:lnTo>
                  <a:lnTo>
                    <a:pt x="132" y="113"/>
                  </a:lnTo>
                  <a:lnTo>
                    <a:pt x="131" y="115"/>
                  </a:lnTo>
                  <a:lnTo>
                    <a:pt x="137" y="131"/>
                  </a:lnTo>
                  <a:lnTo>
                    <a:pt x="122" y="136"/>
                  </a:lnTo>
                  <a:lnTo>
                    <a:pt x="120" y="137"/>
                  </a:lnTo>
                  <a:lnTo>
                    <a:pt x="120" y="139"/>
                  </a:lnTo>
                  <a:lnTo>
                    <a:pt x="122" y="145"/>
                  </a:lnTo>
                  <a:lnTo>
                    <a:pt x="117" y="148"/>
                  </a:lnTo>
                  <a:lnTo>
                    <a:pt x="113" y="150"/>
                  </a:lnTo>
                  <a:lnTo>
                    <a:pt x="109" y="161"/>
                  </a:lnTo>
                  <a:lnTo>
                    <a:pt x="95" y="169"/>
                  </a:lnTo>
                  <a:lnTo>
                    <a:pt x="93" y="173"/>
                  </a:lnTo>
                  <a:lnTo>
                    <a:pt x="97" y="173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8" y="184"/>
                  </a:lnTo>
                  <a:lnTo>
                    <a:pt x="101" y="188"/>
                  </a:lnTo>
                  <a:lnTo>
                    <a:pt x="98" y="191"/>
                  </a:lnTo>
                  <a:lnTo>
                    <a:pt x="99" y="197"/>
                  </a:lnTo>
                  <a:lnTo>
                    <a:pt x="96" y="202"/>
                  </a:lnTo>
                  <a:lnTo>
                    <a:pt x="96" y="208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11" y="232"/>
                  </a:lnTo>
                  <a:lnTo>
                    <a:pt x="112" y="240"/>
                  </a:lnTo>
                  <a:lnTo>
                    <a:pt x="118" y="25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5" name="Freeform 8">
              <a:extLst>
                <a:ext uri="{FF2B5EF4-FFF2-40B4-BE49-F238E27FC236}">
                  <a16:creationId xmlns:a16="http://schemas.microsoft.com/office/drawing/2014/main" id="{B0BD31B7-E998-4ABD-842D-61BCADC6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843" y="2500087"/>
              <a:ext cx="478801" cy="274945"/>
            </a:xfrm>
            <a:custGeom>
              <a:avLst/>
              <a:gdLst>
                <a:gd name="T0" fmla="*/ 446 w 458"/>
                <a:gd name="T1" fmla="*/ 141 h 263"/>
                <a:gd name="T2" fmla="*/ 456 w 458"/>
                <a:gd name="T3" fmla="*/ 166 h 263"/>
                <a:gd name="T4" fmla="*/ 428 w 458"/>
                <a:gd name="T5" fmla="*/ 189 h 263"/>
                <a:gd name="T6" fmla="*/ 401 w 458"/>
                <a:gd name="T7" fmla="*/ 183 h 263"/>
                <a:gd name="T8" fmla="*/ 390 w 458"/>
                <a:gd name="T9" fmla="*/ 190 h 263"/>
                <a:gd name="T10" fmla="*/ 393 w 458"/>
                <a:gd name="T11" fmla="*/ 207 h 263"/>
                <a:gd name="T12" fmla="*/ 371 w 458"/>
                <a:gd name="T13" fmla="*/ 216 h 263"/>
                <a:gd name="T14" fmla="*/ 325 w 458"/>
                <a:gd name="T15" fmla="*/ 252 h 263"/>
                <a:gd name="T16" fmla="*/ 306 w 458"/>
                <a:gd name="T17" fmla="*/ 259 h 263"/>
                <a:gd name="T18" fmla="*/ 250 w 458"/>
                <a:gd name="T19" fmla="*/ 223 h 263"/>
                <a:gd name="T20" fmla="*/ 198 w 458"/>
                <a:gd name="T21" fmla="*/ 211 h 263"/>
                <a:gd name="T22" fmla="*/ 224 w 458"/>
                <a:gd name="T23" fmla="*/ 178 h 263"/>
                <a:gd name="T24" fmla="*/ 240 w 458"/>
                <a:gd name="T25" fmla="*/ 133 h 263"/>
                <a:gd name="T26" fmla="*/ 257 w 458"/>
                <a:gd name="T27" fmla="*/ 105 h 263"/>
                <a:gd name="T28" fmla="*/ 227 w 458"/>
                <a:gd name="T29" fmla="*/ 92 h 263"/>
                <a:gd name="T30" fmla="*/ 215 w 458"/>
                <a:gd name="T31" fmla="*/ 80 h 263"/>
                <a:gd name="T32" fmla="*/ 213 w 458"/>
                <a:gd name="T33" fmla="*/ 91 h 263"/>
                <a:gd name="T34" fmla="*/ 194 w 458"/>
                <a:gd name="T35" fmla="*/ 93 h 263"/>
                <a:gd name="T36" fmla="*/ 178 w 458"/>
                <a:gd name="T37" fmla="*/ 104 h 263"/>
                <a:gd name="T38" fmla="*/ 189 w 458"/>
                <a:gd name="T39" fmla="*/ 122 h 263"/>
                <a:gd name="T40" fmla="*/ 166 w 458"/>
                <a:gd name="T41" fmla="*/ 153 h 263"/>
                <a:gd name="T42" fmla="*/ 154 w 458"/>
                <a:gd name="T43" fmla="*/ 150 h 263"/>
                <a:gd name="T44" fmla="*/ 148 w 458"/>
                <a:gd name="T45" fmla="*/ 168 h 263"/>
                <a:gd name="T46" fmla="*/ 119 w 458"/>
                <a:gd name="T47" fmla="*/ 176 h 263"/>
                <a:gd name="T48" fmla="*/ 101 w 458"/>
                <a:gd name="T49" fmla="*/ 203 h 263"/>
                <a:gd name="T50" fmla="*/ 77 w 458"/>
                <a:gd name="T51" fmla="*/ 204 h 263"/>
                <a:gd name="T52" fmla="*/ 63 w 458"/>
                <a:gd name="T53" fmla="*/ 190 h 263"/>
                <a:gd name="T54" fmla="*/ 47 w 458"/>
                <a:gd name="T55" fmla="*/ 189 h 263"/>
                <a:gd name="T56" fmla="*/ 41 w 458"/>
                <a:gd name="T57" fmla="*/ 216 h 263"/>
                <a:gd name="T58" fmla="*/ 23 w 458"/>
                <a:gd name="T59" fmla="*/ 198 h 263"/>
                <a:gd name="T60" fmla="*/ 3 w 458"/>
                <a:gd name="T61" fmla="*/ 175 h 263"/>
                <a:gd name="T62" fmla="*/ 52 w 458"/>
                <a:gd name="T63" fmla="*/ 173 h 263"/>
                <a:gd name="T64" fmla="*/ 38 w 458"/>
                <a:gd name="T65" fmla="*/ 140 h 263"/>
                <a:gd name="T66" fmla="*/ 32 w 458"/>
                <a:gd name="T67" fmla="*/ 133 h 263"/>
                <a:gd name="T68" fmla="*/ 57 w 458"/>
                <a:gd name="T69" fmla="*/ 134 h 263"/>
                <a:gd name="T70" fmla="*/ 100 w 458"/>
                <a:gd name="T71" fmla="*/ 124 h 263"/>
                <a:gd name="T72" fmla="*/ 122 w 458"/>
                <a:gd name="T73" fmla="*/ 93 h 263"/>
                <a:gd name="T74" fmla="*/ 103 w 458"/>
                <a:gd name="T75" fmla="*/ 77 h 263"/>
                <a:gd name="T76" fmla="*/ 92 w 458"/>
                <a:gd name="T77" fmla="*/ 59 h 263"/>
                <a:gd name="T78" fmla="*/ 106 w 458"/>
                <a:gd name="T79" fmla="*/ 56 h 263"/>
                <a:gd name="T80" fmla="*/ 116 w 458"/>
                <a:gd name="T81" fmla="*/ 42 h 263"/>
                <a:gd name="T82" fmla="*/ 98 w 458"/>
                <a:gd name="T83" fmla="*/ 43 h 263"/>
                <a:gd name="T84" fmla="*/ 106 w 458"/>
                <a:gd name="T85" fmla="*/ 23 h 263"/>
                <a:gd name="T86" fmla="*/ 144 w 458"/>
                <a:gd name="T87" fmla="*/ 9 h 263"/>
                <a:gd name="T88" fmla="*/ 161 w 458"/>
                <a:gd name="T89" fmla="*/ 32 h 263"/>
                <a:gd name="T90" fmla="*/ 179 w 458"/>
                <a:gd name="T91" fmla="*/ 34 h 263"/>
                <a:gd name="T92" fmla="*/ 186 w 458"/>
                <a:gd name="T93" fmla="*/ 7 h 263"/>
                <a:gd name="T94" fmla="*/ 210 w 458"/>
                <a:gd name="T95" fmla="*/ 20 h 263"/>
                <a:gd name="T96" fmla="*/ 236 w 458"/>
                <a:gd name="T97" fmla="*/ 38 h 263"/>
                <a:gd name="T98" fmla="*/ 270 w 458"/>
                <a:gd name="T99" fmla="*/ 32 h 263"/>
                <a:gd name="T100" fmla="*/ 291 w 458"/>
                <a:gd name="T101" fmla="*/ 45 h 263"/>
                <a:gd name="T102" fmla="*/ 322 w 458"/>
                <a:gd name="T103" fmla="*/ 55 h 263"/>
                <a:gd name="T104" fmla="*/ 322 w 458"/>
                <a:gd name="T105" fmla="*/ 78 h 263"/>
                <a:gd name="T106" fmla="*/ 329 w 458"/>
                <a:gd name="T107" fmla="*/ 79 h 263"/>
                <a:gd name="T108" fmla="*/ 347 w 458"/>
                <a:gd name="T109" fmla="*/ 65 h 263"/>
                <a:gd name="T110" fmla="*/ 357 w 458"/>
                <a:gd name="T111" fmla="*/ 39 h 263"/>
                <a:gd name="T112" fmla="*/ 373 w 458"/>
                <a:gd name="T113" fmla="*/ 35 h 263"/>
                <a:gd name="T114" fmla="*/ 386 w 458"/>
                <a:gd name="T115" fmla="*/ 50 h 263"/>
                <a:gd name="T116" fmla="*/ 404 w 458"/>
                <a:gd name="T117" fmla="*/ 68 h 263"/>
                <a:gd name="T118" fmla="*/ 413 w 458"/>
                <a:gd name="T119" fmla="*/ 92 h 263"/>
                <a:gd name="T120" fmla="*/ 444 w 458"/>
                <a:gd name="T121" fmla="*/ 105 h 263"/>
                <a:gd name="T122" fmla="*/ 453 w 458"/>
                <a:gd name="T123" fmla="*/ 12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8" h="263">
                  <a:moveTo>
                    <a:pt x="453" y="127"/>
                  </a:moveTo>
                  <a:lnTo>
                    <a:pt x="455" y="128"/>
                  </a:lnTo>
                  <a:lnTo>
                    <a:pt x="455" y="129"/>
                  </a:lnTo>
                  <a:lnTo>
                    <a:pt x="448" y="138"/>
                  </a:lnTo>
                  <a:lnTo>
                    <a:pt x="447" y="138"/>
                  </a:lnTo>
                  <a:lnTo>
                    <a:pt x="446" y="141"/>
                  </a:lnTo>
                  <a:lnTo>
                    <a:pt x="449" y="153"/>
                  </a:lnTo>
                  <a:lnTo>
                    <a:pt x="448" y="154"/>
                  </a:lnTo>
                  <a:lnTo>
                    <a:pt x="456" y="164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6" y="166"/>
                  </a:lnTo>
                  <a:lnTo>
                    <a:pt x="453" y="167"/>
                  </a:lnTo>
                  <a:lnTo>
                    <a:pt x="452" y="173"/>
                  </a:lnTo>
                  <a:lnTo>
                    <a:pt x="447" y="172"/>
                  </a:lnTo>
                  <a:lnTo>
                    <a:pt x="436" y="177"/>
                  </a:lnTo>
                  <a:lnTo>
                    <a:pt x="438" y="183"/>
                  </a:lnTo>
                  <a:lnTo>
                    <a:pt x="428" y="189"/>
                  </a:lnTo>
                  <a:lnTo>
                    <a:pt x="425" y="189"/>
                  </a:lnTo>
                  <a:lnTo>
                    <a:pt x="415" y="192"/>
                  </a:lnTo>
                  <a:lnTo>
                    <a:pt x="412" y="189"/>
                  </a:lnTo>
                  <a:lnTo>
                    <a:pt x="411" y="189"/>
                  </a:lnTo>
                  <a:lnTo>
                    <a:pt x="409" y="190"/>
                  </a:lnTo>
                  <a:lnTo>
                    <a:pt x="401" y="183"/>
                  </a:lnTo>
                  <a:lnTo>
                    <a:pt x="398" y="183"/>
                  </a:lnTo>
                  <a:lnTo>
                    <a:pt x="396" y="184"/>
                  </a:lnTo>
                  <a:lnTo>
                    <a:pt x="396" y="189"/>
                  </a:lnTo>
                  <a:lnTo>
                    <a:pt x="393" y="190"/>
                  </a:lnTo>
                  <a:lnTo>
                    <a:pt x="392" y="189"/>
                  </a:lnTo>
                  <a:lnTo>
                    <a:pt x="390" y="190"/>
                  </a:lnTo>
                  <a:lnTo>
                    <a:pt x="389" y="194"/>
                  </a:lnTo>
                  <a:lnTo>
                    <a:pt x="385" y="196"/>
                  </a:lnTo>
                  <a:lnTo>
                    <a:pt x="386" y="201"/>
                  </a:lnTo>
                  <a:lnTo>
                    <a:pt x="388" y="203"/>
                  </a:lnTo>
                  <a:lnTo>
                    <a:pt x="390" y="203"/>
                  </a:lnTo>
                  <a:lnTo>
                    <a:pt x="393" y="207"/>
                  </a:lnTo>
                  <a:lnTo>
                    <a:pt x="392" y="210"/>
                  </a:lnTo>
                  <a:lnTo>
                    <a:pt x="389" y="209"/>
                  </a:lnTo>
                  <a:lnTo>
                    <a:pt x="385" y="213"/>
                  </a:lnTo>
                  <a:lnTo>
                    <a:pt x="379" y="212"/>
                  </a:lnTo>
                  <a:lnTo>
                    <a:pt x="377" y="214"/>
                  </a:lnTo>
                  <a:lnTo>
                    <a:pt x="371" y="216"/>
                  </a:lnTo>
                  <a:lnTo>
                    <a:pt x="361" y="221"/>
                  </a:lnTo>
                  <a:lnTo>
                    <a:pt x="354" y="232"/>
                  </a:lnTo>
                  <a:lnTo>
                    <a:pt x="352" y="233"/>
                  </a:lnTo>
                  <a:lnTo>
                    <a:pt x="333" y="236"/>
                  </a:lnTo>
                  <a:lnTo>
                    <a:pt x="328" y="241"/>
                  </a:lnTo>
                  <a:lnTo>
                    <a:pt x="325" y="252"/>
                  </a:lnTo>
                  <a:lnTo>
                    <a:pt x="325" y="258"/>
                  </a:lnTo>
                  <a:lnTo>
                    <a:pt x="318" y="263"/>
                  </a:lnTo>
                  <a:lnTo>
                    <a:pt x="314" y="262"/>
                  </a:lnTo>
                  <a:lnTo>
                    <a:pt x="308" y="263"/>
                  </a:lnTo>
                  <a:lnTo>
                    <a:pt x="305" y="263"/>
                  </a:lnTo>
                  <a:lnTo>
                    <a:pt x="306" y="259"/>
                  </a:lnTo>
                  <a:lnTo>
                    <a:pt x="293" y="257"/>
                  </a:lnTo>
                  <a:lnTo>
                    <a:pt x="284" y="250"/>
                  </a:lnTo>
                  <a:lnTo>
                    <a:pt x="278" y="240"/>
                  </a:lnTo>
                  <a:lnTo>
                    <a:pt x="273" y="228"/>
                  </a:lnTo>
                  <a:lnTo>
                    <a:pt x="265" y="225"/>
                  </a:lnTo>
                  <a:lnTo>
                    <a:pt x="250" y="223"/>
                  </a:lnTo>
                  <a:lnTo>
                    <a:pt x="206" y="229"/>
                  </a:lnTo>
                  <a:lnTo>
                    <a:pt x="205" y="219"/>
                  </a:lnTo>
                  <a:lnTo>
                    <a:pt x="204" y="216"/>
                  </a:lnTo>
                  <a:lnTo>
                    <a:pt x="205" y="214"/>
                  </a:lnTo>
                  <a:lnTo>
                    <a:pt x="199" y="214"/>
                  </a:lnTo>
                  <a:lnTo>
                    <a:pt x="198" y="211"/>
                  </a:lnTo>
                  <a:lnTo>
                    <a:pt x="197" y="209"/>
                  </a:lnTo>
                  <a:lnTo>
                    <a:pt x="201" y="207"/>
                  </a:lnTo>
                  <a:lnTo>
                    <a:pt x="197" y="179"/>
                  </a:lnTo>
                  <a:lnTo>
                    <a:pt x="218" y="180"/>
                  </a:lnTo>
                  <a:lnTo>
                    <a:pt x="221" y="179"/>
                  </a:lnTo>
                  <a:lnTo>
                    <a:pt x="224" y="178"/>
                  </a:lnTo>
                  <a:lnTo>
                    <a:pt x="233" y="170"/>
                  </a:lnTo>
                  <a:lnTo>
                    <a:pt x="235" y="168"/>
                  </a:lnTo>
                  <a:lnTo>
                    <a:pt x="240" y="151"/>
                  </a:lnTo>
                  <a:lnTo>
                    <a:pt x="237" y="145"/>
                  </a:lnTo>
                  <a:lnTo>
                    <a:pt x="237" y="141"/>
                  </a:lnTo>
                  <a:lnTo>
                    <a:pt x="240" y="133"/>
                  </a:lnTo>
                  <a:lnTo>
                    <a:pt x="245" y="127"/>
                  </a:lnTo>
                  <a:lnTo>
                    <a:pt x="250" y="127"/>
                  </a:lnTo>
                  <a:lnTo>
                    <a:pt x="251" y="124"/>
                  </a:lnTo>
                  <a:lnTo>
                    <a:pt x="251" y="121"/>
                  </a:lnTo>
                  <a:lnTo>
                    <a:pt x="258" y="109"/>
                  </a:lnTo>
                  <a:lnTo>
                    <a:pt x="257" y="105"/>
                  </a:lnTo>
                  <a:lnTo>
                    <a:pt x="254" y="103"/>
                  </a:lnTo>
                  <a:lnTo>
                    <a:pt x="251" y="99"/>
                  </a:lnTo>
                  <a:lnTo>
                    <a:pt x="248" y="97"/>
                  </a:lnTo>
                  <a:lnTo>
                    <a:pt x="244" y="97"/>
                  </a:lnTo>
                  <a:lnTo>
                    <a:pt x="235" y="93"/>
                  </a:lnTo>
                  <a:lnTo>
                    <a:pt x="227" y="92"/>
                  </a:lnTo>
                  <a:lnTo>
                    <a:pt x="225" y="89"/>
                  </a:lnTo>
                  <a:lnTo>
                    <a:pt x="223" y="84"/>
                  </a:lnTo>
                  <a:lnTo>
                    <a:pt x="224" y="79"/>
                  </a:lnTo>
                  <a:lnTo>
                    <a:pt x="220" y="80"/>
                  </a:lnTo>
                  <a:lnTo>
                    <a:pt x="218" y="80"/>
                  </a:lnTo>
                  <a:lnTo>
                    <a:pt x="215" y="80"/>
                  </a:lnTo>
                  <a:lnTo>
                    <a:pt x="212" y="80"/>
                  </a:lnTo>
                  <a:lnTo>
                    <a:pt x="210" y="85"/>
                  </a:lnTo>
                  <a:lnTo>
                    <a:pt x="216" y="86"/>
                  </a:lnTo>
                  <a:lnTo>
                    <a:pt x="212" y="89"/>
                  </a:lnTo>
                  <a:lnTo>
                    <a:pt x="216" y="90"/>
                  </a:lnTo>
                  <a:lnTo>
                    <a:pt x="213" y="91"/>
                  </a:lnTo>
                  <a:lnTo>
                    <a:pt x="210" y="93"/>
                  </a:lnTo>
                  <a:lnTo>
                    <a:pt x="207" y="92"/>
                  </a:lnTo>
                  <a:lnTo>
                    <a:pt x="205" y="94"/>
                  </a:lnTo>
                  <a:lnTo>
                    <a:pt x="204" y="95"/>
                  </a:lnTo>
                  <a:lnTo>
                    <a:pt x="197" y="93"/>
                  </a:lnTo>
                  <a:lnTo>
                    <a:pt x="194" y="93"/>
                  </a:lnTo>
                  <a:lnTo>
                    <a:pt x="191" y="91"/>
                  </a:lnTo>
                  <a:lnTo>
                    <a:pt x="182" y="87"/>
                  </a:lnTo>
                  <a:lnTo>
                    <a:pt x="178" y="87"/>
                  </a:lnTo>
                  <a:lnTo>
                    <a:pt x="178" y="96"/>
                  </a:lnTo>
                  <a:lnTo>
                    <a:pt x="178" y="103"/>
                  </a:lnTo>
                  <a:lnTo>
                    <a:pt x="178" y="104"/>
                  </a:lnTo>
                  <a:lnTo>
                    <a:pt x="175" y="109"/>
                  </a:lnTo>
                  <a:lnTo>
                    <a:pt x="182" y="110"/>
                  </a:lnTo>
                  <a:lnTo>
                    <a:pt x="185" y="112"/>
                  </a:lnTo>
                  <a:lnTo>
                    <a:pt x="187" y="112"/>
                  </a:lnTo>
                  <a:lnTo>
                    <a:pt x="191" y="117"/>
                  </a:lnTo>
                  <a:lnTo>
                    <a:pt x="189" y="122"/>
                  </a:lnTo>
                  <a:lnTo>
                    <a:pt x="189" y="127"/>
                  </a:lnTo>
                  <a:lnTo>
                    <a:pt x="185" y="139"/>
                  </a:lnTo>
                  <a:lnTo>
                    <a:pt x="184" y="153"/>
                  </a:lnTo>
                  <a:lnTo>
                    <a:pt x="183" y="152"/>
                  </a:lnTo>
                  <a:lnTo>
                    <a:pt x="174" y="154"/>
                  </a:lnTo>
                  <a:lnTo>
                    <a:pt x="166" y="153"/>
                  </a:lnTo>
                  <a:lnTo>
                    <a:pt x="160" y="157"/>
                  </a:lnTo>
                  <a:lnTo>
                    <a:pt x="158" y="157"/>
                  </a:lnTo>
                  <a:lnTo>
                    <a:pt x="155" y="156"/>
                  </a:lnTo>
                  <a:lnTo>
                    <a:pt x="156" y="154"/>
                  </a:lnTo>
                  <a:lnTo>
                    <a:pt x="154" y="153"/>
                  </a:lnTo>
                  <a:lnTo>
                    <a:pt x="154" y="150"/>
                  </a:lnTo>
                  <a:lnTo>
                    <a:pt x="152" y="149"/>
                  </a:lnTo>
                  <a:lnTo>
                    <a:pt x="147" y="149"/>
                  </a:lnTo>
                  <a:lnTo>
                    <a:pt x="148" y="155"/>
                  </a:lnTo>
                  <a:lnTo>
                    <a:pt x="146" y="160"/>
                  </a:lnTo>
                  <a:lnTo>
                    <a:pt x="147" y="166"/>
                  </a:lnTo>
                  <a:lnTo>
                    <a:pt x="148" y="168"/>
                  </a:lnTo>
                  <a:lnTo>
                    <a:pt x="153" y="169"/>
                  </a:lnTo>
                  <a:lnTo>
                    <a:pt x="155" y="171"/>
                  </a:lnTo>
                  <a:lnTo>
                    <a:pt x="156" y="174"/>
                  </a:lnTo>
                  <a:lnTo>
                    <a:pt x="145" y="176"/>
                  </a:lnTo>
                  <a:lnTo>
                    <a:pt x="131" y="174"/>
                  </a:lnTo>
                  <a:lnTo>
                    <a:pt x="119" y="176"/>
                  </a:lnTo>
                  <a:lnTo>
                    <a:pt x="113" y="178"/>
                  </a:lnTo>
                  <a:lnTo>
                    <a:pt x="117" y="184"/>
                  </a:lnTo>
                  <a:lnTo>
                    <a:pt x="117" y="188"/>
                  </a:lnTo>
                  <a:lnTo>
                    <a:pt x="113" y="194"/>
                  </a:lnTo>
                  <a:lnTo>
                    <a:pt x="107" y="205"/>
                  </a:lnTo>
                  <a:lnTo>
                    <a:pt x="101" y="203"/>
                  </a:lnTo>
                  <a:lnTo>
                    <a:pt x="100" y="205"/>
                  </a:lnTo>
                  <a:lnTo>
                    <a:pt x="94" y="209"/>
                  </a:lnTo>
                  <a:lnTo>
                    <a:pt x="86" y="209"/>
                  </a:lnTo>
                  <a:lnTo>
                    <a:pt x="81" y="206"/>
                  </a:lnTo>
                  <a:lnTo>
                    <a:pt x="80" y="204"/>
                  </a:lnTo>
                  <a:lnTo>
                    <a:pt x="77" y="204"/>
                  </a:lnTo>
                  <a:lnTo>
                    <a:pt x="76" y="203"/>
                  </a:lnTo>
                  <a:lnTo>
                    <a:pt x="74" y="190"/>
                  </a:lnTo>
                  <a:lnTo>
                    <a:pt x="70" y="191"/>
                  </a:lnTo>
                  <a:lnTo>
                    <a:pt x="65" y="188"/>
                  </a:lnTo>
                  <a:lnTo>
                    <a:pt x="64" y="188"/>
                  </a:lnTo>
                  <a:lnTo>
                    <a:pt x="63" y="190"/>
                  </a:lnTo>
                  <a:lnTo>
                    <a:pt x="60" y="190"/>
                  </a:lnTo>
                  <a:lnTo>
                    <a:pt x="58" y="187"/>
                  </a:lnTo>
                  <a:lnTo>
                    <a:pt x="53" y="187"/>
                  </a:lnTo>
                  <a:lnTo>
                    <a:pt x="54" y="189"/>
                  </a:lnTo>
                  <a:lnTo>
                    <a:pt x="52" y="192"/>
                  </a:lnTo>
                  <a:lnTo>
                    <a:pt x="47" y="189"/>
                  </a:lnTo>
                  <a:lnTo>
                    <a:pt x="46" y="194"/>
                  </a:lnTo>
                  <a:lnTo>
                    <a:pt x="47" y="195"/>
                  </a:lnTo>
                  <a:lnTo>
                    <a:pt x="48" y="205"/>
                  </a:lnTo>
                  <a:lnTo>
                    <a:pt x="44" y="208"/>
                  </a:lnTo>
                  <a:lnTo>
                    <a:pt x="43" y="214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22" y="214"/>
                  </a:lnTo>
                  <a:lnTo>
                    <a:pt x="26" y="209"/>
                  </a:lnTo>
                  <a:lnTo>
                    <a:pt x="25" y="205"/>
                  </a:lnTo>
                  <a:lnTo>
                    <a:pt x="25" y="199"/>
                  </a:lnTo>
                  <a:lnTo>
                    <a:pt x="23" y="198"/>
                  </a:lnTo>
                  <a:lnTo>
                    <a:pt x="12" y="195"/>
                  </a:lnTo>
                  <a:lnTo>
                    <a:pt x="10" y="188"/>
                  </a:lnTo>
                  <a:lnTo>
                    <a:pt x="4" y="188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3" y="175"/>
                  </a:lnTo>
                  <a:lnTo>
                    <a:pt x="14" y="178"/>
                  </a:lnTo>
                  <a:lnTo>
                    <a:pt x="29" y="179"/>
                  </a:lnTo>
                  <a:lnTo>
                    <a:pt x="36" y="174"/>
                  </a:lnTo>
                  <a:lnTo>
                    <a:pt x="44" y="176"/>
                  </a:lnTo>
                  <a:lnTo>
                    <a:pt x="50" y="175"/>
                  </a:lnTo>
                  <a:lnTo>
                    <a:pt x="52" y="173"/>
                  </a:lnTo>
                  <a:lnTo>
                    <a:pt x="53" y="167"/>
                  </a:lnTo>
                  <a:lnTo>
                    <a:pt x="58" y="159"/>
                  </a:lnTo>
                  <a:lnTo>
                    <a:pt x="55" y="156"/>
                  </a:lnTo>
                  <a:lnTo>
                    <a:pt x="53" y="150"/>
                  </a:lnTo>
                  <a:lnTo>
                    <a:pt x="43" y="138"/>
                  </a:lnTo>
                  <a:lnTo>
                    <a:pt x="38" y="140"/>
                  </a:lnTo>
                  <a:lnTo>
                    <a:pt x="33" y="141"/>
                  </a:lnTo>
                  <a:lnTo>
                    <a:pt x="33" y="141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3" y="135"/>
                  </a:lnTo>
                  <a:lnTo>
                    <a:pt x="32" y="133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4"/>
                  </a:lnTo>
                  <a:lnTo>
                    <a:pt x="47" y="121"/>
                  </a:lnTo>
                  <a:lnTo>
                    <a:pt x="47" y="121"/>
                  </a:lnTo>
                  <a:lnTo>
                    <a:pt x="57" y="134"/>
                  </a:lnTo>
                  <a:lnTo>
                    <a:pt x="59" y="134"/>
                  </a:lnTo>
                  <a:lnTo>
                    <a:pt x="69" y="129"/>
                  </a:lnTo>
                  <a:lnTo>
                    <a:pt x="77" y="127"/>
                  </a:lnTo>
                  <a:lnTo>
                    <a:pt x="85" y="124"/>
                  </a:lnTo>
                  <a:lnTo>
                    <a:pt x="91" y="122"/>
                  </a:lnTo>
                  <a:lnTo>
                    <a:pt x="100" y="124"/>
                  </a:lnTo>
                  <a:lnTo>
                    <a:pt x="106" y="121"/>
                  </a:lnTo>
                  <a:lnTo>
                    <a:pt x="117" y="120"/>
                  </a:lnTo>
                  <a:lnTo>
                    <a:pt x="115" y="105"/>
                  </a:lnTo>
                  <a:lnTo>
                    <a:pt x="116" y="102"/>
                  </a:lnTo>
                  <a:lnTo>
                    <a:pt x="119" y="101"/>
                  </a:lnTo>
                  <a:lnTo>
                    <a:pt x="122" y="93"/>
                  </a:lnTo>
                  <a:lnTo>
                    <a:pt x="121" y="93"/>
                  </a:lnTo>
                  <a:lnTo>
                    <a:pt x="122" y="86"/>
                  </a:lnTo>
                  <a:lnTo>
                    <a:pt x="119" y="86"/>
                  </a:lnTo>
                  <a:lnTo>
                    <a:pt x="118" y="78"/>
                  </a:lnTo>
                  <a:lnTo>
                    <a:pt x="107" y="78"/>
                  </a:lnTo>
                  <a:lnTo>
                    <a:pt x="103" y="77"/>
                  </a:lnTo>
                  <a:lnTo>
                    <a:pt x="102" y="74"/>
                  </a:lnTo>
                  <a:lnTo>
                    <a:pt x="99" y="73"/>
                  </a:lnTo>
                  <a:lnTo>
                    <a:pt x="99" y="73"/>
                  </a:lnTo>
                  <a:lnTo>
                    <a:pt x="100" y="68"/>
                  </a:lnTo>
                  <a:lnTo>
                    <a:pt x="98" y="65"/>
                  </a:lnTo>
                  <a:lnTo>
                    <a:pt x="92" y="59"/>
                  </a:lnTo>
                  <a:lnTo>
                    <a:pt x="90" y="52"/>
                  </a:lnTo>
                  <a:lnTo>
                    <a:pt x="91" y="51"/>
                  </a:lnTo>
                  <a:lnTo>
                    <a:pt x="95" y="59"/>
                  </a:lnTo>
                  <a:lnTo>
                    <a:pt x="96" y="59"/>
                  </a:lnTo>
                  <a:lnTo>
                    <a:pt x="104" y="56"/>
                  </a:lnTo>
                  <a:lnTo>
                    <a:pt x="106" y="56"/>
                  </a:lnTo>
                  <a:lnTo>
                    <a:pt x="107" y="59"/>
                  </a:lnTo>
                  <a:lnTo>
                    <a:pt x="108" y="58"/>
                  </a:lnTo>
                  <a:lnTo>
                    <a:pt x="110" y="59"/>
                  </a:lnTo>
                  <a:lnTo>
                    <a:pt x="110" y="54"/>
                  </a:lnTo>
                  <a:lnTo>
                    <a:pt x="115" y="46"/>
                  </a:lnTo>
                  <a:lnTo>
                    <a:pt x="116" y="42"/>
                  </a:lnTo>
                  <a:lnTo>
                    <a:pt x="115" y="39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07" y="35"/>
                  </a:lnTo>
                  <a:lnTo>
                    <a:pt x="101" y="42"/>
                  </a:lnTo>
                  <a:lnTo>
                    <a:pt x="98" y="43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90" y="34"/>
                  </a:lnTo>
                  <a:lnTo>
                    <a:pt x="91" y="30"/>
                  </a:lnTo>
                  <a:lnTo>
                    <a:pt x="96" y="24"/>
                  </a:lnTo>
                  <a:lnTo>
                    <a:pt x="106" y="23"/>
                  </a:lnTo>
                  <a:lnTo>
                    <a:pt x="112" y="15"/>
                  </a:lnTo>
                  <a:lnTo>
                    <a:pt x="120" y="12"/>
                  </a:lnTo>
                  <a:lnTo>
                    <a:pt x="126" y="6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44" y="9"/>
                  </a:lnTo>
                  <a:lnTo>
                    <a:pt x="144" y="18"/>
                  </a:lnTo>
                  <a:lnTo>
                    <a:pt x="148" y="24"/>
                  </a:lnTo>
                  <a:lnTo>
                    <a:pt x="151" y="26"/>
                  </a:lnTo>
                  <a:lnTo>
                    <a:pt x="156" y="26"/>
                  </a:lnTo>
                  <a:lnTo>
                    <a:pt x="159" y="26"/>
                  </a:lnTo>
                  <a:lnTo>
                    <a:pt x="161" y="32"/>
                  </a:lnTo>
                  <a:lnTo>
                    <a:pt x="159" y="38"/>
                  </a:lnTo>
                  <a:lnTo>
                    <a:pt x="164" y="52"/>
                  </a:lnTo>
                  <a:lnTo>
                    <a:pt x="166" y="53"/>
                  </a:lnTo>
                  <a:lnTo>
                    <a:pt x="169" y="51"/>
                  </a:lnTo>
                  <a:lnTo>
                    <a:pt x="173" y="45"/>
                  </a:lnTo>
                  <a:lnTo>
                    <a:pt x="179" y="34"/>
                  </a:lnTo>
                  <a:lnTo>
                    <a:pt x="183" y="31"/>
                  </a:lnTo>
                  <a:lnTo>
                    <a:pt x="187" y="29"/>
                  </a:lnTo>
                  <a:lnTo>
                    <a:pt x="186" y="24"/>
                  </a:lnTo>
                  <a:lnTo>
                    <a:pt x="190" y="17"/>
                  </a:lnTo>
                  <a:lnTo>
                    <a:pt x="186" y="12"/>
                  </a:lnTo>
                  <a:lnTo>
                    <a:pt x="186" y="7"/>
                  </a:lnTo>
                  <a:lnTo>
                    <a:pt x="194" y="4"/>
                  </a:lnTo>
                  <a:lnTo>
                    <a:pt x="199" y="4"/>
                  </a:lnTo>
                  <a:lnTo>
                    <a:pt x="199" y="4"/>
                  </a:lnTo>
                  <a:lnTo>
                    <a:pt x="198" y="4"/>
                  </a:lnTo>
                  <a:lnTo>
                    <a:pt x="205" y="11"/>
                  </a:lnTo>
                  <a:lnTo>
                    <a:pt x="210" y="20"/>
                  </a:lnTo>
                  <a:lnTo>
                    <a:pt x="213" y="23"/>
                  </a:lnTo>
                  <a:lnTo>
                    <a:pt x="218" y="23"/>
                  </a:lnTo>
                  <a:lnTo>
                    <a:pt x="220" y="26"/>
                  </a:lnTo>
                  <a:lnTo>
                    <a:pt x="224" y="34"/>
                  </a:lnTo>
                  <a:lnTo>
                    <a:pt x="231" y="37"/>
                  </a:lnTo>
                  <a:lnTo>
                    <a:pt x="236" y="38"/>
                  </a:lnTo>
                  <a:lnTo>
                    <a:pt x="247" y="38"/>
                  </a:lnTo>
                  <a:lnTo>
                    <a:pt x="262" y="29"/>
                  </a:lnTo>
                  <a:lnTo>
                    <a:pt x="262" y="29"/>
                  </a:lnTo>
                  <a:lnTo>
                    <a:pt x="263" y="32"/>
                  </a:lnTo>
                  <a:lnTo>
                    <a:pt x="267" y="33"/>
                  </a:lnTo>
                  <a:lnTo>
                    <a:pt x="270" y="32"/>
                  </a:lnTo>
                  <a:lnTo>
                    <a:pt x="273" y="37"/>
                  </a:lnTo>
                  <a:lnTo>
                    <a:pt x="274" y="36"/>
                  </a:lnTo>
                  <a:lnTo>
                    <a:pt x="278" y="37"/>
                  </a:lnTo>
                  <a:lnTo>
                    <a:pt x="282" y="36"/>
                  </a:lnTo>
                  <a:lnTo>
                    <a:pt x="284" y="42"/>
                  </a:lnTo>
                  <a:lnTo>
                    <a:pt x="291" y="45"/>
                  </a:lnTo>
                  <a:lnTo>
                    <a:pt x="295" y="45"/>
                  </a:lnTo>
                  <a:lnTo>
                    <a:pt x="297" y="45"/>
                  </a:lnTo>
                  <a:lnTo>
                    <a:pt x="316" y="51"/>
                  </a:lnTo>
                  <a:lnTo>
                    <a:pt x="319" y="51"/>
                  </a:lnTo>
                  <a:lnTo>
                    <a:pt x="322" y="53"/>
                  </a:lnTo>
                  <a:lnTo>
                    <a:pt x="322" y="55"/>
                  </a:lnTo>
                  <a:lnTo>
                    <a:pt x="321" y="59"/>
                  </a:lnTo>
                  <a:lnTo>
                    <a:pt x="322" y="62"/>
                  </a:lnTo>
                  <a:lnTo>
                    <a:pt x="322" y="68"/>
                  </a:lnTo>
                  <a:lnTo>
                    <a:pt x="324" y="70"/>
                  </a:lnTo>
                  <a:lnTo>
                    <a:pt x="324" y="74"/>
                  </a:lnTo>
                  <a:lnTo>
                    <a:pt x="322" y="78"/>
                  </a:lnTo>
                  <a:lnTo>
                    <a:pt x="319" y="83"/>
                  </a:lnTo>
                  <a:lnTo>
                    <a:pt x="322" y="83"/>
                  </a:lnTo>
                  <a:lnTo>
                    <a:pt x="325" y="80"/>
                  </a:lnTo>
                  <a:lnTo>
                    <a:pt x="326" y="79"/>
                  </a:lnTo>
                  <a:lnTo>
                    <a:pt x="327" y="80"/>
                  </a:lnTo>
                  <a:lnTo>
                    <a:pt x="329" y="79"/>
                  </a:lnTo>
                  <a:lnTo>
                    <a:pt x="328" y="77"/>
                  </a:lnTo>
                  <a:lnTo>
                    <a:pt x="329" y="76"/>
                  </a:lnTo>
                  <a:lnTo>
                    <a:pt x="332" y="78"/>
                  </a:lnTo>
                  <a:lnTo>
                    <a:pt x="336" y="78"/>
                  </a:lnTo>
                  <a:lnTo>
                    <a:pt x="340" y="72"/>
                  </a:lnTo>
                  <a:lnTo>
                    <a:pt x="347" y="65"/>
                  </a:lnTo>
                  <a:lnTo>
                    <a:pt x="353" y="58"/>
                  </a:lnTo>
                  <a:lnTo>
                    <a:pt x="355" y="55"/>
                  </a:lnTo>
                  <a:lnTo>
                    <a:pt x="356" y="51"/>
                  </a:lnTo>
                  <a:lnTo>
                    <a:pt x="356" y="40"/>
                  </a:lnTo>
                  <a:lnTo>
                    <a:pt x="357" y="40"/>
                  </a:lnTo>
                  <a:lnTo>
                    <a:pt x="357" y="39"/>
                  </a:lnTo>
                  <a:lnTo>
                    <a:pt x="356" y="36"/>
                  </a:lnTo>
                  <a:lnTo>
                    <a:pt x="360" y="35"/>
                  </a:lnTo>
                  <a:lnTo>
                    <a:pt x="366" y="37"/>
                  </a:lnTo>
                  <a:lnTo>
                    <a:pt x="370" y="35"/>
                  </a:lnTo>
                  <a:lnTo>
                    <a:pt x="371" y="34"/>
                  </a:lnTo>
                  <a:lnTo>
                    <a:pt x="373" y="35"/>
                  </a:lnTo>
                  <a:lnTo>
                    <a:pt x="375" y="37"/>
                  </a:lnTo>
                  <a:lnTo>
                    <a:pt x="379" y="44"/>
                  </a:lnTo>
                  <a:lnTo>
                    <a:pt x="381" y="50"/>
                  </a:lnTo>
                  <a:lnTo>
                    <a:pt x="380" y="53"/>
                  </a:lnTo>
                  <a:lnTo>
                    <a:pt x="385" y="53"/>
                  </a:lnTo>
                  <a:lnTo>
                    <a:pt x="386" y="50"/>
                  </a:lnTo>
                  <a:lnTo>
                    <a:pt x="390" y="48"/>
                  </a:lnTo>
                  <a:lnTo>
                    <a:pt x="390" y="60"/>
                  </a:lnTo>
                  <a:lnTo>
                    <a:pt x="391" y="59"/>
                  </a:lnTo>
                  <a:lnTo>
                    <a:pt x="392" y="59"/>
                  </a:lnTo>
                  <a:lnTo>
                    <a:pt x="396" y="65"/>
                  </a:lnTo>
                  <a:lnTo>
                    <a:pt x="404" y="68"/>
                  </a:lnTo>
                  <a:lnTo>
                    <a:pt x="405" y="72"/>
                  </a:lnTo>
                  <a:lnTo>
                    <a:pt x="407" y="74"/>
                  </a:lnTo>
                  <a:lnTo>
                    <a:pt x="408" y="79"/>
                  </a:lnTo>
                  <a:lnTo>
                    <a:pt x="412" y="84"/>
                  </a:lnTo>
                  <a:lnTo>
                    <a:pt x="412" y="90"/>
                  </a:lnTo>
                  <a:lnTo>
                    <a:pt x="413" y="92"/>
                  </a:lnTo>
                  <a:lnTo>
                    <a:pt x="417" y="93"/>
                  </a:lnTo>
                  <a:lnTo>
                    <a:pt x="424" y="95"/>
                  </a:lnTo>
                  <a:lnTo>
                    <a:pt x="430" y="95"/>
                  </a:lnTo>
                  <a:lnTo>
                    <a:pt x="439" y="95"/>
                  </a:lnTo>
                  <a:lnTo>
                    <a:pt x="445" y="92"/>
                  </a:lnTo>
                  <a:lnTo>
                    <a:pt x="444" y="105"/>
                  </a:lnTo>
                  <a:lnTo>
                    <a:pt x="441" y="119"/>
                  </a:lnTo>
                  <a:lnTo>
                    <a:pt x="447" y="117"/>
                  </a:lnTo>
                  <a:lnTo>
                    <a:pt x="448" y="119"/>
                  </a:lnTo>
                  <a:lnTo>
                    <a:pt x="452" y="121"/>
                  </a:lnTo>
                  <a:lnTo>
                    <a:pt x="454" y="122"/>
                  </a:lnTo>
                  <a:lnTo>
                    <a:pt x="453" y="127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6" name="Freeform 9">
              <a:extLst>
                <a:ext uri="{FF2B5EF4-FFF2-40B4-BE49-F238E27FC236}">
                  <a16:creationId xmlns:a16="http://schemas.microsoft.com/office/drawing/2014/main" id="{34523C72-EDFE-4C25-9F1C-79901FE2BA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2176" y="2650627"/>
              <a:ext cx="1316181" cy="1343361"/>
            </a:xfrm>
            <a:custGeom>
              <a:avLst/>
              <a:gdLst>
                <a:gd name="T0" fmla="*/ 218 w 1259"/>
                <a:gd name="T1" fmla="*/ 619 h 1285"/>
                <a:gd name="T2" fmla="*/ 24 w 1259"/>
                <a:gd name="T3" fmla="*/ 334 h 1285"/>
                <a:gd name="T4" fmla="*/ 128 w 1259"/>
                <a:gd name="T5" fmla="*/ 286 h 1285"/>
                <a:gd name="T6" fmla="*/ 185 w 1259"/>
                <a:gd name="T7" fmla="*/ 238 h 1285"/>
                <a:gd name="T8" fmla="*/ 227 w 1259"/>
                <a:gd name="T9" fmla="*/ 200 h 1285"/>
                <a:gd name="T10" fmla="*/ 299 w 1259"/>
                <a:gd name="T11" fmla="*/ 182 h 1285"/>
                <a:gd name="T12" fmla="*/ 489 w 1259"/>
                <a:gd name="T13" fmla="*/ 160 h 1285"/>
                <a:gd name="T14" fmla="*/ 560 w 1259"/>
                <a:gd name="T15" fmla="*/ 133 h 1285"/>
                <a:gd name="T16" fmla="*/ 443 w 1259"/>
                <a:gd name="T17" fmla="*/ 216 h 1285"/>
                <a:gd name="T18" fmla="*/ 407 w 1259"/>
                <a:gd name="T19" fmla="*/ 296 h 1285"/>
                <a:gd name="T20" fmla="*/ 458 w 1259"/>
                <a:gd name="T21" fmla="*/ 305 h 1285"/>
                <a:gd name="T22" fmla="*/ 471 w 1259"/>
                <a:gd name="T23" fmla="*/ 335 h 1285"/>
                <a:gd name="T24" fmla="*/ 442 w 1259"/>
                <a:gd name="T25" fmla="*/ 372 h 1285"/>
                <a:gd name="T26" fmla="*/ 410 w 1259"/>
                <a:gd name="T27" fmla="*/ 397 h 1285"/>
                <a:gd name="T28" fmla="*/ 471 w 1259"/>
                <a:gd name="T29" fmla="*/ 422 h 1285"/>
                <a:gd name="T30" fmla="*/ 526 w 1259"/>
                <a:gd name="T31" fmla="*/ 337 h 1285"/>
                <a:gd name="T32" fmla="*/ 588 w 1259"/>
                <a:gd name="T33" fmla="*/ 335 h 1285"/>
                <a:gd name="T34" fmla="*/ 640 w 1259"/>
                <a:gd name="T35" fmla="*/ 317 h 1285"/>
                <a:gd name="T36" fmla="*/ 619 w 1259"/>
                <a:gd name="T37" fmla="*/ 258 h 1285"/>
                <a:gd name="T38" fmla="*/ 581 w 1259"/>
                <a:gd name="T39" fmla="*/ 228 h 1285"/>
                <a:gd name="T40" fmla="*/ 672 w 1259"/>
                <a:gd name="T41" fmla="*/ 194 h 1285"/>
                <a:gd name="T42" fmla="*/ 762 w 1259"/>
                <a:gd name="T43" fmla="*/ 204 h 1285"/>
                <a:gd name="T44" fmla="*/ 804 w 1259"/>
                <a:gd name="T45" fmla="*/ 340 h 1285"/>
                <a:gd name="T46" fmla="*/ 802 w 1259"/>
                <a:gd name="T47" fmla="*/ 405 h 1285"/>
                <a:gd name="T48" fmla="*/ 840 w 1259"/>
                <a:gd name="T49" fmla="*/ 504 h 1285"/>
                <a:gd name="T50" fmla="*/ 819 w 1259"/>
                <a:gd name="T51" fmla="*/ 587 h 1285"/>
                <a:gd name="T52" fmla="*/ 796 w 1259"/>
                <a:gd name="T53" fmla="*/ 672 h 1285"/>
                <a:gd name="T54" fmla="*/ 911 w 1259"/>
                <a:gd name="T55" fmla="*/ 759 h 1285"/>
                <a:gd name="T56" fmla="*/ 1014 w 1259"/>
                <a:gd name="T57" fmla="*/ 794 h 1285"/>
                <a:gd name="T58" fmla="*/ 1115 w 1259"/>
                <a:gd name="T59" fmla="*/ 795 h 1285"/>
                <a:gd name="T60" fmla="*/ 1221 w 1259"/>
                <a:gd name="T61" fmla="*/ 777 h 1285"/>
                <a:gd name="T62" fmla="*/ 1247 w 1259"/>
                <a:gd name="T63" fmla="*/ 815 h 1285"/>
                <a:gd name="T64" fmla="*/ 1216 w 1259"/>
                <a:gd name="T65" fmla="*/ 889 h 1285"/>
                <a:gd name="T66" fmla="*/ 1184 w 1259"/>
                <a:gd name="T67" fmla="*/ 987 h 1285"/>
                <a:gd name="T68" fmla="*/ 1098 w 1259"/>
                <a:gd name="T69" fmla="*/ 1053 h 1285"/>
                <a:gd name="T70" fmla="*/ 1010 w 1259"/>
                <a:gd name="T71" fmla="*/ 1046 h 1285"/>
                <a:gd name="T72" fmla="*/ 909 w 1259"/>
                <a:gd name="T73" fmla="*/ 1014 h 1285"/>
                <a:gd name="T74" fmla="*/ 847 w 1259"/>
                <a:gd name="T75" fmla="*/ 1082 h 1285"/>
                <a:gd name="T76" fmla="*/ 774 w 1259"/>
                <a:gd name="T77" fmla="*/ 1114 h 1285"/>
                <a:gd name="T78" fmla="*/ 670 w 1259"/>
                <a:gd name="T79" fmla="*/ 1184 h 1285"/>
                <a:gd name="T80" fmla="*/ 579 w 1259"/>
                <a:gd name="T81" fmla="*/ 1188 h 1285"/>
                <a:gd name="T82" fmla="*/ 509 w 1259"/>
                <a:gd name="T83" fmla="*/ 1229 h 1285"/>
                <a:gd name="T84" fmla="*/ 445 w 1259"/>
                <a:gd name="T85" fmla="*/ 1224 h 1285"/>
                <a:gd name="T86" fmla="*/ 338 w 1259"/>
                <a:gd name="T87" fmla="*/ 1239 h 1285"/>
                <a:gd name="T88" fmla="*/ 280 w 1259"/>
                <a:gd name="T89" fmla="*/ 1245 h 1285"/>
                <a:gd name="T90" fmla="*/ 270 w 1259"/>
                <a:gd name="T91" fmla="*/ 1155 h 1285"/>
                <a:gd name="T92" fmla="*/ 301 w 1259"/>
                <a:gd name="T93" fmla="*/ 1087 h 1285"/>
                <a:gd name="T94" fmla="*/ 347 w 1259"/>
                <a:gd name="T95" fmla="*/ 995 h 1285"/>
                <a:gd name="T96" fmla="*/ 395 w 1259"/>
                <a:gd name="T97" fmla="*/ 918 h 1285"/>
                <a:gd name="T98" fmla="*/ 370 w 1259"/>
                <a:gd name="T99" fmla="*/ 841 h 1285"/>
                <a:gd name="T100" fmla="*/ 339 w 1259"/>
                <a:gd name="T101" fmla="*/ 774 h 1285"/>
                <a:gd name="T102" fmla="*/ 362 w 1259"/>
                <a:gd name="T103" fmla="*/ 714 h 1285"/>
                <a:gd name="T104" fmla="*/ 368 w 1259"/>
                <a:gd name="T105" fmla="*/ 678 h 1285"/>
                <a:gd name="T106" fmla="*/ 387 w 1259"/>
                <a:gd name="T107" fmla="*/ 642 h 1285"/>
                <a:gd name="T108" fmla="*/ 278 w 1259"/>
                <a:gd name="T109" fmla="*/ 627 h 1285"/>
                <a:gd name="T110" fmla="*/ 270 w 1259"/>
                <a:gd name="T111" fmla="*/ 585 h 1285"/>
                <a:gd name="T112" fmla="*/ 294 w 1259"/>
                <a:gd name="T113" fmla="*/ 531 h 1285"/>
                <a:gd name="T114" fmla="*/ 157 w 1259"/>
                <a:gd name="T115" fmla="*/ 539 h 1285"/>
                <a:gd name="T116" fmla="*/ 170 w 1259"/>
                <a:gd name="T117" fmla="*/ 402 h 1285"/>
                <a:gd name="T118" fmla="*/ 54 w 1259"/>
                <a:gd name="T119" fmla="*/ 382 h 1285"/>
                <a:gd name="T120" fmla="*/ 294 w 1259"/>
                <a:gd name="T121" fmla="*/ 594 h 1285"/>
                <a:gd name="T122" fmla="*/ 659 w 1259"/>
                <a:gd name="T123" fmla="*/ 329 h 1285"/>
                <a:gd name="T124" fmla="*/ 368 w 1259"/>
                <a:gd name="T125" fmla="*/ 0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9" h="1285">
                  <a:moveTo>
                    <a:pt x="181" y="624"/>
                  </a:moveTo>
                  <a:lnTo>
                    <a:pt x="182" y="625"/>
                  </a:lnTo>
                  <a:lnTo>
                    <a:pt x="183" y="624"/>
                  </a:lnTo>
                  <a:lnTo>
                    <a:pt x="186" y="628"/>
                  </a:lnTo>
                  <a:lnTo>
                    <a:pt x="191" y="626"/>
                  </a:lnTo>
                  <a:lnTo>
                    <a:pt x="191" y="627"/>
                  </a:lnTo>
                  <a:lnTo>
                    <a:pt x="184" y="633"/>
                  </a:lnTo>
                  <a:lnTo>
                    <a:pt x="180" y="637"/>
                  </a:lnTo>
                  <a:lnTo>
                    <a:pt x="179" y="638"/>
                  </a:lnTo>
                  <a:lnTo>
                    <a:pt x="178" y="636"/>
                  </a:lnTo>
                  <a:lnTo>
                    <a:pt x="175" y="636"/>
                  </a:lnTo>
                  <a:lnTo>
                    <a:pt x="174" y="635"/>
                  </a:lnTo>
                  <a:lnTo>
                    <a:pt x="174" y="632"/>
                  </a:lnTo>
                  <a:lnTo>
                    <a:pt x="174" y="632"/>
                  </a:lnTo>
                  <a:lnTo>
                    <a:pt x="179" y="629"/>
                  </a:lnTo>
                  <a:lnTo>
                    <a:pt x="177" y="627"/>
                  </a:lnTo>
                  <a:lnTo>
                    <a:pt x="181" y="624"/>
                  </a:lnTo>
                  <a:lnTo>
                    <a:pt x="181" y="624"/>
                  </a:lnTo>
                  <a:lnTo>
                    <a:pt x="181" y="624"/>
                  </a:lnTo>
                  <a:close/>
                  <a:moveTo>
                    <a:pt x="216" y="606"/>
                  </a:moveTo>
                  <a:lnTo>
                    <a:pt x="216" y="614"/>
                  </a:lnTo>
                  <a:lnTo>
                    <a:pt x="218" y="619"/>
                  </a:lnTo>
                  <a:lnTo>
                    <a:pt x="211" y="621"/>
                  </a:lnTo>
                  <a:lnTo>
                    <a:pt x="207" y="625"/>
                  </a:lnTo>
                  <a:lnTo>
                    <a:pt x="207" y="627"/>
                  </a:lnTo>
                  <a:lnTo>
                    <a:pt x="204" y="627"/>
                  </a:lnTo>
                  <a:lnTo>
                    <a:pt x="202" y="622"/>
                  </a:lnTo>
                  <a:lnTo>
                    <a:pt x="203" y="621"/>
                  </a:lnTo>
                  <a:lnTo>
                    <a:pt x="199" y="616"/>
                  </a:lnTo>
                  <a:lnTo>
                    <a:pt x="200" y="609"/>
                  </a:lnTo>
                  <a:lnTo>
                    <a:pt x="209" y="605"/>
                  </a:lnTo>
                  <a:lnTo>
                    <a:pt x="211" y="607"/>
                  </a:lnTo>
                  <a:lnTo>
                    <a:pt x="215" y="605"/>
                  </a:lnTo>
                  <a:lnTo>
                    <a:pt x="216" y="606"/>
                  </a:lnTo>
                  <a:lnTo>
                    <a:pt x="216" y="606"/>
                  </a:lnTo>
                  <a:lnTo>
                    <a:pt x="216" y="606"/>
                  </a:lnTo>
                  <a:close/>
                  <a:moveTo>
                    <a:pt x="0" y="320"/>
                  </a:moveTo>
                  <a:lnTo>
                    <a:pt x="0" y="318"/>
                  </a:lnTo>
                  <a:lnTo>
                    <a:pt x="8" y="310"/>
                  </a:lnTo>
                  <a:lnTo>
                    <a:pt x="11" y="325"/>
                  </a:lnTo>
                  <a:lnTo>
                    <a:pt x="14" y="329"/>
                  </a:lnTo>
                  <a:lnTo>
                    <a:pt x="14" y="332"/>
                  </a:lnTo>
                  <a:lnTo>
                    <a:pt x="17" y="338"/>
                  </a:lnTo>
                  <a:lnTo>
                    <a:pt x="24" y="334"/>
                  </a:lnTo>
                  <a:lnTo>
                    <a:pt x="35" y="330"/>
                  </a:lnTo>
                  <a:lnTo>
                    <a:pt x="44" y="321"/>
                  </a:lnTo>
                  <a:lnTo>
                    <a:pt x="54" y="316"/>
                  </a:lnTo>
                  <a:lnTo>
                    <a:pt x="59" y="310"/>
                  </a:lnTo>
                  <a:lnTo>
                    <a:pt x="62" y="299"/>
                  </a:lnTo>
                  <a:lnTo>
                    <a:pt x="71" y="295"/>
                  </a:lnTo>
                  <a:lnTo>
                    <a:pt x="72" y="297"/>
                  </a:lnTo>
                  <a:lnTo>
                    <a:pt x="73" y="299"/>
                  </a:lnTo>
                  <a:lnTo>
                    <a:pt x="72" y="300"/>
                  </a:lnTo>
                  <a:lnTo>
                    <a:pt x="74" y="302"/>
                  </a:lnTo>
                  <a:lnTo>
                    <a:pt x="79" y="302"/>
                  </a:lnTo>
                  <a:lnTo>
                    <a:pt x="85" y="302"/>
                  </a:lnTo>
                  <a:lnTo>
                    <a:pt x="90" y="309"/>
                  </a:lnTo>
                  <a:lnTo>
                    <a:pt x="92" y="310"/>
                  </a:lnTo>
                  <a:lnTo>
                    <a:pt x="98" y="307"/>
                  </a:lnTo>
                  <a:lnTo>
                    <a:pt x="98" y="306"/>
                  </a:lnTo>
                  <a:lnTo>
                    <a:pt x="101" y="301"/>
                  </a:lnTo>
                  <a:lnTo>
                    <a:pt x="101" y="300"/>
                  </a:lnTo>
                  <a:lnTo>
                    <a:pt x="104" y="296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8" y="286"/>
                  </a:lnTo>
                  <a:lnTo>
                    <a:pt x="133" y="278"/>
                  </a:lnTo>
                  <a:lnTo>
                    <a:pt x="138" y="265"/>
                  </a:lnTo>
                  <a:lnTo>
                    <a:pt x="142" y="258"/>
                  </a:lnTo>
                  <a:lnTo>
                    <a:pt x="144" y="256"/>
                  </a:lnTo>
                  <a:lnTo>
                    <a:pt x="143" y="254"/>
                  </a:lnTo>
                  <a:lnTo>
                    <a:pt x="146" y="250"/>
                  </a:lnTo>
                  <a:lnTo>
                    <a:pt x="155" y="245"/>
                  </a:lnTo>
                  <a:lnTo>
                    <a:pt x="153" y="237"/>
                  </a:lnTo>
                  <a:lnTo>
                    <a:pt x="154" y="236"/>
                  </a:lnTo>
                  <a:lnTo>
                    <a:pt x="154" y="233"/>
                  </a:lnTo>
                  <a:lnTo>
                    <a:pt x="156" y="231"/>
                  </a:lnTo>
                  <a:lnTo>
                    <a:pt x="163" y="230"/>
                  </a:lnTo>
                  <a:lnTo>
                    <a:pt x="171" y="226"/>
                  </a:lnTo>
                  <a:lnTo>
                    <a:pt x="171" y="231"/>
                  </a:lnTo>
                  <a:lnTo>
                    <a:pt x="174" y="231"/>
                  </a:lnTo>
                  <a:lnTo>
                    <a:pt x="176" y="228"/>
                  </a:lnTo>
                  <a:lnTo>
                    <a:pt x="177" y="229"/>
                  </a:lnTo>
                  <a:lnTo>
                    <a:pt x="179" y="233"/>
                  </a:lnTo>
                  <a:lnTo>
                    <a:pt x="177" y="234"/>
                  </a:lnTo>
                  <a:lnTo>
                    <a:pt x="177" y="236"/>
                  </a:lnTo>
                  <a:lnTo>
                    <a:pt x="180" y="239"/>
                  </a:lnTo>
                  <a:lnTo>
                    <a:pt x="185" y="238"/>
                  </a:lnTo>
                  <a:lnTo>
                    <a:pt x="185" y="236"/>
                  </a:lnTo>
                  <a:lnTo>
                    <a:pt x="190" y="231"/>
                  </a:lnTo>
                  <a:lnTo>
                    <a:pt x="196" y="232"/>
                  </a:lnTo>
                  <a:lnTo>
                    <a:pt x="196" y="233"/>
                  </a:lnTo>
                  <a:lnTo>
                    <a:pt x="210" y="228"/>
                  </a:lnTo>
                  <a:lnTo>
                    <a:pt x="219" y="231"/>
                  </a:lnTo>
                  <a:lnTo>
                    <a:pt x="220" y="230"/>
                  </a:lnTo>
                  <a:lnTo>
                    <a:pt x="231" y="226"/>
                  </a:lnTo>
                  <a:lnTo>
                    <a:pt x="229" y="221"/>
                  </a:lnTo>
                  <a:lnTo>
                    <a:pt x="226" y="219"/>
                  </a:lnTo>
                  <a:lnTo>
                    <a:pt x="229" y="218"/>
                  </a:lnTo>
                  <a:lnTo>
                    <a:pt x="228" y="217"/>
                  </a:lnTo>
                  <a:lnTo>
                    <a:pt x="227" y="216"/>
                  </a:lnTo>
                  <a:lnTo>
                    <a:pt x="221" y="217"/>
                  </a:lnTo>
                  <a:lnTo>
                    <a:pt x="222" y="212"/>
                  </a:lnTo>
                  <a:lnTo>
                    <a:pt x="224" y="212"/>
                  </a:lnTo>
                  <a:lnTo>
                    <a:pt x="224" y="210"/>
                  </a:lnTo>
                  <a:lnTo>
                    <a:pt x="226" y="209"/>
                  </a:lnTo>
                  <a:lnTo>
                    <a:pt x="226" y="208"/>
                  </a:lnTo>
                  <a:lnTo>
                    <a:pt x="225" y="208"/>
                  </a:lnTo>
                  <a:lnTo>
                    <a:pt x="224" y="205"/>
                  </a:lnTo>
                  <a:lnTo>
                    <a:pt x="227" y="200"/>
                  </a:lnTo>
                  <a:lnTo>
                    <a:pt x="242" y="194"/>
                  </a:lnTo>
                  <a:lnTo>
                    <a:pt x="241" y="188"/>
                  </a:lnTo>
                  <a:lnTo>
                    <a:pt x="242" y="185"/>
                  </a:lnTo>
                  <a:lnTo>
                    <a:pt x="242" y="184"/>
                  </a:lnTo>
                  <a:lnTo>
                    <a:pt x="242" y="182"/>
                  </a:lnTo>
                  <a:lnTo>
                    <a:pt x="240" y="181"/>
                  </a:lnTo>
                  <a:lnTo>
                    <a:pt x="239" y="177"/>
                  </a:lnTo>
                  <a:lnTo>
                    <a:pt x="240" y="176"/>
                  </a:lnTo>
                  <a:lnTo>
                    <a:pt x="242" y="175"/>
                  </a:lnTo>
                  <a:lnTo>
                    <a:pt x="238" y="174"/>
                  </a:lnTo>
                  <a:lnTo>
                    <a:pt x="238" y="172"/>
                  </a:lnTo>
                  <a:lnTo>
                    <a:pt x="242" y="171"/>
                  </a:lnTo>
                  <a:lnTo>
                    <a:pt x="246" y="172"/>
                  </a:lnTo>
                  <a:lnTo>
                    <a:pt x="264" y="170"/>
                  </a:lnTo>
                  <a:lnTo>
                    <a:pt x="271" y="170"/>
                  </a:lnTo>
                  <a:lnTo>
                    <a:pt x="273" y="171"/>
                  </a:lnTo>
                  <a:lnTo>
                    <a:pt x="271" y="174"/>
                  </a:lnTo>
                  <a:lnTo>
                    <a:pt x="275" y="178"/>
                  </a:lnTo>
                  <a:lnTo>
                    <a:pt x="279" y="177"/>
                  </a:lnTo>
                  <a:lnTo>
                    <a:pt x="283" y="178"/>
                  </a:lnTo>
                  <a:lnTo>
                    <a:pt x="292" y="179"/>
                  </a:lnTo>
                  <a:lnTo>
                    <a:pt x="299" y="182"/>
                  </a:lnTo>
                  <a:lnTo>
                    <a:pt x="313" y="182"/>
                  </a:lnTo>
                  <a:lnTo>
                    <a:pt x="313" y="180"/>
                  </a:lnTo>
                  <a:lnTo>
                    <a:pt x="316" y="179"/>
                  </a:lnTo>
                  <a:lnTo>
                    <a:pt x="327" y="183"/>
                  </a:lnTo>
                  <a:lnTo>
                    <a:pt x="339" y="182"/>
                  </a:lnTo>
                  <a:lnTo>
                    <a:pt x="346" y="179"/>
                  </a:lnTo>
                  <a:lnTo>
                    <a:pt x="358" y="179"/>
                  </a:lnTo>
                  <a:lnTo>
                    <a:pt x="363" y="171"/>
                  </a:lnTo>
                  <a:lnTo>
                    <a:pt x="370" y="166"/>
                  </a:lnTo>
                  <a:lnTo>
                    <a:pt x="376" y="158"/>
                  </a:lnTo>
                  <a:lnTo>
                    <a:pt x="395" y="155"/>
                  </a:lnTo>
                  <a:lnTo>
                    <a:pt x="409" y="147"/>
                  </a:lnTo>
                  <a:lnTo>
                    <a:pt x="429" y="150"/>
                  </a:lnTo>
                  <a:lnTo>
                    <a:pt x="434" y="149"/>
                  </a:lnTo>
                  <a:lnTo>
                    <a:pt x="435" y="152"/>
                  </a:lnTo>
                  <a:lnTo>
                    <a:pt x="442" y="156"/>
                  </a:lnTo>
                  <a:lnTo>
                    <a:pt x="448" y="156"/>
                  </a:lnTo>
                  <a:lnTo>
                    <a:pt x="458" y="155"/>
                  </a:lnTo>
                  <a:lnTo>
                    <a:pt x="469" y="156"/>
                  </a:lnTo>
                  <a:lnTo>
                    <a:pt x="485" y="156"/>
                  </a:lnTo>
                  <a:lnTo>
                    <a:pt x="486" y="159"/>
                  </a:lnTo>
                  <a:lnTo>
                    <a:pt x="489" y="160"/>
                  </a:lnTo>
                  <a:lnTo>
                    <a:pt x="492" y="162"/>
                  </a:lnTo>
                  <a:lnTo>
                    <a:pt x="499" y="162"/>
                  </a:lnTo>
                  <a:lnTo>
                    <a:pt x="502" y="161"/>
                  </a:lnTo>
                  <a:lnTo>
                    <a:pt x="524" y="146"/>
                  </a:lnTo>
                  <a:lnTo>
                    <a:pt x="550" y="138"/>
                  </a:lnTo>
                  <a:lnTo>
                    <a:pt x="548" y="137"/>
                  </a:lnTo>
                  <a:lnTo>
                    <a:pt x="538" y="139"/>
                  </a:lnTo>
                  <a:lnTo>
                    <a:pt x="532" y="139"/>
                  </a:lnTo>
                  <a:lnTo>
                    <a:pt x="527" y="139"/>
                  </a:lnTo>
                  <a:lnTo>
                    <a:pt x="526" y="138"/>
                  </a:lnTo>
                  <a:lnTo>
                    <a:pt x="531" y="124"/>
                  </a:lnTo>
                  <a:lnTo>
                    <a:pt x="543" y="116"/>
                  </a:lnTo>
                  <a:lnTo>
                    <a:pt x="543" y="114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8" y="113"/>
                  </a:lnTo>
                  <a:lnTo>
                    <a:pt x="549" y="115"/>
                  </a:lnTo>
                  <a:lnTo>
                    <a:pt x="552" y="115"/>
                  </a:lnTo>
                  <a:lnTo>
                    <a:pt x="553" y="116"/>
                  </a:lnTo>
                  <a:lnTo>
                    <a:pt x="553" y="119"/>
                  </a:lnTo>
                  <a:lnTo>
                    <a:pt x="561" y="130"/>
                  </a:lnTo>
                  <a:lnTo>
                    <a:pt x="560" y="133"/>
                  </a:lnTo>
                  <a:lnTo>
                    <a:pt x="558" y="136"/>
                  </a:lnTo>
                  <a:lnTo>
                    <a:pt x="552" y="139"/>
                  </a:lnTo>
                  <a:lnTo>
                    <a:pt x="550" y="138"/>
                  </a:lnTo>
                  <a:lnTo>
                    <a:pt x="542" y="145"/>
                  </a:lnTo>
                  <a:lnTo>
                    <a:pt x="540" y="156"/>
                  </a:lnTo>
                  <a:lnTo>
                    <a:pt x="541" y="157"/>
                  </a:lnTo>
                  <a:lnTo>
                    <a:pt x="534" y="162"/>
                  </a:lnTo>
                  <a:lnTo>
                    <a:pt x="534" y="166"/>
                  </a:lnTo>
                  <a:lnTo>
                    <a:pt x="529" y="171"/>
                  </a:lnTo>
                  <a:lnTo>
                    <a:pt x="520" y="171"/>
                  </a:lnTo>
                  <a:lnTo>
                    <a:pt x="509" y="176"/>
                  </a:lnTo>
                  <a:lnTo>
                    <a:pt x="508" y="175"/>
                  </a:lnTo>
                  <a:lnTo>
                    <a:pt x="500" y="179"/>
                  </a:lnTo>
                  <a:lnTo>
                    <a:pt x="500" y="180"/>
                  </a:lnTo>
                  <a:lnTo>
                    <a:pt x="493" y="183"/>
                  </a:lnTo>
                  <a:lnTo>
                    <a:pt x="492" y="183"/>
                  </a:lnTo>
                  <a:lnTo>
                    <a:pt x="484" y="193"/>
                  </a:lnTo>
                  <a:lnTo>
                    <a:pt x="483" y="197"/>
                  </a:lnTo>
                  <a:lnTo>
                    <a:pt x="478" y="205"/>
                  </a:lnTo>
                  <a:lnTo>
                    <a:pt x="455" y="208"/>
                  </a:lnTo>
                  <a:lnTo>
                    <a:pt x="446" y="216"/>
                  </a:lnTo>
                  <a:lnTo>
                    <a:pt x="443" y="216"/>
                  </a:lnTo>
                  <a:lnTo>
                    <a:pt x="438" y="219"/>
                  </a:lnTo>
                  <a:lnTo>
                    <a:pt x="437" y="223"/>
                  </a:lnTo>
                  <a:lnTo>
                    <a:pt x="439" y="228"/>
                  </a:lnTo>
                  <a:lnTo>
                    <a:pt x="441" y="231"/>
                  </a:lnTo>
                  <a:lnTo>
                    <a:pt x="437" y="234"/>
                  </a:lnTo>
                  <a:lnTo>
                    <a:pt x="434" y="234"/>
                  </a:lnTo>
                  <a:lnTo>
                    <a:pt x="431" y="235"/>
                  </a:lnTo>
                  <a:lnTo>
                    <a:pt x="425" y="241"/>
                  </a:lnTo>
                  <a:lnTo>
                    <a:pt x="409" y="248"/>
                  </a:lnTo>
                  <a:lnTo>
                    <a:pt x="408" y="249"/>
                  </a:lnTo>
                  <a:lnTo>
                    <a:pt x="404" y="250"/>
                  </a:lnTo>
                  <a:lnTo>
                    <a:pt x="395" y="259"/>
                  </a:lnTo>
                  <a:lnTo>
                    <a:pt x="392" y="258"/>
                  </a:lnTo>
                  <a:lnTo>
                    <a:pt x="391" y="257"/>
                  </a:lnTo>
                  <a:lnTo>
                    <a:pt x="377" y="261"/>
                  </a:lnTo>
                  <a:lnTo>
                    <a:pt x="381" y="273"/>
                  </a:lnTo>
                  <a:lnTo>
                    <a:pt x="382" y="272"/>
                  </a:lnTo>
                  <a:lnTo>
                    <a:pt x="388" y="291"/>
                  </a:lnTo>
                  <a:lnTo>
                    <a:pt x="393" y="289"/>
                  </a:lnTo>
                  <a:lnTo>
                    <a:pt x="397" y="286"/>
                  </a:lnTo>
                  <a:lnTo>
                    <a:pt x="398" y="291"/>
                  </a:lnTo>
                  <a:lnTo>
                    <a:pt x="407" y="296"/>
                  </a:lnTo>
                  <a:lnTo>
                    <a:pt x="413" y="307"/>
                  </a:lnTo>
                  <a:lnTo>
                    <a:pt x="417" y="320"/>
                  </a:lnTo>
                  <a:lnTo>
                    <a:pt x="417" y="321"/>
                  </a:lnTo>
                  <a:lnTo>
                    <a:pt x="412" y="321"/>
                  </a:lnTo>
                  <a:lnTo>
                    <a:pt x="411" y="321"/>
                  </a:lnTo>
                  <a:lnTo>
                    <a:pt x="411" y="325"/>
                  </a:lnTo>
                  <a:lnTo>
                    <a:pt x="411" y="327"/>
                  </a:lnTo>
                  <a:lnTo>
                    <a:pt x="419" y="327"/>
                  </a:lnTo>
                  <a:lnTo>
                    <a:pt x="423" y="325"/>
                  </a:lnTo>
                  <a:lnTo>
                    <a:pt x="427" y="324"/>
                  </a:lnTo>
                  <a:lnTo>
                    <a:pt x="431" y="325"/>
                  </a:lnTo>
                  <a:lnTo>
                    <a:pt x="434" y="324"/>
                  </a:lnTo>
                  <a:lnTo>
                    <a:pt x="437" y="321"/>
                  </a:lnTo>
                  <a:lnTo>
                    <a:pt x="439" y="314"/>
                  </a:lnTo>
                  <a:lnTo>
                    <a:pt x="448" y="310"/>
                  </a:lnTo>
                  <a:lnTo>
                    <a:pt x="449" y="309"/>
                  </a:lnTo>
                  <a:lnTo>
                    <a:pt x="449" y="302"/>
                  </a:lnTo>
                  <a:lnTo>
                    <a:pt x="449" y="299"/>
                  </a:lnTo>
                  <a:lnTo>
                    <a:pt x="453" y="298"/>
                  </a:lnTo>
                  <a:lnTo>
                    <a:pt x="455" y="299"/>
                  </a:lnTo>
                  <a:lnTo>
                    <a:pt x="457" y="305"/>
                  </a:lnTo>
                  <a:lnTo>
                    <a:pt x="458" y="305"/>
                  </a:lnTo>
                  <a:lnTo>
                    <a:pt x="462" y="303"/>
                  </a:lnTo>
                  <a:lnTo>
                    <a:pt x="464" y="299"/>
                  </a:lnTo>
                  <a:lnTo>
                    <a:pt x="463" y="293"/>
                  </a:lnTo>
                  <a:lnTo>
                    <a:pt x="469" y="294"/>
                  </a:lnTo>
                  <a:lnTo>
                    <a:pt x="484" y="292"/>
                  </a:lnTo>
                  <a:lnTo>
                    <a:pt x="485" y="295"/>
                  </a:lnTo>
                  <a:lnTo>
                    <a:pt x="482" y="297"/>
                  </a:lnTo>
                  <a:lnTo>
                    <a:pt x="482" y="299"/>
                  </a:lnTo>
                  <a:lnTo>
                    <a:pt x="484" y="307"/>
                  </a:lnTo>
                  <a:lnTo>
                    <a:pt x="486" y="310"/>
                  </a:lnTo>
                  <a:lnTo>
                    <a:pt x="490" y="312"/>
                  </a:lnTo>
                  <a:lnTo>
                    <a:pt x="493" y="311"/>
                  </a:lnTo>
                  <a:lnTo>
                    <a:pt x="501" y="316"/>
                  </a:lnTo>
                  <a:lnTo>
                    <a:pt x="498" y="319"/>
                  </a:lnTo>
                  <a:lnTo>
                    <a:pt x="496" y="321"/>
                  </a:lnTo>
                  <a:lnTo>
                    <a:pt x="498" y="324"/>
                  </a:lnTo>
                  <a:lnTo>
                    <a:pt x="491" y="328"/>
                  </a:lnTo>
                  <a:lnTo>
                    <a:pt x="487" y="333"/>
                  </a:lnTo>
                  <a:lnTo>
                    <a:pt x="484" y="335"/>
                  </a:lnTo>
                  <a:lnTo>
                    <a:pt x="477" y="337"/>
                  </a:lnTo>
                  <a:lnTo>
                    <a:pt x="474" y="335"/>
                  </a:lnTo>
                  <a:lnTo>
                    <a:pt x="471" y="335"/>
                  </a:lnTo>
                  <a:lnTo>
                    <a:pt x="470" y="333"/>
                  </a:lnTo>
                  <a:lnTo>
                    <a:pt x="464" y="332"/>
                  </a:lnTo>
                  <a:lnTo>
                    <a:pt x="456" y="338"/>
                  </a:lnTo>
                  <a:lnTo>
                    <a:pt x="456" y="344"/>
                  </a:lnTo>
                  <a:lnTo>
                    <a:pt x="455" y="346"/>
                  </a:lnTo>
                  <a:lnTo>
                    <a:pt x="450" y="346"/>
                  </a:lnTo>
                  <a:lnTo>
                    <a:pt x="444" y="350"/>
                  </a:lnTo>
                  <a:lnTo>
                    <a:pt x="445" y="353"/>
                  </a:lnTo>
                  <a:lnTo>
                    <a:pt x="441" y="356"/>
                  </a:lnTo>
                  <a:lnTo>
                    <a:pt x="443" y="357"/>
                  </a:lnTo>
                  <a:lnTo>
                    <a:pt x="446" y="361"/>
                  </a:lnTo>
                  <a:lnTo>
                    <a:pt x="447" y="360"/>
                  </a:lnTo>
                  <a:lnTo>
                    <a:pt x="448" y="363"/>
                  </a:lnTo>
                  <a:lnTo>
                    <a:pt x="452" y="361"/>
                  </a:lnTo>
                  <a:lnTo>
                    <a:pt x="452" y="364"/>
                  </a:lnTo>
                  <a:lnTo>
                    <a:pt x="450" y="365"/>
                  </a:lnTo>
                  <a:lnTo>
                    <a:pt x="455" y="368"/>
                  </a:lnTo>
                  <a:lnTo>
                    <a:pt x="455" y="370"/>
                  </a:lnTo>
                  <a:lnTo>
                    <a:pt x="454" y="370"/>
                  </a:lnTo>
                  <a:lnTo>
                    <a:pt x="452" y="370"/>
                  </a:lnTo>
                  <a:lnTo>
                    <a:pt x="447" y="369"/>
                  </a:lnTo>
                  <a:lnTo>
                    <a:pt x="442" y="372"/>
                  </a:lnTo>
                  <a:lnTo>
                    <a:pt x="440" y="373"/>
                  </a:lnTo>
                  <a:lnTo>
                    <a:pt x="439" y="372"/>
                  </a:lnTo>
                  <a:lnTo>
                    <a:pt x="436" y="372"/>
                  </a:lnTo>
                  <a:lnTo>
                    <a:pt x="428" y="376"/>
                  </a:lnTo>
                  <a:lnTo>
                    <a:pt x="421" y="372"/>
                  </a:lnTo>
                  <a:lnTo>
                    <a:pt x="417" y="374"/>
                  </a:lnTo>
                  <a:lnTo>
                    <a:pt x="416" y="370"/>
                  </a:lnTo>
                  <a:lnTo>
                    <a:pt x="414" y="367"/>
                  </a:lnTo>
                  <a:lnTo>
                    <a:pt x="410" y="370"/>
                  </a:lnTo>
                  <a:lnTo>
                    <a:pt x="409" y="370"/>
                  </a:lnTo>
                  <a:lnTo>
                    <a:pt x="408" y="369"/>
                  </a:lnTo>
                  <a:lnTo>
                    <a:pt x="404" y="370"/>
                  </a:lnTo>
                  <a:lnTo>
                    <a:pt x="403" y="372"/>
                  </a:lnTo>
                  <a:lnTo>
                    <a:pt x="402" y="371"/>
                  </a:lnTo>
                  <a:lnTo>
                    <a:pt x="401" y="372"/>
                  </a:lnTo>
                  <a:lnTo>
                    <a:pt x="402" y="376"/>
                  </a:lnTo>
                  <a:lnTo>
                    <a:pt x="400" y="378"/>
                  </a:lnTo>
                  <a:lnTo>
                    <a:pt x="403" y="382"/>
                  </a:lnTo>
                  <a:lnTo>
                    <a:pt x="404" y="382"/>
                  </a:lnTo>
                  <a:lnTo>
                    <a:pt x="406" y="387"/>
                  </a:lnTo>
                  <a:lnTo>
                    <a:pt x="408" y="389"/>
                  </a:lnTo>
                  <a:lnTo>
                    <a:pt x="410" y="397"/>
                  </a:lnTo>
                  <a:lnTo>
                    <a:pt x="410" y="401"/>
                  </a:lnTo>
                  <a:lnTo>
                    <a:pt x="411" y="402"/>
                  </a:lnTo>
                  <a:lnTo>
                    <a:pt x="412" y="401"/>
                  </a:lnTo>
                  <a:lnTo>
                    <a:pt x="416" y="403"/>
                  </a:lnTo>
                  <a:lnTo>
                    <a:pt x="417" y="406"/>
                  </a:lnTo>
                  <a:lnTo>
                    <a:pt x="433" y="403"/>
                  </a:lnTo>
                  <a:lnTo>
                    <a:pt x="441" y="398"/>
                  </a:lnTo>
                  <a:lnTo>
                    <a:pt x="441" y="399"/>
                  </a:lnTo>
                  <a:lnTo>
                    <a:pt x="442" y="398"/>
                  </a:lnTo>
                  <a:lnTo>
                    <a:pt x="443" y="400"/>
                  </a:lnTo>
                  <a:lnTo>
                    <a:pt x="450" y="397"/>
                  </a:lnTo>
                  <a:lnTo>
                    <a:pt x="453" y="403"/>
                  </a:lnTo>
                  <a:lnTo>
                    <a:pt x="450" y="411"/>
                  </a:lnTo>
                  <a:lnTo>
                    <a:pt x="452" y="413"/>
                  </a:lnTo>
                  <a:lnTo>
                    <a:pt x="452" y="419"/>
                  </a:lnTo>
                  <a:lnTo>
                    <a:pt x="454" y="422"/>
                  </a:lnTo>
                  <a:lnTo>
                    <a:pt x="457" y="424"/>
                  </a:lnTo>
                  <a:lnTo>
                    <a:pt x="458" y="427"/>
                  </a:lnTo>
                  <a:lnTo>
                    <a:pt x="467" y="425"/>
                  </a:lnTo>
                  <a:lnTo>
                    <a:pt x="468" y="426"/>
                  </a:lnTo>
                  <a:lnTo>
                    <a:pt x="469" y="426"/>
                  </a:lnTo>
                  <a:lnTo>
                    <a:pt x="471" y="422"/>
                  </a:lnTo>
                  <a:lnTo>
                    <a:pt x="478" y="421"/>
                  </a:lnTo>
                  <a:lnTo>
                    <a:pt x="481" y="415"/>
                  </a:lnTo>
                  <a:lnTo>
                    <a:pt x="484" y="414"/>
                  </a:lnTo>
                  <a:lnTo>
                    <a:pt x="484" y="413"/>
                  </a:lnTo>
                  <a:lnTo>
                    <a:pt x="483" y="411"/>
                  </a:lnTo>
                  <a:lnTo>
                    <a:pt x="477" y="403"/>
                  </a:lnTo>
                  <a:lnTo>
                    <a:pt x="475" y="398"/>
                  </a:lnTo>
                  <a:lnTo>
                    <a:pt x="473" y="392"/>
                  </a:lnTo>
                  <a:lnTo>
                    <a:pt x="473" y="387"/>
                  </a:lnTo>
                  <a:lnTo>
                    <a:pt x="496" y="378"/>
                  </a:lnTo>
                  <a:lnTo>
                    <a:pt x="503" y="372"/>
                  </a:lnTo>
                  <a:lnTo>
                    <a:pt x="507" y="370"/>
                  </a:lnTo>
                  <a:lnTo>
                    <a:pt x="512" y="367"/>
                  </a:lnTo>
                  <a:lnTo>
                    <a:pt x="515" y="362"/>
                  </a:lnTo>
                  <a:lnTo>
                    <a:pt x="515" y="358"/>
                  </a:lnTo>
                  <a:lnTo>
                    <a:pt x="516" y="354"/>
                  </a:lnTo>
                  <a:lnTo>
                    <a:pt x="519" y="349"/>
                  </a:lnTo>
                  <a:lnTo>
                    <a:pt x="522" y="348"/>
                  </a:lnTo>
                  <a:lnTo>
                    <a:pt x="522" y="343"/>
                  </a:lnTo>
                  <a:lnTo>
                    <a:pt x="523" y="342"/>
                  </a:lnTo>
                  <a:lnTo>
                    <a:pt x="526" y="341"/>
                  </a:lnTo>
                  <a:lnTo>
                    <a:pt x="526" y="337"/>
                  </a:lnTo>
                  <a:lnTo>
                    <a:pt x="523" y="335"/>
                  </a:lnTo>
                  <a:lnTo>
                    <a:pt x="520" y="329"/>
                  </a:lnTo>
                  <a:lnTo>
                    <a:pt x="519" y="329"/>
                  </a:lnTo>
                  <a:lnTo>
                    <a:pt x="522" y="326"/>
                  </a:lnTo>
                  <a:lnTo>
                    <a:pt x="531" y="322"/>
                  </a:lnTo>
                  <a:lnTo>
                    <a:pt x="531" y="324"/>
                  </a:lnTo>
                  <a:lnTo>
                    <a:pt x="536" y="324"/>
                  </a:lnTo>
                  <a:lnTo>
                    <a:pt x="538" y="327"/>
                  </a:lnTo>
                  <a:lnTo>
                    <a:pt x="539" y="326"/>
                  </a:lnTo>
                  <a:lnTo>
                    <a:pt x="550" y="318"/>
                  </a:lnTo>
                  <a:lnTo>
                    <a:pt x="553" y="318"/>
                  </a:lnTo>
                  <a:lnTo>
                    <a:pt x="556" y="324"/>
                  </a:lnTo>
                  <a:lnTo>
                    <a:pt x="559" y="324"/>
                  </a:lnTo>
                  <a:lnTo>
                    <a:pt x="563" y="323"/>
                  </a:lnTo>
                  <a:lnTo>
                    <a:pt x="567" y="326"/>
                  </a:lnTo>
                  <a:lnTo>
                    <a:pt x="569" y="332"/>
                  </a:lnTo>
                  <a:lnTo>
                    <a:pt x="571" y="341"/>
                  </a:lnTo>
                  <a:lnTo>
                    <a:pt x="572" y="338"/>
                  </a:lnTo>
                  <a:lnTo>
                    <a:pt x="575" y="337"/>
                  </a:lnTo>
                  <a:lnTo>
                    <a:pt x="578" y="336"/>
                  </a:lnTo>
                  <a:lnTo>
                    <a:pt x="580" y="337"/>
                  </a:lnTo>
                  <a:lnTo>
                    <a:pt x="588" y="335"/>
                  </a:lnTo>
                  <a:lnTo>
                    <a:pt x="594" y="334"/>
                  </a:lnTo>
                  <a:lnTo>
                    <a:pt x="595" y="331"/>
                  </a:lnTo>
                  <a:lnTo>
                    <a:pt x="601" y="336"/>
                  </a:lnTo>
                  <a:lnTo>
                    <a:pt x="605" y="335"/>
                  </a:lnTo>
                  <a:lnTo>
                    <a:pt x="607" y="334"/>
                  </a:lnTo>
                  <a:lnTo>
                    <a:pt x="608" y="335"/>
                  </a:lnTo>
                  <a:lnTo>
                    <a:pt x="610" y="334"/>
                  </a:lnTo>
                  <a:lnTo>
                    <a:pt x="610" y="336"/>
                  </a:lnTo>
                  <a:lnTo>
                    <a:pt x="614" y="335"/>
                  </a:lnTo>
                  <a:lnTo>
                    <a:pt x="615" y="337"/>
                  </a:lnTo>
                  <a:lnTo>
                    <a:pt x="617" y="340"/>
                  </a:lnTo>
                  <a:lnTo>
                    <a:pt x="619" y="340"/>
                  </a:lnTo>
                  <a:lnTo>
                    <a:pt x="623" y="338"/>
                  </a:lnTo>
                  <a:lnTo>
                    <a:pt x="624" y="336"/>
                  </a:lnTo>
                  <a:lnTo>
                    <a:pt x="623" y="332"/>
                  </a:lnTo>
                  <a:lnTo>
                    <a:pt x="622" y="331"/>
                  </a:lnTo>
                  <a:lnTo>
                    <a:pt x="624" y="326"/>
                  </a:lnTo>
                  <a:lnTo>
                    <a:pt x="623" y="325"/>
                  </a:lnTo>
                  <a:lnTo>
                    <a:pt x="629" y="317"/>
                  </a:lnTo>
                  <a:lnTo>
                    <a:pt x="630" y="318"/>
                  </a:lnTo>
                  <a:lnTo>
                    <a:pt x="634" y="316"/>
                  </a:lnTo>
                  <a:lnTo>
                    <a:pt x="640" y="317"/>
                  </a:lnTo>
                  <a:lnTo>
                    <a:pt x="640" y="309"/>
                  </a:lnTo>
                  <a:lnTo>
                    <a:pt x="643" y="306"/>
                  </a:lnTo>
                  <a:lnTo>
                    <a:pt x="643" y="300"/>
                  </a:lnTo>
                  <a:lnTo>
                    <a:pt x="640" y="298"/>
                  </a:lnTo>
                  <a:lnTo>
                    <a:pt x="639" y="299"/>
                  </a:lnTo>
                  <a:lnTo>
                    <a:pt x="639" y="295"/>
                  </a:lnTo>
                  <a:lnTo>
                    <a:pt x="640" y="294"/>
                  </a:lnTo>
                  <a:lnTo>
                    <a:pt x="641" y="292"/>
                  </a:lnTo>
                  <a:lnTo>
                    <a:pt x="638" y="288"/>
                  </a:lnTo>
                  <a:lnTo>
                    <a:pt x="639" y="286"/>
                  </a:lnTo>
                  <a:lnTo>
                    <a:pt x="638" y="287"/>
                  </a:lnTo>
                  <a:lnTo>
                    <a:pt x="636" y="285"/>
                  </a:lnTo>
                  <a:lnTo>
                    <a:pt x="635" y="285"/>
                  </a:lnTo>
                  <a:lnTo>
                    <a:pt x="634" y="283"/>
                  </a:lnTo>
                  <a:lnTo>
                    <a:pt x="632" y="283"/>
                  </a:lnTo>
                  <a:lnTo>
                    <a:pt x="631" y="279"/>
                  </a:lnTo>
                  <a:lnTo>
                    <a:pt x="628" y="280"/>
                  </a:lnTo>
                  <a:lnTo>
                    <a:pt x="621" y="279"/>
                  </a:lnTo>
                  <a:lnTo>
                    <a:pt x="623" y="273"/>
                  </a:lnTo>
                  <a:lnTo>
                    <a:pt x="619" y="263"/>
                  </a:lnTo>
                  <a:lnTo>
                    <a:pt x="621" y="258"/>
                  </a:lnTo>
                  <a:lnTo>
                    <a:pt x="619" y="258"/>
                  </a:lnTo>
                  <a:lnTo>
                    <a:pt x="615" y="256"/>
                  </a:lnTo>
                  <a:lnTo>
                    <a:pt x="613" y="254"/>
                  </a:lnTo>
                  <a:lnTo>
                    <a:pt x="616" y="252"/>
                  </a:lnTo>
                  <a:lnTo>
                    <a:pt x="614" y="247"/>
                  </a:lnTo>
                  <a:lnTo>
                    <a:pt x="610" y="250"/>
                  </a:lnTo>
                  <a:lnTo>
                    <a:pt x="609" y="247"/>
                  </a:lnTo>
                  <a:lnTo>
                    <a:pt x="607" y="250"/>
                  </a:lnTo>
                  <a:lnTo>
                    <a:pt x="605" y="247"/>
                  </a:lnTo>
                  <a:lnTo>
                    <a:pt x="603" y="250"/>
                  </a:lnTo>
                  <a:lnTo>
                    <a:pt x="602" y="246"/>
                  </a:lnTo>
                  <a:lnTo>
                    <a:pt x="597" y="247"/>
                  </a:lnTo>
                  <a:lnTo>
                    <a:pt x="597" y="245"/>
                  </a:lnTo>
                  <a:lnTo>
                    <a:pt x="595" y="243"/>
                  </a:lnTo>
                  <a:lnTo>
                    <a:pt x="597" y="242"/>
                  </a:lnTo>
                  <a:lnTo>
                    <a:pt x="594" y="241"/>
                  </a:lnTo>
                  <a:lnTo>
                    <a:pt x="593" y="238"/>
                  </a:lnTo>
                  <a:lnTo>
                    <a:pt x="589" y="236"/>
                  </a:lnTo>
                  <a:lnTo>
                    <a:pt x="589" y="235"/>
                  </a:lnTo>
                  <a:lnTo>
                    <a:pt x="587" y="235"/>
                  </a:lnTo>
                  <a:lnTo>
                    <a:pt x="586" y="232"/>
                  </a:lnTo>
                  <a:lnTo>
                    <a:pt x="584" y="232"/>
                  </a:lnTo>
                  <a:lnTo>
                    <a:pt x="581" y="228"/>
                  </a:lnTo>
                  <a:lnTo>
                    <a:pt x="579" y="228"/>
                  </a:lnTo>
                  <a:lnTo>
                    <a:pt x="580" y="217"/>
                  </a:lnTo>
                  <a:lnTo>
                    <a:pt x="578" y="204"/>
                  </a:lnTo>
                  <a:lnTo>
                    <a:pt x="572" y="200"/>
                  </a:lnTo>
                  <a:lnTo>
                    <a:pt x="567" y="193"/>
                  </a:lnTo>
                  <a:lnTo>
                    <a:pt x="569" y="191"/>
                  </a:lnTo>
                  <a:lnTo>
                    <a:pt x="596" y="186"/>
                  </a:lnTo>
                  <a:lnTo>
                    <a:pt x="616" y="186"/>
                  </a:lnTo>
                  <a:lnTo>
                    <a:pt x="624" y="184"/>
                  </a:lnTo>
                  <a:lnTo>
                    <a:pt x="632" y="179"/>
                  </a:lnTo>
                  <a:lnTo>
                    <a:pt x="637" y="177"/>
                  </a:lnTo>
                  <a:lnTo>
                    <a:pt x="638" y="179"/>
                  </a:lnTo>
                  <a:lnTo>
                    <a:pt x="644" y="176"/>
                  </a:lnTo>
                  <a:lnTo>
                    <a:pt x="649" y="171"/>
                  </a:lnTo>
                  <a:lnTo>
                    <a:pt x="653" y="176"/>
                  </a:lnTo>
                  <a:lnTo>
                    <a:pt x="662" y="180"/>
                  </a:lnTo>
                  <a:lnTo>
                    <a:pt x="665" y="185"/>
                  </a:lnTo>
                  <a:lnTo>
                    <a:pt x="668" y="187"/>
                  </a:lnTo>
                  <a:lnTo>
                    <a:pt x="668" y="190"/>
                  </a:lnTo>
                  <a:lnTo>
                    <a:pt x="670" y="190"/>
                  </a:lnTo>
                  <a:lnTo>
                    <a:pt x="670" y="192"/>
                  </a:lnTo>
                  <a:lnTo>
                    <a:pt x="672" y="194"/>
                  </a:lnTo>
                  <a:lnTo>
                    <a:pt x="673" y="191"/>
                  </a:lnTo>
                  <a:lnTo>
                    <a:pt x="681" y="200"/>
                  </a:lnTo>
                  <a:lnTo>
                    <a:pt x="681" y="204"/>
                  </a:lnTo>
                  <a:lnTo>
                    <a:pt x="687" y="212"/>
                  </a:lnTo>
                  <a:lnTo>
                    <a:pt x="692" y="211"/>
                  </a:lnTo>
                  <a:lnTo>
                    <a:pt x="696" y="214"/>
                  </a:lnTo>
                  <a:lnTo>
                    <a:pt x="703" y="212"/>
                  </a:lnTo>
                  <a:lnTo>
                    <a:pt x="706" y="212"/>
                  </a:lnTo>
                  <a:lnTo>
                    <a:pt x="708" y="212"/>
                  </a:lnTo>
                  <a:lnTo>
                    <a:pt x="713" y="203"/>
                  </a:lnTo>
                  <a:lnTo>
                    <a:pt x="720" y="202"/>
                  </a:lnTo>
                  <a:lnTo>
                    <a:pt x="722" y="209"/>
                  </a:lnTo>
                  <a:lnTo>
                    <a:pt x="728" y="214"/>
                  </a:lnTo>
                  <a:lnTo>
                    <a:pt x="729" y="216"/>
                  </a:lnTo>
                  <a:lnTo>
                    <a:pt x="736" y="209"/>
                  </a:lnTo>
                  <a:lnTo>
                    <a:pt x="741" y="202"/>
                  </a:lnTo>
                  <a:lnTo>
                    <a:pt x="742" y="201"/>
                  </a:lnTo>
                  <a:lnTo>
                    <a:pt x="744" y="201"/>
                  </a:lnTo>
                  <a:lnTo>
                    <a:pt x="746" y="207"/>
                  </a:lnTo>
                  <a:lnTo>
                    <a:pt x="752" y="209"/>
                  </a:lnTo>
                  <a:lnTo>
                    <a:pt x="755" y="209"/>
                  </a:lnTo>
                  <a:lnTo>
                    <a:pt x="762" y="204"/>
                  </a:lnTo>
                  <a:lnTo>
                    <a:pt x="762" y="204"/>
                  </a:lnTo>
                  <a:lnTo>
                    <a:pt x="763" y="215"/>
                  </a:lnTo>
                  <a:lnTo>
                    <a:pt x="763" y="219"/>
                  </a:lnTo>
                  <a:lnTo>
                    <a:pt x="761" y="221"/>
                  </a:lnTo>
                  <a:lnTo>
                    <a:pt x="763" y="222"/>
                  </a:lnTo>
                  <a:lnTo>
                    <a:pt x="766" y="236"/>
                  </a:lnTo>
                  <a:lnTo>
                    <a:pt x="766" y="236"/>
                  </a:lnTo>
                  <a:lnTo>
                    <a:pt x="771" y="244"/>
                  </a:lnTo>
                  <a:lnTo>
                    <a:pt x="770" y="246"/>
                  </a:lnTo>
                  <a:lnTo>
                    <a:pt x="774" y="256"/>
                  </a:lnTo>
                  <a:lnTo>
                    <a:pt x="778" y="261"/>
                  </a:lnTo>
                  <a:lnTo>
                    <a:pt x="779" y="268"/>
                  </a:lnTo>
                  <a:lnTo>
                    <a:pt x="785" y="280"/>
                  </a:lnTo>
                  <a:lnTo>
                    <a:pt x="788" y="283"/>
                  </a:lnTo>
                  <a:lnTo>
                    <a:pt x="788" y="283"/>
                  </a:lnTo>
                  <a:lnTo>
                    <a:pt x="792" y="295"/>
                  </a:lnTo>
                  <a:lnTo>
                    <a:pt x="794" y="296"/>
                  </a:lnTo>
                  <a:lnTo>
                    <a:pt x="796" y="299"/>
                  </a:lnTo>
                  <a:lnTo>
                    <a:pt x="801" y="313"/>
                  </a:lnTo>
                  <a:lnTo>
                    <a:pt x="800" y="324"/>
                  </a:lnTo>
                  <a:lnTo>
                    <a:pt x="801" y="335"/>
                  </a:lnTo>
                  <a:lnTo>
                    <a:pt x="804" y="340"/>
                  </a:lnTo>
                  <a:lnTo>
                    <a:pt x="812" y="350"/>
                  </a:lnTo>
                  <a:lnTo>
                    <a:pt x="811" y="351"/>
                  </a:lnTo>
                  <a:lnTo>
                    <a:pt x="812" y="353"/>
                  </a:lnTo>
                  <a:lnTo>
                    <a:pt x="810" y="357"/>
                  </a:lnTo>
                  <a:lnTo>
                    <a:pt x="811" y="359"/>
                  </a:lnTo>
                  <a:lnTo>
                    <a:pt x="809" y="360"/>
                  </a:lnTo>
                  <a:lnTo>
                    <a:pt x="809" y="363"/>
                  </a:lnTo>
                  <a:lnTo>
                    <a:pt x="796" y="372"/>
                  </a:lnTo>
                  <a:lnTo>
                    <a:pt x="794" y="375"/>
                  </a:lnTo>
                  <a:lnTo>
                    <a:pt x="794" y="377"/>
                  </a:lnTo>
                  <a:lnTo>
                    <a:pt x="796" y="378"/>
                  </a:lnTo>
                  <a:lnTo>
                    <a:pt x="795" y="383"/>
                  </a:lnTo>
                  <a:lnTo>
                    <a:pt x="799" y="385"/>
                  </a:lnTo>
                  <a:lnTo>
                    <a:pt x="798" y="392"/>
                  </a:lnTo>
                  <a:lnTo>
                    <a:pt x="798" y="393"/>
                  </a:lnTo>
                  <a:lnTo>
                    <a:pt x="800" y="393"/>
                  </a:lnTo>
                  <a:lnTo>
                    <a:pt x="800" y="394"/>
                  </a:lnTo>
                  <a:lnTo>
                    <a:pt x="800" y="398"/>
                  </a:lnTo>
                  <a:lnTo>
                    <a:pt x="798" y="399"/>
                  </a:lnTo>
                  <a:lnTo>
                    <a:pt x="803" y="401"/>
                  </a:lnTo>
                  <a:lnTo>
                    <a:pt x="804" y="403"/>
                  </a:lnTo>
                  <a:lnTo>
                    <a:pt x="802" y="405"/>
                  </a:lnTo>
                  <a:lnTo>
                    <a:pt x="804" y="406"/>
                  </a:lnTo>
                  <a:lnTo>
                    <a:pt x="805" y="410"/>
                  </a:lnTo>
                  <a:lnTo>
                    <a:pt x="802" y="426"/>
                  </a:lnTo>
                  <a:lnTo>
                    <a:pt x="801" y="427"/>
                  </a:lnTo>
                  <a:lnTo>
                    <a:pt x="801" y="431"/>
                  </a:lnTo>
                  <a:lnTo>
                    <a:pt x="797" y="438"/>
                  </a:lnTo>
                  <a:lnTo>
                    <a:pt x="798" y="439"/>
                  </a:lnTo>
                  <a:lnTo>
                    <a:pt x="799" y="441"/>
                  </a:lnTo>
                  <a:lnTo>
                    <a:pt x="793" y="449"/>
                  </a:lnTo>
                  <a:lnTo>
                    <a:pt x="795" y="457"/>
                  </a:lnTo>
                  <a:lnTo>
                    <a:pt x="799" y="464"/>
                  </a:lnTo>
                  <a:lnTo>
                    <a:pt x="805" y="465"/>
                  </a:lnTo>
                  <a:lnTo>
                    <a:pt x="807" y="469"/>
                  </a:lnTo>
                  <a:lnTo>
                    <a:pt x="806" y="472"/>
                  </a:lnTo>
                  <a:lnTo>
                    <a:pt x="814" y="479"/>
                  </a:lnTo>
                  <a:lnTo>
                    <a:pt x="815" y="485"/>
                  </a:lnTo>
                  <a:lnTo>
                    <a:pt x="820" y="490"/>
                  </a:lnTo>
                  <a:lnTo>
                    <a:pt x="817" y="496"/>
                  </a:lnTo>
                  <a:lnTo>
                    <a:pt x="820" y="504"/>
                  </a:lnTo>
                  <a:lnTo>
                    <a:pt x="836" y="499"/>
                  </a:lnTo>
                  <a:lnTo>
                    <a:pt x="839" y="499"/>
                  </a:lnTo>
                  <a:lnTo>
                    <a:pt x="840" y="504"/>
                  </a:lnTo>
                  <a:lnTo>
                    <a:pt x="845" y="507"/>
                  </a:lnTo>
                  <a:lnTo>
                    <a:pt x="851" y="505"/>
                  </a:lnTo>
                  <a:lnTo>
                    <a:pt x="857" y="505"/>
                  </a:lnTo>
                  <a:lnTo>
                    <a:pt x="859" y="504"/>
                  </a:lnTo>
                  <a:lnTo>
                    <a:pt x="863" y="507"/>
                  </a:lnTo>
                  <a:lnTo>
                    <a:pt x="861" y="515"/>
                  </a:lnTo>
                  <a:lnTo>
                    <a:pt x="858" y="519"/>
                  </a:lnTo>
                  <a:lnTo>
                    <a:pt x="861" y="534"/>
                  </a:lnTo>
                  <a:lnTo>
                    <a:pt x="860" y="535"/>
                  </a:lnTo>
                  <a:lnTo>
                    <a:pt x="858" y="535"/>
                  </a:lnTo>
                  <a:lnTo>
                    <a:pt x="855" y="538"/>
                  </a:lnTo>
                  <a:lnTo>
                    <a:pt x="856" y="548"/>
                  </a:lnTo>
                  <a:lnTo>
                    <a:pt x="852" y="553"/>
                  </a:lnTo>
                  <a:lnTo>
                    <a:pt x="850" y="553"/>
                  </a:lnTo>
                  <a:lnTo>
                    <a:pt x="845" y="557"/>
                  </a:lnTo>
                  <a:lnTo>
                    <a:pt x="845" y="568"/>
                  </a:lnTo>
                  <a:lnTo>
                    <a:pt x="843" y="572"/>
                  </a:lnTo>
                  <a:lnTo>
                    <a:pt x="837" y="574"/>
                  </a:lnTo>
                  <a:lnTo>
                    <a:pt x="837" y="577"/>
                  </a:lnTo>
                  <a:lnTo>
                    <a:pt x="831" y="588"/>
                  </a:lnTo>
                  <a:lnTo>
                    <a:pt x="823" y="589"/>
                  </a:lnTo>
                  <a:lnTo>
                    <a:pt x="819" y="587"/>
                  </a:lnTo>
                  <a:lnTo>
                    <a:pt x="812" y="589"/>
                  </a:lnTo>
                  <a:lnTo>
                    <a:pt x="807" y="593"/>
                  </a:lnTo>
                  <a:lnTo>
                    <a:pt x="801" y="595"/>
                  </a:lnTo>
                  <a:lnTo>
                    <a:pt x="798" y="598"/>
                  </a:lnTo>
                  <a:lnTo>
                    <a:pt x="794" y="608"/>
                  </a:lnTo>
                  <a:lnTo>
                    <a:pt x="793" y="610"/>
                  </a:lnTo>
                  <a:lnTo>
                    <a:pt x="801" y="615"/>
                  </a:lnTo>
                  <a:lnTo>
                    <a:pt x="804" y="616"/>
                  </a:lnTo>
                  <a:lnTo>
                    <a:pt x="806" y="622"/>
                  </a:lnTo>
                  <a:lnTo>
                    <a:pt x="804" y="626"/>
                  </a:lnTo>
                  <a:lnTo>
                    <a:pt x="804" y="628"/>
                  </a:lnTo>
                  <a:lnTo>
                    <a:pt x="803" y="629"/>
                  </a:lnTo>
                  <a:lnTo>
                    <a:pt x="795" y="643"/>
                  </a:lnTo>
                  <a:lnTo>
                    <a:pt x="789" y="643"/>
                  </a:lnTo>
                  <a:lnTo>
                    <a:pt x="787" y="644"/>
                  </a:lnTo>
                  <a:lnTo>
                    <a:pt x="785" y="648"/>
                  </a:lnTo>
                  <a:lnTo>
                    <a:pt x="787" y="654"/>
                  </a:lnTo>
                  <a:lnTo>
                    <a:pt x="786" y="660"/>
                  </a:lnTo>
                  <a:lnTo>
                    <a:pt x="791" y="662"/>
                  </a:lnTo>
                  <a:lnTo>
                    <a:pt x="793" y="666"/>
                  </a:lnTo>
                  <a:lnTo>
                    <a:pt x="796" y="669"/>
                  </a:lnTo>
                  <a:lnTo>
                    <a:pt x="796" y="672"/>
                  </a:lnTo>
                  <a:lnTo>
                    <a:pt x="794" y="673"/>
                  </a:lnTo>
                  <a:lnTo>
                    <a:pt x="794" y="684"/>
                  </a:lnTo>
                  <a:lnTo>
                    <a:pt x="796" y="687"/>
                  </a:lnTo>
                  <a:lnTo>
                    <a:pt x="796" y="691"/>
                  </a:lnTo>
                  <a:lnTo>
                    <a:pt x="803" y="700"/>
                  </a:lnTo>
                  <a:lnTo>
                    <a:pt x="820" y="708"/>
                  </a:lnTo>
                  <a:lnTo>
                    <a:pt x="838" y="720"/>
                  </a:lnTo>
                  <a:lnTo>
                    <a:pt x="856" y="736"/>
                  </a:lnTo>
                  <a:lnTo>
                    <a:pt x="860" y="743"/>
                  </a:lnTo>
                  <a:lnTo>
                    <a:pt x="863" y="753"/>
                  </a:lnTo>
                  <a:lnTo>
                    <a:pt x="868" y="755"/>
                  </a:lnTo>
                  <a:lnTo>
                    <a:pt x="869" y="758"/>
                  </a:lnTo>
                  <a:lnTo>
                    <a:pt x="872" y="758"/>
                  </a:lnTo>
                  <a:lnTo>
                    <a:pt x="873" y="759"/>
                  </a:lnTo>
                  <a:lnTo>
                    <a:pt x="875" y="764"/>
                  </a:lnTo>
                  <a:lnTo>
                    <a:pt x="878" y="768"/>
                  </a:lnTo>
                  <a:lnTo>
                    <a:pt x="884" y="769"/>
                  </a:lnTo>
                  <a:lnTo>
                    <a:pt x="887" y="771"/>
                  </a:lnTo>
                  <a:lnTo>
                    <a:pt x="895" y="768"/>
                  </a:lnTo>
                  <a:lnTo>
                    <a:pt x="897" y="763"/>
                  </a:lnTo>
                  <a:lnTo>
                    <a:pt x="902" y="763"/>
                  </a:lnTo>
                  <a:lnTo>
                    <a:pt x="911" y="759"/>
                  </a:lnTo>
                  <a:lnTo>
                    <a:pt x="912" y="758"/>
                  </a:lnTo>
                  <a:lnTo>
                    <a:pt x="916" y="755"/>
                  </a:lnTo>
                  <a:lnTo>
                    <a:pt x="926" y="755"/>
                  </a:lnTo>
                  <a:lnTo>
                    <a:pt x="932" y="757"/>
                  </a:lnTo>
                  <a:lnTo>
                    <a:pt x="937" y="758"/>
                  </a:lnTo>
                  <a:lnTo>
                    <a:pt x="937" y="757"/>
                  </a:lnTo>
                  <a:lnTo>
                    <a:pt x="937" y="757"/>
                  </a:lnTo>
                  <a:lnTo>
                    <a:pt x="941" y="756"/>
                  </a:lnTo>
                  <a:lnTo>
                    <a:pt x="946" y="758"/>
                  </a:lnTo>
                  <a:lnTo>
                    <a:pt x="951" y="758"/>
                  </a:lnTo>
                  <a:lnTo>
                    <a:pt x="954" y="755"/>
                  </a:lnTo>
                  <a:lnTo>
                    <a:pt x="956" y="758"/>
                  </a:lnTo>
                  <a:lnTo>
                    <a:pt x="959" y="759"/>
                  </a:lnTo>
                  <a:lnTo>
                    <a:pt x="970" y="758"/>
                  </a:lnTo>
                  <a:lnTo>
                    <a:pt x="975" y="766"/>
                  </a:lnTo>
                  <a:lnTo>
                    <a:pt x="979" y="769"/>
                  </a:lnTo>
                  <a:lnTo>
                    <a:pt x="980" y="773"/>
                  </a:lnTo>
                  <a:lnTo>
                    <a:pt x="983" y="774"/>
                  </a:lnTo>
                  <a:lnTo>
                    <a:pt x="987" y="774"/>
                  </a:lnTo>
                  <a:lnTo>
                    <a:pt x="993" y="777"/>
                  </a:lnTo>
                  <a:lnTo>
                    <a:pt x="995" y="777"/>
                  </a:lnTo>
                  <a:lnTo>
                    <a:pt x="1014" y="794"/>
                  </a:lnTo>
                  <a:lnTo>
                    <a:pt x="1017" y="794"/>
                  </a:lnTo>
                  <a:lnTo>
                    <a:pt x="1019" y="791"/>
                  </a:lnTo>
                  <a:lnTo>
                    <a:pt x="1025" y="790"/>
                  </a:lnTo>
                  <a:lnTo>
                    <a:pt x="1032" y="784"/>
                  </a:lnTo>
                  <a:lnTo>
                    <a:pt x="1035" y="784"/>
                  </a:lnTo>
                  <a:lnTo>
                    <a:pt x="1049" y="777"/>
                  </a:lnTo>
                  <a:lnTo>
                    <a:pt x="1052" y="779"/>
                  </a:lnTo>
                  <a:lnTo>
                    <a:pt x="1054" y="779"/>
                  </a:lnTo>
                  <a:lnTo>
                    <a:pt x="1065" y="778"/>
                  </a:lnTo>
                  <a:lnTo>
                    <a:pt x="1068" y="782"/>
                  </a:lnTo>
                  <a:lnTo>
                    <a:pt x="1073" y="787"/>
                  </a:lnTo>
                  <a:lnTo>
                    <a:pt x="1074" y="788"/>
                  </a:lnTo>
                  <a:lnTo>
                    <a:pt x="1082" y="787"/>
                  </a:lnTo>
                  <a:lnTo>
                    <a:pt x="1084" y="786"/>
                  </a:lnTo>
                  <a:lnTo>
                    <a:pt x="1088" y="777"/>
                  </a:lnTo>
                  <a:lnTo>
                    <a:pt x="1092" y="779"/>
                  </a:lnTo>
                  <a:lnTo>
                    <a:pt x="1095" y="780"/>
                  </a:lnTo>
                  <a:lnTo>
                    <a:pt x="1098" y="782"/>
                  </a:lnTo>
                  <a:lnTo>
                    <a:pt x="1104" y="784"/>
                  </a:lnTo>
                  <a:lnTo>
                    <a:pt x="1111" y="793"/>
                  </a:lnTo>
                  <a:lnTo>
                    <a:pt x="1112" y="796"/>
                  </a:lnTo>
                  <a:lnTo>
                    <a:pt x="1115" y="795"/>
                  </a:lnTo>
                  <a:lnTo>
                    <a:pt x="1123" y="797"/>
                  </a:lnTo>
                  <a:lnTo>
                    <a:pt x="1130" y="791"/>
                  </a:lnTo>
                  <a:lnTo>
                    <a:pt x="1134" y="790"/>
                  </a:lnTo>
                  <a:lnTo>
                    <a:pt x="1135" y="787"/>
                  </a:lnTo>
                  <a:lnTo>
                    <a:pt x="1136" y="788"/>
                  </a:lnTo>
                  <a:lnTo>
                    <a:pt x="1139" y="787"/>
                  </a:lnTo>
                  <a:lnTo>
                    <a:pt x="1145" y="779"/>
                  </a:lnTo>
                  <a:lnTo>
                    <a:pt x="1164" y="765"/>
                  </a:lnTo>
                  <a:lnTo>
                    <a:pt x="1177" y="763"/>
                  </a:lnTo>
                  <a:lnTo>
                    <a:pt x="1183" y="763"/>
                  </a:lnTo>
                  <a:lnTo>
                    <a:pt x="1186" y="759"/>
                  </a:lnTo>
                  <a:lnTo>
                    <a:pt x="1190" y="757"/>
                  </a:lnTo>
                  <a:lnTo>
                    <a:pt x="1190" y="757"/>
                  </a:lnTo>
                  <a:lnTo>
                    <a:pt x="1192" y="756"/>
                  </a:lnTo>
                  <a:lnTo>
                    <a:pt x="1197" y="759"/>
                  </a:lnTo>
                  <a:lnTo>
                    <a:pt x="1201" y="766"/>
                  </a:lnTo>
                  <a:lnTo>
                    <a:pt x="1205" y="768"/>
                  </a:lnTo>
                  <a:lnTo>
                    <a:pt x="1207" y="768"/>
                  </a:lnTo>
                  <a:lnTo>
                    <a:pt x="1211" y="775"/>
                  </a:lnTo>
                  <a:lnTo>
                    <a:pt x="1211" y="775"/>
                  </a:lnTo>
                  <a:lnTo>
                    <a:pt x="1213" y="782"/>
                  </a:lnTo>
                  <a:lnTo>
                    <a:pt x="1221" y="777"/>
                  </a:lnTo>
                  <a:lnTo>
                    <a:pt x="1226" y="771"/>
                  </a:lnTo>
                  <a:lnTo>
                    <a:pt x="1228" y="771"/>
                  </a:lnTo>
                  <a:lnTo>
                    <a:pt x="1230" y="773"/>
                  </a:lnTo>
                  <a:lnTo>
                    <a:pt x="1230" y="776"/>
                  </a:lnTo>
                  <a:lnTo>
                    <a:pt x="1232" y="777"/>
                  </a:lnTo>
                  <a:lnTo>
                    <a:pt x="1238" y="774"/>
                  </a:lnTo>
                  <a:lnTo>
                    <a:pt x="1245" y="774"/>
                  </a:lnTo>
                  <a:lnTo>
                    <a:pt x="1247" y="776"/>
                  </a:lnTo>
                  <a:lnTo>
                    <a:pt x="1250" y="777"/>
                  </a:lnTo>
                  <a:lnTo>
                    <a:pt x="1253" y="776"/>
                  </a:lnTo>
                  <a:lnTo>
                    <a:pt x="1251" y="781"/>
                  </a:lnTo>
                  <a:lnTo>
                    <a:pt x="1253" y="782"/>
                  </a:lnTo>
                  <a:lnTo>
                    <a:pt x="1253" y="784"/>
                  </a:lnTo>
                  <a:lnTo>
                    <a:pt x="1253" y="784"/>
                  </a:lnTo>
                  <a:lnTo>
                    <a:pt x="1252" y="790"/>
                  </a:lnTo>
                  <a:lnTo>
                    <a:pt x="1249" y="796"/>
                  </a:lnTo>
                  <a:lnTo>
                    <a:pt x="1248" y="795"/>
                  </a:lnTo>
                  <a:lnTo>
                    <a:pt x="1245" y="796"/>
                  </a:lnTo>
                  <a:lnTo>
                    <a:pt x="1249" y="802"/>
                  </a:lnTo>
                  <a:lnTo>
                    <a:pt x="1247" y="808"/>
                  </a:lnTo>
                  <a:lnTo>
                    <a:pt x="1248" y="811"/>
                  </a:lnTo>
                  <a:lnTo>
                    <a:pt x="1247" y="815"/>
                  </a:lnTo>
                  <a:lnTo>
                    <a:pt x="1254" y="823"/>
                  </a:lnTo>
                  <a:lnTo>
                    <a:pt x="1252" y="828"/>
                  </a:lnTo>
                  <a:lnTo>
                    <a:pt x="1253" y="841"/>
                  </a:lnTo>
                  <a:lnTo>
                    <a:pt x="1258" y="845"/>
                  </a:lnTo>
                  <a:lnTo>
                    <a:pt x="1256" y="852"/>
                  </a:lnTo>
                  <a:lnTo>
                    <a:pt x="1259" y="858"/>
                  </a:lnTo>
                  <a:lnTo>
                    <a:pt x="1256" y="870"/>
                  </a:lnTo>
                  <a:lnTo>
                    <a:pt x="1254" y="870"/>
                  </a:lnTo>
                  <a:lnTo>
                    <a:pt x="1252" y="872"/>
                  </a:lnTo>
                  <a:lnTo>
                    <a:pt x="1250" y="872"/>
                  </a:lnTo>
                  <a:lnTo>
                    <a:pt x="1246" y="874"/>
                  </a:lnTo>
                  <a:lnTo>
                    <a:pt x="1241" y="872"/>
                  </a:lnTo>
                  <a:lnTo>
                    <a:pt x="1237" y="873"/>
                  </a:lnTo>
                  <a:lnTo>
                    <a:pt x="1225" y="867"/>
                  </a:lnTo>
                  <a:lnTo>
                    <a:pt x="1214" y="865"/>
                  </a:lnTo>
                  <a:lnTo>
                    <a:pt x="1214" y="865"/>
                  </a:lnTo>
                  <a:lnTo>
                    <a:pt x="1214" y="871"/>
                  </a:lnTo>
                  <a:lnTo>
                    <a:pt x="1214" y="871"/>
                  </a:lnTo>
                  <a:lnTo>
                    <a:pt x="1213" y="876"/>
                  </a:lnTo>
                  <a:lnTo>
                    <a:pt x="1214" y="879"/>
                  </a:lnTo>
                  <a:lnTo>
                    <a:pt x="1213" y="886"/>
                  </a:lnTo>
                  <a:lnTo>
                    <a:pt x="1216" y="889"/>
                  </a:lnTo>
                  <a:lnTo>
                    <a:pt x="1217" y="893"/>
                  </a:lnTo>
                  <a:lnTo>
                    <a:pt x="1221" y="896"/>
                  </a:lnTo>
                  <a:lnTo>
                    <a:pt x="1223" y="911"/>
                  </a:lnTo>
                  <a:lnTo>
                    <a:pt x="1223" y="911"/>
                  </a:lnTo>
                  <a:lnTo>
                    <a:pt x="1214" y="909"/>
                  </a:lnTo>
                  <a:lnTo>
                    <a:pt x="1210" y="920"/>
                  </a:lnTo>
                  <a:lnTo>
                    <a:pt x="1210" y="919"/>
                  </a:lnTo>
                  <a:lnTo>
                    <a:pt x="1207" y="921"/>
                  </a:lnTo>
                  <a:lnTo>
                    <a:pt x="1199" y="932"/>
                  </a:lnTo>
                  <a:lnTo>
                    <a:pt x="1193" y="933"/>
                  </a:lnTo>
                  <a:lnTo>
                    <a:pt x="1191" y="942"/>
                  </a:lnTo>
                  <a:lnTo>
                    <a:pt x="1190" y="948"/>
                  </a:lnTo>
                  <a:lnTo>
                    <a:pt x="1192" y="949"/>
                  </a:lnTo>
                  <a:lnTo>
                    <a:pt x="1192" y="954"/>
                  </a:lnTo>
                  <a:lnTo>
                    <a:pt x="1191" y="957"/>
                  </a:lnTo>
                  <a:lnTo>
                    <a:pt x="1191" y="960"/>
                  </a:lnTo>
                  <a:lnTo>
                    <a:pt x="1185" y="969"/>
                  </a:lnTo>
                  <a:lnTo>
                    <a:pt x="1184" y="973"/>
                  </a:lnTo>
                  <a:lnTo>
                    <a:pt x="1186" y="978"/>
                  </a:lnTo>
                  <a:lnTo>
                    <a:pt x="1186" y="979"/>
                  </a:lnTo>
                  <a:lnTo>
                    <a:pt x="1184" y="985"/>
                  </a:lnTo>
                  <a:lnTo>
                    <a:pt x="1184" y="987"/>
                  </a:lnTo>
                  <a:lnTo>
                    <a:pt x="1189" y="989"/>
                  </a:lnTo>
                  <a:lnTo>
                    <a:pt x="1183" y="997"/>
                  </a:lnTo>
                  <a:lnTo>
                    <a:pt x="1178" y="1001"/>
                  </a:lnTo>
                  <a:lnTo>
                    <a:pt x="1176" y="1008"/>
                  </a:lnTo>
                  <a:lnTo>
                    <a:pt x="1173" y="1011"/>
                  </a:lnTo>
                  <a:lnTo>
                    <a:pt x="1163" y="1017"/>
                  </a:lnTo>
                  <a:lnTo>
                    <a:pt x="1156" y="1017"/>
                  </a:lnTo>
                  <a:lnTo>
                    <a:pt x="1155" y="1019"/>
                  </a:lnTo>
                  <a:lnTo>
                    <a:pt x="1150" y="1018"/>
                  </a:lnTo>
                  <a:lnTo>
                    <a:pt x="1148" y="1019"/>
                  </a:lnTo>
                  <a:lnTo>
                    <a:pt x="1146" y="1025"/>
                  </a:lnTo>
                  <a:lnTo>
                    <a:pt x="1139" y="1033"/>
                  </a:lnTo>
                  <a:lnTo>
                    <a:pt x="1137" y="1035"/>
                  </a:lnTo>
                  <a:lnTo>
                    <a:pt x="1131" y="1035"/>
                  </a:lnTo>
                  <a:lnTo>
                    <a:pt x="1126" y="1037"/>
                  </a:lnTo>
                  <a:lnTo>
                    <a:pt x="1123" y="1043"/>
                  </a:lnTo>
                  <a:lnTo>
                    <a:pt x="1119" y="1045"/>
                  </a:lnTo>
                  <a:lnTo>
                    <a:pt x="1113" y="1046"/>
                  </a:lnTo>
                  <a:lnTo>
                    <a:pt x="1112" y="1047"/>
                  </a:lnTo>
                  <a:lnTo>
                    <a:pt x="1109" y="1047"/>
                  </a:lnTo>
                  <a:lnTo>
                    <a:pt x="1103" y="1052"/>
                  </a:lnTo>
                  <a:lnTo>
                    <a:pt x="1098" y="1053"/>
                  </a:lnTo>
                  <a:lnTo>
                    <a:pt x="1090" y="1056"/>
                  </a:lnTo>
                  <a:lnTo>
                    <a:pt x="1087" y="1055"/>
                  </a:lnTo>
                  <a:lnTo>
                    <a:pt x="1084" y="1056"/>
                  </a:lnTo>
                  <a:lnTo>
                    <a:pt x="1082" y="1055"/>
                  </a:lnTo>
                  <a:lnTo>
                    <a:pt x="1079" y="1056"/>
                  </a:lnTo>
                  <a:lnTo>
                    <a:pt x="1077" y="1055"/>
                  </a:lnTo>
                  <a:lnTo>
                    <a:pt x="1063" y="1058"/>
                  </a:lnTo>
                  <a:lnTo>
                    <a:pt x="1061" y="1060"/>
                  </a:lnTo>
                  <a:lnTo>
                    <a:pt x="1058" y="1059"/>
                  </a:lnTo>
                  <a:lnTo>
                    <a:pt x="1049" y="1060"/>
                  </a:lnTo>
                  <a:lnTo>
                    <a:pt x="1044" y="1063"/>
                  </a:lnTo>
                  <a:lnTo>
                    <a:pt x="1041" y="1063"/>
                  </a:lnTo>
                  <a:lnTo>
                    <a:pt x="1041" y="1061"/>
                  </a:lnTo>
                  <a:lnTo>
                    <a:pt x="1036" y="1058"/>
                  </a:lnTo>
                  <a:lnTo>
                    <a:pt x="1036" y="1055"/>
                  </a:lnTo>
                  <a:lnTo>
                    <a:pt x="1038" y="1051"/>
                  </a:lnTo>
                  <a:lnTo>
                    <a:pt x="1037" y="1051"/>
                  </a:lnTo>
                  <a:lnTo>
                    <a:pt x="1028" y="1051"/>
                  </a:lnTo>
                  <a:lnTo>
                    <a:pt x="1026" y="1052"/>
                  </a:lnTo>
                  <a:lnTo>
                    <a:pt x="1024" y="1051"/>
                  </a:lnTo>
                  <a:lnTo>
                    <a:pt x="1016" y="1049"/>
                  </a:lnTo>
                  <a:lnTo>
                    <a:pt x="1010" y="1046"/>
                  </a:lnTo>
                  <a:lnTo>
                    <a:pt x="1000" y="1044"/>
                  </a:lnTo>
                  <a:lnTo>
                    <a:pt x="997" y="1042"/>
                  </a:lnTo>
                  <a:lnTo>
                    <a:pt x="997" y="1040"/>
                  </a:lnTo>
                  <a:lnTo>
                    <a:pt x="995" y="1039"/>
                  </a:lnTo>
                  <a:lnTo>
                    <a:pt x="990" y="1033"/>
                  </a:lnTo>
                  <a:lnTo>
                    <a:pt x="983" y="1031"/>
                  </a:lnTo>
                  <a:lnTo>
                    <a:pt x="980" y="1031"/>
                  </a:lnTo>
                  <a:lnTo>
                    <a:pt x="976" y="1030"/>
                  </a:lnTo>
                  <a:lnTo>
                    <a:pt x="973" y="1028"/>
                  </a:lnTo>
                  <a:lnTo>
                    <a:pt x="970" y="1028"/>
                  </a:lnTo>
                  <a:lnTo>
                    <a:pt x="965" y="1027"/>
                  </a:lnTo>
                  <a:lnTo>
                    <a:pt x="959" y="1022"/>
                  </a:lnTo>
                  <a:lnTo>
                    <a:pt x="954" y="1025"/>
                  </a:lnTo>
                  <a:lnTo>
                    <a:pt x="948" y="1026"/>
                  </a:lnTo>
                  <a:lnTo>
                    <a:pt x="948" y="1028"/>
                  </a:lnTo>
                  <a:lnTo>
                    <a:pt x="942" y="1022"/>
                  </a:lnTo>
                  <a:lnTo>
                    <a:pt x="934" y="1021"/>
                  </a:lnTo>
                  <a:lnTo>
                    <a:pt x="928" y="1018"/>
                  </a:lnTo>
                  <a:lnTo>
                    <a:pt x="924" y="1015"/>
                  </a:lnTo>
                  <a:lnTo>
                    <a:pt x="918" y="1015"/>
                  </a:lnTo>
                  <a:lnTo>
                    <a:pt x="911" y="1014"/>
                  </a:lnTo>
                  <a:lnTo>
                    <a:pt x="909" y="1014"/>
                  </a:lnTo>
                  <a:lnTo>
                    <a:pt x="900" y="1020"/>
                  </a:lnTo>
                  <a:lnTo>
                    <a:pt x="897" y="1019"/>
                  </a:lnTo>
                  <a:lnTo>
                    <a:pt x="887" y="1033"/>
                  </a:lnTo>
                  <a:lnTo>
                    <a:pt x="884" y="1031"/>
                  </a:lnTo>
                  <a:lnTo>
                    <a:pt x="879" y="1033"/>
                  </a:lnTo>
                  <a:lnTo>
                    <a:pt x="876" y="1035"/>
                  </a:lnTo>
                  <a:lnTo>
                    <a:pt x="874" y="1038"/>
                  </a:lnTo>
                  <a:lnTo>
                    <a:pt x="869" y="1041"/>
                  </a:lnTo>
                  <a:lnTo>
                    <a:pt x="869" y="1044"/>
                  </a:lnTo>
                  <a:lnTo>
                    <a:pt x="872" y="1048"/>
                  </a:lnTo>
                  <a:lnTo>
                    <a:pt x="873" y="1049"/>
                  </a:lnTo>
                  <a:lnTo>
                    <a:pt x="873" y="1052"/>
                  </a:lnTo>
                  <a:lnTo>
                    <a:pt x="877" y="1058"/>
                  </a:lnTo>
                  <a:lnTo>
                    <a:pt x="875" y="1063"/>
                  </a:lnTo>
                  <a:lnTo>
                    <a:pt x="876" y="1066"/>
                  </a:lnTo>
                  <a:lnTo>
                    <a:pt x="875" y="1069"/>
                  </a:lnTo>
                  <a:lnTo>
                    <a:pt x="873" y="1071"/>
                  </a:lnTo>
                  <a:lnTo>
                    <a:pt x="870" y="1072"/>
                  </a:lnTo>
                  <a:lnTo>
                    <a:pt x="863" y="1078"/>
                  </a:lnTo>
                  <a:lnTo>
                    <a:pt x="860" y="1077"/>
                  </a:lnTo>
                  <a:lnTo>
                    <a:pt x="853" y="1078"/>
                  </a:lnTo>
                  <a:lnTo>
                    <a:pt x="847" y="1082"/>
                  </a:lnTo>
                  <a:lnTo>
                    <a:pt x="845" y="1088"/>
                  </a:lnTo>
                  <a:lnTo>
                    <a:pt x="845" y="1088"/>
                  </a:lnTo>
                  <a:lnTo>
                    <a:pt x="839" y="1092"/>
                  </a:lnTo>
                  <a:lnTo>
                    <a:pt x="840" y="1094"/>
                  </a:lnTo>
                  <a:lnTo>
                    <a:pt x="839" y="1096"/>
                  </a:lnTo>
                  <a:lnTo>
                    <a:pt x="834" y="1096"/>
                  </a:lnTo>
                  <a:lnTo>
                    <a:pt x="829" y="1101"/>
                  </a:lnTo>
                  <a:lnTo>
                    <a:pt x="826" y="1101"/>
                  </a:lnTo>
                  <a:lnTo>
                    <a:pt x="825" y="1103"/>
                  </a:lnTo>
                  <a:lnTo>
                    <a:pt x="821" y="1104"/>
                  </a:lnTo>
                  <a:lnTo>
                    <a:pt x="819" y="1107"/>
                  </a:lnTo>
                  <a:lnTo>
                    <a:pt x="817" y="1107"/>
                  </a:lnTo>
                  <a:lnTo>
                    <a:pt x="814" y="1106"/>
                  </a:lnTo>
                  <a:lnTo>
                    <a:pt x="812" y="1107"/>
                  </a:lnTo>
                  <a:lnTo>
                    <a:pt x="808" y="1109"/>
                  </a:lnTo>
                  <a:lnTo>
                    <a:pt x="803" y="1110"/>
                  </a:lnTo>
                  <a:lnTo>
                    <a:pt x="801" y="1112"/>
                  </a:lnTo>
                  <a:lnTo>
                    <a:pt x="797" y="1112"/>
                  </a:lnTo>
                  <a:lnTo>
                    <a:pt x="784" y="1112"/>
                  </a:lnTo>
                  <a:lnTo>
                    <a:pt x="778" y="1110"/>
                  </a:lnTo>
                  <a:lnTo>
                    <a:pt x="777" y="1110"/>
                  </a:lnTo>
                  <a:lnTo>
                    <a:pt x="774" y="1114"/>
                  </a:lnTo>
                  <a:lnTo>
                    <a:pt x="763" y="1119"/>
                  </a:lnTo>
                  <a:lnTo>
                    <a:pt x="761" y="1124"/>
                  </a:lnTo>
                  <a:lnTo>
                    <a:pt x="760" y="1125"/>
                  </a:lnTo>
                  <a:lnTo>
                    <a:pt x="739" y="1134"/>
                  </a:lnTo>
                  <a:lnTo>
                    <a:pt x="736" y="1139"/>
                  </a:lnTo>
                  <a:lnTo>
                    <a:pt x="731" y="1141"/>
                  </a:lnTo>
                  <a:lnTo>
                    <a:pt x="730" y="1144"/>
                  </a:lnTo>
                  <a:lnTo>
                    <a:pt x="725" y="1147"/>
                  </a:lnTo>
                  <a:lnTo>
                    <a:pt x="723" y="1151"/>
                  </a:lnTo>
                  <a:lnTo>
                    <a:pt x="719" y="1153"/>
                  </a:lnTo>
                  <a:lnTo>
                    <a:pt x="717" y="1156"/>
                  </a:lnTo>
                  <a:lnTo>
                    <a:pt x="714" y="1156"/>
                  </a:lnTo>
                  <a:lnTo>
                    <a:pt x="713" y="1158"/>
                  </a:lnTo>
                  <a:lnTo>
                    <a:pt x="707" y="1161"/>
                  </a:lnTo>
                  <a:lnTo>
                    <a:pt x="706" y="1163"/>
                  </a:lnTo>
                  <a:lnTo>
                    <a:pt x="699" y="1167"/>
                  </a:lnTo>
                  <a:lnTo>
                    <a:pt x="695" y="1170"/>
                  </a:lnTo>
                  <a:lnTo>
                    <a:pt x="690" y="1174"/>
                  </a:lnTo>
                  <a:lnTo>
                    <a:pt x="680" y="1177"/>
                  </a:lnTo>
                  <a:lnTo>
                    <a:pt x="676" y="1180"/>
                  </a:lnTo>
                  <a:lnTo>
                    <a:pt x="675" y="1183"/>
                  </a:lnTo>
                  <a:lnTo>
                    <a:pt x="670" y="1184"/>
                  </a:lnTo>
                  <a:lnTo>
                    <a:pt x="668" y="1184"/>
                  </a:lnTo>
                  <a:lnTo>
                    <a:pt x="665" y="1180"/>
                  </a:lnTo>
                  <a:lnTo>
                    <a:pt x="657" y="1174"/>
                  </a:lnTo>
                  <a:lnTo>
                    <a:pt x="657" y="1172"/>
                  </a:lnTo>
                  <a:lnTo>
                    <a:pt x="654" y="1172"/>
                  </a:lnTo>
                  <a:lnTo>
                    <a:pt x="648" y="1170"/>
                  </a:lnTo>
                  <a:lnTo>
                    <a:pt x="644" y="1167"/>
                  </a:lnTo>
                  <a:lnTo>
                    <a:pt x="610" y="1153"/>
                  </a:lnTo>
                  <a:lnTo>
                    <a:pt x="604" y="1148"/>
                  </a:lnTo>
                  <a:lnTo>
                    <a:pt x="599" y="1156"/>
                  </a:lnTo>
                  <a:lnTo>
                    <a:pt x="597" y="1157"/>
                  </a:lnTo>
                  <a:lnTo>
                    <a:pt x="591" y="1159"/>
                  </a:lnTo>
                  <a:lnTo>
                    <a:pt x="590" y="1159"/>
                  </a:lnTo>
                  <a:lnTo>
                    <a:pt x="589" y="1161"/>
                  </a:lnTo>
                  <a:lnTo>
                    <a:pt x="591" y="1168"/>
                  </a:lnTo>
                  <a:lnTo>
                    <a:pt x="589" y="1172"/>
                  </a:lnTo>
                  <a:lnTo>
                    <a:pt x="586" y="1174"/>
                  </a:lnTo>
                  <a:lnTo>
                    <a:pt x="582" y="1175"/>
                  </a:lnTo>
                  <a:lnTo>
                    <a:pt x="582" y="1178"/>
                  </a:lnTo>
                  <a:lnTo>
                    <a:pt x="583" y="1183"/>
                  </a:lnTo>
                  <a:lnTo>
                    <a:pt x="580" y="1184"/>
                  </a:lnTo>
                  <a:lnTo>
                    <a:pt x="579" y="1188"/>
                  </a:lnTo>
                  <a:lnTo>
                    <a:pt x="571" y="1183"/>
                  </a:lnTo>
                  <a:lnTo>
                    <a:pt x="569" y="1181"/>
                  </a:lnTo>
                  <a:lnTo>
                    <a:pt x="564" y="1181"/>
                  </a:lnTo>
                  <a:lnTo>
                    <a:pt x="561" y="1183"/>
                  </a:lnTo>
                  <a:lnTo>
                    <a:pt x="554" y="1186"/>
                  </a:lnTo>
                  <a:lnTo>
                    <a:pt x="553" y="1186"/>
                  </a:lnTo>
                  <a:lnTo>
                    <a:pt x="550" y="1186"/>
                  </a:lnTo>
                  <a:lnTo>
                    <a:pt x="546" y="1185"/>
                  </a:lnTo>
                  <a:lnTo>
                    <a:pt x="544" y="1186"/>
                  </a:lnTo>
                  <a:lnTo>
                    <a:pt x="536" y="1188"/>
                  </a:lnTo>
                  <a:lnTo>
                    <a:pt x="530" y="1190"/>
                  </a:lnTo>
                  <a:lnTo>
                    <a:pt x="530" y="1193"/>
                  </a:lnTo>
                  <a:lnTo>
                    <a:pt x="526" y="1200"/>
                  </a:lnTo>
                  <a:lnTo>
                    <a:pt x="531" y="1205"/>
                  </a:lnTo>
                  <a:lnTo>
                    <a:pt x="542" y="1209"/>
                  </a:lnTo>
                  <a:lnTo>
                    <a:pt x="548" y="1213"/>
                  </a:lnTo>
                  <a:lnTo>
                    <a:pt x="537" y="1219"/>
                  </a:lnTo>
                  <a:lnTo>
                    <a:pt x="534" y="1223"/>
                  </a:lnTo>
                  <a:lnTo>
                    <a:pt x="534" y="1227"/>
                  </a:lnTo>
                  <a:lnTo>
                    <a:pt x="525" y="1230"/>
                  </a:lnTo>
                  <a:lnTo>
                    <a:pt x="514" y="1228"/>
                  </a:lnTo>
                  <a:lnTo>
                    <a:pt x="509" y="1229"/>
                  </a:lnTo>
                  <a:lnTo>
                    <a:pt x="508" y="1232"/>
                  </a:lnTo>
                  <a:lnTo>
                    <a:pt x="505" y="1235"/>
                  </a:lnTo>
                  <a:lnTo>
                    <a:pt x="503" y="1235"/>
                  </a:lnTo>
                  <a:lnTo>
                    <a:pt x="499" y="1233"/>
                  </a:lnTo>
                  <a:lnTo>
                    <a:pt x="494" y="1235"/>
                  </a:lnTo>
                  <a:lnTo>
                    <a:pt x="492" y="1232"/>
                  </a:lnTo>
                  <a:lnTo>
                    <a:pt x="492" y="1229"/>
                  </a:lnTo>
                  <a:lnTo>
                    <a:pt x="490" y="1221"/>
                  </a:lnTo>
                  <a:lnTo>
                    <a:pt x="488" y="1219"/>
                  </a:lnTo>
                  <a:lnTo>
                    <a:pt x="482" y="1220"/>
                  </a:lnTo>
                  <a:lnTo>
                    <a:pt x="482" y="1222"/>
                  </a:lnTo>
                  <a:lnTo>
                    <a:pt x="479" y="1226"/>
                  </a:lnTo>
                  <a:lnTo>
                    <a:pt x="475" y="1226"/>
                  </a:lnTo>
                  <a:lnTo>
                    <a:pt x="474" y="1228"/>
                  </a:lnTo>
                  <a:lnTo>
                    <a:pt x="471" y="1226"/>
                  </a:lnTo>
                  <a:lnTo>
                    <a:pt x="471" y="1222"/>
                  </a:lnTo>
                  <a:lnTo>
                    <a:pt x="467" y="1221"/>
                  </a:lnTo>
                  <a:lnTo>
                    <a:pt x="464" y="1222"/>
                  </a:lnTo>
                  <a:lnTo>
                    <a:pt x="459" y="1221"/>
                  </a:lnTo>
                  <a:lnTo>
                    <a:pt x="455" y="1219"/>
                  </a:lnTo>
                  <a:lnTo>
                    <a:pt x="455" y="1217"/>
                  </a:lnTo>
                  <a:lnTo>
                    <a:pt x="445" y="1224"/>
                  </a:lnTo>
                  <a:lnTo>
                    <a:pt x="435" y="1225"/>
                  </a:lnTo>
                  <a:lnTo>
                    <a:pt x="425" y="1231"/>
                  </a:lnTo>
                  <a:lnTo>
                    <a:pt x="424" y="1229"/>
                  </a:lnTo>
                  <a:lnTo>
                    <a:pt x="420" y="1232"/>
                  </a:lnTo>
                  <a:lnTo>
                    <a:pt x="411" y="1241"/>
                  </a:lnTo>
                  <a:lnTo>
                    <a:pt x="407" y="1242"/>
                  </a:lnTo>
                  <a:lnTo>
                    <a:pt x="405" y="1245"/>
                  </a:lnTo>
                  <a:lnTo>
                    <a:pt x="398" y="1251"/>
                  </a:lnTo>
                  <a:lnTo>
                    <a:pt x="395" y="1251"/>
                  </a:lnTo>
                  <a:lnTo>
                    <a:pt x="388" y="1258"/>
                  </a:lnTo>
                  <a:lnTo>
                    <a:pt x="384" y="1257"/>
                  </a:lnTo>
                  <a:lnTo>
                    <a:pt x="376" y="1262"/>
                  </a:lnTo>
                  <a:lnTo>
                    <a:pt x="364" y="1265"/>
                  </a:lnTo>
                  <a:lnTo>
                    <a:pt x="358" y="1265"/>
                  </a:lnTo>
                  <a:lnTo>
                    <a:pt x="352" y="1257"/>
                  </a:lnTo>
                  <a:lnTo>
                    <a:pt x="354" y="1252"/>
                  </a:lnTo>
                  <a:lnTo>
                    <a:pt x="352" y="1249"/>
                  </a:lnTo>
                  <a:lnTo>
                    <a:pt x="355" y="1243"/>
                  </a:lnTo>
                  <a:lnTo>
                    <a:pt x="355" y="1235"/>
                  </a:lnTo>
                  <a:lnTo>
                    <a:pt x="354" y="1230"/>
                  </a:lnTo>
                  <a:lnTo>
                    <a:pt x="343" y="1241"/>
                  </a:lnTo>
                  <a:lnTo>
                    <a:pt x="338" y="1239"/>
                  </a:lnTo>
                  <a:lnTo>
                    <a:pt x="323" y="1246"/>
                  </a:lnTo>
                  <a:lnTo>
                    <a:pt x="319" y="1249"/>
                  </a:lnTo>
                  <a:lnTo>
                    <a:pt x="316" y="1249"/>
                  </a:lnTo>
                  <a:lnTo>
                    <a:pt x="314" y="1253"/>
                  </a:lnTo>
                  <a:lnTo>
                    <a:pt x="316" y="1256"/>
                  </a:lnTo>
                  <a:lnTo>
                    <a:pt x="315" y="1270"/>
                  </a:lnTo>
                  <a:lnTo>
                    <a:pt x="316" y="1272"/>
                  </a:lnTo>
                  <a:lnTo>
                    <a:pt x="308" y="1281"/>
                  </a:lnTo>
                  <a:lnTo>
                    <a:pt x="306" y="1281"/>
                  </a:lnTo>
                  <a:lnTo>
                    <a:pt x="303" y="1284"/>
                  </a:lnTo>
                  <a:lnTo>
                    <a:pt x="300" y="1284"/>
                  </a:lnTo>
                  <a:lnTo>
                    <a:pt x="292" y="1285"/>
                  </a:lnTo>
                  <a:lnTo>
                    <a:pt x="283" y="1282"/>
                  </a:lnTo>
                  <a:lnTo>
                    <a:pt x="283" y="1282"/>
                  </a:lnTo>
                  <a:lnTo>
                    <a:pt x="284" y="1262"/>
                  </a:lnTo>
                  <a:lnTo>
                    <a:pt x="281" y="1250"/>
                  </a:lnTo>
                  <a:lnTo>
                    <a:pt x="283" y="1249"/>
                  </a:lnTo>
                  <a:lnTo>
                    <a:pt x="287" y="1249"/>
                  </a:lnTo>
                  <a:lnTo>
                    <a:pt x="289" y="1246"/>
                  </a:lnTo>
                  <a:lnTo>
                    <a:pt x="289" y="1246"/>
                  </a:lnTo>
                  <a:lnTo>
                    <a:pt x="286" y="1242"/>
                  </a:lnTo>
                  <a:lnTo>
                    <a:pt x="280" y="1245"/>
                  </a:lnTo>
                  <a:lnTo>
                    <a:pt x="279" y="1244"/>
                  </a:lnTo>
                  <a:lnTo>
                    <a:pt x="275" y="1238"/>
                  </a:lnTo>
                  <a:lnTo>
                    <a:pt x="274" y="1233"/>
                  </a:lnTo>
                  <a:lnTo>
                    <a:pt x="272" y="1232"/>
                  </a:lnTo>
                  <a:lnTo>
                    <a:pt x="272" y="1227"/>
                  </a:lnTo>
                  <a:lnTo>
                    <a:pt x="273" y="1226"/>
                  </a:lnTo>
                  <a:lnTo>
                    <a:pt x="271" y="1224"/>
                  </a:lnTo>
                  <a:lnTo>
                    <a:pt x="270" y="1226"/>
                  </a:lnTo>
                  <a:lnTo>
                    <a:pt x="261" y="1226"/>
                  </a:lnTo>
                  <a:lnTo>
                    <a:pt x="261" y="1221"/>
                  </a:lnTo>
                  <a:lnTo>
                    <a:pt x="265" y="1212"/>
                  </a:lnTo>
                  <a:lnTo>
                    <a:pt x="267" y="1209"/>
                  </a:lnTo>
                  <a:lnTo>
                    <a:pt x="270" y="1201"/>
                  </a:lnTo>
                  <a:lnTo>
                    <a:pt x="272" y="1197"/>
                  </a:lnTo>
                  <a:lnTo>
                    <a:pt x="272" y="1190"/>
                  </a:lnTo>
                  <a:lnTo>
                    <a:pt x="274" y="1183"/>
                  </a:lnTo>
                  <a:lnTo>
                    <a:pt x="271" y="1177"/>
                  </a:lnTo>
                  <a:lnTo>
                    <a:pt x="268" y="1175"/>
                  </a:lnTo>
                  <a:lnTo>
                    <a:pt x="266" y="1168"/>
                  </a:lnTo>
                  <a:lnTo>
                    <a:pt x="261" y="1162"/>
                  </a:lnTo>
                  <a:lnTo>
                    <a:pt x="262" y="1155"/>
                  </a:lnTo>
                  <a:lnTo>
                    <a:pt x="270" y="1155"/>
                  </a:lnTo>
                  <a:lnTo>
                    <a:pt x="270" y="1156"/>
                  </a:lnTo>
                  <a:lnTo>
                    <a:pt x="278" y="1156"/>
                  </a:lnTo>
                  <a:lnTo>
                    <a:pt x="283" y="1153"/>
                  </a:lnTo>
                  <a:lnTo>
                    <a:pt x="287" y="1150"/>
                  </a:lnTo>
                  <a:lnTo>
                    <a:pt x="288" y="1145"/>
                  </a:lnTo>
                  <a:lnTo>
                    <a:pt x="287" y="1142"/>
                  </a:lnTo>
                  <a:lnTo>
                    <a:pt x="292" y="1140"/>
                  </a:lnTo>
                  <a:lnTo>
                    <a:pt x="288" y="1135"/>
                  </a:lnTo>
                  <a:lnTo>
                    <a:pt x="290" y="1132"/>
                  </a:lnTo>
                  <a:lnTo>
                    <a:pt x="289" y="1130"/>
                  </a:lnTo>
                  <a:lnTo>
                    <a:pt x="291" y="1126"/>
                  </a:lnTo>
                  <a:lnTo>
                    <a:pt x="287" y="1115"/>
                  </a:lnTo>
                  <a:lnTo>
                    <a:pt x="286" y="1102"/>
                  </a:lnTo>
                  <a:lnTo>
                    <a:pt x="289" y="1103"/>
                  </a:lnTo>
                  <a:lnTo>
                    <a:pt x="289" y="1101"/>
                  </a:lnTo>
                  <a:lnTo>
                    <a:pt x="295" y="1100"/>
                  </a:lnTo>
                  <a:lnTo>
                    <a:pt x="294" y="1095"/>
                  </a:lnTo>
                  <a:lnTo>
                    <a:pt x="292" y="1093"/>
                  </a:lnTo>
                  <a:lnTo>
                    <a:pt x="295" y="1092"/>
                  </a:lnTo>
                  <a:lnTo>
                    <a:pt x="297" y="1090"/>
                  </a:lnTo>
                  <a:lnTo>
                    <a:pt x="298" y="1091"/>
                  </a:lnTo>
                  <a:lnTo>
                    <a:pt x="301" y="1087"/>
                  </a:lnTo>
                  <a:lnTo>
                    <a:pt x="302" y="1085"/>
                  </a:lnTo>
                  <a:lnTo>
                    <a:pt x="302" y="1082"/>
                  </a:lnTo>
                  <a:lnTo>
                    <a:pt x="304" y="1079"/>
                  </a:lnTo>
                  <a:lnTo>
                    <a:pt x="303" y="1077"/>
                  </a:lnTo>
                  <a:lnTo>
                    <a:pt x="305" y="1074"/>
                  </a:lnTo>
                  <a:lnTo>
                    <a:pt x="304" y="1071"/>
                  </a:lnTo>
                  <a:lnTo>
                    <a:pt x="305" y="1066"/>
                  </a:lnTo>
                  <a:lnTo>
                    <a:pt x="303" y="1051"/>
                  </a:lnTo>
                  <a:lnTo>
                    <a:pt x="302" y="1049"/>
                  </a:lnTo>
                  <a:lnTo>
                    <a:pt x="302" y="1043"/>
                  </a:lnTo>
                  <a:lnTo>
                    <a:pt x="302" y="1041"/>
                  </a:lnTo>
                  <a:lnTo>
                    <a:pt x="296" y="1033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301" y="1024"/>
                  </a:lnTo>
                  <a:lnTo>
                    <a:pt x="311" y="1018"/>
                  </a:lnTo>
                  <a:lnTo>
                    <a:pt x="324" y="997"/>
                  </a:lnTo>
                  <a:lnTo>
                    <a:pt x="331" y="989"/>
                  </a:lnTo>
                  <a:lnTo>
                    <a:pt x="333" y="989"/>
                  </a:lnTo>
                  <a:lnTo>
                    <a:pt x="335" y="992"/>
                  </a:lnTo>
                  <a:lnTo>
                    <a:pt x="343" y="995"/>
                  </a:lnTo>
                  <a:lnTo>
                    <a:pt x="347" y="995"/>
                  </a:lnTo>
                  <a:lnTo>
                    <a:pt x="352" y="992"/>
                  </a:lnTo>
                  <a:lnTo>
                    <a:pt x="356" y="984"/>
                  </a:lnTo>
                  <a:lnTo>
                    <a:pt x="362" y="981"/>
                  </a:lnTo>
                  <a:lnTo>
                    <a:pt x="358" y="971"/>
                  </a:lnTo>
                  <a:lnTo>
                    <a:pt x="360" y="951"/>
                  </a:lnTo>
                  <a:lnTo>
                    <a:pt x="355" y="947"/>
                  </a:lnTo>
                  <a:lnTo>
                    <a:pt x="355" y="945"/>
                  </a:lnTo>
                  <a:lnTo>
                    <a:pt x="357" y="931"/>
                  </a:lnTo>
                  <a:lnTo>
                    <a:pt x="358" y="930"/>
                  </a:lnTo>
                  <a:lnTo>
                    <a:pt x="365" y="929"/>
                  </a:lnTo>
                  <a:lnTo>
                    <a:pt x="367" y="928"/>
                  </a:lnTo>
                  <a:lnTo>
                    <a:pt x="369" y="924"/>
                  </a:lnTo>
                  <a:lnTo>
                    <a:pt x="368" y="920"/>
                  </a:lnTo>
                  <a:lnTo>
                    <a:pt x="362" y="909"/>
                  </a:lnTo>
                  <a:lnTo>
                    <a:pt x="382" y="909"/>
                  </a:lnTo>
                  <a:lnTo>
                    <a:pt x="385" y="913"/>
                  </a:lnTo>
                  <a:lnTo>
                    <a:pt x="387" y="918"/>
                  </a:lnTo>
                  <a:lnTo>
                    <a:pt x="390" y="920"/>
                  </a:lnTo>
                  <a:lnTo>
                    <a:pt x="390" y="924"/>
                  </a:lnTo>
                  <a:lnTo>
                    <a:pt x="391" y="927"/>
                  </a:lnTo>
                  <a:lnTo>
                    <a:pt x="392" y="921"/>
                  </a:lnTo>
                  <a:lnTo>
                    <a:pt x="395" y="918"/>
                  </a:lnTo>
                  <a:lnTo>
                    <a:pt x="400" y="915"/>
                  </a:lnTo>
                  <a:lnTo>
                    <a:pt x="406" y="908"/>
                  </a:lnTo>
                  <a:lnTo>
                    <a:pt x="400" y="908"/>
                  </a:lnTo>
                  <a:lnTo>
                    <a:pt x="400" y="908"/>
                  </a:lnTo>
                  <a:lnTo>
                    <a:pt x="403" y="895"/>
                  </a:lnTo>
                  <a:lnTo>
                    <a:pt x="402" y="892"/>
                  </a:lnTo>
                  <a:lnTo>
                    <a:pt x="406" y="886"/>
                  </a:lnTo>
                  <a:lnTo>
                    <a:pt x="403" y="880"/>
                  </a:lnTo>
                  <a:lnTo>
                    <a:pt x="407" y="877"/>
                  </a:lnTo>
                  <a:lnTo>
                    <a:pt x="406" y="872"/>
                  </a:lnTo>
                  <a:lnTo>
                    <a:pt x="409" y="869"/>
                  </a:lnTo>
                  <a:lnTo>
                    <a:pt x="406" y="866"/>
                  </a:lnTo>
                  <a:lnTo>
                    <a:pt x="400" y="867"/>
                  </a:lnTo>
                  <a:lnTo>
                    <a:pt x="397" y="864"/>
                  </a:lnTo>
                  <a:lnTo>
                    <a:pt x="395" y="859"/>
                  </a:lnTo>
                  <a:lnTo>
                    <a:pt x="394" y="860"/>
                  </a:lnTo>
                  <a:lnTo>
                    <a:pt x="382" y="859"/>
                  </a:lnTo>
                  <a:lnTo>
                    <a:pt x="382" y="856"/>
                  </a:lnTo>
                  <a:lnTo>
                    <a:pt x="385" y="852"/>
                  </a:lnTo>
                  <a:lnTo>
                    <a:pt x="386" y="848"/>
                  </a:lnTo>
                  <a:lnTo>
                    <a:pt x="385" y="844"/>
                  </a:lnTo>
                  <a:lnTo>
                    <a:pt x="370" y="841"/>
                  </a:lnTo>
                  <a:lnTo>
                    <a:pt x="370" y="839"/>
                  </a:lnTo>
                  <a:lnTo>
                    <a:pt x="365" y="838"/>
                  </a:lnTo>
                  <a:lnTo>
                    <a:pt x="357" y="838"/>
                  </a:lnTo>
                  <a:lnTo>
                    <a:pt x="354" y="837"/>
                  </a:lnTo>
                  <a:lnTo>
                    <a:pt x="352" y="838"/>
                  </a:lnTo>
                  <a:lnTo>
                    <a:pt x="346" y="832"/>
                  </a:lnTo>
                  <a:lnTo>
                    <a:pt x="345" y="828"/>
                  </a:lnTo>
                  <a:lnTo>
                    <a:pt x="343" y="826"/>
                  </a:lnTo>
                  <a:lnTo>
                    <a:pt x="343" y="823"/>
                  </a:lnTo>
                  <a:lnTo>
                    <a:pt x="345" y="813"/>
                  </a:lnTo>
                  <a:lnTo>
                    <a:pt x="344" y="812"/>
                  </a:lnTo>
                  <a:lnTo>
                    <a:pt x="349" y="808"/>
                  </a:lnTo>
                  <a:lnTo>
                    <a:pt x="350" y="805"/>
                  </a:lnTo>
                  <a:lnTo>
                    <a:pt x="350" y="801"/>
                  </a:lnTo>
                  <a:lnTo>
                    <a:pt x="349" y="798"/>
                  </a:lnTo>
                  <a:lnTo>
                    <a:pt x="349" y="790"/>
                  </a:lnTo>
                  <a:lnTo>
                    <a:pt x="344" y="785"/>
                  </a:lnTo>
                  <a:lnTo>
                    <a:pt x="346" y="783"/>
                  </a:lnTo>
                  <a:lnTo>
                    <a:pt x="343" y="783"/>
                  </a:lnTo>
                  <a:lnTo>
                    <a:pt x="340" y="777"/>
                  </a:lnTo>
                  <a:lnTo>
                    <a:pt x="338" y="776"/>
                  </a:lnTo>
                  <a:lnTo>
                    <a:pt x="339" y="774"/>
                  </a:lnTo>
                  <a:lnTo>
                    <a:pt x="343" y="771"/>
                  </a:lnTo>
                  <a:lnTo>
                    <a:pt x="343" y="769"/>
                  </a:lnTo>
                  <a:lnTo>
                    <a:pt x="347" y="767"/>
                  </a:lnTo>
                  <a:lnTo>
                    <a:pt x="347" y="766"/>
                  </a:lnTo>
                  <a:lnTo>
                    <a:pt x="346" y="766"/>
                  </a:lnTo>
                  <a:lnTo>
                    <a:pt x="350" y="763"/>
                  </a:lnTo>
                  <a:lnTo>
                    <a:pt x="349" y="760"/>
                  </a:lnTo>
                  <a:lnTo>
                    <a:pt x="348" y="760"/>
                  </a:lnTo>
                  <a:lnTo>
                    <a:pt x="349" y="755"/>
                  </a:lnTo>
                  <a:lnTo>
                    <a:pt x="347" y="753"/>
                  </a:lnTo>
                  <a:lnTo>
                    <a:pt x="347" y="751"/>
                  </a:lnTo>
                  <a:lnTo>
                    <a:pt x="350" y="749"/>
                  </a:lnTo>
                  <a:lnTo>
                    <a:pt x="354" y="733"/>
                  </a:lnTo>
                  <a:lnTo>
                    <a:pt x="357" y="731"/>
                  </a:lnTo>
                  <a:lnTo>
                    <a:pt x="358" y="728"/>
                  </a:lnTo>
                  <a:lnTo>
                    <a:pt x="362" y="726"/>
                  </a:lnTo>
                  <a:lnTo>
                    <a:pt x="362" y="725"/>
                  </a:lnTo>
                  <a:lnTo>
                    <a:pt x="362" y="725"/>
                  </a:lnTo>
                  <a:lnTo>
                    <a:pt x="360" y="724"/>
                  </a:lnTo>
                  <a:lnTo>
                    <a:pt x="362" y="719"/>
                  </a:lnTo>
                  <a:lnTo>
                    <a:pt x="362" y="719"/>
                  </a:lnTo>
                  <a:lnTo>
                    <a:pt x="362" y="714"/>
                  </a:lnTo>
                  <a:lnTo>
                    <a:pt x="368" y="710"/>
                  </a:lnTo>
                  <a:lnTo>
                    <a:pt x="371" y="706"/>
                  </a:lnTo>
                  <a:lnTo>
                    <a:pt x="370" y="705"/>
                  </a:lnTo>
                  <a:lnTo>
                    <a:pt x="369" y="703"/>
                  </a:lnTo>
                  <a:lnTo>
                    <a:pt x="364" y="696"/>
                  </a:lnTo>
                  <a:lnTo>
                    <a:pt x="352" y="689"/>
                  </a:lnTo>
                  <a:lnTo>
                    <a:pt x="351" y="685"/>
                  </a:lnTo>
                  <a:lnTo>
                    <a:pt x="348" y="684"/>
                  </a:lnTo>
                  <a:lnTo>
                    <a:pt x="356" y="679"/>
                  </a:lnTo>
                  <a:lnTo>
                    <a:pt x="356" y="676"/>
                  </a:lnTo>
                  <a:lnTo>
                    <a:pt x="357" y="675"/>
                  </a:lnTo>
                  <a:lnTo>
                    <a:pt x="356" y="673"/>
                  </a:lnTo>
                  <a:lnTo>
                    <a:pt x="358" y="673"/>
                  </a:lnTo>
                  <a:lnTo>
                    <a:pt x="357" y="672"/>
                  </a:lnTo>
                  <a:lnTo>
                    <a:pt x="359" y="671"/>
                  </a:lnTo>
                  <a:lnTo>
                    <a:pt x="360" y="671"/>
                  </a:lnTo>
                  <a:lnTo>
                    <a:pt x="360" y="673"/>
                  </a:lnTo>
                  <a:lnTo>
                    <a:pt x="363" y="673"/>
                  </a:lnTo>
                  <a:lnTo>
                    <a:pt x="368" y="674"/>
                  </a:lnTo>
                  <a:lnTo>
                    <a:pt x="370" y="676"/>
                  </a:lnTo>
                  <a:lnTo>
                    <a:pt x="368" y="678"/>
                  </a:lnTo>
                  <a:lnTo>
                    <a:pt x="368" y="678"/>
                  </a:lnTo>
                  <a:lnTo>
                    <a:pt x="366" y="678"/>
                  </a:lnTo>
                  <a:lnTo>
                    <a:pt x="365" y="680"/>
                  </a:lnTo>
                  <a:lnTo>
                    <a:pt x="366" y="684"/>
                  </a:lnTo>
                  <a:lnTo>
                    <a:pt x="371" y="684"/>
                  </a:lnTo>
                  <a:lnTo>
                    <a:pt x="373" y="683"/>
                  </a:lnTo>
                  <a:lnTo>
                    <a:pt x="374" y="685"/>
                  </a:lnTo>
                  <a:lnTo>
                    <a:pt x="375" y="685"/>
                  </a:lnTo>
                  <a:lnTo>
                    <a:pt x="375" y="686"/>
                  </a:lnTo>
                  <a:lnTo>
                    <a:pt x="376" y="687"/>
                  </a:lnTo>
                  <a:lnTo>
                    <a:pt x="384" y="681"/>
                  </a:lnTo>
                  <a:lnTo>
                    <a:pt x="385" y="681"/>
                  </a:lnTo>
                  <a:lnTo>
                    <a:pt x="387" y="681"/>
                  </a:lnTo>
                  <a:lnTo>
                    <a:pt x="389" y="677"/>
                  </a:lnTo>
                  <a:lnTo>
                    <a:pt x="389" y="676"/>
                  </a:lnTo>
                  <a:lnTo>
                    <a:pt x="392" y="673"/>
                  </a:lnTo>
                  <a:lnTo>
                    <a:pt x="393" y="671"/>
                  </a:lnTo>
                  <a:lnTo>
                    <a:pt x="392" y="668"/>
                  </a:lnTo>
                  <a:lnTo>
                    <a:pt x="392" y="663"/>
                  </a:lnTo>
                  <a:lnTo>
                    <a:pt x="389" y="662"/>
                  </a:lnTo>
                  <a:lnTo>
                    <a:pt x="387" y="657"/>
                  </a:lnTo>
                  <a:lnTo>
                    <a:pt x="389" y="644"/>
                  </a:lnTo>
                  <a:lnTo>
                    <a:pt x="387" y="642"/>
                  </a:lnTo>
                  <a:lnTo>
                    <a:pt x="384" y="640"/>
                  </a:lnTo>
                  <a:lnTo>
                    <a:pt x="366" y="635"/>
                  </a:lnTo>
                  <a:lnTo>
                    <a:pt x="353" y="638"/>
                  </a:lnTo>
                  <a:lnTo>
                    <a:pt x="343" y="635"/>
                  </a:lnTo>
                  <a:lnTo>
                    <a:pt x="339" y="635"/>
                  </a:lnTo>
                  <a:lnTo>
                    <a:pt x="336" y="636"/>
                  </a:lnTo>
                  <a:lnTo>
                    <a:pt x="332" y="640"/>
                  </a:lnTo>
                  <a:lnTo>
                    <a:pt x="330" y="640"/>
                  </a:lnTo>
                  <a:lnTo>
                    <a:pt x="324" y="637"/>
                  </a:lnTo>
                  <a:lnTo>
                    <a:pt x="319" y="635"/>
                  </a:lnTo>
                  <a:lnTo>
                    <a:pt x="315" y="631"/>
                  </a:lnTo>
                  <a:lnTo>
                    <a:pt x="302" y="628"/>
                  </a:lnTo>
                  <a:lnTo>
                    <a:pt x="302" y="631"/>
                  </a:lnTo>
                  <a:lnTo>
                    <a:pt x="296" y="631"/>
                  </a:lnTo>
                  <a:lnTo>
                    <a:pt x="293" y="629"/>
                  </a:lnTo>
                  <a:lnTo>
                    <a:pt x="291" y="627"/>
                  </a:lnTo>
                  <a:lnTo>
                    <a:pt x="290" y="625"/>
                  </a:lnTo>
                  <a:lnTo>
                    <a:pt x="291" y="624"/>
                  </a:lnTo>
                  <a:lnTo>
                    <a:pt x="286" y="625"/>
                  </a:lnTo>
                  <a:lnTo>
                    <a:pt x="282" y="631"/>
                  </a:lnTo>
                  <a:lnTo>
                    <a:pt x="280" y="630"/>
                  </a:lnTo>
                  <a:lnTo>
                    <a:pt x="278" y="627"/>
                  </a:lnTo>
                  <a:lnTo>
                    <a:pt x="275" y="625"/>
                  </a:lnTo>
                  <a:lnTo>
                    <a:pt x="270" y="626"/>
                  </a:lnTo>
                  <a:lnTo>
                    <a:pt x="267" y="625"/>
                  </a:lnTo>
                  <a:lnTo>
                    <a:pt x="265" y="627"/>
                  </a:lnTo>
                  <a:lnTo>
                    <a:pt x="264" y="629"/>
                  </a:lnTo>
                  <a:lnTo>
                    <a:pt x="259" y="628"/>
                  </a:lnTo>
                  <a:lnTo>
                    <a:pt x="267" y="624"/>
                  </a:lnTo>
                  <a:lnTo>
                    <a:pt x="274" y="618"/>
                  </a:lnTo>
                  <a:lnTo>
                    <a:pt x="272" y="614"/>
                  </a:lnTo>
                  <a:lnTo>
                    <a:pt x="272" y="611"/>
                  </a:lnTo>
                  <a:lnTo>
                    <a:pt x="273" y="608"/>
                  </a:lnTo>
                  <a:lnTo>
                    <a:pt x="272" y="603"/>
                  </a:lnTo>
                  <a:lnTo>
                    <a:pt x="273" y="602"/>
                  </a:lnTo>
                  <a:lnTo>
                    <a:pt x="272" y="599"/>
                  </a:lnTo>
                  <a:lnTo>
                    <a:pt x="277" y="599"/>
                  </a:lnTo>
                  <a:lnTo>
                    <a:pt x="277" y="597"/>
                  </a:lnTo>
                  <a:lnTo>
                    <a:pt x="278" y="595"/>
                  </a:lnTo>
                  <a:lnTo>
                    <a:pt x="277" y="592"/>
                  </a:lnTo>
                  <a:lnTo>
                    <a:pt x="276" y="592"/>
                  </a:lnTo>
                  <a:lnTo>
                    <a:pt x="275" y="590"/>
                  </a:lnTo>
                  <a:lnTo>
                    <a:pt x="274" y="590"/>
                  </a:lnTo>
                  <a:lnTo>
                    <a:pt x="270" y="585"/>
                  </a:lnTo>
                  <a:lnTo>
                    <a:pt x="271" y="583"/>
                  </a:lnTo>
                  <a:lnTo>
                    <a:pt x="270" y="583"/>
                  </a:lnTo>
                  <a:lnTo>
                    <a:pt x="275" y="579"/>
                  </a:lnTo>
                  <a:lnTo>
                    <a:pt x="275" y="574"/>
                  </a:lnTo>
                  <a:lnTo>
                    <a:pt x="274" y="572"/>
                  </a:lnTo>
                  <a:lnTo>
                    <a:pt x="275" y="566"/>
                  </a:lnTo>
                  <a:lnTo>
                    <a:pt x="276" y="563"/>
                  </a:lnTo>
                  <a:lnTo>
                    <a:pt x="273" y="559"/>
                  </a:lnTo>
                  <a:lnTo>
                    <a:pt x="268" y="560"/>
                  </a:lnTo>
                  <a:lnTo>
                    <a:pt x="266" y="558"/>
                  </a:lnTo>
                  <a:lnTo>
                    <a:pt x="263" y="558"/>
                  </a:lnTo>
                  <a:lnTo>
                    <a:pt x="264" y="554"/>
                  </a:lnTo>
                  <a:lnTo>
                    <a:pt x="273" y="554"/>
                  </a:lnTo>
                  <a:lnTo>
                    <a:pt x="273" y="550"/>
                  </a:lnTo>
                  <a:lnTo>
                    <a:pt x="279" y="551"/>
                  </a:lnTo>
                  <a:lnTo>
                    <a:pt x="279" y="546"/>
                  </a:lnTo>
                  <a:lnTo>
                    <a:pt x="281" y="545"/>
                  </a:lnTo>
                  <a:lnTo>
                    <a:pt x="281" y="545"/>
                  </a:lnTo>
                  <a:lnTo>
                    <a:pt x="285" y="542"/>
                  </a:lnTo>
                  <a:lnTo>
                    <a:pt x="285" y="541"/>
                  </a:lnTo>
                  <a:lnTo>
                    <a:pt x="290" y="537"/>
                  </a:lnTo>
                  <a:lnTo>
                    <a:pt x="294" y="531"/>
                  </a:lnTo>
                  <a:lnTo>
                    <a:pt x="296" y="531"/>
                  </a:lnTo>
                  <a:lnTo>
                    <a:pt x="294" y="527"/>
                  </a:lnTo>
                  <a:lnTo>
                    <a:pt x="289" y="523"/>
                  </a:lnTo>
                  <a:lnTo>
                    <a:pt x="285" y="520"/>
                  </a:lnTo>
                  <a:lnTo>
                    <a:pt x="289" y="516"/>
                  </a:lnTo>
                  <a:lnTo>
                    <a:pt x="289" y="514"/>
                  </a:lnTo>
                  <a:lnTo>
                    <a:pt x="288" y="514"/>
                  </a:lnTo>
                  <a:lnTo>
                    <a:pt x="286" y="515"/>
                  </a:lnTo>
                  <a:lnTo>
                    <a:pt x="285" y="510"/>
                  </a:lnTo>
                  <a:lnTo>
                    <a:pt x="280" y="505"/>
                  </a:lnTo>
                  <a:lnTo>
                    <a:pt x="279" y="507"/>
                  </a:lnTo>
                  <a:lnTo>
                    <a:pt x="278" y="505"/>
                  </a:lnTo>
                  <a:lnTo>
                    <a:pt x="275" y="508"/>
                  </a:lnTo>
                  <a:lnTo>
                    <a:pt x="272" y="505"/>
                  </a:lnTo>
                  <a:lnTo>
                    <a:pt x="267" y="511"/>
                  </a:lnTo>
                  <a:lnTo>
                    <a:pt x="265" y="510"/>
                  </a:lnTo>
                  <a:lnTo>
                    <a:pt x="265" y="512"/>
                  </a:lnTo>
                  <a:lnTo>
                    <a:pt x="233" y="529"/>
                  </a:lnTo>
                  <a:lnTo>
                    <a:pt x="231" y="528"/>
                  </a:lnTo>
                  <a:lnTo>
                    <a:pt x="231" y="529"/>
                  </a:lnTo>
                  <a:lnTo>
                    <a:pt x="184" y="540"/>
                  </a:lnTo>
                  <a:lnTo>
                    <a:pt x="157" y="539"/>
                  </a:lnTo>
                  <a:lnTo>
                    <a:pt x="149" y="539"/>
                  </a:lnTo>
                  <a:lnTo>
                    <a:pt x="149" y="539"/>
                  </a:lnTo>
                  <a:lnTo>
                    <a:pt x="141" y="537"/>
                  </a:lnTo>
                  <a:lnTo>
                    <a:pt x="141" y="537"/>
                  </a:lnTo>
                  <a:lnTo>
                    <a:pt x="132" y="510"/>
                  </a:lnTo>
                  <a:lnTo>
                    <a:pt x="129" y="506"/>
                  </a:lnTo>
                  <a:lnTo>
                    <a:pt x="134" y="499"/>
                  </a:lnTo>
                  <a:lnTo>
                    <a:pt x="136" y="493"/>
                  </a:lnTo>
                  <a:lnTo>
                    <a:pt x="136" y="477"/>
                  </a:lnTo>
                  <a:lnTo>
                    <a:pt x="140" y="471"/>
                  </a:lnTo>
                  <a:lnTo>
                    <a:pt x="150" y="463"/>
                  </a:lnTo>
                  <a:lnTo>
                    <a:pt x="160" y="461"/>
                  </a:lnTo>
                  <a:lnTo>
                    <a:pt x="171" y="454"/>
                  </a:lnTo>
                  <a:lnTo>
                    <a:pt x="178" y="444"/>
                  </a:lnTo>
                  <a:lnTo>
                    <a:pt x="178" y="443"/>
                  </a:lnTo>
                  <a:lnTo>
                    <a:pt x="173" y="436"/>
                  </a:lnTo>
                  <a:lnTo>
                    <a:pt x="173" y="428"/>
                  </a:lnTo>
                  <a:lnTo>
                    <a:pt x="170" y="425"/>
                  </a:lnTo>
                  <a:lnTo>
                    <a:pt x="178" y="419"/>
                  </a:lnTo>
                  <a:lnTo>
                    <a:pt x="178" y="414"/>
                  </a:lnTo>
                  <a:lnTo>
                    <a:pt x="171" y="405"/>
                  </a:lnTo>
                  <a:lnTo>
                    <a:pt x="170" y="402"/>
                  </a:lnTo>
                  <a:lnTo>
                    <a:pt x="161" y="399"/>
                  </a:lnTo>
                  <a:lnTo>
                    <a:pt x="155" y="397"/>
                  </a:lnTo>
                  <a:lnTo>
                    <a:pt x="147" y="391"/>
                  </a:lnTo>
                  <a:lnTo>
                    <a:pt x="141" y="387"/>
                  </a:lnTo>
                  <a:lnTo>
                    <a:pt x="132" y="393"/>
                  </a:lnTo>
                  <a:lnTo>
                    <a:pt x="128" y="384"/>
                  </a:lnTo>
                  <a:lnTo>
                    <a:pt x="133" y="375"/>
                  </a:lnTo>
                  <a:lnTo>
                    <a:pt x="141" y="369"/>
                  </a:lnTo>
                  <a:lnTo>
                    <a:pt x="139" y="367"/>
                  </a:lnTo>
                  <a:lnTo>
                    <a:pt x="133" y="365"/>
                  </a:lnTo>
                  <a:lnTo>
                    <a:pt x="130" y="369"/>
                  </a:lnTo>
                  <a:lnTo>
                    <a:pt x="118" y="370"/>
                  </a:lnTo>
                  <a:lnTo>
                    <a:pt x="117" y="369"/>
                  </a:lnTo>
                  <a:lnTo>
                    <a:pt x="115" y="369"/>
                  </a:lnTo>
                  <a:lnTo>
                    <a:pt x="114" y="371"/>
                  </a:lnTo>
                  <a:lnTo>
                    <a:pt x="112" y="371"/>
                  </a:lnTo>
                  <a:lnTo>
                    <a:pt x="107" y="375"/>
                  </a:lnTo>
                  <a:lnTo>
                    <a:pt x="101" y="377"/>
                  </a:lnTo>
                  <a:lnTo>
                    <a:pt x="71" y="382"/>
                  </a:lnTo>
                  <a:lnTo>
                    <a:pt x="63" y="386"/>
                  </a:lnTo>
                  <a:lnTo>
                    <a:pt x="60" y="387"/>
                  </a:lnTo>
                  <a:lnTo>
                    <a:pt x="54" y="382"/>
                  </a:lnTo>
                  <a:lnTo>
                    <a:pt x="52" y="386"/>
                  </a:lnTo>
                  <a:lnTo>
                    <a:pt x="45" y="391"/>
                  </a:lnTo>
                  <a:lnTo>
                    <a:pt x="5" y="414"/>
                  </a:lnTo>
                  <a:lnTo>
                    <a:pt x="8" y="393"/>
                  </a:lnTo>
                  <a:lnTo>
                    <a:pt x="16" y="387"/>
                  </a:lnTo>
                  <a:lnTo>
                    <a:pt x="22" y="361"/>
                  </a:lnTo>
                  <a:lnTo>
                    <a:pt x="0" y="320"/>
                  </a:lnTo>
                  <a:close/>
                  <a:moveTo>
                    <a:pt x="291" y="585"/>
                  </a:moveTo>
                  <a:lnTo>
                    <a:pt x="287" y="587"/>
                  </a:lnTo>
                  <a:lnTo>
                    <a:pt x="287" y="586"/>
                  </a:lnTo>
                  <a:lnTo>
                    <a:pt x="281" y="589"/>
                  </a:lnTo>
                  <a:lnTo>
                    <a:pt x="280" y="590"/>
                  </a:lnTo>
                  <a:lnTo>
                    <a:pt x="281" y="591"/>
                  </a:lnTo>
                  <a:lnTo>
                    <a:pt x="281" y="591"/>
                  </a:lnTo>
                  <a:lnTo>
                    <a:pt x="280" y="591"/>
                  </a:lnTo>
                  <a:lnTo>
                    <a:pt x="279" y="592"/>
                  </a:lnTo>
                  <a:lnTo>
                    <a:pt x="281" y="599"/>
                  </a:lnTo>
                  <a:lnTo>
                    <a:pt x="286" y="597"/>
                  </a:lnTo>
                  <a:lnTo>
                    <a:pt x="288" y="597"/>
                  </a:lnTo>
                  <a:lnTo>
                    <a:pt x="291" y="594"/>
                  </a:lnTo>
                  <a:lnTo>
                    <a:pt x="291" y="594"/>
                  </a:lnTo>
                  <a:lnTo>
                    <a:pt x="294" y="594"/>
                  </a:lnTo>
                  <a:lnTo>
                    <a:pt x="294" y="583"/>
                  </a:lnTo>
                  <a:lnTo>
                    <a:pt x="291" y="581"/>
                  </a:lnTo>
                  <a:lnTo>
                    <a:pt x="289" y="583"/>
                  </a:lnTo>
                  <a:lnTo>
                    <a:pt x="289" y="583"/>
                  </a:lnTo>
                  <a:lnTo>
                    <a:pt x="289" y="583"/>
                  </a:lnTo>
                  <a:lnTo>
                    <a:pt x="291" y="585"/>
                  </a:lnTo>
                  <a:close/>
                  <a:moveTo>
                    <a:pt x="659" y="329"/>
                  </a:moveTo>
                  <a:lnTo>
                    <a:pt x="662" y="324"/>
                  </a:lnTo>
                  <a:lnTo>
                    <a:pt x="657" y="324"/>
                  </a:lnTo>
                  <a:lnTo>
                    <a:pt x="654" y="319"/>
                  </a:lnTo>
                  <a:lnTo>
                    <a:pt x="652" y="318"/>
                  </a:lnTo>
                  <a:lnTo>
                    <a:pt x="646" y="324"/>
                  </a:lnTo>
                  <a:lnTo>
                    <a:pt x="645" y="323"/>
                  </a:lnTo>
                  <a:lnTo>
                    <a:pt x="641" y="333"/>
                  </a:lnTo>
                  <a:lnTo>
                    <a:pt x="642" y="334"/>
                  </a:lnTo>
                  <a:lnTo>
                    <a:pt x="646" y="333"/>
                  </a:lnTo>
                  <a:lnTo>
                    <a:pt x="654" y="335"/>
                  </a:lnTo>
                  <a:lnTo>
                    <a:pt x="654" y="332"/>
                  </a:lnTo>
                  <a:lnTo>
                    <a:pt x="657" y="329"/>
                  </a:lnTo>
                  <a:lnTo>
                    <a:pt x="657" y="329"/>
                  </a:lnTo>
                  <a:lnTo>
                    <a:pt x="657" y="329"/>
                  </a:lnTo>
                  <a:lnTo>
                    <a:pt x="659" y="329"/>
                  </a:lnTo>
                  <a:close/>
                  <a:moveTo>
                    <a:pt x="368" y="0"/>
                  </a:moveTo>
                  <a:lnTo>
                    <a:pt x="375" y="1"/>
                  </a:lnTo>
                  <a:lnTo>
                    <a:pt x="379" y="6"/>
                  </a:lnTo>
                  <a:lnTo>
                    <a:pt x="386" y="9"/>
                  </a:lnTo>
                  <a:lnTo>
                    <a:pt x="400" y="9"/>
                  </a:lnTo>
                  <a:lnTo>
                    <a:pt x="409" y="11"/>
                  </a:lnTo>
                  <a:lnTo>
                    <a:pt x="409" y="11"/>
                  </a:lnTo>
                  <a:lnTo>
                    <a:pt x="408" y="24"/>
                  </a:lnTo>
                  <a:lnTo>
                    <a:pt x="405" y="31"/>
                  </a:lnTo>
                  <a:lnTo>
                    <a:pt x="405" y="31"/>
                  </a:lnTo>
                  <a:lnTo>
                    <a:pt x="391" y="30"/>
                  </a:lnTo>
                  <a:lnTo>
                    <a:pt x="392" y="27"/>
                  </a:lnTo>
                  <a:lnTo>
                    <a:pt x="387" y="24"/>
                  </a:lnTo>
                  <a:lnTo>
                    <a:pt x="383" y="20"/>
                  </a:lnTo>
                  <a:lnTo>
                    <a:pt x="380" y="19"/>
                  </a:lnTo>
                  <a:lnTo>
                    <a:pt x="378" y="16"/>
                  </a:lnTo>
                  <a:lnTo>
                    <a:pt x="378" y="13"/>
                  </a:lnTo>
                  <a:lnTo>
                    <a:pt x="372" y="13"/>
                  </a:lnTo>
                  <a:lnTo>
                    <a:pt x="366" y="10"/>
                  </a:lnTo>
                  <a:lnTo>
                    <a:pt x="365" y="7"/>
                  </a:lnTo>
                  <a:lnTo>
                    <a:pt x="367" y="4"/>
                  </a:lnTo>
                  <a:lnTo>
                    <a:pt x="368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7" name="Freeform 10">
              <a:extLst>
                <a:ext uri="{FF2B5EF4-FFF2-40B4-BE49-F238E27FC236}">
                  <a16:creationId xmlns:a16="http://schemas.microsoft.com/office/drawing/2014/main" id="{6268BA75-FFB3-401C-A9B4-2CF5E153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065" y="2457225"/>
              <a:ext cx="111860" cy="98269"/>
            </a:xfrm>
            <a:custGeom>
              <a:avLst/>
              <a:gdLst>
                <a:gd name="T0" fmla="*/ 92 w 107"/>
                <a:gd name="T1" fmla="*/ 14 h 94"/>
                <a:gd name="T2" fmla="*/ 92 w 107"/>
                <a:gd name="T3" fmla="*/ 18 h 94"/>
                <a:gd name="T4" fmla="*/ 100 w 107"/>
                <a:gd name="T5" fmla="*/ 30 h 94"/>
                <a:gd name="T6" fmla="*/ 104 w 107"/>
                <a:gd name="T7" fmla="*/ 35 h 94"/>
                <a:gd name="T8" fmla="*/ 100 w 107"/>
                <a:gd name="T9" fmla="*/ 38 h 94"/>
                <a:gd name="T10" fmla="*/ 96 w 107"/>
                <a:gd name="T11" fmla="*/ 37 h 94"/>
                <a:gd name="T12" fmla="*/ 88 w 107"/>
                <a:gd name="T13" fmla="*/ 40 h 94"/>
                <a:gd name="T14" fmla="*/ 83 w 107"/>
                <a:gd name="T15" fmla="*/ 41 h 94"/>
                <a:gd name="T16" fmla="*/ 67 w 107"/>
                <a:gd name="T17" fmla="*/ 45 h 94"/>
                <a:gd name="T18" fmla="*/ 62 w 107"/>
                <a:gd name="T19" fmla="*/ 45 h 94"/>
                <a:gd name="T20" fmla="*/ 57 w 107"/>
                <a:gd name="T21" fmla="*/ 45 h 94"/>
                <a:gd name="T22" fmla="*/ 49 w 107"/>
                <a:gd name="T23" fmla="*/ 53 h 94"/>
                <a:gd name="T24" fmla="*/ 49 w 107"/>
                <a:gd name="T25" fmla="*/ 65 h 94"/>
                <a:gd name="T26" fmla="*/ 46 w 107"/>
                <a:gd name="T27" fmla="*/ 72 h 94"/>
                <a:gd name="T28" fmla="*/ 36 w 107"/>
                <a:gd name="T29" fmla="*/ 86 h 94"/>
                <a:gd name="T30" fmla="*/ 29 w 107"/>
                <a:gd name="T31" fmla="*/ 94 h 94"/>
                <a:gd name="T32" fmla="*/ 22 w 107"/>
                <a:gd name="T33" fmla="*/ 79 h 94"/>
                <a:gd name="T34" fmla="*/ 22 w 107"/>
                <a:gd name="T35" fmla="*/ 67 h 94"/>
                <a:gd name="T36" fmla="*/ 14 w 107"/>
                <a:gd name="T37" fmla="*/ 67 h 94"/>
                <a:gd name="T38" fmla="*/ 7 w 107"/>
                <a:gd name="T39" fmla="*/ 59 h 94"/>
                <a:gd name="T40" fmla="*/ 0 w 107"/>
                <a:gd name="T41" fmla="*/ 41 h 94"/>
                <a:gd name="T42" fmla="*/ 2 w 107"/>
                <a:gd name="T43" fmla="*/ 37 h 94"/>
                <a:gd name="T44" fmla="*/ 0 w 107"/>
                <a:gd name="T45" fmla="*/ 33 h 94"/>
                <a:gd name="T46" fmla="*/ 13 w 107"/>
                <a:gd name="T47" fmla="*/ 28 h 94"/>
                <a:gd name="T48" fmla="*/ 21 w 107"/>
                <a:gd name="T49" fmla="*/ 29 h 94"/>
                <a:gd name="T50" fmla="*/ 26 w 107"/>
                <a:gd name="T51" fmla="*/ 11 h 94"/>
                <a:gd name="T52" fmla="*/ 38 w 107"/>
                <a:gd name="T53" fmla="*/ 17 h 94"/>
                <a:gd name="T54" fmla="*/ 42 w 107"/>
                <a:gd name="T55" fmla="*/ 26 h 94"/>
                <a:gd name="T56" fmla="*/ 49 w 107"/>
                <a:gd name="T57" fmla="*/ 27 h 94"/>
                <a:gd name="T58" fmla="*/ 54 w 107"/>
                <a:gd name="T59" fmla="*/ 23 h 94"/>
                <a:gd name="T60" fmla="*/ 68 w 107"/>
                <a:gd name="T61" fmla="*/ 12 h 94"/>
                <a:gd name="T62" fmla="*/ 82 w 107"/>
                <a:gd name="T63" fmla="*/ 7 h 94"/>
                <a:gd name="T64" fmla="*/ 92 w 107"/>
                <a:gd name="T65" fmla="*/ 10 h 94"/>
                <a:gd name="T66" fmla="*/ 103 w 107"/>
                <a:gd name="T67" fmla="*/ 3 h 94"/>
                <a:gd name="T68" fmla="*/ 107 w 107"/>
                <a:gd name="T69" fmla="*/ 1 h 94"/>
                <a:gd name="T70" fmla="*/ 100 w 107"/>
                <a:gd name="T71" fmla="*/ 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7" h="94">
                  <a:moveTo>
                    <a:pt x="96" y="10"/>
                  </a:moveTo>
                  <a:lnTo>
                    <a:pt x="92" y="14"/>
                  </a:lnTo>
                  <a:lnTo>
                    <a:pt x="91" y="16"/>
                  </a:lnTo>
                  <a:lnTo>
                    <a:pt x="92" y="18"/>
                  </a:lnTo>
                  <a:lnTo>
                    <a:pt x="98" y="20"/>
                  </a:lnTo>
                  <a:lnTo>
                    <a:pt x="100" y="30"/>
                  </a:lnTo>
                  <a:lnTo>
                    <a:pt x="104" y="32"/>
                  </a:lnTo>
                  <a:lnTo>
                    <a:pt x="104" y="35"/>
                  </a:lnTo>
                  <a:lnTo>
                    <a:pt x="102" y="40"/>
                  </a:lnTo>
                  <a:lnTo>
                    <a:pt x="100" y="38"/>
                  </a:lnTo>
                  <a:lnTo>
                    <a:pt x="99" y="35"/>
                  </a:lnTo>
                  <a:lnTo>
                    <a:pt x="96" y="37"/>
                  </a:lnTo>
                  <a:lnTo>
                    <a:pt x="95" y="42"/>
                  </a:lnTo>
                  <a:lnTo>
                    <a:pt x="88" y="40"/>
                  </a:lnTo>
                  <a:lnTo>
                    <a:pt x="87" y="41"/>
                  </a:lnTo>
                  <a:lnTo>
                    <a:pt x="83" y="41"/>
                  </a:lnTo>
                  <a:lnTo>
                    <a:pt x="73" y="47"/>
                  </a:lnTo>
                  <a:lnTo>
                    <a:pt x="67" y="45"/>
                  </a:lnTo>
                  <a:lnTo>
                    <a:pt x="63" y="42"/>
                  </a:lnTo>
                  <a:lnTo>
                    <a:pt x="62" y="45"/>
                  </a:lnTo>
                  <a:lnTo>
                    <a:pt x="62" y="45"/>
                  </a:lnTo>
                  <a:lnTo>
                    <a:pt x="57" y="45"/>
                  </a:lnTo>
                  <a:lnTo>
                    <a:pt x="49" y="48"/>
                  </a:lnTo>
                  <a:lnTo>
                    <a:pt x="49" y="53"/>
                  </a:lnTo>
                  <a:lnTo>
                    <a:pt x="53" y="58"/>
                  </a:lnTo>
                  <a:lnTo>
                    <a:pt x="49" y="65"/>
                  </a:lnTo>
                  <a:lnTo>
                    <a:pt x="50" y="70"/>
                  </a:lnTo>
                  <a:lnTo>
                    <a:pt x="46" y="72"/>
                  </a:lnTo>
                  <a:lnTo>
                    <a:pt x="42" y="75"/>
                  </a:lnTo>
                  <a:lnTo>
                    <a:pt x="36" y="86"/>
                  </a:lnTo>
                  <a:lnTo>
                    <a:pt x="32" y="92"/>
                  </a:lnTo>
                  <a:lnTo>
                    <a:pt x="29" y="94"/>
                  </a:lnTo>
                  <a:lnTo>
                    <a:pt x="27" y="93"/>
                  </a:lnTo>
                  <a:lnTo>
                    <a:pt x="22" y="79"/>
                  </a:lnTo>
                  <a:lnTo>
                    <a:pt x="24" y="73"/>
                  </a:lnTo>
                  <a:lnTo>
                    <a:pt x="22" y="67"/>
                  </a:lnTo>
                  <a:lnTo>
                    <a:pt x="19" y="67"/>
                  </a:lnTo>
                  <a:lnTo>
                    <a:pt x="14" y="67"/>
                  </a:lnTo>
                  <a:lnTo>
                    <a:pt x="11" y="65"/>
                  </a:lnTo>
                  <a:lnTo>
                    <a:pt x="7" y="59"/>
                  </a:lnTo>
                  <a:lnTo>
                    <a:pt x="7" y="5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37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7" y="27"/>
                  </a:lnTo>
                  <a:lnTo>
                    <a:pt x="21" y="29"/>
                  </a:lnTo>
                  <a:lnTo>
                    <a:pt x="22" y="20"/>
                  </a:lnTo>
                  <a:lnTo>
                    <a:pt x="26" y="11"/>
                  </a:lnTo>
                  <a:lnTo>
                    <a:pt x="27" y="12"/>
                  </a:lnTo>
                  <a:lnTo>
                    <a:pt x="38" y="17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6" y="26"/>
                  </a:lnTo>
                  <a:lnTo>
                    <a:pt x="49" y="27"/>
                  </a:lnTo>
                  <a:lnTo>
                    <a:pt x="51" y="26"/>
                  </a:lnTo>
                  <a:lnTo>
                    <a:pt x="54" y="23"/>
                  </a:lnTo>
                  <a:lnTo>
                    <a:pt x="63" y="14"/>
                  </a:lnTo>
                  <a:lnTo>
                    <a:pt x="68" y="12"/>
                  </a:lnTo>
                  <a:lnTo>
                    <a:pt x="71" y="6"/>
                  </a:lnTo>
                  <a:lnTo>
                    <a:pt x="82" y="7"/>
                  </a:lnTo>
                  <a:lnTo>
                    <a:pt x="88" y="10"/>
                  </a:lnTo>
                  <a:lnTo>
                    <a:pt x="92" y="10"/>
                  </a:lnTo>
                  <a:lnTo>
                    <a:pt x="98" y="4"/>
                  </a:lnTo>
                  <a:lnTo>
                    <a:pt x="103" y="3"/>
                  </a:lnTo>
                  <a:lnTo>
                    <a:pt x="107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0" y="5"/>
                  </a:lnTo>
                  <a:lnTo>
                    <a:pt x="96" y="1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8" name="Freeform 11">
              <a:extLst>
                <a:ext uri="{FF2B5EF4-FFF2-40B4-BE49-F238E27FC236}">
                  <a16:creationId xmlns:a16="http://schemas.microsoft.com/office/drawing/2014/main" id="{B596AE0C-2DA5-4B15-93C2-8C3A605CF6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2861" y="3177518"/>
              <a:ext cx="526890" cy="683703"/>
            </a:xfrm>
            <a:custGeom>
              <a:avLst/>
              <a:gdLst>
                <a:gd name="T0" fmla="*/ 16 w 504"/>
                <a:gd name="T1" fmla="*/ 330 h 654"/>
                <a:gd name="T2" fmla="*/ 75 w 504"/>
                <a:gd name="T3" fmla="*/ 283 h 654"/>
                <a:gd name="T4" fmla="*/ 97 w 504"/>
                <a:gd name="T5" fmla="*/ 281 h 654"/>
                <a:gd name="T6" fmla="*/ 95 w 504"/>
                <a:gd name="T7" fmla="*/ 324 h 654"/>
                <a:gd name="T8" fmla="*/ 37 w 504"/>
                <a:gd name="T9" fmla="*/ 319 h 654"/>
                <a:gd name="T10" fmla="*/ 63 w 504"/>
                <a:gd name="T11" fmla="*/ 302 h 654"/>
                <a:gd name="T12" fmla="*/ 133 w 504"/>
                <a:gd name="T13" fmla="*/ 161 h 654"/>
                <a:gd name="T14" fmla="*/ 147 w 504"/>
                <a:gd name="T15" fmla="*/ 175 h 654"/>
                <a:gd name="T16" fmla="*/ 137 w 504"/>
                <a:gd name="T17" fmla="*/ 229 h 654"/>
                <a:gd name="T18" fmla="*/ 133 w 504"/>
                <a:gd name="T19" fmla="*/ 257 h 654"/>
                <a:gd name="T20" fmla="*/ 103 w 504"/>
                <a:gd name="T21" fmla="*/ 263 h 654"/>
                <a:gd name="T22" fmla="*/ 58 w 504"/>
                <a:gd name="T23" fmla="*/ 263 h 654"/>
                <a:gd name="T24" fmla="*/ 30 w 504"/>
                <a:gd name="T25" fmla="*/ 177 h 654"/>
                <a:gd name="T26" fmla="*/ 382 w 504"/>
                <a:gd name="T27" fmla="*/ 82 h 654"/>
                <a:gd name="T28" fmla="*/ 359 w 504"/>
                <a:gd name="T29" fmla="*/ 8 h 654"/>
                <a:gd name="T30" fmla="*/ 389 w 504"/>
                <a:gd name="T31" fmla="*/ 22 h 654"/>
                <a:gd name="T32" fmla="*/ 362 w 504"/>
                <a:gd name="T33" fmla="*/ 55 h 654"/>
                <a:gd name="T34" fmla="*/ 371 w 504"/>
                <a:gd name="T35" fmla="*/ 92 h 654"/>
                <a:gd name="T36" fmla="*/ 369 w 504"/>
                <a:gd name="T37" fmla="*/ 120 h 654"/>
                <a:gd name="T38" fmla="*/ 425 w 504"/>
                <a:gd name="T39" fmla="*/ 136 h 654"/>
                <a:gd name="T40" fmla="*/ 486 w 504"/>
                <a:gd name="T41" fmla="*/ 169 h 654"/>
                <a:gd name="T42" fmla="*/ 463 w 504"/>
                <a:gd name="T43" fmla="*/ 174 h 654"/>
                <a:gd name="T44" fmla="*/ 446 w 504"/>
                <a:gd name="T45" fmla="*/ 181 h 654"/>
                <a:gd name="T46" fmla="*/ 452 w 504"/>
                <a:gd name="T47" fmla="*/ 226 h 654"/>
                <a:gd name="T48" fmla="*/ 433 w 504"/>
                <a:gd name="T49" fmla="*/ 272 h 654"/>
                <a:gd name="T50" fmla="*/ 441 w 504"/>
                <a:gd name="T51" fmla="*/ 327 h 654"/>
                <a:gd name="T52" fmla="*/ 495 w 504"/>
                <a:gd name="T53" fmla="*/ 362 h 654"/>
                <a:gd name="T54" fmla="*/ 485 w 504"/>
                <a:gd name="T55" fmla="*/ 423 h 654"/>
                <a:gd name="T56" fmla="*/ 455 w 504"/>
                <a:gd name="T57" fmla="*/ 447 h 654"/>
                <a:gd name="T58" fmla="*/ 380 w 504"/>
                <a:gd name="T59" fmla="*/ 527 h 654"/>
                <a:gd name="T60" fmla="*/ 314 w 504"/>
                <a:gd name="T61" fmla="*/ 559 h 654"/>
                <a:gd name="T62" fmla="*/ 261 w 504"/>
                <a:gd name="T63" fmla="*/ 597 h 654"/>
                <a:gd name="T64" fmla="*/ 195 w 504"/>
                <a:gd name="T65" fmla="*/ 653 h 654"/>
                <a:gd name="T66" fmla="*/ 181 w 504"/>
                <a:gd name="T67" fmla="*/ 592 h 654"/>
                <a:gd name="T68" fmla="*/ 146 w 504"/>
                <a:gd name="T69" fmla="*/ 577 h 654"/>
                <a:gd name="T70" fmla="*/ 122 w 504"/>
                <a:gd name="T71" fmla="*/ 558 h 654"/>
                <a:gd name="T72" fmla="*/ 58 w 504"/>
                <a:gd name="T73" fmla="*/ 558 h 654"/>
                <a:gd name="T74" fmla="*/ 89 w 504"/>
                <a:gd name="T75" fmla="*/ 535 h 654"/>
                <a:gd name="T76" fmla="*/ 118 w 504"/>
                <a:gd name="T77" fmla="*/ 515 h 654"/>
                <a:gd name="T78" fmla="*/ 112 w 504"/>
                <a:gd name="T79" fmla="*/ 511 h 654"/>
                <a:gd name="T80" fmla="*/ 82 w 504"/>
                <a:gd name="T81" fmla="*/ 486 h 654"/>
                <a:gd name="T82" fmla="*/ 53 w 504"/>
                <a:gd name="T83" fmla="*/ 491 h 654"/>
                <a:gd name="T84" fmla="*/ 48 w 504"/>
                <a:gd name="T85" fmla="*/ 449 h 654"/>
                <a:gd name="T86" fmla="*/ 48 w 504"/>
                <a:gd name="T87" fmla="*/ 411 h 654"/>
                <a:gd name="T88" fmla="*/ 76 w 504"/>
                <a:gd name="T89" fmla="*/ 395 h 654"/>
                <a:gd name="T90" fmla="*/ 103 w 504"/>
                <a:gd name="T91" fmla="*/ 384 h 654"/>
                <a:gd name="T92" fmla="*/ 125 w 504"/>
                <a:gd name="T93" fmla="*/ 342 h 654"/>
                <a:gd name="T94" fmla="*/ 157 w 504"/>
                <a:gd name="T95" fmla="*/ 302 h 654"/>
                <a:gd name="T96" fmla="*/ 138 w 504"/>
                <a:gd name="T97" fmla="*/ 281 h 654"/>
                <a:gd name="T98" fmla="*/ 158 w 504"/>
                <a:gd name="T99" fmla="*/ 257 h 654"/>
                <a:gd name="T100" fmla="*/ 172 w 504"/>
                <a:gd name="T101" fmla="*/ 225 h 654"/>
                <a:gd name="T102" fmla="*/ 198 w 504"/>
                <a:gd name="T103" fmla="*/ 201 h 654"/>
                <a:gd name="T104" fmla="*/ 186 w 504"/>
                <a:gd name="T105" fmla="*/ 177 h 654"/>
                <a:gd name="T106" fmla="*/ 173 w 504"/>
                <a:gd name="T107" fmla="*/ 150 h 654"/>
                <a:gd name="T108" fmla="*/ 152 w 504"/>
                <a:gd name="T109" fmla="*/ 133 h 654"/>
                <a:gd name="T110" fmla="*/ 187 w 504"/>
                <a:gd name="T111" fmla="*/ 96 h 654"/>
                <a:gd name="T112" fmla="*/ 212 w 504"/>
                <a:gd name="T113" fmla="*/ 153 h 654"/>
                <a:gd name="T114" fmla="*/ 231 w 504"/>
                <a:gd name="T115" fmla="*/ 173 h 654"/>
                <a:gd name="T116" fmla="*/ 257 w 504"/>
                <a:gd name="T117" fmla="*/ 161 h 654"/>
                <a:gd name="T118" fmla="*/ 267 w 504"/>
                <a:gd name="T119" fmla="*/ 130 h 654"/>
                <a:gd name="T120" fmla="*/ 277 w 504"/>
                <a:gd name="T121" fmla="*/ 122 h 654"/>
                <a:gd name="T122" fmla="*/ 251 w 504"/>
                <a:gd name="T123" fmla="*/ 52 h 654"/>
                <a:gd name="T124" fmla="*/ 306 w 504"/>
                <a:gd name="T125" fmla="*/ 117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4" h="654">
                  <a:moveTo>
                    <a:pt x="27" y="296"/>
                  </a:moveTo>
                  <a:lnTo>
                    <a:pt x="29" y="294"/>
                  </a:lnTo>
                  <a:lnTo>
                    <a:pt x="35" y="298"/>
                  </a:lnTo>
                  <a:lnTo>
                    <a:pt x="34" y="300"/>
                  </a:lnTo>
                  <a:lnTo>
                    <a:pt x="34" y="306"/>
                  </a:lnTo>
                  <a:lnTo>
                    <a:pt x="32" y="311"/>
                  </a:lnTo>
                  <a:lnTo>
                    <a:pt x="33" y="312"/>
                  </a:lnTo>
                  <a:lnTo>
                    <a:pt x="32" y="315"/>
                  </a:lnTo>
                  <a:lnTo>
                    <a:pt x="28" y="319"/>
                  </a:lnTo>
                  <a:lnTo>
                    <a:pt x="27" y="322"/>
                  </a:lnTo>
                  <a:lnTo>
                    <a:pt x="28" y="322"/>
                  </a:lnTo>
                  <a:lnTo>
                    <a:pt x="23" y="328"/>
                  </a:lnTo>
                  <a:lnTo>
                    <a:pt x="16" y="333"/>
                  </a:lnTo>
                  <a:lnTo>
                    <a:pt x="15" y="330"/>
                  </a:lnTo>
                  <a:lnTo>
                    <a:pt x="16" y="330"/>
                  </a:lnTo>
                  <a:lnTo>
                    <a:pt x="13" y="327"/>
                  </a:lnTo>
                  <a:lnTo>
                    <a:pt x="14" y="326"/>
                  </a:lnTo>
                  <a:lnTo>
                    <a:pt x="13" y="323"/>
                  </a:lnTo>
                  <a:lnTo>
                    <a:pt x="7" y="319"/>
                  </a:lnTo>
                  <a:lnTo>
                    <a:pt x="5" y="316"/>
                  </a:lnTo>
                  <a:lnTo>
                    <a:pt x="8" y="311"/>
                  </a:lnTo>
                  <a:lnTo>
                    <a:pt x="13" y="309"/>
                  </a:lnTo>
                  <a:lnTo>
                    <a:pt x="21" y="300"/>
                  </a:lnTo>
                  <a:lnTo>
                    <a:pt x="24" y="293"/>
                  </a:lnTo>
                  <a:lnTo>
                    <a:pt x="27" y="296"/>
                  </a:lnTo>
                  <a:close/>
                  <a:moveTo>
                    <a:pt x="67" y="295"/>
                  </a:moveTo>
                  <a:lnTo>
                    <a:pt x="70" y="292"/>
                  </a:lnTo>
                  <a:lnTo>
                    <a:pt x="68" y="290"/>
                  </a:lnTo>
                  <a:lnTo>
                    <a:pt x="69" y="289"/>
                  </a:lnTo>
                  <a:lnTo>
                    <a:pt x="75" y="283"/>
                  </a:lnTo>
                  <a:lnTo>
                    <a:pt x="81" y="279"/>
                  </a:lnTo>
                  <a:lnTo>
                    <a:pt x="81" y="276"/>
                  </a:lnTo>
                  <a:lnTo>
                    <a:pt x="84" y="272"/>
                  </a:lnTo>
                  <a:lnTo>
                    <a:pt x="83" y="271"/>
                  </a:lnTo>
                  <a:lnTo>
                    <a:pt x="84" y="267"/>
                  </a:lnTo>
                  <a:lnTo>
                    <a:pt x="88" y="267"/>
                  </a:lnTo>
                  <a:lnTo>
                    <a:pt x="87" y="270"/>
                  </a:lnTo>
                  <a:lnTo>
                    <a:pt x="89" y="270"/>
                  </a:lnTo>
                  <a:lnTo>
                    <a:pt x="91" y="275"/>
                  </a:lnTo>
                  <a:lnTo>
                    <a:pt x="94" y="278"/>
                  </a:lnTo>
                  <a:lnTo>
                    <a:pt x="95" y="281"/>
                  </a:lnTo>
                  <a:lnTo>
                    <a:pt x="92" y="282"/>
                  </a:lnTo>
                  <a:lnTo>
                    <a:pt x="92" y="283"/>
                  </a:lnTo>
                  <a:lnTo>
                    <a:pt x="95" y="281"/>
                  </a:lnTo>
                  <a:lnTo>
                    <a:pt x="97" y="281"/>
                  </a:lnTo>
                  <a:lnTo>
                    <a:pt x="100" y="286"/>
                  </a:lnTo>
                  <a:lnTo>
                    <a:pt x="106" y="289"/>
                  </a:lnTo>
                  <a:lnTo>
                    <a:pt x="104" y="290"/>
                  </a:lnTo>
                  <a:lnTo>
                    <a:pt x="106" y="292"/>
                  </a:lnTo>
                  <a:lnTo>
                    <a:pt x="108" y="289"/>
                  </a:lnTo>
                  <a:lnTo>
                    <a:pt x="107" y="290"/>
                  </a:lnTo>
                  <a:lnTo>
                    <a:pt x="108" y="291"/>
                  </a:lnTo>
                  <a:lnTo>
                    <a:pt x="108" y="292"/>
                  </a:lnTo>
                  <a:lnTo>
                    <a:pt x="111" y="296"/>
                  </a:lnTo>
                  <a:lnTo>
                    <a:pt x="96" y="318"/>
                  </a:lnTo>
                  <a:lnTo>
                    <a:pt x="97" y="319"/>
                  </a:lnTo>
                  <a:lnTo>
                    <a:pt x="99" y="320"/>
                  </a:lnTo>
                  <a:lnTo>
                    <a:pt x="97" y="324"/>
                  </a:lnTo>
                  <a:lnTo>
                    <a:pt x="96" y="323"/>
                  </a:lnTo>
                  <a:lnTo>
                    <a:pt x="95" y="324"/>
                  </a:lnTo>
                  <a:lnTo>
                    <a:pt x="92" y="323"/>
                  </a:lnTo>
                  <a:lnTo>
                    <a:pt x="84" y="322"/>
                  </a:lnTo>
                  <a:lnTo>
                    <a:pt x="72" y="312"/>
                  </a:lnTo>
                  <a:lnTo>
                    <a:pt x="70" y="313"/>
                  </a:lnTo>
                  <a:lnTo>
                    <a:pt x="68" y="312"/>
                  </a:lnTo>
                  <a:lnTo>
                    <a:pt x="67" y="313"/>
                  </a:lnTo>
                  <a:lnTo>
                    <a:pt x="61" y="314"/>
                  </a:lnTo>
                  <a:lnTo>
                    <a:pt x="54" y="322"/>
                  </a:lnTo>
                  <a:lnTo>
                    <a:pt x="50" y="321"/>
                  </a:lnTo>
                  <a:lnTo>
                    <a:pt x="48" y="322"/>
                  </a:lnTo>
                  <a:lnTo>
                    <a:pt x="46" y="322"/>
                  </a:lnTo>
                  <a:lnTo>
                    <a:pt x="44" y="322"/>
                  </a:lnTo>
                  <a:lnTo>
                    <a:pt x="40" y="323"/>
                  </a:lnTo>
                  <a:lnTo>
                    <a:pt x="37" y="320"/>
                  </a:lnTo>
                  <a:lnTo>
                    <a:pt x="37" y="319"/>
                  </a:lnTo>
                  <a:lnTo>
                    <a:pt x="39" y="316"/>
                  </a:lnTo>
                  <a:lnTo>
                    <a:pt x="41" y="311"/>
                  </a:lnTo>
                  <a:lnTo>
                    <a:pt x="43" y="312"/>
                  </a:lnTo>
                  <a:lnTo>
                    <a:pt x="43" y="311"/>
                  </a:lnTo>
                  <a:lnTo>
                    <a:pt x="43" y="311"/>
                  </a:lnTo>
                  <a:lnTo>
                    <a:pt x="44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50" y="311"/>
                  </a:lnTo>
                  <a:lnTo>
                    <a:pt x="51" y="312"/>
                  </a:lnTo>
                  <a:lnTo>
                    <a:pt x="54" y="310"/>
                  </a:lnTo>
                  <a:lnTo>
                    <a:pt x="58" y="310"/>
                  </a:lnTo>
                  <a:lnTo>
                    <a:pt x="59" y="308"/>
                  </a:lnTo>
                  <a:lnTo>
                    <a:pt x="58" y="306"/>
                  </a:lnTo>
                  <a:lnTo>
                    <a:pt x="63" y="302"/>
                  </a:lnTo>
                  <a:lnTo>
                    <a:pt x="64" y="299"/>
                  </a:lnTo>
                  <a:lnTo>
                    <a:pt x="64" y="299"/>
                  </a:lnTo>
                  <a:lnTo>
                    <a:pt x="67" y="295"/>
                  </a:lnTo>
                  <a:close/>
                  <a:moveTo>
                    <a:pt x="98" y="112"/>
                  </a:moveTo>
                  <a:lnTo>
                    <a:pt x="122" y="142"/>
                  </a:lnTo>
                  <a:lnTo>
                    <a:pt x="122" y="142"/>
                  </a:lnTo>
                  <a:lnTo>
                    <a:pt x="124" y="143"/>
                  </a:lnTo>
                  <a:lnTo>
                    <a:pt x="125" y="142"/>
                  </a:lnTo>
                  <a:lnTo>
                    <a:pt x="128" y="147"/>
                  </a:lnTo>
                  <a:lnTo>
                    <a:pt x="129" y="147"/>
                  </a:lnTo>
                  <a:lnTo>
                    <a:pt x="130" y="147"/>
                  </a:lnTo>
                  <a:lnTo>
                    <a:pt x="133" y="145"/>
                  </a:lnTo>
                  <a:lnTo>
                    <a:pt x="141" y="156"/>
                  </a:lnTo>
                  <a:lnTo>
                    <a:pt x="135" y="161"/>
                  </a:lnTo>
                  <a:lnTo>
                    <a:pt x="133" y="161"/>
                  </a:lnTo>
                  <a:lnTo>
                    <a:pt x="133" y="158"/>
                  </a:lnTo>
                  <a:lnTo>
                    <a:pt x="129" y="159"/>
                  </a:lnTo>
                  <a:lnTo>
                    <a:pt x="126" y="161"/>
                  </a:lnTo>
                  <a:lnTo>
                    <a:pt x="124" y="161"/>
                  </a:lnTo>
                  <a:lnTo>
                    <a:pt x="119" y="164"/>
                  </a:lnTo>
                  <a:lnTo>
                    <a:pt x="120" y="167"/>
                  </a:lnTo>
                  <a:lnTo>
                    <a:pt x="122" y="166"/>
                  </a:lnTo>
                  <a:lnTo>
                    <a:pt x="122" y="167"/>
                  </a:lnTo>
                  <a:lnTo>
                    <a:pt x="128" y="164"/>
                  </a:lnTo>
                  <a:lnTo>
                    <a:pt x="129" y="166"/>
                  </a:lnTo>
                  <a:lnTo>
                    <a:pt x="136" y="162"/>
                  </a:lnTo>
                  <a:lnTo>
                    <a:pt x="143" y="170"/>
                  </a:lnTo>
                  <a:lnTo>
                    <a:pt x="144" y="170"/>
                  </a:lnTo>
                  <a:lnTo>
                    <a:pt x="146" y="175"/>
                  </a:lnTo>
                  <a:lnTo>
                    <a:pt x="147" y="175"/>
                  </a:lnTo>
                  <a:lnTo>
                    <a:pt x="149" y="177"/>
                  </a:lnTo>
                  <a:lnTo>
                    <a:pt x="143" y="183"/>
                  </a:lnTo>
                  <a:lnTo>
                    <a:pt x="141" y="184"/>
                  </a:lnTo>
                  <a:lnTo>
                    <a:pt x="135" y="191"/>
                  </a:lnTo>
                  <a:lnTo>
                    <a:pt x="131" y="199"/>
                  </a:lnTo>
                  <a:lnTo>
                    <a:pt x="130" y="204"/>
                  </a:lnTo>
                  <a:lnTo>
                    <a:pt x="127" y="207"/>
                  </a:lnTo>
                  <a:lnTo>
                    <a:pt x="132" y="217"/>
                  </a:lnTo>
                  <a:lnTo>
                    <a:pt x="131" y="218"/>
                  </a:lnTo>
                  <a:lnTo>
                    <a:pt x="132" y="218"/>
                  </a:lnTo>
                  <a:lnTo>
                    <a:pt x="132" y="220"/>
                  </a:lnTo>
                  <a:lnTo>
                    <a:pt x="133" y="224"/>
                  </a:lnTo>
                  <a:lnTo>
                    <a:pt x="129" y="232"/>
                  </a:lnTo>
                  <a:lnTo>
                    <a:pt x="134" y="234"/>
                  </a:lnTo>
                  <a:lnTo>
                    <a:pt x="137" y="229"/>
                  </a:lnTo>
                  <a:lnTo>
                    <a:pt x="141" y="226"/>
                  </a:lnTo>
                  <a:lnTo>
                    <a:pt x="142" y="228"/>
                  </a:lnTo>
                  <a:lnTo>
                    <a:pt x="146" y="228"/>
                  </a:lnTo>
                  <a:lnTo>
                    <a:pt x="149" y="232"/>
                  </a:lnTo>
                  <a:lnTo>
                    <a:pt x="149" y="234"/>
                  </a:lnTo>
                  <a:lnTo>
                    <a:pt x="146" y="237"/>
                  </a:lnTo>
                  <a:lnTo>
                    <a:pt x="145" y="240"/>
                  </a:lnTo>
                  <a:lnTo>
                    <a:pt x="141" y="242"/>
                  </a:lnTo>
                  <a:lnTo>
                    <a:pt x="141" y="245"/>
                  </a:lnTo>
                  <a:lnTo>
                    <a:pt x="138" y="251"/>
                  </a:lnTo>
                  <a:lnTo>
                    <a:pt x="138" y="256"/>
                  </a:lnTo>
                  <a:lnTo>
                    <a:pt x="134" y="262"/>
                  </a:lnTo>
                  <a:lnTo>
                    <a:pt x="131" y="259"/>
                  </a:lnTo>
                  <a:lnTo>
                    <a:pt x="133" y="258"/>
                  </a:lnTo>
                  <a:lnTo>
                    <a:pt x="133" y="257"/>
                  </a:lnTo>
                  <a:lnTo>
                    <a:pt x="130" y="258"/>
                  </a:lnTo>
                  <a:lnTo>
                    <a:pt x="129" y="259"/>
                  </a:lnTo>
                  <a:lnTo>
                    <a:pt x="125" y="259"/>
                  </a:lnTo>
                  <a:lnTo>
                    <a:pt x="125" y="261"/>
                  </a:lnTo>
                  <a:lnTo>
                    <a:pt x="122" y="263"/>
                  </a:lnTo>
                  <a:lnTo>
                    <a:pt x="121" y="264"/>
                  </a:lnTo>
                  <a:lnTo>
                    <a:pt x="116" y="263"/>
                  </a:lnTo>
                  <a:lnTo>
                    <a:pt x="112" y="264"/>
                  </a:lnTo>
                  <a:lnTo>
                    <a:pt x="111" y="264"/>
                  </a:lnTo>
                  <a:lnTo>
                    <a:pt x="108" y="265"/>
                  </a:lnTo>
                  <a:lnTo>
                    <a:pt x="106" y="264"/>
                  </a:lnTo>
                  <a:lnTo>
                    <a:pt x="106" y="262"/>
                  </a:lnTo>
                  <a:lnTo>
                    <a:pt x="105" y="261"/>
                  </a:lnTo>
                  <a:lnTo>
                    <a:pt x="103" y="262"/>
                  </a:lnTo>
                  <a:lnTo>
                    <a:pt x="103" y="263"/>
                  </a:lnTo>
                  <a:lnTo>
                    <a:pt x="96" y="260"/>
                  </a:lnTo>
                  <a:lnTo>
                    <a:pt x="95" y="257"/>
                  </a:lnTo>
                  <a:lnTo>
                    <a:pt x="97" y="256"/>
                  </a:lnTo>
                  <a:lnTo>
                    <a:pt x="96" y="255"/>
                  </a:lnTo>
                  <a:lnTo>
                    <a:pt x="92" y="251"/>
                  </a:lnTo>
                  <a:lnTo>
                    <a:pt x="87" y="255"/>
                  </a:lnTo>
                  <a:lnTo>
                    <a:pt x="81" y="262"/>
                  </a:lnTo>
                  <a:lnTo>
                    <a:pt x="80" y="262"/>
                  </a:lnTo>
                  <a:lnTo>
                    <a:pt x="78" y="260"/>
                  </a:lnTo>
                  <a:lnTo>
                    <a:pt x="74" y="266"/>
                  </a:lnTo>
                  <a:lnTo>
                    <a:pt x="72" y="267"/>
                  </a:lnTo>
                  <a:lnTo>
                    <a:pt x="67" y="264"/>
                  </a:lnTo>
                  <a:lnTo>
                    <a:pt x="65" y="269"/>
                  </a:lnTo>
                  <a:lnTo>
                    <a:pt x="63" y="265"/>
                  </a:lnTo>
                  <a:lnTo>
                    <a:pt x="58" y="263"/>
                  </a:lnTo>
                  <a:lnTo>
                    <a:pt x="54" y="257"/>
                  </a:lnTo>
                  <a:lnTo>
                    <a:pt x="49" y="254"/>
                  </a:lnTo>
                  <a:lnTo>
                    <a:pt x="44" y="257"/>
                  </a:lnTo>
                  <a:lnTo>
                    <a:pt x="35" y="248"/>
                  </a:lnTo>
                  <a:lnTo>
                    <a:pt x="31" y="245"/>
                  </a:lnTo>
                  <a:lnTo>
                    <a:pt x="30" y="248"/>
                  </a:lnTo>
                  <a:lnTo>
                    <a:pt x="28" y="250"/>
                  </a:lnTo>
                  <a:lnTo>
                    <a:pt x="27" y="249"/>
                  </a:lnTo>
                  <a:lnTo>
                    <a:pt x="29" y="245"/>
                  </a:lnTo>
                  <a:lnTo>
                    <a:pt x="36" y="239"/>
                  </a:lnTo>
                  <a:lnTo>
                    <a:pt x="34" y="234"/>
                  </a:lnTo>
                  <a:lnTo>
                    <a:pt x="29" y="237"/>
                  </a:lnTo>
                  <a:lnTo>
                    <a:pt x="0" y="206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98" y="112"/>
                  </a:lnTo>
                  <a:close/>
                  <a:moveTo>
                    <a:pt x="389" y="82"/>
                  </a:moveTo>
                  <a:lnTo>
                    <a:pt x="389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2" y="93"/>
                  </a:lnTo>
                  <a:lnTo>
                    <a:pt x="381" y="93"/>
                  </a:lnTo>
                  <a:lnTo>
                    <a:pt x="376" y="95"/>
                  </a:lnTo>
                  <a:lnTo>
                    <a:pt x="373" y="88"/>
                  </a:lnTo>
                  <a:lnTo>
                    <a:pt x="375" y="87"/>
                  </a:lnTo>
                  <a:lnTo>
                    <a:pt x="376" y="87"/>
                  </a:lnTo>
                  <a:lnTo>
                    <a:pt x="376" y="87"/>
                  </a:lnTo>
                  <a:lnTo>
                    <a:pt x="375" y="86"/>
                  </a:lnTo>
                  <a:lnTo>
                    <a:pt x="376" y="85"/>
                  </a:lnTo>
                  <a:lnTo>
                    <a:pt x="382" y="82"/>
                  </a:lnTo>
                  <a:lnTo>
                    <a:pt x="382" y="83"/>
                  </a:lnTo>
                  <a:lnTo>
                    <a:pt x="386" y="81"/>
                  </a:lnTo>
                  <a:lnTo>
                    <a:pt x="384" y="78"/>
                  </a:lnTo>
                  <a:lnTo>
                    <a:pt x="386" y="77"/>
                  </a:lnTo>
                  <a:lnTo>
                    <a:pt x="389" y="79"/>
                  </a:lnTo>
                  <a:lnTo>
                    <a:pt x="389" y="82"/>
                  </a:lnTo>
                  <a:lnTo>
                    <a:pt x="389" y="82"/>
                  </a:lnTo>
                  <a:lnTo>
                    <a:pt x="389" y="82"/>
                  </a:lnTo>
                  <a:close/>
                  <a:moveTo>
                    <a:pt x="243" y="34"/>
                  </a:moveTo>
                  <a:lnTo>
                    <a:pt x="251" y="35"/>
                  </a:lnTo>
                  <a:lnTo>
                    <a:pt x="278" y="35"/>
                  </a:lnTo>
                  <a:lnTo>
                    <a:pt x="324" y="24"/>
                  </a:lnTo>
                  <a:lnTo>
                    <a:pt x="326" y="24"/>
                  </a:lnTo>
                  <a:lnTo>
                    <a:pt x="327" y="24"/>
                  </a:lnTo>
                  <a:lnTo>
                    <a:pt x="359" y="8"/>
                  </a:lnTo>
                  <a:lnTo>
                    <a:pt x="359" y="5"/>
                  </a:lnTo>
                  <a:lnTo>
                    <a:pt x="362" y="6"/>
                  </a:lnTo>
                  <a:lnTo>
                    <a:pt x="366" y="0"/>
                  </a:lnTo>
                  <a:lnTo>
                    <a:pt x="370" y="3"/>
                  </a:lnTo>
                  <a:lnTo>
                    <a:pt x="372" y="0"/>
                  </a:lnTo>
                  <a:lnTo>
                    <a:pt x="373" y="2"/>
                  </a:lnTo>
                  <a:lnTo>
                    <a:pt x="375" y="0"/>
                  </a:lnTo>
                  <a:lnTo>
                    <a:pt x="379" y="5"/>
                  </a:lnTo>
                  <a:lnTo>
                    <a:pt x="380" y="10"/>
                  </a:lnTo>
                  <a:lnTo>
                    <a:pt x="382" y="9"/>
                  </a:lnTo>
                  <a:lnTo>
                    <a:pt x="383" y="9"/>
                  </a:lnTo>
                  <a:lnTo>
                    <a:pt x="383" y="11"/>
                  </a:lnTo>
                  <a:lnTo>
                    <a:pt x="379" y="16"/>
                  </a:lnTo>
                  <a:lnTo>
                    <a:pt x="384" y="18"/>
                  </a:lnTo>
                  <a:lnTo>
                    <a:pt x="389" y="22"/>
                  </a:lnTo>
                  <a:lnTo>
                    <a:pt x="390" y="26"/>
                  </a:lnTo>
                  <a:lnTo>
                    <a:pt x="389" y="27"/>
                  </a:lnTo>
                  <a:lnTo>
                    <a:pt x="384" y="33"/>
                  </a:lnTo>
                  <a:lnTo>
                    <a:pt x="378" y="36"/>
                  </a:lnTo>
                  <a:lnTo>
                    <a:pt x="379" y="38"/>
                  </a:lnTo>
                  <a:lnTo>
                    <a:pt x="375" y="40"/>
                  </a:lnTo>
                  <a:lnTo>
                    <a:pt x="375" y="41"/>
                  </a:lnTo>
                  <a:lnTo>
                    <a:pt x="373" y="41"/>
                  </a:lnTo>
                  <a:lnTo>
                    <a:pt x="373" y="46"/>
                  </a:lnTo>
                  <a:lnTo>
                    <a:pt x="367" y="46"/>
                  </a:lnTo>
                  <a:lnTo>
                    <a:pt x="367" y="49"/>
                  </a:lnTo>
                  <a:lnTo>
                    <a:pt x="358" y="49"/>
                  </a:lnTo>
                  <a:lnTo>
                    <a:pt x="357" y="53"/>
                  </a:lnTo>
                  <a:lnTo>
                    <a:pt x="360" y="54"/>
                  </a:lnTo>
                  <a:lnTo>
                    <a:pt x="362" y="55"/>
                  </a:lnTo>
                  <a:lnTo>
                    <a:pt x="367" y="54"/>
                  </a:lnTo>
                  <a:lnTo>
                    <a:pt x="370" y="58"/>
                  </a:lnTo>
                  <a:lnTo>
                    <a:pt x="369" y="61"/>
                  </a:lnTo>
                  <a:lnTo>
                    <a:pt x="368" y="67"/>
                  </a:lnTo>
                  <a:lnTo>
                    <a:pt x="370" y="69"/>
                  </a:lnTo>
                  <a:lnTo>
                    <a:pt x="370" y="74"/>
                  </a:lnTo>
                  <a:lnTo>
                    <a:pt x="365" y="78"/>
                  </a:lnTo>
                  <a:lnTo>
                    <a:pt x="365" y="79"/>
                  </a:lnTo>
                  <a:lnTo>
                    <a:pt x="365" y="80"/>
                  </a:lnTo>
                  <a:lnTo>
                    <a:pt x="368" y="85"/>
                  </a:lnTo>
                  <a:lnTo>
                    <a:pt x="369" y="85"/>
                  </a:lnTo>
                  <a:lnTo>
                    <a:pt x="370" y="87"/>
                  </a:lnTo>
                  <a:lnTo>
                    <a:pt x="371" y="87"/>
                  </a:lnTo>
                  <a:lnTo>
                    <a:pt x="372" y="91"/>
                  </a:lnTo>
                  <a:lnTo>
                    <a:pt x="371" y="92"/>
                  </a:lnTo>
                  <a:lnTo>
                    <a:pt x="371" y="95"/>
                  </a:lnTo>
                  <a:lnTo>
                    <a:pt x="367" y="95"/>
                  </a:lnTo>
                  <a:lnTo>
                    <a:pt x="367" y="98"/>
                  </a:lnTo>
                  <a:lnTo>
                    <a:pt x="366" y="98"/>
                  </a:lnTo>
                  <a:lnTo>
                    <a:pt x="367" y="104"/>
                  </a:lnTo>
                  <a:lnTo>
                    <a:pt x="367" y="106"/>
                  </a:lnTo>
                  <a:lnTo>
                    <a:pt x="367" y="109"/>
                  </a:lnTo>
                  <a:lnTo>
                    <a:pt x="368" y="113"/>
                  </a:lnTo>
                  <a:lnTo>
                    <a:pt x="362" y="119"/>
                  </a:lnTo>
                  <a:lnTo>
                    <a:pt x="353" y="123"/>
                  </a:lnTo>
                  <a:lnTo>
                    <a:pt x="358" y="125"/>
                  </a:lnTo>
                  <a:lnTo>
                    <a:pt x="359" y="123"/>
                  </a:lnTo>
                  <a:lnTo>
                    <a:pt x="362" y="121"/>
                  </a:lnTo>
                  <a:lnTo>
                    <a:pt x="365" y="121"/>
                  </a:lnTo>
                  <a:lnTo>
                    <a:pt x="369" y="120"/>
                  </a:lnTo>
                  <a:lnTo>
                    <a:pt x="372" y="122"/>
                  </a:lnTo>
                  <a:lnTo>
                    <a:pt x="375" y="125"/>
                  </a:lnTo>
                  <a:lnTo>
                    <a:pt x="376" y="126"/>
                  </a:lnTo>
                  <a:lnTo>
                    <a:pt x="381" y="120"/>
                  </a:lnTo>
                  <a:lnTo>
                    <a:pt x="386" y="120"/>
                  </a:lnTo>
                  <a:lnTo>
                    <a:pt x="384" y="120"/>
                  </a:lnTo>
                  <a:lnTo>
                    <a:pt x="385" y="123"/>
                  </a:lnTo>
                  <a:lnTo>
                    <a:pt x="388" y="124"/>
                  </a:lnTo>
                  <a:lnTo>
                    <a:pt x="390" y="126"/>
                  </a:lnTo>
                  <a:lnTo>
                    <a:pt x="396" y="126"/>
                  </a:lnTo>
                  <a:lnTo>
                    <a:pt x="397" y="123"/>
                  </a:lnTo>
                  <a:lnTo>
                    <a:pt x="409" y="126"/>
                  </a:lnTo>
                  <a:lnTo>
                    <a:pt x="414" y="131"/>
                  </a:lnTo>
                  <a:lnTo>
                    <a:pt x="419" y="133"/>
                  </a:lnTo>
                  <a:lnTo>
                    <a:pt x="425" y="136"/>
                  </a:lnTo>
                  <a:lnTo>
                    <a:pt x="427" y="136"/>
                  </a:lnTo>
                  <a:lnTo>
                    <a:pt x="430" y="131"/>
                  </a:lnTo>
                  <a:lnTo>
                    <a:pt x="433" y="131"/>
                  </a:lnTo>
                  <a:lnTo>
                    <a:pt x="437" y="131"/>
                  </a:lnTo>
                  <a:lnTo>
                    <a:pt x="447" y="134"/>
                  </a:lnTo>
                  <a:lnTo>
                    <a:pt x="461" y="131"/>
                  </a:lnTo>
                  <a:lnTo>
                    <a:pt x="479" y="136"/>
                  </a:lnTo>
                  <a:lnTo>
                    <a:pt x="482" y="137"/>
                  </a:lnTo>
                  <a:lnTo>
                    <a:pt x="483" y="139"/>
                  </a:lnTo>
                  <a:lnTo>
                    <a:pt x="482" y="152"/>
                  </a:lnTo>
                  <a:lnTo>
                    <a:pt x="484" y="157"/>
                  </a:lnTo>
                  <a:lnTo>
                    <a:pt x="487" y="158"/>
                  </a:lnTo>
                  <a:lnTo>
                    <a:pt x="487" y="164"/>
                  </a:lnTo>
                  <a:lnTo>
                    <a:pt x="487" y="166"/>
                  </a:lnTo>
                  <a:lnTo>
                    <a:pt x="486" y="169"/>
                  </a:lnTo>
                  <a:lnTo>
                    <a:pt x="484" y="171"/>
                  </a:lnTo>
                  <a:lnTo>
                    <a:pt x="484" y="172"/>
                  </a:lnTo>
                  <a:lnTo>
                    <a:pt x="481" y="176"/>
                  </a:lnTo>
                  <a:lnTo>
                    <a:pt x="479" y="177"/>
                  </a:lnTo>
                  <a:lnTo>
                    <a:pt x="479" y="177"/>
                  </a:lnTo>
                  <a:lnTo>
                    <a:pt x="471" y="182"/>
                  </a:lnTo>
                  <a:lnTo>
                    <a:pt x="470" y="181"/>
                  </a:lnTo>
                  <a:lnTo>
                    <a:pt x="470" y="180"/>
                  </a:lnTo>
                  <a:lnTo>
                    <a:pt x="468" y="180"/>
                  </a:lnTo>
                  <a:lnTo>
                    <a:pt x="468" y="178"/>
                  </a:lnTo>
                  <a:lnTo>
                    <a:pt x="465" y="180"/>
                  </a:lnTo>
                  <a:lnTo>
                    <a:pt x="461" y="179"/>
                  </a:lnTo>
                  <a:lnTo>
                    <a:pt x="459" y="176"/>
                  </a:lnTo>
                  <a:lnTo>
                    <a:pt x="461" y="173"/>
                  </a:lnTo>
                  <a:lnTo>
                    <a:pt x="463" y="174"/>
                  </a:lnTo>
                  <a:lnTo>
                    <a:pt x="463" y="174"/>
                  </a:lnTo>
                  <a:lnTo>
                    <a:pt x="465" y="172"/>
                  </a:lnTo>
                  <a:lnTo>
                    <a:pt x="463" y="169"/>
                  </a:lnTo>
                  <a:lnTo>
                    <a:pt x="458" y="168"/>
                  </a:lnTo>
                  <a:lnTo>
                    <a:pt x="455" y="169"/>
                  </a:lnTo>
                  <a:lnTo>
                    <a:pt x="455" y="167"/>
                  </a:lnTo>
                  <a:lnTo>
                    <a:pt x="453" y="167"/>
                  </a:lnTo>
                  <a:lnTo>
                    <a:pt x="452" y="167"/>
                  </a:lnTo>
                  <a:lnTo>
                    <a:pt x="452" y="169"/>
                  </a:lnTo>
                  <a:lnTo>
                    <a:pt x="451" y="169"/>
                  </a:lnTo>
                  <a:lnTo>
                    <a:pt x="451" y="171"/>
                  </a:lnTo>
                  <a:lnTo>
                    <a:pt x="450" y="172"/>
                  </a:lnTo>
                  <a:lnTo>
                    <a:pt x="450" y="174"/>
                  </a:lnTo>
                  <a:lnTo>
                    <a:pt x="443" y="179"/>
                  </a:lnTo>
                  <a:lnTo>
                    <a:pt x="446" y="181"/>
                  </a:lnTo>
                  <a:lnTo>
                    <a:pt x="447" y="185"/>
                  </a:lnTo>
                  <a:lnTo>
                    <a:pt x="458" y="192"/>
                  </a:lnTo>
                  <a:lnTo>
                    <a:pt x="464" y="198"/>
                  </a:lnTo>
                  <a:lnTo>
                    <a:pt x="464" y="200"/>
                  </a:lnTo>
                  <a:lnTo>
                    <a:pt x="465" y="202"/>
                  </a:lnTo>
                  <a:lnTo>
                    <a:pt x="463" y="205"/>
                  </a:lnTo>
                  <a:lnTo>
                    <a:pt x="457" y="209"/>
                  </a:lnTo>
                  <a:lnTo>
                    <a:pt x="457" y="215"/>
                  </a:lnTo>
                  <a:lnTo>
                    <a:pt x="457" y="215"/>
                  </a:lnTo>
                  <a:lnTo>
                    <a:pt x="455" y="219"/>
                  </a:lnTo>
                  <a:lnTo>
                    <a:pt x="457" y="221"/>
                  </a:lnTo>
                  <a:lnTo>
                    <a:pt x="457" y="221"/>
                  </a:lnTo>
                  <a:lnTo>
                    <a:pt x="457" y="221"/>
                  </a:lnTo>
                  <a:lnTo>
                    <a:pt x="453" y="224"/>
                  </a:lnTo>
                  <a:lnTo>
                    <a:pt x="452" y="226"/>
                  </a:lnTo>
                  <a:lnTo>
                    <a:pt x="449" y="229"/>
                  </a:lnTo>
                  <a:lnTo>
                    <a:pt x="445" y="244"/>
                  </a:lnTo>
                  <a:lnTo>
                    <a:pt x="442" y="247"/>
                  </a:lnTo>
                  <a:lnTo>
                    <a:pt x="442" y="249"/>
                  </a:lnTo>
                  <a:lnTo>
                    <a:pt x="444" y="251"/>
                  </a:lnTo>
                  <a:lnTo>
                    <a:pt x="442" y="256"/>
                  </a:lnTo>
                  <a:lnTo>
                    <a:pt x="444" y="256"/>
                  </a:lnTo>
                  <a:lnTo>
                    <a:pt x="444" y="258"/>
                  </a:lnTo>
                  <a:lnTo>
                    <a:pt x="441" y="261"/>
                  </a:lnTo>
                  <a:lnTo>
                    <a:pt x="442" y="262"/>
                  </a:lnTo>
                  <a:lnTo>
                    <a:pt x="441" y="263"/>
                  </a:lnTo>
                  <a:lnTo>
                    <a:pt x="438" y="264"/>
                  </a:lnTo>
                  <a:lnTo>
                    <a:pt x="438" y="267"/>
                  </a:lnTo>
                  <a:lnTo>
                    <a:pt x="433" y="270"/>
                  </a:lnTo>
                  <a:lnTo>
                    <a:pt x="433" y="272"/>
                  </a:lnTo>
                  <a:lnTo>
                    <a:pt x="435" y="272"/>
                  </a:lnTo>
                  <a:lnTo>
                    <a:pt x="437" y="278"/>
                  </a:lnTo>
                  <a:lnTo>
                    <a:pt x="440" y="278"/>
                  </a:lnTo>
                  <a:lnTo>
                    <a:pt x="439" y="280"/>
                  </a:lnTo>
                  <a:lnTo>
                    <a:pt x="444" y="286"/>
                  </a:lnTo>
                  <a:lnTo>
                    <a:pt x="444" y="294"/>
                  </a:lnTo>
                  <a:lnTo>
                    <a:pt x="444" y="296"/>
                  </a:lnTo>
                  <a:lnTo>
                    <a:pt x="445" y="301"/>
                  </a:lnTo>
                  <a:lnTo>
                    <a:pt x="444" y="303"/>
                  </a:lnTo>
                  <a:lnTo>
                    <a:pt x="439" y="307"/>
                  </a:lnTo>
                  <a:lnTo>
                    <a:pt x="439" y="308"/>
                  </a:lnTo>
                  <a:lnTo>
                    <a:pt x="438" y="319"/>
                  </a:lnTo>
                  <a:lnTo>
                    <a:pt x="438" y="322"/>
                  </a:lnTo>
                  <a:lnTo>
                    <a:pt x="440" y="324"/>
                  </a:lnTo>
                  <a:lnTo>
                    <a:pt x="441" y="327"/>
                  </a:lnTo>
                  <a:lnTo>
                    <a:pt x="447" y="334"/>
                  </a:lnTo>
                  <a:lnTo>
                    <a:pt x="449" y="333"/>
                  </a:lnTo>
                  <a:lnTo>
                    <a:pt x="452" y="333"/>
                  </a:lnTo>
                  <a:lnTo>
                    <a:pt x="459" y="334"/>
                  </a:lnTo>
                  <a:lnTo>
                    <a:pt x="464" y="335"/>
                  </a:lnTo>
                  <a:lnTo>
                    <a:pt x="465" y="336"/>
                  </a:lnTo>
                  <a:lnTo>
                    <a:pt x="479" y="339"/>
                  </a:lnTo>
                  <a:lnTo>
                    <a:pt x="480" y="344"/>
                  </a:lnTo>
                  <a:lnTo>
                    <a:pt x="480" y="347"/>
                  </a:lnTo>
                  <a:lnTo>
                    <a:pt x="477" y="352"/>
                  </a:lnTo>
                  <a:lnTo>
                    <a:pt x="476" y="355"/>
                  </a:lnTo>
                  <a:lnTo>
                    <a:pt x="488" y="356"/>
                  </a:lnTo>
                  <a:lnTo>
                    <a:pt x="490" y="355"/>
                  </a:lnTo>
                  <a:lnTo>
                    <a:pt x="492" y="359"/>
                  </a:lnTo>
                  <a:lnTo>
                    <a:pt x="495" y="362"/>
                  </a:lnTo>
                  <a:lnTo>
                    <a:pt x="501" y="362"/>
                  </a:lnTo>
                  <a:lnTo>
                    <a:pt x="504" y="365"/>
                  </a:lnTo>
                  <a:lnTo>
                    <a:pt x="501" y="368"/>
                  </a:lnTo>
                  <a:lnTo>
                    <a:pt x="502" y="372"/>
                  </a:lnTo>
                  <a:lnTo>
                    <a:pt x="498" y="376"/>
                  </a:lnTo>
                  <a:lnTo>
                    <a:pt x="501" y="382"/>
                  </a:lnTo>
                  <a:lnTo>
                    <a:pt x="497" y="388"/>
                  </a:lnTo>
                  <a:lnTo>
                    <a:pt x="498" y="391"/>
                  </a:lnTo>
                  <a:lnTo>
                    <a:pt x="495" y="404"/>
                  </a:lnTo>
                  <a:lnTo>
                    <a:pt x="495" y="404"/>
                  </a:lnTo>
                  <a:lnTo>
                    <a:pt x="501" y="404"/>
                  </a:lnTo>
                  <a:lnTo>
                    <a:pt x="494" y="410"/>
                  </a:lnTo>
                  <a:lnTo>
                    <a:pt x="490" y="413"/>
                  </a:lnTo>
                  <a:lnTo>
                    <a:pt x="487" y="417"/>
                  </a:lnTo>
                  <a:lnTo>
                    <a:pt x="485" y="423"/>
                  </a:lnTo>
                  <a:lnTo>
                    <a:pt x="485" y="420"/>
                  </a:lnTo>
                  <a:lnTo>
                    <a:pt x="484" y="415"/>
                  </a:lnTo>
                  <a:lnTo>
                    <a:pt x="482" y="413"/>
                  </a:lnTo>
                  <a:lnTo>
                    <a:pt x="480" y="408"/>
                  </a:lnTo>
                  <a:lnTo>
                    <a:pt x="476" y="404"/>
                  </a:lnTo>
                  <a:lnTo>
                    <a:pt x="457" y="405"/>
                  </a:lnTo>
                  <a:lnTo>
                    <a:pt x="463" y="415"/>
                  </a:lnTo>
                  <a:lnTo>
                    <a:pt x="463" y="420"/>
                  </a:lnTo>
                  <a:lnTo>
                    <a:pt x="461" y="424"/>
                  </a:lnTo>
                  <a:lnTo>
                    <a:pt x="460" y="425"/>
                  </a:lnTo>
                  <a:lnTo>
                    <a:pt x="452" y="425"/>
                  </a:lnTo>
                  <a:lnTo>
                    <a:pt x="451" y="426"/>
                  </a:lnTo>
                  <a:lnTo>
                    <a:pt x="450" y="441"/>
                  </a:lnTo>
                  <a:lnTo>
                    <a:pt x="450" y="443"/>
                  </a:lnTo>
                  <a:lnTo>
                    <a:pt x="455" y="447"/>
                  </a:lnTo>
                  <a:lnTo>
                    <a:pt x="452" y="467"/>
                  </a:lnTo>
                  <a:lnTo>
                    <a:pt x="457" y="477"/>
                  </a:lnTo>
                  <a:lnTo>
                    <a:pt x="450" y="480"/>
                  </a:lnTo>
                  <a:lnTo>
                    <a:pt x="447" y="488"/>
                  </a:lnTo>
                  <a:lnTo>
                    <a:pt x="442" y="491"/>
                  </a:lnTo>
                  <a:lnTo>
                    <a:pt x="438" y="491"/>
                  </a:lnTo>
                  <a:lnTo>
                    <a:pt x="430" y="488"/>
                  </a:lnTo>
                  <a:lnTo>
                    <a:pt x="428" y="485"/>
                  </a:lnTo>
                  <a:lnTo>
                    <a:pt x="426" y="485"/>
                  </a:lnTo>
                  <a:lnTo>
                    <a:pt x="419" y="493"/>
                  </a:lnTo>
                  <a:lnTo>
                    <a:pt x="405" y="513"/>
                  </a:lnTo>
                  <a:lnTo>
                    <a:pt x="395" y="519"/>
                  </a:lnTo>
                  <a:lnTo>
                    <a:pt x="391" y="521"/>
                  </a:lnTo>
                  <a:lnTo>
                    <a:pt x="391" y="521"/>
                  </a:lnTo>
                  <a:lnTo>
                    <a:pt x="380" y="527"/>
                  </a:lnTo>
                  <a:lnTo>
                    <a:pt x="378" y="531"/>
                  </a:lnTo>
                  <a:lnTo>
                    <a:pt x="376" y="532"/>
                  </a:lnTo>
                  <a:lnTo>
                    <a:pt x="368" y="545"/>
                  </a:lnTo>
                  <a:lnTo>
                    <a:pt x="362" y="537"/>
                  </a:lnTo>
                  <a:lnTo>
                    <a:pt x="362" y="535"/>
                  </a:lnTo>
                  <a:lnTo>
                    <a:pt x="356" y="529"/>
                  </a:lnTo>
                  <a:lnTo>
                    <a:pt x="343" y="541"/>
                  </a:lnTo>
                  <a:lnTo>
                    <a:pt x="332" y="549"/>
                  </a:lnTo>
                  <a:lnTo>
                    <a:pt x="329" y="551"/>
                  </a:lnTo>
                  <a:lnTo>
                    <a:pt x="325" y="551"/>
                  </a:lnTo>
                  <a:lnTo>
                    <a:pt x="321" y="549"/>
                  </a:lnTo>
                  <a:lnTo>
                    <a:pt x="318" y="551"/>
                  </a:lnTo>
                  <a:lnTo>
                    <a:pt x="317" y="556"/>
                  </a:lnTo>
                  <a:lnTo>
                    <a:pt x="315" y="557"/>
                  </a:lnTo>
                  <a:lnTo>
                    <a:pt x="314" y="559"/>
                  </a:lnTo>
                  <a:lnTo>
                    <a:pt x="314" y="562"/>
                  </a:lnTo>
                  <a:lnTo>
                    <a:pt x="312" y="567"/>
                  </a:lnTo>
                  <a:lnTo>
                    <a:pt x="311" y="573"/>
                  </a:lnTo>
                  <a:lnTo>
                    <a:pt x="307" y="577"/>
                  </a:lnTo>
                  <a:lnTo>
                    <a:pt x="305" y="578"/>
                  </a:lnTo>
                  <a:lnTo>
                    <a:pt x="301" y="584"/>
                  </a:lnTo>
                  <a:lnTo>
                    <a:pt x="299" y="584"/>
                  </a:lnTo>
                  <a:lnTo>
                    <a:pt x="290" y="589"/>
                  </a:lnTo>
                  <a:lnTo>
                    <a:pt x="288" y="592"/>
                  </a:lnTo>
                  <a:lnTo>
                    <a:pt x="287" y="594"/>
                  </a:lnTo>
                  <a:lnTo>
                    <a:pt x="283" y="597"/>
                  </a:lnTo>
                  <a:lnTo>
                    <a:pt x="281" y="595"/>
                  </a:lnTo>
                  <a:lnTo>
                    <a:pt x="274" y="597"/>
                  </a:lnTo>
                  <a:lnTo>
                    <a:pt x="265" y="595"/>
                  </a:lnTo>
                  <a:lnTo>
                    <a:pt x="261" y="597"/>
                  </a:lnTo>
                  <a:lnTo>
                    <a:pt x="255" y="595"/>
                  </a:lnTo>
                  <a:lnTo>
                    <a:pt x="252" y="597"/>
                  </a:lnTo>
                  <a:lnTo>
                    <a:pt x="249" y="600"/>
                  </a:lnTo>
                  <a:lnTo>
                    <a:pt x="243" y="603"/>
                  </a:lnTo>
                  <a:lnTo>
                    <a:pt x="238" y="609"/>
                  </a:lnTo>
                  <a:lnTo>
                    <a:pt x="235" y="611"/>
                  </a:lnTo>
                  <a:lnTo>
                    <a:pt x="226" y="621"/>
                  </a:lnTo>
                  <a:lnTo>
                    <a:pt x="225" y="624"/>
                  </a:lnTo>
                  <a:lnTo>
                    <a:pt x="220" y="627"/>
                  </a:lnTo>
                  <a:lnTo>
                    <a:pt x="220" y="628"/>
                  </a:lnTo>
                  <a:lnTo>
                    <a:pt x="220" y="631"/>
                  </a:lnTo>
                  <a:lnTo>
                    <a:pt x="217" y="642"/>
                  </a:lnTo>
                  <a:lnTo>
                    <a:pt x="217" y="642"/>
                  </a:lnTo>
                  <a:lnTo>
                    <a:pt x="205" y="647"/>
                  </a:lnTo>
                  <a:lnTo>
                    <a:pt x="195" y="653"/>
                  </a:lnTo>
                  <a:lnTo>
                    <a:pt x="190" y="654"/>
                  </a:lnTo>
                  <a:lnTo>
                    <a:pt x="191" y="651"/>
                  </a:lnTo>
                  <a:lnTo>
                    <a:pt x="197" y="641"/>
                  </a:lnTo>
                  <a:lnTo>
                    <a:pt x="196" y="636"/>
                  </a:lnTo>
                  <a:lnTo>
                    <a:pt x="190" y="630"/>
                  </a:lnTo>
                  <a:lnTo>
                    <a:pt x="187" y="630"/>
                  </a:lnTo>
                  <a:lnTo>
                    <a:pt x="187" y="628"/>
                  </a:lnTo>
                  <a:lnTo>
                    <a:pt x="186" y="613"/>
                  </a:lnTo>
                  <a:lnTo>
                    <a:pt x="188" y="611"/>
                  </a:lnTo>
                  <a:lnTo>
                    <a:pt x="184" y="607"/>
                  </a:lnTo>
                  <a:lnTo>
                    <a:pt x="182" y="604"/>
                  </a:lnTo>
                  <a:lnTo>
                    <a:pt x="182" y="599"/>
                  </a:lnTo>
                  <a:lnTo>
                    <a:pt x="182" y="595"/>
                  </a:lnTo>
                  <a:lnTo>
                    <a:pt x="182" y="595"/>
                  </a:lnTo>
                  <a:lnTo>
                    <a:pt x="181" y="592"/>
                  </a:lnTo>
                  <a:lnTo>
                    <a:pt x="179" y="592"/>
                  </a:lnTo>
                  <a:lnTo>
                    <a:pt x="176" y="590"/>
                  </a:lnTo>
                  <a:lnTo>
                    <a:pt x="174" y="586"/>
                  </a:lnTo>
                  <a:lnTo>
                    <a:pt x="168" y="583"/>
                  </a:lnTo>
                  <a:lnTo>
                    <a:pt x="167" y="580"/>
                  </a:lnTo>
                  <a:lnTo>
                    <a:pt x="164" y="579"/>
                  </a:lnTo>
                  <a:lnTo>
                    <a:pt x="162" y="581"/>
                  </a:lnTo>
                  <a:lnTo>
                    <a:pt x="159" y="581"/>
                  </a:lnTo>
                  <a:lnTo>
                    <a:pt x="157" y="580"/>
                  </a:lnTo>
                  <a:lnTo>
                    <a:pt x="152" y="581"/>
                  </a:lnTo>
                  <a:lnTo>
                    <a:pt x="151" y="580"/>
                  </a:lnTo>
                  <a:lnTo>
                    <a:pt x="151" y="578"/>
                  </a:lnTo>
                  <a:lnTo>
                    <a:pt x="149" y="578"/>
                  </a:lnTo>
                  <a:lnTo>
                    <a:pt x="149" y="577"/>
                  </a:lnTo>
                  <a:lnTo>
                    <a:pt x="146" y="577"/>
                  </a:lnTo>
                  <a:lnTo>
                    <a:pt x="144" y="573"/>
                  </a:lnTo>
                  <a:lnTo>
                    <a:pt x="141" y="573"/>
                  </a:lnTo>
                  <a:lnTo>
                    <a:pt x="138" y="570"/>
                  </a:lnTo>
                  <a:lnTo>
                    <a:pt x="136" y="570"/>
                  </a:lnTo>
                  <a:lnTo>
                    <a:pt x="135" y="569"/>
                  </a:lnTo>
                  <a:lnTo>
                    <a:pt x="134" y="567"/>
                  </a:lnTo>
                  <a:lnTo>
                    <a:pt x="133" y="567"/>
                  </a:lnTo>
                  <a:lnTo>
                    <a:pt x="131" y="568"/>
                  </a:lnTo>
                  <a:lnTo>
                    <a:pt x="125" y="567"/>
                  </a:lnTo>
                  <a:lnTo>
                    <a:pt x="124" y="570"/>
                  </a:lnTo>
                  <a:lnTo>
                    <a:pt x="121" y="573"/>
                  </a:lnTo>
                  <a:lnTo>
                    <a:pt x="120" y="570"/>
                  </a:lnTo>
                  <a:lnTo>
                    <a:pt x="122" y="567"/>
                  </a:lnTo>
                  <a:lnTo>
                    <a:pt x="122" y="565"/>
                  </a:lnTo>
                  <a:lnTo>
                    <a:pt x="122" y="558"/>
                  </a:lnTo>
                  <a:lnTo>
                    <a:pt x="110" y="567"/>
                  </a:lnTo>
                  <a:lnTo>
                    <a:pt x="104" y="575"/>
                  </a:lnTo>
                  <a:lnTo>
                    <a:pt x="97" y="582"/>
                  </a:lnTo>
                  <a:lnTo>
                    <a:pt x="95" y="589"/>
                  </a:lnTo>
                  <a:lnTo>
                    <a:pt x="91" y="589"/>
                  </a:lnTo>
                  <a:lnTo>
                    <a:pt x="84" y="589"/>
                  </a:lnTo>
                  <a:lnTo>
                    <a:pt x="81" y="586"/>
                  </a:lnTo>
                  <a:lnTo>
                    <a:pt x="79" y="586"/>
                  </a:lnTo>
                  <a:lnTo>
                    <a:pt x="78" y="585"/>
                  </a:lnTo>
                  <a:lnTo>
                    <a:pt x="73" y="579"/>
                  </a:lnTo>
                  <a:lnTo>
                    <a:pt x="71" y="575"/>
                  </a:lnTo>
                  <a:lnTo>
                    <a:pt x="70" y="567"/>
                  </a:lnTo>
                  <a:lnTo>
                    <a:pt x="65" y="568"/>
                  </a:lnTo>
                  <a:lnTo>
                    <a:pt x="59" y="562"/>
                  </a:lnTo>
                  <a:lnTo>
                    <a:pt x="58" y="558"/>
                  </a:lnTo>
                  <a:lnTo>
                    <a:pt x="54" y="553"/>
                  </a:lnTo>
                  <a:lnTo>
                    <a:pt x="59" y="545"/>
                  </a:lnTo>
                  <a:lnTo>
                    <a:pt x="60" y="540"/>
                  </a:lnTo>
                  <a:lnTo>
                    <a:pt x="62" y="538"/>
                  </a:lnTo>
                  <a:lnTo>
                    <a:pt x="62" y="537"/>
                  </a:lnTo>
                  <a:lnTo>
                    <a:pt x="65" y="533"/>
                  </a:lnTo>
                  <a:lnTo>
                    <a:pt x="65" y="532"/>
                  </a:lnTo>
                  <a:lnTo>
                    <a:pt x="67" y="532"/>
                  </a:lnTo>
                  <a:lnTo>
                    <a:pt x="67" y="533"/>
                  </a:lnTo>
                  <a:lnTo>
                    <a:pt x="65" y="537"/>
                  </a:lnTo>
                  <a:lnTo>
                    <a:pt x="65" y="538"/>
                  </a:lnTo>
                  <a:lnTo>
                    <a:pt x="70" y="539"/>
                  </a:lnTo>
                  <a:lnTo>
                    <a:pt x="78" y="538"/>
                  </a:lnTo>
                  <a:lnTo>
                    <a:pt x="87" y="535"/>
                  </a:lnTo>
                  <a:lnTo>
                    <a:pt x="89" y="535"/>
                  </a:lnTo>
                  <a:lnTo>
                    <a:pt x="90" y="539"/>
                  </a:lnTo>
                  <a:lnTo>
                    <a:pt x="93" y="541"/>
                  </a:lnTo>
                  <a:lnTo>
                    <a:pt x="92" y="546"/>
                  </a:lnTo>
                  <a:lnTo>
                    <a:pt x="95" y="547"/>
                  </a:lnTo>
                  <a:lnTo>
                    <a:pt x="95" y="542"/>
                  </a:lnTo>
                  <a:lnTo>
                    <a:pt x="96" y="542"/>
                  </a:lnTo>
                  <a:lnTo>
                    <a:pt x="97" y="540"/>
                  </a:lnTo>
                  <a:lnTo>
                    <a:pt x="100" y="532"/>
                  </a:lnTo>
                  <a:lnTo>
                    <a:pt x="103" y="529"/>
                  </a:lnTo>
                  <a:lnTo>
                    <a:pt x="104" y="529"/>
                  </a:lnTo>
                  <a:lnTo>
                    <a:pt x="106" y="527"/>
                  </a:lnTo>
                  <a:lnTo>
                    <a:pt x="107" y="526"/>
                  </a:lnTo>
                  <a:lnTo>
                    <a:pt x="115" y="515"/>
                  </a:lnTo>
                  <a:lnTo>
                    <a:pt x="118" y="516"/>
                  </a:lnTo>
                  <a:lnTo>
                    <a:pt x="118" y="515"/>
                  </a:lnTo>
                  <a:lnTo>
                    <a:pt x="119" y="513"/>
                  </a:lnTo>
                  <a:lnTo>
                    <a:pt x="119" y="513"/>
                  </a:lnTo>
                  <a:lnTo>
                    <a:pt x="120" y="514"/>
                  </a:lnTo>
                  <a:lnTo>
                    <a:pt x="122" y="513"/>
                  </a:lnTo>
                  <a:lnTo>
                    <a:pt x="123" y="513"/>
                  </a:lnTo>
                  <a:lnTo>
                    <a:pt x="126" y="512"/>
                  </a:lnTo>
                  <a:lnTo>
                    <a:pt x="126" y="512"/>
                  </a:lnTo>
                  <a:lnTo>
                    <a:pt x="125" y="510"/>
                  </a:lnTo>
                  <a:lnTo>
                    <a:pt x="124" y="505"/>
                  </a:lnTo>
                  <a:lnTo>
                    <a:pt x="126" y="502"/>
                  </a:lnTo>
                  <a:lnTo>
                    <a:pt x="123" y="501"/>
                  </a:lnTo>
                  <a:lnTo>
                    <a:pt x="117" y="505"/>
                  </a:lnTo>
                  <a:lnTo>
                    <a:pt x="115" y="505"/>
                  </a:lnTo>
                  <a:lnTo>
                    <a:pt x="114" y="510"/>
                  </a:lnTo>
                  <a:lnTo>
                    <a:pt x="112" y="511"/>
                  </a:lnTo>
                  <a:lnTo>
                    <a:pt x="108" y="505"/>
                  </a:lnTo>
                  <a:lnTo>
                    <a:pt x="104" y="507"/>
                  </a:lnTo>
                  <a:lnTo>
                    <a:pt x="100" y="496"/>
                  </a:lnTo>
                  <a:lnTo>
                    <a:pt x="97" y="494"/>
                  </a:lnTo>
                  <a:lnTo>
                    <a:pt x="97" y="493"/>
                  </a:lnTo>
                  <a:lnTo>
                    <a:pt x="97" y="493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5" y="492"/>
                  </a:lnTo>
                  <a:lnTo>
                    <a:pt x="93" y="490"/>
                  </a:lnTo>
                  <a:lnTo>
                    <a:pt x="87" y="487"/>
                  </a:lnTo>
                  <a:lnTo>
                    <a:pt x="87" y="488"/>
                  </a:lnTo>
                  <a:lnTo>
                    <a:pt x="84" y="485"/>
                  </a:lnTo>
                  <a:lnTo>
                    <a:pt x="83" y="485"/>
                  </a:lnTo>
                  <a:lnTo>
                    <a:pt x="82" y="486"/>
                  </a:lnTo>
                  <a:lnTo>
                    <a:pt x="79" y="487"/>
                  </a:lnTo>
                  <a:lnTo>
                    <a:pt x="77" y="491"/>
                  </a:lnTo>
                  <a:lnTo>
                    <a:pt x="76" y="492"/>
                  </a:lnTo>
                  <a:lnTo>
                    <a:pt x="76" y="494"/>
                  </a:lnTo>
                  <a:lnTo>
                    <a:pt x="74" y="494"/>
                  </a:lnTo>
                  <a:lnTo>
                    <a:pt x="72" y="494"/>
                  </a:lnTo>
                  <a:lnTo>
                    <a:pt x="67" y="492"/>
                  </a:lnTo>
                  <a:lnTo>
                    <a:pt x="65" y="492"/>
                  </a:lnTo>
                  <a:lnTo>
                    <a:pt x="62" y="485"/>
                  </a:lnTo>
                  <a:lnTo>
                    <a:pt x="57" y="483"/>
                  </a:lnTo>
                  <a:lnTo>
                    <a:pt x="57" y="485"/>
                  </a:lnTo>
                  <a:lnTo>
                    <a:pt x="55" y="488"/>
                  </a:lnTo>
                  <a:lnTo>
                    <a:pt x="57" y="491"/>
                  </a:lnTo>
                  <a:lnTo>
                    <a:pt x="54" y="491"/>
                  </a:lnTo>
                  <a:lnTo>
                    <a:pt x="53" y="491"/>
                  </a:lnTo>
                  <a:lnTo>
                    <a:pt x="52" y="492"/>
                  </a:lnTo>
                  <a:lnTo>
                    <a:pt x="50" y="491"/>
                  </a:lnTo>
                  <a:lnTo>
                    <a:pt x="48" y="495"/>
                  </a:lnTo>
                  <a:lnTo>
                    <a:pt x="46" y="496"/>
                  </a:lnTo>
                  <a:lnTo>
                    <a:pt x="42" y="495"/>
                  </a:lnTo>
                  <a:lnTo>
                    <a:pt x="43" y="492"/>
                  </a:lnTo>
                  <a:lnTo>
                    <a:pt x="43" y="490"/>
                  </a:lnTo>
                  <a:lnTo>
                    <a:pt x="46" y="486"/>
                  </a:lnTo>
                  <a:lnTo>
                    <a:pt x="45" y="482"/>
                  </a:lnTo>
                  <a:lnTo>
                    <a:pt x="47" y="476"/>
                  </a:lnTo>
                  <a:lnTo>
                    <a:pt x="45" y="467"/>
                  </a:lnTo>
                  <a:lnTo>
                    <a:pt x="48" y="466"/>
                  </a:lnTo>
                  <a:lnTo>
                    <a:pt x="49" y="458"/>
                  </a:lnTo>
                  <a:lnTo>
                    <a:pt x="48" y="450"/>
                  </a:lnTo>
                  <a:lnTo>
                    <a:pt x="48" y="449"/>
                  </a:lnTo>
                  <a:lnTo>
                    <a:pt x="48" y="442"/>
                  </a:lnTo>
                  <a:lnTo>
                    <a:pt x="48" y="438"/>
                  </a:lnTo>
                  <a:lnTo>
                    <a:pt x="48" y="435"/>
                  </a:lnTo>
                  <a:lnTo>
                    <a:pt x="46" y="434"/>
                  </a:lnTo>
                  <a:lnTo>
                    <a:pt x="46" y="433"/>
                  </a:lnTo>
                  <a:lnTo>
                    <a:pt x="45" y="432"/>
                  </a:lnTo>
                  <a:lnTo>
                    <a:pt x="43" y="428"/>
                  </a:lnTo>
                  <a:lnTo>
                    <a:pt x="46" y="425"/>
                  </a:lnTo>
                  <a:lnTo>
                    <a:pt x="46" y="422"/>
                  </a:lnTo>
                  <a:lnTo>
                    <a:pt x="48" y="416"/>
                  </a:lnTo>
                  <a:lnTo>
                    <a:pt x="48" y="417"/>
                  </a:lnTo>
                  <a:lnTo>
                    <a:pt x="49" y="415"/>
                  </a:lnTo>
                  <a:lnTo>
                    <a:pt x="45" y="412"/>
                  </a:lnTo>
                  <a:lnTo>
                    <a:pt x="45" y="411"/>
                  </a:lnTo>
                  <a:lnTo>
                    <a:pt x="48" y="411"/>
                  </a:lnTo>
                  <a:lnTo>
                    <a:pt x="52" y="409"/>
                  </a:lnTo>
                  <a:lnTo>
                    <a:pt x="55" y="409"/>
                  </a:lnTo>
                  <a:lnTo>
                    <a:pt x="55" y="411"/>
                  </a:lnTo>
                  <a:lnTo>
                    <a:pt x="57" y="410"/>
                  </a:lnTo>
                  <a:lnTo>
                    <a:pt x="58" y="413"/>
                  </a:lnTo>
                  <a:lnTo>
                    <a:pt x="61" y="412"/>
                  </a:lnTo>
                  <a:lnTo>
                    <a:pt x="61" y="412"/>
                  </a:lnTo>
                  <a:lnTo>
                    <a:pt x="59" y="412"/>
                  </a:lnTo>
                  <a:lnTo>
                    <a:pt x="63" y="407"/>
                  </a:lnTo>
                  <a:lnTo>
                    <a:pt x="67" y="400"/>
                  </a:lnTo>
                  <a:lnTo>
                    <a:pt x="69" y="398"/>
                  </a:lnTo>
                  <a:lnTo>
                    <a:pt x="71" y="399"/>
                  </a:lnTo>
                  <a:lnTo>
                    <a:pt x="73" y="396"/>
                  </a:lnTo>
                  <a:lnTo>
                    <a:pt x="74" y="397"/>
                  </a:lnTo>
                  <a:lnTo>
                    <a:pt x="76" y="395"/>
                  </a:lnTo>
                  <a:lnTo>
                    <a:pt x="79" y="397"/>
                  </a:lnTo>
                  <a:lnTo>
                    <a:pt x="78" y="398"/>
                  </a:lnTo>
                  <a:lnTo>
                    <a:pt x="81" y="398"/>
                  </a:lnTo>
                  <a:lnTo>
                    <a:pt x="79" y="400"/>
                  </a:lnTo>
                  <a:lnTo>
                    <a:pt x="81" y="401"/>
                  </a:lnTo>
                  <a:lnTo>
                    <a:pt x="82" y="401"/>
                  </a:lnTo>
                  <a:lnTo>
                    <a:pt x="88" y="404"/>
                  </a:lnTo>
                  <a:lnTo>
                    <a:pt x="90" y="403"/>
                  </a:lnTo>
                  <a:lnTo>
                    <a:pt x="93" y="398"/>
                  </a:lnTo>
                  <a:lnTo>
                    <a:pt x="96" y="401"/>
                  </a:lnTo>
                  <a:lnTo>
                    <a:pt x="98" y="400"/>
                  </a:lnTo>
                  <a:lnTo>
                    <a:pt x="100" y="398"/>
                  </a:lnTo>
                  <a:lnTo>
                    <a:pt x="100" y="395"/>
                  </a:lnTo>
                  <a:lnTo>
                    <a:pt x="97" y="393"/>
                  </a:lnTo>
                  <a:lnTo>
                    <a:pt x="103" y="384"/>
                  </a:lnTo>
                  <a:lnTo>
                    <a:pt x="97" y="380"/>
                  </a:lnTo>
                  <a:lnTo>
                    <a:pt x="96" y="375"/>
                  </a:lnTo>
                  <a:lnTo>
                    <a:pt x="97" y="374"/>
                  </a:lnTo>
                  <a:lnTo>
                    <a:pt x="97" y="372"/>
                  </a:lnTo>
                  <a:lnTo>
                    <a:pt x="100" y="369"/>
                  </a:lnTo>
                  <a:lnTo>
                    <a:pt x="104" y="372"/>
                  </a:lnTo>
                  <a:lnTo>
                    <a:pt x="110" y="365"/>
                  </a:lnTo>
                  <a:lnTo>
                    <a:pt x="112" y="365"/>
                  </a:lnTo>
                  <a:lnTo>
                    <a:pt x="114" y="361"/>
                  </a:lnTo>
                  <a:lnTo>
                    <a:pt x="119" y="358"/>
                  </a:lnTo>
                  <a:lnTo>
                    <a:pt x="120" y="352"/>
                  </a:lnTo>
                  <a:lnTo>
                    <a:pt x="119" y="350"/>
                  </a:lnTo>
                  <a:lnTo>
                    <a:pt x="122" y="346"/>
                  </a:lnTo>
                  <a:lnTo>
                    <a:pt x="122" y="346"/>
                  </a:lnTo>
                  <a:lnTo>
                    <a:pt x="125" y="342"/>
                  </a:lnTo>
                  <a:lnTo>
                    <a:pt x="128" y="337"/>
                  </a:lnTo>
                  <a:lnTo>
                    <a:pt x="129" y="338"/>
                  </a:lnTo>
                  <a:lnTo>
                    <a:pt x="134" y="333"/>
                  </a:lnTo>
                  <a:lnTo>
                    <a:pt x="137" y="332"/>
                  </a:lnTo>
                  <a:lnTo>
                    <a:pt x="138" y="330"/>
                  </a:lnTo>
                  <a:lnTo>
                    <a:pt x="141" y="330"/>
                  </a:lnTo>
                  <a:lnTo>
                    <a:pt x="143" y="326"/>
                  </a:lnTo>
                  <a:lnTo>
                    <a:pt x="149" y="319"/>
                  </a:lnTo>
                  <a:lnTo>
                    <a:pt x="152" y="316"/>
                  </a:lnTo>
                  <a:lnTo>
                    <a:pt x="154" y="314"/>
                  </a:lnTo>
                  <a:lnTo>
                    <a:pt x="153" y="313"/>
                  </a:lnTo>
                  <a:lnTo>
                    <a:pt x="154" y="312"/>
                  </a:lnTo>
                  <a:lnTo>
                    <a:pt x="154" y="309"/>
                  </a:lnTo>
                  <a:lnTo>
                    <a:pt x="157" y="303"/>
                  </a:lnTo>
                  <a:lnTo>
                    <a:pt x="157" y="302"/>
                  </a:lnTo>
                  <a:lnTo>
                    <a:pt x="156" y="301"/>
                  </a:lnTo>
                  <a:lnTo>
                    <a:pt x="155" y="297"/>
                  </a:lnTo>
                  <a:lnTo>
                    <a:pt x="151" y="294"/>
                  </a:lnTo>
                  <a:lnTo>
                    <a:pt x="149" y="292"/>
                  </a:lnTo>
                  <a:lnTo>
                    <a:pt x="141" y="295"/>
                  </a:lnTo>
                  <a:lnTo>
                    <a:pt x="138" y="292"/>
                  </a:lnTo>
                  <a:lnTo>
                    <a:pt x="137" y="292"/>
                  </a:lnTo>
                  <a:lnTo>
                    <a:pt x="134" y="291"/>
                  </a:lnTo>
                  <a:lnTo>
                    <a:pt x="133" y="292"/>
                  </a:lnTo>
                  <a:lnTo>
                    <a:pt x="132" y="291"/>
                  </a:lnTo>
                  <a:lnTo>
                    <a:pt x="133" y="289"/>
                  </a:lnTo>
                  <a:lnTo>
                    <a:pt x="131" y="288"/>
                  </a:lnTo>
                  <a:lnTo>
                    <a:pt x="136" y="281"/>
                  </a:lnTo>
                  <a:lnTo>
                    <a:pt x="138" y="283"/>
                  </a:lnTo>
                  <a:lnTo>
                    <a:pt x="138" y="281"/>
                  </a:lnTo>
                  <a:lnTo>
                    <a:pt x="139" y="283"/>
                  </a:lnTo>
                  <a:lnTo>
                    <a:pt x="138" y="284"/>
                  </a:lnTo>
                  <a:lnTo>
                    <a:pt x="141" y="285"/>
                  </a:lnTo>
                  <a:lnTo>
                    <a:pt x="148" y="276"/>
                  </a:lnTo>
                  <a:lnTo>
                    <a:pt x="148" y="274"/>
                  </a:lnTo>
                  <a:lnTo>
                    <a:pt x="152" y="272"/>
                  </a:lnTo>
                  <a:lnTo>
                    <a:pt x="152" y="270"/>
                  </a:lnTo>
                  <a:lnTo>
                    <a:pt x="151" y="271"/>
                  </a:lnTo>
                  <a:lnTo>
                    <a:pt x="149" y="270"/>
                  </a:lnTo>
                  <a:lnTo>
                    <a:pt x="151" y="268"/>
                  </a:lnTo>
                  <a:lnTo>
                    <a:pt x="150" y="267"/>
                  </a:lnTo>
                  <a:lnTo>
                    <a:pt x="154" y="264"/>
                  </a:lnTo>
                  <a:lnTo>
                    <a:pt x="155" y="260"/>
                  </a:lnTo>
                  <a:lnTo>
                    <a:pt x="156" y="261"/>
                  </a:lnTo>
                  <a:lnTo>
                    <a:pt x="158" y="257"/>
                  </a:lnTo>
                  <a:lnTo>
                    <a:pt x="161" y="256"/>
                  </a:lnTo>
                  <a:lnTo>
                    <a:pt x="165" y="259"/>
                  </a:lnTo>
                  <a:lnTo>
                    <a:pt x="166" y="256"/>
                  </a:lnTo>
                  <a:lnTo>
                    <a:pt x="170" y="253"/>
                  </a:lnTo>
                  <a:lnTo>
                    <a:pt x="171" y="251"/>
                  </a:lnTo>
                  <a:lnTo>
                    <a:pt x="170" y="246"/>
                  </a:lnTo>
                  <a:lnTo>
                    <a:pt x="175" y="239"/>
                  </a:lnTo>
                  <a:lnTo>
                    <a:pt x="177" y="237"/>
                  </a:lnTo>
                  <a:lnTo>
                    <a:pt x="176" y="237"/>
                  </a:lnTo>
                  <a:lnTo>
                    <a:pt x="178" y="236"/>
                  </a:lnTo>
                  <a:lnTo>
                    <a:pt x="175" y="234"/>
                  </a:lnTo>
                  <a:lnTo>
                    <a:pt x="176" y="232"/>
                  </a:lnTo>
                  <a:lnTo>
                    <a:pt x="171" y="228"/>
                  </a:lnTo>
                  <a:lnTo>
                    <a:pt x="171" y="226"/>
                  </a:lnTo>
                  <a:lnTo>
                    <a:pt x="172" y="225"/>
                  </a:lnTo>
                  <a:lnTo>
                    <a:pt x="170" y="222"/>
                  </a:lnTo>
                  <a:lnTo>
                    <a:pt x="173" y="219"/>
                  </a:lnTo>
                  <a:lnTo>
                    <a:pt x="171" y="215"/>
                  </a:lnTo>
                  <a:lnTo>
                    <a:pt x="176" y="207"/>
                  </a:lnTo>
                  <a:lnTo>
                    <a:pt x="176" y="206"/>
                  </a:lnTo>
                  <a:lnTo>
                    <a:pt x="177" y="207"/>
                  </a:lnTo>
                  <a:lnTo>
                    <a:pt x="179" y="208"/>
                  </a:lnTo>
                  <a:lnTo>
                    <a:pt x="181" y="211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4" y="213"/>
                  </a:lnTo>
                  <a:lnTo>
                    <a:pt x="193" y="214"/>
                  </a:lnTo>
                  <a:lnTo>
                    <a:pt x="193" y="213"/>
                  </a:lnTo>
                  <a:lnTo>
                    <a:pt x="196" y="209"/>
                  </a:lnTo>
                  <a:lnTo>
                    <a:pt x="198" y="201"/>
                  </a:lnTo>
                  <a:lnTo>
                    <a:pt x="193" y="199"/>
                  </a:lnTo>
                  <a:lnTo>
                    <a:pt x="194" y="196"/>
                  </a:lnTo>
                  <a:lnTo>
                    <a:pt x="191" y="194"/>
                  </a:lnTo>
                  <a:lnTo>
                    <a:pt x="194" y="191"/>
                  </a:lnTo>
                  <a:lnTo>
                    <a:pt x="193" y="190"/>
                  </a:lnTo>
                  <a:lnTo>
                    <a:pt x="193" y="188"/>
                  </a:lnTo>
                  <a:lnTo>
                    <a:pt x="198" y="185"/>
                  </a:lnTo>
                  <a:lnTo>
                    <a:pt x="196" y="182"/>
                  </a:lnTo>
                  <a:lnTo>
                    <a:pt x="195" y="182"/>
                  </a:lnTo>
                  <a:lnTo>
                    <a:pt x="190" y="187"/>
                  </a:lnTo>
                  <a:lnTo>
                    <a:pt x="187" y="186"/>
                  </a:lnTo>
                  <a:lnTo>
                    <a:pt x="185" y="185"/>
                  </a:lnTo>
                  <a:lnTo>
                    <a:pt x="186" y="183"/>
                  </a:lnTo>
                  <a:lnTo>
                    <a:pt x="184" y="178"/>
                  </a:lnTo>
                  <a:lnTo>
                    <a:pt x="186" y="177"/>
                  </a:lnTo>
                  <a:lnTo>
                    <a:pt x="187" y="174"/>
                  </a:lnTo>
                  <a:lnTo>
                    <a:pt x="186" y="172"/>
                  </a:lnTo>
                  <a:lnTo>
                    <a:pt x="188" y="169"/>
                  </a:lnTo>
                  <a:lnTo>
                    <a:pt x="188" y="163"/>
                  </a:lnTo>
                  <a:lnTo>
                    <a:pt x="193" y="158"/>
                  </a:lnTo>
                  <a:lnTo>
                    <a:pt x="193" y="157"/>
                  </a:lnTo>
                  <a:lnTo>
                    <a:pt x="196" y="155"/>
                  </a:lnTo>
                  <a:lnTo>
                    <a:pt x="189" y="144"/>
                  </a:lnTo>
                  <a:lnTo>
                    <a:pt x="183" y="139"/>
                  </a:lnTo>
                  <a:lnTo>
                    <a:pt x="181" y="140"/>
                  </a:lnTo>
                  <a:lnTo>
                    <a:pt x="181" y="141"/>
                  </a:lnTo>
                  <a:lnTo>
                    <a:pt x="179" y="142"/>
                  </a:lnTo>
                  <a:lnTo>
                    <a:pt x="174" y="144"/>
                  </a:lnTo>
                  <a:lnTo>
                    <a:pt x="171" y="145"/>
                  </a:lnTo>
                  <a:lnTo>
                    <a:pt x="173" y="150"/>
                  </a:lnTo>
                  <a:lnTo>
                    <a:pt x="175" y="151"/>
                  </a:lnTo>
                  <a:lnTo>
                    <a:pt x="179" y="161"/>
                  </a:lnTo>
                  <a:lnTo>
                    <a:pt x="176" y="163"/>
                  </a:lnTo>
                  <a:lnTo>
                    <a:pt x="170" y="156"/>
                  </a:lnTo>
                  <a:lnTo>
                    <a:pt x="168" y="153"/>
                  </a:lnTo>
                  <a:lnTo>
                    <a:pt x="166" y="153"/>
                  </a:lnTo>
                  <a:lnTo>
                    <a:pt x="166" y="152"/>
                  </a:lnTo>
                  <a:lnTo>
                    <a:pt x="166" y="151"/>
                  </a:lnTo>
                  <a:lnTo>
                    <a:pt x="161" y="144"/>
                  </a:lnTo>
                  <a:lnTo>
                    <a:pt x="159" y="143"/>
                  </a:lnTo>
                  <a:lnTo>
                    <a:pt x="158" y="140"/>
                  </a:lnTo>
                  <a:lnTo>
                    <a:pt x="156" y="139"/>
                  </a:lnTo>
                  <a:lnTo>
                    <a:pt x="155" y="135"/>
                  </a:lnTo>
                  <a:lnTo>
                    <a:pt x="154" y="136"/>
                  </a:lnTo>
                  <a:lnTo>
                    <a:pt x="152" y="133"/>
                  </a:lnTo>
                  <a:lnTo>
                    <a:pt x="148" y="131"/>
                  </a:lnTo>
                  <a:lnTo>
                    <a:pt x="145" y="132"/>
                  </a:lnTo>
                  <a:lnTo>
                    <a:pt x="144" y="129"/>
                  </a:lnTo>
                  <a:lnTo>
                    <a:pt x="149" y="125"/>
                  </a:lnTo>
                  <a:lnTo>
                    <a:pt x="146" y="123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49" y="63"/>
                  </a:lnTo>
                  <a:lnTo>
                    <a:pt x="149" y="63"/>
                  </a:lnTo>
                  <a:lnTo>
                    <a:pt x="176" y="95"/>
                  </a:lnTo>
                  <a:lnTo>
                    <a:pt x="180" y="97"/>
                  </a:lnTo>
                  <a:lnTo>
                    <a:pt x="182" y="100"/>
                  </a:lnTo>
                  <a:lnTo>
                    <a:pt x="183" y="99"/>
                  </a:lnTo>
                  <a:lnTo>
                    <a:pt x="184" y="100"/>
                  </a:lnTo>
                  <a:lnTo>
                    <a:pt x="187" y="96"/>
                  </a:lnTo>
                  <a:lnTo>
                    <a:pt x="194" y="101"/>
                  </a:lnTo>
                  <a:lnTo>
                    <a:pt x="195" y="103"/>
                  </a:lnTo>
                  <a:lnTo>
                    <a:pt x="190" y="108"/>
                  </a:lnTo>
                  <a:lnTo>
                    <a:pt x="192" y="110"/>
                  </a:lnTo>
                  <a:lnTo>
                    <a:pt x="190" y="113"/>
                  </a:lnTo>
                  <a:lnTo>
                    <a:pt x="199" y="125"/>
                  </a:lnTo>
                  <a:lnTo>
                    <a:pt x="212" y="136"/>
                  </a:lnTo>
                  <a:lnTo>
                    <a:pt x="209" y="142"/>
                  </a:lnTo>
                  <a:lnTo>
                    <a:pt x="208" y="141"/>
                  </a:lnTo>
                  <a:lnTo>
                    <a:pt x="204" y="145"/>
                  </a:lnTo>
                  <a:lnTo>
                    <a:pt x="204" y="144"/>
                  </a:lnTo>
                  <a:lnTo>
                    <a:pt x="199" y="148"/>
                  </a:lnTo>
                  <a:lnTo>
                    <a:pt x="204" y="154"/>
                  </a:lnTo>
                  <a:lnTo>
                    <a:pt x="211" y="155"/>
                  </a:lnTo>
                  <a:lnTo>
                    <a:pt x="212" y="153"/>
                  </a:lnTo>
                  <a:lnTo>
                    <a:pt x="214" y="153"/>
                  </a:lnTo>
                  <a:lnTo>
                    <a:pt x="214" y="151"/>
                  </a:lnTo>
                  <a:lnTo>
                    <a:pt x="215" y="150"/>
                  </a:lnTo>
                  <a:lnTo>
                    <a:pt x="217" y="151"/>
                  </a:lnTo>
                  <a:lnTo>
                    <a:pt x="217" y="147"/>
                  </a:lnTo>
                  <a:lnTo>
                    <a:pt x="221" y="151"/>
                  </a:lnTo>
                  <a:lnTo>
                    <a:pt x="224" y="150"/>
                  </a:lnTo>
                  <a:lnTo>
                    <a:pt x="225" y="151"/>
                  </a:lnTo>
                  <a:lnTo>
                    <a:pt x="229" y="153"/>
                  </a:lnTo>
                  <a:lnTo>
                    <a:pt x="230" y="152"/>
                  </a:lnTo>
                  <a:lnTo>
                    <a:pt x="233" y="155"/>
                  </a:lnTo>
                  <a:lnTo>
                    <a:pt x="228" y="163"/>
                  </a:lnTo>
                  <a:lnTo>
                    <a:pt x="236" y="170"/>
                  </a:lnTo>
                  <a:lnTo>
                    <a:pt x="235" y="172"/>
                  </a:lnTo>
                  <a:lnTo>
                    <a:pt x="231" y="173"/>
                  </a:lnTo>
                  <a:lnTo>
                    <a:pt x="231" y="175"/>
                  </a:lnTo>
                  <a:lnTo>
                    <a:pt x="228" y="179"/>
                  </a:lnTo>
                  <a:lnTo>
                    <a:pt x="228" y="181"/>
                  </a:lnTo>
                  <a:lnTo>
                    <a:pt x="229" y="184"/>
                  </a:lnTo>
                  <a:lnTo>
                    <a:pt x="230" y="184"/>
                  </a:lnTo>
                  <a:lnTo>
                    <a:pt x="230" y="183"/>
                  </a:lnTo>
                  <a:lnTo>
                    <a:pt x="233" y="186"/>
                  </a:lnTo>
                  <a:lnTo>
                    <a:pt x="234" y="188"/>
                  </a:lnTo>
                  <a:lnTo>
                    <a:pt x="242" y="180"/>
                  </a:lnTo>
                  <a:lnTo>
                    <a:pt x="243" y="176"/>
                  </a:lnTo>
                  <a:lnTo>
                    <a:pt x="244" y="177"/>
                  </a:lnTo>
                  <a:lnTo>
                    <a:pt x="245" y="175"/>
                  </a:lnTo>
                  <a:lnTo>
                    <a:pt x="246" y="175"/>
                  </a:lnTo>
                  <a:lnTo>
                    <a:pt x="253" y="163"/>
                  </a:lnTo>
                  <a:lnTo>
                    <a:pt x="257" y="161"/>
                  </a:lnTo>
                  <a:lnTo>
                    <a:pt x="257" y="160"/>
                  </a:lnTo>
                  <a:lnTo>
                    <a:pt x="260" y="156"/>
                  </a:lnTo>
                  <a:lnTo>
                    <a:pt x="260" y="155"/>
                  </a:lnTo>
                  <a:lnTo>
                    <a:pt x="258" y="151"/>
                  </a:lnTo>
                  <a:lnTo>
                    <a:pt x="256" y="150"/>
                  </a:lnTo>
                  <a:lnTo>
                    <a:pt x="257" y="149"/>
                  </a:lnTo>
                  <a:lnTo>
                    <a:pt x="256" y="147"/>
                  </a:lnTo>
                  <a:lnTo>
                    <a:pt x="253" y="147"/>
                  </a:lnTo>
                  <a:lnTo>
                    <a:pt x="253" y="143"/>
                  </a:lnTo>
                  <a:lnTo>
                    <a:pt x="258" y="139"/>
                  </a:lnTo>
                  <a:lnTo>
                    <a:pt x="258" y="139"/>
                  </a:lnTo>
                  <a:lnTo>
                    <a:pt x="262" y="137"/>
                  </a:lnTo>
                  <a:lnTo>
                    <a:pt x="261" y="135"/>
                  </a:lnTo>
                  <a:lnTo>
                    <a:pt x="268" y="131"/>
                  </a:lnTo>
                  <a:lnTo>
                    <a:pt x="267" y="130"/>
                  </a:lnTo>
                  <a:lnTo>
                    <a:pt x="264" y="131"/>
                  </a:lnTo>
                  <a:lnTo>
                    <a:pt x="263" y="130"/>
                  </a:lnTo>
                  <a:lnTo>
                    <a:pt x="270" y="129"/>
                  </a:lnTo>
                  <a:lnTo>
                    <a:pt x="270" y="129"/>
                  </a:lnTo>
                  <a:lnTo>
                    <a:pt x="269" y="131"/>
                  </a:lnTo>
                  <a:lnTo>
                    <a:pt x="270" y="133"/>
                  </a:lnTo>
                  <a:lnTo>
                    <a:pt x="274" y="133"/>
                  </a:lnTo>
                  <a:lnTo>
                    <a:pt x="275" y="134"/>
                  </a:lnTo>
                  <a:lnTo>
                    <a:pt x="276" y="134"/>
                  </a:lnTo>
                  <a:lnTo>
                    <a:pt x="279" y="130"/>
                  </a:lnTo>
                  <a:lnTo>
                    <a:pt x="286" y="124"/>
                  </a:lnTo>
                  <a:lnTo>
                    <a:pt x="286" y="123"/>
                  </a:lnTo>
                  <a:lnTo>
                    <a:pt x="281" y="125"/>
                  </a:lnTo>
                  <a:lnTo>
                    <a:pt x="279" y="121"/>
                  </a:lnTo>
                  <a:lnTo>
                    <a:pt x="277" y="122"/>
                  </a:lnTo>
                  <a:lnTo>
                    <a:pt x="277" y="120"/>
                  </a:lnTo>
                  <a:lnTo>
                    <a:pt x="277" y="120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3" y="113"/>
                  </a:lnTo>
                  <a:lnTo>
                    <a:pt x="250" y="79"/>
                  </a:lnTo>
                  <a:lnTo>
                    <a:pt x="252" y="76"/>
                  </a:lnTo>
                  <a:lnTo>
                    <a:pt x="253" y="73"/>
                  </a:lnTo>
                  <a:lnTo>
                    <a:pt x="251" y="63"/>
                  </a:lnTo>
                  <a:lnTo>
                    <a:pt x="249" y="60"/>
                  </a:lnTo>
                  <a:lnTo>
                    <a:pt x="252" y="60"/>
                  </a:lnTo>
                  <a:lnTo>
                    <a:pt x="250" y="55"/>
                  </a:lnTo>
                  <a:lnTo>
                    <a:pt x="251" y="54"/>
                  </a:lnTo>
                  <a:lnTo>
                    <a:pt x="250" y="52"/>
                  </a:lnTo>
                  <a:lnTo>
                    <a:pt x="251" y="52"/>
                  </a:lnTo>
                  <a:lnTo>
                    <a:pt x="250" y="49"/>
                  </a:lnTo>
                  <a:lnTo>
                    <a:pt x="253" y="47"/>
                  </a:lnTo>
                  <a:lnTo>
                    <a:pt x="252" y="45"/>
                  </a:lnTo>
                  <a:lnTo>
                    <a:pt x="255" y="43"/>
                  </a:lnTo>
                  <a:lnTo>
                    <a:pt x="252" y="39"/>
                  </a:lnTo>
                  <a:lnTo>
                    <a:pt x="243" y="34"/>
                  </a:lnTo>
                  <a:close/>
                  <a:moveTo>
                    <a:pt x="304" y="101"/>
                  </a:moveTo>
                  <a:lnTo>
                    <a:pt x="295" y="105"/>
                  </a:lnTo>
                  <a:lnTo>
                    <a:pt x="294" y="112"/>
                  </a:lnTo>
                  <a:lnTo>
                    <a:pt x="298" y="117"/>
                  </a:lnTo>
                  <a:lnTo>
                    <a:pt x="297" y="118"/>
                  </a:lnTo>
                  <a:lnTo>
                    <a:pt x="299" y="123"/>
                  </a:lnTo>
                  <a:lnTo>
                    <a:pt x="302" y="123"/>
                  </a:lnTo>
                  <a:lnTo>
                    <a:pt x="302" y="121"/>
                  </a:lnTo>
                  <a:lnTo>
                    <a:pt x="306" y="117"/>
                  </a:lnTo>
                  <a:lnTo>
                    <a:pt x="313" y="115"/>
                  </a:lnTo>
                  <a:lnTo>
                    <a:pt x="311" y="110"/>
                  </a:lnTo>
                  <a:lnTo>
                    <a:pt x="311" y="107"/>
                  </a:lnTo>
                  <a:lnTo>
                    <a:pt x="310" y="101"/>
                  </a:lnTo>
                  <a:lnTo>
                    <a:pt x="306" y="103"/>
                  </a:lnTo>
                  <a:lnTo>
                    <a:pt x="304" y="10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9" name="Freeform 12">
              <a:extLst>
                <a:ext uri="{FF2B5EF4-FFF2-40B4-BE49-F238E27FC236}">
                  <a16:creationId xmlns:a16="http://schemas.microsoft.com/office/drawing/2014/main" id="{837735FA-874D-4A74-9C74-426FEF55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3657" y="3947990"/>
              <a:ext cx="292717" cy="282263"/>
            </a:xfrm>
            <a:custGeom>
              <a:avLst/>
              <a:gdLst>
                <a:gd name="T0" fmla="*/ 156 w 280"/>
                <a:gd name="T1" fmla="*/ 75 h 270"/>
                <a:gd name="T2" fmla="*/ 209 w 280"/>
                <a:gd name="T3" fmla="*/ 61 h 270"/>
                <a:gd name="T4" fmla="*/ 234 w 280"/>
                <a:gd name="T5" fmla="*/ 85 h 270"/>
                <a:gd name="T6" fmla="*/ 222 w 280"/>
                <a:gd name="T7" fmla="*/ 100 h 270"/>
                <a:gd name="T8" fmla="*/ 241 w 280"/>
                <a:gd name="T9" fmla="*/ 125 h 270"/>
                <a:gd name="T10" fmla="*/ 255 w 280"/>
                <a:gd name="T11" fmla="*/ 130 h 270"/>
                <a:gd name="T12" fmla="*/ 262 w 280"/>
                <a:gd name="T13" fmla="*/ 122 h 270"/>
                <a:gd name="T14" fmla="*/ 269 w 280"/>
                <a:gd name="T15" fmla="*/ 126 h 270"/>
                <a:gd name="T16" fmla="*/ 278 w 280"/>
                <a:gd name="T17" fmla="*/ 131 h 270"/>
                <a:gd name="T18" fmla="*/ 252 w 280"/>
                <a:gd name="T19" fmla="*/ 171 h 270"/>
                <a:gd name="T20" fmla="*/ 229 w 280"/>
                <a:gd name="T21" fmla="*/ 182 h 270"/>
                <a:gd name="T22" fmla="*/ 215 w 280"/>
                <a:gd name="T23" fmla="*/ 185 h 270"/>
                <a:gd name="T24" fmla="*/ 192 w 280"/>
                <a:gd name="T25" fmla="*/ 206 h 270"/>
                <a:gd name="T26" fmla="*/ 184 w 280"/>
                <a:gd name="T27" fmla="*/ 226 h 270"/>
                <a:gd name="T28" fmla="*/ 155 w 280"/>
                <a:gd name="T29" fmla="*/ 242 h 270"/>
                <a:gd name="T30" fmla="*/ 138 w 280"/>
                <a:gd name="T31" fmla="*/ 254 h 270"/>
                <a:gd name="T32" fmla="*/ 113 w 280"/>
                <a:gd name="T33" fmla="*/ 252 h 270"/>
                <a:gd name="T34" fmla="*/ 105 w 280"/>
                <a:gd name="T35" fmla="*/ 243 h 270"/>
                <a:gd name="T36" fmla="*/ 74 w 280"/>
                <a:gd name="T37" fmla="*/ 244 h 270"/>
                <a:gd name="T38" fmla="*/ 63 w 280"/>
                <a:gd name="T39" fmla="*/ 262 h 270"/>
                <a:gd name="T40" fmla="*/ 55 w 280"/>
                <a:gd name="T41" fmla="*/ 256 h 270"/>
                <a:gd name="T42" fmla="*/ 21 w 280"/>
                <a:gd name="T43" fmla="*/ 253 h 270"/>
                <a:gd name="T44" fmla="*/ 16 w 280"/>
                <a:gd name="T45" fmla="*/ 264 h 270"/>
                <a:gd name="T46" fmla="*/ 1 w 280"/>
                <a:gd name="T47" fmla="*/ 270 h 270"/>
                <a:gd name="T48" fmla="*/ 7 w 280"/>
                <a:gd name="T49" fmla="*/ 253 h 270"/>
                <a:gd name="T50" fmla="*/ 23 w 280"/>
                <a:gd name="T51" fmla="*/ 219 h 270"/>
                <a:gd name="T52" fmla="*/ 28 w 280"/>
                <a:gd name="T53" fmla="*/ 213 h 270"/>
                <a:gd name="T54" fmla="*/ 21 w 280"/>
                <a:gd name="T55" fmla="*/ 201 h 270"/>
                <a:gd name="T56" fmla="*/ 13 w 280"/>
                <a:gd name="T57" fmla="*/ 185 h 270"/>
                <a:gd name="T58" fmla="*/ 29 w 280"/>
                <a:gd name="T59" fmla="*/ 171 h 270"/>
                <a:gd name="T60" fmla="*/ 31 w 280"/>
                <a:gd name="T61" fmla="*/ 163 h 270"/>
                <a:gd name="T62" fmla="*/ 40 w 280"/>
                <a:gd name="T63" fmla="*/ 161 h 270"/>
                <a:gd name="T64" fmla="*/ 43 w 280"/>
                <a:gd name="T65" fmla="*/ 156 h 270"/>
                <a:gd name="T66" fmla="*/ 48 w 280"/>
                <a:gd name="T67" fmla="*/ 152 h 270"/>
                <a:gd name="T68" fmla="*/ 70 w 280"/>
                <a:gd name="T69" fmla="*/ 152 h 270"/>
                <a:gd name="T70" fmla="*/ 83 w 280"/>
                <a:gd name="T71" fmla="*/ 137 h 270"/>
                <a:gd name="T72" fmla="*/ 92 w 280"/>
                <a:gd name="T73" fmla="*/ 138 h 270"/>
                <a:gd name="T74" fmla="*/ 105 w 280"/>
                <a:gd name="T75" fmla="*/ 136 h 270"/>
                <a:gd name="T76" fmla="*/ 132 w 280"/>
                <a:gd name="T77" fmla="*/ 130 h 270"/>
                <a:gd name="T78" fmla="*/ 130 w 280"/>
                <a:gd name="T79" fmla="*/ 120 h 270"/>
                <a:gd name="T80" fmla="*/ 123 w 280"/>
                <a:gd name="T81" fmla="*/ 104 h 270"/>
                <a:gd name="T82" fmla="*/ 115 w 280"/>
                <a:gd name="T83" fmla="*/ 92 h 270"/>
                <a:gd name="T84" fmla="*/ 130 w 280"/>
                <a:gd name="T85" fmla="*/ 80 h 270"/>
                <a:gd name="T86" fmla="*/ 131 w 280"/>
                <a:gd name="T87" fmla="*/ 73 h 270"/>
                <a:gd name="T88" fmla="*/ 133 w 280"/>
                <a:gd name="T89" fmla="*/ 54 h 270"/>
                <a:gd name="T90" fmla="*/ 170 w 280"/>
                <a:gd name="T91" fmla="*/ 28 h 270"/>
                <a:gd name="T92" fmla="*/ 173 w 280"/>
                <a:gd name="T93" fmla="*/ 17 h 270"/>
                <a:gd name="T94" fmla="*/ 195 w 280"/>
                <a:gd name="T95" fmla="*/ 29 h 270"/>
                <a:gd name="T96" fmla="*/ 181 w 280"/>
                <a:gd name="T97" fmla="*/ 18 h 270"/>
                <a:gd name="T98" fmla="*/ 174 w 280"/>
                <a:gd name="T99" fmla="*/ 6 h 270"/>
                <a:gd name="T100" fmla="*/ 191 w 280"/>
                <a:gd name="T101" fmla="*/ 6 h 270"/>
                <a:gd name="T102" fmla="*/ 225 w 280"/>
                <a:gd name="T103" fmla="*/ 2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0" h="270">
                  <a:moveTo>
                    <a:pt x="133" y="54"/>
                  </a:moveTo>
                  <a:lnTo>
                    <a:pt x="142" y="65"/>
                  </a:lnTo>
                  <a:lnTo>
                    <a:pt x="148" y="70"/>
                  </a:lnTo>
                  <a:lnTo>
                    <a:pt x="156" y="75"/>
                  </a:lnTo>
                  <a:lnTo>
                    <a:pt x="170" y="81"/>
                  </a:lnTo>
                  <a:lnTo>
                    <a:pt x="192" y="92"/>
                  </a:lnTo>
                  <a:lnTo>
                    <a:pt x="209" y="61"/>
                  </a:lnTo>
                  <a:lnTo>
                    <a:pt x="209" y="61"/>
                  </a:lnTo>
                  <a:lnTo>
                    <a:pt x="225" y="69"/>
                  </a:lnTo>
                  <a:lnTo>
                    <a:pt x="230" y="70"/>
                  </a:lnTo>
                  <a:lnTo>
                    <a:pt x="231" y="81"/>
                  </a:lnTo>
                  <a:lnTo>
                    <a:pt x="234" y="85"/>
                  </a:lnTo>
                  <a:lnTo>
                    <a:pt x="229" y="90"/>
                  </a:lnTo>
                  <a:lnTo>
                    <a:pt x="227" y="91"/>
                  </a:lnTo>
                  <a:lnTo>
                    <a:pt x="224" y="94"/>
                  </a:lnTo>
                  <a:lnTo>
                    <a:pt x="222" y="100"/>
                  </a:lnTo>
                  <a:lnTo>
                    <a:pt x="223" y="103"/>
                  </a:lnTo>
                  <a:lnTo>
                    <a:pt x="227" y="106"/>
                  </a:lnTo>
                  <a:lnTo>
                    <a:pt x="232" y="117"/>
                  </a:lnTo>
                  <a:lnTo>
                    <a:pt x="241" y="125"/>
                  </a:lnTo>
                  <a:lnTo>
                    <a:pt x="241" y="127"/>
                  </a:lnTo>
                  <a:lnTo>
                    <a:pt x="241" y="130"/>
                  </a:lnTo>
                  <a:lnTo>
                    <a:pt x="246" y="134"/>
                  </a:lnTo>
                  <a:lnTo>
                    <a:pt x="255" y="130"/>
                  </a:lnTo>
                  <a:lnTo>
                    <a:pt x="255" y="128"/>
                  </a:lnTo>
                  <a:lnTo>
                    <a:pt x="258" y="127"/>
                  </a:lnTo>
                  <a:lnTo>
                    <a:pt x="259" y="124"/>
                  </a:lnTo>
                  <a:lnTo>
                    <a:pt x="262" y="122"/>
                  </a:lnTo>
                  <a:lnTo>
                    <a:pt x="265" y="117"/>
                  </a:lnTo>
                  <a:lnTo>
                    <a:pt x="269" y="116"/>
                  </a:lnTo>
                  <a:lnTo>
                    <a:pt x="267" y="124"/>
                  </a:lnTo>
                  <a:lnTo>
                    <a:pt x="269" y="126"/>
                  </a:lnTo>
                  <a:lnTo>
                    <a:pt x="273" y="126"/>
                  </a:lnTo>
                  <a:lnTo>
                    <a:pt x="279" y="125"/>
                  </a:lnTo>
                  <a:lnTo>
                    <a:pt x="277" y="130"/>
                  </a:lnTo>
                  <a:lnTo>
                    <a:pt x="278" y="131"/>
                  </a:lnTo>
                  <a:lnTo>
                    <a:pt x="280" y="138"/>
                  </a:lnTo>
                  <a:lnTo>
                    <a:pt x="268" y="160"/>
                  </a:lnTo>
                  <a:lnTo>
                    <a:pt x="263" y="161"/>
                  </a:lnTo>
                  <a:lnTo>
                    <a:pt x="252" y="171"/>
                  </a:lnTo>
                  <a:lnTo>
                    <a:pt x="244" y="173"/>
                  </a:lnTo>
                  <a:lnTo>
                    <a:pt x="237" y="177"/>
                  </a:lnTo>
                  <a:lnTo>
                    <a:pt x="230" y="182"/>
                  </a:lnTo>
                  <a:lnTo>
                    <a:pt x="229" y="182"/>
                  </a:lnTo>
                  <a:lnTo>
                    <a:pt x="227" y="182"/>
                  </a:lnTo>
                  <a:lnTo>
                    <a:pt x="220" y="181"/>
                  </a:lnTo>
                  <a:lnTo>
                    <a:pt x="218" y="182"/>
                  </a:lnTo>
                  <a:lnTo>
                    <a:pt x="215" y="185"/>
                  </a:lnTo>
                  <a:lnTo>
                    <a:pt x="213" y="185"/>
                  </a:lnTo>
                  <a:lnTo>
                    <a:pt x="202" y="196"/>
                  </a:lnTo>
                  <a:lnTo>
                    <a:pt x="197" y="198"/>
                  </a:lnTo>
                  <a:lnTo>
                    <a:pt x="192" y="206"/>
                  </a:lnTo>
                  <a:lnTo>
                    <a:pt x="189" y="206"/>
                  </a:lnTo>
                  <a:lnTo>
                    <a:pt x="182" y="211"/>
                  </a:lnTo>
                  <a:lnTo>
                    <a:pt x="181" y="216"/>
                  </a:lnTo>
                  <a:lnTo>
                    <a:pt x="184" y="226"/>
                  </a:lnTo>
                  <a:lnTo>
                    <a:pt x="174" y="234"/>
                  </a:lnTo>
                  <a:lnTo>
                    <a:pt x="165" y="237"/>
                  </a:lnTo>
                  <a:lnTo>
                    <a:pt x="158" y="241"/>
                  </a:lnTo>
                  <a:lnTo>
                    <a:pt x="155" y="242"/>
                  </a:lnTo>
                  <a:lnTo>
                    <a:pt x="150" y="246"/>
                  </a:lnTo>
                  <a:lnTo>
                    <a:pt x="148" y="250"/>
                  </a:lnTo>
                  <a:lnTo>
                    <a:pt x="141" y="254"/>
                  </a:lnTo>
                  <a:lnTo>
                    <a:pt x="138" y="254"/>
                  </a:lnTo>
                  <a:lnTo>
                    <a:pt x="136" y="257"/>
                  </a:lnTo>
                  <a:lnTo>
                    <a:pt x="132" y="253"/>
                  </a:lnTo>
                  <a:lnTo>
                    <a:pt x="127" y="253"/>
                  </a:lnTo>
                  <a:lnTo>
                    <a:pt x="113" y="252"/>
                  </a:lnTo>
                  <a:lnTo>
                    <a:pt x="109" y="253"/>
                  </a:lnTo>
                  <a:lnTo>
                    <a:pt x="109" y="246"/>
                  </a:lnTo>
                  <a:lnTo>
                    <a:pt x="108" y="243"/>
                  </a:lnTo>
                  <a:lnTo>
                    <a:pt x="105" y="243"/>
                  </a:lnTo>
                  <a:lnTo>
                    <a:pt x="94" y="246"/>
                  </a:lnTo>
                  <a:lnTo>
                    <a:pt x="91" y="245"/>
                  </a:lnTo>
                  <a:lnTo>
                    <a:pt x="75" y="243"/>
                  </a:lnTo>
                  <a:lnTo>
                    <a:pt x="74" y="244"/>
                  </a:lnTo>
                  <a:lnTo>
                    <a:pt x="72" y="251"/>
                  </a:lnTo>
                  <a:lnTo>
                    <a:pt x="71" y="254"/>
                  </a:lnTo>
                  <a:lnTo>
                    <a:pt x="64" y="259"/>
                  </a:lnTo>
                  <a:lnTo>
                    <a:pt x="63" y="262"/>
                  </a:lnTo>
                  <a:lnTo>
                    <a:pt x="62" y="261"/>
                  </a:lnTo>
                  <a:lnTo>
                    <a:pt x="60" y="258"/>
                  </a:lnTo>
                  <a:lnTo>
                    <a:pt x="57" y="256"/>
                  </a:lnTo>
                  <a:lnTo>
                    <a:pt x="55" y="256"/>
                  </a:lnTo>
                  <a:lnTo>
                    <a:pt x="47" y="253"/>
                  </a:lnTo>
                  <a:lnTo>
                    <a:pt x="37" y="254"/>
                  </a:lnTo>
                  <a:lnTo>
                    <a:pt x="29" y="251"/>
                  </a:lnTo>
                  <a:lnTo>
                    <a:pt x="21" y="253"/>
                  </a:lnTo>
                  <a:lnTo>
                    <a:pt x="21" y="259"/>
                  </a:lnTo>
                  <a:lnTo>
                    <a:pt x="19" y="261"/>
                  </a:lnTo>
                  <a:lnTo>
                    <a:pt x="18" y="261"/>
                  </a:lnTo>
                  <a:lnTo>
                    <a:pt x="16" y="264"/>
                  </a:lnTo>
                  <a:lnTo>
                    <a:pt x="10" y="266"/>
                  </a:lnTo>
                  <a:lnTo>
                    <a:pt x="7" y="267"/>
                  </a:lnTo>
                  <a:lnTo>
                    <a:pt x="4" y="267"/>
                  </a:lnTo>
                  <a:lnTo>
                    <a:pt x="1" y="270"/>
                  </a:lnTo>
                  <a:lnTo>
                    <a:pt x="0" y="264"/>
                  </a:lnTo>
                  <a:lnTo>
                    <a:pt x="6" y="261"/>
                  </a:lnTo>
                  <a:lnTo>
                    <a:pt x="9" y="259"/>
                  </a:lnTo>
                  <a:lnTo>
                    <a:pt x="7" y="253"/>
                  </a:lnTo>
                  <a:lnTo>
                    <a:pt x="7" y="251"/>
                  </a:lnTo>
                  <a:lnTo>
                    <a:pt x="20" y="226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23"/>
                  </a:lnTo>
                  <a:lnTo>
                    <a:pt x="25" y="223"/>
                  </a:lnTo>
                  <a:lnTo>
                    <a:pt x="26" y="221"/>
                  </a:lnTo>
                  <a:lnTo>
                    <a:pt x="28" y="213"/>
                  </a:lnTo>
                  <a:lnTo>
                    <a:pt x="30" y="210"/>
                  </a:lnTo>
                  <a:lnTo>
                    <a:pt x="30" y="208"/>
                  </a:lnTo>
                  <a:lnTo>
                    <a:pt x="28" y="203"/>
                  </a:lnTo>
                  <a:lnTo>
                    <a:pt x="21" y="201"/>
                  </a:lnTo>
                  <a:lnTo>
                    <a:pt x="21" y="199"/>
                  </a:lnTo>
                  <a:lnTo>
                    <a:pt x="7" y="192"/>
                  </a:lnTo>
                  <a:lnTo>
                    <a:pt x="7" y="189"/>
                  </a:lnTo>
                  <a:lnTo>
                    <a:pt x="13" y="185"/>
                  </a:lnTo>
                  <a:lnTo>
                    <a:pt x="11" y="183"/>
                  </a:lnTo>
                  <a:lnTo>
                    <a:pt x="16" y="172"/>
                  </a:lnTo>
                  <a:lnTo>
                    <a:pt x="19" y="169"/>
                  </a:lnTo>
                  <a:lnTo>
                    <a:pt x="29" y="171"/>
                  </a:lnTo>
                  <a:lnTo>
                    <a:pt x="29" y="169"/>
                  </a:lnTo>
                  <a:lnTo>
                    <a:pt x="27" y="163"/>
                  </a:lnTo>
                  <a:lnTo>
                    <a:pt x="28" y="163"/>
                  </a:lnTo>
                  <a:lnTo>
                    <a:pt x="31" y="163"/>
                  </a:lnTo>
                  <a:lnTo>
                    <a:pt x="34" y="165"/>
                  </a:lnTo>
                  <a:lnTo>
                    <a:pt x="34" y="166"/>
                  </a:lnTo>
                  <a:lnTo>
                    <a:pt x="37" y="163"/>
                  </a:lnTo>
                  <a:lnTo>
                    <a:pt x="40" y="161"/>
                  </a:lnTo>
                  <a:lnTo>
                    <a:pt x="40" y="158"/>
                  </a:lnTo>
                  <a:lnTo>
                    <a:pt x="41" y="158"/>
                  </a:lnTo>
                  <a:lnTo>
                    <a:pt x="42" y="155"/>
                  </a:lnTo>
                  <a:lnTo>
                    <a:pt x="43" y="156"/>
                  </a:lnTo>
                  <a:lnTo>
                    <a:pt x="44" y="156"/>
                  </a:lnTo>
                  <a:lnTo>
                    <a:pt x="45" y="153"/>
                  </a:lnTo>
                  <a:lnTo>
                    <a:pt x="46" y="154"/>
                  </a:lnTo>
                  <a:lnTo>
                    <a:pt x="48" y="152"/>
                  </a:lnTo>
                  <a:lnTo>
                    <a:pt x="54" y="150"/>
                  </a:lnTo>
                  <a:lnTo>
                    <a:pt x="61" y="144"/>
                  </a:lnTo>
                  <a:lnTo>
                    <a:pt x="61" y="144"/>
                  </a:lnTo>
                  <a:lnTo>
                    <a:pt x="70" y="152"/>
                  </a:lnTo>
                  <a:lnTo>
                    <a:pt x="72" y="152"/>
                  </a:lnTo>
                  <a:lnTo>
                    <a:pt x="75" y="149"/>
                  </a:lnTo>
                  <a:lnTo>
                    <a:pt x="77" y="143"/>
                  </a:lnTo>
                  <a:lnTo>
                    <a:pt x="83" y="137"/>
                  </a:lnTo>
                  <a:lnTo>
                    <a:pt x="85" y="136"/>
                  </a:lnTo>
                  <a:lnTo>
                    <a:pt x="89" y="141"/>
                  </a:lnTo>
                  <a:lnTo>
                    <a:pt x="91" y="141"/>
                  </a:lnTo>
                  <a:lnTo>
                    <a:pt x="92" y="138"/>
                  </a:lnTo>
                  <a:lnTo>
                    <a:pt x="96" y="139"/>
                  </a:lnTo>
                  <a:lnTo>
                    <a:pt x="100" y="137"/>
                  </a:lnTo>
                  <a:lnTo>
                    <a:pt x="102" y="134"/>
                  </a:lnTo>
                  <a:lnTo>
                    <a:pt x="105" y="136"/>
                  </a:lnTo>
                  <a:lnTo>
                    <a:pt x="112" y="142"/>
                  </a:lnTo>
                  <a:lnTo>
                    <a:pt x="116" y="144"/>
                  </a:lnTo>
                  <a:lnTo>
                    <a:pt x="124" y="139"/>
                  </a:lnTo>
                  <a:lnTo>
                    <a:pt x="132" y="130"/>
                  </a:lnTo>
                  <a:lnTo>
                    <a:pt x="133" y="130"/>
                  </a:lnTo>
                  <a:lnTo>
                    <a:pt x="131" y="126"/>
                  </a:lnTo>
                  <a:lnTo>
                    <a:pt x="132" y="124"/>
                  </a:lnTo>
                  <a:lnTo>
                    <a:pt x="130" y="120"/>
                  </a:lnTo>
                  <a:lnTo>
                    <a:pt x="129" y="115"/>
                  </a:lnTo>
                  <a:lnTo>
                    <a:pt x="122" y="109"/>
                  </a:lnTo>
                  <a:lnTo>
                    <a:pt x="121" y="106"/>
                  </a:lnTo>
                  <a:lnTo>
                    <a:pt x="123" y="104"/>
                  </a:lnTo>
                  <a:lnTo>
                    <a:pt x="121" y="103"/>
                  </a:lnTo>
                  <a:lnTo>
                    <a:pt x="117" y="98"/>
                  </a:lnTo>
                  <a:lnTo>
                    <a:pt x="117" y="92"/>
                  </a:lnTo>
                  <a:lnTo>
                    <a:pt x="115" y="92"/>
                  </a:lnTo>
                  <a:lnTo>
                    <a:pt x="122" y="85"/>
                  </a:lnTo>
                  <a:lnTo>
                    <a:pt x="125" y="81"/>
                  </a:lnTo>
                  <a:lnTo>
                    <a:pt x="129" y="81"/>
                  </a:lnTo>
                  <a:lnTo>
                    <a:pt x="130" y="80"/>
                  </a:lnTo>
                  <a:lnTo>
                    <a:pt x="129" y="79"/>
                  </a:lnTo>
                  <a:lnTo>
                    <a:pt x="130" y="78"/>
                  </a:lnTo>
                  <a:lnTo>
                    <a:pt x="131" y="75"/>
                  </a:lnTo>
                  <a:lnTo>
                    <a:pt x="131" y="73"/>
                  </a:lnTo>
                  <a:lnTo>
                    <a:pt x="129" y="70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33" y="54"/>
                  </a:lnTo>
                  <a:close/>
                  <a:moveTo>
                    <a:pt x="181" y="22"/>
                  </a:moveTo>
                  <a:lnTo>
                    <a:pt x="179" y="25"/>
                  </a:lnTo>
                  <a:lnTo>
                    <a:pt x="173" y="21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71" y="18"/>
                  </a:lnTo>
                  <a:lnTo>
                    <a:pt x="172" y="19"/>
                  </a:lnTo>
                  <a:lnTo>
                    <a:pt x="173" y="17"/>
                  </a:lnTo>
                  <a:lnTo>
                    <a:pt x="174" y="16"/>
                  </a:lnTo>
                  <a:lnTo>
                    <a:pt x="181" y="22"/>
                  </a:lnTo>
                  <a:close/>
                  <a:moveTo>
                    <a:pt x="219" y="40"/>
                  </a:moveTo>
                  <a:lnTo>
                    <a:pt x="195" y="29"/>
                  </a:lnTo>
                  <a:lnTo>
                    <a:pt x="190" y="26"/>
                  </a:lnTo>
                  <a:lnTo>
                    <a:pt x="189" y="25"/>
                  </a:lnTo>
                  <a:lnTo>
                    <a:pt x="189" y="19"/>
                  </a:lnTo>
                  <a:lnTo>
                    <a:pt x="181" y="18"/>
                  </a:lnTo>
                  <a:lnTo>
                    <a:pt x="178" y="14"/>
                  </a:lnTo>
                  <a:lnTo>
                    <a:pt x="173" y="13"/>
                  </a:lnTo>
                  <a:lnTo>
                    <a:pt x="170" y="8"/>
                  </a:lnTo>
                  <a:lnTo>
                    <a:pt x="174" y="6"/>
                  </a:lnTo>
                  <a:lnTo>
                    <a:pt x="173" y="3"/>
                  </a:lnTo>
                  <a:lnTo>
                    <a:pt x="178" y="0"/>
                  </a:lnTo>
                  <a:lnTo>
                    <a:pt x="185" y="6"/>
                  </a:lnTo>
                  <a:lnTo>
                    <a:pt x="191" y="6"/>
                  </a:lnTo>
                  <a:lnTo>
                    <a:pt x="195" y="12"/>
                  </a:lnTo>
                  <a:lnTo>
                    <a:pt x="200" y="13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19" y="4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0" name="Freeform 13">
              <a:extLst>
                <a:ext uri="{FF2B5EF4-FFF2-40B4-BE49-F238E27FC236}">
                  <a16:creationId xmlns:a16="http://schemas.microsoft.com/office/drawing/2014/main" id="{C5910206-61FA-40B6-82FB-F3544926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208" y="2975752"/>
              <a:ext cx="314671" cy="455802"/>
            </a:xfrm>
            <a:custGeom>
              <a:avLst/>
              <a:gdLst>
                <a:gd name="T0" fmla="*/ 182 w 301"/>
                <a:gd name="T1" fmla="*/ 48 h 436"/>
                <a:gd name="T2" fmla="*/ 226 w 301"/>
                <a:gd name="T3" fmla="*/ 54 h 436"/>
                <a:gd name="T4" fmla="*/ 253 w 301"/>
                <a:gd name="T5" fmla="*/ 73 h 436"/>
                <a:gd name="T6" fmla="*/ 253 w 301"/>
                <a:gd name="T7" fmla="*/ 97 h 436"/>
                <a:gd name="T8" fmla="*/ 252 w 301"/>
                <a:gd name="T9" fmla="*/ 123 h 436"/>
                <a:gd name="T10" fmla="*/ 237 w 301"/>
                <a:gd name="T11" fmla="*/ 141 h 436"/>
                <a:gd name="T12" fmla="*/ 213 w 301"/>
                <a:gd name="T13" fmla="*/ 156 h 436"/>
                <a:gd name="T14" fmla="*/ 238 w 301"/>
                <a:gd name="T15" fmla="*/ 169 h 436"/>
                <a:gd name="T16" fmla="*/ 262 w 301"/>
                <a:gd name="T17" fmla="*/ 160 h 436"/>
                <a:gd name="T18" fmla="*/ 277 w 301"/>
                <a:gd name="T19" fmla="*/ 163 h 436"/>
                <a:gd name="T20" fmla="*/ 293 w 301"/>
                <a:gd name="T21" fmla="*/ 180 h 436"/>
                <a:gd name="T22" fmla="*/ 300 w 301"/>
                <a:gd name="T23" fmla="*/ 205 h 436"/>
                <a:gd name="T24" fmla="*/ 295 w 301"/>
                <a:gd name="T25" fmla="*/ 222 h 436"/>
                <a:gd name="T26" fmla="*/ 295 w 301"/>
                <a:gd name="T27" fmla="*/ 250 h 436"/>
                <a:gd name="T28" fmla="*/ 292 w 301"/>
                <a:gd name="T29" fmla="*/ 270 h 436"/>
                <a:gd name="T30" fmla="*/ 298 w 301"/>
                <a:gd name="T31" fmla="*/ 297 h 436"/>
                <a:gd name="T32" fmla="*/ 287 w 301"/>
                <a:gd name="T33" fmla="*/ 305 h 436"/>
                <a:gd name="T34" fmla="*/ 265 w 301"/>
                <a:gd name="T35" fmla="*/ 331 h 436"/>
                <a:gd name="T36" fmla="*/ 250 w 301"/>
                <a:gd name="T37" fmla="*/ 343 h 436"/>
                <a:gd name="T38" fmla="*/ 226 w 301"/>
                <a:gd name="T39" fmla="*/ 346 h 436"/>
                <a:gd name="T40" fmla="*/ 213 w 301"/>
                <a:gd name="T41" fmla="*/ 360 h 436"/>
                <a:gd name="T42" fmla="*/ 201 w 301"/>
                <a:gd name="T43" fmla="*/ 367 h 436"/>
                <a:gd name="T44" fmla="*/ 190 w 301"/>
                <a:gd name="T45" fmla="*/ 373 h 436"/>
                <a:gd name="T46" fmla="*/ 177 w 301"/>
                <a:gd name="T47" fmla="*/ 348 h 436"/>
                <a:gd name="T48" fmla="*/ 145 w 301"/>
                <a:gd name="T49" fmla="*/ 351 h 436"/>
                <a:gd name="T50" fmla="*/ 137 w 301"/>
                <a:gd name="T51" fmla="*/ 365 h 436"/>
                <a:gd name="T52" fmla="*/ 128 w 301"/>
                <a:gd name="T53" fmla="*/ 386 h 436"/>
                <a:gd name="T54" fmla="*/ 117 w 301"/>
                <a:gd name="T55" fmla="*/ 411 h 436"/>
                <a:gd name="T56" fmla="*/ 89 w 301"/>
                <a:gd name="T57" fmla="*/ 422 h 436"/>
                <a:gd name="T58" fmla="*/ 68 w 301"/>
                <a:gd name="T59" fmla="*/ 426 h 436"/>
                <a:gd name="T60" fmla="*/ 55 w 301"/>
                <a:gd name="T61" fmla="*/ 432 h 436"/>
                <a:gd name="T62" fmla="*/ 36 w 301"/>
                <a:gd name="T63" fmla="*/ 432 h 436"/>
                <a:gd name="T64" fmla="*/ 28 w 301"/>
                <a:gd name="T65" fmla="*/ 419 h 436"/>
                <a:gd name="T66" fmla="*/ 14 w 301"/>
                <a:gd name="T67" fmla="*/ 414 h 436"/>
                <a:gd name="T68" fmla="*/ 7 w 301"/>
                <a:gd name="T69" fmla="*/ 407 h 436"/>
                <a:gd name="T70" fmla="*/ 0 w 301"/>
                <a:gd name="T71" fmla="*/ 382 h 436"/>
                <a:gd name="T72" fmla="*/ 36 w 301"/>
                <a:gd name="T73" fmla="*/ 361 h 436"/>
                <a:gd name="T74" fmla="*/ 53 w 301"/>
                <a:gd name="T75" fmla="*/ 352 h 436"/>
                <a:gd name="T76" fmla="*/ 68 w 301"/>
                <a:gd name="T77" fmla="*/ 343 h 436"/>
                <a:gd name="T78" fmla="*/ 65 w 301"/>
                <a:gd name="T79" fmla="*/ 314 h 436"/>
                <a:gd name="T80" fmla="*/ 51 w 301"/>
                <a:gd name="T81" fmla="*/ 292 h 436"/>
                <a:gd name="T82" fmla="*/ 55 w 301"/>
                <a:gd name="T83" fmla="*/ 290 h 436"/>
                <a:gd name="T84" fmla="*/ 66 w 301"/>
                <a:gd name="T85" fmla="*/ 286 h 436"/>
                <a:gd name="T86" fmla="*/ 72 w 301"/>
                <a:gd name="T87" fmla="*/ 280 h 436"/>
                <a:gd name="T88" fmla="*/ 67 w 301"/>
                <a:gd name="T89" fmla="*/ 271 h 436"/>
                <a:gd name="T90" fmla="*/ 79 w 301"/>
                <a:gd name="T91" fmla="*/ 246 h 436"/>
                <a:gd name="T92" fmla="*/ 59 w 301"/>
                <a:gd name="T93" fmla="*/ 237 h 436"/>
                <a:gd name="T94" fmla="*/ 52 w 301"/>
                <a:gd name="T95" fmla="*/ 215 h 436"/>
                <a:gd name="T96" fmla="*/ 40 w 301"/>
                <a:gd name="T97" fmla="*/ 201 h 436"/>
                <a:gd name="T98" fmla="*/ 32 w 301"/>
                <a:gd name="T99" fmla="*/ 181 h 436"/>
                <a:gd name="T100" fmla="*/ 19 w 301"/>
                <a:gd name="T101" fmla="*/ 173 h 436"/>
                <a:gd name="T102" fmla="*/ 25 w 301"/>
                <a:gd name="T103" fmla="*/ 164 h 436"/>
                <a:gd name="T104" fmla="*/ 36 w 301"/>
                <a:gd name="T105" fmla="*/ 157 h 436"/>
                <a:gd name="T106" fmla="*/ 54 w 301"/>
                <a:gd name="T107" fmla="*/ 149 h 436"/>
                <a:gd name="T108" fmla="*/ 66 w 301"/>
                <a:gd name="T109" fmla="*/ 127 h 436"/>
                <a:gd name="T110" fmla="*/ 75 w 301"/>
                <a:gd name="T111" fmla="*/ 115 h 436"/>
                <a:gd name="T112" fmla="*/ 66 w 301"/>
                <a:gd name="T113" fmla="*/ 95 h 436"/>
                <a:gd name="T114" fmla="*/ 79 w 301"/>
                <a:gd name="T115" fmla="*/ 76 h 436"/>
                <a:gd name="T116" fmla="*/ 77 w 301"/>
                <a:gd name="T117" fmla="*/ 64 h 436"/>
                <a:gd name="T118" fmla="*/ 78 w 301"/>
                <a:gd name="T119" fmla="*/ 48 h 436"/>
                <a:gd name="T120" fmla="*/ 85 w 301"/>
                <a:gd name="T121" fmla="*/ 32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1" h="436">
                  <a:moveTo>
                    <a:pt x="107" y="0"/>
                  </a:moveTo>
                  <a:lnTo>
                    <a:pt x="146" y="41"/>
                  </a:lnTo>
                  <a:lnTo>
                    <a:pt x="156" y="51"/>
                  </a:lnTo>
                  <a:lnTo>
                    <a:pt x="182" y="48"/>
                  </a:lnTo>
                  <a:lnTo>
                    <a:pt x="188" y="50"/>
                  </a:lnTo>
                  <a:lnTo>
                    <a:pt x="192" y="48"/>
                  </a:lnTo>
                  <a:lnTo>
                    <a:pt x="209" y="50"/>
                  </a:lnTo>
                  <a:lnTo>
                    <a:pt x="226" y="54"/>
                  </a:lnTo>
                  <a:lnTo>
                    <a:pt x="252" y="57"/>
                  </a:lnTo>
                  <a:lnTo>
                    <a:pt x="252" y="66"/>
                  </a:lnTo>
                  <a:lnTo>
                    <a:pt x="250" y="68"/>
                  </a:lnTo>
                  <a:lnTo>
                    <a:pt x="253" y="73"/>
                  </a:lnTo>
                  <a:lnTo>
                    <a:pt x="253" y="78"/>
                  </a:lnTo>
                  <a:lnTo>
                    <a:pt x="250" y="86"/>
                  </a:lnTo>
                  <a:lnTo>
                    <a:pt x="250" y="90"/>
                  </a:lnTo>
                  <a:lnTo>
                    <a:pt x="253" y="97"/>
                  </a:lnTo>
                  <a:lnTo>
                    <a:pt x="252" y="103"/>
                  </a:lnTo>
                  <a:lnTo>
                    <a:pt x="254" y="111"/>
                  </a:lnTo>
                  <a:lnTo>
                    <a:pt x="254" y="118"/>
                  </a:lnTo>
                  <a:lnTo>
                    <a:pt x="252" y="123"/>
                  </a:lnTo>
                  <a:lnTo>
                    <a:pt x="249" y="127"/>
                  </a:lnTo>
                  <a:lnTo>
                    <a:pt x="246" y="134"/>
                  </a:lnTo>
                  <a:lnTo>
                    <a:pt x="241" y="140"/>
                  </a:lnTo>
                  <a:lnTo>
                    <a:pt x="237" y="141"/>
                  </a:lnTo>
                  <a:lnTo>
                    <a:pt x="235" y="144"/>
                  </a:lnTo>
                  <a:lnTo>
                    <a:pt x="229" y="144"/>
                  </a:lnTo>
                  <a:lnTo>
                    <a:pt x="219" y="150"/>
                  </a:lnTo>
                  <a:lnTo>
                    <a:pt x="213" y="156"/>
                  </a:lnTo>
                  <a:lnTo>
                    <a:pt x="226" y="166"/>
                  </a:lnTo>
                  <a:lnTo>
                    <a:pt x="228" y="166"/>
                  </a:lnTo>
                  <a:lnTo>
                    <a:pt x="235" y="170"/>
                  </a:lnTo>
                  <a:lnTo>
                    <a:pt x="238" y="169"/>
                  </a:lnTo>
                  <a:lnTo>
                    <a:pt x="241" y="167"/>
                  </a:lnTo>
                  <a:lnTo>
                    <a:pt x="243" y="170"/>
                  </a:lnTo>
                  <a:lnTo>
                    <a:pt x="246" y="171"/>
                  </a:lnTo>
                  <a:lnTo>
                    <a:pt x="262" y="160"/>
                  </a:lnTo>
                  <a:lnTo>
                    <a:pt x="265" y="160"/>
                  </a:lnTo>
                  <a:lnTo>
                    <a:pt x="267" y="160"/>
                  </a:lnTo>
                  <a:lnTo>
                    <a:pt x="273" y="163"/>
                  </a:lnTo>
                  <a:lnTo>
                    <a:pt x="277" y="163"/>
                  </a:lnTo>
                  <a:lnTo>
                    <a:pt x="280" y="165"/>
                  </a:lnTo>
                  <a:lnTo>
                    <a:pt x="286" y="171"/>
                  </a:lnTo>
                  <a:lnTo>
                    <a:pt x="289" y="173"/>
                  </a:lnTo>
                  <a:lnTo>
                    <a:pt x="293" y="180"/>
                  </a:lnTo>
                  <a:lnTo>
                    <a:pt x="295" y="192"/>
                  </a:lnTo>
                  <a:lnTo>
                    <a:pt x="296" y="196"/>
                  </a:lnTo>
                  <a:lnTo>
                    <a:pt x="300" y="203"/>
                  </a:lnTo>
                  <a:lnTo>
                    <a:pt x="300" y="205"/>
                  </a:lnTo>
                  <a:lnTo>
                    <a:pt x="296" y="212"/>
                  </a:lnTo>
                  <a:lnTo>
                    <a:pt x="296" y="215"/>
                  </a:lnTo>
                  <a:lnTo>
                    <a:pt x="295" y="220"/>
                  </a:lnTo>
                  <a:lnTo>
                    <a:pt x="295" y="222"/>
                  </a:lnTo>
                  <a:lnTo>
                    <a:pt x="297" y="226"/>
                  </a:lnTo>
                  <a:lnTo>
                    <a:pt x="293" y="239"/>
                  </a:lnTo>
                  <a:lnTo>
                    <a:pt x="296" y="247"/>
                  </a:lnTo>
                  <a:lnTo>
                    <a:pt x="295" y="250"/>
                  </a:lnTo>
                  <a:lnTo>
                    <a:pt x="289" y="251"/>
                  </a:lnTo>
                  <a:lnTo>
                    <a:pt x="289" y="253"/>
                  </a:lnTo>
                  <a:lnTo>
                    <a:pt x="289" y="262"/>
                  </a:lnTo>
                  <a:lnTo>
                    <a:pt x="292" y="270"/>
                  </a:lnTo>
                  <a:lnTo>
                    <a:pt x="298" y="275"/>
                  </a:lnTo>
                  <a:lnTo>
                    <a:pt x="300" y="277"/>
                  </a:lnTo>
                  <a:lnTo>
                    <a:pt x="301" y="284"/>
                  </a:lnTo>
                  <a:lnTo>
                    <a:pt x="298" y="297"/>
                  </a:lnTo>
                  <a:lnTo>
                    <a:pt x="298" y="297"/>
                  </a:lnTo>
                  <a:lnTo>
                    <a:pt x="295" y="299"/>
                  </a:lnTo>
                  <a:lnTo>
                    <a:pt x="291" y="306"/>
                  </a:lnTo>
                  <a:lnTo>
                    <a:pt x="287" y="305"/>
                  </a:lnTo>
                  <a:lnTo>
                    <a:pt x="281" y="309"/>
                  </a:lnTo>
                  <a:lnTo>
                    <a:pt x="278" y="315"/>
                  </a:lnTo>
                  <a:lnTo>
                    <a:pt x="273" y="321"/>
                  </a:lnTo>
                  <a:lnTo>
                    <a:pt x="265" y="331"/>
                  </a:lnTo>
                  <a:lnTo>
                    <a:pt x="262" y="336"/>
                  </a:lnTo>
                  <a:lnTo>
                    <a:pt x="259" y="338"/>
                  </a:lnTo>
                  <a:lnTo>
                    <a:pt x="257" y="338"/>
                  </a:lnTo>
                  <a:lnTo>
                    <a:pt x="250" y="343"/>
                  </a:lnTo>
                  <a:lnTo>
                    <a:pt x="245" y="340"/>
                  </a:lnTo>
                  <a:lnTo>
                    <a:pt x="240" y="340"/>
                  </a:lnTo>
                  <a:lnTo>
                    <a:pt x="223" y="340"/>
                  </a:lnTo>
                  <a:lnTo>
                    <a:pt x="226" y="346"/>
                  </a:lnTo>
                  <a:lnTo>
                    <a:pt x="222" y="348"/>
                  </a:lnTo>
                  <a:lnTo>
                    <a:pt x="218" y="348"/>
                  </a:lnTo>
                  <a:lnTo>
                    <a:pt x="216" y="351"/>
                  </a:lnTo>
                  <a:lnTo>
                    <a:pt x="213" y="360"/>
                  </a:lnTo>
                  <a:lnTo>
                    <a:pt x="210" y="360"/>
                  </a:lnTo>
                  <a:lnTo>
                    <a:pt x="207" y="362"/>
                  </a:lnTo>
                  <a:lnTo>
                    <a:pt x="202" y="364"/>
                  </a:lnTo>
                  <a:lnTo>
                    <a:pt x="201" y="367"/>
                  </a:lnTo>
                  <a:lnTo>
                    <a:pt x="199" y="368"/>
                  </a:lnTo>
                  <a:lnTo>
                    <a:pt x="196" y="368"/>
                  </a:lnTo>
                  <a:lnTo>
                    <a:pt x="191" y="371"/>
                  </a:lnTo>
                  <a:lnTo>
                    <a:pt x="190" y="373"/>
                  </a:lnTo>
                  <a:lnTo>
                    <a:pt x="185" y="370"/>
                  </a:lnTo>
                  <a:lnTo>
                    <a:pt x="183" y="362"/>
                  </a:lnTo>
                  <a:lnTo>
                    <a:pt x="177" y="353"/>
                  </a:lnTo>
                  <a:lnTo>
                    <a:pt x="177" y="348"/>
                  </a:lnTo>
                  <a:lnTo>
                    <a:pt x="168" y="347"/>
                  </a:lnTo>
                  <a:lnTo>
                    <a:pt x="161" y="344"/>
                  </a:lnTo>
                  <a:lnTo>
                    <a:pt x="150" y="345"/>
                  </a:lnTo>
                  <a:lnTo>
                    <a:pt x="145" y="351"/>
                  </a:lnTo>
                  <a:lnTo>
                    <a:pt x="145" y="354"/>
                  </a:lnTo>
                  <a:lnTo>
                    <a:pt x="139" y="354"/>
                  </a:lnTo>
                  <a:lnTo>
                    <a:pt x="138" y="355"/>
                  </a:lnTo>
                  <a:lnTo>
                    <a:pt x="137" y="365"/>
                  </a:lnTo>
                  <a:lnTo>
                    <a:pt x="138" y="374"/>
                  </a:lnTo>
                  <a:lnTo>
                    <a:pt x="133" y="377"/>
                  </a:lnTo>
                  <a:lnTo>
                    <a:pt x="131" y="379"/>
                  </a:lnTo>
                  <a:lnTo>
                    <a:pt x="128" y="386"/>
                  </a:lnTo>
                  <a:lnTo>
                    <a:pt x="129" y="390"/>
                  </a:lnTo>
                  <a:lnTo>
                    <a:pt x="125" y="394"/>
                  </a:lnTo>
                  <a:lnTo>
                    <a:pt x="117" y="410"/>
                  </a:lnTo>
                  <a:lnTo>
                    <a:pt x="117" y="411"/>
                  </a:lnTo>
                  <a:lnTo>
                    <a:pt x="109" y="419"/>
                  </a:lnTo>
                  <a:lnTo>
                    <a:pt x="100" y="419"/>
                  </a:lnTo>
                  <a:lnTo>
                    <a:pt x="94" y="422"/>
                  </a:lnTo>
                  <a:lnTo>
                    <a:pt x="89" y="422"/>
                  </a:lnTo>
                  <a:lnTo>
                    <a:pt x="87" y="423"/>
                  </a:lnTo>
                  <a:lnTo>
                    <a:pt x="82" y="422"/>
                  </a:lnTo>
                  <a:lnTo>
                    <a:pt x="74" y="424"/>
                  </a:lnTo>
                  <a:lnTo>
                    <a:pt x="68" y="426"/>
                  </a:lnTo>
                  <a:lnTo>
                    <a:pt x="66" y="425"/>
                  </a:lnTo>
                  <a:lnTo>
                    <a:pt x="62" y="429"/>
                  </a:lnTo>
                  <a:lnTo>
                    <a:pt x="58" y="429"/>
                  </a:lnTo>
                  <a:lnTo>
                    <a:pt x="55" y="432"/>
                  </a:lnTo>
                  <a:lnTo>
                    <a:pt x="45" y="436"/>
                  </a:lnTo>
                  <a:lnTo>
                    <a:pt x="44" y="433"/>
                  </a:lnTo>
                  <a:lnTo>
                    <a:pt x="38" y="433"/>
                  </a:lnTo>
                  <a:lnTo>
                    <a:pt x="36" y="432"/>
                  </a:lnTo>
                  <a:lnTo>
                    <a:pt x="33" y="428"/>
                  </a:lnTo>
                  <a:lnTo>
                    <a:pt x="35" y="422"/>
                  </a:lnTo>
                  <a:lnTo>
                    <a:pt x="33" y="418"/>
                  </a:lnTo>
                  <a:lnTo>
                    <a:pt x="28" y="419"/>
                  </a:lnTo>
                  <a:lnTo>
                    <a:pt x="22" y="417"/>
                  </a:lnTo>
                  <a:lnTo>
                    <a:pt x="22" y="414"/>
                  </a:lnTo>
                  <a:lnTo>
                    <a:pt x="16" y="416"/>
                  </a:lnTo>
                  <a:lnTo>
                    <a:pt x="14" y="414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3" y="413"/>
                  </a:lnTo>
                  <a:lnTo>
                    <a:pt x="7" y="407"/>
                  </a:lnTo>
                  <a:lnTo>
                    <a:pt x="8" y="399"/>
                  </a:lnTo>
                  <a:lnTo>
                    <a:pt x="6" y="395"/>
                  </a:lnTo>
                  <a:lnTo>
                    <a:pt x="3" y="390"/>
                  </a:lnTo>
                  <a:lnTo>
                    <a:pt x="0" y="382"/>
                  </a:lnTo>
                  <a:lnTo>
                    <a:pt x="15" y="375"/>
                  </a:lnTo>
                  <a:lnTo>
                    <a:pt x="18" y="375"/>
                  </a:lnTo>
                  <a:lnTo>
                    <a:pt x="28" y="362"/>
                  </a:lnTo>
                  <a:lnTo>
                    <a:pt x="36" y="361"/>
                  </a:lnTo>
                  <a:lnTo>
                    <a:pt x="49" y="355"/>
                  </a:lnTo>
                  <a:lnTo>
                    <a:pt x="49" y="356"/>
                  </a:lnTo>
                  <a:lnTo>
                    <a:pt x="51" y="353"/>
                  </a:lnTo>
                  <a:lnTo>
                    <a:pt x="53" y="352"/>
                  </a:lnTo>
                  <a:lnTo>
                    <a:pt x="55" y="349"/>
                  </a:lnTo>
                  <a:lnTo>
                    <a:pt x="64" y="346"/>
                  </a:lnTo>
                  <a:lnTo>
                    <a:pt x="67" y="344"/>
                  </a:lnTo>
                  <a:lnTo>
                    <a:pt x="68" y="343"/>
                  </a:lnTo>
                  <a:lnTo>
                    <a:pt x="68" y="339"/>
                  </a:lnTo>
                  <a:lnTo>
                    <a:pt x="68" y="329"/>
                  </a:lnTo>
                  <a:lnTo>
                    <a:pt x="64" y="316"/>
                  </a:lnTo>
                  <a:lnTo>
                    <a:pt x="65" y="314"/>
                  </a:lnTo>
                  <a:lnTo>
                    <a:pt x="63" y="313"/>
                  </a:lnTo>
                  <a:lnTo>
                    <a:pt x="61" y="313"/>
                  </a:lnTo>
                  <a:lnTo>
                    <a:pt x="57" y="308"/>
                  </a:lnTo>
                  <a:lnTo>
                    <a:pt x="51" y="292"/>
                  </a:lnTo>
                  <a:lnTo>
                    <a:pt x="51" y="292"/>
                  </a:lnTo>
                  <a:lnTo>
                    <a:pt x="52" y="291"/>
                  </a:lnTo>
                  <a:lnTo>
                    <a:pt x="54" y="291"/>
                  </a:lnTo>
                  <a:lnTo>
                    <a:pt x="55" y="290"/>
                  </a:lnTo>
                  <a:lnTo>
                    <a:pt x="57" y="290"/>
                  </a:lnTo>
                  <a:lnTo>
                    <a:pt x="61" y="286"/>
                  </a:lnTo>
                  <a:lnTo>
                    <a:pt x="63" y="286"/>
                  </a:lnTo>
                  <a:lnTo>
                    <a:pt x="66" y="286"/>
                  </a:lnTo>
                  <a:lnTo>
                    <a:pt x="73" y="285"/>
                  </a:lnTo>
                  <a:lnTo>
                    <a:pt x="74" y="283"/>
                  </a:lnTo>
                  <a:lnTo>
                    <a:pt x="73" y="281"/>
                  </a:lnTo>
                  <a:lnTo>
                    <a:pt x="72" y="280"/>
                  </a:lnTo>
                  <a:lnTo>
                    <a:pt x="69" y="278"/>
                  </a:lnTo>
                  <a:lnTo>
                    <a:pt x="68" y="276"/>
                  </a:lnTo>
                  <a:lnTo>
                    <a:pt x="68" y="275"/>
                  </a:lnTo>
                  <a:lnTo>
                    <a:pt x="67" y="271"/>
                  </a:lnTo>
                  <a:lnTo>
                    <a:pt x="68" y="265"/>
                  </a:lnTo>
                  <a:lnTo>
                    <a:pt x="71" y="260"/>
                  </a:lnTo>
                  <a:lnTo>
                    <a:pt x="72" y="253"/>
                  </a:lnTo>
                  <a:lnTo>
                    <a:pt x="79" y="246"/>
                  </a:lnTo>
                  <a:lnTo>
                    <a:pt x="68" y="243"/>
                  </a:lnTo>
                  <a:lnTo>
                    <a:pt x="61" y="236"/>
                  </a:lnTo>
                  <a:lnTo>
                    <a:pt x="62" y="235"/>
                  </a:lnTo>
                  <a:lnTo>
                    <a:pt x="59" y="237"/>
                  </a:lnTo>
                  <a:lnTo>
                    <a:pt x="48" y="220"/>
                  </a:lnTo>
                  <a:lnTo>
                    <a:pt x="55" y="217"/>
                  </a:lnTo>
                  <a:lnTo>
                    <a:pt x="55" y="214"/>
                  </a:lnTo>
                  <a:lnTo>
                    <a:pt x="52" y="215"/>
                  </a:lnTo>
                  <a:lnTo>
                    <a:pt x="48" y="209"/>
                  </a:lnTo>
                  <a:lnTo>
                    <a:pt x="47" y="204"/>
                  </a:lnTo>
                  <a:lnTo>
                    <a:pt x="41" y="199"/>
                  </a:lnTo>
                  <a:lnTo>
                    <a:pt x="40" y="201"/>
                  </a:lnTo>
                  <a:lnTo>
                    <a:pt x="38" y="198"/>
                  </a:lnTo>
                  <a:lnTo>
                    <a:pt x="36" y="193"/>
                  </a:lnTo>
                  <a:lnTo>
                    <a:pt x="33" y="190"/>
                  </a:lnTo>
                  <a:lnTo>
                    <a:pt x="32" y="181"/>
                  </a:lnTo>
                  <a:lnTo>
                    <a:pt x="25" y="177"/>
                  </a:lnTo>
                  <a:lnTo>
                    <a:pt x="19" y="176"/>
                  </a:lnTo>
                  <a:lnTo>
                    <a:pt x="18" y="174"/>
                  </a:lnTo>
                  <a:lnTo>
                    <a:pt x="19" y="173"/>
                  </a:lnTo>
                  <a:lnTo>
                    <a:pt x="20" y="171"/>
                  </a:lnTo>
                  <a:lnTo>
                    <a:pt x="26" y="169"/>
                  </a:lnTo>
                  <a:lnTo>
                    <a:pt x="26" y="166"/>
                  </a:lnTo>
                  <a:lnTo>
                    <a:pt x="25" y="164"/>
                  </a:lnTo>
                  <a:lnTo>
                    <a:pt x="24" y="160"/>
                  </a:lnTo>
                  <a:lnTo>
                    <a:pt x="26" y="157"/>
                  </a:lnTo>
                  <a:lnTo>
                    <a:pt x="35" y="155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41" y="157"/>
                  </a:lnTo>
                  <a:lnTo>
                    <a:pt x="52" y="152"/>
                  </a:lnTo>
                  <a:lnTo>
                    <a:pt x="54" y="149"/>
                  </a:lnTo>
                  <a:lnTo>
                    <a:pt x="56" y="146"/>
                  </a:lnTo>
                  <a:lnTo>
                    <a:pt x="62" y="144"/>
                  </a:lnTo>
                  <a:lnTo>
                    <a:pt x="63" y="135"/>
                  </a:lnTo>
                  <a:lnTo>
                    <a:pt x="66" y="127"/>
                  </a:lnTo>
                  <a:lnTo>
                    <a:pt x="70" y="123"/>
                  </a:lnTo>
                  <a:lnTo>
                    <a:pt x="71" y="120"/>
                  </a:lnTo>
                  <a:lnTo>
                    <a:pt x="73" y="119"/>
                  </a:lnTo>
                  <a:lnTo>
                    <a:pt x="75" y="115"/>
                  </a:lnTo>
                  <a:lnTo>
                    <a:pt x="77" y="108"/>
                  </a:lnTo>
                  <a:lnTo>
                    <a:pt x="83" y="102"/>
                  </a:lnTo>
                  <a:lnTo>
                    <a:pt x="70" y="97"/>
                  </a:lnTo>
                  <a:lnTo>
                    <a:pt x="66" y="95"/>
                  </a:lnTo>
                  <a:lnTo>
                    <a:pt x="69" y="88"/>
                  </a:lnTo>
                  <a:lnTo>
                    <a:pt x="71" y="85"/>
                  </a:lnTo>
                  <a:lnTo>
                    <a:pt x="79" y="81"/>
                  </a:lnTo>
                  <a:lnTo>
                    <a:pt x="79" y="76"/>
                  </a:lnTo>
                  <a:lnTo>
                    <a:pt x="80" y="71"/>
                  </a:lnTo>
                  <a:lnTo>
                    <a:pt x="82" y="68"/>
                  </a:lnTo>
                  <a:lnTo>
                    <a:pt x="81" y="65"/>
                  </a:lnTo>
                  <a:lnTo>
                    <a:pt x="77" y="64"/>
                  </a:lnTo>
                  <a:lnTo>
                    <a:pt x="76" y="62"/>
                  </a:lnTo>
                  <a:lnTo>
                    <a:pt x="76" y="57"/>
                  </a:lnTo>
                  <a:lnTo>
                    <a:pt x="79" y="51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77" y="43"/>
                  </a:lnTo>
                  <a:lnTo>
                    <a:pt x="82" y="39"/>
                  </a:lnTo>
                  <a:lnTo>
                    <a:pt x="85" y="32"/>
                  </a:lnTo>
                  <a:lnTo>
                    <a:pt x="97" y="12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1" name="Freeform 14">
              <a:extLst>
                <a:ext uri="{FF2B5EF4-FFF2-40B4-BE49-F238E27FC236}">
                  <a16:creationId xmlns:a16="http://schemas.microsoft.com/office/drawing/2014/main" id="{707C266F-2E66-48AD-AAAF-45BA9ADF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306" y="3106429"/>
              <a:ext cx="1520037" cy="1073643"/>
            </a:xfrm>
            <a:custGeom>
              <a:avLst/>
              <a:gdLst>
                <a:gd name="T0" fmla="*/ 785 w 1454"/>
                <a:gd name="T1" fmla="*/ 7 h 1027"/>
                <a:gd name="T2" fmla="*/ 867 w 1454"/>
                <a:gd name="T3" fmla="*/ 32 h 1027"/>
                <a:gd name="T4" fmla="*/ 971 w 1454"/>
                <a:gd name="T5" fmla="*/ 52 h 1027"/>
                <a:gd name="T6" fmla="*/ 968 w 1454"/>
                <a:gd name="T7" fmla="*/ 133 h 1027"/>
                <a:gd name="T8" fmla="*/ 1038 w 1454"/>
                <a:gd name="T9" fmla="*/ 177 h 1027"/>
                <a:gd name="T10" fmla="*/ 1092 w 1454"/>
                <a:gd name="T11" fmla="*/ 206 h 1027"/>
                <a:gd name="T12" fmla="*/ 1150 w 1454"/>
                <a:gd name="T13" fmla="*/ 259 h 1027"/>
                <a:gd name="T14" fmla="*/ 1211 w 1454"/>
                <a:gd name="T15" fmla="*/ 239 h 1027"/>
                <a:gd name="T16" fmla="*/ 1251 w 1454"/>
                <a:gd name="T17" fmla="*/ 188 h 1027"/>
                <a:gd name="T18" fmla="*/ 1309 w 1454"/>
                <a:gd name="T19" fmla="*/ 141 h 1027"/>
                <a:gd name="T20" fmla="*/ 1374 w 1454"/>
                <a:gd name="T21" fmla="*/ 75 h 1027"/>
                <a:gd name="T22" fmla="*/ 1426 w 1454"/>
                <a:gd name="T23" fmla="*/ 131 h 1027"/>
                <a:gd name="T24" fmla="*/ 1438 w 1454"/>
                <a:gd name="T25" fmla="*/ 221 h 1027"/>
                <a:gd name="T26" fmla="*/ 1399 w 1454"/>
                <a:gd name="T27" fmla="*/ 315 h 1027"/>
                <a:gd name="T28" fmla="*/ 1386 w 1454"/>
                <a:gd name="T29" fmla="*/ 416 h 1027"/>
                <a:gd name="T30" fmla="*/ 1454 w 1454"/>
                <a:gd name="T31" fmla="*/ 522 h 1027"/>
                <a:gd name="T32" fmla="*/ 1429 w 1454"/>
                <a:gd name="T33" fmla="*/ 609 h 1027"/>
                <a:gd name="T34" fmla="*/ 1332 w 1454"/>
                <a:gd name="T35" fmla="*/ 600 h 1027"/>
                <a:gd name="T36" fmla="*/ 1265 w 1454"/>
                <a:gd name="T37" fmla="*/ 530 h 1027"/>
                <a:gd name="T38" fmla="*/ 1177 w 1454"/>
                <a:gd name="T39" fmla="*/ 523 h 1027"/>
                <a:gd name="T40" fmla="*/ 1104 w 1454"/>
                <a:gd name="T41" fmla="*/ 599 h 1027"/>
                <a:gd name="T42" fmla="*/ 1099 w 1454"/>
                <a:gd name="T43" fmla="*/ 705 h 1027"/>
                <a:gd name="T44" fmla="*/ 1158 w 1454"/>
                <a:gd name="T45" fmla="*/ 734 h 1027"/>
                <a:gd name="T46" fmla="*/ 1171 w 1454"/>
                <a:gd name="T47" fmla="*/ 786 h 1027"/>
                <a:gd name="T48" fmla="*/ 1188 w 1454"/>
                <a:gd name="T49" fmla="*/ 890 h 1027"/>
                <a:gd name="T50" fmla="*/ 1138 w 1454"/>
                <a:gd name="T51" fmla="*/ 960 h 1027"/>
                <a:gd name="T52" fmla="*/ 1066 w 1454"/>
                <a:gd name="T53" fmla="*/ 877 h 1027"/>
                <a:gd name="T54" fmla="*/ 1032 w 1454"/>
                <a:gd name="T55" fmla="*/ 790 h 1027"/>
                <a:gd name="T56" fmla="*/ 937 w 1454"/>
                <a:gd name="T57" fmla="*/ 807 h 1027"/>
                <a:gd name="T58" fmla="*/ 844 w 1454"/>
                <a:gd name="T59" fmla="*/ 854 h 1027"/>
                <a:gd name="T60" fmla="*/ 768 w 1454"/>
                <a:gd name="T61" fmla="*/ 892 h 1027"/>
                <a:gd name="T62" fmla="*/ 678 w 1454"/>
                <a:gd name="T63" fmla="*/ 821 h 1027"/>
                <a:gd name="T64" fmla="*/ 637 w 1454"/>
                <a:gd name="T65" fmla="*/ 696 h 1027"/>
                <a:gd name="T66" fmla="*/ 640 w 1454"/>
                <a:gd name="T67" fmla="*/ 638 h 1027"/>
                <a:gd name="T68" fmla="*/ 571 w 1454"/>
                <a:gd name="T69" fmla="*/ 645 h 1027"/>
                <a:gd name="T70" fmla="*/ 490 w 1454"/>
                <a:gd name="T71" fmla="*/ 698 h 1027"/>
                <a:gd name="T72" fmla="*/ 493 w 1454"/>
                <a:gd name="T73" fmla="*/ 772 h 1027"/>
                <a:gd name="T74" fmla="*/ 500 w 1454"/>
                <a:gd name="T75" fmla="*/ 860 h 1027"/>
                <a:gd name="T76" fmla="*/ 450 w 1454"/>
                <a:gd name="T77" fmla="*/ 965 h 1027"/>
                <a:gd name="T78" fmla="*/ 368 w 1454"/>
                <a:gd name="T79" fmla="*/ 990 h 1027"/>
                <a:gd name="T80" fmla="*/ 335 w 1454"/>
                <a:gd name="T81" fmla="*/ 859 h 1027"/>
                <a:gd name="T82" fmla="*/ 347 w 1454"/>
                <a:gd name="T83" fmla="*/ 759 h 1027"/>
                <a:gd name="T84" fmla="*/ 324 w 1454"/>
                <a:gd name="T85" fmla="*/ 677 h 1027"/>
                <a:gd name="T86" fmla="*/ 290 w 1454"/>
                <a:gd name="T87" fmla="*/ 613 h 1027"/>
                <a:gd name="T88" fmla="*/ 296 w 1454"/>
                <a:gd name="T89" fmla="*/ 534 h 1027"/>
                <a:gd name="T90" fmla="*/ 230 w 1454"/>
                <a:gd name="T91" fmla="*/ 514 h 1027"/>
                <a:gd name="T92" fmla="*/ 188 w 1454"/>
                <a:gd name="T93" fmla="*/ 559 h 1027"/>
                <a:gd name="T94" fmla="*/ 73 w 1454"/>
                <a:gd name="T95" fmla="*/ 567 h 1027"/>
                <a:gd name="T96" fmla="*/ 22 w 1454"/>
                <a:gd name="T97" fmla="*/ 559 h 1027"/>
                <a:gd name="T98" fmla="*/ 6 w 1454"/>
                <a:gd name="T99" fmla="*/ 481 h 1027"/>
                <a:gd name="T100" fmla="*/ 35 w 1454"/>
                <a:gd name="T101" fmla="*/ 417 h 1027"/>
                <a:gd name="T102" fmla="*/ 93 w 1454"/>
                <a:gd name="T103" fmla="*/ 375 h 1027"/>
                <a:gd name="T104" fmla="*/ 142 w 1454"/>
                <a:gd name="T105" fmla="*/ 347 h 1027"/>
                <a:gd name="T106" fmla="*/ 190 w 1454"/>
                <a:gd name="T107" fmla="*/ 291 h 1027"/>
                <a:gd name="T108" fmla="*/ 261 w 1454"/>
                <a:gd name="T109" fmla="*/ 298 h 1027"/>
                <a:gd name="T110" fmla="*/ 324 w 1454"/>
                <a:gd name="T111" fmla="*/ 220 h 1027"/>
                <a:gd name="T112" fmla="*/ 396 w 1454"/>
                <a:gd name="T113" fmla="*/ 223 h 1027"/>
                <a:gd name="T114" fmla="*/ 477 w 1454"/>
                <a:gd name="T115" fmla="*/ 176 h 1027"/>
                <a:gd name="T116" fmla="*/ 578 w 1454"/>
                <a:gd name="T117" fmla="*/ 193 h 1027"/>
                <a:gd name="T118" fmla="*/ 648 w 1454"/>
                <a:gd name="T119" fmla="*/ 188 h 1027"/>
                <a:gd name="T120" fmla="*/ 685 w 1454"/>
                <a:gd name="T121" fmla="*/ 109 h 1027"/>
                <a:gd name="T122" fmla="*/ 671 w 1454"/>
                <a:gd name="T123" fmla="*/ 12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4" h="1027">
                  <a:moveTo>
                    <a:pt x="714" y="10"/>
                  </a:moveTo>
                  <a:lnTo>
                    <a:pt x="714" y="16"/>
                  </a:lnTo>
                  <a:lnTo>
                    <a:pt x="717" y="19"/>
                  </a:lnTo>
                  <a:lnTo>
                    <a:pt x="718" y="19"/>
                  </a:lnTo>
                  <a:lnTo>
                    <a:pt x="724" y="16"/>
                  </a:lnTo>
                  <a:lnTo>
                    <a:pt x="733" y="14"/>
                  </a:lnTo>
                  <a:lnTo>
                    <a:pt x="737" y="14"/>
                  </a:lnTo>
                  <a:lnTo>
                    <a:pt x="744" y="9"/>
                  </a:lnTo>
                  <a:lnTo>
                    <a:pt x="749" y="8"/>
                  </a:lnTo>
                  <a:lnTo>
                    <a:pt x="753" y="4"/>
                  </a:lnTo>
                  <a:lnTo>
                    <a:pt x="757" y="5"/>
                  </a:lnTo>
                  <a:lnTo>
                    <a:pt x="766" y="14"/>
                  </a:lnTo>
                  <a:lnTo>
                    <a:pt x="767" y="13"/>
                  </a:lnTo>
                  <a:lnTo>
                    <a:pt x="770" y="15"/>
                  </a:lnTo>
                  <a:lnTo>
                    <a:pt x="777" y="16"/>
                  </a:lnTo>
                  <a:lnTo>
                    <a:pt x="780" y="15"/>
                  </a:lnTo>
                  <a:lnTo>
                    <a:pt x="783" y="13"/>
                  </a:lnTo>
                  <a:lnTo>
                    <a:pt x="785" y="7"/>
                  </a:lnTo>
                  <a:lnTo>
                    <a:pt x="796" y="8"/>
                  </a:lnTo>
                  <a:lnTo>
                    <a:pt x="801" y="7"/>
                  </a:lnTo>
                  <a:lnTo>
                    <a:pt x="807" y="7"/>
                  </a:lnTo>
                  <a:lnTo>
                    <a:pt x="814" y="3"/>
                  </a:lnTo>
                  <a:lnTo>
                    <a:pt x="815" y="4"/>
                  </a:lnTo>
                  <a:lnTo>
                    <a:pt x="817" y="8"/>
                  </a:lnTo>
                  <a:lnTo>
                    <a:pt x="820" y="12"/>
                  </a:lnTo>
                  <a:lnTo>
                    <a:pt x="829" y="15"/>
                  </a:lnTo>
                  <a:lnTo>
                    <a:pt x="836" y="13"/>
                  </a:lnTo>
                  <a:lnTo>
                    <a:pt x="837" y="16"/>
                  </a:lnTo>
                  <a:lnTo>
                    <a:pt x="834" y="18"/>
                  </a:lnTo>
                  <a:lnTo>
                    <a:pt x="835" y="19"/>
                  </a:lnTo>
                  <a:lnTo>
                    <a:pt x="837" y="21"/>
                  </a:lnTo>
                  <a:lnTo>
                    <a:pt x="844" y="25"/>
                  </a:lnTo>
                  <a:lnTo>
                    <a:pt x="851" y="25"/>
                  </a:lnTo>
                  <a:lnTo>
                    <a:pt x="858" y="27"/>
                  </a:lnTo>
                  <a:lnTo>
                    <a:pt x="862" y="27"/>
                  </a:lnTo>
                  <a:lnTo>
                    <a:pt x="867" y="32"/>
                  </a:lnTo>
                  <a:lnTo>
                    <a:pt x="870" y="33"/>
                  </a:lnTo>
                  <a:lnTo>
                    <a:pt x="880" y="32"/>
                  </a:lnTo>
                  <a:lnTo>
                    <a:pt x="883" y="31"/>
                  </a:lnTo>
                  <a:lnTo>
                    <a:pt x="895" y="32"/>
                  </a:lnTo>
                  <a:lnTo>
                    <a:pt x="904" y="39"/>
                  </a:lnTo>
                  <a:lnTo>
                    <a:pt x="910" y="43"/>
                  </a:lnTo>
                  <a:lnTo>
                    <a:pt x="918" y="51"/>
                  </a:lnTo>
                  <a:lnTo>
                    <a:pt x="921" y="50"/>
                  </a:lnTo>
                  <a:lnTo>
                    <a:pt x="924" y="51"/>
                  </a:lnTo>
                  <a:lnTo>
                    <a:pt x="934" y="59"/>
                  </a:lnTo>
                  <a:lnTo>
                    <a:pt x="938" y="61"/>
                  </a:lnTo>
                  <a:lnTo>
                    <a:pt x="939" y="61"/>
                  </a:lnTo>
                  <a:lnTo>
                    <a:pt x="941" y="59"/>
                  </a:lnTo>
                  <a:lnTo>
                    <a:pt x="950" y="57"/>
                  </a:lnTo>
                  <a:lnTo>
                    <a:pt x="952" y="55"/>
                  </a:lnTo>
                  <a:lnTo>
                    <a:pt x="956" y="49"/>
                  </a:lnTo>
                  <a:lnTo>
                    <a:pt x="962" y="51"/>
                  </a:lnTo>
                  <a:lnTo>
                    <a:pt x="971" y="52"/>
                  </a:lnTo>
                  <a:lnTo>
                    <a:pt x="973" y="56"/>
                  </a:lnTo>
                  <a:lnTo>
                    <a:pt x="968" y="60"/>
                  </a:lnTo>
                  <a:lnTo>
                    <a:pt x="965" y="60"/>
                  </a:lnTo>
                  <a:lnTo>
                    <a:pt x="965" y="64"/>
                  </a:lnTo>
                  <a:lnTo>
                    <a:pt x="968" y="69"/>
                  </a:lnTo>
                  <a:lnTo>
                    <a:pt x="978" y="76"/>
                  </a:lnTo>
                  <a:lnTo>
                    <a:pt x="981" y="88"/>
                  </a:lnTo>
                  <a:lnTo>
                    <a:pt x="977" y="91"/>
                  </a:lnTo>
                  <a:lnTo>
                    <a:pt x="975" y="95"/>
                  </a:lnTo>
                  <a:lnTo>
                    <a:pt x="976" y="98"/>
                  </a:lnTo>
                  <a:lnTo>
                    <a:pt x="968" y="105"/>
                  </a:lnTo>
                  <a:lnTo>
                    <a:pt x="968" y="109"/>
                  </a:lnTo>
                  <a:lnTo>
                    <a:pt x="968" y="111"/>
                  </a:lnTo>
                  <a:lnTo>
                    <a:pt x="965" y="117"/>
                  </a:lnTo>
                  <a:lnTo>
                    <a:pt x="967" y="122"/>
                  </a:lnTo>
                  <a:lnTo>
                    <a:pt x="970" y="125"/>
                  </a:lnTo>
                  <a:lnTo>
                    <a:pt x="968" y="131"/>
                  </a:lnTo>
                  <a:lnTo>
                    <a:pt x="968" y="133"/>
                  </a:lnTo>
                  <a:lnTo>
                    <a:pt x="969" y="144"/>
                  </a:lnTo>
                  <a:lnTo>
                    <a:pt x="971" y="145"/>
                  </a:lnTo>
                  <a:lnTo>
                    <a:pt x="969" y="149"/>
                  </a:lnTo>
                  <a:lnTo>
                    <a:pt x="969" y="150"/>
                  </a:lnTo>
                  <a:lnTo>
                    <a:pt x="970" y="151"/>
                  </a:lnTo>
                  <a:lnTo>
                    <a:pt x="972" y="151"/>
                  </a:lnTo>
                  <a:lnTo>
                    <a:pt x="978" y="155"/>
                  </a:lnTo>
                  <a:lnTo>
                    <a:pt x="984" y="155"/>
                  </a:lnTo>
                  <a:lnTo>
                    <a:pt x="987" y="158"/>
                  </a:lnTo>
                  <a:lnTo>
                    <a:pt x="988" y="160"/>
                  </a:lnTo>
                  <a:lnTo>
                    <a:pt x="992" y="162"/>
                  </a:lnTo>
                  <a:lnTo>
                    <a:pt x="997" y="162"/>
                  </a:lnTo>
                  <a:lnTo>
                    <a:pt x="1002" y="168"/>
                  </a:lnTo>
                  <a:lnTo>
                    <a:pt x="1018" y="176"/>
                  </a:lnTo>
                  <a:lnTo>
                    <a:pt x="1024" y="177"/>
                  </a:lnTo>
                  <a:lnTo>
                    <a:pt x="1027" y="175"/>
                  </a:lnTo>
                  <a:lnTo>
                    <a:pt x="1033" y="173"/>
                  </a:lnTo>
                  <a:lnTo>
                    <a:pt x="1038" y="177"/>
                  </a:lnTo>
                  <a:lnTo>
                    <a:pt x="1040" y="177"/>
                  </a:lnTo>
                  <a:lnTo>
                    <a:pt x="1044" y="176"/>
                  </a:lnTo>
                  <a:lnTo>
                    <a:pt x="1047" y="173"/>
                  </a:lnTo>
                  <a:lnTo>
                    <a:pt x="1048" y="173"/>
                  </a:lnTo>
                  <a:lnTo>
                    <a:pt x="1050" y="175"/>
                  </a:lnTo>
                  <a:lnTo>
                    <a:pt x="1052" y="180"/>
                  </a:lnTo>
                  <a:lnTo>
                    <a:pt x="1052" y="185"/>
                  </a:lnTo>
                  <a:lnTo>
                    <a:pt x="1057" y="186"/>
                  </a:lnTo>
                  <a:lnTo>
                    <a:pt x="1058" y="189"/>
                  </a:lnTo>
                  <a:lnTo>
                    <a:pt x="1063" y="189"/>
                  </a:lnTo>
                  <a:lnTo>
                    <a:pt x="1071" y="193"/>
                  </a:lnTo>
                  <a:lnTo>
                    <a:pt x="1074" y="191"/>
                  </a:lnTo>
                  <a:lnTo>
                    <a:pt x="1078" y="191"/>
                  </a:lnTo>
                  <a:lnTo>
                    <a:pt x="1080" y="189"/>
                  </a:lnTo>
                  <a:lnTo>
                    <a:pt x="1081" y="190"/>
                  </a:lnTo>
                  <a:lnTo>
                    <a:pt x="1082" y="193"/>
                  </a:lnTo>
                  <a:lnTo>
                    <a:pt x="1089" y="199"/>
                  </a:lnTo>
                  <a:lnTo>
                    <a:pt x="1092" y="206"/>
                  </a:lnTo>
                  <a:lnTo>
                    <a:pt x="1097" y="207"/>
                  </a:lnTo>
                  <a:lnTo>
                    <a:pt x="1099" y="213"/>
                  </a:lnTo>
                  <a:lnTo>
                    <a:pt x="1107" y="219"/>
                  </a:lnTo>
                  <a:lnTo>
                    <a:pt x="1107" y="224"/>
                  </a:lnTo>
                  <a:lnTo>
                    <a:pt x="1107" y="231"/>
                  </a:lnTo>
                  <a:lnTo>
                    <a:pt x="1109" y="235"/>
                  </a:lnTo>
                  <a:lnTo>
                    <a:pt x="1114" y="237"/>
                  </a:lnTo>
                  <a:lnTo>
                    <a:pt x="1126" y="235"/>
                  </a:lnTo>
                  <a:lnTo>
                    <a:pt x="1131" y="237"/>
                  </a:lnTo>
                  <a:lnTo>
                    <a:pt x="1135" y="236"/>
                  </a:lnTo>
                  <a:lnTo>
                    <a:pt x="1136" y="238"/>
                  </a:lnTo>
                  <a:lnTo>
                    <a:pt x="1139" y="240"/>
                  </a:lnTo>
                  <a:lnTo>
                    <a:pt x="1139" y="243"/>
                  </a:lnTo>
                  <a:lnTo>
                    <a:pt x="1139" y="248"/>
                  </a:lnTo>
                  <a:lnTo>
                    <a:pt x="1144" y="251"/>
                  </a:lnTo>
                  <a:lnTo>
                    <a:pt x="1147" y="255"/>
                  </a:lnTo>
                  <a:lnTo>
                    <a:pt x="1148" y="258"/>
                  </a:lnTo>
                  <a:lnTo>
                    <a:pt x="1150" y="259"/>
                  </a:lnTo>
                  <a:lnTo>
                    <a:pt x="1156" y="259"/>
                  </a:lnTo>
                  <a:lnTo>
                    <a:pt x="1160" y="256"/>
                  </a:lnTo>
                  <a:lnTo>
                    <a:pt x="1161" y="253"/>
                  </a:lnTo>
                  <a:lnTo>
                    <a:pt x="1163" y="253"/>
                  </a:lnTo>
                  <a:lnTo>
                    <a:pt x="1164" y="251"/>
                  </a:lnTo>
                  <a:lnTo>
                    <a:pt x="1167" y="252"/>
                  </a:lnTo>
                  <a:lnTo>
                    <a:pt x="1168" y="251"/>
                  </a:lnTo>
                  <a:lnTo>
                    <a:pt x="1177" y="252"/>
                  </a:lnTo>
                  <a:lnTo>
                    <a:pt x="1180" y="250"/>
                  </a:lnTo>
                  <a:lnTo>
                    <a:pt x="1181" y="248"/>
                  </a:lnTo>
                  <a:lnTo>
                    <a:pt x="1188" y="249"/>
                  </a:lnTo>
                  <a:lnTo>
                    <a:pt x="1190" y="252"/>
                  </a:lnTo>
                  <a:lnTo>
                    <a:pt x="1196" y="248"/>
                  </a:lnTo>
                  <a:lnTo>
                    <a:pt x="1200" y="248"/>
                  </a:lnTo>
                  <a:lnTo>
                    <a:pt x="1202" y="245"/>
                  </a:lnTo>
                  <a:lnTo>
                    <a:pt x="1207" y="245"/>
                  </a:lnTo>
                  <a:lnTo>
                    <a:pt x="1210" y="242"/>
                  </a:lnTo>
                  <a:lnTo>
                    <a:pt x="1211" y="239"/>
                  </a:lnTo>
                  <a:lnTo>
                    <a:pt x="1217" y="234"/>
                  </a:lnTo>
                  <a:lnTo>
                    <a:pt x="1220" y="230"/>
                  </a:lnTo>
                  <a:lnTo>
                    <a:pt x="1224" y="230"/>
                  </a:lnTo>
                  <a:lnTo>
                    <a:pt x="1227" y="232"/>
                  </a:lnTo>
                  <a:lnTo>
                    <a:pt x="1235" y="231"/>
                  </a:lnTo>
                  <a:lnTo>
                    <a:pt x="1239" y="229"/>
                  </a:lnTo>
                  <a:lnTo>
                    <a:pt x="1243" y="230"/>
                  </a:lnTo>
                  <a:lnTo>
                    <a:pt x="1248" y="230"/>
                  </a:lnTo>
                  <a:lnTo>
                    <a:pt x="1248" y="226"/>
                  </a:lnTo>
                  <a:lnTo>
                    <a:pt x="1250" y="224"/>
                  </a:lnTo>
                  <a:lnTo>
                    <a:pt x="1251" y="209"/>
                  </a:lnTo>
                  <a:lnTo>
                    <a:pt x="1251" y="207"/>
                  </a:lnTo>
                  <a:lnTo>
                    <a:pt x="1246" y="202"/>
                  </a:lnTo>
                  <a:lnTo>
                    <a:pt x="1245" y="200"/>
                  </a:lnTo>
                  <a:lnTo>
                    <a:pt x="1246" y="197"/>
                  </a:lnTo>
                  <a:lnTo>
                    <a:pt x="1245" y="195"/>
                  </a:lnTo>
                  <a:lnTo>
                    <a:pt x="1248" y="193"/>
                  </a:lnTo>
                  <a:lnTo>
                    <a:pt x="1251" y="188"/>
                  </a:lnTo>
                  <a:lnTo>
                    <a:pt x="1254" y="173"/>
                  </a:lnTo>
                  <a:lnTo>
                    <a:pt x="1257" y="169"/>
                  </a:lnTo>
                  <a:lnTo>
                    <a:pt x="1256" y="163"/>
                  </a:lnTo>
                  <a:lnTo>
                    <a:pt x="1256" y="155"/>
                  </a:lnTo>
                  <a:lnTo>
                    <a:pt x="1257" y="155"/>
                  </a:lnTo>
                  <a:lnTo>
                    <a:pt x="1276" y="158"/>
                  </a:lnTo>
                  <a:lnTo>
                    <a:pt x="1296" y="164"/>
                  </a:lnTo>
                  <a:lnTo>
                    <a:pt x="1300" y="168"/>
                  </a:lnTo>
                  <a:lnTo>
                    <a:pt x="1303" y="163"/>
                  </a:lnTo>
                  <a:lnTo>
                    <a:pt x="1305" y="162"/>
                  </a:lnTo>
                  <a:lnTo>
                    <a:pt x="1311" y="161"/>
                  </a:lnTo>
                  <a:lnTo>
                    <a:pt x="1316" y="161"/>
                  </a:lnTo>
                  <a:lnTo>
                    <a:pt x="1316" y="161"/>
                  </a:lnTo>
                  <a:lnTo>
                    <a:pt x="1316" y="155"/>
                  </a:lnTo>
                  <a:lnTo>
                    <a:pt x="1311" y="150"/>
                  </a:lnTo>
                  <a:lnTo>
                    <a:pt x="1308" y="145"/>
                  </a:lnTo>
                  <a:lnTo>
                    <a:pt x="1308" y="143"/>
                  </a:lnTo>
                  <a:lnTo>
                    <a:pt x="1309" y="141"/>
                  </a:lnTo>
                  <a:lnTo>
                    <a:pt x="1309" y="136"/>
                  </a:lnTo>
                  <a:lnTo>
                    <a:pt x="1311" y="132"/>
                  </a:lnTo>
                  <a:lnTo>
                    <a:pt x="1319" y="131"/>
                  </a:lnTo>
                  <a:lnTo>
                    <a:pt x="1321" y="131"/>
                  </a:lnTo>
                  <a:lnTo>
                    <a:pt x="1325" y="128"/>
                  </a:lnTo>
                  <a:lnTo>
                    <a:pt x="1326" y="123"/>
                  </a:lnTo>
                  <a:lnTo>
                    <a:pt x="1326" y="117"/>
                  </a:lnTo>
                  <a:lnTo>
                    <a:pt x="1327" y="114"/>
                  </a:lnTo>
                  <a:lnTo>
                    <a:pt x="1331" y="106"/>
                  </a:lnTo>
                  <a:lnTo>
                    <a:pt x="1335" y="101"/>
                  </a:lnTo>
                  <a:lnTo>
                    <a:pt x="1334" y="95"/>
                  </a:lnTo>
                  <a:lnTo>
                    <a:pt x="1337" y="95"/>
                  </a:lnTo>
                  <a:lnTo>
                    <a:pt x="1338" y="93"/>
                  </a:lnTo>
                  <a:lnTo>
                    <a:pt x="1340" y="87"/>
                  </a:lnTo>
                  <a:lnTo>
                    <a:pt x="1346" y="84"/>
                  </a:lnTo>
                  <a:lnTo>
                    <a:pt x="1360" y="86"/>
                  </a:lnTo>
                  <a:lnTo>
                    <a:pt x="1371" y="75"/>
                  </a:lnTo>
                  <a:lnTo>
                    <a:pt x="1374" y="75"/>
                  </a:lnTo>
                  <a:lnTo>
                    <a:pt x="1381" y="79"/>
                  </a:lnTo>
                  <a:lnTo>
                    <a:pt x="1384" y="84"/>
                  </a:lnTo>
                  <a:lnTo>
                    <a:pt x="1388" y="90"/>
                  </a:lnTo>
                  <a:lnTo>
                    <a:pt x="1392" y="95"/>
                  </a:lnTo>
                  <a:lnTo>
                    <a:pt x="1397" y="97"/>
                  </a:lnTo>
                  <a:lnTo>
                    <a:pt x="1398" y="99"/>
                  </a:lnTo>
                  <a:lnTo>
                    <a:pt x="1403" y="103"/>
                  </a:lnTo>
                  <a:lnTo>
                    <a:pt x="1403" y="109"/>
                  </a:lnTo>
                  <a:lnTo>
                    <a:pt x="1400" y="119"/>
                  </a:lnTo>
                  <a:lnTo>
                    <a:pt x="1400" y="120"/>
                  </a:lnTo>
                  <a:lnTo>
                    <a:pt x="1403" y="123"/>
                  </a:lnTo>
                  <a:lnTo>
                    <a:pt x="1405" y="125"/>
                  </a:lnTo>
                  <a:lnTo>
                    <a:pt x="1412" y="125"/>
                  </a:lnTo>
                  <a:lnTo>
                    <a:pt x="1412" y="127"/>
                  </a:lnTo>
                  <a:lnTo>
                    <a:pt x="1414" y="128"/>
                  </a:lnTo>
                  <a:lnTo>
                    <a:pt x="1420" y="129"/>
                  </a:lnTo>
                  <a:lnTo>
                    <a:pt x="1425" y="128"/>
                  </a:lnTo>
                  <a:lnTo>
                    <a:pt x="1426" y="131"/>
                  </a:lnTo>
                  <a:lnTo>
                    <a:pt x="1436" y="136"/>
                  </a:lnTo>
                  <a:lnTo>
                    <a:pt x="1440" y="141"/>
                  </a:lnTo>
                  <a:lnTo>
                    <a:pt x="1442" y="141"/>
                  </a:lnTo>
                  <a:lnTo>
                    <a:pt x="1442" y="142"/>
                  </a:lnTo>
                  <a:lnTo>
                    <a:pt x="1453" y="146"/>
                  </a:lnTo>
                  <a:lnTo>
                    <a:pt x="1451" y="148"/>
                  </a:lnTo>
                  <a:lnTo>
                    <a:pt x="1450" y="153"/>
                  </a:lnTo>
                  <a:lnTo>
                    <a:pt x="1450" y="164"/>
                  </a:lnTo>
                  <a:lnTo>
                    <a:pt x="1447" y="175"/>
                  </a:lnTo>
                  <a:lnTo>
                    <a:pt x="1443" y="180"/>
                  </a:lnTo>
                  <a:lnTo>
                    <a:pt x="1444" y="182"/>
                  </a:lnTo>
                  <a:lnTo>
                    <a:pt x="1443" y="189"/>
                  </a:lnTo>
                  <a:lnTo>
                    <a:pt x="1442" y="193"/>
                  </a:lnTo>
                  <a:lnTo>
                    <a:pt x="1442" y="199"/>
                  </a:lnTo>
                  <a:lnTo>
                    <a:pt x="1434" y="206"/>
                  </a:lnTo>
                  <a:lnTo>
                    <a:pt x="1434" y="208"/>
                  </a:lnTo>
                  <a:lnTo>
                    <a:pt x="1436" y="212"/>
                  </a:lnTo>
                  <a:lnTo>
                    <a:pt x="1438" y="221"/>
                  </a:lnTo>
                  <a:lnTo>
                    <a:pt x="1437" y="229"/>
                  </a:lnTo>
                  <a:lnTo>
                    <a:pt x="1436" y="234"/>
                  </a:lnTo>
                  <a:lnTo>
                    <a:pt x="1438" y="242"/>
                  </a:lnTo>
                  <a:lnTo>
                    <a:pt x="1436" y="244"/>
                  </a:lnTo>
                  <a:lnTo>
                    <a:pt x="1438" y="250"/>
                  </a:lnTo>
                  <a:lnTo>
                    <a:pt x="1433" y="259"/>
                  </a:lnTo>
                  <a:lnTo>
                    <a:pt x="1434" y="263"/>
                  </a:lnTo>
                  <a:lnTo>
                    <a:pt x="1433" y="266"/>
                  </a:lnTo>
                  <a:lnTo>
                    <a:pt x="1428" y="270"/>
                  </a:lnTo>
                  <a:lnTo>
                    <a:pt x="1426" y="272"/>
                  </a:lnTo>
                  <a:lnTo>
                    <a:pt x="1426" y="275"/>
                  </a:lnTo>
                  <a:lnTo>
                    <a:pt x="1428" y="279"/>
                  </a:lnTo>
                  <a:lnTo>
                    <a:pt x="1425" y="283"/>
                  </a:lnTo>
                  <a:lnTo>
                    <a:pt x="1426" y="290"/>
                  </a:lnTo>
                  <a:lnTo>
                    <a:pt x="1420" y="304"/>
                  </a:lnTo>
                  <a:lnTo>
                    <a:pt x="1414" y="311"/>
                  </a:lnTo>
                  <a:lnTo>
                    <a:pt x="1405" y="312"/>
                  </a:lnTo>
                  <a:lnTo>
                    <a:pt x="1399" y="315"/>
                  </a:lnTo>
                  <a:lnTo>
                    <a:pt x="1398" y="317"/>
                  </a:lnTo>
                  <a:lnTo>
                    <a:pt x="1400" y="321"/>
                  </a:lnTo>
                  <a:lnTo>
                    <a:pt x="1406" y="325"/>
                  </a:lnTo>
                  <a:lnTo>
                    <a:pt x="1414" y="338"/>
                  </a:lnTo>
                  <a:lnTo>
                    <a:pt x="1417" y="352"/>
                  </a:lnTo>
                  <a:lnTo>
                    <a:pt x="1417" y="356"/>
                  </a:lnTo>
                  <a:lnTo>
                    <a:pt x="1415" y="362"/>
                  </a:lnTo>
                  <a:lnTo>
                    <a:pt x="1412" y="362"/>
                  </a:lnTo>
                  <a:lnTo>
                    <a:pt x="1409" y="362"/>
                  </a:lnTo>
                  <a:lnTo>
                    <a:pt x="1389" y="379"/>
                  </a:lnTo>
                  <a:lnTo>
                    <a:pt x="1383" y="383"/>
                  </a:lnTo>
                  <a:lnTo>
                    <a:pt x="1384" y="385"/>
                  </a:lnTo>
                  <a:lnTo>
                    <a:pt x="1388" y="390"/>
                  </a:lnTo>
                  <a:lnTo>
                    <a:pt x="1390" y="393"/>
                  </a:lnTo>
                  <a:lnTo>
                    <a:pt x="1396" y="401"/>
                  </a:lnTo>
                  <a:lnTo>
                    <a:pt x="1395" y="410"/>
                  </a:lnTo>
                  <a:lnTo>
                    <a:pt x="1392" y="414"/>
                  </a:lnTo>
                  <a:lnTo>
                    <a:pt x="1386" y="416"/>
                  </a:lnTo>
                  <a:lnTo>
                    <a:pt x="1385" y="417"/>
                  </a:lnTo>
                  <a:lnTo>
                    <a:pt x="1378" y="431"/>
                  </a:lnTo>
                  <a:lnTo>
                    <a:pt x="1373" y="435"/>
                  </a:lnTo>
                  <a:lnTo>
                    <a:pt x="1371" y="439"/>
                  </a:lnTo>
                  <a:lnTo>
                    <a:pt x="1371" y="444"/>
                  </a:lnTo>
                  <a:lnTo>
                    <a:pt x="1375" y="455"/>
                  </a:lnTo>
                  <a:lnTo>
                    <a:pt x="1376" y="462"/>
                  </a:lnTo>
                  <a:lnTo>
                    <a:pt x="1376" y="472"/>
                  </a:lnTo>
                  <a:lnTo>
                    <a:pt x="1382" y="485"/>
                  </a:lnTo>
                  <a:lnTo>
                    <a:pt x="1382" y="493"/>
                  </a:lnTo>
                  <a:lnTo>
                    <a:pt x="1384" y="496"/>
                  </a:lnTo>
                  <a:lnTo>
                    <a:pt x="1386" y="496"/>
                  </a:lnTo>
                  <a:lnTo>
                    <a:pt x="1390" y="497"/>
                  </a:lnTo>
                  <a:lnTo>
                    <a:pt x="1398" y="493"/>
                  </a:lnTo>
                  <a:lnTo>
                    <a:pt x="1414" y="492"/>
                  </a:lnTo>
                  <a:lnTo>
                    <a:pt x="1419" y="491"/>
                  </a:lnTo>
                  <a:lnTo>
                    <a:pt x="1433" y="502"/>
                  </a:lnTo>
                  <a:lnTo>
                    <a:pt x="1454" y="522"/>
                  </a:lnTo>
                  <a:lnTo>
                    <a:pt x="1454" y="525"/>
                  </a:lnTo>
                  <a:lnTo>
                    <a:pt x="1450" y="528"/>
                  </a:lnTo>
                  <a:lnTo>
                    <a:pt x="1449" y="532"/>
                  </a:lnTo>
                  <a:lnTo>
                    <a:pt x="1451" y="541"/>
                  </a:lnTo>
                  <a:lnTo>
                    <a:pt x="1449" y="548"/>
                  </a:lnTo>
                  <a:lnTo>
                    <a:pt x="1451" y="552"/>
                  </a:lnTo>
                  <a:lnTo>
                    <a:pt x="1449" y="559"/>
                  </a:lnTo>
                  <a:lnTo>
                    <a:pt x="1448" y="564"/>
                  </a:lnTo>
                  <a:lnTo>
                    <a:pt x="1444" y="569"/>
                  </a:lnTo>
                  <a:lnTo>
                    <a:pt x="1442" y="573"/>
                  </a:lnTo>
                  <a:lnTo>
                    <a:pt x="1442" y="580"/>
                  </a:lnTo>
                  <a:lnTo>
                    <a:pt x="1445" y="586"/>
                  </a:lnTo>
                  <a:lnTo>
                    <a:pt x="1439" y="595"/>
                  </a:lnTo>
                  <a:lnTo>
                    <a:pt x="1441" y="601"/>
                  </a:lnTo>
                  <a:lnTo>
                    <a:pt x="1437" y="603"/>
                  </a:lnTo>
                  <a:lnTo>
                    <a:pt x="1432" y="603"/>
                  </a:lnTo>
                  <a:lnTo>
                    <a:pt x="1431" y="604"/>
                  </a:lnTo>
                  <a:lnTo>
                    <a:pt x="1429" y="609"/>
                  </a:lnTo>
                  <a:lnTo>
                    <a:pt x="1425" y="615"/>
                  </a:lnTo>
                  <a:lnTo>
                    <a:pt x="1422" y="612"/>
                  </a:lnTo>
                  <a:lnTo>
                    <a:pt x="1416" y="611"/>
                  </a:lnTo>
                  <a:lnTo>
                    <a:pt x="1414" y="609"/>
                  </a:lnTo>
                  <a:lnTo>
                    <a:pt x="1398" y="593"/>
                  </a:lnTo>
                  <a:lnTo>
                    <a:pt x="1396" y="592"/>
                  </a:lnTo>
                  <a:lnTo>
                    <a:pt x="1391" y="592"/>
                  </a:lnTo>
                  <a:lnTo>
                    <a:pt x="1385" y="599"/>
                  </a:lnTo>
                  <a:lnTo>
                    <a:pt x="1379" y="599"/>
                  </a:lnTo>
                  <a:lnTo>
                    <a:pt x="1359" y="588"/>
                  </a:lnTo>
                  <a:lnTo>
                    <a:pt x="1353" y="586"/>
                  </a:lnTo>
                  <a:lnTo>
                    <a:pt x="1347" y="586"/>
                  </a:lnTo>
                  <a:lnTo>
                    <a:pt x="1344" y="586"/>
                  </a:lnTo>
                  <a:lnTo>
                    <a:pt x="1343" y="587"/>
                  </a:lnTo>
                  <a:lnTo>
                    <a:pt x="1341" y="594"/>
                  </a:lnTo>
                  <a:lnTo>
                    <a:pt x="1337" y="600"/>
                  </a:lnTo>
                  <a:lnTo>
                    <a:pt x="1334" y="601"/>
                  </a:lnTo>
                  <a:lnTo>
                    <a:pt x="1332" y="600"/>
                  </a:lnTo>
                  <a:lnTo>
                    <a:pt x="1325" y="592"/>
                  </a:lnTo>
                  <a:lnTo>
                    <a:pt x="1312" y="596"/>
                  </a:lnTo>
                  <a:lnTo>
                    <a:pt x="1308" y="594"/>
                  </a:lnTo>
                  <a:lnTo>
                    <a:pt x="1300" y="592"/>
                  </a:lnTo>
                  <a:lnTo>
                    <a:pt x="1299" y="590"/>
                  </a:lnTo>
                  <a:lnTo>
                    <a:pt x="1300" y="582"/>
                  </a:lnTo>
                  <a:lnTo>
                    <a:pt x="1296" y="577"/>
                  </a:lnTo>
                  <a:lnTo>
                    <a:pt x="1295" y="571"/>
                  </a:lnTo>
                  <a:lnTo>
                    <a:pt x="1292" y="568"/>
                  </a:lnTo>
                  <a:lnTo>
                    <a:pt x="1286" y="567"/>
                  </a:lnTo>
                  <a:lnTo>
                    <a:pt x="1278" y="561"/>
                  </a:lnTo>
                  <a:lnTo>
                    <a:pt x="1273" y="563"/>
                  </a:lnTo>
                  <a:lnTo>
                    <a:pt x="1268" y="567"/>
                  </a:lnTo>
                  <a:lnTo>
                    <a:pt x="1266" y="567"/>
                  </a:lnTo>
                  <a:lnTo>
                    <a:pt x="1260" y="562"/>
                  </a:lnTo>
                  <a:lnTo>
                    <a:pt x="1259" y="553"/>
                  </a:lnTo>
                  <a:lnTo>
                    <a:pt x="1256" y="545"/>
                  </a:lnTo>
                  <a:lnTo>
                    <a:pt x="1265" y="530"/>
                  </a:lnTo>
                  <a:lnTo>
                    <a:pt x="1270" y="523"/>
                  </a:lnTo>
                  <a:lnTo>
                    <a:pt x="1262" y="514"/>
                  </a:lnTo>
                  <a:lnTo>
                    <a:pt x="1257" y="507"/>
                  </a:lnTo>
                  <a:lnTo>
                    <a:pt x="1256" y="503"/>
                  </a:lnTo>
                  <a:lnTo>
                    <a:pt x="1255" y="496"/>
                  </a:lnTo>
                  <a:lnTo>
                    <a:pt x="1246" y="499"/>
                  </a:lnTo>
                  <a:lnTo>
                    <a:pt x="1241" y="504"/>
                  </a:lnTo>
                  <a:lnTo>
                    <a:pt x="1239" y="510"/>
                  </a:lnTo>
                  <a:lnTo>
                    <a:pt x="1235" y="515"/>
                  </a:lnTo>
                  <a:lnTo>
                    <a:pt x="1234" y="515"/>
                  </a:lnTo>
                  <a:lnTo>
                    <a:pt x="1225" y="510"/>
                  </a:lnTo>
                  <a:lnTo>
                    <a:pt x="1218" y="510"/>
                  </a:lnTo>
                  <a:lnTo>
                    <a:pt x="1217" y="506"/>
                  </a:lnTo>
                  <a:lnTo>
                    <a:pt x="1215" y="504"/>
                  </a:lnTo>
                  <a:lnTo>
                    <a:pt x="1197" y="515"/>
                  </a:lnTo>
                  <a:lnTo>
                    <a:pt x="1186" y="518"/>
                  </a:lnTo>
                  <a:lnTo>
                    <a:pt x="1183" y="521"/>
                  </a:lnTo>
                  <a:lnTo>
                    <a:pt x="1177" y="523"/>
                  </a:lnTo>
                  <a:lnTo>
                    <a:pt x="1171" y="528"/>
                  </a:lnTo>
                  <a:lnTo>
                    <a:pt x="1169" y="529"/>
                  </a:lnTo>
                  <a:lnTo>
                    <a:pt x="1158" y="528"/>
                  </a:lnTo>
                  <a:lnTo>
                    <a:pt x="1150" y="523"/>
                  </a:lnTo>
                  <a:lnTo>
                    <a:pt x="1147" y="523"/>
                  </a:lnTo>
                  <a:lnTo>
                    <a:pt x="1145" y="529"/>
                  </a:lnTo>
                  <a:lnTo>
                    <a:pt x="1143" y="542"/>
                  </a:lnTo>
                  <a:lnTo>
                    <a:pt x="1146" y="550"/>
                  </a:lnTo>
                  <a:lnTo>
                    <a:pt x="1145" y="556"/>
                  </a:lnTo>
                  <a:lnTo>
                    <a:pt x="1137" y="564"/>
                  </a:lnTo>
                  <a:lnTo>
                    <a:pt x="1130" y="564"/>
                  </a:lnTo>
                  <a:lnTo>
                    <a:pt x="1129" y="566"/>
                  </a:lnTo>
                  <a:lnTo>
                    <a:pt x="1132" y="571"/>
                  </a:lnTo>
                  <a:lnTo>
                    <a:pt x="1131" y="578"/>
                  </a:lnTo>
                  <a:lnTo>
                    <a:pt x="1123" y="583"/>
                  </a:lnTo>
                  <a:lnTo>
                    <a:pt x="1120" y="592"/>
                  </a:lnTo>
                  <a:lnTo>
                    <a:pt x="1114" y="597"/>
                  </a:lnTo>
                  <a:lnTo>
                    <a:pt x="1104" y="599"/>
                  </a:lnTo>
                  <a:lnTo>
                    <a:pt x="1101" y="604"/>
                  </a:lnTo>
                  <a:lnTo>
                    <a:pt x="1101" y="608"/>
                  </a:lnTo>
                  <a:lnTo>
                    <a:pt x="1105" y="612"/>
                  </a:lnTo>
                  <a:lnTo>
                    <a:pt x="1109" y="623"/>
                  </a:lnTo>
                  <a:lnTo>
                    <a:pt x="1109" y="627"/>
                  </a:lnTo>
                  <a:lnTo>
                    <a:pt x="1107" y="633"/>
                  </a:lnTo>
                  <a:lnTo>
                    <a:pt x="1099" y="641"/>
                  </a:lnTo>
                  <a:lnTo>
                    <a:pt x="1101" y="646"/>
                  </a:lnTo>
                  <a:lnTo>
                    <a:pt x="1104" y="651"/>
                  </a:lnTo>
                  <a:lnTo>
                    <a:pt x="1101" y="660"/>
                  </a:lnTo>
                  <a:lnTo>
                    <a:pt x="1104" y="665"/>
                  </a:lnTo>
                  <a:lnTo>
                    <a:pt x="1100" y="671"/>
                  </a:lnTo>
                  <a:lnTo>
                    <a:pt x="1099" y="674"/>
                  </a:lnTo>
                  <a:lnTo>
                    <a:pt x="1107" y="682"/>
                  </a:lnTo>
                  <a:lnTo>
                    <a:pt x="1108" y="690"/>
                  </a:lnTo>
                  <a:lnTo>
                    <a:pt x="1108" y="693"/>
                  </a:lnTo>
                  <a:lnTo>
                    <a:pt x="1103" y="698"/>
                  </a:lnTo>
                  <a:lnTo>
                    <a:pt x="1099" y="705"/>
                  </a:lnTo>
                  <a:lnTo>
                    <a:pt x="1099" y="709"/>
                  </a:lnTo>
                  <a:lnTo>
                    <a:pt x="1097" y="712"/>
                  </a:lnTo>
                  <a:lnTo>
                    <a:pt x="1101" y="716"/>
                  </a:lnTo>
                  <a:lnTo>
                    <a:pt x="1111" y="718"/>
                  </a:lnTo>
                  <a:lnTo>
                    <a:pt x="1112" y="730"/>
                  </a:lnTo>
                  <a:lnTo>
                    <a:pt x="1115" y="733"/>
                  </a:lnTo>
                  <a:lnTo>
                    <a:pt x="1118" y="734"/>
                  </a:lnTo>
                  <a:lnTo>
                    <a:pt x="1123" y="732"/>
                  </a:lnTo>
                  <a:lnTo>
                    <a:pt x="1126" y="732"/>
                  </a:lnTo>
                  <a:lnTo>
                    <a:pt x="1129" y="734"/>
                  </a:lnTo>
                  <a:lnTo>
                    <a:pt x="1129" y="739"/>
                  </a:lnTo>
                  <a:lnTo>
                    <a:pt x="1130" y="739"/>
                  </a:lnTo>
                  <a:lnTo>
                    <a:pt x="1139" y="738"/>
                  </a:lnTo>
                  <a:lnTo>
                    <a:pt x="1142" y="740"/>
                  </a:lnTo>
                  <a:lnTo>
                    <a:pt x="1144" y="740"/>
                  </a:lnTo>
                  <a:lnTo>
                    <a:pt x="1151" y="732"/>
                  </a:lnTo>
                  <a:lnTo>
                    <a:pt x="1154" y="732"/>
                  </a:lnTo>
                  <a:lnTo>
                    <a:pt x="1158" y="734"/>
                  </a:lnTo>
                  <a:lnTo>
                    <a:pt x="1165" y="729"/>
                  </a:lnTo>
                  <a:lnTo>
                    <a:pt x="1168" y="728"/>
                  </a:lnTo>
                  <a:lnTo>
                    <a:pt x="1174" y="731"/>
                  </a:lnTo>
                  <a:lnTo>
                    <a:pt x="1177" y="731"/>
                  </a:lnTo>
                  <a:lnTo>
                    <a:pt x="1179" y="732"/>
                  </a:lnTo>
                  <a:lnTo>
                    <a:pt x="1183" y="738"/>
                  </a:lnTo>
                  <a:lnTo>
                    <a:pt x="1183" y="747"/>
                  </a:lnTo>
                  <a:lnTo>
                    <a:pt x="1183" y="750"/>
                  </a:lnTo>
                  <a:lnTo>
                    <a:pt x="1190" y="746"/>
                  </a:lnTo>
                  <a:lnTo>
                    <a:pt x="1192" y="745"/>
                  </a:lnTo>
                  <a:lnTo>
                    <a:pt x="1197" y="752"/>
                  </a:lnTo>
                  <a:lnTo>
                    <a:pt x="1197" y="755"/>
                  </a:lnTo>
                  <a:lnTo>
                    <a:pt x="1194" y="759"/>
                  </a:lnTo>
                  <a:lnTo>
                    <a:pt x="1195" y="768"/>
                  </a:lnTo>
                  <a:lnTo>
                    <a:pt x="1194" y="777"/>
                  </a:lnTo>
                  <a:lnTo>
                    <a:pt x="1190" y="780"/>
                  </a:lnTo>
                  <a:lnTo>
                    <a:pt x="1177" y="780"/>
                  </a:lnTo>
                  <a:lnTo>
                    <a:pt x="1171" y="786"/>
                  </a:lnTo>
                  <a:lnTo>
                    <a:pt x="1167" y="789"/>
                  </a:lnTo>
                  <a:lnTo>
                    <a:pt x="1166" y="799"/>
                  </a:lnTo>
                  <a:lnTo>
                    <a:pt x="1168" y="808"/>
                  </a:lnTo>
                  <a:lnTo>
                    <a:pt x="1155" y="818"/>
                  </a:lnTo>
                  <a:lnTo>
                    <a:pt x="1151" y="818"/>
                  </a:lnTo>
                  <a:lnTo>
                    <a:pt x="1152" y="826"/>
                  </a:lnTo>
                  <a:lnTo>
                    <a:pt x="1150" y="832"/>
                  </a:lnTo>
                  <a:lnTo>
                    <a:pt x="1149" y="842"/>
                  </a:lnTo>
                  <a:lnTo>
                    <a:pt x="1150" y="845"/>
                  </a:lnTo>
                  <a:lnTo>
                    <a:pt x="1155" y="852"/>
                  </a:lnTo>
                  <a:lnTo>
                    <a:pt x="1158" y="862"/>
                  </a:lnTo>
                  <a:lnTo>
                    <a:pt x="1165" y="867"/>
                  </a:lnTo>
                  <a:lnTo>
                    <a:pt x="1174" y="873"/>
                  </a:lnTo>
                  <a:lnTo>
                    <a:pt x="1175" y="878"/>
                  </a:lnTo>
                  <a:lnTo>
                    <a:pt x="1179" y="882"/>
                  </a:lnTo>
                  <a:lnTo>
                    <a:pt x="1187" y="886"/>
                  </a:lnTo>
                  <a:lnTo>
                    <a:pt x="1188" y="888"/>
                  </a:lnTo>
                  <a:lnTo>
                    <a:pt x="1188" y="890"/>
                  </a:lnTo>
                  <a:lnTo>
                    <a:pt x="1187" y="894"/>
                  </a:lnTo>
                  <a:lnTo>
                    <a:pt x="1194" y="898"/>
                  </a:lnTo>
                  <a:lnTo>
                    <a:pt x="1194" y="908"/>
                  </a:lnTo>
                  <a:lnTo>
                    <a:pt x="1198" y="911"/>
                  </a:lnTo>
                  <a:lnTo>
                    <a:pt x="1200" y="915"/>
                  </a:lnTo>
                  <a:lnTo>
                    <a:pt x="1205" y="925"/>
                  </a:lnTo>
                  <a:lnTo>
                    <a:pt x="1205" y="928"/>
                  </a:lnTo>
                  <a:lnTo>
                    <a:pt x="1205" y="930"/>
                  </a:lnTo>
                  <a:lnTo>
                    <a:pt x="1202" y="933"/>
                  </a:lnTo>
                  <a:lnTo>
                    <a:pt x="1185" y="947"/>
                  </a:lnTo>
                  <a:lnTo>
                    <a:pt x="1183" y="952"/>
                  </a:lnTo>
                  <a:lnTo>
                    <a:pt x="1181" y="957"/>
                  </a:lnTo>
                  <a:lnTo>
                    <a:pt x="1172" y="963"/>
                  </a:lnTo>
                  <a:lnTo>
                    <a:pt x="1161" y="965"/>
                  </a:lnTo>
                  <a:lnTo>
                    <a:pt x="1157" y="963"/>
                  </a:lnTo>
                  <a:lnTo>
                    <a:pt x="1153" y="963"/>
                  </a:lnTo>
                  <a:lnTo>
                    <a:pt x="1147" y="960"/>
                  </a:lnTo>
                  <a:lnTo>
                    <a:pt x="1138" y="960"/>
                  </a:lnTo>
                  <a:lnTo>
                    <a:pt x="1131" y="962"/>
                  </a:lnTo>
                  <a:lnTo>
                    <a:pt x="1124" y="971"/>
                  </a:lnTo>
                  <a:lnTo>
                    <a:pt x="1121" y="972"/>
                  </a:lnTo>
                  <a:lnTo>
                    <a:pt x="1119" y="971"/>
                  </a:lnTo>
                  <a:lnTo>
                    <a:pt x="1113" y="965"/>
                  </a:lnTo>
                  <a:lnTo>
                    <a:pt x="1101" y="958"/>
                  </a:lnTo>
                  <a:lnTo>
                    <a:pt x="1102" y="956"/>
                  </a:lnTo>
                  <a:lnTo>
                    <a:pt x="1107" y="952"/>
                  </a:lnTo>
                  <a:lnTo>
                    <a:pt x="1109" y="949"/>
                  </a:lnTo>
                  <a:lnTo>
                    <a:pt x="1109" y="944"/>
                  </a:lnTo>
                  <a:lnTo>
                    <a:pt x="1114" y="936"/>
                  </a:lnTo>
                  <a:lnTo>
                    <a:pt x="1109" y="918"/>
                  </a:lnTo>
                  <a:lnTo>
                    <a:pt x="1097" y="909"/>
                  </a:lnTo>
                  <a:lnTo>
                    <a:pt x="1089" y="905"/>
                  </a:lnTo>
                  <a:lnTo>
                    <a:pt x="1066" y="897"/>
                  </a:lnTo>
                  <a:lnTo>
                    <a:pt x="1061" y="889"/>
                  </a:lnTo>
                  <a:lnTo>
                    <a:pt x="1060" y="884"/>
                  </a:lnTo>
                  <a:lnTo>
                    <a:pt x="1066" y="877"/>
                  </a:lnTo>
                  <a:lnTo>
                    <a:pt x="1066" y="874"/>
                  </a:lnTo>
                  <a:lnTo>
                    <a:pt x="1064" y="870"/>
                  </a:lnTo>
                  <a:lnTo>
                    <a:pt x="1066" y="867"/>
                  </a:lnTo>
                  <a:lnTo>
                    <a:pt x="1067" y="862"/>
                  </a:lnTo>
                  <a:lnTo>
                    <a:pt x="1064" y="863"/>
                  </a:lnTo>
                  <a:lnTo>
                    <a:pt x="1063" y="862"/>
                  </a:lnTo>
                  <a:lnTo>
                    <a:pt x="1056" y="858"/>
                  </a:lnTo>
                  <a:lnTo>
                    <a:pt x="1051" y="852"/>
                  </a:lnTo>
                  <a:lnTo>
                    <a:pt x="1055" y="840"/>
                  </a:lnTo>
                  <a:lnTo>
                    <a:pt x="1062" y="831"/>
                  </a:lnTo>
                  <a:lnTo>
                    <a:pt x="1063" y="819"/>
                  </a:lnTo>
                  <a:lnTo>
                    <a:pt x="1062" y="818"/>
                  </a:lnTo>
                  <a:lnTo>
                    <a:pt x="1055" y="819"/>
                  </a:lnTo>
                  <a:lnTo>
                    <a:pt x="1054" y="818"/>
                  </a:lnTo>
                  <a:lnTo>
                    <a:pt x="1038" y="805"/>
                  </a:lnTo>
                  <a:lnTo>
                    <a:pt x="1031" y="796"/>
                  </a:lnTo>
                  <a:lnTo>
                    <a:pt x="1031" y="794"/>
                  </a:lnTo>
                  <a:lnTo>
                    <a:pt x="1032" y="790"/>
                  </a:lnTo>
                  <a:lnTo>
                    <a:pt x="1031" y="789"/>
                  </a:lnTo>
                  <a:lnTo>
                    <a:pt x="1027" y="788"/>
                  </a:lnTo>
                  <a:lnTo>
                    <a:pt x="1013" y="794"/>
                  </a:lnTo>
                  <a:lnTo>
                    <a:pt x="1010" y="802"/>
                  </a:lnTo>
                  <a:lnTo>
                    <a:pt x="1007" y="803"/>
                  </a:lnTo>
                  <a:lnTo>
                    <a:pt x="1005" y="796"/>
                  </a:lnTo>
                  <a:lnTo>
                    <a:pt x="1000" y="796"/>
                  </a:lnTo>
                  <a:lnTo>
                    <a:pt x="996" y="787"/>
                  </a:lnTo>
                  <a:lnTo>
                    <a:pt x="992" y="786"/>
                  </a:lnTo>
                  <a:lnTo>
                    <a:pt x="976" y="794"/>
                  </a:lnTo>
                  <a:lnTo>
                    <a:pt x="972" y="801"/>
                  </a:lnTo>
                  <a:lnTo>
                    <a:pt x="965" y="806"/>
                  </a:lnTo>
                  <a:lnTo>
                    <a:pt x="963" y="806"/>
                  </a:lnTo>
                  <a:lnTo>
                    <a:pt x="958" y="804"/>
                  </a:lnTo>
                  <a:lnTo>
                    <a:pt x="947" y="805"/>
                  </a:lnTo>
                  <a:lnTo>
                    <a:pt x="945" y="807"/>
                  </a:lnTo>
                  <a:lnTo>
                    <a:pt x="940" y="807"/>
                  </a:lnTo>
                  <a:lnTo>
                    <a:pt x="937" y="807"/>
                  </a:lnTo>
                  <a:lnTo>
                    <a:pt x="926" y="819"/>
                  </a:lnTo>
                  <a:lnTo>
                    <a:pt x="916" y="823"/>
                  </a:lnTo>
                  <a:lnTo>
                    <a:pt x="909" y="828"/>
                  </a:lnTo>
                  <a:lnTo>
                    <a:pt x="899" y="830"/>
                  </a:lnTo>
                  <a:lnTo>
                    <a:pt x="890" y="838"/>
                  </a:lnTo>
                  <a:lnTo>
                    <a:pt x="884" y="837"/>
                  </a:lnTo>
                  <a:lnTo>
                    <a:pt x="882" y="836"/>
                  </a:lnTo>
                  <a:lnTo>
                    <a:pt x="870" y="825"/>
                  </a:lnTo>
                  <a:lnTo>
                    <a:pt x="867" y="824"/>
                  </a:lnTo>
                  <a:lnTo>
                    <a:pt x="864" y="820"/>
                  </a:lnTo>
                  <a:lnTo>
                    <a:pt x="858" y="821"/>
                  </a:lnTo>
                  <a:lnTo>
                    <a:pt x="853" y="826"/>
                  </a:lnTo>
                  <a:lnTo>
                    <a:pt x="849" y="828"/>
                  </a:lnTo>
                  <a:lnTo>
                    <a:pt x="848" y="829"/>
                  </a:lnTo>
                  <a:lnTo>
                    <a:pt x="850" y="840"/>
                  </a:lnTo>
                  <a:lnTo>
                    <a:pt x="843" y="847"/>
                  </a:lnTo>
                  <a:lnTo>
                    <a:pt x="842" y="851"/>
                  </a:lnTo>
                  <a:lnTo>
                    <a:pt x="844" y="854"/>
                  </a:lnTo>
                  <a:lnTo>
                    <a:pt x="848" y="856"/>
                  </a:lnTo>
                  <a:lnTo>
                    <a:pt x="848" y="862"/>
                  </a:lnTo>
                  <a:lnTo>
                    <a:pt x="848" y="866"/>
                  </a:lnTo>
                  <a:lnTo>
                    <a:pt x="844" y="870"/>
                  </a:lnTo>
                  <a:lnTo>
                    <a:pt x="841" y="875"/>
                  </a:lnTo>
                  <a:lnTo>
                    <a:pt x="839" y="886"/>
                  </a:lnTo>
                  <a:lnTo>
                    <a:pt x="831" y="888"/>
                  </a:lnTo>
                  <a:lnTo>
                    <a:pt x="823" y="885"/>
                  </a:lnTo>
                  <a:lnTo>
                    <a:pt x="820" y="885"/>
                  </a:lnTo>
                  <a:lnTo>
                    <a:pt x="815" y="881"/>
                  </a:lnTo>
                  <a:lnTo>
                    <a:pt x="812" y="876"/>
                  </a:lnTo>
                  <a:lnTo>
                    <a:pt x="808" y="875"/>
                  </a:lnTo>
                  <a:lnTo>
                    <a:pt x="807" y="876"/>
                  </a:lnTo>
                  <a:lnTo>
                    <a:pt x="804" y="881"/>
                  </a:lnTo>
                  <a:lnTo>
                    <a:pt x="798" y="882"/>
                  </a:lnTo>
                  <a:lnTo>
                    <a:pt x="782" y="894"/>
                  </a:lnTo>
                  <a:lnTo>
                    <a:pt x="775" y="894"/>
                  </a:lnTo>
                  <a:lnTo>
                    <a:pt x="768" y="892"/>
                  </a:lnTo>
                  <a:lnTo>
                    <a:pt x="765" y="892"/>
                  </a:lnTo>
                  <a:lnTo>
                    <a:pt x="762" y="890"/>
                  </a:lnTo>
                  <a:lnTo>
                    <a:pt x="759" y="886"/>
                  </a:lnTo>
                  <a:lnTo>
                    <a:pt x="755" y="884"/>
                  </a:lnTo>
                  <a:lnTo>
                    <a:pt x="749" y="884"/>
                  </a:lnTo>
                  <a:lnTo>
                    <a:pt x="744" y="884"/>
                  </a:lnTo>
                  <a:lnTo>
                    <a:pt x="735" y="884"/>
                  </a:lnTo>
                  <a:lnTo>
                    <a:pt x="724" y="878"/>
                  </a:lnTo>
                  <a:lnTo>
                    <a:pt x="715" y="870"/>
                  </a:lnTo>
                  <a:lnTo>
                    <a:pt x="712" y="872"/>
                  </a:lnTo>
                  <a:lnTo>
                    <a:pt x="709" y="876"/>
                  </a:lnTo>
                  <a:lnTo>
                    <a:pt x="708" y="875"/>
                  </a:lnTo>
                  <a:lnTo>
                    <a:pt x="698" y="867"/>
                  </a:lnTo>
                  <a:lnTo>
                    <a:pt x="684" y="848"/>
                  </a:lnTo>
                  <a:lnTo>
                    <a:pt x="684" y="843"/>
                  </a:lnTo>
                  <a:lnTo>
                    <a:pt x="679" y="834"/>
                  </a:lnTo>
                  <a:lnTo>
                    <a:pt x="677" y="824"/>
                  </a:lnTo>
                  <a:lnTo>
                    <a:pt x="678" y="821"/>
                  </a:lnTo>
                  <a:lnTo>
                    <a:pt x="671" y="815"/>
                  </a:lnTo>
                  <a:lnTo>
                    <a:pt x="670" y="814"/>
                  </a:lnTo>
                  <a:lnTo>
                    <a:pt x="670" y="810"/>
                  </a:lnTo>
                  <a:lnTo>
                    <a:pt x="670" y="802"/>
                  </a:lnTo>
                  <a:lnTo>
                    <a:pt x="657" y="802"/>
                  </a:lnTo>
                  <a:lnTo>
                    <a:pt x="647" y="795"/>
                  </a:lnTo>
                  <a:lnTo>
                    <a:pt x="640" y="793"/>
                  </a:lnTo>
                  <a:lnTo>
                    <a:pt x="640" y="784"/>
                  </a:lnTo>
                  <a:lnTo>
                    <a:pt x="643" y="783"/>
                  </a:lnTo>
                  <a:lnTo>
                    <a:pt x="645" y="780"/>
                  </a:lnTo>
                  <a:lnTo>
                    <a:pt x="645" y="771"/>
                  </a:lnTo>
                  <a:lnTo>
                    <a:pt x="641" y="750"/>
                  </a:lnTo>
                  <a:lnTo>
                    <a:pt x="635" y="744"/>
                  </a:lnTo>
                  <a:lnTo>
                    <a:pt x="634" y="740"/>
                  </a:lnTo>
                  <a:lnTo>
                    <a:pt x="638" y="720"/>
                  </a:lnTo>
                  <a:lnTo>
                    <a:pt x="640" y="712"/>
                  </a:lnTo>
                  <a:lnTo>
                    <a:pt x="640" y="706"/>
                  </a:lnTo>
                  <a:lnTo>
                    <a:pt x="637" y="696"/>
                  </a:lnTo>
                  <a:lnTo>
                    <a:pt x="638" y="692"/>
                  </a:lnTo>
                  <a:lnTo>
                    <a:pt x="638" y="690"/>
                  </a:lnTo>
                  <a:lnTo>
                    <a:pt x="642" y="687"/>
                  </a:lnTo>
                  <a:lnTo>
                    <a:pt x="643" y="685"/>
                  </a:lnTo>
                  <a:lnTo>
                    <a:pt x="642" y="674"/>
                  </a:lnTo>
                  <a:lnTo>
                    <a:pt x="641" y="671"/>
                  </a:lnTo>
                  <a:lnTo>
                    <a:pt x="639" y="670"/>
                  </a:lnTo>
                  <a:lnTo>
                    <a:pt x="628" y="670"/>
                  </a:lnTo>
                  <a:lnTo>
                    <a:pt x="627" y="668"/>
                  </a:lnTo>
                  <a:lnTo>
                    <a:pt x="627" y="665"/>
                  </a:lnTo>
                  <a:lnTo>
                    <a:pt x="629" y="663"/>
                  </a:lnTo>
                  <a:lnTo>
                    <a:pt x="635" y="663"/>
                  </a:lnTo>
                  <a:lnTo>
                    <a:pt x="638" y="661"/>
                  </a:lnTo>
                  <a:lnTo>
                    <a:pt x="640" y="654"/>
                  </a:lnTo>
                  <a:lnTo>
                    <a:pt x="640" y="643"/>
                  </a:lnTo>
                  <a:lnTo>
                    <a:pt x="641" y="641"/>
                  </a:lnTo>
                  <a:lnTo>
                    <a:pt x="641" y="638"/>
                  </a:lnTo>
                  <a:lnTo>
                    <a:pt x="640" y="638"/>
                  </a:lnTo>
                  <a:lnTo>
                    <a:pt x="638" y="638"/>
                  </a:lnTo>
                  <a:lnTo>
                    <a:pt x="633" y="643"/>
                  </a:lnTo>
                  <a:lnTo>
                    <a:pt x="619" y="649"/>
                  </a:lnTo>
                  <a:lnTo>
                    <a:pt x="610" y="662"/>
                  </a:lnTo>
                  <a:lnTo>
                    <a:pt x="610" y="676"/>
                  </a:lnTo>
                  <a:lnTo>
                    <a:pt x="604" y="684"/>
                  </a:lnTo>
                  <a:lnTo>
                    <a:pt x="600" y="687"/>
                  </a:lnTo>
                  <a:lnTo>
                    <a:pt x="597" y="687"/>
                  </a:lnTo>
                  <a:lnTo>
                    <a:pt x="589" y="684"/>
                  </a:lnTo>
                  <a:lnTo>
                    <a:pt x="582" y="678"/>
                  </a:lnTo>
                  <a:lnTo>
                    <a:pt x="578" y="670"/>
                  </a:lnTo>
                  <a:lnTo>
                    <a:pt x="571" y="666"/>
                  </a:lnTo>
                  <a:lnTo>
                    <a:pt x="570" y="664"/>
                  </a:lnTo>
                  <a:lnTo>
                    <a:pt x="567" y="660"/>
                  </a:lnTo>
                  <a:lnTo>
                    <a:pt x="566" y="655"/>
                  </a:lnTo>
                  <a:lnTo>
                    <a:pt x="567" y="652"/>
                  </a:lnTo>
                  <a:lnTo>
                    <a:pt x="570" y="648"/>
                  </a:lnTo>
                  <a:lnTo>
                    <a:pt x="571" y="645"/>
                  </a:lnTo>
                  <a:lnTo>
                    <a:pt x="566" y="643"/>
                  </a:lnTo>
                  <a:lnTo>
                    <a:pt x="561" y="639"/>
                  </a:lnTo>
                  <a:lnTo>
                    <a:pt x="560" y="639"/>
                  </a:lnTo>
                  <a:lnTo>
                    <a:pt x="554" y="644"/>
                  </a:lnTo>
                  <a:lnTo>
                    <a:pt x="550" y="643"/>
                  </a:lnTo>
                  <a:lnTo>
                    <a:pt x="542" y="644"/>
                  </a:lnTo>
                  <a:lnTo>
                    <a:pt x="541" y="643"/>
                  </a:lnTo>
                  <a:lnTo>
                    <a:pt x="538" y="641"/>
                  </a:lnTo>
                  <a:lnTo>
                    <a:pt x="526" y="643"/>
                  </a:lnTo>
                  <a:lnTo>
                    <a:pt x="499" y="653"/>
                  </a:lnTo>
                  <a:lnTo>
                    <a:pt x="494" y="654"/>
                  </a:lnTo>
                  <a:lnTo>
                    <a:pt x="493" y="657"/>
                  </a:lnTo>
                  <a:lnTo>
                    <a:pt x="493" y="665"/>
                  </a:lnTo>
                  <a:lnTo>
                    <a:pt x="490" y="668"/>
                  </a:lnTo>
                  <a:lnTo>
                    <a:pt x="493" y="675"/>
                  </a:lnTo>
                  <a:lnTo>
                    <a:pt x="490" y="684"/>
                  </a:lnTo>
                  <a:lnTo>
                    <a:pt x="492" y="694"/>
                  </a:lnTo>
                  <a:lnTo>
                    <a:pt x="490" y="698"/>
                  </a:lnTo>
                  <a:lnTo>
                    <a:pt x="489" y="701"/>
                  </a:lnTo>
                  <a:lnTo>
                    <a:pt x="485" y="705"/>
                  </a:lnTo>
                  <a:lnTo>
                    <a:pt x="474" y="707"/>
                  </a:lnTo>
                  <a:lnTo>
                    <a:pt x="471" y="709"/>
                  </a:lnTo>
                  <a:lnTo>
                    <a:pt x="470" y="711"/>
                  </a:lnTo>
                  <a:lnTo>
                    <a:pt x="470" y="716"/>
                  </a:lnTo>
                  <a:lnTo>
                    <a:pt x="471" y="725"/>
                  </a:lnTo>
                  <a:lnTo>
                    <a:pt x="474" y="731"/>
                  </a:lnTo>
                  <a:lnTo>
                    <a:pt x="481" y="736"/>
                  </a:lnTo>
                  <a:lnTo>
                    <a:pt x="486" y="742"/>
                  </a:lnTo>
                  <a:lnTo>
                    <a:pt x="493" y="742"/>
                  </a:lnTo>
                  <a:lnTo>
                    <a:pt x="493" y="745"/>
                  </a:lnTo>
                  <a:lnTo>
                    <a:pt x="496" y="748"/>
                  </a:lnTo>
                  <a:lnTo>
                    <a:pt x="497" y="755"/>
                  </a:lnTo>
                  <a:lnTo>
                    <a:pt x="496" y="760"/>
                  </a:lnTo>
                  <a:lnTo>
                    <a:pt x="496" y="763"/>
                  </a:lnTo>
                  <a:lnTo>
                    <a:pt x="493" y="766"/>
                  </a:lnTo>
                  <a:lnTo>
                    <a:pt x="493" y="772"/>
                  </a:lnTo>
                  <a:lnTo>
                    <a:pt x="494" y="775"/>
                  </a:lnTo>
                  <a:lnTo>
                    <a:pt x="499" y="780"/>
                  </a:lnTo>
                  <a:lnTo>
                    <a:pt x="496" y="787"/>
                  </a:lnTo>
                  <a:lnTo>
                    <a:pt x="492" y="798"/>
                  </a:lnTo>
                  <a:lnTo>
                    <a:pt x="499" y="812"/>
                  </a:lnTo>
                  <a:lnTo>
                    <a:pt x="506" y="814"/>
                  </a:lnTo>
                  <a:lnTo>
                    <a:pt x="508" y="817"/>
                  </a:lnTo>
                  <a:lnTo>
                    <a:pt x="509" y="819"/>
                  </a:lnTo>
                  <a:lnTo>
                    <a:pt x="508" y="822"/>
                  </a:lnTo>
                  <a:lnTo>
                    <a:pt x="510" y="826"/>
                  </a:lnTo>
                  <a:lnTo>
                    <a:pt x="510" y="829"/>
                  </a:lnTo>
                  <a:lnTo>
                    <a:pt x="507" y="834"/>
                  </a:lnTo>
                  <a:lnTo>
                    <a:pt x="505" y="838"/>
                  </a:lnTo>
                  <a:lnTo>
                    <a:pt x="506" y="842"/>
                  </a:lnTo>
                  <a:lnTo>
                    <a:pt x="510" y="846"/>
                  </a:lnTo>
                  <a:lnTo>
                    <a:pt x="510" y="848"/>
                  </a:lnTo>
                  <a:lnTo>
                    <a:pt x="505" y="859"/>
                  </a:lnTo>
                  <a:lnTo>
                    <a:pt x="500" y="860"/>
                  </a:lnTo>
                  <a:lnTo>
                    <a:pt x="498" y="864"/>
                  </a:lnTo>
                  <a:lnTo>
                    <a:pt x="499" y="881"/>
                  </a:lnTo>
                  <a:lnTo>
                    <a:pt x="490" y="888"/>
                  </a:lnTo>
                  <a:lnTo>
                    <a:pt x="488" y="892"/>
                  </a:lnTo>
                  <a:lnTo>
                    <a:pt x="486" y="897"/>
                  </a:lnTo>
                  <a:lnTo>
                    <a:pt x="481" y="900"/>
                  </a:lnTo>
                  <a:lnTo>
                    <a:pt x="479" y="910"/>
                  </a:lnTo>
                  <a:lnTo>
                    <a:pt x="474" y="916"/>
                  </a:lnTo>
                  <a:lnTo>
                    <a:pt x="474" y="922"/>
                  </a:lnTo>
                  <a:lnTo>
                    <a:pt x="471" y="928"/>
                  </a:lnTo>
                  <a:lnTo>
                    <a:pt x="472" y="933"/>
                  </a:lnTo>
                  <a:lnTo>
                    <a:pt x="471" y="953"/>
                  </a:lnTo>
                  <a:lnTo>
                    <a:pt x="470" y="955"/>
                  </a:lnTo>
                  <a:lnTo>
                    <a:pt x="467" y="955"/>
                  </a:lnTo>
                  <a:lnTo>
                    <a:pt x="460" y="954"/>
                  </a:lnTo>
                  <a:lnTo>
                    <a:pt x="455" y="956"/>
                  </a:lnTo>
                  <a:lnTo>
                    <a:pt x="449" y="955"/>
                  </a:lnTo>
                  <a:lnTo>
                    <a:pt x="450" y="965"/>
                  </a:lnTo>
                  <a:lnTo>
                    <a:pt x="447" y="974"/>
                  </a:lnTo>
                  <a:lnTo>
                    <a:pt x="444" y="979"/>
                  </a:lnTo>
                  <a:lnTo>
                    <a:pt x="436" y="981"/>
                  </a:lnTo>
                  <a:lnTo>
                    <a:pt x="433" y="985"/>
                  </a:lnTo>
                  <a:lnTo>
                    <a:pt x="428" y="1003"/>
                  </a:lnTo>
                  <a:lnTo>
                    <a:pt x="429" y="1009"/>
                  </a:lnTo>
                  <a:lnTo>
                    <a:pt x="428" y="1015"/>
                  </a:lnTo>
                  <a:lnTo>
                    <a:pt x="420" y="1023"/>
                  </a:lnTo>
                  <a:lnTo>
                    <a:pt x="417" y="1027"/>
                  </a:lnTo>
                  <a:lnTo>
                    <a:pt x="411" y="1025"/>
                  </a:lnTo>
                  <a:lnTo>
                    <a:pt x="403" y="1027"/>
                  </a:lnTo>
                  <a:lnTo>
                    <a:pt x="403" y="1027"/>
                  </a:lnTo>
                  <a:lnTo>
                    <a:pt x="398" y="1026"/>
                  </a:lnTo>
                  <a:lnTo>
                    <a:pt x="390" y="1018"/>
                  </a:lnTo>
                  <a:lnTo>
                    <a:pt x="384" y="1015"/>
                  </a:lnTo>
                  <a:lnTo>
                    <a:pt x="381" y="1009"/>
                  </a:lnTo>
                  <a:lnTo>
                    <a:pt x="380" y="1004"/>
                  </a:lnTo>
                  <a:lnTo>
                    <a:pt x="368" y="990"/>
                  </a:lnTo>
                  <a:lnTo>
                    <a:pt x="364" y="987"/>
                  </a:lnTo>
                  <a:lnTo>
                    <a:pt x="347" y="979"/>
                  </a:lnTo>
                  <a:lnTo>
                    <a:pt x="345" y="976"/>
                  </a:lnTo>
                  <a:lnTo>
                    <a:pt x="337" y="949"/>
                  </a:lnTo>
                  <a:lnTo>
                    <a:pt x="337" y="923"/>
                  </a:lnTo>
                  <a:lnTo>
                    <a:pt x="332" y="915"/>
                  </a:lnTo>
                  <a:lnTo>
                    <a:pt x="327" y="910"/>
                  </a:lnTo>
                  <a:lnTo>
                    <a:pt x="326" y="905"/>
                  </a:lnTo>
                  <a:lnTo>
                    <a:pt x="323" y="900"/>
                  </a:lnTo>
                  <a:lnTo>
                    <a:pt x="321" y="892"/>
                  </a:lnTo>
                  <a:lnTo>
                    <a:pt x="319" y="889"/>
                  </a:lnTo>
                  <a:lnTo>
                    <a:pt x="319" y="886"/>
                  </a:lnTo>
                  <a:lnTo>
                    <a:pt x="320" y="884"/>
                  </a:lnTo>
                  <a:lnTo>
                    <a:pt x="324" y="882"/>
                  </a:lnTo>
                  <a:lnTo>
                    <a:pt x="330" y="871"/>
                  </a:lnTo>
                  <a:lnTo>
                    <a:pt x="332" y="870"/>
                  </a:lnTo>
                  <a:lnTo>
                    <a:pt x="336" y="864"/>
                  </a:lnTo>
                  <a:lnTo>
                    <a:pt x="335" y="859"/>
                  </a:lnTo>
                  <a:lnTo>
                    <a:pt x="330" y="854"/>
                  </a:lnTo>
                  <a:lnTo>
                    <a:pt x="327" y="851"/>
                  </a:lnTo>
                  <a:lnTo>
                    <a:pt x="327" y="849"/>
                  </a:lnTo>
                  <a:lnTo>
                    <a:pt x="331" y="843"/>
                  </a:lnTo>
                  <a:lnTo>
                    <a:pt x="330" y="837"/>
                  </a:lnTo>
                  <a:lnTo>
                    <a:pt x="332" y="829"/>
                  </a:lnTo>
                  <a:lnTo>
                    <a:pt x="341" y="824"/>
                  </a:lnTo>
                  <a:lnTo>
                    <a:pt x="346" y="824"/>
                  </a:lnTo>
                  <a:lnTo>
                    <a:pt x="346" y="819"/>
                  </a:lnTo>
                  <a:lnTo>
                    <a:pt x="349" y="813"/>
                  </a:lnTo>
                  <a:lnTo>
                    <a:pt x="351" y="810"/>
                  </a:lnTo>
                  <a:lnTo>
                    <a:pt x="350" y="798"/>
                  </a:lnTo>
                  <a:lnTo>
                    <a:pt x="351" y="796"/>
                  </a:lnTo>
                  <a:lnTo>
                    <a:pt x="349" y="784"/>
                  </a:lnTo>
                  <a:lnTo>
                    <a:pt x="346" y="779"/>
                  </a:lnTo>
                  <a:lnTo>
                    <a:pt x="349" y="770"/>
                  </a:lnTo>
                  <a:lnTo>
                    <a:pt x="352" y="765"/>
                  </a:lnTo>
                  <a:lnTo>
                    <a:pt x="347" y="759"/>
                  </a:lnTo>
                  <a:lnTo>
                    <a:pt x="349" y="757"/>
                  </a:lnTo>
                  <a:lnTo>
                    <a:pt x="358" y="752"/>
                  </a:lnTo>
                  <a:lnTo>
                    <a:pt x="357" y="745"/>
                  </a:lnTo>
                  <a:lnTo>
                    <a:pt x="353" y="741"/>
                  </a:lnTo>
                  <a:lnTo>
                    <a:pt x="347" y="728"/>
                  </a:lnTo>
                  <a:lnTo>
                    <a:pt x="347" y="721"/>
                  </a:lnTo>
                  <a:lnTo>
                    <a:pt x="346" y="714"/>
                  </a:lnTo>
                  <a:lnTo>
                    <a:pt x="349" y="709"/>
                  </a:lnTo>
                  <a:lnTo>
                    <a:pt x="349" y="706"/>
                  </a:lnTo>
                  <a:lnTo>
                    <a:pt x="351" y="695"/>
                  </a:lnTo>
                  <a:lnTo>
                    <a:pt x="348" y="688"/>
                  </a:lnTo>
                  <a:lnTo>
                    <a:pt x="346" y="687"/>
                  </a:lnTo>
                  <a:lnTo>
                    <a:pt x="345" y="682"/>
                  </a:lnTo>
                  <a:lnTo>
                    <a:pt x="343" y="679"/>
                  </a:lnTo>
                  <a:lnTo>
                    <a:pt x="341" y="676"/>
                  </a:lnTo>
                  <a:lnTo>
                    <a:pt x="337" y="676"/>
                  </a:lnTo>
                  <a:lnTo>
                    <a:pt x="334" y="674"/>
                  </a:lnTo>
                  <a:lnTo>
                    <a:pt x="324" y="677"/>
                  </a:lnTo>
                  <a:lnTo>
                    <a:pt x="319" y="676"/>
                  </a:lnTo>
                  <a:lnTo>
                    <a:pt x="317" y="674"/>
                  </a:lnTo>
                  <a:lnTo>
                    <a:pt x="315" y="674"/>
                  </a:lnTo>
                  <a:lnTo>
                    <a:pt x="313" y="673"/>
                  </a:lnTo>
                  <a:lnTo>
                    <a:pt x="314" y="667"/>
                  </a:lnTo>
                  <a:lnTo>
                    <a:pt x="313" y="665"/>
                  </a:lnTo>
                  <a:lnTo>
                    <a:pt x="308" y="661"/>
                  </a:lnTo>
                  <a:lnTo>
                    <a:pt x="307" y="660"/>
                  </a:lnTo>
                  <a:lnTo>
                    <a:pt x="308" y="657"/>
                  </a:lnTo>
                  <a:lnTo>
                    <a:pt x="305" y="653"/>
                  </a:lnTo>
                  <a:lnTo>
                    <a:pt x="304" y="649"/>
                  </a:lnTo>
                  <a:lnTo>
                    <a:pt x="299" y="646"/>
                  </a:lnTo>
                  <a:lnTo>
                    <a:pt x="294" y="638"/>
                  </a:lnTo>
                  <a:lnTo>
                    <a:pt x="294" y="630"/>
                  </a:lnTo>
                  <a:lnTo>
                    <a:pt x="294" y="627"/>
                  </a:lnTo>
                  <a:lnTo>
                    <a:pt x="290" y="617"/>
                  </a:lnTo>
                  <a:lnTo>
                    <a:pt x="290" y="615"/>
                  </a:lnTo>
                  <a:lnTo>
                    <a:pt x="290" y="613"/>
                  </a:lnTo>
                  <a:lnTo>
                    <a:pt x="293" y="611"/>
                  </a:lnTo>
                  <a:lnTo>
                    <a:pt x="294" y="607"/>
                  </a:lnTo>
                  <a:lnTo>
                    <a:pt x="291" y="594"/>
                  </a:lnTo>
                  <a:lnTo>
                    <a:pt x="296" y="586"/>
                  </a:lnTo>
                  <a:lnTo>
                    <a:pt x="295" y="583"/>
                  </a:lnTo>
                  <a:lnTo>
                    <a:pt x="297" y="579"/>
                  </a:lnTo>
                  <a:lnTo>
                    <a:pt x="297" y="574"/>
                  </a:lnTo>
                  <a:lnTo>
                    <a:pt x="300" y="569"/>
                  </a:lnTo>
                  <a:lnTo>
                    <a:pt x="304" y="564"/>
                  </a:lnTo>
                  <a:lnTo>
                    <a:pt x="305" y="557"/>
                  </a:lnTo>
                  <a:lnTo>
                    <a:pt x="310" y="553"/>
                  </a:lnTo>
                  <a:lnTo>
                    <a:pt x="309" y="552"/>
                  </a:lnTo>
                  <a:lnTo>
                    <a:pt x="311" y="550"/>
                  </a:lnTo>
                  <a:lnTo>
                    <a:pt x="309" y="547"/>
                  </a:lnTo>
                  <a:lnTo>
                    <a:pt x="303" y="544"/>
                  </a:lnTo>
                  <a:lnTo>
                    <a:pt x="302" y="535"/>
                  </a:lnTo>
                  <a:lnTo>
                    <a:pt x="297" y="537"/>
                  </a:lnTo>
                  <a:lnTo>
                    <a:pt x="296" y="534"/>
                  </a:lnTo>
                  <a:lnTo>
                    <a:pt x="291" y="532"/>
                  </a:lnTo>
                  <a:lnTo>
                    <a:pt x="289" y="532"/>
                  </a:lnTo>
                  <a:lnTo>
                    <a:pt x="286" y="527"/>
                  </a:lnTo>
                  <a:lnTo>
                    <a:pt x="280" y="522"/>
                  </a:lnTo>
                  <a:lnTo>
                    <a:pt x="272" y="522"/>
                  </a:lnTo>
                  <a:lnTo>
                    <a:pt x="263" y="526"/>
                  </a:lnTo>
                  <a:lnTo>
                    <a:pt x="259" y="529"/>
                  </a:lnTo>
                  <a:lnTo>
                    <a:pt x="257" y="532"/>
                  </a:lnTo>
                  <a:lnTo>
                    <a:pt x="254" y="533"/>
                  </a:lnTo>
                  <a:lnTo>
                    <a:pt x="249" y="532"/>
                  </a:lnTo>
                  <a:lnTo>
                    <a:pt x="246" y="532"/>
                  </a:lnTo>
                  <a:lnTo>
                    <a:pt x="244" y="523"/>
                  </a:lnTo>
                  <a:lnTo>
                    <a:pt x="246" y="514"/>
                  </a:lnTo>
                  <a:lnTo>
                    <a:pt x="242" y="502"/>
                  </a:lnTo>
                  <a:lnTo>
                    <a:pt x="239" y="499"/>
                  </a:lnTo>
                  <a:lnTo>
                    <a:pt x="237" y="502"/>
                  </a:lnTo>
                  <a:lnTo>
                    <a:pt x="237" y="508"/>
                  </a:lnTo>
                  <a:lnTo>
                    <a:pt x="230" y="514"/>
                  </a:lnTo>
                  <a:lnTo>
                    <a:pt x="220" y="511"/>
                  </a:lnTo>
                  <a:lnTo>
                    <a:pt x="218" y="511"/>
                  </a:lnTo>
                  <a:lnTo>
                    <a:pt x="215" y="509"/>
                  </a:lnTo>
                  <a:lnTo>
                    <a:pt x="213" y="510"/>
                  </a:lnTo>
                  <a:lnTo>
                    <a:pt x="212" y="513"/>
                  </a:lnTo>
                  <a:lnTo>
                    <a:pt x="207" y="513"/>
                  </a:lnTo>
                  <a:lnTo>
                    <a:pt x="205" y="517"/>
                  </a:lnTo>
                  <a:lnTo>
                    <a:pt x="202" y="518"/>
                  </a:lnTo>
                  <a:lnTo>
                    <a:pt x="202" y="518"/>
                  </a:lnTo>
                  <a:lnTo>
                    <a:pt x="202" y="523"/>
                  </a:lnTo>
                  <a:lnTo>
                    <a:pt x="202" y="529"/>
                  </a:lnTo>
                  <a:lnTo>
                    <a:pt x="210" y="537"/>
                  </a:lnTo>
                  <a:lnTo>
                    <a:pt x="210" y="540"/>
                  </a:lnTo>
                  <a:lnTo>
                    <a:pt x="209" y="544"/>
                  </a:lnTo>
                  <a:lnTo>
                    <a:pt x="205" y="548"/>
                  </a:lnTo>
                  <a:lnTo>
                    <a:pt x="199" y="553"/>
                  </a:lnTo>
                  <a:lnTo>
                    <a:pt x="192" y="556"/>
                  </a:lnTo>
                  <a:lnTo>
                    <a:pt x="188" y="559"/>
                  </a:lnTo>
                  <a:lnTo>
                    <a:pt x="181" y="561"/>
                  </a:lnTo>
                  <a:lnTo>
                    <a:pt x="178" y="564"/>
                  </a:lnTo>
                  <a:lnTo>
                    <a:pt x="168" y="567"/>
                  </a:lnTo>
                  <a:lnTo>
                    <a:pt x="165" y="570"/>
                  </a:lnTo>
                  <a:lnTo>
                    <a:pt x="162" y="570"/>
                  </a:lnTo>
                  <a:lnTo>
                    <a:pt x="153" y="577"/>
                  </a:lnTo>
                  <a:lnTo>
                    <a:pt x="147" y="577"/>
                  </a:lnTo>
                  <a:lnTo>
                    <a:pt x="144" y="578"/>
                  </a:lnTo>
                  <a:lnTo>
                    <a:pt x="142" y="575"/>
                  </a:lnTo>
                  <a:lnTo>
                    <a:pt x="142" y="575"/>
                  </a:lnTo>
                  <a:lnTo>
                    <a:pt x="142" y="56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89" y="564"/>
                  </a:lnTo>
                  <a:lnTo>
                    <a:pt x="85" y="565"/>
                  </a:lnTo>
                  <a:lnTo>
                    <a:pt x="80" y="563"/>
                  </a:lnTo>
                  <a:lnTo>
                    <a:pt x="77" y="563"/>
                  </a:lnTo>
                  <a:lnTo>
                    <a:pt x="73" y="567"/>
                  </a:lnTo>
                  <a:lnTo>
                    <a:pt x="70" y="567"/>
                  </a:lnTo>
                  <a:lnTo>
                    <a:pt x="61" y="562"/>
                  </a:lnTo>
                  <a:lnTo>
                    <a:pt x="57" y="564"/>
                  </a:lnTo>
                  <a:lnTo>
                    <a:pt x="57" y="567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52" y="568"/>
                  </a:lnTo>
                  <a:lnTo>
                    <a:pt x="43" y="564"/>
                  </a:lnTo>
                  <a:lnTo>
                    <a:pt x="42" y="559"/>
                  </a:lnTo>
                  <a:lnTo>
                    <a:pt x="38" y="558"/>
                  </a:lnTo>
                  <a:lnTo>
                    <a:pt x="38" y="556"/>
                  </a:lnTo>
                  <a:lnTo>
                    <a:pt x="34" y="558"/>
                  </a:lnTo>
                  <a:lnTo>
                    <a:pt x="30" y="557"/>
                  </a:lnTo>
                  <a:lnTo>
                    <a:pt x="27" y="557"/>
                  </a:lnTo>
                  <a:lnTo>
                    <a:pt x="24" y="559"/>
                  </a:lnTo>
                  <a:lnTo>
                    <a:pt x="22" y="559"/>
                  </a:lnTo>
                  <a:lnTo>
                    <a:pt x="22" y="559"/>
                  </a:lnTo>
                  <a:lnTo>
                    <a:pt x="24" y="548"/>
                  </a:lnTo>
                  <a:lnTo>
                    <a:pt x="22" y="539"/>
                  </a:lnTo>
                  <a:lnTo>
                    <a:pt x="21" y="537"/>
                  </a:lnTo>
                  <a:lnTo>
                    <a:pt x="22" y="532"/>
                  </a:lnTo>
                  <a:lnTo>
                    <a:pt x="23" y="528"/>
                  </a:lnTo>
                  <a:lnTo>
                    <a:pt x="22" y="523"/>
                  </a:lnTo>
                  <a:lnTo>
                    <a:pt x="22" y="516"/>
                  </a:lnTo>
                  <a:lnTo>
                    <a:pt x="21" y="512"/>
                  </a:lnTo>
                  <a:lnTo>
                    <a:pt x="14" y="512"/>
                  </a:lnTo>
                  <a:lnTo>
                    <a:pt x="11" y="510"/>
                  </a:lnTo>
                  <a:lnTo>
                    <a:pt x="11" y="508"/>
                  </a:lnTo>
                  <a:lnTo>
                    <a:pt x="6" y="506"/>
                  </a:lnTo>
                  <a:lnTo>
                    <a:pt x="4" y="498"/>
                  </a:lnTo>
                  <a:lnTo>
                    <a:pt x="0" y="496"/>
                  </a:lnTo>
                  <a:lnTo>
                    <a:pt x="2" y="491"/>
                  </a:lnTo>
                  <a:lnTo>
                    <a:pt x="5" y="488"/>
                  </a:lnTo>
                  <a:lnTo>
                    <a:pt x="4" y="485"/>
                  </a:lnTo>
                  <a:lnTo>
                    <a:pt x="6" y="481"/>
                  </a:lnTo>
                  <a:lnTo>
                    <a:pt x="3" y="478"/>
                  </a:lnTo>
                  <a:lnTo>
                    <a:pt x="8" y="471"/>
                  </a:lnTo>
                  <a:lnTo>
                    <a:pt x="12" y="471"/>
                  </a:lnTo>
                  <a:lnTo>
                    <a:pt x="17" y="466"/>
                  </a:lnTo>
                  <a:lnTo>
                    <a:pt x="19" y="463"/>
                  </a:lnTo>
                  <a:lnTo>
                    <a:pt x="22" y="461"/>
                  </a:lnTo>
                  <a:lnTo>
                    <a:pt x="20" y="456"/>
                  </a:lnTo>
                  <a:lnTo>
                    <a:pt x="18" y="453"/>
                  </a:lnTo>
                  <a:lnTo>
                    <a:pt x="19" y="444"/>
                  </a:lnTo>
                  <a:lnTo>
                    <a:pt x="17" y="441"/>
                  </a:lnTo>
                  <a:lnTo>
                    <a:pt x="19" y="437"/>
                  </a:lnTo>
                  <a:lnTo>
                    <a:pt x="18" y="431"/>
                  </a:lnTo>
                  <a:lnTo>
                    <a:pt x="19" y="428"/>
                  </a:lnTo>
                  <a:lnTo>
                    <a:pt x="21" y="426"/>
                  </a:lnTo>
                  <a:lnTo>
                    <a:pt x="28" y="427"/>
                  </a:lnTo>
                  <a:lnTo>
                    <a:pt x="30" y="425"/>
                  </a:lnTo>
                  <a:lnTo>
                    <a:pt x="33" y="418"/>
                  </a:lnTo>
                  <a:lnTo>
                    <a:pt x="35" y="417"/>
                  </a:lnTo>
                  <a:lnTo>
                    <a:pt x="39" y="417"/>
                  </a:lnTo>
                  <a:lnTo>
                    <a:pt x="46" y="422"/>
                  </a:lnTo>
                  <a:lnTo>
                    <a:pt x="46" y="420"/>
                  </a:lnTo>
                  <a:lnTo>
                    <a:pt x="52" y="418"/>
                  </a:lnTo>
                  <a:lnTo>
                    <a:pt x="52" y="417"/>
                  </a:lnTo>
                  <a:lnTo>
                    <a:pt x="53" y="414"/>
                  </a:lnTo>
                  <a:lnTo>
                    <a:pt x="60" y="412"/>
                  </a:lnTo>
                  <a:lnTo>
                    <a:pt x="67" y="406"/>
                  </a:lnTo>
                  <a:lnTo>
                    <a:pt x="71" y="403"/>
                  </a:lnTo>
                  <a:lnTo>
                    <a:pt x="76" y="401"/>
                  </a:lnTo>
                  <a:lnTo>
                    <a:pt x="78" y="395"/>
                  </a:lnTo>
                  <a:lnTo>
                    <a:pt x="73" y="387"/>
                  </a:lnTo>
                  <a:lnTo>
                    <a:pt x="77" y="379"/>
                  </a:lnTo>
                  <a:lnTo>
                    <a:pt x="81" y="376"/>
                  </a:lnTo>
                  <a:lnTo>
                    <a:pt x="84" y="373"/>
                  </a:lnTo>
                  <a:lnTo>
                    <a:pt x="90" y="370"/>
                  </a:lnTo>
                  <a:lnTo>
                    <a:pt x="93" y="370"/>
                  </a:lnTo>
                  <a:lnTo>
                    <a:pt x="93" y="375"/>
                  </a:lnTo>
                  <a:lnTo>
                    <a:pt x="96" y="375"/>
                  </a:lnTo>
                  <a:lnTo>
                    <a:pt x="97" y="376"/>
                  </a:lnTo>
                  <a:lnTo>
                    <a:pt x="99" y="383"/>
                  </a:lnTo>
                  <a:lnTo>
                    <a:pt x="103" y="386"/>
                  </a:lnTo>
                  <a:lnTo>
                    <a:pt x="103" y="388"/>
                  </a:lnTo>
                  <a:lnTo>
                    <a:pt x="112" y="384"/>
                  </a:lnTo>
                  <a:lnTo>
                    <a:pt x="117" y="384"/>
                  </a:lnTo>
                  <a:lnTo>
                    <a:pt x="128" y="378"/>
                  </a:lnTo>
                  <a:lnTo>
                    <a:pt x="126" y="369"/>
                  </a:lnTo>
                  <a:lnTo>
                    <a:pt x="129" y="362"/>
                  </a:lnTo>
                  <a:lnTo>
                    <a:pt x="128" y="360"/>
                  </a:lnTo>
                  <a:lnTo>
                    <a:pt x="130" y="357"/>
                  </a:lnTo>
                  <a:lnTo>
                    <a:pt x="131" y="354"/>
                  </a:lnTo>
                  <a:lnTo>
                    <a:pt x="132" y="354"/>
                  </a:lnTo>
                  <a:lnTo>
                    <a:pt x="133" y="349"/>
                  </a:lnTo>
                  <a:lnTo>
                    <a:pt x="135" y="348"/>
                  </a:lnTo>
                  <a:lnTo>
                    <a:pt x="138" y="345"/>
                  </a:lnTo>
                  <a:lnTo>
                    <a:pt x="142" y="347"/>
                  </a:lnTo>
                  <a:lnTo>
                    <a:pt x="144" y="344"/>
                  </a:lnTo>
                  <a:lnTo>
                    <a:pt x="142" y="339"/>
                  </a:lnTo>
                  <a:lnTo>
                    <a:pt x="140" y="330"/>
                  </a:lnTo>
                  <a:lnTo>
                    <a:pt x="140" y="326"/>
                  </a:lnTo>
                  <a:lnTo>
                    <a:pt x="139" y="320"/>
                  </a:lnTo>
                  <a:lnTo>
                    <a:pt x="140" y="316"/>
                  </a:lnTo>
                  <a:lnTo>
                    <a:pt x="145" y="311"/>
                  </a:lnTo>
                  <a:lnTo>
                    <a:pt x="153" y="313"/>
                  </a:lnTo>
                  <a:lnTo>
                    <a:pt x="155" y="312"/>
                  </a:lnTo>
                  <a:lnTo>
                    <a:pt x="155" y="308"/>
                  </a:lnTo>
                  <a:lnTo>
                    <a:pt x="160" y="305"/>
                  </a:lnTo>
                  <a:lnTo>
                    <a:pt x="165" y="300"/>
                  </a:lnTo>
                  <a:lnTo>
                    <a:pt x="173" y="298"/>
                  </a:lnTo>
                  <a:lnTo>
                    <a:pt x="175" y="297"/>
                  </a:lnTo>
                  <a:lnTo>
                    <a:pt x="179" y="291"/>
                  </a:lnTo>
                  <a:lnTo>
                    <a:pt x="179" y="291"/>
                  </a:lnTo>
                  <a:lnTo>
                    <a:pt x="188" y="289"/>
                  </a:lnTo>
                  <a:lnTo>
                    <a:pt x="190" y="291"/>
                  </a:lnTo>
                  <a:lnTo>
                    <a:pt x="196" y="289"/>
                  </a:lnTo>
                  <a:lnTo>
                    <a:pt x="196" y="292"/>
                  </a:lnTo>
                  <a:lnTo>
                    <a:pt x="202" y="294"/>
                  </a:lnTo>
                  <a:lnTo>
                    <a:pt x="207" y="293"/>
                  </a:lnTo>
                  <a:lnTo>
                    <a:pt x="209" y="297"/>
                  </a:lnTo>
                  <a:lnTo>
                    <a:pt x="207" y="303"/>
                  </a:lnTo>
                  <a:lnTo>
                    <a:pt x="210" y="307"/>
                  </a:lnTo>
                  <a:lnTo>
                    <a:pt x="212" y="308"/>
                  </a:lnTo>
                  <a:lnTo>
                    <a:pt x="218" y="308"/>
                  </a:lnTo>
                  <a:lnTo>
                    <a:pt x="219" y="311"/>
                  </a:lnTo>
                  <a:lnTo>
                    <a:pt x="229" y="307"/>
                  </a:lnTo>
                  <a:lnTo>
                    <a:pt x="232" y="304"/>
                  </a:lnTo>
                  <a:lnTo>
                    <a:pt x="236" y="304"/>
                  </a:lnTo>
                  <a:lnTo>
                    <a:pt x="240" y="300"/>
                  </a:lnTo>
                  <a:lnTo>
                    <a:pt x="242" y="301"/>
                  </a:lnTo>
                  <a:lnTo>
                    <a:pt x="248" y="299"/>
                  </a:lnTo>
                  <a:lnTo>
                    <a:pt x="256" y="297"/>
                  </a:lnTo>
                  <a:lnTo>
                    <a:pt x="261" y="298"/>
                  </a:lnTo>
                  <a:lnTo>
                    <a:pt x="263" y="297"/>
                  </a:lnTo>
                  <a:lnTo>
                    <a:pt x="268" y="297"/>
                  </a:lnTo>
                  <a:lnTo>
                    <a:pt x="274" y="294"/>
                  </a:lnTo>
                  <a:lnTo>
                    <a:pt x="283" y="294"/>
                  </a:lnTo>
                  <a:lnTo>
                    <a:pt x="291" y="286"/>
                  </a:lnTo>
                  <a:lnTo>
                    <a:pt x="291" y="285"/>
                  </a:lnTo>
                  <a:lnTo>
                    <a:pt x="299" y="269"/>
                  </a:lnTo>
                  <a:lnTo>
                    <a:pt x="303" y="265"/>
                  </a:lnTo>
                  <a:lnTo>
                    <a:pt x="302" y="261"/>
                  </a:lnTo>
                  <a:lnTo>
                    <a:pt x="305" y="254"/>
                  </a:lnTo>
                  <a:lnTo>
                    <a:pt x="307" y="252"/>
                  </a:lnTo>
                  <a:lnTo>
                    <a:pt x="312" y="249"/>
                  </a:lnTo>
                  <a:lnTo>
                    <a:pt x="311" y="240"/>
                  </a:lnTo>
                  <a:lnTo>
                    <a:pt x="312" y="230"/>
                  </a:lnTo>
                  <a:lnTo>
                    <a:pt x="313" y="229"/>
                  </a:lnTo>
                  <a:lnTo>
                    <a:pt x="319" y="229"/>
                  </a:lnTo>
                  <a:lnTo>
                    <a:pt x="319" y="226"/>
                  </a:lnTo>
                  <a:lnTo>
                    <a:pt x="324" y="220"/>
                  </a:lnTo>
                  <a:lnTo>
                    <a:pt x="335" y="219"/>
                  </a:lnTo>
                  <a:lnTo>
                    <a:pt x="342" y="222"/>
                  </a:lnTo>
                  <a:lnTo>
                    <a:pt x="351" y="223"/>
                  </a:lnTo>
                  <a:lnTo>
                    <a:pt x="351" y="228"/>
                  </a:lnTo>
                  <a:lnTo>
                    <a:pt x="357" y="237"/>
                  </a:lnTo>
                  <a:lnTo>
                    <a:pt x="359" y="245"/>
                  </a:lnTo>
                  <a:lnTo>
                    <a:pt x="364" y="248"/>
                  </a:lnTo>
                  <a:lnTo>
                    <a:pt x="365" y="246"/>
                  </a:lnTo>
                  <a:lnTo>
                    <a:pt x="370" y="243"/>
                  </a:lnTo>
                  <a:lnTo>
                    <a:pt x="373" y="243"/>
                  </a:lnTo>
                  <a:lnTo>
                    <a:pt x="375" y="242"/>
                  </a:lnTo>
                  <a:lnTo>
                    <a:pt x="376" y="239"/>
                  </a:lnTo>
                  <a:lnTo>
                    <a:pt x="381" y="237"/>
                  </a:lnTo>
                  <a:lnTo>
                    <a:pt x="384" y="235"/>
                  </a:lnTo>
                  <a:lnTo>
                    <a:pt x="387" y="235"/>
                  </a:lnTo>
                  <a:lnTo>
                    <a:pt x="390" y="226"/>
                  </a:lnTo>
                  <a:lnTo>
                    <a:pt x="392" y="223"/>
                  </a:lnTo>
                  <a:lnTo>
                    <a:pt x="396" y="223"/>
                  </a:lnTo>
                  <a:lnTo>
                    <a:pt x="400" y="221"/>
                  </a:lnTo>
                  <a:lnTo>
                    <a:pt x="397" y="215"/>
                  </a:lnTo>
                  <a:lnTo>
                    <a:pt x="414" y="215"/>
                  </a:lnTo>
                  <a:lnTo>
                    <a:pt x="419" y="215"/>
                  </a:lnTo>
                  <a:lnTo>
                    <a:pt x="424" y="218"/>
                  </a:lnTo>
                  <a:lnTo>
                    <a:pt x="431" y="213"/>
                  </a:lnTo>
                  <a:lnTo>
                    <a:pt x="433" y="213"/>
                  </a:lnTo>
                  <a:lnTo>
                    <a:pt x="436" y="211"/>
                  </a:lnTo>
                  <a:lnTo>
                    <a:pt x="439" y="206"/>
                  </a:lnTo>
                  <a:lnTo>
                    <a:pt x="447" y="196"/>
                  </a:lnTo>
                  <a:lnTo>
                    <a:pt x="452" y="190"/>
                  </a:lnTo>
                  <a:lnTo>
                    <a:pt x="455" y="184"/>
                  </a:lnTo>
                  <a:lnTo>
                    <a:pt x="461" y="180"/>
                  </a:lnTo>
                  <a:lnTo>
                    <a:pt x="465" y="181"/>
                  </a:lnTo>
                  <a:lnTo>
                    <a:pt x="469" y="174"/>
                  </a:lnTo>
                  <a:lnTo>
                    <a:pt x="472" y="172"/>
                  </a:lnTo>
                  <a:lnTo>
                    <a:pt x="472" y="172"/>
                  </a:lnTo>
                  <a:lnTo>
                    <a:pt x="477" y="176"/>
                  </a:lnTo>
                  <a:lnTo>
                    <a:pt x="479" y="181"/>
                  </a:lnTo>
                  <a:lnTo>
                    <a:pt x="487" y="187"/>
                  </a:lnTo>
                  <a:lnTo>
                    <a:pt x="494" y="182"/>
                  </a:lnTo>
                  <a:lnTo>
                    <a:pt x="497" y="182"/>
                  </a:lnTo>
                  <a:lnTo>
                    <a:pt x="502" y="185"/>
                  </a:lnTo>
                  <a:lnTo>
                    <a:pt x="504" y="182"/>
                  </a:lnTo>
                  <a:lnTo>
                    <a:pt x="507" y="182"/>
                  </a:lnTo>
                  <a:lnTo>
                    <a:pt x="512" y="184"/>
                  </a:lnTo>
                  <a:lnTo>
                    <a:pt x="520" y="183"/>
                  </a:lnTo>
                  <a:lnTo>
                    <a:pt x="523" y="186"/>
                  </a:lnTo>
                  <a:lnTo>
                    <a:pt x="526" y="189"/>
                  </a:lnTo>
                  <a:lnTo>
                    <a:pt x="532" y="190"/>
                  </a:lnTo>
                  <a:lnTo>
                    <a:pt x="536" y="188"/>
                  </a:lnTo>
                  <a:lnTo>
                    <a:pt x="543" y="188"/>
                  </a:lnTo>
                  <a:lnTo>
                    <a:pt x="546" y="190"/>
                  </a:lnTo>
                  <a:lnTo>
                    <a:pt x="549" y="190"/>
                  </a:lnTo>
                  <a:lnTo>
                    <a:pt x="559" y="193"/>
                  </a:lnTo>
                  <a:lnTo>
                    <a:pt x="578" y="193"/>
                  </a:lnTo>
                  <a:lnTo>
                    <a:pt x="591" y="199"/>
                  </a:lnTo>
                  <a:lnTo>
                    <a:pt x="600" y="199"/>
                  </a:lnTo>
                  <a:lnTo>
                    <a:pt x="611" y="204"/>
                  </a:lnTo>
                  <a:lnTo>
                    <a:pt x="614" y="207"/>
                  </a:lnTo>
                  <a:lnTo>
                    <a:pt x="617" y="207"/>
                  </a:lnTo>
                  <a:lnTo>
                    <a:pt x="621" y="213"/>
                  </a:lnTo>
                  <a:lnTo>
                    <a:pt x="628" y="218"/>
                  </a:lnTo>
                  <a:lnTo>
                    <a:pt x="630" y="221"/>
                  </a:lnTo>
                  <a:lnTo>
                    <a:pt x="633" y="219"/>
                  </a:lnTo>
                  <a:lnTo>
                    <a:pt x="636" y="212"/>
                  </a:lnTo>
                  <a:lnTo>
                    <a:pt x="636" y="209"/>
                  </a:lnTo>
                  <a:lnTo>
                    <a:pt x="635" y="207"/>
                  </a:lnTo>
                  <a:lnTo>
                    <a:pt x="644" y="206"/>
                  </a:lnTo>
                  <a:lnTo>
                    <a:pt x="646" y="203"/>
                  </a:lnTo>
                  <a:lnTo>
                    <a:pt x="646" y="199"/>
                  </a:lnTo>
                  <a:lnTo>
                    <a:pt x="644" y="191"/>
                  </a:lnTo>
                  <a:lnTo>
                    <a:pt x="645" y="190"/>
                  </a:lnTo>
                  <a:lnTo>
                    <a:pt x="648" y="188"/>
                  </a:lnTo>
                  <a:lnTo>
                    <a:pt x="651" y="182"/>
                  </a:lnTo>
                  <a:lnTo>
                    <a:pt x="657" y="180"/>
                  </a:lnTo>
                  <a:lnTo>
                    <a:pt x="661" y="175"/>
                  </a:lnTo>
                  <a:lnTo>
                    <a:pt x="654" y="172"/>
                  </a:lnTo>
                  <a:lnTo>
                    <a:pt x="653" y="166"/>
                  </a:lnTo>
                  <a:lnTo>
                    <a:pt x="655" y="160"/>
                  </a:lnTo>
                  <a:lnTo>
                    <a:pt x="659" y="155"/>
                  </a:lnTo>
                  <a:lnTo>
                    <a:pt x="660" y="149"/>
                  </a:lnTo>
                  <a:lnTo>
                    <a:pt x="665" y="146"/>
                  </a:lnTo>
                  <a:lnTo>
                    <a:pt x="665" y="144"/>
                  </a:lnTo>
                  <a:lnTo>
                    <a:pt x="668" y="143"/>
                  </a:lnTo>
                  <a:lnTo>
                    <a:pt x="668" y="141"/>
                  </a:lnTo>
                  <a:lnTo>
                    <a:pt x="671" y="132"/>
                  </a:lnTo>
                  <a:lnTo>
                    <a:pt x="673" y="132"/>
                  </a:lnTo>
                  <a:lnTo>
                    <a:pt x="674" y="128"/>
                  </a:lnTo>
                  <a:lnTo>
                    <a:pt x="684" y="125"/>
                  </a:lnTo>
                  <a:lnTo>
                    <a:pt x="685" y="124"/>
                  </a:lnTo>
                  <a:lnTo>
                    <a:pt x="685" y="109"/>
                  </a:lnTo>
                  <a:lnTo>
                    <a:pt x="686" y="107"/>
                  </a:lnTo>
                  <a:lnTo>
                    <a:pt x="688" y="106"/>
                  </a:lnTo>
                  <a:lnTo>
                    <a:pt x="692" y="105"/>
                  </a:lnTo>
                  <a:lnTo>
                    <a:pt x="694" y="103"/>
                  </a:lnTo>
                  <a:lnTo>
                    <a:pt x="706" y="101"/>
                  </a:lnTo>
                  <a:lnTo>
                    <a:pt x="687" y="77"/>
                  </a:lnTo>
                  <a:lnTo>
                    <a:pt x="681" y="65"/>
                  </a:lnTo>
                  <a:lnTo>
                    <a:pt x="676" y="54"/>
                  </a:lnTo>
                  <a:lnTo>
                    <a:pt x="655" y="21"/>
                  </a:lnTo>
                  <a:lnTo>
                    <a:pt x="652" y="14"/>
                  </a:lnTo>
                  <a:lnTo>
                    <a:pt x="652" y="14"/>
                  </a:lnTo>
                  <a:lnTo>
                    <a:pt x="657" y="10"/>
                  </a:lnTo>
                  <a:lnTo>
                    <a:pt x="657" y="16"/>
                  </a:lnTo>
                  <a:lnTo>
                    <a:pt x="659" y="18"/>
                  </a:lnTo>
                  <a:lnTo>
                    <a:pt x="660" y="19"/>
                  </a:lnTo>
                  <a:lnTo>
                    <a:pt x="665" y="10"/>
                  </a:lnTo>
                  <a:lnTo>
                    <a:pt x="670" y="13"/>
                  </a:lnTo>
                  <a:lnTo>
                    <a:pt x="671" y="12"/>
                  </a:lnTo>
                  <a:lnTo>
                    <a:pt x="672" y="9"/>
                  </a:lnTo>
                  <a:lnTo>
                    <a:pt x="675" y="11"/>
                  </a:lnTo>
                  <a:lnTo>
                    <a:pt x="682" y="9"/>
                  </a:lnTo>
                  <a:lnTo>
                    <a:pt x="685" y="5"/>
                  </a:lnTo>
                  <a:lnTo>
                    <a:pt x="698" y="2"/>
                  </a:lnTo>
                  <a:lnTo>
                    <a:pt x="702" y="0"/>
                  </a:lnTo>
                  <a:lnTo>
                    <a:pt x="707" y="2"/>
                  </a:lnTo>
                  <a:lnTo>
                    <a:pt x="714" y="1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2" name="Freeform 15">
              <a:extLst>
                <a:ext uri="{FF2B5EF4-FFF2-40B4-BE49-F238E27FC236}">
                  <a16:creationId xmlns:a16="http://schemas.microsoft.com/office/drawing/2014/main" id="{1B71CADA-2261-4C6F-82E1-64313877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404" y="2574312"/>
              <a:ext cx="592752" cy="429666"/>
            </a:xfrm>
            <a:custGeom>
              <a:avLst/>
              <a:gdLst>
                <a:gd name="T0" fmla="*/ 183 w 567"/>
                <a:gd name="T1" fmla="*/ 16 h 411"/>
                <a:gd name="T2" fmla="*/ 237 w 567"/>
                <a:gd name="T3" fmla="*/ 4 h 411"/>
                <a:gd name="T4" fmla="*/ 284 w 567"/>
                <a:gd name="T5" fmla="*/ 12 h 411"/>
                <a:gd name="T6" fmla="*/ 266 w 567"/>
                <a:gd name="T7" fmla="*/ 46 h 411"/>
                <a:gd name="T8" fmla="*/ 290 w 567"/>
                <a:gd name="T9" fmla="*/ 80 h 411"/>
                <a:gd name="T10" fmla="*/ 319 w 567"/>
                <a:gd name="T11" fmla="*/ 89 h 411"/>
                <a:gd name="T12" fmla="*/ 350 w 567"/>
                <a:gd name="T13" fmla="*/ 80 h 411"/>
                <a:gd name="T14" fmla="*/ 385 w 567"/>
                <a:gd name="T15" fmla="*/ 73 h 411"/>
                <a:gd name="T16" fmla="*/ 395 w 567"/>
                <a:gd name="T17" fmla="*/ 89 h 411"/>
                <a:gd name="T18" fmla="*/ 422 w 567"/>
                <a:gd name="T19" fmla="*/ 104 h 411"/>
                <a:gd name="T20" fmla="*/ 432 w 567"/>
                <a:gd name="T21" fmla="*/ 117 h 411"/>
                <a:gd name="T22" fmla="*/ 450 w 567"/>
                <a:gd name="T23" fmla="*/ 143 h 411"/>
                <a:gd name="T24" fmla="*/ 477 w 567"/>
                <a:gd name="T25" fmla="*/ 146 h 411"/>
                <a:gd name="T26" fmla="*/ 520 w 567"/>
                <a:gd name="T27" fmla="*/ 154 h 411"/>
                <a:gd name="T28" fmla="*/ 545 w 567"/>
                <a:gd name="T29" fmla="*/ 164 h 411"/>
                <a:gd name="T30" fmla="*/ 554 w 567"/>
                <a:gd name="T31" fmla="*/ 181 h 411"/>
                <a:gd name="T32" fmla="*/ 548 w 567"/>
                <a:gd name="T33" fmla="*/ 197 h 411"/>
                <a:gd name="T34" fmla="*/ 540 w 567"/>
                <a:gd name="T35" fmla="*/ 219 h 411"/>
                <a:gd name="T36" fmla="*/ 486 w 567"/>
                <a:gd name="T37" fmla="*/ 229 h 411"/>
                <a:gd name="T38" fmla="*/ 426 w 567"/>
                <a:gd name="T39" fmla="*/ 220 h 411"/>
                <a:gd name="T40" fmla="*/ 356 w 567"/>
                <a:gd name="T41" fmla="*/ 255 h 411"/>
                <a:gd name="T42" fmla="*/ 300 w 567"/>
                <a:gd name="T43" fmla="*/ 251 h 411"/>
                <a:gd name="T44" fmla="*/ 263 w 567"/>
                <a:gd name="T45" fmla="*/ 245 h 411"/>
                <a:gd name="T46" fmla="*/ 257 w 567"/>
                <a:gd name="T47" fmla="*/ 254 h 411"/>
                <a:gd name="T48" fmla="*/ 240 w 567"/>
                <a:gd name="T49" fmla="*/ 278 h 411"/>
                <a:gd name="T50" fmla="*/ 238 w 567"/>
                <a:gd name="T51" fmla="*/ 289 h 411"/>
                <a:gd name="T52" fmla="*/ 236 w 567"/>
                <a:gd name="T53" fmla="*/ 303 h 411"/>
                <a:gd name="T54" fmla="*/ 202 w 567"/>
                <a:gd name="T55" fmla="*/ 311 h 411"/>
                <a:gd name="T56" fmla="*/ 191 w 567"/>
                <a:gd name="T57" fmla="*/ 304 h 411"/>
                <a:gd name="T58" fmla="*/ 170 w 567"/>
                <a:gd name="T59" fmla="*/ 310 h 411"/>
                <a:gd name="T60" fmla="*/ 150 w 567"/>
                <a:gd name="T61" fmla="*/ 351 h 411"/>
                <a:gd name="T62" fmla="*/ 115 w 567"/>
                <a:gd name="T63" fmla="*/ 379 h 411"/>
                <a:gd name="T64" fmla="*/ 89 w 567"/>
                <a:gd name="T65" fmla="*/ 373 h 411"/>
                <a:gd name="T66" fmla="*/ 61 w 567"/>
                <a:gd name="T67" fmla="*/ 394 h 411"/>
                <a:gd name="T68" fmla="*/ 25 w 567"/>
                <a:gd name="T69" fmla="*/ 383 h 411"/>
                <a:gd name="T70" fmla="*/ 6 w 567"/>
                <a:gd name="T71" fmla="*/ 393 h 411"/>
                <a:gd name="T72" fmla="*/ 25 w 567"/>
                <a:gd name="T73" fmla="*/ 372 h 411"/>
                <a:gd name="T74" fmla="*/ 40 w 567"/>
                <a:gd name="T75" fmla="*/ 346 h 411"/>
                <a:gd name="T76" fmla="*/ 68 w 567"/>
                <a:gd name="T77" fmla="*/ 321 h 411"/>
                <a:gd name="T78" fmla="*/ 90 w 567"/>
                <a:gd name="T79" fmla="*/ 302 h 411"/>
                <a:gd name="T80" fmla="*/ 82 w 567"/>
                <a:gd name="T81" fmla="*/ 262 h 411"/>
                <a:gd name="T82" fmla="*/ 94 w 567"/>
                <a:gd name="T83" fmla="*/ 249 h 411"/>
                <a:gd name="T84" fmla="*/ 123 w 567"/>
                <a:gd name="T85" fmla="*/ 244 h 411"/>
                <a:gd name="T86" fmla="*/ 137 w 567"/>
                <a:gd name="T87" fmla="*/ 222 h 411"/>
                <a:gd name="T88" fmla="*/ 161 w 567"/>
                <a:gd name="T89" fmla="*/ 206 h 411"/>
                <a:gd name="T90" fmla="*/ 174 w 567"/>
                <a:gd name="T91" fmla="*/ 187 h 411"/>
                <a:gd name="T92" fmla="*/ 159 w 567"/>
                <a:gd name="T93" fmla="*/ 163 h 411"/>
                <a:gd name="T94" fmla="*/ 134 w 567"/>
                <a:gd name="T95" fmla="*/ 154 h 411"/>
                <a:gd name="T96" fmla="*/ 88 w 567"/>
                <a:gd name="T97" fmla="*/ 169 h 411"/>
                <a:gd name="T98" fmla="*/ 49 w 567"/>
                <a:gd name="T99" fmla="*/ 168 h 411"/>
                <a:gd name="T100" fmla="*/ 33 w 567"/>
                <a:gd name="T101" fmla="*/ 165 h 411"/>
                <a:gd name="T102" fmla="*/ 55 w 567"/>
                <a:gd name="T103" fmla="*/ 138 h 411"/>
                <a:gd name="T104" fmla="*/ 60 w 567"/>
                <a:gd name="T105" fmla="*/ 119 h 411"/>
                <a:gd name="T106" fmla="*/ 79 w 567"/>
                <a:gd name="T107" fmla="*/ 103 h 411"/>
                <a:gd name="T108" fmla="*/ 98 w 567"/>
                <a:gd name="T109" fmla="*/ 78 h 411"/>
                <a:gd name="T110" fmla="*/ 127 w 567"/>
                <a:gd name="T111" fmla="*/ 58 h 411"/>
                <a:gd name="T112" fmla="*/ 126 w 567"/>
                <a:gd name="T113" fmla="*/ 43 h 411"/>
                <a:gd name="T114" fmla="*/ 116 w 567"/>
                <a:gd name="T115" fmla="*/ 27 h 411"/>
                <a:gd name="T116" fmla="*/ 144 w 567"/>
                <a:gd name="T117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7" h="411">
                  <a:moveTo>
                    <a:pt x="153" y="6"/>
                  </a:moveTo>
                  <a:lnTo>
                    <a:pt x="154" y="8"/>
                  </a:lnTo>
                  <a:lnTo>
                    <a:pt x="161" y="7"/>
                  </a:lnTo>
                  <a:lnTo>
                    <a:pt x="166" y="11"/>
                  </a:lnTo>
                  <a:lnTo>
                    <a:pt x="173" y="10"/>
                  </a:lnTo>
                  <a:lnTo>
                    <a:pt x="183" y="14"/>
                  </a:lnTo>
                  <a:lnTo>
                    <a:pt x="183" y="16"/>
                  </a:lnTo>
                  <a:lnTo>
                    <a:pt x="185" y="19"/>
                  </a:lnTo>
                  <a:lnTo>
                    <a:pt x="188" y="18"/>
                  </a:lnTo>
                  <a:lnTo>
                    <a:pt x="198" y="11"/>
                  </a:lnTo>
                  <a:lnTo>
                    <a:pt x="216" y="10"/>
                  </a:lnTo>
                  <a:lnTo>
                    <a:pt x="227" y="1"/>
                  </a:lnTo>
                  <a:lnTo>
                    <a:pt x="234" y="2"/>
                  </a:lnTo>
                  <a:lnTo>
                    <a:pt x="237" y="4"/>
                  </a:lnTo>
                  <a:lnTo>
                    <a:pt x="245" y="9"/>
                  </a:lnTo>
                  <a:lnTo>
                    <a:pt x="249" y="14"/>
                  </a:lnTo>
                  <a:lnTo>
                    <a:pt x="251" y="16"/>
                  </a:lnTo>
                  <a:lnTo>
                    <a:pt x="260" y="18"/>
                  </a:lnTo>
                  <a:lnTo>
                    <a:pt x="265" y="17"/>
                  </a:lnTo>
                  <a:lnTo>
                    <a:pt x="278" y="12"/>
                  </a:lnTo>
                  <a:lnTo>
                    <a:pt x="284" y="12"/>
                  </a:lnTo>
                  <a:lnTo>
                    <a:pt x="286" y="15"/>
                  </a:lnTo>
                  <a:lnTo>
                    <a:pt x="284" y="16"/>
                  </a:lnTo>
                  <a:lnTo>
                    <a:pt x="276" y="18"/>
                  </a:lnTo>
                  <a:lnTo>
                    <a:pt x="273" y="25"/>
                  </a:lnTo>
                  <a:lnTo>
                    <a:pt x="270" y="34"/>
                  </a:lnTo>
                  <a:lnTo>
                    <a:pt x="265" y="42"/>
                  </a:lnTo>
                  <a:lnTo>
                    <a:pt x="266" y="46"/>
                  </a:lnTo>
                  <a:lnTo>
                    <a:pt x="265" y="55"/>
                  </a:lnTo>
                  <a:lnTo>
                    <a:pt x="261" y="69"/>
                  </a:lnTo>
                  <a:lnTo>
                    <a:pt x="259" y="70"/>
                  </a:lnTo>
                  <a:lnTo>
                    <a:pt x="276" y="75"/>
                  </a:lnTo>
                  <a:lnTo>
                    <a:pt x="279" y="78"/>
                  </a:lnTo>
                  <a:lnTo>
                    <a:pt x="281" y="80"/>
                  </a:lnTo>
                  <a:lnTo>
                    <a:pt x="290" y="80"/>
                  </a:lnTo>
                  <a:lnTo>
                    <a:pt x="303" y="75"/>
                  </a:lnTo>
                  <a:lnTo>
                    <a:pt x="306" y="75"/>
                  </a:lnTo>
                  <a:lnTo>
                    <a:pt x="308" y="75"/>
                  </a:lnTo>
                  <a:lnTo>
                    <a:pt x="314" y="82"/>
                  </a:lnTo>
                  <a:lnTo>
                    <a:pt x="312" y="86"/>
                  </a:lnTo>
                  <a:lnTo>
                    <a:pt x="315" y="88"/>
                  </a:lnTo>
                  <a:lnTo>
                    <a:pt x="319" y="89"/>
                  </a:lnTo>
                  <a:lnTo>
                    <a:pt x="319" y="91"/>
                  </a:lnTo>
                  <a:lnTo>
                    <a:pt x="317" y="97"/>
                  </a:lnTo>
                  <a:lnTo>
                    <a:pt x="319" y="97"/>
                  </a:lnTo>
                  <a:lnTo>
                    <a:pt x="326" y="93"/>
                  </a:lnTo>
                  <a:lnTo>
                    <a:pt x="339" y="89"/>
                  </a:lnTo>
                  <a:lnTo>
                    <a:pt x="348" y="81"/>
                  </a:lnTo>
                  <a:lnTo>
                    <a:pt x="350" y="80"/>
                  </a:lnTo>
                  <a:lnTo>
                    <a:pt x="356" y="83"/>
                  </a:lnTo>
                  <a:lnTo>
                    <a:pt x="362" y="79"/>
                  </a:lnTo>
                  <a:lnTo>
                    <a:pt x="364" y="76"/>
                  </a:lnTo>
                  <a:lnTo>
                    <a:pt x="371" y="77"/>
                  </a:lnTo>
                  <a:lnTo>
                    <a:pt x="374" y="76"/>
                  </a:lnTo>
                  <a:lnTo>
                    <a:pt x="380" y="76"/>
                  </a:lnTo>
                  <a:lnTo>
                    <a:pt x="385" y="73"/>
                  </a:lnTo>
                  <a:lnTo>
                    <a:pt x="385" y="73"/>
                  </a:lnTo>
                  <a:lnTo>
                    <a:pt x="384" y="77"/>
                  </a:lnTo>
                  <a:lnTo>
                    <a:pt x="382" y="79"/>
                  </a:lnTo>
                  <a:lnTo>
                    <a:pt x="383" y="83"/>
                  </a:lnTo>
                  <a:lnTo>
                    <a:pt x="389" y="86"/>
                  </a:lnTo>
                  <a:lnTo>
                    <a:pt x="395" y="86"/>
                  </a:lnTo>
                  <a:lnTo>
                    <a:pt x="395" y="89"/>
                  </a:lnTo>
                  <a:lnTo>
                    <a:pt x="397" y="92"/>
                  </a:lnTo>
                  <a:lnTo>
                    <a:pt x="400" y="93"/>
                  </a:lnTo>
                  <a:lnTo>
                    <a:pt x="404" y="97"/>
                  </a:lnTo>
                  <a:lnTo>
                    <a:pt x="409" y="99"/>
                  </a:lnTo>
                  <a:lnTo>
                    <a:pt x="408" y="103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2" y="104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28" y="105"/>
                  </a:lnTo>
                  <a:lnTo>
                    <a:pt x="432" y="117"/>
                  </a:lnTo>
                  <a:lnTo>
                    <a:pt x="438" y="117"/>
                  </a:lnTo>
                  <a:lnTo>
                    <a:pt x="440" y="124"/>
                  </a:lnTo>
                  <a:lnTo>
                    <a:pt x="451" y="127"/>
                  </a:lnTo>
                  <a:lnTo>
                    <a:pt x="453" y="128"/>
                  </a:lnTo>
                  <a:lnTo>
                    <a:pt x="453" y="134"/>
                  </a:lnTo>
                  <a:lnTo>
                    <a:pt x="454" y="138"/>
                  </a:lnTo>
                  <a:lnTo>
                    <a:pt x="450" y="143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69" y="145"/>
                  </a:lnTo>
                  <a:lnTo>
                    <a:pt x="470" y="146"/>
                  </a:lnTo>
                  <a:lnTo>
                    <a:pt x="474" y="144"/>
                  </a:lnTo>
                  <a:lnTo>
                    <a:pt x="477" y="146"/>
                  </a:lnTo>
                  <a:lnTo>
                    <a:pt x="480" y="149"/>
                  </a:lnTo>
                  <a:lnTo>
                    <a:pt x="483" y="151"/>
                  </a:lnTo>
                  <a:lnTo>
                    <a:pt x="486" y="154"/>
                  </a:lnTo>
                  <a:lnTo>
                    <a:pt x="492" y="156"/>
                  </a:lnTo>
                  <a:lnTo>
                    <a:pt x="504" y="154"/>
                  </a:lnTo>
                  <a:lnTo>
                    <a:pt x="510" y="156"/>
                  </a:lnTo>
                  <a:lnTo>
                    <a:pt x="520" y="154"/>
                  </a:lnTo>
                  <a:lnTo>
                    <a:pt x="535" y="153"/>
                  </a:lnTo>
                  <a:lnTo>
                    <a:pt x="540" y="154"/>
                  </a:lnTo>
                  <a:lnTo>
                    <a:pt x="540" y="156"/>
                  </a:lnTo>
                  <a:lnTo>
                    <a:pt x="537" y="161"/>
                  </a:lnTo>
                  <a:lnTo>
                    <a:pt x="538" y="162"/>
                  </a:lnTo>
                  <a:lnTo>
                    <a:pt x="542" y="165"/>
                  </a:lnTo>
                  <a:lnTo>
                    <a:pt x="545" y="164"/>
                  </a:lnTo>
                  <a:lnTo>
                    <a:pt x="547" y="165"/>
                  </a:lnTo>
                  <a:lnTo>
                    <a:pt x="547" y="168"/>
                  </a:lnTo>
                  <a:lnTo>
                    <a:pt x="551" y="168"/>
                  </a:lnTo>
                  <a:lnTo>
                    <a:pt x="554" y="172"/>
                  </a:lnTo>
                  <a:lnTo>
                    <a:pt x="550" y="178"/>
                  </a:lnTo>
                  <a:lnTo>
                    <a:pt x="551" y="181"/>
                  </a:lnTo>
                  <a:lnTo>
                    <a:pt x="554" y="181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62" y="184"/>
                  </a:lnTo>
                  <a:lnTo>
                    <a:pt x="559" y="187"/>
                  </a:lnTo>
                  <a:lnTo>
                    <a:pt x="560" y="189"/>
                  </a:lnTo>
                  <a:lnTo>
                    <a:pt x="548" y="197"/>
                  </a:lnTo>
                  <a:lnTo>
                    <a:pt x="543" y="211"/>
                  </a:lnTo>
                  <a:lnTo>
                    <a:pt x="544" y="212"/>
                  </a:lnTo>
                  <a:lnTo>
                    <a:pt x="549" y="212"/>
                  </a:lnTo>
                  <a:lnTo>
                    <a:pt x="555" y="212"/>
                  </a:lnTo>
                  <a:lnTo>
                    <a:pt x="565" y="210"/>
                  </a:lnTo>
                  <a:lnTo>
                    <a:pt x="567" y="211"/>
                  </a:lnTo>
                  <a:lnTo>
                    <a:pt x="540" y="219"/>
                  </a:lnTo>
                  <a:lnTo>
                    <a:pt x="519" y="234"/>
                  </a:lnTo>
                  <a:lnTo>
                    <a:pt x="516" y="235"/>
                  </a:lnTo>
                  <a:lnTo>
                    <a:pt x="509" y="235"/>
                  </a:lnTo>
                  <a:lnTo>
                    <a:pt x="506" y="233"/>
                  </a:lnTo>
                  <a:lnTo>
                    <a:pt x="503" y="232"/>
                  </a:lnTo>
                  <a:lnTo>
                    <a:pt x="501" y="229"/>
                  </a:lnTo>
                  <a:lnTo>
                    <a:pt x="486" y="229"/>
                  </a:lnTo>
                  <a:lnTo>
                    <a:pt x="475" y="228"/>
                  </a:lnTo>
                  <a:lnTo>
                    <a:pt x="464" y="229"/>
                  </a:lnTo>
                  <a:lnTo>
                    <a:pt x="459" y="229"/>
                  </a:lnTo>
                  <a:lnTo>
                    <a:pt x="452" y="225"/>
                  </a:lnTo>
                  <a:lnTo>
                    <a:pt x="451" y="222"/>
                  </a:lnTo>
                  <a:lnTo>
                    <a:pt x="446" y="223"/>
                  </a:lnTo>
                  <a:lnTo>
                    <a:pt x="426" y="220"/>
                  </a:lnTo>
                  <a:lnTo>
                    <a:pt x="412" y="228"/>
                  </a:lnTo>
                  <a:lnTo>
                    <a:pt x="392" y="231"/>
                  </a:lnTo>
                  <a:lnTo>
                    <a:pt x="387" y="239"/>
                  </a:lnTo>
                  <a:lnTo>
                    <a:pt x="380" y="244"/>
                  </a:lnTo>
                  <a:lnTo>
                    <a:pt x="375" y="252"/>
                  </a:lnTo>
                  <a:lnTo>
                    <a:pt x="363" y="252"/>
                  </a:lnTo>
                  <a:lnTo>
                    <a:pt x="356" y="255"/>
                  </a:lnTo>
                  <a:lnTo>
                    <a:pt x="344" y="256"/>
                  </a:lnTo>
                  <a:lnTo>
                    <a:pt x="333" y="252"/>
                  </a:lnTo>
                  <a:lnTo>
                    <a:pt x="330" y="253"/>
                  </a:lnTo>
                  <a:lnTo>
                    <a:pt x="329" y="255"/>
                  </a:lnTo>
                  <a:lnTo>
                    <a:pt x="316" y="255"/>
                  </a:lnTo>
                  <a:lnTo>
                    <a:pt x="308" y="252"/>
                  </a:lnTo>
                  <a:lnTo>
                    <a:pt x="300" y="251"/>
                  </a:lnTo>
                  <a:lnTo>
                    <a:pt x="296" y="250"/>
                  </a:lnTo>
                  <a:lnTo>
                    <a:pt x="292" y="251"/>
                  </a:lnTo>
                  <a:lnTo>
                    <a:pt x="288" y="247"/>
                  </a:lnTo>
                  <a:lnTo>
                    <a:pt x="290" y="244"/>
                  </a:lnTo>
                  <a:lnTo>
                    <a:pt x="288" y="243"/>
                  </a:lnTo>
                  <a:lnTo>
                    <a:pt x="281" y="243"/>
                  </a:lnTo>
                  <a:lnTo>
                    <a:pt x="263" y="245"/>
                  </a:lnTo>
                  <a:lnTo>
                    <a:pt x="259" y="244"/>
                  </a:lnTo>
                  <a:lnTo>
                    <a:pt x="255" y="245"/>
                  </a:lnTo>
                  <a:lnTo>
                    <a:pt x="255" y="247"/>
                  </a:lnTo>
                  <a:lnTo>
                    <a:pt x="258" y="248"/>
                  </a:lnTo>
                  <a:lnTo>
                    <a:pt x="256" y="249"/>
                  </a:lnTo>
                  <a:lnTo>
                    <a:pt x="256" y="250"/>
                  </a:lnTo>
                  <a:lnTo>
                    <a:pt x="257" y="254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8" y="258"/>
                  </a:lnTo>
                  <a:lnTo>
                    <a:pt x="258" y="261"/>
                  </a:lnTo>
                  <a:lnTo>
                    <a:pt x="259" y="267"/>
                  </a:lnTo>
                  <a:lnTo>
                    <a:pt x="244" y="273"/>
                  </a:lnTo>
                  <a:lnTo>
                    <a:pt x="240" y="278"/>
                  </a:lnTo>
                  <a:lnTo>
                    <a:pt x="242" y="281"/>
                  </a:lnTo>
                  <a:lnTo>
                    <a:pt x="243" y="281"/>
                  </a:lnTo>
                  <a:lnTo>
                    <a:pt x="243" y="282"/>
                  </a:lnTo>
                  <a:lnTo>
                    <a:pt x="240" y="283"/>
                  </a:lnTo>
                  <a:lnTo>
                    <a:pt x="241" y="285"/>
                  </a:lnTo>
                  <a:lnTo>
                    <a:pt x="238" y="285"/>
                  </a:lnTo>
                  <a:lnTo>
                    <a:pt x="238" y="289"/>
                  </a:lnTo>
                  <a:lnTo>
                    <a:pt x="243" y="289"/>
                  </a:lnTo>
                  <a:lnTo>
                    <a:pt x="245" y="290"/>
                  </a:lnTo>
                  <a:lnTo>
                    <a:pt x="246" y="291"/>
                  </a:lnTo>
                  <a:lnTo>
                    <a:pt x="243" y="292"/>
                  </a:lnTo>
                  <a:lnTo>
                    <a:pt x="246" y="294"/>
                  </a:lnTo>
                  <a:lnTo>
                    <a:pt x="248" y="299"/>
                  </a:lnTo>
                  <a:lnTo>
                    <a:pt x="236" y="303"/>
                  </a:lnTo>
                  <a:lnTo>
                    <a:pt x="236" y="304"/>
                  </a:lnTo>
                  <a:lnTo>
                    <a:pt x="227" y="301"/>
                  </a:lnTo>
                  <a:lnTo>
                    <a:pt x="213" y="306"/>
                  </a:lnTo>
                  <a:lnTo>
                    <a:pt x="213" y="305"/>
                  </a:lnTo>
                  <a:lnTo>
                    <a:pt x="207" y="304"/>
                  </a:lnTo>
                  <a:lnTo>
                    <a:pt x="202" y="309"/>
                  </a:lnTo>
                  <a:lnTo>
                    <a:pt x="202" y="311"/>
                  </a:lnTo>
                  <a:lnTo>
                    <a:pt x="197" y="312"/>
                  </a:lnTo>
                  <a:lnTo>
                    <a:pt x="194" y="309"/>
                  </a:lnTo>
                  <a:lnTo>
                    <a:pt x="194" y="307"/>
                  </a:lnTo>
                  <a:lnTo>
                    <a:pt x="196" y="306"/>
                  </a:lnTo>
                  <a:lnTo>
                    <a:pt x="194" y="302"/>
                  </a:lnTo>
                  <a:lnTo>
                    <a:pt x="193" y="301"/>
                  </a:lnTo>
                  <a:lnTo>
                    <a:pt x="191" y="304"/>
                  </a:lnTo>
                  <a:lnTo>
                    <a:pt x="188" y="304"/>
                  </a:lnTo>
                  <a:lnTo>
                    <a:pt x="188" y="299"/>
                  </a:lnTo>
                  <a:lnTo>
                    <a:pt x="180" y="303"/>
                  </a:lnTo>
                  <a:lnTo>
                    <a:pt x="173" y="304"/>
                  </a:lnTo>
                  <a:lnTo>
                    <a:pt x="171" y="306"/>
                  </a:lnTo>
                  <a:lnTo>
                    <a:pt x="171" y="309"/>
                  </a:lnTo>
                  <a:lnTo>
                    <a:pt x="170" y="310"/>
                  </a:lnTo>
                  <a:lnTo>
                    <a:pt x="172" y="318"/>
                  </a:lnTo>
                  <a:lnTo>
                    <a:pt x="163" y="323"/>
                  </a:lnTo>
                  <a:lnTo>
                    <a:pt x="160" y="327"/>
                  </a:lnTo>
                  <a:lnTo>
                    <a:pt x="161" y="329"/>
                  </a:lnTo>
                  <a:lnTo>
                    <a:pt x="159" y="331"/>
                  </a:lnTo>
                  <a:lnTo>
                    <a:pt x="155" y="338"/>
                  </a:lnTo>
                  <a:lnTo>
                    <a:pt x="150" y="351"/>
                  </a:lnTo>
                  <a:lnTo>
                    <a:pt x="145" y="359"/>
                  </a:lnTo>
                  <a:lnTo>
                    <a:pt x="135" y="361"/>
                  </a:lnTo>
                  <a:lnTo>
                    <a:pt x="123" y="361"/>
                  </a:lnTo>
                  <a:lnTo>
                    <a:pt x="121" y="369"/>
                  </a:lnTo>
                  <a:lnTo>
                    <a:pt x="118" y="373"/>
                  </a:lnTo>
                  <a:lnTo>
                    <a:pt x="118" y="374"/>
                  </a:lnTo>
                  <a:lnTo>
                    <a:pt x="115" y="379"/>
                  </a:lnTo>
                  <a:lnTo>
                    <a:pt x="115" y="380"/>
                  </a:lnTo>
                  <a:lnTo>
                    <a:pt x="109" y="383"/>
                  </a:lnTo>
                  <a:lnTo>
                    <a:pt x="107" y="382"/>
                  </a:lnTo>
                  <a:lnTo>
                    <a:pt x="102" y="375"/>
                  </a:lnTo>
                  <a:lnTo>
                    <a:pt x="96" y="375"/>
                  </a:lnTo>
                  <a:lnTo>
                    <a:pt x="91" y="375"/>
                  </a:lnTo>
                  <a:lnTo>
                    <a:pt x="89" y="373"/>
                  </a:lnTo>
                  <a:lnTo>
                    <a:pt x="90" y="372"/>
                  </a:lnTo>
                  <a:lnTo>
                    <a:pt x="88" y="370"/>
                  </a:lnTo>
                  <a:lnTo>
                    <a:pt x="88" y="368"/>
                  </a:lnTo>
                  <a:lnTo>
                    <a:pt x="79" y="372"/>
                  </a:lnTo>
                  <a:lnTo>
                    <a:pt x="76" y="383"/>
                  </a:lnTo>
                  <a:lnTo>
                    <a:pt x="71" y="389"/>
                  </a:lnTo>
                  <a:lnTo>
                    <a:pt x="61" y="394"/>
                  </a:lnTo>
                  <a:lnTo>
                    <a:pt x="52" y="403"/>
                  </a:lnTo>
                  <a:lnTo>
                    <a:pt x="41" y="407"/>
                  </a:lnTo>
                  <a:lnTo>
                    <a:pt x="34" y="411"/>
                  </a:lnTo>
                  <a:lnTo>
                    <a:pt x="31" y="405"/>
                  </a:lnTo>
                  <a:lnTo>
                    <a:pt x="31" y="402"/>
                  </a:lnTo>
                  <a:lnTo>
                    <a:pt x="28" y="398"/>
                  </a:lnTo>
                  <a:lnTo>
                    <a:pt x="25" y="383"/>
                  </a:lnTo>
                  <a:lnTo>
                    <a:pt x="17" y="391"/>
                  </a:lnTo>
                  <a:lnTo>
                    <a:pt x="17" y="393"/>
                  </a:lnTo>
                  <a:lnTo>
                    <a:pt x="17" y="393"/>
                  </a:lnTo>
                  <a:lnTo>
                    <a:pt x="14" y="394"/>
                  </a:lnTo>
                  <a:lnTo>
                    <a:pt x="14" y="394"/>
                  </a:lnTo>
                  <a:lnTo>
                    <a:pt x="9" y="391"/>
                  </a:lnTo>
                  <a:lnTo>
                    <a:pt x="6" y="393"/>
                  </a:lnTo>
                  <a:lnTo>
                    <a:pt x="3" y="392"/>
                  </a:lnTo>
                  <a:lnTo>
                    <a:pt x="0" y="389"/>
                  </a:lnTo>
                  <a:lnTo>
                    <a:pt x="0" y="387"/>
                  </a:lnTo>
                  <a:lnTo>
                    <a:pt x="17" y="378"/>
                  </a:lnTo>
                  <a:lnTo>
                    <a:pt x="19" y="376"/>
                  </a:lnTo>
                  <a:lnTo>
                    <a:pt x="20" y="372"/>
                  </a:lnTo>
                  <a:lnTo>
                    <a:pt x="25" y="372"/>
                  </a:lnTo>
                  <a:lnTo>
                    <a:pt x="25" y="366"/>
                  </a:lnTo>
                  <a:lnTo>
                    <a:pt x="26" y="363"/>
                  </a:lnTo>
                  <a:lnTo>
                    <a:pt x="29" y="361"/>
                  </a:lnTo>
                  <a:lnTo>
                    <a:pt x="30" y="354"/>
                  </a:lnTo>
                  <a:lnTo>
                    <a:pt x="36" y="350"/>
                  </a:lnTo>
                  <a:lnTo>
                    <a:pt x="37" y="350"/>
                  </a:lnTo>
                  <a:lnTo>
                    <a:pt x="40" y="346"/>
                  </a:lnTo>
                  <a:lnTo>
                    <a:pt x="43" y="345"/>
                  </a:lnTo>
                  <a:lnTo>
                    <a:pt x="47" y="340"/>
                  </a:lnTo>
                  <a:lnTo>
                    <a:pt x="51" y="338"/>
                  </a:lnTo>
                  <a:lnTo>
                    <a:pt x="55" y="333"/>
                  </a:lnTo>
                  <a:lnTo>
                    <a:pt x="63" y="330"/>
                  </a:lnTo>
                  <a:lnTo>
                    <a:pt x="66" y="326"/>
                  </a:lnTo>
                  <a:lnTo>
                    <a:pt x="68" y="321"/>
                  </a:lnTo>
                  <a:lnTo>
                    <a:pt x="71" y="319"/>
                  </a:lnTo>
                  <a:lnTo>
                    <a:pt x="76" y="319"/>
                  </a:lnTo>
                  <a:lnTo>
                    <a:pt x="79" y="318"/>
                  </a:lnTo>
                  <a:lnTo>
                    <a:pt x="80" y="313"/>
                  </a:lnTo>
                  <a:lnTo>
                    <a:pt x="80" y="311"/>
                  </a:lnTo>
                  <a:lnTo>
                    <a:pt x="90" y="304"/>
                  </a:lnTo>
                  <a:lnTo>
                    <a:pt x="90" y="302"/>
                  </a:lnTo>
                  <a:lnTo>
                    <a:pt x="84" y="294"/>
                  </a:lnTo>
                  <a:lnTo>
                    <a:pt x="83" y="290"/>
                  </a:lnTo>
                  <a:lnTo>
                    <a:pt x="85" y="290"/>
                  </a:lnTo>
                  <a:lnTo>
                    <a:pt x="87" y="284"/>
                  </a:lnTo>
                  <a:lnTo>
                    <a:pt x="87" y="275"/>
                  </a:lnTo>
                  <a:lnTo>
                    <a:pt x="88" y="273"/>
                  </a:lnTo>
                  <a:lnTo>
                    <a:pt x="82" y="262"/>
                  </a:lnTo>
                  <a:lnTo>
                    <a:pt x="82" y="259"/>
                  </a:lnTo>
                  <a:lnTo>
                    <a:pt x="79" y="255"/>
                  </a:lnTo>
                  <a:lnTo>
                    <a:pt x="80" y="252"/>
                  </a:lnTo>
                  <a:lnTo>
                    <a:pt x="85" y="249"/>
                  </a:lnTo>
                  <a:lnTo>
                    <a:pt x="87" y="248"/>
                  </a:lnTo>
                  <a:lnTo>
                    <a:pt x="89" y="247"/>
                  </a:lnTo>
                  <a:lnTo>
                    <a:pt x="94" y="249"/>
                  </a:lnTo>
                  <a:lnTo>
                    <a:pt x="99" y="247"/>
                  </a:lnTo>
                  <a:lnTo>
                    <a:pt x="105" y="249"/>
                  </a:lnTo>
                  <a:lnTo>
                    <a:pt x="107" y="246"/>
                  </a:lnTo>
                  <a:lnTo>
                    <a:pt x="107" y="243"/>
                  </a:lnTo>
                  <a:lnTo>
                    <a:pt x="111" y="244"/>
                  </a:lnTo>
                  <a:lnTo>
                    <a:pt x="117" y="243"/>
                  </a:lnTo>
                  <a:lnTo>
                    <a:pt x="123" y="244"/>
                  </a:lnTo>
                  <a:lnTo>
                    <a:pt x="128" y="238"/>
                  </a:lnTo>
                  <a:lnTo>
                    <a:pt x="128" y="237"/>
                  </a:lnTo>
                  <a:lnTo>
                    <a:pt x="130" y="238"/>
                  </a:lnTo>
                  <a:lnTo>
                    <a:pt x="131" y="237"/>
                  </a:lnTo>
                  <a:lnTo>
                    <a:pt x="134" y="230"/>
                  </a:lnTo>
                  <a:lnTo>
                    <a:pt x="135" y="228"/>
                  </a:lnTo>
                  <a:lnTo>
                    <a:pt x="137" y="222"/>
                  </a:lnTo>
                  <a:lnTo>
                    <a:pt x="137" y="219"/>
                  </a:lnTo>
                  <a:lnTo>
                    <a:pt x="135" y="215"/>
                  </a:lnTo>
                  <a:lnTo>
                    <a:pt x="132" y="214"/>
                  </a:lnTo>
                  <a:lnTo>
                    <a:pt x="133" y="209"/>
                  </a:lnTo>
                  <a:lnTo>
                    <a:pt x="148" y="207"/>
                  </a:lnTo>
                  <a:lnTo>
                    <a:pt x="151" y="205"/>
                  </a:lnTo>
                  <a:lnTo>
                    <a:pt x="161" y="206"/>
                  </a:lnTo>
                  <a:lnTo>
                    <a:pt x="169" y="198"/>
                  </a:lnTo>
                  <a:lnTo>
                    <a:pt x="169" y="197"/>
                  </a:lnTo>
                  <a:lnTo>
                    <a:pt x="167" y="196"/>
                  </a:lnTo>
                  <a:lnTo>
                    <a:pt x="169" y="194"/>
                  </a:lnTo>
                  <a:lnTo>
                    <a:pt x="169" y="193"/>
                  </a:lnTo>
                  <a:lnTo>
                    <a:pt x="172" y="192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0" y="184"/>
                  </a:lnTo>
                  <a:lnTo>
                    <a:pt x="165" y="182"/>
                  </a:lnTo>
                  <a:lnTo>
                    <a:pt x="165" y="179"/>
                  </a:lnTo>
                  <a:lnTo>
                    <a:pt x="167" y="176"/>
                  </a:lnTo>
                  <a:lnTo>
                    <a:pt x="164" y="165"/>
                  </a:lnTo>
                  <a:lnTo>
                    <a:pt x="159" y="163"/>
                  </a:lnTo>
                  <a:lnTo>
                    <a:pt x="153" y="164"/>
                  </a:lnTo>
                  <a:lnTo>
                    <a:pt x="152" y="163"/>
                  </a:lnTo>
                  <a:lnTo>
                    <a:pt x="151" y="157"/>
                  </a:lnTo>
                  <a:lnTo>
                    <a:pt x="148" y="157"/>
                  </a:lnTo>
                  <a:lnTo>
                    <a:pt x="140" y="155"/>
                  </a:lnTo>
                  <a:lnTo>
                    <a:pt x="138" y="153"/>
                  </a:lnTo>
                  <a:lnTo>
                    <a:pt x="134" y="154"/>
                  </a:lnTo>
                  <a:lnTo>
                    <a:pt x="131" y="159"/>
                  </a:lnTo>
                  <a:lnTo>
                    <a:pt x="120" y="164"/>
                  </a:lnTo>
                  <a:lnTo>
                    <a:pt x="112" y="164"/>
                  </a:lnTo>
                  <a:lnTo>
                    <a:pt x="104" y="168"/>
                  </a:lnTo>
                  <a:lnTo>
                    <a:pt x="102" y="167"/>
                  </a:lnTo>
                  <a:lnTo>
                    <a:pt x="99" y="168"/>
                  </a:lnTo>
                  <a:lnTo>
                    <a:pt x="88" y="169"/>
                  </a:lnTo>
                  <a:lnTo>
                    <a:pt x="87" y="168"/>
                  </a:lnTo>
                  <a:lnTo>
                    <a:pt x="79" y="170"/>
                  </a:lnTo>
                  <a:lnTo>
                    <a:pt x="74" y="170"/>
                  </a:lnTo>
                  <a:lnTo>
                    <a:pt x="71" y="170"/>
                  </a:lnTo>
                  <a:lnTo>
                    <a:pt x="64" y="173"/>
                  </a:lnTo>
                  <a:lnTo>
                    <a:pt x="61" y="173"/>
                  </a:lnTo>
                  <a:lnTo>
                    <a:pt x="49" y="168"/>
                  </a:lnTo>
                  <a:lnTo>
                    <a:pt x="46" y="170"/>
                  </a:lnTo>
                  <a:lnTo>
                    <a:pt x="43" y="170"/>
                  </a:lnTo>
                  <a:lnTo>
                    <a:pt x="42" y="172"/>
                  </a:lnTo>
                  <a:lnTo>
                    <a:pt x="33" y="176"/>
                  </a:lnTo>
                  <a:lnTo>
                    <a:pt x="30" y="176"/>
                  </a:lnTo>
                  <a:lnTo>
                    <a:pt x="30" y="170"/>
                  </a:lnTo>
                  <a:lnTo>
                    <a:pt x="33" y="165"/>
                  </a:lnTo>
                  <a:lnTo>
                    <a:pt x="34" y="160"/>
                  </a:lnTo>
                  <a:lnTo>
                    <a:pt x="33" y="153"/>
                  </a:lnTo>
                  <a:lnTo>
                    <a:pt x="34" y="151"/>
                  </a:lnTo>
                  <a:lnTo>
                    <a:pt x="43" y="145"/>
                  </a:lnTo>
                  <a:lnTo>
                    <a:pt x="42" y="143"/>
                  </a:lnTo>
                  <a:lnTo>
                    <a:pt x="49" y="142"/>
                  </a:lnTo>
                  <a:lnTo>
                    <a:pt x="55" y="138"/>
                  </a:lnTo>
                  <a:lnTo>
                    <a:pt x="57" y="135"/>
                  </a:lnTo>
                  <a:lnTo>
                    <a:pt x="55" y="132"/>
                  </a:lnTo>
                  <a:lnTo>
                    <a:pt x="55" y="129"/>
                  </a:lnTo>
                  <a:lnTo>
                    <a:pt x="55" y="128"/>
                  </a:lnTo>
                  <a:lnTo>
                    <a:pt x="55" y="127"/>
                  </a:lnTo>
                  <a:lnTo>
                    <a:pt x="58" y="125"/>
                  </a:lnTo>
                  <a:lnTo>
                    <a:pt x="60" y="119"/>
                  </a:lnTo>
                  <a:lnTo>
                    <a:pt x="60" y="118"/>
                  </a:lnTo>
                  <a:lnTo>
                    <a:pt x="57" y="116"/>
                  </a:lnTo>
                  <a:lnTo>
                    <a:pt x="62" y="114"/>
                  </a:lnTo>
                  <a:lnTo>
                    <a:pt x="63" y="116"/>
                  </a:lnTo>
                  <a:lnTo>
                    <a:pt x="76" y="115"/>
                  </a:lnTo>
                  <a:lnTo>
                    <a:pt x="78" y="109"/>
                  </a:lnTo>
                  <a:lnTo>
                    <a:pt x="79" y="103"/>
                  </a:lnTo>
                  <a:lnTo>
                    <a:pt x="78" y="87"/>
                  </a:lnTo>
                  <a:lnTo>
                    <a:pt x="79" y="85"/>
                  </a:lnTo>
                  <a:lnTo>
                    <a:pt x="78" y="83"/>
                  </a:lnTo>
                  <a:lnTo>
                    <a:pt x="79" y="82"/>
                  </a:lnTo>
                  <a:lnTo>
                    <a:pt x="88" y="81"/>
                  </a:lnTo>
                  <a:lnTo>
                    <a:pt x="93" y="83"/>
                  </a:lnTo>
                  <a:lnTo>
                    <a:pt x="98" y="78"/>
                  </a:lnTo>
                  <a:lnTo>
                    <a:pt x="101" y="70"/>
                  </a:lnTo>
                  <a:lnTo>
                    <a:pt x="103" y="67"/>
                  </a:lnTo>
                  <a:lnTo>
                    <a:pt x="109" y="65"/>
                  </a:lnTo>
                  <a:lnTo>
                    <a:pt x="115" y="66"/>
                  </a:lnTo>
                  <a:lnTo>
                    <a:pt x="120" y="65"/>
                  </a:lnTo>
                  <a:lnTo>
                    <a:pt x="127" y="59"/>
                  </a:lnTo>
                  <a:lnTo>
                    <a:pt x="127" y="58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4" y="55"/>
                  </a:lnTo>
                  <a:lnTo>
                    <a:pt x="124" y="52"/>
                  </a:lnTo>
                  <a:lnTo>
                    <a:pt x="126" y="50"/>
                  </a:lnTo>
                  <a:lnTo>
                    <a:pt x="126" y="48"/>
                  </a:lnTo>
                  <a:lnTo>
                    <a:pt x="126" y="43"/>
                  </a:lnTo>
                  <a:lnTo>
                    <a:pt x="119" y="45"/>
                  </a:lnTo>
                  <a:lnTo>
                    <a:pt x="118" y="43"/>
                  </a:lnTo>
                  <a:lnTo>
                    <a:pt x="120" y="38"/>
                  </a:lnTo>
                  <a:lnTo>
                    <a:pt x="116" y="37"/>
                  </a:lnTo>
                  <a:lnTo>
                    <a:pt x="115" y="33"/>
                  </a:lnTo>
                  <a:lnTo>
                    <a:pt x="115" y="31"/>
                  </a:lnTo>
                  <a:lnTo>
                    <a:pt x="116" y="27"/>
                  </a:lnTo>
                  <a:lnTo>
                    <a:pt x="115" y="19"/>
                  </a:lnTo>
                  <a:lnTo>
                    <a:pt x="114" y="15"/>
                  </a:lnTo>
                  <a:lnTo>
                    <a:pt x="112" y="12"/>
                  </a:lnTo>
                  <a:lnTo>
                    <a:pt x="118" y="9"/>
                  </a:lnTo>
                  <a:lnTo>
                    <a:pt x="132" y="3"/>
                  </a:lnTo>
                  <a:lnTo>
                    <a:pt x="141" y="0"/>
                  </a:lnTo>
                  <a:lnTo>
                    <a:pt x="144" y="0"/>
                  </a:lnTo>
                  <a:lnTo>
                    <a:pt x="147" y="3"/>
                  </a:lnTo>
                  <a:lnTo>
                    <a:pt x="153" y="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3" name="Freeform 16">
              <a:extLst>
                <a:ext uri="{FF2B5EF4-FFF2-40B4-BE49-F238E27FC236}">
                  <a16:creationId xmlns:a16="http://schemas.microsoft.com/office/drawing/2014/main" id="{EB162F39-A350-484C-82C3-715782D5B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966" y="2838802"/>
              <a:ext cx="561389" cy="617841"/>
            </a:xfrm>
            <a:custGeom>
              <a:avLst/>
              <a:gdLst>
                <a:gd name="T0" fmla="*/ 26 w 537"/>
                <a:gd name="T1" fmla="*/ 58 h 591"/>
                <a:gd name="T2" fmla="*/ 94 w 537"/>
                <a:gd name="T3" fmla="*/ 21 h 591"/>
                <a:gd name="T4" fmla="*/ 136 w 537"/>
                <a:gd name="T5" fmla="*/ 14 h 591"/>
                <a:gd name="T6" fmla="*/ 174 w 537"/>
                <a:gd name="T7" fmla="*/ 50 h 591"/>
                <a:gd name="T8" fmla="*/ 190 w 537"/>
                <a:gd name="T9" fmla="*/ 37 h 591"/>
                <a:gd name="T10" fmla="*/ 216 w 537"/>
                <a:gd name="T11" fmla="*/ 43 h 591"/>
                <a:gd name="T12" fmla="*/ 262 w 537"/>
                <a:gd name="T13" fmla="*/ 43 h 591"/>
                <a:gd name="T14" fmla="*/ 255 w 537"/>
                <a:gd name="T15" fmla="*/ 57 h 591"/>
                <a:gd name="T16" fmla="*/ 270 w 537"/>
                <a:gd name="T17" fmla="*/ 70 h 591"/>
                <a:gd name="T18" fmla="*/ 294 w 537"/>
                <a:gd name="T19" fmla="*/ 67 h 591"/>
                <a:gd name="T20" fmla="*/ 306 w 537"/>
                <a:gd name="T21" fmla="*/ 40 h 591"/>
                <a:gd name="T22" fmla="*/ 324 w 537"/>
                <a:gd name="T23" fmla="*/ 13 h 591"/>
                <a:gd name="T24" fmla="*/ 339 w 537"/>
                <a:gd name="T25" fmla="*/ 5 h 591"/>
                <a:gd name="T26" fmla="*/ 368 w 537"/>
                <a:gd name="T27" fmla="*/ 18 h 591"/>
                <a:gd name="T28" fmla="*/ 379 w 537"/>
                <a:gd name="T29" fmla="*/ 48 h 591"/>
                <a:gd name="T30" fmla="*/ 389 w 537"/>
                <a:gd name="T31" fmla="*/ 84 h 591"/>
                <a:gd name="T32" fmla="*/ 400 w 537"/>
                <a:gd name="T33" fmla="*/ 127 h 591"/>
                <a:gd name="T34" fmla="*/ 415 w 537"/>
                <a:gd name="T35" fmla="*/ 151 h 591"/>
                <a:gd name="T36" fmla="*/ 444 w 537"/>
                <a:gd name="T37" fmla="*/ 171 h 591"/>
                <a:gd name="T38" fmla="*/ 460 w 537"/>
                <a:gd name="T39" fmla="*/ 182 h 591"/>
                <a:gd name="T40" fmla="*/ 466 w 537"/>
                <a:gd name="T41" fmla="*/ 191 h 591"/>
                <a:gd name="T42" fmla="*/ 482 w 537"/>
                <a:gd name="T43" fmla="*/ 182 h 591"/>
                <a:gd name="T44" fmla="*/ 463 w 537"/>
                <a:gd name="T45" fmla="*/ 215 h 591"/>
                <a:gd name="T46" fmla="*/ 445 w 537"/>
                <a:gd name="T47" fmla="*/ 246 h 591"/>
                <a:gd name="T48" fmla="*/ 474 w 537"/>
                <a:gd name="T49" fmla="*/ 258 h 591"/>
                <a:gd name="T50" fmla="*/ 519 w 537"/>
                <a:gd name="T51" fmla="*/ 294 h 591"/>
                <a:gd name="T52" fmla="*/ 535 w 537"/>
                <a:gd name="T53" fmla="*/ 324 h 591"/>
                <a:gd name="T54" fmla="*/ 502 w 537"/>
                <a:gd name="T55" fmla="*/ 335 h 591"/>
                <a:gd name="T56" fmla="*/ 460 w 537"/>
                <a:gd name="T57" fmla="*/ 334 h 591"/>
                <a:gd name="T58" fmla="*/ 422 w 537"/>
                <a:gd name="T59" fmla="*/ 309 h 591"/>
                <a:gd name="T60" fmla="*/ 366 w 537"/>
                <a:gd name="T61" fmla="*/ 334 h 591"/>
                <a:gd name="T62" fmla="*/ 335 w 537"/>
                <a:gd name="T63" fmla="*/ 338 h 591"/>
                <a:gd name="T64" fmla="*/ 313 w 537"/>
                <a:gd name="T65" fmla="*/ 340 h 591"/>
                <a:gd name="T66" fmla="*/ 313 w 537"/>
                <a:gd name="T67" fmla="*/ 367 h 591"/>
                <a:gd name="T68" fmla="*/ 269 w 537"/>
                <a:gd name="T69" fmla="*/ 372 h 591"/>
                <a:gd name="T70" fmla="*/ 258 w 537"/>
                <a:gd name="T71" fmla="*/ 406 h 591"/>
                <a:gd name="T72" fmla="*/ 229 w 537"/>
                <a:gd name="T73" fmla="*/ 437 h 591"/>
                <a:gd name="T74" fmla="*/ 207 w 537"/>
                <a:gd name="T75" fmla="*/ 434 h 591"/>
                <a:gd name="T76" fmla="*/ 196 w 537"/>
                <a:gd name="T77" fmla="*/ 449 h 591"/>
                <a:gd name="T78" fmla="*/ 189 w 537"/>
                <a:gd name="T79" fmla="*/ 469 h 591"/>
                <a:gd name="T80" fmla="*/ 185 w 537"/>
                <a:gd name="T81" fmla="*/ 495 h 591"/>
                <a:gd name="T82" fmla="*/ 172 w 537"/>
                <a:gd name="T83" fmla="*/ 511 h 591"/>
                <a:gd name="T84" fmla="*/ 183 w 537"/>
                <a:gd name="T85" fmla="*/ 558 h 591"/>
                <a:gd name="T86" fmla="*/ 171 w 537"/>
                <a:gd name="T87" fmla="*/ 577 h 591"/>
                <a:gd name="T88" fmla="*/ 136 w 537"/>
                <a:gd name="T89" fmla="*/ 583 h 591"/>
                <a:gd name="T90" fmla="*/ 107 w 537"/>
                <a:gd name="T91" fmla="*/ 579 h 591"/>
                <a:gd name="T92" fmla="*/ 72 w 537"/>
                <a:gd name="T93" fmla="*/ 540 h 591"/>
                <a:gd name="T94" fmla="*/ 30 w 537"/>
                <a:gd name="T95" fmla="*/ 492 h 591"/>
                <a:gd name="T96" fmla="*/ 21 w 537"/>
                <a:gd name="T97" fmla="*/ 464 h 591"/>
                <a:gd name="T98" fmla="*/ 38 w 537"/>
                <a:gd name="T99" fmla="*/ 436 h 591"/>
                <a:gd name="T100" fmla="*/ 46 w 537"/>
                <a:gd name="T101" fmla="*/ 409 h 591"/>
                <a:gd name="T102" fmla="*/ 79 w 537"/>
                <a:gd name="T103" fmla="*/ 388 h 591"/>
                <a:gd name="T104" fmla="*/ 94 w 537"/>
                <a:gd name="T105" fmla="*/ 355 h 591"/>
                <a:gd name="T106" fmla="*/ 85 w 537"/>
                <a:gd name="T107" fmla="*/ 325 h 591"/>
                <a:gd name="T108" fmla="*/ 54 w 537"/>
                <a:gd name="T109" fmla="*/ 310 h 591"/>
                <a:gd name="T110" fmla="*/ 29 w 537"/>
                <a:gd name="T111" fmla="*/ 277 h 591"/>
                <a:gd name="T112" fmla="*/ 36 w 537"/>
                <a:gd name="T113" fmla="*/ 246 h 591"/>
                <a:gd name="T114" fmla="*/ 33 w 537"/>
                <a:gd name="T115" fmla="*/ 217 h 591"/>
                <a:gd name="T116" fmla="*/ 30 w 537"/>
                <a:gd name="T117" fmla="*/ 198 h 591"/>
                <a:gd name="T118" fmla="*/ 44 w 537"/>
                <a:gd name="T119" fmla="*/ 177 h 591"/>
                <a:gd name="T120" fmla="*/ 35 w 537"/>
                <a:gd name="T121" fmla="*/ 133 h 591"/>
                <a:gd name="T122" fmla="*/ 13 w 537"/>
                <a:gd name="T123" fmla="*/ 87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7" h="591">
                  <a:moveTo>
                    <a:pt x="0" y="55"/>
                  </a:moveTo>
                  <a:lnTo>
                    <a:pt x="3" y="57"/>
                  </a:lnTo>
                  <a:lnTo>
                    <a:pt x="5" y="59"/>
                  </a:lnTo>
                  <a:lnTo>
                    <a:pt x="8" y="59"/>
                  </a:lnTo>
                  <a:lnTo>
                    <a:pt x="11" y="61"/>
                  </a:lnTo>
                  <a:lnTo>
                    <a:pt x="18" y="62"/>
                  </a:lnTo>
                  <a:lnTo>
                    <a:pt x="26" y="58"/>
                  </a:lnTo>
                  <a:lnTo>
                    <a:pt x="35" y="55"/>
                  </a:lnTo>
                  <a:lnTo>
                    <a:pt x="51" y="51"/>
                  </a:lnTo>
                  <a:lnTo>
                    <a:pt x="62" y="49"/>
                  </a:lnTo>
                  <a:lnTo>
                    <a:pt x="70" y="56"/>
                  </a:lnTo>
                  <a:lnTo>
                    <a:pt x="79" y="59"/>
                  </a:lnTo>
                  <a:lnTo>
                    <a:pt x="102" y="39"/>
                  </a:lnTo>
                  <a:lnTo>
                    <a:pt x="94" y="21"/>
                  </a:lnTo>
                  <a:lnTo>
                    <a:pt x="93" y="14"/>
                  </a:lnTo>
                  <a:lnTo>
                    <a:pt x="97" y="12"/>
                  </a:lnTo>
                  <a:lnTo>
                    <a:pt x="110" y="13"/>
                  </a:lnTo>
                  <a:lnTo>
                    <a:pt x="111" y="15"/>
                  </a:lnTo>
                  <a:lnTo>
                    <a:pt x="121" y="13"/>
                  </a:lnTo>
                  <a:lnTo>
                    <a:pt x="128" y="6"/>
                  </a:lnTo>
                  <a:lnTo>
                    <a:pt x="136" y="14"/>
                  </a:lnTo>
                  <a:lnTo>
                    <a:pt x="136" y="19"/>
                  </a:lnTo>
                  <a:lnTo>
                    <a:pt x="145" y="32"/>
                  </a:lnTo>
                  <a:lnTo>
                    <a:pt x="145" y="49"/>
                  </a:lnTo>
                  <a:lnTo>
                    <a:pt x="155" y="54"/>
                  </a:lnTo>
                  <a:lnTo>
                    <a:pt x="156" y="52"/>
                  </a:lnTo>
                  <a:lnTo>
                    <a:pt x="172" y="49"/>
                  </a:lnTo>
                  <a:lnTo>
                    <a:pt x="174" y="50"/>
                  </a:lnTo>
                  <a:lnTo>
                    <a:pt x="181" y="47"/>
                  </a:lnTo>
                  <a:lnTo>
                    <a:pt x="182" y="46"/>
                  </a:lnTo>
                  <a:lnTo>
                    <a:pt x="178" y="40"/>
                  </a:lnTo>
                  <a:lnTo>
                    <a:pt x="177" y="36"/>
                  </a:lnTo>
                  <a:lnTo>
                    <a:pt x="181" y="35"/>
                  </a:lnTo>
                  <a:lnTo>
                    <a:pt x="183" y="37"/>
                  </a:lnTo>
                  <a:lnTo>
                    <a:pt x="190" y="37"/>
                  </a:lnTo>
                  <a:lnTo>
                    <a:pt x="191" y="35"/>
                  </a:lnTo>
                  <a:lnTo>
                    <a:pt x="193" y="35"/>
                  </a:lnTo>
                  <a:lnTo>
                    <a:pt x="194" y="32"/>
                  </a:lnTo>
                  <a:lnTo>
                    <a:pt x="203" y="28"/>
                  </a:lnTo>
                  <a:lnTo>
                    <a:pt x="211" y="31"/>
                  </a:lnTo>
                  <a:lnTo>
                    <a:pt x="216" y="40"/>
                  </a:lnTo>
                  <a:lnTo>
                    <a:pt x="216" y="43"/>
                  </a:lnTo>
                  <a:lnTo>
                    <a:pt x="218" y="49"/>
                  </a:lnTo>
                  <a:lnTo>
                    <a:pt x="226" y="50"/>
                  </a:lnTo>
                  <a:lnTo>
                    <a:pt x="231" y="52"/>
                  </a:lnTo>
                  <a:lnTo>
                    <a:pt x="236" y="50"/>
                  </a:lnTo>
                  <a:lnTo>
                    <a:pt x="236" y="48"/>
                  </a:lnTo>
                  <a:lnTo>
                    <a:pt x="240" y="47"/>
                  </a:lnTo>
                  <a:lnTo>
                    <a:pt x="262" y="43"/>
                  </a:lnTo>
                  <a:lnTo>
                    <a:pt x="269" y="40"/>
                  </a:lnTo>
                  <a:lnTo>
                    <a:pt x="271" y="54"/>
                  </a:lnTo>
                  <a:lnTo>
                    <a:pt x="270" y="54"/>
                  </a:lnTo>
                  <a:lnTo>
                    <a:pt x="267" y="52"/>
                  </a:lnTo>
                  <a:lnTo>
                    <a:pt x="264" y="54"/>
                  </a:lnTo>
                  <a:lnTo>
                    <a:pt x="256" y="55"/>
                  </a:lnTo>
                  <a:lnTo>
                    <a:pt x="255" y="57"/>
                  </a:lnTo>
                  <a:lnTo>
                    <a:pt x="259" y="58"/>
                  </a:lnTo>
                  <a:lnTo>
                    <a:pt x="259" y="64"/>
                  </a:lnTo>
                  <a:lnTo>
                    <a:pt x="263" y="68"/>
                  </a:lnTo>
                  <a:lnTo>
                    <a:pt x="264" y="67"/>
                  </a:lnTo>
                  <a:lnTo>
                    <a:pt x="266" y="69"/>
                  </a:lnTo>
                  <a:lnTo>
                    <a:pt x="267" y="67"/>
                  </a:lnTo>
                  <a:lnTo>
                    <a:pt x="270" y="70"/>
                  </a:lnTo>
                  <a:lnTo>
                    <a:pt x="272" y="76"/>
                  </a:lnTo>
                  <a:lnTo>
                    <a:pt x="275" y="75"/>
                  </a:lnTo>
                  <a:lnTo>
                    <a:pt x="279" y="76"/>
                  </a:lnTo>
                  <a:lnTo>
                    <a:pt x="285" y="72"/>
                  </a:lnTo>
                  <a:lnTo>
                    <a:pt x="285" y="70"/>
                  </a:lnTo>
                  <a:lnTo>
                    <a:pt x="294" y="71"/>
                  </a:lnTo>
                  <a:lnTo>
                    <a:pt x="294" y="67"/>
                  </a:lnTo>
                  <a:lnTo>
                    <a:pt x="293" y="66"/>
                  </a:lnTo>
                  <a:lnTo>
                    <a:pt x="293" y="59"/>
                  </a:lnTo>
                  <a:lnTo>
                    <a:pt x="294" y="59"/>
                  </a:lnTo>
                  <a:lnTo>
                    <a:pt x="294" y="56"/>
                  </a:lnTo>
                  <a:lnTo>
                    <a:pt x="294" y="52"/>
                  </a:lnTo>
                  <a:lnTo>
                    <a:pt x="296" y="47"/>
                  </a:lnTo>
                  <a:lnTo>
                    <a:pt x="306" y="40"/>
                  </a:lnTo>
                  <a:lnTo>
                    <a:pt x="312" y="16"/>
                  </a:lnTo>
                  <a:lnTo>
                    <a:pt x="313" y="16"/>
                  </a:lnTo>
                  <a:lnTo>
                    <a:pt x="319" y="17"/>
                  </a:lnTo>
                  <a:lnTo>
                    <a:pt x="324" y="17"/>
                  </a:lnTo>
                  <a:lnTo>
                    <a:pt x="323" y="14"/>
                  </a:lnTo>
                  <a:lnTo>
                    <a:pt x="323" y="13"/>
                  </a:lnTo>
                  <a:lnTo>
                    <a:pt x="324" y="13"/>
                  </a:lnTo>
                  <a:lnTo>
                    <a:pt x="324" y="10"/>
                  </a:lnTo>
                  <a:lnTo>
                    <a:pt x="325" y="8"/>
                  </a:lnTo>
                  <a:lnTo>
                    <a:pt x="325" y="7"/>
                  </a:lnTo>
                  <a:lnTo>
                    <a:pt x="329" y="7"/>
                  </a:lnTo>
                  <a:lnTo>
                    <a:pt x="330" y="1"/>
                  </a:lnTo>
                  <a:lnTo>
                    <a:pt x="338" y="0"/>
                  </a:lnTo>
                  <a:lnTo>
                    <a:pt x="339" y="5"/>
                  </a:lnTo>
                  <a:lnTo>
                    <a:pt x="346" y="5"/>
                  </a:lnTo>
                  <a:lnTo>
                    <a:pt x="346" y="7"/>
                  </a:lnTo>
                  <a:lnTo>
                    <a:pt x="352" y="5"/>
                  </a:lnTo>
                  <a:lnTo>
                    <a:pt x="353" y="7"/>
                  </a:lnTo>
                  <a:lnTo>
                    <a:pt x="360" y="10"/>
                  </a:lnTo>
                  <a:lnTo>
                    <a:pt x="365" y="16"/>
                  </a:lnTo>
                  <a:lnTo>
                    <a:pt x="368" y="18"/>
                  </a:lnTo>
                  <a:lnTo>
                    <a:pt x="365" y="25"/>
                  </a:lnTo>
                  <a:lnTo>
                    <a:pt x="366" y="29"/>
                  </a:lnTo>
                  <a:lnTo>
                    <a:pt x="366" y="32"/>
                  </a:lnTo>
                  <a:lnTo>
                    <a:pt x="370" y="40"/>
                  </a:lnTo>
                  <a:lnTo>
                    <a:pt x="372" y="41"/>
                  </a:lnTo>
                  <a:lnTo>
                    <a:pt x="373" y="40"/>
                  </a:lnTo>
                  <a:lnTo>
                    <a:pt x="379" y="48"/>
                  </a:lnTo>
                  <a:lnTo>
                    <a:pt x="381" y="55"/>
                  </a:lnTo>
                  <a:lnTo>
                    <a:pt x="380" y="59"/>
                  </a:lnTo>
                  <a:lnTo>
                    <a:pt x="382" y="72"/>
                  </a:lnTo>
                  <a:lnTo>
                    <a:pt x="385" y="76"/>
                  </a:lnTo>
                  <a:lnTo>
                    <a:pt x="384" y="82"/>
                  </a:lnTo>
                  <a:lnTo>
                    <a:pt x="384" y="83"/>
                  </a:lnTo>
                  <a:lnTo>
                    <a:pt x="389" y="84"/>
                  </a:lnTo>
                  <a:lnTo>
                    <a:pt x="390" y="85"/>
                  </a:lnTo>
                  <a:lnTo>
                    <a:pt x="392" y="92"/>
                  </a:lnTo>
                  <a:lnTo>
                    <a:pt x="391" y="95"/>
                  </a:lnTo>
                  <a:lnTo>
                    <a:pt x="393" y="99"/>
                  </a:lnTo>
                  <a:lnTo>
                    <a:pt x="393" y="103"/>
                  </a:lnTo>
                  <a:lnTo>
                    <a:pt x="399" y="114"/>
                  </a:lnTo>
                  <a:lnTo>
                    <a:pt x="400" y="127"/>
                  </a:lnTo>
                  <a:lnTo>
                    <a:pt x="401" y="131"/>
                  </a:lnTo>
                  <a:lnTo>
                    <a:pt x="403" y="133"/>
                  </a:lnTo>
                  <a:lnTo>
                    <a:pt x="406" y="138"/>
                  </a:lnTo>
                  <a:lnTo>
                    <a:pt x="406" y="138"/>
                  </a:lnTo>
                  <a:lnTo>
                    <a:pt x="408" y="140"/>
                  </a:lnTo>
                  <a:lnTo>
                    <a:pt x="407" y="142"/>
                  </a:lnTo>
                  <a:lnTo>
                    <a:pt x="415" y="151"/>
                  </a:lnTo>
                  <a:lnTo>
                    <a:pt x="415" y="155"/>
                  </a:lnTo>
                  <a:lnTo>
                    <a:pt x="417" y="155"/>
                  </a:lnTo>
                  <a:lnTo>
                    <a:pt x="418" y="163"/>
                  </a:lnTo>
                  <a:lnTo>
                    <a:pt x="425" y="166"/>
                  </a:lnTo>
                  <a:lnTo>
                    <a:pt x="441" y="171"/>
                  </a:lnTo>
                  <a:lnTo>
                    <a:pt x="443" y="172"/>
                  </a:lnTo>
                  <a:lnTo>
                    <a:pt x="444" y="171"/>
                  </a:lnTo>
                  <a:lnTo>
                    <a:pt x="446" y="173"/>
                  </a:lnTo>
                  <a:lnTo>
                    <a:pt x="450" y="172"/>
                  </a:lnTo>
                  <a:lnTo>
                    <a:pt x="453" y="173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60" y="177"/>
                  </a:lnTo>
                  <a:lnTo>
                    <a:pt x="460" y="182"/>
                  </a:lnTo>
                  <a:lnTo>
                    <a:pt x="459" y="185"/>
                  </a:lnTo>
                  <a:lnTo>
                    <a:pt x="460" y="188"/>
                  </a:lnTo>
                  <a:lnTo>
                    <a:pt x="462" y="191"/>
                  </a:lnTo>
                  <a:lnTo>
                    <a:pt x="463" y="189"/>
                  </a:lnTo>
                  <a:lnTo>
                    <a:pt x="464" y="190"/>
                  </a:lnTo>
                  <a:lnTo>
                    <a:pt x="466" y="190"/>
                  </a:lnTo>
                  <a:lnTo>
                    <a:pt x="466" y="191"/>
                  </a:lnTo>
                  <a:lnTo>
                    <a:pt x="468" y="189"/>
                  </a:lnTo>
                  <a:lnTo>
                    <a:pt x="470" y="190"/>
                  </a:lnTo>
                  <a:lnTo>
                    <a:pt x="471" y="189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7"/>
                  </a:lnTo>
                  <a:lnTo>
                    <a:pt x="482" y="182"/>
                  </a:lnTo>
                  <a:lnTo>
                    <a:pt x="485" y="182"/>
                  </a:lnTo>
                  <a:lnTo>
                    <a:pt x="489" y="200"/>
                  </a:lnTo>
                  <a:lnTo>
                    <a:pt x="489" y="200"/>
                  </a:lnTo>
                  <a:lnTo>
                    <a:pt x="487" y="199"/>
                  </a:lnTo>
                  <a:lnTo>
                    <a:pt x="485" y="204"/>
                  </a:lnTo>
                  <a:lnTo>
                    <a:pt x="482" y="203"/>
                  </a:lnTo>
                  <a:lnTo>
                    <a:pt x="463" y="215"/>
                  </a:lnTo>
                  <a:lnTo>
                    <a:pt x="455" y="225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55" y="234"/>
                  </a:lnTo>
                  <a:lnTo>
                    <a:pt x="455" y="237"/>
                  </a:lnTo>
                  <a:lnTo>
                    <a:pt x="453" y="240"/>
                  </a:lnTo>
                  <a:lnTo>
                    <a:pt x="445" y="246"/>
                  </a:lnTo>
                  <a:lnTo>
                    <a:pt x="444" y="248"/>
                  </a:lnTo>
                  <a:lnTo>
                    <a:pt x="439" y="250"/>
                  </a:lnTo>
                  <a:lnTo>
                    <a:pt x="439" y="256"/>
                  </a:lnTo>
                  <a:lnTo>
                    <a:pt x="440" y="261"/>
                  </a:lnTo>
                  <a:lnTo>
                    <a:pt x="448" y="263"/>
                  </a:lnTo>
                  <a:lnTo>
                    <a:pt x="472" y="256"/>
                  </a:lnTo>
                  <a:lnTo>
                    <a:pt x="474" y="258"/>
                  </a:lnTo>
                  <a:lnTo>
                    <a:pt x="479" y="258"/>
                  </a:lnTo>
                  <a:lnTo>
                    <a:pt x="484" y="261"/>
                  </a:lnTo>
                  <a:lnTo>
                    <a:pt x="482" y="264"/>
                  </a:lnTo>
                  <a:lnTo>
                    <a:pt x="488" y="267"/>
                  </a:lnTo>
                  <a:lnTo>
                    <a:pt x="498" y="275"/>
                  </a:lnTo>
                  <a:lnTo>
                    <a:pt x="504" y="277"/>
                  </a:lnTo>
                  <a:lnTo>
                    <a:pt x="519" y="294"/>
                  </a:lnTo>
                  <a:lnTo>
                    <a:pt x="524" y="299"/>
                  </a:lnTo>
                  <a:lnTo>
                    <a:pt x="528" y="303"/>
                  </a:lnTo>
                  <a:lnTo>
                    <a:pt x="532" y="304"/>
                  </a:lnTo>
                  <a:lnTo>
                    <a:pt x="536" y="305"/>
                  </a:lnTo>
                  <a:lnTo>
                    <a:pt x="537" y="307"/>
                  </a:lnTo>
                  <a:lnTo>
                    <a:pt x="537" y="318"/>
                  </a:lnTo>
                  <a:lnTo>
                    <a:pt x="535" y="324"/>
                  </a:lnTo>
                  <a:lnTo>
                    <a:pt x="533" y="326"/>
                  </a:lnTo>
                  <a:lnTo>
                    <a:pt x="529" y="327"/>
                  </a:lnTo>
                  <a:lnTo>
                    <a:pt x="527" y="330"/>
                  </a:lnTo>
                  <a:lnTo>
                    <a:pt x="522" y="332"/>
                  </a:lnTo>
                  <a:lnTo>
                    <a:pt x="512" y="335"/>
                  </a:lnTo>
                  <a:lnTo>
                    <a:pt x="507" y="337"/>
                  </a:lnTo>
                  <a:lnTo>
                    <a:pt x="502" y="335"/>
                  </a:lnTo>
                  <a:lnTo>
                    <a:pt x="502" y="335"/>
                  </a:lnTo>
                  <a:lnTo>
                    <a:pt x="504" y="321"/>
                  </a:lnTo>
                  <a:lnTo>
                    <a:pt x="469" y="312"/>
                  </a:lnTo>
                  <a:lnTo>
                    <a:pt x="469" y="329"/>
                  </a:lnTo>
                  <a:lnTo>
                    <a:pt x="470" y="332"/>
                  </a:lnTo>
                  <a:lnTo>
                    <a:pt x="469" y="334"/>
                  </a:lnTo>
                  <a:lnTo>
                    <a:pt x="460" y="334"/>
                  </a:lnTo>
                  <a:lnTo>
                    <a:pt x="452" y="331"/>
                  </a:lnTo>
                  <a:lnTo>
                    <a:pt x="445" y="331"/>
                  </a:lnTo>
                  <a:lnTo>
                    <a:pt x="438" y="334"/>
                  </a:lnTo>
                  <a:lnTo>
                    <a:pt x="436" y="332"/>
                  </a:lnTo>
                  <a:lnTo>
                    <a:pt x="435" y="328"/>
                  </a:lnTo>
                  <a:lnTo>
                    <a:pt x="435" y="311"/>
                  </a:lnTo>
                  <a:lnTo>
                    <a:pt x="422" y="309"/>
                  </a:lnTo>
                  <a:lnTo>
                    <a:pt x="397" y="344"/>
                  </a:lnTo>
                  <a:lnTo>
                    <a:pt x="385" y="332"/>
                  </a:lnTo>
                  <a:lnTo>
                    <a:pt x="384" y="332"/>
                  </a:lnTo>
                  <a:lnTo>
                    <a:pt x="380" y="333"/>
                  </a:lnTo>
                  <a:lnTo>
                    <a:pt x="378" y="332"/>
                  </a:lnTo>
                  <a:lnTo>
                    <a:pt x="370" y="334"/>
                  </a:lnTo>
                  <a:lnTo>
                    <a:pt x="366" y="334"/>
                  </a:lnTo>
                  <a:lnTo>
                    <a:pt x="365" y="337"/>
                  </a:lnTo>
                  <a:lnTo>
                    <a:pt x="362" y="337"/>
                  </a:lnTo>
                  <a:lnTo>
                    <a:pt x="361" y="338"/>
                  </a:lnTo>
                  <a:lnTo>
                    <a:pt x="354" y="336"/>
                  </a:lnTo>
                  <a:lnTo>
                    <a:pt x="352" y="335"/>
                  </a:lnTo>
                  <a:lnTo>
                    <a:pt x="343" y="334"/>
                  </a:lnTo>
                  <a:lnTo>
                    <a:pt x="335" y="338"/>
                  </a:lnTo>
                  <a:lnTo>
                    <a:pt x="329" y="347"/>
                  </a:lnTo>
                  <a:lnTo>
                    <a:pt x="327" y="348"/>
                  </a:lnTo>
                  <a:lnTo>
                    <a:pt x="324" y="347"/>
                  </a:lnTo>
                  <a:lnTo>
                    <a:pt x="321" y="342"/>
                  </a:lnTo>
                  <a:lnTo>
                    <a:pt x="319" y="343"/>
                  </a:lnTo>
                  <a:lnTo>
                    <a:pt x="318" y="341"/>
                  </a:lnTo>
                  <a:lnTo>
                    <a:pt x="313" y="340"/>
                  </a:lnTo>
                  <a:lnTo>
                    <a:pt x="305" y="355"/>
                  </a:lnTo>
                  <a:lnTo>
                    <a:pt x="308" y="359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4" y="365"/>
                  </a:lnTo>
                  <a:lnTo>
                    <a:pt x="313" y="367"/>
                  </a:lnTo>
                  <a:lnTo>
                    <a:pt x="310" y="368"/>
                  </a:lnTo>
                  <a:lnTo>
                    <a:pt x="305" y="367"/>
                  </a:lnTo>
                  <a:lnTo>
                    <a:pt x="292" y="370"/>
                  </a:lnTo>
                  <a:lnTo>
                    <a:pt x="280" y="366"/>
                  </a:lnTo>
                  <a:lnTo>
                    <a:pt x="277" y="369"/>
                  </a:lnTo>
                  <a:lnTo>
                    <a:pt x="272" y="369"/>
                  </a:lnTo>
                  <a:lnTo>
                    <a:pt x="269" y="372"/>
                  </a:lnTo>
                  <a:lnTo>
                    <a:pt x="264" y="373"/>
                  </a:lnTo>
                  <a:lnTo>
                    <a:pt x="252" y="381"/>
                  </a:lnTo>
                  <a:lnTo>
                    <a:pt x="253" y="387"/>
                  </a:lnTo>
                  <a:lnTo>
                    <a:pt x="261" y="399"/>
                  </a:lnTo>
                  <a:lnTo>
                    <a:pt x="262" y="403"/>
                  </a:lnTo>
                  <a:lnTo>
                    <a:pt x="262" y="404"/>
                  </a:lnTo>
                  <a:lnTo>
                    <a:pt x="258" y="406"/>
                  </a:lnTo>
                  <a:lnTo>
                    <a:pt x="257" y="409"/>
                  </a:lnTo>
                  <a:lnTo>
                    <a:pt x="255" y="409"/>
                  </a:lnTo>
                  <a:lnTo>
                    <a:pt x="245" y="417"/>
                  </a:lnTo>
                  <a:lnTo>
                    <a:pt x="242" y="421"/>
                  </a:lnTo>
                  <a:lnTo>
                    <a:pt x="240" y="422"/>
                  </a:lnTo>
                  <a:lnTo>
                    <a:pt x="234" y="430"/>
                  </a:lnTo>
                  <a:lnTo>
                    <a:pt x="229" y="437"/>
                  </a:lnTo>
                  <a:lnTo>
                    <a:pt x="221" y="457"/>
                  </a:lnTo>
                  <a:lnTo>
                    <a:pt x="218" y="454"/>
                  </a:lnTo>
                  <a:lnTo>
                    <a:pt x="218" y="452"/>
                  </a:lnTo>
                  <a:lnTo>
                    <a:pt x="217" y="446"/>
                  </a:lnTo>
                  <a:lnTo>
                    <a:pt x="218" y="438"/>
                  </a:lnTo>
                  <a:lnTo>
                    <a:pt x="212" y="437"/>
                  </a:lnTo>
                  <a:lnTo>
                    <a:pt x="207" y="434"/>
                  </a:lnTo>
                  <a:lnTo>
                    <a:pt x="207" y="436"/>
                  </a:lnTo>
                  <a:lnTo>
                    <a:pt x="201" y="438"/>
                  </a:lnTo>
                  <a:lnTo>
                    <a:pt x="201" y="443"/>
                  </a:lnTo>
                  <a:lnTo>
                    <a:pt x="199" y="445"/>
                  </a:lnTo>
                  <a:lnTo>
                    <a:pt x="198" y="445"/>
                  </a:lnTo>
                  <a:lnTo>
                    <a:pt x="198" y="447"/>
                  </a:lnTo>
                  <a:lnTo>
                    <a:pt x="196" y="449"/>
                  </a:lnTo>
                  <a:lnTo>
                    <a:pt x="194" y="451"/>
                  </a:lnTo>
                  <a:lnTo>
                    <a:pt x="189" y="451"/>
                  </a:lnTo>
                  <a:lnTo>
                    <a:pt x="188" y="452"/>
                  </a:lnTo>
                  <a:lnTo>
                    <a:pt x="188" y="458"/>
                  </a:lnTo>
                  <a:lnTo>
                    <a:pt x="186" y="462"/>
                  </a:lnTo>
                  <a:lnTo>
                    <a:pt x="188" y="468"/>
                  </a:lnTo>
                  <a:lnTo>
                    <a:pt x="189" y="469"/>
                  </a:lnTo>
                  <a:lnTo>
                    <a:pt x="188" y="471"/>
                  </a:lnTo>
                  <a:lnTo>
                    <a:pt x="190" y="478"/>
                  </a:lnTo>
                  <a:lnTo>
                    <a:pt x="188" y="480"/>
                  </a:lnTo>
                  <a:lnTo>
                    <a:pt x="188" y="484"/>
                  </a:lnTo>
                  <a:lnTo>
                    <a:pt x="185" y="486"/>
                  </a:lnTo>
                  <a:lnTo>
                    <a:pt x="186" y="490"/>
                  </a:lnTo>
                  <a:lnTo>
                    <a:pt x="185" y="495"/>
                  </a:lnTo>
                  <a:lnTo>
                    <a:pt x="182" y="495"/>
                  </a:lnTo>
                  <a:lnTo>
                    <a:pt x="182" y="496"/>
                  </a:lnTo>
                  <a:lnTo>
                    <a:pt x="180" y="496"/>
                  </a:lnTo>
                  <a:lnTo>
                    <a:pt x="178" y="496"/>
                  </a:lnTo>
                  <a:lnTo>
                    <a:pt x="179" y="501"/>
                  </a:lnTo>
                  <a:lnTo>
                    <a:pt x="177" y="506"/>
                  </a:lnTo>
                  <a:lnTo>
                    <a:pt x="172" y="511"/>
                  </a:lnTo>
                  <a:lnTo>
                    <a:pt x="169" y="512"/>
                  </a:lnTo>
                  <a:lnTo>
                    <a:pt x="166" y="520"/>
                  </a:lnTo>
                  <a:lnTo>
                    <a:pt x="171" y="526"/>
                  </a:lnTo>
                  <a:lnTo>
                    <a:pt x="170" y="529"/>
                  </a:lnTo>
                  <a:lnTo>
                    <a:pt x="174" y="534"/>
                  </a:lnTo>
                  <a:lnTo>
                    <a:pt x="184" y="553"/>
                  </a:lnTo>
                  <a:lnTo>
                    <a:pt x="183" y="558"/>
                  </a:lnTo>
                  <a:lnTo>
                    <a:pt x="183" y="559"/>
                  </a:lnTo>
                  <a:lnTo>
                    <a:pt x="181" y="559"/>
                  </a:lnTo>
                  <a:lnTo>
                    <a:pt x="180" y="561"/>
                  </a:lnTo>
                  <a:lnTo>
                    <a:pt x="177" y="563"/>
                  </a:lnTo>
                  <a:lnTo>
                    <a:pt x="177" y="570"/>
                  </a:lnTo>
                  <a:lnTo>
                    <a:pt x="171" y="577"/>
                  </a:lnTo>
                  <a:lnTo>
                    <a:pt x="171" y="577"/>
                  </a:lnTo>
                  <a:lnTo>
                    <a:pt x="170" y="578"/>
                  </a:lnTo>
                  <a:lnTo>
                    <a:pt x="166" y="577"/>
                  </a:lnTo>
                  <a:lnTo>
                    <a:pt x="160" y="575"/>
                  </a:lnTo>
                  <a:lnTo>
                    <a:pt x="150" y="575"/>
                  </a:lnTo>
                  <a:lnTo>
                    <a:pt x="146" y="578"/>
                  </a:lnTo>
                  <a:lnTo>
                    <a:pt x="144" y="579"/>
                  </a:lnTo>
                  <a:lnTo>
                    <a:pt x="136" y="583"/>
                  </a:lnTo>
                  <a:lnTo>
                    <a:pt x="131" y="583"/>
                  </a:lnTo>
                  <a:lnTo>
                    <a:pt x="129" y="588"/>
                  </a:lnTo>
                  <a:lnTo>
                    <a:pt x="121" y="591"/>
                  </a:lnTo>
                  <a:lnTo>
                    <a:pt x="118" y="589"/>
                  </a:lnTo>
                  <a:lnTo>
                    <a:pt x="112" y="587"/>
                  </a:lnTo>
                  <a:lnTo>
                    <a:pt x="109" y="584"/>
                  </a:lnTo>
                  <a:lnTo>
                    <a:pt x="107" y="579"/>
                  </a:lnTo>
                  <a:lnTo>
                    <a:pt x="106" y="578"/>
                  </a:lnTo>
                  <a:lnTo>
                    <a:pt x="103" y="578"/>
                  </a:lnTo>
                  <a:lnTo>
                    <a:pt x="102" y="575"/>
                  </a:lnTo>
                  <a:lnTo>
                    <a:pt x="97" y="573"/>
                  </a:lnTo>
                  <a:lnTo>
                    <a:pt x="94" y="563"/>
                  </a:lnTo>
                  <a:lnTo>
                    <a:pt x="90" y="556"/>
                  </a:lnTo>
                  <a:lnTo>
                    <a:pt x="72" y="540"/>
                  </a:lnTo>
                  <a:lnTo>
                    <a:pt x="54" y="528"/>
                  </a:lnTo>
                  <a:lnTo>
                    <a:pt x="37" y="520"/>
                  </a:lnTo>
                  <a:lnTo>
                    <a:pt x="30" y="511"/>
                  </a:lnTo>
                  <a:lnTo>
                    <a:pt x="30" y="507"/>
                  </a:lnTo>
                  <a:lnTo>
                    <a:pt x="28" y="504"/>
                  </a:lnTo>
                  <a:lnTo>
                    <a:pt x="28" y="493"/>
                  </a:lnTo>
                  <a:lnTo>
                    <a:pt x="30" y="492"/>
                  </a:lnTo>
                  <a:lnTo>
                    <a:pt x="30" y="489"/>
                  </a:lnTo>
                  <a:lnTo>
                    <a:pt x="27" y="486"/>
                  </a:lnTo>
                  <a:lnTo>
                    <a:pt x="25" y="482"/>
                  </a:lnTo>
                  <a:lnTo>
                    <a:pt x="20" y="480"/>
                  </a:lnTo>
                  <a:lnTo>
                    <a:pt x="21" y="474"/>
                  </a:lnTo>
                  <a:lnTo>
                    <a:pt x="19" y="468"/>
                  </a:lnTo>
                  <a:lnTo>
                    <a:pt x="21" y="464"/>
                  </a:lnTo>
                  <a:lnTo>
                    <a:pt x="23" y="463"/>
                  </a:lnTo>
                  <a:lnTo>
                    <a:pt x="28" y="462"/>
                  </a:lnTo>
                  <a:lnTo>
                    <a:pt x="37" y="449"/>
                  </a:lnTo>
                  <a:lnTo>
                    <a:pt x="38" y="448"/>
                  </a:lnTo>
                  <a:lnTo>
                    <a:pt x="38" y="446"/>
                  </a:lnTo>
                  <a:lnTo>
                    <a:pt x="40" y="442"/>
                  </a:lnTo>
                  <a:lnTo>
                    <a:pt x="38" y="436"/>
                  </a:lnTo>
                  <a:lnTo>
                    <a:pt x="35" y="435"/>
                  </a:lnTo>
                  <a:lnTo>
                    <a:pt x="27" y="430"/>
                  </a:lnTo>
                  <a:lnTo>
                    <a:pt x="27" y="428"/>
                  </a:lnTo>
                  <a:lnTo>
                    <a:pt x="32" y="418"/>
                  </a:lnTo>
                  <a:lnTo>
                    <a:pt x="35" y="415"/>
                  </a:lnTo>
                  <a:lnTo>
                    <a:pt x="41" y="413"/>
                  </a:lnTo>
                  <a:lnTo>
                    <a:pt x="46" y="409"/>
                  </a:lnTo>
                  <a:lnTo>
                    <a:pt x="52" y="407"/>
                  </a:lnTo>
                  <a:lnTo>
                    <a:pt x="57" y="409"/>
                  </a:lnTo>
                  <a:lnTo>
                    <a:pt x="65" y="408"/>
                  </a:lnTo>
                  <a:lnTo>
                    <a:pt x="71" y="397"/>
                  </a:lnTo>
                  <a:lnTo>
                    <a:pt x="71" y="394"/>
                  </a:lnTo>
                  <a:lnTo>
                    <a:pt x="77" y="392"/>
                  </a:lnTo>
                  <a:lnTo>
                    <a:pt x="79" y="388"/>
                  </a:lnTo>
                  <a:lnTo>
                    <a:pt x="79" y="377"/>
                  </a:lnTo>
                  <a:lnTo>
                    <a:pt x="84" y="373"/>
                  </a:lnTo>
                  <a:lnTo>
                    <a:pt x="86" y="373"/>
                  </a:lnTo>
                  <a:lnTo>
                    <a:pt x="90" y="368"/>
                  </a:lnTo>
                  <a:lnTo>
                    <a:pt x="89" y="358"/>
                  </a:lnTo>
                  <a:lnTo>
                    <a:pt x="92" y="355"/>
                  </a:lnTo>
                  <a:lnTo>
                    <a:pt x="94" y="355"/>
                  </a:lnTo>
                  <a:lnTo>
                    <a:pt x="95" y="354"/>
                  </a:lnTo>
                  <a:lnTo>
                    <a:pt x="92" y="339"/>
                  </a:lnTo>
                  <a:lnTo>
                    <a:pt x="95" y="335"/>
                  </a:lnTo>
                  <a:lnTo>
                    <a:pt x="97" y="327"/>
                  </a:lnTo>
                  <a:lnTo>
                    <a:pt x="93" y="324"/>
                  </a:lnTo>
                  <a:lnTo>
                    <a:pt x="91" y="325"/>
                  </a:lnTo>
                  <a:lnTo>
                    <a:pt x="85" y="325"/>
                  </a:lnTo>
                  <a:lnTo>
                    <a:pt x="79" y="327"/>
                  </a:lnTo>
                  <a:lnTo>
                    <a:pt x="74" y="324"/>
                  </a:lnTo>
                  <a:lnTo>
                    <a:pt x="73" y="319"/>
                  </a:lnTo>
                  <a:lnTo>
                    <a:pt x="69" y="319"/>
                  </a:lnTo>
                  <a:lnTo>
                    <a:pt x="54" y="324"/>
                  </a:lnTo>
                  <a:lnTo>
                    <a:pt x="51" y="316"/>
                  </a:lnTo>
                  <a:lnTo>
                    <a:pt x="54" y="310"/>
                  </a:lnTo>
                  <a:lnTo>
                    <a:pt x="49" y="305"/>
                  </a:lnTo>
                  <a:lnTo>
                    <a:pt x="48" y="299"/>
                  </a:lnTo>
                  <a:lnTo>
                    <a:pt x="40" y="292"/>
                  </a:lnTo>
                  <a:lnTo>
                    <a:pt x="41" y="288"/>
                  </a:lnTo>
                  <a:lnTo>
                    <a:pt x="39" y="285"/>
                  </a:lnTo>
                  <a:lnTo>
                    <a:pt x="33" y="284"/>
                  </a:lnTo>
                  <a:lnTo>
                    <a:pt x="29" y="277"/>
                  </a:lnTo>
                  <a:lnTo>
                    <a:pt x="27" y="269"/>
                  </a:lnTo>
                  <a:lnTo>
                    <a:pt x="33" y="261"/>
                  </a:lnTo>
                  <a:lnTo>
                    <a:pt x="32" y="259"/>
                  </a:lnTo>
                  <a:lnTo>
                    <a:pt x="31" y="258"/>
                  </a:lnTo>
                  <a:lnTo>
                    <a:pt x="35" y="250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9" y="229"/>
                  </a:lnTo>
                  <a:lnTo>
                    <a:pt x="38" y="226"/>
                  </a:lnTo>
                  <a:lnTo>
                    <a:pt x="36" y="224"/>
                  </a:lnTo>
                  <a:lnTo>
                    <a:pt x="38" y="223"/>
                  </a:lnTo>
                  <a:lnTo>
                    <a:pt x="36" y="220"/>
                  </a:lnTo>
                  <a:lnTo>
                    <a:pt x="32" y="218"/>
                  </a:lnTo>
                  <a:lnTo>
                    <a:pt x="33" y="217"/>
                  </a:lnTo>
                  <a:lnTo>
                    <a:pt x="34" y="214"/>
                  </a:lnTo>
                  <a:lnTo>
                    <a:pt x="33" y="212"/>
                  </a:lnTo>
                  <a:lnTo>
                    <a:pt x="32" y="212"/>
                  </a:lnTo>
                  <a:lnTo>
                    <a:pt x="32" y="211"/>
                  </a:lnTo>
                  <a:lnTo>
                    <a:pt x="33" y="204"/>
                  </a:lnTo>
                  <a:lnTo>
                    <a:pt x="29" y="203"/>
                  </a:lnTo>
                  <a:lnTo>
                    <a:pt x="30" y="198"/>
                  </a:lnTo>
                  <a:lnTo>
                    <a:pt x="27" y="197"/>
                  </a:lnTo>
                  <a:lnTo>
                    <a:pt x="28" y="194"/>
                  </a:lnTo>
                  <a:lnTo>
                    <a:pt x="30" y="192"/>
                  </a:lnTo>
                  <a:lnTo>
                    <a:pt x="43" y="183"/>
                  </a:lnTo>
                  <a:lnTo>
                    <a:pt x="43" y="179"/>
                  </a:lnTo>
                  <a:lnTo>
                    <a:pt x="45" y="179"/>
                  </a:lnTo>
                  <a:lnTo>
                    <a:pt x="44" y="177"/>
                  </a:lnTo>
                  <a:lnTo>
                    <a:pt x="46" y="172"/>
                  </a:lnTo>
                  <a:lnTo>
                    <a:pt x="45" y="171"/>
                  </a:lnTo>
                  <a:lnTo>
                    <a:pt x="46" y="169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4" y="144"/>
                  </a:lnTo>
                  <a:lnTo>
                    <a:pt x="35" y="133"/>
                  </a:lnTo>
                  <a:lnTo>
                    <a:pt x="30" y="119"/>
                  </a:lnTo>
                  <a:lnTo>
                    <a:pt x="28" y="116"/>
                  </a:lnTo>
                  <a:lnTo>
                    <a:pt x="26" y="114"/>
                  </a:lnTo>
                  <a:lnTo>
                    <a:pt x="22" y="103"/>
                  </a:lnTo>
                  <a:lnTo>
                    <a:pt x="22" y="102"/>
                  </a:lnTo>
                  <a:lnTo>
                    <a:pt x="19" y="100"/>
                  </a:lnTo>
                  <a:lnTo>
                    <a:pt x="13" y="87"/>
                  </a:lnTo>
                  <a:lnTo>
                    <a:pt x="11" y="81"/>
                  </a:lnTo>
                  <a:lnTo>
                    <a:pt x="8" y="7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4" name="Freeform 17">
              <a:extLst>
                <a:ext uri="{FF2B5EF4-FFF2-40B4-BE49-F238E27FC236}">
                  <a16:creationId xmlns:a16="http://schemas.microsoft.com/office/drawing/2014/main" id="{6E0B110D-7D8A-4EBF-A724-4C9E3DAB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689" y="2985161"/>
              <a:ext cx="541526" cy="385759"/>
            </a:xfrm>
            <a:custGeom>
              <a:avLst/>
              <a:gdLst>
                <a:gd name="T0" fmla="*/ 349 w 518"/>
                <a:gd name="T1" fmla="*/ 72 h 369"/>
                <a:gd name="T2" fmla="*/ 394 w 518"/>
                <a:gd name="T3" fmla="*/ 61 h 369"/>
                <a:gd name="T4" fmla="*/ 441 w 518"/>
                <a:gd name="T5" fmla="*/ 56 h 369"/>
                <a:gd name="T6" fmla="*/ 455 w 518"/>
                <a:gd name="T7" fmla="*/ 48 h 369"/>
                <a:gd name="T8" fmla="*/ 473 w 518"/>
                <a:gd name="T9" fmla="*/ 45 h 369"/>
                <a:gd name="T10" fmla="*/ 468 w 518"/>
                <a:gd name="T11" fmla="*/ 62 h 369"/>
                <a:gd name="T12" fmla="*/ 495 w 518"/>
                <a:gd name="T13" fmla="*/ 77 h 369"/>
                <a:gd name="T14" fmla="*/ 518 w 518"/>
                <a:gd name="T15" fmla="*/ 93 h 369"/>
                <a:gd name="T16" fmla="*/ 513 w 518"/>
                <a:gd name="T17" fmla="*/ 115 h 369"/>
                <a:gd name="T18" fmla="*/ 500 w 518"/>
                <a:gd name="T19" fmla="*/ 140 h 369"/>
                <a:gd name="T20" fmla="*/ 476 w 518"/>
                <a:gd name="T21" fmla="*/ 172 h 369"/>
                <a:gd name="T22" fmla="*/ 482 w 518"/>
                <a:gd name="T23" fmla="*/ 216 h 369"/>
                <a:gd name="T24" fmla="*/ 452 w 518"/>
                <a:gd name="T25" fmla="*/ 207 h 369"/>
                <a:gd name="T26" fmla="*/ 394 w 518"/>
                <a:gd name="T27" fmla="*/ 247 h 369"/>
                <a:gd name="T28" fmla="*/ 368 w 518"/>
                <a:gd name="T29" fmla="*/ 278 h 369"/>
                <a:gd name="T30" fmla="*/ 276 w 518"/>
                <a:gd name="T31" fmla="*/ 361 h 369"/>
                <a:gd name="T32" fmla="*/ 245 w 518"/>
                <a:gd name="T33" fmla="*/ 339 h 369"/>
                <a:gd name="T34" fmla="*/ 243 w 518"/>
                <a:gd name="T35" fmla="*/ 336 h 369"/>
                <a:gd name="T36" fmla="*/ 245 w 518"/>
                <a:gd name="T37" fmla="*/ 312 h 369"/>
                <a:gd name="T38" fmla="*/ 232 w 518"/>
                <a:gd name="T39" fmla="*/ 271 h 369"/>
                <a:gd name="T40" fmla="*/ 172 w 518"/>
                <a:gd name="T41" fmla="*/ 295 h 369"/>
                <a:gd name="T42" fmla="*/ 139 w 518"/>
                <a:gd name="T43" fmla="*/ 322 h 369"/>
                <a:gd name="T44" fmla="*/ 122 w 518"/>
                <a:gd name="T45" fmla="*/ 326 h 369"/>
                <a:gd name="T46" fmla="*/ 96 w 518"/>
                <a:gd name="T47" fmla="*/ 338 h 369"/>
                <a:gd name="T48" fmla="*/ 74 w 518"/>
                <a:gd name="T49" fmla="*/ 357 h 369"/>
                <a:gd name="T50" fmla="*/ 22 w 518"/>
                <a:gd name="T51" fmla="*/ 362 h 369"/>
                <a:gd name="T52" fmla="*/ 6 w 518"/>
                <a:gd name="T53" fmla="*/ 285 h 369"/>
                <a:gd name="T54" fmla="*/ 22 w 518"/>
                <a:gd name="T55" fmla="*/ 257 h 369"/>
                <a:gd name="T56" fmla="*/ 52 w 518"/>
                <a:gd name="T57" fmla="*/ 222 h 369"/>
                <a:gd name="T58" fmla="*/ 84 w 518"/>
                <a:gd name="T59" fmla="*/ 222 h 369"/>
                <a:gd name="T60" fmla="*/ 129 w 518"/>
                <a:gd name="T61" fmla="*/ 201 h 369"/>
                <a:gd name="T62" fmla="*/ 150 w 518"/>
                <a:gd name="T63" fmla="*/ 200 h 369"/>
                <a:gd name="T64" fmla="*/ 169 w 518"/>
                <a:gd name="T65" fmla="*/ 182 h 369"/>
                <a:gd name="T66" fmla="*/ 202 w 518"/>
                <a:gd name="T67" fmla="*/ 148 h 369"/>
                <a:gd name="T68" fmla="*/ 227 w 518"/>
                <a:gd name="T69" fmla="*/ 134 h 369"/>
                <a:gd name="T70" fmla="*/ 217 w 518"/>
                <a:gd name="T71" fmla="*/ 124 h 369"/>
                <a:gd name="T72" fmla="*/ 206 w 518"/>
                <a:gd name="T73" fmla="*/ 115 h 369"/>
                <a:gd name="T74" fmla="*/ 218 w 518"/>
                <a:gd name="T75" fmla="*/ 106 h 369"/>
                <a:gd name="T76" fmla="*/ 215 w 518"/>
                <a:gd name="T77" fmla="*/ 97 h 369"/>
                <a:gd name="T78" fmla="*/ 230 w 518"/>
                <a:gd name="T79" fmla="*/ 89 h 369"/>
                <a:gd name="T80" fmla="*/ 245 w 518"/>
                <a:gd name="T81" fmla="*/ 87 h 369"/>
                <a:gd name="T82" fmla="*/ 245 w 518"/>
                <a:gd name="T83" fmla="*/ 72 h 369"/>
                <a:gd name="T84" fmla="*/ 253 w 518"/>
                <a:gd name="T85" fmla="*/ 61 h 369"/>
                <a:gd name="T86" fmla="*/ 276 w 518"/>
                <a:gd name="T87" fmla="*/ 50 h 369"/>
                <a:gd name="T88" fmla="*/ 297 w 518"/>
                <a:gd name="T89" fmla="*/ 42 h 369"/>
                <a:gd name="T90" fmla="*/ 311 w 518"/>
                <a:gd name="T91" fmla="*/ 29 h 369"/>
                <a:gd name="T92" fmla="*/ 330 w 518"/>
                <a:gd name="T93" fmla="*/ 12 h 369"/>
                <a:gd name="T94" fmla="*/ 338 w 518"/>
                <a:gd name="T95" fmla="*/ 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8" h="369">
                  <a:moveTo>
                    <a:pt x="341" y="0"/>
                  </a:moveTo>
                  <a:lnTo>
                    <a:pt x="362" y="39"/>
                  </a:lnTo>
                  <a:lnTo>
                    <a:pt x="356" y="66"/>
                  </a:lnTo>
                  <a:lnTo>
                    <a:pt x="349" y="72"/>
                  </a:lnTo>
                  <a:lnTo>
                    <a:pt x="344" y="93"/>
                  </a:lnTo>
                  <a:lnTo>
                    <a:pt x="385" y="70"/>
                  </a:lnTo>
                  <a:lnTo>
                    <a:pt x="392" y="65"/>
                  </a:lnTo>
                  <a:lnTo>
                    <a:pt x="394" y="61"/>
                  </a:lnTo>
                  <a:lnTo>
                    <a:pt x="400" y="66"/>
                  </a:lnTo>
                  <a:lnTo>
                    <a:pt x="403" y="65"/>
                  </a:lnTo>
                  <a:lnTo>
                    <a:pt x="412" y="61"/>
                  </a:lnTo>
                  <a:lnTo>
                    <a:pt x="441" y="56"/>
                  </a:lnTo>
                  <a:lnTo>
                    <a:pt x="447" y="54"/>
                  </a:lnTo>
                  <a:lnTo>
                    <a:pt x="452" y="50"/>
                  </a:lnTo>
                  <a:lnTo>
                    <a:pt x="454" y="50"/>
                  </a:lnTo>
                  <a:lnTo>
                    <a:pt x="455" y="48"/>
                  </a:lnTo>
                  <a:lnTo>
                    <a:pt x="457" y="48"/>
                  </a:lnTo>
                  <a:lnTo>
                    <a:pt x="458" y="50"/>
                  </a:lnTo>
                  <a:lnTo>
                    <a:pt x="470" y="48"/>
                  </a:lnTo>
                  <a:lnTo>
                    <a:pt x="473" y="45"/>
                  </a:lnTo>
                  <a:lnTo>
                    <a:pt x="480" y="46"/>
                  </a:lnTo>
                  <a:lnTo>
                    <a:pt x="481" y="47"/>
                  </a:lnTo>
                  <a:lnTo>
                    <a:pt x="474" y="54"/>
                  </a:lnTo>
                  <a:lnTo>
                    <a:pt x="468" y="62"/>
                  </a:lnTo>
                  <a:lnTo>
                    <a:pt x="472" y="72"/>
                  </a:lnTo>
                  <a:lnTo>
                    <a:pt x="482" y="66"/>
                  </a:lnTo>
                  <a:lnTo>
                    <a:pt x="488" y="70"/>
                  </a:lnTo>
                  <a:lnTo>
                    <a:pt x="495" y="77"/>
                  </a:lnTo>
                  <a:lnTo>
                    <a:pt x="502" y="77"/>
                  </a:lnTo>
                  <a:lnTo>
                    <a:pt x="510" y="80"/>
                  </a:lnTo>
                  <a:lnTo>
                    <a:pt x="512" y="84"/>
                  </a:lnTo>
                  <a:lnTo>
                    <a:pt x="518" y="93"/>
                  </a:lnTo>
                  <a:lnTo>
                    <a:pt x="518" y="98"/>
                  </a:lnTo>
                  <a:lnTo>
                    <a:pt x="510" y="104"/>
                  </a:lnTo>
                  <a:lnTo>
                    <a:pt x="513" y="107"/>
                  </a:lnTo>
                  <a:lnTo>
                    <a:pt x="513" y="115"/>
                  </a:lnTo>
                  <a:lnTo>
                    <a:pt x="518" y="122"/>
                  </a:lnTo>
                  <a:lnTo>
                    <a:pt x="518" y="124"/>
                  </a:lnTo>
                  <a:lnTo>
                    <a:pt x="511" y="133"/>
                  </a:lnTo>
                  <a:lnTo>
                    <a:pt x="500" y="140"/>
                  </a:lnTo>
                  <a:lnTo>
                    <a:pt x="490" y="143"/>
                  </a:lnTo>
                  <a:lnTo>
                    <a:pt x="480" y="150"/>
                  </a:lnTo>
                  <a:lnTo>
                    <a:pt x="476" y="156"/>
                  </a:lnTo>
                  <a:lnTo>
                    <a:pt x="476" y="172"/>
                  </a:lnTo>
                  <a:lnTo>
                    <a:pt x="474" y="178"/>
                  </a:lnTo>
                  <a:lnTo>
                    <a:pt x="469" y="185"/>
                  </a:lnTo>
                  <a:lnTo>
                    <a:pt x="472" y="189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82" y="216"/>
                  </a:lnTo>
                  <a:lnTo>
                    <a:pt x="452" y="20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94" y="247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68" y="278"/>
                  </a:lnTo>
                  <a:lnTo>
                    <a:pt x="344" y="296"/>
                  </a:lnTo>
                  <a:lnTo>
                    <a:pt x="344" y="296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57" y="341"/>
                  </a:lnTo>
                  <a:lnTo>
                    <a:pt x="245" y="339"/>
                  </a:lnTo>
                  <a:lnTo>
                    <a:pt x="240" y="342"/>
                  </a:lnTo>
                  <a:lnTo>
                    <a:pt x="239" y="342"/>
                  </a:lnTo>
                  <a:lnTo>
                    <a:pt x="240" y="339"/>
                  </a:lnTo>
                  <a:lnTo>
                    <a:pt x="243" y="336"/>
                  </a:lnTo>
                  <a:lnTo>
                    <a:pt x="245" y="326"/>
                  </a:lnTo>
                  <a:lnTo>
                    <a:pt x="245" y="325"/>
                  </a:lnTo>
                  <a:lnTo>
                    <a:pt x="243" y="324"/>
                  </a:lnTo>
                  <a:lnTo>
                    <a:pt x="245" y="312"/>
                  </a:lnTo>
                  <a:lnTo>
                    <a:pt x="230" y="300"/>
                  </a:lnTo>
                  <a:lnTo>
                    <a:pt x="226" y="299"/>
                  </a:lnTo>
                  <a:lnTo>
                    <a:pt x="227" y="288"/>
                  </a:lnTo>
                  <a:lnTo>
                    <a:pt x="232" y="271"/>
                  </a:lnTo>
                  <a:lnTo>
                    <a:pt x="229" y="268"/>
                  </a:lnTo>
                  <a:lnTo>
                    <a:pt x="229" y="265"/>
                  </a:lnTo>
                  <a:lnTo>
                    <a:pt x="190" y="282"/>
                  </a:lnTo>
                  <a:lnTo>
                    <a:pt x="172" y="295"/>
                  </a:lnTo>
                  <a:lnTo>
                    <a:pt x="170" y="300"/>
                  </a:lnTo>
                  <a:lnTo>
                    <a:pt x="155" y="320"/>
                  </a:lnTo>
                  <a:lnTo>
                    <a:pt x="146" y="320"/>
                  </a:lnTo>
                  <a:lnTo>
                    <a:pt x="139" y="322"/>
                  </a:lnTo>
                  <a:lnTo>
                    <a:pt x="133" y="326"/>
                  </a:lnTo>
                  <a:lnTo>
                    <a:pt x="133" y="326"/>
                  </a:lnTo>
                  <a:lnTo>
                    <a:pt x="129" y="326"/>
                  </a:lnTo>
                  <a:lnTo>
                    <a:pt x="122" y="326"/>
                  </a:lnTo>
                  <a:lnTo>
                    <a:pt x="122" y="326"/>
                  </a:lnTo>
                  <a:lnTo>
                    <a:pt x="112" y="330"/>
                  </a:lnTo>
                  <a:lnTo>
                    <a:pt x="102" y="337"/>
                  </a:lnTo>
                  <a:lnTo>
                    <a:pt x="96" y="338"/>
                  </a:lnTo>
                  <a:lnTo>
                    <a:pt x="91" y="343"/>
                  </a:lnTo>
                  <a:lnTo>
                    <a:pt x="84" y="345"/>
                  </a:lnTo>
                  <a:lnTo>
                    <a:pt x="78" y="353"/>
                  </a:lnTo>
                  <a:lnTo>
                    <a:pt x="74" y="357"/>
                  </a:lnTo>
                  <a:lnTo>
                    <a:pt x="40" y="369"/>
                  </a:lnTo>
                  <a:lnTo>
                    <a:pt x="28" y="367"/>
                  </a:lnTo>
                  <a:lnTo>
                    <a:pt x="27" y="364"/>
                  </a:lnTo>
                  <a:lnTo>
                    <a:pt x="22" y="362"/>
                  </a:lnTo>
                  <a:lnTo>
                    <a:pt x="22" y="362"/>
                  </a:lnTo>
                  <a:lnTo>
                    <a:pt x="26" y="319"/>
                  </a:lnTo>
                  <a:lnTo>
                    <a:pt x="21" y="307"/>
                  </a:lnTo>
                  <a:lnTo>
                    <a:pt x="6" y="285"/>
                  </a:lnTo>
                  <a:lnTo>
                    <a:pt x="3" y="283"/>
                  </a:lnTo>
                  <a:lnTo>
                    <a:pt x="0" y="275"/>
                  </a:lnTo>
                  <a:lnTo>
                    <a:pt x="14" y="266"/>
                  </a:lnTo>
                  <a:lnTo>
                    <a:pt x="22" y="257"/>
                  </a:lnTo>
                  <a:lnTo>
                    <a:pt x="24" y="252"/>
                  </a:lnTo>
                  <a:lnTo>
                    <a:pt x="34" y="239"/>
                  </a:lnTo>
                  <a:lnTo>
                    <a:pt x="42" y="230"/>
                  </a:lnTo>
                  <a:lnTo>
                    <a:pt x="52" y="222"/>
                  </a:lnTo>
                  <a:lnTo>
                    <a:pt x="58" y="231"/>
                  </a:lnTo>
                  <a:lnTo>
                    <a:pt x="71" y="225"/>
                  </a:lnTo>
                  <a:lnTo>
                    <a:pt x="76" y="225"/>
                  </a:lnTo>
                  <a:lnTo>
                    <a:pt x="84" y="222"/>
                  </a:lnTo>
                  <a:lnTo>
                    <a:pt x="101" y="216"/>
                  </a:lnTo>
                  <a:lnTo>
                    <a:pt x="104" y="215"/>
                  </a:lnTo>
                  <a:lnTo>
                    <a:pt x="114" y="211"/>
                  </a:lnTo>
                  <a:lnTo>
                    <a:pt x="129" y="201"/>
                  </a:lnTo>
                  <a:lnTo>
                    <a:pt x="132" y="200"/>
                  </a:lnTo>
                  <a:lnTo>
                    <a:pt x="137" y="203"/>
                  </a:lnTo>
                  <a:lnTo>
                    <a:pt x="142" y="203"/>
                  </a:lnTo>
                  <a:lnTo>
                    <a:pt x="150" y="200"/>
                  </a:lnTo>
                  <a:lnTo>
                    <a:pt x="154" y="197"/>
                  </a:lnTo>
                  <a:lnTo>
                    <a:pt x="160" y="195"/>
                  </a:lnTo>
                  <a:lnTo>
                    <a:pt x="166" y="189"/>
                  </a:lnTo>
                  <a:lnTo>
                    <a:pt x="169" y="182"/>
                  </a:lnTo>
                  <a:lnTo>
                    <a:pt x="174" y="170"/>
                  </a:lnTo>
                  <a:lnTo>
                    <a:pt x="181" y="160"/>
                  </a:lnTo>
                  <a:lnTo>
                    <a:pt x="193" y="151"/>
                  </a:lnTo>
                  <a:lnTo>
                    <a:pt x="202" y="148"/>
                  </a:lnTo>
                  <a:lnTo>
                    <a:pt x="209" y="149"/>
                  </a:lnTo>
                  <a:lnTo>
                    <a:pt x="214" y="145"/>
                  </a:lnTo>
                  <a:lnTo>
                    <a:pt x="221" y="137"/>
                  </a:lnTo>
                  <a:lnTo>
                    <a:pt x="227" y="134"/>
                  </a:lnTo>
                  <a:lnTo>
                    <a:pt x="228" y="132"/>
                  </a:lnTo>
                  <a:lnTo>
                    <a:pt x="222" y="129"/>
                  </a:lnTo>
                  <a:lnTo>
                    <a:pt x="220" y="125"/>
                  </a:lnTo>
                  <a:lnTo>
                    <a:pt x="217" y="124"/>
                  </a:lnTo>
                  <a:lnTo>
                    <a:pt x="214" y="124"/>
                  </a:lnTo>
                  <a:lnTo>
                    <a:pt x="211" y="118"/>
                  </a:lnTo>
                  <a:lnTo>
                    <a:pt x="208" y="117"/>
                  </a:lnTo>
                  <a:lnTo>
                    <a:pt x="206" y="115"/>
                  </a:lnTo>
                  <a:lnTo>
                    <a:pt x="207" y="113"/>
                  </a:lnTo>
                  <a:lnTo>
                    <a:pt x="213" y="111"/>
                  </a:lnTo>
                  <a:lnTo>
                    <a:pt x="215" y="107"/>
                  </a:lnTo>
                  <a:lnTo>
                    <a:pt x="218" y="106"/>
                  </a:lnTo>
                  <a:lnTo>
                    <a:pt x="216" y="104"/>
                  </a:lnTo>
                  <a:lnTo>
                    <a:pt x="218" y="100"/>
                  </a:lnTo>
                  <a:lnTo>
                    <a:pt x="215" y="99"/>
                  </a:lnTo>
                  <a:lnTo>
                    <a:pt x="215" y="97"/>
                  </a:lnTo>
                  <a:lnTo>
                    <a:pt x="221" y="95"/>
                  </a:lnTo>
                  <a:lnTo>
                    <a:pt x="223" y="93"/>
                  </a:lnTo>
                  <a:lnTo>
                    <a:pt x="224" y="91"/>
                  </a:lnTo>
                  <a:lnTo>
                    <a:pt x="230" y="89"/>
                  </a:lnTo>
                  <a:lnTo>
                    <a:pt x="233" y="86"/>
                  </a:lnTo>
                  <a:lnTo>
                    <a:pt x="237" y="88"/>
                  </a:lnTo>
                  <a:lnTo>
                    <a:pt x="240" y="88"/>
                  </a:lnTo>
                  <a:lnTo>
                    <a:pt x="245" y="87"/>
                  </a:lnTo>
                  <a:lnTo>
                    <a:pt x="248" y="85"/>
                  </a:lnTo>
                  <a:lnTo>
                    <a:pt x="249" y="80"/>
                  </a:lnTo>
                  <a:lnTo>
                    <a:pt x="249" y="78"/>
                  </a:lnTo>
                  <a:lnTo>
                    <a:pt x="245" y="72"/>
                  </a:lnTo>
                  <a:lnTo>
                    <a:pt x="245" y="67"/>
                  </a:lnTo>
                  <a:lnTo>
                    <a:pt x="248" y="67"/>
                  </a:lnTo>
                  <a:lnTo>
                    <a:pt x="250" y="66"/>
                  </a:lnTo>
                  <a:lnTo>
                    <a:pt x="253" y="61"/>
                  </a:lnTo>
                  <a:lnTo>
                    <a:pt x="263" y="55"/>
                  </a:lnTo>
                  <a:lnTo>
                    <a:pt x="266" y="53"/>
                  </a:lnTo>
                  <a:lnTo>
                    <a:pt x="273" y="53"/>
                  </a:lnTo>
                  <a:lnTo>
                    <a:pt x="276" y="50"/>
                  </a:lnTo>
                  <a:lnTo>
                    <a:pt x="285" y="47"/>
                  </a:lnTo>
                  <a:lnTo>
                    <a:pt x="289" y="45"/>
                  </a:lnTo>
                  <a:lnTo>
                    <a:pt x="296" y="42"/>
                  </a:lnTo>
                  <a:lnTo>
                    <a:pt x="297" y="42"/>
                  </a:lnTo>
                  <a:lnTo>
                    <a:pt x="299" y="37"/>
                  </a:lnTo>
                  <a:lnTo>
                    <a:pt x="304" y="37"/>
                  </a:lnTo>
                  <a:lnTo>
                    <a:pt x="307" y="31"/>
                  </a:lnTo>
                  <a:lnTo>
                    <a:pt x="311" y="29"/>
                  </a:lnTo>
                  <a:lnTo>
                    <a:pt x="313" y="25"/>
                  </a:lnTo>
                  <a:lnTo>
                    <a:pt x="323" y="20"/>
                  </a:lnTo>
                  <a:lnTo>
                    <a:pt x="324" y="15"/>
                  </a:lnTo>
                  <a:lnTo>
                    <a:pt x="330" y="12"/>
                  </a:lnTo>
                  <a:lnTo>
                    <a:pt x="333" y="8"/>
                  </a:lnTo>
                  <a:lnTo>
                    <a:pt x="338" y="2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41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5" name="Freeform 18">
              <a:extLst>
                <a:ext uri="{FF2B5EF4-FFF2-40B4-BE49-F238E27FC236}">
                  <a16:creationId xmlns:a16="http://schemas.microsoft.com/office/drawing/2014/main" id="{079137FA-DFEE-4069-AD42-0F99CD8A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1818" y="3161836"/>
              <a:ext cx="293762" cy="297944"/>
            </a:xfrm>
            <a:custGeom>
              <a:avLst/>
              <a:gdLst>
                <a:gd name="T0" fmla="*/ 8 w 281"/>
                <a:gd name="T1" fmla="*/ 31 h 285"/>
                <a:gd name="T2" fmla="*/ 19 w 281"/>
                <a:gd name="T3" fmla="*/ 38 h 285"/>
                <a:gd name="T4" fmla="*/ 38 w 281"/>
                <a:gd name="T5" fmla="*/ 25 h 285"/>
                <a:gd name="T6" fmla="*/ 57 w 281"/>
                <a:gd name="T7" fmla="*/ 28 h 285"/>
                <a:gd name="T8" fmla="*/ 73 w 281"/>
                <a:gd name="T9" fmla="*/ 23 h 285"/>
                <a:gd name="T10" fmla="*/ 92 w 281"/>
                <a:gd name="T11" fmla="*/ 35 h 285"/>
                <a:gd name="T12" fmla="*/ 131 w 281"/>
                <a:gd name="T13" fmla="*/ 23 h 285"/>
                <a:gd name="T14" fmla="*/ 155 w 281"/>
                <a:gd name="T15" fmla="*/ 25 h 285"/>
                <a:gd name="T16" fmla="*/ 164 w 281"/>
                <a:gd name="T17" fmla="*/ 3 h 285"/>
                <a:gd name="T18" fmla="*/ 195 w 281"/>
                <a:gd name="T19" fmla="*/ 41 h 285"/>
                <a:gd name="T20" fmla="*/ 279 w 281"/>
                <a:gd name="T21" fmla="*/ 34 h 285"/>
                <a:gd name="T22" fmla="*/ 273 w 281"/>
                <a:gd name="T23" fmla="*/ 53 h 285"/>
                <a:gd name="T24" fmla="*/ 267 w 281"/>
                <a:gd name="T25" fmla="*/ 81 h 285"/>
                <a:gd name="T26" fmla="*/ 261 w 281"/>
                <a:gd name="T27" fmla="*/ 93 h 285"/>
                <a:gd name="T28" fmla="*/ 244 w 281"/>
                <a:gd name="T29" fmla="*/ 111 h 285"/>
                <a:gd name="T30" fmla="*/ 225 w 281"/>
                <a:gd name="T31" fmla="*/ 122 h 285"/>
                <a:gd name="T32" fmla="*/ 207 w 281"/>
                <a:gd name="T33" fmla="*/ 129 h 285"/>
                <a:gd name="T34" fmla="*/ 196 w 281"/>
                <a:gd name="T35" fmla="*/ 141 h 285"/>
                <a:gd name="T36" fmla="*/ 204 w 281"/>
                <a:gd name="T37" fmla="*/ 151 h 285"/>
                <a:gd name="T38" fmla="*/ 202 w 281"/>
                <a:gd name="T39" fmla="*/ 161 h 285"/>
                <a:gd name="T40" fmla="*/ 200 w 281"/>
                <a:gd name="T41" fmla="*/ 176 h 285"/>
                <a:gd name="T42" fmla="*/ 196 w 281"/>
                <a:gd name="T43" fmla="*/ 189 h 285"/>
                <a:gd name="T44" fmla="*/ 167 w 281"/>
                <a:gd name="T45" fmla="*/ 195 h 285"/>
                <a:gd name="T46" fmla="*/ 158 w 281"/>
                <a:gd name="T47" fmla="*/ 181 h 285"/>
                <a:gd name="T48" fmla="*/ 151 w 281"/>
                <a:gd name="T49" fmla="*/ 175 h 285"/>
                <a:gd name="T50" fmla="*/ 137 w 281"/>
                <a:gd name="T51" fmla="*/ 186 h 285"/>
                <a:gd name="T52" fmla="*/ 124 w 281"/>
                <a:gd name="T53" fmla="*/ 198 h 285"/>
                <a:gd name="T54" fmla="*/ 131 w 281"/>
                <a:gd name="T55" fmla="*/ 178 h 285"/>
                <a:gd name="T56" fmla="*/ 123 w 281"/>
                <a:gd name="T57" fmla="*/ 168 h 285"/>
                <a:gd name="T58" fmla="*/ 120 w 281"/>
                <a:gd name="T59" fmla="*/ 189 h 285"/>
                <a:gd name="T60" fmla="*/ 120 w 281"/>
                <a:gd name="T61" fmla="*/ 202 h 285"/>
                <a:gd name="T62" fmla="*/ 123 w 281"/>
                <a:gd name="T63" fmla="*/ 236 h 285"/>
                <a:gd name="T64" fmla="*/ 134 w 281"/>
                <a:gd name="T65" fmla="*/ 240 h 285"/>
                <a:gd name="T66" fmla="*/ 142 w 281"/>
                <a:gd name="T67" fmla="*/ 259 h 285"/>
                <a:gd name="T68" fmla="*/ 160 w 281"/>
                <a:gd name="T69" fmla="*/ 269 h 285"/>
                <a:gd name="T70" fmla="*/ 147 w 281"/>
                <a:gd name="T71" fmla="*/ 283 h 285"/>
                <a:gd name="T72" fmla="*/ 140 w 281"/>
                <a:gd name="T73" fmla="*/ 285 h 285"/>
                <a:gd name="T74" fmla="*/ 126 w 281"/>
                <a:gd name="T75" fmla="*/ 270 h 285"/>
                <a:gd name="T76" fmla="*/ 114 w 281"/>
                <a:gd name="T77" fmla="*/ 261 h 285"/>
                <a:gd name="T78" fmla="*/ 98 w 281"/>
                <a:gd name="T79" fmla="*/ 252 h 285"/>
                <a:gd name="T80" fmla="*/ 86 w 281"/>
                <a:gd name="T81" fmla="*/ 237 h 285"/>
                <a:gd name="T82" fmla="*/ 93 w 281"/>
                <a:gd name="T83" fmla="*/ 222 h 285"/>
                <a:gd name="T84" fmla="*/ 87 w 281"/>
                <a:gd name="T85" fmla="*/ 203 h 285"/>
                <a:gd name="T86" fmla="*/ 92 w 281"/>
                <a:gd name="T87" fmla="*/ 183 h 285"/>
                <a:gd name="T88" fmla="*/ 90 w 281"/>
                <a:gd name="T89" fmla="*/ 159 h 285"/>
                <a:gd name="T90" fmla="*/ 93 w 281"/>
                <a:gd name="T91" fmla="*/ 134 h 285"/>
                <a:gd name="T92" fmla="*/ 95 w 281"/>
                <a:gd name="T93" fmla="*/ 117 h 285"/>
                <a:gd name="T94" fmla="*/ 82 w 281"/>
                <a:gd name="T95" fmla="*/ 109 h 285"/>
                <a:gd name="T96" fmla="*/ 63 w 281"/>
                <a:gd name="T97" fmla="*/ 103 h 285"/>
                <a:gd name="T98" fmla="*/ 72 w 281"/>
                <a:gd name="T99" fmla="*/ 78 h 285"/>
                <a:gd name="T100" fmla="*/ 65 w 281"/>
                <a:gd name="T101" fmla="*/ 49 h 285"/>
                <a:gd name="T102" fmla="*/ 34 w 281"/>
                <a:gd name="T103" fmla="*/ 47 h 285"/>
                <a:gd name="T104" fmla="*/ 23 w 281"/>
                <a:gd name="T105" fmla="*/ 5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1" h="285">
                  <a:moveTo>
                    <a:pt x="9" y="56"/>
                  </a:moveTo>
                  <a:lnTo>
                    <a:pt x="3" y="50"/>
                  </a:lnTo>
                  <a:lnTo>
                    <a:pt x="0" y="46"/>
                  </a:lnTo>
                  <a:lnTo>
                    <a:pt x="8" y="31"/>
                  </a:lnTo>
                  <a:lnTo>
                    <a:pt x="13" y="32"/>
                  </a:lnTo>
                  <a:lnTo>
                    <a:pt x="14" y="34"/>
                  </a:lnTo>
                  <a:lnTo>
                    <a:pt x="16" y="33"/>
                  </a:lnTo>
                  <a:lnTo>
                    <a:pt x="19" y="38"/>
                  </a:lnTo>
                  <a:lnTo>
                    <a:pt x="22" y="39"/>
                  </a:lnTo>
                  <a:lnTo>
                    <a:pt x="24" y="38"/>
                  </a:lnTo>
                  <a:lnTo>
                    <a:pt x="30" y="29"/>
                  </a:lnTo>
                  <a:lnTo>
                    <a:pt x="38" y="25"/>
                  </a:lnTo>
                  <a:lnTo>
                    <a:pt x="47" y="26"/>
                  </a:lnTo>
                  <a:lnTo>
                    <a:pt x="49" y="27"/>
                  </a:lnTo>
                  <a:lnTo>
                    <a:pt x="56" y="29"/>
                  </a:lnTo>
                  <a:lnTo>
                    <a:pt x="57" y="28"/>
                  </a:lnTo>
                  <a:lnTo>
                    <a:pt x="60" y="28"/>
                  </a:lnTo>
                  <a:lnTo>
                    <a:pt x="61" y="25"/>
                  </a:lnTo>
                  <a:lnTo>
                    <a:pt x="65" y="25"/>
                  </a:lnTo>
                  <a:lnTo>
                    <a:pt x="73" y="23"/>
                  </a:lnTo>
                  <a:lnTo>
                    <a:pt x="75" y="24"/>
                  </a:lnTo>
                  <a:lnTo>
                    <a:pt x="79" y="23"/>
                  </a:lnTo>
                  <a:lnTo>
                    <a:pt x="80" y="23"/>
                  </a:lnTo>
                  <a:lnTo>
                    <a:pt x="92" y="35"/>
                  </a:lnTo>
                  <a:lnTo>
                    <a:pt x="117" y="0"/>
                  </a:lnTo>
                  <a:lnTo>
                    <a:pt x="130" y="2"/>
                  </a:lnTo>
                  <a:lnTo>
                    <a:pt x="130" y="19"/>
                  </a:lnTo>
                  <a:lnTo>
                    <a:pt x="131" y="23"/>
                  </a:lnTo>
                  <a:lnTo>
                    <a:pt x="133" y="25"/>
                  </a:lnTo>
                  <a:lnTo>
                    <a:pt x="140" y="22"/>
                  </a:lnTo>
                  <a:lnTo>
                    <a:pt x="147" y="22"/>
                  </a:lnTo>
                  <a:lnTo>
                    <a:pt x="155" y="25"/>
                  </a:lnTo>
                  <a:lnTo>
                    <a:pt x="164" y="25"/>
                  </a:lnTo>
                  <a:lnTo>
                    <a:pt x="165" y="23"/>
                  </a:lnTo>
                  <a:lnTo>
                    <a:pt x="164" y="20"/>
                  </a:lnTo>
                  <a:lnTo>
                    <a:pt x="164" y="3"/>
                  </a:lnTo>
                  <a:lnTo>
                    <a:pt x="199" y="12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5" y="41"/>
                  </a:lnTo>
                  <a:lnTo>
                    <a:pt x="218" y="50"/>
                  </a:lnTo>
                  <a:lnTo>
                    <a:pt x="238" y="46"/>
                  </a:lnTo>
                  <a:lnTo>
                    <a:pt x="256" y="4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81" y="42"/>
                  </a:lnTo>
                  <a:lnTo>
                    <a:pt x="278" y="50"/>
                  </a:lnTo>
                  <a:lnTo>
                    <a:pt x="273" y="53"/>
                  </a:lnTo>
                  <a:lnTo>
                    <a:pt x="271" y="60"/>
                  </a:lnTo>
                  <a:lnTo>
                    <a:pt x="268" y="64"/>
                  </a:lnTo>
                  <a:lnTo>
                    <a:pt x="266" y="65"/>
                  </a:lnTo>
                  <a:lnTo>
                    <a:pt x="267" y="81"/>
                  </a:lnTo>
                  <a:lnTo>
                    <a:pt x="268" y="84"/>
                  </a:lnTo>
                  <a:lnTo>
                    <a:pt x="267" y="89"/>
                  </a:lnTo>
                  <a:lnTo>
                    <a:pt x="269" y="91"/>
                  </a:lnTo>
                  <a:lnTo>
                    <a:pt x="261" y="93"/>
                  </a:lnTo>
                  <a:lnTo>
                    <a:pt x="257" y="92"/>
                  </a:lnTo>
                  <a:lnTo>
                    <a:pt x="260" y="99"/>
                  </a:lnTo>
                  <a:lnTo>
                    <a:pt x="258" y="105"/>
                  </a:lnTo>
                  <a:lnTo>
                    <a:pt x="244" y="111"/>
                  </a:lnTo>
                  <a:lnTo>
                    <a:pt x="238" y="113"/>
                  </a:lnTo>
                  <a:lnTo>
                    <a:pt x="237" y="115"/>
                  </a:lnTo>
                  <a:lnTo>
                    <a:pt x="235" y="117"/>
                  </a:lnTo>
                  <a:lnTo>
                    <a:pt x="225" y="122"/>
                  </a:lnTo>
                  <a:lnTo>
                    <a:pt x="221" y="117"/>
                  </a:lnTo>
                  <a:lnTo>
                    <a:pt x="212" y="117"/>
                  </a:lnTo>
                  <a:lnTo>
                    <a:pt x="210" y="124"/>
                  </a:lnTo>
                  <a:lnTo>
                    <a:pt x="207" y="129"/>
                  </a:lnTo>
                  <a:lnTo>
                    <a:pt x="194" y="134"/>
                  </a:lnTo>
                  <a:lnTo>
                    <a:pt x="190" y="140"/>
                  </a:lnTo>
                  <a:lnTo>
                    <a:pt x="192" y="141"/>
                  </a:lnTo>
                  <a:lnTo>
                    <a:pt x="196" y="141"/>
                  </a:lnTo>
                  <a:lnTo>
                    <a:pt x="198" y="142"/>
                  </a:lnTo>
                  <a:lnTo>
                    <a:pt x="201" y="146"/>
                  </a:lnTo>
                  <a:lnTo>
                    <a:pt x="202" y="149"/>
                  </a:lnTo>
                  <a:lnTo>
                    <a:pt x="204" y="151"/>
                  </a:lnTo>
                  <a:lnTo>
                    <a:pt x="205" y="157"/>
                  </a:lnTo>
                  <a:lnTo>
                    <a:pt x="206" y="159"/>
                  </a:lnTo>
                  <a:lnTo>
                    <a:pt x="204" y="160"/>
                  </a:lnTo>
                  <a:lnTo>
                    <a:pt x="202" y="161"/>
                  </a:lnTo>
                  <a:lnTo>
                    <a:pt x="202" y="163"/>
                  </a:lnTo>
                  <a:lnTo>
                    <a:pt x="198" y="165"/>
                  </a:lnTo>
                  <a:lnTo>
                    <a:pt x="197" y="166"/>
                  </a:lnTo>
                  <a:lnTo>
                    <a:pt x="200" y="176"/>
                  </a:lnTo>
                  <a:lnTo>
                    <a:pt x="198" y="184"/>
                  </a:lnTo>
                  <a:lnTo>
                    <a:pt x="200" y="190"/>
                  </a:lnTo>
                  <a:lnTo>
                    <a:pt x="200" y="190"/>
                  </a:lnTo>
                  <a:lnTo>
                    <a:pt x="196" y="189"/>
                  </a:lnTo>
                  <a:lnTo>
                    <a:pt x="188" y="191"/>
                  </a:lnTo>
                  <a:lnTo>
                    <a:pt x="174" y="192"/>
                  </a:lnTo>
                  <a:lnTo>
                    <a:pt x="172" y="194"/>
                  </a:lnTo>
                  <a:lnTo>
                    <a:pt x="167" y="195"/>
                  </a:lnTo>
                  <a:lnTo>
                    <a:pt x="159" y="194"/>
                  </a:lnTo>
                  <a:lnTo>
                    <a:pt x="158" y="191"/>
                  </a:lnTo>
                  <a:lnTo>
                    <a:pt x="160" y="188"/>
                  </a:lnTo>
                  <a:lnTo>
                    <a:pt x="158" y="181"/>
                  </a:lnTo>
                  <a:lnTo>
                    <a:pt x="156" y="179"/>
                  </a:lnTo>
                  <a:lnTo>
                    <a:pt x="154" y="173"/>
                  </a:lnTo>
                  <a:lnTo>
                    <a:pt x="153" y="175"/>
                  </a:lnTo>
                  <a:lnTo>
                    <a:pt x="151" y="175"/>
                  </a:lnTo>
                  <a:lnTo>
                    <a:pt x="147" y="179"/>
                  </a:lnTo>
                  <a:lnTo>
                    <a:pt x="145" y="180"/>
                  </a:lnTo>
                  <a:lnTo>
                    <a:pt x="142" y="179"/>
                  </a:lnTo>
                  <a:lnTo>
                    <a:pt x="137" y="186"/>
                  </a:lnTo>
                  <a:lnTo>
                    <a:pt x="134" y="187"/>
                  </a:lnTo>
                  <a:lnTo>
                    <a:pt x="132" y="190"/>
                  </a:lnTo>
                  <a:lnTo>
                    <a:pt x="128" y="189"/>
                  </a:lnTo>
                  <a:lnTo>
                    <a:pt x="124" y="198"/>
                  </a:lnTo>
                  <a:lnTo>
                    <a:pt x="124" y="188"/>
                  </a:lnTo>
                  <a:lnTo>
                    <a:pt x="125" y="185"/>
                  </a:lnTo>
                  <a:lnTo>
                    <a:pt x="127" y="181"/>
                  </a:lnTo>
                  <a:lnTo>
                    <a:pt x="131" y="178"/>
                  </a:lnTo>
                  <a:lnTo>
                    <a:pt x="128" y="173"/>
                  </a:lnTo>
                  <a:lnTo>
                    <a:pt x="129" y="170"/>
                  </a:lnTo>
                  <a:lnTo>
                    <a:pt x="128" y="168"/>
                  </a:lnTo>
                  <a:lnTo>
                    <a:pt x="123" y="168"/>
                  </a:lnTo>
                  <a:lnTo>
                    <a:pt x="120" y="170"/>
                  </a:lnTo>
                  <a:lnTo>
                    <a:pt x="120" y="174"/>
                  </a:lnTo>
                  <a:lnTo>
                    <a:pt x="120" y="181"/>
                  </a:lnTo>
                  <a:lnTo>
                    <a:pt x="120" y="189"/>
                  </a:lnTo>
                  <a:lnTo>
                    <a:pt x="121" y="193"/>
                  </a:lnTo>
                  <a:lnTo>
                    <a:pt x="119" y="197"/>
                  </a:lnTo>
                  <a:lnTo>
                    <a:pt x="119" y="200"/>
                  </a:lnTo>
                  <a:lnTo>
                    <a:pt x="120" y="202"/>
                  </a:lnTo>
                  <a:lnTo>
                    <a:pt x="121" y="214"/>
                  </a:lnTo>
                  <a:lnTo>
                    <a:pt x="125" y="222"/>
                  </a:lnTo>
                  <a:lnTo>
                    <a:pt x="124" y="233"/>
                  </a:lnTo>
                  <a:lnTo>
                    <a:pt x="123" y="236"/>
                  </a:lnTo>
                  <a:lnTo>
                    <a:pt x="125" y="235"/>
                  </a:lnTo>
                  <a:lnTo>
                    <a:pt x="126" y="235"/>
                  </a:lnTo>
                  <a:lnTo>
                    <a:pt x="128" y="237"/>
                  </a:lnTo>
                  <a:lnTo>
                    <a:pt x="134" y="240"/>
                  </a:lnTo>
                  <a:lnTo>
                    <a:pt x="135" y="243"/>
                  </a:lnTo>
                  <a:lnTo>
                    <a:pt x="131" y="249"/>
                  </a:lnTo>
                  <a:lnTo>
                    <a:pt x="134" y="251"/>
                  </a:lnTo>
                  <a:lnTo>
                    <a:pt x="142" y="259"/>
                  </a:lnTo>
                  <a:lnTo>
                    <a:pt x="147" y="260"/>
                  </a:lnTo>
                  <a:lnTo>
                    <a:pt x="150" y="264"/>
                  </a:lnTo>
                  <a:lnTo>
                    <a:pt x="159" y="266"/>
                  </a:lnTo>
                  <a:lnTo>
                    <a:pt x="160" y="269"/>
                  </a:lnTo>
                  <a:lnTo>
                    <a:pt x="164" y="276"/>
                  </a:lnTo>
                  <a:lnTo>
                    <a:pt x="165" y="281"/>
                  </a:lnTo>
                  <a:lnTo>
                    <a:pt x="156" y="279"/>
                  </a:lnTo>
                  <a:lnTo>
                    <a:pt x="147" y="283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40" y="285"/>
                  </a:lnTo>
                  <a:lnTo>
                    <a:pt x="136" y="279"/>
                  </a:lnTo>
                  <a:lnTo>
                    <a:pt x="133" y="278"/>
                  </a:lnTo>
                  <a:lnTo>
                    <a:pt x="130" y="276"/>
                  </a:lnTo>
                  <a:lnTo>
                    <a:pt x="126" y="270"/>
                  </a:lnTo>
                  <a:lnTo>
                    <a:pt x="120" y="267"/>
                  </a:lnTo>
                  <a:lnTo>
                    <a:pt x="119" y="268"/>
                  </a:lnTo>
                  <a:lnTo>
                    <a:pt x="119" y="268"/>
                  </a:lnTo>
                  <a:lnTo>
                    <a:pt x="114" y="261"/>
                  </a:lnTo>
                  <a:lnTo>
                    <a:pt x="104" y="258"/>
                  </a:lnTo>
                  <a:lnTo>
                    <a:pt x="101" y="254"/>
                  </a:lnTo>
                  <a:lnTo>
                    <a:pt x="100" y="254"/>
                  </a:lnTo>
                  <a:lnTo>
                    <a:pt x="98" y="252"/>
                  </a:lnTo>
                  <a:lnTo>
                    <a:pt x="98" y="249"/>
                  </a:lnTo>
                  <a:lnTo>
                    <a:pt x="90" y="241"/>
                  </a:lnTo>
                  <a:lnTo>
                    <a:pt x="90" y="239"/>
                  </a:lnTo>
                  <a:lnTo>
                    <a:pt x="86" y="237"/>
                  </a:lnTo>
                  <a:lnTo>
                    <a:pt x="82" y="230"/>
                  </a:lnTo>
                  <a:lnTo>
                    <a:pt x="85" y="227"/>
                  </a:lnTo>
                  <a:lnTo>
                    <a:pt x="90" y="225"/>
                  </a:lnTo>
                  <a:lnTo>
                    <a:pt x="93" y="222"/>
                  </a:lnTo>
                  <a:lnTo>
                    <a:pt x="90" y="214"/>
                  </a:lnTo>
                  <a:lnTo>
                    <a:pt x="90" y="207"/>
                  </a:lnTo>
                  <a:lnTo>
                    <a:pt x="87" y="206"/>
                  </a:lnTo>
                  <a:lnTo>
                    <a:pt x="87" y="203"/>
                  </a:lnTo>
                  <a:lnTo>
                    <a:pt x="87" y="200"/>
                  </a:lnTo>
                  <a:lnTo>
                    <a:pt x="90" y="194"/>
                  </a:lnTo>
                  <a:lnTo>
                    <a:pt x="90" y="188"/>
                  </a:lnTo>
                  <a:lnTo>
                    <a:pt x="92" y="183"/>
                  </a:lnTo>
                  <a:lnTo>
                    <a:pt x="92" y="176"/>
                  </a:lnTo>
                  <a:lnTo>
                    <a:pt x="89" y="172"/>
                  </a:lnTo>
                  <a:lnTo>
                    <a:pt x="87" y="164"/>
                  </a:lnTo>
                  <a:lnTo>
                    <a:pt x="90" y="159"/>
                  </a:lnTo>
                  <a:lnTo>
                    <a:pt x="90" y="155"/>
                  </a:lnTo>
                  <a:lnTo>
                    <a:pt x="95" y="149"/>
                  </a:lnTo>
                  <a:lnTo>
                    <a:pt x="95" y="141"/>
                  </a:lnTo>
                  <a:lnTo>
                    <a:pt x="93" y="134"/>
                  </a:lnTo>
                  <a:lnTo>
                    <a:pt x="99" y="125"/>
                  </a:lnTo>
                  <a:lnTo>
                    <a:pt x="99" y="122"/>
                  </a:lnTo>
                  <a:lnTo>
                    <a:pt x="98" y="118"/>
                  </a:lnTo>
                  <a:lnTo>
                    <a:pt x="95" y="117"/>
                  </a:lnTo>
                  <a:lnTo>
                    <a:pt x="96" y="115"/>
                  </a:lnTo>
                  <a:lnTo>
                    <a:pt x="96" y="105"/>
                  </a:lnTo>
                  <a:lnTo>
                    <a:pt x="87" y="107"/>
                  </a:lnTo>
                  <a:lnTo>
                    <a:pt x="82" y="109"/>
                  </a:lnTo>
                  <a:lnTo>
                    <a:pt x="76" y="110"/>
                  </a:lnTo>
                  <a:lnTo>
                    <a:pt x="75" y="109"/>
                  </a:lnTo>
                  <a:lnTo>
                    <a:pt x="72" y="110"/>
                  </a:lnTo>
                  <a:lnTo>
                    <a:pt x="63" y="103"/>
                  </a:lnTo>
                  <a:lnTo>
                    <a:pt x="56" y="99"/>
                  </a:lnTo>
                  <a:lnTo>
                    <a:pt x="57" y="96"/>
                  </a:lnTo>
                  <a:lnTo>
                    <a:pt x="65" y="84"/>
                  </a:lnTo>
                  <a:lnTo>
                    <a:pt x="72" y="78"/>
                  </a:lnTo>
                  <a:lnTo>
                    <a:pt x="70" y="74"/>
                  </a:lnTo>
                  <a:lnTo>
                    <a:pt x="74" y="59"/>
                  </a:lnTo>
                  <a:lnTo>
                    <a:pt x="70" y="50"/>
                  </a:lnTo>
                  <a:lnTo>
                    <a:pt x="65" y="49"/>
                  </a:lnTo>
                  <a:lnTo>
                    <a:pt x="52" y="50"/>
                  </a:lnTo>
                  <a:lnTo>
                    <a:pt x="41" y="48"/>
                  </a:lnTo>
                  <a:lnTo>
                    <a:pt x="35" y="49"/>
                  </a:lnTo>
                  <a:lnTo>
                    <a:pt x="34" y="47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5" y="50"/>
                  </a:lnTo>
                  <a:lnTo>
                    <a:pt x="23" y="51"/>
                  </a:lnTo>
                  <a:lnTo>
                    <a:pt x="16" y="53"/>
                  </a:lnTo>
                  <a:lnTo>
                    <a:pt x="12" y="53"/>
                  </a:lnTo>
                  <a:lnTo>
                    <a:pt x="9" y="5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6" name="Freeform 19">
              <a:extLst>
                <a:ext uri="{FF2B5EF4-FFF2-40B4-BE49-F238E27FC236}">
                  <a16:creationId xmlns:a16="http://schemas.microsoft.com/office/drawing/2014/main" id="{9D2BB411-9D71-4148-8162-0A5642AB28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7551" y="3209925"/>
              <a:ext cx="382623" cy="273899"/>
            </a:xfrm>
            <a:custGeom>
              <a:avLst/>
              <a:gdLst>
                <a:gd name="T0" fmla="*/ 163 w 366"/>
                <a:gd name="T1" fmla="*/ 4 h 262"/>
                <a:gd name="T2" fmla="*/ 179 w 366"/>
                <a:gd name="T3" fmla="*/ 2 h 262"/>
                <a:gd name="T4" fmla="*/ 208 w 366"/>
                <a:gd name="T5" fmla="*/ 28 h 262"/>
                <a:gd name="T6" fmla="*/ 202 w 366"/>
                <a:gd name="T7" fmla="*/ 57 h 262"/>
                <a:gd name="T8" fmla="*/ 225 w 366"/>
                <a:gd name="T9" fmla="*/ 61 h 262"/>
                <a:gd name="T10" fmla="*/ 237 w 366"/>
                <a:gd name="T11" fmla="*/ 76 h 262"/>
                <a:gd name="T12" fmla="*/ 229 w 366"/>
                <a:gd name="T13" fmla="*/ 109 h 262"/>
                <a:gd name="T14" fmla="*/ 230 w 366"/>
                <a:gd name="T15" fmla="*/ 137 h 262"/>
                <a:gd name="T16" fmla="*/ 226 w 366"/>
                <a:gd name="T17" fmla="*/ 160 h 262"/>
                <a:gd name="T18" fmla="*/ 223 w 366"/>
                <a:gd name="T19" fmla="*/ 181 h 262"/>
                <a:gd name="T20" fmla="*/ 236 w 366"/>
                <a:gd name="T21" fmla="*/ 203 h 262"/>
                <a:gd name="T22" fmla="*/ 252 w 366"/>
                <a:gd name="T23" fmla="*/ 215 h 262"/>
                <a:gd name="T24" fmla="*/ 244 w 366"/>
                <a:gd name="T25" fmla="*/ 228 h 262"/>
                <a:gd name="T26" fmla="*/ 202 w 366"/>
                <a:gd name="T27" fmla="*/ 252 h 262"/>
                <a:gd name="T28" fmla="*/ 179 w 366"/>
                <a:gd name="T29" fmla="*/ 261 h 262"/>
                <a:gd name="T30" fmla="*/ 159 w 366"/>
                <a:gd name="T31" fmla="*/ 244 h 262"/>
                <a:gd name="T32" fmla="*/ 140 w 366"/>
                <a:gd name="T33" fmla="*/ 252 h 262"/>
                <a:gd name="T34" fmla="*/ 116 w 366"/>
                <a:gd name="T35" fmla="*/ 242 h 262"/>
                <a:gd name="T36" fmla="*/ 84 w 366"/>
                <a:gd name="T37" fmla="*/ 259 h 262"/>
                <a:gd name="T38" fmla="*/ 50 w 366"/>
                <a:gd name="T39" fmla="*/ 239 h 262"/>
                <a:gd name="T40" fmla="*/ 26 w 366"/>
                <a:gd name="T41" fmla="*/ 224 h 262"/>
                <a:gd name="T42" fmla="*/ 9 w 366"/>
                <a:gd name="T43" fmla="*/ 221 h 262"/>
                <a:gd name="T44" fmla="*/ 14 w 366"/>
                <a:gd name="T45" fmla="*/ 206 h 262"/>
                <a:gd name="T46" fmla="*/ 7 w 366"/>
                <a:gd name="T47" fmla="*/ 179 h 262"/>
                <a:gd name="T48" fmla="*/ 6 w 366"/>
                <a:gd name="T49" fmla="*/ 156 h 262"/>
                <a:gd name="T50" fmla="*/ 15 w 366"/>
                <a:gd name="T51" fmla="*/ 141 h 262"/>
                <a:gd name="T52" fmla="*/ 21 w 366"/>
                <a:gd name="T53" fmla="*/ 130 h 262"/>
                <a:gd name="T54" fmla="*/ 21 w 366"/>
                <a:gd name="T55" fmla="*/ 113 h 262"/>
                <a:gd name="T56" fmla="*/ 28 w 366"/>
                <a:gd name="T57" fmla="*/ 96 h 262"/>
                <a:gd name="T58" fmla="*/ 34 w 366"/>
                <a:gd name="T59" fmla="*/ 89 h 262"/>
                <a:gd name="T60" fmla="*/ 52 w 366"/>
                <a:gd name="T61" fmla="*/ 83 h 262"/>
                <a:gd name="T62" fmla="*/ 63 w 366"/>
                <a:gd name="T63" fmla="*/ 82 h 262"/>
                <a:gd name="T64" fmla="*/ 88 w 366"/>
                <a:gd name="T65" fmla="*/ 55 h 262"/>
                <a:gd name="T66" fmla="*/ 94 w 366"/>
                <a:gd name="T67" fmla="*/ 44 h 262"/>
                <a:gd name="T68" fmla="*/ 105 w 366"/>
                <a:gd name="T69" fmla="*/ 15 h 262"/>
                <a:gd name="T70" fmla="*/ 143 w 366"/>
                <a:gd name="T71" fmla="*/ 13 h 262"/>
                <a:gd name="T72" fmla="*/ 294 w 366"/>
                <a:gd name="T73" fmla="*/ 233 h 262"/>
                <a:gd name="T74" fmla="*/ 288 w 366"/>
                <a:gd name="T75" fmla="*/ 218 h 262"/>
                <a:gd name="T76" fmla="*/ 273 w 366"/>
                <a:gd name="T77" fmla="*/ 197 h 262"/>
                <a:gd name="T78" fmla="*/ 261 w 366"/>
                <a:gd name="T79" fmla="*/ 190 h 262"/>
                <a:gd name="T80" fmla="*/ 258 w 366"/>
                <a:gd name="T81" fmla="*/ 154 h 262"/>
                <a:gd name="T82" fmla="*/ 258 w 366"/>
                <a:gd name="T83" fmla="*/ 128 h 262"/>
                <a:gd name="T84" fmla="*/ 266 w 366"/>
                <a:gd name="T85" fmla="*/ 127 h 262"/>
                <a:gd name="T86" fmla="*/ 262 w 366"/>
                <a:gd name="T87" fmla="*/ 152 h 262"/>
                <a:gd name="T88" fmla="*/ 280 w 366"/>
                <a:gd name="T89" fmla="*/ 133 h 262"/>
                <a:gd name="T90" fmla="*/ 292 w 366"/>
                <a:gd name="T91" fmla="*/ 127 h 262"/>
                <a:gd name="T92" fmla="*/ 297 w 366"/>
                <a:gd name="T93" fmla="*/ 148 h 262"/>
                <a:gd name="T94" fmla="*/ 334 w 366"/>
                <a:gd name="T95" fmla="*/ 143 h 262"/>
                <a:gd name="T96" fmla="*/ 353 w 366"/>
                <a:gd name="T97" fmla="*/ 146 h 262"/>
                <a:gd name="T98" fmla="*/ 362 w 366"/>
                <a:gd name="T99" fmla="*/ 163 h 262"/>
                <a:gd name="T100" fmla="*/ 345 w 366"/>
                <a:gd name="T101" fmla="*/ 192 h 262"/>
                <a:gd name="T102" fmla="*/ 340 w 366"/>
                <a:gd name="T103" fmla="*/ 208 h 262"/>
                <a:gd name="T104" fmla="*/ 347 w 366"/>
                <a:gd name="T105" fmla="*/ 214 h 262"/>
                <a:gd name="T106" fmla="*/ 354 w 366"/>
                <a:gd name="T107" fmla="*/ 239 h 262"/>
                <a:gd name="T108" fmla="*/ 332 w 366"/>
                <a:gd name="T109" fmla="*/ 244 h 262"/>
                <a:gd name="T110" fmla="*/ 320 w 366"/>
                <a:gd name="T111" fmla="*/ 249 h 262"/>
                <a:gd name="T112" fmla="*/ 317 w 366"/>
                <a:gd name="T113" fmla="*/ 242 h 262"/>
                <a:gd name="T114" fmla="*/ 298 w 366"/>
                <a:gd name="T115" fmla="*/ 241 h 262"/>
                <a:gd name="T116" fmla="*/ 280 w 366"/>
                <a:gd name="T117" fmla="*/ 24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6" h="262">
                  <a:moveTo>
                    <a:pt x="147" y="10"/>
                  </a:moveTo>
                  <a:lnTo>
                    <a:pt x="150" y="7"/>
                  </a:lnTo>
                  <a:lnTo>
                    <a:pt x="154" y="7"/>
                  </a:lnTo>
                  <a:lnTo>
                    <a:pt x="161" y="5"/>
                  </a:lnTo>
                  <a:lnTo>
                    <a:pt x="163" y="4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3" y="3"/>
                  </a:lnTo>
                  <a:lnTo>
                    <a:pt x="179" y="2"/>
                  </a:lnTo>
                  <a:lnTo>
                    <a:pt x="190" y="4"/>
                  </a:lnTo>
                  <a:lnTo>
                    <a:pt x="203" y="3"/>
                  </a:lnTo>
                  <a:lnTo>
                    <a:pt x="208" y="4"/>
                  </a:lnTo>
                  <a:lnTo>
                    <a:pt x="212" y="13"/>
                  </a:lnTo>
                  <a:lnTo>
                    <a:pt x="208" y="28"/>
                  </a:lnTo>
                  <a:lnTo>
                    <a:pt x="210" y="32"/>
                  </a:lnTo>
                  <a:lnTo>
                    <a:pt x="203" y="38"/>
                  </a:lnTo>
                  <a:lnTo>
                    <a:pt x="195" y="50"/>
                  </a:lnTo>
                  <a:lnTo>
                    <a:pt x="194" y="53"/>
                  </a:lnTo>
                  <a:lnTo>
                    <a:pt x="202" y="57"/>
                  </a:lnTo>
                  <a:lnTo>
                    <a:pt x="210" y="64"/>
                  </a:lnTo>
                  <a:lnTo>
                    <a:pt x="213" y="64"/>
                  </a:lnTo>
                  <a:lnTo>
                    <a:pt x="214" y="64"/>
                  </a:lnTo>
                  <a:lnTo>
                    <a:pt x="220" y="63"/>
                  </a:lnTo>
                  <a:lnTo>
                    <a:pt x="225" y="61"/>
                  </a:lnTo>
                  <a:lnTo>
                    <a:pt x="235" y="59"/>
                  </a:lnTo>
                  <a:lnTo>
                    <a:pt x="235" y="69"/>
                  </a:lnTo>
                  <a:lnTo>
                    <a:pt x="233" y="71"/>
                  </a:lnTo>
                  <a:lnTo>
                    <a:pt x="236" y="72"/>
                  </a:lnTo>
                  <a:lnTo>
                    <a:pt x="237" y="76"/>
                  </a:lnTo>
                  <a:lnTo>
                    <a:pt x="237" y="79"/>
                  </a:lnTo>
                  <a:lnTo>
                    <a:pt x="232" y="88"/>
                  </a:lnTo>
                  <a:lnTo>
                    <a:pt x="233" y="95"/>
                  </a:lnTo>
                  <a:lnTo>
                    <a:pt x="233" y="103"/>
                  </a:lnTo>
                  <a:lnTo>
                    <a:pt x="229" y="109"/>
                  </a:lnTo>
                  <a:lnTo>
                    <a:pt x="229" y="113"/>
                  </a:lnTo>
                  <a:lnTo>
                    <a:pt x="225" y="118"/>
                  </a:lnTo>
                  <a:lnTo>
                    <a:pt x="227" y="126"/>
                  </a:lnTo>
                  <a:lnTo>
                    <a:pt x="230" y="130"/>
                  </a:lnTo>
                  <a:lnTo>
                    <a:pt x="230" y="137"/>
                  </a:lnTo>
                  <a:lnTo>
                    <a:pt x="228" y="143"/>
                  </a:lnTo>
                  <a:lnTo>
                    <a:pt x="228" y="148"/>
                  </a:lnTo>
                  <a:lnTo>
                    <a:pt x="225" y="154"/>
                  </a:lnTo>
                  <a:lnTo>
                    <a:pt x="225" y="157"/>
                  </a:lnTo>
                  <a:lnTo>
                    <a:pt x="226" y="160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1" y="176"/>
                  </a:lnTo>
                  <a:lnTo>
                    <a:pt x="228" y="179"/>
                  </a:lnTo>
                  <a:lnTo>
                    <a:pt x="223" y="181"/>
                  </a:lnTo>
                  <a:lnTo>
                    <a:pt x="220" y="184"/>
                  </a:lnTo>
                  <a:lnTo>
                    <a:pt x="224" y="191"/>
                  </a:lnTo>
                  <a:lnTo>
                    <a:pt x="228" y="193"/>
                  </a:lnTo>
                  <a:lnTo>
                    <a:pt x="228" y="195"/>
                  </a:lnTo>
                  <a:lnTo>
                    <a:pt x="236" y="203"/>
                  </a:lnTo>
                  <a:lnTo>
                    <a:pt x="237" y="206"/>
                  </a:lnTo>
                  <a:lnTo>
                    <a:pt x="238" y="208"/>
                  </a:lnTo>
                  <a:lnTo>
                    <a:pt x="239" y="209"/>
                  </a:lnTo>
                  <a:lnTo>
                    <a:pt x="243" y="212"/>
                  </a:lnTo>
                  <a:lnTo>
                    <a:pt x="252" y="215"/>
                  </a:lnTo>
                  <a:lnTo>
                    <a:pt x="258" y="222"/>
                  </a:lnTo>
                  <a:lnTo>
                    <a:pt x="258" y="222"/>
                  </a:lnTo>
                  <a:lnTo>
                    <a:pt x="253" y="224"/>
                  </a:lnTo>
                  <a:lnTo>
                    <a:pt x="250" y="228"/>
                  </a:lnTo>
                  <a:lnTo>
                    <a:pt x="244" y="228"/>
                  </a:lnTo>
                  <a:lnTo>
                    <a:pt x="232" y="230"/>
                  </a:lnTo>
                  <a:lnTo>
                    <a:pt x="212" y="244"/>
                  </a:lnTo>
                  <a:lnTo>
                    <a:pt x="206" y="252"/>
                  </a:lnTo>
                  <a:lnTo>
                    <a:pt x="203" y="253"/>
                  </a:lnTo>
                  <a:lnTo>
                    <a:pt x="202" y="252"/>
                  </a:lnTo>
                  <a:lnTo>
                    <a:pt x="201" y="254"/>
                  </a:lnTo>
                  <a:lnTo>
                    <a:pt x="197" y="256"/>
                  </a:lnTo>
                  <a:lnTo>
                    <a:pt x="190" y="262"/>
                  </a:lnTo>
                  <a:lnTo>
                    <a:pt x="182" y="260"/>
                  </a:lnTo>
                  <a:lnTo>
                    <a:pt x="179" y="261"/>
                  </a:lnTo>
                  <a:lnTo>
                    <a:pt x="178" y="258"/>
                  </a:lnTo>
                  <a:lnTo>
                    <a:pt x="171" y="249"/>
                  </a:lnTo>
                  <a:lnTo>
                    <a:pt x="165" y="247"/>
                  </a:lnTo>
                  <a:lnTo>
                    <a:pt x="162" y="244"/>
                  </a:lnTo>
                  <a:lnTo>
                    <a:pt x="159" y="244"/>
                  </a:lnTo>
                  <a:lnTo>
                    <a:pt x="155" y="242"/>
                  </a:lnTo>
                  <a:lnTo>
                    <a:pt x="151" y="251"/>
                  </a:lnTo>
                  <a:lnTo>
                    <a:pt x="149" y="252"/>
                  </a:lnTo>
                  <a:lnTo>
                    <a:pt x="142" y="253"/>
                  </a:lnTo>
                  <a:lnTo>
                    <a:pt x="140" y="252"/>
                  </a:lnTo>
                  <a:lnTo>
                    <a:pt x="135" y="247"/>
                  </a:lnTo>
                  <a:lnTo>
                    <a:pt x="132" y="243"/>
                  </a:lnTo>
                  <a:lnTo>
                    <a:pt x="121" y="244"/>
                  </a:lnTo>
                  <a:lnTo>
                    <a:pt x="119" y="244"/>
                  </a:lnTo>
                  <a:lnTo>
                    <a:pt x="116" y="242"/>
                  </a:lnTo>
                  <a:lnTo>
                    <a:pt x="102" y="249"/>
                  </a:lnTo>
                  <a:lnTo>
                    <a:pt x="99" y="248"/>
                  </a:lnTo>
                  <a:lnTo>
                    <a:pt x="92" y="255"/>
                  </a:lnTo>
                  <a:lnTo>
                    <a:pt x="87" y="256"/>
                  </a:lnTo>
                  <a:lnTo>
                    <a:pt x="84" y="259"/>
                  </a:lnTo>
                  <a:lnTo>
                    <a:pt x="81" y="259"/>
                  </a:lnTo>
                  <a:lnTo>
                    <a:pt x="63" y="242"/>
                  </a:lnTo>
                  <a:lnTo>
                    <a:pt x="61" y="242"/>
                  </a:lnTo>
                  <a:lnTo>
                    <a:pt x="55" y="238"/>
                  </a:lnTo>
                  <a:lnTo>
                    <a:pt x="50" y="239"/>
                  </a:lnTo>
                  <a:lnTo>
                    <a:pt x="47" y="239"/>
                  </a:lnTo>
                  <a:lnTo>
                    <a:pt x="47" y="234"/>
                  </a:lnTo>
                  <a:lnTo>
                    <a:pt x="42" y="231"/>
                  </a:lnTo>
                  <a:lnTo>
                    <a:pt x="37" y="223"/>
                  </a:lnTo>
                  <a:lnTo>
                    <a:pt x="26" y="224"/>
                  </a:lnTo>
                  <a:lnTo>
                    <a:pt x="24" y="223"/>
                  </a:lnTo>
                  <a:lnTo>
                    <a:pt x="22" y="220"/>
                  </a:lnTo>
                  <a:lnTo>
                    <a:pt x="18" y="223"/>
                  </a:lnTo>
                  <a:lnTo>
                    <a:pt x="13" y="223"/>
                  </a:lnTo>
                  <a:lnTo>
                    <a:pt x="9" y="221"/>
                  </a:lnTo>
                  <a:lnTo>
                    <a:pt x="5" y="222"/>
                  </a:lnTo>
                  <a:lnTo>
                    <a:pt x="5" y="222"/>
                  </a:lnTo>
                  <a:lnTo>
                    <a:pt x="10" y="215"/>
                  </a:lnTo>
                  <a:lnTo>
                    <a:pt x="10" y="209"/>
                  </a:lnTo>
                  <a:lnTo>
                    <a:pt x="14" y="206"/>
                  </a:lnTo>
                  <a:lnTo>
                    <a:pt x="15" y="204"/>
                  </a:lnTo>
                  <a:lnTo>
                    <a:pt x="16" y="204"/>
                  </a:lnTo>
                  <a:lnTo>
                    <a:pt x="17" y="203"/>
                  </a:lnTo>
                  <a:lnTo>
                    <a:pt x="17" y="198"/>
                  </a:lnTo>
                  <a:lnTo>
                    <a:pt x="7" y="179"/>
                  </a:lnTo>
                  <a:lnTo>
                    <a:pt x="3" y="174"/>
                  </a:lnTo>
                  <a:lnTo>
                    <a:pt x="4" y="172"/>
                  </a:lnTo>
                  <a:lnTo>
                    <a:pt x="0" y="165"/>
                  </a:lnTo>
                  <a:lnTo>
                    <a:pt x="2" y="157"/>
                  </a:lnTo>
                  <a:lnTo>
                    <a:pt x="6" y="156"/>
                  </a:lnTo>
                  <a:lnTo>
                    <a:pt x="10" y="151"/>
                  </a:lnTo>
                  <a:lnTo>
                    <a:pt x="13" y="146"/>
                  </a:lnTo>
                  <a:lnTo>
                    <a:pt x="12" y="142"/>
                  </a:lnTo>
                  <a:lnTo>
                    <a:pt x="13" y="141"/>
                  </a:lnTo>
                  <a:lnTo>
                    <a:pt x="15" y="141"/>
                  </a:lnTo>
                  <a:lnTo>
                    <a:pt x="16" y="141"/>
                  </a:lnTo>
                  <a:lnTo>
                    <a:pt x="18" y="141"/>
                  </a:lnTo>
                  <a:lnTo>
                    <a:pt x="19" y="136"/>
                  </a:lnTo>
                  <a:lnTo>
                    <a:pt x="18" y="131"/>
                  </a:lnTo>
                  <a:lnTo>
                    <a:pt x="21" y="130"/>
                  </a:lnTo>
                  <a:lnTo>
                    <a:pt x="21" y="125"/>
                  </a:lnTo>
                  <a:lnTo>
                    <a:pt x="23" y="123"/>
                  </a:lnTo>
                  <a:lnTo>
                    <a:pt x="22" y="116"/>
                  </a:lnTo>
                  <a:lnTo>
                    <a:pt x="22" y="114"/>
                  </a:lnTo>
                  <a:lnTo>
                    <a:pt x="21" y="113"/>
                  </a:lnTo>
                  <a:lnTo>
                    <a:pt x="19" y="108"/>
                  </a:lnTo>
                  <a:lnTo>
                    <a:pt x="21" y="103"/>
                  </a:lnTo>
                  <a:lnTo>
                    <a:pt x="21" y="98"/>
                  </a:lnTo>
                  <a:lnTo>
                    <a:pt x="23" y="96"/>
                  </a:lnTo>
                  <a:lnTo>
                    <a:pt x="28" y="96"/>
                  </a:lnTo>
                  <a:lnTo>
                    <a:pt x="29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3" y="90"/>
                  </a:lnTo>
                  <a:lnTo>
                    <a:pt x="34" y="89"/>
                  </a:lnTo>
                  <a:lnTo>
                    <a:pt x="35" y="83"/>
                  </a:lnTo>
                  <a:lnTo>
                    <a:pt x="40" y="81"/>
                  </a:lnTo>
                  <a:lnTo>
                    <a:pt x="41" y="79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50" y="92"/>
                  </a:lnTo>
                  <a:lnTo>
                    <a:pt x="51" y="97"/>
                  </a:lnTo>
                  <a:lnTo>
                    <a:pt x="51" y="100"/>
                  </a:lnTo>
                  <a:lnTo>
                    <a:pt x="54" y="102"/>
                  </a:lnTo>
                  <a:lnTo>
                    <a:pt x="63" y="82"/>
                  </a:lnTo>
                  <a:lnTo>
                    <a:pt x="68" y="75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8" y="62"/>
                  </a:lnTo>
                  <a:lnTo>
                    <a:pt x="88" y="55"/>
                  </a:lnTo>
                  <a:lnTo>
                    <a:pt x="90" y="54"/>
                  </a:lnTo>
                  <a:lnTo>
                    <a:pt x="92" y="51"/>
                  </a:lnTo>
                  <a:lnTo>
                    <a:pt x="96" y="49"/>
                  </a:lnTo>
                  <a:lnTo>
                    <a:pt x="96" y="48"/>
                  </a:lnTo>
                  <a:lnTo>
                    <a:pt x="94" y="44"/>
                  </a:lnTo>
                  <a:lnTo>
                    <a:pt x="86" y="33"/>
                  </a:lnTo>
                  <a:lnTo>
                    <a:pt x="86" y="26"/>
                  </a:lnTo>
                  <a:lnTo>
                    <a:pt x="98" y="18"/>
                  </a:lnTo>
                  <a:lnTo>
                    <a:pt x="103" y="17"/>
                  </a:lnTo>
                  <a:lnTo>
                    <a:pt x="105" y="15"/>
                  </a:lnTo>
                  <a:lnTo>
                    <a:pt x="111" y="14"/>
                  </a:lnTo>
                  <a:lnTo>
                    <a:pt x="114" y="11"/>
                  </a:lnTo>
                  <a:lnTo>
                    <a:pt x="125" y="16"/>
                  </a:lnTo>
                  <a:lnTo>
                    <a:pt x="138" y="13"/>
                  </a:lnTo>
                  <a:lnTo>
                    <a:pt x="143" y="13"/>
                  </a:lnTo>
                  <a:lnTo>
                    <a:pt x="146" y="12"/>
                  </a:lnTo>
                  <a:lnTo>
                    <a:pt x="147" y="10"/>
                  </a:lnTo>
                  <a:close/>
                  <a:moveTo>
                    <a:pt x="278" y="239"/>
                  </a:moveTo>
                  <a:lnTo>
                    <a:pt x="285" y="237"/>
                  </a:lnTo>
                  <a:lnTo>
                    <a:pt x="294" y="233"/>
                  </a:lnTo>
                  <a:lnTo>
                    <a:pt x="303" y="235"/>
                  </a:lnTo>
                  <a:lnTo>
                    <a:pt x="302" y="230"/>
                  </a:lnTo>
                  <a:lnTo>
                    <a:pt x="298" y="223"/>
                  </a:lnTo>
                  <a:lnTo>
                    <a:pt x="297" y="220"/>
                  </a:lnTo>
                  <a:lnTo>
                    <a:pt x="288" y="218"/>
                  </a:lnTo>
                  <a:lnTo>
                    <a:pt x="285" y="214"/>
                  </a:lnTo>
                  <a:lnTo>
                    <a:pt x="280" y="213"/>
                  </a:lnTo>
                  <a:lnTo>
                    <a:pt x="273" y="205"/>
                  </a:lnTo>
                  <a:lnTo>
                    <a:pt x="269" y="203"/>
                  </a:lnTo>
                  <a:lnTo>
                    <a:pt x="273" y="197"/>
                  </a:lnTo>
                  <a:lnTo>
                    <a:pt x="272" y="194"/>
                  </a:lnTo>
                  <a:lnTo>
                    <a:pt x="266" y="191"/>
                  </a:lnTo>
                  <a:lnTo>
                    <a:pt x="264" y="190"/>
                  </a:lnTo>
                  <a:lnTo>
                    <a:pt x="263" y="189"/>
                  </a:lnTo>
                  <a:lnTo>
                    <a:pt x="261" y="190"/>
                  </a:lnTo>
                  <a:lnTo>
                    <a:pt x="262" y="187"/>
                  </a:lnTo>
                  <a:lnTo>
                    <a:pt x="263" y="176"/>
                  </a:lnTo>
                  <a:lnTo>
                    <a:pt x="259" y="168"/>
                  </a:lnTo>
                  <a:lnTo>
                    <a:pt x="258" y="156"/>
                  </a:lnTo>
                  <a:lnTo>
                    <a:pt x="258" y="154"/>
                  </a:lnTo>
                  <a:lnTo>
                    <a:pt x="257" y="151"/>
                  </a:lnTo>
                  <a:lnTo>
                    <a:pt x="259" y="147"/>
                  </a:lnTo>
                  <a:lnTo>
                    <a:pt x="258" y="143"/>
                  </a:lnTo>
                  <a:lnTo>
                    <a:pt x="259" y="135"/>
                  </a:lnTo>
                  <a:lnTo>
                    <a:pt x="258" y="128"/>
                  </a:lnTo>
                  <a:lnTo>
                    <a:pt x="259" y="124"/>
                  </a:lnTo>
                  <a:lnTo>
                    <a:pt x="261" y="122"/>
                  </a:lnTo>
                  <a:lnTo>
                    <a:pt x="266" y="122"/>
                  </a:lnTo>
                  <a:lnTo>
                    <a:pt x="267" y="124"/>
                  </a:lnTo>
                  <a:lnTo>
                    <a:pt x="266" y="127"/>
                  </a:lnTo>
                  <a:lnTo>
                    <a:pt x="269" y="132"/>
                  </a:lnTo>
                  <a:lnTo>
                    <a:pt x="265" y="135"/>
                  </a:lnTo>
                  <a:lnTo>
                    <a:pt x="263" y="139"/>
                  </a:lnTo>
                  <a:lnTo>
                    <a:pt x="262" y="142"/>
                  </a:lnTo>
                  <a:lnTo>
                    <a:pt x="262" y="152"/>
                  </a:lnTo>
                  <a:lnTo>
                    <a:pt x="267" y="143"/>
                  </a:lnTo>
                  <a:lnTo>
                    <a:pt x="270" y="144"/>
                  </a:lnTo>
                  <a:lnTo>
                    <a:pt x="272" y="141"/>
                  </a:lnTo>
                  <a:lnTo>
                    <a:pt x="276" y="140"/>
                  </a:lnTo>
                  <a:lnTo>
                    <a:pt x="280" y="133"/>
                  </a:lnTo>
                  <a:lnTo>
                    <a:pt x="283" y="134"/>
                  </a:lnTo>
                  <a:lnTo>
                    <a:pt x="285" y="133"/>
                  </a:lnTo>
                  <a:lnTo>
                    <a:pt x="289" y="129"/>
                  </a:lnTo>
                  <a:lnTo>
                    <a:pt x="291" y="129"/>
                  </a:lnTo>
                  <a:lnTo>
                    <a:pt x="292" y="127"/>
                  </a:lnTo>
                  <a:lnTo>
                    <a:pt x="294" y="133"/>
                  </a:lnTo>
                  <a:lnTo>
                    <a:pt x="296" y="135"/>
                  </a:lnTo>
                  <a:lnTo>
                    <a:pt x="298" y="143"/>
                  </a:lnTo>
                  <a:lnTo>
                    <a:pt x="297" y="145"/>
                  </a:lnTo>
                  <a:lnTo>
                    <a:pt x="297" y="148"/>
                  </a:lnTo>
                  <a:lnTo>
                    <a:pt x="305" y="149"/>
                  </a:lnTo>
                  <a:lnTo>
                    <a:pt x="310" y="148"/>
                  </a:lnTo>
                  <a:lnTo>
                    <a:pt x="312" y="146"/>
                  </a:lnTo>
                  <a:lnTo>
                    <a:pt x="326" y="146"/>
                  </a:lnTo>
                  <a:lnTo>
                    <a:pt x="334" y="143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2" y="144"/>
                  </a:lnTo>
                  <a:lnTo>
                    <a:pt x="343" y="142"/>
                  </a:lnTo>
                  <a:lnTo>
                    <a:pt x="353" y="146"/>
                  </a:lnTo>
                  <a:lnTo>
                    <a:pt x="359" y="147"/>
                  </a:lnTo>
                  <a:lnTo>
                    <a:pt x="366" y="155"/>
                  </a:lnTo>
                  <a:lnTo>
                    <a:pt x="365" y="156"/>
                  </a:lnTo>
                  <a:lnTo>
                    <a:pt x="364" y="160"/>
                  </a:lnTo>
                  <a:lnTo>
                    <a:pt x="362" y="163"/>
                  </a:lnTo>
                  <a:lnTo>
                    <a:pt x="352" y="166"/>
                  </a:lnTo>
                  <a:lnTo>
                    <a:pt x="351" y="168"/>
                  </a:lnTo>
                  <a:lnTo>
                    <a:pt x="348" y="176"/>
                  </a:lnTo>
                  <a:lnTo>
                    <a:pt x="348" y="190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8" y="198"/>
                  </a:lnTo>
                  <a:lnTo>
                    <a:pt x="348" y="203"/>
                  </a:lnTo>
                  <a:lnTo>
                    <a:pt x="343" y="206"/>
                  </a:lnTo>
                  <a:lnTo>
                    <a:pt x="340" y="208"/>
                  </a:lnTo>
                  <a:lnTo>
                    <a:pt x="333" y="206"/>
                  </a:lnTo>
                  <a:lnTo>
                    <a:pt x="334" y="210"/>
                  </a:lnTo>
                  <a:lnTo>
                    <a:pt x="340" y="212"/>
                  </a:lnTo>
                  <a:lnTo>
                    <a:pt x="346" y="209"/>
                  </a:lnTo>
                  <a:lnTo>
                    <a:pt x="347" y="214"/>
                  </a:lnTo>
                  <a:lnTo>
                    <a:pt x="344" y="218"/>
                  </a:lnTo>
                  <a:lnTo>
                    <a:pt x="344" y="220"/>
                  </a:lnTo>
                  <a:lnTo>
                    <a:pt x="347" y="222"/>
                  </a:lnTo>
                  <a:lnTo>
                    <a:pt x="352" y="229"/>
                  </a:lnTo>
                  <a:lnTo>
                    <a:pt x="354" y="239"/>
                  </a:lnTo>
                  <a:lnTo>
                    <a:pt x="346" y="244"/>
                  </a:lnTo>
                  <a:lnTo>
                    <a:pt x="341" y="244"/>
                  </a:lnTo>
                  <a:lnTo>
                    <a:pt x="337" y="243"/>
                  </a:lnTo>
                  <a:lnTo>
                    <a:pt x="333" y="243"/>
                  </a:lnTo>
                  <a:lnTo>
                    <a:pt x="332" y="244"/>
                  </a:lnTo>
                  <a:lnTo>
                    <a:pt x="331" y="244"/>
                  </a:lnTo>
                  <a:lnTo>
                    <a:pt x="329" y="244"/>
                  </a:lnTo>
                  <a:lnTo>
                    <a:pt x="326" y="245"/>
                  </a:lnTo>
                  <a:lnTo>
                    <a:pt x="326" y="247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20" y="247"/>
                  </a:lnTo>
                  <a:lnTo>
                    <a:pt x="318" y="246"/>
                  </a:lnTo>
                  <a:lnTo>
                    <a:pt x="320" y="241"/>
                  </a:lnTo>
                  <a:lnTo>
                    <a:pt x="317" y="242"/>
                  </a:lnTo>
                  <a:lnTo>
                    <a:pt x="314" y="241"/>
                  </a:lnTo>
                  <a:lnTo>
                    <a:pt x="312" y="239"/>
                  </a:lnTo>
                  <a:lnTo>
                    <a:pt x="305" y="239"/>
                  </a:lnTo>
                  <a:lnTo>
                    <a:pt x="299" y="242"/>
                  </a:lnTo>
                  <a:lnTo>
                    <a:pt x="298" y="241"/>
                  </a:lnTo>
                  <a:lnTo>
                    <a:pt x="297" y="238"/>
                  </a:lnTo>
                  <a:lnTo>
                    <a:pt x="295" y="236"/>
                  </a:lnTo>
                  <a:lnTo>
                    <a:pt x="293" y="236"/>
                  </a:lnTo>
                  <a:lnTo>
                    <a:pt x="288" y="242"/>
                  </a:lnTo>
                  <a:lnTo>
                    <a:pt x="280" y="247"/>
                  </a:lnTo>
                  <a:lnTo>
                    <a:pt x="278" y="239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7" name="Freeform 20">
              <a:extLst>
                <a:ext uri="{FF2B5EF4-FFF2-40B4-BE49-F238E27FC236}">
                  <a16:creationId xmlns:a16="http://schemas.microsoft.com/office/drawing/2014/main" id="{ECA5D915-7484-4FAE-9413-4415793639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9574" y="2510542"/>
              <a:ext cx="723429" cy="827970"/>
            </a:xfrm>
            <a:custGeom>
              <a:avLst/>
              <a:gdLst>
                <a:gd name="T0" fmla="*/ 519 w 692"/>
                <a:gd name="T1" fmla="*/ 75 h 792"/>
                <a:gd name="T2" fmla="*/ 606 w 692"/>
                <a:gd name="T3" fmla="*/ 72 h 792"/>
                <a:gd name="T4" fmla="*/ 650 w 692"/>
                <a:gd name="T5" fmla="*/ 111 h 792"/>
                <a:gd name="T6" fmla="*/ 690 w 692"/>
                <a:gd name="T7" fmla="*/ 189 h 792"/>
                <a:gd name="T8" fmla="*/ 601 w 692"/>
                <a:gd name="T9" fmla="*/ 298 h 792"/>
                <a:gd name="T10" fmla="*/ 562 w 692"/>
                <a:gd name="T11" fmla="*/ 481 h 792"/>
                <a:gd name="T12" fmla="*/ 565 w 692"/>
                <a:gd name="T13" fmla="*/ 635 h 792"/>
                <a:gd name="T14" fmla="*/ 552 w 692"/>
                <a:gd name="T15" fmla="*/ 711 h 792"/>
                <a:gd name="T16" fmla="*/ 530 w 692"/>
                <a:gd name="T17" fmla="*/ 760 h 792"/>
                <a:gd name="T18" fmla="*/ 499 w 692"/>
                <a:gd name="T19" fmla="*/ 777 h 792"/>
                <a:gd name="T20" fmla="*/ 404 w 692"/>
                <a:gd name="T21" fmla="*/ 754 h 792"/>
                <a:gd name="T22" fmla="*/ 358 w 692"/>
                <a:gd name="T23" fmla="*/ 722 h 792"/>
                <a:gd name="T24" fmla="*/ 354 w 692"/>
                <a:gd name="T25" fmla="*/ 657 h 792"/>
                <a:gd name="T26" fmla="*/ 320 w 692"/>
                <a:gd name="T27" fmla="*/ 605 h 792"/>
                <a:gd name="T28" fmla="*/ 299 w 692"/>
                <a:gd name="T29" fmla="*/ 585 h 792"/>
                <a:gd name="T30" fmla="*/ 310 w 692"/>
                <a:gd name="T31" fmla="*/ 511 h 792"/>
                <a:gd name="T32" fmla="*/ 137 w 692"/>
                <a:gd name="T33" fmla="*/ 395 h 792"/>
                <a:gd name="T34" fmla="*/ 23 w 692"/>
                <a:gd name="T35" fmla="*/ 355 h 792"/>
                <a:gd name="T36" fmla="*/ 58 w 692"/>
                <a:gd name="T37" fmla="*/ 361 h 792"/>
                <a:gd name="T38" fmla="*/ 118 w 692"/>
                <a:gd name="T39" fmla="*/ 329 h 792"/>
                <a:gd name="T40" fmla="*/ 126 w 692"/>
                <a:gd name="T41" fmla="*/ 296 h 792"/>
                <a:gd name="T42" fmla="*/ 139 w 692"/>
                <a:gd name="T43" fmla="*/ 238 h 792"/>
                <a:gd name="T44" fmla="*/ 127 w 692"/>
                <a:gd name="T45" fmla="*/ 198 h 792"/>
                <a:gd name="T46" fmla="*/ 155 w 692"/>
                <a:gd name="T47" fmla="*/ 147 h 792"/>
                <a:gd name="T48" fmla="*/ 179 w 692"/>
                <a:gd name="T49" fmla="*/ 134 h 792"/>
                <a:gd name="T50" fmla="*/ 198 w 692"/>
                <a:gd name="T51" fmla="*/ 134 h 792"/>
                <a:gd name="T52" fmla="*/ 193 w 692"/>
                <a:gd name="T53" fmla="*/ 119 h 792"/>
                <a:gd name="T54" fmla="*/ 175 w 692"/>
                <a:gd name="T55" fmla="*/ 78 h 792"/>
                <a:gd name="T56" fmla="*/ 209 w 692"/>
                <a:gd name="T57" fmla="*/ 77 h 792"/>
                <a:gd name="T58" fmla="*/ 248 w 692"/>
                <a:gd name="T59" fmla="*/ 85 h 792"/>
                <a:gd name="T60" fmla="*/ 285 w 692"/>
                <a:gd name="T61" fmla="*/ 81 h 792"/>
                <a:gd name="T62" fmla="*/ 299 w 692"/>
                <a:gd name="T63" fmla="*/ 70 h 792"/>
                <a:gd name="T64" fmla="*/ 328 w 692"/>
                <a:gd name="T65" fmla="*/ 79 h 792"/>
                <a:gd name="T66" fmla="*/ 346 w 692"/>
                <a:gd name="T67" fmla="*/ 88 h 792"/>
                <a:gd name="T68" fmla="*/ 387 w 692"/>
                <a:gd name="T69" fmla="*/ 87 h 792"/>
                <a:gd name="T70" fmla="*/ 409 w 692"/>
                <a:gd name="T71" fmla="*/ 67 h 792"/>
                <a:gd name="T72" fmla="*/ 398 w 692"/>
                <a:gd name="T73" fmla="*/ 53 h 792"/>
                <a:gd name="T74" fmla="*/ 374 w 692"/>
                <a:gd name="T75" fmla="*/ 54 h 792"/>
                <a:gd name="T76" fmla="*/ 396 w 692"/>
                <a:gd name="T77" fmla="*/ 38 h 792"/>
                <a:gd name="T78" fmla="*/ 421 w 692"/>
                <a:gd name="T79" fmla="*/ 33 h 792"/>
                <a:gd name="T80" fmla="*/ 435 w 692"/>
                <a:gd name="T81" fmla="*/ 52 h 792"/>
                <a:gd name="T82" fmla="*/ 448 w 692"/>
                <a:gd name="T83" fmla="*/ 62 h 792"/>
                <a:gd name="T84" fmla="*/ 456 w 692"/>
                <a:gd name="T85" fmla="*/ 83 h 792"/>
                <a:gd name="T86" fmla="*/ 479 w 692"/>
                <a:gd name="T87" fmla="*/ 82 h 792"/>
                <a:gd name="T88" fmla="*/ 554 w 692"/>
                <a:gd name="T89" fmla="*/ 217 h 792"/>
                <a:gd name="T90" fmla="*/ 591 w 692"/>
                <a:gd name="T91" fmla="*/ 190 h 792"/>
                <a:gd name="T92" fmla="*/ 635 w 692"/>
                <a:gd name="T93" fmla="*/ 161 h 792"/>
                <a:gd name="T94" fmla="*/ 657 w 692"/>
                <a:gd name="T95" fmla="*/ 135 h 792"/>
                <a:gd name="T96" fmla="*/ 622 w 692"/>
                <a:gd name="T97" fmla="*/ 109 h 792"/>
                <a:gd name="T98" fmla="*/ 578 w 692"/>
                <a:gd name="T99" fmla="*/ 107 h 792"/>
                <a:gd name="T100" fmla="*/ 551 w 692"/>
                <a:gd name="T101" fmla="*/ 133 h 792"/>
                <a:gd name="T102" fmla="*/ 505 w 692"/>
                <a:gd name="T103" fmla="*/ 143 h 792"/>
                <a:gd name="T104" fmla="*/ 488 w 692"/>
                <a:gd name="T105" fmla="*/ 175 h 792"/>
                <a:gd name="T106" fmla="*/ 399 w 692"/>
                <a:gd name="T107" fmla="*/ 188 h 792"/>
                <a:gd name="T108" fmla="*/ 334 w 692"/>
                <a:gd name="T109" fmla="*/ 201 h 792"/>
                <a:gd name="T110" fmla="*/ 315 w 692"/>
                <a:gd name="T111" fmla="*/ 237 h 792"/>
                <a:gd name="T112" fmla="*/ 336 w 692"/>
                <a:gd name="T113" fmla="*/ 268 h 792"/>
                <a:gd name="T114" fmla="*/ 334 w 692"/>
                <a:gd name="T115" fmla="*/ 314 h 792"/>
                <a:gd name="T116" fmla="*/ 380 w 692"/>
                <a:gd name="T117" fmla="*/ 339 h 792"/>
                <a:gd name="T118" fmla="*/ 430 w 692"/>
                <a:gd name="T119" fmla="*/ 354 h 792"/>
                <a:gd name="T120" fmla="*/ 504 w 692"/>
                <a:gd name="T121" fmla="*/ 355 h 792"/>
                <a:gd name="T122" fmla="*/ 547 w 692"/>
                <a:gd name="T123" fmla="*/ 296 h 792"/>
                <a:gd name="T124" fmla="*/ 557 w 692"/>
                <a:gd name="T125" fmla="*/ 239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2" h="792">
                  <a:moveTo>
                    <a:pt x="444" y="55"/>
                  </a:moveTo>
                  <a:lnTo>
                    <a:pt x="442" y="54"/>
                  </a:lnTo>
                  <a:lnTo>
                    <a:pt x="441" y="51"/>
                  </a:lnTo>
                  <a:lnTo>
                    <a:pt x="443" y="51"/>
                  </a:lnTo>
                  <a:lnTo>
                    <a:pt x="445" y="53"/>
                  </a:lnTo>
                  <a:lnTo>
                    <a:pt x="444" y="55"/>
                  </a:lnTo>
                  <a:close/>
                  <a:moveTo>
                    <a:pt x="566" y="8"/>
                  </a:moveTo>
                  <a:lnTo>
                    <a:pt x="516" y="64"/>
                  </a:lnTo>
                  <a:lnTo>
                    <a:pt x="516" y="67"/>
                  </a:lnTo>
                  <a:lnTo>
                    <a:pt x="517" y="69"/>
                  </a:lnTo>
                  <a:lnTo>
                    <a:pt x="516" y="71"/>
                  </a:lnTo>
                  <a:lnTo>
                    <a:pt x="516" y="74"/>
                  </a:lnTo>
                  <a:lnTo>
                    <a:pt x="519" y="75"/>
                  </a:lnTo>
                  <a:lnTo>
                    <a:pt x="519" y="76"/>
                  </a:lnTo>
                  <a:lnTo>
                    <a:pt x="520" y="76"/>
                  </a:lnTo>
                  <a:lnTo>
                    <a:pt x="526" y="78"/>
                  </a:lnTo>
                  <a:lnTo>
                    <a:pt x="528" y="78"/>
                  </a:lnTo>
                  <a:lnTo>
                    <a:pt x="530" y="79"/>
                  </a:lnTo>
                  <a:lnTo>
                    <a:pt x="528" y="81"/>
                  </a:lnTo>
                  <a:lnTo>
                    <a:pt x="528" y="83"/>
                  </a:lnTo>
                  <a:lnTo>
                    <a:pt x="556" y="65"/>
                  </a:lnTo>
                  <a:lnTo>
                    <a:pt x="589" y="38"/>
                  </a:lnTo>
                  <a:lnTo>
                    <a:pt x="589" y="38"/>
                  </a:lnTo>
                  <a:lnTo>
                    <a:pt x="606" y="59"/>
                  </a:lnTo>
                  <a:lnTo>
                    <a:pt x="605" y="66"/>
                  </a:lnTo>
                  <a:lnTo>
                    <a:pt x="606" y="72"/>
                  </a:lnTo>
                  <a:lnTo>
                    <a:pt x="610" y="76"/>
                  </a:lnTo>
                  <a:lnTo>
                    <a:pt x="619" y="83"/>
                  </a:lnTo>
                  <a:lnTo>
                    <a:pt x="625" y="93"/>
                  </a:lnTo>
                  <a:lnTo>
                    <a:pt x="631" y="107"/>
                  </a:lnTo>
                  <a:lnTo>
                    <a:pt x="633" y="108"/>
                  </a:lnTo>
                  <a:lnTo>
                    <a:pt x="637" y="109"/>
                  </a:lnTo>
                  <a:lnTo>
                    <a:pt x="639" y="106"/>
                  </a:lnTo>
                  <a:lnTo>
                    <a:pt x="640" y="100"/>
                  </a:lnTo>
                  <a:lnTo>
                    <a:pt x="641" y="100"/>
                  </a:lnTo>
                  <a:lnTo>
                    <a:pt x="642" y="100"/>
                  </a:lnTo>
                  <a:lnTo>
                    <a:pt x="644" y="101"/>
                  </a:lnTo>
                  <a:lnTo>
                    <a:pt x="647" y="108"/>
                  </a:lnTo>
                  <a:lnTo>
                    <a:pt x="650" y="111"/>
                  </a:lnTo>
                  <a:lnTo>
                    <a:pt x="657" y="114"/>
                  </a:lnTo>
                  <a:lnTo>
                    <a:pt x="669" y="114"/>
                  </a:lnTo>
                  <a:lnTo>
                    <a:pt x="680" y="119"/>
                  </a:lnTo>
                  <a:lnTo>
                    <a:pt x="681" y="122"/>
                  </a:lnTo>
                  <a:lnTo>
                    <a:pt x="680" y="125"/>
                  </a:lnTo>
                  <a:lnTo>
                    <a:pt x="672" y="136"/>
                  </a:lnTo>
                  <a:lnTo>
                    <a:pt x="670" y="138"/>
                  </a:lnTo>
                  <a:lnTo>
                    <a:pt x="670" y="143"/>
                  </a:lnTo>
                  <a:lnTo>
                    <a:pt x="674" y="158"/>
                  </a:lnTo>
                  <a:lnTo>
                    <a:pt x="675" y="174"/>
                  </a:lnTo>
                  <a:lnTo>
                    <a:pt x="681" y="184"/>
                  </a:lnTo>
                  <a:lnTo>
                    <a:pt x="683" y="185"/>
                  </a:lnTo>
                  <a:lnTo>
                    <a:pt x="690" y="189"/>
                  </a:lnTo>
                  <a:lnTo>
                    <a:pt x="692" y="191"/>
                  </a:lnTo>
                  <a:lnTo>
                    <a:pt x="692" y="201"/>
                  </a:lnTo>
                  <a:lnTo>
                    <a:pt x="688" y="209"/>
                  </a:lnTo>
                  <a:lnTo>
                    <a:pt x="685" y="213"/>
                  </a:lnTo>
                  <a:lnTo>
                    <a:pt x="677" y="218"/>
                  </a:lnTo>
                  <a:lnTo>
                    <a:pt x="661" y="219"/>
                  </a:lnTo>
                  <a:lnTo>
                    <a:pt x="655" y="221"/>
                  </a:lnTo>
                  <a:lnTo>
                    <a:pt x="653" y="220"/>
                  </a:lnTo>
                  <a:lnTo>
                    <a:pt x="639" y="237"/>
                  </a:lnTo>
                  <a:lnTo>
                    <a:pt x="634" y="244"/>
                  </a:lnTo>
                  <a:lnTo>
                    <a:pt x="626" y="273"/>
                  </a:lnTo>
                  <a:lnTo>
                    <a:pt x="622" y="283"/>
                  </a:lnTo>
                  <a:lnTo>
                    <a:pt x="601" y="298"/>
                  </a:lnTo>
                  <a:lnTo>
                    <a:pt x="598" y="303"/>
                  </a:lnTo>
                  <a:lnTo>
                    <a:pt x="595" y="314"/>
                  </a:lnTo>
                  <a:lnTo>
                    <a:pt x="593" y="321"/>
                  </a:lnTo>
                  <a:lnTo>
                    <a:pt x="580" y="332"/>
                  </a:lnTo>
                  <a:lnTo>
                    <a:pt x="579" y="344"/>
                  </a:lnTo>
                  <a:lnTo>
                    <a:pt x="571" y="365"/>
                  </a:lnTo>
                  <a:lnTo>
                    <a:pt x="558" y="387"/>
                  </a:lnTo>
                  <a:lnTo>
                    <a:pt x="555" y="401"/>
                  </a:lnTo>
                  <a:lnTo>
                    <a:pt x="547" y="420"/>
                  </a:lnTo>
                  <a:lnTo>
                    <a:pt x="545" y="435"/>
                  </a:lnTo>
                  <a:lnTo>
                    <a:pt x="549" y="456"/>
                  </a:lnTo>
                  <a:lnTo>
                    <a:pt x="555" y="472"/>
                  </a:lnTo>
                  <a:lnTo>
                    <a:pt x="562" y="481"/>
                  </a:lnTo>
                  <a:lnTo>
                    <a:pt x="563" y="486"/>
                  </a:lnTo>
                  <a:lnTo>
                    <a:pt x="571" y="526"/>
                  </a:lnTo>
                  <a:lnTo>
                    <a:pt x="571" y="534"/>
                  </a:lnTo>
                  <a:lnTo>
                    <a:pt x="568" y="544"/>
                  </a:lnTo>
                  <a:lnTo>
                    <a:pt x="565" y="548"/>
                  </a:lnTo>
                  <a:lnTo>
                    <a:pt x="551" y="559"/>
                  </a:lnTo>
                  <a:lnTo>
                    <a:pt x="534" y="571"/>
                  </a:lnTo>
                  <a:lnTo>
                    <a:pt x="534" y="575"/>
                  </a:lnTo>
                  <a:lnTo>
                    <a:pt x="536" y="584"/>
                  </a:lnTo>
                  <a:lnTo>
                    <a:pt x="536" y="584"/>
                  </a:lnTo>
                  <a:lnTo>
                    <a:pt x="540" y="592"/>
                  </a:lnTo>
                  <a:lnTo>
                    <a:pt x="561" y="624"/>
                  </a:lnTo>
                  <a:lnTo>
                    <a:pt x="565" y="635"/>
                  </a:lnTo>
                  <a:lnTo>
                    <a:pt x="571" y="647"/>
                  </a:lnTo>
                  <a:lnTo>
                    <a:pt x="590" y="671"/>
                  </a:lnTo>
                  <a:lnTo>
                    <a:pt x="578" y="673"/>
                  </a:lnTo>
                  <a:lnTo>
                    <a:pt x="576" y="676"/>
                  </a:lnTo>
                  <a:lnTo>
                    <a:pt x="572" y="676"/>
                  </a:lnTo>
                  <a:lnTo>
                    <a:pt x="570" y="677"/>
                  </a:lnTo>
                  <a:lnTo>
                    <a:pt x="569" y="679"/>
                  </a:lnTo>
                  <a:lnTo>
                    <a:pt x="569" y="694"/>
                  </a:lnTo>
                  <a:lnTo>
                    <a:pt x="568" y="695"/>
                  </a:lnTo>
                  <a:lnTo>
                    <a:pt x="558" y="698"/>
                  </a:lnTo>
                  <a:lnTo>
                    <a:pt x="557" y="702"/>
                  </a:lnTo>
                  <a:lnTo>
                    <a:pt x="555" y="702"/>
                  </a:lnTo>
                  <a:lnTo>
                    <a:pt x="552" y="711"/>
                  </a:lnTo>
                  <a:lnTo>
                    <a:pt x="552" y="714"/>
                  </a:lnTo>
                  <a:lnTo>
                    <a:pt x="549" y="714"/>
                  </a:lnTo>
                  <a:lnTo>
                    <a:pt x="550" y="716"/>
                  </a:lnTo>
                  <a:lnTo>
                    <a:pt x="544" y="719"/>
                  </a:lnTo>
                  <a:lnTo>
                    <a:pt x="543" y="725"/>
                  </a:lnTo>
                  <a:lnTo>
                    <a:pt x="539" y="731"/>
                  </a:lnTo>
                  <a:lnTo>
                    <a:pt x="537" y="736"/>
                  </a:lnTo>
                  <a:lnTo>
                    <a:pt x="538" y="742"/>
                  </a:lnTo>
                  <a:lnTo>
                    <a:pt x="546" y="746"/>
                  </a:lnTo>
                  <a:lnTo>
                    <a:pt x="541" y="750"/>
                  </a:lnTo>
                  <a:lnTo>
                    <a:pt x="535" y="753"/>
                  </a:lnTo>
                  <a:lnTo>
                    <a:pt x="532" y="758"/>
                  </a:lnTo>
                  <a:lnTo>
                    <a:pt x="530" y="760"/>
                  </a:lnTo>
                  <a:lnTo>
                    <a:pt x="529" y="761"/>
                  </a:lnTo>
                  <a:lnTo>
                    <a:pt x="531" y="769"/>
                  </a:lnTo>
                  <a:lnTo>
                    <a:pt x="530" y="774"/>
                  </a:lnTo>
                  <a:lnTo>
                    <a:pt x="528" y="776"/>
                  </a:lnTo>
                  <a:lnTo>
                    <a:pt x="519" y="777"/>
                  </a:lnTo>
                  <a:lnTo>
                    <a:pt x="520" y="779"/>
                  </a:lnTo>
                  <a:lnTo>
                    <a:pt x="520" y="783"/>
                  </a:lnTo>
                  <a:lnTo>
                    <a:pt x="517" y="789"/>
                  </a:lnTo>
                  <a:lnTo>
                    <a:pt x="514" y="792"/>
                  </a:lnTo>
                  <a:lnTo>
                    <a:pt x="512" y="789"/>
                  </a:lnTo>
                  <a:lnTo>
                    <a:pt x="505" y="784"/>
                  </a:lnTo>
                  <a:lnTo>
                    <a:pt x="502" y="777"/>
                  </a:lnTo>
                  <a:lnTo>
                    <a:pt x="499" y="777"/>
                  </a:lnTo>
                  <a:lnTo>
                    <a:pt x="495" y="774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62" y="763"/>
                  </a:lnTo>
                  <a:lnTo>
                    <a:pt x="443" y="763"/>
                  </a:lnTo>
                  <a:lnTo>
                    <a:pt x="433" y="760"/>
                  </a:lnTo>
                  <a:lnTo>
                    <a:pt x="431" y="761"/>
                  </a:lnTo>
                  <a:lnTo>
                    <a:pt x="427" y="758"/>
                  </a:lnTo>
                  <a:lnTo>
                    <a:pt x="420" y="759"/>
                  </a:lnTo>
                  <a:lnTo>
                    <a:pt x="416" y="761"/>
                  </a:lnTo>
                  <a:lnTo>
                    <a:pt x="410" y="760"/>
                  </a:lnTo>
                  <a:lnTo>
                    <a:pt x="408" y="756"/>
                  </a:lnTo>
                  <a:lnTo>
                    <a:pt x="404" y="754"/>
                  </a:lnTo>
                  <a:lnTo>
                    <a:pt x="396" y="754"/>
                  </a:lnTo>
                  <a:lnTo>
                    <a:pt x="391" y="752"/>
                  </a:lnTo>
                  <a:lnTo>
                    <a:pt x="388" y="752"/>
                  </a:lnTo>
                  <a:lnTo>
                    <a:pt x="386" y="755"/>
                  </a:lnTo>
                  <a:lnTo>
                    <a:pt x="381" y="752"/>
                  </a:lnTo>
                  <a:lnTo>
                    <a:pt x="378" y="752"/>
                  </a:lnTo>
                  <a:lnTo>
                    <a:pt x="371" y="758"/>
                  </a:lnTo>
                  <a:lnTo>
                    <a:pt x="364" y="751"/>
                  </a:lnTo>
                  <a:lnTo>
                    <a:pt x="361" y="746"/>
                  </a:lnTo>
                  <a:lnTo>
                    <a:pt x="356" y="742"/>
                  </a:lnTo>
                  <a:lnTo>
                    <a:pt x="356" y="742"/>
                  </a:lnTo>
                  <a:lnTo>
                    <a:pt x="360" y="729"/>
                  </a:lnTo>
                  <a:lnTo>
                    <a:pt x="358" y="722"/>
                  </a:lnTo>
                  <a:lnTo>
                    <a:pt x="357" y="720"/>
                  </a:lnTo>
                  <a:lnTo>
                    <a:pt x="350" y="716"/>
                  </a:lnTo>
                  <a:lnTo>
                    <a:pt x="347" y="708"/>
                  </a:lnTo>
                  <a:lnTo>
                    <a:pt x="347" y="698"/>
                  </a:lnTo>
                  <a:lnTo>
                    <a:pt x="347" y="697"/>
                  </a:lnTo>
                  <a:lnTo>
                    <a:pt x="353" y="695"/>
                  </a:lnTo>
                  <a:lnTo>
                    <a:pt x="354" y="692"/>
                  </a:lnTo>
                  <a:lnTo>
                    <a:pt x="351" y="684"/>
                  </a:lnTo>
                  <a:lnTo>
                    <a:pt x="355" y="672"/>
                  </a:lnTo>
                  <a:lnTo>
                    <a:pt x="353" y="667"/>
                  </a:lnTo>
                  <a:lnTo>
                    <a:pt x="353" y="665"/>
                  </a:lnTo>
                  <a:lnTo>
                    <a:pt x="355" y="660"/>
                  </a:lnTo>
                  <a:lnTo>
                    <a:pt x="354" y="657"/>
                  </a:lnTo>
                  <a:lnTo>
                    <a:pt x="358" y="650"/>
                  </a:lnTo>
                  <a:lnTo>
                    <a:pt x="358" y="649"/>
                  </a:lnTo>
                  <a:lnTo>
                    <a:pt x="354" y="642"/>
                  </a:lnTo>
                  <a:lnTo>
                    <a:pt x="353" y="637"/>
                  </a:lnTo>
                  <a:lnTo>
                    <a:pt x="351" y="626"/>
                  </a:lnTo>
                  <a:lnTo>
                    <a:pt x="347" y="619"/>
                  </a:lnTo>
                  <a:lnTo>
                    <a:pt x="344" y="617"/>
                  </a:lnTo>
                  <a:lnTo>
                    <a:pt x="338" y="610"/>
                  </a:lnTo>
                  <a:lnTo>
                    <a:pt x="335" y="608"/>
                  </a:lnTo>
                  <a:lnTo>
                    <a:pt x="331" y="608"/>
                  </a:lnTo>
                  <a:lnTo>
                    <a:pt x="325" y="605"/>
                  </a:lnTo>
                  <a:lnTo>
                    <a:pt x="323" y="606"/>
                  </a:lnTo>
                  <a:lnTo>
                    <a:pt x="320" y="605"/>
                  </a:lnTo>
                  <a:lnTo>
                    <a:pt x="304" y="616"/>
                  </a:lnTo>
                  <a:lnTo>
                    <a:pt x="301" y="616"/>
                  </a:lnTo>
                  <a:lnTo>
                    <a:pt x="300" y="613"/>
                  </a:lnTo>
                  <a:lnTo>
                    <a:pt x="296" y="615"/>
                  </a:lnTo>
                  <a:lnTo>
                    <a:pt x="293" y="616"/>
                  </a:lnTo>
                  <a:lnTo>
                    <a:pt x="286" y="611"/>
                  </a:lnTo>
                  <a:lnTo>
                    <a:pt x="284" y="611"/>
                  </a:lnTo>
                  <a:lnTo>
                    <a:pt x="271" y="601"/>
                  </a:lnTo>
                  <a:lnTo>
                    <a:pt x="277" y="596"/>
                  </a:lnTo>
                  <a:lnTo>
                    <a:pt x="287" y="590"/>
                  </a:lnTo>
                  <a:lnTo>
                    <a:pt x="293" y="589"/>
                  </a:lnTo>
                  <a:lnTo>
                    <a:pt x="295" y="586"/>
                  </a:lnTo>
                  <a:lnTo>
                    <a:pt x="299" y="585"/>
                  </a:lnTo>
                  <a:lnTo>
                    <a:pt x="305" y="580"/>
                  </a:lnTo>
                  <a:lnTo>
                    <a:pt x="307" y="572"/>
                  </a:lnTo>
                  <a:lnTo>
                    <a:pt x="310" y="568"/>
                  </a:lnTo>
                  <a:lnTo>
                    <a:pt x="312" y="564"/>
                  </a:lnTo>
                  <a:lnTo>
                    <a:pt x="312" y="556"/>
                  </a:lnTo>
                  <a:lnTo>
                    <a:pt x="310" y="548"/>
                  </a:lnTo>
                  <a:lnTo>
                    <a:pt x="311" y="542"/>
                  </a:lnTo>
                  <a:lnTo>
                    <a:pt x="309" y="536"/>
                  </a:lnTo>
                  <a:lnTo>
                    <a:pt x="308" y="531"/>
                  </a:lnTo>
                  <a:lnTo>
                    <a:pt x="311" y="523"/>
                  </a:lnTo>
                  <a:lnTo>
                    <a:pt x="311" y="518"/>
                  </a:lnTo>
                  <a:lnTo>
                    <a:pt x="309" y="513"/>
                  </a:lnTo>
                  <a:lnTo>
                    <a:pt x="310" y="511"/>
                  </a:lnTo>
                  <a:lnTo>
                    <a:pt x="311" y="503"/>
                  </a:lnTo>
                  <a:lnTo>
                    <a:pt x="284" y="499"/>
                  </a:lnTo>
                  <a:lnTo>
                    <a:pt x="268" y="495"/>
                  </a:lnTo>
                  <a:lnTo>
                    <a:pt x="250" y="494"/>
                  </a:lnTo>
                  <a:lnTo>
                    <a:pt x="246" y="495"/>
                  </a:lnTo>
                  <a:lnTo>
                    <a:pt x="240" y="493"/>
                  </a:lnTo>
                  <a:lnTo>
                    <a:pt x="214" y="497"/>
                  </a:lnTo>
                  <a:lnTo>
                    <a:pt x="204" y="487"/>
                  </a:lnTo>
                  <a:lnTo>
                    <a:pt x="165" y="445"/>
                  </a:lnTo>
                  <a:lnTo>
                    <a:pt x="165" y="445"/>
                  </a:lnTo>
                  <a:lnTo>
                    <a:pt x="155" y="434"/>
                  </a:lnTo>
                  <a:lnTo>
                    <a:pt x="139" y="398"/>
                  </a:lnTo>
                  <a:lnTo>
                    <a:pt x="137" y="395"/>
                  </a:lnTo>
                  <a:lnTo>
                    <a:pt x="125" y="397"/>
                  </a:lnTo>
                  <a:lnTo>
                    <a:pt x="113" y="395"/>
                  </a:lnTo>
                  <a:lnTo>
                    <a:pt x="39" y="406"/>
                  </a:lnTo>
                  <a:lnTo>
                    <a:pt x="31" y="406"/>
                  </a:lnTo>
                  <a:lnTo>
                    <a:pt x="23" y="403"/>
                  </a:lnTo>
                  <a:lnTo>
                    <a:pt x="9" y="392"/>
                  </a:lnTo>
                  <a:lnTo>
                    <a:pt x="9" y="392"/>
                  </a:lnTo>
                  <a:lnTo>
                    <a:pt x="0" y="370"/>
                  </a:lnTo>
                  <a:lnTo>
                    <a:pt x="1" y="366"/>
                  </a:lnTo>
                  <a:lnTo>
                    <a:pt x="2" y="366"/>
                  </a:lnTo>
                  <a:lnTo>
                    <a:pt x="2" y="365"/>
                  </a:lnTo>
                  <a:lnTo>
                    <a:pt x="6" y="361"/>
                  </a:lnTo>
                  <a:lnTo>
                    <a:pt x="23" y="355"/>
                  </a:lnTo>
                  <a:lnTo>
                    <a:pt x="31" y="358"/>
                  </a:lnTo>
                  <a:lnTo>
                    <a:pt x="35" y="360"/>
                  </a:lnTo>
                  <a:lnTo>
                    <a:pt x="37" y="360"/>
                  </a:lnTo>
                  <a:lnTo>
                    <a:pt x="39" y="359"/>
                  </a:lnTo>
                  <a:lnTo>
                    <a:pt x="44" y="356"/>
                  </a:lnTo>
                  <a:lnTo>
                    <a:pt x="45" y="357"/>
                  </a:lnTo>
                  <a:lnTo>
                    <a:pt x="45" y="361"/>
                  </a:lnTo>
                  <a:lnTo>
                    <a:pt x="47" y="362"/>
                  </a:lnTo>
                  <a:lnTo>
                    <a:pt x="51" y="364"/>
                  </a:lnTo>
                  <a:lnTo>
                    <a:pt x="55" y="363"/>
                  </a:lnTo>
                  <a:lnTo>
                    <a:pt x="56" y="364"/>
                  </a:lnTo>
                  <a:lnTo>
                    <a:pt x="59" y="362"/>
                  </a:lnTo>
                  <a:lnTo>
                    <a:pt x="58" y="361"/>
                  </a:lnTo>
                  <a:lnTo>
                    <a:pt x="61" y="360"/>
                  </a:lnTo>
                  <a:lnTo>
                    <a:pt x="61" y="354"/>
                  </a:lnTo>
                  <a:lnTo>
                    <a:pt x="78" y="352"/>
                  </a:lnTo>
                  <a:lnTo>
                    <a:pt x="88" y="349"/>
                  </a:lnTo>
                  <a:lnTo>
                    <a:pt x="88" y="349"/>
                  </a:lnTo>
                  <a:lnTo>
                    <a:pt x="89" y="352"/>
                  </a:lnTo>
                  <a:lnTo>
                    <a:pt x="105" y="347"/>
                  </a:lnTo>
                  <a:lnTo>
                    <a:pt x="105" y="346"/>
                  </a:lnTo>
                  <a:lnTo>
                    <a:pt x="108" y="347"/>
                  </a:lnTo>
                  <a:lnTo>
                    <a:pt x="115" y="338"/>
                  </a:lnTo>
                  <a:lnTo>
                    <a:pt x="117" y="335"/>
                  </a:lnTo>
                  <a:lnTo>
                    <a:pt x="114" y="332"/>
                  </a:lnTo>
                  <a:lnTo>
                    <a:pt x="118" y="329"/>
                  </a:lnTo>
                  <a:lnTo>
                    <a:pt x="119" y="327"/>
                  </a:lnTo>
                  <a:lnTo>
                    <a:pt x="120" y="322"/>
                  </a:lnTo>
                  <a:lnTo>
                    <a:pt x="120" y="321"/>
                  </a:lnTo>
                  <a:lnTo>
                    <a:pt x="118" y="320"/>
                  </a:lnTo>
                  <a:lnTo>
                    <a:pt x="116" y="323"/>
                  </a:lnTo>
                  <a:lnTo>
                    <a:pt x="115" y="322"/>
                  </a:lnTo>
                  <a:lnTo>
                    <a:pt x="115" y="319"/>
                  </a:lnTo>
                  <a:lnTo>
                    <a:pt x="113" y="317"/>
                  </a:lnTo>
                  <a:lnTo>
                    <a:pt x="109" y="313"/>
                  </a:lnTo>
                  <a:lnTo>
                    <a:pt x="121" y="308"/>
                  </a:lnTo>
                  <a:lnTo>
                    <a:pt x="121" y="307"/>
                  </a:lnTo>
                  <a:lnTo>
                    <a:pt x="123" y="304"/>
                  </a:lnTo>
                  <a:lnTo>
                    <a:pt x="126" y="296"/>
                  </a:lnTo>
                  <a:lnTo>
                    <a:pt x="128" y="293"/>
                  </a:lnTo>
                  <a:lnTo>
                    <a:pt x="132" y="291"/>
                  </a:lnTo>
                  <a:lnTo>
                    <a:pt x="136" y="292"/>
                  </a:lnTo>
                  <a:lnTo>
                    <a:pt x="141" y="291"/>
                  </a:lnTo>
                  <a:lnTo>
                    <a:pt x="149" y="275"/>
                  </a:lnTo>
                  <a:lnTo>
                    <a:pt x="146" y="272"/>
                  </a:lnTo>
                  <a:lnTo>
                    <a:pt x="145" y="269"/>
                  </a:lnTo>
                  <a:lnTo>
                    <a:pt x="143" y="267"/>
                  </a:lnTo>
                  <a:lnTo>
                    <a:pt x="143" y="263"/>
                  </a:lnTo>
                  <a:lnTo>
                    <a:pt x="145" y="256"/>
                  </a:lnTo>
                  <a:lnTo>
                    <a:pt x="140" y="253"/>
                  </a:lnTo>
                  <a:lnTo>
                    <a:pt x="140" y="243"/>
                  </a:lnTo>
                  <a:lnTo>
                    <a:pt x="139" y="238"/>
                  </a:lnTo>
                  <a:lnTo>
                    <a:pt x="137" y="237"/>
                  </a:lnTo>
                  <a:lnTo>
                    <a:pt x="136" y="236"/>
                  </a:lnTo>
                  <a:lnTo>
                    <a:pt x="129" y="236"/>
                  </a:lnTo>
                  <a:lnTo>
                    <a:pt x="129" y="233"/>
                  </a:lnTo>
                  <a:lnTo>
                    <a:pt x="124" y="220"/>
                  </a:lnTo>
                  <a:lnTo>
                    <a:pt x="122" y="215"/>
                  </a:lnTo>
                  <a:lnTo>
                    <a:pt x="120" y="212"/>
                  </a:lnTo>
                  <a:lnTo>
                    <a:pt x="118" y="211"/>
                  </a:lnTo>
                  <a:lnTo>
                    <a:pt x="116" y="210"/>
                  </a:lnTo>
                  <a:lnTo>
                    <a:pt x="116" y="210"/>
                  </a:lnTo>
                  <a:lnTo>
                    <a:pt x="120" y="206"/>
                  </a:lnTo>
                  <a:lnTo>
                    <a:pt x="124" y="204"/>
                  </a:lnTo>
                  <a:lnTo>
                    <a:pt x="127" y="198"/>
                  </a:lnTo>
                  <a:lnTo>
                    <a:pt x="134" y="199"/>
                  </a:lnTo>
                  <a:lnTo>
                    <a:pt x="136" y="192"/>
                  </a:lnTo>
                  <a:lnTo>
                    <a:pt x="139" y="192"/>
                  </a:lnTo>
                  <a:lnTo>
                    <a:pt x="140" y="178"/>
                  </a:lnTo>
                  <a:lnTo>
                    <a:pt x="143" y="169"/>
                  </a:lnTo>
                  <a:lnTo>
                    <a:pt x="147" y="168"/>
                  </a:lnTo>
                  <a:lnTo>
                    <a:pt x="152" y="169"/>
                  </a:lnTo>
                  <a:lnTo>
                    <a:pt x="153" y="166"/>
                  </a:lnTo>
                  <a:lnTo>
                    <a:pt x="155" y="155"/>
                  </a:lnTo>
                  <a:lnTo>
                    <a:pt x="154" y="152"/>
                  </a:lnTo>
                  <a:lnTo>
                    <a:pt x="154" y="151"/>
                  </a:lnTo>
                  <a:lnTo>
                    <a:pt x="153" y="147"/>
                  </a:lnTo>
                  <a:lnTo>
                    <a:pt x="155" y="147"/>
                  </a:lnTo>
                  <a:lnTo>
                    <a:pt x="156" y="147"/>
                  </a:lnTo>
                  <a:lnTo>
                    <a:pt x="157" y="147"/>
                  </a:lnTo>
                  <a:lnTo>
                    <a:pt x="160" y="146"/>
                  </a:lnTo>
                  <a:lnTo>
                    <a:pt x="162" y="144"/>
                  </a:lnTo>
                  <a:lnTo>
                    <a:pt x="160" y="142"/>
                  </a:lnTo>
                  <a:lnTo>
                    <a:pt x="161" y="141"/>
                  </a:lnTo>
                  <a:lnTo>
                    <a:pt x="166" y="142"/>
                  </a:lnTo>
                  <a:lnTo>
                    <a:pt x="170" y="141"/>
                  </a:lnTo>
                  <a:lnTo>
                    <a:pt x="171" y="143"/>
                  </a:lnTo>
                  <a:lnTo>
                    <a:pt x="173" y="141"/>
                  </a:lnTo>
                  <a:lnTo>
                    <a:pt x="176" y="139"/>
                  </a:lnTo>
                  <a:lnTo>
                    <a:pt x="178" y="135"/>
                  </a:lnTo>
                  <a:lnTo>
                    <a:pt x="179" y="134"/>
                  </a:lnTo>
                  <a:lnTo>
                    <a:pt x="182" y="139"/>
                  </a:lnTo>
                  <a:lnTo>
                    <a:pt x="184" y="139"/>
                  </a:lnTo>
                  <a:lnTo>
                    <a:pt x="186" y="139"/>
                  </a:lnTo>
                  <a:lnTo>
                    <a:pt x="188" y="136"/>
                  </a:lnTo>
                  <a:lnTo>
                    <a:pt x="189" y="136"/>
                  </a:lnTo>
                  <a:lnTo>
                    <a:pt x="190" y="139"/>
                  </a:lnTo>
                  <a:lnTo>
                    <a:pt x="188" y="141"/>
                  </a:lnTo>
                  <a:lnTo>
                    <a:pt x="191" y="141"/>
                  </a:lnTo>
                  <a:lnTo>
                    <a:pt x="192" y="139"/>
                  </a:lnTo>
                  <a:lnTo>
                    <a:pt x="191" y="136"/>
                  </a:lnTo>
                  <a:lnTo>
                    <a:pt x="192" y="136"/>
                  </a:lnTo>
                  <a:lnTo>
                    <a:pt x="192" y="133"/>
                  </a:lnTo>
                  <a:lnTo>
                    <a:pt x="198" y="134"/>
                  </a:lnTo>
                  <a:lnTo>
                    <a:pt x="197" y="132"/>
                  </a:lnTo>
                  <a:lnTo>
                    <a:pt x="200" y="132"/>
                  </a:lnTo>
                  <a:lnTo>
                    <a:pt x="200" y="130"/>
                  </a:lnTo>
                  <a:lnTo>
                    <a:pt x="205" y="133"/>
                  </a:lnTo>
                  <a:lnTo>
                    <a:pt x="205" y="131"/>
                  </a:lnTo>
                  <a:lnTo>
                    <a:pt x="208" y="132"/>
                  </a:lnTo>
                  <a:lnTo>
                    <a:pt x="208" y="130"/>
                  </a:lnTo>
                  <a:lnTo>
                    <a:pt x="211" y="129"/>
                  </a:lnTo>
                  <a:lnTo>
                    <a:pt x="210" y="128"/>
                  </a:lnTo>
                  <a:lnTo>
                    <a:pt x="205" y="126"/>
                  </a:lnTo>
                  <a:lnTo>
                    <a:pt x="205" y="124"/>
                  </a:lnTo>
                  <a:lnTo>
                    <a:pt x="200" y="120"/>
                  </a:lnTo>
                  <a:lnTo>
                    <a:pt x="193" y="119"/>
                  </a:lnTo>
                  <a:lnTo>
                    <a:pt x="186" y="115"/>
                  </a:lnTo>
                  <a:lnTo>
                    <a:pt x="183" y="112"/>
                  </a:lnTo>
                  <a:lnTo>
                    <a:pt x="186" y="110"/>
                  </a:lnTo>
                  <a:lnTo>
                    <a:pt x="184" y="109"/>
                  </a:lnTo>
                  <a:lnTo>
                    <a:pt x="184" y="103"/>
                  </a:lnTo>
                  <a:lnTo>
                    <a:pt x="169" y="98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0"/>
                  </a:lnTo>
                  <a:lnTo>
                    <a:pt x="165" y="88"/>
                  </a:lnTo>
                  <a:lnTo>
                    <a:pt x="170" y="84"/>
                  </a:lnTo>
                  <a:lnTo>
                    <a:pt x="172" y="78"/>
                  </a:lnTo>
                  <a:lnTo>
                    <a:pt x="175" y="78"/>
                  </a:lnTo>
                  <a:lnTo>
                    <a:pt x="177" y="79"/>
                  </a:lnTo>
                  <a:lnTo>
                    <a:pt x="184" y="78"/>
                  </a:lnTo>
                  <a:lnTo>
                    <a:pt x="194" y="73"/>
                  </a:lnTo>
                  <a:lnTo>
                    <a:pt x="193" y="71"/>
                  </a:lnTo>
                  <a:lnTo>
                    <a:pt x="195" y="71"/>
                  </a:lnTo>
                  <a:lnTo>
                    <a:pt x="197" y="73"/>
                  </a:lnTo>
                  <a:lnTo>
                    <a:pt x="199" y="76"/>
                  </a:lnTo>
                  <a:lnTo>
                    <a:pt x="202" y="76"/>
                  </a:lnTo>
                  <a:lnTo>
                    <a:pt x="201" y="78"/>
                  </a:lnTo>
                  <a:lnTo>
                    <a:pt x="204" y="78"/>
                  </a:lnTo>
                  <a:lnTo>
                    <a:pt x="205" y="81"/>
                  </a:lnTo>
                  <a:lnTo>
                    <a:pt x="208" y="80"/>
                  </a:lnTo>
                  <a:lnTo>
                    <a:pt x="209" y="77"/>
                  </a:lnTo>
                  <a:lnTo>
                    <a:pt x="211" y="76"/>
                  </a:lnTo>
                  <a:lnTo>
                    <a:pt x="211" y="75"/>
                  </a:lnTo>
                  <a:lnTo>
                    <a:pt x="213" y="77"/>
                  </a:lnTo>
                  <a:lnTo>
                    <a:pt x="219" y="74"/>
                  </a:lnTo>
                  <a:lnTo>
                    <a:pt x="221" y="75"/>
                  </a:lnTo>
                  <a:lnTo>
                    <a:pt x="227" y="72"/>
                  </a:lnTo>
                  <a:lnTo>
                    <a:pt x="229" y="77"/>
                  </a:lnTo>
                  <a:lnTo>
                    <a:pt x="228" y="79"/>
                  </a:lnTo>
                  <a:lnTo>
                    <a:pt x="230" y="81"/>
                  </a:lnTo>
                  <a:lnTo>
                    <a:pt x="233" y="87"/>
                  </a:lnTo>
                  <a:lnTo>
                    <a:pt x="238" y="85"/>
                  </a:lnTo>
                  <a:lnTo>
                    <a:pt x="240" y="83"/>
                  </a:lnTo>
                  <a:lnTo>
                    <a:pt x="248" y="85"/>
                  </a:lnTo>
                  <a:lnTo>
                    <a:pt x="251" y="84"/>
                  </a:lnTo>
                  <a:lnTo>
                    <a:pt x="255" y="90"/>
                  </a:lnTo>
                  <a:lnTo>
                    <a:pt x="256" y="90"/>
                  </a:lnTo>
                  <a:lnTo>
                    <a:pt x="260" y="88"/>
                  </a:lnTo>
                  <a:lnTo>
                    <a:pt x="260" y="85"/>
                  </a:lnTo>
                  <a:lnTo>
                    <a:pt x="265" y="84"/>
                  </a:lnTo>
                  <a:lnTo>
                    <a:pt x="265" y="83"/>
                  </a:lnTo>
                  <a:lnTo>
                    <a:pt x="270" y="83"/>
                  </a:lnTo>
                  <a:lnTo>
                    <a:pt x="272" y="83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80" y="81"/>
                  </a:lnTo>
                  <a:lnTo>
                    <a:pt x="285" y="81"/>
                  </a:lnTo>
                  <a:lnTo>
                    <a:pt x="287" y="78"/>
                  </a:lnTo>
                  <a:lnTo>
                    <a:pt x="287" y="76"/>
                  </a:lnTo>
                  <a:lnTo>
                    <a:pt x="290" y="70"/>
                  </a:lnTo>
                  <a:lnTo>
                    <a:pt x="289" y="68"/>
                  </a:lnTo>
                  <a:lnTo>
                    <a:pt x="290" y="66"/>
                  </a:lnTo>
                  <a:lnTo>
                    <a:pt x="290" y="65"/>
                  </a:lnTo>
                  <a:lnTo>
                    <a:pt x="293" y="62"/>
                  </a:lnTo>
                  <a:lnTo>
                    <a:pt x="294" y="62"/>
                  </a:lnTo>
                  <a:lnTo>
                    <a:pt x="294" y="65"/>
                  </a:lnTo>
                  <a:lnTo>
                    <a:pt x="295" y="62"/>
                  </a:lnTo>
                  <a:lnTo>
                    <a:pt x="298" y="63"/>
                  </a:lnTo>
                  <a:lnTo>
                    <a:pt x="295" y="68"/>
                  </a:lnTo>
                  <a:lnTo>
                    <a:pt x="299" y="70"/>
                  </a:lnTo>
                  <a:lnTo>
                    <a:pt x="299" y="73"/>
                  </a:lnTo>
                  <a:lnTo>
                    <a:pt x="300" y="72"/>
                  </a:lnTo>
                  <a:lnTo>
                    <a:pt x="301" y="73"/>
                  </a:lnTo>
                  <a:lnTo>
                    <a:pt x="303" y="71"/>
                  </a:lnTo>
                  <a:lnTo>
                    <a:pt x="302" y="70"/>
                  </a:lnTo>
                  <a:lnTo>
                    <a:pt x="304" y="69"/>
                  </a:lnTo>
                  <a:lnTo>
                    <a:pt x="307" y="76"/>
                  </a:lnTo>
                  <a:lnTo>
                    <a:pt x="311" y="74"/>
                  </a:lnTo>
                  <a:lnTo>
                    <a:pt x="314" y="76"/>
                  </a:lnTo>
                  <a:lnTo>
                    <a:pt x="314" y="79"/>
                  </a:lnTo>
                  <a:lnTo>
                    <a:pt x="317" y="77"/>
                  </a:lnTo>
                  <a:lnTo>
                    <a:pt x="319" y="79"/>
                  </a:lnTo>
                  <a:lnTo>
                    <a:pt x="328" y="79"/>
                  </a:lnTo>
                  <a:lnTo>
                    <a:pt x="325" y="81"/>
                  </a:lnTo>
                  <a:lnTo>
                    <a:pt x="326" y="84"/>
                  </a:lnTo>
                  <a:lnTo>
                    <a:pt x="325" y="86"/>
                  </a:lnTo>
                  <a:lnTo>
                    <a:pt x="328" y="87"/>
                  </a:lnTo>
                  <a:lnTo>
                    <a:pt x="327" y="89"/>
                  </a:lnTo>
                  <a:lnTo>
                    <a:pt x="331" y="90"/>
                  </a:lnTo>
                  <a:lnTo>
                    <a:pt x="331" y="88"/>
                  </a:lnTo>
                  <a:lnTo>
                    <a:pt x="334" y="85"/>
                  </a:lnTo>
                  <a:lnTo>
                    <a:pt x="339" y="84"/>
                  </a:lnTo>
                  <a:lnTo>
                    <a:pt x="342" y="86"/>
                  </a:lnTo>
                  <a:lnTo>
                    <a:pt x="342" y="85"/>
                  </a:lnTo>
                  <a:lnTo>
                    <a:pt x="344" y="85"/>
                  </a:lnTo>
                  <a:lnTo>
                    <a:pt x="346" y="88"/>
                  </a:lnTo>
                  <a:lnTo>
                    <a:pt x="349" y="88"/>
                  </a:lnTo>
                  <a:lnTo>
                    <a:pt x="350" y="87"/>
                  </a:lnTo>
                  <a:lnTo>
                    <a:pt x="352" y="89"/>
                  </a:lnTo>
                  <a:lnTo>
                    <a:pt x="355" y="89"/>
                  </a:lnTo>
                  <a:lnTo>
                    <a:pt x="357" y="94"/>
                  </a:lnTo>
                  <a:lnTo>
                    <a:pt x="360" y="95"/>
                  </a:lnTo>
                  <a:lnTo>
                    <a:pt x="361" y="94"/>
                  </a:lnTo>
                  <a:lnTo>
                    <a:pt x="370" y="96"/>
                  </a:lnTo>
                  <a:lnTo>
                    <a:pt x="373" y="93"/>
                  </a:lnTo>
                  <a:lnTo>
                    <a:pt x="382" y="90"/>
                  </a:lnTo>
                  <a:lnTo>
                    <a:pt x="383" y="87"/>
                  </a:lnTo>
                  <a:lnTo>
                    <a:pt x="384" y="86"/>
                  </a:lnTo>
                  <a:lnTo>
                    <a:pt x="387" y="87"/>
                  </a:lnTo>
                  <a:lnTo>
                    <a:pt x="388" y="88"/>
                  </a:lnTo>
                  <a:lnTo>
                    <a:pt x="391" y="89"/>
                  </a:lnTo>
                  <a:lnTo>
                    <a:pt x="396" y="91"/>
                  </a:lnTo>
                  <a:lnTo>
                    <a:pt x="398" y="92"/>
                  </a:lnTo>
                  <a:lnTo>
                    <a:pt x="405" y="87"/>
                  </a:lnTo>
                  <a:lnTo>
                    <a:pt x="407" y="84"/>
                  </a:lnTo>
                  <a:lnTo>
                    <a:pt x="411" y="82"/>
                  </a:lnTo>
                  <a:lnTo>
                    <a:pt x="413" y="79"/>
                  </a:lnTo>
                  <a:lnTo>
                    <a:pt x="415" y="77"/>
                  </a:lnTo>
                  <a:lnTo>
                    <a:pt x="414" y="72"/>
                  </a:lnTo>
                  <a:lnTo>
                    <a:pt x="415" y="70"/>
                  </a:lnTo>
                  <a:lnTo>
                    <a:pt x="413" y="65"/>
                  </a:lnTo>
                  <a:lnTo>
                    <a:pt x="409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6" y="65"/>
                  </a:lnTo>
                  <a:lnTo>
                    <a:pt x="405" y="61"/>
                  </a:lnTo>
                  <a:lnTo>
                    <a:pt x="407" y="59"/>
                  </a:lnTo>
                  <a:lnTo>
                    <a:pt x="411" y="57"/>
                  </a:lnTo>
                  <a:lnTo>
                    <a:pt x="413" y="56"/>
                  </a:lnTo>
                  <a:lnTo>
                    <a:pt x="407" y="53"/>
                  </a:lnTo>
                  <a:lnTo>
                    <a:pt x="403" y="50"/>
                  </a:lnTo>
                  <a:lnTo>
                    <a:pt x="402" y="48"/>
                  </a:lnTo>
                  <a:lnTo>
                    <a:pt x="401" y="49"/>
                  </a:lnTo>
                  <a:lnTo>
                    <a:pt x="401" y="51"/>
                  </a:lnTo>
                  <a:lnTo>
                    <a:pt x="398" y="53"/>
                  </a:lnTo>
                  <a:lnTo>
                    <a:pt x="397" y="54"/>
                  </a:lnTo>
                  <a:lnTo>
                    <a:pt x="396" y="56"/>
                  </a:lnTo>
                  <a:lnTo>
                    <a:pt x="396" y="55"/>
                  </a:lnTo>
                  <a:lnTo>
                    <a:pt x="392" y="57"/>
                  </a:lnTo>
                  <a:lnTo>
                    <a:pt x="392" y="59"/>
                  </a:lnTo>
                  <a:lnTo>
                    <a:pt x="388" y="58"/>
                  </a:lnTo>
                  <a:lnTo>
                    <a:pt x="385" y="59"/>
                  </a:lnTo>
                  <a:lnTo>
                    <a:pt x="384" y="59"/>
                  </a:lnTo>
                  <a:lnTo>
                    <a:pt x="378" y="57"/>
                  </a:lnTo>
                  <a:lnTo>
                    <a:pt x="377" y="57"/>
                  </a:lnTo>
                  <a:lnTo>
                    <a:pt x="376" y="57"/>
                  </a:lnTo>
                  <a:lnTo>
                    <a:pt x="376" y="54"/>
                  </a:lnTo>
                  <a:lnTo>
                    <a:pt x="374" y="54"/>
                  </a:lnTo>
                  <a:lnTo>
                    <a:pt x="374" y="52"/>
                  </a:lnTo>
                  <a:lnTo>
                    <a:pt x="375" y="52"/>
                  </a:lnTo>
                  <a:lnTo>
                    <a:pt x="377" y="53"/>
                  </a:lnTo>
                  <a:lnTo>
                    <a:pt x="380" y="51"/>
                  </a:lnTo>
                  <a:lnTo>
                    <a:pt x="382" y="54"/>
                  </a:lnTo>
                  <a:lnTo>
                    <a:pt x="383" y="54"/>
                  </a:lnTo>
                  <a:lnTo>
                    <a:pt x="383" y="50"/>
                  </a:lnTo>
                  <a:lnTo>
                    <a:pt x="385" y="49"/>
                  </a:lnTo>
                  <a:lnTo>
                    <a:pt x="385" y="47"/>
                  </a:lnTo>
                  <a:lnTo>
                    <a:pt x="387" y="44"/>
                  </a:lnTo>
                  <a:lnTo>
                    <a:pt x="385" y="43"/>
                  </a:lnTo>
                  <a:lnTo>
                    <a:pt x="395" y="40"/>
                  </a:lnTo>
                  <a:lnTo>
                    <a:pt x="396" y="38"/>
                  </a:lnTo>
                  <a:lnTo>
                    <a:pt x="400" y="38"/>
                  </a:lnTo>
                  <a:lnTo>
                    <a:pt x="401" y="36"/>
                  </a:lnTo>
                  <a:lnTo>
                    <a:pt x="405" y="36"/>
                  </a:lnTo>
                  <a:lnTo>
                    <a:pt x="407" y="39"/>
                  </a:lnTo>
                  <a:lnTo>
                    <a:pt x="410" y="40"/>
                  </a:lnTo>
                  <a:lnTo>
                    <a:pt x="409" y="35"/>
                  </a:lnTo>
                  <a:lnTo>
                    <a:pt x="410" y="33"/>
                  </a:lnTo>
                  <a:lnTo>
                    <a:pt x="412" y="33"/>
                  </a:lnTo>
                  <a:lnTo>
                    <a:pt x="412" y="30"/>
                  </a:lnTo>
                  <a:lnTo>
                    <a:pt x="414" y="29"/>
                  </a:lnTo>
                  <a:lnTo>
                    <a:pt x="417" y="30"/>
                  </a:lnTo>
                  <a:lnTo>
                    <a:pt x="418" y="32"/>
                  </a:lnTo>
                  <a:lnTo>
                    <a:pt x="421" y="33"/>
                  </a:lnTo>
                  <a:lnTo>
                    <a:pt x="423" y="32"/>
                  </a:lnTo>
                  <a:lnTo>
                    <a:pt x="429" y="32"/>
                  </a:lnTo>
                  <a:lnTo>
                    <a:pt x="431" y="29"/>
                  </a:lnTo>
                  <a:lnTo>
                    <a:pt x="431" y="33"/>
                  </a:lnTo>
                  <a:lnTo>
                    <a:pt x="429" y="37"/>
                  </a:lnTo>
                  <a:lnTo>
                    <a:pt x="431" y="38"/>
                  </a:lnTo>
                  <a:lnTo>
                    <a:pt x="433" y="41"/>
                  </a:lnTo>
                  <a:lnTo>
                    <a:pt x="441" y="43"/>
                  </a:lnTo>
                  <a:lnTo>
                    <a:pt x="443" y="43"/>
                  </a:lnTo>
                  <a:lnTo>
                    <a:pt x="443" y="47"/>
                  </a:lnTo>
                  <a:lnTo>
                    <a:pt x="442" y="49"/>
                  </a:lnTo>
                  <a:lnTo>
                    <a:pt x="440" y="49"/>
                  </a:lnTo>
                  <a:lnTo>
                    <a:pt x="435" y="52"/>
                  </a:lnTo>
                  <a:lnTo>
                    <a:pt x="437" y="53"/>
                  </a:lnTo>
                  <a:lnTo>
                    <a:pt x="435" y="57"/>
                  </a:lnTo>
                  <a:lnTo>
                    <a:pt x="434" y="57"/>
                  </a:lnTo>
                  <a:lnTo>
                    <a:pt x="433" y="59"/>
                  </a:lnTo>
                  <a:lnTo>
                    <a:pt x="429" y="58"/>
                  </a:lnTo>
                  <a:lnTo>
                    <a:pt x="428" y="63"/>
                  </a:lnTo>
                  <a:lnTo>
                    <a:pt x="428" y="65"/>
                  </a:lnTo>
                  <a:lnTo>
                    <a:pt x="429" y="65"/>
                  </a:lnTo>
                  <a:lnTo>
                    <a:pt x="430" y="62"/>
                  </a:lnTo>
                  <a:lnTo>
                    <a:pt x="432" y="62"/>
                  </a:lnTo>
                  <a:lnTo>
                    <a:pt x="436" y="64"/>
                  </a:lnTo>
                  <a:lnTo>
                    <a:pt x="443" y="65"/>
                  </a:lnTo>
                  <a:lnTo>
                    <a:pt x="448" y="62"/>
                  </a:lnTo>
                  <a:lnTo>
                    <a:pt x="453" y="65"/>
                  </a:lnTo>
                  <a:lnTo>
                    <a:pt x="455" y="65"/>
                  </a:lnTo>
                  <a:lnTo>
                    <a:pt x="457" y="65"/>
                  </a:lnTo>
                  <a:lnTo>
                    <a:pt x="458" y="67"/>
                  </a:lnTo>
                  <a:lnTo>
                    <a:pt x="456" y="73"/>
                  </a:lnTo>
                  <a:lnTo>
                    <a:pt x="454" y="73"/>
                  </a:lnTo>
                  <a:lnTo>
                    <a:pt x="454" y="74"/>
                  </a:lnTo>
                  <a:lnTo>
                    <a:pt x="454" y="75"/>
                  </a:lnTo>
                  <a:lnTo>
                    <a:pt x="456" y="77"/>
                  </a:lnTo>
                  <a:lnTo>
                    <a:pt x="454" y="79"/>
                  </a:lnTo>
                  <a:lnTo>
                    <a:pt x="452" y="83"/>
                  </a:lnTo>
                  <a:lnTo>
                    <a:pt x="453" y="84"/>
                  </a:lnTo>
                  <a:lnTo>
                    <a:pt x="456" y="83"/>
                  </a:lnTo>
                  <a:lnTo>
                    <a:pt x="459" y="81"/>
                  </a:lnTo>
                  <a:lnTo>
                    <a:pt x="463" y="81"/>
                  </a:lnTo>
                  <a:lnTo>
                    <a:pt x="462" y="83"/>
                  </a:lnTo>
                  <a:lnTo>
                    <a:pt x="467" y="87"/>
                  </a:lnTo>
                  <a:lnTo>
                    <a:pt x="470" y="87"/>
                  </a:lnTo>
                  <a:lnTo>
                    <a:pt x="473" y="93"/>
                  </a:lnTo>
                  <a:lnTo>
                    <a:pt x="476" y="95"/>
                  </a:lnTo>
                  <a:lnTo>
                    <a:pt x="475" y="92"/>
                  </a:lnTo>
                  <a:lnTo>
                    <a:pt x="478" y="91"/>
                  </a:lnTo>
                  <a:lnTo>
                    <a:pt x="479" y="88"/>
                  </a:lnTo>
                  <a:lnTo>
                    <a:pt x="478" y="86"/>
                  </a:lnTo>
                  <a:lnTo>
                    <a:pt x="480" y="84"/>
                  </a:lnTo>
                  <a:lnTo>
                    <a:pt x="479" y="82"/>
                  </a:lnTo>
                  <a:lnTo>
                    <a:pt x="481" y="80"/>
                  </a:lnTo>
                  <a:lnTo>
                    <a:pt x="484" y="76"/>
                  </a:lnTo>
                  <a:lnTo>
                    <a:pt x="483" y="74"/>
                  </a:lnTo>
                  <a:lnTo>
                    <a:pt x="492" y="71"/>
                  </a:lnTo>
                  <a:lnTo>
                    <a:pt x="500" y="63"/>
                  </a:lnTo>
                  <a:lnTo>
                    <a:pt x="506" y="58"/>
                  </a:lnTo>
                  <a:lnTo>
                    <a:pt x="560" y="0"/>
                  </a:lnTo>
                  <a:lnTo>
                    <a:pt x="560" y="0"/>
                  </a:lnTo>
                  <a:lnTo>
                    <a:pt x="566" y="8"/>
                  </a:lnTo>
                  <a:close/>
                  <a:moveTo>
                    <a:pt x="557" y="239"/>
                  </a:moveTo>
                  <a:lnTo>
                    <a:pt x="554" y="224"/>
                  </a:lnTo>
                  <a:lnTo>
                    <a:pt x="556" y="218"/>
                  </a:lnTo>
                  <a:lnTo>
                    <a:pt x="554" y="217"/>
                  </a:lnTo>
                  <a:lnTo>
                    <a:pt x="556" y="214"/>
                  </a:lnTo>
                  <a:lnTo>
                    <a:pt x="560" y="210"/>
                  </a:lnTo>
                  <a:lnTo>
                    <a:pt x="558" y="210"/>
                  </a:lnTo>
                  <a:lnTo>
                    <a:pt x="558" y="203"/>
                  </a:lnTo>
                  <a:lnTo>
                    <a:pt x="560" y="193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76" y="184"/>
                  </a:lnTo>
                  <a:lnTo>
                    <a:pt x="584" y="182"/>
                  </a:lnTo>
                  <a:lnTo>
                    <a:pt x="590" y="181"/>
                  </a:lnTo>
                  <a:lnTo>
                    <a:pt x="591" y="182"/>
                  </a:lnTo>
                  <a:lnTo>
                    <a:pt x="589" y="189"/>
                  </a:lnTo>
                  <a:lnTo>
                    <a:pt x="591" y="190"/>
                  </a:lnTo>
                  <a:lnTo>
                    <a:pt x="596" y="188"/>
                  </a:lnTo>
                  <a:lnTo>
                    <a:pt x="609" y="179"/>
                  </a:lnTo>
                  <a:lnTo>
                    <a:pt x="615" y="176"/>
                  </a:lnTo>
                  <a:lnTo>
                    <a:pt x="614" y="174"/>
                  </a:lnTo>
                  <a:lnTo>
                    <a:pt x="620" y="170"/>
                  </a:lnTo>
                  <a:lnTo>
                    <a:pt x="620" y="169"/>
                  </a:lnTo>
                  <a:lnTo>
                    <a:pt x="619" y="168"/>
                  </a:lnTo>
                  <a:lnTo>
                    <a:pt x="624" y="168"/>
                  </a:lnTo>
                  <a:lnTo>
                    <a:pt x="626" y="166"/>
                  </a:lnTo>
                  <a:lnTo>
                    <a:pt x="631" y="167"/>
                  </a:lnTo>
                  <a:lnTo>
                    <a:pt x="635" y="165"/>
                  </a:lnTo>
                  <a:lnTo>
                    <a:pt x="639" y="164"/>
                  </a:lnTo>
                  <a:lnTo>
                    <a:pt x="635" y="161"/>
                  </a:lnTo>
                  <a:lnTo>
                    <a:pt x="631" y="160"/>
                  </a:lnTo>
                  <a:lnTo>
                    <a:pt x="632" y="159"/>
                  </a:lnTo>
                  <a:lnTo>
                    <a:pt x="630" y="158"/>
                  </a:lnTo>
                  <a:lnTo>
                    <a:pt x="625" y="155"/>
                  </a:lnTo>
                  <a:lnTo>
                    <a:pt x="626" y="154"/>
                  </a:lnTo>
                  <a:lnTo>
                    <a:pt x="625" y="152"/>
                  </a:lnTo>
                  <a:lnTo>
                    <a:pt x="625" y="150"/>
                  </a:lnTo>
                  <a:lnTo>
                    <a:pt x="639" y="144"/>
                  </a:lnTo>
                  <a:lnTo>
                    <a:pt x="641" y="142"/>
                  </a:lnTo>
                  <a:lnTo>
                    <a:pt x="645" y="141"/>
                  </a:lnTo>
                  <a:lnTo>
                    <a:pt x="649" y="137"/>
                  </a:lnTo>
                  <a:lnTo>
                    <a:pt x="649" y="137"/>
                  </a:lnTo>
                  <a:lnTo>
                    <a:pt x="657" y="135"/>
                  </a:lnTo>
                  <a:lnTo>
                    <a:pt x="659" y="133"/>
                  </a:lnTo>
                  <a:lnTo>
                    <a:pt x="658" y="129"/>
                  </a:lnTo>
                  <a:lnTo>
                    <a:pt x="652" y="126"/>
                  </a:lnTo>
                  <a:lnTo>
                    <a:pt x="651" y="125"/>
                  </a:lnTo>
                  <a:lnTo>
                    <a:pt x="647" y="125"/>
                  </a:lnTo>
                  <a:lnTo>
                    <a:pt x="644" y="123"/>
                  </a:lnTo>
                  <a:lnTo>
                    <a:pt x="633" y="115"/>
                  </a:lnTo>
                  <a:lnTo>
                    <a:pt x="631" y="113"/>
                  </a:lnTo>
                  <a:lnTo>
                    <a:pt x="628" y="113"/>
                  </a:lnTo>
                  <a:lnTo>
                    <a:pt x="626" y="114"/>
                  </a:lnTo>
                  <a:lnTo>
                    <a:pt x="625" y="111"/>
                  </a:lnTo>
                  <a:lnTo>
                    <a:pt x="623" y="110"/>
                  </a:lnTo>
                  <a:lnTo>
                    <a:pt x="622" y="109"/>
                  </a:lnTo>
                  <a:lnTo>
                    <a:pt x="610" y="107"/>
                  </a:lnTo>
                  <a:lnTo>
                    <a:pt x="606" y="107"/>
                  </a:lnTo>
                  <a:lnTo>
                    <a:pt x="602" y="105"/>
                  </a:lnTo>
                  <a:lnTo>
                    <a:pt x="600" y="106"/>
                  </a:lnTo>
                  <a:lnTo>
                    <a:pt x="598" y="105"/>
                  </a:lnTo>
                  <a:lnTo>
                    <a:pt x="593" y="106"/>
                  </a:lnTo>
                  <a:lnTo>
                    <a:pt x="593" y="106"/>
                  </a:lnTo>
                  <a:lnTo>
                    <a:pt x="594" y="105"/>
                  </a:lnTo>
                  <a:lnTo>
                    <a:pt x="593" y="102"/>
                  </a:lnTo>
                  <a:lnTo>
                    <a:pt x="592" y="102"/>
                  </a:lnTo>
                  <a:lnTo>
                    <a:pt x="590" y="100"/>
                  </a:lnTo>
                  <a:lnTo>
                    <a:pt x="583" y="101"/>
                  </a:lnTo>
                  <a:lnTo>
                    <a:pt x="578" y="107"/>
                  </a:lnTo>
                  <a:lnTo>
                    <a:pt x="578" y="108"/>
                  </a:lnTo>
                  <a:lnTo>
                    <a:pt x="577" y="109"/>
                  </a:lnTo>
                  <a:lnTo>
                    <a:pt x="578" y="114"/>
                  </a:lnTo>
                  <a:lnTo>
                    <a:pt x="582" y="117"/>
                  </a:lnTo>
                  <a:lnTo>
                    <a:pt x="581" y="118"/>
                  </a:lnTo>
                  <a:lnTo>
                    <a:pt x="579" y="117"/>
                  </a:lnTo>
                  <a:lnTo>
                    <a:pt x="576" y="120"/>
                  </a:lnTo>
                  <a:lnTo>
                    <a:pt x="572" y="120"/>
                  </a:lnTo>
                  <a:lnTo>
                    <a:pt x="568" y="123"/>
                  </a:lnTo>
                  <a:lnTo>
                    <a:pt x="565" y="122"/>
                  </a:lnTo>
                  <a:lnTo>
                    <a:pt x="564" y="123"/>
                  </a:lnTo>
                  <a:lnTo>
                    <a:pt x="560" y="128"/>
                  </a:lnTo>
                  <a:lnTo>
                    <a:pt x="551" y="133"/>
                  </a:lnTo>
                  <a:lnTo>
                    <a:pt x="544" y="133"/>
                  </a:lnTo>
                  <a:lnTo>
                    <a:pt x="543" y="135"/>
                  </a:lnTo>
                  <a:lnTo>
                    <a:pt x="535" y="136"/>
                  </a:lnTo>
                  <a:lnTo>
                    <a:pt x="532" y="136"/>
                  </a:lnTo>
                  <a:lnTo>
                    <a:pt x="528" y="140"/>
                  </a:lnTo>
                  <a:lnTo>
                    <a:pt x="519" y="143"/>
                  </a:lnTo>
                  <a:lnTo>
                    <a:pt x="519" y="144"/>
                  </a:lnTo>
                  <a:lnTo>
                    <a:pt x="518" y="145"/>
                  </a:lnTo>
                  <a:lnTo>
                    <a:pt x="513" y="141"/>
                  </a:lnTo>
                  <a:lnTo>
                    <a:pt x="511" y="142"/>
                  </a:lnTo>
                  <a:lnTo>
                    <a:pt x="508" y="141"/>
                  </a:lnTo>
                  <a:lnTo>
                    <a:pt x="505" y="141"/>
                  </a:lnTo>
                  <a:lnTo>
                    <a:pt x="505" y="143"/>
                  </a:lnTo>
                  <a:lnTo>
                    <a:pt x="503" y="147"/>
                  </a:lnTo>
                  <a:lnTo>
                    <a:pt x="505" y="150"/>
                  </a:lnTo>
                  <a:lnTo>
                    <a:pt x="505" y="157"/>
                  </a:lnTo>
                  <a:lnTo>
                    <a:pt x="501" y="160"/>
                  </a:lnTo>
                  <a:lnTo>
                    <a:pt x="503" y="166"/>
                  </a:lnTo>
                  <a:lnTo>
                    <a:pt x="501" y="167"/>
                  </a:lnTo>
                  <a:lnTo>
                    <a:pt x="500" y="166"/>
                  </a:lnTo>
                  <a:lnTo>
                    <a:pt x="499" y="168"/>
                  </a:lnTo>
                  <a:lnTo>
                    <a:pt x="499" y="169"/>
                  </a:lnTo>
                  <a:lnTo>
                    <a:pt x="500" y="169"/>
                  </a:lnTo>
                  <a:lnTo>
                    <a:pt x="499" y="172"/>
                  </a:lnTo>
                  <a:lnTo>
                    <a:pt x="494" y="174"/>
                  </a:lnTo>
                  <a:lnTo>
                    <a:pt x="488" y="175"/>
                  </a:lnTo>
                  <a:lnTo>
                    <a:pt x="485" y="178"/>
                  </a:lnTo>
                  <a:lnTo>
                    <a:pt x="481" y="178"/>
                  </a:lnTo>
                  <a:lnTo>
                    <a:pt x="477" y="180"/>
                  </a:lnTo>
                  <a:lnTo>
                    <a:pt x="471" y="180"/>
                  </a:lnTo>
                  <a:lnTo>
                    <a:pt x="466" y="174"/>
                  </a:lnTo>
                  <a:lnTo>
                    <a:pt x="461" y="173"/>
                  </a:lnTo>
                  <a:lnTo>
                    <a:pt x="454" y="172"/>
                  </a:lnTo>
                  <a:lnTo>
                    <a:pt x="432" y="181"/>
                  </a:lnTo>
                  <a:lnTo>
                    <a:pt x="424" y="182"/>
                  </a:lnTo>
                  <a:lnTo>
                    <a:pt x="421" y="180"/>
                  </a:lnTo>
                  <a:lnTo>
                    <a:pt x="418" y="180"/>
                  </a:lnTo>
                  <a:lnTo>
                    <a:pt x="415" y="183"/>
                  </a:lnTo>
                  <a:lnTo>
                    <a:pt x="399" y="188"/>
                  </a:lnTo>
                  <a:lnTo>
                    <a:pt x="376" y="180"/>
                  </a:lnTo>
                  <a:lnTo>
                    <a:pt x="372" y="182"/>
                  </a:lnTo>
                  <a:lnTo>
                    <a:pt x="370" y="180"/>
                  </a:lnTo>
                  <a:lnTo>
                    <a:pt x="365" y="183"/>
                  </a:lnTo>
                  <a:lnTo>
                    <a:pt x="363" y="181"/>
                  </a:lnTo>
                  <a:lnTo>
                    <a:pt x="359" y="181"/>
                  </a:lnTo>
                  <a:lnTo>
                    <a:pt x="346" y="186"/>
                  </a:lnTo>
                  <a:lnTo>
                    <a:pt x="344" y="184"/>
                  </a:lnTo>
                  <a:lnTo>
                    <a:pt x="342" y="185"/>
                  </a:lnTo>
                  <a:lnTo>
                    <a:pt x="344" y="188"/>
                  </a:lnTo>
                  <a:lnTo>
                    <a:pt x="339" y="193"/>
                  </a:lnTo>
                  <a:lnTo>
                    <a:pt x="334" y="200"/>
                  </a:lnTo>
                  <a:lnTo>
                    <a:pt x="334" y="201"/>
                  </a:lnTo>
                  <a:lnTo>
                    <a:pt x="336" y="204"/>
                  </a:lnTo>
                  <a:lnTo>
                    <a:pt x="336" y="207"/>
                  </a:lnTo>
                  <a:lnTo>
                    <a:pt x="334" y="209"/>
                  </a:lnTo>
                  <a:lnTo>
                    <a:pt x="335" y="213"/>
                  </a:lnTo>
                  <a:lnTo>
                    <a:pt x="334" y="214"/>
                  </a:lnTo>
                  <a:lnTo>
                    <a:pt x="332" y="217"/>
                  </a:lnTo>
                  <a:lnTo>
                    <a:pt x="331" y="218"/>
                  </a:lnTo>
                  <a:lnTo>
                    <a:pt x="328" y="223"/>
                  </a:lnTo>
                  <a:lnTo>
                    <a:pt x="325" y="226"/>
                  </a:lnTo>
                  <a:lnTo>
                    <a:pt x="318" y="227"/>
                  </a:lnTo>
                  <a:lnTo>
                    <a:pt x="312" y="226"/>
                  </a:lnTo>
                  <a:lnTo>
                    <a:pt x="314" y="231"/>
                  </a:lnTo>
                  <a:lnTo>
                    <a:pt x="315" y="237"/>
                  </a:lnTo>
                  <a:lnTo>
                    <a:pt x="322" y="234"/>
                  </a:lnTo>
                  <a:lnTo>
                    <a:pt x="323" y="232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3" y="235"/>
                  </a:lnTo>
                  <a:lnTo>
                    <a:pt x="318" y="243"/>
                  </a:lnTo>
                  <a:lnTo>
                    <a:pt x="323" y="250"/>
                  </a:lnTo>
                  <a:lnTo>
                    <a:pt x="323" y="253"/>
                  </a:lnTo>
                  <a:lnTo>
                    <a:pt x="336" y="248"/>
                  </a:lnTo>
                  <a:lnTo>
                    <a:pt x="339" y="250"/>
                  </a:lnTo>
                  <a:lnTo>
                    <a:pt x="345" y="261"/>
                  </a:lnTo>
                  <a:lnTo>
                    <a:pt x="343" y="264"/>
                  </a:lnTo>
                  <a:lnTo>
                    <a:pt x="336" y="268"/>
                  </a:lnTo>
                  <a:lnTo>
                    <a:pt x="335" y="268"/>
                  </a:lnTo>
                  <a:lnTo>
                    <a:pt x="326" y="274"/>
                  </a:lnTo>
                  <a:lnTo>
                    <a:pt x="328" y="275"/>
                  </a:lnTo>
                  <a:lnTo>
                    <a:pt x="330" y="283"/>
                  </a:lnTo>
                  <a:lnTo>
                    <a:pt x="333" y="289"/>
                  </a:lnTo>
                  <a:lnTo>
                    <a:pt x="331" y="295"/>
                  </a:lnTo>
                  <a:lnTo>
                    <a:pt x="332" y="300"/>
                  </a:lnTo>
                  <a:lnTo>
                    <a:pt x="334" y="300"/>
                  </a:lnTo>
                  <a:lnTo>
                    <a:pt x="337" y="305"/>
                  </a:lnTo>
                  <a:lnTo>
                    <a:pt x="337" y="308"/>
                  </a:lnTo>
                  <a:lnTo>
                    <a:pt x="336" y="308"/>
                  </a:lnTo>
                  <a:lnTo>
                    <a:pt x="336" y="312"/>
                  </a:lnTo>
                  <a:lnTo>
                    <a:pt x="334" y="314"/>
                  </a:lnTo>
                  <a:lnTo>
                    <a:pt x="332" y="317"/>
                  </a:lnTo>
                  <a:lnTo>
                    <a:pt x="325" y="322"/>
                  </a:lnTo>
                  <a:lnTo>
                    <a:pt x="323" y="326"/>
                  </a:lnTo>
                  <a:lnTo>
                    <a:pt x="340" y="337"/>
                  </a:lnTo>
                  <a:lnTo>
                    <a:pt x="348" y="340"/>
                  </a:lnTo>
                  <a:lnTo>
                    <a:pt x="358" y="339"/>
                  </a:lnTo>
                  <a:lnTo>
                    <a:pt x="364" y="341"/>
                  </a:lnTo>
                  <a:lnTo>
                    <a:pt x="366" y="340"/>
                  </a:lnTo>
                  <a:lnTo>
                    <a:pt x="372" y="335"/>
                  </a:lnTo>
                  <a:lnTo>
                    <a:pt x="375" y="335"/>
                  </a:lnTo>
                  <a:lnTo>
                    <a:pt x="377" y="334"/>
                  </a:lnTo>
                  <a:lnTo>
                    <a:pt x="378" y="338"/>
                  </a:lnTo>
                  <a:lnTo>
                    <a:pt x="380" y="339"/>
                  </a:lnTo>
                  <a:lnTo>
                    <a:pt x="385" y="339"/>
                  </a:lnTo>
                  <a:lnTo>
                    <a:pt x="387" y="342"/>
                  </a:lnTo>
                  <a:lnTo>
                    <a:pt x="392" y="343"/>
                  </a:lnTo>
                  <a:lnTo>
                    <a:pt x="396" y="349"/>
                  </a:lnTo>
                  <a:lnTo>
                    <a:pt x="401" y="346"/>
                  </a:lnTo>
                  <a:lnTo>
                    <a:pt x="404" y="346"/>
                  </a:lnTo>
                  <a:lnTo>
                    <a:pt x="406" y="352"/>
                  </a:lnTo>
                  <a:lnTo>
                    <a:pt x="410" y="354"/>
                  </a:lnTo>
                  <a:lnTo>
                    <a:pt x="415" y="361"/>
                  </a:lnTo>
                  <a:lnTo>
                    <a:pt x="419" y="359"/>
                  </a:lnTo>
                  <a:lnTo>
                    <a:pt x="426" y="357"/>
                  </a:lnTo>
                  <a:lnTo>
                    <a:pt x="430" y="354"/>
                  </a:lnTo>
                  <a:lnTo>
                    <a:pt x="430" y="354"/>
                  </a:lnTo>
                  <a:lnTo>
                    <a:pt x="433" y="360"/>
                  </a:lnTo>
                  <a:lnTo>
                    <a:pt x="436" y="362"/>
                  </a:lnTo>
                  <a:lnTo>
                    <a:pt x="442" y="364"/>
                  </a:lnTo>
                  <a:lnTo>
                    <a:pt x="448" y="364"/>
                  </a:lnTo>
                  <a:lnTo>
                    <a:pt x="463" y="375"/>
                  </a:lnTo>
                  <a:lnTo>
                    <a:pt x="472" y="372"/>
                  </a:lnTo>
                  <a:lnTo>
                    <a:pt x="478" y="370"/>
                  </a:lnTo>
                  <a:lnTo>
                    <a:pt x="481" y="369"/>
                  </a:lnTo>
                  <a:lnTo>
                    <a:pt x="484" y="364"/>
                  </a:lnTo>
                  <a:lnTo>
                    <a:pt x="489" y="360"/>
                  </a:lnTo>
                  <a:lnTo>
                    <a:pt x="492" y="359"/>
                  </a:lnTo>
                  <a:lnTo>
                    <a:pt x="498" y="360"/>
                  </a:lnTo>
                  <a:lnTo>
                    <a:pt x="504" y="355"/>
                  </a:lnTo>
                  <a:lnTo>
                    <a:pt x="506" y="355"/>
                  </a:lnTo>
                  <a:lnTo>
                    <a:pt x="508" y="353"/>
                  </a:lnTo>
                  <a:lnTo>
                    <a:pt x="511" y="351"/>
                  </a:lnTo>
                  <a:lnTo>
                    <a:pt x="519" y="343"/>
                  </a:lnTo>
                  <a:lnTo>
                    <a:pt x="525" y="340"/>
                  </a:lnTo>
                  <a:lnTo>
                    <a:pt x="534" y="332"/>
                  </a:lnTo>
                  <a:lnTo>
                    <a:pt x="537" y="327"/>
                  </a:lnTo>
                  <a:lnTo>
                    <a:pt x="540" y="321"/>
                  </a:lnTo>
                  <a:lnTo>
                    <a:pt x="544" y="316"/>
                  </a:lnTo>
                  <a:lnTo>
                    <a:pt x="546" y="312"/>
                  </a:lnTo>
                  <a:lnTo>
                    <a:pt x="545" y="308"/>
                  </a:lnTo>
                  <a:lnTo>
                    <a:pt x="547" y="304"/>
                  </a:lnTo>
                  <a:lnTo>
                    <a:pt x="547" y="296"/>
                  </a:lnTo>
                  <a:lnTo>
                    <a:pt x="553" y="291"/>
                  </a:lnTo>
                  <a:lnTo>
                    <a:pt x="550" y="286"/>
                  </a:lnTo>
                  <a:lnTo>
                    <a:pt x="550" y="282"/>
                  </a:lnTo>
                  <a:lnTo>
                    <a:pt x="553" y="279"/>
                  </a:lnTo>
                  <a:lnTo>
                    <a:pt x="553" y="278"/>
                  </a:lnTo>
                  <a:lnTo>
                    <a:pt x="554" y="276"/>
                  </a:lnTo>
                  <a:lnTo>
                    <a:pt x="556" y="266"/>
                  </a:lnTo>
                  <a:lnTo>
                    <a:pt x="557" y="264"/>
                  </a:lnTo>
                  <a:lnTo>
                    <a:pt x="556" y="264"/>
                  </a:lnTo>
                  <a:lnTo>
                    <a:pt x="557" y="263"/>
                  </a:lnTo>
                  <a:lnTo>
                    <a:pt x="558" y="242"/>
                  </a:lnTo>
                  <a:lnTo>
                    <a:pt x="558" y="239"/>
                  </a:lnTo>
                  <a:lnTo>
                    <a:pt x="557" y="239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8" name="Freeform 21">
              <a:extLst>
                <a:ext uri="{FF2B5EF4-FFF2-40B4-BE49-F238E27FC236}">
                  <a16:creationId xmlns:a16="http://schemas.microsoft.com/office/drawing/2014/main" id="{C47CA919-6346-426F-BEE1-FEA34754BA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5495" y="2203189"/>
              <a:ext cx="388895" cy="311534"/>
            </a:xfrm>
            <a:custGeom>
              <a:avLst/>
              <a:gdLst>
                <a:gd name="T0" fmla="*/ 137 w 372"/>
                <a:gd name="T1" fmla="*/ 255 h 298"/>
                <a:gd name="T2" fmla="*/ 120 w 372"/>
                <a:gd name="T3" fmla="*/ 298 h 298"/>
                <a:gd name="T4" fmla="*/ 112 w 372"/>
                <a:gd name="T5" fmla="*/ 273 h 298"/>
                <a:gd name="T6" fmla="*/ 104 w 372"/>
                <a:gd name="T7" fmla="*/ 258 h 298"/>
                <a:gd name="T8" fmla="*/ 125 w 372"/>
                <a:gd name="T9" fmla="*/ 245 h 298"/>
                <a:gd name="T10" fmla="*/ 142 w 372"/>
                <a:gd name="T11" fmla="*/ 243 h 298"/>
                <a:gd name="T12" fmla="*/ 147 w 372"/>
                <a:gd name="T13" fmla="*/ 9 h 298"/>
                <a:gd name="T14" fmla="*/ 170 w 372"/>
                <a:gd name="T15" fmla="*/ 15 h 298"/>
                <a:gd name="T16" fmla="*/ 176 w 372"/>
                <a:gd name="T17" fmla="*/ 56 h 298"/>
                <a:gd name="T18" fmla="*/ 195 w 372"/>
                <a:gd name="T19" fmla="*/ 40 h 298"/>
                <a:gd name="T20" fmla="*/ 194 w 372"/>
                <a:gd name="T21" fmla="*/ 15 h 298"/>
                <a:gd name="T22" fmla="*/ 205 w 372"/>
                <a:gd name="T23" fmla="*/ 20 h 298"/>
                <a:gd name="T24" fmla="*/ 221 w 372"/>
                <a:gd name="T25" fmla="*/ 27 h 298"/>
                <a:gd name="T26" fmla="*/ 224 w 372"/>
                <a:gd name="T27" fmla="*/ 56 h 298"/>
                <a:gd name="T28" fmla="*/ 244 w 372"/>
                <a:gd name="T29" fmla="*/ 49 h 298"/>
                <a:gd name="T30" fmla="*/ 265 w 372"/>
                <a:gd name="T31" fmla="*/ 68 h 298"/>
                <a:gd name="T32" fmla="*/ 246 w 372"/>
                <a:gd name="T33" fmla="*/ 80 h 298"/>
                <a:gd name="T34" fmla="*/ 257 w 372"/>
                <a:gd name="T35" fmla="*/ 113 h 298"/>
                <a:gd name="T36" fmla="*/ 246 w 372"/>
                <a:gd name="T37" fmla="*/ 136 h 298"/>
                <a:gd name="T38" fmla="*/ 225 w 372"/>
                <a:gd name="T39" fmla="*/ 112 h 298"/>
                <a:gd name="T40" fmla="*/ 204 w 372"/>
                <a:gd name="T41" fmla="*/ 113 h 298"/>
                <a:gd name="T42" fmla="*/ 200 w 372"/>
                <a:gd name="T43" fmla="*/ 134 h 298"/>
                <a:gd name="T44" fmla="*/ 205 w 372"/>
                <a:gd name="T45" fmla="*/ 143 h 298"/>
                <a:gd name="T46" fmla="*/ 172 w 372"/>
                <a:gd name="T47" fmla="*/ 154 h 298"/>
                <a:gd name="T48" fmla="*/ 163 w 372"/>
                <a:gd name="T49" fmla="*/ 167 h 298"/>
                <a:gd name="T50" fmla="*/ 153 w 372"/>
                <a:gd name="T51" fmla="*/ 159 h 298"/>
                <a:gd name="T52" fmla="*/ 128 w 372"/>
                <a:gd name="T53" fmla="*/ 168 h 298"/>
                <a:gd name="T54" fmla="*/ 109 w 372"/>
                <a:gd name="T55" fmla="*/ 165 h 298"/>
                <a:gd name="T56" fmla="*/ 101 w 372"/>
                <a:gd name="T57" fmla="*/ 170 h 298"/>
                <a:gd name="T58" fmla="*/ 98 w 372"/>
                <a:gd name="T59" fmla="*/ 191 h 298"/>
                <a:gd name="T60" fmla="*/ 68 w 372"/>
                <a:gd name="T61" fmla="*/ 194 h 298"/>
                <a:gd name="T62" fmla="*/ 53 w 372"/>
                <a:gd name="T63" fmla="*/ 187 h 298"/>
                <a:gd name="T64" fmla="*/ 52 w 372"/>
                <a:gd name="T65" fmla="*/ 196 h 298"/>
                <a:gd name="T66" fmla="*/ 47 w 372"/>
                <a:gd name="T67" fmla="*/ 185 h 298"/>
                <a:gd name="T68" fmla="*/ 25 w 372"/>
                <a:gd name="T69" fmla="*/ 177 h 298"/>
                <a:gd name="T70" fmla="*/ 13 w 372"/>
                <a:gd name="T71" fmla="*/ 146 h 298"/>
                <a:gd name="T72" fmla="*/ 24 w 372"/>
                <a:gd name="T73" fmla="*/ 106 h 298"/>
                <a:gd name="T74" fmla="*/ 38 w 372"/>
                <a:gd name="T75" fmla="*/ 91 h 298"/>
                <a:gd name="T76" fmla="*/ 47 w 372"/>
                <a:gd name="T77" fmla="*/ 64 h 298"/>
                <a:gd name="T78" fmla="*/ 78 w 372"/>
                <a:gd name="T79" fmla="*/ 42 h 298"/>
                <a:gd name="T80" fmla="*/ 104 w 372"/>
                <a:gd name="T81" fmla="*/ 33 h 298"/>
                <a:gd name="T82" fmla="*/ 134 w 372"/>
                <a:gd name="T83" fmla="*/ 32 h 298"/>
                <a:gd name="T84" fmla="*/ 128 w 372"/>
                <a:gd name="T85" fmla="*/ 0 h 298"/>
                <a:gd name="T86" fmla="*/ 317 w 372"/>
                <a:gd name="T87" fmla="*/ 94 h 298"/>
                <a:gd name="T88" fmla="*/ 332 w 372"/>
                <a:gd name="T89" fmla="*/ 113 h 298"/>
                <a:gd name="T90" fmla="*/ 355 w 372"/>
                <a:gd name="T91" fmla="*/ 121 h 298"/>
                <a:gd name="T92" fmla="*/ 369 w 372"/>
                <a:gd name="T93" fmla="*/ 128 h 298"/>
                <a:gd name="T94" fmla="*/ 360 w 372"/>
                <a:gd name="T95" fmla="*/ 130 h 298"/>
                <a:gd name="T96" fmla="*/ 358 w 372"/>
                <a:gd name="T97" fmla="*/ 135 h 298"/>
                <a:gd name="T98" fmla="*/ 352 w 372"/>
                <a:gd name="T99" fmla="*/ 148 h 298"/>
                <a:gd name="T100" fmla="*/ 370 w 372"/>
                <a:gd name="T101" fmla="*/ 180 h 298"/>
                <a:gd name="T102" fmla="*/ 356 w 372"/>
                <a:gd name="T103" fmla="*/ 173 h 298"/>
                <a:gd name="T104" fmla="*/ 316 w 372"/>
                <a:gd name="T105" fmla="*/ 152 h 298"/>
                <a:gd name="T106" fmla="*/ 319 w 372"/>
                <a:gd name="T107" fmla="*/ 133 h 298"/>
                <a:gd name="T108" fmla="*/ 288 w 372"/>
                <a:gd name="T109" fmla="*/ 116 h 298"/>
                <a:gd name="T110" fmla="*/ 299 w 372"/>
                <a:gd name="T111" fmla="*/ 96 h 298"/>
                <a:gd name="T112" fmla="*/ 319 w 372"/>
                <a:gd name="T113" fmla="*/ 83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72" h="298">
                  <a:moveTo>
                    <a:pt x="148" y="236"/>
                  </a:moveTo>
                  <a:lnTo>
                    <a:pt x="150" y="237"/>
                  </a:lnTo>
                  <a:lnTo>
                    <a:pt x="150" y="237"/>
                  </a:lnTo>
                  <a:lnTo>
                    <a:pt x="150" y="247"/>
                  </a:lnTo>
                  <a:lnTo>
                    <a:pt x="147" y="249"/>
                  </a:lnTo>
                  <a:lnTo>
                    <a:pt x="141" y="251"/>
                  </a:lnTo>
                  <a:lnTo>
                    <a:pt x="137" y="255"/>
                  </a:lnTo>
                  <a:lnTo>
                    <a:pt x="137" y="259"/>
                  </a:lnTo>
                  <a:lnTo>
                    <a:pt x="139" y="269"/>
                  </a:lnTo>
                  <a:lnTo>
                    <a:pt x="134" y="272"/>
                  </a:lnTo>
                  <a:lnTo>
                    <a:pt x="132" y="273"/>
                  </a:lnTo>
                  <a:lnTo>
                    <a:pt x="129" y="285"/>
                  </a:lnTo>
                  <a:lnTo>
                    <a:pt x="122" y="297"/>
                  </a:lnTo>
                  <a:lnTo>
                    <a:pt x="120" y="298"/>
                  </a:lnTo>
                  <a:lnTo>
                    <a:pt x="119" y="298"/>
                  </a:lnTo>
                  <a:lnTo>
                    <a:pt x="116" y="293"/>
                  </a:lnTo>
                  <a:lnTo>
                    <a:pt x="115" y="285"/>
                  </a:lnTo>
                  <a:lnTo>
                    <a:pt x="112" y="282"/>
                  </a:lnTo>
                  <a:lnTo>
                    <a:pt x="109" y="277"/>
                  </a:lnTo>
                  <a:lnTo>
                    <a:pt x="113" y="276"/>
                  </a:lnTo>
                  <a:lnTo>
                    <a:pt x="112" y="273"/>
                  </a:lnTo>
                  <a:lnTo>
                    <a:pt x="112" y="272"/>
                  </a:lnTo>
                  <a:lnTo>
                    <a:pt x="106" y="273"/>
                  </a:lnTo>
                  <a:lnTo>
                    <a:pt x="104" y="272"/>
                  </a:lnTo>
                  <a:lnTo>
                    <a:pt x="105" y="269"/>
                  </a:lnTo>
                  <a:lnTo>
                    <a:pt x="104" y="263"/>
                  </a:lnTo>
                  <a:lnTo>
                    <a:pt x="105" y="261"/>
                  </a:lnTo>
                  <a:lnTo>
                    <a:pt x="104" y="258"/>
                  </a:lnTo>
                  <a:lnTo>
                    <a:pt x="113" y="251"/>
                  </a:lnTo>
                  <a:lnTo>
                    <a:pt x="117" y="251"/>
                  </a:lnTo>
                  <a:lnTo>
                    <a:pt x="119" y="250"/>
                  </a:lnTo>
                  <a:lnTo>
                    <a:pt x="120" y="246"/>
                  </a:lnTo>
                  <a:lnTo>
                    <a:pt x="123" y="244"/>
                  </a:lnTo>
                  <a:lnTo>
                    <a:pt x="123" y="244"/>
                  </a:lnTo>
                  <a:lnTo>
                    <a:pt x="125" y="245"/>
                  </a:lnTo>
                  <a:lnTo>
                    <a:pt x="127" y="247"/>
                  </a:lnTo>
                  <a:lnTo>
                    <a:pt x="131" y="246"/>
                  </a:lnTo>
                  <a:lnTo>
                    <a:pt x="134" y="250"/>
                  </a:lnTo>
                  <a:lnTo>
                    <a:pt x="134" y="250"/>
                  </a:lnTo>
                  <a:lnTo>
                    <a:pt x="137" y="248"/>
                  </a:lnTo>
                  <a:lnTo>
                    <a:pt x="139" y="248"/>
                  </a:lnTo>
                  <a:lnTo>
                    <a:pt x="142" y="243"/>
                  </a:lnTo>
                  <a:lnTo>
                    <a:pt x="143" y="242"/>
                  </a:lnTo>
                  <a:lnTo>
                    <a:pt x="146" y="242"/>
                  </a:lnTo>
                  <a:lnTo>
                    <a:pt x="148" y="236"/>
                  </a:lnTo>
                  <a:close/>
                  <a:moveTo>
                    <a:pt x="135" y="10"/>
                  </a:moveTo>
                  <a:lnTo>
                    <a:pt x="137" y="10"/>
                  </a:lnTo>
                  <a:lnTo>
                    <a:pt x="145" y="6"/>
                  </a:lnTo>
                  <a:lnTo>
                    <a:pt x="147" y="9"/>
                  </a:lnTo>
                  <a:lnTo>
                    <a:pt x="149" y="10"/>
                  </a:lnTo>
                  <a:lnTo>
                    <a:pt x="153" y="6"/>
                  </a:lnTo>
                  <a:lnTo>
                    <a:pt x="159" y="7"/>
                  </a:lnTo>
                  <a:lnTo>
                    <a:pt x="164" y="7"/>
                  </a:lnTo>
                  <a:lnTo>
                    <a:pt x="168" y="10"/>
                  </a:lnTo>
                  <a:lnTo>
                    <a:pt x="168" y="15"/>
                  </a:lnTo>
                  <a:lnTo>
                    <a:pt x="170" y="15"/>
                  </a:lnTo>
                  <a:lnTo>
                    <a:pt x="171" y="16"/>
                  </a:lnTo>
                  <a:lnTo>
                    <a:pt x="167" y="26"/>
                  </a:lnTo>
                  <a:lnTo>
                    <a:pt x="169" y="33"/>
                  </a:lnTo>
                  <a:lnTo>
                    <a:pt x="172" y="37"/>
                  </a:lnTo>
                  <a:lnTo>
                    <a:pt x="169" y="48"/>
                  </a:lnTo>
                  <a:lnTo>
                    <a:pt x="173" y="51"/>
                  </a:lnTo>
                  <a:lnTo>
                    <a:pt x="176" y="56"/>
                  </a:lnTo>
                  <a:lnTo>
                    <a:pt x="177" y="57"/>
                  </a:lnTo>
                  <a:lnTo>
                    <a:pt x="179" y="58"/>
                  </a:lnTo>
                  <a:lnTo>
                    <a:pt x="186" y="51"/>
                  </a:lnTo>
                  <a:lnTo>
                    <a:pt x="189" y="50"/>
                  </a:lnTo>
                  <a:lnTo>
                    <a:pt x="191" y="47"/>
                  </a:lnTo>
                  <a:lnTo>
                    <a:pt x="190" y="45"/>
                  </a:lnTo>
                  <a:lnTo>
                    <a:pt x="195" y="40"/>
                  </a:lnTo>
                  <a:lnTo>
                    <a:pt x="195" y="39"/>
                  </a:lnTo>
                  <a:lnTo>
                    <a:pt x="191" y="38"/>
                  </a:lnTo>
                  <a:lnTo>
                    <a:pt x="193" y="29"/>
                  </a:lnTo>
                  <a:lnTo>
                    <a:pt x="190" y="25"/>
                  </a:lnTo>
                  <a:lnTo>
                    <a:pt x="189" y="23"/>
                  </a:lnTo>
                  <a:lnTo>
                    <a:pt x="191" y="16"/>
                  </a:lnTo>
                  <a:lnTo>
                    <a:pt x="194" y="15"/>
                  </a:lnTo>
                  <a:lnTo>
                    <a:pt x="195" y="10"/>
                  </a:lnTo>
                  <a:lnTo>
                    <a:pt x="197" y="10"/>
                  </a:lnTo>
                  <a:lnTo>
                    <a:pt x="199" y="10"/>
                  </a:lnTo>
                  <a:lnTo>
                    <a:pt x="202" y="13"/>
                  </a:lnTo>
                  <a:lnTo>
                    <a:pt x="202" y="16"/>
                  </a:lnTo>
                  <a:lnTo>
                    <a:pt x="200" y="18"/>
                  </a:lnTo>
                  <a:lnTo>
                    <a:pt x="205" y="20"/>
                  </a:lnTo>
                  <a:lnTo>
                    <a:pt x="206" y="23"/>
                  </a:lnTo>
                  <a:lnTo>
                    <a:pt x="210" y="23"/>
                  </a:lnTo>
                  <a:lnTo>
                    <a:pt x="213" y="26"/>
                  </a:lnTo>
                  <a:lnTo>
                    <a:pt x="215" y="26"/>
                  </a:lnTo>
                  <a:lnTo>
                    <a:pt x="218" y="24"/>
                  </a:lnTo>
                  <a:lnTo>
                    <a:pt x="218" y="26"/>
                  </a:lnTo>
                  <a:lnTo>
                    <a:pt x="221" y="27"/>
                  </a:lnTo>
                  <a:lnTo>
                    <a:pt x="221" y="32"/>
                  </a:lnTo>
                  <a:lnTo>
                    <a:pt x="221" y="35"/>
                  </a:lnTo>
                  <a:lnTo>
                    <a:pt x="219" y="36"/>
                  </a:lnTo>
                  <a:lnTo>
                    <a:pt x="224" y="40"/>
                  </a:lnTo>
                  <a:lnTo>
                    <a:pt x="221" y="43"/>
                  </a:lnTo>
                  <a:lnTo>
                    <a:pt x="225" y="53"/>
                  </a:lnTo>
                  <a:lnTo>
                    <a:pt x="224" y="56"/>
                  </a:lnTo>
                  <a:lnTo>
                    <a:pt x="229" y="61"/>
                  </a:lnTo>
                  <a:lnTo>
                    <a:pt x="231" y="59"/>
                  </a:lnTo>
                  <a:lnTo>
                    <a:pt x="232" y="56"/>
                  </a:lnTo>
                  <a:lnTo>
                    <a:pt x="235" y="55"/>
                  </a:lnTo>
                  <a:lnTo>
                    <a:pt x="238" y="52"/>
                  </a:lnTo>
                  <a:lnTo>
                    <a:pt x="240" y="52"/>
                  </a:lnTo>
                  <a:lnTo>
                    <a:pt x="244" y="49"/>
                  </a:lnTo>
                  <a:lnTo>
                    <a:pt x="249" y="51"/>
                  </a:lnTo>
                  <a:lnTo>
                    <a:pt x="251" y="51"/>
                  </a:lnTo>
                  <a:lnTo>
                    <a:pt x="252" y="53"/>
                  </a:lnTo>
                  <a:lnTo>
                    <a:pt x="255" y="54"/>
                  </a:lnTo>
                  <a:lnTo>
                    <a:pt x="257" y="59"/>
                  </a:lnTo>
                  <a:lnTo>
                    <a:pt x="265" y="65"/>
                  </a:lnTo>
                  <a:lnTo>
                    <a:pt x="265" y="68"/>
                  </a:lnTo>
                  <a:lnTo>
                    <a:pt x="265" y="70"/>
                  </a:lnTo>
                  <a:lnTo>
                    <a:pt x="264" y="72"/>
                  </a:lnTo>
                  <a:lnTo>
                    <a:pt x="254" y="72"/>
                  </a:lnTo>
                  <a:lnTo>
                    <a:pt x="253" y="74"/>
                  </a:lnTo>
                  <a:lnTo>
                    <a:pt x="251" y="74"/>
                  </a:lnTo>
                  <a:lnTo>
                    <a:pt x="249" y="78"/>
                  </a:lnTo>
                  <a:lnTo>
                    <a:pt x="246" y="80"/>
                  </a:lnTo>
                  <a:lnTo>
                    <a:pt x="243" y="93"/>
                  </a:lnTo>
                  <a:lnTo>
                    <a:pt x="248" y="101"/>
                  </a:lnTo>
                  <a:lnTo>
                    <a:pt x="252" y="101"/>
                  </a:lnTo>
                  <a:lnTo>
                    <a:pt x="252" y="102"/>
                  </a:lnTo>
                  <a:lnTo>
                    <a:pt x="258" y="104"/>
                  </a:lnTo>
                  <a:lnTo>
                    <a:pt x="262" y="108"/>
                  </a:lnTo>
                  <a:lnTo>
                    <a:pt x="257" y="113"/>
                  </a:lnTo>
                  <a:lnTo>
                    <a:pt x="257" y="116"/>
                  </a:lnTo>
                  <a:lnTo>
                    <a:pt x="254" y="127"/>
                  </a:lnTo>
                  <a:lnTo>
                    <a:pt x="254" y="130"/>
                  </a:lnTo>
                  <a:lnTo>
                    <a:pt x="254" y="134"/>
                  </a:lnTo>
                  <a:lnTo>
                    <a:pt x="254" y="134"/>
                  </a:lnTo>
                  <a:lnTo>
                    <a:pt x="246" y="136"/>
                  </a:lnTo>
                  <a:lnTo>
                    <a:pt x="246" y="136"/>
                  </a:lnTo>
                  <a:lnTo>
                    <a:pt x="246" y="132"/>
                  </a:lnTo>
                  <a:lnTo>
                    <a:pt x="244" y="130"/>
                  </a:lnTo>
                  <a:lnTo>
                    <a:pt x="241" y="130"/>
                  </a:lnTo>
                  <a:lnTo>
                    <a:pt x="242" y="124"/>
                  </a:lnTo>
                  <a:lnTo>
                    <a:pt x="235" y="111"/>
                  </a:lnTo>
                  <a:lnTo>
                    <a:pt x="234" y="110"/>
                  </a:lnTo>
                  <a:lnTo>
                    <a:pt x="225" y="112"/>
                  </a:lnTo>
                  <a:lnTo>
                    <a:pt x="226" y="115"/>
                  </a:lnTo>
                  <a:lnTo>
                    <a:pt x="225" y="116"/>
                  </a:lnTo>
                  <a:lnTo>
                    <a:pt x="221" y="116"/>
                  </a:lnTo>
                  <a:lnTo>
                    <a:pt x="220" y="116"/>
                  </a:lnTo>
                  <a:lnTo>
                    <a:pt x="215" y="111"/>
                  </a:lnTo>
                  <a:lnTo>
                    <a:pt x="205" y="110"/>
                  </a:lnTo>
                  <a:lnTo>
                    <a:pt x="204" y="113"/>
                  </a:lnTo>
                  <a:lnTo>
                    <a:pt x="205" y="118"/>
                  </a:lnTo>
                  <a:lnTo>
                    <a:pt x="205" y="119"/>
                  </a:lnTo>
                  <a:lnTo>
                    <a:pt x="210" y="120"/>
                  </a:lnTo>
                  <a:lnTo>
                    <a:pt x="213" y="122"/>
                  </a:lnTo>
                  <a:lnTo>
                    <a:pt x="213" y="124"/>
                  </a:lnTo>
                  <a:lnTo>
                    <a:pt x="213" y="130"/>
                  </a:lnTo>
                  <a:lnTo>
                    <a:pt x="200" y="134"/>
                  </a:lnTo>
                  <a:lnTo>
                    <a:pt x="199" y="138"/>
                  </a:lnTo>
                  <a:lnTo>
                    <a:pt x="201" y="140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205" y="143"/>
                  </a:lnTo>
                  <a:lnTo>
                    <a:pt x="190" y="132"/>
                  </a:lnTo>
                  <a:lnTo>
                    <a:pt x="175" y="135"/>
                  </a:lnTo>
                  <a:lnTo>
                    <a:pt x="174" y="138"/>
                  </a:lnTo>
                  <a:lnTo>
                    <a:pt x="176" y="147"/>
                  </a:lnTo>
                  <a:lnTo>
                    <a:pt x="176" y="152"/>
                  </a:lnTo>
                  <a:lnTo>
                    <a:pt x="172" y="154"/>
                  </a:lnTo>
                  <a:lnTo>
                    <a:pt x="169" y="154"/>
                  </a:lnTo>
                  <a:lnTo>
                    <a:pt x="167" y="151"/>
                  </a:lnTo>
                  <a:lnTo>
                    <a:pt x="166" y="151"/>
                  </a:lnTo>
                  <a:lnTo>
                    <a:pt x="164" y="152"/>
                  </a:lnTo>
                  <a:lnTo>
                    <a:pt x="163" y="155"/>
                  </a:lnTo>
                  <a:lnTo>
                    <a:pt x="162" y="164"/>
                  </a:lnTo>
                  <a:lnTo>
                    <a:pt x="163" y="167"/>
                  </a:lnTo>
                  <a:lnTo>
                    <a:pt x="166" y="172"/>
                  </a:lnTo>
                  <a:lnTo>
                    <a:pt x="166" y="172"/>
                  </a:lnTo>
                  <a:lnTo>
                    <a:pt x="163" y="173"/>
                  </a:lnTo>
                  <a:lnTo>
                    <a:pt x="160" y="170"/>
                  </a:lnTo>
                  <a:lnTo>
                    <a:pt x="158" y="160"/>
                  </a:lnTo>
                  <a:lnTo>
                    <a:pt x="158" y="159"/>
                  </a:lnTo>
                  <a:lnTo>
                    <a:pt x="153" y="159"/>
                  </a:lnTo>
                  <a:lnTo>
                    <a:pt x="148" y="165"/>
                  </a:lnTo>
                  <a:lnTo>
                    <a:pt x="146" y="165"/>
                  </a:lnTo>
                  <a:lnTo>
                    <a:pt x="145" y="165"/>
                  </a:lnTo>
                  <a:lnTo>
                    <a:pt x="139" y="170"/>
                  </a:lnTo>
                  <a:lnTo>
                    <a:pt x="137" y="171"/>
                  </a:lnTo>
                  <a:lnTo>
                    <a:pt x="131" y="168"/>
                  </a:lnTo>
                  <a:lnTo>
                    <a:pt x="128" y="168"/>
                  </a:lnTo>
                  <a:lnTo>
                    <a:pt x="126" y="166"/>
                  </a:lnTo>
                  <a:lnTo>
                    <a:pt x="125" y="162"/>
                  </a:lnTo>
                  <a:lnTo>
                    <a:pt x="123" y="162"/>
                  </a:lnTo>
                  <a:lnTo>
                    <a:pt x="121" y="162"/>
                  </a:lnTo>
                  <a:lnTo>
                    <a:pt x="115" y="163"/>
                  </a:lnTo>
                  <a:lnTo>
                    <a:pt x="113" y="165"/>
                  </a:lnTo>
                  <a:lnTo>
                    <a:pt x="109" y="165"/>
                  </a:lnTo>
                  <a:lnTo>
                    <a:pt x="109" y="168"/>
                  </a:lnTo>
                  <a:lnTo>
                    <a:pt x="107" y="168"/>
                  </a:lnTo>
                  <a:lnTo>
                    <a:pt x="106" y="171"/>
                  </a:lnTo>
                  <a:lnTo>
                    <a:pt x="107" y="177"/>
                  </a:lnTo>
                  <a:lnTo>
                    <a:pt x="101" y="174"/>
                  </a:lnTo>
                  <a:lnTo>
                    <a:pt x="101" y="171"/>
                  </a:lnTo>
                  <a:lnTo>
                    <a:pt x="101" y="170"/>
                  </a:lnTo>
                  <a:lnTo>
                    <a:pt x="96" y="173"/>
                  </a:lnTo>
                  <a:lnTo>
                    <a:pt x="96" y="176"/>
                  </a:lnTo>
                  <a:lnTo>
                    <a:pt x="98" y="177"/>
                  </a:lnTo>
                  <a:lnTo>
                    <a:pt x="98" y="180"/>
                  </a:lnTo>
                  <a:lnTo>
                    <a:pt x="101" y="184"/>
                  </a:lnTo>
                  <a:lnTo>
                    <a:pt x="101" y="188"/>
                  </a:lnTo>
                  <a:lnTo>
                    <a:pt x="98" y="191"/>
                  </a:lnTo>
                  <a:lnTo>
                    <a:pt x="96" y="192"/>
                  </a:lnTo>
                  <a:lnTo>
                    <a:pt x="93" y="192"/>
                  </a:lnTo>
                  <a:lnTo>
                    <a:pt x="85" y="188"/>
                  </a:lnTo>
                  <a:lnTo>
                    <a:pt x="82" y="190"/>
                  </a:lnTo>
                  <a:lnTo>
                    <a:pt x="70" y="189"/>
                  </a:lnTo>
                  <a:lnTo>
                    <a:pt x="70" y="195"/>
                  </a:lnTo>
                  <a:lnTo>
                    <a:pt x="68" y="194"/>
                  </a:lnTo>
                  <a:lnTo>
                    <a:pt x="67" y="195"/>
                  </a:lnTo>
                  <a:lnTo>
                    <a:pt x="66" y="192"/>
                  </a:lnTo>
                  <a:lnTo>
                    <a:pt x="61" y="192"/>
                  </a:lnTo>
                  <a:lnTo>
                    <a:pt x="60" y="187"/>
                  </a:lnTo>
                  <a:lnTo>
                    <a:pt x="58" y="186"/>
                  </a:lnTo>
                  <a:lnTo>
                    <a:pt x="55" y="185"/>
                  </a:lnTo>
                  <a:lnTo>
                    <a:pt x="53" y="187"/>
                  </a:lnTo>
                  <a:lnTo>
                    <a:pt x="53" y="188"/>
                  </a:lnTo>
                  <a:lnTo>
                    <a:pt x="57" y="190"/>
                  </a:lnTo>
                  <a:lnTo>
                    <a:pt x="57" y="192"/>
                  </a:lnTo>
                  <a:lnTo>
                    <a:pt x="56" y="193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2" y="196"/>
                  </a:lnTo>
                  <a:lnTo>
                    <a:pt x="57" y="197"/>
                  </a:lnTo>
                  <a:lnTo>
                    <a:pt x="57" y="198"/>
                  </a:lnTo>
                  <a:lnTo>
                    <a:pt x="56" y="198"/>
                  </a:lnTo>
                  <a:lnTo>
                    <a:pt x="52" y="198"/>
                  </a:lnTo>
                  <a:lnTo>
                    <a:pt x="49" y="196"/>
                  </a:lnTo>
                  <a:lnTo>
                    <a:pt x="47" y="189"/>
                  </a:lnTo>
                  <a:lnTo>
                    <a:pt x="47" y="185"/>
                  </a:lnTo>
                  <a:lnTo>
                    <a:pt x="49" y="177"/>
                  </a:lnTo>
                  <a:lnTo>
                    <a:pt x="47" y="177"/>
                  </a:lnTo>
                  <a:lnTo>
                    <a:pt x="41" y="182"/>
                  </a:lnTo>
                  <a:lnTo>
                    <a:pt x="38" y="180"/>
                  </a:lnTo>
                  <a:lnTo>
                    <a:pt x="32" y="180"/>
                  </a:lnTo>
                  <a:lnTo>
                    <a:pt x="28" y="178"/>
                  </a:lnTo>
                  <a:lnTo>
                    <a:pt x="25" y="177"/>
                  </a:lnTo>
                  <a:lnTo>
                    <a:pt x="15" y="166"/>
                  </a:lnTo>
                  <a:lnTo>
                    <a:pt x="6" y="167"/>
                  </a:lnTo>
                  <a:lnTo>
                    <a:pt x="0" y="157"/>
                  </a:lnTo>
                  <a:lnTo>
                    <a:pt x="1" y="154"/>
                  </a:lnTo>
                  <a:lnTo>
                    <a:pt x="3" y="152"/>
                  </a:lnTo>
                  <a:lnTo>
                    <a:pt x="8" y="150"/>
                  </a:lnTo>
                  <a:lnTo>
                    <a:pt x="13" y="146"/>
                  </a:lnTo>
                  <a:lnTo>
                    <a:pt x="6" y="134"/>
                  </a:lnTo>
                  <a:lnTo>
                    <a:pt x="4" y="132"/>
                  </a:lnTo>
                  <a:lnTo>
                    <a:pt x="1" y="132"/>
                  </a:lnTo>
                  <a:lnTo>
                    <a:pt x="0" y="129"/>
                  </a:lnTo>
                  <a:lnTo>
                    <a:pt x="11" y="116"/>
                  </a:lnTo>
                  <a:lnTo>
                    <a:pt x="18" y="113"/>
                  </a:lnTo>
                  <a:lnTo>
                    <a:pt x="24" y="106"/>
                  </a:lnTo>
                  <a:lnTo>
                    <a:pt x="27" y="105"/>
                  </a:lnTo>
                  <a:lnTo>
                    <a:pt x="30" y="100"/>
                  </a:lnTo>
                  <a:lnTo>
                    <a:pt x="33" y="100"/>
                  </a:lnTo>
                  <a:lnTo>
                    <a:pt x="38" y="100"/>
                  </a:lnTo>
                  <a:lnTo>
                    <a:pt x="38" y="96"/>
                  </a:lnTo>
                  <a:lnTo>
                    <a:pt x="41" y="92"/>
                  </a:lnTo>
                  <a:lnTo>
                    <a:pt x="38" y="91"/>
                  </a:lnTo>
                  <a:lnTo>
                    <a:pt x="36" y="89"/>
                  </a:lnTo>
                  <a:lnTo>
                    <a:pt x="35" y="83"/>
                  </a:lnTo>
                  <a:lnTo>
                    <a:pt x="35" y="80"/>
                  </a:lnTo>
                  <a:lnTo>
                    <a:pt x="39" y="78"/>
                  </a:lnTo>
                  <a:lnTo>
                    <a:pt x="41" y="74"/>
                  </a:lnTo>
                  <a:lnTo>
                    <a:pt x="40" y="70"/>
                  </a:lnTo>
                  <a:lnTo>
                    <a:pt x="47" y="64"/>
                  </a:lnTo>
                  <a:lnTo>
                    <a:pt x="54" y="53"/>
                  </a:lnTo>
                  <a:lnTo>
                    <a:pt x="61" y="48"/>
                  </a:lnTo>
                  <a:lnTo>
                    <a:pt x="62" y="45"/>
                  </a:lnTo>
                  <a:lnTo>
                    <a:pt x="66" y="43"/>
                  </a:lnTo>
                  <a:lnTo>
                    <a:pt x="70" y="45"/>
                  </a:lnTo>
                  <a:lnTo>
                    <a:pt x="75" y="41"/>
                  </a:lnTo>
                  <a:lnTo>
                    <a:pt x="78" y="42"/>
                  </a:lnTo>
                  <a:lnTo>
                    <a:pt x="84" y="38"/>
                  </a:lnTo>
                  <a:lnTo>
                    <a:pt x="90" y="44"/>
                  </a:lnTo>
                  <a:lnTo>
                    <a:pt x="91" y="44"/>
                  </a:lnTo>
                  <a:lnTo>
                    <a:pt x="93" y="38"/>
                  </a:lnTo>
                  <a:lnTo>
                    <a:pt x="95" y="35"/>
                  </a:lnTo>
                  <a:lnTo>
                    <a:pt x="101" y="35"/>
                  </a:lnTo>
                  <a:lnTo>
                    <a:pt x="104" y="33"/>
                  </a:lnTo>
                  <a:lnTo>
                    <a:pt x="116" y="28"/>
                  </a:lnTo>
                  <a:lnTo>
                    <a:pt x="117" y="28"/>
                  </a:lnTo>
                  <a:lnTo>
                    <a:pt x="124" y="32"/>
                  </a:lnTo>
                  <a:lnTo>
                    <a:pt x="125" y="36"/>
                  </a:lnTo>
                  <a:lnTo>
                    <a:pt x="126" y="37"/>
                  </a:lnTo>
                  <a:lnTo>
                    <a:pt x="130" y="34"/>
                  </a:lnTo>
                  <a:lnTo>
                    <a:pt x="134" y="32"/>
                  </a:lnTo>
                  <a:lnTo>
                    <a:pt x="136" y="30"/>
                  </a:lnTo>
                  <a:lnTo>
                    <a:pt x="134" y="21"/>
                  </a:lnTo>
                  <a:lnTo>
                    <a:pt x="125" y="18"/>
                  </a:lnTo>
                  <a:lnTo>
                    <a:pt x="124" y="17"/>
                  </a:lnTo>
                  <a:lnTo>
                    <a:pt x="125" y="4"/>
                  </a:lnTo>
                  <a:lnTo>
                    <a:pt x="126" y="1"/>
                  </a:lnTo>
                  <a:lnTo>
                    <a:pt x="128" y="0"/>
                  </a:lnTo>
                  <a:lnTo>
                    <a:pt x="131" y="1"/>
                  </a:lnTo>
                  <a:lnTo>
                    <a:pt x="132" y="3"/>
                  </a:lnTo>
                  <a:lnTo>
                    <a:pt x="135" y="10"/>
                  </a:lnTo>
                  <a:close/>
                  <a:moveTo>
                    <a:pt x="321" y="94"/>
                  </a:moveTo>
                  <a:lnTo>
                    <a:pt x="319" y="94"/>
                  </a:lnTo>
                  <a:lnTo>
                    <a:pt x="317" y="95"/>
                  </a:lnTo>
                  <a:lnTo>
                    <a:pt x="317" y="94"/>
                  </a:lnTo>
                  <a:lnTo>
                    <a:pt x="316" y="97"/>
                  </a:lnTo>
                  <a:lnTo>
                    <a:pt x="322" y="98"/>
                  </a:lnTo>
                  <a:lnTo>
                    <a:pt x="325" y="101"/>
                  </a:lnTo>
                  <a:lnTo>
                    <a:pt x="327" y="105"/>
                  </a:lnTo>
                  <a:lnTo>
                    <a:pt x="328" y="106"/>
                  </a:lnTo>
                  <a:lnTo>
                    <a:pt x="327" y="111"/>
                  </a:lnTo>
                  <a:lnTo>
                    <a:pt x="332" y="113"/>
                  </a:lnTo>
                  <a:lnTo>
                    <a:pt x="335" y="113"/>
                  </a:lnTo>
                  <a:lnTo>
                    <a:pt x="338" y="110"/>
                  </a:lnTo>
                  <a:lnTo>
                    <a:pt x="346" y="112"/>
                  </a:lnTo>
                  <a:lnTo>
                    <a:pt x="348" y="113"/>
                  </a:lnTo>
                  <a:lnTo>
                    <a:pt x="349" y="119"/>
                  </a:lnTo>
                  <a:lnTo>
                    <a:pt x="352" y="122"/>
                  </a:lnTo>
                  <a:lnTo>
                    <a:pt x="355" y="121"/>
                  </a:lnTo>
                  <a:lnTo>
                    <a:pt x="360" y="122"/>
                  </a:lnTo>
                  <a:lnTo>
                    <a:pt x="366" y="121"/>
                  </a:lnTo>
                  <a:lnTo>
                    <a:pt x="369" y="122"/>
                  </a:lnTo>
                  <a:lnTo>
                    <a:pt x="367" y="125"/>
                  </a:lnTo>
                  <a:lnTo>
                    <a:pt x="368" y="126"/>
                  </a:lnTo>
                  <a:lnTo>
                    <a:pt x="367" y="129"/>
                  </a:lnTo>
                  <a:lnTo>
                    <a:pt x="369" y="128"/>
                  </a:lnTo>
                  <a:lnTo>
                    <a:pt x="371" y="130"/>
                  </a:lnTo>
                  <a:lnTo>
                    <a:pt x="370" y="133"/>
                  </a:lnTo>
                  <a:lnTo>
                    <a:pt x="366" y="132"/>
                  </a:lnTo>
                  <a:lnTo>
                    <a:pt x="363" y="134"/>
                  </a:lnTo>
                  <a:lnTo>
                    <a:pt x="364" y="130"/>
                  </a:lnTo>
                  <a:lnTo>
                    <a:pt x="362" y="129"/>
                  </a:lnTo>
                  <a:lnTo>
                    <a:pt x="360" y="130"/>
                  </a:lnTo>
                  <a:lnTo>
                    <a:pt x="358" y="128"/>
                  </a:lnTo>
                  <a:lnTo>
                    <a:pt x="357" y="130"/>
                  </a:lnTo>
                  <a:lnTo>
                    <a:pt x="353" y="130"/>
                  </a:lnTo>
                  <a:lnTo>
                    <a:pt x="352" y="131"/>
                  </a:lnTo>
                  <a:lnTo>
                    <a:pt x="353" y="132"/>
                  </a:lnTo>
                  <a:lnTo>
                    <a:pt x="357" y="132"/>
                  </a:lnTo>
                  <a:lnTo>
                    <a:pt x="358" y="135"/>
                  </a:lnTo>
                  <a:lnTo>
                    <a:pt x="357" y="138"/>
                  </a:lnTo>
                  <a:lnTo>
                    <a:pt x="354" y="141"/>
                  </a:lnTo>
                  <a:lnTo>
                    <a:pt x="354" y="143"/>
                  </a:lnTo>
                  <a:lnTo>
                    <a:pt x="353" y="143"/>
                  </a:lnTo>
                  <a:lnTo>
                    <a:pt x="352" y="146"/>
                  </a:lnTo>
                  <a:lnTo>
                    <a:pt x="353" y="147"/>
                  </a:lnTo>
                  <a:lnTo>
                    <a:pt x="352" y="148"/>
                  </a:lnTo>
                  <a:lnTo>
                    <a:pt x="358" y="149"/>
                  </a:lnTo>
                  <a:lnTo>
                    <a:pt x="365" y="154"/>
                  </a:lnTo>
                  <a:lnTo>
                    <a:pt x="370" y="163"/>
                  </a:lnTo>
                  <a:lnTo>
                    <a:pt x="371" y="168"/>
                  </a:lnTo>
                  <a:lnTo>
                    <a:pt x="372" y="179"/>
                  </a:lnTo>
                  <a:lnTo>
                    <a:pt x="372" y="179"/>
                  </a:lnTo>
                  <a:lnTo>
                    <a:pt x="370" y="180"/>
                  </a:lnTo>
                  <a:lnTo>
                    <a:pt x="366" y="178"/>
                  </a:lnTo>
                  <a:lnTo>
                    <a:pt x="364" y="178"/>
                  </a:lnTo>
                  <a:lnTo>
                    <a:pt x="361" y="181"/>
                  </a:lnTo>
                  <a:lnTo>
                    <a:pt x="359" y="184"/>
                  </a:lnTo>
                  <a:lnTo>
                    <a:pt x="352" y="183"/>
                  </a:lnTo>
                  <a:lnTo>
                    <a:pt x="349" y="181"/>
                  </a:lnTo>
                  <a:lnTo>
                    <a:pt x="356" y="173"/>
                  </a:lnTo>
                  <a:lnTo>
                    <a:pt x="346" y="168"/>
                  </a:lnTo>
                  <a:lnTo>
                    <a:pt x="343" y="160"/>
                  </a:lnTo>
                  <a:lnTo>
                    <a:pt x="338" y="156"/>
                  </a:lnTo>
                  <a:lnTo>
                    <a:pt x="334" y="156"/>
                  </a:lnTo>
                  <a:lnTo>
                    <a:pt x="327" y="152"/>
                  </a:lnTo>
                  <a:lnTo>
                    <a:pt x="320" y="153"/>
                  </a:lnTo>
                  <a:lnTo>
                    <a:pt x="316" y="152"/>
                  </a:lnTo>
                  <a:lnTo>
                    <a:pt x="308" y="156"/>
                  </a:lnTo>
                  <a:lnTo>
                    <a:pt x="308" y="156"/>
                  </a:lnTo>
                  <a:lnTo>
                    <a:pt x="308" y="148"/>
                  </a:lnTo>
                  <a:lnTo>
                    <a:pt x="311" y="138"/>
                  </a:lnTo>
                  <a:lnTo>
                    <a:pt x="314" y="135"/>
                  </a:lnTo>
                  <a:lnTo>
                    <a:pt x="317" y="135"/>
                  </a:lnTo>
                  <a:lnTo>
                    <a:pt x="319" y="133"/>
                  </a:lnTo>
                  <a:lnTo>
                    <a:pt x="317" y="130"/>
                  </a:lnTo>
                  <a:lnTo>
                    <a:pt x="311" y="130"/>
                  </a:lnTo>
                  <a:lnTo>
                    <a:pt x="311" y="124"/>
                  </a:lnTo>
                  <a:lnTo>
                    <a:pt x="306" y="120"/>
                  </a:lnTo>
                  <a:lnTo>
                    <a:pt x="300" y="121"/>
                  </a:lnTo>
                  <a:lnTo>
                    <a:pt x="288" y="118"/>
                  </a:lnTo>
                  <a:lnTo>
                    <a:pt x="288" y="116"/>
                  </a:lnTo>
                  <a:lnTo>
                    <a:pt x="291" y="110"/>
                  </a:lnTo>
                  <a:lnTo>
                    <a:pt x="289" y="105"/>
                  </a:lnTo>
                  <a:lnTo>
                    <a:pt x="290" y="103"/>
                  </a:lnTo>
                  <a:lnTo>
                    <a:pt x="292" y="103"/>
                  </a:lnTo>
                  <a:lnTo>
                    <a:pt x="295" y="100"/>
                  </a:lnTo>
                  <a:lnTo>
                    <a:pt x="297" y="100"/>
                  </a:lnTo>
                  <a:lnTo>
                    <a:pt x="299" y="96"/>
                  </a:lnTo>
                  <a:lnTo>
                    <a:pt x="305" y="92"/>
                  </a:lnTo>
                  <a:lnTo>
                    <a:pt x="306" y="92"/>
                  </a:lnTo>
                  <a:lnTo>
                    <a:pt x="311" y="94"/>
                  </a:lnTo>
                  <a:lnTo>
                    <a:pt x="310" y="86"/>
                  </a:lnTo>
                  <a:lnTo>
                    <a:pt x="318" y="82"/>
                  </a:lnTo>
                  <a:lnTo>
                    <a:pt x="319" y="82"/>
                  </a:lnTo>
                  <a:lnTo>
                    <a:pt x="319" y="83"/>
                  </a:lnTo>
                  <a:lnTo>
                    <a:pt x="319" y="90"/>
                  </a:lnTo>
                  <a:lnTo>
                    <a:pt x="322" y="92"/>
                  </a:lnTo>
                  <a:lnTo>
                    <a:pt x="321" y="9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9" name="Freeform 22">
              <a:extLst>
                <a:ext uri="{FF2B5EF4-FFF2-40B4-BE49-F238E27FC236}">
                  <a16:creationId xmlns:a16="http://schemas.microsoft.com/office/drawing/2014/main" id="{8932D134-B7D6-4224-BD08-BE6245B069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7344" y="2576403"/>
              <a:ext cx="569753" cy="520618"/>
            </a:xfrm>
            <a:custGeom>
              <a:avLst/>
              <a:gdLst>
                <a:gd name="T0" fmla="*/ 267 w 545"/>
                <a:gd name="T1" fmla="*/ 394 h 498"/>
                <a:gd name="T2" fmla="*/ 88 w 545"/>
                <a:gd name="T3" fmla="*/ 83 h 498"/>
                <a:gd name="T4" fmla="*/ 33 w 545"/>
                <a:gd name="T5" fmla="*/ 103 h 498"/>
                <a:gd name="T6" fmla="*/ 491 w 545"/>
                <a:gd name="T7" fmla="*/ 92 h 498"/>
                <a:gd name="T8" fmla="*/ 489 w 545"/>
                <a:gd name="T9" fmla="*/ 54 h 498"/>
                <a:gd name="T10" fmla="*/ 511 w 545"/>
                <a:gd name="T11" fmla="*/ 84 h 498"/>
                <a:gd name="T12" fmla="*/ 514 w 545"/>
                <a:gd name="T13" fmla="*/ 105 h 498"/>
                <a:gd name="T14" fmla="*/ 543 w 545"/>
                <a:gd name="T15" fmla="*/ 149 h 498"/>
                <a:gd name="T16" fmla="*/ 526 w 545"/>
                <a:gd name="T17" fmla="*/ 190 h 498"/>
                <a:gd name="T18" fmla="*/ 479 w 545"/>
                <a:gd name="T19" fmla="*/ 213 h 498"/>
                <a:gd name="T20" fmla="*/ 431 w 545"/>
                <a:gd name="T21" fmla="*/ 223 h 498"/>
                <a:gd name="T22" fmla="*/ 384 w 545"/>
                <a:gd name="T23" fmla="*/ 275 h 498"/>
                <a:gd name="T24" fmla="*/ 342 w 545"/>
                <a:gd name="T25" fmla="*/ 272 h 498"/>
                <a:gd name="T26" fmla="*/ 294 w 545"/>
                <a:gd name="T27" fmla="*/ 264 h 498"/>
                <a:gd name="T28" fmla="*/ 259 w 545"/>
                <a:gd name="T29" fmla="*/ 248 h 498"/>
                <a:gd name="T30" fmla="*/ 204 w 545"/>
                <a:gd name="T31" fmla="*/ 299 h 498"/>
                <a:gd name="T32" fmla="*/ 219 w 545"/>
                <a:gd name="T33" fmla="*/ 318 h 498"/>
                <a:gd name="T34" fmla="*/ 241 w 545"/>
                <a:gd name="T35" fmla="*/ 329 h 498"/>
                <a:gd name="T36" fmla="*/ 260 w 545"/>
                <a:gd name="T37" fmla="*/ 358 h 498"/>
                <a:gd name="T38" fmla="*/ 262 w 545"/>
                <a:gd name="T39" fmla="*/ 388 h 498"/>
                <a:gd name="T40" fmla="*/ 239 w 545"/>
                <a:gd name="T41" fmla="*/ 411 h 498"/>
                <a:gd name="T42" fmla="*/ 210 w 545"/>
                <a:gd name="T43" fmla="*/ 406 h 498"/>
                <a:gd name="T44" fmla="*/ 175 w 545"/>
                <a:gd name="T45" fmla="*/ 389 h 498"/>
                <a:gd name="T46" fmla="*/ 148 w 545"/>
                <a:gd name="T47" fmla="*/ 408 h 498"/>
                <a:gd name="T48" fmla="*/ 125 w 545"/>
                <a:gd name="T49" fmla="*/ 443 h 498"/>
                <a:gd name="T50" fmla="*/ 93 w 545"/>
                <a:gd name="T51" fmla="*/ 493 h 498"/>
                <a:gd name="T52" fmla="*/ 73 w 545"/>
                <a:gd name="T53" fmla="*/ 468 h 498"/>
                <a:gd name="T54" fmla="*/ 33 w 545"/>
                <a:gd name="T55" fmla="*/ 468 h 498"/>
                <a:gd name="T56" fmla="*/ 30 w 545"/>
                <a:gd name="T57" fmla="*/ 440 h 498"/>
                <a:gd name="T58" fmla="*/ 64 w 545"/>
                <a:gd name="T59" fmla="*/ 443 h 498"/>
                <a:gd name="T60" fmla="*/ 68 w 545"/>
                <a:gd name="T61" fmla="*/ 432 h 498"/>
                <a:gd name="T62" fmla="*/ 94 w 545"/>
                <a:gd name="T63" fmla="*/ 406 h 498"/>
                <a:gd name="T64" fmla="*/ 113 w 545"/>
                <a:gd name="T65" fmla="*/ 384 h 498"/>
                <a:gd name="T66" fmla="*/ 81 w 545"/>
                <a:gd name="T67" fmla="*/ 376 h 498"/>
                <a:gd name="T68" fmla="*/ 54 w 545"/>
                <a:gd name="T69" fmla="*/ 396 h 498"/>
                <a:gd name="T70" fmla="*/ 30 w 545"/>
                <a:gd name="T71" fmla="*/ 367 h 498"/>
                <a:gd name="T72" fmla="*/ 27 w 545"/>
                <a:gd name="T73" fmla="*/ 321 h 498"/>
                <a:gd name="T74" fmla="*/ 65 w 545"/>
                <a:gd name="T75" fmla="*/ 288 h 498"/>
                <a:gd name="T76" fmla="*/ 131 w 545"/>
                <a:gd name="T77" fmla="*/ 247 h 498"/>
                <a:gd name="T78" fmla="*/ 183 w 545"/>
                <a:gd name="T79" fmla="*/ 204 h 498"/>
                <a:gd name="T80" fmla="*/ 156 w 545"/>
                <a:gd name="T81" fmla="*/ 176 h 498"/>
                <a:gd name="T82" fmla="*/ 141 w 545"/>
                <a:gd name="T83" fmla="*/ 152 h 498"/>
                <a:gd name="T84" fmla="*/ 75 w 545"/>
                <a:gd name="T85" fmla="*/ 143 h 498"/>
                <a:gd name="T86" fmla="*/ 91 w 545"/>
                <a:gd name="T87" fmla="*/ 114 h 498"/>
                <a:gd name="T88" fmla="*/ 120 w 545"/>
                <a:gd name="T89" fmla="*/ 136 h 498"/>
                <a:gd name="T90" fmla="*/ 179 w 545"/>
                <a:gd name="T91" fmla="*/ 103 h 498"/>
                <a:gd name="T92" fmla="*/ 188 w 545"/>
                <a:gd name="T93" fmla="*/ 81 h 498"/>
                <a:gd name="T94" fmla="*/ 223 w 545"/>
                <a:gd name="T95" fmla="*/ 49 h 498"/>
                <a:gd name="T96" fmla="*/ 225 w 545"/>
                <a:gd name="T97" fmla="*/ 18 h 498"/>
                <a:gd name="T98" fmla="*/ 244 w 545"/>
                <a:gd name="T99" fmla="*/ 12 h 498"/>
                <a:gd name="T100" fmla="*/ 281 w 545"/>
                <a:gd name="T101" fmla="*/ 24 h 498"/>
                <a:gd name="T102" fmla="*/ 271 w 545"/>
                <a:gd name="T103" fmla="*/ 73 h 498"/>
                <a:gd name="T104" fmla="*/ 233 w 545"/>
                <a:gd name="T105" fmla="*/ 141 h 498"/>
                <a:gd name="T106" fmla="*/ 339 w 545"/>
                <a:gd name="T107" fmla="*/ 187 h 498"/>
                <a:gd name="T108" fmla="*/ 395 w 545"/>
                <a:gd name="T109" fmla="*/ 148 h 498"/>
                <a:gd name="T110" fmla="*/ 418 w 545"/>
                <a:gd name="T111" fmla="*/ 123 h 498"/>
                <a:gd name="T112" fmla="*/ 446 w 545"/>
                <a:gd name="T113" fmla="*/ 116 h 498"/>
                <a:gd name="T114" fmla="*/ 132 w 545"/>
                <a:gd name="T115" fmla="*/ 0 h 498"/>
                <a:gd name="T116" fmla="*/ 148 w 545"/>
                <a:gd name="T117" fmla="*/ 32 h 498"/>
                <a:gd name="T118" fmla="*/ 80 w 545"/>
                <a:gd name="T119" fmla="*/ 48 h 498"/>
                <a:gd name="T120" fmla="*/ 63 w 545"/>
                <a:gd name="T121" fmla="*/ 26 h 498"/>
                <a:gd name="T122" fmla="*/ 109 w 545"/>
                <a:gd name="T123" fmla="*/ 2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5" h="498">
                  <a:moveTo>
                    <a:pt x="278" y="393"/>
                  </a:moveTo>
                  <a:lnTo>
                    <a:pt x="279" y="395"/>
                  </a:lnTo>
                  <a:lnTo>
                    <a:pt x="284" y="395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6" y="403"/>
                  </a:lnTo>
                  <a:lnTo>
                    <a:pt x="276" y="406"/>
                  </a:lnTo>
                  <a:lnTo>
                    <a:pt x="268" y="404"/>
                  </a:lnTo>
                  <a:lnTo>
                    <a:pt x="264" y="405"/>
                  </a:lnTo>
                  <a:lnTo>
                    <a:pt x="263" y="404"/>
                  </a:lnTo>
                  <a:lnTo>
                    <a:pt x="267" y="394"/>
                  </a:lnTo>
                  <a:lnTo>
                    <a:pt x="268" y="395"/>
                  </a:lnTo>
                  <a:lnTo>
                    <a:pt x="274" y="389"/>
                  </a:lnTo>
                  <a:lnTo>
                    <a:pt x="276" y="390"/>
                  </a:lnTo>
                  <a:lnTo>
                    <a:pt x="278" y="393"/>
                  </a:lnTo>
                  <a:close/>
                  <a:moveTo>
                    <a:pt x="63" y="66"/>
                  </a:moveTo>
                  <a:lnTo>
                    <a:pt x="66" y="68"/>
                  </a:lnTo>
                  <a:lnTo>
                    <a:pt x="66" y="68"/>
                  </a:lnTo>
                  <a:lnTo>
                    <a:pt x="71" y="67"/>
                  </a:lnTo>
                  <a:lnTo>
                    <a:pt x="76" y="65"/>
                  </a:lnTo>
                  <a:lnTo>
                    <a:pt x="86" y="77"/>
                  </a:lnTo>
                  <a:lnTo>
                    <a:pt x="88" y="83"/>
                  </a:lnTo>
                  <a:lnTo>
                    <a:pt x="91" y="86"/>
                  </a:lnTo>
                  <a:lnTo>
                    <a:pt x="86" y="94"/>
                  </a:lnTo>
                  <a:lnTo>
                    <a:pt x="85" y="100"/>
                  </a:lnTo>
                  <a:lnTo>
                    <a:pt x="83" y="102"/>
                  </a:lnTo>
                  <a:lnTo>
                    <a:pt x="77" y="103"/>
                  </a:lnTo>
                  <a:lnTo>
                    <a:pt x="69" y="101"/>
                  </a:lnTo>
                  <a:lnTo>
                    <a:pt x="62" y="106"/>
                  </a:lnTo>
                  <a:lnTo>
                    <a:pt x="47" y="105"/>
                  </a:lnTo>
                  <a:lnTo>
                    <a:pt x="36" y="102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27" y="102"/>
                  </a:lnTo>
                  <a:lnTo>
                    <a:pt x="27" y="102"/>
                  </a:lnTo>
                  <a:lnTo>
                    <a:pt x="30" y="95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6" y="82"/>
                  </a:lnTo>
                  <a:lnTo>
                    <a:pt x="40" y="79"/>
                  </a:lnTo>
                  <a:lnTo>
                    <a:pt x="49" y="78"/>
                  </a:lnTo>
                  <a:lnTo>
                    <a:pt x="50" y="74"/>
                  </a:lnTo>
                  <a:lnTo>
                    <a:pt x="63" y="66"/>
                  </a:lnTo>
                  <a:close/>
                  <a:moveTo>
                    <a:pt x="491" y="92"/>
                  </a:moveTo>
                  <a:lnTo>
                    <a:pt x="489" y="91"/>
                  </a:lnTo>
                  <a:lnTo>
                    <a:pt x="481" y="81"/>
                  </a:lnTo>
                  <a:lnTo>
                    <a:pt x="482" y="80"/>
                  </a:lnTo>
                  <a:lnTo>
                    <a:pt x="479" y="68"/>
                  </a:lnTo>
                  <a:lnTo>
                    <a:pt x="480" y="65"/>
                  </a:lnTo>
                  <a:lnTo>
                    <a:pt x="481" y="65"/>
                  </a:lnTo>
                  <a:lnTo>
                    <a:pt x="488" y="56"/>
                  </a:lnTo>
                  <a:lnTo>
                    <a:pt x="488" y="55"/>
                  </a:lnTo>
                  <a:lnTo>
                    <a:pt x="486" y="54"/>
                  </a:lnTo>
                  <a:lnTo>
                    <a:pt x="486" y="54"/>
                  </a:lnTo>
                  <a:lnTo>
                    <a:pt x="489" y="54"/>
                  </a:lnTo>
                  <a:lnTo>
                    <a:pt x="490" y="49"/>
                  </a:lnTo>
                  <a:lnTo>
                    <a:pt x="495" y="46"/>
                  </a:lnTo>
                  <a:lnTo>
                    <a:pt x="501" y="50"/>
                  </a:lnTo>
                  <a:lnTo>
                    <a:pt x="502" y="55"/>
                  </a:lnTo>
                  <a:lnTo>
                    <a:pt x="501" y="57"/>
                  </a:lnTo>
                  <a:lnTo>
                    <a:pt x="505" y="61"/>
                  </a:lnTo>
                  <a:lnTo>
                    <a:pt x="508" y="68"/>
                  </a:lnTo>
                  <a:lnTo>
                    <a:pt x="508" y="73"/>
                  </a:lnTo>
                  <a:lnTo>
                    <a:pt x="510" y="80"/>
                  </a:lnTo>
                  <a:lnTo>
                    <a:pt x="509" y="81"/>
                  </a:lnTo>
                  <a:lnTo>
                    <a:pt x="511" y="84"/>
                  </a:lnTo>
                  <a:lnTo>
                    <a:pt x="510" y="92"/>
                  </a:lnTo>
                  <a:lnTo>
                    <a:pt x="508" y="92"/>
                  </a:lnTo>
                  <a:lnTo>
                    <a:pt x="508" y="85"/>
                  </a:lnTo>
                  <a:lnTo>
                    <a:pt x="507" y="85"/>
                  </a:lnTo>
                  <a:lnTo>
                    <a:pt x="491" y="92"/>
                  </a:lnTo>
                  <a:close/>
                  <a:moveTo>
                    <a:pt x="491" y="92"/>
                  </a:moveTo>
                  <a:lnTo>
                    <a:pt x="499" y="96"/>
                  </a:lnTo>
                  <a:lnTo>
                    <a:pt x="506" y="103"/>
                  </a:lnTo>
                  <a:lnTo>
                    <a:pt x="508" y="102"/>
                  </a:lnTo>
                  <a:lnTo>
                    <a:pt x="513" y="102"/>
                  </a:lnTo>
                  <a:lnTo>
                    <a:pt x="514" y="105"/>
                  </a:lnTo>
                  <a:lnTo>
                    <a:pt x="518" y="106"/>
                  </a:lnTo>
                  <a:lnTo>
                    <a:pt x="527" y="108"/>
                  </a:lnTo>
                  <a:lnTo>
                    <a:pt x="532" y="113"/>
                  </a:lnTo>
                  <a:lnTo>
                    <a:pt x="532" y="123"/>
                  </a:lnTo>
                  <a:lnTo>
                    <a:pt x="536" y="125"/>
                  </a:lnTo>
                  <a:lnTo>
                    <a:pt x="537" y="124"/>
                  </a:lnTo>
                  <a:lnTo>
                    <a:pt x="541" y="124"/>
                  </a:lnTo>
                  <a:lnTo>
                    <a:pt x="544" y="136"/>
                  </a:lnTo>
                  <a:lnTo>
                    <a:pt x="545" y="140"/>
                  </a:lnTo>
                  <a:lnTo>
                    <a:pt x="542" y="146"/>
                  </a:lnTo>
                  <a:lnTo>
                    <a:pt x="543" y="149"/>
                  </a:lnTo>
                  <a:lnTo>
                    <a:pt x="542" y="155"/>
                  </a:lnTo>
                  <a:lnTo>
                    <a:pt x="541" y="155"/>
                  </a:lnTo>
                  <a:lnTo>
                    <a:pt x="540" y="160"/>
                  </a:lnTo>
                  <a:lnTo>
                    <a:pt x="537" y="160"/>
                  </a:lnTo>
                  <a:lnTo>
                    <a:pt x="534" y="165"/>
                  </a:lnTo>
                  <a:lnTo>
                    <a:pt x="529" y="169"/>
                  </a:lnTo>
                  <a:lnTo>
                    <a:pt x="531" y="171"/>
                  </a:lnTo>
                  <a:lnTo>
                    <a:pt x="529" y="177"/>
                  </a:lnTo>
                  <a:lnTo>
                    <a:pt x="524" y="182"/>
                  </a:lnTo>
                  <a:lnTo>
                    <a:pt x="524" y="185"/>
                  </a:lnTo>
                  <a:lnTo>
                    <a:pt x="526" y="190"/>
                  </a:lnTo>
                  <a:lnTo>
                    <a:pt x="525" y="193"/>
                  </a:lnTo>
                  <a:lnTo>
                    <a:pt x="517" y="196"/>
                  </a:lnTo>
                  <a:lnTo>
                    <a:pt x="513" y="197"/>
                  </a:lnTo>
                  <a:lnTo>
                    <a:pt x="511" y="201"/>
                  </a:lnTo>
                  <a:lnTo>
                    <a:pt x="509" y="204"/>
                  </a:lnTo>
                  <a:lnTo>
                    <a:pt x="508" y="202"/>
                  </a:lnTo>
                  <a:lnTo>
                    <a:pt x="507" y="203"/>
                  </a:lnTo>
                  <a:lnTo>
                    <a:pt x="502" y="207"/>
                  </a:lnTo>
                  <a:lnTo>
                    <a:pt x="500" y="209"/>
                  </a:lnTo>
                  <a:lnTo>
                    <a:pt x="481" y="215"/>
                  </a:lnTo>
                  <a:lnTo>
                    <a:pt x="479" y="213"/>
                  </a:lnTo>
                  <a:lnTo>
                    <a:pt x="480" y="201"/>
                  </a:lnTo>
                  <a:lnTo>
                    <a:pt x="479" y="198"/>
                  </a:lnTo>
                  <a:lnTo>
                    <a:pt x="457" y="196"/>
                  </a:lnTo>
                  <a:lnTo>
                    <a:pt x="448" y="185"/>
                  </a:lnTo>
                  <a:lnTo>
                    <a:pt x="448" y="190"/>
                  </a:lnTo>
                  <a:lnTo>
                    <a:pt x="445" y="193"/>
                  </a:lnTo>
                  <a:lnTo>
                    <a:pt x="439" y="203"/>
                  </a:lnTo>
                  <a:lnTo>
                    <a:pt x="439" y="213"/>
                  </a:lnTo>
                  <a:lnTo>
                    <a:pt x="434" y="217"/>
                  </a:lnTo>
                  <a:lnTo>
                    <a:pt x="433" y="223"/>
                  </a:lnTo>
                  <a:lnTo>
                    <a:pt x="431" y="223"/>
                  </a:lnTo>
                  <a:lnTo>
                    <a:pt x="424" y="221"/>
                  </a:lnTo>
                  <a:lnTo>
                    <a:pt x="420" y="223"/>
                  </a:lnTo>
                  <a:lnTo>
                    <a:pt x="418" y="225"/>
                  </a:lnTo>
                  <a:lnTo>
                    <a:pt x="412" y="228"/>
                  </a:lnTo>
                  <a:lnTo>
                    <a:pt x="404" y="245"/>
                  </a:lnTo>
                  <a:lnTo>
                    <a:pt x="398" y="256"/>
                  </a:lnTo>
                  <a:lnTo>
                    <a:pt x="397" y="262"/>
                  </a:lnTo>
                  <a:lnTo>
                    <a:pt x="396" y="266"/>
                  </a:lnTo>
                  <a:lnTo>
                    <a:pt x="388" y="273"/>
                  </a:lnTo>
                  <a:lnTo>
                    <a:pt x="384" y="275"/>
                  </a:lnTo>
                  <a:lnTo>
                    <a:pt x="384" y="275"/>
                  </a:lnTo>
                  <a:lnTo>
                    <a:pt x="377" y="279"/>
                  </a:lnTo>
                  <a:lnTo>
                    <a:pt x="374" y="280"/>
                  </a:lnTo>
                  <a:lnTo>
                    <a:pt x="368" y="277"/>
                  </a:lnTo>
                  <a:lnTo>
                    <a:pt x="366" y="272"/>
                  </a:lnTo>
                  <a:lnTo>
                    <a:pt x="365" y="272"/>
                  </a:lnTo>
                  <a:lnTo>
                    <a:pt x="363" y="273"/>
                  </a:lnTo>
                  <a:lnTo>
                    <a:pt x="358" y="280"/>
                  </a:lnTo>
                  <a:lnTo>
                    <a:pt x="351" y="286"/>
                  </a:lnTo>
                  <a:lnTo>
                    <a:pt x="350" y="284"/>
                  </a:lnTo>
                  <a:lnTo>
                    <a:pt x="344" y="280"/>
                  </a:lnTo>
                  <a:lnTo>
                    <a:pt x="342" y="272"/>
                  </a:lnTo>
                  <a:lnTo>
                    <a:pt x="335" y="274"/>
                  </a:lnTo>
                  <a:lnTo>
                    <a:pt x="330" y="282"/>
                  </a:lnTo>
                  <a:lnTo>
                    <a:pt x="328" y="283"/>
                  </a:lnTo>
                  <a:lnTo>
                    <a:pt x="325" y="283"/>
                  </a:lnTo>
                  <a:lnTo>
                    <a:pt x="318" y="285"/>
                  </a:lnTo>
                  <a:lnTo>
                    <a:pt x="314" y="282"/>
                  </a:lnTo>
                  <a:lnTo>
                    <a:pt x="309" y="283"/>
                  </a:lnTo>
                  <a:lnTo>
                    <a:pt x="303" y="275"/>
                  </a:lnTo>
                  <a:lnTo>
                    <a:pt x="303" y="271"/>
                  </a:lnTo>
                  <a:lnTo>
                    <a:pt x="296" y="262"/>
                  </a:lnTo>
                  <a:lnTo>
                    <a:pt x="294" y="264"/>
                  </a:lnTo>
                  <a:lnTo>
                    <a:pt x="292" y="263"/>
                  </a:lnTo>
                  <a:lnTo>
                    <a:pt x="292" y="261"/>
                  </a:lnTo>
                  <a:lnTo>
                    <a:pt x="291" y="260"/>
                  </a:lnTo>
                  <a:lnTo>
                    <a:pt x="290" y="258"/>
                  </a:lnTo>
                  <a:lnTo>
                    <a:pt x="287" y="256"/>
                  </a:lnTo>
                  <a:lnTo>
                    <a:pt x="284" y="250"/>
                  </a:lnTo>
                  <a:lnTo>
                    <a:pt x="275" y="247"/>
                  </a:lnTo>
                  <a:lnTo>
                    <a:pt x="271" y="242"/>
                  </a:lnTo>
                  <a:lnTo>
                    <a:pt x="266" y="247"/>
                  </a:lnTo>
                  <a:lnTo>
                    <a:pt x="260" y="250"/>
                  </a:lnTo>
                  <a:lnTo>
                    <a:pt x="259" y="248"/>
                  </a:lnTo>
                  <a:lnTo>
                    <a:pt x="254" y="250"/>
                  </a:lnTo>
                  <a:lnTo>
                    <a:pt x="246" y="255"/>
                  </a:lnTo>
                  <a:lnTo>
                    <a:pt x="239" y="256"/>
                  </a:lnTo>
                  <a:lnTo>
                    <a:pt x="218" y="257"/>
                  </a:lnTo>
                  <a:lnTo>
                    <a:pt x="191" y="262"/>
                  </a:lnTo>
                  <a:lnTo>
                    <a:pt x="189" y="264"/>
                  </a:lnTo>
                  <a:lnTo>
                    <a:pt x="194" y="271"/>
                  </a:lnTo>
                  <a:lnTo>
                    <a:pt x="200" y="275"/>
                  </a:lnTo>
                  <a:lnTo>
                    <a:pt x="203" y="288"/>
                  </a:lnTo>
                  <a:lnTo>
                    <a:pt x="201" y="298"/>
                  </a:lnTo>
                  <a:lnTo>
                    <a:pt x="204" y="299"/>
                  </a:lnTo>
                  <a:lnTo>
                    <a:pt x="206" y="302"/>
                  </a:lnTo>
                  <a:lnTo>
                    <a:pt x="208" y="303"/>
                  </a:lnTo>
                  <a:lnTo>
                    <a:pt x="210" y="306"/>
                  </a:lnTo>
                  <a:lnTo>
                    <a:pt x="211" y="305"/>
                  </a:lnTo>
                  <a:lnTo>
                    <a:pt x="212" y="307"/>
                  </a:lnTo>
                  <a:lnTo>
                    <a:pt x="216" y="309"/>
                  </a:lnTo>
                  <a:lnTo>
                    <a:pt x="216" y="311"/>
                  </a:lnTo>
                  <a:lnTo>
                    <a:pt x="219" y="312"/>
                  </a:lnTo>
                  <a:lnTo>
                    <a:pt x="217" y="313"/>
                  </a:lnTo>
                  <a:lnTo>
                    <a:pt x="219" y="315"/>
                  </a:lnTo>
                  <a:lnTo>
                    <a:pt x="219" y="318"/>
                  </a:lnTo>
                  <a:lnTo>
                    <a:pt x="224" y="317"/>
                  </a:lnTo>
                  <a:lnTo>
                    <a:pt x="225" y="321"/>
                  </a:lnTo>
                  <a:lnTo>
                    <a:pt x="227" y="318"/>
                  </a:lnTo>
                  <a:lnTo>
                    <a:pt x="229" y="321"/>
                  </a:lnTo>
                  <a:lnTo>
                    <a:pt x="231" y="318"/>
                  </a:lnTo>
                  <a:lnTo>
                    <a:pt x="232" y="321"/>
                  </a:lnTo>
                  <a:lnTo>
                    <a:pt x="236" y="318"/>
                  </a:lnTo>
                  <a:lnTo>
                    <a:pt x="239" y="323"/>
                  </a:lnTo>
                  <a:lnTo>
                    <a:pt x="236" y="325"/>
                  </a:lnTo>
                  <a:lnTo>
                    <a:pt x="237" y="327"/>
                  </a:lnTo>
                  <a:lnTo>
                    <a:pt x="241" y="329"/>
                  </a:lnTo>
                  <a:lnTo>
                    <a:pt x="243" y="329"/>
                  </a:lnTo>
                  <a:lnTo>
                    <a:pt x="241" y="334"/>
                  </a:lnTo>
                  <a:lnTo>
                    <a:pt x="245" y="344"/>
                  </a:lnTo>
                  <a:lnTo>
                    <a:pt x="243" y="349"/>
                  </a:lnTo>
                  <a:lnTo>
                    <a:pt x="250" y="351"/>
                  </a:lnTo>
                  <a:lnTo>
                    <a:pt x="253" y="350"/>
                  </a:lnTo>
                  <a:lnTo>
                    <a:pt x="255" y="354"/>
                  </a:lnTo>
                  <a:lnTo>
                    <a:pt x="256" y="354"/>
                  </a:lnTo>
                  <a:lnTo>
                    <a:pt x="257" y="356"/>
                  </a:lnTo>
                  <a:lnTo>
                    <a:pt x="258" y="356"/>
                  </a:lnTo>
                  <a:lnTo>
                    <a:pt x="260" y="358"/>
                  </a:lnTo>
                  <a:lnTo>
                    <a:pt x="261" y="357"/>
                  </a:lnTo>
                  <a:lnTo>
                    <a:pt x="261" y="359"/>
                  </a:lnTo>
                  <a:lnTo>
                    <a:pt x="263" y="362"/>
                  </a:lnTo>
                  <a:lnTo>
                    <a:pt x="262" y="365"/>
                  </a:lnTo>
                  <a:lnTo>
                    <a:pt x="261" y="366"/>
                  </a:lnTo>
                  <a:lnTo>
                    <a:pt x="261" y="370"/>
                  </a:lnTo>
                  <a:lnTo>
                    <a:pt x="263" y="369"/>
                  </a:lnTo>
                  <a:lnTo>
                    <a:pt x="266" y="371"/>
                  </a:lnTo>
                  <a:lnTo>
                    <a:pt x="265" y="377"/>
                  </a:lnTo>
                  <a:lnTo>
                    <a:pt x="263" y="380"/>
                  </a:lnTo>
                  <a:lnTo>
                    <a:pt x="262" y="388"/>
                  </a:lnTo>
                  <a:lnTo>
                    <a:pt x="256" y="387"/>
                  </a:lnTo>
                  <a:lnTo>
                    <a:pt x="252" y="389"/>
                  </a:lnTo>
                  <a:lnTo>
                    <a:pt x="251" y="388"/>
                  </a:lnTo>
                  <a:lnTo>
                    <a:pt x="246" y="395"/>
                  </a:lnTo>
                  <a:lnTo>
                    <a:pt x="246" y="397"/>
                  </a:lnTo>
                  <a:lnTo>
                    <a:pt x="244" y="401"/>
                  </a:lnTo>
                  <a:lnTo>
                    <a:pt x="246" y="403"/>
                  </a:lnTo>
                  <a:lnTo>
                    <a:pt x="246" y="407"/>
                  </a:lnTo>
                  <a:lnTo>
                    <a:pt x="246" y="409"/>
                  </a:lnTo>
                  <a:lnTo>
                    <a:pt x="241" y="411"/>
                  </a:lnTo>
                  <a:lnTo>
                    <a:pt x="239" y="411"/>
                  </a:lnTo>
                  <a:lnTo>
                    <a:pt x="237" y="408"/>
                  </a:lnTo>
                  <a:lnTo>
                    <a:pt x="236" y="406"/>
                  </a:lnTo>
                  <a:lnTo>
                    <a:pt x="232" y="406"/>
                  </a:lnTo>
                  <a:lnTo>
                    <a:pt x="232" y="405"/>
                  </a:lnTo>
                  <a:lnTo>
                    <a:pt x="230" y="406"/>
                  </a:lnTo>
                  <a:lnTo>
                    <a:pt x="229" y="405"/>
                  </a:lnTo>
                  <a:lnTo>
                    <a:pt x="227" y="406"/>
                  </a:lnTo>
                  <a:lnTo>
                    <a:pt x="224" y="406"/>
                  </a:lnTo>
                  <a:lnTo>
                    <a:pt x="217" y="402"/>
                  </a:lnTo>
                  <a:lnTo>
                    <a:pt x="216" y="404"/>
                  </a:lnTo>
                  <a:lnTo>
                    <a:pt x="210" y="406"/>
                  </a:lnTo>
                  <a:lnTo>
                    <a:pt x="203" y="408"/>
                  </a:lnTo>
                  <a:lnTo>
                    <a:pt x="200" y="407"/>
                  </a:lnTo>
                  <a:lnTo>
                    <a:pt x="197" y="408"/>
                  </a:lnTo>
                  <a:lnTo>
                    <a:pt x="194" y="409"/>
                  </a:lnTo>
                  <a:lnTo>
                    <a:pt x="194" y="412"/>
                  </a:lnTo>
                  <a:lnTo>
                    <a:pt x="191" y="403"/>
                  </a:lnTo>
                  <a:lnTo>
                    <a:pt x="189" y="397"/>
                  </a:lnTo>
                  <a:lnTo>
                    <a:pt x="185" y="394"/>
                  </a:lnTo>
                  <a:lnTo>
                    <a:pt x="181" y="395"/>
                  </a:lnTo>
                  <a:lnTo>
                    <a:pt x="179" y="395"/>
                  </a:lnTo>
                  <a:lnTo>
                    <a:pt x="175" y="389"/>
                  </a:lnTo>
                  <a:lnTo>
                    <a:pt x="172" y="389"/>
                  </a:lnTo>
                  <a:lnTo>
                    <a:pt x="162" y="397"/>
                  </a:lnTo>
                  <a:lnTo>
                    <a:pt x="160" y="398"/>
                  </a:lnTo>
                  <a:lnTo>
                    <a:pt x="158" y="394"/>
                  </a:lnTo>
                  <a:lnTo>
                    <a:pt x="153" y="395"/>
                  </a:lnTo>
                  <a:lnTo>
                    <a:pt x="153" y="393"/>
                  </a:lnTo>
                  <a:lnTo>
                    <a:pt x="144" y="397"/>
                  </a:lnTo>
                  <a:lnTo>
                    <a:pt x="142" y="400"/>
                  </a:lnTo>
                  <a:lnTo>
                    <a:pt x="143" y="400"/>
                  </a:lnTo>
                  <a:lnTo>
                    <a:pt x="145" y="406"/>
                  </a:lnTo>
                  <a:lnTo>
                    <a:pt x="148" y="408"/>
                  </a:lnTo>
                  <a:lnTo>
                    <a:pt x="149" y="412"/>
                  </a:lnTo>
                  <a:lnTo>
                    <a:pt x="145" y="413"/>
                  </a:lnTo>
                  <a:lnTo>
                    <a:pt x="145" y="414"/>
                  </a:lnTo>
                  <a:lnTo>
                    <a:pt x="145" y="419"/>
                  </a:lnTo>
                  <a:lnTo>
                    <a:pt x="141" y="420"/>
                  </a:lnTo>
                  <a:lnTo>
                    <a:pt x="139" y="425"/>
                  </a:lnTo>
                  <a:lnTo>
                    <a:pt x="137" y="429"/>
                  </a:lnTo>
                  <a:lnTo>
                    <a:pt x="137" y="433"/>
                  </a:lnTo>
                  <a:lnTo>
                    <a:pt x="134" y="437"/>
                  </a:lnTo>
                  <a:lnTo>
                    <a:pt x="130" y="441"/>
                  </a:lnTo>
                  <a:lnTo>
                    <a:pt x="125" y="443"/>
                  </a:lnTo>
                  <a:lnTo>
                    <a:pt x="118" y="449"/>
                  </a:lnTo>
                  <a:lnTo>
                    <a:pt x="95" y="458"/>
                  </a:lnTo>
                  <a:lnTo>
                    <a:pt x="96" y="463"/>
                  </a:lnTo>
                  <a:lnTo>
                    <a:pt x="98" y="469"/>
                  </a:lnTo>
                  <a:lnTo>
                    <a:pt x="100" y="474"/>
                  </a:lnTo>
                  <a:lnTo>
                    <a:pt x="106" y="482"/>
                  </a:lnTo>
                  <a:lnTo>
                    <a:pt x="107" y="484"/>
                  </a:lnTo>
                  <a:lnTo>
                    <a:pt x="106" y="485"/>
                  </a:lnTo>
                  <a:lnTo>
                    <a:pt x="104" y="486"/>
                  </a:lnTo>
                  <a:lnTo>
                    <a:pt x="101" y="492"/>
                  </a:lnTo>
                  <a:lnTo>
                    <a:pt x="93" y="493"/>
                  </a:lnTo>
                  <a:lnTo>
                    <a:pt x="91" y="497"/>
                  </a:lnTo>
                  <a:lnTo>
                    <a:pt x="90" y="497"/>
                  </a:lnTo>
                  <a:lnTo>
                    <a:pt x="89" y="496"/>
                  </a:lnTo>
                  <a:lnTo>
                    <a:pt x="80" y="498"/>
                  </a:lnTo>
                  <a:lnTo>
                    <a:pt x="79" y="495"/>
                  </a:lnTo>
                  <a:lnTo>
                    <a:pt x="77" y="493"/>
                  </a:lnTo>
                  <a:lnTo>
                    <a:pt x="74" y="490"/>
                  </a:lnTo>
                  <a:lnTo>
                    <a:pt x="74" y="484"/>
                  </a:lnTo>
                  <a:lnTo>
                    <a:pt x="73" y="482"/>
                  </a:lnTo>
                  <a:lnTo>
                    <a:pt x="75" y="474"/>
                  </a:lnTo>
                  <a:lnTo>
                    <a:pt x="73" y="468"/>
                  </a:lnTo>
                  <a:lnTo>
                    <a:pt x="65" y="471"/>
                  </a:lnTo>
                  <a:lnTo>
                    <a:pt x="64" y="469"/>
                  </a:lnTo>
                  <a:lnTo>
                    <a:pt x="63" y="470"/>
                  </a:lnTo>
                  <a:lnTo>
                    <a:pt x="63" y="469"/>
                  </a:lnTo>
                  <a:lnTo>
                    <a:pt x="56" y="474"/>
                  </a:lnTo>
                  <a:lnTo>
                    <a:pt x="39" y="477"/>
                  </a:lnTo>
                  <a:lnTo>
                    <a:pt x="39" y="474"/>
                  </a:lnTo>
                  <a:lnTo>
                    <a:pt x="35" y="472"/>
                  </a:lnTo>
                  <a:lnTo>
                    <a:pt x="34" y="473"/>
                  </a:lnTo>
                  <a:lnTo>
                    <a:pt x="33" y="473"/>
                  </a:lnTo>
                  <a:lnTo>
                    <a:pt x="33" y="468"/>
                  </a:lnTo>
                  <a:lnTo>
                    <a:pt x="30" y="460"/>
                  </a:lnTo>
                  <a:lnTo>
                    <a:pt x="28" y="458"/>
                  </a:lnTo>
                  <a:lnTo>
                    <a:pt x="26" y="454"/>
                  </a:lnTo>
                  <a:lnTo>
                    <a:pt x="25" y="453"/>
                  </a:lnTo>
                  <a:lnTo>
                    <a:pt x="22" y="449"/>
                  </a:lnTo>
                  <a:lnTo>
                    <a:pt x="24" y="447"/>
                  </a:lnTo>
                  <a:lnTo>
                    <a:pt x="23" y="444"/>
                  </a:lnTo>
                  <a:lnTo>
                    <a:pt x="25" y="442"/>
                  </a:lnTo>
                  <a:lnTo>
                    <a:pt x="26" y="443"/>
                  </a:lnTo>
                  <a:lnTo>
                    <a:pt x="27" y="441"/>
                  </a:lnTo>
                  <a:lnTo>
                    <a:pt x="30" y="440"/>
                  </a:lnTo>
                  <a:lnTo>
                    <a:pt x="31" y="441"/>
                  </a:lnTo>
                  <a:lnTo>
                    <a:pt x="33" y="441"/>
                  </a:lnTo>
                  <a:lnTo>
                    <a:pt x="36" y="438"/>
                  </a:lnTo>
                  <a:lnTo>
                    <a:pt x="38" y="441"/>
                  </a:lnTo>
                  <a:lnTo>
                    <a:pt x="39" y="445"/>
                  </a:lnTo>
                  <a:lnTo>
                    <a:pt x="43" y="443"/>
                  </a:lnTo>
                  <a:lnTo>
                    <a:pt x="50" y="447"/>
                  </a:lnTo>
                  <a:lnTo>
                    <a:pt x="59" y="443"/>
                  </a:lnTo>
                  <a:lnTo>
                    <a:pt x="62" y="443"/>
                  </a:lnTo>
                  <a:lnTo>
                    <a:pt x="62" y="444"/>
                  </a:lnTo>
                  <a:lnTo>
                    <a:pt x="64" y="443"/>
                  </a:lnTo>
                  <a:lnTo>
                    <a:pt x="69" y="440"/>
                  </a:lnTo>
                  <a:lnTo>
                    <a:pt x="74" y="441"/>
                  </a:lnTo>
                  <a:lnTo>
                    <a:pt x="77" y="442"/>
                  </a:lnTo>
                  <a:lnTo>
                    <a:pt x="77" y="441"/>
                  </a:lnTo>
                  <a:lnTo>
                    <a:pt x="78" y="440"/>
                  </a:lnTo>
                  <a:lnTo>
                    <a:pt x="72" y="436"/>
                  </a:lnTo>
                  <a:lnTo>
                    <a:pt x="75" y="436"/>
                  </a:lnTo>
                  <a:lnTo>
                    <a:pt x="74" y="432"/>
                  </a:lnTo>
                  <a:lnTo>
                    <a:pt x="71" y="434"/>
                  </a:lnTo>
                  <a:lnTo>
                    <a:pt x="70" y="432"/>
                  </a:lnTo>
                  <a:lnTo>
                    <a:pt x="68" y="432"/>
                  </a:lnTo>
                  <a:lnTo>
                    <a:pt x="66" y="428"/>
                  </a:lnTo>
                  <a:lnTo>
                    <a:pt x="64" y="427"/>
                  </a:lnTo>
                  <a:lnTo>
                    <a:pt x="68" y="424"/>
                  </a:lnTo>
                  <a:lnTo>
                    <a:pt x="67" y="421"/>
                  </a:lnTo>
                  <a:lnTo>
                    <a:pt x="73" y="417"/>
                  </a:lnTo>
                  <a:lnTo>
                    <a:pt x="78" y="417"/>
                  </a:lnTo>
                  <a:lnTo>
                    <a:pt x="79" y="415"/>
                  </a:lnTo>
                  <a:lnTo>
                    <a:pt x="78" y="410"/>
                  </a:lnTo>
                  <a:lnTo>
                    <a:pt x="87" y="403"/>
                  </a:lnTo>
                  <a:lnTo>
                    <a:pt x="92" y="404"/>
                  </a:lnTo>
                  <a:lnTo>
                    <a:pt x="94" y="406"/>
                  </a:lnTo>
                  <a:lnTo>
                    <a:pt x="96" y="406"/>
                  </a:lnTo>
                  <a:lnTo>
                    <a:pt x="100" y="408"/>
                  </a:lnTo>
                  <a:lnTo>
                    <a:pt x="107" y="406"/>
                  </a:lnTo>
                  <a:lnTo>
                    <a:pt x="110" y="404"/>
                  </a:lnTo>
                  <a:lnTo>
                    <a:pt x="114" y="399"/>
                  </a:lnTo>
                  <a:lnTo>
                    <a:pt x="120" y="395"/>
                  </a:lnTo>
                  <a:lnTo>
                    <a:pt x="118" y="392"/>
                  </a:lnTo>
                  <a:lnTo>
                    <a:pt x="121" y="390"/>
                  </a:lnTo>
                  <a:lnTo>
                    <a:pt x="123" y="387"/>
                  </a:lnTo>
                  <a:lnTo>
                    <a:pt x="115" y="383"/>
                  </a:lnTo>
                  <a:lnTo>
                    <a:pt x="113" y="384"/>
                  </a:lnTo>
                  <a:lnTo>
                    <a:pt x="109" y="381"/>
                  </a:lnTo>
                  <a:lnTo>
                    <a:pt x="107" y="378"/>
                  </a:lnTo>
                  <a:lnTo>
                    <a:pt x="104" y="370"/>
                  </a:lnTo>
                  <a:lnTo>
                    <a:pt x="105" y="368"/>
                  </a:lnTo>
                  <a:lnTo>
                    <a:pt x="107" y="366"/>
                  </a:lnTo>
                  <a:lnTo>
                    <a:pt x="107" y="363"/>
                  </a:lnTo>
                  <a:lnTo>
                    <a:pt x="91" y="365"/>
                  </a:lnTo>
                  <a:lnTo>
                    <a:pt x="85" y="365"/>
                  </a:lnTo>
                  <a:lnTo>
                    <a:pt x="87" y="371"/>
                  </a:lnTo>
                  <a:lnTo>
                    <a:pt x="84" y="375"/>
                  </a:lnTo>
                  <a:lnTo>
                    <a:pt x="81" y="376"/>
                  </a:lnTo>
                  <a:lnTo>
                    <a:pt x="80" y="376"/>
                  </a:lnTo>
                  <a:lnTo>
                    <a:pt x="77" y="370"/>
                  </a:lnTo>
                  <a:lnTo>
                    <a:pt x="76" y="369"/>
                  </a:lnTo>
                  <a:lnTo>
                    <a:pt x="72" y="371"/>
                  </a:lnTo>
                  <a:lnTo>
                    <a:pt x="71" y="373"/>
                  </a:lnTo>
                  <a:lnTo>
                    <a:pt x="72" y="380"/>
                  </a:lnTo>
                  <a:lnTo>
                    <a:pt x="71" y="382"/>
                  </a:lnTo>
                  <a:lnTo>
                    <a:pt x="62" y="386"/>
                  </a:lnTo>
                  <a:lnTo>
                    <a:pt x="60" y="392"/>
                  </a:lnTo>
                  <a:lnTo>
                    <a:pt x="57" y="396"/>
                  </a:lnTo>
                  <a:lnTo>
                    <a:pt x="54" y="396"/>
                  </a:lnTo>
                  <a:lnTo>
                    <a:pt x="50" y="395"/>
                  </a:lnTo>
                  <a:lnTo>
                    <a:pt x="45" y="396"/>
                  </a:lnTo>
                  <a:lnTo>
                    <a:pt x="42" y="398"/>
                  </a:lnTo>
                  <a:lnTo>
                    <a:pt x="34" y="398"/>
                  </a:lnTo>
                  <a:lnTo>
                    <a:pt x="33" y="397"/>
                  </a:lnTo>
                  <a:lnTo>
                    <a:pt x="33" y="392"/>
                  </a:lnTo>
                  <a:lnTo>
                    <a:pt x="35" y="392"/>
                  </a:lnTo>
                  <a:lnTo>
                    <a:pt x="39" y="392"/>
                  </a:lnTo>
                  <a:lnTo>
                    <a:pt x="40" y="391"/>
                  </a:lnTo>
                  <a:lnTo>
                    <a:pt x="35" y="378"/>
                  </a:lnTo>
                  <a:lnTo>
                    <a:pt x="30" y="367"/>
                  </a:lnTo>
                  <a:lnTo>
                    <a:pt x="21" y="362"/>
                  </a:lnTo>
                  <a:lnTo>
                    <a:pt x="20" y="357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5" y="344"/>
                  </a:lnTo>
                  <a:lnTo>
                    <a:pt x="3" y="344"/>
                  </a:lnTo>
                  <a:lnTo>
                    <a:pt x="0" y="332"/>
                  </a:lnTo>
                  <a:lnTo>
                    <a:pt x="13" y="328"/>
                  </a:lnTo>
                  <a:lnTo>
                    <a:pt x="14" y="330"/>
                  </a:lnTo>
                  <a:lnTo>
                    <a:pt x="17" y="330"/>
                  </a:lnTo>
                  <a:lnTo>
                    <a:pt x="27" y="321"/>
                  </a:lnTo>
                  <a:lnTo>
                    <a:pt x="31" y="321"/>
                  </a:lnTo>
                  <a:lnTo>
                    <a:pt x="31" y="319"/>
                  </a:lnTo>
                  <a:lnTo>
                    <a:pt x="48" y="312"/>
                  </a:lnTo>
                  <a:lnTo>
                    <a:pt x="54" y="306"/>
                  </a:lnTo>
                  <a:lnTo>
                    <a:pt x="56" y="305"/>
                  </a:lnTo>
                  <a:lnTo>
                    <a:pt x="60" y="305"/>
                  </a:lnTo>
                  <a:lnTo>
                    <a:pt x="63" y="302"/>
                  </a:lnTo>
                  <a:lnTo>
                    <a:pt x="61" y="300"/>
                  </a:lnTo>
                  <a:lnTo>
                    <a:pt x="60" y="294"/>
                  </a:lnTo>
                  <a:lnTo>
                    <a:pt x="61" y="290"/>
                  </a:lnTo>
                  <a:lnTo>
                    <a:pt x="65" y="288"/>
                  </a:lnTo>
                  <a:lnTo>
                    <a:pt x="69" y="287"/>
                  </a:lnTo>
                  <a:lnTo>
                    <a:pt x="78" y="280"/>
                  </a:lnTo>
                  <a:lnTo>
                    <a:pt x="100" y="277"/>
                  </a:lnTo>
                  <a:lnTo>
                    <a:pt x="105" y="269"/>
                  </a:lnTo>
                  <a:lnTo>
                    <a:pt x="107" y="264"/>
                  </a:lnTo>
                  <a:lnTo>
                    <a:pt x="115" y="254"/>
                  </a:lnTo>
                  <a:lnTo>
                    <a:pt x="116" y="255"/>
                  </a:lnTo>
                  <a:lnTo>
                    <a:pt x="122" y="251"/>
                  </a:lnTo>
                  <a:lnTo>
                    <a:pt x="122" y="250"/>
                  </a:lnTo>
                  <a:lnTo>
                    <a:pt x="131" y="247"/>
                  </a:lnTo>
                  <a:lnTo>
                    <a:pt x="131" y="247"/>
                  </a:lnTo>
                  <a:lnTo>
                    <a:pt x="142" y="243"/>
                  </a:lnTo>
                  <a:lnTo>
                    <a:pt x="152" y="242"/>
                  </a:lnTo>
                  <a:lnTo>
                    <a:pt x="157" y="238"/>
                  </a:lnTo>
                  <a:lnTo>
                    <a:pt x="157" y="234"/>
                  </a:lnTo>
                  <a:lnTo>
                    <a:pt x="163" y="228"/>
                  </a:lnTo>
                  <a:lnTo>
                    <a:pt x="163" y="227"/>
                  </a:lnTo>
                  <a:lnTo>
                    <a:pt x="164" y="217"/>
                  </a:lnTo>
                  <a:lnTo>
                    <a:pt x="172" y="209"/>
                  </a:lnTo>
                  <a:lnTo>
                    <a:pt x="175" y="210"/>
                  </a:lnTo>
                  <a:lnTo>
                    <a:pt x="181" y="207"/>
                  </a:lnTo>
                  <a:lnTo>
                    <a:pt x="183" y="204"/>
                  </a:lnTo>
                  <a:lnTo>
                    <a:pt x="183" y="201"/>
                  </a:lnTo>
                  <a:lnTo>
                    <a:pt x="175" y="190"/>
                  </a:lnTo>
                  <a:lnTo>
                    <a:pt x="175" y="188"/>
                  </a:lnTo>
                  <a:lnTo>
                    <a:pt x="174" y="187"/>
                  </a:lnTo>
                  <a:lnTo>
                    <a:pt x="171" y="187"/>
                  </a:lnTo>
                  <a:lnTo>
                    <a:pt x="170" y="184"/>
                  </a:lnTo>
                  <a:lnTo>
                    <a:pt x="167" y="182"/>
                  </a:lnTo>
                  <a:lnTo>
                    <a:pt x="167" y="182"/>
                  </a:lnTo>
                  <a:lnTo>
                    <a:pt x="160" y="180"/>
                  </a:lnTo>
                  <a:lnTo>
                    <a:pt x="157" y="180"/>
                  </a:lnTo>
                  <a:lnTo>
                    <a:pt x="156" y="176"/>
                  </a:lnTo>
                  <a:lnTo>
                    <a:pt x="159" y="171"/>
                  </a:lnTo>
                  <a:lnTo>
                    <a:pt x="157" y="166"/>
                  </a:lnTo>
                  <a:lnTo>
                    <a:pt x="153" y="166"/>
                  </a:lnTo>
                  <a:lnTo>
                    <a:pt x="152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4" y="160"/>
                  </a:lnTo>
                  <a:lnTo>
                    <a:pt x="143" y="160"/>
                  </a:lnTo>
                  <a:lnTo>
                    <a:pt x="145" y="154"/>
                  </a:lnTo>
                  <a:lnTo>
                    <a:pt x="145" y="152"/>
                  </a:lnTo>
                  <a:lnTo>
                    <a:pt x="141" y="152"/>
                  </a:lnTo>
                  <a:lnTo>
                    <a:pt x="126" y="152"/>
                  </a:lnTo>
                  <a:lnTo>
                    <a:pt x="116" y="155"/>
                  </a:lnTo>
                  <a:lnTo>
                    <a:pt x="110" y="152"/>
                  </a:lnTo>
                  <a:lnTo>
                    <a:pt x="97" y="154"/>
                  </a:lnTo>
                  <a:lnTo>
                    <a:pt x="91" y="152"/>
                  </a:lnTo>
                  <a:lnTo>
                    <a:pt x="89" y="149"/>
                  </a:lnTo>
                  <a:lnTo>
                    <a:pt x="85" y="147"/>
                  </a:lnTo>
                  <a:lnTo>
                    <a:pt x="83" y="144"/>
                  </a:lnTo>
                  <a:lnTo>
                    <a:pt x="80" y="142"/>
                  </a:lnTo>
                  <a:lnTo>
                    <a:pt x="76" y="144"/>
                  </a:lnTo>
                  <a:lnTo>
                    <a:pt x="75" y="143"/>
                  </a:lnTo>
                  <a:lnTo>
                    <a:pt x="75" y="143"/>
                  </a:lnTo>
                  <a:lnTo>
                    <a:pt x="77" y="141"/>
                  </a:lnTo>
                  <a:lnTo>
                    <a:pt x="78" y="135"/>
                  </a:lnTo>
                  <a:lnTo>
                    <a:pt x="82" y="132"/>
                  </a:lnTo>
                  <a:lnTo>
                    <a:pt x="81" y="123"/>
                  </a:lnTo>
                  <a:lnTo>
                    <a:pt x="80" y="122"/>
                  </a:lnTo>
                  <a:lnTo>
                    <a:pt x="81" y="117"/>
                  </a:lnTo>
                  <a:lnTo>
                    <a:pt x="85" y="119"/>
                  </a:lnTo>
                  <a:lnTo>
                    <a:pt x="88" y="117"/>
                  </a:lnTo>
                  <a:lnTo>
                    <a:pt x="87" y="115"/>
                  </a:lnTo>
                  <a:lnTo>
                    <a:pt x="91" y="114"/>
                  </a:lnTo>
                  <a:lnTo>
                    <a:pt x="93" y="117"/>
                  </a:lnTo>
                  <a:lnTo>
                    <a:pt x="96" y="117"/>
                  </a:lnTo>
                  <a:lnTo>
                    <a:pt x="97" y="116"/>
                  </a:lnTo>
                  <a:lnTo>
                    <a:pt x="99" y="116"/>
                  </a:lnTo>
                  <a:lnTo>
                    <a:pt x="104" y="118"/>
                  </a:lnTo>
                  <a:lnTo>
                    <a:pt x="107" y="118"/>
                  </a:lnTo>
                  <a:lnTo>
                    <a:pt x="110" y="130"/>
                  </a:lnTo>
                  <a:lnTo>
                    <a:pt x="111" y="132"/>
                  </a:lnTo>
                  <a:lnTo>
                    <a:pt x="114" y="131"/>
                  </a:lnTo>
                  <a:lnTo>
                    <a:pt x="115" y="133"/>
                  </a:lnTo>
                  <a:lnTo>
                    <a:pt x="120" y="136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5" y="131"/>
                  </a:lnTo>
                  <a:lnTo>
                    <a:pt x="141" y="133"/>
                  </a:lnTo>
                  <a:lnTo>
                    <a:pt x="147" y="121"/>
                  </a:lnTo>
                  <a:lnTo>
                    <a:pt x="151" y="115"/>
                  </a:lnTo>
                  <a:lnTo>
                    <a:pt x="151" y="112"/>
                  </a:lnTo>
                  <a:lnTo>
                    <a:pt x="147" y="106"/>
                  </a:lnTo>
                  <a:lnTo>
                    <a:pt x="153" y="103"/>
                  </a:lnTo>
                  <a:lnTo>
                    <a:pt x="165" y="102"/>
                  </a:lnTo>
                  <a:lnTo>
                    <a:pt x="179" y="103"/>
                  </a:lnTo>
                  <a:lnTo>
                    <a:pt x="190" y="101"/>
                  </a:lnTo>
                  <a:lnTo>
                    <a:pt x="189" y="98"/>
                  </a:lnTo>
                  <a:lnTo>
                    <a:pt x="186" y="97"/>
                  </a:lnTo>
                  <a:lnTo>
                    <a:pt x="182" y="96"/>
                  </a:lnTo>
                  <a:lnTo>
                    <a:pt x="181" y="94"/>
                  </a:lnTo>
                  <a:lnTo>
                    <a:pt x="180" y="88"/>
                  </a:lnTo>
                  <a:lnTo>
                    <a:pt x="181" y="82"/>
                  </a:lnTo>
                  <a:lnTo>
                    <a:pt x="181" y="76"/>
                  </a:lnTo>
                  <a:lnTo>
                    <a:pt x="186" y="76"/>
                  </a:lnTo>
                  <a:lnTo>
                    <a:pt x="188" y="78"/>
                  </a:lnTo>
                  <a:lnTo>
                    <a:pt x="188" y="81"/>
                  </a:lnTo>
                  <a:lnTo>
                    <a:pt x="190" y="81"/>
                  </a:lnTo>
                  <a:lnTo>
                    <a:pt x="189" y="84"/>
                  </a:lnTo>
                  <a:lnTo>
                    <a:pt x="191" y="85"/>
                  </a:lnTo>
                  <a:lnTo>
                    <a:pt x="194" y="85"/>
                  </a:lnTo>
                  <a:lnTo>
                    <a:pt x="200" y="80"/>
                  </a:lnTo>
                  <a:lnTo>
                    <a:pt x="208" y="81"/>
                  </a:lnTo>
                  <a:lnTo>
                    <a:pt x="217" y="79"/>
                  </a:lnTo>
                  <a:lnTo>
                    <a:pt x="218" y="80"/>
                  </a:lnTo>
                  <a:lnTo>
                    <a:pt x="219" y="66"/>
                  </a:lnTo>
                  <a:lnTo>
                    <a:pt x="223" y="54"/>
                  </a:lnTo>
                  <a:lnTo>
                    <a:pt x="223" y="49"/>
                  </a:lnTo>
                  <a:lnTo>
                    <a:pt x="224" y="45"/>
                  </a:lnTo>
                  <a:lnTo>
                    <a:pt x="221" y="40"/>
                  </a:lnTo>
                  <a:lnTo>
                    <a:pt x="219" y="40"/>
                  </a:lnTo>
                  <a:lnTo>
                    <a:pt x="216" y="37"/>
                  </a:lnTo>
                  <a:lnTo>
                    <a:pt x="209" y="37"/>
                  </a:lnTo>
                  <a:lnTo>
                    <a:pt x="212" y="31"/>
                  </a:lnTo>
                  <a:lnTo>
                    <a:pt x="211" y="31"/>
                  </a:lnTo>
                  <a:lnTo>
                    <a:pt x="213" y="24"/>
                  </a:lnTo>
                  <a:lnTo>
                    <a:pt x="211" y="14"/>
                  </a:lnTo>
                  <a:lnTo>
                    <a:pt x="216" y="14"/>
                  </a:lnTo>
                  <a:lnTo>
                    <a:pt x="225" y="18"/>
                  </a:lnTo>
                  <a:lnTo>
                    <a:pt x="227" y="21"/>
                  </a:lnTo>
                  <a:lnTo>
                    <a:pt x="231" y="21"/>
                  </a:lnTo>
                  <a:lnTo>
                    <a:pt x="238" y="23"/>
                  </a:lnTo>
                  <a:lnTo>
                    <a:pt x="239" y="22"/>
                  </a:lnTo>
                  <a:lnTo>
                    <a:pt x="241" y="19"/>
                  </a:lnTo>
                  <a:lnTo>
                    <a:pt x="243" y="20"/>
                  </a:lnTo>
                  <a:lnTo>
                    <a:pt x="248" y="18"/>
                  </a:lnTo>
                  <a:lnTo>
                    <a:pt x="249" y="17"/>
                  </a:lnTo>
                  <a:lnTo>
                    <a:pt x="246" y="16"/>
                  </a:lnTo>
                  <a:lnTo>
                    <a:pt x="249" y="13"/>
                  </a:lnTo>
                  <a:lnTo>
                    <a:pt x="244" y="12"/>
                  </a:lnTo>
                  <a:lnTo>
                    <a:pt x="246" y="8"/>
                  </a:lnTo>
                  <a:lnTo>
                    <a:pt x="249" y="7"/>
                  </a:lnTo>
                  <a:lnTo>
                    <a:pt x="252" y="8"/>
                  </a:lnTo>
                  <a:lnTo>
                    <a:pt x="254" y="7"/>
                  </a:lnTo>
                  <a:lnTo>
                    <a:pt x="258" y="6"/>
                  </a:lnTo>
                  <a:lnTo>
                    <a:pt x="257" y="11"/>
                  </a:lnTo>
                  <a:lnTo>
                    <a:pt x="259" y="17"/>
                  </a:lnTo>
                  <a:lnTo>
                    <a:pt x="261" y="19"/>
                  </a:lnTo>
                  <a:lnTo>
                    <a:pt x="268" y="21"/>
                  </a:lnTo>
                  <a:lnTo>
                    <a:pt x="278" y="24"/>
                  </a:lnTo>
                  <a:lnTo>
                    <a:pt x="281" y="24"/>
                  </a:lnTo>
                  <a:lnTo>
                    <a:pt x="285" y="26"/>
                  </a:lnTo>
                  <a:lnTo>
                    <a:pt x="288" y="31"/>
                  </a:lnTo>
                  <a:lnTo>
                    <a:pt x="290" y="32"/>
                  </a:lnTo>
                  <a:lnTo>
                    <a:pt x="292" y="36"/>
                  </a:lnTo>
                  <a:lnTo>
                    <a:pt x="284" y="48"/>
                  </a:lnTo>
                  <a:lnTo>
                    <a:pt x="285" y="52"/>
                  </a:lnTo>
                  <a:lnTo>
                    <a:pt x="284" y="55"/>
                  </a:lnTo>
                  <a:lnTo>
                    <a:pt x="279" y="55"/>
                  </a:lnTo>
                  <a:lnTo>
                    <a:pt x="273" y="60"/>
                  </a:lnTo>
                  <a:lnTo>
                    <a:pt x="271" y="68"/>
                  </a:lnTo>
                  <a:lnTo>
                    <a:pt x="271" y="73"/>
                  </a:lnTo>
                  <a:lnTo>
                    <a:pt x="273" y="79"/>
                  </a:lnTo>
                  <a:lnTo>
                    <a:pt x="269" y="96"/>
                  </a:lnTo>
                  <a:lnTo>
                    <a:pt x="268" y="98"/>
                  </a:lnTo>
                  <a:lnTo>
                    <a:pt x="257" y="106"/>
                  </a:lnTo>
                  <a:lnTo>
                    <a:pt x="254" y="107"/>
                  </a:lnTo>
                  <a:lnTo>
                    <a:pt x="251" y="107"/>
                  </a:lnTo>
                  <a:lnTo>
                    <a:pt x="231" y="106"/>
                  </a:lnTo>
                  <a:lnTo>
                    <a:pt x="235" y="135"/>
                  </a:lnTo>
                  <a:lnTo>
                    <a:pt x="232" y="136"/>
                  </a:lnTo>
                  <a:lnTo>
                    <a:pt x="232" y="138"/>
                  </a:lnTo>
                  <a:lnTo>
                    <a:pt x="233" y="141"/>
                  </a:lnTo>
                  <a:lnTo>
                    <a:pt x="238" y="141"/>
                  </a:lnTo>
                  <a:lnTo>
                    <a:pt x="238" y="144"/>
                  </a:lnTo>
                  <a:lnTo>
                    <a:pt x="240" y="147"/>
                  </a:lnTo>
                  <a:lnTo>
                    <a:pt x="241" y="157"/>
                  </a:lnTo>
                  <a:lnTo>
                    <a:pt x="284" y="151"/>
                  </a:lnTo>
                  <a:lnTo>
                    <a:pt x="300" y="153"/>
                  </a:lnTo>
                  <a:lnTo>
                    <a:pt x="307" y="155"/>
                  </a:lnTo>
                  <a:lnTo>
                    <a:pt x="311" y="168"/>
                  </a:lnTo>
                  <a:lnTo>
                    <a:pt x="318" y="177"/>
                  </a:lnTo>
                  <a:lnTo>
                    <a:pt x="327" y="185"/>
                  </a:lnTo>
                  <a:lnTo>
                    <a:pt x="339" y="187"/>
                  </a:lnTo>
                  <a:lnTo>
                    <a:pt x="339" y="190"/>
                  </a:lnTo>
                  <a:lnTo>
                    <a:pt x="343" y="190"/>
                  </a:lnTo>
                  <a:lnTo>
                    <a:pt x="348" y="189"/>
                  </a:lnTo>
                  <a:lnTo>
                    <a:pt x="352" y="190"/>
                  </a:lnTo>
                  <a:lnTo>
                    <a:pt x="359" y="186"/>
                  </a:lnTo>
                  <a:lnTo>
                    <a:pt x="359" y="180"/>
                  </a:lnTo>
                  <a:lnTo>
                    <a:pt x="362" y="169"/>
                  </a:lnTo>
                  <a:lnTo>
                    <a:pt x="366" y="163"/>
                  </a:lnTo>
                  <a:lnTo>
                    <a:pt x="386" y="160"/>
                  </a:lnTo>
                  <a:lnTo>
                    <a:pt x="388" y="159"/>
                  </a:lnTo>
                  <a:lnTo>
                    <a:pt x="395" y="148"/>
                  </a:lnTo>
                  <a:lnTo>
                    <a:pt x="404" y="144"/>
                  </a:lnTo>
                  <a:lnTo>
                    <a:pt x="410" y="142"/>
                  </a:lnTo>
                  <a:lnTo>
                    <a:pt x="413" y="140"/>
                  </a:lnTo>
                  <a:lnTo>
                    <a:pt x="418" y="141"/>
                  </a:lnTo>
                  <a:lnTo>
                    <a:pt x="423" y="137"/>
                  </a:lnTo>
                  <a:lnTo>
                    <a:pt x="426" y="138"/>
                  </a:lnTo>
                  <a:lnTo>
                    <a:pt x="426" y="135"/>
                  </a:lnTo>
                  <a:lnTo>
                    <a:pt x="424" y="130"/>
                  </a:lnTo>
                  <a:lnTo>
                    <a:pt x="422" y="130"/>
                  </a:lnTo>
                  <a:lnTo>
                    <a:pt x="420" y="129"/>
                  </a:lnTo>
                  <a:lnTo>
                    <a:pt x="418" y="123"/>
                  </a:lnTo>
                  <a:lnTo>
                    <a:pt x="423" y="121"/>
                  </a:lnTo>
                  <a:lnTo>
                    <a:pt x="425" y="117"/>
                  </a:lnTo>
                  <a:lnTo>
                    <a:pt x="426" y="116"/>
                  </a:lnTo>
                  <a:lnTo>
                    <a:pt x="428" y="118"/>
                  </a:lnTo>
                  <a:lnTo>
                    <a:pt x="429" y="117"/>
                  </a:lnTo>
                  <a:lnTo>
                    <a:pt x="429" y="111"/>
                  </a:lnTo>
                  <a:lnTo>
                    <a:pt x="431" y="110"/>
                  </a:lnTo>
                  <a:lnTo>
                    <a:pt x="434" y="111"/>
                  </a:lnTo>
                  <a:lnTo>
                    <a:pt x="442" y="118"/>
                  </a:lnTo>
                  <a:lnTo>
                    <a:pt x="445" y="116"/>
                  </a:lnTo>
                  <a:lnTo>
                    <a:pt x="446" y="116"/>
                  </a:lnTo>
                  <a:lnTo>
                    <a:pt x="450" y="120"/>
                  </a:lnTo>
                  <a:lnTo>
                    <a:pt x="459" y="116"/>
                  </a:lnTo>
                  <a:lnTo>
                    <a:pt x="461" y="116"/>
                  </a:lnTo>
                  <a:lnTo>
                    <a:pt x="472" y="110"/>
                  </a:lnTo>
                  <a:lnTo>
                    <a:pt x="470" y="105"/>
                  </a:lnTo>
                  <a:lnTo>
                    <a:pt x="482" y="99"/>
                  </a:lnTo>
                  <a:lnTo>
                    <a:pt x="486" y="100"/>
                  </a:lnTo>
                  <a:lnTo>
                    <a:pt x="487" y="94"/>
                  </a:lnTo>
                  <a:lnTo>
                    <a:pt x="490" y="94"/>
                  </a:lnTo>
                  <a:lnTo>
                    <a:pt x="491" y="92"/>
                  </a:lnTo>
                  <a:close/>
                  <a:moveTo>
                    <a:pt x="132" y="0"/>
                  </a:moveTo>
                  <a:lnTo>
                    <a:pt x="135" y="1"/>
                  </a:lnTo>
                  <a:lnTo>
                    <a:pt x="136" y="4"/>
                  </a:lnTo>
                  <a:lnTo>
                    <a:pt x="140" y="5"/>
                  </a:lnTo>
                  <a:lnTo>
                    <a:pt x="151" y="5"/>
                  </a:lnTo>
                  <a:lnTo>
                    <a:pt x="152" y="13"/>
                  </a:lnTo>
                  <a:lnTo>
                    <a:pt x="155" y="13"/>
                  </a:lnTo>
                  <a:lnTo>
                    <a:pt x="154" y="20"/>
                  </a:lnTo>
                  <a:lnTo>
                    <a:pt x="155" y="20"/>
                  </a:lnTo>
                  <a:lnTo>
                    <a:pt x="152" y="28"/>
                  </a:lnTo>
                  <a:lnTo>
                    <a:pt x="149" y="29"/>
                  </a:lnTo>
                  <a:lnTo>
                    <a:pt x="148" y="32"/>
                  </a:lnTo>
                  <a:lnTo>
                    <a:pt x="150" y="47"/>
                  </a:lnTo>
                  <a:lnTo>
                    <a:pt x="139" y="48"/>
                  </a:lnTo>
                  <a:lnTo>
                    <a:pt x="133" y="51"/>
                  </a:lnTo>
                  <a:lnTo>
                    <a:pt x="124" y="49"/>
                  </a:lnTo>
                  <a:lnTo>
                    <a:pt x="118" y="51"/>
                  </a:lnTo>
                  <a:lnTo>
                    <a:pt x="110" y="54"/>
                  </a:lnTo>
                  <a:lnTo>
                    <a:pt x="102" y="56"/>
                  </a:lnTo>
                  <a:lnTo>
                    <a:pt x="92" y="61"/>
                  </a:lnTo>
                  <a:lnTo>
                    <a:pt x="91" y="61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90" y="37"/>
                  </a:lnTo>
                  <a:lnTo>
                    <a:pt x="91" y="34"/>
                  </a:lnTo>
                  <a:lnTo>
                    <a:pt x="87" y="32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0" y="27"/>
                  </a:lnTo>
                  <a:lnTo>
                    <a:pt x="79" y="28"/>
                  </a:lnTo>
                  <a:lnTo>
                    <a:pt x="74" y="25"/>
                  </a:lnTo>
                  <a:lnTo>
                    <a:pt x="73" y="26"/>
                  </a:lnTo>
                  <a:lnTo>
                    <a:pt x="70" y="23"/>
                  </a:lnTo>
                  <a:lnTo>
                    <a:pt x="63" y="26"/>
                  </a:lnTo>
                  <a:lnTo>
                    <a:pt x="65" y="20"/>
                  </a:lnTo>
                  <a:lnTo>
                    <a:pt x="70" y="13"/>
                  </a:lnTo>
                  <a:lnTo>
                    <a:pt x="71" y="9"/>
                  </a:lnTo>
                  <a:lnTo>
                    <a:pt x="74" y="6"/>
                  </a:lnTo>
                  <a:lnTo>
                    <a:pt x="83" y="11"/>
                  </a:lnTo>
                  <a:lnTo>
                    <a:pt x="87" y="15"/>
                  </a:lnTo>
                  <a:lnTo>
                    <a:pt x="91" y="16"/>
                  </a:lnTo>
                  <a:lnTo>
                    <a:pt x="96" y="17"/>
                  </a:lnTo>
                  <a:lnTo>
                    <a:pt x="102" y="25"/>
                  </a:lnTo>
                  <a:lnTo>
                    <a:pt x="105" y="26"/>
                  </a:lnTo>
                  <a:lnTo>
                    <a:pt x="109" y="26"/>
                  </a:lnTo>
                  <a:lnTo>
                    <a:pt x="116" y="24"/>
                  </a:lnTo>
                  <a:lnTo>
                    <a:pt x="119" y="21"/>
                  </a:lnTo>
                  <a:lnTo>
                    <a:pt x="120" y="18"/>
                  </a:lnTo>
                  <a:lnTo>
                    <a:pt x="127" y="13"/>
                  </a:lnTo>
                  <a:lnTo>
                    <a:pt x="126" y="11"/>
                  </a:lnTo>
                  <a:lnTo>
                    <a:pt x="128" y="10"/>
                  </a:lnTo>
                  <a:lnTo>
                    <a:pt x="133" y="7"/>
                  </a:lnTo>
                  <a:lnTo>
                    <a:pt x="134" y="5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0" name="Freeform 23">
              <a:extLst>
                <a:ext uri="{FF2B5EF4-FFF2-40B4-BE49-F238E27FC236}">
                  <a16:creationId xmlns:a16="http://schemas.microsoft.com/office/drawing/2014/main" id="{C9CCF070-9626-471E-BECC-9AE392BF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1904" y="2916163"/>
              <a:ext cx="510164" cy="406667"/>
            </a:xfrm>
            <a:custGeom>
              <a:avLst/>
              <a:gdLst>
                <a:gd name="T0" fmla="*/ 436 w 488"/>
                <a:gd name="T1" fmla="*/ 6 h 389"/>
                <a:gd name="T2" fmla="*/ 488 w 488"/>
                <a:gd name="T3" fmla="*/ 57 h 389"/>
                <a:gd name="T4" fmla="*/ 458 w 488"/>
                <a:gd name="T5" fmla="*/ 100 h 389"/>
                <a:gd name="T6" fmla="*/ 457 w 488"/>
                <a:gd name="T7" fmla="*/ 119 h 389"/>
                <a:gd name="T8" fmla="*/ 460 w 488"/>
                <a:gd name="T9" fmla="*/ 133 h 389"/>
                <a:gd name="T10" fmla="*/ 451 w 488"/>
                <a:gd name="T11" fmla="*/ 154 h 389"/>
                <a:gd name="T12" fmla="*/ 452 w 488"/>
                <a:gd name="T13" fmla="*/ 177 h 389"/>
                <a:gd name="T14" fmla="*/ 437 w 488"/>
                <a:gd name="T15" fmla="*/ 203 h 389"/>
                <a:gd name="T16" fmla="*/ 417 w 488"/>
                <a:gd name="T17" fmla="*/ 214 h 389"/>
                <a:gd name="T18" fmla="*/ 407 w 488"/>
                <a:gd name="T19" fmla="*/ 223 h 389"/>
                <a:gd name="T20" fmla="*/ 400 w 488"/>
                <a:gd name="T21" fmla="*/ 233 h 389"/>
                <a:gd name="T22" fmla="*/ 419 w 488"/>
                <a:gd name="T23" fmla="*/ 255 h 389"/>
                <a:gd name="T24" fmla="*/ 433 w 488"/>
                <a:gd name="T25" fmla="*/ 272 h 389"/>
                <a:gd name="T26" fmla="*/ 443 w 488"/>
                <a:gd name="T27" fmla="*/ 292 h 389"/>
                <a:gd name="T28" fmla="*/ 452 w 488"/>
                <a:gd name="T29" fmla="*/ 317 h 389"/>
                <a:gd name="T30" fmla="*/ 450 w 488"/>
                <a:gd name="T31" fmla="*/ 335 h 389"/>
                <a:gd name="T32" fmla="*/ 447 w 488"/>
                <a:gd name="T33" fmla="*/ 343 h 389"/>
                <a:gd name="T34" fmla="*/ 435 w 488"/>
                <a:gd name="T35" fmla="*/ 348 h 389"/>
                <a:gd name="T36" fmla="*/ 422 w 488"/>
                <a:gd name="T37" fmla="*/ 354 h 389"/>
                <a:gd name="T38" fmla="*/ 400 w 488"/>
                <a:gd name="T39" fmla="*/ 367 h 389"/>
                <a:gd name="T40" fmla="*/ 384 w 488"/>
                <a:gd name="T41" fmla="*/ 378 h 389"/>
                <a:gd name="T42" fmla="*/ 368 w 488"/>
                <a:gd name="T43" fmla="*/ 386 h 389"/>
                <a:gd name="T44" fmla="*/ 362 w 488"/>
                <a:gd name="T45" fmla="*/ 367 h 389"/>
                <a:gd name="T46" fmla="*/ 354 w 488"/>
                <a:gd name="T47" fmla="*/ 363 h 389"/>
                <a:gd name="T48" fmla="*/ 348 w 488"/>
                <a:gd name="T49" fmla="*/ 338 h 389"/>
                <a:gd name="T50" fmla="*/ 333 w 488"/>
                <a:gd name="T51" fmla="*/ 324 h 389"/>
                <a:gd name="T52" fmla="*/ 305 w 488"/>
                <a:gd name="T53" fmla="*/ 327 h 389"/>
                <a:gd name="T54" fmla="*/ 281 w 488"/>
                <a:gd name="T55" fmla="*/ 331 h 389"/>
                <a:gd name="T56" fmla="*/ 275 w 488"/>
                <a:gd name="T57" fmla="*/ 337 h 389"/>
                <a:gd name="T58" fmla="*/ 260 w 488"/>
                <a:gd name="T59" fmla="*/ 351 h 389"/>
                <a:gd name="T60" fmla="*/ 245 w 488"/>
                <a:gd name="T61" fmla="*/ 345 h 389"/>
                <a:gd name="T62" fmla="*/ 243 w 488"/>
                <a:gd name="T63" fmla="*/ 323 h 389"/>
                <a:gd name="T64" fmla="*/ 218 w 488"/>
                <a:gd name="T65" fmla="*/ 319 h 389"/>
                <a:gd name="T66" fmla="*/ 185 w 488"/>
                <a:gd name="T67" fmla="*/ 310 h 389"/>
                <a:gd name="T68" fmla="*/ 169 w 488"/>
                <a:gd name="T69" fmla="*/ 286 h 389"/>
                <a:gd name="T70" fmla="*/ 145 w 488"/>
                <a:gd name="T71" fmla="*/ 269 h 389"/>
                <a:gd name="T72" fmla="*/ 61 w 488"/>
                <a:gd name="T73" fmla="*/ 276 h 389"/>
                <a:gd name="T74" fmla="*/ 83 w 488"/>
                <a:gd name="T75" fmla="*/ 258 h 389"/>
                <a:gd name="T76" fmla="*/ 98 w 488"/>
                <a:gd name="T77" fmla="*/ 244 h 389"/>
                <a:gd name="T78" fmla="*/ 85 w 488"/>
                <a:gd name="T79" fmla="*/ 225 h 389"/>
                <a:gd name="T80" fmla="*/ 43 w 488"/>
                <a:gd name="T81" fmla="*/ 190 h 389"/>
                <a:gd name="T82" fmla="*/ 9 w 488"/>
                <a:gd name="T83" fmla="*/ 189 h 389"/>
                <a:gd name="T84" fmla="*/ 6 w 488"/>
                <a:gd name="T85" fmla="*/ 172 h 389"/>
                <a:gd name="T86" fmla="*/ 16 w 488"/>
                <a:gd name="T87" fmla="*/ 155 h 389"/>
                <a:gd name="T88" fmla="*/ 48 w 488"/>
                <a:gd name="T89" fmla="*/ 125 h 389"/>
                <a:gd name="T90" fmla="*/ 54 w 488"/>
                <a:gd name="T91" fmla="*/ 128 h 389"/>
                <a:gd name="T92" fmla="*/ 64 w 488"/>
                <a:gd name="T93" fmla="*/ 127 h 389"/>
                <a:gd name="T94" fmla="*/ 82 w 488"/>
                <a:gd name="T95" fmla="*/ 142 h 389"/>
                <a:gd name="T96" fmla="*/ 123 w 488"/>
                <a:gd name="T97" fmla="*/ 149 h 389"/>
                <a:gd name="T98" fmla="*/ 145 w 488"/>
                <a:gd name="T99" fmla="*/ 162 h 389"/>
                <a:gd name="T100" fmla="*/ 162 w 488"/>
                <a:gd name="T101" fmla="*/ 152 h 389"/>
                <a:gd name="T102" fmla="*/ 177 w 488"/>
                <a:gd name="T103" fmla="*/ 147 h 389"/>
                <a:gd name="T104" fmla="*/ 210 w 488"/>
                <a:gd name="T105" fmla="*/ 133 h 389"/>
                <a:gd name="T106" fmla="*/ 237 w 488"/>
                <a:gd name="T107" fmla="*/ 103 h 389"/>
                <a:gd name="T108" fmla="*/ 239 w 488"/>
                <a:gd name="T109" fmla="*/ 87 h 389"/>
                <a:gd name="T110" fmla="*/ 244 w 488"/>
                <a:gd name="T111" fmla="*/ 73 h 389"/>
                <a:gd name="T112" fmla="*/ 234 w 488"/>
                <a:gd name="T113" fmla="*/ 57 h 389"/>
                <a:gd name="T114" fmla="*/ 242 w 488"/>
                <a:gd name="T115" fmla="*/ 31 h 389"/>
                <a:gd name="T116" fmla="*/ 279 w 488"/>
                <a:gd name="T117" fmla="*/ 13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8" h="389">
                  <a:moveTo>
                    <a:pt x="332" y="3"/>
                  </a:moveTo>
                  <a:lnTo>
                    <a:pt x="345" y="15"/>
                  </a:lnTo>
                  <a:lnTo>
                    <a:pt x="354" y="17"/>
                  </a:lnTo>
                  <a:lnTo>
                    <a:pt x="362" y="18"/>
                  </a:lnTo>
                  <a:lnTo>
                    <a:pt x="436" y="6"/>
                  </a:lnTo>
                  <a:lnTo>
                    <a:pt x="448" y="8"/>
                  </a:lnTo>
                  <a:lnTo>
                    <a:pt x="460" y="7"/>
                  </a:lnTo>
                  <a:lnTo>
                    <a:pt x="462" y="9"/>
                  </a:lnTo>
                  <a:lnTo>
                    <a:pt x="478" y="46"/>
                  </a:lnTo>
                  <a:lnTo>
                    <a:pt x="488" y="57"/>
                  </a:lnTo>
                  <a:lnTo>
                    <a:pt x="488" y="57"/>
                  </a:lnTo>
                  <a:lnTo>
                    <a:pt x="478" y="69"/>
                  </a:lnTo>
                  <a:lnTo>
                    <a:pt x="466" y="89"/>
                  </a:lnTo>
                  <a:lnTo>
                    <a:pt x="463" y="96"/>
                  </a:lnTo>
                  <a:lnTo>
                    <a:pt x="458" y="100"/>
                  </a:lnTo>
                  <a:lnTo>
                    <a:pt x="459" y="103"/>
                  </a:lnTo>
                  <a:lnTo>
                    <a:pt x="459" y="105"/>
                  </a:lnTo>
                  <a:lnTo>
                    <a:pt x="460" y="108"/>
                  </a:lnTo>
                  <a:lnTo>
                    <a:pt x="457" y="114"/>
                  </a:lnTo>
                  <a:lnTo>
                    <a:pt x="457" y="119"/>
                  </a:lnTo>
                  <a:lnTo>
                    <a:pt x="458" y="121"/>
                  </a:lnTo>
                  <a:lnTo>
                    <a:pt x="462" y="122"/>
                  </a:lnTo>
                  <a:lnTo>
                    <a:pt x="463" y="125"/>
                  </a:lnTo>
                  <a:lnTo>
                    <a:pt x="461" y="128"/>
                  </a:lnTo>
                  <a:lnTo>
                    <a:pt x="460" y="133"/>
                  </a:lnTo>
                  <a:lnTo>
                    <a:pt x="460" y="138"/>
                  </a:lnTo>
                  <a:lnTo>
                    <a:pt x="452" y="142"/>
                  </a:lnTo>
                  <a:lnTo>
                    <a:pt x="450" y="145"/>
                  </a:lnTo>
                  <a:lnTo>
                    <a:pt x="447" y="152"/>
                  </a:lnTo>
                  <a:lnTo>
                    <a:pt x="451" y="154"/>
                  </a:lnTo>
                  <a:lnTo>
                    <a:pt x="464" y="159"/>
                  </a:lnTo>
                  <a:lnTo>
                    <a:pt x="458" y="165"/>
                  </a:lnTo>
                  <a:lnTo>
                    <a:pt x="456" y="172"/>
                  </a:lnTo>
                  <a:lnTo>
                    <a:pt x="454" y="176"/>
                  </a:lnTo>
                  <a:lnTo>
                    <a:pt x="452" y="177"/>
                  </a:lnTo>
                  <a:lnTo>
                    <a:pt x="451" y="180"/>
                  </a:lnTo>
                  <a:lnTo>
                    <a:pt x="447" y="184"/>
                  </a:lnTo>
                  <a:lnTo>
                    <a:pt x="444" y="192"/>
                  </a:lnTo>
                  <a:lnTo>
                    <a:pt x="443" y="201"/>
                  </a:lnTo>
                  <a:lnTo>
                    <a:pt x="437" y="203"/>
                  </a:lnTo>
                  <a:lnTo>
                    <a:pt x="435" y="206"/>
                  </a:lnTo>
                  <a:lnTo>
                    <a:pt x="433" y="209"/>
                  </a:lnTo>
                  <a:lnTo>
                    <a:pt x="422" y="214"/>
                  </a:lnTo>
                  <a:lnTo>
                    <a:pt x="419" y="214"/>
                  </a:lnTo>
                  <a:lnTo>
                    <a:pt x="417" y="214"/>
                  </a:lnTo>
                  <a:lnTo>
                    <a:pt x="416" y="212"/>
                  </a:lnTo>
                  <a:lnTo>
                    <a:pt x="407" y="214"/>
                  </a:lnTo>
                  <a:lnTo>
                    <a:pt x="405" y="217"/>
                  </a:lnTo>
                  <a:lnTo>
                    <a:pt x="406" y="221"/>
                  </a:lnTo>
                  <a:lnTo>
                    <a:pt x="407" y="223"/>
                  </a:lnTo>
                  <a:lnTo>
                    <a:pt x="407" y="226"/>
                  </a:lnTo>
                  <a:lnTo>
                    <a:pt x="401" y="228"/>
                  </a:lnTo>
                  <a:lnTo>
                    <a:pt x="400" y="230"/>
                  </a:lnTo>
                  <a:lnTo>
                    <a:pt x="399" y="231"/>
                  </a:lnTo>
                  <a:lnTo>
                    <a:pt x="400" y="233"/>
                  </a:lnTo>
                  <a:lnTo>
                    <a:pt x="406" y="234"/>
                  </a:lnTo>
                  <a:lnTo>
                    <a:pt x="413" y="238"/>
                  </a:lnTo>
                  <a:lnTo>
                    <a:pt x="414" y="247"/>
                  </a:lnTo>
                  <a:lnTo>
                    <a:pt x="417" y="250"/>
                  </a:lnTo>
                  <a:lnTo>
                    <a:pt x="419" y="255"/>
                  </a:lnTo>
                  <a:lnTo>
                    <a:pt x="421" y="258"/>
                  </a:lnTo>
                  <a:lnTo>
                    <a:pt x="422" y="256"/>
                  </a:lnTo>
                  <a:lnTo>
                    <a:pt x="428" y="261"/>
                  </a:lnTo>
                  <a:lnTo>
                    <a:pt x="429" y="266"/>
                  </a:lnTo>
                  <a:lnTo>
                    <a:pt x="433" y="272"/>
                  </a:lnTo>
                  <a:lnTo>
                    <a:pt x="436" y="271"/>
                  </a:lnTo>
                  <a:lnTo>
                    <a:pt x="436" y="274"/>
                  </a:lnTo>
                  <a:lnTo>
                    <a:pt x="429" y="277"/>
                  </a:lnTo>
                  <a:lnTo>
                    <a:pt x="440" y="294"/>
                  </a:lnTo>
                  <a:lnTo>
                    <a:pt x="443" y="292"/>
                  </a:lnTo>
                  <a:lnTo>
                    <a:pt x="442" y="293"/>
                  </a:lnTo>
                  <a:lnTo>
                    <a:pt x="449" y="300"/>
                  </a:lnTo>
                  <a:lnTo>
                    <a:pt x="460" y="303"/>
                  </a:lnTo>
                  <a:lnTo>
                    <a:pt x="453" y="310"/>
                  </a:lnTo>
                  <a:lnTo>
                    <a:pt x="452" y="317"/>
                  </a:lnTo>
                  <a:lnTo>
                    <a:pt x="449" y="322"/>
                  </a:lnTo>
                  <a:lnTo>
                    <a:pt x="448" y="328"/>
                  </a:lnTo>
                  <a:lnTo>
                    <a:pt x="449" y="332"/>
                  </a:lnTo>
                  <a:lnTo>
                    <a:pt x="449" y="333"/>
                  </a:lnTo>
                  <a:lnTo>
                    <a:pt x="450" y="335"/>
                  </a:lnTo>
                  <a:lnTo>
                    <a:pt x="453" y="337"/>
                  </a:lnTo>
                  <a:lnTo>
                    <a:pt x="454" y="338"/>
                  </a:lnTo>
                  <a:lnTo>
                    <a:pt x="455" y="340"/>
                  </a:lnTo>
                  <a:lnTo>
                    <a:pt x="454" y="342"/>
                  </a:lnTo>
                  <a:lnTo>
                    <a:pt x="447" y="343"/>
                  </a:lnTo>
                  <a:lnTo>
                    <a:pt x="444" y="343"/>
                  </a:lnTo>
                  <a:lnTo>
                    <a:pt x="442" y="343"/>
                  </a:lnTo>
                  <a:lnTo>
                    <a:pt x="438" y="347"/>
                  </a:lnTo>
                  <a:lnTo>
                    <a:pt x="436" y="347"/>
                  </a:lnTo>
                  <a:lnTo>
                    <a:pt x="435" y="348"/>
                  </a:lnTo>
                  <a:lnTo>
                    <a:pt x="433" y="348"/>
                  </a:lnTo>
                  <a:lnTo>
                    <a:pt x="432" y="349"/>
                  </a:lnTo>
                  <a:lnTo>
                    <a:pt x="432" y="349"/>
                  </a:lnTo>
                  <a:lnTo>
                    <a:pt x="428" y="353"/>
                  </a:lnTo>
                  <a:lnTo>
                    <a:pt x="422" y="354"/>
                  </a:lnTo>
                  <a:lnTo>
                    <a:pt x="416" y="359"/>
                  </a:lnTo>
                  <a:lnTo>
                    <a:pt x="413" y="360"/>
                  </a:lnTo>
                  <a:lnTo>
                    <a:pt x="411" y="362"/>
                  </a:lnTo>
                  <a:lnTo>
                    <a:pt x="406" y="363"/>
                  </a:lnTo>
                  <a:lnTo>
                    <a:pt x="400" y="367"/>
                  </a:lnTo>
                  <a:lnTo>
                    <a:pt x="400" y="370"/>
                  </a:lnTo>
                  <a:lnTo>
                    <a:pt x="393" y="370"/>
                  </a:lnTo>
                  <a:lnTo>
                    <a:pt x="390" y="372"/>
                  </a:lnTo>
                  <a:lnTo>
                    <a:pt x="389" y="375"/>
                  </a:lnTo>
                  <a:lnTo>
                    <a:pt x="384" y="378"/>
                  </a:lnTo>
                  <a:lnTo>
                    <a:pt x="381" y="379"/>
                  </a:lnTo>
                  <a:lnTo>
                    <a:pt x="373" y="378"/>
                  </a:lnTo>
                  <a:lnTo>
                    <a:pt x="373" y="382"/>
                  </a:lnTo>
                  <a:lnTo>
                    <a:pt x="372" y="384"/>
                  </a:lnTo>
                  <a:lnTo>
                    <a:pt x="368" y="386"/>
                  </a:lnTo>
                  <a:lnTo>
                    <a:pt x="368" y="389"/>
                  </a:lnTo>
                  <a:lnTo>
                    <a:pt x="366" y="389"/>
                  </a:lnTo>
                  <a:lnTo>
                    <a:pt x="362" y="383"/>
                  </a:lnTo>
                  <a:lnTo>
                    <a:pt x="364" y="372"/>
                  </a:lnTo>
                  <a:lnTo>
                    <a:pt x="362" y="367"/>
                  </a:lnTo>
                  <a:lnTo>
                    <a:pt x="364" y="362"/>
                  </a:lnTo>
                  <a:lnTo>
                    <a:pt x="363" y="356"/>
                  </a:lnTo>
                  <a:lnTo>
                    <a:pt x="362" y="356"/>
                  </a:lnTo>
                  <a:lnTo>
                    <a:pt x="357" y="362"/>
                  </a:lnTo>
                  <a:lnTo>
                    <a:pt x="354" y="363"/>
                  </a:lnTo>
                  <a:lnTo>
                    <a:pt x="346" y="349"/>
                  </a:lnTo>
                  <a:lnTo>
                    <a:pt x="347" y="346"/>
                  </a:lnTo>
                  <a:lnTo>
                    <a:pt x="349" y="344"/>
                  </a:lnTo>
                  <a:lnTo>
                    <a:pt x="347" y="343"/>
                  </a:lnTo>
                  <a:lnTo>
                    <a:pt x="348" y="338"/>
                  </a:lnTo>
                  <a:lnTo>
                    <a:pt x="346" y="331"/>
                  </a:lnTo>
                  <a:lnTo>
                    <a:pt x="344" y="332"/>
                  </a:lnTo>
                  <a:lnTo>
                    <a:pt x="340" y="329"/>
                  </a:lnTo>
                  <a:lnTo>
                    <a:pt x="336" y="327"/>
                  </a:lnTo>
                  <a:lnTo>
                    <a:pt x="333" y="324"/>
                  </a:lnTo>
                  <a:lnTo>
                    <a:pt x="322" y="330"/>
                  </a:lnTo>
                  <a:lnTo>
                    <a:pt x="319" y="337"/>
                  </a:lnTo>
                  <a:lnTo>
                    <a:pt x="316" y="337"/>
                  </a:lnTo>
                  <a:lnTo>
                    <a:pt x="308" y="334"/>
                  </a:lnTo>
                  <a:lnTo>
                    <a:pt x="305" y="327"/>
                  </a:lnTo>
                  <a:lnTo>
                    <a:pt x="303" y="325"/>
                  </a:lnTo>
                  <a:lnTo>
                    <a:pt x="302" y="324"/>
                  </a:lnTo>
                  <a:lnTo>
                    <a:pt x="286" y="332"/>
                  </a:lnTo>
                  <a:lnTo>
                    <a:pt x="285" y="333"/>
                  </a:lnTo>
                  <a:lnTo>
                    <a:pt x="281" y="331"/>
                  </a:lnTo>
                  <a:lnTo>
                    <a:pt x="280" y="334"/>
                  </a:lnTo>
                  <a:lnTo>
                    <a:pt x="278" y="334"/>
                  </a:lnTo>
                  <a:lnTo>
                    <a:pt x="277" y="335"/>
                  </a:lnTo>
                  <a:lnTo>
                    <a:pt x="275" y="335"/>
                  </a:lnTo>
                  <a:lnTo>
                    <a:pt x="275" y="337"/>
                  </a:lnTo>
                  <a:lnTo>
                    <a:pt x="270" y="340"/>
                  </a:lnTo>
                  <a:lnTo>
                    <a:pt x="268" y="340"/>
                  </a:lnTo>
                  <a:lnTo>
                    <a:pt x="268" y="340"/>
                  </a:lnTo>
                  <a:lnTo>
                    <a:pt x="266" y="342"/>
                  </a:lnTo>
                  <a:lnTo>
                    <a:pt x="260" y="351"/>
                  </a:lnTo>
                  <a:lnTo>
                    <a:pt x="258" y="351"/>
                  </a:lnTo>
                  <a:lnTo>
                    <a:pt x="255" y="351"/>
                  </a:lnTo>
                  <a:lnTo>
                    <a:pt x="252" y="352"/>
                  </a:lnTo>
                  <a:lnTo>
                    <a:pt x="250" y="349"/>
                  </a:lnTo>
                  <a:lnTo>
                    <a:pt x="245" y="345"/>
                  </a:lnTo>
                  <a:lnTo>
                    <a:pt x="243" y="339"/>
                  </a:lnTo>
                  <a:lnTo>
                    <a:pt x="246" y="334"/>
                  </a:lnTo>
                  <a:lnTo>
                    <a:pt x="246" y="331"/>
                  </a:lnTo>
                  <a:lnTo>
                    <a:pt x="244" y="326"/>
                  </a:lnTo>
                  <a:lnTo>
                    <a:pt x="243" y="323"/>
                  </a:lnTo>
                  <a:lnTo>
                    <a:pt x="240" y="318"/>
                  </a:lnTo>
                  <a:lnTo>
                    <a:pt x="234" y="319"/>
                  </a:lnTo>
                  <a:lnTo>
                    <a:pt x="229" y="318"/>
                  </a:lnTo>
                  <a:lnTo>
                    <a:pt x="221" y="321"/>
                  </a:lnTo>
                  <a:lnTo>
                    <a:pt x="218" y="319"/>
                  </a:lnTo>
                  <a:lnTo>
                    <a:pt x="214" y="318"/>
                  </a:lnTo>
                  <a:lnTo>
                    <a:pt x="212" y="318"/>
                  </a:lnTo>
                  <a:lnTo>
                    <a:pt x="202" y="315"/>
                  </a:lnTo>
                  <a:lnTo>
                    <a:pt x="189" y="313"/>
                  </a:lnTo>
                  <a:lnTo>
                    <a:pt x="185" y="310"/>
                  </a:lnTo>
                  <a:lnTo>
                    <a:pt x="184" y="312"/>
                  </a:lnTo>
                  <a:lnTo>
                    <a:pt x="171" y="313"/>
                  </a:lnTo>
                  <a:lnTo>
                    <a:pt x="170" y="311"/>
                  </a:lnTo>
                  <a:lnTo>
                    <a:pt x="170" y="294"/>
                  </a:lnTo>
                  <a:lnTo>
                    <a:pt x="169" y="286"/>
                  </a:lnTo>
                  <a:lnTo>
                    <a:pt x="171" y="277"/>
                  </a:lnTo>
                  <a:lnTo>
                    <a:pt x="170" y="272"/>
                  </a:lnTo>
                  <a:lnTo>
                    <a:pt x="168" y="271"/>
                  </a:lnTo>
                  <a:lnTo>
                    <a:pt x="155" y="265"/>
                  </a:lnTo>
                  <a:lnTo>
                    <a:pt x="145" y="269"/>
                  </a:lnTo>
                  <a:lnTo>
                    <a:pt x="145" y="269"/>
                  </a:lnTo>
                  <a:lnTo>
                    <a:pt x="122" y="281"/>
                  </a:lnTo>
                  <a:lnTo>
                    <a:pt x="104" y="281"/>
                  </a:lnTo>
                  <a:lnTo>
                    <a:pt x="84" y="285"/>
                  </a:lnTo>
                  <a:lnTo>
                    <a:pt x="61" y="276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8" y="263"/>
                  </a:lnTo>
                  <a:lnTo>
                    <a:pt x="73" y="261"/>
                  </a:lnTo>
                  <a:lnTo>
                    <a:pt x="83" y="258"/>
                  </a:lnTo>
                  <a:lnTo>
                    <a:pt x="88" y="256"/>
                  </a:lnTo>
                  <a:lnTo>
                    <a:pt x="90" y="253"/>
                  </a:lnTo>
                  <a:lnTo>
                    <a:pt x="94" y="252"/>
                  </a:lnTo>
                  <a:lnTo>
                    <a:pt x="96" y="250"/>
                  </a:lnTo>
                  <a:lnTo>
                    <a:pt x="98" y="244"/>
                  </a:lnTo>
                  <a:lnTo>
                    <a:pt x="98" y="233"/>
                  </a:lnTo>
                  <a:lnTo>
                    <a:pt x="97" y="231"/>
                  </a:lnTo>
                  <a:lnTo>
                    <a:pt x="93" y="230"/>
                  </a:lnTo>
                  <a:lnTo>
                    <a:pt x="89" y="229"/>
                  </a:lnTo>
                  <a:lnTo>
                    <a:pt x="85" y="225"/>
                  </a:lnTo>
                  <a:lnTo>
                    <a:pt x="80" y="220"/>
                  </a:lnTo>
                  <a:lnTo>
                    <a:pt x="65" y="203"/>
                  </a:lnTo>
                  <a:lnTo>
                    <a:pt x="59" y="201"/>
                  </a:lnTo>
                  <a:lnTo>
                    <a:pt x="49" y="193"/>
                  </a:lnTo>
                  <a:lnTo>
                    <a:pt x="43" y="190"/>
                  </a:lnTo>
                  <a:lnTo>
                    <a:pt x="45" y="187"/>
                  </a:lnTo>
                  <a:lnTo>
                    <a:pt x="40" y="184"/>
                  </a:lnTo>
                  <a:lnTo>
                    <a:pt x="35" y="184"/>
                  </a:lnTo>
                  <a:lnTo>
                    <a:pt x="33" y="182"/>
                  </a:lnTo>
                  <a:lnTo>
                    <a:pt x="9" y="189"/>
                  </a:lnTo>
                  <a:lnTo>
                    <a:pt x="1" y="187"/>
                  </a:lnTo>
                  <a:lnTo>
                    <a:pt x="0" y="182"/>
                  </a:lnTo>
                  <a:lnTo>
                    <a:pt x="0" y="176"/>
                  </a:lnTo>
                  <a:lnTo>
                    <a:pt x="5" y="174"/>
                  </a:lnTo>
                  <a:lnTo>
                    <a:pt x="6" y="172"/>
                  </a:lnTo>
                  <a:lnTo>
                    <a:pt x="14" y="166"/>
                  </a:lnTo>
                  <a:lnTo>
                    <a:pt x="16" y="163"/>
                  </a:lnTo>
                  <a:lnTo>
                    <a:pt x="16" y="160"/>
                  </a:lnTo>
                  <a:lnTo>
                    <a:pt x="17" y="159"/>
                  </a:lnTo>
                  <a:lnTo>
                    <a:pt x="16" y="155"/>
                  </a:lnTo>
                  <a:lnTo>
                    <a:pt x="16" y="151"/>
                  </a:lnTo>
                  <a:lnTo>
                    <a:pt x="24" y="141"/>
                  </a:lnTo>
                  <a:lnTo>
                    <a:pt x="43" y="129"/>
                  </a:lnTo>
                  <a:lnTo>
                    <a:pt x="46" y="130"/>
                  </a:lnTo>
                  <a:lnTo>
                    <a:pt x="48" y="125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3" y="127"/>
                  </a:lnTo>
                  <a:lnTo>
                    <a:pt x="53" y="127"/>
                  </a:lnTo>
                  <a:lnTo>
                    <a:pt x="54" y="128"/>
                  </a:lnTo>
                  <a:lnTo>
                    <a:pt x="56" y="127"/>
                  </a:lnTo>
                  <a:lnTo>
                    <a:pt x="56" y="129"/>
                  </a:lnTo>
                  <a:lnTo>
                    <a:pt x="57" y="128"/>
                  </a:lnTo>
                  <a:lnTo>
                    <a:pt x="60" y="130"/>
                  </a:lnTo>
                  <a:lnTo>
                    <a:pt x="64" y="127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8" y="129"/>
                  </a:lnTo>
                  <a:lnTo>
                    <a:pt x="69" y="135"/>
                  </a:lnTo>
                  <a:lnTo>
                    <a:pt x="82" y="142"/>
                  </a:lnTo>
                  <a:lnTo>
                    <a:pt x="82" y="142"/>
                  </a:lnTo>
                  <a:lnTo>
                    <a:pt x="106" y="155"/>
                  </a:lnTo>
                  <a:lnTo>
                    <a:pt x="108" y="152"/>
                  </a:lnTo>
                  <a:lnTo>
                    <a:pt x="112" y="152"/>
                  </a:lnTo>
                  <a:lnTo>
                    <a:pt x="123" y="149"/>
                  </a:lnTo>
                  <a:lnTo>
                    <a:pt x="137" y="149"/>
                  </a:lnTo>
                  <a:lnTo>
                    <a:pt x="139" y="157"/>
                  </a:lnTo>
                  <a:lnTo>
                    <a:pt x="137" y="162"/>
                  </a:lnTo>
                  <a:lnTo>
                    <a:pt x="139" y="163"/>
                  </a:lnTo>
                  <a:lnTo>
                    <a:pt x="145" y="162"/>
                  </a:lnTo>
                  <a:lnTo>
                    <a:pt x="148" y="160"/>
                  </a:lnTo>
                  <a:lnTo>
                    <a:pt x="157" y="157"/>
                  </a:lnTo>
                  <a:lnTo>
                    <a:pt x="159" y="157"/>
                  </a:lnTo>
                  <a:lnTo>
                    <a:pt x="159" y="155"/>
                  </a:lnTo>
                  <a:lnTo>
                    <a:pt x="162" y="152"/>
                  </a:lnTo>
                  <a:lnTo>
                    <a:pt x="163" y="152"/>
                  </a:lnTo>
                  <a:lnTo>
                    <a:pt x="165" y="152"/>
                  </a:lnTo>
                  <a:lnTo>
                    <a:pt x="172" y="151"/>
                  </a:lnTo>
                  <a:lnTo>
                    <a:pt x="174" y="148"/>
                  </a:lnTo>
                  <a:lnTo>
                    <a:pt x="177" y="147"/>
                  </a:lnTo>
                  <a:lnTo>
                    <a:pt x="190" y="149"/>
                  </a:lnTo>
                  <a:lnTo>
                    <a:pt x="199" y="149"/>
                  </a:lnTo>
                  <a:lnTo>
                    <a:pt x="203" y="146"/>
                  </a:lnTo>
                  <a:lnTo>
                    <a:pt x="204" y="141"/>
                  </a:lnTo>
                  <a:lnTo>
                    <a:pt x="210" y="133"/>
                  </a:lnTo>
                  <a:lnTo>
                    <a:pt x="215" y="130"/>
                  </a:lnTo>
                  <a:lnTo>
                    <a:pt x="215" y="124"/>
                  </a:lnTo>
                  <a:lnTo>
                    <a:pt x="226" y="124"/>
                  </a:lnTo>
                  <a:lnTo>
                    <a:pt x="232" y="113"/>
                  </a:lnTo>
                  <a:lnTo>
                    <a:pt x="237" y="103"/>
                  </a:lnTo>
                  <a:lnTo>
                    <a:pt x="237" y="100"/>
                  </a:lnTo>
                  <a:lnTo>
                    <a:pt x="235" y="99"/>
                  </a:lnTo>
                  <a:lnTo>
                    <a:pt x="234" y="96"/>
                  </a:lnTo>
                  <a:lnTo>
                    <a:pt x="235" y="93"/>
                  </a:lnTo>
                  <a:lnTo>
                    <a:pt x="239" y="87"/>
                  </a:lnTo>
                  <a:lnTo>
                    <a:pt x="243" y="84"/>
                  </a:lnTo>
                  <a:lnTo>
                    <a:pt x="248" y="83"/>
                  </a:lnTo>
                  <a:lnTo>
                    <a:pt x="246" y="81"/>
                  </a:lnTo>
                  <a:lnTo>
                    <a:pt x="245" y="74"/>
                  </a:lnTo>
                  <a:lnTo>
                    <a:pt x="244" y="73"/>
                  </a:lnTo>
                  <a:lnTo>
                    <a:pt x="244" y="70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39" y="62"/>
                  </a:lnTo>
                  <a:lnTo>
                    <a:pt x="234" y="57"/>
                  </a:lnTo>
                  <a:lnTo>
                    <a:pt x="231" y="50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7" y="40"/>
                  </a:lnTo>
                  <a:lnTo>
                    <a:pt x="242" y="31"/>
                  </a:lnTo>
                  <a:lnTo>
                    <a:pt x="245" y="30"/>
                  </a:lnTo>
                  <a:lnTo>
                    <a:pt x="249" y="29"/>
                  </a:lnTo>
                  <a:lnTo>
                    <a:pt x="250" y="23"/>
                  </a:lnTo>
                  <a:lnTo>
                    <a:pt x="261" y="22"/>
                  </a:lnTo>
                  <a:lnTo>
                    <a:pt x="279" y="13"/>
                  </a:lnTo>
                  <a:lnTo>
                    <a:pt x="319" y="1"/>
                  </a:lnTo>
                  <a:lnTo>
                    <a:pt x="321" y="0"/>
                  </a:lnTo>
                  <a:lnTo>
                    <a:pt x="332" y="3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1" name="Freeform 24">
              <a:extLst>
                <a:ext uri="{FF2B5EF4-FFF2-40B4-BE49-F238E27FC236}">
                  <a16:creationId xmlns:a16="http://schemas.microsoft.com/office/drawing/2014/main" id="{5F5C2273-C6D3-488C-9BD4-5439F8EBF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59805" y="2341184"/>
              <a:ext cx="725520" cy="388895"/>
            </a:xfrm>
            <a:custGeom>
              <a:avLst/>
              <a:gdLst>
                <a:gd name="T0" fmla="*/ 624 w 694"/>
                <a:gd name="T1" fmla="*/ 238 h 372"/>
                <a:gd name="T2" fmla="*/ 694 w 694"/>
                <a:gd name="T3" fmla="*/ 199 h 372"/>
                <a:gd name="T4" fmla="*/ 95 w 694"/>
                <a:gd name="T5" fmla="*/ 22 h 372"/>
                <a:gd name="T6" fmla="*/ 138 w 694"/>
                <a:gd name="T7" fmla="*/ 28 h 372"/>
                <a:gd name="T8" fmla="*/ 166 w 694"/>
                <a:gd name="T9" fmla="*/ 48 h 372"/>
                <a:gd name="T10" fmla="*/ 245 w 694"/>
                <a:gd name="T11" fmla="*/ 30 h 372"/>
                <a:gd name="T12" fmla="*/ 376 w 694"/>
                <a:gd name="T13" fmla="*/ 36 h 372"/>
                <a:gd name="T14" fmla="*/ 411 w 694"/>
                <a:gd name="T15" fmla="*/ 44 h 372"/>
                <a:gd name="T16" fmla="*/ 588 w 694"/>
                <a:gd name="T17" fmla="*/ 238 h 372"/>
                <a:gd name="T18" fmla="*/ 577 w 694"/>
                <a:gd name="T19" fmla="*/ 254 h 372"/>
                <a:gd name="T20" fmla="*/ 558 w 694"/>
                <a:gd name="T21" fmla="*/ 241 h 372"/>
                <a:gd name="T22" fmla="*/ 557 w 694"/>
                <a:gd name="T23" fmla="*/ 227 h 372"/>
                <a:gd name="T24" fmla="*/ 534 w 694"/>
                <a:gd name="T25" fmla="*/ 219 h 372"/>
                <a:gd name="T26" fmla="*/ 548 w 694"/>
                <a:gd name="T27" fmla="*/ 205 h 372"/>
                <a:gd name="T28" fmla="*/ 526 w 694"/>
                <a:gd name="T29" fmla="*/ 194 h 372"/>
                <a:gd name="T30" fmla="*/ 512 w 694"/>
                <a:gd name="T31" fmla="*/ 201 h 372"/>
                <a:gd name="T32" fmla="*/ 489 w 694"/>
                <a:gd name="T33" fmla="*/ 211 h 372"/>
                <a:gd name="T34" fmla="*/ 481 w 694"/>
                <a:gd name="T35" fmla="*/ 216 h 372"/>
                <a:gd name="T36" fmla="*/ 500 w 694"/>
                <a:gd name="T37" fmla="*/ 216 h 372"/>
                <a:gd name="T38" fmla="*/ 517 w 694"/>
                <a:gd name="T39" fmla="*/ 217 h 372"/>
                <a:gd name="T40" fmla="*/ 520 w 694"/>
                <a:gd name="T41" fmla="*/ 231 h 372"/>
                <a:gd name="T42" fmla="*/ 496 w 694"/>
                <a:gd name="T43" fmla="*/ 251 h 372"/>
                <a:gd name="T44" fmla="*/ 464 w 694"/>
                <a:gd name="T45" fmla="*/ 257 h 372"/>
                <a:gd name="T46" fmla="*/ 447 w 694"/>
                <a:gd name="T47" fmla="*/ 247 h 372"/>
                <a:gd name="T48" fmla="*/ 430 w 694"/>
                <a:gd name="T49" fmla="*/ 243 h 372"/>
                <a:gd name="T50" fmla="*/ 407 w 694"/>
                <a:gd name="T51" fmla="*/ 231 h 372"/>
                <a:gd name="T52" fmla="*/ 399 w 694"/>
                <a:gd name="T53" fmla="*/ 226 h 372"/>
                <a:gd name="T54" fmla="*/ 390 w 694"/>
                <a:gd name="T55" fmla="*/ 242 h 372"/>
                <a:gd name="T56" fmla="*/ 365 w 694"/>
                <a:gd name="T57" fmla="*/ 250 h 372"/>
                <a:gd name="T58" fmla="*/ 333 w 694"/>
                <a:gd name="T59" fmla="*/ 240 h 372"/>
                <a:gd name="T60" fmla="*/ 313 w 694"/>
                <a:gd name="T61" fmla="*/ 241 h 372"/>
                <a:gd name="T62" fmla="*/ 299 w 694"/>
                <a:gd name="T63" fmla="*/ 235 h 372"/>
                <a:gd name="T64" fmla="*/ 275 w 694"/>
                <a:gd name="T65" fmla="*/ 257 h 372"/>
                <a:gd name="T66" fmla="*/ 310 w 694"/>
                <a:gd name="T67" fmla="*/ 286 h 372"/>
                <a:gd name="T68" fmla="*/ 305 w 694"/>
                <a:gd name="T69" fmla="*/ 294 h 372"/>
                <a:gd name="T70" fmla="*/ 295 w 694"/>
                <a:gd name="T71" fmla="*/ 301 h 372"/>
                <a:gd name="T72" fmla="*/ 278 w 694"/>
                <a:gd name="T73" fmla="*/ 303 h 372"/>
                <a:gd name="T74" fmla="*/ 262 w 694"/>
                <a:gd name="T75" fmla="*/ 309 h 372"/>
                <a:gd name="T76" fmla="*/ 248 w 694"/>
                <a:gd name="T77" fmla="*/ 331 h 372"/>
                <a:gd name="T78" fmla="*/ 222 w 694"/>
                <a:gd name="T79" fmla="*/ 372 h 372"/>
                <a:gd name="T80" fmla="*/ 193 w 694"/>
                <a:gd name="T81" fmla="*/ 336 h 372"/>
                <a:gd name="T82" fmla="*/ 209 w 694"/>
                <a:gd name="T83" fmla="*/ 308 h 372"/>
                <a:gd name="T84" fmla="*/ 190 w 694"/>
                <a:gd name="T85" fmla="*/ 292 h 372"/>
                <a:gd name="T86" fmla="*/ 174 w 694"/>
                <a:gd name="T87" fmla="*/ 262 h 372"/>
                <a:gd name="T88" fmla="*/ 184 w 694"/>
                <a:gd name="T89" fmla="*/ 224 h 372"/>
                <a:gd name="T90" fmla="*/ 178 w 694"/>
                <a:gd name="T91" fmla="*/ 195 h 372"/>
                <a:gd name="T92" fmla="*/ 139 w 694"/>
                <a:gd name="T93" fmla="*/ 183 h 372"/>
                <a:gd name="T94" fmla="*/ 139 w 694"/>
                <a:gd name="T95" fmla="*/ 161 h 372"/>
                <a:gd name="T96" fmla="*/ 139 w 694"/>
                <a:gd name="T97" fmla="*/ 148 h 372"/>
                <a:gd name="T98" fmla="*/ 122 w 694"/>
                <a:gd name="T99" fmla="*/ 146 h 372"/>
                <a:gd name="T100" fmla="*/ 114 w 694"/>
                <a:gd name="T101" fmla="*/ 131 h 372"/>
                <a:gd name="T102" fmla="*/ 63 w 694"/>
                <a:gd name="T103" fmla="*/ 106 h 372"/>
                <a:gd name="T104" fmla="*/ 68 w 694"/>
                <a:gd name="T105" fmla="*/ 85 h 372"/>
                <a:gd name="T106" fmla="*/ 99 w 694"/>
                <a:gd name="T107" fmla="*/ 101 h 372"/>
                <a:gd name="T108" fmla="*/ 118 w 694"/>
                <a:gd name="T109" fmla="*/ 90 h 372"/>
                <a:gd name="T110" fmla="*/ 125 w 694"/>
                <a:gd name="T111" fmla="*/ 77 h 372"/>
                <a:gd name="T112" fmla="*/ 112 w 694"/>
                <a:gd name="T113" fmla="*/ 51 h 372"/>
                <a:gd name="T114" fmla="*/ 92 w 694"/>
                <a:gd name="T115" fmla="*/ 52 h 372"/>
                <a:gd name="T116" fmla="*/ 64 w 694"/>
                <a:gd name="T117" fmla="*/ 65 h 372"/>
                <a:gd name="T118" fmla="*/ 41 w 694"/>
                <a:gd name="T119" fmla="*/ 59 h 372"/>
                <a:gd name="T120" fmla="*/ 19 w 694"/>
                <a:gd name="T121" fmla="*/ 49 h 372"/>
                <a:gd name="T122" fmla="*/ 0 w 694"/>
                <a:gd name="T123" fmla="*/ 11 h 372"/>
                <a:gd name="T124" fmla="*/ 27 w 694"/>
                <a:gd name="T125" fmla="*/ 1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4" h="372">
                  <a:moveTo>
                    <a:pt x="694" y="199"/>
                  </a:moveTo>
                  <a:lnTo>
                    <a:pt x="661" y="227"/>
                  </a:lnTo>
                  <a:lnTo>
                    <a:pt x="633" y="245"/>
                  </a:lnTo>
                  <a:lnTo>
                    <a:pt x="633" y="243"/>
                  </a:lnTo>
                  <a:lnTo>
                    <a:pt x="635" y="241"/>
                  </a:lnTo>
                  <a:lnTo>
                    <a:pt x="632" y="240"/>
                  </a:lnTo>
                  <a:lnTo>
                    <a:pt x="631" y="240"/>
                  </a:lnTo>
                  <a:lnTo>
                    <a:pt x="625" y="238"/>
                  </a:lnTo>
                  <a:lnTo>
                    <a:pt x="624" y="238"/>
                  </a:lnTo>
                  <a:lnTo>
                    <a:pt x="624" y="236"/>
                  </a:lnTo>
                  <a:lnTo>
                    <a:pt x="621" y="236"/>
                  </a:lnTo>
                  <a:lnTo>
                    <a:pt x="621" y="233"/>
                  </a:lnTo>
                  <a:lnTo>
                    <a:pt x="622" y="231"/>
                  </a:lnTo>
                  <a:lnTo>
                    <a:pt x="620" y="229"/>
                  </a:lnTo>
                  <a:lnTo>
                    <a:pt x="621" y="226"/>
                  </a:lnTo>
                  <a:lnTo>
                    <a:pt x="671" y="170"/>
                  </a:lnTo>
                  <a:lnTo>
                    <a:pt x="671" y="170"/>
                  </a:lnTo>
                  <a:lnTo>
                    <a:pt x="694" y="199"/>
                  </a:lnTo>
                  <a:close/>
                  <a:moveTo>
                    <a:pt x="32" y="6"/>
                  </a:moveTo>
                  <a:lnTo>
                    <a:pt x="39" y="6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74" y="7"/>
                  </a:lnTo>
                  <a:lnTo>
                    <a:pt x="84" y="12"/>
                  </a:lnTo>
                  <a:lnTo>
                    <a:pt x="95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11" y="20"/>
                  </a:lnTo>
                  <a:lnTo>
                    <a:pt x="115" y="21"/>
                  </a:lnTo>
                  <a:lnTo>
                    <a:pt x="122" y="20"/>
                  </a:lnTo>
                  <a:lnTo>
                    <a:pt x="129" y="24"/>
                  </a:lnTo>
                  <a:lnTo>
                    <a:pt x="133" y="24"/>
                  </a:lnTo>
                  <a:lnTo>
                    <a:pt x="138" y="28"/>
                  </a:lnTo>
                  <a:lnTo>
                    <a:pt x="141" y="36"/>
                  </a:lnTo>
                  <a:lnTo>
                    <a:pt x="151" y="41"/>
                  </a:lnTo>
                  <a:lnTo>
                    <a:pt x="144" y="49"/>
                  </a:lnTo>
                  <a:lnTo>
                    <a:pt x="147" y="51"/>
                  </a:lnTo>
                  <a:lnTo>
                    <a:pt x="154" y="52"/>
                  </a:lnTo>
                  <a:lnTo>
                    <a:pt x="156" y="49"/>
                  </a:lnTo>
                  <a:lnTo>
                    <a:pt x="159" y="46"/>
                  </a:lnTo>
                  <a:lnTo>
                    <a:pt x="161" y="46"/>
                  </a:lnTo>
                  <a:lnTo>
                    <a:pt x="166" y="48"/>
                  </a:lnTo>
                  <a:lnTo>
                    <a:pt x="167" y="47"/>
                  </a:lnTo>
                  <a:lnTo>
                    <a:pt x="167" y="47"/>
                  </a:lnTo>
                  <a:lnTo>
                    <a:pt x="172" y="48"/>
                  </a:lnTo>
                  <a:lnTo>
                    <a:pt x="182" y="55"/>
                  </a:lnTo>
                  <a:lnTo>
                    <a:pt x="188" y="54"/>
                  </a:lnTo>
                  <a:lnTo>
                    <a:pt x="218" y="44"/>
                  </a:lnTo>
                  <a:lnTo>
                    <a:pt x="225" y="41"/>
                  </a:lnTo>
                  <a:lnTo>
                    <a:pt x="243" y="32"/>
                  </a:lnTo>
                  <a:lnTo>
                    <a:pt x="245" y="30"/>
                  </a:lnTo>
                  <a:lnTo>
                    <a:pt x="277" y="11"/>
                  </a:lnTo>
                  <a:lnTo>
                    <a:pt x="283" y="10"/>
                  </a:lnTo>
                  <a:lnTo>
                    <a:pt x="303" y="14"/>
                  </a:lnTo>
                  <a:lnTo>
                    <a:pt x="317" y="18"/>
                  </a:lnTo>
                  <a:lnTo>
                    <a:pt x="325" y="19"/>
                  </a:lnTo>
                  <a:lnTo>
                    <a:pt x="335" y="18"/>
                  </a:lnTo>
                  <a:lnTo>
                    <a:pt x="355" y="28"/>
                  </a:lnTo>
                  <a:lnTo>
                    <a:pt x="360" y="32"/>
                  </a:lnTo>
                  <a:lnTo>
                    <a:pt x="376" y="36"/>
                  </a:lnTo>
                  <a:lnTo>
                    <a:pt x="382" y="33"/>
                  </a:lnTo>
                  <a:lnTo>
                    <a:pt x="387" y="33"/>
                  </a:lnTo>
                  <a:lnTo>
                    <a:pt x="392" y="38"/>
                  </a:lnTo>
                  <a:lnTo>
                    <a:pt x="394" y="41"/>
                  </a:lnTo>
                  <a:lnTo>
                    <a:pt x="396" y="44"/>
                  </a:lnTo>
                  <a:lnTo>
                    <a:pt x="399" y="45"/>
                  </a:lnTo>
                  <a:lnTo>
                    <a:pt x="399" y="46"/>
                  </a:lnTo>
                  <a:lnTo>
                    <a:pt x="406" y="47"/>
                  </a:lnTo>
                  <a:lnTo>
                    <a:pt x="411" y="44"/>
                  </a:lnTo>
                  <a:lnTo>
                    <a:pt x="632" y="153"/>
                  </a:lnTo>
                  <a:lnTo>
                    <a:pt x="662" y="158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11" y="219"/>
                  </a:lnTo>
                  <a:lnTo>
                    <a:pt x="604" y="224"/>
                  </a:lnTo>
                  <a:lnTo>
                    <a:pt x="597" y="233"/>
                  </a:lnTo>
                  <a:lnTo>
                    <a:pt x="588" y="235"/>
                  </a:lnTo>
                  <a:lnTo>
                    <a:pt x="588" y="238"/>
                  </a:lnTo>
                  <a:lnTo>
                    <a:pt x="586" y="241"/>
                  </a:lnTo>
                  <a:lnTo>
                    <a:pt x="583" y="243"/>
                  </a:lnTo>
                  <a:lnTo>
                    <a:pt x="584" y="246"/>
                  </a:lnTo>
                  <a:lnTo>
                    <a:pt x="583" y="247"/>
                  </a:lnTo>
                  <a:lnTo>
                    <a:pt x="583" y="249"/>
                  </a:lnTo>
                  <a:lnTo>
                    <a:pt x="582" y="252"/>
                  </a:lnTo>
                  <a:lnTo>
                    <a:pt x="580" y="253"/>
                  </a:lnTo>
                  <a:lnTo>
                    <a:pt x="580" y="256"/>
                  </a:lnTo>
                  <a:lnTo>
                    <a:pt x="577" y="254"/>
                  </a:lnTo>
                  <a:lnTo>
                    <a:pt x="574" y="249"/>
                  </a:lnTo>
                  <a:lnTo>
                    <a:pt x="571" y="249"/>
                  </a:lnTo>
                  <a:lnTo>
                    <a:pt x="567" y="244"/>
                  </a:lnTo>
                  <a:lnTo>
                    <a:pt x="567" y="242"/>
                  </a:lnTo>
                  <a:lnTo>
                    <a:pt x="563" y="243"/>
                  </a:lnTo>
                  <a:lnTo>
                    <a:pt x="561" y="244"/>
                  </a:lnTo>
                  <a:lnTo>
                    <a:pt x="557" y="245"/>
                  </a:lnTo>
                  <a:lnTo>
                    <a:pt x="556" y="244"/>
                  </a:lnTo>
                  <a:lnTo>
                    <a:pt x="558" y="241"/>
                  </a:lnTo>
                  <a:lnTo>
                    <a:pt x="561" y="238"/>
                  </a:lnTo>
                  <a:lnTo>
                    <a:pt x="558" y="236"/>
                  </a:lnTo>
                  <a:lnTo>
                    <a:pt x="558" y="235"/>
                  </a:lnTo>
                  <a:lnTo>
                    <a:pt x="559" y="234"/>
                  </a:lnTo>
                  <a:lnTo>
                    <a:pt x="561" y="234"/>
                  </a:lnTo>
                  <a:lnTo>
                    <a:pt x="562" y="228"/>
                  </a:lnTo>
                  <a:lnTo>
                    <a:pt x="561" y="227"/>
                  </a:lnTo>
                  <a:lnTo>
                    <a:pt x="559" y="226"/>
                  </a:lnTo>
                  <a:lnTo>
                    <a:pt x="557" y="227"/>
                  </a:lnTo>
                  <a:lnTo>
                    <a:pt x="553" y="224"/>
                  </a:lnTo>
                  <a:lnTo>
                    <a:pt x="547" y="227"/>
                  </a:lnTo>
                  <a:lnTo>
                    <a:pt x="541" y="225"/>
                  </a:lnTo>
                  <a:lnTo>
                    <a:pt x="537" y="223"/>
                  </a:lnTo>
                  <a:lnTo>
                    <a:pt x="534" y="224"/>
                  </a:lnTo>
                  <a:lnTo>
                    <a:pt x="534" y="226"/>
                  </a:lnTo>
                  <a:lnTo>
                    <a:pt x="533" y="226"/>
                  </a:lnTo>
                  <a:lnTo>
                    <a:pt x="532" y="224"/>
                  </a:lnTo>
                  <a:lnTo>
                    <a:pt x="534" y="219"/>
                  </a:lnTo>
                  <a:lnTo>
                    <a:pt x="537" y="220"/>
                  </a:lnTo>
                  <a:lnTo>
                    <a:pt x="539" y="218"/>
                  </a:lnTo>
                  <a:lnTo>
                    <a:pt x="540" y="219"/>
                  </a:lnTo>
                  <a:lnTo>
                    <a:pt x="542" y="214"/>
                  </a:lnTo>
                  <a:lnTo>
                    <a:pt x="540" y="213"/>
                  </a:lnTo>
                  <a:lnTo>
                    <a:pt x="545" y="210"/>
                  </a:lnTo>
                  <a:lnTo>
                    <a:pt x="547" y="210"/>
                  </a:lnTo>
                  <a:lnTo>
                    <a:pt x="548" y="208"/>
                  </a:lnTo>
                  <a:lnTo>
                    <a:pt x="548" y="205"/>
                  </a:lnTo>
                  <a:lnTo>
                    <a:pt x="545" y="205"/>
                  </a:lnTo>
                  <a:lnTo>
                    <a:pt x="537" y="202"/>
                  </a:lnTo>
                  <a:lnTo>
                    <a:pt x="536" y="200"/>
                  </a:lnTo>
                  <a:lnTo>
                    <a:pt x="534" y="198"/>
                  </a:lnTo>
                  <a:lnTo>
                    <a:pt x="536" y="195"/>
                  </a:lnTo>
                  <a:lnTo>
                    <a:pt x="535" y="191"/>
                  </a:lnTo>
                  <a:lnTo>
                    <a:pt x="534" y="194"/>
                  </a:lnTo>
                  <a:lnTo>
                    <a:pt x="527" y="193"/>
                  </a:lnTo>
                  <a:lnTo>
                    <a:pt x="526" y="194"/>
                  </a:lnTo>
                  <a:lnTo>
                    <a:pt x="523" y="194"/>
                  </a:lnTo>
                  <a:lnTo>
                    <a:pt x="522" y="191"/>
                  </a:lnTo>
                  <a:lnTo>
                    <a:pt x="518" y="191"/>
                  </a:lnTo>
                  <a:lnTo>
                    <a:pt x="516" y="192"/>
                  </a:lnTo>
                  <a:lnTo>
                    <a:pt x="516" y="194"/>
                  </a:lnTo>
                  <a:lnTo>
                    <a:pt x="515" y="194"/>
                  </a:lnTo>
                  <a:lnTo>
                    <a:pt x="513" y="196"/>
                  </a:lnTo>
                  <a:lnTo>
                    <a:pt x="514" y="202"/>
                  </a:lnTo>
                  <a:lnTo>
                    <a:pt x="512" y="201"/>
                  </a:lnTo>
                  <a:lnTo>
                    <a:pt x="510" y="198"/>
                  </a:lnTo>
                  <a:lnTo>
                    <a:pt x="506" y="197"/>
                  </a:lnTo>
                  <a:lnTo>
                    <a:pt x="505" y="200"/>
                  </a:lnTo>
                  <a:lnTo>
                    <a:pt x="501" y="199"/>
                  </a:lnTo>
                  <a:lnTo>
                    <a:pt x="500" y="201"/>
                  </a:lnTo>
                  <a:lnTo>
                    <a:pt x="490" y="204"/>
                  </a:lnTo>
                  <a:lnTo>
                    <a:pt x="491" y="205"/>
                  </a:lnTo>
                  <a:lnTo>
                    <a:pt x="490" y="209"/>
                  </a:lnTo>
                  <a:lnTo>
                    <a:pt x="489" y="211"/>
                  </a:lnTo>
                  <a:lnTo>
                    <a:pt x="488" y="211"/>
                  </a:lnTo>
                  <a:lnTo>
                    <a:pt x="488" y="216"/>
                  </a:lnTo>
                  <a:lnTo>
                    <a:pt x="486" y="216"/>
                  </a:lnTo>
                  <a:lnTo>
                    <a:pt x="485" y="213"/>
                  </a:lnTo>
                  <a:lnTo>
                    <a:pt x="482" y="214"/>
                  </a:lnTo>
                  <a:lnTo>
                    <a:pt x="480" y="213"/>
                  </a:lnTo>
                  <a:lnTo>
                    <a:pt x="479" y="214"/>
                  </a:lnTo>
                  <a:lnTo>
                    <a:pt x="479" y="216"/>
                  </a:lnTo>
                  <a:lnTo>
                    <a:pt x="481" y="216"/>
                  </a:lnTo>
                  <a:lnTo>
                    <a:pt x="481" y="219"/>
                  </a:lnTo>
                  <a:lnTo>
                    <a:pt x="482" y="218"/>
                  </a:lnTo>
                  <a:lnTo>
                    <a:pt x="482" y="219"/>
                  </a:lnTo>
                  <a:lnTo>
                    <a:pt x="488" y="220"/>
                  </a:lnTo>
                  <a:lnTo>
                    <a:pt x="489" y="221"/>
                  </a:lnTo>
                  <a:lnTo>
                    <a:pt x="493" y="219"/>
                  </a:lnTo>
                  <a:lnTo>
                    <a:pt x="496" y="220"/>
                  </a:lnTo>
                  <a:lnTo>
                    <a:pt x="497" y="219"/>
                  </a:lnTo>
                  <a:lnTo>
                    <a:pt x="500" y="216"/>
                  </a:lnTo>
                  <a:lnTo>
                    <a:pt x="501" y="217"/>
                  </a:lnTo>
                  <a:lnTo>
                    <a:pt x="502" y="216"/>
                  </a:lnTo>
                  <a:lnTo>
                    <a:pt x="503" y="214"/>
                  </a:lnTo>
                  <a:lnTo>
                    <a:pt x="506" y="213"/>
                  </a:lnTo>
                  <a:lnTo>
                    <a:pt x="505" y="211"/>
                  </a:lnTo>
                  <a:lnTo>
                    <a:pt x="507" y="210"/>
                  </a:lnTo>
                  <a:lnTo>
                    <a:pt x="507" y="211"/>
                  </a:lnTo>
                  <a:lnTo>
                    <a:pt x="511" y="214"/>
                  </a:lnTo>
                  <a:lnTo>
                    <a:pt x="517" y="217"/>
                  </a:lnTo>
                  <a:lnTo>
                    <a:pt x="516" y="219"/>
                  </a:lnTo>
                  <a:lnTo>
                    <a:pt x="511" y="221"/>
                  </a:lnTo>
                  <a:lnTo>
                    <a:pt x="510" y="222"/>
                  </a:lnTo>
                  <a:lnTo>
                    <a:pt x="511" y="227"/>
                  </a:lnTo>
                  <a:lnTo>
                    <a:pt x="510" y="230"/>
                  </a:lnTo>
                  <a:lnTo>
                    <a:pt x="512" y="230"/>
                  </a:lnTo>
                  <a:lnTo>
                    <a:pt x="514" y="228"/>
                  </a:lnTo>
                  <a:lnTo>
                    <a:pt x="517" y="227"/>
                  </a:lnTo>
                  <a:lnTo>
                    <a:pt x="520" y="231"/>
                  </a:lnTo>
                  <a:lnTo>
                    <a:pt x="519" y="233"/>
                  </a:lnTo>
                  <a:lnTo>
                    <a:pt x="520" y="238"/>
                  </a:lnTo>
                  <a:lnTo>
                    <a:pt x="517" y="241"/>
                  </a:lnTo>
                  <a:lnTo>
                    <a:pt x="515" y="243"/>
                  </a:lnTo>
                  <a:lnTo>
                    <a:pt x="511" y="246"/>
                  </a:lnTo>
                  <a:lnTo>
                    <a:pt x="510" y="249"/>
                  </a:lnTo>
                  <a:lnTo>
                    <a:pt x="502" y="254"/>
                  </a:lnTo>
                  <a:lnTo>
                    <a:pt x="501" y="252"/>
                  </a:lnTo>
                  <a:lnTo>
                    <a:pt x="496" y="251"/>
                  </a:lnTo>
                  <a:lnTo>
                    <a:pt x="493" y="250"/>
                  </a:lnTo>
                  <a:lnTo>
                    <a:pt x="491" y="248"/>
                  </a:lnTo>
                  <a:lnTo>
                    <a:pt x="489" y="248"/>
                  </a:lnTo>
                  <a:lnTo>
                    <a:pt x="487" y="249"/>
                  </a:lnTo>
                  <a:lnTo>
                    <a:pt x="486" y="251"/>
                  </a:lnTo>
                  <a:lnTo>
                    <a:pt x="478" y="254"/>
                  </a:lnTo>
                  <a:lnTo>
                    <a:pt x="475" y="257"/>
                  </a:lnTo>
                  <a:lnTo>
                    <a:pt x="466" y="256"/>
                  </a:lnTo>
                  <a:lnTo>
                    <a:pt x="464" y="257"/>
                  </a:lnTo>
                  <a:lnTo>
                    <a:pt x="462" y="255"/>
                  </a:lnTo>
                  <a:lnTo>
                    <a:pt x="460" y="251"/>
                  </a:lnTo>
                  <a:lnTo>
                    <a:pt x="457" y="251"/>
                  </a:lnTo>
                  <a:lnTo>
                    <a:pt x="455" y="249"/>
                  </a:lnTo>
                  <a:lnTo>
                    <a:pt x="453" y="250"/>
                  </a:lnTo>
                  <a:lnTo>
                    <a:pt x="450" y="250"/>
                  </a:lnTo>
                  <a:lnTo>
                    <a:pt x="449" y="247"/>
                  </a:lnTo>
                  <a:lnTo>
                    <a:pt x="447" y="246"/>
                  </a:lnTo>
                  <a:lnTo>
                    <a:pt x="447" y="247"/>
                  </a:lnTo>
                  <a:lnTo>
                    <a:pt x="444" y="246"/>
                  </a:lnTo>
                  <a:lnTo>
                    <a:pt x="439" y="247"/>
                  </a:lnTo>
                  <a:lnTo>
                    <a:pt x="436" y="249"/>
                  </a:lnTo>
                  <a:lnTo>
                    <a:pt x="435" y="252"/>
                  </a:lnTo>
                  <a:lnTo>
                    <a:pt x="432" y="251"/>
                  </a:lnTo>
                  <a:lnTo>
                    <a:pt x="433" y="249"/>
                  </a:lnTo>
                  <a:lnTo>
                    <a:pt x="430" y="248"/>
                  </a:lnTo>
                  <a:lnTo>
                    <a:pt x="430" y="246"/>
                  </a:lnTo>
                  <a:lnTo>
                    <a:pt x="430" y="243"/>
                  </a:lnTo>
                  <a:lnTo>
                    <a:pt x="433" y="241"/>
                  </a:lnTo>
                  <a:lnTo>
                    <a:pt x="424" y="241"/>
                  </a:lnTo>
                  <a:lnTo>
                    <a:pt x="422" y="239"/>
                  </a:lnTo>
                  <a:lnTo>
                    <a:pt x="419" y="241"/>
                  </a:lnTo>
                  <a:lnTo>
                    <a:pt x="419" y="238"/>
                  </a:lnTo>
                  <a:lnTo>
                    <a:pt x="416" y="236"/>
                  </a:lnTo>
                  <a:lnTo>
                    <a:pt x="411" y="238"/>
                  </a:lnTo>
                  <a:lnTo>
                    <a:pt x="409" y="230"/>
                  </a:lnTo>
                  <a:lnTo>
                    <a:pt x="407" y="231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5" y="233"/>
                  </a:lnTo>
                  <a:lnTo>
                    <a:pt x="404" y="234"/>
                  </a:lnTo>
                  <a:lnTo>
                    <a:pt x="403" y="232"/>
                  </a:lnTo>
                  <a:lnTo>
                    <a:pt x="400" y="230"/>
                  </a:lnTo>
                  <a:lnTo>
                    <a:pt x="403" y="224"/>
                  </a:lnTo>
                  <a:lnTo>
                    <a:pt x="400" y="224"/>
                  </a:lnTo>
                  <a:lnTo>
                    <a:pt x="399" y="226"/>
                  </a:lnTo>
                  <a:lnTo>
                    <a:pt x="399" y="224"/>
                  </a:lnTo>
                  <a:lnTo>
                    <a:pt x="398" y="223"/>
                  </a:lnTo>
                  <a:lnTo>
                    <a:pt x="395" y="227"/>
                  </a:lnTo>
                  <a:lnTo>
                    <a:pt x="395" y="228"/>
                  </a:lnTo>
                  <a:lnTo>
                    <a:pt x="394" y="230"/>
                  </a:lnTo>
                  <a:lnTo>
                    <a:pt x="395" y="232"/>
                  </a:lnTo>
                  <a:lnTo>
                    <a:pt x="392" y="238"/>
                  </a:lnTo>
                  <a:lnTo>
                    <a:pt x="392" y="240"/>
                  </a:lnTo>
                  <a:lnTo>
                    <a:pt x="390" y="242"/>
                  </a:lnTo>
                  <a:lnTo>
                    <a:pt x="385" y="243"/>
                  </a:lnTo>
                  <a:lnTo>
                    <a:pt x="379" y="246"/>
                  </a:lnTo>
                  <a:lnTo>
                    <a:pt x="377" y="246"/>
                  </a:lnTo>
                  <a:lnTo>
                    <a:pt x="377" y="245"/>
                  </a:lnTo>
                  <a:lnTo>
                    <a:pt x="374" y="244"/>
                  </a:lnTo>
                  <a:lnTo>
                    <a:pt x="370" y="245"/>
                  </a:lnTo>
                  <a:lnTo>
                    <a:pt x="370" y="246"/>
                  </a:lnTo>
                  <a:lnTo>
                    <a:pt x="365" y="247"/>
                  </a:lnTo>
                  <a:lnTo>
                    <a:pt x="365" y="250"/>
                  </a:lnTo>
                  <a:lnTo>
                    <a:pt x="361" y="251"/>
                  </a:lnTo>
                  <a:lnTo>
                    <a:pt x="360" y="251"/>
                  </a:lnTo>
                  <a:lnTo>
                    <a:pt x="355" y="246"/>
                  </a:lnTo>
                  <a:lnTo>
                    <a:pt x="353" y="246"/>
                  </a:lnTo>
                  <a:lnTo>
                    <a:pt x="345" y="245"/>
                  </a:lnTo>
                  <a:lnTo>
                    <a:pt x="343" y="247"/>
                  </a:lnTo>
                  <a:lnTo>
                    <a:pt x="338" y="249"/>
                  </a:lnTo>
                  <a:lnTo>
                    <a:pt x="335" y="243"/>
                  </a:lnTo>
                  <a:lnTo>
                    <a:pt x="333" y="240"/>
                  </a:lnTo>
                  <a:lnTo>
                    <a:pt x="334" y="239"/>
                  </a:lnTo>
                  <a:lnTo>
                    <a:pt x="332" y="233"/>
                  </a:lnTo>
                  <a:lnTo>
                    <a:pt x="326" y="237"/>
                  </a:lnTo>
                  <a:lnTo>
                    <a:pt x="324" y="236"/>
                  </a:lnTo>
                  <a:lnTo>
                    <a:pt x="318" y="238"/>
                  </a:lnTo>
                  <a:lnTo>
                    <a:pt x="316" y="237"/>
                  </a:lnTo>
                  <a:lnTo>
                    <a:pt x="316" y="238"/>
                  </a:lnTo>
                  <a:lnTo>
                    <a:pt x="314" y="239"/>
                  </a:lnTo>
                  <a:lnTo>
                    <a:pt x="313" y="241"/>
                  </a:lnTo>
                  <a:lnTo>
                    <a:pt x="310" y="243"/>
                  </a:lnTo>
                  <a:lnTo>
                    <a:pt x="309" y="240"/>
                  </a:lnTo>
                  <a:lnTo>
                    <a:pt x="306" y="240"/>
                  </a:lnTo>
                  <a:lnTo>
                    <a:pt x="307" y="238"/>
                  </a:lnTo>
                  <a:lnTo>
                    <a:pt x="304" y="238"/>
                  </a:lnTo>
                  <a:lnTo>
                    <a:pt x="302" y="235"/>
                  </a:lnTo>
                  <a:lnTo>
                    <a:pt x="300" y="233"/>
                  </a:lnTo>
                  <a:lnTo>
                    <a:pt x="298" y="233"/>
                  </a:lnTo>
                  <a:lnTo>
                    <a:pt x="299" y="235"/>
                  </a:lnTo>
                  <a:lnTo>
                    <a:pt x="289" y="240"/>
                  </a:lnTo>
                  <a:lnTo>
                    <a:pt x="282" y="241"/>
                  </a:lnTo>
                  <a:lnTo>
                    <a:pt x="280" y="240"/>
                  </a:lnTo>
                  <a:lnTo>
                    <a:pt x="277" y="240"/>
                  </a:lnTo>
                  <a:lnTo>
                    <a:pt x="275" y="245"/>
                  </a:lnTo>
                  <a:lnTo>
                    <a:pt x="270" y="250"/>
                  </a:lnTo>
                  <a:lnTo>
                    <a:pt x="274" y="251"/>
                  </a:lnTo>
                  <a:lnTo>
                    <a:pt x="275" y="256"/>
                  </a:lnTo>
                  <a:lnTo>
                    <a:pt x="275" y="257"/>
                  </a:lnTo>
                  <a:lnTo>
                    <a:pt x="274" y="260"/>
                  </a:lnTo>
                  <a:lnTo>
                    <a:pt x="289" y="265"/>
                  </a:lnTo>
                  <a:lnTo>
                    <a:pt x="289" y="270"/>
                  </a:lnTo>
                  <a:lnTo>
                    <a:pt x="291" y="272"/>
                  </a:lnTo>
                  <a:lnTo>
                    <a:pt x="288" y="274"/>
                  </a:lnTo>
                  <a:lnTo>
                    <a:pt x="291" y="277"/>
                  </a:lnTo>
                  <a:lnTo>
                    <a:pt x="298" y="281"/>
                  </a:lnTo>
                  <a:lnTo>
                    <a:pt x="305" y="282"/>
                  </a:lnTo>
                  <a:lnTo>
                    <a:pt x="310" y="286"/>
                  </a:lnTo>
                  <a:lnTo>
                    <a:pt x="310" y="288"/>
                  </a:lnTo>
                  <a:lnTo>
                    <a:pt x="315" y="290"/>
                  </a:lnTo>
                  <a:lnTo>
                    <a:pt x="316" y="291"/>
                  </a:lnTo>
                  <a:lnTo>
                    <a:pt x="313" y="291"/>
                  </a:lnTo>
                  <a:lnTo>
                    <a:pt x="313" y="294"/>
                  </a:lnTo>
                  <a:lnTo>
                    <a:pt x="310" y="293"/>
                  </a:lnTo>
                  <a:lnTo>
                    <a:pt x="310" y="295"/>
                  </a:lnTo>
                  <a:lnTo>
                    <a:pt x="305" y="292"/>
                  </a:lnTo>
                  <a:lnTo>
                    <a:pt x="305" y="294"/>
                  </a:lnTo>
                  <a:lnTo>
                    <a:pt x="302" y="294"/>
                  </a:lnTo>
                  <a:lnTo>
                    <a:pt x="303" y="296"/>
                  </a:lnTo>
                  <a:lnTo>
                    <a:pt x="297" y="295"/>
                  </a:lnTo>
                  <a:lnTo>
                    <a:pt x="297" y="298"/>
                  </a:lnTo>
                  <a:lnTo>
                    <a:pt x="296" y="298"/>
                  </a:lnTo>
                  <a:lnTo>
                    <a:pt x="297" y="300"/>
                  </a:lnTo>
                  <a:lnTo>
                    <a:pt x="296" y="303"/>
                  </a:lnTo>
                  <a:lnTo>
                    <a:pt x="293" y="303"/>
                  </a:lnTo>
                  <a:lnTo>
                    <a:pt x="295" y="301"/>
                  </a:lnTo>
                  <a:lnTo>
                    <a:pt x="294" y="298"/>
                  </a:lnTo>
                  <a:lnTo>
                    <a:pt x="293" y="298"/>
                  </a:lnTo>
                  <a:lnTo>
                    <a:pt x="291" y="301"/>
                  </a:lnTo>
                  <a:lnTo>
                    <a:pt x="289" y="301"/>
                  </a:lnTo>
                  <a:lnTo>
                    <a:pt x="287" y="301"/>
                  </a:lnTo>
                  <a:lnTo>
                    <a:pt x="284" y="295"/>
                  </a:lnTo>
                  <a:lnTo>
                    <a:pt x="283" y="297"/>
                  </a:lnTo>
                  <a:lnTo>
                    <a:pt x="281" y="301"/>
                  </a:lnTo>
                  <a:lnTo>
                    <a:pt x="278" y="303"/>
                  </a:lnTo>
                  <a:lnTo>
                    <a:pt x="276" y="305"/>
                  </a:lnTo>
                  <a:lnTo>
                    <a:pt x="275" y="303"/>
                  </a:lnTo>
                  <a:lnTo>
                    <a:pt x="271" y="304"/>
                  </a:lnTo>
                  <a:lnTo>
                    <a:pt x="266" y="303"/>
                  </a:lnTo>
                  <a:lnTo>
                    <a:pt x="266" y="304"/>
                  </a:lnTo>
                  <a:lnTo>
                    <a:pt x="267" y="306"/>
                  </a:lnTo>
                  <a:lnTo>
                    <a:pt x="265" y="308"/>
                  </a:lnTo>
                  <a:lnTo>
                    <a:pt x="262" y="309"/>
                  </a:lnTo>
                  <a:lnTo>
                    <a:pt x="262" y="309"/>
                  </a:lnTo>
                  <a:lnTo>
                    <a:pt x="260" y="309"/>
                  </a:lnTo>
                  <a:lnTo>
                    <a:pt x="259" y="309"/>
                  </a:lnTo>
                  <a:lnTo>
                    <a:pt x="259" y="313"/>
                  </a:lnTo>
                  <a:lnTo>
                    <a:pt x="259" y="314"/>
                  </a:lnTo>
                  <a:lnTo>
                    <a:pt x="260" y="317"/>
                  </a:lnTo>
                  <a:lnTo>
                    <a:pt x="259" y="328"/>
                  </a:lnTo>
                  <a:lnTo>
                    <a:pt x="257" y="331"/>
                  </a:lnTo>
                  <a:lnTo>
                    <a:pt x="252" y="330"/>
                  </a:lnTo>
                  <a:lnTo>
                    <a:pt x="248" y="331"/>
                  </a:lnTo>
                  <a:lnTo>
                    <a:pt x="245" y="340"/>
                  </a:lnTo>
                  <a:lnTo>
                    <a:pt x="244" y="354"/>
                  </a:lnTo>
                  <a:lnTo>
                    <a:pt x="241" y="354"/>
                  </a:lnTo>
                  <a:lnTo>
                    <a:pt x="239" y="361"/>
                  </a:lnTo>
                  <a:lnTo>
                    <a:pt x="233" y="360"/>
                  </a:lnTo>
                  <a:lnTo>
                    <a:pt x="230" y="366"/>
                  </a:lnTo>
                  <a:lnTo>
                    <a:pt x="225" y="368"/>
                  </a:lnTo>
                  <a:lnTo>
                    <a:pt x="222" y="372"/>
                  </a:lnTo>
                  <a:lnTo>
                    <a:pt x="222" y="372"/>
                  </a:lnTo>
                  <a:lnTo>
                    <a:pt x="219" y="368"/>
                  </a:lnTo>
                  <a:lnTo>
                    <a:pt x="216" y="356"/>
                  </a:lnTo>
                  <a:lnTo>
                    <a:pt x="212" y="353"/>
                  </a:lnTo>
                  <a:lnTo>
                    <a:pt x="207" y="346"/>
                  </a:lnTo>
                  <a:lnTo>
                    <a:pt x="201" y="343"/>
                  </a:lnTo>
                  <a:lnTo>
                    <a:pt x="192" y="342"/>
                  </a:lnTo>
                  <a:lnTo>
                    <a:pt x="190" y="341"/>
                  </a:lnTo>
                  <a:lnTo>
                    <a:pt x="191" y="338"/>
                  </a:lnTo>
                  <a:lnTo>
                    <a:pt x="193" y="336"/>
                  </a:lnTo>
                  <a:lnTo>
                    <a:pt x="197" y="327"/>
                  </a:lnTo>
                  <a:lnTo>
                    <a:pt x="196" y="314"/>
                  </a:lnTo>
                  <a:lnTo>
                    <a:pt x="198" y="311"/>
                  </a:lnTo>
                  <a:lnTo>
                    <a:pt x="193" y="309"/>
                  </a:lnTo>
                  <a:lnTo>
                    <a:pt x="195" y="306"/>
                  </a:lnTo>
                  <a:lnTo>
                    <a:pt x="195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8"/>
                  </a:lnTo>
                  <a:lnTo>
                    <a:pt x="210" y="307"/>
                  </a:lnTo>
                  <a:lnTo>
                    <a:pt x="213" y="304"/>
                  </a:lnTo>
                  <a:lnTo>
                    <a:pt x="213" y="303"/>
                  </a:lnTo>
                  <a:lnTo>
                    <a:pt x="204" y="303"/>
                  </a:lnTo>
                  <a:lnTo>
                    <a:pt x="203" y="302"/>
                  </a:lnTo>
                  <a:lnTo>
                    <a:pt x="197" y="301"/>
                  </a:lnTo>
                  <a:lnTo>
                    <a:pt x="193" y="299"/>
                  </a:lnTo>
                  <a:lnTo>
                    <a:pt x="193" y="298"/>
                  </a:lnTo>
                  <a:lnTo>
                    <a:pt x="190" y="292"/>
                  </a:lnTo>
                  <a:lnTo>
                    <a:pt x="193" y="290"/>
                  </a:lnTo>
                  <a:lnTo>
                    <a:pt x="193" y="285"/>
                  </a:lnTo>
                  <a:lnTo>
                    <a:pt x="188" y="280"/>
                  </a:lnTo>
                  <a:lnTo>
                    <a:pt x="185" y="271"/>
                  </a:lnTo>
                  <a:lnTo>
                    <a:pt x="183" y="271"/>
                  </a:lnTo>
                  <a:lnTo>
                    <a:pt x="180" y="266"/>
                  </a:lnTo>
                  <a:lnTo>
                    <a:pt x="180" y="263"/>
                  </a:lnTo>
                  <a:lnTo>
                    <a:pt x="176" y="263"/>
                  </a:lnTo>
                  <a:lnTo>
                    <a:pt x="174" y="262"/>
                  </a:lnTo>
                  <a:lnTo>
                    <a:pt x="175" y="259"/>
                  </a:lnTo>
                  <a:lnTo>
                    <a:pt x="174" y="256"/>
                  </a:lnTo>
                  <a:lnTo>
                    <a:pt x="176" y="254"/>
                  </a:lnTo>
                  <a:lnTo>
                    <a:pt x="177" y="249"/>
                  </a:lnTo>
                  <a:lnTo>
                    <a:pt x="185" y="246"/>
                  </a:lnTo>
                  <a:lnTo>
                    <a:pt x="185" y="243"/>
                  </a:lnTo>
                  <a:lnTo>
                    <a:pt x="182" y="241"/>
                  </a:lnTo>
                  <a:lnTo>
                    <a:pt x="182" y="230"/>
                  </a:lnTo>
                  <a:lnTo>
                    <a:pt x="184" y="224"/>
                  </a:lnTo>
                  <a:lnTo>
                    <a:pt x="185" y="223"/>
                  </a:lnTo>
                  <a:lnTo>
                    <a:pt x="186" y="215"/>
                  </a:lnTo>
                  <a:lnTo>
                    <a:pt x="185" y="212"/>
                  </a:lnTo>
                  <a:lnTo>
                    <a:pt x="185" y="208"/>
                  </a:lnTo>
                  <a:lnTo>
                    <a:pt x="185" y="207"/>
                  </a:lnTo>
                  <a:lnTo>
                    <a:pt x="186" y="200"/>
                  </a:lnTo>
                  <a:lnTo>
                    <a:pt x="185" y="198"/>
                  </a:lnTo>
                  <a:lnTo>
                    <a:pt x="180" y="197"/>
                  </a:lnTo>
                  <a:lnTo>
                    <a:pt x="178" y="195"/>
                  </a:lnTo>
                  <a:lnTo>
                    <a:pt x="177" y="196"/>
                  </a:lnTo>
                  <a:lnTo>
                    <a:pt x="174" y="194"/>
                  </a:lnTo>
                  <a:lnTo>
                    <a:pt x="172" y="196"/>
                  </a:lnTo>
                  <a:lnTo>
                    <a:pt x="165" y="192"/>
                  </a:lnTo>
                  <a:lnTo>
                    <a:pt x="149" y="192"/>
                  </a:lnTo>
                  <a:lnTo>
                    <a:pt x="141" y="189"/>
                  </a:lnTo>
                  <a:lnTo>
                    <a:pt x="141" y="185"/>
                  </a:lnTo>
                  <a:lnTo>
                    <a:pt x="140" y="185"/>
                  </a:lnTo>
                  <a:lnTo>
                    <a:pt x="139" y="183"/>
                  </a:lnTo>
                  <a:lnTo>
                    <a:pt x="141" y="183"/>
                  </a:lnTo>
                  <a:lnTo>
                    <a:pt x="139" y="182"/>
                  </a:lnTo>
                  <a:lnTo>
                    <a:pt x="138" y="178"/>
                  </a:lnTo>
                  <a:lnTo>
                    <a:pt x="136" y="177"/>
                  </a:lnTo>
                  <a:lnTo>
                    <a:pt x="136" y="176"/>
                  </a:lnTo>
                  <a:lnTo>
                    <a:pt x="131" y="163"/>
                  </a:lnTo>
                  <a:lnTo>
                    <a:pt x="132" y="163"/>
                  </a:lnTo>
                  <a:lnTo>
                    <a:pt x="132" y="161"/>
                  </a:lnTo>
                  <a:lnTo>
                    <a:pt x="139" y="161"/>
                  </a:lnTo>
                  <a:lnTo>
                    <a:pt x="143" y="158"/>
                  </a:lnTo>
                  <a:lnTo>
                    <a:pt x="149" y="158"/>
                  </a:lnTo>
                  <a:lnTo>
                    <a:pt x="150" y="157"/>
                  </a:lnTo>
                  <a:lnTo>
                    <a:pt x="149" y="154"/>
                  </a:lnTo>
                  <a:lnTo>
                    <a:pt x="144" y="155"/>
                  </a:lnTo>
                  <a:lnTo>
                    <a:pt x="144" y="151"/>
                  </a:lnTo>
                  <a:lnTo>
                    <a:pt x="139" y="151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5"/>
                  </a:lnTo>
                  <a:lnTo>
                    <a:pt x="133" y="142"/>
                  </a:lnTo>
                  <a:lnTo>
                    <a:pt x="132" y="145"/>
                  </a:lnTo>
                  <a:lnTo>
                    <a:pt x="127" y="143"/>
                  </a:lnTo>
                  <a:lnTo>
                    <a:pt x="126" y="145"/>
                  </a:lnTo>
                  <a:lnTo>
                    <a:pt x="125" y="144"/>
                  </a:lnTo>
                  <a:lnTo>
                    <a:pt x="124" y="145"/>
                  </a:lnTo>
                  <a:lnTo>
                    <a:pt x="122" y="145"/>
                  </a:lnTo>
                  <a:lnTo>
                    <a:pt x="122" y="146"/>
                  </a:lnTo>
                  <a:lnTo>
                    <a:pt x="120" y="147"/>
                  </a:lnTo>
                  <a:lnTo>
                    <a:pt x="114" y="145"/>
                  </a:lnTo>
                  <a:lnTo>
                    <a:pt x="116" y="142"/>
                  </a:lnTo>
                  <a:lnTo>
                    <a:pt x="113" y="141"/>
                  </a:lnTo>
                  <a:lnTo>
                    <a:pt x="114" y="135"/>
                  </a:lnTo>
                  <a:lnTo>
                    <a:pt x="110" y="134"/>
                  </a:lnTo>
                  <a:lnTo>
                    <a:pt x="111" y="132"/>
                  </a:lnTo>
                  <a:lnTo>
                    <a:pt x="113" y="133"/>
                  </a:lnTo>
                  <a:lnTo>
                    <a:pt x="114" y="131"/>
                  </a:lnTo>
                  <a:lnTo>
                    <a:pt x="79" y="120"/>
                  </a:lnTo>
                  <a:lnTo>
                    <a:pt x="68" y="120"/>
                  </a:lnTo>
                  <a:lnTo>
                    <a:pt x="67" y="116"/>
                  </a:lnTo>
                  <a:lnTo>
                    <a:pt x="66" y="115"/>
                  </a:lnTo>
                  <a:lnTo>
                    <a:pt x="68" y="112"/>
                  </a:lnTo>
                  <a:lnTo>
                    <a:pt x="67" y="111"/>
                  </a:lnTo>
                  <a:lnTo>
                    <a:pt x="66" y="109"/>
                  </a:lnTo>
                  <a:lnTo>
                    <a:pt x="65" y="108"/>
                  </a:lnTo>
                  <a:lnTo>
                    <a:pt x="63" y="106"/>
                  </a:lnTo>
                  <a:lnTo>
                    <a:pt x="63" y="102"/>
                  </a:lnTo>
                  <a:lnTo>
                    <a:pt x="61" y="101"/>
                  </a:lnTo>
                  <a:lnTo>
                    <a:pt x="62" y="97"/>
                  </a:lnTo>
                  <a:lnTo>
                    <a:pt x="64" y="97"/>
                  </a:lnTo>
                  <a:lnTo>
                    <a:pt x="64" y="96"/>
                  </a:lnTo>
                  <a:lnTo>
                    <a:pt x="65" y="96"/>
                  </a:lnTo>
                  <a:lnTo>
                    <a:pt x="67" y="90"/>
                  </a:lnTo>
                  <a:lnTo>
                    <a:pt x="66" y="87"/>
                  </a:lnTo>
                  <a:lnTo>
                    <a:pt x="68" y="85"/>
                  </a:lnTo>
                  <a:lnTo>
                    <a:pt x="74" y="92"/>
                  </a:lnTo>
                  <a:lnTo>
                    <a:pt x="76" y="90"/>
                  </a:lnTo>
                  <a:lnTo>
                    <a:pt x="79" y="90"/>
                  </a:lnTo>
                  <a:lnTo>
                    <a:pt x="85" y="94"/>
                  </a:lnTo>
                  <a:lnTo>
                    <a:pt x="88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9" y="100"/>
                  </a:lnTo>
                  <a:lnTo>
                    <a:pt x="99" y="101"/>
                  </a:lnTo>
                  <a:lnTo>
                    <a:pt x="101" y="101"/>
                  </a:lnTo>
                  <a:lnTo>
                    <a:pt x="101" y="102"/>
                  </a:lnTo>
                  <a:lnTo>
                    <a:pt x="100" y="107"/>
                  </a:lnTo>
                  <a:lnTo>
                    <a:pt x="101" y="107"/>
                  </a:lnTo>
                  <a:lnTo>
                    <a:pt x="111" y="110"/>
                  </a:lnTo>
                  <a:lnTo>
                    <a:pt x="111" y="107"/>
                  </a:lnTo>
                  <a:lnTo>
                    <a:pt x="113" y="96"/>
                  </a:lnTo>
                  <a:lnTo>
                    <a:pt x="120" y="92"/>
                  </a:lnTo>
                  <a:lnTo>
                    <a:pt x="118" y="90"/>
                  </a:lnTo>
                  <a:lnTo>
                    <a:pt x="120" y="87"/>
                  </a:lnTo>
                  <a:lnTo>
                    <a:pt x="118" y="85"/>
                  </a:lnTo>
                  <a:lnTo>
                    <a:pt x="119" y="83"/>
                  </a:lnTo>
                  <a:lnTo>
                    <a:pt x="120" y="83"/>
                  </a:lnTo>
                  <a:lnTo>
                    <a:pt x="119" y="80"/>
                  </a:lnTo>
                  <a:lnTo>
                    <a:pt x="121" y="78"/>
                  </a:lnTo>
                  <a:lnTo>
                    <a:pt x="123" y="79"/>
                  </a:lnTo>
                  <a:lnTo>
                    <a:pt x="123" y="77"/>
                  </a:lnTo>
                  <a:lnTo>
                    <a:pt x="125" y="77"/>
                  </a:lnTo>
                  <a:lnTo>
                    <a:pt x="125" y="76"/>
                  </a:lnTo>
                  <a:lnTo>
                    <a:pt x="128" y="72"/>
                  </a:lnTo>
                  <a:lnTo>
                    <a:pt x="128" y="71"/>
                  </a:lnTo>
                  <a:lnTo>
                    <a:pt x="130" y="67"/>
                  </a:lnTo>
                  <a:lnTo>
                    <a:pt x="130" y="57"/>
                  </a:lnTo>
                  <a:lnTo>
                    <a:pt x="126" y="55"/>
                  </a:lnTo>
                  <a:lnTo>
                    <a:pt x="120" y="54"/>
                  </a:lnTo>
                  <a:lnTo>
                    <a:pt x="116" y="51"/>
                  </a:lnTo>
                  <a:lnTo>
                    <a:pt x="112" y="51"/>
                  </a:lnTo>
                  <a:lnTo>
                    <a:pt x="113" y="41"/>
                  </a:lnTo>
                  <a:lnTo>
                    <a:pt x="111" y="40"/>
                  </a:lnTo>
                  <a:lnTo>
                    <a:pt x="112" y="36"/>
                  </a:lnTo>
                  <a:lnTo>
                    <a:pt x="102" y="36"/>
                  </a:lnTo>
                  <a:lnTo>
                    <a:pt x="100" y="34"/>
                  </a:lnTo>
                  <a:lnTo>
                    <a:pt x="98" y="40"/>
                  </a:lnTo>
                  <a:lnTo>
                    <a:pt x="98" y="47"/>
                  </a:lnTo>
                  <a:lnTo>
                    <a:pt x="95" y="50"/>
                  </a:lnTo>
                  <a:lnTo>
                    <a:pt x="92" y="52"/>
                  </a:lnTo>
                  <a:lnTo>
                    <a:pt x="90" y="54"/>
                  </a:lnTo>
                  <a:lnTo>
                    <a:pt x="84" y="53"/>
                  </a:lnTo>
                  <a:lnTo>
                    <a:pt x="77" y="58"/>
                  </a:lnTo>
                  <a:lnTo>
                    <a:pt x="76" y="60"/>
                  </a:lnTo>
                  <a:lnTo>
                    <a:pt x="73" y="61"/>
                  </a:lnTo>
                  <a:lnTo>
                    <a:pt x="73" y="62"/>
                  </a:lnTo>
                  <a:lnTo>
                    <a:pt x="69" y="63"/>
                  </a:lnTo>
                  <a:lnTo>
                    <a:pt x="68" y="66"/>
                  </a:lnTo>
                  <a:lnTo>
                    <a:pt x="64" y="65"/>
                  </a:lnTo>
                  <a:lnTo>
                    <a:pt x="63" y="62"/>
                  </a:lnTo>
                  <a:lnTo>
                    <a:pt x="59" y="62"/>
                  </a:lnTo>
                  <a:lnTo>
                    <a:pt x="57" y="63"/>
                  </a:lnTo>
                  <a:lnTo>
                    <a:pt x="54" y="61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3"/>
                  </a:lnTo>
                  <a:lnTo>
                    <a:pt x="41" y="61"/>
                  </a:lnTo>
                  <a:lnTo>
                    <a:pt x="41" y="59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31" y="57"/>
                  </a:lnTo>
                  <a:lnTo>
                    <a:pt x="29" y="57"/>
                  </a:lnTo>
                  <a:lnTo>
                    <a:pt x="29" y="55"/>
                  </a:lnTo>
                  <a:lnTo>
                    <a:pt x="24" y="55"/>
                  </a:lnTo>
                  <a:lnTo>
                    <a:pt x="21" y="53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14" y="43"/>
                  </a:lnTo>
                  <a:lnTo>
                    <a:pt x="13" y="37"/>
                  </a:lnTo>
                  <a:lnTo>
                    <a:pt x="13" y="33"/>
                  </a:lnTo>
                  <a:lnTo>
                    <a:pt x="12" y="28"/>
                  </a:lnTo>
                  <a:lnTo>
                    <a:pt x="5" y="23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8" y="11"/>
                  </a:lnTo>
                  <a:lnTo>
                    <a:pt x="13" y="9"/>
                  </a:lnTo>
                  <a:lnTo>
                    <a:pt x="19" y="4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2" y="6"/>
                  </a:lnTo>
                  <a:close/>
                  <a:moveTo>
                    <a:pt x="550" y="215"/>
                  </a:moveTo>
                  <a:lnTo>
                    <a:pt x="548" y="213"/>
                  </a:lnTo>
                  <a:lnTo>
                    <a:pt x="546" y="213"/>
                  </a:lnTo>
                  <a:lnTo>
                    <a:pt x="547" y="216"/>
                  </a:lnTo>
                  <a:lnTo>
                    <a:pt x="549" y="217"/>
                  </a:lnTo>
                  <a:lnTo>
                    <a:pt x="550" y="215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2" name="Freeform 25">
              <a:extLst>
                <a:ext uri="{FF2B5EF4-FFF2-40B4-BE49-F238E27FC236}">
                  <a16:creationId xmlns:a16="http://schemas.microsoft.com/office/drawing/2014/main" id="{8560A823-48DA-4842-985B-EBECD265F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7723" y="3628092"/>
              <a:ext cx="641886" cy="970147"/>
            </a:xfrm>
            <a:custGeom>
              <a:avLst/>
              <a:gdLst>
                <a:gd name="T0" fmla="*/ 254 w 614"/>
                <a:gd name="T1" fmla="*/ 65 h 928"/>
                <a:gd name="T2" fmla="*/ 296 w 614"/>
                <a:gd name="T3" fmla="*/ 66 h 928"/>
                <a:gd name="T4" fmla="*/ 364 w 614"/>
                <a:gd name="T5" fmla="*/ 78 h 928"/>
                <a:gd name="T6" fmla="*/ 416 w 614"/>
                <a:gd name="T7" fmla="*/ 50 h 928"/>
                <a:gd name="T8" fmla="*/ 418 w 614"/>
                <a:gd name="T9" fmla="*/ 14 h 928"/>
                <a:gd name="T10" fmla="*/ 450 w 614"/>
                <a:gd name="T11" fmla="*/ 0 h 928"/>
                <a:gd name="T12" fmla="*/ 474 w 614"/>
                <a:gd name="T13" fmla="*/ 27 h 928"/>
                <a:gd name="T14" fmla="*/ 514 w 614"/>
                <a:gd name="T15" fmla="*/ 45 h 928"/>
                <a:gd name="T16" fmla="*/ 508 w 614"/>
                <a:gd name="T17" fmla="*/ 80 h 928"/>
                <a:gd name="T18" fmla="*/ 505 w 614"/>
                <a:gd name="T19" fmla="*/ 128 h 928"/>
                <a:gd name="T20" fmla="*/ 524 w 614"/>
                <a:gd name="T21" fmla="*/ 166 h 928"/>
                <a:gd name="T22" fmla="*/ 552 w 614"/>
                <a:gd name="T23" fmla="*/ 177 h 928"/>
                <a:gd name="T24" fmla="*/ 558 w 614"/>
                <a:gd name="T25" fmla="*/ 222 h 928"/>
                <a:gd name="T26" fmla="*/ 557 w 614"/>
                <a:gd name="T27" fmla="*/ 280 h 928"/>
                <a:gd name="T28" fmla="*/ 543 w 614"/>
                <a:gd name="T29" fmla="*/ 330 h 928"/>
                <a:gd name="T30" fmla="*/ 541 w 614"/>
                <a:gd name="T31" fmla="*/ 372 h 928"/>
                <a:gd name="T32" fmla="*/ 543 w 614"/>
                <a:gd name="T33" fmla="*/ 416 h 928"/>
                <a:gd name="T34" fmla="*/ 595 w 614"/>
                <a:gd name="T35" fmla="*/ 516 h 928"/>
                <a:gd name="T36" fmla="*/ 592 w 614"/>
                <a:gd name="T37" fmla="*/ 546 h 928"/>
                <a:gd name="T38" fmla="*/ 546 w 614"/>
                <a:gd name="T39" fmla="*/ 600 h 928"/>
                <a:gd name="T40" fmla="*/ 510 w 614"/>
                <a:gd name="T41" fmla="*/ 660 h 928"/>
                <a:gd name="T42" fmla="*/ 506 w 614"/>
                <a:gd name="T43" fmla="*/ 724 h 928"/>
                <a:gd name="T44" fmla="*/ 482 w 614"/>
                <a:gd name="T45" fmla="*/ 747 h 928"/>
                <a:gd name="T46" fmla="*/ 497 w 614"/>
                <a:gd name="T47" fmla="*/ 787 h 928"/>
                <a:gd name="T48" fmla="*/ 526 w 614"/>
                <a:gd name="T49" fmla="*/ 810 h 928"/>
                <a:gd name="T50" fmla="*/ 546 w 614"/>
                <a:gd name="T51" fmla="*/ 836 h 928"/>
                <a:gd name="T52" fmla="*/ 548 w 614"/>
                <a:gd name="T53" fmla="*/ 850 h 928"/>
                <a:gd name="T54" fmla="*/ 527 w 614"/>
                <a:gd name="T55" fmla="*/ 887 h 928"/>
                <a:gd name="T56" fmla="*/ 515 w 614"/>
                <a:gd name="T57" fmla="*/ 927 h 928"/>
                <a:gd name="T58" fmla="*/ 483 w 614"/>
                <a:gd name="T59" fmla="*/ 917 h 928"/>
                <a:gd name="T60" fmla="*/ 467 w 614"/>
                <a:gd name="T61" fmla="*/ 909 h 928"/>
                <a:gd name="T62" fmla="*/ 448 w 614"/>
                <a:gd name="T63" fmla="*/ 898 h 928"/>
                <a:gd name="T64" fmla="*/ 428 w 614"/>
                <a:gd name="T65" fmla="*/ 884 h 928"/>
                <a:gd name="T66" fmla="*/ 439 w 614"/>
                <a:gd name="T67" fmla="*/ 872 h 928"/>
                <a:gd name="T68" fmla="*/ 428 w 614"/>
                <a:gd name="T69" fmla="*/ 843 h 928"/>
                <a:gd name="T70" fmla="*/ 407 w 614"/>
                <a:gd name="T71" fmla="*/ 777 h 928"/>
                <a:gd name="T72" fmla="*/ 353 w 614"/>
                <a:gd name="T73" fmla="*/ 734 h 928"/>
                <a:gd name="T74" fmla="*/ 328 w 614"/>
                <a:gd name="T75" fmla="*/ 703 h 928"/>
                <a:gd name="T76" fmla="*/ 354 w 614"/>
                <a:gd name="T77" fmla="*/ 675 h 928"/>
                <a:gd name="T78" fmla="*/ 370 w 614"/>
                <a:gd name="T79" fmla="*/ 651 h 928"/>
                <a:gd name="T80" fmla="*/ 331 w 614"/>
                <a:gd name="T81" fmla="*/ 607 h 928"/>
                <a:gd name="T82" fmla="*/ 282 w 614"/>
                <a:gd name="T83" fmla="*/ 584 h 928"/>
                <a:gd name="T84" fmla="*/ 229 w 614"/>
                <a:gd name="T85" fmla="*/ 597 h 928"/>
                <a:gd name="T86" fmla="*/ 167 w 614"/>
                <a:gd name="T87" fmla="*/ 562 h 928"/>
                <a:gd name="T88" fmla="*/ 156 w 614"/>
                <a:gd name="T89" fmla="*/ 537 h 928"/>
                <a:gd name="T90" fmla="*/ 115 w 614"/>
                <a:gd name="T91" fmla="*/ 475 h 928"/>
                <a:gd name="T92" fmla="*/ 63 w 614"/>
                <a:gd name="T93" fmla="*/ 447 h 928"/>
                <a:gd name="T94" fmla="*/ 52 w 614"/>
                <a:gd name="T95" fmla="*/ 412 h 928"/>
                <a:gd name="T96" fmla="*/ 62 w 614"/>
                <a:gd name="T97" fmla="*/ 347 h 928"/>
                <a:gd name="T98" fmla="*/ 61 w 614"/>
                <a:gd name="T99" fmla="*/ 281 h 928"/>
                <a:gd name="T100" fmla="*/ 61 w 614"/>
                <a:gd name="T101" fmla="*/ 235 h 928"/>
                <a:gd name="T102" fmla="*/ 54 w 614"/>
                <a:gd name="T103" fmla="*/ 203 h 928"/>
                <a:gd name="T104" fmla="*/ 11 w 614"/>
                <a:gd name="T105" fmla="*/ 203 h 928"/>
                <a:gd name="T106" fmla="*/ 3 w 614"/>
                <a:gd name="T107" fmla="*/ 196 h 928"/>
                <a:gd name="T108" fmla="*/ 7 w 614"/>
                <a:gd name="T109" fmla="*/ 172 h 928"/>
                <a:gd name="T110" fmla="*/ 36 w 614"/>
                <a:gd name="T111" fmla="*/ 158 h 928"/>
                <a:gd name="T112" fmla="*/ 67 w 614"/>
                <a:gd name="T113" fmla="*/ 130 h 928"/>
                <a:gd name="T114" fmla="*/ 104 w 614"/>
                <a:gd name="T115" fmla="*/ 107 h 928"/>
                <a:gd name="T116" fmla="*/ 110 w 614"/>
                <a:gd name="T117" fmla="*/ 65 h 928"/>
                <a:gd name="T118" fmla="*/ 143 w 614"/>
                <a:gd name="T119" fmla="*/ 57 h 928"/>
                <a:gd name="T120" fmla="*/ 184 w 614"/>
                <a:gd name="T121" fmla="*/ 61 h 928"/>
                <a:gd name="T122" fmla="*/ 217 w 614"/>
                <a:gd name="T123" fmla="*/ 70 h 928"/>
                <a:gd name="T124" fmla="*/ 466 w 614"/>
                <a:gd name="T125" fmla="*/ 740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928">
                  <a:moveTo>
                    <a:pt x="233" y="60"/>
                  </a:moveTo>
                  <a:lnTo>
                    <a:pt x="235" y="60"/>
                  </a:lnTo>
                  <a:lnTo>
                    <a:pt x="238" y="58"/>
                  </a:lnTo>
                  <a:lnTo>
                    <a:pt x="241" y="58"/>
                  </a:lnTo>
                  <a:lnTo>
                    <a:pt x="245" y="59"/>
                  </a:lnTo>
                  <a:lnTo>
                    <a:pt x="249" y="57"/>
                  </a:lnTo>
                  <a:lnTo>
                    <a:pt x="249" y="59"/>
                  </a:lnTo>
                  <a:lnTo>
                    <a:pt x="253" y="60"/>
                  </a:lnTo>
                  <a:lnTo>
                    <a:pt x="254" y="65"/>
                  </a:lnTo>
                  <a:lnTo>
                    <a:pt x="263" y="69"/>
                  </a:lnTo>
                  <a:lnTo>
                    <a:pt x="268" y="68"/>
                  </a:lnTo>
                  <a:lnTo>
                    <a:pt x="268" y="65"/>
                  </a:lnTo>
                  <a:lnTo>
                    <a:pt x="272" y="63"/>
                  </a:lnTo>
                  <a:lnTo>
                    <a:pt x="281" y="68"/>
                  </a:lnTo>
                  <a:lnTo>
                    <a:pt x="284" y="68"/>
                  </a:lnTo>
                  <a:lnTo>
                    <a:pt x="288" y="64"/>
                  </a:lnTo>
                  <a:lnTo>
                    <a:pt x="291" y="64"/>
                  </a:lnTo>
                  <a:lnTo>
                    <a:pt x="296" y="66"/>
                  </a:lnTo>
                  <a:lnTo>
                    <a:pt x="301" y="65"/>
                  </a:lnTo>
                  <a:lnTo>
                    <a:pt x="329" y="77"/>
                  </a:lnTo>
                  <a:lnTo>
                    <a:pt x="331" y="77"/>
                  </a:lnTo>
                  <a:lnTo>
                    <a:pt x="353" y="69"/>
                  </a:lnTo>
                  <a:lnTo>
                    <a:pt x="353" y="76"/>
                  </a:lnTo>
                  <a:lnTo>
                    <a:pt x="354" y="76"/>
                  </a:lnTo>
                  <a:lnTo>
                    <a:pt x="355" y="79"/>
                  </a:lnTo>
                  <a:lnTo>
                    <a:pt x="358" y="78"/>
                  </a:lnTo>
                  <a:lnTo>
                    <a:pt x="364" y="78"/>
                  </a:lnTo>
                  <a:lnTo>
                    <a:pt x="373" y="71"/>
                  </a:lnTo>
                  <a:lnTo>
                    <a:pt x="376" y="71"/>
                  </a:lnTo>
                  <a:lnTo>
                    <a:pt x="379" y="68"/>
                  </a:lnTo>
                  <a:lnTo>
                    <a:pt x="389" y="65"/>
                  </a:lnTo>
                  <a:lnTo>
                    <a:pt x="392" y="62"/>
                  </a:lnTo>
                  <a:lnTo>
                    <a:pt x="399" y="60"/>
                  </a:lnTo>
                  <a:lnTo>
                    <a:pt x="403" y="57"/>
                  </a:lnTo>
                  <a:lnTo>
                    <a:pt x="411" y="54"/>
                  </a:lnTo>
                  <a:lnTo>
                    <a:pt x="416" y="50"/>
                  </a:lnTo>
                  <a:lnTo>
                    <a:pt x="421" y="45"/>
                  </a:lnTo>
                  <a:lnTo>
                    <a:pt x="421" y="41"/>
                  </a:lnTo>
                  <a:lnTo>
                    <a:pt x="421" y="38"/>
                  </a:lnTo>
                  <a:lnTo>
                    <a:pt x="413" y="30"/>
                  </a:lnTo>
                  <a:lnTo>
                    <a:pt x="413" y="24"/>
                  </a:lnTo>
                  <a:lnTo>
                    <a:pt x="413" y="19"/>
                  </a:lnTo>
                  <a:lnTo>
                    <a:pt x="413" y="19"/>
                  </a:lnTo>
                  <a:lnTo>
                    <a:pt x="416" y="18"/>
                  </a:lnTo>
                  <a:lnTo>
                    <a:pt x="418" y="14"/>
                  </a:lnTo>
                  <a:lnTo>
                    <a:pt x="423" y="14"/>
                  </a:lnTo>
                  <a:lnTo>
                    <a:pt x="424" y="11"/>
                  </a:lnTo>
                  <a:lnTo>
                    <a:pt x="426" y="10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41" y="15"/>
                  </a:lnTo>
                  <a:lnTo>
                    <a:pt x="448" y="9"/>
                  </a:lnTo>
                  <a:lnTo>
                    <a:pt x="448" y="3"/>
                  </a:lnTo>
                  <a:lnTo>
                    <a:pt x="450" y="0"/>
                  </a:lnTo>
                  <a:lnTo>
                    <a:pt x="453" y="3"/>
                  </a:lnTo>
                  <a:lnTo>
                    <a:pt x="457" y="15"/>
                  </a:lnTo>
                  <a:lnTo>
                    <a:pt x="455" y="24"/>
                  </a:lnTo>
                  <a:lnTo>
                    <a:pt x="457" y="33"/>
                  </a:lnTo>
                  <a:lnTo>
                    <a:pt x="460" y="33"/>
                  </a:lnTo>
                  <a:lnTo>
                    <a:pt x="465" y="34"/>
                  </a:lnTo>
                  <a:lnTo>
                    <a:pt x="468" y="33"/>
                  </a:lnTo>
                  <a:lnTo>
                    <a:pt x="470" y="30"/>
                  </a:lnTo>
                  <a:lnTo>
                    <a:pt x="474" y="27"/>
                  </a:lnTo>
                  <a:lnTo>
                    <a:pt x="483" y="23"/>
                  </a:lnTo>
                  <a:lnTo>
                    <a:pt x="491" y="24"/>
                  </a:lnTo>
                  <a:lnTo>
                    <a:pt x="497" y="29"/>
                  </a:lnTo>
                  <a:lnTo>
                    <a:pt x="500" y="33"/>
                  </a:lnTo>
                  <a:lnTo>
                    <a:pt x="502" y="33"/>
                  </a:lnTo>
                  <a:lnTo>
                    <a:pt x="508" y="35"/>
                  </a:lnTo>
                  <a:lnTo>
                    <a:pt x="508" y="38"/>
                  </a:lnTo>
                  <a:lnTo>
                    <a:pt x="514" y="37"/>
                  </a:lnTo>
                  <a:lnTo>
                    <a:pt x="514" y="45"/>
                  </a:lnTo>
                  <a:lnTo>
                    <a:pt x="520" y="49"/>
                  </a:lnTo>
                  <a:lnTo>
                    <a:pt x="522" y="52"/>
                  </a:lnTo>
                  <a:lnTo>
                    <a:pt x="520" y="53"/>
                  </a:lnTo>
                  <a:lnTo>
                    <a:pt x="521" y="55"/>
                  </a:lnTo>
                  <a:lnTo>
                    <a:pt x="516" y="58"/>
                  </a:lnTo>
                  <a:lnTo>
                    <a:pt x="515" y="65"/>
                  </a:lnTo>
                  <a:lnTo>
                    <a:pt x="511" y="70"/>
                  </a:lnTo>
                  <a:lnTo>
                    <a:pt x="508" y="75"/>
                  </a:lnTo>
                  <a:lnTo>
                    <a:pt x="508" y="80"/>
                  </a:lnTo>
                  <a:lnTo>
                    <a:pt x="506" y="84"/>
                  </a:lnTo>
                  <a:lnTo>
                    <a:pt x="507" y="87"/>
                  </a:lnTo>
                  <a:lnTo>
                    <a:pt x="503" y="95"/>
                  </a:lnTo>
                  <a:lnTo>
                    <a:pt x="505" y="108"/>
                  </a:lnTo>
                  <a:lnTo>
                    <a:pt x="504" y="112"/>
                  </a:lnTo>
                  <a:lnTo>
                    <a:pt x="501" y="114"/>
                  </a:lnTo>
                  <a:lnTo>
                    <a:pt x="501" y="116"/>
                  </a:lnTo>
                  <a:lnTo>
                    <a:pt x="501" y="118"/>
                  </a:lnTo>
                  <a:lnTo>
                    <a:pt x="505" y="128"/>
                  </a:lnTo>
                  <a:lnTo>
                    <a:pt x="505" y="131"/>
                  </a:lnTo>
                  <a:lnTo>
                    <a:pt x="505" y="139"/>
                  </a:lnTo>
                  <a:lnTo>
                    <a:pt x="510" y="147"/>
                  </a:lnTo>
                  <a:lnTo>
                    <a:pt x="515" y="150"/>
                  </a:lnTo>
                  <a:lnTo>
                    <a:pt x="517" y="154"/>
                  </a:lnTo>
                  <a:lnTo>
                    <a:pt x="519" y="158"/>
                  </a:lnTo>
                  <a:lnTo>
                    <a:pt x="518" y="161"/>
                  </a:lnTo>
                  <a:lnTo>
                    <a:pt x="519" y="162"/>
                  </a:lnTo>
                  <a:lnTo>
                    <a:pt x="524" y="166"/>
                  </a:lnTo>
                  <a:lnTo>
                    <a:pt x="525" y="168"/>
                  </a:lnTo>
                  <a:lnTo>
                    <a:pt x="524" y="174"/>
                  </a:lnTo>
                  <a:lnTo>
                    <a:pt x="527" y="175"/>
                  </a:lnTo>
                  <a:lnTo>
                    <a:pt x="528" y="175"/>
                  </a:lnTo>
                  <a:lnTo>
                    <a:pt x="530" y="177"/>
                  </a:lnTo>
                  <a:lnTo>
                    <a:pt x="535" y="179"/>
                  </a:lnTo>
                  <a:lnTo>
                    <a:pt x="545" y="175"/>
                  </a:lnTo>
                  <a:lnTo>
                    <a:pt x="548" y="177"/>
                  </a:lnTo>
                  <a:lnTo>
                    <a:pt x="552" y="177"/>
                  </a:lnTo>
                  <a:lnTo>
                    <a:pt x="554" y="180"/>
                  </a:lnTo>
                  <a:lnTo>
                    <a:pt x="556" y="183"/>
                  </a:lnTo>
                  <a:lnTo>
                    <a:pt x="557" y="188"/>
                  </a:lnTo>
                  <a:lnTo>
                    <a:pt x="559" y="189"/>
                  </a:lnTo>
                  <a:lnTo>
                    <a:pt x="562" y="196"/>
                  </a:lnTo>
                  <a:lnTo>
                    <a:pt x="560" y="207"/>
                  </a:lnTo>
                  <a:lnTo>
                    <a:pt x="560" y="210"/>
                  </a:lnTo>
                  <a:lnTo>
                    <a:pt x="557" y="215"/>
                  </a:lnTo>
                  <a:lnTo>
                    <a:pt x="558" y="222"/>
                  </a:lnTo>
                  <a:lnTo>
                    <a:pt x="558" y="229"/>
                  </a:lnTo>
                  <a:lnTo>
                    <a:pt x="564" y="242"/>
                  </a:lnTo>
                  <a:lnTo>
                    <a:pt x="568" y="246"/>
                  </a:lnTo>
                  <a:lnTo>
                    <a:pt x="569" y="253"/>
                  </a:lnTo>
                  <a:lnTo>
                    <a:pt x="560" y="258"/>
                  </a:lnTo>
                  <a:lnTo>
                    <a:pt x="558" y="260"/>
                  </a:lnTo>
                  <a:lnTo>
                    <a:pt x="563" y="267"/>
                  </a:lnTo>
                  <a:lnTo>
                    <a:pt x="560" y="271"/>
                  </a:lnTo>
                  <a:lnTo>
                    <a:pt x="557" y="280"/>
                  </a:lnTo>
                  <a:lnTo>
                    <a:pt x="560" y="285"/>
                  </a:lnTo>
                  <a:lnTo>
                    <a:pt x="562" y="297"/>
                  </a:lnTo>
                  <a:lnTo>
                    <a:pt x="561" y="299"/>
                  </a:lnTo>
                  <a:lnTo>
                    <a:pt x="562" y="311"/>
                  </a:lnTo>
                  <a:lnTo>
                    <a:pt x="560" y="314"/>
                  </a:lnTo>
                  <a:lnTo>
                    <a:pt x="557" y="320"/>
                  </a:lnTo>
                  <a:lnTo>
                    <a:pt x="557" y="325"/>
                  </a:lnTo>
                  <a:lnTo>
                    <a:pt x="552" y="325"/>
                  </a:lnTo>
                  <a:lnTo>
                    <a:pt x="543" y="330"/>
                  </a:lnTo>
                  <a:lnTo>
                    <a:pt x="541" y="338"/>
                  </a:lnTo>
                  <a:lnTo>
                    <a:pt x="542" y="344"/>
                  </a:lnTo>
                  <a:lnTo>
                    <a:pt x="538" y="350"/>
                  </a:lnTo>
                  <a:lnTo>
                    <a:pt x="539" y="352"/>
                  </a:lnTo>
                  <a:lnTo>
                    <a:pt x="542" y="355"/>
                  </a:lnTo>
                  <a:lnTo>
                    <a:pt x="546" y="360"/>
                  </a:lnTo>
                  <a:lnTo>
                    <a:pt x="547" y="365"/>
                  </a:lnTo>
                  <a:lnTo>
                    <a:pt x="543" y="371"/>
                  </a:lnTo>
                  <a:lnTo>
                    <a:pt x="541" y="372"/>
                  </a:lnTo>
                  <a:lnTo>
                    <a:pt x="535" y="383"/>
                  </a:lnTo>
                  <a:lnTo>
                    <a:pt x="531" y="385"/>
                  </a:lnTo>
                  <a:lnTo>
                    <a:pt x="530" y="387"/>
                  </a:lnTo>
                  <a:lnTo>
                    <a:pt x="530" y="390"/>
                  </a:lnTo>
                  <a:lnTo>
                    <a:pt x="532" y="393"/>
                  </a:lnTo>
                  <a:lnTo>
                    <a:pt x="534" y="401"/>
                  </a:lnTo>
                  <a:lnTo>
                    <a:pt x="537" y="406"/>
                  </a:lnTo>
                  <a:lnTo>
                    <a:pt x="538" y="411"/>
                  </a:lnTo>
                  <a:lnTo>
                    <a:pt x="543" y="416"/>
                  </a:lnTo>
                  <a:lnTo>
                    <a:pt x="549" y="425"/>
                  </a:lnTo>
                  <a:lnTo>
                    <a:pt x="548" y="450"/>
                  </a:lnTo>
                  <a:lnTo>
                    <a:pt x="557" y="477"/>
                  </a:lnTo>
                  <a:lnTo>
                    <a:pt x="558" y="480"/>
                  </a:lnTo>
                  <a:lnTo>
                    <a:pt x="575" y="488"/>
                  </a:lnTo>
                  <a:lnTo>
                    <a:pt x="579" y="491"/>
                  </a:lnTo>
                  <a:lnTo>
                    <a:pt x="591" y="506"/>
                  </a:lnTo>
                  <a:lnTo>
                    <a:pt x="592" y="510"/>
                  </a:lnTo>
                  <a:lnTo>
                    <a:pt x="595" y="516"/>
                  </a:lnTo>
                  <a:lnTo>
                    <a:pt x="601" y="519"/>
                  </a:lnTo>
                  <a:lnTo>
                    <a:pt x="609" y="527"/>
                  </a:lnTo>
                  <a:lnTo>
                    <a:pt x="614" y="528"/>
                  </a:lnTo>
                  <a:lnTo>
                    <a:pt x="614" y="528"/>
                  </a:lnTo>
                  <a:lnTo>
                    <a:pt x="612" y="530"/>
                  </a:lnTo>
                  <a:lnTo>
                    <a:pt x="607" y="537"/>
                  </a:lnTo>
                  <a:lnTo>
                    <a:pt x="600" y="540"/>
                  </a:lnTo>
                  <a:lnTo>
                    <a:pt x="595" y="545"/>
                  </a:lnTo>
                  <a:lnTo>
                    <a:pt x="592" y="546"/>
                  </a:lnTo>
                  <a:lnTo>
                    <a:pt x="586" y="555"/>
                  </a:lnTo>
                  <a:lnTo>
                    <a:pt x="579" y="567"/>
                  </a:lnTo>
                  <a:lnTo>
                    <a:pt x="574" y="568"/>
                  </a:lnTo>
                  <a:lnTo>
                    <a:pt x="566" y="573"/>
                  </a:lnTo>
                  <a:lnTo>
                    <a:pt x="562" y="576"/>
                  </a:lnTo>
                  <a:lnTo>
                    <a:pt x="560" y="577"/>
                  </a:lnTo>
                  <a:lnTo>
                    <a:pt x="542" y="585"/>
                  </a:lnTo>
                  <a:lnTo>
                    <a:pt x="542" y="590"/>
                  </a:lnTo>
                  <a:lnTo>
                    <a:pt x="546" y="600"/>
                  </a:lnTo>
                  <a:lnTo>
                    <a:pt x="554" y="622"/>
                  </a:lnTo>
                  <a:lnTo>
                    <a:pt x="554" y="625"/>
                  </a:lnTo>
                  <a:lnTo>
                    <a:pt x="546" y="638"/>
                  </a:lnTo>
                  <a:lnTo>
                    <a:pt x="546" y="644"/>
                  </a:lnTo>
                  <a:lnTo>
                    <a:pt x="545" y="648"/>
                  </a:lnTo>
                  <a:lnTo>
                    <a:pt x="531" y="652"/>
                  </a:lnTo>
                  <a:lnTo>
                    <a:pt x="526" y="650"/>
                  </a:lnTo>
                  <a:lnTo>
                    <a:pt x="524" y="651"/>
                  </a:lnTo>
                  <a:lnTo>
                    <a:pt x="510" y="660"/>
                  </a:lnTo>
                  <a:lnTo>
                    <a:pt x="499" y="664"/>
                  </a:lnTo>
                  <a:lnTo>
                    <a:pt x="497" y="666"/>
                  </a:lnTo>
                  <a:lnTo>
                    <a:pt x="497" y="673"/>
                  </a:lnTo>
                  <a:lnTo>
                    <a:pt x="490" y="680"/>
                  </a:lnTo>
                  <a:lnTo>
                    <a:pt x="491" y="690"/>
                  </a:lnTo>
                  <a:lnTo>
                    <a:pt x="498" y="698"/>
                  </a:lnTo>
                  <a:lnTo>
                    <a:pt x="502" y="705"/>
                  </a:lnTo>
                  <a:lnTo>
                    <a:pt x="503" y="718"/>
                  </a:lnTo>
                  <a:lnTo>
                    <a:pt x="506" y="724"/>
                  </a:lnTo>
                  <a:lnTo>
                    <a:pt x="508" y="731"/>
                  </a:lnTo>
                  <a:lnTo>
                    <a:pt x="507" y="732"/>
                  </a:lnTo>
                  <a:lnTo>
                    <a:pt x="505" y="732"/>
                  </a:lnTo>
                  <a:lnTo>
                    <a:pt x="500" y="736"/>
                  </a:lnTo>
                  <a:lnTo>
                    <a:pt x="495" y="736"/>
                  </a:lnTo>
                  <a:lnTo>
                    <a:pt x="494" y="742"/>
                  </a:lnTo>
                  <a:lnTo>
                    <a:pt x="491" y="745"/>
                  </a:lnTo>
                  <a:lnTo>
                    <a:pt x="483" y="745"/>
                  </a:lnTo>
                  <a:lnTo>
                    <a:pt x="482" y="747"/>
                  </a:lnTo>
                  <a:lnTo>
                    <a:pt x="483" y="755"/>
                  </a:lnTo>
                  <a:lnTo>
                    <a:pt x="483" y="755"/>
                  </a:lnTo>
                  <a:lnTo>
                    <a:pt x="481" y="753"/>
                  </a:lnTo>
                  <a:lnTo>
                    <a:pt x="479" y="754"/>
                  </a:lnTo>
                  <a:lnTo>
                    <a:pt x="479" y="758"/>
                  </a:lnTo>
                  <a:lnTo>
                    <a:pt x="492" y="764"/>
                  </a:lnTo>
                  <a:lnTo>
                    <a:pt x="497" y="768"/>
                  </a:lnTo>
                  <a:lnTo>
                    <a:pt x="498" y="777"/>
                  </a:lnTo>
                  <a:lnTo>
                    <a:pt x="497" y="787"/>
                  </a:lnTo>
                  <a:lnTo>
                    <a:pt x="497" y="788"/>
                  </a:lnTo>
                  <a:lnTo>
                    <a:pt x="500" y="789"/>
                  </a:lnTo>
                  <a:lnTo>
                    <a:pt x="503" y="792"/>
                  </a:lnTo>
                  <a:lnTo>
                    <a:pt x="501" y="801"/>
                  </a:lnTo>
                  <a:lnTo>
                    <a:pt x="502" y="803"/>
                  </a:lnTo>
                  <a:lnTo>
                    <a:pt x="507" y="803"/>
                  </a:lnTo>
                  <a:lnTo>
                    <a:pt x="514" y="805"/>
                  </a:lnTo>
                  <a:lnTo>
                    <a:pt x="520" y="805"/>
                  </a:lnTo>
                  <a:lnTo>
                    <a:pt x="526" y="810"/>
                  </a:lnTo>
                  <a:lnTo>
                    <a:pt x="533" y="811"/>
                  </a:lnTo>
                  <a:lnTo>
                    <a:pt x="534" y="812"/>
                  </a:lnTo>
                  <a:lnTo>
                    <a:pt x="532" y="816"/>
                  </a:lnTo>
                  <a:lnTo>
                    <a:pt x="538" y="819"/>
                  </a:lnTo>
                  <a:lnTo>
                    <a:pt x="540" y="822"/>
                  </a:lnTo>
                  <a:lnTo>
                    <a:pt x="544" y="821"/>
                  </a:lnTo>
                  <a:lnTo>
                    <a:pt x="546" y="821"/>
                  </a:lnTo>
                  <a:lnTo>
                    <a:pt x="546" y="824"/>
                  </a:lnTo>
                  <a:lnTo>
                    <a:pt x="546" y="836"/>
                  </a:lnTo>
                  <a:lnTo>
                    <a:pt x="554" y="832"/>
                  </a:lnTo>
                  <a:lnTo>
                    <a:pt x="557" y="837"/>
                  </a:lnTo>
                  <a:lnTo>
                    <a:pt x="554" y="840"/>
                  </a:lnTo>
                  <a:lnTo>
                    <a:pt x="552" y="843"/>
                  </a:lnTo>
                  <a:lnTo>
                    <a:pt x="551" y="845"/>
                  </a:lnTo>
                  <a:lnTo>
                    <a:pt x="549" y="843"/>
                  </a:lnTo>
                  <a:lnTo>
                    <a:pt x="547" y="844"/>
                  </a:lnTo>
                  <a:lnTo>
                    <a:pt x="549" y="847"/>
                  </a:lnTo>
                  <a:lnTo>
                    <a:pt x="548" y="850"/>
                  </a:lnTo>
                  <a:lnTo>
                    <a:pt x="538" y="863"/>
                  </a:lnTo>
                  <a:lnTo>
                    <a:pt x="535" y="864"/>
                  </a:lnTo>
                  <a:lnTo>
                    <a:pt x="530" y="864"/>
                  </a:lnTo>
                  <a:lnTo>
                    <a:pt x="527" y="870"/>
                  </a:lnTo>
                  <a:lnTo>
                    <a:pt x="526" y="871"/>
                  </a:lnTo>
                  <a:lnTo>
                    <a:pt x="527" y="873"/>
                  </a:lnTo>
                  <a:lnTo>
                    <a:pt x="525" y="875"/>
                  </a:lnTo>
                  <a:lnTo>
                    <a:pt x="524" y="880"/>
                  </a:lnTo>
                  <a:lnTo>
                    <a:pt x="527" y="887"/>
                  </a:lnTo>
                  <a:lnTo>
                    <a:pt x="520" y="897"/>
                  </a:lnTo>
                  <a:lnTo>
                    <a:pt x="516" y="900"/>
                  </a:lnTo>
                  <a:lnTo>
                    <a:pt x="515" y="905"/>
                  </a:lnTo>
                  <a:lnTo>
                    <a:pt x="516" y="908"/>
                  </a:lnTo>
                  <a:lnTo>
                    <a:pt x="516" y="910"/>
                  </a:lnTo>
                  <a:lnTo>
                    <a:pt x="511" y="918"/>
                  </a:lnTo>
                  <a:lnTo>
                    <a:pt x="512" y="921"/>
                  </a:lnTo>
                  <a:lnTo>
                    <a:pt x="515" y="925"/>
                  </a:lnTo>
                  <a:lnTo>
                    <a:pt x="515" y="927"/>
                  </a:lnTo>
                  <a:lnTo>
                    <a:pt x="508" y="928"/>
                  </a:lnTo>
                  <a:lnTo>
                    <a:pt x="503" y="926"/>
                  </a:lnTo>
                  <a:lnTo>
                    <a:pt x="500" y="928"/>
                  </a:lnTo>
                  <a:lnTo>
                    <a:pt x="496" y="927"/>
                  </a:lnTo>
                  <a:lnTo>
                    <a:pt x="490" y="923"/>
                  </a:lnTo>
                  <a:lnTo>
                    <a:pt x="484" y="927"/>
                  </a:lnTo>
                  <a:lnTo>
                    <a:pt x="478" y="926"/>
                  </a:lnTo>
                  <a:lnTo>
                    <a:pt x="478" y="922"/>
                  </a:lnTo>
                  <a:lnTo>
                    <a:pt x="483" y="917"/>
                  </a:lnTo>
                  <a:lnTo>
                    <a:pt x="484" y="913"/>
                  </a:lnTo>
                  <a:lnTo>
                    <a:pt x="483" y="911"/>
                  </a:lnTo>
                  <a:lnTo>
                    <a:pt x="479" y="909"/>
                  </a:lnTo>
                  <a:lnTo>
                    <a:pt x="478" y="906"/>
                  </a:lnTo>
                  <a:lnTo>
                    <a:pt x="475" y="907"/>
                  </a:lnTo>
                  <a:lnTo>
                    <a:pt x="473" y="905"/>
                  </a:lnTo>
                  <a:lnTo>
                    <a:pt x="472" y="906"/>
                  </a:lnTo>
                  <a:lnTo>
                    <a:pt x="469" y="908"/>
                  </a:lnTo>
                  <a:lnTo>
                    <a:pt x="467" y="909"/>
                  </a:lnTo>
                  <a:lnTo>
                    <a:pt x="456" y="908"/>
                  </a:lnTo>
                  <a:lnTo>
                    <a:pt x="456" y="907"/>
                  </a:lnTo>
                  <a:lnTo>
                    <a:pt x="456" y="905"/>
                  </a:lnTo>
                  <a:lnTo>
                    <a:pt x="456" y="902"/>
                  </a:lnTo>
                  <a:lnTo>
                    <a:pt x="455" y="900"/>
                  </a:lnTo>
                  <a:lnTo>
                    <a:pt x="452" y="901"/>
                  </a:lnTo>
                  <a:lnTo>
                    <a:pt x="451" y="899"/>
                  </a:lnTo>
                  <a:lnTo>
                    <a:pt x="450" y="900"/>
                  </a:lnTo>
                  <a:lnTo>
                    <a:pt x="448" y="898"/>
                  </a:lnTo>
                  <a:lnTo>
                    <a:pt x="445" y="898"/>
                  </a:lnTo>
                  <a:lnTo>
                    <a:pt x="440" y="900"/>
                  </a:lnTo>
                  <a:lnTo>
                    <a:pt x="433" y="903"/>
                  </a:lnTo>
                  <a:lnTo>
                    <a:pt x="429" y="907"/>
                  </a:lnTo>
                  <a:lnTo>
                    <a:pt x="423" y="908"/>
                  </a:lnTo>
                  <a:lnTo>
                    <a:pt x="416" y="912"/>
                  </a:lnTo>
                  <a:lnTo>
                    <a:pt x="415" y="901"/>
                  </a:lnTo>
                  <a:lnTo>
                    <a:pt x="418" y="897"/>
                  </a:lnTo>
                  <a:lnTo>
                    <a:pt x="428" y="884"/>
                  </a:lnTo>
                  <a:lnTo>
                    <a:pt x="429" y="880"/>
                  </a:lnTo>
                  <a:lnTo>
                    <a:pt x="434" y="877"/>
                  </a:lnTo>
                  <a:lnTo>
                    <a:pt x="438" y="877"/>
                  </a:lnTo>
                  <a:lnTo>
                    <a:pt x="442" y="873"/>
                  </a:lnTo>
                  <a:lnTo>
                    <a:pt x="442" y="872"/>
                  </a:lnTo>
                  <a:lnTo>
                    <a:pt x="442" y="870"/>
                  </a:lnTo>
                  <a:lnTo>
                    <a:pt x="440" y="869"/>
                  </a:lnTo>
                  <a:lnTo>
                    <a:pt x="439" y="870"/>
                  </a:lnTo>
                  <a:lnTo>
                    <a:pt x="439" y="872"/>
                  </a:lnTo>
                  <a:lnTo>
                    <a:pt x="437" y="873"/>
                  </a:lnTo>
                  <a:lnTo>
                    <a:pt x="434" y="870"/>
                  </a:lnTo>
                  <a:lnTo>
                    <a:pt x="434" y="867"/>
                  </a:lnTo>
                  <a:lnTo>
                    <a:pt x="434" y="864"/>
                  </a:lnTo>
                  <a:lnTo>
                    <a:pt x="434" y="862"/>
                  </a:lnTo>
                  <a:lnTo>
                    <a:pt x="432" y="862"/>
                  </a:lnTo>
                  <a:lnTo>
                    <a:pt x="433" y="857"/>
                  </a:lnTo>
                  <a:lnTo>
                    <a:pt x="431" y="847"/>
                  </a:lnTo>
                  <a:lnTo>
                    <a:pt x="428" y="843"/>
                  </a:lnTo>
                  <a:lnTo>
                    <a:pt x="423" y="841"/>
                  </a:lnTo>
                  <a:lnTo>
                    <a:pt x="423" y="837"/>
                  </a:lnTo>
                  <a:lnTo>
                    <a:pt x="426" y="833"/>
                  </a:lnTo>
                  <a:lnTo>
                    <a:pt x="425" y="829"/>
                  </a:lnTo>
                  <a:lnTo>
                    <a:pt x="413" y="805"/>
                  </a:lnTo>
                  <a:lnTo>
                    <a:pt x="404" y="797"/>
                  </a:lnTo>
                  <a:lnTo>
                    <a:pt x="404" y="791"/>
                  </a:lnTo>
                  <a:lnTo>
                    <a:pt x="408" y="782"/>
                  </a:lnTo>
                  <a:lnTo>
                    <a:pt x="407" y="777"/>
                  </a:lnTo>
                  <a:lnTo>
                    <a:pt x="404" y="771"/>
                  </a:lnTo>
                  <a:lnTo>
                    <a:pt x="400" y="768"/>
                  </a:lnTo>
                  <a:lnTo>
                    <a:pt x="389" y="768"/>
                  </a:lnTo>
                  <a:lnTo>
                    <a:pt x="383" y="766"/>
                  </a:lnTo>
                  <a:lnTo>
                    <a:pt x="376" y="758"/>
                  </a:lnTo>
                  <a:lnTo>
                    <a:pt x="366" y="751"/>
                  </a:lnTo>
                  <a:lnTo>
                    <a:pt x="359" y="739"/>
                  </a:lnTo>
                  <a:lnTo>
                    <a:pt x="355" y="737"/>
                  </a:lnTo>
                  <a:lnTo>
                    <a:pt x="353" y="734"/>
                  </a:lnTo>
                  <a:lnTo>
                    <a:pt x="344" y="734"/>
                  </a:lnTo>
                  <a:lnTo>
                    <a:pt x="339" y="731"/>
                  </a:lnTo>
                  <a:lnTo>
                    <a:pt x="323" y="730"/>
                  </a:lnTo>
                  <a:lnTo>
                    <a:pt x="321" y="731"/>
                  </a:lnTo>
                  <a:lnTo>
                    <a:pt x="318" y="734"/>
                  </a:lnTo>
                  <a:lnTo>
                    <a:pt x="316" y="734"/>
                  </a:lnTo>
                  <a:lnTo>
                    <a:pt x="315" y="732"/>
                  </a:lnTo>
                  <a:lnTo>
                    <a:pt x="320" y="716"/>
                  </a:lnTo>
                  <a:lnTo>
                    <a:pt x="328" y="703"/>
                  </a:lnTo>
                  <a:lnTo>
                    <a:pt x="332" y="697"/>
                  </a:lnTo>
                  <a:lnTo>
                    <a:pt x="344" y="692"/>
                  </a:lnTo>
                  <a:lnTo>
                    <a:pt x="347" y="687"/>
                  </a:lnTo>
                  <a:lnTo>
                    <a:pt x="347" y="685"/>
                  </a:lnTo>
                  <a:lnTo>
                    <a:pt x="350" y="683"/>
                  </a:lnTo>
                  <a:lnTo>
                    <a:pt x="350" y="680"/>
                  </a:lnTo>
                  <a:lnTo>
                    <a:pt x="352" y="677"/>
                  </a:lnTo>
                  <a:lnTo>
                    <a:pt x="350" y="675"/>
                  </a:lnTo>
                  <a:lnTo>
                    <a:pt x="354" y="675"/>
                  </a:lnTo>
                  <a:lnTo>
                    <a:pt x="355" y="674"/>
                  </a:lnTo>
                  <a:lnTo>
                    <a:pt x="355" y="671"/>
                  </a:lnTo>
                  <a:lnTo>
                    <a:pt x="354" y="671"/>
                  </a:lnTo>
                  <a:lnTo>
                    <a:pt x="351" y="668"/>
                  </a:lnTo>
                  <a:lnTo>
                    <a:pt x="353" y="664"/>
                  </a:lnTo>
                  <a:lnTo>
                    <a:pt x="354" y="663"/>
                  </a:lnTo>
                  <a:lnTo>
                    <a:pt x="362" y="666"/>
                  </a:lnTo>
                  <a:lnTo>
                    <a:pt x="369" y="654"/>
                  </a:lnTo>
                  <a:lnTo>
                    <a:pt x="370" y="651"/>
                  </a:lnTo>
                  <a:lnTo>
                    <a:pt x="369" y="637"/>
                  </a:lnTo>
                  <a:lnTo>
                    <a:pt x="364" y="636"/>
                  </a:lnTo>
                  <a:lnTo>
                    <a:pt x="360" y="630"/>
                  </a:lnTo>
                  <a:lnTo>
                    <a:pt x="355" y="629"/>
                  </a:lnTo>
                  <a:lnTo>
                    <a:pt x="347" y="619"/>
                  </a:lnTo>
                  <a:lnTo>
                    <a:pt x="345" y="616"/>
                  </a:lnTo>
                  <a:lnTo>
                    <a:pt x="342" y="614"/>
                  </a:lnTo>
                  <a:lnTo>
                    <a:pt x="333" y="607"/>
                  </a:lnTo>
                  <a:lnTo>
                    <a:pt x="331" y="607"/>
                  </a:lnTo>
                  <a:lnTo>
                    <a:pt x="328" y="611"/>
                  </a:lnTo>
                  <a:lnTo>
                    <a:pt x="325" y="614"/>
                  </a:lnTo>
                  <a:lnTo>
                    <a:pt x="314" y="615"/>
                  </a:lnTo>
                  <a:lnTo>
                    <a:pt x="303" y="608"/>
                  </a:lnTo>
                  <a:lnTo>
                    <a:pt x="295" y="605"/>
                  </a:lnTo>
                  <a:lnTo>
                    <a:pt x="293" y="602"/>
                  </a:lnTo>
                  <a:lnTo>
                    <a:pt x="292" y="602"/>
                  </a:lnTo>
                  <a:lnTo>
                    <a:pt x="290" y="600"/>
                  </a:lnTo>
                  <a:lnTo>
                    <a:pt x="282" y="584"/>
                  </a:lnTo>
                  <a:lnTo>
                    <a:pt x="281" y="584"/>
                  </a:lnTo>
                  <a:lnTo>
                    <a:pt x="269" y="595"/>
                  </a:lnTo>
                  <a:lnTo>
                    <a:pt x="263" y="604"/>
                  </a:lnTo>
                  <a:lnTo>
                    <a:pt x="252" y="604"/>
                  </a:lnTo>
                  <a:lnTo>
                    <a:pt x="242" y="606"/>
                  </a:lnTo>
                  <a:lnTo>
                    <a:pt x="236" y="606"/>
                  </a:lnTo>
                  <a:lnTo>
                    <a:pt x="233" y="602"/>
                  </a:lnTo>
                  <a:lnTo>
                    <a:pt x="233" y="597"/>
                  </a:lnTo>
                  <a:lnTo>
                    <a:pt x="229" y="597"/>
                  </a:lnTo>
                  <a:lnTo>
                    <a:pt x="224" y="598"/>
                  </a:lnTo>
                  <a:lnTo>
                    <a:pt x="215" y="593"/>
                  </a:lnTo>
                  <a:lnTo>
                    <a:pt x="211" y="586"/>
                  </a:lnTo>
                  <a:lnTo>
                    <a:pt x="207" y="582"/>
                  </a:lnTo>
                  <a:lnTo>
                    <a:pt x="182" y="584"/>
                  </a:lnTo>
                  <a:lnTo>
                    <a:pt x="179" y="584"/>
                  </a:lnTo>
                  <a:lnTo>
                    <a:pt x="178" y="580"/>
                  </a:lnTo>
                  <a:lnTo>
                    <a:pt x="176" y="571"/>
                  </a:lnTo>
                  <a:lnTo>
                    <a:pt x="167" y="562"/>
                  </a:lnTo>
                  <a:lnTo>
                    <a:pt x="167" y="557"/>
                  </a:lnTo>
                  <a:lnTo>
                    <a:pt x="172" y="551"/>
                  </a:lnTo>
                  <a:lnTo>
                    <a:pt x="172" y="546"/>
                  </a:lnTo>
                  <a:lnTo>
                    <a:pt x="170" y="545"/>
                  </a:lnTo>
                  <a:lnTo>
                    <a:pt x="166" y="545"/>
                  </a:lnTo>
                  <a:lnTo>
                    <a:pt x="162" y="543"/>
                  </a:lnTo>
                  <a:lnTo>
                    <a:pt x="160" y="542"/>
                  </a:lnTo>
                  <a:lnTo>
                    <a:pt x="159" y="537"/>
                  </a:lnTo>
                  <a:lnTo>
                    <a:pt x="156" y="537"/>
                  </a:lnTo>
                  <a:lnTo>
                    <a:pt x="153" y="539"/>
                  </a:lnTo>
                  <a:lnTo>
                    <a:pt x="149" y="536"/>
                  </a:lnTo>
                  <a:lnTo>
                    <a:pt x="145" y="521"/>
                  </a:lnTo>
                  <a:lnTo>
                    <a:pt x="141" y="513"/>
                  </a:lnTo>
                  <a:lnTo>
                    <a:pt x="135" y="511"/>
                  </a:lnTo>
                  <a:lnTo>
                    <a:pt x="133" y="505"/>
                  </a:lnTo>
                  <a:lnTo>
                    <a:pt x="123" y="498"/>
                  </a:lnTo>
                  <a:lnTo>
                    <a:pt x="121" y="495"/>
                  </a:lnTo>
                  <a:lnTo>
                    <a:pt x="115" y="475"/>
                  </a:lnTo>
                  <a:lnTo>
                    <a:pt x="112" y="472"/>
                  </a:lnTo>
                  <a:lnTo>
                    <a:pt x="101" y="472"/>
                  </a:lnTo>
                  <a:lnTo>
                    <a:pt x="95" y="467"/>
                  </a:lnTo>
                  <a:lnTo>
                    <a:pt x="85" y="462"/>
                  </a:lnTo>
                  <a:lnTo>
                    <a:pt x="79" y="461"/>
                  </a:lnTo>
                  <a:lnTo>
                    <a:pt x="72" y="461"/>
                  </a:lnTo>
                  <a:lnTo>
                    <a:pt x="68" y="458"/>
                  </a:lnTo>
                  <a:lnTo>
                    <a:pt x="64" y="456"/>
                  </a:lnTo>
                  <a:lnTo>
                    <a:pt x="63" y="447"/>
                  </a:lnTo>
                  <a:lnTo>
                    <a:pt x="61" y="445"/>
                  </a:lnTo>
                  <a:lnTo>
                    <a:pt x="55" y="442"/>
                  </a:lnTo>
                  <a:lnTo>
                    <a:pt x="47" y="440"/>
                  </a:lnTo>
                  <a:lnTo>
                    <a:pt x="45" y="435"/>
                  </a:lnTo>
                  <a:lnTo>
                    <a:pt x="46" y="431"/>
                  </a:lnTo>
                  <a:lnTo>
                    <a:pt x="51" y="426"/>
                  </a:lnTo>
                  <a:lnTo>
                    <a:pt x="56" y="423"/>
                  </a:lnTo>
                  <a:lnTo>
                    <a:pt x="56" y="421"/>
                  </a:lnTo>
                  <a:lnTo>
                    <a:pt x="52" y="412"/>
                  </a:lnTo>
                  <a:lnTo>
                    <a:pt x="39" y="396"/>
                  </a:lnTo>
                  <a:lnTo>
                    <a:pt x="37" y="390"/>
                  </a:lnTo>
                  <a:lnTo>
                    <a:pt x="34" y="383"/>
                  </a:lnTo>
                  <a:lnTo>
                    <a:pt x="36" y="379"/>
                  </a:lnTo>
                  <a:lnTo>
                    <a:pt x="42" y="376"/>
                  </a:lnTo>
                  <a:lnTo>
                    <a:pt x="46" y="360"/>
                  </a:lnTo>
                  <a:lnTo>
                    <a:pt x="55" y="356"/>
                  </a:lnTo>
                  <a:lnTo>
                    <a:pt x="56" y="352"/>
                  </a:lnTo>
                  <a:lnTo>
                    <a:pt x="62" y="347"/>
                  </a:lnTo>
                  <a:lnTo>
                    <a:pt x="64" y="342"/>
                  </a:lnTo>
                  <a:lnTo>
                    <a:pt x="64" y="337"/>
                  </a:lnTo>
                  <a:lnTo>
                    <a:pt x="62" y="319"/>
                  </a:lnTo>
                  <a:lnTo>
                    <a:pt x="64" y="316"/>
                  </a:lnTo>
                  <a:lnTo>
                    <a:pt x="68" y="311"/>
                  </a:lnTo>
                  <a:lnTo>
                    <a:pt x="68" y="308"/>
                  </a:lnTo>
                  <a:lnTo>
                    <a:pt x="66" y="305"/>
                  </a:lnTo>
                  <a:lnTo>
                    <a:pt x="65" y="289"/>
                  </a:lnTo>
                  <a:lnTo>
                    <a:pt x="61" y="281"/>
                  </a:lnTo>
                  <a:lnTo>
                    <a:pt x="61" y="279"/>
                  </a:lnTo>
                  <a:lnTo>
                    <a:pt x="69" y="273"/>
                  </a:lnTo>
                  <a:lnTo>
                    <a:pt x="69" y="270"/>
                  </a:lnTo>
                  <a:lnTo>
                    <a:pt x="63" y="262"/>
                  </a:lnTo>
                  <a:lnTo>
                    <a:pt x="66" y="256"/>
                  </a:lnTo>
                  <a:lnTo>
                    <a:pt x="66" y="252"/>
                  </a:lnTo>
                  <a:lnTo>
                    <a:pt x="58" y="242"/>
                  </a:lnTo>
                  <a:lnTo>
                    <a:pt x="58" y="238"/>
                  </a:lnTo>
                  <a:lnTo>
                    <a:pt x="61" y="235"/>
                  </a:lnTo>
                  <a:lnTo>
                    <a:pt x="58" y="228"/>
                  </a:lnTo>
                  <a:lnTo>
                    <a:pt x="58" y="226"/>
                  </a:lnTo>
                  <a:lnTo>
                    <a:pt x="66" y="219"/>
                  </a:lnTo>
                  <a:lnTo>
                    <a:pt x="67" y="217"/>
                  </a:lnTo>
                  <a:lnTo>
                    <a:pt x="66" y="214"/>
                  </a:lnTo>
                  <a:lnTo>
                    <a:pt x="62" y="213"/>
                  </a:lnTo>
                  <a:lnTo>
                    <a:pt x="60" y="207"/>
                  </a:lnTo>
                  <a:lnTo>
                    <a:pt x="56" y="205"/>
                  </a:lnTo>
                  <a:lnTo>
                    <a:pt x="54" y="203"/>
                  </a:lnTo>
                  <a:lnTo>
                    <a:pt x="54" y="200"/>
                  </a:lnTo>
                  <a:lnTo>
                    <a:pt x="52" y="196"/>
                  </a:lnTo>
                  <a:lnTo>
                    <a:pt x="46" y="193"/>
                  </a:lnTo>
                  <a:lnTo>
                    <a:pt x="42" y="193"/>
                  </a:lnTo>
                  <a:lnTo>
                    <a:pt x="27" y="198"/>
                  </a:lnTo>
                  <a:lnTo>
                    <a:pt x="20" y="199"/>
                  </a:lnTo>
                  <a:lnTo>
                    <a:pt x="15" y="202"/>
                  </a:lnTo>
                  <a:lnTo>
                    <a:pt x="15" y="205"/>
                  </a:lnTo>
                  <a:lnTo>
                    <a:pt x="11" y="203"/>
                  </a:lnTo>
                  <a:lnTo>
                    <a:pt x="9" y="203"/>
                  </a:lnTo>
                  <a:lnTo>
                    <a:pt x="7" y="207"/>
                  </a:lnTo>
                  <a:lnTo>
                    <a:pt x="6" y="207"/>
                  </a:lnTo>
                  <a:lnTo>
                    <a:pt x="4" y="204"/>
                  </a:lnTo>
                  <a:lnTo>
                    <a:pt x="3" y="206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198"/>
                  </a:lnTo>
                  <a:lnTo>
                    <a:pt x="3" y="196"/>
                  </a:lnTo>
                  <a:lnTo>
                    <a:pt x="3" y="191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8" y="188"/>
                  </a:lnTo>
                  <a:lnTo>
                    <a:pt x="7" y="187"/>
                  </a:lnTo>
                  <a:lnTo>
                    <a:pt x="6" y="186"/>
                  </a:lnTo>
                  <a:lnTo>
                    <a:pt x="5" y="183"/>
                  </a:lnTo>
                  <a:lnTo>
                    <a:pt x="4" y="180"/>
                  </a:lnTo>
                  <a:lnTo>
                    <a:pt x="7" y="172"/>
                  </a:lnTo>
                  <a:lnTo>
                    <a:pt x="9" y="171"/>
                  </a:lnTo>
                  <a:lnTo>
                    <a:pt x="10" y="169"/>
                  </a:lnTo>
                  <a:lnTo>
                    <a:pt x="8" y="161"/>
                  </a:lnTo>
                  <a:lnTo>
                    <a:pt x="12" y="160"/>
                  </a:lnTo>
                  <a:lnTo>
                    <a:pt x="15" y="161"/>
                  </a:lnTo>
                  <a:lnTo>
                    <a:pt x="21" y="161"/>
                  </a:lnTo>
                  <a:lnTo>
                    <a:pt x="25" y="158"/>
                  </a:lnTo>
                  <a:lnTo>
                    <a:pt x="29" y="161"/>
                  </a:lnTo>
                  <a:lnTo>
                    <a:pt x="36" y="158"/>
                  </a:lnTo>
                  <a:lnTo>
                    <a:pt x="39" y="155"/>
                  </a:lnTo>
                  <a:lnTo>
                    <a:pt x="42" y="155"/>
                  </a:lnTo>
                  <a:lnTo>
                    <a:pt x="47" y="157"/>
                  </a:lnTo>
                  <a:lnTo>
                    <a:pt x="49" y="155"/>
                  </a:lnTo>
                  <a:lnTo>
                    <a:pt x="50" y="150"/>
                  </a:lnTo>
                  <a:lnTo>
                    <a:pt x="55" y="142"/>
                  </a:lnTo>
                  <a:lnTo>
                    <a:pt x="58" y="142"/>
                  </a:lnTo>
                  <a:lnTo>
                    <a:pt x="61" y="140"/>
                  </a:lnTo>
                  <a:lnTo>
                    <a:pt x="67" y="130"/>
                  </a:lnTo>
                  <a:lnTo>
                    <a:pt x="72" y="124"/>
                  </a:lnTo>
                  <a:lnTo>
                    <a:pt x="75" y="123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80" y="114"/>
                  </a:lnTo>
                  <a:lnTo>
                    <a:pt x="85" y="114"/>
                  </a:lnTo>
                  <a:lnTo>
                    <a:pt x="88" y="112"/>
                  </a:lnTo>
                  <a:lnTo>
                    <a:pt x="97" y="111"/>
                  </a:lnTo>
                  <a:lnTo>
                    <a:pt x="104" y="107"/>
                  </a:lnTo>
                  <a:lnTo>
                    <a:pt x="108" y="107"/>
                  </a:lnTo>
                  <a:lnTo>
                    <a:pt x="107" y="101"/>
                  </a:lnTo>
                  <a:lnTo>
                    <a:pt x="104" y="93"/>
                  </a:lnTo>
                  <a:lnTo>
                    <a:pt x="104" y="87"/>
                  </a:lnTo>
                  <a:lnTo>
                    <a:pt x="103" y="84"/>
                  </a:lnTo>
                  <a:lnTo>
                    <a:pt x="107" y="76"/>
                  </a:lnTo>
                  <a:lnTo>
                    <a:pt x="109" y="75"/>
                  </a:lnTo>
                  <a:lnTo>
                    <a:pt x="109" y="66"/>
                  </a:lnTo>
                  <a:lnTo>
                    <a:pt x="110" y="65"/>
                  </a:lnTo>
                  <a:lnTo>
                    <a:pt x="110" y="62"/>
                  </a:lnTo>
                  <a:lnTo>
                    <a:pt x="113" y="60"/>
                  </a:lnTo>
                  <a:lnTo>
                    <a:pt x="113" y="57"/>
                  </a:lnTo>
                  <a:lnTo>
                    <a:pt x="118" y="54"/>
                  </a:lnTo>
                  <a:lnTo>
                    <a:pt x="121" y="54"/>
                  </a:lnTo>
                  <a:lnTo>
                    <a:pt x="124" y="51"/>
                  </a:lnTo>
                  <a:lnTo>
                    <a:pt x="128" y="54"/>
                  </a:lnTo>
                  <a:lnTo>
                    <a:pt x="131" y="57"/>
                  </a:lnTo>
                  <a:lnTo>
                    <a:pt x="143" y="57"/>
                  </a:lnTo>
                  <a:lnTo>
                    <a:pt x="150" y="54"/>
                  </a:lnTo>
                  <a:lnTo>
                    <a:pt x="151" y="54"/>
                  </a:lnTo>
                  <a:lnTo>
                    <a:pt x="154" y="57"/>
                  </a:lnTo>
                  <a:lnTo>
                    <a:pt x="155" y="57"/>
                  </a:lnTo>
                  <a:lnTo>
                    <a:pt x="157" y="62"/>
                  </a:lnTo>
                  <a:lnTo>
                    <a:pt x="159" y="62"/>
                  </a:lnTo>
                  <a:lnTo>
                    <a:pt x="164" y="65"/>
                  </a:lnTo>
                  <a:lnTo>
                    <a:pt x="181" y="64"/>
                  </a:lnTo>
                  <a:lnTo>
                    <a:pt x="184" y="61"/>
                  </a:lnTo>
                  <a:lnTo>
                    <a:pt x="188" y="62"/>
                  </a:lnTo>
                  <a:lnTo>
                    <a:pt x="191" y="63"/>
                  </a:lnTo>
                  <a:lnTo>
                    <a:pt x="193" y="65"/>
                  </a:lnTo>
                  <a:lnTo>
                    <a:pt x="194" y="70"/>
                  </a:lnTo>
                  <a:lnTo>
                    <a:pt x="196" y="74"/>
                  </a:lnTo>
                  <a:lnTo>
                    <a:pt x="200" y="76"/>
                  </a:lnTo>
                  <a:lnTo>
                    <a:pt x="204" y="76"/>
                  </a:lnTo>
                  <a:lnTo>
                    <a:pt x="211" y="74"/>
                  </a:lnTo>
                  <a:lnTo>
                    <a:pt x="217" y="70"/>
                  </a:lnTo>
                  <a:lnTo>
                    <a:pt x="219" y="67"/>
                  </a:lnTo>
                  <a:lnTo>
                    <a:pt x="222" y="65"/>
                  </a:lnTo>
                  <a:lnTo>
                    <a:pt x="222" y="64"/>
                  </a:lnTo>
                  <a:lnTo>
                    <a:pt x="229" y="61"/>
                  </a:lnTo>
                  <a:lnTo>
                    <a:pt x="233" y="60"/>
                  </a:lnTo>
                  <a:close/>
                  <a:moveTo>
                    <a:pt x="466" y="763"/>
                  </a:moveTo>
                  <a:lnTo>
                    <a:pt x="467" y="752"/>
                  </a:lnTo>
                  <a:lnTo>
                    <a:pt x="466" y="747"/>
                  </a:lnTo>
                  <a:lnTo>
                    <a:pt x="466" y="740"/>
                  </a:lnTo>
                  <a:lnTo>
                    <a:pt x="458" y="738"/>
                  </a:lnTo>
                  <a:lnTo>
                    <a:pt x="452" y="760"/>
                  </a:lnTo>
                  <a:lnTo>
                    <a:pt x="460" y="764"/>
                  </a:lnTo>
                  <a:lnTo>
                    <a:pt x="464" y="764"/>
                  </a:lnTo>
                  <a:lnTo>
                    <a:pt x="466" y="763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3" name="Freeform 26">
              <a:extLst>
                <a:ext uri="{FF2B5EF4-FFF2-40B4-BE49-F238E27FC236}">
                  <a16:creationId xmlns:a16="http://schemas.microsoft.com/office/drawing/2014/main" id="{4F84F284-1E6F-40AA-A97A-AE103CFD6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268" y="3193199"/>
              <a:ext cx="461029" cy="560343"/>
            </a:xfrm>
            <a:custGeom>
              <a:avLst/>
              <a:gdLst>
                <a:gd name="T0" fmla="*/ 162 w 441"/>
                <a:gd name="T1" fmla="*/ 29 h 536"/>
                <a:gd name="T2" fmla="*/ 204 w 441"/>
                <a:gd name="T3" fmla="*/ 53 h 536"/>
                <a:gd name="T4" fmla="*/ 235 w 441"/>
                <a:gd name="T5" fmla="*/ 58 h 536"/>
                <a:gd name="T6" fmla="*/ 244 w 441"/>
                <a:gd name="T7" fmla="*/ 87 h 536"/>
                <a:gd name="T8" fmla="*/ 262 w 441"/>
                <a:gd name="T9" fmla="*/ 75 h 536"/>
                <a:gd name="T10" fmla="*/ 277 w 441"/>
                <a:gd name="T11" fmla="*/ 68 h 536"/>
                <a:gd name="T12" fmla="*/ 311 w 441"/>
                <a:gd name="T13" fmla="*/ 72 h 536"/>
                <a:gd name="T14" fmla="*/ 340 w 441"/>
                <a:gd name="T15" fmla="*/ 73 h 536"/>
                <a:gd name="T16" fmla="*/ 354 w 441"/>
                <a:gd name="T17" fmla="*/ 91 h 536"/>
                <a:gd name="T18" fmla="*/ 360 w 441"/>
                <a:gd name="T19" fmla="*/ 124 h 536"/>
                <a:gd name="T20" fmla="*/ 381 w 441"/>
                <a:gd name="T21" fmla="*/ 110 h 536"/>
                <a:gd name="T22" fmla="*/ 405 w 441"/>
                <a:gd name="T23" fmla="*/ 95 h 536"/>
                <a:gd name="T24" fmla="*/ 434 w 441"/>
                <a:gd name="T25" fmla="*/ 105 h 536"/>
                <a:gd name="T26" fmla="*/ 440 w 441"/>
                <a:gd name="T27" fmla="*/ 136 h 536"/>
                <a:gd name="T28" fmla="*/ 409 w 441"/>
                <a:gd name="T29" fmla="*/ 153 h 536"/>
                <a:gd name="T30" fmla="*/ 381 w 441"/>
                <a:gd name="T31" fmla="*/ 191 h 536"/>
                <a:gd name="T32" fmla="*/ 364 w 441"/>
                <a:gd name="T33" fmla="*/ 217 h 536"/>
                <a:gd name="T34" fmla="*/ 338 w 441"/>
                <a:gd name="T35" fmla="*/ 237 h 536"/>
                <a:gd name="T36" fmla="*/ 334 w 441"/>
                <a:gd name="T37" fmla="*/ 265 h 536"/>
                <a:gd name="T38" fmla="*/ 325 w 441"/>
                <a:gd name="T39" fmla="*/ 286 h 536"/>
                <a:gd name="T40" fmla="*/ 296 w 441"/>
                <a:gd name="T41" fmla="*/ 293 h 536"/>
                <a:gd name="T42" fmla="*/ 276 w 441"/>
                <a:gd name="T43" fmla="*/ 296 h 536"/>
                <a:gd name="T44" fmla="*/ 252 w 441"/>
                <a:gd name="T45" fmla="*/ 331 h 536"/>
                <a:gd name="T46" fmla="*/ 232 w 441"/>
                <a:gd name="T47" fmla="*/ 335 h 536"/>
                <a:gd name="T48" fmla="*/ 216 w 441"/>
                <a:gd name="T49" fmla="*/ 358 h 536"/>
                <a:gd name="T50" fmla="*/ 211 w 441"/>
                <a:gd name="T51" fmla="*/ 388 h 536"/>
                <a:gd name="T52" fmla="*/ 199 w 441"/>
                <a:gd name="T53" fmla="*/ 413 h 536"/>
                <a:gd name="T54" fmla="*/ 221 w 441"/>
                <a:gd name="T55" fmla="*/ 433 h 536"/>
                <a:gd name="T56" fmla="*/ 221 w 441"/>
                <a:gd name="T57" fmla="*/ 476 h 536"/>
                <a:gd name="T58" fmla="*/ 199 w 441"/>
                <a:gd name="T59" fmla="*/ 490 h 536"/>
                <a:gd name="T60" fmla="*/ 176 w 441"/>
                <a:gd name="T61" fmla="*/ 477 h 536"/>
                <a:gd name="T62" fmla="*/ 142 w 441"/>
                <a:gd name="T63" fmla="*/ 473 h 536"/>
                <a:gd name="T64" fmla="*/ 109 w 441"/>
                <a:gd name="T65" fmla="*/ 469 h 536"/>
                <a:gd name="T66" fmla="*/ 97 w 441"/>
                <a:gd name="T67" fmla="*/ 490 h 536"/>
                <a:gd name="T68" fmla="*/ 92 w 441"/>
                <a:gd name="T69" fmla="*/ 522 h 536"/>
                <a:gd name="T70" fmla="*/ 59 w 441"/>
                <a:gd name="T71" fmla="*/ 533 h 536"/>
                <a:gd name="T72" fmla="*/ 45 w 441"/>
                <a:gd name="T73" fmla="*/ 530 h 536"/>
                <a:gd name="T74" fmla="*/ 22 w 441"/>
                <a:gd name="T75" fmla="*/ 509 h 536"/>
                <a:gd name="T76" fmla="*/ 8 w 441"/>
                <a:gd name="T77" fmla="*/ 473 h 536"/>
                <a:gd name="T78" fmla="*/ 16 w 441"/>
                <a:gd name="T79" fmla="*/ 438 h 536"/>
                <a:gd name="T80" fmla="*/ 18 w 441"/>
                <a:gd name="T81" fmla="*/ 404 h 536"/>
                <a:gd name="T82" fmla="*/ 10 w 441"/>
                <a:gd name="T83" fmla="*/ 392 h 536"/>
                <a:gd name="T84" fmla="*/ 0 w 441"/>
                <a:gd name="T85" fmla="*/ 357 h 536"/>
                <a:gd name="T86" fmla="*/ 28 w 441"/>
                <a:gd name="T87" fmla="*/ 353 h 536"/>
                <a:gd name="T88" fmla="*/ 43 w 441"/>
                <a:gd name="T89" fmla="*/ 333 h 536"/>
                <a:gd name="T90" fmla="*/ 33 w 441"/>
                <a:gd name="T91" fmla="*/ 289 h 536"/>
                <a:gd name="T92" fmla="*/ 40 w 441"/>
                <a:gd name="T93" fmla="*/ 265 h 536"/>
                <a:gd name="T94" fmla="*/ 57 w 441"/>
                <a:gd name="T95" fmla="*/ 259 h 536"/>
                <a:gd name="T96" fmla="*/ 64 w 441"/>
                <a:gd name="T97" fmla="*/ 234 h 536"/>
                <a:gd name="T98" fmla="*/ 63 w 441"/>
                <a:gd name="T99" fmla="*/ 222 h 536"/>
                <a:gd name="T100" fmla="*/ 71 w 441"/>
                <a:gd name="T101" fmla="*/ 184 h 536"/>
                <a:gd name="T102" fmla="*/ 73 w 441"/>
                <a:gd name="T103" fmla="*/ 162 h 536"/>
                <a:gd name="T104" fmla="*/ 55 w 441"/>
                <a:gd name="T105" fmla="*/ 136 h 536"/>
                <a:gd name="T106" fmla="*/ 62 w 441"/>
                <a:gd name="T107" fmla="*/ 121 h 536"/>
                <a:gd name="T108" fmla="*/ 52 w 441"/>
                <a:gd name="T109" fmla="*/ 104 h 536"/>
                <a:gd name="T110" fmla="*/ 95 w 441"/>
                <a:gd name="T111" fmla="*/ 85 h 536"/>
                <a:gd name="T112" fmla="*/ 127 w 441"/>
                <a:gd name="T113" fmla="*/ 61 h 536"/>
                <a:gd name="T114" fmla="*/ 131 w 441"/>
                <a:gd name="T115" fmla="*/ 2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41" h="536">
                  <a:moveTo>
                    <a:pt x="137" y="4"/>
                  </a:moveTo>
                  <a:lnTo>
                    <a:pt x="147" y="0"/>
                  </a:lnTo>
                  <a:lnTo>
                    <a:pt x="160" y="6"/>
                  </a:lnTo>
                  <a:lnTo>
                    <a:pt x="162" y="7"/>
                  </a:lnTo>
                  <a:lnTo>
                    <a:pt x="163" y="12"/>
                  </a:lnTo>
                  <a:lnTo>
                    <a:pt x="161" y="21"/>
                  </a:lnTo>
                  <a:lnTo>
                    <a:pt x="162" y="29"/>
                  </a:lnTo>
                  <a:lnTo>
                    <a:pt x="162" y="46"/>
                  </a:lnTo>
                  <a:lnTo>
                    <a:pt x="163" y="48"/>
                  </a:lnTo>
                  <a:lnTo>
                    <a:pt x="176" y="47"/>
                  </a:lnTo>
                  <a:lnTo>
                    <a:pt x="177" y="45"/>
                  </a:lnTo>
                  <a:lnTo>
                    <a:pt x="181" y="48"/>
                  </a:lnTo>
                  <a:lnTo>
                    <a:pt x="194" y="50"/>
                  </a:lnTo>
                  <a:lnTo>
                    <a:pt x="204" y="53"/>
                  </a:lnTo>
                  <a:lnTo>
                    <a:pt x="206" y="53"/>
                  </a:lnTo>
                  <a:lnTo>
                    <a:pt x="210" y="54"/>
                  </a:lnTo>
                  <a:lnTo>
                    <a:pt x="213" y="56"/>
                  </a:lnTo>
                  <a:lnTo>
                    <a:pt x="221" y="53"/>
                  </a:lnTo>
                  <a:lnTo>
                    <a:pt x="226" y="54"/>
                  </a:lnTo>
                  <a:lnTo>
                    <a:pt x="232" y="53"/>
                  </a:lnTo>
                  <a:lnTo>
                    <a:pt x="235" y="58"/>
                  </a:lnTo>
                  <a:lnTo>
                    <a:pt x="236" y="61"/>
                  </a:lnTo>
                  <a:lnTo>
                    <a:pt x="238" y="66"/>
                  </a:lnTo>
                  <a:lnTo>
                    <a:pt x="238" y="69"/>
                  </a:lnTo>
                  <a:lnTo>
                    <a:pt x="235" y="74"/>
                  </a:lnTo>
                  <a:lnTo>
                    <a:pt x="237" y="80"/>
                  </a:lnTo>
                  <a:lnTo>
                    <a:pt x="242" y="84"/>
                  </a:lnTo>
                  <a:lnTo>
                    <a:pt x="244" y="87"/>
                  </a:lnTo>
                  <a:lnTo>
                    <a:pt x="247" y="86"/>
                  </a:lnTo>
                  <a:lnTo>
                    <a:pt x="250" y="86"/>
                  </a:lnTo>
                  <a:lnTo>
                    <a:pt x="252" y="86"/>
                  </a:lnTo>
                  <a:lnTo>
                    <a:pt x="258" y="77"/>
                  </a:lnTo>
                  <a:lnTo>
                    <a:pt x="260" y="75"/>
                  </a:lnTo>
                  <a:lnTo>
                    <a:pt x="260" y="75"/>
                  </a:lnTo>
                  <a:lnTo>
                    <a:pt x="262" y="75"/>
                  </a:lnTo>
                  <a:lnTo>
                    <a:pt x="267" y="72"/>
                  </a:lnTo>
                  <a:lnTo>
                    <a:pt x="267" y="70"/>
                  </a:lnTo>
                  <a:lnTo>
                    <a:pt x="269" y="70"/>
                  </a:lnTo>
                  <a:lnTo>
                    <a:pt x="270" y="69"/>
                  </a:lnTo>
                  <a:lnTo>
                    <a:pt x="272" y="69"/>
                  </a:lnTo>
                  <a:lnTo>
                    <a:pt x="273" y="66"/>
                  </a:lnTo>
                  <a:lnTo>
                    <a:pt x="277" y="68"/>
                  </a:lnTo>
                  <a:lnTo>
                    <a:pt x="278" y="67"/>
                  </a:lnTo>
                  <a:lnTo>
                    <a:pt x="294" y="59"/>
                  </a:lnTo>
                  <a:lnTo>
                    <a:pt x="295" y="60"/>
                  </a:lnTo>
                  <a:lnTo>
                    <a:pt x="297" y="62"/>
                  </a:lnTo>
                  <a:lnTo>
                    <a:pt x="300" y="69"/>
                  </a:lnTo>
                  <a:lnTo>
                    <a:pt x="308" y="72"/>
                  </a:lnTo>
                  <a:lnTo>
                    <a:pt x="311" y="72"/>
                  </a:lnTo>
                  <a:lnTo>
                    <a:pt x="314" y="65"/>
                  </a:lnTo>
                  <a:lnTo>
                    <a:pt x="325" y="59"/>
                  </a:lnTo>
                  <a:lnTo>
                    <a:pt x="328" y="62"/>
                  </a:lnTo>
                  <a:lnTo>
                    <a:pt x="332" y="64"/>
                  </a:lnTo>
                  <a:lnTo>
                    <a:pt x="336" y="67"/>
                  </a:lnTo>
                  <a:lnTo>
                    <a:pt x="338" y="66"/>
                  </a:lnTo>
                  <a:lnTo>
                    <a:pt x="340" y="73"/>
                  </a:lnTo>
                  <a:lnTo>
                    <a:pt x="339" y="78"/>
                  </a:lnTo>
                  <a:lnTo>
                    <a:pt x="341" y="79"/>
                  </a:lnTo>
                  <a:lnTo>
                    <a:pt x="339" y="81"/>
                  </a:lnTo>
                  <a:lnTo>
                    <a:pt x="338" y="84"/>
                  </a:lnTo>
                  <a:lnTo>
                    <a:pt x="346" y="98"/>
                  </a:lnTo>
                  <a:lnTo>
                    <a:pt x="349" y="97"/>
                  </a:lnTo>
                  <a:lnTo>
                    <a:pt x="354" y="91"/>
                  </a:lnTo>
                  <a:lnTo>
                    <a:pt x="355" y="91"/>
                  </a:lnTo>
                  <a:lnTo>
                    <a:pt x="356" y="97"/>
                  </a:lnTo>
                  <a:lnTo>
                    <a:pt x="354" y="102"/>
                  </a:lnTo>
                  <a:lnTo>
                    <a:pt x="356" y="107"/>
                  </a:lnTo>
                  <a:lnTo>
                    <a:pt x="354" y="118"/>
                  </a:lnTo>
                  <a:lnTo>
                    <a:pt x="358" y="124"/>
                  </a:lnTo>
                  <a:lnTo>
                    <a:pt x="360" y="124"/>
                  </a:lnTo>
                  <a:lnTo>
                    <a:pt x="360" y="121"/>
                  </a:lnTo>
                  <a:lnTo>
                    <a:pt x="364" y="119"/>
                  </a:lnTo>
                  <a:lnTo>
                    <a:pt x="365" y="117"/>
                  </a:lnTo>
                  <a:lnTo>
                    <a:pt x="365" y="113"/>
                  </a:lnTo>
                  <a:lnTo>
                    <a:pt x="373" y="114"/>
                  </a:lnTo>
                  <a:lnTo>
                    <a:pt x="376" y="113"/>
                  </a:lnTo>
                  <a:lnTo>
                    <a:pt x="381" y="110"/>
                  </a:lnTo>
                  <a:lnTo>
                    <a:pt x="382" y="107"/>
                  </a:lnTo>
                  <a:lnTo>
                    <a:pt x="385" y="105"/>
                  </a:lnTo>
                  <a:lnTo>
                    <a:pt x="392" y="105"/>
                  </a:lnTo>
                  <a:lnTo>
                    <a:pt x="392" y="102"/>
                  </a:lnTo>
                  <a:lnTo>
                    <a:pt x="398" y="98"/>
                  </a:lnTo>
                  <a:lnTo>
                    <a:pt x="403" y="97"/>
                  </a:lnTo>
                  <a:lnTo>
                    <a:pt x="405" y="95"/>
                  </a:lnTo>
                  <a:lnTo>
                    <a:pt x="408" y="94"/>
                  </a:lnTo>
                  <a:lnTo>
                    <a:pt x="414" y="89"/>
                  </a:lnTo>
                  <a:lnTo>
                    <a:pt x="420" y="88"/>
                  </a:lnTo>
                  <a:lnTo>
                    <a:pt x="424" y="84"/>
                  </a:lnTo>
                  <a:lnTo>
                    <a:pt x="424" y="84"/>
                  </a:lnTo>
                  <a:lnTo>
                    <a:pt x="430" y="100"/>
                  </a:lnTo>
                  <a:lnTo>
                    <a:pt x="434" y="105"/>
                  </a:lnTo>
                  <a:lnTo>
                    <a:pt x="436" y="105"/>
                  </a:lnTo>
                  <a:lnTo>
                    <a:pt x="438" y="106"/>
                  </a:lnTo>
                  <a:lnTo>
                    <a:pt x="437" y="108"/>
                  </a:lnTo>
                  <a:lnTo>
                    <a:pt x="441" y="121"/>
                  </a:lnTo>
                  <a:lnTo>
                    <a:pt x="441" y="131"/>
                  </a:lnTo>
                  <a:lnTo>
                    <a:pt x="441" y="135"/>
                  </a:lnTo>
                  <a:lnTo>
                    <a:pt x="440" y="136"/>
                  </a:lnTo>
                  <a:lnTo>
                    <a:pt x="437" y="138"/>
                  </a:lnTo>
                  <a:lnTo>
                    <a:pt x="428" y="141"/>
                  </a:lnTo>
                  <a:lnTo>
                    <a:pt x="426" y="144"/>
                  </a:lnTo>
                  <a:lnTo>
                    <a:pt x="424" y="145"/>
                  </a:lnTo>
                  <a:lnTo>
                    <a:pt x="422" y="148"/>
                  </a:lnTo>
                  <a:lnTo>
                    <a:pt x="422" y="147"/>
                  </a:lnTo>
                  <a:lnTo>
                    <a:pt x="409" y="153"/>
                  </a:lnTo>
                  <a:lnTo>
                    <a:pt x="401" y="154"/>
                  </a:lnTo>
                  <a:lnTo>
                    <a:pt x="391" y="167"/>
                  </a:lnTo>
                  <a:lnTo>
                    <a:pt x="388" y="167"/>
                  </a:lnTo>
                  <a:lnTo>
                    <a:pt x="373" y="174"/>
                  </a:lnTo>
                  <a:lnTo>
                    <a:pt x="376" y="182"/>
                  </a:lnTo>
                  <a:lnTo>
                    <a:pt x="379" y="187"/>
                  </a:lnTo>
                  <a:lnTo>
                    <a:pt x="381" y="191"/>
                  </a:lnTo>
                  <a:lnTo>
                    <a:pt x="380" y="199"/>
                  </a:lnTo>
                  <a:lnTo>
                    <a:pt x="376" y="205"/>
                  </a:lnTo>
                  <a:lnTo>
                    <a:pt x="378" y="208"/>
                  </a:lnTo>
                  <a:lnTo>
                    <a:pt x="378" y="208"/>
                  </a:lnTo>
                  <a:lnTo>
                    <a:pt x="374" y="214"/>
                  </a:lnTo>
                  <a:lnTo>
                    <a:pt x="372" y="215"/>
                  </a:lnTo>
                  <a:lnTo>
                    <a:pt x="364" y="217"/>
                  </a:lnTo>
                  <a:lnTo>
                    <a:pt x="359" y="222"/>
                  </a:lnTo>
                  <a:lnTo>
                    <a:pt x="354" y="225"/>
                  </a:lnTo>
                  <a:lnTo>
                    <a:pt x="354" y="229"/>
                  </a:lnTo>
                  <a:lnTo>
                    <a:pt x="352" y="230"/>
                  </a:lnTo>
                  <a:lnTo>
                    <a:pt x="344" y="228"/>
                  </a:lnTo>
                  <a:lnTo>
                    <a:pt x="339" y="233"/>
                  </a:lnTo>
                  <a:lnTo>
                    <a:pt x="338" y="237"/>
                  </a:lnTo>
                  <a:lnTo>
                    <a:pt x="339" y="243"/>
                  </a:lnTo>
                  <a:lnTo>
                    <a:pt x="339" y="247"/>
                  </a:lnTo>
                  <a:lnTo>
                    <a:pt x="341" y="256"/>
                  </a:lnTo>
                  <a:lnTo>
                    <a:pt x="343" y="261"/>
                  </a:lnTo>
                  <a:lnTo>
                    <a:pt x="341" y="264"/>
                  </a:lnTo>
                  <a:lnTo>
                    <a:pt x="337" y="262"/>
                  </a:lnTo>
                  <a:lnTo>
                    <a:pt x="334" y="265"/>
                  </a:lnTo>
                  <a:lnTo>
                    <a:pt x="332" y="266"/>
                  </a:lnTo>
                  <a:lnTo>
                    <a:pt x="331" y="271"/>
                  </a:lnTo>
                  <a:lnTo>
                    <a:pt x="330" y="271"/>
                  </a:lnTo>
                  <a:lnTo>
                    <a:pt x="329" y="274"/>
                  </a:lnTo>
                  <a:lnTo>
                    <a:pt x="327" y="277"/>
                  </a:lnTo>
                  <a:lnTo>
                    <a:pt x="328" y="279"/>
                  </a:lnTo>
                  <a:lnTo>
                    <a:pt x="325" y="286"/>
                  </a:lnTo>
                  <a:lnTo>
                    <a:pt x="327" y="295"/>
                  </a:lnTo>
                  <a:lnTo>
                    <a:pt x="316" y="301"/>
                  </a:lnTo>
                  <a:lnTo>
                    <a:pt x="311" y="301"/>
                  </a:lnTo>
                  <a:lnTo>
                    <a:pt x="302" y="305"/>
                  </a:lnTo>
                  <a:lnTo>
                    <a:pt x="302" y="303"/>
                  </a:lnTo>
                  <a:lnTo>
                    <a:pt x="298" y="300"/>
                  </a:lnTo>
                  <a:lnTo>
                    <a:pt x="296" y="293"/>
                  </a:lnTo>
                  <a:lnTo>
                    <a:pt x="295" y="292"/>
                  </a:lnTo>
                  <a:lnTo>
                    <a:pt x="292" y="292"/>
                  </a:lnTo>
                  <a:lnTo>
                    <a:pt x="292" y="287"/>
                  </a:lnTo>
                  <a:lnTo>
                    <a:pt x="289" y="287"/>
                  </a:lnTo>
                  <a:lnTo>
                    <a:pt x="283" y="290"/>
                  </a:lnTo>
                  <a:lnTo>
                    <a:pt x="280" y="293"/>
                  </a:lnTo>
                  <a:lnTo>
                    <a:pt x="276" y="296"/>
                  </a:lnTo>
                  <a:lnTo>
                    <a:pt x="272" y="304"/>
                  </a:lnTo>
                  <a:lnTo>
                    <a:pt x="277" y="312"/>
                  </a:lnTo>
                  <a:lnTo>
                    <a:pt x="275" y="318"/>
                  </a:lnTo>
                  <a:lnTo>
                    <a:pt x="270" y="320"/>
                  </a:lnTo>
                  <a:lnTo>
                    <a:pt x="266" y="323"/>
                  </a:lnTo>
                  <a:lnTo>
                    <a:pt x="259" y="329"/>
                  </a:lnTo>
                  <a:lnTo>
                    <a:pt x="252" y="331"/>
                  </a:lnTo>
                  <a:lnTo>
                    <a:pt x="251" y="334"/>
                  </a:lnTo>
                  <a:lnTo>
                    <a:pt x="251" y="335"/>
                  </a:lnTo>
                  <a:lnTo>
                    <a:pt x="245" y="337"/>
                  </a:lnTo>
                  <a:lnTo>
                    <a:pt x="245" y="339"/>
                  </a:lnTo>
                  <a:lnTo>
                    <a:pt x="238" y="334"/>
                  </a:lnTo>
                  <a:lnTo>
                    <a:pt x="234" y="334"/>
                  </a:lnTo>
                  <a:lnTo>
                    <a:pt x="232" y="335"/>
                  </a:lnTo>
                  <a:lnTo>
                    <a:pt x="229" y="342"/>
                  </a:lnTo>
                  <a:lnTo>
                    <a:pt x="227" y="344"/>
                  </a:lnTo>
                  <a:lnTo>
                    <a:pt x="220" y="343"/>
                  </a:lnTo>
                  <a:lnTo>
                    <a:pt x="218" y="345"/>
                  </a:lnTo>
                  <a:lnTo>
                    <a:pt x="217" y="348"/>
                  </a:lnTo>
                  <a:lnTo>
                    <a:pt x="218" y="354"/>
                  </a:lnTo>
                  <a:lnTo>
                    <a:pt x="216" y="358"/>
                  </a:lnTo>
                  <a:lnTo>
                    <a:pt x="218" y="361"/>
                  </a:lnTo>
                  <a:lnTo>
                    <a:pt x="217" y="370"/>
                  </a:lnTo>
                  <a:lnTo>
                    <a:pt x="219" y="373"/>
                  </a:lnTo>
                  <a:lnTo>
                    <a:pt x="221" y="378"/>
                  </a:lnTo>
                  <a:lnTo>
                    <a:pt x="218" y="380"/>
                  </a:lnTo>
                  <a:lnTo>
                    <a:pt x="216" y="383"/>
                  </a:lnTo>
                  <a:lnTo>
                    <a:pt x="211" y="388"/>
                  </a:lnTo>
                  <a:lnTo>
                    <a:pt x="207" y="388"/>
                  </a:lnTo>
                  <a:lnTo>
                    <a:pt x="202" y="395"/>
                  </a:lnTo>
                  <a:lnTo>
                    <a:pt x="205" y="398"/>
                  </a:lnTo>
                  <a:lnTo>
                    <a:pt x="203" y="402"/>
                  </a:lnTo>
                  <a:lnTo>
                    <a:pt x="204" y="405"/>
                  </a:lnTo>
                  <a:lnTo>
                    <a:pt x="201" y="408"/>
                  </a:lnTo>
                  <a:lnTo>
                    <a:pt x="199" y="413"/>
                  </a:lnTo>
                  <a:lnTo>
                    <a:pt x="203" y="415"/>
                  </a:lnTo>
                  <a:lnTo>
                    <a:pt x="205" y="423"/>
                  </a:lnTo>
                  <a:lnTo>
                    <a:pt x="210" y="425"/>
                  </a:lnTo>
                  <a:lnTo>
                    <a:pt x="210" y="427"/>
                  </a:lnTo>
                  <a:lnTo>
                    <a:pt x="213" y="429"/>
                  </a:lnTo>
                  <a:lnTo>
                    <a:pt x="220" y="429"/>
                  </a:lnTo>
                  <a:lnTo>
                    <a:pt x="221" y="433"/>
                  </a:lnTo>
                  <a:lnTo>
                    <a:pt x="221" y="440"/>
                  </a:lnTo>
                  <a:lnTo>
                    <a:pt x="222" y="445"/>
                  </a:lnTo>
                  <a:lnTo>
                    <a:pt x="221" y="449"/>
                  </a:lnTo>
                  <a:lnTo>
                    <a:pt x="220" y="454"/>
                  </a:lnTo>
                  <a:lnTo>
                    <a:pt x="221" y="456"/>
                  </a:lnTo>
                  <a:lnTo>
                    <a:pt x="223" y="465"/>
                  </a:lnTo>
                  <a:lnTo>
                    <a:pt x="221" y="476"/>
                  </a:lnTo>
                  <a:lnTo>
                    <a:pt x="221" y="476"/>
                  </a:lnTo>
                  <a:lnTo>
                    <a:pt x="217" y="476"/>
                  </a:lnTo>
                  <a:lnTo>
                    <a:pt x="210" y="480"/>
                  </a:lnTo>
                  <a:lnTo>
                    <a:pt x="210" y="481"/>
                  </a:lnTo>
                  <a:lnTo>
                    <a:pt x="207" y="482"/>
                  </a:lnTo>
                  <a:lnTo>
                    <a:pt x="205" y="485"/>
                  </a:lnTo>
                  <a:lnTo>
                    <a:pt x="199" y="490"/>
                  </a:lnTo>
                  <a:lnTo>
                    <a:pt x="192" y="492"/>
                  </a:lnTo>
                  <a:lnTo>
                    <a:pt x="188" y="492"/>
                  </a:lnTo>
                  <a:lnTo>
                    <a:pt x="184" y="490"/>
                  </a:lnTo>
                  <a:lnTo>
                    <a:pt x="182" y="486"/>
                  </a:lnTo>
                  <a:lnTo>
                    <a:pt x="181" y="481"/>
                  </a:lnTo>
                  <a:lnTo>
                    <a:pt x="179" y="479"/>
                  </a:lnTo>
                  <a:lnTo>
                    <a:pt x="176" y="477"/>
                  </a:lnTo>
                  <a:lnTo>
                    <a:pt x="172" y="476"/>
                  </a:lnTo>
                  <a:lnTo>
                    <a:pt x="169" y="480"/>
                  </a:lnTo>
                  <a:lnTo>
                    <a:pt x="152" y="481"/>
                  </a:lnTo>
                  <a:lnTo>
                    <a:pt x="147" y="478"/>
                  </a:lnTo>
                  <a:lnTo>
                    <a:pt x="145" y="477"/>
                  </a:lnTo>
                  <a:lnTo>
                    <a:pt x="143" y="473"/>
                  </a:lnTo>
                  <a:lnTo>
                    <a:pt x="142" y="473"/>
                  </a:lnTo>
                  <a:lnTo>
                    <a:pt x="139" y="470"/>
                  </a:lnTo>
                  <a:lnTo>
                    <a:pt x="138" y="470"/>
                  </a:lnTo>
                  <a:lnTo>
                    <a:pt x="131" y="473"/>
                  </a:lnTo>
                  <a:lnTo>
                    <a:pt x="118" y="472"/>
                  </a:lnTo>
                  <a:lnTo>
                    <a:pt x="116" y="469"/>
                  </a:lnTo>
                  <a:lnTo>
                    <a:pt x="112" y="466"/>
                  </a:lnTo>
                  <a:lnTo>
                    <a:pt x="109" y="469"/>
                  </a:lnTo>
                  <a:lnTo>
                    <a:pt x="106" y="469"/>
                  </a:lnTo>
                  <a:lnTo>
                    <a:pt x="101" y="473"/>
                  </a:lnTo>
                  <a:lnTo>
                    <a:pt x="100" y="476"/>
                  </a:lnTo>
                  <a:lnTo>
                    <a:pt x="98" y="477"/>
                  </a:lnTo>
                  <a:lnTo>
                    <a:pt x="98" y="480"/>
                  </a:lnTo>
                  <a:lnTo>
                    <a:pt x="97" y="482"/>
                  </a:lnTo>
                  <a:lnTo>
                    <a:pt x="97" y="490"/>
                  </a:lnTo>
                  <a:lnTo>
                    <a:pt x="95" y="492"/>
                  </a:lnTo>
                  <a:lnTo>
                    <a:pt x="91" y="499"/>
                  </a:lnTo>
                  <a:lnTo>
                    <a:pt x="92" y="503"/>
                  </a:lnTo>
                  <a:lnTo>
                    <a:pt x="92" y="509"/>
                  </a:lnTo>
                  <a:lnTo>
                    <a:pt x="95" y="516"/>
                  </a:lnTo>
                  <a:lnTo>
                    <a:pt x="96" y="522"/>
                  </a:lnTo>
                  <a:lnTo>
                    <a:pt x="92" y="522"/>
                  </a:lnTo>
                  <a:lnTo>
                    <a:pt x="85" y="526"/>
                  </a:lnTo>
                  <a:lnTo>
                    <a:pt x="76" y="528"/>
                  </a:lnTo>
                  <a:lnTo>
                    <a:pt x="73" y="529"/>
                  </a:lnTo>
                  <a:lnTo>
                    <a:pt x="68" y="530"/>
                  </a:lnTo>
                  <a:lnTo>
                    <a:pt x="63" y="536"/>
                  </a:lnTo>
                  <a:lnTo>
                    <a:pt x="63" y="536"/>
                  </a:lnTo>
                  <a:lnTo>
                    <a:pt x="59" y="533"/>
                  </a:lnTo>
                  <a:lnTo>
                    <a:pt x="57" y="531"/>
                  </a:lnTo>
                  <a:lnTo>
                    <a:pt x="54" y="527"/>
                  </a:lnTo>
                  <a:lnTo>
                    <a:pt x="52" y="526"/>
                  </a:lnTo>
                  <a:lnTo>
                    <a:pt x="49" y="529"/>
                  </a:lnTo>
                  <a:lnTo>
                    <a:pt x="47" y="528"/>
                  </a:lnTo>
                  <a:lnTo>
                    <a:pt x="46" y="531"/>
                  </a:lnTo>
                  <a:lnTo>
                    <a:pt x="45" y="530"/>
                  </a:lnTo>
                  <a:lnTo>
                    <a:pt x="44" y="528"/>
                  </a:lnTo>
                  <a:lnTo>
                    <a:pt x="40" y="526"/>
                  </a:lnTo>
                  <a:lnTo>
                    <a:pt x="34" y="522"/>
                  </a:lnTo>
                  <a:lnTo>
                    <a:pt x="31" y="522"/>
                  </a:lnTo>
                  <a:lnTo>
                    <a:pt x="28" y="518"/>
                  </a:lnTo>
                  <a:lnTo>
                    <a:pt x="25" y="518"/>
                  </a:lnTo>
                  <a:lnTo>
                    <a:pt x="22" y="509"/>
                  </a:lnTo>
                  <a:lnTo>
                    <a:pt x="20" y="503"/>
                  </a:lnTo>
                  <a:lnTo>
                    <a:pt x="20" y="498"/>
                  </a:lnTo>
                  <a:lnTo>
                    <a:pt x="19" y="497"/>
                  </a:lnTo>
                  <a:lnTo>
                    <a:pt x="14" y="484"/>
                  </a:lnTo>
                  <a:lnTo>
                    <a:pt x="10" y="478"/>
                  </a:lnTo>
                  <a:lnTo>
                    <a:pt x="10" y="474"/>
                  </a:lnTo>
                  <a:lnTo>
                    <a:pt x="8" y="473"/>
                  </a:lnTo>
                  <a:lnTo>
                    <a:pt x="8" y="470"/>
                  </a:lnTo>
                  <a:lnTo>
                    <a:pt x="7" y="468"/>
                  </a:lnTo>
                  <a:lnTo>
                    <a:pt x="10" y="456"/>
                  </a:lnTo>
                  <a:lnTo>
                    <a:pt x="8" y="452"/>
                  </a:lnTo>
                  <a:lnTo>
                    <a:pt x="8" y="451"/>
                  </a:lnTo>
                  <a:lnTo>
                    <a:pt x="14" y="445"/>
                  </a:lnTo>
                  <a:lnTo>
                    <a:pt x="16" y="438"/>
                  </a:lnTo>
                  <a:lnTo>
                    <a:pt x="15" y="438"/>
                  </a:lnTo>
                  <a:lnTo>
                    <a:pt x="19" y="430"/>
                  </a:lnTo>
                  <a:lnTo>
                    <a:pt x="18" y="424"/>
                  </a:lnTo>
                  <a:lnTo>
                    <a:pt x="19" y="421"/>
                  </a:lnTo>
                  <a:lnTo>
                    <a:pt x="18" y="417"/>
                  </a:lnTo>
                  <a:lnTo>
                    <a:pt x="17" y="411"/>
                  </a:lnTo>
                  <a:lnTo>
                    <a:pt x="18" y="404"/>
                  </a:lnTo>
                  <a:lnTo>
                    <a:pt x="18" y="400"/>
                  </a:lnTo>
                  <a:lnTo>
                    <a:pt x="19" y="397"/>
                  </a:lnTo>
                  <a:lnTo>
                    <a:pt x="18" y="396"/>
                  </a:lnTo>
                  <a:lnTo>
                    <a:pt x="16" y="393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10" y="392"/>
                  </a:lnTo>
                  <a:lnTo>
                    <a:pt x="8" y="377"/>
                  </a:lnTo>
                  <a:lnTo>
                    <a:pt x="4" y="374"/>
                  </a:lnTo>
                  <a:lnTo>
                    <a:pt x="3" y="370"/>
                  </a:lnTo>
                  <a:lnTo>
                    <a:pt x="0" y="367"/>
                  </a:lnTo>
                  <a:lnTo>
                    <a:pt x="1" y="360"/>
                  </a:lnTo>
                  <a:lnTo>
                    <a:pt x="0" y="357"/>
                  </a:lnTo>
                  <a:lnTo>
                    <a:pt x="1" y="352"/>
                  </a:lnTo>
                  <a:lnTo>
                    <a:pt x="1" y="352"/>
                  </a:lnTo>
                  <a:lnTo>
                    <a:pt x="1" y="346"/>
                  </a:lnTo>
                  <a:lnTo>
                    <a:pt x="1" y="346"/>
                  </a:lnTo>
                  <a:lnTo>
                    <a:pt x="12" y="348"/>
                  </a:lnTo>
                  <a:lnTo>
                    <a:pt x="24" y="353"/>
                  </a:lnTo>
                  <a:lnTo>
                    <a:pt x="28" y="353"/>
                  </a:lnTo>
                  <a:lnTo>
                    <a:pt x="33" y="354"/>
                  </a:lnTo>
                  <a:lnTo>
                    <a:pt x="37" y="353"/>
                  </a:lnTo>
                  <a:lnTo>
                    <a:pt x="39" y="353"/>
                  </a:lnTo>
                  <a:lnTo>
                    <a:pt x="41" y="351"/>
                  </a:lnTo>
                  <a:lnTo>
                    <a:pt x="43" y="351"/>
                  </a:lnTo>
                  <a:lnTo>
                    <a:pt x="45" y="339"/>
                  </a:lnTo>
                  <a:lnTo>
                    <a:pt x="43" y="333"/>
                  </a:lnTo>
                  <a:lnTo>
                    <a:pt x="45" y="326"/>
                  </a:lnTo>
                  <a:lnTo>
                    <a:pt x="40" y="322"/>
                  </a:lnTo>
                  <a:lnTo>
                    <a:pt x="39" y="308"/>
                  </a:lnTo>
                  <a:lnTo>
                    <a:pt x="41" y="303"/>
                  </a:lnTo>
                  <a:lnTo>
                    <a:pt x="34" y="296"/>
                  </a:lnTo>
                  <a:lnTo>
                    <a:pt x="35" y="291"/>
                  </a:lnTo>
                  <a:lnTo>
                    <a:pt x="33" y="289"/>
                  </a:lnTo>
                  <a:lnTo>
                    <a:pt x="36" y="283"/>
                  </a:lnTo>
                  <a:lnTo>
                    <a:pt x="32" y="277"/>
                  </a:lnTo>
                  <a:lnTo>
                    <a:pt x="35" y="276"/>
                  </a:lnTo>
                  <a:lnTo>
                    <a:pt x="36" y="277"/>
                  </a:lnTo>
                  <a:lnTo>
                    <a:pt x="39" y="271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6" y="263"/>
                  </a:lnTo>
                  <a:lnTo>
                    <a:pt x="46" y="261"/>
                  </a:lnTo>
                  <a:lnTo>
                    <a:pt x="49" y="260"/>
                  </a:lnTo>
                  <a:lnTo>
                    <a:pt x="51" y="260"/>
                  </a:lnTo>
                  <a:lnTo>
                    <a:pt x="52" y="260"/>
                  </a:lnTo>
                  <a:lnTo>
                    <a:pt x="53" y="259"/>
                  </a:lnTo>
                  <a:lnTo>
                    <a:pt x="57" y="259"/>
                  </a:lnTo>
                  <a:lnTo>
                    <a:pt x="60" y="260"/>
                  </a:lnTo>
                  <a:lnTo>
                    <a:pt x="66" y="260"/>
                  </a:lnTo>
                  <a:lnTo>
                    <a:pt x="73" y="255"/>
                  </a:lnTo>
                  <a:lnTo>
                    <a:pt x="72" y="245"/>
                  </a:lnTo>
                  <a:lnTo>
                    <a:pt x="67" y="238"/>
                  </a:lnTo>
                  <a:lnTo>
                    <a:pt x="64" y="236"/>
                  </a:lnTo>
                  <a:lnTo>
                    <a:pt x="64" y="234"/>
                  </a:lnTo>
                  <a:lnTo>
                    <a:pt x="66" y="230"/>
                  </a:lnTo>
                  <a:lnTo>
                    <a:pt x="65" y="225"/>
                  </a:lnTo>
                  <a:lnTo>
                    <a:pt x="60" y="228"/>
                  </a:lnTo>
                  <a:lnTo>
                    <a:pt x="54" y="226"/>
                  </a:lnTo>
                  <a:lnTo>
                    <a:pt x="53" y="222"/>
                  </a:lnTo>
                  <a:lnTo>
                    <a:pt x="60" y="224"/>
                  </a:lnTo>
                  <a:lnTo>
                    <a:pt x="63" y="222"/>
                  </a:lnTo>
                  <a:lnTo>
                    <a:pt x="68" y="219"/>
                  </a:lnTo>
                  <a:lnTo>
                    <a:pt x="68" y="213"/>
                  </a:lnTo>
                  <a:lnTo>
                    <a:pt x="65" y="210"/>
                  </a:lnTo>
                  <a:lnTo>
                    <a:pt x="65" y="208"/>
                  </a:lnTo>
                  <a:lnTo>
                    <a:pt x="68" y="206"/>
                  </a:lnTo>
                  <a:lnTo>
                    <a:pt x="68" y="192"/>
                  </a:lnTo>
                  <a:lnTo>
                    <a:pt x="71" y="184"/>
                  </a:lnTo>
                  <a:lnTo>
                    <a:pt x="72" y="182"/>
                  </a:lnTo>
                  <a:lnTo>
                    <a:pt x="82" y="179"/>
                  </a:lnTo>
                  <a:lnTo>
                    <a:pt x="84" y="176"/>
                  </a:lnTo>
                  <a:lnTo>
                    <a:pt x="85" y="172"/>
                  </a:lnTo>
                  <a:lnTo>
                    <a:pt x="86" y="171"/>
                  </a:lnTo>
                  <a:lnTo>
                    <a:pt x="79" y="162"/>
                  </a:lnTo>
                  <a:lnTo>
                    <a:pt x="73" y="162"/>
                  </a:lnTo>
                  <a:lnTo>
                    <a:pt x="63" y="158"/>
                  </a:lnTo>
                  <a:lnTo>
                    <a:pt x="62" y="160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6" y="154"/>
                  </a:lnTo>
                  <a:lnTo>
                    <a:pt x="58" y="146"/>
                  </a:lnTo>
                  <a:lnTo>
                    <a:pt x="55" y="136"/>
                  </a:lnTo>
                  <a:lnTo>
                    <a:pt x="56" y="135"/>
                  </a:lnTo>
                  <a:lnTo>
                    <a:pt x="60" y="133"/>
                  </a:lnTo>
                  <a:lnTo>
                    <a:pt x="60" y="131"/>
                  </a:lnTo>
                  <a:lnTo>
                    <a:pt x="62" y="130"/>
                  </a:lnTo>
                  <a:lnTo>
                    <a:pt x="64" y="129"/>
                  </a:lnTo>
                  <a:lnTo>
                    <a:pt x="63" y="127"/>
                  </a:lnTo>
                  <a:lnTo>
                    <a:pt x="62" y="121"/>
                  </a:lnTo>
                  <a:lnTo>
                    <a:pt x="60" y="119"/>
                  </a:lnTo>
                  <a:lnTo>
                    <a:pt x="59" y="116"/>
                  </a:lnTo>
                  <a:lnTo>
                    <a:pt x="56" y="112"/>
                  </a:lnTo>
                  <a:lnTo>
                    <a:pt x="54" y="111"/>
                  </a:lnTo>
                  <a:lnTo>
                    <a:pt x="50" y="111"/>
                  </a:lnTo>
                  <a:lnTo>
                    <a:pt x="48" y="110"/>
                  </a:lnTo>
                  <a:lnTo>
                    <a:pt x="52" y="104"/>
                  </a:lnTo>
                  <a:lnTo>
                    <a:pt x="65" y="99"/>
                  </a:lnTo>
                  <a:lnTo>
                    <a:pt x="68" y="94"/>
                  </a:lnTo>
                  <a:lnTo>
                    <a:pt x="70" y="87"/>
                  </a:lnTo>
                  <a:lnTo>
                    <a:pt x="79" y="87"/>
                  </a:lnTo>
                  <a:lnTo>
                    <a:pt x="83" y="92"/>
                  </a:lnTo>
                  <a:lnTo>
                    <a:pt x="93" y="87"/>
                  </a:lnTo>
                  <a:lnTo>
                    <a:pt x="95" y="85"/>
                  </a:lnTo>
                  <a:lnTo>
                    <a:pt x="96" y="83"/>
                  </a:lnTo>
                  <a:lnTo>
                    <a:pt x="102" y="81"/>
                  </a:lnTo>
                  <a:lnTo>
                    <a:pt x="116" y="75"/>
                  </a:lnTo>
                  <a:lnTo>
                    <a:pt x="118" y="69"/>
                  </a:lnTo>
                  <a:lnTo>
                    <a:pt x="115" y="62"/>
                  </a:lnTo>
                  <a:lnTo>
                    <a:pt x="119" y="63"/>
                  </a:lnTo>
                  <a:lnTo>
                    <a:pt x="127" y="61"/>
                  </a:lnTo>
                  <a:lnTo>
                    <a:pt x="125" y="59"/>
                  </a:lnTo>
                  <a:lnTo>
                    <a:pt x="126" y="54"/>
                  </a:lnTo>
                  <a:lnTo>
                    <a:pt x="125" y="51"/>
                  </a:lnTo>
                  <a:lnTo>
                    <a:pt x="124" y="35"/>
                  </a:lnTo>
                  <a:lnTo>
                    <a:pt x="126" y="34"/>
                  </a:lnTo>
                  <a:lnTo>
                    <a:pt x="129" y="30"/>
                  </a:lnTo>
                  <a:lnTo>
                    <a:pt x="131" y="23"/>
                  </a:lnTo>
                  <a:lnTo>
                    <a:pt x="136" y="20"/>
                  </a:lnTo>
                  <a:lnTo>
                    <a:pt x="139" y="12"/>
                  </a:lnTo>
                  <a:lnTo>
                    <a:pt x="137" y="4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4" name="Freeform 27">
              <a:extLst>
                <a:ext uri="{FF2B5EF4-FFF2-40B4-BE49-F238E27FC236}">
                  <a16:creationId xmlns:a16="http://schemas.microsoft.com/office/drawing/2014/main" id="{2314A637-D07C-41D0-A772-6AD0EAB253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3563" y="3201562"/>
              <a:ext cx="977465" cy="958647"/>
            </a:xfrm>
            <a:custGeom>
              <a:avLst/>
              <a:gdLst>
                <a:gd name="T0" fmla="*/ 428 w 935"/>
                <a:gd name="T1" fmla="*/ 115 h 917"/>
                <a:gd name="T2" fmla="*/ 529 w 935"/>
                <a:gd name="T3" fmla="*/ 132 h 917"/>
                <a:gd name="T4" fmla="*/ 579 w 935"/>
                <a:gd name="T5" fmla="*/ 234 h 917"/>
                <a:gd name="T6" fmla="*/ 631 w 935"/>
                <a:gd name="T7" fmla="*/ 237 h 917"/>
                <a:gd name="T8" fmla="*/ 668 w 935"/>
                <a:gd name="T9" fmla="*/ 235 h 917"/>
                <a:gd name="T10" fmla="*/ 668 w 935"/>
                <a:gd name="T11" fmla="*/ 201 h 917"/>
                <a:gd name="T12" fmla="*/ 664 w 935"/>
                <a:gd name="T13" fmla="*/ 143 h 917"/>
                <a:gd name="T14" fmla="*/ 660 w 935"/>
                <a:gd name="T15" fmla="*/ 120 h 917"/>
                <a:gd name="T16" fmla="*/ 693 w 935"/>
                <a:gd name="T17" fmla="*/ 117 h 917"/>
                <a:gd name="T18" fmla="*/ 718 w 935"/>
                <a:gd name="T19" fmla="*/ 115 h 917"/>
                <a:gd name="T20" fmla="*/ 733 w 935"/>
                <a:gd name="T21" fmla="*/ 161 h 917"/>
                <a:gd name="T22" fmla="*/ 711 w 935"/>
                <a:gd name="T23" fmla="*/ 183 h 917"/>
                <a:gd name="T24" fmla="*/ 701 w 935"/>
                <a:gd name="T25" fmla="*/ 233 h 917"/>
                <a:gd name="T26" fmla="*/ 674 w 935"/>
                <a:gd name="T27" fmla="*/ 260 h 917"/>
                <a:gd name="T28" fmla="*/ 692 w 935"/>
                <a:gd name="T29" fmla="*/ 280 h 917"/>
                <a:gd name="T30" fmla="*/ 654 w 935"/>
                <a:gd name="T31" fmla="*/ 328 h 917"/>
                <a:gd name="T32" fmla="*/ 631 w 935"/>
                <a:gd name="T33" fmla="*/ 378 h 917"/>
                <a:gd name="T34" fmla="*/ 594 w 935"/>
                <a:gd name="T35" fmla="*/ 388 h 917"/>
                <a:gd name="T36" fmla="*/ 580 w 935"/>
                <a:gd name="T37" fmla="*/ 409 h 917"/>
                <a:gd name="T38" fmla="*/ 581 w 935"/>
                <a:gd name="T39" fmla="*/ 473 h 917"/>
                <a:gd name="T40" fmla="*/ 613 w 935"/>
                <a:gd name="T41" fmla="*/ 468 h 917"/>
                <a:gd name="T42" fmla="*/ 647 w 935"/>
                <a:gd name="T43" fmla="*/ 487 h 917"/>
                <a:gd name="T44" fmla="*/ 651 w 935"/>
                <a:gd name="T45" fmla="*/ 492 h 917"/>
                <a:gd name="T46" fmla="*/ 600 w 935"/>
                <a:gd name="T47" fmla="*/ 515 h 917"/>
                <a:gd name="T48" fmla="*/ 613 w 935"/>
                <a:gd name="T49" fmla="*/ 562 h 917"/>
                <a:gd name="T50" fmla="*/ 668 w 935"/>
                <a:gd name="T51" fmla="*/ 544 h 917"/>
                <a:gd name="T52" fmla="*/ 703 w 935"/>
                <a:gd name="T53" fmla="*/ 557 h 917"/>
                <a:gd name="T54" fmla="*/ 732 w 935"/>
                <a:gd name="T55" fmla="*/ 618 h 917"/>
                <a:gd name="T56" fmla="*/ 791 w 935"/>
                <a:gd name="T57" fmla="*/ 572 h 917"/>
                <a:gd name="T58" fmla="*/ 851 w 935"/>
                <a:gd name="T59" fmla="*/ 534 h 917"/>
                <a:gd name="T60" fmla="*/ 927 w 935"/>
                <a:gd name="T61" fmla="*/ 506 h 917"/>
                <a:gd name="T62" fmla="*/ 925 w 935"/>
                <a:gd name="T63" fmla="*/ 568 h 917"/>
                <a:gd name="T64" fmla="*/ 900 w 935"/>
                <a:gd name="T65" fmla="*/ 628 h 917"/>
                <a:gd name="T66" fmla="*/ 902 w 935"/>
                <a:gd name="T67" fmla="*/ 700 h 917"/>
                <a:gd name="T68" fmla="*/ 894 w 935"/>
                <a:gd name="T69" fmla="*/ 801 h 917"/>
                <a:gd name="T70" fmla="*/ 846 w 935"/>
                <a:gd name="T71" fmla="*/ 861 h 917"/>
                <a:gd name="T72" fmla="*/ 786 w 935"/>
                <a:gd name="T73" fmla="*/ 906 h 917"/>
                <a:gd name="T74" fmla="*/ 734 w 935"/>
                <a:gd name="T75" fmla="*/ 856 h 917"/>
                <a:gd name="T76" fmla="*/ 656 w 935"/>
                <a:gd name="T77" fmla="*/ 741 h 917"/>
                <a:gd name="T78" fmla="*/ 141 w 935"/>
                <a:gd name="T79" fmla="*/ 739 h 917"/>
                <a:gd name="T80" fmla="*/ 134 w 935"/>
                <a:gd name="T81" fmla="*/ 754 h 917"/>
                <a:gd name="T82" fmla="*/ 57 w 935"/>
                <a:gd name="T83" fmla="*/ 752 h 917"/>
                <a:gd name="T84" fmla="*/ 68 w 935"/>
                <a:gd name="T85" fmla="*/ 700 h 917"/>
                <a:gd name="T86" fmla="*/ 9 w 935"/>
                <a:gd name="T87" fmla="*/ 607 h 917"/>
                <a:gd name="T88" fmla="*/ 67 w 935"/>
                <a:gd name="T89" fmla="*/ 443 h 917"/>
                <a:gd name="T90" fmla="*/ 159 w 935"/>
                <a:gd name="T91" fmla="*/ 359 h 917"/>
                <a:gd name="T92" fmla="*/ 243 w 935"/>
                <a:gd name="T93" fmla="*/ 302 h 917"/>
                <a:gd name="T94" fmla="*/ 293 w 935"/>
                <a:gd name="T95" fmla="*/ 214 h 917"/>
                <a:gd name="T96" fmla="*/ 579 w 935"/>
                <a:gd name="T97" fmla="*/ 290 h 917"/>
                <a:gd name="T98" fmla="*/ 605 w 935"/>
                <a:gd name="T99" fmla="*/ 290 h 917"/>
                <a:gd name="T100" fmla="*/ 641 w 935"/>
                <a:gd name="T101" fmla="*/ 266 h 917"/>
                <a:gd name="T102" fmla="*/ 609 w 935"/>
                <a:gd name="T103" fmla="*/ 260 h 917"/>
                <a:gd name="T104" fmla="*/ 562 w 935"/>
                <a:gd name="T105" fmla="*/ 273 h 917"/>
                <a:gd name="T106" fmla="*/ 562 w 935"/>
                <a:gd name="T107" fmla="*/ 299 h 917"/>
                <a:gd name="T108" fmla="*/ 785 w 935"/>
                <a:gd name="T109" fmla="*/ 28 h 917"/>
                <a:gd name="T110" fmla="*/ 804 w 935"/>
                <a:gd name="T111" fmla="*/ 105 h 917"/>
                <a:gd name="T112" fmla="*/ 795 w 935"/>
                <a:gd name="T113" fmla="*/ 132 h 917"/>
                <a:gd name="T114" fmla="*/ 765 w 935"/>
                <a:gd name="T115" fmla="*/ 150 h 917"/>
                <a:gd name="T116" fmla="*/ 739 w 935"/>
                <a:gd name="T117" fmla="*/ 130 h 917"/>
                <a:gd name="T118" fmla="*/ 715 w 935"/>
                <a:gd name="T119" fmla="*/ 7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5" h="917">
                  <a:moveTo>
                    <a:pt x="311" y="155"/>
                  </a:moveTo>
                  <a:lnTo>
                    <a:pt x="316" y="157"/>
                  </a:lnTo>
                  <a:lnTo>
                    <a:pt x="317" y="160"/>
                  </a:lnTo>
                  <a:lnTo>
                    <a:pt x="329" y="162"/>
                  </a:lnTo>
                  <a:lnTo>
                    <a:pt x="363" y="150"/>
                  </a:lnTo>
                  <a:lnTo>
                    <a:pt x="367" y="146"/>
                  </a:lnTo>
                  <a:lnTo>
                    <a:pt x="373" y="138"/>
                  </a:lnTo>
                  <a:lnTo>
                    <a:pt x="380" y="136"/>
                  </a:lnTo>
                  <a:lnTo>
                    <a:pt x="385" y="131"/>
                  </a:lnTo>
                  <a:lnTo>
                    <a:pt x="391" y="130"/>
                  </a:lnTo>
                  <a:lnTo>
                    <a:pt x="401" y="124"/>
                  </a:lnTo>
                  <a:lnTo>
                    <a:pt x="411" y="119"/>
                  </a:lnTo>
                  <a:lnTo>
                    <a:pt x="411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2" y="119"/>
                  </a:lnTo>
                  <a:lnTo>
                    <a:pt x="428" y="115"/>
                  </a:lnTo>
                  <a:lnTo>
                    <a:pt x="435" y="113"/>
                  </a:lnTo>
                  <a:lnTo>
                    <a:pt x="444" y="113"/>
                  </a:lnTo>
                  <a:lnTo>
                    <a:pt x="459" y="93"/>
                  </a:lnTo>
                  <a:lnTo>
                    <a:pt x="461" y="88"/>
                  </a:lnTo>
                  <a:lnTo>
                    <a:pt x="479" y="75"/>
                  </a:lnTo>
                  <a:lnTo>
                    <a:pt x="518" y="58"/>
                  </a:lnTo>
                  <a:lnTo>
                    <a:pt x="518" y="61"/>
                  </a:lnTo>
                  <a:lnTo>
                    <a:pt x="521" y="64"/>
                  </a:lnTo>
                  <a:lnTo>
                    <a:pt x="516" y="81"/>
                  </a:lnTo>
                  <a:lnTo>
                    <a:pt x="515" y="92"/>
                  </a:lnTo>
                  <a:lnTo>
                    <a:pt x="519" y="93"/>
                  </a:lnTo>
                  <a:lnTo>
                    <a:pt x="534" y="105"/>
                  </a:lnTo>
                  <a:lnTo>
                    <a:pt x="532" y="117"/>
                  </a:lnTo>
                  <a:lnTo>
                    <a:pt x="534" y="118"/>
                  </a:lnTo>
                  <a:lnTo>
                    <a:pt x="534" y="119"/>
                  </a:lnTo>
                  <a:lnTo>
                    <a:pt x="532" y="129"/>
                  </a:lnTo>
                  <a:lnTo>
                    <a:pt x="529" y="132"/>
                  </a:lnTo>
                  <a:lnTo>
                    <a:pt x="528" y="135"/>
                  </a:lnTo>
                  <a:lnTo>
                    <a:pt x="529" y="136"/>
                  </a:lnTo>
                  <a:lnTo>
                    <a:pt x="534" y="132"/>
                  </a:lnTo>
                  <a:lnTo>
                    <a:pt x="546" y="134"/>
                  </a:lnTo>
                  <a:lnTo>
                    <a:pt x="565" y="154"/>
                  </a:lnTo>
                  <a:lnTo>
                    <a:pt x="565" y="154"/>
                  </a:lnTo>
                  <a:lnTo>
                    <a:pt x="535" y="183"/>
                  </a:lnTo>
                  <a:lnTo>
                    <a:pt x="564" y="214"/>
                  </a:lnTo>
                  <a:lnTo>
                    <a:pt x="569" y="211"/>
                  </a:lnTo>
                  <a:lnTo>
                    <a:pt x="571" y="216"/>
                  </a:lnTo>
                  <a:lnTo>
                    <a:pt x="564" y="222"/>
                  </a:lnTo>
                  <a:lnTo>
                    <a:pt x="562" y="226"/>
                  </a:lnTo>
                  <a:lnTo>
                    <a:pt x="563" y="227"/>
                  </a:lnTo>
                  <a:lnTo>
                    <a:pt x="565" y="225"/>
                  </a:lnTo>
                  <a:lnTo>
                    <a:pt x="566" y="222"/>
                  </a:lnTo>
                  <a:lnTo>
                    <a:pt x="570" y="225"/>
                  </a:lnTo>
                  <a:lnTo>
                    <a:pt x="579" y="234"/>
                  </a:lnTo>
                  <a:lnTo>
                    <a:pt x="585" y="231"/>
                  </a:lnTo>
                  <a:lnTo>
                    <a:pt x="589" y="234"/>
                  </a:lnTo>
                  <a:lnTo>
                    <a:pt x="593" y="240"/>
                  </a:lnTo>
                  <a:lnTo>
                    <a:pt x="598" y="242"/>
                  </a:lnTo>
                  <a:lnTo>
                    <a:pt x="600" y="246"/>
                  </a:lnTo>
                  <a:lnTo>
                    <a:pt x="602" y="241"/>
                  </a:lnTo>
                  <a:lnTo>
                    <a:pt x="607" y="244"/>
                  </a:lnTo>
                  <a:lnTo>
                    <a:pt x="609" y="243"/>
                  </a:lnTo>
                  <a:lnTo>
                    <a:pt x="613" y="237"/>
                  </a:lnTo>
                  <a:lnTo>
                    <a:pt x="615" y="239"/>
                  </a:lnTo>
                  <a:lnTo>
                    <a:pt x="616" y="239"/>
                  </a:lnTo>
                  <a:lnTo>
                    <a:pt x="623" y="232"/>
                  </a:lnTo>
                  <a:lnTo>
                    <a:pt x="627" y="229"/>
                  </a:lnTo>
                  <a:lnTo>
                    <a:pt x="631" y="232"/>
                  </a:lnTo>
                  <a:lnTo>
                    <a:pt x="632" y="233"/>
                  </a:lnTo>
                  <a:lnTo>
                    <a:pt x="630" y="234"/>
                  </a:lnTo>
                  <a:lnTo>
                    <a:pt x="631" y="237"/>
                  </a:lnTo>
                  <a:lnTo>
                    <a:pt x="638" y="240"/>
                  </a:lnTo>
                  <a:lnTo>
                    <a:pt x="638" y="239"/>
                  </a:lnTo>
                  <a:lnTo>
                    <a:pt x="640" y="238"/>
                  </a:lnTo>
                  <a:lnTo>
                    <a:pt x="641" y="239"/>
                  </a:lnTo>
                  <a:lnTo>
                    <a:pt x="641" y="241"/>
                  </a:lnTo>
                  <a:lnTo>
                    <a:pt x="643" y="242"/>
                  </a:lnTo>
                  <a:lnTo>
                    <a:pt x="646" y="241"/>
                  </a:lnTo>
                  <a:lnTo>
                    <a:pt x="647" y="241"/>
                  </a:lnTo>
                  <a:lnTo>
                    <a:pt x="651" y="240"/>
                  </a:lnTo>
                  <a:lnTo>
                    <a:pt x="656" y="241"/>
                  </a:lnTo>
                  <a:lnTo>
                    <a:pt x="657" y="240"/>
                  </a:lnTo>
                  <a:lnTo>
                    <a:pt x="660" y="239"/>
                  </a:lnTo>
                  <a:lnTo>
                    <a:pt x="660" y="236"/>
                  </a:lnTo>
                  <a:lnTo>
                    <a:pt x="664" y="236"/>
                  </a:lnTo>
                  <a:lnTo>
                    <a:pt x="665" y="235"/>
                  </a:lnTo>
                  <a:lnTo>
                    <a:pt x="668" y="234"/>
                  </a:lnTo>
                  <a:lnTo>
                    <a:pt x="668" y="235"/>
                  </a:lnTo>
                  <a:lnTo>
                    <a:pt x="666" y="236"/>
                  </a:lnTo>
                  <a:lnTo>
                    <a:pt x="669" y="239"/>
                  </a:lnTo>
                  <a:lnTo>
                    <a:pt x="673" y="233"/>
                  </a:lnTo>
                  <a:lnTo>
                    <a:pt x="673" y="228"/>
                  </a:lnTo>
                  <a:lnTo>
                    <a:pt x="676" y="222"/>
                  </a:lnTo>
                  <a:lnTo>
                    <a:pt x="676" y="219"/>
                  </a:lnTo>
                  <a:lnTo>
                    <a:pt x="680" y="217"/>
                  </a:lnTo>
                  <a:lnTo>
                    <a:pt x="681" y="214"/>
                  </a:lnTo>
                  <a:lnTo>
                    <a:pt x="684" y="211"/>
                  </a:lnTo>
                  <a:lnTo>
                    <a:pt x="684" y="209"/>
                  </a:lnTo>
                  <a:lnTo>
                    <a:pt x="681" y="205"/>
                  </a:lnTo>
                  <a:lnTo>
                    <a:pt x="678" y="205"/>
                  </a:lnTo>
                  <a:lnTo>
                    <a:pt x="676" y="203"/>
                  </a:lnTo>
                  <a:lnTo>
                    <a:pt x="672" y="207"/>
                  </a:lnTo>
                  <a:lnTo>
                    <a:pt x="670" y="211"/>
                  </a:lnTo>
                  <a:lnTo>
                    <a:pt x="664" y="209"/>
                  </a:lnTo>
                  <a:lnTo>
                    <a:pt x="668" y="201"/>
                  </a:lnTo>
                  <a:lnTo>
                    <a:pt x="667" y="197"/>
                  </a:lnTo>
                  <a:lnTo>
                    <a:pt x="668" y="195"/>
                  </a:lnTo>
                  <a:lnTo>
                    <a:pt x="666" y="195"/>
                  </a:lnTo>
                  <a:lnTo>
                    <a:pt x="668" y="194"/>
                  </a:lnTo>
                  <a:lnTo>
                    <a:pt x="663" y="184"/>
                  </a:lnTo>
                  <a:lnTo>
                    <a:pt x="665" y="181"/>
                  </a:lnTo>
                  <a:lnTo>
                    <a:pt x="666" y="176"/>
                  </a:lnTo>
                  <a:lnTo>
                    <a:pt x="670" y="168"/>
                  </a:lnTo>
                  <a:lnTo>
                    <a:pt x="676" y="161"/>
                  </a:lnTo>
                  <a:lnTo>
                    <a:pt x="678" y="160"/>
                  </a:lnTo>
                  <a:lnTo>
                    <a:pt x="684" y="155"/>
                  </a:lnTo>
                  <a:lnTo>
                    <a:pt x="682" y="152"/>
                  </a:lnTo>
                  <a:lnTo>
                    <a:pt x="681" y="153"/>
                  </a:lnTo>
                  <a:lnTo>
                    <a:pt x="679" y="147"/>
                  </a:lnTo>
                  <a:lnTo>
                    <a:pt x="678" y="148"/>
                  </a:lnTo>
                  <a:lnTo>
                    <a:pt x="671" y="140"/>
                  </a:lnTo>
                  <a:lnTo>
                    <a:pt x="664" y="143"/>
                  </a:lnTo>
                  <a:lnTo>
                    <a:pt x="663" y="142"/>
                  </a:lnTo>
                  <a:lnTo>
                    <a:pt x="657" y="145"/>
                  </a:lnTo>
                  <a:lnTo>
                    <a:pt x="657" y="143"/>
                  </a:lnTo>
                  <a:lnTo>
                    <a:pt x="656" y="144"/>
                  </a:lnTo>
                  <a:lnTo>
                    <a:pt x="654" y="141"/>
                  </a:lnTo>
                  <a:lnTo>
                    <a:pt x="659" y="138"/>
                  </a:lnTo>
                  <a:lnTo>
                    <a:pt x="661" y="139"/>
                  </a:lnTo>
                  <a:lnTo>
                    <a:pt x="664" y="136"/>
                  </a:lnTo>
                  <a:lnTo>
                    <a:pt x="668" y="135"/>
                  </a:lnTo>
                  <a:lnTo>
                    <a:pt x="668" y="138"/>
                  </a:lnTo>
                  <a:lnTo>
                    <a:pt x="670" y="138"/>
                  </a:lnTo>
                  <a:lnTo>
                    <a:pt x="676" y="133"/>
                  </a:lnTo>
                  <a:lnTo>
                    <a:pt x="668" y="123"/>
                  </a:lnTo>
                  <a:lnTo>
                    <a:pt x="665" y="125"/>
                  </a:lnTo>
                  <a:lnTo>
                    <a:pt x="664" y="124"/>
                  </a:lnTo>
                  <a:lnTo>
                    <a:pt x="663" y="124"/>
                  </a:lnTo>
                  <a:lnTo>
                    <a:pt x="660" y="120"/>
                  </a:lnTo>
                  <a:lnTo>
                    <a:pt x="659" y="120"/>
                  </a:lnTo>
                  <a:lnTo>
                    <a:pt x="657" y="119"/>
                  </a:lnTo>
                  <a:lnTo>
                    <a:pt x="657" y="119"/>
                  </a:lnTo>
                  <a:lnTo>
                    <a:pt x="633" y="89"/>
                  </a:lnTo>
                  <a:lnTo>
                    <a:pt x="633" y="89"/>
                  </a:lnTo>
                  <a:lnTo>
                    <a:pt x="657" y="71"/>
                  </a:lnTo>
                  <a:lnTo>
                    <a:pt x="657" y="71"/>
                  </a:lnTo>
                  <a:lnTo>
                    <a:pt x="681" y="100"/>
                  </a:lnTo>
                  <a:lnTo>
                    <a:pt x="684" y="101"/>
                  </a:lnTo>
                  <a:lnTo>
                    <a:pt x="679" y="106"/>
                  </a:lnTo>
                  <a:lnTo>
                    <a:pt x="680" y="109"/>
                  </a:lnTo>
                  <a:lnTo>
                    <a:pt x="683" y="108"/>
                  </a:lnTo>
                  <a:lnTo>
                    <a:pt x="686" y="109"/>
                  </a:lnTo>
                  <a:lnTo>
                    <a:pt x="689" y="113"/>
                  </a:lnTo>
                  <a:lnTo>
                    <a:pt x="690" y="112"/>
                  </a:lnTo>
                  <a:lnTo>
                    <a:pt x="691" y="116"/>
                  </a:lnTo>
                  <a:lnTo>
                    <a:pt x="693" y="117"/>
                  </a:lnTo>
                  <a:lnTo>
                    <a:pt x="694" y="119"/>
                  </a:lnTo>
                  <a:lnTo>
                    <a:pt x="696" y="120"/>
                  </a:lnTo>
                  <a:lnTo>
                    <a:pt x="701" y="128"/>
                  </a:lnTo>
                  <a:lnTo>
                    <a:pt x="700" y="129"/>
                  </a:lnTo>
                  <a:lnTo>
                    <a:pt x="701" y="130"/>
                  </a:lnTo>
                  <a:lnTo>
                    <a:pt x="703" y="129"/>
                  </a:lnTo>
                  <a:lnTo>
                    <a:pt x="705" y="132"/>
                  </a:lnTo>
                  <a:lnTo>
                    <a:pt x="711" y="140"/>
                  </a:lnTo>
                  <a:lnTo>
                    <a:pt x="714" y="138"/>
                  </a:lnTo>
                  <a:lnTo>
                    <a:pt x="710" y="127"/>
                  </a:lnTo>
                  <a:lnTo>
                    <a:pt x="708" y="127"/>
                  </a:lnTo>
                  <a:lnTo>
                    <a:pt x="706" y="122"/>
                  </a:lnTo>
                  <a:lnTo>
                    <a:pt x="709" y="120"/>
                  </a:lnTo>
                  <a:lnTo>
                    <a:pt x="714" y="119"/>
                  </a:lnTo>
                  <a:lnTo>
                    <a:pt x="716" y="118"/>
                  </a:lnTo>
                  <a:lnTo>
                    <a:pt x="716" y="116"/>
                  </a:lnTo>
                  <a:lnTo>
                    <a:pt x="718" y="115"/>
                  </a:lnTo>
                  <a:lnTo>
                    <a:pt x="724" y="121"/>
                  </a:lnTo>
                  <a:lnTo>
                    <a:pt x="731" y="131"/>
                  </a:lnTo>
                  <a:lnTo>
                    <a:pt x="728" y="134"/>
                  </a:lnTo>
                  <a:lnTo>
                    <a:pt x="728" y="135"/>
                  </a:lnTo>
                  <a:lnTo>
                    <a:pt x="723" y="139"/>
                  </a:lnTo>
                  <a:lnTo>
                    <a:pt x="722" y="146"/>
                  </a:lnTo>
                  <a:lnTo>
                    <a:pt x="721" y="148"/>
                  </a:lnTo>
                  <a:lnTo>
                    <a:pt x="722" y="151"/>
                  </a:lnTo>
                  <a:lnTo>
                    <a:pt x="721" y="154"/>
                  </a:lnTo>
                  <a:lnTo>
                    <a:pt x="719" y="154"/>
                  </a:lnTo>
                  <a:lnTo>
                    <a:pt x="721" y="160"/>
                  </a:lnTo>
                  <a:lnTo>
                    <a:pt x="720" y="162"/>
                  </a:lnTo>
                  <a:lnTo>
                    <a:pt x="722" y="163"/>
                  </a:lnTo>
                  <a:lnTo>
                    <a:pt x="724" y="164"/>
                  </a:lnTo>
                  <a:lnTo>
                    <a:pt x="730" y="158"/>
                  </a:lnTo>
                  <a:lnTo>
                    <a:pt x="731" y="159"/>
                  </a:lnTo>
                  <a:lnTo>
                    <a:pt x="733" y="161"/>
                  </a:lnTo>
                  <a:lnTo>
                    <a:pt x="728" y="165"/>
                  </a:lnTo>
                  <a:lnTo>
                    <a:pt x="728" y="167"/>
                  </a:lnTo>
                  <a:lnTo>
                    <a:pt x="729" y="168"/>
                  </a:lnTo>
                  <a:lnTo>
                    <a:pt x="726" y="171"/>
                  </a:lnTo>
                  <a:lnTo>
                    <a:pt x="729" y="173"/>
                  </a:lnTo>
                  <a:lnTo>
                    <a:pt x="728" y="176"/>
                  </a:lnTo>
                  <a:lnTo>
                    <a:pt x="733" y="178"/>
                  </a:lnTo>
                  <a:lnTo>
                    <a:pt x="731" y="186"/>
                  </a:lnTo>
                  <a:lnTo>
                    <a:pt x="728" y="190"/>
                  </a:lnTo>
                  <a:lnTo>
                    <a:pt x="728" y="191"/>
                  </a:lnTo>
                  <a:lnTo>
                    <a:pt x="719" y="190"/>
                  </a:lnTo>
                  <a:lnTo>
                    <a:pt x="717" y="187"/>
                  </a:lnTo>
                  <a:lnTo>
                    <a:pt x="717" y="189"/>
                  </a:lnTo>
                  <a:lnTo>
                    <a:pt x="716" y="188"/>
                  </a:lnTo>
                  <a:lnTo>
                    <a:pt x="714" y="185"/>
                  </a:lnTo>
                  <a:lnTo>
                    <a:pt x="712" y="184"/>
                  </a:lnTo>
                  <a:lnTo>
                    <a:pt x="711" y="183"/>
                  </a:lnTo>
                  <a:lnTo>
                    <a:pt x="711" y="184"/>
                  </a:lnTo>
                  <a:lnTo>
                    <a:pt x="706" y="192"/>
                  </a:lnTo>
                  <a:lnTo>
                    <a:pt x="708" y="196"/>
                  </a:lnTo>
                  <a:lnTo>
                    <a:pt x="705" y="199"/>
                  </a:lnTo>
                  <a:lnTo>
                    <a:pt x="707" y="202"/>
                  </a:lnTo>
                  <a:lnTo>
                    <a:pt x="706" y="203"/>
                  </a:lnTo>
                  <a:lnTo>
                    <a:pt x="706" y="204"/>
                  </a:lnTo>
                  <a:lnTo>
                    <a:pt x="711" y="209"/>
                  </a:lnTo>
                  <a:lnTo>
                    <a:pt x="710" y="211"/>
                  </a:lnTo>
                  <a:lnTo>
                    <a:pt x="713" y="213"/>
                  </a:lnTo>
                  <a:lnTo>
                    <a:pt x="711" y="214"/>
                  </a:lnTo>
                  <a:lnTo>
                    <a:pt x="712" y="214"/>
                  </a:lnTo>
                  <a:lnTo>
                    <a:pt x="710" y="216"/>
                  </a:lnTo>
                  <a:lnTo>
                    <a:pt x="705" y="223"/>
                  </a:lnTo>
                  <a:lnTo>
                    <a:pt x="706" y="228"/>
                  </a:lnTo>
                  <a:lnTo>
                    <a:pt x="705" y="230"/>
                  </a:lnTo>
                  <a:lnTo>
                    <a:pt x="701" y="233"/>
                  </a:lnTo>
                  <a:lnTo>
                    <a:pt x="699" y="236"/>
                  </a:lnTo>
                  <a:lnTo>
                    <a:pt x="696" y="233"/>
                  </a:lnTo>
                  <a:lnTo>
                    <a:pt x="693" y="234"/>
                  </a:lnTo>
                  <a:lnTo>
                    <a:pt x="691" y="238"/>
                  </a:lnTo>
                  <a:lnTo>
                    <a:pt x="690" y="237"/>
                  </a:lnTo>
                  <a:lnTo>
                    <a:pt x="689" y="241"/>
                  </a:lnTo>
                  <a:lnTo>
                    <a:pt x="685" y="244"/>
                  </a:lnTo>
                  <a:lnTo>
                    <a:pt x="686" y="245"/>
                  </a:lnTo>
                  <a:lnTo>
                    <a:pt x="684" y="247"/>
                  </a:lnTo>
                  <a:lnTo>
                    <a:pt x="686" y="248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3" y="251"/>
                  </a:lnTo>
                  <a:lnTo>
                    <a:pt x="683" y="253"/>
                  </a:lnTo>
                  <a:lnTo>
                    <a:pt x="676" y="262"/>
                  </a:lnTo>
                  <a:lnTo>
                    <a:pt x="673" y="261"/>
                  </a:lnTo>
                  <a:lnTo>
                    <a:pt x="674" y="260"/>
                  </a:lnTo>
                  <a:lnTo>
                    <a:pt x="673" y="258"/>
                  </a:lnTo>
                  <a:lnTo>
                    <a:pt x="673" y="260"/>
                  </a:lnTo>
                  <a:lnTo>
                    <a:pt x="671" y="258"/>
                  </a:lnTo>
                  <a:lnTo>
                    <a:pt x="666" y="265"/>
                  </a:lnTo>
                  <a:lnTo>
                    <a:pt x="668" y="266"/>
                  </a:lnTo>
                  <a:lnTo>
                    <a:pt x="667" y="268"/>
                  </a:lnTo>
                  <a:lnTo>
                    <a:pt x="668" y="269"/>
                  </a:lnTo>
                  <a:lnTo>
                    <a:pt x="669" y="268"/>
                  </a:lnTo>
                  <a:lnTo>
                    <a:pt x="672" y="269"/>
                  </a:lnTo>
                  <a:lnTo>
                    <a:pt x="673" y="269"/>
                  </a:lnTo>
                  <a:lnTo>
                    <a:pt x="676" y="272"/>
                  </a:lnTo>
                  <a:lnTo>
                    <a:pt x="684" y="269"/>
                  </a:lnTo>
                  <a:lnTo>
                    <a:pt x="686" y="271"/>
                  </a:lnTo>
                  <a:lnTo>
                    <a:pt x="690" y="274"/>
                  </a:lnTo>
                  <a:lnTo>
                    <a:pt x="691" y="278"/>
                  </a:lnTo>
                  <a:lnTo>
                    <a:pt x="692" y="279"/>
                  </a:lnTo>
                  <a:lnTo>
                    <a:pt x="692" y="280"/>
                  </a:lnTo>
                  <a:lnTo>
                    <a:pt x="689" y="286"/>
                  </a:lnTo>
                  <a:lnTo>
                    <a:pt x="689" y="289"/>
                  </a:lnTo>
                  <a:lnTo>
                    <a:pt x="688" y="290"/>
                  </a:lnTo>
                  <a:lnTo>
                    <a:pt x="689" y="291"/>
                  </a:lnTo>
                  <a:lnTo>
                    <a:pt x="687" y="293"/>
                  </a:lnTo>
                  <a:lnTo>
                    <a:pt x="684" y="296"/>
                  </a:lnTo>
                  <a:lnTo>
                    <a:pt x="678" y="303"/>
                  </a:lnTo>
                  <a:lnTo>
                    <a:pt x="676" y="307"/>
                  </a:lnTo>
                  <a:lnTo>
                    <a:pt x="673" y="307"/>
                  </a:lnTo>
                  <a:lnTo>
                    <a:pt x="672" y="309"/>
                  </a:lnTo>
                  <a:lnTo>
                    <a:pt x="669" y="310"/>
                  </a:lnTo>
                  <a:lnTo>
                    <a:pt x="664" y="315"/>
                  </a:lnTo>
                  <a:lnTo>
                    <a:pt x="664" y="314"/>
                  </a:lnTo>
                  <a:lnTo>
                    <a:pt x="660" y="319"/>
                  </a:lnTo>
                  <a:lnTo>
                    <a:pt x="657" y="324"/>
                  </a:lnTo>
                  <a:lnTo>
                    <a:pt x="657" y="323"/>
                  </a:lnTo>
                  <a:lnTo>
                    <a:pt x="654" y="328"/>
                  </a:lnTo>
                  <a:lnTo>
                    <a:pt x="655" y="329"/>
                  </a:lnTo>
                  <a:lnTo>
                    <a:pt x="653" y="334"/>
                  </a:lnTo>
                  <a:lnTo>
                    <a:pt x="649" y="337"/>
                  </a:lnTo>
                  <a:lnTo>
                    <a:pt x="647" y="341"/>
                  </a:lnTo>
                  <a:lnTo>
                    <a:pt x="645" y="341"/>
                  </a:lnTo>
                  <a:lnTo>
                    <a:pt x="638" y="349"/>
                  </a:lnTo>
                  <a:lnTo>
                    <a:pt x="635" y="346"/>
                  </a:lnTo>
                  <a:lnTo>
                    <a:pt x="632" y="348"/>
                  </a:lnTo>
                  <a:lnTo>
                    <a:pt x="632" y="351"/>
                  </a:lnTo>
                  <a:lnTo>
                    <a:pt x="630" y="351"/>
                  </a:lnTo>
                  <a:lnTo>
                    <a:pt x="632" y="357"/>
                  </a:lnTo>
                  <a:lnTo>
                    <a:pt x="638" y="360"/>
                  </a:lnTo>
                  <a:lnTo>
                    <a:pt x="632" y="370"/>
                  </a:lnTo>
                  <a:lnTo>
                    <a:pt x="635" y="372"/>
                  </a:lnTo>
                  <a:lnTo>
                    <a:pt x="635" y="375"/>
                  </a:lnTo>
                  <a:lnTo>
                    <a:pt x="632" y="377"/>
                  </a:lnTo>
                  <a:lnTo>
                    <a:pt x="631" y="378"/>
                  </a:lnTo>
                  <a:lnTo>
                    <a:pt x="628" y="375"/>
                  </a:lnTo>
                  <a:lnTo>
                    <a:pt x="625" y="379"/>
                  </a:lnTo>
                  <a:lnTo>
                    <a:pt x="623" y="381"/>
                  </a:lnTo>
                  <a:lnTo>
                    <a:pt x="616" y="377"/>
                  </a:lnTo>
                  <a:lnTo>
                    <a:pt x="616" y="378"/>
                  </a:lnTo>
                  <a:lnTo>
                    <a:pt x="614" y="377"/>
                  </a:lnTo>
                  <a:lnTo>
                    <a:pt x="616" y="375"/>
                  </a:lnTo>
                  <a:lnTo>
                    <a:pt x="613" y="374"/>
                  </a:lnTo>
                  <a:lnTo>
                    <a:pt x="614" y="373"/>
                  </a:lnTo>
                  <a:lnTo>
                    <a:pt x="611" y="372"/>
                  </a:lnTo>
                  <a:lnTo>
                    <a:pt x="609" y="373"/>
                  </a:lnTo>
                  <a:lnTo>
                    <a:pt x="608" y="372"/>
                  </a:lnTo>
                  <a:lnTo>
                    <a:pt x="606" y="375"/>
                  </a:lnTo>
                  <a:lnTo>
                    <a:pt x="604" y="375"/>
                  </a:lnTo>
                  <a:lnTo>
                    <a:pt x="602" y="377"/>
                  </a:lnTo>
                  <a:lnTo>
                    <a:pt x="598" y="384"/>
                  </a:lnTo>
                  <a:lnTo>
                    <a:pt x="594" y="388"/>
                  </a:lnTo>
                  <a:lnTo>
                    <a:pt x="596" y="388"/>
                  </a:lnTo>
                  <a:lnTo>
                    <a:pt x="596" y="389"/>
                  </a:lnTo>
                  <a:lnTo>
                    <a:pt x="593" y="389"/>
                  </a:lnTo>
                  <a:lnTo>
                    <a:pt x="592" y="387"/>
                  </a:lnTo>
                  <a:lnTo>
                    <a:pt x="590" y="388"/>
                  </a:lnTo>
                  <a:lnTo>
                    <a:pt x="590" y="386"/>
                  </a:lnTo>
                  <a:lnTo>
                    <a:pt x="587" y="386"/>
                  </a:lnTo>
                  <a:lnTo>
                    <a:pt x="583" y="388"/>
                  </a:lnTo>
                  <a:lnTo>
                    <a:pt x="580" y="388"/>
                  </a:lnTo>
                  <a:lnTo>
                    <a:pt x="580" y="389"/>
                  </a:lnTo>
                  <a:lnTo>
                    <a:pt x="584" y="392"/>
                  </a:lnTo>
                  <a:lnTo>
                    <a:pt x="583" y="394"/>
                  </a:lnTo>
                  <a:lnTo>
                    <a:pt x="583" y="393"/>
                  </a:lnTo>
                  <a:lnTo>
                    <a:pt x="581" y="398"/>
                  </a:lnTo>
                  <a:lnTo>
                    <a:pt x="581" y="401"/>
                  </a:lnTo>
                  <a:lnTo>
                    <a:pt x="579" y="405"/>
                  </a:lnTo>
                  <a:lnTo>
                    <a:pt x="580" y="409"/>
                  </a:lnTo>
                  <a:lnTo>
                    <a:pt x="581" y="409"/>
                  </a:lnTo>
                  <a:lnTo>
                    <a:pt x="581" y="411"/>
                  </a:lnTo>
                  <a:lnTo>
                    <a:pt x="583" y="412"/>
                  </a:lnTo>
                  <a:lnTo>
                    <a:pt x="583" y="414"/>
                  </a:lnTo>
                  <a:lnTo>
                    <a:pt x="584" y="419"/>
                  </a:lnTo>
                  <a:lnTo>
                    <a:pt x="583" y="425"/>
                  </a:lnTo>
                  <a:lnTo>
                    <a:pt x="583" y="426"/>
                  </a:lnTo>
                  <a:lnTo>
                    <a:pt x="584" y="434"/>
                  </a:lnTo>
                  <a:lnTo>
                    <a:pt x="583" y="443"/>
                  </a:lnTo>
                  <a:lnTo>
                    <a:pt x="580" y="443"/>
                  </a:lnTo>
                  <a:lnTo>
                    <a:pt x="582" y="452"/>
                  </a:lnTo>
                  <a:lnTo>
                    <a:pt x="580" y="459"/>
                  </a:lnTo>
                  <a:lnTo>
                    <a:pt x="581" y="462"/>
                  </a:lnTo>
                  <a:lnTo>
                    <a:pt x="578" y="467"/>
                  </a:lnTo>
                  <a:lnTo>
                    <a:pt x="578" y="469"/>
                  </a:lnTo>
                  <a:lnTo>
                    <a:pt x="577" y="471"/>
                  </a:lnTo>
                  <a:lnTo>
                    <a:pt x="581" y="473"/>
                  </a:lnTo>
                  <a:lnTo>
                    <a:pt x="583" y="472"/>
                  </a:lnTo>
                  <a:lnTo>
                    <a:pt x="585" y="468"/>
                  </a:lnTo>
                  <a:lnTo>
                    <a:pt x="588" y="469"/>
                  </a:lnTo>
                  <a:lnTo>
                    <a:pt x="589" y="468"/>
                  </a:lnTo>
                  <a:lnTo>
                    <a:pt x="589" y="467"/>
                  </a:lnTo>
                  <a:lnTo>
                    <a:pt x="592" y="468"/>
                  </a:lnTo>
                  <a:lnTo>
                    <a:pt x="590" y="465"/>
                  </a:lnTo>
                  <a:lnTo>
                    <a:pt x="592" y="462"/>
                  </a:lnTo>
                  <a:lnTo>
                    <a:pt x="592" y="460"/>
                  </a:lnTo>
                  <a:lnTo>
                    <a:pt x="597" y="462"/>
                  </a:lnTo>
                  <a:lnTo>
                    <a:pt x="600" y="469"/>
                  </a:lnTo>
                  <a:lnTo>
                    <a:pt x="602" y="468"/>
                  </a:lnTo>
                  <a:lnTo>
                    <a:pt x="607" y="471"/>
                  </a:lnTo>
                  <a:lnTo>
                    <a:pt x="609" y="471"/>
                  </a:lnTo>
                  <a:lnTo>
                    <a:pt x="611" y="470"/>
                  </a:lnTo>
                  <a:lnTo>
                    <a:pt x="611" y="469"/>
                  </a:lnTo>
                  <a:lnTo>
                    <a:pt x="613" y="468"/>
                  </a:lnTo>
                  <a:lnTo>
                    <a:pt x="615" y="463"/>
                  </a:lnTo>
                  <a:lnTo>
                    <a:pt x="617" y="463"/>
                  </a:lnTo>
                  <a:lnTo>
                    <a:pt x="618" y="462"/>
                  </a:lnTo>
                  <a:lnTo>
                    <a:pt x="619" y="462"/>
                  </a:lnTo>
                  <a:lnTo>
                    <a:pt x="622" y="465"/>
                  </a:lnTo>
                  <a:lnTo>
                    <a:pt x="623" y="464"/>
                  </a:lnTo>
                  <a:lnTo>
                    <a:pt x="628" y="466"/>
                  </a:lnTo>
                  <a:lnTo>
                    <a:pt x="630" y="468"/>
                  </a:lnTo>
                  <a:lnTo>
                    <a:pt x="631" y="468"/>
                  </a:lnTo>
                  <a:lnTo>
                    <a:pt x="631" y="468"/>
                  </a:lnTo>
                  <a:lnTo>
                    <a:pt x="632" y="469"/>
                  </a:lnTo>
                  <a:lnTo>
                    <a:pt x="632" y="469"/>
                  </a:lnTo>
                  <a:lnTo>
                    <a:pt x="632" y="471"/>
                  </a:lnTo>
                  <a:lnTo>
                    <a:pt x="635" y="472"/>
                  </a:lnTo>
                  <a:lnTo>
                    <a:pt x="639" y="484"/>
                  </a:lnTo>
                  <a:lnTo>
                    <a:pt x="643" y="482"/>
                  </a:lnTo>
                  <a:lnTo>
                    <a:pt x="647" y="487"/>
                  </a:lnTo>
                  <a:lnTo>
                    <a:pt x="649" y="486"/>
                  </a:lnTo>
                  <a:lnTo>
                    <a:pt x="650" y="482"/>
                  </a:lnTo>
                  <a:lnTo>
                    <a:pt x="652" y="481"/>
                  </a:lnTo>
                  <a:lnTo>
                    <a:pt x="658" y="478"/>
                  </a:lnTo>
                  <a:lnTo>
                    <a:pt x="661" y="479"/>
                  </a:lnTo>
                  <a:lnTo>
                    <a:pt x="659" y="482"/>
                  </a:lnTo>
                  <a:lnTo>
                    <a:pt x="660" y="487"/>
                  </a:lnTo>
                  <a:lnTo>
                    <a:pt x="662" y="488"/>
                  </a:lnTo>
                  <a:lnTo>
                    <a:pt x="662" y="488"/>
                  </a:lnTo>
                  <a:lnTo>
                    <a:pt x="660" y="490"/>
                  </a:lnTo>
                  <a:lnTo>
                    <a:pt x="657" y="490"/>
                  </a:lnTo>
                  <a:lnTo>
                    <a:pt x="656" y="491"/>
                  </a:lnTo>
                  <a:lnTo>
                    <a:pt x="655" y="490"/>
                  </a:lnTo>
                  <a:lnTo>
                    <a:pt x="655" y="490"/>
                  </a:lnTo>
                  <a:lnTo>
                    <a:pt x="653" y="492"/>
                  </a:lnTo>
                  <a:lnTo>
                    <a:pt x="653" y="493"/>
                  </a:lnTo>
                  <a:lnTo>
                    <a:pt x="651" y="492"/>
                  </a:lnTo>
                  <a:lnTo>
                    <a:pt x="642" y="503"/>
                  </a:lnTo>
                  <a:lnTo>
                    <a:pt x="641" y="504"/>
                  </a:lnTo>
                  <a:lnTo>
                    <a:pt x="639" y="506"/>
                  </a:lnTo>
                  <a:lnTo>
                    <a:pt x="638" y="506"/>
                  </a:lnTo>
                  <a:lnTo>
                    <a:pt x="635" y="509"/>
                  </a:lnTo>
                  <a:lnTo>
                    <a:pt x="632" y="516"/>
                  </a:lnTo>
                  <a:lnTo>
                    <a:pt x="632" y="519"/>
                  </a:lnTo>
                  <a:lnTo>
                    <a:pt x="630" y="519"/>
                  </a:lnTo>
                  <a:lnTo>
                    <a:pt x="630" y="524"/>
                  </a:lnTo>
                  <a:lnTo>
                    <a:pt x="627" y="523"/>
                  </a:lnTo>
                  <a:lnTo>
                    <a:pt x="628" y="517"/>
                  </a:lnTo>
                  <a:lnTo>
                    <a:pt x="625" y="516"/>
                  </a:lnTo>
                  <a:lnTo>
                    <a:pt x="624" y="512"/>
                  </a:lnTo>
                  <a:lnTo>
                    <a:pt x="622" y="511"/>
                  </a:lnTo>
                  <a:lnTo>
                    <a:pt x="613" y="514"/>
                  </a:lnTo>
                  <a:lnTo>
                    <a:pt x="605" y="516"/>
                  </a:lnTo>
                  <a:lnTo>
                    <a:pt x="600" y="515"/>
                  </a:lnTo>
                  <a:lnTo>
                    <a:pt x="600" y="513"/>
                  </a:lnTo>
                  <a:lnTo>
                    <a:pt x="602" y="510"/>
                  </a:lnTo>
                  <a:lnTo>
                    <a:pt x="602" y="509"/>
                  </a:lnTo>
                  <a:lnTo>
                    <a:pt x="601" y="509"/>
                  </a:lnTo>
                  <a:lnTo>
                    <a:pt x="601" y="510"/>
                  </a:lnTo>
                  <a:lnTo>
                    <a:pt x="597" y="514"/>
                  </a:lnTo>
                  <a:lnTo>
                    <a:pt x="597" y="515"/>
                  </a:lnTo>
                  <a:lnTo>
                    <a:pt x="595" y="517"/>
                  </a:lnTo>
                  <a:lnTo>
                    <a:pt x="594" y="522"/>
                  </a:lnTo>
                  <a:lnTo>
                    <a:pt x="589" y="530"/>
                  </a:lnTo>
                  <a:lnTo>
                    <a:pt x="593" y="535"/>
                  </a:lnTo>
                  <a:lnTo>
                    <a:pt x="595" y="539"/>
                  </a:lnTo>
                  <a:lnTo>
                    <a:pt x="600" y="544"/>
                  </a:lnTo>
                  <a:lnTo>
                    <a:pt x="605" y="544"/>
                  </a:lnTo>
                  <a:lnTo>
                    <a:pt x="607" y="552"/>
                  </a:lnTo>
                  <a:lnTo>
                    <a:pt x="609" y="556"/>
                  </a:lnTo>
                  <a:lnTo>
                    <a:pt x="613" y="562"/>
                  </a:lnTo>
                  <a:lnTo>
                    <a:pt x="615" y="563"/>
                  </a:lnTo>
                  <a:lnTo>
                    <a:pt x="616" y="563"/>
                  </a:lnTo>
                  <a:lnTo>
                    <a:pt x="619" y="566"/>
                  </a:lnTo>
                  <a:lnTo>
                    <a:pt x="627" y="566"/>
                  </a:lnTo>
                  <a:lnTo>
                    <a:pt x="630" y="566"/>
                  </a:lnTo>
                  <a:lnTo>
                    <a:pt x="632" y="559"/>
                  </a:lnTo>
                  <a:lnTo>
                    <a:pt x="640" y="552"/>
                  </a:lnTo>
                  <a:lnTo>
                    <a:pt x="646" y="544"/>
                  </a:lnTo>
                  <a:lnTo>
                    <a:pt x="657" y="535"/>
                  </a:lnTo>
                  <a:lnTo>
                    <a:pt x="658" y="542"/>
                  </a:lnTo>
                  <a:lnTo>
                    <a:pt x="657" y="544"/>
                  </a:lnTo>
                  <a:lnTo>
                    <a:pt x="656" y="547"/>
                  </a:lnTo>
                  <a:lnTo>
                    <a:pt x="657" y="550"/>
                  </a:lnTo>
                  <a:lnTo>
                    <a:pt x="660" y="547"/>
                  </a:lnTo>
                  <a:lnTo>
                    <a:pt x="661" y="544"/>
                  </a:lnTo>
                  <a:lnTo>
                    <a:pt x="666" y="544"/>
                  </a:lnTo>
                  <a:lnTo>
                    <a:pt x="668" y="544"/>
                  </a:lnTo>
                  <a:lnTo>
                    <a:pt x="670" y="544"/>
                  </a:lnTo>
                  <a:lnTo>
                    <a:pt x="670" y="546"/>
                  </a:lnTo>
                  <a:lnTo>
                    <a:pt x="671" y="547"/>
                  </a:lnTo>
                  <a:lnTo>
                    <a:pt x="673" y="547"/>
                  </a:lnTo>
                  <a:lnTo>
                    <a:pt x="676" y="550"/>
                  </a:lnTo>
                  <a:lnTo>
                    <a:pt x="679" y="550"/>
                  </a:lnTo>
                  <a:lnTo>
                    <a:pt x="681" y="554"/>
                  </a:lnTo>
                  <a:lnTo>
                    <a:pt x="684" y="553"/>
                  </a:lnTo>
                  <a:lnTo>
                    <a:pt x="685" y="555"/>
                  </a:lnTo>
                  <a:lnTo>
                    <a:pt x="686" y="555"/>
                  </a:lnTo>
                  <a:lnTo>
                    <a:pt x="686" y="557"/>
                  </a:lnTo>
                  <a:lnTo>
                    <a:pt x="688" y="558"/>
                  </a:lnTo>
                  <a:lnTo>
                    <a:pt x="692" y="557"/>
                  </a:lnTo>
                  <a:lnTo>
                    <a:pt x="694" y="558"/>
                  </a:lnTo>
                  <a:lnTo>
                    <a:pt x="697" y="558"/>
                  </a:lnTo>
                  <a:lnTo>
                    <a:pt x="700" y="556"/>
                  </a:lnTo>
                  <a:lnTo>
                    <a:pt x="703" y="557"/>
                  </a:lnTo>
                  <a:lnTo>
                    <a:pt x="703" y="560"/>
                  </a:lnTo>
                  <a:lnTo>
                    <a:pt x="710" y="563"/>
                  </a:lnTo>
                  <a:lnTo>
                    <a:pt x="712" y="567"/>
                  </a:lnTo>
                  <a:lnTo>
                    <a:pt x="714" y="569"/>
                  </a:lnTo>
                  <a:lnTo>
                    <a:pt x="717" y="569"/>
                  </a:lnTo>
                  <a:lnTo>
                    <a:pt x="718" y="572"/>
                  </a:lnTo>
                  <a:lnTo>
                    <a:pt x="717" y="572"/>
                  </a:lnTo>
                  <a:lnTo>
                    <a:pt x="717" y="576"/>
                  </a:lnTo>
                  <a:lnTo>
                    <a:pt x="718" y="580"/>
                  </a:lnTo>
                  <a:lnTo>
                    <a:pt x="719" y="584"/>
                  </a:lnTo>
                  <a:lnTo>
                    <a:pt x="724" y="588"/>
                  </a:lnTo>
                  <a:lnTo>
                    <a:pt x="721" y="590"/>
                  </a:lnTo>
                  <a:lnTo>
                    <a:pt x="722" y="605"/>
                  </a:lnTo>
                  <a:lnTo>
                    <a:pt x="722" y="607"/>
                  </a:lnTo>
                  <a:lnTo>
                    <a:pt x="725" y="607"/>
                  </a:lnTo>
                  <a:lnTo>
                    <a:pt x="731" y="613"/>
                  </a:lnTo>
                  <a:lnTo>
                    <a:pt x="732" y="618"/>
                  </a:lnTo>
                  <a:lnTo>
                    <a:pt x="726" y="628"/>
                  </a:lnTo>
                  <a:lnTo>
                    <a:pt x="726" y="631"/>
                  </a:lnTo>
                  <a:lnTo>
                    <a:pt x="731" y="630"/>
                  </a:lnTo>
                  <a:lnTo>
                    <a:pt x="741" y="624"/>
                  </a:lnTo>
                  <a:lnTo>
                    <a:pt x="752" y="619"/>
                  </a:lnTo>
                  <a:lnTo>
                    <a:pt x="753" y="619"/>
                  </a:lnTo>
                  <a:lnTo>
                    <a:pt x="755" y="608"/>
                  </a:lnTo>
                  <a:lnTo>
                    <a:pt x="755" y="605"/>
                  </a:lnTo>
                  <a:lnTo>
                    <a:pt x="755" y="604"/>
                  </a:lnTo>
                  <a:lnTo>
                    <a:pt x="760" y="601"/>
                  </a:lnTo>
                  <a:lnTo>
                    <a:pt x="761" y="598"/>
                  </a:lnTo>
                  <a:lnTo>
                    <a:pt x="770" y="588"/>
                  </a:lnTo>
                  <a:lnTo>
                    <a:pt x="774" y="586"/>
                  </a:lnTo>
                  <a:lnTo>
                    <a:pt x="778" y="580"/>
                  </a:lnTo>
                  <a:lnTo>
                    <a:pt x="785" y="577"/>
                  </a:lnTo>
                  <a:lnTo>
                    <a:pt x="787" y="574"/>
                  </a:lnTo>
                  <a:lnTo>
                    <a:pt x="791" y="572"/>
                  </a:lnTo>
                  <a:lnTo>
                    <a:pt x="796" y="575"/>
                  </a:lnTo>
                  <a:lnTo>
                    <a:pt x="800" y="572"/>
                  </a:lnTo>
                  <a:lnTo>
                    <a:pt x="810" y="574"/>
                  </a:lnTo>
                  <a:lnTo>
                    <a:pt x="816" y="573"/>
                  </a:lnTo>
                  <a:lnTo>
                    <a:pt x="818" y="574"/>
                  </a:lnTo>
                  <a:lnTo>
                    <a:pt x="823" y="572"/>
                  </a:lnTo>
                  <a:lnTo>
                    <a:pt x="823" y="569"/>
                  </a:lnTo>
                  <a:lnTo>
                    <a:pt x="826" y="566"/>
                  </a:lnTo>
                  <a:lnTo>
                    <a:pt x="834" y="561"/>
                  </a:lnTo>
                  <a:lnTo>
                    <a:pt x="836" y="561"/>
                  </a:lnTo>
                  <a:lnTo>
                    <a:pt x="840" y="555"/>
                  </a:lnTo>
                  <a:lnTo>
                    <a:pt x="842" y="554"/>
                  </a:lnTo>
                  <a:lnTo>
                    <a:pt x="847" y="550"/>
                  </a:lnTo>
                  <a:lnTo>
                    <a:pt x="848" y="545"/>
                  </a:lnTo>
                  <a:lnTo>
                    <a:pt x="850" y="539"/>
                  </a:lnTo>
                  <a:lnTo>
                    <a:pt x="850" y="536"/>
                  </a:lnTo>
                  <a:lnTo>
                    <a:pt x="851" y="534"/>
                  </a:lnTo>
                  <a:lnTo>
                    <a:pt x="852" y="534"/>
                  </a:lnTo>
                  <a:lnTo>
                    <a:pt x="853" y="528"/>
                  </a:lnTo>
                  <a:lnTo>
                    <a:pt x="856" y="527"/>
                  </a:lnTo>
                  <a:lnTo>
                    <a:pt x="860" y="528"/>
                  </a:lnTo>
                  <a:lnTo>
                    <a:pt x="864" y="528"/>
                  </a:lnTo>
                  <a:lnTo>
                    <a:pt x="868" y="526"/>
                  </a:lnTo>
                  <a:lnTo>
                    <a:pt x="879" y="519"/>
                  </a:lnTo>
                  <a:lnTo>
                    <a:pt x="891" y="506"/>
                  </a:lnTo>
                  <a:lnTo>
                    <a:pt x="897" y="512"/>
                  </a:lnTo>
                  <a:lnTo>
                    <a:pt x="898" y="514"/>
                  </a:lnTo>
                  <a:lnTo>
                    <a:pt x="904" y="522"/>
                  </a:lnTo>
                  <a:lnTo>
                    <a:pt x="912" y="510"/>
                  </a:lnTo>
                  <a:lnTo>
                    <a:pt x="914" y="509"/>
                  </a:lnTo>
                  <a:lnTo>
                    <a:pt x="916" y="504"/>
                  </a:lnTo>
                  <a:lnTo>
                    <a:pt x="926" y="498"/>
                  </a:lnTo>
                  <a:lnTo>
                    <a:pt x="926" y="498"/>
                  </a:lnTo>
                  <a:lnTo>
                    <a:pt x="927" y="506"/>
                  </a:lnTo>
                  <a:lnTo>
                    <a:pt x="932" y="514"/>
                  </a:lnTo>
                  <a:lnTo>
                    <a:pt x="933" y="516"/>
                  </a:lnTo>
                  <a:lnTo>
                    <a:pt x="932" y="522"/>
                  </a:lnTo>
                  <a:lnTo>
                    <a:pt x="934" y="524"/>
                  </a:lnTo>
                  <a:lnTo>
                    <a:pt x="935" y="539"/>
                  </a:lnTo>
                  <a:lnTo>
                    <a:pt x="934" y="544"/>
                  </a:lnTo>
                  <a:lnTo>
                    <a:pt x="935" y="547"/>
                  </a:lnTo>
                  <a:lnTo>
                    <a:pt x="933" y="550"/>
                  </a:lnTo>
                  <a:lnTo>
                    <a:pt x="934" y="552"/>
                  </a:lnTo>
                  <a:lnTo>
                    <a:pt x="932" y="554"/>
                  </a:lnTo>
                  <a:lnTo>
                    <a:pt x="932" y="558"/>
                  </a:lnTo>
                  <a:lnTo>
                    <a:pt x="932" y="560"/>
                  </a:lnTo>
                  <a:lnTo>
                    <a:pt x="928" y="564"/>
                  </a:lnTo>
                  <a:lnTo>
                    <a:pt x="927" y="563"/>
                  </a:lnTo>
                  <a:lnTo>
                    <a:pt x="926" y="565"/>
                  </a:lnTo>
                  <a:lnTo>
                    <a:pt x="922" y="566"/>
                  </a:lnTo>
                  <a:lnTo>
                    <a:pt x="925" y="568"/>
                  </a:lnTo>
                  <a:lnTo>
                    <a:pt x="925" y="573"/>
                  </a:lnTo>
                  <a:lnTo>
                    <a:pt x="920" y="574"/>
                  </a:lnTo>
                  <a:lnTo>
                    <a:pt x="919" y="575"/>
                  </a:lnTo>
                  <a:lnTo>
                    <a:pt x="916" y="575"/>
                  </a:lnTo>
                  <a:lnTo>
                    <a:pt x="917" y="587"/>
                  </a:lnTo>
                  <a:lnTo>
                    <a:pt x="921" y="599"/>
                  </a:lnTo>
                  <a:lnTo>
                    <a:pt x="919" y="603"/>
                  </a:lnTo>
                  <a:lnTo>
                    <a:pt x="920" y="605"/>
                  </a:lnTo>
                  <a:lnTo>
                    <a:pt x="918" y="608"/>
                  </a:lnTo>
                  <a:lnTo>
                    <a:pt x="922" y="613"/>
                  </a:lnTo>
                  <a:lnTo>
                    <a:pt x="917" y="615"/>
                  </a:lnTo>
                  <a:lnTo>
                    <a:pt x="918" y="618"/>
                  </a:lnTo>
                  <a:lnTo>
                    <a:pt x="917" y="623"/>
                  </a:lnTo>
                  <a:lnTo>
                    <a:pt x="914" y="626"/>
                  </a:lnTo>
                  <a:lnTo>
                    <a:pt x="908" y="629"/>
                  </a:lnTo>
                  <a:lnTo>
                    <a:pt x="900" y="629"/>
                  </a:lnTo>
                  <a:lnTo>
                    <a:pt x="900" y="628"/>
                  </a:lnTo>
                  <a:lnTo>
                    <a:pt x="893" y="628"/>
                  </a:lnTo>
                  <a:lnTo>
                    <a:pt x="891" y="635"/>
                  </a:lnTo>
                  <a:lnTo>
                    <a:pt x="897" y="641"/>
                  </a:lnTo>
                  <a:lnTo>
                    <a:pt x="899" y="648"/>
                  </a:lnTo>
                  <a:lnTo>
                    <a:pt x="902" y="650"/>
                  </a:lnTo>
                  <a:lnTo>
                    <a:pt x="905" y="656"/>
                  </a:lnTo>
                  <a:lnTo>
                    <a:pt x="902" y="663"/>
                  </a:lnTo>
                  <a:lnTo>
                    <a:pt x="903" y="670"/>
                  </a:lnTo>
                  <a:lnTo>
                    <a:pt x="900" y="674"/>
                  </a:lnTo>
                  <a:lnTo>
                    <a:pt x="898" y="682"/>
                  </a:lnTo>
                  <a:lnTo>
                    <a:pt x="896" y="685"/>
                  </a:lnTo>
                  <a:lnTo>
                    <a:pt x="892" y="694"/>
                  </a:lnTo>
                  <a:lnTo>
                    <a:pt x="891" y="699"/>
                  </a:lnTo>
                  <a:lnTo>
                    <a:pt x="900" y="699"/>
                  </a:lnTo>
                  <a:lnTo>
                    <a:pt x="902" y="697"/>
                  </a:lnTo>
                  <a:lnTo>
                    <a:pt x="904" y="699"/>
                  </a:lnTo>
                  <a:lnTo>
                    <a:pt x="902" y="700"/>
                  </a:lnTo>
                  <a:lnTo>
                    <a:pt x="902" y="705"/>
                  </a:lnTo>
                  <a:lnTo>
                    <a:pt x="905" y="706"/>
                  </a:lnTo>
                  <a:lnTo>
                    <a:pt x="905" y="711"/>
                  </a:lnTo>
                  <a:lnTo>
                    <a:pt x="909" y="717"/>
                  </a:lnTo>
                  <a:lnTo>
                    <a:pt x="911" y="718"/>
                  </a:lnTo>
                  <a:lnTo>
                    <a:pt x="917" y="715"/>
                  </a:lnTo>
                  <a:lnTo>
                    <a:pt x="920" y="719"/>
                  </a:lnTo>
                  <a:lnTo>
                    <a:pt x="919" y="719"/>
                  </a:lnTo>
                  <a:lnTo>
                    <a:pt x="918" y="722"/>
                  </a:lnTo>
                  <a:lnTo>
                    <a:pt x="914" y="722"/>
                  </a:lnTo>
                  <a:lnTo>
                    <a:pt x="912" y="723"/>
                  </a:lnTo>
                  <a:lnTo>
                    <a:pt x="914" y="735"/>
                  </a:lnTo>
                  <a:lnTo>
                    <a:pt x="914" y="755"/>
                  </a:lnTo>
                  <a:lnTo>
                    <a:pt x="914" y="755"/>
                  </a:lnTo>
                  <a:lnTo>
                    <a:pt x="889" y="784"/>
                  </a:lnTo>
                  <a:lnTo>
                    <a:pt x="889" y="794"/>
                  </a:lnTo>
                  <a:lnTo>
                    <a:pt x="894" y="801"/>
                  </a:lnTo>
                  <a:lnTo>
                    <a:pt x="892" y="801"/>
                  </a:lnTo>
                  <a:lnTo>
                    <a:pt x="892" y="805"/>
                  </a:lnTo>
                  <a:lnTo>
                    <a:pt x="890" y="805"/>
                  </a:lnTo>
                  <a:lnTo>
                    <a:pt x="886" y="807"/>
                  </a:lnTo>
                  <a:lnTo>
                    <a:pt x="888" y="817"/>
                  </a:lnTo>
                  <a:lnTo>
                    <a:pt x="888" y="822"/>
                  </a:lnTo>
                  <a:lnTo>
                    <a:pt x="884" y="825"/>
                  </a:lnTo>
                  <a:lnTo>
                    <a:pt x="880" y="824"/>
                  </a:lnTo>
                  <a:lnTo>
                    <a:pt x="874" y="833"/>
                  </a:lnTo>
                  <a:lnTo>
                    <a:pt x="871" y="835"/>
                  </a:lnTo>
                  <a:lnTo>
                    <a:pt x="867" y="841"/>
                  </a:lnTo>
                  <a:lnTo>
                    <a:pt x="861" y="843"/>
                  </a:lnTo>
                  <a:lnTo>
                    <a:pt x="859" y="847"/>
                  </a:lnTo>
                  <a:lnTo>
                    <a:pt x="858" y="853"/>
                  </a:lnTo>
                  <a:lnTo>
                    <a:pt x="853" y="855"/>
                  </a:lnTo>
                  <a:lnTo>
                    <a:pt x="851" y="859"/>
                  </a:lnTo>
                  <a:lnTo>
                    <a:pt x="846" y="861"/>
                  </a:lnTo>
                  <a:lnTo>
                    <a:pt x="839" y="860"/>
                  </a:lnTo>
                  <a:lnTo>
                    <a:pt x="837" y="861"/>
                  </a:lnTo>
                  <a:lnTo>
                    <a:pt x="835" y="869"/>
                  </a:lnTo>
                  <a:lnTo>
                    <a:pt x="836" y="875"/>
                  </a:lnTo>
                  <a:lnTo>
                    <a:pt x="834" y="876"/>
                  </a:lnTo>
                  <a:lnTo>
                    <a:pt x="831" y="880"/>
                  </a:lnTo>
                  <a:lnTo>
                    <a:pt x="830" y="883"/>
                  </a:lnTo>
                  <a:lnTo>
                    <a:pt x="829" y="883"/>
                  </a:lnTo>
                  <a:lnTo>
                    <a:pt x="824" y="888"/>
                  </a:lnTo>
                  <a:lnTo>
                    <a:pt x="817" y="893"/>
                  </a:lnTo>
                  <a:lnTo>
                    <a:pt x="815" y="893"/>
                  </a:lnTo>
                  <a:lnTo>
                    <a:pt x="812" y="897"/>
                  </a:lnTo>
                  <a:lnTo>
                    <a:pt x="809" y="900"/>
                  </a:lnTo>
                  <a:lnTo>
                    <a:pt x="800" y="902"/>
                  </a:lnTo>
                  <a:lnTo>
                    <a:pt x="795" y="901"/>
                  </a:lnTo>
                  <a:lnTo>
                    <a:pt x="789" y="903"/>
                  </a:lnTo>
                  <a:lnTo>
                    <a:pt x="786" y="906"/>
                  </a:lnTo>
                  <a:lnTo>
                    <a:pt x="774" y="913"/>
                  </a:lnTo>
                  <a:lnTo>
                    <a:pt x="771" y="913"/>
                  </a:lnTo>
                  <a:lnTo>
                    <a:pt x="769" y="915"/>
                  </a:lnTo>
                  <a:lnTo>
                    <a:pt x="766" y="915"/>
                  </a:lnTo>
                  <a:lnTo>
                    <a:pt x="765" y="917"/>
                  </a:lnTo>
                  <a:lnTo>
                    <a:pt x="763" y="913"/>
                  </a:lnTo>
                  <a:lnTo>
                    <a:pt x="761" y="910"/>
                  </a:lnTo>
                  <a:lnTo>
                    <a:pt x="759" y="905"/>
                  </a:lnTo>
                  <a:lnTo>
                    <a:pt x="756" y="901"/>
                  </a:lnTo>
                  <a:lnTo>
                    <a:pt x="749" y="896"/>
                  </a:lnTo>
                  <a:lnTo>
                    <a:pt x="746" y="879"/>
                  </a:lnTo>
                  <a:lnTo>
                    <a:pt x="742" y="875"/>
                  </a:lnTo>
                  <a:lnTo>
                    <a:pt x="741" y="874"/>
                  </a:lnTo>
                  <a:lnTo>
                    <a:pt x="741" y="867"/>
                  </a:lnTo>
                  <a:lnTo>
                    <a:pt x="740" y="864"/>
                  </a:lnTo>
                  <a:lnTo>
                    <a:pt x="736" y="861"/>
                  </a:lnTo>
                  <a:lnTo>
                    <a:pt x="734" y="856"/>
                  </a:lnTo>
                  <a:lnTo>
                    <a:pt x="731" y="851"/>
                  </a:lnTo>
                  <a:lnTo>
                    <a:pt x="729" y="842"/>
                  </a:lnTo>
                  <a:lnTo>
                    <a:pt x="719" y="833"/>
                  </a:lnTo>
                  <a:lnTo>
                    <a:pt x="711" y="823"/>
                  </a:lnTo>
                  <a:lnTo>
                    <a:pt x="709" y="809"/>
                  </a:lnTo>
                  <a:lnTo>
                    <a:pt x="707" y="806"/>
                  </a:lnTo>
                  <a:lnTo>
                    <a:pt x="699" y="798"/>
                  </a:lnTo>
                  <a:lnTo>
                    <a:pt x="691" y="793"/>
                  </a:lnTo>
                  <a:lnTo>
                    <a:pt x="689" y="791"/>
                  </a:lnTo>
                  <a:lnTo>
                    <a:pt x="688" y="783"/>
                  </a:lnTo>
                  <a:lnTo>
                    <a:pt x="685" y="771"/>
                  </a:lnTo>
                  <a:lnTo>
                    <a:pt x="686" y="761"/>
                  </a:lnTo>
                  <a:lnTo>
                    <a:pt x="684" y="754"/>
                  </a:lnTo>
                  <a:lnTo>
                    <a:pt x="676" y="744"/>
                  </a:lnTo>
                  <a:lnTo>
                    <a:pt x="674" y="743"/>
                  </a:lnTo>
                  <a:lnTo>
                    <a:pt x="662" y="744"/>
                  </a:lnTo>
                  <a:lnTo>
                    <a:pt x="656" y="741"/>
                  </a:lnTo>
                  <a:lnTo>
                    <a:pt x="652" y="732"/>
                  </a:lnTo>
                  <a:lnTo>
                    <a:pt x="646" y="727"/>
                  </a:lnTo>
                  <a:lnTo>
                    <a:pt x="646" y="723"/>
                  </a:lnTo>
                  <a:lnTo>
                    <a:pt x="650" y="713"/>
                  </a:lnTo>
                  <a:lnTo>
                    <a:pt x="648" y="701"/>
                  </a:lnTo>
                  <a:lnTo>
                    <a:pt x="644" y="697"/>
                  </a:lnTo>
                  <a:lnTo>
                    <a:pt x="641" y="695"/>
                  </a:lnTo>
                  <a:lnTo>
                    <a:pt x="632" y="686"/>
                  </a:lnTo>
                  <a:lnTo>
                    <a:pt x="597" y="644"/>
                  </a:lnTo>
                  <a:lnTo>
                    <a:pt x="597" y="644"/>
                  </a:lnTo>
                  <a:lnTo>
                    <a:pt x="488" y="613"/>
                  </a:lnTo>
                  <a:lnTo>
                    <a:pt x="360" y="610"/>
                  </a:lnTo>
                  <a:lnTo>
                    <a:pt x="286" y="655"/>
                  </a:lnTo>
                  <a:lnTo>
                    <a:pt x="153" y="717"/>
                  </a:lnTo>
                  <a:lnTo>
                    <a:pt x="149" y="720"/>
                  </a:lnTo>
                  <a:lnTo>
                    <a:pt x="141" y="739"/>
                  </a:lnTo>
                  <a:lnTo>
                    <a:pt x="141" y="739"/>
                  </a:lnTo>
                  <a:lnTo>
                    <a:pt x="115" y="727"/>
                  </a:lnTo>
                  <a:lnTo>
                    <a:pt x="109" y="726"/>
                  </a:lnTo>
                  <a:lnTo>
                    <a:pt x="106" y="720"/>
                  </a:lnTo>
                  <a:lnTo>
                    <a:pt x="100" y="720"/>
                  </a:lnTo>
                  <a:lnTo>
                    <a:pt x="93" y="714"/>
                  </a:lnTo>
                  <a:lnTo>
                    <a:pt x="87" y="718"/>
                  </a:lnTo>
                  <a:lnTo>
                    <a:pt x="89" y="720"/>
                  </a:lnTo>
                  <a:lnTo>
                    <a:pt x="85" y="722"/>
                  </a:lnTo>
                  <a:lnTo>
                    <a:pt x="87" y="727"/>
                  </a:lnTo>
                  <a:lnTo>
                    <a:pt x="93" y="729"/>
                  </a:lnTo>
                  <a:lnTo>
                    <a:pt x="97" y="733"/>
                  </a:lnTo>
                  <a:lnTo>
                    <a:pt x="104" y="733"/>
                  </a:lnTo>
                  <a:lnTo>
                    <a:pt x="104" y="739"/>
                  </a:lnTo>
                  <a:lnTo>
                    <a:pt x="105" y="741"/>
                  </a:lnTo>
                  <a:lnTo>
                    <a:pt x="110" y="743"/>
                  </a:lnTo>
                  <a:lnTo>
                    <a:pt x="134" y="754"/>
                  </a:lnTo>
                  <a:lnTo>
                    <a:pt x="134" y="754"/>
                  </a:lnTo>
                  <a:lnTo>
                    <a:pt x="123" y="775"/>
                  </a:lnTo>
                  <a:lnTo>
                    <a:pt x="123" y="775"/>
                  </a:lnTo>
                  <a:lnTo>
                    <a:pt x="106" y="806"/>
                  </a:lnTo>
                  <a:lnTo>
                    <a:pt x="84" y="795"/>
                  </a:lnTo>
                  <a:lnTo>
                    <a:pt x="71" y="790"/>
                  </a:lnTo>
                  <a:lnTo>
                    <a:pt x="63" y="784"/>
                  </a:lnTo>
                  <a:lnTo>
                    <a:pt x="57" y="779"/>
                  </a:lnTo>
                  <a:lnTo>
                    <a:pt x="48" y="768"/>
                  </a:lnTo>
                  <a:lnTo>
                    <a:pt x="48" y="768"/>
                  </a:lnTo>
                  <a:lnTo>
                    <a:pt x="49" y="768"/>
                  </a:lnTo>
                  <a:lnTo>
                    <a:pt x="49" y="764"/>
                  </a:lnTo>
                  <a:lnTo>
                    <a:pt x="55" y="758"/>
                  </a:lnTo>
                  <a:lnTo>
                    <a:pt x="56" y="756"/>
                  </a:lnTo>
                  <a:lnTo>
                    <a:pt x="57" y="756"/>
                  </a:lnTo>
                  <a:lnTo>
                    <a:pt x="57" y="754"/>
                  </a:lnTo>
                  <a:lnTo>
                    <a:pt x="57" y="753"/>
                  </a:lnTo>
                  <a:lnTo>
                    <a:pt x="57" y="752"/>
                  </a:lnTo>
                  <a:lnTo>
                    <a:pt x="60" y="749"/>
                  </a:lnTo>
                  <a:lnTo>
                    <a:pt x="59" y="748"/>
                  </a:lnTo>
                  <a:lnTo>
                    <a:pt x="60" y="744"/>
                  </a:lnTo>
                  <a:lnTo>
                    <a:pt x="60" y="746"/>
                  </a:lnTo>
                  <a:lnTo>
                    <a:pt x="60" y="743"/>
                  </a:lnTo>
                  <a:lnTo>
                    <a:pt x="63" y="741"/>
                  </a:lnTo>
                  <a:lnTo>
                    <a:pt x="64" y="742"/>
                  </a:lnTo>
                  <a:lnTo>
                    <a:pt x="67" y="740"/>
                  </a:lnTo>
                  <a:lnTo>
                    <a:pt x="74" y="731"/>
                  </a:lnTo>
                  <a:lnTo>
                    <a:pt x="75" y="730"/>
                  </a:lnTo>
                  <a:lnTo>
                    <a:pt x="74" y="726"/>
                  </a:lnTo>
                  <a:lnTo>
                    <a:pt x="76" y="722"/>
                  </a:lnTo>
                  <a:lnTo>
                    <a:pt x="84" y="712"/>
                  </a:lnTo>
                  <a:lnTo>
                    <a:pt x="78" y="705"/>
                  </a:lnTo>
                  <a:lnTo>
                    <a:pt x="76" y="699"/>
                  </a:lnTo>
                  <a:lnTo>
                    <a:pt x="72" y="698"/>
                  </a:lnTo>
                  <a:lnTo>
                    <a:pt x="68" y="700"/>
                  </a:lnTo>
                  <a:lnTo>
                    <a:pt x="58" y="689"/>
                  </a:lnTo>
                  <a:lnTo>
                    <a:pt x="39" y="675"/>
                  </a:lnTo>
                  <a:lnTo>
                    <a:pt x="38" y="675"/>
                  </a:lnTo>
                  <a:lnTo>
                    <a:pt x="39" y="678"/>
                  </a:lnTo>
                  <a:lnTo>
                    <a:pt x="35" y="675"/>
                  </a:lnTo>
                  <a:lnTo>
                    <a:pt x="33" y="675"/>
                  </a:lnTo>
                  <a:lnTo>
                    <a:pt x="25" y="664"/>
                  </a:lnTo>
                  <a:lnTo>
                    <a:pt x="5" y="658"/>
                  </a:lnTo>
                  <a:lnTo>
                    <a:pt x="0" y="656"/>
                  </a:lnTo>
                  <a:lnTo>
                    <a:pt x="0" y="655"/>
                  </a:lnTo>
                  <a:lnTo>
                    <a:pt x="8" y="641"/>
                  </a:lnTo>
                  <a:lnTo>
                    <a:pt x="9" y="637"/>
                  </a:lnTo>
                  <a:lnTo>
                    <a:pt x="16" y="629"/>
                  </a:lnTo>
                  <a:lnTo>
                    <a:pt x="17" y="624"/>
                  </a:lnTo>
                  <a:lnTo>
                    <a:pt x="15" y="620"/>
                  </a:lnTo>
                  <a:lnTo>
                    <a:pt x="9" y="614"/>
                  </a:lnTo>
                  <a:lnTo>
                    <a:pt x="9" y="607"/>
                  </a:lnTo>
                  <a:lnTo>
                    <a:pt x="6" y="603"/>
                  </a:lnTo>
                  <a:lnTo>
                    <a:pt x="10" y="596"/>
                  </a:lnTo>
                  <a:lnTo>
                    <a:pt x="25" y="581"/>
                  </a:lnTo>
                  <a:lnTo>
                    <a:pt x="31" y="566"/>
                  </a:lnTo>
                  <a:lnTo>
                    <a:pt x="39" y="548"/>
                  </a:lnTo>
                  <a:lnTo>
                    <a:pt x="58" y="524"/>
                  </a:lnTo>
                  <a:lnTo>
                    <a:pt x="63" y="528"/>
                  </a:lnTo>
                  <a:lnTo>
                    <a:pt x="65" y="526"/>
                  </a:lnTo>
                  <a:lnTo>
                    <a:pt x="71" y="519"/>
                  </a:lnTo>
                  <a:lnTo>
                    <a:pt x="67" y="514"/>
                  </a:lnTo>
                  <a:lnTo>
                    <a:pt x="73" y="509"/>
                  </a:lnTo>
                  <a:lnTo>
                    <a:pt x="36" y="472"/>
                  </a:lnTo>
                  <a:lnTo>
                    <a:pt x="45" y="465"/>
                  </a:lnTo>
                  <a:lnTo>
                    <a:pt x="49" y="457"/>
                  </a:lnTo>
                  <a:lnTo>
                    <a:pt x="59" y="449"/>
                  </a:lnTo>
                  <a:lnTo>
                    <a:pt x="63" y="446"/>
                  </a:lnTo>
                  <a:lnTo>
                    <a:pt x="67" y="443"/>
                  </a:lnTo>
                  <a:lnTo>
                    <a:pt x="71" y="442"/>
                  </a:lnTo>
                  <a:lnTo>
                    <a:pt x="76" y="434"/>
                  </a:lnTo>
                  <a:lnTo>
                    <a:pt x="79" y="434"/>
                  </a:lnTo>
                  <a:lnTo>
                    <a:pt x="90" y="428"/>
                  </a:lnTo>
                  <a:lnTo>
                    <a:pt x="91" y="422"/>
                  </a:lnTo>
                  <a:lnTo>
                    <a:pt x="103" y="414"/>
                  </a:lnTo>
                  <a:lnTo>
                    <a:pt x="108" y="405"/>
                  </a:lnTo>
                  <a:lnTo>
                    <a:pt x="110" y="404"/>
                  </a:lnTo>
                  <a:lnTo>
                    <a:pt x="114" y="405"/>
                  </a:lnTo>
                  <a:lnTo>
                    <a:pt x="119" y="398"/>
                  </a:lnTo>
                  <a:lnTo>
                    <a:pt x="121" y="397"/>
                  </a:lnTo>
                  <a:lnTo>
                    <a:pt x="121" y="395"/>
                  </a:lnTo>
                  <a:lnTo>
                    <a:pt x="123" y="393"/>
                  </a:lnTo>
                  <a:lnTo>
                    <a:pt x="125" y="393"/>
                  </a:lnTo>
                  <a:lnTo>
                    <a:pt x="131" y="389"/>
                  </a:lnTo>
                  <a:lnTo>
                    <a:pt x="136" y="381"/>
                  </a:lnTo>
                  <a:lnTo>
                    <a:pt x="159" y="359"/>
                  </a:lnTo>
                  <a:lnTo>
                    <a:pt x="161" y="356"/>
                  </a:lnTo>
                  <a:lnTo>
                    <a:pt x="163" y="355"/>
                  </a:lnTo>
                  <a:lnTo>
                    <a:pt x="162" y="351"/>
                  </a:lnTo>
                  <a:lnTo>
                    <a:pt x="168" y="348"/>
                  </a:lnTo>
                  <a:lnTo>
                    <a:pt x="172" y="342"/>
                  </a:lnTo>
                  <a:lnTo>
                    <a:pt x="181" y="339"/>
                  </a:lnTo>
                  <a:lnTo>
                    <a:pt x="205" y="324"/>
                  </a:lnTo>
                  <a:lnTo>
                    <a:pt x="208" y="323"/>
                  </a:lnTo>
                  <a:lnTo>
                    <a:pt x="217" y="321"/>
                  </a:lnTo>
                  <a:lnTo>
                    <a:pt x="225" y="315"/>
                  </a:lnTo>
                  <a:lnTo>
                    <a:pt x="227" y="314"/>
                  </a:lnTo>
                  <a:lnTo>
                    <a:pt x="229" y="310"/>
                  </a:lnTo>
                  <a:lnTo>
                    <a:pt x="233" y="306"/>
                  </a:lnTo>
                  <a:lnTo>
                    <a:pt x="237" y="306"/>
                  </a:lnTo>
                  <a:lnTo>
                    <a:pt x="239" y="304"/>
                  </a:lnTo>
                  <a:lnTo>
                    <a:pt x="242" y="304"/>
                  </a:lnTo>
                  <a:lnTo>
                    <a:pt x="243" y="302"/>
                  </a:lnTo>
                  <a:lnTo>
                    <a:pt x="243" y="299"/>
                  </a:lnTo>
                  <a:lnTo>
                    <a:pt x="241" y="296"/>
                  </a:lnTo>
                  <a:lnTo>
                    <a:pt x="252" y="296"/>
                  </a:lnTo>
                  <a:lnTo>
                    <a:pt x="255" y="292"/>
                  </a:lnTo>
                  <a:lnTo>
                    <a:pt x="259" y="287"/>
                  </a:lnTo>
                  <a:lnTo>
                    <a:pt x="256" y="282"/>
                  </a:lnTo>
                  <a:lnTo>
                    <a:pt x="261" y="276"/>
                  </a:lnTo>
                  <a:lnTo>
                    <a:pt x="265" y="273"/>
                  </a:lnTo>
                  <a:lnTo>
                    <a:pt x="270" y="272"/>
                  </a:lnTo>
                  <a:lnTo>
                    <a:pt x="284" y="269"/>
                  </a:lnTo>
                  <a:lnTo>
                    <a:pt x="289" y="266"/>
                  </a:lnTo>
                  <a:lnTo>
                    <a:pt x="296" y="258"/>
                  </a:lnTo>
                  <a:lnTo>
                    <a:pt x="295" y="254"/>
                  </a:lnTo>
                  <a:lnTo>
                    <a:pt x="306" y="244"/>
                  </a:lnTo>
                  <a:lnTo>
                    <a:pt x="306" y="240"/>
                  </a:lnTo>
                  <a:lnTo>
                    <a:pt x="311" y="229"/>
                  </a:lnTo>
                  <a:lnTo>
                    <a:pt x="293" y="214"/>
                  </a:lnTo>
                  <a:lnTo>
                    <a:pt x="289" y="202"/>
                  </a:lnTo>
                  <a:lnTo>
                    <a:pt x="297" y="198"/>
                  </a:lnTo>
                  <a:lnTo>
                    <a:pt x="296" y="189"/>
                  </a:lnTo>
                  <a:lnTo>
                    <a:pt x="299" y="178"/>
                  </a:lnTo>
                  <a:lnTo>
                    <a:pt x="311" y="155"/>
                  </a:lnTo>
                  <a:close/>
                  <a:moveTo>
                    <a:pt x="598" y="276"/>
                  </a:moveTo>
                  <a:lnTo>
                    <a:pt x="598" y="276"/>
                  </a:lnTo>
                  <a:lnTo>
                    <a:pt x="597" y="279"/>
                  </a:lnTo>
                  <a:lnTo>
                    <a:pt x="593" y="283"/>
                  </a:lnTo>
                  <a:lnTo>
                    <a:pt x="594" y="285"/>
                  </a:lnTo>
                  <a:lnTo>
                    <a:pt x="593" y="287"/>
                  </a:lnTo>
                  <a:lnTo>
                    <a:pt x="589" y="287"/>
                  </a:lnTo>
                  <a:lnTo>
                    <a:pt x="586" y="289"/>
                  </a:lnTo>
                  <a:lnTo>
                    <a:pt x="585" y="288"/>
                  </a:lnTo>
                  <a:lnTo>
                    <a:pt x="581" y="291"/>
                  </a:lnTo>
                  <a:lnTo>
                    <a:pt x="581" y="290"/>
                  </a:lnTo>
                  <a:lnTo>
                    <a:pt x="579" y="290"/>
                  </a:lnTo>
                  <a:lnTo>
                    <a:pt x="578" y="288"/>
                  </a:lnTo>
                  <a:lnTo>
                    <a:pt x="578" y="288"/>
                  </a:lnTo>
                  <a:lnTo>
                    <a:pt x="577" y="289"/>
                  </a:lnTo>
                  <a:lnTo>
                    <a:pt x="575" y="288"/>
                  </a:lnTo>
                  <a:lnTo>
                    <a:pt x="574" y="293"/>
                  </a:lnTo>
                  <a:lnTo>
                    <a:pt x="572" y="296"/>
                  </a:lnTo>
                  <a:lnTo>
                    <a:pt x="572" y="298"/>
                  </a:lnTo>
                  <a:lnTo>
                    <a:pt x="575" y="300"/>
                  </a:lnTo>
                  <a:lnTo>
                    <a:pt x="579" y="300"/>
                  </a:lnTo>
                  <a:lnTo>
                    <a:pt x="581" y="299"/>
                  </a:lnTo>
                  <a:lnTo>
                    <a:pt x="583" y="299"/>
                  </a:lnTo>
                  <a:lnTo>
                    <a:pt x="584" y="298"/>
                  </a:lnTo>
                  <a:lnTo>
                    <a:pt x="589" y="299"/>
                  </a:lnTo>
                  <a:lnTo>
                    <a:pt x="595" y="291"/>
                  </a:lnTo>
                  <a:lnTo>
                    <a:pt x="602" y="290"/>
                  </a:lnTo>
                  <a:lnTo>
                    <a:pt x="603" y="289"/>
                  </a:lnTo>
                  <a:lnTo>
                    <a:pt x="605" y="290"/>
                  </a:lnTo>
                  <a:lnTo>
                    <a:pt x="606" y="289"/>
                  </a:lnTo>
                  <a:lnTo>
                    <a:pt x="618" y="299"/>
                  </a:lnTo>
                  <a:lnTo>
                    <a:pt x="627" y="300"/>
                  </a:lnTo>
                  <a:lnTo>
                    <a:pt x="630" y="301"/>
                  </a:lnTo>
                  <a:lnTo>
                    <a:pt x="631" y="300"/>
                  </a:lnTo>
                  <a:lnTo>
                    <a:pt x="632" y="301"/>
                  </a:lnTo>
                  <a:lnTo>
                    <a:pt x="634" y="297"/>
                  </a:lnTo>
                  <a:lnTo>
                    <a:pt x="632" y="296"/>
                  </a:lnTo>
                  <a:lnTo>
                    <a:pt x="630" y="295"/>
                  </a:lnTo>
                  <a:lnTo>
                    <a:pt x="646" y="273"/>
                  </a:lnTo>
                  <a:lnTo>
                    <a:pt x="643" y="269"/>
                  </a:lnTo>
                  <a:lnTo>
                    <a:pt x="643" y="269"/>
                  </a:lnTo>
                  <a:lnTo>
                    <a:pt x="642" y="267"/>
                  </a:lnTo>
                  <a:lnTo>
                    <a:pt x="643" y="266"/>
                  </a:lnTo>
                  <a:lnTo>
                    <a:pt x="641" y="269"/>
                  </a:lnTo>
                  <a:lnTo>
                    <a:pt x="639" y="267"/>
                  </a:lnTo>
                  <a:lnTo>
                    <a:pt x="641" y="266"/>
                  </a:lnTo>
                  <a:lnTo>
                    <a:pt x="635" y="263"/>
                  </a:lnTo>
                  <a:lnTo>
                    <a:pt x="632" y="258"/>
                  </a:lnTo>
                  <a:lnTo>
                    <a:pt x="630" y="258"/>
                  </a:lnTo>
                  <a:lnTo>
                    <a:pt x="627" y="260"/>
                  </a:lnTo>
                  <a:lnTo>
                    <a:pt x="627" y="259"/>
                  </a:lnTo>
                  <a:lnTo>
                    <a:pt x="629" y="258"/>
                  </a:lnTo>
                  <a:lnTo>
                    <a:pt x="629" y="255"/>
                  </a:lnTo>
                  <a:lnTo>
                    <a:pt x="626" y="252"/>
                  </a:lnTo>
                  <a:lnTo>
                    <a:pt x="624" y="247"/>
                  </a:lnTo>
                  <a:lnTo>
                    <a:pt x="622" y="247"/>
                  </a:lnTo>
                  <a:lnTo>
                    <a:pt x="623" y="244"/>
                  </a:lnTo>
                  <a:lnTo>
                    <a:pt x="619" y="244"/>
                  </a:lnTo>
                  <a:lnTo>
                    <a:pt x="618" y="248"/>
                  </a:lnTo>
                  <a:lnTo>
                    <a:pt x="619" y="249"/>
                  </a:lnTo>
                  <a:lnTo>
                    <a:pt x="616" y="253"/>
                  </a:lnTo>
                  <a:lnTo>
                    <a:pt x="615" y="256"/>
                  </a:lnTo>
                  <a:lnTo>
                    <a:pt x="609" y="260"/>
                  </a:lnTo>
                  <a:lnTo>
                    <a:pt x="604" y="266"/>
                  </a:lnTo>
                  <a:lnTo>
                    <a:pt x="603" y="267"/>
                  </a:lnTo>
                  <a:lnTo>
                    <a:pt x="605" y="269"/>
                  </a:lnTo>
                  <a:lnTo>
                    <a:pt x="602" y="272"/>
                  </a:lnTo>
                  <a:lnTo>
                    <a:pt x="602" y="272"/>
                  </a:lnTo>
                  <a:lnTo>
                    <a:pt x="602" y="272"/>
                  </a:lnTo>
                  <a:lnTo>
                    <a:pt x="598" y="276"/>
                  </a:lnTo>
                  <a:close/>
                  <a:moveTo>
                    <a:pt x="562" y="299"/>
                  </a:moveTo>
                  <a:lnTo>
                    <a:pt x="563" y="296"/>
                  </a:lnTo>
                  <a:lnTo>
                    <a:pt x="567" y="292"/>
                  </a:lnTo>
                  <a:lnTo>
                    <a:pt x="568" y="289"/>
                  </a:lnTo>
                  <a:lnTo>
                    <a:pt x="567" y="288"/>
                  </a:lnTo>
                  <a:lnTo>
                    <a:pt x="569" y="284"/>
                  </a:lnTo>
                  <a:lnTo>
                    <a:pt x="569" y="277"/>
                  </a:lnTo>
                  <a:lnTo>
                    <a:pt x="570" y="275"/>
                  </a:lnTo>
                  <a:lnTo>
                    <a:pt x="564" y="271"/>
                  </a:lnTo>
                  <a:lnTo>
                    <a:pt x="562" y="273"/>
                  </a:lnTo>
                  <a:lnTo>
                    <a:pt x="559" y="271"/>
                  </a:lnTo>
                  <a:lnTo>
                    <a:pt x="556" y="278"/>
                  </a:lnTo>
                  <a:lnTo>
                    <a:pt x="548" y="286"/>
                  </a:lnTo>
                  <a:lnTo>
                    <a:pt x="543" y="288"/>
                  </a:lnTo>
                  <a:lnTo>
                    <a:pt x="540" y="293"/>
                  </a:lnTo>
                  <a:lnTo>
                    <a:pt x="542" y="297"/>
                  </a:lnTo>
                  <a:lnTo>
                    <a:pt x="548" y="300"/>
                  </a:lnTo>
                  <a:lnTo>
                    <a:pt x="549" y="303"/>
                  </a:lnTo>
                  <a:lnTo>
                    <a:pt x="548" y="304"/>
                  </a:lnTo>
                  <a:lnTo>
                    <a:pt x="551" y="307"/>
                  </a:lnTo>
                  <a:lnTo>
                    <a:pt x="550" y="307"/>
                  </a:lnTo>
                  <a:lnTo>
                    <a:pt x="551" y="310"/>
                  </a:lnTo>
                  <a:lnTo>
                    <a:pt x="558" y="305"/>
                  </a:lnTo>
                  <a:lnTo>
                    <a:pt x="563" y="299"/>
                  </a:lnTo>
                  <a:lnTo>
                    <a:pt x="563" y="299"/>
                  </a:lnTo>
                  <a:lnTo>
                    <a:pt x="563" y="299"/>
                  </a:lnTo>
                  <a:lnTo>
                    <a:pt x="562" y="299"/>
                  </a:lnTo>
                  <a:close/>
                  <a:moveTo>
                    <a:pt x="85" y="732"/>
                  </a:moveTo>
                  <a:lnTo>
                    <a:pt x="82" y="740"/>
                  </a:lnTo>
                  <a:lnTo>
                    <a:pt x="84" y="742"/>
                  </a:lnTo>
                  <a:lnTo>
                    <a:pt x="87" y="735"/>
                  </a:lnTo>
                  <a:lnTo>
                    <a:pt x="93" y="739"/>
                  </a:lnTo>
                  <a:lnTo>
                    <a:pt x="95" y="736"/>
                  </a:lnTo>
                  <a:lnTo>
                    <a:pt x="88" y="730"/>
                  </a:lnTo>
                  <a:lnTo>
                    <a:pt x="87" y="731"/>
                  </a:lnTo>
                  <a:lnTo>
                    <a:pt x="87" y="733"/>
                  </a:lnTo>
                  <a:lnTo>
                    <a:pt x="85" y="732"/>
                  </a:lnTo>
                  <a:close/>
                  <a:moveTo>
                    <a:pt x="778" y="11"/>
                  </a:moveTo>
                  <a:lnTo>
                    <a:pt x="786" y="15"/>
                  </a:lnTo>
                  <a:lnTo>
                    <a:pt x="789" y="19"/>
                  </a:lnTo>
                  <a:lnTo>
                    <a:pt x="786" y="21"/>
                  </a:lnTo>
                  <a:lnTo>
                    <a:pt x="788" y="23"/>
                  </a:lnTo>
                  <a:lnTo>
                    <a:pt x="785" y="25"/>
                  </a:lnTo>
                  <a:lnTo>
                    <a:pt x="785" y="28"/>
                  </a:lnTo>
                  <a:lnTo>
                    <a:pt x="785" y="29"/>
                  </a:lnTo>
                  <a:lnTo>
                    <a:pt x="785" y="31"/>
                  </a:lnTo>
                  <a:lnTo>
                    <a:pt x="785" y="31"/>
                  </a:lnTo>
                  <a:lnTo>
                    <a:pt x="786" y="36"/>
                  </a:lnTo>
                  <a:lnTo>
                    <a:pt x="784" y="37"/>
                  </a:lnTo>
                  <a:lnTo>
                    <a:pt x="785" y="40"/>
                  </a:lnTo>
                  <a:lnTo>
                    <a:pt x="788" y="50"/>
                  </a:lnTo>
                  <a:lnTo>
                    <a:pt x="787" y="53"/>
                  </a:lnTo>
                  <a:lnTo>
                    <a:pt x="785" y="56"/>
                  </a:lnTo>
                  <a:lnTo>
                    <a:pt x="807" y="89"/>
                  </a:lnTo>
                  <a:lnTo>
                    <a:pt x="810" y="92"/>
                  </a:lnTo>
                  <a:lnTo>
                    <a:pt x="812" y="93"/>
                  </a:lnTo>
                  <a:lnTo>
                    <a:pt x="811" y="97"/>
                  </a:lnTo>
                  <a:lnTo>
                    <a:pt x="811" y="97"/>
                  </a:lnTo>
                  <a:lnTo>
                    <a:pt x="807" y="100"/>
                  </a:lnTo>
                  <a:lnTo>
                    <a:pt x="809" y="102"/>
                  </a:lnTo>
                  <a:lnTo>
                    <a:pt x="804" y="105"/>
                  </a:lnTo>
                  <a:lnTo>
                    <a:pt x="804" y="105"/>
                  </a:lnTo>
                  <a:lnTo>
                    <a:pt x="798" y="106"/>
                  </a:lnTo>
                  <a:lnTo>
                    <a:pt x="798" y="108"/>
                  </a:lnTo>
                  <a:lnTo>
                    <a:pt x="801" y="106"/>
                  </a:lnTo>
                  <a:lnTo>
                    <a:pt x="802" y="108"/>
                  </a:lnTo>
                  <a:lnTo>
                    <a:pt x="796" y="111"/>
                  </a:lnTo>
                  <a:lnTo>
                    <a:pt x="796" y="113"/>
                  </a:lnTo>
                  <a:lnTo>
                    <a:pt x="793" y="116"/>
                  </a:lnTo>
                  <a:lnTo>
                    <a:pt x="793" y="115"/>
                  </a:lnTo>
                  <a:lnTo>
                    <a:pt x="788" y="119"/>
                  </a:lnTo>
                  <a:lnTo>
                    <a:pt x="788" y="124"/>
                  </a:lnTo>
                  <a:lnTo>
                    <a:pt x="791" y="123"/>
                  </a:lnTo>
                  <a:lnTo>
                    <a:pt x="792" y="125"/>
                  </a:lnTo>
                  <a:lnTo>
                    <a:pt x="790" y="126"/>
                  </a:lnTo>
                  <a:lnTo>
                    <a:pt x="793" y="127"/>
                  </a:lnTo>
                  <a:lnTo>
                    <a:pt x="795" y="131"/>
                  </a:lnTo>
                  <a:lnTo>
                    <a:pt x="795" y="132"/>
                  </a:lnTo>
                  <a:lnTo>
                    <a:pt x="791" y="136"/>
                  </a:lnTo>
                  <a:lnTo>
                    <a:pt x="792" y="137"/>
                  </a:lnTo>
                  <a:lnTo>
                    <a:pt x="788" y="139"/>
                  </a:lnTo>
                  <a:lnTo>
                    <a:pt x="781" y="151"/>
                  </a:lnTo>
                  <a:lnTo>
                    <a:pt x="780" y="151"/>
                  </a:lnTo>
                  <a:lnTo>
                    <a:pt x="779" y="153"/>
                  </a:lnTo>
                  <a:lnTo>
                    <a:pt x="777" y="152"/>
                  </a:lnTo>
                  <a:lnTo>
                    <a:pt x="776" y="157"/>
                  </a:lnTo>
                  <a:lnTo>
                    <a:pt x="769" y="164"/>
                  </a:lnTo>
                  <a:lnTo>
                    <a:pt x="768" y="163"/>
                  </a:lnTo>
                  <a:lnTo>
                    <a:pt x="765" y="160"/>
                  </a:lnTo>
                  <a:lnTo>
                    <a:pt x="764" y="160"/>
                  </a:lnTo>
                  <a:lnTo>
                    <a:pt x="763" y="160"/>
                  </a:lnTo>
                  <a:lnTo>
                    <a:pt x="763" y="157"/>
                  </a:lnTo>
                  <a:lnTo>
                    <a:pt x="763" y="155"/>
                  </a:lnTo>
                  <a:lnTo>
                    <a:pt x="766" y="152"/>
                  </a:lnTo>
                  <a:lnTo>
                    <a:pt x="765" y="150"/>
                  </a:lnTo>
                  <a:lnTo>
                    <a:pt x="769" y="148"/>
                  </a:lnTo>
                  <a:lnTo>
                    <a:pt x="770" y="146"/>
                  </a:lnTo>
                  <a:lnTo>
                    <a:pt x="763" y="140"/>
                  </a:lnTo>
                  <a:lnTo>
                    <a:pt x="767" y="132"/>
                  </a:lnTo>
                  <a:lnTo>
                    <a:pt x="765" y="129"/>
                  </a:lnTo>
                  <a:lnTo>
                    <a:pt x="763" y="129"/>
                  </a:lnTo>
                  <a:lnTo>
                    <a:pt x="760" y="127"/>
                  </a:lnTo>
                  <a:lnTo>
                    <a:pt x="759" y="126"/>
                  </a:lnTo>
                  <a:lnTo>
                    <a:pt x="756" y="128"/>
                  </a:lnTo>
                  <a:lnTo>
                    <a:pt x="752" y="123"/>
                  </a:lnTo>
                  <a:lnTo>
                    <a:pt x="751" y="127"/>
                  </a:lnTo>
                  <a:lnTo>
                    <a:pt x="750" y="127"/>
                  </a:lnTo>
                  <a:lnTo>
                    <a:pt x="749" y="128"/>
                  </a:lnTo>
                  <a:lnTo>
                    <a:pt x="748" y="129"/>
                  </a:lnTo>
                  <a:lnTo>
                    <a:pt x="747" y="130"/>
                  </a:lnTo>
                  <a:lnTo>
                    <a:pt x="746" y="132"/>
                  </a:lnTo>
                  <a:lnTo>
                    <a:pt x="739" y="130"/>
                  </a:lnTo>
                  <a:lnTo>
                    <a:pt x="734" y="125"/>
                  </a:lnTo>
                  <a:lnTo>
                    <a:pt x="739" y="121"/>
                  </a:lnTo>
                  <a:lnTo>
                    <a:pt x="739" y="121"/>
                  </a:lnTo>
                  <a:lnTo>
                    <a:pt x="743" y="117"/>
                  </a:lnTo>
                  <a:lnTo>
                    <a:pt x="743" y="118"/>
                  </a:lnTo>
                  <a:lnTo>
                    <a:pt x="747" y="113"/>
                  </a:lnTo>
                  <a:lnTo>
                    <a:pt x="734" y="101"/>
                  </a:lnTo>
                  <a:lnTo>
                    <a:pt x="724" y="90"/>
                  </a:lnTo>
                  <a:lnTo>
                    <a:pt x="727" y="86"/>
                  </a:lnTo>
                  <a:lnTo>
                    <a:pt x="725" y="85"/>
                  </a:lnTo>
                  <a:lnTo>
                    <a:pt x="729" y="80"/>
                  </a:lnTo>
                  <a:lnTo>
                    <a:pt x="728" y="78"/>
                  </a:lnTo>
                  <a:lnTo>
                    <a:pt x="722" y="73"/>
                  </a:lnTo>
                  <a:lnTo>
                    <a:pt x="719" y="76"/>
                  </a:lnTo>
                  <a:lnTo>
                    <a:pt x="718" y="75"/>
                  </a:lnTo>
                  <a:lnTo>
                    <a:pt x="717" y="76"/>
                  </a:lnTo>
                  <a:lnTo>
                    <a:pt x="715" y="73"/>
                  </a:lnTo>
                  <a:lnTo>
                    <a:pt x="711" y="72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741" y="0"/>
                  </a:lnTo>
                  <a:lnTo>
                    <a:pt x="771" y="9"/>
                  </a:lnTo>
                  <a:lnTo>
                    <a:pt x="771" y="9"/>
                  </a:lnTo>
                  <a:lnTo>
                    <a:pt x="778" y="1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5" name="Freeform 28">
              <a:extLst>
                <a:ext uri="{FF2B5EF4-FFF2-40B4-BE49-F238E27FC236}">
                  <a16:creationId xmlns:a16="http://schemas.microsoft.com/office/drawing/2014/main" id="{8FDC2B93-B88E-442A-B62E-F4018665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61" y="3600911"/>
              <a:ext cx="1410268" cy="948193"/>
            </a:xfrm>
            <a:custGeom>
              <a:avLst/>
              <a:gdLst>
                <a:gd name="T0" fmla="*/ 1300 w 1349"/>
                <a:gd name="T1" fmla="*/ 55 h 907"/>
                <a:gd name="T2" fmla="*/ 1311 w 1349"/>
                <a:gd name="T3" fmla="*/ 128 h 907"/>
                <a:gd name="T4" fmla="*/ 1349 w 1349"/>
                <a:gd name="T5" fmla="*/ 146 h 907"/>
                <a:gd name="T6" fmla="*/ 1303 w 1349"/>
                <a:gd name="T7" fmla="*/ 186 h 907"/>
                <a:gd name="T8" fmla="*/ 1280 w 1349"/>
                <a:gd name="T9" fmla="*/ 215 h 907"/>
                <a:gd name="T10" fmla="*/ 1226 w 1349"/>
                <a:gd name="T11" fmla="*/ 264 h 907"/>
                <a:gd name="T12" fmla="*/ 1221 w 1349"/>
                <a:gd name="T13" fmla="*/ 310 h 907"/>
                <a:gd name="T14" fmla="*/ 1169 w 1349"/>
                <a:gd name="T15" fmla="*/ 355 h 907"/>
                <a:gd name="T16" fmla="*/ 1131 w 1349"/>
                <a:gd name="T17" fmla="*/ 400 h 907"/>
                <a:gd name="T18" fmla="*/ 1038 w 1349"/>
                <a:gd name="T19" fmla="*/ 443 h 907"/>
                <a:gd name="T20" fmla="*/ 1080 w 1349"/>
                <a:gd name="T21" fmla="*/ 492 h 907"/>
                <a:gd name="T22" fmla="*/ 1091 w 1349"/>
                <a:gd name="T23" fmla="*/ 576 h 907"/>
                <a:gd name="T24" fmla="*/ 1026 w 1349"/>
                <a:gd name="T25" fmla="*/ 628 h 907"/>
                <a:gd name="T26" fmla="*/ 991 w 1349"/>
                <a:gd name="T27" fmla="*/ 701 h 907"/>
                <a:gd name="T28" fmla="*/ 950 w 1349"/>
                <a:gd name="T29" fmla="*/ 748 h 907"/>
                <a:gd name="T30" fmla="*/ 874 w 1349"/>
                <a:gd name="T31" fmla="*/ 777 h 907"/>
                <a:gd name="T32" fmla="*/ 865 w 1349"/>
                <a:gd name="T33" fmla="*/ 839 h 907"/>
                <a:gd name="T34" fmla="*/ 796 w 1349"/>
                <a:gd name="T35" fmla="*/ 828 h 907"/>
                <a:gd name="T36" fmla="*/ 741 w 1349"/>
                <a:gd name="T37" fmla="*/ 809 h 907"/>
                <a:gd name="T38" fmla="*/ 662 w 1349"/>
                <a:gd name="T39" fmla="*/ 782 h 907"/>
                <a:gd name="T40" fmla="*/ 612 w 1349"/>
                <a:gd name="T41" fmla="*/ 790 h 907"/>
                <a:gd name="T42" fmla="*/ 550 w 1349"/>
                <a:gd name="T43" fmla="*/ 822 h 907"/>
                <a:gd name="T44" fmla="*/ 487 w 1349"/>
                <a:gd name="T45" fmla="*/ 863 h 907"/>
                <a:gd name="T46" fmla="*/ 405 w 1349"/>
                <a:gd name="T47" fmla="*/ 843 h 907"/>
                <a:gd name="T48" fmla="*/ 343 w 1349"/>
                <a:gd name="T49" fmla="*/ 883 h 907"/>
                <a:gd name="T50" fmla="*/ 310 w 1349"/>
                <a:gd name="T51" fmla="*/ 888 h 907"/>
                <a:gd name="T52" fmla="*/ 255 w 1349"/>
                <a:gd name="T53" fmla="*/ 888 h 907"/>
                <a:gd name="T54" fmla="*/ 212 w 1349"/>
                <a:gd name="T55" fmla="*/ 809 h 907"/>
                <a:gd name="T56" fmla="*/ 191 w 1349"/>
                <a:gd name="T57" fmla="*/ 755 h 907"/>
                <a:gd name="T58" fmla="*/ 146 w 1349"/>
                <a:gd name="T59" fmla="*/ 700 h 907"/>
                <a:gd name="T60" fmla="*/ 87 w 1349"/>
                <a:gd name="T61" fmla="*/ 696 h 907"/>
                <a:gd name="T62" fmla="*/ 98 w 1349"/>
                <a:gd name="T63" fmla="*/ 625 h 907"/>
                <a:gd name="T64" fmla="*/ 36 w 1349"/>
                <a:gd name="T65" fmla="*/ 600 h 907"/>
                <a:gd name="T66" fmla="*/ 41 w 1349"/>
                <a:gd name="T67" fmla="*/ 491 h 907"/>
                <a:gd name="T68" fmla="*/ 75 w 1349"/>
                <a:gd name="T69" fmla="*/ 428 h 907"/>
                <a:gd name="T70" fmla="*/ 43 w 1349"/>
                <a:gd name="T71" fmla="*/ 393 h 907"/>
                <a:gd name="T72" fmla="*/ 2 w 1349"/>
                <a:gd name="T73" fmla="*/ 348 h 907"/>
                <a:gd name="T74" fmla="*/ 40 w 1349"/>
                <a:gd name="T75" fmla="*/ 261 h 907"/>
                <a:gd name="T76" fmla="*/ 128 w 1349"/>
                <a:gd name="T77" fmla="*/ 378 h 907"/>
                <a:gd name="T78" fmla="*/ 182 w 1349"/>
                <a:gd name="T79" fmla="*/ 482 h 907"/>
                <a:gd name="T80" fmla="*/ 217 w 1349"/>
                <a:gd name="T81" fmla="*/ 530 h 907"/>
                <a:gd name="T82" fmla="*/ 278 w 1349"/>
                <a:gd name="T83" fmla="*/ 493 h 907"/>
                <a:gd name="T84" fmla="*/ 326 w 1349"/>
                <a:gd name="T85" fmla="*/ 442 h 907"/>
                <a:gd name="T86" fmla="*/ 364 w 1349"/>
                <a:gd name="T87" fmla="*/ 376 h 907"/>
                <a:gd name="T88" fmla="*/ 427 w 1349"/>
                <a:gd name="T89" fmla="*/ 321 h 907"/>
                <a:gd name="T90" fmla="*/ 480 w 1349"/>
                <a:gd name="T91" fmla="*/ 333 h 907"/>
                <a:gd name="T92" fmla="*/ 546 w 1349"/>
                <a:gd name="T93" fmla="*/ 319 h 907"/>
                <a:gd name="T94" fmla="*/ 582 w 1349"/>
                <a:gd name="T95" fmla="*/ 319 h 907"/>
                <a:gd name="T96" fmla="*/ 619 w 1349"/>
                <a:gd name="T97" fmla="*/ 276 h 907"/>
                <a:gd name="T98" fmla="*/ 662 w 1349"/>
                <a:gd name="T99" fmla="*/ 263 h 907"/>
                <a:gd name="T100" fmla="*/ 737 w 1349"/>
                <a:gd name="T101" fmla="*/ 271 h 907"/>
                <a:gd name="T102" fmla="*/ 792 w 1349"/>
                <a:gd name="T103" fmla="*/ 244 h 907"/>
                <a:gd name="T104" fmla="*/ 870 w 1349"/>
                <a:gd name="T105" fmla="*/ 202 h 907"/>
                <a:gd name="T106" fmla="*/ 912 w 1349"/>
                <a:gd name="T107" fmla="*/ 185 h 907"/>
                <a:gd name="T108" fmla="*/ 945 w 1349"/>
                <a:gd name="T109" fmla="*/ 142 h 907"/>
                <a:gd name="T110" fmla="*/ 991 w 1349"/>
                <a:gd name="T111" fmla="*/ 106 h 907"/>
                <a:gd name="T112" fmla="*/ 1056 w 1349"/>
                <a:gd name="T113" fmla="*/ 121 h 907"/>
                <a:gd name="T114" fmla="*/ 1109 w 1349"/>
                <a:gd name="T115" fmla="*/ 149 h 907"/>
                <a:gd name="T116" fmla="*/ 1171 w 1349"/>
                <a:gd name="T117" fmla="*/ 144 h 907"/>
                <a:gd name="T118" fmla="*/ 1228 w 1349"/>
                <a:gd name="T119" fmla="*/ 110 h 907"/>
                <a:gd name="T120" fmla="*/ 1264 w 1349"/>
                <a:gd name="T121" fmla="*/ 51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9" h="907">
                  <a:moveTo>
                    <a:pt x="1296" y="2"/>
                  </a:moveTo>
                  <a:lnTo>
                    <a:pt x="1302" y="3"/>
                  </a:lnTo>
                  <a:lnTo>
                    <a:pt x="1304" y="6"/>
                  </a:lnTo>
                  <a:lnTo>
                    <a:pt x="1305" y="7"/>
                  </a:lnTo>
                  <a:lnTo>
                    <a:pt x="1304" y="10"/>
                  </a:lnTo>
                  <a:lnTo>
                    <a:pt x="1304" y="14"/>
                  </a:lnTo>
                  <a:lnTo>
                    <a:pt x="1303" y="21"/>
                  </a:lnTo>
                  <a:lnTo>
                    <a:pt x="1304" y="27"/>
                  </a:lnTo>
                  <a:lnTo>
                    <a:pt x="1305" y="31"/>
                  </a:lnTo>
                  <a:lnTo>
                    <a:pt x="1304" y="34"/>
                  </a:lnTo>
                  <a:lnTo>
                    <a:pt x="1305" y="40"/>
                  </a:lnTo>
                  <a:lnTo>
                    <a:pt x="1301" y="48"/>
                  </a:lnTo>
                  <a:lnTo>
                    <a:pt x="1302" y="48"/>
                  </a:lnTo>
                  <a:lnTo>
                    <a:pt x="1300" y="55"/>
                  </a:lnTo>
                  <a:lnTo>
                    <a:pt x="1294" y="61"/>
                  </a:lnTo>
                  <a:lnTo>
                    <a:pt x="1294" y="62"/>
                  </a:lnTo>
                  <a:lnTo>
                    <a:pt x="1296" y="66"/>
                  </a:lnTo>
                  <a:lnTo>
                    <a:pt x="1293" y="78"/>
                  </a:lnTo>
                  <a:lnTo>
                    <a:pt x="1294" y="80"/>
                  </a:lnTo>
                  <a:lnTo>
                    <a:pt x="1294" y="83"/>
                  </a:lnTo>
                  <a:lnTo>
                    <a:pt x="1296" y="84"/>
                  </a:lnTo>
                  <a:lnTo>
                    <a:pt x="1296" y="88"/>
                  </a:lnTo>
                  <a:lnTo>
                    <a:pt x="1300" y="94"/>
                  </a:lnTo>
                  <a:lnTo>
                    <a:pt x="1305" y="107"/>
                  </a:lnTo>
                  <a:lnTo>
                    <a:pt x="1306" y="108"/>
                  </a:lnTo>
                  <a:lnTo>
                    <a:pt x="1306" y="113"/>
                  </a:lnTo>
                  <a:lnTo>
                    <a:pt x="1308" y="119"/>
                  </a:lnTo>
                  <a:lnTo>
                    <a:pt x="1311" y="128"/>
                  </a:lnTo>
                  <a:lnTo>
                    <a:pt x="1314" y="128"/>
                  </a:lnTo>
                  <a:lnTo>
                    <a:pt x="1317" y="132"/>
                  </a:lnTo>
                  <a:lnTo>
                    <a:pt x="1320" y="132"/>
                  </a:lnTo>
                  <a:lnTo>
                    <a:pt x="1326" y="136"/>
                  </a:lnTo>
                  <a:lnTo>
                    <a:pt x="1330" y="138"/>
                  </a:lnTo>
                  <a:lnTo>
                    <a:pt x="1331" y="140"/>
                  </a:lnTo>
                  <a:lnTo>
                    <a:pt x="1332" y="141"/>
                  </a:lnTo>
                  <a:lnTo>
                    <a:pt x="1333" y="138"/>
                  </a:lnTo>
                  <a:lnTo>
                    <a:pt x="1335" y="139"/>
                  </a:lnTo>
                  <a:lnTo>
                    <a:pt x="1338" y="136"/>
                  </a:lnTo>
                  <a:lnTo>
                    <a:pt x="1340" y="137"/>
                  </a:lnTo>
                  <a:lnTo>
                    <a:pt x="1343" y="141"/>
                  </a:lnTo>
                  <a:lnTo>
                    <a:pt x="1345" y="143"/>
                  </a:lnTo>
                  <a:lnTo>
                    <a:pt x="1349" y="146"/>
                  </a:lnTo>
                  <a:lnTo>
                    <a:pt x="1349" y="146"/>
                  </a:lnTo>
                  <a:lnTo>
                    <a:pt x="1349" y="149"/>
                  </a:lnTo>
                  <a:lnTo>
                    <a:pt x="1346" y="149"/>
                  </a:lnTo>
                  <a:lnTo>
                    <a:pt x="1340" y="155"/>
                  </a:lnTo>
                  <a:lnTo>
                    <a:pt x="1334" y="165"/>
                  </a:lnTo>
                  <a:lnTo>
                    <a:pt x="1332" y="168"/>
                  </a:lnTo>
                  <a:lnTo>
                    <a:pt x="1329" y="168"/>
                  </a:lnTo>
                  <a:lnTo>
                    <a:pt x="1324" y="175"/>
                  </a:lnTo>
                  <a:lnTo>
                    <a:pt x="1323" y="181"/>
                  </a:lnTo>
                  <a:lnTo>
                    <a:pt x="1321" y="182"/>
                  </a:lnTo>
                  <a:lnTo>
                    <a:pt x="1316" y="181"/>
                  </a:lnTo>
                  <a:lnTo>
                    <a:pt x="1313" y="181"/>
                  </a:lnTo>
                  <a:lnTo>
                    <a:pt x="1309" y="184"/>
                  </a:lnTo>
                  <a:lnTo>
                    <a:pt x="1303" y="186"/>
                  </a:lnTo>
                  <a:lnTo>
                    <a:pt x="1299" y="184"/>
                  </a:lnTo>
                  <a:lnTo>
                    <a:pt x="1295" y="186"/>
                  </a:lnTo>
                  <a:lnTo>
                    <a:pt x="1289" y="186"/>
                  </a:lnTo>
                  <a:lnTo>
                    <a:pt x="1286" y="185"/>
                  </a:lnTo>
                  <a:lnTo>
                    <a:pt x="1282" y="186"/>
                  </a:lnTo>
                  <a:lnTo>
                    <a:pt x="1284" y="195"/>
                  </a:lnTo>
                  <a:lnTo>
                    <a:pt x="1283" y="196"/>
                  </a:lnTo>
                  <a:lnTo>
                    <a:pt x="1281" y="198"/>
                  </a:lnTo>
                  <a:lnTo>
                    <a:pt x="1277" y="206"/>
                  </a:lnTo>
                  <a:lnTo>
                    <a:pt x="1279" y="209"/>
                  </a:lnTo>
                  <a:lnTo>
                    <a:pt x="1280" y="212"/>
                  </a:lnTo>
                  <a:lnTo>
                    <a:pt x="1281" y="213"/>
                  </a:lnTo>
                  <a:lnTo>
                    <a:pt x="1281" y="214"/>
                  </a:lnTo>
                  <a:lnTo>
                    <a:pt x="1280" y="215"/>
                  </a:lnTo>
                  <a:lnTo>
                    <a:pt x="1278" y="215"/>
                  </a:lnTo>
                  <a:lnTo>
                    <a:pt x="1277" y="217"/>
                  </a:lnTo>
                  <a:lnTo>
                    <a:pt x="1277" y="221"/>
                  </a:lnTo>
                  <a:lnTo>
                    <a:pt x="1274" y="223"/>
                  </a:lnTo>
                  <a:lnTo>
                    <a:pt x="1275" y="232"/>
                  </a:lnTo>
                  <a:lnTo>
                    <a:pt x="1275" y="232"/>
                  </a:lnTo>
                  <a:lnTo>
                    <a:pt x="1271" y="234"/>
                  </a:lnTo>
                  <a:lnTo>
                    <a:pt x="1267" y="233"/>
                  </a:lnTo>
                  <a:lnTo>
                    <a:pt x="1257" y="234"/>
                  </a:lnTo>
                  <a:lnTo>
                    <a:pt x="1252" y="239"/>
                  </a:lnTo>
                  <a:lnTo>
                    <a:pt x="1247" y="247"/>
                  </a:lnTo>
                  <a:lnTo>
                    <a:pt x="1237" y="255"/>
                  </a:lnTo>
                  <a:lnTo>
                    <a:pt x="1229" y="261"/>
                  </a:lnTo>
                  <a:lnTo>
                    <a:pt x="1226" y="264"/>
                  </a:lnTo>
                  <a:lnTo>
                    <a:pt x="1222" y="265"/>
                  </a:lnTo>
                  <a:lnTo>
                    <a:pt x="1214" y="263"/>
                  </a:lnTo>
                  <a:lnTo>
                    <a:pt x="1211" y="265"/>
                  </a:lnTo>
                  <a:lnTo>
                    <a:pt x="1209" y="274"/>
                  </a:lnTo>
                  <a:lnTo>
                    <a:pt x="1202" y="280"/>
                  </a:lnTo>
                  <a:lnTo>
                    <a:pt x="1199" y="284"/>
                  </a:lnTo>
                  <a:lnTo>
                    <a:pt x="1199" y="285"/>
                  </a:lnTo>
                  <a:lnTo>
                    <a:pt x="1211" y="289"/>
                  </a:lnTo>
                  <a:lnTo>
                    <a:pt x="1216" y="289"/>
                  </a:lnTo>
                  <a:lnTo>
                    <a:pt x="1220" y="294"/>
                  </a:lnTo>
                  <a:lnTo>
                    <a:pt x="1221" y="296"/>
                  </a:lnTo>
                  <a:lnTo>
                    <a:pt x="1220" y="302"/>
                  </a:lnTo>
                  <a:lnTo>
                    <a:pt x="1222" y="307"/>
                  </a:lnTo>
                  <a:lnTo>
                    <a:pt x="1221" y="310"/>
                  </a:lnTo>
                  <a:lnTo>
                    <a:pt x="1214" y="318"/>
                  </a:lnTo>
                  <a:lnTo>
                    <a:pt x="1201" y="324"/>
                  </a:lnTo>
                  <a:lnTo>
                    <a:pt x="1195" y="334"/>
                  </a:lnTo>
                  <a:lnTo>
                    <a:pt x="1186" y="331"/>
                  </a:lnTo>
                  <a:lnTo>
                    <a:pt x="1177" y="334"/>
                  </a:lnTo>
                  <a:lnTo>
                    <a:pt x="1177" y="337"/>
                  </a:lnTo>
                  <a:lnTo>
                    <a:pt x="1179" y="341"/>
                  </a:lnTo>
                  <a:lnTo>
                    <a:pt x="1181" y="345"/>
                  </a:lnTo>
                  <a:lnTo>
                    <a:pt x="1180" y="349"/>
                  </a:lnTo>
                  <a:lnTo>
                    <a:pt x="1177" y="351"/>
                  </a:lnTo>
                  <a:lnTo>
                    <a:pt x="1177" y="354"/>
                  </a:lnTo>
                  <a:lnTo>
                    <a:pt x="1176" y="355"/>
                  </a:lnTo>
                  <a:lnTo>
                    <a:pt x="1171" y="353"/>
                  </a:lnTo>
                  <a:lnTo>
                    <a:pt x="1169" y="355"/>
                  </a:lnTo>
                  <a:lnTo>
                    <a:pt x="1169" y="359"/>
                  </a:lnTo>
                  <a:lnTo>
                    <a:pt x="1168" y="359"/>
                  </a:lnTo>
                  <a:lnTo>
                    <a:pt x="1163" y="361"/>
                  </a:lnTo>
                  <a:lnTo>
                    <a:pt x="1157" y="360"/>
                  </a:lnTo>
                  <a:lnTo>
                    <a:pt x="1147" y="367"/>
                  </a:lnTo>
                  <a:lnTo>
                    <a:pt x="1145" y="372"/>
                  </a:lnTo>
                  <a:lnTo>
                    <a:pt x="1146" y="378"/>
                  </a:lnTo>
                  <a:lnTo>
                    <a:pt x="1141" y="383"/>
                  </a:lnTo>
                  <a:lnTo>
                    <a:pt x="1139" y="389"/>
                  </a:lnTo>
                  <a:lnTo>
                    <a:pt x="1137" y="390"/>
                  </a:lnTo>
                  <a:lnTo>
                    <a:pt x="1137" y="394"/>
                  </a:lnTo>
                  <a:lnTo>
                    <a:pt x="1136" y="397"/>
                  </a:lnTo>
                  <a:lnTo>
                    <a:pt x="1133" y="398"/>
                  </a:lnTo>
                  <a:lnTo>
                    <a:pt x="1131" y="400"/>
                  </a:lnTo>
                  <a:lnTo>
                    <a:pt x="1127" y="403"/>
                  </a:lnTo>
                  <a:lnTo>
                    <a:pt x="1123" y="402"/>
                  </a:lnTo>
                  <a:lnTo>
                    <a:pt x="1120" y="402"/>
                  </a:lnTo>
                  <a:lnTo>
                    <a:pt x="1114" y="408"/>
                  </a:lnTo>
                  <a:lnTo>
                    <a:pt x="1102" y="411"/>
                  </a:lnTo>
                  <a:lnTo>
                    <a:pt x="1095" y="411"/>
                  </a:lnTo>
                  <a:lnTo>
                    <a:pt x="1085" y="404"/>
                  </a:lnTo>
                  <a:lnTo>
                    <a:pt x="1084" y="403"/>
                  </a:lnTo>
                  <a:lnTo>
                    <a:pt x="1080" y="404"/>
                  </a:lnTo>
                  <a:lnTo>
                    <a:pt x="1067" y="414"/>
                  </a:lnTo>
                  <a:lnTo>
                    <a:pt x="1059" y="430"/>
                  </a:lnTo>
                  <a:lnTo>
                    <a:pt x="1054" y="432"/>
                  </a:lnTo>
                  <a:lnTo>
                    <a:pt x="1043" y="442"/>
                  </a:lnTo>
                  <a:lnTo>
                    <a:pt x="1038" y="443"/>
                  </a:lnTo>
                  <a:lnTo>
                    <a:pt x="1037" y="450"/>
                  </a:lnTo>
                  <a:lnTo>
                    <a:pt x="1030" y="453"/>
                  </a:lnTo>
                  <a:lnTo>
                    <a:pt x="1031" y="454"/>
                  </a:lnTo>
                  <a:lnTo>
                    <a:pt x="1035" y="455"/>
                  </a:lnTo>
                  <a:lnTo>
                    <a:pt x="1038" y="459"/>
                  </a:lnTo>
                  <a:lnTo>
                    <a:pt x="1049" y="462"/>
                  </a:lnTo>
                  <a:lnTo>
                    <a:pt x="1051" y="464"/>
                  </a:lnTo>
                  <a:lnTo>
                    <a:pt x="1057" y="465"/>
                  </a:lnTo>
                  <a:lnTo>
                    <a:pt x="1058" y="472"/>
                  </a:lnTo>
                  <a:lnTo>
                    <a:pt x="1060" y="478"/>
                  </a:lnTo>
                  <a:lnTo>
                    <a:pt x="1064" y="479"/>
                  </a:lnTo>
                  <a:lnTo>
                    <a:pt x="1070" y="490"/>
                  </a:lnTo>
                  <a:lnTo>
                    <a:pt x="1076" y="490"/>
                  </a:lnTo>
                  <a:lnTo>
                    <a:pt x="1080" y="492"/>
                  </a:lnTo>
                  <a:lnTo>
                    <a:pt x="1084" y="509"/>
                  </a:lnTo>
                  <a:lnTo>
                    <a:pt x="1089" y="517"/>
                  </a:lnTo>
                  <a:lnTo>
                    <a:pt x="1091" y="517"/>
                  </a:lnTo>
                  <a:lnTo>
                    <a:pt x="1089" y="522"/>
                  </a:lnTo>
                  <a:lnTo>
                    <a:pt x="1091" y="529"/>
                  </a:lnTo>
                  <a:lnTo>
                    <a:pt x="1100" y="540"/>
                  </a:lnTo>
                  <a:lnTo>
                    <a:pt x="1100" y="543"/>
                  </a:lnTo>
                  <a:lnTo>
                    <a:pt x="1100" y="547"/>
                  </a:lnTo>
                  <a:lnTo>
                    <a:pt x="1098" y="549"/>
                  </a:lnTo>
                  <a:lnTo>
                    <a:pt x="1095" y="550"/>
                  </a:lnTo>
                  <a:lnTo>
                    <a:pt x="1094" y="555"/>
                  </a:lnTo>
                  <a:lnTo>
                    <a:pt x="1089" y="561"/>
                  </a:lnTo>
                  <a:lnTo>
                    <a:pt x="1088" y="566"/>
                  </a:lnTo>
                  <a:lnTo>
                    <a:pt x="1091" y="576"/>
                  </a:lnTo>
                  <a:lnTo>
                    <a:pt x="1090" y="584"/>
                  </a:lnTo>
                  <a:lnTo>
                    <a:pt x="1089" y="588"/>
                  </a:lnTo>
                  <a:lnTo>
                    <a:pt x="1084" y="591"/>
                  </a:lnTo>
                  <a:lnTo>
                    <a:pt x="1069" y="594"/>
                  </a:lnTo>
                  <a:lnTo>
                    <a:pt x="1066" y="595"/>
                  </a:lnTo>
                  <a:lnTo>
                    <a:pt x="1061" y="599"/>
                  </a:lnTo>
                  <a:lnTo>
                    <a:pt x="1060" y="601"/>
                  </a:lnTo>
                  <a:lnTo>
                    <a:pt x="1060" y="605"/>
                  </a:lnTo>
                  <a:lnTo>
                    <a:pt x="1060" y="612"/>
                  </a:lnTo>
                  <a:lnTo>
                    <a:pt x="1052" y="621"/>
                  </a:lnTo>
                  <a:lnTo>
                    <a:pt x="1049" y="622"/>
                  </a:lnTo>
                  <a:lnTo>
                    <a:pt x="1040" y="626"/>
                  </a:lnTo>
                  <a:lnTo>
                    <a:pt x="1030" y="629"/>
                  </a:lnTo>
                  <a:lnTo>
                    <a:pt x="1026" y="628"/>
                  </a:lnTo>
                  <a:lnTo>
                    <a:pt x="1021" y="629"/>
                  </a:lnTo>
                  <a:lnTo>
                    <a:pt x="1016" y="632"/>
                  </a:lnTo>
                  <a:lnTo>
                    <a:pt x="995" y="634"/>
                  </a:lnTo>
                  <a:lnTo>
                    <a:pt x="991" y="655"/>
                  </a:lnTo>
                  <a:lnTo>
                    <a:pt x="988" y="661"/>
                  </a:lnTo>
                  <a:lnTo>
                    <a:pt x="987" y="665"/>
                  </a:lnTo>
                  <a:lnTo>
                    <a:pt x="989" y="679"/>
                  </a:lnTo>
                  <a:lnTo>
                    <a:pt x="993" y="688"/>
                  </a:lnTo>
                  <a:lnTo>
                    <a:pt x="994" y="692"/>
                  </a:lnTo>
                  <a:lnTo>
                    <a:pt x="995" y="695"/>
                  </a:lnTo>
                  <a:lnTo>
                    <a:pt x="997" y="697"/>
                  </a:lnTo>
                  <a:lnTo>
                    <a:pt x="997" y="698"/>
                  </a:lnTo>
                  <a:lnTo>
                    <a:pt x="993" y="701"/>
                  </a:lnTo>
                  <a:lnTo>
                    <a:pt x="991" y="701"/>
                  </a:lnTo>
                  <a:lnTo>
                    <a:pt x="989" y="700"/>
                  </a:lnTo>
                  <a:lnTo>
                    <a:pt x="979" y="711"/>
                  </a:lnTo>
                  <a:lnTo>
                    <a:pt x="980" y="715"/>
                  </a:lnTo>
                  <a:lnTo>
                    <a:pt x="983" y="719"/>
                  </a:lnTo>
                  <a:lnTo>
                    <a:pt x="977" y="724"/>
                  </a:lnTo>
                  <a:lnTo>
                    <a:pt x="978" y="730"/>
                  </a:lnTo>
                  <a:lnTo>
                    <a:pt x="978" y="734"/>
                  </a:lnTo>
                  <a:lnTo>
                    <a:pt x="970" y="734"/>
                  </a:lnTo>
                  <a:lnTo>
                    <a:pt x="969" y="734"/>
                  </a:lnTo>
                  <a:lnTo>
                    <a:pt x="964" y="745"/>
                  </a:lnTo>
                  <a:lnTo>
                    <a:pt x="964" y="750"/>
                  </a:lnTo>
                  <a:lnTo>
                    <a:pt x="960" y="752"/>
                  </a:lnTo>
                  <a:lnTo>
                    <a:pt x="956" y="752"/>
                  </a:lnTo>
                  <a:lnTo>
                    <a:pt x="950" y="748"/>
                  </a:lnTo>
                  <a:lnTo>
                    <a:pt x="934" y="752"/>
                  </a:lnTo>
                  <a:lnTo>
                    <a:pt x="931" y="749"/>
                  </a:lnTo>
                  <a:lnTo>
                    <a:pt x="929" y="749"/>
                  </a:lnTo>
                  <a:lnTo>
                    <a:pt x="916" y="750"/>
                  </a:lnTo>
                  <a:lnTo>
                    <a:pt x="910" y="750"/>
                  </a:lnTo>
                  <a:lnTo>
                    <a:pt x="905" y="752"/>
                  </a:lnTo>
                  <a:lnTo>
                    <a:pt x="896" y="750"/>
                  </a:lnTo>
                  <a:lnTo>
                    <a:pt x="895" y="752"/>
                  </a:lnTo>
                  <a:lnTo>
                    <a:pt x="893" y="757"/>
                  </a:lnTo>
                  <a:lnTo>
                    <a:pt x="888" y="765"/>
                  </a:lnTo>
                  <a:lnTo>
                    <a:pt x="885" y="771"/>
                  </a:lnTo>
                  <a:lnTo>
                    <a:pt x="874" y="774"/>
                  </a:lnTo>
                  <a:lnTo>
                    <a:pt x="874" y="775"/>
                  </a:lnTo>
                  <a:lnTo>
                    <a:pt x="874" y="777"/>
                  </a:lnTo>
                  <a:lnTo>
                    <a:pt x="875" y="783"/>
                  </a:lnTo>
                  <a:lnTo>
                    <a:pt x="876" y="786"/>
                  </a:lnTo>
                  <a:lnTo>
                    <a:pt x="875" y="788"/>
                  </a:lnTo>
                  <a:lnTo>
                    <a:pt x="871" y="794"/>
                  </a:lnTo>
                  <a:lnTo>
                    <a:pt x="874" y="801"/>
                  </a:lnTo>
                  <a:lnTo>
                    <a:pt x="872" y="803"/>
                  </a:lnTo>
                  <a:lnTo>
                    <a:pt x="868" y="806"/>
                  </a:lnTo>
                  <a:lnTo>
                    <a:pt x="866" y="814"/>
                  </a:lnTo>
                  <a:lnTo>
                    <a:pt x="866" y="820"/>
                  </a:lnTo>
                  <a:lnTo>
                    <a:pt x="871" y="827"/>
                  </a:lnTo>
                  <a:lnTo>
                    <a:pt x="872" y="829"/>
                  </a:lnTo>
                  <a:lnTo>
                    <a:pt x="871" y="833"/>
                  </a:lnTo>
                  <a:lnTo>
                    <a:pt x="869" y="837"/>
                  </a:lnTo>
                  <a:lnTo>
                    <a:pt x="865" y="839"/>
                  </a:lnTo>
                  <a:lnTo>
                    <a:pt x="861" y="842"/>
                  </a:lnTo>
                  <a:lnTo>
                    <a:pt x="858" y="836"/>
                  </a:lnTo>
                  <a:lnTo>
                    <a:pt x="852" y="836"/>
                  </a:lnTo>
                  <a:lnTo>
                    <a:pt x="847" y="836"/>
                  </a:lnTo>
                  <a:lnTo>
                    <a:pt x="841" y="835"/>
                  </a:lnTo>
                  <a:lnTo>
                    <a:pt x="837" y="832"/>
                  </a:lnTo>
                  <a:lnTo>
                    <a:pt x="828" y="830"/>
                  </a:lnTo>
                  <a:lnTo>
                    <a:pt x="820" y="835"/>
                  </a:lnTo>
                  <a:lnTo>
                    <a:pt x="815" y="839"/>
                  </a:lnTo>
                  <a:lnTo>
                    <a:pt x="811" y="840"/>
                  </a:lnTo>
                  <a:lnTo>
                    <a:pt x="808" y="837"/>
                  </a:lnTo>
                  <a:lnTo>
                    <a:pt x="803" y="831"/>
                  </a:lnTo>
                  <a:lnTo>
                    <a:pt x="800" y="828"/>
                  </a:lnTo>
                  <a:lnTo>
                    <a:pt x="796" y="828"/>
                  </a:lnTo>
                  <a:lnTo>
                    <a:pt x="787" y="817"/>
                  </a:lnTo>
                  <a:lnTo>
                    <a:pt x="783" y="817"/>
                  </a:lnTo>
                  <a:lnTo>
                    <a:pt x="773" y="815"/>
                  </a:lnTo>
                  <a:lnTo>
                    <a:pt x="771" y="815"/>
                  </a:lnTo>
                  <a:lnTo>
                    <a:pt x="766" y="825"/>
                  </a:lnTo>
                  <a:lnTo>
                    <a:pt x="761" y="826"/>
                  </a:lnTo>
                  <a:lnTo>
                    <a:pt x="761" y="831"/>
                  </a:lnTo>
                  <a:lnTo>
                    <a:pt x="760" y="833"/>
                  </a:lnTo>
                  <a:lnTo>
                    <a:pt x="750" y="833"/>
                  </a:lnTo>
                  <a:lnTo>
                    <a:pt x="747" y="831"/>
                  </a:lnTo>
                  <a:lnTo>
                    <a:pt x="739" y="821"/>
                  </a:lnTo>
                  <a:lnTo>
                    <a:pt x="738" y="818"/>
                  </a:lnTo>
                  <a:lnTo>
                    <a:pt x="740" y="817"/>
                  </a:lnTo>
                  <a:lnTo>
                    <a:pt x="741" y="809"/>
                  </a:lnTo>
                  <a:lnTo>
                    <a:pt x="739" y="803"/>
                  </a:lnTo>
                  <a:lnTo>
                    <a:pt x="732" y="798"/>
                  </a:lnTo>
                  <a:lnTo>
                    <a:pt x="723" y="797"/>
                  </a:lnTo>
                  <a:lnTo>
                    <a:pt x="719" y="795"/>
                  </a:lnTo>
                  <a:lnTo>
                    <a:pt x="716" y="793"/>
                  </a:lnTo>
                  <a:lnTo>
                    <a:pt x="715" y="787"/>
                  </a:lnTo>
                  <a:lnTo>
                    <a:pt x="711" y="780"/>
                  </a:lnTo>
                  <a:lnTo>
                    <a:pt x="705" y="775"/>
                  </a:lnTo>
                  <a:lnTo>
                    <a:pt x="704" y="772"/>
                  </a:lnTo>
                  <a:lnTo>
                    <a:pt x="702" y="772"/>
                  </a:lnTo>
                  <a:lnTo>
                    <a:pt x="690" y="779"/>
                  </a:lnTo>
                  <a:lnTo>
                    <a:pt x="684" y="781"/>
                  </a:lnTo>
                  <a:lnTo>
                    <a:pt x="669" y="779"/>
                  </a:lnTo>
                  <a:lnTo>
                    <a:pt x="662" y="782"/>
                  </a:lnTo>
                  <a:lnTo>
                    <a:pt x="651" y="780"/>
                  </a:lnTo>
                  <a:lnTo>
                    <a:pt x="645" y="780"/>
                  </a:lnTo>
                  <a:lnTo>
                    <a:pt x="642" y="779"/>
                  </a:lnTo>
                  <a:lnTo>
                    <a:pt x="641" y="777"/>
                  </a:lnTo>
                  <a:lnTo>
                    <a:pt x="638" y="765"/>
                  </a:lnTo>
                  <a:lnTo>
                    <a:pt x="634" y="761"/>
                  </a:lnTo>
                  <a:lnTo>
                    <a:pt x="630" y="760"/>
                  </a:lnTo>
                  <a:lnTo>
                    <a:pt x="622" y="763"/>
                  </a:lnTo>
                  <a:lnTo>
                    <a:pt x="615" y="762"/>
                  </a:lnTo>
                  <a:lnTo>
                    <a:pt x="612" y="764"/>
                  </a:lnTo>
                  <a:lnTo>
                    <a:pt x="610" y="768"/>
                  </a:lnTo>
                  <a:lnTo>
                    <a:pt x="608" y="771"/>
                  </a:lnTo>
                  <a:lnTo>
                    <a:pt x="609" y="779"/>
                  </a:lnTo>
                  <a:lnTo>
                    <a:pt x="612" y="790"/>
                  </a:lnTo>
                  <a:lnTo>
                    <a:pt x="610" y="793"/>
                  </a:lnTo>
                  <a:lnTo>
                    <a:pt x="607" y="796"/>
                  </a:lnTo>
                  <a:lnTo>
                    <a:pt x="593" y="795"/>
                  </a:lnTo>
                  <a:lnTo>
                    <a:pt x="589" y="790"/>
                  </a:lnTo>
                  <a:lnTo>
                    <a:pt x="581" y="793"/>
                  </a:lnTo>
                  <a:lnTo>
                    <a:pt x="573" y="790"/>
                  </a:lnTo>
                  <a:lnTo>
                    <a:pt x="570" y="797"/>
                  </a:lnTo>
                  <a:lnTo>
                    <a:pt x="565" y="798"/>
                  </a:lnTo>
                  <a:lnTo>
                    <a:pt x="558" y="800"/>
                  </a:lnTo>
                  <a:lnTo>
                    <a:pt x="552" y="806"/>
                  </a:lnTo>
                  <a:lnTo>
                    <a:pt x="552" y="808"/>
                  </a:lnTo>
                  <a:lnTo>
                    <a:pt x="555" y="816"/>
                  </a:lnTo>
                  <a:lnTo>
                    <a:pt x="553" y="821"/>
                  </a:lnTo>
                  <a:lnTo>
                    <a:pt x="550" y="822"/>
                  </a:lnTo>
                  <a:lnTo>
                    <a:pt x="547" y="820"/>
                  </a:lnTo>
                  <a:lnTo>
                    <a:pt x="543" y="820"/>
                  </a:lnTo>
                  <a:lnTo>
                    <a:pt x="539" y="823"/>
                  </a:lnTo>
                  <a:lnTo>
                    <a:pt x="535" y="825"/>
                  </a:lnTo>
                  <a:lnTo>
                    <a:pt x="528" y="832"/>
                  </a:lnTo>
                  <a:lnTo>
                    <a:pt x="522" y="839"/>
                  </a:lnTo>
                  <a:lnTo>
                    <a:pt x="514" y="844"/>
                  </a:lnTo>
                  <a:lnTo>
                    <a:pt x="512" y="847"/>
                  </a:lnTo>
                  <a:lnTo>
                    <a:pt x="503" y="851"/>
                  </a:lnTo>
                  <a:lnTo>
                    <a:pt x="501" y="850"/>
                  </a:lnTo>
                  <a:lnTo>
                    <a:pt x="498" y="847"/>
                  </a:lnTo>
                  <a:lnTo>
                    <a:pt x="493" y="853"/>
                  </a:lnTo>
                  <a:lnTo>
                    <a:pt x="493" y="857"/>
                  </a:lnTo>
                  <a:lnTo>
                    <a:pt x="487" y="863"/>
                  </a:lnTo>
                  <a:lnTo>
                    <a:pt x="484" y="864"/>
                  </a:lnTo>
                  <a:lnTo>
                    <a:pt x="482" y="864"/>
                  </a:lnTo>
                  <a:lnTo>
                    <a:pt x="471" y="856"/>
                  </a:lnTo>
                  <a:lnTo>
                    <a:pt x="466" y="857"/>
                  </a:lnTo>
                  <a:lnTo>
                    <a:pt x="460" y="848"/>
                  </a:lnTo>
                  <a:lnTo>
                    <a:pt x="452" y="844"/>
                  </a:lnTo>
                  <a:lnTo>
                    <a:pt x="440" y="849"/>
                  </a:lnTo>
                  <a:lnTo>
                    <a:pt x="435" y="848"/>
                  </a:lnTo>
                  <a:lnTo>
                    <a:pt x="433" y="847"/>
                  </a:lnTo>
                  <a:lnTo>
                    <a:pt x="430" y="843"/>
                  </a:lnTo>
                  <a:lnTo>
                    <a:pt x="429" y="842"/>
                  </a:lnTo>
                  <a:lnTo>
                    <a:pt x="417" y="840"/>
                  </a:lnTo>
                  <a:lnTo>
                    <a:pt x="412" y="836"/>
                  </a:lnTo>
                  <a:lnTo>
                    <a:pt x="405" y="843"/>
                  </a:lnTo>
                  <a:lnTo>
                    <a:pt x="398" y="859"/>
                  </a:lnTo>
                  <a:lnTo>
                    <a:pt x="393" y="861"/>
                  </a:lnTo>
                  <a:lnTo>
                    <a:pt x="383" y="873"/>
                  </a:lnTo>
                  <a:lnTo>
                    <a:pt x="381" y="874"/>
                  </a:lnTo>
                  <a:lnTo>
                    <a:pt x="378" y="869"/>
                  </a:lnTo>
                  <a:lnTo>
                    <a:pt x="377" y="868"/>
                  </a:lnTo>
                  <a:lnTo>
                    <a:pt x="369" y="872"/>
                  </a:lnTo>
                  <a:lnTo>
                    <a:pt x="361" y="869"/>
                  </a:lnTo>
                  <a:lnTo>
                    <a:pt x="358" y="872"/>
                  </a:lnTo>
                  <a:lnTo>
                    <a:pt x="356" y="872"/>
                  </a:lnTo>
                  <a:lnTo>
                    <a:pt x="351" y="874"/>
                  </a:lnTo>
                  <a:lnTo>
                    <a:pt x="348" y="880"/>
                  </a:lnTo>
                  <a:lnTo>
                    <a:pt x="345" y="883"/>
                  </a:lnTo>
                  <a:lnTo>
                    <a:pt x="343" y="883"/>
                  </a:lnTo>
                  <a:lnTo>
                    <a:pt x="339" y="888"/>
                  </a:lnTo>
                  <a:lnTo>
                    <a:pt x="337" y="893"/>
                  </a:lnTo>
                  <a:lnTo>
                    <a:pt x="338" y="903"/>
                  </a:lnTo>
                  <a:lnTo>
                    <a:pt x="331" y="907"/>
                  </a:lnTo>
                  <a:lnTo>
                    <a:pt x="327" y="906"/>
                  </a:lnTo>
                  <a:lnTo>
                    <a:pt x="321" y="902"/>
                  </a:lnTo>
                  <a:lnTo>
                    <a:pt x="318" y="902"/>
                  </a:lnTo>
                  <a:lnTo>
                    <a:pt x="314" y="897"/>
                  </a:lnTo>
                  <a:lnTo>
                    <a:pt x="315" y="894"/>
                  </a:lnTo>
                  <a:lnTo>
                    <a:pt x="314" y="893"/>
                  </a:lnTo>
                  <a:lnTo>
                    <a:pt x="310" y="893"/>
                  </a:lnTo>
                  <a:lnTo>
                    <a:pt x="308" y="892"/>
                  </a:lnTo>
                  <a:lnTo>
                    <a:pt x="308" y="891"/>
                  </a:lnTo>
                  <a:lnTo>
                    <a:pt x="310" y="888"/>
                  </a:lnTo>
                  <a:lnTo>
                    <a:pt x="303" y="883"/>
                  </a:lnTo>
                  <a:lnTo>
                    <a:pt x="301" y="884"/>
                  </a:lnTo>
                  <a:lnTo>
                    <a:pt x="296" y="887"/>
                  </a:lnTo>
                  <a:lnTo>
                    <a:pt x="293" y="888"/>
                  </a:lnTo>
                  <a:lnTo>
                    <a:pt x="287" y="891"/>
                  </a:lnTo>
                  <a:lnTo>
                    <a:pt x="285" y="896"/>
                  </a:lnTo>
                  <a:lnTo>
                    <a:pt x="277" y="902"/>
                  </a:lnTo>
                  <a:lnTo>
                    <a:pt x="274" y="907"/>
                  </a:lnTo>
                  <a:lnTo>
                    <a:pt x="264" y="907"/>
                  </a:lnTo>
                  <a:lnTo>
                    <a:pt x="261" y="906"/>
                  </a:lnTo>
                  <a:lnTo>
                    <a:pt x="258" y="903"/>
                  </a:lnTo>
                  <a:lnTo>
                    <a:pt x="257" y="897"/>
                  </a:lnTo>
                  <a:lnTo>
                    <a:pt x="254" y="892"/>
                  </a:lnTo>
                  <a:lnTo>
                    <a:pt x="255" y="888"/>
                  </a:lnTo>
                  <a:lnTo>
                    <a:pt x="254" y="885"/>
                  </a:lnTo>
                  <a:lnTo>
                    <a:pt x="245" y="877"/>
                  </a:lnTo>
                  <a:lnTo>
                    <a:pt x="241" y="870"/>
                  </a:lnTo>
                  <a:lnTo>
                    <a:pt x="240" y="865"/>
                  </a:lnTo>
                  <a:lnTo>
                    <a:pt x="238" y="864"/>
                  </a:lnTo>
                  <a:lnTo>
                    <a:pt x="231" y="860"/>
                  </a:lnTo>
                  <a:lnTo>
                    <a:pt x="231" y="849"/>
                  </a:lnTo>
                  <a:lnTo>
                    <a:pt x="228" y="845"/>
                  </a:lnTo>
                  <a:lnTo>
                    <a:pt x="223" y="843"/>
                  </a:lnTo>
                  <a:lnTo>
                    <a:pt x="216" y="833"/>
                  </a:lnTo>
                  <a:lnTo>
                    <a:pt x="215" y="826"/>
                  </a:lnTo>
                  <a:lnTo>
                    <a:pt x="210" y="817"/>
                  </a:lnTo>
                  <a:lnTo>
                    <a:pt x="211" y="812"/>
                  </a:lnTo>
                  <a:lnTo>
                    <a:pt x="212" y="809"/>
                  </a:lnTo>
                  <a:lnTo>
                    <a:pt x="211" y="802"/>
                  </a:lnTo>
                  <a:lnTo>
                    <a:pt x="211" y="798"/>
                  </a:lnTo>
                  <a:lnTo>
                    <a:pt x="209" y="797"/>
                  </a:lnTo>
                  <a:lnTo>
                    <a:pt x="202" y="795"/>
                  </a:lnTo>
                  <a:lnTo>
                    <a:pt x="195" y="792"/>
                  </a:lnTo>
                  <a:lnTo>
                    <a:pt x="190" y="783"/>
                  </a:lnTo>
                  <a:lnTo>
                    <a:pt x="189" y="781"/>
                  </a:lnTo>
                  <a:lnTo>
                    <a:pt x="190" y="778"/>
                  </a:lnTo>
                  <a:lnTo>
                    <a:pt x="201" y="771"/>
                  </a:lnTo>
                  <a:lnTo>
                    <a:pt x="198" y="768"/>
                  </a:lnTo>
                  <a:lnTo>
                    <a:pt x="194" y="763"/>
                  </a:lnTo>
                  <a:lnTo>
                    <a:pt x="191" y="762"/>
                  </a:lnTo>
                  <a:lnTo>
                    <a:pt x="190" y="761"/>
                  </a:lnTo>
                  <a:lnTo>
                    <a:pt x="191" y="755"/>
                  </a:lnTo>
                  <a:lnTo>
                    <a:pt x="190" y="754"/>
                  </a:lnTo>
                  <a:lnTo>
                    <a:pt x="190" y="752"/>
                  </a:lnTo>
                  <a:lnTo>
                    <a:pt x="190" y="751"/>
                  </a:lnTo>
                  <a:lnTo>
                    <a:pt x="185" y="746"/>
                  </a:lnTo>
                  <a:lnTo>
                    <a:pt x="184" y="747"/>
                  </a:lnTo>
                  <a:lnTo>
                    <a:pt x="177" y="747"/>
                  </a:lnTo>
                  <a:lnTo>
                    <a:pt x="169" y="741"/>
                  </a:lnTo>
                  <a:lnTo>
                    <a:pt x="168" y="741"/>
                  </a:lnTo>
                  <a:lnTo>
                    <a:pt x="169" y="739"/>
                  </a:lnTo>
                  <a:lnTo>
                    <a:pt x="166" y="724"/>
                  </a:lnTo>
                  <a:lnTo>
                    <a:pt x="157" y="717"/>
                  </a:lnTo>
                  <a:lnTo>
                    <a:pt x="154" y="711"/>
                  </a:lnTo>
                  <a:lnTo>
                    <a:pt x="152" y="711"/>
                  </a:lnTo>
                  <a:lnTo>
                    <a:pt x="146" y="700"/>
                  </a:lnTo>
                  <a:lnTo>
                    <a:pt x="142" y="689"/>
                  </a:lnTo>
                  <a:lnTo>
                    <a:pt x="135" y="689"/>
                  </a:lnTo>
                  <a:lnTo>
                    <a:pt x="132" y="685"/>
                  </a:lnTo>
                  <a:lnTo>
                    <a:pt x="130" y="681"/>
                  </a:lnTo>
                  <a:lnTo>
                    <a:pt x="131" y="679"/>
                  </a:lnTo>
                  <a:lnTo>
                    <a:pt x="131" y="675"/>
                  </a:lnTo>
                  <a:lnTo>
                    <a:pt x="126" y="671"/>
                  </a:lnTo>
                  <a:lnTo>
                    <a:pt x="119" y="675"/>
                  </a:lnTo>
                  <a:lnTo>
                    <a:pt x="114" y="685"/>
                  </a:lnTo>
                  <a:lnTo>
                    <a:pt x="111" y="689"/>
                  </a:lnTo>
                  <a:lnTo>
                    <a:pt x="107" y="691"/>
                  </a:lnTo>
                  <a:lnTo>
                    <a:pt x="97" y="693"/>
                  </a:lnTo>
                  <a:lnTo>
                    <a:pt x="95" y="698"/>
                  </a:lnTo>
                  <a:lnTo>
                    <a:pt x="87" y="696"/>
                  </a:lnTo>
                  <a:lnTo>
                    <a:pt x="84" y="692"/>
                  </a:lnTo>
                  <a:lnTo>
                    <a:pt x="81" y="688"/>
                  </a:lnTo>
                  <a:lnTo>
                    <a:pt x="84" y="675"/>
                  </a:lnTo>
                  <a:lnTo>
                    <a:pt x="86" y="673"/>
                  </a:lnTo>
                  <a:lnTo>
                    <a:pt x="86" y="671"/>
                  </a:lnTo>
                  <a:lnTo>
                    <a:pt x="92" y="664"/>
                  </a:lnTo>
                  <a:lnTo>
                    <a:pt x="95" y="663"/>
                  </a:lnTo>
                  <a:lnTo>
                    <a:pt x="93" y="657"/>
                  </a:lnTo>
                  <a:lnTo>
                    <a:pt x="96" y="652"/>
                  </a:lnTo>
                  <a:lnTo>
                    <a:pt x="89" y="638"/>
                  </a:lnTo>
                  <a:lnTo>
                    <a:pt x="91" y="637"/>
                  </a:lnTo>
                  <a:lnTo>
                    <a:pt x="93" y="633"/>
                  </a:lnTo>
                  <a:lnTo>
                    <a:pt x="96" y="631"/>
                  </a:lnTo>
                  <a:lnTo>
                    <a:pt x="98" y="625"/>
                  </a:lnTo>
                  <a:lnTo>
                    <a:pt x="98" y="623"/>
                  </a:lnTo>
                  <a:lnTo>
                    <a:pt x="97" y="619"/>
                  </a:lnTo>
                  <a:lnTo>
                    <a:pt x="102" y="607"/>
                  </a:lnTo>
                  <a:lnTo>
                    <a:pt x="101" y="605"/>
                  </a:lnTo>
                  <a:lnTo>
                    <a:pt x="95" y="604"/>
                  </a:lnTo>
                  <a:lnTo>
                    <a:pt x="90" y="607"/>
                  </a:lnTo>
                  <a:lnTo>
                    <a:pt x="87" y="607"/>
                  </a:lnTo>
                  <a:lnTo>
                    <a:pt x="84" y="604"/>
                  </a:lnTo>
                  <a:lnTo>
                    <a:pt x="63" y="602"/>
                  </a:lnTo>
                  <a:lnTo>
                    <a:pt x="58" y="601"/>
                  </a:lnTo>
                  <a:lnTo>
                    <a:pt x="56" y="597"/>
                  </a:lnTo>
                  <a:lnTo>
                    <a:pt x="51" y="596"/>
                  </a:lnTo>
                  <a:lnTo>
                    <a:pt x="39" y="598"/>
                  </a:lnTo>
                  <a:lnTo>
                    <a:pt x="36" y="600"/>
                  </a:lnTo>
                  <a:lnTo>
                    <a:pt x="31" y="596"/>
                  </a:lnTo>
                  <a:lnTo>
                    <a:pt x="30" y="592"/>
                  </a:lnTo>
                  <a:lnTo>
                    <a:pt x="23" y="593"/>
                  </a:lnTo>
                  <a:lnTo>
                    <a:pt x="21" y="591"/>
                  </a:lnTo>
                  <a:lnTo>
                    <a:pt x="19" y="578"/>
                  </a:lnTo>
                  <a:lnTo>
                    <a:pt x="16" y="571"/>
                  </a:lnTo>
                  <a:lnTo>
                    <a:pt x="18" y="561"/>
                  </a:lnTo>
                  <a:lnTo>
                    <a:pt x="27" y="551"/>
                  </a:lnTo>
                  <a:lnTo>
                    <a:pt x="33" y="539"/>
                  </a:lnTo>
                  <a:lnTo>
                    <a:pt x="26" y="515"/>
                  </a:lnTo>
                  <a:lnTo>
                    <a:pt x="32" y="506"/>
                  </a:lnTo>
                  <a:lnTo>
                    <a:pt x="32" y="504"/>
                  </a:lnTo>
                  <a:lnTo>
                    <a:pt x="35" y="503"/>
                  </a:lnTo>
                  <a:lnTo>
                    <a:pt x="41" y="491"/>
                  </a:lnTo>
                  <a:lnTo>
                    <a:pt x="40" y="486"/>
                  </a:lnTo>
                  <a:lnTo>
                    <a:pt x="40" y="484"/>
                  </a:lnTo>
                  <a:lnTo>
                    <a:pt x="42" y="482"/>
                  </a:lnTo>
                  <a:lnTo>
                    <a:pt x="48" y="480"/>
                  </a:lnTo>
                  <a:lnTo>
                    <a:pt x="50" y="477"/>
                  </a:lnTo>
                  <a:lnTo>
                    <a:pt x="55" y="465"/>
                  </a:lnTo>
                  <a:lnTo>
                    <a:pt x="60" y="463"/>
                  </a:lnTo>
                  <a:lnTo>
                    <a:pt x="65" y="460"/>
                  </a:lnTo>
                  <a:lnTo>
                    <a:pt x="67" y="457"/>
                  </a:lnTo>
                  <a:lnTo>
                    <a:pt x="67" y="452"/>
                  </a:lnTo>
                  <a:lnTo>
                    <a:pt x="70" y="447"/>
                  </a:lnTo>
                  <a:lnTo>
                    <a:pt x="71" y="443"/>
                  </a:lnTo>
                  <a:lnTo>
                    <a:pt x="70" y="435"/>
                  </a:lnTo>
                  <a:lnTo>
                    <a:pt x="75" y="428"/>
                  </a:lnTo>
                  <a:lnTo>
                    <a:pt x="73" y="423"/>
                  </a:lnTo>
                  <a:lnTo>
                    <a:pt x="70" y="420"/>
                  </a:lnTo>
                  <a:lnTo>
                    <a:pt x="70" y="417"/>
                  </a:lnTo>
                  <a:lnTo>
                    <a:pt x="67" y="415"/>
                  </a:lnTo>
                  <a:lnTo>
                    <a:pt x="65" y="415"/>
                  </a:lnTo>
                  <a:lnTo>
                    <a:pt x="62" y="418"/>
                  </a:lnTo>
                  <a:lnTo>
                    <a:pt x="60" y="417"/>
                  </a:lnTo>
                  <a:lnTo>
                    <a:pt x="58" y="413"/>
                  </a:lnTo>
                  <a:lnTo>
                    <a:pt x="54" y="411"/>
                  </a:lnTo>
                  <a:lnTo>
                    <a:pt x="51" y="407"/>
                  </a:lnTo>
                  <a:lnTo>
                    <a:pt x="47" y="406"/>
                  </a:lnTo>
                  <a:lnTo>
                    <a:pt x="45" y="404"/>
                  </a:lnTo>
                  <a:lnTo>
                    <a:pt x="47" y="399"/>
                  </a:lnTo>
                  <a:lnTo>
                    <a:pt x="43" y="393"/>
                  </a:lnTo>
                  <a:lnTo>
                    <a:pt x="41" y="391"/>
                  </a:lnTo>
                  <a:lnTo>
                    <a:pt x="39" y="389"/>
                  </a:lnTo>
                  <a:lnTo>
                    <a:pt x="36" y="388"/>
                  </a:lnTo>
                  <a:lnTo>
                    <a:pt x="31" y="383"/>
                  </a:lnTo>
                  <a:lnTo>
                    <a:pt x="25" y="383"/>
                  </a:lnTo>
                  <a:lnTo>
                    <a:pt x="23" y="382"/>
                  </a:lnTo>
                  <a:lnTo>
                    <a:pt x="22" y="375"/>
                  </a:lnTo>
                  <a:lnTo>
                    <a:pt x="23" y="372"/>
                  </a:lnTo>
                  <a:lnTo>
                    <a:pt x="20" y="369"/>
                  </a:lnTo>
                  <a:lnTo>
                    <a:pt x="13" y="369"/>
                  </a:lnTo>
                  <a:lnTo>
                    <a:pt x="11" y="367"/>
                  </a:lnTo>
                  <a:lnTo>
                    <a:pt x="6" y="354"/>
                  </a:lnTo>
                  <a:lnTo>
                    <a:pt x="3" y="352"/>
                  </a:lnTo>
                  <a:lnTo>
                    <a:pt x="2" y="348"/>
                  </a:lnTo>
                  <a:lnTo>
                    <a:pt x="0" y="343"/>
                  </a:lnTo>
                  <a:lnTo>
                    <a:pt x="2" y="337"/>
                  </a:lnTo>
                  <a:lnTo>
                    <a:pt x="5" y="333"/>
                  </a:lnTo>
                  <a:lnTo>
                    <a:pt x="9" y="330"/>
                  </a:lnTo>
                  <a:lnTo>
                    <a:pt x="18" y="329"/>
                  </a:lnTo>
                  <a:lnTo>
                    <a:pt x="22" y="322"/>
                  </a:lnTo>
                  <a:lnTo>
                    <a:pt x="26" y="319"/>
                  </a:lnTo>
                  <a:lnTo>
                    <a:pt x="28" y="315"/>
                  </a:lnTo>
                  <a:lnTo>
                    <a:pt x="29" y="312"/>
                  </a:lnTo>
                  <a:lnTo>
                    <a:pt x="26" y="309"/>
                  </a:lnTo>
                  <a:lnTo>
                    <a:pt x="26" y="304"/>
                  </a:lnTo>
                  <a:lnTo>
                    <a:pt x="29" y="295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74" y="303"/>
                  </a:lnTo>
                  <a:lnTo>
                    <a:pt x="83" y="312"/>
                  </a:lnTo>
                  <a:lnTo>
                    <a:pt x="86" y="315"/>
                  </a:lnTo>
                  <a:lnTo>
                    <a:pt x="90" y="318"/>
                  </a:lnTo>
                  <a:lnTo>
                    <a:pt x="92" y="331"/>
                  </a:lnTo>
                  <a:lnTo>
                    <a:pt x="88" y="340"/>
                  </a:lnTo>
                  <a:lnTo>
                    <a:pt x="88" y="344"/>
                  </a:lnTo>
                  <a:lnTo>
                    <a:pt x="93" y="350"/>
                  </a:lnTo>
                  <a:lnTo>
                    <a:pt x="98" y="359"/>
                  </a:lnTo>
                  <a:lnTo>
                    <a:pt x="104" y="361"/>
                  </a:lnTo>
                  <a:lnTo>
                    <a:pt x="116" y="361"/>
                  </a:lnTo>
                  <a:lnTo>
                    <a:pt x="119" y="362"/>
                  </a:lnTo>
                  <a:lnTo>
                    <a:pt x="127" y="372"/>
                  </a:lnTo>
                  <a:lnTo>
                    <a:pt x="128" y="378"/>
                  </a:lnTo>
                  <a:lnTo>
                    <a:pt x="127" y="388"/>
                  </a:lnTo>
                  <a:lnTo>
                    <a:pt x="130" y="401"/>
                  </a:lnTo>
                  <a:lnTo>
                    <a:pt x="131" y="408"/>
                  </a:lnTo>
                  <a:lnTo>
                    <a:pt x="133" y="411"/>
                  </a:lnTo>
                  <a:lnTo>
                    <a:pt x="141" y="416"/>
                  </a:lnTo>
                  <a:lnTo>
                    <a:pt x="149" y="423"/>
                  </a:lnTo>
                  <a:lnTo>
                    <a:pt x="151" y="427"/>
                  </a:lnTo>
                  <a:lnTo>
                    <a:pt x="154" y="441"/>
                  </a:lnTo>
                  <a:lnTo>
                    <a:pt x="160" y="450"/>
                  </a:lnTo>
                  <a:lnTo>
                    <a:pt x="171" y="460"/>
                  </a:lnTo>
                  <a:lnTo>
                    <a:pt x="173" y="469"/>
                  </a:lnTo>
                  <a:lnTo>
                    <a:pt x="176" y="474"/>
                  </a:lnTo>
                  <a:lnTo>
                    <a:pt x="178" y="478"/>
                  </a:lnTo>
                  <a:lnTo>
                    <a:pt x="182" y="482"/>
                  </a:lnTo>
                  <a:lnTo>
                    <a:pt x="183" y="485"/>
                  </a:lnTo>
                  <a:lnTo>
                    <a:pt x="183" y="491"/>
                  </a:lnTo>
                  <a:lnTo>
                    <a:pt x="184" y="493"/>
                  </a:lnTo>
                  <a:lnTo>
                    <a:pt x="188" y="497"/>
                  </a:lnTo>
                  <a:lnTo>
                    <a:pt x="191" y="513"/>
                  </a:lnTo>
                  <a:lnTo>
                    <a:pt x="198" y="518"/>
                  </a:lnTo>
                  <a:lnTo>
                    <a:pt x="201" y="522"/>
                  </a:lnTo>
                  <a:lnTo>
                    <a:pt x="204" y="527"/>
                  </a:lnTo>
                  <a:lnTo>
                    <a:pt x="206" y="530"/>
                  </a:lnTo>
                  <a:lnTo>
                    <a:pt x="207" y="534"/>
                  </a:lnTo>
                  <a:lnTo>
                    <a:pt x="209" y="533"/>
                  </a:lnTo>
                  <a:lnTo>
                    <a:pt x="211" y="533"/>
                  </a:lnTo>
                  <a:lnTo>
                    <a:pt x="214" y="531"/>
                  </a:lnTo>
                  <a:lnTo>
                    <a:pt x="217" y="530"/>
                  </a:lnTo>
                  <a:lnTo>
                    <a:pt x="228" y="523"/>
                  </a:lnTo>
                  <a:lnTo>
                    <a:pt x="231" y="520"/>
                  </a:lnTo>
                  <a:lnTo>
                    <a:pt x="237" y="518"/>
                  </a:lnTo>
                  <a:lnTo>
                    <a:pt x="242" y="520"/>
                  </a:lnTo>
                  <a:lnTo>
                    <a:pt x="251" y="518"/>
                  </a:lnTo>
                  <a:lnTo>
                    <a:pt x="254" y="515"/>
                  </a:lnTo>
                  <a:lnTo>
                    <a:pt x="257" y="511"/>
                  </a:lnTo>
                  <a:lnTo>
                    <a:pt x="259" y="510"/>
                  </a:lnTo>
                  <a:lnTo>
                    <a:pt x="266" y="506"/>
                  </a:lnTo>
                  <a:lnTo>
                    <a:pt x="271" y="501"/>
                  </a:lnTo>
                  <a:lnTo>
                    <a:pt x="272" y="500"/>
                  </a:lnTo>
                  <a:lnTo>
                    <a:pt x="273" y="498"/>
                  </a:lnTo>
                  <a:lnTo>
                    <a:pt x="277" y="494"/>
                  </a:lnTo>
                  <a:lnTo>
                    <a:pt x="278" y="493"/>
                  </a:lnTo>
                  <a:lnTo>
                    <a:pt x="277" y="487"/>
                  </a:lnTo>
                  <a:lnTo>
                    <a:pt x="280" y="479"/>
                  </a:lnTo>
                  <a:lnTo>
                    <a:pt x="281" y="477"/>
                  </a:lnTo>
                  <a:lnTo>
                    <a:pt x="288" y="479"/>
                  </a:lnTo>
                  <a:lnTo>
                    <a:pt x="293" y="477"/>
                  </a:lnTo>
                  <a:lnTo>
                    <a:pt x="296" y="473"/>
                  </a:lnTo>
                  <a:lnTo>
                    <a:pt x="300" y="471"/>
                  </a:lnTo>
                  <a:lnTo>
                    <a:pt x="302" y="465"/>
                  </a:lnTo>
                  <a:lnTo>
                    <a:pt x="304" y="460"/>
                  </a:lnTo>
                  <a:lnTo>
                    <a:pt x="310" y="459"/>
                  </a:lnTo>
                  <a:lnTo>
                    <a:pt x="313" y="453"/>
                  </a:lnTo>
                  <a:lnTo>
                    <a:pt x="316" y="451"/>
                  </a:lnTo>
                  <a:lnTo>
                    <a:pt x="322" y="441"/>
                  </a:lnTo>
                  <a:lnTo>
                    <a:pt x="326" y="442"/>
                  </a:lnTo>
                  <a:lnTo>
                    <a:pt x="330" y="440"/>
                  </a:lnTo>
                  <a:lnTo>
                    <a:pt x="330" y="435"/>
                  </a:lnTo>
                  <a:lnTo>
                    <a:pt x="329" y="425"/>
                  </a:lnTo>
                  <a:lnTo>
                    <a:pt x="332" y="423"/>
                  </a:lnTo>
                  <a:lnTo>
                    <a:pt x="334" y="423"/>
                  </a:lnTo>
                  <a:lnTo>
                    <a:pt x="334" y="419"/>
                  </a:lnTo>
                  <a:lnTo>
                    <a:pt x="337" y="419"/>
                  </a:lnTo>
                  <a:lnTo>
                    <a:pt x="331" y="412"/>
                  </a:lnTo>
                  <a:lnTo>
                    <a:pt x="331" y="402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56" y="373"/>
                  </a:lnTo>
                  <a:lnTo>
                    <a:pt x="364" y="376"/>
                  </a:lnTo>
                  <a:lnTo>
                    <a:pt x="372" y="375"/>
                  </a:lnTo>
                  <a:lnTo>
                    <a:pt x="376" y="375"/>
                  </a:lnTo>
                  <a:lnTo>
                    <a:pt x="378" y="372"/>
                  </a:lnTo>
                  <a:lnTo>
                    <a:pt x="381" y="372"/>
                  </a:lnTo>
                  <a:lnTo>
                    <a:pt x="389" y="362"/>
                  </a:lnTo>
                  <a:lnTo>
                    <a:pt x="388" y="361"/>
                  </a:lnTo>
                  <a:lnTo>
                    <a:pt x="388" y="346"/>
                  </a:lnTo>
                  <a:lnTo>
                    <a:pt x="387" y="344"/>
                  </a:lnTo>
                  <a:lnTo>
                    <a:pt x="389" y="340"/>
                  </a:lnTo>
                  <a:lnTo>
                    <a:pt x="392" y="340"/>
                  </a:lnTo>
                  <a:lnTo>
                    <a:pt x="396" y="337"/>
                  </a:lnTo>
                  <a:lnTo>
                    <a:pt x="411" y="330"/>
                  </a:lnTo>
                  <a:lnTo>
                    <a:pt x="416" y="331"/>
                  </a:lnTo>
                  <a:lnTo>
                    <a:pt x="427" y="321"/>
                  </a:lnTo>
                  <a:lnTo>
                    <a:pt x="428" y="325"/>
                  </a:lnTo>
                  <a:lnTo>
                    <a:pt x="428" y="334"/>
                  </a:lnTo>
                  <a:lnTo>
                    <a:pt x="425" y="340"/>
                  </a:lnTo>
                  <a:lnTo>
                    <a:pt x="426" y="342"/>
                  </a:lnTo>
                  <a:lnTo>
                    <a:pt x="425" y="348"/>
                  </a:lnTo>
                  <a:lnTo>
                    <a:pt x="430" y="356"/>
                  </a:lnTo>
                  <a:lnTo>
                    <a:pt x="437" y="356"/>
                  </a:lnTo>
                  <a:lnTo>
                    <a:pt x="449" y="353"/>
                  </a:lnTo>
                  <a:lnTo>
                    <a:pt x="457" y="348"/>
                  </a:lnTo>
                  <a:lnTo>
                    <a:pt x="461" y="349"/>
                  </a:lnTo>
                  <a:lnTo>
                    <a:pt x="468" y="342"/>
                  </a:lnTo>
                  <a:lnTo>
                    <a:pt x="471" y="342"/>
                  </a:lnTo>
                  <a:lnTo>
                    <a:pt x="478" y="336"/>
                  </a:lnTo>
                  <a:lnTo>
                    <a:pt x="480" y="333"/>
                  </a:lnTo>
                  <a:lnTo>
                    <a:pt x="483" y="332"/>
                  </a:lnTo>
                  <a:lnTo>
                    <a:pt x="492" y="323"/>
                  </a:lnTo>
                  <a:lnTo>
                    <a:pt x="497" y="319"/>
                  </a:lnTo>
                  <a:lnTo>
                    <a:pt x="498" y="322"/>
                  </a:lnTo>
                  <a:lnTo>
                    <a:pt x="508" y="316"/>
                  </a:lnTo>
                  <a:lnTo>
                    <a:pt x="518" y="315"/>
                  </a:lnTo>
                  <a:lnTo>
                    <a:pt x="528" y="308"/>
                  </a:lnTo>
                  <a:lnTo>
                    <a:pt x="528" y="310"/>
                  </a:lnTo>
                  <a:lnTo>
                    <a:pt x="532" y="312"/>
                  </a:lnTo>
                  <a:lnTo>
                    <a:pt x="537" y="313"/>
                  </a:lnTo>
                  <a:lnTo>
                    <a:pt x="539" y="312"/>
                  </a:lnTo>
                  <a:lnTo>
                    <a:pt x="544" y="313"/>
                  </a:lnTo>
                  <a:lnTo>
                    <a:pt x="544" y="317"/>
                  </a:lnTo>
                  <a:lnTo>
                    <a:pt x="546" y="319"/>
                  </a:lnTo>
                  <a:lnTo>
                    <a:pt x="548" y="317"/>
                  </a:lnTo>
                  <a:lnTo>
                    <a:pt x="552" y="317"/>
                  </a:lnTo>
                  <a:lnTo>
                    <a:pt x="555" y="312"/>
                  </a:lnTo>
                  <a:lnTo>
                    <a:pt x="555" y="310"/>
                  </a:lnTo>
                  <a:lnTo>
                    <a:pt x="560" y="309"/>
                  </a:lnTo>
                  <a:lnTo>
                    <a:pt x="563" y="312"/>
                  </a:lnTo>
                  <a:lnTo>
                    <a:pt x="565" y="320"/>
                  </a:lnTo>
                  <a:lnTo>
                    <a:pt x="565" y="323"/>
                  </a:lnTo>
                  <a:lnTo>
                    <a:pt x="566" y="326"/>
                  </a:lnTo>
                  <a:lnTo>
                    <a:pt x="572" y="324"/>
                  </a:lnTo>
                  <a:lnTo>
                    <a:pt x="576" y="326"/>
                  </a:lnTo>
                  <a:lnTo>
                    <a:pt x="578" y="326"/>
                  </a:lnTo>
                  <a:lnTo>
                    <a:pt x="581" y="323"/>
                  </a:lnTo>
                  <a:lnTo>
                    <a:pt x="582" y="319"/>
                  </a:lnTo>
                  <a:lnTo>
                    <a:pt x="587" y="319"/>
                  </a:lnTo>
                  <a:lnTo>
                    <a:pt x="598" y="321"/>
                  </a:lnTo>
                  <a:lnTo>
                    <a:pt x="607" y="317"/>
                  </a:lnTo>
                  <a:lnTo>
                    <a:pt x="607" y="314"/>
                  </a:lnTo>
                  <a:lnTo>
                    <a:pt x="610" y="310"/>
                  </a:lnTo>
                  <a:lnTo>
                    <a:pt x="620" y="304"/>
                  </a:lnTo>
                  <a:lnTo>
                    <a:pt x="615" y="299"/>
                  </a:lnTo>
                  <a:lnTo>
                    <a:pt x="604" y="296"/>
                  </a:lnTo>
                  <a:lnTo>
                    <a:pt x="599" y="291"/>
                  </a:lnTo>
                  <a:lnTo>
                    <a:pt x="602" y="284"/>
                  </a:lnTo>
                  <a:lnTo>
                    <a:pt x="603" y="281"/>
                  </a:lnTo>
                  <a:lnTo>
                    <a:pt x="608" y="278"/>
                  </a:lnTo>
                  <a:lnTo>
                    <a:pt x="617" y="277"/>
                  </a:lnTo>
                  <a:lnTo>
                    <a:pt x="619" y="276"/>
                  </a:lnTo>
                  <a:lnTo>
                    <a:pt x="623" y="276"/>
                  </a:lnTo>
                  <a:lnTo>
                    <a:pt x="626" y="277"/>
                  </a:lnTo>
                  <a:lnTo>
                    <a:pt x="627" y="276"/>
                  </a:lnTo>
                  <a:lnTo>
                    <a:pt x="634" y="274"/>
                  </a:lnTo>
                  <a:lnTo>
                    <a:pt x="637" y="272"/>
                  </a:lnTo>
                  <a:lnTo>
                    <a:pt x="642" y="272"/>
                  </a:lnTo>
                  <a:lnTo>
                    <a:pt x="644" y="274"/>
                  </a:lnTo>
                  <a:lnTo>
                    <a:pt x="651" y="278"/>
                  </a:lnTo>
                  <a:lnTo>
                    <a:pt x="653" y="274"/>
                  </a:lnTo>
                  <a:lnTo>
                    <a:pt x="656" y="274"/>
                  </a:lnTo>
                  <a:lnTo>
                    <a:pt x="654" y="269"/>
                  </a:lnTo>
                  <a:lnTo>
                    <a:pt x="654" y="266"/>
                  </a:lnTo>
                  <a:lnTo>
                    <a:pt x="659" y="265"/>
                  </a:lnTo>
                  <a:lnTo>
                    <a:pt x="662" y="263"/>
                  </a:lnTo>
                  <a:lnTo>
                    <a:pt x="664" y="259"/>
                  </a:lnTo>
                  <a:lnTo>
                    <a:pt x="662" y="252"/>
                  </a:lnTo>
                  <a:lnTo>
                    <a:pt x="663" y="250"/>
                  </a:lnTo>
                  <a:lnTo>
                    <a:pt x="664" y="250"/>
                  </a:lnTo>
                  <a:lnTo>
                    <a:pt x="670" y="248"/>
                  </a:lnTo>
                  <a:lnTo>
                    <a:pt x="672" y="247"/>
                  </a:lnTo>
                  <a:lnTo>
                    <a:pt x="677" y="239"/>
                  </a:lnTo>
                  <a:lnTo>
                    <a:pt x="683" y="244"/>
                  </a:lnTo>
                  <a:lnTo>
                    <a:pt x="716" y="258"/>
                  </a:lnTo>
                  <a:lnTo>
                    <a:pt x="721" y="261"/>
                  </a:lnTo>
                  <a:lnTo>
                    <a:pt x="726" y="263"/>
                  </a:lnTo>
                  <a:lnTo>
                    <a:pt x="729" y="263"/>
                  </a:lnTo>
                  <a:lnTo>
                    <a:pt x="730" y="265"/>
                  </a:lnTo>
                  <a:lnTo>
                    <a:pt x="737" y="271"/>
                  </a:lnTo>
                  <a:lnTo>
                    <a:pt x="741" y="274"/>
                  </a:lnTo>
                  <a:lnTo>
                    <a:pt x="743" y="275"/>
                  </a:lnTo>
                  <a:lnTo>
                    <a:pt x="747" y="274"/>
                  </a:lnTo>
                  <a:lnTo>
                    <a:pt x="749" y="271"/>
                  </a:lnTo>
                  <a:lnTo>
                    <a:pt x="753" y="267"/>
                  </a:lnTo>
                  <a:lnTo>
                    <a:pt x="762" y="265"/>
                  </a:lnTo>
                  <a:lnTo>
                    <a:pt x="768" y="261"/>
                  </a:lnTo>
                  <a:lnTo>
                    <a:pt x="772" y="258"/>
                  </a:lnTo>
                  <a:lnTo>
                    <a:pt x="779" y="254"/>
                  </a:lnTo>
                  <a:lnTo>
                    <a:pt x="780" y="252"/>
                  </a:lnTo>
                  <a:lnTo>
                    <a:pt x="786" y="249"/>
                  </a:lnTo>
                  <a:lnTo>
                    <a:pt x="787" y="246"/>
                  </a:lnTo>
                  <a:lnTo>
                    <a:pt x="790" y="247"/>
                  </a:lnTo>
                  <a:lnTo>
                    <a:pt x="792" y="244"/>
                  </a:lnTo>
                  <a:lnTo>
                    <a:pt x="796" y="242"/>
                  </a:lnTo>
                  <a:lnTo>
                    <a:pt x="798" y="238"/>
                  </a:lnTo>
                  <a:lnTo>
                    <a:pt x="802" y="235"/>
                  </a:lnTo>
                  <a:lnTo>
                    <a:pt x="804" y="232"/>
                  </a:lnTo>
                  <a:lnTo>
                    <a:pt x="809" y="230"/>
                  </a:lnTo>
                  <a:lnTo>
                    <a:pt x="811" y="225"/>
                  </a:lnTo>
                  <a:lnTo>
                    <a:pt x="833" y="216"/>
                  </a:lnTo>
                  <a:lnTo>
                    <a:pt x="834" y="214"/>
                  </a:lnTo>
                  <a:lnTo>
                    <a:pt x="836" y="210"/>
                  </a:lnTo>
                  <a:lnTo>
                    <a:pt x="847" y="205"/>
                  </a:lnTo>
                  <a:lnTo>
                    <a:pt x="850" y="201"/>
                  </a:lnTo>
                  <a:lnTo>
                    <a:pt x="851" y="201"/>
                  </a:lnTo>
                  <a:lnTo>
                    <a:pt x="857" y="203"/>
                  </a:lnTo>
                  <a:lnTo>
                    <a:pt x="870" y="202"/>
                  </a:lnTo>
                  <a:lnTo>
                    <a:pt x="874" y="203"/>
                  </a:lnTo>
                  <a:lnTo>
                    <a:pt x="875" y="201"/>
                  </a:lnTo>
                  <a:lnTo>
                    <a:pt x="881" y="200"/>
                  </a:lnTo>
                  <a:lnTo>
                    <a:pt x="885" y="198"/>
                  </a:lnTo>
                  <a:lnTo>
                    <a:pt x="886" y="197"/>
                  </a:lnTo>
                  <a:lnTo>
                    <a:pt x="889" y="198"/>
                  </a:lnTo>
                  <a:lnTo>
                    <a:pt x="891" y="198"/>
                  </a:lnTo>
                  <a:lnTo>
                    <a:pt x="893" y="195"/>
                  </a:lnTo>
                  <a:lnTo>
                    <a:pt x="897" y="194"/>
                  </a:lnTo>
                  <a:lnTo>
                    <a:pt x="899" y="192"/>
                  </a:lnTo>
                  <a:lnTo>
                    <a:pt x="902" y="192"/>
                  </a:lnTo>
                  <a:lnTo>
                    <a:pt x="906" y="187"/>
                  </a:lnTo>
                  <a:lnTo>
                    <a:pt x="912" y="187"/>
                  </a:lnTo>
                  <a:lnTo>
                    <a:pt x="912" y="185"/>
                  </a:lnTo>
                  <a:lnTo>
                    <a:pt x="912" y="183"/>
                  </a:lnTo>
                  <a:lnTo>
                    <a:pt x="918" y="179"/>
                  </a:lnTo>
                  <a:lnTo>
                    <a:pt x="918" y="179"/>
                  </a:lnTo>
                  <a:lnTo>
                    <a:pt x="920" y="173"/>
                  </a:lnTo>
                  <a:lnTo>
                    <a:pt x="926" y="169"/>
                  </a:lnTo>
                  <a:lnTo>
                    <a:pt x="933" y="168"/>
                  </a:lnTo>
                  <a:lnTo>
                    <a:pt x="935" y="169"/>
                  </a:lnTo>
                  <a:lnTo>
                    <a:pt x="943" y="163"/>
                  </a:lnTo>
                  <a:lnTo>
                    <a:pt x="946" y="162"/>
                  </a:lnTo>
                  <a:lnTo>
                    <a:pt x="948" y="160"/>
                  </a:lnTo>
                  <a:lnTo>
                    <a:pt x="949" y="156"/>
                  </a:lnTo>
                  <a:lnTo>
                    <a:pt x="948" y="154"/>
                  </a:lnTo>
                  <a:lnTo>
                    <a:pt x="950" y="149"/>
                  </a:lnTo>
                  <a:lnTo>
                    <a:pt x="945" y="142"/>
                  </a:lnTo>
                  <a:lnTo>
                    <a:pt x="946" y="140"/>
                  </a:lnTo>
                  <a:lnTo>
                    <a:pt x="944" y="139"/>
                  </a:lnTo>
                  <a:lnTo>
                    <a:pt x="942" y="135"/>
                  </a:lnTo>
                  <a:lnTo>
                    <a:pt x="942" y="132"/>
                  </a:lnTo>
                  <a:lnTo>
                    <a:pt x="947" y="129"/>
                  </a:lnTo>
                  <a:lnTo>
                    <a:pt x="949" y="125"/>
                  </a:lnTo>
                  <a:lnTo>
                    <a:pt x="952" y="124"/>
                  </a:lnTo>
                  <a:lnTo>
                    <a:pt x="957" y="122"/>
                  </a:lnTo>
                  <a:lnTo>
                    <a:pt x="960" y="124"/>
                  </a:lnTo>
                  <a:lnTo>
                    <a:pt x="970" y="110"/>
                  </a:lnTo>
                  <a:lnTo>
                    <a:pt x="973" y="111"/>
                  </a:lnTo>
                  <a:lnTo>
                    <a:pt x="982" y="105"/>
                  </a:lnTo>
                  <a:lnTo>
                    <a:pt x="984" y="105"/>
                  </a:lnTo>
                  <a:lnTo>
                    <a:pt x="991" y="106"/>
                  </a:lnTo>
                  <a:lnTo>
                    <a:pt x="997" y="105"/>
                  </a:lnTo>
                  <a:lnTo>
                    <a:pt x="1000" y="109"/>
                  </a:lnTo>
                  <a:lnTo>
                    <a:pt x="1006" y="112"/>
                  </a:lnTo>
                  <a:lnTo>
                    <a:pt x="1014" y="113"/>
                  </a:lnTo>
                  <a:lnTo>
                    <a:pt x="1021" y="119"/>
                  </a:lnTo>
                  <a:lnTo>
                    <a:pt x="1021" y="117"/>
                  </a:lnTo>
                  <a:lnTo>
                    <a:pt x="1027" y="116"/>
                  </a:lnTo>
                  <a:lnTo>
                    <a:pt x="1032" y="113"/>
                  </a:lnTo>
                  <a:lnTo>
                    <a:pt x="1038" y="118"/>
                  </a:lnTo>
                  <a:lnTo>
                    <a:pt x="1043" y="119"/>
                  </a:lnTo>
                  <a:lnTo>
                    <a:pt x="1046" y="119"/>
                  </a:lnTo>
                  <a:lnTo>
                    <a:pt x="1049" y="121"/>
                  </a:lnTo>
                  <a:lnTo>
                    <a:pt x="1052" y="122"/>
                  </a:lnTo>
                  <a:lnTo>
                    <a:pt x="1056" y="121"/>
                  </a:lnTo>
                  <a:lnTo>
                    <a:pt x="1062" y="124"/>
                  </a:lnTo>
                  <a:lnTo>
                    <a:pt x="1067" y="130"/>
                  </a:lnTo>
                  <a:lnTo>
                    <a:pt x="1070" y="131"/>
                  </a:lnTo>
                  <a:lnTo>
                    <a:pt x="1070" y="133"/>
                  </a:lnTo>
                  <a:lnTo>
                    <a:pt x="1073" y="135"/>
                  </a:lnTo>
                  <a:lnTo>
                    <a:pt x="1083" y="137"/>
                  </a:lnTo>
                  <a:lnTo>
                    <a:pt x="1089" y="140"/>
                  </a:lnTo>
                  <a:lnTo>
                    <a:pt x="1096" y="142"/>
                  </a:lnTo>
                  <a:lnTo>
                    <a:pt x="1098" y="143"/>
                  </a:lnTo>
                  <a:lnTo>
                    <a:pt x="1100" y="141"/>
                  </a:lnTo>
                  <a:lnTo>
                    <a:pt x="1110" y="142"/>
                  </a:lnTo>
                  <a:lnTo>
                    <a:pt x="1110" y="142"/>
                  </a:lnTo>
                  <a:lnTo>
                    <a:pt x="1109" y="146"/>
                  </a:lnTo>
                  <a:lnTo>
                    <a:pt x="1109" y="149"/>
                  </a:lnTo>
                  <a:lnTo>
                    <a:pt x="1114" y="152"/>
                  </a:lnTo>
                  <a:lnTo>
                    <a:pt x="1114" y="154"/>
                  </a:lnTo>
                  <a:lnTo>
                    <a:pt x="1117" y="154"/>
                  </a:lnTo>
                  <a:lnTo>
                    <a:pt x="1122" y="151"/>
                  </a:lnTo>
                  <a:lnTo>
                    <a:pt x="1131" y="150"/>
                  </a:lnTo>
                  <a:lnTo>
                    <a:pt x="1134" y="151"/>
                  </a:lnTo>
                  <a:lnTo>
                    <a:pt x="1136" y="149"/>
                  </a:lnTo>
                  <a:lnTo>
                    <a:pt x="1150" y="146"/>
                  </a:lnTo>
                  <a:lnTo>
                    <a:pt x="1152" y="147"/>
                  </a:lnTo>
                  <a:lnTo>
                    <a:pt x="1155" y="146"/>
                  </a:lnTo>
                  <a:lnTo>
                    <a:pt x="1156" y="147"/>
                  </a:lnTo>
                  <a:lnTo>
                    <a:pt x="1160" y="146"/>
                  </a:lnTo>
                  <a:lnTo>
                    <a:pt x="1163" y="147"/>
                  </a:lnTo>
                  <a:lnTo>
                    <a:pt x="1171" y="144"/>
                  </a:lnTo>
                  <a:lnTo>
                    <a:pt x="1176" y="143"/>
                  </a:lnTo>
                  <a:lnTo>
                    <a:pt x="1181" y="139"/>
                  </a:lnTo>
                  <a:lnTo>
                    <a:pt x="1184" y="138"/>
                  </a:lnTo>
                  <a:lnTo>
                    <a:pt x="1186" y="137"/>
                  </a:lnTo>
                  <a:lnTo>
                    <a:pt x="1192" y="136"/>
                  </a:lnTo>
                  <a:lnTo>
                    <a:pt x="1196" y="134"/>
                  </a:lnTo>
                  <a:lnTo>
                    <a:pt x="1199" y="128"/>
                  </a:lnTo>
                  <a:lnTo>
                    <a:pt x="1204" y="126"/>
                  </a:lnTo>
                  <a:lnTo>
                    <a:pt x="1210" y="126"/>
                  </a:lnTo>
                  <a:lnTo>
                    <a:pt x="1212" y="124"/>
                  </a:lnTo>
                  <a:lnTo>
                    <a:pt x="1219" y="116"/>
                  </a:lnTo>
                  <a:lnTo>
                    <a:pt x="1221" y="110"/>
                  </a:lnTo>
                  <a:lnTo>
                    <a:pt x="1223" y="109"/>
                  </a:lnTo>
                  <a:lnTo>
                    <a:pt x="1228" y="110"/>
                  </a:lnTo>
                  <a:lnTo>
                    <a:pt x="1229" y="108"/>
                  </a:lnTo>
                  <a:lnTo>
                    <a:pt x="1236" y="108"/>
                  </a:lnTo>
                  <a:lnTo>
                    <a:pt x="1245" y="102"/>
                  </a:lnTo>
                  <a:lnTo>
                    <a:pt x="1249" y="99"/>
                  </a:lnTo>
                  <a:lnTo>
                    <a:pt x="1250" y="92"/>
                  </a:lnTo>
                  <a:lnTo>
                    <a:pt x="1256" y="88"/>
                  </a:lnTo>
                  <a:lnTo>
                    <a:pt x="1261" y="80"/>
                  </a:lnTo>
                  <a:lnTo>
                    <a:pt x="1257" y="79"/>
                  </a:lnTo>
                  <a:lnTo>
                    <a:pt x="1257" y="76"/>
                  </a:lnTo>
                  <a:lnTo>
                    <a:pt x="1259" y="70"/>
                  </a:lnTo>
                  <a:lnTo>
                    <a:pt x="1258" y="69"/>
                  </a:lnTo>
                  <a:lnTo>
                    <a:pt x="1257" y="64"/>
                  </a:lnTo>
                  <a:lnTo>
                    <a:pt x="1258" y="60"/>
                  </a:lnTo>
                  <a:lnTo>
                    <a:pt x="1264" y="51"/>
                  </a:lnTo>
                  <a:lnTo>
                    <a:pt x="1264" y="48"/>
                  </a:lnTo>
                  <a:lnTo>
                    <a:pt x="1265" y="45"/>
                  </a:lnTo>
                  <a:lnTo>
                    <a:pt x="1265" y="40"/>
                  </a:lnTo>
                  <a:lnTo>
                    <a:pt x="1263" y="39"/>
                  </a:lnTo>
                  <a:lnTo>
                    <a:pt x="1264" y="33"/>
                  </a:lnTo>
                  <a:lnTo>
                    <a:pt x="1266" y="24"/>
                  </a:lnTo>
                  <a:lnTo>
                    <a:pt x="1272" y="23"/>
                  </a:lnTo>
                  <a:lnTo>
                    <a:pt x="1280" y="12"/>
                  </a:lnTo>
                  <a:lnTo>
                    <a:pt x="1283" y="10"/>
                  </a:lnTo>
                  <a:lnTo>
                    <a:pt x="1283" y="11"/>
                  </a:lnTo>
                  <a:lnTo>
                    <a:pt x="1287" y="0"/>
                  </a:lnTo>
                  <a:lnTo>
                    <a:pt x="1296" y="2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6" name="Freeform 29">
              <a:extLst>
                <a:ext uri="{FF2B5EF4-FFF2-40B4-BE49-F238E27FC236}">
                  <a16:creationId xmlns:a16="http://schemas.microsoft.com/office/drawing/2014/main" id="{0565CD33-7C31-4772-A70C-7C1062C6B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7131" y="2883755"/>
              <a:ext cx="254036" cy="202811"/>
            </a:xfrm>
            <a:custGeom>
              <a:avLst/>
              <a:gdLst>
                <a:gd name="T0" fmla="*/ 16 w 243"/>
                <a:gd name="T1" fmla="*/ 13 h 194"/>
                <a:gd name="T2" fmla="*/ 19 w 243"/>
                <a:gd name="T3" fmla="*/ 27 h 194"/>
                <a:gd name="T4" fmla="*/ 29 w 243"/>
                <a:gd name="T5" fmla="*/ 30 h 194"/>
                <a:gd name="T6" fmla="*/ 38 w 243"/>
                <a:gd name="T7" fmla="*/ 32 h 194"/>
                <a:gd name="T8" fmla="*/ 46 w 243"/>
                <a:gd name="T9" fmla="*/ 37 h 194"/>
                <a:gd name="T10" fmla="*/ 57 w 243"/>
                <a:gd name="T11" fmla="*/ 42 h 194"/>
                <a:gd name="T12" fmla="*/ 62 w 243"/>
                <a:gd name="T13" fmla="*/ 47 h 194"/>
                <a:gd name="T14" fmla="*/ 70 w 243"/>
                <a:gd name="T15" fmla="*/ 49 h 194"/>
                <a:gd name="T16" fmla="*/ 82 w 243"/>
                <a:gd name="T17" fmla="*/ 43 h 194"/>
                <a:gd name="T18" fmla="*/ 93 w 243"/>
                <a:gd name="T19" fmla="*/ 39 h 194"/>
                <a:gd name="T20" fmla="*/ 108 w 243"/>
                <a:gd name="T21" fmla="*/ 37 h 194"/>
                <a:gd name="T22" fmla="*/ 119 w 243"/>
                <a:gd name="T23" fmla="*/ 32 h 194"/>
                <a:gd name="T24" fmla="*/ 134 w 243"/>
                <a:gd name="T25" fmla="*/ 35 h 194"/>
                <a:gd name="T26" fmla="*/ 154 w 243"/>
                <a:gd name="T27" fmla="*/ 43 h 194"/>
                <a:gd name="T28" fmla="*/ 161 w 243"/>
                <a:gd name="T29" fmla="*/ 76 h 194"/>
                <a:gd name="T30" fmla="*/ 194 w 243"/>
                <a:gd name="T31" fmla="*/ 93 h 194"/>
                <a:gd name="T32" fmla="*/ 207 w 243"/>
                <a:gd name="T33" fmla="*/ 92 h 194"/>
                <a:gd name="T34" fmla="*/ 215 w 243"/>
                <a:gd name="T35" fmla="*/ 104 h 194"/>
                <a:gd name="T36" fmla="*/ 236 w 243"/>
                <a:gd name="T37" fmla="*/ 99 h 194"/>
                <a:gd name="T38" fmla="*/ 239 w 243"/>
                <a:gd name="T39" fmla="*/ 104 h 194"/>
                <a:gd name="T40" fmla="*/ 243 w 243"/>
                <a:gd name="T41" fmla="*/ 114 h 194"/>
                <a:gd name="T42" fmla="*/ 230 w 243"/>
                <a:gd name="T43" fmla="*/ 124 h 194"/>
                <a:gd name="T44" fmla="*/ 232 w 243"/>
                <a:gd name="T45" fmla="*/ 131 h 194"/>
                <a:gd name="T46" fmla="*/ 221 w 243"/>
                <a:gd name="T47" fmla="*/ 155 h 194"/>
                <a:gd name="T48" fmla="*/ 205 w 243"/>
                <a:gd name="T49" fmla="*/ 164 h 194"/>
                <a:gd name="T50" fmla="*/ 194 w 243"/>
                <a:gd name="T51" fmla="*/ 180 h 194"/>
                <a:gd name="T52" fmla="*/ 169 w 243"/>
                <a:gd name="T53" fmla="*/ 179 h 194"/>
                <a:gd name="T54" fmla="*/ 158 w 243"/>
                <a:gd name="T55" fmla="*/ 183 h 194"/>
                <a:gd name="T56" fmla="*/ 154 w 243"/>
                <a:gd name="T57" fmla="*/ 188 h 194"/>
                <a:gd name="T58" fmla="*/ 140 w 243"/>
                <a:gd name="T59" fmla="*/ 193 h 194"/>
                <a:gd name="T60" fmla="*/ 134 w 243"/>
                <a:gd name="T61" fmla="*/ 188 h 194"/>
                <a:gd name="T62" fmla="*/ 107 w 243"/>
                <a:gd name="T63" fmla="*/ 183 h 194"/>
                <a:gd name="T64" fmla="*/ 77 w 243"/>
                <a:gd name="T65" fmla="*/ 173 h 194"/>
                <a:gd name="T66" fmla="*/ 67 w 243"/>
                <a:gd name="T67" fmla="*/ 143 h 194"/>
                <a:gd name="T68" fmla="*/ 48 w 243"/>
                <a:gd name="T69" fmla="*/ 158 h 194"/>
                <a:gd name="T70" fmla="*/ 41 w 243"/>
                <a:gd name="T71" fmla="*/ 139 h 194"/>
                <a:gd name="T72" fmla="*/ 29 w 243"/>
                <a:gd name="T73" fmla="*/ 145 h 194"/>
                <a:gd name="T74" fmla="*/ 26 w 243"/>
                <a:gd name="T75" fmla="*/ 147 h 194"/>
                <a:gd name="T76" fmla="*/ 22 w 243"/>
                <a:gd name="T77" fmla="*/ 147 h 194"/>
                <a:gd name="T78" fmla="*/ 18 w 243"/>
                <a:gd name="T79" fmla="*/ 148 h 194"/>
                <a:gd name="T80" fmla="*/ 16 w 243"/>
                <a:gd name="T81" fmla="*/ 139 h 194"/>
                <a:gd name="T82" fmla="*/ 14 w 243"/>
                <a:gd name="T83" fmla="*/ 127 h 194"/>
                <a:gd name="T84" fmla="*/ 14 w 243"/>
                <a:gd name="T85" fmla="*/ 112 h 194"/>
                <a:gd name="T86" fmla="*/ 13 w 243"/>
                <a:gd name="T87" fmla="*/ 88 h 194"/>
                <a:gd name="T88" fmla="*/ 6 w 243"/>
                <a:gd name="T89" fmla="*/ 84 h 194"/>
                <a:gd name="T90" fmla="*/ 8 w 243"/>
                <a:gd name="T91" fmla="*/ 65 h 194"/>
                <a:gd name="T92" fmla="*/ 4 w 243"/>
                <a:gd name="T93" fmla="*/ 48 h 194"/>
                <a:gd name="T94" fmla="*/ 0 w 243"/>
                <a:gd name="T95" fmla="*/ 28 h 194"/>
                <a:gd name="T96" fmla="*/ 9 w 243"/>
                <a:gd name="T97" fmla="*/ 1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3" h="194">
                  <a:moveTo>
                    <a:pt x="11" y="0"/>
                  </a:moveTo>
                  <a:lnTo>
                    <a:pt x="14" y="4"/>
                  </a:lnTo>
                  <a:lnTo>
                    <a:pt x="16" y="13"/>
                  </a:lnTo>
                  <a:lnTo>
                    <a:pt x="17" y="15"/>
                  </a:lnTo>
                  <a:lnTo>
                    <a:pt x="18" y="24"/>
                  </a:lnTo>
                  <a:lnTo>
                    <a:pt x="19" y="27"/>
                  </a:lnTo>
                  <a:lnTo>
                    <a:pt x="22" y="29"/>
                  </a:lnTo>
                  <a:lnTo>
                    <a:pt x="21" y="30"/>
                  </a:lnTo>
                  <a:lnTo>
                    <a:pt x="29" y="30"/>
                  </a:lnTo>
                  <a:lnTo>
                    <a:pt x="34" y="30"/>
                  </a:lnTo>
                  <a:lnTo>
                    <a:pt x="36" y="29"/>
                  </a:lnTo>
                  <a:lnTo>
                    <a:pt x="38" y="32"/>
                  </a:lnTo>
                  <a:lnTo>
                    <a:pt x="40" y="30"/>
                  </a:lnTo>
                  <a:lnTo>
                    <a:pt x="42" y="35"/>
                  </a:lnTo>
                  <a:lnTo>
                    <a:pt x="46" y="37"/>
                  </a:lnTo>
                  <a:lnTo>
                    <a:pt x="49" y="36"/>
                  </a:lnTo>
                  <a:lnTo>
                    <a:pt x="53" y="43"/>
                  </a:lnTo>
                  <a:lnTo>
                    <a:pt x="57" y="42"/>
                  </a:lnTo>
                  <a:lnTo>
                    <a:pt x="63" y="45"/>
                  </a:lnTo>
                  <a:lnTo>
                    <a:pt x="61" y="46"/>
                  </a:lnTo>
                  <a:lnTo>
                    <a:pt x="62" y="47"/>
                  </a:lnTo>
                  <a:lnTo>
                    <a:pt x="64" y="46"/>
                  </a:lnTo>
                  <a:lnTo>
                    <a:pt x="69" y="47"/>
                  </a:lnTo>
                  <a:lnTo>
                    <a:pt x="70" y="49"/>
                  </a:lnTo>
                  <a:lnTo>
                    <a:pt x="75" y="45"/>
                  </a:lnTo>
                  <a:lnTo>
                    <a:pt x="78" y="43"/>
                  </a:lnTo>
                  <a:lnTo>
                    <a:pt x="82" y="43"/>
                  </a:lnTo>
                  <a:lnTo>
                    <a:pt x="84" y="44"/>
                  </a:lnTo>
                  <a:lnTo>
                    <a:pt x="87" y="41"/>
                  </a:lnTo>
                  <a:lnTo>
                    <a:pt x="93" y="39"/>
                  </a:lnTo>
                  <a:lnTo>
                    <a:pt x="93" y="35"/>
                  </a:lnTo>
                  <a:lnTo>
                    <a:pt x="106" y="35"/>
                  </a:lnTo>
                  <a:lnTo>
                    <a:pt x="108" y="37"/>
                  </a:lnTo>
                  <a:lnTo>
                    <a:pt x="109" y="33"/>
                  </a:lnTo>
                  <a:lnTo>
                    <a:pt x="114" y="30"/>
                  </a:lnTo>
                  <a:lnTo>
                    <a:pt x="119" y="32"/>
                  </a:lnTo>
                  <a:lnTo>
                    <a:pt x="126" y="32"/>
                  </a:lnTo>
                  <a:lnTo>
                    <a:pt x="131" y="35"/>
                  </a:lnTo>
                  <a:lnTo>
                    <a:pt x="134" y="35"/>
                  </a:lnTo>
                  <a:lnTo>
                    <a:pt x="143" y="38"/>
                  </a:lnTo>
                  <a:lnTo>
                    <a:pt x="147" y="39"/>
                  </a:lnTo>
                  <a:lnTo>
                    <a:pt x="154" y="43"/>
                  </a:lnTo>
                  <a:lnTo>
                    <a:pt x="159" y="49"/>
                  </a:lnTo>
                  <a:lnTo>
                    <a:pt x="161" y="58"/>
                  </a:lnTo>
                  <a:lnTo>
                    <a:pt x="161" y="76"/>
                  </a:lnTo>
                  <a:lnTo>
                    <a:pt x="166" y="88"/>
                  </a:lnTo>
                  <a:lnTo>
                    <a:pt x="194" y="90"/>
                  </a:lnTo>
                  <a:lnTo>
                    <a:pt x="194" y="93"/>
                  </a:lnTo>
                  <a:lnTo>
                    <a:pt x="196" y="93"/>
                  </a:lnTo>
                  <a:lnTo>
                    <a:pt x="205" y="90"/>
                  </a:lnTo>
                  <a:lnTo>
                    <a:pt x="207" y="92"/>
                  </a:lnTo>
                  <a:lnTo>
                    <a:pt x="210" y="91"/>
                  </a:lnTo>
                  <a:lnTo>
                    <a:pt x="211" y="101"/>
                  </a:lnTo>
                  <a:lnTo>
                    <a:pt x="215" y="104"/>
                  </a:lnTo>
                  <a:lnTo>
                    <a:pt x="222" y="104"/>
                  </a:lnTo>
                  <a:lnTo>
                    <a:pt x="224" y="102"/>
                  </a:lnTo>
                  <a:lnTo>
                    <a:pt x="236" y="99"/>
                  </a:lnTo>
                  <a:lnTo>
                    <a:pt x="236" y="99"/>
                  </a:lnTo>
                  <a:lnTo>
                    <a:pt x="239" y="101"/>
                  </a:lnTo>
                  <a:lnTo>
                    <a:pt x="239" y="104"/>
                  </a:lnTo>
                  <a:lnTo>
                    <a:pt x="240" y="105"/>
                  </a:lnTo>
                  <a:lnTo>
                    <a:pt x="241" y="112"/>
                  </a:lnTo>
                  <a:lnTo>
                    <a:pt x="243" y="114"/>
                  </a:lnTo>
                  <a:lnTo>
                    <a:pt x="238" y="115"/>
                  </a:lnTo>
                  <a:lnTo>
                    <a:pt x="234" y="118"/>
                  </a:lnTo>
                  <a:lnTo>
                    <a:pt x="230" y="124"/>
                  </a:lnTo>
                  <a:lnTo>
                    <a:pt x="229" y="127"/>
                  </a:lnTo>
                  <a:lnTo>
                    <a:pt x="230" y="130"/>
                  </a:lnTo>
                  <a:lnTo>
                    <a:pt x="232" y="131"/>
                  </a:lnTo>
                  <a:lnTo>
                    <a:pt x="232" y="134"/>
                  </a:lnTo>
                  <a:lnTo>
                    <a:pt x="227" y="144"/>
                  </a:lnTo>
                  <a:lnTo>
                    <a:pt x="221" y="155"/>
                  </a:lnTo>
                  <a:lnTo>
                    <a:pt x="210" y="155"/>
                  </a:lnTo>
                  <a:lnTo>
                    <a:pt x="210" y="161"/>
                  </a:lnTo>
                  <a:lnTo>
                    <a:pt x="205" y="164"/>
                  </a:lnTo>
                  <a:lnTo>
                    <a:pt x="199" y="172"/>
                  </a:lnTo>
                  <a:lnTo>
                    <a:pt x="198" y="177"/>
                  </a:lnTo>
                  <a:lnTo>
                    <a:pt x="194" y="180"/>
                  </a:lnTo>
                  <a:lnTo>
                    <a:pt x="185" y="180"/>
                  </a:lnTo>
                  <a:lnTo>
                    <a:pt x="172" y="178"/>
                  </a:lnTo>
                  <a:lnTo>
                    <a:pt x="169" y="179"/>
                  </a:lnTo>
                  <a:lnTo>
                    <a:pt x="167" y="182"/>
                  </a:lnTo>
                  <a:lnTo>
                    <a:pt x="160" y="183"/>
                  </a:lnTo>
                  <a:lnTo>
                    <a:pt x="158" y="183"/>
                  </a:lnTo>
                  <a:lnTo>
                    <a:pt x="157" y="183"/>
                  </a:lnTo>
                  <a:lnTo>
                    <a:pt x="154" y="186"/>
                  </a:lnTo>
                  <a:lnTo>
                    <a:pt x="154" y="188"/>
                  </a:lnTo>
                  <a:lnTo>
                    <a:pt x="152" y="188"/>
                  </a:lnTo>
                  <a:lnTo>
                    <a:pt x="143" y="191"/>
                  </a:lnTo>
                  <a:lnTo>
                    <a:pt x="140" y="193"/>
                  </a:lnTo>
                  <a:lnTo>
                    <a:pt x="134" y="194"/>
                  </a:lnTo>
                  <a:lnTo>
                    <a:pt x="132" y="193"/>
                  </a:lnTo>
                  <a:lnTo>
                    <a:pt x="134" y="188"/>
                  </a:lnTo>
                  <a:lnTo>
                    <a:pt x="132" y="180"/>
                  </a:lnTo>
                  <a:lnTo>
                    <a:pt x="118" y="180"/>
                  </a:lnTo>
                  <a:lnTo>
                    <a:pt x="107" y="183"/>
                  </a:lnTo>
                  <a:lnTo>
                    <a:pt x="103" y="183"/>
                  </a:lnTo>
                  <a:lnTo>
                    <a:pt x="101" y="186"/>
                  </a:lnTo>
                  <a:lnTo>
                    <a:pt x="77" y="173"/>
                  </a:lnTo>
                  <a:lnTo>
                    <a:pt x="77" y="173"/>
                  </a:lnTo>
                  <a:lnTo>
                    <a:pt x="78" y="158"/>
                  </a:lnTo>
                  <a:lnTo>
                    <a:pt x="67" y="143"/>
                  </a:lnTo>
                  <a:lnTo>
                    <a:pt x="56" y="153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5" y="157"/>
                  </a:lnTo>
                  <a:lnTo>
                    <a:pt x="45" y="157"/>
                  </a:lnTo>
                  <a:lnTo>
                    <a:pt x="41" y="139"/>
                  </a:lnTo>
                  <a:lnTo>
                    <a:pt x="38" y="139"/>
                  </a:lnTo>
                  <a:lnTo>
                    <a:pt x="31" y="144"/>
                  </a:lnTo>
                  <a:lnTo>
                    <a:pt x="29" y="145"/>
                  </a:lnTo>
                  <a:lnTo>
                    <a:pt x="27" y="147"/>
                  </a:lnTo>
                  <a:lnTo>
                    <a:pt x="27" y="146"/>
                  </a:lnTo>
                  <a:lnTo>
                    <a:pt x="26" y="147"/>
                  </a:lnTo>
                  <a:lnTo>
                    <a:pt x="24" y="146"/>
                  </a:lnTo>
                  <a:lnTo>
                    <a:pt x="22" y="148"/>
                  </a:lnTo>
                  <a:lnTo>
                    <a:pt x="22" y="147"/>
                  </a:lnTo>
                  <a:lnTo>
                    <a:pt x="20" y="147"/>
                  </a:lnTo>
                  <a:lnTo>
                    <a:pt x="19" y="146"/>
                  </a:lnTo>
                  <a:lnTo>
                    <a:pt x="18" y="148"/>
                  </a:lnTo>
                  <a:lnTo>
                    <a:pt x="16" y="145"/>
                  </a:lnTo>
                  <a:lnTo>
                    <a:pt x="15" y="142"/>
                  </a:lnTo>
                  <a:lnTo>
                    <a:pt x="16" y="139"/>
                  </a:lnTo>
                  <a:lnTo>
                    <a:pt x="16" y="134"/>
                  </a:lnTo>
                  <a:lnTo>
                    <a:pt x="14" y="127"/>
                  </a:lnTo>
                  <a:lnTo>
                    <a:pt x="14" y="127"/>
                  </a:lnTo>
                  <a:lnTo>
                    <a:pt x="16" y="122"/>
                  </a:lnTo>
                  <a:lnTo>
                    <a:pt x="15" y="117"/>
                  </a:lnTo>
                  <a:lnTo>
                    <a:pt x="14" y="112"/>
                  </a:lnTo>
                  <a:lnTo>
                    <a:pt x="16" y="106"/>
                  </a:lnTo>
                  <a:lnTo>
                    <a:pt x="16" y="99"/>
                  </a:lnTo>
                  <a:lnTo>
                    <a:pt x="13" y="88"/>
                  </a:lnTo>
                  <a:lnTo>
                    <a:pt x="11" y="86"/>
                  </a:lnTo>
                  <a:lnTo>
                    <a:pt x="6" y="85"/>
                  </a:lnTo>
                  <a:lnTo>
                    <a:pt x="6" y="84"/>
                  </a:lnTo>
                  <a:lnTo>
                    <a:pt x="4" y="73"/>
                  </a:lnTo>
                  <a:lnTo>
                    <a:pt x="5" y="71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6" y="56"/>
                  </a:lnTo>
                  <a:lnTo>
                    <a:pt x="4" y="48"/>
                  </a:lnTo>
                  <a:lnTo>
                    <a:pt x="5" y="41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9" y="15"/>
                  </a:lnTo>
                  <a:lnTo>
                    <a:pt x="9" y="11"/>
                  </a:lnTo>
                  <a:lnTo>
                    <a:pt x="13" y="4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7" name="Freeform 30">
              <a:extLst>
                <a:ext uri="{FF2B5EF4-FFF2-40B4-BE49-F238E27FC236}">
                  <a16:creationId xmlns:a16="http://schemas.microsoft.com/office/drawing/2014/main" id="{F1D0D8EF-93B0-4106-942E-13EA074C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6814" y="2341184"/>
              <a:ext cx="517482" cy="651295"/>
            </a:xfrm>
            <a:custGeom>
              <a:avLst/>
              <a:gdLst>
                <a:gd name="T0" fmla="*/ 259 w 495"/>
                <a:gd name="T1" fmla="*/ 48 h 623"/>
                <a:gd name="T2" fmla="*/ 283 w 495"/>
                <a:gd name="T3" fmla="*/ 60 h 623"/>
                <a:gd name="T4" fmla="*/ 310 w 495"/>
                <a:gd name="T5" fmla="*/ 63 h 623"/>
                <a:gd name="T6" fmla="*/ 340 w 495"/>
                <a:gd name="T7" fmla="*/ 40 h 623"/>
                <a:gd name="T8" fmla="*/ 371 w 495"/>
                <a:gd name="T9" fmla="*/ 56 h 623"/>
                <a:gd name="T10" fmla="*/ 361 w 495"/>
                <a:gd name="T11" fmla="*/ 82 h 623"/>
                <a:gd name="T12" fmla="*/ 341 w 495"/>
                <a:gd name="T13" fmla="*/ 106 h 623"/>
                <a:gd name="T14" fmla="*/ 318 w 495"/>
                <a:gd name="T15" fmla="*/ 90 h 623"/>
                <a:gd name="T16" fmla="*/ 304 w 495"/>
                <a:gd name="T17" fmla="*/ 101 h 623"/>
                <a:gd name="T18" fmla="*/ 355 w 495"/>
                <a:gd name="T19" fmla="*/ 131 h 623"/>
                <a:gd name="T20" fmla="*/ 364 w 495"/>
                <a:gd name="T21" fmla="*/ 144 h 623"/>
                <a:gd name="T22" fmla="*/ 381 w 495"/>
                <a:gd name="T23" fmla="*/ 151 h 623"/>
                <a:gd name="T24" fmla="*/ 373 w 495"/>
                <a:gd name="T25" fmla="*/ 162 h 623"/>
                <a:gd name="T26" fmla="*/ 390 w 495"/>
                <a:gd name="T27" fmla="*/ 191 h 623"/>
                <a:gd name="T28" fmla="*/ 427 w 495"/>
                <a:gd name="T29" fmla="*/ 207 h 623"/>
                <a:gd name="T30" fmla="*/ 417 w 495"/>
                <a:gd name="T31" fmla="*/ 254 h 623"/>
                <a:gd name="T32" fmla="*/ 435 w 495"/>
                <a:gd name="T33" fmla="*/ 285 h 623"/>
                <a:gd name="T34" fmla="*/ 452 w 495"/>
                <a:gd name="T35" fmla="*/ 307 h 623"/>
                <a:gd name="T36" fmla="*/ 435 w 495"/>
                <a:gd name="T37" fmla="*/ 335 h 623"/>
                <a:gd name="T38" fmla="*/ 463 w 495"/>
                <a:gd name="T39" fmla="*/ 371 h 623"/>
                <a:gd name="T40" fmla="*/ 487 w 495"/>
                <a:gd name="T41" fmla="*/ 405 h 623"/>
                <a:gd name="T42" fmla="*/ 479 w 495"/>
                <a:gd name="T43" fmla="*/ 453 h 623"/>
                <a:gd name="T44" fmla="*/ 463 w 495"/>
                <a:gd name="T45" fmla="*/ 484 h 623"/>
                <a:gd name="T46" fmla="*/ 452 w 495"/>
                <a:gd name="T47" fmla="*/ 507 h 623"/>
                <a:gd name="T48" fmla="*/ 403 w 495"/>
                <a:gd name="T49" fmla="*/ 526 h 623"/>
                <a:gd name="T50" fmla="*/ 377 w 495"/>
                <a:gd name="T51" fmla="*/ 519 h 623"/>
                <a:gd name="T52" fmla="*/ 343 w 495"/>
                <a:gd name="T53" fmla="*/ 551 h 623"/>
                <a:gd name="T54" fmla="*/ 255 w 495"/>
                <a:gd name="T55" fmla="*/ 600 h 623"/>
                <a:gd name="T56" fmla="*/ 236 w 495"/>
                <a:gd name="T57" fmla="*/ 611 h 623"/>
                <a:gd name="T58" fmla="*/ 176 w 495"/>
                <a:gd name="T59" fmla="*/ 558 h 623"/>
                <a:gd name="T60" fmla="*/ 122 w 495"/>
                <a:gd name="T61" fmla="*/ 554 h 623"/>
                <a:gd name="T62" fmla="*/ 91 w 495"/>
                <a:gd name="T63" fmla="*/ 566 h 623"/>
                <a:gd name="T64" fmla="*/ 65 w 495"/>
                <a:gd name="T65" fmla="*/ 548 h 623"/>
                <a:gd name="T66" fmla="*/ 40 w 495"/>
                <a:gd name="T67" fmla="*/ 519 h 623"/>
                <a:gd name="T68" fmla="*/ 26 w 495"/>
                <a:gd name="T69" fmla="*/ 472 h 623"/>
                <a:gd name="T70" fmla="*/ 59 w 495"/>
                <a:gd name="T71" fmla="*/ 451 h 623"/>
                <a:gd name="T72" fmla="*/ 73 w 495"/>
                <a:gd name="T73" fmla="*/ 424 h 623"/>
                <a:gd name="T74" fmla="*/ 46 w 495"/>
                <a:gd name="T75" fmla="*/ 421 h 623"/>
                <a:gd name="T76" fmla="*/ 38 w 495"/>
                <a:gd name="T77" fmla="*/ 385 h 623"/>
                <a:gd name="T78" fmla="*/ 17 w 495"/>
                <a:gd name="T79" fmla="*/ 344 h 623"/>
                <a:gd name="T80" fmla="*/ 25 w 495"/>
                <a:gd name="T81" fmla="*/ 322 h 623"/>
                <a:gd name="T82" fmla="*/ 20 w 495"/>
                <a:gd name="T83" fmla="*/ 296 h 623"/>
                <a:gd name="T84" fmla="*/ 13 w 495"/>
                <a:gd name="T85" fmla="*/ 275 h 623"/>
                <a:gd name="T86" fmla="*/ 13 w 495"/>
                <a:gd name="T87" fmla="*/ 249 h 623"/>
                <a:gd name="T88" fmla="*/ 4 w 495"/>
                <a:gd name="T89" fmla="*/ 215 h 623"/>
                <a:gd name="T90" fmla="*/ 37 w 495"/>
                <a:gd name="T91" fmla="*/ 186 h 623"/>
                <a:gd name="T92" fmla="*/ 75 w 495"/>
                <a:gd name="T93" fmla="*/ 144 h 623"/>
                <a:gd name="T94" fmla="*/ 92 w 495"/>
                <a:gd name="T95" fmla="*/ 130 h 623"/>
                <a:gd name="T96" fmla="*/ 92 w 495"/>
                <a:gd name="T97" fmla="*/ 103 h 623"/>
                <a:gd name="T98" fmla="*/ 122 w 495"/>
                <a:gd name="T99" fmla="*/ 82 h 623"/>
                <a:gd name="T100" fmla="*/ 156 w 495"/>
                <a:gd name="T101" fmla="*/ 83 h 623"/>
                <a:gd name="T102" fmla="*/ 160 w 495"/>
                <a:gd name="T103" fmla="*/ 110 h 623"/>
                <a:gd name="T104" fmla="*/ 142 w 495"/>
                <a:gd name="T105" fmla="*/ 137 h 623"/>
                <a:gd name="T106" fmla="*/ 156 w 495"/>
                <a:gd name="T107" fmla="*/ 165 h 623"/>
                <a:gd name="T108" fmla="*/ 184 w 495"/>
                <a:gd name="T109" fmla="*/ 117 h 623"/>
                <a:gd name="T110" fmla="*/ 194 w 495"/>
                <a:gd name="T111" fmla="*/ 52 h 623"/>
                <a:gd name="T112" fmla="*/ 213 w 495"/>
                <a:gd name="T113" fmla="*/ 53 h 623"/>
                <a:gd name="T114" fmla="*/ 206 w 495"/>
                <a:gd name="T115" fmla="*/ 22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5" h="623">
                  <a:moveTo>
                    <a:pt x="242" y="11"/>
                  </a:moveTo>
                  <a:lnTo>
                    <a:pt x="246" y="12"/>
                  </a:lnTo>
                  <a:lnTo>
                    <a:pt x="247" y="13"/>
                  </a:lnTo>
                  <a:lnTo>
                    <a:pt x="246" y="23"/>
                  </a:lnTo>
                  <a:lnTo>
                    <a:pt x="253" y="27"/>
                  </a:lnTo>
                  <a:lnTo>
                    <a:pt x="254" y="32"/>
                  </a:lnTo>
                  <a:lnTo>
                    <a:pt x="253" y="36"/>
                  </a:lnTo>
                  <a:lnTo>
                    <a:pt x="255" y="42"/>
                  </a:lnTo>
                  <a:lnTo>
                    <a:pt x="260" y="47"/>
                  </a:lnTo>
                  <a:lnTo>
                    <a:pt x="259" y="48"/>
                  </a:lnTo>
                  <a:lnTo>
                    <a:pt x="261" y="48"/>
                  </a:lnTo>
                  <a:lnTo>
                    <a:pt x="263" y="52"/>
                  </a:lnTo>
                  <a:lnTo>
                    <a:pt x="266" y="55"/>
                  </a:lnTo>
                  <a:lnTo>
                    <a:pt x="270" y="55"/>
                  </a:lnTo>
                  <a:lnTo>
                    <a:pt x="270" y="56"/>
                  </a:lnTo>
                  <a:lnTo>
                    <a:pt x="272" y="56"/>
                  </a:lnTo>
                  <a:lnTo>
                    <a:pt x="272" y="58"/>
                  </a:lnTo>
                  <a:lnTo>
                    <a:pt x="277" y="61"/>
                  </a:lnTo>
                  <a:lnTo>
                    <a:pt x="283" y="58"/>
                  </a:lnTo>
                  <a:lnTo>
                    <a:pt x="283" y="60"/>
                  </a:lnTo>
                  <a:lnTo>
                    <a:pt x="284" y="62"/>
                  </a:lnTo>
                  <a:lnTo>
                    <a:pt x="287" y="63"/>
                  </a:lnTo>
                  <a:lnTo>
                    <a:pt x="291" y="60"/>
                  </a:lnTo>
                  <a:lnTo>
                    <a:pt x="295" y="61"/>
                  </a:lnTo>
                  <a:lnTo>
                    <a:pt x="299" y="63"/>
                  </a:lnTo>
                  <a:lnTo>
                    <a:pt x="300" y="62"/>
                  </a:lnTo>
                  <a:lnTo>
                    <a:pt x="304" y="61"/>
                  </a:lnTo>
                  <a:lnTo>
                    <a:pt x="305" y="64"/>
                  </a:lnTo>
                  <a:lnTo>
                    <a:pt x="308" y="66"/>
                  </a:lnTo>
                  <a:lnTo>
                    <a:pt x="310" y="63"/>
                  </a:lnTo>
                  <a:lnTo>
                    <a:pt x="315" y="62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58"/>
                  </a:lnTo>
                  <a:lnTo>
                    <a:pt x="325" y="52"/>
                  </a:lnTo>
                  <a:lnTo>
                    <a:pt x="332" y="53"/>
                  </a:lnTo>
                  <a:lnTo>
                    <a:pt x="333" y="52"/>
                  </a:lnTo>
                  <a:lnTo>
                    <a:pt x="336" y="50"/>
                  </a:lnTo>
                  <a:lnTo>
                    <a:pt x="339" y="46"/>
                  </a:lnTo>
                  <a:lnTo>
                    <a:pt x="340" y="40"/>
                  </a:lnTo>
                  <a:lnTo>
                    <a:pt x="341" y="34"/>
                  </a:lnTo>
                  <a:lnTo>
                    <a:pt x="343" y="35"/>
                  </a:lnTo>
                  <a:lnTo>
                    <a:pt x="353" y="35"/>
                  </a:lnTo>
                  <a:lnTo>
                    <a:pt x="353" y="39"/>
                  </a:lnTo>
                  <a:lnTo>
                    <a:pt x="354" y="40"/>
                  </a:lnTo>
                  <a:lnTo>
                    <a:pt x="353" y="50"/>
                  </a:lnTo>
                  <a:lnTo>
                    <a:pt x="357" y="51"/>
                  </a:lnTo>
                  <a:lnTo>
                    <a:pt x="362" y="53"/>
                  </a:lnTo>
                  <a:lnTo>
                    <a:pt x="367" y="55"/>
                  </a:lnTo>
                  <a:lnTo>
                    <a:pt x="371" y="56"/>
                  </a:lnTo>
                  <a:lnTo>
                    <a:pt x="371" y="67"/>
                  </a:lnTo>
                  <a:lnTo>
                    <a:pt x="369" y="71"/>
                  </a:lnTo>
                  <a:lnTo>
                    <a:pt x="370" y="71"/>
                  </a:lnTo>
                  <a:lnTo>
                    <a:pt x="366" y="75"/>
                  </a:lnTo>
                  <a:lnTo>
                    <a:pt x="366" y="77"/>
                  </a:lnTo>
                  <a:lnTo>
                    <a:pt x="364" y="77"/>
                  </a:lnTo>
                  <a:lnTo>
                    <a:pt x="364" y="78"/>
                  </a:lnTo>
                  <a:lnTo>
                    <a:pt x="362" y="78"/>
                  </a:lnTo>
                  <a:lnTo>
                    <a:pt x="360" y="80"/>
                  </a:lnTo>
                  <a:lnTo>
                    <a:pt x="361" y="82"/>
                  </a:lnTo>
                  <a:lnTo>
                    <a:pt x="360" y="83"/>
                  </a:lnTo>
                  <a:lnTo>
                    <a:pt x="359" y="85"/>
                  </a:lnTo>
                  <a:lnTo>
                    <a:pt x="362" y="87"/>
                  </a:lnTo>
                  <a:lnTo>
                    <a:pt x="359" y="89"/>
                  </a:lnTo>
                  <a:lnTo>
                    <a:pt x="361" y="92"/>
                  </a:lnTo>
                  <a:lnTo>
                    <a:pt x="354" y="95"/>
                  </a:lnTo>
                  <a:lnTo>
                    <a:pt x="352" y="107"/>
                  </a:lnTo>
                  <a:lnTo>
                    <a:pt x="353" y="110"/>
                  </a:lnTo>
                  <a:lnTo>
                    <a:pt x="342" y="107"/>
                  </a:lnTo>
                  <a:lnTo>
                    <a:pt x="341" y="106"/>
                  </a:lnTo>
                  <a:lnTo>
                    <a:pt x="343" y="101"/>
                  </a:lnTo>
                  <a:lnTo>
                    <a:pt x="342" y="100"/>
                  </a:lnTo>
                  <a:lnTo>
                    <a:pt x="340" y="101"/>
                  </a:lnTo>
                  <a:lnTo>
                    <a:pt x="340" y="100"/>
                  </a:lnTo>
                  <a:lnTo>
                    <a:pt x="334" y="96"/>
                  </a:lnTo>
                  <a:lnTo>
                    <a:pt x="332" y="96"/>
                  </a:lnTo>
                  <a:lnTo>
                    <a:pt x="329" y="93"/>
                  </a:lnTo>
                  <a:lnTo>
                    <a:pt x="326" y="93"/>
                  </a:lnTo>
                  <a:lnTo>
                    <a:pt x="320" y="90"/>
                  </a:lnTo>
                  <a:lnTo>
                    <a:pt x="318" y="90"/>
                  </a:lnTo>
                  <a:lnTo>
                    <a:pt x="315" y="91"/>
                  </a:lnTo>
                  <a:lnTo>
                    <a:pt x="309" y="85"/>
                  </a:lnTo>
                  <a:lnTo>
                    <a:pt x="307" y="86"/>
                  </a:lnTo>
                  <a:lnTo>
                    <a:pt x="308" y="90"/>
                  </a:lnTo>
                  <a:lnTo>
                    <a:pt x="307" y="96"/>
                  </a:lnTo>
                  <a:lnTo>
                    <a:pt x="305" y="96"/>
                  </a:lnTo>
                  <a:lnTo>
                    <a:pt x="305" y="97"/>
                  </a:lnTo>
                  <a:lnTo>
                    <a:pt x="303" y="96"/>
                  </a:lnTo>
                  <a:lnTo>
                    <a:pt x="302" y="101"/>
                  </a:lnTo>
                  <a:lnTo>
                    <a:pt x="304" y="101"/>
                  </a:lnTo>
                  <a:lnTo>
                    <a:pt x="304" y="105"/>
                  </a:lnTo>
                  <a:lnTo>
                    <a:pt x="306" y="107"/>
                  </a:lnTo>
                  <a:lnTo>
                    <a:pt x="307" y="108"/>
                  </a:lnTo>
                  <a:lnTo>
                    <a:pt x="308" y="110"/>
                  </a:lnTo>
                  <a:lnTo>
                    <a:pt x="310" y="111"/>
                  </a:lnTo>
                  <a:lnTo>
                    <a:pt x="307" y="115"/>
                  </a:lnTo>
                  <a:lnTo>
                    <a:pt x="308" y="115"/>
                  </a:lnTo>
                  <a:lnTo>
                    <a:pt x="309" y="120"/>
                  </a:lnTo>
                  <a:lnTo>
                    <a:pt x="321" y="119"/>
                  </a:lnTo>
                  <a:lnTo>
                    <a:pt x="355" y="131"/>
                  </a:lnTo>
                  <a:lnTo>
                    <a:pt x="354" y="132"/>
                  </a:lnTo>
                  <a:lnTo>
                    <a:pt x="352" y="131"/>
                  </a:lnTo>
                  <a:lnTo>
                    <a:pt x="351" y="134"/>
                  </a:lnTo>
                  <a:lnTo>
                    <a:pt x="356" y="135"/>
                  </a:lnTo>
                  <a:lnTo>
                    <a:pt x="354" y="140"/>
                  </a:lnTo>
                  <a:lnTo>
                    <a:pt x="357" y="141"/>
                  </a:lnTo>
                  <a:lnTo>
                    <a:pt x="356" y="145"/>
                  </a:lnTo>
                  <a:lnTo>
                    <a:pt x="362" y="146"/>
                  </a:lnTo>
                  <a:lnTo>
                    <a:pt x="363" y="146"/>
                  </a:lnTo>
                  <a:lnTo>
                    <a:pt x="364" y="144"/>
                  </a:lnTo>
                  <a:lnTo>
                    <a:pt x="365" y="145"/>
                  </a:lnTo>
                  <a:lnTo>
                    <a:pt x="366" y="143"/>
                  </a:lnTo>
                  <a:lnTo>
                    <a:pt x="367" y="144"/>
                  </a:lnTo>
                  <a:lnTo>
                    <a:pt x="368" y="142"/>
                  </a:lnTo>
                  <a:lnTo>
                    <a:pt x="373" y="145"/>
                  </a:lnTo>
                  <a:lnTo>
                    <a:pt x="375" y="142"/>
                  </a:lnTo>
                  <a:lnTo>
                    <a:pt x="381" y="145"/>
                  </a:lnTo>
                  <a:lnTo>
                    <a:pt x="380" y="147"/>
                  </a:lnTo>
                  <a:lnTo>
                    <a:pt x="381" y="147"/>
                  </a:lnTo>
                  <a:lnTo>
                    <a:pt x="381" y="151"/>
                  </a:lnTo>
                  <a:lnTo>
                    <a:pt x="386" y="151"/>
                  </a:lnTo>
                  <a:lnTo>
                    <a:pt x="385" y="154"/>
                  </a:lnTo>
                  <a:lnTo>
                    <a:pt x="390" y="154"/>
                  </a:lnTo>
                  <a:lnTo>
                    <a:pt x="391" y="156"/>
                  </a:lnTo>
                  <a:lnTo>
                    <a:pt x="390" y="157"/>
                  </a:lnTo>
                  <a:lnTo>
                    <a:pt x="384" y="157"/>
                  </a:lnTo>
                  <a:lnTo>
                    <a:pt x="381" y="161"/>
                  </a:lnTo>
                  <a:lnTo>
                    <a:pt x="373" y="161"/>
                  </a:lnTo>
                  <a:lnTo>
                    <a:pt x="374" y="162"/>
                  </a:lnTo>
                  <a:lnTo>
                    <a:pt x="373" y="162"/>
                  </a:lnTo>
                  <a:lnTo>
                    <a:pt x="377" y="175"/>
                  </a:lnTo>
                  <a:lnTo>
                    <a:pt x="377" y="176"/>
                  </a:lnTo>
                  <a:lnTo>
                    <a:pt x="379" y="178"/>
                  </a:lnTo>
                  <a:lnTo>
                    <a:pt x="381" y="182"/>
                  </a:lnTo>
                  <a:lnTo>
                    <a:pt x="382" y="182"/>
                  </a:lnTo>
                  <a:lnTo>
                    <a:pt x="381" y="183"/>
                  </a:lnTo>
                  <a:lnTo>
                    <a:pt x="381" y="184"/>
                  </a:lnTo>
                  <a:lnTo>
                    <a:pt x="382" y="184"/>
                  </a:lnTo>
                  <a:lnTo>
                    <a:pt x="383" y="188"/>
                  </a:lnTo>
                  <a:lnTo>
                    <a:pt x="390" y="191"/>
                  </a:lnTo>
                  <a:lnTo>
                    <a:pt x="406" y="192"/>
                  </a:lnTo>
                  <a:lnTo>
                    <a:pt x="413" y="195"/>
                  </a:lnTo>
                  <a:lnTo>
                    <a:pt x="416" y="194"/>
                  </a:lnTo>
                  <a:lnTo>
                    <a:pt x="418" y="196"/>
                  </a:lnTo>
                  <a:lnTo>
                    <a:pt x="419" y="195"/>
                  </a:lnTo>
                  <a:lnTo>
                    <a:pt x="421" y="196"/>
                  </a:lnTo>
                  <a:lnTo>
                    <a:pt x="427" y="197"/>
                  </a:lnTo>
                  <a:lnTo>
                    <a:pt x="427" y="199"/>
                  </a:lnTo>
                  <a:lnTo>
                    <a:pt x="426" y="206"/>
                  </a:lnTo>
                  <a:lnTo>
                    <a:pt x="427" y="207"/>
                  </a:lnTo>
                  <a:lnTo>
                    <a:pt x="426" y="212"/>
                  </a:lnTo>
                  <a:lnTo>
                    <a:pt x="427" y="214"/>
                  </a:lnTo>
                  <a:lnTo>
                    <a:pt x="427" y="223"/>
                  </a:lnTo>
                  <a:lnTo>
                    <a:pt x="425" y="224"/>
                  </a:lnTo>
                  <a:lnTo>
                    <a:pt x="424" y="230"/>
                  </a:lnTo>
                  <a:lnTo>
                    <a:pt x="424" y="241"/>
                  </a:lnTo>
                  <a:lnTo>
                    <a:pt x="427" y="242"/>
                  </a:lnTo>
                  <a:lnTo>
                    <a:pt x="427" y="245"/>
                  </a:lnTo>
                  <a:lnTo>
                    <a:pt x="418" y="249"/>
                  </a:lnTo>
                  <a:lnTo>
                    <a:pt x="417" y="254"/>
                  </a:lnTo>
                  <a:lnTo>
                    <a:pt x="416" y="255"/>
                  </a:lnTo>
                  <a:lnTo>
                    <a:pt x="417" y="259"/>
                  </a:lnTo>
                  <a:lnTo>
                    <a:pt x="416" y="261"/>
                  </a:lnTo>
                  <a:lnTo>
                    <a:pt x="417" y="262"/>
                  </a:lnTo>
                  <a:lnTo>
                    <a:pt x="422" y="263"/>
                  </a:lnTo>
                  <a:lnTo>
                    <a:pt x="422" y="265"/>
                  </a:lnTo>
                  <a:lnTo>
                    <a:pt x="425" y="270"/>
                  </a:lnTo>
                  <a:lnTo>
                    <a:pt x="426" y="271"/>
                  </a:lnTo>
                  <a:lnTo>
                    <a:pt x="430" y="279"/>
                  </a:lnTo>
                  <a:lnTo>
                    <a:pt x="435" y="285"/>
                  </a:lnTo>
                  <a:lnTo>
                    <a:pt x="434" y="290"/>
                  </a:lnTo>
                  <a:lnTo>
                    <a:pt x="431" y="292"/>
                  </a:lnTo>
                  <a:lnTo>
                    <a:pt x="435" y="298"/>
                  </a:lnTo>
                  <a:lnTo>
                    <a:pt x="435" y="298"/>
                  </a:lnTo>
                  <a:lnTo>
                    <a:pt x="438" y="301"/>
                  </a:lnTo>
                  <a:lnTo>
                    <a:pt x="444" y="301"/>
                  </a:lnTo>
                  <a:lnTo>
                    <a:pt x="446" y="303"/>
                  </a:lnTo>
                  <a:lnTo>
                    <a:pt x="454" y="302"/>
                  </a:lnTo>
                  <a:lnTo>
                    <a:pt x="454" y="303"/>
                  </a:lnTo>
                  <a:lnTo>
                    <a:pt x="452" y="307"/>
                  </a:lnTo>
                  <a:lnTo>
                    <a:pt x="450" y="307"/>
                  </a:lnTo>
                  <a:lnTo>
                    <a:pt x="446" y="305"/>
                  </a:lnTo>
                  <a:lnTo>
                    <a:pt x="446" y="305"/>
                  </a:lnTo>
                  <a:lnTo>
                    <a:pt x="436" y="305"/>
                  </a:lnTo>
                  <a:lnTo>
                    <a:pt x="436" y="305"/>
                  </a:lnTo>
                  <a:lnTo>
                    <a:pt x="435" y="308"/>
                  </a:lnTo>
                  <a:lnTo>
                    <a:pt x="439" y="311"/>
                  </a:lnTo>
                  <a:lnTo>
                    <a:pt x="438" y="314"/>
                  </a:lnTo>
                  <a:lnTo>
                    <a:pt x="439" y="327"/>
                  </a:lnTo>
                  <a:lnTo>
                    <a:pt x="435" y="335"/>
                  </a:lnTo>
                  <a:lnTo>
                    <a:pt x="433" y="338"/>
                  </a:lnTo>
                  <a:lnTo>
                    <a:pt x="431" y="341"/>
                  </a:lnTo>
                  <a:lnTo>
                    <a:pt x="433" y="342"/>
                  </a:lnTo>
                  <a:lnTo>
                    <a:pt x="442" y="342"/>
                  </a:lnTo>
                  <a:lnTo>
                    <a:pt x="448" y="346"/>
                  </a:lnTo>
                  <a:lnTo>
                    <a:pt x="453" y="353"/>
                  </a:lnTo>
                  <a:lnTo>
                    <a:pt x="457" y="355"/>
                  </a:lnTo>
                  <a:lnTo>
                    <a:pt x="460" y="367"/>
                  </a:lnTo>
                  <a:lnTo>
                    <a:pt x="463" y="371"/>
                  </a:lnTo>
                  <a:lnTo>
                    <a:pt x="463" y="371"/>
                  </a:lnTo>
                  <a:lnTo>
                    <a:pt x="464" y="373"/>
                  </a:lnTo>
                  <a:lnTo>
                    <a:pt x="467" y="373"/>
                  </a:lnTo>
                  <a:lnTo>
                    <a:pt x="468" y="376"/>
                  </a:lnTo>
                  <a:lnTo>
                    <a:pt x="470" y="382"/>
                  </a:lnTo>
                  <a:lnTo>
                    <a:pt x="476" y="395"/>
                  </a:lnTo>
                  <a:lnTo>
                    <a:pt x="476" y="398"/>
                  </a:lnTo>
                  <a:lnTo>
                    <a:pt x="482" y="397"/>
                  </a:lnTo>
                  <a:lnTo>
                    <a:pt x="484" y="399"/>
                  </a:lnTo>
                  <a:lnTo>
                    <a:pt x="485" y="399"/>
                  </a:lnTo>
                  <a:lnTo>
                    <a:pt x="487" y="405"/>
                  </a:lnTo>
                  <a:lnTo>
                    <a:pt x="487" y="414"/>
                  </a:lnTo>
                  <a:lnTo>
                    <a:pt x="491" y="417"/>
                  </a:lnTo>
                  <a:lnTo>
                    <a:pt x="490" y="424"/>
                  </a:lnTo>
                  <a:lnTo>
                    <a:pt x="490" y="429"/>
                  </a:lnTo>
                  <a:lnTo>
                    <a:pt x="492" y="431"/>
                  </a:lnTo>
                  <a:lnTo>
                    <a:pt x="493" y="434"/>
                  </a:lnTo>
                  <a:lnTo>
                    <a:pt x="495" y="437"/>
                  </a:lnTo>
                  <a:lnTo>
                    <a:pt x="487" y="452"/>
                  </a:lnTo>
                  <a:lnTo>
                    <a:pt x="483" y="453"/>
                  </a:lnTo>
                  <a:lnTo>
                    <a:pt x="479" y="453"/>
                  </a:lnTo>
                  <a:lnTo>
                    <a:pt x="474" y="455"/>
                  </a:lnTo>
                  <a:lnTo>
                    <a:pt x="472" y="457"/>
                  </a:lnTo>
                  <a:lnTo>
                    <a:pt x="469" y="465"/>
                  </a:lnTo>
                  <a:lnTo>
                    <a:pt x="467" y="468"/>
                  </a:lnTo>
                  <a:lnTo>
                    <a:pt x="467" y="470"/>
                  </a:lnTo>
                  <a:lnTo>
                    <a:pt x="455" y="474"/>
                  </a:lnTo>
                  <a:lnTo>
                    <a:pt x="460" y="478"/>
                  </a:lnTo>
                  <a:lnTo>
                    <a:pt x="462" y="481"/>
                  </a:lnTo>
                  <a:lnTo>
                    <a:pt x="461" y="484"/>
                  </a:lnTo>
                  <a:lnTo>
                    <a:pt x="463" y="484"/>
                  </a:lnTo>
                  <a:lnTo>
                    <a:pt x="465" y="481"/>
                  </a:lnTo>
                  <a:lnTo>
                    <a:pt x="466" y="482"/>
                  </a:lnTo>
                  <a:lnTo>
                    <a:pt x="467" y="483"/>
                  </a:lnTo>
                  <a:lnTo>
                    <a:pt x="466" y="488"/>
                  </a:lnTo>
                  <a:lnTo>
                    <a:pt x="465" y="490"/>
                  </a:lnTo>
                  <a:lnTo>
                    <a:pt x="461" y="493"/>
                  </a:lnTo>
                  <a:lnTo>
                    <a:pt x="463" y="497"/>
                  </a:lnTo>
                  <a:lnTo>
                    <a:pt x="462" y="500"/>
                  </a:lnTo>
                  <a:lnTo>
                    <a:pt x="454" y="508"/>
                  </a:lnTo>
                  <a:lnTo>
                    <a:pt x="452" y="507"/>
                  </a:lnTo>
                  <a:lnTo>
                    <a:pt x="451" y="508"/>
                  </a:lnTo>
                  <a:lnTo>
                    <a:pt x="436" y="513"/>
                  </a:lnTo>
                  <a:lnTo>
                    <a:pt x="435" y="511"/>
                  </a:lnTo>
                  <a:lnTo>
                    <a:pt x="435" y="511"/>
                  </a:lnTo>
                  <a:lnTo>
                    <a:pt x="425" y="514"/>
                  </a:lnTo>
                  <a:lnTo>
                    <a:pt x="407" y="516"/>
                  </a:lnTo>
                  <a:lnTo>
                    <a:pt x="408" y="521"/>
                  </a:lnTo>
                  <a:lnTo>
                    <a:pt x="405" y="522"/>
                  </a:lnTo>
                  <a:lnTo>
                    <a:pt x="405" y="524"/>
                  </a:lnTo>
                  <a:lnTo>
                    <a:pt x="403" y="526"/>
                  </a:lnTo>
                  <a:lnTo>
                    <a:pt x="402" y="524"/>
                  </a:lnTo>
                  <a:lnTo>
                    <a:pt x="398" y="526"/>
                  </a:lnTo>
                  <a:lnTo>
                    <a:pt x="393" y="524"/>
                  </a:lnTo>
                  <a:lnTo>
                    <a:pt x="392" y="522"/>
                  </a:lnTo>
                  <a:lnTo>
                    <a:pt x="392" y="519"/>
                  </a:lnTo>
                  <a:lnTo>
                    <a:pt x="391" y="518"/>
                  </a:lnTo>
                  <a:lnTo>
                    <a:pt x="385" y="520"/>
                  </a:lnTo>
                  <a:lnTo>
                    <a:pt x="384" y="522"/>
                  </a:lnTo>
                  <a:lnTo>
                    <a:pt x="382" y="522"/>
                  </a:lnTo>
                  <a:lnTo>
                    <a:pt x="377" y="519"/>
                  </a:lnTo>
                  <a:lnTo>
                    <a:pt x="370" y="516"/>
                  </a:lnTo>
                  <a:lnTo>
                    <a:pt x="353" y="522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47" y="527"/>
                  </a:lnTo>
                  <a:lnTo>
                    <a:pt x="346" y="531"/>
                  </a:lnTo>
                  <a:lnTo>
                    <a:pt x="356" y="553"/>
                  </a:lnTo>
                  <a:lnTo>
                    <a:pt x="356" y="553"/>
                  </a:lnTo>
                  <a:lnTo>
                    <a:pt x="345" y="550"/>
                  </a:lnTo>
                  <a:lnTo>
                    <a:pt x="343" y="551"/>
                  </a:lnTo>
                  <a:lnTo>
                    <a:pt x="303" y="563"/>
                  </a:lnTo>
                  <a:lnTo>
                    <a:pt x="285" y="572"/>
                  </a:lnTo>
                  <a:lnTo>
                    <a:pt x="274" y="573"/>
                  </a:lnTo>
                  <a:lnTo>
                    <a:pt x="273" y="579"/>
                  </a:lnTo>
                  <a:lnTo>
                    <a:pt x="269" y="580"/>
                  </a:lnTo>
                  <a:lnTo>
                    <a:pt x="266" y="581"/>
                  </a:lnTo>
                  <a:lnTo>
                    <a:pt x="261" y="590"/>
                  </a:lnTo>
                  <a:lnTo>
                    <a:pt x="256" y="594"/>
                  </a:lnTo>
                  <a:lnTo>
                    <a:pt x="256" y="598"/>
                  </a:lnTo>
                  <a:lnTo>
                    <a:pt x="255" y="600"/>
                  </a:lnTo>
                  <a:lnTo>
                    <a:pt x="258" y="607"/>
                  </a:lnTo>
                  <a:lnTo>
                    <a:pt x="263" y="612"/>
                  </a:lnTo>
                  <a:lnTo>
                    <a:pt x="265" y="618"/>
                  </a:lnTo>
                  <a:lnTo>
                    <a:pt x="265" y="618"/>
                  </a:lnTo>
                  <a:lnTo>
                    <a:pt x="253" y="621"/>
                  </a:lnTo>
                  <a:lnTo>
                    <a:pt x="251" y="623"/>
                  </a:lnTo>
                  <a:lnTo>
                    <a:pt x="244" y="623"/>
                  </a:lnTo>
                  <a:lnTo>
                    <a:pt x="240" y="620"/>
                  </a:lnTo>
                  <a:lnTo>
                    <a:pt x="239" y="610"/>
                  </a:lnTo>
                  <a:lnTo>
                    <a:pt x="236" y="611"/>
                  </a:lnTo>
                  <a:lnTo>
                    <a:pt x="234" y="609"/>
                  </a:lnTo>
                  <a:lnTo>
                    <a:pt x="225" y="612"/>
                  </a:lnTo>
                  <a:lnTo>
                    <a:pt x="223" y="612"/>
                  </a:lnTo>
                  <a:lnTo>
                    <a:pt x="223" y="609"/>
                  </a:lnTo>
                  <a:lnTo>
                    <a:pt x="195" y="607"/>
                  </a:lnTo>
                  <a:lnTo>
                    <a:pt x="190" y="595"/>
                  </a:lnTo>
                  <a:lnTo>
                    <a:pt x="190" y="577"/>
                  </a:lnTo>
                  <a:lnTo>
                    <a:pt x="188" y="568"/>
                  </a:lnTo>
                  <a:lnTo>
                    <a:pt x="183" y="562"/>
                  </a:lnTo>
                  <a:lnTo>
                    <a:pt x="176" y="558"/>
                  </a:lnTo>
                  <a:lnTo>
                    <a:pt x="172" y="557"/>
                  </a:lnTo>
                  <a:lnTo>
                    <a:pt x="163" y="554"/>
                  </a:lnTo>
                  <a:lnTo>
                    <a:pt x="160" y="554"/>
                  </a:lnTo>
                  <a:lnTo>
                    <a:pt x="155" y="551"/>
                  </a:lnTo>
                  <a:lnTo>
                    <a:pt x="148" y="551"/>
                  </a:lnTo>
                  <a:lnTo>
                    <a:pt x="143" y="549"/>
                  </a:lnTo>
                  <a:lnTo>
                    <a:pt x="138" y="552"/>
                  </a:lnTo>
                  <a:lnTo>
                    <a:pt x="137" y="556"/>
                  </a:lnTo>
                  <a:lnTo>
                    <a:pt x="135" y="554"/>
                  </a:lnTo>
                  <a:lnTo>
                    <a:pt x="122" y="554"/>
                  </a:lnTo>
                  <a:lnTo>
                    <a:pt x="122" y="558"/>
                  </a:lnTo>
                  <a:lnTo>
                    <a:pt x="116" y="560"/>
                  </a:lnTo>
                  <a:lnTo>
                    <a:pt x="113" y="563"/>
                  </a:lnTo>
                  <a:lnTo>
                    <a:pt x="111" y="562"/>
                  </a:lnTo>
                  <a:lnTo>
                    <a:pt x="107" y="562"/>
                  </a:lnTo>
                  <a:lnTo>
                    <a:pt x="104" y="564"/>
                  </a:lnTo>
                  <a:lnTo>
                    <a:pt x="99" y="568"/>
                  </a:lnTo>
                  <a:lnTo>
                    <a:pt x="98" y="566"/>
                  </a:lnTo>
                  <a:lnTo>
                    <a:pt x="93" y="565"/>
                  </a:lnTo>
                  <a:lnTo>
                    <a:pt x="91" y="566"/>
                  </a:lnTo>
                  <a:lnTo>
                    <a:pt x="90" y="565"/>
                  </a:lnTo>
                  <a:lnTo>
                    <a:pt x="92" y="564"/>
                  </a:lnTo>
                  <a:lnTo>
                    <a:pt x="86" y="561"/>
                  </a:lnTo>
                  <a:lnTo>
                    <a:pt x="82" y="562"/>
                  </a:lnTo>
                  <a:lnTo>
                    <a:pt x="78" y="555"/>
                  </a:lnTo>
                  <a:lnTo>
                    <a:pt x="75" y="556"/>
                  </a:lnTo>
                  <a:lnTo>
                    <a:pt x="71" y="554"/>
                  </a:lnTo>
                  <a:lnTo>
                    <a:pt x="69" y="549"/>
                  </a:lnTo>
                  <a:lnTo>
                    <a:pt x="67" y="551"/>
                  </a:lnTo>
                  <a:lnTo>
                    <a:pt x="65" y="548"/>
                  </a:lnTo>
                  <a:lnTo>
                    <a:pt x="63" y="549"/>
                  </a:lnTo>
                  <a:lnTo>
                    <a:pt x="58" y="549"/>
                  </a:lnTo>
                  <a:lnTo>
                    <a:pt x="50" y="549"/>
                  </a:lnTo>
                  <a:lnTo>
                    <a:pt x="51" y="548"/>
                  </a:lnTo>
                  <a:lnTo>
                    <a:pt x="48" y="546"/>
                  </a:lnTo>
                  <a:lnTo>
                    <a:pt x="47" y="543"/>
                  </a:lnTo>
                  <a:lnTo>
                    <a:pt x="46" y="534"/>
                  </a:lnTo>
                  <a:lnTo>
                    <a:pt x="45" y="532"/>
                  </a:lnTo>
                  <a:lnTo>
                    <a:pt x="43" y="523"/>
                  </a:lnTo>
                  <a:lnTo>
                    <a:pt x="40" y="519"/>
                  </a:lnTo>
                  <a:lnTo>
                    <a:pt x="40" y="519"/>
                  </a:lnTo>
                  <a:lnTo>
                    <a:pt x="35" y="513"/>
                  </a:lnTo>
                  <a:lnTo>
                    <a:pt x="37" y="507"/>
                  </a:lnTo>
                  <a:lnTo>
                    <a:pt x="33" y="500"/>
                  </a:lnTo>
                  <a:lnTo>
                    <a:pt x="35" y="495"/>
                  </a:lnTo>
                  <a:lnTo>
                    <a:pt x="35" y="492"/>
                  </a:lnTo>
                  <a:lnTo>
                    <a:pt x="29" y="486"/>
                  </a:lnTo>
                  <a:lnTo>
                    <a:pt x="27" y="478"/>
                  </a:lnTo>
                  <a:lnTo>
                    <a:pt x="24" y="472"/>
                  </a:lnTo>
                  <a:lnTo>
                    <a:pt x="26" y="472"/>
                  </a:lnTo>
                  <a:lnTo>
                    <a:pt x="28" y="472"/>
                  </a:lnTo>
                  <a:lnTo>
                    <a:pt x="32" y="475"/>
                  </a:lnTo>
                  <a:lnTo>
                    <a:pt x="36" y="472"/>
                  </a:lnTo>
                  <a:lnTo>
                    <a:pt x="37" y="470"/>
                  </a:lnTo>
                  <a:lnTo>
                    <a:pt x="46" y="468"/>
                  </a:lnTo>
                  <a:lnTo>
                    <a:pt x="49" y="464"/>
                  </a:lnTo>
                  <a:lnTo>
                    <a:pt x="56" y="459"/>
                  </a:lnTo>
                  <a:lnTo>
                    <a:pt x="57" y="456"/>
                  </a:lnTo>
                  <a:lnTo>
                    <a:pt x="56" y="452"/>
                  </a:lnTo>
                  <a:lnTo>
                    <a:pt x="59" y="451"/>
                  </a:lnTo>
                  <a:lnTo>
                    <a:pt x="59" y="448"/>
                  </a:lnTo>
                  <a:lnTo>
                    <a:pt x="62" y="443"/>
                  </a:lnTo>
                  <a:lnTo>
                    <a:pt x="66" y="442"/>
                  </a:lnTo>
                  <a:lnTo>
                    <a:pt x="65" y="440"/>
                  </a:lnTo>
                  <a:lnTo>
                    <a:pt x="69" y="437"/>
                  </a:lnTo>
                  <a:lnTo>
                    <a:pt x="72" y="434"/>
                  </a:lnTo>
                  <a:lnTo>
                    <a:pt x="73" y="429"/>
                  </a:lnTo>
                  <a:lnTo>
                    <a:pt x="77" y="421"/>
                  </a:lnTo>
                  <a:lnTo>
                    <a:pt x="73" y="421"/>
                  </a:lnTo>
                  <a:lnTo>
                    <a:pt x="73" y="424"/>
                  </a:lnTo>
                  <a:lnTo>
                    <a:pt x="67" y="426"/>
                  </a:lnTo>
                  <a:lnTo>
                    <a:pt x="66" y="429"/>
                  </a:lnTo>
                  <a:lnTo>
                    <a:pt x="63" y="429"/>
                  </a:lnTo>
                  <a:lnTo>
                    <a:pt x="62" y="431"/>
                  </a:lnTo>
                  <a:lnTo>
                    <a:pt x="57" y="429"/>
                  </a:lnTo>
                  <a:lnTo>
                    <a:pt x="46" y="432"/>
                  </a:lnTo>
                  <a:lnTo>
                    <a:pt x="45" y="430"/>
                  </a:lnTo>
                  <a:lnTo>
                    <a:pt x="44" y="430"/>
                  </a:lnTo>
                  <a:lnTo>
                    <a:pt x="43" y="428"/>
                  </a:lnTo>
                  <a:lnTo>
                    <a:pt x="46" y="421"/>
                  </a:lnTo>
                  <a:lnTo>
                    <a:pt x="46" y="418"/>
                  </a:lnTo>
                  <a:lnTo>
                    <a:pt x="43" y="416"/>
                  </a:lnTo>
                  <a:lnTo>
                    <a:pt x="41" y="413"/>
                  </a:lnTo>
                  <a:lnTo>
                    <a:pt x="39" y="412"/>
                  </a:lnTo>
                  <a:lnTo>
                    <a:pt x="37" y="407"/>
                  </a:lnTo>
                  <a:lnTo>
                    <a:pt x="39" y="399"/>
                  </a:lnTo>
                  <a:lnTo>
                    <a:pt x="40" y="396"/>
                  </a:lnTo>
                  <a:lnTo>
                    <a:pt x="39" y="394"/>
                  </a:lnTo>
                  <a:lnTo>
                    <a:pt x="39" y="388"/>
                  </a:lnTo>
                  <a:lnTo>
                    <a:pt x="38" y="385"/>
                  </a:lnTo>
                  <a:lnTo>
                    <a:pt x="40" y="381"/>
                  </a:lnTo>
                  <a:lnTo>
                    <a:pt x="39" y="379"/>
                  </a:lnTo>
                  <a:lnTo>
                    <a:pt x="34" y="377"/>
                  </a:lnTo>
                  <a:lnTo>
                    <a:pt x="34" y="374"/>
                  </a:lnTo>
                  <a:lnTo>
                    <a:pt x="32" y="372"/>
                  </a:lnTo>
                  <a:lnTo>
                    <a:pt x="30" y="370"/>
                  </a:lnTo>
                  <a:lnTo>
                    <a:pt x="29" y="355"/>
                  </a:lnTo>
                  <a:lnTo>
                    <a:pt x="21" y="352"/>
                  </a:lnTo>
                  <a:lnTo>
                    <a:pt x="19" y="347"/>
                  </a:lnTo>
                  <a:lnTo>
                    <a:pt x="17" y="344"/>
                  </a:lnTo>
                  <a:lnTo>
                    <a:pt x="14" y="344"/>
                  </a:lnTo>
                  <a:lnTo>
                    <a:pt x="15" y="341"/>
                  </a:lnTo>
                  <a:lnTo>
                    <a:pt x="19" y="339"/>
                  </a:lnTo>
                  <a:lnTo>
                    <a:pt x="20" y="335"/>
                  </a:lnTo>
                  <a:lnTo>
                    <a:pt x="18" y="332"/>
                  </a:lnTo>
                  <a:lnTo>
                    <a:pt x="21" y="326"/>
                  </a:lnTo>
                  <a:lnTo>
                    <a:pt x="20" y="325"/>
                  </a:lnTo>
                  <a:lnTo>
                    <a:pt x="21" y="323"/>
                  </a:lnTo>
                  <a:lnTo>
                    <a:pt x="22" y="325"/>
                  </a:lnTo>
                  <a:lnTo>
                    <a:pt x="25" y="322"/>
                  </a:lnTo>
                  <a:lnTo>
                    <a:pt x="24" y="311"/>
                  </a:lnTo>
                  <a:lnTo>
                    <a:pt x="16" y="309"/>
                  </a:lnTo>
                  <a:lnTo>
                    <a:pt x="13" y="307"/>
                  </a:lnTo>
                  <a:lnTo>
                    <a:pt x="13" y="305"/>
                  </a:lnTo>
                  <a:lnTo>
                    <a:pt x="20" y="305"/>
                  </a:lnTo>
                  <a:lnTo>
                    <a:pt x="21" y="302"/>
                  </a:lnTo>
                  <a:lnTo>
                    <a:pt x="22" y="301"/>
                  </a:lnTo>
                  <a:lnTo>
                    <a:pt x="21" y="299"/>
                  </a:lnTo>
                  <a:lnTo>
                    <a:pt x="21" y="297"/>
                  </a:lnTo>
                  <a:lnTo>
                    <a:pt x="20" y="296"/>
                  </a:lnTo>
                  <a:lnTo>
                    <a:pt x="18" y="290"/>
                  </a:lnTo>
                  <a:lnTo>
                    <a:pt x="20" y="287"/>
                  </a:lnTo>
                  <a:lnTo>
                    <a:pt x="22" y="286"/>
                  </a:lnTo>
                  <a:lnTo>
                    <a:pt x="24" y="284"/>
                  </a:lnTo>
                  <a:lnTo>
                    <a:pt x="21" y="279"/>
                  </a:lnTo>
                  <a:lnTo>
                    <a:pt x="18" y="279"/>
                  </a:lnTo>
                  <a:lnTo>
                    <a:pt x="17" y="276"/>
                  </a:lnTo>
                  <a:lnTo>
                    <a:pt x="16" y="275"/>
                  </a:lnTo>
                  <a:lnTo>
                    <a:pt x="15" y="276"/>
                  </a:lnTo>
                  <a:lnTo>
                    <a:pt x="13" y="275"/>
                  </a:lnTo>
                  <a:lnTo>
                    <a:pt x="13" y="273"/>
                  </a:lnTo>
                  <a:lnTo>
                    <a:pt x="10" y="270"/>
                  </a:lnTo>
                  <a:lnTo>
                    <a:pt x="10" y="267"/>
                  </a:lnTo>
                  <a:lnTo>
                    <a:pt x="7" y="265"/>
                  </a:lnTo>
                  <a:lnTo>
                    <a:pt x="8" y="262"/>
                  </a:lnTo>
                  <a:lnTo>
                    <a:pt x="11" y="262"/>
                  </a:lnTo>
                  <a:lnTo>
                    <a:pt x="14" y="260"/>
                  </a:lnTo>
                  <a:lnTo>
                    <a:pt x="13" y="256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5" y="249"/>
                  </a:lnTo>
                  <a:lnTo>
                    <a:pt x="4" y="243"/>
                  </a:lnTo>
                  <a:lnTo>
                    <a:pt x="4" y="235"/>
                  </a:lnTo>
                  <a:lnTo>
                    <a:pt x="1" y="230"/>
                  </a:lnTo>
                  <a:lnTo>
                    <a:pt x="4" y="227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2" y="220"/>
                  </a:lnTo>
                  <a:lnTo>
                    <a:pt x="4" y="218"/>
                  </a:lnTo>
                  <a:lnTo>
                    <a:pt x="4" y="215"/>
                  </a:lnTo>
                  <a:lnTo>
                    <a:pt x="10" y="215"/>
                  </a:lnTo>
                  <a:lnTo>
                    <a:pt x="16" y="212"/>
                  </a:lnTo>
                  <a:lnTo>
                    <a:pt x="18" y="205"/>
                  </a:lnTo>
                  <a:lnTo>
                    <a:pt x="19" y="196"/>
                  </a:lnTo>
                  <a:lnTo>
                    <a:pt x="22" y="194"/>
                  </a:lnTo>
                  <a:lnTo>
                    <a:pt x="28" y="197"/>
                  </a:lnTo>
                  <a:lnTo>
                    <a:pt x="30" y="194"/>
                  </a:lnTo>
                  <a:lnTo>
                    <a:pt x="30" y="190"/>
                  </a:lnTo>
                  <a:lnTo>
                    <a:pt x="35" y="188"/>
                  </a:lnTo>
                  <a:lnTo>
                    <a:pt x="37" y="186"/>
                  </a:lnTo>
                  <a:lnTo>
                    <a:pt x="37" y="183"/>
                  </a:lnTo>
                  <a:lnTo>
                    <a:pt x="41" y="175"/>
                  </a:lnTo>
                  <a:lnTo>
                    <a:pt x="46" y="173"/>
                  </a:lnTo>
                  <a:lnTo>
                    <a:pt x="45" y="163"/>
                  </a:lnTo>
                  <a:lnTo>
                    <a:pt x="47" y="159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56" y="151"/>
                  </a:lnTo>
                  <a:lnTo>
                    <a:pt x="60" y="151"/>
                  </a:lnTo>
                  <a:lnTo>
                    <a:pt x="75" y="144"/>
                  </a:lnTo>
                  <a:lnTo>
                    <a:pt x="85" y="143"/>
                  </a:lnTo>
                  <a:lnTo>
                    <a:pt x="93" y="137"/>
                  </a:lnTo>
                  <a:lnTo>
                    <a:pt x="100" y="139"/>
                  </a:lnTo>
                  <a:lnTo>
                    <a:pt x="107" y="134"/>
                  </a:lnTo>
                  <a:lnTo>
                    <a:pt x="107" y="132"/>
                  </a:lnTo>
                  <a:lnTo>
                    <a:pt x="103" y="125"/>
                  </a:lnTo>
                  <a:lnTo>
                    <a:pt x="99" y="126"/>
                  </a:lnTo>
                  <a:lnTo>
                    <a:pt x="98" y="129"/>
                  </a:lnTo>
                  <a:lnTo>
                    <a:pt x="97" y="129"/>
                  </a:lnTo>
                  <a:lnTo>
                    <a:pt x="92" y="130"/>
                  </a:lnTo>
                  <a:lnTo>
                    <a:pt x="86" y="130"/>
                  </a:lnTo>
                  <a:lnTo>
                    <a:pt x="84" y="125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78" y="114"/>
                  </a:lnTo>
                  <a:lnTo>
                    <a:pt x="78" y="110"/>
                  </a:lnTo>
                  <a:lnTo>
                    <a:pt x="86" y="108"/>
                  </a:lnTo>
                  <a:lnTo>
                    <a:pt x="89" y="104"/>
                  </a:lnTo>
                  <a:lnTo>
                    <a:pt x="89" y="101"/>
                  </a:lnTo>
                  <a:lnTo>
                    <a:pt x="92" y="103"/>
                  </a:lnTo>
                  <a:lnTo>
                    <a:pt x="94" y="101"/>
                  </a:lnTo>
                  <a:lnTo>
                    <a:pt x="95" y="98"/>
                  </a:lnTo>
                  <a:lnTo>
                    <a:pt x="95" y="94"/>
                  </a:lnTo>
                  <a:lnTo>
                    <a:pt x="99" y="96"/>
                  </a:lnTo>
                  <a:lnTo>
                    <a:pt x="118" y="91"/>
                  </a:lnTo>
                  <a:lnTo>
                    <a:pt x="118" y="85"/>
                  </a:lnTo>
                  <a:lnTo>
                    <a:pt x="122" y="85"/>
                  </a:lnTo>
                  <a:lnTo>
                    <a:pt x="123" y="84"/>
                  </a:lnTo>
                  <a:lnTo>
                    <a:pt x="124" y="82"/>
                  </a:lnTo>
                  <a:lnTo>
                    <a:pt x="122" y="82"/>
                  </a:lnTo>
                  <a:lnTo>
                    <a:pt x="122" y="81"/>
                  </a:lnTo>
                  <a:lnTo>
                    <a:pt x="124" y="80"/>
                  </a:lnTo>
                  <a:lnTo>
                    <a:pt x="124" y="75"/>
                  </a:lnTo>
                  <a:lnTo>
                    <a:pt x="126" y="73"/>
                  </a:lnTo>
                  <a:lnTo>
                    <a:pt x="128" y="73"/>
                  </a:lnTo>
                  <a:lnTo>
                    <a:pt x="142" y="76"/>
                  </a:lnTo>
                  <a:lnTo>
                    <a:pt x="143" y="81"/>
                  </a:lnTo>
                  <a:lnTo>
                    <a:pt x="145" y="80"/>
                  </a:lnTo>
                  <a:lnTo>
                    <a:pt x="147" y="82"/>
                  </a:lnTo>
                  <a:lnTo>
                    <a:pt x="156" y="83"/>
                  </a:lnTo>
                  <a:lnTo>
                    <a:pt x="157" y="84"/>
                  </a:lnTo>
                  <a:lnTo>
                    <a:pt x="161" y="92"/>
                  </a:lnTo>
                  <a:lnTo>
                    <a:pt x="166" y="92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71" y="97"/>
                  </a:lnTo>
                  <a:lnTo>
                    <a:pt x="171" y="99"/>
                  </a:lnTo>
                  <a:lnTo>
                    <a:pt x="164" y="100"/>
                  </a:lnTo>
                  <a:lnTo>
                    <a:pt x="163" y="106"/>
                  </a:lnTo>
                  <a:lnTo>
                    <a:pt x="160" y="110"/>
                  </a:lnTo>
                  <a:lnTo>
                    <a:pt x="160" y="111"/>
                  </a:lnTo>
                  <a:lnTo>
                    <a:pt x="160" y="111"/>
                  </a:lnTo>
                  <a:lnTo>
                    <a:pt x="157" y="114"/>
                  </a:lnTo>
                  <a:lnTo>
                    <a:pt x="156" y="118"/>
                  </a:lnTo>
                  <a:lnTo>
                    <a:pt x="154" y="119"/>
                  </a:lnTo>
                  <a:lnTo>
                    <a:pt x="150" y="119"/>
                  </a:lnTo>
                  <a:lnTo>
                    <a:pt x="141" y="126"/>
                  </a:lnTo>
                  <a:lnTo>
                    <a:pt x="142" y="129"/>
                  </a:lnTo>
                  <a:lnTo>
                    <a:pt x="140" y="131"/>
                  </a:lnTo>
                  <a:lnTo>
                    <a:pt x="142" y="137"/>
                  </a:lnTo>
                  <a:lnTo>
                    <a:pt x="141" y="140"/>
                  </a:lnTo>
                  <a:lnTo>
                    <a:pt x="143" y="141"/>
                  </a:lnTo>
                  <a:lnTo>
                    <a:pt x="149" y="140"/>
                  </a:lnTo>
                  <a:lnTo>
                    <a:pt x="149" y="141"/>
                  </a:lnTo>
                  <a:lnTo>
                    <a:pt x="149" y="144"/>
                  </a:lnTo>
                  <a:lnTo>
                    <a:pt x="146" y="145"/>
                  </a:lnTo>
                  <a:lnTo>
                    <a:pt x="149" y="149"/>
                  </a:lnTo>
                  <a:lnTo>
                    <a:pt x="152" y="153"/>
                  </a:lnTo>
                  <a:lnTo>
                    <a:pt x="153" y="161"/>
                  </a:lnTo>
                  <a:lnTo>
                    <a:pt x="156" y="165"/>
                  </a:lnTo>
                  <a:lnTo>
                    <a:pt x="157" y="166"/>
                  </a:lnTo>
                  <a:lnTo>
                    <a:pt x="159" y="165"/>
                  </a:lnTo>
                  <a:lnTo>
                    <a:pt x="166" y="153"/>
                  </a:lnTo>
                  <a:lnTo>
                    <a:pt x="169" y="141"/>
                  </a:lnTo>
                  <a:lnTo>
                    <a:pt x="171" y="140"/>
                  </a:lnTo>
                  <a:lnTo>
                    <a:pt x="176" y="137"/>
                  </a:lnTo>
                  <a:lnTo>
                    <a:pt x="174" y="127"/>
                  </a:lnTo>
                  <a:lnTo>
                    <a:pt x="174" y="123"/>
                  </a:lnTo>
                  <a:lnTo>
                    <a:pt x="178" y="119"/>
                  </a:lnTo>
                  <a:lnTo>
                    <a:pt x="184" y="117"/>
                  </a:lnTo>
                  <a:lnTo>
                    <a:pt x="187" y="115"/>
                  </a:lnTo>
                  <a:lnTo>
                    <a:pt x="187" y="105"/>
                  </a:lnTo>
                  <a:lnTo>
                    <a:pt x="187" y="105"/>
                  </a:lnTo>
                  <a:lnTo>
                    <a:pt x="193" y="99"/>
                  </a:lnTo>
                  <a:lnTo>
                    <a:pt x="195" y="93"/>
                  </a:lnTo>
                  <a:lnTo>
                    <a:pt x="189" y="80"/>
                  </a:lnTo>
                  <a:lnTo>
                    <a:pt x="187" y="63"/>
                  </a:lnTo>
                  <a:lnTo>
                    <a:pt x="187" y="61"/>
                  </a:lnTo>
                  <a:lnTo>
                    <a:pt x="193" y="58"/>
                  </a:lnTo>
                  <a:lnTo>
                    <a:pt x="194" y="52"/>
                  </a:lnTo>
                  <a:lnTo>
                    <a:pt x="198" y="50"/>
                  </a:lnTo>
                  <a:lnTo>
                    <a:pt x="201" y="53"/>
                  </a:lnTo>
                  <a:lnTo>
                    <a:pt x="202" y="60"/>
                  </a:lnTo>
                  <a:lnTo>
                    <a:pt x="200" y="62"/>
                  </a:lnTo>
                  <a:lnTo>
                    <a:pt x="197" y="63"/>
                  </a:lnTo>
                  <a:lnTo>
                    <a:pt x="196" y="66"/>
                  </a:lnTo>
                  <a:lnTo>
                    <a:pt x="197" y="67"/>
                  </a:lnTo>
                  <a:lnTo>
                    <a:pt x="203" y="68"/>
                  </a:lnTo>
                  <a:lnTo>
                    <a:pt x="209" y="64"/>
                  </a:lnTo>
                  <a:lnTo>
                    <a:pt x="213" y="53"/>
                  </a:lnTo>
                  <a:lnTo>
                    <a:pt x="212" y="49"/>
                  </a:lnTo>
                  <a:lnTo>
                    <a:pt x="203" y="40"/>
                  </a:lnTo>
                  <a:lnTo>
                    <a:pt x="203" y="40"/>
                  </a:lnTo>
                  <a:lnTo>
                    <a:pt x="199" y="35"/>
                  </a:lnTo>
                  <a:lnTo>
                    <a:pt x="198" y="32"/>
                  </a:lnTo>
                  <a:lnTo>
                    <a:pt x="200" y="23"/>
                  </a:lnTo>
                  <a:lnTo>
                    <a:pt x="201" y="20"/>
                  </a:lnTo>
                  <a:lnTo>
                    <a:pt x="203" y="19"/>
                  </a:lnTo>
                  <a:lnTo>
                    <a:pt x="204" y="19"/>
                  </a:lnTo>
                  <a:lnTo>
                    <a:pt x="206" y="22"/>
                  </a:lnTo>
                  <a:lnTo>
                    <a:pt x="209" y="22"/>
                  </a:lnTo>
                  <a:lnTo>
                    <a:pt x="213" y="20"/>
                  </a:lnTo>
                  <a:lnTo>
                    <a:pt x="213" y="15"/>
                  </a:lnTo>
                  <a:lnTo>
                    <a:pt x="211" y="6"/>
                  </a:lnTo>
                  <a:lnTo>
                    <a:pt x="212" y="3"/>
                  </a:lnTo>
                  <a:lnTo>
                    <a:pt x="227" y="0"/>
                  </a:lnTo>
                  <a:lnTo>
                    <a:pt x="242" y="11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8" name="Freeform 31">
              <a:extLst>
                <a:ext uri="{FF2B5EF4-FFF2-40B4-BE49-F238E27FC236}">
                  <a16:creationId xmlns:a16="http://schemas.microsoft.com/office/drawing/2014/main" id="{F8EB14DC-1894-4D6D-8DEE-DB7571E2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0251" y="4399610"/>
              <a:ext cx="15681" cy="27181"/>
            </a:xfrm>
            <a:custGeom>
              <a:avLst/>
              <a:gdLst>
                <a:gd name="T0" fmla="*/ 12 w 15"/>
                <a:gd name="T1" fmla="*/ 26 h 26"/>
                <a:gd name="T2" fmla="*/ 14 w 15"/>
                <a:gd name="T3" fmla="*/ 25 h 26"/>
                <a:gd name="T4" fmla="*/ 15 w 15"/>
                <a:gd name="T5" fmla="*/ 14 h 26"/>
                <a:gd name="T6" fmla="*/ 14 w 15"/>
                <a:gd name="T7" fmla="*/ 9 h 26"/>
                <a:gd name="T8" fmla="*/ 14 w 15"/>
                <a:gd name="T9" fmla="*/ 2 h 26"/>
                <a:gd name="T10" fmla="*/ 6 w 15"/>
                <a:gd name="T11" fmla="*/ 0 h 26"/>
                <a:gd name="T12" fmla="*/ 0 w 15"/>
                <a:gd name="T13" fmla="*/ 22 h 26"/>
                <a:gd name="T14" fmla="*/ 4 w 15"/>
                <a:gd name="T15" fmla="*/ 24 h 26"/>
                <a:gd name="T16" fmla="*/ 8 w 15"/>
                <a:gd name="T17" fmla="*/ 26 h 26"/>
                <a:gd name="T18" fmla="*/ 12 w 15"/>
                <a:gd name="T1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6">
                  <a:moveTo>
                    <a:pt x="12" y="26"/>
                  </a:moveTo>
                  <a:lnTo>
                    <a:pt x="14" y="25"/>
                  </a:lnTo>
                  <a:lnTo>
                    <a:pt x="15" y="14"/>
                  </a:lnTo>
                  <a:lnTo>
                    <a:pt x="14" y="9"/>
                  </a:lnTo>
                  <a:lnTo>
                    <a:pt x="14" y="2"/>
                  </a:lnTo>
                  <a:lnTo>
                    <a:pt x="6" y="0"/>
                  </a:lnTo>
                  <a:lnTo>
                    <a:pt x="0" y="22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2" y="26"/>
                  </a:lnTo>
                  <a:close/>
                </a:path>
              </a:pathLst>
            </a:custGeom>
            <a:grpFill/>
            <a:ln w="6350" cap="flat">
              <a:solidFill>
                <a:schemeClr val="accent2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B17EF74-4B9F-412B-A3C5-8DF0ECFF71EA}"/>
              </a:ext>
            </a:extLst>
          </p:cNvPr>
          <p:cNvGrpSpPr/>
          <p:nvPr/>
        </p:nvGrpSpPr>
        <p:grpSpPr>
          <a:xfrm>
            <a:off x="4621987" y="3322731"/>
            <a:ext cx="2480327" cy="1303863"/>
            <a:chOff x="4621987" y="3322731"/>
            <a:chExt cx="2480327" cy="1303863"/>
          </a:xfrm>
        </p:grpSpPr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88B4F701-178B-4E09-B31E-8F1144B3699B}"/>
                </a:ext>
              </a:extLst>
            </p:cNvPr>
            <p:cNvGrpSpPr/>
            <p:nvPr/>
          </p:nvGrpSpPr>
          <p:grpSpPr>
            <a:xfrm>
              <a:off x="5811302" y="4421908"/>
              <a:ext cx="204692" cy="204686"/>
              <a:chOff x="5688290" y="3559386"/>
              <a:chExt cx="163092" cy="163092"/>
            </a:xfrm>
          </p:grpSpPr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00EFE7EC-4F62-4033-8F62-C9F838EE2AB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AB6168AE-B161-4CC7-B990-BDF01E5572CB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0594BD3D-EC61-412B-AB51-F903FD8A57C3}"/>
                </a:ext>
              </a:extLst>
            </p:cNvPr>
            <p:cNvGrpSpPr/>
            <p:nvPr/>
          </p:nvGrpSpPr>
          <p:grpSpPr>
            <a:xfrm>
              <a:off x="4621987" y="4220786"/>
              <a:ext cx="204692" cy="204686"/>
              <a:chOff x="5688290" y="3559386"/>
              <a:chExt cx="163092" cy="163092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242976C8-B7D6-472A-B380-35495DDF893F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25E56AE0-0514-40C6-90C0-1D12C617BC35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1A1D0D03-5893-4377-8A4A-5AB0FA8637FD}"/>
                </a:ext>
              </a:extLst>
            </p:cNvPr>
            <p:cNvGrpSpPr/>
            <p:nvPr/>
          </p:nvGrpSpPr>
          <p:grpSpPr>
            <a:xfrm>
              <a:off x="6897622" y="3992109"/>
              <a:ext cx="204692" cy="204686"/>
              <a:chOff x="5688290" y="3559386"/>
              <a:chExt cx="163092" cy="163092"/>
            </a:xfrm>
          </p:grpSpPr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B5BD2C2E-AA7C-4B67-98E6-8EFF5DA647F7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408B129A-BA70-4DAF-903A-A311C6AF563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0E355460-8503-4836-8596-4F6BC0425742}"/>
                </a:ext>
              </a:extLst>
            </p:cNvPr>
            <p:cNvGrpSpPr/>
            <p:nvPr/>
          </p:nvGrpSpPr>
          <p:grpSpPr>
            <a:xfrm>
              <a:off x="5865640" y="3322731"/>
              <a:ext cx="204692" cy="204686"/>
              <a:chOff x="5688290" y="3559386"/>
              <a:chExt cx="163092" cy="163092"/>
            </a:xfrm>
          </p:grpSpPr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246FF0DB-EA3F-42E9-A497-281940CF72D0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43941000-C835-4776-86EC-FE0D6CC2E8D8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46" name="Rectangle 245">
            <a:extLst>
              <a:ext uri="{FF2B5EF4-FFF2-40B4-BE49-F238E27FC236}">
                <a16:creationId xmlns:a16="http://schemas.microsoft.com/office/drawing/2014/main" id="{8C033E66-2242-4659-8EC8-9552FD07CC0A}"/>
              </a:ext>
            </a:extLst>
          </p:cNvPr>
          <p:cNvSpPr/>
          <p:nvPr/>
        </p:nvSpPr>
        <p:spPr>
          <a:xfrm>
            <a:off x="2564464" y="1079998"/>
            <a:ext cx="706307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Detailed Information From Switzerland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7C32595-1E57-40DF-8392-2ECEA0747F41}"/>
              </a:ext>
            </a:extLst>
          </p:cNvPr>
          <p:cNvGrpSpPr/>
          <p:nvPr/>
        </p:nvGrpSpPr>
        <p:grpSpPr>
          <a:xfrm>
            <a:off x="858436" y="3861862"/>
            <a:ext cx="2711534" cy="816477"/>
            <a:chOff x="858436" y="3861862"/>
            <a:chExt cx="2711534" cy="816477"/>
          </a:xfrm>
        </p:grpSpPr>
        <p:sp>
          <p:nvSpPr>
            <p:cNvPr id="363" name="Rectangle: Rounded Corners 362">
              <a:extLst>
                <a:ext uri="{FF2B5EF4-FFF2-40B4-BE49-F238E27FC236}">
                  <a16:creationId xmlns:a16="http://schemas.microsoft.com/office/drawing/2014/main" id="{B6E8539F-3094-4FD6-A787-79B584517E97}"/>
                </a:ext>
              </a:extLst>
            </p:cNvPr>
            <p:cNvSpPr/>
            <p:nvPr/>
          </p:nvSpPr>
          <p:spPr>
            <a:xfrm rot="5400000">
              <a:off x="1805964" y="2914334"/>
              <a:ext cx="816477" cy="2711534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3614B00D-6ED6-4F4C-BCE7-F558E0372567}"/>
                </a:ext>
              </a:extLst>
            </p:cNvPr>
            <p:cNvGrpSpPr/>
            <p:nvPr/>
          </p:nvGrpSpPr>
          <p:grpSpPr>
            <a:xfrm>
              <a:off x="939232" y="3975689"/>
              <a:ext cx="1435387" cy="542140"/>
              <a:chOff x="2631139" y="1978763"/>
              <a:chExt cx="1684090" cy="636074"/>
            </a:xfrm>
          </p:grpSpPr>
          <p:sp>
            <p:nvSpPr>
              <p:cNvPr id="366" name="Rectangle 365">
                <a:extLst>
                  <a:ext uri="{FF2B5EF4-FFF2-40B4-BE49-F238E27FC236}">
                    <a16:creationId xmlns:a16="http://schemas.microsoft.com/office/drawing/2014/main" id="{A1C8A99F-7A42-4904-AA48-718C72FF7992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405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5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08A19917-4958-432A-BDF4-D6A8C1AF0D73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768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ECD7AAD-C146-40D7-B7F7-5692D7590D92}"/>
              </a:ext>
            </a:extLst>
          </p:cNvPr>
          <p:cNvGrpSpPr/>
          <p:nvPr/>
        </p:nvGrpSpPr>
        <p:grpSpPr>
          <a:xfrm>
            <a:off x="858435" y="2863531"/>
            <a:ext cx="2586350" cy="898820"/>
            <a:chOff x="7750527" y="1446884"/>
            <a:chExt cx="3034476" cy="1054554"/>
          </a:xfrm>
        </p:grpSpPr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74C5F28-62A1-470D-9912-95FF1C4F3711}"/>
                </a:ext>
              </a:extLst>
            </p:cNvPr>
            <p:cNvSpPr/>
            <p:nvPr/>
          </p:nvSpPr>
          <p:spPr>
            <a:xfrm>
              <a:off x="7750527" y="2171931"/>
              <a:ext cx="3034476" cy="329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0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457077EE-3090-4A69-82F4-CFFB826A3440}"/>
                </a:ext>
              </a:extLst>
            </p:cNvPr>
            <p:cNvSpPr/>
            <p:nvPr/>
          </p:nvSpPr>
          <p:spPr>
            <a:xfrm>
              <a:off x="7750527" y="1446884"/>
              <a:ext cx="3034476" cy="99303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100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DFC41C8-33F3-4F37-8982-6E5E9B8130A7}"/>
              </a:ext>
            </a:extLst>
          </p:cNvPr>
          <p:cNvGrpSpPr/>
          <p:nvPr/>
        </p:nvGrpSpPr>
        <p:grpSpPr>
          <a:xfrm>
            <a:off x="8622033" y="4357009"/>
            <a:ext cx="2711534" cy="816477"/>
            <a:chOff x="8622033" y="4357009"/>
            <a:chExt cx="2711534" cy="816477"/>
          </a:xfrm>
        </p:grpSpPr>
        <p:sp>
          <p:nvSpPr>
            <p:cNvPr id="373" name="Rectangle: Rounded Corners 372">
              <a:extLst>
                <a:ext uri="{FF2B5EF4-FFF2-40B4-BE49-F238E27FC236}">
                  <a16:creationId xmlns:a16="http://schemas.microsoft.com/office/drawing/2014/main" id="{82A4184A-C920-4D14-B8B0-7EE27CEF498F}"/>
                </a:ext>
              </a:extLst>
            </p:cNvPr>
            <p:cNvSpPr/>
            <p:nvPr/>
          </p:nvSpPr>
          <p:spPr>
            <a:xfrm rot="5400000">
              <a:off x="9569561" y="3409481"/>
              <a:ext cx="816477" cy="2711534"/>
            </a:xfrm>
            <a:prstGeom prst="roundRect">
              <a:avLst>
                <a:gd name="adj" fmla="val 4570"/>
              </a:avLst>
            </a:prstGeom>
            <a:solidFill>
              <a:schemeClr val="bg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F33279F7-D624-4E26-B8C0-7C27A6B9835D}"/>
                </a:ext>
              </a:extLst>
            </p:cNvPr>
            <p:cNvGrpSpPr/>
            <p:nvPr/>
          </p:nvGrpSpPr>
          <p:grpSpPr>
            <a:xfrm>
              <a:off x="8702829" y="4470836"/>
              <a:ext cx="1435387" cy="542140"/>
              <a:chOff x="2631139" y="1978763"/>
              <a:chExt cx="1684090" cy="636074"/>
            </a:xfrm>
          </p:grpSpPr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CB33C449-41B0-4A87-9668-E0B37A8FA4ED}"/>
                  </a:ext>
                </a:extLst>
              </p:cNvPr>
              <p:cNvSpPr/>
              <p:nvPr/>
            </p:nvSpPr>
            <p:spPr>
              <a:xfrm>
                <a:off x="2631139" y="1978763"/>
                <a:ext cx="1684090" cy="3405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50" b="1" dirty="0">
                    <a:solidFill>
                      <a:schemeClr val="accent2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Investment</a:t>
                </a:r>
              </a:p>
            </p:txBody>
          </p:sp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68BC5D93-2F48-4E4C-810E-7ED6E59FE331}"/>
                  </a:ext>
                </a:extLst>
              </p:cNvPr>
              <p:cNvSpPr/>
              <p:nvPr/>
            </p:nvSpPr>
            <p:spPr>
              <a:xfrm>
                <a:off x="2631139" y="2237953"/>
                <a:ext cx="1684090" cy="3768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$11m/Month</a:t>
                </a:r>
                <a:endParaRPr lang="en-US" sz="1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26584F7F-E53C-43D5-B0D2-FC321F7D4C96}"/>
              </a:ext>
            </a:extLst>
          </p:cNvPr>
          <p:cNvGrpSpPr/>
          <p:nvPr/>
        </p:nvGrpSpPr>
        <p:grpSpPr>
          <a:xfrm>
            <a:off x="8622032" y="3358678"/>
            <a:ext cx="2586350" cy="898820"/>
            <a:chOff x="7750527" y="1446884"/>
            <a:chExt cx="3034476" cy="1054554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05330EE-6353-4AAF-A1CE-32C6D8792FC6}"/>
                </a:ext>
              </a:extLst>
            </p:cNvPr>
            <p:cNvSpPr/>
            <p:nvPr/>
          </p:nvSpPr>
          <p:spPr>
            <a:xfrm>
              <a:off x="7750527" y="2171931"/>
              <a:ext cx="3034476" cy="329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0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Their pronunciation and their</a:t>
              </a: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502D21F6-E32B-424D-875E-1DD6CB83FFF0}"/>
                </a:ext>
              </a:extLst>
            </p:cNvPr>
            <p:cNvSpPr/>
            <p:nvPr/>
          </p:nvSpPr>
          <p:spPr>
            <a:xfrm>
              <a:off x="7750527" y="1446884"/>
              <a:ext cx="3034476" cy="99303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400</a:t>
              </a:r>
              <a:r>
                <a:rPr lang="en-US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+ Items</a:t>
              </a:r>
              <a:endParaRPr lang="en-US" sz="2400" baseline="70000" dirty="0">
                <a:solidFill>
                  <a:schemeClr val="bg1"/>
                </a:solidFill>
                <a:latin typeface="Poppins" panose="02000000000000000000" pitchFamily="2" charset="0"/>
                <a:ea typeface="Open Sans Light" panose="020B0306030504020204" pitchFamily="34" charset="0"/>
                <a:cs typeface="Poppins" panose="02000000000000000000" pitchFamily="2" charset="0"/>
              </a:endParaRPr>
            </a:p>
          </p:txBody>
        </p:sp>
      </p:grpSp>
      <p:sp>
        <p:nvSpPr>
          <p:cNvPr id="381" name="Oval 380">
            <a:extLst>
              <a:ext uri="{FF2B5EF4-FFF2-40B4-BE49-F238E27FC236}">
                <a16:creationId xmlns:a16="http://schemas.microsoft.com/office/drawing/2014/main" id="{A32CC1E8-B255-43BB-995E-0B2344F50A81}"/>
              </a:ext>
            </a:extLst>
          </p:cNvPr>
          <p:cNvSpPr/>
          <p:nvPr/>
        </p:nvSpPr>
        <p:spPr>
          <a:xfrm>
            <a:off x="10530064" y="1637137"/>
            <a:ext cx="502357" cy="502357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82" name="Oval 381">
            <a:extLst>
              <a:ext uri="{FF2B5EF4-FFF2-40B4-BE49-F238E27FC236}">
                <a16:creationId xmlns:a16="http://schemas.microsoft.com/office/drawing/2014/main" id="{C6EB5C79-527B-474D-B5BB-BB097F852E1E}"/>
              </a:ext>
            </a:extLst>
          </p:cNvPr>
          <p:cNvSpPr/>
          <p:nvPr/>
        </p:nvSpPr>
        <p:spPr>
          <a:xfrm>
            <a:off x="748962" y="6085951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4A37ED3F-F221-447A-A442-BA591E80F16B}"/>
              </a:ext>
            </a:extLst>
          </p:cNvPr>
          <p:cNvSpPr/>
          <p:nvPr/>
        </p:nvSpPr>
        <p:spPr>
          <a:xfrm>
            <a:off x="9413570" y="4515440"/>
            <a:ext cx="1657503" cy="451923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400"/>
          </a:p>
        </p:txBody>
      </p:sp>
      <p:sp>
        <p:nvSpPr>
          <p:cNvPr id="364" name="Freeform: Shape 363">
            <a:extLst>
              <a:ext uri="{FF2B5EF4-FFF2-40B4-BE49-F238E27FC236}">
                <a16:creationId xmlns:a16="http://schemas.microsoft.com/office/drawing/2014/main" id="{73157074-5127-4BB0-AE7D-94783EA28DAC}"/>
              </a:ext>
            </a:extLst>
          </p:cNvPr>
          <p:cNvSpPr/>
          <p:nvPr/>
        </p:nvSpPr>
        <p:spPr>
          <a:xfrm>
            <a:off x="1649973" y="4020293"/>
            <a:ext cx="1657503" cy="451923"/>
          </a:xfrm>
          <a:custGeom>
            <a:avLst/>
            <a:gdLst>
              <a:gd name="connsiteX0" fmla="*/ 0 w 2757714"/>
              <a:gd name="connsiteY0" fmla="*/ 420915 h 420915"/>
              <a:gd name="connsiteX1" fmla="*/ 1451429 w 2757714"/>
              <a:gd name="connsiteY1" fmla="*/ 0 h 420915"/>
              <a:gd name="connsiteX2" fmla="*/ 2757714 w 2757714"/>
              <a:gd name="connsiteY2" fmla="*/ 420915 h 420915"/>
              <a:gd name="connsiteX0" fmla="*/ 0 w 2757714"/>
              <a:gd name="connsiteY0" fmla="*/ 435202 h 435202"/>
              <a:gd name="connsiteX1" fmla="*/ 1451429 w 2757714"/>
              <a:gd name="connsiteY1" fmla="*/ 14287 h 435202"/>
              <a:gd name="connsiteX2" fmla="*/ 2757714 w 2757714"/>
              <a:gd name="connsiteY2" fmla="*/ 435202 h 435202"/>
              <a:gd name="connsiteX0" fmla="*/ 0 w 2770414"/>
              <a:gd name="connsiteY0" fmla="*/ 459954 h 459954"/>
              <a:gd name="connsiteX1" fmla="*/ 1451429 w 2770414"/>
              <a:gd name="connsiteY1" fmla="*/ 39039 h 459954"/>
              <a:gd name="connsiteX2" fmla="*/ 2770414 w 2770414"/>
              <a:gd name="connsiteY2" fmla="*/ 161504 h 459954"/>
              <a:gd name="connsiteX0" fmla="*/ 0 w 2770414"/>
              <a:gd name="connsiteY0" fmla="*/ 425904 h 425904"/>
              <a:gd name="connsiteX1" fmla="*/ 1451429 w 2770414"/>
              <a:gd name="connsiteY1" fmla="*/ 4989 h 425904"/>
              <a:gd name="connsiteX2" fmla="*/ 2770414 w 2770414"/>
              <a:gd name="connsiteY2" fmla="*/ 127454 h 425904"/>
              <a:gd name="connsiteX0" fmla="*/ 0 w 2770414"/>
              <a:gd name="connsiteY0" fmla="*/ 476098 h 476098"/>
              <a:gd name="connsiteX1" fmla="*/ 1318079 w 2770414"/>
              <a:gd name="connsiteY1" fmla="*/ 4383 h 476098"/>
              <a:gd name="connsiteX2" fmla="*/ 2770414 w 2770414"/>
              <a:gd name="connsiteY2" fmla="*/ 177648 h 476098"/>
              <a:gd name="connsiteX0" fmla="*/ 0 w 2770414"/>
              <a:gd name="connsiteY0" fmla="*/ 480834 h 480834"/>
              <a:gd name="connsiteX1" fmla="*/ 1318079 w 2770414"/>
              <a:gd name="connsiteY1" fmla="*/ 9119 h 480834"/>
              <a:gd name="connsiteX2" fmla="*/ 2770414 w 2770414"/>
              <a:gd name="connsiteY2" fmla="*/ 182384 h 480834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7158 h 477158"/>
              <a:gd name="connsiteX1" fmla="*/ 1318079 w 2770414"/>
              <a:gd name="connsiteY1" fmla="*/ 5443 h 477158"/>
              <a:gd name="connsiteX2" fmla="*/ 2770414 w 2770414"/>
              <a:gd name="connsiteY2" fmla="*/ 178708 h 477158"/>
              <a:gd name="connsiteX0" fmla="*/ 0 w 2770414"/>
              <a:gd name="connsiteY0" fmla="*/ 472075 h 472075"/>
              <a:gd name="connsiteX1" fmla="*/ 1318079 w 2770414"/>
              <a:gd name="connsiteY1" fmla="*/ 360 h 472075"/>
              <a:gd name="connsiteX2" fmla="*/ 2770414 w 2770414"/>
              <a:gd name="connsiteY2" fmla="*/ 173625 h 472075"/>
              <a:gd name="connsiteX0" fmla="*/ 0 w 2770414"/>
              <a:gd name="connsiteY0" fmla="*/ 476354 h 476354"/>
              <a:gd name="connsiteX1" fmla="*/ 1318079 w 2770414"/>
              <a:gd name="connsiteY1" fmla="*/ 4639 h 476354"/>
              <a:gd name="connsiteX2" fmla="*/ 2770414 w 2770414"/>
              <a:gd name="connsiteY2" fmla="*/ 177904 h 476354"/>
              <a:gd name="connsiteX0" fmla="*/ 0 w 2770414"/>
              <a:gd name="connsiteY0" fmla="*/ 474270 h 474270"/>
              <a:gd name="connsiteX1" fmla="*/ 1318079 w 2770414"/>
              <a:gd name="connsiteY1" fmla="*/ 2555 h 474270"/>
              <a:gd name="connsiteX2" fmla="*/ 2770414 w 2770414"/>
              <a:gd name="connsiteY2" fmla="*/ 175820 h 474270"/>
              <a:gd name="connsiteX0" fmla="*/ 0 w 2770414"/>
              <a:gd name="connsiteY0" fmla="*/ 298450 h 298450"/>
              <a:gd name="connsiteX1" fmla="*/ 2770414 w 2770414"/>
              <a:gd name="connsiteY1" fmla="*/ 0 h 298450"/>
              <a:gd name="connsiteX0" fmla="*/ 0 w 2797821"/>
              <a:gd name="connsiteY0" fmla="*/ 530225 h 530225"/>
              <a:gd name="connsiteX1" fmla="*/ 2797821 w 2797821"/>
              <a:gd name="connsiteY1" fmla="*/ 0 h 530225"/>
              <a:gd name="connsiteX0" fmla="*/ 0 w 2797821"/>
              <a:gd name="connsiteY0" fmla="*/ 530225 h 530225"/>
              <a:gd name="connsiteX1" fmla="*/ 2797821 w 2797821"/>
              <a:gd name="connsiteY1" fmla="*/ 0 h 53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97821" h="530225">
                <a:moveTo>
                  <a:pt x="0" y="530225"/>
                </a:moveTo>
                <a:cubicBezTo>
                  <a:pt x="932607" y="353483"/>
                  <a:pt x="1814968" y="405342"/>
                  <a:pt x="2797821" y="0"/>
                </a:cubicBezTo>
              </a:path>
            </a:pathLst>
          </a:custGeom>
          <a:noFill/>
          <a:ln w="38100" cap="rnd">
            <a:gradFill>
              <a:gsLst>
                <a:gs pos="10000">
                  <a:schemeClr val="accent4">
                    <a:alpha val="0"/>
                  </a:schemeClr>
                </a:gs>
                <a:gs pos="100000">
                  <a:schemeClr val="accent3"/>
                </a:gs>
              </a:gsLst>
              <a:lin ang="0" scaled="0"/>
            </a:gradFill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400"/>
          </a:p>
        </p:txBody>
      </p:sp>
    </p:spTree>
    <p:extLst>
      <p:ext uri="{BB962C8B-B14F-4D97-AF65-F5344CB8AC3E}">
        <p14:creationId xmlns:p14="http://schemas.microsoft.com/office/powerpoint/2010/main" val="3126792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7" dur="10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8" dur="10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3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 p14:presetBounceEnd="66667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6" dur="1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7" dur="1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6" dur="750"/>
                                            <p:tgtEl>
                                              <p:spTgt spid="3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9" dur="750"/>
                                            <p:tgtEl>
                                              <p:spTgt spid="3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75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75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4.16667E-7 -7.40741E-7 L -4.16667E-7 0.02847 " pathEditMode="relative" rAng="0" ptsTypes="AA">
                                          <p:cBhvr>
                                            <p:cTn id="65" dur="100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decel="100000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75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-3.75E-6 1.11111E-6 L -3.75E-6 0.02847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8" grpId="0" animBg="1"/>
          <p:bldP spid="246" grpId="0"/>
          <p:bldP spid="246" grpId="1"/>
          <p:bldP spid="381" grpId="0" animBg="1"/>
          <p:bldP spid="381" grpId="1" animBg="1"/>
          <p:bldP spid="382" grpId="0" animBg="1"/>
          <p:bldP spid="382" grpId="1" animBg="1"/>
          <p:bldP spid="374" grpId="0" animBg="1"/>
          <p:bldP spid="36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2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2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3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6" dur="750"/>
                                            <p:tgtEl>
                                              <p:spTgt spid="3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9" dur="750"/>
                                            <p:tgtEl>
                                              <p:spTgt spid="3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decel="100000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75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75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-4.16667E-7 -7.40741E-7 L -4.16667E-7 0.02847 " pathEditMode="relative" rAng="0" ptsTypes="AA">
                                          <p:cBhvr>
                                            <p:cTn id="65" dur="1000" fill="hold"/>
                                            <p:tgtEl>
                                              <p:spTgt spid="38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decel="100000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75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repeatCount="indefinite" accel="50000" decel="50000" autoRev="1" fill="hold" grpId="1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animMotion origin="layout" path="M -3.75E-6 1.11111E-6 L -3.75E-6 0.02847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38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8" grpId="0" animBg="1"/>
          <p:bldP spid="246" grpId="0"/>
          <p:bldP spid="246" grpId="1"/>
          <p:bldP spid="381" grpId="0" animBg="1"/>
          <p:bldP spid="381" grpId="1" animBg="1"/>
          <p:bldP spid="382" grpId="0" animBg="1"/>
          <p:bldP spid="382" grpId="1" animBg="1"/>
          <p:bldP spid="374" grpId="0" animBg="1"/>
          <p:bldP spid="364" grpId="0" animBg="1"/>
        </p:bldLst>
      </p:timing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Group 105">
            <a:extLst>
              <a:ext uri="{FF2B5EF4-FFF2-40B4-BE49-F238E27FC236}">
                <a16:creationId xmlns:a16="http://schemas.microsoft.com/office/drawing/2014/main" id="{D821EA50-C697-463B-AD60-47D4E3B6169A}"/>
              </a:ext>
            </a:extLst>
          </p:cNvPr>
          <p:cNvGrpSpPr/>
          <p:nvPr/>
        </p:nvGrpSpPr>
        <p:grpSpPr>
          <a:xfrm>
            <a:off x="3506476" y="5264132"/>
            <a:ext cx="5179044" cy="699403"/>
            <a:chOff x="4239302" y="4450463"/>
            <a:chExt cx="5210812" cy="703693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7AC1E2CF-AB3B-4AD4-A314-F9B07BAFC012}"/>
                </a:ext>
              </a:extLst>
            </p:cNvPr>
            <p:cNvSpPr/>
            <p:nvPr/>
          </p:nvSpPr>
          <p:spPr>
            <a:xfrm>
              <a:off x="4239302" y="4450463"/>
              <a:ext cx="5210812" cy="703693"/>
            </a:xfrm>
            <a:prstGeom prst="ellipse">
              <a:avLst/>
            </a:prstGeom>
            <a:gradFill>
              <a:gsLst>
                <a:gs pos="0">
                  <a:schemeClr val="accent3"/>
                </a:gs>
                <a:gs pos="99000">
                  <a:schemeClr val="accent3">
                    <a:alpha val="0"/>
                  </a:schemeClr>
                </a:gs>
              </a:gsLst>
              <a:lin ang="16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EEA55DFA-21E8-4F21-B57D-4C229AA2D026}"/>
                </a:ext>
              </a:extLst>
            </p:cNvPr>
            <p:cNvSpPr/>
            <p:nvPr/>
          </p:nvSpPr>
          <p:spPr>
            <a:xfrm>
              <a:off x="4706794" y="4543426"/>
              <a:ext cx="4275828" cy="438150"/>
            </a:xfrm>
            <a:prstGeom prst="ellipse">
              <a:avLst/>
            </a:prstGeom>
            <a:solidFill>
              <a:schemeClr val="tx1">
                <a:lumMod val="95000"/>
                <a:lumOff val="5000"/>
                <a:alpha val="1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600"/>
            </a:p>
          </p:txBody>
        </p:sp>
      </p:grp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8D8D0AC1-D06E-4BE8-AA31-4B1DD7DABBEC}"/>
              </a:ext>
            </a:extLst>
          </p:cNvPr>
          <p:cNvSpPr/>
          <p:nvPr/>
        </p:nvSpPr>
        <p:spPr>
          <a:xfrm>
            <a:off x="3369525" y="2148115"/>
            <a:ext cx="5452950" cy="3643892"/>
          </a:xfrm>
          <a:custGeom>
            <a:avLst/>
            <a:gdLst>
              <a:gd name="connsiteX0" fmla="*/ 0 w 5486398"/>
              <a:gd name="connsiteY0" fmla="*/ 0 h 3666245"/>
              <a:gd name="connsiteX1" fmla="*/ 5486398 w 5486398"/>
              <a:gd name="connsiteY1" fmla="*/ 0 h 3666245"/>
              <a:gd name="connsiteX2" fmla="*/ 4603660 w 5486398"/>
              <a:gd name="connsiteY2" fmla="*/ 2947800 h 3666245"/>
              <a:gd name="connsiteX3" fmla="*/ 4491793 w 5486398"/>
              <a:gd name="connsiteY3" fmla="*/ 3321368 h 3666245"/>
              <a:gd name="connsiteX4" fmla="*/ 4413224 w 5486398"/>
              <a:gd name="connsiteY4" fmla="*/ 3583739 h 3666245"/>
              <a:gd name="connsiteX5" fmla="*/ 4392915 w 5486398"/>
              <a:gd name="connsiteY5" fmla="*/ 3586522 h 3666245"/>
              <a:gd name="connsiteX6" fmla="*/ 2743197 w 5486398"/>
              <a:gd name="connsiteY6" fmla="*/ 3666245 h 3666245"/>
              <a:gd name="connsiteX7" fmla="*/ 1093479 w 5486398"/>
              <a:gd name="connsiteY7" fmla="*/ 3586522 h 3666245"/>
              <a:gd name="connsiteX8" fmla="*/ 1073177 w 5486398"/>
              <a:gd name="connsiteY8" fmla="*/ 3583740 h 3666245"/>
              <a:gd name="connsiteX9" fmla="*/ 994607 w 5486398"/>
              <a:gd name="connsiteY9" fmla="*/ 3321367 h 3666245"/>
              <a:gd name="connsiteX10" fmla="*/ 882739 w 5486398"/>
              <a:gd name="connsiteY10" fmla="*/ 2947800 h 3666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86398" h="3666245">
                <a:moveTo>
                  <a:pt x="0" y="0"/>
                </a:moveTo>
                <a:lnTo>
                  <a:pt x="5486398" y="0"/>
                </a:lnTo>
                <a:lnTo>
                  <a:pt x="4603660" y="2947800"/>
                </a:lnTo>
                <a:lnTo>
                  <a:pt x="4491793" y="3321368"/>
                </a:lnTo>
                <a:lnTo>
                  <a:pt x="4413224" y="3583739"/>
                </a:lnTo>
                <a:lnTo>
                  <a:pt x="4392915" y="3586522"/>
                </a:lnTo>
                <a:cubicBezTo>
                  <a:pt x="4000791" y="3635211"/>
                  <a:pt x="3407362" y="3666245"/>
                  <a:pt x="2743197" y="3666245"/>
                </a:cubicBezTo>
                <a:cubicBezTo>
                  <a:pt x="2079033" y="3666245"/>
                  <a:pt x="1485604" y="3635211"/>
                  <a:pt x="1093479" y="3586522"/>
                </a:cubicBezTo>
                <a:lnTo>
                  <a:pt x="1073177" y="3583740"/>
                </a:lnTo>
                <a:lnTo>
                  <a:pt x="994607" y="3321367"/>
                </a:lnTo>
                <a:lnTo>
                  <a:pt x="882739" y="2947800"/>
                </a:lnTo>
                <a:close/>
              </a:path>
            </a:pathLst>
          </a:custGeom>
          <a:gradFill flip="none" rotWithShape="1">
            <a:gsLst>
              <a:gs pos="45000">
                <a:srgbClr val="FFFFFF">
                  <a:alpha val="1000"/>
                </a:srgbClr>
              </a:gs>
              <a:gs pos="8000">
                <a:schemeClr val="bg1">
                  <a:alpha val="0"/>
                </a:schemeClr>
              </a:gs>
              <a:gs pos="99000">
                <a:schemeClr val="bg1">
                  <a:alpha val="10000"/>
                </a:schemeClr>
              </a:gs>
            </a:gsLst>
            <a:lin ang="54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075618A8-B909-4F3B-9F04-6E1A584F1AA3}"/>
              </a:ext>
            </a:extLst>
          </p:cNvPr>
          <p:cNvGrpSpPr/>
          <p:nvPr/>
        </p:nvGrpSpPr>
        <p:grpSpPr>
          <a:xfrm>
            <a:off x="3995425" y="2847517"/>
            <a:ext cx="4201146" cy="2802761"/>
            <a:chOff x="3449782" y="1663596"/>
            <a:chExt cx="5292436" cy="3530808"/>
          </a:xfrm>
          <a:solidFill>
            <a:schemeClr val="bg1">
              <a:alpha val="5000"/>
            </a:schemeClr>
          </a:solidFill>
          <a:effectLst>
            <a:outerShdw blurRad="12700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27" name="Freeform 5">
              <a:extLst>
                <a:ext uri="{FF2B5EF4-FFF2-40B4-BE49-F238E27FC236}">
                  <a16:creationId xmlns:a16="http://schemas.microsoft.com/office/drawing/2014/main" id="{ABA91440-7177-4522-B7BA-826DB65E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799" y="2262134"/>
              <a:ext cx="647630" cy="503188"/>
            </a:xfrm>
            <a:custGeom>
              <a:avLst/>
              <a:gdLst>
                <a:gd name="T0" fmla="*/ 677 w 686"/>
                <a:gd name="T1" fmla="*/ 332 h 533"/>
                <a:gd name="T2" fmla="*/ 674 w 686"/>
                <a:gd name="T3" fmla="*/ 393 h 533"/>
                <a:gd name="T4" fmla="*/ 674 w 686"/>
                <a:gd name="T5" fmla="*/ 455 h 533"/>
                <a:gd name="T6" fmla="*/ 672 w 686"/>
                <a:gd name="T7" fmla="*/ 516 h 533"/>
                <a:gd name="T8" fmla="*/ 627 w 686"/>
                <a:gd name="T9" fmla="*/ 531 h 533"/>
                <a:gd name="T10" fmla="*/ 566 w 686"/>
                <a:gd name="T11" fmla="*/ 528 h 533"/>
                <a:gd name="T12" fmla="*/ 507 w 686"/>
                <a:gd name="T13" fmla="*/ 523 h 533"/>
                <a:gd name="T14" fmla="*/ 445 w 686"/>
                <a:gd name="T15" fmla="*/ 521 h 533"/>
                <a:gd name="T16" fmla="*/ 386 w 686"/>
                <a:gd name="T17" fmla="*/ 519 h 533"/>
                <a:gd name="T18" fmla="*/ 327 w 686"/>
                <a:gd name="T19" fmla="*/ 514 h 533"/>
                <a:gd name="T20" fmla="*/ 265 w 686"/>
                <a:gd name="T21" fmla="*/ 509 h 533"/>
                <a:gd name="T22" fmla="*/ 206 w 686"/>
                <a:gd name="T23" fmla="*/ 504 h 533"/>
                <a:gd name="T24" fmla="*/ 156 w 686"/>
                <a:gd name="T25" fmla="*/ 500 h 533"/>
                <a:gd name="T26" fmla="*/ 107 w 686"/>
                <a:gd name="T27" fmla="*/ 495 h 533"/>
                <a:gd name="T28" fmla="*/ 59 w 686"/>
                <a:gd name="T29" fmla="*/ 493 h 533"/>
                <a:gd name="T30" fmla="*/ 12 w 686"/>
                <a:gd name="T31" fmla="*/ 488 h 533"/>
                <a:gd name="T32" fmla="*/ 0 w 686"/>
                <a:gd name="T33" fmla="*/ 486 h 533"/>
                <a:gd name="T34" fmla="*/ 0 w 686"/>
                <a:gd name="T35" fmla="*/ 486 h 533"/>
                <a:gd name="T36" fmla="*/ 3 w 686"/>
                <a:gd name="T37" fmla="*/ 455 h 533"/>
                <a:gd name="T38" fmla="*/ 7 w 686"/>
                <a:gd name="T39" fmla="*/ 424 h 533"/>
                <a:gd name="T40" fmla="*/ 10 w 686"/>
                <a:gd name="T41" fmla="*/ 393 h 533"/>
                <a:gd name="T42" fmla="*/ 12 w 686"/>
                <a:gd name="T43" fmla="*/ 365 h 533"/>
                <a:gd name="T44" fmla="*/ 19 w 686"/>
                <a:gd name="T45" fmla="*/ 287 h 533"/>
                <a:gd name="T46" fmla="*/ 26 w 686"/>
                <a:gd name="T47" fmla="*/ 211 h 533"/>
                <a:gd name="T48" fmla="*/ 36 w 686"/>
                <a:gd name="T49" fmla="*/ 135 h 533"/>
                <a:gd name="T50" fmla="*/ 43 w 686"/>
                <a:gd name="T51" fmla="*/ 62 h 533"/>
                <a:gd name="T52" fmla="*/ 43 w 686"/>
                <a:gd name="T53" fmla="*/ 45 h 533"/>
                <a:gd name="T54" fmla="*/ 45 w 686"/>
                <a:gd name="T55" fmla="*/ 31 h 533"/>
                <a:gd name="T56" fmla="*/ 48 w 686"/>
                <a:gd name="T57" fmla="*/ 17 h 533"/>
                <a:gd name="T58" fmla="*/ 48 w 686"/>
                <a:gd name="T59" fmla="*/ 3 h 533"/>
                <a:gd name="T60" fmla="*/ 74 w 686"/>
                <a:gd name="T61" fmla="*/ 3 h 533"/>
                <a:gd name="T62" fmla="*/ 112 w 686"/>
                <a:gd name="T63" fmla="*/ 7 h 533"/>
                <a:gd name="T64" fmla="*/ 152 w 686"/>
                <a:gd name="T65" fmla="*/ 10 h 533"/>
                <a:gd name="T66" fmla="*/ 192 w 686"/>
                <a:gd name="T67" fmla="*/ 15 h 533"/>
                <a:gd name="T68" fmla="*/ 232 w 686"/>
                <a:gd name="T69" fmla="*/ 17 h 533"/>
                <a:gd name="T70" fmla="*/ 270 w 686"/>
                <a:gd name="T71" fmla="*/ 19 h 533"/>
                <a:gd name="T72" fmla="*/ 310 w 686"/>
                <a:gd name="T73" fmla="*/ 24 h 533"/>
                <a:gd name="T74" fmla="*/ 350 w 686"/>
                <a:gd name="T75" fmla="*/ 26 h 533"/>
                <a:gd name="T76" fmla="*/ 391 w 686"/>
                <a:gd name="T77" fmla="*/ 29 h 533"/>
                <a:gd name="T78" fmla="*/ 428 w 686"/>
                <a:gd name="T79" fmla="*/ 31 h 533"/>
                <a:gd name="T80" fmla="*/ 469 w 686"/>
                <a:gd name="T81" fmla="*/ 33 h 533"/>
                <a:gd name="T82" fmla="*/ 509 w 686"/>
                <a:gd name="T83" fmla="*/ 36 h 533"/>
                <a:gd name="T84" fmla="*/ 549 w 686"/>
                <a:gd name="T85" fmla="*/ 38 h 533"/>
                <a:gd name="T86" fmla="*/ 589 w 686"/>
                <a:gd name="T87" fmla="*/ 41 h 533"/>
                <a:gd name="T88" fmla="*/ 627 w 686"/>
                <a:gd name="T89" fmla="*/ 41 h 533"/>
                <a:gd name="T90" fmla="*/ 667 w 686"/>
                <a:gd name="T91" fmla="*/ 43 h 533"/>
                <a:gd name="T92" fmla="*/ 686 w 686"/>
                <a:gd name="T93" fmla="*/ 74 h 533"/>
                <a:gd name="T94" fmla="*/ 684 w 686"/>
                <a:gd name="T95" fmla="*/ 135 h 533"/>
                <a:gd name="T96" fmla="*/ 682 w 686"/>
                <a:gd name="T97" fmla="*/ 194 h 533"/>
                <a:gd name="T98" fmla="*/ 679 w 686"/>
                <a:gd name="T99" fmla="*/ 256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6" h="533">
                  <a:moveTo>
                    <a:pt x="679" y="287"/>
                  </a:moveTo>
                  <a:lnTo>
                    <a:pt x="679" y="301"/>
                  </a:lnTo>
                  <a:lnTo>
                    <a:pt x="679" y="317"/>
                  </a:lnTo>
                  <a:lnTo>
                    <a:pt x="677" y="332"/>
                  </a:lnTo>
                  <a:lnTo>
                    <a:pt x="677" y="348"/>
                  </a:lnTo>
                  <a:lnTo>
                    <a:pt x="677" y="362"/>
                  </a:lnTo>
                  <a:lnTo>
                    <a:pt x="677" y="379"/>
                  </a:lnTo>
                  <a:lnTo>
                    <a:pt x="674" y="393"/>
                  </a:lnTo>
                  <a:lnTo>
                    <a:pt x="674" y="410"/>
                  </a:lnTo>
                  <a:lnTo>
                    <a:pt x="674" y="424"/>
                  </a:lnTo>
                  <a:lnTo>
                    <a:pt x="674" y="441"/>
                  </a:lnTo>
                  <a:lnTo>
                    <a:pt x="674" y="455"/>
                  </a:lnTo>
                  <a:lnTo>
                    <a:pt x="672" y="471"/>
                  </a:lnTo>
                  <a:lnTo>
                    <a:pt x="672" y="486"/>
                  </a:lnTo>
                  <a:lnTo>
                    <a:pt x="672" y="502"/>
                  </a:lnTo>
                  <a:lnTo>
                    <a:pt x="672" y="516"/>
                  </a:lnTo>
                  <a:lnTo>
                    <a:pt x="672" y="533"/>
                  </a:lnTo>
                  <a:lnTo>
                    <a:pt x="656" y="531"/>
                  </a:lnTo>
                  <a:lnTo>
                    <a:pt x="641" y="531"/>
                  </a:lnTo>
                  <a:lnTo>
                    <a:pt x="627" y="531"/>
                  </a:lnTo>
                  <a:lnTo>
                    <a:pt x="611" y="531"/>
                  </a:lnTo>
                  <a:lnTo>
                    <a:pt x="596" y="528"/>
                  </a:lnTo>
                  <a:lnTo>
                    <a:pt x="580" y="528"/>
                  </a:lnTo>
                  <a:lnTo>
                    <a:pt x="566" y="528"/>
                  </a:lnTo>
                  <a:lnTo>
                    <a:pt x="551" y="526"/>
                  </a:lnTo>
                  <a:lnTo>
                    <a:pt x="535" y="526"/>
                  </a:lnTo>
                  <a:lnTo>
                    <a:pt x="521" y="526"/>
                  </a:lnTo>
                  <a:lnTo>
                    <a:pt x="507" y="523"/>
                  </a:lnTo>
                  <a:lnTo>
                    <a:pt x="490" y="523"/>
                  </a:lnTo>
                  <a:lnTo>
                    <a:pt x="476" y="523"/>
                  </a:lnTo>
                  <a:lnTo>
                    <a:pt x="462" y="521"/>
                  </a:lnTo>
                  <a:lnTo>
                    <a:pt x="445" y="521"/>
                  </a:lnTo>
                  <a:lnTo>
                    <a:pt x="431" y="521"/>
                  </a:lnTo>
                  <a:lnTo>
                    <a:pt x="417" y="519"/>
                  </a:lnTo>
                  <a:lnTo>
                    <a:pt x="400" y="519"/>
                  </a:lnTo>
                  <a:lnTo>
                    <a:pt x="386" y="519"/>
                  </a:lnTo>
                  <a:lnTo>
                    <a:pt x="372" y="516"/>
                  </a:lnTo>
                  <a:lnTo>
                    <a:pt x="355" y="516"/>
                  </a:lnTo>
                  <a:lnTo>
                    <a:pt x="341" y="514"/>
                  </a:lnTo>
                  <a:lnTo>
                    <a:pt x="327" y="514"/>
                  </a:lnTo>
                  <a:lnTo>
                    <a:pt x="310" y="512"/>
                  </a:lnTo>
                  <a:lnTo>
                    <a:pt x="296" y="512"/>
                  </a:lnTo>
                  <a:lnTo>
                    <a:pt x="282" y="509"/>
                  </a:lnTo>
                  <a:lnTo>
                    <a:pt x="265" y="509"/>
                  </a:lnTo>
                  <a:lnTo>
                    <a:pt x="251" y="509"/>
                  </a:lnTo>
                  <a:lnTo>
                    <a:pt x="237" y="507"/>
                  </a:lnTo>
                  <a:lnTo>
                    <a:pt x="220" y="507"/>
                  </a:lnTo>
                  <a:lnTo>
                    <a:pt x="206" y="504"/>
                  </a:lnTo>
                  <a:lnTo>
                    <a:pt x="192" y="504"/>
                  </a:lnTo>
                  <a:lnTo>
                    <a:pt x="180" y="502"/>
                  </a:lnTo>
                  <a:lnTo>
                    <a:pt x="168" y="502"/>
                  </a:lnTo>
                  <a:lnTo>
                    <a:pt x="156" y="500"/>
                  </a:lnTo>
                  <a:lnTo>
                    <a:pt x="142" y="500"/>
                  </a:lnTo>
                  <a:lnTo>
                    <a:pt x="130" y="497"/>
                  </a:lnTo>
                  <a:lnTo>
                    <a:pt x="119" y="497"/>
                  </a:lnTo>
                  <a:lnTo>
                    <a:pt x="107" y="495"/>
                  </a:lnTo>
                  <a:lnTo>
                    <a:pt x="95" y="495"/>
                  </a:lnTo>
                  <a:lnTo>
                    <a:pt x="83" y="495"/>
                  </a:lnTo>
                  <a:lnTo>
                    <a:pt x="71" y="493"/>
                  </a:lnTo>
                  <a:lnTo>
                    <a:pt x="59" y="493"/>
                  </a:lnTo>
                  <a:lnTo>
                    <a:pt x="48" y="490"/>
                  </a:lnTo>
                  <a:lnTo>
                    <a:pt x="36" y="490"/>
                  </a:lnTo>
                  <a:lnTo>
                    <a:pt x="24" y="488"/>
                  </a:lnTo>
                  <a:lnTo>
                    <a:pt x="12" y="488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0" y="478"/>
                  </a:lnTo>
                  <a:lnTo>
                    <a:pt x="3" y="471"/>
                  </a:lnTo>
                  <a:lnTo>
                    <a:pt x="3" y="462"/>
                  </a:lnTo>
                  <a:lnTo>
                    <a:pt x="3" y="455"/>
                  </a:lnTo>
                  <a:lnTo>
                    <a:pt x="5" y="448"/>
                  </a:lnTo>
                  <a:lnTo>
                    <a:pt x="5" y="441"/>
                  </a:lnTo>
                  <a:lnTo>
                    <a:pt x="5" y="433"/>
                  </a:lnTo>
                  <a:lnTo>
                    <a:pt x="7" y="424"/>
                  </a:lnTo>
                  <a:lnTo>
                    <a:pt x="7" y="417"/>
                  </a:lnTo>
                  <a:lnTo>
                    <a:pt x="7" y="410"/>
                  </a:lnTo>
                  <a:lnTo>
                    <a:pt x="7" y="403"/>
                  </a:lnTo>
                  <a:lnTo>
                    <a:pt x="10" y="393"/>
                  </a:lnTo>
                  <a:lnTo>
                    <a:pt x="10" y="386"/>
                  </a:lnTo>
                  <a:lnTo>
                    <a:pt x="10" y="379"/>
                  </a:lnTo>
                  <a:lnTo>
                    <a:pt x="12" y="372"/>
                  </a:lnTo>
                  <a:lnTo>
                    <a:pt x="12" y="365"/>
                  </a:lnTo>
                  <a:lnTo>
                    <a:pt x="15" y="346"/>
                  </a:lnTo>
                  <a:lnTo>
                    <a:pt x="17" y="327"/>
                  </a:lnTo>
                  <a:lnTo>
                    <a:pt x="19" y="306"/>
                  </a:lnTo>
                  <a:lnTo>
                    <a:pt x="19" y="287"/>
                  </a:lnTo>
                  <a:lnTo>
                    <a:pt x="22" y="268"/>
                  </a:lnTo>
                  <a:lnTo>
                    <a:pt x="24" y="249"/>
                  </a:lnTo>
                  <a:lnTo>
                    <a:pt x="26" y="230"/>
                  </a:lnTo>
                  <a:lnTo>
                    <a:pt x="26" y="211"/>
                  </a:lnTo>
                  <a:lnTo>
                    <a:pt x="29" y="192"/>
                  </a:lnTo>
                  <a:lnTo>
                    <a:pt x="31" y="173"/>
                  </a:lnTo>
                  <a:lnTo>
                    <a:pt x="33" y="154"/>
                  </a:lnTo>
                  <a:lnTo>
                    <a:pt x="36" y="135"/>
                  </a:lnTo>
                  <a:lnTo>
                    <a:pt x="36" y="116"/>
                  </a:lnTo>
                  <a:lnTo>
                    <a:pt x="38" y="100"/>
                  </a:lnTo>
                  <a:lnTo>
                    <a:pt x="41" y="81"/>
                  </a:lnTo>
                  <a:lnTo>
                    <a:pt x="43" y="62"/>
                  </a:lnTo>
                  <a:lnTo>
                    <a:pt x="43" y="57"/>
                  </a:lnTo>
                  <a:lnTo>
                    <a:pt x="43" y="55"/>
                  </a:lnTo>
                  <a:lnTo>
                    <a:pt x="43" y="50"/>
                  </a:lnTo>
                  <a:lnTo>
                    <a:pt x="43" y="45"/>
                  </a:lnTo>
                  <a:lnTo>
                    <a:pt x="45" y="43"/>
                  </a:lnTo>
                  <a:lnTo>
                    <a:pt x="45" y="38"/>
                  </a:lnTo>
                  <a:lnTo>
                    <a:pt x="45" y="36"/>
                  </a:lnTo>
                  <a:lnTo>
                    <a:pt x="45" y="31"/>
                  </a:lnTo>
                  <a:lnTo>
                    <a:pt x="45" y="29"/>
                  </a:lnTo>
                  <a:lnTo>
                    <a:pt x="45" y="24"/>
                  </a:lnTo>
                  <a:lnTo>
                    <a:pt x="48" y="22"/>
                  </a:lnTo>
                  <a:lnTo>
                    <a:pt x="48" y="17"/>
                  </a:lnTo>
                  <a:lnTo>
                    <a:pt x="48" y="15"/>
                  </a:lnTo>
                  <a:lnTo>
                    <a:pt x="48" y="10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64" y="3"/>
                  </a:lnTo>
                  <a:lnTo>
                    <a:pt x="74" y="3"/>
                  </a:lnTo>
                  <a:lnTo>
                    <a:pt x="83" y="3"/>
                  </a:lnTo>
                  <a:lnTo>
                    <a:pt x="93" y="5"/>
                  </a:lnTo>
                  <a:lnTo>
                    <a:pt x="102" y="5"/>
                  </a:lnTo>
                  <a:lnTo>
                    <a:pt x="112" y="7"/>
                  </a:lnTo>
                  <a:lnTo>
                    <a:pt x="123" y="7"/>
                  </a:lnTo>
                  <a:lnTo>
                    <a:pt x="133" y="7"/>
                  </a:lnTo>
                  <a:lnTo>
                    <a:pt x="142" y="10"/>
                  </a:lnTo>
                  <a:lnTo>
                    <a:pt x="152" y="10"/>
                  </a:lnTo>
                  <a:lnTo>
                    <a:pt x="161" y="12"/>
                  </a:lnTo>
                  <a:lnTo>
                    <a:pt x="173" y="12"/>
                  </a:lnTo>
                  <a:lnTo>
                    <a:pt x="182" y="12"/>
                  </a:lnTo>
                  <a:lnTo>
                    <a:pt x="192" y="15"/>
                  </a:lnTo>
                  <a:lnTo>
                    <a:pt x="201" y="15"/>
                  </a:lnTo>
                  <a:lnTo>
                    <a:pt x="211" y="15"/>
                  </a:lnTo>
                  <a:lnTo>
                    <a:pt x="220" y="17"/>
                  </a:lnTo>
                  <a:lnTo>
                    <a:pt x="232" y="17"/>
                  </a:lnTo>
                  <a:lnTo>
                    <a:pt x="242" y="17"/>
                  </a:lnTo>
                  <a:lnTo>
                    <a:pt x="251" y="19"/>
                  </a:lnTo>
                  <a:lnTo>
                    <a:pt x="261" y="19"/>
                  </a:lnTo>
                  <a:lnTo>
                    <a:pt x="270" y="19"/>
                  </a:lnTo>
                  <a:lnTo>
                    <a:pt x="282" y="22"/>
                  </a:lnTo>
                  <a:lnTo>
                    <a:pt x="291" y="22"/>
                  </a:lnTo>
                  <a:lnTo>
                    <a:pt x="301" y="22"/>
                  </a:lnTo>
                  <a:lnTo>
                    <a:pt x="310" y="24"/>
                  </a:lnTo>
                  <a:lnTo>
                    <a:pt x="320" y="24"/>
                  </a:lnTo>
                  <a:lnTo>
                    <a:pt x="332" y="24"/>
                  </a:lnTo>
                  <a:lnTo>
                    <a:pt x="341" y="26"/>
                  </a:lnTo>
                  <a:lnTo>
                    <a:pt x="350" y="26"/>
                  </a:lnTo>
                  <a:lnTo>
                    <a:pt x="360" y="26"/>
                  </a:lnTo>
                  <a:lnTo>
                    <a:pt x="369" y="26"/>
                  </a:lnTo>
                  <a:lnTo>
                    <a:pt x="379" y="29"/>
                  </a:lnTo>
                  <a:lnTo>
                    <a:pt x="391" y="29"/>
                  </a:lnTo>
                  <a:lnTo>
                    <a:pt x="400" y="29"/>
                  </a:lnTo>
                  <a:lnTo>
                    <a:pt x="410" y="31"/>
                  </a:lnTo>
                  <a:lnTo>
                    <a:pt x="419" y="31"/>
                  </a:lnTo>
                  <a:lnTo>
                    <a:pt x="428" y="31"/>
                  </a:lnTo>
                  <a:lnTo>
                    <a:pt x="440" y="31"/>
                  </a:lnTo>
                  <a:lnTo>
                    <a:pt x="450" y="33"/>
                  </a:lnTo>
                  <a:lnTo>
                    <a:pt x="459" y="33"/>
                  </a:lnTo>
                  <a:lnTo>
                    <a:pt x="469" y="33"/>
                  </a:lnTo>
                  <a:lnTo>
                    <a:pt x="478" y="33"/>
                  </a:lnTo>
                  <a:lnTo>
                    <a:pt x="490" y="36"/>
                  </a:lnTo>
                  <a:lnTo>
                    <a:pt x="499" y="36"/>
                  </a:lnTo>
                  <a:lnTo>
                    <a:pt x="509" y="36"/>
                  </a:lnTo>
                  <a:lnTo>
                    <a:pt x="518" y="36"/>
                  </a:lnTo>
                  <a:lnTo>
                    <a:pt x="528" y="38"/>
                  </a:lnTo>
                  <a:lnTo>
                    <a:pt x="540" y="38"/>
                  </a:lnTo>
                  <a:lnTo>
                    <a:pt x="549" y="38"/>
                  </a:lnTo>
                  <a:lnTo>
                    <a:pt x="559" y="38"/>
                  </a:lnTo>
                  <a:lnTo>
                    <a:pt x="568" y="38"/>
                  </a:lnTo>
                  <a:lnTo>
                    <a:pt x="578" y="41"/>
                  </a:lnTo>
                  <a:lnTo>
                    <a:pt x="589" y="41"/>
                  </a:lnTo>
                  <a:lnTo>
                    <a:pt x="599" y="41"/>
                  </a:lnTo>
                  <a:lnTo>
                    <a:pt x="608" y="41"/>
                  </a:lnTo>
                  <a:lnTo>
                    <a:pt x="618" y="41"/>
                  </a:lnTo>
                  <a:lnTo>
                    <a:pt x="627" y="41"/>
                  </a:lnTo>
                  <a:lnTo>
                    <a:pt x="637" y="43"/>
                  </a:lnTo>
                  <a:lnTo>
                    <a:pt x="648" y="43"/>
                  </a:lnTo>
                  <a:lnTo>
                    <a:pt x="658" y="43"/>
                  </a:lnTo>
                  <a:lnTo>
                    <a:pt x="667" y="43"/>
                  </a:lnTo>
                  <a:lnTo>
                    <a:pt x="677" y="43"/>
                  </a:lnTo>
                  <a:lnTo>
                    <a:pt x="686" y="43"/>
                  </a:lnTo>
                  <a:lnTo>
                    <a:pt x="686" y="60"/>
                  </a:lnTo>
                  <a:lnTo>
                    <a:pt x="686" y="74"/>
                  </a:lnTo>
                  <a:lnTo>
                    <a:pt x="686" y="90"/>
                  </a:lnTo>
                  <a:lnTo>
                    <a:pt x="686" y="104"/>
                  </a:lnTo>
                  <a:lnTo>
                    <a:pt x="684" y="119"/>
                  </a:lnTo>
                  <a:lnTo>
                    <a:pt x="684" y="135"/>
                  </a:lnTo>
                  <a:lnTo>
                    <a:pt x="684" y="149"/>
                  </a:lnTo>
                  <a:lnTo>
                    <a:pt x="684" y="166"/>
                  </a:lnTo>
                  <a:lnTo>
                    <a:pt x="684" y="180"/>
                  </a:lnTo>
                  <a:lnTo>
                    <a:pt x="682" y="194"/>
                  </a:lnTo>
                  <a:lnTo>
                    <a:pt x="682" y="211"/>
                  </a:lnTo>
                  <a:lnTo>
                    <a:pt x="682" y="225"/>
                  </a:lnTo>
                  <a:lnTo>
                    <a:pt x="682" y="242"/>
                  </a:lnTo>
                  <a:lnTo>
                    <a:pt x="679" y="256"/>
                  </a:lnTo>
                  <a:lnTo>
                    <a:pt x="679" y="273"/>
                  </a:lnTo>
                  <a:lnTo>
                    <a:pt x="679" y="287"/>
                  </a:lnTo>
                  <a:lnTo>
                    <a:pt x="679" y="2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8" name="Freeform 6">
              <a:extLst>
                <a:ext uri="{FF2B5EF4-FFF2-40B4-BE49-F238E27FC236}">
                  <a16:creationId xmlns:a16="http://schemas.microsoft.com/office/drawing/2014/main" id="{6C5454E5-CD8A-403F-B710-F3C41ED5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5142" y="2655810"/>
              <a:ext cx="422942" cy="413501"/>
            </a:xfrm>
            <a:custGeom>
              <a:avLst/>
              <a:gdLst>
                <a:gd name="T0" fmla="*/ 303 w 448"/>
                <a:gd name="T1" fmla="*/ 135 h 438"/>
                <a:gd name="T2" fmla="*/ 315 w 448"/>
                <a:gd name="T3" fmla="*/ 118 h 438"/>
                <a:gd name="T4" fmla="*/ 334 w 448"/>
                <a:gd name="T5" fmla="*/ 109 h 438"/>
                <a:gd name="T6" fmla="*/ 339 w 448"/>
                <a:gd name="T7" fmla="*/ 99 h 438"/>
                <a:gd name="T8" fmla="*/ 346 w 448"/>
                <a:gd name="T9" fmla="*/ 95 h 438"/>
                <a:gd name="T10" fmla="*/ 351 w 448"/>
                <a:gd name="T11" fmla="*/ 99 h 438"/>
                <a:gd name="T12" fmla="*/ 374 w 448"/>
                <a:gd name="T13" fmla="*/ 92 h 438"/>
                <a:gd name="T14" fmla="*/ 391 w 448"/>
                <a:gd name="T15" fmla="*/ 78 h 438"/>
                <a:gd name="T16" fmla="*/ 426 w 448"/>
                <a:gd name="T17" fmla="*/ 78 h 438"/>
                <a:gd name="T18" fmla="*/ 433 w 448"/>
                <a:gd name="T19" fmla="*/ 85 h 438"/>
                <a:gd name="T20" fmla="*/ 440 w 448"/>
                <a:gd name="T21" fmla="*/ 95 h 438"/>
                <a:gd name="T22" fmla="*/ 445 w 448"/>
                <a:gd name="T23" fmla="*/ 128 h 438"/>
                <a:gd name="T24" fmla="*/ 388 w 448"/>
                <a:gd name="T25" fmla="*/ 106 h 438"/>
                <a:gd name="T26" fmla="*/ 386 w 448"/>
                <a:gd name="T27" fmla="*/ 130 h 438"/>
                <a:gd name="T28" fmla="*/ 386 w 448"/>
                <a:gd name="T29" fmla="*/ 142 h 438"/>
                <a:gd name="T30" fmla="*/ 374 w 448"/>
                <a:gd name="T31" fmla="*/ 168 h 438"/>
                <a:gd name="T32" fmla="*/ 365 w 448"/>
                <a:gd name="T33" fmla="*/ 180 h 438"/>
                <a:gd name="T34" fmla="*/ 353 w 448"/>
                <a:gd name="T35" fmla="*/ 196 h 438"/>
                <a:gd name="T36" fmla="*/ 334 w 448"/>
                <a:gd name="T37" fmla="*/ 208 h 438"/>
                <a:gd name="T38" fmla="*/ 327 w 448"/>
                <a:gd name="T39" fmla="*/ 229 h 438"/>
                <a:gd name="T40" fmla="*/ 303 w 448"/>
                <a:gd name="T41" fmla="*/ 246 h 438"/>
                <a:gd name="T42" fmla="*/ 282 w 448"/>
                <a:gd name="T43" fmla="*/ 234 h 438"/>
                <a:gd name="T44" fmla="*/ 280 w 448"/>
                <a:gd name="T45" fmla="*/ 253 h 438"/>
                <a:gd name="T46" fmla="*/ 272 w 448"/>
                <a:gd name="T47" fmla="*/ 272 h 438"/>
                <a:gd name="T48" fmla="*/ 265 w 448"/>
                <a:gd name="T49" fmla="*/ 291 h 438"/>
                <a:gd name="T50" fmla="*/ 244 w 448"/>
                <a:gd name="T51" fmla="*/ 343 h 438"/>
                <a:gd name="T52" fmla="*/ 246 w 448"/>
                <a:gd name="T53" fmla="*/ 364 h 438"/>
                <a:gd name="T54" fmla="*/ 244 w 448"/>
                <a:gd name="T55" fmla="*/ 376 h 438"/>
                <a:gd name="T56" fmla="*/ 225 w 448"/>
                <a:gd name="T57" fmla="*/ 390 h 438"/>
                <a:gd name="T58" fmla="*/ 202 w 448"/>
                <a:gd name="T59" fmla="*/ 402 h 438"/>
                <a:gd name="T60" fmla="*/ 194 w 448"/>
                <a:gd name="T61" fmla="*/ 398 h 438"/>
                <a:gd name="T62" fmla="*/ 190 w 448"/>
                <a:gd name="T63" fmla="*/ 407 h 438"/>
                <a:gd name="T64" fmla="*/ 159 w 448"/>
                <a:gd name="T65" fmla="*/ 426 h 438"/>
                <a:gd name="T66" fmla="*/ 145 w 448"/>
                <a:gd name="T67" fmla="*/ 419 h 438"/>
                <a:gd name="T68" fmla="*/ 131 w 448"/>
                <a:gd name="T69" fmla="*/ 428 h 438"/>
                <a:gd name="T70" fmla="*/ 105 w 448"/>
                <a:gd name="T71" fmla="*/ 433 h 438"/>
                <a:gd name="T72" fmla="*/ 93 w 448"/>
                <a:gd name="T73" fmla="*/ 426 h 438"/>
                <a:gd name="T74" fmla="*/ 83 w 448"/>
                <a:gd name="T75" fmla="*/ 414 h 438"/>
                <a:gd name="T76" fmla="*/ 81 w 448"/>
                <a:gd name="T77" fmla="*/ 405 h 438"/>
                <a:gd name="T78" fmla="*/ 60 w 448"/>
                <a:gd name="T79" fmla="*/ 400 h 438"/>
                <a:gd name="T80" fmla="*/ 43 w 448"/>
                <a:gd name="T81" fmla="*/ 390 h 438"/>
                <a:gd name="T82" fmla="*/ 26 w 448"/>
                <a:gd name="T83" fmla="*/ 367 h 438"/>
                <a:gd name="T84" fmla="*/ 12 w 448"/>
                <a:gd name="T85" fmla="*/ 353 h 438"/>
                <a:gd name="T86" fmla="*/ 3 w 448"/>
                <a:gd name="T87" fmla="*/ 331 h 438"/>
                <a:gd name="T88" fmla="*/ 5 w 448"/>
                <a:gd name="T89" fmla="*/ 322 h 438"/>
                <a:gd name="T90" fmla="*/ 8 w 448"/>
                <a:gd name="T91" fmla="*/ 305 h 438"/>
                <a:gd name="T92" fmla="*/ 36 w 448"/>
                <a:gd name="T93" fmla="*/ 272 h 438"/>
                <a:gd name="T94" fmla="*/ 34 w 448"/>
                <a:gd name="T95" fmla="*/ 239 h 438"/>
                <a:gd name="T96" fmla="*/ 57 w 448"/>
                <a:gd name="T97" fmla="*/ 232 h 438"/>
                <a:gd name="T98" fmla="*/ 62 w 448"/>
                <a:gd name="T99" fmla="*/ 229 h 438"/>
                <a:gd name="T100" fmla="*/ 62 w 448"/>
                <a:gd name="T101" fmla="*/ 215 h 438"/>
                <a:gd name="T102" fmla="*/ 74 w 448"/>
                <a:gd name="T103" fmla="*/ 187 h 438"/>
                <a:gd name="T104" fmla="*/ 95 w 448"/>
                <a:gd name="T105" fmla="*/ 170 h 438"/>
                <a:gd name="T106" fmla="*/ 123 w 448"/>
                <a:gd name="T107" fmla="*/ 149 h 438"/>
                <a:gd name="T108" fmla="*/ 140 w 448"/>
                <a:gd name="T109" fmla="*/ 114 h 438"/>
                <a:gd name="T110" fmla="*/ 142 w 448"/>
                <a:gd name="T111" fmla="*/ 92 h 438"/>
                <a:gd name="T112" fmla="*/ 145 w 448"/>
                <a:gd name="T113" fmla="*/ 71 h 438"/>
                <a:gd name="T114" fmla="*/ 149 w 448"/>
                <a:gd name="T115" fmla="*/ 35 h 438"/>
                <a:gd name="T116" fmla="*/ 140 w 448"/>
                <a:gd name="T117" fmla="*/ 7 h 438"/>
                <a:gd name="T118" fmla="*/ 152 w 448"/>
                <a:gd name="T119" fmla="*/ 2 h 438"/>
                <a:gd name="T120" fmla="*/ 197 w 448"/>
                <a:gd name="T121" fmla="*/ 109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48" h="438">
                  <a:moveTo>
                    <a:pt x="272" y="95"/>
                  </a:moveTo>
                  <a:lnTo>
                    <a:pt x="282" y="156"/>
                  </a:lnTo>
                  <a:lnTo>
                    <a:pt x="284" y="158"/>
                  </a:lnTo>
                  <a:lnTo>
                    <a:pt x="284" y="158"/>
                  </a:lnTo>
                  <a:lnTo>
                    <a:pt x="284" y="156"/>
                  </a:lnTo>
                  <a:lnTo>
                    <a:pt x="287" y="156"/>
                  </a:lnTo>
                  <a:lnTo>
                    <a:pt x="294" y="144"/>
                  </a:lnTo>
                  <a:lnTo>
                    <a:pt x="296" y="144"/>
                  </a:lnTo>
                  <a:lnTo>
                    <a:pt x="298" y="142"/>
                  </a:lnTo>
                  <a:lnTo>
                    <a:pt x="301" y="142"/>
                  </a:lnTo>
                  <a:lnTo>
                    <a:pt x="301" y="142"/>
                  </a:lnTo>
                  <a:lnTo>
                    <a:pt x="301" y="140"/>
                  </a:lnTo>
                  <a:lnTo>
                    <a:pt x="301" y="137"/>
                  </a:lnTo>
                  <a:lnTo>
                    <a:pt x="303" y="135"/>
                  </a:lnTo>
                  <a:lnTo>
                    <a:pt x="306" y="132"/>
                  </a:lnTo>
                  <a:lnTo>
                    <a:pt x="308" y="130"/>
                  </a:lnTo>
                  <a:lnTo>
                    <a:pt x="308" y="130"/>
                  </a:lnTo>
                  <a:lnTo>
                    <a:pt x="310" y="130"/>
                  </a:lnTo>
                  <a:lnTo>
                    <a:pt x="310" y="128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5"/>
                  </a:lnTo>
                  <a:lnTo>
                    <a:pt x="313" y="123"/>
                  </a:lnTo>
                  <a:lnTo>
                    <a:pt x="313" y="121"/>
                  </a:lnTo>
                  <a:lnTo>
                    <a:pt x="313" y="121"/>
                  </a:lnTo>
                  <a:lnTo>
                    <a:pt x="313" y="118"/>
                  </a:lnTo>
                  <a:lnTo>
                    <a:pt x="315" y="118"/>
                  </a:lnTo>
                  <a:lnTo>
                    <a:pt x="317" y="116"/>
                  </a:lnTo>
                  <a:lnTo>
                    <a:pt x="317" y="116"/>
                  </a:lnTo>
                  <a:lnTo>
                    <a:pt x="320" y="116"/>
                  </a:lnTo>
                  <a:lnTo>
                    <a:pt x="320" y="116"/>
                  </a:lnTo>
                  <a:lnTo>
                    <a:pt x="322" y="116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9" y="118"/>
                  </a:lnTo>
                  <a:lnTo>
                    <a:pt x="329" y="118"/>
                  </a:lnTo>
                  <a:lnTo>
                    <a:pt x="329" y="116"/>
                  </a:lnTo>
                  <a:lnTo>
                    <a:pt x="329" y="116"/>
                  </a:lnTo>
                  <a:lnTo>
                    <a:pt x="334" y="109"/>
                  </a:lnTo>
                  <a:lnTo>
                    <a:pt x="334" y="106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7"/>
                  </a:lnTo>
                  <a:lnTo>
                    <a:pt x="341" y="95"/>
                  </a:lnTo>
                  <a:lnTo>
                    <a:pt x="341" y="95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1" y="92"/>
                  </a:lnTo>
                  <a:lnTo>
                    <a:pt x="343" y="92"/>
                  </a:lnTo>
                  <a:lnTo>
                    <a:pt x="343" y="92"/>
                  </a:lnTo>
                  <a:lnTo>
                    <a:pt x="343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6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9"/>
                  </a:lnTo>
                  <a:lnTo>
                    <a:pt x="343" y="99"/>
                  </a:lnTo>
                  <a:lnTo>
                    <a:pt x="346" y="99"/>
                  </a:lnTo>
                  <a:lnTo>
                    <a:pt x="346" y="99"/>
                  </a:lnTo>
                  <a:lnTo>
                    <a:pt x="346" y="99"/>
                  </a:lnTo>
                  <a:lnTo>
                    <a:pt x="351" y="99"/>
                  </a:lnTo>
                  <a:lnTo>
                    <a:pt x="351" y="102"/>
                  </a:lnTo>
                  <a:lnTo>
                    <a:pt x="351" y="102"/>
                  </a:lnTo>
                  <a:lnTo>
                    <a:pt x="353" y="102"/>
                  </a:lnTo>
                  <a:lnTo>
                    <a:pt x="355" y="102"/>
                  </a:lnTo>
                  <a:lnTo>
                    <a:pt x="362" y="102"/>
                  </a:lnTo>
                  <a:lnTo>
                    <a:pt x="362" y="102"/>
                  </a:lnTo>
                  <a:lnTo>
                    <a:pt x="367" y="99"/>
                  </a:lnTo>
                  <a:lnTo>
                    <a:pt x="372" y="99"/>
                  </a:lnTo>
                  <a:lnTo>
                    <a:pt x="377" y="97"/>
                  </a:lnTo>
                  <a:lnTo>
                    <a:pt x="377" y="95"/>
                  </a:lnTo>
                  <a:lnTo>
                    <a:pt x="374" y="95"/>
                  </a:lnTo>
                  <a:lnTo>
                    <a:pt x="374" y="95"/>
                  </a:lnTo>
                  <a:lnTo>
                    <a:pt x="374" y="92"/>
                  </a:lnTo>
                  <a:lnTo>
                    <a:pt x="374" y="92"/>
                  </a:lnTo>
                  <a:lnTo>
                    <a:pt x="377" y="92"/>
                  </a:lnTo>
                  <a:lnTo>
                    <a:pt x="377" y="90"/>
                  </a:lnTo>
                  <a:lnTo>
                    <a:pt x="374" y="87"/>
                  </a:lnTo>
                  <a:lnTo>
                    <a:pt x="374" y="87"/>
                  </a:lnTo>
                  <a:lnTo>
                    <a:pt x="377" y="87"/>
                  </a:lnTo>
                  <a:lnTo>
                    <a:pt x="379" y="87"/>
                  </a:lnTo>
                  <a:lnTo>
                    <a:pt x="379" y="85"/>
                  </a:lnTo>
                  <a:lnTo>
                    <a:pt x="381" y="85"/>
                  </a:lnTo>
                  <a:lnTo>
                    <a:pt x="384" y="83"/>
                  </a:lnTo>
                  <a:lnTo>
                    <a:pt x="386" y="83"/>
                  </a:lnTo>
                  <a:lnTo>
                    <a:pt x="388" y="83"/>
                  </a:lnTo>
                  <a:lnTo>
                    <a:pt x="388" y="83"/>
                  </a:lnTo>
                  <a:lnTo>
                    <a:pt x="391" y="80"/>
                  </a:lnTo>
                  <a:lnTo>
                    <a:pt x="391" y="78"/>
                  </a:lnTo>
                  <a:lnTo>
                    <a:pt x="393" y="76"/>
                  </a:lnTo>
                  <a:lnTo>
                    <a:pt x="393" y="73"/>
                  </a:lnTo>
                  <a:lnTo>
                    <a:pt x="395" y="73"/>
                  </a:lnTo>
                  <a:lnTo>
                    <a:pt x="395" y="73"/>
                  </a:lnTo>
                  <a:lnTo>
                    <a:pt x="400" y="73"/>
                  </a:lnTo>
                  <a:lnTo>
                    <a:pt x="405" y="73"/>
                  </a:lnTo>
                  <a:lnTo>
                    <a:pt x="414" y="80"/>
                  </a:lnTo>
                  <a:lnTo>
                    <a:pt x="417" y="80"/>
                  </a:lnTo>
                  <a:lnTo>
                    <a:pt x="419" y="80"/>
                  </a:lnTo>
                  <a:lnTo>
                    <a:pt x="421" y="80"/>
                  </a:lnTo>
                  <a:lnTo>
                    <a:pt x="421" y="80"/>
                  </a:lnTo>
                  <a:lnTo>
                    <a:pt x="424" y="80"/>
                  </a:lnTo>
                  <a:lnTo>
                    <a:pt x="426" y="80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29" y="78"/>
                  </a:lnTo>
                  <a:lnTo>
                    <a:pt x="429" y="78"/>
                  </a:lnTo>
                  <a:lnTo>
                    <a:pt x="431" y="78"/>
                  </a:lnTo>
                  <a:lnTo>
                    <a:pt x="433" y="80"/>
                  </a:lnTo>
                  <a:lnTo>
                    <a:pt x="433" y="80"/>
                  </a:lnTo>
                  <a:lnTo>
                    <a:pt x="431" y="83"/>
                  </a:lnTo>
                  <a:lnTo>
                    <a:pt x="429" y="85"/>
                  </a:lnTo>
                  <a:lnTo>
                    <a:pt x="429" y="85"/>
                  </a:lnTo>
                  <a:lnTo>
                    <a:pt x="431" y="90"/>
                  </a:lnTo>
                  <a:lnTo>
                    <a:pt x="433" y="90"/>
                  </a:lnTo>
                  <a:lnTo>
                    <a:pt x="433" y="87"/>
                  </a:lnTo>
                  <a:lnTo>
                    <a:pt x="433" y="87"/>
                  </a:lnTo>
                  <a:lnTo>
                    <a:pt x="433" y="85"/>
                  </a:lnTo>
                  <a:lnTo>
                    <a:pt x="433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6" y="92"/>
                  </a:lnTo>
                  <a:lnTo>
                    <a:pt x="438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0" y="90"/>
                  </a:lnTo>
                  <a:lnTo>
                    <a:pt x="440" y="90"/>
                  </a:lnTo>
                  <a:lnTo>
                    <a:pt x="438" y="92"/>
                  </a:lnTo>
                  <a:lnTo>
                    <a:pt x="438" y="95"/>
                  </a:lnTo>
                  <a:lnTo>
                    <a:pt x="440" y="95"/>
                  </a:lnTo>
                  <a:lnTo>
                    <a:pt x="438" y="97"/>
                  </a:lnTo>
                  <a:lnTo>
                    <a:pt x="440" y="97"/>
                  </a:lnTo>
                  <a:lnTo>
                    <a:pt x="445" y="99"/>
                  </a:lnTo>
                  <a:lnTo>
                    <a:pt x="445" y="102"/>
                  </a:lnTo>
                  <a:lnTo>
                    <a:pt x="445" y="102"/>
                  </a:lnTo>
                  <a:lnTo>
                    <a:pt x="445" y="106"/>
                  </a:lnTo>
                  <a:lnTo>
                    <a:pt x="445" y="106"/>
                  </a:lnTo>
                  <a:lnTo>
                    <a:pt x="448" y="109"/>
                  </a:lnTo>
                  <a:lnTo>
                    <a:pt x="448" y="109"/>
                  </a:lnTo>
                  <a:lnTo>
                    <a:pt x="448" y="111"/>
                  </a:lnTo>
                  <a:lnTo>
                    <a:pt x="448" y="111"/>
                  </a:lnTo>
                  <a:lnTo>
                    <a:pt x="448" y="116"/>
                  </a:lnTo>
                  <a:lnTo>
                    <a:pt x="445" y="121"/>
                  </a:lnTo>
                  <a:lnTo>
                    <a:pt x="445" y="128"/>
                  </a:lnTo>
                  <a:lnTo>
                    <a:pt x="443" y="130"/>
                  </a:lnTo>
                  <a:lnTo>
                    <a:pt x="443" y="132"/>
                  </a:lnTo>
                  <a:lnTo>
                    <a:pt x="443" y="135"/>
                  </a:lnTo>
                  <a:lnTo>
                    <a:pt x="443" y="132"/>
                  </a:lnTo>
                  <a:lnTo>
                    <a:pt x="440" y="132"/>
                  </a:lnTo>
                  <a:lnTo>
                    <a:pt x="436" y="130"/>
                  </a:lnTo>
                  <a:lnTo>
                    <a:pt x="429" y="128"/>
                  </a:lnTo>
                  <a:lnTo>
                    <a:pt x="421" y="123"/>
                  </a:lnTo>
                  <a:lnTo>
                    <a:pt x="417" y="121"/>
                  </a:lnTo>
                  <a:lnTo>
                    <a:pt x="410" y="116"/>
                  </a:lnTo>
                  <a:lnTo>
                    <a:pt x="403" y="114"/>
                  </a:lnTo>
                  <a:lnTo>
                    <a:pt x="398" y="111"/>
                  </a:lnTo>
                  <a:lnTo>
                    <a:pt x="391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6" y="109"/>
                  </a:lnTo>
                  <a:lnTo>
                    <a:pt x="386" y="111"/>
                  </a:lnTo>
                  <a:lnTo>
                    <a:pt x="386" y="111"/>
                  </a:lnTo>
                  <a:lnTo>
                    <a:pt x="386" y="114"/>
                  </a:lnTo>
                  <a:lnTo>
                    <a:pt x="388" y="116"/>
                  </a:lnTo>
                  <a:lnTo>
                    <a:pt x="388" y="118"/>
                  </a:lnTo>
                  <a:lnTo>
                    <a:pt x="388" y="121"/>
                  </a:lnTo>
                  <a:lnTo>
                    <a:pt x="388" y="121"/>
                  </a:lnTo>
                  <a:lnTo>
                    <a:pt x="388" y="121"/>
                  </a:lnTo>
                  <a:lnTo>
                    <a:pt x="388" y="125"/>
                  </a:lnTo>
                  <a:lnTo>
                    <a:pt x="386" y="128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0"/>
                  </a:lnTo>
                  <a:lnTo>
                    <a:pt x="386" y="132"/>
                  </a:lnTo>
                  <a:lnTo>
                    <a:pt x="386" y="132"/>
                  </a:lnTo>
                  <a:lnTo>
                    <a:pt x="386" y="132"/>
                  </a:lnTo>
                  <a:lnTo>
                    <a:pt x="386" y="135"/>
                  </a:lnTo>
                  <a:lnTo>
                    <a:pt x="386" y="135"/>
                  </a:lnTo>
                  <a:lnTo>
                    <a:pt x="386" y="137"/>
                  </a:lnTo>
                  <a:lnTo>
                    <a:pt x="386" y="137"/>
                  </a:lnTo>
                  <a:lnTo>
                    <a:pt x="386" y="140"/>
                  </a:lnTo>
                  <a:lnTo>
                    <a:pt x="386" y="140"/>
                  </a:lnTo>
                  <a:lnTo>
                    <a:pt x="386" y="140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4" y="149"/>
                  </a:lnTo>
                  <a:lnTo>
                    <a:pt x="381" y="151"/>
                  </a:lnTo>
                  <a:lnTo>
                    <a:pt x="379" y="156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1"/>
                  </a:lnTo>
                  <a:lnTo>
                    <a:pt x="377" y="163"/>
                  </a:lnTo>
                  <a:lnTo>
                    <a:pt x="377" y="163"/>
                  </a:lnTo>
                  <a:lnTo>
                    <a:pt x="374" y="168"/>
                  </a:lnTo>
                  <a:lnTo>
                    <a:pt x="374" y="168"/>
                  </a:lnTo>
                  <a:lnTo>
                    <a:pt x="374" y="168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69" y="170"/>
                  </a:lnTo>
                  <a:lnTo>
                    <a:pt x="369" y="173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7"/>
                  </a:lnTo>
                  <a:lnTo>
                    <a:pt x="365" y="177"/>
                  </a:lnTo>
                  <a:lnTo>
                    <a:pt x="365" y="177"/>
                  </a:lnTo>
                  <a:lnTo>
                    <a:pt x="365" y="180"/>
                  </a:lnTo>
                  <a:lnTo>
                    <a:pt x="365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2" y="177"/>
                  </a:lnTo>
                  <a:lnTo>
                    <a:pt x="360" y="177"/>
                  </a:lnTo>
                  <a:lnTo>
                    <a:pt x="360" y="182"/>
                  </a:lnTo>
                  <a:lnTo>
                    <a:pt x="358" y="187"/>
                  </a:lnTo>
                  <a:lnTo>
                    <a:pt x="355" y="192"/>
                  </a:lnTo>
                  <a:lnTo>
                    <a:pt x="353" y="196"/>
                  </a:lnTo>
                  <a:lnTo>
                    <a:pt x="353" y="196"/>
                  </a:lnTo>
                  <a:lnTo>
                    <a:pt x="353" y="196"/>
                  </a:lnTo>
                  <a:lnTo>
                    <a:pt x="351" y="196"/>
                  </a:lnTo>
                  <a:lnTo>
                    <a:pt x="348" y="196"/>
                  </a:lnTo>
                  <a:lnTo>
                    <a:pt x="343" y="194"/>
                  </a:lnTo>
                  <a:lnTo>
                    <a:pt x="339" y="192"/>
                  </a:lnTo>
                  <a:lnTo>
                    <a:pt x="339" y="192"/>
                  </a:lnTo>
                  <a:lnTo>
                    <a:pt x="339" y="194"/>
                  </a:lnTo>
                  <a:lnTo>
                    <a:pt x="336" y="199"/>
                  </a:lnTo>
                  <a:lnTo>
                    <a:pt x="334" y="201"/>
                  </a:lnTo>
                  <a:lnTo>
                    <a:pt x="334" y="201"/>
                  </a:lnTo>
                  <a:lnTo>
                    <a:pt x="334" y="201"/>
                  </a:lnTo>
                  <a:lnTo>
                    <a:pt x="334" y="203"/>
                  </a:lnTo>
                  <a:lnTo>
                    <a:pt x="334" y="203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4" y="215"/>
                  </a:lnTo>
                  <a:lnTo>
                    <a:pt x="334" y="215"/>
                  </a:lnTo>
                  <a:lnTo>
                    <a:pt x="332" y="215"/>
                  </a:lnTo>
                  <a:lnTo>
                    <a:pt x="332" y="218"/>
                  </a:lnTo>
                  <a:lnTo>
                    <a:pt x="332" y="218"/>
                  </a:lnTo>
                  <a:lnTo>
                    <a:pt x="329" y="220"/>
                  </a:lnTo>
                  <a:lnTo>
                    <a:pt x="329" y="220"/>
                  </a:lnTo>
                  <a:lnTo>
                    <a:pt x="329" y="222"/>
                  </a:lnTo>
                  <a:lnTo>
                    <a:pt x="329" y="222"/>
                  </a:lnTo>
                  <a:lnTo>
                    <a:pt x="329" y="225"/>
                  </a:lnTo>
                  <a:lnTo>
                    <a:pt x="327" y="227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29"/>
                  </a:lnTo>
                  <a:lnTo>
                    <a:pt x="327" y="234"/>
                  </a:lnTo>
                  <a:lnTo>
                    <a:pt x="327" y="234"/>
                  </a:lnTo>
                  <a:lnTo>
                    <a:pt x="327" y="237"/>
                  </a:lnTo>
                  <a:lnTo>
                    <a:pt x="325" y="239"/>
                  </a:lnTo>
                  <a:lnTo>
                    <a:pt x="325" y="244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20" y="248"/>
                  </a:lnTo>
                  <a:lnTo>
                    <a:pt x="313" y="248"/>
                  </a:lnTo>
                  <a:lnTo>
                    <a:pt x="308" y="248"/>
                  </a:lnTo>
                  <a:lnTo>
                    <a:pt x="303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8" y="244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91" y="237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7"/>
                  </a:lnTo>
                  <a:lnTo>
                    <a:pt x="282" y="237"/>
                  </a:lnTo>
                  <a:lnTo>
                    <a:pt x="282" y="239"/>
                  </a:lnTo>
                  <a:lnTo>
                    <a:pt x="282" y="239"/>
                  </a:lnTo>
                  <a:lnTo>
                    <a:pt x="282" y="241"/>
                  </a:lnTo>
                  <a:lnTo>
                    <a:pt x="282" y="241"/>
                  </a:lnTo>
                  <a:lnTo>
                    <a:pt x="282" y="241"/>
                  </a:lnTo>
                  <a:lnTo>
                    <a:pt x="282" y="244"/>
                  </a:lnTo>
                  <a:lnTo>
                    <a:pt x="282" y="244"/>
                  </a:lnTo>
                  <a:lnTo>
                    <a:pt x="280" y="246"/>
                  </a:lnTo>
                  <a:lnTo>
                    <a:pt x="280" y="248"/>
                  </a:lnTo>
                  <a:lnTo>
                    <a:pt x="280" y="248"/>
                  </a:lnTo>
                  <a:lnTo>
                    <a:pt x="280" y="253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80" y="263"/>
                  </a:lnTo>
                  <a:lnTo>
                    <a:pt x="277" y="265"/>
                  </a:lnTo>
                  <a:lnTo>
                    <a:pt x="277" y="265"/>
                  </a:lnTo>
                  <a:lnTo>
                    <a:pt x="275" y="265"/>
                  </a:lnTo>
                  <a:lnTo>
                    <a:pt x="275" y="265"/>
                  </a:lnTo>
                  <a:lnTo>
                    <a:pt x="275" y="267"/>
                  </a:lnTo>
                  <a:lnTo>
                    <a:pt x="275" y="267"/>
                  </a:lnTo>
                  <a:lnTo>
                    <a:pt x="275" y="270"/>
                  </a:lnTo>
                  <a:lnTo>
                    <a:pt x="275" y="270"/>
                  </a:lnTo>
                  <a:lnTo>
                    <a:pt x="272" y="272"/>
                  </a:lnTo>
                  <a:lnTo>
                    <a:pt x="272" y="272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5" y="277"/>
                  </a:lnTo>
                  <a:lnTo>
                    <a:pt x="275" y="277"/>
                  </a:lnTo>
                  <a:lnTo>
                    <a:pt x="275" y="277"/>
                  </a:lnTo>
                  <a:lnTo>
                    <a:pt x="272" y="279"/>
                  </a:lnTo>
                  <a:lnTo>
                    <a:pt x="270" y="282"/>
                  </a:lnTo>
                  <a:lnTo>
                    <a:pt x="270" y="282"/>
                  </a:lnTo>
                  <a:lnTo>
                    <a:pt x="268" y="286"/>
                  </a:lnTo>
                  <a:lnTo>
                    <a:pt x="265" y="291"/>
                  </a:lnTo>
                  <a:lnTo>
                    <a:pt x="265" y="291"/>
                  </a:lnTo>
                  <a:lnTo>
                    <a:pt x="265" y="291"/>
                  </a:lnTo>
                  <a:lnTo>
                    <a:pt x="265" y="293"/>
                  </a:lnTo>
                  <a:lnTo>
                    <a:pt x="265" y="293"/>
                  </a:lnTo>
                  <a:lnTo>
                    <a:pt x="265" y="293"/>
                  </a:lnTo>
                  <a:lnTo>
                    <a:pt x="265" y="303"/>
                  </a:lnTo>
                  <a:lnTo>
                    <a:pt x="263" y="308"/>
                  </a:lnTo>
                  <a:lnTo>
                    <a:pt x="261" y="312"/>
                  </a:lnTo>
                  <a:lnTo>
                    <a:pt x="258" y="317"/>
                  </a:lnTo>
                  <a:lnTo>
                    <a:pt x="254" y="324"/>
                  </a:lnTo>
                  <a:lnTo>
                    <a:pt x="251" y="329"/>
                  </a:lnTo>
                  <a:lnTo>
                    <a:pt x="249" y="334"/>
                  </a:lnTo>
                  <a:lnTo>
                    <a:pt x="244" y="341"/>
                  </a:lnTo>
                  <a:lnTo>
                    <a:pt x="244" y="341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2" y="350"/>
                  </a:lnTo>
                  <a:lnTo>
                    <a:pt x="239" y="357"/>
                  </a:lnTo>
                  <a:lnTo>
                    <a:pt x="239" y="357"/>
                  </a:lnTo>
                  <a:lnTo>
                    <a:pt x="239" y="360"/>
                  </a:lnTo>
                  <a:lnTo>
                    <a:pt x="239" y="360"/>
                  </a:lnTo>
                  <a:lnTo>
                    <a:pt x="239" y="360"/>
                  </a:lnTo>
                  <a:lnTo>
                    <a:pt x="242" y="360"/>
                  </a:lnTo>
                  <a:lnTo>
                    <a:pt x="242" y="360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46" y="364"/>
                  </a:lnTo>
                  <a:lnTo>
                    <a:pt x="246" y="364"/>
                  </a:lnTo>
                  <a:lnTo>
                    <a:pt x="246" y="364"/>
                  </a:lnTo>
                  <a:lnTo>
                    <a:pt x="246" y="367"/>
                  </a:lnTo>
                  <a:lnTo>
                    <a:pt x="244" y="367"/>
                  </a:lnTo>
                  <a:lnTo>
                    <a:pt x="242" y="369"/>
                  </a:lnTo>
                  <a:lnTo>
                    <a:pt x="242" y="369"/>
                  </a:lnTo>
                  <a:lnTo>
                    <a:pt x="242" y="369"/>
                  </a:lnTo>
                  <a:lnTo>
                    <a:pt x="242" y="371"/>
                  </a:lnTo>
                  <a:lnTo>
                    <a:pt x="239" y="371"/>
                  </a:lnTo>
                  <a:lnTo>
                    <a:pt x="239" y="374"/>
                  </a:lnTo>
                  <a:lnTo>
                    <a:pt x="239" y="374"/>
                  </a:lnTo>
                  <a:lnTo>
                    <a:pt x="242" y="374"/>
                  </a:lnTo>
                  <a:lnTo>
                    <a:pt x="242" y="374"/>
                  </a:lnTo>
                  <a:lnTo>
                    <a:pt x="242" y="374"/>
                  </a:lnTo>
                  <a:lnTo>
                    <a:pt x="242" y="376"/>
                  </a:lnTo>
                  <a:lnTo>
                    <a:pt x="244" y="376"/>
                  </a:lnTo>
                  <a:lnTo>
                    <a:pt x="244" y="376"/>
                  </a:lnTo>
                  <a:lnTo>
                    <a:pt x="244" y="379"/>
                  </a:lnTo>
                  <a:lnTo>
                    <a:pt x="242" y="379"/>
                  </a:lnTo>
                  <a:lnTo>
                    <a:pt x="232" y="388"/>
                  </a:lnTo>
                  <a:lnTo>
                    <a:pt x="230" y="390"/>
                  </a:lnTo>
                  <a:lnTo>
                    <a:pt x="230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8" y="390"/>
                  </a:lnTo>
                  <a:lnTo>
                    <a:pt x="225" y="390"/>
                  </a:lnTo>
                  <a:lnTo>
                    <a:pt x="225" y="390"/>
                  </a:lnTo>
                  <a:lnTo>
                    <a:pt x="225" y="390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5" y="388"/>
                  </a:lnTo>
                  <a:lnTo>
                    <a:pt x="223" y="388"/>
                  </a:lnTo>
                  <a:lnTo>
                    <a:pt x="223" y="388"/>
                  </a:lnTo>
                  <a:lnTo>
                    <a:pt x="220" y="388"/>
                  </a:lnTo>
                  <a:lnTo>
                    <a:pt x="218" y="388"/>
                  </a:lnTo>
                  <a:lnTo>
                    <a:pt x="216" y="390"/>
                  </a:lnTo>
                  <a:lnTo>
                    <a:pt x="211" y="395"/>
                  </a:lnTo>
                  <a:lnTo>
                    <a:pt x="206" y="398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199" y="402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400"/>
                  </a:lnTo>
                  <a:lnTo>
                    <a:pt x="197" y="398"/>
                  </a:lnTo>
                  <a:lnTo>
                    <a:pt x="194" y="398"/>
                  </a:lnTo>
                  <a:lnTo>
                    <a:pt x="194" y="398"/>
                  </a:lnTo>
                  <a:lnTo>
                    <a:pt x="192" y="398"/>
                  </a:lnTo>
                  <a:lnTo>
                    <a:pt x="192" y="398"/>
                  </a:lnTo>
                  <a:lnTo>
                    <a:pt x="190" y="398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87" y="400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2"/>
                  </a:lnTo>
                  <a:lnTo>
                    <a:pt x="187" y="405"/>
                  </a:lnTo>
                  <a:lnTo>
                    <a:pt x="187" y="405"/>
                  </a:lnTo>
                  <a:lnTo>
                    <a:pt x="190" y="407"/>
                  </a:lnTo>
                  <a:lnTo>
                    <a:pt x="190" y="407"/>
                  </a:lnTo>
                  <a:lnTo>
                    <a:pt x="190" y="409"/>
                  </a:lnTo>
                  <a:lnTo>
                    <a:pt x="190" y="409"/>
                  </a:lnTo>
                  <a:lnTo>
                    <a:pt x="190" y="412"/>
                  </a:lnTo>
                  <a:lnTo>
                    <a:pt x="190" y="412"/>
                  </a:lnTo>
                  <a:lnTo>
                    <a:pt x="183" y="416"/>
                  </a:lnTo>
                  <a:lnTo>
                    <a:pt x="183" y="416"/>
                  </a:lnTo>
                  <a:lnTo>
                    <a:pt x="183" y="416"/>
                  </a:lnTo>
                  <a:lnTo>
                    <a:pt x="180" y="416"/>
                  </a:lnTo>
                  <a:lnTo>
                    <a:pt x="180" y="416"/>
                  </a:lnTo>
                  <a:lnTo>
                    <a:pt x="178" y="416"/>
                  </a:lnTo>
                  <a:lnTo>
                    <a:pt x="175" y="419"/>
                  </a:lnTo>
                  <a:lnTo>
                    <a:pt x="175" y="419"/>
                  </a:lnTo>
                  <a:lnTo>
                    <a:pt x="166" y="421"/>
                  </a:lnTo>
                  <a:lnTo>
                    <a:pt x="159" y="426"/>
                  </a:lnTo>
                  <a:lnTo>
                    <a:pt x="157" y="428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4" y="426"/>
                  </a:lnTo>
                  <a:lnTo>
                    <a:pt x="154" y="424"/>
                  </a:lnTo>
                  <a:lnTo>
                    <a:pt x="149" y="421"/>
                  </a:lnTo>
                  <a:lnTo>
                    <a:pt x="147" y="421"/>
                  </a:lnTo>
                  <a:lnTo>
                    <a:pt x="147" y="421"/>
                  </a:lnTo>
                  <a:lnTo>
                    <a:pt x="145" y="419"/>
                  </a:lnTo>
                  <a:lnTo>
                    <a:pt x="145" y="419"/>
                  </a:lnTo>
                  <a:lnTo>
                    <a:pt x="145" y="419"/>
                  </a:lnTo>
                  <a:lnTo>
                    <a:pt x="142" y="419"/>
                  </a:lnTo>
                  <a:lnTo>
                    <a:pt x="142" y="419"/>
                  </a:lnTo>
                  <a:lnTo>
                    <a:pt x="140" y="419"/>
                  </a:lnTo>
                  <a:lnTo>
                    <a:pt x="140" y="419"/>
                  </a:lnTo>
                  <a:lnTo>
                    <a:pt x="140" y="421"/>
                  </a:lnTo>
                  <a:lnTo>
                    <a:pt x="140" y="421"/>
                  </a:lnTo>
                  <a:lnTo>
                    <a:pt x="140" y="424"/>
                  </a:lnTo>
                  <a:lnTo>
                    <a:pt x="140" y="424"/>
                  </a:lnTo>
                  <a:lnTo>
                    <a:pt x="138" y="426"/>
                  </a:lnTo>
                  <a:lnTo>
                    <a:pt x="138" y="426"/>
                  </a:lnTo>
                  <a:lnTo>
                    <a:pt x="138" y="428"/>
                  </a:lnTo>
                  <a:lnTo>
                    <a:pt x="133" y="428"/>
                  </a:lnTo>
                  <a:lnTo>
                    <a:pt x="131" y="428"/>
                  </a:lnTo>
                  <a:lnTo>
                    <a:pt x="131" y="428"/>
                  </a:lnTo>
                  <a:lnTo>
                    <a:pt x="131" y="431"/>
                  </a:lnTo>
                  <a:lnTo>
                    <a:pt x="126" y="435"/>
                  </a:lnTo>
                  <a:lnTo>
                    <a:pt x="126" y="438"/>
                  </a:lnTo>
                  <a:lnTo>
                    <a:pt x="126" y="438"/>
                  </a:lnTo>
                  <a:lnTo>
                    <a:pt x="123" y="438"/>
                  </a:lnTo>
                  <a:lnTo>
                    <a:pt x="116" y="438"/>
                  </a:lnTo>
                  <a:lnTo>
                    <a:pt x="116" y="438"/>
                  </a:lnTo>
                  <a:lnTo>
                    <a:pt x="112" y="438"/>
                  </a:lnTo>
                  <a:lnTo>
                    <a:pt x="109" y="435"/>
                  </a:lnTo>
                  <a:lnTo>
                    <a:pt x="109" y="435"/>
                  </a:lnTo>
                  <a:lnTo>
                    <a:pt x="107" y="435"/>
                  </a:lnTo>
                  <a:lnTo>
                    <a:pt x="105" y="433"/>
                  </a:lnTo>
                  <a:lnTo>
                    <a:pt x="105" y="433"/>
                  </a:lnTo>
                  <a:lnTo>
                    <a:pt x="105" y="433"/>
                  </a:lnTo>
                  <a:lnTo>
                    <a:pt x="105" y="431"/>
                  </a:lnTo>
                  <a:lnTo>
                    <a:pt x="105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7" y="433"/>
                  </a:lnTo>
                  <a:lnTo>
                    <a:pt x="97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3" y="428"/>
                  </a:lnTo>
                  <a:lnTo>
                    <a:pt x="93" y="428"/>
                  </a:lnTo>
                  <a:lnTo>
                    <a:pt x="93" y="426"/>
                  </a:lnTo>
                  <a:lnTo>
                    <a:pt x="90" y="426"/>
                  </a:lnTo>
                  <a:lnTo>
                    <a:pt x="86" y="424"/>
                  </a:lnTo>
                  <a:lnTo>
                    <a:pt x="86" y="424"/>
                  </a:lnTo>
                  <a:lnTo>
                    <a:pt x="86" y="424"/>
                  </a:lnTo>
                  <a:lnTo>
                    <a:pt x="86" y="421"/>
                  </a:lnTo>
                  <a:lnTo>
                    <a:pt x="86" y="421"/>
                  </a:lnTo>
                  <a:lnTo>
                    <a:pt x="83" y="421"/>
                  </a:lnTo>
                  <a:lnTo>
                    <a:pt x="83" y="419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6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12"/>
                  </a:lnTo>
                  <a:lnTo>
                    <a:pt x="79" y="409"/>
                  </a:lnTo>
                  <a:lnTo>
                    <a:pt x="79" y="409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7"/>
                  </a:lnTo>
                  <a:lnTo>
                    <a:pt x="81" y="405"/>
                  </a:lnTo>
                  <a:lnTo>
                    <a:pt x="81" y="405"/>
                  </a:lnTo>
                  <a:lnTo>
                    <a:pt x="79" y="405"/>
                  </a:lnTo>
                  <a:lnTo>
                    <a:pt x="79" y="405"/>
                  </a:lnTo>
                  <a:lnTo>
                    <a:pt x="79" y="402"/>
                  </a:lnTo>
                  <a:lnTo>
                    <a:pt x="76" y="402"/>
                  </a:lnTo>
                  <a:lnTo>
                    <a:pt x="76" y="402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62" y="402"/>
                  </a:lnTo>
                  <a:lnTo>
                    <a:pt x="62" y="402"/>
                  </a:lnTo>
                  <a:lnTo>
                    <a:pt x="60" y="402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400"/>
                  </a:lnTo>
                  <a:lnTo>
                    <a:pt x="60" y="398"/>
                  </a:lnTo>
                  <a:lnTo>
                    <a:pt x="60" y="398"/>
                  </a:lnTo>
                  <a:lnTo>
                    <a:pt x="55" y="395"/>
                  </a:lnTo>
                  <a:lnTo>
                    <a:pt x="55" y="395"/>
                  </a:lnTo>
                  <a:lnTo>
                    <a:pt x="55" y="395"/>
                  </a:lnTo>
                  <a:lnTo>
                    <a:pt x="52" y="395"/>
                  </a:lnTo>
                  <a:lnTo>
                    <a:pt x="52" y="395"/>
                  </a:lnTo>
                  <a:lnTo>
                    <a:pt x="50" y="393"/>
                  </a:lnTo>
                  <a:lnTo>
                    <a:pt x="50" y="393"/>
                  </a:lnTo>
                  <a:lnTo>
                    <a:pt x="50" y="393"/>
                  </a:lnTo>
                  <a:lnTo>
                    <a:pt x="48" y="393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3" y="388"/>
                  </a:lnTo>
                  <a:lnTo>
                    <a:pt x="41" y="386"/>
                  </a:lnTo>
                  <a:lnTo>
                    <a:pt x="41" y="383"/>
                  </a:lnTo>
                  <a:lnTo>
                    <a:pt x="41" y="383"/>
                  </a:lnTo>
                  <a:lnTo>
                    <a:pt x="38" y="383"/>
                  </a:lnTo>
                  <a:lnTo>
                    <a:pt x="38" y="381"/>
                  </a:lnTo>
                  <a:lnTo>
                    <a:pt x="29" y="376"/>
                  </a:lnTo>
                  <a:lnTo>
                    <a:pt x="29" y="374"/>
                  </a:lnTo>
                  <a:lnTo>
                    <a:pt x="29" y="374"/>
                  </a:lnTo>
                  <a:lnTo>
                    <a:pt x="29" y="374"/>
                  </a:lnTo>
                  <a:lnTo>
                    <a:pt x="29" y="369"/>
                  </a:lnTo>
                  <a:lnTo>
                    <a:pt x="26" y="369"/>
                  </a:lnTo>
                  <a:lnTo>
                    <a:pt x="26" y="367"/>
                  </a:lnTo>
                  <a:lnTo>
                    <a:pt x="26" y="367"/>
                  </a:lnTo>
                  <a:lnTo>
                    <a:pt x="26" y="367"/>
                  </a:lnTo>
                  <a:lnTo>
                    <a:pt x="24" y="367"/>
                  </a:lnTo>
                  <a:lnTo>
                    <a:pt x="19" y="364"/>
                  </a:lnTo>
                  <a:lnTo>
                    <a:pt x="19" y="362"/>
                  </a:lnTo>
                  <a:lnTo>
                    <a:pt x="19" y="362"/>
                  </a:lnTo>
                  <a:lnTo>
                    <a:pt x="19" y="362"/>
                  </a:lnTo>
                  <a:lnTo>
                    <a:pt x="19" y="360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9" y="357"/>
                  </a:lnTo>
                  <a:lnTo>
                    <a:pt x="12" y="353"/>
                  </a:lnTo>
                  <a:lnTo>
                    <a:pt x="12" y="353"/>
                  </a:lnTo>
                  <a:lnTo>
                    <a:pt x="12" y="350"/>
                  </a:lnTo>
                  <a:lnTo>
                    <a:pt x="10" y="348"/>
                  </a:lnTo>
                  <a:lnTo>
                    <a:pt x="10" y="348"/>
                  </a:lnTo>
                  <a:lnTo>
                    <a:pt x="0" y="338"/>
                  </a:lnTo>
                  <a:lnTo>
                    <a:pt x="0" y="338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3" y="334"/>
                  </a:lnTo>
                  <a:lnTo>
                    <a:pt x="3" y="334"/>
                  </a:lnTo>
                  <a:lnTo>
                    <a:pt x="3" y="331"/>
                  </a:lnTo>
                  <a:lnTo>
                    <a:pt x="3" y="331"/>
                  </a:lnTo>
                  <a:lnTo>
                    <a:pt x="3" y="331"/>
                  </a:lnTo>
                  <a:lnTo>
                    <a:pt x="3" y="329"/>
                  </a:lnTo>
                  <a:lnTo>
                    <a:pt x="3" y="329"/>
                  </a:lnTo>
                  <a:lnTo>
                    <a:pt x="3" y="329"/>
                  </a:lnTo>
                  <a:lnTo>
                    <a:pt x="3" y="327"/>
                  </a:lnTo>
                  <a:lnTo>
                    <a:pt x="3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7"/>
                  </a:lnTo>
                  <a:lnTo>
                    <a:pt x="5" y="324"/>
                  </a:lnTo>
                  <a:lnTo>
                    <a:pt x="5" y="324"/>
                  </a:lnTo>
                  <a:lnTo>
                    <a:pt x="5" y="322"/>
                  </a:lnTo>
                  <a:lnTo>
                    <a:pt x="5" y="319"/>
                  </a:lnTo>
                  <a:lnTo>
                    <a:pt x="5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" y="308"/>
                  </a:lnTo>
                  <a:lnTo>
                    <a:pt x="8" y="305"/>
                  </a:lnTo>
                  <a:lnTo>
                    <a:pt x="15" y="300"/>
                  </a:lnTo>
                  <a:lnTo>
                    <a:pt x="22" y="300"/>
                  </a:lnTo>
                  <a:lnTo>
                    <a:pt x="24" y="298"/>
                  </a:lnTo>
                  <a:lnTo>
                    <a:pt x="26" y="296"/>
                  </a:lnTo>
                  <a:lnTo>
                    <a:pt x="26" y="293"/>
                  </a:lnTo>
                  <a:lnTo>
                    <a:pt x="26" y="282"/>
                  </a:lnTo>
                  <a:lnTo>
                    <a:pt x="26" y="279"/>
                  </a:lnTo>
                  <a:lnTo>
                    <a:pt x="29" y="279"/>
                  </a:lnTo>
                  <a:lnTo>
                    <a:pt x="34" y="279"/>
                  </a:lnTo>
                  <a:lnTo>
                    <a:pt x="36" y="277"/>
                  </a:lnTo>
                  <a:lnTo>
                    <a:pt x="36" y="274"/>
                  </a:lnTo>
                  <a:lnTo>
                    <a:pt x="36" y="274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4" y="270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1" y="260"/>
                  </a:lnTo>
                  <a:lnTo>
                    <a:pt x="31" y="260"/>
                  </a:lnTo>
                  <a:lnTo>
                    <a:pt x="29" y="258"/>
                  </a:lnTo>
                  <a:lnTo>
                    <a:pt x="29" y="256"/>
                  </a:lnTo>
                  <a:lnTo>
                    <a:pt x="31" y="253"/>
                  </a:lnTo>
                  <a:lnTo>
                    <a:pt x="34" y="251"/>
                  </a:lnTo>
                  <a:lnTo>
                    <a:pt x="34" y="248"/>
                  </a:lnTo>
                  <a:lnTo>
                    <a:pt x="34" y="246"/>
                  </a:lnTo>
                  <a:lnTo>
                    <a:pt x="34" y="244"/>
                  </a:lnTo>
                  <a:lnTo>
                    <a:pt x="34" y="239"/>
                  </a:lnTo>
                  <a:lnTo>
                    <a:pt x="36" y="237"/>
                  </a:lnTo>
                  <a:lnTo>
                    <a:pt x="38" y="229"/>
                  </a:lnTo>
                  <a:lnTo>
                    <a:pt x="41" y="225"/>
                  </a:lnTo>
                  <a:lnTo>
                    <a:pt x="43" y="222"/>
                  </a:lnTo>
                  <a:lnTo>
                    <a:pt x="45" y="222"/>
                  </a:lnTo>
                  <a:lnTo>
                    <a:pt x="48" y="222"/>
                  </a:lnTo>
                  <a:lnTo>
                    <a:pt x="48" y="225"/>
                  </a:lnTo>
                  <a:lnTo>
                    <a:pt x="52" y="225"/>
                  </a:lnTo>
                  <a:lnTo>
                    <a:pt x="52" y="227"/>
                  </a:lnTo>
                  <a:lnTo>
                    <a:pt x="55" y="229"/>
                  </a:lnTo>
                  <a:lnTo>
                    <a:pt x="55" y="229"/>
                  </a:lnTo>
                  <a:lnTo>
                    <a:pt x="55" y="232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55" y="234"/>
                  </a:lnTo>
                  <a:lnTo>
                    <a:pt x="55" y="234"/>
                  </a:lnTo>
                  <a:lnTo>
                    <a:pt x="55" y="234"/>
                  </a:lnTo>
                  <a:lnTo>
                    <a:pt x="55" y="237"/>
                  </a:lnTo>
                  <a:lnTo>
                    <a:pt x="55" y="237"/>
                  </a:lnTo>
                  <a:lnTo>
                    <a:pt x="55" y="237"/>
                  </a:lnTo>
                  <a:lnTo>
                    <a:pt x="55" y="239"/>
                  </a:lnTo>
                  <a:lnTo>
                    <a:pt x="57" y="239"/>
                  </a:lnTo>
                  <a:lnTo>
                    <a:pt x="60" y="237"/>
                  </a:lnTo>
                  <a:lnTo>
                    <a:pt x="62" y="234"/>
                  </a:lnTo>
                  <a:lnTo>
                    <a:pt x="62" y="234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67" y="229"/>
                  </a:lnTo>
                  <a:lnTo>
                    <a:pt x="67" y="229"/>
                  </a:lnTo>
                  <a:lnTo>
                    <a:pt x="69" y="229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7" y="225"/>
                  </a:lnTo>
                  <a:lnTo>
                    <a:pt x="67" y="220"/>
                  </a:lnTo>
                  <a:lnTo>
                    <a:pt x="67" y="218"/>
                  </a:lnTo>
                  <a:lnTo>
                    <a:pt x="64" y="218"/>
                  </a:lnTo>
                  <a:lnTo>
                    <a:pt x="64" y="218"/>
                  </a:lnTo>
                  <a:lnTo>
                    <a:pt x="64" y="215"/>
                  </a:lnTo>
                  <a:lnTo>
                    <a:pt x="62" y="215"/>
                  </a:lnTo>
                  <a:lnTo>
                    <a:pt x="62" y="215"/>
                  </a:lnTo>
                  <a:lnTo>
                    <a:pt x="62" y="213"/>
                  </a:lnTo>
                  <a:lnTo>
                    <a:pt x="62" y="213"/>
                  </a:lnTo>
                  <a:lnTo>
                    <a:pt x="62" y="213"/>
                  </a:lnTo>
                  <a:lnTo>
                    <a:pt x="67" y="211"/>
                  </a:lnTo>
                  <a:lnTo>
                    <a:pt x="67" y="208"/>
                  </a:lnTo>
                  <a:lnTo>
                    <a:pt x="67" y="206"/>
                  </a:lnTo>
                  <a:lnTo>
                    <a:pt x="67" y="201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9" y="192"/>
                  </a:lnTo>
                  <a:lnTo>
                    <a:pt x="71" y="187"/>
                  </a:lnTo>
                  <a:lnTo>
                    <a:pt x="71" y="187"/>
                  </a:lnTo>
                  <a:lnTo>
                    <a:pt x="74" y="187"/>
                  </a:lnTo>
                  <a:lnTo>
                    <a:pt x="76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81" y="185"/>
                  </a:lnTo>
                  <a:lnTo>
                    <a:pt x="81" y="182"/>
                  </a:lnTo>
                  <a:lnTo>
                    <a:pt x="81" y="177"/>
                  </a:lnTo>
                  <a:lnTo>
                    <a:pt x="81" y="175"/>
                  </a:lnTo>
                  <a:lnTo>
                    <a:pt x="88" y="168"/>
                  </a:lnTo>
                  <a:lnTo>
                    <a:pt x="88" y="168"/>
                  </a:lnTo>
                  <a:lnTo>
                    <a:pt x="93" y="166"/>
                  </a:lnTo>
                  <a:lnTo>
                    <a:pt x="95" y="168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100" y="173"/>
                  </a:lnTo>
                  <a:lnTo>
                    <a:pt x="102" y="173"/>
                  </a:lnTo>
                  <a:lnTo>
                    <a:pt x="105" y="168"/>
                  </a:lnTo>
                  <a:lnTo>
                    <a:pt x="107" y="168"/>
                  </a:lnTo>
                  <a:lnTo>
                    <a:pt x="109" y="166"/>
                  </a:lnTo>
                  <a:lnTo>
                    <a:pt x="109" y="166"/>
                  </a:lnTo>
                  <a:lnTo>
                    <a:pt x="112" y="163"/>
                  </a:lnTo>
                  <a:lnTo>
                    <a:pt x="114" y="163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121" y="156"/>
                  </a:lnTo>
                  <a:lnTo>
                    <a:pt x="121" y="154"/>
                  </a:lnTo>
                  <a:lnTo>
                    <a:pt x="123" y="149"/>
                  </a:lnTo>
                  <a:lnTo>
                    <a:pt x="126" y="144"/>
                  </a:lnTo>
                  <a:lnTo>
                    <a:pt x="135" y="135"/>
                  </a:lnTo>
                  <a:lnTo>
                    <a:pt x="140" y="130"/>
                  </a:lnTo>
                  <a:lnTo>
                    <a:pt x="140" y="130"/>
                  </a:lnTo>
                  <a:lnTo>
                    <a:pt x="142" y="125"/>
                  </a:lnTo>
                  <a:lnTo>
                    <a:pt x="142" y="125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42" y="121"/>
                  </a:lnTo>
                  <a:lnTo>
                    <a:pt x="142" y="118"/>
                  </a:lnTo>
                  <a:lnTo>
                    <a:pt x="142" y="116"/>
                  </a:lnTo>
                  <a:lnTo>
                    <a:pt x="140" y="116"/>
                  </a:lnTo>
                  <a:lnTo>
                    <a:pt x="140" y="114"/>
                  </a:lnTo>
                  <a:lnTo>
                    <a:pt x="138" y="114"/>
                  </a:lnTo>
                  <a:lnTo>
                    <a:pt x="138" y="111"/>
                  </a:lnTo>
                  <a:lnTo>
                    <a:pt x="140" y="111"/>
                  </a:lnTo>
                  <a:lnTo>
                    <a:pt x="140" y="109"/>
                  </a:lnTo>
                  <a:lnTo>
                    <a:pt x="140" y="106"/>
                  </a:lnTo>
                  <a:lnTo>
                    <a:pt x="140" y="104"/>
                  </a:lnTo>
                  <a:lnTo>
                    <a:pt x="142" y="104"/>
                  </a:lnTo>
                  <a:lnTo>
                    <a:pt x="142" y="102"/>
                  </a:lnTo>
                  <a:lnTo>
                    <a:pt x="142" y="99"/>
                  </a:lnTo>
                  <a:lnTo>
                    <a:pt x="142" y="99"/>
                  </a:lnTo>
                  <a:lnTo>
                    <a:pt x="142" y="97"/>
                  </a:lnTo>
                  <a:lnTo>
                    <a:pt x="142" y="97"/>
                  </a:lnTo>
                  <a:lnTo>
                    <a:pt x="142" y="95"/>
                  </a:lnTo>
                  <a:lnTo>
                    <a:pt x="142" y="92"/>
                  </a:lnTo>
                  <a:lnTo>
                    <a:pt x="142" y="92"/>
                  </a:lnTo>
                  <a:lnTo>
                    <a:pt x="145" y="95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87"/>
                  </a:lnTo>
                  <a:lnTo>
                    <a:pt x="145" y="85"/>
                  </a:lnTo>
                  <a:lnTo>
                    <a:pt x="145" y="83"/>
                  </a:lnTo>
                  <a:lnTo>
                    <a:pt x="145" y="80"/>
                  </a:lnTo>
                  <a:lnTo>
                    <a:pt x="145" y="76"/>
                  </a:lnTo>
                  <a:lnTo>
                    <a:pt x="145" y="73"/>
                  </a:lnTo>
                  <a:lnTo>
                    <a:pt x="145" y="71"/>
                  </a:lnTo>
                  <a:lnTo>
                    <a:pt x="147" y="66"/>
                  </a:lnTo>
                  <a:lnTo>
                    <a:pt x="147" y="64"/>
                  </a:lnTo>
                  <a:lnTo>
                    <a:pt x="147" y="59"/>
                  </a:lnTo>
                  <a:lnTo>
                    <a:pt x="147" y="57"/>
                  </a:lnTo>
                  <a:lnTo>
                    <a:pt x="147" y="50"/>
                  </a:lnTo>
                  <a:lnTo>
                    <a:pt x="149" y="50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0"/>
                  </a:lnTo>
                  <a:lnTo>
                    <a:pt x="149" y="38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9" y="33"/>
                  </a:lnTo>
                  <a:lnTo>
                    <a:pt x="149" y="33"/>
                  </a:lnTo>
                  <a:lnTo>
                    <a:pt x="147" y="33"/>
                  </a:lnTo>
                  <a:lnTo>
                    <a:pt x="147" y="31"/>
                  </a:lnTo>
                  <a:lnTo>
                    <a:pt x="149" y="26"/>
                  </a:lnTo>
                  <a:lnTo>
                    <a:pt x="149" y="24"/>
                  </a:lnTo>
                  <a:lnTo>
                    <a:pt x="147" y="21"/>
                  </a:lnTo>
                  <a:lnTo>
                    <a:pt x="147" y="19"/>
                  </a:lnTo>
                  <a:lnTo>
                    <a:pt x="145" y="16"/>
                  </a:lnTo>
                  <a:lnTo>
                    <a:pt x="140" y="12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52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2" y="2"/>
                  </a:lnTo>
                  <a:lnTo>
                    <a:pt x="154" y="12"/>
                  </a:lnTo>
                  <a:lnTo>
                    <a:pt x="157" y="21"/>
                  </a:lnTo>
                  <a:lnTo>
                    <a:pt x="159" y="31"/>
                  </a:lnTo>
                  <a:lnTo>
                    <a:pt x="159" y="40"/>
                  </a:lnTo>
                  <a:lnTo>
                    <a:pt x="161" y="50"/>
                  </a:lnTo>
                  <a:lnTo>
                    <a:pt x="164" y="59"/>
                  </a:lnTo>
                  <a:lnTo>
                    <a:pt x="166" y="69"/>
                  </a:lnTo>
                  <a:lnTo>
                    <a:pt x="166" y="80"/>
                  </a:lnTo>
                  <a:lnTo>
                    <a:pt x="168" y="87"/>
                  </a:lnTo>
                  <a:lnTo>
                    <a:pt x="171" y="97"/>
                  </a:lnTo>
                  <a:lnTo>
                    <a:pt x="171" y="104"/>
                  </a:lnTo>
                  <a:lnTo>
                    <a:pt x="173" y="114"/>
                  </a:lnTo>
                  <a:lnTo>
                    <a:pt x="185" y="111"/>
                  </a:lnTo>
                  <a:lnTo>
                    <a:pt x="197" y="109"/>
                  </a:lnTo>
                  <a:lnTo>
                    <a:pt x="211" y="106"/>
                  </a:lnTo>
                  <a:lnTo>
                    <a:pt x="223" y="104"/>
                  </a:lnTo>
                  <a:lnTo>
                    <a:pt x="235" y="102"/>
                  </a:lnTo>
                  <a:lnTo>
                    <a:pt x="246" y="99"/>
                  </a:lnTo>
                  <a:lnTo>
                    <a:pt x="261" y="97"/>
                  </a:lnTo>
                  <a:lnTo>
                    <a:pt x="272" y="95"/>
                  </a:lnTo>
                  <a:lnTo>
                    <a:pt x="272" y="9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9" name="Freeform 7">
              <a:extLst>
                <a:ext uri="{FF2B5EF4-FFF2-40B4-BE49-F238E27FC236}">
                  <a16:creationId xmlns:a16="http://schemas.microsoft.com/office/drawing/2014/main" id="{8D10F7C5-8151-4945-86B1-FF11D3742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8767" y="2039334"/>
              <a:ext cx="517348" cy="520181"/>
            </a:xfrm>
            <a:custGeom>
              <a:avLst/>
              <a:gdLst>
                <a:gd name="T0" fmla="*/ 194 w 548"/>
                <a:gd name="T1" fmla="*/ 26 h 551"/>
                <a:gd name="T2" fmla="*/ 198 w 548"/>
                <a:gd name="T3" fmla="*/ 14 h 551"/>
                <a:gd name="T4" fmla="*/ 161 w 548"/>
                <a:gd name="T5" fmla="*/ 19 h 551"/>
                <a:gd name="T6" fmla="*/ 482 w 548"/>
                <a:gd name="T7" fmla="*/ 246 h 551"/>
                <a:gd name="T8" fmla="*/ 456 w 548"/>
                <a:gd name="T9" fmla="*/ 281 h 551"/>
                <a:gd name="T10" fmla="*/ 456 w 548"/>
                <a:gd name="T11" fmla="*/ 260 h 551"/>
                <a:gd name="T12" fmla="*/ 480 w 548"/>
                <a:gd name="T13" fmla="*/ 227 h 551"/>
                <a:gd name="T14" fmla="*/ 473 w 548"/>
                <a:gd name="T15" fmla="*/ 203 h 551"/>
                <a:gd name="T16" fmla="*/ 473 w 548"/>
                <a:gd name="T17" fmla="*/ 177 h 551"/>
                <a:gd name="T18" fmla="*/ 456 w 548"/>
                <a:gd name="T19" fmla="*/ 182 h 551"/>
                <a:gd name="T20" fmla="*/ 461 w 548"/>
                <a:gd name="T21" fmla="*/ 165 h 551"/>
                <a:gd name="T22" fmla="*/ 459 w 548"/>
                <a:gd name="T23" fmla="*/ 146 h 551"/>
                <a:gd name="T24" fmla="*/ 449 w 548"/>
                <a:gd name="T25" fmla="*/ 137 h 551"/>
                <a:gd name="T26" fmla="*/ 435 w 548"/>
                <a:gd name="T27" fmla="*/ 135 h 551"/>
                <a:gd name="T28" fmla="*/ 428 w 548"/>
                <a:gd name="T29" fmla="*/ 118 h 551"/>
                <a:gd name="T30" fmla="*/ 409 w 548"/>
                <a:gd name="T31" fmla="*/ 113 h 551"/>
                <a:gd name="T32" fmla="*/ 392 w 548"/>
                <a:gd name="T33" fmla="*/ 111 h 551"/>
                <a:gd name="T34" fmla="*/ 376 w 548"/>
                <a:gd name="T35" fmla="*/ 111 h 551"/>
                <a:gd name="T36" fmla="*/ 359 w 548"/>
                <a:gd name="T37" fmla="*/ 111 h 551"/>
                <a:gd name="T38" fmla="*/ 281 w 548"/>
                <a:gd name="T39" fmla="*/ 92 h 551"/>
                <a:gd name="T40" fmla="*/ 234 w 548"/>
                <a:gd name="T41" fmla="*/ 68 h 551"/>
                <a:gd name="T42" fmla="*/ 220 w 548"/>
                <a:gd name="T43" fmla="*/ 64 h 551"/>
                <a:gd name="T44" fmla="*/ 182 w 548"/>
                <a:gd name="T45" fmla="*/ 47 h 551"/>
                <a:gd name="T46" fmla="*/ 168 w 548"/>
                <a:gd name="T47" fmla="*/ 56 h 551"/>
                <a:gd name="T48" fmla="*/ 179 w 548"/>
                <a:gd name="T49" fmla="*/ 23 h 551"/>
                <a:gd name="T50" fmla="*/ 168 w 548"/>
                <a:gd name="T51" fmla="*/ 19 h 551"/>
                <a:gd name="T52" fmla="*/ 153 w 548"/>
                <a:gd name="T53" fmla="*/ 26 h 551"/>
                <a:gd name="T54" fmla="*/ 142 w 548"/>
                <a:gd name="T55" fmla="*/ 33 h 551"/>
                <a:gd name="T56" fmla="*/ 66 w 548"/>
                <a:gd name="T57" fmla="*/ 54 h 551"/>
                <a:gd name="T58" fmla="*/ 54 w 548"/>
                <a:gd name="T59" fmla="*/ 59 h 551"/>
                <a:gd name="T60" fmla="*/ 47 w 548"/>
                <a:gd name="T61" fmla="*/ 90 h 551"/>
                <a:gd name="T62" fmla="*/ 40 w 548"/>
                <a:gd name="T63" fmla="*/ 139 h 551"/>
                <a:gd name="T64" fmla="*/ 19 w 548"/>
                <a:gd name="T65" fmla="*/ 153 h 551"/>
                <a:gd name="T66" fmla="*/ 14 w 548"/>
                <a:gd name="T67" fmla="*/ 198 h 551"/>
                <a:gd name="T68" fmla="*/ 14 w 548"/>
                <a:gd name="T69" fmla="*/ 234 h 551"/>
                <a:gd name="T70" fmla="*/ 19 w 548"/>
                <a:gd name="T71" fmla="*/ 274 h 551"/>
                <a:gd name="T72" fmla="*/ 52 w 548"/>
                <a:gd name="T73" fmla="*/ 312 h 551"/>
                <a:gd name="T74" fmla="*/ 125 w 548"/>
                <a:gd name="T75" fmla="*/ 371 h 551"/>
                <a:gd name="T76" fmla="*/ 153 w 548"/>
                <a:gd name="T77" fmla="*/ 383 h 551"/>
                <a:gd name="T78" fmla="*/ 168 w 548"/>
                <a:gd name="T79" fmla="*/ 404 h 551"/>
                <a:gd name="T80" fmla="*/ 170 w 548"/>
                <a:gd name="T81" fmla="*/ 438 h 551"/>
                <a:gd name="T82" fmla="*/ 179 w 548"/>
                <a:gd name="T83" fmla="*/ 478 h 551"/>
                <a:gd name="T84" fmla="*/ 196 w 548"/>
                <a:gd name="T85" fmla="*/ 530 h 551"/>
                <a:gd name="T86" fmla="*/ 236 w 548"/>
                <a:gd name="T87" fmla="*/ 551 h 551"/>
                <a:gd name="T88" fmla="*/ 286 w 548"/>
                <a:gd name="T89" fmla="*/ 549 h 551"/>
                <a:gd name="T90" fmla="*/ 499 w 548"/>
                <a:gd name="T91" fmla="*/ 518 h 551"/>
                <a:gd name="T92" fmla="*/ 492 w 548"/>
                <a:gd name="T93" fmla="*/ 473 h 551"/>
                <a:gd name="T94" fmla="*/ 485 w 548"/>
                <a:gd name="T95" fmla="*/ 442 h 551"/>
                <a:gd name="T96" fmla="*/ 494 w 548"/>
                <a:gd name="T97" fmla="*/ 378 h 551"/>
                <a:gd name="T98" fmla="*/ 492 w 548"/>
                <a:gd name="T99" fmla="*/ 343 h 551"/>
                <a:gd name="T100" fmla="*/ 501 w 548"/>
                <a:gd name="T101" fmla="*/ 298 h 551"/>
                <a:gd name="T102" fmla="*/ 182 w 548"/>
                <a:gd name="T103" fmla="*/ 21 h 551"/>
                <a:gd name="T104" fmla="*/ 210 w 548"/>
                <a:gd name="T105" fmla="*/ 2 h 551"/>
                <a:gd name="T106" fmla="*/ 546 w 548"/>
                <a:gd name="T107" fmla="*/ 165 h 551"/>
                <a:gd name="T108" fmla="*/ 548 w 548"/>
                <a:gd name="T109" fmla="*/ 175 h 551"/>
                <a:gd name="T110" fmla="*/ 530 w 548"/>
                <a:gd name="T111" fmla="*/ 184 h 551"/>
                <a:gd name="T112" fmla="*/ 515 w 548"/>
                <a:gd name="T113" fmla="*/ 201 h 551"/>
                <a:gd name="T114" fmla="*/ 508 w 548"/>
                <a:gd name="T115" fmla="*/ 239 h 551"/>
                <a:gd name="T116" fmla="*/ 530 w 548"/>
                <a:gd name="T117" fmla="*/ 210 h 551"/>
                <a:gd name="T118" fmla="*/ 532 w 548"/>
                <a:gd name="T119" fmla="*/ 198 h 551"/>
                <a:gd name="T120" fmla="*/ 539 w 548"/>
                <a:gd name="T121" fmla="*/ 187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8" h="551">
                  <a:moveTo>
                    <a:pt x="177" y="38"/>
                  </a:moveTo>
                  <a:lnTo>
                    <a:pt x="179" y="40"/>
                  </a:lnTo>
                  <a:lnTo>
                    <a:pt x="179" y="42"/>
                  </a:lnTo>
                  <a:lnTo>
                    <a:pt x="184" y="38"/>
                  </a:lnTo>
                  <a:lnTo>
                    <a:pt x="189" y="38"/>
                  </a:lnTo>
                  <a:lnTo>
                    <a:pt x="189" y="35"/>
                  </a:lnTo>
                  <a:lnTo>
                    <a:pt x="189" y="35"/>
                  </a:lnTo>
                  <a:lnTo>
                    <a:pt x="189" y="33"/>
                  </a:lnTo>
                  <a:lnTo>
                    <a:pt x="191" y="30"/>
                  </a:lnTo>
                  <a:lnTo>
                    <a:pt x="194" y="30"/>
                  </a:lnTo>
                  <a:lnTo>
                    <a:pt x="196" y="30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4" y="26"/>
                  </a:lnTo>
                  <a:lnTo>
                    <a:pt x="194" y="26"/>
                  </a:lnTo>
                  <a:lnTo>
                    <a:pt x="189" y="28"/>
                  </a:lnTo>
                  <a:lnTo>
                    <a:pt x="187" y="30"/>
                  </a:lnTo>
                  <a:lnTo>
                    <a:pt x="187" y="33"/>
                  </a:lnTo>
                  <a:lnTo>
                    <a:pt x="179" y="35"/>
                  </a:lnTo>
                  <a:lnTo>
                    <a:pt x="177" y="38"/>
                  </a:lnTo>
                  <a:close/>
                  <a:moveTo>
                    <a:pt x="194" y="21"/>
                  </a:move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8" y="16"/>
                  </a:lnTo>
                  <a:lnTo>
                    <a:pt x="201" y="16"/>
                  </a:lnTo>
                  <a:lnTo>
                    <a:pt x="201" y="14"/>
                  </a:lnTo>
                  <a:lnTo>
                    <a:pt x="198" y="14"/>
                  </a:lnTo>
                  <a:lnTo>
                    <a:pt x="196" y="16"/>
                  </a:lnTo>
                  <a:lnTo>
                    <a:pt x="191" y="16"/>
                  </a:lnTo>
                  <a:lnTo>
                    <a:pt x="189" y="19"/>
                  </a:lnTo>
                  <a:lnTo>
                    <a:pt x="189" y="21"/>
                  </a:lnTo>
                  <a:lnTo>
                    <a:pt x="189" y="21"/>
                  </a:lnTo>
                  <a:lnTo>
                    <a:pt x="194" y="21"/>
                  </a:lnTo>
                  <a:close/>
                  <a:moveTo>
                    <a:pt x="161" y="19"/>
                  </a:moveTo>
                  <a:lnTo>
                    <a:pt x="163" y="16"/>
                  </a:lnTo>
                  <a:lnTo>
                    <a:pt x="163" y="16"/>
                  </a:lnTo>
                  <a:lnTo>
                    <a:pt x="165" y="14"/>
                  </a:lnTo>
                  <a:lnTo>
                    <a:pt x="163" y="11"/>
                  </a:lnTo>
                  <a:lnTo>
                    <a:pt x="163" y="14"/>
                  </a:lnTo>
                  <a:lnTo>
                    <a:pt x="161" y="16"/>
                  </a:lnTo>
                  <a:lnTo>
                    <a:pt x="161" y="16"/>
                  </a:lnTo>
                  <a:lnTo>
                    <a:pt x="161" y="19"/>
                  </a:lnTo>
                  <a:close/>
                  <a:moveTo>
                    <a:pt x="513" y="243"/>
                  </a:moveTo>
                  <a:lnTo>
                    <a:pt x="511" y="243"/>
                  </a:lnTo>
                  <a:lnTo>
                    <a:pt x="508" y="241"/>
                  </a:lnTo>
                  <a:lnTo>
                    <a:pt x="504" y="236"/>
                  </a:lnTo>
                  <a:lnTo>
                    <a:pt x="501" y="236"/>
                  </a:lnTo>
                  <a:lnTo>
                    <a:pt x="499" y="236"/>
                  </a:lnTo>
                  <a:lnTo>
                    <a:pt x="499" y="239"/>
                  </a:lnTo>
                  <a:lnTo>
                    <a:pt x="496" y="239"/>
                  </a:lnTo>
                  <a:lnTo>
                    <a:pt x="492" y="241"/>
                  </a:lnTo>
                  <a:lnTo>
                    <a:pt x="492" y="243"/>
                  </a:lnTo>
                  <a:lnTo>
                    <a:pt x="492" y="241"/>
                  </a:lnTo>
                  <a:lnTo>
                    <a:pt x="489" y="241"/>
                  </a:lnTo>
                  <a:lnTo>
                    <a:pt x="487" y="243"/>
                  </a:lnTo>
                  <a:lnTo>
                    <a:pt x="485" y="243"/>
                  </a:lnTo>
                  <a:lnTo>
                    <a:pt x="482" y="246"/>
                  </a:lnTo>
                  <a:lnTo>
                    <a:pt x="480" y="253"/>
                  </a:lnTo>
                  <a:lnTo>
                    <a:pt x="477" y="258"/>
                  </a:lnTo>
                  <a:lnTo>
                    <a:pt x="480" y="260"/>
                  </a:lnTo>
                  <a:lnTo>
                    <a:pt x="477" y="262"/>
                  </a:lnTo>
                  <a:lnTo>
                    <a:pt x="477" y="265"/>
                  </a:lnTo>
                  <a:lnTo>
                    <a:pt x="477" y="265"/>
                  </a:lnTo>
                  <a:lnTo>
                    <a:pt x="475" y="267"/>
                  </a:lnTo>
                  <a:lnTo>
                    <a:pt x="470" y="269"/>
                  </a:lnTo>
                  <a:lnTo>
                    <a:pt x="466" y="274"/>
                  </a:lnTo>
                  <a:lnTo>
                    <a:pt x="463" y="274"/>
                  </a:lnTo>
                  <a:lnTo>
                    <a:pt x="463" y="277"/>
                  </a:lnTo>
                  <a:lnTo>
                    <a:pt x="463" y="281"/>
                  </a:lnTo>
                  <a:lnTo>
                    <a:pt x="461" y="281"/>
                  </a:lnTo>
                  <a:lnTo>
                    <a:pt x="459" y="281"/>
                  </a:lnTo>
                  <a:lnTo>
                    <a:pt x="456" y="281"/>
                  </a:lnTo>
                  <a:lnTo>
                    <a:pt x="454" y="281"/>
                  </a:lnTo>
                  <a:lnTo>
                    <a:pt x="454" y="279"/>
                  </a:lnTo>
                  <a:lnTo>
                    <a:pt x="451" y="279"/>
                  </a:lnTo>
                  <a:lnTo>
                    <a:pt x="451" y="277"/>
                  </a:lnTo>
                  <a:lnTo>
                    <a:pt x="454" y="274"/>
                  </a:lnTo>
                  <a:lnTo>
                    <a:pt x="454" y="272"/>
                  </a:lnTo>
                  <a:lnTo>
                    <a:pt x="454" y="269"/>
                  </a:lnTo>
                  <a:lnTo>
                    <a:pt x="454" y="269"/>
                  </a:lnTo>
                  <a:lnTo>
                    <a:pt x="454" y="267"/>
                  </a:lnTo>
                  <a:lnTo>
                    <a:pt x="456" y="267"/>
                  </a:lnTo>
                  <a:lnTo>
                    <a:pt x="456" y="267"/>
                  </a:lnTo>
                  <a:lnTo>
                    <a:pt x="454" y="265"/>
                  </a:lnTo>
                  <a:lnTo>
                    <a:pt x="454" y="265"/>
                  </a:lnTo>
                  <a:lnTo>
                    <a:pt x="454" y="260"/>
                  </a:lnTo>
                  <a:lnTo>
                    <a:pt x="456" y="260"/>
                  </a:lnTo>
                  <a:lnTo>
                    <a:pt x="456" y="258"/>
                  </a:lnTo>
                  <a:lnTo>
                    <a:pt x="459" y="255"/>
                  </a:lnTo>
                  <a:lnTo>
                    <a:pt x="459" y="255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9" y="251"/>
                  </a:lnTo>
                  <a:lnTo>
                    <a:pt x="461" y="251"/>
                  </a:lnTo>
                  <a:lnTo>
                    <a:pt x="461" y="248"/>
                  </a:lnTo>
                  <a:lnTo>
                    <a:pt x="466" y="241"/>
                  </a:lnTo>
                  <a:lnTo>
                    <a:pt x="466" y="239"/>
                  </a:lnTo>
                  <a:lnTo>
                    <a:pt x="466" y="236"/>
                  </a:lnTo>
                  <a:lnTo>
                    <a:pt x="466" y="232"/>
                  </a:lnTo>
                  <a:lnTo>
                    <a:pt x="470" y="229"/>
                  </a:lnTo>
                  <a:lnTo>
                    <a:pt x="477" y="227"/>
                  </a:lnTo>
                  <a:lnTo>
                    <a:pt x="480" y="227"/>
                  </a:lnTo>
                  <a:lnTo>
                    <a:pt x="482" y="225"/>
                  </a:lnTo>
                  <a:lnTo>
                    <a:pt x="482" y="222"/>
                  </a:lnTo>
                  <a:lnTo>
                    <a:pt x="482" y="220"/>
                  </a:lnTo>
                  <a:lnTo>
                    <a:pt x="482" y="217"/>
                  </a:lnTo>
                  <a:lnTo>
                    <a:pt x="482" y="217"/>
                  </a:lnTo>
                  <a:lnTo>
                    <a:pt x="482" y="215"/>
                  </a:lnTo>
                  <a:lnTo>
                    <a:pt x="485" y="213"/>
                  </a:lnTo>
                  <a:lnTo>
                    <a:pt x="485" y="210"/>
                  </a:lnTo>
                  <a:lnTo>
                    <a:pt x="480" y="210"/>
                  </a:lnTo>
                  <a:lnTo>
                    <a:pt x="477" y="208"/>
                  </a:lnTo>
                  <a:lnTo>
                    <a:pt x="477" y="208"/>
                  </a:lnTo>
                  <a:lnTo>
                    <a:pt x="477" y="208"/>
                  </a:lnTo>
                  <a:lnTo>
                    <a:pt x="475" y="206"/>
                  </a:lnTo>
                  <a:lnTo>
                    <a:pt x="475" y="203"/>
                  </a:lnTo>
                  <a:lnTo>
                    <a:pt x="473" y="203"/>
                  </a:lnTo>
                  <a:lnTo>
                    <a:pt x="473" y="201"/>
                  </a:lnTo>
                  <a:lnTo>
                    <a:pt x="470" y="201"/>
                  </a:lnTo>
                  <a:lnTo>
                    <a:pt x="470" y="196"/>
                  </a:lnTo>
                  <a:lnTo>
                    <a:pt x="473" y="196"/>
                  </a:lnTo>
                  <a:lnTo>
                    <a:pt x="473" y="191"/>
                  </a:lnTo>
                  <a:lnTo>
                    <a:pt x="475" y="184"/>
                  </a:lnTo>
                  <a:lnTo>
                    <a:pt x="475" y="184"/>
                  </a:lnTo>
                  <a:lnTo>
                    <a:pt x="477" y="182"/>
                  </a:lnTo>
                  <a:lnTo>
                    <a:pt x="477" y="182"/>
                  </a:lnTo>
                  <a:lnTo>
                    <a:pt x="477" y="182"/>
                  </a:lnTo>
                  <a:lnTo>
                    <a:pt x="477" y="180"/>
                  </a:lnTo>
                  <a:lnTo>
                    <a:pt x="475" y="180"/>
                  </a:lnTo>
                  <a:lnTo>
                    <a:pt x="475" y="180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66" y="182"/>
                  </a:lnTo>
                  <a:lnTo>
                    <a:pt x="466" y="182"/>
                  </a:lnTo>
                  <a:lnTo>
                    <a:pt x="466" y="182"/>
                  </a:lnTo>
                  <a:lnTo>
                    <a:pt x="463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61" y="182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0"/>
                  </a:lnTo>
                  <a:lnTo>
                    <a:pt x="456" y="177"/>
                  </a:lnTo>
                  <a:lnTo>
                    <a:pt x="456" y="177"/>
                  </a:lnTo>
                  <a:lnTo>
                    <a:pt x="456" y="175"/>
                  </a:lnTo>
                  <a:lnTo>
                    <a:pt x="456" y="175"/>
                  </a:lnTo>
                  <a:lnTo>
                    <a:pt x="456" y="172"/>
                  </a:lnTo>
                  <a:lnTo>
                    <a:pt x="456" y="172"/>
                  </a:lnTo>
                  <a:lnTo>
                    <a:pt x="456" y="172"/>
                  </a:lnTo>
                  <a:lnTo>
                    <a:pt x="459" y="170"/>
                  </a:lnTo>
                  <a:lnTo>
                    <a:pt x="461" y="170"/>
                  </a:lnTo>
                  <a:lnTo>
                    <a:pt x="461" y="168"/>
                  </a:lnTo>
                  <a:lnTo>
                    <a:pt x="461" y="168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5"/>
                  </a:lnTo>
                  <a:lnTo>
                    <a:pt x="461" y="161"/>
                  </a:lnTo>
                  <a:lnTo>
                    <a:pt x="459" y="158"/>
                  </a:lnTo>
                  <a:lnTo>
                    <a:pt x="459" y="158"/>
                  </a:lnTo>
                  <a:lnTo>
                    <a:pt x="459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6"/>
                  </a:lnTo>
                  <a:lnTo>
                    <a:pt x="461" y="153"/>
                  </a:lnTo>
                  <a:lnTo>
                    <a:pt x="461" y="153"/>
                  </a:lnTo>
                  <a:lnTo>
                    <a:pt x="461" y="151"/>
                  </a:lnTo>
                  <a:lnTo>
                    <a:pt x="461" y="151"/>
                  </a:lnTo>
                  <a:lnTo>
                    <a:pt x="459" y="149"/>
                  </a:lnTo>
                  <a:lnTo>
                    <a:pt x="459" y="146"/>
                  </a:lnTo>
                  <a:lnTo>
                    <a:pt x="459" y="146"/>
                  </a:lnTo>
                  <a:lnTo>
                    <a:pt x="459" y="146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4"/>
                  </a:lnTo>
                  <a:lnTo>
                    <a:pt x="459" y="142"/>
                  </a:lnTo>
                  <a:lnTo>
                    <a:pt x="456" y="142"/>
                  </a:lnTo>
                  <a:lnTo>
                    <a:pt x="456" y="139"/>
                  </a:lnTo>
                  <a:lnTo>
                    <a:pt x="454" y="139"/>
                  </a:lnTo>
                  <a:lnTo>
                    <a:pt x="451" y="139"/>
                  </a:lnTo>
                  <a:lnTo>
                    <a:pt x="451" y="137"/>
                  </a:lnTo>
                  <a:lnTo>
                    <a:pt x="451" y="137"/>
                  </a:lnTo>
                  <a:lnTo>
                    <a:pt x="449" y="137"/>
                  </a:lnTo>
                  <a:lnTo>
                    <a:pt x="449" y="137"/>
                  </a:lnTo>
                  <a:lnTo>
                    <a:pt x="449" y="135"/>
                  </a:lnTo>
                  <a:lnTo>
                    <a:pt x="449" y="135"/>
                  </a:lnTo>
                  <a:lnTo>
                    <a:pt x="444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40" y="132"/>
                  </a:lnTo>
                  <a:lnTo>
                    <a:pt x="437" y="135"/>
                  </a:lnTo>
                  <a:lnTo>
                    <a:pt x="435" y="135"/>
                  </a:lnTo>
                  <a:lnTo>
                    <a:pt x="435" y="135"/>
                  </a:lnTo>
                  <a:lnTo>
                    <a:pt x="433" y="135"/>
                  </a:lnTo>
                  <a:lnTo>
                    <a:pt x="433" y="132"/>
                  </a:lnTo>
                  <a:lnTo>
                    <a:pt x="430" y="132"/>
                  </a:lnTo>
                  <a:lnTo>
                    <a:pt x="430" y="132"/>
                  </a:lnTo>
                  <a:lnTo>
                    <a:pt x="428" y="132"/>
                  </a:lnTo>
                  <a:lnTo>
                    <a:pt x="428" y="130"/>
                  </a:lnTo>
                  <a:lnTo>
                    <a:pt x="428" y="130"/>
                  </a:lnTo>
                  <a:lnTo>
                    <a:pt x="428" y="130"/>
                  </a:lnTo>
                  <a:lnTo>
                    <a:pt x="428" y="127"/>
                  </a:lnTo>
                  <a:lnTo>
                    <a:pt x="430" y="125"/>
                  </a:lnTo>
                  <a:lnTo>
                    <a:pt x="430" y="125"/>
                  </a:lnTo>
                  <a:lnTo>
                    <a:pt x="430" y="125"/>
                  </a:lnTo>
                  <a:lnTo>
                    <a:pt x="430" y="123"/>
                  </a:lnTo>
                  <a:lnTo>
                    <a:pt x="430" y="123"/>
                  </a:lnTo>
                  <a:lnTo>
                    <a:pt x="428" y="118"/>
                  </a:lnTo>
                  <a:lnTo>
                    <a:pt x="428" y="118"/>
                  </a:lnTo>
                  <a:lnTo>
                    <a:pt x="425" y="116"/>
                  </a:lnTo>
                  <a:lnTo>
                    <a:pt x="425" y="116"/>
                  </a:lnTo>
                  <a:lnTo>
                    <a:pt x="423" y="116"/>
                  </a:lnTo>
                  <a:lnTo>
                    <a:pt x="421" y="116"/>
                  </a:lnTo>
                  <a:lnTo>
                    <a:pt x="421" y="113"/>
                  </a:lnTo>
                  <a:lnTo>
                    <a:pt x="421" y="113"/>
                  </a:lnTo>
                  <a:lnTo>
                    <a:pt x="418" y="116"/>
                  </a:lnTo>
                  <a:lnTo>
                    <a:pt x="418" y="116"/>
                  </a:lnTo>
                  <a:lnTo>
                    <a:pt x="418" y="116"/>
                  </a:lnTo>
                  <a:lnTo>
                    <a:pt x="416" y="116"/>
                  </a:lnTo>
                  <a:lnTo>
                    <a:pt x="414" y="113"/>
                  </a:lnTo>
                  <a:lnTo>
                    <a:pt x="414" y="113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4" y="111"/>
                  </a:lnTo>
                  <a:lnTo>
                    <a:pt x="404" y="111"/>
                  </a:lnTo>
                  <a:lnTo>
                    <a:pt x="404" y="111"/>
                  </a:lnTo>
                  <a:lnTo>
                    <a:pt x="402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7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5" y="111"/>
                  </a:lnTo>
                  <a:lnTo>
                    <a:pt x="392" y="111"/>
                  </a:lnTo>
                  <a:lnTo>
                    <a:pt x="392" y="111"/>
                  </a:lnTo>
                  <a:lnTo>
                    <a:pt x="390" y="111"/>
                  </a:lnTo>
                  <a:lnTo>
                    <a:pt x="390" y="109"/>
                  </a:lnTo>
                  <a:lnTo>
                    <a:pt x="388" y="109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5" y="111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381" y="113"/>
                  </a:lnTo>
                  <a:lnTo>
                    <a:pt x="381" y="113"/>
                  </a:lnTo>
                  <a:lnTo>
                    <a:pt x="381" y="113"/>
                  </a:lnTo>
                  <a:lnTo>
                    <a:pt x="376" y="111"/>
                  </a:lnTo>
                  <a:lnTo>
                    <a:pt x="373" y="111"/>
                  </a:lnTo>
                  <a:lnTo>
                    <a:pt x="373" y="111"/>
                  </a:lnTo>
                  <a:lnTo>
                    <a:pt x="371" y="111"/>
                  </a:lnTo>
                  <a:lnTo>
                    <a:pt x="371" y="111"/>
                  </a:lnTo>
                  <a:lnTo>
                    <a:pt x="371" y="111"/>
                  </a:lnTo>
                  <a:lnTo>
                    <a:pt x="369" y="111"/>
                  </a:lnTo>
                  <a:lnTo>
                    <a:pt x="369" y="111"/>
                  </a:lnTo>
                  <a:lnTo>
                    <a:pt x="366" y="111"/>
                  </a:lnTo>
                  <a:lnTo>
                    <a:pt x="366" y="111"/>
                  </a:lnTo>
                  <a:lnTo>
                    <a:pt x="366" y="111"/>
                  </a:lnTo>
                  <a:lnTo>
                    <a:pt x="364" y="111"/>
                  </a:lnTo>
                  <a:lnTo>
                    <a:pt x="364" y="111"/>
                  </a:lnTo>
                  <a:lnTo>
                    <a:pt x="362" y="111"/>
                  </a:lnTo>
                  <a:lnTo>
                    <a:pt x="362" y="111"/>
                  </a:lnTo>
                  <a:lnTo>
                    <a:pt x="359" y="111"/>
                  </a:lnTo>
                  <a:lnTo>
                    <a:pt x="354" y="109"/>
                  </a:lnTo>
                  <a:lnTo>
                    <a:pt x="347" y="106"/>
                  </a:lnTo>
                  <a:lnTo>
                    <a:pt x="343" y="104"/>
                  </a:lnTo>
                  <a:lnTo>
                    <a:pt x="338" y="101"/>
                  </a:lnTo>
                  <a:lnTo>
                    <a:pt x="336" y="101"/>
                  </a:lnTo>
                  <a:lnTo>
                    <a:pt x="331" y="99"/>
                  </a:lnTo>
                  <a:lnTo>
                    <a:pt x="331" y="99"/>
                  </a:lnTo>
                  <a:lnTo>
                    <a:pt x="328" y="99"/>
                  </a:lnTo>
                  <a:lnTo>
                    <a:pt x="324" y="99"/>
                  </a:lnTo>
                  <a:lnTo>
                    <a:pt x="319" y="97"/>
                  </a:lnTo>
                  <a:lnTo>
                    <a:pt x="312" y="97"/>
                  </a:lnTo>
                  <a:lnTo>
                    <a:pt x="305" y="97"/>
                  </a:lnTo>
                  <a:lnTo>
                    <a:pt x="298" y="94"/>
                  </a:lnTo>
                  <a:lnTo>
                    <a:pt x="288" y="94"/>
                  </a:lnTo>
                  <a:lnTo>
                    <a:pt x="281" y="92"/>
                  </a:lnTo>
                  <a:lnTo>
                    <a:pt x="274" y="90"/>
                  </a:lnTo>
                  <a:lnTo>
                    <a:pt x="265" y="90"/>
                  </a:lnTo>
                  <a:lnTo>
                    <a:pt x="260" y="87"/>
                  </a:lnTo>
                  <a:lnTo>
                    <a:pt x="253" y="87"/>
                  </a:lnTo>
                  <a:lnTo>
                    <a:pt x="250" y="87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43" y="85"/>
                  </a:lnTo>
                  <a:lnTo>
                    <a:pt x="243" y="85"/>
                  </a:lnTo>
                  <a:lnTo>
                    <a:pt x="243" y="85"/>
                  </a:lnTo>
                  <a:lnTo>
                    <a:pt x="241" y="82"/>
                  </a:lnTo>
                  <a:lnTo>
                    <a:pt x="239" y="80"/>
                  </a:lnTo>
                  <a:lnTo>
                    <a:pt x="236" y="75"/>
                  </a:lnTo>
                  <a:lnTo>
                    <a:pt x="236" y="71"/>
                  </a:lnTo>
                  <a:lnTo>
                    <a:pt x="234" y="68"/>
                  </a:lnTo>
                  <a:lnTo>
                    <a:pt x="234" y="68"/>
                  </a:lnTo>
                  <a:lnTo>
                    <a:pt x="231" y="66"/>
                  </a:lnTo>
                  <a:lnTo>
                    <a:pt x="231" y="66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27" y="66"/>
                  </a:lnTo>
                  <a:lnTo>
                    <a:pt x="227" y="66"/>
                  </a:lnTo>
                  <a:lnTo>
                    <a:pt x="227" y="64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222" y="64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4"/>
                  </a:lnTo>
                  <a:lnTo>
                    <a:pt x="217" y="64"/>
                  </a:lnTo>
                  <a:lnTo>
                    <a:pt x="217" y="64"/>
                  </a:lnTo>
                  <a:lnTo>
                    <a:pt x="217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3" y="61"/>
                  </a:lnTo>
                  <a:lnTo>
                    <a:pt x="210" y="61"/>
                  </a:lnTo>
                  <a:lnTo>
                    <a:pt x="208" y="59"/>
                  </a:lnTo>
                  <a:lnTo>
                    <a:pt x="201" y="56"/>
                  </a:lnTo>
                  <a:lnTo>
                    <a:pt x="191" y="54"/>
                  </a:lnTo>
                  <a:lnTo>
                    <a:pt x="184" y="49"/>
                  </a:lnTo>
                  <a:lnTo>
                    <a:pt x="182" y="47"/>
                  </a:lnTo>
                  <a:lnTo>
                    <a:pt x="184" y="47"/>
                  </a:lnTo>
                  <a:lnTo>
                    <a:pt x="184" y="49"/>
                  </a:lnTo>
                  <a:lnTo>
                    <a:pt x="184" y="49"/>
                  </a:lnTo>
                  <a:lnTo>
                    <a:pt x="184" y="49"/>
                  </a:lnTo>
                  <a:lnTo>
                    <a:pt x="182" y="49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4" y="52"/>
                  </a:lnTo>
                  <a:lnTo>
                    <a:pt x="184" y="54"/>
                  </a:lnTo>
                  <a:lnTo>
                    <a:pt x="182" y="56"/>
                  </a:lnTo>
                  <a:lnTo>
                    <a:pt x="170" y="61"/>
                  </a:lnTo>
                  <a:lnTo>
                    <a:pt x="168" y="61"/>
                  </a:lnTo>
                  <a:lnTo>
                    <a:pt x="165" y="61"/>
                  </a:lnTo>
                  <a:lnTo>
                    <a:pt x="168" y="59"/>
                  </a:lnTo>
                  <a:lnTo>
                    <a:pt x="168" y="56"/>
                  </a:lnTo>
                  <a:lnTo>
                    <a:pt x="172" y="49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72" y="45"/>
                  </a:lnTo>
                  <a:lnTo>
                    <a:pt x="172" y="45"/>
                  </a:lnTo>
                  <a:lnTo>
                    <a:pt x="172" y="42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5" y="35"/>
                  </a:lnTo>
                  <a:lnTo>
                    <a:pt x="175" y="35"/>
                  </a:lnTo>
                  <a:lnTo>
                    <a:pt x="177" y="28"/>
                  </a:lnTo>
                  <a:lnTo>
                    <a:pt x="179" y="28"/>
                  </a:lnTo>
                  <a:lnTo>
                    <a:pt x="179" y="26"/>
                  </a:lnTo>
                  <a:lnTo>
                    <a:pt x="177" y="26"/>
                  </a:lnTo>
                  <a:lnTo>
                    <a:pt x="179" y="23"/>
                  </a:lnTo>
                  <a:lnTo>
                    <a:pt x="179" y="23"/>
                  </a:lnTo>
                  <a:lnTo>
                    <a:pt x="179" y="23"/>
                  </a:lnTo>
                  <a:lnTo>
                    <a:pt x="177" y="21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2" y="19"/>
                  </a:lnTo>
                  <a:lnTo>
                    <a:pt x="172" y="19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70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3" y="21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1" y="28"/>
                  </a:lnTo>
                  <a:lnTo>
                    <a:pt x="151" y="28"/>
                  </a:lnTo>
                  <a:lnTo>
                    <a:pt x="151" y="28"/>
                  </a:lnTo>
                  <a:lnTo>
                    <a:pt x="149" y="30"/>
                  </a:lnTo>
                  <a:lnTo>
                    <a:pt x="149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44" y="30"/>
                  </a:lnTo>
                  <a:lnTo>
                    <a:pt x="142" y="33"/>
                  </a:lnTo>
                  <a:lnTo>
                    <a:pt x="142" y="30"/>
                  </a:lnTo>
                  <a:lnTo>
                    <a:pt x="142" y="28"/>
                  </a:lnTo>
                  <a:lnTo>
                    <a:pt x="139" y="30"/>
                  </a:lnTo>
                  <a:lnTo>
                    <a:pt x="135" y="33"/>
                  </a:lnTo>
                  <a:lnTo>
                    <a:pt x="127" y="38"/>
                  </a:lnTo>
                  <a:lnTo>
                    <a:pt x="125" y="42"/>
                  </a:lnTo>
                  <a:lnTo>
                    <a:pt x="123" y="42"/>
                  </a:lnTo>
                  <a:lnTo>
                    <a:pt x="116" y="45"/>
                  </a:lnTo>
                  <a:lnTo>
                    <a:pt x="108" y="47"/>
                  </a:lnTo>
                  <a:lnTo>
                    <a:pt x="90" y="54"/>
                  </a:lnTo>
                  <a:lnTo>
                    <a:pt x="78" y="56"/>
                  </a:lnTo>
                  <a:lnTo>
                    <a:pt x="75" y="56"/>
                  </a:lnTo>
                  <a:lnTo>
                    <a:pt x="68" y="54"/>
                  </a:lnTo>
                  <a:lnTo>
                    <a:pt x="68" y="54"/>
                  </a:lnTo>
                  <a:lnTo>
                    <a:pt x="66" y="54"/>
                  </a:lnTo>
                  <a:lnTo>
                    <a:pt x="64" y="52"/>
                  </a:lnTo>
                  <a:lnTo>
                    <a:pt x="61" y="49"/>
                  </a:lnTo>
                  <a:lnTo>
                    <a:pt x="61" y="49"/>
                  </a:lnTo>
                  <a:lnTo>
                    <a:pt x="61" y="49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9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2" y="61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49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6"/>
                  </a:lnTo>
                  <a:lnTo>
                    <a:pt x="47" y="73"/>
                  </a:lnTo>
                  <a:lnTo>
                    <a:pt x="47" y="80"/>
                  </a:lnTo>
                  <a:lnTo>
                    <a:pt x="47" y="90"/>
                  </a:lnTo>
                  <a:lnTo>
                    <a:pt x="49" y="97"/>
                  </a:lnTo>
                  <a:lnTo>
                    <a:pt x="49" y="104"/>
                  </a:lnTo>
                  <a:lnTo>
                    <a:pt x="49" y="111"/>
                  </a:lnTo>
                  <a:lnTo>
                    <a:pt x="49" y="118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52" y="132"/>
                  </a:lnTo>
                  <a:lnTo>
                    <a:pt x="49" y="132"/>
                  </a:lnTo>
                  <a:lnTo>
                    <a:pt x="47" y="135"/>
                  </a:lnTo>
                  <a:lnTo>
                    <a:pt x="47" y="135"/>
                  </a:lnTo>
                  <a:lnTo>
                    <a:pt x="47" y="137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2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38" y="139"/>
                  </a:lnTo>
                  <a:lnTo>
                    <a:pt x="35" y="144"/>
                  </a:lnTo>
                  <a:lnTo>
                    <a:pt x="35" y="144"/>
                  </a:lnTo>
                  <a:lnTo>
                    <a:pt x="30" y="144"/>
                  </a:lnTo>
                  <a:lnTo>
                    <a:pt x="30" y="144"/>
                  </a:lnTo>
                  <a:lnTo>
                    <a:pt x="30" y="146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8" y="149"/>
                  </a:lnTo>
                  <a:lnTo>
                    <a:pt x="28" y="149"/>
                  </a:lnTo>
                  <a:lnTo>
                    <a:pt x="26" y="149"/>
                  </a:lnTo>
                  <a:lnTo>
                    <a:pt x="23" y="149"/>
                  </a:lnTo>
                  <a:lnTo>
                    <a:pt x="19" y="153"/>
                  </a:lnTo>
                  <a:lnTo>
                    <a:pt x="19" y="153"/>
                  </a:lnTo>
                  <a:lnTo>
                    <a:pt x="16" y="156"/>
                  </a:lnTo>
                  <a:lnTo>
                    <a:pt x="14" y="158"/>
                  </a:lnTo>
                  <a:lnTo>
                    <a:pt x="9" y="165"/>
                  </a:lnTo>
                  <a:lnTo>
                    <a:pt x="9" y="168"/>
                  </a:lnTo>
                  <a:lnTo>
                    <a:pt x="7" y="172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4"/>
                  </a:lnTo>
                  <a:lnTo>
                    <a:pt x="0" y="191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9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6" y="203"/>
                  </a:lnTo>
                  <a:lnTo>
                    <a:pt x="16" y="206"/>
                  </a:lnTo>
                  <a:lnTo>
                    <a:pt x="19" y="208"/>
                  </a:lnTo>
                  <a:lnTo>
                    <a:pt x="21" y="210"/>
                  </a:lnTo>
                  <a:lnTo>
                    <a:pt x="21" y="210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1" y="220"/>
                  </a:lnTo>
                  <a:lnTo>
                    <a:pt x="19" y="222"/>
                  </a:lnTo>
                  <a:lnTo>
                    <a:pt x="19" y="225"/>
                  </a:lnTo>
                  <a:lnTo>
                    <a:pt x="19" y="227"/>
                  </a:lnTo>
                  <a:lnTo>
                    <a:pt x="16" y="227"/>
                  </a:lnTo>
                  <a:lnTo>
                    <a:pt x="16" y="229"/>
                  </a:lnTo>
                  <a:lnTo>
                    <a:pt x="14" y="232"/>
                  </a:lnTo>
                  <a:lnTo>
                    <a:pt x="14" y="234"/>
                  </a:lnTo>
                  <a:lnTo>
                    <a:pt x="16" y="239"/>
                  </a:lnTo>
                  <a:lnTo>
                    <a:pt x="14" y="24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53"/>
                  </a:lnTo>
                  <a:lnTo>
                    <a:pt x="16" y="253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8"/>
                  </a:lnTo>
                  <a:lnTo>
                    <a:pt x="16" y="265"/>
                  </a:lnTo>
                  <a:lnTo>
                    <a:pt x="16" y="269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6" y="277"/>
                  </a:lnTo>
                  <a:lnTo>
                    <a:pt x="16" y="279"/>
                  </a:lnTo>
                  <a:lnTo>
                    <a:pt x="16" y="281"/>
                  </a:lnTo>
                  <a:lnTo>
                    <a:pt x="16" y="284"/>
                  </a:lnTo>
                  <a:lnTo>
                    <a:pt x="16" y="286"/>
                  </a:lnTo>
                  <a:lnTo>
                    <a:pt x="14" y="296"/>
                  </a:lnTo>
                  <a:lnTo>
                    <a:pt x="16" y="298"/>
                  </a:lnTo>
                  <a:lnTo>
                    <a:pt x="21" y="300"/>
                  </a:lnTo>
                  <a:lnTo>
                    <a:pt x="28" y="305"/>
                  </a:lnTo>
                  <a:lnTo>
                    <a:pt x="30" y="307"/>
                  </a:lnTo>
                  <a:lnTo>
                    <a:pt x="30" y="307"/>
                  </a:lnTo>
                  <a:lnTo>
                    <a:pt x="33" y="310"/>
                  </a:lnTo>
                  <a:lnTo>
                    <a:pt x="33" y="310"/>
                  </a:lnTo>
                  <a:lnTo>
                    <a:pt x="38" y="312"/>
                  </a:lnTo>
                  <a:lnTo>
                    <a:pt x="52" y="312"/>
                  </a:lnTo>
                  <a:lnTo>
                    <a:pt x="54" y="314"/>
                  </a:lnTo>
                  <a:lnTo>
                    <a:pt x="56" y="317"/>
                  </a:lnTo>
                  <a:lnTo>
                    <a:pt x="61" y="319"/>
                  </a:lnTo>
                  <a:lnTo>
                    <a:pt x="64" y="324"/>
                  </a:lnTo>
                  <a:lnTo>
                    <a:pt x="64" y="326"/>
                  </a:lnTo>
                  <a:lnTo>
                    <a:pt x="66" y="326"/>
                  </a:lnTo>
                  <a:lnTo>
                    <a:pt x="66" y="326"/>
                  </a:lnTo>
                  <a:lnTo>
                    <a:pt x="78" y="329"/>
                  </a:lnTo>
                  <a:lnTo>
                    <a:pt x="82" y="329"/>
                  </a:lnTo>
                  <a:lnTo>
                    <a:pt x="97" y="340"/>
                  </a:lnTo>
                  <a:lnTo>
                    <a:pt x="101" y="345"/>
                  </a:lnTo>
                  <a:lnTo>
                    <a:pt x="108" y="357"/>
                  </a:lnTo>
                  <a:lnTo>
                    <a:pt x="111" y="359"/>
                  </a:lnTo>
                  <a:lnTo>
                    <a:pt x="113" y="362"/>
                  </a:lnTo>
                  <a:lnTo>
                    <a:pt x="125" y="371"/>
                  </a:lnTo>
                  <a:lnTo>
                    <a:pt x="127" y="371"/>
                  </a:lnTo>
                  <a:lnTo>
                    <a:pt x="127" y="371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4" y="374"/>
                  </a:lnTo>
                  <a:lnTo>
                    <a:pt x="144" y="374"/>
                  </a:lnTo>
                  <a:lnTo>
                    <a:pt x="144" y="374"/>
                  </a:lnTo>
                  <a:lnTo>
                    <a:pt x="149" y="374"/>
                  </a:lnTo>
                  <a:lnTo>
                    <a:pt x="149" y="376"/>
                  </a:lnTo>
                  <a:lnTo>
                    <a:pt x="149" y="376"/>
                  </a:lnTo>
                  <a:lnTo>
                    <a:pt x="151" y="376"/>
                  </a:lnTo>
                  <a:lnTo>
                    <a:pt x="151" y="376"/>
                  </a:lnTo>
                  <a:lnTo>
                    <a:pt x="151" y="378"/>
                  </a:lnTo>
                  <a:lnTo>
                    <a:pt x="151" y="381"/>
                  </a:lnTo>
                  <a:lnTo>
                    <a:pt x="153" y="383"/>
                  </a:lnTo>
                  <a:lnTo>
                    <a:pt x="153" y="383"/>
                  </a:lnTo>
                  <a:lnTo>
                    <a:pt x="158" y="385"/>
                  </a:lnTo>
                  <a:lnTo>
                    <a:pt x="161" y="385"/>
                  </a:lnTo>
                  <a:lnTo>
                    <a:pt x="161" y="385"/>
                  </a:lnTo>
                  <a:lnTo>
                    <a:pt x="161" y="388"/>
                  </a:lnTo>
                  <a:lnTo>
                    <a:pt x="163" y="388"/>
                  </a:lnTo>
                  <a:lnTo>
                    <a:pt x="163" y="393"/>
                  </a:lnTo>
                  <a:lnTo>
                    <a:pt x="163" y="395"/>
                  </a:lnTo>
                  <a:lnTo>
                    <a:pt x="163" y="397"/>
                  </a:lnTo>
                  <a:lnTo>
                    <a:pt x="163" y="400"/>
                  </a:lnTo>
                  <a:lnTo>
                    <a:pt x="163" y="400"/>
                  </a:lnTo>
                  <a:lnTo>
                    <a:pt x="163" y="402"/>
                  </a:lnTo>
                  <a:lnTo>
                    <a:pt x="165" y="402"/>
                  </a:lnTo>
                  <a:lnTo>
                    <a:pt x="165" y="402"/>
                  </a:lnTo>
                  <a:lnTo>
                    <a:pt x="168" y="404"/>
                  </a:lnTo>
                  <a:lnTo>
                    <a:pt x="168" y="404"/>
                  </a:lnTo>
                  <a:lnTo>
                    <a:pt x="168" y="407"/>
                  </a:lnTo>
                  <a:lnTo>
                    <a:pt x="168" y="409"/>
                  </a:lnTo>
                  <a:lnTo>
                    <a:pt x="168" y="416"/>
                  </a:lnTo>
                  <a:lnTo>
                    <a:pt x="168" y="419"/>
                  </a:lnTo>
                  <a:lnTo>
                    <a:pt x="168" y="421"/>
                  </a:lnTo>
                  <a:lnTo>
                    <a:pt x="168" y="421"/>
                  </a:lnTo>
                  <a:lnTo>
                    <a:pt x="168" y="426"/>
                  </a:lnTo>
                  <a:lnTo>
                    <a:pt x="168" y="428"/>
                  </a:lnTo>
                  <a:lnTo>
                    <a:pt x="170" y="430"/>
                  </a:lnTo>
                  <a:lnTo>
                    <a:pt x="170" y="433"/>
                  </a:lnTo>
                  <a:lnTo>
                    <a:pt x="170" y="433"/>
                  </a:lnTo>
                  <a:lnTo>
                    <a:pt x="170" y="438"/>
                  </a:lnTo>
                  <a:lnTo>
                    <a:pt x="170" y="438"/>
                  </a:lnTo>
                  <a:lnTo>
                    <a:pt x="170" y="438"/>
                  </a:lnTo>
                  <a:lnTo>
                    <a:pt x="170" y="440"/>
                  </a:lnTo>
                  <a:lnTo>
                    <a:pt x="170" y="442"/>
                  </a:lnTo>
                  <a:lnTo>
                    <a:pt x="170" y="442"/>
                  </a:lnTo>
                  <a:lnTo>
                    <a:pt x="172" y="445"/>
                  </a:lnTo>
                  <a:lnTo>
                    <a:pt x="172" y="447"/>
                  </a:lnTo>
                  <a:lnTo>
                    <a:pt x="172" y="447"/>
                  </a:lnTo>
                  <a:lnTo>
                    <a:pt x="172" y="452"/>
                  </a:lnTo>
                  <a:lnTo>
                    <a:pt x="175" y="452"/>
                  </a:lnTo>
                  <a:lnTo>
                    <a:pt x="175" y="452"/>
                  </a:lnTo>
                  <a:lnTo>
                    <a:pt x="184" y="454"/>
                  </a:lnTo>
                  <a:lnTo>
                    <a:pt x="187" y="456"/>
                  </a:lnTo>
                  <a:lnTo>
                    <a:pt x="187" y="461"/>
                  </a:lnTo>
                  <a:lnTo>
                    <a:pt x="184" y="466"/>
                  </a:lnTo>
                  <a:lnTo>
                    <a:pt x="182" y="473"/>
                  </a:lnTo>
                  <a:lnTo>
                    <a:pt x="179" y="478"/>
                  </a:lnTo>
                  <a:lnTo>
                    <a:pt x="182" y="485"/>
                  </a:lnTo>
                  <a:lnTo>
                    <a:pt x="182" y="490"/>
                  </a:lnTo>
                  <a:lnTo>
                    <a:pt x="182" y="494"/>
                  </a:lnTo>
                  <a:lnTo>
                    <a:pt x="182" y="497"/>
                  </a:lnTo>
                  <a:lnTo>
                    <a:pt x="184" y="497"/>
                  </a:lnTo>
                  <a:lnTo>
                    <a:pt x="184" y="504"/>
                  </a:lnTo>
                  <a:lnTo>
                    <a:pt x="184" y="506"/>
                  </a:lnTo>
                  <a:lnTo>
                    <a:pt x="187" y="506"/>
                  </a:lnTo>
                  <a:lnTo>
                    <a:pt x="189" y="511"/>
                  </a:lnTo>
                  <a:lnTo>
                    <a:pt x="189" y="511"/>
                  </a:lnTo>
                  <a:lnTo>
                    <a:pt x="191" y="513"/>
                  </a:lnTo>
                  <a:lnTo>
                    <a:pt x="191" y="520"/>
                  </a:lnTo>
                  <a:lnTo>
                    <a:pt x="191" y="520"/>
                  </a:lnTo>
                  <a:lnTo>
                    <a:pt x="196" y="527"/>
                  </a:lnTo>
                  <a:lnTo>
                    <a:pt x="196" y="530"/>
                  </a:lnTo>
                  <a:lnTo>
                    <a:pt x="198" y="530"/>
                  </a:lnTo>
                  <a:lnTo>
                    <a:pt x="203" y="532"/>
                  </a:lnTo>
                  <a:lnTo>
                    <a:pt x="220" y="532"/>
                  </a:lnTo>
                  <a:lnTo>
                    <a:pt x="224" y="535"/>
                  </a:lnTo>
                  <a:lnTo>
                    <a:pt x="227" y="535"/>
                  </a:lnTo>
                  <a:lnTo>
                    <a:pt x="229" y="535"/>
                  </a:lnTo>
                  <a:lnTo>
                    <a:pt x="229" y="537"/>
                  </a:lnTo>
                  <a:lnTo>
                    <a:pt x="231" y="542"/>
                  </a:lnTo>
                  <a:lnTo>
                    <a:pt x="234" y="544"/>
                  </a:lnTo>
                  <a:lnTo>
                    <a:pt x="236" y="546"/>
                  </a:lnTo>
                  <a:lnTo>
                    <a:pt x="236" y="549"/>
                  </a:lnTo>
                  <a:lnTo>
                    <a:pt x="236" y="549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36" y="551"/>
                  </a:lnTo>
                  <a:lnTo>
                    <a:pt x="253" y="551"/>
                  </a:lnTo>
                  <a:lnTo>
                    <a:pt x="269" y="549"/>
                  </a:lnTo>
                  <a:lnTo>
                    <a:pt x="286" y="549"/>
                  </a:lnTo>
                  <a:lnTo>
                    <a:pt x="302" y="546"/>
                  </a:lnTo>
                  <a:lnTo>
                    <a:pt x="319" y="546"/>
                  </a:lnTo>
                  <a:lnTo>
                    <a:pt x="336" y="544"/>
                  </a:lnTo>
                  <a:lnTo>
                    <a:pt x="352" y="542"/>
                  </a:lnTo>
                  <a:lnTo>
                    <a:pt x="369" y="542"/>
                  </a:lnTo>
                  <a:lnTo>
                    <a:pt x="385" y="539"/>
                  </a:lnTo>
                  <a:lnTo>
                    <a:pt x="402" y="539"/>
                  </a:lnTo>
                  <a:lnTo>
                    <a:pt x="418" y="537"/>
                  </a:lnTo>
                  <a:lnTo>
                    <a:pt x="435" y="535"/>
                  </a:lnTo>
                  <a:lnTo>
                    <a:pt x="451" y="535"/>
                  </a:lnTo>
                  <a:lnTo>
                    <a:pt x="468" y="532"/>
                  </a:lnTo>
                  <a:lnTo>
                    <a:pt x="485" y="530"/>
                  </a:lnTo>
                  <a:lnTo>
                    <a:pt x="501" y="530"/>
                  </a:lnTo>
                  <a:lnTo>
                    <a:pt x="499" y="520"/>
                  </a:lnTo>
                  <a:lnTo>
                    <a:pt x="499" y="518"/>
                  </a:lnTo>
                  <a:lnTo>
                    <a:pt x="501" y="516"/>
                  </a:lnTo>
                  <a:lnTo>
                    <a:pt x="501" y="516"/>
                  </a:lnTo>
                  <a:lnTo>
                    <a:pt x="499" y="513"/>
                  </a:lnTo>
                  <a:lnTo>
                    <a:pt x="499" y="511"/>
                  </a:lnTo>
                  <a:lnTo>
                    <a:pt x="499" y="511"/>
                  </a:lnTo>
                  <a:lnTo>
                    <a:pt x="499" y="509"/>
                  </a:lnTo>
                  <a:lnTo>
                    <a:pt x="499" y="506"/>
                  </a:lnTo>
                  <a:lnTo>
                    <a:pt x="501" y="504"/>
                  </a:lnTo>
                  <a:lnTo>
                    <a:pt x="501" y="494"/>
                  </a:lnTo>
                  <a:lnTo>
                    <a:pt x="501" y="492"/>
                  </a:lnTo>
                  <a:lnTo>
                    <a:pt x="499" y="490"/>
                  </a:lnTo>
                  <a:lnTo>
                    <a:pt x="494" y="485"/>
                  </a:lnTo>
                  <a:lnTo>
                    <a:pt x="494" y="482"/>
                  </a:lnTo>
                  <a:lnTo>
                    <a:pt x="494" y="482"/>
                  </a:lnTo>
                  <a:lnTo>
                    <a:pt x="492" y="473"/>
                  </a:lnTo>
                  <a:lnTo>
                    <a:pt x="492" y="471"/>
                  </a:lnTo>
                  <a:lnTo>
                    <a:pt x="489" y="468"/>
                  </a:lnTo>
                  <a:lnTo>
                    <a:pt x="487" y="466"/>
                  </a:lnTo>
                  <a:lnTo>
                    <a:pt x="485" y="466"/>
                  </a:lnTo>
                  <a:lnTo>
                    <a:pt x="485" y="464"/>
                  </a:lnTo>
                  <a:lnTo>
                    <a:pt x="487" y="459"/>
                  </a:lnTo>
                  <a:lnTo>
                    <a:pt x="487" y="456"/>
                  </a:lnTo>
                  <a:lnTo>
                    <a:pt x="487" y="456"/>
                  </a:lnTo>
                  <a:lnTo>
                    <a:pt x="487" y="456"/>
                  </a:lnTo>
                  <a:lnTo>
                    <a:pt x="485" y="454"/>
                  </a:lnTo>
                  <a:lnTo>
                    <a:pt x="485" y="452"/>
                  </a:lnTo>
                  <a:lnTo>
                    <a:pt x="485" y="449"/>
                  </a:lnTo>
                  <a:lnTo>
                    <a:pt x="485" y="449"/>
                  </a:lnTo>
                  <a:lnTo>
                    <a:pt x="485" y="447"/>
                  </a:lnTo>
                  <a:lnTo>
                    <a:pt x="485" y="442"/>
                  </a:lnTo>
                  <a:lnTo>
                    <a:pt x="482" y="442"/>
                  </a:lnTo>
                  <a:lnTo>
                    <a:pt x="482" y="440"/>
                  </a:lnTo>
                  <a:lnTo>
                    <a:pt x="482" y="435"/>
                  </a:lnTo>
                  <a:lnTo>
                    <a:pt x="482" y="426"/>
                  </a:lnTo>
                  <a:lnTo>
                    <a:pt x="482" y="423"/>
                  </a:lnTo>
                  <a:lnTo>
                    <a:pt x="487" y="411"/>
                  </a:lnTo>
                  <a:lnTo>
                    <a:pt x="489" y="404"/>
                  </a:lnTo>
                  <a:lnTo>
                    <a:pt x="487" y="402"/>
                  </a:lnTo>
                  <a:lnTo>
                    <a:pt x="487" y="400"/>
                  </a:lnTo>
                  <a:lnTo>
                    <a:pt x="489" y="397"/>
                  </a:lnTo>
                  <a:lnTo>
                    <a:pt x="492" y="385"/>
                  </a:lnTo>
                  <a:lnTo>
                    <a:pt x="494" y="381"/>
                  </a:lnTo>
                  <a:lnTo>
                    <a:pt x="494" y="378"/>
                  </a:lnTo>
                  <a:lnTo>
                    <a:pt x="494" y="378"/>
                  </a:lnTo>
                  <a:lnTo>
                    <a:pt x="494" y="378"/>
                  </a:lnTo>
                  <a:lnTo>
                    <a:pt x="494" y="376"/>
                  </a:lnTo>
                  <a:lnTo>
                    <a:pt x="494" y="376"/>
                  </a:lnTo>
                  <a:lnTo>
                    <a:pt x="494" y="374"/>
                  </a:lnTo>
                  <a:lnTo>
                    <a:pt x="494" y="374"/>
                  </a:lnTo>
                  <a:lnTo>
                    <a:pt x="494" y="371"/>
                  </a:lnTo>
                  <a:lnTo>
                    <a:pt x="492" y="369"/>
                  </a:lnTo>
                  <a:lnTo>
                    <a:pt x="492" y="369"/>
                  </a:lnTo>
                  <a:lnTo>
                    <a:pt x="489" y="367"/>
                  </a:lnTo>
                  <a:lnTo>
                    <a:pt x="489" y="364"/>
                  </a:lnTo>
                  <a:lnTo>
                    <a:pt x="489" y="355"/>
                  </a:lnTo>
                  <a:lnTo>
                    <a:pt x="489" y="352"/>
                  </a:lnTo>
                  <a:lnTo>
                    <a:pt x="492" y="350"/>
                  </a:lnTo>
                  <a:lnTo>
                    <a:pt x="492" y="350"/>
                  </a:lnTo>
                  <a:lnTo>
                    <a:pt x="492" y="345"/>
                  </a:lnTo>
                  <a:lnTo>
                    <a:pt x="492" y="343"/>
                  </a:lnTo>
                  <a:lnTo>
                    <a:pt x="494" y="331"/>
                  </a:lnTo>
                  <a:lnTo>
                    <a:pt x="496" y="331"/>
                  </a:lnTo>
                  <a:lnTo>
                    <a:pt x="496" y="329"/>
                  </a:lnTo>
                  <a:lnTo>
                    <a:pt x="504" y="326"/>
                  </a:lnTo>
                  <a:lnTo>
                    <a:pt x="504" y="324"/>
                  </a:lnTo>
                  <a:lnTo>
                    <a:pt x="506" y="322"/>
                  </a:lnTo>
                  <a:lnTo>
                    <a:pt x="506" y="319"/>
                  </a:lnTo>
                  <a:lnTo>
                    <a:pt x="506" y="317"/>
                  </a:lnTo>
                  <a:lnTo>
                    <a:pt x="506" y="314"/>
                  </a:lnTo>
                  <a:lnTo>
                    <a:pt x="501" y="310"/>
                  </a:lnTo>
                  <a:lnTo>
                    <a:pt x="501" y="305"/>
                  </a:lnTo>
                  <a:lnTo>
                    <a:pt x="501" y="305"/>
                  </a:lnTo>
                  <a:lnTo>
                    <a:pt x="501" y="303"/>
                  </a:lnTo>
                  <a:lnTo>
                    <a:pt x="501" y="300"/>
                  </a:lnTo>
                  <a:lnTo>
                    <a:pt x="501" y="298"/>
                  </a:lnTo>
                  <a:lnTo>
                    <a:pt x="501" y="296"/>
                  </a:lnTo>
                  <a:lnTo>
                    <a:pt x="501" y="293"/>
                  </a:lnTo>
                  <a:lnTo>
                    <a:pt x="504" y="279"/>
                  </a:lnTo>
                  <a:lnTo>
                    <a:pt x="504" y="274"/>
                  </a:lnTo>
                  <a:lnTo>
                    <a:pt x="506" y="269"/>
                  </a:lnTo>
                  <a:lnTo>
                    <a:pt x="511" y="262"/>
                  </a:lnTo>
                  <a:lnTo>
                    <a:pt x="511" y="260"/>
                  </a:lnTo>
                  <a:lnTo>
                    <a:pt x="511" y="258"/>
                  </a:lnTo>
                  <a:lnTo>
                    <a:pt x="513" y="258"/>
                  </a:lnTo>
                  <a:lnTo>
                    <a:pt x="513" y="258"/>
                  </a:lnTo>
                  <a:lnTo>
                    <a:pt x="513" y="255"/>
                  </a:lnTo>
                  <a:lnTo>
                    <a:pt x="513" y="246"/>
                  </a:lnTo>
                  <a:lnTo>
                    <a:pt x="513" y="243"/>
                  </a:lnTo>
                  <a:lnTo>
                    <a:pt x="513" y="243"/>
                  </a:lnTo>
                  <a:close/>
                  <a:moveTo>
                    <a:pt x="182" y="21"/>
                  </a:moveTo>
                  <a:lnTo>
                    <a:pt x="184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6"/>
                  </a:lnTo>
                  <a:lnTo>
                    <a:pt x="182" y="16"/>
                  </a:lnTo>
                  <a:lnTo>
                    <a:pt x="182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2" y="21"/>
                  </a:lnTo>
                  <a:lnTo>
                    <a:pt x="182" y="21"/>
                  </a:lnTo>
                  <a:close/>
                  <a:moveTo>
                    <a:pt x="210" y="4"/>
                  </a:moveTo>
                  <a:lnTo>
                    <a:pt x="210" y="2"/>
                  </a:lnTo>
                  <a:lnTo>
                    <a:pt x="210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08" y="0"/>
                  </a:lnTo>
                  <a:lnTo>
                    <a:pt x="205" y="2"/>
                  </a:lnTo>
                  <a:lnTo>
                    <a:pt x="205" y="7"/>
                  </a:lnTo>
                  <a:lnTo>
                    <a:pt x="205" y="9"/>
                  </a:lnTo>
                  <a:lnTo>
                    <a:pt x="208" y="7"/>
                  </a:lnTo>
                  <a:lnTo>
                    <a:pt x="210" y="4"/>
                  </a:lnTo>
                  <a:close/>
                  <a:moveTo>
                    <a:pt x="548" y="172"/>
                  </a:moveTo>
                  <a:lnTo>
                    <a:pt x="548" y="172"/>
                  </a:lnTo>
                  <a:lnTo>
                    <a:pt x="548" y="170"/>
                  </a:lnTo>
                  <a:lnTo>
                    <a:pt x="548" y="168"/>
                  </a:lnTo>
                  <a:lnTo>
                    <a:pt x="546" y="165"/>
                  </a:lnTo>
                  <a:lnTo>
                    <a:pt x="546" y="165"/>
                  </a:lnTo>
                  <a:lnTo>
                    <a:pt x="544" y="168"/>
                  </a:lnTo>
                  <a:lnTo>
                    <a:pt x="541" y="168"/>
                  </a:lnTo>
                  <a:lnTo>
                    <a:pt x="541" y="165"/>
                  </a:lnTo>
                  <a:lnTo>
                    <a:pt x="539" y="165"/>
                  </a:lnTo>
                  <a:lnTo>
                    <a:pt x="539" y="165"/>
                  </a:lnTo>
                  <a:lnTo>
                    <a:pt x="539" y="168"/>
                  </a:lnTo>
                  <a:lnTo>
                    <a:pt x="539" y="170"/>
                  </a:lnTo>
                  <a:lnTo>
                    <a:pt x="539" y="172"/>
                  </a:lnTo>
                  <a:lnTo>
                    <a:pt x="539" y="175"/>
                  </a:lnTo>
                  <a:lnTo>
                    <a:pt x="539" y="175"/>
                  </a:lnTo>
                  <a:lnTo>
                    <a:pt x="539" y="175"/>
                  </a:lnTo>
                  <a:lnTo>
                    <a:pt x="541" y="175"/>
                  </a:lnTo>
                  <a:lnTo>
                    <a:pt x="541" y="175"/>
                  </a:lnTo>
                  <a:lnTo>
                    <a:pt x="548" y="175"/>
                  </a:lnTo>
                  <a:lnTo>
                    <a:pt x="548" y="175"/>
                  </a:lnTo>
                  <a:lnTo>
                    <a:pt x="548" y="172"/>
                  </a:lnTo>
                  <a:close/>
                  <a:moveTo>
                    <a:pt x="539" y="187"/>
                  </a:moveTo>
                  <a:lnTo>
                    <a:pt x="537" y="184"/>
                  </a:lnTo>
                  <a:lnTo>
                    <a:pt x="539" y="184"/>
                  </a:lnTo>
                  <a:lnTo>
                    <a:pt x="539" y="182"/>
                  </a:lnTo>
                  <a:lnTo>
                    <a:pt x="537" y="182"/>
                  </a:lnTo>
                  <a:lnTo>
                    <a:pt x="534" y="182"/>
                  </a:lnTo>
                  <a:lnTo>
                    <a:pt x="532" y="182"/>
                  </a:lnTo>
                  <a:lnTo>
                    <a:pt x="532" y="182"/>
                  </a:lnTo>
                  <a:lnTo>
                    <a:pt x="530" y="182"/>
                  </a:lnTo>
                  <a:lnTo>
                    <a:pt x="530" y="182"/>
                  </a:lnTo>
                  <a:lnTo>
                    <a:pt x="530" y="182"/>
                  </a:lnTo>
                  <a:lnTo>
                    <a:pt x="530" y="184"/>
                  </a:lnTo>
                  <a:lnTo>
                    <a:pt x="530" y="184"/>
                  </a:lnTo>
                  <a:lnTo>
                    <a:pt x="530" y="187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27" y="191"/>
                  </a:lnTo>
                  <a:lnTo>
                    <a:pt x="525" y="194"/>
                  </a:lnTo>
                  <a:lnTo>
                    <a:pt x="525" y="196"/>
                  </a:lnTo>
                  <a:lnTo>
                    <a:pt x="522" y="196"/>
                  </a:lnTo>
                  <a:lnTo>
                    <a:pt x="522" y="198"/>
                  </a:lnTo>
                  <a:lnTo>
                    <a:pt x="522" y="198"/>
                  </a:lnTo>
                  <a:lnTo>
                    <a:pt x="520" y="198"/>
                  </a:lnTo>
                  <a:lnTo>
                    <a:pt x="518" y="198"/>
                  </a:lnTo>
                  <a:lnTo>
                    <a:pt x="518" y="198"/>
                  </a:lnTo>
                  <a:lnTo>
                    <a:pt x="515" y="201"/>
                  </a:lnTo>
                  <a:lnTo>
                    <a:pt x="515" y="201"/>
                  </a:lnTo>
                  <a:lnTo>
                    <a:pt x="515" y="203"/>
                  </a:lnTo>
                  <a:lnTo>
                    <a:pt x="515" y="208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3"/>
                  </a:lnTo>
                  <a:lnTo>
                    <a:pt x="513" y="213"/>
                  </a:lnTo>
                  <a:lnTo>
                    <a:pt x="513" y="213"/>
                  </a:lnTo>
                  <a:lnTo>
                    <a:pt x="513" y="215"/>
                  </a:lnTo>
                  <a:lnTo>
                    <a:pt x="513" y="215"/>
                  </a:lnTo>
                  <a:lnTo>
                    <a:pt x="513" y="215"/>
                  </a:lnTo>
                  <a:lnTo>
                    <a:pt x="508" y="222"/>
                  </a:lnTo>
                  <a:lnTo>
                    <a:pt x="506" y="225"/>
                  </a:lnTo>
                  <a:lnTo>
                    <a:pt x="506" y="232"/>
                  </a:lnTo>
                  <a:lnTo>
                    <a:pt x="506" y="236"/>
                  </a:lnTo>
                  <a:lnTo>
                    <a:pt x="508" y="239"/>
                  </a:lnTo>
                  <a:lnTo>
                    <a:pt x="513" y="243"/>
                  </a:lnTo>
                  <a:lnTo>
                    <a:pt x="515" y="241"/>
                  </a:lnTo>
                  <a:lnTo>
                    <a:pt x="518" y="241"/>
                  </a:lnTo>
                  <a:lnTo>
                    <a:pt x="522" y="234"/>
                  </a:lnTo>
                  <a:lnTo>
                    <a:pt x="522" y="234"/>
                  </a:lnTo>
                  <a:lnTo>
                    <a:pt x="522" y="232"/>
                  </a:lnTo>
                  <a:lnTo>
                    <a:pt x="522" y="229"/>
                  </a:lnTo>
                  <a:lnTo>
                    <a:pt x="522" y="229"/>
                  </a:lnTo>
                  <a:lnTo>
                    <a:pt x="525" y="227"/>
                  </a:lnTo>
                  <a:lnTo>
                    <a:pt x="525" y="227"/>
                  </a:lnTo>
                  <a:lnTo>
                    <a:pt x="522" y="225"/>
                  </a:lnTo>
                  <a:lnTo>
                    <a:pt x="525" y="220"/>
                  </a:lnTo>
                  <a:lnTo>
                    <a:pt x="527" y="215"/>
                  </a:lnTo>
                  <a:lnTo>
                    <a:pt x="527" y="210"/>
                  </a:lnTo>
                  <a:lnTo>
                    <a:pt x="530" y="210"/>
                  </a:lnTo>
                  <a:lnTo>
                    <a:pt x="530" y="210"/>
                  </a:lnTo>
                  <a:lnTo>
                    <a:pt x="530" y="210"/>
                  </a:lnTo>
                  <a:lnTo>
                    <a:pt x="532" y="210"/>
                  </a:lnTo>
                  <a:lnTo>
                    <a:pt x="532" y="210"/>
                  </a:lnTo>
                  <a:lnTo>
                    <a:pt x="532" y="210"/>
                  </a:lnTo>
                  <a:lnTo>
                    <a:pt x="532" y="208"/>
                  </a:lnTo>
                  <a:lnTo>
                    <a:pt x="532" y="208"/>
                  </a:lnTo>
                  <a:lnTo>
                    <a:pt x="532" y="206"/>
                  </a:lnTo>
                  <a:lnTo>
                    <a:pt x="532" y="206"/>
                  </a:lnTo>
                  <a:lnTo>
                    <a:pt x="534" y="206"/>
                  </a:lnTo>
                  <a:lnTo>
                    <a:pt x="534" y="206"/>
                  </a:lnTo>
                  <a:lnTo>
                    <a:pt x="534" y="203"/>
                  </a:lnTo>
                  <a:lnTo>
                    <a:pt x="532" y="201"/>
                  </a:lnTo>
                  <a:lnTo>
                    <a:pt x="530" y="198"/>
                  </a:lnTo>
                  <a:lnTo>
                    <a:pt x="532" y="198"/>
                  </a:lnTo>
                  <a:lnTo>
                    <a:pt x="532" y="198"/>
                  </a:lnTo>
                  <a:lnTo>
                    <a:pt x="534" y="201"/>
                  </a:lnTo>
                  <a:lnTo>
                    <a:pt x="534" y="198"/>
                  </a:lnTo>
                  <a:lnTo>
                    <a:pt x="534" y="196"/>
                  </a:lnTo>
                  <a:lnTo>
                    <a:pt x="532" y="196"/>
                  </a:lnTo>
                  <a:lnTo>
                    <a:pt x="532" y="194"/>
                  </a:lnTo>
                  <a:lnTo>
                    <a:pt x="534" y="191"/>
                  </a:lnTo>
                  <a:lnTo>
                    <a:pt x="534" y="189"/>
                  </a:lnTo>
                  <a:lnTo>
                    <a:pt x="532" y="189"/>
                  </a:lnTo>
                  <a:lnTo>
                    <a:pt x="532" y="189"/>
                  </a:lnTo>
                  <a:lnTo>
                    <a:pt x="534" y="189"/>
                  </a:lnTo>
                  <a:lnTo>
                    <a:pt x="534" y="189"/>
                  </a:lnTo>
                  <a:lnTo>
                    <a:pt x="539" y="191"/>
                  </a:lnTo>
                  <a:lnTo>
                    <a:pt x="539" y="187"/>
                  </a:lnTo>
                  <a:lnTo>
                    <a:pt x="539" y="187"/>
                  </a:lnTo>
                  <a:lnTo>
                    <a:pt x="539" y="1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0" name="Freeform 8">
              <a:extLst>
                <a:ext uri="{FF2B5EF4-FFF2-40B4-BE49-F238E27FC236}">
                  <a16:creationId xmlns:a16="http://schemas.microsoft.com/office/drawing/2014/main" id="{079BC23D-2809-439C-829F-56EC16001F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6326" y="1663596"/>
              <a:ext cx="641021" cy="421998"/>
            </a:xfrm>
            <a:custGeom>
              <a:avLst/>
              <a:gdLst>
                <a:gd name="T0" fmla="*/ 171 w 679"/>
                <a:gd name="T1" fmla="*/ 66 h 447"/>
                <a:gd name="T2" fmla="*/ 159 w 679"/>
                <a:gd name="T3" fmla="*/ 43 h 447"/>
                <a:gd name="T4" fmla="*/ 173 w 679"/>
                <a:gd name="T5" fmla="*/ 40 h 447"/>
                <a:gd name="T6" fmla="*/ 173 w 679"/>
                <a:gd name="T7" fmla="*/ 109 h 447"/>
                <a:gd name="T8" fmla="*/ 173 w 679"/>
                <a:gd name="T9" fmla="*/ 31 h 447"/>
                <a:gd name="T10" fmla="*/ 166 w 679"/>
                <a:gd name="T11" fmla="*/ 50 h 447"/>
                <a:gd name="T12" fmla="*/ 173 w 679"/>
                <a:gd name="T13" fmla="*/ 90 h 447"/>
                <a:gd name="T14" fmla="*/ 192 w 679"/>
                <a:gd name="T15" fmla="*/ 128 h 447"/>
                <a:gd name="T16" fmla="*/ 187 w 679"/>
                <a:gd name="T17" fmla="*/ 118 h 447"/>
                <a:gd name="T18" fmla="*/ 190 w 679"/>
                <a:gd name="T19" fmla="*/ 88 h 447"/>
                <a:gd name="T20" fmla="*/ 190 w 679"/>
                <a:gd name="T21" fmla="*/ 40 h 447"/>
                <a:gd name="T22" fmla="*/ 187 w 679"/>
                <a:gd name="T23" fmla="*/ 50 h 447"/>
                <a:gd name="T24" fmla="*/ 185 w 679"/>
                <a:gd name="T25" fmla="*/ 199 h 447"/>
                <a:gd name="T26" fmla="*/ 173 w 679"/>
                <a:gd name="T27" fmla="*/ 201 h 447"/>
                <a:gd name="T28" fmla="*/ 180 w 679"/>
                <a:gd name="T29" fmla="*/ 168 h 447"/>
                <a:gd name="T30" fmla="*/ 147 w 679"/>
                <a:gd name="T31" fmla="*/ 220 h 447"/>
                <a:gd name="T32" fmla="*/ 133 w 679"/>
                <a:gd name="T33" fmla="*/ 208 h 447"/>
                <a:gd name="T34" fmla="*/ 24 w 679"/>
                <a:gd name="T35" fmla="*/ 270 h 447"/>
                <a:gd name="T36" fmla="*/ 161 w 679"/>
                <a:gd name="T37" fmla="*/ 31 h 447"/>
                <a:gd name="T38" fmla="*/ 154 w 679"/>
                <a:gd name="T39" fmla="*/ 64 h 447"/>
                <a:gd name="T40" fmla="*/ 632 w 679"/>
                <a:gd name="T41" fmla="*/ 88 h 447"/>
                <a:gd name="T42" fmla="*/ 192 w 679"/>
                <a:gd name="T43" fmla="*/ 7 h 447"/>
                <a:gd name="T44" fmla="*/ 192 w 679"/>
                <a:gd name="T45" fmla="*/ 38 h 447"/>
                <a:gd name="T46" fmla="*/ 199 w 679"/>
                <a:gd name="T47" fmla="*/ 54 h 447"/>
                <a:gd name="T48" fmla="*/ 183 w 679"/>
                <a:gd name="T49" fmla="*/ 64 h 447"/>
                <a:gd name="T50" fmla="*/ 199 w 679"/>
                <a:gd name="T51" fmla="*/ 83 h 447"/>
                <a:gd name="T52" fmla="*/ 202 w 679"/>
                <a:gd name="T53" fmla="*/ 121 h 447"/>
                <a:gd name="T54" fmla="*/ 211 w 679"/>
                <a:gd name="T55" fmla="*/ 125 h 447"/>
                <a:gd name="T56" fmla="*/ 192 w 679"/>
                <a:gd name="T57" fmla="*/ 149 h 447"/>
                <a:gd name="T58" fmla="*/ 187 w 679"/>
                <a:gd name="T59" fmla="*/ 175 h 447"/>
                <a:gd name="T60" fmla="*/ 171 w 679"/>
                <a:gd name="T61" fmla="*/ 206 h 447"/>
                <a:gd name="T62" fmla="*/ 133 w 679"/>
                <a:gd name="T63" fmla="*/ 218 h 447"/>
                <a:gd name="T64" fmla="*/ 128 w 679"/>
                <a:gd name="T65" fmla="*/ 215 h 447"/>
                <a:gd name="T66" fmla="*/ 147 w 679"/>
                <a:gd name="T67" fmla="*/ 189 h 447"/>
                <a:gd name="T68" fmla="*/ 149 w 679"/>
                <a:gd name="T69" fmla="*/ 206 h 447"/>
                <a:gd name="T70" fmla="*/ 166 w 679"/>
                <a:gd name="T71" fmla="*/ 206 h 447"/>
                <a:gd name="T72" fmla="*/ 166 w 679"/>
                <a:gd name="T73" fmla="*/ 170 h 447"/>
                <a:gd name="T74" fmla="*/ 183 w 679"/>
                <a:gd name="T75" fmla="*/ 156 h 447"/>
                <a:gd name="T76" fmla="*/ 176 w 679"/>
                <a:gd name="T77" fmla="*/ 142 h 447"/>
                <a:gd name="T78" fmla="*/ 145 w 679"/>
                <a:gd name="T79" fmla="*/ 185 h 447"/>
                <a:gd name="T80" fmla="*/ 154 w 679"/>
                <a:gd name="T81" fmla="*/ 137 h 447"/>
                <a:gd name="T82" fmla="*/ 171 w 679"/>
                <a:gd name="T83" fmla="*/ 137 h 447"/>
                <a:gd name="T84" fmla="*/ 159 w 679"/>
                <a:gd name="T85" fmla="*/ 107 h 447"/>
                <a:gd name="T86" fmla="*/ 142 w 679"/>
                <a:gd name="T87" fmla="*/ 102 h 447"/>
                <a:gd name="T88" fmla="*/ 81 w 679"/>
                <a:gd name="T89" fmla="*/ 83 h 447"/>
                <a:gd name="T90" fmla="*/ 8 w 679"/>
                <a:gd name="T91" fmla="*/ 57 h 447"/>
                <a:gd name="T92" fmla="*/ 17 w 679"/>
                <a:gd name="T93" fmla="*/ 118 h 447"/>
                <a:gd name="T94" fmla="*/ 17 w 679"/>
                <a:gd name="T95" fmla="*/ 218 h 447"/>
                <a:gd name="T96" fmla="*/ 38 w 679"/>
                <a:gd name="T97" fmla="*/ 218 h 447"/>
                <a:gd name="T98" fmla="*/ 19 w 679"/>
                <a:gd name="T99" fmla="*/ 225 h 447"/>
                <a:gd name="T100" fmla="*/ 43 w 679"/>
                <a:gd name="T101" fmla="*/ 258 h 447"/>
                <a:gd name="T102" fmla="*/ 26 w 679"/>
                <a:gd name="T103" fmla="*/ 277 h 447"/>
                <a:gd name="T104" fmla="*/ 19 w 679"/>
                <a:gd name="T105" fmla="*/ 256 h 447"/>
                <a:gd name="T106" fmla="*/ 17 w 679"/>
                <a:gd name="T107" fmla="*/ 296 h 447"/>
                <a:gd name="T108" fmla="*/ 74 w 679"/>
                <a:gd name="T109" fmla="*/ 324 h 447"/>
                <a:gd name="T110" fmla="*/ 112 w 679"/>
                <a:gd name="T111" fmla="*/ 372 h 447"/>
                <a:gd name="T112" fmla="*/ 190 w 679"/>
                <a:gd name="T113" fmla="*/ 405 h 447"/>
                <a:gd name="T114" fmla="*/ 284 w 679"/>
                <a:gd name="T115" fmla="*/ 426 h 447"/>
                <a:gd name="T116" fmla="*/ 393 w 679"/>
                <a:gd name="T117" fmla="*/ 419 h 447"/>
                <a:gd name="T118" fmla="*/ 639 w 679"/>
                <a:gd name="T119" fmla="*/ 447 h 447"/>
                <a:gd name="T120" fmla="*/ 663 w 679"/>
                <a:gd name="T121" fmla="*/ 206 h 447"/>
                <a:gd name="T122" fmla="*/ 147 w 679"/>
                <a:gd name="T123" fmla="*/ 33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79" h="447">
                  <a:moveTo>
                    <a:pt x="176" y="59"/>
                  </a:move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3" y="59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73" y="64"/>
                  </a:lnTo>
                  <a:lnTo>
                    <a:pt x="173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lnTo>
                    <a:pt x="176" y="59"/>
                  </a:lnTo>
                  <a:close/>
                  <a:moveTo>
                    <a:pt x="171" y="71"/>
                  </a:moveTo>
                  <a:lnTo>
                    <a:pt x="171" y="69"/>
                  </a:lnTo>
                  <a:lnTo>
                    <a:pt x="173" y="69"/>
                  </a:lnTo>
                  <a:lnTo>
                    <a:pt x="173" y="66"/>
                  </a:lnTo>
                  <a:lnTo>
                    <a:pt x="173" y="64"/>
                  </a:lnTo>
                  <a:lnTo>
                    <a:pt x="171" y="66"/>
                  </a:lnTo>
                  <a:lnTo>
                    <a:pt x="171" y="64"/>
                  </a:lnTo>
                  <a:lnTo>
                    <a:pt x="168" y="64"/>
                  </a:lnTo>
                  <a:lnTo>
                    <a:pt x="168" y="62"/>
                  </a:lnTo>
                  <a:lnTo>
                    <a:pt x="171" y="57"/>
                  </a:lnTo>
                  <a:lnTo>
                    <a:pt x="171" y="54"/>
                  </a:lnTo>
                  <a:lnTo>
                    <a:pt x="171" y="52"/>
                  </a:lnTo>
                  <a:lnTo>
                    <a:pt x="168" y="52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66" y="57"/>
                  </a:lnTo>
                  <a:lnTo>
                    <a:pt x="166" y="57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1" y="62"/>
                  </a:lnTo>
                  <a:lnTo>
                    <a:pt x="161" y="64"/>
                  </a:lnTo>
                  <a:lnTo>
                    <a:pt x="164" y="64"/>
                  </a:lnTo>
                  <a:lnTo>
                    <a:pt x="166" y="66"/>
                  </a:lnTo>
                  <a:lnTo>
                    <a:pt x="166" y="66"/>
                  </a:lnTo>
                  <a:lnTo>
                    <a:pt x="166" y="69"/>
                  </a:lnTo>
                  <a:lnTo>
                    <a:pt x="171" y="71"/>
                  </a:lnTo>
                  <a:close/>
                  <a:moveTo>
                    <a:pt x="164" y="38"/>
                  </a:moveTo>
                  <a:lnTo>
                    <a:pt x="161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5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61" y="43"/>
                  </a:lnTo>
                  <a:lnTo>
                    <a:pt x="164" y="43"/>
                  </a:lnTo>
                  <a:lnTo>
                    <a:pt x="164" y="43"/>
                  </a:lnTo>
                  <a:lnTo>
                    <a:pt x="166" y="45"/>
                  </a:lnTo>
                  <a:lnTo>
                    <a:pt x="166" y="45"/>
                  </a:lnTo>
                  <a:lnTo>
                    <a:pt x="166" y="47"/>
                  </a:lnTo>
                  <a:lnTo>
                    <a:pt x="166" y="47"/>
                  </a:lnTo>
                  <a:lnTo>
                    <a:pt x="166" y="50"/>
                  </a:lnTo>
                  <a:lnTo>
                    <a:pt x="168" y="50"/>
                  </a:lnTo>
                  <a:lnTo>
                    <a:pt x="171" y="50"/>
                  </a:lnTo>
                  <a:lnTo>
                    <a:pt x="173" y="47"/>
                  </a:lnTo>
                  <a:lnTo>
                    <a:pt x="168" y="40"/>
                  </a:lnTo>
                  <a:lnTo>
                    <a:pt x="171" y="40"/>
                  </a:lnTo>
                  <a:lnTo>
                    <a:pt x="171" y="40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40"/>
                  </a:lnTo>
                  <a:lnTo>
                    <a:pt x="173" y="43"/>
                  </a:lnTo>
                  <a:lnTo>
                    <a:pt x="173" y="47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83" y="43"/>
                  </a:lnTo>
                  <a:lnTo>
                    <a:pt x="176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68" y="36"/>
                  </a:lnTo>
                  <a:lnTo>
                    <a:pt x="164" y="38"/>
                  </a:lnTo>
                  <a:lnTo>
                    <a:pt x="164" y="38"/>
                  </a:lnTo>
                  <a:close/>
                  <a:moveTo>
                    <a:pt x="168" y="114"/>
                  </a:moveTo>
                  <a:lnTo>
                    <a:pt x="171" y="116"/>
                  </a:lnTo>
                  <a:lnTo>
                    <a:pt x="171" y="118"/>
                  </a:lnTo>
                  <a:lnTo>
                    <a:pt x="171" y="121"/>
                  </a:lnTo>
                  <a:lnTo>
                    <a:pt x="173" y="121"/>
                  </a:lnTo>
                  <a:lnTo>
                    <a:pt x="173" y="118"/>
                  </a:lnTo>
                  <a:lnTo>
                    <a:pt x="176" y="116"/>
                  </a:lnTo>
                  <a:lnTo>
                    <a:pt x="173" y="114"/>
                  </a:lnTo>
                  <a:lnTo>
                    <a:pt x="173" y="109"/>
                  </a:lnTo>
                  <a:lnTo>
                    <a:pt x="173" y="109"/>
                  </a:lnTo>
                  <a:lnTo>
                    <a:pt x="173" y="109"/>
                  </a:lnTo>
                  <a:lnTo>
                    <a:pt x="171" y="109"/>
                  </a:lnTo>
                  <a:lnTo>
                    <a:pt x="173" y="111"/>
                  </a:lnTo>
                  <a:lnTo>
                    <a:pt x="173" y="114"/>
                  </a:lnTo>
                  <a:lnTo>
                    <a:pt x="173" y="116"/>
                  </a:lnTo>
                  <a:lnTo>
                    <a:pt x="171" y="116"/>
                  </a:lnTo>
                  <a:lnTo>
                    <a:pt x="171" y="114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68" y="114"/>
                  </a:lnTo>
                  <a:close/>
                  <a:moveTo>
                    <a:pt x="171" y="28"/>
                  </a:moveTo>
                  <a:lnTo>
                    <a:pt x="171" y="28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1" y="31"/>
                  </a:lnTo>
                  <a:lnTo>
                    <a:pt x="173" y="31"/>
                  </a:lnTo>
                  <a:lnTo>
                    <a:pt x="171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71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lnTo>
                    <a:pt x="171" y="28"/>
                  </a:lnTo>
                  <a:close/>
                  <a:moveTo>
                    <a:pt x="161" y="52"/>
                  </a:moveTo>
                  <a:lnTo>
                    <a:pt x="161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59" y="50"/>
                  </a:lnTo>
                  <a:lnTo>
                    <a:pt x="159" y="50"/>
                  </a:lnTo>
                  <a:lnTo>
                    <a:pt x="161" y="50"/>
                  </a:lnTo>
                  <a:lnTo>
                    <a:pt x="161" y="50"/>
                  </a:lnTo>
                  <a:lnTo>
                    <a:pt x="161" y="52"/>
                  </a:lnTo>
                  <a:close/>
                  <a:moveTo>
                    <a:pt x="190" y="76"/>
                  </a:moveTo>
                  <a:lnTo>
                    <a:pt x="190" y="76"/>
                  </a:lnTo>
                  <a:lnTo>
                    <a:pt x="187" y="78"/>
                  </a:lnTo>
                  <a:lnTo>
                    <a:pt x="187" y="78"/>
                  </a:lnTo>
                  <a:lnTo>
                    <a:pt x="185" y="78"/>
                  </a:lnTo>
                  <a:lnTo>
                    <a:pt x="183" y="81"/>
                  </a:lnTo>
                  <a:lnTo>
                    <a:pt x="173" y="90"/>
                  </a:lnTo>
                  <a:lnTo>
                    <a:pt x="173" y="92"/>
                  </a:lnTo>
                  <a:lnTo>
                    <a:pt x="173" y="97"/>
                  </a:lnTo>
                  <a:lnTo>
                    <a:pt x="173" y="97"/>
                  </a:lnTo>
                  <a:lnTo>
                    <a:pt x="173" y="99"/>
                  </a:lnTo>
                  <a:lnTo>
                    <a:pt x="176" y="99"/>
                  </a:lnTo>
                  <a:lnTo>
                    <a:pt x="176" y="99"/>
                  </a:lnTo>
                  <a:lnTo>
                    <a:pt x="176" y="99"/>
                  </a:lnTo>
                  <a:lnTo>
                    <a:pt x="178" y="104"/>
                  </a:lnTo>
                  <a:lnTo>
                    <a:pt x="180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7"/>
                  </a:lnTo>
                  <a:lnTo>
                    <a:pt x="180" y="114"/>
                  </a:lnTo>
                  <a:lnTo>
                    <a:pt x="180" y="116"/>
                  </a:lnTo>
                  <a:lnTo>
                    <a:pt x="183" y="118"/>
                  </a:lnTo>
                  <a:lnTo>
                    <a:pt x="180" y="121"/>
                  </a:lnTo>
                  <a:lnTo>
                    <a:pt x="183" y="123"/>
                  </a:lnTo>
                  <a:lnTo>
                    <a:pt x="183" y="125"/>
                  </a:lnTo>
                  <a:lnTo>
                    <a:pt x="185" y="125"/>
                  </a:lnTo>
                  <a:lnTo>
                    <a:pt x="185" y="128"/>
                  </a:lnTo>
                  <a:lnTo>
                    <a:pt x="185" y="128"/>
                  </a:lnTo>
                  <a:lnTo>
                    <a:pt x="187" y="128"/>
                  </a:lnTo>
                  <a:lnTo>
                    <a:pt x="187" y="128"/>
                  </a:lnTo>
                  <a:lnTo>
                    <a:pt x="190" y="125"/>
                  </a:lnTo>
                  <a:lnTo>
                    <a:pt x="190" y="125"/>
                  </a:lnTo>
                  <a:lnTo>
                    <a:pt x="192" y="128"/>
                  </a:lnTo>
                  <a:lnTo>
                    <a:pt x="192" y="130"/>
                  </a:lnTo>
                  <a:lnTo>
                    <a:pt x="192" y="133"/>
                  </a:lnTo>
                  <a:lnTo>
                    <a:pt x="192" y="135"/>
                  </a:lnTo>
                  <a:lnTo>
                    <a:pt x="192" y="137"/>
                  </a:lnTo>
                  <a:lnTo>
                    <a:pt x="192" y="137"/>
                  </a:lnTo>
                  <a:lnTo>
                    <a:pt x="194" y="135"/>
                  </a:lnTo>
                  <a:lnTo>
                    <a:pt x="197" y="137"/>
                  </a:lnTo>
                  <a:lnTo>
                    <a:pt x="194" y="137"/>
                  </a:lnTo>
                  <a:lnTo>
                    <a:pt x="194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199" y="135"/>
                  </a:lnTo>
                  <a:lnTo>
                    <a:pt x="199" y="133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199" y="130"/>
                  </a:lnTo>
                  <a:lnTo>
                    <a:pt x="199" y="128"/>
                  </a:lnTo>
                  <a:lnTo>
                    <a:pt x="199" y="125"/>
                  </a:lnTo>
                  <a:lnTo>
                    <a:pt x="194" y="118"/>
                  </a:lnTo>
                  <a:lnTo>
                    <a:pt x="192" y="118"/>
                  </a:lnTo>
                  <a:lnTo>
                    <a:pt x="192" y="116"/>
                  </a:lnTo>
                  <a:lnTo>
                    <a:pt x="190" y="114"/>
                  </a:lnTo>
                  <a:lnTo>
                    <a:pt x="187" y="116"/>
                  </a:lnTo>
                  <a:lnTo>
                    <a:pt x="187" y="118"/>
                  </a:lnTo>
                  <a:lnTo>
                    <a:pt x="190" y="121"/>
                  </a:lnTo>
                  <a:lnTo>
                    <a:pt x="187" y="123"/>
                  </a:lnTo>
                  <a:lnTo>
                    <a:pt x="185" y="123"/>
                  </a:lnTo>
                  <a:lnTo>
                    <a:pt x="185" y="121"/>
                  </a:lnTo>
                  <a:lnTo>
                    <a:pt x="185" y="116"/>
                  </a:lnTo>
                  <a:lnTo>
                    <a:pt x="187" y="109"/>
                  </a:lnTo>
                  <a:lnTo>
                    <a:pt x="187" y="104"/>
                  </a:lnTo>
                  <a:lnTo>
                    <a:pt x="187" y="102"/>
                  </a:lnTo>
                  <a:lnTo>
                    <a:pt x="185" y="99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0" y="95"/>
                  </a:lnTo>
                  <a:lnTo>
                    <a:pt x="180" y="95"/>
                  </a:lnTo>
                  <a:lnTo>
                    <a:pt x="178" y="95"/>
                  </a:lnTo>
                  <a:lnTo>
                    <a:pt x="176" y="95"/>
                  </a:lnTo>
                  <a:lnTo>
                    <a:pt x="176" y="92"/>
                  </a:lnTo>
                  <a:lnTo>
                    <a:pt x="180" y="95"/>
                  </a:lnTo>
                  <a:lnTo>
                    <a:pt x="183" y="92"/>
                  </a:lnTo>
                  <a:lnTo>
                    <a:pt x="183" y="92"/>
                  </a:lnTo>
                  <a:lnTo>
                    <a:pt x="183" y="90"/>
                  </a:lnTo>
                  <a:lnTo>
                    <a:pt x="183" y="88"/>
                  </a:lnTo>
                  <a:lnTo>
                    <a:pt x="185" y="92"/>
                  </a:lnTo>
                  <a:lnTo>
                    <a:pt x="185" y="90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4" y="90"/>
                  </a:lnTo>
                  <a:lnTo>
                    <a:pt x="194" y="88"/>
                  </a:lnTo>
                  <a:lnTo>
                    <a:pt x="190" y="83"/>
                  </a:lnTo>
                  <a:lnTo>
                    <a:pt x="190" y="81"/>
                  </a:lnTo>
                  <a:lnTo>
                    <a:pt x="190" y="78"/>
                  </a:lnTo>
                  <a:lnTo>
                    <a:pt x="190" y="78"/>
                  </a:lnTo>
                  <a:lnTo>
                    <a:pt x="190" y="78"/>
                  </a:lnTo>
                  <a:lnTo>
                    <a:pt x="190" y="76"/>
                  </a:lnTo>
                  <a:close/>
                  <a:moveTo>
                    <a:pt x="194" y="40"/>
                  </a:moveTo>
                  <a:lnTo>
                    <a:pt x="194" y="40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94" y="43"/>
                  </a:lnTo>
                  <a:lnTo>
                    <a:pt x="197" y="43"/>
                  </a:lnTo>
                  <a:lnTo>
                    <a:pt x="197" y="40"/>
                  </a:lnTo>
                  <a:lnTo>
                    <a:pt x="197" y="40"/>
                  </a:lnTo>
                  <a:lnTo>
                    <a:pt x="194" y="38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94" y="40"/>
                  </a:lnTo>
                  <a:close/>
                  <a:moveTo>
                    <a:pt x="190" y="40"/>
                  </a:moveTo>
                  <a:lnTo>
                    <a:pt x="190" y="36"/>
                  </a:lnTo>
                  <a:lnTo>
                    <a:pt x="187" y="36"/>
                  </a:lnTo>
                  <a:lnTo>
                    <a:pt x="187" y="36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90" y="43"/>
                  </a:lnTo>
                  <a:lnTo>
                    <a:pt x="190" y="45"/>
                  </a:lnTo>
                  <a:lnTo>
                    <a:pt x="192" y="45"/>
                  </a:lnTo>
                  <a:lnTo>
                    <a:pt x="192" y="47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194" y="45"/>
                  </a:lnTo>
                  <a:lnTo>
                    <a:pt x="194" y="43"/>
                  </a:lnTo>
                  <a:lnTo>
                    <a:pt x="194" y="43"/>
                  </a:lnTo>
                  <a:lnTo>
                    <a:pt x="192" y="43"/>
                  </a:lnTo>
                  <a:lnTo>
                    <a:pt x="192" y="40"/>
                  </a:lnTo>
                  <a:lnTo>
                    <a:pt x="190" y="40"/>
                  </a:lnTo>
                  <a:close/>
                  <a:moveTo>
                    <a:pt x="187" y="50"/>
                  </a:moveTo>
                  <a:lnTo>
                    <a:pt x="187" y="50"/>
                  </a:lnTo>
                  <a:lnTo>
                    <a:pt x="190" y="52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87" y="50"/>
                  </a:lnTo>
                  <a:lnTo>
                    <a:pt x="187" y="50"/>
                  </a:lnTo>
                  <a:close/>
                  <a:moveTo>
                    <a:pt x="185" y="52"/>
                  </a:moveTo>
                  <a:lnTo>
                    <a:pt x="185" y="52"/>
                  </a:lnTo>
                  <a:lnTo>
                    <a:pt x="185" y="50"/>
                  </a:lnTo>
                  <a:lnTo>
                    <a:pt x="183" y="50"/>
                  </a:lnTo>
                  <a:lnTo>
                    <a:pt x="183" y="52"/>
                  </a:lnTo>
                  <a:lnTo>
                    <a:pt x="183" y="54"/>
                  </a:lnTo>
                  <a:lnTo>
                    <a:pt x="183" y="57"/>
                  </a:lnTo>
                  <a:lnTo>
                    <a:pt x="183" y="57"/>
                  </a:lnTo>
                  <a:lnTo>
                    <a:pt x="185" y="59"/>
                  </a:lnTo>
                  <a:lnTo>
                    <a:pt x="185" y="59"/>
                  </a:lnTo>
                  <a:lnTo>
                    <a:pt x="185" y="57"/>
                  </a:lnTo>
                  <a:lnTo>
                    <a:pt x="185" y="57"/>
                  </a:lnTo>
                  <a:lnTo>
                    <a:pt x="187" y="57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5" y="52"/>
                  </a:lnTo>
                  <a:lnTo>
                    <a:pt x="185" y="52"/>
                  </a:lnTo>
                  <a:close/>
                  <a:moveTo>
                    <a:pt x="178" y="199"/>
                  </a:moveTo>
                  <a:lnTo>
                    <a:pt x="176" y="199"/>
                  </a:lnTo>
                  <a:lnTo>
                    <a:pt x="176" y="199"/>
                  </a:lnTo>
                  <a:lnTo>
                    <a:pt x="176" y="201"/>
                  </a:lnTo>
                  <a:lnTo>
                    <a:pt x="176" y="204"/>
                  </a:lnTo>
                  <a:lnTo>
                    <a:pt x="178" y="201"/>
                  </a:lnTo>
                  <a:lnTo>
                    <a:pt x="180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6"/>
                  </a:lnTo>
                  <a:lnTo>
                    <a:pt x="183" y="196"/>
                  </a:lnTo>
                  <a:lnTo>
                    <a:pt x="180" y="194"/>
                  </a:lnTo>
                  <a:lnTo>
                    <a:pt x="180" y="192"/>
                  </a:lnTo>
                  <a:lnTo>
                    <a:pt x="180" y="192"/>
                  </a:lnTo>
                  <a:lnTo>
                    <a:pt x="180" y="189"/>
                  </a:lnTo>
                  <a:lnTo>
                    <a:pt x="180" y="187"/>
                  </a:lnTo>
                  <a:lnTo>
                    <a:pt x="180" y="187"/>
                  </a:lnTo>
                  <a:lnTo>
                    <a:pt x="180" y="187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78" y="185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3" y="196"/>
                  </a:lnTo>
                  <a:lnTo>
                    <a:pt x="171" y="196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201"/>
                  </a:lnTo>
                  <a:lnTo>
                    <a:pt x="171" y="201"/>
                  </a:lnTo>
                  <a:lnTo>
                    <a:pt x="171" y="201"/>
                  </a:lnTo>
                  <a:lnTo>
                    <a:pt x="173" y="204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76" y="199"/>
                  </a:lnTo>
                  <a:lnTo>
                    <a:pt x="176" y="196"/>
                  </a:lnTo>
                  <a:lnTo>
                    <a:pt x="176" y="196"/>
                  </a:lnTo>
                  <a:lnTo>
                    <a:pt x="178" y="196"/>
                  </a:lnTo>
                  <a:lnTo>
                    <a:pt x="178" y="196"/>
                  </a:lnTo>
                  <a:lnTo>
                    <a:pt x="178" y="196"/>
                  </a:lnTo>
                  <a:lnTo>
                    <a:pt x="180" y="196"/>
                  </a:lnTo>
                  <a:lnTo>
                    <a:pt x="178" y="196"/>
                  </a:lnTo>
                  <a:lnTo>
                    <a:pt x="178" y="199"/>
                  </a:lnTo>
                  <a:close/>
                  <a:moveTo>
                    <a:pt x="173" y="170"/>
                  </a:moveTo>
                  <a:lnTo>
                    <a:pt x="173" y="170"/>
                  </a:lnTo>
                  <a:lnTo>
                    <a:pt x="173" y="170"/>
                  </a:lnTo>
                  <a:lnTo>
                    <a:pt x="176" y="170"/>
                  </a:lnTo>
                  <a:lnTo>
                    <a:pt x="176" y="173"/>
                  </a:lnTo>
                  <a:lnTo>
                    <a:pt x="178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0" y="170"/>
                  </a:lnTo>
                  <a:lnTo>
                    <a:pt x="180" y="170"/>
                  </a:lnTo>
                  <a:lnTo>
                    <a:pt x="180" y="170"/>
                  </a:lnTo>
                  <a:lnTo>
                    <a:pt x="180" y="168"/>
                  </a:lnTo>
                  <a:lnTo>
                    <a:pt x="178" y="168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80" y="166"/>
                  </a:lnTo>
                  <a:lnTo>
                    <a:pt x="180" y="166"/>
                  </a:lnTo>
                  <a:lnTo>
                    <a:pt x="180" y="163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8" y="156"/>
                  </a:lnTo>
                  <a:lnTo>
                    <a:pt x="178" y="156"/>
                  </a:lnTo>
                  <a:lnTo>
                    <a:pt x="178" y="156"/>
                  </a:lnTo>
                  <a:lnTo>
                    <a:pt x="176" y="159"/>
                  </a:lnTo>
                  <a:lnTo>
                    <a:pt x="176" y="159"/>
                  </a:lnTo>
                  <a:lnTo>
                    <a:pt x="176" y="161"/>
                  </a:lnTo>
                  <a:lnTo>
                    <a:pt x="173" y="161"/>
                  </a:lnTo>
                  <a:lnTo>
                    <a:pt x="173" y="163"/>
                  </a:lnTo>
                  <a:lnTo>
                    <a:pt x="173" y="163"/>
                  </a:lnTo>
                  <a:lnTo>
                    <a:pt x="173" y="166"/>
                  </a:lnTo>
                  <a:lnTo>
                    <a:pt x="173" y="166"/>
                  </a:lnTo>
                  <a:lnTo>
                    <a:pt x="173" y="168"/>
                  </a:lnTo>
                  <a:lnTo>
                    <a:pt x="173" y="170"/>
                  </a:lnTo>
                  <a:close/>
                  <a:moveTo>
                    <a:pt x="152" y="215"/>
                  </a:moveTo>
                  <a:lnTo>
                    <a:pt x="149" y="215"/>
                  </a:lnTo>
                  <a:lnTo>
                    <a:pt x="149" y="218"/>
                  </a:lnTo>
                  <a:lnTo>
                    <a:pt x="149" y="218"/>
                  </a:lnTo>
                  <a:lnTo>
                    <a:pt x="147" y="218"/>
                  </a:lnTo>
                  <a:lnTo>
                    <a:pt x="147" y="218"/>
                  </a:lnTo>
                  <a:lnTo>
                    <a:pt x="147" y="220"/>
                  </a:lnTo>
                  <a:lnTo>
                    <a:pt x="147" y="220"/>
                  </a:lnTo>
                  <a:lnTo>
                    <a:pt x="147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52" y="223"/>
                  </a:lnTo>
                  <a:lnTo>
                    <a:pt x="152" y="223"/>
                  </a:lnTo>
                  <a:lnTo>
                    <a:pt x="154" y="220"/>
                  </a:lnTo>
                  <a:lnTo>
                    <a:pt x="154" y="218"/>
                  </a:lnTo>
                  <a:lnTo>
                    <a:pt x="154" y="218"/>
                  </a:lnTo>
                  <a:lnTo>
                    <a:pt x="152" y="218"/>
                  </a:lnTo>
                  <a:lnTo>
                    <a:pt x="152" y="215"/>
                  </a:lnTo>
                  <a:close/>
                  <a:moveTo>
                    <a:pt x="140" y="204"/>
                  </a:moveTo>
                  <a:lnTo>
                    <a:pt x="140" y="201"/>
                  </a:lnTo>
                  <a:lnTo>
                    <a:pt x="140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8" y="201"/>
                  </a:lnTo>
                  <a:lnTo>
                    <a:pt x="138" y="201"/>
                  </a:lnTo>
                  <a:lnTo>
                    <a:pt x="135" y="201"/>
                  </a:lnTo>
                  <a:lnTo>
                    <a:pt x="135" y="201"/>
                  </a:lnTo>
                  <a:lnTo>
                    <a:pt x="135" y="204"/>
                  </a:lnTo>
                  <a:lnTo>
                    <a:pt x="133" y="206"/>
                  </a:lnTo>
                  <a:lnTo>
                    <a:pt x="133" y="206"/>
                  </a:lnTo>
                  <a:lnTo>
                    <a:pt x="133" y="208"/>
                  </a:lnTo>
                  <a:lnTo>
                    <a:pt x="135" y="211"/>
                  </a:lnTo>
                  <a:lnTo>
                    <a:pt x="135" y="211"/>
                  </a:lnTo>
                  <a:lnTo>
                    <a:pt x="135" y="211"/>
                  </a:lnTo>
                  <a:lnTo>
                    <a:pt x="135" y="213"/>
                  </a:lnTo>
                  <a:lnTo>
                    <a:pt x="135" y="213"/>
                  </a:lnTo>
                  <a:lnTo>
                    <a:pt x="135" y="215"/>
                  </a:lnTo>
                  <a:lnTo>
                    <a:pt x="138" y="213"/>
                  </a:lnTo>
                  <a:lnTo>
                    <a:pt x="140" y="213"/>
                  </a:lnTo>
                  <a:lnTo>
                    <a:pt x="140" y="211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38" y="206"/>
                  </a:lnTo>
                  <a:lnTo>
                    <a:pt x="138" y="204"/>
                  </a:lnTo>
                  <a:lnTo>
                    <a:pt x="140" y="204"/>
                  </a:lnTo>
                  <a:close/>
                  <a:moveTo>
                    <a:pt x="22" y="275"/>
                  </a:moveTo>
                  <a:lnTo>
                    <a:pt x="22" y="275"/>
                  </a:lnTo>
                  <a:lnTo>
                    <a:pt x="22" y="277"/>
                  </a:lnTo>
                  <a:lnTo>
                    <a:pt x="24" y="282"/>
                  </a:lnTo>
                  <a:lnTo>
                    <a:pt x="24" y="279"/>
                  </a:lnTo>
                  <a:lnTo>
                    <a:pt x="24" y="279"/>
                  </a:lnTo>
                  <a:lnTo>
                    <a:pt x="26" y="277"/>
                  </a:lnTo>
                  <a:lnTo>
                    <a:pt x="26" y="275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4" y="270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5"/>
                  </a:lnTo>
                  <a:lnTo>
                    <a:pt x="22" y="275"/>
                  </a:lnTo>
                  <a:close/>
                  <a:moveTo>
                    <a:pt x="147" y="38"/>
                  </a:moveTo>
                  <a:lnTo>
                    <a:pt x="149" y="38"/>
                  </a:lnTo>
                  <a:lnTo>
                    <a:pt x="149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49" y="38"/>
                  </a:lnTo>
                  <a:lnTo>
                    <a:pt x="149" y="38"/>
                  </a:lnTo>
                  <a:lnTo>
                    <a:pt x="149" y="38"/>
                  </a:lnTo>
                  <a:lnTo>
                    <a:pt x="147" y="38"/>
                  </a:lnTo>
                  <a:lnTo>
                    <a:pt x="147" y="38"/>
                  </a:lnTo>
                  <a:close/>
                  <a:moveTo>
                    <a:pt x="159" y="36"/>
                  </a:moveTo>
                  <a:lnTo>
                    <a:pt x="159" y="36"/>
                  </a:lnTo>
                  <a:lnTo>
                    <a:pt x="159" y="36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1" y="33"/>
                  </a:lnTo>
                  <a:lnTo>
                    <a:pt x="161" y="31"/>
                  </a:lnTo>
                  <a:lnTo>
                    <a:pt x="159" y="31"/>
                  </a:lnTo>
                  <a:lnTo>
                    <a:pt x="159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9" y="36"/>
                  </a:lnTo>
                  <a:lnTo>
                    <a:pt x="159" y="36"/>
                  </a:lnTo>
                  <a:close/>
                  <a:moveTo>
                    <a:pt x="149" y="43"/>
                  </a:moveTo>
                  <a:lnTo>
                    <a:pt x="147" y="43"/>
                  </a:lnTo>
                  <a:lnTo>
                    <a:pt x="145" y="43"/>
                  </a:lnTo>
                  <a:lnTo>
                    <a:pt x="145" y="45"/>
                  </a:lnTo>
                  <a:lnTo>
                    <a:pt x="145" y="45"/>
                  </a:lnTo>
                  <a:lnTo>
                    <a:pt x="145" y="50"/>
                  </a:lnTo>
                  <a:lnTo>
                    <a:pt x="145" y="54"/>
                  </a:lnTo>
                  <a:lnTo>
                    <a:pt x="145" y="54"/>
                  </a:lnTo>
                  <a:lnTo>
                    <a:pt x="145" y="57"/>
                  </a:lnTo>
                  <a:lnTo>
                    <a:pt x="147" y="57"/>
                  </a:lnTo>
                  <a:lnTo>
                    <a:pt x="147" y="57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4"/>
                  </a:lnTo>
                  <a:lnTo>
                    <a:pt x="157" y="64"/>
                  </a:lnTo>
                  <a:lnTo>
                    <a:pt x="157" y="64"/>
                  </a:lnTo>
                  <a:lnTo>
                    <a:pt x="159" y="64"/>
                  </a:lnTo>
                  <a:lnTo>
                    <a:pt x="159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7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4"/>
                  </a:lnTo>
                  <a:lnTo>
                    <a:pt x="161" y="54"/>
                  </a:lnTo>
                  <a:lnTo>
                    <a:pt x="159" y="52"/>
                  </a:lnTo>
                  <a:lnTo>
                    <a:pt x="157" y="50"/>
                  </a:lnTo>
                  <a:lnTo>
                    <a:pt x="154" y="47"/>
                  </a:lnTo>
                  <a:lnTo>
                    <a:pt x="154" y="47"/>
                  </a:lnTo>
                  <a:lnTo>
                    <a:pt x="152" y="45"/>
                  </a:lnTo>
                  <a:lnTo>
                    <a:pt x="152" y="43"/>
                  </a:lnTo>
                  <a:lnTo>
                    <a:pt x="149" y="43"/>
                  </a:lnTo>
                  <a:close/>
                  <a:moveTo>
                    <a:pt x="670" y="92"/>
                  </a:moveTo>
                  <a:lnTo>
                    <a:pt x="651" y="90"/>
                  </a:lnTo>
                  <a:lnTo>
                    <a:pt x="632" y="88"/>
                  </a:lnTo>
                  <a:lnTo>
                    <a:pt x="613" y="83"/>
                  </a:lnTo>
                  <a:lnTo>
                    <a:pt x="594" y="81"/>
                  </a:lnTo>
                  <a:lnTo>
                    <a:pt x="575" y="78"/>
                  </a:lnTo>
                  <a:lnTo>
                    <a:pt x="556" y="73"/>
                  </a:lnTo>
                  <a:lnTo>
                    <a:pt x="537" y="71"/>
                  </a:lnTo>
                  <a:lnTo>
                    <a:pt x="518" y="69"/>
                  </a:lnTo>
                  <a:lnTo>
                    <a:pt x="500" y="64"/>
                  </a:lnTo>
                  <a:lnTo>
                    <a:pt x="481" y="62"/>
                  </a:lnTo>
                  <a:lnTo>
                    <a:pt x="462" y="57"/>
                  </a:lnTo>
                  <a:lnTo>
                    <a:pt x="443" y="54"/>
                  </a:lnTo>
                  <a:lnTo>
                    <a:pt x="424" y="52"/>
                  </a:lnTo>
                  <a:lnTo>
                    <a:pt x="405" y="47"/>
                  </a:lnTo>
                  <a:lnTo>
                    <a:pt x="386" y="45"/>
                  </a:lnTo>
                  <a:lnTo>
                    <a:pt x="367" y="40"/>
                  </a:lnTo>
                  <a:lnTo>
                    <a:pt x="348" y="38"/>
                  </a:lnTo>
                  <a:lnTo>
                    <a:pt x="329" y="33"/>
                  </a:lnTo>
                  <a:lnTo>
                    <a:pt x="313" y="28"/>
                  </a:lnTo>
                  <a:lnTo>
                    <a:pt x="294" y="26"/>
                  </a:lnTo>
                  <a:lnTo>
                    <a:pt x="275" y="21"/>
                  </a:lnTo>
                  <a:lnTo>
                    <a:pt x="256" y="19"/>
                  </a:lnTo>
                  <a:lnTo>
                    <a:pt x="237" y="14"/>
                  </a:lnTo>
                  <a:lnTo>
                    <a:pt x="218" y="12"/>
                  </a:lnTo>
                  <a:lnTo>
                    <a:pt x="199" y="7"/>
                  </a:lnTo>
                  <a:lnTo>
                    <a:pt x="190" y="5"/>
                  </a:lnTo>
                  <a:lnTo>
                    <a:pt x="190" y="5"/>
                  </a:lnTo>
                  <a:lnTo>
                    <a:pt x="192" y="7"/>
                  </a:lnTo>
                  <a:lnTo>
                    <a:pt x="192" y="9"/>
                  </a:lnTo>
                  <a:lnTo>
                    <a:pt x="187" y="7"/>
                  </a:lnTo>
                  <a:lnTo>
                    <a:pt x="185" y="7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90" y="12"/>
                  </a:lnTo>
                  <a:lnTo>
                    <a:pt x="190" y="14"/>
                  </a:lnTo>
                  <a:lnTo>
                    <a:pt x="190" y="14"/>
                  </a:lnTo>
                  <a:lnTo>
                    <a:pt x="187" y="14"/>
                  </a:lnTo>
                  <a:lnTo>
                    <a:pt x="187" y="17"/>
                  </a:lnTo>
                  <a:lnTo>
                    <a:pt x="187" y="17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90" y="24"/>
                  </a:lnTo>
                  <a:lnTo>
                    <a:pt x="192" y="26"/>
                  </a:lnTo>
                  <a:lnTo>
                    <a:pt x="192" y="26"/>
                  </a:lnTo>
                  <a:lnTo>
                    <a:pt x="190" y="31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4" y="31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94" y="38"/>
                  </a:lnTo>
                  <a:lnTo>
                    <a:pt x="197" y="36"/>
                  </a:lnTo>
                  <a:lnTo>
                    <a:pt x="199" y="33"/>
                  </a:lnTo>
                  <a:lnTo>
                    <a:pt x="202" y="33"/>
                  </a:lnTo>
                  <a:lnTo>
                    <a:pt x="202" y="33"/>
                  </a:lnTo>
                  <a:lnTo>
                    <a:pt x="204" y="36"/>
                  </a:lnTo>
                  <a:lnTo>
                    <a:pt x="206" y="38"/>
                  </a:lnTo>
                  <a:lnTo>
                    <a:pt x="206" y="38"/>
                  </a:lnTo>
                  <a:lnTo>
                    <a:pt x="204" y="43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04" y="50"/>
                  </a:lnTo>
                  <a:lnTo>
                    <a:pt x="204" y="50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9" y="57"/>
                  </a:lnTo>
                  <a:lnTo>
                    <a:pt x="209" y="59"/>
                  </a:lnTo>
                  <a:lnTo>
                    <a:pt x="206" y="59"/>
                  </a:lnTo>
                  <a:lnTo>
                    <a:pt x="204" y="62"/>
                  </a:lnTo>
                  <a:lnTo>
                    <a:pt x="204" y="59"/>
                  </a:lnTo>
                  <a:lnTo>
                    <a:pt x="202" y="57"/>
                  </a:lnTo>
                  <a:lnTo>
                    <a:pt x="199" y="54"/>
                  </a:lnTo>
                  <a:lnTo>
                    <a:pt x="197" y="54"/>
                  </a:lnTo>
                  <a:lnTo>
                    <a:pt x="197" y="57"/>
                  </a:lnTo>
                  <a:lnTo>
                    <a:pt x="202" y="59"/>
                  </a:lnTo>
                  <a:lnTo>
                    <a:pt x="202" y="62"/>
                  </a:lnTo>
                  <a:lnTo>
                    <a:pt x="202" y="64"/>
                  </a:lnTo>
                  <a:lnTo>
                    <a:pt x="202" y="66"/>
                  </a:lnTo>
                  <a:lnTo>
                    <a:pt x="202" y="69"/>
                  </a:lnTo>
                  <a:lnTo>
                    <a:pt x="202" y="69"/>
                  </a:lnTo>
                  <a:lnTo>
                    <a:pt x="202" y="71"/>
                  </a:lnTo>
                  <a:lnTo>
                    <a:pt x="202" y="71"/>
                  </a:lnTo>
                  <a:lnTo>
                    <a:pt x="202" y="71"/>
                  </a:lnTo>
                  <a:lnTo>
                    <a:pt x="199" y="73"/>
                  </a:lnTo>
                  <a:lnTo>
                    <a:pt x="199" y="71"/>
                  </a:lnTo>
                  <a:lnTo>
                    <a:pt x="197" y="71"/>
                  </a:lnTo>
                  <a:lnTo>
                    <a:pt x="197" y="69"/>
                  </a:lnTo>
                  <a:lnTo>
                    <a:pt x="194" y="66"/>
                  </a:lnTo>
                  <a:lnTo>
                    <a:pt x="192" y="66"/>
                  </a:lnTo>
                  <a:lnTo>
                    <a:pt x="192" y="71"/>
                  </a:lnTo>
                  <a:lnTo>
                    <a:pt x="192" y="69"/>
                  </a:lnTo>
                  <a:lnTo>
                    <a:pt x="190" y="64"/>
                  </a:lnTo>
                  <a:lnTo>
                    <a:pt x="190" y="62"/>
                  </a:lnTo>
                  <a:lnTo>
                    <a:pt x="187" y="64"/>
                  </a:lnTo>
                  <a:lnTo>
                    <a:pt x="185" y="64"/>
                  </a:lnTo>
                  <a:lnTo>
                    <a:pt x="185" y="64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6"/>
                  </a:lnTo>
                  <a:lnTo>
                    <a:pt x="185" y="66"/>
                  </a:lnTo>
                  <a:lnTo>
                    <a:pt x="185" y="66"/>
                  </a:lnTo>
                  <a:lnTo>
                    <a:pt x="185" y="69"/>
                  </a:lnTo>
                  <a:lnTo>
                    <a:pt x="185" y="71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73"/>
                  </a:lnTo>
                  <a:lnTo>
                    <a:pt x="185" y="73"/>
                  </a:lnTo>
                  <a:lnTo>
                    <a:pt x="185" y="76"/>
                  </a:lnTo>
                  <a:lnTo>
                    <a:pt x="187" y="76"/>
                  </a:lnTo>
                  <a:lnTo>
                    <a:pt x="187" y="76"/>
                  </a:lnTo>
                  <a:lnTo>
                    <a:pt x="190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4" y="73"/>
                  </a:lnTo>
                  <a:lnTo>
                    <a:pt x="194" y="73"/>
                  </a:lnTo>
                  <a:lnTo>
                    <a:pt x="192" y="76"/>
                  </a:lnTo>
                  <a:lnTo>
                    <a:pt x="192" y="76"/>
                  </a:lnTo>
                  <a:lnTo>
                    <a:pt x="194" y="78"/>
                  </a:lnTo>
                  <a:lnTo>
                    <a:pt x="194" y="81"/>
                  </a:lnTo>
                  <a:lnTo>
                    <a:pt x="194" y="81"/>
                  </a:lnTo>
                  <a:lnTo>
                    <a:pt x="197" y="83"/>
                  </a:lnTo>
                  <a:lnTo>
                    <a:pt x="199" y="83"/>
                  </a:lnTo>
                  <a:lnTo>
                    <a:pt x="199" y="83"/>
                  </a:lnTo>
                  <a:lnTo>
                    <a:pt x="202" y="85"/>
                  </a:lnTo>
                  <a:lnTo>
                    <a:pt x="204" y="88"/>
                  </a:lnTo>
                  <a:lnTo>
                    <a:pt x="206" y="90"/>
                  </a:lnTo>
                  <a:lnTo>
                    <a:pt x="206" y="92"/>
                  </a:lnTo>
                  <a:lnTo>
                    <a:pt x="206" y="92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04" y="99"/>
                  </a:lnTo>
                  <a:lnTo>
                    <a:pt x="204" y="99"/>
                  </a:lnTo>
                  <a:lnTo>
                    <a:pt x="202" y="97"/>
                  </a:lnTo>
                  <a:lnTo>
                    <a:pt x="202" y="97"/>
                  </a:lnTo>
                  <a:lnTo>
                    <a:pt x="202" y="95"/>
                  </a:lnTo>
                  <a:lnTo>
                    <a:pt x="199" y="95"/>
                  </a:lnTo>
                  <a:lnTo>
                    <a:pt x="197" y="95"/>
                  </a:lnTo>
                  <a:lnTo>
                    <a:pt x="194" y="95"/>
                  </a:lnTo>
                  <a:lnTo>
                    <a:pt x="192" y="97"/>
                  </a:lnTo>
                  <a:lnTo>
                    <a:pt x="192" y="99"/>
                  </a:lnTo>
                  <a:lnTo>
                    <a:pt x="190" y="102"/>
                  </a:lnTo>
                  <a:lnTo>
                    <a:pt x="190" y="104"/>
                  </a:lnTo>
                  <a:lnTo>
                    <a:pt x="192" y="107"/>
                  </a:lnTo>
                  <a:lnTo>
                    <a:pt x="192" y="109"/>
                  </a:lnTo>
                  <a:lnTo>
                    <a:pt x="199" y="116"/>
                  </a:lnTo>
                  <a:lnTo>
                    <a:pt x="199" y="116"/>
                  </a:lnTo>
                  <a:lnTo>
                    <a:pt x="202" y="121"/>
                  </a:lnTo>
                  <a:lnTo>
                    <a:pt x="202" y="121"/>
                  </a:lnTo>
                  <a:lnTo>
                    <a:pt x="204" y="121"/>
                  </a:lnTo>
                  <a:lnTo>
                    <a:pt x="202" y="116"/>
                  </a:lnTo>
                  <a:lnTo>
                    <a:pt x="202" y="116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97" y="111"/>
                  </a:lnTo>
                  <a:lnTo>
                    <a:pt x="197" y="109"/>
                  </a:lnTo>
                  <a:lnTo>
                    <a:pt x="197" y="109"/>
                  </a:lnTo>
                  <a:lnTo>
                    <a:pt x="194" y="107"/>
                  </a:lnTo>
                  <a:lnTo>
                    <a:pt x="194" y="104"/>
                  </a:lnTo>
                  <a:lnTo>
                    <a:pt x="197" y="102"/>
                  </a:lnTo>
                  <a:lnTo>
                    <a:pt x="199" y="102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04" y="102"/>
                  </a:lnTo>
                  <a:lnTo>
                    <a:pt x="204" y="104"/>
                  </a:lnTo>
                  <a:lnTo>
                    <a:pt x="204" y="109"/>
                  </a:lnTo>
                  <a:lnTo>
                    <a:pt x="204" y="114"/>
                  </a:lnTo>
                  <a:lnTo>
                    <a:pt x="204" y="116"/>
                  </a:lnTo>
                  <a:lnTo>
                    <a:pt x="206" y="121"/>
                  </a:lnTo>
                  <a:lnTo>
                    <a:pt x="211" y="125"/>
                  </a:lnTo>
                  <a:lnTo>
                    <a:pt x="213" y="125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13" y="128"/>
                  </a:lnTo>
                  <a:lnTo>
                    <a:pt x="213" y="130"/>
                  </a:lnTo>
                  <a:lnTo>
                    <a:pt x="213" y="130"/>
                  </a:lnTo>
                  <a:lnTo>
                    <a:pt x="211" y="133"/>
                  </a:lnTo>
                  <a:lnTo>
                    <a:pt x="211" y="133"/>
                  </a:lnTo>
                  <a:lnTo>
                    <a:pt x="206" y="133"/>
                  </a:lnTo>
                  <a:lnTo>
                    <a:pt x="206" y="133"/>
                  </a:lnTo>
                  <a:lnTo>
                    <a:pt x="206" y="133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2" y="135"/>
                  </a:lnTo>
                  <a:lnTo>
                    <a:pt x="202" y="137"/>
                  </a:lnTo>
                  <a:lnTo>
                    <a:pt x="202" y="137"/>
                  </a:lnTo>
                  <a:lnTo>
                    <a:pt x="199" y="140"/>
                  </a:lnTo>
                  <a:lnTo>
                    <a:pt x="199" y="142"/>
                  </a:lnTo>
                  <a:lnTo>
                    <a:pt x="197" y="144"/>
                  </a:lnTo>
                  <a:lnTo>
                    <a:pt x="194" y="144"/>
                  </a:lnTo>
                  <a:lnTo>
                    <a:pt x="194" y="147"/>
                  </a:lnTo>
                  <a:lnTo>
                    <a:pt x="192" y="149"/>
                  </a:lnTo>
                  <a:lnTo>
                    <a:pt x="192" y="149"/>
                  </a:lnTo>
                  <a:lnTo>
                    <a:pt x="192" y="152"/>
                  </a:lnTo>
                  <a:lnTo>
                    <a:pt x="192" y="154"/>
                  </a:lnTo>
                  <a:lnTo>
                    <a:pt x="192" y="156"/>
                  </a:lnTo>
                  <a:lnTo>
                    <a:pt x="192" y="156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0" y="163"/>
                  </a:lnTo>
                  <a:lnTo>
                    <a:pt x="190" y="163"/>
                  </a:lnTo>
                  <a:lnTo>
                    <a:pt x="190" y="163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8"/>
                  </a:lnTo>
                  <a:lnTo>
                    <a:pt x="187" y="168"/>
                  </a:lnTo>
                  <a:lnTo>
                    <a:pt x="192" y="170"/>
                  </a:lnTo>
                  <a:lnTo>
                    <a:pt x="192" y="173"/>
                  </a:lnTo>
                  <a:lnTo>
                    <a:pt x="192" y="175"/>
                  </a:lnTo>
                  <a:lnTo>
                    <a:pt x="192" y="175"/>
                  </a:lnTo>
                  <a:lnTo>
                    <a:pt x="192" y="178"/>
                  </a:lnTo>
                  <a:lnTo>
                    <a:pt x="190" y="178"/>
                  </a:lnTo>
                  <a:lnTo>
                    <a:pt x="190" y="175"/>
                  </a:lnTo>
                  <a:lnTo>
                    <a:pt x="190" y="173"/>
                  </a:lnTo>
                  <a:lnTo>
                    <a:pt x="187" y="173"/>
                  </a:lnTo>
                  <a:lnTo>
                    <a:pt x="187" y="175"/>
                  </a:lnTo>
                  <a:lnTo>
                    <a:pt x="187" y="175"/>
                  </a:lnTo>
                  <a:lnTo>
                    <a:pt x="187" y="178"/>
                  </a:lnTo>
                  <a:lnTo>
                    <a:pt x="187" y="182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7"/>
                  </a:lnTo>
                  <a:lnTo>
                    <a:pt x="187" y="192"/>
                  </a:lnTo>
                  <a:lnTo>
                    <a:pt x="187" y="194"/>
                  </a:lnTo>
                  <a:lnTo>
                    <a:pt x="190" y="196"/>
                  </a:lnTo>
                  <a:lnTo>
                    <a:pt x="190" y="199"/>
                  </a:lnTo>
                  <a:lnTo>
                    <a:pt x="190" y="201"/>
                  </a:lnTo>
                  <a:lnTo>
                    <a:pt x="187" y="204"/>
                  </a:lnTo>
                  <a:lnTo>
                    <a:pt x="187" y="204"/>
                  </a:lnTo>
                  <a:lnTo>
                    <a:pt x="185" y="204"/>
                  </a:lnTo>
                  <a:lnTo>
                    <a:pt x="183" y="204"/>
                  </a:lnTo>
                  <a:lnTo>
                    <a:pt x="180" y="206"/>
                  </a:lnTo>
                  <a:lnTo>
                    <a:pt x="178" y="206"/>
                  </a:lnTo>
                  <a:lnTo>
                    <a:pt x="178" y="206"/>
                  </a:lnTo>
                  <a:lnTo>
                    <a:pt x="178" y="208"/>
                  </a:lnTo>
                  <a:lnTo>
                    <a:pt x="178" y="208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11"/>
                  </a:lnTo>
                  <a:lnTo>
                    <a:pt x="176" y="211"/>
                  </a:lnTo>
                  <a:lnTo>
                    <a:pt x="173" y="208"/>
                  </a:lnTo>
                  <a:lnTo>
                    <a:pt x="171" y="206"/>
                  </a:lnTo>
                  <a:lnTo>
                    <a:pt x="168" y="204"/>
                  </a:lnTo>
                  <a:lnTo>
                    <a:pt x="168" y="208"/>
                  </a:lnTo>
                  <a:lnTo>
                    <a:pt x="166" y="213"/>
                  </a:lnTo>
                  <a:lnTo>
                    <a:pt x="164" y="215"/>
                  </a:lnTo>
                  <a:lnTo>
                    <a:pt x="154" y="223"/>
                  </a:lnTo>
                  <a:lnTo>
                    <a:pt x="152" y="225"/>
                  </a:lnTo>
                  <a:lnTo>
                    <a:pt x="147" y="227"/>
                  </a:lnTo>
                  <a:lnTo>
                    <a:pt x="147" y="225"/>
                  </a:lnTo>
                  <a:lnTo>
                    <a:pt x="147" y="225"/>
                  </a:lnTo>
                  <a:lnTo>
                    <a:pt x="145" y="223"/>
                  </a:lnTo>
                  <a:lnTo>
                    <a:pt x="145" y="223"/>
                  </a:lnTo>
                  <a:lnTo>
                    <a:pt x="142" y="220"/>
                  </a:lnTo>
                  <a:lnTo>
                    <a:pt x="142" y="218"/>
                  </a:lnTo>
                  <a:lnTo>
                    <a:pt x="142" y="218"/>
                  </a:lnTo>
                  <a:lnTo>
                    <a:pt x="140" y="215"/>
                  </a:lnTo>
                  <a:lnTo>
                    <a:pt x="140" y="218"/>
                  </a:lnTo>
                  <a:lnTo>
                    <a:pt x="140" y="218"/>
                  </a:lnTo>
                  <a:lnTo>
                    <a:pt x="140" y="218"/>
                  </a:lnTo>
                  <a:lnTo>
                    <a:pt x="140" y="220"/>
                  </a:lnTo>
                  <a:lnTo>
                    <a:pt x="138" y="220"/>
                  </a:lnTo>
                  <a:lnTo>
                    <a:pt x="135" y="220"/>
                  </a:lnTo>
                  <a:lnTo>
                    <a:pt x="138" y="218"/>
                  </a:lnTo>
                  <a:lnTo>
                    <a:pt x="138" y="218"/>
                  </a:lnTo>
                  <a:lnTo>
                    <a:pt x="138" y="218"/>
                  </a:lnTo>
                  <a:lnTo>
                    <a:pt x="138" y="215"/>
                  </a:lnTo>
                  <a:lnTo>
                    <a:pt x="133" y="218"/>
                  </a:lnTo>
                  <a:lnTo>
                    <a:pt x="133" y="218"/>
                  </a:lnTo>
                  <a:lnTo>
                    <a:pt x="133" y="220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7"/>
                  </a:lnTo>
                  <a:lnTo>
                    <a:pt x="131" y="230"/>
                  </a:lnTo>
                  <a:lnTo>
                    <a:pt x="131" y="227"/>
                  </a:lnTo>
                  <a:lnTo>
                    <a:pt x="131" y="227"/>
                  </a:lnTo>
                  <a:lnTo>
                    <a:pt x="128" y="225"/>
                  </a:lnTo>
                  <a:lnTo>
                    <a:pt x="128" y="223"/>
                  </a:lnTo>
                  <a:lnTo>
                    <a:pt x="131" y="223"/>
                  </a:lnTo>
                  <a:lnTo>
                    <a:pt x="131" y="220"/>
                  </a:lnTo>
                  <a:lnTo>
                    <a:pt x="131" y="220"/>
                  </a:lnTo>
                  <a:lnTo>
                    <a:pt x="131" y="218"/>
                  </a:lnTo>
                  <a:lnTo>
                    <a:pt x="128" y="220"/>
                  </a:lnTo>
                  <a:lnTo>
                    <a:pt x="126" y="223"/>
                  </a:lnTo>
                  <a:lnTo>
                    <a:pt x="123" y="223"/>
                  </a:lnTo>
                  <a:lnTo>
                    <a:pt x="121" y="223"/>
                  </a:lnTo>
                  <a:lnTo>
                    <a:pt x="123" y="223"/>
                  </a:lnTo>
                  <a:lnTo>
                    <a:pt x="126" y="220"/>
                  </a:lnTo>
                  <a:lnTo>
                    <a:pt x="131" y="215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28" y="215"/>
                  </a:lnTo>
                  <a:lnTo>
                    <a:pt x="128" y="215"/>
                  </a:lnTo>
                  <a:lnTo>
                    <a:pt x="126" y="215"/>
                  </a:lnTo>
                  <a:lnTo>
                    <a:pt x="119" y="220"/>
                  </a:lnTo>
                  <a:lnTo>
                    <a:pt x="116" y="220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1" y="218"/>
                  </a:lnTo>
                  <a:lnTo>
                    <a:pt x="123" y="218"/>
                  </a:lnTo>
                  <a:lnTo>
                    <a:pt x="123" y="215"/>
                  </a:lnTo>
                  <a:lnTo>
                    <a:pt x="121" y="215"/>
                  </a:lnTo>
                  <a:lnTo>
                    <a:pt x="119" y="215"/>
                  </a:lnTo>
                  <a:lnTo>
                    <a:pt x="116" y="215"/>
                  </a:lnTo>
                  <a:lnTo>
                    <a:pt x="119" y="213"/>
                  </a:lnTo>
                  <a:lnTo>
                    <a:pt x="121" y="213"/>
                  </a:lnTo>
                  <a:lnTo>
                    <a:pt x="126" y="213"/>
                  </a:lnTo>
                  <a:lnTo>
                    <a:pt x="128" y="211"/>
                  </a:lnTo>
                  <a:lnTo>
                    <a:pt x="131" y="208"/>
                  </a:lnTo>
                  <a:lnTo>
                    <a:pt x="135" y="201"/>
                  </a:lnTo>
                  <a:lnTo>
                    <a:pt x="135" y="201"/>
                  </a:lnTo>
                  <a:lnTo>
                    <a:pt x="138" y="201"/>
                  </a:lnTo>
                  <a:lnTo>
                    <a:pt x="138" y="201"/>
                  </a:lnTo>
                  <a:lnTo>
                    <a:pt x="140" y="199"/>
                  </a:lnTo>
                  <a:lnTo>
                    <a:pt x="142" y="199"/>
                  </a:lnTo>
                  <a:lnTo>
                    <a:pt x="142" y="196"/>
                  </a:lnTo>
                  <a:lnTo>
                    <a:pt x="147" y="192"/>
                  </a:lnTo>
                  <a:lnTo>
                    <a:pt x="147" y="189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47" y="194"/>
                  </a:lnTo>
                  <a:lnTo>
                    <a:pt x="147" y="194"/>
                  </a:lnTo>
                  <a:lnTo>
                    <a:pt x="147" y="196"/>
                  </a:lnTo>
                  <a:lnTo>
                    <a:pt x="147" y="199"/>
                  </a:lnTo>
                  <a:lnTo>
                    <a:pt x="147" y="201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2" y="206"/>
                  </a:lnTo>
                  <a:lnTo>
                    <a:pt x="142" y="213"/>
                  </a:lnTo>
                  <a:lnTo>
                    <a:pt x="145" y="215"/>
                  </a:lnTo>
                  <a:lnTo>
                    <a:pt x="147" y="215"/>
                  </a:lnTo>
                  <a:lnTo>
                    <a:pt x="147" y="213"/>
                  </a:lnTo>
                  <a:lnTo>
                    <a:pt x="147" y="213"/>
                  </a:lnTo>
                  <a:lnTo>
                    <a:pt x="147" y="213"/>
                  </a:lnTo>
                  <a:lnTo>
                    <a:pt x="147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52" y="208"/>
                  </a:lnTo>
                  <a:lnTo>
                    <a:pt x="149" y="206"/>
                  </a:lnTo>
                  <a:lnTo>
                    <a:pt x="149" y="204"/>
                  </a:lnTo>
                  <a:lnTo>
                    <a:pt x="149" y="201"/>
                  </a:lnTo>
                  <a:lnTo>
                    <a:pt x="152" y="201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4" y="196"/>
                  </a:lnTo>
                  <a:lnTo>
                    <a:pt x="157" y="196"/>
                  </a:lnTo>
                  <a:lnTo>
                    <a:pt x="157" y="194"/>
                  </a:lnTo>
                  <a:lnTo>
                    <a:pt x="161" y="194"/>
                  </a:lnTo>
                  <a:lnTo>
                    <a:pt x="161" y="194"/>
                  </a:lnTo>
                  <a:lnTo>
                    <a:pt x="164" y="192"/>
                  </a:lnTo>
                  <a:lnTo>
                    <a:pt x="164" y="194"/>
                  </a:lnTo>
                  <a:lnTo>
                    <a:pt x="161" y="196"/>
                  </a:lnTo>
                  <a:lnTo>
                    <a:pt x="159" y="196"/>
                  </a:lnTo>
                  <a:lnTo>
                    <a:pt x="159" y="199"/>
                  </a:lnTo>
                  <a:lnTo>
                    <a:pt x="157" y="201"/>
                  </a:lnTo>
                  <a:lnTo>
                    <a:pt x="157" y="201"/>
                  </a:lnTo>
                  <a:lnTo>
                    <a:pt x="157" y="204"/>
                  </a:lnTo>
                  <a:lnTo>
                    <a:pt x="157" y="204"/>
                  </a:lnTo>
                  <a:lnTo>
                    <a:pt x="164" y="208"/>
                  </a:lnTo>
                  <a:lnTo>
                    <a:pt x="166" y="208"/>
                  </a:lnTo>
                  <a:lnTo>
                    <a:pt x="166" y="206"/>
                  </a:lnTo>
                  <a:lnTo>
                    <a:pt x="166" y="206"/>
                  </a:lnTo>
                  <a:lnTo>
                    <a:pt x="166" y="201"/>
                  </a:lnTo>
                  <a:lnTo>
                    <a:pt x="166" y="201"/>
                  </a:lnTo>
                  <a:lnTo>
                    <a:pt x="168" y="199"/>
                  </a:lnTo>
                  <a:lnTo>
                    <a:pt x="168" y="199"/>
                  </a:lnTo>
                  <a:lnTo>
                    <a:pt x="171" y="196"/>
                  </a:lnTo>
                  <a:lnTo>
                    <a:pt x="168" y="194"/>
                  </a:lnTo>
                  <a:lnTo>
                    <a:pt x="171" y="192"/>
                  </a:lnTo>
                  <a:lnTo>
                    <a:pt x="171" y="189"/>
                  </a:lnTo>
                  <a:lnTo>
                    <a:pt x="173" y="187"/>
                  </a:lnTo>
                  <a:lnTo>
                    <a:pt x="173" y="185"/>
                  </a:lnTo>
                  <a:lnTo>
                    <a:pt x="176" y="182"/>
                  </a:lnTo>
                  <a:lnTo>
                    <a:pt x="176" y="180"/>
                  </a:lnTo>
                  <a:lnTo>
                    <a:pt x="176" y="180"/>
                  </a:lnTo>
                  <a:lnTo>
                    <a:pt x="173" y="178"/>
                  </a:lnTo>
                  <a:lnTo>
                    <a:pt x="176" y="175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68" y="175"/>
                  </a:lnTo>
                  <a:lnTo>
                    <a:pt x="166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4" y="175"/>
                  </a:lnTo>
                  <a:lnTo>
                    <a:pt x="166" y="173"/>
                  </a:lnTo>
                  <a:lnTo>
                    <a:pt x="166" y="170"/>
                  </a:lnTo>
                  <a:lnTo>
                    <a:pt x="166" y="170"/>
                  </a:lnTo>
                  <a:lnTo>
                    <a:pt x="166" y="170"/>
                  </a:lnTo>
                  <a:lnTo>
                    <a:pt x="164" y="168"/>
                  </a:lnTo>
                  <a:lnTo>
                    <a:pt x="161" y="168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4" y="163"/>
                  </a:lnTo>
                  <a:lnTo>
                    <a:pt x="164" y="163"/>
                  </a:lnTo>
                  <a:lnTo>
                    <a:pt x="164" y="161"/>
                  </a:lnTo>
                  <a:lnTo>
                    <a:pt x="166" y="168"/>
                  </a:lnTo>
                  <a:lnTo>
                    <a:pt x="168" y="173"/>
                  </a:lnTo>
                  <a:lnTo>
                    <a:pt x="171" y="170"/>
                  </a:lnTo>
                  <a:lnTo>
                    <a:pt x="171" y="170"/>
                  </a:lnTo>
                  <a:lnTo>
                    <a:pt x="171" y="170"/>
                  </a:lnTo>
                  <a:lnTo>
                    <a:pt x="171" y="159"/>
                  </a:lnTo>
                  <a:lnTo>
                    <a:pt x="171" y="156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73" y="159"/>
                  </a:lnTo>
                  <a:lnTo>
                    <a:pt x="176" y="159"/>
                  </a:lnTo>
                  <a:lnTo>
                    <a:pt x="176" y="156"/>
                  </a:lnTo>
                  <a:lnTo>
                    <a:pt x="178" y="156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83" y="156"/>
                  </a:lnTo>
                  <a:lnTo>
                    <a:pt x="183" y="156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85" y="152"/>
                  </a:lnTo>
                  <a:lnTo>
                    <a:pt x="185" y="152"/>
                  </a:lnTo>
                  <a:lnTo>
                    <a:pt x="185" y="149"/>
                  </a:lnTo>
                  <a:lnTo>
                    <a:pt x="185" y="149"/>
                  </a:lnTo>
                  <a:lnTo>
                    <a:pt x="183" y="149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5" y="144"/>
                  </a:lnTo>
                  <a:lnTo>
                    <a:pt x="183" y="144"/>
                  </a:lnTo>
                  <a:lnTo>
                    <a:pt x="185" y="140"/>
                  </a:lnTo>
                  <a:lnTo>
                    <a:pt x="185" y="137"/>
                  </a:lnTo>
                  <a:lnTo>
                    <a:pt x="185" y="135"/>
                  </a:lnTo>
                  <a:lnTo>
                    <a:pt x="183" y="133"/>
                  </a:lnTo>
                  <a:lnTo>
                    <a:pt x="178" y="128"/>
                  </a:lnTo>
                  <a:lnTo>
                    <a:pt x="178" y="130"/>
                  </a:lnTo>
                  <a:lnTo>
                    <a:pt x="178" y="133"/>
                  </a:lnTo>
                  <a:lnTo>
                    <a:pt x="178" y="135"/>
                  </a:lnTo>
                  <a:lnTo>
                    <a:pt x="178" y="140"/>
                  </a:lnTo>
                  <a:lnTo>
                    <a:pt x="178" y="142"/>
                  </a:lnTo>
                  <a:lnTo>
                    <a:pt x="178" y="144"/>
                  </a:lnTo>
                  <a:lnTo>
                    <a:pt x="176" y="144"/>
                  </a:lnTo>
                  <a:lnTo>
                    <a:pt x="176" y="142"/>
                  </a:lnTo>
                  <a:lnTo>
                    <a:pt x="176" y="142"/>
                  </a:lnTo>
                  <a:lnTo>
                    <a:pt x="176" y="140"/>
                  </a:lnTo>
                  <a:lnTo>
                    <a:pt x="176" y="140"/>
                  </a:lnTo>
                  <a:lnTo>
                    <a:pt x="173" y="140"/>
                  </a:lnTo>
                  <a:lnTo>
                    <a:pt x="173" y="142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59" y="156"/>
                  </a:lnTo>
                  <a:lnTo>
                    <a:pt x="159" y="159"/>
                  </a:lnTo>
                  <a:lnTo>
                    <a:pt x="157" y="159"/>
                  </a:lnTo>
                  <a:lnTo>
                    <a:pt x="154" y="159"/>
                  </a:lnTo>
                  <a:lnTo>
                    <a:pt x="147" y="161"/>
                  </a:lnTo>
                  <a:lnTo>
                    <a:pt x="142" y="163"/>
                  </a:lnTo>
                  <a:lnTo>
                    <a:pt x="140" y="163"/>
                  </a:lnTo>
                  <a:lnTo>
                    <a:pt x="133" y="170"/>
                  </a:lnTo>
                  <a:lnTo>
                    <a:pt x="126" y="178"/>
                  </a:lnTo>
                  <a:lnTo>
                    <a:pt x="126" y="180"/>
                  </a:lnTo>
                  <a:lnTo>
                    <a:pt x="123" y="182"/>
                  </a:lnTo>
                  <a:lnTo>
                    <a:pt x="121" y="182"/>
                  </a:lnTo>
                  <a:lnTo>
                    <a:pt x="121" y="185"/>
                  </a:lnTo>
                  <a:lnTo>
                    <a:pt x="121" y="187"/>
                  </a:lnTo>
                  <a:lnTo>
                    <a:pt x="126" y="189"/>
                  </a:lnTo>
                  <a:lnTo>
                    <a:pt x="133" y="187"/>
                  </a:lnTo>
                  <a:lnTo>
                    <a:pt x="140" y="185"/>
                  </a:lnTo>
                  <a:lnTo>
                    <a:pt x="142" y="185"/>
                  </a:lnTo>
                  <a:lnTo>
                    <a:pt x="145" y="185"/>
                  </a:lnTo>
                  <a:lnTo>
                    <a:pt x="142" y="187"/>
                  </a:lnTo>
                  <a:lnTo>
                    <a:pt x="140" y="187"/>
                  </a:lnTo>
                  <a:lnTo>
                    <a:pt x="123" y="189"/>
                  </a:lnTo>
                  <a:lnTo>
                    <a:pt x="119" y="189"/>
                  </a:lnTo>
                  <a:lnTo>
                    <a:pt x="116" y="187"/>
                  </a:lnTo>
                  <a:lnTo>
                    <a:pt x="116" y="185"/>
                  </a:lnTo>
                  <a:lnTo>
                    <a:pt x="119" y="182"/>
                  </a:lnTo>
                  <a:lnTo>
                    <a:pt x="121" y="178"/>
                  </a:lnTo>
                  <a:lnTo>
                    <a:pt x="123" y="175"/>
                  </a:lnTo>
                  <a:lnTo>
                    <a:pt x="126" y="175"/>
                  </a:lnTo>
                  <a:lnTo>
                    <a:pt x="128" y="173"/>
                  </a:lnTo>
                  <a:lnTo>
                    <a:pt x="131" y="168"/>
                  </a:lnTo>
                  <a:lnTo>
                    <a:pt x="133" y="166"/>
                  </a:lnTo>
                  <a:lnTo>
                    <a:pt x="142" y="159"/>
                  </a:lnTo>
                  <a:lnTo>
                    <a:pt x="142" y="159"/>
                  </a:lnTo>
                  <a:lnTo>
                    <a:pt x="145" y="159"/>
                  </a:lnTo>
                  <a:lnTo>
                    <a:pt x="145" y="159"/>
                  </a:lnTo>
                  <a:lnTo>
                    <a:pt x="145" y="156"/>
                  </a:lnTo>
                  <a:lnTo>
                    <a:pt x="147" y="154"/>
                  </a:lnTo>
                  <a:lnTo>
                    <a:pt x="149" y="152"/>
                  </a:lnTo>
                  <a:lnTo>
                    <a:pt x="152" y="149"/>
                  </a:lnTo>
                  <a:lnTo>
                    <a:pt x="154" y="149"/>
                  </a:lnTo>
                  <a:lnTo>
                    <a:pt x="152" y="144"/>
                  </a:lnTo>
                  <a:lnTo>
                    <a:pt x="152" y="142"/>
                  </a:lnTo>
                  <a:lnTo>
                    <a:pt x="152" y="140"/>
                  </a:lnTo>
                  <a:lnTo>
                    <a:pt x="154" y="137"/>
                  </a:lnTo>
                  <a:lnTo>
                    <a:pt x="154" y="140"/>
                  </a:lnTo>
                  <a:lnTo>
                    <a:pt x="154" y="142"/>
                  </a:lnTo>
                  <a:lnTo>
                    <a:pt x="154" y="144"/>
                  </a:lnTo>
                  <a:lnTo>
                    <a:pt x="157" y="142"/>
                  </a:lnTo>
                  <a:lnTo>
                    <a:pt x="157" y="142"/>
                  </a:lnTo>
                  <a:lnTo>
                    <a:pt x="157" y="140"/>
                  </a:lnTo>
                  <a:lnTo>
                    <a:pt x="159" y="137"/>
                  </a:lnTo>
                  <a:lnTo>
                    <a:pt x="159" y="142"/>
                  </a:lnTo>
                  <a:lnTo>
                    <a:pt x="157" y="144"/>
                  </a:lnTo>
                  <a:lnTo>
                    <a:pt x="154" y="152"/>
                  </a:lnTo>
                  <a:lnTo>
                    <a:pt x="152" y="154"/>
                  </a:lnTo>
                  <a:lnTo>
                    <a:pt x="152" y="156"/>
                  </a:lnTo>
                  <a:lnTo>
                    <a:pt x="154" y="156"/>
                  </a:lnTo>
                  <a:lnTo>
                    <a:pt x="154" y="156"/>
                  </a:lnTo>
                  <a:lnTo>
                    <a:pt x="157" y="156"/>
                  </a:lnTo>
                  <a:lnTo>
                    <a:pt x="157" y="156"/>
                  </a:lnTo>
                  <a:lnTo>
                    <a:pt x="157" y="154"/>
                  </a:lnTo>
                  <a:lnTo>
                    <a:pt x="159" y="152"/>
                  </a:lnTo>
                  <a:lnTo>
                    <a:pt x="159" y="149"/>
                  </a:lnTo>
                  <a:lnTo>
                    <a:pt x="161" y="147"/>
                  </a:lnTo>
                  <a:lnTo>
                    <a:pt x="164" y="144"/>
                  </a:lnTo>
                  <a:lnTo>
                    <a:pt x="168" y="140"/>
                  </a:lnTo>
                  <a:lnTo>
                    <a:pt x="168" y="140"/>
                  </a:lnTo>
                  <a:lnTo>
                    <a:pt x="171" y="137"/>
                  </a:lnTo>
                  <a:lnTo>
                    <a:pt x="171" y="137"/>
                  </a:lnTo>
                  <a:lnTo>
                    <a:pt x="171" y="137"/>
                  </a:lnTo>
                  <a:lnTo>
                    <a:pt x="176" y="137"/>
                  </a:lnTo>
                  <a:lnTo>
                    <a:pt x="176" y="137"/>
                  </a:lnTo>
                  <a:lnTo>
                    <a:pt x="176" y="135"/>
                  </a:lnTo>
                  <a:lnTo>
                    <a:pt x="171" y="128"/>
                  </a:lnTo>
                  <a:lnTo>
                    <a:pt x="171" y="128"/>
                  </a:lnTo>
                  <a:lnTo>
                    <a:pt x="171" y="125"/>
                  </a:lnTo>
                  <a:lnTo>
                    <a:pt x="171" y="125"/>
                  </a:lnTo>
                  <a:lnTo>
                    <a:pt x="171" y="123"/>
                  </a:lnTo>
                  <a:lnTo>
                    <a:pt x="171" y="123"/>
                  </a:lnTo>
                  <a:lnTo>
                    <a:pt x="168" y="121"/>
                  </a:lnTo>
                  <a:lnTo>
                    <a:pt x="166" y="114"/>
                  </a:lnTo>
                  <a:lnTo>
                    <a:pt x="166" y="114"/>
                  </a:lnTo>
                  <a:lnTo>
                    <a:pt x="166" y="111"/>
                  </a:lnTo>
                  <a:lnTo>
                    <a:pt x="166" y="111"/>
                  </a:lnTo>
                  <a:lnTo>
                    <a:pt x="166" y="109"/>
                  </a:lnTo>
                  <a:lnTo>
                    <a:pt x="166" y="109"/>
                  </a:lnTo>
                  <a:lnTo>
                    <a:pt x="166" y="107"/>
                  </a:lnTo>
                  <a:lnTo>
                    <a:pt x="168" y="107"/>
                  </a:lnTo>
                  <a:lnTo>
                    <a:pt x="171" y="107"/>
                  </a:lnTo>
                  <a:lnTo>
                    <a:pt x="168" y="104"/>
                  </a:lnTo>
                  <a:lnTo>
                    <a:pt x="166" y="102"/>
                  </a:lnTo>
                  <a:lnTo>
                    <a:pt x="164" y="104"/>
                  </a:lnTo>
                  <a:lnTo>
                    <a:pt x="161" y="104"/>
                  </a:lnTo>
                  <a:lnTo>
                    <a:pt x="159" y="104"/>
                  </a:lnTo>
                  <a:lnTo>
                    <a:pt x="159" y="107"/>
                  </a:lnTo>
                  <a:lnTo>
                    <a:pt x="159" y="107"/>
                  </a:lnTo>
                  <a:lnTo>
                    <a:pt x="159" y="109"/>
                  </a:lnTo>
                  <a:lnTo>
                    <a:pt x="161" y="114"/>
                  </a:lnTo>
                  <a:lnTo>
                    <a:pt x="161" y="114"/>
                  </a:lnTo>
                  <a:lnTo>
                    <a:pt x="159" y="118"/>
                  </a:lnTo>
                  <a:lnTo>
                    <a:pt x="159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9" y="116"/>
                  </a:lnTo>
                  <a:lnTo>
                    <a:pt x="159" y="114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09"/>
                  </a:lnTo>
                  <a:lnTo>
                    <a:pt x="154" y="109"/>
                  </a:lnTo>
                  <a:lnTo>
                    <a:pt x="154" y="109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52" y="104"/>
                  </a:lnTo>
                  <a:lnTo>
                    <a:pt x="152" y="104"/>
                  </a:lnTo>
                  <a:lnTo>
                    <a:pt x="147" y="104"/>
                  </a:lnTo>
                  <a:lnTo>
                    <a:pt x="147" y="107"/>
                  </a:lnTo>
                  <a:lnTo>
                    <a:pt x="147" y="111"/>
                  </a:lnTo>
                  <a:lnTo>
                    <a:pt x="145" y="111"/>
                  </a:lnTo>
                  <a:lnTo>
                    <a:pt x="145" y="109"/>
                  </a:lnTo>
                  <a:lnTo>
                    <a:pt x="142" y="109"/>
                  </a:lnTo>
                  <a:lnTo>
                    <a:pt x="145" y="104"/>
                  </a:lnTo>
                  <a:lnTo>
                    <a:pt x="142" y="102"/>
                  </a:lnTo>
                  <a:lnTo>
                    <a:pt x="140" y="99"/>
                  </a:lnTo>
                  <a:lnTo>
                    <a:pt x="138" y="97"/>
                  </a:lnTo>
                  <a:lnTo>
                    <a:pt x="135" y="97"/>
                  </a:lnTo>
                  <a:lnTo>
                    <a:pt x="135" y="95"/>
                  </a:lnTo>
                  <a:lnTo>
                    <a:pt x="138" y="95"/>
                  </a:lnTo>
                  <a:lnTo>
                    <a:pt x="138" y="95"/>
                  </a:lnTo>
                  <a:lnTo>
                    <a:pt x="140" y="95"/>
                  </a:lnTo>
                  <a:lnTo>
                    <a:pt x="140" y="92"/>
                  </a:lnTo>
                  <a:lnTo>
                    <a:pt x="135" y="95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12" y="95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4" y="92"/>
                  </a:lnTo>
                  <a:lnTo>
                    <a:pt x="107" y="92"/>
                  </a:lnTo>
                  <a:lnTo>
                    <a:pt x="105" y="90"/>
                  </a:lnTo>
                  <a:lnTo>
                    <a:pt x="102" y="88"/>
                  </a:lnTo>
                  <a:lnTo>
                    <a:pt x="97" y="88"/>
                  </a:lnTo>
                  <a:lnTo>
                    <a:pt x="95" y="90"/>
                  </a:lnTo>
                  <a:lnTo>
                    <a:pt x="93" y="88"/>
                  </a:lnTo>
                  <a:lnTo>
                    <a:pt x="90" y="85"/>
                  </a:lnTo>
                  <a:lnTo>
                    <a:pt x="88" y="85"/>
                  </a:lnTo>
                  <a:lnTo>
                    <a:pt x="81" y="83"/>
                  </a:lnTo>
                  <a:lnTo>
                    <a:pt x="69" y="81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55" y="69"/>
                  </a:lnTo>
                  <a:lnTo>
                    <a:pt x="53" y="66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1" y="62"/>
                  </a:lnTo>
                  <a:lnTo>
                    <a:pt x="38" y="62"/>
                  </a:lnTo>
                  <a:lnTo>
                    <a:pt x="38" y="59"/>
                  </a:lnTo>
                  <a:lnTo>
                    <a:pt x="36" y="57"/>
                  </a:lnTo>
                  <a:lnTo>
                    <a:pt x="31" y="54"/>
                  </a:lnTo>
                  <a:lnTo>
                    <a:pt x="29" y="52"/>
                  </a:lnTo>
                  <a:lnTo>
                    <a:pt x="17" y="43"/>
                  </a:lnTo>
                  <a:lnTo>
                    <a:pt x="12" y="40"/>
                  </a:lnTo>
                  <a:lnTo>
                    <a:pt x="8" y="38"/>
                  </a:lnTo>
                  <a:lnTo>
                    <a:pt x="8" y="40"/>
                  </a:lnTo>
                  <a:lnTo>
                    <a:pt x="8" y="43"/>
                  </a:lnTo>
                  <a:lnTo>
                    <a:pt x="10" y="45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8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0" y="66"/>
                  </a:lnTo>
                  <a:lnTo>
                    <a:pt x="3" y="73"/>
                  </a:lnTo>
                  <a:lnTo>
                    <a:pt x="3" y="76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3" y="90"/>
                  </a:lnTo>
                  <a:lnTo>
                    <a:pt x="3" y="95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12" y="109"/>
                  </a:lnTo>
                  <a:lnTo>
                    <a:pt x="15" y="111"/>
                  </a:lnTo>
                  <a:lnTo>
                    <a:pt x="15" y="116"/>
                  </a:lnTo>
                  <a:lnTo>
                    <a:pt x="15" y="118"/>
                  </a:lnTo>
                  <a:lnTo>
                    <a:pt x="15" y="118"/>
                  </a:lnTo>
                  <a:lnTo>
                    <a:pt x="17" y="118"/>
                  </a:lnTo>
                  <a:lnTo>
                    <a:pt x="17" y="121"/>
                  </a:lnTo>
                  <a:lnTo>
                    <a:pt x="17" y="123"/>
                  </a:lnTo>
                  <a:lnTo>
                    <a:pt x="19" y="130"/>
                  </a:lnTo>
                  <a:lnTo>
                    <a:pt x="19" y="133"/>
                  </a:lnTo>
                  <a:lnTo>
                    <a:pt x="17" y="142"/>
                  </a:lnTo>
                  <a:lnTo>
                    <a:pt x="17" y="147"/>
                  </a:lnTo>
                  <a:lnTo>
                    <a:pt x="17" y="166"/>
                  </a:lnTo>
                  <a:lnTo>
                    <a:pt x="17" y="166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7" y="170"/>
                  </a:lnTo>
                  <a:lnTo>
                    <a:pt x="17" y="170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22" y="178"/>
                  </a:lnTo>
                  <a:lnTo>
                    <a:pt x="22" y="182"/>
                  </a:lnTo>
                  <a:lnTo>
                    <a:pt x="22" y="187"/>
                  </a:lnTo>
                  <a:lnTo>
                    <a:pt x="22" y="196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19" y="213"/>
                  </a:lnTo>
                  <a:lnTo>
                    <a:pt x="17" y="215"/>
                  </a:lnTo>
                  <a:lnTo>
                    <a:pt x="17" y="215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22" y="213"/>
                  </a:lnTo>
                  <a:lnTo>
                    <a:pt x="22" y="213"/>
                  </a:lnTo>
                  <a:lnTo>
                    <a:pt x="22" y="211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6"/>
                  </a:lnTo>
                  <a:lnTo>
                    <a:pt x="24" y="206"/>
                  </a:lnTo>
                  <a:lnTo>
                    <a:pt x="26" y="206"/>
                  </a:lnTo>
                  <a:lnTo>
                    <a:pt x="29" y="206"/>
                  </a:lnTo>
                  <a:lnTo>
                    <a:pt x="31" y="208"/>
                  </a:lnTo>
                  <a:lnTo>
                    <a:pt x="31" y="211"/>
                  </a:lnTo>
                  <a:lnTo>
                    <a:pt x="34" y="211"/>
                  </a:lnTo>
                  <a:lnTo>
                    <a:pt x="34" y="215"/>
                  </a:lnTo>
                  <a:lnTo>
                    <a:pt x="34" y="215"/>
                  </a:lnTo>
                  <a:lnTo>
                    <a:pt x="36" y="218"/>
                  </a:lnTo>
                  <a:lnTo>
                    <a:pt x="41" y="218"/>
                  </a:lnTo>
                  <a:lnTo>
                    <a:pt x="41" y="218"/>
                  </a:lnTo>
                  <a:lnTo>
                    <a:pt x="41" y="218"/>
                  </a:lnTo>
                  <a:lnTo>
                    <a:pt x="38" y="218"/>
                  </a:lnTo>
                  <a:lnTo>
                    <a:pt x="45" y="220"/>
                  </a:lnTo>
                  <a:lnTo>
                    <a:pt x="48" y="220"/>
                  </a:lnTo>
                  <a:lnTo>
                    <a:pt x="50" y="223"/>
                  </a:lnTo>
                  <a:lnTo>
                    <a:pt x="43" y="223"/>
                  </a:lnTo>
                  <a:lnTo>
                    <a:pt x="36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29" y="225"/>
                  </a:lnTo>
                  <a:lnTo>
                    <a:pt x="26" y="225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9" y="227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2"/>
                  </a:lnTo>
                  <a:lnTo>
                    <a:pt x="26" y="232"/>
                  </a:lnTo>
                  <a:lnTo>
                    <a:pt x="26" y="232"/>
                  </a:lnTo>
                  <a:lnTo>
                    <a:pt x="26" y="232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4" y="227"/>
                  </a:lnTo>
                  <a:lnTo>
                    <a:pt x="22" y="225"/>
                  </a:lnTo>
                  <a:lnTo>
                    <a:pt x="22" y="225"/>
                  </a:lnTo>
                  <a:lnTo>
                    <a:pt x="22" y="223"/>
                  </a:lnTo>
                  <a:lnTo>
                    <a:pt x="19" y="223"/>
                  </a:lnTo>
                  <a:lnTo>
                    <a:pt x="19" y="225"/>
                  </a:lnTo>
                  <a:lnTo>
                    <a:pt x="19" y="230"/>
                  </a:lnTo>
                  <a:lnTo>
                    <a:pt x="19" y="234"/>
                  </a:lnTo>
                  <a:lnTo>
                    <a:pt x="19" y="241"/>
                  </a:lnTo>
                  <a:lnTo>
                    <a:pt x="19" y="244"/>
                  </a:lnTo>
                  <a:lnTo>
                    <a:pt x="22" y="244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9" y="246"/>
                  </a:lnTo>
                  <a:lnTo>
                    <a:pt x="29" y="246"/>
                  </a:lnTo>
                  <a:lnTo>
                    <a:pt x="34" y="249"/>
                  </a:lnTo>
                  <a:lnTo>
                    <a:pt x="34" y="249"/>
                  </a:lnTo>
                  <a:lnTo>
                    <a:pt x="36" y="246"/>
                  </a:lnTo>
                  <a:lnTo>
                    <a:pt x="36" y="246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41" y="249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3" y="258"/>
                  </a:lnTo>
                  <a:lnTo>
                    <a:pt x="41" y="256"/>
                  </a:lnTo>
                  <a:lnTo>
                    <a:pt x="41" y="256"/>
                  </a:lnTo>
                  <a:lnTo>
                    <a:pt x="41" y="253"/>
                  </a:lnTo>
                  <a:lnTo>
                    <a:pt x="41" y="251"/>
                  </a:lnTo>
                  <a:lnTo>
                    <a:pt x="36" y="251"/>
                  </a:lnTo>
                  <a:lnTo>
                    <a:pt x="34" y="253"/>
                  </a:lnTo>
                  <a:lnTo>
                    <a:pt x="31" y="256"/>
                  </a:lnTo>
                  <a:lnTo>
                    <a:pt x="31" y="258"/>
                  </a:lnTo>
                  <a:lnTo>
                    <a:pt x="34" y="263"/>
                  </a:lnTo>
                  <a:lnTo>
                    <a:pt x="31" y="260"/>
                  </a:lnTo>
                  <a:lnTo>
                    <a:pt x="29" y="258"/>
                  </a:lnTo>
                  <a:lnTo>
                    <a:pt x="29" y="258"/>
                  </a:lnTo>
                  <a:lnTo>
                    <a:pt x="29" y="260"/>
                  </a:lnTo>
                  <a:lnTo>
                    <a:pt x="31" y="263"/>
                  </a:lnTo>
                  <a:lnTo>
                    <a:pt x="31" y="267"/>
                  </a:lnTo>
                  <a:lnTo>
                    <a:pt x="31" y="267"/>
                  </a:lnTo>
                  <a:lnTo>
                    <a:pt x="31" y="267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2"/>
                  </a:lnTo>
                  <a:lnTo>
                    <a:pt x="29" y="272"/>
                  </a:lnTo>
                  <a:lnTo>
                    <a:pt x="26" y="272"/>
                  </a:lnTo>
                  <a:lnTo>
                    <a:pt x="26" y="275"/>
                  </a:lnTo>
                  <a:lnTo>
                    <a:pt x="26" y="275"/>
                  </a:lnTo>
                  <a:lnTo>
                    <a:pt x="26" y="277"/>
                  </a:lnTo>
                  <a:lnTo>
                    <a:pt x="26" y="277"/>
                  </a:lnTo>
                  <a:lnTo>
                    <a:pt x="26" y="277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79"/>
                  </a:lnTo>
                  <a:lnTo>
                    <a:pt x="29" y="282"/>
                  </a:lnTo>
                  <a:lnTo>
                    <a:pt x="29" y="282"/>
                  </a:lnTo>
                  <a:lnTo>
                    <a:pt x="31" y="284"/>
                  </a:lnTo>
                  <a:lnTo>
                    <a:pt x="34" y="284"/>
                  </a:lnTo>
                  <a:lnTo>
                    <a:pt x="31" y="286"/>
                  </a:lnTo>
                  <a:lnTo>
                    <a:pt x="31" y="284"/>
                  </a:lnTo>
                  <a:lnTo>
                    <a:pt x="26" y="282"/>
                  </a:lnTo>
                  <a:lnTo>
                    <a:pt x="26" y="282"/>
                  </a:lnTo>
                  <a:lnTo>
                    <a:pt x="26" y="282"/>
                  </a:lnTo>
                  <a:lnTo>
                    <a:pt x="26" y="284"/>
                  </a:lnTo>
                  <a:lnTo>
                    <a:pt x="24" y="286"/>
                  </a:lnTo>
                  <a:lnTo>
                    <a:pt x="22" y="286"/>
                  </a:lnTo>
                  <a:lnTo>
                    <a:pt x="19" y="286"/>
                  </a:lnTo>
                  <a:lnTo>
                    <a:pt x="19" y="284"/>
                  </a:lnTo>
                  <a:lnTo>
                    <a:pt x="17" y="282"/>
                  </a:lnTo>
                  <a:lnTo>
                    <a:pt x="17" y="275"/>
                  </a:lnTo>
                  <a:lnTo>
                    <a:pt x="19" y="272"/>
                  </a:lnTo>
                  <a:lnTo>
                    <a:pt x="22" y="263"/>
                  </a:lnTo>
                  <a:lnTo>
                    <a:pt x="22" y="260"/>
                  </a:lnTo>
                  <a:lnTo>
                    <a:pt x="19" y="258"/>
                  </a:lnTo>
                  <a:lnTo>
                    <a:pt x="19" y="256"/>
                  </a:lnTo>
                  <a:lnTo>
                    <a:pt x="22" y="253"/>
                  </a:lnTo>
                  <a:lnTo>
                    <a:pt x="19" y="256"/>
                  </a:lnTo>
                  <a:lnTo>
                    <a:pt x="17" y="260"/>
                  </a:lnTo>
                  <a:lnTo>
                    <a:pt x="15" y="279"/>
                  </a:lnTo>
                  <a:lnTo>
                    <a:pt x="15" y="284"/>
                  </a:lnTo>
                  <a:lnTo>
                    <a:pt x="12" y="286"/>
                  </a:lnTo>
                  <a:lnTo>
                    <a:pt x="12" y="289"/>
                  </a:lnTo>
                  <a:lnTo>
                    <a:pt x="12" y="291"/>
                  </a:lnTo>
                  <a:lnTo>
                    <a:pt x="10" y="291"/>
                  </a:lnTo>
                  <a:lnTo>
                    <a:pt x="10" y="294"/>
                  </a:lnTo>
                  <a:lnTo>
                    <a:pt x="8" y="296"/>
                  </a:lnTo>
                  <a:lnTo>
                    <a:pt x="8" y="296"/>
                  </a:lnTo>
                  <a:lnTo>
                    <a:pt x="8" y="298"/>
                  </a:lnTo>
                  <a:lnTo>
                    <a:pt x="10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8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5" y="294"/>
                  </a:lnTo>
                  <a:lnTo>
                    <a:pt x="17" y="294"/>
                  </a:lnTo>
                  <a:lnTo>
                    <a:pt x="17" y="296"/>
                  </a:lnTo>
                  <a:lnTo>
                    <a:pt x="19" y="296"/>
                  </a:lnTo>
                  <a:lnTo>
                    <a:pt x="22" y="303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9" y="303"/>
                  </a:lnTo>
                  <a:lnTo>
                    <a:pt x="31" y="303"/>
                  </a:lnTo>
                  <a:lnTo>
                    <a:pt x="34" y="301"/>
                  </a:lnTo>
                  <a:lnTo>
                    <a:pt x="34" y="301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8" y="303"/>
                  </a:lnTo>
                  <a:lnTo>
                    <a:pt x="41" y="301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3"/>
                  </a:lnTo>
                  <a:lnTo>
                    <a:pt x="45" y="303"/>
                  </a:lnTo>
                  <a:lnTo>
                    <a:pt x="45" y="305"/>
                  </a:lnTo>
                  <a:lnTo>
                    <a:pt x="45" y="305"/>
                  </a:lnTo>
                  <a:lnTo>
                    <a:pt x="50" y="308"/>
                  </a:lnTo>
                  <a:lnTo>
                    <a:pt x="62" y="308"/>
                  </a:lnTo>
                  <a:lnTo>
                    <a:pt x="64" y="308"/>
                  </a:lnTo>
                  <a:lnTo>
                    <a:pt x="64" y="310"/>
                  </a:lnTo>
                  <a:lnTo>
                    <a:pt x="67" y="312"/>
                  </a:lnTo>
                  <a:lnTo>
                    <a:pt x="67" y="315"/>
                  </a:lnTo>
                  <a:lnTo>
                    <a:pt x="67" y="317"/>
                  </a:lnTo>
                  <a:lnTo>
                    <a:pt x="74" y="324"/>
                  </a:lnTo>
                  <a:lnTo>
                    <a:pt x="74" y="324"/>
                  </a:lnTo>
                  <a:lnTo>
                    <a:pt x="76" y="327"/>
                  </a:lnTo>
                  <a:lnTo>
                    <a:pt x="79" y="327"/>
                  </a:lnTo>
                  <a:lnTo>
                    <a:pt x="83" y="324"/>
                  </a:lnTo>
                  <a:lnTo>
                    <a:pt x="86" y="324"/>
                  </a:lnTo>
                  <a:lnTo>
                    <a:pt x="90" y="324"/>
                  </a:lnTo>
                  <a:lnTo>
                    <a:pt x="93" y="327"/>
                  </a:lnTo>
                  <a:lnTo>
                    <a:pt x="93" y="327"/>
                  </a:lnTo>
                  <a:lnTo>
                    <a:pt x="95" y="331"/>
                  </a:lnTo>
                  <a:lnTo>
                    <a:pt x="97" y="331"/>
                  </a:lnTo>
                  <a:lnTo>
                    <a:pt x="100" y="331"/>
                  </a:lnTo>
                  <a:lnTo>
                    <a:pt x="102" y="334"/>
                  </a:lnTo>
                  <a:lnTo>
                    <a:pt x="105" y="336"/>
                  </a:lnTo>
                  <a:lnTo>
                    <a:pt x="107" y="338"/>
                  </a:lnTo>
                  <a:lnTo>
                    <a:pt x="107" y="341"/>
                  </a:lnTo>
                  <a:lnTo>
                    <a:pt x="109" y="343"/>
                  </a:lnTo>
                  <a:lnTo>
                    <a:pt x="109" y="346"/>
                  </a:lnTo>
                  <a:lnTo>
                    <a:pt x="109" y="350"/>
                  </a:lnTo>
                  <a:lnTo>
                    <a:pt x="112" y="353"/>
                  </a:lnTo>
                  <a:lnTo>
                    <a:pt x="112" y="353"/>
                  </a:lnTo>
                  <a:lnTo>
                    <a:pt x="112" y="355"/>
                  </a:lnTo>
                  <a:lnTo>
                    <a:pt x="114" y="357"/>
                  </a:lnTo>
                  <a:lnTo>
                    <a:pt x="112" y="362"/>
                  </a:lnTo>
                  <a:lnTo>
                    <a:pt x="114" y="367"/>
                  </a:lnTo>
                  <a:lnTo>
                    <a:pt x="112" y="369"/>
                  </a:lnTo>
                  <a:lnTo>
                    <a:pt x="112" y="372"/>
                  </a:lnTo>
                  <a:lnTo>
                    <a:pt x="112" y="374"/>
                  </a:lnTo>
                  <a:lnTo>
                    <a:pt x="112" y="379"/>
                  </a:lnTo>
                  <a:lnTo>
                    <a:pt x="112" y="379"/>
                  </a:lnTo>
                  <a:lnTo>
                    <a:pt x="112" y="381"/>
                  </a:lnTo>
                  <a:lnTo>
                    <a:pt x="112" y="383"/>
                  </a:lnTo>
                  <a:lnTo>
                    <a:pt x="112" y="383"/>
                  </a:lnTo>
                  <a:lnTo>
                    <a:pt x="112" y="388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2" y="395"/>
                  </a:lnTo>
                  <a:lnTo>
                    <a:pt x="114" y="398"/>
                  </a:lnTo>
                  <a:lnTo>
                    <a:pt x="116" y="400"/>
                  </a:lnTo>
                  <a:lnTo>
                    <a:pt x="123" y="402"/>
                  </a:lnTo>
                  <a:lnTo>
                    <a:pt x="126" y="402"/>
                  </a:lnTo>
                  <a:lnTo>
                    <a:pt x="128" y="402"/>
                  </a:lnTo>
                  <a:lnTo>
                    <a:pt x="131" y="405"/>
                  </a:lnTo>
                  <a:lnTo>
                    <a:pt x="135" y="407"/>
                  </a:lnTo>
                  <a:lnTo>
                    <a:pt x="138" y="409"/>
                  </a:lnTo>
                  <a:lnTo>
                    <a:pt x="145" y="409"/>
                  </a:lnTo>
                  <a:lnTo>
                    <a:pt x="152" y="414"/>
                  </a:lnTo>
                  <a:lnTo>
                    <a:pt x="152" y="414"/>
                  </a:lnTo>
                  <a:lnTo>
                    <a:pt x="154" y="414"/>
                  </a:lnTo>
                  <a:lnTo>
                    <a:pt x="161" y="412"/>
                  </a:lnTo>
                  <a:lnTo>
                    <a:pt x="178" y="409"/>
                  </a:lnTo>
                  <a:lnTo>
                    <a:pt x="183" y="409"/>
                  </a:lnTo>
                  <a:lnTo>
                    <a:pt x="190" y="405"/>
                  </a:lnTo>
                  <a:lnTo>
                    <a:pt x="194" y="405"/>
                  </a:lnTo>
                  <a:lnTo>
                    <a:pt x="197" y="405"/>
                  </a:lnTo>
                  <a:lnTo>
                    <a:pt x="204" y="407"/>
                  </a:lnTo>
                  <a:lnTo>
                    <a:pt x="216" y="407"/>
                  </a:lnTo>
                  <a:lnTo>
                    <a:pt x="242" y="414"/>
                  </a:lnTo>
                  <a:lnTo>
                    <a:pt x="246" y="417"/>
                  </a:lnTo>
                  <a:lnTo>
                    <a:pt x="249" y="419"/>
                  </a:lnTo>
                  <a:lnTo>
                    <a:pt x="249" y="421"/>
                  </a:lnTo>
                  <a:lnTo>
                    <a:pt x="249" y="424"/>
                  </a:lnTo>
                  <a:lnTo>
                    <a:pt x="249" y="426"/>
                  </a:lnTo>
                  <a:lnTo>
                    <a:pt x="251" y="426"/>
                  </a:lnTo>
                  <a:lnTo>
                    <a:pt x="254" y="426"/>
                  </a:lnTo>
                  <a:lnTo>
                    <a:pt x="261" y="426"/>
                  </a:lnTo>
                  <a:lnTo>
                    <a:pt x="261" y="426"/>
                  </a:lnTo>
                  <a:lnTo>
                    <a:pt x="263" y="426"/>
                  </a:lnTo>
                  <a:lnTo>
                    <a:pt x="265" y="426"/>
                  </a:lnTo>
                  <a:lnTo>
                    <a:pt x="265" y="426"/>
                  </a:lnTo>
                  <a:lnTo>
                    <a:pt x="268" y="426"/>
                  </a:lnTo>
                  <a:lnTo>
                    <a:pt x="270" y="426"/>
                  </a:lnTo>
                  <a:lnTo>
                    <a:pt x="270" y="428"/>
                  </a:lnTo>
                  <a:lnTo>
                    <a:pt x="275" y="428"/>
                  </a:lnTo>
                  <a:lnTo>
                    <a:pt x="277" y="428"/>
                  </a:lnTo>
                  <a:lnTo>
                    <a:pt x="280" y="428"/>
                  </a:lnTo>
                  <a:lnTo>
                    <a:pt x="280" y="428"/>
                  </a:lnTo>
                  <a:lnTo>
                    <a:pt x="284" y="426"/>
                  </a:lnTo>
                  <a:lnTo>
                    <a:pt x="284" y="426"/>
                  </a:lnTo>
                  <a:lnTo>
                    <a:pt x="291" y="426"/>
                  </a:lnTo>
                  <a:lnTo>
                    <a:pt x="296" y="426"/>
                  </a:lnTo>
                  <a:lnTo>
                    <a:pt x="296" y="424"/>
                  </a:lnTo>
                  <a:lnTo>
                    <a:pt x="296" y="424"/>
                  </a:lnTo>
                  <a:lnTo>
                    <a:pt x="299" y="424"/>
                  </a:lnTo>
                  <a:lnTo>
                    <a:pt x="301" y="424"/>
                  </a:lnTo>
                  <a:lnTo>
                    <a:pt x="313" y="428"/>
                  </a:lnTo>
                  <a:lnTo>
                    <a:pt x="315" y="428"/>
                  </a:lnTo>
                  <a:lnTo>
                    <a:pt x="317" y="428"/>
                  </a:lnTo>
                  <a:lnTo>
                    <a:pt x="317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5" y="428"/>
                  </a:lnTo>
                  <a:lnTo>
                    <a:pt x="329" y="428"/>
                  </a:lnTo>
                  <a:lnTo>
                    <a:pt x="329" y="428"/>
                  </a:lnTo>
                  <a:lnTo>
                    <a:pt x="332" y="428"/>
                  </a:lnTo>
                  <a:lnTo>
                    <a:pt x="334" y="428"/>
                  </a:lnTo>
                  <a:lnTo>
                    <a:pt x="336" y="428"/>
                  </a:lnTo>
                  <a:lnTo>
                    <a:pt x="339" y="428"/>
                  </a:lnTo>
                  <a:lnTo>
                    <a:pt x="341" y="428"/>
                  </a:lnTo>
                  <a:lnTo>
                    <a:pt x="343" y="426"/>
                  </a:lnTo>
                  <a:lnTo>
                    <a:pt x="346" y="424"/>
                  </a:lnTo>
                  <a:lnTo>
                    <a:pt x="351" y="424"/>
                  </a:lnTo>
                  <a:lnTo>
                    <a:pt x="365" y="421"/>
                  </a:lnTo>
                  <a:lnTo>
                    <a:pt x="388" y="421"/>
                  </a:lnTo>
                  <a:lnTo>
                    <a:pt x="393" y="419"/>
                  </a:lnTo>
                  <a:lnTo>
                    <a:pt x="395" y="417"/>
                  </a:lnTo>
                  <a:lnTo>
                    <a:pt x="398" y="417"/>
                  </a:lnTo>
                  <a:lnTo>
                    <a:pt x="400" y="417"/>
                  </a:lnTo>
                  <a:lnTo>
                    <a:pt x="407" y="419"/>
                  </a:lnTo>
                  <a:lnTo>
                    <a:pt x="412" y="419"/>
                  </a:lnTo>
                  <a:lnTo>
                    <a:pt x="419" y="419"/>
                  </a:lnTo>
                  <a:lnTo>
                    <a:pt x="440" y="421"/>
                  </a:lnTo>
                  <a:lnTo>
                    <a:pt x="445" y="421"/>
                  </a:lnTo>
                  <a:lnTo>
                    <a:pt x="450" y="417"/>
                  </a:lnTo>
                  <a:lnTo>
                    <a:pt x="452" y="417"/>
                  </a:lnTo>
                  <a:lnTo>
                    <a:pt x="455" y="419"/>
                  </a:lnTo>
                  <a:lnTo>
                    <a:pt x="466" y="421"/>
                  </a:lnTo>
                  <a:lnTo>
                    <a:pt x="478" y="421"/>
                  </a:lnTo>
                  <a:lnTo>
                    <a:pt x="490" y="424"/>
                  </a:lnTo>
                  <a:lnTo>
                    <a:pt x="502" y="426"/>
                  </a:lnTo>
                  <a:lnTo>
                    <a:pt x="511" y="428"/>
                  </a:lnTo>
                  <a:lnTo>
                    <a:pt x="535" y="431"/>
                  </a:lnTo>
                  <a:lnTo>
                    <a:pt x="547" y="433"/>
                  </a:lnTo>
                  <a:lnTo>
                    <a:pt x="559" y="436"/>
                  </a:lnTo>
                  <a:lnTo>
                    <a:pt x="571" y="438"/>
                  </a:lnTo>
                  <a:lnTo>
                    <a:pt x="582" y="440"/>
                  </a:lnTo>
                  <a:lnTo>
                    <a:pt x="592" y="440"/>
                  </a:lnTo>
                  <a:lnTo>
                    <a:pt x="604" y="443"/>
                  </a:lnTo>
                  <a:lnTo>
                    <a:pt x="615" y="445"/>
                  </a:lnTo>
                  <a:lnTo>
                    <a:pt x="627" y="447"/>
                  </a:lnTo>
                  <a:lnTo>
                    <a:pt x="639" y="447"/>
                  </a:lnTo>
                  <a:lnTo>
                    <a:pt x="639" y="443"/>
                  </a:lnTo>
                  <a:lnTo>
                    <a:pt x="634" y="436"/>
                  </a:lnTo>
                  <a:lnTo>
                    <a:pt x="634" y="436"/>
                  </a:lnTo>
                  <a:lnTo>
                    <a:pt x="637" y="433"/>
                  </a:lnTo>
                  <a:lnTo>
                    <a:pt x="639" y="431"/>
                  </a:lnTo>
                  <a:lnTo>
                    <a:pt x="639" y="428"/>
                  </a:lnTo>
                  <a:lnTo>
                    <a:pt x="639" y="426"/>
                  </a:lnTo>
                  <a:lnTo>
                    <a:pt x="639" y="424"/>
                  </a:lnTo>
                  <a:lnTo>
                    <a:pt x="639" y="417"/>
                  </a:lnTo>
                  <a:lnTo>
                    <a:pt x="637" y="414"/>
                  </a:lnTo>
                  <a:lnTo>
                    <a:pt x="634" y="409"/>
                  </a:lnTo>
                  <a:lnTo>
                    <a:pt x="632" y="402"/>
                  </a:lnTo>
                  <a:lnTo>
                    <a:pt x="632" y="402"/>
                  </a:lnTo>
                  <a:lnTo>
                    <a:pt x="632" y="400"/>
                  </a:lnTo>
                  <a:lnTo>
                    <a:pt x="634" y="395"/>
                  </a:lnTo>
                  <a:lnTo>
                    <a:pt x="634" y="393"/>
                  </a:lnTo>
                  <a:lnTo>
                    <a:pt x="637" y="374"/>
                  </a:lnTo>
                  <a:lnTo>
                    <a:pt x="641" y="355"/>
                  </a:lnTo>
                  <a:lnTo>
                    <a:pt x="644" y="336"/>
                  </a:lnTo>
                  <a:lnTo>
                    <a:pt x="646" y="317"/>
                  </a:lnTo>
                  <a:lnTo>
                    <a:pt x="649" y="298"/>
                  </a:lnTo>
                  <a:lnTo>
                    <a:pt x="651" y="279"/>
                  </a:lnTo>
                  <a:lnTo>
                    <a:pt x="653" y="260"/>
                  </a:lnTo>
                  <a:lnTo>
                    <a:pt x="658" y="241"/>
                  </a:lnTo>
                  <a:lnTo>
                    <a:pt x="660" y="225"/>
                  </a:lnTo>
                  <a:lnTo>
                    <a:pt x="663" y="206"/>
                  </a:lnTo>
                  <a:lnTo>
                    <a:pt x="665" y="187"/>
                  </a:lnTo>
                  <a:lnTo>
                    <a:pt x="667" y="168"/>
                  </a:lnTo>
                  <a:lnTo>
                    <a:pt x="672" y="149"/>
                  </a:lnTo>
                  <a:lnTo>
                    <a:pt x="675" y="130"/>
                  </a:lnTo>
                  <a:lnTo>
                    <a:pt x="677" y="114"/>
                  </a:lnTo>
                  <a:lnTo>
                    <a:pt x="679" y="95"/>
                  </a:lnTo>
                  <a:lnTo>
                    <a:pt x="670" y="92"/>
                  </a:lnTo>
                  <a:close/>
                  <a:moveTo>
                    <a:pt x="166" y="0"/>
                  </a:moveTo>
                  <a:lnTo>
                    <a:pt x="161" y="0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6" y="0"/>
                  </a:lnTo>
                  <a:lnTo>
                    <a:pt x="166" y="0"/>
                  </a:lnTo>
                  <a:close/>
                  <a:moveTo>
                    <a:pt x="145" y="36"/>
                  </a:moveTo>
                  <a:lnTo>
                    <a:pt x="147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3"/>
                  </a:lnTo>
                  <a:lnTo>
                    <a:pt x="145" y="36"/>
                  </a:lnTo>
                  <a:lnTo>
                    <a:pt x="147" y="36"/>
                  </a:lnTo>
                  <a:lnTo>
                    <a:pt x="147" y="36"/>
                  </a:lnTo>
                  <a:lnTo>
                    <a:pt x="147" y="36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3"/>
                  </a:lnTo>
                  <a:lnTo>
                    <a:pt x="145" y="36"/>
                  </a:lnTo>
                  <a:close/>
                  <a:moveTo>
                    <a:pt x="190" y="62"/>
                  </a:moveTo>
                  <a:lnTo>
                    <a:pt x="190" y="62"/>
                  </a:lnTo>
                  <a:lnTo>
                    <a:pt x="192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59"/>
                  </a:lnTo>
                  <a:lnTo>
                    <a:pt x="192" y="57"/>
                  </a:lnTo>
                  <a:lnTo>
                    <a:pt x="190" y="54"/>
                  </a:lnTo>
                  <a:lnTo>
                    <a:pt x="190" y="54"/>
                  </a:lnTo>
                  <a:lnTo>
                    <a:pt x="190" y="54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87" y="59"/>
                  </a:lnTo>
                  <a:lnTo>
                    <a:pt x="190" y="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1" name="Freeform 9">
              <a:extLst>
                <a:ext uri="{FF2B5EF4-FFF2-40B4-BE49-F238E27FC236}">
                  <a16:creationId xmlns:a16="http://schemas.microsoft.com/office/drawing/2014/main" id="{6AA94CAA-7002-4A6F-B3A1-697B76BE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4100" y="1994019"/>
              <a:ext cx="163324" cy="288884"/>
            </a:xfrm>
            <a:custGeom>
              <a:avLst/>
              <a:gdLst>
                <a:gd name="T0" fmla="*/ 3 w 173"/>
                <a:gd name="T1" fmla="*/ 43 h 306"/>
                <a:gd name="T2" fmla="*/ 3 w 173"/>
                <a:gd name="T3" fmla="*/ 48 h 306"/>
                <a:gd name="T4" fmla="*/ 0 w 173"/>
                <a:gd name="T5" fmla="*/ 52 h 306"/>
                <a:gd name="T6" fmla="*/ 3 w 173"/>
                <a:gd name="T7" fmla="*/ 64 h 306"/>
                <a:gd name="T8" fmla="*/ 5 w 173"/>
                <a:gd name="T9" fmla="*/ 71 h 306"/>
                <a:gd name="T10" fmla="*/ 3 w 173"/>
                <a:gd name="T11" fmla="*/ 74 h 306"/>
                <a:gd name="T12" fmla="*/ 7 w 173"/>
                <a:gd name="T13" fmla="*/ 78 h 306"/>
                <a:gd name="T14" fmla="*/ 3 w 173"/>
                <a:gd name="T15" fmla="*/ 78 h 306"/>
                <a:gd name="T16" fmla="*/ 3 w 173"/>
                <a:gd name="T17" fmla="*/ 88 h 306"/>
                <a:gd name="T18" fmla="*/ 5 w 173"/>
                <a:gd name="T19" fmla="*/ 90 h 306"/>
                <a:gd name="T20" fmla="*/ 10 w 173"/>
                <a:gd name="T21" fmla="*/ 97 h 306"/>
                <a:gd name="T22" fmla="*/ 14 w 173"/>
                <a:gd name="T23" fmla="*/ 107 h 306"/>
                <a:gd name="T24" fmla="*/ 14 w 173"/>
                <a:gd name="T25" fmla="*/ 116 h 306"/>
                <a:gd name="T26" fmla="*/ 17 w 173"/>
                <a:gd name="T27" fmla="*/ 109 h 306"/>
                <a:gd name="T28" fmla="*/ 22 w 173"/>
                <a:gd name="T29" fmla="*/ 121 h 306"/>
                <a:gd name="T30" fmla="*/ 19 w 173"/>
                <a:gd name="T31" fmla="*/ 138 h 306"/>
                <a:gd name="T32" fmla="*/ 22 w 173"/>
                <a:gd name="T33" fmla="*/ 159 h 306"/>
                <a:gd name="T34" fmla="*/ 24 w 173"/>
                <a:gd name="T35" fmla="*/ 161 h 306"/>
                <a:gd name="T36" fmla="*/ 29 w 173"/>
                <a:gd name="T37" fmla="*/ 175 h 306"/>
                <a:gd name="T38" fmla="*/ 31 w 173"/>
                <a:gd name="T39" fmla="*/ 183 h 306"/>
                <a:gd name="T40" fmla="*/ 36 w 173"/>
                <a:gd name="T41" fmla="*/ 190 h 306"/>
                <a:gd name="T42" fmla="*/ 36 w 173"/>
                <a:gd name="T43" fmla="*/ 206 h 306"/>
                <a:gd name="T44" fmla="*/ 38 w 173"/>
                <a:gd name="T45" fmla="*/ 213 h 306"/>
                <a:gd name="T46" fmla="*/ 40 w 173"/>
                <a:gd name="T47" fmla="*/ 211 h 306"/>
                <a:gd name="T48" fmla="*/ 40 w 173"/>
                <a:gd name="T49" fmla="*/ 206 h 306"/>
                <a:gd name="T50" fmla="*/ 43 w 173"/>
                <a:gd name="T51" fmla="*/ 204 h 306"/>
                <a:gd name="T52" fmla="*/ 50 w 173"/>
                <a:gd name="T53" fmla="*/ 209 h 306"/>
                <a:gd name="T54" fmla="*/ 55 w 173"/>
                <a:gd name="T55" fmla="*/ 213 h 306"/>
                <a:gd name="T56" fmla="*/ 57 w 173"/>
                <a:gd name="T57" fmla="*/ 232 h 306"/>
                <a:gd name="T58" fmla="*/ 66 w 173"/>
                <a:gd name="T59" fmla="*/ 275 h 306"/>
                <a:gd name="T60" fmla="*/ 71 w 173"/>
                <a:gd name="T61" fmla="*/ 291 h 306"/>
                <a:gd name="T62" fmla="*/ 76 w 173"/>
                <a:gd name="T63" fmla="*/ 306 h 306"/>
                <a:gd name="T64" fmla="*/ 107 w 173"/>
                <a:gd name="T65" fmla="*/ 299 h 306"/>
                <a:gd name="T66" fmla="*/ 130 w 173"/>
                <a:gd name="T67" fmla="*/ 296 h 306"/>
                <a:gd name="T68" fmla="*/ 149 w 173"/>
                <a:gd name="T69" fmla="*/ 291 h 306"/>
                <a:gd name="T70" fmla="*/ 137 w 173"/>
                <a:gd name="T71" fmla="*/ 280 h 306"/>
                <a:gd name="T72" fmla="*/ 135 w 173"/>
                <a:gd name="T73" fmla="*/ 273 h 306"/>
                <a:gd name="T74" fmla="*/ 140 w 173"/>
                <a:gd name="T75" fmla="*/ 261 h 306"/>
                <a:gd name="T76" fmla="*/ 137 w 173"/>
                <a:gd name="T77" fmla="*/ 239 h 306"/>
                <a:gd name="T78" fmla="*/ 135 w 173"/>
                <a:gd name="T79" fmla="*/ 232 h 306"/>
                <a:gd name="T80" fmla="*/ 135 w 173"/>
                <a:gd name="T81" fmla="*/ 228 h 306"/>
                <a:gd name="T82" fmla="*/ 135 w 173"/>
                <a:gd name="T83" fmla="*/ 220 h 306"/>
                <a:gd name="T84" fmla="*/ 133 w 173"/>
                <a:gd name="T85" fmla="*/ 185 h 306"/>
                <a:gd name="T86" fmla="*/ 133 w 173"/>
                <a:gd name="T87" fmla="*/ 171 h 306"/>
                <a:gd name="T88" fmla="*/ 140 w 173"/>
                <a:gd name="T89" fmla="*/ 157 h 306"/>
                <a:gd name="T90" fmla="*/ 145 w 173"/>
                <a:gd name="T91" fmla="*/ 135 h 306"/>
                <a:gd name="T92" fmla="*/ 142 w 173"/>
                <a:gd name="T93" fmla="*/ 130 h 306"/>
                <a:gd name="T94" fmla="*/ 140 w 173"/>
                <a:gd name="T95" fmla="*/ 97 h 306"/>
                <a:gd name="T96" fmla="*/ 154 w 173"/>
                <a:gd name="T97" fmla="*/ 86 h 306"/>
                <a:gd name="T98" fmla="*/ 166 w 173"/>
                <a:gd name="T99" fmla="*/ 71 h 306"/>
                <a:gd name="T100" fmla="*/ 171 w 173"/>
                <a:gd name="T101" fmla="*/ 59 h 306"/>
                <a:gd name="T102" fmla="*/ 173 w 173"/>
                <a:gd name="T103" fmla="*/ 52 h 306"/>
                <a:gd name="T104" fmla="*/ 166 w 173"/>
                <a:gd name="T105" fmla="*/ 41 h 306"/>
                <a:gd name="T106" fmla="*/ 161 w 173"/>
                <a:gd name="T107" fmla="*/ 31 h 306"/>
                <a:gd name="T108" fmla="*/ 166 w 173"/>
                <a:gd name="T109" fmla="*/ 10 h 306"/>
                <a:gd name="T110" fmla="*/ 166 w 173"/>
                <a:gd name="T111" fmla="*/ 0 h 306"/>
                <a:gd name="T112" fmla="*/ 121 w 173"/>
                <a:gd name="T113" fmla="*/ 12 h 306"/>
                <a:gd name="T114" fmla="*/ 76 w 173"/>
                <a:gd name="T115" fmla="*/ 24 h 306"/>
                <a:gd name="T116" fmla="*/ 24 w 173"/>
                <a:gd name="T117" fmla="*/ 3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" h="306">
                  <a:moveTo>
                    <a:pt x="19" y="38"/>
                  </a:moveTo>
                  <a:lnTo>
                    <a:pt x="14" y="38"/>
                  </a:lnTo>
                  <a:lnTo>
                    <a:pt x="14" y="41"/>
                  </a:lnTo>
                  <a:lnTo>
                    <a:pt x="7" y="41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0" y="43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3" y="55"/>
                  </a:lnTo>
                  <a:lnTo>
                    <a:pt x="3" y="59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3" y="71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3" y="81"/>
                  </a:lnTo>
                  <a:lnTo>
                    <a:pt x="5" y="83"/>
                  </a:lnTo>
                  <a:lnTo>
                    <a:pt x="5" y="86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3"/>
                  </a:lnTo>
                  <a:lnTo>
                    <a:pt x="7" y="95"/>
                  </a:lnTo>
                  <a:lnTo>
                    <a:pt x="7" y="97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12" y="100"/>
                  </a:lnTo>
                  <a:lnTo>
                    <a:pt x="12" y="102"/>
                  </a:lnTo>
                  <a:lnTo>
                    <a:pt x="10" y="104"/>
                  </a:lnTo>
                  <a:lnTo>
                    <a:pt x="12" y="107"/>
                  </a:lnTo>
                  <a:lnTo>
                    <a:pt x="14" y="107"/>
                  </a:lnTo>
                  <a:lnTo>
                    <a:pt x="14" y="109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4" y="114"/>
                  </a:lnTo>
                  <a:lnTo>
                    <a:pt x="14" y="116"/>
                  </a:lnTo>
                  <a:lnTo>
                    <a:pt x="14" y="114"/>
                  </a:lnTo>
                  <a:lnTo>
                    <a:pt x="14" y="112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7" y="109"/>
                  </a:lnTo>
                  <a:lnTo>
                    <a:pt x="17" y="116"/>
                  </a:lnTo>
                  <a:lnTo>
                    <a:pt x="17" y="116"/>
                  </a:lnTo>
                  <a:lnTo>
                    <a:pt x="19" y="116"/>
                  </a:lnTo>
                  <a:lnTo>
                    <a:pt x="19" y="119"/>
                  </a:lnTo>
                  <a:lnTo>
                    <a:pt x="22" y="121"/>
                  </a:lnTo>
                  <a:lnTo>
                    <a:pt x="22" y="126"/>
                  </a:lnTo>
                  <a:lnTo>
                    <a:pt x="22" y="126"/>
                  </a:lnTo>
                  <a:lnTo>
                    <a:pt x="24" y="128"/>
                  </a:lnTo>
                  <a:lnTo>
                    <a:pt x="24" y="130"/>
                  </a:lnTo>
                  <a:lnTo>
                    <a:pt x="19" y="138"/>
                  </a:lnTo>
                  <a:lnTo>
                    <a:pt x="17" y="140"/>
                  </a:lnTo>
                  <a:lnTo>
                    <a:pt x="19" y="142"/>
                  </a:lnTo>
                  <a:lnTo>
                    <a:pt x="19" y="157"/>
                  </a:lnTo>
                  <a:lnTo>
                    <a:pt x="22" y="161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4" y="159"/>
                  </a:lnTo>
                  <a:lnTo>
                    <a:pt x="24" y="159"/>
                  </a:lnTo>
                  <a:lnTo>
                    <a:pt x="24" y="159"/>
                  </a:lnTo>
                  <a:lnTo>
                    <a:pt x="24" y="161"/>
                  </a:lnTo>
                  <a:lnTo>
                    <a:pt x="24" y="164"/>
                  </a:lnTo>
                  <a:lnTo>
                    <a:pt x="26" y="168"/>
                  </a:lnTo>
                  <a:lnTo>
                    <a:pt x="26" y="171"/>
                  </a:lnTo>
                  <a:lnTo>
                    <a:pt x="29" y="173"/>
                  </a:lnTo>
                  <a:lnTo>
                    <a:pt x="29" y="175"/>
                  </a:lnTo>
                  <a:lnTo>
                    <a:pt x="31" y="175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80"/>
                  </a:lnTo>
                  <a:lnTo>
                    <a:pt x="31" y="183"/>
                  </a:lnTo>
                  <a:lnTo>
                    <a:pt x="31" y="183"/>
                  </a:lnTo>
                  <a:lnTo>
                    <a:pt x="33" y="185"/>
                  </a:lnTo>
                  <a:lnTo>
                    <a:pt x="36" y="185"/>
                  </a:lnTo>
                  <a:lnTo>
                    <a:pt x="36" y="187"/>
                  </a:lnTo>
                  <a:lnTo>
                    <a:pt x="36" y="190"/>
                  </a:lnTo>
                  <a:lnTo>
                    <a:pt x="36" y="190"/>
                  </a:lnTo>
                  <a:lnTo>
                    <a:pt x="36" y="192"/>
                  </a:lnTo>
                  <a:lnTo>
                    <a:pt x="36" y="204"/>
                  </a:lnTo>
                  <a:lnTo>
                    <a:pt x="36" y="204"/>
                  </a:lnTo>
                  <a:lnTo>
                    <a:pt x="36" y="206"/>
                  </a:lnTo>
                  <a:lnTo>
                    <a:pt x="36" y="209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09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3" y="204"/>
                  </a:lnTo>
                  <a:lnTo>
                    <a:pt x="45" y="204"/>
                  </a:lnTo>
                  <a:lnTo>
                    <a:pt x="45" y="204"/>
                  </a:lnTo>
                  <a:lnTo>
                    <a:pt x="48" y="204"/>
                  </a:lnTo>
                  <a:lnTo>
                    <a:pt x="48" y="206"/>
                  </a:lnTo>
                  <a:lnTo>
                    <a:pt x="50" y="209"/>
                  </a:lnTo>
                  <a:lnTo>
                    <a:pt x="50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5" y="213"/>
                  </a:lnTo>
                  <a:lnTo>
                    <a:pt x="55" y="216"/>
                  </a:lnTo>
                  <a:lnTo>
                    <a:pt x="55" y="218"/>
                  </a:lnTo>
                  <a:lnTo>
                    <a:pt x="55" y="220"/>
                  </a:lnTo>
                  <a:lnTo>
                    <a:pt x="57" y="225"/>
                  </a:lnTo>
                  <a:lnTo>
                    <a:pt x="57" y="232"/>
                  </a:lnTo>
                  <a:lnTo>
                    <a:pt x="59" y="239"/>
                  </a:lnTo>
                  <a:lnTo>
                    <a:pt x="62" y="246"/>
                  </a:lnTo>
                  <a:lnTo>
                    <a:pt x="64" y="261"/>
                  </a:lnTo>
                  <a:lnTo>
                    <a:pt x="66" y="268"/>
                  </a:lnTo>
                  <a:lnTo>
                    <a:pt x="66" y="275"/>
                  </a:lnTo>
                  <a:lnTo>
                    <a:pt x="69" y="280"/>
                  </a:lnTo>
                  <a:lnTo>
                    <a:pt x="69" y="284"/>
                  </a:lnTo>
                  <a:lnTo>
                    <a:pt x="71" y="289"/>
                  </a:lnTo>
                  <a:lnTo>
                    <a:pt x="71" y="291"/>
                  </a:lnTo>
                  <a:lnTo>
                    <a:pt x="71" y="291"/>
                  </a:lnTo>
                  <a:lnTo>
                    <a:pt x="71" y="294"/>
                  </a:lnTo>
                  <a:lnTo>
                    <a:pt x="71" y="296"/>
                  </a:lnTo>
                  <a:lnTo>
                    <a:pt x="71" y="301"/>
                  </a:lnTo>
                  <a:lnTo>
                    <a:pt x="74" y="303"/>
                  </a:lnTo>
                  <a:lnTo>
                    <a:pt x="76" y="306"/>
                  </a:lnTo>
                  <a:lnTo>
                    <a:pt x="90" y="303"/>
                  </a:lnTo>
                  <a:lnTo>
                    <a:pt x="95" y="303"/>
                  </a:lnTo>
                  <a:lnTo>
                    <a:pt x="100" y="301"/>
                  </a:lnTo>
                  <a:lnTo>
                    <a:pt x="102" y="301"/>
                  </a:lnTo>
                  <a:lnTo>
                    <a:pt x="107" y="299"/>
                  </a:lnTo>
                  <a:lnTo>
                    <a:pt x="111" y="299"/>
                  </a:lnTo>
                  <a:lnTo>
                    <a:pt x="116" y="299"/>
                  </a:lnTo>
                  <a:lnTo>
                    <a:pt x="121" y="296"/>
                  </a:lnTo>
                  <a:lnTo>
                    <a:pt x="126" y="296"/>
                  </a:lnTo>
                  <a:lnTo>
                    <a:pt x="130" y="296"/>
                  </a:lnTo>
                  <a:lnTo>
                    <a:pt x="135" y="294"/>
                  </a:lnTo>
                  <a:lnTo>
                    <a:pt x="140" y="294"/>
                  </a:lnTo>
                  <a:lnTo>
                    <a:pt x="145" y="291"/>
                  </a:lnTo>
                  <a:lnTo>
                    <a:pt x="149" y="291"/>
                  </a:lnTo>
                  <a:lnTo>
                    <a:pt x="149" y="291"/>
                  </a:lnTo>
                  <a:lnTo>
                    <a:pt x="147" y="287"/>
                  </a:lnTo>
                  <a:lnTo>
                    <a:pt x="145" y="287"/>
                  </a:lnTo>
                  <a:lnTo>
                    <a:pt x="140" y="282"/>
                  </a:lnTo>
                  <a:lnTo>
                    <a:pt x="137" y="282"/>
                  </a:lnTo>
                  <a:lnTo>
                    <a:pt x="137" y="280"/>
                  </a:lnTo>
                  <a:lnTo>
                    <a:pt x="137" y="280"/>
                  </a:lnTo>
                  <a:lnTo>
                    <a:pt x="135" y="277"/>
                  </a:lnTo>
                  <a:lnTo>
                    <a:pt x="135" y="275"/>
                  </a:lnTo>
                  <a:lnTo>
                    <a:pt x="135" y="275"/>
                  </a:lnTo>
                  <a:lnTo>
                    <a:pt x="135" y="273"/>
                  </a:lnTo>
                  <a:lnTo>
                    <a:pt x="137" y="270"/>
                  </a:lnTo>
                  <a:lnTo>
                    <a:pt x="135" y="265"/>
                  </a:lnTo>
                  <a:lnTo>
                    <a:pt x="135" y="263"/>
                  </a:lnTo>
                  <a:lnTo>
                    <a:pt x="137" y="263"/>
                  </a:lnTo>
                  <a:lnTo>
                    <a:pt x="140" y="261"/>
                  </a:lnTo>
                  <a:lnTo>
                    <a:pt x="140" y="258"/>
                  </a:lnTo>
                  <a:lnTo>
                    <a:pt x="137" y="254"/>
                  </a:lnTo>
                  <a:lnTo>
                    <a:pt x="137" y="246"/>
                  </a:lnTo>
                  <a:lnTo>
                    <a:pt x="137" y="244"/>
                  </a:lnTo>
                  <a:lnTo>
                    <a:pt x="137" y="239"/>
                  </a:lnTo>
                  <a:lnTo>
                    <a:pt x="135" y="239"/>
                  </a:lnTo>
                  <a:lnTo>
                    <a:pt x="135" y="235"/>
                  </a:lnTo>
                  <a:lnTo>
                    <a:pt x="135" y="232"/>
                  </a:lnTo>
                  <a:lnTo>
                    <a:pt x="135" y="232"/>
                  </a:lnTo>
                  <a:lnTo>
                    <a:pt x="135" y="232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35" y="228"/>
                  </a:lnTo>
                  <a:lnTo>
                    <a:pt x="135" y="228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7" y="223"/>
                  </a:lnTo>
                  <a:lnTo>
                    <a:pt x="135" y="220"/>
                  </a:lnTo>
                  <a:lnTo>
                    <a:pt x="135" y="216"/>
                  </a:lnTo>
                  <a:lnTo>
                    <a:pt x="130" y="194"/>
                  </a:lnTo>
                  <a:lnTo>
                    <a:pt x="130" y="192"/>
                  </a:lnTo>
                  <a:lnTo>
                    <a:pt x="130" y="190"/>
                  </a:lnTo>
                  <a:lnTo>
                    <a:pt x="133" y="185"/>
                  </a:lnTo>
                  <a:lnTo>
                    <a:pt x="133" y="183"/>
                  </a:lnTo>
                  <a:lnTo>
                    <a:pt x="133" y="180"/>
                  </a:lnTo>
                  <a:lnTo>
                    <a:pt x="133" y="175"/>
                  </a:lnTo>
                  <a:lnTo>
                    <a:pt x="133" y="171"/>
                  </a:lnTo>
                  <a:lnTo>
                    <a:pt x="133" y="171"/>
                  </a:lnTo>
                  <a:lnTo>
                    <a:pt x="135" y="168"/>
                  </a:lnTo>
                  <a:lnTo>
                    <a:pt x="135" y="166"/>
                  </a:lnTo>
                  <a:lnTo>
                    <a:pt x="140" y="161"/>
                  </a:lnTo>
                  <a:lnTo>
                    <a:pt x="140" y="159"/>
                  </a:lnTo>
                  <a:lnTo>
                    <a:pt x="140" y="157"/>
                  </a:lnTo>
                  <a:lnTo>
                    <a:pt x="140" y="154"/>
                  </a:lnTo>
                  <a:lnTo>
                    <a:pt x="140" y="152"/>
                  </a:lnTo>
                  <a:lnTo>
                    <a:pt x="140" y="147"/>
                  </a:lnTo>
                  <a:lnTo>
                    <a:pt x="140" y="145"/>
                  </a:lnTo>
                  <a:lnTo>
                    <a:pt x="145" y="135"/>
                  </a:lnTo>
                  <a:lnTo>
                    <a:pt x="145" y="135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42" y="133"/>
                  </a:lnTo>
                  <a:lnTo>
                    <a:pt x="142" y="130"/>
                  </a:lnTo>
                  <a:lnTo>
                    <a:pt x="145" y="123"/>
                  </a:lnTo>
                  <a:lnTo>
                    <a:pt x="145" y="119"/>
                  </a:lnTo>
                  <a:lnTo>
                    <a:pt x="142" y="114"/>
                  </a:lnTo>
                  <a:lnTo>
                    <a:pt x="140" y="104"/>
                  </a:lnTo>
                  <a:lnTo>
                    <a:pt x="140" y="97"/>
                  </a:lnTo>
                  <a:lnTo>
                    <a:pt x="140" y="93"/>
                  </a:lnTo>
                  <a:lnTo>
                    <a:pt x="142" y="90"/>
                  </a:lnTo>
                  <a:lnTo>
                    <a:pt x="147" y="88"/>
                  </a:lnTo>
                  <a:lnTo>
                    <a:pt x="152" y="88"/>
                  </a:lnTo>
                  <a:lnTo>
                    <a:pt x="154" y="86"/>
                  </a:lnTo>
                  <a:lnTo>
                    <a:pt x="156" y="86"/>
                  </a:lnTo>
                  <a:lnTo>
                    <a:pt x="156" y="81"/>
                  </a:lnTo>
                  <a:lnTo>
                    <a:pt x="159" y="78"/>
                  </a:lnTo>
                  <a:lnTo>
                    <a:pt x="166" y="71"/>
                  </a:lnTo>
                  <a:lnTo>
                    <a:pt x="166" y="71"/>
                  </a:lnTo>
                  <a:lnTo>
                    <a:pt x="168" y="69"/>
                  </a:lnTo>
                  <a:lnTo>
                    <a:pt x="168" y="67"/>
                  </a:lnTo>
                  <a:lnTo>
                    <a:pt x="171" y="64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7"/>
                  </a:lnTo>
                  <a:lnTo>
                    <a:pt x="171" y="55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0"/>
                  </a:lnTo>
                  <a:lnTo>
                    <a:pt x="173" y="50"/>
                  </a:lnTo>
                  <a:lnTo>
                    <a:pt x="173" y="48"/>
                  </a:lnTo>
                  <a:lnTo>
                    <a:pt x="171" y="48"/>
                  </a:lnTo>
                  <a:lnTo>
                    <a:pt x="166" y="41"/>
                  </a:lnTo>
                  <a:lnTo>
                    <a:pt x="166" y="41"/>
                  </a:lnTo>
                  <a:lnTo>
                    <a:pt x="166" y="38"/>
                  </a:lnTo>
                  <a:lnTo>
                    <a:pt x="163" y="36"/>
                  </a:lnTo>
                  <a:lnTo>
                    <a:pt x="161" y="36"/>
                  </a:lnTo>
                  <a:lnTo>
                    <a:pt x="161" y="31"/>
                  </a:lnTo>
                  <a:lnTo>
                    <a:pt x="163" y="26"/>
                  </a:lnTo>
                  <a:lnTo>
                    <a:pt x="166" y="22"/>
                  </a:lnTo>
                  <a:lnTo>
                    <a:pt x="168" y="15"/>
                  </a:lnTo>
                  <a:lnTo>
                    <a:pt x="168" y="12"/>
                  </a:lnTo>
                  <a:lnTo>
                    <a:pt x="166" y="10"/>
                  </a:lnTo>
                  <a:lnTo>
                    <a:pt x="166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3" y="0"/>
                  </a:lnTo>
                  <a:lnTo>
                    <a:pt x="166" y="0"/>
                  </a:lnTo>
                  <a:lnTo>
                    <a:pt x="156" y="3"/>
                  </a:lnTo>
                  <a:lnTo>
                    <a:pt x="147" y="5"/>
                  </a:lnTo>
                  <a:lnTo>
                    <a:pt x="137" y="7"/>
                  </a:lnTo>
                  <a:lnTo>
                    <a:pt x="130" y="10"/>
                  </a:lnTo>
                  <a:lnTo>
                    <a:pt x="121" y="12"/>
                  </a:lnTo>
                  <a:lnTo>
                    <a:pt x="111" y="15"/>
                  </a:lnTo>
                  <a:lnTo>
                    <a:pt x="104" y="17"/>
                  </a:lnTo>
                  <a:lnTo>
                    <a:pt x="95" y="19"/>
                  </a:lnTo>
                  <a:lnTo>
                    <a:pt x="85" y="22"/>
                  </a:lnTo>
                  <a:lnTo>
                    <a:pt x="76" y="24"/>
                  </a:lnTo>
                  <a:lnTo>
                    <a:pt x="69" y="26"/>
                  </a:lnTo>
                  <a:lnTo>
                    <a:pt x="59" y="29"/>
                  </a:lnTo>
                  <a:lnTo>
                    <a:pt x="40" y="33"/>
                  </a:lnTo>
                  <a:lnTo>
                    <a:pt x="33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19" y="3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2" name="Freeform 10">
              <a:extLst>
                <a:ext uri="{FF2B5EF4-FFF2-40B4-BE49-F238E27FC236}">
                  <a16:creationId xmlns:a16="http://schemas.microsoft.com/office/drawing/2014/main" id="{C46C7637-4605-41FE-ADBF-108E2C5EA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76225" y="2755881"/>
              <a:ext cx="750533" cy="413501"/>
            </a:xfrm>
            <a:custGeom>
              <a:avLst/>
              <a:gdLst>
                <a:gd name="T0" fmla="*/ 769 w 795"/>
                <a:gd name="T1" fmla="*/ 192 h 438"/>
                <a:gd name="T2" fmla="*/ 757 w 795"/>
                <a:gd name="T3" fmla="*/ 128 h 438"/>
                <a:gd name="T4" fmla="*/ 752 w 795"/>
                <a:gd name="T5" fmla="*/ 150 h 438"/>
                <a:gd name="T6" fmla="*/ 740 w 795"/>
                <a:gd name="T7" fmla="*/ 173 h 438"/>
                <a:gd name="T8" fmla="*/ 740 w 795"/>
                <a:gd name="T9" fmla="*/ 197 h 438"/>
                <a:gd name="T10" fmla="*/ 750 w 795"/>
                <a:gd name="T11" fmla="*/ 232 h 438"/>
                <a:gd name="T12" fmla="*/ 757 w 795"/>
                <a:gd name="T13" fmla="*/ 197 h 438"/>
                <a:gd name="T14" fmla="*/ 769 w 795"/>
                <a:gd name="T15" fmla="*/ 180 h 438"/>
                <a:gd name="T16" fmla="*/ 781 w 795"/>
                <a:gd name="T17" fmla="*/ 116 h 438"/>
                <a:gd name="T18" fmla="*/ 785 w 795"/>
                <a:gd name="T19" fmla="*/ 131 h 438"/>
                <a:gd name="T20" fmla="*/ 722 w 795"/>
                <a:gd name="T21" fmla="*/ 268 h 438"/>
                <a:gd name="T22" fmla="*/ 703 w 795"/>
                <a:gd name="T23" fmla="*/ 270 h 438"/>
                <a:gd name="T24" fmla="*/ 677 w 795"/>
                <a:gd name="T25" fmla="*/ 242 h 438"/>
                <a:gd name="T26" fmla="*/ 620 w 795"/>
                <a:gd name="T27" fmla="*/ 239 h 438"/>
                <a:gd name="T28" fmla="*/ 639 w 795"/>
                <a:gd name="T29" fmla="*/ 237 h 438"/>
                <a:gd name="T30" fmla="*/ 660 w 795"/>
                <a:gd name="T31" fmla="*/ 237 h 438"/>
                <a:gd name="T32" fmla="*/ 691 w 795"/>
                <a:gd name="T33" fmla="*/ 251 h 438"/>
                <a:gd name="T34" fmla="*/ 717 w 795"/>
                <a:gd name="T35" fmla="*/ 242 h 438"/>
                <a:gd name="T36" fmla="*/ 670 w 795"/>
                <a:gd name="T37" fmla="*/ 216 h 438"/>
                <a:gd name="T38" fmla="*/ 691 w 795"/>
                <a:gd name="T39" fmla="*/ 225 h 438"/>
                <a:gd name="T40" fmla="*/ 698 w 795"/>
                <a:gd name="T41" fmla="*/ 211 h 438"/>
                <a:gd name="T42" fmla="*/ 710 w 795"/>
                <a:gd name="T43" fmla="*/ 202 h 438"/>
                <a:gd name="T44" fmla="*/ 698 w 795"/>
                <a:gd name="T45" fmla="*/ 187 h 438"/>
                <a:gd name="T46" fmla="*/ 662 w 795"/>
                <a:gd name="T47" fmla="*/ 168 h 438"/>
                <a:gd name="T48" fmla="*/ 634 w 795"/>
                <a:gd name="T49" fmla="*/ 150 h 438"/>
                <a:gd name="T50" fmla="*/ 617 w 795"/>
                <a:gd name="T51" fmla="*/ 133 h 438"/>
                <a:gd name="T52" fmla="*/ 665 w 795"/>
                <a:gd name="T53" fmla="*/ 166 h 438"/>
                <a:gd name="T54" fmla="*/ 688 w 795"/>
                <a:gd name="T55" fmla="*/ 180 h 438"/>
                <a:gd name="T56" fmla="*/ 698 w 795"/>
                <a:gd name="T57" fmla="*/ 168 h 438"/>
                <a:gd name="T58" fmla="*/ 696 w 795"/>
                <a:gd name="T59" fmla="*/ 142 h 438"/>
                <a:gd name="T60" fmla="*/ 662 w 795"/>
                <a:gd name="T61" fmla="*/ 128 h 438"/>
                <a:gd name="T62" fmla="*/ 625 w 795"/>
                <a:gd name="T63" fmla="*/ 123 h 438"/>
                <a:gd name="T64" fmla="*/ 613 w 795"/>
                <a:gd name="T65" fmla="*/ 102 h 438"/>
                <a:gd name="T66" fmla="*/ 584 w 795"/>
                <a:gd name="T67" fmla="*/ 102 h 438"/>
                <a:gd name="T68" fmla="*/ 594 w 795"/>
                <a:gd name="T69" fmla="*/ 76 h 438"/>
                <a:gd name="T70" fmla="*/ 599 w 795"/>
                <a:gd name="T71" fmla="*/ 45 h 438"/>
                <a:gd name="T72" fmla="*/ 558 w 795"/>
                <a:gd name="T73" fmla="*/ 29 h 438"/>
                <a:gd name="T74" fmla="*/ 521 w 795"/>
                <a:gd name="T75" fmla="*/ 5 h 438"/>
                <a:gd name="T76" fmla="*/ 459 w 795"/>
                <a:gd name="T77" fmla="*/ 5 h 438"/>
                <a:gd name="T78" fmla="*/ 459 w 795"/>
                <a:gd name="T79" fmla="*/ 34 h 438"/>
                <a:gd name="T80" fmla="*/ 445 w 795"/>
                <a:gd name="T81" fmla="*/ 64 h 438"/>
                <a:gd name="T82" fmla="*/ 431 w 795"/>
                <a:gd name="T83" fmla="*/ 81 h 438"/>
                <a:gd name="T84" fmla="*/ 407 w 795"/>
                <a:gd name="T85" fmla="*/ 109 h 438"/>
                <a:gd name="T86" fmla="*/ 393 w 795"/>
                <a:gd name="T87" fmla="*/ 142 h 438"/>
                <a:gd name="T88" fmla="*/ 355 w 795"/>
                <a:gd name="T89" fmla="*/ 131 h 438"/>
                <a:gd name="T90" fmla="*/ 348 w 795"/>
                <a:gd name="T91" fmla="*/ 161 h 438"/>
                <a:gd name="T92" fmla="*/ 338 w 795"/>
                <a:gd name="T93" fmla="*/ 187 h 438"/>
                <a:gd name="T94" fmla="*/ 319 w 795"/>
                <a:gd name="T95" fmla="*/ 256 h 438"/>
                <a:gd name="T96" fmla="*/ 315 w 795"/>
                <a:gd name="T97" fmla="*/ 273 h 438"/>
                <a:gd name="T98" fmla="*/ 284 w 795"/>
                <a:gd name="T99" fmla="*/ 289 h 438"/>
                <a:gd name="T100" fmla="*/ 263 w 795"/>
                <a:gd name="T101" fmla="*/ 292 h 438"/>
                <a:gd name="T102" fmla="*/ 251 w 795"/>
                <a:gd name="T103" fmla="*/ 310 h 438"/>
                <a:gd name="T104" fmla="*/ 213 w 795"/>
                <a:gd name="T105" fmla="*/ 313 h 438"/>
                <a:gd name="T106" fmla="*/ 182 w 795"/>
                <a:gd name="T107" fmla="*/ 329 h 438"/>
                <a:gd name="T108" fmla="*/ 159 w 795"/>
                <a:gd name="T109" fmla="*/ 318 h 438"/>
                <a:gd name="T110" fmla="*/ 154 w 795"/>
                <a:gd name="T111" fmla="*/ 301 h 438"/>
                <a:gd name="T112" fmla="*/ 88 w 795"/>
                <a:gd name="T113" fmla="*/ 365 h 438"/>
                <a:gd name="T114" fmla="*/ 73 w 795"/>
                <a:gd name="T115" fmla="*/ 391 h 438"/>
                <a:gd name="T116" fmla="*/ 26 w 795"/>
                <a:gd name="T117" fmla="*/ 424 h 438"/>
                <a:gd name="T118" fmla="*/ 166 w 795"/>
                <a:gd name="T119" fmla="*/ 412 h 438"/>
                <a:gd name="T120" fmla="*/ 360 w 795"/>
                <a:gd name="T121" fmla="*/ 381 h 438"/>
                <a:gd name="T122" fmla="*/ 724 w 795"/>
                <a:gd name="T123" fmla="*/ 313 h 438"/>
                <a:gd name="T124" fmla="*/ 771 w 795"/>
                <a:gd name="T125" fmla="*/ 29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5" h="438">
                  <a:moveTo>
                    <a:pt x="767" y="301"/>
                  </a:moveTo>
                  <a:lnTo>
                    <a:pt x="767" y="303"/>
                  </a:lnTo>
                  <a:lnTo>
                    <a:pt x="767" y="303"/>
                  </a:lnTo>
                  <a:lnTo>
                    <a:pt x="767" y="303"/>
                  </a:lnTo>
                  <a:lnTo>
                    <a:pt x="769" y="303"/>
                  </a:lnTo>
                  <a:lnTo>
                    <a:pt x="769" y="303"/>
                  </a:lnTo>
                  <a:lnTo>
                    <a:pt x="769" y="301"/>
                  </a:lnTo>
                  <a:lnTo>
                    <a:pt x="767" y="301"/>
                  </a:lnTo>
                  <a:close/>
                  <a:moveTo>
                    <a:pt x="759" y="218"/>
                  </a:moveTo>
                  <a:lnTo>
                    <a:pt x="757" y="218"/>
                  </a:lnTo>
                  <a:lnTo>
                    <a:pt x="759" y="221"/>
                  </a:lnTo>
                  <a:lnTo>
                    <a:pt x="762" y="218"/>
                  </a:lnTo>
                  <a:lnTo>
                    <a:pt x="762" y="216"/>
                  </a:lnTo>
                  <a:lnTo>
                    <a:pt x="762" y="213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59" y="216"/>
                  </a:lnTo>
                  <a:lnTo>
                    <a:pt x="759" y="218"/>
                  </a:lnTo>
                  <a:close/>
                  <a:moveTo>
                    <a:pt x="769" y="192"/>
                  </a:moveTo>
                  <a:lnTo>
                    <a:pt x="769" y="190"/>
                  </a:lnTo>
                  <a:lnTo>
                    <a:pt x="769" y="187"/>
                  </a:lnTo>
                  <a:lnTo>
                    <a:pt x="769" y="187"/>
                  </a:lnTo>
                  <a:lnTo>
                    <a:pt x="767" y="187"/>
                  </a:lnTo>
                  <a:lnTo>
                    <a:pt x="767" y="194"/>
                  </a:lnTo>
                  <a:lnTo>
                    <a:pt x="767" y="197"/>
                  </a:lnTo>
                  <a:lnTo>
                    <a:pt x="767" y="197"/>
                  </a:lnTo>
                  <a:lnTo>
                    <a:pt x="767" y="197"/>
                  </a:lnTo>
                  <a:lnTo>
                    <a:pt x="769" y="192"/>
                  </a:lnTo>
                  <a:close/>
                  <a:moveTo>
                    <a:pt x="781" y="114"/>
                  </a:moveTo>
                  <a:lnTo>
                    <a:pt x="778" y="114"/>
                  </a:lnTo>
                  <a:lnTo>
                    <a:pt x="774" y="116"/>
                  </a:lnTo>
                  <a:lnTo>
                    <a:pt x="769" y="119"/>
                  </a:lnTo>
                  <a:lnTo>
                    <a:pt x="764" y="119"/>
                  </a:lnTo>
                  <a:lnTo>
                    <a:pt x="762" y="121"/>
                  </a:lnTo>
                  <a:lnTo>
                    <a:pt x="759" y="121"/>
                  </a:lnTo>
                  <a:lnTo>
                    <a:pt x="759" y="121"/>
                  </a:lnTo>
                  <a:lnTo>
                    <a:pt x="757" y="123"/>
                  </a:lnTo>
                  <a:lnTo>
                    <a:pt x="757" y="126"/>
                  </a:lnTo>
                  <a:lnTo>
                    <a:pt x="759" y="126"/>
                  </a:lnTo>
                  <a:lnTo>
                    <a:pt x="757" y="128"/>
                  </a:lnTo>
                  <a:lnTo>
                    <a:pt x="757" y="128"/>
                  </a:lnTo>
                  <a:lnTo>
                    <a:pt x="752" y="131"/>
                  </a:lnTo>
                  <a:lnTo>
                    <a:pt x="752" y="133"/>
                  </a:lnTo>
                  <a:lnTo>
                    <a:pt x="750" y="135"/>
                  </a:lnTo>
                  <a:lnTo>
                    <a:pt x="750" y="135"/>
                  </a:lnTo>
                  <a:lnTo>
                    <a:pt x="752" y="135"/>
                  </a:lnTo>
                  <a:lnTo>
                    <a:pt x="755" y="135"/>
                  </a:lnTo>
                  <a:lnTo>
                    <a:pt x="757" y="135"/>
                  </a:lnTo>
                  <a:lnTo>
                    <a:pt x="757" y="138"/>
                  </a:lnTo>
                  <a:lnTo>
                    <a:pt x="757" y="138"/>
                  </a:lnTo>
                  <a:lnTo>
                    <a:pt x="757" y="140"/>
                  </a:lnTo>
                  <a:lnTo>
                    <a:pt x="757" y="140"/>
                  </a:lnTo>
                  <a:lnTo>
                    <a:pt x="759" y="140"/>
                  </a:lnTo>
                  <a:lnTo>
                    <a:pt x="757" y="142"/>
                  </a:lnTo>
                  <a:lnTo>
                    <a:pt x="755" y="142"/>
                  </a:lnTo>
                  <a:lnTo>
                    <a:pt x="755" y="142"/>
                  </a:lnTo>
                  <a:lnTo>
                    <a:pt x="755" y="142"/>
                  </a:lnTo>
                  <a:lnTo>
                    <a:pt x="755" y="145"/>
                  </a:lnTo>
                  <a:lnTo>
                    <a:pt x="755" y="145"/>
                  </a:lnTo>
                  <a:lnTo>
                    <a:pt x="757" y="147"/>
                  </a:lnTo>
                  <a:lnTo>
                    <a:pt x="752" y="150"/>
                  </a:lnTo>
                  <a:lnTo>
                    <a:pt x="750" y="150"/>
                  </a:lnTo>
                  <a:lnTo>
                    <a:pt x="750" y="147"/>
                  </a:lnTo>
                  <a:lnTo>
                    <a:pt x="748" y="147"/>
                  </a:lnTo>
                  <a:lnTo>
                    <a:pt x="748" y="150"/>
                  </a:lnTo>
                  <a:lnTo>
                    <a:pt x="750" y="152"/>
                  </a:lnTo>
                  <a:lnTo>
                    <a:pt x="750" y="152"/>
                  </a:lnTo>
                  <a:lnTo>
                    <a:pt x="750" y="154"/>
                  </a:lnTo>
                  <a:lnTo>
                    <a:pt x="748" y="157"/>
                  </a:lnTo>
                  <a:lnTo>
                    <a:pt x="748" y="157"/>
                  </a:lnTo>
                  <a:lnTo>
                    <a:pt x="750" y="157"/>
                  </a:lnTo>
                  <a:lnTo>
                    <a:pt x="750" y="157"/>
                  </a:lnTo>
                  <a:lnTo>
                    <a:pt x="748" y="161"/>
                  </a:lnTo>
                  <a:lnTo>
                    <a:pt x="748" y="164"/>
                  </a:lnTo>
                  <a:lnTo>
                    <a:pt x="748" y="166"/>
                  </a:lnTo>
                  <a:lnTo>
                    <a:pt x="745" y="166"/>
                  </a:lnTo>
                  <a:lnTo>
                    <a:pt x="745" y="166"/>
                  </a:lnTo>
                  <a:lnTo>
                    <a:pt x="743" y="168"/>
                  </a:lnTo>
                  <a:lnTo>
                    <a:pt x="743" y="171"/>
                  </a:lnTo>
                  <a:lnTo>
                    <a:pt x="745" y="171"/>
                  </a:lnTo>
                  <a:lnTo>
                    <a:pt x="743" y="173"/>
                  </a:lnTo>
                  <a:lnTo>
                    <a:pt x="740" y="173"/>
                  </a:lnTo>
                  <a:lnTo>
                    <a:pt x="740" y="176"/>
                  </a:lnTo>
                  <a:lnTo>
                    <a:pt x="740" y="176"/>
                  </a:lnTo>
                  <a:lnTo>
                    <a:pt x="740" y="176"/>
                  </a:lnTo>
                  <a:lnTo>
                    <a:pt x="740" y="178"/>
                  </a:lnTo>
                  <a:lnTo>
                    <a:pt x="740" y="180"/>
                  </a:lnTo>
                  <a:lnTo>
                    <a:pt x="743" y="180"/>
                  </a:lnTo>
                  <a:lnTo>
                    <a:pt x="743" y="183"/>
                  </a:lnTo>
                  <a:lnTo>
                    <a:pt x="740" y="185"/>
                  </a:lnTo>
                  <a:lnTo>
                    <a:pt x="740" y="187"/>
                  </a:lnTo>
                  <a:lnTo>
                    <a:pt x="740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0" y="192"/>
                  </a:lnTo>
                  <a:lnTo>
                    <a:pt x="740" y="194"/>
                  </a:lnTo>
                  <a:lnTo>
                    <a:pt x="740" y="197"/>
                  </a:lnTo>
                  <a:lnTo>
                    <a:pt x="740" y="199"/>
                  </a:lnTo>
                  <a:lnTo>
                    <a:pt x="740" y="199"/>
                  </a:lnTo>
                  <a:lnTo>
                    <a:pt x="740" y="199"/>
                  </a:lnTo>
                  <a:lnTo>
                    <a:pt x="740" y="197"/>
                  </a:lnTo>
                  <a:lnTo>
                    <a:pt x="740" y="197"/>
                  </a:lnTo>
                  <a:lnTo>
                    <a:pt x="743" y="197"/>
                  </a:lnTo>
                  <a:lnTo>
                    <a:pt x="743" y="199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6"/>
                  </a:lnTo>
                  <a:lnTo>
                    <a:pt x="738" y="213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11"/>
                  </a:lnTo>
                  <a:lnTo>
                    <a:pt x="740" y="213"/>
                  </a:lnTo>
                  <a:lnTo>
                    <a:pt x="740" y="216"/>
                  </a:lnTo>
                  <a:lnTo>
                    <a:pt x="740" y="221"/>
                  </a:lnTo>
                  <a:lnTo>
                    <a:pt x="743" y="221"/>
                  </a:lnTo>
                  <a:lnTo>
                    <a:pt x="743" y="223"/>
                  </a:lnTo>
                  <a:lnTo>
                    <a:pt x="743" y="223"/>
                  </a:lnTo>
                  <a:lnTo>
                    <a:pt x="745" y="228"/>
                  </a:lnTo>
                  <a:lnTo>
                    <a:pt x="748" y="230"/>
                  </a:lnTo>
                  <a:lnTo>
                    <a:pt x="748" y="232"/>
                  </a:lnTo>
                  <a:lnTo>
                    <a:pt x="750" y="232"/>
                  </a:lnTo>
                  <a:lnTo>
                    <a:pt x="752" y="232"/>
                  </a:lnTo>
                  <a:lnTo>
                    <a:pt x="752" y="230"/>
                  </a:lnTo>
                  <a:lnTo>
                    <a:pt x="752" y="228"/>
                  </a:lnTo>
                  <a:lnTo>
                    <a:pt x="752" y="223"/>
                  </a:lnTo>
                  <a:lnTo>
                    <a:pt x="752" y="223"/>
                  </a:lnTo>
                  <a:lnTo>
                    <a:pt x="752" y="221"/>
                  </a:lnTo>
                  <a:lnTo>
                    <a:pt x="752" y="221"/>
                  </a:lnTo>
                  <a:lnTo>
                    <a:pt x="755" y="221"/>
                  </a:lnTo>
                  <a:lnTo>
                    <a:pt x="755" y="225"/>
                  </a:lnTo>
                  <a:lnTo>
                    <a:pt x="755" y="228"/>
                  </a:lnTo>
                  <a:lnTo>
                    <a:pt x="757" y="225"/>
                  </a:lnTo>
                  <a:lnTo>
                    <a:pt x="757" y="225"/>
                  </a:lnTo>
                  <a:lnTo>
                    <a:pt x="755" y="223"/>
                  </a:lnTo>
                  <a:lnTo>
                    <a:pt x="755" y="221"/>
                  </a:lnTo>
                  <a:lnTo>
                    <a:pt x="755" y="218"/>
                  </a:lnTo>
                  <a:lnTo>
                    <a:pt x="755" y="216"/>
                  </a:lnTo>
                  <a:lnTo>
                    <a:pt x="755" y="204"/>
                  </a:lnTo>
                  <a:lnTo>
                    <a:pt x="755" y="204"/>
                  </a:lnTo>
                  <a:lnTo>
                    <a:pt x="755" y="202"/>
                  </a:lnTo>
                  <a:lnTo>
                    <a:pt x="755" y="199"/>
                  </a:lnTo>
                  <a:lnTo>
                    <a:pt x="757" y="197"/>
                  </a:lnTo>
                  <a:lnTo>
                    <a:pt x="757" y="194"/>
                  </a:lnTo>
                  <a:lnTo>
                    <a:pt x="755" y="194"/>
                  </a:lnTo>
                  <a:lnTo>
                    <a:pt x="755" y="192"/>
                  </a:lnTo>
                  <a:lnTo>
                    <a:pt x="755" y="192"/>
                  </a:lnTo>
                  <a:lnTo>
                    <a:pt x="757" y="187"/>
                  </a:lnTo>
                  <a:lnTo>
                    <a:pt x="757" y="187"/>
                  </a:lnTo>
                  <a:lnTo>
                    <a:pt x="757" y="185"/>
                  </a:lnTo>
                  <a:lnTo>
                    <a:pt x="764" y="183"/>
                  </a:lnTo>
                  <a:lnTo>
                    <a:pt x="764" y="183"/>
                  </a:lnTo>
                  <a:lnTo>
                    <a:pt x="762" y="183"/>
                  </a:lnTo>
                  <a:lnTo>
                    <a:pt x="762" y="183"/>
                  </a:lnTo>
                  <a:lnTo>
                    <a:pt x="759" y="183"/>
                  </a:lnTo>
                  <a:lnTo>
                    <a:pt x="759" y="180"/>
                  </a:lnTo>
                  <a:lnTo>
                    <a:pt x="762" y="178"/>
                  </a:lnTo>
                  <a:lnTo>
                    <a:pt x="762" y="176"/>
                  </a:lnTo>
                  <a:lnTo>
                    <a:pt x="764" y="178"/>
                  </a:lnTo>
                  <a:lnTo>
                    <a:pt x="764" y="180"/>
                  </a:lnTo>
                  <a:lnTo>
                    <a:pt x="767" y="180"/>
                  </a:lnTo>
                  <a:lnTo>
                    <a:pt x="767" y="183"/>
                  </a:lnTo>
                  <a:lnTo>
                    <a:pt x="769" y="183"/>
                  </a:lnTo>
                  <a:lnTo>
                    <a:pt x="769" y="180"/>
                  </a:lnTo>
                  <a:lnTo>
                    <a:pt x="771" y="178"/>
                  </a:lnTo>
                  <a:lnTo>
                    <a:pt x="774" y="176"/>
                  </a:lnTo>
                  <a:lnTo>
                    <a:pt x="774" y="171"/>
                  </a:lnTo>
                  <a:lnTo>
                    <a:pt x="771" y="171"/>
                  </a:lnTo>
                  <a:lnTo>
                    <a:pt x="771" y="168"/>
                  </a:lnTo>
                  <a:lnTo>
                    <a:pt x="771" y="164"/>
                  </a:lnTo>
                  <a:lnTo>
                    <a:pt x="774" y="159"/>
                  </a:lnTo>
                  <a:lnTo>
                    <a:pt x="774" y="154"/>
                  </a:lnTo>
                  <a:lnTo>
                    <a:pt x="776" y="138"/>
                  </a:lnTo>
                  <a:lnTo>
                    <a:pt x="781" y="133"/>
                  </a:lnTo>
                  <a:lnTo>
                    <a:pt x="781" y="131"/>
                  </a:lnTo>
                  <a:lnTo>
                    <a:pt x="778" y="128"/>
                  </a:lnTo>
                  <a:lnTo>
                    <a:pt x="781" y="128"/>
                  </a:lnTo>
                  <a:lnTo>
                    <a:pt x="781" y="126"/>
                  </a:lnTo>
                  <a:lnTo>
                    <a:pt x="781" y="126"/>
                  </a:lnTo>
                  <a:lnTo>
                    <a:pt x="778" y="126"/>
                  </a:lnTo>
                  <a:lnTo>
                    <a:pt x="778" y="121"/>
                  </a:lnTo>
                  <a:lnTo>
                    <a:pt x="778" y="119"/>
                  </a:lnTo>
                  <a:lnTo>
                    <a:pt x="778" y="119"/>
                  </a:lnTo>
                  <a:lnTo>
                    <a:pt x="778" y="116"/>
                  </a:lnTo>
                  <a:lnTo>
                    <a:pt x="781" y="116"/>
                  </a:lnTo>
                  <a:lnTo>
                    <a:pt x="781" y="114"/>
                  </a:lnTo>
                  <a:lnTo>
                    <a:pt x="781" y="114"/>
                  </a:lnTo>
                  <a:lnTo>
                    <a:pt x="781" y="114"/>
                  </a:lnTo>
                  <a:close/>
                  <a:moveTo>
                    <a:pt x="795" y="109"/>
                  </a:moveTo>
                  <a:lnTo>
                    <a:pt x="793" y="109"/>
                  </a:lnTo>
                  <a:lnTo>
                    <a:pt x="793" y="109"/>
                  </a:lnTo>
                  <a:lnTo>
                    <a:pt x="793" y="112"/>
                  </a:lnTo>
                  <a:lnTo>
                    <a:pt x="790" y="116"/>
                  </a:lnTo>
                  <a:lnTo>
                    <a:pt x="790" y="116"/>
                  </a:lnTo>
                  <a:lnTo>
                    <a:pt x="790" y="121"/>
                  </a:lnTo>
                  <a:lnTo>
                    <a:pt x="790" y="123"/>
                  </a:lnTo>
                  <a:lnTo>
                    <a:pt x="788" y="123"/>
                  </a:lnTo>
                  <a:lnTo>
                    <a:pt x="788" y="126"/>
                  </a:lnTo>
                  <a:lnTo>
                    <a:pt x="788" y="126"/>
                  </a:lnTo>
                  <a:lnTo>
                    <a:pt x="785" y="126"/>
                  </a:lnTo>
                  <a:lnTo>
                    <a:pt x="785" y="126"/>
                  </a:lnTo>
                  <a:lnTo>
                    <a:pt x="788" y="128"/>
                  </a:lnTo>
                  <a:lnTo>
                    <a:pt x="788" y="128"/>
                  </a:lnTo>
                  <a:lnTo>
                    <a:pt x="788" y="131"/>
                  </a:lnTo>
                  <a:lnTo>
                    <a:pt x="788" y="131"/>
                  </a:lnTo>
                  <a:lnTo>
                    <a:pt x="785" y="131"/>
                  </a:lnTo>
                  <a:lnTo>
                    <a:pt x="785" y="131"/>
                  </a:lnTo>
                  <a:lnTo>
                    <a:pt x="785" y="131"/>
                  </a:lnTo>
                  <a:lnTo>
                    <a:pt x="788" y="131"/>
                  </a:lnTo>
                  <a:lnTo>
                    <a:pt x="790" y="128"/>
                  </a:lnTo>
                  <a:lnTo>
                    <a:pt x="793" y="123"/>
                  </a:lnTo>
                  <a:lnTo>
                    <a:pt x="795" y="107"/>
                  </a:lnTo>
                  <a:lnTo>
                    <a:pt x="795" y="109"/>
                  </a:lnTo>
                  <a:close/>
                  <a:moveTo>
                    <a:pt x="757" y="273"/>
                  </a:moveTo>
                  <a:lnTo>
                    <a:pt x="755" y="263"/>
                  </a:lnTo>
                  <a:lnTo>
                    <a:pt x="752" y="261"/>
                  </a:lnTo>
                  <a:lnTo>
                    <a:pt x="750" y="261"/>
                  </a:lnTo>
                  <a:lnTo>
                    <a:pt x="748" y="263"/>
                  </a:lnTo>
                  <a:lnTo>
                    <a:pt x="743" y="263"/>
                  </a:lnTo>
                  <a:lnTo>
                    <a:pt x="738" y="263"/>
                  </a:lnTo>
                  <a:lnTo>
                    <a:pt x="733" y="263"/>
                  </a:lnTo>
                  <a:lnTo>
                    <a:pt x="724" y="261"/>
                  </a:lnTo>
                  <a:lnTo>
                    <a:pt x="722" y="261"/>
                  </a:lnTo>
                  <a:lnTo>
                    <a:pt x="719" y="265"/>
                  </a:lnTo>
                  <a:lnTo>
                    <a:pt x="719" y="265"/>
                  </a:lnTo>
                  <a:lnTo>
                    <a:pt x="722" y="268"/>
                  </a:lnTo>
                  <a:lnTo>
                    <a:pt x="722" y="268"/>
                  </a:lnTo>
                  <a:lnTo>
                    <a:pt x="722" y="270"/>
                  </a:lnTo>
                  <a:lnTo>
                    <a:pt x="722" y="270"/>
                  </a:lnTo>
                  <a:lnTo>
                    <a:pt x="722" y="273"/>
                  </a:lnTo>
                  <a:lnTo>
                    <a:pt x="724" y="275"/>
                  </a:lnTo>
                  <a:lnTo>
                    <a:pt x="722" y="275"/>
                  </a:lnTo>
                  <a:lnTo>
                    <a:pt x="722" y="275"/>
                  </a:lnTo>
                  <a:lnTo>
                    <a:pt x="719" y="273"/>
                  </a:lnTo>
                  <a:lnTo>
                    <a:pt x="719" y="273"/>
                  </a:lnTo>
                  <a:lnTo>
                    <a:pt x="717" y="270"/>
                  </a:lnTo>
                  <a:lnTo>
                    <a:pt x="714" y="270"/>
                  </a:lnTo>
                  <a:lnTo>
                    <a:pt x="712" y="270"/>
                  </a:lnTo>
                  <a:lnTo>
                    <a:pt x="710" y="273"/>
                  </a:lnTo>
                  <a:lnTo>
                    <a:pt x="707" y="275"/>
                  </a:lnTo>
                  <a:lnTo>
                    <a:pt x="705" y="275"/>
                  </a:lnTo>
                  <a:lnTo>
                    <a:pt x="703" y="277"/>
                  </a:lnTo>
                  <a:lnTo>
                    <a:pt x="700" y="277"/>
                  </a:lnTo>
                  <a:lnTo>
                    <a:pt x="700" y="277"/>
                  </a:lnTo>
                  <a:lnTo>
                    <a:pt x="703" y="275"/>
                  </a:lnTo>
                  <a:lnTo>
                    <a:pt x="705" y="273"/>
                  </a:lnTo>
                  <a:lnTo>
                    <a:pt x="705" y="273"/>
                  </a:lnTo>
                  <a:lnTo>
                    <a:pt x="703" y="270"/>
                  </a:lnTo>
                  <a:lnTo>
                    <a:pt x="703" y="270"/>
                  </a:lnTo>
                  <a:lnTo>
                    <a:pt x="703" y="268"/>
                  </a:lnTo>
                  <a:lnTo>
                    <a:pt x="703" y="265"/>
                  </a:lnTo>
                  <a:lnTo>
                    <a:pt x="703" y="265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3" y="263"/>
                  </a:lnTo>
                  <a:lnTo>
                    <a:pt x="693" y="263"/>
                  </a:lnTo>
                  <a:lnTo>
                    <a:pt x="691" y="263"/>
                  </a:lnTo>
                  <a:lnTo>
                    <a:pt x="691" y="261"/>
                  </a:lnTo>
                  <a:lnTo>
                    <a:pt x="691" y="261"/>
                  </a:lnTo>
                  <a:lnTo>
                    <a:pt x="691" y="261"/>
                  </a:lnTo>
                  <a:lnTo>
                    <a:pt x="693" y="261"/>
                  </a:lnTo>
                  <a:lnTo>
                    <a:pt x="693" y="258"/>
                  </a:lnTo>
                  <a:lnTo>
                    <a:pt x="686" y="258"/>
                  </a:lnTo>
                  <a:lnTo>
                    <a:pt x="684" y="258"/>
                  </a:lnTo>
                  <a:lnTo>
                    <a:pt x="684" y="256"/>
                  </a:lnTo>
                  <a:lnTo>
                    <a:pt x="681" y="249"/>
                  </a:lnTo>
                  <a:lnTo>
                    <a:pt x="679" y="242"/>
                  </a:lnTo>
                  <a:lnTo>
                    <a:pt x="677" y="242"/>
                  </a:lnTo>
                  <a:lnTo>
                    <a:pt x="677" y="242"/>
                  </a:lnTo>
                  <a:lnTo>
                    <a:pt x="674" y="247"/>
                  </a:lnTo>
                  <a:lnTo>
                    <a:pt x="672" y="247"/>
                  </a:lnTo>
                  <a:lnTo>
                    <a:pt x="670" y="247"/>
                  </a:lnTo>
                  <a:lnTo>
                    <a:pt x="667" y="242"/>
                  </a:lnTo>
                  <a:lnTo>
                    <a:pt x="665" y="242"/>
                  </a:lnTo>
                  <a:lnTo>
                    <a:pt x="655" y="244"/>
                  </a:lnTo>
                  <a:lnTo>
                    <a:pt x="653" y="244"/>
                  </a:lnTo>
                  <a:lnTo>
                    <a:pt x="651" y="242"/>
                  </a:lnTo>
                  <a:lnTo>
                    <a:pt x="648" y="242"/>
                  </a:lnTo>
                  <a:lnTo>
                    <a:pt x="646" y="242"/>
                  </a:lnTo>
                  <a:lnTo>
                    <a:pt x="646" y="239"/>
                  </a:lnTo>
                  <a:lnTo>
                    <a:pt x="644" y="237"/>
                  </a:lnTo>
                  <a:lnTo>
                    <a:pt x="641" y="237"/>
                  </a:lnTo>
                  <a:lnTo>
                    <a:pt x="641" y="237"/>
                  </a:lnTo>
                  <a:lnTo>
                    <a:pt x="639" y="239"/>
                  </a:lnTo>
                  <a:lnTo>
                    <a:pt x="636" y="239"/>
                  </a:lnTo>
                  <a:lnTo>
                    <a:pt x="636" y="239"/>
                  </a:lnTo>
                  <a:lnTo>
                    <a:pt x="636" y="239"/>
                  </a:lnTo>
                  <a:lnTo>
                    <a:pt x="634" y="239"/>
                  </a:lnTo>
                  <a:lnTo>
                    <a:pt x="627" y="239"/>
                  </a:lnTo>
                  <a:lnTo>
                    <a:pt x="620" y="239"/>
                  </a:lnTo>
                  <a:lnTo>
                    <a:pt x="617" y="239"/>
                  </a:lnTo>
                  <a:lnTo>
                    <a:pt x="617" y="239"/>
                  </a:lnTo>
                  <a:lnTo>
                    <a:pt x="617" y="239"/>
                  </a:lnTo>
                  <a:lnTo>
                    <a:pt x="615" y="239"/>
                  </a:lnTo>
                  <a:lnTo>
                    <a:pt x="615" y="237"/>
                  </a:lnTo>
                  <a:lnTo>
                    <a:pt x="617" y="235"/>
                  </a:lnTo>
                  <a:lnTo>
                    <a:pt x="620" y="235"/>
                  </a:lnTo>
                  <a:lnTo>
                    <a:pt x="620" y="237"/>
                  </a:lnTo>
                  <a:lnTo>
                    <a:pt x="625" y="235"/>
                  </a:lnTo>
                  <a:lnTo>
                    <a:pt x="625" y="235"/>
                  </a:lnTo>
                  <a:lnTo>
                    <a:pt x="627" y="237"/>
                  </a:lnTo>
                  <a:lnTo>
                    <a:pt x="629" y="237"/>
                  </a:lnTo>
                  <a:lnTo>
                    <a:pt x="629" y="235"/>
                  </a:lnTo>
                  <a:lnTo>
                    <a:pt x="632" y="235"/>
                  </a:lnTo>
                  <a:lnTo>
                    <a:pt x="632" y="235"/>
                  </a:lnTo>
                  <a:lnTo>
                    <a:pt x="634" y="235"/>
                  </a:lnTo>
                  <a:lnTo>
                    <a:pt x="634" y="235"/>
                  </a:lnTo>
                  <a:lnTo>
                    <a:pt x="636" y="235"/>
                  </a:lnTo>
                  <a:lnTo>
                    <a:pt x="636" y="235"/>
                  </a:lnTo>
                  <a:lnTo>
                    <a:pt x="636" y="237"/>
                  </a:lnTo>
                  <a:lnTo>
                    <a:pt x="639" y="237"/>
                  </a:lnTo>
                  <a:lnTo>
                    <a:pt x="639" y="237"/>
                  </a:lnTo>
                  <a:lnTo>
                    <a:pt x="639" y="237"/>
                  </a:lnTo>
                  <a:lnTo>
                    <a:pt x="641" y="232"/>
                  </a:lnTo>
                  <a:lnTo>
                    <a:pt x="641" y="232"/>
                  </a:lnTo>
                  <a:lnTo>
                    <a:pt x="644" y="232"/>
                  </a:lnTo>
                  <a:lnTo>
                    <a:pt x="644" y="232"/>
                  </a:lnTo>
                  <a:lnTo>
                    <a:pt x="648" y="237"/>
                  </a:lnTo>
                  <a:lnTo>
                    <a:pt x="651" y="239"/>
                  </a:lnTo>
                  <a:lnTo>
                    <a:pt x="651" y="239"/>
                  </a:lnTo>
                  <a:lnTo>
                    <a:pt x="653" y="239"/>
                  </a:lnTo>
                  <a:lnTo>
                    <a:pt x="655" y="237"/>
                  </a:lnTo>
                  <a:lnTo>
                    <a:pt x="655" y="237"/>
                  </a:lnTo>
                  <a:lnTo>
                    <a:pt x="655" y="235"/>
                  </a:lnTo>
                  <a:lnTo>
                    <a:pt x="655" y="232"/>
                  </a:lnTo>
                  <a:lnTo>
                    <a:pt x="655" y="230"/>
                  </a:lnTo>
                  <a:lnTo>
                    <a:pt x="655" y="230"/>
                  </a:lnTo>
                  <a:lnTo>
                    <a:pt x="658" y="232"/>
                  </a:lnTo>
                  <a:lnTo>
                    <a:pt x="658" y="235"/>
                  </a:lnTo>
                  <a:lnTo>
                    <a:pt x="658" y="237"/>
                  </a:lnTo>
                  <a:lnTo>
                    <a:pt x="660" y="237"/>
                  </a:lnTo>
                  <a:lnTo>
                    <a:pt x="660" y="237"/>
                  </a:lnTo>
                  <a:lnTo>
                    <a:pt x="665" y="239"/>
                  </a:lnTo>
                  <a:lnTo>
                    <a:pt x="667" y="239"/>
                  </a:lnTo>
                  <a:lnTo>
                    <a:pt x="667" y="239"/>
                  </a:lnTo>
                  <a:lnTo>
                    <a:pt x="670" y="239"/>
                  </a:lnTo>
                  <a:lnTo>
                    <a:pt x="670" y="242"/>
                  </a:lnTo>
                  <a:lnTo>
                    <a:pt x="670" y="242"/>
                  </a:lnTo>
                  <a:lnTo>
                    <a:pt x="672" y="242"/>
                  </a:lnTo>
                  <a:lnTo>
                    <a:pt x="672" y="242"/>
                  </a:lnTo>
                  <a:lnTo>
                    <a:pt x="672" y="239"/>
                  </a:lnTo>
                  <a:lnTo>
                    <a:pt x="672" y="239"/>
                  </a:lnTo>
                  <a:lnTo>
                    <a:pt x="674" y="239"/>
                  </a:lnTo>
                  <a:lnTo>
                    <a:pt x="677" y="237"/>
                  </a:lnTo>
                  <a:lnTo>
                    <a:pt x="679" y="237"/>
                  </a:lnTo>
                  <a:lnTo>
                    <a:pt x="681" y="237"/>
                  </a:lnTo>
                  <a:lnTo>
                    <a:pt x="684" y="239"/>
                  </a:lnTo>
                  <a:lnTo>
                    <a:pt x="684" y="242"/>
                  </a:lnTo>
                  <a:lnTo>
                    <a:pt x="684" y="247"/>
                  </a:lnTo>
                  <a:lnTo>
                    <a:pt x="686" y="247"/>
                  </a:lnTo>
                  <a:lnTo>
                    <a:pt x="686" y="249"/>
                  </a:lnTo>
                  <a:lnTo>
                    <a:pt x="688" y="249"/>
                  </a:lnTo>
                  <a:lnTo>
                    <a:pt x="691" y="251"/>
                  </a:lnTo>
                  <a:lnTo>
                    <a:pt x="693" y="251"/>
                  </a:lnTo>
                  <a:lnTo>
                    <a:pt x="703" y="256"/>
                  </a:lnTo>
                  <a:lnTo>
                    <a:pt x="705" y="258"/>
                  </a:lnTo>
                  <a:lnTo>
                    <a:pt x="707" y="263"/>
                  </a:lnTo>
                  <a:lnTo>
                    <a:pt x="710" y="263"/>
                  </a:lnTo>
                  <a:lnTo>
                    <a:pt x="710" y="261"/>
                  </a:lnTo>
                  <a:lnTo>
                    <a:pt x="712" y="258"/>
                  </a:lnTo>
                  <a:lnTo>
                    <a:pt x="714" y="258"/>
                  </a:lnTo>
                  <a:lnTo>
                    <a:pt x="714" y="256"/>
                  </a:lnTo>
                  <a:lnTo>
                    <a:pt x="717" y="256"/>
                  </a:lnTo>
                  <a:lnTo>
                    <a:pt x="719" y="256"/>
                  </a:lnTo>
                  <a:lnTo>
                    <a:pt x="719" y="254"/>
                  </a:lnTo>
                  <a:lnTo>
                    <a:pt x="722" y="251"/>
                  </a:lnTo>
                  <a:lnTo>
                    <a:pt x="722" y="249"/>
                  </a:lnTo>
                  <a:lnTo>
                    <a:pt x="719" y="244"/>
                  </a:lnTo>
                  <a:lnTo>
                    <a:pt x="719" y="244"/>
                  </a:lnTo>
                  <a:lnTo>
                    <a:pt x="714" y="247"/>
                  </a:lnTo>
                  <a:lnTo>
                    <a:pt x="712" y="244"/>
                  </a:lnTo>
                  <a:lnTo>
                    <a:pt x="714" y="244"/>
                  </a:lnTo>
                  <a:lnTo>
                    <a:pt x="717" y="242"/>
                  </a:lnTo>
                  <a:lnTo>
                    <a:pt x="717" y="242"/>
                  </a:lnTo>
                  <a:lnTo>
                    <a:pt x="717" y="239"/>
                  </a:lnTo>
                  <a:lnTo>
                    <a:pt x="714" y="237"/>
                  </a:lnTo>
                  <a:lnTo>
                    <a:pt x="710" y="237"/>
                  </a:lnTo>
                  <a:lnTo>
                    <a:pt x="710" y="237"/>
                  </a:lnTo>
                  <a:lnTo>
                    <a:pt x="710" y="237"/>
                  </a:lnTo>
                  <a:lnTo>
                    <a:pt x="707" y="237"/>
                  </a:lnTo>
                  <a:lnTo>
                    <a:pt x="707" y="237"/>
                  </a:lnTo>
                  <a:lnTo>
                    <a:pt x="707" y="235"/>
                  </a:lnTo>
                  <a:lnTo>
                    <a:pt x="705" y="232"/>
                  </a:lnTo>
                  <a:lnTo>
                    <a:pt x="705" y="232"/>
                  </a:lnTo>
                  <a:lnTo>
                    <a:pt x="707" y="232"/>
                  </a:lnTo>
                  <a:lnTo>
                    <a:pt x="705" y="230"/>
                  </a:lnTo>
                  <a:lnTo>
                    <a:pt x="703" y="230"/>
                  </a:lnTo>
                  <a:lnTo>
                    <a:pt x="700" y="232"/>
                  </a:lnTo>
                  <a:lnTo>
                    <a:pt x="698" y="232"/>
                  </a:lnTo>
                  <a:lnTo>
                    <a:pt x="696" y="232"/>
                  </a:lnTo>
                  <a:lnTo>
                    <a:pt x="691" y="230"/>
                  </a:lnTo>
                  <a:lnTo>
                    <a:pt x="681" y="225"/>
                  </a:lnTo>
                  <a:lnTo>
                    <a:pt x="674" y="221"/>
                  </a:lnTo>
                  <a:lnTo>
                    <a:pt x="672" y="216"/>
                  </a:lnTo>
                  <a:lnTo>
                    <a:pt x="670" y="216"/>
                  </a:lnTo>
                  <a:lnTo>
                    <a:pt x="667" y="213"/>
                  </a:lnTo>
                  <a:lnTo>
                    <a:pt x="662" y="209"/>
                  </a:lnTo>
                  <a:lnTo>
                    <a:pt x="660" y="206"/>
                  </a:lnTo>
                  <a:lnTo>
                    <a:pt x="660" y="206"/>
                  </a:lnTo>
                  <a:lnTo>
                    <a:pt x="658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58" y="204"/>
                  </a:lnTo>
                  <a:lnTo>
                    <a:pt x="658" y="202"/>
                  </a:lnTo>
                  <a:lnTo>
                    <a:pt x="658" y="202"/>
                  </a:lnTo>
                  <a:lnTo>
                    <a:pt x="665" y="206"/>
                  </a:lnTo>
                  <a:lnTo>
                    <a:pt x="670" y="211"/>
                  </a:lnTo>
                  <a:lnTo>
                    <a:pt x="672" y="213"/>
                  </a:lnTo>
                  <a:lnTo>
                    <a:pt x="674" y="213"/>
                  </a:lnTo>
                  <a:lnTo>
                    <a:pt x="674" y="213"/>
                  </a:lnTo>
                  <a:lnTo>
                    <a:pt x="684" y="223"/>
                  </a:lnTo>
                  <a:lnTo>
                    <a:pt x="684" y="223"/>
                  </a:lnTo>
                  <a:lnTo>
                    <a:pt x="686" y="223"/>
                  </a:lnTo>
                  <a:lnTo>
                    <a:pt x="686" y="223"/>
                  </a:lnTo>
                  <a:lnTo>
                    <a:pt x="688" y="225"/>
                  </a:lnTo>
                  <a:lnTo>
                    <a:pt x="691" y="225"/>
                  </a:lnTo>
                  <a:lnTo>
                    <a:pt x="696" y="228"/>
                  </a:lnTo>
                  <a:lnTo>
                    <a:pt x="698" y="228"/>
                  </a:lnTo>
                  <a:lnTo>
                    <a:pt x="705" y="225"/>
                  </a:lnTo>
                  <a:lnTo>
                    <a:pt x="705" y="223"/>
                  </a:lnTo>
                  <a:lnTo>
                    <a:pt x="705" y="223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00" y="221"/>
                  </a:lnTo>
                  <a:lnTo>
                    <a:pt x="698" y="221"/>
                  </a:lnTo>
                  <a:lnTo>
                    <a:pt x="698" y="221"/>
                  </a:lnTo>
                  <a:lnTo>
                    <a:pt x="700" y="218"/>
                  </a:lnTo>
                  <a:lnTo>
                    <a:pt x="700" y="218"/>
                  </a:lnTo>
                  <a:lnTo>
                    <a:pt x="700" y="216"/>
                  </a:lnTo>
                  <a:lnTo>
                    <a:pt x="700" y="216"/>
                  </a:lnTo>
                  <a:lnTo>
                    <a:pt x="698" y="216"/>
                  </a:lnTo>
                  <a:lnTo>
                    <a:pt x="696" y="216"/>
                  </a:lnTo>
                  <a:lnTo>
                    <a:pt x="696" y="213"/>
                  </a:lnTo>
                  <a:lnTo>
                    <a:pt x="696" y="213"/>
                  </a:lnTo>
                  <a:lnTo>
                    <a:pt x="696" y="211"/>
                  </a:lnTo>
                  <a:lnTo>
                    <a:pt x="698" y="211"/>
                  </a:lnTo>
                  <a:lnTo>
                    <a:pt x="698" y="211"/>
                  </a:lnTo>
                  <a:lnTo>
                    <a:pt x="700" y="211"/>
                  </a:lnTo>
                  <a:lnTo>
                    <a:pt x="698" y="211"/>
                  </a:lnTo>
                  <a:lnTo>
                    <a:pt x="698" y="209"/>
                  </a:lnTo>
                  <a:lnTo>
                    <a:pt x="698" y="209"/>
                  </a:lnTo>
                  <a:lnTo>
                    <a:pt x="696" y="209"/>
                  </a:lnTo>
                  <a:lnTo>
                    <a:pt x="696" y="206"/>
                  </a:lnTo>
                  <a:lnTo>
                    <a:pt x="698" y="206"/>
                  </a:lnTo>
                  <a:lnTo>
                    <a:pt x="703" y="211"/>
                  </a:lnTo>
                  <a:lnTo>
                    <a:pt x="705" y="211"/>
                  </a:lnTo>
                  <a:lnTo>
                    <a:pt x="705" y="211"/>
                  </a:lnTo>
                  <a:lnTo>
                    <a:pt x="707" y="211"/>
                  </a:lnTo>
                  <a:lnTo>
                    <a:pt x="707" y="213"/>
                  </a:lnTo>
                  <a:lnTo>
                    <a:pt x="712" y="216"/>
                  </a:lnTo>
                  <a:lnTo>
                    <a:pt x="714" y="218"/>
                  </a:lnTo>
                  <a:lnTo>
                    <a:pt x="714" y="218"/>
                  </a:lnTo>
                  <a:lnTo>
                    <a:pt x="714" y="213"/>
                  </a:lnTo>
                  <a:lnTo>
                    <a:pt x="714" y="206"/>
                  </a:lnTo>
                  <a:lnTo>
                    <a:pt x="714" y="204"/>
                  </a:lnTo>
                  <a:lnTo>
                    <a:pt x="712" y="202"/>
                  </a:lnTo>
                  <a:lnTo>
                    <a:pt x="712" y="202"/>
                  </a:lnTo>
                  <a:lnTo>
                    <a:pt x="710" y="202"/>
                  </a:lnTo>
                  <a:lnTo>
                    <a:pt x="710" y="202"/>
                  </a:lnTo>
                  <a:lnTo>
                    <a:pt x="710" y="199"/>
                  </a:lnTo>
                  <a:lnTo>
                    <a:pt x="710" y="197"/>
                  </a:lnTo>
                  <a:lnTo>
                    <a:pt x="710" y="197"/>
                  </a:lnTo>
                  <a:lnTo>
                    <a:pt x="712" y="197"/>
                  </a:lnTo>
                  <a:lnTo>
                    <a:pt x="712" y="194"/>
                  </a:lnTo>
                  <a:lnTo>
                    <a:pt x="707" y="192"/>
                  </a:lnTo>
                  <a:lnTo>
                    <a:pt x="707" y="192"/>
                  </a:lnTo>
                  <a:lnTo>
                    <a:pt x="707" y="194"/>
                  </a:lnTo>
                  <a:lnTo>
                    <a:pt x="705" y="197"/>
                  </a:lnTo>
                  <a:lnTo>
                    <a:pt x="705" y="197"/>
                  </a:lnTo>
                  <a:lnTo>
                    <a:pt x="700" y="194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6" y="192"/>
                  </a:lnTo>
                  <a:lnTo>
                    <a:pt x="698" y="192"/>
                  </a:lnTo>
                  <a:lnTo>
                    <a:pt x="703" y="190"/>
                  </a:lnTo>
                  <a:lnTo>
                    <a:pt x="705" y="190"/>
                  </a:lnTo>
                  <a:lnTo>
                    <a:pt x="705" y="187"/>
                  </a:lnTo>
                  <a:lnTo>
                    <a:pt x="703" y="187"/>
                  </a:lnTo>
                  <a:lnTo>
                    <a:pt x="698" y="187"/>
                  </a:lnTo>
                  <a:lnTo>
                    <a:pt x="693" y="187"/>
                  </a:lnTo>
                  <a:lnTo>
                    <a:pt x="691" y="185"/>
                  </a:lnTo>
                  <a:lnTo>
                    <a:pt x="688" y="185"/>
                  </a:lnTo>
                  <a:lnTo>
                    <a:pt x="686" y="185"/>
                  </a:lnTo>
                  <a:lnTo>
                    <a:pt x="681" y="185"/>
                  </a:lnTo>
                  <a:lnTo>
                    <a:pt x="679" y="185"/>
                  </a:lnTo>
                  <a:lnTo>
                    <a:pt x="677" y="183"/>
                  </a:lnTo>
                  <a:lnTo>
                    <a:pt x="677" y="180"/>
                  </a:lnTo>
                  <a:lnTo>
                    <a:pt x="674" y="180"/>
                  </a:lnTo>
                  <a:lnTo>
                    <a:pt x="674" y="178"/>
                  </a:lnTo>
                  <a:lnTo>
                    <a:pt x="674" y="178"/>
                  </a:lnTo>
                  <a:lnTo>
                    <a:pt x="672" y="176"/>
                  </a:lnTo>
                  <a:lnTo>
                    <a:pt x="672" y="173"/>
                  </a:lnTo>
                  <a:lnTo>
                    <a:pt x="667" y="171"/>
                  </a:lnTo>
                  <a:lnTo>
                    <a:pt x="667" y="171"/>
                  </a:lnTo>
                  <a:lnTo>
                    <a:pt x="662" y="171"/>
                  </a:lnTo>
                  <a:lnTo>
                    <a:pt x="662" y="171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2" y="168"/>
                  </a:lnTo>
                  <a:lnTo>
                    <a:pt x="660" y="168"/>
                  </a:lnTo>
                  <a:lnTo>
                    <a:pt x="660" y="168"/>
                  </a:lnTo>
                  <a:lnTo>
                    <a:pt x="658" y="168"/>
                  </a:lnTo>
                  <a:lnTo>
                    <a:pt x="658" y="168"/>
                  </a:lnTo>
                  <a:lnTo>
                    <a:pt x="655" y="166"/>
                  </a:lnTo>
                  <a:lnTo>
                    <a:pt x="655" y="166"/>
                  </a:lnTo>
                  <a:lnTo>
                    <a:pt x="653" y="166"/>
                  </a:lnTo>
                  <a:lnTo>
                    <a:pt x="651" y="161"/>
                  </a:lnTo>
                  <a:lnTo>
                    <a:pt x="651" y="161"/>
                  </a:lnTo>
                  <a:lnTo>
                    <a:pt x="648" y="159"/>
                  </a:lnTo>
                  <a:lnTo>
                    <a:pt x="648" y="157"/>
                  </a:lnTo>
                  <a:lnTo>
                    <a:pt x="646" y="157"/>
                  </a:lnTo>
                  <a:lnTo>
                    <a:pt x="644" y="157"/>
                  </a:lnTo>
                  <a:lnTo>
                    <a:pt x="641" y="157"/>
                  </a:lnTo>
                  <a:lnTo>
                    <a:pt x="641" y="154"/>
                  </a:lnTo>
                  <a:lnTo>
                    <a:pt x="639" y="152"/>
                  </a:lnTo>
                  <a:lnTo>
                    <a:pt x="639" y="152"/>
                  </a:lnTo>
                  <a:lnTo>
                    <a:pt x="636" y="152"/>
                  </a:lnTo>
                  <a:lnTo>
                    <a:pt x="636" y="150"/>
                  </a:lnTo>
                  <a:lnTo>
                    <a:pt x="634" y="150"/>
                  </a:lnTo>
                  <a:lnTo>
                    <a:pt x="634" y="150"/>
                  </a:lnTo>
                  <a:lnTo>
                    <a:pt x="632" y="142"/>
                  </a:lnTo>
                  <a:lnTo>
                    <a:pt x="632" y="142"/>
                  </a:lnTo>
                  <a:lnTo>
                    <a:pt x="629" y="140"/>
                  </a:lnTo>
                  <a:lnTo>
                    <a:pt x="627" y="140"/>
                  </a:lnTo>
                  <a:lnTo>
                    <a:pt x="627" y="138"/>
                  </a:lnTo>
                  <a:lnTo>
                    <a:pt x="620" y="138"/>
                  </a:lnTo>
                  <a:lnTo>
                    <a:pt x="617" y="138"/>
                  </a:lnTo>
                  <a:lnTo>
                    <a:pt x="617" y="138"/>
                  </a:lnTo>
                  <a:lnTo>
                    <a:pt x="617" y="135"/>
                  </a:lnTo>
                  <a:lnTo>
                    <a:pt x="617" y="133"/>
                  </a:lnTo>
                  <a:lnTo>
                    <a:pt x="615" y="133"/>
                  </a:lnTo>
                  <a:lnTo>
                    <a:pt x="615" y="133"/>
                  </a:lnTo>
                  <a:lnTo>
                    <a:pt x="615" y="133"/>
                  </a:lnTo>
                  <a:lnTo>
                    <a:pt x="610" y="135"/>
                  </a:lnTo>
                  <a:lnTo>
                    <a:pt x="608" y="133"/>
                  </a:lnTo>
                  <a:lnTo>
                    <a:pt x="608" y="133"/>
                  </a:lnTo>
                  <a:lnTo>
                    <a:pt x="608" y="131"/>
                  </a:lnTo>
                  <a:lnTo>
                    <a:pt x="610" y="131"/>
                  </a:lnTo>
                  <a:lnTo>
                    <a:pt x="615" y="131"/>
                  </a:lnTo>
                  <a:lnTo>
                    <a:pt x="617" y="133"/>
                  </a:lnTo>
                  <a:lnTo>
                    <a:pt x="617" y="133"/>
                  </a:lnTo>
                  <a:lnTo>
                    <a:pt x="620" y="135"/>
                  </a:lnTo>
                  <a:lnTo>
                    <a:pt x="620" y="135"/>
                  </a:lnTo>
                  <a:lnTo>
                    <a:pt x="622" y="135"/>
                  </a:lnTo>
                  <a:lnTo>
                    <a:pt x="627" y="135"/>
                  </a:lnTo>
                  <a:lnTo>
                    <a:pt x="627" y="138"/>
                  </a:lnTo>
                  <a:lnTo>
                    <a:pt x="629" y="138"/>
                  </a:lnTo>
                  <a:lnTo>
                    <a:pt x="632" y="140"/>
                  </a:lnTo>
                  <a:lnTo>
                    <a:pt x="636" y="147"/>
                  </a:lnTo>
                  <a:lnTo>
                    <a:pt x="636" y="147"/>
                  </a:lnTo>
                  <a:lnTo>
                    <a:pt x="641" y="150"/>
                  </a:lnTo>
                  <a:lnTo>
                    <a:pt x="644" y="152"/>
                  </a:lnTo>
                  <a:lnTo>
                    <a:pt x="651" y="154"/>
                  </a:lnTo>
                  <a:lnTo>
                    <a:pt x="653" y="157"/>
                  </a:lnTo>
                  <a:lnTo>
                    <a:pt x="658" y="164"/>
                  </a:lnTo>
                  <a:lnTo>
                    <a:pt x="658" y="164"/>
                  </a:lnTo>
                  <a:lnTo>
                    <a:pt x="660" y="164"/>
                  </a:lnTo>
                  <a:lnTo>
                    <a:pt x="660" y="164"/>
                  </a:lnTo>
                  <a:lnTo>
                    <a:pt x="662" y="161"/>
                  </a:lnTo>
                  <a:lnTo>
                    <a:pt x="662" y="164"/>
                  </a:lnTo>
                  <a:lnTo>
                    <a:pt x="662" y="166"/>
                  </a:lnTo>
                  <a:lnTo>
                    <a:pt x="665" y="166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7" y="166"/>
                  </a:lnTo>
                  <a:lnTo>
                    <a:pt x="667" y="166"/>
                  </a:lnTo>
                  <a:lnTo>
                    <a:pt x="667" y="166"/>
                  </a:lnTo>
                  <a:lnTo>
                    <a:pt x="672" y="168"/>
                  </a:lnTo>
                  <a:lnTo>
                    <a:pt x="672" y="168"/>
                  </a:lnTo>
                  <a:lnTo>
                    <a:pt x="674" y="171"/>
                  </a:lnTo>
                  <a:lnTo>
                    <a:pt x="677" y="176"/>
                  </a:lnTo>
                  <a:lnTo>
                    <a:pt x="679" y="178"/>
                  </a:lnTo>
                  <a:lnTo>
                    <a:pt x="679" y="178"/>
                  </a:lnTo>
                  <a:lnTo>
                    <a:pt x="681" y="180"/>
                  </a:lnTo>
                  <a:lnTo>
                    <a:pt x="681" y="183"/>
                  </a:lnTo>
                  <a:lnTo>
                    <a:pt x="684" y="180"/>
                  </a:lnTo>
                  <a:lnTo>
                    <a:pt x="684" y="176"/>
                  </a:lnTo>
                  <a:lnTo>
                    <a:pt x="684" y="176"/>
                  </a:lnTo>
                  <a:lnTo>
                    <a:pt x="686" y="176"/>
                  </a:lnTo>
                  <a:lnTo>
                    <a:pt x="686" y="178"/>
                  </a:lnTo>
                  <a:lnTo>
                    <a:pt x="688" y="178"/>
                  </a:lnTo>
                  <a:lnTo>
                    <a:pt x="688" y="180"/>
                  </a:lnTo>
                  <a:lnTo>
                    <a:pt x="688" y="180"/>
                  </a:lnTo>
                  <a:lnTo>
                    <a:pt x="688" y="178"/>
                  </a:lnTo>
                  <a:lnTo>
                    <a:pt x="691" y="180"/>
                  </a:lnTo>
                  <a:lnTo>
                    <a:pt x="691" y="180"/>
                  </a:lnTo>
                  <a:lnTo>
                    <a:pt x="693" y="180"/>
                  </a:lnTo>
                  <a:lnTo>
                    <a:pt x="698" y="183"/>
                  </a:lnTo>
                  <a:lnTo>
                    <a:pt x="700" y="183"/>
                  </a:lnTo>
                  <a:lnTo>
                    <a:pt x="703" y="180"/>
                  </a:lnTo>
                  <a:lnTo>
                    <a:pt x="700" y="180"/>
                  </a:lnTo>
                  <a:lnTo>
                    <a:pt x="700" y="180"/>
                  </a:lnTo>
                  <a:lnTo>
                    <a:pt x="698" y="178"/>
                  </a:lnTo>
                  <a:lnTo>
                    <a:pt x="698" y="176"/>
                  </a:lnTo>
                  <a:lnTo>
                    <a:pt x="698" y="176"/>
                  </a:lnTo>
                  <a:lnTo>
                    <a:pt x="698" y="176"/>
                  </a:lnTo>
                  <a:lnTo>
                    <a:pt x="700" y="173"/>
                  </a:lnTo>
                  <a:lnTo>
                    <a:pt x="698" y="173"/>
                  </a:lnTo>
                  <a:lnTo>
                    <a:pt x="700" y="173"/>
                  </a:lnTo>
                  <a:lnTo>
                    <a:pt x="700" y="173"/>
                  </a:lnTo>
                  <a:lnTo>
                    <a:pt x="703" y="173"/>
                  </a:lnTo>
                  <a:lnTo>
                    <a:pt x="703" y="171"/>
                  </a:lnTo>
                  <a:lnTo>
                    <a:pt x="703" y="171"/>
                  </a:lnTo>
                  <a:lnTo>
                    <a:pt x="698" y="168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698" y="166"/>
                  </a:lnTo>
                  <a:lnTo>
                    <a:pt x="700" y="166"/>
                  </a:lnTo>
                  <a:lnTo>
                    <a:pt x="700" y="164"/>
                  </a:lnTo>
                  <a:lnTo>
                    <a:pt x="700" y="164"/>
                  </a:lnTo>
                  <a:lnTo>
                    <a:pt x="700" y="161"/>
                  </a:lnTo>
                  <a:lnTo>
                    <a:pt x="698" y="161"/>
                  </a:lnTo>
                  <a:lnTo>
                    <a:pt x="696" y="157"/>
                  </a:lnTo>
                  <a:lnTo>
                    <a:pt x="696" y="154"/>
                  </a:lnTo>
                  <a:lnTo>
                    <a:pt x="696" y="154"/>
                  </a:lnTo>
                  <a:lnTo>
                    <a:pt x="698" y="154"/>
                  </a:lnTo>
                  <a:lnTo>
                    <a:pt x="700" y="157"/>
                  </a:lnTo>
                  <a:lnTo>
                    <a:pt x="703" y="157"/>
                  </a:lnTo>
                  <a:lnTo>
                    <a:pt x="703" y="154"/>
                  </a:lnTo>
                  <a:lnTo>
                    <a:pt x="703" y="152"/>
                  </a:lnTo>
                  <a:lnTo>
                    <a:pt x="703" y="147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6" y="142"/>
                  </a:lnTo>
                  <a:lnTo>
                    <a:pt x="686" y="142"/>
                  </a:lnTo>
                  <a:lnTo>
                    <a:pt x="684" y="140"/>
                  </a:lnTo>
                  <a:lnTo>
                    <a:pt x="677" y="140"/>
                  </a:lnTo>
                  <a:lnTo>
                    <a:pt x="677" y="140"/>
                  </a:lnTo>
                  <a:lnTo>
                    <a:pt x="677" y="138"/>
                  </a:lnTo>
                  <a:lnTo>
                    <a:pt x="679" y="138"/>
                  </a:lnTo>
                  <a:lnTo>
                    <a:pt x="679" y="138"/>
                  </a:lnTo>
                  <a:lnTo>
                    <a:pt x="677" y="138"/>
                  </a:lnTo>
                  <a:lnTo>
                    <a:pt x="677" y="138"/>
                  </a:lnTo>
                  <a:lnTo>
                    <a:pt x="674" y="135"/>
                  </a:lnTo>
                  <a:lnTo>
                    <a:pt x="674" y="135"/>
                  </a:lnTo>
                  <a:lnTo>
                    <a:pt x="670" y="138"/>
                  </a:lnTo>
                  <a:lnTo>
                    <a:pt x="670" y="138"/>
                  </a:lnTo>
                  <a:lnTo>
                    <a:pt x="670" y="135"/>
                  </a:lnTo>
                  <a:lnTo>
                    <a:pt x="670" y="135"/>
                  </a:lnTo>
                  <a:lnTo>
                    <a:pt x="670" y="133"/>
                  </a:lnTo>
                  <a:lnTo>
                    <a:pt x="670" y="133"/>
                  </a:lnTo>
                  <a:lnTo>
                    <a:pt x="670" y="131"/>
                  </a:lnTo>
                  <a:lnTo>
                    <a:pt x="665" y="128"/>
                  </a:lnTo>
                  <a:lnTo>
                    <a:pt x="662" y="128"/>
                  </a:lnTo>
                  <a:lnTo>
                    <a:pt x="662" y="128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58" y="123"/>
                  </a:lnTo>
                  <a:lnTo>
                    <a:pt x="658" y="126"/>
                  </a:lnTo>
                  <a:lnTo>
                    <a:pt x="655" y="126"/>
                  </a:lnTo>
                  <a:lnTo>
                    <a:pt x="655" y="126"/>
                  </a:lnTo>
                  <a:lnTo>
                    <a:pt x="653" y="126"/>
                  </a:lnTo>
                  <a:lnTo>
                    <a:pt x="653" y="123"/>
                  </a:lnTo>
                  <a:lnTo>
                    <a:pt x="653" y="123"/>
                  </a:lnTo>
                  <a:lnTo>
                    <a:pt x="651" y="126"/>
                  </a:lnTo>
                  <a:lnTo>
                    <a:pt x="648" y="128"/>
                  </a:lnTo>
                  <a:lnTo>
                    <a:pt x="646" y="128"/>
                  </a:lnTo>
                  <a:lnTo>
                    <a:pt x="646" y="128"/>
                  </a:lnTo>
                  <a:lnTo>
                    <a:pt x="644" y="126"/>
                  </a:lnTo>
                  <a:lnTo>
                    <a:pt x="644" y="126"/>
                  </a:lnTo>
                  <a:lnTo>
                    <a:pt x="641" y="126"/>
                  </a:lnTo>
                  <a:lnTo>
                    <a:pt x="639" y="126"/>
                  </a:lnTo>
                  <a:lnTo>
                    <a:pt x="634" y="126"/>
                  </a:lnTo>
                  <a:lnTo>
                    <a:pt x="629" y="126"/>
                  </a:lnTo>
                  <a:lnTo>
                    <a:pt x="625" y="123"/>
                  </a:lnTo>
                  <a:lnTo>
                    <a:pt x="625" y="121"/>
                  </a:lnTo>
                  <a:lnTo>
                    <a:pt x="625" y="121"/>
                  </a:lnTo>
                  <a:lnTo>
                    <a:pt x="625" y="119"/>
                  </a:lnTo>
                  <a:lnTo>
                    <a:pt x="625" y="119"/>
                  </a:lnTo>
                  <a:lnTo>
                    <a:pt x="622" y="116"/>
                  </a:lnTo>
                  <a:lnTo>
                    <a:pt x="622" y="116"/>
                  </a:lnTo>
                  <a:lnTo>
                    <a:pt x="620" y="116"/>
                  </a:lnTo>
                  <a:lnTo>
                    <a:pt x="620" y="116"/>
                  </a:lnTo>
                  <a:lnTo>
                    <a:pt x="615" y="112"/>
                  </a:lnTo>
                  <a:lnTo>
                    <a:pt x="615" y="112"/>
                  </a:lnTo>
                  <a:lnTo>
                    <a:pt x="613" y="112"/>
                  </a:lnTo>
                  <a:lnTo>
                    <a:pt x="613" y="112"/>
                  </a:lnTo>
                  <a:lnTo>
                    <a:pt x="613" y="112"/>
                  </a:lnTo>
                  <a:lnTo>
                    <a:pt x="615" y="112"/>
                  </a:lnTo>
                  <a:lnTo>
                    <a:pt x="615" y="109"/>
                  </a:lnTo>
                  <a:lnTo>
                    <a:pt x="615" y="109"/>
                  </a:lnTo>
                  <a:lnTo>
                    <a:pt x="617" y="107"/>
                  </a:lnTo>
                  <a:lnTo>
                    <a:pt x="615" y="107"/>
                  </a:lnTo>
                  <a:lnTo>
                    <a:pt x="615" y="105"/>
                  </a:lnTo>
                  <a:lnTo>
                    <a:pt x="615" y="102"/>
                  </a:lnTo>
                  <a:lnTo>
                    <a:pt x="613" y="102"/>
                  </a:lnTo>
                  <a:lnTo>
                    <a:pt x="610" y="105"/>
                  </a:lnTo>
                  <a:lnTo>
                    <a:pt x="608" y="107"/>
                  </a:lnTo>
                  <a:lnTo>
                    <a:pt x="603" y="109"/>
                  </a:lnTo>
                  <a:lnTo>
                    <a:pt x="601" y="112"/>
                  </a:lnTo>
                  <a:lnTo>
                    <a:pt x="599" y="112"/>
                  </a:lnTo>
                  <a:lnTo>
                    <a:pt x="591" y="114"/>
                  </a:lnTo>
                  <a:lnTo>
                    <a:pt x="589" y="114"/>
                  </a:lnTo>
                  <a:lnTo>
                    <a:pt x="584" y="114"/>
                  </a:lnTo>
                  <a:lnTo>
                    <a:pt x="584" y="114"/>
                  </a:lnTo>
                  <a:lnTo>
                    <a:pt x="584" y="114"/>
                  </a:lnTo>
                  <a:lnTo>
                    <a:pt x="587" y="112"/>
                  </a:lnTo>
                  <a:lnTo>
                    <a:pt x="589" y="112"/>
                  </a:lnTo>
                  <a:lnTo>
                    <a:pt x="589" y="112"/>
                  </a:lnTo>
                  <a:lnTo>
                    <a:pt x="587" y="109"/>
                  </a:lnTo>
                  <a:lnTo>
                    <a:pt x="587" y="109"/>
                  </a:lnTo>
                  <a:lnTo>
                    <a:pt x="582" y="107"/>
                  </a:lnTo>
                  <a:lnTo>
                    <a:pt x="580" y="105"/>
                  </a:lnTo>
                  <a:lnTo>
                    <a:pt x="582" y="105"/>
                  </a:lnTo>
                  <a:lnTo>
                    <a:pt x="582" y="105"/>
                  </a:lnTo>
                  <a:lnTo>
                    <a:pt x="584" y="107"/>
                  </a:lnTo>
                  <a:lnTo>
                    <a:pt x="584" y="102"/>
                  </a:lnTo>
                  <a:lnTo>
                    <a:pt x="584" y="97"/>
                  </a:lnTo>
                  <a:lnTo>
                    <a:pt x="584" y="93"/>
                  </a:lnTo>
                  <a:lnTo>
                    <a:pt x="584" y="90"/>
                  </a:lnTo>
                  <a:lnTo>
                    <a:pt x="584" y="88"/>
                  </a:lnTo>
                  <a:lnTo>
                    <a:pt x="584" y="88"/>
                  </a:lnTo>
                  <a:lnTo>
                    <a:pt x="587" y="86"/>
                  </a:lnTo>
                  <a:lnTo>
                    <a:pt x="584" y="86"/>
                  </a:lnTo>
                  <a:lnTo>
                    <a:pt x="584" y="86"/>
                  </a:lnTo>
                  <a:lnTo>
                    <a:pt x="584" y="86"/>
                  </a:lnTo>
                  <a:lnTo>
                    <a:pt x="584" y="83"/>
                  </a:lnTo>
                  <a:lnTo>
                    <a:pt x="587" y="81"/>
                  </a:lnTo>
                  <a:lnTo>
                    <a:pt x="587" y="79"/>
                  </a:lnTo>
                  <a:lnTo>
                    <a:pt x="587" y="76"/>
                  </a:lnTo>
                  <a:lnTo>
                    <a:pt x="587" y="76"/>
                  </a:lnTo>
                  <a:lnTo>
                    <a:pt x="587" y="74"/>
                  </a:lnTo>
                  <a:lnTo>
                    <a:pt x="589" y="74"/>
                  </a:lnTo>
                  <a:lnTo>
                    <a:pt x="589" y="74"/>
                  </a:lnTo>
                  <a:lnTo>
                    <a:pt x="589" y="76"/>
                  </a:lnTo>
                  <a:lnTo>
                    <a:pt x="591" y="79"/>
                  </a:lnTo>
                  <a:lnTo>
                    <a:pt x="591" y="76"/>
                  </a:lnTo>
                  <a:lnTo>
                    <a:pt x="594" y="76"/>
                  </a:lnTo>
                  <a:lnTo>
                    <a:pt x="594" y="74"/>
                  </a:lnTo>
                  <a:lnTo>
                    <a:pt x="596" y="74"/>
                  </a:lnTo>
                  <a:lnTo>
                    <a:pt x="594" y="71"/>
                  </a:lnTo>
                  <a:lnTo>
                    <a:pt x="594" y="71"/>
                  </a:lnTo>
                  <a:lnTo>
                    <a:pt x="591" y="71"/>
                  </a:lnTo>
                  <a:lnTo>
                    <a:pt x="591" y="69"/>
                  </a:lnTo>
                  <a:lnTo>
                    <a:pt x="594" y="67"/>
                  </a:lnTo>
                  <a:lnTo>
                    <a:pt x="594" y="67"/>
                  </a:lnTo>
                  <a:lnTo>
                    <a:pt x="594" y="69"/>
                  </a:lnTo>
                  <a:lnTo>
                    <a:pt x="594" y="69"/>
                  </a:lnTo>
                  <a:lnTo>
                    <a:pt x="596" y="69"/>
                  </a:lnTo>
                  <a:lnTo>
                    <a:pt x="596" y="67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599" y="67"/>
                  </a:lnTo>
                  <a:lnTo>
                    <a:pt x="601" y="64"/>
                  </a:lnTo>
                  <a:lnTo>
                    <a:pt x="601" y="64"/>
                  </a:lnTo>
                  <a:lnTo>
                    <a:pt x="603" y="62"/>
                  </a:lnTo>
                  <a:lnTo>
                    <a:pt x="603" y="60"/>
                  </a:lnTo>
                  <a:lnTo>
                    <a:pt x="599" y="45"/>
                  </a:lnTo>
                  <a:lnTo>
                    <a:pt x="599" y="45"/>
                  </a:lnTo>
                  <a:lnTo>
                    <a:pt x="599" y="45"/>
                  </a:lnTo>
                  <a:lnTo>
                    <a:pt x="599" y="43"/>
                  </a:lnTo>
                  <a:lnTo>
                    <a:pt x="596" y="41"/>
                  </a:lnTo>
                  <a:lnTo>
                    <a:pt x="596" y="41"/>
                  </a:lnTo>
                  <a:lnTo>
                    <a:pt x="596" y="41"/>
                  </a:lnTo>
                  <a:lnTo>
                    <a:pt x="594" y="41"/>
                  </a:lnTo>
                  <a:lnTo>
                    <a:pt x="591" y="38"/>
                  </a:lnTo>
                  <a:lnTo>
                    <a:pt x="589" y="38"/>
                  </a:lnTo>
                  <a:lnTo>
                    <a:pt x="589" y="36"/>
                  </a:lnTo>
                  <a:lnTo>
                    <a:pt x="587" y="36"/>
                  </a:lnTo>
                  <a:lnTo>
                    <a:pt x="584" y="36"/>
                  </a:lnTo>
                  <a:lnTo>
                    <a:pt x="580" y="36"/>
                  </a:lnTo>
                  <a:lnTo>
                    <a:pt x="580" y="36"/>
                  </a:lnTo>
                  <a:lnTo>
                    <a:pt x="577" y="36"/>
                  </a:lnTo>
                  <a:lnTo>
                    <a:pt x="577" y="34"/>
                  </a:lnTo>
                  <a:lnTo>
                    <a:pt x="575" y="31"/>
                  </a:lnTo>
                  <a:lnTo>
                    <a:pt x="575" y="31"/>
                  </a:lnTo>
                  <a:lnTo>
                    <a:pt x="573" y="29"/>
                  </a:lnTo>
                  <a:lnTo>
                    <a:pt x="570" y="29"/>
                  </a:lnTo>
                  <a:lnTo>
                    <a:pt x="565" y="26"/>
                  </a:lnTo>
                  <a:lnTo>
                    <a:pt x="558" y="29"/>
                  </a:lnTo>
                  <a:lnTo>
                    <a:pt x="556" y="29"/>
                  </a:lnTo>
                  <a:lnTo>
                    <a:pt x="551" y="24"/>
                  </a:lnTo>
                  <a:lnTo>
                    <a:pt x="549" y="24"/>
                  </a:lnTo>
                  <a:lnTo>
                    <a:pt x="547" y="22"/>
                  </a:lnTo>
                  <a:lnTo>
                    <a:pt x="547" y="22"/>
                  </a:lnTo>
                  <a:lnTo>
                    <a:pt x="547" y="19"/>
                  </a:lnTo>
                  <a:lnTo>
                    <a:pt x="549" y="15"/>
                  </a:lnTo>
                  <a:lnTo>
                    <a:pt x="551" y="12"/>
                  </a:lnTo>
                  <a:lnTo>
                    <a:pt x="551" y="10"/>
                  </a:lnTo>
                  <a:lnTo>
                    <a:pt x="549" y="10"/>
                  </a:lnTo>
                  <a:lnTo>
                    <a:pt x="547" y="8"/>
                  </a:lnTo>
                  <a:lnTo>
                    <a:pt x="544" y="8"/>
                  </a:lnTo>
                  <a:lnTo>
                    <a:pt x="542" y="8"/>
                  </a:lnTo>
                  <a:lnTo>
                    <a:pt x="539" y="5"/>
                  </a:lnTo>
                  <a:lnTo>
                    <a:pt x="539" y="5"/>
                  </a:lnTo>
                  <a:lnTo>
                    <a:pt x="535" y="3"/>
                  </a:lnTo>
                  <a:lnTo>
                    <a:pt x="530" y="3"/>
                  </a:lnTo>
                  <a:lnTo>
                    <a:pt x="528" y="3"/>
                  </a:lnTo>
                  <a:lnTo>
                    <a:pt x="523" y="5"/>
                  </a:lnTo>
                  <a:lnTo>
                    <a:pt x="521" y="3"/>
                  </a:lnTo>
                  <a:lnTo>
                    <a:pt x="521" y="5"/>
                  </a:lnTo>
                  <a:lnTo>
                    <a:pt x="521" y="5"/>
                  </a:lnTo>
                  <a:lnTo>
                    <a:pt x="521" y="10"/>
                  </a:lnTo>
                  <a:lnTo>
                    <a:pt x="518" y="15"/>
                  </a:lnTo>
                  <a:lnTo>
                    <a:pt x="518" y="22"/>
                  </a:lnTo>
                  <a:lnTo>
                    <a:pt x="516" y="24"/>
                  </a:lnTo>
                  <a:lnTo>
                    <a:pt x="516" y="26"/>
                  </a:lnTo>
                  <a:lnTo>
                    <a:pt x="516" y="29"/>
                  </a:lnTo>
                  <a:lnTo>
                    <a:pt x="516" y="26"/>
                  </a:lnTo>
                  <a:lnTo>
                    <a:pt x="513" y="26"/>
                  </a:lnTo>
                  <a:lnTo>
                    <a:pt x="509" y="24"/>
                  </a:lnTo>
                  <a:lnTo>
                    <a:pt x="502" y="22"/>
                  </a:lnTo>
                  <a:lnTo>
                    <a:pt x="494" y="17"/>
                  </a:lnTo>
                  <a:lnTo>
                    <a:pt x="490" y="15"/>
                  </a:lnTo>
                  <a:lnTo>
                    <a:pt x="483" y="10"/>
                  </a:lnTo>
                  <a:lnTo>
                    <a:pt x="476" y="8"/>
                  </a:lnTo>
                  <a:lnTo>
                    <a:pt x="471" y="5"/>
                  </a:lnTo>
                  <a:lnTo>
                    <a:pt x="464" y="0"/>
                  </a:lnTo>
                  <a:lnTo>
                    <a:pt x="461" y="0"/>
                  </a:lnTo>
                  <a:lnTo>
                    <a:pt x="461" y="0"/>
                  </a:lnTo>
                  <a:lnTo>
                    <a:pt x="459" y="3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59" y="8"/>
                  </a:lnTo>
                  <a:lnTo>
                    <a:pt x="461" y="10"/>
                  </a:lnTo>
                  <a:lnTo>
                    <a:pt x="461" y="12"/>
                  </a:lnTo>
                  <a:lnTo>
                    <a:pt x="461" y="15"/>
                  </a:lnTo>
                  <a:lnTo>
                    <a:pt x="461" y="15"/>
                  </a:lnTo>
                  <a:lnTo>
                    <a:pt x="461" y="15"/>
                  </a:lnTo>
                  <a:lnTo>
                    <a:pt x="461" y="19"/>
                  </a:lnTo>
                  <a:lnTo>
                    <a:pt x="459" y="22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4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31"/>
                  </a:lnTo>
                  <a:lnTo>
                    <a:pt x="459" y="31"/>
                  </a:lnTo>
                  <a:lnTo>
                    <a:pt x="459" y="34"/>
                  </a:lnTo>
                  <a:lnTo>
                    <a:pt x="459" y="34"/>
                  </a:lnTo>
                  <a:lnTo>
                    <a:pt x="459" y="34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6"/>
                  </a:lnTo>
                  <a:lnTo>
                    <a:pt x="459" y="38"/>
                  </a:lnTo>
                  <a:lnTo>
                    <a:pt x="457" y="43"/>
                  </a:lnTo>
                  <a:lnTo>
                    <a:pt x="454" y="45"/>
                  </a:lnTo>
                  <a:lnTo>
                    <a:pt x="452" y="50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5"/>
                  </a:lnTo>
                  <a:lnTo>
                    <a:pt x="450" y="57"/>
                  </a:lnTo>
                  <a:lnTo>
                    <a:pt x="450" y="57"/>
                  </a:lnTo>
                  <a:lnTo>
                    <a:pt x="447" y="62"/>
                  </a:lnTo>
                  <a:lnTo>
                    <a:pt x="447" y="62"/>
                  </a:lnTo>
                  <a:lnTo>
                    <a:pt x="447" y="62"/>
                  </a:lnTo>
                  <a:lnTo>
                    <a:pt x="445" y="64"/>
                  </a:lnTo>
                  <a:lnTo>
                    <a:pt x="445" y="64"/>
                  </a:lnTo>
                  <a:lnTo>
                    <a:pt x="445" y="64"/>
                  </a:lnTo>
                  <a:lnTo>
                    <a:pt x="442" y="64"/>
                  </a:lnTo>
                  <a:lnTo>
                    <a:pt x="442" y="67"/>
                  </a:lnTo>
                  <a:lnTo>
                    <a:pt x="442" y="69"/>
                  </a:lnTo>
                  <a:lnTo>
                    <a:pt x="442" y="69"/>
                  </a:lnTo>
                  <a:lnTo>
                    <a:pt x="442" y="69"/>
                  </a:lnTo>
                  <a:lnTo>
                    <a:pt x="440" y="71"/>
                  </a:lnTo>
                  <a:lnTo>
                    <a:pt x="438" y="71"/>
                  </a:lnTo>
                  <a:lnTo>
                    <a:pt x="438" y="71"/>
                  </a:lnTo>
                  <a:lnTo>
                    <a:pt x="438" y="74"/>
                  </a:lnTo>
                  <a:lnTo>
                    <a:pt x="438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5" y="71"/>
                  </a:lnTo>
                  <a:lnTo>
                    <a:pt x="433" y="71"/>
                  </a:lnTo>
                  <a:lnTo>
                    <a:pt x="433" y="76"/>
                  </a:lnTo>
                  <a:lnTo>
                    <a:pt x="431" y="81"/>
                  </a:lnTo>
                  <a:lnTo>
                    <a:pt x="428" y="86"/>
                  </a:lnTo>
                  <a:lnTo>
                    <a:pt x="426" y="90"/>
                  </a:lnTo>
                  <a:lnTo>
                    <a:pt x="426" y="90"/>
                  </a:lnTo>
                  <a:lnTo>
                    <a:pt x="426" y="90"/>
                  </a:lnTo>
                  <a:lnTo>
                    <a:pt x="424" y="90"/>
                  </a:lnTo>
                  <a:lnTo>
                    <a:pt x="421" y="90"/>
                  </a:lnTo>
                  <a:lnTo>
                    <a:pt x="416" y="88"/>
                  </a:lnTo>
                  <a:lnTo>
                    <a:pt x="412" y="86"/>
                  </a:lnTo>
                  <a:lnTo>
                    <a:pt x="412" y="86"/>
                  </a:lnTo>
                  <a:lnTo>
                    <a:pt x="412" y="88"/>
                  </a:lnTo>
                  <a:lnTo>
                    <a:pt x="409" y="93"/>
                  </a:lnTo>
                  <a:lnTo>
                    <a:pt x="407" y="95"/>
                  </a:lnTo>
                  <a:lnTo>
                    <a:pt x="407" y="95"/>
                  </a:lnTo>
                  <a:lnTo>
                    <a:pt x="407" y="95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7" y="100"/>
                  </a:lnTo>
                  <a:lnTo>
                    <a:pt x="407" y="102"/>
                  </a:lnTo>
                  <a:lnTo>
                    <a:pt x="405" y="102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5" y="109"/>
                  </a:lnTo>
                  <a:lnTo>
                    <a:pt x="405" y="112"/>
                  </a:lnTo>
                  <a:lnTo>
                    <a:pt x="405" y="112"/>
                  </a:lnTo>
                  <a:lnTo>
                    <a:pt x="402" y="114"/>
                  </a:lnTo>
                  <a:lnTo>
                    <a:pt x="402" y="114"/>
                  </a:lnTo>
                  <a:lnTo>
                    <a:pt x="402" y="116"/>
                  </a:lnTo>
                  <a:lnTo>
                    <a:pt x="402" y="116"/>
                  </a:lnTo>
                  <a:lnTo>
                    <a:pt x="402" y="119"/>
                  </a:lnTo>
                  <a:lnTo>
                    <a:pt x="400" y="121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00" y="128"/>
                  </a:lnTo>
                  <a:lnTo>
                    <a:pt x="400" y="128"/>
                  </a:lnTo>
                  <a:lnTo>
                    <a:pt x="400" y="131"/>
                  </a:lnTo>
                  <a:lnTo>
                    <a:pt x="398" y="133"/>
                  </a:lnTo>
                  <a:lnTo>
                    <a:pt x="398" y="138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86" y="142"/>
                  </a:lnTo>
                  <a:lnTo>
                    <a:pt x="381" y="142"/>
                  </a:lnTo>
                  <a:lnTo>
                    <a:pt x="376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40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71" y="138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64" y="131"/>
                  </a:lnTo>
                  <a:lnTo>
                    <a:pt x="355" y="128"/>
                  </a:lnTo>
                  <a:lnTo>
                    <a:pt x="355" y="128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5" y="135"/>
                  </a:lnTo>
                  <a:lnTo>
                    <a:pt x="355" y="135"/>
                  </a:lnTo>
                  <a:lnTo>
                    <a:pt x="355" y="138"/>
                  </a:lnTo>
                  <a:lnTo>
                    <a:pt x="355" y="138"/>
                  </a:lnTo>
                  <a:lnTo>
                    <a:pt x="353" y="140"/>
                  </a:lnTo>
                  <a:lnTo>
                    <a:pt x="353" y="142"/>
                  </a:lnTo>
                  <a:lnTo>
                    <a:pt x="353" y="142"/>
                  </a:lnTo>
                  <a:lnTo>
                    <a:pt x="353" y="147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2"/>
                  </a:lnTo>
                  <a:lnTo>
                    <a:pt x="353" y="154"/>
                  </a:lnTo>
                  <a:lnTo>
                    <a:pt x="353" y="157"/>
                  </a:lnTo>
                  <a:lnTo>
                    <a:pt x="350" y="159"/>
                  </a:lnTo>
                  <a:lnTo>
                    <a:pt x="350" y="159"/>
                  </a:lnTo>
                  <a:lnTo>
                    <a:pt x="348" y="159"/>
                  </a:lnTo>
                  <a:lnTo>
                    <a:pt x="348" y="159"/>
                  </a:lnTo>
                  <a:lnTo>
                    <a:pt x="348" y="161"/>
                  </a:lnTo>
                  <a:lnTo>
                    <a:pt x="348" y="161"/>
                  </a:lnTo>
                  <a:lnTo>
                    <a:pt x="348" y="164"/>
                  </a:lnTo>
                  <a:lnTo>
                    <a:pt x="348" y="164"/>
                  </a:lnTo>
                  <a:lnTo>
                    <a:pt x="345" y="166"/>
                  </a:lnTo>
                  <a:lnTo>
                    <a:pt x="345" y="166"/>
                  </a:lnTo>
                  <a:lnTo>
                    <a:pt x="348" y="168"/>
                  </a:lnTo>
                  <a:lnTo>
                    <a:pt x="348" y="168"/>
                  </a:lnTo>
                  <a:lnTo>
                    <a:pt x="348" y="168"/>
                  </a:lnTo>
                  <a:lnTo>
                    <a:pt x="348" y="171"/>
                  </a:lnTo>
                  <a:lnTo>
                    <a:pt x="348" y="171"/>
                  </a:lnTo>
                  <a:lnTo>
                    <a:pt x="348" y="171"/>
                  </a:lnTo>
                  <a:lnTo>
                    <a:pt x="345" y="173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1" y="180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38" y="197"/>
                  </a:lnTo>
                  <a:lnTo>
                    <a:pt x="336" y="202"/>
                  </a:lnTo>
                  <a:lnTo>
                    <a:pt x="334" y="206"/>
                  </a:lnTo>
                  <a:lnTo>
                    <a:pt x="331" y="211"/>
                  </a:lnTo>
                  <a:lnTo>
                    <a:pt x="327" y="218"/>
                  </a:lnTo>
                  <a:lnTo>
                    <a:pt x="324" y="223"/>
                  </a:lnTo>
                  <a:lnTo>
                    <a:pt x="322" y="228"/>
                  </a:lnTo>
                  <a:lnTo>
                    <a:pt x="317" y="235"/>
                  </a:lnTo>
                  <a:lnTo>
                    <a:pt x="317" y="235"/>
                  </a:lnTo>
                  <a:lnTo>
                    <a:pt x="317" y="237"/>
                  </a:lnTo>
                  <a:lnTo>
                    <a:pt x="317" y="237"/>
                  </a:lnTo>
                  <a:lnTo>
                    <a:pt x="315" y="244"/>
                  </a:lnTo>
                  <a:lnTo>
                    <a:pt x="312" y="251"/>
                  </a:lnTo>
                  <a:lnTo>
                    <a:pt x="312" y="251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5" y="254"/>
                  </a:lnTo>
                  <a:lnTo>
                    <a:pt x="315" y="254"/>
                  </a:lnTo>
                  <a:lnTo>
                    <a:pt x="319" y="256"/>
                  </a:lnTo>
                  <a:lnTo>
                    <a:pt x="319" y="256"/>
                  </a:lnTo>
                  <a:lnTo>
                    <a:pt x="319" y="256"/>
                  </a:lnTo>
                  <a:lnTo>
                    <a:pt x="319" y="258"/>
                  </a:lnTo>
                  <a:lnTo>
                    <a:pt x="319" y="258"/>
                  </a:lnTo>
                  <a:lnTo>
                    <a:pt x="319" y="258"/>
                  </a:lnTo>
                  <a:lnTo>
                    <a:pt x="319" y="261"/>
                  </a:lnTo>
                  <a:lnTo>
                    <a:pt x="317" y="261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5"/>
                  </a:lnTo>
                  <a:lnTo>
                    <a:pt x="312" y="265"/>
                  </a:lnTo>
                  <a:lnTo>
                    <a:pt x="312" y="268"/>
                  </a:lnTo>
                  <a:lnTo>
                    <a:pt x="312" y="268"/>
                  </a:lnTo>
                  <a:lnTo>
                    <a:pt x="315" y="268"/>
                  </a:lnTo>
                  <a:lnTo>
                    <a:pt x="315" y="268"/>
                  </a:lnTo>
                  <a:lnTo>
                    <a:pt x="315" y="268"/>
                  </a:lnTo>
                  <a:lnTo>
                    <a:pt x="315" y="270"/>
                  </a:lnTo>
                  <a:lnTo>
                    <a:pt x="317" y="270"/>
                  </a:lnTo>
                  <a:lnTo>
                    <a:pt x="317" y="270"/>
                  </a:lnTo>
                  <a:lnTo>
                    <a:pt x="317" y="273"/>
                  </a:lnTo>
                  <a:lnTo>
                    <a:pt x="315" y="273"/>
                  </a:lnTo>
                  <a:lnTo>
                    <a:pt x="305" y="282"/>
                  </a:lnTo>
                  <a:lnTo>
                    <a:pt x="303" y="284"/>
                  </a:lnTo>
                  <a:lnTo>
                    <a:pt x="303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301" y="284"/>
                  </a:lnTo>
                  <a:lnTo>
                    <a:pt x="298" y="284"/>
                  </a:lnTo>
                  <a:lnTo>
                    <a:pt x="298" y="284"/>
                  </a:lnTo>
                  <a:lnTo>
                    <a:pt x="298" y="284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8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3" y="282"/>
                  </a:lnTo>
                  <a:lnTo>
                    <a:pt x="291" y="282"/>
                  </a:lnTo>
                  <a:lnTo>
                    <a:pt x="289" y="284"/>
                  </a:lnTo>
                  <a:lnTo>
                    <a:pt x="284" y="289"/>
                  </a:lnTo>
                  <a:lnTo>
                    <a:pt x="279" y="292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5" y="296"/>
                  </a:lnTo>
                  <a:lnTo>
                    <a:pt x="272" y="296"/>
                  </a:lnTo>
                  <a:lnTo>
                    <a:pt x="272" y="294"/>
                  </a:lnTo>
                  <a:lnTo>
                    <a:pt x="272" y="294"/>
                  </a:lnTo>
                  <a:lnTo>
                    <a:pt x="272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4"/>
                  </a:lnTo>
                  <a:lnTo>
                    <a:pt x="270" y="292"/>
                  </a:lnTo>
                  <a:lnTo>
                    <a:pt x="267" y="292"/>
                  </a:lnTo>
                  <a:lnTo>
                    <a:pt x="267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3" y="292"/>
                  </a:lnTo>
                  <a:lnTo>
                    <a:pt x="263" y="294"/>
                  </a:lnTo>
                  <a:lnTo>
                    <a:pt x="263" y="294"/>
                  </a:lnTo>
                  <a:lnTo>
                    <a:pt x="260" y="294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6"/>
                  </a:lnTo>
                  <a:lnTo>
                    <a:pt x="260" y="299"/>
                  </a:lnTo>
                  <a:lnTo>
                    <a:pt x="260" y="299"/>
                  </a:lnTo>
                  <a:lnTo>
                    <a:pt x="263" y="301"/>
                  </a:lnTo>
                  <a:lnTo>
                    <a:pt x="263" y="301"/>
                  </a:lnTo>
                  <a:lnTo>
                    <a:pt x="263" y="303"/>
                  </a:lnTo>
                  <a:lnTo>
                    <a:pt x="263" y="303"/>
                  </a:lnTo>
                  <a:lnTo>
                    <a:pt x="263" y="306"/>
                  </a:lnTo>
                  <a:lnTo>
                    <a:pt x="263" y="306"/>
                  </a:lnTo>
                  <a:lnTo>
                    <a:pt x="256" y="310"/>
                  </a:lnTo>
                  <a:lnTo>
                    <a:pt x="256" y="310"/>
                  </a:lnTo>
                  <a:lnTo>
                    <a:pt x="256" y="310"/>
                  </a:lnTo>
                  <a:lnTo>
                    <a:pt x="253" y="310"/>
                  </a:lnTo>
                  <a:lnTo>
                    <a:pt x="253" y="310"/>
                  </a:lnTo>
                  <a:lnTo>
                    <a:pt x="251" y="310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39" y="315"/>
                  </a:lnTo>
                  <a:lnTo>
                    <a:pt x="232" y="320"/>
                  </a:lnTo>
                  <a:lnTo>
                    <a:pt x="230" y="322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30" y="320"/>
                  </a:lnTo>
                  <a:lnTo>
                    <a:pt x="227" y="320"/>
                  </a:lnTo>
                  <a:lnTo>
                    <a:pt x="227" y="318"/>
                  </a:lnTo>
                  <a:lnTo>
                    <a:pt x="222" y="315"/>
                  </a:lnTo>
                  <a:lnTo>
                    <a:pt x="220" y="315"/>
                  </a:lnTo>
                  <a:lnTo>
                    <a:pt x="220" y="315"/>
                  </a:lnTo>
                  <a:lnTo>
                    <a:pt x="218" y="313"/>
                  </a:lnTo>
                  <a:lnTo>
                    <a:pt x="218" y="313"/>
                  </a:lnTo>
                  <a:lnTo>
                    <a:pt x="218" y="313"/>
                  </a:lnTo>
                  <a:lnTo>
                    <a:pt x="215" y="313"/>
                  </a:lnTo>
                  <a:lnTo>
                    <a:pt x="215" y="313"/>
                  </a:lnTo>
                  <a:lnTo>
                    <a:pt x="213" y="313"/>
                  </a:lnTo>
                  <a:lnTo>
                    <a:pt x="213" y="313"/>
                  </a:lnTo>
                  <a:lnTo>
                    <a:pt x="213" y="315"/>
                  </a:lnTo>
                  <a:lnTo>
                    <a:pt x="213" y="315"/>
                  </a:lnTo>
                  <a:lnTo>
                    <a:pt x="213" y="318"/>
                  </a:lnTo>
                  <a:lnTo>
                    <a:pt x="213" y="318"/>
                  </a:lnTo>
                  <a:lnTo>
                    <a:pt x="211" y="320"/>
                  </a:lnTo>
                  <a:lnTo>
                    <a:pt x="211" y="320"/>
                  </a:lnTo>
                  <a:lnTo>
                    <a:pt x="211" y="322"/>
                  </a:lnTo>
                  <a:lnTo>
                    <a:pt x="206" y="322"/>
                  </a:lnTo>
                  <a:lnTo>
                    <a:pt x="204" y="322"/>
                  </a:lnTo>
                  <a:lnTo>
                    <a:pt x="204" y="322"/>
                  </a:lnTo>
                  <a:lnTo>
                    <a:pt x="204" y="325"/>
                  </a:lnTo>
                  <a:lnTo>
                    <a:pt x="199" y="329"/>
                  </a:lnTo>
                  <a:lnTo>
                    <a:pt x="199" y="332"/>
                  </a:lnTo>
                  <a:lnTo>
                    <a:pt x="199" y="332"/>
                  </a:lnTo>
                  <a:lnTo>
                    <a:pt x="196" y="332"/>
                  </a:lnTo>
                  <a:lnTo>
                    <a:pt x="189" y="332"/>
                  </a:lnTo>
                  <a:lnTo>
                    <a:pt x="189" y="332"/>
                  </a:lnTo>
                  <a:lnTo>
                    <a:pt x="185" y="332"/>
                  </a:lnTo>
                  <a:lnTo>
                    <a:pt x="182" y="329"/>
                  </a:lnTo>
                  <a:lnTo>
                    <a:pt x="182" y="329"/>
                  </a:lnTo>
                  <a:lnTo>
                    <a:pt x="180" y="329"/>
                  </a:lnTo>
                  <a:lnTo>
                    <a:pt x="178" y="327"/>
                  </a:lnTo>
                  <a:lnTo>
                    <a:pt x="178" y="327"/>
                  </a:lnTo>
                  <a:lnTo>
                    <a:pt x="178" y="327"/>
                  </a:lnTo>
                  <a:lnTo>
                    <a:pt x="178" y="325"/>
                  </a:lnTo>
                  <a:lnTo>
                    <a:pt x="178" y="325"/>
                  </a:lnTo>
                  <a:lnTo>
                    <a:pt x="175" y="325"/>
                  </a:lnTo>
                  <a:lnTo>
                    <a:pt x="173" y="325"/>
                  </a:lnTo>
                  <a:lnTo>
                    <a:pt x="173" y="325"/>
                  </a:lnTo>
                  <a:lnTo>
                    <a:pt x="170" y="327"/>
                  </a:lnTo>
                  <a:lnTo>
                    <a:pt x="170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8" y="325"/>
                  </a:lnTo>
                  <a:lnTo>
                    <a:pt x="166" y="322"/>
                  </a:lnTo>
                  <a:lnTo>
                    <a:pt x="166" y="322"/>
                  </a:lnTo>
                  <a:lnTo>
                    <a:pt x="166" y="320"/>
                  </a:lnTo>
                  <a:lnTo>
                    <a:pt x="163" y="320"/>
                  </a:lnTo>
                  <a:lnTo>
                    <a:pt x="159" y="318"/>
                  </a:lnTo>
                  <a:lnTo>
                    <a:pt x="159" y="318"/>
                  </a:lnTo>
                  <a:lnTo>
                    <a:pt x="159" y="318"/>
                  </a:lnTo>
                  <a:lnTo>
                    <a:pt x="159" y="315"/>
                  </a:lnTo>
                  <a:lnTo>
                    <a:pt x="159" y="315"/>
                  </a:lnTo>
                  <a:lnTo>
                    <a:pt x="156" y="315"/>
                  </a:lnTo>
                  <a:lnTo>
                    <a:pt x="156" y="313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10"/>
                  </a:lnTo>
                  <a:lnTo>
                    <a:pt x="156" y="308"/>
                  </a:lnTo>
                  <a:lnTo>
                    <a:pt x="156" y="308"/>
                  </a:lnTo>
                  <a:lnTo>
                    <a:pt x="156" y="308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6"/>
                  </a:lnTo>
                  <a:lnTo>
                    <a:pt x="152" y="303"/>
                  </a:lnTo>
                  <a:lnTo>
                    <a:pt x="152" y="303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301"/>
                  </a:lnTo>
                  <a:lnTo>
                    <a:pt x="154" y="299"/>
                  </a:lnTo>
                  <a:lnTo>
                    <a:pt x="154" y="299"/>
                  </a:lnTo>
                  <a:lnTo>
                    <a:pt x="152" y="299"/>
                  </a:lnTo>
                  <a:lnTo>
                    <a:pt x="152" y="299"/>
                  </a:lnTo>
                  <a:lnTo>
                    <a:pt x="152" y="296"/>
                  </a:lnTo>
                  <a:lnTo>
                    <a:pt x="147" y="303"/>
                  </a:lnTo>
                  <a:lnTo>
                    <a:pt x="140" y="310"/>
                  </a:lnTo>
                  <a:lnTo>
                    <a:pt x="135" y="318"/>
                  </a:lnTo>
                  <a:lnTo>
                    <a:pt x="125" y="327"/>
                  </a:lnTo>
                  <a:lnTo>
                    <a:pt x="118" y="336"/>
                  </a:lnTo>
                  <a:lnTo>
                    <a:pt x="116" y="336"/>
                  </a:lnTo>
                  <a:lnTo>
                    <a:pt x="109" y="341"/>
                  </a:lnTo>
                  <a:lnTo>
                    <a:pt x="102" y="346"/>
                  </a:lnTo>
                  <a:lnTo>
                    <a:pt x="92" y="353"/>
                  </a:lnTo>
                  <a:lnTo>
                    <a:pt x="88" y="358"/>
                  </a:lnTo>
                  <a:lnTo>
                    <a:pt x="88" y="360"/>
                  </a:lnTo>
                  <a:lnTo>
                    <a:pt x="85" y="360"/>
                  </a:lnTo>
                  <a:lnTo>
                    <a:pt x="88" y="363"/>
                  </a:lnTo>
                  <a:lnTo>
                    <a:pt x="88" y="365"/>
                  </a:lnTo>
                  <a:lnTo>
                    <a:pt x="88" y="367"/>
                  </a:lnTo>
                  <a:lnTo>
                    <a:pt x="88" y="367"/>
                  </a:lnTo>
                  <a:lnTo>
                    <a:pt x="88" y="367"/>
                  </a:lnTo>
                  <a:lnTo>
                    <a:pt x="88" y="370"/>
                  </a:lnTo>
                  <a:lnTo>
                    <a:pt x="88" y="370"/>
                  </a:lnTo>
                  <a:lnTo>
                    <a:pt x="88" y="370"/>
                  </a:lnTo>
                  <a:lnTo>
                    <a:pt x="85" y="370"/>
                  </a:lnTo>
                  <a:lnTo>
                    <a:pt x="78" y="377"/>
                  </a:lnTo>
                  <a:lnTo>
                    <a:pt x="76" y="379"/>
                  </a:lnTo>
                  <a:lnTo>
                    <a:pt x="76" y="379"/>
                  </a:lnTo>
                  <a:lnTo>
                    <a:pt x="73" y="381"/>
                  </a:lnTo>
                  <a:lnTo>
                    <a:pt x="76" y="384"/>
                  </a:lnTo>
                  <a:lnTo>
                    <a:pt x="76" y="384"/>
                  </a:lnTo>
                  <a:lnTo>
                    <a:pt x="76" y="384"/>
                  </a:lnTo>
                  <a:lnTo>
                    <a:pt x="76" y="386"/>
                  </a:lnTo>
                  <a:lnTo>
                    <a:pt x="76" y="386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3" y="391"/>
                  </a:lnTo>
                  <a:lnTo>
                    <a:pt x="73" y="391"/>
                  </a:lnTo>
                  <a:lnTo>
                    <a:pt x="66" y="393"/>
                  </a:lnTo>
                  <a:lnTo>
                    <a:pt x="62" y="398"/>
                  </a:lnTo>
                  <a:lnTo>
                    <a:pt x="57" y="398"/>
                  </a:lnTo>
                  <a:lnTo>
                    <a:pt x="57" y="398"/>
                  </a:lnTo>
                  <a:lnTo>
                    <a:pt x="57" y="398"/>
                  </a:lnTo>
                  <a:lnTo>
                    <a:pt x="55" y="400"/>
                  </a:lnTo>
                  <a:lnTo>
                    <a:pt x="55" y="405"/>
                  </a:lnTo>
                  <a:lnTo>
                    <a:pt x="52" y="407"/>
                  </a:lnTo>
                  <a:lnTo>
                    <a:pt x="52" y="407"/>
                  </a:lnTo>
                  <a:lnTo>
                    <a:pt x="52" y="407"/>
                  </a:lnTo>
                  <a:lnTo>
                    <a:pt x="52" y="410"/>
                  </a:lnTo>
                  <a:lnTo>
                    <a:pt x="52" y="410"/>
                  </a:lnTo>
                  <a:lnTo>
                    <a:pt x="52" y="410"/>
                  </a:lnTo>
                  <a:lnTo>
                    <a:pt x="52" y="412"/>
                  </a:lnTo>
                  <a:lnTo>
                    <a:pt x="52" y="412"/>
                  </a:lnTo>
                  <a:lnTo>
                    <a:pt x="50" y="412"/>
                  </a:lnTo>
                  <a:lnTo>
                    <a:pt x="40" y="415"/>
                  </a:lnTo>
                  <a:lnTo>
                    <a:pt x="31" y="419"/>
                  </a:lnTo>
                  <a:lnTo>
                    <a:pt x="29" y="424"/>
                  </a:lnTo>
                  <a:lnTo>
                    <a:pt x="26" y="424"/>
                  </a:lnTo>
                  <a:lnTo>
                    <a:pt x="26" y="424"/>
                  </a:lnTo>
                  <a:lnTo>
                    <a:pt x="24" y="426"/>
                  </a:lnTo>
                  <a:lnTo>
                    <a:pt x="14" y="429"/>
                  </a:lnTo>
                  <a:lnTo>
                    <a:pt x="7" y="434"/>
                  </a:lnTo>
                  <a:lnTo>
                    <a:pt x="7" y="434"/>
                  </a:lnTo>
                  <a:lnTo>
                    <a:pt x="5" y="434"/>
                  </a:lnTo>
                  <a:lnTo>
                    <a:pt x="0" y="438"/>
                  </a:lnTo>
                  <a:lnTo>
                    <a:pt x="12" y="436"/>
                  </a:lnTo>
                  <a:lnTo>
                    <a:pt x="21" y="436"/>
                  </a:lnTo>
                  <a:lnTo>
                    <a:pt x="43" y="431"/>
                  </a:lnTo>
                  <a:lnTo>
                    <a:pt x="52" y="431"/>
                  </a:lnTo>
                  <a:lnTo>
                    <a:pt x="64" y="429"/>
                  </a:lnTo>
                  <a:lnTo>
                    <a:pt x="73" y="429"/>
                  </a:lnTo>
                  <a:lnTo>
                    <a:pt x="83" y="426"/>
                  </a:lnTo>
                  <a:lnTo>
                    <a:pt x="95" y="424"/>
                  </a:lnTo>
                  <a:lnTo>
                    <a:pt x="104" y="424"/>
                  </a:lnTo>
                  <a:lnTo>
                    <a:pt x="116" y="422"/>
                  </a:lnTo>
                  <a:lnTo>
                    <a:pt x="125" y="419"/>
                  </a:lnTo>
                  <a:lnTo>
                    <a:pt x="135" y="417"/>
                  </a:lnTo>
                  <a:lnTo>
                    <a:pt x="147" y="417"/>
                  </a:lnTo>
                  <a:lnTo>
                    <a:pt x="156" y="415"/>
                  </a:lnTo>
                  <a:lnTo>
                    <a:pt x="166" y="412"/>
                  </a:lnTo>
                  <a:lnTo>
                    <a:pt x="170" y="412"/>
                  </a:lnTo>
                  <a:lnTo>
                    <a:pt x="173" y="412"/>
                  </a:lnTo>
                  <a:lnTo>
                    <a:pt x="175" y="410"/>
                  </a:lnTo>
                  <a:lnTo>
                    <a:pt x="175" y="410"/>
                  </a:lnTo>
                  <a:lnTo>
                    <a:pt x="175" y="410"/>
                  </a:lnTo>
                  <a:lnTo>
                    <a:pt x="182" y="407"/>
                  </a:lnTo>
                  <a:lnTo>
                    <a:pt x="192" y="407"/>
                  </a:lnTo>
                  <a:lnTo>
                    <a:pt x="201" y="405"/>
                  </a:lnTo>
                  <a:lnTo>
                    <a:pt x="201" y="407"/>
                  </a:lnTo>
                  <a:lnTo>
                    <a:pt x="201" y="407"/>
                  </a:lnTo>
                  <a:lnTo>
                    <a:pt x="204" y="407"/>
                  </a:lnTo>
                  <a:lnTo>
                    <a:pt x="204" y="407"/>
                  </a:lnTo>
                  <a:lnTo>
                    <a:pt x="222" y="405"/>
                  </a:lnTo>
                  <a:lnTo>
                    <a:pt x="239" y="403"/>
                  </a:lnTo>
                  <a:lnTo>
                    <a:pt x="256" y="398"/>
                  </a:lnTo>
                  <a:lnTo>
                    <a:pt x="275" y="396"/>
                  </a:lnTo>
                  <a:lnTo>
                    <a:pt x="291" y="393"/>
                  </a:lnTo>
                  <a:lnTo>
                    <a:pt x="308" y="391"/>
                  </a:lnTo>
                  <a:lnTo>
                    <a:pt x="327" y="389"/>
                  </a:lnTo>
                  <a:lnTo>
                    <a:pt x="343" y="384"/>
                  </a:lnTo>
                  <a:lnTo>
                    <a:pt x="360" y="381"/>
                  </a:lnTo>
                  <a:lnTo>
                    <a:pt x="379" y="379"/>
                  </a:lnTo>
                  <a:lnTo>
                    <a:pt x="395" y="377"/>
                  </a:lnTo>
                  <a:lnTo>
                    <a:pt x="412" y="372"/>
                  </a:lnTo>
                  <a:lnTo>
                    <a:pt x="431" y="370"/>
                  </a:lnTo>
                  <a:lnTo>
                    <a:pt x="447" y="367"/>
                  </a:lnTo>
                  <a:lnTo>
                    <a:pt x="464" y="363"/>
                  </a:lnTo>
                  <a:lnTo>
                    <a:pt x="483" y="360"/>
                  </a:lnTo>
                  <a:lnTo>
                    <a:pt x="499" y="358"/>
                  </a:lnTo>
                  <a:lnTo>
                    <a:pt x="516" y="353"/>
                  </a:lnTo>
                  <a:lnTo>
                    <a:pt x="532" y="351"/>
                  </a:lnTo>
                  <a:lnTo>
                    <a:pt x="551" y="348"/>
                  </a:lnTo>
                  <a:lnTo>
                    <a:pt x="568" y="344"/>
                  </a:lnTo>
                  <a:lnTo>
                    <a:pt x="584" y="341"/>
                  </a:lnTo>
                  <a:lnTo>
                    <a:pt x="603" y="336"/>
                  </a:lnTo>
                  <a:lnTo>
                    <a:pt x="620" y="334"/>
                  </a:lnTo>
                  <a:lnTo>
                    <a:pt x="636" y="329"/>
                  </a:lnTo>
                  <a:lnTo>
                    <a:pt x="655" y="327"/>
                  </a:lnTo>
                  <a:lnTo>
                    <a:pt x="672" y="322"/>
                  </a:lnTo>
                  <a:lnTo>
                    <a:pt x="688" y="320"/>
                  </a:lnTo>
                  <a:lnTo>
                    <a:pt x="705" y="318"/>
                  </a:lnTo>
                  <a:lnTo>
                    <a:pt x="724" y="313"/>
                  </a:lnTo>
                  <a:lnTo>
                    <a:pt x="740" y="310"/>
                  </a:lnTo>
                  <a:lnTo>
                    <a:pt x="755" y="306"/>
                  </a:lnTo>
                  <a:lnTo>
                    <a:pt x="757" y="306"/>
                  </a:lnTo>
                  <a:lnTo>
                    <a:pt x="757" y="306"/>
                  </a:lnTo>
                  <a:lnTo>
                    <a:pt x="757" y="303"/>
                  </a:lnTo>
                  <a:lnTo>
                    <a:pt x="755" y="303"/>
                  </a:lnTo>
                  <a:lnTo>
                    <a:pt x="755" y="301"/>
                  </a:lnTo>
                  <a:lnTo>
                    <a:pt x="759" y="306"/>
                  </a:lnTo>
                  <a:lnTo>
                    <a:pt x="764" y="303"/>
                  </a:lnTo>
                  <a:lnTo>
                    <a:pt x="764" y="303"/>
                  </a:lnTo>
                  <a:lnTo>
                    <a:pt x="762" y="299"/>
                  </a:lnTo>
                  <a:lnTo>
                    <a:pt x="759" y="284"/>
                  </a:lnTo>
                  <a:lnTo>
                    <a:pt x="759" y="284"/>
                  </a:lnTo>
                  <a:lnTo>
                    <a:pt x="762" y="284"/>
                  </a:lnTo>
                  <a:lnTo>
                    <a:pt x="762" y="284"/>
                  </a:lnTo>
                  <a:lnTo>
                    <a:pt x="764" y="284"/>
                  </a:lnTo>
                  <a:lnTo>
                    <a:pt x="764" y="287"/>
                  </a:lnTo>
                  <a:lnTo>
                    <a:pt x="769" y="294"/>
                  </a:lnTo>
                  <a:lnTo>
                    <a:pt x="769" y="294"/>
                  </a:lnTo>
                  <a:lnTo>
                    <a:pt x="771" y="296"/>
                  </a:lnTo>
                  <a:lnTo>
                    <a:pt x="771" y="296"/>
                  </a:lnTo>
                  <a:lnTo>
                    <a:pt x="771" y="299"/>
                  </a:lnTo>
                  <a:lnTo>
                    <a:pt x="771" y="299"/>
                  </a:lnTo>
                  <a:lnTo>
                    <a:pt x="771" y="301"/>
                  </a:lnTo>
                  <a:lnTo>
                    <a:pt x="774" y="303"/>
                  </a:lnTo>
                  <a:lnTo>
                    <a:pt x="774" y="303"/>
                  </a:lnTo>
                  <a:lnTo>
                    <a:pt x="776" y="301"/>
                  </a:lnTo>
                  <a:lnTo>
                    <a:pt x="774" y="296"/>
                  </a:lnTo>
                  <a:lnTo>
                    <a:pt x="757" y="27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3" name="Freeform 11">
              <a:extLst>
                <a:ext uri="{FF2B5EF4-FFF2-40B4-BE49-F238E27FC236}">
                  <a16:creationId xmlns:a16="http://schemas.microsoft.com/office/drawing/2014/main" id="{4E50572F-C412-4FAC-94FA-595CBBF07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207" y="2575564"/>
              <a:ext cx="508852" cy="627804"/>
            </a:xfrm>
            <a:custGeom>
              <a:avLst/>
              <a:gdLst>
                <a:gd name="T0" fmla="*/ 357 w 539"/>
                <a:gd name="T1" fmla="*/ 47 h 665"/>
                <a:gd name="T2" fmla="*/ 354 w 539"/>
                <a:gd name="T3" fmla="*/ 71 h 665"/>
                <a:gd name="T4" fmla="*/ 354 w 539"/>
                <a:gd name="T5" fmla="*/ 92 h 665"/>
                <a:gd name="T6" fmla="*/ 352 w 539"/>
                <a:gd name="T7" fmla="*/ 116 h 665"/>
                <a:gd name="T8" fmla="*/ 350 w 539"/>
                <a:gd name="T9" fmla="*/ 139 h 665"/>
                <a:gd name="T10" fmla="*/ 347 w 539"/>
                <a:gd name="T11" fmla="*/ 154 h 665"/>
                <a:gd name="T12" fmla="*/ 347 w 539"/>
                <a:gd name="T13" fmla="*/ 154 h 665"/>
                <a:gd name="T14" fmla="*/ 347 w 539"/>
                <a:gd name="T15" fmla="*/ 154 h 665"/>
                <a:gd name="T16" fmla="*/ 383 w 539"/>
                <a:gd name="T17" fmla="*/ 158 h 665"/>
                <a:gd name="T18" fmla="*/ 418 w 539"/>
                <a:gd name="T19" fmla="*/ 161 h 665"/>
                <a:gd name="T20" fmla="*/ 454 w 539"/>
                <a:gd name="T21" fmla="*/ 163 h 665"/>
                <a:gd name="T22" fmla="*/ 489 w 539"/>
                <a:gd name="T23" fmla="*/ 168 h 665"/>
                <a:gd name="T24" fmla="*/ 527 w 539"/>
                <a:gd name="T25" fmla="*/ 170 h 665"/>
                <a:gd name="T26" fmla="*/ 537 w 539"/>
                <a:gd name="T27" fmla="*/ 201 h 665"/>
                <a:gd name="T28" fmla="*/ 532 w 539"/>
                <a:gd name="T29" fmla="*/ 248 h 665"/>
                <a:gd name="T30" fmla="*/ 527 w 539"/>
                <a:gd name="T31" fmla="*/ 293 h 665"/>
                <a:gd name="T32" fmla="*/ 525 w 539"/>
                <a:gd name="T33" fmla="*/ 341 h 665"/>
                <a:gd name="T34" fmla="*/ 520 w 539"/>
                <a:gd name="T35" fmla="*/ 385 h 665"/>
                <a:gd name="T36" fmla="*/ 518 w 539"/>
                <a:gd name="T37" fmla="*/ 433 h 665"/>
                <a:gd name="T38" fmla="*/ 513 w 539"/>
                <a:gd name="T39" fmla="*/ 478 h 665"/>
                <a:gd name="T40" fmla="*/ 508 w 539"/>
                <a:gd name="T41" fmla="*/ 525 h 665"/>
                <a:gd name="T42" fmla="*/ 506 w 539"/>
                <a:gd name="T43" fmla="*/ 572 h 665"/>
                <a:gd name="T44" fmla="*/ 501 w 539"/>
                <a:gd name="T45" fmla="*/ 617 h 665"/>
                <a:gd name="T46" fmla="*/ 499 w 539"/>
                <a:gd name="T47" fmla="*/ 665 h 665"/>
                <a:gd name="T48" fmla="*/ 451 w 539"/>
                <a:gd name="T49" fmla="*/ 660 h 665"/>
                <a:gd name="T50" fmla="*/ 404 w 539"/>
                <a:gd name="T51" fmla="*/ 655 h 665"/>
                <a:gd name="T52" fmla="*/ 357 w 539"/>
                <a:gd name="T53" fmla="*/ 651 h 665"/>
                <a:gd name="T54" fmla="*/ 312 w 539"/>
                <a:gd name="T55" fmla="*/ 648 h 665"/>
                <a:gd name="T56" fmla="*/ 265 w 539"/>
                <a:gd name="T57" fmla="*/ 643 h 665"/>
                <a:gd name="T58" fmla="*/ 217 w 539"/>
                <a:gd name="T59" fmla="*/ 636 h 665"/>
                <a:gd name="T60" fmla="*/ 172 w 539"/>
                <a:gd name="T61" fmla="*/ 632 h 665"/>
                <a:gd name="T62" fmla="*/ 125 w 539"/>
                <a:gd name="T63" fmla="*/ 627 h 665"/>
                <a:gd name="T64" fmla="*/ 78 w 539"/>
                <a:gd name="T65" fmla="*/ 622 h 665"/>
                <a:gd name="T66" fmla="*/ 30 w 539"/>
                <a:gd name="T67" fmla="*/ 615 h 665"/>
                <a:gd name="T68" fmla="*/ 2 w 539"/>
                <a:gd name="T69" fmla="*/ 591 h 665"/>
                <a:gd name="T70" fmla="*/ 9 w 539"/>
                <a:gd name="T71" fmla="*/ 535 h 665"/>
                <a:gd name="T72" fmla="*/ 19 w 539"/>
                <a:gd name="T73" fmla="*/ 478 h 665"/>
                <a:gd name="T74" fmla="*/ 26 w 539"/>
                <a:gd name="T75" fmla="*/ 419 h 665"/>
                <a:gd name="T76" fmla="*/ 33 w 539"/>
                <a:gd name="T77" fmla="*/ 362 h 665"/>
                <a:gd name="T78" fmla="*/ 40 w 539"/>
                <a:gd name="T79" fmla="*/ 305 h 665"/>
                <a:gd name="T80" fmla="*/ 47 w 539"/>
                <a:gd name="T81" fmla="*/ 248 h 665"/>
                <a:gd name="T82" fmla="*/ 54 w 539"/>
                <a:gd name="T83" fmla="*/ 189 h 665"/>
                <a:gd name="T84" fmla="*/ 61 w 539"/>
                <a:gd name="T85" fmla="*/ 132 h 665"/>
                <a:gd name="T86" fmla="*/ 68 w 539"/>
                <a:gd name="T87" fmla="*/ 75 h 665"/>
                <a:gd name="T88" fmla="*/ 75 w 539"/>
                <a:gd name="T89" fmla="*/ 19 h 665"/>
                <a:gd name="T90" fmla="*/ 113 w 539"/>
                <a:gd name="T91" fmla="*/ 4 h 665"/>
                <a:gd name="T92" fmla="*/ 165 w 539"/>
                <a:gd name="T93" fmla="*/ 12 h 665"/>
                <a:gd name="T94" fmla="*/ 220 w 539"/>
                <a:gd name="T95" fmla="*/ 16 h 665"/>
                <a:gd name="T96" fmla="*/ 272 w 539"/>
                <a:gd name="T97" fmla="*/ 23 h 665"/>
                <a:gd name="T98" fmla="*/ 324 w 539"/>
                <a:gd name="T99" fmla="*/ 28 h 665"/>
                <a:gd name="T100" fmla="*/ 359 w 539"/>
                <a:gd name="T101" fmla="*/ 3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9" h="665">
                  <a:moveTo>
                    <a:pt x="359" y="33"/>
                  </a:moveTo>
                  <a:lnTo>
                    <a:pt x="359" y="40"/>
                  </a:lnTo>
                  <a:lnTo>
                    <a:pt x="357" y="47"/>
                  </a:lnTo>
                  <a:lnTo>
                    <a:pt x="357" y="54"/>
                  </a:lnTo>
                  <a:lnTo>
                    <a:pt x="357" y="61"/>
                  </a:lnTo>
                  <a:lnTo>
                    <a:pt x="354" y="71"/>
                  </a:lnTo>
                  <a:lnTo>
                    <a:pt x="354" y="78"/>
                  </a:lnTo>
                  <a:lnTo>
                    <a:pt x="354" y="85"/>
                  </a:lnTo>
                  <a:lnTo>
                    <a:pt x="354" y="92"/>
                  </a:lnTo>
                  <a:lnTo>
                    <a:pt x="352" y="101"/>
                  </a:lnTo>
                  <a:lnTo>
                    <a:pt x="352" y="109"/>
                  </a:lnTo>
                  <a:lnTo>
                    <a:pt x="352" y="116"/>
                  </a:lnTo>
                  <a:lnTo>
                    <a:pt x="350" y="123"/>
                  </a:lnTo>
                  <a:lnTo>
                    <a:pt x="350" y="130"/>
                  </a:lnTo>
                  <a:lnTo>
                    <a:pt x="350" y="139"/>
                  </a:lnTo>
                  <a:lnTo>
                    <a:pt x="347" y="146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47" y="154"/>
                  </a:lnTo>
                  <a:lnTo>
                    <a:pt x="359" y="156"/>
                  </a:lnTo>
                  <a:lnTo>
                    <a:pt x="371" y="156"/>
                  </a:lnTo>
                  <a:lnTo>
                    <a:pt x="383" y="158"/>
                  </a:lnTo>
                  <a:lnTo>
                    <a:pt x="395" y="158"/>
                  </a:lnTo>
                  <a:lnTo>
                    <a:pt x="406" y="161"/>
                  </a:lnTo>
                  <a:lnTo>
                    <a:pt x="418" y="161"/>
                  </a:lnTo>
                  <a:lnTo>
                    <a:pt x="430" y="163"/>
                  </a:lnTo>
                  <a:lnTo>
                    <a:pt x="442" y="163"/>
                  </a:lnTo>
                  <a:lnTo>
                    <a:pt x="454" y="163"/>
                  </a:lnTo>
                  <a:lnTo>
                    <a:pt x="466" y="165"/>
                  </a:lnTo>
                  <a:lnTo>
                    <a:pt x="477" y="165"/>
                  </a:lnTo>
                  <a:lnTo>
                    <a:pt x="489" y="168"/>
                  </a:lnTo>
                  <a:lnTo>
                    <a:pt x="503" y="168"/>
                  </a:lnTo>
                  <a:lnTo>
                    <a:pt x="515" y="170"/>
                  </a:lnTo>
                  <a:lnTo>
                    <a:pt x="527" y="170"/>
                  </a:lnTo>
                  <a:lnTo>
                    <a:pt x="539" y="172"/>
                  </a:lnTo>
                  <a:lnTo>
                    <a:pt x="537" y="187"/>
                  </a:lnTo>
                  <a:lnTo>
                    <a:pt x="537" y="201"/>
                  </a:lnTo>
                  <a:lnTo>
                    <a:pt x="534" y="217"/>
                  </a:lnTo>
                  <a:lnTo>
                    <a:pt x="534" y="232"/>
                  </a:lnTo>
                  <a:lnTo>
                    <a:pt x="532" y="248"/>
                  </a:lnTo>
                  <a:lnTo>
                    <a:pt x="529" y="262"/>
                  </a:lnTo>
                  <a:lnTo>
                    <a:pt x="529" y="279"/>
                  </a:lnTo>
                  <a:lnTo>
                    <a:pt x="527" y="293"/>
                  </a:lnTo>
                  <a:lnTo>
                    <a:pt x="527" y="310"/>
                  </a:lnTo>
                  <a:lnTo>
                    <a:pt x="525" y="324"/>
                  </a:lnTo>
                  <a:lnTo>
                    <a:pt x="525" y="341"/>
                  </a:lnTo>
                  <a:lnTo>
                    <a:pt x="522" y="355"/>
                  </a:lnTo>
                  <a:lnTo>
                    <a:pt x="522" y="371"/>
                  </a:lnTo>
                  <a:lnTo>
                    <a:pt x="520" y="385"/>
                  </a:lnTo>
                  <a:lnTo>
                    <a:pt x="520" y="402"/>
                  </a:lnTo>
                  <a:lnTo>
                    <a:pt x="518" y="416"/>
                  </a:lnTo>
                  <a:lnTo>
                    <a:pt x="518" y="433"/>
                  </a:lnTo>
                  <a:lnTo>
                    <a:pt x="515" y="447"/>
                  </a:lnTo>
                  <a:lnTo>
                    <a:pt x="515" y="464"/>
                  </a:lnTo>
                  <a:lnTo>
                    <a:pt x="513" y="478"/>
                  </a:lnTo>
                  <a:lnTo>
                    <a:pt x="511" y="494"/>
                  </a:lnTo>
                  <a:lnTo>
                    <a:pt x="511" y="509"/>
                  </a:lnTo>
                  <a:lnTo>
                    <a:pt x="508" y="525"/>
                  </a:lnTo>
                  <a:lnTo>
                    <a:pt x="508" y="542"/>
                  </a:lnTo>
                  <a:lnTo>
                    <a:pt x="506" y="556"/>
                  </a:lnTo>
                  <a:lnTo>
                    <a:pt x="506" y="572"/>
                  </a:lnTo>
                  <a:lnTo>
                    <a:pt x="503" y="587"/>
                  </a:lnTo>
                  <a:lnTo>
                    <a:pt x="503" y="603"/>
                  </a:lnTo>
                  <a:lnTo>
                    <a:pt x="501" y="617"/>
                  </a:lnTo>
                  <a:lnTo>
                    <a:pt x="501" y="634"/>
                  </a:lnTo>
                  <a:lnTo>
                    <a:pt x="499" y="648"/>
                  </a:lnTo>
                  <a:lnTo>
                    <a:pt x="499" y="665"/>
                  </a:lnTo>
                  <a:lnTo>
                    <a:pt x="482" y="662"/>
                  </a:lnTo>
                  <a:lnTo>
                    <a:pt x="466" y="662"/>
                  </a:lnTo>
                  <a:lnTo>
                    <a:pt x="451" y="660"/>
                  </a:lnTo>
                  <a:lnTo>
                    <a:pt x="435" y="658"/>
                  </a:lnTo>
                  <a:lnTo>
                    <a:pt x="421" y="658"/>
                  </a:lnTo>
                  <a:lnTo>
                    <a:pt x="404" y="655"/>
                  </a:lnTo>
                  <a:lnTo>
                    <a:pt x="390" y="655"/>
                  </a:lnTo>
                  <a:lnTo>
                    <a:pt x="373" y="653"/>
                  </a:lnTo>
                  <a:lnTo>
                    <a:pt x="357" y="651"/>
                  </a:lnTo>
                  <a:lnTo>
                    <a:pt x="343" y="651"/>
                  </a:lnTo>
                  <a:lnTo>
                    <a:pt x="326" y="648"/>
                  </a:lnTo>
                  <a:lnTo>
                    <a:pt x="312" y="648"/>
                  </a:lnTo>
                  <a:lnTo>
                    <a:pt x="295" y="646"/>
                  </a:lnTo>
                  <a:lnTo>
                    <a:pt x="279" y="643"/>
                  </a:lnTo>
                  <a:lnTo>
                    <a:pt x="265" y="643"/>
                  </a:lnTo>
                  <a:lnTo>
                    <a:pt x="248" y="641"/>
                  </a:lnTo>
                  <a:lnTo>
                    <a:pt x="234" y="639"/>
                  </a:lnTo>
                  <a:lnTo>
                    <a:pt x="217" y="636"/>
                  </a:lnTo>
                  <a:lnTo>
                    <a:pt x="203" y="636"/>
                  </a:lnTo>
                  <a:lnTo>
                    <a:pt x="187" y="634"/>
                  </a:lnTo>
                  <a:lnTo>
                    <a:pt x="172" y="632"/>
                  </a:lnTo>
                  <a:lnTo>
                    <a:pt x="156" y="632"/>
                  </a:lnTo>
                  <a:lnTo>
                    <a:pt x="139" y="629"/>
                  </a:lnTo>
                  <a:lnTo>
                    <a:pt x="125" y="627"/>
                  </a:lnTo>
                  <a:lnTo>
                    <a:pt x="108" y="625"/>
                  </a:lnTo>
                  <a:lnTo>
                    <a:pt x="94" y="622"/>
                  </a:lnTo>
                  <a:lnTo>
                    <a:pt x="78" y="622"/>
                  </a:lnTo>
                  <a:lnTo>
                    <a:pt x="64" y="620"/>
                  </a:lnTo>
                  <a:lnTo>
                    <a:pt x="47" y="617"/>
                  </a:lnTo>
                  <a:lnTo>
                    <a:pt x="30" y="615"/>
                  </a:lnTo>
                  <a:lnTo>
                    <a:pt x="16" y="613"/>
                  </a:lnTo>
                  <a:lnTo>
                    <a:pt x="0" y="613"/>
                  </a:lnTo>
                  <a:lnTo>
                    <a:pt x="2" y="591"/>
                  </a:lnTo>
                  <a:lnTo>
                    <a:pt x="4" y="572"/>
                  </a:lnTo>
                  <a:lnTo>
                    <a:pt x="7" y="554"/>
                  </a:lnTo>
                  <a:lnTo>
                    <a:pt x="9" y="535"/>
                  </a:lnTo>
                  <a:lnTo>
                    <a:pt x="14" y="516"/>
                  </a:lnTo>
                  <a:lnTo>
                    <a:pt x="16" y="497"/>
                  </a:lnTo>
                  <a:lnTo>
                    <a:pt x="19" y="478"/>
                  </a:lnTo>
                  <a:lnTo>
                    <a:pt x="21" y="459"/>
                  </a:lnTo>
                  <a:lnTo>
                    <a:pt x="23" y="440"/>
                  </a:lnTo>
                  <a:lnTo>
                    <a:pt x="26" y="419"/>
                  </a:lnTo>
                  <a:lnTo>
                    <a:pt x="28" y="400"/>
                  </a:lnTo>
                  <a:lnTo>
                    <a:pt x="30" y="381"/>
                  </a:lnTo>
                  <a:lnTo>
                    <a:pt x="33" y="362"/>
                  </a:lnTo>
                  <a:lnTo>
                    <a:pt x="35" y="343"/>
                  </a:lnTo>
                  <a:lnTo>
                    <a:pt x="37" y="324"/>
                  </a:lnTo>
                  <a:lnTo>
                    <a:pt x="40" y="305"/>
                  </a:lnTo>
                  <a:lnTo>
                    <a:pt x="42" y="286"/>
                  </a:lnTo>
                  <a:lnTo>
                    <a:pt x="45" y="267"/>
                  </a:lnTo>
                  <a:lnTo>
                    <a:pt x="47" y="248"/>
                  </a:lnTo>
                  <a:lnTo>
                    <a:pt x="49" y="229"/>
                  </a:lnTo>
                  <a:lnTo>
                    <a:pt x="52" y="210"/>
                  </a:lnTo>
                  <a:lnTo>
                    <a:pt x="54" y="189"/>
                  </a:lnTo>
                  <a:lnTo>
                    <a:pt x="56" y="170"/>
                  </a:lnTo>
                  <a:lnTo>
                    <a:pt x="59" y="151"/>
                  </a:lnTo>
                  <a:lnTo>
                    <a:pt x="61" y="132"/>
                  </a:lnTo>
                  <a:lnTo>
                    <a:pt x="64" y="113"/>
                  </a:lnTo>
                  <a:lnTo>
                    <a:pt x="66" y="94"/>
                  </a:lnTo>
                  <a:lnTo>
                    <a:pt x="68" y="75"/>
                  </a:lnTo>
                  <a:lnTo>
                    <a:pt x="71" y="56"/>
                  </a:lnTo>
                  <a:lnTo>
                    <a:pt x="73" y="38"/>
                  </a:lnTo>
                  <a:lnTo>
                    <a:pt x="75" y="19"/>
                  </a:lnTo>
                  <a:lnTo>
                    <a:pt x="78" y="0"/>
                  </a:lnTo>
                  <a:lnTo>
                    <a:pt x="97" y="2"/>
                  </a:lnTo>
                  <a:lnTo>
                    <a:pt x="113" y="4"/>
                  </a:lnTo>
                  <a:lnTo>
                    <a:pt x="130" y="7"/>
                  </a:lnTo>
                  <a:lnTo>
                    <a:pt x="149" y="9"/>
                  </a:lnTo>
                  <a:lnTo>
                    <a:pt x="165" y="12"/>
                  </a:lnTo>
                  <a:lnTo>
                    <a:pt x="184" y="14"/>
                  </a:lnTo>
                  <a:lnTo>
                    <a:pt x="201" y="14"/>
                  </a:lnTo>
                  <a:lnTo>
                    <a:pt x="220" y="16"/>
                  </a:lnTo>
                  <a:lnTo>
                    <a:pt x="236" y="19"/>
                  </a:lnTo>
                  <a:lnTo>
                    <a:pt x="253" y="21"/>
                  </a:lnTo>
                  <a:lnTo>
                    <a:pt x="272" y="23"/>
                  </a:lnTo>
                  <a:lnTo>
                    <a:pt x="288" y="26"/>
                  </a:lnTo>
                  <a:lnTo>
                    <a:pt x="307" y="26"/>
                  </a:lnTo>
                  <a:lnTo>
                    <a:pt x="324" y="28"/>
                  </a:lnTo>
                  <a:lnTo>
                    <a:pt x="343" y="30"/>
                  </a:lnTo>
                  <a:lnTo>
                    <a:pt x="359" y="33"/>
                  </a:lnTo>
                  <a:lnTo>
                    <a:pt x="359" y="3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4" name="Freeform 12">
              <a:extLst>
                <a:ext uri="{FF2B5EF4-FFF2-40B4-BE49-F238E27FC236}">
                  <a16:creationId xmlns:a16="http://schemas.microsoft.com/office/drawing/2014/main" id="{11C9F926-A519-4A70-91D1-8CD86BABE2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65222" y="3292111"/>
              <a:ext cx="1319805" cy="1253720"/>
            </a:xfrm>
            <a:custGeom>
              <a:avLst/>
              <a:gdLst>
                <a:gd name="T0" fmla="*/ 996 w 1398"/>
                <a:gd name="T1" fmla="*/ 1174 h 1328"/>
                <a:gd name="T2" fmla="*/ 1006 w 1398"/>
                <a:gd name="T3" fmla="*/ 1118 h 1328"/>
                <a:gd name="T4" fmla="*/ 1034 w 1398"/>
                <a:gd name="T5" fmla="*/ 1075 h 1328"/>
                <a:gd name="T6" fmla="*/ 1058 w 1398"/>
                <a:gd name="T7" fmla="*/ 1042 h 1328"/>
                <a:gd name="T8" fmla="*/ 1119 w 1398"/>
                <a:gd name="T9" fmla="*/ 997 h 1328"/>
                <a:gd name="T10" fmla="*/ 1275 w 1398"/>
                <a:gd name="T11" fmla="*/ 883 h 1328"/>
                <a:gd name="T12" fmla="*/ 1379 w 1398"/>
                <a:gd name="T13" fmla="*/ 625 h 1328"/>
                <a:gd name="T14" fmla="*/ 1361 w 1398"/>
                <a:gd name="T15" fmla="*/ 597 h 1328"/>
                <a:gd name="T16" fmla="*/ 1337 w 1398"/>
                <a:gd name="T17" fmla="*/ 550 h 1328"/>
                <a:gd name="T18" fmla="*/ 1290 w 1398"/>
                <a:gd name="T19" fmla="*/ 353 h 1328"/>
                <a:gd name="T20" fmla="*/ 1230 w 1398"/>
                <a:gd name="T21" fmla="*/ 325 h 1328"/>
                <a:gd name="T22" fmla="*/ 1178 w 1398"/>
                <a:gd name="T23" fmla="*/ 322 h 1328"/>
                <a:gd name="T24" fmla="*/ 1141 w 1398"/>
                <a:gd name="T25" fmla="*/ 325 h 1328"/>
                <a:gd name="T26" fmla="*/ 1070 w 1398"/>
                <a:gd name="T27" fmla="*/ 337 h 1328"/>
                <a:gd name="T28" fmla="*/ 1034 w 1398"/>
                <a:gd name="T29" fmla="*/ 327 h 1328"/>
                <a:gd name="T30" fmla="*/ 996 w 1398"/>
                <a:gd name="T31" fmla="*/ 339 h 1328"/>
                <a:gd name="T32" fmla="*/ 956 w 1398"/>
                <a:gd name="T33" fmla="*/ 318 h 1328"/>
                <a:gd name="T34" fmla="*/ 869 w 1398"/>
                <a:gd name="T35" fmla="*/ 303 h 1328"/>
                <a:gd name="T36" fmla="*/ 779 w 1398"/>
                <a:gd name="T37" fmla="*/ 263 h 1328"/>
                <a:gd name="T38" fmla="*/ 705 w 1398"/>
                <a:gd name="T39" fmla="*/ 180 h 1328"/>
                <a:gd name="T40" fmla="*/ 395 w 1398"/>
                <a:gd name="T41" fmla="*/ 93 h 1328"/>
                <a:gd name="T42" fmla="*/ 147 w 1398"/>
                <a:gd name="T43" fmla="*/ 552 h 1328"/>
                <a:gd name="T44" fmla="*/ 50 w 1398"/>
                <a:gd name="T45" fmla="*/ 616 h 1328"/>
                <a:gd name="T46" fmla="*/ 142 w 1398"/>
                <a:gd name="T47" fmla="*/ 699 h 1328"/>
                <a:gd name="T48" fmla="*/ 180 w 1398"/>
                <a:gd name="T49" fmla="*/ 734 h 1328"/>
                <a:gd name="T50" fmla="*/ 199 w 1398"/>
                <a:gd name="T51" fmla="*/ 800 h 1328"/>
                <a:gd name="T52" fmla="*/ 249 w 1398"/>
                <a:gd name="T53" fmla="*/ 869 h 1328"/>
                <a:gd name="T54" fmla="*/ 346 w 1398"/>
                <a:gd name="T55" fmla="*/ 931 h 1328"/>
                <a:gd name="T56" fmla="*/ 393 w 1398"/>
                <a:gd name="T57" fmla="*/ 890 h 1328"/>
                <a:gd name="T58" fmla="*/ 414 w 1398"/>
                <a:gd name="T59" fmla="*/ 843 h 1328"/>
                <a:gd name="T60" fmla="*/ 474 w 1398"/>
                <a:gd name="T61" fmla="*/ 836 h 1328"/>
                <a:gd name="T62" fmla="*/ 547 w 1398"/>
                <a:gd name="T63" fmla="*/ 838 h 1328"/>
                <a:gd name="T64" fmla="*/ 594 w 1398"/>
                <a:gd name="T65" fmla="*/ 881 h 1328"/>
                <a:gd name="T66" fmla="*/ 641 w 1398"/>
                <a:gd name="T67" fmla="*/ 954 h 1328"/>
                <a:gd name="T68" fmla="*/ 675 w 1398"/>
                <a:gd name="T69" fmla="*/ 1025 h 1328"/>
                <a:gd name="T70" fmla="*/ 717 w 1398"/>
                <a:gd name="T71" fmla="*/ 1080 h 1328"/>
                <a:gd name="T72" fmla="*/ 760 w 1398"/>
                <a:gd name="T73" fmla="*/ 1115 h 1328"/>
                <a:gd name="T74" fmla="*/ 767 w 1398"/>
                <a:gd name="T75" fmla="*/ 1174 h 1328"/>
                <a:gd name="T76" fmla="*/ 809 w 1398"/>
                <a:gd name="T77" fmla="*/ 1262 h 1328"/>
                <a:gd name="T78" fmla="*/ 857 w 1398"/>
                <a:gd name="T79" fmla="*/ 1281 h 1328"/>
                <a:gd name="T80" fmla="*/ 970 w 1398"/>
                <a:gd name="T81" fmla="*/ 1307 h 1328"/>
                <a:gd name="T82" fmla="*/ 1013 w 1398"/>
                <a:gd name="T83" fmla="*/ 1314 h 1328"/>
                <a:gd name="T84" fmla="*/ 1010 w 1398"/>
                <a:gd name="T85" fmla="*/ 1295 h 1328"/>
                <a:gd name="T86" fmla="*/ 994 w 1398"/>
                <a:gd name="T87" fmla="*/ 1257 h 1328"/>
                <a:gd name="T88" fmla="*/ 977 w 1398"/>
                <a:gd name="T89" fmla="*/ 1191 h 1328"/>
                <a:gd name="T90" fmla="*/ 956 w 1398"/>
                <a:gd name="T91" fmla="*/ 1151 h 1328"/>
                <a:gd name="T92" fmla="*/ 980 w 1398"/>
                <a:gd name="T93" fmla="*/ 1141 h 1328"/>
                <a:gd name="T94" fmla="*/ 1006 w 1398"/>
                <a:gd name="T95" fmla="*/ 1106 h 1328"/>
                <a:gd name="T96" fmla="*/ 999 w 1398"/>
                <a:gd name="T97" fmla="*/ 1075 h 1328"/>
                <a:gd name="T98" fmla="*/ 1025 w 1398"/>
                <a:gd name="T99" fmla="*/ 1051 h 1328"/>
                <a:gd name="T100" fmla="*/ 1039 w 1398"/>
                <a:gd name="T101" fmla="*/ 1042 h 1328"/>
                <a:gd name="T102" fmla="*/ 1058 w 1398"/>
                <a:gd name="T103" fmla="*/ 1002 h 1328"/>
                <a:gd name="T104" fmla="*/ 1091 w 1398"/>
                <a:gd name="T105" fmla="*/ 995 h 1328"/>
                <a:gd name="T106" fmla="*/ 1086 w 1398"/>
                <a:gd name="T107" fmla="*/ 978 h 1328"/>
                <a:gd name="T108" fmla="*/ 1098 w 1398"/>
                <a:gd name="T109" fmla="*/ 966 h 1328"/>
                <a:gd name="T110" fmla="*/ 1122 w 1398"/>
                <a:gd name="T111" fmla="*/ 983 h 1328"/>
                <a:gd name="T112" fmla="*/ 1167 w 1398"/>
                <a:gd name="T113" fmla="*/ 964 h 1328"/>
                <a:gd name="T114" fmla="*/ 1254 w 1398"/>
                <a:gd name="T115" fmla="*/ 886 h 1328"/>
                <a:gd name="T116" fmla="*/ 1247 w 1398"/>
                <a:gd name="T117" fmla="*/ 855 h 1328"/>
                <a:gd name="T118" fmla="*/ 1275 w 1398"/>
                <a:gd name="T119" fmla="*/ 850 h 1328"/>
                <a:gd name="T120" fmla="*/ 1287 w 1398"/>
                <a:gd name="T121" fmla="*/ 869 h 1328"/>
                <a:gd name="T122" fmla="*/ 1382 w 1398"/>
                <a:gd name="T123" fmla="*/ 760 h 1328"/>
                <a:gd name="T124" fmla="*/ 1396 w 1398"/>
                <a:gd name="T125" fmla="*/ 677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98" h="1328">
                  <a:moveTo>
                    <a:pt x="1001" y="1222"/>
                  </a:moveTo>
                  <a:lnTo>
                    <a:pt x="1003" y="1226"/>
                  </a:lnTo>
                  <a:lnTo>
                    <a:pt x="1003" y="1229"/>
                  </a:lnTo>
                  <a:lnTo>
                    <a:pt x="1006" y="1231"/>
                  </a:lnTo>
                  <a:lnTo>
                    <a:pt x="1006" y="1234"/>
                  </a:lnTo>
                  <a:lnTo>
                    <a:pt x="1008" y="1241"/>
                  </a:lnTo>
                  <a:lnTo>
                    <a:pt x="1008" y="1243"/>
                  </a:lnTo>
                  <a:lnTo>
                    <a:pt x="1013" y="1248"/>
                  </a:lnTo>
                  <a:lnTo>
                    <a:pt x="1013" y="1250"/>
                  </a:lnTo>
                  <a:lnTo>
                    <a:pt x="1015" y="1260"/>
                  </a:lnTo>
                  <a:lnTo>
                    <a:pt x="1015" y="1262"/>
                  </a:lnTo>
                  <a:lnTo>
                    <a:pt x="1018" y="1267"/>
                  </a:lnTo>
                  <a:lnTo>
                    <a:pt x="1018" y="1269"/>
                  </a:lnTo>
                  <a:lnTo>
                    <a:pt x="1020" y="1293"/>
                  </a:lnTo>
                  <a:lnTo>
                    <a:pt x="1022" y="1295"/>
                  </a:lnTo>
                  <a:lnTo>
                    <a:pt x="1022" y="1295"/>
                  </a:lnTo>
                  <a:lnTo>
                    <a:pt x="1025" y="1295"/>
                  </a:lnTo>
                  <a:lnTo>
                    <a:pt x="1025" y="1293"/>
                  </a:lnTo>
                  <a:lnTo>
                    <a:pt x="1022" y="1286"/>
                  </a:lnTo>
                  <a:lnTo>
                    <a:pt x="1020" y="1281"/>
                  </a:lnTo>
                  <a:lnTo>
                    <a:pt x="1020" y="1279"/>
                  </a:lnTo>
                  <a:lnTo>
                    <a:pt x="1020" y="1274"/>
                  </a:lnTo>
                  <a:lnTo>
                    <a:pt x="1020" y="1271"/>
                  </a:lnTo>
                  <a:lnTo>
                    <a:pt x="1018" y="1267"/>
                  </a:lnTo>
                  <a:lnTo>
                    <a:pt x="1018" y="1260"/>
                  </a:lnTo>
                  <a:lnTo>
                    <a:pt x="1015" y="1255"/>
                  </a:lnTo>
                  <a:lnTo>
                    <a:pt x="1015" y="1255"/>
                  </a:lnTo>
                  <a:lnTo>
                    <a:pt x="1015" y="1252"/>
                  </a:lnTo>
                  <a:lnTo>
                    <a:pt x="1003" y="1215"/>
                  </a:lnTo>
                  <a:lnTo>
                    <a:pt x="999" y="1193"/>
                  </a:lnTo>
                  <a:lnTo>
                    <a:pt x="996" y="1160"/>
                  </a:lnTo>
                  <a:lnTo>
                    <a:pt x="996" y="1158"/>
                  </a:lnTo>
                  <a:lnTo>
                    <a:pt x="996" y="1160"/>
                  </a:lnTo>
                  <a:lnTo>
                    <a:pt x="996" y="1167"/>
                  </a:lnTo>
                  <a:lnTo>
                    <a:pt x="994" y="1170"/>
                  </a:lnTo>
                  <a:lnTo>
                    <a:pt x="996" y="1172"/>
                  </a:lnTo>
                  <a:lnTo>
                    <a:pt x="996" y="1174"/>
                  </a:lnTo>
                  <a:lnTo>
                    <a:pt x="994" y="1179"/>
                  </a:lnTo>
                  <a:lnTo>
                    <a:pt x="994" y="1181"/>
                  </a:lnTo>
                  <a:lnTo>
                    <a:pt x="996" y="1184"/>
                  </a:lnTo>
                  <a:lnTo>
                    <a:pt x="996" y="1196"/>
                  </a:lnTo>
                  <a:lnTo>
                    <a:pt x="996" y="1200"/>
                  </a:lnTo>
                  <a:lnTo>
                    <a:pt x="996" y="1205"/>
                  </a:lnTo>
                  <a:lnTo>
                    <a:pt x="999" y="1210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2"/>
                  </a:lnTo>
                  <a:lnTo>
                    <a:pt x="1001" y="1215"/>
                  </a:lnTo>
                  <a:lnTo>
                    <a:pt x="999" y="1215"/>
                  </a:lnTo>
                  <a:lnTo>
                    <a:pt x="999" y="1215"/>
                  </a:lnTo>
                  <a:lnTo>
                    <a:pt x="999" y="1215"/>
                  </a:lnTo>
                  <a:lnTo>
                    <a:pt x="1001" y="1217"/>
                  </a:lnTo>
                  <a:lnTo>
                    <a:pt x="1001" y="1217"/>
                  </a:lnTo>
                  <a:lnTo>
                    <a:pt x="1001" y="1217"/>
                  </a:lnTo>
                  <a:lnTo>
                    <a:pt x="1001" y="1219"/>
                  </a:lnTo>
                  <a:lnTo>
                    <a:pt x="1001" y="1222"/>
                  </a:lnTo>
                  <a:close/>
                  <a:moveTo>
                    <a:pt x="1029" y="1080"/>
                  </a:moveTo>
                  <a:lnTo>
                    <a:pt x="1029" y="1082"/>
                  </a:lnTo>
                  <a:lnTo>
                    <a:pt x="1029" y="1084"/>
                  </a:lnTo>
                  <a:lnTo>
                    <a:pt x="1025" y="1087"/>
                  </a:lnTo>
                  <a:lnTo>
                    <a:pt x="1020" y="1092"/>
                  </a:lnTo>
                  <a:lnTo>
                    <a:pt x="1015" y="1106"/>
                  </a:lnTo>
                  <a:lnTo>
                    <a:pt x="1015" y="1106"/>
                  </a:lnTo>
                  <a:lnTo>
                    <a:pt x="1013" y="1103"/>
                  </a:lnTo>
                  <a:lnTo>
                    <a:pt x="1013" y="1103"/>
                  </a:lnTo>
                  <a:lnTo>
                    <a:pt x="1010" y="1101"/>
                  </a:lnTo>
                  <a:lnTo>
                    <a:pt x="1010" y="1103"/>
                  </a:lnTo>
                  <a:lnTo>
                    <a:pt x="1010" y="1106"/>
                  </a:lnTo>
                  <a:lnTo>
                    <a:pt x="1010" y="1106"/>
                  </a:lnTo>
                  <a:lnTo>
                    <a:pt x="1008" y="1108"/>
                  </a:lnTo>
                  <a:lnTo>
                    <a:pt x="1010" y="1110"/>
                  </a:lnTo>
                  <a:lnTo>
                    <a:pt x="1008" y="1113"/>
                  </a:lnTo>
                  <a:lnTo>
                    <a:pt x="1006" y="1118"/>
                  </a:lnTo>
                  <a:lnTo>
                    <a:pt x="1003" y="1120"/>
                  </a:lnTo>
                  <a:lnTo>
                    <a:pt x="1003" y="1120"/>
                  </a:lnTo>
                  <a:lnTo>
                    <a:pt x="1001" y="1125"/>
                  </a:lnTo>
                  <a:lnTo>
                    <a:pt x="1001" y="1127"/>
                  </a:lnTo>
                  <a:lnTo>
                    <a:pt x="1001" y="1132"/>
                  </a:lnTo>
                  <a:lnTo>
                    <a:pt x="996" y="1141"/>
                  </a:lnTo>
                  <a:lnTo>
                    <a:pt x="996" y="1153"/>
                  </a:lnTo>
                  <a:lnTo>
                    <a:pt x="996" y="1155"/>
                  </a:lnTo>
                  <a:lnTo>
                    <a:pt x="996" y="1155"/>
                  </a:lnTo>
                  <a:lnTo>
                    <a:pt x="996" y="1155"/>
                  </a:lnTo>
                  <a:lnTo>
                    <a:pt x="999" y="1153"/>
                  </a:lnTo>
                  <a:lnTo>
                    <a:pt x="999" y="1151"/>
                  </a:lnTo>
                  <a:lnTo>
                    <a:pt x="1001" y="1139"/>
                  </a:lnTo>
                  <a:lnTo>
                    <a:pt x="1008" y="1122"/>
                  </a:lnTo>
                  <a:lnTo>
                    <a:pt x="1018" y="1101"/>
                  </a:lnTo>
                  <a:lnTo>
                    <a:pt x="1032" y="1080"/>
                  </a:lnTo>
                  <a:lnTo>
                    <a:pt x="1032" y="1080"/>
                  </a:lnTo>
                  <a:lnTo>
                    <a:pt x="1032" y="1077"/>
                  </a:lnTo>
                  <a:lnTo>
                    <a:pt x="1029" y="1080"/>
                  </a:lnTo>
                  <a:close/>
                  <a:moveTo>
                    <a:pt x="1053" y="1042"/>
                  </a:moveTo>
                  <a:lnTo>
                    <a:pt x="1051" y="1042"/>
                  </a:lnTo>
                  <a:lnTo>
                    <a:pt x="1048" y="1042"/>
                  </a:lnTo>
                  <a:lnTo>
                    <a:pt x="1048" y="1044"/>
                  </a:lnTo>
                  <a:lnTo>
                    <a:pt x="1048" y="1044"/>
                  </a:lnTo>
                  <a:lnTo>
                    <a:pt x="1048" y="1047"/>
                  </a:lnTo>
                  <a:lnTo>
                    <a:pt x="1046" y="1047"/>
                  </a:lnTo>
                  <a:lnTo>
                    <a:pt x="1039" y="1058"/>
                  </a:lnTo>
                  <a:lnTo>
                    <a:pt x="1039" y="1058"/>
                  </a:lnTo>
                  <a:lnTo>
                    <a:pt x="1041" y="1058"/>
                  </a:lnTo>
                  <a:lnTo>
                    <a:pt x="1041" y="1058"/>
                  </a:lnTo>
                  <a:lnTo>
                    <a:pt x="1041" y="1061"/>
                  </a:lnTo>
                  <a:lnTo>
                    <a:pt x="1041" y="1061"/>
                  </a:lnTo>
                  <a:lnTo>
                    <a:pt x="1036" y="1066"/>
                  </a:lnTo>
                  <a:lnTo>
                    <a:pt x="1034" y="1070"/>
                  </a:lnTo>
                  <a:lnTo>
                    <a:pt x="1032" y="1075"/>
                  </a:lnTo>
                  <a:lnTo>
                    <a:pt x="1034" y="1077"/>
                  </a:lnTo>
                  <a:lnTo>
                    <a:pt x="1034" y="1075"/>
                  </a:lnTo>
                  <a:lnTo>
                    <a:pt x="1036" y="1073"/>
                  </a:lnTo>
                  <a:lnTo>
                    <a:pt x="1039" y="1068"/>
                  </a:lnTo>
                  <a:lnTo>
                    <a:pt x="1044" y="1061"/>
                  </a:lnTo>
                  <a:lnTo>
                    <a:pt x="1053" y="1049"/>
                  </a:lnTo>
                  <a:lnTo>
                    <a:pt x="1053" y="1049"/>
                  </a:lnTo>
                  <a:lnTo>
                    <a:pt x="1053" y="1047"/>
                  </a:lnTo>
                  <a:lnTo>
                    <a:pt x="1053" y="1044"/>
                  </a:lnTo>
                  <a:lnTo>
                    <a:pt x="1053" y="1044"/>
                  </a:lnTo>
                  <a:lnTo>
                    <a:pt x="1053" y="1042"/>
                  </a:lnTo>
                  <a:close/>
                  <a:moveTo>
                    <a:pt x="1100" y="1009"/>
                  </a:moveTo>
                  <a:lnTo>
                    <a:pt x="1100" y="1009"/>
                  </a:lnTo>
                  <a:lnTo>
                    <a:pt x="1098" y="1009"/>
                  </a:lnTo>
                  <a:lnTo>
                    <a:pt x="1098" y="1009"/>
                  </a:lnTo>
                  <a:lnTo>
                    <a:pt x="1098" y="1009"/>
                  </a:lnTo>
                  <a:lnTo>
                    <a:pt x="1098" y="1011"/>
                  </a:lnTo>
                  <a:lnTo>
                    <a:pt x="1098" y="1013"/>
                  </a:lnTo>
                  <a:lnTo>
                    <a:pt x="1096" y="1013"/>
                  </a:lnTo>
                  <a:lnTo>
                    <a:pt x="1096" y="1016"/>
                  </a:lnTo>
                  <a:lnTo>
                    <a:pt x="1091" y="1016"/>
                  </a:lnTo>
                  <a:lnTo>
                    <a:pt x="1088" y="1016"/>
                  </a:lnTo>
                  <a:lnTo>
                    <a:pt x="1088" y="1016"/>
                  </a:lnTo>
                  <a:lnTo>
                    <a:pt x="1086" y="1018"/>
                  </a:lnTo>
                  <a:lnTo>
                    <a:pt x="1079" y="1021"/>
                  </a:lnTo>
                  <a:lnTo>
                    <a:pt x="1079" y="1023"/>
                  </a:lnTo>
                  <a:lnTo>
                    <a:pt x="1079" y="1023"/>
                  </a:lnTo>
                  <a:lnTo>
                    <a:pt x="1074" y="1025"/>
                  </a:lnTo>
                  <a:lnTo>
                    <a:pt x="1072" y="1028"/>
                  </a:lnTo>
                  <a:lnTo>
                    <a:pt x="1072" y="1028"/>
                  </a:lnTo>
                  <a:lnTo>
                    <a:pt x="1067" y="1032"/>
                  </a:lnTo>
                  <a:lnTo>
                    <a:pt x="1067" y="1032"/>
                  </a:lnTo>
                  <a:lnTo>
                    <a:pt x="1065" y="1032"/>
                  </a:lnTo>
                  <a:lnTo>
                    <a:pt x="1060" y="1035"/>
                  </a:lnTo>
                  <a:lnTo>
                    <a:pt x="1060" y="1035"/>
                  </a:lnTo>
                  <a:lnTo>
                    <a:pt x="1058" y="1035"/>
                  </a:lnTo>
                  <a:lnTo>
                    <a:pt x="1058" y="1037"/>
                  </a:lnTo>
                  <a:lnTo>
                    <a:pt x="1058" y="1039"/>
                  </a:lnTo>
                  <a:lnTo>
                    <a:pt x="1058" y="1042"/>
                  </a:lnTo>
                  <a:lnTo>
                    <a:pt x="1058" y="1042"/>
                  </a:lnTo>
                  <a:lnTo>
                    <a:pt x="1058" y="1042"/>
                  </a:lnTo>
                  <a:lnTo>
                    <a:pt x="1055" y="1044"/>
                  </a:lnTo>
                  <a:lnTo>
                    <a:pt x="1055" y="1047"/>
                  </a:lnTo>
                  <a:lnTo>
                    <a:pt x="1055" y="1049"/>
                  </a:lnTo>
                  <a:lnTo>
                    <a:pt x="1055" y="1049"/>
                  </a:lnTo>
                  <a:lnTo>
                    <a:pt x="1055" y="1047"/>
                  </a:lnTo>
                  <a:lnTo>
                    <a:pt x="1058" y="1047"/>
                  </a:lnTo>
                  <a:lnTo>
                    <a:pt x="1060" y="1042"/>
                  </a:lnTo>
                  <a:lnTo>
                    <a:pt x="1067" y="1037"/>
                  </a:lnTo>
                  <a:lnTo>
                    <a:pt x="1070" y="1035"/>
                  </a:lnTo>
                  <a:lnTo>
                    <a:pt x="1079" y="1030"/>
                  </a:lnTo>
                  <a:lnTo>
                    <a:pt x="1084" y="1023"/>
                  </a:lnTo>
                  <a:lnTo>
                    <a:pt x="1088" y="1021"/>
                  </a:lnTo>
                  <a:lnTo>
                    <a:pt x="1091" y="1021"/>
                  </a:lnTo>
                  <a:lnTo>
                    <a:pt x="1100" y="1016"/>
                  </a:lnTo>
                  <a:lnTo>
                    <a:pt x="1100" y="1016"/>
                  </a:lnTo>
                  <a:lnTo>
                    <a:pt x="1100" y="1013"/>
                  </a:lnTo>
                  <a:lnTo>
                    <a:pt x="1100" y="1013"/>
                  </a:lnTo>
                  <a:lnTo>
                    <a:pt x="1100" y="1011"/>
                  </a:lnTo>
                  <a:lnTo>
                    <a:pt x="1100" y="1009"/>
                  </a:lnTo>
                  <a:lnTo>
                    <a:pt x="1100" y="1009"/>
                  </a:lnTo>
                  <a:close/>
                  <a:moveTo>
                    <a:pt x="1115" y="997"/>
                  </a:moveTo>
                  <a:lnTo>
                    <a:pt x="1110" y="999"/>
                  </a:lnTo>
                  <a:lnTo>
                    <a:pt x="1105" y="1006"/>
                  </a:lnTo>
                  <a:lnTo>
                    <a:pt x="1105" y="1006"/>
                  </a:lnTo>
                  <a:lnTo>
                    <a:pt x="1107" y="1006"/>
                  </a:lnTo>
                  <a:lnTo>
                    <a:pt x="1107" y="1004"/>
                  </a:lnTo>
                  <a:lnTo>
                    <a:pt x="1112" y="1002"/>
                  </a:lnTo>
                  <a:lnTo>
                    <a:pt x="1115" y="1002"/>
                  </a:lnTo>
                  <a:lnTo>
                    <a:pt x="1115" y="999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7" y="997"/>
                  </a:lnTo>
                  <a:lnTo>
                    <a:pt x="1119" y="997"/>
                  </a:lnTo>
                  <a:lnTo>
                    <a:pt x="1119" y="997"/>
                  </a:lnTo>
                  <a:lnTo>
                    <a:pt x="1119" y="995"/>
                  </a:lnTo>
                  <a:lnTo>
                    <a:pt x="1115" y="997"/>
                  </a:lnTo>
                  <a:close/>
                  <a:moveTo>
                    <a:pt x="1268" y="881"/>
                  </a:move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8" y="881"/>
                  </a:lnTo>
                  <a:lnTo>
                    <a:pt x="1266" y="881"/>
                  </a:lnTo>
                  <a:lnTo>
                    <a:pt x="1266" y="883"/>
                  </a:lnTo>
                  <a:lnTo>
                    <a:pt x="1268" y="883"/>
                  </a:lnTo>
                  <a:lnTo>
                    <a:pt x="1268" y="886"/>
                  </a:lnTo>
                  <a:lnTo>
                    <a:pt x="1268" y="886"/>
                  </a:lnTo>
                  <a:lnTo>
                    <a:pt x="1268" y="888"/>
                  </a:lnTo>
                  <a:lnTo>
                    <a:pt x="1266" y="888"/>
                  </a:lnTo>
                  <a:lnTo>
                    <a:pt x="1264" y="888"/>
                  </a:lnTo>
                  <a:lnTo>
                    <a:pt x="1264" y="888"/>
                  </a:lnTo>
                  <a:lnTo>
                    <a:pt x="1264" y="890"/>
                  </a:lnTo>
                  <a:lnTo>
                    <a:pt x="1259" y="895"/>
                  </a:lnTo>
                  <a:lnTo>
                    <a:pt x="1259" y="895"/>
                  </a:lnTo>
                  <a:lnTo>
                    <a:pt x="1256" y="895"/>
                  </a:lnTo>
                  <a:lnTo>
                    <a:pt x="1256" y="895"/>
                  </a:lnTo>
                  <a:lnTo>
                    <a:pt x="1254" y="897"/>
                  </a:lnTo>
                  <a:lnTo>
                    <a:pt x="1254" y="897"/>
                  </a:lnTo>
                  <a:lnTo>
                    <a:pt x="1254" y="900"/>
                  </a:lnTo>
                  <a:lnTo>
                    <a:pt x="1245" y="905"/>
                  </a:lnTo>
                  <a:lnTo>
                    <a:pt x="1242" y="909"/>
                  </a:lnTo>
                  <a:lnTo>
                    <a:pt x="1240" y="912"/>
                  </a:lnTo>
                  <a:lnTo>
                    <a:pt x="1238" y="914"/>
                  </a:lnTo>
                  <a:lnTo>
                    <a:pt x="1240" y="914"/>
                  </a:lnTo>
                  <a:lnTo>
                    <a:pt x="1240" y="912"/>
                  </a:lnTo>
                  <a:lnTo>
                    <a:pt x="1256" y="900"/>
                  </a:lnTo>
                  <a:lnTo>
                    <a:pt x="1261" y="897"/>
                  </a:lnTo>
                  <a:lnTo>
                    <a:pt x="1275" y="883"/>
                  </a:lnTo>
                  <a:lnTo>
                    <a:pt x="1271" y="881"/>
                  </a:lnTo>
                  <a:lnTo>
                    <a:pt x="1268" y="881"/>
                  </a:lnTo>
                  <a:close/>
                  <a:moveTo>
                    <a:pt x="1398" y="663"/>
                  </a:moveTo>
                  <a:lnTo>
                    <a:pt x="1396" y="661"/>
                  </a:lnTo>
                  <a:lnTo>
                    <a:pt x="1394" y="658"/>
                  </a:lnTo>
                  <a:lnTo>
                    <a:pt x="1394" y="656"/>
                  </a:lnTo>
                  <a:lnTo>
                    <a:pt x="1394" y="654"/>
                  </a:lnTo>
                  <a:lnTo>
                    <a:pt x="1394" y="654"/>
                  </a:lnTo>
                  <a:lnTo>
                    <a:pt x="1394" y="647"/>
                  </a:lnTo>
                  <a:lnTo>
                    <a:pt x="1394" y="647"/>
                  </a:lnTo>
                  <a:lnTo>
                    <a:pt x="1391" y="644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39"/>
                  </a:lnTo>
                  <a:lnTo>
                    <a:pt x="1387" y="639"/>
                  </a:lnTo>
                  <a:lnTo>
                    <a:pt x="1387" y="639"/>
                  </a:lnTo>
                  <a:lnTo>
                    <a:pt x="1387" y="637"/>
                  </a:lnTo>
                  <a:lnTo>
                    <a:pt x="1384" y="637"/>
                  </a:lnTo>
                  <a:lnTo>
                    <a:pt x="1384" y="637"/>
                  </a:lnTo>
                  <a:lnTo>
                    <a:pt x="1384" y="635"/>
                  </a:lnTo>
                  <a:lnTo>
                    <a:pt x="1384" y="635"/>
                  </a:lnTo>
                  <a:lnTo>
                    <a:pt x="1384" y="635"/>
                  </a:lnTo>
                  <a:lnTo>
                    <a:pt x="1379" y="632"/>
                  </a:lnTo>
                  <a:lnTo>
                    <a:pt x="1379" y="630"/>
                  </a:lnTo>
                  <a:lnTo>
                    <a:pt x="1379" y="630"/>
                  </a:lnTo>
                  <a:lnTo>
                    <a:pt x="1379" y="630"/>
                  </a:lnTo>
                  <a:lnTo>
                    <a:pt x="1379" y="628"/>
                  </a:lnTo>
                  <a:lnTo>
                    <a:pt x="1379" y="628"/>
                  </a:lnTo>
                  <a:lnTo>
                    <a:pt x="1379" y="625"/>
                  </a:lnTo>
                  <a:lnTo>
                    <a:pt x="1379" y="625"/>
                  </a:lnTo>
                  <a:lnTo>
                    <a:pt x="1382" y="623"/>
                  </a:lnTo>
                  <a:lnTo>
                    <a:pt x="1382" y="623"/>
                  </a:lnTo>
                  <a:lnTo>
                    <a:pt x="1382" y="623"/>
                  </a:lnTo>
                  <a:lnTo>
                    <a:pt x="1379" y="623"/>
                  </a:lnTo>
                  <a:lnTo>
                    <a:pt x="1377" y="621"/>
                  </a:lnTo>
                  <a:lnTo>
                    <a:pt x="1377" y="618"/>
                  </a:lnTo>
                  <a:lnTo>
                    <a:pt x="1377" y="618"/>
                  </a:lnTo>
                  <a:lnTo>
                    <a:pt x="1375" y="618"/>
                  </a:lnTo>
                  <a:lnTo>
                    <a:pt x="1375" y="616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5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0" y="611"/>
                  </a:lnTo>
                  <a:lnTo>
                    <a:pt x="1370" y="611"/>
                  </a:lnTo>
                  <a:lnTo>
                    <a:pt x="1370" y="611"/>
                  </a:lnTo>
                  <a:lnTo>
                    <a:pt x="1370" y="609"/>
                  </a:lnTo>
                  <a:lnTo>
                    <a:pt x="1370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9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0" y="606"/>
                  </a:lnTo>
                  <a:lnTo>
                    <a:pt x="1368" y="604"/>
                  </a:lnTo>
                  <a:lnTo>
                    <a:pt x="1368" y="604"/>
                  </a:lnTo>
                  <a:lnTo>
                    <a:pt x="1368" y="604"/>
                  </a:lnTo>
                  <a:lnTo>
                    <a:pt x="1365" y="604"/>
                  </a:lnTo>
                  <a:lnTo>
                    <a:pt x="1363" y="602"/>
                  </a:lnTo>
                  <a:lnTo>
                    <a:pt x="1363" y="599"/>
                  </a:lnTo>
                  <a:lnTo>
                    <a:pt x="1361" y="597"/>
                  </a:lnTo>
                  <a:lnTo>
                    <a:pt x="1361" y="597"/>
                  </a:lnTo>
                  <a:lnTo>
                    <a:pt x="1361" y="597"/>
                  </a:lnTo>
                  <a:lnTo>
                    <a:pt x="1361" y="595"/>
                  </a:lnTo>
                  <a:lnTo>
                    <a:pt x="1361" y="595"/>
                  </a:lnTo>
                  <a:lnTo>
                    <a:pt x="1361" y="592"/>
                  </a:lnTo>
                  <a:lnTo>
                    <a:pt x="1361" y="592"/>
                  </a:lnTo>
                  <a:lnTo>
                    <a:pt x="1361" y="592"/>
                  </a:lnTo>
                  <a:lnTo>
                    <a:pt x="1361" y="590"/>
                  </a:lnTo>
                  <a:lnTo>
                    <a:pt x="1361" y="587"/>
                  </a:lnTo>
                  <a:lnTo>
                    <a:pt x="1361" y="585"/>
                  </a:lnTo>
                  <a:lnTo>
                    <a:pt x="1363" y="583"/>
                  </a:lnTo>
                  <a:lnTo>
                    <a:pt x="1363" y="583"/>
                  </a:lnTo>
                  <a:lnTo>
                    <a:pt x="1363" y="583"/>
                  </a:lnTo>
                  <a:lnTo>
                    <a:pt x="1361" y="583"/>
                  </a:lnTo>
                  <a:lnTo>
                    <a:pt x="1361" y="580"/>
                  </a:lnTo>
                  <a:lnTo>
                    <a:pt x="1361" y="580"/>
                  </a:lnTo>
                  <a:lnTo>
                    <a:pt x="1361" y="580"/>
                  </a:lnTo>
                  <a:lnTo>
                    <a:pt x="1361" y="578"/>
                  </a:lnTo>
                  <a:lnTo>
                    <a:pt x="1358" y="573"/>
                  </a:lnTo>
                  <a:lnTo>
                    <a:pt x="1358" y="573"/>
                  </a:lnTo>
                  <a:lnTo>
                    <a:pt x="1356" y="568"/>
                  </a:lnTo>
                  <a:lnTo>
                    <a:pt x="1356" y="568"/>
                  </a:lnTo>
                  <a:lnTo>
                    <a:pt x="1353" y="566"/>
                  </a:lnTo>
                  <a:lnTo>
                    <a:pt x="1353" y="566"/>
                  </a:lnTo>
                  <a:lnTo>
                    <a:pt x="1353" y="564"/>
                  </a:lnTo>
                  <a:lnTo>
                    <a:pt x="1351" y="561"/>
                  </a:lnTo>
                  <a:lnTo>
                    <a:pt x="1349" y="559"/>
                  </a:lnTo>
                  <a:lnTo>
                    <a:pt x="1349" y="559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4" y="557"/>
                  </a:lnTo>
                  <a:lnTo>
                    <a:pt x="1342" y="552"/>
                  </a:lnTo>
                  <a:lnTo>
                    <a:pt x="1339" y="552"/>
                  </a:lnTo>
                  <a:lnTo>
                    <a:pt x="1339" y="552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7" y="550"/>
                  </a:lnTo>
                  <a:lnTo>
                    <a:pt x="1334" y="547"/>
                  </a:lnTo>
                  <a:lnTo>
                    <a:pt x="1334" y="540"/>
                  </a:lnTo>
                  <a:lnTo>
                    <a:pt x="1334" y="524"/>
                  </a:lnTo>
                  <a:lnTo>
                    <a:pt x="1334" y="509"/>
                  </a:lnTo>
                  <a:lnTo>
                    <a:pt x="1332" y="495"/>
                  </a:lnTo>
                  <a:lnTo>
                    <a:pt x="1332" y="481"/>
                  </a:lnTo>
                  <a:lnTo>
                    <a:pt x="1332" y="467"/>
                  </a:lnTo>
                  <a:lnTo>
                    <a:pt x="1330" y="436"/>
                  </a:lnTo>
                  <a:lnTo>
                    <a:pt x="1330" y="422"/>
                  </a:lnTo>
                  <a:lnTo>
                    <a:pt x="1327" y="408"/>
                  </a:lnTo>
                  <a:lnTo>
                    <a:pt x="1327" y="393"/>
                  </a:lnTo>
                  <a:lnTo>
                    <a:pt x="1325" y="377"/>
                  </a:lnTo>
                  <a:lnTo>
                    <a:pt x="1325" y="363"/>
                  </a:lnTo>
                  <a:lnTo>
                    <a:pt x="1325" y="355"/>
                  </a:lnTo>
                  <a:lnTo>
                    <a:pt x="1325" y="355"/>
                  </a:lnTo>
                  <a:lnTo>
                    <a:pt x="1323" y="353"/>
                  </a:lnTo>
                  <a:lnTo>
                    <a:pt x="1323" y="353"/>
                  </a:lnTo>
                  <a:lnTo>
                    <a:pt x="1318" y="351"/>
                  </a:lnTo>
                  <a:lnTo>
                    <a:pt x="1318" y="353"/>
                  </a:lnTo>
                  <a:lnTo>
                    <a:pt x="1316" y="353"/>
                  </a:lnTo>
                  <a:lnTo>
                    <a:pt x="1313" y="353"/>
                  </a:lnTo>
                  <a:lnTo>
                    <a:pt x="1308" y="351"/>
                  </a:lnTo>
                  <a:lnTo>
                    <a:pt x="1308" y="351"/>
                  </a:lnTo>
                  <a:lnTo>
                    <a:pt x="1306" y="353"/>
                  </a:lnTo>
                  <a:lnTo>
                    <a:pt x="1306" y="353"/>
                  </a:lnTo>
                  <a:lnTo>
                    <a:pt x="1299" y="351"/>
                  </a:lnTo>
                  <a:lnTo>
                    <a:pt x="1299" y="351"/>
                  </a:lnTo>
                  <a:lnTo>
                    <a:pt x="1297" y="353"/>
                  </a:lnTo>
                  <a:lnTo>
                    <a:pt x="1297" y="355"/>
                  </a:lnTo>
                  <a:lnTo>
                    <a:pt x="1297" y="355"/>
                  </a:lnTo>
                  <a:lnTo>
                    <a:pt x="1294" y="355"/>
                  </a:lnTo>
                  <a:lnTo>
                    <a:pt x="1292" y="355"/>
                  </a:lnTo>
                  <a:lnTo>
                    <a:pt x="1290" y="355"/>
                  </a:lnTo>
                  <a:lnTo>
                    <a:pt x="1290" y="353"/>
                  </a:lnTo>
                  <a:lnTo>
                    <a:pt x="1290" y="353"/>
                  </a:lnTo>
                  <a:lnTo>
                    <a:pt x="1290" y="353"/>
                  </a:lnTo>
                  <a:lnTo>
                    <a:pt x="1287" y="353"/>
                  </a:lnTo>
                  <a:lnTo>
                    <a:pt x="1285" y="351"/>
                  </a:lnTo>
                  <a:lnTo>
                    <a:pt x="1282" y="351"/>
                  </a:lnTo>
                  <a:lnTo>
                    <a:pt x="1282" y="348"/>
                  </a:lnTo>
                  <a:lnTo>
                    <a:pt x="1280" y="346"/>
                  </a:lnTo>
                  <a:lnTo>
                    <a:pt x="1278" y="346"/>
                  </a:lnTo>
                  <a:lnTo>
                    <a:pt x="1278" y="346"/>
                  </a:lnTo>
                  <a:lnTo>
                    <a:pt x="1275" y="346"/>
                  </a:lnTo>
                  <a:lnTo>
                    <a:pt x="1273" y="344"/>
                  </a:lnTo>
                  <a:lnTo>
                    <a:pt x="1273" y="346"/>
                  </a:lnTo>
                  <a:lnTo>
                    <a:pt x="1268" y="344"/>
                  </a:lnTo>
                  <a:lnTo>
                    <a:pt x="1268" y="344"/>
                  </a:lnTo>
                  <a:lnTo>
                    <a:pt x="1268" y="341"/>
                  </a:lnTo>
                  <a:lnTo>
                    <a:pt x="1268" y="341"/>
                  </a:lnTo>
                  <a:lnTo>
                    <a:pt x="1266" y="341"/>
                  </a:lnTo>
                  <a:lnTo>
                    <a:pt x="1264" y="341"/>
                  </a:lnTo>
                  <a:lnTo>
                    <a:pt x="1261" y="341"/>
                  </a:lnTo>
                  <a:lnTo>
                    <a:pt x="1261" y="341"/>
                  </a:lnTo>
                  <a:lnTo>
                    <a:pt x="1259" y="341"/>
                  </a:lnTo>
                  <a:lnTo>
                    <a:pt x="1259" y="339"/>
                  </a:lnTo>
                  <a:lnTo>
                    <a:pt x="1256" y="339"/>
                  </a:lnTo>
                  <a:lnTo>
                    <a:pt x="1256" y="341"/>
                  </a:lnTo>
                  <a:lnTo>
                    <a:pt x="1256" y="341"/>
                  </a:lnTo>
                  <a:lnTo>
                    <a:pt x="1254" y="341"/>
                  </a:lnTo>
                  <a:lnTo>
                    <a:pt x="1254" y="339"/>
                  </a:lnTo>
                  <a:lnTo>
                    <a:pt x="1252" y="339"/>
                  </a:lnTo>
                  <a:lnTo>
                    <a:pt x="1249" y="337"/>
                  </a:lnTo>
                  <a:lnTo>
                    <a:pt x="1249" y="334"/>
                  </a:lnTo>
                  <a:lnTo>
                    <a:pt x="1247" y="334"/>
                  </a:lnTo>
                  <a:lnTo>
                    <a:pt x="1245" y="334"/>
                  </a:lnTo>
                  <a:lnTo>
                    <a:pt x="1238" y="334"/>
                  </a:lnTo>
                  <a:lnTo>
                    <a:pt x="1233" y="329"/>
                  </a:lnTo>
                  <a:lnTo>
                    <a:pt x="1233" y="327"/>
                  </a:lnTo>
                  <a:lnTo>
                    <a:pt x="1230" y="327"/>
                  </a:lnTo>
                  <a:lnTo>
                    <a:pt x="1230" y="325"/>
                  </a:lnTo>
                  <a:lnTo>
                    <a:pt x="1230" y="325"/>
                  </a:lnTo>
                  <a:lnTo>
                    <a:pt x="1228" y="325"/>
                  </a:lnTo>
                  <a:lnTo>
                    <a:pt x="1228" y="322"/>
                  </a:lnTo>
                  <a:lnTo>
                    <a:pt x="1228" y="322"/>
                  </a:lnTo>
                  <a:lnTo>
                    <a:pt x="1228" y="322"/>
                  </a:lnTo>
                  <a:lnTo>
                    <a:pt x="1226" y="322"/>
                  </a:lnTo>
                  <a:lnTo>
                    <a:pt x="1226" y="320"/>
                  </a:lnTo>
                  <a:lnTo>
                    <a:pt x="1223" y="320"/>
                  </a:lnTo>
                  <a:lnTo>
                    <a:pt x="1221" y="320"/>
                  </a:lnTo>
                  <a:lnTo>
                    <a:pt x="1219" y="320"/>
                  </a:lnTo>
                  <a:lnTo>
                    <a:pt x="1216" y="315"/>
                  </a:lnTo>
                  <a:lnTo>
                    <a:pt x="1214" y="315"/>
                  </a:lnTo>
                  <a:lnTo>
                    <a:pt x="1211" y="315"/>
                  </a:lnTo>
                  <a:lnTo>
                    <a:pt x="1209" y="313"/>
                  </a:lnTo>
                  <a:lnTo>
                    <a:pt x="1209" y="313"/>
                  </a:lnTo>
                  <a:lnTo>
                    <a:pt x="1209" y="313"/>
                  </a:lnTo>
                  <a:lnTo>
                    <a:pt x="1207" y="310"/>
                  </a:lnTo>
                  <a:lnTo>
                    <a:pt x="1200" y="310"/>
                  </a:lnTo>
                  <a:lnTo>
                    <a:pt x="1200" y="310"/>
                  </a:lnTo>
                  <a:lnTo>
                    <a:pt x="1197" y="310"/>
                  </a:lnTo>
                  <a:lnTo>
                    <a:pt x="1197" y="313"/>
                  </a:lnTo>
                  <a:lnTo>
                    <a:pt x="1197" y="315"/>
                  </a:lnTo>
                  <a:lnTo>
                    <a:pt x="1195" y="318"/>
                  </a:lnTo>
                  <a:lnTo>
                    <a:pt x="1195" y="315"/>
                  </a:lnTo>
                  <a:lnTo>
                    <a:pt x="1195" y="318"/>
                  </a:lnTo>
                  <a:lnTo>
                    <a:pt x="1193" y="318"/>
                  </a:lnTo>
                  <a:lnTo>
                    <a:pt x="1193" y="318"/>
                  </a:lnTo>
                  <a:lnTo>
                    <a:pt x="1193" y="320"/>
                  </a:lnTo>
                  <a:lnTo>
                    <a:pt x="1190" y="318"/>
                  </a:lnTo>
                  <a:lnTo>
                    <a:pt x="1190" y="318"/>
                  </a:lnTo>
                  <a:lnTo>
                    <a:pt x="1190" y="320"/>
                  </a:lnTo>
                  <a:lnTo>
                    <a:pt x="1190" y="320"/>
                  </a:lnTo>
                  <a:lnTo>
                    <a:pt x="1188" y="320"/>
                  </a:lnTo>
                  <a:lnTo>
                    <a:pt x="1188" y="322"/>
                  </a:lnTo>
                  <a:lnTo>
                    <a:pt x="1188" y="322"/>
                  </a:lnTo>
                  <a:lnTo>
                    <a:pt x="1188" y="322"/>
                  </a:lnTo>
                  <a:lnTo>
                    <a:pt x="1178" y="322"/>
                  </a:lnTo>
                  <a:lnTo>
                    <a:pt x="1178" y="322"/>
                  </a:lnTo>
                  <a:lnTo>
                    <a:pt x="1176" y="322"/>
                  </a:lnTo>
                  <a:lnTo>
                    <a:pt x="1176" y="320"/>
                  </a:lnTo>
                  <a:lnTo>
                    <a:pt x="1176" y="320"/>
                  </a:lnTo>
                  <a:lnTo>
                    <a:pt x="1174" y="320"/>
                  </a:lnTo>
                  <a:lnTo>
                    <a:pt x="1174" y="320"/>
                  </a:lnTo>
                  <a:lnTo>
                    <a:pt x="1174" y="322"/>
                  </a:lnTo>
                  <a:lnTo>
                    <a:pt x="1174" y="322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71" y="320"/>
                  </a:lnTo>
                  <a:lnTo>
                    <a:pt x="1169" y="320"/>
                  </a:lnTo>
                  <a:lnTo>
                    <a:pt x="1167" y="320"/>
                  </a:lnTo>
                  <a:lnTo>
                    <a:pt x="1169" y="318"/>
                  </a:lnTo>
                  <a:lnTo>
                    <a:pt x="1167" y="315"/>
                  </a:lnTo>
                  <a:lnTo>
                    <a:pt x="1167" y="315"/>
                  </a:lnTo>
                  <a:lnTo>
                    <a:pt x="1164" y="313"/>
                  </a:lnTo>
                  <a:lnTo>
                    <a:pt x="1162" y="313"/>
                  </a:lnTo>
                  <a:lnTo>
                    <a:pt x="1162" y="313"/>
                  </a:lnTo>
                  <a:lnTo>
                    <a:pt x="1159" y="313"/>
                  </a:lnTo>
                  <a:lnTo>
                    <a:pt x="1159" y="315"/>
                  </a:lnTo>
                  <a:lnTo>
                    <a:pt x="1159" y="315"/>
                  </a:lnTo>
                  <a:lnTo>
                    <a:pt x="1157" y="315"/>
                  </a:lnTo>
                  <a:lnTo>
                    <a:pt x="1157" y="315"/>
                  </a:lnTo>
                  <a:lnTo>
                    <a:pt x="1155" y="318"/>
                  </a:lnTo>
                  <a:lnTo>
                    <a:pt x="1152" y="318"/>
                  </a:lnTo>
                  <a:lnTo>
                    <a:pt x="1152" y="318"/>
                  </a:lnTo>
                  <a:lnTo>
                    <a:pt x="1150" y="320"/>
                  </a:lnTo>
                  <a:lnTo>
                    <a:pt x="1150" y="320"/>
                  </a:lnTo>
                  <a:lnTo>
                    <a:pt x="1150" y="320"/>
                  </a:lnTo>
                  <a:lnTo>
                    <a:pt x="1148" y="320"/>
                  </a:lnTo>
                  <a:lnTo>
                    <a:pt x="1145" y="320"/>
                  </a:lnTo>
                  <a:lnTo>
                    <a:pt x="1143" y="320"/>
                  </a:lnTo>
                  <a:lnTo>
                    <a:pt x="1143" y="325"/>
                  </a:lnTo>
                  <a:lnTo>
                    <a:pt x="1143" y="325"/>
                  </a:lnTo>
                  <a:lnTo>
                    <a:pt x="1143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41" y="325"/>
                  </a:lnTo>
                  <a:lnTo>
                    <a:pt x="1138" y="325"/>
                  </a:lnTo>
                  <a:lnTo>
                    <a:pt x="1136" y="327"/>
                  </a:lnTo>
                  <a:lnTo>
                    <a:pt x="1136" y="325"/>
                  </a:lnTo>
                  <a:lnTo>
                    <a:pt x="1129" y="322"/>
                  </a:lnTo>
                  <a:lnTo>
                    <a:pt x="1129" y="320"/>
                  </a:lnTo>
                  <a:lnTo>
                    <a:pt x="1126" y="320"/>
                  </a:lnTo>
                  <a:lnTo>
                    <a:pt x="1126" y="322"/>
                  </a:lnTo>
                  <a:lnTo>
                    <a:pt x="1124" y="322"/>
                  </a:lnTo>
                  <a:lnTo>
                    <a:pt x="1124" y="325"/>
                  </a:lnTo>
                  <a:lnTo>
                    <a:pt x="1124" y="325"/>
                  </a:lnTo>
                  <a:lnTo>
                    <a:pt x="1122" y="325"/>
                  </a:lnTo>
                  <a:lnTo>
                    <a:pt x="1119" y="327"/>
                  </a:lnTo>
                  <a:lnTo>
                    <a:pt x="1117" y="327"/>
                  </a:lnTo>
                  <a:lnTo>
                    <a:pt x="1115" y="327"/>
                  </a:lnTo>
                  <a:lnTo>
                    <a:pt x="1110" y="327"/>
                  </a:lnTo>
                  <a:lnTo>
                    <a:pt x="1107" y="329"/>
                  </a:lnTo>
                  <a:lnTo>
                    <a:pt x="1107" y="329"/>
                  </a:lnTo>
                  <a:lnTo>
                    <a:pt x="1105" y="329"/>
                  </a:lnTo>
                  <a:lnTo>
                    <a:pt x="1105" y="332"/>
                  </a:lnTo>
                  <a:lnTo>
                    <a:pt x="1103" y="334"/>
                  </a:lnTo>
                  <a:lnTo>
                    <a:pt x="1103" y="337"/>
                  </a:lnTo>
                  <a:lnTo>
                    <a:pt x="1100" y="339"/>
                  </a:lnTo>
                  <a:lnTo>
                    <a:pt x="1098" y="339"/>
                  </a:lnTo>
                  <a:lnTo>
                    <a:pt x="1093" y="339"/>
                  </a:lnTo>
                  <a:lnTo>
                    <a:pt x="1091" y="339"/>
                  </a:lnTo>
                  <a:lnTo>
                    <a:pt x="1091" y="339"/>
                  </a:lnTo>
                  <a:lnTo>
                    <a:pt x="1091" y="341"/>
                  </a:lnTo>
                  <a:lnTo>
                    <a:pt x="1091" y="344"/>
                  </a:lnTo>
                  <a:lnTo>
                    <a:pt x="1086" y="346"/>
                  </a:lnTo>
                  <a:lnTo>
                    <a:pt x="1084" y="344"/>
                  </a:lnTo>
                  <a:lnTo>
                    <a:pt x="1081" y="339"/>
                  </a:lnTo>
                  <a:lnTo>
                    <a:pt x="1079" y="337"/>
                  </a:lnTo>
                  <a:lnTo>
                    <a:pt x="1077" y="337"/>
                  </a:lnTo>
                  <a:lnTo>
                    <a:pt x="1070" y="337"/>
                  </a:lnTo>
                  <a:lnTo>
                    <a:pt x="1070" y="337"/>
                  </a:lnTo>
                  <a:lnTo>
                    <a:pt x="1067" y="334"/>
                  </a:lnTo>
                  <a:lnTo>
                    <a:pt x="1067" y="334"/>
                  </a:lnTo>
                  <a:lnTo>
                    <a:pt x="1067" y="332"/>
                  </a:lnTo>
                  <a:lnTo>
                    <a:pt x="1067" y="332"/>
                  </a:lnTo>
                  <a:lnTo>
                    <a:pt x="1065" y="332"/>
                  </a:lnTo>
                  <a:lnTo>
                    <a:pt x="1060" y="329"/>
                  </a:lnTo>
                  <a:lnTo>
                    <a:pt x="1060" y="329"/>
                  </a:lnTo>
                  <a:lnTo>
                    <a:pt x="1058" y="329"/>
                  </a:lnTo>
                  <a:lnTo>
                    <a:pt x="1058" y="327"/>
                  </a:lnTo>
                  <a:lnTo>
                    <a:pt x="1058" y="327"/>
                  </a:lnTo>
                  <a:lnTo>
                    <a:pt x="1058" y="327"/>
                  </a:lnTo>
                  <a:lnTo>
                    <a:pt x="1058" y="325"/>
                  </a:lnTo>
                  <a:lnTo>
                    <a:pt x="1060" y="325"/>
                  </a:lnTo>
                  <a:lnTo>
                    <a:pt x="1060" y="322"/>
                  </a:lnTo>
                  <a:lnTo>
                    <a:pt x="1058" y="322"/>
                  </a:lnTo>
                  <a:lnTo>
                    <a:pt x="1055" y="320"/>
                  </a:lnTo>
                  <a:lnTo>
                    <a:pt x="1053" y="320"/>
                  </a:lnTo>
                  <a:lnTo>
                    <a:pt x="1053" y="320"/>
                  </a:lnTo>
                  <a:lnTo>
                    <a:pt x="1053" y="320"/>
                  </a:lnTo>
                  <a:lnTo>
                    <a:pt x="1053" y="322"/>
                  </a:lnTo>
                  <a:lnTo>
                    <a:pt x="1051" y="322"/>
                  </a:lnTo>
                  <a:lnTo>
                    <a:pt x="1051" y="327"/>
                  </a:lnTo>
                  <a:lnTo>
                    <a:pt x="1051" y="327"/>
                  </a:lnTo>
                  <a:lnTo>
                    <a:pt x="1051" y="327"/>
                  </a:lnTo>
                  <a:lnTo>
                    <a:pt x="1048" y="327"/>
                  </a:lnTo>
                  <a:lnTo>
                    <a:pt x="1048" y="329"/>
                  </a:lnTo>
                  <a:lnTo>
                    <a:pt x="1048" y="329"/>
                  </a:lnTo>
                  <a:lnTo>
                    <a:pt x="1046" y="329"/>
                  </a:lnTo>
                  <a:lnTo>
                    <a:pt x="1046" y="329"/>
                  </a:lnTo>
                  <a:lnTo>
                    <a:pt x="1044" y="329"/>
                  </a:lnTo>
                  <a:lnTo>
                    <a:pt x="1044" y="329"/>
                  </a:lnTo>
                  <a:lnTo>
                    <a:pt x="1044" y="329"/>
                  </a:lnTo>
                  <a:lnTo>
                    <a:pt x="1039" y="327"/>
                  </a:lnTo>
                  <a:lnTo>
                    <a:pt x="1039" y="327"/>
                  </a:lnTo>
                  <a:lnTo>
                    <a:pt x="1039" y="327"/>
                  </a:lnTo>
                  <a:lnTo>
                    <a:pt x="1034" y="327"/>
                  </a:lnTo>
                  <a:lnTo>
                    <a:pt x="1034" y="327"/>
                  </a:lnTo>
                  <a:lnTo>
                    <a:pt x="1032" y="327"/>
                  </a:lnTo>
                  <a:lnTo>
                    <a:pt x="1032" y="327"/>
                  </a:lnTo>
                  <a:lnTo>
                    <a:pt x="1029" y="325"/>
                  </a:lnTo>
                  <a:lnTo>
                    <a:pt x="1029" y="325"/>
                  </a:lnTo>
                  <a:lnTo>
                    <a:pt x="1029" y="322"/>
                  </a:lnTo>
                  <a:lnTo>
                    <a:pt x="1029" y="320"/>
                  </a:lnTo>
                  <a:lnTo>
                    <a:pt x="1027" y="318"/>
                  </a:lnTo>
                  <a:lnTo>
                    <a:pt x="1027" y="318"/>
                  </a:lnTo>
                  <a:lnTo>
                    <a:pt x="1027" y="318"/>
                  </a:lnTo>
                  <a:lnTo>
                    <a:pt x="1025" y="318"/>
                  </a:lnTo>
                  <a:lnTo>
                    <a:pt x="1025" y="318"/>
                  </a:lnTo>
                  <a:lnTo>
                    <a:pt x="1025" y="318"/>
                  </a:lnTo>
                  <a:lnTo>
                    <a:pt x="1020" y="318"/>
                  </a:lnTo>
                  <a:lnTo>
                    <a:pt x="1020" y="318"/>
                  </a:lnTo>
                  <a:lnTo>
                    <a:pt x="1020" y="318"/>
                  </a:lnTo>
                  <a:lnTo>
                    <a:pt x="1018" y="318"/>
                  </a:lnTo>
                  <a:lnTo>
                    <a:pt x="1018" y="320"/>
                  </a:lnTo>
                  <a:lnTo>
                    <a:pt x="1018" y="322"/>
                  </a:lnTo>
                  <a:lnTo>
                    <a:pt x="1018" y="327"/>
                  </a:lnTo>
                  <a:lnTo>
                    <a:pt x="1015" y="329"/>
                  </a:lnTo>
                  <a:lnTo>
                    <a:pt x="1013" y="329"/>
                  </a:lnTo>
                  <a:lnTo>
                    <a:pt x="1008" y="329"/>
                  </a:lnTo>
                  <a:lnTo>
                    <a:pt x="1008" y="332"/>
                  </a:lnTo>
                  <a:lnTo>
                    <a:pt x="1010" y="332"/>
                  </a:lnTo>
                  <a:lnTo>
                    <a:pt x="1010" y="332"/>
                  </a:lnTo>
                  <a:lnTo>
                    <a:pt x="1010" y="334"/>
                  </a:lnTo>
                  <a:lnTo>
                    <a:pt x="1010" y="334"/>
                  </a:lnTo>
                  <a:lnTo>
                    <a:pt x="1008" y="337"/>
                  </a:lnTo>
                  <a:lnTo>
                    <a:pt x="1008" y="337"/>
                  </a:lnTo>
                  <a:lnTo>
                    <a:pt x="1008" y="341"/>
                  </a:lnTo>
                  <a:lnTo>
                    <a:pt x="1008" y="344"/>
                  </a:lnTo>
                  <a:lnTo>
                    <a:pt x="1006" y="346"/>
                  </a:lnTo>
                  <a:lnTo>
                    <a:pt x="1003" y="346"/>
                  </a:lnTo>
                  <a:lnTo>
                    <a:pt x="999" y="344"/>
                  </a:lnTo>
                  <a:lnTo>
                    <a:pt x="999" y="341"/>
                  </a:lnTo>
                  <a:lnTo>
                    <a:pt x="996" y="339"/>
                  </a:lnTo>
                  <a:lnTo>
                    <a:pt x="996" y="337"/>
                  </a:lnTo>
                  <a:lnTo>
                    <a:pt x="996" y="334"/>
                  </a:lnTo>
                  <a:lnTo>
                    <a:pt x="999" y="329"/>
                  </a:lnTo>
                  <a:lnTo>
                    <a:pt x="999" y="327"/>
                  </a:lnTo>
                  <a:lnTo>
                    <a:pt x="999" y="327"/>
                  </a:lnTo>
                  <a:lnTo>
                    <a:pt x="996" y="325"/>
                  </a:lnTo>
                  <a:lnTo>
                    <a:pt x="996" y="325"/>
                  </a:lnTo>
                  <a:lnTo>
                    <a:pt x="994" y="322"/>
                  </a:lnTo>
                  <a:lnTo>
                    <a:pt x="994" y="322"/>
                  </a:lnTo>
                  <a:lnTo>
                    <a:pt x="994" y="325"/>
                  </a:lnTo>
                  <a:lnTo>
                    <a:pt x="992" y="325"/>
                  </a:lnTo>
                  <a:lnTo>
                    <a:pt x="992" y="325"/>
                  </a:lnTo>
                  <a:lnTo>
                    <a:pt x="992" y="327"/>
                  </a:lnTo>
                  <a:lnTo>
                    <a:pt x="989" y="329"/>
                  </a:lnTo>
                  <a:lnTo>
                    <a:pt x="989" y="329"/>
                  </a:lnTo>
                  <a:lnTo>
                    <a:pt x="987" y="327"/>
                  </a:lnTo>
                  <a:lnTo>
                    <a:pt x="984" y="327"/>
                  </a:lnTo>
                  <a:lnTo>
                    <a:pt x="984" y="329"/>
                  </a:lnTo>
                  <a:lnTo>
                    <a:pt x="982" y="329"/>
                  </a:lnTo>
                  <a:lnTo>
                    <a:pt x="982" y="329"/>
                  </a:lnTo>
                  <a:lnTo>
                    <a:pt x="982" y="329"/>
                  </a:lnTo>
                  <a:lnTo>
                    <a:pt x="982" y="332"/>
                  </a:lnTo>
                  <a:lnTo>
                    <a:pt x="980" y="332"/>
                  </a:lnTo>
                  <a:lnTo>
                    <a:pt x="980" y="332"/>
                  </a:lnTo>
                  <a:lnTo>
                    <a:pt x="980" y="334"/>
                  </a:lnTo>
                  <a:lnTo>
                    <a:pt x="977" y="334"/>
                  </a:lnTo>
                  <a:lnTo>
                    <a:pt x="973" y="334"/>
                  </a:lnTo>
                  <a:lnTo>
                    <a:pt x="970" y="334"/>
                  </a:lnTo>
                  <a:lnTo>
                    <a:pt x="970" y="329"/>
                  </a:lnTo>
                  <a:lnTo>
                    <a:pt x="968" y="327"/>
                  </a:lnTo>
                  <a:lnTo>
                    <a:pt x="968" y="327"/>
                  </a:lnTo>
                  <a:lnTo>
                    <a:pt x="965" y="325"/>
                  </a:lnTo>
                  <a:lnTo>
                    <a:pt x="963" y="325"/>
                  </a:lnTo>
                  <a:lnTo>
                    <a:pt x="958" y="325"/>
                  </a:lnTo>
                  <a:lnTo>
                    <a:pt x="956" y="325"/>
                  </a:lnTo>
                  <a:lnTo>
                    <a:pt x="956" y="322"/>
                  </a:lnTo>
                  <a:lnTo>
                    <a:pt x="956" y="318"/>
                  </a:lnTo>
                  <a:lnTo>
                    <a:pt x="954" y="315"/>
                  </a:lnTo>
                  <a:lnTo>
                    <a:pt x="949" y="313"/>
                  </a:lnTo>
                  <a:lnTo>
                    <a:pt x="947" y="315"/>
                  </a:lnTo>
                  <a:lnTo>
                    <a:pt x="942" y="318"/>
                  </a:lnTo>
                  <a:lnTo>
                    <a:pt x="935" y="327"/>
                  </a:lnTo>
                  <a:lnTo>
                    <a:pt x="930" y="329"/>
                  </a:lnTo>
                  <a:lnTo>
                    <a:pt x="925" y="329"/>
                  </a:lnTo>
                  <a:lnTo>
                    <a:pt x="921" y="329"/>
                  </a:lnTo>
                  <a:lnTo>
                    <a:pt x="918" y="327"/>
                  </a:lnTo>
                  <a:lnTo>
                    <a:pt x="918" y="327"/>
                  </a:lnTo>
                  <a:lnTo>
                    <a:pt x="918" y="325"/>
                  </a:lnTo>
                  <a:lnTo>
                    <a:pt x="918" y="325"/>
                  </a:lnTo>
                  <a:lnTo>
                    <a:pt x="918" y="322"/>
                  </a:lnTo>
                  <a:lnTo>
                    <a:pt x="918" y="320"/>
                  </a:lnTo>
                  <a:lnTo>
                    <a:pt x="918" y="320"/>
                  </a:lnTo>
                  <a:lnTo>
                    <a:pt x="918" y="318"/>
                  </a:lnTo>
                  <a:lnTo>
                    <a:pt x="918" y="318"/>
                  </a:lnTo>
                  <a:lnTo>
                    <a:pt x="918" y="315"/>
                  </a:lnTo>
                  <a:lnTo>
                    <a:pt x="918" y="315"/>
                  </a:lnTo>
                  <a:lnTo>
                    <a:pt x="916" y="315"/>
                  </a:lnTo>
                  <a:lnTo>
                    <a:pt x="913" y="313"/>
                  </a:lnTo>
                  <a:lnTo>
                    <a:pt x="909" y="313"/>
                  </a:lnTo>
                  <a:lnTo>
                    <a:pt x="904" y="310"/>
                  </a:lnTo>
                  <a:lnTo>
                    <a:pt x="904" y="306"/>
                  </a:lnTo>
                  <a:lnTo>
                    <a:pt x="902" y="303"/>
                  </a:lnTo>
                  <a:lnTo>
                    <a:pt x="904" y="301"/>
                  </a:lnTo>
                  <a:lnTo>
                    <a:pt x="904" y="296"/>
                  </a:lnTo>
                  <a:lnTo>
                    <a:pt x="902" y="296"/>
                  </a:lnTo>
                  <a:lnTo>
                    <a:pt x="899" y="296"/>
                  </a:lnTo>
                  <a:lnTo>
                    <a:pt x="895" y="296"/>
                  </a:lnTo>
                  <a:lnTo>
                    <a:pt x="890" y="299"/>
                  </a:lnTo>
                  <a:lnTo>
                    <a:pt x="878" y="296"/>
                  </a:lnTo>
                  <a:lnTo>
                    <a:pt x="876" y="296"/>
                  </a:lnTo>
                  <a:lnTo>
                    <a:pt x="873" y="299"/>
                  </a:lnTo>
                  <a:lnTo>
                    <a:pt x="871" y="301"/>
                  </a:lnTo>
                  <a:lnTo>
                    <a:pt x="871" y="303"/>
                  </a:lnTo>
                  <a:lnTo>
                    <a:pt x="869" y="303"/>
                  </a:lnTo>
                  <a:lnTo>
                    <a:pt x="866" y="306"/>
                  </a:lnTo>
                  <a:lnTo>
                    <a:pt x="861" y="306"/>
                  </a:lnTo>
                  <a:lnTo>
                    <a:pt x="861" y="303"/>
                  </a:lnTo>
                  <a:lnTo>
                    <a:pt x="857" y="301"/>
                  </a:lnTo>
                  <a:lnTo>
                    <a:pt x="854" y="299"/>
                  </a:lnTo>
                  <a:lnTo>
                    <a:pt x="854" y="299"/>
                  </a:lnTo>
                  <a:lnTo>
                    <a:pt x="852" y="296"/>
                  </a:lnTo>
                  <a:lnTo>
                    <a:pt x="852" y="294"/>
                  </a:lnTo>
                  <a:lnTo>
                    <a:pt x="850" y="294"/>
                  </a:lnTo>
                  <a:lnTo>
                    <a:pt x="847" y="294"/>
                  </a:lnTo>
                  <a:lnTo>
                    <a:pt x="845" y="294"/>
                  </a:lnTo>
                  <a:lnTo>
                    <a:pt x="838" y="299"/>
                  </a:lnTo>
                  <a:lnTo>
                    <a:pt x="838" y="296"/>
                  </a:lnTo>
                  <a:lnTo>
                    <a:pt x="824" y="294"/>
                  </a:lnTo>
                  <a:lnTo>
                    <a:pt x="821" y="294"/>
                  </a:lnTo>
                  <a:lnTo>
                    <a:pt x="814" y="289"/>
                  </a:lnTo>
                  <a:lnTo>
                    <a:pt x="812" y="289"/>
                  </a:lnTo>
                  <a:lnTo>
                    <a:pt x="809" y="289"/>
                  </a:lnTo>
                  <a:lnTo>
                    <a:pt x="809" y="289"/>
                  </a:lnTo>
                  <a:lnTo>
                    <a:pt x="807" y="289"/>
                  </a:lnTo>
                  <a:lnTo>
                    <a:pt x="805" y="289"/>
                  </a:lnTo>
                  <a:lnTo>
                    <a:pt x="800" y="289"/>
                  </a:lnTo>
                  <a:lnTo>
                    <a:pt x="798" y="287"/>
                  </a:lnTo>
                  <a:lnTo>
                    <a:pt x="793" y="289"/>
                  </a:lnTo>
                  <a:lnTo>
                    <a:pt x="790" y="287"/>
                  </a:lnTo>
                  <a:lnTo>
                    <a:pt x="788" y="287"/>
                  </a:lnTo>
                  <a:lnTo>
                    <a:pt x="788" y="284"/>
                  </a:lnTo>
                  <a:lnTo>
                    <a:pt x="788" y="277"/>
                  </a:lnTo>
                  <a:lnTo>
                    <a:pt x="788" y="275"/>
                  </a:lnTo>
                  <a:lnTo>
                    <a:pt x="788" y="275"/>
                  </a:lnTo>
                  <a:lnTo>
                    <a:pt x="788" y="273"/>
                  </a:lnTo>
                  <a:lnTo>
                    <a:pt x="783" y="270"/>
                  </a:lnTo>
                  <a:lnTo>
                    <a:pt x="783" y="268"/>
                  </a:lnTo>
                  <a:lnTo>
                    <a:pt x="783" y="266"/>
                  </a:lnTo>
                  <a:lnTo>
                    <a:pt x="781" y="263"/>
                  </a:lnTo>
                  <a:lnTo>
                    <a:pt x="779" y="263"/>
                  </a:lnTo>
                  <a:lnTo>
                    <a:pt x="779" y="263"/>
                  </a:lnTo>
                  <a:lnTo>
                    <a:pt x="776" y="263"/>
                  </a:lnTo>
                  <a:lnTo>
                    <a:pt x="776" y="263"/>
                  </a:lnTo>
                  <a:lnTo>
                    <a:pt x="774" y="261"/>
                  </a:lnTo>
                  <a:lnTo>
                    <a:pt x="774" y="261"/>
                  </a:lnTo>
                  <a:lnTo>
                    <a:pt x="774" y="261"/>
                  </a:lnTo>
                  <a:lnTo>
                    <a:pt x="774" y="258"/>
                  </a:lnTo>
                  <a:lnTo>
                    <a:pt x="772" y="258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9" y="266"/>
                  </a:lnTo>
                  <a:lnTo>
                    <a:pt x="767" y="268"/>
                  </a:lnTo>
                  <a:lnTo>
                    <a:pt x="767" y="268"/>
                  </a:lnTo>
                  <a:lnTo>
                    <a:pt x="764" y="268"/>
                  </a:lnTo>
                  <a:lnTo>
                    <a:pt x="762" y="268"/>
                  </a:lnTo>
                  <a:lnTo>
                    <a:pt x="757" y="266"/>
                  </a:lnTo>
                  <a:lnTo>
                    <a:pt x="753" y="263"/>
                  </a:lnTo>
                  <a:lnTo>
                    <a:pt x="753" y="263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48" y="268"/>
                  </a:lnTo>
                  <a:lnTo>
                    <a:pt x="748" y="268"/>
                  </a:lnTo>
                  <a:lnTo>
                    <a:pt x="741" y="268"/>
                  </a:lnTo>
                  <a:lnTo>
                    <a:pt x="738" y="266"/>
                  </a:lnTo>
                  <a:lnTo>
                    <a:pt x="738" y="266"/>
                  </a:lnTo>
                  <a:lnTo>
                    <a:pt x="736" y="261"/>
                  </a:lnTo>
                  <a:lnTo>
                    <a:pt x="717" y="244"/>
                  </a:lnTo>
                  <a:lnTo>
                    <a:pt x="717" y="244"/>
                  </a:lnTo>
                  <a:lnTo>
                    <a:pt x="715" y="244"/>
                  </a:lnTo>
                  <a:lnTo>
                    <a:pt x="715" y="244"/>
                  </a:lnTo>
                  <a:lnTo>
                    <a:pt x="712" y="242"/>
                  </a:lnTo>
                  <a:lnTo>
                    <a:pt x="708" y="244"/>
                  </a:lnTo>
                  <a:lnTo>
                    <a:pt x="705" y="244"/>
                  </a:lnTo>
                  <a:lnTo>
                    <a:pt x="705" y="237"/>
                  </a:lnTo>
                  <a:lnTo>
                    <a:pt x="705" y="223"/>
                  </a:lnTo>
                  <a:lnTo>
                    <a:pt x="705" y="209"/>
                  </a:lnTo>
                  <a:lnTo>
                    <a:pt x="705" y="195"/>
                  </a:lnTo>
                  <a:lnTo>
                    <a:pt x="705" y="180"/>
                  </a:lnTo>
                  <a:lnTo>
                    <a:pt x="705" y="166"/>
                  </a:lnTo>
                  <a:lnTo>
                    <a:pt x="705" y="152"/>
                  </a:lnTo>
                  <a:lnTo>
                    <a:pt x="705" y="138"/>
                  </a:lnTo>
                  <a:lnTo>
                    <a:pt x="705" y="124"/>
                  </a:lnTo>
                  <a:lnTo>
                    <a:pt x="705" y="109"/>
                  </a:lnTo>
                  <a:lnTo>
                    <a:pt x="705" y="95"/>
                  </a:lnTo>
                  <a:lnTo>
                    <a:pt x="705" y="81"/>
                  </a:lnTo>
                  <a:lnTo>
                    <a:pt x="705" y="67"/>
                  </a:lnTo>
                  <a:lnTo>
                    <a:pt x="705" y="53"/>
                  </a:lnTo>
                  <a:lnTo>
                    <a:pt x="705" y="38"/>
                  </a:lnTo>
                  <a:lnTo>
                    <a:pt x="705" y="24"/>
                  </a:lnTo>
                  <a:lnTo>
                    <a:pt x="705" y="10"/>
                  </a:lnTo>
                  <a:lnTo>
                    <a:pt x="705" y="5"/>
                  </a:lnTo>
                  <a:lnTo>
                    <a:pt x="705" y="5"/>
                  </a:lnTo>
                  <a:lnTo>
                    <a:pt x="686" y="5"/>
                  </a:lnTo>
                  <a:lnTo>
                    <a:pt x="672" y="5"/>
                  </a:lnTo>
                  <a:lnTo>
                    <a:pt x="653" y="5"/>
                  </a:lnTo>
                  <a:lnTo>
                    <a:pt x="630" y="5"/>
                  </a:lnTo>
                  <a:lnTo>
                    <a:pt x="606" y="3"/>
                  </a:lnTo>
                  <a:lnTo>
                    <a:pt x="580" y="3"/>
                  </a:lnTo>
                  <a:lnTo>
                    <a:pt x="552" y="3"/>
                  </a:lnTo>
                  <a:lnTo>
                    <a:pt x="523" y="3"/>
                  </a:lnTo>
                  <a:lnTo>
                    <a:pt x="497" y="3"/>
                  </a:lnTo>
                  <a:lnTo>
                    <a:pt x="471" y="3"/>
                  </a:lnTo>
                  <a:lnTo>
                    <a:pt x="450" y="0"/>
                  </a:lnTo>
                  <a:lnTo>
                    <a:pt x="431" y="0"/>
                  </a:lnTo>
                  <a:lnTo>
                    <a:pt x="417" y="0"/>
                  </a:lnTo>
                  <a:lnTo>
                    <a:pt x="407" y="0"/>
                  </a:lnTo>
                  <a:lnTo>
                    <a:pt x="403" y="0"/>
                  </a:lnTo>
                  <a:lnTo>
                    <a:pt x="400" y="0"/>
                  </a:lnTo>
                  <a:lnTo>
                    <a:pt x="400" y="3"/>
                  </a:lnTo>
                  <a:lnTo>
                    <a:pt x="400" y="5"/>
                  </a:lnTo>
                  <a:lnTo>
                    <a:pt x="398" y="24"/>
                  </a:lnTo>
                  <a:lnTo>
                    <a:pt x="398" y="41"/>
                  </a:lnTo>
                  <a:lnTo>
                    <a:pt x="398" y="57"/>
                  </a:lnTo>
                  <a:lnTo>
                    <a:pt x="398" y="76"/>
                  </a:lnTo>
                  <a:lnTo>
                    <a:pt x="395" y="93"/>
                  </a:lnTo>
                  <a:lnTo>
                    <a:pt x="395" y="109"/>
                  </a:lnTo>
                  <a:lnTo>
                    <a:pt x="395" y="128"/>
                  </a:lnTo>
                  <a:lnTo>
                    <a:pt x="395" y="145"/>
                  </a:lnTo>
                  <a:lnTo>
                    <a:pt x="395" y="161"/>
                  </a:lnTo>
                  <a:lnTo>
                    <a:pt x="393" y="180"/>
                  </a:lnTo>
                  <a:lnTo>
                    <a:pt x="393" y="197"/>
                  </a:lnTo>
                  <a:lnTo>
                    <a:pt x="393" y="213"/>
                  </a:lnTo>
                  <a:lnTo>
                    <a:pt x="393" y="230"/>
                  </a:lnTo>
                  <a:lnTo>
                    <a:pt x="391" y="249"/>
                  </a:lnTo>
                  <a:lnTo>
                    <a:pt x="391" y="266"/>
                  </a:lnTo>
                  <a:lnTo>
                    <a:pt x="391" y="282"/>
                  </a:lnTo>
                  <a:lnTo>
                    <a:pt x="391" y="301"/>
                  </a:lnTo>
                  <a:lnTo>
                    <a:pt x="388" y="318"/>
                  </a:lnTo>
                  <a:lnTo>
                    <a:pt x="388" y="334"/>
                  </a:lnTo>
                  <a:lnTo>
                    <a:pt x="388" y="353"/>
                  </a:lnTo>
                  <a:lnTo>
                    <a:pt x="388" y="370"/>
                  </a:lnTo>
                  <a:lnTo>
                    <a:pt x="386" y="386"/>
                  </a:lnTo>
                  <a:lnTo>
                    <a:pt x="386" y="405"/>
                  </a:lnTo>
                  <a:lnTo>
                    <a:pt x="386" y="422"/>
                  </a:lnTo>
                  <a:lnTo>
                    <a:pt x="386" y="438"/>
                  </a:lnTo>
                  <a:lnTo>
                    <a:pt x="386" y="457"/>
                  </a:lnTo>
                  <a:lnTo>
                    <a:pt x="384" y="474"/>
                  </a:lnTo>
                  <a:lnTo>
                    <a:pt x="384" y="490"/>
                  </a:lnTo>
                  <a:lnTo>
                    <a:pt x="384" y="509"/>
                  </a:lnTo>
                  <a:lnTo>
                    <a:pt x="384" y="526"/>
                  </a:lnTo>
                  <a:lnTo>
                    <a:pt x="381" y="542"/>
                  </a:lnTo>
                  <a:lnTo>
                    <a:pt x="381" y="561"/>
                  </a:lnTo>
                  <a:lnTo>
                    <a:pt x="358" y="559"/>
                  </a:lnTo>
                  <a:lnTo>
                    <a:pt x="334" y="559"/>
                  </a:lnTo>
                  <a:lnTo>
                    <a:pt x="310" y="559"/>
                  </a:lnTo>
                  <a:lnTo>
                    <a:pt x="287" y="557"/>
                  </a:lnTo>
                  <a:lnTo>
                    <a:pt x="265" y="557"/>
                  </a:lnTo>
                  <a:lnTo>
                    <a:pt x="242" y="557"/>
                  </a:lnTo>
                  <a:lnTo>
                    <a:pt x="218" y="554"/>
                  </a:lnTo>
                  <a:lnTo>
                    <a:pt x="194" y="554"/>
                  </a:lnTo>
                  <a:lnTo>
                    <a:pt x="171" y="552"/>
                  </a:lnTo>
                  <a:lnTo>
                    <a:pt x="147" y="552"/>
                  </a:lnTo>
                  <a:lnTo>
                    <a:pt x="123" y="550"/>
                  </a:lnTo>
                  <a:lnTo>
                    <a:pt x="100" y="550"/>
                  </a:lnTo>
                  <a:lnTo>
                    <a:pt x="76" y="547"/>
                  </a:lnTo>
                  <a:lnTo>
                    <a:pt x="52" y="547"/>
                  </a:lnTo>
                  <a:lnTo>
                    <a:pt x="29" y="545"/>
                  </a:lnTo>
                  <a:lnTo>
                    <a:pt x="5" y="545"/>
                  </a:lnTo>
                  <a:lnTo>
                    <a:pt x="3" y="545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3" y="550"/>
                  </a:lnTo>
                  <a:lnTo>
                    <a:pt x="3" y="552"/>
                  </a:lnTo>
                  <a:lnTo>
                    <a:pt x="5" y="557"/>
                  </a:lnTo>
                  <a:lnTo>
                    <a:pt x="5" y="559"/>
                  </a:lnTo>
                  <a:lnTo>
                    <a:pt x="8" y="561"/>
                  </a:lnTo>
                  <a:lnTo>
                    <a:pt x="5" y="564"/>
                  </a:lnTo>
                  <a:lnTo>
                    <a:pt x="8" y="564"/>
                  </a:lnTo>
                  <a:lnTo>
                    <a:pt x="8" y="566"/>
                  </a:lnTo>
                  <a:lnTo>
                    <a:pt x="10" y="566"/>
                  </a:lnTo>
                  <a:lnTo>
                    <a:pt x="10" y="566"/>
                  </a:lnTo>
                  <a:lnTo>
                    <a:pt x="12" y="568"/>
                  </a:lnTo>
                  <a:lnTo>
                    <a:pt x="17" y="576"/>
                  </a:lnTo>
                  <a:lnTo>
                    <a:pt x="19" y="576"/>
                  </a:lnTo>
                  <a:lnTo>
                    <a:pt x="24" y="576"/>
                  </a:lnTo>
                  <a:lnTo>
                    <a:pt x="29" y="578"/>
                  </a:lnTo>
                  <a:lnTo>
                    <a:pt x="31" y="580"/>
                  </a:lnTo>
                  <a:lnTo>
                    <a:pt x="34" y="585"/>
                  </a:lnTo>
                  <a:lnTo>
                    <a:pt x="36" y="590"/>
                  </a:lnTo>
                  <a:lnTo>
                    <a:pt x="38" y="599"/>
                  </a:lnTo>
                  <a:lnTo>
                    <a:pt x="38" y="602"/>
                  </a:lnTo>
                  <a:lnTo>
                    <a:pt x="43" y="606"/>
                  </a:lnTo>
                  <a:lnTo>
                    <a:pt x="45" y="609"/>
                  </a:lnTo>
                  <a:lnTo>
                    <a:pt x="45" y="609"/>
                  </a:lnTo>
                  <a:lnTo>
                    <a:pt x="45" y="611"/>
                  </a:lnTo>
                  <a:lnTo>
                    <a:pt x="45" y="611"/>
                  </a:lnTo>
                  <a:lnTo>
                    <a:pt x="45" y="611"/>
                  </a:lnTo>
                  <a:lnTo>
                    <a:pt x="50" y="613"/>
                  </a:lnTo>
                  <a:lnTo>
                    <a:pt x="50" y="616"/>
                  </a:lnTo>
                  <a:lnTo>
                    <a:pt x="52" y="616"/>
                  </a:lnTo>
                  <a:lnTo>
                    <a:pt x="57" y="618"/>
                  </a:lnTo>
                  <a:lnTo>
                    <a:pt x="60" y="621"/>
                  </a:lnTo>
                  <a:lnTo>
                    <a:pt x="62" y="621"/>
                  </a:lnTo>
                  <a:lnTo>
                    <a:pt x="64" y="623"/>
                  </a:lnTo>
                  <a:lnTo>
                    <a:pt x="67" y="623"/>
                  </a:lnTo>
                  <a:lnTo>
                    <a:pt x="71" y="625"/>
                  </a:lnTo>
                  <a:lnTo>
                    <a:pt x="71" y="628"/>
                  </a:lnTo>
                  <a:lnTo>
                    <a:pt x="74" y="628"/>
                  </a:lnTo>
                  <a:lnTo>
                    <a:pt x="74" y="630"/>
                  </a:lnTo>
                  <a:lnTo>
                    <a:pt x="74" y="632"/>
                  </a:lnTo>
                  <a:lnTo>
                    <a:pt x="76" y="632"/>
                  </a:lnTo>
                  <a:lnTo>
                    <a:pt x="78" y="635"/>
                  </a:lnTo>
                  <a:lnTo>
                    <a:pt x="78" y="635"/>
                  </a:lnTo>
                  <a:lnTo>
                    <a:pt x="78" y="635"/>
                  </a:lnTo>
                  <a:lnTo>
                    <a:pt x="81" y="637"/>
                  </a:lnTo>
                  <a:lnTo>
                    <a:pt x="88" y="647"/>
                  </a:lnTo>
                  <a:lnTo>
                    <a:pt x="90" y="649"/>
                  </a:lnTo>
                  <a:lnTo>
                    <a:pt x="90" y="651"/>
                  </a:lnTo>
                  <a:lnTo>
                    <a:pt x="97" y="656"/>
                  </a:lnTo>
                  <a:lnTo>
                    <a:pt x="100" y="658"/>
                  </a:lnTo>
                  <a:lnTo>
                    <a:pt x="100" y="658"/>
                  </a:lnTo>
                  <a:lnTo>
                    <a:pt x="105" y="661"/>
                  </a:lnTo>
                  <a:lnTo>
                    <a:pt x="105" y="663"/>
                  </a:lnTo>
                  <a:lnTo>
                    <a:pt x="107" y="663"/>
                  </a:lnTo>
                  <a:lnTo>
                    <a:pt x="109" y="666"/>
                  </a:lnTo>
                  <a:lnTo>
                    <a:pt x="109" y="668"/>
                  </a:lnTo>
                  <a:lnTo>
                    <a:pt x="112" y="673"/>
                  </a:lnTo>
                  <a:lnTo>
                    <a:pt x="112" y="675"/>
                  </a:lnTo>
                  <a:lnTo>
                    <a:pt x="114" y="675"/>
                  </a:lnTo>
                  <a:lnTo>
                    <a:pt x="119" y="680"/>
                  </a:lnTo>
                  <a:lnTo>
                    <a:pt x="126" y="687"/>
                  </a:lnTo>
                  <a:lnTo>
                    <a:pt x="131" y="694"/>
                  </a:lnTo>
                  <a:lnTo>
                    <a:pt x="131" y="694"/>
                  </a:lnTo>
                  <a:lnTo>
                    <a:pt x="135" y="696"/>
                  </a:lnTo>
                  <a:lnTo>
                    <a:pt x="140" y="699"/>
                  </a:lnTo>
                  <a:lnTo>
                    <a:pt x="142" y="699"/>
                  </a:lnTo>
                  <a:lnTo>
                    <a:pt x="142" y="701"/>
                  </a:lnTo>
                  <a:lnTo>
                    <a:pt x="142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5" y="701"/>
                  </a:lnTo>
                  <a:lnTo>
                    <a:pt x="147" y="701"/>
                  </a:lnTo>
                  <a:lnTo>
                    <a:pt x="147" y="701"/>
                  </a:lnTo>
                  <a:lnTo>
                    <a:pt x="149" y="701"/>
                  </a:lnTo>
                  <a:lnTo>
                    <a:pt x="149" y="703"/>
                  </a:lnTo>
                  <a:lnTo>
                    <a:pt x="149" y="703"/>
                  </a:lnTo>
                  <a:lnTo>
                    <a:pt x="152" y="703"/>
                  </a:lnTo>
                  <a:lnTo>
                    <a:pt x="152" y="703"/>
                  </a:lnTo>
                  <a:lnTo>
                    <a:pt x="152" y="706"/>
                  </a:lnTo>
                  <a:lnTo>
                    <a:pt x="152" y="706"/>
                  </a:lnTo>
                  <a:lnTo>
                    <a:pt x="154" y="706"/>
                  </a:lnTo>
                  <a:lnTo>
                    <a:pt x="154" y="706"/>
                  </a:lnTo>
                  <a:lnTo>
                    <a:pt x="154" y="708"/>
                  </a:lnTo>
                  <a:lnTo>
                    <a:pt x="157" y="708"/>
                  </a:lnTo>
                  <a:lnTo>
                    <a:pt x="157" y="708"/>
                  </a:lnTo>
                  <a:lnTo>
                    <a:pt x="161" y="713"/>
                  </a:lnTo>
                  <a:lnTo>
                    <a:pt x="164" y="715"/>
                  </a:lnTo>
                  <a:lnTo>
                    <a:pt x="164" y="715"/>
                  </a:lnTo>
                  <a:lnTo>
                    <a:pt x="166" y="715"/>
                  </a:lnTo>
                  <a:lnTo>
                    <a:pt x="168" y="718"/>
                  </a:lnTo>
                  <a:lnTo>
                    <a:pt x="171" y="720"/>
                  </a:lnTo>
                  <a:lnTo>
                    <a:pt x="171" y="720"/>
                  </a:lnTo>
                  <a:lnTo>
                    <a:pt x="171" y="722"/>
                  </a:lnTo>
                  <a:lnTo>
                    <a:pt x="171" y="725"/>
                  </a:lnTo>
                  <a:lnTo>
                    <a:pt x="171" y="725"/>
                  </a:lnTo>
                  <a:lnTo>
                    <a:pt x="173" y="725"/>
                  </a:lnTo>
                  <a:lnTo>
                    <a:pt x="175" y="725"/>
                  </a:lnTo>
                  <a:lnTo>
                    <a:pt x="175" y="727"/>
                  </a:lnTo>
                  <a:lnTo>
                    <a:pt x="178" y="727"/>
                  </a:lnTo>
                  <a:lnTo>
                    <a:pt x="180" y="732"/>
                  </a:lnTo>
                  <a:lnTo>
                    <a:pt x="180" y="734"/>
                  </a:lnTo>
                  <a:lnTo>
                    <a:pt x="180" y="734"/>
                  </a:lnTo>
                  <a:lnTo>
                    <a:pt x="180" y="739"/>
                  </a:lnTo>
                  <a:lnTo>
                    <a:pt x="183" y="739"/>
                  </a:lnTo>
                  <a:lnTo>
                    <a:pt x="183" y="741"/>
                  </a:lnTo>
                  <a:lnTo>
                    <a:pt x="183" y="741"/>
                  </a:lnTo>
                  <a:lnTo>
                    <a:pt x="183" y="741"/>
                  </a:lnTo>
                  <a:lnTo>
                    <a:pt x="183" y="744"/>
                  </a:lnTo>
                  <a:lnTo>
                    <a:pt x="183" y="744"/>
                  </a:lnTo>
                  <a:lnTo>
                    <a:pt x="183" y="746"/>
                  </a:lnTo>
                  <a:lnTo>
                    <a:pt x="185" y="746"/>
                  </a:lnTo>
                  <a:lnTo>
                    <a:pt x="185" y="748"/>
                  </a:lnTo>
                  <a:lnTo>
                    <a:pt x="185" y="751"/>
                  </a:lnTo>
                  <a:lnTo>
                    <a:pt x="183" y="751"/>
                  </a:lnTo>
                  <a:lnTo>
                    <a:pt x="185" y="751"/>
                  </a:lnTo>
                  <a:lnTo>
                    <a:pt x="185" y="753"/>
                  </a:lnTo>
                  <a:lnTo>
                    <a:pt x="185" y="753"/>
                  </a:lnTo>
                  <a:lnTo>
                    <a:pt x="187" y="755"/>
                  </a:lnTo>
                  <a:lnTo>
                    <a:pt x="187" y="755"/>
                  </a:lnTo>
                  <a:lnTo>
                    <a:pt x="187" y="755"/>
                  </a:lnTo>
                  <a:lnTo>
                    <a:pt x="187" y="758"/>
                  </a:lnTo>
                  <a:lnTo>
                    <a:pt x="187" y="760"/>
                  </a:lnTo>
                  <a:lnTo>
                    <a:pt x="187" y="760"/>
                  </a:lnTo>
                  <a:lnTo>
                    <a:pt x="190" y="760"/>
                  </a:lnTo>
                  <a:lnTo>
                    <a:pt x="192" y="765"/>
                  </a:lnTo>
                  <a:lnTo>
                    <a:pt x="192" y="767"/>
                  </a:lnTo>
                  <a:lnTo>
                    <a:pt x="194" y="770"/>
                  </a:lnTo>
                  <a:lnTo>
                    <a:pt x="194" y="772"/>
                  </a:lnTo>
                  <a:lnTo>
                    <a:pt x="197" y="772"/>
                  </a:lnTo>
                  <a:lnTo>
                    <a:pt x="197" y="772"/>
                  </a:lnTo>
                  <a:lnTo>
                    <a:pt x="199" y="777"/>
                  </a:lnTo>
                  <a:lnTo>
                    <a:pt x="201" y="779"/>
                  </a:lnTo>
                  <a:lnTo>
                    <a:pt x="201" y="781"/>
                  </a:lnTo>
                  <a:lnTo>
                    <a:pt x="201" y="786"/>
                  </a:lnTo>
                  <a:lnTo>
                    <a:pt x="201" y="789"/>
                  </a:lnTo>
                  <a:lnTo>
                    <a:pt x="199" y="793"/>
                  </a:lnTo>
                  <a:lnTo>
                    <a:pt x="199" y="796"/>
                  </a:lnTo>
                  <a:lnTo>
                    <a:pt x="199" y="800"/>
                  </a:lnTo>
                  <a:lnTo>
                    <a:pt x="199" y="808"/>
                  </a:lnTo>
                  <a:lnTo>
                    <a:pt x="199" y="808"/>
                  </a:lnTo>
                  <a:lnTo>
                    <a:pt x="199" y="810"/>
                  </a:lnTo>
                  <a:lnTo>
                    <a:pt x="199" y="810"/>
                  </a:lnTo>
                  <a:lnTo>
                    <a:pt x="201" y="812"/>
                  </a:lnTo>
                  <a:lnTo>
                    <a:pt x="201" y="812"/>
                  </a:lnTo>
                  <a:lnTo>
                    <a:pt x="201" y="815"/>
                  </a:lnTo>
                  <a:lnTo>
                    <a:pt x="201" y="815"/>
                  </a:lnTo>
                  <a:lnTo>
                    <a:pt x="204" y="817"/>
                  </a:lnTo>
                  <a:lnTo>
                    <a:pt x="206" y="824"/>
                  </a:lnTo>
                  <a:lnTo>
                    <a:pt x="206" y="824"/>
                  </a:lnTo>
                  <a:lnTo>
                    <a:pt x="209" y="826"/>
                  </a:lnTo>
                  <a:lnTo>
                    <a:pt x="209" y="829"/>
                  </a:lnTo>
                  <a:lnTo>
                    <a:pt x="211" y="831"/>
                  </a:lnTo>
                  <a:lnTo>
                    <a:pt x="211" y="836"/>
                  </a:lnTo>
                  <a:lnTo>
                    <a:pt x="213" y="838"/>
                  </a:lnTo>
                  <a:lnTo>
                    <a:pt x="213" y="841"/>
                  </a:lnTo>
                  <a:lnTo>
                    <a:pt x="213" y="843"/>
                  </a:lnTo>
                  <a:lnTo>
                    <a:pt x="213" y="845"/>
                  </a:lnTo>
                  <a:lnTo>
                    <a:pt x="216" y="845"/>
                  </a:lnTo>
                  <a:lnTo>
                    <a:pt x="216" y="848"/>
                  </a:lnTo>
                  <a:lnTo>
                    <a:pt x="220" y="850"/>
                  </a:lnTo>
                  <a:lnTo>
                    <a:pt x="223" y="852"/>
                  </a:lnTo>
                  <a:lnTo>
                    <a:pt x="223" y="852"/>
                  </a:lnTo>
                  <a:lnTo>
                    <a:pt x="223" y="855"/>
                  </a:lnTo>
                  <a:lnTo>
                    <a:pt x="223" y="855"/>
                  </a:lnTo>
                  <a:lnTo>
                    <a:pt x="225" y="857"/>
                  </a:lnTo>
                  <a:lnTo>
                    <a:pt x="225" y="857"/>
                  </a:lnTo>
                  <a:lnTo>
                    <a:pt x="235" y="862"/>
                  </a:lnTo>
                  <a:lnTo>
                    <a:pt x="235" y="864"/>
                  </a:lnTo>
                  <a:lnTo>
                    <a:pt x="237" y="864"/>
                  </a:lnTo>
                  <a:lnTo>
                    <a:pt x="239" y="864"/>
                  </a:lnTo>
                  <a:lnTo>
                    <a:pt x="242" y="864"/>
                  </a:lnTo>
                  <a:lnTo>
                    <a:pt x="244" y="867"/>
                  </a:lnTo>
                  <a:lnTo>
                    <a:pt x="246" y="869"/>
                  </a:lnTo>
                  <a:lnTo>
                    <a:pt x="249" y="869"/>
                  </a:lnTo>
                  <a:lnTo>
                    <a:pt x="249" y="869"/>
                  </a:lnTo>
                  <a:lnTo>
                    <a:pt x="251" y="874"/>
                  </a:lnTo>
                  <a:lnTo>
                    <a:pt x="254" y="879"/>
                  </a:lnTo>
                  <a:lnTo>
                    <a:pt x="256" y="881"/>
                  </a:lnTo>
                  <a:lnTo>
                    <a:pt x="261" y="883"/>
                  </a:lnTo>
                  <a:lnTo>
                    <a:pt x="265" y="888"/>
                  </a:lnTo>
                  <a:lnTo>
                    <a:pt x="268" y="890"/>
                  </a:lnTo>
                  <a:lnTo>
                    <a:pt x="280" y="895"/>
                  </a:lnTo>
                  <a:lnTo>
                    <a:pt x="284" y="897"/>
                  </a:lnTo>
                  <a:lnTo>
                    <a:pt x="294" y="897"/>
                  </a:lnTo>
                  <a:lnTo>
                    <a:pt x="294" y="897"/>
                  </a:lnTo>
                  <a:lnTo>
                    <a:pt x="296" y="897"/>
                  </a:lnTo>
                  <a:lnTo>
                    <a:pt x="296" y="900"/>
                  </a:lnTo>
                  <a:lnTo>
                    <a:pt x="294" y="902"/>
                  </a:lnTo>
                  <a:lnTo>
                    <a:pt x="296" y="902"/>
                  </a:lnTo>
                  <a:lnTo>
                    <a:pt x="296" y="905"/>
                  </a:lnTo>
                  <a:lnTo>
                    <a:pt x="298" y="905"/>
                  </a:lnTo>
                  <a:lnTo>
                    <a:pt x="303" y="909"/>
                  </a:lnTo>
                  <a:lnTo>
                    <a:pt x="306" y="912"/>
                  </a:lnTo>
                  <a:lnTo>
                    <a:pt x="315" y="914"/>
                  </a:lnTo>
                  <a:lnTo>
                    <a:pt x="317" y="914"/>
                  </a:lnTo>
                  <a:lnTo>
                    <a:pt x="320" y="914"/>
                  </a:lnTo>
                  <a:lnTo>
                    <a:pt x="320" y="914"/>
                  </a:lnTo>
                  <a:lnTo>
                    <a:pt x="320" y="914"/>
                  </a:lnTo>
                  <a:lnTo>
                    <a:pt x="320" y="916"/>
                  </a:lnTo>
                  <a:lnTo>
                    <a:pt x="322" y="916"/>
                  </a:lnTo>
                  <a:lnTo>
                    <a:pt x="327" y="924"/>
                  </a:lnTo>
                  <a:lnTo>
                    <a:pt x="332" y="926"/>
                  </a:lnTo>
                  <a:lnTo>
                    <a:pt x="332" y="926"/>
                  </a:lnTo>
                  <a:lnTo>
                    <a:pt x="334" y="926"/>
                  </a:lnTo>
                  <a:lnTo>
                    <a:pt x="336" y="931"/>
                  </a:lnTo>
                  <a:lnTo>
                    <a:pt x="339" y="931"/>
                  </a:lnTo>
                  <a:lnTo>
                    <a:pt x="339" y="931"/>
                  </a:lnTo>
                  <a:lnTo>
                    <a:pt x="341" y="928"/>
                  </a:lnTo>
                  <a:lnTo>
                    <a:pt x="341" y="928"/>
                  </a:lnTo>
                  <a:lnTo>
                    <a:pt x="343" y="931"/>
                  </a:lnTo>
                  <a:lnTo>
                    <a:pt x="343" y="931"/>
                  </a:lnTo>
                  <a:lnTo>
                    <a:pt x="346" y="931"/>
                  </a:lnTo>
                  <a:lnTo>
                    <a:pt x="343" y="933"/>
                  </a:lnTo>
                  <a:lnTo>
                    <a:pt x="346" y="933"/>
                  </a:lnTo>
                  <a:lnTo>
                    <a:pt x="353" y="933"/>
                  </a:lnTo>
                  <a:lnTo>
                    <a:pt x="358" y="935"/>
                  </a:lnTo>
                  <a:lnTo>
                    <a:pt x="362" y="935"/>
                  </a:lnTo>
                  <a:lnTo>
                    <a:pt x="365" y="935"/>
                  </a:lnTo>
                  <a:lnTo>
                    <a:pt x="367" y="931"/>
                  </a:lnTo>
                  <a:lnTo>
                    <a:pt x="367" y="926"/>
                  </a:lnTo>
                  <a:lnTo>
                    <a:pt x="367" y="926"/>
                  </a:lnTo>
                  <a:lnTo>
                    <a:pt x="367" y="926"/>
                  </a:lnTo>
                  <a:lnTo>
                    <a:pt x="369" y="926"/>
                  </a:lnTo>
                  <a:lnTo>
                    <a:pt x="369" y="926"/>
                  </a:lnTo>
                  <a:lnTo>
                    <a:pt x="369" y="924"/>
                  </a:lnTo>
                  <a:lnTo>
                    <a:pt x="372" y="924"/>
                  </a:lnTo>
                  <a:lnTo>
                    <a:pt x="374" y="921"/>
                  </a:lnTo>
                  <a:lnTo>
                    <a:pt x="377" y="919"/>
                  </a:lnTo>
                  <a:lnTo>
                    <a:pt x="377" y="919"/>
                  </a:lnTo>
                  <a:lnTo>
                    <a:pt x="377" y="919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1" y="912"/>
                  </a:lnTo>
                  <a:lnTo>
                    <a:pt x="384" y="912"/>
                  </a:lnTo>
                  <a:lnTo>
                    <a:pt x="386" y="912"/>
                  </a:lnTo>
                  <a:lnTo>
                    <a:pt x="391" y="907"/>
                  </a:lnTo>
                  <a:lnTo>
                    <a:pt x="393" y="907"/>
                  </a:lnTo>
                  <a:lnTo>
                    <a:pt x="395" y="907"/>
                  </a:lnTo>
                  <a:lnTo>
                    <a:pt x="395" y="907"/>
                  </a:lnTo>
                  <a:lnTo>
                    <a:pt x="393" y="905"/>
                  </a:lnTo>
                  <a:lnTo>
                    <a:pt x="391" y="902"/>
                  </a:lnTo>
                  <a:lnTo>
                    <a:pt x="391" y="902"/>
                  </a:lnTo>
                  <a:lnTo>
                    <a:pt x="391" y="900"/>
                  </a:lnTo>
                  <a:lnTo>
                    <a:pt x="391" y="895"/>
                  </a:lnTo>
                  <a:lnTo>
                    <a:pt x="393" y="893"/>
                  </a:lnTo>
                  <a:lnTo>
                    <a:pt x="393" y="893"/>
                  </a:lnTo>
                  <a:lnTo>
                    <a:pt x="393" y="890"/>
                  </a:lnTo>
                  <a:lnTo>
                    <a:pt x="393" y="890"/>
                  </a:lnTo>
                  <a:lnTo>
                    <a:pt x="395" y="890"/>
                  </a:lnTo>
                  <a:lnTo>
                    <a:pt x="395" y="890"/>
                  </a:lnTo>
                  <a:lnTo>
                    <a:pt x="395" y="890"/>
                  </a:lnTo>
                  <a:lnTo>
                    <a:pt x="398" y="890"/>
                  </a:lnTo>
                  <a:lnTo>
                    <a:pt x="398" y="890"/>
                  </a:lnTo>
                  <a:lnTo>
                    <a:pt x="398" y="888"/>
                  </a:lnTo>
                  <a:lnTo>
                    <a:pt x="395" y="888"/>
                  </a:lnTo>
                  <a:lnTo>
                    <a:pt x="395" y="886"/>
                  </a:lnTo>
                  <a:lnTo>
                    <a:pt x="398" y="886"/>
                  </a:lnTo>
                  <a:lnTo>
                    <a:pt x="398" y="883"/>
                  </a:lnTo>
                  <a:lnTo>
                    <a:pt x="398" y="881"/>
                  </a:lnTo>
                  <a:lnTo>
                    <a:pt x="398" y="881"/>
                  </a:lnTo>
                  <a:lnTo>
                    <a:pt x="398" y="879"/>
                  </a:lnTo>
                  <a:lnTo>
                    <a:pt x="398" y="879"/>
                  </a:lnTo>
                  <a:lnTo>
                    <a:pt x="398" y="876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3" y="867"/>
                  </a:lnTo>
                  <a:lnTo>
                    <a:pt x="405" y="864"/>
                  </a:lnTo>
                  <a:lnTo>
                    <a:pt x="403" y="864"/>
                  </a:lnTo>
                  <a:lnTo>
                    <a:pt x="405" y="864"/>
                  </a:lnTo>
                  <a:lnTo>
                    <a:pt x="405" y="862"/>
                  </a:lnTo>
                  <a:lnTo>
                    <a:pt x="405" y="862"/>
                  </a:lnTo>
                  <a:lnTo>
                    <a:pt x="405" y="860"/>
                  </a:lnTo>
                  <a:lnTo>
                    <a:pt x="407" y="860"/>
                  </a:lnTo>
                  <a:lnTo>
                    <a:pt x="407" y="860"/>
                  </a:lnTo>
                  <a:lnTo>
                    <a:pt x="407" y="857"/>
                  </a:lnTo>
                  <a:lnTo>
                    <a:pt x="407" y="857"/>
                  </a:lnTo>
                  <a:lnTo>
                    <a:pt x="410" y="855"/>
                  </a:lnTo>
                  <a:lnTo>
                    <a:pt x="410" y="855"/>
                  </a:lnTo>
                  <a:lnTo>
                    <a:pt x="410" y="852"/>
                  </a:lnTo>
                  <a:lnTo>
                    <a:pt x="414" y="848"/>
                  </a:lnTo>
                  <a:lnTo>
                    <a:pt x="414" y="845"/>
                  </a:lnTo>
                  <a:lnTo>
                    <a:pt x="414" y="845"/>
                  </a:lnTo>
                  <a:lnTo>
                    <a:pt x="414" y="843"/>
                  </a:lnTo>
                  <a:lnTo>
                    <a:pt x="414" y="843"/>
                  </a:lnTo>
                  <a:lnTo>
                    <a:pt x="417" y="843"/>
                  </a:lnTo>
                  <a:lnTo>
                    <a:pt x="419" y="843"/>
                  </a:lnTo>
                  <a:lnTo>
                    <a:pt x="421" y="843"/>
                  </a:lnTo>
                  <a:lnTo>
                    <a:pt x="426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29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1" y="841"/>
                  </a:lnTo>
                  <a:lnTo>
                    <a:pt x="433" y="838"/>
                  </a:lnTo>
                  <a:lnTo>
                    <a:pt x="433" y="838"/>
                  </a:lnTo>
                  <a:lnTo>
                    <a:pt x="445" y="838"/>
                  </a:lnTo>
                  <a:lnTo>
                    <a:pt x="445" y="838"/>
                  </a:lnTo>
                  <a:lnTo>
                    <a:pt x="445" y="838"/>
                  </a:lnTo>
                  <a:lnTo>
                    <a:pt x="447" y="836"/>
                  </a:lnTo>
                  <a:lnTo>
                    <a:pt x="447" y="834"/>
                  </a:lnTo>
                  <a:lnTo>
                    <a:pt x="450" y="831"/>
                  </a:lnTo>
                  <a:lnTo>
                    <a:pt x="450" y="829"/>
                  </a:lnTo>
                  <a:lnTo>
                    <a:pt x="450" y="829"/>
                  </a:lnTo>
                  <a:lnTo>
                    <a:pt x="452" y="829"/>
                  </a:lnTo>
                  <a:lnTo>
                    <a:pt x="452" y="829"/>
                  </a:lnTo>
                  <a:lnTo>
                    <a:pt x="455" y="826"/>
                  </a:lnTo>
                  <a:lnTo>
                    <a:pt x="455" y="824"/>
                  </a:lnTo>
                  <a:lnTo>
                    <a:pt x="457" y="826"/>
                  </a:lnTo>
                  <a:lnTo>
                    <a:pt x="457" y="826"/>
                  </a:lnTo>
                  <a:lnTo>
                    <a:pt x="459" y="829"/>
                  </a:lnTo>
                  <a:lnTo>
                    <a:pt x="462" y="826"/>
                  </a:lnTo>
                  <a:lnTo>
                    <a:pt x="462" y="829"/>
                  </a:lnTo>
                  <a:lnTo>
                    <a:pt x="464" y="831"/>
                  </a:lnTo>
                  <a:lnTo>
                    <a:pt x="466" y="831"/>
                  </a:lnTo>
                  <a:lnTo>
                    <a:pt x="471" y="834"/>
                  </a:lnTo>
                  <a:lnTo>
                    <a:pt x="474" y="836"/>
                  </a:lnTo>
                  <a:lnTo>
                    <a:pt x="478" y="836"/>
                  </a:lnTo>
                  <a:lnTo>
                    <a:pt x="488" y="836"/>
                  </a:lnTo>
                  <a:lnTo>
                    <a:pt x="490" y="836"/>
                  </a:lnTo>
                  <a:lnTo>
                    <a:pt x="492" y="836"/>
                  </a:lnTo>
                  <a:lnTo>
                    <a:pt x="495" y="836"/>
                  </a:lnTo>
                  <a:lnTo>
                    <a:pt x="495" y="836"/>
                  </a:lnTo>
                  <a:lnTo>
                    <a:pt x="497" y="838"/>
                  </a:lnTo>
                  <a:lnTo>
                    <a:pt x="497" y="838"/>
                  </a:lnTo>
                  <a:lnTo>
                    <a:pt x="500" y="838"/>
                  </a:lnTo>
                  <a:lnTo>
                    <a:pt x="500" y="836"/>
                  </a:lnTo>
                  <a:lnTo>
                    <a:pt x="500" y="836"/>
                  </a:lnTo>
                  <a:lnTo>
                    <a:pt x="502" y="836"/>
                  </a:lnTo>
                  <a:lnTo>
                    <a:pt x="502" y="836"/>
                  </a:lnTo>
                  <a:lnTo>
                    <a:pt x="504" y="836"/>
                  </a:lnTo>
                  <a:lnTo>
                    <a:pt x="509" y="836"/>
                  </a:lnTo>
                  <a:lnTo>
                    <a:pt x="509" y="836"/>
                  </a:lnTo>
                  <a:lnTo>
                    <a:pt x="511" y="836"/>
                  </a:lnTo>
                  <a:lnTo>
                    <a:pt x="511" y="838"/>
                  </a:lnTo>
                  <a:lnTo>
                    <a:pt x="511" y="838"/>
                  </a:lnTo>
                  <a:lnTo>
                    <a:pt x="528" y="841"/>
                  </a:lnTo>
                  <a:lnTo>
                    <a:pt x="535" y="841"/>
                  </a:lnTo>
                  <a:lnTo>
                    <a:pt x="537" y="841"/>
                  </a:lnTo>
                  <a:lnTo>
                    <a:pt x="537" y="838"/>
                  </a:lnTo>
                  <a:lnTo>
                    <a:pt x="537" y="838"/>
                  </a:lnTo>
                  <a:lnTo>
                    <a:pt x="537" y="836"/>
                  </a:lnTo>
                  <a:lnTo>
                    <a:pt x="537" y="836"/>
                  </a:lnTo>
                  <a:lnTo>
                    <a:pt x="537" y="836"/>
                  </a:lnTo>
                  <a:lnTo>
                    <a:pt x="540" y="836"/>
                  </a:lnTo>
                  <a:lnTo>
                    <a:pt x="540" y="836"/>
                  </a:lnTo>
                  <a:lnTo>
                    <a:pt x="540" y="838"/>
                  </a:lnTo>
                  <a:lnTo>
                    <a:pt x="540" y="838"/>
                  </a:lnTo>
                  <a:lnTo>
                    <a:pt x="540" y="841"/>
                  </a:lnTo>
                  <a:lnTo>
                    <a:pt x="540" y="841"/>
                  </a:lnTo>
                  <a:lnTo>
                    <a:pt x="542" y="843"/>
                  </a:lnTo>
                  <a:lnTo>
                    <a:pt x="542" y="841"/>
                  </a:lnTo>
                  <a:lnTo>
                    <a:pt x="544" y="841"/>
                  </a:lnTo>
                  <a:lnTo>
                    <a:pt x="547" y="838"/>
                  </a:lnTo>
                  <a:lnTo>
                    <a:pt x="547" y="841"/>
                  </a:lnTo>
                  <a:lnTo>
                    <a:pt x="549" y="841"/>
                  </a:lnTo>
                  <a:lnTo>
                    <a:pt x="549" y="841"/>
                  </a:lnTo>
                  <a:lnTo>
                    <a:pt x="549" y="843"/>
                  </a:lnTo>
                  <a:lnTo>
                    <a:pt x="552" y="841"/>
                  </a:lnTo>
                  <a:lnTo>
                    <a:pt x="552" y="841"/>
                  </a:lnTo>
                  <a:lnTo>
                    <a:pt x="554" y="841"/>
                  </a:lnTo>
                  <a:lnTo>
                    <a:pt x="554" y="843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6" y="848"/>
                  </a:lnTo>
                  <a:lnTo>
                    <a:pt x="556" y="850"/>
                  </a:lnTo>
                  <a:lnTo>
                    <a:pt x="559" y="852"/>
                  </a:lnTo>
                  <a:lnTo>
                    <a:pt x="559" y="855"/>
                  </a:lnTo>
                  <a:lnTo>
                    <a:pt x="559" y="855"/>
                  </a:lnTo>
                  <a:lnTo>
                    <a:pt x="561" y="857"/>
                  </a:lnTo>
                  <a:lnTo>
                    <a:pt x="563" y="857"/>
                  </a:lnTo>
                  <a:lnTo>
                    <a:pt x="566" y="857"/>
                  </a:lnTo>
                  <a:lnTo>
                    <a:pt x="563" y="860"/>
                  </a:lnTo>
                  <a:lnTo>
                    <a:pt x="563" y="862"/>
                  </a:lnTo>
                  <a:lnTo>
                    <a:pt x="563" y="864"/>
                  </a:lnTo>
                  <a:lnTo>
                    <a:pt x="563" y="864"/>
                  </a:lnTo>
                  <a:lnTo>
                    <a:pt x="566" y="862"/>
                  </a:lnTo>
                  <a:lnTo>
                    <a:pt x="568" y="860"/>
                  </a:lnTo>
                  <a:lnTo>
                    <a:pt x="573" y="860"/>
                  </a:lnTo>
                  <a:lnTo>
                    <a:pt x="573" y="862"/>
                  </a:lnTo>
                  <a:lnTo>
                    <a:pt x="573" y="864"/>
                  </a:lnTo>
                  <a:lnTo>
                    <a:pt x="573" y="869"/>
                  </a:lnTo>
                  <a:lnTo>
                    <a:pt x="573" y="871"/>
                  </a:lnTo>
                  <a:lnTo>
                    <a:pt x="575" y="871"/>
                  </a:lnTo>
                  <a:lnTo>
                    <a:pt x="575" y="871"/>
                  </a:lnTo>
                  <a:lnTo>
                    <a:pt x="578" y="871"/>
                  </a:lnTo>
                  <a:lnTo>
                    <a:pt x="578" y="874"/>
                  </a:lnTo>
                  <a:lnTo>
                    <a:pt x="580" y="876"/>
                  </a:lnTo>
                  <a:lnTo>
                    <a:pt x="582" y="879"/>
                  </a:lnTo>
                  <a:lnTo>
                    <a:pt x="589" y="881"/>
                  </a:lnTo>
                  <a:lnTo>
                    <a:pt x="594" y="881"/>
                  </a:lnTo>
                  <a:lnTo>
                    <a:pt x="594" y="883"/>
                  </a:lnTo>
                  <a:lnTo>
                    <a:pt x="594" y="886"/>
                  </a:lnTo>
                  <a:lnTo>
                    <a:pt x="594" y="888"/>
                  </a:lnTo>
                  <a:lnTo>
                    <a:pt x="594" y="890"/>
                  </a:lnTo>
                  <a:lnTo>
                    <a:pt x="596" y="890"/>
                  </a:lnTo>
                  <a:lnTo>
                    <a:pt x="596" y="893"/>
                  </a:lnTo>
                  <a:lnTo>
                    <a:pt x="599" y="893"/>
                  </a:lnTo>
                  <a:lnTo>
                    <a:pt x="606" y="897"/>
                  </a:lnTo>
                  <a:lnTo>
                    <a:pt x="608" y="900"/>
                  </a:lnTo>
                  <a:lnTo>
                    <a:pt x="611" y="902"/>
                  </a:lnTo>
                  <a:lnTo>
                    <a:pt x="611" y="902"/>
                  </a:lnTo>
                  <a:lnTo>
                    <a:pt x="618" y="905"/>
                  </a:lnTo>
                  <a:lnTo>
                    <a:pt x="620" y="907"/>
                  </a:lnTo>
                  <a:lnTo>
                    <a:pt x="620" y="909"/>
                  </a:lnTo>
                  <a:lnTo>
                    <a:pt x="623" y="912"/>
                  </a:lnTo>
                  <a:lnTo>
                    <a:pt x="623" y="916"/>
                  </a:lnTo>
                  <a:lnTo>
                    <a:pt x="623" y="916"/>
                  </a:lnTo>
                  <a:lnTo>
                    <a:pt x="627" y="921"/>
                  </a:lnTo>
                  <a:lnTo>
                    <a:pt x="630" y="924"/>
                  </a:lnTo>
                  <a:lnTo>
                    <a:pt x="630" y="924"/>
                  </a:lnTo>
                  <a:lnTo>
                    <a:pt x="630" y="924"/>
                  </a:lnTo>
                  <a:lnTo>
                    <a:pt x="632" y="924"/>
                  </a:lnTo>
                  <a:lnTo>
                    <a:pt x="632" y="924"/>
                  </a:lnTo>
                  <a:lnTo>
                    <a:pt x="634" y="926"/>
                  </a:lnTo>
                  <a:lnTo>
                    <a:pt x="634" y="933"/>
                  </a:lnTo>
                  <a:lnTo>
                    <a:pt x="637" y="938"/>
                  </a:lnTo>
                  <a:lnTo>
                    <a:pt x="637" y="940"/>
                  </a:lnTo>
                  <a:lnTo>
                    <a:pt x="637" y="942"/>
                  </a:lnTo>
                  <a:lnTo>
                    <a:pt x="637" y="945"/>
                  </a:lnTo>
                  <a:lnTo>
                    <a:pt x="637" y="945"/>
                  </a:lnTo>
                  <a:lnTo>
                    <a:pt x="637" y="947"/>
                  </a:lnTo>
                  <a:lnTo>
                    <a:pt x="637" y="947"/>
                  </a:lnTo>
                  <a:lnTo>
                    <a:pt x="639" y="950"/>
                  </a:lnTo>
                  <a:lnTo>
                    <a:pt x="639" y="950"/>
                  </a:lnTo>
                  <a:lnTo>
                    <a:pt x="641" y="952"/>
                  </a:lnTo>
                  <a:lnTo>
                    <a:pt x="641" y="954"/>
                  </a:lnTo>
                  <a:lnTo>
                    <a:pt x="641" y="954"/>
                  </a:lnTo>
                  <a:lnTo>
                    <a:pt x="644" y="954"/>
                  </a:lnTo>
                  <a:lnTo>
                    <a:pt x="644" y="954"/>
                  </a:lnTo>
                  <a:lnTo>
                    <a:pt x="644" y="957"/>
                  </a:lnTo>
                  <a:lnTo>
                    <a:pt x="644" y="957"/>
                  </a:lnTo>
                  <a:lnTo>
                    <a:pt x="644" y="959"/>
                  </a:lnTo>
                  <a:lnTo>
                    <a:pt x="644" y="959"/>
                  </a:lnTo>
                  <a:lnTo>
                    <a:pt x="646" y="959"/>
                  </a:lnTo>
                  <a:lnTo>
                    <a:pt x="646" y="959"/>
                  </a:lnTo>
                  <a:lnTo>
                    <a:pt x="646" y="959"/>
                  </a:lnTo>
                  <a:lnTo>
                    <a:pt x="649" y="961"/>
                  </a:lnTo>
                  <a:lnTo>
                    <a:pt x="649" y="961"/>
                  </a:lnTo>
                  <a:lnTo>
                    <a:pt x="649" y="964"/>
                  </a:lnTo>
                  <a:lnTo>
                    <a:pt x="651" y="976"/>
                  </a:lnTo>
                  <a:lnTo>
                    <a:pt x="653" y="978"/>
                  </a:lnTo>
                  <a:lnTo>
                    <a:pt x="658" y="983"/>
                  </a:lnTo>
                  <a:lnTo>
                    <a:pt x="658" y="985"/>
                  </a:lnTo>
                  <a:lnTo>
                    <a:pt x="658" y="985"/>
                  </a:lnTo>
                  <a:lnTo>
                    <a:pt x="660" y="987"/>
                  </a:lnTo>
                  <a:lnTo>
                    <a:pt x="663" y="987"/>
                  </a:lnTo>
                  <a:lnTo>
                    <a:pt x="663" y="990"/>
                  </a:lnTo>
                  <a:lnTo>
                    <a:pt x="663" y="992"/>
                  </a:lnTo>
                  <a:lnTo>
                    <a:pt x="663" y="995"/>
                  </a:lnTo>
                  <a:lnTo>
                    <a:pt x="663" y="997"/>
                  </a:lnTo>
                  <a:lnTo>
                    <a:pt x="665" y="997"/>
                  </a:lnTo>
                  <a:lnTo>
                    <a:pt x="670" y="999"/>
                  </a:lnTo>
                  <a:lnTo>
                    <a:pt x="670" y="999"/>
                  </a:lnTo>
                  <a:lnTo>
                    <a:pt x="667" y="1002"/>
                  </a:lnTo>
                  <a:lnTo>
                    <a:pt x="667" y="1002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67" y="1006"/>
                  </a:lnTo>
                  <a:lnTo>
                    <a:pt x="670" y="1006"/>
                  </a:lnTo>
                  <a:lnTo>
                    <a:pt x="670" y="1011"/>
                  </a:lnTo>
                  <a:lnTo>
                    <a:pt x="670" y="1016"/>
                  </a:lnTo>
                  <a:lnTo>
                    <a:pt x="675" y="1018"/>
                  </a:lnTo>
                  <a:lnTo>
                    <a:pt x="675" y="1023"/>
                  </a:lnTo>
                  <a:lnTo>
                    <a:pt x="675" y="1025"/>
                  </a:lnTo>
                  <a:lnTo>
                    <a:pt x="675" y="1028"/>
                  </a:lnTo>
                  <a:lnTo>
                    <a:pt x="675" y="1030"/>
                  </a:lnTo>
                  <a:lnTo>
                    <a:pt x="677" y="1030"/>
                  </a:lnTo>
                  <a:lnTo>
                    <a:pt x="679" y="1032"/>
                  </a:lnTo>
                  <a:lnTo>
                    <a:pt x="682" y="1032"/>
                  </a:lnTo>
                  <a:lnTo>
                    <a:pt x="684" y="1032"/>
                  </a:lnTo>
                  <a:lnTo>
                    <a:pt x="684" y="1035"/>
                  </a:lnTo>
                  <a:lnTo>
                    <a:pt x="684" y="1035"/>
                  </a:lnTo>
                  <a:lnTo>
                    <a:pt x="684" y="1037"/>
                  </a:lnTo>
                  <a:lnTo>
                    <a:pt x="684" y="1039"/>
                  </a:lnTo>
                  <a:lnTo>
                    <a:pt x="686" y="1039"/>
                  </a:lnTo>
                  <a:lnTo>
                    <a:pt x="698" y="1044"/>
                  </a:lnTo>
                  <a:lnTo>
                    <a:pt x="701" y="1047"/>
                  </a:lnTo>
                  <a:lnTo>
                    <a:pt x="701" y="1049"/>
                  </a:lnTo>
                  <a:lnTo>
                    <a:pt x="701" y="1051"/>
                  </a:lnTo>
                  <a:lnTo>
                    <a:pt x="701" y="1051"/>
                  </a:lnTo>
                  <a:lnTo>
                    <a:pt x="703" y="1054"/>
                  </a:lnTo>
                  <a:lnTo>
                    <a:pt x="703" y="1054"/>
                  </a:lnTo>
                  <a:lnTo>
                    <a:pt x="705" y="1054"/>
                  </a:lnTo>
                  <a:lnTo>
                    <a:pt x="705" y="1056"/>
                  </a:lnTo>
                  <a:lnTo>
                    <a:pt x="705" y="1056"/>
                  </a:lnTo>
                  <a:lnTo>
                    <a:pt x="705" y="1056"/>
                  </a:lnTo>
                  <a:lnTo>
                    <a:pt x="705" y="1058"/>
                  </a:lnTo>
                  <a:lnTo>
                    <a:pt x="705" y="1061"/>
                  </a:lnTo>
                  <a:lnTo>
                    <a:pt x="708" y="1063"/>
                  </a:lnTo>
                  <a:lnTo>
                    <a:pt x="708" y="1066"/>
                  </a:lnTo>
                  <a:lnTo>
                    <a:pt x="710" y="1066"/>
                  </a:lnTo>
                  <a:lnTo>
                    <a:pt x="712" y="1066"/>
                  </a:lnTo>
                  <a:lnTo>
                    <a:pt x="715" y="1066"/>
                  </a:lnTo>
                  <a:lnTo>
                    <a:pt x="712" y="1068"/>
                  </a:lnTo>
                  <a:lnTo>
                    <a:pt x="712" y="1070"/>
                  </a:lnTo>
                  <a:lnTo>
                    <a:pt x="715" y="1073"/>
                  </a:lnTo>
                  <a:lnTo>
                    <a:pt x="717" y="1075"/>
                  </a:lnTo>
                  <a:lnTo>
                    <a:pt x="719" y="1075"/>
                  </a:lnTo>
                  <a:lnTo>
                    <a:pt x="719" y="1075"/>
                  </a:lnTo>
                  <a:lnTo>
                    <a:pt x="719" y="1077"/>
                  </a:lnTo>
                  <a:lnTo>
                    <a:pt x="717" y="1080"/>
                  </a:lnTo>
                  <a:lnTo>
                    <a:pt x="717" y="1080"/>
                  </a:lnTo>
                  <a:lnTo>
                    <a:pt x="719" y="1082"/>
                  </a:lnTo>
                  <a:lnTo>
                    <a:pt x="719" y="1082"/>
                  </a:lnTo>
                  <a:lnTo>
                    <a:pt x="722" y="1082"/>
                  </a:lnTo>
                  <a:lnTo>
                    <a:pt x="722" y="1084"/>
                  </a:lnTo>
                  <a:lnTo>
                    <a:pt x="722" y="1087"/>
                  </a:lnTo>
                  <a:lnTo>
                    <a:pt x="722" y="1087"/>
                  </a:lnTo>
                  <a:lnTo>
                    <a:pt x="722" y="1087"/>
                  </a:lnTo>
                  <a:lnTo>
                    <a:pt x="722" y="1089"/>
                  </a:lnTo>
                  <a:lnTo>
                    <a:pt x="724" y="1092"/>
                  </a:lnTo>
                  <a:lnTo>
                    <a:pt x="724" y="1092"/>
                  </a:lnTo>
                  <a:lnTo>
                    <a:pt x="727" y="1092"/>
                  </a:lnTo>
                  <a:lnTo>
                    <a:pt x="729" y="1094"/>
                  </a:lnTo>
                  <a:lnTo>
                    <a:pt x="729" y="1094"/>
                  </a:lnTo>
                  <a:lnTo>
                    <a:pt x="731" y="1096"/>
                  </a:lnTo>
                  <a:lnTo>
                    <a:pt x="731" y="1096"/>
                  </a:lnTo>
                  <a:lnTo>
                    <a:pt x="734" y="1096"/>
                  </a:lnTo>
                  <a:lnTo>
                    <a:pt x="734" y="1099"/>
                  </a:lnTo>
                  <a:lnTo>
                    <a:pt x="736" y="1099"/>
                  </a:lnTo>
                  <a:lnTo>
                    <a:pt x="736" y="1101"/>
                  </a:lnTo>
                  <a:lnTo>
                    <a:pt x="736" y="1101"/>
                  </a:lnTo>
                  <a:lnTo>
                    <a:pt x="736" y="1103"/>
                  </a:lnTo>
                  <a:lnTo>
                    <a:pt x="738" y="1106"/>
                  </a:lnTo>
                  <a:lnTo>
                    <a:pt x="738" y="1106"/>
                  </a:lnTo>
                  <a:lnTo>
                    <a:pt x="743" y="1106"/>
                  </a:lnTo>
                  <a:lnTo>
                    <a:pt x="743" y="1106"/>
                  </a:lnTo>
                  <a:lnTo>
                    <a:pt x="746" y="1108"/>
                  </a:lnTo>
                  <a:lnTo>
                    <a:pt x="746" y="1108"/>
                  </a:lnTo>
                  <a:lnTo>
                    <a:pt x="746" y="1108"/>
                  </a:lnTo>
                  <a:lnTo>
                    <a:pt x="748" y="1108"/>
                  </a:lnTo>
                  <a:lnTo>
                    <a:pt x="750" y="1108"/>
                  </a:lnTo>
                  <a:lnTo>
                    <a:pt x="750" y="1108"/>
                  </a:lnTo>
                  <a:lnTo>
                    <a:pt x="753" y="1110"/>
                  </a:lnTo>
                  <a:lnTo>
                    <a:pt x="753" y="1110"/>
                  </a:lnTo>
                  <a:lnTo>
                    <a:pt x="755" y="1110"/>
                  </a:lnTo>
                  <a:lnTo>
                    <a:pt x="757" y="1113"/>
                  </a:lnTo>
                  <a:lnTo>
                    <a:pt x="760" y="1115"/>
                  </a:lnTo>
                  <a:lnTo>
                    <a:pt x="760" y="1115"/>
                  </a:lnTo>
                  <a:lnTo>
                    <a:pt x="760" y="1122"/>
                  </a:lnTo>
                  <a:lnTo>
                    <a:pt x="760" y="1125"/>
                  </a:lnTo>
                  <a:lnTo>
                    <a:pt x="760" y="1125"/>
                  </a:lnTo>
                  <a:lnTo>
                    <a:pt x="760" y="1127"/>
                  </a:lnTo>
                  <a:lnTo>
                    <a:pt x="762" y="1127"/>
                  </a:lnTo>
                  <a:lnTo>
                    <a:pt x="764" y="1127"/>
                  </a:lnTo>
                  <a:lnTo>
                    <a:pt x="764" y="1127"/>
                  </a:lnTo>
                  <a:lnTo>
                    <a:pt x="764" y="1129"/>
                  </a:lnTo>
                  <a:lnTo>
                    <a:pt x="764" y="1129"/>
                  </a:lnTo>
                  <a:lnTo>
                    <a:pt x="764" y="1134"/>
                  </a:lnTo>
                  <a:lnTo>
                    <a:pt x="764" y="1137"/>
                  </a:lnTo>
                  <a:lnTo>
                    <a:pt x="762" y="1139"/>
                  </a:lnTo>
                  <a:lnTo>
                    <a:pt x="762" y="1141"/>
                  </a:lnTo>
                  <a:lnTo>
                    <a:pt x="762" y="1144"/>
                  </a:lnTo>
                  <a:lnTo>
                    <a:pt x="762" y="1144"/>
                  </a:lnTo>
                  <a:lnTo>
                    <a:pt x="762" y="1146"/>
                  </a:lnTo>
                  <a:lnTo>
                    <a:pt x="760" y="1148"/>
                  </a:lnTo>
                  <a:lnTo>
                    <a:pt x="760" y="1148"/>
                  </a:lnTo>
                  <a:lnTo>
                    <a:pt x="760" y="1148"/>
                  </a:lnTo>
                  <a:lnTo>
                    <a:pt x="762" y="1151"/>
                  </a:lnTo>
                  <a:lnTo>
                    <a:pt x="762" y="1151"/>
                  </a:lnTo>
                  <a:lnTo>
                    <a:pt x="762" y="1151"/>
                  </a:lnTo>
                  <a:lnTo>
                    <a:pt x="762" y="1153"/>
                  </a:lnTo>
                  <a:lnTo>
                    <a:pt x="764" y="1153"/>
                  </a:lnTo>
                  <a:lnTo>
                    <a:pt x="764" y="1153"/>
                  </a:lnTo>
                  <a:lnTo>
                    <a:pt x="764" y="1153"/>
                  </a:lnTo>
                  <a:lnTo>
                    <a:pt x="767" y="1155"/>
                  </a:lnTo>
                  <a:lnTo>
                    <a:pt x="767" y="1158"/>
                  </a:lnTo>
                  <a:lnTo>
                    <a:pt x="769" y="1160"/>
                  </a:lnTo>
                  <a:lnTo>
                    <a:pt x="769" y="1163"/>
                  </a:lnTo>
                  <a:lnTo>
                    <a:pt x="769" y="1165"/>
                  </a:lnTo>
                  <a:lnTo>
                    <a:pt x="767" y="1170"/>
                  </a:lnTo>
                  <a:lnTo>
                    <a:pt x="767" y="1172"/>
                  </a:lnTo>
                  <a:lnTo>
                    <a:pt x="767" y="1172"/>
                  </a:lnTo>
                  <a:lnTo>
                    <a:pt x="767" y="1174"/>
                  </a:lnTo>
                  <a:lnTo>
                    <a:pt x="767" y="1174"/>
                  </a:lnTo>
                  <a:lnTo>
                    <a:pt x="769" y="1174"/>
                  </a:lnTo>
                  <a:lnTo>
                    <a:pt x="767" y="1177"/>
                  </a:lnTo>
                  <a:lnTo>
                    <a:pt x="764" y="1181"/>
                  </a:lnTo>
                  <a:lnTo>
                    <a:pt x="767" y="1184"/>
                  </a:lnTo>
                  <a:lnTo>
                    <a:pt x="769" y="1184"/>
                  </a:lnTo>
                  <a:lnTo>
                    <a:pt x="769" y="1186"/>
                  </a:lnTo>
                  <a:lnTo>
                    <a:pt x="772" y="1186"/>
                  </a:lnTo>
                  <a:lnTo>
                    <a:pt x="772" y="1186"/>
                  </a:lnTo>
                  <a:lnTo>
                    <a:pt x="772" y="1186"/>
                  </a:lnTo>
                  <a:lnTo>
                    <a:pt x="774" y="1186"/>
                  </a:lnTo>
                  <a:lnTo>
                    <a:pt x="774" y="1189"/>
                  </a:lnTo>
                  <a:lnTo>
                    <a:pt x="774" y="1191"/>
                  </a:lnTo>
                  <a:lnTo>
                    <a:pt x="774" y="1193"/>
                  </a:lnTo>
                  <a:lnTo>
                    <a:pt x="776" y="1193"/>
                  </a:lnTo>
                  <a:lnTo>
                    <a:pt x="779" y="1198"/>
                  </a:lnTo>
                  <a:lnTo>
                    <a:pt x="781" y="1198"/>
                  </a:lnTo>
                  <a:lnTo>
                    <a:pt x="783" y="1203"/>
                  </a:lnTo>
                  <a:lnTo>
                    <a:pt x="786" y="1205"/>
                  </a:lnTo>
                  <a:lnTo>
                    <a:pt x="788" y="1208"/>
                  </a:lnTo>
                  <a:lnTo>
                    <a:pt x="790" y="1210"/>
                  </a:lnTo>
                  <a:lnTo>
                    <a:pt x="790" y="1215"/>
                  </a:lnTo>
                  <a:lnTo>
                    <a:pt x="793" y="1219"/>
                  </a:lnTo>
                  <a:lnTo>
                    <a:pt x="798" y="1234"/>
                  </a:lnTo>
                  <a:lnTo>
                    <a:pt x="798" y="1236"/>
                  </a:lnTo>
                  <a:lnTo>
                    <a:pt x="798" y="1241"/>
                  </a:lnTo>
                  <a:lnTo>
                    <a:pt x="800" y="1245"/>
                  </a:lnTo>
                  <a:lnTo>
                    <a:pt x="802" y="1245"/>
                  </a:lnTo>
                  <a:lnTo>
                    <a:pt x="805" y="1245"/>
                  </a:lnTo>
                  <a:lnTo>
                    <a:pt x="807" y="1248"/>
                  </a:lnTo>
                  <a:lnTo>
                    <a:pt x="807" y="1252"/>
                  </a:lnTo>
                  <a:lnTo>
                    <a:pt x="807" y="1252"/>
                  </a:lnTo>
                  <a:lnTo>
                    <a:pt x="807" y="1255"/>
                  </a:lnTo>
                  <a:lnTo>
                    <a:pt x="807" y="1257"/>
                  </a:lnTo>
                  <a:lnTo>
                    <a:pt x="805" y="1257"/>
                  </a:lnTo>
                  <a:lnTo>
                    <a:pt x="807" y="1260"/>
                  </a:lnTo>
                  <a:lnTo>
                    <a:pt x="807" y="1262"/>
                  </a:lnTo>
                  <a:lnTo>
                    <a:pt x="809" y="1262"/>
                  </a:lnTo>
                  <a:lnTo>
                    <a:pt x="812" y="1262"/>
                  </a:lnTo>
                  <a:lnTo>
                    <a:pt x="814" y="1262"/>
                  </a:lnTo>
                  <a:lnTo>
                    <a:pt x="814" y="1262"/>
                  </a:lnTo>
                  <a:lnTo>
                    <a:pt x="816" y="1262"/>
                  </a:lnTo>
                  <a:lnTo>
                    <a:pt x="816" y="1262"/>
                  </a:lnTo>
                  <a:lnTo>
                    <a:pt x="816" y="1262"/>
                  </a:lnTo>
                  <a:lnTo>
                    <a:pt x="819" y="1262"/>
                  </a:lnTo>
                  <a:lnTo>
                    <a:pt x="821" y="1262"/>
                  </a:lnTo>
                  <a:lnTo>
                    <a:pt x="824" y="1262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31" y="1267"/>
                  </a:lnTo>
                  <a:lnTo>
                    <a:pt x="833" y="1264"/>
                  </a:lnTo>
                  <a:lnTo>
                    <a:pt x="833" y="1267"/>
                  </a:lnTo>
                  <a:lnTo>
                    <a:pt x="835" y="1267"/>
                  </a:lnTo>
                  <a:lnTo>
                    <a:pt x="835" y="1267"/>
                  </a:lnTo>
                  <a:lnTo>
                    <a:pt x="835" y="1264"/>
                  </a:lnTo>
                  <a:lnTo>
                    <a:pt x="835" y="1264"/>
                  </a:lnTo>
                  <a:lnTo>
                    <a:pt x="838" y="1267"/>
                  </a:lnTo>
                  <a:lnTo>
                    <a:pt x="838" y="1267"/>
                  </a:lnTo>
                  <a:lnTo>
                    <a:pt x="840" y="1264"/>
                  </a:lnTo>
                  <a:lnTo>
                    <a:pt x="840" y="1264"/>
                  </a:lnTo>
                  <a:lnTo>
                    <a:pt x="840" y="1267"/>
                  </a:lnTo>
                  <a:lnTo>
                    <a:pt x="842" y="1267"/>
                  </a:lnTo>
                  <a:lnTo>
                    <a:pt x="847" y="1269"/>
                  </a:lnTo>
                  <a:lnTo>
                    <a:pt x="847" y="1271"/>
                  </a:lnTo>
                  <a:lnTo>
                    <a:pt x="847" y="1274"/>
                  </a:lnTo>
                  <a:lnTo>
                    <a:pt x="850" y="1274"/>
                  </a:lnTo>
                  <a:lnTo>
                    <a:pt x="850" y="1274"/>
                  </a:lnTo>
                  <a:lnTo>
                    <a:pt x="852" y="1274"/>
                  </a:lnTo>
                  <a:lnTo>
                    <a:pt x="852" y="1276"/>
                  </a:lnTo>
                  <a:lnTo>
                    <a:pt x="852" y="1276"/>
                  </a:lnTo>
                  <a:lnTo>
                    <a:pt x="852" y="1279"/>
                  </a:lnTo>
                  <a:lnTo>
                    <a:pt x="852" y="1279"/>
                  </a:lnTo>
                  <a:lnTo>
                    <a:pt x="854" y="1279"/>
                  </a:lnTo>
                  <a:lnTo>
                    <a:pt x="857" y="1281"/>
                  </a:lnTo>
                  <a:lnTo>
                    <a:pt x="857" y="1281"/>
                  </a:lnTo>
                  <a:lnTo>
                    <a:pt x="859" y="1281"/>
                  </a:lnTo>
                  <a:lnTo>
                    <a:pt x="864" y="1279"/>
                  </a:lnTo>
                  <a:lnTo>
                    <a:pt x="869" y="1281"/>
                  </a:lnTo>
                  <a:lnTo>
                    <a:pt x="871" y="1281"/>
                  </a:lnTo>
                  <a:lnTo>
                    <a:pt x="876" y="1283"/>
                  </a:lnTo>
                  <a:lnTo>
                    <a:pt x="878" y="1286"/>
                  </a:lnTo>
                  <a:lnTo>
                    <a:pt x="878" y="1283"/>
                  </a:lnTo>
                  <a:lnTo>
                    <a:pt x="878" y="1283"/>
                  </a:lnTo>
                  <a:lnTo>
                    <a:pt x="883" y="1283"/>
                  </a:lnTo>
                  <a:lnTo>
                    <a:pt x="885" y="1286"/>
                  </a:lnTo>
                  <a:lnTo>
                    <a:pt x="890" y="1286"/>
                  </a:lnTo>
                  <a:lnTo>
                    <a:pt x="887" y="1288"/>
                  </a:lnTo>
                  <a:lnTo>
                    <a:pt x="887" y="1290"/>
                  </a:lnTo>
                  <a:lnTo>
                    <a:pt x="890" y="1290"/>
                  </a:lnTo>
                  <a:lnTo>
                    <a:pt x="892" y="1290"/>
                  </a:lnTo>
                  <a:lnTo>
                    <a:pt x="892" y="1293"/>
                  </a:lnTo>
                  <a:lnTo>
                    <a:pt x="895" y="1295"/>
                  </a:lnTo>
                  <a:lnTo>
                    <a:pt x="897" y="1297"/>
                  </a:lnTo>
                  <a:lnTo>
                    <a:pt x="906" y="1300"/>
                  </a:lnTo>
                  <a:lnTo>
                    <a:pt x="909" y="1302"/>
                  </a:lnTo>
                  <a:lnTo>
                    <a:pt x="913" y="1302"/>
                  </a:lnTo>
                  <a:lnTo>
                    <a:pt x="918" y="1300"/>
                  </a:lnTo>
                  <a:lnTo>
                    <a:pt x="921" y="1302"/>
                  </a:lnTo>
                  <a:lnTo>
                    <a:pt x="923" y="1305"/>
                  </a:lnTo>
                  <a:lnTo>
                    <a:pt x="923" y="1305"/>
                  </a:lnTo>
                  <a:lnTo>
                    <a:pt x="925" y="1305"/>
                  </a:lnTo>
                  <a:lnTo>
                    <a:pt x="930" y="1302"/>
                  </a:lnTo>
                  <a:lnTo>
                    <a:pt x="930" y="1302"/>
                  </a:lnTo>
                  <a:lnTo>
                    <a:pt x="937" y="1302"/>
                  </a:lnTo>
                  <a:lnTo>
                    <a:pt x="944" y="1302"/>
                  </a:lnTo>
                  <a:lnTo>
                    <a:pt x="954" y="1302"/>
                  </a:lnTo>
                  <a:lnTo>
                    <a:pt x="956" y="1302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968" y="1305"/>
                  </a:lnTo>
                  <a:lnTo>
                    <a:pt x="968" y="1305"/>
                  </a:lnTo>
                  <a:lnTo>
                    <a:pt x="970" y="1307"/>
                  </a:lnTo>
                  <a:lnTo>
                    <a:pt x="973" y="1307"/>
                  </a:lnTo>
                  <a:lnTo>
                    <a:pt x="975" y="1309"/>
                  </a:lnTo>
                  <a:lnTo>
                    <a:pt x="975" y="1312"/>
                  </a:lnTo>
                  <a:lnTo>
                    <a:pt x="977" y="1314"/>
                  </a:lnTo>
                  <a:lnTo>
                    <a:pt x="980" y="1314"/>
                  </a:lnTo>
                  <a:lnTo>
                    <a:pt x="984" y="1319"/>
                  </a:lnTo>
                  <a:lnTo>
                    <a:pt x="987" y="1321"/>
                  </a:lnTo>
                  <a:lnTo>
                    <a:pt x="989" y="1321"/>
                  </a:lnTo>
                  <a:lnTo>
                    <a:pt x="992" y="1321"/>
                  </a:lnTo>
                  <a:lnTo>
                    <a:pt x="994" y="1321"/>
                  </a:lnTo>
                  <a:lnTo>
                    <a:pt x="994" y="1323"/>
                  </a:lnTo>
                  <a:lnTo>
                    <a:pt x="994" y="1326"/>
                  </a:lnTo>
                  <a:lnTo>
                    <a:pt x="996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999" y="1326"/>
                  </a:lnTo>
                  <a:lnTo>
                    <a:pt x="1001" y="1326"/>
                  </a:lnTo>
                  <a:lnTo>
                    <a:pt x="1001" y="1326"/>
                  </a:lnTo>
                  <a:lnTo>
                    <a:pt x="1001" y="1328"/>
                  </a:lnTo>
                  <a:lnTo>
                    <a:pt x="1003" y="1328"/>
                  </a:lnTo>
                  <a:lnTo>
                    <a:pt x="1006" y="1326"/>
                  </a:lnTo>
                  <a:lnTo>
                    <a:pt x="1006" y="1323"/>
                  </a:lnTo>
                  <a:lnTo>
                    <a:pt x="1003" y="1321"/>
                  </a:lnTo>
                  <a:lnTo>
                    <a:pt x="1003" y="1319"/>
                  </a:lnTo>
                  <a:lnTo>
                    <a:pt x="1003" y="1319"/>
                  </a:lnTo>
                  <a:lnTo>
                    <a:pt x="1003" y="1319"/>
                  </a:lnTo>
                  <a:lnTo>
                    <a:pt x="1006" y="1316"/>
                  </a:lnTo>
                  <a:lnTo>
                    <a:pt x="1008" y="1319"/>
                  </a:lnTo>
                  <a:lnTo>
                    <a:pt x="1010" y="1316"/>
                  </a:lnTo>
                  <a:lnTo>
                    <a:pt x="1013" y="1316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3" y="1314"/>
                  </a:lnTo>
                  <a:lnTo>
                    <a:pt x="1015" y="1312"/>
                  </a:lnTo>
                  <a:lnTo>
                    <a:pt x="1020" y="1314"/>
                  </a:lnTo>
                  <a:lnTo>
                    <a:pt x="1027" y="1312"/>
                  </a:lnTo>
                  <a:lnTo>
                    <a:pt x="1027" y="1312"/>
                  </a:lnTo>
                  <a:lnTo>
                    <a:pt x="1027" y="1305"/>
                  </a:lnTo>
                  <a:lnTo>
                    <a:pt x="1027" y="1302"/>
                  </a:lnTo>
                  <a:lnTo>
                    <a:pt x="1027" y="1297"/>
                  </a:lnTo>
                  <a:lnTo>
                    <a:pt x="1025" y="1297"/>
                  </a:lnTo>
                  <a:lnTo>
                    <a:pt x="1022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5"/>
                  </a:lnTo>
                  <a:lnTo>
                    <a:pt x="1022" y="1307"/>
                  </a:lnTo>
                  <a:lnTo>
                    <a:pt x="1020" y="1307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8" y="1309"/>
                  </a:lnTo>
                  <a:lnTo>
                    <a:pt x="1015" y="1309"/>
                  </a:lnTo>
                  <a:lnTo>
                    <a:pt x="1015" y="1309"/>
                  </a:lnTo>
                  <a:lnTo>
                    <a:pt x="1015" y="1309"/>
                  </a:lnTo>
                  <a:lnTo>
                    <a:pt x="1015" y="1307"/>
                  </a:lnTo>
                  <a:lnTo>
                    <a:pt x="1015" y="1305"/>
                  </a:lnTo>
                  <a:lnTo>
                    <a:pt x="1015" y="1302"/>
                  </a:lnTo>
                  <a:lnTo>
                    <a:pt x="1015" y="1300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297"/>
                  </a:lnTo>
                  <a:lnTo>
                    <a:pt x="1020" y="1297"/>
                  </a:lnTo>
                  <a:lnTo>
                    <a:pt x="1018" y="1295"/>
                  </a:lnTo>
                  <a:lnTo>
                    <a:pt x="1018" y="1295"/>
                  </a:lnTo>
                  <a:lnTo>
                    <a:pt x="1013" y="1295"/>
                  </a:lnTo>
                  <a:lnTo>
                    <a:pt x="1013" y="1295"/>
                  </a:lnTo>
                  <a:lnTo>
                    <a:pt x="1010" y="1295"/>
                  </a:lnTo>
                  <a:lnTo>
                    <a:pt x="1010" y="1295"/>
                  </a:lnTo>
                  <a:lnTo>
                    <a:pt x="1010" y="1295"/>
                  </a:lnTo>
                  <a:lnTo>
                    <a:pt x="1008" y="1293"/>
                  </a:lnTo>
                  <a:lnTo>
                    <a:pt x="1008" y="1290"/>
                  </a:lnTo>
                  <a:lnTo>
                    <a:pt x="1008" y="1286"/>
                  </a:lnTo>
                  <a:lnTo>
                    <a:pt x="1008" y="1283"/>
                  </a:lnTo>
                  <a:lnTo>
                    <a:pt x="1006" y="1281"/>
                  </a:lnTo>
                  <a:lnTo>
                    <a:pt x="1006" y="1281"/>
                  </a:lnTo>
                  <a:lnTo>
                    <a:pt x="1006" y="1279"/>
                  </a:lnTo>
                  <a:lnTo>
                    <a:pt x="1006" y="1276"/>
                  </a:lnTo>
                  <a:lnTo>
                    <a:pt x="1006" y="1276"/>
                  </a:lnTo>
                  <a:lnTo>
                    <a:pt x="1008" y="1276"/>
                  </a:lnTo>
                  <a:lnTo>
                    <a:pt x="1006" y="1274"/>
                  </a:lnTo>
                  <a:lnTo>
                    <a:pt x="1006" y="1274"/>
                  </a:lnTo>
                  <a:lnTo>
                    <a:pt x="1006" y="1274"/>
                  </a:lnTo>
                  <a:lnTo>
                    <a:pt x="1003" y="1274"/>
                  </a:lnTo>
                  <a:lnTo>
                    <a:pt x="1003" y="1274"/>
                  </a:lnTo>
                  <a:lnTo>
                    <a:pt x="1001" y="1274"/>
                  </a:lnTo>
                  <a:lnTo>
                    <a:pt x="1001" y="1271"/>
                  </a:lnTo>
                  <a:lnTo>
                    <a:pt x="1003" y="1267"/>
                  </a:lnTo>
                  <a:lnTo>
                    <a:pt x="1003" y="1267"/>
                  </a:lnTo>
                  <a:lnTo>
                    <a:pt x="1003" y="1267"/>
                  </a:lnTo>
                  <a:lnTo>
                    <a:pt x="1003" y="1264"/>
                  </a:lnTo>
                  <a:lnTo>
                    <a:pt x="1003" y="1264"/>
                  </a:lnTo>
                  <a:lnTo>
                    <a:pt x="1003" y="1264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1001" y="1267"/>
                  </a:lnTo>
                  <a:lnTo>
                    <a:pt x="999" y="1267"/>
                  </a:lnTo>
                  <a:lnTo>
                    <a:pt x="1001" y="1264"/>
                  </a:lnTo>
                  <a:lnTo>
                    <a:pt x="1001" y="1262"/>
                  </a:lnTo>
                  <a:lnTo>
                    <a:pt x="1001" y="1262"/>
                  </a:lnTo>
                  <a:lnTo>
                    <a:pt x="999" y="1262"/>
                  </a:lnTo>
                  <a:lnTo>
                    <a:pt x="996" y="1262"/>
                  </a:lnTo>
                  <a:lnTo>
                    <a:pt x="996" y="1260"/>
                  </a:lnTo>
                  <a:lnTo>
                    <a:pt x="996" y="1257"/>
                  </a:lnTo>
                  <a:lnTo>
                    <a:pt x="996" y="1257"/>
                  </a:lnTo>
                  <a:lnTo>
                    <a:pt x="994" y="1257"/>
                  </a:lnTo>
                  <a:lnTo>
                    <a:pt x="992" y="1257"/>
                  </a:lnTo>
                  <a:lnTo>
                    <a:pt x="992" y="1257"/>
                  </a:lnTo>
                  <a:lnTo>
                    <a:pt x="992" y="1255"/>
                  </a:lnTo>
                  <a:lnTo>
                    <a:pt x="992" y="1252"/>
                  </a:lnTo>
                  <a:lnTo>
                    <a:pt x="992" y="1250"/>
                  </a:lnTo>
                  <a:lnTo>
                    <a:pt x="992" y="1248"/>
                  </a:lnTo>
                  <a:lnTo>
                    <a:pt x="989" y="1248"/>
                  </a:lnTo>
                  <a:lnTo>
                    <a:pt x="992" y="1245"/>
                  </a:lnTo>
                  <a:lnTo>
                    <a:pt x="994" y="1245"/>
                  </a:lnTo>
                  <a:lnTo>
                    <a:pt x="994" y="1243"/>
                  </a:lnTo>
                  <a:lnTo>
                    <a:pt x="994" y="1245"/>
                  </a:lnTo>
                  <a:lnTo>
                    <a:pt x="994" y="1245"/>
                  </a:lnTo>
                  <a:lnTo>
                    <a:pt x="994" y="1245"/>
                  </a:lnTo>
                  <a:lnTo>
                    <a:pt x="994" y="1243"/>
                  </a:lnTo>
                  <a:lnTo>
                    <a:pt x="992" y="1234"/>
                  </a:lnTo>
                  <a:lnTo>
                    <a:pt x="989" y="1226"/>
                  </a:lnTo>
                  <a:lnTo>
                    <a:pt x="987" y="1217"/>
                  </a:lnTo>
                  <a:lnTo>
                    <a:pt x="987" y="1212"/>
                  </a:lnTo>
                  <a:lnTo>
                    <a:pt x="987" y="1210"/>
                  </a:lnTo>
                  <a:lnTo>
                    <a:pt x="984" y="1208"/>
                  </a:lnTo>
                  <a:lnTo>
                    <a:pt x="984" y="1208"/>
                  </a:lnTo>
                  <a:lnTo>
                    <a:pt x="982" y="1208"/>
                  </a:lnTo>
                  <a:lnTo>
                    <a:pt x="980" y="1208"/>
                  </a:lnTo>
                  <a:lnTo>
                    <a:pt x="980" y="1208"/>
                  </a:lnTo>
                  <a:lnTo>
                    <a:pt x="977" y="1205"/>
                  </a:lnTo>
                  <a:lnTo>
                    <a:pt x="977" y="1203"/>
                  </a:lnTo>
                  <a:lnTo>
                    <a:pt x="977" y="1200"/>
                  </a:lnTo>
                  <a:lnTo>
                    <a:pt x="977" y="1198"/>
                  </a:lnTo>
                  <a:lnTo>
                    <a:pt x="980" y="1198"/>
                  </a:lnTo>
                  <a:lnTo>
                    <a:pt x="980" y="1198"/>
                  </a:lnTo>
                  <a:lnTo>
                    <a:pt x="984" y="1203"/>
                  </a:lnTo>
                  <a:lnTo>
                    <a:pt x="987" y="1200"/>
                  </a:lnTo>
                  <a:lnTo>
                    <a:pt x="984" y="1198"/>
                  </a:lnTo>
                  <a:lnTo>
                    <a:pt x="980" y="1196"/>
                  </a:lnTo>
                  <a:lnTo>
                    <a:pt x="980" y="1196"/>
                  </a:lnTo>
                  <a:lnTo>
                    <a:pt x="977" y="1193"/>
                  </a:lnTo>
                  <a:lnTo>
                    <a:pt x="977" y="1191"/>
                  </a:lnTo>
                  <a:lnTo>
                    <a:pt x="977" y="1186"/>
                  </a:lnTo>
                  <a:lnTo>
                    <a:pt x="977" y="1184"/>
                  </a:lnTo>
                  <a:lnTo>
                    <a:pt x="980" y="1184"/>
                  </a:lnTo>
                  <a:lnTo>
                    <a:pt x="984" y="1184"/>
                  </a:lnTo>
                  <a:lnTo>
                    <a:pt x="987" y="1181"/>
                  </a:lnTo>
                  <a:lnTo>
                    <a:pt x="987" y="1179"/>
                  </a:lnTo>
                  <a:lnTo>
                    <a:pt x="984" y="1177"/>
                  </a:lnTo>
                  <a:lnTo>
                    <a:pt x="987" y="1174"/>
                  </a:lnTo>
                  <a:lnTo>
                    <a:pt x="984" y="1174"/>
                  </a:lnTo>
                  <a:lnTo>
                    <a:pt x="984" y="1172"/>
                  </a:lnTo>
                  <a:lnTo>
                    <a:pt x="984" y="1172"/>
                  </a:lnTo>
                  <a:lnTo>
                    <a:pt x="987" y="1172"/>
                  </a:lnTo>
                  <a:lnTo>
                    <a:pt x="987" y="1170"/>
                  </a:lnTo>
                  <a:lnTo>
                    <a:pt x="989" y="1170"/>
                  </a:lnTo>
                  <a:lnTo>
                    <a:pt x="989" y="1167"/>
                  </a:lnTo>
                  <a:lnTo>
                    <a:pt x="989" y="1167"/>
                  </a:lnTo>
                  <a:lnTo>
                    <a:pt x="989" y="1165"/>
                  </a:lnTo>
                  <a:lnTo>
                    <a:pt x="989" y="1163"/>
                  </a:lnTo>
                  <a:lnTo>
                    <a:pt x="989" y="1163"/>
                  </a:lnTo>
                  <a:lnTo>
                    <a:pt x="989" y="1160"/>
                  </a:lnTo>
                  <a:lnTo>
                    <a:pt x="989" y="1158"/>
                  </a:lnTo>
                  <a:lnTo>
                    <a:pt x="989" y="1155"/>
                  </a:lnTo>
                  <a:lnTo>
                    <a:pt x="989" y="1155"/>
                  </a:lnTo>
                  <a:lnTo>
                    <a:pt x="992" y="1155"/>
                  </a:lnTo>
                  <a:lnTo>
                    <a:pt x="992" y="1153"/>
                  </a:lnTo>
                  <a:lnTo>
                    <a:pt x="992" y="1151"/>
                  </a:lnTo>
                  <a:lnTo>
                    <a:pt x="992" y="1151"/>
                  </a:lnTo>
                  <a:lnTo>
                    <a:pt x="984" y="1153"/>
                  </a:lnTo>
                  <a:lnTo>
                    <a:pt x="982" y="1153"/>
                  </a:lnTo>
                  <a:lnTo>
                    <a:pt x="980" y="1155"/>
                  </a:lnTo>
                  <a:lnTo>
                    <a:pt x="977" y="1155"/>
                  </a:lnTo>
                  <a:lnTo>
                    <a:pt x="970" y="1153"/>
                  </a:lnTo>
                  <a:lnTo>
                    <a:pt x="968" y="1153"/>
                  </a:lnTo>
                  <a:lnTo>
                    <a:pt x="968" y="1151"/>
                  </a:lnTo>
                  <a:lnTo>
                    <a:pt x="965" y="1151"/>
                  </a:lnTo>
                  <a:lnTo>
                    <a:pt x="963" y="1151"/>
                  </a:lnTo>
                  <a:lnTo>
                    <a:pt x="956" y="1151"/>
                  </a:lnTo>
                  <a:lnTo>
                    <a:pt x="954" y="1151"/>
                  </a:lnTo>
                  <a:lnTo>
                    <a:pt x="954" y="1148"/>
                  </a:lnTo>
                  <a:lnTo>
                    <a:pt x="956" y="1148"/>
                  </a:lnTo>
                  <a:lnTo>
                    <a:pt x="958" y="1148"/>
                  </a:lnTo>
                  <a:lnTo>
                    <a:pt x="961" y="1148"/>
                  </a:lnTo>
                  <a:lnTo>
                    <a:pt x="963" y="1148"/>
                  </a:lnTo>
                  <a:lnTo>
                    <a:pt x="965" y="1146"/>
                  </a:lnTo>
                  <a:lnTo>
                    <a:pt x="963" y="1146"/>
                  </a:lnTo>
                  <a:lnTo>
                    <a:pt x="963" y="1144"/>
                  </a:lnTo>
                  <a:lnTo>
                    <a:pt x="961" y="1146"/>
                  </a:lnTo>
                  <a:lnTo>
                    <a:pt x="961" y="1146"/>
                  </a:lnTo>
                  <a:lnTo>
                    <a:pt x="961" y="1146"/>
                  </a:lnTo>
                  <a:lnTo>
                    <a:pt x="961" y="1144"/>
                  </a:lnTo>
                  <a:lnTo>
                    <a:pt x="963" y="1144"/>
                  </a:lnTo>
                  <a:lnTo>
                    <a:pt x="961" y="1141"/>
                  </a:lnTo>
                  <a:lnTo>
                    <a:pt x="956" y="1137"/>
                  </a:lnTo>
                  <a:lnTo>
                    <a:pt x="958" y="1137"/>
                  </a:lnTo>
                  <a:lnTo>
                    <a:pt x="956" y="1134"/>
                  </a:lnTo>
                  <a:lnTo>
                    <a:pt x="954" y="1129"/>
                  </a:lnTo>
                  <a:lnTo>
                    <a:pt x="954" y="1127"/>
                  </a:lnTo>
                  <a:lnTo>
                    <a:pt x="956" y="1129"/>
                  </a:lnTo>
                  <a:lnTo>
                    <a:pt x="958" y="1132"/>
                  </a:lnTo>
                  <a:lnTo>
                    <a:pt x="968" y="1144"/>
                  </a:lnTo>
                  <a:lnTo>
                    <a:pt x="968" y="1146"/>
                  </a:lnTo>
                  <a:lnTo>
                    <a:pt x="968" y="1146"/>
                  </a:lnTo>
                  <a:lnTo>
                    <a:pt x="968" y="1148"/>
                  </a:lnTo>
                  <a:lnTo>
                    <a:pt x="970" y="1148"/>
                  </a:lnTo>
                  <a:lnTo>
                    <a:pt x="973" y="1148"/>
                  </a:lnTo>
                  <a:lnTo>
                    <a:pt x="973" y="1146"/>
                  </a:lnTo>
                  <a:lnTo>
                    <a:pt x="973" y="1146"/>
                  </a:lnTo>
                  <a:lnTo>
                    <a:pt x="973" y="1146"/>
                  </a:lnTo>
                  <a:lnTo>
                    <a:pt x="975" y="1141"/>
                  </a:lnTo>
                  <a:lnTo>
                    <a:pt x="975" y="1141"/>
                  </a:lnTo>
                  <a:lnTo>
                    <a:pt x="975" y="1144"/>
                  </a:lnTo>
                  <a:lnTo>
                    <a:pt x="977" y="1141"/>
                  </a:lnTo>
                  <a:lnTo>
                    <a:pt x="977" y="1141"/>
                  </a:lnTo>
                  <a:lnTo>
                    <a:pt x="980" y="1141"/>
                  </a:lnTo>
                  <a:lnTo>
                    <a:pt x="980" y="1139"/>
                  </a:lnTo>
                  <a:lnTo>
                    <a:pt x="980" y="1139"/>
                  </a:lnTo>
                  <a:lnTo>
                    <a:pt x="982" y="1137"/>
                  </a:lnTo>
                  <a:lnTo>
                    <a:pt x="984" y="1134"/>
                  </a:lnTo>
                  <a:lnTo>
                    <a:pt x="984" y="1137"/>
                  </a:lnTo>
                  <a:lnTo>
                    <a:pt x="984" y="1139"/>
                  </a:lnTo>
                  <a:lnTo>
                    <a:pt x="984" y="1141"/>
                  </a:lnTo>
                  <a:lnTo>
                    <a:pt x="984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1"/>
                  </a:lnTo>
                  <a:lnTo>
                    <a:pt x="987" y="1144"/>
                  </a:lnTo>
                  <a:lnTo>
                    <a:pt x="987" y="1144"/>
                  </a:lnTo>
                  <a:lnTo>
                    <a:pt x="984" y="1144"/>
                  </a:lnTo>
                  <a:lnTo>
                    <a:pt x="982" y="1144"/>
                  </a:lnTo>
                  <a:lnTo>
                    <a:pt x="982" y="1144"/>
                  </a:lnTo>
                  <a:lnTo>
                    <a:pt x="982" y="1144"/>
                  </a:lnTo>
                  <a:lnTo>
                    <a:pt x="984" y="1144"/>
                  </a:lnTo>
                  <a:lnTo>
                    <a:pt x="984" y="1146"/>
                  </a:lnTo>
                  <a:lnTo>
                    <a:pt x="982" y="1146"/>
                  </a:lnTo>
                  <a:lnTo>
                    <a:pt x="980" y="1148"/>
                  </a:lnTo>
                  <a:lnTo>
                    <a:pt x="982" y="1151"/>
                  </a:lnTo>
                  <a:lnTo>
                    <a:pt x="982" y="1151"/>
                  </a:lnTo>
                  <a:lnTo>
                    <a:pt x="984" y="1146"/>
                  </a:lnTo>
                  <a:lnTo>
                    <a:pt x="992" y="1144"/>
                  </a:lnTo>
                  <a:lnTo>
                    <a:pt x="994" y="1144"/>
                  </a:lnTo>
                  <a:lnTo>
                    <a:pt x="994" y="1139"/>
                  </a:lnTo>
                  <a:lnTo>
                    <a:pt x="999" y="1127"/>
                  </a:lnTo>
                  <a:lnTo>
                    <a:pt x="999" y="1125"/>
                  </a:lnTo>
                  <a:lnTo>
                    <a:pt x="999" y="1125"/>
                  </a:lnTo>
                  <a:lnTo>
                    <a:pt x="1001" y="1122"/>
                  </a:lnTo>
                  <a:lnTo>
                    <a:pt x="1001" y="1115"/>
                  </a:lnTo>
                  <a:lnTo>
                    <a:pt x="1006" y="1110"/>
                  </a:lnTo>
                  <a:lnTo>
                    <a:pt x="1006" y="1108"/>
                  </a:lnTo>
                  <a:lnTo>
                    <a:pt x="1006" y="1106"/>
                  </a:lnTo>
                  <a:lnTo>
                    <a:pt x="1006" y="1103"/>
                  </a:lnTo>
                  <a:lnTo>
                    <a:pt x="1006" y="1103"/>
                  </a:lnTo>
                  <a:lnTo>
                    <a:pt x="1008" y="1101"/>
                  </a:lnTo>
                  <a:lnTo>
                    <a:pt x="1008" y="1099"/>
                  </a:lnTo>
                  <a:lnTo>
                    <a:pt x="1008" y="1099"/>
                  </a:lnTo>
                  <a:lnTo>
                    <a:pt x="1008" y="1096"/>
                  </a:lnTo>
                  <a:lnTo>
                    <a:pt x="999" y="1092"/>
                  </a:lnTo>
                  <a:lnTo>
                    <a:pt x="996" y="1092"/>
                  </a:lnTo>
                  <a:lnTo>
                    <a:pt x="994" y="1087"/>
                  </a:lnTo>
                  <a:lnTo>
                    <a:pt x="994" y="1087"/>
                  </a:lnTo>
                  <a:lnTo>
                    <a:pt x="994" y="1084"/>
                  </a:lnTo>
                  <a:lnTo>
                    <a:pt x="994" y="1082"/>
                  </a:lnTo>
                  <a:lnTo>
                    <a:pt x="994" y="1080"/>
                  </a:lnTo>
                  <a:lnTo>
                    <a:pt x="994" y="1080"/>
                  </a:lnTo>
                  <a:lnTo>
                    <a:pt x="992" y="1082"/>
                  </a:lnTo>
                  <a:lnTo>
                    <a:pt x="992" y="1082"/>
                  </a:lnTo>
                  <a:lnTo>
                    <a:pt x="989" y="1080"/>
                  </a:lnTo>
                  <a:lnTo>
                    <a:pt x="987" y="1082"/>
                  </a:lnTo>
                  <a:lnTo>
                    <a:pt x="984" y="1080"/>
                  </a:lnTo>
                  <a:lnTo>
                    <a:pt x="982" y="1080"/>
                  </a:lnTo>
                  <a:lnTo>
                    <a:pt x="980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5"/>
                  </a:lnTo>
                  <a:lnTo>
                    <a:pt x="982" y="1077"/>
                  </a:lnTo>
                  <a:lnTo>
                    <a:pt x="984" y="1077"/>
                  </a:lnTo>
                  <a:lnTo>
                    <a:pt x="984" y="1077"/>
                  </a:lnTo>
                  <a:lnTo>
                    <a:pt x="984" y="1077"/>
                  </a:lnTo>
                  <a:lnTo>
                    <a:pt x="987" y="1077"/>
                  </a:lnTo>
                  <a:lnTo>
                    <a:pt x="987" y="1077"/>
                  </a:lnTo>
                  <a:lnTo>
                    <a:pt x="987" y="1077"/>
                  </a:lnTo>
                  <a:lnTo>
                    <a:pt x="987" y="1075"/>
                  </a:lnTo>
                  <a:lnTo>
                    <a:pt x="989" y="1075"/>
                  </a:lnTo>
                  <a:lnTo>
                    <a:pt x="996" y="1075"/>
                  </a:lnTo>
                  <a:lnTo>
                    <a:pt x="999" y="1075"/>
                  </a:lnTo>
                  <a:lnTo>
                    <a:pt x="999" y="1075"/>
                  </a:lnTo>
                  <a:lnTo>
                    <a:pt x="999" y="1077"/>
                  </a:lnTo>
                  <a:lnTo>
                    <a:pt x="999" y="1077"/>
                  </a:lnTo>
                  <a:lnTo>
                    <a:pt x="999" y="1077"/>
                  </a:lnTo>
                  <a:lnTo>
                    <a:pt x="1001" y="1077"/>
                  </a:lnTo>
                  <a:lnTo>
                    <a:pt x="1006" y="1075"/>
                  </a:lnTo>
                  <a:lnTo>
                    <a:pt x="1008" y="1075"/>
                  </a:lnTo>
                  <a:lnTo>
                    <a:pt x="1010" y="1075"/>
                  </a:lnTo>
                  <a:lnTo>
                    <a:pt x="1010" y="1077"/>
                  </a:lnTo>
                  <a:lnTo>
                    <a:pt x="1013" y="1077"/>
                  </a:lnTo>
                  <a:lnTo>
                    <a:pt x="1013" y="1080"/>
                  </a:lnTo>
                  <a:lnTo>
                    <a:pt x="1010" y="1080"/>
                  </a:lnTo>
                  <a:lnTo>
                    <a:pt x="1010" y="1082"/>
                  </a:lnTo>
                  <a:lnTo>
                    <a:pt x="1015" y="1082"/>
                  </a:lnTo>
                  <a:lnTo>
                    <a:pt x="1018" y="1080"/>
                  </a:lnTo>
                  <a:lnTo>
                    <a:pt x="1025" y="1068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29" y="1061"/>
                  </a:lnTo>
                  <a:lnTo>
                    <a:pt x="1032" y="1056"/>
                  </a:lnTo>
                  <a:lnTo>
                    <a:pt x="1032" y="1056"/>
                  </a:lnTo>
                  <a:lnTo>
                    <a:pt x="1034" y="1054"/>
                  </a:lnTo>
                  <a:lnTo>
                    <a:pt x="1034" y="1054"/>
                  </a:lnTo>
                  <a:lnTo>
                    <a:pt x="1034" y="1054"/>
                  </a:lnTo>
                  <a:lnTo>
                    <a:pt x="1034" y="1051"/>
                  </a:lnTo>
                  <a:lnTo>
                    <a:pt x="1034" y="1047"/>
                  </a:lnTo>
                  <a:lnTo>
                    <a:pt x="1034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4"/>
                  </a:lnTo>
                  <a:lnTo>
                    <a:pt x="1032" y="1047"/>
                  </a:lnTo>
                  <a:lnTo>
                    <a:pt x="1029" y="1049"/>
                  </a:lnTo>
                  <a:lnTo>
                    <a:pt x="1025" y="1051"/>
                  </a:lnTo>
                  <a:lnTo>
                    <a:pt x="1025" y="1051"/>
                  </a:lnTo>
                  <a:lnTo>
                    <a:pt x="1025" y="1054"/>
                  </a:lnTo>
                  <a:lnTo>
                    <a:pt x="1022" y="1056"/>
                  </a:lnTo>
                  <a:lnTo>
                    <a:pt x="1022" y="1056"/>
                  </a:lnTo>
                  <a:lnTo>
                    <a:pt x="1022" y="1058"/>
                  </a:lnTo>
                  <a:lnTo>
                    <a:pt x="1020" y="1058"/>
                  </a:lnTo>
                  <a:lnTo>
                    <a:pt x="1020" y="1058"/>
                  </a:lnTo>
                  <a:lnTo>
                    <a:pt x="1020" y="1056"/>
                  </a:lnTo>
                  <a:lnTo>
                    <a:pt x="1020" y="1056"/>
                  </a:lnTo>
                  <a:lnTo>
                    <a:pt x="1020" y="1054"/>
                  </a:lnTo>
                  <a:lnTo>
                    <a:pt x="1018" y="1051"/>
                  </a:lnTo>
                  <a:lnTo>
                    <a:pt x="1015" y="1051"/>
                  </a:lnTo>
                  <a:lnTo>
                    <a:pt x="1013" y="1051"/>
                  </a:lnTo>
                  <a:lnTo>
                    <a:pt x="1013" y="1051"/>
                  </a:lnTo>
                  <a:lnTo>
                    <a:pt x="1015" y="1047"/>
                  </a:lnTo>
                  <a:lnTo>
                    <a:pt x="1020" y="1042"/>
                  </a:lnTo>
                  <a:lnTo>
                    <a:pt x="1018" y="1042"/>
                  </a:lnTo>
                  <a:lnTo>
                    <a:pt x="1018" y="1042"/>
                  </a:lnTo>
                  <a:lnTo>
                    <a:pt x="1018" y="1039"/>
                  </a:lnTo>
                  <a:lnTo>
                    <a:pt x="1018" y="1039"/>
                  </a:lnTo>
                  <a:lnTo>
                    <a:pt x="1020" y="1039"/>
                  </a:lnTo>
                  <a:lnTo>
                    <a:pt x="1020" y="1039"/>
                  </a:lnTo>
                  <a:lnTo>
                    <a:pt x="1022" y="1039"/>
                  </a:lnTo>
                  <a:lnTo>
                    <a:pt x="1020" y="1042"/>
                  </a:lnTo>
                  <a:lnTo>
                    <a:pt x="1025" y="1039"/>
                  </a:lnTo>
                  <a:lnTo>
                    <a:pt x="1029" y="1037"/>
                  </a:lnTo>
                  <a:lnTo>
                    <a:pt x="1032" y="1035"/>
                  </a:lnTo>
                  <a:lnTo>
                    <a:pt x="1034" y="1032"/>
                  </a:lnTo>
                  <a:lnTo>
                    <a:pt x="1034" y="1032"/>
                  </a:lnTo>
                  <a:lnTo>
                    <a:pt x="1034" y="1035"/>
                  </a:lnTo>
                  <a:lnTo>
                    <a:pt x="1034" y="1039"/>
                  </a:lnTo>
                  <a:lnTo>
                    <a:pt x="1036" y="1039"/>
                  </a:lnTo>
                  <a:lnTo>
                    <a:pt x="1034" y="1039"/>
                  </a:lnTo>
                  <a:lnTo>
                    <a:pt x="1034" y="1042"/>
                  </a:lnTo>
                  <a:lnTo>
                    <a:pt x="1034" y="1042"/>
                  </a:lnTo>
                  <a:lnTo>
                    <a:pt x="1034" y="1042"/>
                  </a:lnTo>
                  <a:lnTo>
                    <a:pt x="1039" y="1042"/>
                  </a:lnTo>
                  <a:lnTo>
                    <a:pt x="1039" y="1042"/>
                  </a:lnTo>
                  <a:lnTo>
                    <a:pt x="1041" y="1039"/>
                  </a:lnTo>
                  <a:lnTo>
                    <a:pt x="1041" y="1037"/>
                  </a:lnTo>
                  <a:lnTo>
                    <a:pt x="1041" y="1035"/>
                  </a:lnTo>
                  <a:lnTo>
                    <a:pt x="1041" y="1032"/>
                  </a:lnTo>
                  <a:lnTo>
                    <a:pt x="1041" y="1032"/>
                  </a:lnTo>
                  <a:lnTo>
                    <a:pt x="1044" y="1028"/>
                  </a:lnTo>
                  <a:lnTo>
                    <a:pt x="1044" y="1025"/>
                  </a:lnTo>
                  <a:lnTo>
                    <a:pt x="1046" y="1025"/>
                  </a:lnTo>
                  <a:lnTo>
                    <a:pt x="1046" y="1028"/>
                  </a:lnTo>
                  <a:lnTo>
                    <a:pt x="1046" y="1030"/>
                  </a:lnTo>
                  <a:lnTo>
                    <a:pt x="1044" y="1032"/>
                  </a:lnTo>
                  <a:lnTo>
                    <a:pt x="1046" y="1035"/>
                  </a:lnTo>
                  <a:lnTo>
                    <a:pt x="1044" y="1037"/>
                  </a:lnTo>
                  <a:lnTo>
                    <a:pt x="1044" y="1039"/>
                  </a:lnTo>
                  <a:lnTo>
                    <a:pt x="1041" y="1044"/>
                  </a:lnTo>
                  <a:lnTo>
                    <a:pt x="1044" y="1042"/>
                  </a:lnTo>
                  <a:lnTo>
                    <a:pt x="1048" y="1042"/>
                  </a:lnTo>
                  <a:lnTo>
                    <a:pt x="1048" y="1039"/>
                  </a:lnTo>
                  <a:lnTo>
                    <a:pt x="1053" y="1035"/>
                  </a:lnTo>
                  <a:lnTo>
                    <a:pt x="1055" y="1032"/>
                  </a:lnTo>
                  <a:lnTo>
                    <a:pt x="1058" y="1030"/>
                  </a:lnTo>
                  <a:lnTo>
                    <a:pt x="1060" y="1028"/>
                  </a:lnTo>
                  <a:lnTo>
                    <a:pt x="1058" y="1023"/>
                  </a:lnTo>
                  <a:lnTo>
                    <a:pt x="1058" y="1021"/>
                  </a:lnTo>
                  <a:lnTo>
                    <a:pt x="1060" y="1018"/>
                  </a:lnTo>
                  <a:lnTo>
                    <a:pt x="1060" y="1016"/>
                  </a:lnTo>
                  <a:lnTo>
                    <a:pt x="1058" y="1013"/>
                  </a:lnTo>
                  <a:lnTo>
                    <a:pt x="1055" y="1011"/>
                  </a:lnTo>
                  <a:lnTo>
                    <a:pt x="1053" y="1006"/>
                  </a:lnTo>
                  <a:lnTo>
                    <a:pt x="1053" y="1004"/>
                  </a:lnTo>
                  <a:lnTo>
                    <a:pt x="1055" y="1006"/>
                  </a:lnTo>
                  <a:lnTo>
                    <a:pt x="1058" y="1006"/>
                  </a:lnTo>
                  <a:lnTo>
                    <a:pt x="1060" y="1009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60" y="1004"/>
                  </a:lnTo>
                  <a:lnTo>
                    <a:pt x="1058" y="1002"/>
                  </a:lnTo>
                  <a:lnTo>
                    <a:pt x="1055" y="1002"/>
                  </a:lnTo>
                  <a:lnTo>
                    <a:pt x="1055" y="1002"/>
                  </a:lnTo>
                  <a:lnTo>
                    <a:pt x="1055" y="999"/>
                  </a:lnTo>
                  <a:lnTo>
                    <a:pt x="1058" y="999"/>
                  </a:lnTo>
                  <a:lnTo>
                    <a:pt x="1058" y="999"/>
                  </a:lnTo>
                  <a:lnTo>
                    <a:pt x="1058" y="999"/>
                  </a:lnTo>
                  <a:lnTo>
                    <a:pt x="1060" y="1002"/>
                  </a:lnTo>
                  <a:lnTo>
                    <a:pt x="1060" y="1004"/>
                  </a:lnTo>
                  <a:lnTo>
                    <a:pt x="1062" y="1004"/>
                  </a:lnTo>
                  <a:lnTo>
                    <a:pt x="1062" y="1004"/>
                  </a:lnTo>
                  <a:lnTo>
                    <a:pt x="1062" y="1004"/>
                  </a:lnTo>
                  <a:lnTo>
                    <a:pt x="1062" y="1006"/>
                  </a:lnTo>
                  <a:lnTo>
                    <a:pt x="1062" y="1006"/>
                  </a:lnTo>
                  <a:lnTo>
                    <a:pt x="1065" y="1006"/>
                  </a:lnTo>
                  <a:lnTo>
                    <a:pt x="1067" y="1009"/>
                  </a:lnTo>
                  <a:lnTo>
                    <a:pt x="1067" y="1009"/>
                  </a:lnTo>
                  <a:lnTo>
                    <a:pt x="1067" y="1009"/>
                  </a:lnTo>
                  <a:lnTo>
                    <a:pt x="1067" y="1013"/>
                  </a:lnTo>
                  <a:lnTo>
                    <a:pt x="1070" y="1016"/>
                  </a:lnTo>
                  <a:lnTo>
                    <a:pt x="1070" y="1018"/>
                  </a:lnTo>
                  <a:lnTo>
                    <a:pt x="1072" y="1016"/>
                  </a:lnTo>
                  <a:lnTo>
                    <a:pt x="1074" y="1018"/>
                  </a:lnTo>
                  <a:lnTo>
                    <a:pt x="1086" y="1011"/>
                  </a:lnTo>
                  <a:lnTo>
                    <a:pt x="1086" y="1011"/>
                  </a:lnTo>
                  <a:lnTo>
                    <a:pt x="1091" y="1009"/>
                  </a:lnTo>
                  <a:lnTo>
                    <a:pt x="1093" y="1006"/>
                  </a:lnTo>
                  <a:lnTo>
                    <a:pt x="1100" y="1004"/>
                  </a:lnTo>
                  <a:lnTo>
                    <a:pt x="1100" y="999"/>
                  </a:lnTo>
                  <a:lnTo>
                    <a:pt x="1098" y="997"/>
                  </a:lnTo>
                  <a:lnTo>
                    <a:pt x="1093" y="997"/>
                  </a:lnTo>
                  <a:lnTo>
                    <a:pt x="1088" y="997"/>
                  </a:lnTo>
                  <a:lnTo>
                    <a:pt x="1088" y="997"/>
                  </a:lnTo>
                  <a:lnTo>
                    <a:pt x="1086" y="999"/>
                  </a:lnTo>
                  <a:lnTo>
                    <a:pt x="1084" y="999"/>
                  </a:lnTo>
                  <a:lnTo>
                    <a:pt x="1084" y="997"/>
                  </a:lnTo>
                  <a:lnTo>
                    <a:pt x="1084" y="997"/>
                  </a:lnTo>
                  <a:lnTo>
                    <a:pt x="1091" y="995"/>
                  </a:lnTo>
                  <a:lnTo>
                    <a:pt x="1088" y="992"/>
                  </a:lnTo>
                  <a:lnTo>
                    <a:pt x="1088" y="990"/>
                  </a:lnTo>
                  <a:lnTo>
                    <a:pt x="1088" y="990"/>
                  </a:lnTo>
                  <a:lnTo>
                    <a:pt x="1088" y="990"/>
                  </a:lnTo>
                  <a:lnTo>
                    <a:pt x="1086" y="987"/>
                  </a:lnTo>
                  <a:lnTo>
                    <a:pt x="1081" y="985"/>
                  </a:lnTo>
                  <a:lnTo>
                    <a:pt x="1081" y="985"/>
                  </a:lnTo>
                  <a:lnTo>
                    <a:pt x="1079" y="987"/>
                  </a:lnTo>
                  <a:lnTo>
                    <a:pt x="1079" y="987"/>
                  </a:lnTo>
                  <a:lnTo>
                    <a:pt x="1077" y="985"/>
                  </a:lnTo>
                  <a:lnTo>
                    <a:pt x="1077" y="985"/>
                  </a:lnTo>
                  <a:lnTo>
                    <a:pt x="1079" y="983"/>
                  </a:lnTo>
                  <a:lnTo>
                    <a:pt x="1079" y="980"/>
                  </a:lnTo>
                  <a:lnTo>
                    <a:pt x="1077" y="980"/>
                  </a:lnTo>
                  <a:lnTo>
                    <a:pt x="1077" y="978"/>
                  </a:lnTo>
                  <a:lnTo>
                    <a:pt x="1074" y="973"/>
                  </a:lnTo>
                  <a:lnTo>
                    <a:pt x="1072" y="973"/>
                  </a:lnTo>
                  <a:lnTo>
                    <a:pt x="1072" y="971"/>
                  </a:lnTo>
                  <a:lnTo>
                    <a:pt x="1072" y="966"/>
                  </a:lnTo>
                  <a:lnTo>
                    <a:pt x="1074" y="968"/>
                  </a:lnTo>
                  <a:lnTo>
                    <a:pt x="1074" y="968"/>
                  </a:lnTo>
                  <a:lnTo>
                    <a:pt x="1074" y="968"/>
                  </a:lnTo>
                  <a:lnTo>
                    <a:pt x="1077" y="968"/>
                  </a:lnTo>
                  <a:lnTo>
                    <a:pt x="1077" y="968"/>
                  </a:lnTo>
                  <a:lnTo>
                    <a:pt x="1079" y="968"/>
                  </a:lnTo>
                  <a:lnTo>
                    <a:pt x="1081" y="968"/>
                  </a:lnTo>
                  <a:lnTo>
                    <a:pt x="1081" y="971"/>
                  </a:lnTo>
                  <a:lnTo>
                    <a:pt x="1081" y="971"/>
                  </a:lnTo>
                  <a:lnTo>
                    <a:pt x="1081" y="971"/>
                  </a:lnTo>
                  <a:lnTo>
                    <a:pt x="1081" y="973"/>
                  </a:lnTo>
                  <a:lnTo>
                    <a:pt x="1081" y="976"/>
                  </a:lnTo>
                  <a:lnTo>
                    <a:pt x="1081" y="976"/>
                  </a:lnTo>
                  <a:lnTo>
                    <a:pt x="1084" y="976"/>
                  </a:lnTo>
                  <a:lnTo>
                    <a:pt x="1084" y="978"/>
                  </a:lnTo>
                  <a:lnTo>
                    <a:pt x="1084" y="978"/>
                  </a:lnTo>
                  <a:lnTo>
                    <a:pt x="1086" y="978"/>
                  </a:lnTo>
                  <a:lnTo>
                    <a:pt x="1086" y="978"/>
                  </a:lnTo>
                  <a:lnTo>
                    <a:pt x="1086" y="978"/>
                  </a:lnTo>
                  <a:lnTo>
                    <a:pt x="1088" y="978"/>
                  </a:lnTo>
                  <a:lnTo>
                    <a:pt x="1088" y="978"/>
                  </a:lnTo>
                  <a:lnTo>
                    <a:pt x="1091" y="978"/>
                  </a:lnTo>
                  <a:lnTo>
                    <a:pt x="1091" y="980"/>
                  </a:lnTo>
                  <a:lnTo>
                    <a:pt x="1096" y="978"/>
                  </a:lnTo>
                  <a:lnTo>
                    <a:pt x="1096" y="980"/>
                  </a:lnTo>
                  <a:lnTo>
                    <a:pt x="1096" y="983"/>
                  </a:lnTo>
                  <a:lnTo>
                    <a:pt x="1093" y="983"/>
                  </a:lnTo>
                  <a:lnTo>
                    <a:pt x="1091" y="983"/>
                  </a:lnTo>
                  <a:lnTo>
                    <a:pt x="1091" y="985"/>
                  </a:lnTo>
                  <a:lnTo>
                    <a:pt x="1093" y="985"/>
                  </a:lnTo>
                  <a:lnTo>
                    <a:pt x="1098" y="983"/>
                  </a:lnTo>
                  <a:lnTo>
                    <a:pt x="1103" y="978"/>
                  </a:lnTo>
                  <a:lnTo>
                    <a:pt x="1100" y="978"/>
                  </a:lnTo>
                  <a:lnTo>
                    <a:pt x="1098" y="978"/>
                  </a:lnTo>
                  <a:lnTo>
                    <a:pt x="1098" y="976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098" y="971"/>
                  </a:lnTo>
                  <a:lnTo>
                    <a:pt x="1098" y="971"/>
                  </a:lnTo>
                  <a:lnTo>
                    <a:pt x="1100" y="971"/>
                  </a:lnTo>
                  <a:lnTo>
                    <a:pt x="1100" y="968"/>
                  </a:lnTo>
                  <a:lnTo>
                    <a:pt x="1100" y="968"/>
                  </a:lnTo>
                  <a:lnTo>
                    <a:pt x="1100" y="968"/>
                  </a:lnTo>
                  <a:lnTo>
                    <a:pt x="1098" y="968"/>
                  </a:lnTo>
                  <a:lnTo>
                    <a:pt x="1098" y="968"/>
                  </a:lnTo>
                  <a:lnTo>
                    <a:pt x="1098" y="968"/>
                  </a:lnTo>
                  <a:lnTo>
                    <a:pt x="1096" y="968"/>
                  </a:lnTo>
                  <a:lnTo>
                    <a:pt x="1096" y="966"/>
                  </a:lnTo>
                  <a:lnTo>
                    <a:pt x="1096" y="964"/>
                  </a:lnTo>
                  <a:lnTo>
                    <a:pt x="1096" y="961"/>
                  </a:lnTo>
                  <a:lnTo>
                    <a:pt x="1096" y="961"/>
                  </a:lnTo>
                  <a:lnTo>
                    <a:pt x="1096" y="964"/>
                  </a:lnTo>
                  <a:lnTo>
                    <a:pt x="1098" y="966"/>
                  </a:lnTo>
                  <a:lnTo>
                    <a:pt x="1098" y="966"/>
                  </a:lnTo>
                  <a:lnTo>
                    <a:pt x="1100" y="966"/>
                  </a:lnTo>
                  <a:lnTo>
                    <a:pt x="1100" y="964"/>
                  </a:lnTo>
                  <a:lnTo>
                    <a:pt x="1103" y="966"/>
                  </a:lnTo>
                  <a:lnTo>
                    <a:pt x="1103" y="968"/>
                  </a:lnTo>
                  <a:lnTo>
                    <a:pt x="1103" y="971"/>
                  </a:lnTo>
                  <a:lnTo>
                    <a:pt x="1100" y="971"/>
                  </a:lnTo>
                  <a:lnTo>
                    <a:pt x="1103" y="973"/>
                  </a:lnTo>
                  <a:lnTo>
                    <a:pt x="1105" y="976"/>
                  </a:lnTo>
                  <a:lnTo>
                    <a:pt x="1105" y="976"/>
                  </a:lnTo>
                  <a:lnTo>
                    <a:pt x="1105" y="978"/>
                  </a:lnTo>
                  <a:lnTo>
                    <a:pt x="1105" y="978"/>
                  </a:lnTo>
                  <a:lnTo>
                    <a:pt x="1107" y="978"/>
                  </a:lnTo>
                  <a:lnTo>
                    <a:pt x="1110" y="976"/>
                  </a:lnTo>
                  <a:lnTo>
                    <a:pt x="1112" y="971"/>
                  </a:lnTo>
                  <a:lnTo>
                    <a:pt x="1115" y="971"/>
                  </a:lnTo>
                  <a:lnTo>
                    <a:pt x="1115" y="973"/>
                  </a:lnTo>
                  <a:lnTo>
                    <a:pt x="1117" y="971"/>
                  </a:lnTo>
                  <a:lnTo>
                    <a:pt x="1119" y="971"/>
                  </a:lnTo>
                  <a:lnTo>
                    <a:pt x="1119" y="971"/>
                  </a:lnTo>
                  <a:lnTo>
                    <a:pt x="1122" y="971"/>
                  </a:lnTo>
                  <a:lnTo>
                    <a:pt x="1124" y="971"/>
                  </a:lnTo>
                  <a:lnTo>
                    <a:pt x="1122" y="971"/>
                  </a:lnTo>
                  <a:lnTo>
                    <a:pt x="1119" y="976"/>
                  </a:lnTo>
                  <a:lnTo>
                    <a:pt x="1119" y="978"/>
                  </a:lnTo>
                  <a:lnTo>
                    <a:pt x="1119" y="978"/>
                  </a:lnTo>
                  <a:lnTo>
                    <a:pt x="1122" y="978"/>
                  </a:lnTo>
                  <a:lnTo>
                    <a:pt x="1124" y="978"/>
                  </a:lnTo>
                  <a:lnTo>
                    <a:pt x="1126" y="978"/>
                  </a:lnTo>
                  <a:lnTo>
                    <a:pt x="1126" y="978"/>
                  </a:lnTo>
                  <a:lnTo>
                    <a:pt x="1129" y="978"/>
                  </a:lnTo>
                  <a:lnTo>
                    <a:pt x="1129" y="978"/>
                  </a:lnTo>
                  <a:lnTo>
                    <a:pt x="1129" y="978"/>
                  </a:lnTo>
                  <a:lnTo>
                    <a:pt x="1126" y="980"/>
                  </a:lnTo>
                  <a:lnTo>
                    <a:pt x="1122" y="980"/>
                  </a:lnTo>
                  <a:lnTo>
                    <a:pt x="1119" y="980"/>
                  </a:lnTo>
                  <a:lnTo>
                    <a:pt x="1119" y="983"/>
                  </a:lnTo>
                  <a:lnTo>
                    <a:pt x="1122" y="983"/>
                  </a:lnTo>
                  <a:lnTo>
                    <a:pt x="1126" y="983"/>
                  </a:lnTo>
                  <a:lnTo>
                    <a:pt x="1133" y="978"/>
                  </a:lnTo>
                  <a:lnTo>
                    <a:pt x="1136" y="978"/>
                  </a:lnTo>
                  <a:lnTo>
                    <a:pt x="1136" y="978"/>
                  </a:lnTo>
                  <a:lnTo>
                    <a:pt x="1141" y="976"/>
                  </a:lnTo>
                  <a:lnTo>
                    <a:pt x="1143" y="973"/>
                  </a:lnTo>
                  <a:lnTo>
                    <a:pt x="1145" y="976"/>
                  </a:lnTo>
                  <a:lnTo>
                    <a:pt x="1145" y="978"/>
                  </a:lnTo>
                  <a:lnTo>
                    <a:pt x="1145" y="978"/>
                  </a:lnTo>
                  <a:lnTo>
                    <a:pt x="1145" y="980"/>
                  </a:lnTo>
                  <a:lnTo>
                    <a:pt x="1143" y="980"/>
                  </a:lnTo>
                  <a:lnTo>
                    <a:pt x="1126" y="990"/>
                  </a:lnTo>
                  <a:lnTo>
                    <a:pt x="1124" y="992"/>
                  </a:lnTo>
                  <a:lnTo>
                    <a:pt x="1122" y="995"/>
                  </a:lnTo>
                  <a:lnTo>
                    <a:pt x="1124" y="995"/>
                  </a:lnTo>
                  <a:lnTo>
                    <a:pt x="1131" y="990"/>
                  </a:lnTo>
                  <a:lnTo>
                    <a:pt x="1138" y="987"/>
                  </a:lnTo>
                  <a:lnTo>
                    <a:pt x="1143" y="980"/>
                  </a:lnTo>
                  <a:lnTo>
                    <a:pt x="1155" y="978"/>
                  </a:lnTo>
                  <a:lnTo>
                    <a:pt x="1162" y="973"/>
                  </a:lnTo>
                  <a:lnTo>
                    <a:pt x="1174" y="966"/>
                  </a:lnTo>
                  <a:lnTo>
                    <a:pt x="1171" y="966"/>
                  </a:lnTo>
                  <a:lnTo>
                    <a:pt x="1167" y="968"/>
                  </a:lnTo>
                  <a:lnTo>
                    <a:pt x="1152" y="976"/>
                  </a:lnTo>
                  <a:lnTo>
                    <a:pt x="1152" y="978"/>
                  </a:lnTo>
                  <a:lnTo>
                    <a:pt x="1150" y="978"/>
                  </a:lnTo>
                  <a:lnTo>
                    <a:pt x="1150" y="978"/>
                  </a:lnTo>
                  <a:lnTo>
                    <a:pt x="1150" y="978"/>
                  </a:lnTo>
                  <a:lnTo>
                    <a:pt x="1150" y="976"/>
                  </a:lnTo>
                  <a:lnTo>
                    <a:pt x="1150" y="976"/>
                  </a:lnTo>
                  <a:lnTo>
                    <a:pt x="1150" y="976"/>
                  </a:lnTo>
                  <a:lnTo>
                    <a:pt x="1150" y="973"/>
                  </a:lnTo>
                  <a:lnTo>
                    <a:pt x="1150" y="973"/>
                  </a:lnTo>
                  <a:lnTo>
                    <a:pt x="1150" y="971"/>
                  </a:lnTo>
                  <a:lnTo>
                    <a:pt x="1150" y="968"/>
                  </a:lnTo>
                  <a:lnTo>
                    <a:pt x="1164" y="964"/>
                  </a:lnTo>
                  <a:lnTo>
                    <a:pt x="1167" y="964"/>
                  </a:lnTo>
                  <a:lnTo>
                    <a:pt x="1174" y="964"/>
                  </a:lnTo>
                  <a:lnTo>
                    <a:pt x="1178" y="964"/>
                  </a:lnTo>
                  <a:lnTo>
                    <a:pt x="1183" y="961"/>
                  </a:lnTo>
                  <a:lnTo>
                    <a:pt x="1188" y="959"/>
                  </a:lnTo>
                  <a:lnTo>
                    <a:pt x="1200" y="950"/>
                  </a:lnTo>
                  <a:lnTo>
                    <a:pt x="1207" y="945"/>
                  </a:lnTo>
                  <a:lnTo>
                    <a:pt x="1209" y="942"/>
                  </a:lnTo>
                  <a:lnTo>
                    <a:pt x="1211" y="942"/>
                  </a:lnTo>
                  <a:lnTo>
                    <a:pt x="1211" y="942"/>
                  </a:lnTo>
                  <a:lnTo>
                    <a:pt x="1219" y="938"/>
                  </a:lnTo>
                  <a:lnTo>
                    <a:pt x="1223" y="931"/>
                  </a:lnTo>
                  <a:lnTo>
                    <a:pt x="1226" y="928"/>
                  </a:lnTo>
                  <a:lnTo>
                    <a:pt x="1233" y="921"/>
                  </a:lnTo>
                  <a:lnTo>
                    <a:pt x="1235" y="921"/>
                  </a:lnTo>
                  <a:lnTo>
                    <a:pt x="1235" y="919"/>
                  </a:lnTo>
                  <a:lnTo>
                    <a:pt x="1235" y="916"/>
                  </a:lnTo>
                  <a:lnTo>
                    <a:pt x="1233" y="912"/>
                  </a:lnTo>
                  <a:lnTo>
                    <a:pt x="1233" y="909"/>
                  </a:lnTo>
                  <a:lnTo>
                    <a:pt x="1235" y="905"/>
                  </a:lnTo>
                  <a:lnTo>
                    <a:pt x="1233" y="902"/>
                  </a:lnTo>
                  <a:lnTo>
                    <a:pt x="1233" y="902"/>
                  </a:lnTo>
                  <a:lnTo>
                    <a:pt x="1233" y="902"/>
                  </a:lnTo>
                  <a:lnTo>
                    <a:pt x="1235" y="902"/>
                  </a:lnTo>
                  <a:lnTo>
                    <a:pt x="1238" y="902"/>
                  </a:lnTo>
                  <a:lnTo>
                    <a:pt x="1238" y="905"/>
                  </a:lnTo>
                  <a:lnTo>
                    <a:pt x="1240" y="905"/>
                  </a:lnTo>
                  <a:lnTo>
                    <a:pt x="1242" y="902"/>
                  </a:lnTo>
                  <a:lnTo>
                    <a:pt x="1249" y="893"/>
                  </a:lnTo>
                  <a:lnTo>
                    <a:pt x="1249" y="893"/>
                  </a:lnTo>
                  <a:lnTo>
                    <a:pt x="1249" y="890"/>
                  </a:lnTo>
                  <a:lnTo>
                    <a:pt x="1249" y="890"/>
                  </a:lnTo>
                  <a:lnTo>
                    <a:pt x="1249" y="890"/>
                  </a:lnTo>
                  <a:lnTo>
                    <a:pt x="1252" y="890"/>
                  </a:lnTo>
                  <a:lnTo>
                    <a:pt x="1252" y="890"/>
                  </a:lnTo>
                  <a:lnTo>
                    <a:pt x="1254" y="890"/>
                  </a:lnTo>
                  <a:lnTo>
                    <a:pt x="1254" y="888"/>
                  </a:lnTo>
                  <a:lnTo>
                    <a:pt x="1254" y="886"/>
                  </a:lnTo>
                  <a:lnTo>
                    <a:pt x="1256" y="886"/>
                  </a:lnTo>
                  <a:lnTo>
                    <a:pt x="1256" y="888"/>
                  </a:lnTo>
                  <a:lnTo>
                    <a:pt x="1259" y="888"/>
                  </a:lnTo>
                  <a:lnTo>
                    <a:pt x="1261" y="883"/>
                  </a:lnTo>
                  <a:lnTo>
                    <a:pt x="1261" y="881"/>
                  </a:lnTo>
                  <a:lnTo>
                    <a:pt x="1261" y="879"/>
                  </a:lnTo>
                  <a:lnTo>
                    <a:pt x="1264" y="879"/>
                  </a:lnTo>
                  <a:lnTo>
                    <a:pt x="1266" y="879"/>
                  </a:lnTo>
                  <a:lnTo>
                    <a:pt x="1268" y="881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8" y="879"/>
                  </a:lnTo>
                  <a:lnTo>
                    <a:pt x="1264" y="876"/>
                  </a:lnTo>
                  <a:lnTo>
                    <a:pt x="1261" y="876"/>
                  </a:lnTo>
                  <a:lnTo>
                    <a:pt x="1261" y="876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9" y="871"/>
                  </a:lnTo>
                  <a:lnTo>
                    <a:pt x="1256" y="871"/>
                  </a:lnTo>
                  <a:lnTo>
                    <a:pt x="1256" y="871"/>
                  </a:lnTo>
                  <a:lnTo>
                    <a:pt x="1256" y="871"/>
                  </a:lnTo>
                  <a:lnTo>
                    <a:pt x="1259" y="874"/>
                  </a:lnTo>
                  <a:lnTo>
                    <a:pt x="1259" y="874"/>
                  </a:lnTo>
                  <a:lnTo>
                    <a:pt x="1256" y="874"/>
                  </a:lnTo>
                  <a:lnTo>
                    <a:pt x="1254" y="871"/>
                  </a:lnTo>
                  <a:lnTo>
                    <a:pt x="1254" y="869"/>
                  </a:lnTo>
                  <a:lnTo>
                    <a:pt x="1252" y="869"/>
                  </a:lnTo>
                  <a:lnTo>
                    <a:pt x="1252" y="869"/>
                  </a:lnTo>
                  <a:lnTo>
                    <a:pt x="1254" y="867"/>
                  </a:lnTo>
                  <a:lnTo>
                    <a:pt x="1256" y="867"/>
                  </a:lnTo>
                  <a:lnTo>
                    <a:pt x="1256" y="864"/>
                  </a:lnTo>
                  <a:lnTo>
                    <a:pt x="1256" y="864"/>
                  </a:lnTo>
                  <a:lnTo>
                    <a:pt x="1249" y="862"/>
                  </a:lnTo>
                  <a:lnTo>
                    <a:pt x="1245" y="860"/>
                  </a:lnTo>
                  <a:lnTo>
                    <a:pt x="1247" y="855"/>
                  </a:lnTo>
                  <a:lnTo>
                    <a:pt x="1247" y="855"/>
                  </a:lnTo>
                  <a:lnTo>
                    <a:pt x="1249" y="852"/>
                  </a:lnTo>
                  <a:lnTo>
                    <a:pt x="1249" y="850"/>
                  </a:lnTo>
                  <a:lnTo>
                    <a:pt x="1247" y="848"/>
                  </a:lnTo>
                  <a:lnTo>
                    <a:pt x="1245" y="845"/>
                  </a:lnTo>
                  <a:lnTo>
                    <a:pt x="1245" y="843"/>
                  </a:lnTo>
                  <a:lnTo>
                    <a:pt x="1247" y="843"/>
                  </a:lnTo>
                  <a:lnTo>
                    <a:pt x="1247" y="841"/>
                  </a:lnTo>
                  <a:lnTo>
                    <a:pt x="1247" y="841"/>
                  </a:lnTo>
                  <a:lnTo>
                    <a:pt x="1245" y="841"/>
                  </a:lnTo>
                  <a:lnTo>
                    <a:pt x="1245" y="841"/>
                  </a:lnTo>
                  <a:lnTo>
                    <a:pt x="1242" y="841"/>
                  </a:lnTo>
                  <a:lnTo>
                    <a:pt x="1242" y="841"/>
                  </a:lnTo>
                  <a:lnTo>
                    <a:pt x="1240" y="838"/>
                  </a:lnTo>
                  <a:lnTo>
                    <a:pt x="1240" y="838"/>
                  </a:lnTo>
                  <a:lnTo>
                    <a:pt x="1247" y="838"/>
                  </a:lnTo>
                  <a:lnTo>
                    <a:pt x="1252" y="838"/>
                  </a:lnTo>
                  <a:lnTo>
                    <a:pt x="1254" y="843"/>
                  </a:lnTo>
                  <a:lnTo>
                    <a:pt x="1259" y="843"/>
                  </a:lnTo>
                  <a:lnTo>
                    <a:pt x="1261" y="841"/>
                  </a:lnTo>
                  <a:lnTo>
                    <a:pt x="1264" y="836"/>
                  </a:lnTo>
                  <a:lnTo>
                    <a:pt x="1264" y="834"/>
                  </a:lnTo>
                  <a:lnTo>
                    <a:pt x="1264" y="831"/>
                  </a:lnTo>
                  <a:lnTo>
                    <a:pt x="1266" y="831"/>
                  </a:lnTo>
                  <a:lnTo>
                    <a:pt x="1271" y="829"/>
                  </a:lnTo>
                  <a:lnTo>
                    <a:pt x="1273" y="826"/>
                  </a:lnTo>
                  <a:lnTo>
                    <a:pt x="1273" y="826"/>
                  </a:lnTo>
                  <a:lnTo>
                    <a:pt x="1275" y="826"/>
                  </a:lnTo>
                  <a:lnTo>
                    <a:pt x="1275" y="829"/>
                  </a:lnTo>
                  <a:lnTo>
                    <a:pt x="1275" y="831"/>
                  </a:lnTo>
                  <a:lnTo>
                    <a:pt x="1278" y="831"/>
                  </a:lnTo>
                  <a:lnTo>
                    <a:pt x="1278" y="831"/>
                  </a:lnTo>
                  <a:lnTo>
                    <a:pt x="1278" y="834"/>
                  </a:lnTo>
                  <a:lnTo>
                    <a:pt x="1280" y="836"/>
                  </a:lnTo>
                  <a:lnTo>
                    <a:pt x="1278" y="838"/>
                  </a:lnTo>
                  <a:lnTo>
                    <a:pt x="1278" y="845"/>
                  </a:lnTo>
                  <a:lnTo>
                    <a:pt x="1275" y="850"/>
                  </a:lnTo>
                  <a:lnTo>
                    <a:pt x="1275" y="852"/>
                  </a:lnTo>
                  <a:lnTo>
                    <a:pt x="1273" y="855"/>
                  </a:lnTo>
                  <a:lnTo>
                    <a:pt x="1273" y="855"/>
                  </a:lnTo>
                  <a:lnTo>
                    <a:pt x="1271" y="857"/>
                  </a:lnTo>
                  <a:lnTo>
                    <a:pt x="1268" y="857"/>
                  </a:lnTo>
                  <a:lnTo>
                    <a:pt x="1268" y="857"/>
                  </a:lnTo>
                  <a:lnTo>
                    <a:pt x="1271" y="860"/>
                  </a:lnTo>
                  <a:lnTo>
                    <a:pt x="1271" y="860"/>
                  </a:lnTo>
                  <a:lnTo>
                    <a:pt x="1273" y="860"/>
                  </a:lnTo>
                  <a:lnTo>
                    <a:pt x="1278" y="857"/>
                  </a:lnTo>
                  <a:lnTo>
                    <a:pt x="1294" y="852"/>
                  </a:lnTo>
                  <a:lnTo>
                    <a:pt x="1297" y="852"/>
                  </a:lnTo>
                  <a:lnTo>
                    <a:pt x="1297" y="852"/>
                  </a:lnTo>
                  <a:lnTo>
                    <a:pt x="1299" y="855"/>
                  </a:lnTo>
                  <a:lnTo>
                    <a:pt x="1301" y="855"/>
                  </a:lnTo>
                  <a:lnTo>
                    <a:pt x="1304" y="855"/>
                  </a:lnTo>
                  <a:lnTo>
                    <a:pt x="1304" y="852"/>
                  </a:lnTo>
                  <a:lnTo>
                    <a:pt x="1304" y="855"/>
                  </a:lnTo>
                  <a:lnTo>
                    <a:pt x="1304" y="857"/>
                  </a:lnTo>
                  <a:lnTo>
                    <a:pt x="1301" y="860"/>
                  </a:lnTo>
                  <a:lnTo>
                    <a:pt x="1301" y="860"/>
                  </a:lnTo>
                  <a:lnTo>
                    <a:pt x="1294" y="860"/>
                  </a:lnTo>
                  <a:lnTo>
                    <a:pt x="1294" y="860"/>
                  </a:lnTo>
                  <a:lnTo>
                    <a:pt x="1292" y="860"/>
                  </a:lnTo>
                  <a:lnTo>
                    <a:pt x="1290" y="864"/>
                  </a:lnTo>
                  <a:lnTo>
                    <a:pt x="1290" y="864"/>
                  </a:lnTo>
                  <a:lnTo>
                    <a:pt x="1287" y="864"/>
                  </a:lnTo>
                  <a:lnTo>
                    <a:pt x="1287" y="864"/>
                  </a:lnTo>
                  <a:lnTo>
                    <a:pt x="1285" y="867"/>
                  </a:lnTo>
                  <a:lnTo>
                    <a:pt x="1282" y="867"/>
                  </a:lnTo>
                  <a:lnTo>
                    <a:pt x="1273" y="876"/>
                  </a:lnTo>
                  <a:lnTo>
                    <a:pt x="1273" y="879"/>
                  </a:lnTo>
                  <a:lnTo>
                    <a:pt x="1273" y="879"/>
                  </a:lnTo>
                  <a:lnTo>
                    <a:pt x="1275" y="881"/>
                  </a:lnTo>
                  <a:lnTo>
                    <a:pt x="1278" y="879"/>
                  </a:lnTo>
                  <a:lnTo>
                    <a:pt x="1282" y="871"/>
                  </a:lnTo>
                  <a:lnTo>
                    <a:pt x="1287" y="869"/>
                  </a:lnTo>
                  <a:lnTo>
                    <a:pt x="1320" y="850"/>
                  </a:lnTo>
                  <a:lnTo>
                    <a:pt x="1332" y="845"/>
                  </a:lnTo>
                  <a:lnTo>
                    <a:pt x="1342" y="841"/>
                  </a:lnTo>
                  <a:lnTo>
                    <a:pt x="1344" y="838"/>
                  </a:lnTo>
                  <a:lnTo>
                    <a:pt x="1349" y="836"/>
                  </a:lnTo>
                  <a:lnTo>
                    <a:pt x="1351" y="836"/>
                  </a:lnTo>
                  <a:lnTo>
                    <a:pt x="1365" y="836"/>
                  </a:lnTo>
                  <a:lnTo>
                    <a:pt x="1368" y="836"/>
                  </a:lnTo>
                  <a:lnTo>
                    <a:pt x="1370" y="836"/>
                  </a:lnTo>
                  <a:lnTo>
                    <a:pt x="1370" y="834"/>
                  </a:lnTo>
                  <a:lnTo>
                    <a:pt x="1370" y="831"/>
                  </a:lnTo>
                  <a:lnTo>
                    <a:pt x="1363" y="824"/>
                  </a:lnTo>
                  <a:lnTo>
                    <a:pt x="1361" y="819"/>
                  </a:lnTo>
                  <a:lnTo>
                    <a:pt x="1361" y="815"/>
                  </a:lnTo>
                  <a:lnTo>
                    <a:pt x="1368" y="803"/>
                  </a:lnTo>
                  <a:lnTo>
                    <a:pt x="1370" y="800"/>
                  </a:lnTo>
                  <a:lnTo>
                    <a:pt x="1370" y="798"/>
                  </a:lnTo>
                  <a:lnTo>
                    <a:pt x="1370" y="796"/>
                  </a:lnTo>
                  <a:lnTo>
                    <a:pt x="1375" y="796"/>
                  </a:lnTo>
                  <a:lnTo>
                    <a:pt x="1375" y="796"/>
                  </a:lnTo>
                  <a:lnTo>
                    <a:pt x="1375" y="796"/>
                  </a:lnTo>
                  <a:lnTo>
                    <a:pt x="1377" y="793"/>
                  </a:lnTo>
                  <a:lnTo>
                    <a:pt x="1384" y="786"/>
                  </a:lnTo>
                  <a:lnTo>
                    <a:pt x="1382" y="784"/>
                  </a:lnTo>
                  <a:lnTo>
                    <a:pt x="1382" y="781"/>
                  </a:lnTo>
                  <a:lnTo>
                    <a:pt x="1384" y="779"/>
                  </a:lnTo>
                  <a:lnTo>
                    <a:pt x="1384" y="777"/>
                  </a:lnTo>
                  <a:lnTo>
                    <a:pt x="1384" y="774"/>
                  </a:lnTo>
                  <a:lnTo>
                    <a:pt x="1384" y="774"/>
                  </a:lnTo>
                  <a:lnTo>
                    <a:pt x="1384" y="772"/>
                  </a:lnTo>
                  <a:lnTo>
                    <a:pt x="1384" y="770"/>
                  </a:lnTo>
                  <a:lnTo>
                    <a:pt x="1382" y="767"/>
                  </a:lnTo>
                  <a:lnTo>
                    <a:pt x="1382" y="767"/>
                  </a:lnTo>
                  <a:lnTo>
                    <a:pt x="1382" y="765"/>
                  </a:lnTo>
                  <a:lnTo>
                    <a:pt x="1382" y="763"/>
                  </a:lnTo>
                  <a:lnTo>
                    <a:pt x="1384" y="763"/>
                  </a:lnTo>
                  <a:lnTo>
                    <a:pt x="1382" y="760"/>
                  </a:lnTo>
                  <a:lnTo>
                    <a:pt x="1382" y="758"/>
                  </a:lnTo>
                  <a:lnTo>
                    <a:pt x="1379" y="755"/>
                  </a:lnTo>
                  <a:lnTo>
                    <a:pt x="1377" y="753"/>
                  </a:lnTo>
                  <a:lnTo>
                    <a:pt x="1377" y="748"/>
                  </a:lnTo>
                  <a:lnTo>
                    <a:pt x="1377" y="746"/>
                  </a:lnTo>
                  <a:lnTo>
                    <a:pt x="1379" y="744"/>
                  </a:lnTo>
                  <a:lnTo>
                    <a:pt x="1382" y="741"/>
                  </a:lnTo>
                  <a:lnTo>
                    <a:pt x="1382" y="739"/>
                  </a:lnTo>
                  <a:lnTo>
                    <a:pt x="1382" y="737"/>
                  </a:lnTo>
                  <a:lnTo>
                    <a:pt x="1382" y="734"/>
                  </a:lnTo>
                  <a:lnTo>
                    <a:pt x="1379" y="732"/>
                  </a:lnTo>
                  <a:lnTo>
                    <a:pt x="1379" y="732"/>
                  </a:lnTo>
                  <a:lnTo>
                    <a:pt x="1379" y="729"/>
                  </a:lnTo>
                  <a:lnTo>
                    <a:pt x="1379" y="727"/>
                  </a:lnTo>
                  <a:lnTo>
                    <a:pt x="1379" y="727"/>
                  </a:lnTo>
                  <a:lnTo>
                    <a:pt x="1379" y="727"/>
                  </a:lnTo>
                  <a:lnTo>
                    <a:pt x="1379" y="725"/>
                  </a:lnTo>
                  <a:lnTo>
                    <a:pt x="1379" y="722"/>
                  </a:lnTo>
                  <a:lnTo>
                    <a:pt x="1382" y="720"/>
                  </a:lnTo>
                  <a:lnTo>
                    <a:pt x="1384" y="720"/>
                  </a:lnTo>
                  <a:lnTo>
                    <a:pt x="1384" y="718"/>
                  </a:lnTo>
                  <a:lnTo>
                    <a:pt x="1384" y="713"/>
                  </a:lnTo>
                  <a:lnTo>
                    <a:pt x="1384" y="710"/>
                  </a:lnTo>
                  <a:lnTo>
                    <a:pt x="1389" y="708"/>
                  </a:lnTo>
                  <a:lnTo>
                    <a:pt x="1389" y="706"/>
                  </a:lnTo>
                  <a:lnTo>
                    <a:pt x="1391" y="699"/>
                  </a:lnTo>
                  <a:lnTo>
                    <a:pt x="1394" y="692"/>
                  </a:lnTo>
                  <a:lnTo>
                    <a:pt x="1394" y="689"/>
                  </a:lnTo>
                  <a:lnTo>
                    <a:pt x="1394" y="689"/>
                  </a:lnTo>
                  <a:lnTo>
                    <a:pt x="1394" y="687"/>
                  </a:lnTo>
                  <a:lnTo>
                    <a:pt x="1394" y="687"/>
                  </a:lnTo>
                  <a:lnTo>
                    <a:pt x="1394" y="684"/>
                  </a:lnTo>
                  <a:lnTo>
                    <a:pt x="1394" y="682"/>
                  </a:lnTo>
                  <a:lnTo>
                    <a:pt x="1394" y="682"/>
                  </a:lnTo>
                  <a:lnTo>
                    <a:pt x="1394" y="680"/>
                  </a:lnTo>
                  <a:lnTo>
                    <a:pt x="1396" y="677"/>
                  </a:lnTo>
                  <a:lnTo>
                    <a:pt x="1396" y="677"/>
                  </a:lnTo>
                  <a:lnTo>
                    <a:pt x="1396" y="677"/>
                  </a:lnTo>
                  <a:lnTo>
                    <a:pt x="1396" y="675"/>
                  </a:lnTo>
                  <a:lnTo>
                    <a:pt x="1396" y="675"/>
                  </a:lnTo>
                  <a:lnTo>
                    <a:pt x="1394" y="673"/>
                  </a:lnTo>
                  <a:lnTo>
                    <a:pt x="1391" y="668"/>
                  </a:lnTo>
                  <a:lnTo>
                    <a:pt x="1394" y="668"/>
                  </a:lnTo>
                  <a:lnTo>
                    <a:pt x="1394" y="668"/>
                  </a:lnTo>
                  <a:lnTo>
                    <a:pt x="1398" y="666"/>
                  </a:lnTo>
                  <a:lnTo>
                    <a:pt x="1398" y="666"/>
                  </a:lnTo>
                  <a:lnTo>
                    <a:pt x="1398" y="663"/>
                  </a:lnTo>
                  <a:lnTo>
                    <a:pt x="1398" y="6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5" name="Freeform 13">
              <a:extLst>
                <a:ext uri="{FF2B5EF4-FFF2-40B4-BE49-F238E27FC236}">
                  <a16:creationId xmlns:a16="http://schemas.microsoft.com/office/drawing/2014/main" id="{B58B48A9-1EF6-4BB1-8A66-10C2403D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6358" y="3138228"/>
              <a:ext cx="799625" cy="292661"/>
            </a:xfrm>
            <a:custGeom>
              <a:avLst/>
              <a:gdLst>
                <a:gd name="T0" fmla="*/ 719 w 847"/>
                <a:gd name="T1" fmla="*/ 24 h 310"/>
                <a:gd name="T2" fmla="*/ 802 w 847"/>
                <a:gd name="T3" fmla="*/ 10 h 310"/>
                <a:gd name="T4" fmla="*/ 838 w 847"/>
                <a:gd name="T5" fmla="*/ 2 h 310"/>
                <a:gd name="T6" fmla="*/ 842 w 847"/>
                <a:gd name="T7" fmla="*/ 26 h 310"/>
                <a:gd name="T8" fmla="*/ 847 w 847"/>
                <a:gd name="T9" fmla="*/ 36 h 310"/>
                <a:gd name="T10" fmla="*/ 826 w 847"/>
                <a:gd name="T11" fmla="*/ 45 h 310"/>
                <a:gd name="T12" fmla="*/ 814 w 847"/>
                <a:gd name="T13" fmla="*/ 71 h 310"/>
                <a:gd name="T14" fmla="*/ 809 w 847"/>
                <a:gd name="T15" fmla="*/ 69 h 310"/>
                <a:gd name="T16" fmla="*/ 805 w 847"/>
                <a:gd name="T17" fmla="*/ 66 h 310"/>
                <a:gd name="T18" fmla="*/ 798 w 847"/>
                <a:gd name="T19" fmla="*/ 69 h 310"/>
                <a:gd name="T20" fmla="*/ 783 w 847"/>
                <a:gd name="T21" fmla="*/ 76 h 310"/>
                <a:gd name="T22" fmla="*/ 776 w 847"/>
                <a:gd name="T23" fmla="*/ 90 h 310"/>
                <a:gd name="T24" fmla="*/ 767 w 847"/>
                <a:gd name="T25" fmla="*/ 95 h 310"/>
                <a:gd name="T26" fmla="*/ 764 w 847"/>
                <a:gd name="T27" fmla="*/ 88 h 310"/>
                <a:gd name="T28" fmla="*/ 757 w 847"/>
                <a:gd name="T29" fmla="*/ 88 h 310"/>
                <a:gd name="T30" fmla="*/ 748 w 847"/>
                <a:gd name="T31" fmla="*/ 97 h 310"/>
                <a:gd name="T32" fmla="*/ 743 w 847"/>
                <a:gd name="T33" fmla="*/ 102 h 310"/>
                <a:gd name="T34" fmla="*/ 734 w 847"/>
                <a:gd name="T35" fmla="*/ 104 h 310"/>
                <a:gd name="T36" fmla="*/ 736 w 847"/>
                <a:gd name="T37" fmla="*/ 109 h 310"/>
                <a:gd name="T38" fmla="*/ 731 w 847"/>
                <a:gd name="T39" fmla="*/ 123 h 310"/>
                <a:gd name="T40" fmla="*/ 717 w 847"/>
                <a:gd name="T41" fmla="*/ 128 h 310"/>
                <a:gd name="T42" fmla="*/ 705 w 847"/>
                <a:gd name="T43" fmla="*/ 137 h 310"/>
                <a:gd name="T44" fmla="*/ 698 w 847"/>
                <a:gd name="T45" fmla="*/ 145 h 310"/>
                <a:gd name="T46" fmla="*/ 686 w 847"/>
                <a:gd name="T47" fmla="*/ 154 h 310"/>
                <a:gd name="T48" fmla="*/ 675 w 847"/>
                <a:gd name="T49" fmla="*/ 159 h 310"/>
                <a:gd name="T50" fmla="*/ 667 w 847"/>
                <a:gd name="T51" fmla="*/ 161 h 310"/>
                <a:gd name="T52" fmla="*/ 658 w 847"/>
                <a:gd name="T53" fmla="*/ 163 h 310"/>
                <a:gd name="T54" fmla="*/ 644 w 847"/>
                <a:gd name="T55" fmla="*/ 171 h 310"/>
                <a:gd name="T56" fmla="*/ 637 w 847"/>
                <a:gd name="T57" fmla="*/ 180 h 310"/>
                <a:gd name="T58" fmla="*/ 634 w 847"/>
                <a:gd name="T59" fmla="*/ 189 h 310"/>
                <a:gd name="T60" fmla="*/ 632 w 847"/>
                <a:gd name="T61" fmla="*/ 201 h 310"/>
                <a:gd name="T62" fmla="*/ 618 w 847"/>
                <a:gd name="T63" fmla="*/ 208 h 310"/>
                <a:gd name="T64" fmla="*/ 613 w 847"/>
                <a:gd name="T65" fmla="*/ 208 h 310"/>
                <a:gd name="T66" fmla="*/ 608 w 847"/>
                <a:gd name="T67" fmla="*/ 223 h 310"/>
                <a:gd name="T68" fmla="*/ 580 w 847"/>
                <a:gd name="T69" fmla="*/ 244 h 310"/>
                <a:gd name="T70" fmla="*/ 478 w 847"/>
                <a:gd name="T71" fmla="*/ 258 h 310"/>
                <a:gd name="T72" fmla="*/ 350 w 847"/>
                <a:gd name="T73" fmla="*/ 272 h 310"/>
                <a:gd name="T74" fmla="*/ 220 w 847"/>
                <a:gd name="T75" fmla="*/ 287 h 310"/>
                <a:gd name="T76" fmla="*/ 173 w 847"/>
                <a:gd name="T77" fmla="*/ 294 h 310"/>
                <a:gd name="T78" fmla="*/ 67 w 847"/>
                <a:gd name="T79" fmla="*/ 305 h 310"/>
                <a:gd name="T80" fmla="*/ 3 w 847"/>
                <a:gd name="T81" fmla="*/ 308 h 310"/>
                <a:gd name="T82" fmla="*/ 15 w 847"/>
                <a:gd name="T83" fmla="*/ 294 h 310"/>
                <a:gd name="T84" fmla="*/ 17 w 847"/>
                <a:gd name="T85" fmla="*/ 265 h 310"/>
                <a:gd name="T86" fmla="*/ 26 w 847"/>
                <a:gd name="T87" fmla="*/ 244 h 310"/>
                <a:gd name="T88" fmla="*/ 31 w 847"/>
                <a:gd name="T89" fmla="*/ 232 h 310"/>
                <a:gd name="T90" fmla="*/ 31 w 847"/>
                <a:gd name="T91" fmla="*/ 216 h 310"/>
                <a:gd name="T92" fmla="*/ 48 w 847"/>
                <a:gd name="T93" fmla="*/ 192 h 310"/>
                <a:gd name="T94" fmla="*/ 50 w 847"/>
                <a:gd name="T95" fmla="*/ 180 h 310"/>
                <a:gd name="T96" fmla="*/ 60 w 847"/>
                <a:gd name="T97" fmla="*/ 163 h 310"/>
                <a:gd name="T98" fmla="*/ 62 w 847"/>
                <a:gd name="T99" fmla="*/ 145 h 310"/>
                <a:gd name="T100" fmla="*/ 64 w 847"/>
                <a:gd name="T101" fmla="*/ 135 h 310"/>
                <a:gd name="T102" fmla="*/ 67 w 847"/>
                <a:gd name="T103" fmla="*/ 116 h 310"/>
                <a:gd name="T104" fmla="*/ 74 w 847"/>
                <a:gd name="T105" fmla="*/ 116 h 310"/>
                <a:gd name="T106" fmla="*/ 211 w 847"/>
                <a:gd name="T107" fmla="*/ 102 h 310"/>
                <a:gd name="T108" fmla="*/ 206 w 847"/>
                <a:gd name="T109" fmla="*/ 78 h 310"/>
                <a:gd name="T110" fmla="*/ 230 w 847"/>
                <a:gd name="T111" fmla="*/ 83 h 310"/>
                <a:gd name="T112" fmla="*/ 263 w 847"/>
                <a:gd name="T113" fmla="*/ 78 h 310"/>
                <a:gd name="T114" fmla="*/ 343 w 847"/>
                <a:gd name="T115" fmla="*/ 69 h 310"/>
                <a:gd name="T116" fmla="*/ 369 w 847"/>
                <a:gd name="T117" fmla="*/ 64 h 310"/>
                <a:gd name="T118" fmla="*/ 528 w 847"/>
                <a:gd name="T119" fmla="*/ 50 h 310"/>
                <a:gd name="T120" fmla="*/ 641 w 847"/>
                <a:gd name="T121" fmla="*/ 36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7" h="310">
                  <a:moveTo>
                    <a:pt x="646" y="33"/>
                  </a:moveTo>
                  <a:lnTo>
                    <a:pt x="658" y="31"/>
                  </a:lnTo>
                  <a:lnTo>
                    <a:pt x="667" y="31"/>
                  </a:lnTo>
                  <a:lnTo>
                    <a:pt x="677" y="29"/>
                  </a:lnTo>
                  <a:lnTo>
                    <a:pt x="689" y="26"/>
                  </a:lnTo>
                  <a:lnTo>
                    <a:pt x="698" y="26"/>
                  </a:lnTo>
                  <a:lnTo>
                    <a:pt x="710" y="24"/>
                  </a:lnTo>
                  <a:lnTo>
                    <a:pt x="719" y="24"/>
                  </a:lnTo>
                  <a:lnTo>
                    <a:pt x="729" y="21"/>
                  </a:lnTo>
                  <a:lnTo>
                    <a:pt x="741" y="19"/>
                  </a:lnTo>
                  <a:lnTo>
                    <a:pt x="750" y="19"/>
                  </a:lnTo>
                  <a:lnTo>
                    <a:pt x="762" y="17"/>
                  </a:lnTo>
                  <a:lnTo>
                    <a:pt x="771" y="14"/>
                  </a:lnTo>
                  <a:lnTo>
                    <a:pt x="781" y="12"/>
                  </a:lnTo>
                  <a:lnTo>
                    <a:pt x="793" y="12"/>
                  </a:lnTo>
                  <a:lnTo>
                    <a:pt x="802" y="10"/>
                  </a:lnTo>
                  <a:lnTo>
                    <a:pt x="812" y="7"/>
                  </a:lnTo>
                  <a:lnTo>
                    <a:pt x="816" y="7"/>
                  </a:lnTo>
                  <a:lnTo>
                    <a:pt x="819" y="7"/>
                  </a:lnTo>
                  <a:lnTo>
                    <a:pt x="821" y="5"/>
                  </a:lnTo>
                  <a:lnTo>
                    <a:pt x="821" y="5"/>
                  </a:lnTo>
                  <a:lnTo>
                    <a:pt x="821" y="5"/>
                  </a:lnTo>
                  <a:lnTo>
                    <a:pt x="828" y="2"/>
                  </a:lnTo>
                  <a:lnTo>
                    <a:pt x="838" y="2"/>
                  </a:lnTo>
                  <a:lnTo>
                    <a:pt x="847" y="0"/>
                  </a:lnTo>
                  <a:lnTo>
                    <a:pt x="842" y="10"/>
                  </a:lnTo>
                  <a:lnTo>
                    <a:pt x="842" y="12"/>
                  </a:lnTo>
                  <a:lnTo>
                    <a:pt x="842" y="12"/>
                  </a:lnTo>
                  <a:lnTo>
                    <a:pt x="845" y="14"/>
                  </a:lnTo>
                  <a:lnTo>
                    <a:pt x="845" y="17"/>
                  </a:lnTo>
                  <a:lnTo>
                    <a:pt x="845" y="21"/>
                  </a:lnTo>
                  <a:lnTo>
                    <a:pt x="842" y="26"/>
                  </a:lnTo>
                  <a:lnTo>
                    <a:pt x="842" y="29"/>
                  </a:lnTo>
                  <a:lnTo>
                    <a:pt x="842" y="29"/>
                  </a:lnTo>
                  <a:lnTo>
                    <a:pt x="842" y="29"/>
                  </a:lnTo>
                  <a:lnTo>
                    <a:pt x="845" y="31"/>
                  </a:lnTo>
                  <a:lnTo>
                    <a:pt x="845" y="33"/>
                  </a:lnTo>
                  <a:lnTo>
                    <a:pt x="845" y="33"/>
                  </a:lnTo>
                  <a:lnTo>
                    <a:pt x="847" y="33"/>
                  </a:lnTo>
                  <a:lnTo>
                    <a:pt x="847" y="36"/>
                  </a:lnTo>
                  <a:lnTo>
                    <a:pt x="845" y="36"/>
                  </a:lnTo>
                  <a:lnTo>
                    <a:pt x="842" y="36"/>
                  </a:lnTo>
                  <a:lnTo>
                    <a:pt x="838" y="33"/>
                  </a:lnTo>
                  <a:lnTo>
                    <a:pt x="835" y="33"/>
                  </a:lnTo>
                  <a:lnTo>
                    <a:pt x="835" y="33"/>
                  </a:lnTo>
                  <a:lnTo>
                    <a:pt x="828" y="40"/>
                  </a:lnTo>
                  <a:lnTo>
                    <a:pt x="826" y="43"/>
                  </a:lnTo>
                  <a:lnTo>
                    <a:pt x="826" y="45"/>
                  </a:lnTo>
                  <a:lnTo>
                    <a:pt x="819" y="64"/>
                  </a:lnTo>
                  <a:lnTo>
                    <a:pt x="819" y="66"/>
                  </a:lnTo>
                  <a:lnTo>
                    <a:pt x="819" y="66"/>
                  </a:lnTo>
                  <a:lnTo>
                    <a:pt x="816" y="66"/>
                  </a:lnTo>
                  <a:lnTo>
                    <a:pt x="816" y="69"/>
                  </a:lnTo>
                  <a:lnTo>
                    <a:pt x="814" y="71"/>
                  </a:lnTo>
                  <a:lnTo>
                    <a:pt x="814" y="71"/>
                  </a:lnTo>
                  <a:lnTo>
                    <a:pt x="814" y="71"/>
                  </a:lnTo>
                  <a:lnTo>
                    <a:pt x="812" y="71"/>
                  </a:lnTo>
                  <a:lnTo>
                    <a:pt x="812" y="71"/>
                  </a:lnTo>
                  <a:lnTo>
                    <a:pt x="809" y="71"/>
                  </a:lnTo>
                  <a:lnTo>
                    <a:pt x="809" y="71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9" y="69"/>
                  </a:lnTo>
                  <a:lnTo>
                    <a:pt x="807" y="69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7" y="66"/>
                  </a:lnTo>
                  <a:lnTo>
                    <a:pt x="805" y="66"/>
                  </a:lnTo>
                  <a:lnTo>
                    <a:pt x="805" y="66"/>
                  </a:lnTo>
                  <a:lnTo>
                    <a:pt x="802" y="66"/>
                  </a:lnTo>
                  <a:lnTo>
                    <a:pt x="802" y="66"/>
                  </a:lnTo>
                  <a:lnTo>
                    <a:pt x="802" y="66"/>
                  </a:lnTo>
                  <a:lnTo>
                    <a:pt x="802" y="64"/>
                  </a:lnTo>
                  <a:lnTo>
                    <a:pt x="800" y="66"/>
                  </a:lnTo>
                  <a:lnTo>
                    <a:pt x="800" y="66"/>
                  </a:lnTo>
                  <a:lnTo>
                    <a:pt x="800" y="66"/>
                  </a:lnTo>
                  <a:lnTo>
                    <a:pt x="798" y="69"/>
                  </a:lnTo>
                  <a:lnTo>
                    <a:pt x="795" y="69"/>
                  </a:lnTo>
                  <a:lnTo>
                    <a:pt x="793" y="69"/>
                  </a:lnTo>
                  <a:lnTo>
                    <a:pt x="793" y="69"/>
                  </a:lnTo>
                  <a:lnTo>
                    <a:pt x="790" y="71"/>
                  </a:lnTo>
                  <a:lnTo>
                    <a:pt x="788" y="74"/>
                  </a:lnTo>
                  <a:lnTo>
                    <a:pt x="786" y="74"/>
                  </a:lnTo>
                  <a:lnTo>
                    <a:pt x="786" y="74"/>
                  </a:lnTo>
                  <a:lnTo>
                    <a:pt x="783" y="76"/>
                  </a:lnTo>
                  <a:lnTo>
                    <a:pt x="781" y="81"/>
                  </a:lnTo>
                  <a:lnTo>
                    <a:pt x="779" y="83"/>
                  </a:lnTo>
                  <a:lnTo>
                    <a:pt x="779" y="85"/>
                  </a:lnTo>
                  <a:lnTo>
                    <a:pt x="779" y="85"/>
                  </a:lnTo>
                  <a:lnTo>
                    <a:pt x="776" y="88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6" y="90"/>
                  </a:lnTo>
                  <a:lnTo>
                    <a:pt x="771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9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5"/>
                  </a:lnTo>
                  <a:lnTo>
                    <a:pt x="767" y="92"/>
                  </a:lnTo>
                  <a:lnTo>
                    <a:pt x="764" y="92"/>
                  </a:lnTo>
                  <a:lnTo>
                    <a:pt x="764" y="92"/>
                  </a:lnTo>
                  <a:lnTo>
                    <a:pt x="764" y="90"/>
                  </a:lnTo>
                  <a:lnTo>
                    <a:pt x="764" y="90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85"/>
                  </a:lnTo>
                  <a:lnTo>
                    <a:pt x="762" y="85"/>
                  </a:lnTo>
                  <a:lnTo>
                    <a:pt x="762" y="85"/>
                  </a:lnTo>
                  <a:lnTo>
                    <a:pt x="760" y="85"/>
                  </a:lnTo>
                  <a:lnTo>
                    <a:pt x="757" y="88"/>
                  </a:lnTo>
                  <a:lnTo>
                    <a:pt x="755" y="90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5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5" y="100"/>
                  </a:lnTo>
                  <a:lnTo>
                    <a:pt x="745" y="100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3" y="102"/>
                  </a:lnTo>
                  <a:lnTo>
                    <a:pt x="743" y="102"/>
                  </a:lnTo>
                  <a:lnTo>
                    <a:pt x="741" y="102"/>
                  </a:lnTo>
                  <a:lnTo>
                    <a:pt x="741" y="102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36" y="102"/>
                  </a:lnTo>
                  <a:lnTo>
                    <a:pt x="736" y="102"/>
                  </a:lnTo>
                  <a:lnTo>
                    <a:pt x="736" y="102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4"/>
                  </a:lnTo>
                  <a:lnTo>
                    <a:pt x="734" y="107"/>
                  </a:lnTo>
                  <a:lnTo>
                    <a:pt x="734" y="107"/>
                  </a:lnTo>
                  <a:lnTo>
                    <a:pt x="736" y="107"/>
                  </a:lnTo>
                  <a:lnTo>
                    <a:pt x="736" y="109"/>
                  </a:lnTo>
                  <a:lnTo>
                    <a:pt x="736" y="109"/>
                  </a:lnTo>
                  <a:lnTo>
                    <a:pt x="736" y="111"/>
                  </a:lnTo>
                  <a:lnTo>
                    <a:pt x="736" y="111"/>
                  </a:lnTo>
                  <a:lnTo>
                    <a:pt x="736" y="114"/>
                  </a:lnTo>
                  <a:lnTo>
                    <a:pt x="736" y="114"/>
                  </a:lnTo>
                  <a:lnTo>
                    <a:pt x="736" y="114"/>
                  </a:lnTo>
                  <a:lnTo>
                    <a:pt x="734" y="116"/>
                  </a:lnTo>
                  <a:lnTo>
                    <a:pt x="734" y="121"/>
                  </a:lnTo>
                  <a:lnTo>
                    <a:pt x="731" y="123"/>
                  </a:lnTo>
                  <a:lnTo>
                    <a:pt x="729" y="123"/>
                  </a:lnTo>
                  <a:lnTo>
                    <a:pt x="729" y="123"/>
                  </a:lnTo>
                  <a:lnTo>
                    <a:pt x="727" y="123"/>
                  </a:lnTo>
                  <a:lnTo>
                    <a:pt x="724" y="123"/>
                  </a:lnTo>
                  <a:lnTo>
                    <a:pt x="722" y="123"/>
                  </a:lnTo>
                  <a:lnTo>
                    <a:pt x="722" y="123"/>
                  </a:lnTo>
                  <a:lnTo>
                    <a:pt x="722" y="126"/>
                  </a:lnTo>
                  <a:lnTo>
                    <a:pt x="717" y="128"/>
                  </a:lnTo>
                  <a:lnTo>
                    <a:pt x="712" y="130"/>
                  </a:lnTo>
                  <a:lnTo>
                    <a:pt x="712" y="130"/>
                  </a:lnTo>
                  <a:lnTo>
                    <a:pt x="712" y="130"/>
                  </a:lnTo>
                  <a:lnTo>
                    <a:pt x="710" y="133"/>
                  </a:lnTo>
                  <a:lnTo>
                    <a:pt x="708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7"/>
                  </a:lnTo>
                  <a:lnTo>
                    <a:pt x="705" y="137"/>
                  </a:lnTo>
                  <a:lnTo>
                    <a:pt x="703" y="140"/>
                  </a:lnTo>
                  <a:lnTo>
                    <a:pt x="701" y="142"/>
                  </a:lnTo>
                  <a:lnTo>
                    <a:pt x="701" y="142"/>
                  </a:lnTo>
                  <a:lnTo>
                    <a:pt x="701" y="142"/>
                  </a:lnTo>
                  <a:lnTo>
                    <a:pt x="698" y="142"/>
                  </a:lnTo>
                  <a:lnTo>
                    <a:pt x="698" y="142"/>
                  </a:lnTo>
                  <a:lnTo>
                    <a:pt x="698" y="145"/>
                  </a:lnTo>
                  <a:lnTo>
                    <a:pt x="696" y="145"/>
                  </a:lnTo>
                  <a:lnTo>
                    <a:pt x="696" y="147"/>
                  </a:lnTo>
                  <a:lnTo>
                    <a:pt x="693" y="147"/>
                  </a:lnTo>
                  <a:lnTo>
                    <a:pt x="693" y="149"/>
                  </a:lnTo>
                  <a:lnTo>
                    <a:pt x="689" y="152"/>
                  </a:lnTo>
                  <a:lnTo>
                    <a:pt x="686" y="152"/>
                  </a:lnTo>
                  <a:lnTo>
                    <a:pt x="686" y="154"/>
                  </a:lnTo>
                  <a:lnTo>
                    <a:pt x="686" y="154"/>
                  </a:lnTo>
                  <a:lnTo>
                    <a:pt x="684" y="156"/>
                  </a:lnTo>
                  <a:lnTo>
                    <a:pt x="684" y="159"/>
                  </a:lnTo>
                  <a:lnTo>
                    <a:pt x="682" y="159"/>
                  </a:lnTo>
                  <a:lnTo>
                    <a:pt x="677" y="161"/>
                  </a:lnTo>
                  <a:lnTo>
                    <a:pt x="675" y="161"/>
                  </a:lnTo>
                  <a:lnTo>
                    <a:pt x="675" y="161"/>
                  </a:lnTo>
                  <a:lnTo>
                    <a:pt x="675" y="161"/>
                  </a:lnTo>
                  <a:lnTo>
                    <a:pt x="675" y="159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0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3" y="161"/>
                  </a:lnTo>
                  <a:lnTo>
                    <a:pt x="663" y="161"/>
                  </a:lnTo>
                  <a:lnTo>
                    <a:pt x="660" y="161"/>
                  </a:lnTo>
                  <a:lnTo>
                    <a:pt x="658" y="161"/>
                  </a:lnTo>
                  <a:lnTo>
                    <a:pt x="658" y="163"/>
                  </a:lnTo>
                  <a:lnTo>
                    <a:pt x="656" y="163"/>
                  </a:lnTo>
                  <a:lnTo>
                    <a:pt x="653" y="166"/>
                  </a:lnTo>
                  <a:lnTo>
                    <a:pt x="651" y="168"/>
                  </a:lnTo>
                  <a:lnTo>
                    <a:pt x="651" y="168"/>
                  </a:lnTo>
                  <a:lnTo>
                    <a:pt x="651" y="168"/>
                  </a:lnTo>
                  <a:lnTo>
                    <a:pt x="646" y="171"/>
                  </a:lnTo>
                  <a:lnTo>
                    <a:pt x="646" y="171"/>
                  </a:lnTo>
                  <a:lnTo>
                    <a:pt x="644" y="171"/>
                  </a:lnTo>
                  <a:lnTo>
                    <a:pt x="644" y="171"/>
                  </a:lnTo>
                  <a:lnTo>
                    <a:pt x="644" y="175"/>
                  </a:lnTo>
                  <a:lnTo>
                    <a:pt x="641" y="175"/>
                  </a:lnTo>
                  <a:lnTo>
                    <a:pt x="641" y="178"/>
                  </a:lnTo>
                  <a:lnTo>
                    <a:pt x="641" y="178"/>
                  </a:lnTo>
                  <a:lnTo>
                    <a:pt x="637" y="180"/>
                  </a:lnTo>
                  <a:lnTo>
                    <a:pt x="637" y="180"/>
                  </a:lnTo>
                  <a:lnTo>
                    <a:pt x="637" y="180"/>
                  </a:lnTo>
                  <a:lnTo>
                    <a:pt x="634" y="182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5"/>
                  </a:lnTo>
                  <a:lnTo>
                    <a:pt x="634" y="187"/>
                  </a:lnTo>
                  <a:lnTo>
                    <a:pt x="634" y="187"/>
                  </a:lnTo>
                  <a:lnTo>
                    <a:pt x="634" y="189"/>
                  </a:lnTo>
                  <a:lnTo>
                    <a:pt x="634" y="189"/>
                  </a:lnTo>
                  <a:lnTo>
                    <a:pt x="634" y="189"/>
                  </a:lnTo>
                  <a:lnTo>
                    <a:pt x="632" y="192"/>
                  </a:lnTo>
                  <a:lnTo>
                    <a:pt x="632" y="194"/>
                  </a:lnTo>
                  <a:lnTo>
                    <a:pt x="632" y="194"/>
                  </a:lnTo>
                  <a:lnTo>
                    <a:pt x="632" y="194"/>
                  </a:lnTo>
                  <a:lnTo>
                    <a:pt x="632" y="199"/>
                  </a:lnTo>
                  <a:lnTo>
                    <a:pt x="632" y="201"/>
                  </a:lnTo>
                  <a:lnTo>
                    <a:pt x="632" y="201"/>
                  </a:lnTo>
                  <a:lnTo>
                    <a:pt x="630" y="204"/>
                  </a:lnTo>
                  <a:lnTo>
                    <a:pt x="630" y="204"/>
                  </a:lnTo>
                  <a:lnTo>
                    <a:pt x="627" y="206"/>
                  </a:lnTo>
                  <a:lnTo>
                    <a:pt x="627" y="206"/>
                  </a:lnTo>
                  <a:lnTo>
                    <a:pt x="625" y="206"/>
                  </a:lnTo>
                  <a:lnTo>
                    <a:pt x="620" y="206"/>
                  </a:lnTo>
                  <a:lnTo>
                    <a:pt x="618" y="208"/>
                  </a:lnTo>
                  <a:lnTo>
                    <a:pt x="618" y="208"/>
                  </a:lnTo>
                  <a:lnTo>
                    <a:pt x="618" y="206"/>
                  </a:lnTo>
                  <a:lnTo>
                    <a:pt x="618" y="206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3" y="206"/>
                  </a:lnTo>
                  <a:lnTo>
                    <a:pt x="613" y="208"/>
                  </a:lnTo>
                  <a:lnTo>
                    <a:pt x="611" y="208"/>
                  </a:lnTo>
                  <a:lnTo>
                    <a:pt x="611" y="211"/>
                  </a:lnTo>
                  <a:lnTo>
                    <a:pt x="608" y="211"/>
                  </a:lnTo>
                  <a:lnTo>
                    <a:pt x="608" y="213"/>
                  </a:lnTo>
                  <a:lnTo>
                    <a:pt x="608" y="213"/>
                  </a:lnTo>
                  <a:lnTo>
                    <a:pt x="608" y="216"/>
                  </a:lnTo>
                  <a:lnTo>
                    <a:pt x="608" y="218"/>
                  </a:lnTo>
                  <a:lnTo>
                    <a:pt x="608" y="223"/>
                  </a:lnTo>
                  <a:lnTo>
                    <a:pt x="608" y="230"/>
                  </a:lnTo>
                  <a:lnTo>
                    <a:pt x="608" y="237"/>
                  </a:lnTo>
                  <a:lnTo>
                    <a:pt x="611" y="242"/>
                  </a:lnTo>
                  <a:lnTo>
                    <a:pt x="601" y="244"/>
                  </a:lnTo>
                  <a:lnTo>
                    <a:pt x="592" y="244"/>
                  </a:lnTo>
                  <a:lnTo>
                    <a:pt x="585" y="244"/>
                  </a:lnTo>
                  <a:lnTo>
                    <a:pt x="582" y="244"/>
                  </a:lnTo>
                  <a:lnTo>
                    <a:pt x="580" y="244"/>
                  </a:lnTo>
                  <a:lnTo>
                    <a:pt x="568" y="246"/>
                  </a:lnTo>
                  <a:lnTo>
                    <a:pt x="554" y="249"/>
                  </a:lnTo>
                  <a:lnTo>
                    <a:pt x="542" y="251"/>
                  </a:lnTo>
                  <a:lnTo>
                    <a:pt x="528" y="251"/>
                  </a:lnTo>
                  <a:lnTo>
                    <a:pt x="516" y="253"/>
                  </a:lnTo>
                  <a:lnTo>
                    <a:pt x="504" y="256"/>
                  </a:lnTo>
                  <a:lnTo>
                    <a:pt x="490" y="256"/>
                  </a:lnTo>
                  <a:lnTo>
                    <a:pt x="478" y="258"/>
                  </a:lnTo>
                  <a:lnTo>
                    <a:pt x="462" y="260"/>
                  </a:lnTo>
                  <a:lnTo>
                    <a:pt x="445" y="263"/>
                  </a:lnTo>
                  <a:lnTo>
                    <a:pt x="431" y="263"/>
                  </a:lnTo>
                  <a:lnTo>
                    <a:pt x="414" y="265"/>
                  </a:lnTo>
                  <a:lnTo>
                    <a:pt x="398" y="268"/>
                  </a:lnTo>
                  <a:lnTo>
                    <a:pt x="381" y="270"/>
                  </a:lnTo>
                  <a:lnTo>
                    <a:pt x="365" y="272"/>
                  </a:lnTo>
                  <a:lnTo>
                    <a:pt x="350" y="272"/>
                  </a:lnTo>
                  <a:lnTo>
                    <a:pt x="334" y="275"/>
                  </a:lnTo>
                  <a:lnTo>
                    <a:pt x="317" y="277"/>
                  </a:lnTo>
                  <a:lnTo>
                    <a:pt x="301" y="277"/>
                  </a:lnTo>
                  <a:lnTo>
                    <a:pt x="284" y="279"/>
                  </a:lnTo>
                  <a:lnTo>
                    <a:pt x="270" y="282"/>
                  </a:lnTo>
                  <a:lnTo>
                    <a:pt x="253" y="282"/>
                  </a:lnTo>
                  <a:lnTo>
                    <a:pt x="237" y="284"/>
                  </a:lnTo>
                  <a:lnTo>
                    <a:pt x="220" y="287"/>
                  </a:lnTo>
                  <a:lnTo>
                    <a:pt x="218" y="287"/>
                  </a:lnTo>
                  <a:lnTo>
                    <a:pt x="216" y="287"/>
                  </a:lnTo>
                  <a:lnTo>
                    <a:pt x="218" y="289"/>
                  </a:lnTo>
                  <a:lnTo>
                    <a:pt x="218" y="289"/>
                  </a:lnTo>
                  <a:lnTo>
                    <a:pt x="213" y="289"/>
                  </a:lnTo>
                  <a:lnTo>
                    <a:pt x="199" y="291"/>
                  </a:lnTo>
                  <a:lnTo>
                    <a:pt x="187" y="294"/>
                  </a:lnTo>
                  <a:lnTo>
                    <a:pt x="173" y="294"/>
                  </a:lnTo>
                  <a:lnTo>
                    <a:pt x="161" y="296"/>
                  </a:lnTo>
                  <a:lnTo>
                    <a:pt x="147" y="296"/>
                  </a:lnTo>
                  <a:lnTo>
                    <a:pt x="133" y="298"/>
                  </a:lnTo>
                  <a:lnTo>
                    <a:pt x="121" y="298"/>
                  </a:lnTo>
                  <a:lnTo>
                    <a:pt x="107" y="301"/>
                  </a:lnTo>
                  <a:lnTo>
                    <a:pt x="95" y="303"/>
                  </a:lnTo>
                  <a:lnTo>
                    <a:pt x="81" y="303"/>
                  </a:lnTo>
                  <a:lnTo>
                    <a:pt x="67" y="305"/>
                  </a:lnTo>
                  <a:lnTo>
                    <a:pt x="55" y="305"/>
                  </a:lnTo>
                  <a:lnTo>
                    <a:pt x="41" y="308"/>
                  </a:lnTo>
                  <a:lnTo>
                    <a:pt x="29" y="308"/>
                  </a:lnTo>
                  <a:lnTo>
                    <a:pt x="15" y="310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3" y="308"/>
                  </a:lnTo>
                  <a:lnTo>
                    <a:pt x="5" y="305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2" y="301"/>
                  </a:lnTo>
                  <a:lnTo>
                    <a:pt x="12" y="298"/>
                  </a:lnTo>
                  <a:lnTo>
                    <a:pt x="12" y="296"/>
                  </a:lnTo>
                  <a:lnTo>
                    <a:pt x="12" y="294"/>
                  </a:lnTo>
                  <a:lnTo>
                    <a:pt x="15" y="294"/>
                  </a:lnTo>
                  <a:lnTo>
                    <a:pt x="17" y="294"/>
                  </a:lnTo>
                  <a:lnTo>
                    <a:pt x="19" y="294"/>
                  </a:lnTo>
                  <a:lnTo>
                    <a:pt x="22" y="289"/>
                  </a:lnTo>
                  <a:lnTo>
                    <a:pt x="22" y="284"/>
                  </a:lnTo>
                  <a:lnTo>
                    <a:pt x="19" y="279"/>
                  </a:lnTo>
                  <a:lnTo>
                    <a:pt x="17" y="275"/>
                  </a:lnTo>
                  <a:lnTo>
                    <a:pt x="17" y="272"/>
                  </a:lnTo>
                  <a:lnTo>
                    <a:pt x="17" y="265"/>
                  </a:lnTo>
                  <a:lnTo>
                    <a:pt x="17" y="263"/>
                  </a:lnTo>
                  <a:lnTo>
                    <a:pt x="17" y="260"/>
                  </a:lnTo>
                  <a:lnTo>
                    <a:pt x="22" y="256"/>
                  </a:lnTo>
                  <a:lnTo>
                    <a:pt x="24" y="253"/>
                  </a:lnTo>
                  <a:lnTo>
                    <a:pt x="24" y="251"/>
                  </a:lnTo>
                  <a:lnTo>
                    <a:pt x="26" y="249"/>
                  </a:lnTo>
                  <a:lnTo>
                    <a:pt x="24" y="246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9" y="242"/>
                  </a:lnTo>
                  <a:lnTo>
                    <a:pt x="31" y="242"/>
                  </a:lnTo>
                  <a:lnTo>
                    <a:pt x="34" y="242"/>
                  </a:lnTo>
                  <a:lnTo>
                    <a:pt x="34" y="239"/>
                  </a:lnTo>
                  <a:lnTo>
                    <a:pt x="34" y="237"/>
                  </a:lnTo>
                  <a:lnTo>
                    <a:pt x="31" y="234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4" y="230"/>
                  </a:lnTo>
                  <a:lnTo>
                    <a:pt x="34" y="227"/>
                  </a:lnTo>
                  <a:lnTo>
                    <a:pt x="34" y="225"/>
                  </a:lnTo>
                  <a:lnTo>
                    <a:pt x="31" y="223"/>
                  </a:lnTo>
                  <a:lnTo>
                    <a:pt x="29" y="220"/>
                  </a:lnTo>
                  <a:lnTo>
                    <a:pt x="29" y="218"/>
                  </a:lnTo>
                  <a:lnTo>
                    <a:pt x="31" y="216"/>
                  </a:lnTo>
                  <a:lnTo>
                    <a:pt x="45" y="208"/>
                  </a:lnTo>
                  <a:lnTo>
                    <a:pt x="50" y="201"/>
                  </a:lnTo>
                  <a:lnTo>
                    <a:pt x="50" y="199"/>
                  </a:lnTo>
                  <a:lnTo>
                    <a:pt x="48" y="199"/>
                  </a:lnTo>
                  <a:lnTo>
                    <a:pt x="45" y="197"/>
                  </a:lnTo>
                  <a:lnTo>
                    <a:pt x="45" y="194"/>
                  </a:lnTo>
                  <a:lnTo>
                    <a:pt x="45" y="192"/>
                  </a:lnTo>
                  <a:lnTo>
                    <a:pt x="48" y="192"/>
                  </a:lnTo>
                  <a:lnTo>
                    <a:pt x="50" y="192"/>
                  </a:lnTo>
                  <a:lnTo>
                    <a:pt x="55" y="194"/>
                  </a:lnTo>
                  <a:lnTo>
                    <a:pt x="55" y="194"/>
                  </a:lnTo>
                  <a:lnTo>
                    <a:pt x="55" y="192"/>
                  </a:lnTo>
                  <a:lnTo>
                    <a:pt x="55" y="187"/>
                  </a:lnTo>
                  <a:lnTo>
                    <a:pt x="50" y="185"/>
                  </a:lnTo>
                  <a:lnTo>
                    <a:pt x="50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52" y="171"/>
                  </a:lnTo>
                  <a:lnTo>
                    <a:pt x="52" y="168"/>
                  </a:lnTo>
                  <a:lnTo>
                    <a:pt x="52" y="168"/>
                  </a:lnTo>
                  <a:lnTo>
                    <a:pt x="55" y="166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60" y="163"/>
                  </a:lnTo>
                  <a:lnTo>
                    <a:pt x="55" y="159"/>
                  </a:lnTo>
                  <a:lnTo>
                    <a:pt x="50" y="149"/>
                  </a:lnTo>
                  <a:lnTo>
                    <a:pt x="50" y="149"/>
                  </a:lnTo>
                  <a:lnTo>
                    <a:pt x="60" y="149"/>
                  </a:lnTo>
                  <a:lnTo>
                    <a:pt x="62" y="147"/>
                  </a:lnTo>
                  <a:lnTo>
                    <a:pt x="62" y="147"/>
                  </a:lnTo>
                  <a:lnTo>
                    <a:pt x="62" y="145"/>
                  </a:lnTo>
                  <a:lnTo>
                    <a:pt x="62" y="145"/>
                  </a:lnTo>
                  <a:lnTo>
                    <a:pt x="60" y="145"/>
                  </a:lnTo>
                  <a:lnTo>
                    <a:pt x="57" y="142"/>
                  </a:lnTo>
                  <a:lnTo>
                    <a:pt x="55" y="140"/>
                  </a:lnTo>
                  <a:lnTo>
                    <a:pt x="55" y="137"/>
                  </a:lnTo>
                  <a:lnTo>
                    <a:pt x="57" y="137"/>
                  </a:lnTo>
                  <a:lnTo>
                    <a:pt x="60" y="137"/>
                  </a:lnTo>
                  <a:lnTo>
                    <a:pt x="62" y="135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0"/>
                  </a:lnTo>
                  <a:lnTo>
                    <a:pt x="62" y="123"/>
                  </a:lnTo>
                  <a:lnTo>
                    <a:pt x="60" y="123"/>
                  </a:lnTo>
                  <a:lnTo>
                    <a:pt x="62" y="121"/>
                  </a:lnTo>
                  <a:lnTo>
                    <a:pt x="60" y="118"/>
                  </a:lnTo>
                  <a:lnTo>
                    <a:pt x="60" y="118"/>
                  </a:lnTo>
                  <a:lnTo>
                    <a:pt x="67" y="116"/>
                  </a:lnTo>
                  <a:lnTo>
                    <a:pt x="67" y="118"/>
                  </a:lnTo>
                  <a:lnTo>
                    <a:pt x="64" y="121"/>
                  </a:lnTo>
                  <a:lnTo>
                    <a:pt x="67" y="123"/>
                  </a:lnTo>
                  <a:lnTo>
                    <a:pt x="69" y="123"/>
                  </a:lnTo>
                  <a:lnTo>
                    <a:pt x="69" y="121"/>
                  </a:lnTo>
                  <a:lnTo>
                    <a:pt x="71" y="121"/>
                  </a:lnTo>
                  <a:lnTo>
                    <a:pt x="74" y="118"/>
                  </a:lnTo>
                  <a:lnTo>
                    <a:pt x="74" y="116"/>
                  </a:lnTo>
                  <a:lnTo>
                    <a:pt x="90" y="114"/>
                  </a:lnTo>
                  <a:lnTo>
                    <a:pt x="107" y="114"/>
                  </a:lnTo>
                  <a:lnTo>
                    <a:pt x="126" y="111"/>
                  </a:lnTo>
                  <a:lnTo>
                    <a:pt x="142" y="109"/>
                  </a:lnTo>
                  <a:lnTo>
                    <a:pt x="159" y="109"/>
                  </a:lnTo>
                  <a:lnTo>
                    <a:pt x="178" y="107"/>
                  </a:lnTo>
                  <a:lnTo>
                    <a:pt x="194" y="104"/>
                  </a:lnTo>
                  <a:lnTo>
                    <a:pt x="211" y="102"/>
                  </a:lnTo>
                  <a:lnTo>
                    <a:pt x="211" y="100"/>
                  </a:lnTo>
                  <a:lnTo>
                    <a:pt x="211" y="95"/>
                  </a:lnTo>
                  <a:lnTo>
                    <a:pt x="211" y="92"/>
                  </a:lnTo>
                  <a:lnTo>
                    <a:pt x="209" y="88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13" y="78"/>
                  </a:lnTo>
                  <a:lnTo>
                    <a:pt x="220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81"/>
                  </a:lnTo>
                  <a:lnTo>
                    <a:pt x="230" y="81"/>
                  </a:lnTo>
                  <a:lnTo>
                    <a:pt x="230" y="83"/>
                  </a:lnTo>
                  <a:lnTo>
                    <a:pt x="230" y="83"/>
                  </a:lnTo>
                  <a:lnTo>
                    <a:pt x="230" y="83"/>
                  </a:lnTo>
                  <a:lnTo>
                    <a:pt x="235" y="81"/>
                  </a:lnTo>
                  <a:lnTo>
                    <a:pt x="237" y="81"/>
                  </a:lnTo>
                  <a:lnTo>
                    <a:pt x="239" y="81"/>
                  </a:lnTo>
                  <a:lnTo>
                    <a:pt x="246" y="81"/>
                  </a:lnTo>
                  <a:lnTo>
                    <a:pt x="253" y="78"/>
                  </a:lnTo>
                  <a:lnTo>
                    <a:pt x="263" y="78"/>
                  </a:lnTo>
                  <a:lnTo>
                    <a:pt x="272" y="76"/>
                  </a:lnTo>
                  <a:lnTo>
                    <a:pt x="284" y="76"/>
                  </a:lnTo>
                  <a:lnTo>
                    <a:pt x="294" y="74"/>
                  </a:lnTo>
                  <a:lnTo>
                    <a:pt x="306" y="74"/>
                  </a:lnTo>
                  <a:lnTo>
                    <a:pt x="317" y="71"/>
                  </a:lnTo>
                  <a:lnTo>
                    <a:pt x="327" y="71"/>
                  </a:lnTo>
                  <a:lnTo>
                    <a:pt x="336" y="69"/>
                  </a:lnTo>
                  <a:lnTo>
                    <a:pt x="343" y="69"/>
                  </a:lnTo>
                  <a:lnTo>
                    <a:pt x="348" y="66"/>
                  </a:lnTo>
                  <a:lnTo>
                    <a:pt x="353" y="66"/>
                  </a:lnTo>
                  <a:lnTo>
                    <a:pt x="355" y="66"/>
                  </a:lnTo>
                  <a:lnTo>
                    <a:pt x="358" y="66"/>
                  </a:lnTo>
                  <a:lnTo>
                    <a:pt x="362" y="64"/>
                  </a:lnTo>
                  <a:lnTo>
                    <a:pt x="362" y="64"/>
                  </a:lnTo>
                  <a:lnTo>
                    <a:pt x="367" y="64"/>
                  </a:lnTo>
                  <a:lnTo>
                    <a:pt x="369" y="64"/>
                  </a:lnTo>
                  <a:lnTo>
                    <a:pt x="379" y="64"/>
                  </a:lnTo>
                  <a:lnTo>
                    <a:pt x="393" y="62"/>
                  </a:lnTo>
                  <a:lnTo>
                    <a:pt x="410" y="59"/>
                  </a:lnTo>
                  <a:lnTo>
                    <a:pt x="429" y="59"/>
                  </a:lnTo>
                  <a:lnTo>
                    <a:pt x="452" y="57"/>
                  </a:lnTo>
                  <a:lnTo>
                    <a:pt x="476" y="55"/>
                  </a:lnTo>
                  <a:lnTo>
                    <a:pt x="502" y="52"/>
                  </a:lnTo>
                  <a:lnTo>
                    <a:pt x="528" y="50"/>
                  </a:lnTo>
                  <a:lnTo>
                    <a:pt x="552" y="45"/>
                  </a:lnTo>
                  <a:lnTo>
                    <a:pt x="573" y="43"/>
                  </a:lnTo>
                  <a:lnTo>
                    <a:pt x="594" y="43"/>
                  </a:lnTo>
                  <a:lnTo>
                    <a:pt x="611" y="40"/>
                  </a:lnTo>
                  <a:lnTo>
                    <a:pt x="625" y="38"/>
                  </a:lnTo>
                  <a:lnTo>
                    <a:pt x="632" y="38"/>
                  </a:lnTo>
                  <a:lnTo>
                    <a:pt x="637" y="38"/>
                  </a:lnTo>
                  <a:lnTo>
                    <a:pt x="641" y="36"/>
                  </a:lnTo>
                  <a:lnTo>
                    <a:pt x="644" y="36"/>
                  </a:lnTo>
                  <a:lnTo>
                    <a:pt x="646" y="33"/>
                  </a:lnTo>
                  <a:lnTo>
                    <a:pt x="646" y="3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14">
              <a:extLst>
                <a:ext uri="{FF2B5EF4-FFF2-40B4-BE49-F238E27FC236}">
                  <a16:creationId xmlns:a16="http://schemas.microsoft.com/office/drawing/2014/main" id="{96B362A8-DDB0-4C88-98E6-AC47BDEF8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819" y="2197938"/>
              <a:ext cx="667455" cy="392732"/>
            </a:xfrm>
            <a:custGeom>
              <a:avLst/>
              <a:gdLst>
                <a:gd name="T0" fmla="*/ 686 w 707"/>
                <a:gd name="T1" fmla="*/ 12 h 416"/>
                <a:gd name="T2" fmla="*/ 679 w 707"/>
                <a:gd name="T3" fmla="*/ 23 h 416"/>
                <a:gd name="T4" fmla="*/ 663 w 707"/>
                <a:gd name="T5" fmla="*/ 38 h 416"/>
                <a:gd name="T6" fmla="*/ 670 w 707"/>
                <a:gd name="T7" fmla="*/ 52 h 416"/>
                <a:gd name="T8" fmla="*/ 691 w 707"/>
                <a:gd name="T9" fmla="*/ 68 h 416"/>
                <a:gd name="T10" fmla="*/ 700 w 707"/>
                <a:gd name="T11" fmla="*/ 78 h 416"/>
                <a:gd name="T12" fmla="*/ 703 w 707"/>
                <a:gd name="T13" fmla="*/ 189 h 416"/>
                <a:gd name="T14" fmla="*/ 693 w 707"/>
                <a:gd name="T15" fmla="*/ 296 h 416"/>
                <a:gd name="T16" fmla="*/ 693 w 707"/>
                <a:gd name="T17" fmla="*/ 303 h 416"/>
                <a:gd name="T18" fmla="*/ 698 w 707"/>
                <a:gd name="T19" fmla="*/ 310 h 416"/>
                <a:gd name="T20" fmla="*/ 698 w 707"/>
                <a:gd name="T21" fmla="*/ 322 h 416"/>
                <a:gd name="T22" fmla="*/ 696 w 707"/>
                <a:gd name="T23" fmla="*/ 324 h 416"/>
                <a:gd name="T24" fmla="*/ 696 w 707"/>
                <a:gd name="T25" fmla="*/ 326 h 416"/>
                <a:gd name="T26" fmla="*/ 698 w 707"/>
                <a:gd name="T27" fmla="*/ 329 h 416"/>
                <a:gd name="T28" fmla="*/ 705 w 707"/>
                <a:gd name="T29" fmla="*/ 331 h 416"/>
                <a:gd name="T30" fmla="*/ 707 w 707"/>
                <a:gd name="T31" fmla="*/ 341 h 416"/>
                <a:gd name="T32" fmla="*/ 703 w 707"/>
                <a:gd name="T33" fmla="*/ 350 h 416"/>
                <a:gd name="T34" fmla="*/ 705 w 707"/>
                <a:gd name="T35" fmla="*/ 355 h 416"/>
                <a:gd name="T36" fmla="*/ 703 w 707"/>
                <a:gd name="T37" fmla="*/ 359 h 416"/>
                <a:gd name="T38" fmla="*/ 700 w 707"/>
                <a:gd name="T39" fmla="*/ 367 h 416"/>
                <a:gd name="T40" fmla="*/ 698 w 707"/>
                <a:gd name="T41" fmla="*/ 371 h 416"/>
                <a:gd name="T42" fmla="*/ 696 w 707"/>
                <a:gd name="T43" fmla="*/ 376 h 416"/>
                <a:gd name="T44" fmla="*/ 696 w 707"/>
                <a:gd name="T45" fmla="*/ 378 h 416"/>
                <a:gd name="T46" fmla="*/ 691 w 707"/>
                <a:gd name="T47" fmla="*/ 388 h 416"/>
                <a:gd name="T48" fmla="*/ 700 w 707"/>
                <a:gd name="T49" fmla="*/ 397 h 416"/>
                <a:gd name="T50" fmla="*/ 703 w 707"/>
                <a:gd name="T51" fmla="*/ 400 h 416"/>
                <a:gd name="T52" fmla="*/ 703 w 707"/>
                <a:gd name="T53" fmla="*/ 404 h 416"/>
                <a:gd name="T54" fmla="*/ 705 w 707"/>
                <a:gd name="T55" fmla="*/ 407 h 416"/>
                <a:gd name="T56" fmla="*/ 696 w 707"/>
                <a:gd name="T57" fmla="*/ 414 h 416"/>
                <a:gd name="T58" fmla="*/ 686 w 707"/>
                <a:gd name="T59" fmla="*/ 402 h 416"/>
                <a:gd name="T60" fmla="*/ 686 w 707"/>
                <a:gd name="T61" fmla="*/ 397 h 416"/>
                <a:gd name="T62" fmla="*/ 677 w 707"/>
                <a:gd name="T63" fmla="*/ 395 h 416"/>
                <a:gd name="T64" fmla="*/ 663 w 707"/>
                <a:gd name="T65" fmla="*/ 388 h 416"/>
                <a:gd name="T66" fmla="*/ 653 w 707"/>
                <a:gd name="T67" fmla="*/ 385 h 416"/>
                <a:gd name="T68" fmla="*/ 639 w 707"/>
                <a:gd name="T69" fmla="*/ 378 h 416"/>
                <a:gd name="T70" fmla="*/ 608 w 707"/>
                <a:gd name="T71" fmla="*/ 376 h 416"/>
                <a:gd name="T72" fmla="*/ 592 w 707"/>
                <a:gd name="T73" fmla="*/ 376 h 416"/>
                <a:gd name="T74" fmla="*/ 575 w 707"/>
                <a:gd name="T75" fmla="*/ 378 h 416"/>
                <a:gd name="T76" fmla="*/ 570 w 707"/>
                <a:gd name="T77" fmla="*/ 385 h 416"/>
                <a:gd name="T78" fmla="*/ 556 w 707"/>
                <a:gd name="T79" fmla="*/ 383 h 416"/>
                <a:gd name="T80" fmla="*/ 532 w 707"/>
                <a:gd name="T81" fmla="*/ 369 h 416"/>
                <a:gd name="T82" fmla="*/ 518 w 707"/>
                <a:gd name="T83" fmla="*/ 362 h 416"/>
                <a:gd name="T84" fmla="*/ 431 w 707"/>
                <a:gd name="T85" fmla="*/ 362 h 416"/>
                <a:gd name="T86" fmla="*/ 334 w 707"/>
                <a:gd name="T87" fmla="*/ 362 h 416"/>
                <a:gd name="T88" fmla="*/ 239 w 707"/>
                <a:gd name="T89" fmla="*/ 362 h 416"/>
                <a:gd name="T90" fmla="*/ 145 w 707"/>
                <a:gd name="T91" fmla="*/ 359 h 416"/>
                <a:gd name="T92" fmla="*/ 48 w 707"/>
                <a:gd name="T93" fmla="*/ 357 h 416"/>
                <a:gd name="T94" fmla="*/ 3 w 707"/>
                <a:gd name="T95" fmla="*/ 310 h 416"/>
                <a:gd name="T96" fmla="*/ 5 w 707"/>
                <a:gd name="T97" fmla="*/ 217 h 416"/>
                <a:gd name="T98" fmla="*/ 7 w 707"/>
                <a:gd name="T99" fmla="*/ 128 h 416"/>
                <a:gd name="T100" fmla="*/ 12 w 707"/>
                <a:gd name="T101" fmla="*/ 78 h 416"/>
                <a:gd name="T102" fmla="*/ 14 w 707"/>
                <a:gd name="T103" fmla="*/ 0 h 416"/>
                <a:gd name="T104" fmla="*/ 142 w 707"/>
                <a:gd name="T105" fmla="*/ 2 h 416"/>
                <a:gd name="T106" fmla="*/ 267 w 707"/>
                <a:gd name="T107" fmla="*/ 4 h 416"/>
                <a:gd name="T108" fmla="*/ 393 w 707"/>
                <a:gd name="T109" fmla="*/ 4 h 416"/>
                <a:gd name="T110" fmla="*/ 518 w 707"/>
                <a:gd name="T111" fmla="*/ 4 h 416"/>
                <a:gd name="T112" fmla="*/ 646 w 707"/>
                <a:gd name="T113" fmla="*/ 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7" h="416">
                  <a:moveTo>
                    <a:pt x="689" y="0"/>
                  </a:moveTo>
                  <a:lnTo>
                    <a:pt x="686" y="2"/>
                  </a:lnTo>
                  <a:lnTo>
                    <a:pt x="686" y="2"/>
                  </a:lnTo>
                  <a:lnTo>
                    <a:pt x="686" y="2"/>
                  </a:lnTo>
                  <a:lnTo>
                    <a:pt x="686" y="4"/>
                  </a:lnTo>
                  <a:lnTo>
                    <a:pt x="686" y="12"/>
                  </a:lnTo>
                  <a:lnTo>
                    <a:pt x="686" y="14"/>
                  </a:lnTo>
                  <a:lnTo>
                    <a:pt x="684" y="16"/>
                  </a:lnTo>
                  <a:lnTo>
                    <a:pt x="681" y="21"/>
                  </a:lnTo>
                  <a:lnTo>
                    <a:pt x="681" y="23"/>
                  </a:lnTo>
                  <a:lnTo>
                    <a:pt x="679" y="23"/>
                  </a:lnTo>
                  <a:lnTo>
                    <a:pt x="679" y="23"/>
                  </a:lnTo>
                  <a:lnTo>
                    <a:pt x="677" y="26"/>
                  </a:lnTo>
                  <a:lnTo>
                    <a:pt x="670" y="30"/>
                  </a:lnTo>
                  <a:lnTo>
                    <a:pt x="670" y="30"/>
                  </a:lnTo>
                  <a:lnTo>
                    <a:pt x="667" y="33"/>
                  </a:lnTo>
                  <a:lnTo>
                    <a:pt x="665" y="35"/>
                  </a:lnTo>
                  <a:lnTo>
                    <a:pt x="663" y="38"/>
                  </a:lnTo>
                  <a:lnTo>
                    <a:pt x="663" y="38"/>
                  </a:lnTo>
                  <a:lnTo>
                    <a:pt x="663" y="40"/>
                  </a:lnTo>
                  <a:lnTo>
                    <a:pt x="660" y="42"/>
                  </a:lnTo>
                  <a:lnTo>
                    <a:pt x="663" y="45"/>
                  </a:lnTo>
                  <a:lnTo>
                    <a:pt x="667" y="49"/>
                  </a:lnTo>
                  <a:lnTo>
                    <a:pt x="670" y="52"/>
                  </a:lnTo>
                  <a:lnTo>
                    <a:pt x="674" y="59"/>
                  </a:lnTo>
                  <a:lnTo>
                    <a:pt x="677" y="64"/>
                  </a:lnTo>
                  <a:lnTo>
                    <a:pt x="677" y="66"/>
                  </a:lnTo>
                  <a:lnTo>
                    <a:pt x="684" y="66"/>
                  </a:lnTo>
                  <a:lnTo>
                    <a:pt x="689" y="66"/>
                  </a:lnTo>
                  <a:lnTo>
                    <a:pt x="691" y="68"/>
                  </a:lnTo>
                  <a:lnTo>
                    <a:pt x="693" y="68"/>
                  </a:lnTo>
                  <a:lnTo>
                    <a:pt x="696" y="71"/>
                  </a:lnTo>
                  <a:lnTo>
                    <a:pt x="696" y="71"/>
                  </a:lnTo>
                  <a:lnTo>
                    <a:pt x="698" y="75"/>
                  </a:lnTo>
                  <a:lnTo>
                    <a:pt x="698" y="78"/>
                  </a:lnTo>
                  <a:lnTo>
                    <a:pt x="700" y="78"/>
                  </a:lnTo>
                  <a:lnTo>
                    <a:pt x="700" y="78"/>
                  </a:lnTo>
                  <a:lnTo>
                    <a:pt x="700" y="83"/>
                  </a:lnTo>
                  <a:lnTo>
                    <a:pt x="700" y="109"/>
                  </a:lnTo>
                  <a:lnTo>
                    <a:pt x="700" y="135"/>
                  </a:lnTo>
                  <a:lnTo>
                    <a:pt x="703" y="163"/>
                  </a:lnTo>
                  <a:lnTo>
                    <a:pt x="703" y="189"/>
                  </a:lnTo>
                  <a:lnTo>
                    <a:pt x="703" y="215"/>
                  </a:lnTo>
                  <a:lnTo>
                    <a:pt x="705" y="241"/>
                  </a:lnTo>
                  <a:lnTo>
                    <a:pt x="705" y="270"/>
                  </a:lnTo>
                  <a:lnTo>
                    <a:pt x="707" y="296"/>
                  </a:lnTo>
                  <a:lnTo>
                    <a:pt x="693" y="296"/>
                  </a:lnTo>
                  <a:lnTo>
                    <a:pt x="693" y="296"/>
                  </a:lnTo>
                  <a:lnTo>
                    <a:pt x="693" y="298"/>
                  </a:lnTo>
                  <a:lnTo>
                    <a:pt x="693" y="298"/>
                  </a:lnTo>
                  <a:lnTo>
                    <a:pt x="693" y="298"/>
                  </a:lnTo>
                  <a:lnTo>
                    <a:pt x="693" y="300"/>
                  </a:lnTo>
                  <a:lnTo>
                    <a:pt x="693" y="300"/>
                  </a:lnTo>
                  <a:lnTo>
                    <a:pt x="693" y="303"/>
                  </a:lnTo>
                  <a:lnTo>
                    <a:pt x="693" y="303"/>
                  </a:lnTo>
                  <a:lnTo>
                    <a:pt x="693" y="305"/>
                  </a:lnTo>
                  <a:lnTo>
                    <a:pt x="696" y="305"/>
                  </a:lnTo>
                  <a:lnTo>
                    <a:pt x="696" y="307"/>
                  </a:lnTo>
                  <a:lnTo>
                    <a:pt x="698" y="307"/>
                  </a:lnTo>
                  <a:lnTo>
                    <a:pt x="698" y="310"/>
                  </a:lnTo>
                  <a:lnTo>
                    <a:pt x="698" y="310"/>
                  </a:lnTo>
                  <a:lnTo>
                    <a:pt x="700" y="310"/>
                  </a:lnTo>
                  <a:lnTo>
                    <a:pt x="700" y="317"/>
                  </a:lnTo>
                  <a:lnTo>
                    <a:pt x="700" y="319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8" y="322"/>
                  </a:lnTo>
                  <a:lnTo>
                    <a:pt x="696" y="322"/>
                  </a:lnTo>
                  <a:lnTo>
                    <a:pt x="696" y="322"/>
                  </a:lnTo>
                  <a:lnTo>
                    <a:pt x="696" y="322"/>
                  </a:lnTo>
                  <a:lnTo>
                    <a:pt x="696" y="324"/>
                  </a:lnTo>
                  <a:lnTo>
                    <a:pt x="696" y="324"/>
                  </a:lnTo>
                  <a:lnTo>
                    <a:pt x="698" y="324"/>
                  </a:lnTo>
                  <a:lnTo>
                    <a:pt x="698" y="326"/>
                  </a:lnTo>
                  <a:lnTo>
                    <a:pt x="698" y="326"/>
                  </a:lnTo>
                  <a:lnTo>
                    <a:pt x="698" y="326"/>
                  </a:lnTo>
                  <a:lnTo>
                    <a:pt x="696" y="326"/>
                  </a:lnTo>
                  <a:lnTo>
                    <a:pt x="696" y="329"/>
                  </a:lnTo>
                  <a:lnTo>
                    <a:pt x="696" y="329"/>
                  </a:lnTo>
                  <a:lnTo>
                    <a:pt x="696" y="329"/>
                  </a:lnTo>
                  <a:lnTo>
                    <a:pt x="698" y="329"/>
                  </a:lnTo>
                  <a:lnTo>
                    <a:pt x="698" y="329"/>
                  </a:lnTo>
                  <a:lnTo>
                    <a:pt x="698" y="329"/>
                  </a:lnTo>
                  <a:lnTo>
                    <a:pt x="700" y="329"/>
                  </a:lnTo>
                  <a:lnTo>
                    <a:pt x="703" y="331"/>
                  </a:lnTo>
                  <a:lnTo>
                    <a:pt x="703" y="331"/>
                  </a:lnTo>
                  <a:lnTo>
                    <a:pt x="703" y="329"/>
                  </a:lnTo>
                  <a:lnTo>
                    <a:pt x="705" y="329"/>
                  </a:lnTo>
                  <a:lnTo>
                    <a:pt x="705" y="331"/>
                  </a:lnTo>
                  <a:lnTo>
                    <a:pt x="705" y="331"/>
                  </a:lnTo>
                  <a:lnTo>
                    <a:pt x="705" y="331"/>
                  </a:lnTo>
                  <a:lnTo>
                    <a:pt x="705" y="333"/>
                  </a:lnTo>
                  <a:lnTo>
                    <a:pt x="707" y="338"/>
                  </a:lnTo>
                  <a:lnTo>
                    <a:pt x="707" y="338"/>
                  </a:lnTo>
                  <a:lnTo>
                    <a:pt x="707" y="341"/>
                  </a:lnTo>
                  <a:lnTo>
                    <a:pt x="707" y="341"/>
                  </a:lnTo>
                  <a:lnTo>
                    <a:pt x="707" y="341"/>
                  </a:lnTo>
                  <a:lnTo>
                    <a:pt x="707" y="348"/>
                  </a:lnTo>
                  <a:lnTo>
                    <a:pt x="707" y="348"/>
                  </a:lnTo>
                  <a:lnTo>
                    <a:pt x="705" y="348"/>
                  </a:lnTo>
                  <a:lnTo>
                    <a:pt x="703" y="350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2"/>
                  </a:lnTo>
                  <a:lnTo>
                    <a:pt x="703" y="355"/>
                  </a:lnTo>
                  <a:lnTo>
                    <a:pt x="705" y="355"/>
                  </a:lnTo>
                  <a:lnTo>
                    <a:pt x="703" y="355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7"/>
                  </a:lnTo>
                  <a:lnTo>
                    <a:pt x="703" y="359"/>
                  </a:lnTo>
                  <a:lnTo>
                    <a:pt x="703" y="362"/>
                  </a:lnTo>
                  <a:lnTo>
                    <a:pt x="703" y="362"/>
                  </a:lnTo>
                  <a:lnTo>
                    <a:pt x="703" y="362"/>
                  </a:lnTo>
                  <a:lnTo>
                    <a:pt x="700" y="364"/>
                  </a:lnTo>
                  <a:lnTo>
                    <a:pt x="700" y="364"/>
                  </a:lnTo>
                  <a:lnTo>
                    <a:pt x="700" y="367"/>
                  </a:lnTo>
                  <a:lnTo>
                    <a:pt x="700" y="369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700" y="371"/>
                  </a:lnTo>
                  <a:lnTo>
                    <a:pt x="698" y="371"/>
                  </a:lnTo>
                  <a:lnTo>
                    <a:pt x="698" y="374"/>
                  </a:lnTo>
                  <a:lnTo>
                    <a:pt x="698" y="374"/>
                  </a:lnTo>
                  <a:lnTo>
                    <a:pt x="698" y="376"/>
                  </a:lnTo>
                  <a:lnTo>
                    <a:pt x="698" y="376"/>
                  </a:lnTo>
                  <a:lnTo>
                    <a:pt x="698" y="376"/>
                  </a:lnTo>
                  <a:lnTo>
                    <a:pt x="696" y="376"/>
                  </a:lnTo>
                  <a:lnTo>
                    <a:pt x="696" y="376"/>
                  </a:lnTo>
                  <a:lnTo>
                    <a:pt x="696" y="376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78"/>
                  </a:lnTo>
                  <a:lnTo>
                    <a:pt x="696" y="381"/>
                  </a:lnTo>
                  <a:lnTo>
                    <a:pt x="696" y="381"/>
                  </a:lnTo>
                  <a:lnTo>
                    <a:pt x="693" y="383"/>
                  </a:lnTo>
                  <a:lnTo>
                    <a:pt x="693" y="385"/>
                  </a:lnTo>
                  <a:lnTo>
                    <a:pt x="693" y="385"/>
                  </a:lnTo>
                  <a:lnTo>
                    <a:pt x="691" y="388"/>
                  </a:lnTo>
                  <a:lnTo>
                    <a:pt x="693" y="388"/>
                  </a:lnTo>
                  <a:lnTo>
                    <a:pt x="693" y="390"/>
                  </a:lnTo>
                  <a:lnTo>
                    <a:pt x="693" y="393"/>
                  </a:lnTo>
                  <a:lnTo>
                    <a:pt x="696" y="393"/>
                  </a:lnTo>
                  <a:lnTo>
                    <a:pt x="696" y="393"/>
                  </a:lnTo>
                  <a:lnTo>
                    <a:pt x="700" y="397"/>
                  </a:lnTo>
                  <a:lnTo>
                    <a:pt x="703" y="397"/>
                  </a:lnTo>
                  <a:lnTo>
                    <a:pt x="703" y="397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2"/>
                  </a:lnTo>
                  <a:lnTo>
                    <a:pt x="700" y="402"/>
                  </a:lnTo>
                  <a:lnTo>
                    <a:pt x="700" y="402"/>
                  </a:lnTo>
                  <a:lnTo>
                    <a:pt x="703" y="402"/>
                  </a:lnTo>
                  <a:lnTo>
                    <a:pt x="703" y="402"/>
                  </a:lnTo>
                  <a:lnTo>
                    <a:pt x="703" y="404"/>
                  </a:lnTo>
                  <a:lnTo>
                    <a:pt x="705" y="404"/>
                  </a:lnTo>
                  <a:lnTo>
                    <a:pt x="705" y="404"/>
                  </a:lnTo>
                  <a:lnTo>
                    <a:pt x="705" y="404"/>
                  </a:lnTo>
                  <a:lnTo>
                    <a:pt x="705" y="407"/>
                  </a:lnTo>
                  <a:lnTo>
                    <a:pt x="705" y="407"/>
                  </a:lnTo>
                  <a:lnTo>
                    <a:pt x="705" y="407"/>
                  </a:lnTo>
                  <a:lnTo>
                    <a:pt x="705" y="409"/>
                  </a:lnTo>
                  <a:lnTo>
                    <a:pt x="705" y="409"/>
                  </a:lnTo>
                  <a:lnTo>
                    <a:pt x="707" y="409"/>
                  </a:lnTo>
                  <a:lnTo>
                    <a:pt x="707" y="412"/>
                  </a:lnTo>
                  <a:lnTo>
                    <a:pt x="707" y="416"/>
                  </a:lnTo>
                  <a:lnTo>
                    <a:pt x="696" y="414"/>
                  </a:lnTo>
                  <a:lnTo>
                    <a:pt x="693" y="414"/>
                  </a:lnTo>
                  <a:lnTo>
                    <a:pt x="693" y="412"/>
                  </a:lnTo>
                  <a:lnTo>
                    <a:pt x="693" y="409"/>
                  </a:lnTo>
                  <a:lnTo>
                    <a:pt x="691" y="407"/>
                  </a:lnTo>
                  <a:lnTo>
                    <a:pt x="686" y="404"/>
                  </a:lnTo>
                  <a:lnTo>
                    <a:pt x="686" y="402"/>
                  </a:lnTo>
                  <a:lnTo>
                    <a:pt x="686" y="402"/>
                  </a:lnTo>
                  <a:lnTo>
                    <a:pt x="686" y="400"/>
                  </a:lnTo>
                  <a:lnTo>
                    <a:pt x="686" y="400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4" y="395"/>
                  </a:lnTo>
                  <a:lnTo>
                    <a:pt x="684" y="395"/>
                  </a:lnTo>
                  <a:lnTo>
                    <a:pt x="679" y="397"/>
                  </a:lnTo>
                  <a:lnTo>
                    <a:pt x="679" y="397"/>
                  </a:lnTo>
                  <a:lnTo>
                    <a:pt x="677" y="395"/>
                  </a:lnTo>
                  <a:lnTo>
                    <a:pt x="677" y="395"/>
                  </a:lnTo>
                  <a:lnTo>
                    <a:pt x="677" y="395"/>
                  </a:lnTo>
                  <a:lnTo>
                    <a:pt x="674" y="393"/>
                  </a:lnTo>
                  <a:lnTo>
                    <a:pt x="674" y="393"/>
                  </a:lnTo>
                  <a:lnTo>
                    <a:pt x="674" y="390"/>
                  </a:lnTo>
                  <a:lnTo>
                    <a:pt x="672" y="390"/>
                  </a:lnTo>
                  <a:lnTo>
                    <a:pt x="663" y="388"/>
                  </a:lnTo>
                  <a:lnTo>
                    <a:pt x="660" y="388"/>
                  </a:lnTo>
                  <a:lnTo>
                    <a:pt x="660" y="388"/>
                  </a:lnTo>
                  <a:lnTo>
                    <a:pt x="660" y="388"/>
                  </a:lnTo>
                  <a:lnTo>
                    <a:pt x="658" y="385"/>
                  </a:lnTo>
                  <a:lnTo>
                    <a:pt x="655" y="385"/>
                  </a:lnTo>
                  <a:lnTo>
                    <a:pt x="653" y="385"/>
                  </a:lnTo>
                  <a:lnTo>
                    <a:pt x="653" y="385"/>
                  </a:lnTo>
                  <a:lnTo>
                    <a:pt x="648" y="385"/>
                  </a:lnTo>
                  <a:lnTo>
                    <a:pt x="646" y="383"/>
                  </a:lnTo>
                  <a:lnTo>
                    <a:pt x="644" y="383"/>
                  </a:lnTo>
                  <a:lnTo>
                    <a:pt x="641" y="381"/>
                  </a:lnTo>
                  <a:lnTo>
                    <a:pt x="639" y="378"/>
                  </a:lnTo>
                  <a:lnTo>
                    <a:pt x="636" y="376"/>
                  </a:lnTo>
                  <a:lnTo>
                    <a:pt x="634" y="374"/>
                  </a:lnTo>
                  <a:lnTo>
                    <a:pt x="632" y="374"/>
                  </a:lnTo>
                  <a:lnTo>
                    <a:pt x="629" y="371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1" y="374"/>
                  </a:lnTo>
                  <a:lnTo>
                    <a:pt x="599" y="376"/>
                  </a:lnTo>
                  <a:lnTo>
                    <a:pt x="596" y="378"/>
                  </a:lnTo>
                  <a:lnTo>
                    <a:pt x="594" y="378"/>
                  </a:lnTo>
                  <a:lnTo>
                    <a:pt x="592" y="376"/>
                  </a:lnTo>
                  <a:lnTo>
                    <a:pt x="592" y="376"/>
                  </a:lnTo>
                  <a:lnTo>
                    <a:pt x="589" y="376"/>
                  </a:lnTo>
                  <a:lnTo>
                    <a:pt x="584" y="376"/>
                  </a:lnTo>
                  <a:lnTo>
                    <a:pt x="580" y="376"/>
                  </a:lnTo>
                  <a:lnTo>
                    <a:pt x="577" y="376"/>
                  </a:lnTo>
                  <a:lnTo>
                    <a:pt x="575" y="376"/>
                  </a:lnTo>
                  <a:lnTo>
                    <a:pt x="575" y="378"/>
                  </a:lnTo>
                  <a:lnTo>
                    <a:pt x="575" y="378"/>
                  </a:lnTo>
                  <a:lnTo>
                    <a:pt x="573" y="381"/>
                  </a:lnTo>
                  <a:lnTo>
                    <a:pt x="573" y="383"/>
                  </a:lnTo>
                  <a:lnTo>
                    <a:pt x="573" y="383"/>
                  </a:lnTo>
                  <a:lnTo>
                    <a:pt x="573" y="383"/>
                  </a:lnTo>
                  <a:lnTo>
                    <a:pt x="570" y="385"/>
                  </a:lnTo>
                  <a:lnTo>
                    <a:pt x="568" y="385"/>
                  </a:lnTo>
                  <a:lnTo>
                    <a:pt x="566" y="385"/>
                  </a:lnTo>
                  <a:lnTo>
                    <a:pt x="563" y="385"/>
                  </a:lnTo>
                  <a:lnTo>
                    <a:pt x="556" y="383"/>
                  </a:lnTo>
                  <a:lnTo>
                    <a:pt x="556" y="383"/>
                  </a:lnTo>
                  <a:lnTo>
                    <a:pt x="556" y="383"/>
                  </a:lnTo>
                  <a:lnTo>
                    <a:pt x="554" y="381"/>
                  </a:lnTo>
                  <a:lnTo>
                    <a:pt x="542" y="376"/>
                  </a:lnTo>
                  <a:lnTo>
                    <a:pt x="537" y="374"/>
                  </a:lnTo>
                  <a:lnTo>
                    <a:pt x="532" y="371"/>
                  </a:lnTo>
                  <a:lnTo>
                    <a:pt x="532" y="369"/>
                  </a:lnTo>
                  <a:lnTo>
                    <a:pt x="532" y="369"/>
                  </a:lnTo>
                  <a:lnTo>
                    <a:pt x="530" y="369"/>
                  </a:lnTo>
                  <a:lnTo>
                    <a:pt x="521" y="364"/>
                  </a:lnTo>
                  <a:lnTo>
                    <a:pt x="521" y="364"/>
                  </a:lnTo>
                  <a:lnTo>
                    <a:pt x="518" y="362"/>
                  </a:lnTo>
                  <a:lnTo>
                    <a:pt x="518" y="362"/>
                  </a:lnTo>
                  <a:lnTo>
                    <a:pt x="518" y="362"/>
                  </a:lnTo>
                  <a:lnTo>
                    <a:pt x="509" y="362"/>
                  </a:lnTo>
                  <a:lnTo>
                    <a:pt x="495" y="362"/>
                  </a:lnTo>
                  <a:lnTo>
                    <a:pt x="478" y="362"/>
                  </a:lnTo>
                  <a:lnTo>
                    <a:pt x="461" y="362"/>
                  </a:lnTo>
                  <a:lnTo>
                    <a:pt x="447" y="362"/>
                  </a:lnTo>
                  <a:lnTo>
                    <a:pt x="431" y="362"/>
                  </a:lnTo>
                  <a:lnTo>
                    <a:pt x="414" y="362"/>
                  </a:lnTo>
                  <a:lnTo>
                    <a:pt x="398" y="362"/>
                  </a:lnTo>
                  <a:lnTo>
                    <a:pt x="383" y="362"/>
                  </a:lnTo>
                  <a:lnTo>
                    <a:pt x="367" y="362"/>
                  </a:lnTo>
                  <a:lnTo>
                    <a:pt x="350" y="362"/>
                  </a:lnTo>
                  <a:lnTo>
                    <a:pt x="334" y="362"/>
                  </a:lnTo>
                  <a:lnTo>
                    <a:pt x="320" y="362"/>
                  </a:lnTo>
                  <a:lnTo>
                    <a:pt x="303" y="362"/>
                  </a:lnTo>
                  <a:lnTo>
                    <a:pt x="286" y="362"/>
                  </a:lnTo>
                  <a:lnTo>
                    <a:pt x="270" y="362"/>
                  </a:lnTo>
                  <a:lnTo>
                    <a:pt x="256" y="362"/>
                  </a:lnTo>
                  <a:lnTo>
                    <a:pt x="239" y="362"/>
                  </a:lnTo>
                  <a:lnTo>
                    <a:pt x="223" y="359"/>
                  </a:lnTo>
                  <a:lnTo>
                    <a:pt x="208" y="359"/>
                  </a:lnTo>
                  <a:lnTo>
                    <a:pt x="192" y="359"/>
                  </a:lnTo>
                  <a:lnTo>
                    <a:pt x="175" y="359"/>
                  </a:lnTo>
                  <a:lnTo>
                    <a:pt x="159" y="359"/>
                  </a:lnTo>
                  <a:lnTo>
                    <a:pt x="145" y="359"/>
                  </a:lnTo>
                  <a:lnTo>
                    <a:pt x="128" y="359"/>
                  </a:lnTo>
                  <a:lnTo>
                    <a:pt x="111" y="357"/>
                  </a:lnTo>
                  <a:lnTo>
                    <a:pt x="95" y="357"/>
                  </a:lnTo>
                  <a:lnTo>
                    <a:pt x="81" y="357"/>
                  </a:lnTo>
                  <a:lnTo>
                    <a:pt x="64" y="357"/>
                  </a:lnTo>
                  <a:lnTo>
                    <a:pt x="48" y="357"/>
                  </a:lnTo>
                  <a:lnTo>
                    <a:pt x="31" y="357"/>
                  </a:lnTo>
                  <a:lnTo>
                    <a:pt x="17" y="355"/>
                  </a:lnTo>
                  <a:lnTo>
                    <a:pt x="0" y="355"/>
                  </a:lnTo>
                  <a:lnTo>
                    <a:pt x="0" y="341"/>
                  </a:lnTo>
                  <a:lnTo>
                    <a:pt x="0" y="324"/>
                  </a:lnTo>
                  <a:lnTo>
                    <a:pt x="3" y="310"/>
                  </a:lnTo>
                  <a:lnTo>
                    <a:pt x="3" y="293"/>
                  </a:lnTo>
                  <a:lnTo>
                    <a:pt x="3" y="279"/>
                  </a:lnTo>
                  <a:lnTo>
                    <a:pt x="3" y="262"/>
                  </a:lnTo>
                  <a:lnTo>
                    <a:pt x="5" y="248"/>
                  </a:lnTo>
                  <a:lnTo>
                    <a:pt x="5" y="234"/>
                  </a:lnTo>
                  <a:lnTo>
                    <a:pt x="5" y="217"/>
                  </a:lnTo>
                  <a:lnTo>
                    <a:pt x="5" y="203"/>
                  </a:lnTo>
                  <a:lnTo>
                    <a:pt x="5" y="187"/>
                  </a:lnTo>
                  <a:lnTo>
                    <a:pt x="7" y="172"/>
                  </a:lnTo>
                  <a:lnTo>
                    <a:pt x="7" y="158"/>
                  </a:lnTo>
                  <a:lnTo>
                    <a:pt x="7" y="142"/>
                  </a:lnTo>
                  <a:lnTo>
                    <a:pt x="7" y="128"/>
                  </a:lnTo>
                  <a:lnTo>
                    <a:pt x="7" y="111"/>
                  </a:lnTo>
                  <a:lnTo>
                    <a:pt x="12" y="113"/>
                  </a:lnTo>
                  <a:lnTo>
                    <a:pt x="12" y="111"/>
                  </a:lnTo>
                  <a:lnTo>
                    <a:pt x="12" y="104"/>
                  </a:lnTo>
                  <a:lnTo>
                    <a:pt x="12" y="90"/>
                  </a:lnTo>
                  <a:lnTo>
                    <a:pt x="12" y="78"/>
                  </a:lnTo>
                  <a:lnTo>
                    <a:pt x="12" y="64"/>
                  </a:lnTo>
                  <a:lnTo>
                    <a:pt x="14" y="52"/>
                  </a:lnTo>
                  <a:lnTo>
                    <a:pt x="14" y="38"/>
                  </a:lnTo>
                  <a:lnTo>
                    <a:pt x="14" y="26"/>
                  </a:lnTo>
                  <a:lnTo>
                    <a:pt x="14" y="12"/>
                  </a:lnTo>
                  <a:lnTo>
                    <a:pt x="14" y="0"/>
                  </a:lnTo>
                  <a:lnTo>
                    <a:pt x="36" y="0"/>
                  </a:lnTo>
                  <a:lnTo>
                    <a:pt x="57" y="0"/>
                  </a:lnTo>
                  <a:lnTo>
                    <a:pt x="78" y="0"/>
                  </a:lnTo>
                  <a:lnTo>
                    <a:pt x="100" y="2"/>
                  </a:lnTo>
                  <a:lnTo>
                    <a:pt x="121" y="2"/>
                  </a:lnTo>
                  <a:lnTo>
                    <a:pt x="142" y="2"/>
                  </a:lnTo>
                  <a:lnTo>
                    <a:pt x="161" y="2"/>
                  </a:lnTo>
                  <a:lnTo>
                    <a:pt x="182" y="4"/>
                  </a:lnTo>
                  <a:lnTo>
                    <a:pt x="204" y="4"/>
                  </a:lnTo>
                  <a:lnTo>
                    <a:pt x="225" y="4"/>
                  </a:lnTo>
                  <a:lnTo>
                    <a:pt x="246" y="4"/>
                  </a:lnTo>
                  <a:lnTo>
                    <a:pt x="267" y="4"/>
                  </a:lnTo>
                  <a:lnTo>
                    <a:pt x="289" y="4"/>
                  </a:lnTo>
                  <a:lnTo>
                    <a:pt x="310" y="4"/>
                  </a:lnTo>
                  <a:lnTo>
                    <a:pt x="329" y="4"/>
                  </a:lnTo>
                  <a:lnTo>
                    <a:pt x="350" y="4"/>
                  </a:lnTo>
                  <a:lnTo>
                    <a:pt x="372" y="4"/>
                  </a:lnTo>
                  <a:lnTo>
                    <a:pt x="393" y="4"/>
                  </a:lnTo>
                  <a:lnTo>
                    <a:pt x="414" y="4"/>
                  </a:lnTo>
                  <a:lnTo>
                    <a:pt x="435" y="4"/>
                  </a:lnTo>
                  <a:lnTo>
                    <a:pt x="457" y="4"/>
                  </a:lnTo>
                  <a:lnTo>
                    <a:pt x="478" y="4"/>
                  </a:lnTo>
                  <a:lnTo>
                    <a:pt x="499" y="4"/>
                  </a:lnTo>
                  <a:lnTo>
                    <a:pt x="518" y="4"/>
                  </a:lnTo>
                  <a:lnTo>
                    <a:pt x="540" y="4"/>
                  </a:lnTo>
                  <a:lnTo>
                    <a:pt x="561" y="4"/>
                  </a:lnTo>
                  <a:lnTo>
                    <a:pt x="582" y="2"/>
                  </a:lnTo>
                  <a:lnTo>
                    <a:pt x="603" y="2"/>
                  </a:lnTo>
                  <a:lnTo>
                    <a:pt x="625" y="2"/>
                  </a:lnTo>
                  <a:lnTo>
                    <a:pt x="646" y="2"/>
                  </a:lnTo>
                  <a:lnTo>
                    <a:pt x="667" y="2"/>
                  </a:lnTo>
                  <a:lnTo>
                    <a:pt x="689" y="0"/>
                  </a:lnTo>
                  <a:lnTo>
                    <a:pt x="689" y="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E75A0BC1-13B5-4E70-A07E-05590C450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38534" y="3299663"/>
              <a:ext cx="478642" cy="356857"/>
            </a:xfrm>
            <a:custGeom>
              <a:avLst/>
              <a:gdLst>
                <a:gd name="T0" fmla="*/ 447 w 507"/>
                <a:gd name="T1" fmla="*/ 222 h 378"/>
                <a:gd name="T2" fmla="*/ 473 w 507"/>
                <a:gd name="T3" fmla="*/ 85 h 378"/>
                <a:gd name="T4" fmla="*/ 374 w 507"/>
                <a:gd name="T5" fmla="*/ 16 h 378"/>
                <a:gd name="T6" fmla="*/ 315 w 507"/>
                <a:gd name="T7" fmla="*/ 26 h 378"/>
                <a:gd name="T8" fmla="*/ 258 w 507"/>
                <a:gd name="T9" fmla="*/ 33 h 378"/>
                <a:gd name="T10" fmla="*/ 237 w 507"/>
                <a:gd name="T11" fmla="*/ 2 h 378"/>
                <a:gd name="T12" fmla="*/ 227 w 507"/>
                <a:gd name="T13" fmla="*/ 7 h 378"/>
                <a:gd name="T14" fmla="*/ 225 w 507"/>
                <a:gd name="T15" fmla="*/ 0 h 378"/>
                <a:gd name="T16" fmla="*/ 145 w 507"/>
                <a:gd name="T17" fmla="*/ 7 h 378"/>
                <a:gd name="T18" fmla="*/ 90 w 507"/>
                <a:gd name="T19" fmla="*/ 14 h 378"/>
                <a:gd name="T20" fmla="*/ 86 w 507"/>
                <a:gd name="T21" fmla="*/ 18 h 378"/>
                <a:gd name="T22" fmla="*/ 67 w 507"/>
                <a:gd name="T23" fmla="*/ 28 h 378"/>
                <a:gd name="T24" fmla="*/ 57 w 507"/>
                <a:gd name="T25" fmla="*/ 35 h 378"/>
                <a:gd name="T26" fmla="*/ 19 w 507"/>
                <a:gd name="T27" fmla="*/ 54 h 378"/>
                <a:gd name="T28" fmla="*/ 5 w 507"/>
                <a:gd name="T29" fmla="*/ 75 h 378"/>
                <a:gd name="T30" fmla="*/ 15 w 507"/>
                <a:gd name="T31" fmla="*/ 99 h 378"/>
                <a:gd name="T32" fmla="*/ 41 w 507"/>
                <a:gd name="T33" fmla="*/ 113 h 378"/>
                <a:gd name="T34" fmla="*/ 76 w 507"/>
                <a:gd name="T35" fmla="*/ 146 h 378"/>
                <a:gd name="T36" fmla="*/ 93 w 507"/>
                <a:gd name="T37" fmla="*/ 163 h 378"/>
                <a:gd name="T38" fmla="*/ 119 w 507"/>
                <a:gd name="T39" fmla="*/ 182 h 378"/>
                <a:gd name="T40" fmla="*/ 154 w 507"/>
                <a:gd name="T41" fmla="*/ 208 h 378"/>
                <a:gd name="T42" fmla="*/ 171 w 507"/>
                <a:gd name="T43" fmla="*/ 229 h 378"/>
                <a:gd name="T44" fmla="*/ 182 w 507"/>
                <a:gd name="T45" fmla="*/ 239 h 378"/>
                <a:gd name="T46" fmla="*/ 194 w 507"/>
                <a:gd name="T47" fmla="*/ 255 h 378"/>
                <a:gd name="T48" fmla="*/ 225 w 507"/>
                <a:gd name="T49" fmla="*/ 272 h 378"/>
                <a:gd name="T50" fmla="*/ 239 w 507"/>
                <a:gd name="T51" fmla="*/ 302 h 378"/>
                <a:gd name="T52" fmla="*/ 242 w 507"/>
                <a:gd name="T53" fmla="*/ 314 h 378"/>
                <a:gd name="T54" fmla="*/ 258 w 507"/>
                <a:gd name="T55" fmla="*/ 324 h 378"/>
                <a:gd name="T56" fmla="*/ 275 w 507"/>
                <a:gd name="T57" fmla="*/ 345 h 378"/>
                <a:gd name="T58" fmla="*/ 277 w 507"/>
                <a:gd name="T59" fmla="*/ 364 h 378"/>
                <a:gd name="T60" fmla="*/ 287 w 507"/>
                <a:gd name="T61" fmla="*/ 376 h 378"/>
                <a:gd name="T62" fmla="*/ 308 w 507"/>
                <a:gd name="T63" fmla="*/ 376 h 378"/>
                <a:gd name="T64" fmla="*/ 315 w 507"/>
                <a:gd name="T65" fmla="*/ 350 h 378"/>
                <a:gd name="T66" fmla="*/ 320 w 507"/>
                <a:gd name="T67" fmla="*/ 347 h 378"/>
                <a:gd name="T68" fmla="*/ 305 w 507"/>
                <a:gd name="T69" fmla="*/ 321 h 378"/>
                <a:gd name="T70" fmla="*/ 310 w 507"/>
                <a:gd name="T71" fmla="*/ 321 h 378"/>
                <a:gd name="T72" fmla="*/ 324 w 507"/>
                <a:gd name="T73" fmla="*/ 336 h 378"/>
                <a:gd name="T74" fmla="*/ 324 w 507"/>
                <a:gd name="T75" fmla="*/ 324 h 378"/>
                <a:gd name="T76" fmla="*/ 339 w 507"/>
                <a:gd name="T77" fmla="*/ 343 h 378"/>
                <a:gd name="T78" fmla="*/ 348 w 507"/>
                <a:gd name="T79" fmla="*/ 326 h 378"/>
                <a:gd name="T80" fmla="*/ 339 w 507"/>
                <a:gd name="T81" fmla="*/ 331 h 378"/>
                <a:gd name="T82" fmla="*/ 341 w 507"/>
                <a:gd name="T83" fmla="*/ 317 h 378"/>
                <a:gd name="T84" fmla="*/ 320 w 507"/>
                <a:gd name="T85" fmla="*/ 314 h 378"/>
                <a:gd name="T86" fmla="*/ 336 w 507"/>
                <a:gd name="T87" fmla="*/ 310 h 378"/>
                <a:gd name="T88" fmla="*/ 353 w 507"/>
                <a:gd name="T89" fmla="*/ 310 h 378"/>
                <a:gd name="T90" fmla="*/ 367 w 507"/>
                <a:gd name="T91" fmla="*/ 302 h 378"/>
                <a:gd name="T92" fmla="*/ 372 w 507"/>
                <a:gd name="T93" fmla="*/ 300 h 378"/>
                <a:gd name="T94" fmla="*/ 386 w 507"/>
                <a:gd name="T95" fmla="*/ 286 h 378"/>
                <a:gd name="T96" fmla="*/ 395 w 507"/>
                <a:gd name="T97" fmla="*/ 274 h 378"/>
                <a:gd name="T98" fmla="*/ 391 w 507"/>
                <a:gd name="T99" fmla="*/ 265 h 378"/>
                <a:gd name="T100" fmla="*/ 393 w 507"/>
                <a:gd name="T101" fmla="*/ 267 h 378"/>
                <a:gd name="T102" fmla="*/ 414 w 507"/>
                <a:gd name="T103" fmla="*/ 255 h 378"/>
                <a:gd name="T104" fmla="*/ 424 w 507"/>
                <a:gd name="T105" fmla="*/ 243 h 378"/>
                <a:gd name="T106" fmla="*/ 428 w 507"/>
                <a:gd name="T107" fmla="*/ 231 h 378"/>
                <a:gd name="T108" fmla="*/ 443 w 507"/>
                <a:gd name="T109" fmla="*/ 224 h 378"/>
                <a:gd name="T110" fmla="*/ 452 w 507"/>
                <a:gd name="T111" fmla="*/ 215 h 378"/>
                <a:gd name="T112" fmla="*/ 455 w 507"/>
                <a:gd name="T113" fmla="*/ 210 h 378"/>
                <a:gd name="T114" fmla="*/ 452 w 507"/>
                <a:gd name="T115" fmla="*/ 198 h 378"/>
                <a:gd name="T116" fmla="*/ 452 w 507"/>
                <a:gd name="T117" fmla="*/ 177 h 378"/>
                <a:gd name="T118" fmla="*/ 459 w 507"/>
                <a:gd name="T119" fmla="*/ 201 h 378"/>
                <a:gd name="T120" fmla="*/ 502 w 507"/>
                <a:gd name="T121" fmla="*/ 11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378">
                  <a:moveTo>
                    <a:pt x="445" y="222"/>
                  </a:moveTo>
                  <a:lnTo>
                    <a:pt x="445" y="224"/>
                  </a:lnTo>
                  <a:lnTo>
                    <a:pt x="445" y="227"/>
                  </a:lnTo>
                  <a:lnTo>
                    <a:pt x="443" y="229"/>
                  </a:lnTo>
                  <a:lnTo>
                    <a:pt x="445" y="231"/>
                  </a:lnTo>
                  <a:lnTo>
                    <a:pt x="445" y="231"/>
                  </a:lnTo>
                  <a:lnTo>
                    <a:pt x="445" y="224"/>
                  </a:lnTo>
                  <a:lnTo>
                    <a:pt x="445" y="224"/>
                  </a:lnTo>
                  <a:lnTo>
                    <a:pt x="447" y="224"/>
                  </a:lnTo>
                  <a:lnTo>
                    <a:pt x="447" y="222"/>
                  </a:lnTo>
                  <a:lnTo>
                    <a:pt x="447" y="222"/>
                  </a:lnTo>
                  <a:lnTo>
                    <a:pt x="445" y="222"/>
                  </a:lnTo>
                  <a:close/>
                  <a:moveTo>
                    <a:pt x="504" y="111"/>
                  </a:moveTo>
                  <a:lnTo>
                    <a:pt x="504" y="111"/>
                  </a:lnTo>
                  <a:lnTo>
                    <a:pt x="504" y="111"/>
                  </a:lnTo>
                  <a:lnTo>
                    <a:pt x="502" y="111"/>
                  </a:lnTo>
                  <a:lnTo>
                    <a:pt x="502" y="108"/>
                  </a:lnTo>
                  <a:lnTo>
                    <a:pt x="504" y="108"/>
                  </a:lnTo>
                  <a:lnTo>
                    <a:pt x="497" y="101"/>
                  </a:lnTo>
                  <a:lnTo>
                    <a:pt x="490" y="97"/>
                  </a:lnTo>
                  <a:lnTo>
                    <a:pt x="481" y="92"/>
                  </a:lnTo>
                  <a:lnTo>
                    <a:pt x="473" y="85"/>
                  </a:lnTo>
                  <a:lnTo>
                    <a:pt x="464" y="80"/>
                  </a:lnTo>
                  <a:lnTo>
                    <a:pt x="457" y="75"/>
                  </a:lnTo>
                  <a:lnTo>
                    <a:pt x="450" y="68"/>
                  </a:lnTo>
                  <a:lnTo>
                    <a:pt x="440" y="63"/>
                  </a:lnTo>
                  <a:lnTo>
                    <a:pt x="433" y="59"/>
                  </a:lnTo>
                  <a:lnTo>
                    <a:pt x="417" y="47"/>
                  </a:lnTo>
                  <a:lnTo>
                    <a:pt x="402" y="35"/>
                  </a:lnTo>
                  <a:lnTo>
                    <a:pt x="393" y="30"/>
                  </a:lnTo>
                  <a:lnTo>
                    <a:pt x="386" y="26"/>
                  </a:lnTo>
                  <a:lnTo>
                    <a:pt x="379" y="18"/>
                  </a:lnTo>
                  <a:lnTo>
                    <a:pt x="374" y="16"/>
                  </a:lnTo>
                  <a:lnTo>
                    <a:pt x="372" y="16"/>
                  </a:lnTo>
                  <a:lnTo>
                    <a:pt x="369" y="16"/>
                  </a:lnTo>
                  <a:lnTo>
                    <a:pt x="365" y="16"/>
                  </a:lnTo>
                  <a:lnTo>
                    <a:pt x="365" y="18"/>
                  </a:lnTo>
                  <a:lnTo>
                    <a:pt x="360" y="18"/>
                  </a:lnTo>
                  <a:lnTo>
                    <a:pt x="355" y="18"/>
                  </a:lnTo>
                  <a:lnTo>
                    <a:pt x="350" y="21"/>
                  </a:lnTo>
                  <a:lnTo>
                    <a:pt x="341" y="21"/>
                  </a:lnTo>
                  <a:lnTo>
                    <a:pt x="334" y="23"/>
                  </a:lnTo>
                  <a:lnTo>
                    <a:pt x="324" y="23"/>
                  </a:lnTo>
                  <a:lnTo>
                    <a:pt x="315" y="26"/>
                  </a:lnTo>
                  <a:lnTo>
                    <a:pt x="305" y="26"/>
                  </a:lnTo>
                  <a:lnTo>
                    <a:pt x="296" y="28"/>
                  </a:lnTo>
                  <a:lnTo>
                    <a:pt x="287" y="30"/>
                  </a:lnTo>
                  <a:lnTo>
                    <a:pt x="279" y="30"/>
                  </a:lnTo>
                  <a:lnTo>
                    <a:pt x="272" y="33"/>
                  </a:lnTo>
                  <a:lnTo>
                    <a:pt x="268" y="33"/>
                  </a:lnTo>
                  <a:lnTo>
                    <a:pt x="265" y="33"/>
                  </a:lnTo>
                  <a:lnTo>
                    <a:pt x="265" y="33"/>
                  </a:lnTo>
                  <a:lnTo>
                    <a:pt x="261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8" y="33"/>
                  </a:lnTo>
                  <a:lnTo>
                    <a:pt x="256" y="18"/>
                  </a:lnTo>
                  <a:lnTo>
                    <a:pt x="256" y="18"/>
                  </a:lnTo>
                  <a:lnTo>
                    <a:pt x="256" y="18"/>
                  </a:lnTo>
                  <a:lnTo>
                    <a:pt x="251" y="11"/>
                  </a:lnTo>
                  <a:lnTo>
                    <a:pt x="244" y="7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7" y="2"/>
                  </a:lnTo>
                  <a:lnTo>
                    <a:pt x="237" y="2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7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2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18" y="0"/>
                  </a:lnTo>
                  <a:lnTo>
                    <a:pt x="211" y="0"/>
                  </a:lnTo>
                  <a:lnTo>
                    <a:pt x="206" y="2"/>
                  </a:lnTo>
                  <a:lnTo>
                    <a:pt x="197" y="2"/>
                  </a:lnTo>
                  <a:lnTo>
                    <a:pt x="190" y="2"/>
                  </a:lnTo>
                  <a:lnTo>
                    <a:pt x="180" y="4"/>
                  </a:lnTo>
                  <a:lnTo>
                    <a:pt x="171" y="4"/>
                  </a:lnTo>
                  <a:lnTo>
                    <a:pt x="161" y="7"/>
                  </a:lnTo>
                  <a:lnTo>
                    <a:pt x="154" y="7"/>
                  </a:lnTo>
                  <a:lnTo>
                    <a:pt x="145" y="7"/>
                  </a:lnTo>
                  <a:lnTo>
                    <a:pt x="135" y="9"/>
                  </a:lnTo>
                  <a:lnTo>
                    <a:pt x="128" y="9"/>
                  </a:lnTo>
                  <a:lnTo>
                    <a:pt x="121" y="11"/>
                  </a:lnTo>
                  <a:lnTo>
                    <a:pt x="116" y="11"/>
                  </a:lnTo>
                  <a:lnTo>
                    <a:pt x="112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0" y="14"/>
                  </a:lnTo>
                  <a:lnTo>
                    <a:pt x="93" y="14"/>
                  </a:lnTo>
                  <a:lnTo>
                    <a:pt x="93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6" y="18"/>
                  </a:lnTo>
                  <a:lnTo>
                    <a:pt x="86" y="18"/>
                  </a:lnTo>
                  <a:lnTo>
                    <a:pt x="81" y="18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69" y="26"/>
                  </a:lnTo>
                  <a:lnTo>
                    <a:pt x="67" y="28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9" y="33"/>
                  </a:lnTo>
                  <a:lnTo>
                    <a:pt x="59" y="33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2" y="35"/>
                  </a:lnTo>
                  <a:lnTo>
                    <a:pt x="50" y="37"/>
                  </a:lnTo>
                  <a:lnTo>
                    <a:pt x="22" y="52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3" y="78"/>
                  </a:lnTo>
                  <a:lnTo>
                    <a:pt x="3" y="80"/>
                  </a:lnTo>
                  <a:lnTo>
                    <a:pt x="3" y="80"/>
                  </a:lnTo>
                  <a:lnTo>
                    <a:pt x="3" y="80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0" y="85"/>
                  </a:lnTo>
                  <a:lnTo>
                    <a:pt x="0" y="92"/>
                  </a:lnTo>
                  <a:lnTo>
                    <a:pt x="5" y="94"/>
                  </a:lnTo>
                  <a:lnTo>
                    <a:pt x="15" y="99"/>
                  </a:lnTo>
                  <a:lnTo>
                    <a:pt x="19" y="101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101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31" y="106"/>
                  </a:lnTo>
                  <a:lnTo>
                    <a:pt x="33" y="108"/>
                  </a:lnTo>
                  <a:lnTo>
                    <a:pt x="33" y="111"/>
                  </a:lnTo>
                  <a:lnTo>
                    <a:pt x="36" y="113"/>
                  </a:lnTo>
                  <a:lnTo>
                    <a:pt x="41" y="113"/>
                  </a:lnTo>
                  <a:lnTo>
                    <a:pt x="45" y="113"/>
                  </a:lnTo>
                  <a:lnTo>
                    <a:pt x="52" y="111"/>
                  </a:lnTo>
                  <a:lnTo>
                    <a:pt x="57" y="113"/>
                  </a:lnTo>
                  <a:lnTo>
                    <a:pt x="57" y="116"/>
                  </a:lnTo>
                  <a:lnTo>
                    <a:pt x="59" y="120"/>
                  </a:lnTo>
                  <a:lnTo>
                    <a:pt x="62" y="123"/>
                  </a:lnTo>
                  <a:lnTo>
                    <a:pt x="62" y="125"/>
                  </a:lnTo>
                  <a:lnTo>
                    <a:pt x="69" y="132"/>
                  </a:lnTo>
                  <a:lnTo>
                    <a:pt x="71" y="134"/>
                  </a:lnTo>
                  <a:lnTo>
                    <a:pt x="74" y="146"/>
                  </a:lnTo>
                  <a:lnTo>
                    <a:pt x="76" y="146"/>
                  </a:lnTo>
                  <a:lnTo>
                    <a:pt x="76" y="149"/>
                  </a:lnTo>
                  <a:lnTo>
                    <a:pt x="78" y="149"/>
                  </a:lnTo>
                  <a:lnTo>
                    <a:pt x="81" y="151"/>
                  </a:lnTo>
                  <a:lnTo>
                    <a:pt x="83" y="151"/>
                  </a:lnTo>
                  <a:lnTo>
                    <a:pt x="83" y="153"/>
                  </a:lnTo>
                  <a:lnTo>
                    <a:pt x="86" y="153"/>
                  </a:lnTo>
                  <a:lnTo>
                    <a:pt x="86" y="156"/>
                  </a:lnTo>
                  <a:lnTo>
                    <a:pt x="88" y="158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3" y="163"/>
                  </a:lnTo>
                  <a:lnTo>
                    <a:pt x="95" y="168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100" y="170"/>
                  </a:lnTo>
                  <a:lnTo>
                    <a:pt x="100" y="170"/>
                  </a:lnTo>
                  <a:lnTo>
                    <a:pt x="102" y="172"/>
                  </a:lnTo>
                  <a:lnTo>
                    <a:pt x="104" y="175"/>
                  </a:lnTo>
                  <a:lnTo>
                    <a:pt x="107" y="177"/>
                  </a:lnTo>
                  <a:lnTo>
                    <a:pt x="112" y="179"/>
                  </a:lnTo>
                  <a:lnTo>
                    <a:pt x="114" y="179"/>
                  </a:lnTo>
                  <a:lnTo>
                    <a:pt x="119" y="182"/>
                  </a:lnTo>
                  <a:lnTo>
                    <a:pt x="123" y="184"/>
                  </a:lnTo>
                  <a:lnTo>
                    <a:pt x="130" y="189"/>
                  </a:lnTo>
                  <a:lnTo>
                    <a:pt x="133" y="191"/>
                  </a:lnTo>
                  <a:lnTo>
                    <a:pt x="135" y="196"/>
                  </a:lnTo>
                  <a:lnTo>
                    <a:pt x="138" y="198"/>
                  </a:lnTo>
                  <a:lnTo>
                    <a:pt x="138" y="201"/>
                  </a:lnTo>
                  <a:lnTo>
                    <a:pt x="140" y="205"/>
                  </a:lnTo>
                  <a:lnTo>
                    <a:pt x="142" y="205"/>
                  </a:lnTo>
                  <a:lnTo>
                    <a:pt x="145" y="208"/>
                  </a:lnTo>
                  <a:lnTo>
                    <a:pt x="147" y="208"/>
                  </a:lnTo>
                  <a:lnTo>
                    <a:pt x="154" y="208"/>
                  </a:lnTo>
                  <a:lnTo>
                    <a:pt x="154" y="210"/>
                  </a:lnTo>
                  <a:lnTo>
                    <a:pt x="159" y="210"/>
                  </a:lnTo>
                  <a:lnTo>
                    <a:pt x="164" y="215"/>
                  </a:lnTo>
                  <a:lnTo>
                    <a:pt x="166" y="217"/>
                  </a:lnTo>
                  <a:lnTo>
                    <a:pt x="171" y="220"/>
                  </a:lnTo>
                  <a:lnTo>
                    <a:pt x="171" y="222"/>
                  </a:lnTo>
                  <a:lnTo>
                    <a:pt x="171" y="224"/>
                  </a:lnTo>
                  <a:lnTo>
                    <a:pt x="173" y="224"/>
                  </a:lnTo>
                  <a:lnTo>
                    <a:pt x="173" y="227"/>
                  </a:lnTo>
                  <a:lnTo>
                    <a:pt x="171" y="227"/>
                  </a:lnTo>
                  <a:lnTo>
                    <a:pt x="171" y="229"/>
                  </a:lnTo>
                  <a:lnTo>
                    <a:pt x="173" y="231"/>
                  </a:lnTo>
                  <a:lnTo>
                    <a:pt x="173" y="231"/>
                  </a:lnTo>
                  <a:lnTo>
                    <a:pt x="173" y="234"/>
                  </a:lnTo>
                  <a:lnTo>
                    <a:pt x="178" y="239"/>
                  </a:lnTo>
                  <a:lnTo>
                    <a:pt x="180" y="239"/>
                  </a:lnTo>
                  <a:lnTo>
                    <a:pt x="180" y="239"/>
                  </a:lnTo>
                  <a:lnTo>
                    <a:pt x="180" y="239"/>
                  </a:lnTo>
                  <a:lnTo>
                    <a:pt x="180" y="236"/>
                  </a:lnTo>
                  <a:lnTo>
                    <a:pt x="182" y="239"/>
                  </a:lnTo>
                  <a:lnTo>
                    <a:pt x="182" y="239"/>
                  </a:lnTo>
                  <a:lnTo>
                    <a:pt x="182" y="239"/>
                  </a:lnTo>
                  <a:lnTo>
                    <a:pt x="182" y="241"/>
                  </a:lnTo>
                  <a:lnTo>
                    <a:pt x="185" y="241"/>
                  </a:lnTo>
                  <a:lnTo>
                    <a:pt x="185" y="243"/>
                  </a:lnTo>
                  <a:lnTo>
                    <a:pt x="185" y="243"/>
                  </a:lnTo>
                  <a:lnTo>
                    <a:pt x="182" y="246"/>
                  </a:lnTo>
                  <a:lnTo>
                    <a:pt x="185" y="248"/>
                  </a:lnTo>
                  <a:lnTo>
                    <a:pt x="187" y="248"/>
                  </a:lnTo>
                  <a:lnTo>
                    <a:pt x="190" y="248"/>
                  </a:lnTo>
                  <a:lnTo>
                    <a:pt x="192" y="248"/>
                  </a:lnTo>
                  <a:lnTo>
                    <a:pt x="192" y="250"/>
                  </a:lnTo>
                  <a:lnTo>
                    <a:pt x="194" y="255"/>
                  </a:lnTo>
                  <a:lnTo>
                    <a:pt x="194" y="255"/>
                  </a:lnTo>
                  <a:lnTo>
                    <a:pt x="199" y="258"/>
                  </a:lnTo>
                  <a:lnTo>
                    <a:pt x="209" y="260"/>
                  </a:lnTo>
                  <a:lnTo>
                    <a:pt x="213" y="262"/>
                  </a:lnTo>
                  <a:lnTo>
                    <a:pt x="216" y="265"/>
                  </a:lnTo>
                  <a:lnTo>
                    <a:pt x="218" y="265"/>
                  </a:lnTo>
                  <a:lnTo>
                    <a:pt x="220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5" y="269"/>
                  </a:lnTo>
                  <a:lnTo>
                    <a:pt x="225" y="272"/>
                  </a:lnTo>
                  <a:lnTo>
                    <a:pt x="225" y="276"/>
                  </a:lnTo>
                  <a:lnTo>
                    <a:pt x="225" y="279"/>
                  </a:lnTo>
                  <a:lnTo>
                    <a:pt x="227" y="279"/>
                  </a:lnTo>
                  <a:lnTo>
                    <a:pt x="235" y="288"/>
                  </a:lnTo>
                  <a:lnTo>
                    <a:pt x="237" y="291"/>
                  </a:lnTo>
                  <a:lnTo>
                    <a:pt x="237" y="293"/>
                  </a:lnTo>
                  <a:lnTo>
                    <a:pt x="237" y="295"/>
                  </a:lnTo>
                  <a:lnTo>
                    <a:pt x="237" y="298"/>
                  </a:lnTo>
                  <a:lnTo>
                    <a:pt x="239" y="298"/>
                  </a:lnTo>
                  <a:lnTo>
                    <a:pt x="239" y="300"/>
                  </a:lnTo>
                  <a:lnTo>
                    <a:pt x="239" y="302"/>
                  </a:lnTo>
                  <a:lnTo>
                    <a:pt x="239" y="302"/>
                  </a:lnTo>
                  <a:lnTo>
                    <a:pt x="239" y="305"/>
                  </a:lnTo>
                  <a:lnTo>
                    <a:pt x="239" y="305"/>
                  </a:lnTo>
                  <a:lnTo>
                    <a:pt x="239" y="307"/>
                  </a:lnTo>
                  <a:lnTo>
                    <a:pt x="242" y="307"/>
                  </a:lnTo>
                  <a:lnTo>
                    <a:pt x="242" y="307"/>
                  </a:lnTo>
                  <a:lnTo>
                    <a:pt x="242" y="307"/>
                  </a:lnTo>
                  <a:lnTo>
                    <a:pt x="242" y="310"/>
                  </a:lnTo>
                  <a:lnTo>
                    <a:pt x="242" y="312"/>
                  </a:lnTo>
                  <a:lnTo>
                    <a:pt x="242" y="314"/>
                  </a:lnTo>
                  <a:lnTo>
                    <a:pt x="242" y="314"/>
                  </a:lnTo>
                  <a:lnTo>
                    <a:pt x="244" y="317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49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6" y="321"/>
                  </a:lnTo>
                  <a:lnTo>
                    <a:pt x="256" y="321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61" y="324"/>
                  </a:lnTo>
                  <a:lnTo>
                    <a:pt x="261" y="324"/>
                  </a:lnTo>
                  <a:lnTo>
                    <a:pt x="263" y="326"/>
                  </a:lnTo>
                  <a:lnTo>
                    <a:pt x="263" y="326"/>
                  </a:lnTo>
                  <a:lnTo>
                    <a:pt x="263" y="329"/>
                  </a:lnTo>
                  <a:lnTo>
                    <a:pt x="265" y="329"/>
                  </a:lnTo>
                  <a:lnTo>
                    <a:pt x="268" y="329"/>
                  </a:lnTo>
                  <a:lnTo>
                    <a:pt x="268" y="331"/>
                  </a:lnTo>
                  <a:lnTo>
                    <a:pt x="268" y="336"/>
                  </a:lnTo>
                  <a:lnTo>
                    <a:pt x="272" y="345"/>
                  </a:lnTo>
                  <a:lnTo>
                    <a:pt x="275" y="345"/>
                  </a:lnTo>
                  <a:lnTo>
                    <a:pt x="277" y="345"/>
                  </a:lnTo>
                  <a:lnTo>
                    <a:pt x="277" y="347"/>
                  </a:lnTo>
                  <a:lnTo>
                    <a:pt x="277" y="350"/>
                  </a:lnTo>
                  <a:lnTo>
                    <a:pt x="277" y="352"/>
                  </a:lnTo>
                  <a:lnTo>
                    <a:pt x="277" y="355"/>
                  </a:lnTo>
                  <a:lnTo>
                    <a:pt x="277" y="355"/>
                  </a:lnTo>
                  <a:lnTo>
                    <a:pt x="277" y="357"/>
                  </a:lnTo>
                  <a:lnTo>
                    <a:pt x="277" y="359"/>
                  </a:lnTo>
                  <a:lnTo>
                    <a:pt x="277" y="359"/>
                  </a:lnTo>
                  <a:lnTo>
                    <a:pt x="277" y="362"/>
                  </a:lnTo>
                  <a:lnTo>
                    <a:pt x="277" y="364"/>
                  </a:lnTo>
                  <a:lnTo>
                    <a:pt x="277" y="364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79" y="369"/>
                  </a:lnTo>
                  <a:lnTo>
                    <a:pt x="282" y="371"/>
                  </a:lnTo>
                  <a:lnTo>
                    <a:pt x="282" y="371"/>
                  </a:lnTo>
                  <a:lnTo>
                    <a:pt x="282" y="371"/>
                  </a:lnTo>
                  <a:lnTo>
                    <a:pt x="284" y="371"/>
                  </a:lnTo>
                  <a:lnTo>
                    <a:pt x="287" y="376"/>
                  </a:lnTo>
                  <a:lnTo>
                    <a:pt x="287" y="376"/>
                  </a:lnTo>
                  <a:lnTo>
                    <a:pt x="294" y="374"/>
                  </a:lnTo>
                  <a:lnTo>
                    <a:pt x="296" y="374"/>
                  </a:lnTo>
                  <a:lnTo>
                    <a:pt x="301" y="376"/>
                  </a:lnTo>
                  <a:lnTo>
                    <a:pt x="301" y="376"/>
                  </a:lnTo>
                  <a:lnTo>
                    <a:pt x="303" y="378"/>
                  </a:lnTo>
                  <a:lnTo>
                    <a:pt x="303" y="378"/>
                  </a:lnTo>
                  <a:lnTo>
                    <a:pt x="305" y="378"/>
                  </a:lnTo>
                  <a:lnTo>
                    <a:pt x="308" y="378"/>
                  </a:lnTo>
                  <a:lnTo>
                    <a:pt x="308" y="378"/>
                  </a:lnTo>
                  <a:lnTo>
                    <a:pt x="308" y="378"/>
                  </a:lnTo>
                  <a:lnTo>
                    <a:pt x="308" y="376"/>
                  </a:lnTo>
                  <a:lnTo>
                    <a:pt x="308" y="374"/>
                  </a:lnTo>
                  <a:lnTo>
                    <a:pt x="313" y="369"/>
                  </a:lnTo>
                  <a:lnTo>
                    <a:pt x="313" y="364"/>
                  </a:lnTo>
                  <a:lnTo>
                    <a:pt x="313" y="362"/>
                  </a:lnTo>
                  <a:lnTo>
                    <a:pt x="313" y="362"/>
                  </a:lnTo>
                  <a:lnTo>
                    <a:pt x="315" y="359"/>
                  </a:lnTo>
                  <a:lnTo>
                    <a:pt x="315" y="357"/>
                  </a:lnTo>
                  <a:lnTo>
                    <a:pt x="315" y="355"/>
                  </a:lnTo>
                  <a:lnTo>
                    <a:pt x="315" y="352"/>
                  </a:lnTo>
                  <a:lnTo>
                    <a:pt x="315" y="352"/>
                  </a:lnTo>
                  <a:lnTo>
                    <a:pt x="315" y="350"/>
                  </a:lnTo>
                  <a:lnTo>
                    <a:pt x="317" y="355"/>
                  </a:lnTo>
                  <a:lnTo>
                    <a:pt x="315" y="364"/>
                  </a:lnTo>
                  <a:lnTo>
                    <a:pt x="315" y="369"/>
                  </a:lnTo>
                  <a:lnTo>
                    <a:pt x="322" y="362"/>
                  </a:lnTo>
                  <a:lnTo>
                    <a:pt x="324" y="357"/>
                  </a:lnTo>
                  <a:lnTo>
                    <a:pt x="327" y="352"/>
                  </a:lnTo>
                  <a:lnTo>
                    <a:pt x="327" y="352"/>
                  </a:lnTo>
                  <a:lnTo>
                    <a:pt x="324" y="350"/>
                  </a:lnTo>
                  <a:lnTo>
                    <a:pt x="324" y="347"/>
                  </a:lnTo>
                  <a:lnTo>
                    <a:pt x="322" y="347"/>
                  </a:lnTo>
                  <a:lnTo>
                    <a:pt x="320" y="347"/>
                  </a:lnTo>
                  <a:lnTo>
                    <a:pt x="320" y="347"/>
                  </a:lnTo>
                  <a:lnTo>
                    <a:pt x="315" y="343"/>
                  </a:lnTo>
                  <a:lnTo>
                    <a:pt x="313" y="343"/>
                  </a:lnTo>
                  <a:lnTo>
                    <a:pt x="313" y="343"/>
                  </a:lnTo>
                  <a:lnTo>
                    <a:pt x="313" y="340"/>
                  </a:lnTo>
                  <a:lnTo>
                    <a:pt x="313" y="338"/>
                  </a:lnTo>
                  <a:lnTo>
                    <a:pt x="310" y="333"/>
                  </a:lnTo>
                  <a:lnTo>
                    <a:pt x="308" y="331"/>
                  </a:lnTo>
                  <a:lnTo>
                    <a:pt x="305" y="326"/>
                  </a:lnTo>
                  <a:lnTo>
                    <a:pt x="305" y="324"/>
                  </a:lnTo>
                  <a:lnTo>
                    <a:pt x="305" y="321"/>
                  </a:lnTo>
                  <a:lnTo>
                    <a:pt x="305" y="321"/>
                  </a:lnTo>
                  <a:lnTo>
                    <a:pt x="303" y="317"/>
                  </a:lnTo>
                  <a:lnTo>
                    <a:pt x="301" y="317"/>
                  </a:lnTo>
                  <a:lnTo>
                    <a:pt x="301" y="317"/>
                  </a:lnTo>
                  <a:lnTo>
                    <a:pt x="303" y="314"/>
                  </a:lnTo>
                  <a:lnTo>
                    <a:pt x="303" y="317"/>
                  </a:lnTo>
                  <a:lnTo>
                    <a:pt x="305" y="317"/>
                  </a:lnTo>
                  <a:lnTo>
                    <a:pt x="305" y="319"/>
                  </a:lnTo>
                  <a:lnTo>
                    <a:pt x="308" y="319"/>
                  </a:lnTo>
                  <a:lnTo>
                    <a:pt x="310" y="319"/>
                  </a:lnTo>
                  <a:lnTo>
                    <a:pt x="310" y="321"/>
                  </a:lnTo>
                  <a:lnTo>
                    <a:pt x="308" y="324"/>
                  </a:lnTo>
                  <a:lnTo>
                    <a:pt x="310" y="326"/>
                  </a:lnTo>
                  <a:lnTo>
                    <a:pt x="310" y="329"/>
                  </a:lnTo>
                  <a:lnTo>
                    <a:pt x="315" y="336"/>
                  </a:lnTo>
                  <a:lnTo>
                    <a:pt x="322" y="340"/>
                  </a:lnTo>
                  <a:lnTo>
                    <a:pt x="324" y="343"/>
                  </a:lnTo>
                  <a:lnTo>
                    <a:pt x="327" y="340"/>
                  </a:lnTo>
                  <a:lnTo>
                    <a:pt x="327" y="338"/>
                  </a:lnTo>
                  <a:lnTo>
                    <a:pt x="324" y="338"/>
                  </a:lnTo>
                  <a:lnTo>
                    <a:pt x="324" y="336"/>
                  </a:lnTo>
                  <a:lnTo>
                    <a:pt x="324" y="336"/>
                  </a:lnTo>
                  <a:lnTo>
                    <a:pt x="322" y="326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1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2" y="324"/>
                  </a:lnTo>
                  <a:lnTo>
                    <a:pt x="320" y="321"/>
                  </a:lnTo>
                  <a:lnTo>
                    <a:pt x="324" y="321"/>
                  </a:lnTo>
                  <a:lnTo>
                    <a:pt x="324" y="324"/>
                  </a:lnTo>
                  <a:lnTo>
                    <a:pt x="324" y="333"/>
                  </a:lnTo>
                  <a:lnTo>
                    <a:pt x="324" y="333"/>
                  </a:lnTo>
                  <a:lnTo>
                    <a:pt x="329" y="331"/>
                  </a:lnTo>
                  <a:lnTo>
                    <a:pt x="329" y="338"/>
                  </a:lnTo>
                  <a:lnTo>
                    <a:pt x="329" y="343"/>
                  </a:lnTo>
                  <a:lnTo>
                    <a:pt x="329" y="345"/>
                  </a:lnTo>
                  <a:lnTo>
                    <a:pt x="332" y="345"/>
                  </a:lnTo>
                  <a:lnTo>
                    <a:pt x="334" y="343"/>
                  </a:lnTo>
                  <a:lnTo>
                    <a:pt x="336" y="343"/>
                  </a:lnTo>
                  <a:lnTo>
                    <a:pt x="336" y="343"/>
                  </a:lnTo>
                  <a:lnTo>
                    <a:pt x="339" y="343"/>
                  </a:lnTo>
                  <a:lnTo>
                    <a:pt x="346" y="336"/>
                  </a:lnTo>
                  <a:lnTo>
                    <a:pt x="346" y="333"/>
                  </a:lnTo>
                  <a:lnTo>
                    <a:pt x="343" y="333"/>
                  </a:lnTo>
                  <a:lnTo>
                    <a:pt x="346" y="333"/>
                  </a:lnTo>
                  <a:lnTo>
                    <a:pt x="346" y="333"/>
                  </a:lnTo>
                  <a:lnTo>
                    <a:pt x="346" y="331"/>
                  </a:lnTo>
                  <a:lnTo>
                    <a:pt x="346" y="331"/>
                  </a:lnTo>
                  <a:lnTo>
                    <a:pt x="346" y="331"/>
                  </a:lnTo>
                  <a:lnTo>
                    <a:pt x="348" y="331"/>
                  </a:lnTo>
                  <a:lnTo>
                    <a:pt x="348" y="329"/>
                  </a:lnTo>
                  <a:lnTo>
                    <a:pt x="348" y="326"/>
                  </a:lnTo>
                  <a:lnTo>
                    <a:pt x="348" y="324"/>
                  </a:lnTo>
                  <a:lnTo>
                    <a:pt x="348" y="324"/>
                  </a:lnTo>
                  <a:lnTo>
                    <a:pt x="348" y="326"/>
                  </a:lnTo>
                  <a:lnTo>
                    <a:pt x="346" y="326"/>
                  </a:lnTo>
                  <a:lnTo>
                    <a:pt x="346" y="329"/>
                  </a:lnTo>
                  <a:lnTo>
                    <a:pt x="343" y="329"/>
                  </a:lnTo>
                  <a:lnTo>
                    <a:pt x="341" y="331"/>
                  </a:lnTo>
                  <a:lnTo>
                    <a:pt x="339" y="333"/>
                  </a:lnTo>
                  <a:lnTo>
                    <a:pt x="336" y="333"/>
                  </a:lnTo>
                  <a:lnTo>
                    <a:pt x="336" y="333"/>
                  </a:lnTo>
                  <a:lnTo>
                    <a:pt x="339" y="331"/>
                  </a:lnTo>
                  <a:lnTo>
                    <a:pt x="341" y="329"/>
                  </a:lnTo>
                  <a:lnTo>
                    <a:pt x="346" y="326"/>
                  </a:lnTo>
                  <a:lnTo>
                    <a:pt x="346" y="324"/>
                  </a:lnTo>
                  <a:lnTo>
                    <a:pt x="343" y="321"/>
                  </a:lnTo>
                  <a:lnTo>
                    <a:pt x="341" y="319"/>
                  </a:lnTo>
                  <a:lnTo>
                    <a:pt x="332" y="321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9" y="317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36" y="314"/>
                  </a:lnTo>
                  <a:lnTo>
                    <a:pt x="336" y="314"/>
                  </a:lnTo>
                  <a:lnTo>
                    <a:pt x="334" y="314"/>
                  </a:lnTo>
                  <a:lnTo>
                    <a:pt x="334" y="317"/>
                  </a:lnTo>
                  <a:lnTo>
                    <a:pt x="332" y="317"/>
                  </a:lnTo>
                  <a:lnTo>
                    <a:pt x="322" y="317"/>
                  </a:lnTo>
                  <a:lnTo>
                    <a:pt x="320" y="317"/>
                  </a:lnTo>
                  <a:lnTo>
                    <a:pt x="320" y="317"/>
                  </a:lnTo>
                  <a:lnTo>
                    <a:pt x="320" y="317"/>
                  </a:lnTo>
                  <a:lnTo>
                    <a:pt x="320" y="314"/>
                  </a:lnTo>
                  <a:lnTo>
                    <a:pt x="322" y="314"/>
                  </a:lnTo>
                  <a:lnTo>
                    <a:pt x="324" y="314"/>
                  </a:lnTo>
                  <a:lnTo>
                    <a:pt x="332" y="314"/>
                  </a:lnTo>
                  <a:lnTo>
                    <a:pt x="334" y="312"/>
                  </a:lnTo>
                  <a:lnTo>
                    <a:pt x="334" y="312"/>
                  </a:lnTo>
                  <a:lnTo>
                    <a:pt x="334" y="310"/>
                  </a:lnTo>
                  <a:lnTo>
                    <a:pt x="334" y="310"/>
                  </a:lnTo>
                  <a:lnTo>
                    <a:pt x="334" y="307"/>
                  </a:lnTo>
                  <a:lnTo>
                    <a:pt x="334" y="307"/>
                  </a:lnTo>
                  <a:lnTo>
                    <a:pt x="334" y="310"/>
                  </a:lnTo>
                  <a:lnTo>
                    <a:pt x="336" y="310"/>
                  </a:lnTo>
                  <a:lnTo>
                    <a:pt x="341" y="312"/>
                  </a:lnTo>
                  <a:lnTo>
                    <a:pt x="341" y="312"/>
                  </a:lnTo>
                  <a:lnTo>
                    <a:pt x="343" y="312"/>
                  </a:lnTo>
                  <a:lnTo>
                    <a:pt x="346" y="312"/>
                  </a:lnTo>
                  <a:lnTo>
                    <a:pt x="346" y="314"/>
                  </a:lnTo>
                  <a:lnTo>
                    <a:pt x="348" y="314"/>
                  </a:lnTo>
                  <a:lnTo>
                    <a:pt x="348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3" y="312"/>
                  </a:lnTo>
                  <a:lnTo>
                    <a:pt x="353" y="310"/>
                  </a:lnTo>
                  <a:lnTo>
                    <a:pt x="353" y="307"/>
                  </a:lnTo>
                  <a:lnTo>
                    <a:pt x="353" y="307"/>
                  </a:lnTo>
                  <a:lnTo>
                    <a:pt x="353" y="310"/>
                  </a:lnTo>
                  <a:lnTo>
                    <a:pt x="355" y="310"/>
                  </a:lnTo>
                  <a:lnTo>
                    <a:pt x="355" y="312"/>
                  </a:lnTo>
                  <a:lnTo>
                    <a:pt x="358" y="312"/>
                  </a:lnTo>
                  <a:lnTo>
                    <a:pt x="358" y="312"/>
                  </a:lnTo>
                  <a:lnTo>
                    <a:pt x="358" y="312"/>
                  </a:lnTo>
                  <a:lnTo>
                    <a:pt x="360" y="310"/>
                  </a:lnTo>
                  <a:lnTo>
                    <a:pt x="365" y="305"/>
                  </a:lnTo>
                  <a:lnTo>
                    <a:pt x="367" y="302"/>
                  </a:lnTo>
                  <a:lnTo>
                    <a:pt x="367" y="302"/>
                  </a:lnTo>
                  <a:lnTo>
                    <a:pt x="367" y="300"/>
                  </a:lnTo>
                  <a:lnTo>
                    <a:pt x="369" y="300"/>
                  </a:lnTo>
                  <a:lnTo>
                    <a:pt x="367" y="300"/>
                  </a:lnTo>
                  <a:lnTo>
                    <a:pt x="367" y="300"/>
                  </a:lnTo>
                  <a:lnTo>
                    <a:pt x="362" y="295"/>
                  </a:lnTo>
                  <a:lnTo>
                    <a:pt x="360" y="295"/>
                  </a:lnTo>
                  <a:lnTo>
                    <a:pt x="362" y="295"/>
                  </a:lnTo>
                  <a:lnTo>
                    <a:pt x="365" y="295"/>
                  </a:lnTo>
                  <a:lnTo>
                    <a:pt x="367" y="298"/>
                  </a:lnTo>
                  <a:lnTo>
                    <a:pt x="372" y="300"/>
                  </a:lnTo>
                  <a:lnTo>
                    <a:pt x="372" y="300"/>
                  </a:lnTo>
                  <a:lnTo>
                    <a:pt x="374" y="298"/>
                  </a:lnTo>
                  <a:lnTo>
                    <a:pt x="376" y="295"/>
                  </a:lnTo>
                  <a:lnTo>
                    <a:pt x="379" y="295"/>
                  </a:lnTo>
                  <a:lnTo>
                    <a:pt x="381" y="293"/>
                  </a:lnTo>
                  <a:lnTo>
                    <a:pt x="388" y="291"/>
                  </a:lnTo>
                  <a:lnTo>
                    <a:pt x="388" y="291"/>
                  </a:lnTo>
                  <a:lnTo>
                    <a:pt x="388" y="288"/>
                  </a:lnTo>
                  <a:lnTo>
                    <a:pt x="386" y="288"/>
                  </a:lnTo>
                  <a:lnTo>
                    <a:pt x="384" y="286"/>
                  </a:lnTo>
                  <a:lnTo>
                    <a:pt x="386" y="286"/>
                  </a:lnTo>
                  <a:lnTo>
                    <a:pt x="386" y="286"/>
                  </a:lnTo>
                  <a:lnTo>
                    <a:pt x="388" y="286"/>
                  </a:lnTo>
                  <a:lnTo>
                    <a:pt x="393" y="286"/>
                  </a:lnTo>
                  <a:lnTo>
                    <a:pt x="393" y="286"/>
                  </a:lnTo>
                  <a:lnTo>
                    <a:pt x="398" y="279"/>
                  </a:lnTo>
                  <a:lnTo>
                    <a:pt x="400" y="276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8" y="274"/>
                  </a:lnTo>
                  <a:lnTo>
                    <a:pt x="395" y="274"/>
                  </a:lnTo>
                  <a:lnTo>
                    <a:pt x="395" y="272"/>
                  </a:lnTo>
                  <a:lnTo>
                    <a:pt x="395" y="272"/>
                  </a:lnTo>
                  <a:lnTo>
                    <a:pt x="391" y="272"/>
                  </a:lnTo>
                  <a:lnTo>
                    <a:pt x="388" y="272"/>
                  </a:lnTo>
                  <a:lnTo>
                    <a:pt x="388" y="269"/>
                  </a:lnTo>
                  <a:lnTo>
                    <a:pt x="386" y="267"/>
                  </a:lnTo>
                  <a:lnTo>
                    <a:pt x="388" y="269"/>
                  </a:lnTo>
                  <a:lnTo>
                    <a:pt x="391" y="269"/>
                  </a:lnTo>
                  <a:lnTo>
                    <a:pt x="391" y="269"/>
                  </a:lnTo>
                  <a:lnTo>
                    <a:pt x="391" y="267"/>
                  </a:lnTo>
                  <a:lnTo>
                    <a:pt x="391" y="265"/>
                  </a:lnTo>
                  <a:lnTo>
                    <a:pt x="388" y="262"/>
                  </a:lnTo>
                  <a:lnTo>
                    <a:pt x="388" y="260"/>
                  </a:lnTo>
                  <a:lnTo>
                    <a:pt x="388" y="260"/>
                  </a:lnTo>
                  <a:lnTo>
                    <a:pt x="393" y="262"/>
                  </a:lnTo>
                  <a:lnTo>
                    <a:pt x="393" y="262"/>
                  </a:lnTo>
                  <a:lnTo>
                    <a:pt x="393" y="260"/>
                  </a:lnTo>
                  <a:lnTo>
                    <a:pt x="393" y="260"/>
                  </a:lnTo>
                  <a:lnTo>
                    <a:pt x="393" y="260"/>
                  </a:lnTo>
                  <a:lnTo>
                    <a:pt x="395" y="260"/>
                  </a:lnTo>
                  <a:lnTo>
                    <a:pt x="393" y="265"/>
                  </a:lnTo>
                  <a:lnTo>
                    <a:pt x="393" y="267"/>
                  </a:lnTo>
                  <a:lnTo>
                    <a:pt x="395" y="267"/>
                  </a:lnTo>
                  <a:lnTo>
                    <a:pt x="395" y="267"/>
                  </a:lnTo>
                  <a:lnTo>
                    <a:pt x="398" y="269"/>
                  </a:lnTo>
                  <a:lnTo>
                    <a:pt x="400" y="269"/>
                  </a:lnTo>
                  <a:lnTo>
                    <a:pt x="400" y="269"/>
                  </a:lnTo>
                  <a:lnTo>
                    <a:pt x="402" y="269"/>
                  </a:lnTo>
                  <a:lnTo>
                    <a:pt x="405" y="267"/>
                  </a:lnTo>
                  <a:lnTo>
                    <a:pt x="410" y="262"/>
                  </a:lnTo>
                  <a:lnTo>
                    <a:pt x="412" y="260"/>
                  </a:lnTo>
                  <a:lnTo>
                    <a:pt x="412" y="258"/>
                  </a:lnTo>
                  <a:lnTo>
                    <a:pt x="414" y="255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0"/>
                  </a:lnTo>
                  <a:lnTo>
                    <a:pt x="419" y="250"/>
                  </a:lnTo>
                  <a:lnTo>
                    <a:pt x="419" y="250"/>
                  </a:lnTo>
                  <a:lnTo>
                    <a:pt x="424" y="246"/>
                  </a:lnTo>
                  <a:lnTo>
                    <a:pt x="424" y="246"/>
                  </a:lnTo>
                  <a:lnTo>
                    <a:pt x="424" y="243"/>
                  </a:lnTo>
                  <a:lnTo>
                    <a:pt x="424" y="243"/>
                  </a:lnTo>
                  <a:lnTo>
                    <a:pt x="424" y="243"/>
                  </a:lnTo>
                  <a:lnTo>
                    <a:pt x="421" y="246"/>
                  </a:lnTo>
                  <a:lnTo>
                    <a:pt x="421" y="246"/>
                  </a:lnTo>
                  <a:lnTo>
                    <a:pt x="419" y="246"/>
                  </a:lnTo>
                  <a:lnTo>
                    <a:pt x="419" y="243"/>
                  </a:lnTo>
                  <a:lnTo>
                    <a:pt x="419" y="241"/>
                  </a:lnTo>
                  <a:lnTo>
                    <a:pt x="421" y="236"/>
                  </a:lnTo>
                  <a:lnTo>
                    <a:pt x="421" y="234"/>
                  </a:lnTo>
                  <a:lnTo>
                    <a:pt x="424" y="234"/>
                  </a:lnTo>
                  <a:lnTo>
                    <a:pt x="426" y="229"/>
                  </a:lnTo>
                  <a:lnTo>
                    <a:pt x="428" y="229"/>
                  </a:lnTo>
                  <a:lnTo>
                    <a:pt x="428" y="231"/>
                  </a:lnTo>
                  <a:lnTo>
                    <a:pt x="428" y="231"/>
                  </a:lnTo>
                  <a:lnTo>
                    <a:pt x="431" y="234"/>
                  </a:lnTo>
                  <a:lnTo>
                    <a:pt x="431" y="234"/>
                  </a:lnTo>
                  <a:lnTo>
                    <a:pt x="433" y="234"/>
                  </a:lnTo>
                  <a:lnTo>
                    <a:pt x="436" y="231"/>
                  </a:lnTo>
                  <a:lnTo>
                    <a:pt x="438" y="231"/>
                  </a:lnTo>
                  <a:lnTo>
                    <a:pt x="440" y="231"/>
                  </a:lnTo>
                  <a:lnTo>
                    <a:pt x="443" y="229"/>
                  </a:lnTo>
                  <a:lnTo>
                    <a:pt x="443" y="229"/>
                  </a:lnTo>
                  <a:lnTo>
                    <a:pt x="443" y="227"/>
                  </a:lnTo>
                  <a:lnTo>
                    <a:pt x="443" y="224"/>
                  </a:lnTo>
                  <a:lnTo>
                    <a:pt x="445" y="222"/>
                  </a:lnTo>
                  <a:lnTo>
                    <a:pt x="447" y="220"/>
                  </a:lnTo>
                  <a:lnTo>
                    <a:pt x="450" y="217"/>
                  </a:lnTo>
                  <a:lnTo>
                    <a:pt x="450" y="215"/>
                  </a:lnTo>
                  <a:lnTo>
                    <a:pt x="447" y="213"/>
                  </a:lnTo>
                  <a:lnTo>
                    <a:pt x="445" y="213"/>
                  </a:lnTo>
                  <a:lnTo>
                    <a:pt x="443" y="213"/>
                  </a:lnTo>
                  <a:lnTo>
                    <a:pt x="445" y="213"/>
                  </a:lnTo>
                  <a:lnTo>
                    <a:pt x="447" y="213"/>
                  </a:lnTo>
                  <a:lnTo>
                    <a:pt x="450" y="213"/>
                  </a:lnTo>
                  <a:lnTo>
                    <a:pt x="452" y="215"/>
                  </a:lnTo>
                  <a:lnTo>
                    <a:pt x="452" y="215"/>
                  </a:lnTo>
                  <a:lnTo>
                    <a:pt x="452" y="215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0" y="210"/>
                  </a:lnTo>
                  <a:lnTo>
                    <a:pt x="450" y="210"/>
                  </a:lnTo>
                  <a:lnTo>
                    <a:pt x="452" y="208"/>
                  </a:lnTo>
                  <a:lnTo>
                    <a:pt x="452" y="208"/>
                  </a:lnTo>
                  <a:lnTo>
                    <a:pt x="455" y="210"/>
                  </a:lnTo>
                  <a:lnTo>
                    <a:pt x="455" y="210"/>
                  </a:lnTo>
                  <a:lnTo>
                    <a:pt x="457" y="210"/>
                  </a:lnTo>
                  <a:lnTo>
                    <a:pt x="457" y="208"/>
                  </a:lnTo>
                  <a:lnTo>
                    <a:pt x="457" y="205"/>
                  </a:lnTo>
                  <a:lnTo>
                    <a:pt x="459" y="205"/>
                  </a:lnTo>
                  <a:lnTo>
                    <a:pt x="457" y="205"/>
                  </a:lnTo>
                  <a:lnTo>
                    <a:pt x="457" y="205"/>
                  </a:lnTo>
                  <a:lnTo>
                    <a:pt x="457" y="203"/>
                  </a:lnTo>
                  <a:lnTo>
                    <a:pt x="455" y="201"/>
                  </a:lnTo>
                  <a:lnTo>
                    <a:pt x="455" y="201"/>
                  </a:lnTo>
                  <a:lnTo>
                    <a:pt x="455" y="198"/>
                  </a:lnTo>
                  <a:lnTo>
                    <a:pt x="452" y="198"/>
                  </a:lnTo>
                  <a:lnTo>
                    <a:pt x="447" y="198"/>
                  </a:lnTo>
                  <a:lnTo>
                    <a:pt x="445" y="196"/>
                  </a:lnTo>
                  <a:lnTo>
                    <a:pt x="445" y="194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5" y="187"/>
                  </a:lnTo>
                  <a:lnTo>
                    <a:pt x="450" y="177"/>
                  </a:lnTo>
                  <a:lnTo>
                    <a:pt x="450" y="177"/>
                  </a:lnTo>
                  <a:lnTo>
                    <a:pt x="452" y="175"/>
                  </a:lnTo>
                  <a:lnTo>
                    <a:pt x="452" y="175"/>
                  </a:lnTo>
                  <a:lnTo>
                    <a:pt x="452" y="177"/>
                  </a:lnTo>
                  <a:lnTo>
                    <a:pt x="450" y="182"/>
                  </a:lnTo>
                  <a:lnTo>
                    <a:pt x="447" y="187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55" y="194"/>
                  </a:lnTo>
                  <a:lnTo>
                    <a:pt x="455" y="196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9" y="201"/>
                  </a:lnTo>
                  <a:lnTo>
                    <a:pt x="457" y="198"/>
                  </a:lnTo>
                  <a:lnTo>
                    <a:pt x="457" y="184"/>
                  </a:lnTo>
                  <a:lnTo>
                    <a:pt x="459" y="182"/>
                  </a:lnTo>
                  <a:lnTo>
                    <a:pt x="457" y="182"/>
                  </a:lnTo>
                  <a:lnTo>
                    <a:pt x="459" y="175"/>
                  </a:lnTo>
                  <a:lnTo>
                    <a:pt x="466" y="160"/>
                  </a:lnTo>
                  <a:lnTo>
                    <a:pt x="473" y="144"/>
                  </a:lnTo>
                  <a:lnTo>
                    <a:pt x="478" y="134"/>
                  </a:lnTo>
                  <a:lnTo>
                    <a:pt x="488" y="125"/>
                  </a:lnTo>
                  <a:lnTo>
                    <a:pt x="497" y="116"/>
                  </a:lnTo>
                  <a:lnTo>
                    <a:pt x="502" y="113"/>
                  </a:lnTo>
                  <a:lnTo>
                    <a:pt x="507" y="111"/>
                  </a:lnTo>
                  <a:lnTo>
                    <a:pt x="504" y="11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8" name="Freeform 16">
              <a:extLst>
                <a:ext uri="{FF2B5EF4-FFF2-40B4-BE49-F238E27FC236}">
                  <a16:creationId xmlns:a16="http://schemas.microsoft.com/office/drawing/2014/main" id="{82EE3A68-03BA-4356-A382-F6E895D819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1235" y="2325387"/>
              <a:ext cx="64197" cy="100071"/>
            </a:xfrm>
            <a:custGeom>
              <a:avLst/>
              <a:gdLst>
                <a:gd name="T0" fmla="*/ 47 w 68"/>
                <a:gd name="T1" fmla="*/ 99 h 106"/>
                <a:gd name="T2" fmla="*/ 45 w 68"/>
                <a:gd name="T3" fmla="*/ 99 h 106"/>
                <a:gd name="T4" fmla="*/ 42 w 68"/>
                <a:gd name="T5" fmla="*/ 104 h 106"/>
                <a:gd name="T6" fmla="*/ 49 w 68"/>
                <a:gd name="T7" fmla="*/ 106 h 106"/>
                <a:gd name="T8" fmla="*/ 49 w 68"/>
                <a:gd name="T9" fmla="*/ 101 h 106"/>
                <a:gd name="T10" fmla="*/ 54 w 68"/>
                <a:gd name="T11" fmla="*/ 52 h 106"/>
                <a:gd name="T12" fmla="*/ 54 w 68"/>
                <a:gd name="T13" fmla="*/ 56 h 106"/>
                <a:gd name="T14" fmla="*/ 54 w 68"/>
                <a:gd name="T15" fmla="*/ 59 h 106"/>
                <a:gd name="T16" fmla="*/ 54 w 68"/>
                <a:gd name="T17" fmla="*/ 66 h 106"/>
                <a:gd name="T18" fmla="*/ 56 w 68"/>
                <a:gd name="T19" fmla="*/ 61 h 106"/>
                <a:gd name="T20" fmla="*/ 68 w 68"/>
                <a:gd name="T21" fmla="*/ 56 h 106"/>
                <a:gd name="T22" fmla="*/ 66 w 68"/>
                <a:gd name="T23" fmla="*/ 45 h 106"/>
                <a:gd name="T24" fmla="*/ 61 w 68"/>
                <a:gd name="T25" fmla="*/ 40 h 106"/>
                <a:gd name="T26" fmla="*/ 61 w 68"/>
                <a:gd name="T27" fmla="*/ 47 h 106"/>
                <a:gd name="T28" fmla="*/ 61 w 68"/>
                <a:gd name="T29" fmla="*/ 52 h 106"/>
                <a:gd name="T30" fmla="*/ 59 w 68"/>
                <a:gd name="T31" fmla="*/ 56 h 106"/>
                <a:gd name="T32" fmla="*/ 59 w 68"/>
                <a:gd name="T33" fmla="*/ 61 h 106"/>
                <a:gd name="T34" fmla="*/ 61 w 68"/>
                <a:gd name="T35" fmla="*/ 64 h 106"/>
                <a:gd name="T36" fmla="*/ 66 w 68"/>
                <a:gd name="T37" fmla="*/ 59 h 106"/>
                <a:gd name="T38" fmla="*/ 61 w 68"/>
                <a:gd name="T39" fmla="*/ 35 h 106"/>
                <a:gd name="T40" fmla="*/ 61 w 68"/>
                <a:gd name="T41" fmla="*/ 33 h 106"/>
                <a:gd name="T42" fmla="*/ 54 w 68"/>
                <a:gd name="T43" fmla="*/ 26 h 106"/>
                <a:gd name="T44" fmla="*/ 49 w 68"/>
                <a:gd name="T45" fmla="*/ 23 h 106"/>
                <a:gd name="T46" fmla="*/ 47 w 68"/>
                <a:gd name="T47" fmla="*/ 16 h 106"/>
                <a:gd name="T48" fmla="*/ 47 w 68"/>
                <a:gd name="T49" fmla="*/ 14 h 106"/>
                <a:gd name="T50" fmla="*/ 45 w 68"/>
                <a:gd name="T51" fmla="*/ 14 h 106"/>
                <a:gd name="T52" fmla="*/ 40 w 68"/>
                <a:gd name="T53" fmla="*/ 4 h 106"/>
                <a:gd name="T54" fmla="*/ 26 w 68"/>
                <a:gd name="T55" fmla="*/ 2 h 106"/>
                <a:gd name="T56" fmla="*/ 2 w 68"/>
                <a:gd name="T57" fmla="*/ 16 h 106"/>
                <a:gd name="T58" fmla="*/ 9 w 68"/>
                <a:gd name="T59" fmla="*/ 45 h 106"/>
                <a:gd name="T60" fmla="*/ 16 w 68"/>
                <a:gd name="T61" fmla="*/ 68 h 106"/>
                <a:gd name="T62" fmla="*/ 16 w 68"/>
                <a:gd name="T63" fmla="*/ 82 h 106"/>
                <a:gd name="T64" fmla="*/ 26 w 68"/>
                <a:gd name="T65" fmla="*/ 90 h 106"/>
                <a:gd name="T66" fmla="*/ 47 w 68"/>
                <a:gd name="T67" fmla="*/ 78 h 106"/>
                <a:gd name="T68" fmla="*/ 49 w 68"/>
                <a:gd name="T69" fmla="*/ 75 h 106"/>
                <a:gd name="T70" fmla="*/ 49 w 68"/>
                <a:gd name="T71" fmla="*/ 56 h 106"/>
                <a:gd name="T72" fmla="*/ 49 w 68"/>
                <a:gd name="T73" fmla="*/ 49 h 106"/>
                <a:gd name="T74" fmla="*/ 47 w 68"/>
                <a:gd name="T75" fmla="*/ 42 h 106"/>
                <a:gd name="T76" fmla="*/ 45 w 68"/>
                <a:gd name="T77" fmla="*/ 37 h 106"/>
                <a:gd name="T78" fmla="*/ 49 w 68"/>
                <a:gd name="T79" fmla="*/ 40 h 106"/>
                <a:gd name="T80" fmla="*/ 49 w 68"/>
                <a:gd name="T81" fmla="*/ 33 h 106"/>
                <a:gd name="T82" fmla="*/ 47 w 68"/>
                <a:gd name="T83" fmla="*/ 30 h 106"/>
                <a:gd name="T84" fmla="*/ 47 w 68"/>
                <a:gd name="T85" fmla="*/ 23 h 106"/>
                <a:gd name="T86" fmla="*/ 49 w 68"/>
                <a:gd name="T87" fmla="*/ 30 h 106"/>
                <a:gd name="T88" fmla="*/ 54 w 68"/>
                <a:gd name="T89" fmla="*/ 30 h 106"/>
                <a:gd name="T90" fmla="*/ 56 w 68"/>
                <a:gd name="T91" fmla="*/ 28 h 106"/>
                <a:gd name="T92" fmla="*/ 56 w 68"/>
                <a:gd name="T93" fmla="*/ 37 h 106"/>
                <a:gd name="T94" fmla="*/ 61 w 68"/>
                <a:gd name="T95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" h="106">
                  <a:moveTo>
                    <a:pt x="49" y="101"/>
                  </a:move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5" y="97"/>
                  </a:lnTo>
                  <a:lnTo>
                    <a:pt x="45" y="99"/>
                  </a:lnTo>
                  <a:lnTo>
                    <a:pt x="47" y="99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2" y="104"/>
                  </a:lnTo>
                  <a:lnTo>
                    <a:pt x="45" y="104"/>
                  </a:lnTo>
                  <a:lnTo>
                    <a:pt x="45" y="106"/>
                  </a:lnTo>
                  <a:lnTo>
                    <a:pt x="47" y="106"/>
                  </a:lnTo>
                  <a:lnTo>
                    <a:pt x="49" y="106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9" y="101"/>
                  </a:lnTo>
                  <a:close/>
                  <a:moveTo>
                    <a:pt x="56" y="54"/>
                  </a:moveTo>
                  <a:lnTo>
                    <a:pt x="56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2" y="56"/>
                  </a:lnTo>
                  <a:lnTo>
                    <a:pt x="54" y="56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4" y="64"/>
                  </a:lnTo>
                  <a:lnTo>
                    <a:pt x="54" y="66"/>
                  </a:lnTo>
                  <a:lnTo>
                    <a:pt x="54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59"/>
                  </a:lnTo>
                  <a:lnTo>
                    <a:pt x="56" y="54"/>
                  </a:lnTo>
                  <a:close/>
                  <a:moveTo>
                    <a:pt x="68" y="56"/>
                  </a:moveTo>
                  <a:lnTo>
                    <a:pt x="68" y="56"/>
                  </a:lnTo>
                  <a:lnTo>
                    <a:pt x="68" y="54"/>
                  </a:lnTo>
                  <a:lnTo>
                    <a:pt x="68" y="52"/>
                  </a:lnTo>
                  <a:lnTo>
                    <a:pt x="66" y="45"/>
                  </a:lnTo>
                  <a:lnTo>
                    <a:pt x="66" y="40"/>
                  </a:lnTo>
                  <a:lnTo>
                    <a:pt x="66" y="37"/>
                  </a:lnTo>
                  <a:lnTo>
                    <a:pt x="64" y="37"/>
                  </a:lnTo>
                  <a:lnTo>
                    <a:pt x="61" y="40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61" y="47"/>
                  </a:lnTo>
                  <a:lnTo>
                    <a:pt x="61" y="47"/>
                  </a:lnTo>
                  <a:lnTo>
                    <a:pt x="61" y="49"/>
                  </a:lnTo>
                  <a:lnTo>
                    <a:pt x="59" y="49"/>
                  </a:lnTo>
                  <a:lnTo>
                    <a:pt x="59" y="49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4"/>
                  </a:lnTo>
                  <a:lnTo>
                    <a:pt x="59" y="54"/>
                  </a:lnTo>
                  <a:lnTo>
                    <a:pt x="59" y="56"/>
                  </a:lnTo>
                  <a:lnTo>
                    <a:pt x="61" y="56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59" y="61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61" y="64"/>
                  </a:lnTo>
                  <a:lnTo>
                    <a:pt x="61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6" y="59"/>
                  </a:lnTo>
                  <a:lnTo>
                    <a:pt x="68" y="59"/>
                  </a:lnTo>
                  <a:lnTo>
                    <a:pt x="68" y="56"/>
                  </a:lnTo>
                  <a:close/>
                  <a:moveTo>
                    <a:pt x="61" y="37"/>
                  </a:moveTo>
                  <a:lnTo>
                    <a:pt x="61" y="35"/>
                  </a:lnTo>
                  <a:lnTo>
                    <a:pt x="64" y="35"/>
                  </a:lnTo>
                  <a:lnTo>
                    <a:pt x="61" y="35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59" y="28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9" y="26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19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1"/>
                  </a:lnTo>
                  <a:lnTo>
                    <a:pt x="45" y="11"/>
                  </a:lnTo>
                  <a:lnTo>
                    <a:pt x="45" y="14"/>
                  </a:lnTo>
                  <a:lnTo>
                    <a:pt x="42" y="14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0" y="4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6" y="2"/>
                  </a:lnTo>
                  <a:lnTo>
                    <a:pt x="16" y="4"/>
                  </a:lnTo>
                  <a:lnTo>
                    <a:pt x="9" y="7"/>
                  </a:lnTo>
                  <a:lnTo>
                    <a:pt x="0" y="9"/>
                  </a:lnTo>
                  <a:lnTo>
                    <a:pt x="2" y="16"/>
                  </a:lnTo>
                  <a:lnTo>
                    <a:pt x="4" y="23"/>
                  </a:lnTo>
                  <a:lnTo>
                    <a:pt x="7" y="30"/>
                  </a:lnTo>
                  <a:lnTo>
                    <a:pt x="9" y="37"/>
                  </a:lnTo>
                  <a:lnTo>
                    <a:pt x="9" y="45"/>
                  </a:lnTo>
                  <a:lnTo>
                    <a:pt x="12" y="52"/>
                  </a:lnTo>
                  <a:lnTo>
                    <a:pt x="14" y="56"/>
                  </a:lnTo>
                  <a:lnTo>
                    <a:pt x="16" y="64"/>
                  </a:lnTo>
                  <a:lnTo>
                    <a:pt x="16" y="68"/>
                  </a:lnTo>
                  <a:lnTo>
                    <a:pt x="16" y="73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82"/>
                  </a:lnTo>
                  <a:lnTo>
                    <a:pt x="16" y="85"/>
                  </a:lnTo>
                  <a:lnTo>
                    <a:pt x="19" y="90"/>
                  </a:lnTo>
                  <a:lnTo>
                    <a:pt x="19" y="92"/>
                  </a:lnTo>
                  <a:lnTo>
                    <a:pt x="26" y="90"/>
                  </a:lnTo>
                  <a:lnTo>
                    <a:pt x="40" y="80"/>
                  </a:lnTo>
                  <a:lnTo>
                    <a:pt x="45" y="78"/>
                  </a:lnTo>
                  <a:lnTo>
                    <a:pt x="45" y="78"/>
                  </a:lnTo>
                  <a:lnTo>
                    <a:pt x="47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75"/>
                  </a:lnTo>
                  <a:lnTo>
                    <a:pt x="49" y="75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49" y="56"/>
                  </a:lnTo>
                  <a:lnTo>
                    <a:pt x="49" y="54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9" y="45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7" y="37"/>
                  </a:lnTo>
                  <a:lnTo>
                    <a:pt x="49" y="37"/>
                  </a:lnTo>
                  <a:lnTo>
                    <a:pt x="49" y="40"/>
                  </a:lnTo>
                  <a:lnTo>
                    <a:pt x="49" y="37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7" y="33"/>
                  </a:lnTo>
                  <a:lnTo>
                    <a:pt x="47" y="30"/>
                  </a:lnTo>
                  <a:lnTo>
                    <a:pt x="47" y="30"/>
                  </a:lnTo>
                  <a:lnTo>
                    <a:pt x="45" y="26"/>
                  </a:lnTo>
                  <a:lnTo>
                    <a:pt x="45" y="23"/>
                  </a:lnTo>
                  <a:lnTo>
                    <a:pt x="45" y="23"/>
                  </a:lnTo>
                  <a:lnTo>
                    <a:pt x="47" y="23"/>
                  </a:lnTo>
                  <a:lnTo>
                    <a:pt x="47" y="26"/>
                  </a:lnTo>
                  <a:lnTo>
                    <a:pt x="47" y="26"/>
                  </a:lnTo>
                  <a:lnTo>
                    <a:pt x="49" y="28"/>
                  </a:lnTo>
                  <a:lnTo>
                    <a:pt x="49" y="30"/>
                  </a:lnTo>
                  <a:lnTo>
                    <a:pt x="52" y="30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33"/>
                  </a:lnTo>
                  <a:lnTo>
                    <a:pt x="56" y="35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40"/>
                  </a:lnTo>
                  <a:lnTo>
                    <a:pt x="59" y="40"/>
                  </a:lnTo>
                  <a:lnTo>
                    <a:pt x="61" y="3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9" name="Freeform 17">
              <a:extLst>
                <a:ext uri="{FF2B5EF4-FFF2-40B4-BE49-F238E27FC236}">
                  <a16:creationId xmlns:a16="http://schemas.microsoft.com/office/drawing/2014/main" id="{EFFBC2B8-8D67-447E-B88D-165040BDA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62" y="2410353"/>
              <a:ext cx="556055" cy="353081"/>
            </a:xfrm>
            <a:custGeom>
              <a:avLst/>
              <a:gdLst>
                <a:gd name="T0" fmla="*/ 568 w 589"/>
                <a:gd name="T1" fmla="*/ 191 h 374"/>
                <a:gd name="T2" fmla="*/ 549 w 589"/>
                <a:gd name="T3" fmla="*/ 182 h 374"/>
                <a:gd name="T4" fmla="*/ 535 w 589"/>
                <a:gd name="T5" fmla="*/ 168 h 374"/>
                <a:gd name="T6" fmla="*/ 530 w 589"/>
                <a:gd name="T7" fmla="*/ 156 h 374"/>
                <a:gd name="T8" fmla="*/ 530 w 589"/>
                <a:gd name="T9" fmla="*/ 146 h 374"/>
                <a:gd name="T10" fmla="*/ 530 w 589"/>
                <a:gd name="T11" fmla="*/ 142 h 374"/>
                <a:gd name="T12" fmla="*/ 537 w 589"/>
                <a:gd name="T13" fmla="*/ 132 h 374"/>
                <a:gd name="T14" fmla="*/ 533 w 589"/>
                <a:gd name="T15" fmla="*/ 123 h 374"/>
                <a:gd name="T16" fmla="*/ 530 w 589"/>
                <a:gd name="T17" fmla="*/ 123 h 374"/>
                <a:gd name="T18" fmla="*/ 528 w 589"/>
                <a:gd name="T19" fmla="*/ 116 h 374"/>
                <a:gd name="T20" fmla="*/ 540 w 589"/>
                <a:gd name="T21" fmla="*/ 101 h 374"/>
                <a:gd name="T22" fmla="*/ 540 w 589"/>
                <a:gd name="T23" fmla="*/ 97 h 374"/>
                <a:gd name="T24" fmla="*/ 547 w 589"/>
                <a:gd name="T25" fmla="*/ 78 h 374"/>
                <a:gd name="T26" fmla="*/ 552 w 589"/>
                <a:gd name="T27" fmla="*/ 68 h 374"/>
                <a:gd name="T28" fmla="*/ 559 w 589"/>
                <a:gd name="T29" fmla="*/ 63 h 374"/>
                <a:gd name="T30" fmla="*/ 552 w 589"/>
                <a:gd name="T31" fmla="*/ 54 h 374"/>
                <a:gd name="T32" fmla="*/ 540 w 589"/>
                <a:gd name="T33" fmla="*/ 56 h 374"/>
                <a:gd name="T34" fmla="*/ 528 w 589"/>
                <a:gd name="T35" fmla="*/ 52 h 374"/>
                <a:gd name="T36" fmla="*/ 516 w 589"/>
                <a:gd name="T37" fmla="*/ 30 h 374"/>
                <a:gd name="T38" fmla="*/ 511 w 589"/>
                <a:gd name="T39" fmla="*/ 21 h 374"/>
                <a:gd name="T40" fmla="*/ 507 w 589"/>
                <a:gd name="T41" fmla="*/ 14 h 374"/>
                <a:gd name="T42" fmla="*/ 492 w 589"/>
                <a:gd name="T43" fmla="*/ 11 h 374"/>
                <a:gd name="T44" fmla="*/ 481 w 589"/>
                <a:gd name="T45" fmla="*/ 2 h 374"/>
                <a:gd name="T46" fmla="*/ 440 w 589"/>
                <a:gd name="T47" fmla="*/ 9 h 374"/>
                <a:gd name="T48" fmla="*/ 365 w 589"/>
                <a:gd name="T49" fmla="*/ 26 h 374"/>
                <a:gd name="T50" fmla="*/ 289 w 589"/>
                <a:gd name="T51" fmla="*/ 42 h 374"/>
                <a:gd name="T52" fmla="*/ 213 w 589"/>
                <a:gd name="T53" fmla="*/ 56 h 374"/>
                <a:gd name="T54" fmla="*/ 138 w 589"/>
                <a:gd name="T55" fmla="*/ 73 h 374"/>
                <a:gd name="T56" fmla="*/ 71 w 589"/>
                <a:gd name="T57" fmla="*/ 85 h 374"/>
                <a:gd name="T58" fmla="*/ 67 w 589"/>
                <a:gd name="T59" fmla="*/ 63 h 374"/>
                <a:gd name="T60" fmla="*/ 50 w 589"/>
                <a:gd name="T61" fmla="*/ 63 h 374"/>
                <a:gd name="T62" fmla="*/ 34 w 589"/>
                <a:gd name="T63" fmla="*/ 75 h 374"/>
                <a:gd name="T64" fmla="*/ 38 w 589"/>
                <a:gd name="T65" fmla="*/ 71 h 374"/>
                <a:gd name="T66" fmla="*/ 31 w 589"/>
                <a:gd name="T67" fmla="*/ 78 h 374"/>
                <a:gd name="T68" fmla="*/ 5 w 589"/>
                <a:gd name="T69" fmla="*/ 97 h 374"/>
                <a:gd name="T70" fmla="*/ 17 w 589"/>
                <a:gd name="T71" fmla="*/ 184 h 374"/>
                <a:gd name="T72" fmla="*/ 29 w 589"/>
                <a:gd name="T73" fmla="*/ 260 h 374"/>
                <a:gd name="T74" fmla="*/ 29 w 589"/>
                <a:gd name="T75" fmla="*/ 262 h 374"/>
                <a:gd name="T76" fmla="*/ 38 w 589"/>
                <a:gd name="T77" fmla="*/ 310 h 374"/>
                <a:gd name="T78" fmla="*/ 48 w 589"/>
                <a:gd name="T79" fmla="*/ 364 h 374"/>
                <a:gd name="T80" fmla="*/ 112 w 589"/>
                <a:gd name="T81" fmla="*/ 362 h 374"/>
                <a:gd name="T82" fmla="*/ 183 w 589"/>
                <a:gd name="T83" fmla="*/ 347 h 374"/>
                <a:gd name="T84" fmla="*/ 249 w 589"/>
                <a:gd name="T85" fmla="*/ 336 h 374"/>
                <a:gd name="T86" fmla="*/ 315 w 589"/>
                <a:gd name="T87" fmla="*/ 321 h 374"/>
                <a:gd name="T88" fmla="*/ 381 w 589"/>
                <a:gd name="T89" fmla="*/ 310 h 374"/>
                <a:gd name="T90" fmla="*/ 445 w 589"/>
                <a:gd name="T91" fmla="*/ 295 h 374"/>
                <a:gd name="T92" fmla="*/ 502 w 589"/>
                <a:gd name="T93" fmla="*/ 284 h 374"/>
                <a:gd name="T94" fmla="*/ 509 w 589"/>
                <a:gd name="T95" fmla="*/ 267 h 374"/>
                <a:gd name="T96" fmla="*/ 528 w 589"/>
                <a:gd name="T97" fmla="*/ 262 h 374"/>
                <a:gd name="T98" fmla="*/ 537 w 589"/>
                <a:gd name="T99" fmla="*/ 258 h 374"/>
                <a:gd name="T100" fmla="*/ 556 w 589"/>
                <a:gd name="T101" fmla="*/ 246 h 374"/>
                <a:gd name="T102" fmla="*/ 563 w 589"/>
                <a:gd name="T103" fmla="*/ 231 h 374"/>
                <a:gd name="T104" fmla="*/ 575 w 589"/>
                <a:gd name="T105" fmla="*/ 220 h 374"/>
                <a:gd name="T106" fmla="*/ 587 w 589"/>
                <a:gd name="T107" fmla="*/ 21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9" h="374">
                  <a:moveTo>
                    <a:pt x="585" y="203"/>
                  </a:moveTo>
                  <a:lnTo>
                    <a:pt x="578" y="201"/>
                  </a:lnTo>
                  <a:lnTo>
                    <a:pt x="573" y="196"/>
                  </a:lnTo>
                  <a:lnTo>
                    <a:pt x="571" y="194"/>
                  </a:lnTo>
                  <a:lnTo>
                    <a:pt x="571" y="191"/>
                  </a:lnTo>
                  <a:lnTo>
                    <a:pt x="568" y="191"/>
                  </a:lnTo>
                  <a:lnTo>
                    <a:pt x="563" y="189"/>
                  </a:lnTo>
                  <a:lnTo>
                    <a:pt x="561" y="184"/>
                  </a:lnTo>
                  <a:lnTo>
                    <a:pt x="559" y="182"/>
                  </a:lnTo>
                  <a:lnTo>
                    <a:pt x="554" y="184"/>
                  </a:lnTo>
                  <a:lnTo>
                    <a:pt x="552" y="184"/>
                  </a:lnTo>
                  <a:lnTo>
                    <a:pt x="549" y="182"/>
                  </a:lnTo>
                  <a:lnTo>
                    <a:pt x="549" y="179"/>
                  </a:lnTo>
                  <a:lnTo>
                    <a:pt x="547" y="170"/>
                  </a:lnTo>
                  <a:lnTo>
                    <a:pt x="544" y="168"/>
                  </a:lnTo>
                  <a:lnTo>
                    <a:pt x="537" y="168"/>
                  </a:lnTo>
                  <a:lnTo>
                    <a:pt x="535" y="168"/>
                  </a:lnTo>
                  <a:lnTo>
                    <a:pt x="535" y="168"/>
                  </a:lnTo>
                  <a:lnTo>
                    <a:pt x="533" y="165"/>
                  </a:lnTo>
                  <a:lnTo>
                    <a:pt x="533" y="163"/>
                  </a:lnTo>
                  <a:lnTo>
                    <a:pt x="533" y="163"/>
                  </a:lnTo>
                  <a:lnTo>
                    <a:pt x="533" y="160"/>
                  </a:lnTo>
                  <a:lnTo>
                    <a:pt x="530" y="158"/>
                  </a:lnTo>
                  <a:lnTo>
                    <a:pt x="530" y="156"/>
                  </a:lnTo>
                  <a:lnTo>
                    <a:pt x="530" y="156"/>
                  </a:lnTo>
                  <a:lnTo>
                    <a:pt x="530" y="153"/>
                  </a:lnTo>
                  <a:lnTo>
                    <a:pt x="530" y="153"/>
                  </a:lnTo>
                  <a:lnTo>
                    <a:pt x="530" y="151"/>
                  </a:lnTo>
                  <a:lnTo>
                    <a:pt x="530" y="146"/>
                  </a:lnTo>
                  <a:lnTo>
                    <a:pt x="530" y="146"/>
                  </a:lnTo>
                  <a:lnTo>
                    <a:pt x="528" y="146"/>
                  </a:lnTo>
                  <a:lnTo>
                    <a:pt x="528" y="146"/>
                  </a:lnTo>
                  <a:lnTo>
                    <a:pt x="528" y="144"/>
                  </a:lnTo>
                  <a:lnTo>
                    <a:pt x="530" y="144"/>
                  </a:lnTo>
                  <a:lnTo>
                    <a:pt x="530" y="144"/>
                  </a:lnTo>
                  <a:lnTo>
                    <a:pt x="530" y="142"/>
                  </a:lnTo>
                  <a:lnTo>
                    <a:pt x="533" y="142"/>
                  </a:lnTo>
                  <a:lnTo>
                    <a:pt x="535" y="142"/>
                  </a:lnTo>
                  <a:lnTo>
                    <a:pt x="535" y="139"/>
                  </a:lnTo>
                  <a:lnTo>
                    <a:pt x="535" y="137"/>
                  </a:lnTo>
                  <a:lnTo>
                    <a:pt x="535" y="134"/>
                  </a:lnTo>
                  <a:lnTo>
                    <a:pt x="537" y="132"/>
                  </a:lnTo>
                  <a:lnTo>
                    <a:pt x="537" y="132"/>
                  </a:lnTo>
                  <a:lnTo>
                    <a:pt x="537" y="130"/>
                  </a:lnTo>
                  <a:lnTo>
                    <a:pt x="537" y="127"/>
                  </a:lnTo>
                  <a:lnTo>
                    <a:pt x="535" y="125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3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3"/>
                  </a:lnTo>
                  <a:lnTo>
                    <a:pt x="530" y="120"/>
                  </a:lnTo>
                  <a:lnTo>
                    <a:pt x="530" y="120"/>
                  </a:lnTo>
                  <a:lnTo>
                    <a:pt x="528" y="120"/>
                  </a:lnTo>
                  <a:lnTo>
                    <a:pt x="528" y="118"/>
                  </a:lnTo>
                  <a:lnTo>
                    <a:pt x="528" y="118"/>
                  </a:lnTo>
                  <a:lnTo>
                    <a:pt x="528" y="116"/>
                  </a:lnTo>
                  <a:lnTo>
                    <a:pt x="530" y="113"/>
                  </a:lnTo>
                  <a:lnTo>
                    <a:pt x="530" y="111"/>
                  </a:lnTo>
                  <a:lnTo>
                    <a:pt x="533" y="111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40" y="101"/>
                  </a:lnTo>
                  <a:lnTo>
                    <a:pt x="540" y="101"/>
                  </a:lnTo>
                  <a:lnTo>
                    <a:pt x="540" y="101"/>
                  </a:lnTo>
                  <a:lnTo>
                    <a:pt x="537" y="99"/>
                  </a:lnTo>
                  <a:lnTo>
                    <a:pt x="540" y="99"/>
                  </a:lnTo>
                  <a:lnTo>
                    <a:pt x="540" y="99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42" y="97"/>
                  </a:lnTo>
                  <a:lnTo>
                    <a:pt x="544" y="89"/>
                  </a:lnTo>
                  <a:lnTo>
                    <a:pt x="547" y="82"/>
                  </a:lnTo>
                  <a:lnTo>
                    <a:pt x="547" y="80"/>
                  </a:lnTo>
                  <a:lnTo>
                    <a:pt x="547" y="78"/>
                  </a:lnTo>
                  <a:lnTo>
                    <a:pt x="547" y="78"/>
                  </a:lnTo>
                  <a:lnTo>
                    <a:pt x="552" y="71"/>
                  </a:lnTo>
                  <a:lnTo>
                    <a:pt x="552" y="71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4" y="66"/>
                  </a:lnTo>
                  <a:lnTo>
                    <a:pt x="554" y="66"/>
                  </a:lnTo>
                  <a:lnTo>
                    <a:pt x="556" y="66"/>
                  </a:lnTo>
                  <a:lnTo>
                    <a:pt x="559" y="63"/>
                  </a:lnTo>
                  <a:lnTo>
                    <a:pt x="559" y="63"/>
                  </a:lnTo>
                  <a:lnTo>
                    <a:pt x="556" y="61"/>
                  </a:lnTo>
                  <a:lnTo>
                    <a:pt x="554" y="59"/>
                  </a:lnTo>
                  <a:lnTo>
                    <a:pt x="554" y="59"/>
                  </a:lnTo>
                  <a:lnTo>
                    <a:pt x="552" y="56"/>
                  </a:lnTo>
                  <a:lnTo>
                    <a:pt x="552" y="56"/>
                  </a:lnTo>
                  <a:lnTo>
                    <a:pt x="552" y="54"/>
                  </a:lnTo>
                  <a:lnTo>
                    <a:pt x="549" y="56"/>
                  </a:lnTo>
                  <a:lnTo>
                    <a:pt x="549" y="56"/>
                  </a:lnTo>
                  <a:lnTo>
                    <a:pt x="549" y="56"/>
                  </a:lnTo>
                  <a:lnTo>
                    <a:pt x="547" y="56"/>
                  </a:lnTo>
                  <a:lnTo>
                    <a:pt x="544" y="54"/>
                  </a:lnTo>
                  <a:lnTo>
                    <a:pt x="540" y="56"/>
                  </a:lnTo>
                  <a:lnTo>
                    <a:pt x="537" y="56"/>
                  </a:lnTo>
                  <a:lnTo>
                    <a:pt x="537" y="56"/>
                  </a:lnTo>
                  <a:lnTo>
                    <a:pt x="535" y="54"/>
                  </a:lnTo>
                  <a:lnTo>
                    <a:pt x="533" y="54"/>
                  </a:lnTo>
                  <a:lnTo>
                    <a:pt x="530" y="54"/>
                  </a:lnTo>
                  <a:lnTo>
                    <a:pt x="528" y="52"/>
                  </a:lnTo>
                  <a:lnTo>
                    <a:pt x="526" y="52"/>
                  </a:lnTo>
                  <a:lnTo>
                    <a:pt x="518" y="42"/>
                  </a:lnTo>
                  <a:lnTo>
                    <a:pt x="518" y="42"/>
                  </a:lnTo>
                  <a:lnTo>
                    <a:pt x="516" y="40"/>
                  </a:lnTo>
                  <a:lnTo>
                    <a:pt x="516" y="35"/>
                  </a:lnTo>
                  <a:lnTo>
                    <a:pt x="516" y="30"/>
                  </a:lnTo>
                  <a:lnTo>
                    <a:pt x="514" y="28"/>
                  </a:lnTo>
                  <a:lnTo>
                    <a:pt x="514" y="26"/>
                  </a:lnTo>
                  <a:lnTo>
                    <a:pt x="514" y="26"/>
                  </a:lnTo>
                  <a:lnTo>
                    <a:pt x="514" y="23"/>
                  </a:lnTo>
                  <a:lnTo>
                    <a:pt x="514" y="21"/>
                  </a:lnTo>
                  <a:lnTo>
                    <a:pt x="511" y="21"/>
                  </a:lnTo>
                  <a:lnTo>
                    <a:pt x="509" y="21"/>
                  </a:lnTo>
                  <a:lnTo>
                    <a:pt x="509" y="18"/>
                  </a:lnTo>
                  <a:lnTo>
                    <a:pt x="509" y="16"/>
                  </a:lnTo>
                  <a:lnTo>
                    <a:pt x="509" y="16"/>
                  </a:lnTo>
                  <a:lnTo>
                    <a:pt x="509" y="14"/>
                  </a:lnTo>
                  <a:lnTo>
                    <a:pt x="507" y="14"/>
                  </a:lnTo>
                  <a:lnTo>
                    <a:pt x="507" y="14"/>
                  </a:lnTo>
                  <a:lnTo>
                    <a:pt x="502" y="11"/>
                  </a:lnTo>
                  <a:lnTo>
                    <a:pt x="500" y="11"/>
                  </a:lnTo>
                  <a:lnTo>
                    <a:pt x="500" y="11"/>
                  </a:lnTo>
                  <a:lnTo>
                    <a:pt x="495" y="14"/>
                  </a:lnTo>
                  <a:lnTo>
                    <a:pt x="492" y="11"/>
                  </a:lnTo>
                  <a:lnTo>
                    <a:pt x="492" y="9"/>
                  </a:lnTo>
                  <a:lnTo>
                    <a:pt x="490" y="7"/>
                  </a:lnTo>
                  <a:lnTo>
                    <a:pt x="490" y="4"/>
                  </a:lnTo>
                  <a:lnTo>
                    <a:pt x="488" y="4"/>
                  </a:lnTo>
                  <a:lnTo>
                    <a:pt x="483" y="4"/>
                  </a:lnTo>
                  <a:lnTo>
                    <a:pt x="481" y="2"/>
                  </a:lnTo>
                  <a:lnTo>
                    <a:pt x="481" y="0"/>
                  </a:lnTo>
                  <a:lnTo>
                    <a:pt x="481" y="0"/>
                  </a:lnTo>
                  <a:lnTo>
                    <a:pt x="478" y="2"/>
                  </a:lnTo>
                  <a:lnTo>
                    <a:pt x="466" y="4"/>
                  </a:lnTo>
                  <a:lnTo>
                    <a:pt x="452" y="7"/>
                  </a:lnTo>
                  <a:lnTo>
                    <a:pt x="440" y="9"/>
                  </a:lnTo>
                  <a:lnTo>
                    <a:pt x="429" y="11"/>
                  </a:lnTo>
                  <a:lnTo>
                    <a:pt x="414" y="16"/>
                  </a:lnTo>
                  <a:lnTo>
                    <a:pt x="403" y="18"/>
                  </a:lnTo>
                  <a:lnTo>
                    <a:pt x="391" y="21"/>
                  </a:lnTo>
                  <a:lnTo>
                    <a:pt x="377" y="23"/>
                  </a:lnTo>
                  <a:lnTo>
                    <a:pt x="365" y="26"/>
                  </a:lnTo>
                  <a:lnTo>
                    <a:pt x="353" y="28"/>
                  </a:lnTo>
                  <a:lnTo>
                    <a:pt x="339" y="30"/>
                  </a:lnTo>
                  <a:lnTo>
                    <a:pt x="327" y="35"/>
                  </a:lnTo>
                  <a:lnTo>
                    <a:pt x="315" y="37"/>
                  </a:lnTo>
                  <a:lnTo>
                    <a:pt x="301" y="40"/>
                  </a:lnTo>
                  <a:lnTo>
                    <a:pt x="289" y="42"/>
                  </a:lnTo>
                  <a:lnTo>
                    <a:pt x="277" y="45"/>
                  </a:lnTo>
                  <a:lnTo>
                    <a:pt x="263" y="47"/>
                  </a:lnTo>
                  <a:lnTo>
                    <a:pt x="251" y="49"/>
                  </a:lnTo>
                  <a:lnTo>
                    <a:pt x="239" y="52"/>
                  </a:lnTo>
                  <a:lnTo>
                    <a:pt x="225" y="54"/>
                  </a:lnTo>
                  <a:lnTo>
                    <a:pt x="213" y="56"/>
                  </a:lnTo>
                  <a:lnTo>
                    <a:pt x="202" y="59"/>
                  </a:lnTo>
                  <a:lnTo>
                    <a:pt x="187" y="61"/>
                  </a:lnTo>
                  <a:lnTo>
                    <a:pt x="175" y="63"/>
                  </a:lnTo>
                  <a:lnTo>
                    <a:pt x="164" y="68"/>
                  </a:lnTo>
                  <a:lnTo>
                    <a:pt x="149" y="71"/>
                  </a:lnTo>
                  <a:lnTo>
                    <a:pt x="138" y="73"/>
                  </a:lnTo>
                  <a:lnTo>
                    <a:pt x="126" y="75"/>
                  </a:lnTo>
                  <a:lnTo>
                    <a:pt x="112" y="78"/>
                  </a:lnTo>
                  <a:lnTo>
                    <a:pt x="100" y="80"/>
                  </a:lnTo>
                  <a:lnTo>
                    <a:pt x="88" y="82"/>
                  </a:lnTo>
                  <a:lnTo>
                    <a:pt x="74" y="85"/>
                  </a:lnTo>
                  <a:lnTo>
                    <a:pt x="71" y="85"/>
                  </a:lnTo>
                  <a:lnTo>
                    <a:pt x="71" y="80"/>
                  </a:lnTo>
                  <a:lnTo>
                    <a:pt x="69" y="78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7" y="66"/>
                  </a:lnTo>
                  <a:lnTo>
                    <a:pt x="67" y="63"/>
                  </a:lnTo>
                  <a:lnTo>
                    <a:pt x="67" y="59"/>
                  </a:lnTo>
                  <a:lnTo>
                    <a:pt x="67" y="56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55" y="59"/>
                  </a:lnTo>
                  <a:lnTo>
                    <a:pt x="50" y="63"/>
                  </a:lnTo>
                  <a:lnTo>
                    <a:pt x="48" y="63"/>
                  </a:lnTo>
                  <a:lnTo>
                    <a:pt x="43" y="68"/>
                  </a:lnTo>
                  <a:lnTo>
                    <a:pt x="41" y="71"/>
                  </a:lnTo>
                  <a:lnTo>
                    <a:pt x="36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68"/>
                  </a:lnTo>
                  <a:lnTo>
                    <a:pt x="36" y="71"/>
                  </a:lnTo>
                  <a:lnTo>
                    <a:pt x="34" y="73"/>
                  </a:lnTo>
                  <a:lnTo>
                    <a:pt x="31" y="73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29" y="78"/>
                  </a:lnTo>
                  <a:lnTo>
                    <a:pt x="26" y="80"/>
                  </a:lnTo>
                  <a:lnTo>
                    <a:pt x="15" y="92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5" y="97"/>
                  </a:lnTo>
                  <a:lnTo>
                    <a:pt x="0" y="99"/>
                  </a:lnTo>
                  <a:lnTo>
                    <a:pt x="3" y="108"/>
                  </a:lnTo>
                  <a:lnTo>
                    <a:pt x="8" y="134"/>
                  </a:lnTo>
                  <a:lnTo>
                    <a:pt x="12" y="158"/>
                  </a:lnTo>
                  <a:lnTo>
                    <a:pt x="15" y="172"/>
                  </a:lnTo>
                  <a:lnTo>
                    <a:pt x="17" y="184"/>
                  </a:lnTo>
                  <a:lnTo>
                    <a:pt x="19" y="198"/>
                  </a:lnTo>
                  <a:lnTo>
                    <a:pt x="22" y="210"/>
                  </a:lnTo>
                  <a:lnTo>
                    <a:pt x="24" y="222"/>
                  </a:lnTo>
                  <a:lnTo>
                    <a:pt x="24" y="236"/>
                  </a:lnTo>
                  <a:lnTo>
                    <a:pt x="26" y="248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29" y="262"/>
                  </a:lnTo>
                  <a:lnTo>
                    <a:pt x="34" y="281"/>
                  </a:lnTo>
                  <a:lnTo>
                    <a:pt x="36" y="291"/>
                  </a:lnTo>
                  <a:lnTo>
                    <a:pt x="36" y="300"/>
                  </a:lnTo>
                  <a:lnTo>
                    <a:pt x="38" y="310"/>
                  </a:lnTo>
                  <a:lnTo>
                    <a:pt x="41" y="319"/>
                  </a:lnTo>
                  <a:lnTo>
                    <a:pt x="43" y="329"/>
                  </a:lnTo>
                  <a:lnTo>
                    <a:pt x="43" y="340"/>
                  </a:lnTo>
                  <a:lnTo>
                    <a:pt x="45" y="347"/>
                  </a:lnTo>
                  <a:lnTo>
                    <a:pt x="48" y="357"/>
                  </a:lnTo>
                  <a:lnTo>
                    <a:pt x="48" y="364"/>
                  </a:lnTo>
                  <a:lnTo>
                    <a:pt x="50" y="374"/>
                  </a:lnTo>
                  <a:lnTo>
                    <a:pt x="62" y="371"/>
                  </a:lnTo>
                  <a:lnTo>
                    <a:pt x="74" y="369"/>
                  </a:lnTo>
                  <a:lnTo>
                    <a:pt x="88" y="366"/>
                  </a:lnTo>
                  <a:lnTo>
                    <a:pt x="100" y="364"/>
                  </a:lnTo>
                  <a:lnTo>
                    <a:pt x="112" y="362"/>
                  </a:lnTo>
                  <a:lnTo>
                    <a:pt x="123" y="359"/>
                  </a:lnTo>
                  <a:lnTo>
                    <a:pt x="138" y="357"/>
                  </a:lnTo>
                  <a:lnTo>
                    <a:pt x="149" y="355"/>
                  </a:lnTo>
                  <a:lnTo>
                    <a:pt x="161" y="352"/>
                  </a:lnTo>
                  <a:lnTo>
                    <a:pt x="171" y="350"/>
                  </a:lnTo>
                  <a:lnTo>
                    <a:pt x="183" y="347"/>
                  </a:lnTo>
                  <a:lnTo>
                    <a:pt x="194" y="347"/>
                  </a:lnTo>
                  <a:lnTo>
                    <a:pt x="204" y="345"/>
                  </a:lnTo>
                  <a:lnTo>
                    <a:pt x="216" y="343"/>
                  </a:lnTo>
                  <a:lnTo>
                    <a:pt x="228" y="340"/>
                  </a:lnTo>
                  <a:lnTo>
                    <a:pt x="237" y="338"/>
                  </a:lnTo>
                  <a:lnTo>
                    <a:pt x="249" y="336"/>
                  </a:lnTo>
                  <a:lnTo>
                    <a:pt x="258" y="333"/>
                  </a:lnTo>
                  <a:lnTo>
                    <a:pt x="270" y="331"/>
                  </a:lnTo>
                  <a:lnTo>
                    <a:pt x="282" y="329"/>
                  </a:lnTo>
                  <a:lnTo>
                    <a:pt x="291" y="326"/>
                  </a:lnTo>
                  <a:lnTo>
                    <a:pt x="303" y="324"/>
                  </a:lnTo>
                  <a:lnTo>
                    <a:pt x="315" y="321"/>
                  </a:lnTo>
                  <a:lnTo>
                    <a:pt x="325" y="321"/>
                  </a:lnTo>
                  <a:lnTo>
                    <a:pt x="336" y="319"/>
                  </a:lnTo>
                  <a:lnTo>
                    <a:pt x="348" y="317"/>
                  </a:lnTo>
                  <a:lnTo>
                    <a:pt x="358" y="314"/>
                  </a:lnTo>
                  <a:lnTo>
                    <a:pt x="369" y="312"/>
                  </a:lnTo>
                  <a:lnTo>
                    <a:pt x="381" y="310"/>
                  </a:lnTo>
                  <a:lnTo>
                    <a:pt x="391" y="307"/>
                  </a:lnTo>
                  <a:lnTo>
                    <a:pt x="403" y="305"/>
                  </a:lnTo>
                  <a:lnTo>
                    <a:pt x="412" y="303"/>
                  </a:lnTo>
                  <a:lnTo>
                    <a:pt x="424" y="300"/>
                  </a:lnTo>
                  <a:lnTo>
                    <a:pt x="436" y="298"/>
                  </a:lnTo>
                  <a:lnTo>
                    <a:pt x="445" y="295"/>
                  </a:lnTo>
                  <a:lnTo>
                    <a:pt x="457" y="293"/>
                  </a:lnTo>
                  <a:lnTo>
                    <a:pt x="469" y="291"/>
                  </a:lnTo>
                  <a:lnTo>
                    <a:pt x="478" y="288"/>
                  </a:lnTo>
                  <a:lnTo>
                    <a:pt x="490" y="286"/>
                  </a:lnTo>
                  <a:lnTo>
                    <a:pt x="500" y="284"/>
                  </a:lnTo>
                  <a:lnTo>
                    <a:pt x="502" y="284"/>
                  </a:lnTo>
                  <a:lnTo>
                    <a:pt x="502" y="284"/>
                  </a:lnTo>
                  <a:lnTo>
                    <a:pt x="502" y="279"/>
                  </a:lnTo>
                  <a:lnTo>
                    <a:pt x="504" y="274"/>
                  </a:lnTo>
                  <a:lnTo>
                    <a:pt x="507" y="269"/>
                  </a:lnTo>
                  <a:lnTo>
                    <a:pt x="507" y="269"/>
                  </a:lnTo>
                  <a:lnTo>
                    <a:pt x="509" y="267"/>
                  </a:lnTo>
                  <a:lnTo>
                    <a:pt x="511" y="265"/>
                  </a:lnTo>
                  <a:lnTo>
                    <a:pt x="514" y="265"/>
                  </a:lnTo>
                  <a:lnTo>
                    <a:pt x="516" y="262"/>
                  </a:lnTo>
                  <a:lnTo>
                    <a:pt x="518" y="262"/>
                  </a:lnTo>
                  <a:lnTo>
                    <a:pt x="523" y="262"/>
                  </a:lnTo>
                  <a:lnTo>
                    <a:pt x="528" y="262"/>
                  </a:lnTo>
                  <a:lnTo>
                    <a:pt x="530" y="262"/>
                  </a:lnTo>
                  <a:lnTo>
                    <a:pt x="533" y="265"/>
                  </a:lnTo>
                  <a:lnTo>
                    <a:pt x="533" y="265"/>
                  </a:lnTo>
                  <a:lnTo>
                    <a:pt x="535" y="260"/>
                  </a:lnTo>
                  <a:lnTo>
                    <a:pt x="535" y="260"/>
                  </a:lnTo>
                  <a:lnTo>
                    <a:pt x="537" y="258"/>
                  </a:lnTo>
                  <a:lnTo>
                    <a:pt x="542" y="255"/>
                  </a:lnTo>
                  <a:lnTo>
                    <a:pt x="544" y="255"/>
                  </a:lnTo>
                  <a:lnTo>
                    <a:pt x="547" y="253"/>
                  </a:lnTo>
                  <a:lnTo>
                    <a:pt x="552" y="250"/>
                  </a:lnTo>
                  <a:lnTo>
                    <a:pt x="556" y="248"/>
                  </a:lnTo>
                  <a:lnTo>
                    <a:pt x="556" y="246"/>
                  </a:lnTo>
                  <a:lnTo>
                    <a:pt x="556" y="243"/>
                  </a:lnTo>
                  <a:lnTo>
                    <a:pt x="556" y="241"/>
                  </a:lnTo>
                  <a:lnTo>
                    <a:pt x="556" y="239"/>
                  </a:lnTo>
                  <a:lnTo>
                    <a:pt x="559" y="236"/>
                  </a:lnTo>
                  <a:lnTo>
                    <a:pt x="561" y="236"/>
                  </a:lnTo>
                  <a:lnTo>
                    <a:pt x="563" y="231"/>
                  </a:lnTo>
                  <a:lnTo>
                    <a:pt x="566" y="231"/>
                  </a:lnTo>
                  <a:lnTo>
                    <a:pt x="568" y="229"/>
                  </a:lnTo>
                  <a:lnTo>
                    <a:pt x="568" y="227"/>
                  </a:lnTo>
                  <a:lnTo>
                    <a:pt x="571" y="222"/>
                  </a:lnTo>
                  <a:lnTo>
                    <a:pt x="573" y="222"/>
                  </a:lnTo>
                  <a:lnTo>
                    <a:pt x="575" y="220"/>
                  </a:lnTo>
                  <a:lnTo>
                    <a:pt x="578" y="220"/>
                  </a:lnTo>
                  <a:lnTo>
                    <a:pt x="580" y="215"/>
                  </a:lnTo>
                  <a:lnTo>
                    <a:pt x="580" y="215"/>
                  </a:lnTo>
                  <a:lnTo>
                    <a:pt x="582" y="213"/>
                  </a:lnTo>
                  <a:lnTo>
                    <a:pt x="585" y="213"/>
                  </a:lnTo>
                  <a:lnTo>
                    <a:pt x="587" y="210"/>
                  </a:lnTo>
                  <a:lnTo>
                    <a:pt x="589" y="208"/>
                  </a:lnTo>
                  <a:lnTo>
                    <a:pt x="587" y="205"/>
                  </a:lnTo>
                  <a:lnTo>
                    <a:pt x="585" y="20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0" name="Freeform 18">
              <a:extLst>
                <a:ext uri="{FF2B5EF4-FFF2-40B4-BE49-F238E27FC236}">
                  <a16:creationId xmlns:a16="http://schemas.microsoft.com/office/drawing/2014/main" id="{AB7A8432-6445-4305-AC60-EC3FB18A0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97" y="1951537"/>
              <a:ext cx="755253" cy="585321"/>
            </a:xfrm>
            <a:custGeom>
              <a:avLst/>
              <a:gdLst>
                <a:gd name="T0" fmla="*/ 237 w 800"/>
                <a:gd name="T1" fmla="*/ 36 h 620"/>
                <a:gd name="T2" fmla="*/ 242 w 800"/>
                <a:gd name="T3" fmla="*/ 67 h 620"/>
                <a:gd name="T4" fmla="*/ 244 w 800"/>
                <a:gd name="T5" fmla="*/ 93 h 620"/>
                <a:gd name="T6" fmla="*/ 284 w 800"/>
                <a:gd name="T7" fmla="*/ 109 h 620"/>
                <a:gd name="T8" fmla="*/ 379 w 800"/>
                <a:gd name="T9" fmla="*/ 114 h 620"/>
                <a:gd name="T10" fmla="*/ 398 w 800"/>
                <a:gd name="T11" fmla="*/ 121 h 620"/>
                <a:gd name="T12" fmla="*/ 426 w 800"/>
                <a:gd name="T13" fmla="*/ 119 h 620"/>
                <a:gd name="T14" fmla="*/ 459 w 800"/>
                <a:gd name="T15" fmla="*/ 123 h 620"/>
                <a:gd name="T16" fmla="*/ 518 w 800"/>
                <a:gd name="T17" fmla="*/ 116 h 620"/>
                <a:gd name="T18" fmla="*/ 582 w 800"/>
                <a:gd name="T19" fmla="*/ 112 h 620"/>
                <a:gd name="T20" fmla="*/ 701 w 800"/>
                <a:gd name="T21" fmla="*/ 133 h 620"/>
                <a:gd name="T22" fmla="*/ 776 w 800"/>
                <a:gd name="T23" fmla="*/ 164 h 620"/>
                <a:gd name="T24" fmla="*/ 800 w 800"/>
                <a:gd name="T25" fmla="*/ 192 h 620"/>
                <a:gd name="T26" fmla="*/ 783 w 800"/>
                <a:gd name="T27" fmla="*/ 218 h 620"/>
                <a:gd name="T28" fmla="*/ 755 w 800"/>
                <a:gd name="T29" fmla="*/ 261 h 620"/>
                <a:gd name="T30" fmla="*/ 741 w 800"/>
                <a:gd name="T31" fmla="*/ 289 h 620"/>
                <a:gd name="T32" fmla="*/ 717 w 800"/>
                <a:gd name="T33" fmla="*/ 315 h 620"/>
                <a:gd name="T34" fmla="*/ 710 w 800"/>
                <a:gd name="T35" fmla="*/ 332 h 620"/>
                <a:gd name="T36" fmla="*/ 717 w 800"/>
                <a:gd name="T37" fmla="*/ 344 h 620"/>
                <a:gd name="T38" fmla="*/ 729 w 800"/>
                <a:gd name="T39" fmla="*/ 351 h 620"/>
                <a:gd name="T40" fmla="*/ 734 w 800"/>
                <a:gd name="T41" fmla="*/ 362 h 620"/>
                <a:gd name="T42" fmla="*/ 729 w 800"/>
                <a:gd name="T43" fmla="*/ 379 h 620"/>
                <a:gd name="T44" fmla="*/ 715 w 800"/>
                <a:gd name="T45" fmla="*/ 400 h 620"/>
                <a:gd name="T46" fmla="*/ 703 w 800"/>
                <a:gd name="T47" fmla="*/ 486 h 620"/>
                <a:gd name="T48" fmla="*/ 682 w 800"/>
                <a:gd name="T49" fmla="*/ 620 h 620"/>
                <a:gd name="T50" fmla="*/ 492 w 800"/>
                <a:gd name="T51" fmla="*/ 590 h 620"/>
                <a:gd name="T52" fmla="*/ 258 w 800"/>
                <a:gd name="T53" fmla="*/ 547 h 620"/>
                <a:gd name="T54" fmla="*/ 17 w 800"/>
                <a:gd name="T55" fmla="*/ 495 h 620"/>
                <a:gd name="T56" fmla="*/ 3 w 800"/>
                <a:gd name="T57" fmla="*/ 457 h 620"/>
                <a:gd name="T58" fmla="*/ 5 w 800"/>
                <a:gd name="T59" fmla="*/ 436 h 620"/>
                <a:gd name="T60" fmla="*/ 10 w 800"/>
                <a:gd name="T61" fmla="*/ 407 h 620"/>
                <a:gd name="T62" fmla="*/ 12 w 800"/>
                <a:gd name="T63" fmla="*/ 377 h 620"/>
                <a:gd name="T64" fmla="*/ 33 w 800"/>
                <a:gd name="T65" fmla="*/ 334 h 620"/>
                <a:gd name="T66" fmla="*/ 41 w 800"/>
                <a:gd name="T67" fmla="*/ 334 h 620"/>
                <a:gd name="T68" fmla="*/ 50 w 800"/>
                <a:gd name="T69" fmla="*/ 327 h 620"/>
                <a:gd name="T70" fmla="*/ 55 w 800"/>
                <a:gd name="T71" fmla="*/ 322 h 620"/>
                <a:gd name="T72" fmla="*/ 57 w 800"/>
                <a:gd name="T73" fmla="*/ 301 h 620"/>
                <a:gd name="T74" fmla="*/ 67 w 800"/>
                <a:gd name="T75" fmla="*/ 294 h 620"/>
                <a:gd name="T76" fmla="*/ 62 w 800"/>
                <a:gd name="T77" fmla="*/ 294 h 620"/>
                <a:gd name="T78" fmla="*/ 76 w 800"/>
                <a:gd name="T79" fmla="*/ 254 h 620"/>
                <a:gd name="T80" fmla="*/ 83 w 800"/>
                <a:gd name="T81" fmla="*/ 223 h 620"/>
                <a:gd name="T82" fmla="*/ 90 w 800"/>
                <a:gd name="T83" fmla="*/ 209 h 620"/>
                <a:gd name="T84" fmla="*/ 97 w 800"/>
                <a:gd name="T85" fmla="*/ 187 h 620"/>
                <a:gd name="T86" fmla="*/ 104 w 800"/>
                <a:gd name="T87" fmla="*/ 159 h 620"/>
                <a:gd name="T88" fmla="*/ 114 w 800"/>
                <a:gd name="T89" fmla="*/ 138 h 620"/>
                <a:gd name="T90" fmla="*/ 121 w 800"/>
                <a:gd name="T91" fmla="*/ 114 h 620"/>
                <a:gd name="T92" fmla="*/ 121 w 800"/>
                <a:gd name="T93" fmla="*/ 102 h 620"/>
                <a:gd name="T94" fmla="*/ 128 w 800"/>
                <a:gd name="T95" fmla="*/ 97 h 620"/>
                <a:gd name="T96" fmla="*/ 130 w 800"/>
                <a:gd name="T97" fmla="*/ 88 h 620"/>
                <a:gd name="T98" fmla="*/ 133 w 800"/>
                <a:gd name="T99" fmla="*/ 78 h 620"/>
                <a:gd name="T100" fmla="*/ 142 w 800"/>
                <a:gd name="T101" fmla="*/ 64 h 620"/>
                <a:gd name="T102" fmla="*/ 135 w 800"/>
                <a:gd name="T103" fmla="*/ 60 h 620"/>
                <a:gd name="T104" fmla="*/ 140 w 800"/>
                <a:gd name="T105" fmla="*/ 31 h 620"/>
                <a:gd name="T106" fmla="*/ 147 w 800"/>
                <a:gd name="T107" fmla="*/ 0 h 620"/>
                <a:gd name="T108" fmla="*/ 159 w 800"/>
                <a:gd name="T109" fmla="*/ 12 h 620"/>
                <a:gd name="T110" fmla="*/ 159 w 800"/>
                <a:gd name="T111" fmla="*/ 10 h 620"/>
                <a:gd name="T112" fmla="*/ 168 w 800"/>
                <a:gd name="T113" fmla="*/ 10 h 620"/>
                <a:gd name="T114" fmla="*/ 187 w 800"/>
                <a:gd name="T115" fmla="*/ 7 h 620"/>
                <a:gd name="T116" fmla="*/ 216 w 800"/>
                <a:gd name="T117" fmla="*/ 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0" h="620">
                  <a:moveTo>
                    <a:pt x="216" y="19"/>
                  </a:moveTo>
                  <a:lnTo>
                    <a:pt x="220" y="19"/>
                  </a:lnTo>
                  <a:lnTo>
                    <a:pt x="223" y="22"/>
                  </a:lnTo>
                  <a:lnTo>
                    <a:pt x="223" y="22"/>
                  </a:lnTo>
                  <a:lnTo>
                    <a:pt x="225" y="26"/>
                  </a:lnTo>
                  <a:lnTo>
                    <a:pt x="227" y="26"/>
                  </a:lnTo>
                  <a:lnTo>
                    <a:pt x="230" y="26"/>
                  </a:lnTo>
                  <a:lnTo>
                    <a:pt x="232" y="29"/>
                  </a:lnTo>
                  <a:lnTo>
                    <a:pt x="235" y="31"/>
                  </a:lnTo>
                  <a:lnTo>
                    <a:pt x="237" y="33"/>
                  </a:lnTo>
                  <a:lnTo>
                    <a:pt x="237" y="36"/>
                  </a:lnTo>
                  <a:lnTo>
                    <a:pt x="239" y="38"/>
                  </a:lnTo>
                  <a:lnTo>
                    <a:pt x="239" y="41"/>
                  </a:lnTo>
                  <a:lnTo>
                    <a:pt x="239" y="45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50"/>
                  </a:lnTo>
                  <a:lnTo>
                    <a:pt x="244" y="52"/>
                  </a:lnTo>
                  <a:lnTo>
                    <a:pt x="242" y="57"/>
                  </a:lnTo>
                  <a:lnTo>
                    <a:pt x="244" y="62"/>
                  </a:lnTo>
                  <a:lnTo>
                    <a:pt x="242" y="64"/>
                  </a:lnTo>
                  <a:lnTo>
                    <a:pt x="242" y="67"/>
                  </a:lnTo>
                  <a:lnTo>
                    <a:pt x="242" y="69"/>
                  </a:lnTo>
                  <a:lnTo>
                    <a:pt x="242" y="74"/>
                  </a:lnTo>
                  <a:lnTo>
                    <a:pt x="242" y="74"/>
                  </a:lnTo>
                  <a:lnTo>
                    <a:pt x="242" y="76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42" y="83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90"/>
                  </a:lnTo>
                  <a:lnTo>
                    <a:pt x="244" y="93"/>
                  </a:lnTo>
                  <a:lnTo>
                    <a:pt x="246" y="95"/>
                  </a:lnTo>
                  <a:lnTo>
                    <a:pt x="253" y="97"/>
                  </a:lnTo>
                  <a:lnTo>
                    <a:pt x="256" y="97"/>
                  </a:lnTo>
                  <a:lnTo>
                    <a:pt x="258" y="97"/>
                  </a:lnTo>
                  <a:lnTo>
                    <a:pt x="261" y="100"/>
                  </a:lnTo>
                  <a:lnTo>
                    <a:pt x="265" y="102"/>
                  </a:lnTo>
                  <a:lnTo>
                    <a:pt x="268" y="104"/>
                  </a:lnTo>
                  <a:lnTo>
                    <a:pt x="275" y="104"/>
                  </a:lnTo>
                  <a:lnTo>
                    <a:pt x="282" y="109"/>
                  </a:lnTo>
                  <a:lnTo>
                    <a:pt x="282" y="109"/>
                  </a:lnTo>
                  <a:lnTo>
                    <a:pt x="284" y="109"/>
                  </a:lnTo>
                  <a:lnTo>
                    <a:pt x="291" y="107"/>
                  </a:lnTo>
                  <a:lnTo>
                    <a:pt x="308" y="104"/>
                  </a:lnTo>
                  <a:lnTo>
                    <a:pt x="313" y="104"/>
                  </a:lnTo>
                  <a:lnTo>
                    <a:pt x="320" y="100"/>
                  </a:lnTo>
                  <a:lnTo>
                    <a:pt x="324" y="100"/>
                  </a:lnTo>
                  <a:lnTo>
                    <a:pt x="327" y="100"/>
                  </a:lnTo>
                  <a:lnTo>
                    <a:pt x="334" y="102"/>
                  </a:lnTo>
                  <a:lnTo>
                    <a:pt x="346" y="102"/>
                  </a:lnTo>
                  <a:lnTo>
                    <a:pt x="372" y="109"/>
                  </a:lnTo>
                  <a:lnTo>
                    <a:pt x="376" y="112"/>
                  </a:lnTo>
                  <a:lnTo>
                    <a:pt x="379" y="114"/>
                  </a:lnTo>
                  <a:lnTo>
                    <a:pt x="379" y="116"/>
                  </a:lnTo>
                  <a:lnTo>
                    <a:pt x="379" y="119"/>
                  </a:lnTo>
                  <a:lnTo>
                    <a:pt x="379" y="121"/>
                  </a:lnTo>
                  <a:lnTo>
                    <a:pt x="381" y="121"/>
                  </a:lnTo>
                  <a:lnTo>
                    <a:pt x="384" y="121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3" y="121"/>
                  </a:lnTo>
                  <a:lnTo>
                    <a:pt x="395" y="121"/>
                  </a:lnTo>
                  <a:lnTo>
                    <a:pt x="395" y="121"/>
                  </a:lnTo>
                  <a:lnTo>
                    <a:pt x="398" y="121"/>
                  </a:lnTo>
                  <a:lnTo>
                    <a:pt x="400" y="121"/>
                  </a:lnTo>
                  <a:lnTo>
                    <a:pt x="400" y="123"/>
                  </a:lnTo>
                  <a:lnTo>
                    <a:pt x="405" y="123"/>
                  </a:lnTo>
                  <a:lnTo>
                    <a:pt x="407" y="123"/>
                  </a:lnTo>
                  <a:lnTo>
                    <a:pt x="410" y="123"/>
                  </a:lnTo>
                  <a:lnTo>
                    <a:pt x="410" y="123"/>
                  </a:lnTo>
                  <a:lnTo>
                    <a:pt x="414" y="121"/>
                  </a:lnTo>
                  <a:lnTo>
                    <a:pt x="414" y="121"/>
                  </a:lnTo>
                  <a:lnTo>
                    <a:pt x="421" y="121"/>
                  </a:lnTo>
                  <a:lnTo>
                    <a:pt x="426" y="121"/>
                  </a:lnTo>
                  <a:lnTo>
                    <a:pt x="426" y="119"/>
                  </a:lnTo>
                  <a:lnTo>
                    <a:pt x="426" y="119"/>
                  </a:lnTo>
                  <a:lnTo>
                    <a:pt x="429" y="119"/>
                  </a:lnTo>
                  <a:lnTo>
                    <a:pt x="431" y="119"/>
                  </a:lnTo>
                  <a:lnTo>
                    <a:pt x="443" y="123"/>
                  </a:lnTo>
                  <a:lnTo>
                    <a:pt x="445" y="123"/>
                  </a:lnTo>
                  <a:lnTo>
                    <a:pt x="447" y="123"/>
                  </a:lnTo>
                  <a:lnTo>
                    <a:pt x="447" y="123"/>
                  </a:lnTo>
                  <a:lnTo>
                    <a:pt x="452" y="123"/>
                  </a:lnTo>
                  <a:lnTo>
                    <a:pt x="452" y="123"/>
                  </a:lnTo>
                  <a:lnTo>
                    <a:pt x="455" y="123"/>
                  </a:lnTo>
                  <a:lnTo>
                    <a:pt x="459" y="123"/>
                  </a:lnTo>
                  <a:lnTo>
                    <a:pt x="459" y="123"/>
                  </a:lnTo>
                  <a:lnTo>
                    <a:pt x="462" y="123"/>
                  </a:lnTo>
                  <a:lnTo>
                    <a:pt x="464" y="123"/>
                  </a:lnTo>
                  <a:lnTo>
                    <a:pt x="466" y="123"/>
                  </a:lnTo>
                  <a:lnTo>
                    <a:pt x="469" y="123"/>
                  </a:lnTo>
                  <a:lnTo>
                    <a:pt x="471" y="123"/>
                  </a:lnTo>
                  <a:lnTo>
                    <a:pt x="473" y="121"/>
                  </a:lnTo>
                  <a:lnTo>
                    <a:pt x="476" y="119"/>
                  </a:lnTo>
                  <a:lnTo>
                    <a:pt x="481" y="119"/>
                  </a:lnTo>
                  <a:lnTo>
                    <a:pt x="495" y="116"/>
                  </a:lnTo>
                  <a:lnTo>
                    <a:pt x="518" y="116"/>
                  </a:lnTo>
                  <a:lnTo>
                    <a:pt x="523" y="114"/>
                  </a:lnTo>
                  <a:lnTo>
                    <a:pt x="525" y="112"/>
                  </a:lnTo>
                  <a:lnTo>
                    <a:pt x="528" y="112"/>
                  </a:lnTo>
                  <a:lnTo>
                    <a:pt x="530" y="112"/>
                  </a:lnTo>
                  <a:lnTo>
                    <a:pt x="537" y="114"/>
                  </a:lnTo>
                  <a:lnTo>
                    <a:pt x="542" y="114"/>
                  </a:lnTo>
                  <a:lnTo>
                    <a:pt x="549" y="114"/>
                  </a:lnTo>
                  <a:lnTo>
                    <a:pt x="570" y="116"/>
                  </a:lnTo>
                  <a:lnTo>
                    <a:pt x="575" y="116"/>
                  </a:lnTo>
                  <a:lnTo>
                    <a:pt x="580" y="112"/>
                  </a:lnTo>
                  <a:lnTo>
                    <a:pt x="582" y="112"/>
                  </a:lnTo>
                  <a:lnTo>
                    <a:pt x="585" y="114"/>
                  </a:lnTo>
                  <a:lnTo>
                    <a:pt x="596" y="116"/>
                  </a:lnTo>
                  <a:lnTo>
                    <a:pt x="608" y="116"/>
                  </a:lnTo>
                  <a:lnTo>
                    <a:pt x="620" y="119"/>
                  </a:lnTo>
                  <a:lnTo>
                    <a:pt x="632" y="121"/>
                  </a:lnTo>
                  <a:lnTo>
                    <a:pt x="641" y="123"/>
                  </a:lnTo>
                  <a:lnTo>
                    <a:pt x="653" y="126"/>
                  </a:lnTo>
                  <a:lnTo>
                    <a:pt x="665" y="126"/>
                  </a:lnTo>
                  <a:lnTo>
                    <a:pt x="677" y="128"/>
                  </a:lnTo>
                  <a:lnTo>
                    <a:pt x="689" y="131"/>
                  </a:lnTo>
                  <a:lnTo>
                    <a:pt x="701" y="133"/>
                  </a:lnTo>
                  <a:lnTo>
                    <a:pt x="712" y="135"/>
                  </a:lnTo>
                  <a:lnTo>
                    <a:pt x="722" y="135"/>
                  </a:lnTo>
                  <a:lnTo>
                    <a:pt x="734" y="138"/>
                  </a:lnTo>
                  <a:lnTo>
                    <a:pt x="745" y="140"/>
                  </a:lnTo>
                  <a:lnTo>
                    <a:pt x="757" y="142"/>
                  </a:lnTo>
                  <a:lnTo>
                    <a:pt x="769" y="142"/>
                  </a:lnTo>
                  <a:lnTo>
                    <a:pt x="769" y="145"/>
                  </a:lnTo>
                  <a:lnTo>
                    <a:pt x="769" y="147"/>
                  </a:lnTo>
                  <a:lnTo>
                    <a:pt x="771" y="154"/>
                  </a:lnTo>
                  <a:lnTo>
                    <a:pt x="776" y="161"/>
                  </a:lnTo>
                  <a:lnTo>
                    <a:pt x="776" y="164"/>
                  </a:lnTo>
                  <a:lnTo>
                    <a:pt x="776" y="164"/>
                  </a:lnTo>
                  <a:lnTo>
                    <a:pt x="783" y="166"/>
                  </a:lnTo>
                  <a:lnTo>
                    <a:pt x="783" y="168"/>
                  </a:lnTo>
                  <a:lnTo>
                    <a:pt x="786" y="171"/>
                  </a:lnTo>
                  <a:lnTo>
                    <a:pt x="790" y="173"/>
                  </a:lnTo>
                  <a:lnTo>
                    <a:pt x="793" y="175"/>
                  </a:lnTo>
                  <a:lnTo>
                    <a:pt x="795" y="175"/>
                  </a:lnTo>
                  <a:lnTo>
                    <a:pt x="795" y="178"/>
                  </a:lnTo>
                  <a:lnTo>
                    <a:pt x="797" y="180"/>
                  </a:lnTo>
                  <a:lnTo>
                    <a:pt x="797" y="185"/>
                  </a:lnTo>
                  <a:lnTo>
                    <a:pt x="800" y="192"/>
                  </a:lnTo>
                  <a:lnTo>
                    <a:pt x="800" y="194"/>
                  </a:lnTo>
                  <a:lnTo>
                    <a:pt x="800" y="197"/>
                  </a:lnTo>
                  <a:lnTo>
                    <a:pt x="800" y="199"/>
                  </a:lnTo>
                  <a:lnTo>
                    <a:pt x="797" y="202"/>
                  </a:lnTo>
                  <a:lnTo>
                    <a:pt x="795" y="204"/>
                  </a:lnTo>
                  <a:lnTo>
                    <a:pt x="793" y="204"/>
                  </a:lnTo>
                  <a:lnTo>
                    <a:pt x="790" y="206"/>
                  </a:lnTo>
                  <a:lnTo>
                    <a:pt x="790" y="209"/>
                  </a:lnTo>
                  <a:lnTo>
                    <a:pt x="790" y="211"/>
                  </a:lnTo>
                  <a:lnTo>
                    <a:pt x="786" y="216"/>
                  </a:lnTo>
                  <a:lnTo>
                    <a:pt x="783" y="218"/>
                  </a:lnTo>
                  <a:lnTo>
                    <a:pt x="779" y="223"/>
                  </a:lnTo>
                  <a:lnTo>
                    <a:pt x="779" y="225"/>
                  </a:lnTo>
                  <a:lnTo>
                    <a:pt x="776" y="228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5"/>
                  </a:lnTo>
                  <a:lnTo>
                    <a:pt x="771" y="242"/>
                  </a:lnTo>
                  <a:lnTo>
                    <a:pt x="769" y="246"/>
                  </a:lnTo>
                  <a:lnTo>
                    <a:pt x="757" y="258"/>
                  </a:lnTo>
                  <a:lnTo>
                    <a:pt x="755" y="261"/>
                  </a:lnTo>
                  <a:lnTo>
                    <a:pt x="755" y="261"/>
                  </a:lnTo>
                  <a:lnTo>
                    <a:pt x="755" y="263"/>
                  </a:lnTo>
                  <a:lnTo>
                    <a:pt x="755" y="263"/>
                  </a:lnTo>
                  <a:lnTo>
                    <a:pt x="755" y="265"/>
                  </a:lnTo>
                  <a:lnTo>
                    <a:pt x="755" y="265"/>
                  </a:lnTo>
                  <a:lnTo>
                    <a:pt x="755" y="268"/>
                  </a:lnTo>
                  <a:lnTo>
                    <a:pt x="753" y="273"/>
                  </a:lnTo>
                  <a:lnTo>
                    <a:pt x="753" y="275"/>
                  </a:lnTo>
                  <a:lnTo>
                    <a:pt x="750" y="280"/>
                  </a:lnTo>
                  <a:lnTo>
                    <a:pt x="743" y="284"/>
                  </a:lnTo>
                  <a:lnTo>
                    <a:pt x="743" y="287"/>
                  </a:lnTo>
                  <a:lnTo>
                    <a:pt x="741" y="289"/>
                  </a:lnTo>
                  <a:lnTo>
                    <a:pt x="734" y="291"/>
                  </a:lnTo>
                  <a:lnTo>
                    <a:pt x="734" y="291"/>
                  </a:lnTo>
                  <a:lnTo>
                    <a:pt x="731" y="294"/>
                  </a:lnTo>
                  <a:lnTo>
                    <a:pt x="729" y="299"/>
                  </a:lnTo>
                  <a:lnTo>
                    <a:pt x="724" y="303"/>
                  </a:lnTo>
                  <a:lnTo>
                    <a:pt x="724" y="306"/>
                  </a:lnTo>
                  <a:lnTo>
                    <a:pt x="722" y="310"/>
                  </a:lnTo>
                  <a:lnTo>
                    <a:pt x="722" y="313"/>
                  </a:lnTo>
                  <a:lnTo>
                    <a:pt x="719" y="315"/>
                  </a:lnTo>
                  <a:lnTo>
                    <a:pt x="717" y="315"/>
                  </a:lnTo>
                  <a:lnTo>
                    <a:pt x="717" y="315"/>
                  </a:lnTo>
                  <a:lnTo>
                    <a:pt x="715" y="315"/>
                  </a:lnTo>
                  <a:lnTo>
                    <a:pt x="715" y="318"/>
                  </a:lnTo>
                  <a:lnTo>
                    <a:pt x="715" y="318"/>
                  </a:lnTo>
                  <a:lnTo>
                    <a:pt x="715" y="318"/>
                  </a:lnTo>
                  <a:lnTo>
                    <a:pt x="712" y="320"/>
                  </a:lnTo>
                  <a:lnTo>
                    <a:pt x="712" y="320"/>
                  </a:lnTo>
                  <a:lnTo>
                    <a:pt x="712" y="322"/>
                  </a:lnTo>
                  <a:lnTo>
                    <a:pt x="712" y="325"/>
                  </a:lnTo>
                  <a:lnTo>
                    <a:pt x="710" y="327"/>
                  </a:lnTo>
                  <a:lnTo>
                    <a:pt x="710" y="329"/>
                  </a:lnTo>
                  <a:lnTo>
                    <a:pt x="710" y="332"/>
                  </a:lnTo>
                  <a:lnTo>
                    <a:pt x="710" y="334"/>
                  </a:lnTo>
                  <a:lnTo>
                    <a:pt x="710" y="336"/>
                  </a:lnTo>
                  <a:lnTo>
                    <a:pt x="710" y="336"/>
                  </a:lnTo>
                  <a:lnTo>
                    <a:pt x="710" y="339"/>
                  </a:lnTo>
                  <a:lnTo>
                    <a:pt x="710" y="339"/>
                  </a:lnTo>
                  <a:lnTo>
                    <a:pt x="710" y="341"/>
                  </a:lnTo>
                  <a:lnTo>
                    <a:pt x="710" y="344"/>
                  </a:lnTo>
                  <a:lnTo>
                    <a:pt x="715" y="346"/>
                  </a:lnTo>
                  <a:lnTo>
                    <a:pt x="715" y="346"/>
                  </a:lnTo>
                  <a:lnTo>
                    <a:pt x="715" y="346"/>
                  </a:lnTo>
                  <a:lnTo>
                    <a:pt x="717" y="344"/>
                  </a:lnTo>
                  <a:lnTo>
                    <a:pt x="717" y="344"/>
                  </a:lnTo>
                  <a:lnTo>
                    <a:pt x="719" y="344"/>
                  </a:lnTo>
                  <a:lnTo>
                    <a:pt x="719" y="346"/>
                  </a:lnTo>
                  <a:lnTo>
                    <a:pt x="719" y="346"/>
                  </a:lnTo>
                  <a:lnTo>
                    <a:pt x="719" y="348"/>
                  </a:lnTo>
                  <a:lnTo>
                    <a:pt x="722" y="348"/>
                  </a:lnTo>
                  <a:lnTo>
                    <a:pt x="724" y="348"/>
                  </a:lnTo>
                  <a:lnTo>
                    <a:pt x="727" y="348"/>
                  </a:lnTo>
                  <a:lnTo>
                    <a:pt x="729" y="348"/>
                  </a:lnTo>
                  <a:lnTo>
                    <a:pt x="729" y="348"/>
                  </a:lnTo>
                  <a:lnTo>
                    <a:pt x="729" y="351"/>
                  </a:lnTo>
                  <a:lnTo>
                    <a:pt x="729" y="351"/>
                  </a:lnTo>
                  <a:lnTo>
                    <a:pt x="729" y="353"/>
                  </a:lnTo>
                  <a:lnTo>
                    <a:pt x="729" y="355"/>
                  </a:lnTo>
                  <a:lnTo>
                    <a:pt x="729" y="355"/>
                  </a:lnTo>
                  <a:lnTo>
                    <a:pt x="731" y="355"/>
                  </a:lnTo>
                  <a:lnTo>
                    <a:pt x="734" y="358"/>
                  </a:lnTo>
                  <a:lnTo>
                    <a:pt x="734" y="360"/>
                  </a:lnTo>
                  <a:lnTo>
                    <a:pt x="734" y="360"/>
                  </a:lnTo>
                  <a:lnTo>
                    <a:pt x="734" y="362"/>
                  </a:lnTo>
                  <a:lnTo>
                    <a:pt x="734" y="362"/>
                  </a:lnTo>
                  <a:lnTo>
                    <a:pt x="734" y="362"/>
                  </a:lnTo>
                  <a:lnTo>
                    <a:pt x="734" y="365"/>
                  </a:lnTo>
                  <a:lnTo>
                    <a:pt x="731" y="365"/>
                  </a:lnTo>
                  <a:lnTo>
                    <a:pt x="731" y="367"/>
                  </a:lnTo>
                  <a:lnTo>
                    <a:pt x="731" y="367"/>
                  </a:lnTo>
                  <a:lnTo>
                    <a:pt x="729" y="367"/>
                  </a:lnTo>
                  <a:lnTo>
                    <a:pt x="729" y="367"/>
                  </a:lnTo>
                  <a:lnTo>
                    <a:pt x="727" y="367"/>
                  </a:lnTo>
                  <a:lnTo>
                    <a:pt x="727" y="370"/>
                  </a:lnTo>
                  <a:lnTo>
                    <a:pt x="727" y="372"/>
                  </a:lnTo>
                  <a:lnTo>
                    <a:pt x="729" y="374"/>
                  </a:lnTo>
                  <a:lnTo>
                    <a:pt x="729" y="379"/>
                  </a:lnTo>
                  <a:lnTo>
                    <a:pt x="729" y="379"/>
                  </a:lnTo>
                  <a:lnTo>
                    <a:pt x="727" y="381"/>
                  </a:lnTo>
                  <a:lnTo>
                    <a:pt x="727" y="381"/>
                  </a:lnTo>
                  <a:lnTo>
                    <a:pt x="727" y="381"/>
                  </a:lnTo>
                  <a:lnTo>
                    <a:pt x="724" y="386"/>
                  </a:lnTo>
                  <a:lnTo>
                    <a:pt x="724" y="391"/>
                  </a:lnTo>
                  <a:lnTo>
                    <a:pt x="722" y="393"/>
                  </a:lnTo>
                  <a:lnTo>
                    <a:pt x="722" y="396"/>
                  </a:lnTo>
                  <a:lnTo>
                    <a:pt x="719" y="398"/>
                  </a:lnTo>
                  <a:lnTo>
                    <a:pt x="717" y="398"/>
                  </a:lnTo>
                  <a:lnTo>
                    <a:pt x="715" y="400"/>
                  </a:lnTo>
                  <a:lnTo>
                    <a:pt x="715" y="403"/>
                  </a:lnTo>
                  <a:lnTo>
                    <a:pt x="715" y="405"/>
                  </a:lnTo>
                  <a:lnTo>
                    <a:pt x="715" y="405"/>
                  </a:lnTo>
                  <a:lnTo>
                    <a:pt x="715" y="405"/>
                  </a:lnTo>
                  <a:lnTo>
                    <a:pt x="715" y="417"/>
                  </a:lnTo>
                  <a:lnTo>
                    <a:pt x="712" y="422"/>
                  </a:lnTo>
                  <a:lnTo>
                    <a:pt x="712" y="433"/>
                  </a:lnTo>
                  <a:lnTo>
                    <a:pt x="710" y="448"/>
                  </a:lnTo>
                  <a:lnTo>
                    <a:pt x="708" y="460"/>
                  </a:lnTo>
                  <a:lnTo>
                    <a:pt x="705" y="471"/>
                  </a:lnTo>
                  <a:lnTo>
                    <a:pt x="703" y="486"/>
                  </a:lnTo>
                  <a:lnTo>
                    <a:pt x="703" y="497"/>
                  </a:lnTo>
                  <a:lnTo>
                    <a:pt x="701" y="509"/>
                  </a:lnTo>
                  <a:lnTo>
                    <a:pt x="698" y="521"/>
                  </a:lnTo>
                  <a:lnTo>
                    <a:pt x="696" y="535"/>
                  </a:lnTo>
                  <a:lnTo>
                    <a:pt x="693" y="547"/>
                  </a:lnTo>
                  <a:lnTo>
                    <a:pt x="693" y="559"/>
                  </a:lnTo>
                  <a:lnTo>
                    <a:pt x="691" y="571"/>
                  </a:lnTo>
                  <a:lnTo>
                    <a:pt x="689" y="585"/>
                  </a:lnTo>
                  <a:lnTo>
                    <a:pt x="686" y="597"/>
                  </a:lnTo>
                  <a:lnTo>
                    <a:pt x="684" y="609"/>
                  </a:lnTo>
                  <a:lnTo>
                    <a:pt x="682" y="620"/>
                  </a:lnTo>
                  <a:lnTo>
                    <a:pt x="665" y="618"/>
                  </a:lnTo>
                  <a:lnTo>
                    <a:pt x="648" y="616"/>
                  </a:lnTo>
                  <a:lnTo>
                    <a:pt x="630" y="613"/>
                  </a:lnTo>
                  <a:lnTo>
                    <a:pt x="613" y="611"/>
                  </a:lnTo>
                  <a:lnTo>
                    <a:pt x="596" y="609"/>
                  </a:lnTo>
                  <a:lnTo>
                    <a:pt x="578" y="604"/>
                  </a:lnTo>
                  <a:lnTo>
                    <a:pt x="561" y="602"/>
                  </a:lnTo>
                  <a:lnTo>
                    <a:pt x="544" y="599"/>
                  </a:lnTo>
                  <a:lnTo>
                    <a:pt x="525" y="597"/>
                  </a:lnTo>
                  <a:lnTo>
                    <a:pt x="509" y="592"/>
                  </a:lnTo>
                  <a:lnTo>
                    <a:pt x="492" y="590"/>
                  </a:lnTo>
                  <a:lnTo>
                    <a:pt x="473" y="587"/>
                  </a:lnTo>
                  <a:lnTo>
                    <a:pt x="457" y="585"/>
                  </a:lnTo>
                  <a:lnTo>
                    <a:pt x="440" y="580"/>
                  </a:lnTo>
                  <a:lnTo>
                    <a:pt x="421" y="578"/>
                  </a:lnTo>
                  <a:lnTo>
                    <a:pt x="405" y="575"/>
                  </a:lnTo>
                  <a:lnTo>
                    <a:pt x="381" y="571"/>
                  </a:lnTo>
                  <a:lnTo>
                    <a:pt x="355" y="566"/>
                  </a:lnTo>
                  <a:lnTo>
                    <a:pt x="332" y="561"/>
                  </a:lnTo>
                  <a:lnTo>
                    <a:pt x="308" y="557"/>
                  </a:lnTo>
                  <a:lnTo>
                    <a:pt x="282" y="552"/>
                  </a:lnTo>
                  <a:lnTo>
                    <a:pt x="258" y="547"/>
                  </a:lnTo>
                  <a:lnTo>
                    <a:pt x="235" y="542"/>
                  </a:lnTo>
                  <a:lnTo>
                    <a:pt x="211" y="538"/>
                  </a:lnTo>
                  <a:lnTo>
                    <a:pt x="185" y="533"/>
                  </a:lnTo>
                  <a:lnTo>
                    <a:pt x="161" y="528"/>
                  </a:lnTo>
                  <a:lnTo>
                    <a:pt x="138" y="521"/>
                  </a:lnTo>
                  <a:lnTo>
                    <a:pt x="114" y="516"/>
                  </a:lnTo>
                  <a:lnTo>
                    <a:pt x="88" y="512"/>
                  </a:lnTo>
                  <a:lnTo>
                    <a:pt x="64" y="507"/>
                  </a:lnTo>
                  <a:lnTo>
                    <a:pt x="41" y="502"/>
                  </a:lnTo>
                  <a:lnTo>
                    <a:pt x="17" y="495"/>
                  </a:lnTo>
                  <a:lnTo>
                    <a:pt x="17" y="495"/>
                  </a:lnTo>
                  <a:lnTo>
                    <a:pt x="15" y="495"/>
                  </a:lnTo>
                  <a:lnTo>
                    <a:pt x="12" y="493"/>
                  </a:lnTo>
                  <a:lnTo>
                    <a:pt x="7" y="488"/>
                  </a:lnTo>
                  <a:lnTo>
                    <a:pt x="5" y="481"/>
                  </a:lnTo>
                  <a:lnTo>
                    <a:pt x="3" y="481"/>
                  </a:lnTo>
                  <a:lnTo>
                    <a:pt x="3" y="478"/>
                  </a:lnTo>
                  <a:lnTo>
                    <a:pt x="5" y="467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3" y="460"/>
                  </a:lnTo>
                  <a:lnTo>
                    <a:pt x="3" y="457"/>
                  </a:lnTo>
                  <a:lnTo>
                    <a:pt x="3" y="452"/>
                  </a:lnTo>
                  <a:lnTo>
                    <a:pt x="3" y="452"/>
                  </a:lnTo>
                  <a:lnTo>
                    <a:pt x="3" y="452"/>
                  </a:lnTo>
                  <a:lnTo>
                    <a:pt x="0" y="450"/>
                  </a:lnTo>
                  <a:lnTo>
                    <a:pt x="3" y="450"/>
                  </a:lnTo>
                  <a:lnTo>
                    <a:pt x="3" y="450"/>
                  </a:lnTo>
                  <a:lnTo>
                    <a:pt x="5" y="448"/>
                  </a:lnTo>
                  <a:lnTo>
                    <a:pt x="5" y="445"/>
                  </a:lnTo>
                  <a:lnTo>
                    <a:pt x="5" y="443"/>
                  </a:lnTo>
                  <a:lnTo>
                    <a:pt x="5" y="441"/>
                  </a:lnTo>
                  <a:lnTo>
                    <a:pt x="5" y="436"/>
                  </a:lnTo>
                  <a:lnTo>
                    <a:pt x="5" y="436"/>
                  </a:lnTo>
                  <a:lnTo>
                    <a:pt x="7" y="433"/>
                  </a:lnTo>
                  <a:lnTo>
                    <a:pt x="10" y="429"/>
                  </a:lnTo>
                  <a:lnTo>
                    <a:pt x="10" y="429"/>
                  </a:lnTo>
                  <a:lnTo>
                    <a:pt x="12" y="424"/>
                  </a:lnTo>
                  <a:lnTo>
                    <a:pt x="12" y="417"/>
                  </a:lnTo>
                  <a:lnTo>
                    <a:pt x="12" y="415"/>
                  </a:lnTo>
                  <a:lnTo>
                    <a:pt x="12" y="412"/>
                  </a:lnTo>
                  <a:lnTo>
                    <a:pt x="12" y="410"/>
                  </a:lnTo>
                  <a:lnTo>
                    <a:pt x="12" y="410"/>
                  </a:lnTo>
                  <a:lnTo>
                    <a:pt x="10" y="407"/>
                  </a:lnTo>
                  <a:lnTo>
                    <a:pt x="10" y="405"/>
                  </a:lnTo>
                  <a:lnTo>
                    <a:pt x="10" y="403"/>
                  </a:lnTo>
                  <a:lnTo>
                    <a:pt x="7" y="400"/>
                  </a:lnTo>
                  <a:lnTo>
                    <a:pt x="7" y="400"/>
                  </a:lnTo>
                  <a:lnTo>
                    <a:pt x="5" y="400"/>
                  </a:lnTo>
                  <a:lnTo>
                    <a:pt x="5" y="393"/>
                  </a:lnTo>
                  <a:lnTo>
                    <a:pt x="5" y="391"/>
                  </a:lnTo>
                  <a:lnTo>
                    <a:pt x="5" y="391"/>
                  </a:lnTo>
                  <a:lnTo>
                    <a:pt x="3" y="389"/>
                  </a:lnTo>
                  <a:lnTo>
                    <a:pt x="5" y="389"/>
                  </a:lnTo>
                  <a:lnTo>
                    <a:pt x="12" y="377"/>
                  </a:lnTo>
                  <a:lnTo>
                    <a:pt x="17" y="372"/>
                  </a:lnTo>
                  <a:lnTo>
                    <a:pt x="19" y="370"/>
                  </a:lnTo>
                  <a:lnTo>
                    <a:pt x="19" y="367"/>
                  </a:lnTo>
                  <a:lnTo>
                    <a:pt x="22" y="367"/>
                  </a:lnTo>
                  <a:lnTo>
                    <a:pt x="24" y="365"/>
                  </a:lnTo>
                  <a:lnTo>
                    <a:pt x="24" y="362"/>
                  </a:lnTo>
                  <a:lnTo>
                    <a:pt x="26" y="358"/>
                  </a:lnTo>
                  <a:lnTo>
                    <a:pt x="33" y="341"/>
                  </a:lnTo>
                  <a:lnTo>
                    <a:pt x="33" y="336"/>
                  </a:lnTo>
                  <a:lnTo>
                    <a:pt x="33" y="334"/>
                  </a:lnTo>
                  <a:lnTo>
                    <a:pt x="33" y="334"/>
                  </a:lnTo>
                  <a:lnTo>
                    <a:pt x="36" y="332"/>
                  </a:lnTo>
                  <a:lnTo>
                    <a:pt x="36" y="332"/>
                  </a:lnTo>
                  <a:lnTo>
                    <a:pt x="38" y="332"/>
                  </a:lnTo>
                  <a:lnTo>
                    <a:pt x="38" y="329"/>
                  </a:lnTo>
                  <a:lnTo>
                    <a:pt x="41" y="329"/>
                  </a:lnTo>
                  <a:lnTo>
                    <a:pt x="38" y="336"/>
                  </a:lnTo>
                  <a:lnTo>
                    <a:pt x="41" y="339"/>
                  </a:lnTo>
                  <a:lnTo>
                    <a:pt x="41" y="339"/>
                  </a:lnTo>
                  <a:lnTo>
                    <a:pt x="41" y="336"/>
                  </a:lnTo>
                  <a:lnTo>
                    <a:pt x="43" y="334"/>
                  </a:lnTo>
                  <a:lnTo>
                    <a:pt x="41" y="334"/>
                  </a:lnTo>
                  <a:lnTo>
                    <a:pt x="43" y="334"/>
                  </a:lnTo>
                  <a:lnTo>
                    <a:pt x="43" y="334"/>
                  </a:lnTo>
                  <a:lnTo>
                    <a:pt x="43" y="332"/>
                  </a:lnTo>
                  <a:lnTo>
                    <a:pt x="45" y="332"/>
                  </a:lnTo>
                  <a:lnTo>
                    <a:pt x="43" y="329"/>
                  </a:lnTo>
                  <a:lnTo>
                    <a:pt x="45" y="327"/>
                  </a:lnTo>
                  <a:lnTo>
                    <a:pt x="48" y="325"/>
                  </a:lnTo>
                  <a:lnTo>
                    <a:pt x="50" y="325"/>
                  </a:lnTo>
                  <a:lnTo>
                    <a:pt x="52" y="325"/>
                  </a:lnTo>
                  <a:lnTo>
                    <a:pt x="52" y="327"/>
                  </a:lnTo>
                  <a:lnTo>
                    <a:pt x="50" y="327"/>
                  </a:lnTo>
                  <a:lnTo>
                    <a:pt x="52" y="329"/>
                  </a:lnTo>
                  <a:lnTo>
                    <a:pt x="52" y="332"/>
                  </a:lnTo>
                  <a:lnTo>
                    <a:pt x="55" y="332"/>
                  </a:lnTo>
                  <a:lnTo>
                    <a:pt x="55" y="334"/>
                  </a:lnTo>
                  <a:lnTo>
                    <a:pt x="57" y="334"/>
                  </a:lnTo>
                  <a:lnTo>
                    <a:pt x="55" y="327"/>
                  </a:lnTo>
                  <a:lnTo>
                    <a:pt x="55" y="325"/>
                  </a:lnTo>
                  <a:lnTo>
                    <a:pt x="55" y="325"/>
                  </a:lnTo>
                  <a:lnTo>
                    <a:pt x="55" y="322"/>
                  </a:lnTo>
                  <a:lnTo>
                    <a:pt x="55" y="322"/>
                  </a:lnTo>
                  <a:lnTo>
                    <a:pt x="55" y="322"/>
                  </a:lnTo>
                  <a:lnTo>
                    <a:pt x="55" y="320"/>
                  </a:lnTo>
                  <a:lnTo>
                    <a:pt x="52" y="320"/>
                  </a:lnTo>
                  <a:lnTo>
                    <a:pt x="48" y="322"/>
                  </a:lnTo>
                  <a:lnTo>
                    <a:pt x="45" y="327"/>
                  </a:lnTo>
                  <a:lnTo>
                    <a:pt x="43" y="329"/>
                  </a:lnTo>
                  <a:lnTo>
                    <a:pt x="41" y="327"/>
                  </a:lnTo>
                  <a:lnTo>
                    <a:pt x="43" y="325"/>
                  </a:lnTo>
                  <a:lnTo>
                    <a:pt x="52" y="310"/>
                  </a:lnTo>
                  <a:lnTo>
                    <a:pt x="52" y="308"/>
                  </a:lnTo>
                  <a:lnTo>
                    <a:pt x="55" y="306"/>
                  </a:lnTo>
                  <a:lnTo>
                    <a:pt x="57" y="301"/>
                  </a:lnTo>
                  <a:lnTo>
                    <a:pt x="57" y="299"/>
                  </a:lnTo>
                  <a:lnTo>
                    <a:pt x="60" y="299"/>
                  </a:lnTo>
                  <a:lnTo>
                    <a:pt x="62" y="296"/>
                  </a:lnTo>
                  <a:lnTo>
                    <a:pt x="64" y="296"/>
                  </a:lnTo>
                  <a:lnTo>
                    <a:pt x="64" y="294"/>
                  </a:lnTo>
                  <a:lnTo>
                    <a:pt x="64" y="291"/>
                  </a:lnTo>
                  <a:lnTo>
                    <a:pt x="67" y="291"/>
                  </a:lnTo>
                  <a:lnTo>
                    <a:pt x="67" y="291"/>
                  </a:lnTo>
                  <a:lnTo>
                    <a:pt x="67" y="291"/>
                  </a:lnTo>
                  <a:lnTo>
                    <a:pt x="67" y="294"/>
                  </a:lnTo>
                  <a:lnTo>
                    <a:pt x="67" y="294"/>
                  </a:lnTo>
                  <a:lnTo>
                    <a:pt x="67" y="294"/>
                  </a:lnTo>
                  <a:lnTo>
                    <a:pt x="71" y="294"/>
                  </a:lnTo>
                  <a:lnTo>
                    <a:pt x="71" y="294"/>
                  </a:lnTo>
                  <a:lnTo>
                    <a:pt x="71" y="294"/>
                  </a:lnTo>
                  <a:lnTo>
                    <a:pt x="69" y="291"/>
                  </a:lnTo>
                  <a:lnTo>
                    <a:pt x="67" y="289"/>
                  </a:lnTo>
                  <a:lnTo>
                    <a:pt x="67" y="289"/>
                  </a:lnTo>
                  <a:lnTo>
                    <a:pt x="64" y="291"/>
                  </a:lnTo>
                  <a:lnTo>
                    <a:pt x="62" y="294"/>
                  </a:lnTo>
                  <a:lnTo>
                    <a:pt x="62" y="296"/>
                  </a:lnTo>
                  <a:lnTo>
                    <a:pt x="62" y="294"/>
                  </a:lnTo>
                  <a:lnTo>
                    <a:pt x="62" y="291"/>
                  </a:lnTo>
                  <a:lnTo>
                    <a:pt x="64" y="287"/>
                  </a:lnTo>
                  <a:lnTo>
                    <a:pt x="69" y="273"/>
                  </a:lnTo>
                  <a:lnTo>
                    <a:pt x="71" y="268"/>
                  </a:lnTo>
                  <a:lnTo>
                    <a:pt x="71" y="265"/>
                  </a:lnTo>
                  <a:lnTo>
                    <a:pt x="74" y="261"/>
                  </a:lnTo>
                  <a:lnTo>
                    <a:pt x="74" y="261"/>
                  </a:lnTo>
                  <a:lnTo>
                    <a:pt x="74" y="258"/>
                  </a:lnTo>
                  <a:lnTo>
                    <a:pt x="76" y="258"/>
                  </a:lnTo>
                  <a:lnTo>
                    <a:pt x="76" y="258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1"/>
                  </a:lnTo>
                  <a:lnTo>
                    <a:pt x="76" y="251"/>
                  </a:lnTo>
                  <a:lnTo>
                    <a:pt x="78" y="246"/>
                  </a:lnTo>
                  <a:lnTo>
                    <a:pt x="81" y="237"/>
                  </a:lnTo>
                  <a:lnTo>
                    <a:pt x="83" y="230"/>
                  </a:lnTo>
                  <a:lnTo>
                    <a:pt x="83" y="225"/>
                  </a:lnTo>
                  <a:lnTo>
                    <a:pt x="83" y="225"/>
                  </a:lnTo>
                  <a:lnTo>
                    <a:pt x="83" y="223"/>
                  </a:lnTo>
                  <a:lnTo>
                    <a:pt x="83" y="223"/>
                  </a:lnTo>
                  <a:lnTo>
                    <a:pt x="83" y="223"/>
                  </a:lnTo>
                  <a:lnTo>
                    <a:pt x="86" y="220"/>
                  </a:lnTo>
                  <a:lnTo>
                    <a:pt x="86" y="220"/>
                  </a:lnTo>
                  <a:lnTo>
                    <a:pt x="88" y="213"/>
                  </a:lnTo>
                  <a:lnTo>
                    <a:pt x="90" y="211"/>
                  </a:lnTo>
                  <a:lnTo>
                    <a:pt x="90" y="211"/>
                  </a:lnTo>
                  <a:lnTo>
                    <a:pt x="93" y="211"/>
                  </a:lnTo>
                  <a:lnTo>
                    <a:pt x="95" y="213"/>
                  </a:lnTo>
                  <a:lnTo>
                    <a:pt x="95" y="209"/>
                  </a:lnTo>
                  <a:lnTo>
                    <a:pt x="93" y="209"/>
                  </a:lnTo>
                  <a:lnTo>
                    <a:pt x="93" y="209"/>
                  </a:lnTo>
                  <a:lnTo>
                    <a:pt x="90" y="209"/>
                  </a:lnTo>
                  <a:lnTo>
                    <a:pt x="90" y="206"/>
                  </a:lnTo>
                  <a:lnTo>
                    <a:pt x="90" y="20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100" y="190"/>
                  </a:lnTo>
                  <a:lnTo>
                    <a:pt x="102" y="190"/>
                  </a:lnTo>
                  <a:lnTo>
                    <a:pt x="102" y="187"/>
                  </a:lnTo>
                  <a:lnTo>
                    <a:pt x="102" y="187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97" y="187"/>
                  </a:lnTo>
                  <a:lnTo>
                    <a:pt x="97" y="185"/>
                  </a:lnTo>
                  <a:lnTo>
                    <a:pt x="97" y="185"/>
                  </a:lnTo>
                  <a:lnTo>
                    <a:pt x="97" y="183"/>
                  </a:lnTo>
                  <a:lnTo>
                    <a:pt x="97" y="180"/>
                  </a:lnTo>
                  <a:lnTo>
                    <a:pt x="97" y="180"/>
                  </a:lnTo>
                  <a:lnTo>
                    <a:pt x="100" y="173"/>
                  </a:lnTo>
                  <a:lnTo>
                    <a:pt x="100" y="171"/>
                  </a:lnTo>
                  <a:lnTo>
                    <a:pt x="100" y="17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4" y="159"/>
                  </a:lnTo>
                  <a:lnTo>
                    <a:pt x="107" y="157"/>
                  </a:lnTo>
                  <a:lnTo>
                    <a:pt x="107" y="154"/>
                  </a:lnTo>
                  <a:lnTo>
                    <a:pt x="107" y="154"/>
                  </a:lnTo>
                  <a:lnTo>
                    <a:pt x="107" y="154"/>
                  </a:lnTo>
                  <a:lnTo>
                    <a:pt x="109" y="152"/>
                  </a:lnTo>
                  <a:lnTo>
                    <a:pt x="109" y="149"/>
                  </a:lnTo>
                  <a:lnTo>
                    <a:pt x="109" y="149"/>
                  </a:lnTo>
                  <a:lnTo>
                    <a:pt x="109" y="149"/>
                  </a:lnTo>
                  <a:lnTo>
                    <a:pt x="109" y="147"/>
                  </a:lnTo>
                  <a:lnTo>
                    <a:pt x="112" y="142"/>
                  </a:lnTo>
                  <a:lnTo>
                    <a:pt x="114" y="138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4" y="133"/>
                  </a:lnTo>
                  <a:lnTo>
                    <a:pt x="116" y="131"/>
                  </a:lnTo>
                  <a:lnTo>
                    <a:pt x="119" y="128"/>
                  </a:lnTo>
                  <a:lnTo>
                    <a:pt x="119" y="126"/>
                  </a:lnTo>
                  <a:lnTo>
                    <a:pt x="119" y="123"/>
                  </a:lnTo>
                  <a:lnTo>
                    <a:pt x="119" y="121"/>
                  </a:lnTo>
                  <a:lnTo>
                    <a:pt x="119" y="119"/>
                  </a:lnTo>
                  <a:lnTo>
                    <a:pt x="121" y="119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14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23" y="109"/>
                  </a:lnTo>
                  <a:lnTo>
                    <a:pt x="123" y="104"/>
                  </a:lnTo>
                  <a:lnTo>
                    <a:pt x="123" y="104"/>
                  </a:lnTo>
                  <a:lnTo>
                    <a:pt x="121" y="104"/>
                  </a:lnTo>
                  <a:lnTo>
                    <a:pt x="121" y="102"/>
                  </a:lnTo>
                  <a:lnTo>
                    <a:pt x="121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6" y="100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100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5"/>
                  </a:lnTo>
                  <a:lnTo>
                    <a:pt x="128" y="93"/>
                  </a:lnTo>
                  <a:lnTo>
                    <a:pt x="126" y="90"/>
                  </a:lnTo>
                  <a:lnTo>
                    <a:pt x="128" y="86"/>
                  </a:lnTo>
                  <a:lnTo>
                    <a:pt x="128" y="83"/>
                  </a:lnTo>
                  <a:lnTo>
                    <a:pt x="130" y="78"/>
                  </a:lnTo>
                  <a:lnTo>
                    <a:pt x="130" y="78"/>
                  </a:lnTo>
                  <a:lnTo>
                    <a:pt x="130" y="83"/>
                  </a:lnTo>
                  <a:lnTo>
                    <a:pt x="130" y="86"/>
                  </a:lnTo>
                  <a:lnTo>
                    <a:pt x="130" y="88"/>
                  </a:lnTo>
                  <a:lnTo>
                    <a:pt x="133" y="88"/>
                  </a:lnTo>
                  <a:lnTo>
                    <a:pt x="135" y="90"/>
                  </a:lnTo>
                  <a:lnTo>
                    <a:pt x="135" y="88"/>
                  </a:lnTo>
                  <a:lnTo>
                    <a:pt x="135" y="88"/>
                  </a:lnTo>
                  <a:lnTo>
                    <a:pt x="138" y="88"/>
                  </a:lnTo>
                  <a:lnTo>
                    <a:pt x="138" y="86"/>
                  </a:lnTo>
                  <a:lnTo>
                    <a:pt x="135" y="86"/>
                  </a:lnTo>
                  <a:lnTo>
                    <a:pt x="135" y="83"/>
                  </a:lnTo>
                  <a:lnTo>
                    <a:pt x="135" y="81"/>
                  </a:lnTo>
                  <a:lnTo>
                    <a:pt x="135" y="78"/>
                  </a:lnTo>
                  <a:lnTo>
                    <a:pt x="133" y="78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30" y="74"/>
                  </a:lnTo>
                  <a:lnTo>
                    <a:pt x="133" y="71"/>
                  </a:lnTo>
                  <a:lnTo>
                    <a:pt x="135" y="69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138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2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5" y="64"/>
                  </a:lnTo>
                  <a:lnTo>
                    <a:pt x="135" y="67"/>
                  </a:lnTo>
                  <a:lnTo>
                    <a:pt x="135" y="62"/>
                  </a:lnTo>
                  <a:lnTo>
                    <a:pt x="135" y="60"/>
                  </a:lnTo>
                  <a:lnTo>
                    <a:pt x="135" y="55"/>
                  </a:lnTo>
                  <a:lnTo>
                    <a:pt x="133" y="55"/>
                  </a:lnTo>
                  <a:lnTo>
                    <a:pt x="135" y="50"/>
                  </a:lnTo>
                  <a:lnTo>
                    <a:pt x="138" y="48"/>
                  </a:lnTo>
                  <a:lnTo>
                    <a:pt x="138" y="41"/>
                  </a:lnTo>
                  <a:lnTo>
                    <a:pt x="140" y="38"/>
                  </a:lnTo>
                  <a:lnTo>
                    <a:pt x="138" y="36"/>
                  </a:lnTo>
                  <a:lnTo>
                    <a:pt x="138" y="33"/>
                  </a:lnTo>
                  <a:lnTo>
                    <a:pt x="138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5" y="29"/>
                  </a:lnTo>
                  <a:lnTo>
                    <a:pt x="145" y="24"/>
                  </a:lnTo>
                  <a:lnTo>
                    <a:pt x="147" y="22"/>
                  </a:lnTo>
                  <a:lnTo>
                    <a:pt x="147" y="19"/>
                  </a:lnTo>
                  <a:lnTo>
                    <a:pt x="147" y="17"/>
                  </a:lnTo>
                  <a:lnTo>
                    <a:pt x="147" y="12"/>
                  </a:lnTo>
                  <a:lnTo>
                    <a:pt x="145" y="3"/>
                  </a:lnTo>
                  <a:lnTo>
                    <a:pt x="145" y="0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7" y="3"/>
                  </a:lnTo>
                  <a:lnTo>
                    <a:pt x="149" y="3"/>
                  </a:lnTo>
                  <a:lnTo>
                    <a:pt x="152" y="5"/>
                  </a:lnTo>
                  <a:lnTo>
                    <a:pt x="152" y="7"/>
                  </a:lnTo>
                  <a:lnTo>
                    <a:pt x="154" y="10"/>
                  </a:lnTo>
                  <a:lnTo>
                    <a:pt x="156" y="10"/>
                  </a:lnTo>
                  <a:lnTo>
                    <a:pt x="159" y="10"/>
                  </a:lnTo>
                  <a:lnTo>
                    <a:pt x="159" y="12"/>
                  </a:lnTo>
                  <a:lnTo>
                    <a:pt x="159" y="15"/>
                  </a:lnTo>
                  <a:lnTo>
                    <a:pt x="156" y="15"/>
                  </a:lnTo>
                  <a:lnTo>
                    <a:pt x="159" y="17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61" y="15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61" y="7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7"/>
                  </a:lnTo>
                  <a:lnTo>
                    <a:pt x="166" y="10"/>
                  </a:lnTo>
                  <a:lnTo>
                    <a:pt x="168" y="10"/>
                  </a:lnTo>
                  <a:lnTo>
                    <a:pt x="168" y="10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78" y="7"/>
                  </a:lnTo>
                  <a:lnTo>
                    <a:pt x="178" y="7"/>
                  </a:lnTo>
                  <a:lnTo>
                    <a:pt x="180" y="10"/>
                  </a:lnTo>
                  <a:lnTo>
                    <a:pt x="183" y="10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7" y="7"/>
                  </a:lnTo>
                  <a:lnTo>
                    <a:pt x="190" y="7"/>
                  </a:lnTo>
                  <a:lnTo>
                    <a:pt x="190" y="10"/>
                  </a:lnTo>
                  <a:lnTo>
                    <a:pt x="194" y="17"/>
                  </a:lnTo>
                  <a:lnTo>
                    <a:pt x="194" y="17"/>
                  </a:lnTo>
                  <a:lnTo>
                    <a:pt x="194" y="19"/>
                  </a:lnTo>
                  <a:lnTo>
                    <a:pt x="204" y="22"/>
                  </a:lnTo>
                  <a:lnTo>
                    <a:pt x="209" y="24"/>
                  </a:lnTo>
                  <a:lnTo>
                    <a:pt x="211" y="24"/>
                  </a:lnTo>
                  <a:lnTo>
                    <a:pt x="213" y="22"/>
                  </a:lnTo>
                  <a:lnTo>
                    <a:pt x="216" y="19"/>
                  </a:lnTo>
                  <a:lnTo>
                    <a:pt x="216" y="1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1" name="Freeform 19">
              <a:extLst>
                <a:ext uri="{FF2B5EF4-FFF2-40B4-BE49-F238E27FC236}">
                  <a16:creationId xmlns:a16="http://schemas.microsoft.com/office/drawing/2014/main" id="{B57DA345-5394-42AE-A480-1947D0CF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680" y="3225082"/>
              <a:ext cx="826058" cy="393676"/>
            </a:xfrm>
            <a:custGeom>
              <a:avLst/>
              <a:gdLst>
                <a:gd name="T0" fmla="*/ 865 w 875"/>
                <a:gd name="T1" fmla="*/ 183 h 417"/>
                <a:gd name="T2" fmla="*/ 875 w 875"/>
                <a:gd name="T3" fmla="*/ 389 h 417"/>
                <a:gd name="T4" fmla="*/ 865 w 875"/>
                <a:gd name="T5" fmla="*/ 412 h 417"/>
                <a:gd name="T6" fmla="*/ 853 w 875"/>
                <a:gd name="T7" fmla="*/ 410 h 417"/>
                <a:gd name="T8" fmla="*/ 844 w 875"/>
                <a:gd name="T9" fmla="*/ 405 h 417"/>
                <a:gd name="T10" fmla="*/ 825 w 875"/>
                <a:gd name="T11" fmla="*/ 396 h 417"/>
                <a:gd name="T12" fmla="*/ 816 w 875"/>
                <a:gd name="T13" fmla="*/ 391 h 417"/>
                <a:gd name="T14" fmla="*/ 797 w 875"/>
                <a:gd name="T15" fmla="*/ 381 h 417"/>
                <a:gd name="T16" fmla="*/ 790 w 875"/>
                <a:gd name="T17" fmla="*/ 389 h 417"/>
                <a:gd name="T18" fmla="*/ 785 w 875"/>
                <a:gd name="T19" fmla="*/ 393 h 417"/>
                <a:gd name="T20" fmla="*/ 771 w 875"/>
                <a:gd name="T21" fmla="*/ 391 h 417"/>
                <a:gd name="T22" fmla="*/ 766 w 875"/>
                <a:gd name="T23" fmla="*/ 391 h 417"/>
                <a:gd name="T24" fmla="*/ 756 w 875"/>
                <a:gd name="T25" fmla="*/ 384 h 417"/>
                <a:gd name="T26" fmla="*/ 747 w 875"/>
                <a:gd name="T27" fmla="*/ 391 h 417"/>
                <a:gd name="T28" fmla="*/ 740 w 875"/>
                <a:gd name="T29" fmla="*/ 396 h 417"/>
                <a:gd name="T30" fmla="*/ 726 w 875"/>
                <a:gd name="T31" fmla="*/ 393 h 417"/>
                <a:gd name="T32" fmla="*/ 716 w 875"/>
                <a:gd name="T33" fmla="*/ 398 h 417"/>
                <a:gd name="T34" fmla="*/ 700 w 875"/>
                <a:gd name="T35" fmla="*/ 405 h 417"/>
                <a:gd name="T36" fmla="*/ 688 w 875"/>
                <a:gd name="T37" fmla="*/ 415 h 417"/>
                <a:gd name="T38" fmla="*/ 664 w 875"/>
                <a:gd name="T39" fmla="*/ 405 h 417"/>
                <a:gd name="T40" fmla="*/ 655 w 875"/>
                <a:gd name="T41" fmla="*/ 400 h 417"/>
                <a:gd name="T42" fmla="*/ 652 w 875"/>
                <a:gd name="T43" fmla="*/ 391 h 417"/>
                <a:gd name="T44" fmla="*/ 648 w 875"/>
                <a:gd name="T45" fmla="*/ 398 h 417"/>
                <a:gd name="T46" fmla="*/ 641 w 875"/>
                <a:gd name="T47" fmla="*/ 400 h 417"/>
                <a:gd name="T48" fmla="*/ 626 w 875"/>
                <a:gd name="T49" fmla="*/ 396 h 417"/>
                <a:gd name="T50" fmla="*/ 622 w 875"/>
                <a:gd name="T51" fmla="*/ 389 h 417"/>
                <a:gd name="T52" fmla="*/ 615 w 875"/>
                <a:gd name="T53" fmla="*/ 398 h 417"/>
                <a:gd name="T54" fmla="*/ 607 w 875"/>
                <a:gd name="T55" fmla="*/ 405 h 417"/>
                <a:gd name="T56" fmla="*/ 596 w 875"/>
                <a:gd name="T57" fmla="*/ 412 h 417"/>
                <a:gd name="T58" fmla="*/ 593 w 875"/>
                <a:gd name="T59" fmla="*/ 396 h 417"/>
                <a:gd name="T60" fmla="*/ 586 w 875"/>
                <a:gd name="T61" fmla="*/ 400 h 417"/>
                <a:gd name="T62" fmla="*/ 577 w 875"/>
                <a:gd name="T63" fmla="*/ 403 h 417"/>
                <a:gd name="T64" fmla="*/ 565 w 875"/>
                <a:gd name="T65" fmla="*/ 398 h 417"/>
                <a:gd name="T66" fmla="*/ 546 w 875"/>
                <a:gd name="T67" fmla="*/ 384 h 417"/>
                <a:gd name="T68" fmla="*/ 515 w 875"/>
                <a:gd name="T69" fmla="*/ 398 h 417"/>
                <a:gd name="T70" fmla="*/ 515 w 875"/>
                <a:gd name="T71" fmla="*/ 386 h 417"/>
                <a:gd name="T72" fmla="*/ 501 w 875"/>
                <a:gd name="T73" fmla="*/ 372 h 417"/>
                <a:gd name="T74" fmla="*/ 470 w 875"/>
                <a:gd name="T75" fmla="*/ 370 h 417"/>
                <a:gd name="T76" fmla="*/ 451 w 875"/>
                <a:gd name="T77" fmla="*/ 370 h 417"/>
                <a:gd name="T78" fmla="*/ 435 w 875"/>
                <a:gd name="T79" fmla="*/ 367 h 417"/>
                <a:gd name="T80" fmla="*/ 402 w 875"/>
                <a:gd name="T81" fmla="*/ 360 h 417"/>
                <a:gd name="T82" fmla="*/ 385 w 875"/>
                <a:gd name="T83" fmla="*/ 346 h 417"/>
                <a:gd name="T84" fmla="*/ 376 w 875"/>
                <a:gd name="T85" fmla="*/ 334 h 417"/>
                <a:gd name="T86" fmla="*/ 366 w 875"/>
                <a:gd name="T87" fmla="*/ 329 h 417"/>
                <a:gd name="T88" fmla="*/ 350 w 875"/>
                <a:gd name="T89" fmla="*/ 334 h 417"/>
                <a:gd name="T90" fmla="*/ 335 w 875"/>
                <a:gd name="T91" fmla="*/ 337 h 417"/>
                <a:gd name="T92" fmla="*/ 302 w 875"/>
                <a:gd name="T93" fmla="*/ 315 h 417"/>
                <a:gd name="T94" fmla="*/ 302 w 875"/>
                <a:gd name="T95" fmla="*/ 223 h 417"/>
                <a:gd name="T96" fmla="*/ 302 w 875"/>
                <a:gd name="T97" fmla="*/ 109 h 417"/>
                <a:gd name="T98" fmla="*/ 269 w 875"/>
                <a:gd name="T99" fmla="*/ 76 h 417"/>
                <a:gd name="T100" fmla="*/ 68 w 875"/>
                <a:gd name="T101" fmla="*/ 74 h 417"/>
                <a:gd name="T102" fmla="*/ 2 w 875"/>
                <a:gd name="T103" fmla="*/ 24 h 417"/>
                <a:gd name="T104" fmla="*/ 89 w 875"/>
                <a:gd name="T105" fmla="*/ 12 h 417"/>
                <a:gd name="T106" fmla="*/ 262 w 875"/>
                <a:gd name="T107" fmla="*/ 12 h 417"/>
                <a:gd name="T108" fmla="*/ 449 w 875"/>
                <a:gd name="T109" fmla="*/ 12 h 417"/>
                <a:gd name="T110" fmla="*/ 633 w 875"/>
                <a:gd name="T111" fmla="*/ 8 h 417"/>
                <a:gd name="T112" fmla="*/ 818 w 875"/>
                <a:gd name="T11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5" h="417">
                  <a:moveTo>
                    <a:pt x="844" y="62"/>
                  </a:moveTo>
                  <a:lnTo>
                    <a:pt x="849" y="79"/>
                  </a:lnTo>
                  <a:lnTo>
                    <a:pt x="851" y="97"/>
                  </a:lnTo>
                  <a:lnTo>
                    <a:pt x="853" y="114"/>
                  </a:lnTo>
                  <a:lnTo>
                    <a:pt x="858" y="131"/>
                  </a:lnTo>
                  <a:lnTo>
                    <a:pt x="861" y="147"/>
                  </a:lnTo>
                  <a:lnTo>
                    <a:pt x="863" y="166"/>
                  </a:lnTo>
                  <a:lnTo>
                    <a:pt x="865" y="183"/>
                  </a:lnTo>
                  <a:lnTo>
                    <a:pt x="870" y="199"/>
                  </a:lnTo>
                  <a:lnTo>
                    <a:pt x="870" y="228"/>
                  </a:lnTo>
                  <a:lnTo>
                    <a:pt x="870" y="254"/>
                  </a:lnTo>
                  <a:lnTo>
                    <a:pt x="872" y="280"/>
                  </a:lnTo>
                  <a:lnTo>
                    <a:pt x="872" y="308"/>
                  </a:lnTo>
                  <a:lnTo>
                    <a:pt x="872" y="334"/>
                  </a:lnTo>
                  <a:lnTo>
                    <a:pt x="875" y="363"/>
                  </a:lnTo>
                  <a:lnTo>
                    <a:pt x="875" y="38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2" y="417"/>
                  </a:lnTo>
                  <a:lnTo>
                    <a:pt x="870" y="415"/>
                  </a:lnTo>
                  <a:lnTo>
                    <a:pt x="870" y="417"/>
                  </a:lnTo>
                  <a:lnTo>
                    <a:pt x="865" y="415"/>
                  </a:lnTo>
                  <a:lnTo>
                    <a:pt x="865" y="415"/>
                  </a:lnTo>
                  <a:lnTo>
                    <a:pt x="865" y="412"/>
                  </a:lnTo>
                  <a:lnTo>
                    <a:pt x="865" y="412"/>
                  </a:lnTo>
                  <a:lnTo>
                    <a:pt x="863" y="412"/>
                  </a:lnTo>
                  <a:lnTo>
                    <a:pt x="861" y="412"/>
                  </a:lnTo>
                  <a:lnTo>
                    <a:pt x="858" y="412"/>
                  </a:lnTo>
                  <a:lnTo>
                    <a:pt x="858" y="412"/>
                  </a:lnTo>
                  <a:lnTo>
                    <a:pt x="856" y="412"/>
                  </a:lnTo>
                  <a:lnTo>
                    <a:pt x="856" y="410"/>
                  </a:lnTo>
                  <a:lnTo>
                    <a:pt x="853" y="410"/>
                  </a:lnTo>
                  <a:lnTo>
                    <a:pt x="853" y="412"/>
                  </a:lnTo>
                  <a:lnTo>
                    <a:pt x="853" y="412"/>
                  </a:lnTo>
                  <a:lnTo>
                    <a:pt x="851" y="412"/>
                  </a:lnTo>
                  <a:lnTo>
                    <a:pt x="851" y="410"/>
                  </a:lnTo>
                  <a:lnTo>
                    <a:pt x="849" y="410"/>
                  </a:lnTo>
                  <a:lnTo>
                    <a:pt x="846" y="408"/>
                  </a:lnTo>
                  <a:lnTo>
                    <a:pt x="846" y="405"/>
                  </a:lnTo>
                  <a:lnTo>
                    <a:pt x="844" y="405"/>
                  </a:lnTo>
                  <a:lnTo>
                    <a:pt x="842" y="405"/>
                  </a:lnTo>
                  <a:lnTo>
                    <a:pt x="835" y="405"/>
                  </a:lnTo>
                  <a:lnTo>
                    <a:pt x="830" y="400"/>
                  </a:lnTo>
                  <a:lnTo>
                    <a:pt x="830" y="398"/>
                  </a:lnTo>
                  <a:lnTo>
                    <a:pt x="827" y="398"/>
                  </a:lnTo>
                  <a:lnTo>
                    <a:pt x="827" y="396"/>
                  </a:lnTo>
                  <a:lnTo>
                    <a:pt x="827" y="396"/>
                  </a:lnTo>
                  <a:lnTo>
                    <a:pt x="825" y="396"/>
                  </a:lnTo>
                  <a:lnTo>
                    <a:pt x="825" y="393"/>
                  </a:lnTo>
                  <a:lnTo>
                    <a:pt x="825" y="393"/>
                  </a:lnTo>
                  <a:lnTo>
                    <a:pt x="825" y="393"/>
                  </a:lnTo>
                  <a:lnTo>
                    <a:pt x="823" y="393"/>
                  </a:lnTo>
                  <a:lnTo>
                    <a:pt x="823" y="391"/>
                  </a:lnTo>
                  <a:lnTo>
                    <a:pt x="820" y="391"/>
                  </a:lnTo>
                  <a:lnTo>
                    <a:pt x="818" y="391"/>
                  </a:lnTo>
                  <a:lnTo>
                    <a:pt x="816" y="391"/>
                  </a:lnTo>
                  <a:lnTo>
                    <a:pt x="813" y="386"/>
                  </a:lnTo>
                  <a:lnTo>
                    <a:pt x="811" y="386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6" y="384"/>
                  </a:lnTo>
                  <a:lnTo>
                    <a:pt x="806" y="384"/>
                  </a:lnTo>
                  <a:lnTo>
                    <a:pt x="804" y="381"/>
                  </a:lnTo>
                  <a:lnTo>
                    <a:pt x="797" y="381"/>
                  </a:lnTo>
                  <a:lnTo>
                    <a:pt x="797" y="381"/>
                  </a:lnTo>
                  <a:lnTo>
                    <a:pt x="794" y="381"/>
                  </a:lnTo>
                  <a:lnTo>
                    <a:pt x="794" y="384"/>
                  </a:lnTo>
                  <a:lnTo>
                    <a:pt x="794" y="386"/>
                  </a:lnTo>
                  <a:lnTo>
                    <a:pt x="792" y="389"/>
                  </a:lnTo>
                  <a:lnTo>
                    <a:pt x="792" y="386"/>
                  </a:lnTo>
                  <a:lnTo>
                    <a:pt x="792" y="389"/>
                  </a:lnTo>
                  <a:lnTo>
                    <a:pt x="790" y="389"/>
                  </a:lnTo>
                  <a:lnTo>
                    <a:pt x="790" y="389"/>
                  </a:lnTo>
                  <a:lnTo>
                    <a:pt x="790" y="391"/>
                  </a:lnTo>
                  <a:lnTo>
                    <a:pt x="787" y="389"/>
                  </a:lnTo>
                  <a:lnTo>
                    <a:pt x="787" y="389"/>
                  </a:lnTo>
                  <a:lnTo>
                    <a:pt x="787" y="391"/>
                  </a:lnTo>
                  <a:lnTo>
                    <a:pt x="787" y="391"/>
                  </a:lnTo>
                  <a:lnTo>
                    <a:pt x="785" y="391"/>
                  </a:lnTo>
                  <a:lnTo>
                    <a:pt x="785" y="393"/>
                  </a:lnTo>
                  <a:lnTo>
                    <a:pt x="785" y="393"/>
                  </a:lnTo>
                  <a:lnTo>
                    <a:pt x="785" y="393"/>
                  </a:lnTo>
                  <a:lnTo>
                    <a:pt x="775" y="393"/>
                  </a:lnTo>
                  <a:lnTo>
                    <a:pt x="775" y="393"/>
                  </a:lnTo>
                  <a:lnTo>
                    <a:pt x="773" y="393"/>
                  </a:lnTo>
                  <a:lnTo>
                    <a:pt x="773" y="391"/>
                  </a:lnTo>
                  <a:lnTo>
                    <a:pt x="773" y="391"/>
                  </a:lnTo>
                  <a:lnTo>
                    <a:pt x="771" y="391"/>
                  </a:lnTo>
                  <a:lnTo>
                    <a:pt x="771" y="391"/>
                  </a:lnTo>
                  <a:lnTo>
                    <a:pt x="771" y="393"/>
                  </a:lnTo>
                  <a:lnTo>
                    <a:pt x="771" y="393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8" y="391"/>
                  </a:lnTo>
                  <a:lnTo>
                    <a:pt x="766" y="391"/>
                  </a:lnTo>
                  <a:lnTo>
                    <a:pt x="764" y="391"/>
                  </a:lnTo>
                  <a:lnTo>
                    <a:pt x="766" y="389"/>
                  </a:lnTo>
                  <a:lnTo>
                    <a:pt x="764" y="386"/>
                  </a:lnTo>
                  <a:lnTo>
                    <a:pt x="764" y="386"/>
                  </a:lnTo>
                  <a:lnTo>
                    <a:pt x="761" y="384"/>
                  </a:lnTo>
                  <a:lnTo>
                    <a:pt x="759" y="384"/>
                  </a:lnTo>
                  <a:lnTo>
                    <a:pt x="759" y="384"/>
                  </a:lnTo>
                  <a:lnTo>
                    <a:pt x="756" y="384"/>
                  </a:lnTo>
                  <a:lnTo>
                    <a:pt x="756" y="386"/>
                  </a:lnTo>
                  <a:lnTo>
                    <a:pt x="756" y="386"/>
                  </a:lnTo>
                  <a:lnTo>
                    <a:pt x="754" y="386"/>
                  </a:lnTo>
                  <a:lnTo>
                    <a:pt x="754" y="386"/>
                  </a:lnTo>
                  <a:lnTo>
                    <a:pt x="752" y="389"/>
                  </a:lnTo>
                  <a:lnTo>
                    <a:pt x="749" y="389"/>
                  </a:lnTo>
                  <a:lnTo>
                    <a:pt x="749" y="389"/>
                  </a:lnTo>
                  <a:lnTo>
                    <a:pt x="747" y="391"/>
                  </a:lnTo>
                  <a:lnTo>
                    <a:pt x="747" y="391"/>
                  </a:lnTo>
                  <a:lnTo>
                    <a:pt x="747" y="391"/>
                  </a:lnTo>
                  <a:lnTo>
                    <a:pt x="745" y="391"/>
                  </a:lnTo>
                  <a:lnTo>
                    <a:pt x="742" y="391"/>
                  </a:lnTo>
                  <a:lnTo>
                    <a:pt x="740" y="391"/>
                  </a:lnTo>
                  <a:lnTo>
                    <a:pt x="740" y="396"/>
                  </a:lnTo>
                  <a:lnTo>
                    <a:pt x="740" y="396"/>
                  </a:lnTo>
                  <a:lnTo>
                    <a:pt x="740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8" y="396"/>
                  </a:lnTo>
                  <a:lnTo>
                    <a:pt x="735" y="396"/>
                  </a:lnTo>
                  <a:lnTo>
                    <a:pt x="733" y="398"/>
                  </a:lnTo>
                  <a:lnTo>
                    <a:pt x="733" y="396"/>
                  </a:lnTo>
                  <a:lnTo>
                    <a:pt x="726" y="393"/>
                  </a:lnTo>
                  <a:lnTo>
                    <a:pt x="726" y="391"/>
                  </a:lnTo>
                  <a:lnTo>
                    <a:pt x="723" y="391"/>
                  </a:lnTo>
                  <a:lnTo>
                    <a:pt x="723" y="393"/>
                  </a:lnTo>
                  <a:lnTo>
                    <a:pt x="721" y="393"/>
                  </a:lnTo>
                  <a:lnTo>
                    <a:pt x="721" y="396"/>
                  </a:lnTo>
                  <a:lnTo>
                    <a:pt x="721" y="396"/>
                  </a:lnTo>
                  <a:lnTo>
                    <a:pt x="719" y="396"/>
                  </a:lnTo>
                  <a:lnTo>
                    <a:pt x="716" y="398"/>
                  </a:lnTo>
                  <a:lnTo>
                    <a:pt x="714" y="398"/>
                  </a:lnTo>
                  <a:lnTo>
                    <a:pt x="712" y="398"/>
                  </a:lnTo>
                  <a:lnTo>
                    <a:pt x="707" y="398"/>
                  </a:lnTo>
                  <a:lnTo>
                    <a:pt x="704" y="400"/>
                  </a:lnTo>
                  <a:lnTo>
                    <a:pt x="704" y="400"/>
                  </a:lnTo>
                  <a:lnTo>
                    <a:pt x="702" y="400"/>
                  </a:lnTo>
                  <a:lnTo>
                    <a:pt x="702" y="403"/>
                  </a:lnTo>
                  <a:lnTo>
                    <a:pt x="700" y="405"/>
                  </a:lnTo>
                  <a:lnTo>
                    <a:pt x="700" y="408"/>
                  </a:lnTo>
                  <a:lnTo>
                    <a:pt x="697" y="410"/>
                  </a:lnTo>
                  <a:lnTo>
                    <a:pt x="695" y="410"/>
                  </a:lnTo>
                  <a:lnTo>
                    <a:pt x="690" y="410"/>
                  </a:lnTo>
                  <a:lnTo>
                    <a:pt x="688" y="410"/>
                  </a:lnTo>
                  <a:lnTo>
                    <a:pt x="688" y="410"/>
                  </a:lnTo>
                  <a:lnTo>
                    <a:pt x="688" y="412"/>
                  </a:lnTo>
                  <a:lnTo>
                    <a:pt x="688" y="415"/>
                  </a:lnTo>
                  <a:lnTo>
                    <a:pt x="683" y="417"/>
                  </a:lnTo>
                  <a:lnTo>
                    <a:pt x="681" y="415"/>
                  </a:lnTo>
                  <a:lnTo>
                    <a:pt x="678" y="410"/>
                  </a:lnTo>
                  <a:lnTo>
                    <a:pt x="676" y="408"/>
                  </a:lnTo>
                  <a:lnTo>
                    <a:pt x="674" y="408"/>
                  </a:lnTo>
                  <a:lnTo>
                    <a:pt x="667" y="408"/>
                  </a:lnTo>
                  <a:lnTo>
                    <a:pt x="667" y="408"/>
                  </a:lnTo>
                  <a:lnTo>
                    <a:pt x="664" y="405"/>
                  </a:lnTo>
                  <a:lnTo>
                    <a:pt x="664" y="405"/>
                  </a:lnTo>
                  <a:lnTo>
                    <a:pt x="664" y="403"/>
                  </a:lnTo>
                  <a:lnTo>
                    <a:pt x="664" y="403"/>
                  </a:lnTo>
                  <a:lnTo>
                    <a:pt x="662" y="403"/>
                  </a:lnTo>
                  <a:lnTo>
                    <a:pt x="662" y="403"/>
                  </a:lnTo>
                  <a:lnTo>
                    <a:pt x="657" y="400"/>
                  </a:lnTo>
                  <a:lnTo>
                    <a:pt x="657" y="400"/>
                  </a:lnTo>
                  <a:lnTo>
                    <a:pt x="655" y="400"/>
                  </a:lnTo>
                  <a:lnTo>
                    <a:pt x="655" y="398"/>
                  </a:lnTo>
                  <a:lnTo>
                    <a:pt x="655" y="398"/>
                  </a:lnTo>
                  <a:lnTo>
                    <a:pt x="655" y="398"/>
                  </a:lnTo>
                  <a:lnTo>
                    <a:pt x="655" y="396"/>
                  </a:lnTo>
                  <a:lnTo>
                    <a:pt x="657" y="396"/>
                  </a:lnTo>
                  <a:lnTo>
                    <a:pt x="657" y="393"/>
                  </a:lnTo>
                  <a:lnTo>
                    <a:pt x="655" y="393"/>
                  </a:lnTo>
                  <a:lnTo>
                    <a:pt x="652" y="391"/>
                  </a:lnTo>
                  <a:lnTo>
                    <a:pt x="650" y="391"/>
                  </a:lnTo>
                  <a:lnTo>
                    <a:pt x="650" y="391"/>
                  </a:lnTo>
                  <a:lnTo>
                    <a:pt x="650" y="391"/>
                  </a:lnTo>
                  <a:lnTo>
                    <a:pt x="650" y="393"/>
                  </a:lnTo>
                  <a:lnTo>
                    <a:pt x="648" y="393"/>
                  </a:lnTo>
                  <a:lnTo>
                    <a:pt x="648" y="398"/>
                  </a:lnTo>
                  <a:lnTo>
                    <a:pt x="648" y="398"/>
                  </a:lnTo>
                  <a:lnTo>
                    <a:pt x="648" y="398"/>
                  </a:lnTo>
                  <a:lnTo>
                    <a:pt x="645" y="398"/>
                  </a:lnTo>
                  <a:lnTo>
                    <a:pt x="645" y="400"/>
                  </a:lnTo>
                  <a:lnTo>
                    <a:pt x="645" y="400"/>
                  </a:lnTo>
                  <a:lnTo>
                    <a:pt x="643" y="400"/>
                  </a:lnTo>
                  <a:lnTo>
                    <a:pt x="643" y="400"/>
                  </a:lnTo>
                  <a:lnTo>
                    <a:pt x="641" y="400"/>
                  </a:lnTo>
                  <a:lnTo>
                    <a:pt x="641" y="400"/>
                  </a:lnTo>
                  <a:lnTo>
                    <a:pt x="641" y="400"/>
                  </a:lnTo>
                  <a:lnTo>
                    <a:pt x="636" y="398"/>
                  </a:lnTo>
                  <a:lnTo>
                    <a:pt x="636" y="398"/>
                  </a:lnTo>
                  <a:lnTo>
                    <a:pt x="636" y="398"/>
                  </a:lnTo>
                  <a:lnTo>
                    <a:pt x="631" y="398"/>
                  </a:lnTo>
                  <a:lnTo>
                    <a:pt x="631" y="398"/>
                  </a:lnTo>
                  <a:lnTo>
                    <a:pt x="629" y="398"/>
                  </a:lnTo>
                  <a:lnTo>
                    <a:pt x="629" y="398"/>
                  </a:lnTo>
                  <a:lnTo>
                    <a:pt x="626" y="396"/>
                  </a:lnTo>
                  <a:lnTo>
                    <a:pt x="626" y="396"/>
                  </a:lnTo>
                  <a:lnTo>
                    <a:pt x="626" y="393"/>
                  </a:lnTo>
                  <a:lnTo>
                    <a:pt x="626" y="391"/>
                  </a:lnTo>
                  <a:lnTo>
                    <a:pt x="624" y="389"/>
                  </a:lnTo>
                  <a:lnTo>
                    <a:pt x="624" y="389"/>
                  </a:lnTo>
                  <a:lnTo>
                    <a:pt x="624" y="389"/>
                  </a:lnTo>
                  <a:lnTo>
                    <a:pt x="622" y="389"/>
                  </a:lnTo>
                  <a:lnTo>
                    <a:pt x="622" y="389"/>
                  </a:lnTo>
                  <a:lnTo>
                    <a:pt x="622" y="389"/>
                  </a:lnTo>
                  <a:lnTo>
                    <a:pt x="617" y="389"/>
                  </a:lnTo>
                  <a:lnTo>
                    <a:pt x="617" y="389"/>
                  </a:lnTo>
                  <a:lnTo>
                    <a:pt x="617" y="389"/>
                  </a:lnTo>
                  <a:lnTo>
                    <a:pt x="615" y="389"/>
                  </a:lnTo>
                  <a:lnTo>
                    <a:pt x="615" y="391"/>
                  </a:lnTo>
                  <a:lnTo>
                    <a:pt x="615" y="393"/>
                  </a:lnTo>
                  <a:lnTo>
                    <a:pt x="615" y="398"/>
                  </a:lnTo>
                  <a:lnTo>
                    <a:pt x="612" y="400"/>
                  </a:lnTo>
                  <a:lnTo>
                    <a:pt x="610" y="400"/>
                  </a:lnTo>
                  <a:lnTo>
                    <a:pt x="605" y="400"/>
                  </a:lnTo>
                  <a:lnTo>
                    <a:pt x="605" y="403"/>
                  </a:lnTo>
                  <a:lnTo>
                    <a:pt x="607" y="403"/>
                  </a:lnTo>
                  <a:lnTo>
                    <a:pt x="607" y="403"/>
                  </a:lnTo>
                  <a:lnTo>
                    <a:pt x="607" y="405"/>
                  </a:lnTo>
                  <a:lnTo>
                    <a:pt x="607" y="405"/>
                  </a:lnTo>
                  <a:lnTo>
                    <a:pt x="605" y="408"/>
                  </a:lnTo>
                  <a:lnTo>
                    <a:pt x="605" y="408"/>
                  </a:lnTo>
                  <a:lnTo>
                    <a:pt x="605" y="412"/>
                  </a:lnTo>
                  <a:lnTo>
                    <a:pt x="605" y="415"/>
                  </a:lnTo>
                  <a:lnTo>
                    <a:pt x="603" y="417"/>
                  </a:lnTo>
                  <a:lnTo>
                    <a:pt x="600" y="417"/>
                  </a:lnTo>
                  <a:lnTo>
                    <a:pt x="596" y="415"/>
                  </a:lnTo>
                  <a:lnTo>
                    <a:pt x="596" y="412"/>
                  </a:lnTo>
                  <a:lnTo>
                    <a:pt x="593" y="410"/>
                  </a:lnTo>
                  <a:lnTo>
                    <a:pt x="593" y="408"/>
                  </a:lnTo>
                  <a:lnTo>
                    <a:pt x="593" y="405"/>
                  </a:lnTo>
                  <a:lnTo>
                    <a:pt x="596" y="400"/>
                  </a:lnTo>
                  <a:lnTo>
                    <a:pt x="596" y="398"/>
                  </a:lnTo>
                  <a:lnTo>
                    <a:pt x="596" y="398"/>
                  </a:lnTo>
                  <a:lnTo>
                    <a:pt x="593" y="396"/>
                  </a:lnTo>
                  <a:lnTo>
                    <a:pt x="593" y="396"/>
                  </a:lnTo>
                  <a:lnTo>
                    <a:pt x="591" y="393"/>
                  </a:lnTo>
                  <a:lnTo>
                    <a:pt x="591" y="393"/>
                  </a:lnTo>
                  <a:lnTo>
                    <a:pt x="591" y="396"/>
                  </a:lnTo>
                  <a:lnTo>
                    <a:pt x="589" y="396"/>
                  </a:lnTo>
                  <a:lnTo>
                    <a:pt x="589" y="396"/>
                  </a:lnTo>
                  <a:lnTo>
                    <a:pt x="589" y="398"/>
                  </a:lnTo>
                  <a:lnTo>
                    <a:pt x="586" y="400"/>
                  </a:lnTo>
                  <a:lnTo>
                    <a:pt x="586" y="400"/>
                  </a:lnTo>
                  <a:lnTo>
                    <a:pt x="584" y="398"/>
                  </a:lnTo>
                  <a:lnTo>
                    <a:pt x="581" y="398"/>
                  </a:lnTo>
                  <a:lnTo>
                    <a:pt x="581" y="400"/>
                  </a:lnTo>
                  <a:lnTo>
                    <a:pt x="579" y="400"/>
                  </a:lnTo>
                  <a:lnTo>
                    <a:pt x="579" y="400"/>
                  </a:lnTo>
                  <a:lnTo>
                    <a:pt x="579" y="400"/>
                  </a:lnTo>
                  <a:lnTo>
                    <a:pt x="579" y="403"/>
                  </a:lnTo>
                  <a:lnTo>
                    <a:pt x="577" y="403"/>
                  </a:lnTo>
                  <a:lnTo>
                    <a:pt x="577" y="403"/>
                  </a:lnTo>
                  <a:lnTo>
                    <a:pt x="577" y="405"/>
                  </a:lnTo>
                  <a:lnTo>
                    <a:pt x="574" y="405"/>
                  </a:lnTo>
                  <a:lnTo>
                    <a:pt x="570" y="405"/>
                  </a:lnTo>
                  <a:lnTo>
                    <a:pt x="567" y="405"/>
                  </a:lnTo>
                  <a:lnTo>
                    <a:pt x="567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62" y="396"/>
                  </a:lnTo>
                  <a:lnTo>
                    <a:pt x="560" y="396"/>
                  </a:lnTo>
                  <a:lnTo>
                    <a:pt x="555" y="396"/>
                  </a:lnTo>
                  <a:lnTo>
                    <a:pt x="553" y="396"/>
                  </a:lnTo>
                  <a:lnTo>
                    <a:pt x="553" y="393"/>
                  </a:lnTo>
                  <a:lnTo>
                    <a:pt x="553" y="389"/>
                  </a:lnTo>
                  <a:lnTo>
                    <a:pt x="551" y="386"/>
                  </a:lnTo>
                  <a:lnTo>
                    <a:pt x="546" y="384"/>
                  </a:lnTo>
                  <a:lnTo>
                    <a:pt x="544" y="386"/>
                  </a:lnTo>
                  <a:lnTo>
                    <a:pt x="539" y="389"/>
                  </a:lnTo>
                  <a:lnTo>
                    <a:pt x="532" y="398"/>
                  </a:lnTo>
                  <a:lnTo>
                    <a:pt x="527" y="400"/>
                  </a:lnTo>
                  <a:lnTo>
                    <a:pt x="522" y="400"/>
                  </a:lnTo>
                  <a:lnTo>
                    <a:pt x="518" y="400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6"/>
                  </a:lnTo>
                  <a:lnTo>
                    <a:pt x="515" y="396"/>
                  </a:lnTo>
                  <a:lnTo>
                    <a:pt x="515" y="393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3" y="386"/>
                  </a:lnTo>
                  <a:lnTo>
                    <a:pt x="510" y="384"/>
                  </a:lnTo>
                  <a:lnTo>
                    <a:pt x="506" y="384"/>
                  </a:lnTo>
                  <a:lnTo>
                    <a:pt x="501" y="381"/>
                  </a:lnTo>
                  <a:lnTo>
                    <a:pt x="501" y="377"/>
                  </a:lnTo>
                  <a:lnTo>
                    <a:pt x="499" y="374"/>
                  </a:lnTo>
                  <a:lnTo>
                    <a:pt x="501" y="372"/>
                  </a:lnTo>
                  <a:lnTo>
                    <a:pt x="501" y="367"/>
                  </a:lnTo>
                  <a:lnTo>
                    <a:pt x="499" y="367"/>
                  </a:lnTo>
                  <a:lnTo>
                    <a:pt x="496" y="367"/>
                  </a:lnTo>
                  <a:lnTo>
                    <a:pt x="492" y="367"/>
                  </a:lnTo>
                  <a:lnTo>
                    <a:pt x="487" y="370"/>
                  </a:lnTo>
                  <a:lnTo>
                    <a:pt x="475" y="367"/>
                  </a:lnTo>
                  <a:lnTo>
                    <a:pt x="473" y="367"/>
                  </a:lnTo>
                  <a:lnTo>
                    <a:pt x="470" y="370"/>
                  </a:lnTo>
                  <a:lnTo>
                    <a:pt x="468" y="372"/>
                  </a:lnTo>
                  <a:lnTo>
                    <a:pt x="468" y="374"/>
                  </a:lnTo>
                  <a:lnTo>
                    <a:pt x="466" y="374"/>
                  </a:lnTo>
                  <a:lnTo>
                    <a:pt x="463" y="377"/>
                  </a:lnTo>
                  <a:lnTo>
                    <a:pt x="458" y="377"/>
                  </a:lnTo>
                  <a:lnTo>
                    <a:pt x="458" y="374"/>
                  </a:lnTo>
                  <a:lnTo>
                    <a:pt x="454" y="372"/>
                  </a:lnTo>
                  <a:lnTo>
                    <a:pt x="451" y="370"/>
                  </a:lnTo>
                  <a:lnTo>
                    <a:pt x="451" y="370"/>
                  </a:lnTo>
                  <a:lnTo>
                    <a:pt x="449" y="367"/>
                  </a:lnTo>
                  <a:lnTo>
                    <a:pt x="449" y="365"/>
                  </a:lnTo>
                  <a:lnTo>
                    <a:pt x="447" y="365"/>
                  </a:lnTo>
                  <a:lnTo>
                    <a:pt x="444" y="365"/>
                  </a:lnTo>
                  <a:lnTo>
                    <a:pt x="442" y="365"/>
                  </a:lnTo>
                  <a:lnTo>
                    <a:pt x="435" y="370"/>
                  </a:lnTo>
                  <a:lnTo>
                    <a:pt x="435" y="367"/>
                  </a:lnTo>
                  <a:lnTo>
                    <a:pt x="421" y="365"/>
                  </a:lnTo>
                  <a:lnTo>
                    <a:pt x="418" y="365"/>
                  </a:lnTo>
                  <a:lnTo>
                    <a:pt x="411" y="360"/>
                  </a:lnTo>
                  <a:lnTo>
                    <a:pt x="409" y="360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04" y="360"/>
                  </a:lnTo>
                  <a:lnTo>
                    <a:pt x="402" y="360"/>
                  </a:lnTo>
                  <a:lnTo>
                    <a:pt x="397" y="360"/>
                  </a:lnTo>
                  <a:lnTo>
                    <a:pt x="395" y="358"/>
                  </a:lnTo>
                  <a:lnTo>
                    <a:pt x="390" y="360"/>
                  </a:lnTo>
                  <a:lnTo>
                    <a:pt x="387" y="358"/>
                  </a:lnTo>
                  <a:lnTo>
                    <a:pt x="385" y="358"/>
                  </a:lnTo>
                  <a:lnTo>
                    <a:pt x="385" y="355"/>
                  </a:lnTo>
                  <a:lnTo>
                    <a:pt x="385" y="348"/>
                  </a:lnTo>
                  <a:lnTo>
                    <a:pt x="385" y="346"/>
                  </a:lnTo>
                  <a:lnTo>
                    <a:pt x="385" y="346"/>
                  </a:lnTo>
                  <a:lnTo>
                    <a:pt x="385" y="344"/>
                  </a:lnTo>
                  <a:lnTo>
                    <a:pt x="380" y="341"/>
                  </a:lnTo>
                  <a:lnTo>
                    <a:pt x="380" y="339"/>
                  </a:lnTo>
                  <a:lnTo>
                    <a:pt x="380" y="337"/>
                  </a:lnTo>
                  <a:lnTo>
                    <a:pt x="378" y="334"/>
                  </a:lnTo>
                  <a:lnTo>
                    <a:pt x="376" y="334"/>
                  </a:lnTo>
                  <a:lnTo>
                    <a:pt x="376" y="334"/>
                  </a:lnTo>
                  <a:lnTo>
                    <a:pt x="373" y="334"/>
                  </a:lnTo>
                  <a:lnTo>
                    <a:pt x="373" y="334"/>
                  </a:lnTo>
                  <a:lnTo>
                    <a:pt x="371" y="332"/>
                  </a:lnTo>
                  <a:lnTo>
                    <a:pt x="371" y="332"/>
                  </a:lnTo>
                  <a:lnTo>
                    <a:pt x="371" y="332"/>
                  </a:lnTo>
                  <a:lnTo>
                    <a:pt x="371" y="329"/>
                  </a:lnTo>
                  <a:lnTo>
                    <a:pt x="369" y="329"/>
                  </a:lnTo>
                  <a:lnTo>
                    <a:pt x="366" y="329"/>
                  </a:lnTo>
                  <a:lnTo>
                    <a:pt x="366" y="329"/>
                  </a:lnTo>
                  <a:lnTo>
                    <a:pt x="366" y="337"/>
                  </a:lnTo>
                  <a:lnTo>
                    <a:pt x="364" y="339"/>
                  </a:lnTo>
                  <a:lnTo>
                    <a:pt x="364" y="339"/>
                  </a:lnTo>
                  <a:lnTo>
                    <a:pt x="361" y="339"/>
                  </a:lnTo>
                  <a:lnTo>
                    <a:pt x="359" y="339"/>
                  </a:lnTo>
                  <a:lnTo>
                    <a:pt x="354" y="337"/>
                  </a:lnTo>
                  <a:lnTo>
                    <a:pt x="350" y="334"/>
                  </a:lnTo>
                  <a:lnTo>
                    <a:pt x="350" y="334"/>
                  </a:lnTo>
                  <a:lnTo>
                    <a:pt x="347" y="337"/>
                  </a:lnTo>
                  <a:lnTo>
                    <a:pt x="347" y="337"/>
                  </a:lnTo>
                  <a:lnTo>
                    <a:pt x="345" y="339"/>
                  </a:lnTo>
                  <a:lnTo>
                    <a:pt x="345" y="339"/>
                  </a:lnTo>
                  <a:lnTo>
                    <a:pt x="338" y="339"/>
                  </a:lnTo>
                  <a:lnTo>
                    <a:pt x="335" y="337"/>
                  </a:lnTo>
                  <a:lnTo>
                    <a:pt x="335" y="337"/>
                  </a:lnTo>
                  <a:lnTo>
                    <a:pt x="333" y="332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5"/>
                  </a:lnTo>
                  <a:lnTo>
                    <a:pt x="309" y="313"/>
                  </a:lnTo>
                  <a:lnTo>
                    <a:pt x="305" y="315"/>
                  </a:lnTo>
                  <a:lnTo>
                    <a:pt x="302" y="315"/>
                  </a:lnTo>
                  <a:lnTo>
                    <a:pt x="302" y="313"/>
                  </a:lnTo>
                  <a:lnTo>
                    <a:pt x="302" y="308"/>
                  </a:lnTo>
                  <a:lnTo>
                    <a:pt x="302" y="294"/>
                  </a:lnTo>
                  <a:lnTo>
                    <a:pt x="302" y="280"/>
                  </a:lnTo>
                  <a:lnTo>
                    <a:pt x="302" y="266"/>
                  </a:lnTo>
                  <a:lnTo>
                    <a:pt x="302" y="251"/>
                  </a:lnTo>
                  <a:lnTo>
                    <a:pt x="302" y="237"/>
                  </a:lnTo>
                  <a:lnTo>
                    <a:pt x="302" y="223"/>
                  </a:lnTo>
                  <a:lnTo>
                    <a:pt x="302" y="209"/>
                  </a:lnTo>
                  <a:lnTo>
                    <a:pt x="302" y="195"/>
                  </a:lnTo>
                  <a:lnTo>
                    <a:pt x="302" y="180"/>
                  </a:lnTo>
                  <a:lnTo>
                    <a:pt x="302" y="166"/>
                  </a:lnTo>
                  <a:lnTo>
                    <a:pt x="302" y="152"/>
                  </a:lnTo>
                  <a:lnTo>
                    <a:pt x="302" y="138"/>
                  </a:lnTo>
                  <a:lnTo>
                    <a:pt x="302" y="124"/>
                  </a:lnTo>
                  <a:lnTo>
                    <a:pt x="302" y="109"/>
                  </a:lnTo>
                  <a:lnTo>
                    <a:pt x="302" y="95"/>
                  </a:lnTo>
                  <a:lnTo>
                    <a:pt x="302" y="81"/>
                  </a:lnTo>
                  <a:lnTo>
                    <a:pt x="302" y="76"/>
                  </a:lnTo>
                  <a:lnTo>
                    <a:pt x="302" y="76"/>
                  </a:lnTo>
                  <a:lnTo>
                    <a:pt x="295" y="76"/>
                  </a:lnTo>
                  <a:lnTo>
                    <a:pt x="293" y="76"/>
                  </a:lnTo>
                  <a:lnTo>
                    <a:pt x="283" y="76"/>
                  </a:lnTo>
                  <a:lnTo>
                    <a:pt x="269" y="76"/>
                  </a:lnTo>
                  <a:lnTo>
                    <a:pt x="250" y="76"/>
                  </a:lnTo>
                  <a:lnTo>
                    <a:pt x="227" y="76"/>
                  </a:lnTo>
                  <a:lnTo>
                    <a:pt x="203" y="74"/>
                  </a:lnTo>
                  <a:lnTo>
                    <a:pt x="177" y="74"/>
                  </a:lnTo>
                  <a:lnTo>
                    <a:pt x="149" y="74"/>
                  </a:lnTo>
                  <a:lnTo>
                    <a:pt x="120" y="74"/>
                  </a:lnTo>
                  <a:lnTo>
                    <a:pt x="94" y="74"/>
                  </a:lnTo>
                  <a:lnTo>
                    <a:pt x="68" y="74"/>
                  </a:lnTo>
                  <a:lnTo>
                    <a:pt x="47" y="71"/>
                  </a:lnTo>
                  <a:lnTo>
                    <a:pt x="28" y="71"/>
                  </a:lnTo>
                  <a:lnTo>
                    <a:pt x="14" y="71"/>
                  </a:lnTo>
                  <a:lnTo>
                    <a:pt x="4" y="71"/>
                  </a:lnTo>
                  <a:lnTo>
                    <a:pt x="0" y="71"/>
                  </a:lnTo>
                  <a:lnTo>
                    <a:pt x="2" y="55"/>
                  </a:lnTo>
                  <a:lnTo>
                    <a:pt x="2" y="41"/>
                  </a:lnTo>
                  <a:lnTo>
                    <a:pt x="2" y="24"/>
                  </a:lnTo>
                  <a:lnTo>
                    <a:pt x="2" y="10"/>
                  </a:lnTo>
                  <a:lnTo>
                    <a:pt x="14" y="10"/>
                  </a:lnTo>
                  <a:lnTo>
                    <a:pt x="28" y="10"/>
                  </a:lnTo>
                  <a:lnTo>
                    <a:pt x="40" y="10"/>
                  </a:lnTo>
                  <a:lnTo>
                    <a:pt x="52" y="10"/>
                  </a:lnTo>
                  <a:lnTo>
                    <a:pt x="63" y="10"/>
                  </a:lnTo>
                  <a:lnTo>
                    <a:pt x="78" y="10"/>
                  </a:lnTo>
                  <a:lnTo>
                    <a:pt x="89" y="12"/>
                  </a:lnTo>
                  <a:lnTo>
                    <a:pt x="101" y="12"/>
                  </a:lnTo>
                  <a:lnTo>
                    <a:pt x="125" y="12"/>
                  </a:lnTo>
                  <a:lnTo>
                    <a:pt x="149" y="12"/>
                  </a:lnTo>
                  <a:lnTo>
                    <a:pt x="170" y="12"/>
                  </a:lnTo>
                  <a:lnTo>
                    <a:pt x="193" y="12"/>
                  </a:lnTo>
                  <a:lnTo>
                    <a:pt x="217" y="12"/>
                  </a:lnTo>
                  <a:lnTo>
                    <a:pt x="241" y="12"/>
                  </a:lnTo>
                  <a:lnTo>
                    <a:pt x="262" y="12"/>
                  </a:lnTo>
                  <a:lnTo>
                    <a:pt x="286" y="12"/>
                  </a:lnTo>
                  <a:lnTo>
                    <a:pt x="309" y="12"/>
                  </a:lnTo>
                  <a:lnTo>
                    <a:pt x="333" y="12"/>
                  </a:lnTo>
                  <a:lnTo>
                    <a:pt x="357" y="12"/>
                  </a:lnTo>
                  <a:lnTo>
                    <a:pt x="378" y="12"/>
                  </a:lnTo>
                  <a:lnTo>
                    <a:pt x="402" y="12"/>
                  </a:lnTo>
                  <a:lnTo>
                    <a:pt x="425" y="12"/>
                  </a:lnTo>
                  <a:lnTo>
                    <a:pt x="449" y="12"/>
                  </a:lnTo>
                  <a:lnTo>
                    <a:pt x="473" y="12"/>
                  </a:lnTo>
                  <a:lnTo>
                    <a:pt x="494" y="12"/>
                  </a:lnTo>
                  <a:lnTo>
                    <a:pt x="518" y="12"/>
                  </a:lnTo>
                  <a:lnTo>
                    <a:pt x="541" y="10"/>
                  </a:lnTo>
                  <a:lnTo>
                    <a:pt x="565" y="10"/>
                  </a:lnTo>
                  <a:lnTo>
                    <a:pt x="586" y="10"/>
                  </a:lnTo>
                  <a:lnTo>
                    <a:pt x="610" y="10"/>
                  </a:lnTo>
                  <a:lnTo>
                    <a:pt x="633" y="8"/>
                  </a:lnTo>
                  <a:lnTo>
                    <a:pt x="657" y="8"/>
                  </a:lnTo>
                  <a:lnTo>
                    <a:pt x="681" y="8"/>
                  </a:lnTo>
                  <a:lnTo>
                    <a:pt x="702" y="5"/>
                  </a:lnTo>
                  <a:lnTo>
                    <a:pt x="726" y="5"/>
                  </a:lnTo>
                  <a:lnTo>
                    <a:pt x="749" y="5"/>
                  </a:lnTo>
                  <a:lnTo>
                    <a:pt x="773" y="3"/>
                  </a:lnTo>
                  <a:lnTo>
                    <a:pt x="794" y="3"/>
                  </a:lnTo>
                  <a:lnTo>
                    <a:pt x="818" y="0"/>
                  </a:lnTo>
                  <a:lnTo>
                    <a:pt x="842" y="0"/>
                  </a:lnTo>
                  <a:lnTo>
                    <a:pt x="842" y="15"/>
                  </a:lnTo>
                  <a:lnTo>
                    <a:pt x="844" y="31"/>
                  </a:lnTo>
                  <a:lnTo>
                    <a:pt x="844" y="48"/>
                  </a:lnTo>
                  <a:lnTo>
                    <a:pt x="844" y="62"/>
                  </a:lnTo>
                  <a:lnTo>
                    <a:pt x="844" y="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2" name="Freeform 20">
              <a:extLst>
                <a:ext uri="{FF2B5EF4-FFF2-40B4-BE49-F238E27FC236}">
                  <a16:creationId xmlns:a16="http://schemas.microsoft.com/office/drawing/2014/main" id="{1C00D949-E692-4BCA-A722-297057F1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356" y="2503815"/>
              <a:ext cx="400284" cy="442767"/>
            </a:xfrm>
            <a:custGeom>
              <a:avLst/>
              <a:gdLst>
                <a:gd name="T0" fmla="*/ 419 w 424"/>
                <a:gd name="T1" fmla="*/ 137 h 469"/>
                <a:gd name="T2" fmla="*/ 398 w 424"/>
                <a:gd name="T3" fmla="*/ 9 h 469"/>
                <a:gd name="T4" fmla="*/ 362 w 424"/>
                <a:gd name="T5" fmla="*/ 19 h 469"/>
                <a:gd name="T6" fmla="*/ 289 w 424"/>
                <a:gd name="T7" fmla="*/ 78 h 469"/>
                <a:gd name="T8" fmla="*/ 263 w 424"/>
                <a:gd name="T9" fmla="*/ 80 h 469"/>
                <a:gd name="T10" fmla="*/ 228 w 424"/>
                <a:gd name="T11" fmla="*/ 102 h 469"/>
                <a:gd name="T12" fmla="*/ 206 w 424"/>
                <a:gd name="T13" fmla="*/ 95 h 469"/>
                <a:gd name="T14" fmla="*/ 201 w 424"/>
                <a:gd name="T15" fmla="*/ 97 h 469"/>
                <a:gd name="T16" fmla="*/ 187 w 424"/>
                <a:gd name="T17" fmla="*/ 102 h 469"/>
                <a:gd name="T18" fmla="*/ 168 w 424"/>
                <a:gd name="T19" fmla="*/ 102 h 469"/>
                <a:gd name="T20" fmla="*/ 178 w 424"/>
                <a:gd name="T21" fmla="*/ 97 h 469"/>
                <a:gd name="T22" fmla="*/ 201 w 424"/>
                <a:gd name="T23" fmla="*/ 90 h 469"/>
                <a:gd name="T24" fmla="*/ 192 w 424"/>
                <a:gd name="T25" fmla="*/ 88 h 469"/>
                <a:gd name="T26" fmla="*/ 187 w 424"/>
                <a:gd name="T27" fmla="*/ 90 h 469"/>
                <a:gd name="T28" fmla="*/ 166 w 424"/>
                <a:gd name="T29" fmla="*/ 85 h 469"/>
                <a:gd name="T30" fmla="*/ 140 w 424"/>
                <a:gd name="T31" fmla="*/ 76 h 469"/>
                <a:gd name="T32" fmla="*/ 109 w 424"/>
                <a:gd name="T33" fmla="*/ 78 h 469"/>
                <a:gd name="T34" fmla="*/ 48 w 424"/>
                <a:gd name="T35" fmla="*/ 90 h 469"/>
                <a:gd name="T36" fmla="*/ 3 w 424"/>
                <a:gd name="T37" fmla="*/ 118 h 469"/>
                <a:gd name="T38" fmla="*/ 15 w 424"/>
                <a:gd name="T39" fmla="*/ 206 h 469"/>
                <a:gd name="T40" fmla="*/ 26 w 424"/>
                <a:gd name="T41" fmla="*/ 286 h 469"/>
                <a:gd name="T42" fmla="*/ 36 w 424"/>
                <a:gd name="T43" fmla="*/ 367 h 469"/>
                <a:gd name="T44" fmla="*/ 50 w 424"/>
                <a:gd name="T45" fmla="*/ 409 h 469"/>
                <a:gd name="T46" fmla="*/ 74 w 424"/>
                <a:gd name="T47" fmla="*/ 409 h 469"/>
                <a:gd name="T48" fmla="*/ 93 w 424"/>
                <a:gd name="T49" fmla="*/ 417 h 469"/>
                <a:gd name="T50" fmla="*/ 102 w 424"/>
                <a:gd name="T51" fmla="*/ 431 h 469"/>
                <a:gd name="T52" fmla="*/ 121 w 424"/>
                <a:gd name="T53" fmla="*/ 445 h 469"/>
                <a:gd name="T54" fmla="*/ 154 w 424"/>
                <a:gd name="T55" fmla="*/ 454 h 469"/>
                <a:gd name="T56" fmla="*/ 175 w 424"/>
                <a:gd name="T57" fmla="*/ 445 h 469"/>
                <a:gd name="T58" fmla="*/ 192 w 424"/>
                <a:gd name="T59" fmla="*/ 450 h 469"/>
                <a:gd name="T60" fmla="*/ 204 w 424"/>
                <a:gd name="T61" fmla="*/ 452 h 469"/>
                <a:gd name="T62" fmla="*/ 218 w 424"/>
                <a:gd name="T63" fmla="*/ 443 h 469"/>
                <a:gd name="T64" fmla="*/ 235 w 424"/>
                <a:gd name="T65" fmla="*/ 431 h 469"/>
                <a:gd name="T66" fmla="*/ 256 w 424"/>
                <a:gd name="T67" fmla="*/ 452 h 469"/>
                <a:gd name="T68" fmla="*/ 280 w 424"/>
                <a:gd name="T69" fmla="*/ 466 h 469"/>
                <a:gd name="T70" fmla="*/ 301 w 424"/>
                <a:gd name="T71" fmla="*/ 440 h 469"/>
                <a:gd name="T72" fmla="*/ 306 w 424"/>
                <a:gd name="T73" fmla="*/ 428 h 469"/>
                <a:gd name="T74" fmla="*/ 306 w 424"/>
                <a:gd name="T75" fmla="*/ 412 h 469"/>
                <a:gd name="T76" fmla="*/ 315 w 424"/>
                <a:gd name="T77" fmla="*/ 383 h 469"/>
                <a:gd name="T78" fmla="*/ 327 w 424"/>
                <a:gd name="T79" fmla="*/ 393 h 469"/>
                <a:gd name="T80" fmla="*/ 327 w 424"/>
                <a:gd name="T81" fmla="*/ 398 h 469"/>
                <a:gd name="T82" fmla="*/ 334 w 424"/>
                <a:gd name="T83" fmla="*/ 390 h 469"/>
                <a:gd name="T84" fmla="*/ 339 w 424"/>
                <a:gd name="T85" fmla="*/ 386 h 469"/>
                <a:gd name="T86" fmla="*/ 334 w 424"/>
                <a:gd name="T87" fmla="*/ 374 h 469"/>
                <a:gd name="T88" fmla="*/ 339 w 424"/>
                <a:gd name="T89" fmla="*/ 360 h 469"/>
                <a:gd name="T90" fmla="*/ 351 w 424"/>
                <a:gd name="T91" fmla="*/ 346 h 469"/>
                <a:gd name="T92" fmla="*/ 365 w 424"/>
                <a:gd name="T93" fmla="*/ 327 h 469"/>
                <a:gd name="T94" fmla="*/ 381 w 424"/>
                <a:gd name="T95" fmla="*/ 327 h 469"/>
                <a:gd name="T96" fmla="*/ 395 w 424"/>
                <a:gd name="T97" fmla="*/ 310 h 469"/>
                <a:gd name="T98" fmla="*/ 412 w 424"/>
                <a:gd name="T99" fmla="*/ 284 h 469"/>
                <a:gd name="T100" fmla="*/ 410 w 424"/>
                <a:gd name="T101" fmla="*/ 272 h 469"/>
                <a:gd name="T102" fmla="*/ 414 w 424"/>
                <a:gd name="T103" fmla="*/ 260 h 469"/>
                <a:gd name="T104" fmla="*/ 417 w 424"/>
                <a:gd name="T105" fmla="*/ 253 h 469"/>
                <a:gd name="T106" fmla="*/ 417 w 424"/>
                <a:gd name="T107" fmla="*/ 237 h 469"/>
                <a:gd name="T108" fmla="*/ 421 w 424"/>
                <a:gd name="T109" fmla="*/ 211 h 469"/>
                <a:gd name="T110" fmla="*/ 421 w 424"/>
                <a:gd name="T111" fmla="*/ 196 h 469"/>
                <a:gd name="T112" fmla="*/ 421 w 424"/>
                <a:gd name="T113" fmla="*/ 1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4" h="469">
                  <a:moveTo>
                    <a:pt x="414" y="168"/>
                  </a:moveTo>
                  <a:lnTo>
                    <a:pt x="414" y="166"/>
                  </a:lnTo>
                  <a:lnTo>
                    <a:pt x="419" y="166"/>
                  </a:lnTo>
                  <a:lnTo>
                    <a:pt x="419" y="166"/>
                  </a:lnTo>
                  <a:lnTo>
                    <a:pt x="424" y="163"/>
                  </a:lnTo>
                  <a:lnTo>
                    <a:pt x="424" y="161"/>
                  </a:lnTo>
                  <a:lnTo>
                    <a:pt x="421" y="149"/>
                  </a:lnTo>
                  <a:lnTo>
                    <a:pt x="419" y="137"/>
                  </a:lnTo>
                  <a:lnTo>
                    <a:pt x="419" y="123"/>
                  </a:lnTo>
                  <a:lnTo>
                    <a:pt x="417" y="111"/>
                  </a:lnTo>
                  <a:lnTo>
                    <a:pt x="414" y="99"/>
                  </a:lnTo>
                  <a:lnTo>
                    <a:pt x="412" y="85"/>
                  </a:lnTo>
                  <a:lnTo>
                    <a:pt x="410" y="73"/>
                  </a:lnTo>
                  <a:lnTo>
                    <a:pt x="407" y="59"/>
                  </a:lnTo>
                  <a:lnTo>
                    <a:pt x="403" y="35"/>
                  </a:lnTo>
                  <a:lnTo>
                    <a:pt x="398" y="9"/>
                  </a:lnTo>
                  <a:lnTo>
                    <a:pt x="395" y="0"/>
                  </a:lnTo>
                  <a:lnTo>
                    <a:pt x="374" y="12"/>
                  </a:lnTo>
                  <a:lnTo>
                    <a:pt x="369" y="14"/>
                  </a:lnTo>
                  <a:lnTo>
                    <a:pt x="367" y="17"/>
                  </a:lnTo>
                  <a:lnTo>
                    <a:pt x="365" y="17"/>
                  </a:lnTo>
                  <a:lnTo>
                    <a:pt x="365" y="17"/>
                  </a:lnTo>
                  <a:lnTo>
                    <a:pt x="365" y="19"/>
                  </a:lnTo>
                  <a:lnTo>
                    <a:pt x="362" y="19"/>
                  </a:lnTo>
                  <a:lnTo>
                    <a:pt x="360" y="21"/>
                  </a:lnTo>
                  <a:lnTo>
                    <a:pt x="358" y="24"/>
                  </a:lnTo>
                  <a:lnTo>
                    <a:pt x="353" y="26"/>
                  </a:lnTo>
                  <a:lnTo>
                    <a:pt x="324" y="45"/>
                  </a:lnTo>
                  <a:lnTo>
                    <a:pt x="298" y="73"/>
                  </a:lnTo>
                  <a:lnTo>
                    <a:pt x="294" y="76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4" y="78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0" y="80"/>
                  </a:lnTo>
                  <a:lnTo>
                    <a:pt x="268" y="80"/>
                  </a:lnTo>
                  <a:lnTo>
                    <a:pt x="263" y="80"/>
                  </a:lnTo>
                  <a:lnTo>
                    <a:pt x="251" y="88"/>
                  </a:lnTo>
                  <a:lnTo>
                    <a:pt x="244" y="92"/>
                  </a:lnTo>
                  <a:lnTo>
                    <a:pt x="242" y="95"/>
                  </a:lnTo>
                  <a:lnTo>
                    <a:pt x="235" y="95"/>
                  </a:lnTo>
                  <a:lnTo>
                    <a:pt x="232" y="97"/>
                  </a:lnTo>
                  <a:lnTo>
                    <a:pt x="232" y="97"/>
                  </a:lnTo>
                  <a:lnTo>
                    <a:pt x="228" y="102"/>
                  </a:lnTo>
                  <a:lnTo>
                    <a:pt x="228" y="102"/>
                  </a:lnTo>
                  <a:lnTo>
                    <a:pt x="223" y="102"/>
                  </a:lnTo>
                  <a:lnTo>
                    <a:pt x="218" y="102"/>
                  </a:lnTo>
                  <a:lnTo>
                    <a:pt x="211" y="97"/>
                  </a:lnTo>
                  <a:lnTo>
                    <a:pt x="209" y="97"/>
                  </a:lnTo>
                  <a:lnTo>
                    <a:pt x="209" y="97"/>
                  </a:lnTo>
                  <a:lnTo>
                    <a:pt x="206" y="97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4" y="92"/>
                  </a:lnTo>
                  <a:lnTo>
                    <a:pt x="204" y="92"/>
                  </a:lnTo>
                  <a:lnTo>
                    <a:pt x="206" y="95"/>
                  </a:lnTo>
                  <a:lnTo>
                    <a:pt x="209" y="99"/>
                  </a:lnTo>
                  <a:lnTo>
                    <a:pt x="211" y="99"/>
                  </a:lnTo>
                  <a:lnTo>
                    <a:pt x="206" y="97"/>
                  </a:lnTo>
                  <a:lnTo>
                    <a:pt x="204" y="97"/>
                  </a:lnTo>
                  <a:lnTo>
                    <a:pt x="201" y="97"/>
                  </a:lnTo>
                  <a:lnTo>
                    <a:pt x="201" y="97"/>
                  </a:lnTo>
                  <a:lnTo>
                    <a:pt x="199" y="97"/>
                  </a:lnTo>
                  <a:lnTo>
                    <a:pt x="199" y="97"/>
                  </a:lnTo>
                  <a:lnTo>
                    <a:pt x="197" y="99"/>
                  </a:lnTo>
                  <a:lnTo>
                    <a:pt x="197" y="97"/>
                  </a:lnTo>
                  <a:lnTo>
                    <a:pt x="194" y="97"/>
                  </a:lnTo>
                  <a:lnTo>
                    <a:pt x="190" y="99"/>
                  </a:lnTo>
                  <a:lnTo>
                    <a:pt x="187" y="102"/>
                  </a:lnTo>
                  <a:lnTo>
                    <a:pt x="183" y="104"/>
                  </a:lnTo>
                  <a:lnTo>
                    <a:pt x="178" y="102"/>
                  </a:lnTo>
                  <a:lnTo>
                    <a:pt x="178" y="104"/>
                  </a:lnTo>
                  <a:lnTo>
                    <a:pt x="178" y="104"/>
                  </a:lnTo>
                  <a:lnTo>
                    <a:pt x="175" y="104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68" y="102"/>
                  </a:lnTo>
                  <a:lnTo>
                    <a:pt x="171" y="102"/>
                  </a:lnTo>
                  <a:lnTo>
                    <a:pt x="173" y="102"/>
                  </a:lnTo>
                  <a:lnTo>
                    <a:pt x="175" y="99"/>
                  </a:lnTo>
                  <a:lnTo>
                    <a:pt x="175" y="102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178" y="97"/>
                  </a:lnTo>
                  <a:lnTo>
                    <a:pt x="178" y="97"/>
                  </a:lnTo>
                  <a:lnTo>
                    <a:pt x="180" y="97"/>
                  </a:lnTo>
                  <a:lnTo>
                    <a:pt x="183" y="97"/>
                  </a:lnTo>
                  <a:lnTo>
                    <a:pt x="185" y="95"/>
                  </a:lnTo>
                  <a:lnTo>
                    <a:pt x="187" y="95"/>
                  </a:lnTo>
                  <a:lnTo>
                    <a:pt x="190" y="95"/>
                  </a:lnTo>
                  <a:lnTo>
                    <a:pt x="192" y="92"/>
                  </a:lnTo>
                  <a:lnTo>
                    <a:pt x="194" y="92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199" y="88"/>
                  </a:lnTo>
                  <a:lnTo>
                    <a:pt x="199" y="88"/>
                  </a:lnTo>
                  <a:lnTo>
                    <a:pt x="194" y="88"/>
                  </a:lnTo>
                  <a:lnTo>
                    <a:pt x="194" y="88"/>
                  </a:lnTo>
                  <a:lnTo>
                    <a:pt x="192" y="90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0" y="85"/>
                  </a:lnTo>
                  <a:lnTo>
                    <a:pt x="187" y="85"/>
                  </a:lnTo>
                  <a:lnTo>
                    <a:pt x="187" y="83"/>
                  </a:lnTo>
                  <a:lnTo>
                    <a:pt x="187" y="85"/>
                  </a:lnTo>
                  <a:lnTo>
                    <a:pt x="187" y="85"/>
                  </a:lnTo>
                  <a:lnTo>
                    <a:pt x="187" y="88"/>
                  </a:lnTo>
                  <a:lnTo>
                    <a:pt x="187" y="90"/>
                  </a:lnTo>
                  <a:lnTo>
                    <a:pt x="185" y="90"/>
                  </a:lnTo>
                  <a:lnTo>
                    <a:pt x="185" y="92"/>
                  </a:lnTo>
                  <a:lnTo>
                    <a:pt x="180" y="92"/>
                  </a:lnTo>
                  <a:lnTo>
                    <a:pt x="178" y="92"/>
                  </a:lnTo>
                  <a:lnTo>
                    <a:pt x="175" y="92"/>
                  </a:lnTo>
                  <a:lnTo>
                    <a:pt x="173" y="92"/>
                  </a:lnTo>
                  <a:lnTo>
                    <a:pt x="171" y="90"/>
                  </a:lnTo>
                  <a:lnTo>
                    <a:pt x="166" y="85"/>
                  </a:lnTo>
                  <a:lnTo>
                    <a:pt x="161" y="85"/>
                  </a:lnTo>
                  <a:lnTo>
                    <a:pt x="159" y="85"/>
                  </a:lnTo>
                  <a:lnTo>
                    <a:pt x="157" y="85"/>
                  </a:lnTo>
                  <a:lnTo>
                    <a:pt x="149" y="83"/>
                  </a:lnTo>
                  <a:lnTo>
                    <a:pt x="147" y="80"/>
                  </a:lnTo>
                  <a:lnTo>
                    <a:pt x="142" y="78"/>
                  </a:lnTo>
                  <a:lnTo>
                    <a:pt x="140" y="76"/>
                  </a:lnTo>
                  <a:lnTo>
                    <a:pt x="140" y="76"/>
                  </a:lnTo>
                  <a:lnTo>
                    <a:pt x="138" y="78"/>
                  </a:lnTo>
                  <a:lnTo>
                    <a:pt x="135" y="78"/>
                  </a:lnTo>
                  <a:lnTo>
                    <a:pt x="133" y="78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6"/>
                  </a:lnTo>
                  <a:lnTo>
                    <a:pt x="119" y="76"/>
                  </a:lnTo>
                  <a:lnTo>
                    <a:pt x="109" y="78"/>
                  </a:lnTo>
                  <a:lnTo>
                    <a:pt x="102" y="80"/>
                  </a:lnTo>
                  <a:lnTo>
                    <a:pt x="95" y="80"/>
                  </a:lnTo>
                  <a:lnTo>
                    <a:pt x="88" y="83"/>
                  </a:lnTo>
                  <a:lnTo>
                    <a:pt x="78" y="83"/>
                  </a:lnTo>
                  <a:lnTo>
                    <a:pt x="71" y="85"/>
                  </a:lnTo>
                  <a:lnTo>
                    <a:pt x="64" y="88"/>
                  </a:lnTo>
                  <a:lnTo>
                    <a:pt x="55" y="88"/>
                  </a:lnTo>
                  <a:lnTo>
                    <a:pt x="48" y="90"/>
                  </a:lnTo>
                  <a:lnTo>
                    <a:pt x="41" y="90"/>
                  </a:lnTo>
                  <a:lnTo>
                    <a:pt x="34" y="92"/>
                  </a:lnTo>
                  <a:lnTo>
                    <a:pt x="24" y="95"/>
                  </a:lnTo>
                  <a:lnTo>
                    <a:pt x="17" y="95"/>
                  </a:lnTo>
                  <a:lnTo>
                    <a:pt x="10" y="97"/>
                  </a:lnTo>
                  <a:lnTo>
                    <a:pt x="0" y="97"/>
                  </a:lnTo>
                  <a:lnTo>
                    <a:pt x="3" y="106"/>
                  </a:lnTo>
                  <a:lnTo>
                    <a:pt x="3" y="118"/>
                  </a:lnTo>
                  <a:lnTo>
                    <a:pt x="8" y="137"/>
                  </a:lnTo>
                  <a:lnTo>
                    <a:pt x="8" y="147"/>
                  </a:lnTo>
                  <a:lnTo>
                    <a:pt x="10" y="156"/>
                  </a:lnTo>
                  <a:lnTo>
                    <a:pt x="10" y="168"/>
                  </a:lnTo>
                  <a:lnTo>
                    <a:pt x="12" y="177"/>
                  </a:lnTo>
                  <a:lnTo>
                    <a:pt x="12" y="187"/>
                  </a:lnTo>
                  <a:lnTo>
                    <a:pt x="15" y="196"/>
                  </a:lnTo>
                  <a:lnTo>
                    <a:pt x="15" y="206"/>
                  </a:lnTo>
                  <a:lnTo>
                    <a:pt x="17" y="218"/>
                  </a:lnTo>
                  <a:lnTo>
                    <a:pt x="17" y="227"/>
                  </a:lnTo>
                  <a:lnTo>
                    <a:pt x="19" y="237"/>
                  </a:lnTo>
                  <a:lnTo>
                    <a:pt x="22" y="246"/>
                  </a:lnTo>
                  <a:lnTo>
                    <a:pt x="22" y="256"/>
                  </a:lnTo>
                  <a:lnTo>
                    <a:pt x="24" y="267"/>
                  </a:lnTo>
                  <a:lnTo>
                    <a:pt x="24" y="277"/>
                  </a:lnTo>
                  <a:lnTo>
                    <a:pt x="26" y="286"/>
                  </a:lnTo>
                  <a:lnTo>
                    <a:pt x="26" y="296"/>
                  </a:lnTo>
                  <a:lnTo>
                    <a:pt x="29" y="305"/>
                  </a:lnTo>
                  <a:lnTo>
                    <a:pt x="29" y="317"/>
                  </a:lnTo>
                  <a:lnTo>
                    <a:pt x="31" y="327"/>
                  </a:lnTo>
                  <a:lnTo>
                    <a:pt x="31" y="336"/>
                  </a:lnTo>
                  <a:lnTo>
                    <a:pt x="34" y="346"/>
                  </a:lnTo>
                  <a:lnTo>
                    <a:pt x="34" y="355"/>
                  </a:lnTo>
                  <a:lnTo>
                    <a:pt x="36" y="367"/>
                  </a:lnTo>
                  <a:lnTo>
                    <a:pt x="38" y="376"/>
                  </a:lnTo>
                  <a:lnTo>
                    <a:pt x="38" y="386"/>
                  </a:lnTo>
                  <a:lnTo>
                    <a:pt x="41" y="395"/>
                  </a:lnTo>
                  <a:lnTo>
                    <a:pt x="41" y="405"/>
                  </a:lnTo>
                  <a:lnTo>
                    <a:pt x="43" y="417"/>
                  </a:lnTo>
                  <a:lnTo>
                    <a:pt x="48" y="412"/>
                  </a:lnTo>
                  <a:lnTo>
                    <a:pt x="48" y="409"/>
                  </a:lnTo>
                  <a:lnTo>
                    <a:pt x="50" y="409"/>
                  </a:lnTo>
                  <a:lnTo>
                    <a:pt x="50" y="409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5" y="412"/>
                  </a:lnTo>
                  <a:lnTo>
                    <a:pt x="55" y="412"/>
                  </a:lnTo>
                  <a:lnTo>
                    <a:pt x="62" y="417"/>
                  </a:lnTo>
                  <a:lnTo>
                    <a:pt x="64" y="417"/>
                  </a:lnTo>
                  <a:lnTo>
                    <a:pt x="74" y="409"/>
                  </a:lnTo>
                  <a:lnTo>
                    <a:pt x="76" y="409"/>
                  </a:lnTo>
                  <a:lnTo>
                    <a:pt x="78" y="409"/>
                  </a:lnTo>
                  <a:lnTo>
                    <a:pt x="81" y="412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86" y="414"/>
                  </a:lnTo>
                  <a:lnTo>
                    <a:pt x="88" y="417"/>
                  </a:lnTo>
                  <a:lnTo>
                    <a:pt x="93" y="417"/>
                  </a:lnTo>
                  <a:lnTo>
                    <a:pt x="95" y="419"/>
                  </a:lnTo>
                  <a:lnTo>
                    <a:pt x="95" y="421"/>
                  </a:lnTo>
                  <a:lnTo>
                    <a:pt x="95" y="424"/>
                  </a:lnTo>
                  <a:lnTo>
                    <a:pt x="97" y="424"/>
                  </a:lnTo>
                  <a:lnTo>
                    <a:pt x="97" y="426"/>
                  </a:lnTo>
                  <a:lnTo>
                    <a:pt x="100" y="428"/>
                  </a:lnTo>
                  <a:lnTo>
                    <a:pt x="100" y="428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5" y="433"/>
                  </a:lnTo>
                  <a:lnTo>
                    <a:pt x="105" y="435"/>
                  </a:lnTo>
                  <a:lnTo>
                    <a:pt x="105" y="438"/>
                  </a:lnTo>
                  <a:lnTo>
                    <a:pt x="107" y="440"/>
                  </a:lnTo>
                  <a:lnTo>
                    <a:pt x="109" y="443"/>
                  </a:lnTo>
                  <a:lnTo>
                    <a:pt x="119" y="445"/>
                  </a:lnTo>
                  <a:lnTo>
                    <a:pt x="121" y="445"/>
                  </a:lnTo>
                  <a:lnTo>
                    <a:pt x="131" y="443"/>
                  </a:lnTo>
                  <a:lnTo>
                    <a:pt x="133" y="443"/>
                  </a:lnTo>
                  <a:lnTo>
                    <a:pt x="138" y="443"/>
                  </a:lnTo>
                  <a:lnTo>
                    <a:pt x="142" y="443"/>
                  </a:lnTo>
                  <a:lnTo>
                    <a:pt x="142" y="445"/>
                  </a:lnTo>
                  <a:lnTo>
                    <a:pt x="145" y="447"/>
                  </a:lnTo>
                  <a:lnTo>
                    <a:pt x="147" y="450"/>
                  </a:lnTo>
                  <a:lnTo>
                    <a:pt x="154" y="454"/>
                  </a:lnTo>
                  <a:lnTo>
                    <a:pt x="159" y="457"/>
                  </a:lnTo>
                  <a:lnTo>
                    <a:pt x="164" y="457"/>
                  </a:lnTo>
                  <a:lnTo>
                    <a:pt x="164" y="457"/>
                  </a:lnTo>
                  <a:lnTo>
                    <a:pt x="166" y="454"/>
                  </a:lnTo>
                  <a:lnTo>
                    <a:pt x="166" y="452"/>
                  </a:lnTo>
                  <a:lnTo>
                    <a:pt x="166" y="450"/>
                  </a:lnTo>
                  <a:lnTo>
                    <a:pt x="168" y="450"/>
                  </a:lnTo>
                  <a:lnTo>
                    <a:pt x="175" y="445"/>
                  </a:lnTo>
                  <a:lnTo>
                    <a:pt x="175" y="445"/>
                  </a:lnTo>
                  <a:lnTo>
                    <a:pt x="178" y="445"/>
                  </a:lnTo>
                  <a:lnTo>
                    <a:pt x="180" y="447"/>
                  </a:lnTo>
                  <a:lnTo>
                    <a:pt x="183" y="447"/>
                  </a:lnTo>
                  <a:lnTo>
                    <a:pt x="183" y="447"/>
                  </a:lnTo>
                  <a:lnTo>
                    <a:pt x="187" y="447"/>
                  </a:lnTo>
                  <a:lnTo>
                    <a:pt x="187" y="447"/>
                  </a:lnTo>
                  <a:lnTo>
                    <a:pt x="192" y="450"/>
                  </a:lnTo>
                  <a:lnTo>
                    <a:pt x="192" y="450"/>
                  </a:lnTo>
                  <a:lnTo>
                    <a:pt x="194" y="450"/>
                  </a:lnTo>
                  <a:lnTo>
                    <a:pt x="197" y="454"/>
                  </a:lnTo>
                  <a:lnTo>
                    <a:pt x="197" y="454"/>
                  </a:lnTo>
                  <a:lnTo>
                    <a:pt x="199" y="454"/>
                  </a:lnTo>
                  <a:lnTo>
                    <a:pt x="201" y="454"/>
                  </a:lnTo>
                  <a:lnTo>
                    <a:pt x="204" y="452"/>
                  </a:lnTo>
                  <a:lnTo>
                    <a:pt x="204" y="452"/>
                  </a:lnTo>
                  <a:lnTo>
                    <a:pt x="206" y="450"/>
                  </a:lnTo>
                  <a:lnTo>
                    <a:pt x="211" y="452"/>
                  </a:lnTo>
                  <a:lnTo>
                    <a:pt x="213" y="450"/>
                  </a:lnTo>
                  <a:lnTo>
                    <a:pt x="216" y="450"/>
                  </a:lnTo>
                  <a:lnTo>
                    <a:pt x="216" y="447"/>
                  </a:lnTo>
                  <a:lnTo>
                    <a:pt x="216" y="445"/>
                  </a:lnTo>
                  <a:lnTo>
                    <a:pt x="216" y="445"/>
                  </a:lnTo>
                  <a:lnTo>
                    <a:pt x="218" y="443"/>
                  </a:lnTo>
                  <a:lnTo>
                    <a:pt x="220" y="443"/>
                  </a:lnTo>
                  <a:lnTo>
                    <a:pt x="220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5" y="435"/>
                  </a:lnTo>
                  <a:lnTo>
                    <a:pt x="228" y="435"/>
                  </a:lnTo>
                  <a:lnTo>
                    <a:pt x="232" y="431"/>
                  </a:lnTo>
                  <a:lnTo>
                    <a:pt x="235" y="431"/>
                  </a:lnTo>
                  <a:lnTo>
                    <a:pt x="237" y="431"/>
                  </a:lnTo>
                  <a:lnTo>
                    <a:pt x="237" y="433"/>
                  </a:lnTo>
                  <a:lnTo>
                    <a:pt x="237" y="435"/>
                  </a:lnTo>
                  <a:lnTo>
                    <a:pt x="239" y="438"/>
                  </a:lnTo>
                  <a:lnTo>
                    <a:pt x="242" y="445"/>
                  </a:lnTo>
                  <a:lnTo>
                    <a:pt x="246" y="450"/>
                  </a:lnTo>
                  <a:lnTo>
                    <a:pt x="251" y="452"/>
                  </a:lnTo>
                  <a:lnTo>
                    <a:pt x="256" y="452"/>
                  </a:lnTo>
                  <a:lnTo>
                    <a:pt x="258" y="454"/>
                  </a:lnTo>
                  <a:lnTo>
                    <a:pt x="268" y="459"/>
                  </a:lnTo>
                  <a:lnTo>
                    <a:pt x="268" y="461"/>
                  </a:lnTo>
                  <a:lnTo>
                    <a:pt x="270" y="466"/>
                  </a:lnTo>
                  <a:lnTo>
                    <a:pt x="272" y="466"/>
                  </a:lnTo>
                  <a:lnTo>
                    <a:pt x="272" y="466"/>
                  </a:lnTo>
                  <a:lnTo>
                    <a:pt x="275" y="469"/>
                  </a:lnTo>
                  <a:lnTo>
                    <a:pt x="280" y="466"/>
                  </a:lnTo>
                  <a:lnTo>
                    <a:pt x="287" y="461"/>
                  </a:lnTo>
                  <a:lnTo>
                    <a:pt x="294" y="461"/>
                  </a:lnTo>
                  <a:lnTo>
                    <a:pt x="296" y="459"/>
                  </a:lnTo>
                  <a:lnTo>
                    <a:pt x="298" y="457"/>
                  </a:lnTo>
                  <a:lnTo>
                    <a:pt x="298" y="454"/>
                  </a:lnTo>
                  <a:lnTo>
                    <a:pt x="298" y="443"/>
                  </a:lnTo>
                  <a:lnTo>
                    <a:pt x="298" y="440"/>
                  </a:lnTo>
                  <a:lnTo>
                    <a:pt x="301" y="440"/>
                  </a:lnTo>
                  <a:lnTo>
                    <a:pt x="306" y="440"/>
                  </a:lnTo>
                  <a:lnTo>
                    <a:pt x="308" y="438"/>
                  </a:lnTo>
                  <a:lnTo>
                    <a:pt x="308" y="435"/>
                  </a:lnTo>
                  <a:lnTo>
                    <a:pt x="308" y="435"/>
                  </a:lnTo>
                  <a:lnTo>
                    <a:pt x="308" y="433"/>
                  </a:lnTo>
                  <a:lnTo>
                    <a:pt x="308" y="433"/>
                  </a:lnTo>
                  <a:lnTo>
                    <a:pt x="306" y="431"/>
                  </a:lnTo>
                  <a:lnTo>
                    <a:pt x="306" y="428"/>
                  </a:lnTo>
                  <a:lnTo>
                    <a:pt x="306" y="426"/>
                  </a:lnTo>
                  <a:lnTo>
                    <a:pt x="306" y="424"/>
                  </a:lnTo>
                  <a:lnTo>
                    <a:pt x="303" y="421"/>
                  </a:lnTo>
                  <a:lnTo>
                    <a:pt x="303" y="421"/>
                  </a:lnTo>
                  <a:lnTo>
                    <a:pt x="301" y="419"/>
                  </a:lnTo>
                  <a:lnTo>
                    <a:pt x="301" y="417"/>
                  </a:lnTo>
                  <a:lnTo>
                    <a:pt x="303" y="414"/>
                  </a:lnTo>
                  <a:lnTo>
                    <a:pt x="306" y="412"/>
                  </a:lnTo>
                  <a:lnTo>
                    <a:pt x="306" y="409"/>
                  </a:lnTo>
                  <a:lnTo>
                    <a:pt x="306" y="407"/>
                  </a:lnTo>
                  <a:lnTo>
                    <a:pt x="306" y="405"/>
                  </a:lnTo>
                  <a:lnTo>
                    <a:pt x="306" y="400"/>
                  </a:lnTo>
                  <a:lnTo>
                    <a:pt x="308" y="398"/>
                  </a:lnTo>
                  <a:lnTo>
                    <a:pt x="310" y="390"/>
                  </a:lnTo>
                  <a:lnTo>
                    <a:pt x="313" y="386"/>
                  </a:lnTo>
                  <a:lnTo>
                    <a:pt x="315" y="383"/>
                  </a:lnTo>
                  <a:lnTo>
                    <a:pt x="317" y="383"/>
                  </a:lnTo>
                  <a:lnTo>
                    <a:pt x="320" y="383"/>
                  </a:lnTo>
                  <a:lnTo>
                    <a:pt x="320" y="386"/>
                  </a:lnTo>
                  <a:lnTo>
                    <a:pt x="324" y="386"/>
                  </a:lnTo>
                  <a:lnTo>
                    <a:pt x="324" y="388"/>
                  </a:lnTo>
                  <a:lnTo>
                    <a:pt x="327" y="390"/>
                  </a:lnTo>
                  <a:lnTo>
                    <a:pt x="327" y="390"/>
                  </a:lnTo>
                  <a:lnTo>
                    <a:pt x="327" y="393"/>
                  </a:lnTo>
                  <a:lnTo>
                    <a:pt x="329" y="393"/>
                  </a:lnTo>
                  <a:lnTo>
                    <a:pt x="329" y="393"/>
                  </a:lnTo>
                  <a:lnTo>
                    <a:pt x="329" y="393"/>
                  </a:lnTo>
                  <a:lnTo>
                    <a:pt x="327" y="395"/>
                  </a:lnTo>
                  <a:lnTo>
                    <a:pt x="327" y="395"/>
                  </a:lnTo>
                  <a:lnTo>
                    <a:pt x="327" y="395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7" y="400"/>
                  </a:lnTo>
                  <a:lnTo>
                    <a:pt x="329" y="400"/>
                  </a:lnTo>
                  <a:lnTo>
                    <a:pt x="332" y="398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6" y="388"/>
                  </a:lnTo>
                  <a:lnTo>
                    <a:pt x="336" y="388"/>
                  </a:lnTo>
                  <a:lnTo>
                    <a:pt x="339" y="390"/>
                  </a:lnTo>
                  <a:lnTo>
                    <a:pt x="339" y="390"/>
                  </a:lnTo>
                  <a:lnTo>
                    <a:pt x="341" y="390"/>
                  </a:lnTo>
                  <a:lnTo>
                    <a:pt x="341" y="388"/>
                  </a:lnTo>
                  <a:lnTo>
                    <a:pt x="341" y="388"/>
                  </a:lnTo>
                  <a:lnTo>
                    <a:pt x="339" y="386"/>
                  </a:lnTo>
                  <a:lnTo>
                    <a:pt x="339" y="381"/>
                  </a:lnTo>
                  <a:lnTo>
                    <a:pt x="339" y="379"/>
                  </a:lnTo>
                  <a:lnTo>
                    <a:pt x="336" y="379"/>
                  </a:lnTo>
                  <a:lnTo>
                    <a:pt x="336" y="379"/>
                  </a:lnTo>
                  <a:lnTo>
                    <a:pt x="336" y="376"/>
                  </a:lnTo>
                  <a:lnTo>
                    <a:pt x="334" y="376"/>
                  </a:lnTo>
                  <a:lnTo>
                    <a:pt x="334" y="376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39" y="372"/>
                  </a:lnTo>
                  <a:lnTo>
                    <a:pt x="339" y="369"/>
                  </a:lnTo>
                  <a:lnTo>
                    <a:pt x="339" y="367"/>
                  </a:lnTo>
                  <a:lnTo>
                    <a:pt x="339" y="362"/>
                  </a:lnTo>
                  <a:lnTo>
                    <a:pt x="339" y="360"/>
                  </a:lnTo>
                  <a:lnTo>
                    <a:pt x="339" y="360"/>
                  </a:lnTo>
                  <a:lnTo>
                    <a:pt x="341" y="353"/>
                  </a:lnTo>
                  <a:lnTo>
                    <a:pt x="343" y="348"/>
                  </a:lnTo>
                  <a:lnTo>
                    <a:pt x="343" y="348"/>
                  </a:lnTo>
                  <a:lnTo>
                    <a:pt x="346" y="348"/>
                  </a:lnTo>
                  <a:lnTo>
                    <a:pt x="348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3" y="346"/>
                  </a:lnTo>
                  <a:lnTo>
                    <a:pt x="353" y="343"/>
                  </a:lnTo>
                  <a:lnTo>
                    <a:pt x="353" y="338"/>
                  </a:lnTo>
                  <a:lnTo>
                    <a:pt x="353" y="336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5" y="327"/>
                  </a:lnTo>
                  <a:lnTo>
                    <a:pt x="367" y="329"/>
                  </a:lnTo>
                  <a:lnTo>
                    <a:pt x="367" y="331"/>
                  </a:lnTo>
                  <a:lnTo>
                    <a:pt x="369" y="331"/>
                  </a:lnTo>
                  <a:lnTo>
                    <a:pt x="372" y="334"/>
                  </a:lnTo>
                  <a:lnTo>
                    <a:pt x="374" y="334"/>
                  </a:lnTo>
                  <a:lnTo>
                    <a:pt x="377" y="329"/>
                  </a:lnTo>
                  <a:lnTo>
                    <a:pt x="379" y="329"/>
                  </a:lnTo>
                  <a:lnTo>
                    <a:pt x="381" y="327"/>
                  </a:lnTo>
                  <a:lnTo>
                    <a:pt x="381" y="327"/>
                  </a:lnTo>
                  <a:lnTo>
                    <a:pt x="384" y="324"/>
                  </a:lnTo>
                  <a:lnTo>
                    <a:pt x="386" y="324"/>
                  </a:lnTo>
                  <a:lnTo>
                    <a:pt x="388" y="319"/>
                  </a:lnTo>
                  <a:lnTo>
                    <a:pt x="388" y="319"/>
                  </a:lnTo>
                  <a:lnTo>
                    <a:pt x="393" y="317"/>
                  </a:lnTo>
                  <a:lnTo>
                    <a:pt x="393" y="315"/>
                  </a:lnTo>
                  <a:lnTo>
                    <a:pt x="395" y="310"/>
                  </a:lnTo>
                  <a:lnTo>
                    <a:pt x="398" y="305"/>
                  </a:lnTo>
                  <a:lnTo>
                    <a:pt x="407" y="296"/>
                  </a:lnTo>
                  <a:lnTo>
                    <a:pt x="412" y="291"/>
                  </a:lnTo>
                  <a:lnTo>
                    <a:pt x="412" y="291"/>
                  </a:lnTo>
                  <a:lnTo>
                    <a:pt x="414" y="286"/>
                  </a:lnTo>
                  <a:lnTo>
                    <a:pt x="414" y="286"/>
                  </a:lnTo>
                  <a:lnTo>
                    <a:pt x="412" y="284"/>
                  </a:lnTo>
                  <a:lnTo>
                    <a:pt x="412" y="284"/>
                  </a:lnTo>
                  <a:lnTo>
                    <a:pt x="412" y="284"/>
                  </a:lnTo>
                  <a:lnTo>
                    <a:pt x="414" y="282"/>
                  </a:lnTo>
                  <a:lnTo>
                    <a:pt x="414" y="279"/>
                  </a:lnTo>
                  <a:lnTo>
                    <a:pt x="414" y="277"/>
                  </a:lnTo>
                  <a:lnTo>
                    <a:pt x="412" y="277"/>
                  </a:lnTo>
                  <a:lnTo>
                    <a:pt x="412" y="275"/>
                  </a:lnTo>
                  <a:lnTo>
                    <a:pt x="410" y="275"/>
                  </a:lnTo>
                  <a:lnTo>
                    <a:pt x="410" y="272"/>
                  </a:lnTo>
                  <a:lnTo>
                    <a:pt x="412" y="272"/>
                  </a:lnTo>
                  <a:lnTo>
                    <a:pt x="412" y="270"/>
                  </a:lnTo>
                  <a:lnTo>
                    <a:pt x="412" y="267"/>
                  </a:lnTo>
                  <a:lnTo>
                    <a:pt x="412" y="265"/>
                  </a:lnTo>
                  <a:lnTo>
                    <a:pt x="414" y="265"/>
                  </a:lnTo>
                  <a:lnTo>
                    <a:pt x="414" y="263"/>
                  </a:lnTo>
                  <a:lnTo>
                    <a:pt x="414" y="260"/>
                  </a:lnTo>
                  <a:lnTo>
                    <a:pt x="414" y="260"/>
                  </a:lnTo>
                  <a:lnTo>
                    <a:pt x="414" y="258"/>
                  </a:lnTo>
                  <a:lnTo>
                    <a:pt x="414" y="258"/>
                  </a:lnTo>
                  <a:lnTo>
                    <a:pt x="414" y="256"/>
                  </a:lnTo>
                  <a:lnTo>
                    <a:pt x="414" y="253"/>
                  </a:lnTo>
                  <a:lnTo>
                    <a:pt x="414" y="253"/>
                  </a:lnTo>
                  <a:lnTo>
                    <a:pt x="417" y="256"/>
                  </a:lnTo>
                  <a:lnTo>
                    <a:pt x="417" y="253"/>
                  </a:lnTo>
                  <a:lnTo>
                    <a:pt x="417" y="253"/>
                  </a:lnTo>
                  <a:lnTo>
                    <a:pt x="417" y="251"/>
                  </a:lnTo>
                  <a:lnTo>
                    <a:pt x="417" y="251"/>
                  </a:lnTo>
                  <a:lnTo>
                    <a:pt x="417" y="251"/>
                  </a:lnTo>
                  <a:lnTo>
                    <a:pt x="417" y="248"/>
                  </a:lnTo>
                  <a:lnTo>
                    <a:pt x="417" y="246"/>
                  </a:lnTo>
                  <a:lnTo>
                    <a:pt x="417" y="244"/>
                  </a:lnTo>
                  <a:lnTo>
                    <a:pt x="417" y="241"/>
                  </a:lnTo>
                  <a:lnTo>
                    <a:pt x="417" y="237"/>
                  </a:lnTo>
                  <a:lnTo>
                    <a:pt x="417" y="234"/>
                  </a:lnTo>
                  <a:lnTo>
                    <a:pt x="417" y="232"/>
                  </a:lnTo>
                  <a:lnTo>
                    <a:pt x="419" y="227"/>
                  </a:lnTo>
                  <a:lnTo>
                    <a:pt x="419" y="225"/>
                  </a:lnTo>
                  <a:lnTo>
                    <a:pt x="419" y="220"/>
                  </a:lnTo>
                  <a:lnTo>
                    <a:pt x="419" y="218"/>
                  </a:lnTo>
                  <a:lnTo>
                    <a:pt x="419" y="211"/>
                  </a:lnTo>
                  <a:lnTo>
                    <a:pt x="421" y="211"/>
                  </a:lnTo>
                  <a:lnTo>
                    <a:pt x="424" y="208"/>
                  </a:lnTo>
                  <a:lnTo>
                    <a:pt x="424" y="208"/>
                  </a:lnTo>
                  <a:lnTo>
                    <a:pt x="424" y="204"/>
                  </a:lnTo>
                  <a:lnTo>
                    <a:pt x="424" y="204"/>
                  </a:lnTo>
                  <a:lnTo>
                    <a:pt x="424" y="201"/>
                  </a:lnTo>
                  <a:lnTo>
                    <a:pt x="421" y="199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6"/>
                  </a:lnTo>
                  <a:lnTo>
                    <a:pt x="421" y="194"/>
                  </a:lnTo>
                  <a:lnTo>
                    <a:pt x="421" y="194"/>
                  </a:lnTo>
                  <a:lnTo>
                    <a:pt x="419" y="194"/>
                  </a:lnTo>
                  <a:lnTo>
                    <a:pt x="419" y="192"/>
                  </a:lnTo>
                  <a:lnTo>
                    <a:pt x="421" y="187"/>
                  </a:lnTo>
                  <a:lnTo>
                    <a:pt x="421" y="185"/>
                  </a:lnTo>
                  <a:lnTo>
                    <a:pt x="419" y="182"/>
                  </a:lnTo>
                  <a:lnTo>
                    <a:pt x="419" y="180"/>
                  </a:lnTo>
                  <a:lnTo>
                    <a:pt x="417" y="177"/>
                  </a:lnTo>
                  <a:lnTo>
                    <a:pt x="412" y="173"/>
                  </a:lnTo>
                  <a:lnTo>
                    <a:pt x="412" y="170"/>
                  </a:lnTo>
                  <a:lnTo>
                    <a:pt x="412" y="168"/>
                  </a:lnTo>
                  <a:lnTo>
                    <a:pt x="414" y="16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3" name="Freeform 21">
              <a:extLst>
                <a:ext uri="{FF2B5EF4-FFF2-40B4-BE49-F238E27FC236}">
                  <a16:creationId xmlns:a16="http://schemas.microsoft.com/office/drawing/2014/main" id="{193FB1BA-B8D9-4707-AEB2-C9CB1FB3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635" y="2494374"/>
              <a:ext cx="587209" cy="882702"/>
            </a:xfrm>
            <a:custGeom>
              <a:avLst/>
              <a:gdLst>
                <a:gd name="T0" fmla="*/ 522 w 622"/>
                <a:gd name="T1" fmla="*/ 810 h 935"/>
                <a:gd name="T2" fmla="*/ 511 w 622"/>
                <a:gd name="T3" fmla="*/ 817 h 935"/>
                <a:gd name="T4" fmla="*/ 503 w 622"/>
                <a:gd name="T5" fmla="*/ 810 h 935"/>
                <a:gd name="T6" fmla="*/ 501 w 622"/>
                <a:gd name="T7" fmla="*/ 800 h 935"/>
                <a:gd name="T8" fmla="*/ 496 w 622"/>
                <a:gd name="T9" fmla="*/ 798 h 935"/>
                <a:gd name="T10" fmla="*/ 492 w 622"/>
                <a:gd name="T11" fmla="*/ 800 h 935"/>
                <a:gd name="T12" fmla="*/ 489 w 622"/>
                <a:gd name="T13" fmla="*/ 800 h 935"/>
                <a:gd name="T14" fmla="*/ 487 w 622"/>
                <a:gd name="T15" fmla="*/ 798 h 935"/>
                <a:gd name="T16" fmla="*/ 480 w 622"/>
                <a:gd name="T17" fmla="*/ 796 h 935"/>
                <a:gd name="T18" fmla="*/ 463 w 622"/>
                <a:gd name="T19" fmla="*/ 798 h 935"/>
                <a:gd name="T20" fmla="*/ 461 w 622"/>
                <a:gd name="T21" fmla="*/ 800 h 935"/>
                <a:gd name="T22" fmla="*/ 461 w 622"/>
                <a:gd name="T23" fmla="*/ 808 h 935"/>
                <a:gd name="T24" fmla="*/ 458 w 622"/>
                <a:gd name="T25" fmla="*/ 817 h 935"/>
                <a:gd name="T26" fmla="*/ 463 w 622"/>
                <a:gd name="T27" fmla="*/ 829 h 935"/>
                <a:gd name="T28" fmla="*/ 458 w 622"/>
                <a:gd name="T29" fmla="*/ 841 h 935"/>
                <a:gd name="T30" fmla="*/ 461 w 622"/>
                <a:gd name="T31" fmla="*/ 860 h 935"/>
                <a:gd name="T32" fmla="*/ 458 w 622"/>
                <a:gd name="T33" fmla="*/ 879 h 935"/>
                <a:gd name="T34" fmla="*/ 463 w 622"/>
                <a:gd name="T35" fmla="*/ 898 h 935"/>
                <a:gd name="T36" fmla="*/ 461 w 622"/>
                <a:gd name="T37" fmla="*/ 914 h 935"/>
                <a:gd name="T38" fmla="*/ 456 w 622"/>
                <a:gd name="T39" fmla="*/ 919 h 935"/>
                <a:gd name="T40" fmla="*/ 454 w 622"/>
                <a:gd name="T41" fmla="*/ 924 h 935"/>
                <a:gd name="T42" fmla="*/ 454 w 622"/>
                <a:gd name="T43" fmla="*/ 931 h 935"/>
                <a:gd name="T44" fmla="*/ 437 w 622"/>
                <a:gd name="T45" fmla="*/ 916 h 935"/>
                <a:gd name="T46" fmla="*/ 373 w 622"/>
                <a:gd name="T47" fmla="*/ 838 h 935"/>
                <a:gd name="T48" fmla="*/ 319 w 622"/>
                <a:gd name="T49" fmla="*/ 765 h 935"/>
                <a:gd name="T50" fmla="*/ 262 w 622"/>
                <a:gd name="T51" fmla="*/ 692 h 935"/>
                <a:gd name="T52" fmla="*/ 198 w 622"/>
                <a:gd name="T53" fmla="*/ 613 h 935"/>
                <a:gd name="T54" fmla="*/ 134 w 622"/>
                <a:gd name="T55" fmla="*/ 531 h 935"/>
                <a:gd name="T56" fmla="*/ 56 w 622"/>
                <a:gd name="T57" fmla="*/ 436 h 935"/>
                <a:gd name="T58" fmla="*/ 0 w 622"/>
                <a:gd name="T59" fmla="*/ 360 h 935"/>
                <a:gd name="T60" fmla="*/ 14 w 622"/>
                <a:gd name="T61" fmla="*/ 287 h 935"/>
                <a:gd name="T62" fmla="*/ 28 w 622"/>
                <a:gd name="T63" fmla="*/ 199 h 935"/>
                <a:gd name="T64" fmla="*/ 45 w 622"/>
                <a:gd name="T65" fmla="*/ 109 h 935"/>
                <a:gd name="T66" fmla="*/ 61 w 622"/>
                <a:gd name="T67" fmla="*/ 22 h 935"/>
                <a:gd name="T68" fmla="*/ 118 w 622"/>
                <a:gd name="T69" fmla="*/ 10 h 935"/>
                <a:gd name="T70" fmla="*/ 186 w 622"/>
                <a:gd name="T71" fmla="*/ 22 h 935"/>
                <a:gd name="T72" fmla="*/ 257 w 622"/>
                <a:gd name="T73" fmla="*/ 34 h 935"/>
                <a:gd name="T74" fmla="*/ 326 w 622"/>
                <a:gd name="T75" fmla="*/ 43 h 935"/>
                <a:gd name="T76" fmla="*/ 397 w 622"/>
                <a:gd name="T77" fmla="*/ 55 h 935"/>
                <a:gd name="T78" fmla="*/ 466 w 622"/>
                <a:gd name="T79" fmla="*/ 64 h 935"/>
                <a:gd name="T80" fmla="*/ 534 w 622"/>
                <a:gd name="T81" fmla="*/ 74 h 935"/>
                <a:gd name="T82" fmla="*/ 605 w 622"/>
                <a:gd name="T83" fmla="*/ 83 h 935"/>
                <a:gd name="T84" fmla="*/ 615 w 622"/>
                <a:gd name="T85" fmla="*/ 142 h 935"/>
                <a:gd name="T86" fmla="*/ 605 w 622"/>
                <a:gd name="T87" fmla="*/ 218 h 935"/>
                <a:gd name="T88" fmla="*/ 596 w 622"/>
                <a:gd name="T89" fmla="*/ 296 h 935"/>
                <a:gd name="T90" fmla="*/ 586 w 622"/>
                <a:gd name="T91" fmla="*/ 372 h 935"/>
                <a:gd name="T92" fmla="*/ 577 w 622"/>
                <a:gd name="T93" fmla="*/ 448 h 935"/>
                <a:gd name="T94" fmla="*/ 567 w 622"/>
                <a:gd name="T95" fmla="*/ 526 h 935"/>
                <a:gd name="T96" fmla="*/ 558 w 622"/>
                <a:gd name="T97" fmla="*/ 602 h 935"/>
                <a:gd name="T98" fmla="*/ 546 w 622"/>
                <a:gd name="T99" fmla="*/ 677 h 935"/>
                <a:gd name="T100" fmla="*/ 544 w 622"/>
                <a:gd name="T101" fmla="*/ 706 h 935"/>
                <a:gd name="T102" fmla="*/ 539 w 622"/>
                <a:gd name="T103" fmla="*/ 734 h 935"/>
                <a:gd name="T104" fmla="*/ 537 w 622"/>
                <a:gd name="T105" fmla="*/ 767 h 935"/>
                <a:gd name="T106" fmla="*/ 532 w 622"/>
                <a:gd name="T107" fmla="*/ 789 h 935"/>
                <a:gd name="T108" fmla="*/ 532 w 622"/>
                <a:gd name="T109" fmla="*/ 796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22" h="935">
                  <a:moveTo>
                    <a:pt x="529" y="798"/>
                  </a:moveTo>
                  <a:lnTo>
                    <a:pt x="527" y="800"/>
                  </a:lnTo>
                  <a:lnTo>
                    <a:pt x="525" y="805"/>
                  </a:lnTo>
                  <a:lnTo>
                    <a:pt x="522" y="810"/>
                  </a:lnTo>
                  <a:lnTo>
                    <a:pt x="520" y="815"/>
                  </a:lnTo>
                  <a:lnTo>
                    <a:pt x="518" y="817"/>
                  </a:lnTo>
                  <a:lnTo>
                    <a:pt x="513" y="817"/>
                  </a:lnTo>
                  <a:lnTo>
                    <a:pt x="511" y="817"/>
                  </a:lnTo>
                  <a:lnTo>
                    <a:pt x="508" y="815"/>
                  </a:lnTo>
                  <a:lnTo>
                    <a:pt x="506" y="812"/>
                  </a:lnTo>
                  <a:lnTo>
                    <a:pt x="506" y="810"/>
                  </a:lnTo>
                  <a:lnTo>
                    <a:pt x="503" y="810"/>
                  </a:lnTo>
                  <a:lnTo>
                    <a:pt x="503" y="803"/>
                  </a:lnTo>
                  <a:lnTo>
                    <a:pt x="501" y="803"/>
                  </a:lnTo>
                  <a:lnTo>
                    <a:pt x="501" y="800"/>
                  </a:lnTo>
                  <a:lnTo>
                    <a:pt x="501" y="800"/>
                  </a:lnTo>
                  <a:lnTo>
                    <a:pt x="499" y="800"/>
                  </a:lnTo>
                  <a:lnTo>
                    <a:pt x="499" y="798"/>
                  </a:lnTo>
                  <a:lnTo>
                    <a:pt x="499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6" y="798"/>
                  </a:lnTo>
                  <a:lnTo>
                    <a:pt x="492" y="800"/>
                  </a:lnTo>
                  <a:lnTo>
                    <a:pt x="492" y="800"/>
                  </a:lnTo>
                  <a:lnTo>
                    <a:pt x="492" y="800"/>
                  </a:lnTo>
                  <a:lnTo>
                    <a:pt x="489" y="800"/>
                  </a:lnTo>
                  <a:lnTo>
                    <a:pt x="489" y="800"/>
                  </a:lnTo>
                  <a:lnTo>
                    <a:pt x="489" y="800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7" y="798"/>
                  </a:lnTo>
                  <a:lnTo>
                    <a:pt x="480" y="796"/>
                  </a:lnTo>
                  <a:lnTo>
                    <a:pt x="480" y="796"/>
                  </a:lnTo>
                  <a:lnTo>
                    <a:pt x="480" y="796"/>
                  </a:lnTo>
                  <a:lnTo>
                    <a:pt x="477" y="796"/>
                  </a:lnTo>
                  <a:lnTo>
                    <a:pt x="470" y="796"/>
                  </a:lnTo>
                  <a:lnTo>
                    <a:pt x="468" y="798"/>
                  </a:lnTo>
                  <a:lnTo>
                    <a:pt x="463" y="798"/>
                  </a:lnTo>
                  <a:lnTo>
                    <a:pt x="463" y="798"/>
                  </a:lnTo>
                  <a:lnTo>
                    <a:pt x="463" y="800"/>
                  </a:lnTo>
                  <a:lnTo>
                    <a:pt x="463" y="800"/>
                  </a:lnTo>
                  <a:lnTo>
                    <a:pt x="461" y="800"/>
                  </a:lnTo>
                  <a:lnTo>
                    <a:pt x="461" y="803"/>
                  </a:lnTo>
                  <a:lnTo>
                    <a:pt x="461" y="803"/>
                  </a:lnTo>
                  <a:lnTo>
                    <a:pt x="461" y="805"/>
                  </a:lnTo>
                  <a:lnTo>
                    <a:pt x="461" y="808"/>
                  </a:lnTo>
                  <a:lnTo>
                    <a:pt x="461" y="810"/>
                  </a:lnTo>
                  <a:lnTo>
                    <a:pt x="458" y="810"/>
                  </a:lnTo>
                  <a:lnTo>
                    <a:pt x="458" y="815"/>
                  </a:lnTo>
                  <a:lnTo>
                    <a:pt x="458" y="817"/>
                  </a:lnTo>
                  <a:lnTo>
                    <a:pt x="461" y="819"/>
                  </a:lnTo>
                  <a:lnTo>
                    <a:pt x="463" y="827"/>
                  </a:lnTo>
                  <a:lnTo>
                    <a:pt x="463" y="827"/>
                  </a:lnTo>
                  <a:lnTo>
                    <a:pt x="463" y="829"/>
                  </a:lnTo>
                  <a:lnTo>
                    <a:pt x="463" y="829"/>
                  </a:lnTo>
                  <a:lnTo>
                    <a:pt x="461" y="834"/>
                  </a:lnTo>
                  <a:lnTo>
                    <a:pt x="461" y="834"/>
                  </a:lnTo>
                  <a:lnTo>
                    <a:pt x="458" y="841"/>
                  </a:lnTo>
                  <a:lnTo>
                    <a:pt x="458" y="845"/>
                  </a:lnTo>
                  <a:lnTo>
                    <a:pt x="458" y="848"/>
                  </a:lnTo>
                  <a:lnTo>
                    <a:pt x="461" y="857"/>
                  </a:lnTo>
                  <a:lnTo>
                    <a:pt x="461" y="860"/>
                  </a:lnTo>
                  <a:lnTo>
                    <a:pt x="461" y="862"/>
                  </a:lnTo>
                  <a:lnTo>
                    <a:pt x="461" y="867"/>
                  </a:lnTo>
                  <a:lnTo>
                    <a:pt x="458" y="874"/>
                  </a:lnTo>
                  <a:lnTo>
                    <a:pt x="458" y="879"/>
                  </a:lnTo>
                  <a:lnTo>
                    <a:pt x="461" y="883"/>
                  </a:lnTo>
                  <a:lnTo>
                    <a:pt x="463" y="890"/>
                  </a:lnTo>
                  <a:lnTo>
                    <a:pt x="463" y="893"/>
                  </a:lnTo>
                  <a:lnTo>
                    <a:pt x="463" y="898"/>
                  </a:lnTo>
                  <a:lnTo>
                    <a:pt x="461" y="900"/>
                  </a:lnTo>
                  <a:lnTo>
                    <a:pt x="463" y="907"/>
                  </a:lnTo>
                  <a:lnTo>
                    <a:pt x="463" y="912"/>
                  </a:lnTo>
                  <a:lnTo>
                    <a:pt x="461" y="914"/>
                  </a:lnTo>
                  <a:lnTo>
                    <a:pt x="461" y="919"/>
                  </a:lnTo>
                  <a:lnTo>
                    <a:pt x="461" y="919"/>
                  </a:lnTo>
                  <a:lnTo>
                    <a:pt x="458" y="919"/>
                  </a:lnTo>
                  <a:lnTo>
                    <a:pt x="456" y="919"/>
                  </a:lnTo>
                  <a:lnTo>
                    <a:pt x="456" y="919"/>
                  </a:lnTo>
                  <a:lnTo>
                    <a:pt x="454" y="919"/>
                  </a:lnTo>
                  <a:lnTo>
                    <a:pt x="454" y="921"/>
                  </a:lnTo>
                  <a:lnTo>
                    <a:pt x="454" y="924"/>
                  </a:lnTo>
                  <a:lnTo>
                    <a:pt x="456" y="926"/>
                  </a:lnTo>
                  <a:lnTo>
                    <a:pt x="456" y="926"/>
                  </a:lnTo>
                  <a:lnTo>
                    <a:pt x="456" y="928"/>
                  </a:lnTo>
                  <a:lnTo>
                    <a:pt x="454" y="931"/>
                  </a:lnTo>
                  <a:lnTo>
                    <a:pt x="454" y="935"/>
                  </a:lnTo>
                  <a:lnTo>
                    <a:pt x="454" y="935"/>
                  </a:lnTo>
                  <a:lnTo>
                    <a:pt x="454" y="935"/>
                  </a:lnTo>
                  <a:lnTo>
                    <a:pt x="437" y="916"/>
                  </a:lnTo>
                  <a:lnTo>
                    <a:pt x="421" y="895"/>
                  </a:lnTo>
                  <a:lnTo>
                    <a:pt x="404" y="876"/>
                  </a:lnTo>
                  <a:lnTo>
                    <a:pt x="388" y="855"/>
                  </a:lnTo>
                  <a:lnTo>
                    <a:pt x="373" y="838"/>
                  </a:lnTo>
                  <a:lnTo>
                    <a:pt x="359" y="819"/>
                  </a:lnTo>
                  <a:lnTo>
                    <a:pt x="345" y="803"/>
                  </a:lnTo>
                  <a:lnTo>
                    <a:pt x="331" y="784"/>
                  </a:lnTo>
                  <a:lnTo>
                    <a:pt x="319" y="765"/>
                  </a:lnTo>
                  <a:lnTo>
                    <a:pt x="305" y="748"/>
                  </a:lnTo>
                  <a:lnTo>
                    <a:pt x="291" y="729"/>
                  </a:lnTo>
                  <a:lnTo>
                    <a:pt x="276" y="713"/>
                  </a:lnTo>
                  <a:lnTo>
                    <a:pt x="262" y="692"/>
                  </a:lnTo>
                  <a:lnTo>
                    <a:pt x="246" y="673"/>
                  </a:lnTo>
                  <a:lnTo>
                    <a:pt x="229" y="654"/>
                  </a:lnTo>
                  <a:lnTo>
                    <a:pt x="215" y="632"/>
                  </a:lnTo>
                  <a:lnTo>
                    <a:pt x="198" y="613"/>
                  </a:lnTo>
                  <a:lnTo>
                    <a:pt x="184" y="595"/>
                  </a:lnTo>
                  <a:lnTo>
                    <a:pt x="168" y="573"/>
                  </a:lnTo>
                  <a:lnTo>
                    <a:pt x="153" y="554"/>
                  </a:lnTo>
                  <a:lnTo>
                    <a:pt x="134" y="531"/>
                  </a:lnTo>
                  <a:lnTo>
                    <a:pt x="116" y="507"/>
                  </a:lnTo>
                  <a:lnTo>
                    <a:pt x="94" y="483"/>
                  </a:lnTo>
                  <a:lnTo>
                    <a:pt x="75" y="460"/>
                  </a:lnTo>
                  <a:lnTo>
                    <a:pt x="56" y="436"/>
                  </a:lnTo>
                  <a:lnTo>
                    <a:pt x="37" y="410"/>
                  </a:lnTo>
                  <a:lnTo>
                    <a:pt x="19" y="386"/>
                  </a:lnTo>
                  <a:lnTo>
                    <a:pt x="0" y="363"/>
                  </a:lnTo>
                  <a:lnTo>
                    <a:pt x="0" y="360"/>
                  </a:lnTo>
                  <a:lnTo>
                    <a:pt x="0" y="356"/>
                  </a:lnTo>
                  <a:lnTo>
                    <a:pt x="4" y="332"/>
                  </a:lnTo>
                  <a:lnTo>
                    <a:pt x="9" y="311"/>
                  </a:lnTo>
                  <a:lnTo>
                    <a:pt x="14" y="287"/>
                  </a:lnTo>
                  <a:lnTo>
                    <a:pt x="16" y="266"/>
                  </a:lnTo>
                  <a:lnTo>
                    <a:pt x="21" y="244"/>
                  </a:lnTo>
                  <a:lnTo>
                    <a:pt x="26" y="221"/>
                  </a:lnTo>
                  <a:lnTo>
                    <a:pt x="28" y="199"/>
                  </a:lnTo>
                  <a:lnTo>
                    <a:pt x="33" y="176"/>
                  </a:lnTo>
                  <a:lnTo>
                    <a:pt x="37" y="154"/>
                  </a:lnTo>
                  <a:lnTo>
                    <a:pt x="42" y="133"/>
                  </a:lnTo>
                  <a:lnTo>
                    <a:pt x="45" y="109"/>
                  </a:lnTo>
                  <a:lnTo>
                    <a:pt x="49" y="88"/>
                  </a:lnTo>
                  <a:lnTo>
                    <a:pt x="54" y="67"/>
                  </a:lnTo>
                  <a:lnTo>
                    <a:pt x="56" y="43"/>
                  </a:lnTo>
                  <a:lnTo>
                    <a:pt x="61" y="22"/>
                  </a:lnTo>
                  <a:lnTo>
                    <a:pt x="66" y="0"/>
                  </a:lnTo>
                  <a:lnTo>
                    <a:pt x="82" y="3"/>
                  </a:lnTo>
                  <a:lnTo>
                    <a:pt x="101" y="5"/>
                  </a:lnTo>
                  <a:lnTo>
                    <a:pt x="118" y="10"/>
                  </a:lnTo>
                  <a:lnTo>
                    <a:pt x="134" y="12"/>
                  </a:lnTo>
                  <a:lnTo>
                    <a:pt x="153" y="15"/>
                  </a:lnTo>
                  <a:lnTo>
                    <a:pt x="170" y="17"/>
                  </a:lnTo>
                  <a:lnTo>
                    <a:pt x="186" y="22"/>
                  </a:lnTo>
                  <a:lnTo>
                    <a:pt x="205" y="24"/>
                  </a:lnTo>
                  <a:lnTo>
                    <a:pt x="222" y="27"/>
                  </a:lnTo>
                  <a:lnTo>
                    <a:pt x="239" y="29"/>
                  </a:lnTo>
                  <a:lnTo>
                    <a:pt x="257" y="34"/>
                  </a:lnTo>
                  <a:lnTo>
                    <a:pt x="274" y="36"/>
                  </a:lnTo>
                  <a:lnTo>
                    <a:pt x="291" y="38"/>
                  </a:lnTo>
                  <a:lnTo>
                    <a:pt x="309" y="41"/>
                  </a:lnTo>
                  <a:lnTo>
                    <a:pt x="326" y="43"/>
                  </a:lnTo>
                  <a:lnTo>
                    <a:pt x="343" y="45"/>
                  </a:lnTo>
                  <a:lnTo>
                    <a:pt x="362" y="50"/>
                  </a:lnTo>
                  <a:lnTo>
                    <a:pt x="378" y="53"/>
                  </a:lnTo>
                  <a:lnTo>
                    <a:pt x="397" y="55"/>
                  </a:lnTo>
                  <a:lnTo>
                    <a:pt x="414" y="57"/>
                  </a:lnTo>
                  <a:lnTo>
                    <a:pt x="430" y="60"/>
                  </a:lnTo>
                  <a:lnTo>
                    <a:pt x="449" y="62"/>
                  </a:lnTo>
                  <a:lnTo>
                    <a:pt x="466" y="64"/>
                  </a:lnTo>
                  <a:lnTo>
                    <a:pt x="482" y="67"/>
                  </a:lnTo>
                  <a:lnTo>
                    <a:pt x="501" y="69"/>
                  </a:lnTo>
                  <a:lnTo>
                    <a:pt x="518" y="71"/>
                  </a:lnTo>
                  <a:lnTo>
                    <a:pt x="534" y="74"/>
                  </a:lnTo>
                  <a:lnTo>
                    <a:pt x="553" y="76"/>
                  </a:lnTo>
                  <a:lnTo>
                    <a:pt x="570" y="79"/>
                  </a:lnTo>
                  <a:lnTo>
                    <a:pt x="586" y="81"/>
                  </a:lnTo>
                  <a:lnTo>
                    <a:pt x="605" y="83"/>
                  </a:lnTo>
                  <a:lnTo>
                    <a:pt x="622" y="86"/>
                  </a:lnTo>
                  <a:lnTo>
                    <a:pt x="619" y="105"/>
                  </a:lnTo>
                  <a:lnTo>
                    <a:pt x="617" y="124"/>
                  </a:lnTo>
                  <a:lnTo>
                    <a:pt x="615" y="142"/>
                  </a:lnTo>
                  <a:lnTo>
                    <a:pt x="612" y="161"/>
                  </a:lnTo>
                  <a:lnTo>
                    <a:pt x="610" y="180"/>
                  </a:lnTo>
                  <a:lnTo>
                    <a:pt x="608" y="199"/>
                  </a:lnTo>
                  <a:lnTo>
                    <a:pt x="605" y="218"/>
                  </a:lnTo>
                  <a:lnTo>
                    <a:pt x="603" y="237"/>
                  </a:lnTo>
                  <a:lnTo>
                    <a:pt x="600" y="256"/>
                  </a:lnTo>
                  <a:lnTo>
                    <a:pt x="598" y="275"/>
                  </a:lnTo>
                  <a:lnTo>
                    <a:pt x="596" y="296"/>
                  </a:lnTo>
                  <a:lnTo>
                    <a:pt x="593" y="315"/>
                  </a:lnTo>
                  <a:lnTo>
                    <a:pt x="591" y="334"/>
                  </a:lnTo>
                  <a:lnTo>
                    <a:pt x="589" y="353"/>
                  </a:lnTo>
                  <a:lnTo>
                    <a:pt x="586" y="372"/>
                  </a:lnTo>
                  <a:lnTo>
                    <a:pt x="584" y="391"/>
                  </a:lnTo>
                  <a:lnTo>
                    <a:pt x="581" y="410"/>
                  </a:lnTo>
                  <a:lnTo>
                    <a:pt x="579" y="429"/>
                  </a:lnTo>
                  <a:lnTo>
                    <a:pt x="577" y="448"/>
                  </a:lnTo>
                  <a:lnTo>
                    <a:pt x="574" y="467"/>
                  </a:lnTo>
                  <a:lnTo>
                    <a:pt x="572" y="486"/>
                  </a:lnTo>
                  <a:lnTo>
                    <a:pt x="570" y="505"/>
                  </a:lnTo>
                  <a:lnTo>
                    <a:pt x="567" y="526"/>
                  </a:lnTo>
                  <a:lnTo>
                    <a:pt x="565" y="545"/>
                  </a:lnTo>
                  <a:lnTo>
                    <a:pt x="563" y="564"/>
                  </a:lnTo>
                  <a:lnTo>
                    <a:pt x="560" y="583"/>
                  </a:lnTo>
                  <a:lnTo>
                    <a:pt x="558" y="602"/>
                  </a:lnTo>
                  <a:lnTo>
                    <a:pt x="553" y="621"/>
                  </a:lnTo>
                  <a:lnTo>
                    <a:pt x="551" y="640"/>
                  </a:lnTo>
                  <a:lnTo>
                    <a:pt x="548" y="658"/>
                  </a:lnTo>
                  <a:lnTo>
                    <a:pt x="546" y="677"/>
                  </a:lnTo>
                  <a:lnTo>
                    <a:pt x="544" y="699"/>
                  </a:lnTo>
                  <a:lnTo>
                    <a:pt x="544" y="699"/>
                  </a:lnTo>
                  <a:lnTo>
                    <a:pt x="544" y="701"/>
                  </a:lnTo>
                  <a:lnTo>
                    <a:pt x="544" y="706"/>
                  </a:lnTo>
                  <a:lnTo>
                    <a:pt x="544" y="713"/>
                  </a:lnTo>
                  <a:lnTo>
                    <a:pt x="541" y="720"/>
                  </a:lnTo>
                  <a:lnTo>
                    <a:pt x="541" y="727"/>
                  </a:lnTo>
                  <a:lnTo>
                    <a:pt x="539" y="734"/>
                  </a:lnTo>
                  <a:lnTo>
                    <a:pt x="539" y="744"/>
                  </a:lnTo>
                  <a:lnTo>
                    <a:pt x="537" y="751"/>
                  </a:lnTo>
                  <a:lnTo>
                    <a:pt x="537" y="760"/>
                  </a:lnTo>
                  <a:lnTo>
                    <a:pt x="537" y="767"/>
                  </a:lnTo>
                  <a:lnTo>
                    <a:pt x="534" y="774"/>
                  </a:lnTo>
                  <a:lnTo>
                    <a:pt x="534" y="782"/>
                  </a:lnTo>
                  <a:lnTo>
                    <a:pt x="534" y="786"/>
                  </a:lnTo>
                  <a:lnTo>
                    <a:pt x="532" y="789"/>
                  </a:lnTo>
                  <a:lnTo>
                    <a:pt x="532" y="789"/>
                  </a:lnTo>
                  <a:lnTo>
                    <a:pt x="532" y="793"/>
                  </a:lnTo>
                  <a:lnTo>
                    <a:pt x="532" y="796"/>
                  </a:lnTo>
                  <a:lnTo>
                    <a:pt x="532" y="796"/>
                  </a:lnTo>
                  <a:lnTo>
                    <a:pt x="529" y="798"/>
                  </a:lnTo>
                  <a:lnTo>
                    <a:pt x="529" y="79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4" name="Freeform 22">
              <a:extLst>
                <a:ext uri="{FF2B5EF4-FFF2-40B4-BE49-F238E27FC236}">
                  <a16:creationId xmlns:a16="http://schemas.microsoft.com/office/drawing/2014/main" id="{3A0A1640-AC85-4FAF-AC88-A086338A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597" y="3203368"/>
              <a:ext cx="624972" cy="670287"/>
            </a:xfrm>
            <a:custGeom>
              <a:avLst/>
              <a:gdLst>
                <a:gd name="T0" fmla="*/ 265 w 662"/>
                <a:gd name="T1" fmla="*/ 667 h 710"/>
                <a:gd name="T2" fmla="*/ 248 w 662"/>
                <a:gd name="T3" fmla="*/ 665 h 710"/>
                <a:gd name="T4" fmla="*/ 231 w 662"/>
                <a:gd name="T5" fmla="*/ 665 h 710"/>
                <a:gd name="T6" fmla="*/ 215 w 662"/>
                <a:gd name="T7" fmla="*/ 662 h 710"/>
                <a:gd name="T8" fmla="*/ 198 w 662"/>
                <a:gd name="T9" fmla="*/ 662 h 710"/>
                <a:gd name="T10" fmla="*/ 182 w 662"/>
                <a:gd name="T11" fmla="*/ 660 h 710"/>
                <a:gd name="T12" fmla="*/ 168 w 662"/>
                <a:gd name="T13" fmla="*/ 660 h 710"/>
                <a:gd name="T14" fmla="*/ 151 w 662"/>
                <a:gd name="T15" fmla="*/ 658 h 710"/>
                <a:gd name="T16" fmla="*/ 134 w 662"/>
                <a:gd name="T17" fmla="*/ 658 h 710"/>
                <a:gd name="T18" fmla="*/ 118 w 662"/>
                <a:gd name="T19" fmla="*/ 655 h 710"/>
                <a:gd name="T20" fmla="*/ 101 w 662"/>
                <a:gd name="T21" fmla="*/ 655 h 710"/>
                <a:gd name="T22" fmla="*/ 92 w 662"/>
                <a:gd name="T23" fmla="*/ 655 h 710"/>
                <a:gd name="T24" fmla="*/ 92 w 662"/>
                <a:gd name="T25" fmla="*/ 660 h 710"/>
                <a:gd name="T26" fmla="*/ 92 w 662"/>
                <a:gd name="T27" fmla="*/ 667 h 710"/>
                <a:gd name="T28" fmla="*/ 92 w 662"/>
                <a:gd name="T29" fmla="*/ 672 h 710"/>
                <a:gd name="T30" fmla="*/ 92 w 662"/>
                <a:gd name="T31" fmla="*/ 677 h 710"/>
                <a:gd name="T32" fmla="*/ 89 w 662"/>
                <a:gd name="T33" fmla="*/ 681 h 710"/>
                <a:gd name="T34" fmla="*/ 89 w 662"/>
                <a:gd name="T35" fmla="*/ 689 h 710"/>
                <a:gd name="T36" fmla="*/ 89 w 662"/>
                <a:gd name="T37" fmla="*/ 693 h 710"/>
                <a:gd name="T38" fmla="*/ 89 w 662"/>
                <a:gd name="T39" fmla="*/ 698 h 710"/>
                <a:gd name="T40" fmla="*/ 89 w 662"/>
                <a:gd name="T41" fmla="*/ 703 h 710"/>
                <a:gd name="T42" fmla="*/ 89 w 662"/>
                <a:gd name="T43" fmla="*/ 707 h 710"/>
                <a:gd name="T44" fmla="*/ 75 w 662"/>
                <a:gd name="T45" fmla="*/ 710 h 710"/>
                <a:gd name="T46" fmla="*/ 47 w 662"/>
                <a:gd name="T47" fmla="*/ 707 h 710"/>
                <a:gd name="T48" fmla="*/ 21 w 662"/>
                <a:gd name="T49" fmla="*/ 705 h 710"/>
                <a:gd name="T50" fmla="*/ 0 w 662"/>
                <a:gd name="T51" fmla="*/ 703 h 710"/>
                <a:gd name="T52" fmla="*/ 0 w 662"/>
                <a:gd name="T53" fmla="*/ 703 h 710"/>
                <a:gd name="T54" fmla="*/ 0 w 662"/>
                <a:gd name="T55" fmla="*/ 703 h 710"/>
                <a:gd name="T56" fmla="*/ 0 w 662"/>
                <a:gd name="T57" fmla="*/ 703 h 710"/>
                <a:gd name="T58" fmla="*/ 0 w 662"/>
                <a:gd name="T59" fmla="*/ 703 h 710"/>
                <a:gd name="T60" fmla="*/ 0 w 662"/>
                <a:gd name="T61" fmla="*/ 703 h 710"/>
                <a:gd name="T62" fmla="*/ 9 w 662"/>
                <a:gd name="T63" fmla="*/ 591 h 710"/>
                <a:gd name="T64" fmla="*/ 21 w 662"/>
                <a:gd name="T65" fmla="*/ 461 h 710"/>
                <a:gd name="T66" fmla="*/ 30 w 662"/>
                <a:gd name="T67" fmla="*/ 329 h 710"/>
                <a:gd name="T68" fmla="*/ 42 w 662"/>
                <a:gd name="T69" fmla="*/ 196 h 710"/>
                <a:gd name="T70" fmla="*/ 52 w 662"/>
                <a:gd name="T71" fmla="*/ 66 h 710"/>
                <a:gd name="T72" fmla="*/ 116 w 662"/>
                <a:gd name="T73" fmla="*/ 5 h 710"/>
                <a:gd name="T74" fmla="*/ 227 w 662"/>
                <a:gd name="T75" fmla="*/ 12 h 710"/>
                <a:gd name="T76" fmla="*/ 340 w 662"/>
                <a:gd name="T77" fmla="*/ 19 h 710"/>
                <a:gd name="T78" fmla="*/ 454 w 662"/>
                <a:gd name="T79" fmla="*/ 23 h 710"/>
                <a:gd name="T80" fmla="*/ 567 w 662"/>
                <a:gd name="T81" fmla="*/ 28 h 710"/>
                <a:gd name="T82" fmla="*/ 662 w 662"/>
                <a:gd name="T83" fmla="*/ 47 h 710"/>
                <a:gd name="T84" fmla="*/ 657 w 662"/>
                <a:gd name="T85" fmla="*/ 99 h 710"/>
                <a:gd name="T86" fmla="*/ 652 w 662"/>
                <a:gd name="T87" fmla="*/ 203 h 710"/>
                <a:gd name="T88" fmla="*/ 650 w 662"/>
                <a:gd name="T89" fmla="*/ 307 h 710"/>
                <a:gd name="T90" fmla="*/ 645 w 662"/>
                <a:gd name="T91" fmla="*/ 412 h 710"/>
                <a:gd name="T92" fmla="*/ 643 w 662"/>
                <a:gd name="T93" fmla="*/ 516 h 710"/>
                <a:gd name="T94" fmla="*/ 641 w 662"/>
                <a:gd name="T95" fmla="*/ 620 h 710"/>
                <a:gd name="T96" fmla="*/ 544 w 662"/>
                <a:gd name="T97" fmla="*/ 651 h 710"/>
                <a:gd name="T98" fmla="*/ 404 w 662"/>
                <a:gd name="T99" fmla="*/ 646 h 710"/>
                <a:gd name="T100" fmla="*/ 262 w 662"/>
                <a:gd name="T101" fmla="*/ 639 h 710"/>
                <a:gd name="T102" fmla="*/ 262 w 662"/>
                <a:gd name="T103" fmla="*/ 651 h 710"/>
                <a:gd name="T104" fmla="*/ 267 w 662"/>
                <a:gd name="T105" fmla="*/ 66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2" h="710">
                  <a:moveTo>
                    <a:pt x="269" y="662"/>
                  </a:moveTo>
                  <a:lnTo>
                    <a:pt x="274" y="670"/>
                  </a:lnTo>
                  <a:lnTo>
                    <a:pt x="274" y="667"/>
                  </a:lnTo>
                  <a:lnTo>
                    <a:pt x="272" y="667"/>
                  </a:lnTo>
                  <a:lnTo>
                    <a:pt x="267" y="667"/>
                  </a:lnTo>
                  <a:lnTo>
                    <a:pt x="265" y="667"/>
                  </a:lnTo>
                  <a:lnTo>
                    <a:pt x="262" y="667"/>
                  </a:lnTo>
                  <a:lnTo>
                    <a:pt x="260" y="665"/>
                  </a:lnTo>
                  <a:lnTo>
                    <a:pt x="257" y="665"/>
                  </a:lnTo>
                  <a:lnTo>
                    <a:pt x="255" y="665"/>
                  </a:lnTo>
                  <a:lnTo>
                    <a:pt x="250" y="665"/>
                  </a:lnTo>
                  <a:lnTo>
                    <a:pt x="248" y="665"/>
                  </a:lnTo>
                  <a:lnTo>
                    <a:pt x="246" y="665"/>
                  </a:lnTo>
                  <a:lnTo>
                    <a:pt x="243" y="665"/>
                  </a:lnTo>
                  <a:lnTo>
                    <a:pt x="241" y="665"/>
                  </a:lnTo>
                  <a:lnTo>
                    <a:pt x="239" y="665"/>
                  </a:lnTo>
                  <a:lnTo>
                    <a:pt x="234" y="665"/>
                  </a:lnTo>
                  <a:lnTo>
                    <a:pt x="231" y="665"/>
                  </a:lnTo>
                  <a:lnTo>
                    <a:pt x="229" y="665"/>
                  </a:lnTo>
                  <a:lnTo>
                    <a:pt x="227" y="665"/>
                  </a:lnTo>
                  <a:lnTo>
                    <a:pt x="224" y="662"/>
                  </a:lnTo>
                  <a:lnTo>
                    <a:pt x="222" y="662"/>
                  </a:lnTo>
                  <a:lnTo>
                    <a:pt x="220" y="662"/>
                  </a:lnTo>
                  <a:lnTo>
                    <a:pt x="215" y="662"/>
                  </a:lnTo>
                  <a:lnTo>
                    <a:pt x="212" y="662"/>
                  </a:lnTo>
                  <a:lnTo>
                    <a:pt x="210" y="662"/>
                  </a:lnTo>
                  <a:lnTo>
                    <a:pt x="208" y="662"/>
                  </a:lnTo>
                  <a:lnTo>
                    <a:pt x="205" y="662"/>
                  </a:lnTo>
                  <a:lnTo>
                    <a:pt x="203" y="662"/>
                  </a:lnTo>
                  <a:lnTo>
                    <a:pt x="198" y="662"/>
                  </a:lnTo>
                  <a:lnTo>
                    <a:pt x="196" y="662"/>
                  </a:lnTo>
                  <a:lnTo>
                    <a:pt x="194" y="662"/>
                  </a:lnTo>
                  <a:lnTo>
                    <a:pt x="191" y="662"/>
                  </a:lnTo>
                  <a:lnTo>
                    <a:pt x="189" y="660"/>
                  </a:lnTo>
                  <a:lnTo>
                    <a:pt x="186" y="660"/>
                  </a:lnTo>
                  <a:lnTo>
                    <a:pt x="182" y="660"/>
                  </a:lnTo>
                  <a:lnTo>
                    <a:pt x="179" y="660"/>
                  </a:lnTo>
                  <a:lnTo>
                    <a:pt x="177" y="660"/>
                  </a:lnTo>
                  <a:lnTo>
                    <a:pt x="175" y="660"/>
                  </a:lnTo>
                  <a:lnTo>
                    <a:pt x="172" y="660"/>
                  </a:lnTo>
                  <a:lnTo>
                    <a:pt x="170" y="660"/>
                  </a:lnTo>
                  <a:lnTo>
                    <a:pt x="168" y="660"/>
                  </a:lnTo>
                  <a:lnTo>
                    <a:pt x="163" y="660"/>
                  </a:lnTo>
                  <a:lnTo>
                    <a:pt x="160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3" y="658"/>
                  </a:lnTo>
                  <a:lnTo>
                    <a:pt x="151" y="658"/>
                  </a:lnTo>
                  <a:lnTo>
                    <a:pt x="146" y="658"/>
                  </a:lnTo>
                  <a:lnTo>
                    <a:pt x="144" y="658"/>
                  </a:lnTo>
                  <a:lnTo>
                    <a:pt x="142" y="658"/>
                  </a:lnTo>
                  <a:lnTo>
                    <a:pt x="139" y="658"/>
                  </a:lnTo>
                  <a:lnTo>
                    <a:pt x="137" y="658"/>
                  </a:lnTo>
                  <a:lnTo>
                    <a:pt x="134" y="658"/>
                  </a:lnTo>
                  <a:lnTo>
                    <a:pt x="130" y="658"/>
                  </a:lnTo>
                  <a:lnTo>
                    <a:pt x="127" y="658"/>
                  </a:lnTo>
                  <a:lnTo>
                    <a:pt x="125" y="658"/>
                  </a:lnTo>
                  <a:lnTo>
                    <a:pt x="123" y="655"/>
                  </a:lnTo>
                  <a:lnTo>
                    <a:pt x="120" y="655"/>
                  </a:lnTo>
                  <a:lnTo>
                    <a:pt x="118" y="655"/>
                  </a:lnTo>
                  <a:lnTo>
                    <a:pt x="116" y="655"/>
                  </a:lnTo>
                  <a:lnTo>
                    <a:pt x="111" y="655"/>
                  </a:lnTo>
                  <a:lnTo>
                    <a:pt x="108" y="655"/>
                  </a:lnTo>
                  <a:lnTo>
                    <a:pt x="106" y="655"/>
                  </a:lnTo>
                  <a:lnTo>
                    <a:pt x="104" y="655"/>
                  </a:lnTo>
                  <a:lnTo>
                    <a:pt x="101" y="655"/>
                  </a:lnTo>
                  <a:lnTo>
                    <a:pt x="99" y="655"/>
                  </a:lnTo>
                  <a:lnTo>
                    <a:pt x="94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5"/>
                  </a:lnTo>
                  <a:lnTo>
                    <a:pt x="92" y="658"/>
                  </a:lnTo>
                  <a:lnTo>
                    <a:pt x="92" y="658"/>
                  </a:lnTo>
                  <a:lnTo>
                    <a:pt x="92" y="658"/>
                  </a:lnTo>
                  <a:lnTo>
                    <a:pt x="92" y="660"/>
                  </a:lnTo>
                  <a:lnTo>
                    <a:pt x="92" y="660"/>
                  </a:lnTo>
                  <a:lnTo>
                    <a:pt x="92" y="660"/>
                  </a:lnTo>
                  <a:lnTo>
                    <a:pt x="92" y="662"/>
                  </a:lnTo>
                  <a:lnTo>
                    <a:pt x="92" y="662"/>
                  </a:lnTo>
                  <a:lnTo>
                    <a:pt x="92" y="665"/>
                  </a:lnTo>
                  <a:lnTo>
                    <a:pt x="92" y="665"/>
                  </a:lnTo>
                  <a:lnTo>
                    <a:pt x="92" y="665"/>
                  </a:lnTo>
                  <a:lnTo>
                    <a:pt x="92" y="667"/>
                  </a:lnTo>
                  <a:lnTo>
                    <a:pt x="92" y="667"/>
                  </a:lnTo>
                  <a:lnTo>
                    <a:pt x="92" y="667"/>
                  </a:lnTo>
                  <a:lnTo>
                    <a:pt x="92" y="670"/>
                  </a:lnTo>
                  <a:lnTo>
                    <a:pt x="92" y="670"/>
                  </a:lnTo>
                  <a:lnTo>
                    <a:pt x="92" y="672"/>
                  </a:lnTo>
                  <a:lnTo>
                    <a:pt x="92" y="672"/>
                  </a:lnTo>
                  <a:lnTo>
                    <a:pt x="92" y="672"/>
                  </a:lnTo>
                  <a:lnTo>
                    <a:pt x="92" y="674"/>
                  </a:lnTo>
                  <a:lnTo>
                    <a:pt x="92" y="674"/>
                  </a:lnTo>
                  <a:lnTo>
                    <a:pt x="92" y="674"/>
                  </a:lnTo>
                  <a:lnTo>
                    <a:pt x="92" y="677"/>
                  </a:lnTo>
                  <a:lnTo>
                    <a:pt x="92" y="677"/>
                  </a:lnTo>
                  <a:lnTo>
                    <a:pt x="92" y="677"/>
                  </a:lnTo>
                  <a:lnTo>
                    <a:pt x="92" y="679"/>
                  </a:lnTo>
                  <a:lnTo>
                    <a:pt x="89" y="679"/>
                  </a:lnTo>
                  <a:lnTo>
                    <a:pt x="89" y="681"/>
                  </a:lnTo>
                  <a:lnTo>
                    <a:pt x="89" y="681"/>
                  </a:lnTo>
                  <a:lnTo>
                    <a:pt x="89" y="681"/>
                  </a:lnTo>
                  <a:lnTo>
                    <a:pt x="89" y="684"/>
                  </a:lnTo>
                  <a:lnTo>
                    <a:pt x="89" y="684"/>
                  </a:lnTo>
                  <a:lnTo>
                    <a:pt x="89" y="684"/>
                  </a:lnTo>
                  <a:lnTo>
                    <a:pt x="89" y="686"/>
                  </a:lnTo>
                  <a:lnTo>
                    <a:pt x="89" y="686"/>
                  </a:lnTo>
                  <a:lnTo>
                    <a:pt x="89" y="689"/>
                  </a:lnTo>
                  <a:lnTo>
                    <a:pt x="89" y="689"/>
                  </a:lnTo>
                  <a:lnTo>
                    <a:pt x="89" y="689"/>
                  </a:lnTo>
                  <a:lnTo>
                    <a:pt x="89" y="691"/>
                  </a:lnTo>
                  <a:lnTo>
                    <a:pt x="89" y="691"/>
                  </a:lnTo>
                  <a:lnTo>
                    <a:pt x="89" y="691"/>
                  </a:lnTo>
                  <a:lnTo>
                    <a:pt x="89" y="693"/>
                  </a:lnTo>
                  <a:lnTo>
                    <a:pt x="89" y="693"/>
                  </a:lnTo>
                  <a:lnTo>
                    <a:pt x="89" y="696"/>
                  </a:lnTo>
                  <a:lnTo>
                    <a:pt x="89" y="696"/>
                  </a:lnTo>
                  <a:lnTo>
                    <a:pt x="89" y="696"/>
                  </a:lnTo>
                  <a:lnTo>
                    <a:pt x="89" y="698"/>
                  </a:lnTo>
                  <a:lnTo>
                    <a:pt x="89" y="698"/>
                  </a:lnTo>
                  <a:lnTo>
                    <a:pt x="89" y="698"/>
                  </a:lnTo>
                  <a:lnTo>
                    <a:pt x="89" y="700"/>
                  </a:lnTo>
                  <a:lnTo>
                    <a:pt x="89" y="700"/>
                  </a:lnTo>
                  <a:lnTo>
                    <a:pt x="89" y="700"/>
                  </a:lnTo>
                  <a:lnTo>
                    <a:pt x="89" y="703"/>
                  </a:lnTo>
                  <a:lnTo>
                    <a:pt x="89" y="703"/>
                  </a:lnTo>
                  <a:lnTo>
                    <a:pt x="89" y="705"/>
                  </a:lnTo>
                  <a:lnTo>
                    <a:pt x="89" y="705"/>
                  </a:lnTo>
                  <a:lnTo>
                    <a:pt x="89" y="705"/>
                  </a:lnTo>
                  <a:lnTo>
                    <a:pt x="89" y="707"/>
                  </a:lnTo>
                  <a:lnTo>
                    <a:pt x="89" y="707"/>
                  </a:lnTo>
                  <a:lnTo>
                    <a:pt x="89" y="707"/>
                  </a:lnTo>
                  <a:lnTo>
                    <a:pt x="89" y="710"/>
                  </a:lnTo>
                  <a:lnTo>
                    <a:pt x="89" y="710"/>
                  </a:lnTo>
                  <a:lnTo>
                    <a:pt x="89" y="710"/>
                  </a:lnTo>
                  <a:lnTo>
                    <a:pt x="85" y="710"/>
                  </a:lnTo>
                  <a:lnTo>
                    <a:pt x="80" y="710"/>
                  </a:lnTo>
                  <a:lnTo>
                    <a:pt x="75" y="710"/>
                  </a:lnTo>
                  <a:lnTo>
                    <a:pt x="71" y="710"/>
                  </a:lnTo>
                  <a:lnTo>
                    <a:pt x="66" y="707"/>
                  </a:lnTo>
                  <a:lnTo>
                    <a:pt x="61" y="707"/>
                  </a:lnTo>
                  <a:lnTo>
                    <a:pt x="56" y="707"/>
                  </a:lnTo>
                  <a:lnTo>
                    <a:pt x="52" y="707"/>
                  </a:lnTo>
                  <a:lnTo>
                    <a:pt x="47" y="707"/>
                  </a:lnTo>
                  <a:lnTo>
                    <a:pt x="42" y="707"/>
                  </a:lnTo>
                  <a:lnTo>
                    <a:pt x="37" y="707"/>
                  </a:lnTo>
                  <a:lnTo>
                    <a:pt x="35" y="705"/>
                  </a:lnTo>
                  <a:lnTo>
                    <a:pt x="30" y="705"/>
                  </a:lnTo>
                  <a:lnTo>
                    <a:pt x="26" y="705"/>
                  </a:lnTo>
                  <a:lnTo>
                    <a:pt x="21" y="705"/>
                  </a:lnTo>
                  <a:lnTo>
                    <a:pt x="16" y="705"/>
                  </a:lnTo>
                  <a:lnTo>
                    <a:pt x="11" y="705"/>
                  </a:lnTo>
                  <a:lnTo>
                    <a:pt x="7" y="703"/>
                  </a:lnTo>
                  <a:lnTo>
                    <a:pt x="2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2" y="681"/>
                  </a:lnTo>
                  <a:lnTo>
                    <a:pt x="4" y="658"/>
                  </a:lnTo>
                  <a:lnTo>
                    <a:pt x="7" y="636"/>
                  </a:lnTo>
                  <a:lnTo>
                    <a:pt x="7" y="615"/>
                  </a:lnTo>
                  <a:lnTo>
                    <a:pt x="9" y="591"/>
                  </a:lnTo>
                  <a:lnTo>
                    <a:pt x="11" y="570"/>
                  </a:lnTo>
                  <a:lnTo>
                    <a:pt x="14" y="549"/>
                  </a:lnTo>
                  <a:lnTo>
                    <a:pt x="14" y="528"/>
                  </a:lnTo>
                  <a:lnTo>
                    <a:pt x="16" y="504"/>
                  </a:lnTo>
                  <a:lnTo>
                    <a:pt x="19" y="483"/>
                  </a:lnTo>
                  <a:lnTo>
                    <a:pt x="21" y="461"/>
                  </a:lnTo>
                  <a:lnTo>
                    <a:pt x="21" y="438"/>
                  </a:lnTo>
                  <a:lnTo>
                    <a:pt x="23" y="416"/>
                  </a:lnTo>
                  <a:lnTo>
                    <a:pt x="26" y="395"/>
                  </a:lnTo>
                  <a:lnTo>
                    <a:pt x="28" y="374"/>
                  </a:lnTo>
                  <a:lnTo>
                    <a:pt x="28" y="350"/>
                  </a:lnTo>
                  <a:lnTo>
                    <a:pt x="30" y="329"/>
                  </a:lnTo>
                  <a:lnTo>
                    <a:pt x="33" y="307"/>
                  </a:lnTo>
                  <a:lnTo>
                    <a:pt x="35" y="284"/>
                  </a:lnTo>
                  <a:lnTo>
                    <a:pt x="35" y="262"/>
                  </a:lnTo>
                  <a:lnTo>
                    <a:pt x="37" y="241"/>
                  </a:lnTo>
                  <a:lnTo>
                    <a:pt x="40" y="220"/>
                  </a:lnTo>
                  <a:lnTo>
                    <a:pt x="42" y="196"/>
                  </a:lnTo>
                  <a:lnTo>
                    <a:pt x="45" y="175"/>
                  </a:lnTo>
                  <a:lnTo>
                    <a:pt x="45" y="154"/>
                  </a:lnTo>
                  <a:lnTo>
                    <a:pt x="47" y="130"/>
                  </a:lnTo>
                  <a:lnTo>
                    <a:pt x="49" y="109"/>
                  </a:lnTo>
                  <a:lnTo>
                    <a:pt x="52" y="87"/>
                  </a:lnTo>
                  <a:lnTo>
                    <a:pt x="52" y="66"/>
                  </a:lnTo>
                  <a:lnTo>
                    <a:pt x="54" y="42"/>
                  </a:lnTo>
                  <a:lnTo>
                    <a:pt x="56" y="21"/>
                  </a:lnTo>
                  <a:lnTo>
                    <a:pt x="59" y="0"/>
                  </a:lnTo>
                  <a:lnTo>
                    <a:pt x="78" y="0"/>
                  </a:lnTo>
                  <a:lnTo>
                    <a:pt x="97" y="2"/>
                  </a:lnTo>
                  <a:lnTo>
                    <a:pt x="116" y="5"/>
                  </a:lnTo>
                  <a:lnTo>
                    <a:pt x="134" y="5"/>
                  </a:lnTo>
                  <a:lnTo>
                    <a:pt x="151" y="7"/>
                  </a:lnTo>
                  <a:lnTo>
                    <a:pt x="170" y="7"/>
                  </a:lnTo>
                  <a:lnTo>
                    <a:pt x="189" y="9"/>
                  </a:lnTo>
                  <a:lnTo>
                    <a:pt x="208" y="12"/>
                  </a:lnTo>
                  <a:lnTo>
                    <a:pt x="227" y="12"/>
                  </a:lnTo>
                  <a:lnTo>
                    <a:pt x="246" y="14"/>
                  </a:lnTo>
                  <a:lnTo>
                    <a:pt x="265" y="14"/>
                  </a:lnTo>
                  <a:lnTo>
                    <a:pt x="283" y="16"/>
                  </a:lnTo>
                  <a:lnTo>
                    <a:pt x="302" y="16"/>
                  </a:lnTo>
                  <a:lnTo>
                    <a:pt x="321" y="19"/>
                  </a:lnTo>
                  <a:lnTo>
                    <a:pt x="340" y="19"/>
                  </a:lnTo>
                  <a:lnTo>
                    <a:pt x="359" y="19"/>
                  </a:lnTo>
                  <a:lnTo>
                    <a:pt x="378" y="21"/>
                  </a:lnTo>
                  <a:lnTo>
                    <a:pt x="397" y="21"/>
                  </a:lnTo>
                  <a:lnTo>
                    <a:pt x="416" y="23"/>
                  </a:lnTo>
                  <a:lnTo>
                    <a:pt x="435" y="23"/>
                  </a:lnTo>
                  <a:lnTo>
                    <a:pt x="454" y="23"/>
                  </a:lnTo>
                  <a:lnTo>
                    <a:pt x="473" y="26"/>
                  </a:lnTo>
                  <a:lnTo>
                    <a:pt x="492" y="26"/>
                  </a:lnTo>
                  <a:lnTo>
                    <a:pt x="511" y="26"/>
                  </a:lnTo>
                  <a:lnTo>
                    <a:pt x="529" y="28"/>
                  </a:lnTo>
                  <a:lnTo>
                    <a:pt x="548" y="28"/>
                  </a:lnTo>
                  <a:lnTo>
                    <a:pt x="567" y="28"/>
                  </a:lnTo>
                  <a:lnTo>
                    <a:pt x="586" y="31"/>
                  </a:lnTo>
                  <a:lnTo>
                    <a:pt x="605" y="31"/>
                  </a:lnTo>
                  <a:lnTo>
                    <a:pt x="624" y="31"/>
                  </a:lnTo>
                  <a:lnTo>
                    <a:pt x="643" y="31"/>
                  </a:lnTo>
                  <a:lnTo>
                    <a:pt x="662" y="33"/>
                  </a:lnTo>
                  <a:lnTo>
                    <a:pt x="662" y="47"/>
                  </a:lnTo>
                  <a:lnTo>
                    <a:pt x="662" y="64"/>
                  </a:lnTo>
                  <a:lnTo>
                    <a:pt x="662" y="78"/>
                  </a:lnTo>
                  <a:lnTo>
                    <a:pt x="660" y="94"/>
                  </a:lnTo>
                  <a:lnTo>
                    <a:pt x="657" y="94"/>
                  </a:lnTo>
                  <a:lnTo>
                    <a:pt x="657" y="97"/>
                  </a:lnTo>
                  <a:lnTo>
                    <a:pt x="657" y="99"/>
                  </a:lnTo>
                  <a:lnTo>
                    <a:pt x="655" y="118"/>
                  </a:lnTo>
                  <a:lnTo>
                    <a:pt x="655" y="135"/>
                  </a:lnTo>
                  <a:lnTo>
                    <a:pt x="655" y="151"/>
                  </a:lnTo>
                  <a:lnTo>
                    <a:pt x="655" y="170"/>
                  </a:lnTo>
                  <a:lnTo>
                    <a:pt x="652" y="187"/>
                  </a:lnTo>
                  <a:lnTo>
                    <a:pt x="652" y="203"/>
                  </a:lnTo>
                  <a:lnTo>
                    <a:pt x="652" y="222"/>
                  </a:lnTo>
                  <a:lnTo>
                    <a:pt x="652" y="239"/>
                  </a:lnTo>
                  <a:lnTo>
                    <a:pt x="652" y="255"/>
                  </a:lnTo>
                  <a:lnTo>
                    <a:pt x="650" y="274"/>
                  </a:lnTo>
                  <a:lnTo>
                    <a:pt x="650" y="291"/>
                  </a:lnTo>
                  <a:lnTo>
                    <a:pt x="650" y="307"/>
                  </a:lnTo>
                  <a:lnTo>
                    <a:pt x="650" y="324"/>
                  </a:lnTo>
                  <a:lnTo>
                    <a:pt x="648" y="343"/>
                  </a:lnTo>
                  <a:lnTo>
                    <a:pt x="648" y="360"/>
                  </a:lnTo>
                  <a:lnTo>
                    <a:pt x="648" y="376"/>
                  </a:lnTo>
                  <a:lnTo>
                    <a:pt x="648" y="395"/>
                  </a:lnTo>
                  <a:lnTo>
                    <a:pt x="645" y="412"/>
                  </a:lnTo>
                  <a:lnTo>
                    <a:pt x="645" y="428"/>
                  </a:lnTo>
                  <a:lnTo>
                    <a:pt x="645" y="447"/>
                  </a:lnTo>
                  <a:lnTo>
                    <a:pt x="645" y="464"/>
                  </a:lnTo>
                  <a:lnTo>
                    <a:pt x="643" y="480"/>
                  </a:lnTo>
                  <a:lnTo>
                    <a:pt x="643" y="499"/>
                  </a:lnTo>
                  <a:lnTo>
                    <a:pt x="643" y="516"/>
                  </a:lnTo>
                  <a:lnTo>
                    <a:pt x="643" y="532"/>
                  </a:lnTo>
                  <a:lnTo>
                    <a:pt x="643" y="551"/>
                  </a:lnTo>
                  <a:lnTo>
                    <a:pt x="641" y="568"/>
                  </a:lnTo>
                  <a:lnTo>
                    <a:pt x="641" y="584"/>
                  </a:lnTo>
                  <a:lnTo>
                    <a:pt x="641" y="603"/>
                  </a:lnTo>
                  <a:lnTo>
                    <a:pt x="641" y="620"/>
                  </a:lnTo>
                  <a:lnTo>
                    <a:pt x="638" y="636"/>
                  </a:lnTo>
                  <a:lnTo>
                    <a:pt x="638" y="655"/>
                  </a:lnTo>
                  <a:lnTo>
                    <a:pt x="615" y="653"/>
                  </a:lnTo>
                  <a:lnTo>
                    <a:pt x="591" y="653"/>
                  </a:lnTo>
                  <a:lnTo>
                    <a:pt x="567" y="653"/>
                  </a:lnTo>
                  <a:lnTo>
                    <a:pt x="544" y="651"/>
                  </a:lnTo>
                  <a:lnTo>
                    <a:pt x="522" y="651"/>
                  </a:lnTo>
                  <a:lnTo>
                    <a:pt x="499" y="651"/>
                  </a:lnTo>
                  <a:lnTo>
                    <a:pt x="475" y="648"/>
                  </a:lnTo>
                  <a:lnTo>
                    <a:pt x="451" y="648"/>
                  </a:lnTo>
                  <a:lnTo>
                    <a:pt x="428" y="646"/>
                  </a:lnTo>
                  <a:lnTo>
                    <a:pt x="404" y="646"/>
                  </a:lnTo>
                  <a:lnTo>
                    <a:pt x="380" y="644"/>
                  </a:lnTo>
                  <a:lnTo>
                    <a:pt x="357" y="644"/>
                  </a:lnTo>
                  <a:lnTo>
                    <a:pt x="333" y="641"/>
                  </a:lnTo>
                  <a:lnTo>
                    <a:pt x="309" y="641"/>
                  </a:lnTo>
                  <a:lnTo>
                    <a:pt x="286" y="639"/>
                  </a:lnTo>
                  <a:lnTo>
                    <a:pt x="262" y="639"/>
                  </a:lnTo>
                  <a:lnTo>
                    <a:pt x="260" y="639"/>
                  </a:lnTo>
                  <a:lnTo>
                    <a:pt x="257" y="639"/>
                  </a:lnTo>
                  <a:lnTo>
                    <a:pt x="257" y="639"/>
                  </a:lnTo>
                  <a:lnTo>
                    <a:pt x="260" y="644"/>
                  </a:lnTo>
                  <a:lnTo>
                    <a:pt x="260" y="646"/>
                  </a:lnTo>
                  <a:lnTo>
                    <a:pt x="262" y="651"/>
                  </a:lnTo>
                  <a:lnTo>
                    <a:pt x="262" y="653"/>
                  </a:lnTo>
                  <a:lnTo>
                    <a:pt x="265" y="655"/>
                  </a:lnTo>
                  <a:lnTo>
                    <a:pt x="262" y="658"/>
                  </a:lnTo>
                  <a:lnTo>
                    <a:pt x="265" y="658"/>
                  </a:lnTo>
                  <a:lnTo>
                    <a:pt x="265" y="660"/>
                  </a:lnTo>
                  <a:lnTo>
                    <a:pt x="267" y="660"/>
                  </a:lnTo>
                  <a:lnTo>
                    <a:pt x="267" y="660"/>
                  </a:lnTo>
                  <a:lnTo>
                    <a:pt x="267" y="660"/>
                  </a:lnTo>
                  <a:lnTo>
                    <a:pt x="269" y="662"/>
                  </a:lnTo>
                  <a:lnTo>
                    <a:pt x="269" y="66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5" name="Freeform 23">
              <a:extLst>
                <a:ext uri="{FF2B5EF4-FFF2-40B4-BE49-F238E27FC236}">
                  <a16:creationId xmlns:a16="http://schemas.microsoft.com/office/drawing/2014/main" id="{3F4B3F56-0B93-4169-9EFB-DB16EE941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1683" y="2034614"/>
              <a:ext cx="721267" cy="523013"/>
            </a:xfrm>
            <a:custGeom>
              <a:avLst/>
              <a:gdLst>
                <a:gd name="T0" fmla="*/ 561 w 764"/>
                <a:gd name="T1" fmla="*/ 554 h 554"/>
                <a:gd name="T2" fmla="*/ 634 w 764"/>
                <a:gd name="T3" fmla="*/ 518 h 554"/>
                <a:gd name="T4" fmla="*/ 663 w 764"/>
                <a:gd name="T5" fmla="*/ 509 h 554"/>
                <a:gd name="T6" fmla="*/ 689 w 764"/>
                <a:gd name="T7" fmla="*/ 487 h 554"/>
                <a:gd name="T8" fmla="*/ 738 w 764"/>
                <a:gd name="T9" fmla="*/ 438 h 554"/>
                <a:gd name="T10" fmla="*/ 724 w 764"/>
                <a:gd name="T11" fmla="*/ 447 h 554"/>
                <a:gd name="T12" fmla="*/ 698 w 764"/>
                <a:gd name="T13" fmla="*/ 469 h 554"/>
                <a:gd name="T14" fmla="*/ 715 w 764"/>
                <a:gd name="T15" fmla="*/ 454 h 554"/>
                <a:gd name="T16" fmla="*/ 726 w 764"/>
                <a:gd name="T17" fmla="*/ 433 h 554"/>
                <a:gd name="T18" fmla="*/ 686 w 764"/>
                <a:gd name="T19" fmla="*/ 464 h 554"/>
                <a:gd name="T20" fmla="*/ 639 w 764"/>
                <a:gd name="T21" fmla="*/ 480 h 554"/>
                <a:gd name="T22" fmla="*/ 622 w 764"/>
                <a:gd name="T23" fmla="*/ 483 h 554"/>
                <a:gd name="T24" fmla="*/ 603 w 764"/>
                <a:gd name="T25" fmla="*/ 499 h 554"/>
                <a:gd name="T26" fmla="*/ 594 w 764"/>
                <a:gd name="T27" fmla="*/ 506 h 554"/>
                <a:gd name="T28" fmla="*/ 580 w 764"/>
                <a:gd name="T29" fmla="*/ 540 h 554"/>
                <a:gd name="T30" fmla="*/ 596 w 764"/>
                <a:gd name="T31" fmla="*/ 525 h 554"/>
                <a:gd name="T32" fmla="*/ 608 w 764"/>
                <a:gd name="T33" fmla="*/ 525 h 554"/>
                <a:gd name="T34" fmla="*/ 656 w 764"/>
                <a:gd name="T35" fmla="*/ 499 h 554"/>
                <a:gd name="T36" fmla="*/ 686 w 764"/>
                <a:gd name="T37" fmla="*/ 487 h 554"/>
                <a:gd name="T38" fmla="*/ 710 w 764"/>
                <a:gd name="T39" fmla="*/ 476 h 554"/>
                <a:gd name="T40" fmla="*/ 741 w 764"/>
                <a:gd name="T41" fmla="*/ 452 h 554"/>
                <a:gd name="T42" fmla="*/ 743 w 764"/>
                <a:gd name="T43" fmla="*/ 409 h 554"/>
                <a:gd name="T44" fmla="*/ 289 w 764"/>
                <a:gd name="T45" fmla="*/ 137 h 554"/>
                <a:gd name="T46" fmla="*/ 301 w 764"/>
                <a:gd name="T47" fmla="*/ 130 h 554"/>
                <a:gd name="T48" fmla="*/ 294 w 764"/>
                <a:gd name="T49" fmla="*/ 132 h 554"/>
                <a:gd name="T50" fmla="*/ 279 w 764"/>
                <a:gd name="T51" fmla="*/ 182 h 554"/>
                <a:gd name="T52" fmla="*/ 563 w 764"/>
                <a:gd name="T53" fmla="*/ 452 h 554"/>
                <a:gd name="T54" fmla="*/ 580 w 764"/>
                <a:gd name="T55" fmla="*/ 504 h 554"/>
                <a:gd name="T56" fmla="*/ 592 w 764"/>
                <a:gd name="T57" fmla="*/ 499 h 554"/>
                <a:gd name="T58" fmla="*/ 599 w 764"/>
                <a:gd name="T59" fmla="*/ 478 h 554"/>
                <a:gd name="T60" fmla="*/ 601 w 764"/>
                <a:gd name="T61" fmla="*/ 440 h 554"/>
                <a:gd name="T62" fmla="*/ 582 w 764"/>
                <a:gd name="T63" fmla="*/ 348 h 554"/>
                <a:gd name="T64" fmla="*/ 582 w 764"/>
                <a:gd name="T65" fmla="*/ 248 h 554"/>
                <a:gd name="T66" fmla="*/ 563 w 764"/>
                <a:gd name="T67" fmla="*/ 168 h 554"/>
                <a:gd name="T68" fmla="*/ 551 w 764"/>
                <a:gd name="T69" fmla="*/ 168 h 554"/>
                <a:gd name="T70" fmla="*/ 547 w 764"/>
                <a:gd name="T71" fmla="*/ 142 h 554"/>
                <a:gd name="T72" fmla="*/ 533 w 764"/>
                <a:gd name="T73" fmla="*/ 116 h 554"/>
                <a:gd name="T74" fmla="*/ 525 w 764"/>
                <a:gd name="T75" fmla="*/ 66 h 554"/>
                <a:gd name="T76" fmla="*/ 518 w 764"/>
                <a:gd name="T77" fmla="*/ 52 h 554"/>
                <a:gd name="T78" fmla="*/ 518 w 764"/>
                <a:gd name="T79" fmla="*/ 35 h 554"/>
                <a:gd name="T80" fmla="*/ 514 w 764"/>
                <a:gd name="T81" fmla="*/ 19 h 554"/>
                <a:gd name="T82" fmla="*/ 473 w 764"/>
                <a:gd name="T83" fmla="*/ 9 h 554"/>
                <a:gd name="T84" fmla="*/ 367 w 764"/>
                <a:gd name="T85" fmla="*/ 40 h 554"/>
                <a:gd name="T86" fmla="*/ 308 w 764"/>
                <a:gd name="T87" fmla="*/ 123 h 554"/>
                <a:gd name="T88" fmla="*/ 275 w 764"/>
                <a:gd name="T89" fmla="*/ 173 h 554"/>
                <a:gd name="T90" fmla="*/ 289 w 764"/>
                <a:gd name="T91" fmla="*/ 170 h 554"/>
                <a:gd name="T92" fmla="*/ 298 w 764"/>
                <a:gd name="T93" fmla="*/ 177 h 554"/>
                <a:gd name="T94" fmla="*/ 282 w 764"/>
                <a:gd name="T95" fmla="*/ 196 h 554"/>
                <a:gd name="T96" fmla="*/ 296 w 764"/>
                <a:gd name="T97" fmla="*/ 215 h 554"/>
                <a:gd name="T98" fmla="*/ 256 w 764"/>
                <a:gd name="T99" fmla="*/ 265 h 554"/>
                <a:gd name="T100" fmla="*/ 234 w 764"/>
                <a:gd name="T101" fmla="*/ 282 h 554"/>
                <a:gd name="T102" fmla="*/ 102 w 764"/>
                <a:gd name="T103" fmla="*/ 291 h 554"/>
                <a:gd name="T104" fmla="*/ 64 w 764"/>
                <a:gd name="T105" fmla="*/ 341 h 554"/>
                <a:gd name="T106" fmla="*/ 62 w 764"/>
                <a:gd name="T107" fmla="*/ 381 h 554"/>
                <a:gd name="T108" fmla="*/ 31 w 764"/>
                <a:gd name="T109" fmla="*/ 419 h 554"/>
                <a:gd name="T110" fmla="*/ 5 w 764"/>
                <a:gd name="T111" fmla="*/ 469 h 554"/>
                <a:gd name="T112" fmla="*/ 161 w 764"/>
                <a:gd name="T113" fmla="*/ 452 h 554"/>
                <a:gd name="T114" fmla="*/ 376 w 764"/>
                <a:gd name="T115" fmla="*/ 407 h 554"/>
                <a:gd name="T116" fmla="*/ 443 w 764"/>
                <a:gd name="T117" fmla="*/ 412 h 554"/>
                <a:gd name="T118" fmla="*/ 454 w 764"/>
                <a:gd name="T119" fmla="*/ 440 h 554"/>
                <a:gd name="T120" fmla="*/ 490 w 764"/>
                <a:gd name="T121" fmla="*/ 457 h 554"/>
                <a:gd name="T122" fmla="*/ 62 w 764"/>
                <a:gd name="T123" fmla="*/ 3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4" h="554">
                  <a:moveTo>
                    <a:pt x="570" y="532"/>
                  </a:moveTo>
                  <a:lnTo>
                    <a:pt x="570" y="532"/>
                  </a:lnTo>
                  <a:lnTo>
                    <a:pt x="568" y="535"/>
                  </a:lnTo>
                  <a:lnTo>
                    <a:pt x="568" y="535"/>
                  </a:lnTo>
                  <a:lnTo>
                    <a:pt x="566" y="535"/>
                  </a:lnTo>
                  <a:lnTo>
                    <a:pt x="563" y="535"/>
                  </a:lnTo>
                  <a:lnTo>
                    <a:pt x="563" y="535"/>
                  </a:lnTo>
                  <a:lnTo>
                    <a:pt x="561" y="537"/>
                  </a:lnTo>
                  <a:lnTo>
                    <a:pt x="563" y="540"/>
                  </a:lnTo>
                  <a:lnTo>
                    <a:pt x="563" y="544"/>
                  </a:lnTo>
                  <a:lnTo>
                    <a:pt x="563" y="544"/>
                  </a:lnTo>
                  <a:lnTo>
                    <a:pt x="561" y="547"/>
                  </a:lnTo>
                  <a:lnTo>
                    <a:pt x="561" y="547"/>
                  </a:lnTo>
                  <a:lnTo>
                    <a:pt x="561" y="547"/>
                  </a:lnTo>
                  <a:lnTo>
                    <a:pt x="561" y="549"/>
                  </a:lnTo>
                  <a:lnTo>
                    <a:pt x="561" y="549"/>
                  </a:lnTo>
                  <a:lnTo>
                    <a:pt x="561" y="554"/>
                  </a:lnTo>
                  <a:lnTo>
                    <a:pt x="570" y="544"/>
                  </a:lnTo>
                  <a:lnTo>
                    <a:pt x="575" y="540"/>
                  </a:lnTo>
                  <a:lnTo>
                    <a:pt x="573" y="532"/>
                  </a:lnTo>
                  <a:lnTo>
                    <a:pt x="570" y="532"/>
                  </a:lnTo>
                  <a:close/>
                  <a:moveTo>
                    <a:pt x="648" y="514"/>
                  </a:moveTo>
                  <a:lnTo>
                    <a:pt x="648" y="514"/>
                  </a:lnTo>
                  <a:lnTo>
                    <a:pt x="648" y="511"/>
                  </a:lnTo>
                  <a:lnTo>
                    <a:pt x="648" y="511"/>
                  </a:lnTo>
                  <a:lnTo>
                    <a:pt x="648" y="511"/>
                  </a:lnTo>
                  <a:lnTo>
                    <a:pt x="646" y="514"/>
                  </a:lnTo>
                  <a:lnTo>
                    <a:pt x="641" y="514"/>
                  </a:lnTo>
                  <a:lnTo>
                    <a:pt x="639" y="514"/>
                  </a:lnTo>
                  <a:lnTo>
                    <a:pt x="639" y="516"/>
                  </a:lnTo>
                  <a:lnTo>
                    <a:pt x="639" y="516"/>
                  </a:lnTo>
                  <a:lnTo>
                    <a:pt x="637" y="518"/>
                  </a:lnTo>
                  <a:lnTo>
                    <a:pt x="637" y="518"/>
                  </a:lnTo>
                  <a:lnTo>
                    <a:pt x="634" y="518"/>
                  </a:lnTo>
                  <a:lnTo>
                    <a:pt x="622" y="525"/>
                  </a:lnTo>
                  <a:lnTo>
                    <a:pt x="625" y="525"/>
                  </a:lnTo>
                  <a:lnTo>
                    <a:pt x="637" y="521"/>
                  </a:lnTo>
                  <a:lnTo>
                    <a:pt x="641" y="516"/>
                  </a:lnTo>
                  <a:lnTo>
                    <a:pt x="648" y="514"/>
                  </a:lnTo>
                  <a:lnTo>
                    <a:pt x="648" y="514"/>
                  </a:lnTo>
                  <a:close/>
                  <a:moveTo>
                    <a:pt x="689" y="487"/>
                  </a:moveTo>
                  <a:lnTo>
                    <a:pt x="684" y="492"/>
                  </a:lnTo>
                  <a:lnTo>
                    <a:pt x="679" y="495"/>
                  </a:lnTo>
                  <a:lnTo>
                    <a:pt x="679" y="495"/>
                  </a:lnTo>
                  <a:lnTo>
                    <a:pt x="677" y="497"/>
                  </a:lnTo>
                  <a:lnTo>
                    <a:pt x="674" y="497"/>
                  </a:lnTo>
                  <a:lnTo>
                    <a:pt x="672" y="499"/>
                  </a:lnTo>
                  <a:lnTo>
                    <a:pt x="672" y="499"/>
                  </a:lnTo>
                  <a:lnTo>
                    <a:pt x="670" y="502"/>
                  </a:lnTo>
                  <a:lnTo>
                    <a:pt x="667" y="504"/>
                  </a:lnTo>
                  <a:lnTo>
                    <a:pt x="663" y="509"/>
                  </a:lnTo>
                  <a:lnTo>
                    <a:pt x="653" y="511"/>
                  </a:lnTo>
                  <a:lnTo>
                    <a:pt x="651" y="514"/>
                  </a:lnTo>
                  <a:lnTo>
                    <a:pt x="648" y="516"/>
                  </a:lnTo>
                  <a:lnTo>
                    <a:pt x="646" y="516"/>
                  </a:lnTo>
                  <a:lnTo>
                    <a:pt x="646" y="516"/>
                  </a:lnTo>
                  <a:lnTo>
                    <a:pt x="651" y="516"/>
                  </a:lnTo>
                  <a:lnTo>
                    <a:pt x="658" y="511"/>
                  </a:lnTo>
                  <a:lnTo>
                    <a:pt x="667" y="504"/>
                  </a:lnTo>
                  <a:lnTo>
                    <a:pt x="670" y="504"/>
                  </a:lnTo>
                  <a:lnTo>
                    <a:pt x="672" y="502"/>
                  </a:lnTo>
                  <a:lnTo>
                    <a:pt x="677" y="497"/>
                  </a:lnTo>
                  <a:lnTo>
                    <a:pt x="684" y="492"/>
                  </a:lnTo>
                  <a:lnTo>
                    <a:pt x="686" y="492"/>
                  </a:lnTo>
                  <a:lnTo>
                    <a:pt x="686" y="490"/>
                  </a:lnTo>
                  <a:lnTo>
                    <a:pt x="691" y="487"/>
                  </a:lnTo>
                  <a:lnTo>
                    <a:pt x="691" y="487"/>
                  </a:lnTo>
                  <a:lnTo>
                    <a:pt x="689" y="487"/>
                  </a:lnTo>
                  <a:close/>
                  <a:moveTo>
                    <a:pt x="764" y="431"/>
                  </a:moveTo>
                  <a:lnTo>
                    <a:pt x="762" y="431"/>
                  </a:lnTo>
                  <a:lnTo>
                    <a:pt x="760" y="431"/>
                  </a:lnTo>
                  <a:lnTo>
                    <a:pt x="760" y="433"/>
                  </a:lnTo>
                  <a:lnTo>
                    <a:pt x="760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5" y="433"/>
                  </a:lnTo>
                  <a:lnTo>
                    <a:pt x="755" y="435"/>
                  </a:lnTo>
                  <a:lnTo>
                    <a:pt x="753" y="435"/>
                  </a:lnTo>
                  <a:lnTo>
                    <a:pt x="753" y="438"/>
                  </a:lnTo>
                  <a:lnTo>
                    <a:pt x="750" y="440"/>
                  </a:lnTo>
                  <a:lnTo>
                    <a:pt x="745" y="443"/>
                  </a:lnTo>
                  <a:lnTo>
                    <a:pt x="745" y="445"/>
                  </a:lnTo>
                  <a:lnTo>
                    <a:pt x="743" y="443"/>
                  </a:lnTo>
                  <a:lnTo>
                    <a:pt x="743" y="443"/>
                  </a:lnTo>
                  <a:lnTo>
                    <a:pt x="738" y="438"/>
                  </a:lnTo>
                  <a:lnTo>
                    <a:pt x="736" y="438"/>
                  </a:lnTo>
                  <a:lnTo>
                    <a:pt x="736" y="440"/>
                  </a:lnTo>
                  <a:lnTo>
                    <a:pt x="736" y="443"/>
                  </a:lnTo>
                  <a:lnTo>
                    <a:pt x="736" y="445"/>
                  </a:lnTo>
                  <a:lnTo>
                    <a:pt x="731" y="443"/>
                  </a:lnTo>
                  <a:lnTo>
                    <a:pt x="731" y="443"/>
                  </a:lnTo>
                  <a:lnTo>
                    <a:pt x="731" y="443"/>
                  </a:lnTo>
                  <a:lnTo>
                    <a:pt x="731" y="445"/>
                  </a:lnTo>
                  <a:lnTo>
                    <a:pt x="731" y="445"/>
                  </a:lnTo>
                  <a:lnTo>
                    <a:pt x="729" y="445"/>
                  </a:lnTo>
                  <a:lnTo>
                    <a:pt x="726" y="447"/>
                  </a:lnTo>
                  <a:lnTo>
                    <a:pt x="726" y="447"/>
                  </a:lnTo>
                  <a:lnTo>
                    <a:pt x="724" y="447"/>
                  </a:lnTo>
                  <a:lnTo>
                    <a:pt x="724" y="445"/>
                  </a:lnTo>
                  <a:lnTo>
                    <a:pt x="724" y="445"/>
                  </a:lnTo>
                  <a:lnTo>
                    <a:pt x="722" y="445"/>
                  </a:lnTo>
                  <a:lnTo>
                    <a:pt x="724" y="447"/>
                  </a:lnTo>
                  <a:lnTo>
                    <a:pt x="722" y="450"/>
                  </a:lnTo>
                  <a:lnTo>
                    <a:pt x="719" y="452"/>
                  </a:lnTo>
                  <a:lnTo>
                    <a:pt x="717" y="457"/>
                  </a:lnTo>
                  <a:lnTo>
                    <a:pt x="715" y="459"/>
                  </a:lnTo>
                  <a:lnTo>
                    <a:pt x="715" y="461"/>
                  </a:lnTo>
                  <a:lnTo>
                    <a:pt x="717" y="461"/>
                  </a:lnTo>
                  <a:lnTo>
                    <a:pt x="715" y="464"/>
                  </a:lnTo>
                  <a:lnTo>
                    <a:pt x="712" y="464"/>
                  </a:lnTo>
                  <a:lnTo>
                    <a:pt x="710" y="466"/>
                  </a:lnTo>
                  <a:lnTo>
                    <a:pt x="710" y="466"/>
                  </a:lnTo>
                  <a:lnTo>
                    <a:pt x="708" y="466"/>
                  </a:lnTo>
                  <a:lnTo>
                    <a:pt x="705" y="466"/>
                  </a:lnTo>
                  <a:lnTo>
                    <a:pt x="703" y="469"/>
                  </a:lnTo>
                  <a:lnTo>
                    <a:pt x="703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698" y="469"/>
                  </a:lnTo>
                  <a:lnTo>
                    <a:pt x="700" y="466"/>
                  </a:lnTo>
                  <a:lnTo>
                    <a:pt x="700" y="464"/>
                  </a:lnTo>
                  <a:lnTo>
                    <a:pt x="703" y="461"/>
                  </a:lnTo>
                  <a:lnTo>
                    <a:pt x="705" y="461"/>
                  </a:lnTo>
                  <a:lnTo>
                    <a:pt x="705" y="459"/>
                  </a:lnTo>
                  <a:lnTo>
                    <a:pt x="705" y="457"/>
                  </a:lnTo>
                  <a:lnTo>
                    <a:pt x="705" y="457"/>
                  </a:lnTo>
                  <a:lnTo>
                    <a:pt x="708" y="457"/>
                  </a:lnTo>
                  <a:lnTo>
                    <a:pt x="708" y="454"/>
                  </a:lnTo>
                  <a:lnTo>
                    <a:pt x="708" y="454"/>
                  </a:lnTo>
                  <a:lnTo>
                    <a:pt x="708" y="454"/>
                  </a:lnTo>
                  <a:lnTo>
                    <a:pt x="710" y="454"/>
                  </a:lnTo>
                  <a:lnTo>
                    <a:pt x="710" y="452"/>
                  </a:lnTo>
                  <a:lnTo>
                    <a:pt x="712" y="452"/>
                  </a:lnTo>
                  <a:lnTo>
                    <a:pt x="712" y="452"/>
                  </a:lnTo>
                  <a:lnTo>
                    <a:pt x="712" y="454"/>
                  </a:lnTo>
                  <a:lnTo>
                    <a:pt x="715" y="454"/>
                  </a:lnTo>
                  <a:lnTo>
                    <a:pt x="715" y="452"/>
                  </a:lnTo>
                  <a:lnTo>
                    <a:pt x="715" y="452"/>
                  </a:lnTo>
                  <a:lnTo>
                    <a:pt x="712" y="450"/>
                  </a:lnTo>
                  <a:lnTo>
                    <a:pt x="712" y="450"/>
                  </a:lnTo>
                  <a:lnTo>
                    <a:pt x="715" y="447"/>
                  </a:lnTo>
                  <a:lnTo>
                    <a:pt x="715" y="447"/>
                  </a:lnTo>
                  <a:lnTo>
                    <a:pt x="717" y="447"/>
                  </a:lnTo>
                  <a:lnTo>
                    <a:pt x="717" y="445"/>
                  </a:lnTo>
                  <a:lnTo>
                    <a:pt x="717" y="445"/>
                  </a:lnTo>
                  <a:lnTo>
                    <a:pt x="715" y="445"/>
                  </a:lnTo>
                  <a:lnTo>
                    <a:pt x="715" y="445"/>
                  </a:lnTo>
                  <a:lnTo>
                    <a:pt x="715" y="445"/>
                  </a:lnTo>
                  <a:lnTo>
                    <a:pt x="719" y="435"/>
                  </a:lnTo>
                  <a:lnTo>
                    <a:pt x="722" y="433"/>
                  </a:lnTo>
                  <a:lnTo>
                    <a:pt x="724" y="435"/>
                  </a:lnTo>
                  <a:lnTo>
                    <a:pt x="724" y="435"/>
                  </a:lnTo>
                  <a:lnTo>
                    <a:pt x="726" y="433"/>
                  </a:lnTo>
                  <a:lnTo>
                    <a:pt x="726" y="431"/>
                  </a:lnTo>
                  <a:lnTo>
                    <a:pt x="726" y="431"/>
                  </a:lnTo>
                  <a:lnTo>
                    <a:pt x="726" y="428"/>
                  </a:lnTo>
                  <a:lnTo>
                    <a:pt x="726" y="428"/>
                  </a:lnTo>
                  <a:lnTo>
                    <a:pt x="724" y="428"/>
                  </a:lnTo>
                  <a:lnTo>
                    <a:pt x="722" y="428"/>
                  </a:lnTo>
                  <a:lnTo>
                    <a:pt x="719" y="433"/>
                  </a:lnTo>
                  <a:lnTo>
                    <a:pt x="717" y="435"/>
                  </a:lnTo>
                  <a:lnTo>
                    <a:pt x="715" y="438"/>
                  </a:lnTo>
                  <a:lnTo>
                    <a:pt x="715" y="440"/>
                  </a:lnTo>
                  <a:lnTo>
                    <a:pt x="710" y="443"/>
                  </a:lnTo>
                  <a:lnTo>
                    <a:pt x="710" y="443"/>
                  </a:lnTo>
                  <a:lnTo>
                    <a:pt x="708" y="447"/>
                  </a:lnTo>
                  <a:lnTo>
                    <a:pt x="703" y="450"/>
                  </a:lnTo>
                  <a:lnTo>
                    <a:pt x="698" y="457"/>
                  </a:lnTo>
                  <a:lnTo>
                    <a:pt x="696" y="459"/>
                  </a:lnTo>
                  <a:lnTo>
                    <a:pt x="686" y="464"/>
                  </a:lnTo>
                  <a:lnTo>
                    <a:pt x="670" y="466"/>
                  </a:lnTo>
                  <a:lnTo>
                    <a:pt x="656" y="471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3" y="473"/>
                  </a:lnTo>
                  <a:lnTo>
                    <a:pt x="653" y="471"/>
                  </a:lnTo>
                  <a:lnTo>
                    <a:pt x="651" y="471"/>
                  </a:lnTo>
                  <a:lnTo>
                    <a:pt x="651" y="471"/>
                  </a:lnTo>
                  <a:lnTo>
                    <a:pt x="648" y="473"/>
                  </a:lnTo>
                  <a:lnTo>
                    <a:pt x="648" y="476"/>
                  </a:lnTo>
                  <a:lnTo>
                    <a:pt x="648" y="478"/>
                  </a:lnTo>
                  <a:lnTo>
                    <a:pt x="648" y="478"/>
                  </a:lnTo>
                  <a:lnTo>
                    <a:pt x="644" y="480"/>
                  </a:lnTo>
                  <a:lnTo>
                    <a:pt x="641" y="483"/>
                  </a:lnTo>
                  <a:lnTo>
                    <a:pt x="641" y="480"/>
                  </a:lnTo>
                  <a:lnTo>
                    <a:pt x="639" y="480"/>
                  </a:lnTo>
                  <a:lnTo>
                    <a:pt x="639" y="480"/>
                  </a:lnTo>
                  <a:lnTo>
                    <a:pt x="637" y="480"/>
                  </a:lnTo>
                  <a:lnTo>
                    <a:pt x="627" y="480"/>
                  </a:lnTo>
                  <a:lnTo>
                    <a:pt x="625" y="480"/>
                  </a:lnTo>
                  <a:lnTo>
                    <a:pt x="625" y="483"/>
                  </a:lnTo>
                  <a:lnTo>
                    <a:pt x="627" y="483"/>
                  </a:lnTo>
                  <a:lnTo>
                    <a:pt x="630" y="483"/>
                  </a:lnTo>
                  <a:lnTo>
                    <a:pt x="630" y="483"/>
                  </a:lnTo>
                  <a:lnTo>
                    <a:pt x="632" y="483"/>
                  </a:lnTo>
                  <a:lnTo>
                    <a:pt x="632" y="485"/>
                  </a:lnTo>
                  <a:lnTo>
                    <a:pt x="630" y="485"/>
                  </a:lnTo>
                  <a:lnTo>
                    <a:pt x="630" y="485"/>
                  </a:lnTo>
                  <a:lnTo>
                    <a:pt x="627" y="485"/>
                  </a:lnTo>
                  <a:lnTo>
                    <a:pt x="625" y="487"/>
                  </a:lnTo>
                  <a:lnTo>
                    <a:pt x="625" y="485"/>
                  </a:lnTo>
                  <a:lnTo>
                    <a:pt x="622" y="485"/>
                  </a:lnTo>
                  <a:lnTo>
                    <a:pt x="622" y="483"/>
                  </a:lnTo>
                  <a:lnTo>
                    <a:pt x="622" y="483"/>
                  </a:lnTo>
                  <a:lnTo>
                    <a:pt x="620" y="483"/>
                  </a:lnTo>
                  <a:lnTo>
                    <a:pt x="618" y="485"/>
                  </a:lnTo>
                  <a:lnTo>
                    <a:pt x="620" y="485"/>
                  </a:lnTo>
                  <a:lnTo>
                    <a:pt x="620" y="487"/>
                  </a:lnTo>
                  <a:lnTo>
                    <a:pt x="622" y="487"/>
                  </a:lnTo>
                  <a:lnTo>
                    <a:pt x="620" y="490"/>
                  </a:lnTo>
                  <a:lnTo>
                    <a:pt x="618" y="490"/>
                  </a:lnTo>
                  <a:lnTo>
                    <a:pt x="618" y="490"/>
                  </a:lnTo>
                  <a:lnTo>
                    <a:pt x="618" y="487"/>
                  </a:lnTo>
                  <a:lnTo>
                    <a:pt x="618" y="487"/>
                  </a:lnTo>
                  <a:lnTo>
                    <a:pt x="613" y="487"/>
                  </a:lnTo>
                  <a:lnTo>
                    <a:pt x="606" y="490"/>
                  </a:lnTo>
                  <a:lnTo>
                    <a:pt x="603" y="495"/>
                  </a:lnTo>
                  <a:lnTo>
                    <a:pt x="608" y="502"/>
                  </a:lnTo>
                  <a:lnTo>
                    <a:pt x="606" y="502"/>
                  </a:lnTo>
                  <a:lnTo>
                    <a:pt x="603" y="499"/>
                  </a:lnTo>
                  <a:lnTo>
                    <a:pt x="601" y="497"/>
                  </a:lnTo>
                  <a:lnTo>
                    <a:pt x="599" y="497"/>
                  </a:lnTo>
                  <a:lnTo>
                    <a:pt x="599" y="497"/>
                  </a:lnTo>
                  <a:lnTo>
                    <a:pt x="599" y="499"/>
                  </a:lnTo>
                  <a:lnTo>
                    <a:pt x="599" y="502"/>
                  </a:lnTo>
                  <a:lnTo>
                    <a:pt x="601" y="502"/>
                  </a:lnTo>
                  <a:lnTo>
                    <a:pt x="601" y="502"/>
                  </a:lnTo>
                  <a:lnTo>
                    <a:pt x="601" y="504"/>
                  </a:lnTo>
                  <a:lnTo>
                    <a:pt x="601" y="504"/>
                  </a:lnTo>
                  <a:lnTo>
                    <a:pt x="601" y="504"/>
                  </a:lnTo>
                  <a:lnTo>
                    <a:pt x="599" y="504"/>
                  </a:lnTo>
                  <a:lnTo>
                    <a:pt x="599" y="502"/>
                  </a:lnTo>
                  <a:lnTo>
                    <a:pt x="596" y="502"/>
                  </a:lnTo>
                  <a:lnTo>
                    <a:pt x="596" y="504"/>
                  </a:lnTo>
                  <a:lnTo>
                    <a:pt x="596" y="506"/>
                  </a:lnTo>
                  <a:lnTo>
                    <a:pt x="596" y="509"/>
                  </a:lnTo>
                  <a:lnTo>
                    <a:pt x="594" y="506"/>
                  </a:lnTo>
                  <a:lnTo>
                    <a:pt x="592" y="506"/>
                  </a:lnTo>
                  <a:lnTo>
                    <a:pt x="589" y="509"/>
                  </a:lnTo>
                  <a:lnTo>
                    <a:pt x="589" y="511"/>
                  </a:lnTo>
                  <a:lnTo>
                    <a:pt x="585" y="511"/>
                  </a:lnTo>
                  <a:lnTo>
                    <a:pt x="582" y="514"/>
                  </a:lnTo>
                  <a:lnTo>
                    <a:pt x="580" y="523"/>
                  </a:lnTo>
                  <a:lnTo>
                    <a:pt x="580" y="523"/>
                  </a:lnTo>
                  <a:lnTo>
                    <a:pt x="577" y="523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7" y="525"/>
                  </a:lnTo>
                  <a:lnTo>
                    <a:pt x="575" y="530"/>
                  </a:lnTo>
                  <a:lnTo>
                    <a:pt x="575" y="530"/>
                  </a:lnTo>
                  <a:lnTo>
                    <a:pt x="577" y="535"/>
                  </a:lnTo>
                  <a:lnTo>
                    <a:pt x="580" y="537"/>
                  </a:lnTo>
                  <a:lnTo>
                    <a:pt x="580" y="540"/>
                  </a:lnTo>
                  <a:lnTo>
                    <a:pt x="582" y="537"/>
                  </a:lnTo>
                  <a:lnTo>
                    <a:pt x="587" y="537"/>
                  </a:lnTo>
                  <a:lnTo>
                    <a:pt x="587" y="535"/>
                  </a:lnTo>
                  <a:lnTo>
                    <a:pt x="587" y="535"/>
                  </a:lnTo>
                  <a:lnTo>
                    <a:pt x="589" y="535"/>
                  </a:lnTo>
                  <a:lnTo>
                    <a:pt x="589" y="535"/>
                  </a:lnTo>
                  <a:lnTo>
                    <a:pt x="589" y="535"/>
                  </a:lnTo>
                  <a:lnTo>
                    <a:pt x="592" y="535"/>
                  </a:lnTo>
                  <a:lnTo>
                    <a:pt x="592" y="532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92" y="528"/>
                  </a:lnTo>
                  <a:lnTo>
                    <a:pt x="592" y="525"/>
                  </a:lnTo>
                  <a:lnTo>
                    <a:pt x="594" y="525"/>
                  </a:lnTo>
                  <a:lnTo>
                    <a:pt x="596" y="525"/>
                  </a:lnTo>
                  <a:lnTo>
                    <a:pt x="599" y="525"/>
                  </a:lnTo>
                  <a:lnTo>
                    <a:pt x="601" y="525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28"/>
                  </a:lnTo>
                  <a:lnTo>
                    <a:pt x="601" y="530"/>
                  </a:lnTo>
                  <a:lnTo>
                    <a:pt x="589" y="537"/>
                  </a:lnTo>
                  <a:lnTo>
                    <a:pt x="587" y="540"/>
                  </a:lnTo>
                  <a:lnTo>
                    <a:pt x="592" y="540"/>
                  </a:lnTo>
                  <a:lnTo>
                    <a:pt x="603" y="530"/>
                  </a:lnTo>
                  <a:lnTo>
                    <a:pt x="620" y="528"/>
                  </a:lnTo>
                  <a:lnTo>
                    <a:pt x="620" y="525"/>
                  </a:lnTo>
                  <a:lnTo>
                    <a:pt x="618" y="525"/>
                  </a:lnTo>
                  <a:lnTo>
                    <a:pt x="611" y="530"/>
                  </a:lnTo>
                  <a:lnTo>
                    <a:pt x="608" y="528"/>
                  </a:lnTo>
                  <a:lnTo>
                    <a:pt x="608" y="525"/>
                  </a:lnTo>
                  <a:lnTo>
                    <a:pt x="611" y="525"/>
                  </a:lnTo>
                  <a:lnTo>
                    <a:pt x="615" y="523"/>
                  </a:lnTo>
                  <a:lnTo>
                    <a:pt x="625" y="518"/>
                  </a:lnTo>
                  <a:lnTo>
                    <a:pt x="634" y="516"/>
                  </a:lnTo>
                  <a:lnTo>
                    <a:pt x="637" y="514"/>
                  </a:lnTo>
                  <a:lnTo>
                    <a:pt x="639" y="511"/>
                  </a:lnTo>
                  <a:lnTo>
                    <a:pt x="646" y="509"/>
                  </a:lnTo>
                  <a:lnTo>
                    <a:pt x="646" y="506"/>
                  </a:lnTo>
                  <a:lnTo>
                    <a:pt x="646" y="506"/>
                  </a:lnTo>
                  <a:lnTo>
                    <a:pt x="648" y="504"/>
                  </a:lnTo>
                  <a:lnTo>
                    <a:pt x="648" y="504"/>
                  </a:lnTo>
                  <a:lnTo>
                    <a:pt x="653" y="504"/>
                  </a:lnTo>
                  <a:lnTo>
                    <a:pt x="656" y="504"/>
                  </a:lnTo>
                  <a:lnTo>
                    <a:pt x="658" y="504"/>
                  </a:lnTo>
                  <a:lnTo>
                    <a:pt x="658" y="502"/>
                  </a:lnTo>
                  <a:lnTo>
                    <a:pt x="656" y="502"/>
                  </a:lnTo>
                  <a:lnTo>
                    <a:pt x="656" y="499"/>
                  </a:lnTo>
                  <a:lnTo>
                    <a:pt x="658" y="499"/>
                  </a:lnTo>
                  <a:lnTo>
                    <a:pt x="658" y="499"/>
                  </a:lnTo>
                  <a:lnTo>
                    <a:pt x="660" y="499"/>
                  </a:lnTo>
                  <a:lnTo>
                    <a:pt x="660" y="499"/>
                  </a:lnTo>
                  <a:lnTo>
                    <a:pt x="663" y="499"/>
                  </a:lnTo>
                  <a:lnTo>
                    <a:pt x="665" y="497"/>
                  </a:lnTo>
                  <a:lnTo>
                    <a:pt x="667" y="497"/>
                  </a:lnTo>
                  <a:lnTo>
                    <a:pt x="667" y="495"/>
                  </a:lnTo>
                  <a:lnTo>
                    <a:pt x="674" y="495"/>
                  </a:lnTo>
                  <a:lnTo>
                    <a:pt x="677" y="492"/>
                  </a:lnTo>
                  <a:lnTo>
                    <a:pt x="677" y="490"/>
                  </a:lnTo>
                  <a:lnTo>
                    <a:pt x="679" y="490"/>
                  </a:lnTo>
                  <a:lnTo>
                    <a:pt x="682" y="490"/>
                  </a:lnTo>
                  <a:lnTo>
                    <a:pt x="682" y="490"/>
                  </a:lnTo>
                  <a:lnTo>
                    <a:pt x="684" y="490"/>
                  </a:lnTo>
                  <a:lnTo>
                    <a:pt x="686" y="487"/>
                  </a:lnTo>
                  <a:lnTo>
                    <a:pt x="686" y="487"/>
                  </a:lnTo>
                  <a:lnTo>
                    <a:pt x="684" y="485"/>
                  </a:lnTo>
                  <a:lnTo>
                    <a:pt x="686" y="485"/>
                  </a:lnTo>
                  <a:lnTo>
                    <a:pt x="698" y="480"/>
                  </a:lnTo>
                  <a:lnTo>
                    <a:pt x="700" y="480"/>
                  </a:lnTo>
                  <a:lnTo>
                    <a:pt x="698" y="480"/>
                  </a:lnTo>
                  <a:lnTo>
                    <a:pt x="698" y="483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7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3" y="485"/>
                  </a:lnTo>
                  <a:lnTo>
                    <a:pt x="696" y="485"/>
                  </a:lnTo>
                  <a:lnTo>
                    <a:pt x="705" y="478"/>
                  </a:lnTo>
                  <a:lnTo>
                    <a:pt x="710" y="476"/>
                  </a:lnTo>
                  <a:lnTo>
                    <a:pt x="712" y="473"/>
                  </a:lnTo>
                  <a:lnTo>
                    <a:pt x="715" y="471"/>
                  </a:lnTo>
                  <a:lnTo>
                    <a:pt x="712" y="471"/>
                  </a:lnTo>
                  <a:lnTo>
                    <a:pt x="712" y="469"/>
                  </a:lnTo>
                  <a:lnTo>
                    <a:pt x="712" y="469"/>
                  </a:lnTo>
                  <a:lnTo>
                    <a:pt x="712" y="466"/>
                  </a:lnTo>
                  <a:lnTo>
                    <a:pt x="712" y="466"/>
                  </a:lnTo>
                  <a:lnTo>
                    <a:pt x="715" y="466"/>
                  </a:lnTo>
                  <a:lnTo>
                    <a:pt x="717" y="466"/>
                  </a:lnTo>
                  <a:lnTo>
                    <a:pt x="717" y="469"/>
                  </a:lnTo>
                  <a:lnTo>
                    <a:pt x="717" y="471"/>
                  </a:lnTo>
                  <a:lnTo>
                    <a:pt x="717" y="469"/>
                  </a:lnTo>
                  <a:lnTo>
                    <a:pt x="722" y="466"/>
                  </a:lnTo>
                  <a:lnTo>
                    <a:pt x="724" y="466"/>
                  </a:lnTo>
                  <a:lnTo>
                    <a:pt x="729" y="461"/>
                  </a:lnTo>
                  <a:lnTo>
                    <a:pt x="736" y="454"/>
                  </a:lnTo>
                  <a:lnTo>
                    <a:pt x="741" y="452"/>
                  </a:lnTo>
                  <a:lnTo>
                    <a:pt x="748" y="445"/>
                  </a:lnTo>
                  <a:lnTo>
                    <a:pt x="753" y="443"/>
                  </a:lnTo>
                  <a:lnTo>
                    <a:pt x="762" y="433"/>
                  </a:lnTo>
                  <a:lnTo>
                    <a:pt x="764" y="433"/>
                  </a:lnTo>
                  <a:lnTo>
                    <a:pt x="764" y="431"/>
                  </a:lnTo>
                  <a:lnTo>
                    <a:pt x="764" y="431"/>
                  </a:lnTo>
                  <a:lnTo>
                    <a:pt x="764" y="431"/>
                  </a:lnTo>
                  <a:close/>
                  <a:moveTo>
                    <a:pt x="745" y="412"/>
                  </a:moveTo>
                  <a:lnTo>
                    <a:pt x="745" y="412"/>
                  </a:lnTo>
                  <a:lnTo>
                    <a:pt x="748" y="409"/>
                  </a:lnTo>
                  <a:lnTo>
                    <a:pt x="748" y="407"/>
                  </a:lnTo>
                  <a:lnTo>
                    <a:pt x="750" y="407"/>
                  </a:lnTo>
                  <a:lnTo>
                    <a:pt x="750" y="407"/>
                  </a:lnTo>
                  <a:lnTo>
                    <a:pt x="750" y="407"/>
                  </a:lnTo>
                  <a:lnTo>
                    <a:pt x="750" y="405"/>
                  </a:lnTo>
                  <a:lnTo>
                    <a:pt x="743" y="409"/>
                  </a:lnTo>
                  <a:lnTo>
                    <a:pt x="743" y="409"/>
                  </a:lnTo>
                  <a:lnTo>
                    <a:pt x="743" y="412"/>
                  </a:lnTo>
                  <a:lnTo>
                    <a:pt x="743" y="412"/>
                  </a:lnTo>
                  <a:lnTo>
                    <a:pt x="745" y="412"/>
                  </a:lnTo>
                  <a:close/>
                  <a:moveTo>
                    <a:pt x="537" y="90"/>
                  </a:moveTo>
                  <a:lnTo>
                    <a:pt x="537" y="90"/>
                  </a:lnTo>
                  <a:lnTo>
                    <a:pt x="537" y="90"/>
                  </a:lnTo>
                  <a:lnTo>
                    <a:pt x="537" y="90"/>
                  </a:lnTo>
                  <a:close/>
                  <a:moveTo>
                    <a:pt x="282" y="144"/>
                  </a:moveTo>
                  <a:lnTo>
                    <a:pt x="284" y="144"/>
                  </a:lnTo>
                  <a:lnTo>
                    <a:pt x="284" y="144"/>
                  </a:lnTo>
                  <a:lnTo>
                    <a:pt x="289" y="142"/>
                  </a:lnTo>
                  <a:lnTo>
                    <a:pt x="289" y="140"/>
                  </a:lnTo>
                  <a:lnTo>
                    <a:pt x="289" y="140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9" y="137"/>
                  </a:lnTo>
                  <a:lnTo>
                    <a:pt x="287" y="140"/>
                  </a:lnTo>
                  <a:lnTo>
                    <a:pt x="287" y="140"/>
                  </a:lnTo>
                  <a:lnTo>
                    <a:pt x="284" y="140"/>
                  </a:lnTo>
                  <a:lnTo>
                    <a:pt x="282" y="142"/>
                  </a:lnTo>
                  <a:lnTo>
                    <a:pt x="282" y="142"/>
                  </a:lnTo>
                  <a:lnTo>
                    <a:pt x="282" y="142"/>
                  </a:lnTo>
                  <a:lnTo>
                    <a:pt x="282" y="144"/>
                  </a:lnTo>
                  <a:lnTo>
                    <a:pt x="282" y="144"/>
                  </a:lnTo>
                  <a:close/>
                  <a:moveTo>
                    <a:pt x="291" y="135"/>
                  </a:moveTo>
                  <a:lnTo>
                    <a:pt x="291" y="137"/>
                  </a:lnTo>
                  <a:lnTo>
                    <a:pt x="291" y="137"/>
                  </a:lnTo>
                  <a:lnTo>
                    <a:pt x="294" y="140"/>
                  </a:lnTo>
                  <a:lnTo>
                    <a:pt x="294" y="137"/>
                  </a:lnTo>
                  <a:lnTo>
                    <a:pt x="296" y="135"/>
                  </a:lnTo>
                  <a:lnTo>
                    <a:pt x="298" y="135"/>
                  </a:lnTo>
                  <a:lnTo>
                    <a:pt x="298" y="132"/>
                  </a:lnTo>
                  <a:lnTo>
                    <a:pt x="301" y="130"/>
                  </a:lnTo>
                  <a:lnTo>
                    <a:pt x="301" y="128"/>
                  </a:lnTo>
                  <a:lnTo>
                    <a:pt x="301" y="128"/>
                  </a:lnTo>
                  <a:lnTo>
                    <a:pt x="301" y="128"/>
                  </a:lnTo>
                  <a:lnTo>
                    <a:pt x="301" y="125"/>
                  </a:lnTo>
                  <a:lnTo>
                    <a:pt x="301" y="128"/>
                  </a:lnTo>
                  <a:lnTo>
                    <a:pt x="298" y="128"/>
                  </a:lnTo>
                  <a:lnTo>
                    <a:pt x="298" y="130"/>
                  </a:lnTo>
                  <a:lnTo>
                    <a:pt x="298" y="128"/>
                  </a:lnTo>
                  <a:lnTo>
                    <a:pt x="296" y="130"/>
                  </a:lnTo>
                  <a:lnTo>
                    <a:pt x="296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4" y="132"/>
                  </a:lnTo>
                  <a:lnTo>
                    <a:pt x="291" y="132"/>
                  </a:lnTo>
                  <a:lnTo>
                    <a:pt x="291" y="135"/>
                  </a:lnTo>
                  <a:lnTo>
                    <a:pt x="291" y="132"/>
                  </a:lnTo>
                  <a:lnTo>
                    <a:pt x="291" y="135"/>
                  </a:lnTo>
                  <a:lnTo>
                    <a:pt x="291" y="135"/>
                  </a:lnTo>
                  <a:lnTo>
                    <a:pt x="289" y="135"/>
                  </a:lnTo>
                  <a:lnTo>
                    <a:pt x="291" y="135"/>
                  </a:lnTo>
                  <a:lnTo>
                    <a:pt x="291" y="135"/>
                  </a:lnTo>
                  <a:close/>
                  <a:moveTo>
                    <a:pt x="282" y="177"/>
                  </a:moveTo>
                  <a:lnTo>
                    <a:pt x="284" y="175"/>
                  </a:lnTo>
                  <a:lnTo>
                    <a:pt x="284" y="173"/>
                  </a:lnTo>
                  <a:lnTo>
                    <a:pt x="282" y="173"/>
                  </a:lnTo>
                  <a:lnTo>
                    <a:pt x="282" y="173"/>
                  </a:lnTo>
                  <a:lnTo>
                    <a:pt x="279" y="175"/>
                  </a:lnTo>
                  <a:lnTo>
                    <a:pt x="279" y="177"/>
                  </a:lnTo>
                  <a:lnTo>
                    <a:pt x="277" y="177"/>
                  </a:lnTo>
                  <a:lnTo>
                    <a:pt x="279" y="182"/>
                  </a:lnTo>
                  <a:lnTo>
                    <a:pt x="282" y="177"/>
                  </a:lnTo>
                  <a:lnTo>
                    <a:pt x="282" y="177"/>
                  </a:lnTo>
                  <a:close/>
                  <a:moveTo>
                    <a:pt x="577" y="487"/>
                  </a:moveTo>
                  <a:lnTo>
                    <a:pt x="577" y="485"/>
                  </a:lnTo>
                  <a:lnTo>
                    <a:pt x="573" y="476"/>
                  </a:lnTo>
                  <a:lnTo>
                    <a:pt x="573" y="469"/>
                  </a:lnTo>
                  <a:lnTo>
                    <a:pt x="573" y="466"/>
                  </a:lnTo>
                  <a:lnTo>
                    <a:pt x="570" y="466"/>
                  </a:lnTo>
                  <a:lnTo>
                    <a:pt x="568" y="464"/>
                  </a:lnTo>
                  <a:lnTo>
                    <a:pt x="568" y="464"/>
                  </a:lnTo>
                  <a:lnTo>
                    <a:pt x="566" y="461"/>
                  </a:lnTo>
                  <a:lnTo>
                    <a:pt x="563" y="457"/>
                  </a:lnTo>
                  <a:lnTo>
                    <a:pt x="563" y="457"/>
                  </a:lnTo>
                  <a:lnTo>
                    <a:pt x="563" y="457"/>
                  </a:lnTo>
                  <a:lnTo>
                    <a:pt x="563" y="454"/>
                  </a:lnTo>
                  <a:lnTo>
                    <a:pt x="563" y="454"/>
                  </a:lnTo>
                  <a:lnTo>
                    <a:pt x="563" y="452"/>
                  </a:lnTo>
                  <a:lnTo>
                    <a:pt x="566" y="450"/>
                  </a:lnTo>
                  <a:lnTo>
                    <a:pt x="566" y="452"/>
                  </a:lnTo>
                  <a:lnTo>
                    <a:pt x="566" y="454"/>
                  </a:lnTo>
                  <a:lnTo>
                    <a:pt x="566" y="457"/>
                  </a:lnTo>
                  <a:lnTo>
                    <a:pt x="568" y="459"/>
                  </a:lnTo>
                  <a:lnTo>
                    <a:pt x="570" y="461"/>
                  </a:lnTo>
                  <a:lnTo>
                    <a:pt x="573" y="461"/>
                  </a:lnTo>
                  <a:lnTo>
                    <a:pt x="575" y="464"/>
                  </a:lnTo>
                  <a:lnTo>
                    <a:pt x="575" y="469"/>
                  </a:lnTo>
                  <a:lnTo>
                    <a:pt x="577" y="471"/>
                  </a:lnTo>
                  <a:lnTo>
                    <a:pt x="580" y="483"/>
                  </a:lnTo>
                  <a:lnTo>
                    <a:pt x="580" y="485"/>
                  </a:lnTo>
                  <a:lnTo>
                    <a:pt x="580" y="490"/>
                  </a:lnTo>
                  <a:lnTo>
                    <a:pt x="580" y="495"/>
                  </a:lnTo>
                  <a:lnTo>
                    <a:pt x="580" y="499"/>
                  </a:lnTo>
                  <a:lnTo>
                    <a:pt x="580" y="502"/>
                  </a:lnTo>
                  <a:lnTo>
                    <a:pt x="580" y="504"/>
                  </a:lnTo>
                  <a:lnTo>
                    <a:pt x="575" y="516"/>
                  </a:lnTo>
                  <a:lnTo>
                    <a:pt x="575" y="518"/>
                  </a:lnTo>
                  <a:lnTo>
                    <a:pt x="575" y="521"/>
                  </a:lnTo>
                  <a:lnTo>
                    <a:pt x="577" y="523"/>
                  </a:lnTo>
                  <a:lnTo>
                    <a:pt x="577" y="521"/>
                  </a:lnTo>
                  <a:lnTo>
                    <a:pt x="580" y="514"/>
                  </a:lnTo>
                  <a:lnTo>
                    <a:pt x="582" y="509"/>
                  </a:lnTo>
                  <a:lnTo>
                    <a:pt x="582" y="509"/>
                  </a:lnTo>
                  <a:lnTo>
                    <a:pt x="587" y="506"/>
                  </a:lnTo>
                  <a:lnTo>
                    <a:pt x="589" y="504"/>
                  </a:lnTo>
                  <a:lnTo>
                    <a:pt x="594" y="504"/>
                  </a:lnTo>
                  <a:lnTo>
                    <a:pt x="592" y="504"/>
                  </a:lnTo>
                  <a:lnTo>
                    <a:pt x="589" y="502"/>
                  </a:lnTo>
                  <a:lnTo>
                    <a:pt x="589" y="502"/>
                  </a:lnTo>
                  <a:lnTo>
                    <a:pt x="589" y="499"/>
                  </a:lnTo>
                  <a:lnTo>
                    <a:pt x="592" y="499"/>
                  </a:lnTo>
                  <a:lnTo>
                    <a:pt x="592" y="499"/>
                  </a:lnTo>
                  <a:lnTo>
                    <a:pt x="592" y="499"/>
                  </a:lnTo>
                  <a:lnTo>
                    <a:pt x="592" y="497"/>
                  </a:lnTo>
                  <a:lnTo>
                    <a:pt x="594" y="495"/>
                  </a:lnTo>
                  <a:lnTo>
                    <a:pt x="596" y="490"/>
                  </a:lnTo>
                  <a:lnTo>
                    <a:pt x="596" y="487"/>
                  </a:lnTo>
                  <a:lnTo>
                    <a:pt x="599" y="487"/>
                  </a:lnTo>
                  <a:lnTo>
                    <a:pt x="601" y="487"/>
                  </a:lnTo>
                  <a:lnTo>
                    <a:pt x="601" y="485"/>
                  </a:lnTo>
                  <a:lnTo>
                    <a:pt x="601" y="483"/>
                  </a:lnTo>
                  <a:lnTo>
                    <a:pt x="601" y="483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80"/>
                  </a:lnTo>
                  <a:lnTo>
                    <a:pt x="601" y="478"/>
                  </a:lnTo>
                  <a:lnTo>
                    <a:pt x="601" y="478"/>
                  </a:lnTo>
                  <a:lnTo>
                    <a:pt x="599" y="478"/>
                  </a:lnTo>
                  <a:lnTo>
                    <a:pt x="599" y="478"/>
                  </a:lnTo>
                  <a:lnTo>
                    <a:pt x="599" y="478"/>
                  </a:lnTo>
                  <a:lnTo>
                    <a:pt x="599" y="476"/>
                  </a:lnTo>
                  <a:lnTo>
                    <a:pt x="596" y="473"/>
                  </a:lnTo>
                  <a:lnTo>
                    <a:pt x="592" y="471"/>
                  </a:lnTo>
                  <a:lnTo>
                    <a:pt x="592" y="471"/>
                  </a:lnTo>
                  <a:lnTo>
                    <a:pt x="592" y="469"/>
                  </a:lnTo>
                  <a:lnTo>
                    <a:pt x="596" y="466"/>
                  </a:lnTo>
                  <a:lnTo>
                    <a:pt x="601" y="461"/>
                  </a:lnTo>
                  <a:lnTo>
                    <a:pt x="606" y="457"/>
                  </a:lnTo>
                  <a:lnTo>
                    <a:pt x="608" y="452"/>
                  </a:lnTo>
                  <a:lnTo>
                    <a:pt x="611" y="452"/>
                  </a:lnTo>
                  <a:lnTo>
                    <a:pt x="608" y="450"/>
                  </a:lnTo>
                  <a:lnTo>
                    <a:pt x="606" y="447"/>
                  </a:lnTo>
                  <a:lnTo>
                    <a:pt x="606" y="445"/>
                  </a:lnTo>
                  <a:lnTo>
                    <a:pt x="603" y="443"/>
                  </a:lnTo>
                  <a:lnTo>
                    <a:pt x="601" y="440"/>
                  </a:lnTo>
                  <a:lnTo>
                    <a:pt x="601" y="435"/>
                  </a:lnTo>
                  <a:lnTo>
                    <a:pt x="601" y="431"/>
                  </a:lnTo>
                  <a:lnTo>
                    <a:pt x="599" y="424"/>
                  </a:lnTo>
                  <a:lnTo>
                    <a:pt x="599" y="419"/>
                  </a:lnTo>
                  <a:lnTo>
                    <a:pt x="596" y="412"/>
                  </a:lnTo>
                  <a:lnTo>
                    <a:pt x="596" y="407"/>
                  </a:lnTo>
                  <a:lnTo>
                    <a:pt x="596" y="402"/>
                  </a:lnTo>
                  <a:lnTo>
                    <a:pt x="594" y="395"/>
                  </a:lnTo>
                  <a:lnTo>
                    <a:pt x="594" y="390"/>
                  </a:lnTo>
                  <a:lnTo>
                    <a:pt x="592" y="386"/>
                  </a:lnTo>
                  <a:lnTo>
                    <a:pt x="592" y="379"/>
                  </a:lnTo>
                  <a:lnTo>
                    <a:pt x="589" y="374"/>
                  </a:lnTo>
                  <a:lnTo>
                    <a:pt x="589" y="369"/>
                  </a:lnTo>
                  <a:lnTo>
                    <a:pt x="589" y="362"/>
                  </a:lnTo>
                  <a:lnTo>
                    <a:pt x="587" y="357"/>
                  </a:lnTo>
                  <a:lnTo>
                    <a:pt x="587" y="350"/>
                  </a:lnTo>
                  <a:lnTo>
                    <a:pt x="582" y="348"/>
                  </a:lnTo>
                  <a:lnTo>
                    <a:pt x="582" y="345"/>
                  </a:lnTo>
                  <a:lnTo>
                    <a:pt x="585" y="343"/>
                  </a:lnTo>
                  <a:lnTo>
                    <a:pt x="585" y="334"/>
                  </a:lnTo>
                  <a:lnTo>
                    <a:pt x="585" y="315"/>
                  </a:lnTo>
                  <a:lnTo>
                    <a:pt x="585" y="305"/>
                  </a:lnTo>
                  <a:lnTo>
                    <a:pt x="585" y="296"/>
                  </a:lnTo>
                  <a:lnTo>
                    <a:pt x="585" y="286"/>
                  </a:lnTo>
                  <a:lnTo>
                    <a:pt x="585" y="277"/>
                  </a:lnTo>
                  <a:lnTo>
                    <a:pt x="587" y="270"/>
                  </a:lnTo>
                  <a:lnTo>
                    <a:pt x="587" y="265"/>
                  </a:lnTo>
                  <a:lnTo>
                    <a:pt x="587" y="263"/>
                  </a:lnTo>
                  <a:lnTo>
                    <a:pt x="585" y="260"/>
                  </a:lnTo>
                  <a:lnTo>
                    <a:pt x="582" y="258"/>
                  </a:lnTo>
                  <a:lnTo>
                    <a:pt x="582" y="253"/>
                  </a:lnTo>
                  <a:lnTo>
                    <a:pt x="582" y="251"/>
                  </a:lnTo>
                  <a:lnTo>
                    <a:pt x="582" y="248"/>
                  </a:lnTo>
                  <a:lnTo>
                    <a:pt x="582" y="248"/>
                  </a:lnTo>
                  <a:lnTo>
                    <a:pt x="582" y="246"/>
                  </a:lnTo>
                  <a:lnTo>
                    <a:pt x="580" y="241"/>
                  </a:lnTo>
                  <a:lnTo>
                    <a:pt x="580" y="237"/>
                  </a:lnTo>
                  <a:lnTo>
                    <a:pt x="577" y="232"/>
                  </a:lnTo>
                  <a:lnTo>
                    <a:pt x="577" y="225"/>
                  </a:lnTo>
                  <a:lnTo>
                    <a:pt x="575" y="218"/>
                  </a:lnTo>
                  <a:lnTo>
                    <a:pt x="573" y="203"/>
                  </a:lnTo>
                  <a:lnTo>
                    <a:pt x="570" y="196"/>
                  </a:lnTo>
                  <a:lnTo>
                    <a:pt x="568" y="189"/>
                  </a:lnTo>
                  <a:lnTo>
                    <a:pt x="568" y="182"/>
                  </a:lnTo>
                  <a:lnTo>
                    <a:pt x="566" y="177"/>
                  </a:lnTo>
                  <a:lnTo>
                    <a:pt x="566" y="175"/>
                  </a:lnTo>
                  <a:lnTo>
                    <a:pt x="566" y="173"/>
                  </a:lnTo>
                  <a:lnTo>
                    <a:pt x="566" y="170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61" y="168"/>
                  </a:lnTo>
                  <a:lnTo>
                    <a:pt x="561" y="166"/>
                  </a:lnTo>
                  <a:lnTo>
                    <a:pt x="559" y="163"/>
                  </a:lnTo>
                  <a:lnTo>
                    <a:pt x="559" y="161"/>
                  </a:lnTo>
                  <a:lnTo>
                    <a:pt x="556" y="161"/>
                  </a:lnTo>
                  <a:lnTo>
                    <a:pt x="556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4" y="161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3"/>
                  </a:lnTo>
                  <a:lnTo>
                    <a:pt x="551" y="166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51" y="168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9" y="170"/>
                  </a:lnTo>
                  <a:lnTo>
                    <a:pt x="547" y="168"/>
                  </a:lnTo>
                  <a:lnTo>
                    <a:pt x="547" y="168"/>
                  </a:lnTo>
                  <a:lnTo>
                    <a:pt x="547" y="166"/>
                  </a:lnTo>
                  <a:lnTo>
                    <a:pt x="547" y="163"/>
                  </a:lnTo>
                  <a:lnTo>
                    <a:pt x="547" y="161"/>
                  </a:lnTo>
                  <a:lnTo>
                    <a:pt x="547" y="161"/>
                  </a:lnTo>
                  <a:lnTo>
                    <a:pt x="547" y="149"/>
                  </a:lnTo>
                  <a:lnTo>
                    <a:pt x="547" y="147"/>
                  </a:lnTo>
                  <a:lnTo>
                    <a:pt x="547" y="147"/>
                  </a:lnTo>
                  <a:lnTo>
                    <a:pt x="547" y="144"/>
                  </a:lnTo>
                  <a:lnTo>
                    <a:pt x="547" y="142"/>
                  </a:lnTo>
                  <a:lnTo>
                    <a:pt x="544" y="142"/>
                  </a:lnTo>
                  <a:lnTo>
                    <a:pt x="542" y="140"/>
                  </a:lnTo>
                  <a:lnTo>
                    <a:pt x="542" y="140"/>
                  </a:lnTo>
                  <a:lnTo>
                    <a:pt x="542" y="137"/>
                  </a:lnTo>
                  <a:lnTo>
                    <a:pt x="542" y="135"/>
                  </a:lnTo>
                  <a:lnTo>
                    <a:pt x="542" y="135"/>
                  </a:lnTo>
                  <a:lnTo>
                    <a:pt x="542" y="132"/>
                  </a:lnTo>
                  <a:lnTo>
                    <a:pt x="540" y="132"/>
                  </a:lnTo>
                  <a:lnTo>
                    <a:pt x="540" y="130"/>
                  </a:lnTo>
                  <a:lnTo>
                    <a:pt x="537" y="128"/>
                  </a:lnTo>
                  <a:lnTo>
                    <a:pt x="537" y="125"/>
                  </a:lnTo>
                  <a:lnTo>
                    <a:pt x="535" y="121"/>
                  </a:lnTo>
                  <a:lnTo>
                    <a:pt x="535" y="118"/>
                  </a:lnTo>
                  <a:lnTo>
                    <a:pt x="535" y="116"/>
                  </a:lnTo>
                  <a:lnTo>
                    <a:pt x="535" y="116"/>
                  </a:lnTo>
                  <a:lnTo>
                    <a:pt x="535" y="116"/>
                  </a:lnTo>
                  <a:lnTo>
                    <a:pt x="533" y="116"/>
                  </a:lnTo>
                  <a:lnTo>
                    <a:pt x="533" y="116"/>
                  </a:lnTo>
                  <a:lnTo>
                    <a:pt x="533" y="118"/>
                  </a:lnTo>
                  <a:lnTo>
                    <a:pt x="530" y="114"/>
                  </a:lnTo>
                  <a:lnTo>
                    <a:pt x="530" y="99"/>
                  </a:lnTo>
                  <a:lnTo>
                    <a:pt x="528" y="97"/>
                  </a:lnTo>
                  <a:lnTo>
                    <a:pt x="530" y="95"/>
                  </a:lnTo>
                  <a:lnTo>
                    <a:pt x="535" y="87"/>
                  </a:lnTo>
                  <a:lnTo>
                    <a:pt x="535" y="85"/>
                  </a:lnTo>
                  <a:lnTo>
                    <a:pt x="533" y="83"/>
                  </a:lnTo>
                  <a:lnTo>
                    <a:pt x="533" y="83"/>
                  </a:lnTo>
                  <a:lnTo>
                    <a:pt x="533" y="78"/>
                  </a:lnTo>
                  <a:lnTo>
                    <a:pt x="530" y="76"/>
                  </a:lnTo>
                  <a:lnTo>
                    <a:pt x="530" y="73"/>
                  </a:lnTo>
                  <a:lnTo>
                    <a:pt x="528" y="73"/>
                  </a:lnTo>
                  <a:lnTo>
                    <a:pt x="528" y="73"/>
                  </a:lnTo>
                  <a:lnTo>
                    <a:pt x="528" y="66"/>
                  </a:lnTo>
                  <a:lnTo>
                    <a:pt x="525" y="66"/>
                  </a:lnTo>
                  <a:lnTo>
                    <a:pt x="525" y="66"/>
                  </a:lnTo>
                  <a:lnTo>
                    <a:pt x="525" y="69"/>
                  </a:lnTo>
                  <a:lnTo>
                    <a:pt x="525" y="71"/>
                  </a:lnTo>
                  <a:lnTo>
                    <a:pt x="525" y="73"/>
                  </a:lnTo>
                  <a:lnTo>
                    <a:pt x="525" y="71"/>
                  </a:lnTo>
                  <a:lnTo>
                    <a:pt x="523" y="69"/>
                  </a:lnTo>
                  <a:lnTo>
                    <a:pt x="523" y="69"/>
                  </a:lnTo>
                  <a:lnTo>
                    <a:pt x="525" y="66"/>
                  </a:lnTo>
                  <a:lnTo>
                    <a:pt x="525" y="64"/>
                  </a:lnTo>
                  <a:lnTo>
                    <a:pt x="523" y="64"/>
                  </a:lnTo>
                  <a:lnTo>
                    <a:pt x="521" y="61"/>
                  </a:lnTo>
                  <a:lnTo>
                    <a:pt x="523" y="59"/>
                  </a:lnTo>
                  <a:lnTo>
                    <a:pt x="523" y="57"/>
                  </a:lnTo>
                  <a:lnTo>
                    <a:pt x="521" y="54"/>
                  </a:lnTo>
                  <a:lnTo>
                    <a:pt x="521" y="54"/>
                  </a:lnTo>
                  <a:lnTo>
                    <a:pt x="518" y="54"/>
                  </a:lnTo>
                  <a:lnTo>
                    <a:pt x="518" y="52"/>
                  </a:lnTo>
                  <a:lnTo>
                    <a:pt x="516" y="50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7"/>
                  </a:lnTo>
                  <a:lnTo>
                    <a:pt x="516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6" y="40"/>
                  </a:lnTo>
                  <a:lnTo>
                    <a:pt x="514" y="38"/>
                  </a:lnTo>
                  <a:lnTo>
                    <a:pt x="514" y="35"/>
                  </a:lnTo>
                  <a:lnTo>
                    <a:pt x="514" y="35"/>
                  </a:lnTo>
                  <a:lnTo>
                    <a:pt x="516" y="35"/>
                  </a:lnTo>
                  <a:lnTo>
                    <a:pt x="516" y="35"/>
                  </a:lnTo>
                  <a:lnTo>
                    <a:pt x="518" y="38"/>
                  </a:lnTo>
                  <a:lnTo>
                    <a:pt x="518" y="38"/>
                  </a:lnTo>
                  <a:lnTo>
                    <a:pt x="518" y="35"/>
                  </a:lnTo>
                  <a:lnTo>
                    <a:pt x="518" y="35"/>
                  </a:lnTo>
                  <a:lnTo>
                    <a:pt x="518" y="33"/>
                  </a:lnTo>
                  <a:lnTo>
                    <a:pt x="516" y="33"/>
                  </a:lnTo>
                  <a:lnTo>
                    <a:pt x="516" y="33"/>
                  </a:lnTo>
                  <a:lnTo>
                    <a:pt x="514" y="31"/>
                  </a:lnTo>
                  <a:lnTo>
                    <a:pt x="514" y="31"/>
                  </a:lnTo>
                  <a:lnTo>
                    <a:pt x="514" y="31"/>
                  </a:lnTo>
                  <a:lnTo>
                    <a:pt x="514" y="28"/>
                  </a:lnTo>
                  <a:lnTo>
                    <a:pt x="516" y="28"/>
                  </a:lnTo>
                  <a:lnTo>
                    <a:pt x="516" y="28"/>
                  </a:lnTo>
                  <a:lnTo>
                    <a:pt x="516" y="28"/>
                  </a:lnTo>
                  <a:lnTo>
                    <a:pt x="516" y="26"/>
                  </a:lnTo>
                  <a:lnTo>
                    <a:pt x="516" y="24"/>
                  </a:lnTo>
                  <a:lnTo>
                    <a:pt x="516" y="24"/>
                  </a:lnTo>
                  <a:lnTo>
                    <a:pt x="514" y="21"/>
                  </a:lnTo>
                  <a:lnTo>
                    <a:pt x="514" y="21"/>
                  </a:lnTo>
                  <a:lnTo>
                    <a:pt x="514" y="19"/>
                  </a:lnTo>
                  <a:lnTo>
                    <a:pt x="514" y="16"/>
                  </a:lnTo>
                  <a:lnTo>
                    <a:pt x="514" y="12"/>
                  </a:lnTo>
                  <a:lnTo>
                    <a:pt x="511" y="9"/>
                  </a:lnTo>
                  <a:lnTo>
                    <a:pt x="511" y="7"/>
                  </a:lnTo>
                  <a:lnTo>
                    <a:pt x="511" y="7"/>
                  </a:lnTo>
                  <a:lnTo>
                    <a:pt x="514" y="7"/>
                  </a:lnTo>
                  <a:lnTo>
                    <a:pt x="514" y="7"/>
                  </a:lnTo>
                  <a:lnTo>
                    <a:pt x="514" y="5"/>
                  </a:lnTo>
                  <a:lnTo>
                    <a:pt x="514" y="5"/>
                  </a:lnTo>
                  <a:lnTo>
                    <a:pt x="514" y="2"/>
                  </a:lnTo>
                  <a:lnTo>
                    <a:pt x="511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499" y="2"/>
                  </a:lnTo>
                  <a:lnTo>
                    <a:pt x="490" y="5"/>
                  </a:lnTo>
                  <a:lnTo>
                    <a:pt x="483" y="7"/>
                  </a:lnTo>
                  <a:lnTo>
                    <a:pt x="473" y="9"/>
                  </a:lnTo>
                  <a:lnTo>
                    <a:pt x="464" y="12"/>
                  </a:lnTo>
                  <a:lnTo>
                    <a:pt x="454" y="14"/>
                  </a:lnTo>
                  <a:lnTo>
                    <a:pt x="447" y="16"/>
                  </a:lnTo>
                  <a:lnTo>
                    <a:pt x="438" y="19"/>
                  </a:lnTo>
                  <a:lnTo>
                    <a:pt x="428" y="21"/>
                  </a:lnTo>
                  <a:lnTo>
                    <a:pt x="419" y="24"/>
                  </a:lnTo>
                  <a:lnTo>
                    <a:pt x="412" y="24"/>
                  </a:lnTo>
                  <a:lnTo>
                    <a:pt x="402" y="26"/>
                  </a:lnTo>
                  <a:lnTo>
                    <a:pt x="393" y="28"/>
                  </a:lnTo>
                  <a:lnTo>
                    <a:pt x="393" y="28"/>
                  </a:lnTo>
                  <a:lnTo>
                    <a:pt x="391" y="31"/>
                  </a:lnTo>
                  <a:lnTo>
                    <a:pt x="379" y="31"/>
                  </a:lnTo>
                  <a:lnTo>
                    <a:pt x="376" y="31"/>
                  </a:lnTo>
                  <a:lnTo>
                    <a:pt x="374" y="33"/>
                  </a:lnTo>
                  <a:lnTo>
                    <a:pt x="372" y="35"/>
                  </a:lnTo>
                  <a:lnTo>
                    <a:pt x="367" y="38"/>
                  </a:lnTo>
                  <a:lnTo>
                    <a:pt x="367" y="40"/>
                  </a:lnTo>
                  <a:lnTo>
                    <a:pt x="362" y="43"/>
                  </a:lnTo>
                  <a:lnTo>
                    <a:pt x="362" y="45"/>
                  </a:lnTo>
                  <a:lnTo>
                    <a:pt x="357" y="47"/>
                  </a:lnTo>
                  <a:lnTo>
                    <a:pt x="346" y="57"/>
                  </a:lnTo>
                  <a:lnTo>
                    <a:pt x="341" y="64"/>
                  </a:lnTo>
                  <a:lnTo>
                    <a:pt x="334" y="76"/>
                  </a:lnTo>
                  <a:lnTo>
                    <a:pt x="324" y="87"/>
                  </a:lnTo>
                  <a:lnTo>
                    <a:pt x="315" y="99"/>
                  </a:lnTo>
                  <a:lnTo>
                    <a:pt x="313" y="106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0" y="111"/>
                  </a:lnTo>
                  <a:lnTo>
                    <a:pt x="313" y="114"/>
                  </a:lnTo>
                  <a:lnTo>
                    <a:pt x="313" y="116"/>
                  </a:lnTo>
                  <a:lnTo>
                    <a:pt x="313" y="118"/>
                  </a:lnTo>
                  <a:lnTo>
                    <a:pt x="308" y="123"/>
                  </a:lnTo>
                  <a:lnTo>
                    <a:pt x="308" y="123"/>
                  </a:lnTo>
                  <a:lnTo>
                    <a:pt x="308" y="123"/>
                  </a:lnTo>
                  <a:lnTo>
                    <a:pt x="308" y="125"/>
                  </a:lnTo>
                  <a:lnTo>
                    <a:pt x="308" y="125"/>
                  </a:lnTo>
                  <a:lnTo>
                    <a:pt x="305" y="125"/>
                  </a:lnTo>
                  <a:lnTo>
                    <a:pt x="303" y="128"/>
                  </a:lnTo>
                  <a:lnTo>
                    <a:pt x="301" y="130"/>
                  </a:lnTo>
                  <a:lnTo>
                    <a:pt x="301" y="130"/>
                  </a:lnTo>
                  <a:lnTo>
                    <a:pt x="291" y="142"/>
                  </a:lnTo>
                  <a:lnTo>
                    <a:pt x="282" y="151"/>
                  </a:lnTo>
                  <a:lnTo>
                    <a:pt x="268" y="166"/>
                  </a:lnTo>
                  <a:lnTo>
                    <a:pt x="268" y="166"/>
                  </a:lnTo>
                  <a:lnTo>
                    <a:pt x="268" y="170"/>
                  </a:lnTo>
                  <a:lnTo>
                    <a:pt x="270" y="170"/>
                  </a:lnTo>
                  <a:lnTo>
                    <a:pt x="272" y="170"/>
                  </a:lnTo>
                  <a:lnTo>
                    <a:pt x="272" y="170"/>
                  </a:lnTo>
                  <a:lnTo>
                    <a:pt x="275" y="173"/>
                  </a:lnTo>
                  <a:lnTo>
                    <a:pt x="275" y="173"/>
                  </a:lnTo>
                  <a:lnTo>
                    <a:pt x="275" y="175"/>
                  </a:lnTo>
                  <a:lnTo>
                    <a:pt x="275" y="175"/>
                  </a:lnTo>
                  <a:lnTo>
                    <a:pt x="275" y="175"/>
                  </a:lnTo>
                  <a:lnTo>
                    <a:pt x="277" y="175"/>
                  </a:lnTo>
                  <a:lnTo>
                    <a:pt x="277" y="175"/>
                  </a:lnTo>
                  <a:lnTo>
                    <a:pt x="277" y="173"/>
                  </a:lnTo>
                  <a:lnTo>
                    <a:pt x="277" y="170"/>
                  </a:lnTo>
                  <a:lnTo>
                    <a:pt x="282" y="168"/>
                  </a:lnTo>
                  <a:lnTo>
                    <a:pt x="284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89" y="170"/>
                  </a:lnTo>
                  <a:lnTo>
                    <a:pt x="291" y="168"/>
                  </a:lnTo>
                  <a:lnTo>
                    <a:pt x="291" y="170"/>
                  </a:lnTo>
                  <a:lnTo>
                    <a:pt x="289" y="173"/>
                  </a:lnTo>
                  <a:lnTo>
                    <a:pt x="289" y="175"/>
                  </a:lnTo>
                  <a:lnTo>
                    <a:pt x="287" y="175"/>
                  </a:lnTo>
                  <a:lnTo>
                    <a:pt x="284" y="177"/>
                  </a:lnTo>
                  <a:lnTo>
                    <a:pt x="284" y="180"/>
                  </a:lnTo>
                  <a:lnTo>
                    <a:pt x="284" y="180"/>
                  </a:lnTo>
                  <a:lnTo>
                    <a:pt x="291" y="177"/>
                  </a:lnTo>
                  <a:lnTo>
                    <a:pt x="294" y="177"/>
                  </a:lnTo>
                  <a:lnTo>
                    <a:pt x="294" y="175"/>
                  </a:lnTo>
                  <a:lnTo>
                    <a:pt x="296" y="173"/>
                  </a:lnTo>
                  <a:lnTo>
                    <a:pt x="298" y="173"/>
                  </a:lnTo>
                  <a:lnTo>
                    <a:pt x="298" y="175"/>
                  </a:lnTo>
                  <a:lnTo>
                    <a:pt x="298" y="175"/>
                  </a:lnTo>
                  <a:lnTo>
                    <a:pt x="298" y="177"/>
                  </a:lnTo>
                  <a:lnTo>
                    <a:pt x="296" y="180"/>
                  </a:lnTo>
                  <a:lnTo>
                    <a:pt x="294" y="180"/>
                  </a:lnTo>
                  <a:lnTo>
                    <a:pt x="294" y="182"/>
                  </a:lnTo>
                  <a:lnTo>
                    <a:pt x="291" y="182"/>
                  </a:lnTo>
                  <a:lnTo>
                    <a:pt x="294" y="185"/>
                  </a:lnTo>
                  <a:lnTo>
                    <a:pt x="294" y="187"/>
                  </a:lnTo>
                  <a:lnTo>
                    <a:pt x="291" y="189"/>
                  </a:lnTo>
                  <a:lnTo>
                    <a:pt x="289" y="192"/>
                  </a:lnTo>
                  <a:lnTo>
                    <a:pt x="287" y="194"/>
                  </a:lnTo>
                  <a:lnTo>
                    <a:pt x="284" y="194"/>
                  </a:lnTo>
                  <a:lnTo>
                    <a:pt x="284" y="192"/>
                  </a:lnTo>
                  <a:lnTo>
                    <a:pt x="287" y="189"/>
                  </a:lnTo>
                  <a:lnTo>
                    <a:pt x="282" y="192"/>
                  </a:lnTo>
                  <a:lnTo>
                    <a:pt x="279" y="194"/>
                  </a:lnTo>
                  <a:lnTo>
                    <a:pt x="279" y="196"/>
                  </a:lnTo>
                  <a:lnTo>
                    <a:pt x="279" y="196"/>
                  </a:lnTo>
                  <a:lnTo>
                    <a:pt x="282" y="196"/>
                  </a:lnTo>
                  <a:lnTo>
                    <a:pt x="284" y="199"/>
                  </a:lnTo>
                  <a:lnTo>
                    <a:pt x="284" y="199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9" y="203"/>
                  </a:lnTo>
                  <a:lnTo>
                    <a:pt x="291" y="208"/>
                  </a:lnTo>
                  <a:lnTo>
                    <a:pt x="291" y="208"/>
                  </a:lnTo>
                  <a:lnTo>
                    <a:pt x="291" y="211"/>
                  </a:lnTo>
                  <a:lnTo>
                    <a:pt x="291" y="213"/>
                  </a:lnTo>
                  <a:lnTo>
                    <a:pt x="294" y="218"/>
                  </a:lnTo>
                  <a:lnTo>
                    <a:pt x="294" y="220"/>
                  </a:lnTo>
                  <a:lnTo>
                    <a:pt x="294" y="218"/>
                  </a:lnTo>
                  <a:lnTo>
                    <a:pt x="294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4" y="222"/>
                  </a:lnTo>
                  <a:lnTo>
                    <a:pt x="294" y="225"/>
                  </a:lnTo>
                  <a:lnTo>
                    <a:pt x="298" y="227"/>
                  </a:lnTo>
                  <a:lnTo>
                    <a:pt x="296" y="227"/>
                  </a:lnTo>
                  <a:lnTo>
                    <a:pt x="294" y="234"/>
                  </a:lnTo>
                  <a:lnTo>
                    <a:pt x="291" y="234"/>
                  </a:lnTo>
                  <a:lnTo>
                    <a:pt x="287" y="237"/>
                  </a:lnTo>
                  <a:lnTo>
                    <a:pt x="284" y="237"/>
                  </a:lnTo>
                  <a:lnTo>
                    <a:pt x="279" y="237"/>
                  </a:lnTo>
                  <a:lnTo>
                    <a:pt x="277" y="237"/>
                  </a:lnTo>
                  <a:lnTo>
                    <a:pt x="275" y="244"/>
                  </a:lnTo>
                  <a:lnTo>
                    <a:pt x="272" y="244"/>
                  </a:lnTo>
                  <a:lnTo>
                    <a:pt x="263" y="251"/>
                  </a:lnTo>
                  <a:lnTo>
                    <a:pt x="261" y="253"/>
                  </a:lnTo>
                  <a:lnTo>
                    <a:pt x="258" y="258"/>
                  </a:lnTo>
                  <a:lnTo>
                    <a:pt x="256" y="265"/>
                  </a:lnTo>
                  <a:lnTo>
                    <a:pt x="253" y="265"/>
                  </a:lnTo>
                  <a:lnTo>
                    <a:pt x="251" y="265"/>
                  </a:lnTo>
                  <a:lnTo>
                    <a:pt x="251" y="267"/>
                  </a:lnTo>
                  <a:lnTo>
                    <a:pt x="251" y="267"/>
                  </a:lnTo>
                  <a:lnTo>
                    <a:pt x="246" y="270"/>
                  </a:lnTo>
                  <a:lnTo>
                    <a:pt x="237" y="274"/>
                  </a:lnTo>
                  <a:lnTo>
                    <a:pt x="237" y="274"/>
                  </a:lnTo>
                  <a:lnTo>
                    <a:pt x="237" y="277"/>
                  </a:lnTo>
                  <a:lnTo>
                    <a:pt x="237" y="277"/>
                  </a:lnTo>
                  <a:lnTo>
                    <a:pt x="237" y="277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7" y="282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77"/>
                  </a:lnTo>
                  <a:lnTo>
                    <a:pt x="197" y="284"/>
                  </a:lnTo>
                  <a:lnTo>
                    <a:pt x="194" y="286"/>
                  </a:lnTo>
                  <a:lnTo>
                    <a:pt x="182" y="291"/>
                  </a:lnTo>
                  <a:lnTo>
                    <a:pt x="178" y="293"/>
                  </a:lnTo>
                  <a:lnTo>
                    <a:pt x="175" y="291"/>
                  </a:lnTo>
                  <a:lnTo>
                    <a:pt x="166" y="286"/>
                  </a:lnTo>
                  <a:lnTo>
                    <a:pt x="166" y="286"/>
                  </a:lnTo>
                  <a:lnTo>
                    <a:pt x="164" y="286"/>
                  </a:lnTo>
                  <a:lnTo>
                    <a:pt x="164" y="286"/>
                  </a:lnTo>
                  <a:lnTo>
                    <a:pt x="161" y="284"/>
                  </a:lnTo>
                  <a:lnTo>
                    <a:pt x="128" y="286"/>
                  </a:lnTo>
                  <a:lnTo>
                    <a:pt x="116" y="289"/>
                  </a:lnTo>
                  <a:lnTo>
                    <a:pt x="102" y="291"/>
                  </a:lnTo>
                  <a:lnTo>
                    <a:pt x="76" y="301"/>
                  </a:lnTo>
                  <a:lnTo>
                    <a:pt x="69" y="305"/>
                  </a:lnTo>
                  <a:lnTo>
                    <a:pt x="59" y="308"/>
                  </a:lnTo>
                  <a:lnTo>
                    <a:pt x="50" y="315"/>
                  </a:lnTo>
                  <a:lnTo>
                    <a:pt x="43" y="317"/>
                  </a:lnTo>
                  <a:lnTo>
                    <a:pt x="45" y="319"/>
                  </a:lnTo>
                  <a:lnTo>
                    <a:pt x="48" y="329"/>
                  </a:lnTo>
                  <a:lnTo>
                    <a:pt x="48" y="331"/>
                  </a:lnTo>
                  <a:lnTo>
                    <a:pt x="48" y="331"/>
                  </a:lnTo>
                  <a:lnTo>
                    <a:pt x="48" y="334"/>
                  </a:lnTo>
                  <a:lnTo>
                    <a:pt x="45" y="334"/>
                  </a:lnTo>
                  <a:lnTo>
                    <a:pt x="45" y="336"/>
                  </a:lnTo>
                  <a:lnTo>
                    <a:pt x="48" y="338"/>
                  </a:lnTo>
                  <a:lnTo>
                    <a:pt x="48" y="338"/>
                  </a:lnTo>
                  <a:lnTo>
                    <a:pt x="50" y="338"/>
                  </a:lnTo>
                  <a:lnTo>
                    <a:pt x="62" y="338"/>
                  </a:lnTo>
                  <a:lnTo>
                    <a:pt x="64" y="341"/>
                  </a:lnTo>
                  <a:lnTo>
                    <a:pt x="64" y="343"/>
                  </a:lnTo>
                  <a:lnTo>
                    <a:pt x="62" y="348"/>
                  </a:lnTo>
                  <a:lnTo>
                    <a:pt x="62" y="350"/>
                  </a:lnTo>
                  <a:lnTo>
                    <a:pt x="62" y="350"/>
                  </a:lnTo>
                  <a:lnTo>
                    <a:pt x="64" y="353"/>
                  </a:lnTo>
                  <a:lnTo>
                    <a:pt x="64" y="353"/>
                  </a:lnTo>
                  <a:lnTo>
                    <a:pt x="67" y="357"/>
                  </a:lnTo>
                  <a:lnTo>
                    <a:pt x="67" y="360"/>
                  </a:lnTo>
                  <a:lnTo>
                    <a:pt x="69" y="362"/>
                  </a:lnTo>
                  <a:lnTo>
                    <a:pt x="71" y="364"/>
                  </a:lnTo>
                  <a:lnTo>
                    <a:pt x="71" y="364"/>
                  </a:lnTo>
                  <a:lnTo>
                    <a:pt x="71" y="367"/>
                  </a:lnTo>
                  <a:lnTo>
                    <a:pt x="71" y="372"/>
                  </a:lnTo>
                  <a:lnTo>
                    <a:pt x="71" y="374"/>
                  </a:lnTo>
                  <a:lnTo>
                    <a:pt x="69" y="374"/>
                  </a:lnTo>
                  <a:lnTo>
                    <a:pt x="69" y="376"/>
                  </a:lnTo>
                  <a:lnTo>
                    <a:pt x="62" y="381"/>
                  </a:lnTo>
                  <a:lnTo>
                    <a:pt x="59" y="383"/>
                  </a:lnTo>
                  <a:lnTo>
                    <a:pt x="57" y="388"/>
                  </a:lnTo>
                  <a:lnTo>
                    <a:pt x="55" y="393"/>
                  </a:lnTo>
                  <a:lnTo>
                    <a:pt x="55" y="395"/>
                  </a:lnTo>
                  <a:lnTo>
                    <a:pt x="52" y="395"/>
                  </a:lnTo>
                  <a:lnTo>
                    <a:pt x="52" y="395"/>
                  </a:lnTo>
                  <a:lnTo>
                    <a:pt x="52" y="400"/>
                  </a:lnTo>
                  <a:lnTo>
                    <a:pt x="50" y="402"/>
                  </a:lnTo>
                  <a:lnTo>
                    <a:pt x="50" y="402"/>
                  </a:lnTo>
                  <a:lnTo>
                    <a:pt x="50" y="402"/>
                  </a:lnTo>
                  <a:lnTo>
                    <a:pt x="43" y="407"/>
                  </a:lnTo>
                  <a:lnTo>
                    <a:pt x="43" y="409"/>
                  </a:lnTo>
                  <a:lnTo>
                    <a:pt x="38" y="414"/>
                  </a:lnTo>
                  <a:lnTo>
                    <a:pt x="33" y="416"/>
                  </a:lnTo>
                  <a:lnTo>
                    <a:pt x="33" y="416"/>
                  </a:lnTo>
                  <a:lnTo>
                    <a:pt x="31" y="416"/>
                  </a:lnTo>
                  <a:lnTo>
                    <a:pt x="31" y="419"/>
                  </a:lnTo>
                  <a:lnTo>
                    <a:pt x="31" y="419"/>
                  </a:lnTo>
                  <a:lnTo>
                    <a:pt x="29" y="421"/>
                  </a:lnTo>
                  <a:lnTo>
                    <a:pt x="24" y="428"/>
                  </a:lnTo>
                  <a:lnTo>
                    <a:pt x="22" y="433"/>
                  </a:lnTo>
                  <a:lnTo>
                    <a:pt x="19" y="433"/>
                  </a:lnTo>
                  <a:lnTo>
                    <a:pt x="17" y="435"/>
                  </a:lnTo>
                  <a:lnTo>
                    <a:pt x="12" y="440"/>
                  </a:lnTo>
                  <a:lnTo>
                    <a:pt x="5" y="445"/>
                  </a:lnTo>
                  <a:lnTo>
                    <a:pt x="3" y="447"/>
                  </a:lnTo>
                  <a:lnTo>
                    <a:pt x="3" y="450"/>
                  </a:lnTo>
                  <a:lnTo>
                    <a:pt x="0" y="450"/>
                  </a:lnTo>
                  <a:lnTo>
                    <a:pt x="0" y="450"/>
                  </a:lnTo>
                  <a:lnTo>
                    <a:pt x="3" y="454"/>
                  </a:lnTo>
                  <a:lnTo>
                    <a:pt x="3" y="457"/>
                  </a:lnTo>
                  <a:lnTo>
                    <a:pt x="3" y="461"/>
                  </a:lnTo>
                  <a:lnTo>
                    <a:pt x="3" y="464"/>
                  </a:lnTo>
                  <a:lnTo>
                    <a:pt x="5" y="469"/>
                  </a:lnTo>
                  <a:lnTo>
                    <a:pt x="5" y="471"/>
                  </a:lnTo>
                  <a:lnTo>
                    <a:pt x="5" y="476"/>
                  </a:lnTo>
                  <a:lnTo>
                    <a:pt x="7" y="478"/>
                  </a:lnTo>
                  <a:lnTo>
                    <a:pt x="7" y="483"/>
                  </a:lnTo>
                  <a:lnTo>
                    <a:pt x="10" y="483"/>
                  </a:lnTo>
                  <a:lnTo>
                    <a:pt x="24" y="480"/>
                  </a:lnTo>
                  <a:lnTo>
                    <a:pt x="36" y="478"/>
                  </a:lnTo>
                  <a:lnTo>
                    <a:pt x="48" y="476"/>
                  </a:lnTo>
                  <a:lnTo>
                    <a:pt x="62" y="473"/>
                  </a:lnTo>
                  <a:lnTo>
                    <a:pt x="74" y="471"/>
                  </a:lnTo>
                  <a:lnTo>
                    <a:pt x="85" y="469"/>
                  </a:lnTo>
                  <a:lnTo>
                    <a:pt x="100" y="466"/>
                  </a:lnTo>
                  <a:lnTo>
                    <a:pt x="111" y="461"/>
                  </a:lnTo>
                  <a:lnTo>
                    <a:pt x="123" y="459"/>
                  </a:lnTo>
                  <a:lnTo>
                    <a:pt x="138" y="457"/>
                  </a:lnTo>
                  <a:lnTo>
                    <a:pt x="149" y="454"/>
                  </a:lnTo>
                  <a:lnTo>
                    <a:pt x="161" y="452"/>
                  </a:lnTo>
                  <a:lnTo>
                    <a:pt x="175" y="450"/>
                  </a:lnTo>
                  <a:lnTo>
                    <a:pt x="187" y="447"/>
                  </a:lnTo>
                  <a:lnTo>
                    <a:pt x="199" y="445"/>
                  </a:lnTo>
                  <a:lnTo>
                    <a:pt x="213" y="443"/>
                  </a:lnTo>
                  <a:lnTo>
                    <a:pt x="225" y="440"/>
                  </a:lnTo>
                  <a:lnTo>
                    <a:pt x="237" y="438"/>
                  </a:lnTo>
                  <a:lnTo>
                    <a:pt x="251" y="435"/>
                  </a:lnTo>
                  <a:lnTo>
                    <a:pt x="263" y="433"/>
                  </a:lnTo>
                  <a:lnTo>
                    <a:pt x="275" y="428"/>
                  </a:lnTo>
                  <a:lnTo>
                    <a:pt x="289" y="426"/>
                  </a:lnTo>
                  <a:lnTo>
                    <a:pt x="301" y="424"/>
                  </a:lnTo>
                  <a:lnTo>
                    <a:pt x="313" y="421"/>
                  </a:lnTo>
                  <a:lnTo>
                    <a:pt x="327" y="419"/>
                  </a:lnTo>
                  <a:lnTo>
                    <a:pt x="339" y="416"/>
                  </a:lnTo>
                  <a:lnTo>
                    <a:pt x="350" y="414"/>
                  </a:lnTo>
                  <a:lnTo>
                    <a:pt x="365" y="409"/>
                  </a:lnTo>
                  <a:lnTo>
                    <a:pt x="376" y="407"/>
                  </a:lnTo>
                  <a:lnTo>
                    <a:pt x="388" y="405"/>
                  </a:lnTo>
                  <a:lnTo>
                    <a:pt x="402" y="402"/>
                  </a:lnTo>
                  <a:lnTo>
                    <a:pt x="414" y="400"/>
                  </a:lnTo>
                  <a:lnTo>
                    <a:pt x="417" y="398"/>
                  </a:lnTo>
                  <a:lnTo>
                    <a:pt x="417" y="398"/>
                  </a:lnTo>
                  <a:lnTo>
                    <a:pt x="417" y="400"/>
                  </a:lnTo>
                  <a:lnTo>
                    <a:pt x="419" y="402"/>
                  </a:lnTo>
                  <a:lnTo>
                    <a:pt x="424" y="402"/>
                  </a:lnTo>
                  <a:lnTo>
                    <a:pt x="426" y="402"/>
                  </a:lnTo>
                  <a:lnTo>
                    <a:pt x="426" y="405"/>
                  </a:lnTo>
                  <a:lnTo>
                    <a:pt x="428" y="407"/>
                  </a:lnTo>
                  <a:lnTo>
                    <a:pt x="428" y="409"/>
                  </a:lnTo>
                  <a:lnTo>
                    <a:pt x="431" y="412"/>
                  </a:lnTo>
                  <a:lnTo>
                    <a:pt x="436" y="409"/>
                  </a:lnTo>
                  <a:lnTo>
                    <a:pt x="436" y="409"/>
                  </a:lnTo>
                  <a:lnTo>
                    <a:pt x="438" y="409"/>
                  </a:lnTo>
                  <a:lnTo>
                    <a:pt x="443" y="412"/>
                  </a:lnTo>
                  <a:lnTo>
                    <a:pt x="443" y="412"/>
                  </a:lnTo>
                  <a:lnTo>
                    <a:pt x="445" y="412"/>
                  </a:lnTo>
                  <a:lnTo>
                    <a:pt x="445" y="414"/>
                  </a:lnTo>
                  <a:lnTo>
                    <a:pt x="445" y="414"/>
                  </a:lnTo>
                  <a:lnTo>
                    <a:pt x="445" y="416"/>
                  </a:lnTo>
                  <a:lnTo>
                    <a:pt x="445" y="419"/>
                  </a:lnTo>
                  <a:lnTo>
                    <a:pt x="447" y="419"/>
                  </a:lnTo>
                  <a:lnTo>
                    <a:pt x="450" y="419"/>
                  </a:lnTo>
                  <a:lnTo>
                    <a:pt x="450" y="421"/>
                  </a:lnTo>
                  <a:lnTo>
                    <a:pt x="450" y="424"/>
                  </a:lnTo>
                  <a:lnTo>
                    <a:pt x="450" y="424"/>
                  </a:lnTo>
                  <a:lnTo>
                    <a:pt x="450" y="426"/>
                  </a:lnTo>
                  <a:lnTo>
                    <a:pt x="452" y="428"/>
                  </a:lnTo>
                  <a:lnTo>
                    <a:pt x="452" y="433"/>
                  </a:lnTo>
                  <a:lnTo>
                    <a:pt x="452" y="438"/>
                  </a:lnTo>
                  <a:lnTo>
                    <a:pt x="454" y="440"/>
                  </a:lnTo>
                  <a:lnTo>
                    <a:pt x="454" y="440"/>
                  </a:lnTo>
                  <a:lnTo>
                    <a:pt x="462" y="450"/>
                  </a:lnTo>
                  <a:lnTo>
                    <a:pt x="464" y="450"/>
                  </a:lnTo>
                  <a:lnTo>
                    <a:pt x="466" y="452"/>
                  </a:lnTo>
                  <a:lnTo>
                    <a:pt x="469" y="452"/>
                  </a:lnTo>
                  <a:lnTo>
                    <a:pt x="471" y="452"/>
                  </a:lnTo>
                  <a:lnTo>
                    <a:pt x="473" y="454"/>
                  </a:lnTo>
                  <a:lnTo>
                    <a:pt x="473" y="454"/>
                  </a:lnTo>
                  <a:lnTo>
                    <a:pt x="476" y="454"/>
                  </a:lnTo>
                  <a:lnTo>
                    <a:pt x="480" y="452"/>
                  </a:lnTo>
                  <a:lnTo>
                    <a:pt x="483" y="454"/>
                  </a:lnTo>
                  <a:lnTo>
                    <a:pt x="485" y="454"/>
                  </a:lnTo>
                  <a:lnTo>
                    <a:pt x="485" y="454"/>
                  </a:lnTo>
                  <a:lnTo>
                    <a:pt x="485" y="454"/>
                  </a:lnTo>
                  <a:lnTo>
                    <a:pt x="488" y="452"/>
                  </a:lnTo>
                  <a:lnTo>
                    <a:pt x="488" y="454"/>
                  </a:lnTo>
                  <a:lnTo>
                    <a:pt x="488" y="454"/>
                  </a:lnTo>
                  <a:lnTo>
                    <a:pt x="490" y="457"/>
                  </a:lnTo>
                  <a:lnTo>
                    <a:pt x="490" y="457"/>
                  </a:lnTo>
                  <a:lnTo>
                    <a:pt x="492" y="459"/>
                  </a:lnTo>
                  <a:lnTo>
                    <a:pt x="495" y="461"/>
                  </a:lnTo>
                  <a:lnTo>
                    <a:pt x="504" y="464"/>
                  </a:lnTo>
                  <a:lnTo>
                    <a:pt x="514" y="469"/>
                  </a:lnTo>
                  <a:lnTo>
                    <a:pt x="525" y="471"/>
                  </a:lnTo>
                  <a:lnTo>
                    <a:pt x="535" y="476"/>
                  </a:lnTo>
                  <a:lnTo>
                    <a:pt x="547" y="478"/>
                  </a:lnTo>
                  <a:lnTo>
                    <a:pt x="556" y="480"/>
                  </a:lnTo>
                  <a:lnTo>
                    <a:pt x="568" y="485"/>
                  </a:lnTo>
                  <a:lnTo>
                    <a:pt x="577" y="487"/>
                  </a:lnTo>
                  <a:close/>
                  <a:moveTo>
                    <a:pt x="52" y="348"/>
                  </a:moveTo>
                  <a:lnTo>
                    <a:pt x="55" y="348"/>
                  </a:lnTo>
                  <a:lnTo>
                    <a:pt x="55" y="350"/>
                  </a:lnTo>
                  <a:lnTo>
                    <a:pt x="57" y="350"/>
                  </a:lnTo>
                  <a:lnTo>
                    <a:pt x="59" y="350"/>
                  </a:lnTo>
                  <a:lnTo>
                    <a:pt x="62" y="343"/>
                  </a:lnTo>
                  <a:lnTo>
                    <a:pt x="62" y="341"/>
                  </a:lnTo>
                  <a:lnTo>
                    <a:pt x="62" y="341"/>
                  </a:lnTo>
                  <a:lnTo>
                    <a:pt x="59" y="341"/>
                  </a:lnTo>
                  <a:lnTo>
                    <a:pt x="57" y="341"/>
                  </a:lnTo>
                  <a:lnTo>
                    <a:pt x="55" y="341"/>
                  </a:lnTo>
                  <a:lnTo>
                    <a:pt x="55" y="341"/>
                  </a:lnTo>
                  <a:lnTo>
                    <a:pt x="52" y="341"/>
                  </a:lnTo>
                  <a:lnTo>
                    <a:pt x="52" y="343"/>
                  </a:lnTo>
                  <a:lnTo>
                    <a:pt x="52" y="348"/>
                  </a:lnTo>
                  <a:lnTo>
                    <a:pt x="52" y="34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6" name="Freeform 24">
              <a:extLst>
                <a:ext uri="{FF2B5EF4-FFF2-40B4-BE49-F238E27FC236}">
                  <a16:creationId xmlns:a16="http://schemas.microsoft.com/office/drawing/2014/main" id="{A9E4B905-6098-4F0F-B9E5-120ED32E12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7841" y="2469829"/>
              <a:ext cx="126505" cy="282276"/>
            </a:xfrm>
            <a:custGeom>
              <a:avLst/>
              <a:gdLst>
                <a:gd name="T0" fmla="*/ 113 w 134"/>
                <a:gd name="T1" fmla="*/ 228 h 299"/>
                <a:gd name="T2" fmla="*/ 120 w 134"/>
                <a:gd name="T3" fmla="*/ 221 h 299"/>
                <a:gd name="T4" fmla="*/ 132 w 134"/>
                <a:gd name="T5" fmla="*/ 180 h 299"/>
                <a:gd name="T6" fmla="*/ 125 w 134"/>
                <a:gd name="T7" fmla="*/ 211 h 299"/>
                <a:gd name="T8" fmla="*/ 132 w 134"/>
                <a:gd name="T9" fmla="*/ 180 h 299"/>
                <a:gd name="T10" fmla="*/ 132 w 134"/>
                <a:gd name="T11" fmla="*/ 140 h 299"/>
                <a:gd name="T12" fmla="*/ 132 w 134"/>
                <a:gd name="T13" fmla="*/ 114 h 299"/>
                <a:gd name="T14" fmla="*/ 125 w 134"/>
                <a:gd name="T15" fmla="*/ 97 h 299"/>
                <a:gd name="T16" fmla="*/ 104 w 134"/>
                <a:gd name="T17" fmla="*/ 100 h 299"/>
                <a:gd name="T18" fmla="*/ 97 w 134"/>
                <a:gd name="T19" fmla="*/ 88 h 299"/>
                <a:gd name="T20" fmla="*/ 99 w 134"/>
                <a:gd name="T21" fmla="*/ 74 h 299"/>
                <a:gd name="T22" fmla="*/ 104 w 134"/>
                <a:gd name="T23" fmla="*/ 64 h 299"/>
                <a:gd name="T24" fmla="*/ 111 w 134"/>
                <a:gd name="T25" fmla="*/ 64 h 299"/>
                <a:gd name="T26" fmla="*/ 113 w 134"/>
                <a:gd name="T27" fmla="*/ 50 h 299"/>
                <a:gd name="T28" fmla="*/ 85 w 134"/>
                <a:gd name="T29" fmla="*/ 17 h 299"/>
                <a:gd name="T30" fmla="*/ 30 w 134"/>
                <a:gd name="T31" fmla="*/ 3 h 299"/>
                <a:gd name="T32" fmla="*/ 26 w 134"/>
                <a:gd name="T33" fmla="*/ 8 h 299"/>
                <a:gd name="T34" fmla="*/ 16 w 134"/>
                <a:gd name="T35" fmla="*/ 34 h 299"/>
                <a:gd name="T36" fmla="*/ 14 w 134"/>
                <a:gd name="T37" fmla="*/ 38 h 299"/>
                <a:gd name="T38" fmla="*/ 2 w 134"/>
                <a:gd name="T39" fmla="*/ 53 h 299"/>
                <a:gd name="T40" fmla="*/ 4 w 134"/>
                <a:gd name="T41" fmla="*/ 60 h 299"/>
                <a:gd name="T42" fmla="*/ 9 w 134"/>
                <a:gd name="T43" fmla="*/ 62 h 299"/>
                <a:gd name="T44" fmla="*/ 9 w 134"/>
                <a:gd name="T45" fmla="*/ 76 h 299"/>
                <a:gd name="T46" fmla="*/ 2 w 134"/>
                <a:gd name="T47" fmla="*/ 83 h 299"/>
                <a:gd name="T48" fmla="*/ 4 w 134"/>
                <a:gd name="T49" fmla="*/ 93 h 299"/>
                <a:gd name="T50" fmla="*/ 9 w 134"/>
                <a:gd name="T51" fmla="*/ 105 h 299"/>
                <a:gd name="T52" fmla="*/ 26 w 134"/>
                <a:gd name="T53" fmla="*/ 121 h 299"/>
                <a:gd name="T54" fmla="*/ 45 w 134"/>
                <a:gd name="T55" fmla="*/ 131 h 299"/>
                <a:gd name="T56" fmla="*/ 59 w 134"/>
                <a:gd name="T57" fmla="*/ 150 h 299"/>
                <a:gd name="T58" fmla="*/ 45 w 134"/>
                <a:gd name="T59" fmla="*/ 159 h 299"/>
                <a:gd name="T60" fmla="*/ 33 w 134"/>
                <a:gd name="T61" fmla="*/ 178 h 299"/>
                <a:gd name="T62" fmla="*/ 30 w 134"/>
                <a:gd name="T63" fmla="*/ 187 h 299"/>
                <a:gd name="T64" fmla="*/ 23 w 134"/>
                <a:gd name="T65" fmla="*/ 192 h 299"/>
                <a:gd name="T66" fmla="*/ 4 w 134"/>
                <a:gd name="T67" fmla="*/ 213 h 299"/>
                <a:gd name="T68" fmla="*/ 2 w 134"/>
                <a:gd name="T69" fmla="*/ 221 h 299"/>
                <a:gd name="T70" fmla="*/ 4 w 134"/>
                <a:gd name="T71" fmla="*/ 232 h 299"/>
                <a:gd name="T72" fmla="*/ 4 w 134"/>
                <a:gd name="T73" fmla="*/ 244 h 299"/>
                <a:gd name="T74" fmla="*/ 26 w 134"/>
                <a:gd name="T75" fmla="*/ 256 h 299"/>
                <a:gd name="T76" fmla="*/ 33 w 134"/>
                <a:gd name="T77" fmla="*/ 261 h 299"/>
                <a:gd name="T78" fmla="*/ 47 w 134"/>
                <a:gd name="T79" fmla="*/ 266 h 299"/>
                <a:gd name="T80" fmla="*/ 52 w 134"/>
                <a:gd name="T81" fmla="*/ 270 h 299"/>
                <a:gd name="T82" fmla="*/ 61 w 134"/>
                <a:gd name="T83" fmla="*/ 266 h 299"/>
                <a:gd name="T84" fmla="*/ 71 w 134"/>
                <a:gd name="T85" fmla="*/ 266 h 299"/>
                <a:gd name="T86" fmla="*/ 73 w 134"/>
                <a:gd name="T87" fmla="*/ 292 h 299"/>
                <a:gd name="T88" fmla="*/ 78 w 134"/>
                <a:gd name="T89" fmla="*/ 296 h 299"/>
                <a:gd name="T90" fmla="*/ 87 w 134"/>
                <a:gd name="T91" fmla="*/ 280 h 299"/>
                <a:gd name="T92" fmla="*/ 94 w 134"/>
                <a:gd name="T93" fmla="*/ 270 h 299"/>
                <a:gd name="T94" fmla="*/ 89 w 134"/>
                <a:gd name="T95" fmla="*/ 270 h 299"/>
                <a:gd name="T96" fmla="*/ 99 w 134"/>
                <a:gd name="T97" fmla="*/ 254 h 299"/>
                <a:gd name="T98" fmla="*/ 94 w 134"/>
                <a:gd name="T99" fmla="*/ 247 h 299"/>
                <a:gd name="T100" fmla="*/ 104 w 134"/>
                <a:gd name="T101" fmla="*/ 237 h 299"/>
                <a:gd name="T102" fmla="*/ 108 w 134"/>
                <a:gd name="T103" fmla="*/ 240 h 299"/>
                <a:gd name="T104" fmla="*/ 108 w 134"/>
                <a:gd name="T105" fmla="*/ 228 h 299"/>
                <a:gd name="T106" fmla="*/ 113 w 134"/>
                <a:gd name="T107" fmla="*/ 223 h 299"/>
                <a:gd name="T108" fmla="*/ 111 w 134"/>
                <a:gd name="T109" fmla="*/ 211 h 299"/>
                <a:gd name="T110" fmla="*/ 120 w 134"/>
                <a:gd name="T111" fmla="*/ 213 h 299"/>
                <a:gd name="T112" fmla="*/ 120 w 134"/>
                <a:gd name="T113" fmla="*/ 202 h 299"/>
                <a:gd name="T114" fmla="*/ 127 w 134"/>
                <a:gd name="T115" fmla="*/ 192 h 299"/>
                <a:gd name="T116" fmla="*/ 125 w 134"/>
                <a:gd name="T117" fmla="*/ 178 h 299"/>
                <a:gd name="T118" fmla="*/ 127 w 134"/>
                <a:gd name="T119" fmla="*/ 161 h 299"/>
                <a:gd name="T120" fmla="*/ 125 w 134"/>
                <a:gd name="T121" fmla="*/ 152 h 299"/>
                <a:gd name="T122" fmla="*/ 130 w 134"/>
                <a:gd name="T123" fmla="*/ 142 h 299"/>
                <a:gd name="T124" fmla="*/ 132 w 134"/>
                <a:gd name="T125" fmla="*/ 15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299">
                  <a:moveTo>
                    <a:pt x="115" y="221"/>
                  </a:moveTo>
                  <a:lnTo>
                    <a:pt x="118" y="223"/>
                  </a:lnTo>
                  <a:lnTo>
                    <a:pt x="115" y="223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3" y="228"/>
                  </a:lnTo>
                  <a:lnTo>
                    <a:pt x="113" y="228"/>
                  </a:lnTo>
                  <a:lnTo>
                    <a:pt x="111" y="225"/>
                  </a:lnTo>
                  <a:lnTo>
                    <a:pt x="111" y="228"/>
                  </a:lnTo>
                  <a:lnTo>
                    <a:pt x="113" y="230"/>
                  </a:lnTo>
                  <a:lnTo>
                    <a:pt x="115" y="230"/>
                  </a:lnTo>
                  <a:lnTo>
                    <a:pt x="118" y="228"/>
                  </a:lnTo>
                  <a:lnTo>
                    <a:pt x="120" y="223"/>
                  </a:lnTo>
                  <a:lnTo>
                    <a:pt x="120" y="221"/>
                  </a:lnTo>
                  <a:lnTo>
                    <a:pt x="123" y="221"/>
                  </a:lnTo>
                  <a:lnTo>
                    <a:pt x="123" y="218"/>
                  </a:lnTo>
                  <a:lnTo>
                    <a:pt x="123" y="218"/>
                  </a:lnTo>
                  <a:lnTo>
                    <a:pt x="118" y="218"/>
                  </a:lnTo>
                  <a:lnTo>
                    <a:pt x="115" y="221"/>
                  </a:lnTo>
                  <a:close/>
                  <a:moveTo>
                    <a:pt x="132" y="180"/>
                  </a:moveTo>
                  <a:lnTo>
                    <a:pt x="132" y="180"/>
                  </a:lnTo>
                  <a:lnTo>
                    <a:pt x="132" y="185"/>
                  </a:lnTo>
                  <a:lnTo>
                    <a:pt x="132" y="187"/>
                  </a:lnTo>
                  <a:lnTo>
                    <a:pt x="125" y="204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25" y="211"/>
                  </a:lnTo>
                  <a:lnTo>
                    <a:pt x="127" y="206"/>
                  </a:lnTo>
                  <a:lnTo>
                    <a:pt x="130" y="197"/>
                  </a:lnTo>
                  <a:lnTo>
                    <a:pt x="132" y="192"/>
                  </a:lnTo>
                  <a:lnTo>
                    <a:pt x="132" y="187"/>
                  </a:lnTo>
                  <a:lnTo>
                    <a:pt x="134" y="183"/>
                  </a:lnTo>
                  <a:lnTo>
                    <a:pt x="134" y="178"/>
                  </a:lnTo>
                  <a:lnTo>
                    <a:pt x="132" y="180"/>
                  </a:lnTo>
                  <a:close/>
                  <a:moveTo>
                    <a:pt x="132" y="161"/>
                  </a:moveTo>
                  <a:lnTo>
                    <a:pt x="134" y="157"/>
                  </a:lnTo>
                  <a:lnTo>
                    <a:pt x="132" y="157"/>
                  </a:lnTo>
                  <a:lnTo>
                    <a:pt x="132" y="154"/>
                  </a:lnTo>
                  <a:lnTo>
                    <a:pt x="132" y="147"/>
                  </a:lnTo>
                  <a:lnTo>
                    <a:pt x="132" y="142"/>
                  </a:lnTo>
                  <a:lnTo>
                    <a:pt x="132" y="140"/>
                  </a:lnTo>
                  <a:lnTo>
                    <a:pt x="130" y="138"/>
                  </a:lnTo>
                  <a:lnTo>
                    <a:pt x="130" y="138"/>
                  </a:lnTo>
                  <a:lnTo>
                    <a:pt x="130" y="133"/>
                  </a:lnTo>
                  <a:lnTo>
                    <a:pt x="130" y="124"/>
                  </a:lnTo>
                  <a:lnTo>
                    <a:pt x="130" y="121"/>
                  </a:lnTo>
                  <a:lnTo>
                    <a:pt x="130" y="116"/>
                  </a:lnTo>
                  <a:lnTo>
                    <a:pt x="132" y="114"/>
                  </a:lnTo>
                  <a:lnTo>
                    <a:pt x="132" y="112"/>
                  </a:lnTo>
                  <a:lnTo>
                    <a:pt x="127" y="95"/>
                  </a:lnTo>
                  <a:lnTo>
                    <a:pt x="125" y="93"/>
                  </a:lnTo>
                  <a:lnTo>
                    <a:pt x="123" y="90"/>
                  </a:lnTo>
                  <a:lnTo>
                    <a:pt x="123" y="93"/>
                  </a:lnTo>
                  <a:lnTo>
                    <a:pt x="123" y="95"/>
                  </a:lnTo>
                  <a:lnTo>
                    <a:pt x="125" y="97"/>
                  </a:lnTo>
                  <a:lnTo>
                    <a:pt x="127" y="97"/>
                  </a:lnTo>
                  <a:lnTo>
                    <a:pt x="125" y="100"/>
                  </a:lnTo>
                  <a:lnTo>
                    <a:pt x="120" y="97"/>
                  </a:lnTo>
                  <a:lnTo>
                    <a:pt x="111" y="97"/>
                  </a:lnTo>
                  <a:lnTo>
                    <a:pt x="108" y="97"/>
                  </a:lnTo>
                  <a:lnTo>
                    <a:pt x="104" y="100"/>
                  </a:lnTo>
                  <a:lnTo>
                    <a:pt x="104" y="100"/>
                  </a:lnTo>
                  <a:lnTo>
                    <a:pt x="101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5"/>
                  </a:lnTo>
                  <a:lnTo>
                    <a:pt x="97" y="93"/>
                  </a:lnTo>
                  <a:lnTo>
                    <a:pt x="97" y="90"/>
                  </a:lnTo>
                  <a:lnTo>
                    <a:pt x="97" y="88"/>
                  </a:lnTo>
                  <a:lnTo>
                    <a:pt x="97" y="88"/>
                  </a:lnTo>
                  <a:lnTo>
                    <a:pt x="97" y="86"/>
                  </a:lnTo>
                  <a:lnTo>
                    <a:pt x="97" y="83"/>
                  </a:lnTo>
                  <a:lnTo>
                    <a:pt x="99" y="83"/>
                  </a:lnTo>
                  <a:lnTo>
                    <a:pt x="99" y="81"/>
                  </a:lnTo>
                  <a:lnTo>
                    <a:pt x="99" y="76"/>
                  </a:lnTo>
                  <a:lnTo>
                    <a:pt x="99" y="74"/>
                  </a:lnTo>
                  <a:lnTo>
                    <a:pt x="99" y="71"/>
                  </a:lnTo>
                  <a:lnTo>
                    <a:pt x="101" y="71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01" y="67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04" y="71"/>
                  </a:lnTo>
                  <a:lnTo>
                    <a:pt x="106" y="69"/>
                  </a:lnTo>
                  <a:lnTo>
                    <a:pt x="106" y="69"/>
                  </a:lnTo>
                  <a:lnTo>
                    <a:pt x="108" y="69"/>
                  </a:lnTo>
                  <a:lnTo>
                    <a:pt x="108" y="67"/>
                  </a:lnTo>
                  <a:lnTo>
                    <a:pt x="111" y="64"/>
                  </a:lnTo>
                  <a:lnTo>
                    <a:pt x="113" y="62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0"/>
                  </a:lnTo>
                  <a:lnTo>
                    <a:pt x="115" y="43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5" y="26"/>
                  </a:lnTo>
                  <a:lnTo>
                    <a:pt x="106" y="24"/>
                  </a:lnTo>
                  <a:lnTo>
                    <a:pt x="94" y="19"/>
                  </a:lnTo>
                  <a:lnTo>
                    <a:pt x="85" y="17"/>
                  </a:lnTo>
                  <a:lnTo>
                    <a:pt x="73" y="15"/>
                  </a:lnTo>
                  <a:lnTo>
                    <a:pt x="63" y="10"/>
                  </a:lnTo>
                  <a:lnTo>
                    <a:pt x="52" y="8"/>
                  </a:lnTo>
                  <a:lnTo>
                    <a:pt x="42" y="3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0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18" y="26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1" y="36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8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71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9"/>
                  </a:lnTo>
                  <a:lnTo>
                    <a:pt x="7" y="79"/>
                  </a:lnTo>
                  <a:lnTo>
                    <a:pt x="4" y="79"/>
                  </a:lnTo>
                  <a:lnTo>
                    <a:pt x="4" y="81"/>
                  </a:lnTo>
                  <a:lnTo>
                    <a:pt x="4" y="81"/>
                  </a:lnTo>
                  <a:lnTo>
                    <a:pt x="2" y="81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8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5"/>
                  </a:lnTo>
                  <a:lnTo>
                    <a:pt x="7" y="97"/>
                  </a:lnTo>
                  <a:lnTo>
                    <a:pt x="7" y="100"/>
                  </a:lnTo>
                  <a:lnTo>
                    <a:pt x="7" y="100"/>
                  </a:lnTo>
                  <a:lnTo>
                    <a:pt x="7" y="102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8" y="105"/>
                  </a:lnTo>
                  <a:lnTo>
                    <a:pt x="21" y="107"/>
                  </a:lnTo>
                  <a:lnTo>
                    <a:pt x="23" y="116"/>
                  </a:lnTo>
                  <a:lnTo>
                    <a:pt x="23" y="119"/>
                  </a:lnTo>
                  <a:lnTo>
                    <a:pt x="26" y="121"/>
                  </a:lnTo>
                  <a:lnTo>
                    <a:pt x="28" y="121"/>
                  </a:lnTo>
                  <a:lnTo>
                    <a:pt x="33" y="119"/>
                  </a:lnTo>
                  <a:lnTo>
                    <a:pt x="35" y="121"/>
                  </a:lnTo>
                  <a:lnTo>
                    <a:pt x="37" y="126"/>
                  </a:lnTo>
                  <a:lnTo>
                    <a:pt x="42" y="128"/>
                  </a:lnTo>
                  <a:lnTo>
                    <a:pt x="45" y="128"/>
                  </a:lnTo>
                  <a:lnTo>
                    <a:pt x="45" y="131"/>
                  </a:lnTo>
                  <a:lnTo>
                    <a:pt x="47" y="133"/>
                  </a:lnTo>
                  <a:lnTo>
                    <a:pt x="52" y="138"/>
                  </a:lnTo>
                  <a:lnTo>
                    <a:pt x="59" y="140"/>
                  </a:lnTo>
                  <a:lnTo>
                    <a:pt x="61" y="142"/>
                  </a:lnTo>
                  <a:lnTo>
                    <a:pt x="63" y="145"/>
                  </a:lnTo>
                  <a:lnTo>
                    <a:pt x="61" y="147"/>
                  </a:lnTo>
                  <a:lnTo>
                    <a:pt x="59" y="150"/>
                  </a:lnTo>
                  <a:lnTo>
                    <a:pt x="56" y="150"/>
                  </a:lnTo>
                  <a:lnTo>
                    <a:pt x="54" y="152"/>
                  </a:lnTo>
                  <a:lnTo>
                    <a:pt x="54" y="152"/>
                  </a:lnTo>
                  <a:lnTo>
                    <a:pt x="52" y="157"/>
                  </a:lnTo>
                  <a:lnTo>
                    <a:pt x="49" y="157"/>
                  </a:lnTo>
                  <a:lnTo>
                    <a:pt x="47" y="159"/>
                  </a:lnTo>
                  <a:lnTo>
                    <a:pt x="45" y="159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8"/>
                  </a:lnTo>
                  <a:lnTo>
                    <a:pt x="37" y="171"/>
                  </a:lnTo>
                  <a:lnTo>
                    <a:pt x="35" y="176"/>
                  </a:lnTo>
                  <a:lnTo>
                    <a:pt x="35" y="176"/>
                  </a:lnTo>
                  <a:lnTo>
                    <a:pt x="33" y="178"/>
                  </a:lnTo>
                  <a:lnTo>
                    <a:pt x="33" y="178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3"/>
                  </a:lnTo>
                  <a:lnTo>
                    <a:pt x="33" y="185"/>
                  </a:lnTo>
                  <a:lnTo>
                    <a:pt x="33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6" y="190"/>
                  </a:lnTo>
                  <a:lnTo>
                    <a:pt x="23" y="192"/>
                  </a:lnTo>
                  <a:lnTo>
                    <a:pt x="23" y="192"/>
                  </a:lnTo>
                  <a:lnTo>
                    <a:pt x="21" y="192"/>
                  </a:lnTo>
                  <a:lnTo>
                    <a:pt x="16" y="195"/>
                  </a:lnTo>
                  <a:lnTo>
                    <a:pt x="11" y="199"/>
                  </a:lnTo>
                  <a:lnTo>
                    <a:pt x="9" y="202"/>
                  </a:lnTo>
                  <a:lnTo>
                    <a:pt x="7" y="206"/>
                  </a:lnTo>
                  <a:lnTo>
                    <a:pt x="4" y="209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6"/>
                  </a:lnTo>
                  <a:lnTo>
                    <a:pt x="4" y="216"/>
                  </a:lnTo>
                  <a:lnTo>
                    <a:pt x="2" y="218"/>
                  </a:lnTo>
                  <a:lnTo>
                    <a:pt x="2" y="218"/>
                  </a:lnTo>
                  <a:lnTo>
                    <a:pt x="2" y="221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0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40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0"/>
                  </a:lnTo>
                  <a:lnTo>
                    <a:pt x="4" y="244"/>
                  </a:lnTo>
                  <a:lnTo>
                    <a:pt x="9" y="247"/>
                  </a:lnTo>
                  <a:lnTo>
                    <a:pt x="11" y="247"/>
                  </a:lnTo>
                  <a:lnTo>
                    <a:pt x="23" y="256"/>
                  </a:lnTo>
                  <a:lnTo>
                    <a:pt x="23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30" y="256"/>
                  </a:lnTo>
                  <a:lnTo>
                    <a:pt x="30" y="258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7" y="258"/>
                  </a:lnTo>
                  <a:lnTo>
                    <a:pt x="37" y="261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2" y="263"/>
                  </a:lnTo>
                  <a:lnTo>
                    <a:pt x="45" y="266"/>
                  </a:lnTo>
                  <a:lnTo>
                    <a:pt x="47" y="266"/>
                  </a:lnTo>
                  <a:lnTo>
                    <a:pt x="47" y="266"/>
                  </a:lnTo>
                  <a:lnTo>
                    <a:pt x="47" y="268"/>
                  </a:lnTo>
                  <a:lnTo>
                    <a:pt x="47" y="268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52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4" y="268"/>
                  </a:lnTo>
                  <a:lnTo>
                    <a:pt x="56" y="266"/>
                  </a:lnTo>
                  <a:lnTo>
                    <a:pt x="59" y="266"/>
                  </a:lnTo>
                  <a:lnTo>
                    <a:pt x="61" y="266"/>
                  </a:lnTo>
                  <a:lnTo>
                    <a:pt x="61" y="266"/>
                  </a:lnTo>
                  <a:lnTo>
                    <a:pt x="61" y="268"/>
                  </a:lnTo>
                  <a:lnTo>
                    <a:pt x="61" y="268"/>
                  </a:lnTo>
                  <a:lnTo>
                    <a:pt x="63" y="268"/>
                  </a:lnTo>
                  <a:lnTo>
                    <a:pt x="63" y="268"/>
                  </a:lnTo>
                  <a:lnTo>
                    <a:pt x="66" y="266"/>
                  </a:lnTo>
                  <a:lnTo>
                    <a:pt x="66" y="266"/>
                  </a:lnTo>
                  <a:lnTo>
                    <a:pt x="71" y="266"/>
                  </a:lnTo>
                  <a:lnTo>
                    <a:pt x="71" y="266"/>
                  </a:lnTo>
                  <a:lnTo>
                    <a:pt x="73" y="266"/>
                  </a:lnTo>
                  <a:lnTo>
                    <a:pt x="75" y="270"/>
                  </a:lnTo>
                  <a:lnTo>
                    <a:pt x="75" y="275"/>
                  </a:lnTo>
                  <a:lnTo>
                    <a:pt x="73" y="287"/>
                  </a:lnTo>
                  <a:lnTo>
                    <a:pt x="73" y="289"/>
                  </a:lnTo>
                  <a:lnTo>
                    <a:pt x="73" y="292"/>
                  </a:lnTo>
                  <a:lnTo>
                    <a:pt x="75" y="294"/>
                  </a:lnTo>
                  <a:lnTo>
                    <a:pt x="75" y="294"/>
                  </a:lnTo>
                  <a:lnTo>
                    <a:pt x="73" y="296"/>
                  </a:lnTo>
                  <a:lnTo>
                    <a:pt x="73" y="296"/>
                  </a:lnTo>
                  <a:lnTo>
                    <a:pt x="75" y="299"/>
                  </a:lnTo>
                  <a:lnTo>
                    <a:pt x="75" y="299"/>
                  </a:lnTo>
                  <a:lnTo>
                    <a:pt x="78" y="296"/>
                  </a:lnTo>
                  <a:lnTo>
                    <a:pt x="82" y="294"/>
                  </a:lnTo>
                  <a:lnTo>
                    <a:pt x="85" y="292"/>
                  </a:lnTo>
                  <a:lnTo>
                    <a:pt x="87" y="287"/>
                  </a:lnTo>
                  <a:lnTo>
                    <a:pt x="89" y="282"/>
                  </a:lnTo>
                  <a:lnTo>
                    <a:pt x="89" y="282"/>
                  </a:lnTo>
                  <a:lnTo>
                    <a:pt x="87" y="282"/>
                  </a:lnTo>
                  <a:lnTo>
                    <a:pt x="87" y="280"/>
                  </a:lnTo>
                  <a:lnTo>
                    <a:pt x="89" y="280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2" y="275"/>
                  </a:lnTo>
                  <a:lnTo>
                    <a:pt x="94" y="273"/>
                  </a:lnTo>
                  <a:lnTo>
                    <a:pt x="94" y="273"/>
                  </a:lnTo>
                  <a:lnTo>
                    <a:pt x="94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92" y="270"/>
                  </a:lnTo>
                  <a:lnTo>
                    <a:pt x="89" y="270"/>
                  </a:lnTo>
                  <a:lnTo>
                    <a:pt x="89" y="270"/>
                  </a:lnTo>
                  <a:lnTo>
                    <a:pt x="92" y="268"/>
                  </a:lnTo>
                  <a:lnTo>
                    <a:pt x="92" y="268"/>
                  </a:lnTo>
                  <a:lnTo>
                    <a:pt x="92" y="268"/>
                  </a:lnTo>
                  <a:lnTo>
                    <a:pt x="94" y="268"/>
                  </a:lnTo>
                  <a:lnTo>
                    <a:pt x="97" y="258"/>
                  </a:lnTo>
                  <a:lnTo>
                    <a:pt x="97" y="256"/>
                  </a:lnTo>
                  <a:lnTo>
                    <a:pt x="99" y="254"/>
                  </a:lnTo>
                  <a:lnTo>
                    <a:pt x="101" y="249"/>
                  </a:lnTo>
                  <a:lnTo>
                    <a:pt x="104" y="247"/>
                  </a:lnTo>
                  <a:lnTo>
                    <a:pt x="104" y="244"/>
                  </a:lnTo>
                  <a:lnTo>
                    <a:pt x="99" y="249"/>
                  </a:lnTo>
                  <a:lnTo>
                    <a:pt x="97" y="249"/>
                  </a:lnTo>
                  <a:lnTo>
                    <a:pt x="97" y="247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94" y="244"/>
                  </a:lnTo>
                  <a:lnTo>
                    <a:pt x="97" y="244"/>
                  </a:lnTo>
                  <a:lnTo>
                    <a:pt x="104" y="242"/>
                  </a:lnTo>
                  <a:lnTo>
                    <a:pt x="104" y="242"/>
                  </a:lnTo>
                  <a:lnTo>
                    <a:pt x="101" y="240"/>
                  </a:lnTo>
                  <a:lnTo>
                    <a:pt x="104" y="237"/>
                  </a:lnTo>
                  <a:lnTo>
                    <a:pt x="106" y="232"/>
                  </a:lnTo>
                  <a:lnTo>
                    <a:pt x="108" y="235"/>
                  </a:lnTo>
                  <a:lnTo>
                    <a:pt x="106" y="237"/>
                  </a:lnTo>
                  <a:lnTo>
                    <a:pt x="106" y="240"/>
                  </a:lnTo>
                  <a:lnTo>
                    <a:pt x="104" y="242"/>
                  </a:lnTo>
                  <a:lnTo>
                    <a:pt x="106" y="242"/>
                  </a:lnTo>
                  <a:lnTo>
                    <a:pt x="108" y="240"/>
                  </a:lnTo>
                  <a:lnTo>
                    <a:pt x="113" y="235"/>
                  </a:lnTo>
                  <a:lnTo>
                    <a:pt x="115" y="235"/>
                  </a:lnTo>
                  <a:lnTo>
                    <a:pt x="113" y="232"/>
                  </a:lnTo>
                  <a:lnTo>
                    <a:pt x="111" y="230"/>
                  </a:lnTo>
                  <a:lnTo>
                    <a:pt x="111" y="228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08" y="225"/>
                  </a:lnTo>
                  <a:lnTo>
                    <a:pt x="108" y="223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1"/>
                  </a:lnTo>
                  <a:lnTo>
                    <a:pt x="113" y="218"/>
                  </a:lnTo>
                  <a:lnTo>
                    <a:pt x="113" y="216"/>
                  </a:lnTo>
                  <a:lnTo>
                    <a:pt x="111" y="216"/>
                  </a:lnTo>
                  <a:lnTo>
                    <a:pt x="111" y="213"/>
                  </a:lnTo>
                  <a:lnTo>
                    <a:pt x="111" y="209"/>
                  </a:lnTo>
                  <a:lnTo>
                    <a:pt x="111" y="211"/>
                  </a:lnTo>
                  <a:lnTo>
                    <a:pt x="113" y="211"/>
                  </a:lnTo>
                  <a:lnTo>
                    <a:pt x="113" y="211"/>
                  </a:lnTo>
                  <a:lnTo>
                    <a:pt x="115" y="209"/>
                  </a:lnTo>
                  <a:lnTo>
                    <a:pt x="118" y="211"/>
                  </a:lnTo>
                  <a:lnTo>
                    <a:pt x="120" y="211"/>
                  </a:lnTo>
                  <a:lnTo>
                    <a:pt x="120" y="213"/>
                  </a:lnTo>
                  <a:lnTo>
                    <a:pt x="120" y="213"/>
                  </a:lnTo>
                  <a:lnTo>
                    <a:pt x="123" y="213"/>
                  </a:lnTo>
                  <a:lnTo>
                    <a:pt x="123" y="211"/>
                  </a:lnTo>
                  <a:lnTo>
                    <a:pt x="120" y="209"/>
                  </a:lnTo>
                  <a:lnTo>
                    <a:pt x="118" y="206"/>
                  </a:lnTo>
                  <a:lnTo>
                    <a:pt x="118" y="204"/>
                  </a:lnTo>
                  <a:lnTo>
                    <a:pt x="120" y="204"/>
                  </a:lnTo>
                  <a:lnTo>
                    <a:pt x="120" y="202"/>
                  </a:lnTo>
                  <a:lnTo>
                    <a:pt x="120" y="202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23" y="197"/>
                  </a:lnTo>
                  <a:lnTo>
                    <a:pt x="125" y="195"/>
                  </a:lnTo>
                  <a:lnTo>
                    <a:pt x="127" y="195"/>
                  </a:lnTo>
                  <a:lnTo>
                    <a:pt x="127" y="192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30" y="185"/>
                  </a:lnTo>
                  <a:lnTo>
                    <a:pt x="130" y="183"/>
                  </a:lnTo>
                  <a:lnTo>
                    <a:pt x="127" y="183"/>
                  </a:lnTo>
                  <a:lnTo>
                    <a:pt x="125" y="183"/>
                  </a:lnTo>
                  <a:lnTo>
                    <a:pt x="125" y="178"/>
                  </a:lnTo>
                  <a:lnTo>
                    <a:pt x="125" y="173"/>
                  </a:lnTo>
                  <a:lnTo>
                    <a:pt x="127" y="171"/>
                  </a:lnTo>
                  <a:lnTo>
                    <a:pt x="127" y="168"/>
                  </a:lnTo>
                  <a:lnTo>
                    <a:pt x="127" y="168"/>
                  </a:lnTo>
                  <a:lnTo>
                    <a:pt x="127" y="166"/>
                  </a:lnTo>
                  <a:lnTo>
                    <a:pt x="127" y="164"/>
                  </a:lnTo>
                  <a:lnTo>
                    <a:pt x="127" y="161"/>
                  </a:lnTo>
                  <a:lnTo>
                    <a:pt x="130" y="159"/>
                  </a:lnTo>
                  <a:lnTo>
                    <a:pt x="127" y="159"/>
                  </a:lnTo>
                  <a:lnTo>
                    <a:pt x="125" y="159"/>
                  </a:lnTo>
                  <a:lnTo>
                    <a:pt x="127" y="157"/>
                  </a:lnTo>
                  <a:lnTo>
                    <a:pt x="127" y="154"/>
                  </a:lnTo>
                  <a:lnTo>
                    <a:pt x="125" y="152"/>
                  </a:lnTo>
                  <a:lnTo>
                    <a:pt x="125" y="152"/>
                  </a:lnTo>
                  <a:lnTo>
                    <a:pt x="125" y="150"/>
                  </a:lnTo>
                  <a:lnTo>
                    <a:pt x="125" y="150"/>
                  </a:lnTo>
                  <a:lnTo>
                    <a:pt x="127" y="150"/>
                  </a:lnTo>
                  <a:lnTo>
                    <a:pt x="127" y="147"/>
                  </a:lnTo>
                  <a:lnTo>
                    <a:pt x="130" y="147"/>
                  </a:lnTo>
                  <a:lnTo>
                    <a:pt x="130" y="145"/>
                  </a:lnTo>
                  <a:lnTo>
                    <a:pt x="130" y="142"/>
                  </a:lnTo>
                  <a:lnTo>
                    <a:pt x="127" y="145"/>
                  </a:lnTo>
                  <a:lnTo>
                    <a:pt x="127" y="142"/>
                  </a:lnTo>
                  <a:lnTo>
                    <a:pt x="127" y="142"/>
                  </a:lnTo>
                  <a:lnTo>
                    <a:pt x="130" y="142"/>
                  </a:lnTo>
                  <a:lnTo>
                    <a:pt x="130" y="145"/>
                  </a:lnTo>
                  <a:lnTo>
                    <a:pt x="132" y="147"/>
                  </a:lnTo>
                  <a:lnTo>
                    <a:pt x="132" y="150"/>
                  </a:lnTo>
                  <a:lnTo>
                    <a:pt x="132" y="152"/>
                  </a:lnTo>
                  <a:lnTo>
                    <a:pt x="130" y="157"/>
                  </a:lnTo>
                  <a:lnTo>
                    <a:pt x="134" y="176"/>
                  </a:lnTo>
                  <a:lnTo>
                    <a:pt x="134" y="173"/>
                  </a:lnTo>
                  <a:lnTo>
                    <a:pt x="132" y="1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7" name="Freeform 25">
              <a:extLst>
                <a:ext uri="{FF2B5EF4-FFF2-40B4-BE49-F238E27FC236}">
                  <a16:creationId xmlns:a16="http://schemas.microsoft.com/office/drawing/2014/main" id="{3C186F84-CD33-409A-AD11-E845839A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6829" y="1951537"/>
              <a:ext cx="158603" cy="317206"/>
            </a:xfrm>
            <a:custGeom>
              <a:avLst/>
              <a:gdLst>
                <a:gd name="T0" fmla="*/ 168 w 168"/>
                <a:gd name="T1" fmla="*/ 256 h 336"/>
                <a:gd name="T2" fmla="*/ 164 w 168"/>
                <a:gd name="T3" fmla="*/ 270 h 336"/>
                <a:gd name="T4" fmla="*/ 159 w 168"/>
                <a:gd name="T5" fmla="*/ 282 h 336"/>
                <a:gd name="T6" fmla="*/ 145 w 168"/>
                <a:gd name="T7" fmla="*/ 289 h 336"/>
                <a:gd name="T8" fmla="*/ 140 w 168"/>
                <a:gd name="T9" fmla="*/ 294 h 336"/>
                <a:gd name="T10" fmla="*/ 135 w 168"/>
                <a:gd name="T11" fmla="*/ 294 h 336"/>
                <a:gd name="T12" fmla="*/ 133 w 168"/>
                <a:gd name="T13" fmla="*/ 299 h 336"/>
                <a:gd name="T14" fmla="*/ 130 w 168"/>
                <a:gd name="T15" fmla="*/ 306 h 336"/>
                <a:gd name="T16" fmla="*/ 126 w 168"/>
                <a:gd name="T17" fmla="*/ 310 h 336"/>
                <a:gd name="T18" fmla="*/ 109 w 168"/>
                <a:gd name="T19" fmla="*/ 315 h 336"/>
                <a:gd name="T20" fmla="*/ 76 w 168"/>
                <a:gd name="T21" fmla="*/ 322 h 336"/>
                <a:gd name="T22" fmla="*/ 45 w 168"/>
                <a:gd name="T23" fmla="*/ 329 h 336"/>
                <a:gd name="T24" fmla="*/ 19 w 168"/>
                <a:gd name="T25" fmla="*/ 336 h 336"/>
                <a:gd name="T26" fmla="*/ 19 w 168"/>
                <a:gd name="T27" fmla="*/ 336 h 336"/>
                <a:gd name="T28" fmla="*/ 19 w 168"/>
                <a:gd name="T29" fmla="*/ 336 h 336"/>
                <a:gd name="T30" fmla="*/ 19 w 168"/>
                <a:gd name="T31" fmla="*/ 336 h 336"/>
                <a:gd name="T32" fmla="*/ 7 w 168"/>
                <a:gd name="T33" fmla="*/ 327 h 336"/>
                <a:gd name="T34" fmla="*/ 5 w 168"/>
                <a:gd name="T35" fmla="*/ 320 h 336"/>
                <a:gd name="T36" fmla="*/ 7 w 168"/>
                <a:gd name="T37" fmla="*/ 308 h 336"/>
                <a:gd name="T38" fmla="*/ 7 w 168"/>
                <a:gd name="T39" fmla="*/ 289 h 336"/>
                <a:gd name="T40" fmla="*/ 5 w 168"/>
                <a:gd name="T41" fmla="*/ 277 h 336"/>
                <a:gd name="T42" fmla="*/ 5 w 168"/>
                <a:gd name="T43" fmla="*/ 275 h 336"/>
                <a:gd name="T44" fmla="*/ 7 w 168"/>
                <a:gd name="T45" fmla="*/ 268 h 336"/>
                <a:gd name="T46" fmla="*/ 0 w 168"/>
                <a:gd name="T47" fmla="*/ 235 h 336"/>
                <a:gd name="T48" fmla="*/ 3 w 168"/>
                <a:gd name="T49" fmla="*/ 216 h 336"/>
                <a:gd name="T50" fmla="*/ 10 w 168"/>
                <a:gd name="T51" fmla="*/ 204 h 336"/>
                <a:gd name="T52" fmla="*/ 10 w 168"/>
                <a:gd name="T53" fmla="*/ 190 h 336"/>
                <a:gd name="T54" fmla="*/ 12 w 168"/>
                <a:gd name="T55" fmla="*/ 178 h 336"/>
                <a:gd name="T56" fmla="*/ 10 w 168"/>
                <a:gd name="T57" fmla="*/ 149 h 336"/>
                <a:gd name="T58" fmla="*/ 22 w 168"/>
                <a:gd name="T59" fmla="*/ 133 h 336"/>
                <a:gd name="T60" fmla="*/ 36 w 168"/>
                <a:gd name="T61" fmla="*/ 116 h 336"/>
                <a:gd name="T62" fmla="*/ 43 w 168"/>
                <a:gd name="T63" fmla="*/ 104 h 336"/>
                <a:gd name="T64" fmla="*/ 43 w 168"/>
                <a:gd name="T65" fmla="*/ 97 h 336"/>
                <a:gd name="T66" fmla="*/ 41 w 168"/>
                <a:gd name="T67" fmla="*/ 93 h 336"/>
                <a:gd name="T68" fmla="*/ 31 w 168"/>
                <a:gd name="T69" fmla="*/ 81 h 336"/>
                <a:gd name="T70" fmla="*/ 38 w 168"/>
                <a:gd name="T71" fmla="*/ 57 h 336"/>
                <a:gd name="T72" fmla="*/ 33 w 168"/>
                <a:gd name="T73" fmla="*/ 45 h 336"/>
                <a:gd name="T74" fmla="*/ 33 w 168"/>
                <a:gd name="T75" fmla="*/ 38 h 336"/>
                <a:gd name="T76" fmla="*/ 38 w 168"/>
                <a:gd name="T77" fmla="*/ 22 h 336"/>
                <a:gd name="T78" fmla="*/ 38 w 168"/>
                <a:gd name="T79" fmla="*/ 17 h 336"/>
                <a:gd name="T80" fmla="*/ 45 w 168"/>
                <a:gd name="T81" fmla="*/ 7 h 336"/>
                <a:gd name="T82" fmla="*/ 62 w 168"/>
                <a:gd name="T83" fmla="*/ 3 h 336"/>
                <a:gd name="T84" fmla="*/ 67 w 168"/>
                <a:gd name="T85" fmla="*/ 15 h 336"/>
                <a:gd name="T86" fmla="*/ 76 w 168"/>
                <a:gd name="T87" fmla="*/ 45 h 336"/>
                <a:gd name="T88" fmla="*/ 88 w 168"/>
                <a:gd name="T89" fmla="*/ 76 h 336"/>
                <a:gd name="T90" fmla="*/ 97 w 168"/>
                <a:gd name="T91" fmla="*/ 107 h 336"/>
                <a:gd name="T92" fmla="*/ 107 w 168"/>
                <a:gd name="T93" fmla="*/ 138 h 336"/>
                <a:gd name="T94" fmla="*/ 116 w 168"/>
                <a:gd name="T95" fmla="*/ 168 h 336"/>
                <a:gd name="T96" fmla="*/ 128 w 168"/>
                <a:gd name="T97" fmla="*/ 199 h 336"/>
                <a:gd name="T98" fmla="*/ 130 w 168"/>
                <a:gd name="T99" fmla="*/ 211 h 336"/>
                <a:gd name="T100" fmla="*/ 133 w 168"/>
                <a:gd name="T101" fmla="*/ 216 h 336"/>
                <a:gd name="T102" fmla="*/ 133 w 168"/>
                <a:gd name="T103" fmla="*/ 223 h 336"/>
                <a:gd name="T104" fmla="*/ 147 w 168"/>
                <a:gd name="T105" fmla="*/ 235 h 336"/>
                <a:gd name="T106" fmla="*/ 152 w 168"/>
                <a:gd name="T107" fmla="*/ 239 h 336"/>
                <a:gd name="T108" fmla="*/ 156 w 168"/>
                <a:gd name="T109" fmla="*/ 24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" h="336">
                  <a:moveTo>
                    <a:pt x="164" y="254"/>
                  </a:moveTo>
                  <a:lnTo>
                    <a:pt x="164" y="256"/>
                  </a:lnTo>
                  <a:lnTo>
                    <a:pt x="166" y="256"/>
                  </a:lnTo>
                  <a:lnTo>
                    <a:pt x="166" y="254"/>
                  </a:lnTo>
                  <a:lnTo>
                    <a:pt x="168" y="256"/>
                  </a:lnTo>
                  <a:lnTo>
                    <a:pt x="168" y="256"/>
                  </a:lnTo>
                  <a:lnTo>
                    <a:pt x="168" y="258"/>
                  </a:lnTo>
                  <a:lnTo>
                    <a:pt x="168" y="258"/>
                  </a:lnTo>
                  <a:lnTo>
                    <a:pt x="166" y="261"/>
                  </a:lnTo>
                  <a:lnTo>
                    <a:pt x="164" y="270"/>
                  </a:lnTo>
                  <a:lnTo>
                    <a:pt x="164" y="275"/>
                  </a:lnTo>
                  <a:lnTo>
                    <a:pt x="164" y="277"/>
                  </a:lnTo>
                  <a:lnTo>
                    <a:pt x="164" y="280"/>
                  </a:lnTo>
                  <a:lnTo>
                    <a:pt x="161" y="282"/>
                  </a:lnTo>
                  <a:lnTo>
                    <a:pt x="159" y="282"/>
                  </a:lnTo>
                  <a:lnTo>
                    <a:pt x="154" y="280"/>
                  </a:lnTo>
                  <a:lnTo>
                    <a:pt x="154" y="280"/>
                  </a:lnTo>
                  <a:lnTo>
                    <a:pt x="154" y="282"/>
                  </a:lnTo>
                  <a:lnTo>
                    <a:pt x="145" y="287"/>
                  </a:lnTo>
                  <a:lnTo>
                    <a:pt x="145" y="289"/>
                  </a:lnTo>
                  <a:lnTo>
                    <a:pt x="145" y="289"/>
                  </a:lnTo>
                  <a:lnTo>
                    <a:pt x="142" y="291"/>
                  </a:lnTo>
                  <a:lnTo>
                    <a:pt x="142" y="291"/>
                  </a:lnTo>
                  <a:lnTo>
                    <a:pt x="142" y="291"/>
                  </a:lnTo>
                  <a:lnTo>
                    <a:pt x="140" y="294"/>
                  </a:lnTo>
                  <a:lnTo>
                    <a:pt x="140" y="294"/>
                  </a:lnTo>
                  <a:lnTo>
                    <a:pt x="140" y="294"/>
                  </a:lnTo>
                  <a:lnTo>
                    <a:pt x="138" y="294"/>
                  </a:lnTo>
                  <a:lnTo>
                    <a:pt x="138" y="294"/>
                  </a:lnTo>
                  <a:lnTo>
                    <a:pt x="135" y="294"/>
                  </a:lnTo>
                  <a:lnTo>
                    <a:pt x="135" y="294"/>
                  </a:lnTo>
                  <a:lnTo>
                    <a:pt x="135" y="296"/>
                  </a:lnTo>
                  <a:lnTo>
                    <a:pt x="135" y="296"/>
                  </a:lnTo>
                  <a:lnTo>
                    <a:pt x="135" y="296"/>
                  </a:lnTo>
                  <a:lnTo>
                    <a:pt x="133" y="299"/>
                  </a:lnTo>
                  <a:lnTo>
                    <a:pt x="133" y="301"/>
                  </a:lnTo>
                  <a:lnTo>
                    <a:pt x="133" y="301"/>
                  </a:lnTo>
                  <a:lnTo>
                    <a:pt x="133" y="303"/>
                  </a:lnTo>
                  <a:lnTo>
                    <a:pt x="133" y="303"/>
                  </a:lnTo>
                  <a:lnTo>
                    <a:pt x="130" y="306"/>
                  </a:lnTo>
                  <a:lnTo>
                    <a:pt x="130" y="306"/>
                  </a:lnTo>
                  <a:lnTo>
                    <a:pt x="128" y="306"/>
                  </a:lnTo>
                  <a:lnTo>
                    <a:pt x="128" y="308"/>
                  </a:lnTo>
                  <a:lnTo>
                    <a:pt x="128" y="310"/>
                  </a:lnTo>
                  <a:lnTo>
                    <a:pt x="126" y="310"/>
                  </a:lnTo>
                  <a:lnTo>
                    <a:pt x="126" y="313"/>
                  </a:lnTo>
                  <a:lnTo>
                    <a:pt x="123" y="313"/>
                  </a:lnTo>
                  <a:lnTo>
                    <a:pt x="123" y="313"/>
                  </a:lnTo>
                  <a:lnTo>
                    <a:pt x="116" y="315"/>
                  </a:lnTo>
                  <a:lnTo>
                    <a:pt x="109" y="315"/>
                  </a:lnTo>
                  <a:lnTo>
                    <a:pt x="102" y="318"/>
                  </a:lnTo>
                  <a:lnTo>
                    <a:pt x="97" y="318"/>
                  </a:lnTo>
                  <a:lnTo>
                    <a:pt x="90" y="320"/>
                  </a:lnTo>
                  <a:lnTo>
                    <a:pt x="83" y="322"/>
                  </a:lnTo>
                  <a:lnTo>
                    <a:pt x="76" y="322"/>
                  </a:lnTo>
                  <a:lnTo>
                    <a:pt x="71" y="325"/>
                  </a:lnTo>
                  <a:lnTo>
                    <a:pt x="64" y="327"/>
                  </a:lnTo>
                  <a:lnTo>
                    <a:pt x="57" y="327"/>
                  </a:lnTo>
                  <a:lnTo>
                    <a:pt x="50" y="329"/>
                  </a:lnTo>
                  <a:lnTo>
                    <a:pt x="45" y="329"/>
                  </a:lnTo>
                  <a:lnTo>
                    <a:pt x="38" y="332"/>
                  </a:lnTo>
                  <a:lnTo>
                    <a:pt x="31" y="334"/>
                  </a:lnTo>
                  <a:lnTo>
                    <a:pt x="24" y="334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7" y="332"/>
                  </a:lnTo>
                  <a:lnTo>
                    <a:pt x="15" y="332"/>
                  </a:lnTo>
                  <a:lnTo>
                    <a:pt x="10" y="327"/>
                  </a:lnTo>
                  <a:lnTo>
                    <a:pt x="7" y="327"/>
                  </a:lnTo>
                  <a:lnTo>
                    <a:pt x="7" y="325"/>
                  </a:lnTo>
                  <a:lnTo>
                    <a:pt x="7" y="325"/>
                  </a:lnTo>
                  <a:lnTo>
                    <a:pt x="5" y="322"/>
                  </a:lnTo>
                  <a:lnTo>
                    <a:pt x="5" y="320"/>
                  </a:lnTo>
                  <a:lnTo>
                    <a:pt x="5" y="320"/>
                  </a:lnTo>
                  <a:lnTo>
                    <a:pt x="5" y="318"/>
                  </a:lnTo>
                  <a:lnTo>
                    <a:pt x="7" y="315"/>
                  </a:lnTo>
                  <a:lnTo>
                    <a:pt x="5" y="310"/>
                  </a:lnTo>
                  <a:lnTo>
                    <a:pt x="5" y="308"/>
                  </a:lnTo>
                  <a:lnTo>
                    <a:pt x="7" y="308"/>
                  </a:lnTo>
                  <a:lnTo>
                    <a:pt x="10" y="306"/>
                  </a:lnTo>
                  <a:lnTo>
                    <a:pt x="10" y="303"/>
                  </a:lnTo>
                  <a:lnTo>
                    <a:pt x="7" y="299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4"/>
                  </a:lnTo>
                  <a:lnTo>
                    <a:pt x="5" y="284"/>
                  </a:lnTo>
                  <a:lnTo>
                    <a:pt x="5" y="280"/>
                  </a:lnTo>
                  <a:lnTo>
                    <a:pt x="5" y="277"/>
                  </a:lnTo>
                  <a:lnTo>
                    <a:pt x="5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5"/>
                  </a:lnTo>
                  <a:lnTo>
                    <a:pt x="5" y="273"/>
                  </a:lnTo>
                  <a:lnTo>
                    <a:pt x="5" y="273"/>
                  </a:lnTo>
                  <a:lnTo>
                    <a:pt x="5" y="270"/>
                  </a:lnTo>
                  <a:lnTo>
                    <a:pt x="5" y="270"/>
                  </a:lnTo>
                  <a:lnTo>
                    <a:pt x="7" y="268"/>
                  </a:lnTo>
                  <a:lnTo>
                    <a:pt x="5" y="265"/>
                  </a:lnTo>
                  <a:lnTo>
                    <a:pt x="5" y="261"/>
                  </a:lnTo>
                  <a:lnTo>
                    <a:pt x="0" y="239"/>
                  </a:lnTo>
                  <a:lnTo>
                    <a:pt x="0" y="237"/>
                  </a:lnTo>
                  <a:lnTo>
                    <a:pt x="0" y="235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5"/>
                  </a:lnTo>
                  <a:lnTo>
                    <a:pt x="3" y="220"/>
                  </a:lnTo>
                  <a:lnTo>
                    <a:pt x="3" y="216"/>
                  </a:lnTo>
                  <a:lnTo>
                    <a:pt x="3" y="216"/>
                  </a:lnTo>
                  <a:lnTo>
                    <a:pt x="5" y="213"/>
                  </a:lnTo>
                  <a:lnTo>
                    <a:pt x="5" y="211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2" y="180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5"/>
                  </a:lnTo>
                  <a:lnTo>
                    <a:pt x="15" y="168"/>
                  </a:lnTo>
                  <a:lnTo>
                    <a:pt x="15" y="164"/>
                  </a:lnTo>
                  <a:lnTo>
                    <a:pt x="12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10" y="138"/>
                  </a:lnTo>
                  <a:lnTo>
                    <a:pt x="12" y="135"/>
                  </a:lnTo>
                  <a:lnTo>
                    <a:pt x="17" y="133"/>
                  </a:lnTo>
                  <a:lnTo>
                    <a:pt x="22" y="133"/>
                  </a:lnTo>
                  <a:lnTo>
                    <a:pt x="24" y="131"/>
                  </a:lnTo>
                  <a:lnTo>
                    <a:pt x="26" y="131"/>
                  </a:lnTo>
                  <a:lnTo>
                    <a:pt x="26" y="126"/>
                  </a:lnTo>
                  <a:lnTo>
                    <a:pt x="29" y="123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41" y="109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2"/>
                  </a:lnTo>
                  <a:lnTo>
                    <a:pt x="41" y="100"/>
                  </a:lnTo>
                  <a:lnTo>
                    <a:pt x="41" y="97"/>
                  </a:lnTo>
                  <a:lnTo>
                    <a:pt x="43" y="97"/>
                  </a:lnTo>
                  <a:lnTo>
                    <a:pt x="43" y="97"/>
                  </a:lnTo>
                  <a:lnTo>
                    <a:pt x="43" y="95"/>
                  </a:lnTo>
                  <a:lnTo>
                    <a:pt x="43" y="95"/>
                  </a:lnTo>
                  <a:lnTo>
                    <a:pt x="43" y="93"/>
                  </a:lnTo>
                  <a:lnTo>
                    <a:pt x="41" y="93"/>
                  </a:lnTo>
                  <a:lnTo>
                    <a:pt x="36" y="86"/>
                  </a:lnTo>
                  <a:lnTo>
                    <a:pt x="36" y="86"/>
                  </a:lnTo>
                  <a:lnTo>
                    <a:pt x="36" y="83"/>
                  </a:lnTo>
                  <a:lnTo>
                    <a:pt x="33" y="81"/>
                  </a:lnTo>
                  <a:lnTo>
                    <a:pt x="31" y="81"/>
                  </a:lnTo>
                  <a:lnTo>
                    <a:pt x="31" y="76"/>
                  </a:lnTo>
                  <a:lnTo>
                    <a:pt x="33" y="71"/>
                  </a:lnTo>
                  <a:lnTo>
                    <a:pt x="36" y="67"/>
                  </a:lnTo>
                  <a:lnTo>
                    <a:pt x="38" y="60"/>
                  </a:lnTo>
                  <a:lnTo>
                    <a:pt x="38" y="57"/>
                  </a:lnTo>
                  <a:lnTo>
                    <a:pt x="36" y="55"/>
                  </a:lnTo>
                  <a:lnTo>
                    <a:pt x="36" y="52"/>
                  </a:lnTo>
                  <a:lnTo>
                    <a:pt x="33" y="50"/>
                  </a:lnTo>
                  <a:lnTo>
                    <a:pt x="33" y="48"/>
                  </a:lnTo>
                  <a:lnTo>
                    <a:pt x="33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3" y="38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29"/>
                  </a:lnTo>
                  <a:lnTo>
                    <a:pt x="36" y="26"/>
                  </a:lnTo>
                  <a:lnTo>
                    <a:pt x="38" y="22"/>
                  </a:lnTo>
                  <a:lnTo>
                    <a:pt x="38" y="19"/>
                  </a:lnTo>
                  <a:lnTo>
                    <a:pt x="36" y="19"/>
                  </a:lnTo>
                  <a:lnTo>
                    <a:pt x="33" y="19"/>
                  </a:lnTo>
                  <a:lnTo>
                    <a:pt x="33" y="17"/>
                  </a:lnTo>
                  <a:lnTo>
                    <a:pt x="38" y="17"/>
                  </a:lnTo>
                  <a:lnTo>
                    <a:pt x="38" y="15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52" y="10"/>
                  </a:lnTo>
                  <a:lnTo>
                    <a:pt x="55" y="10"/>
                  </a:lnTo>
                  <a:lnTo>
                    <a:pt x="57" y="10"/>
                  </a:lnTo>
                  <a:lnTo>
                    <a:pt x="59" y="7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4" y="7"/>
                  </a:lnTo>
                  <a:lnTo>
                    <a:pt x="67" y="15"/>
                  </a:lnTo>
                  <a:lnTo>
                    <a:pt x="69" y="19"/>
                  </a:lnTo>
                  <a:lnTo>
                    <a:pt x="71" y="26"/>
                  </a:lnTo>
                  <a:lnTo>
                    <a:pt x="74" y="31"/>
                  </a:lnTo>
                  <a:lnTo>
                    <a:pt x="76" y="38"/>
                  </a:lnTo>
                  <a:lnTo>
                    <a:pt x="76" y="45"/>
                  </a:lnTo>
                  <a:lnTo>
                    <a:pt x="78" y="50"/>
                  </a:lnTo>
                  <a:lnTo>
                    <a:pt x="81" y="57"/>
                  </a:lnTo>
                  <a:lnTo>
                    <a:pt x="83" y="62"/>
                  </a:lnTo>
                  <a:lnTo>
                    <a:pt x="85" y="69"/>
                  </a:lnTo>
                  <a:lnTo>
                    <a:pt x="88" y="76"/>
                  </a:lnTo>
                  <a:lnTo>
                    <a:pt x="88" y="81"/>
                  </a:lnTo>
                  <a:lnTo>
                    <a:pt x="90" y="88"/>
                  </a:lnTo>
                  <a:lnTo>
                    <a:pt x="93" y="93"/>
                  </a:lnTo>
                  <a:lnTo>
                    <a:pt x="95" y="100"/>
                  </a:lnTo>
                  <a:lnTo>
                    <a:pt x="97" y="107"/>
                  </a:lnTo>
                  <a:lnTo>
                    <a:pt x="100" y="112"/>
                  </a:lnTo>
                  <a:lnTo>
                    <a:pt x="102" y="119"/>
                  </a:lnTo>
                  <a:lnTo>
                    <a:pt x="102" y="123"/>
                  </a:lnTo>
                  <a:lnTo>
                    <a:pt x="104" y="131"/>
                  </a:lnTo>
                  <a:lnTo>
                    <a:pt x="107" y="138"/>
                  </a:lnTo>
                  <a:lnTo>
                    <a:pt x="109" y="142"/>
                  </a:lnTo>
                  <a:lnTo>
                    <a:pt x="112" y="149"/>
                  </a:lnTo>
                  <a:lnTo>
                    <a:pt x="114" y="157"/>
                  </a:lnTo>
                  <a:lnTo>
                    <a:pt x="116" y="161"/>
                  </a:lnTo>
                  <a:lnTo>
                    <a:pt x="116" y="168"/>
                  </a:lnTo>
                  <a:lnTo>
                    <a:pt x="119" y="173"/>
                  </a:lnTo>
                  <a:lnTo>
                    <a:pt x="121" y="180"/>
                  </a:lnTo>
                  <a:lnTo>
                    <a:pt x="123" y="187"/>
                  </a:lnTo>
                  <a:lnTo>
                    <a:pt x="126" y="192"/>
                  </a:lnTo>
                  <a:lnTo>
                    <a:pt x="128" y="199"/>
                  </a:lnTo>
                  <a:lnTo>
                    <a:pt x="128" y="202"/>
                  </a:lnTo>
                  <a:lnTo>
                    <a:pt x="130" y="206"/>
                  </a:lnTo>
                  <a:lnTo>
                    <a:pt x="130" y="209"/>
                  </a:lnTo>
                  <a:lnTo>
                    <a:pt x="130" y="209"/>
                  </a:lnTo>
                  <a:lnTo>
                    <a:pt x="130" y="211"/>
                  </a:lnTo>
                  <a:lnTo>
                    <a:pt x="130" y="211"/>
                  </a:lnTo>
                  <a:lnTo>
                    <a:pt x="130" y="211"/>
                  </a:lnTo>
                  <a:lnTo>
                    <a:pt x="130" y="213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20"/>
                  </a:lnTo>
                  <a:lnTo>
                    <a:pt x="133" y="220"/>
                  </a:lnTo>
                  <a:lnTo>
                    <a:pt x="133" y="220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5" y="225"/>
                  </a:lnTo>
                  <a:lnTo>
                    <a:pt x="138" y="228"/>
                  </a:lnTo>
                  <a:lnTo>
                    <a:pt x="142" y="230"/>
                  </a:lnTo>
                  <a:lnTo>
                    <a:pt x="147" y="235"/>
                  </a:lnTo>
                  <a:lnTo>
                    <a:pt x="149" y="235"/>
                  </a:lnTo>
                  <a:lnTo>
                    <a:pt x="152" y="237"/>
                  </a:lnTo>
                  <a:lnTo>
                    <a:pt x="152" y="237"/>
                  </a:lnTo>
                  <a:lnTo>
                    <a:pt x="152" y="239"/>
                  </a:lnTo>
                  <a:lnTo>
                    <a:pt x="152" y="239"/>
                  </a:lnTo>
                  <a:lnTo>
                    <a:pt x="152" y="239"/>
                  </a:lnTo>
                  <a:lnTo>
                    <a:pt x="152" y="244"/>
                  </a:lnTo>
                  <a:lnTo>
                    <a:pt x="154" y="246"/>
                  </a:lnTo>
                  <a:lnTo>
                    <a:pt x="154" y="246"/>
                  </a:lnTo>
                  <a:lnTo>
                    <a:pt x="156" y="249"/>
                  </a:lnTo>
                  <a:lnTo>
                    <a:pt x="159" y="251"/>
                  </a:lnTo>
                  <a:lnTo>
                    <a:pt x="164" y="254"/>
                  </a:lnTo>
                  <a:lnTo>
                    <a:pt x="164" y="254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8" name="Freeform 26">
              <a:extLst>
                <a:ext uri="{FF2B5EF4-FFF2-40B4-BE49-F238E27FC236}">
                  <a16:creationId xmlns:a16="http://schemas.microsoft.com/office/drawing/2014/main" id="{BC55342A-D9D1-4E70-A555-F80BFB86B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211" y="2533081"/>
              <a:ext cx="790184" cy="353081"/>
            </a:xfrm>
            <a:custGeom>
              <a:avLst/>
              <a:gdLst>
                <a:gd name="T0" fmla="*/ 724 w 837"/>
                <a:gd name="T1" fmla="*/ 73 h 374"/>
                <a:gd name="T2" fmla="*/ 729 w 837"/>
                <a:gd name="T3" fmla="*/ 90 h 374"/>
                <a:gd name="T4" fmla="*/ 731 w 837"/>
                <a:gd name="T5" fmla="*/ 104 h 374"/>
                <a:gd name="T6" fmla="*/ 738 w 837"/>
                <a:gd name="T7" fmla="*/ 116 h 374"/>
                <a:gd name="T8" fmla="*/ 748 w 837"/>
                <a:gd name="T9" fmla="*/ 132 h 374"/>
                <a:gd name="T10" fmla="*/ 757 w 837"/>
                <a:gd name="T11" fmla="*/ 146 h 374"/>
                <a:gd name="T12" fmla="*/ 755 w 837"/>
                <a:gd name="T13" fmla="*/ 158 h 374"/>
                <a:gd name="T14" fmla="*/ 755 w 837"/>
                <a:gd name="T15" fmla="*/ 170 h 374"/>
                <a:gd name="T16" fmla="*/ 759 w 837"/>
                <a:gd name="T17" fmla="*/ 180 h 374"/>
                <a:gd name="T18" fmla="*/ 764 w 837"/>
                <a:gd name="T19" fmla="*/ 180 h 374"/>
                <a:gd name="T20" fmla="*/ 766 w 837"/>
                <a:gd name="T21" fmla="*/ 187 h 374"/>
                <a:gd name="T22" fmla="*/ 771 w 837"/>
                <a:gd name="T23" fmla="*/ 196 h 374"/>
                <a:gd name="T24" fmla="*/ 776 w 837"/>
                <a:gd name="T25" fmla="*/ 208 h 374"/>
                <a:gd name="T26" fmla="*/ 778 w 837"/>
                <a:gd name="T27" fmla="*/ 222 h 374"/>
                <a:gd name="T28" fmla="*/ 778 w 837"/>
                <a:gd name="T29" fmla="*/ 234 h 374"/>
                <a:gd name="T30" fmla="*/ 778 w 837"/>
                <a:gd name="T31" fmla="*/ 239 h 374"/>
                <a:gd name="T32" fmla="*/ 781 w 837"/>
                <a:gd name="T33" fmla="*/ 244 h 374"/>
                <a:gd name="T34" fmla="*/ 783 w 837"/>
                <a:gd name="T35" fmla="*/ 255 h 374"/>
                <a:gd name="T36" fmla="*/ 783 w 837"/>
                <a:gd name="T37" fmla="*/ 270 h 374"/>
                <a:gd name="T38" fmla="*/ 781 w 837"/>
                <a:gd name="T39" fmla="*/ 277 h 374"/>
                <a:gd name="T40" fmla="*/ 790 w 837"/>
                <a:gd name="T41" fmla="*/ 286 h 374"/>
                <a:gd name="T42" fmla="*/ 793 w 837"/>
                <a:gd name="T43" fmla="*/ 300 h 374"/>
                <a:gd name="T44" fmla="*/ 797 w 837"/>
                <a:gd name="T45" fmla="*/ 307 h 374"/>
                <a:gd name="T46" fmla="*/ 802 w 837"/>
                <a:gd name="T47" fmla="*/ 317 h 374"/>
                <a:gd name="T48" fmla="*/ 804 w 837"/>
                <a:gd name="T49" fmla="*/ 326 h 374"/>
                <a:gd name="T50" fmla="*/ 811 w 837"/>
                <a:gd name="T51" fmla="*/ 329 h 374"/>
                <a:gd name="T52" fmla="*/ 821 w 837"/>
                <a:gd name="T53" fmla="*/ 336 h 374"/>
                <a:gd name="T54" fmla="*/ 826 w 837"/>
                <a:gd name="T55" fmla="*/ 348 h 374"/>
                <a:gd name="T56" fmla="*/ 828 w 837"/>
                <a:gd name="T57" fmla="*/ 359 h 374"/>
                <a:gd name="T58" fmla="*/ 797 w 837"/>
                <a:gd name="T59" fmla="*/ 367 h 374"/>
                <a:gd name="T60" fmla="*/ 674 w 837"/>
                <a:gd name="T61" fmla="*/ 371 h 374"/>
                <a:gd name="T62" fmla="*/ 554 w 837"/>
                <a:gd name="T63" fmla="*/ 374 h 374"/>
                <a:gd name="T64" fmla="*/ 431 w 837"/>
                <a:gd name="T65" fmla="*/ 374 h 374"/>
                <a:gd name="T66" fmla="*/ 310 w 837"/>
                <a:gd name="T67" fmla="*/ 374 h 374"/>
                <a:gd name="T68" fmla="*/ 187 w 837"/>
                <a:gd name="T69" fmla="*/ 374 h 374"/>
                <a:gd name="T70" fmla="*/ 189 w 837"/>
                <a:gd name="T71" fmla="*/ 326 h 374"/>
                <a:gd name="T72" fmla="*/ 189 w 837"/>
                <a:gd name="T73" fmla="*/ 281 h 374"/>
                <a:gd name="T74" fmla="*/ 170 w 837"/>
                <a:gd name="T75" fmla="*/ 251 h 374"/>
                <a:gd name="T76" fmla="*/ 102 w 837"/>
                <a:gd name="T77" fmla="*/ 248 h 374"/>
                <a:gd name="T78" fmla="*/ 33 w 837"/>
                <a:gd name="T79" fmla="*/ 246 h 374"/>
                <a:gd name="T80" fmla="*/ 0 w 837"/>
                <a:gd name="T81" fmla="*/ 199 h 374"/>
                <a:gd name="T82" fmla="*/ 2 w 837"/>
                <a:gd name="T83" fmla="*/ 106 h 374"/>
                <a:gd name="T84" fmla="*/ 7 w 837"/>
                <a:gd name="T85" fmla="*/ 14 h 374"/>
                <a:gd name="T86" fmla="*/ 88 w 837"/>
                <a:gd name="T87" fmla="*/ 2 h 374"/>
                <a:gd name="T88" fmla="*/ 182 w 837"/>
                <a:gd name="T89" fmla="*/ 4 h 374"/>
                <a:gd name="T90" fmla="*/ 277 w 837"/>
                <a:gd name="T91" fmla="*/ 7 h 374"/>
                <a:gd name="T92" fmla="*/ 374 w 837"/>
                <a:gd name="T93" fmla="*/ 7 h 374"/>
                <a:gd name="T94" fmla="*/ 468 w 837"/>
                <a:gd name="T95" fmla="*/ 7 h 374"/>
                <a:gd name="T96" fmla="*/ 525 w 837"/>
                <a:gd name="T97" fmla="*/ 7 h 374"/>
                <a:gd name="T98" fmla="*/ 539 w 837"/>
                <a:gd name="T99" fmla="*/ 16 h 374"/>
                <a:gd name="T100" fmla="*/ 563 w 837"/>
                <a:gd name="T101" fmla="*/ 28 h 374"/>
                <a:gd name="T102" fmla="*/ 580 w 837"/>
                <a:gd name="T103" fmla="*/ 28 h 374"/>
                <a:gd name="T104" fmla="*/ 584 w 837"/>
                <a:gd name="T105" fmla="*/ 21 h 374"/>
                <a:gd name="T106" fmla="*/ 601 w 837"/>
                <a:gd name="T107" fmla="*/ 23 h 374"/>
                <a:gd name="T108" fmla="*/ 636 w 837"/>
                <a:gd name="T109" fmla="*/ 16 h 374"/>
                <a:gd name="T110" fmla="*/ 651 w 837"/>
                <a:gd name="T111" fmla="*/ 28 h 374"/>
                <a:gd name="T112" fmla="*/ 665 w 837"/>
                <a:gd name="T113" fmla="*/ 30 h 374"/>
                <a:gd name="T114" fmla="*/ 681 w 837"/>
                <a:gd name="T115" fmla="*/ 35 h 374"/>
                <a:gd name="T116" fmla="*/ 686 w 837"/>
                <a:gd name="T117" fmla="*/ 42 h 374"/>
                <a:gd name="T118" fmla="*/ 693 w 837"/>
                <a:gd name="T119" fmla="*/ 42 h 374"/>
                <a:gd name="T120" fmla="*/ 698 w 837"/>
                <a:gd name="T121" fmla="*/ 52 h 374"/>
                <a:gd name="T122" fmla="*/ 714 w 837"/>
                <a:gd name="T123" fmla="*/ 6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7" h="374">
                  <a:moveTo>
                    <a:pt x="714" y="61"/>
                  </a:moveTo>
                  <a:lnTo>
                    <a:pt x="719" y="61"/>
                  </a:lnTo>
                  <a:lnTo>
                    <a:pt x="722" y="61"/>
                  </a:lnTo>
                  <a:lnTo>
                    <a:pt x="722" y="64"/>
                  </a:lnTo>
                  <a:lnTo>
                    <a:pt x="724" y="68"/>
                  </a:lnTo>
                  <a:lnTo>
                    <a:pt x="724" y="73"/>
                  </a:lnTo>
                  <a:lnTo>
                    <a:pt x="722" y="78"/>
                  </a:lnTo>
                  <a:lnTo>
                    <a:pt x="726" y="83"/>
                  </a:lnTo>
                  <a:lnTo>
                    <a:pt x="726" y="85"/>
                  </a:lnTo>
                  <a:lnTo>
                    <a:pt x="726" y="85"/>
                  </a:lnTo>
                  <a:lnTo>
                    <a:pt x="729" y="87"/>
                  </a:lnTo>
                  <a:lnTo>
                    <a:pt x="729" y="90"/>
                  </a:lnTo>
                  <a:lnTo>
                    <a:pt x="729" y="92"/>
                  </a:lnTo>
                  <a:lnTo>
                    <a:pt x="729" y="94"/>
                  </a:lnTo>
                  <a:lnTo>
                    <a:pt x="729" y="97"/>
                  </a:lnTo>
                  <a:lnTo>
                    <a:pt x="729" y="99"/>
                  </a:lnTo>
                  <a:lnTo>
                    <a:pt x="729" y="101"/>
                  </a:lnTo>
                  <a:lnTo>
                    <a:pt x="731" y="104"/>
                  </a:lnTo>
                  <a:lnTo>
                    <a:pt x="733" y="104"/>
                  </a:lnTo>
                  <a:lnTo>
                    <a:pt x="736" y="106"/>
                  </a:lnTo>
                  <a:lnTo>
                    <a:pt x="736" y="109"/>
                  </a:lnTo>
                  <a:lnTo>
                    <a:pt x="736" y="111"/>
                  </a:lnTo>
                  <a:lnTo>
                    <a:pt x="736" y="113"/>
                  </a:lnTo>
                  <a:lnTo>
                    <a:pt x="738" y="116"/>
                  </a:lnTo>
                  <a:lnTo>
                    <a:pt x="740" y="120"/>
                  </a:lnTo>
                  <a:lnTo>
                    <a:pt x="743" y="120"/>
                  </a:lnTo>
                  <a:lnTo>
                    <a:pt x="748" y="125"/>
                  </a:lnTo>
                  <a:lnTo>
                    <a:pt x="750" y="130"/>
                  </a:lnTo>
                  <a:lnTo>
                    <a:pt x="748" y="130"/>
                  </a:lnTo>
                  <a:lnTo>
                    <a:pt x="748" y="132"/>
                  </a:lnTo>
                  <a:lnTo>
                    <a:pt x="748" y="135"/>
                  </a:lnTo>
                  <a:lnTo>
                    <a:pt x="748" y="135"/>
                  </a:lnTo>
                  <a:lnTo>
                    <a:pt x="750" y="139"/>
                  </a:lnTo>
                  <a:lnTo>
                    <a:pt x="750" y="139"/>
                  </a:lnTo>
                  <a:lnTo>
                    <a:pt x="755" y="144"/>
                  </a:lnTo>
                  <a:lnTo>
                    <a:pt x="757" y="146"/>
                  </a:lnTo>
                  <a:lnTo>
                    <a:pt x="757" y="149"/>
                  </a:lnTo>
                  <a:lnTo>
                    <a:pt x="755" y="151"/>
                  </a:lnTo>
                  <a:lnTo>
                    <a:pt x="755" y="154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8"/>
                  </a:lnTo>
                  <a:lnTo>
                    <a:pt x="755" y="158"/>
                  </a:lnTo>
                  <a:lnTo>
                    <a:pt x="755" y="161"/>
                  </a:lnTo>
                  <a:lnTo>
                    <a:pt x="755" y="161"/>
                  </a:lnTo>
                  <a:lnTo>
                    <a:pt x="755" y="165"/>
                  </a:lnTo>
                  <a:lnTo>
                    <a:pt x="755" y="168"/>
                  </a:lnTo>
                  <a:lnTo>
                    <a:pt x="755" y="170"/>
                  </a:lnTo>
                  <a:lnTo>
                    <a:pt x="757" y="173"/>
                  </a:lnTo>
                  <a:lnTo>
                    <a:pt x="757" y="173"/>
                  </a:lnTo>
                  <a:lnTo>
                    <a:pt x="757" y="175"/>
                  </a:lnTo>
                  <a:lnTo>
                    <a:pt x="757" y="177"/>
                  </a:lnTo>
                  <a:lnTo>
                    <a:pt x="759" y="180"/>
                  </a:lnTo>
                  <a:lnTo>
                    <a:pt x="759" y="180"/>
                  </a:lnTo>
                  <a:lnTo>
                    <a:pt x="762" y="177"/>
                  </a:lnTo>
                  <a:lnTo>
                    <a:pt x="762" y="177"/>
                  </a:lnTo>
                  <a:lnTo>
                    <a:pt x="764" y="177"/>
                  </a:lnTo>
                  <a:lnTo>
                    <a:pt x="764" y="177"/>
                  </a:lnTo>
                  <a:lnTo>
                    <a:pt x="764" y="180"/>
                  </a:lnTo>
                  <a:lnTo>
                    <a:pt x="764" y="180"/>
                  </a:lnTo>
                  <a:lnTo>
                    <a:pt x="764" y="180"/>
                  </a:lnTo>
                  <a:lnTo>
                    <a:pt x="764" y="182"/>
                  </a:lnTo>
                  <a:lnTo>
                    <a:pt x="764" y="184"/>
                  </a:lnTo>
                  <a:lnTo>
                    <a:pt x="764" y="184"/>
                  </a:lnTo>
                  <a:lnTo>
                    <a:pt x="764" y="187"/>
                  </a:lnTo>
                  <a:lnTo>
                    <a:pt x="766" y="187"/>
                  </a:lnTo>
                  <a:lnTo>
                    <a:pt x="769" y="187"/>
                  </a:lnTo>
                  <a:lnTo>
                    <a:pt x="771" y="187"/>
                  </a:lnTo>
                  <a:lnTo>
                    <a:pt x="771" y="187"/>
                  </a:lnTo>
                  <a:lnTo>
                    <a:pt x="771" y="189"/>
                  </a:lnTo>
                  <a:lnTo>
                    <a:pt x="771" y="194"/>
                  </a:lnTo>
                  <a:lnTo>
                    <a:pt x="771" y="196"/>
                  </a:lnTo>
                  <a:lnTo>
                    <a:pt x="769" y="203"/>
                  </a:lnTo>
                  <a:lnTo>
                    <a:pt x="771" y="203"/>
                  </a:lnTo>
                  <a:lnTo>
                    <a:pt x="776" y="206"/>
                  </a:lnTo>
                  <a:lnTo>
                    <a:pt x="776" y="206"/>
                  </a:lnTo>
                  <a:lnTo>
                    <a:pt x="778" y="206"/>
                  </a:lnTo>
                  <a:lnTo>
                    <a:pt x="776" y="208"/>
                  </a:lnTo>
                  <a:lnTo>
                    <a:pt x="774" y="210"/>
                  </a:lnTo>
                  <a:lnTo>
                    <a:pt x="774" y="213"/>
                  </a:lnTo>
                  <a:lnTo>
                    <a:pt x="774" y="217"/>
                  </a:lnTo>
                  <a:lnTo>
                    <a:pt x="774" y="220"/>
                  </a:lnTo>
                  <a:lnTo>
                    <a:pt x="774" y="220"/>
                  </a:lnTo>
                  <a:lnTo>
                    <a:pt x="778" y="222"/>
                  </a:lnTo>
                  <a:lnTo>
                    <a:pt x="781" y="222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78" y="229"/>
                  </a:lnTo>
                  <a:lnTo>
                    <a:pt x="778" y="232"/>
                  </a:lnTo>
                  <a:lnTo>
                    <a:pt x="778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9"/>
                  </a:lnTo>
                  <a:lnTo>
                    <a:pt x="778" y="239"/>
                  </a:lnTo>
                  <a:lnTo>
                    <a:pt x="778" y="239"/>
                  </a:lnTo>
                  <a:lnTo>
                    <a:pt x="778" y="241"/>
                  </a:lnTo>
                  <a:lnTo>
                    <a:pt x="778" y="241"/>
                  </a:lnTo>
                  <a:lnTo>
                    <a:pt x="778" y="244"/>
                  </a:lnTo>
                  <a:lnTo>
                    <a:pt x="781" y="244"/>
                  </a:lnTo>
                  <a:lnTo>
                    <a:pt x="781" y="246"/>
                  </a:lnTo>
                  <a:lnTo>
                    <a:pt x="783" y="246"/>
                  </a:lnTo>
                  <a:lnTo>
                    <a:pt x="783" y="248"/>
                  </a:lnTo>
                  <a:lnTo>
                    <a:pt x="781" y="251"/>
                  </a:lnTo>
                  <a:lnTo>
                    <a:pt x="783" y="251"/>
                  </a:lnTo>
                  <a:lnTo>
                    <a:pt x="783" y="255"/>
                  </a:lnTo>
                  <a:lnTo>
                    <a:pt x="783" y="258"/>
                  </a:lnTo>
                  <a:lnTo>
                    <a:pt x="783" y="260"/>
                  </a:lnTo>
                  <a:lnTo>
                    <a:pt x="783" y="262"/>
                  </a:lnTo>
                  <a:lnTo>
                    <a:pt x="783" y="265"/>
                  </a:lnTo>
                  <a:lnTo>
                    <a:pt x="783" y="267"/>
                  </a:lnTo>
                  <a:lnTo>
                    <a:pt x="783" y="270"/>
                  </a:lnTo>
                  <a:lnTo>
                    <a:pt x="783" y="270"/>
                  </a:lnTo>
                  <a:lnTo>
                    <a:pt x="783" y="272"/>
                  </a:lnTo>
                  <a:lnTo>
                    <a:pt x="781" y="274"/>
                  </a:lnTo>
                  <a:lnTo>
                    <a:pt x="781" y="274"/>
                  </a:lnTo>
                  <a:lnTo>
                    <a:pt x="781" y="277"/>
                  </a:lnTo>
                  <a:lnTo>
                    <a:pt x="781" y="277"/>
                  </a:lnTo>
                  <a:lnTo>
                    <a:pt x="781" y="279"/>
                  </a:lnTo>
                  <a:lnTo>
                    <a:pt x="781" y="279"/>
                  </a:lnTo>
                  <a:lnTo>
                    <a:pt x="781" y="281"/>
                  </a:lnTo>
                  <a:lnTo>
                    <a:pt x="783" y="284"/>
                  </a:lnTo>
                  <a:lnTo>
                    <a:pt x="788" y="284"/>
                  </a:lnTo>
                  <a:lnTo>
                    <a:pt x="790" y="286"/>
                  </a:lnTo>
                  <a:lnTo>
                    <a:pt x="790" y="288"/>
                  </a:lnTo>
                  <a:lnTo>
                    <a:pt x="790" y="291"/>
                  </a:lnTo>
                  <a:lnTo>
                    <a:pt x="790" y="293"/>
                  </a:lnTo>
                  <a:lnTo>
                    <a:pt x="790" y="296"/>
                  </a:lnTo>
                  <a:lnTo>
                    <a:pt x="790" y="300"/>
                  </a:lnTo>
                  <a:lnTo>
                    <a:pt x="793" y="300"/>
                  </a:lnTo>
                  <a:lnTo>
                    <a:pt x="795" y="300"/>
                  </a:lnTo>
                  <a:lnTo>
                    <a:pt x="797" y="303"/>
                  </a:lnTo>
                  <a:lnTo>
                    <a:pt x="797" y="303"/>
                  </a:lnTo>
                  <a:lnTo>
                    <a:pt x="797" y="305"/>
                  </a:lnTo>
                  <a:lnTo>
                    <a:pt x="797" y="305"/>
                  </a:lnTo>
                  <a:lnTo>
                    <a:pt x="797" y="307"/>
                  </a:lnTo>
                  <a:lnTo>
                    <a:pt x="800" y="310"/>
                  </a:lnTo>
                  <a:lnTo>
                    <a:pt x="800" y="312"/>
                  </a:lnTo>
                  <a:lnTo>
                    <a:pt x="802" y="312"/>
                  </a:lnTo>
                  <a:lnTo>
                    <a:pt x="802" y="315"/>
                  </a:lnTo>
                  <a:lnTo>
                    <a:pt x="802" y="317"/>
                  </a:lnTo>
                  <a:lnTo>
                    <a:pt x="802" y="317"/>
                  </a:lnTo>
                  <a:lnTo>
                    <a:pt x="802" y="317"/>
                  </a:lnTo>
                  <a:lnTo>
                    <a:pt x="804" y="319"/>
                  </a:lnTo>
                  <a:lnTo>
                    <a:pt x="804" y="324"/>
                  </a:lnTo>
                  <a:lnTo>
                    <a:pt x="804" y="324"/>
                  </a:lnTo>
                  <a:lnTo>
                    <a:pt x="804" y="324"/>
                  </a:lnTo>
                  <a:lnTo>
                    <a:pt x="804" y="326"/>
                  </a:lnTo>
                  <a:lnTo>
                    <a:pt x="802" y="326"/>
                  </a:lnTo>
                  <a:lnTo>
                    <a:pt x="804" y="329"/>
                  </a:lnTo>
                  <a:lnTo>
                    <a:pt x="804" y="329"/>
                  </a:lnTo>
                  <a:lnTo>
                    <a:pt x="807" y="329"/>
                  </a:lnTo>
                  <a:lnTo>
                    <a:pt x="809" y="329"/>
                  </a:lnTo>
                  <a:lnTo>
                    <a:pt x="811" y="329"/>
                  </a:lnTo>
                  <a:lnTo>
                    <a:pt x="811" y="331"/>
                  </a:lnTo>
                  <a:lnTo>
                    <a:pt x="811" y="333"/>
                  </a:lnTo>
                  <a:lnTo>
                    <a:pt x="814" y="333"/>
                  </a:lnTo>
                  <a:lnTo>
                    <a:pt x="814" y="333"/>
                  </a:lnTo>
                  <a:lnTo>
                    <a:pt x="819" y="336"/>
                  </a:lnTo>
                  <a:lnTo>
                    <a:pt x="821" y="336"/>
                  </a:lnTo>
                  <a:lnTo>
                    <a:pt x="821" y="336"/>
                  </a:lnTo>
                  <a:lnTo>
                    <a:pt x="821" y="338"/>
                  </a:lnTo>
                  <a:lnTo>
                    <a:pt x="821" y="341"/>
                  </a:lnTo>
                  <a:lnTo>
                    <a:pt x="823" y="345"/>
                  </a:lnTo>
                  <a:lnTo>
                    <a:pt x="823" y="345"/>
                  </a:lnTo>
                  <a:lnTo>
                    <a:pt x="826" y="348"/>
                  </a:lnTo>
                  <a:lnTo>
                    <a:pt x="828" y="350"/>
                  </a:lnTo>
                  <a:lnTo>
                    <a:pt x="828" y="352"/>
                  </a:lnTo>
                  <a:lnTo>
                    <a:pt x="828" y="352"/>
                  </a:lnTo>
                  <a:lnTo>
                    <a:pt x="828" y="355"/>
                  </a:lnTo>
                  <a:lnTo>
                    <a:pt x="826" y="357"/>
                  </a:lnTo>
                  <a:lnTo>
                    <a:pt x="828" y="359"/>
                  </a:lnTo>
                  <a:lnTo>
                    <a:pt x="828" y="362"/>
                  </a:lnTo>
                  <a:lnTo>
                    <a:pt x="833" y="362"/>
                  </a:lnTo>
                  <a:lnTo>
                    <a:pt x="835" y="362"/>
                  </a:lnTo>
                  <a:lnTo>
                    <a:pt x="837" y="364"/>
                  </a:lnTo>
                  <a:lnTo>
                    <a:pt x="816" y="367"/>
                  </a:lnTo>
                  <a:lnTo>
                    <a:pt x="797" y="367"/>
                  </a:lnTo>
                  <a:lnTo>
                    <a:pt x="776" y="367"/>
                  </a:lnTo>
                  <a:lnTo>
                    <a:pt x="757" y="369"/>
                  </a:lnTo>
                  <a:lnTo>
                    <a:pt x="736" y="369"/>
                  </a:lnTo>
                  <a:lnTo>
                    <a:pt x="714" y="369"/>
                  </a:lnTo>
                  <a:lnTo>
                    <a:pt x="696" y="371"/>
                  </a:lnTo>
                  <a:lnTo>
                    <a:pt x="674" y="371"/>
                  </a:lnTo>
                  <a:lnTo>
                    <a:pt x="655" y="371"/>
                  </a:lnTo>
                  <a:lnTo>
                    <a:pt x="634" y="371"/>
                  </a:lnTo>
                  <a:lnTo>
                    <a:pt x="613" y="371"/>
                  </a:lnTo>
                  <a:lnTo>
                    <a:pt x="594" y="374"/>
                  </a:lnTo>
                  <a:lnTo>
                    <a:pt x="573" y="374"/>
                  </a:lnTo>
                  <a:lnTo>
                    <a:pt x="554" y="374"/>
                  </a:lnTo>
                  <a:lnTo>
                    <a:pt x="532" y="374"/>
                  </a:lnTo>
                  <a:lnTo>
                    <a:pt x="513" y="374"/>
                  </a:lnTo>
                  <a:lnTo>
                    <a:pt x="492" y="374"/>
                  </a:lnTo>
                  <a:lnTo>
                    <a:pt x="471" y="374"/>
                  </a:lnTo>
                  <a:lnTo>
                    <a:pt x="452" y="374"/>
                  </a:lnTo>
                  <a:lnTo>
                    <a:pt x="431" y="374"/>
                  </a:lnTo>
                  <a:lnTo>
                    <a:pt x="412" y="374"/>
                  </a:lnTo>
                  <a:lnTo>
                    <a:pt x="390" y="374"/>
                  </a:lnTo>
                  <a:lnTo>
                    <a:pt x="371" y="374"/>
                  </a:lnTo>
                  <a:lnTo>
                    <a:pt x="350" y="374"/>
                  </a:lnTo>
                  <a:lnTo>
                    <a:pt x="329" y="374"/>
                  </a:lnTo>
                  <a:lnTo>
                    <a:pt x="310" y="374"/>
                  </a:lnTo>
                  <a:lnTo>
                    <a:pt x="289" y="374"/>
                  </a:lnTo>
                  <a:lnTo>
                    <a:pt x="270" y="374"/>
                  </a:lnTo>
                  <a:lnTo>
                    <a:pt x="248" y="374"/>
                  </a:lnTo>
                  <a:lnTo>
                    <a:pt x="230" y="374"/>
                  </a:lnTo>
                  <a:lnTo>
                    <a:pt x="208" y="374"/>
                  </a:lnTo>
                  <a:lnTo>
                    <a:pt x="187" y="374"/>
                  </a:lnTo>
                  <a:lnTo>
                    <a:pt x="187" y="364"/>
                  </a:lnTo>
                  <a:lnTo>
                    <a:pt x="187" y="357"/>
                  </a:lnTo>
                  <a:lnTo>
                    <a:pt x="189" y="350"/>
                  </a:lnTo>
                  <a:lnTo>
                    <a:pt x="189" y="343"/>
                  </a:lnTo>
                  <a:lnTo>
                    <a:pt x="189" y="333"/>
                  </a:lnTo>
                  <a:lnTo>
                    <a:pt x="189" y="326"/>
                  </a:lnTo>
                  <a:lnTo>
                    <a:pt x="189" y="319"/>
                  </a:lnTo>
                  <a:lnTo>
                    <a:pt x="189" y="312"/>
                  </a:lnTo>
                  <a:lnTo>
                    <a:pt x="189" y="303"/>
                  </a:lnTo>
                  <a:lnTo>
                    <a:pt x="189" y="296"/>
                  </a:lnTo>
                  <a:lnTo>
                    <a:pt x="189" y="288"/>
                  </a:lnTo>
                  <a:lnTo>
                    <a:pt x="189" y="281"/>
                  </a:lnTo>
                  <a:lnTo>
                    <a:pt x="189" y="272"/>
                  </a:lnTo>
                  <a:lnTo>
                    <a:pt x="189" y="265"/>
                  </a:lnTo>
                  <a:lnTo>
                    <a:pt x="189" y="258"/>
                  </a:lnTo>
                  <a:lnTo>
                    <a:pt x="189" y="251"/>
                  </a:lnTo>
                  <a:lnTo>
                    <a:pt x="182" y="251"/>
                  </a:lnTo>
                  <a:lnTo>
                    <a:pt x="170" y="251"/>
                  </a:lnTo>
                  <a:lnTo>
                    <a:pt x="159" y="248"/>
                  </a:lnTo>
                  <a:lnTo>
                    <a:pt x="147" y="248"/>
                  </a:lnTo>
                  <a:lnTo>
                    <a:pt x="135" y="248"/>
                  </a:lnTo>
                  <a:lnTo>
                    <a:pt x="123" y="248"/>
                  </a:lnTo>
                  <a:lnTo>
                    <a:pt x="114" y="248"/>
                  </a:lnTo>
                  <a:lnTo>
                    <a:pt x="102" y="248"/>
                  </a:lnTo>
                  <a:lnTo>
                    <a:pt x="90" y="248"/>
                  </a:lnTo>
                  <a:lnTo>
                    <a:pt x="78" y="248"/>
                  </a:lnTo>
                  <a:lnTo>
                    <a:pt x="66" y="246"/>
                  </a:lnTo>
                  <a:lnTo>
                    <a:pt x="57" y="246"/>
                  </a:lnTo>
                  <a:lnTo>
                    <a:pt x="45" y="246"/>
                  </a:lnTo>
                  <a:lnTo>
                    <a:pt x="33" y="246"/>
                  </a:lnTo>
                  <a:lnTo>
                    <a:pt x="21" y="246"/>
                  </a:lnTo>
                  <a:lnTo>
                    <a:pt x="10" y="246"/>
                  </a:lnTo>
                  <a:lnTo>
                    <a:pt x="0" y="246"/>
                  </a:lnTo>
                  <a:lnTo>
                    <a:pt x="0" y="229"/>
                  </a:lnTo>
                  <a:lnTo>
                    <a:pt x="0" y="215"/>
                  </a:lnTo>
                  <a:lnTo>
                    <a:pt x="0" y="199"/>
                  </a:lnTo>
                  <a:lnTo>
                    <a:pt x="0" y="184"/>
                  </a:lnTo>
                  <a:lnTo>
                    <a:pt x="2" y="168"/>
                  </a:lnTo>
                  <a:lnTo>
                    <a:pt x="2" y="154"/>
                  </a:lnTo>
                  <a:lnTo>
                    <a:pt x="2" y="137"/>
                  </a:lnTo>
                  <a:lnTo>
                    <a:pt x="2" y="123"/>
                  </a:lnTo>
                  <a:lnTo>
                    <a:pt x="2" y="106"/>
                  </a:lnTo>
                  <a:lnTo>
                    <a:pt x="5" y="92"/>
                  </a:lnTo>
                  <a:lnTo>
                    <a:pt x="5" y="75"/>
                  </a:lnTo>
                  <a:lnTo>
                    <a:pt x="5" y="61"/>
                  </a:lnTo>
                  <a:lnTo>
                    <a:pt x="5" y="45"/>
                  </a:lnTo>
                  <a:lnTo>
                    <a:pt x="7" y="30"/>
                  </a:lnTo>
                  <a:lnTo>
                    <a:pt x="7" y="14"/>
                  </a:lnTo>
                  <a:lnTo>
                    <a:pt x="7" y="0"/>
                  </a:lnTo>
                  <a:lnTo>
                    <a:pt x="24" y="0"/>
                  </a:lnTo>
                  <a:lnTo>
                    <a:pt x="38" y="2"/>
                  </a:lnTo>
                  <a:lnTo>
                    <a:pt x="55" y="2"/>
                  </a:lnTo>
                  <a:lnTo>
                    <a:pt x="71" y="2"/>
                  </a:lnTo>
                  <a:lnTo>
                    <a:pt x="88" y="2"/>
                  </a:lnTo>
                  <a:lnTo>
                    <a:pt x="102" y="2"/>
                  </a:lnTo>
                  <a:lnTo>
                    <a:pt x="118" y="2"/>
                  </a:lnTo>
                  <a:lnTo>
                    <a:pt x="135" y="4"/>
                  </a:lnTo>
                  <a:lnTo>
                    <a:pt x="152" y="4"/>
                  </a:lnTo>
                  <a:lnTo>
                    <a:pt x="166" y="4"/>
                  </a:lnTo>
                  <a:lnTo>
                    <a:pt x="182" y="4"/>
                  </a:lnTo>
                  <a:lnTo>
                    <a:pt x="199" y="4"/>
                  </a:lnTo>
                  <a:lnTo>
                    <a:pt x="215" y="4"/>
                  </a:lnTo>
                  <a:lnTo>
                    <a:pt x="230" y="4"/>
                  </a:lnTo>
                  <a:lnTo>
                    <a:pt x="246" y="7"/>
                  </a:lnTo>
                  <a:lnTo>
                    <a:pt x="263" y="7"/>
                  </a:lnTo>
                  <a:lnTo>
                    <a:pt x="277" y="7"/>
                  </a:lnTo>
                  <a:lnTo>
                    <a:pt x="293" y="7"/>
                  </a:lnTo>
                  <a:lnTo>
                    <a:pt x="310" y="7"/>
                  </a:lnTo>
                  <a:lnTo>
                    <a:pt x="327" y="7"/>
                  </a:lnTo>
                  <a:lnTo>
                    <a:pt x="341" y="7"/>
                  </a:lnTo>
                  <a:lnTo>
                    <a:pt x="357" y="7"/>
                  </a:lnTo>
                  <a:lnTo>
                    <a:pt x="374" y="7"/>
                  </a:lnTo>
                  <a:lnTo>
                    <a:pt x="390" y="7"/>
                  </a:lnTo>
                  <a:lnTo>
                    <a:pt x="405" y="7"/>
                  </a:lnTo>
                  <a:lnTo>
                    <a:pt x="421" y="7"/>
                  </a:lnTo>
                  <a:lnTo>
                    <a:pt x="438" y="7"/>
                  </a:lnTo>
                  <a:lnTo>
                    <a:pt x="454" y="7"/>
                  </a:lnTo>
                  <a:lnTo>
                    <a:pt x="468" y="7"/>
                  </a:lnTo>
                  <a:lnTo>
                    <a:pt x="485" y="7"/>
                  </a:lnTo>
                  <a:lnTo>
                    <a:pt x="502" y="7"/>
                  </a:lnTo>
                  <a:lnTo>
                    <a:pt x="516" y="7"/>
                  </a:lnTo>
                  <a:lnTo>
                    <a:pt x="525" y="7"/>
                  </a:lnTo>
                  <a:lnTo>
                    <a:pt x="525" y="7"/>
                  </a:lnTo>
                  <a:lnTo>
                    <a:pt x="525" y="7"/>
                  </a:lnTo>
                  <a:lnTo>
                    <a:pt x="528" y="9"/>
                  </a:lnTo>
                  <a:lnTo>
                    <a:pt x="528" y="9"/>
                  </a:lnTo>
                  <a:lnTo>
                    <a:pt x="537" y="14"/>
                  </a:lnTo>
                  <a:lnTo>
                    <a:pt x="539" y="14"/>
                  </a:lnTo>
                  <a:lnTo>
                    <a:pt x="539" y="14"/>
                  </a:lnTo>
                  <a:lnTo>
                    <a:pt x="539" y="16"/>
                  </a:lnTo>
                  <a:lnTo>
                    <a:pt x="544" y="19"/>
                  </a:lnTo>
                  <a:lnTo>
                    <a:pt x="549" y="21"/>
                  </a:lnTo>
                  <a:lnTo>
                    <a:pt x="561" y="26"/>
                  </a:lnTo>
                  <a:lnTo>
                    <a:pt x="563" y="28"/>
                  </a:lnTo>
                  <a:lnTo>
                    <a:pt x="563" y="28"/>
                  </a:lnTo>
                  <a:lnTo>
                    <a:pt x="563" y="28"/>
                  </a:lnTo>
                  <a:lnTo>
                    <a:pt x="570" y="30"/>
                  </a:lnTo>
                  <a:lnTo>
                    <a:pt x="573" y="30"/>
                  </a:lnTo>
                  <a:lnTo>
                    <a:pt x="575" y="30"/>
                  </a:lnTo>
                  <a:lnTo>
                    <a:pt x="577" y="30"/>
                  </a:lnTo>
                  <a:lnTo>
                    <a:pt x="580" y="28"/>
                  </a:lnTo>
                  <a:lnTo>
                    <a:pt x="580" y="28"/>
                  </a:lnTo>
                  <a:lnTo>
                    <a:pt x="580" y="28"/>
                  </a:lnTo>
                  <a:lnTo>
                    <a:pt x="580" y="26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82" y="21"/>
                  </a:lnTo>
                  <a:lnTo>
                    <a:pt x="584" y="21"/>
                  </a:lnTo>
                  <a:lnTo>
                    <a:pt x="587" y="21"/>
                  </a:lnTo>
                  <a:lnTo>
                    <a:pt x="591" y="21"/>
                  </a:lnTo>
                  <a:lnTo>
                    <a:pt x="596" y="21"/>
                  </a:lnTo>
                  <a:lnTo>
                    <a:pt x="599" y="21"/>
                  </a:lnTo>
                  <a:lnTo>
                    <a:pt x="599" y="21"/>
                  </a:lnTo>
                  <a:lnTo>
                    <a:pt x="601" y="23"/>
                  </a:lnTo>
                  <a:lnTo>
                    <a:pt x="603" y="23"/>
                  </a:lnTo>
                  <a:lnTo>
                    <a:pt x="606" y="21"/>
                  </a:lnTo>
                  <a:lnTo>
                    <a:pt x="608" y="19"/>
                  </a:lnTo>
                  <a:lnTo>
                    <a:pt x="615" y="21"/>
                  </a:lnTo>
                  <a:lnTo>
                    <a:pt x="617" y="21"/>
                  </a:lnTo>
                  <a:lnTo>
                    <a:pt x="636" y="16"/>
                  </a:lnTo>
                  <a:lnTo>
                    <a:pt x="639" y="19"/>
                  </a:lnTo>
                  <a:lnTo>
                    <a:pt x="641" y="19"/>
                  </a:lnTo>
                  <a:lnTo>
                    <a:pt x="643" y="21"/>
                  </a:lnTo>
                  <a:lnTo>
                    <a:pt x="646" y="23"/>
                  </a:lnTo>
                  <a:lnTo>
                    <a:pt x="648" y="26"/>
                  </a:lnTo>
                  <a:lnTo>
                    <a:pt x="651" y="28"/>
                  </a:lnTo>
                  <a:lnTo>
                    <a:pt x="653" y="28"/>
                  </a:lnTo>
                  <a:lnTo>
                    <a:pt x="655" y="30"/>
                  </a:lnTo>
                  <a:lnTo>
                    <a:pt x="660" y="30"/>
                  </a:lnTo>
                  <a:lnTo>
                    <a:pt x="660" y="30"/>
                  </a:lnTo>
                  <a:lnTo>
                    <a:pt x="662" y="30"/>
                  </a:lnTo>
                  <a:lnTo>
                    <a:pt x="665" y="30"/>
                  </a:lnTo>
                  <a:lnTo>
                    <a:pt x="667" y="33"/>
                  </a:lnTo>
                  <a:lnTo>
                    <a:pt x="667" y="33"/>
                  </a:lnTo>
                  <a:lnTo>
                    <a:pt x="667" y="33"/>
                  </a:lnTo>
                  <a:lnTo>
                    <a:pt x="670" y="33"/>
                  </a:lnTo>
                  <a:lnTo>
                    <a:pt x="679" y="35"/>
                  </a:lnTo>
                  <a:lnTo>
                    <a:pt x="681" y="35"/>
                  </a:lnTo>
                  <a:lnTo>
                    <a:pt x="681" y="38"/>
                  </a:lnTo>
                  <a:lnTo>
                    <a:pt x="681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86" y="42"/>
                  </a:lnTo>
                  <a:lnTo>
                    <a:pt x="686" y="42"/>
                  </a:lnTo>
                  <a:lnTo>
                    <a:pt x="691" y="40"/>
                  </a:lnTo>
                  <a:lnTo>
                    <a:pt x="691" y="40"/>
                  </a:lnTo>
                  <a:lnTo>
                    <a:pt x="693" y="42"/>
                  </a:lnTo>
                  <a:lnTo>
                    <a:pt x="693" y="42"/>
                  </a:lnTo>
                  <a:lnTo>
                    <a:pt x="693" y="42"/>
                  </a:lnTo>
                  <a:lnTo>
                    <a:pt x="693" y="45"/>
                  </a:lnTo>
                  <a:lnTo>
                    <a:pt x="693" y="45"/>
                  </a:lnTo>
                  <a:lnTo>
                    <a:pt x="693" y="47"/>
                  </a:lnTo>
                  <a:lnTo>
                    <a:pt x="693" y="47"/>
                  </a:lnTo>
                  <a:lnTo>
                    <a:pt x="693" y="49"/>
                  </a:lnTo>
                  <a:lnTo>
                    <a:pt x="698" y="52"/>
                  </a:lnTo>
                  <a:lnTo>
                    <a:pt x="700" y="54"/>
                  </a:lnTo>
                  <a:lnTo>
                    <a:pt x="700" y="57"/>
                  </a:lnTo>
                  <a:lnTo>
                    <a:pt x="700" y="59"/>
                  </a:lnTo>
                  <a:lnTo>
                    <a:pt x="703" y="59"/>
                  </a:lnTo>
                  <a:lnTo>
                    <a:pt x="714" y="61"/>
                  </a:lnTo>
                  <a:lnTo>
                    <a:pt x="714" y="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9" name="Freeform 27">
              <a:extLst>
                <a:ext uri="{FF2B5EF4-FFF2-40B4-BE49-F238E27FC236}">
                  <a16:creationId xmlns:a16="http://schemas.microsoft.com/office/drawing/2014/main" id="{A175E35C-DD41-40F4-A76A-BBDC501A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036" y="1853354"/>
              <a:ext cx="637245" cy="348361"/>
            </a:xfrm>
            <a:custGeom>
              <a:avLst/>
              <a:gdLst>
                <a:gd name="T0" fmla="*/ 611 w 675"/>
                <a:gd name="T1" fmla="*/ 367 h 369"/>
                <a:gd name="T2" fmla="*/ 526 w 675"/>
                <a:gd name="T3" fmla="*/ 369 h 369"/>
                <a:gd name="T4" fmla="*/ 443 w 675"/>
                <a:gd name="T5" fmla="*/ 369 h 369"/>
                <a:gd name="T6" fmla="*/ 358 w 675"/>
                <a:gd name="T7" fmla="*/ 369 h 369"/>
                <a:gd name="T8" fmla="*/ 275 w 675"/>
                <a:gd name="T9" fmla="*/ 369 h 369"/>
                <a:gd name="T10" fmla="*/ 190 w 675"/>
                <a:gd name="T11" fmla="*/ 369 h 369"/>
                <a:gd name="T12" fmla="*/ 107 w 675"/>
                <a:gd name="T13" fmla="*/ 367 h 369"/>
                <a:gd name="T14" fmla="*/ 22 w 675"/>
                <a:gd name="T15" fmla="*/ 365 h 369"/>
                <a:gd name="T16" fmla="*/ 3 w 675"/>
                <a:gd name="T17" fmla="*/ 296 h 369"/>
                <a:gd name="T18" fmla="*/ 5 w 675"/>
                <a:gd name="T19" fmla="*/ 204 h 369"/>
                <a:gd name="T20" fmla="*/ 8 w 675"/>
                <a:gd name="T21" fmla="*/ 114 h 369"/>
                <a:gd name="T22" fmla="*/ 12 w 675"/>
                <a:gd name="T23" fmla="*/ 24 h 369"/>
                <a:gd name="T24" fmla="*/ 55 w 675"/>
                <a:gd name="T25" fmla="*/ 3 h 369"/>
                <a:gd name="T26" fmla="*/ 133 w 675"/>
                <a:gd name="T27" fmla="*/ 5 h 369"/>
                <a:gd name="T28" fmla="*/ 209 w 675"/>
                <a:gd name="T29" fmla="*/ 5 h 369"/>
                <a:gd name="T30" fmla="*/ 265 w 675"/>
                <a:gd name="T31" fmla="*/ 7 h 369"/>
                <a:gd name="T32" fmla="*/ 343 w 675"/>
                <a:gd name="T33" fmla="*/ 7 h 369"/>
                <a:gd name="T34" fmla="*/ 419 w 675"/>
                <a:gd name="T35" fmla="*/ 7 h 369"/>
                <a:gd name="T36" fmla="*/ 495 w 675"/>
                <a:gd name="T37" fmla="*/ 5 h 369"/>
                <a:gd name="T38" fmla="*/ 573 w 675"/>
                <a:gd name="T39" fmla="*/ 5 h 369"/>
                <a:gd name="T40" fmla="*/ 604 w 675"/>
                <a:gd name="T41" fmla="*/ 7 h 369"/>
                <a:gd name="T42" fmla="*/ 606 w 675"/>
                <a:gd name="T43" fmla="*/ 14 h 369"/>
                <a:gd name="T44" fmla="*/ 608 w 675"/>
                <a:gd name="T45" fmla="*/ 22 h 369"/>
                <a:gd name="T46" fmla="*/ 615 w 675"/>
                <a:gd name="T47" fmla="*/ 38 h 369"/>
                <a:gd name="T48" fmla="*/ 611 w 675"/>
                <a:gd name="T49" fmla="*/ 57 h 369"/>
                <a:gd name="T50" fmla="*/ 615 w 675"/>
                <a:gd name="T51" fmla="*/ 71 h 369"/>
                <a:gd name="T52" fmla="*/ 615 w 675"/>
                <a:gd name="T53" fmla="*/ 85 h 369"/>
                <a:gd name="T54" fmla="*/ 615 w 675"/>
                <a:gd name="T55" fmla="*/ 102 h 369"/>
                <a:gd name="T56" fmla="*/ 622 w 675"/>
                <a:gd name="T57" fmla="*/ 123 h 369"/>
                <a:gd name="T58" fmla="*/ 627 w 675"/>
                <a:gd name="T59" fmla="*/ 135 h 369"/>
                <a:gd name="T60" fmla="*/ 627 w 675"/>
                <a:gd name="T61" fmla="*/ 142 h 369"/>
                <a:gd name="T62" fmla="*/ 630 w 675"/>
                <a:gd name="T63" fmla="*/ 145 h 369"/>
                <a:gd name="T64" fmla="*/ 634 w 675"/>
                <a:gd name="T65" fmla="*/ 152 h 369"/>
                <a:gd name="T66" fmla="*/ 639 w 675"/>
                <a:gd name="T67" fmla="*/ 164 h 369"/>
                <a:gd name="T68" fmla="*/ 641 w 675"/>
                <a:gd name="T69" fmla="*/ 168 h 369"/>
                <a:gd name="T70" fmla="*/ 641 w 675"/>
                <a:gd name="T71" fmla="*/ 173 h 369"/>
                <a:gd name="T72" fmla="*/ 641 w 675"/>
                <a:gd name="T73" fmla="*/ 180 h 369"/>
                <a:gd name="T74" fmla="*/ 641 w 675"/>
                <a:gd name="T75" fmla="*/ 192 h 369"/>
                <a:gd name="T76" fmla="*/ 644 w 675"/>
                <a:gd name="T77" fmla="*/ 211 h 369"/>
                <a:gd name="T78" fmla="*/ 644 w 675"/>
                <a:gd name="T79" fmla="*/ 220 h 369"/>
                <a:gd name="T80" fmla="*/ 646 w 675"/>
                <a:gd name="T81" fmla="*/ 232 h 369"/>
                <a:gd name="T82" fmla="*/ 649 w 675"/>
                <a:gd name="T83" fmla="*/ 244 h 369"/>
                <a:gd name="T84" fmla="*/ 649 w 675"/>
                <a:gd name="T85" fmla="*/ 246 h 369"/>
                <a:gd name="T86" fmla="*/ 651 w 675"/>
                <a:gd name="T87" fmla="*/ 249 h 369"/>
                <a:gd name="T88" fmla="*/ 651 w 675"/>
                <a:gd name="T89" fmla="*/ 251 h 369"/>
                <a:gd name="T90" fmla="*/ 649 w 675"/>
                <a:gd name="T91" fmla="*/ 261 h 369"/>
                <a:gd name="T92" fmla="*/ 649 w 675"/>
                <a:gd name="T93" fmla="*/ 265 h 369"/>
                <a:gd name="T94" fmla="*/ 649 w 675"/>
                <a:gd name="T95" fmla="*/ 279 h 369"/>
                <a:gd name="T96" fmla="*/ 653 w 675"/>
                <a:gd name="T97" fmla="*/ 289 h 369"/>
                <a:gd name="T98" fmla="*/ 656 w 675"/>
                <a:gd name="T99" fmla="*/ 301 h 369"/>
                <a:gd name="T100" fmla="*/ 658 w 675"/>
                <a:gd name="T101" fmla="*/ 303 h 369"/>
                <a:gd name="T102" fmla="*/ 667 w 675"/>
                <a:gd name="T103" fmla="*/ 317 h 369"/>
                <a:gd name="T104" fmla="*/ 670 w 675"/>
                <a:gd name="T105" fmla="*/ 332 h 369"/>
                <a:gd name="T106" fmla="*/ 672 w 675"/>
                <a:gd name="T107" fmla="*/ 339 h 369"/>
                <a:gd name="T108" fmla="*/ 672 w 675"/>
                <a:gd name="T109" fmla="*/ 346 h 369"/>
                <a:gd name="T110" fmla="*/ 672 w 675"/>
                <a:gd name="T111" fmla="*/ 35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75" h="369">
                  <a:moveTo>
                    <a:pt x="675" y="365"/>
                  </a:moveTo>
                  <a:lnTo>
                    <a:pt x="653" y="367"/>
                  </a:lnTo>
                  <a:lnTo>
                    <a:pt x="632" y="367"/>
                  </a:lnTo>
                  <a:lnTo>
                    <a:pt x="611" y="367"/>
                  </a:lnTo>
                  <a:lnTo>
                    <a:pt x="589" y="367"/>
                  </a:lnTo>
                  <a:lnTo>
                    <a:pt x="568" y="367"/>
                  </a:lnTo>
                  <a:lnTo>
                    <a:pt x="547" y="369"/>
                  </a:lnTo>
                  <a:lnTo>
                    <a:pt x="526" y="369"/>
                  </a:lnTo>
                  <a:lnTo>
                    <a:pt x="504" y="369"/>
                  </a:lnTo>
                  <a:lnTo>
                    <a:pt x="485" y="369"/>
                  </a:lnTo>
                  <a:lnTo>
                    <a:pt x="464" y="369"/>
                  </a:lnTo>
                  <a:lnTo>
                    <a:pt x="443" y="369"/>
                  </a:lnTo>
                  <a:lnTo>
                    <a:pt x="421" y="369"/>
                  </a:lnTo>
                  <a:lnTo>
                    <a:pt x="400" y="369"/>
                  </a:lnTo>
                  <a:lnTo>
                    <a:pt x="379" y="369"/>
                  </a:lnTo>
                  <a:lnTo>
                    <a:pt x="358" y="369"/>
                  </a:lnTo>
                  <a:lnTo>
                    <a:pt x="336" y="369"/>
                  </a:lnTo>
                  <a:lnTo>
                    <a:pt x="315" y="369"/>
                  </a:lnTo>
                  <a:lnTo>
                    <a:pt x="296" y="369"/>
                  </a:lnTo>
                  <a:lnTo>
                    <a:pt x="275" y="369"/>
                  </a:lnTo>
                  <a:lnTo>
                    <a:pt x="253" y="369"/>
                  </a:lnTo>
                  <a:lnTo>
                    <a:pt x="232" y="369"/>
                  </a:lnTo>
                  <a:lnTo>
                    <a:pt x="211" y="369"/>
                  </a:lnTo>
                  <a:lnTo>
                    <a:pt x="190" y="369"/>
                  </a:lnTo>
                  <a:lnTo>
                    <a:pt x="168" y="369"/>
                  </a:lnTo>
                  <a:lnTo>
                    <a:pt x="147" y="367"/>
                  </a:lnTo>
                  <a:lnTo>
                    <a:pt x="128" y="367"/>
                  </a:lnTo>
                  <a:lnTo>
                    <a:pt x="107" y="367"/>
                  </a:lnTo>
                  <a:lnTo>
                    <a:pt x="86" y="367"/>
                  </a:lnTo>
                  <a:lnTo>
                    <a:pt x="64" y="365"/>
                  </a:lnTo>
                  <a:lnTo>
                    <a:pt x="43" y="365"/>
                  </a:lnTo>
                  <a:lnTo>
                    <a:pt x="22" y="365"/>
                  </a:lnTo>
                  <a:lnTo>
                    <a:pt x="0" y="365"/>
                  </a:lnTo>
                  <a:lnTo>
                    <a:pt x="0" y="341"/>
                  </a:lnTo>
                  <a:lnTo>
                    <a:pt x="3" y="317"/>
                  </a:lnTo>
                  <a:lnTo>
                    <a:pt x="3" y="296"/>
                  </a:lnTo>
                  <a:lnTo>
                    <a:pt x="3" y="272"/>
                  </a:lnTo>
                  <a:lnTo>
                    <a:pt x="5" y="249"/>
                  </a:lnTo>
                  <a:lnTo>
                    <a:pt x="5" y="227"/>
                  </a:lnTo>
                  <a:lnTo>
                    <a:pt x="5" y="204"/>
                  </a:lnTo>
                  <a:lnTo>
                    <a:pt x="8" y="180"/>
                  </a:lnTo>
                  <a:lnTo>
                    <a:pt x="8" y="159"/>
                  </a:lnTo>
                  <a:lnTo>
                    <a:pt x="8" y="135"/>
                  </a:lnTo>
                  <a:lnTo>
                    <a:pt x="8" y="114"/>
                  </a:lnTo>
                  <a:lnTo>
                    <a:pt x="10" y="90"/>
                  </a:lnTo>
                  <a:lnTo>
                    <a:pt x="10" y="69"/>
                  </a:lnTo>
                  <a:lnTo>
                    <a:pt x="10" y="45"/>
                  </a:lnTo>
                  <a:lnTo>
                    <a:pt x="12" y="24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36" y="3"/>
                  </a:lnTo>
                  <a:lnTo>
                    <a:pt x="55" y="3"/>
                  </a:lnTo>
                  <a:lnTo>
                    <a:pt x="74" y="3"/>
                  </a:lnTo>
                  <a:lnTo>
                    <a:pt x="95" y="3"/>
                  </a:lnTo>
                  <a:lnTo>
                    <a:pt x="114" y="5"/>
                  </a:lnTo>
                  <a:lnTo>
                    <a:pt x="133" y="5"/>
                  </a:lnTo>
                  <a:lnTo>
                    <a:pt x="152" y="5"/>
                  </a:lnTo>
                  <a:lnTo>
                    <a:pt x="171" y="5"/>
                  </a:lnTo>
                  <a:lnTo>
                    <a:pt x="190" y="5"/>
                  </a:lnTo>
                  <a:lnTo>
                    <a:pt x="209" y="5"/>
                  </a:lnTo>
                  <a:lnTo>
                    <a:pt x="227" y="5"/>
                  </a:lnTo>
                  <a:lnTo>
                    <a:pt x="244" y="7"/>
                  </a:lnTo>
                  <a:lnTo>
                    <a:pt x="246" y="7"/>
                  </a:lnTo>
                  <a:lnTo>
                    <a:pt x="265" y="7"/>
                  </a:lnTo>
                  <a:lnTo>
                    <a:pt x="284" y="7"/>
                  </a:lnTo>
                  <a:lnTo>
                    <a:pt x="303" y="7"/>
                  </a:lnTo>
                  <a:lnTo>
                    <a:pt x="324" y="7"/>
                  </a:lnTo>
                  <a:lnTo>
                    <a:pt x="343" y="7"/>
                  </a:lnTo>
                  <a:lnTo>
                    <a:pt x="362" y="7"/>
                  </a:lnTo>
                  <a:lnTo>
                    <a:pt x="381" y="7"/>
                  </a:lnTo>
                  <a:lnTo>
                    <a:pt x="400" y="7"/>
                  </a:lnTo>
                  <a:lnTo>
                    <a:pt x="419" y="7"/>
                  </a:lnTo>
                  <a:lnTo>
                    <a:pt x="438" y="7"/>
                  </a:lnTo>
                  <a:lnTo>
                    <a:pt x="457" y="7"/>
                  </a:lnTo>
                  <a:lnTo>
                    <a:pt x="476" y="7"/>
                  </a:lnTo>
                  <a:lnTo>
                    <a:pt x="495" y="5"/>
                  </a:lnTo>
                  <a:lnTo>
                    <a:pt x="514" y="5"/>
                  </a:lnTo>
                  <a:lnTo>
                    <a:pt x="533" y="5"/>
                  </a:lnTo>
                  <a:lnTo>
                    <a:pt x="554" y="5"/>
                  </a:lnTo>
                  <a:lnTo>
                    <a:pt x="573" y="5"/>
                  </a:lnTo>
                  <a:lnTo>
                    <a:pt x="592" y="5"/>
                  </a:lnTo>
                  <a:lnTo>
                    <a:pt x="604" y="5"/>
                  </a:lnTo>
                  <a:lnTo>
                    <a:pt x="604" y="5"/>
                  </a:lnTo>
                  <a:lnTo>
                    <a:pt x="604" y="7"/>
                  </a:lnTo>
                  <a:lnTo>
                    <a:pt x="604" y="10"/>
                  </a:lnTo>
                  <a:lnTo>
                    <a:pt x="606" y="10"/>
                  </a:lnTo>
                  <a:lnTo>
                    <a:pt x="606" y="12"/>
                  </a:lnTo>
                  <a:lnTo>
                    <a:pt x="606" y="14"/>
                  </a:lnTo>
                  <a:lnTo>
                    <a:pt x="606" y="14"/>
                  </a:lnTo>
                  <a:lnTo>
                    <a:pt x="608" y="17"/>
                  </a:lnTo>
                  <a:lnTo>
                    <a:pt x="608" y="17"/>
                  </a:lnTo>
                  <a:lnTo>
                    <a:pt x="608" y="22"/>
                  </a:lnTo>
                  <a:lnTo>
                    <a:pt x="611" y="29"/>
                  </a:lnTo>
                  <a:lnTo>
                    <a:pt x="613" y="33"/>
                  </a:lnTo>
                  <a:lnTo>
                    <a:pt x="613" y="33"/>
                  </a:lnTo>
                  <a:lnTo>
                    <a:pt x="615" y="38"/>
                  </a:lnTo>
                  <a:lnTo>
                    <a:pt x="615" y="45"/>
                  </a:lnTo>
                  <a:lnTo>
                    <a:pt x="615" y="48"/>
                  </a:lnTo>
                  <a:lnTo>
                    <a:pt x="613" y="52"/>
                  </a:lnTo>
                  <a:lnTo>
                    <a:pt x="611" y="57"/>
                  </a:lnTo>
                  <a:lnTo>
                    <a:pt x="613" y="64"/>
                  </a:lnTo>
                  <a:lnTo>
                    <a:pt x="613" y="69"/>
                  </a:lnTo>
                  <a:lnTo>
                    <a:pt x="615" y="71"/>
                  </a:lnTo>
                  <a:lnTo>
                    <a:pt x="615" y="71"/>
                  </a:lnTo>
                  <a:lnTo>
                    <a:pt x="615" y="74"/>
                  </a:lnTo>
                  <a:lnTo>
                    <a:pt x="613" y="76"/>
                  </a:lnTo>
                  <a:lnTo>
                    <a:pt x="613" y="76"/>
                  </a:lnTo>
                  <a:lnTo>
                    <a:pt x="615" y="85"/>
                  </a:lnTo>
                  <a:lnTo>
                    <a:pt x="615" y="85"/>
                  </a:lnTo>
                  <a:lnTo>
                    <a:pt x="615" y="88"/>
                  </a:lnTo>
                  <a:lnTo>
                    <a:pt x="615" y="95"/>
                  </a:lnTo>
                  <a:lnTo>
                    <a:pt x="615" y="102"/>
                  </a:lnTo>
                  <a:lnTo>
                    <a:pt x="615" y="104"/>
                  </a:lnTo>
                  <a:lnTo>
                    <a:pt x="618" y="109"/>
                  </a:lnTo>
                  <a:lnTo>
                    <a:pt x="622" y="119"/>
                  </a:lnTo>
                  <a:lnTo>
                    <a:pt x="622" y="123"/>
                  </a:lnTo>
                  <a:lnTo>
                    <a:pt x="625" y="126"/>
                  </a:lnTo>
                  <a:lnTo>
                    <a:pt x="627" y="130"/>
                  </a:lnTo>
                  <a:lnTo>
                    <a:pt x="625" y="133"/>
                  </a:lnTo>
                  <a:lnTo>
                    <a:pt x="627" y="135"/>
                  </a:lnTo>
                  <a:lnTo>
                    <a:pt x="630" y="142"/>
                  </a:lnTo>
                  <a:lnTo>
                    <a:pt x="630" y="142"/>
                  </a:lnTo>
                  <a:lnTo>
                    <a:pt x="627" y="142"/>
                  </a:lnTo>
                  <a:lnTo>
                    <a:pt x="627" y="142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0" y="145"/>
                  </a:lnTo>
                  <a:lnTo>
                    <a:pt x="632" y="147"/>
                  </a:lnTo>
                  <a:lnTo>
                    <a:pt x="632" y="149"/>
                  </a:lnTo>
                  <a:lnTo>
                    <a:pt x="634" y="152"/>
                  </a:lnTo>
                  <a:lnTo>
                    <a:pt x="634" y="154"/>
                  </a:lnTo>
                  <a:lnTo>
                    <a:pt x="637" y="156"/>
                  </a:lnTo>
                  <a:lnTo>
                    <a:pt x="637" y="159"/>
                  </a:lnTo>
                  <a:lnTo>
                    <a:pt x="639" y="164"/>
                  </a:lnTo>
                  <a:lnTo>
                    <a:pt x="639" y="166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1"/>
                  </a:lnTo>
                  <a:lnTo>
                    <a:pt x="641" y="171"/>
                  </a:lnTo>
                  <a:lnTo>
                    <a:pt x="641" y="173"/>
                  </a:lnTo>
                  <a:lnTo>
                    <a:pt x="641" y="175"/>
                  </a:lnTo>
                  <a:lnTo>
                    <a:pt x="641" y="178"/>
                  </a:lnTo>
                  <a:lnTo>
                    <a:pt x="641" y="180"/>
                  </a:lnTo>
                  <a:lnTo>
                    <a:pt x="641" y="180"/>
                  </a:lnTo>
                  <a:lnTo>
                    <a:pt x="641" y="187"/>
                  </a:lnTo>
                  <a:lnTo>
                    <a:pt x="641" y="190"/>
                  </a:lnTo>
                  <a:lnTo>
                    <a:pt x="641" y="190"/>
                  </a:lnTo>
                  <a:lnTo>
                    <a:pt x="641" y="192"/>
                  </a:lnTo>
                  <a:lnTo>
                    <a:pt x="641" y="192"/>
                  </a:lnTo>
                  <a:lnTo>
                    <a:pt x="644" y="194"/>
                  </a:lnTo>
                  <a:lnTo>
                    <a:pt x="644" y="208"/>
                  </a:lnTo>
                  <a:lnTo>
                    <a:pt x="644" y="211"/>
                  </a:lnTo>
                  <a:lnTo>
                    <a:pt x="644" y="218"/>
                  </a:lnTo>
                  <a:lnTo>
                    <a:pt x="644" y="220"/>
                  </a:lnTo>
                  <a:lnTo>
                    <a:pt x="644" y="220"/>
                  </a:lnTo>
                  <a:lnTo>
                    <a:pt x="644" y="220"/>
                  </a:lnTo>
                  <a:lnTo>
                    <a:pt x="644" y="223"/>
                  </a:lnTo>
                  <a:lnTo>
                    <a:pt x="644" y="225"/>
                  </a:lnTo>
                  <a:lnTo>
                    <a:pt x="646" y="230"/>
                  </a:lnTo>
                  <a:lnTo>
                    <a:pt x="646" y="232"/>
                  </a:lnTo>
                  <a:lnTo>
                    <a:pt x="646" y="239"/>
                  </a:lnTo>
                  <a:lnTo>
                    <a:pt x="646" y="242"/>
                  </a:lnTo>
                  <a:lnTo>
                    <a:pt x="646" y="242"/>
                  </a:lnTo>
                  <a:lnTo>
                    <a:pt x="649" y="244"/>
                  </a:lnTo>
                  <a:lnTo>
                    <a:pt x="649" y="244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49" y="246"/>
                  </a:lnTo>
                  <a:lnTo>
                    <a:pt x="651" y="246"/>
                  </a:lnTo>
                  <a:lnTo>
                    <a:pt x="651" y="246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49"/>
                  </a:lnTo>
                  <a:lnTo>
                    <a:pt x="651" y="251"/>
                  </a:lnTo>
                  <a:lnTo>
                    <a:pt x="651" y="253"/>
                  </a:lnTo>
                  <a:lnTo>
                    <a:pt x="649" y="253"/>
                  </a:lnTo>
                  <a:lnTo>
                    <a:pt x="651" y="258"/>
                  </a:lnTo>
                  <a:lnTo>
                    <a:pt x="649" y="261"/>
                  </a:lnTo>
                  <a:lnTo>
                    <a:pt x="649" y="261"/>
                  </a:lnTo>
                  <a:lnTo>
                    <a:pt x="649" y="263"/>
                  </a:lnTo>
                  <a:lnTo>
                    <a:pt x="649" y="263"/>
                  </a:lnTo>
                  <a:lnTo>
                    <a:pt x="649" y="265"/>
                  </a:lnTo>
                  <a:lnTo>
                    <a:pt x="651" y="270"/>
                  </a:lnTo>
                  <a:lnTo>
                    <a:pt x="651" y="272"/>
                  </a:lnTo>
                  <a:lnTo>
                    <a:pt x="651" y="275"/>
                  </a:lnTo>
                  <a:lnTo>
                    <a:pt x="649" y="279"/>
                  </a:lnTo>
                  <a:lnTo>
                    <a:pt x="649" y="282"/>
                  </a:lnTo>
                  <a:lnTo>
                    <a:pt x="651" y="284"/>
                  </a:lnTo>
                  <a:lnTo>
                    <a:pt x="653" y="287"/>
                  </a:lnTo>
                  <a:lnTo>
                    <a:pt x="653" y="289"/>
                  </a:lnTo>
                  <a:lnTo>
                    <a:pt x="656" y="294"/>
                  </a:lnTo>
                  <a:lnTo>
                    <a:pt x="656" y="296"/>
                  </a:lnTo>
                  <a:lnTo>
                    <a:pt x="656" y="298"/>
                  </a:lnTo>
                  <a:lnTo>
                    <a:pt x="656" y="301"/>
                  </a:lnTo>
                  <a:lnTo>
                    <a:pt x="656" y="301"/>
                  </a:lnTo>
                  <a:lnTo>
                    <a:pt x="658" y="303"/>
                  </a:lnTo>
                  <a:lnTo>
                    <a:pt x="658" y="303"/>
                  </a:lnTo>
                  <a:lnTo>
                    <a:pt x="658" y="303"/>
                  </a:lnTo>
                  <a:lnTo>
                    <a:pt x="658" y="306"/>
                  </a:lnTo>
                  <a:lnTo>
                    <a:pt x="658" y="308"/>
                  </a:lnTo>
                  <a:lnTo>
                    <a:pt x="663" y="315"/>
                  </a:lnTo>
                  <a:lnTo>
                    <a:pt x="667" y="317"/>
                  </a:lnTo>
                  <a:lnTo>
                    <a:pt x="667" y="320"/>
                  </a:lnTo>
                  <a:lnTo>
                    <a:pt x="670" y="322"/>
                  </a:lnTo>
                  <a:lnTo>
                    <a:pt x="670" y="329"/>
                  </a:lnTo>
                  <a:lnTo>
                    <a:pt x="670" y="332"/>
                  </a:lnTo>
                  <a:lnTo>
                    <a:pt x="670" y="334"/>
                  </a:lnTo>
                  <a:lnTo>
                    <a:pt x="670" y="334"/>
                  </a:lnTo>
                  <a:lnTo>
                    <a:pt x="672" y="339"/>
                  </a:lnTo>
                  <a:lnTo>
                    <a:pt x="672" y="339"/>
                  </a:lnTo>
                  <a:lnTo>
                    <a:pt x="672" y="339"/>
                  </a:lnTo>
                  <a:lnTo>
                    <a:pt x="672" y="341"/>
                  </a:lnTo>
                  <a:lnTo>
                    <a:pt x="672" y="341"/>
                  </a:lnTo>
                  <a:lnTo>
                    <a:pt x="672" y="346"/>
                  </a:lnTo>
                  <a:lnTo>
                    <a:pt x="672" y="348"/>
                  </a:lnTo>
                  <a:lnTo>
                    <a:pt x="672" y="350"/>
                  </a:lnTo>
                  <a:lnTo>
                    <a:pt x="672" y="353"/>
                  </a:lnTo>
                  <a:lnTo>
                    <a:pt x="672" y="358"/>
                  </a:lnTo>
                  <a:lnTo>
                    <a:pt x="675" y="365"/>
                  </a:lnTo>
                  <a:lnTo>
                    <a:pt x="675" y="36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0" name="Freeform 28">
              <a:extLst>
                <a:ext uri="{FF2B5EF4-FFF2-40B4-BE49-F238E27FC236}">
                  <a16:creationId xmlns:a16="http://schemas.microsoft.com/office/drawing/2014/main" id="{8A79F592-0BDA-48A0-A08E-7DDB898E4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0351" y="3040045"/>
              <a:ext cx="833611" cy="361578"/>
            </a:xfrm>
            <a:custGeom>
              <a:avLst/>
              <a:gdLst>
                <a:gd name="T0" fmla="*/ 679 w 883"/>
                <a:gd name="T1" fmla="*/ 331 h 383"/>
                <a:gd name="T2" fmla="*/ 783 w 883"/>
                <a:gd name="T3" fmla="*/ 246 h 383"/>
                <a:gd name="T4" fmla="*/ 797 w 883"/>
                <a:gd name="T5" fmla="*/ 249 h 383"/>
                <a:gd name="T6" fmla="*/ 833 w 883"/>
                <a:gd name="T7" fmla="*/ 187 h 383"/>
                <a:gd name="T8" fmla="*/ 878 w 883"/>
                <a:gd name="T9" fmla="*/ 104 h 383"/>
                <a:gd name="T10" fmla="*/ 880 w 883"/>
                <a:gd name="T11" fmla="*/ 142 h 383"/>
                <a:gd name="T12" fmla="*/ 866 w 883"/>
                <a:gd name="T13" fmla="*/ 161 h 383"/>
                <a:gd name="T14" fmla="*/ 845 w 883"/>
                <a:gd name="T15" fmla="*/ 76 h 383"/>
                <a:gd name="T16" fmla="*/ 821 w 883"/>
                <a:gd name="T17" fmla="*/ 21 h 383"/>
                <a:gd name="T18" fmla="*/ 835 w 883"/>
                <a:gd name="T19" fmla="*/ 52 h 383"/>
                <a:gd name="T20" fmla="*/ 861 w 883"/>
                <a:gd name="T21" fmla="*/ 83 h 383"/>
                <a:gd name="T22" fmla="*/ 842 w 883"/>
                <a:gd name="T23" fmla="*/ 116 h 383"/>
                <a:gd name="T24" fmla="*/ 849 w 883"/>
                <a:gd name="T25" fmla="*/ 99 h 383"/>
                <a:gd name="T26" fmla="*/ 828 w 883"/>
                <a:gd name="T27" fmla="*/ 76 h 383"/>
                <a:gd name="T28" fmla="*/ 819 w 883"/>
                <a:gd name="T29" fmla="*/ 111 h 383"/>
                <a:gd name="T30" fmla="*/ 807 w 883"/>
                <a:gd name="T31" fmla="*/ 97 h 383"/>
                <a:gd name="T32" fmla="*/ 788 w 883"/>
                <a:gd name="T33" fmla="*/ 85 h 383"/>
                <a:gd name="T34" fmla="*/ 743 w 883"/>
                <a:gd name="T35" fmla="*/ 83 h 383"/>
                <a:gd name="T36" fmla="*/ 736 w 883"/>
                <a:gd name="T37" fmla="*/ 57 h 383"/>
                <a:gd name="T38" fmla="*/ 778 w 883"/>
                <a:gd name="T39" fmla="*/ 64 h 383"/>
                <a:gd name="T40" fmla="*/ 781 w 883"/>
                <a:gd name="T41" fmla="*/ 54 h 383"/>
                <a:gd name="T42" fmla="*/ 795 w 883"/>
                <a:gd name="T43" fmla="*/ 47 h 383"/>
                <a:gd name="T44" fmla="*/ 812 w 883"/>
                <a:gd name="T45" fmla="*/ 47 h 383"/>
                <a:gd name="T46" fmla="*/ 821 w 883"/>
                <a:gd name="T47" fmla="*/ 45 h 383"/>
                <a:gd name="T48" fmla="*/ 809 w 883"/>
                <a:gd name="T49" fmla="*/ 19 h 383"/>
                <a:gd name="T50" fmla="*/ 710 w 883"/>
                <a:gd name="T51" fmla="*/ 21 h 383"/>
                <a:gd name="T52" fmla="*/ 294 w 883"/>
                <a:gd name="T53" fmla="*/ 97 h 383"/>
                <a:gd name="T54" fmla="*/ 234 w 883"/>
                <a:gd name="T55" fmla="*/ 140 h 383"/>
                <a:gd name="T56" fmla="*/ 199 w 883"/>
                <a:gd name="T57" fmla="*/ 170 h 383"/>
                <a:gd name="T58" fmla="*/ 171 w 883"/>
                <a:gd name="T59" fmla="*/ 187 h 383"/>
                <a:gd name="T60" fmla="*/ 156 w 883"/>
                <a:gd name="T61" fmla="*/ 192 h 383"/>
                <a:gd name="T62" fmla="*/ 133 w 883"/>
                <a:gd name="T63" fmla="*/ 206 h 383"/>
                <a:gd name="T64" fmla="*/ 121 w 883"/>
                <a:gd name="T65" fmla="*/ 227 h 383"/>
                <a:gd name="T66" fmla="*/ 88 w 883"/>
                <a:gd name="T67" fmla="*/ 251 h 383"/>
                <a:gd name="T68" fmla="*/ 57 w 883"/>
                <a:gd name="T69" fmla="*/ 265 h 383"/>
                <a:gd name="T70" fmla="*/ 26 w 883"/>
                <a:gd name="T71" fmla="*/ 289 h 383"/>
                <a:gd name="T72" fmla="*/ 10 w 883"/>
                <a:gd name="T73" fmla="*/ 310 h 383"/>
                <a:gd name="T74" fmla="*/ 64 w 883"/>
                <a:gd name="T75" fmla="*/ 336 h 383"/>
                <a:gd name="T76" fmla="*/ 166 w 883"/>
                <a:gd name="T77" fmla="*/ 303 h 383"/>
                <a:gd name="T78" fmla="*/ 194 w 883"/>
                <a:gd name="T79" fmla="*/ 289 h 383"/>
                <a:gd name="T80" fmla="*/ 329 w 883"/>
                <a:gd name="T81" fmla="*/ 275 h 383"/>
                <a:gd name="T82" fmla="*/ 343 w 883"/>
                <a:gd name="T83" fmla="*/ 277 h 383"/>
                <a:gd name="T84" fmla="*/ 459 w 883"/>
                <a:gd name="T85" fmla="*/ 293 h 383"/>
                <a:gd name="T86" fmla="*/ 611 w 883"/>
                <a:gd name="T87" fmla="*/ 383 h 383"/>
                <a:gd name="T88" fmla="*/ 667 w 883"/>
                <a:gd name="T89" fmla="*/ 350 h 383"/>
                <a:gd name="T90" fmla="*/ 689 w 883"/>
                <a:gd name="T91" fmla="*/ 303 h 383"/>
                <a:gd name="T92" fmla="*/ 710 w 883"/>
                <a:gd name="T93" fmla="*/ 263 h 383"/>
                <a:gd name="T94" fmla="*/ 715 w 883"/>
                <a:gd name="T95" fmla="*/ 272 h 383"/>
                <a:gd name="T96" fmla="*/ 736 w 883"/>
                <a:gd name="T97" fmla="*/ 249 h 383"/>
                <a:gd name="T98" fmla="*/ 786 w 883"/>
                <a:gd name="T99" fmla="*/ 241 h 383"/>
                <a:gd name="T100" fmla="*/ 802 w 883"/>
                <a:gd name="T101" fmla="*/ 220 h 383"/>
                <a:gd name="T102" fmla="*/ 807 w 883"/>
                <a:gd name="T103" fmla="*/ 196 h 383"/>
                <a:gd name="T104" fmla="*/ 795 w 883"/>
                <a:gd name="T105" fmla="*/ 196 h 383"/>
                <a:gd name="T106" fmla="*/ 781 w 883"/>
                <a:gd name="T107" fmla="*/ 211 h 383"/>
                <a:gd name="T108" fmla="*/ 734 w 883"/>
                <a:gd name="T109" fmla="*/ 204 h 383"/>
                <a:gd name="T110" fmla="*/ 778 w 883"/>
                <a:gd name="T111" fmla="*/ 185 h 383"/>
                <a:gd name="T112" fmla="*/ 786 w 883"/>
                <a:gd name="T113" fmla="*/ 175 h 383"/>
                <a:gd name="T114" fmla="*/ 726 w 883"/>
                <a:gd name="T115" fmla="*/ 151 h 383"/>
                <a:gd name="T116" fmla="*/ 769 w 883"/>
                <a:gd name="T117" fmla="*/ 154 h 383"/>
                <a:gd name="T118" fmla="*/ 771 w 883"/>
                <a:gd name="T119" fmla="*/ 147 h 383"/>
                <a:gd name="T120" fmla="*/ 788 w 883"/>
                <a:gd name="T121" fmla="*/ 144 h 383"/>
                <a:gd name="T122" fmla="*/ 805 w 883"/>
                <a:gd name="T123" fmla="*/ 156 h 383"/>
                <a:gd name="T124" fmla="*/ 828 w 883"/>
                <a:gd name="T125" fmla="*/ 13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3" h="383">
                  <a:moveTo>
                    <a:pt x="670" y="369"/>
                  </a:moveTo>
                  <a:lnTo>
                    <a:pt x="670" y="369"/>
                  </a:lnTo>
                  <a:lnTo>
                    <a:pt x="667" y="369"/>
                  </a:lnTo>
                  <a:lnTo>
                    <a:pt x="665" y="369"/>
                  </a:lnTo>
                  <a:lnTo>
                    <a:pt x="665" y="372"/>
                  </a:lnTo>
                  <a:lnTo>
                    <a:pt x="667" y="374"/>
                  </a:lnTo>
                  <a:lnTo>
                    <a:pt x="667" y="374"/>
                  </a:lnTo>
                  <a:lnTo>
                    <a:pt x="670" y="374"/>
                  </a:lnTo>
                  <a:lnTo>
                    <a:pt x="672" y="374"/>
                  </a:lnTo>
                  <a:lnTo>
                    <a:pt x="672" y="374"/>
                  </a:lnTo>
                  <a:lnTo>
                    <a:pt x="672" y="367"/>
                  </a:lnTo>
                  <a:lnTo>
                    <a:pt x="670" y="369"/>
                  </a:lnTo>
                  <a:lnTo>
                    <a:pt x="670" y="369"/>
                  </a:lnTo>
                  <a:close/>
                  <a:moveTo>
                    <a:pt x="677" y="334"/>
                  </a:moveTo>
                  <a:lnTo>
                    <a:pt x="674" y="336"/>
                  </a:lnTo>
                  <a:lnTo>
                    <a:pt x="674" y="341"/>
                  </a:lnTo>
                  <a:lnTo>
                    <a:pt x="674" y="343"/>
                  </a:lnTo>
                  <a:lnTo>
                    <a:pt x="677" y="341"/>
                  </a:lnTo>
                  <a:lnTo>
                    <a:pt x="677" y="338"/>
                  </a:lnTo>
                  <a:lnTo>
                    <a:pt x="677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9" y="331"/>
                  </a:lnTo>
                  <a:lnTo>
                    <a:pt x="677" y="334"/>
                  </a:lnTo>
                  <a:close/>
                  <a:moveTo>
                    <a:pt x="715" y="279"/>
                  </a:moveTo>
                  <a:lnTo>
                    <a:pt x="712" y="284"/>
                  </a:lnTo>
                  <a:lnTo>
                    <a:pt x="710" y="284"/>
                  </a:lnTo>
                  <a:lnTo>
                    <a:pt x="708" y="284"/>
                  </a:lnTo>
                  <a:lnTo>
                    <a:pt x="696" y="296"/>
                  </a:lnTo>
                  <a:lnTo>
                    <a:pt x="693" y="301"/>
                  </a:lnTo>
                  <a:lnTo>
                    <a:pt x="693" y="305"/>
                  </a:lnTo>
                  <a:lnTo>
                    <a:pt x="693" y="303"/>
                  </a:lnTo>
                  <a:lnTo>
                    <a:pt x="703" y="291"/>
                  </a:lnTo>
                  <a:lnTo>
                    <a:pt x="703" y="291"/>
                  </a:lnTo>
                  <a:lnTo>
                    <a:pt x="708" y="289"/>
                  </a:lnTo>
                  <a:lnTo>
                    <a:pt x="715" y="282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7" y="279"/>
                  </a:lnTo>
                  <a:lnTo>
                    <a:pt x="715" y="279"/>
                  </a:lnTo>
                  <a:close/>
                  <a:moveTo>
                    <a:pt x="793" y="246"/>
                  </a:moveTo>
                  <a:lnTo>
                    <a:pt x="793" y="244"/>
                  </a:lnTo>
                  <a:lnTo>
                    <a:pt x="786" y="244"/>
                  </a:lnTo>
                  <a:lnTo>
                    <a:pt x="783" y="244"/>
                  </a:lnTo>
                  <a:lnTo>
                    <a:pt x="783" y="246"/>
                  </a:lnTo>
                  <a:lnTo>
                    <a:pt x="783" y="246"/>
                  </a:lnTo>
                  <a:lnTo>
                    <a:pt x="790" y="246"/>
                  </a:lnTo>
                  <a:lnTo>
                    <a:pt x="795" y="249"/>
                  </a:lnTo>
                  <a:lnTo>
                    <a:pt x="795" y="249"/>
                  </a:lnTo>
                  <a:lnTo>
                    <a:pt x="795" y="249"/>
                  </a:lnTo>
                  <a:lnTo>
                    <a:pt x="795" y="246"/>
                  </a:lnTo>
                  <a:lnTo>
                    <a:pt x="793" y="246"/>
                  </a:lnTo>
                  <a:close/>
                  <a:moveTo>
                    <a:pt x="774" y="244"/>
                  </a:moveTo>
                  <a:lnTo>
                    <a:pt x="757" y="249"/>
                  </a:lnTo>
                  <a:lnTo>
                    <a:pt x="743" y="256"/>
                  </a:lnTo>
                  <a:lnTo>
                    <a:pt x="741" y="256"/>
                  </a:lnTo>
                  <a:lnTo>
                    <a:pt x="738" y="258"/>
                  </a:lnTo>
                  <a:lnTo>
                    <a:pt x="764" y="246"/>
                  </a:lnTo>
                  <a:lnTo>
                    <a:pt x="767" y="246"/>
                  </a:lnTo>
                  <a:lnTo>
                    <a:pt x="781" y="244"/>
                  </a:lnTo>
                  <a:lnTo>
                    <a:pt x="778" y="244"/>
                  </a:lnTo>
                  <a:lnTo>
                    <a:pt x="774" y="244"/>
                  </a:lnTo>
                  <a:close/>
                  <a:moveTo>
                    <a:pt x="819" y="206"/>
                  </a:moveTo>
                  <a:lnTo>
                    <a:pt x="816" y="208"/>
                  </a:lnTo>
                  <a:lnTo>
                    <a:pt x="816" y="208"/>
                  </a:lnTo>
                  <a:lnTo>
                    <a:pt x="816" y="208"/>
                  </a:lnTo>
                  <a:lnTo>
                    <a:pt x="812" y="213"/>
                  </a:lnTo>
                  <a:lnTo>
                    <a:pt x="805" y="227"/>
                  </a:lnTo>
                  <a:lnTo>
                    <a:pt x="797" y="249"/>
                  </a:lnTo>
                  <a:lnTo>
                    <a:pt x="797" y="251"/>
                  </a:lnTo>
                  <a:lnTo>
                    <a:pt x="797" y="253"/>
                  </a:lnTo>
                  <a:lnTo>
                    <a:pt x="797" y="251"/>
                  </a:lnTo>
                  <a:lnTo>
                    <a:pt x="807" y="227"/>
                  </a:lnTo>
                  <a:lnTo>
                    <a:pt x="809" y="220"/>
                  </a:lnTo>
                  <a:lnTo>
                    <a:pt x="812" y="218"/>
                  </a:lnTo>
                  <a:lnTo>
                    <a:pt x="814" y="215"/>
                  </a:lnTo>
                  <a:lnTo>
                    <a:pt x="819" y="211"/>
                  </a:lnTo>
                  <a:lnTo>
                    <a:pt x="821" y="208"/>
                  </a:lnTo>
                  <a:lnTo>
                    <a:pt x="821" y="204"/>
                  </a:lnTo>
                  <a:lnTo>
                    <a:pt x="821" y="204"/>
                  </a:lnTo>
                  <a:lnTo>
                    <a:pt x="819" y="206"/>
                  </a:lnTo>
                  <a:close/>
                  <a:moveTo>
                    <a:pt x="831" y="185"/>
                  </a:moveTo>
                  <a:lnTo>
                    <a:pt x="831" y="185"/>
                  </a:lnTo>
                  <a:lnTo>
                    <a:pt x="831" y="187"/>
                  </a:lnTo>
                  <a:lnTo>
                    <a:pt x="831" y="187"/>
                  </a:lnTo>
                  <a:lnTo>
                    <a:pt x="828" y="189"/>
                  </a:lnTo>
                  <a:lnTo>
                    <a:pt x="828" y="189"/>
                  </a:lnTo>
                  <a:lnTo>
                    <a:pt x="828" y="192"/>
                  </a:lnTo>
                  <a:lnTo>
                    <a:pt x="826" y="194"/>
                  </a:lnTo>
                  <a:lnTo>
                    <a:pt x="826" y="196"/>
                  </a:lnTo>
                  <a:lnTo>
                    <a:pt x="826" y="196"/>
                  </a:lnTo>
                  <a:lnTo>
                    <a:pt x="828" y="194"/>
                  </a:lnTo>
                  <a:lnTo>
                    <a:pt x="833" y="187"/>
                  </a:lnTo>
                  <a:lnTo>
                    <a:pt x="833" y="187"/>
                  </a:lnTo>
                  <a:lnTo>
                    <a:pt x="835" y="187"/>
                  </a:lnTo>
                  <a:lnTo>
                    <a:pt x="835" y="187"/>
                  </a:lnTo>
                  <a:lnTo>
                    <a:pt x="835" y="185"/>
                  </a:lnTo>
                  <a:lnTo>
                    <a:pt x="833" y="185"/>
                  </a:lnTo>
                  <a:lnTo>
                    <a:pt x="831" y="185"/>
                  </a:lnTo>
                  <a:close/>
                  <a:moveTo>
                    <a:pt x="847" y="170"/>
                  </a:moveTo>
                  <a:lnTo>
                    <a:pt x="842" y="175"/>
                  </a:lnTo>
                  <a:lnTo>
                    <a:pt x="840" y="178"/>
                  </a:lnTo>
                  <a:lnTo>
                    <a:pt x="838" y="178"/>
                  </a:lnTo>
                  <a:lnTo>
                    <a:pt x="838" y="180"/>
                  </a:lnTo>
                  <a:lnTo>
                    <a:pt x="838" y="182"/>
                  </a:lnTo>
                  <a:lnTo>
                    <a:pt x="835" y="185"/>
                  </a:lnTo>
                  <a:lnTo>
                    <a:pt x="845" y="173"/>
                  </a:lnTo>
                  <a:lnTo>
                    <a:pt x="854" y="168"/>
                  </a:lnTo>
                  <a:lnTo>
                    <a:pt x="857" y="166"/>
                  </a:lnTo>
                  <a:lnTo>
                    <a:pt x="857" y="166"/>
                  </a:lnTo>
                  <a:lnTo>
                    <a:pt x="857" y="163"/>
                  </a:lnTo>
                  <a:lnTo>
                    <a:pt x="859" y="163"/>
                  </a:lnTo>
                  <a:lnTo>
                    <a:pt x="854" y="166"/>
                  </a:lnTo>
                  <a:lnTo>
                    <a:pt x="847" y="170"/>
                  </a:lnTo>
                  <a:close/>
                  <a:moveTo>
                    <a:pt x="880" y="118"/>
                  </a:moveTo>
                  <a:lnTo>
                    <a:pt x="880" y="109"/>
                  </a:lnTo>
                  <a:lnTo>
                    <a:pt x="878" y="104"/>
                  </a:lnTo>
                  <a:lnTo>
                    <a:pt x="875" y="99"/>
                  </a:lnTo>
                  <a:lnTo>
                    <a:pt x="873" y="97"/>
                  </a:lnTo>
                  <a:lnTo>
                    <a:pt x="873" y="95"/>
                  </a:lnTo>
                  <a:lnTo>
                    <a:pt x="871" y="90"/>
                  </a:lnTo>
                  <a:lnTo>
                    <a:pt x="868" y="88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68" y="90"/>
                  </a:lnTo>
                  <a:lnTo>
                    <a:pt x="871" y="92"/>
                  </a:lnTo>
                  <a:lnTo>
                    <a:pt x="871" y="95"/>
                  </a:lnTo>
                  <a:lnTo>
                    <a:pt x="875" y="104"/>
                  </a:lnTo>
                  <a:lnTo>
                    <a:pt x="878" y="109"/>
                  </a:lnTo>
                  <a:lnTo>
                    <a:pt x="878" y="111"/>
                  </a:lnTo>
                  <a:lnTo>
                    <a:pt x="878" y="114"/>
                  </a:lnTo>
                  <a:lnTo>
                    <a:pt x="878" y="116"/>
                  </a:lnTo>
                  <a:lnTo>
                    <a:pt x="878" y="118"/>
                  </a:lnTo>
                  <a:lnTo>
                    <a:pt x="878" y="118"/>
                  </a:lnTo>
                  <a:lnTo>
                    <a:pt x="878" y="121"/>
                  </a:lnTo>
                  <a:lnTo>
                    <a:pt x="878" y="123"/>
                  </a:lnTo>
                  <a:lnTo>
                    <a:pt x="880" y="125"/>
                  </a:lnTo>
                  <a:lnTo>
                    <a:pt x="880" y="130"/>
                  </a:lnTo>
                  <a:lnTo>
                    <a:pt x="880" y="135"/>
                  </a:lnTo>
                  <a:lnTo>
                    <a:pt x="880" y="142"/>
                  </a:lnTo>
                  <a:lnTo>
                    <a:pt x="880" y="142"/>
                  </a:lnTo>
                  <a:lnTo>
                    <a:pt x="880" y="147"/>
                  </a:lnTo>
                  <a:lnTo>
                    <a:pt x="878" y="149"/>
                  </a:lnTo>
                  <a:lnTo>
                    <a:pt x="873" y="154"/>
                  </a:lnTo>
                  <a:lnTo>
                    <a:pt x="866" y="159"/>
                  </a:lnTo>
                  <a:lnTo>
                    <a:pt x="866" y="159"/>
                  </a:lnTo>
                  <a:lnTo>
                    <a:pt x="866" y="159"/>
                  </a:lnTo>
                  <a:lnTo>
                    <a:pt x="866" y="156"/>
                  </a:lnTo>
                  <a:lnTo>
                    <a:pt x="866" y="156"/>
                  </a:lnTo>
                  <a:lnTo>
                    <a:pt x="866" y="156"/>
                  </a:lnTo>
                  <a:lnTo>
                    <a:pt x="864" y="159"/>
                  </a:lnTo>
                  <a:lnTo>
                    <a:pt x="866" y="159"/>
                  </a:lnTo>
                  <a:lnTo>
                    <a:pt x="864" y="159"/>
                  </a:lnTo>
                  <a:lnTo>
                    <a:pt x="864" y="159"/>
                  </a:lnTo>
                  <a:lnTo>
                    <a:pt x="864" y="161"/>
                  </a:lnTo>
                  <a:lnTo>
                    <a:pt x="864" y="161"/>
                  </a:lnTo>
                  <a:lnTo>
                    <a:pt x="864" y="161"/>
                  </a:lnTo>
                  <a:lnTo>
                    <a:pt x="861" y="161"/>
                  </a:lnTo>
                  <a:lnTo>
                    <a:pt x="861" y="163"/>
                  </a:lnTo>
                  <a:lnTo>
                    <a:pt x="861" y="163"/>
                  </a:lnTo>
                  <a:lnTo>
                    <a:pt x="864" y="163"/>
                  </a:lnTo>
                  <a:lnTo>
                    <a:pt x="864" y="163"/>
                  </a:lnTo>
                  <a:lnTo>
                    <a:pt x="864" y="161"/>
                  </a:lnTo>
                  <a:lnTo>
                    <a:pt x="866" y="161"/>
                  </a:lnTo>
                  <a:lnTo>
                    <a:pt x="866" y="161"/>
                  </a:lnTo>
                  <a:lnTo>
                    <a:pt x="871" y="159"/>
                  </a:lnTo>
                  <a:lnTo>
                    <a:pt x="873" y="156"/>
                  </a:lnTo>
                  <a:lnTo>
                    <a:pt x="875" y="154"/>
                  </a:lnTo>
                  <a:lnTo>
                    <a:pt x="878" y="154"/>
                  </a:lnTo>
                  <a:lnTo>
                    <a:pt x="880" y="154"/>
                  </a:lnTo>
                  <a:lnTo>
                    <a:pt x="880" y="151"/>
                  </a:lnTo>
                  <a:lnTo>
                    <a:pt x="883" y="149"/>
                  </a:lnTo>
                  <a:lnTo>
                    <a:pt x="883" y="140"/>
                  </a:lnTo>
                  <a:lnTo>
                    <a:pt x="880" y="118"/>
                  </a:lnTo>
                  <a:close/>
                  <a:moveTo>
                    <a:pt x="852" y="76"/>
                  </a:moveTo>
                  <a:lnTo>
                    <a:pt x="849" y="73"/>
                  </a:lnTo>
                  <a:lnTo>
                    <a:pt x="849" y="73"/>
                  </a:lnTo>
                  <a:lnTo>
                    <a:pt x="847" y="71"/>
                  </a:lnTo>
                  <a:lnTo>
                    <a:pt x="847" y="71"/>
                  </a:lnTo>
                  <a:lnTo>
                    <a:pt x="847" y="71"/>
                  </a:lnTo>
                  <a:lnTo>
                    <a:pt x="845" y="71"/>
                  </a:lnTo>
                  <a:lnTo>
                    <a:pt x="845" y="71"/>
                  </a:lnTo>
                  <a:lnTo>
                    <a:pt x="842" y="71"/>
                  </a:lnTo>
                  <a:lnTo>
                    <a:pt x="842" y="71"/>
                  </a:lnTo>
                  <a:lnTo>
                    <a:pt x="842" y="73"/>
                  </a:lnTo>
                  <a:lnTo>
                    <a:pt x="842" y="73"/>
                  </a:lnTo>
                  <a:lnTo>
                    <a:pt x="842" y="73"/>
                  </a:lnTo>
                  <a:lnTo>
                    <a:pt x="845" y="73"/>
                  </a:lnTo>
                  <a:lnTo>
                    <a:pt x="845" y="76"/>
                  </a:lnTo>
                  <a:lnTo>
                    <a:pt x="847" y="78"/>
                  </a:lnTo>
                  <a:lnTo>
                    <a:pt x="849" y="78"/>
                  </a:lnTo>
                  <a:lnTo>
                    <a:pt x="849" y="80"/>
                  </a:lnTo>
                  <a:lnTo>
                    <a:pt x="852" y="83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4" y="80"/>
                  </a:lnTo>
                  <a:lnTo>
                    <a:pt x="857" y="78"/>
                  </a:lnTo>
                  <a:lnTo>
                    <a:pt x="852" y="76"/>
                  </a:lnTo>
                  <a:close/>
                  <a:moveTo>
                    <a:pt x="861" y="83"/>
                  </a:moveTo>
                  <a:lnTo>
                    <a:pt x="861" y="85"/>
                  </a:lnTo>
                  <a:lnTo>
                    <a:pt x="864" y="85"/>
                  </a:lnTo>
                  <a:lnTo>
                    <a:pt x="866" y="85"/>
                  </a:lnTo>
                  <a:lnTo>
                    <a:pt x="866" y="85"/>
                  </a:lnTo>
                  <a:lnTo>
                    <a:pt x="861" y="78"/>
                  </a:lnTo>
                  <a:lnTo>
                    <a:pt x="859" y="73"/>
                  </a:lnTo>
                  <a:lnTo>
                    <a:pt x="838" y="50"/>
                  </a:lnTo>
                  <a:lnTo>
                    <a:pt x="831" y="38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6" y="26"/>
                  </a:lnTo>
                  <a:lnTo>
                    <a:pt x="823" y="24"/>
                  </a:lnTo>
                  <a:lnTo>
                    <a:pt x="821" y="21"/>
                  </a:lnTo>
                  <a:lnTo>
                    <a:pt x="814" y="0"/>
                  </a:lnTo>
                  <a:lnTo>
                    <a:pt x="814" y="0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2" y="2"/>
                  </a:lnTo>
                  <a:lnTo>
                    <a:pt x="814" y="7"/>
                  </a:lnTo>
                  <a:lnTo>
                    <a:pt x="814" y="9"/>
                  </a:lnTo>
                  <a:lnTo>
                    <a:pt x="816" y="12"/>
                  </a:lnTo>
                  <a:lnTo>
                    <a:pt x="816" y="14"/>
                  </a:lnTo>
                  <a:lnTo>
                    <a:pt x="819" y="17"/>
                  </a:lnTo>
                  <a:lnTo>
                    <a:pt x="821" y="19"/>
                  </a:lnTo>
                  <a:lnTo>
                    <a:pt x="823" y="26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3" y="31"/>
                  </a:lnTo>
                  <a:lnTo>
                    <a:pt x="826" y="33"/>
                  </a:lnTo>
                  <a:lnTo>
                    <a:pt x="831" y="38"/>
                  </a:lnTo>
                  <a:lnTo>
                    <a:pt x="831" y="40"/>
                  </a:lnTo>
                  <a:lnTo>
                    <a:pt x="833" y="45"/>
                  </a:lnTo>
                  <a:lnTo>
                    <a:pt x="835" y="47"/>
                  </a:lnTo>
                  <a:lnTo>
                    <a:pt x="835" y="52"/>
                  </a:lnTo>
                  <a:lnTo>
                    <a:pt x="835" y="52"/>
                  </a:lnTo>
                  <a:lnTo>
                    <a:pt x="838" y="54"/>
                  </a:lnTo>
                  <a:lnTo>
                    <a:pt x="838" y="57"/>
                  </a:lnTo>
                  <a:lnTo>
                    <a:pt x="840" y="57"/>
                  </a:lnTo>
                  <a:lnTo>
                    <a:pt x="840" y="59"/>
                  </a:lnTo>
                  <a:lnTo>
                    <a:pt x="842" y="57"/>
                  </a:lnTo>
                  <a:lnTo>
                    <a:pt x="842" y="57"/>
                  </a:lnTo>
                  <a:lnTo>
                    <a:pt x="845" y="59"/>
                  </a:lnTo>
                  <a:lnTo>
                    <a:pt x="845" y="62"/>
                  </a:lnTo>
                  <a:lnTo>
                    <a:pt x="842" y="62"/>
                  </a:lnTo>
                  <a:lnTo>
                    <a:pt x="842" y="62"/>
                  </a:lnTo>
                  <a:lnTo>
                    <a:pt x="840" y="62"/>
                  </a:lnTo>
                  <a:lnTo>
                    <a:pt x="840" y="64"/>
                  </a:lnTo>
                  <a:lnTo>
                    <a:pt x="842" y="64"/>
                  </a:lnTo>
                  <a:lnTo>
                    <a:pt x="845" y="64"/>
                  </a:lnTo>
                  <a:lnTo>
                    <a:pt x="845" y="64"/>
                  </a:lnTo>
                  <a:lnTo>
                    <a:pt x="845" y="64"/>
                  </a:lnTo>
                  <a:lnTo>
                    <a:pt x="854" y="71"/>
                  </a:lnTo>
                  <a:lnTo>
                    <a:pt x="857" y="73"/>
                  </a:lnTo>
                  <a:lnTo>
                    <a:pt x="859" y="78"/>
                  </a:lnTo>
                  <a:lnTo>
                    <a:pt x="859" y="80"/>
                  </a:lnTo>
                  <a:lnTo>
                    <a:pt x="861" y="80"/>
                  </a:lnTo>
                  <a:lnTo>
                    <a:pt x="861" y="83"/>
                  </a:lnTo>
                  <a:lnTo>
                    <a:pt x="861" y="83"/>
                  </a:lnTo>
                  <a:close/>
                  <a:moveTo>
                    <a:pt x="802" y="7"/>
                  </a:moveTo>
                  <a:lnTo>
                    <a:pt x="802" y="7"/>
                  </a:lnTo>
                  <a:lnTo>
                    <a:pt x="802" y="9"/>
                  </a:lnTo>
                  <a:lnTo>
                    <a:pt x="805" y="9"/>
                  </a:lnTo>
                  <a:lnTo>
                    <a:pt x="809" y="9"/>
                  </a:lnTo>
                  <a:lnTo>
                    <a:pt x="809" y="9"/>
                  </a:lnTo>
                  <a:lnTo>
                    <a:pt x="809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7" y="2"/>
                  </a:lnTo>
                  <a:lnTo>
                    <a:pt x="807" y="2"/>
                  </a:lnTo>
                  <a:lnTo>
                    <a:pt x="807" y="2"/>
                  </a:lnTo>
                  <a:lnTo>
                    <a:pt x="805" y="2"/>
                  </a:lnTo>
                  <a:lnTo>
                    <a:pt x="805" y="5"/>
                  </a:lnTo>
                  <a:lnTo>
                    <a:pt x="802" y="5"/>
                  </a:lnTo>
                  <a:lnTo>
                    <a:pt x="802" y="2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802" y="7"/>
                  </a:lnTo>
                  <a:close/>
                  <a:moveTo>
                    <a:pt x="835" y="116"/>
                  </a:moveTo>
                  <a:lnTo>
                    <a:pt x="838" y="116"/>
                  </a:lnTo>
                  <a:lnTo>
                    <a:pt x="840" y="118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6"/>
                  </a:lnTo>
                  <a:lnTo>
                    <a:pt x="842" y="118"/>
                  </a:lnTo>
                  <a:lnTo>
                    <a:pt x="842" y="118"/>
                  </a:lnTo>
                  <a:lnTo>
                    <a:pt x="840" y="118"/>
                  </a:lnTo>
                  <a:lnTo>
                    <a:pt x="840" y="121"/>
                  </a:lnTo>
                  <a:lnTo>
                    <a:pt x="845" y="118"/>
                  </a:lnTo>
                  <a:lnTo>
                    <a:pt x="845" y="118"/>
                  </a:lnTo>
                  <a:lnTo>
                    <a:pt x="847" y="118"/>
                  </a:lnTo>
                  <a:lnTo>
                    <a:pt x="847" y="116"/>
                  </a:lnTo>
                  <a:lnTo>
                    <a:pt x="845" y="116"/>
                  </a:lnTo>
                  <a:lnTo>
                    <a:pt x="845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7" y="114"/>
                  </a:lnTo>
                  <a:lnTo>
                    <a:pt x="849" y="109"/>
                  </a:lnTo>
                  <a:lnTo>
                    <a:pt x="849" y="109"/>
                  </a:lnTo>
                  <a:lnTo>
                    <a:pt x="845" y="106"/>
                  </a:lnTo>
                  <a:lnTo>
                    <a:pt x="845" y="104"/>
                  </a:lnTo>
                  <a:lnTo>
                    <a:pt x="845" y="102"/>
                  </a:lnTo>
                  <a:lnTo>
                    <a:pt x="847" y="102"/>
                  </a:lnTo>
                  <a:lnTo>
                    <a:pt x="849" y="102"/>
                  </a:lnTo>
                  <a:lnTo>
                    <a:pt x="849" y="99"/>
                  </a:lnTo>
                  <a:lnTo>
                    <a:pt x="849" y="97"/>
                  </a:lnTo>
                  <a:lnTo>
                    <a:pt x="847" y="97"/>
                  </a:lnTo>
                  <a:lnTo>
                    <a:pt x="845" y="95"/>
                  </a:lnTo>
                  <a:lnTo>
                    <a:pt x="845" y="92"/>
                  </a:lnTo>
                  <a:lnTo>
                    <a:pt x="845" y="92"/>
                  </a:lnTo>
                  <a:lnTo>
                    <a:pt x="845" y="90"/>
                  </a:lnTo>
                  <a:lnTo>
                    <a:pt x="847" y="88"/>
                  </a:lnTo>
                  <a:lnTo>
                    <a:pt x="845" y="85"/>
                  </a:lnTo>
                  <a:lnTo>
                    <a:pt x="845" y="85"/>
                  </a:lnTo>
                  <a:lnTo>
                    <a:pt x="842" y="83"/>
                  </a:lnTo>
                  <a:lnTo>
                    <a:pt x="842" y="80"/>
                  </a:lnTo>
                  <a:lnTo>
                    <a:pt x="835" y="73"/>
                  </a:lnTo>
                  <a:lnTo>
                    <a:pt x="833" y="71"/>
                  </a:lnTo>
                  <a:lnTo>
                    <a:pt x="828" y="71"/>
                  </a:lnTo>
                  <a:lnTo>
                    <a:pt x="828" y="71"/>
                  </a:lnTo>
                  <a:lnTo>
                    <a:pt x="828" y="73"/>
                  </a:lnTo>
                  <a:lnTo>
                    <a:pt x="828" y="73"/>
                  </a:lnTo>
                  <a:lnTo>
                    <a:pt x="828" y="76"/>
                  </a:lnTo>
                  <a:lnTo>
                    <a:pt x="828" y="73"/>
                  </a:lnTo>
                  <a:lnTo>
                    <a:pt x="831" y="73"/>
                  </a:lnTo>
                  <a:lnTo>
                    <a:pt x="831" y="76"/>
                  </a:lnTo>
                  <a:lnTo>
                    <a:pt x="833" y="76"/>
                  </a:lnTo>
                  <a:lnTo>
                    <a:pt x="831" y="76"/>
                  </a:lnTo>
                  <a:lnTo>
                    <a:pt x="828" y="76"/>
                  </a:lnTo>
                  <a:lnTo>
                    <a:pt x="826" y="76"/>
                  </a:lnTo>
                  <a:lnTo>
                    <a:pt x="823" y="76"/>
                  </a:lnTo>
                  <a:lnTo>
                    <a:pt x="826" y="78"/>
                  </a:lnTo>
                  <a:lnTo>
                    <a:pt x="826" y="78"/>
                  </a:lnTo>
                  <a:lnTo>
                    <a:pt x="828" y="80"/>
                  </a:lnTo>
                  <a:lnTo>
                    <a:pt x="831" y="80"/>
                  </a:lnTo>
                  <a:lnTo>
                    <a:pt x="831" y="80"/>
                  </a:lnTo>
                  <a:lnTo>
                    <a:pt x="831" y="83"/>
                  </a:lnTo>
                  <a:lnTo>
                    <a:pt x="831" y="83"/>
                  </a:lnTo>
                  <a:lnTo>
                    <a:pt x="828" y="83"/>
                  </a:lnTo>
                  <a:lnTo>
                    <a:pt x="826" y="83"/>
                  </a:lnTo>
                  <a:lnTo>
                    <a:pt x="823" y="80"/>
                  </a:lnTo>
                  <a:lnTo>
                    <a:pt x="821" y="78"/>
                  </a:lnTo>
                  <a:lnTo>
                    <a:pt x="821" y="78"/>
                  </a:lnTo>
                  <a:lnTo>
                    <a:pt x="821" y="80"/>
                  </a:lnTo>
                  <a:lnTo>
                    <a:pt x="819" y="83"/>
                  </a:lnTo>
                  <a:lnTo>
                    <a:pt x="816" y="85"/>
                  </a:lnTo>
                  <a:lnTo>
                    <a:pt x="821" y="99"/>
                  </a:lnTo>
                  <a:lnTo>
                    <a:pt x="821" y="10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4"/>
                  </a:lnTo>
                  <a:lnTo>
                    <a:pt x="819" y="111"/>
                  </a:lnTo>
                  <a:lnTo>
                    <a:pt x="819" y="111"/>
                  </a:lnTo>
                  <a:lnTo>
                    <a:pt x="814" y="114"/>
                  </a:lnTo>
                  <a:lnTo>
                    <a:pt x="812" y="114"/>
                  </a:lnTo>
                  <a:lnTo>
                    <a:pt x="809" y="114"/>
                  </a:lnTo>
                  <a:lnTo>
                    <a:pt x="807" y="111"/>
                  </a:lnTo>
                  <a:lnTo>
                    <a:pt x="809" y="109"/>
                  </a:lnTo>
                  <a:lnTo>
                    <a:pt x="814" y="111"/>
                  </a:lnTo>
                  <a:lnTo>
                    <a:pt x="816" y="111"/>
                  </a:lnTo>
                  <a:lnTo>
                    <a:pt x="819" y="109"/>
                  </a:lnTo>
                  <a:lnTo>
                    <a:pt x="816" y="109"/>
                  </a:lnTo>
                  <a:lnTo>
                    <a:pt x="816" y="106"/>
                  </a:lnTo>
                  <a:lnTo>
                    <a:pt x="814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6" y="102"/>
                  </a:lnTo>
                  <a:lnTo>
                    <a:pt x="814" y="102"/>
                  </a:lnTo>
                  <a:lnTo>
                    <a:pt x="814" y="99"/>
                  </a:lnTo>
                  <a:lnTo>
                    <a:pt x="814" y="99"/>
                  </a:lnTo>
                  <a:lnTo>
                    <a:pt x="812" y="99"/>
                  </a:lnTo>
                  <a:lnTo>
                    <a:pt x="812" y="99"/>
                  </a:lnTo>
                  <a:lnTo>
                    <a:pt x="809" y="99"/>
                  </a:lnTo>
                  <a:lnTo>
                    <a:pt x="807" y="99"/>
                  </a:lnTo>
                  <a:lnTo>
                    <a:pt x="807" y="99"/>
                  </a:lnTo>
                  <a:lnTo>
                    <a:pt x="807" y="97"/>
                  </a:lnTo>
                  <a:lnTo>
                    <a:pt x="812" y="99"/>
                  </a:lnTo>
                  <a:lnTo>
                    <a:pt x="814" y="97"/>
                  </a:lnTo>
                  <a:lnTo>
                    <a:pt x="814" y="95"/>
                  </a:lnTo>
                  <a:lnTo>
                    <a:pt x="812" y="90"/>
                  </a:lnTo>
                  <a:lnTo>
                    <a:pt x="809" y="90"/>
                  </a:lnTo>
                  <a:lnTo>
                    <a:pt x="809" y="88"/>
                  </a:lnTo>
                  <a:lnTo>
                    <a:pt x="812" y="88"/>
                  </a:lnTo>
                  <a:lnTo>
                    <a:pt x="812" y="85"/>
                  </a:lnTo>
                  <a:lnTo>
                    <a:pt x="812" y="83"/>
                  </a:lnTo>
                  <a:lnTo>
                    <a:pt x="814" y="80"/>
                  </a:lnTo>
                  <a:lnTo>
                    <a:pt x="812" y="80"/>
                  </a:lnTo>
                  <a:lnTo>
                    <a:pt x="809" y="83"/>
                  </a:lnTo>
                  <a:lnTo>
                    <a:pt x="809" y="78"/>
                  </a:lnTo>
                  <a:lnTo>
                    <a:pt x="809" y="76"/>
                  </a:lnTo>
                  <a:lnTo>
                    <a:pt x="812" y="78"/>
                  </a:lnTo>
                  <a:lnTo>
                    <a:pt x="812" y="76"/>
                  </a:lnTo>
                  <a:lnTo>
                    <a:pt x="809" y="73"/>
                  </a:lnTo>
                  <a:lnTo>
                    <a:pt x="807" y="73"/>
                  </a:lnTo>
                  <a:lnTo>
                    <a:pt x="805" y="73"/>
                  </a:lnTo>
                  <a:lnTo>
                    <a:pt x="795" y="76"/>
                  </a:lnTo>
                  <a:lnTo>
                    <a:pt x="786" y="80"/>
                  </a:lnTo>
                  <a:lnTo>
                    <a:pt x="783" y="83"/>
                  </a:lnTo>
                  <a:lnTo>
                    <a:pt x="786" y="83"/>
                  </a:lnTo>
                  <a:lnTo>
                    <a:pt x="788" y="85"/>
                  </a:lnTo>
                  <a:lnTo>
                    <a:pt x="790" y="85"/>
                  </a:lnTo>
                  <a:lnTo>
                    <a:pt x="786" y="85"/>
                  </a:lnTo>
                  <a:lnTo>
                    <a:pt x="783" y="85"/>
                  </a:lnTo>
                  <a:lnTo>
                    <a:pt x="781" y="85"/>
                  </a:lnTo>
                  <a:lnTo>
                    <a:pt x="778" y="85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6" y="88"/>
                  </a:lnTo>
                  <a:lnTo>
                    <a:pt x="776" y="85"/>
                  </a:lnTo>
                  <a:lnTo>
                    <a:pt x="776" y="85"/>
                  </a:lnTo>
                  <a:lnTo>
                    <a:pt x="776" y="83"/>
                  </a:lnTo>
                  <a:lnTo>
                    <a:pt x="776" y="83"/>
                  </a:lnTo>
                  <a:lnTo>
                    <a:pt x="771" y="83"/>
                  </a:lnTo>
                  <a:lnTo>
                    <a:pt x="767" y="85"/>
                  </a:lnTo>
                  <a:lnTo>
                    <a:pt x="762" y="88"/>
                  </a:lnTo>
                  <a:lnTo>
                    <a:pt x="760" y="90"/>
                  </a:lnTo>
                  <a:lnTo>
                    <a:pt x="760" y="90"/>
                  </a:lnTo>
                  <a:lnTo>
                    <a:pt x="757" y="90"/>
                  </a:lnTo>
                  <a:lnTo>
                    <a:pt x="743" y="92"/>
                  </a:lnTo>
                  <a:lnTo>
                    <a:pt x="743" y="92"/>
                  </a:lnTo>
                  <a:lnTo>
                    <a:pt x="745" y="88"/>
                  </a:lnTo>
                  <a:lnTo>
                    <a:pt x="745" y="85"/>
                  </a:lnTo>
                  <a:lnTo>
                    <a:pt x="743" y="85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0"/>
                  </a:lnTo>
                  <a:lnTo>
                    <a:pt x="741" y="80"/>
                  </a:lnTo>
                  <a:lnTo>
                    <a:pt x="741" y="80"/>
                  </a:lnTo>
                  <a:lnTo>
                    <a:pt x="738" y="78"/>
                  </a:lnTo>
                  <a:lnTo>
                    <a:pt x="738" y="76"/>
                  </a:lnTo>
                  <a:lnTo>
                    <a:pt x="736" y="73"/>
                  </a:lnTo>
                  <a:lnTo>
                    <a:pt x="736" y="71"/>
                  </a:lnTo>
                  <a:lnTo>
                    <a:pt x="734" y="64"/>
                  </a:lnTo>
                  <a:lnTo>
                    <a:pt x="734" y="62"/>
                  </a:lnTo>
                  <a:lnTo>
                    <a:pt x="734" y="59"/>
                  </a:lnTo>
                  <a:lnTo>
                    <a:pt x="736" y="57"/>
                  </a:lnTo>
                  <a:lnTo>
                    <a:pt x="736" y="54"/>
                  </a:lnTo>
                  <a:lnTo>
                    <a:pt x="736" y="52"/>
                  </a:lnTo>
                  <a:lnTo>
                    <a:pt x="736" y="52"/>
                  </a:lnTo>
                  <a:lnTo>
                    <a:pt x="736" y="50"/>
                  </a:lnTo>
                  <a:lnTo>
                    <a:pt x="734" y="50"/>
                  </a:lnTo>
                  <a:lnTo>
                    <a:pt x="734" y="47"/>
                  </a:lnTo>
                  <a:lnTo>
                    <a:pt x="736" y="47"/>
                  </a:lnTo>
                  <a:lnTo>
                    <a:pt x="738" y="47"/>
                  </a:lnTo>
                  <a:lnTo>
                    <a:pt x="738" y="50"/>
                  </a:lnTo>
                  <a:lnTo>
                    <a:pt x="738" y="54"/>
                  </a:lnTo>
                  <a:lnTo>
                    <a:pt x="738" y="54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64"/>
                  </a:lnTo>
                  <a:lnTo>
                    <a:pt x="738" y="69"/>
                  </a:lnTo>
                  <a:lnTo>
                    <a:pt x="741" y="73"/>
                  </a:lnTo>
                  <a:lnTo>
                    <a:pt x="743" y="78"/>
                  </a:lnTo>
                  <a:lnTo>
                    <a:pt x="745" y="80"/>
                  </a:lnTo>
                  <a:lnTo>
                    <a:pt x="748" y="80"/>
                  </a:lnTo>
                  <a:lnTo>
                    <a:pt x="750" y="76"/>
                  </a:lnTo>
                  <a:lnTo>
                    <a:pt x="750" y="78"/>
                  </a:lnTo>
                  <a:lnTo>
                    <a:pt x="755" y="80"/>
                  </a:lnTo>
                  <a:lnTo>
                    <a:pt x="755" y="83"/>
                  </a:lnTo>
                  <a:lnTo>
                    <a:pt x="757" y="80"/>
                  </a:lnTo>
                  <a:lnTo>
                    <a:pt x="762" y="80"/>
                  </a:lnTo>
                  <a:lnTo>
                    <a:pt x="764" y="80"/>
                  </a:lnTo>
                  <a:lnTo>
                    <a:pt x="767" y="78"/>
                  </a:lnTo>
                  <a:lnTo>
                    <a:pt x="769" y="73"/>
                  </a:lnTo>
                  <a:lnTo>
                    <a:pt x="771" y="71"/>
                  </a:lnTo>
                  <a:lnTo>
                    <a:pt x="769" y="71"/>
                  </a:lnTo>
                  <a:lnTo>
                    <a:pt x="769" y="71"/>
                  </a:lnTo>
                  <a:lnTo>
                    <a:pt x="769" y="71"/>
                  </a:lnTo>
                  <a:lnTo>
                    <a:pt x="771" y="69"/>
                  </a:lnTo>
                  <a:lnTo>
                    <a:pt x="781" y="66"/>
                  </a:lnTo>
                  <a:lnTo>
                    <a:pt x="781" y="64"/>
                  </a:lnTo>
                  <a:lnTo>
                    <a:pt x="778" y="64"/>
                  </a:lnTo>
                  <a:lnTo>
                    <a:pt x="774" y="64"/>
                  </a:lnTo>
                  <a:lnTo>
                    <a:pt x="771" y="64"/>
                  </a:lnTo>
                  <a:lnTo>
                    <a:pt x="771" y="62"/>
                  </a:lnTo>
                  <a:lnTo>
                    <a:pt x="769" y="62"/>
                  </a:lnTo>
                  <a:lnTo>
                    <a:pt x="767" y="59"/>
                  </a:lnTo>
                  <a:lnTo>
                    <a:pt x="764" y="59"/>
                  </a:lnTo>
                  <a:lnTo>
                    <a:pt x="764" y="59"/>
                  </a:lnTo>
                  <a:lnTo>
                    <a:pt x="762" y="57"/>
                  </a:lnTo>
                  <a:lnTo>
                    <a:pt x="764" y="57"/>
                  </a:lnTo>
                  <a:lnTo>
                    <a:pt x="767" y="57"/>
                  </a:lnTo>
                  <a:lnTo>
                    <a:pt x="769" y="59"/>
                  </a:lnTo>
                  <a:lnTo>
                    <a:pt x="769" y="57"/>
                  </a:lnTo>
                  <a:lnTo>
                    <a:pt x="771" y="59"/>
                  </a:lnTo>
                  <a:lnTo>
                    <a:pt x="776" y="62"/>
                  </a:lnTo>
                  <a:lnTo>
                    <a:pt x="786" y="64"/>
                  </a:lnTo>
                  <a:lnTo>
                    <a:pt x="788" y="64"/>
                  </a:lnTo>
                  <a:lnTo>
                    <a:pt x="790" y="62"/>
                  </a:lnTo>
                  <a:lnTo>
                    <a:pt x="790" y="62"/>
                  </a:lnTo>
                  <a:lnTo>
                    <a:pt x="788" y="62"/>
                  </a:lnTo>
                  <a:lnTo>
                    <a:pt x="786" y="57"/>
                  </a:lnTo>
                  <a:lnTo>
                    <a:pt x="783" y="54"/>
                  </a:lnTo>
                  <a:lnTo>
                    <a:pt x="783" y="54"/>
                  </a:lnTo>
                  <a:lnTo>
                    <a:pt x="781" y="54"/>
                  </a:lnTo>
                  <a:lnTo>
                    <a:pt x="781" y="54"/>
                  </a:lnTo>
                  <a:lnTo>
                    <a:pt x="778" y="52"/>
                  </a:lnTo>
                  <a:lnTo>
                    <a:pt x="778" y="52"/>
                  </a:lnTo>
                  <a:lnTo>
                    <a:pt x="778" y="52"/>
                  </a:lnTo>
                  <a:lnTo>
                    <a:pt x="781" y="52"/>
                  </a:lnTo>
                  <a:lnTo>
                    <a:pt x="786" y="54"/>
                  </a:lnTo>
                  <a:lnTo>
                    <a:pt x="786" y="54"/>
                  </a:lnTo>
                  <a:lnTo>
                    <a:pt x="786" y="54"/>
                  </a:lnTo>
                  <a:lnTo>
                    <a:pt x="788" y="57"/>
                  </a:lnTo>
                  <a:lnTo>
                    <a:pt x="793" y="59"/>
                  </a:lnTo>
                  <a:lnTo>
                    <a:pt x="793" y="59"/>
                  </a:lnTo>
                  <a:lnTo>
                    <a:pt x="795" y="59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797" y="57"/>
                  </a:lnTo>
                  <a:lnTo>
                    <a:pt x="800" y="54"/>
                  </a:lnTo>
                  <a:lnTo>
                    <a:pt x="800" y="54"/>
                  </a:lnTo>
                  <a:lnTo>
                    <a:pt x="802" y="52"/>
                  </a:lnTo>
                  <a:lnTo>
                    <a:pt x="802" y="52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800" y="47"/>
                  </a:lnTo>
                  <a:lnTo>
                    <a:pt x="797" y="47"/>
                  </a:lnTo>
                  <a:lnTo>
                    <a:pt x="795" y="47"/>
                  </a:lnTo>
                  <a:lnTo>
                    <a:pt x="793" y="45"/>
                  </a:lnTo>
                  <a:lnTo>
                    <a:pt x="790" y="43"/>
                  </a:lnTo>
                  <a:lnTo>
                    <a:pt x="788" y="43"/>
                  </a:lnTo>
                  <a:lnTo>
                    <a:pt x="786" y="40"/>
                  </a:lnTo>
                  <a:lnTo>
                    <a:pt x="783" y="40"/>
                  </a:lnTo>
                  <a:lnTo>
                    <a:pt x="783" y="40"/>
                  </a:lnTo>
                  <a:lnTo>
                    <a:pt x="783" y="38"/>
                  </a:lnTo>
                  <a:lnTo>
                    <a:pt x="783" y="38"/>
                  </a:lnTo>
                  <a:lnTo>
                    <a:pt x="786" y="35"/>
                  </a:lnTo>
                  <a:lnTo>
                    <a:pt x="786" y="35"/>
                  </a:lnTo>
                  <a:lnTo>
                    <a:pt x="786" y="38"/>
                  </a:lnTo>
                  <a:lnTo>
                    <a:pt x="786" y="38"/>
                  </a:lnTo>
                  <a:lnTo>
                    <a:pt x="786" y="38"/>
                  </a:lnTo>
                  <a:lnTo>
                    <a:pt x="790" y="38"/>
                  </a:lnTo>
                  <a:lnTo>
                    <a:pt x="793" y="40"/>
                  </a:lnTo>
                  <a:lnTo>
                    <a:pt x="795" y="40"/>
                  </a:lnTo>
                  <a:lnTo>
                    <a:pt x="797" y="43"/>
                  </a:lnTo>
                  <a:lnTo>
                    <a:pt x="797" y="43"/>
                  </a:lnTo>
                  <a:lnTo>
                    <a:pt x="800" y="43"/>
                  </a:lnTo>
                  <a:lnTo>
                    <a:pt x="802" y="43"/>
                  </a:lnTo>
                  <a:lnTo>
                    <a:pt x="805" y="47"/>
                  </a:lnTo>
                  <a:lnTo>
                    <a:pt x="807" y="47"/>
                  </a:lnTo>
                  <a:lnTo>
                    <a:pt x="809" y="47"/>
                  </a:lnTo>
                  <a:lnTo>
                    <a:pt x="812" y="47"/>
                  </a:lnTo>
                  <a:lnTo>
                    <a:pt x="819" y="50"/>
                  </a:lnTo>
                  <a:lnTo>
                    <a:pt x="819" y="47"/>
                  </a:lnTo>
                  <a:lnTo>
                    <a:pt x="816" y="47"/>
                  </a:lnTo>
                  <a:lnTo>
                    <a:pt x="814" y="47"/>
                  </a:lnTo>
                  <a:lnTo>
                    <a:pt x="812" y="45"/>
                  </a:lnTo>
                  <a:lnTo>
                    <a:pt x="812" y="45"/>
                  </a:lnTo>
                  <a:lnTo>
                    <a:pt x="812" y="43"/>
                  </a:lnTo>
                  <a:lnTo>
                    <a:pt x="812" y="40"/>
                  </a:lnTo>
                  <a:lnTo>
                    <a:pt x="809" y="35"/>
                  </a:lnTo>
                  <a:lnTo>
                    <a:pt x="807" y="35"/>
                  </a:lnTo>
                  <a:lnTo>
                    <a:pt x="807" y="33"/>
                  </a:lnTo>
                  <a:lnTo>
                    <a:pt x="805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12" y="35"/>
                  </a:lnTo>
                  <a:lnTo>
                    <a:pt x="812" y="38"/>
                  </a:lnTo>
                  <a:lnTo>
                    <a:pt x="812" y="38"/>
                  </a:lnTo>
                  <a:lnTo>
                    <a:pt x="814" y="38"/>
                  </a:lnTo>
                  <a:lnTo>
                    <a:pt x="816" y="38"/>
                  </a:lnTo>
                  <a:lnTo>
                    <a:pt x="816" y="40"/>
                  </a:lnTo>
                  <a:lnTo>
                    <a:pt x="816" y="43"/>
                  </a:lnTo>
                  <a:lnTo>
                    <a:pt x="816" y="43"/>
                  </a:lnTo>
                  <a:lnTo>
                    <a:pt x="816" y="43"/>
                  </a:lnTo>
                  <a:lnTo>
                    <a:pt x="821" y="45"/>
                  </a:lnTo>
                  <a:lnTo>
                    <a:pt x="821" y="45"/>
                  </a:lnTo>
                  <a:lnTo>
                    <a:pt x="823" y="47"/>
                  </a:lnTo>
                  <a:lnTo>
                    <a:pt x="823" y="47"/>
                  </a:lnTo>
                  <a:lnTo>
                    <a:pt x="823" y="50"/>
                  </a:lnTo>
                  <a:lnTo>
                    <a:pt x="823" y="50"/>
                  </a:lnTo>
                  <a:lnTo>
                    <a:pt x="823" y="52"/>
                  </a:lnTo>
                  <a:lnTo>
                    <a:pt x="823" y="52"/>
                  </a:lnTo>
                  <a:lnTo>
                    <a:pt x="826" y="54"/>
                  </a:lnTo>
                  <a:lnTo>
                    <a:pt x="828" y="57"/>
                  </a:lnTo>
                  <a:lnTo>
                    <a:pt x="831" y="57"/>
                  </a:lnTo>
                  <a:lnTo>
                    <a:pt x="833" y="57"/>
                  </a:lnTo>
                  <a:lnTo>
                    <a:pt x="831" y="54"/>
                  </a:lnTo>
                  <a:lnTo>
                    <a:pt x="831" y="52"/>
                  </a:lnTo>
                  <a:lnTo>
                    <a:pt x="828" y="50"/>
                  </a:lnTo>
                  <a:lnTo>
                    <a:pt x="828" y="47"/>
                  </a:lnTo>
                  <a:lnTo>
                    <a:pt x="819" y="35"/>
                  </a:lnTo>
                  <a:lnTo>
                    <a:pt x="819" y="33"/>
                  </a:lnTo>
                  <a:lnTo>
                    <a:pt x="816" y="31"/>
                  </a:lnTo>
                  <a:lnTo>
                    <a:pt x="814" y="28"/>
                  </a:lnTo>
                  <a:lnTo>
                    <a:pt x="812" y="26"/>
                  </a:lnTo>
                  <a:lnTo>
                    <a:pt x="812" y="21"/>
                  </a:lnTo>
                  <a:lnTo>
                    <a:pt x="809" y="17"/>
                  </a:lnTo>
                  <a:lnTo>
                    <a:pt x="809" y="17"/>
                  </a:lnTo>
                  <a:lnTo>
                    <a:pt x="809" y="19"/>
                  </a:lnTo>
                  <a:lnTo>
                    <a:pt x="809" y="21"/>
                  </a:lnTo>
                  <a:lnTo>
                    <a:pt x="807" y="21"/>
                  </a:lnTo>
                  <a:lnTo>
                    <a:pt x="809" y="24"/>
                  </a:lnTo>
                  <a:lnTo>
                    <a:pt x="809" y="24"/>
                  </a:lnTo>
                  <a:lnTo>
                    <a:pt x="809" y="24"/>
                  </a:lnTo>
                  <a:lnTo>
                    <a:pt x="812" y="26"/>
                  </a:lnTo>
                  <a:lnTo>
                    <a:pt x="809" y="24"/>
                  </a:lnTo>
                  <a:lnTo>
                    <a:pt x="805" y="21"/>
                  </a:lnTo>
                  <a:lnTo>
                    <a:pt x="805" y="19"/>
                  </a:lnTo>
                  <a:lnTo>
                    <a:pt x="805" y="17"/>
                  </a:lnTo>
                  <a:lnTo>
                    <a:pt x="802" y="17"/>
                  </a:lnTo>
                  <a:lnTo>
                    <a:pt x="800" y="14"/>
                  </a:lnTo>
                  <a:lnTo>
                    <a:pt x="797" y="14"/>
                  </a:lnTo>
                  <a:lnTo>
                    <a:pt x="797" y="12"/>
                  </a:lnTo>
                  <a:lnTo>
                    <a:pt x="795" y="9"/>
                  </a:lnTo>
                  <a:lnTo>
                    <a:pt x="795" y="7"/>
                  </a:lnTo>
                  <a:lnTo>
                    <a:pt x="795" y="5"/>
                  </a:lnTo>
                  <a:lnTo>
                    <a:pt x="795" y="5"/>
                  </a:lnTo>
                  <a:lnTo>
                    <a:pt x="793" y="5"/>
                  </a:lnTo>
                  <a:lnTo>
                    <a:pt x="778" y="9"/>
                  </a:lnTo>
                  <a:lnTo>
                    <a:pt x="762" y="12"/>
                  </a:lnTo>
                  <a:lnTo>
                    <a:pt x="743" y="17"/>
                  </a:lnTo>
                  <a:lnTo>
                    <a:pt x="726" y="19"/>
                  </a:lnTo>
                  <a:lnTo>
                    <a:pt x="710" y="21"/>
                  </a:lnTo>
                  <a:lnTo>
                    <a:pt x="693" y="26"/>
                  </a:lnTo>
                  <a:lnTo>
                    <a:pt x="674" y="28"/>
                  </a:lnTo>
                  <a:lnTo>
                    <a:pt x="658" y="33"/>
                  </a:lnTo>
                  <a:lnTo>
                    <a:pt x="641" y="35"/>
                  </a:lnTo>
                  <a:lnTo>
                    <a:pt x="622" y="40"/>
                  </a:lnTo>
                  <a:lnTo>
                    <a:pt x="606" y="43"/>
                  </a:lnTo>
                  <a:lnTo>
                    <a:pt x="589" y="47"/>
                  </a:lnTo>
                  <a:lnTo>
                    <a:pt x="570" y="50"/>
                  </a:lnTo>
                  <a:lnTo>
                    <a:pt x="554" y="52"/>
                  </a:lnTo>
                  <a:lnTo>
                    <a:pt x="537" y="57"/>
                  </a:lnTo>
                  <a:lnTo>
                    <a:pt x="521" y="59"/>
                  </a:lnTo>
                  <a:lnTo>
                    <a:pt x="502" y="62"/>
                  </a:lnTo>
                  <a:lnTo>
                    <a:pt x="485" y="66"/>
                  </a:lnTo>
                  <a:lnTo>
                    <a:pt x="469" y="69"/>
                  </a:lnTo>
                  <a:lnTo>
                    <a:pt x="450" y="71"/>
                  </a:lnTo>
                  <a:lnTo>
                    <a:pt x="433" y="76"/>
                  </a:lnTo>
                  <a:lnTo>
                    <a:pt x="417" y="78"/>
                  </a:lnTo>
                  <a:lnTo>
                    <a:pt x="398" y="80"/>
                  </a:lnTo>
                  <a:lnTo>
                    <a:pt x="381" y="83"/>
                  </a:lnTo>
                  <a:lnTo>
                    <a:pt x="365" y="88"/>
                  </a:lnTo>
                  <a:lnTo>
                    <a:pt x="346" y="90"/>
                  </a:lnTo>
                  <a:lnTo>
                    <a:pt x="329" y="92"/>
                  </a:lnTo>
                  <a:lnTo>
                    <a:pt x="313" y="95"/>
                  </a:lnTo>
                  <a:lnTo>
                    <a:pt x="294" y="97"/>
                  </a:lnTo>
                  <a:lnTo>
                    <a:pt x="277" y="102"/>
                  </a:lnTo>
                  <a:lnTo>
                    <a:pt x="260" y="104"/>
                  </a:lnTo>
                  <a:lnTo>
                    <a:pt x="242" y="106"/>
                  </a:lnTo>
                  <a:lnTo>
                    <a:pt x="242" y="106"/>
                  </a:lnTo>
                  <a:lnTo>
                    <a:pt x="239" y="106"/>
                  </a:lnTo>
                  <a:lnTo>
                    <a:pt x="239" y="106"/>
                  </a:lnTo>
                  <a:lnTo>
                    <a:pt x="239" y="104"/>
                  </a:lnTo>
                  <a:lnTo>
                    <a:pt x="234" y="114"/>
                  </a:lnTo>
                  <a:lnTo>
                    <a:pt x="234" y="116"/>
                  </a:lnTo>
                  <a:lnTo>
                    <a:pt x="234" y="116"/>
                  </a:lnTo>
                  <a:lnTo>
                    <a:pt x="237" y="118"/>
                  </a:lnTo>
                  <a:lnTo>
                    <a:pt x="237" y="121"/>
                  </a:lnTo>
                  <a:lnTo>
                    <a:pt x="237" y="125"/>
                  </a:lnTo>
                  <a:lnTo>
                    <a:pt x="234" y="130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7" y="135"/>
                  </a:lnTo>
                  <a:lnTo>
                    <a:pt x="237" y="137"/>
                  </a:lnTo>
                  <a:lnTo>
                    <a:pt x="237" y="137"/>
                  </a:lnTo>
                  <a:lnTo>
                    <a:pt x="239" y="137"/>
                  </a:lnTo>
                  <a:lnTo>
                    <a:pt x="239" y="140"/>
                  </a:lnTo>
                  <a:lnTo>
                    <a:pt x="237" y="140"/>
                  </a:lnTo>
                  <a:lnTo>
                    <a:pt x="234" y="140"/>
                  </a:lnTo>
                  <a:lnTo>
                    <a:pt x="230" y="137"/>
                  </a:lnTo>
                  <a:lnTo>
                    <a:pt x="227" y="137"/>
                  </a:lnTo>
                  <a:lnTo>
                    <a:pt x="227" y="137"/>
                  </a:lnTo>
                  <a:lnTo>
                    <a:pt x="220" y="144"/>
                  </a:lnTo>
                  <a:lnTo>
                    <a:pt x="218" y="147"/>
                  </a:lnTo>
                  <a:lnTo>
                    <a:pt x="218" y="149"/>
                  </a:lnTo>
                  <a:lnTo>
                    <a:pt x="211" y="168"/>
                  </a:lnTo>
                  <a:lnTo>
                    <a:pt x="211" y="170"/>
                  </a:lnTo>
                  <a:lnTo>
                    <a:pt x="211" y="170"/>
                  </a:lnTo>
                  <a:lnTo>
                    <a:pt x="208" y="170"/>
                  </a:lnTo>
                  <a:lnTo>
                    <a:pt x="208" y="173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4" y="175"/>
                  </a:lnTo>
                  <a:lnTo>
                    <a:pt x="204" y="175"/>
                  </a:lnTo>
                  <a:lnTo>
                    <a:pt x="201" y="175"/>
                  </a:lnTo>
                  <a:lnTo>
                    <a:pt x="201" y="175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201" y="173"/>
                  </a:lnTo>
                  <a:lnTo>
                    <a:pt x="199" y="173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7" y="170"/>
                  </a:lnTo>
                  <a:lnTo>
                    <a:pt x="197" y="170"/>
                  </a:lnTo>
                  <a:lnTo>
                    <a:pt x="194" y="170"/>
                  </a:lnTo>
                  <a:lnTo>
                    <a:pt x="194" y="170"/>
                  </a:lnTo>
                  <a:lnTo>
                    <a:pt x="194" y="170"/>
                  </a:lnTo>
                  <a:lnTo>
                    <a:pt x="194" y="168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0" y="173"/>
                  </a:lnTo>
                  <a:lnTo>
                    <a:pt x="187" y="173"/>
                  </a:lnTo>
                  <a:lnTo>
                    <a:pt x="185" y="173"/>
                  </a:lnTo>
                  <a:lnTo>
                    <a:pt x="185" y="173"/>
                  </a:lnTo>
                  <a:lnTo>
                    <a:pt x="182" y="175"/>
                  </a:lnTo>
                  <a:lnTo>
                    <a:pt x="180" y="178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75" y="180"/>
                  </a:lnTo>
                  <a:lnTo>
                    <a:pt x="173" y="185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1" y="189"/>
                  </a:lnTo>
                  <a:lnTo>
                    <a:pt x="168" y="192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8" y="194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59" y="196"/>
                  </a:lnTo>
                  <a:lnTo>
                    <a:pt x="156" y="196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4" y="189"/>
                  </a:lnTo>
                  <a:lnTo>
                    <a:pt x="154" y="189"/>
                  </a:lnTo>
                  <a:lnTo>
                    <a:pt x="154" y="189"/>
                  </a:lnTo>
                  <a:lnTo>
                    <a:pt x="152" y="189"/>
                  </a:lnTo>
                  <a:lnTo>
                    <a:pt x="149" y="192"/>
                  </a:lnTo>
                  <a:lnTo>
                    <a:pt x="147" y="194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7" y="204"/>
                  </a:lnTo>
                  <a:lnTo>
                    <a:pt x="137" y="204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7" y="206"/>
                  </a:lnTo>
                  <a:lnTo>
                    <a:pt x="135" y="206"/>
                  </a:lnTo>
                  <a:lnTo>
                    <a:pt x="135" y="206"/>
                  </a:lnTo>
                  <a:lnTo>
                    <a:pt x="133" y="206"/>
                  </a:lnTo>
                  <a:lnTo>
                    <a:pt x="133" y="206"/>
                  </a:lnTo>
                  <a:lnTo>
                    <a:pt x="130" y="206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11"/>
                  </a:lnTo>
                  <a:lnTo>
                    <a:pt x="126" y="211"/>
                  </a:lnTo>
                  <a:lnTo>
                    <a:pt x="128" y="211"/>
                  </a:lnTo>
                  <a:lnTo>
                    <a:pt x="128" y="213"/>
                  </a:lnTo>
                  <a:lnTo>
                    <a:pt x="128" y="213"/>
                  </a:lnTo>
                  <a:lnTo>
                    <a:pt x="128" y="215"/>
                  </a:lnTo>
                  <a:lnTo>
                    <a:pt x="128" y="215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6" y="220"/>
                  </a:lnTo>
                  <a:lnTo>
                    <a:pt x="126" y="225"/>
                  </a:lnTo>
                  <a:lnTo>
                    <a:pt x="123" y="227"/>
                  </a:lnTo>
                  <a:lnTo>
                    <a:pt x="121" y="227"/>
                  </a:lnTo>
                  <a:lnTo>
                    <a:pt x="121" y="227"/>
                  </a:lnTo>
                  <a:lnTo>
                    <a:pt x="119" y="227"/>
                  </a:lnTo>
                  <a:lnTo>
                    <a:pt x="116" y="227"/>
                  </a:lnTo>
                  <a:lnTo>
                    <a:pt x="114" y="227"/>
                  </a:lnTo>
                  <a:lnTo>
                    <a:pt x="114" y="227"/>
                  </a:lnTo>
                  <a:lnTo>
                    <a:pt x="114" y="230"/>
                  </a:lnTo>
                  <a:lnTo>
                    <a:pt x="109" y="232"/>
                  </a:lnTo>
                  <a:lnTo>
                    <a:pt x="104" y="234"/>
                  </a:lnTo>
                  <a:lnTo>
                    <a:pt x="104" y="234"/>
                  </a:lnTo>
                  <a:lnTo>
                    <a:pt x="104" y="234"/>
                  </a:lnTo>
                  <a:lnTo>
                    <a:pt x="102" y="237"/>
                  </a:lnTo>
                  <a:lnTo>
                    <a:pt x="100" y="239"/>
                  </a:lnTo>
                  <a:lnTo>
                    <a:pt x="97" y="239"/>
                  </a:lnTo>
                  <a:lnTo>
                    <a:pt x="97" y="239"/>
                  </a:lnTo>
                  <a:lnTo>
                    <a:pt x="97" y="241"/>
                  </a:lnTo>
                  <a:lnTo>
                    <a:pt x="97" y="241"/>
                  </a:lnTo>
                  <a:lnTo>
                    <a:pt x="95" y="244"/>
                  </a:lnTo>
                  <a:lnTo>
                    <a:pt x="93" y="246"/>
                  </a:lnTo>
                  <a:lnTo>
                    <a:pt x="93" y="246"/>
                  </a:lnTo>
                  <a:lnTo>
                    <a:pt x="93" y="246"/>
                  </a:lnTo>
                  <a:lnTo>
                    <a:pt x="90" y="246"/>
                  </a:lnTo>
                  <a:lnTo>
                    <a:pt x="90" y="246"/>
                  </a:lnTo>
                  <a:lnTo>
                    <a:pt x="90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1" y="256"/>
                  </a:lnTo>
                  <a:lnTo>
                    <a:pt x="78" y="256"/>
                  </a:lnTo>
                  <a:lnTo>
                    <a:pt x="78" y="258"/>
                  </a:lnTo>
                  <a:lnTo>
                    <a:pt x="78" y="258"/>
                  </a:lnTo>
                  <a:lnTo>
                    <a:pt x="76" y="260"/>
                  </a:lnTo>
                  <a:lnTo>
                    <a:pt x="76" y="263"/>
                  </a:lnTo>
                  <a:lnTo>
                    <a:pt x="74" y="263"/>
                  </a:lnTo>
                  <a:lnTo>
                    <a:pt x="69" y="265"/>
                  </a:lnTo>
                  <a:lnTo>
                    <a:pt x="67" y="265"/>
                  </a:lnTo>
                  <a:lnTo>
                    <a:pt x="67" y="265"/>
                  </a:lnTo>
                  <a:lnTo>
                    <a:pt x="67" y="265"/>
                  </a:lnTo>
                  <a:lnTo>
                    <a:pt x="67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2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7"/>
                  </a:lnTo>
                  <a:lnTo>
                    <a:pt x="48" y="267"/>
                  </a:lnTo>
                  <a:lnTo>
                    <a:pt x="45" y="270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38" y="275"/>
                  </a:lnTo>
                  <a:lnTo>
                    <a:pt x="38" y="275"/>
                  </a:lnTo>
                  <a:lnTo>
                    <a:pt x="36" y="275"/>
                  </a:lnTo>
                  <a:lnTo>
                    <a:pt x="36" y="275"/>
                  </a:lnTo>
                  <a:lnTo>
                    <a:pt x="36" y="279"/>
                  </a:lnTo>
                  <a:lnTo>
                    <a:pt x="33" y="279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29" y="284"/>
                  </a:lnTo>
                  <a:lnTo>
                    <a:pt x="29" y="284"/>
                  </a:lnTo>
                  <a:lnTo>
                    <a:pt x="29" y="284"/>
                  </a:lnTo>
                  <a:lnTo>
                    <a:pt x="26" y="286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6" y="291"/>
                  </a:lnTo>
                  <a:lnTo>
                    <a:pt x="26" y="291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298"/>
                  </a:lnTo>
                  <a:lnTo>
                    <a:pt x="24" y="298"/>
                  </a:lnTo>
                  <a:lnTo>
                    <a:pt x="24" y="303"/>
                  </a:lnTo>
                  <a:lnTo>
                    <a:pt x="24" y="305"/>
                  </a:lnTo>
                  <a:lnTo>
                    <a:pt x="24" y="305"/>
                  </a:lnTo>
                  <a:lnTo>
                    <a:pt x="22" y="308"/>
                  </a:lnTo>
                  <a:lnTo>
                    <a:pt x="22" y="308"/>
                  </a:lnTo>
                  <a:lnTo>
                    <a:pt x="19" y="310"/>
                  </a:lnTo>
                  <a:lnTo>
                    <a:pt x="19" y="310"/>
                  </a:lnTo>
                  <a:lnTo>
                    <a:pt x="17" y="310"/>
                  </a:lnTo>
                  <a:lnTo>
                    <a:pt x="12" y="310"/>
                  </a:lnTo>
                  <a:lnTo>
                    <a:pt x="10" y="312"/>
                  </a:lnTo>
                  <a:lnTo>
                    <a:pt x="10" y="312"/>
                  </a:lnTo>
                  <a:lnTo>
                    <a:pt x="10" y="310"/>
                  </a:lnTo>
                  <a:lnTo>
                    <a:pt x="10" y="310"/>
                  </a:lnTo>
                  <a:lnTo>
                    <a:pt x="7" y="310"/>
                  </a:lnTo>
                  <a:lnTo>
                    <a:pt x="7" y="310"/>
                  </a:lnTo>
                  <a:lnTo>
                    <a:pt x="7" y="310"/>
                  </a:lnTo>
                  <a:lnTo>
                    <a:pt x="5" y="310"/>
                  </a:lnTo>
                  <a:lnTo>
                    <a:pt x="5" y="312"/>
                  </a:lnTo>
                  <a:lnTo>
                    <a:pt x="3" y="312"/>
                  </a:lnTo>
                  <a:lnTo>
                    <a:pt x="3" y="315"/>
                  </a:lnTo>
                  <a:lnTo>
                    <a:pt x="0" y="31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0" y="320"/>
                  </a:lnTo>
                  <a:lnTo>
                    <a:pt x="0" y="322"/>
                  </a:lnTo>
                  <a:lnTo>
                    <a:pt x="0" y="327"/>
                  </a:lnTo>
                  <a:lnTo>
                    <a:pt x="0" y="334"/>
                  </a:lnTo>
                  <a:lnTo>
                    <a:pt x="0" y="341"/>
                  </a:lnTo>
                  <a:lnTo>
                    <a:pt x="3" y="346"/>
                  </a:lnTo>
                  <a:lnTo>
                    <a:pt x="10" y="346"/>
                  </a:lnTo>
                  <a:lnTo>
                    <a:pt x="17" y="343"/>
                  </a:lnTo>
                  <a:lnTo>
                    <a:pt x="24" y="343"/>
                  </a:lnTo>
                  <a:lnTo>
                    <a:pt x="33" y="341"/>
                  </a:lnTo>
                  <a:lnTo>
                    <a:pt x="40" y="341"/>
                  </a:lnTo>
                  <a:lnTo>
                    <a:pt x="55" y="338"/>
                  </a:lnTo>
                  <a:lnTo>
                    <a:pt x="64" y="336"/>
                  </a:lnTo>
                  <a:lnTo>
                    <a:pt x="71" y="336"/>
                  </a:lnTo>
                  <a:lnTo>
                    <a:pt x="78" y="334"/>
                  </a:lnTo>
                  <a:lnTo>
                    <a:pt x="85" y="331"/>
                  </a:lnTo>
                  <a:lnTo>
                    <a:pt x="93" y="331"/>
                  </a:lnTo>
                  <a:lnTo>
                    <a:pt x="102" y="329"/>
                  </a:lnTo>
                  <a:lnTo>
                    <a:pt x="109" y="329"/>
                  </a:lnTo>
                  <a:lnTo>
                    <a:pt x="116" y="327"/>
                  </a:lnTo>
                  <a:lnTo>
                    <a:pt x="123" y="327"/>
                  </a:lnTo>
                  <a:lnTo>
                    <a:pt x="126" y="327"/>
                  </a:lnTo>
                  <a:lnTo>
                    <a:pt x="154" y="312"/>
                  </a:lnTo>
                  <a:lnTo>
                    <a:pt x="156" y="310"/>
                  </a:lnTo>
                  <a:lnTo>
                    <a:pt x="159" y="310"/>
                  </a:lnTo>
                  <a:lnTo>
                    <a:pt x="159" y="312"/>
                  </a:lnTo>
                  <a:lnTo>
                    <a:pt x="159" y="312"/>
                  </a:lnTo>
                  <a:lnTo>
                    <a:pt x="159" y="312"/>
                  </a:lnTo>
                  <a:lnTo>
                    <a:pt x="161" y="310"/>
                  </a:lnTo>
                  <a:lnTo>
                    <a:pt x="161" y="310"/>
                  </a:lnTo>
                  <a:lnTo>
                    <a:pt x="163" y="308"/>
                  </a:lnTo>
                  <a:lnTo>
                    <a:pt x="163" y="308"/>
                  </a:lnTo>
                  <a:lnTo>
                    <a:pt x="166" y="305"/>
                  </a:lnTo>
                  <a:lnTo>
                    <a:pt x="166" y="305"/>
                  </a:lnTo>
                  <a:lnTo>
                    <a:pt x="166" y="305"/>
                  </a:lnTo>
                  <a:lnTo>
                    <a:pt x="166" y="303"/>
                  </a:lnTo>
                  <a:lnTo>
                    <a:pt x="166" y="303"/>
                  </a:lnTo>
                  <a:lnTo>
                    <a:pt x="168" y="303"/>
                  </a:lnTo>
                  <a:lnTo>
                    <a:pt x="168" y="303"/>
                  </a:lnTo>
                  <a:lnTo>
                    <a:pt x="171" y="303"/>
                  </a:lnTo>
                  <a:lnTo>
                    <a:pt x="173" y="301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82" y="296"/>
                  </a:lnTo>
                  <a:lnTo>
                    <a:pt x="182" y="296"/>
                  </a:lnTo>
                  <a:lnTo>
                    <a:pt x="182" y="296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5" y="293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0" y="291"/>
                  </a:lnTo>
                  <a:lnTo>
                    <a:pt x="190" y="291"/>
                  </a:lnTo>
                  <a:lnTo>
                    <a:pt x="192" y="289"/>
                  </a:lnTo>
                  <a:lnTo>
                    <a:pt x="192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197" y="289"/>
                  </a:lnTo>
                  <a:lnTo>
                    <a:pt x="197" y="289"/>
                  </a:lnTo>
                  <a:lnTo>
                    <a:pt x="204" y="289"/>
                  </a:lnTo>
                  <a:lnTo>
                    <a:pt x="211" y="286"/>
                  </a:lnTo>
                  <a:lnTo>
                    <a:pt x="211" y="286"/>
                  </a:lnTo>
                  <a:lnTo>
                    <a:pt x="216" y="286"/>
                  </a:lnTo>
                  <a:lnTo>
                    <a:pt x="220" y="286"/>
                  </a:lnTo>
                  <a:lnTo>
                    <a:pt x="225" y="286"/>
                  </a:lnTo>
                  <a:lnTo>
                    <a:pt x="232" y="284"/>
                  </a:lnTo>
                  <a:lnTo>
                    <a:pt x="239" y="284"/>
                  </a:lnTo>
                  <a:lnTo>
                    <a:pt x="249" y="282"/>
                  </a:lnTo>
                  <a:lnTo>
                    <a:pt x="258" y="282"/>
                  </a:lnTo>
                  <a:lnTo>
                    <a:pt x="265" y="282"/>
                  </a:lnTo>
                  <a:lnTo>
                    <a:pt x="275" y="279"/>
                  </a:lnTo>
                  <a:lnTo>
                    <a:pt x="284" y="279"/>
                  </a:lnTo>
                  <a:lnTo>
                    <a:pt x="294" y="277"/>
                  </a:lnTo>
                  <a:lnTo>
                    <a:pt x="301" y="277"/>
                  </a:lnTo>
                  <a:lnTo>
                    <a:pt x="310" y="277"/>
                  </a:lnTo>
                  <a:lnTo>
                    <a:pt x="315" y="275"/>
                  </a:lnTo>
                  <a:lnTo>
                    <a:pt x="322" y="275"/>
                  </a:lnTo>
                  <a:lnTo>
                    <a:pt x="327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31" y="275"/>
                  </a:lnTo>
                  <a:lnTo>
                    <a:pt x="331" y="275"/>
                  </a:lnTo>
                  <a:lnTo>
                    <a:pt x="331" y="275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77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4"/>
                  </a:lnTo>
                  <a:lnTo>
                    <a:pt x="331" y="284"/>
                  </a:lnTo>
                  <a:lnTo>
                    <a:pt x="331" y="284"/>
                  </a:lnTo>
                  <a:lnTo>
                    <a:pt x="334" y="284"/>
                  </a:lnTo>
                  <a:lnTo>
                    <a:pt x="334" y="284"/>
                  </a:lnTo>
                  <a:lnTo>
                    <a:pt x="334" y="284"/>
                  </a:lnTo>
                  <a:lnTo>
                    <a:pt x="341" y="277"/>
                  </a:lnTo>
                  <a:lnTo>
                    <a:pt x="341" y="277"/>
                  </a:lnTo>
                  <a:lnTo>
                    <a:pt x="343" y="277"/>
                  </a:lnTo>
                  <a:lnTo>
                    <a:pt x="343" y="277"/>
                  </a:lnTo>
                  <a:lnTo>
                    <a:pt x="343" y="277"/>
                  </a:lnTo>
                  <a:lnTo>
                    <a:pt x="348" y="282"/>
                  </a:lnTo>
                  <a:lnTo>
                    <a:pt x="355" y="286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65" y="308"/>
                  </a:lnTo>
                  <a:lnTo>
                    <a:pt x="369" y="308"/>
                  </a:lnTo>
                  <a:lnTo>
                    <a:pt x="369" y="308"/>
                  </a:lnTo>
                  <a:lnTo>
                    <a:pt x="372" y="308"/>
                  </a:lnTo>
                  <a:lnTo>
                    <a:pt x="376" y="308"/>
                  </a:lnTo>
                  <a:lnTo>
                    <a:pt x="383" y="305"/>
                  </a:lnTo>
                  <a:lnTo>
                    <a:pt x="391" y="305"/>
                  </a:lnTo>
                  <a:lnTo>
                    <a:pt x="400" y="303"/>
                  </a:lnTo>
                  <a:lnTo>
                    <a:pt x="409" y="301"/>
                  </a:lnTo>
                  <a:lnTo>
                    <a:pt x="419" y="301"/>
                  </a:lnTo>
                  <a:lnTo>
                    <a:pt x="428" y="298"/>
                  </a:lnTo>
                  <a:lnTo>
                    <a:pt x="438" y="298"/>
                  </a:lnTo>
                  <a:lnTo>
                    <a:pt x="445" y="296"/>
                  </a:lnTo>
                  <a:lnTo>
                    <a:pt x="454" y="296"/>
                  </a:lnTo>
                  <a:lnTo>
                    <a:pt x="459" y="293"/>
                  </a:lnTo>
                  <a:lnTo>
                    <a:pt x="464" y="293"/>
                  </a:lnTo>
                  <a:lnTo>
                    <a:pt x="469" y="293"/>
                  </a:lnTo>
                  <a:lnTo>
                    <a:pt x="469" y="291"/>
                  </a:lnTo>
                  <a:lnTo>
                    <a:pt x="473" y="291"/>
                  </a:lnTo>
                  <a:lnTo>
                    <a:pt x="476" y="291"/>
                  </a:lnTo>
                  <a:lnTo>
                    <a:pt x="478" y="291"/>
                  </a:lnTo>
                  <a:lnTo>
                    <a:pt x="483" y="293"/>
                  </a:lnTo>
                  <a:lnTo>
                    <a:pt x="490" y="301"/>
                  </a:lnTo>
                  <a:lnTo>
                    <a:pt x="497" y="305"/>
                  </a:lnTo>
                  <a:lnTo>
                    <a:pt x="506" y="310"/>
                  </a:lnTo>
                  <a:lnTo>
                    <a:pt x="521" y="322"/>
                  </a:lnTo>
                  <a:lnTo>
                    <a:pt x="537" y="334"/>
                  </a:lnTo>
                  <a:lnTo>
                    <a:pt x="544" y="338"/>
                  </a:lnTo>
                  <a:lnTo>
                    <a:pt x="554" y="343"/>
                  </a:lnTo>
                  <a:lnTo>
                    <a:pt x="561" y="350"/>
                  </a:lnTo>
                  <a:lnTo>
                    <a:pt x="568" y="355"/>
                  </a:lnTo>
                  <a:lnTo>
                    <a:pt x="577" y="360"/>
                  </a:lnTo>
                  <a:lnTo>
                    <a:pt x="585" y="367"/>
                  </a:lnTo>
                  <a:lnTo>
                    <a:pt x="594" y="372"/>
                  </a:lnTo>
                  <a:lnTo>
                    <a:pt x="601" y="376"/>
                  </a:lnTo>
                  <a:lnTo>
                    <a:pt x="608" y="383"/>
                  </a:lnTo>
                  <a:lnTo>
                    <a:pt x="611" y="381"/>
                  </a:lnTo>
                  <a:lnTo>
                    <a:pt x="613" y="381"/>
                  </a:lnTo>
                  <a:lnTo>
                    <a:pt x="611" y="383"/>
                  </a:lnTo>
                  <a:lnTo>
                    <a:pt x="611" y="383"/>
                  </a:lnTo>
                  <a:lnTo>
                    <a:pt x="620" y="379"/>
                  </a:lnTo>
                  <a:lnTo>
                    <a:pt x="625" y="376"/>
                  </a:lnTo>
                  <a:lnTo>
                    <a:pt x="627" y="374"/>
                  </a:lnTo>
                  <a:lnTo>
                    <a:pt x="627" y="369"/>
                  </a:lnTo>
                  <a:lnTo>
                    <a:pt x="629" y="369"/>
                  </a:lnTo>
                  <a:lnTo>
                    <a:pt x="629" y="372"/>
                  </a:lnTo>
                  <a:lnTo>
                    <a:pt x="629" y="374"/>
                  </a:lnTo>
                  <a:lnTo>
                    <a:pt x="629" y="374"/>
                  </a:lnTo>
                  <a:lnTo>
                    <a:pt x="632" y="374"/>
                  </a:lnTo>
                  <a:lnTo>
                    <a:pt x="641" y="372"/>
                  </a:lnTo>
                  <a:lnTo>
                    <a:pt x="644" y="372"/>
                  </a:lnTo>
                  <a:lnTo>
                    <a:pt x="644" y="372"/>
                  </a:lnTo>
                  <a:lnTo>
                    <a:pt x="651" y="369"/>
                  </a:lnTo>
                  <a:lnTo>
                    <a:pt x="653" y="369"/>
                  </a:lnTo>
                  <a:lnTo>
                    <a:pt x="663" y="372"/>
                  </a:lnTo>
                  <a:lnTo>
                    <a:pt x="663" y="372"/>
                  </a:lnTo>
                  <a:lnTo>
                    <a:pt x="665" y="369"/>
                  </a:lnTo>
                  <a:lnTo>
                    <a:pt x="665" y="369"/>
                  </a:lnTo>
                  <a:lnTo>
                    <a:pt x="667" y="362"/>
                  </a:lnTo>
                  <a:lnTo>
                    <a:pt x="670" y="357"/>
                  </a:lnTo>
                  <a:lnTo>
                    <a:pt x="670" y="355"/>
                  </a:lnTo>
                  <a:lnTo>
                    <a:pt x="667" y="350"/>
                  </a:lnTo>
                  <a:lnTo>
                    <a:pt x="667" y="350"/>
                  </a:lnTo>
                  <a:lnTo>
                    <a:pt x="670" y="348"/>
                  </a:lnTo>
                  <a:lnTo>
                    <a:pt x="667" y="346"/>
                  </a:lnTo>
                  <a:lnTo>
                    <a:pt x="665" y="336"/>
                  </a:lnTo>
                  <a:lnTo>
                    <a:pt x="663" y="334"/>
                  </a:lnTo>
                  <a:lnTo>
                    <a:pt x="665" y="331"/>
                  </a:lnTo>
                  <a:lnTo>
                    <a:pt x="667" y="338"/>
                  </a:lnTo>
                  <a:lnTo>
                    <a:pt x="670" y="341"/>
                  </a:lnTo>
                  <a:lnTo>
                    <a:pt x="670" y="346"/>
                  </a:lnTo>
                  <a:lnTo>
                    <a:pt x="672" y="355"/>
                  </a:lnTo>
                  <a:lnTo>
                    <a:pt x="672" y="360"/>
                  </a:lnTo>
                  <a:lnTo>
                    <a:pt x="672" y="360"/>
                  </a:lnTo>
                  <a:lnTo>
                    <a:pt x="672" y="360"/>
                  </a:lnTo>
                  <a:lnTo>
                    <a:pt x="672" y="362"/>
                  </a:lnTo>
                  <a:lnTo>
                    <a:pt x="672" y="364"/>
                  </a:lnTo>
                  <a:lnTo>
                    <a:pt x="674" y="360"/>
                  </a:lnTo>
                  <a:lnTo>
                    <a:pt x="674" y="353"/>
                  </a:lnTo>
                  <a:lnTo>
                    <a:pt x="674" y="338"/>
                  </a:lnTo>
                  <a:lnTo>
                    <a:pt x="674" y="336"/>
                  </a:lnTo>
                  <a:lnTo>
                    <a:pt x="677" y="331"/>
                  </a:lnTo>
                  <a:lnTo>
                    <a:pt x="677" y="329"/>
                  </a:lnTo>
                  <a:lnTo>
                    <a:pt x="677" y="327"/>
                  </a:lnTo>
                  <a:lnTo>
                    <a:pt x="679" y="322"/>
                  </a:lnTo>
                  <a:lnTo>
                    <a:pt x="684" y="312"/>
                  </a:lnTo>
                  <a:lnTo>
                    <a:pt x="689" y="303"/>
                  </a:lnTo>
                  <a:lnTo>
                    <a:pt x="700" y="291"/>
                  </a:lnTo>
                  <a:lnTo>
                    <a:pt x="708" y="284"/>
                  </a:lnTo>
                  <a:lnTo>
                    <a:pt x="712" y="282"/>
                  </a:lnTo>
                  <a:lnTo>
                    <a:pt x="712" y="279"/>
                  </a:lnTo>
                  <a:lnTo>
                    <a:pt x="715" y="279"/>
                  </a:lnTo>
                  <a:lnTo>
                    <a:pt x="715" y="279"/>
                  </a:lnTo>
                  <a:lnTo>
                    <a:pt x="712" y="279"/>
                  </a:lnTo>
                  <a:lnTo>
                    <a:pt x="712" y="277"/>
                  </a:lnTo>
                  <a:lnTo>
                    <a:pt x="715" y="277"/>
                  </a:lnTo>
                  <a:lnTo>
                    <a:pt x="712" y="275"/>
                  </a:lnTo>
                  <a:lnTo>
                    <a:pt x="710" y="275"/>
                  </a:lnTo>
                  <a:lnTo>
                    <a:pt x="710" y="275"/>
                  </a:lnTo>
                  <a:lnTo>
                    <a:pt x="708" y="275"/>
                  </a:lnTo>
                  <a:lnTo>
                    <a:pt x="708" y="272"/>
                  </a:lnTo>
                  <a:lnTo>
                    <a:pt x="705" y="272"/>
                  </a:lnTo>
                  <a:lnTo>
                    <a:pt x="705" y="272"/>
                  </a:lnTo>
                  <a:lnTo>
                    <a:pt x="705" y="270"/>
                  </a:lnTo>
                  <a:lnTo>
                    <a:pt x="705" y="270"/>
                  </a:lnTo>
                  <a:lnTo>
                    <a:pt x="708" y="270"/>
                  </a:lnTo>
                  <a:lnTo>
                    <a:pt x="708" y="270"/>
                  </a:lnTo>
                  <a:lnTo>
                    <a:pt x="708" y="270"/>
                  </a:lnTo>
                  <a:lnTo>
                    <a:pt x="710" y="267"/>
                  </a:lnTo>
                  <a:lnTo>
                    <a:pt x="710" y="267"/>
                  </a:lnTo>
                  <a:lnTo>
                    <a:pt x="710" y="263"/>
                  </a:lnTo>
                  <a:lnTo>
                    <a:pt x="710" y="263"/>
                  </a:lnTo>
                  <a:lnTo>
                    <a:pt x="708" y="260"/>
                  </a:lnTo>
                  <a:lnTo>
                    <a:pt x="708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3" y="253"/>
                  </a:lnTo>
                  <a:lnTo>
                    <a:pt x="705" y="256"/>
                  </a:lnTo>
                  <a:lnTo>
                    <a:pt x="705" y="256"/>
                  </a:lnTo>
                  <a:lnTo>
                    <a:pt x="705" y="253"/>
                  </a:lnTo>
                  <a:lnTo>
                    <a:pt x="708" y="253"/>
                  </a:lnTo>
                  <a:lnTo>
                    <a:pt x="708" y="256"/>
                  </a:lnTo>
                  <a:lnTo>
                    <a:pt x="710" y="256"/>
                  </a:lnTo>
                  <a:lnTo>
                    <a:pt x="710" y="256"/>
                  </a:lnTo>
                  <a:lnTo>
                    <a:pt x="708" y="256"/>
                  </a:lnTo>
                  <a:lnTo>
                    <a:pt x="708" y="258"/>
                  </a:lnTo>
                  <a:lnTo>
                    <a:pt x="710" y="258"/>
                  </a:lnTo>
                  <a:lnTo>
                    <a:pt x="715" y="263"/>
                  </a:lnTo>
                  <a:lnTo>
                    <a:pt x="715" y="263"/>
                  </a:lnTo>
                  <a:lnTo>
                    <a:pt x="715" y="265"/>
                  </a:lnTo>
                  <a:lnTo>
                    <a:pt x="712" y="270"/>
                  </a:lnTo>
                  <a:lnTo>
                    <a:pt x="710" y="272"/>
                  </a:lnTo>
                  <a:lnTo>
                    <a:pt x="715" y="272"/>
                  </a:lnTo>
                  <a:lnTo>
                    <a:pt x="715" y="272"/>
                  </a:lnTo>
                  <a:lnTo>
                    <a:pt x="715" y="272"/>
                  </a:lnTo>
                  <a:lnTo>
                    <a:pt x="717" y="275"/>
                  </a:lnTo>
                  <a:lnTo>
                    <a:pt x="719" y="275"/>
                  </a:lnTo>
                  <a:lnTo>
                    <a:pt x="722" y="272"/>
                  </a:lnTo>
                  <a:lnTo>
                    <a:pt x="722" y="270"/>
                  </a:lnTo>
                  <a:lnTo>
                    <a:pt x="724" y="270"/>
                  </a:lnTo>
                  <a:lnTo>
                    <a:pt x="729" y="260"/>
                  </a:lnTo>
                  <a:lnTo>
                    <a:pt x="731" y="258"/>
                  </a:lnTo>
                  <a:lnTo>
                    <a:pt x="731" y="258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1" y="256"/>
                  </a:lnTo>
                  <a:lnTo>
                    <a:pt x="734" y="256"/>
                  </a:lnTo>
                  <a:lnTo>
                    <a:pt x="734" y="256"/>
                  </a:lnTo>
                  <a:lnTo>
                    <a:pt x="734" y="256"/>
                  </a:lnTo>
                  <a:lnTo>
                    <a:pt x="736" y="253"/>
                  </a:lnTo>
                  <a:lnTo>
                    <a:pt x="736" y="251"/>
                  </a:lnTo>
                  <a:lnTo>
                    <a:pt x="736" y="251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6"/>
                  </a:lnTo>
                  <a:lnTo>
                    <a:pt x="736" y="246"/>
                  </a:lnTo>
                  <a:lnTo>
                    <a:pt x="736" y="246"/>
                  </a:lnTo>
                  <a:lnTo>
                    <a:pt x="736" y="249"/>
                  </a:lnTo>
                  <a:lnTo>
                    <a:pt x="738" y="251"/>
                  </a:lnTo>
                  <a:lnTo>
                    <a:pt x="738" y="253"/>
                  </a:lnTo>
                  <a:lnTo>
                    <a:pt x="738" y="256"/>
                  </a:lnTo>
                  <a:lnTo>
                    <a:pt x="738" y="256"/>
                  </a:lnTo>
                  <a:lnTo>
                    <a:pt x="741" y="256"/>
                  </a:lnTo>
                  <a:lnTo>
                    <a:pt x="741" y="253"/>
                  </a:lnTo>
                  <a:lnTo>
                    <a:pt x="755" y="246"/>
                  </a:lnTo>
                  <a:lnTo>
                    <a:pt x="757" y="244"/>
                  </a:lnTo>
                  <a:lnTo>
                    <a:pt x="776" y="241"/>
                  </a:lnTo>
                  <a:lnTo>
                    <a:pt x="776" y="239"/>
                  </a:lnTo>
                  <a:lnTo>
                    <a:pt x="774" y="237"/>
                  </a:lnTo>
                  <a:lnTo>
                    <a:pt x="774" y="237"/>
                  </a:lnTo>
                  <a:lnTo>
                    <a:pt x="771" y="239"/>
                  </a:lnTo>
                  <a:lnTo>
                    <a:pt x="771" y="239"/>
                  </a:lnTo>
                  <a:lnTo>
                    <a:pt x="769" y="239"/>
                  </a:lnTo>
                  <a:lnTo>
                    <a:pt x="771" y="237"/>
                  </a:lnTo>
                  <a:lnTo>
                    <a:pt x="771" y="234"/>
                  </a:lnTo>
                  <a:lnTo>
                    <a:pt x="774" y="232"/>
                  </a:lnTo>
                  <a:lnTo>
                    <a:pt x="776" y="232"/>
                  </a:lnTo>
                  <a:lnTo>
                    <a:pt x="778" y="232"/>
                  </a:lnTo>
                  <a:lnTo>
                    <a:pt x="778" y="234"/>
                  </a:lnTo>
                  <a:lnTo>
                    <a:pt x="781" y="239"/>
                  </a:lnTo>
                  <a:lnTo>
                    <a:pt x="781" y="241"/>
                  </a:lnTo>
                  <a:lnTo>
                    <a:pt x="786" y="241"/>
                  </a:lnTo>
                  <a:lnTo>
                    <a:pt x="786" y="239"/>
                  </a:lnTo>
                  <a:lnTo>
                    <a:pt x="783" y="227"/>
                  </a:lnTo>
                  <a:lnTo>
                    <a:pt x="783" y="227"/>
                  </a:lnTo>
                  <a:lnTo>
                    <a:pt x="786" y="230"/>
                  </a:lnTo>
                  <a:lnTo>
                    <a:pt x="788" y="232"/>
                  </a:lnTo>
                  <a:lnTo>
                    <a:pt x="788" y="234"/>
                  </a:lnTo>
                  <a:lnTo>
                    <a:pt x="788" y="234"/>
                  </a:lnTo>
                  <a:lnTo>
                    <a:pt x="790" y="237"/>
                  </a:lnTo>
                  <a:lnTo>
                    <a:pt x="793" y="237"/>
                  </a:lnTo>
                  <a:lnTo>
                    <a:pt x="795" y="237"/>
                  </a:lnTo>
                  <a:lnTo>
                    <a:pt x="795" y="237"/>
                  </a:lnTo>
                  <a:lnTo>
                    <a:pt x="797" y="234"/>
                  </a:lnTo>
                  <a:lnTo>
                    <a:pt x="797" y="234"/>
                  </a:lnTo>
                  <a:lnTo>
                    <a:pt x="797" y="232"/>
                  </a:lnTo>
                  <a:lnTo>
                    <a:pt x="795" y="232"/>
                  </a:lnTo>
                  <a:lnTo>
                    <a:pt x="795" y="232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797" y="230"/>
                  </a:lnTo>
                  <a:lnTo>
                    <a:pt x="800" y="225"/>
                  </a:lnTo>
                  <a:lnTo>
                    <a:pt x="802" y="222"/>
                  </a:lnTo>
                  <a:lnTo>
                    <a:pt x="802" y="220"/>
                  </a:lnTo>
                  <a:lnTo>
                    <a:pt x="802" y="220"/>
                  </a:lnTo>
                  <a:lnTo>
                    <a:pt x="802" y="218"/>
                  </a:lnTo>
                  <a:lnTo>
                    <a:pt x="802" y="215"/>
                  </a:lnTo>
                  <a:lnTo>
                    <a:pt x="802" y="215"/>
                  </a:lnTo>
                  <a:lnTo>
                    <a:pt x="802" y="215"/>
                  </a:lnTo>
                  <a:lnTo>
                    <a:pt x="805" y="215"/>
                  </a:lnTo>
                  <a:lnTo>
                    <a:pt x="805" y="218"/>
                  </a:lnTo>
                  <a:lnTo>
                    <a:pt x="805" y="218"/>
                  </a:lnTo>
                  <a:lnTo>
                    <a:pt x="807" y="215"/>
                  </a:lnTo>
                  <a:lnTo>
                    <a:pt x="809" y="213"/>
                  </a:lnTo>
                  <a:lnTo>
                    <a:pt x="809" y="213"/>
                  </a:lnTo>
                  <a:lnTo>
                    <a:pt x="809" y="211"/>
                  </a:lnTo>
                  <a:lnTo>
                    <a:pt x="807" y="211"/>
                  </a:lnTo>
                  <a:lnTo>
                    <a:pt x="807" y="208"/>
                  </a:lnTo>
                  <a:lnTo>
                    <a:pt x="807" y="208"/>
                  </a:lnTo>
                  <a:lnTo>
                    <a:pt x="809" y="206"/>
                  </a:lnTo>
                  <a:lnTo>
                    <a:pt x="809" y="206"/>
                  </a:lnTo>
                  <a:lnTo>
                    <a:pt x="812" y="206"/>
                  </a:lnTo>
                  <a:lnTo>
                    <a:pt x="812" y="206"/>
                  </a:lnTo>
                  <a:lnTo>
                    <a:pt x="814" y="204"/>
                  </a:lnTo>
                  <a:lnTo>
                    <a:pt x="814" y="204"/>
                  </a:lnTo>
                  <a:lnTo>
                    <a:pt x="814" y="201"/>
                  </a:lnTo>
                  <a:lnTo>
                    <a:pt x="812" y="201"/>
                  </a:lnTo>
                  <a:lnTo>
                    <a:pt x="809" y="199"/>
                  </a:lnTo>
                  <a:lnTo>
                    <a:pt x="807" y="196"/>
                  </a:lnTo>
                  <a:lnTo>
                    <a:pt x="805" y="196"/>
                  </a:lnTo>
                  <a:lnTo>
                    <a:pt x="805" y="199"/>
                  </a:lnTo>
                  <a:lnTo>
                    <a:pt x="807" y="201"/>
                  </a:lnTo>
                  <a:lnTo>
                    <a:pt x="809" y="204"/>
                  </a:lnTo>
                  <a:lnTo>
                    <a:pt x="807" y="204"/>
                  </a:lnTo>
                  <a:lnTo>
                    <a:pt x="805" y="204"/>
                  </a:lnTo>
                  <a:lnTo>
                    <a:pt x="805" y="206"/>
                  </a:lnTo>
                  <a:lnTo>
                    <a:pt x="802" y="208"/>
                  </a:lnTo>
                  <a:lnTo>
                    <a:pt x="802" y="208"/>
                  </a:lnTo>
                  <a:lnTo>
                    <a:pt x="797" y="208"/>
                  </a:lnTo>
                  <a:lnTo>
                    <a:pt x="795" y="211"/>
                  </a:lnTo>
                  <a:lnTo>
                    <a:pt x="795" y="211"/>
                  </a:lnTo>
                  <a:lnTo>
                    <a:pt x="795" y="208"/>
                  </a:lnTo>
                  <a:lnTo>
                    <a:pt x="795" y="208"/>
                  </a:lnTo>
                  <a:lnTo>
                    <a:pt x="795" y="208"/>
                  </a:lnTo>
                  <a:lnTo>
                    <a:pt x="795" y="206"/>
                  </a:lnTo>
                  <a:lnTo>
                    <a:pt x="795" y="206"/>
                  </a:lnTo>
                  <a:lnTo>
                    <a:pt x="795" y="206"/>
                  </a:lnTo>
                  <a:lnTo>
                    <a:pt x="797" y="204"/>
                  </a:lnTo>
                  <a:lnTo>
                    <a:pt x="800" y="204"/>
                  </a:lnTo>
                  <a:lnTo>
                    <a:pt x="797" y="201"/>
                  </a:lnTo>
                  <a:lnTo>
                    <a:pt x="795" y="199"/>
                  </a:lnTo>
                  <a:lnTo>
                    <a:pt x="795" y="199"/>
                  </a:lnTo>
                  <a:lnTo>
                    <a:pt x="795" y="196"/>
                  </a:lnTo>
                  <a:lnTo>
                    <a:pt x="795" y="196"/>
                  </a:lnTo>
                  <a:lnTo>
                    <a:pt x="795" y="196"/>
                  </a:lnTo>
                  <a:lnTo>
                    <a:pt x="793" y="194"/>
                  </a:lnTo>
                  <a:lnTo>
                    <a:pt x="793" y="194"/>
                  </a:lnTo>
                  <a:lnTo>
                    <a:pt x="793" y="194"/>
                  </a:lnTo>
                  <a:lnTo>
                    <a:pt x="793" y="196"/>
                  </a:lnTo>
                  <a:lnTo>
                    <a:pt x="790" y="199"/>
                  </a:lnTo>
                  <a:lnTo>
                    <a:pt x="790" y="199"/>
                  </a:lnTo>
                  <a:lnTo>
                    <a:pt x="790" y="201"/>
                  </a:lnTo>
                  <a:lnTo>
                    <a:pt x="793" y="204"/>
                  </a:lnTo>
                  <a:lnTo>
                    <a:pt x="793" y="204"/>
                  </a:lnTo>
                  <a:lnTo>
                    <a:pt x="793" y="206"/>
                  </a:lnTo>
                  <a:lnTo>
                    <a:pt x="790" y="204"/>
                  </a:lnTo>
                  <a:lnTo>
                    <a:pt x="788" y="204"/>
                  </a:lnTo>
                  <a:lnTo>
                    <a:pt x="786" y="204"/>
                  </a:lnTo>
                  <a:lnTo>
                    <a:pt x="786" y="204"/>
                  </a:lnTo>
                  <a:lnTo>
                    <a:pt x="783" y="206"/>
                  </a:lnTo>
                  <a:lnTo>
                    <a:pt x="783" y="208"/>
                  </a:lnTo>
                  <a:lnTo>
                    <a:pt x="788" y="211"/>
                  </a:lnTo>
                  <a:lnTo>
                    <a:pt x="788" y="213"/>
                  </a:lnTo>
                  <a:lnTo>
                    <a:pt x="786" y="213"/>
                  </a:lnTo>
                  <a:lnTo>
                    <a:pt x="783" y="211"/>
                  </a:lnTo>
                  <a:lnTo>
                    <a:pt x="781" y="211"/>
                  </a:lnTo>
                  <a:lnTo>
                    <a:pt x="781" y="211"/>
                  </a:lnTo>
                  <a:lnTo>
                    <a:pt x="781" y="208"/>
                  </a:lnTo>
                  <a:lnTo>
                    <a:pt x="778" y="208"/>
                  </a:lnTo>
                  <a:lnTo>
                    <a:pt x="778" y="208"/>
                  </a:lnTo>
                  <a:lnTo>
                    <a:pt x="778" y="208"/>
                  </a:lnTo>
                  <a:lnTo>
                    <a:pt x="776" y="208"/>
                  </a:lnTo>
                  <a:lnTo>
                    <a:pt x="774" y="211"/>
                  </a:lnTo>
                  <a:lnTo>
                    <a:pt x="774" y="213"/>
                  </a:lnTo>
                  <a:lnTo>
                    <a:pt x="771" y="215"/>
                  </a:lnTo>
                  <a:lnTo>
                    <a:pt x="771" y="215"/>
                  </a:lnTo>
                  <a:lnTo>
                    <a:pt x="769" y="218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7" y="220"/>
                  </a:lnTo>
                  <a:lnTo>
                    <a:pt x="764" y="218"/>
                  </a:lnTo>
                  <a:lnTo>
                    <a:pt x="762" y="218"/>
                  </a:lnTo>
                  <a:lnTo>
                    <a:pt x="755" y="215"/>
                  </a:lnTo>
                  <a:lnTo>
                    <a:pt x="750" y="215"/>
                  </a:lnTo>
                  <a:lnTo>
                    <a:pt x="748" y="215"/>
                  </a:lnTo>
                  <a:lnTo>
                    <a:pt x="743" y="211"/>
                  </a:lnTo>
                  <a:lnTo>
                    <a:pt x="738" y="206"/>
                  </a:lnTo>
                  <a:lnTo>
                    <a:pt x="736" y="204"/>
                  </a:lnTo>
                  <a:lnTo>
                    <a:pt x="734" y="204"/>
                  </a:lnTo>
                  <a:lnTo>
                    <a:pt x="734" y="204"/>
                  </a:lnTo>
                  <a:lnTo>
                    <a:pt x="729" y="196"/>
                  </a:lnTo>
                  <a:lnTo>
                    <a:pt x="731" y="196"/>
                  </a:lnTo>
                  <a:lnTo>
                    <a:pt x="738" y="204"/>
                  </a:lnTo>
                  <a:lnTo>
                    <a:pt x="743" y="204"/>
                  </a:lnTo>
                  <a:lnTo>
                    <a:pt x="743" y="204"/>
                  </a:lnTo>
                  <a:lnTo>
                    <a:pt x="750" y="208"/>
                  </a:lnTo>
                  <a:lnTo>
                    <a:pt x="752" y="211"/>
                  </a:lnTo>
                  <a:lnTo>
                    <a:pt x="757" y="211"/>
                  </a:lnTo>
                  <a:lnTo>
                    <a:pt x="760" y="211"/>
                  </a:lnTo>
                  <a:lnTo>
                    <a:pt x="764" y="211"/>
                  </a:lnTo>
                  <a:lnTo>
                    <a:pt x="767" y="208"/>
                  </a:lnTo>
                  <a:lnTo>
                    <a:pt x="769" y="206"/>
                  </a:lnTo>
                  <a:lnTo>
                    <a:pt x="771" y="204"/>
                  </a:lnTo>
                  <a:lnTo>
                    <a:pt x="774" y="199"/>
                  </a:lnTo>
                  <a:lnTo>
                    <a:pt x="776" y="196"/>
                  </a:lnTo>
                  <a:lnTo>
                    <a:pt x="776" y="194"/>
                  </a:lnTo>
                  <a:lnTo>
                    <a:pt x="778" y="192"/>
                  </a:lnTo>
                  <a:lnTo>
                    <a:pt x="781" y="189"/>
                  </a:lnTo>
                  <a:lnTo>
                    <a:pt x="781" y="187"/>
                  </a:lnTo>
                  <a:lnTo>
                    <a:pt x="778" y="182"/>
                  </a:lnTo>
                  <a:lnTo>
                    <a:pt x="776" y="185"/>
                  </a:lnTo>
                  <a:lnTo>
                    <a:pt x="776" y="185"/>
                  </a:lnTo>
                  <a:lnTo>
                    <a:pt x="778" y="185"/>
                  </a:lnTo>
                  <a:lnTo>
                    <a:pt x="778" y="185"/>
                  </a:lnTo>
                  <a:lnTo>
                    <a:pt x="778" y="185"/>
                  </a:lnTo>
                  <a:lnTo>
                    <a:pt x="778" y="187"/>
                  </a:lnTo>
                  <a:lnTo>
                    <a:pt x="776" y="187"/>
                  </a:lnTo>
                  <a:lnTo>
                    <a:pt x="776" y="187"/>
                  </a:lnTo>
                  <a:lnTo>
                    <a:pt x="774" y="187"/>
                  </a:lnTo>
                  <a:lnTo>
                    <a:pt x="769" y="187"/>
                  </a:lnTo>
                  <a:lnTo>
                    <a:pt x="769" y="187"/>
                  </a:lnTo>
                  <a:lnTo>
                    <a:pt x="769" y="185"/>
                  </a:lnTo>
                  <a:lnTo>
                    <a:pt x="771" y="185"/>
                  </a:lnTo>
                  <a:lnTo>
                    <a:pt x="771" y="182"/>
                  </a:lnTo>
                  <a:lnTo>
                    <a:pt x="774" y="182"/>
                  </a:lnTo>
                  <a:lnTo>
                    <a:pt x="774" y="182"/>
                  </a:lnTo>
                  <a:lnTo>
                    <a:pt x="774" y="180"/>
                  </a:lnTo>
                  <a:lnTo>
                    <a:pt x="776" y="180"/>
                  </a:lnTo>
                  <a:lnTo>
                    <a:pt x="778" y="180"/>
                  </a:lnTo>
                  <a:lnTo>
                    <a:pt x="781" y="180"/>
                  </a:lnTo>
                  <a:lnTo>
                    <a:pt x="781" y="180"/>
                  </a:lnTo>
                  <a:lnTo>
                    <a:pt x="783" y="178"/>
                  </a:lnTo>
                  <a:lnTo>
                    <a:pt x="781" y="178"/>
                  </a:lnTo>
                  <a:lnTo>
                    <a:pt x="781" y="178"/>
                  </a:lnTo>
                  <a:lnTo>
                    <a:pt x="778" y="175"/>
                  </a:lnTo>
                  <a:lnTo>
                    <a:pt x="778" y="175"/>
                  </a:lnTo>
                  <a:lnTo>
                    <a:pt x="783" y="175"/>
                  </a:lnTo>
                  <a:lnTo>
                    <a:pt x="786" y="175"/>
                  </a:lnTo>
                  <a:lnTo>
                    <a:pt x="786" y="173"/>
                  </a:lnTo>
                  <a:lnTo>
                    <a:pt x="786" y="173"/>
                  </a:lnTo>
                  <a:lnTo>
                    <a:pt x="786" y="170"/>
                  </a:lnTo>
                  <a:lnTo>
                    <a:pt x="786" y="168"/>
                  </a:lnTo>
                  <a:lnTo>
                    <a:pt x="783" y="168"/>
                  </a:lnTo>
                  <a:lnTo>
                    <a:pt x="783" y="166"/>
                  </a:lnTo>
                  <a:lnTo>
                    <a:pt x="783" y="166"/>
                  </a:lnTo>
                  <a:lnTo>
                    <a:pt x="781" y="166"/>
                  </a:lnTo>
                  <a:lnTo>
                    <a:pt x="769" y="166"/>
                  </a:lnTo>
                  <a:lnTo>
                    <a:pt x="762" y="163"/>
                  </a:lnTo>
                  <a:lnTo>
                    <a:pt x="755" y="161"/>
                  </a:lnTo>
                  <a:lnTo>
                    <a:pt x="748" y="161"/>
                  </a:lnTo>
                  <a:lnTo>
                    <a:pt x="745" y="161"/>
                  </a:lnTo>
                  <a:lnTo>
                    <a:pt x="743" y="159"/>
                  </a:lnTo>
                  <a:lnTo>
                    <a:pt x="738" y="159"/>
                  </a:lnTo>
                  <a:lnTo>
                    <a:pt x="734" y="159"/>
                  </a:lnTo>
                  <a:lnTo>
                    <a:pt x="731" y="161"/>
                  </a:lnTo>
                  <a:lnTo>
                    <a:pt x="729" y="156"/>
                  </a:lnTo>
                  <a:lnTo>
                    <a:pt x="729" y="156"/>
                  </a:lnTo>
                  <a:lnTo>
                    <a:pt x="726" y="154"/>
                  </a:lnTo>
                  <a:lnTo>
                    <a:pt x="724" y="154"/>
                  </a:lnTo>
                  <a:lnTo>
                    <a:pt x="724" y="154"/>
                  </a:lnTo>
                  <a:lnTo>
                    <a:pt x="722" y="149"/>
                  </a:lnTo>
                  <a:lnTo>
                    <a:pt x="726" y="151"/>
                  </a:lnTo>
                  <a:lnTo>
                    <a:pt x="729" y="154"/>
                  </a:lnTo>
                  <a:lnTo>
                    <a:pt x="734" y="154"/>
                  </a:lnTo>
                  <a:lnTo>
                    <a:pt x="738" y="156"/>
                  </a:lnTo>
                  <a:lnTo>
                    <a:pt x="741" y="156"/>
                  </a:lnTo>
                  <a:lnTo>
                    <a:pt x="745" y="154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9"/>
                  </a:lnTo>
                  <a:lnTo>
                    <a:pt x="760" y="156"/>
                  </a:lnTo>
                  <a:lnTo>
                    <a:pt x="762" y="156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4" y="154"/>
                  </a:lnTo>
                  <a:lnTo>
                    <a:pt x="764" y="156"/>
                  </a:lnTo>
                  <a:lnTo>
                    <a:pt x="767" y="156"/>
                  </a:lnTo>
                  <a:lnTo>
                    <a:pt x="769" y="156"/>
                  </a:lnTo>
                  <a:lnTo>
                    <a:pt x="771" y="156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9" y="151"/>
                  </a:lnTo>
                  <a:lnTo>
                    <a:pt x="767" y="151"/>
                  </a:lnTo>
                  <a:lnTo>
                    <a:pt x="767" y="149"/>
                  </a:lnTo>
                  <a:lnTo>
                    <a:pt x="767" y="149"/>
                  </a:lnTo>
                  <a:lnTo>
                    <a:pt x="767" y="147"/>
                  </a:lnTo>
                  <a:lnTo>
                    <a:pt x="767" y="144"/>
                  </a:lnTo>
                  <a:lnTo>
                    <a:pt x="764" y="144"/>
                  </a:lnTo>
                  <a:lnTo>
                    <a:pt x="764" y="142"/>
                  </a:lnTo>
                  <a:lnTo>
                    <a:pt x="762" y="142"/>
                  </a:lnTo>
                  <a:lnTo>
                    <a:pt x="764" y="140"/>
                  </a:lnTo>
                  <a:lnTo>
                    <a:pt x="767" y="137"/>
                  </a:lnTo>
                  <a:lnTo>
                    <a:pt x="769" y="137"/>
                  </a:lnTo>
                  <a:lnTo>
                    <a:pt x="774" y="137"/>
                  </a:lnTo>
                  <a:lnTo>
                    <a:pt x="776" y="137"/>
                  </a:lnTo>
                  <a:lnTo>
                    <a:pt x="778" y="137"/>
                  </a:lnTo>
                  <a:lnTo>
                    <a:pt x="778" y="140"/>
                  </a:lnTo>
                  <a:lnTo>
                    <a:pt x="778" y="142"/>
                  </a:lnTo>
                  <a:lnTo>
                    <a:pt x="771" y="142"/>
                  </a:lnTo>
                  <a:lnTo>
                    <a:pt x="769" y="142"/>
                  </a:lnTo>
                  <a:lnTo>
                    <a:pt x="769" y="144"/>
                  </a:lnTo>
                  <a:lnTo>
                    <a:pt x="771" y="147"/>
                  </a:lnTo>
                  <a:lnTo>
                    <a:pt x="774" y="147"/>
                  </a:lnTo>
                  <a:lnTo>
                    <a:pt x="774" y="147"/>
                  </a:lnTo>
                  <a:lnTo>
                    <a:pt x="771" y="149"/>
                  </a:lnTo>
                  <a:lnTo>
                    <a:pt x="774" y="149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8" y="151"/>
                  </a:lnTo>
                  <a:lnTo>
                    <a:pt x="776" y="154"/>
                  </a:lnTo>
                  <a:lnTo>
                    <a:pt x="778" y="154"/>
                  </a:lnTo>
                  <a:lnTo>
                    <a:pt x="781" y="156"/>
                  </a:lnTo>
                  <a:lnTo>
                    <a:pt x="783" y="156"/>
                  </a:lnTo>
                  <a:lnTo>
                    <a:pt x="783" y="156"/>
                  </a:lnTo>
                  <a:lnTo>
                    <a:pt x="783" y="156"/>
                  </a:lnTo>
                  <a:lnTo>
                    <a:pt x="783" y="154"/>
                  </a:lnTo>
                  <a:lnTo>
                    <a:pt x="781" y="154"/>
                  </a:lnTo>
                  <a:lnTo>
                    <a:pt x="781" y="154"/>
                  </a:lnTo>
                  <a:lnTo>
                    <a:pt x="783" y="151"/>
                  </a:lnTo>
                  <a:lnTo>
                    <a:pt x="783" y="151"/>
                  </a:lnTo>
                  <a:lnTo>
                    <a:pt x="786" y="154"/>
                  </a:lnTo>
                  <a:lnTo>
                    <a:pt x="786" y="149"/>
                  </a:lnTo>
                  <a:lnTo>
                    <a:pt x="786" y="147"/>
                  </a:lnTo>
                  <a:lnTo>
                    <a:pt x="786" y="144"/>
                  </a:lnTo>
                  <a:lnTo>
                    <a:pt x="788" y="144"/>
                  </a:lnTo>
                  <a:lnTo>
                    <a:pt x="790" y="147"/>
                  </a:lnTo>
                  <a:lnTo>
                    <a:pt x="790" y="151"/>
                  </a:lnTo>
                  <a:lnTo>
                    <a:pt x="790" y="154"/>
                  </a:lnTo>
                  <a:lnTo>
                    <a:pt x="793" y="154"/>
                  </a:lnTo>
                  <a:lnTo>
                    <a:pt x="793" y="154"/>
                  </a:lnTo>
                  <a:lnTo>
                    <a:pt x="788" y="156"/>
                  </a:lnTo>
                  <a:lnTo>
                    <a:pt x="788" y="156"/>
                  </a:lnTo>
                  <a:lnTo>
                    <a:pt x="790" y="156"/>
                  </a:lnTo>
                  <a:lnTo>
                    <a:pt x="790" y="156"/>
                  </a:lnTo>
                  <a:lnTo>
                    <a:pt x="790" y="156"/>
                  </a:lnTo>
                  <a:lnTo>
                    <a:pt x="793" y="159"/>
                  </a:lnTo>
                  <a:lnTo>
                    <a:pt x="793" y="159"/>
                  </a:lnTo>
                  <a:lnTo>
                    <a:pt x="795" y="159"/>
                  </a:lnTo>
                  <a:lnTo>
                    <a:pt x="795" y="156"/>
                  </a:lnTo>
                  <a:lnTo>
                    <a:pt x="795" y="154"/>
                  </a:lnTo>
                  <a:lnTo>
                    <a:pt x="793" y="154"/>
                  </a:lnTo>
                  <a:lnTo>
                    <a:pt x="793" y="154"/>
                  </a:lnTo>
                  <a:lnTo>
                    <a:pt x="793" y="151"/>
                  </a:lnTo>
                  <a:lnTo>
                    <a:pt x="793" y="149"/>
                  </a:lnTo>
                  <a:lnTo>
                    <a:pt x="795" y="151"/>
                  </a:lnTo>
                  <a:lnTo>
                    <a:pt x="797" y="151"/>
                  </a:lnTo>
                  <a:lnTo>
                    <a:pt x="800" y="154"/>
                  </a:lnTo>
                  <a:lnTo>
                    <a:pt x="802" y="156"/>
                  </a:lnTo>
                  <a:lnTo>
                    <a:pt x="805" y="156"/>
                  </a:lnTo>
                  <a:lnTo>
                    <a:pt x="805" y="154"/>
                  </a:lnTo>
                  <a:lnTo>
                    <a:pt x="805" y="154"/>
                  </a:lnTo>
                  <a:lnTo>
                    <a:pt x="805" y="151"/>
                  </a:lnTo>
                  <a:lnTo>
                    <a:pt x="805" y="151"/>
                  </a:lnTo>
                  <a:lnTo>
                    <a:pt x="807" y="154"/>
                  </a:lnTo>
                  <a:lnTo>
                    <a:pt x="809" y="154"/>
                  </a:lnTo>
                  <a:lnTo>
                    <a:pt x="816" y="154"/>
                  </a:lnTo>
                  <a:lnTo>
                    <a:pt x="816" y="154"/>
                  </a:lnTo>
                  <a:lnTo>
                    <a:pt x="816" y="151"/>
                  </a:lnTo>
                  <a:lnTo>
                    <a:pt x="819" y="149"/>
                  </a:lnTo>
                  <a:lnTo>
                    <a:pt x="821" y="147"/>
                  </a:lnTo>
                  <a:lnTo>
                    <a:pt x="823" y="147"/>
                  </a:lnTo>
                  <a:lnTo>
                    <a:pt x="823" y="147"/>
                  </a:lnTo>
                  <a:lnTo>
                    <a:pt x="821" y="144"/>
                  </a:lnTo>
                  <a:lnTo>
                    <a:pt x="821" y="142"/>
                  </a:lnTo>
                  <a:lnTo>
                    <a:pt x="823" y="140"/>
                  </a:lnTo>
                  <a:lnTo>
                    <a:pt x="826" y="140"/>
                  </a:lnTo>
                  <a:lnTo>
                    <a:pt x="823" y="142"/>
                  </a:lnTo>
                  <a:lnTo>
                    <a:pt x="826" y="142"/>
                  </a:lnTo>
                  <a:lnTo>
                    <a:pt x="826" y="142"/>
                  </a:lnTo>
                  <a:lnTo>
                    <a:pt x="826" y="142"/>
                  </a:lnTo>
                  <a:lnTo>
                    <a:pt x="826" y="140"/>
                  </a:lnTo>
                  <a:lnTo>
                    <a:pt x="826" y="137"/>
                  </a:lnTo>
                  <a:lnTo>
                    <a:pt x="828" y="137"/>
                  </a:lnTo>
                  <a:lnTo>
                    <a:pt x="828" y="135"/>
                  </a:lnTo>
                  <a:lnTo>
                    <a:pt x="826" y="135"/>
                  </a:lnTo>
                  <a:lnTo>
                    <a:pt x="828" y="133"/>
                  </a:lnTo>
                  <a:lnTo>
                    <a:pt x="828" y="133"/>
                  </a:lnTo>
                  <a:lnTo>
                    <a:pt x="831" y="133"/>
                  </a:lnTo>
                  <a:lnTo>
                    <a:pt x="831" y="130"/>
                  </a:lnTo>
                  <a:lnTo>
                    <a:pt x="828" y="130"/>
                  </a:lnTo>
                  <a:lnTo>
                    <a:pt x="828" y="130"/>
                  </a:lnTo>
                  <a:lnTo>
                    <a:pt x="828" y="128"/>
                  </a:lnTo>
                  <a:lnTo>
                    <a:pt x="828" y="128"/>
                  </a:lnTo>
                  <a:lnTo>
                    <a:pt x="831" y="128"/>
                  </a:lnTo>
                  <a:lnTo>
                    <a:pt x="831" y="128"/>
                  </a:lnTo>
                  <a:lnTo>
                    <a:pt x="835" y="121"/>
                  </a:lnTo>
                  <a:lnTo>
                    <a:pt x="835" y="118"/>
                  </a:lnTo>
                  <a:lnTo>
                    <a:pt x="835" y="116"/>
                  </a:lnTo>
                  <a:lnTo>
                    <a:pt x="833" y="114"/>
                  </a:lnTo>
                  <a:lnTo>
                    <a:pt x="835" y="111"/>
                  </a:lnTo>
                  <a:lnTo>
                    <a:pt x="835" y="11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1" name="Freeform 29">
              <a:extLst>
                <a:ext uri="{FF2B5EF4-FFF2-40B4-BE49-F238E27FC236}">
                  <a16:creationId xmlns:a16="http://schemas.microsoft.com/office/drawing/2014/main" id="{D1AF4231-DFA3-42E5-824C-7FD15214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487" y="1764611"/>
              <a:ext cx="997878" cy="556055"/>
            </a:xfrm>
            <a:custGeom>
              <a:avLst/>
              <a:gdLst>
                <a:gd name="T0" fmla="*/ 1010 w 1057"/>
                <a:gd name="T1" fmla="*/ 570 h 589"/>
                <a:gd name="T2" fmla="*/ 861 w 1057"/>
                <a:gd name="T3" fmla="*/ 563 h 589"/>
                <a:gd name="T4" fmla="*/ 712 w 1057"/>
                <a:gd name="T5" fmla="*/ 553 h 589"/>
                <a:gd name="T6" fmla="*/ 563 w 1057"/>
                <a:gd name="T7" fmla="*/ 542 h 589"/>
                <a:gd name="T8" fmla="*/ 416 w 1057"/>
                <a:gd name="T9" fmla="*/ 530 h 589"/>
                <a:gd name="T10" fmla="*/ 395 w 1057"/>
                <a:gd name="T11" fmla="*/ 572 h 589"/>
                <a:gd name="T12" fmla="*/ 381 w 1057"/>
                <a:gd name="T13" fmla="*/ 575 h 589"/>
                <a:gd name="T14" fmla="*/ 369 w 1057"/>
                <a:gd name="T15" fmla="*/ 553 h 589"/>
                <a:gd name="T16" fmla="*/ 359 w 1057"/>
                <a:gd name="T17" fmla="*/ 560 h 589"/>
                <a:gd name="T18" fmla="*/ 355 w 1057"/>
                <a:gd name="T19" fmla="*/ 572 h 589"/>
                <a:gd name="T20" fmla="*/ 355 w 1057"/>
                <a:gd name="T21" fmla="*/ 577 h 589"/>
                <a:gd name="T22" fmla="*/ 324 w 1057"/>
                <a:gd name="T23" fmla="*/ 577 h 589"/>
                <a:gd name="T24" fmla="*/ 300 w 1057"/>
                <a:gd name="T25" fmla="*/ 572 h 589"/>
                <a:gd name="T26" fmla="*/ 281 w 1057"/>
                <a:gd name="T27" fmla="*/ 570 h 589"/>
                <a:gd name="T28" fmla="*/ 270 w 1057"/>
                <a:gd name="T29" fmla="*/ 577 h 589"/>
                <a:gd name="T30" fmla="*/ 239 w 1057"/>
                <a:gd name="T31" fmla="*/ 572 h 589"/>
                <a:gd name="T32" fmla="*/ 227 w 1057"/>
                <a:gd name="T33" fmla="*/ 582 h 589"/>
                <a:gd name="T34" fmla="*/ 215 w 1057"/>
                <a:gd name="T35" fmla="*/ 568 h 589"/>
                <a:gd name="T36" fmla="*/ 213 w 1057"/>
                <a:gd name="T37" fmla="*/ 553 h 589"/>
                <a:gd name="T38" fmla="*/ 213 w 1057"/>
                <a:gd name="T39" fmla="*/ 544 h 589"/>
                <a:gd name="T40" fmla="*/ 203 w 1057"/>
                <a:gd name="T41" fmla="*/ 527 h 589"/>
                <a:gd name="T42" fmla="*/ 189 w 1057"/>
                <a:gd name="T43" fmla="*/ 525 h 589"/>
                <a:gd name="T44" fmla="*/ 182 w 1057"/>
                <a:gd name="T45" fmla="*/ 508 h 589"/>
                <a:gd name="T46" fmla="*/ 180 w 1057"/>
                <a:gd name="T47" fmla="*/ 487 h 589"/>
                <a:gd name="T48" fmla="*/ 173 w 1057"/>
                <a:gd name="T49" fmla="*/ 475 h 589"/>
                <a:gd name="T50" fmla="*/ 163 w 1057"/>
                <a:gd name="T51" fmla="*/ 461 h 589"/>
                <a:gd name="T52" fmla="*/ 163 w 1057"/>
                <a:gd name="T53" fmla="*/ 444 h 589"/>
                <a:gd name="T54" fmla="*/ 161 w 1057"/>
                <a:gd name="T55" fmla="*/ 430 h 589"/>
                <a:gd name="T56" fmla="*/ 147 w 1057"/>
                <a:gd name="T57" fmla="*/ 414 h 589"/>
                <a:gd name="T58" fmla="*/ 139 w 1057"/>
                <a:gd name="T59" fmla="*/ 418 h 589"/>
                <a:gd name="T60" fmla="*/ 132 w 1057"/>
                <a:gd name="T61" fmla="*/ 428 h 589"/>
                <a:gd name="T62" fmla="*/ 118 w 1057"/>
                <a:gd name="T63" fmla="*/ 435 h 589"/>
                <a:gd name="T64" fmla="*/ 104 w 1057"/>
                <a:gd name="T65" fmla="*/ 428 h 589"/>
                <a:gd name="T66" fmla="*/ 95 w 1057"/>
                <a:gd name="T67" fmla="*/ 416 h 589"/>
                <a:gd name="T68" fmla="*/ 97 w 1057"/>
                <a:gd name="T69" fmla="*/ 402 h 589"/>
                <a:gd name="T70" fmla="*/ 102 w 1057"/>
                <a:gd name="T71" fmla="*/ 390 h 589"/>
                <a:gd name="T72" fmla="*/ 111 w 1057"/>
                <a:gd name="T73" fmla="*/ 381 h 589"/>
                <a:gd name="T74" fmla="*/ 106 w 1057"/>
                <a:gd name="T75" fmla="*/ 369 h 589"/>
                <a:gd name="T76" fmla="*/ 106 w 1057"/>
                <a:gd name="T77" fmla="*/ 352 h 589"/>
                <a:gd name="T78" fmla="*/ 113 w 1057"/>
                <a:gd name="T79" fmla="*/ 345 h 589"/>
                <a:gd name="T80" fmla="*/ 118 w 1057"/>
                <a:gd name="T81" fmla="*/ 331 h 589"/>
                <a:gd name="T82" fmla="*/ 123 w 1057"/>
                <a:gd name="T83" fmla="*/ 317 h 589"/>
                <a:gd name="T84" fmla="*/ 125 w 1057"/>
                <a:gd name="T85" fmla="*/ 310 h 589"/>
                <a:gd name="T86" fmla="*/ 130 w 1057"/>
                <a:gd name="T87" fmla="*/ 295 h 589"/>
                <a:gd name="T88" fmla="*/ 113 w 1057"/>
                <a:gd name="T89" fmla="*/ 293 h 589"/>
                <a:gd name="T90" fmla="*/ 104 w 1057"/>
                <a:gd name="T91" fmla="*/ 286 h 589"/>
                <a:gd name="T92" fmla="*/ 92 w 1057"/>
                <a:gd name="T93" fmla="*/ 284 h 589"/>
                <a:gd name="T94" fmla="*/ 83 w 1057"/>
                <a:gd name="T95" fmla="*/ 269 h 589"/>
                <a:gd name="T96" fmla="*/ 78 w 1057"/>
                <a:gd name="T97" fmla="*/ 253 h 589"/>
                <a:gd name="T98" fmla="*/ 59 w 1057"/>
                <a:gd name="T99" fmla="*/ 227 h 589"/>
                <a:gd name="T100" fmla="*/ 50 w 1057"/>
                <a:gd name="T101" fmla="*/ 213 h 589"/>
                <a:gd name="T102" fmla="*/ 19 w 1057"/>
                <a:gd name="T103" fmla="*/ 187 h 589"/>
                <a:gd name="T104" fmla="*/ 26 w 1057"/>
                <a:gd name="T105" fmla="*/ 182 h 589"/>
                <a:gd name="T106" fmla="*/ 24 w 1057"/>
                <a:gd name="T107" fmla="*/ 170 h 589"/>
                <a:gd name="T108" fmla="*/ 19 w 1057"/>
                <a:gd name="T109" fmla="*/ 149 h 589"/>
                <a:gd name="T110" fmla="*/ 7 w 1057"/>
                <a:gd name="T111" fmla="*/ 130 h 589"/>
                <a:gd name="T112" fmla="*/ 12 w 1057"/>
                <a:gd name="T113" fmla="*/ 28 h 589"/>
                <a:gd name="T114" fmla="*/ 244 w 1057"/>
                <a:gd name="T115" fmla="*/ 30 h 589"/>
                <a:gd name="T116" fmla="*/ 527 w 1057"/>
                <a:gd name="T117" fmla="*/ 61 h 589"/>
                <a:gd name="T118" fmla="*/ 795 w 1057"/>
                <a:gd name="T119" fmla="*/ 82 h 589"/>
                <a:gd name="T120" fmla="*/ 1057 w 1057"/>
                <a:gd name="T121" fmla="*/ 118 h 589"/>
                <a:gd name="T122" fmla="*/ 1045 w 1057"/>
                <a:gd name="T123" fmla="*/ 45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57" h="589">
                  <a:moveTo>
                    <a:pt x="1045" y="459"/>
                  </a:moveTo>
                  <a:lnTo>
                    <a:pt x="1045" y="471"/>
                  </a:lnTo>
                  <a:lnTo>
                    <a:pt x="1045" y="485"/>
                  </a:lnTo>
                  <a:lnTo>
                    <a:pt x="1045" y="497"/>
                  </a:lnTo>
                  <a:lnTo>
                    <a:pt x="1045" y="511"/>
                  </a:lnTo>
                  <a:lnTo>
                    <a:pt x="1043" y="523"/>
                  </a:lnTo>
                  <a:lnTo>
                    <a:pt x="1043" y="537"/>
                  </a:lnTo>
                  <a:lnTo>
                    <a:pt x="1043" y="549"/>
                  </a:lnTo>
                  <a:lnTo>
                    <a:pt x="1043" y="563"/>
                  </a:lnTo>
                  <a:lnTo>
                    <a:pt x="1043" y="570"/>
                  </a:lnTo>
                  <a:lnTo>
                    <a:pt x="1043" y="572"/>
                  </a:lnTo>
                  <a:lnTo>
                    <a:pt x="1038" y="570"/>
                  </a:lnTo>
                  <a:lnTo>
                    <a:pt x="1029" y="570"/>
                  </a:lnTo>
                  <a:lnTo>
                    <a:pt x="1019" y="570"/>
                  </a:lnTo>
                  <a:lnTo>
                    <a:pt x="1010" y="570"/>
                  </a:lnTo>
                  <a:lnTo>
                    <a:pt x="1000" y="570"/>
                  </a:lnTo>
                  <a:lnTo>
                    <a:pt x="989" y="570"/>
                  </a:lnTo>
                  <a:lnTo>
                    <a:pt x="979" y="568"/>
                  </a:lnTo>
                  <a:lnTo>
                    <a:pt x="970" y="568"/>
                  </a:lnTo>
                  <a:lnTo>
                    <a:pt x="960" y="568"/>
                  </a:lnTo>
                  <a:lnTo>
                    <a:pt x="951" y="568"/>
                  </a:lnTo>
                  <a:lnTo>
                    <a:pt x="941" y="568"/>
                  </a:lnTo>
                  <a:lnTo>
                    <a:pt x="930" y="568"/>
                  </a:lnTo>
                  <a:lnTo>
                    <a:pt x="920" y="565"/>
                  </a:lnTo>
                  <a:lnTo>
                    <a:pt x="911" y="565"/>
                  </a:lnTo>
                  <a:lnTo>
                    <a:pt x="901" y="565"/>
                  </a:lnTo>
                  <a:lnTo>
                    <a:pt x="892" y="565"/>
                  </a:lnTo>
                  <a:lnTo>
                    <a:pt x="880" y="565"/>
                  </a:lnTo>
                  <a:lnTo>
                    <a:pt x="870" y="563"/>
                  </a:lnTo>
                  <a:lnTo>
                    <a:pt x="861" y="563"/>
                  </a:lnTo>
                  <a:lnTo>
                    <a:pt x="851" y="563"/>
                  </a:lnTo>
                  <a:lnTo>
                    <a:pt x="842" y="563"/>
                  </a:lnTo>
                  <a:lnTo>
                    <a:pt x="830" y="560"/>
                  </a:lnTo>
                  <a:lnTo>
                    <a:pt x="821" y="560"/>
                  </a:lnTo>
                  <a:lnTo>
                    <a:pt x="811" y="560"/>
                  </a:lnTo>
                  <a:lnTo>
                    <a:pt x="802" y="560"/>
                  </a:lnTo>
                  <a:lnTo>
                    <a:pt x="792" y="558"/>
                  </a:lnTo>
                  <a:lnTo>
                    <a:pt x="780" y="558"/>
                  </a:lnTo>
                  <a:lnTo>
                    <a:pt x="771" y="558"/>
                  </a:lnTo>
                  <a:lnTo>
                    <a:pt x="762" y="558"/>
                  </a:lnTo>
                  <a:lnTo>
                    <a:pt x="752" y="556"/>
                  </a:lnTo>
                  <a:lnTo>
                    <a:pt x="743" y="556"/>
                  </a:lnTo>
                  <a:lnTo>
                    <a:pt x="731" y="556"/>
                  </a:lnTo>
                  <a:lnTo>
                    <a:pt x="721" y="553"/>
                  </a:lnTo>
                  <a:lnTo>
                    <a:pt x="712" y="553"/>
                  </a:lnTo>
                  <a:lnTo>
                    <a:pt x="702" y="553"/>
                  </a:lnTo>
                  <a:lnTo>
                    <a:pt x="693" y="553"/>
                  </a:lnTo>
                  <a:lnTo>
                    <a:pt x="684" y="551"/>
                  </a:lnTo>
                  <a:lnTo>
                    <a:pt x="672" y="551"/>
                  </a:lnTo>
                  <a:lnTo>
                    <a:pt x="662" y="551"/>
                  </a:lnTo>
                  <a:lnTo>
                    <a:pt x="653" y="549"/>
                  </a:lnTo>
                  <a:lnTo>
                    <a:pt x="643" y="549"/>
                  </a:lnTo>
                  <a:lnTo>
                    <a:pt x="634" y="549"/>
                  </a:lnTo>
                  <a:lnTo>
                    <a:pt x="622" y="546"/>
                  </a:lnTo>
                  <a:lnTo>
                    <a:pt x="613" y="546"/>
                  </a:lnTo>
                  <a:lnTo>
                    <a:pt x="603" y="546"/>
                  </a:lnTo>
                  <a:lnTo>
                    <a:pt x="594" y="544"/>
                  </a:lnTo>
                  <a:lnTo>
                    <a:pt x="584" y="544"/>
                  </a:lnTo>
                  <a:lnTo>
                    <a:pt x="572" y="544"/>
                  </a:lnTo>
                  <a:lnTo>
                    <a:pt x="563" y="542"/>
                  </a:lnTo>
                  <a:lnTo>
                    <a:pt x="553" y="542"/>
                  </a:lnTo>
                  <a:lnTo>
                    <a:pt x="544" y="542"/>
                  </a:lnTo>
                  <a:lnTo>
                    <a:pt x="534" y="539"/>
                  </a:lnTo>
                  <a:lnTo>
                    <a:pt x="525" y="539"/>
                  </a:lnTo>
                  <a:lnTo>
                    <a:pt x="513" y="539"/>
                  </a:lnTo>
                  <a:lnTo>
                    <a:pt x="504" y="537"/>
                  </a:lnTo>
                  <a:lnTo>
                    <a:pt x="494" y="537"/>
                  </a:lnTo>
                  <a:lnTo>
                    <a:pt x="485" y="534"/>
                  </a:lnTo>
                  <a:lnTo>
                    <a:pt x="475" y="534"/>
                  </a:lnTo>
                  <a:lnTo>
                    <a:pt x="464" y="534"/>
                  </a:lnTo>
                  <a:lnTo>
                    <a:pt x="454" y="532"/>
                  </a:lnTo>
                  <a:lnTo>
                    <a:pt x="445" y="532"/>
                  </a:lnTo>
                  <a:lnTo>
                    <a:pt x="435" y="530"/>
                  </a:lnTo>
                  <a:lnTo>
                    <a:pt x="426" y="530"/>
                  </a:lnTo>
                  <a:lnTo>
                    <a:pt x="416" y="530"/>
                  </a:lnTo>
                  <a:lnTo>
                    <a:pt x="404" y="527"/>
                  </a:lnTo>
                  <a:lnTo>
                    <a:pt x="400" y="527"/>
                  </a:lnTo>
                  <a:lnTo>
                    <a:pt x="400" y="530"/>
                  </a:lnTo>
                  <a:lnTo>
                    <a:pt x="400" y="532"/>
                  </a:lnTo>
                  <a:lnTo>
                    <a:pt x="400" y="537"/>
                  </a:lnTo>
                  <a:lnTo>
                    <a:pt x="400" y="542"/>
                  </a:lnTo>
                  <a:lnTo>
                    <a:pt x="400" y="544"/>
                  </a:lnTo>
                  <a:lnTo>
                    <a:pt x="400" y="549"/>
                  </a:lnTo>
                  <a:lnTo>
                    <a:pt x="397" y="551"/>
                  </a:lnTo>
                  <a:lnTo>
                    <a:pt x="397" y="556"/>
                  </a:lnTo>
                  <a:lnTo>
                    <a:pt x="397" y="558"/>
                  </a:lnTo>
                  <a:lnTo>
                    <a:pt x="397" y="563"/>
                  </a:lnTo>
                  <a:lnTo>
                    <a:pt x="397" y="565"/>
                  </a:lnTo>
                  <a:lnTo>
                    <a:pt x="397" y="570"/>
                  </a:lnTo>
                  <a:lnTo>
                    <a:pt x="395" y="572"/>
                  </a:lnTo>
                  <a:lnTo>
                    <a:pt x="395" y="577"/>
                  </a:lnTo>
                  <a:lnTo>
                    <a:pt x="395" y="582"/>
                  </a:lnTo>
                  <a:lnTo>
                    <a:pt x="395" y="584"/>
                  </a:lnTo>
                  <a:lnTo>
                    <a:pt x="395" y="589"/>
                  </a:lnTo>
                  <a:lnTo>
                    <a:pt x="390" y="587"/>
                  </a:lnTo>
                  <a:lnTo>
                    <a:pt x="390" y="584"/>
                  </a:lnTo>
                  <a:lnTo>
                    <a:pt x="388" y="582"/>
                  </a:lnTo>
                  <a:lnTo>
                    <a:pt x="385" y="579"/>
                  </a:lnTo>
                  <a:lnTo>
                    <a:pt x="385" y="577"/>
                  </a:lnTo>
                  <a:lnTo>
                    <a:pt x="383" y="577"/>
                  </a:lnTo>
                  <a:lnTo>
                    <a:pt x="383" y="577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5"/>
                  </a:lnTo>
                  <a:lnTo>
                    <a:pt x="381" y="572"/>
                  </a:lnTo>
                  <a:lnTo>
                    <a:pt x="381" y="572"/>
                  </a:lnTo>
                  <a:lnTo>
                    <a:pt x="381" y="570"/>
                  </a:lnTo>
                  <a:lnTo>
                    <a:pt x="381" y="570"/>
                  </a:lnTo>
                  <a:lnTo>
                    <a:pt x="381" y="570"/>
                  </a:lnTo>
                  <a:lnTo>
                    <a:pt x="381" y="568"/>
                  </a:lnTo>
                  <a:lnTo>
                    <a:pt x="381" y="568"/>
                  </a:lnTo>
                  <a:lnTo>
                    <a:pt x="378" y="568"/>
                  </a:lnTo>
                  <a:lnTo>
                    <a:pt x="378" y="568"/>
                  </a:lnTo>
                  <a:lnTo>
                    <a:pt x="378" y="565"/>
                  </a:lnTo>
                  <a:lnTo>
                    <a:pt x="374" y="560"/>
                  </a:lnTo>
                  <a:lnTo>
                    <a:pt x="374" y="558"/>
                  </a:lnTo>
                  <a:lnTo>
                    <a:pt x="374" y="556"/>
                  </a:lnTo>
                  <a:lnTo>
                    <a:pt x="371" y="553"/>
                  </a:lnTo>
                  <a:lnTo>
                    <a:pt x="369" y="553"/>
                  </a:lnTo>
                  <a:lnTo>
                    <a:pt x="369" y="553"/>
                  </a:lnTo>
                  <a:lnTo>
                    <a:pt x="369" y="553"/>
                  </a:lnTo>
                  <a:lnTo>
                    <a:pt x="367" y="556"/>
                  </a:lnTo>
                  <a:lnTo>
                    <a:pt x="367" y="556"/>
                  </a:lnTo>
                  <a:lnTo>
                    <a:pt x="364" y="556"/>
                  </a:lnTo>
                  <a:lnTo>
                    <a:pt x="362" y="556"/>
                  </a:lnTo>
                  <a:lnTo>
                    <a:pt x="362" y="556"/>
                  </a:lnTo>
                  <a:lnTo>
                    <a:pt x="362" y="558"/>
                  </a:lnTo>
                  <a:lnTo>
                    <a:pt x="359" y="558"/>
                  </a:lnTo>
                  <a:lnTo>
                    <a:pt x="359" y="558"/>
                  </a:lnTo>
                  <a:lnTo>
                    <a:pt x="359" y="558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0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3"/>
                  </a:lnTo>
                  <a:lnTo>
                    <a:pt x="359" y="565"/>
                  </a:lnTo>
                  <a:lnTo>
                    <a:pt x="359" y="565"/>
                  </a:lnTo>
                  <a:lnTo>
                    <a:pt x="357" y="565"/>
                  </a:lnTo>
                  <a:lnTo>
                    <a:pt x="357" y="565"/>
                  </a:lnTo>
                  <a:lnTo>
                    <a:pt x="357" y="565"/>
                  </a:lnTo>
                  <a:lnTo>
                    <a:pt x="355" y="568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5" y="570"/>
                  </a:lnTo>
                  <a:lnTo>
                    <a:pt x="355" y="570"/>
                  </a:lnTo>
                  <a:lnTo>
                    <a:pt x="355" y="572"/>
                  </a:lnTo>
                  <a:lnTo>
                    <a:pt x="355" y="572"/>
                  </a:lnTo>
                  <a:lnTo>
                    <a:pt x="355" y="572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5" y="575"/>
                  </a:lnTo>
                  <a:lnTo>
                    <a:pt x="357" y="577"/>
                  </a:lnTo>
                  <a:lnTo>
                    <a:pt x="359" y="577"/>
                  </a:lnTo>
                  <a:lnTo>
                    <a:pt x="359" y="577"/>
                  </a:lnTo>
                  <a:lnTo>
                    <a:pt x="359" y="577"/>
                  </a:lnTo>
                  <a:lnTo>
                    <a:pt x="357" y="577"/>
                  </a:lnTo>
                  <a:lnTo>
                    <a:pt x="357" y="577"/>
                  </a:lnTo>
                  <a:lnTo>
                    <a:pt x="355" y="577"/>
                  </a:lnTo>
                  <a:lnTo>
                    <a:pt x="355" y="577"/>
                  </a:lnTo>
                  <a:lnTo>
                    <a:pt x="355" y="577"/>
                  </a:lnTo>
                  <a:lnTo>
                    <a:pt x="352" y="577"/>
                  </a:lnTo>
                  <a:lnTo>
                    <a:pt x="350" y="575"/>
                  </a:lnTo>
                  <a:lnTo>
                    <a:pt x="350" y="575"/>
                  </a:lnTo>
                  <a:lnTo>
                    <a:pt x="338" y="575"/>
                  </a:lnTo>
                  <a:lnTo>
                    <a:pt x="338" y="575"/>
                  </a:lnTo>
                  <a:lnTo>
                    <a:pt x="333" y="577"/>
                  </a:lnTo>
                  <a:lnTo>
                    <a:pt x="333" y="577"/>
                  </a:lnTo>
                  <a:lnTo>
                    <a:pt x="331" y="577"/>
                  </a:lnTo>
                  <a:lnTo>
                    <a:pt x="329" y="577"/>
                  </a:lnTo>
                  <a:lnTo>
                    <a:pt x="329" y="577"/>
                  </a:lnTo>
                  <a:lnTo>
                    <a:pt x="326" y="577"/>
                  </a:lnTo>
                  <a:lnTo>
                    <a:pt x="326" y="577"/>
                  </a:lnTo>
                  <a:lnTo>
                    <a:pt x="326" y="577"/>
                  </a:lnTo>
                  <a:lnTo>
                    <a:pt x="324" y="577"/>
                  </a:lnTo>
                  <a:lnTo>
                    <a:pt x="324" y="577"/>
                  </a:lnTo>
                  <a:lnTo>
                    <a:pt x="324" y="575"/>
                  </a:lnTo>
                  <a:lnTo>
                    <a:pt x="324" y="575"/>
                  </a:lnTo>
                  <a:lnTo>
                    <a:pt x="324" y="575"/>
                  </a:lnTo>
                  <a:lnTo>
                    <a:pt x="322" y="572"/>
                  </a:lnTo>
                  <a:lnTo>
                    <a:pt x="322" y="572"/>
                  </a:lnTo>
                  <a:lnTo>
                    <a:pt x="317" y="572"/>
                  </a:lnTo>
                  <a:lnTo>
                    <a:pt x="317" y="572"/>
                  </a:lnTo>
                  <a:lnTo>
                    <a:pt x="315" y="572"/>
                  </a:lnTo>
                  <a:lnTo>
                    <a:pt x="315" y="572"/>
                  </a:lnTo>
                  <a:lnTo>
                    <a:pt x="315" y="572"/>
                  </a:lnTo>
                  <a:lnTo>
                    <a:pt x="312" y="572"/>
                  </a:lnTo>
                  <a:lnTo>
                    <a:pt x="312" y="572"/>
                  </a:lnTo>
                  <a:lnTo>
                    <a:pt x="310" y="572"/>
                  </a:lnTo>
                  <a:lnTo>
                    <a:pt x="300" y="572"/>
                  </a:lnTo>
                  <a:lnTo>
                    <a:pt x="300" y="572"/>
                  </a:lnTo>
                  <a:lnTo>
                    <a:pt x="298" y="572"/>
                  </a:lnTo>
                  <a:lnTo>
                    <a:pt x="296" y="570"/>
                  </a:lnTo>
                  <a:lnTo>
                    <a:pt x="293" y="570"/>
                  </a:lnTo>
                  <a:lnTo>
                    <a:pt x="291" y="570"/>
                  </a:lnTo>
                  <a:lnTo>
                    <a:pt x="291" y="570"/>
                  </a:lnTo>
                  <a:lnTo>
                    <a:pt x="291" y="570"/>
                  </a:lnTo>
                  <a:lnTo>
                    <a:pt x="288" y="568"/>
                  </a:lnTo>
                  <a:lnTo>
                    <a:pt x="288" y="568"/>
                  </a:lnTo>
                  <a:lnTo>
                    <a:pt x="286" y="568"/>
                  </a:lnTo>
                  <a:lnTo>
                    <a:pt x="286" y="568"/>
                  </a:lnTo>
                  <a:lnTo>
                    <a:pt x="286" y="570"/>
                  </a:lnTo>
                  <a:lnTo>
                    <a:pt x="284" y="570"/>
                  </a:lnTo>
                  <a:lnTo>
                    <a:pt x="284" y="570"/>
                  </a:lnTo>
                  <a:lnTo>
                    <a:pt x="281" y="570"/>
                  </a:lnTo>
                  <a:lnTo>
                    <a:pt x="281" y="570"/>
                  </a:lnTo>
                  <a:lnTo>
                    <a:pt x="279" y="570"/>
                  </a:lnTo>
                  <a:lnTo>
                    <a:pt x="279" y="570"/>
                  </a:lnTo>
                  <a:lnTo>
                    <a:pt x="279" y="572"/>
                  </a:lnTo>
                  <a:lnTo>
                    <a:pt x="277" y="572"/>
                  </a:lnTo>
                  <a:lnTo>
                    <a:pt x="277" y="575"/>
                  </a:lnTo>
                  <a:lnTo>
                    <a:pt x="274" y="579"/>
                  </a:lnTo>
                  <a:lnTo>
                    <a:pt x="274" y="579"/>
                  </a:lnTo>
                  <a:lnTo>
                    <a:pt x="274" y="579"/>
                  </a:lnTo>
                  <a:lnTo>
                    <a:pt x="272" y="579"/>
                  </a:lnTo>
                  <a:lnTo>
                    <a:pt x="272" y="579"/>
                  </a:lnTo>
                  <a:lnTo>
                    <a:pt x="270" y="579"/>
                  </a:lnTo>
                  <a:lnTo>
                    <a:pt x="270" y="579"/>
                  </a:lnTo>
                  <a:lnTo>
                    <a:pt x="270" y="579"/>
                  </a:lnTo>
                  <a:lnTo>
                    <a:pt x="270" y="577"/>
                  </a:lnTo>
                  <a:lnTo>
                    <a:pt x="267" y="577"/>
                  </a:lnTo>
                  <a:lnTo>
                    <a:pt x="267" y="577"/>
                  </a:lnTo>
                  <a:lnTo>
                    <a:pt x="265" y="577"/>
                  </a:lnTo>
                  <a:lnTo>
                    <a:pt x="262" y="577"/>
                  </a:lnTo>
                  <a:lnTo>
                    <a:pt x="262" y="577"/>
                  </a:lnTo>
                  <a:lnTo>
                    <a:pt x="260" y="575"/>
                  </a:lnTo>
                  <a:lnTo>
                    <a:pt x="260" y="575"/>
                  </a:lnTo>
                  <a:lnTo>
                    <a:pt x="260" y="575"/>
                  </a:lnTo>
                  <a:lnTo>
                    <a:pt x="248" y="572"/>
                  </a:lnTo>
                  <a:lnTo>
                    <a:pt x="246" y="570"/>
                  </a:lnTo>
                  <a:lnTo>
                    <a:pt x="246" y="570"/>
                  </a:lnTo>
                  <a:lnTo>
                    <a:pt x="244" y="570"/>
                  </a:lnTo>
                  <a:lnTo>
                    <a:pt x="244" y="572"/>
                  </a:lnTo>
                  <a:lnTo>
                    <a:pt x="241" y="572"/>
                  </a:lnTo>
                  <a:lnTo>
                    <a:pt x="239" y="572"/>
                  </a:lnTo>
                  <a:lnTo>
                    <a:pt x="239" y="572"/>
                  </a:lnTo>
                  <a:lnTo>
                    <a:pt x="234" y="577"/>
                  </a:lnTo>
                  <a:lnTo>
                    <a:pt x="232" y="577"/>
                  </a:lnTo>
                  <a:lnTo>
                    <a:pt x="232" y="577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79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32" y="584"/>
                  </a:lnTo>
                  <a:lnTo>
                    <a:pt x="229" y="584"/>
                  </a:lnTo>
                  <a:lnTo>
                    <a:pt x="229" y="584"/>
                  </a:lnTo>
                  <a:lnTo>
                    <a:pt x="227" y="582"/>
                  </a:lnTo>
                  <a:lnTo>
                    <a:pt x="227" y="582"/>
                  </a:lnTo>
                  <a:lnTo>
                    <a:pt x="227" y="579"/>
                  </a:lnTo>
                  <a:lnTo>
                    <a:pt x="222" y="579"/>
                  </a:lnTo>
                  <a:lnTo>
                    <a:pt x="222" y="577"/>
                  </a:lnTo>
                  <a:lnTo>
                    <a:pt x="222" y="577"/>
                  </a:lnTo>
                  <a:lnTo>
                    <a:pt x="220" y="575"/>
                  </a:lnTo>
                  <a:lnTo>
                    <a:pt x="220" y="575"/>
                  </a:lnTo>
                  <a:lnTo>
                    <a:pt x="220" y="575"/>
                  </a:lnTo>
                  <a:lnTo>
                    <a:pt x="218" y="575"/>
                  </a:lnTo>
                  <a:lnTo>
                    <a:pt x="218" y="572"/>
                  </a:lnTo>
                  <a:lnTo>
                    <a:pt x="218" y="572"/>
                  </a:lnTo>
                  <a:lnTo>
                    <a:pt x="218" y="570"/>
                  </a:lnTo>
                  <a:lnTo>
                    <a:pt x="218" y="570"/>
                  </a:lnTo>
                  <a:lnTo>
                    <a:pt x="215" y="570"/>
                  </a:lnTo>
                  <a:lnTo>
                    <a:pt x="215" y="568"/>
                  </a:lnTo>
                  <a:lnTo>
                    <a:pt x="215" y="568"/>
                  </a:lnTo>
                  <a:lnTo>
                    <a:pt x="218" y="568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18" y="563"/>
                  </a:lnTo>
                  <a:lnTo>
                    <a:pt x="218" y="563"/>
                  </a:lnTo>
                  <a:lnTo>
                    <a:pt x="215" y="563"/>
                  </a:lnTo>
                  <a:lnTo>
                    <a:pt x="215" y="560"/>
                  </a:lnTo>
                  <a:lnTo>
                    <a:pt x="215" y="560"/>
                  </a:lnTo>
                  <a:lnTo>
                    <a:pt x="215" y="560"/>
                  </a:lnTo>
                  <a:lnTo>
                    <a:pt x="215" y="558"/>
                  </a:lnTo>
                  <a:lnTo>
                    <a:pt x="215" y="558"/>
                  </a:lnTo>
                  <a:lnTo>
                    <a:pt x="213" y="556"/>
                  </a:lnTo>
                  <a:lnTo>
                    <a:pt x="213" y="556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3" y="553"/>
                  </a:lnTo>
                  <a:lnTo>
                    <a:pt x="215" y="553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51"/>
                  </a:lnTo>
                  <a:lnTo>
                    <a:pt x="215" y="549"/>
                  </a:lnTo>
                  <a:lnTo>
                    <a:pt x="215" y="549"/>
                  </a:lnTo>
                  <a:lnTo>
                    <a:pt x="213" y="546"/>
                  </a:lnTo>
                  <a:lnTo>
                    <a:pt x="213" y="546"/>
                  </a:lnTo>
                  <a:lnTo>
                    <a:pt x="213" y="544"/>
                  </a:lnTo>
                  <a:lnTo>
                    <a:pt x="213" y="544"/>
                  </a:lnTo>
                  <a:lnTo>
                    <a:pt x="213" y="544"/>
                  </a:lnTo>
                  <a:lnTo>
                    <a:pt x="213" y="542"/>
                  </a:lnTo>
                  <a:lnTo>
                    <a:pt x="210" y="542"/>
                  </a:lnTo>
                  <a:lnTo>
                    <a:pt x="210" y="542"/>
                  </a:lnTo>
                  <a:lnTo>
                    <a:pt x="210" y="542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9"/>
                  </a:lnTo>
                  <a:lnTo>
                    <a:pt x="210" y="537"/>
                  </a:lnTo>
                  <a:lnTo>
                    <a:pt x="208" y="537"/>
                  </a:lnTo>
                  <a:lnTo>
                    <a:pt x="208" y="534"/>
                  </a:lnTo>
                  <a:lnTo>
                    <a:pt x="208" y="534"/>
                  </a:lnTo>
                  <a:lnTo>
                    <a:pt x="206" y="532"/>
                  </a:lnTo>
                  <a:lnTo>
                    <a:pt x="203" y="530"/>
                  </a:lnTo>
                  <a:lnTo>
                    <a:pt x="203" y="527"/>
                  </a:lnTo>
                  <a:lnTo>
                    <a:pt x="201" y="527"/>
                  </a:lnTo>
                  <a:lnTo>
                    <a:pt x="199" y="527"/>
                  </a:lnTo>
                  <a:lnTo>
                    <a:pt x="199" y="527"/>
                  </a:lnTo>
                  <a:lnTo>
                    <a:pt x="196" y="527"/>
                  </a:lnTo>
                  <a:lnTo>
                    <a:pt x="196" y="527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2" y="530"/>
                  </a:lnTo>
                  <a:lnTo>
                    <a:pt x="192" y="530"/>
                  </a:lnTo>
                  <a:lnTo>
                    <a:pt x="189" y="530"/>
                  </a:lnTo>
                  <a:lnTo>
                    <a:pt x="189" y="527"/>
                  </a:lnTo>
                  <a:lnTo>
                    <a:pt x="189" y="525"/>
                  </a:lnTo>
                  <a:lnTo>
                    <a:pt x="189" y="525"/>
                  </a:lnTo>
                  <a:lnTo>
                    <a:pt x="189" y="525"/>
                  </a:lnTo>
                  <a:lnTo>
                    <a:pt x="184" y="523"/>
                  </a:lnTo>
                  <a:lnTo>
                    <a:pt x="182" y="520"/>
                  </a:lnTo>
                  <a:lnTo>
                    <a:pt x="182" y="520"/>
                  </a:lnTo>
                  <a:lnTo>
                    <a:pt x="182" y="518"/>
                  </a:lnTo>
                  <a:lnTo>
                    <a:pt x="182" y="516"/>
                  </a:lnTo>
                  <a:lnTo>
                    <a:pt x="182" y="513"/>
                  </a:lnTo>
                  <a:lnTo>
                    <a:pt x="180" y="513"/>
                  </a:lnTo>
                  <a:lnTo>
                    <a:pt x="180" y="513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0" y="511"/>
                  </a:lnTo>
                  <a:lnTo>
                    <a:pt x="182" y="508"/>
                  </a:lnTo>
                  <a:lnTo>
                    <a:pt x="182" y="508"/>
                  </a:lnTo>
                  <a:lnTo>
                    <a:pt x="182" y="508"/>
                  </a:lnTo>
                  <a:lnTo>
                    <a:pt x="184" y="508"/>
                  </a:lnTo>
                  <a:lnTo>
                    <a:pt x="184" y="506"/>
                  </a:lnTo>
                  <a:lnTo>
                    <a:pt x="184" y="504"/>
                  </a:lnTo>
                  <a:lnTo>
                    <a:pt x="184" y="504"/>
                  </a:lnTo>
                  <a:lnTo>
                    <a:pt x="184" y="504"/>
                  </a:lnTo>
                  <a:lnTo>
                    <a:pt x="184" y="501"/>
                  </a:lnTo>
                  <a:lnTo>
                    <a:pt x="184" y="501"/>
                  </a:lnTo>
                  <a:lnTo>
                    <a:pt x="184" y="497"/>
                  </a:lnTo>
                  <a:lnTo>
                    <a:pt x="182" y="497"/>
                  </a:lnTo>
                  <a:lnTo>
                    <a:pt x="180" y="492"/>
                  </a:lnTo>
                  <a:lnTo>
                    <a:pt x="180" y="492"/>
                  </a:lnTo>
                  <a:lnTo>
                    <a:pt x="180" y="489"/>
                  </a:lnTo>
                  <a:lnTo>
                    <a:pt x="180" y="487"/>
                  </a:lnTo>
                  <a:lnTo>
                    <a:pt x="180" y="487"/>
                  </a:lnTo>
                  <a:lnTo>
                    <a:pt x="177" y="487"/>
                  </a:lnTo>
                  <a:lnTo>
                    <a:pt x="175" y="487"/>
                  </a:lnTo>
                  <a:lnTo>
                    <a:pt x="175" y="487"/>
                  </a:lnTo>
                  <a:lnTo>
                    <a:pt x="175" y="485"/>
                  </a:lnTo>
                  <a:lnTo>
                    <a:pt x="175" y="485"/>
                  </a:lnTo>
                  <a:lnTo>
                    <a:pt x="175" y="485"/>
                  </a:lnTo>
                  <a:lnTo>
                    <a:pt x="175" y="482"/>
                  </a:lnTo>
                  <a:lnTo>
                    <a:pt x="175" y="482"/>
                  </a:lnTo>
                  <a:lnTo>
                    <a:pt x="175" y="482"/>
                  </a:lnTo>
                  <a:lnTo>
                    <a:pt x="175" y="480"/>
                  </a:lnTo>
                  <a:lnTo>
                    <a:pt x="175" y="480"/>
                  </a:lnTo>
                  <a:lnTo>
                    <a:pt x="173" y="480"/>
                  </a:lnTo>
                  <a:lnTo>
                    <a:pt x="173" y="478"/>
                  </a:lnTo>
                  <a:lnTo>
                    <a:pt x="173" y="478"/>
                  </a:lnTo>
                  <a:lnTo>
                    <a:pt x="173" y="475"/>
                  </a:lnTo>
                  <a:lnTo>
                    <a:pt x="170" y="475"/>
                  </a:lnTo>
                  <a:lnTo>
                    <a:pt x="170" y="473"/>
                  </a:lnTo>
                  <a:lnTo>
                    <a:pt x="168" y="471"/>
                  </a:lnTo>
                  <a:lnTo>
                    <a:pt x="168" y="471"/>
                  </a:lnTo>
                  <a:lnTo>
                    <a:pt x="168" y="471"/>
                  </a:lnTo>
                  <a:lnTo>
                    <a:pt x="168" y="468"/>
                  </a:lnTo>
                  <a:lnTo>
                    <a:pt x="168" y="468"/>
                  </a:lnTo>
                  <a:lnTo>
                    <a:pt x="168" y="466"/>
                  </a:lnTo>
                  <a:lnTo>
                    <a:pt x="165" y="466"/>
                  </a:lnTo>
                  <a:lnTo>
                    <a:pt x="165" y="463"/>
                  </a:lnTo>
                  <a:lnTo>
                    <a:pt x="163" y="463"/>
                  </a:lnTo>
                  <a:lnTo>
                    <a:pt x="163" y="463"/>
                  </a:lnTo>
                  <a:lnTo>
                    <a:pt x="163" y="463"/>
                  </a:lnTo>
                  <a:lnTo>
                    <a:pt x="163" y="461"/>
                  </a:lnTo>
                  <a:lnTo>
                    <a:pt x="163" y="461"/>
                  </a:lnTo>
                  <a:lnTo>
                    <a:pt x="163" y="459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5" y="454"/>
                  </a:lnTo>
                  <a:lnTo>
                    <a:pt x="163" y="454"/>
                  </a:lnTo>
                  <a:lnTo>
                    <a:pt x="161" y="452"/>
                  </a:lnTo>
                  <a:lnTo>
                    <a:pt x="161" y="449"/>
                  </a:lnTo>
                  <a:lnTo>
                    <a:pt x="161" y="449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7"/>
                  </a:lnTo>
                  <a:lnTo>
                    <a:pt x="161" y="444"/>
                  </a:lnTo>
                  <a:lnTo>
                    <a:pt x="163" y="444"/>
                  </a:lnTo>
                  <a:lnTo>
                    <a:pt x="163" y="444"/>
                  </a:lnTo>
                  <a:lnTo>
                    <a:pt x="163" y="442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37"/>
                  </a:lnTo>
                  <a:lnTo>
                    <a:pt x="158" y="437"/>
                  </a:lnTo>
                  <a:lnTo>
                    <a:pt x="158" y="435"/>
                  </a:lnTo>
                  <a:lnTo>
                    <a:pt x="158" y="435"/>
                  </a:lnTo>
                  <a:lnTo>
                    <a:pt x="158" y="435"/>
                  </a:lnTo>
                  <a:lnTo>
                    <a:pt x="158" y="433"/>
                  </a:lnTo>
                  <a:lnTo>
                    <a:pt x="161" y="433"/>
                  </a:lnTo>
                  <a:lnTo>
                    <a:pt x="161" y="430"/>
                  </a:lnTo>
                  <a:lnTo>
                    <a:pt x="161" y="430"/>
                  </a:lnTo>
                  <a:lnTo>
                    <a:pt x="161" y="430"/>
                  </a:lnTo>
                  <a:lnTo>
                    <a:pt x="161" y="428"/>
                  </a:lnTo>
                  <a:lnTo>
                    <a:pt x="161" y="428"/>
                  </a:lnTo>
                  <a:lnTo>
                    <a:pt x="161" y="428"/>
                  </a:lnTo>
                  <a:lnTo>
                    <a:pt x="161" y="426"/>
                  </a:lnTo>
                  <a:lnTo>
                    <a:pt x="161" y="426"/>
                  </a:lnTo>
                  <a:lnTo>
                    <a:pt x="158" y="426"/>
                  </a:lnTo>
                  <a:lnTo>
                    <a:pt x="154" y="423"/>
                  </a:lnTo>
                  <a:lnTo>
                    <a:pt x="154" y="423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4" y="418"/>
                  </a:lnTo>
                  <a:lnTo>
                    <a:pt x="151" y="416"/>
                  </a:lnTo>
                  <a:lnTo>
                    <a:pt x="147" y="414"/>
                  </a:lnTo>
                  <a:lnTo>
                    <a:pt x="147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6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4" y="418"/>
                  </a:lnTo>
                  <a:lnTo>
                    <a:pt x="142" y="418"/>
                  </a:lnTo>
                  <a:lnTo>
                    <a:pt x="139" y="418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7" y="421"/>
                  </a:lnTo>
                  <a:lnTo>
                    <a:pt x="137" y="421"/>
                  </a:lnTo>
                  <a:lnTo>
                    <a:pt x="137" y="423"/>
                  </a:lnTo>
                  <a:lnTo>
                    <a:pt x="137" y="423"/>
                  </a:lnTo>
                  <a:lnTo>
                    <a:pt x="137" y="423"/>
                  </a:lnTo>
                  <a:lnTo>
                    <a:pt x="135" y="423"/>
                  </a:lnTo>
                  <a:lnTo>
                    <a:pt x="135" y="426"/>
                  </a:lnTo>
                  <a:lnTo>
                    <a:pt x="135" y="426"/>
                  </a:lnTo>
                  <a:lnTo>
                    <a:pt x="132" y="426"/>
                  </a:lnTo>
                  <a:lnTo>
                    <a:pt x="132" y="426"/>
                  </a:lnTo>
                  <a:lnTo>
                    <a:pt x="132" y="428"/>
                  </a:lnTo>
                  <a:lnTo>
                    <a:pt x="132" y="428"/>
                  </a:lnTo>
                  <a:lnTo>
                    <a:pt x="132" y="428"/>
                  </a:lnTo>
                  <a:lnTo>
                    <a:pt x="128" y="428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21" y="430"/>
                  </a:lnTo>
                  <a:lnTo>
                    <a:pt x="118" y="433"/>
                  </a:lnTo>
                  <a:lnTo>
                    <a:pt x="118" y="435"/>
                  </a:lnTo>
                  <a:lnTo>
                    <a:pt x="118" y="435"/>
                  </a:lnTo>
                  <a:lnTo>
                    <a:pt x="118" y="435"/>
                  </a:lnTo>
                  <a:lnTo>
                    <a:pt x="116" y="435"/>
                  </a:lnTo>
                  <a:lnTo>
                    <a:pt x="113" y="435"/>
                  </a:lnTo>
                  <a:lnTo>
                    <a:pt x="113" y="435"/>
                  </a:lnTo>
                  <a:lnTo>
                    <a:pt x="113" y="435"/>
                  </a:lnTo>
                  <a:lnTo>
                    <a:pt x="111" y="435"/>
                  </a:lnTo>
                  <a:lnTo>
                    <a:pt x="111" y="435"/>
                  </a:lnTo>
                  <a:lnTo>
                    <a:pt x="109" y="435"/>
                  </a:lnTo>
                  <a:lnTo>
                    <a:pt x="109" y="435"/>
                  </a:lnTo>
                  <a:lnTo>
                    <a:pt x="109" y="433"/>
                  </a:lnTo>
                  <a:lnTo>
                    <a:pt x="106" y="430"/>
                  </a:lnTo>
                  <a:lnTo>
                    <a:pt x="104" y="430"/>
                  </a:lnTo>
                  <a:lnTo>
                    <a:pt x="104" y="430"/>
                  </a:lnTo>
                  <a:lnTo>
                    <a:pt x="104" y="428"/>
                  </a:lnTo>
                  <a:lnTo>
                    <a:pt x="104" y="428"/>
                  </a:lnTo>
                  <a:lnTo>
                    <a:pt x="104" y="428"/>
                  </a:lnTo>
                  <a:lnTo>
                    <a:pt x="102" y="426"/>
                  </a:lnTo>
                  <a:lnTo>
                    <a:pt x="99" y="426"/>
                  </a:lnTo>
                  <a:lnTo>
                    <a:pt x="97" y="423"/>
                  </a:lnTo>
                  <a:lnTo>
                    <a:pt x="95" y="423"/>
                  </a:lnTo>
                  <a:lnTo>
                    <a:pt x="92" y="423"/>
                  </a:lnTo>
                  <a:lnTo>
                    <a:pt x="92" y="423"/>
                  </a:lnTo>
                  <a:lnTo>
                    <a:pt x="92" y="421"/>
                  </a:lnTo>
                  <a:lnTo>
                    <a:pt x="95" y="421"/>
                  </a:lnTo>
                  <a:lnTo>
                    <a:pt x="95" y="421"/>
                  </a:lnTo>
                  <a:lnTo>
                    <a:pt x="95" y="418"/>
                  </a:lnTo>
                  <a:lnTo>
                    <a:pt x="95" y="418"/>
                  </a:lnTo>
                  <a:lnTo>
                    <a:pt x="95" y="418"/>
                  </a:lnTo>
                  <a:lnTo>
                    <a:pt x="95" y="416"/>
                  </a:lnTo>
                  <a:lnTo>
                    <a:pt x="95" y="416"/>
                  </a:lnTo>
                  <a:lnTo>
                    <a:pt x="95" y="416"/>
                  </a:lnTo>
                  <a:lnTo>
                    <a:pt x="95" y="414"/>
                  </a:lnTo>
                  <a:lnTo>
                    <a:pt x="97" y="414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09"/>
                  </a:lnTo>
                  <a:lnTo>
                    <a:pt x="99" y="409"/>
                  </a:lnTo>
                  <a:lnTo>
                    <a:pt x="99" y="409"/>
                  </a:lnTo>
                  <a:lnTo>
                    <a:pt x="99" y="407"/>
                  </a:lnTo>
                  <a:lnTo>
                    <a:pt x="99" y="407"/>
                  </a:lnTo>
                  <a:lnTo>
                    <a:pt x="99" y="404"/>
                  </a:lnTo>
                  <a:lnTo>
                    <a:pt x="97" y="402"/>
                  </a:lnTo>
                  <a:lnTo>
                    <a:pt x="97" y="402"/>
                  </a:lnTo>
                  <a:lnTo>
                    <a:pt x="97" y="402"/>
                  </a:lnTo>
                  <a:lnTo>
                    <a:pt x="97" y="400"/>
                  </a:lnTo>
                  <a:lnTo>
                    <a:pt x="97" y="400"/>
                  </a:lnTo>
                  <a:lnTo>
                    <a:pt x="95" y="397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5"/>
                  </a:lnTo>
                  <a:lnTo>
                    <a:pt x="99" y="395"/>
                  </a:lnTo>
                  <a:lnTo>
                    <a:pt x="99" y="392"/>
                  </a:lnTo>
                  <a:lnTo>
                    <a:pt x="102" y="39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4" y="390"/>
                  </a:lnTo>
                  <a:lnTo>
                    <a:pt x="104" y="390"/>
                  </a:lnTo>
                  <a:lnTo>
                    <a:pt x="106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5"/>
                  </a:lnTo>
                  <a:lnTo>
                    <a:pt x="111" y="385"/>
                  </a:lnTo>
                  <a:lnTo>
                    <a:pt x="111" y="383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81"/>
                  </a:lnTo>
                  <a:lnTo>
                    <a:pt x="111" y="378"/>
                  </a:lnTo>
                  <a:lnTo>
                    <a:pt x="111" y="378"/>
                  </a:lnTo>
                  <a:lnTo>
                    <a:pt x="111" y="376"/>
                  </a:lnTo>
                  <a:lnTo>
                    <a:pt x="113" y="376"/>
                  </a:lnTo>
                  <a:lnTo>
                    <a:pt x="113" y="376"/>
                  </a:lnTo>
                  <a:lnTo>
                    <a:pt x="111" y="373"/>
                  </a:lnTo>
                  <a:lnTo>
                    <a:pt x="111" y="373"/>
                  </a:lnTo>
                  <a:lnTo>
                    <a:pt x="109" y="373"/>
                  </a:lnTo>
                  <a:lnTo>
                    <a:pt x="106" y="371"/>
                  </a:lnTo>
                  <a:lnTo>
                    <a:pt x="106" y="371"/>
                  </a:lnTo>
                  <a:lnTo>
                    <a:pt x="106" y="371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6" y="366"/>
                  </a:lnTo>
                  <a:lnTo>
                    <a:pt x="106" y="366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4"/>
                  </a:lnTo>
                  <a:lnTo>
                    <a:pt x="109" y="362"/>
                  </a:lnTo>
                  <a:lnTo>
                    <a:pt x="109" y="362"/>
                  </a:lnTo>
                  <a:lnTo>
                    <a:pt x="109" y="362"/>
                  </a:lnTo>
                  <a:lnTo>
                    <a:pt x="109" y="359"/>
                  </a:lnTo>
                  <a:lnTo>
                    <a:pt x="109" y="359"/>
                  </a:lnTo>
                  <a:lnTo>
                    <a:pt x="109" y="359"/>
                  </a:lnTo>
                  <a:lnTo>
                    <a:pt x="109" y="357"/>
                  </a:lnTo>
                  <a:lnTo>
                    <a:pt x="106" y="355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2"/>
                  </a:lnTo>
                  <a:lnTo>
                    <a:pt x="106" y="350"/>
                  </a:lnTo>
                  <a:lnTo>
                    <a:pt x="109" y="350"/>
                  </a:lnTo>
                  <a:lnTo>
                    <a:pt x="111" y="350"/>
                  </a:lnTo>
                  <a:lnTo>
                    <a:pt x="111" y="350"/>
                  </a:lnTo>
                  <a:lnTo>
                    <a:pt x="111" y="350"/>
                  </a:lnTo>
                  <a:lnTo>
                    <a:pt x="113" y="350"/>
                  </a:lnTo>
                  <a:lnTo>
                    <a:pt x="113" y="350"/>
                  </a:lnTo>
                  <a:lnTo>
                    <a:pt x="113" y="350"/>
                  </a:lnTo>
                  <a:lnTo>
                    <a:pt x="113" y="347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3" y="345"/>
                  </a:lnTo>
                  <a:lnTo>
                    <a:pt x="113" y="343"/>
                  </a:lnTo>
                  <a:lnTo>
                    <a:pt x="113" y="343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13" y="340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8"/>
                  </a:lnTo>
                  <a:lnTo>
                    <a:pt x="113" y="336"/>
                  </a:lnTo>
                  <a:lnTo>
                    <a:pt x="113" y="336"/>
                  </a:lnTo>
                  <a:lnTo>
                    <a:pt x="116" y="333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18" y="329"/>
                  </a:lnTo>
                  <a:lnTo>
                    <a:pt x="118" y="326"/>
                  </a:lnTo>
                  <a:lnTo>
                    <a:pt x="118" y="326"/>
                  </a:lnTo>
                  <a:lnTo>
                    <a:pt x="118" y="324"/>
                  </a:lnTo>
                  <a:lnTo>
                    <a:pt x="123" y="321"/>
                  </a:lnTo>
                  <a:lnTo>
                    <a:pt x="123" y="319"/>
                  </a:lnTo>
                  <a:lnTo>
                    <a:pt x="123" y="319"/>
                  </a:lnTo>
                  <a:lnTo>
                    <a:pt x="123" y="319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3" y="317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0"/>
                  </a:lnTo>
                  <a:lnTo>
                    <a:pt x="128" y="310"/>
                  </a:lnTo>
                  <a:lnTo>
                    <a:pt x="125" y="310"/>
                  </a:lnTo>
                  <a:lnTo>
                    <a:pt x="125" y="310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5" y="307"/>
                  </a:lnTo>
                  <a:lnTo>
                    <a:pt x="128" y="305"/>
                  </a:lnTo>
                  <a:lnTo>
                    <a:pt x="128" y="305"/>
                  </a:lnTo>
                  <a:lnTo>
                    <a:pt x="128" y="305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2"/>
                  </a:lnTo>
                  <a:lnTo>
                    <a:pt x="128" y="300"/>
                  </a:lnTo>
                  <a:lnTo>
                    <a:pt x="130" y="300"/>
                  </a:lnTo>
                  <a:lnTo>
                    <a:pt x="130" y="298"/>
                  </a:lnTo>
                  <a:lnTo>
                    <a:pt x="130" y="295"/>
                  </a:lnTo>
                  <a:lnTo>
                    <a:pt x="130" y="295"/>
                  </a:lnTo>
                  <a:lnTo>
                    <a:pt x="130" y="295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28" y="293"/>
                  </a:lnTo>
                  <a:lnTo>
                    <a:pt x="128" y="293"/>
                  </a:lnTo>
                  <a:lnTo>
                    <a:pt x="128" y="293"/>
                  </a:lnTo>
                  <a:lnTo>
                    <a:pt x="121" y="293"/>
                  </a:lnTo>
                  <a:lnTo>
                    <a:pt x="121" y="293"/>
                  </a:lnTo>
                  <a:lnTo>
                    <a:pt x="118" y="295"/>
                  </a:lnTo>
                  <a:lnTo>
                    <a:pt x="118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3" y="293"/>
                  </a:lnTo>
                  <a:lnTo>
                    <a:pt x="113" y="293"/>
                  </a:lnTo>
                  <a:lnTo>
                    <a:pt x="113" y="293"/>
                  </a:lnTo>
                  <a:lnTo>
                    <a:pt x="111" y="295"/>
                  </a:lnTo>
                  <a:lnTo>
                    <a:pt x="109" y="295"/>
                  </a:lnTo>
                  <a:lnTo>
                    <a:pt x="109" y="295"/>
                  </a:lnTo>
                  <a:lnTo>
                    <a:pt x="106" y="293"/>
                  </a:lnTo>
                  <a:lnTo>
                    <a:pt x="106" y="293"/>
                  </a:lnTo>
                  <a:lnTo>
                    <a:pt x="104" y="291"/>
                  </a:lnTo>
                  <a:lnTo>
                    <a:pt x="102" y="291"/>
                  </a:lnTo>
                  <a:lnTo>
                    <a:pt x="102" y="291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04" y="286"/>
                  </a:lnTo>
                  <a:lnTo>
                    <a:pt x="104" y="286"/>
                  </a:lnTo>
                  <a:lnTo>
                    <a:pt x="104" y="284"/>
                  </a:lnTo>
                  <a:lnTo>
                    <a:pt x="104" y="284"/>
                  </a:lnTo>
                  <a:lnTo>
                    <a:pt x="104" y="284"/>
                  </a:lnTo>
                  <a:lnTo>
                    <a:pt x="102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9" y="281"/>
                  </a:lnTo>
                  <a:lnTo>
                    <a:pt x="97" y="281"/>
                  </a:lnTo>
                  <a:lnTo>
                    <a:pt x="97" y="281"/>
                  </a:lnTo>
                  <a:lnTo>
                    <a:pt x="95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4"/>
                  </a:lnTo>
                  <a:lnTo>
                    <a:pt x="92" y="281"/>
                  </a:lnTo>
                  <a:lnTo>
                    <a:pt x="92" y="281"/>
                  </a:lnTo>
                  <a:lnTo>
                    <a:pt x="92" y="279"/>
                  </a:lnTo>
                  <a:lnTo>
                    <a:pt x="92" y="279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2" y="276"/>
                  </a:lnTo>
                  <a:lnTo>
                    <a:pt x="90" y="274"/>
                  </a:lnTo>
                  <a:lnTo>
                    <a:pt x="87" y="274"/>
                  </a:lnTo>
                  <a:lnTo>
                    <a:pt x="87" y="272"/>
                  </a:lnTo>
                  <a:lnTo>
                    <a:pt x="85" y="272"/>
                  </a:lnTo>
                  <a:lnTo>
                    <a:pt x="85" y="269"/>
                  </a:lnTo>
                  <a:lnTo>
                    <a:pt x="83" y="269"/>
                  </a:lnTo>
                  <a:lnTo>
                    <a:pt x="80" y="267"/>
                  </a:lnTo>
                  <a:lnTo>
                    <a:pt x="80" y="267"/>
                  </a:lnTo>
                  <a:lnTo>
                    <a:pt x="80" y="265"/>
                  </a:lnTo>
                  <a:lnTo>
                    <a:pt x="80" y="265"/>
                  </a:lnTo>
                  <a:lnTo>
                    <a:pt x="80" y="262"/>
                  </a:lnTo>
                  <a:lnTo>
                    <a:pt x="80" y="260"/>
                  </a:lnTo>
                  <a:lnTo>
                    <a:pt x="80" y="260"/>
                  </a:lnTo>
                  <a:lnTo>
                    <a:pt x="80" y="260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8" y="253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76" y="248"/>
                  </a:lnTo>
                  <a:lnTo>
                    <a:pt x="73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3"/>
                  </a:lnTo>
                  <a:lnTo>
                    <a:pt x="71" y="243"/>
                  </a:lnTo>
                  <a:lnTo>
                    <a:pt x="64" y="234"/>
                  </a:lnTo>
                  <a:lnTo>
                    <a:pt x="61" y="231"/>
                  </a:lnTo>
                  <a:lnTo>
                    <a:pt x="61" y="227"/>
                  </a:lnTo>
                  <a:lnTo>
                    <a:pt x="59" y="227"/>
                  </a:lnTo>
                  <a:lnTo>
                    <a:pt x="57" y="224"/>
                  </a:lnTo>
                  <a:lnTo>
                    <a:pt x="57" y="224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4" y="222"/>
                  </a:lnTo>
                  <a:lnTo>
                    <a:pt x="54" y="222"/>
                  </a:lnTo>
                  <a:lnTo>
                    <a:pt x="54" y="220"/>
                  </a:lnTo>
                  <a:lnTo>
                    <a:pt x="54" y="220"/>
                  </a:lnTo>
                  <a:lnTo>
                    <a:pt x="54" y="217"/>
                  </a:lnTo>
                  <a:lnTo>
                    <a:pt x="54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2" y="215"/>
                  </a:lnTo>
                  <a:lnTo>
                    <a:pt x="52" y="215"/>
                  </a:lnTo>
                  <a:lnTo>
                    <a:pt x="50" y="213"/>
                  </a:lnTo>
                  <a:lnTo>
                    <a:pt x="50" y="213"/>
                  </a:lnTo>
                  <a:lnTo>
                    <a:pt x="50" y="210"/>
                  </a:lnTo>
                  <a:lnTo>
                    <a:pt x="42" y="208"/>
                  </a:lnTo>
                  <a:lnTo>
                    <a:pt x="38" y="205"/>
                  </a:lnTo>
                  <a:lnTo>
                    <a:pt x="35" y="205"/>
                  </a:lnTo>
                  <a:lnTo>
                    <a:pt x="35" y="205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3" y="201"/>
                  </a:lnTo>
                  <a:lnTo>
                    <a:pt x="33" y="198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24" y="189"/>
                  </a:lnTo>
                  <a:lnTo>
                    <a:pt x="21" y="187"/>
                  </a:lnTo>
                  <a:lnTo>
                    <a:pt x="19" y="187"/>
                  </a:lnTo>
                  <a:lnTo>
                    <a:pt x="19" y="187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19" y="184"/>
                  </a:lnTo>
                  <a:lnTo>
                    <a:pt x="21" y="184"/>
                  </a:lnTo>
                  <a:lnTo>
                    <a:pt x="24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4"/>
                  </a:lnTo>
                  <a:lnTo>
                    <a:pt x="26" y="182"/>
                  </a:lnTo>
                  <a:lnTo>
                    <a:pt x="26" y="182"/>
                  </a:lnTo>
                  <a:lnTo>
                    <a:pt x="26" y="182"/>
                  </a:lnTo>
                  <a:lnTo>
                    <a:pt x="24" y="179"/>
                  </a:lnTo>
                  <a:lnTo>
                    <a:pt x="24" y="179"/>
                  </a:lnTo>
                  <a:lnTo>
                    <a:pt x="24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5"/>
                  </a:lnTo>
                  <a:lnTo>
                    <a:pt x="21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2"/>
                  </a:lnTo>
                  <a:lnTo>
                    <a:pt x="21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26" y="165"/>
                  </a:lnTo>
                  <a:lnTo>
                    <a:pt x="26" y="165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1" y="151"/>
                  </a:lnTo>
                  <a:lnTo>
                    <a:pt x="19" y="151"/>
                  </a:lnTo>
                  <a:lnTo>
                    <a:pt x="19" y="151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6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4" y="139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7" y="127"/>
                  </a:lnTo>
                  <a:lnTo>
                    <a:pt x="5" y="125"/>
                  </a:lnTo>
                  <a:lnTo>
                    <a:pt x="5" y="123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1"/>
                  </a:lnTo>
                  <a:lnTo>
                    <a:pt x="2" y="97"/>
                  </a:lnTo>
                  <a:lnTo>
                    <a:pt x="5" y="82"/>
                  </a:lnTo>
                  <a:lnTo>
                    <a:pt x="7" y="68"/>
                  </a:lnTo>
                  <a:lnTo>
                    <a:pt x="9" y="54"/>
                  </a:lnTo>
                  <a:lnTo>
                    <a:pt x="12" y="42"/>
                  </a:lnTo>
                  <a:lnTo>
                    <a:pt x="12" y="28"/>
                  </a:lnTo>
                  <a:lnTo>
                    <a:pt x="14" y="14"/>
                  </a:lnTo>
                  <a:lnTo>
                    <a:pt x="16" y="0"/>
                  </a:lnTo>
                  <a:lnTo>
                    <a:pt x="35" y="2"/>
                  </a:lnTo>
                  <a:lnTo>
                    <a:pt x="54" y="4"/>
                  </a:lnTo>
                  <a:lnTo>
                    <a:pt x="73" y="9"/>
                  </a:lnTo>
                  <a:lnTo>
                    <a:pt x="92" y="11"/>
                  </a:lnTo>
                  <a:lnTo>
                    <a:pt x="111" y="14"/>
                  </a:lnTo>
                  <a:lnTo>
                    <a:pt x="130" y="16"/>
                  </a:lnTo>
                  <a:lnTo>
                    <a:pt x="149" y="18"/>
                  </a:lnTo>
                  <a:lnTo>
                    <a:pt x="168" y="21"/>
                  </a:lnTo>
                  <a:lnTo>
                    <a:pt x="187" y="23"/>
                  </a:lnTo>
                  <a:lnTo>
                    <a:pt x="187" y="23"/>
                  </a:lnTo>
                  <a:lnTo>
                    <a:pt x="206" y="26"/>
                  </a:lnTo>
                  <a:lnTo>
                    <a:pt x="225" y="28"/>
                  </a:lnTo>
                  <a:lnTo>
                    <a:pt x="244" y="30"/>
                  </a:lnTo>
                  <a:lnTo>
                    <a:pt x="262" y="33"/>
                  </a:lnTo>
                  <a:lnTo>
                    <a:pt x="281" y="35"/>
                  </a:lnTo>
                  <a:lnTo>
                    <a:pt x="300" y="37"/>
                  </a:lnTo>
                  <a:lnTo>
                    <a:pt x="319" y="40"/>
                  </a:lnTo>
                  <a:lnTo>
                    <a:pt x="338" y="42"/>
                  </a:lnTo>
                  <a:lnTo>
                    <a:pt x="357" y="45"/>
                  </a:lnTo>
                  <a:lnTo>
                    <a:pt x="376" y="45"/>
                  </a:lnTo>
                  <a:lnTo>
                    <a:pt x="395" y="47"/>
                  </a:lnTo>
                  <a:lnTo>
                    <a:pt x="414" y="49"/>
                  </a:lnTo>
                  <a:lnTo>
                    <a:pt x="433" y="52"/>
                  </a:lnTo>
                  <a:lnTo>
                    <a:pt x="452" y="54"/>
                  </a:lnTo>
                  <a:lnTo>
                    <a:pt x="471" y="56"/>
                  </a:lnTo>
                  <a:lnTo>
                    <a:pt x="490" y="56"/>
                  </a:lnTo>
                  <a:lnTo>
                    <a:pt x="508" y="59"/>
                  </a:lnTo>
                  <a:lnTo>
                    <a:pt x="527" y="61"/>
                  </a:lnTo>
                  <a:lnTo>
                    <a:pt x="539" y="61"/>
                  </a:lnTo>
                  <a:lnTo>
                    <a:pt x="546" y="63"/>
                  </a:lnTo>
                  <a:lnTo>
                    <a:pt x="568" y="63"/>
                  </a:lnTo>
                  <a:lnTo>
                    <a:pt x="587" y="66"/>
                  </a:lnTo>
                  <a:lnTo>
                    <a:pt x="605" y="68"/>
                  </a:lnTo>
                  <a:lnTo>
                    <a:pt x="624" y="68"/>
                  </a:lnTo>
                  <a:lnTo>
                    <a:pt x="643" y="71"/>
                  </a:lnTo>
                  <a:lnTo>
                    <a:pt x="662" y="73"/>
                  </a:lnTo>
                  <a:lnTo>
                    <a:pt x="681" y="73"/>
                  </a:lnTo>
                  <a:lnTo>
                    <a:pt x="700" y="75"/>
                  </a:lnTo>
                  <a:lnTo>
                    <a:pt x="719" y="75"/>
                  </a:lnTo>
                  <a:lnTo>
                    <a:pt x="738" y="78"/>
                  </a:lnTo>
                  <a:lnTo>
                    <a:pt x="757" y="80"/>
                  </a:lnTo>
                  <a:lnTo>
                    <a:pt x="776" y="80"/>
                  </a:lnTo>
                  <a:lnTo>
                    <a:pt x="795" y="82"/>
                  </a:lnTo>
                  <a:lnTo>
                    <a:pt x="814" y="82"/>
                  </a:lnTo>
                  <a:lnTo>
                    <a:pt x="833" y="85"/>
                  </a:lnTo>
                  <a:lnTo>
                    <a:pt x="851" y="85"/>
                  </a:lnTo>
                  <a:lnTo>
                    <a:pt x="873" y="87"/>
                  </a:lnTo>
                  <a:lnTo>
                    <a:pt x="892" y="87"/>
                  </a:lnTo>
                  <a:lnTo>
                    <a:pt x="911" y="87"/>
                  </a:lnTo>
                  <a:lnTo>
                    <a:pt x="930" y="89"/>
                  </a:lnTo>
                  <a:lnTo>
                    <a:pt x="948" y="89"/>
                  </a:lnTo>
                  <a:lnTo>
                    <a:pt x="967" y="92"/>
                  </a:lnTo>
                  <a:lnTo>
                    <a:pt x="986" y="92"/>
                  </a:lnTo>
                  <a:lnTo>
                    <a:pt x="1005" y="92"/>
                  </a:lnTo>
                  <a:lnTo>
                    <a:pt x="1024" y="94"/>
                  </a:lnTo>
                  <a:lnTo>
                    <a:pt x="1043" y="94"/>
                  </a:lnTo>
                  <a:lnTo>
                    <a:pt x="1057" y="94"/>
                  </a:lnTo>
                  <a:lnTo>
                    <a:pt x="1057" y="118"/>
                  </a:lnTo>
                  <a:lnTo>
                    <a:pt x="1055" y="139"/>
                  </a:lnTo>
                  <a:lnTo>
                    <a:pt x="1055" y="163"/>
                  </a:lnTo>
                  <a:lnTo>
                    <a:pt x="1055" y="184"/>
                  </a:lnTo>
                  <a:lnTo>
                    <a:pt x="1053" y="208"/>
                  </a:lnTo>
                  <a:lnTo>
                    <a:pt x="1053" y="229"/>
                  </a:lnTo>
                  <a:lnTo>
                    <a:pt x="1053" y="253"/>
                  </a:lnTo>
                  <a:lnTo>
                    <a:pt x="1053" y="274"/>
                  </a:lnTo>
                  <a:lnTo>
                    <a:pt x="1050" y="298"/>
                  </a:lnTo>
                  <a:lnTo>
                    <a:pt x="1050" y="321"/>
                  </a:lnTo>
                  <a:lnTo>
                    <a:pt x="1050" y="343"/>
                  </a:lnTo>
                  <a:lnTo>
                    <a:pt x="1048" y="366"/>
                  </a:lnTo>
                  <a:lnTo>
                    <a:pt x="1048" y="390"/>
                  </a:lnTo>
                  <a:lnTo>
                    <a:pt x="1048" y="411"/>
                  </a:lnTo>
                  <a:lnTo>
                    <a:pt x="1045" y="435"/>
                  </a:lnTo>
                  <a:lnTo>
                    <a:pt x="1045" y="459"/>
                  </a:lnTo>
                  <a:lnTo>
                    <a:pt x="1045" y="45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2" name="Freeform 30">
              <a:extLst>
                <a:ext uri="{FF2B5EF4-FFF2-40B4-BE49-F238E27FC236}">
                  <a16:creationId xmlns:a16="http://schemas.microsoft.com/office/drawing/2014/main" id="{5E611A39-0374-4D9C-BA66-78CFE1BD7F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1007" y="3411063"/>
              <a:ext cx="337032" cy="583433"/>
            </a:xfrm>
            <a:custGeom>
              <a:avLst/>
              <a:gdLst>
                <a:gd name="T0" fmla="*/ 284 w 357"/>
                <a:gd name="T1" fmla="*/ 603 h 618"/>
                <a:gd name="T2" fmla="*/ 286 w 357"/>
                <a:gd name="T3" fmla="*/ 606 h 618"/>
                <a:gd name="T4" fmla="*/ 286 w 357"/>
                <a:gd name="T5" fmla="*/ 599 h 618"/>
                <a:gd name="T6" fmla="*/ 298 w 357"/>
                <a:gd name="T7" fmla="*/ 603 h 618"/>
                <a:gd name="T8" fmla="*/ 357 w 357"/>
                <a:gd name="T9" fmla="*/ 596 h 618"/>
                <a:gd name="T10" fmla="*/ 345 w 357"/>
                <a:gd name="T11" fmla="*/ 504 h 618"/>
                <a:gd name="T12" fmla="*/ 331 w 357"/>
                <a:gd name="T13" fmla="*/ 400 h 618"/>
                <a:gd name="T14" fmla="*/ 328 w 357"/>
                <a:gd name="T15" fmla="*/ 343 h 618"/>
                <a:gd name="T16" fmla="*/ 328 w 357"/>
                <a:gd name="T17" fmla="*/ 220 h 618"/>
                <a:gd name="T18" fmla="*/ 328 w 357"/>
                <a:gd name="T19" fmla="*/ 76 h 618"/>
                <a:gd name="T20" fmla="*/ 328 w 357"/>
                <a:gd name="T21" fmla="*/ 12 h 618"/>
                <a:gd name="T22" fmla="*/ 288 w 357"/>
                <a:gd name="T23" fmla="*/ 5 h 618"/>
                <a:gd name="T24" fmla="*/ 182 w 357"/>
                <a:gd name="T25" fmla="*/ 14 h 618"/>
                <a:gd name="T26" fmla="*/ 106 w 357"/>
                <a:gd name="T27" fmla="*/ 26 h 618"/>
                <a:gd name="T28" fmla="*/ 90 w 357"/>
                <a:gd name="T29" fmla="*/ 52 h 618"/>
                <a:gd name="T30" fmla="*/ 78 w 357"/>
                <a:gd name="T31" fmla="*/ 64 h 618"/>
                <a:gd name="T32" fmla="*/ 71 w 357"/>
                <a:gd name="T33" fmla="*/ 102 h 618"/>
                <a:gd name="T34" fmla="*/ 64 w 357"/>
                <a:gd name="T35" fmla="*/ 109 h 618"/>
                <a:gd name="T36" fmla="*/ 56 w 357"/>
                <a:gd name="T37" fmla="*/ 113 h 618"/>
                <a:gd name="T38" fmla="*/ 45 w 357"/>
                <a:gd name="T39" fmla="*/ 135 h 618"/>
                <a:gd name="T40" fmla="*/ 38 w 357"/>
                <a:gd name="T41" fmla="*/ 151 h 618"/>
                <a:gd name="T42" fmla="*/ 38 w 357"/>
                <a:gd name="T43" fmla="*/ 163 h 618"/>
                <a:gd name="T44" fmla="*/ 33 w 357"/>
                <a:gd name="T45" fmla="*/ 180 h 618"/>
                <a:gd name="T46" fmla="*/ 21 w 357"/>
                <a:gd name="T47" fmla="*/ 194 h 618"/>
                <a:gd name="T48" fmla="*/ 23 w 357"/>
                <a:gd name="T49" fmla="*/ 206 h 618"/>
                <a:gd name="T50" fmla="*/ 33 w 357"/>
                <a:gd name="T51" fmla="*/ 220 h 618"/>
                <a:gd name="T52" fmla="*/ 35 w 357"/>
                <a:gd name="T53" fmla="*/ 241 h 618"/>
                <a:gd name="T54" fmla="*/ 35 w 357"/>
                <a:gd name="T55" fmla="*/ 260 h 618"/>
                <a:gd name="T56" fmla="*/ 40 w 357"/>
                <a:gd name="T57" fmla="*/ 282 h 618"/>
                <a:gd name="T58" fmla="*/ 40 w 357"/>
                <a:gd name="T59" fmla="*/ 296 h 618"/>
                <a:gd name="T60" fmla="*/ 45 w 357"/>
                <a:gd name="T61" fmla="*/ 315 h 618"/>
                <a:gd name="T62" fmla="*/ 40 w 357"/>
                <a:gd name="T63" fmla="*/ 327 h 618"/>
                <a:gd name="T64" fmla="*/ 45 w 357"/>
                <a:gd name="T65" fmla="*/ 341 h 618"/>
                <a:gd name="T66" fmla="*/ 61 w 357"/>
                <a:gd name="T67" fmla="*/ 357 h 618"/>
                <a:gd name="T68" fmla="*/ 59 w 357"/>
                <a:gd name="T69" fmla="*/ 376 h 618"/>
                <a:gd name="T70" fmla="*/ 54 w 357"/>
                <a:gd name="T71" fmla="*/ 395 h 618"/>
                <a:gd name="T72" fmla="*/ 38 w 357"/>
                <a:gd name="T73" fmla="*/ 416 h 618"/>
                <a:gd name="T74" fmla="*/ 21 w 357"/>
                <a:gd name="T75" fmla="*/ 435 h 618"/>
                <a:gd name="T76" fmla="*/ 12 w 357"/>
                <a:gd name="T77" fmla="*/ 466 h 618"/>
                <a:gd name="T78" fmla="*/ 14 w 357"/>
                <a:gd name="T79" fmla="*/ 483 h 618"/>
                <a:gd name="T80" fmla="*/ 0 w 357"/>
                <a:gd name="T81" fmla="*/ 499 h 618"/>
                <a:gd name="T82" fmla="*/ 4 w 357"/>
                <a:gd name="T83" fmla="*/ 509 h 618"/>
                <a:gd name="T84" fmla="*/ 7 w 357"/>
                <a:gd name="T85" fmla="*/ 530 h 618"/>
                <a:gd name="T86" fmla="*/ 104 w 357"/>
                <a:gd name="T87" fmla="*/ 523 h 618"/>
                <a:gd name="T88" fmla="*/ 198 w 357"/>
                <a:gd name="T89" fmla="*/ 513 h 618"/>
                <a:gd name="T90" fmla="*/ 201 w 357"/>
                <a:gd name="T91" fmla="*/ 540 h 618"/>
                <a:gd name="T92" fmla="*/ 203 w 357"/>
                <a:gd name="T93" fmla="*/ 558 h 618"/>
                <a:gd name="T94" fmla="*/ 220 w 357"/>
                <a:gd name="T95" fmla="*/ 580 h 618"/>
                <a:gd name="T96" fmla="*/ 224 w 357"/>
                <a:gd name="T97" fmla="*/ 599 h 618"/>
                <a:gd name="T98" fmla="*/ 239 w 357"/>
                <a:gd name="T99" fmla="*/ 611 h 618"/>
                <a:gd name="T100" fmla="*/ 246 w 357"/>
                <a:gd name="T101" fmla="*/ 611 h 618"/>
                <a:gd name="T102" fmla="*/ 248 w 357"/>
                <a:gd name="T103" fmla="*/ 601 h 618"/>
                <a:gd name="T104" fmla="*/ 255 w 357"/>
                <a:gd name="T105" fmla="*/ 589 h 618"/>
                <a:gd name="T106" fmla="*/ 265 w 357"/>
                <a:gd name="T107" fmla="*/ 592 h 618"/>
                <a:gd name="T108" fmla="*/ 291 w 357"/>
                <a:gd name="T109" fmla="*/ 582 h 618"/>
                <a:gd name="T110" fmla="*/ 295 w 357"/>
                <a:gd name="T111" fmla="*/ 575 h 618"/>
                <a:gd name="T112" fmla="*/ 336 w 357"/>
                <a:gd name="T113" fmla="*/ 575 h 618"/>
                <a:gd name="T114" fmla="*/ 345 w 357"/>
                <a:gd name="T115" fmla="*/ 582 h 618"/>
                <a:gd name="T116" fmla="*/ 357 w 357"/>
                <a:gd name="T117" fmla="*/ 577 h 618"/>
                <a:gd name="T118" fmla="*/ 326 w 357"/>
                <a:gd name="T119" fmla="*/ 594 h 618"/>
                <a:gd name="T120" fmla="*/ 336 w 357"/>
                <a:gd name="T121" fmla="*/ 596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7" h="618">
                  <a:moveTo>
                    <a:pt x="286" y="599"/>
                  </a:moveTo>
                  <a:lnTo>
                    <a:pt x="286" y="601"/>
                  </a:lnTo>
                  <a:lnTo>
                    <a:pt x="284" y="601"/>
                  </a:lnTo>
                  <a:lnTo>
                    <a:pt x="279" y="601"/>
                  </a:lnTo>
                  <a:lnTo>
                    <a:pt x="279" y="603"/>
                  </a:lnTo>
                  <a:lnTo>
                    <a:pt x="281" y="601"/>
                  </a:lnTo>
                  <a:lnTo>
                    <a:pt x="284" y="601"/>
                  </a:lnTo>
                  <a:lnTo>
                    <a:pt x="284" y="603"/>
                  </a:lnTo>
                  <a:lnTo>
                    <a:pt x="284" y="603"/>
                  </a:lnTo>
                  <a:lnTo>
                    <a:pt x="286" y="603"/>
                  </a:lnTo>
                  <a:lnTo>
                    <a:pt x="286" y="603"/>
                  </a:lnTo>
                  <a:lnTo>
                    <a:pt x="284" y="606"/>
                  </a:lnTo>
                  <a:lnTo>
                    <a:pt x="284" y="606"/>
                  </a:lnTo>
                  <a:lnTo>
                    <a:pt x="284" y="606"/>
                  </a:lnTo>
                  <a:lnTo>
                    <a:pt x="286" y="606"/>
                  </a:lnTo>
                  <a:lnTo>
                    <a:pt x="286" y="606"/>
                  </a:lnTo>
                  <a:lnTo>
                    <a:pt x="286" y="606"/>
                  </a:lnTo>
                  <a:lnTo>
                    <a:pt x="288" y="601"/>
                  </a:lnTo>
                  <a:lnTo>
                    <a:pt x="288" y="601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8" y="599"/>
                  </a:lnTo>
                  <a:lnTo>
                    <a:pt x="286" y="599"/>
                  </a:lnTo>
                  <a:close/>
                  <a:moveTo>
                    <a:pt x="248" y="615"/>
                  </a:moveTo>
                  <a:lnTo>
                    <a:pt x="248" y="618"/>
                  </a:lnTo>
                  <a:lnTo>
                    <a:pt x="250" y="618"/>
                  </a:lnTo>
                  <a:lnTo>
                    <a:pt x="250" y="615"/>
                  </a:lnTo>
                  <a:lnTo>
                    <a:pt x="250" y="615"/>
                  </a:lnTo>
                  <a:lnTo>
                    <a:pt x="248" y="615"/>
                  </a:lnTo>
                  <a:close/>
                  <a:moveTo>
                    <a:pt x="298" y="603"/>
                  </a:moveTo>
                  <a:lnTo>
                    <a:pt x="298" y="603"/>
                  </a:lnTo>
                  <a:lnTo>
                    <a:pt x="300" y="601"/>
                  </a:lnTo>
                  <a:lnTo>
                    <a:pt x="302" y="601"/>
                  </a:lnTo>
                  <a:lnTo>
                    <a:pt x="300" y="601"/>
                  </a:lnTo>
                  <a:lnTo>
                    <a:pt x="298" y="603"/>
                  </a:lnTo>
                  <a:close/>
                  <a:moveTo>
                    <a:pt x="347" y="596"/>
                  </a:moveTo>
                  <a:lnTo>
                    <a:pt x="352" y="596"/>
                  </a:lnTo>
                  <a:lnTo>
                    <a:pt x="354" y="596"/>
                  </a:lnTo>
                  <a:lnTo>
                    <a:pt x="357" y="596"/>
                  </a:lnTo>
                  <a:lnTo>
                    <a:pt x="347" y="596"/>
                  </a:lnTo>
                  <a:lnTo>
                    <a:pt x="347" y="596"/>
                  </a:lnTo>
                  <a:close/>
                  <a:moveTo>
                    <a:pt x="357" y="575"/>
                  </a:moveTo>
                  <a:lnTo>
                    <a:pt x="352" y="551"/>
                  </a:lnTo>
                  <a:lnTo>
                    <a:pt x="352" y="540"/>
                  </a:lnTo>
                  <a:lnTo>
                    <a:pt x="350" y="528"/>
                  </a:lnTo>
                  <a:lnTo>
                    <a:pt x="347" y="516"/>
                  </a:lnTo>
                  <a:lnTo>
                    <a:pt x="345" y="504"/>
                  </a:lnTo>
                  <a:lnTo>
                    <a:pt x="343" y="495"/>
                  </a:lnTo>
                  <a:lnTo>
                    <a:pt x="343" y="483"/>
                  </a:lnTo>
                  <a:lnTo>
                    <a:pt x="338" y="459"/>
                  </a:lnTo>
                  <a:lnTo>
                    <a:pt x="338" y="447"/>
                  </a:lnTo>
                  <a:lnTo>
                    <a:pt x="336" y="435"/>
                  </a:lnTo>
                  <a:lnTo>
                    <a:pt x="333" y="424"/>
                  </a:lnTo>
                  <a:lnTo>
                    <a:pt x="331" y="412"/>
                  </a:lnTo>
                  <a:lnTo>
                    <a:pt x="331" y="400"/>
                  </a:lnTo>
                  <a:lnTo>
                    <a:pt x="328" y="390"/>
                  </a:lnTo>
                  <a:lnTo>
                    <a:pt x="328" y="388"/>
                  </a:lnTo>
                  <a:lnTo>
                    <a:pt x="328" y="386"/>
                  </a:lnTo>
                  <a:lnTo>
                    <a:pt x="328" y="381"/>
                  </a:lnTo>
                  <a:lnTo>
                    <a:pt x="328" y="374"/>
                  </a:lnTo>
                  <a:lnTo>
                    <a:pt x="328" y="364"/>
                  </a:lnTo>
                  <a:lnTo>
                    <a:pt x="328" y="355"/>
                  </a:lnTo>
                  <a:lnTo>
                    <a:pt x="328" y="343"/>
                  </a:lnTo>
                  <a:lnTo>
                    <a:pt x="328" y="331"/>
                  </a:lnTo>
                  <a:lnTo>
                    <a:pt x="328" y="317"/>
                  </a:lnTo>
                  <a:lnTo>
                    <a:pt x="328" y="303"/>
                  </a:lnTo>
                  <a:lnTo>
                    <a:pt x="328" y="289"/>
                  </a:lnTo>
                  <a:lnTo>
                    <a:pt x="328" y="272"/>
                  </a:lnTo>
                  <a:lnTo>
                    <a:pt x="328" y="256"/>
                  </a:lnTo>
                  <a:lnTo>
                    <a:pt x="328" y="239"/>
                  </a:lnTo>
                  <a:lnTo>
                    <a:pt x="328" y="220"/>
                  </a:lnTo>
                  <a:lnTo>
                    <a:pt x="328" y="187"/>
                  </a:lnTo>
                  <a:lnTo>
                    <a:pt x="328" y="168"/>
                  </a:lnTo>
                  <a:lnTo>
                    <a:pt x="328" y="151"/>
                  </a:lnTo>
                  <a:lnTo>
                    <a:pt x="328" y="135"/>
                  </a:lnTo>
                  <a:lnTo>
                    <a:pt x="328" y="118"/>
                  </a:lnTo>
                  <a:lnTo>
                    <a:pt x="328" y="104"/>
                  </a:lnTo>
                  <a:lnTo>
                    <a:pt x="328" y="90"/>
                  </a:lnTo>
                  <a:lnTo>
                    <a:pt x="328" y="76"/>
                  </a:lnTo>
                  <a:lnTo>
                    <a:pt x="328" y="64"/>
                  </a:lnTo>
                  <a:lnTo>
                    <a:pt x="328" y="52"/>
                  </a:lnTo>
                  <a:lnTo>
                    <a:pt x="328" y="42"/>
                  </a:lnTo>
                  <a:lnTo>
                    <a:pt x="328" y="33"/>
                  </a:lnTo>
                  <a:lnTo>
                    <a:pt x="328" y="21"/>
                  </a:lnTo>
                  <a:lnTo>
                    <a:pt x="328" y="19"/>
                  </a:lnTo>
                  <a:lnTo>
                    <a:pt x="328" y="12"/>
                  </a:lnTo>
                  <a:lnTo>
                    <a:pt x="328" y="12"/>
                  </a:lnTo>
                  <a:lnTo>
                    <a:pt x="328" y="12"/>
                  </a:lnTo>
                  <a:lnTo>
                    <a:pt x="324" y="9"/>
                  </a:lnTo>
                  <a:lnTo>
                    <a:pt x="321" y="5"/>
                  </a:lnTo>
                  <a:lnTo>
                    <a:pt x="319" y="0"/>
                  </a:lnTo>
                  <a:lnTo>
                    <a:pt x="319" y="0"/>
                  </a:lnTo>
                  <a:lnTo>
                    <a:pt x="314" y="0"/>
                  </a:lnTo>
                  <a:lnTo>
                    <a:pt x="300" y="2"/>
                  </a:lnTo>
                  <a:lnTo>
                    <a:pt x="288" y="5"/>
                  </a:lnTo>
                  <a:lnTo>
                    <a:pt x="274" y="5"/>
                  </a:lnTo>
                  <a:lnTo>
                    <a:pt x="262" y="7"/>
                  </a:lnTo>
                  <a:lnTo>
                    <a:pt x="248" y="7"/>
                  </a:lnTo>
                  <a:lnTo>
                    <a:pt x="234" y="9"/>
                  </a:lnTo>
                  <a:lnTo>
                    <a:pt x="222" y="9"/>
                  </a:lnTo>
                  <a:lnTo>
                    <a:pt x="208" y="12"/>
                  </a:lnTo>
                  <a:lnTo>
                    <a:pt x="196" y="14"/>
                  </a:lnTo>
                  <a:lnTo>
                    <a:pt x="182" y="14"/>
                  </a:lnTo>
                  <a:lnTo>
                    <a:pt x="168" y="16"/>
                  </a:lnTo>
                  <a:lnTo>
                    <a:pt x="156" y="16"/>
                  </a:lnTo>
                  <a:lnTo>
                    <a:pt x="142" y="19"/>
                  </a:lnTo>
                  <a:lnTo>
                    <a:pt x="130" y="19"/>
                  </a:lnTo>
                  <a:lnTo>
                    <a:pt x="116" y="21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6" y="26"/>
                  </a:lnTo>
                  <a:lnTo>
                    <a:pt x="106" y="31"/>
                  </a:lnTo>
                  <a:lnTo>
                    <a:pt x="104" y="35"/>
                  </a:lnTo>
                  <a:lnTo>
                    <a:pt x="99" y="38"/>
                  </a:lnTo>
                  <a:lnTo>
                    <a:pt x="87" y="45"/>
                  </a:lnTo>
                  <a:lnTo>
                    <a:pt x="87" y="45"/>
                  </a:lnTo>
                  <a:lnTo>
                    <a:pt x="87" y="47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87" y="54"/>
                  </a:lnTo>
                  <a:lnTo>
                    <a:pt x="87" y="57"/>
                  </a:lnTo>
                  <a:lnTo>
                    <a:pt x="85" y="57"/>
                  </a:lnTo>
                  <a:lnTo>
                    <a:pt x="82" y="57"/>
                  </a:lnTo>
                  <a:lnTo>
                    <a:pt x="80" y="54"/>
                  </a:lnTo>
                  <a:lnTo>
                    <a:pt x="80" y="57"/>
                  </a:lnTo>
                  <a:lnTo>
                    <a:pt x="78" y="59"/>
                  </a:lnTo>
                  <a:lnTo>
                    <a:pt x="78" y="64"/>
                  </a:lnTo>
                  <a:lnTo>
                    <a:pt x="78" y="69"/>
                  </a:lnTo>
                  <a:lnTo>
                    <a:pt x="80" y="76"/>
                  </a:lnTo>
                  <a:lnTo>
                    <a:pt x="80" y="87"/>
                  </a:lnTo>
                  <a:lnTo>
                    <a:pt x="80" y="92"/>
                  </a:lnTo>
                  <a:lnTo>
                    <a:pt x="80" y="95"/>
                  </a:lnTo>
                  <a:lnTo>
                    <a:pt x="75" y="99"/>
                  </a:lnTo>
                  <a:lnTo>
                    <a:pt x="73" y="102"/>
                  </a:lnTo>
                  <a:lnTo>
                    <a:pt x="71" y="102"/>
                  </a:lnTo>
                  <a:lnTo>
                    <a:pt x="66" y="104"/>
                  </a:lnTo>
                  <a:lnTo>
                    <a:pt x="64" y="104"/>
                  </a:lnTo>
                  <a:lnTo>
                    <a:pt x="64" y="104"/>
                  </a:lnTo>
                  <a:lnTo>
                    <a:pt x="61" y="102"/>
                  </a:lnTo>
                  <a:lnTo>
                    <a:pt x="61" y="104"/>
                  </a:lnTo>
                  <a:lnTo>
                    <a:pt x="61" y="104"/>
                  </a:lnTo>
                  <a:lnTo>
                    <a:pt x="64" y="106"/>
                  </a:lnTo>
                  <a:lnTo>
                    <a:pt x="64" y="109"/>
                  </a:lnTo>
                  <a:lnTo>
                    <a:pt x="64" y="109"/>
                  </a:lnTo>
                  <a:lnTo>
                    <a:pt x="64" y="111"/>
                  </a:lnTo>
                  <a:lnTo>
                    <a:pt x="64" y="113"/>
                  </a:lnTo>
                  <a:lnTo>
                    <a:pt x="61" y="113"/>
                  </a:lnTo>
                  <a:lnTo>
                    <a:pt x="61" y="116"/>
                  </a:lnTo>
                  <a:lnTo>
                    <a:pt x="61" y="116"/>
                  </a:lnTo>
                  <a:lnTo>
                    <a:pt x="59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6"/>
                  </a:lnTo>
                  <a:lnTo>
                    <a:pt x="54" y="125"/>
                  </a:lnTo>
                  <a:lnTo>
                    <a:pt x="52" y="125"/>
                  </a:lnTo>
                  <a:lnTo>
                    <a:pt x="52" y="128"/>
                  </a:lnTo>
                  <a:lnTo>
                    <a:pt x="45" y="130"/>
                  </a:lnTo>
                  <a:lnTo>
                    <a:pt x="45" y="132"/>
                  </a:lnTo>
                  <a:lnTo>
                    <a:pt x="45" y="135"/>
                  </a:lnTo>
                  <a:lnTo>
                    <a:pt x="52" y="137"/>
                  </a:lnTo>
                  <a:lnTo>
                    <a:pt x="54" y="142"/>
                  </a:lnTo>
                  <a:lnTo>
                    <a:pt x="52" y="144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7" y="147"/>
                  </a:lnTo>
                  <a:lnTo>
                    <a:pt x="45" y="147"/>
                  </a:lnTo>
                  <a:lnTo>
                    <a:pt x="38" y="151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5" y="156"/>
                  </a:lnTo>
                  <a:lnTo>
                    <a:pt x="38" y="158"/>
                  </a:lnTo>
                  <a:lnTo>
                    <a:pt x="38" y="161"/>
                  </a:lnTo>
                  <a:lnTo>
                    <a:pt x="38" y="163"/>
                  </a:lnTo>
                  <a:lnTo>
                    <a:pt x="35" y="166"/>
                  </a:lnTo>
                  <a:lnTo>
                    <a:pt x="38" y="170"/>
                  </a:lnTo>
                  <a:lnTo>
                    <a:pt x="38" y="173"/>
                  </a:lnTo>
                  <a:lnTo>
                    <a:pt x="38" y="175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0" y="182"/>
                  </a:lnTo>
                  <a:lnTo>
                    <a:pt x="28" y="182"/>
                  </a:lnTo>
                  <a:lnTo>
                    <a:pt x="28" y="184"/>
                  </a:lnTo>
                  <a:lnTo>
                    <a:pt x="26" y="189"/>
                  </a:lnTo>
                  <a:lnTo>
                    <a:pt x="23" y="192"/>
                  </a:lnTo>
                  <a:lnTo>
                    <a:pt x="21" y="192"/>
                  </a:lnTo>
                  <a:lnTo>
                    <a:pt x="21" y="194"/>
                  </a:lnTo>
                  <a:lnTo>
                    <a:pt x="23" y="196"/>
                  </a:lnTo>
                  <a:lnTo>
                    <a:pt x="28" y="196"/>
                  </a:lnTo>
                  <a:lnTo>
                    <a:pt x="30" y="199"/>
                  </a:lnTo>
                  <a:lnTo>
                    <a:pt x="30" y="201"/>
                  </a:lnTo>
                  <a:lnTo>
                    <a:pt x="30" y="203"/>
                  </a:lnTo>
                  <a:lnTo>
                    <a:pt x="28" y="206"/>
                  </a:lnTo>
                  <a:lnTo>
                    <a:pt x="26" y="206"/>
                  </a:lnTo>
                  <a:lnTo>
                    <a:pt x="23" y="206"/>
                  </a:lnTo>
                  <a:lnTo>
                    <a:pt x="21" y="208"/>
                  </a:lnTo>
                  <a:lnTo>
                    <a:pt x="21" y="211"/>
                  </a:lnTo>
                  <a:lnTo>
                    <a:pt x="23" y="211"/>
                  </a:lnTo>
                  <a:lnTo>
                    <a:pt x="26" y="213"/>
                  </a:lnTo>
                  <a:lnTo>
                    <a:pt x="28" y="213"/>
                  </a:lnTo>
                  <a:lnTo>
                    <a:pt x="30" y="215"/>
                  </a:lnTo>
                  <a:lnTo>
                    <a:pt x="33" y="218"/>
                  </a:lnTo>
                  <a:lnTo>
                    <a:pt x="33" y="220"/>
                  </a:lnTo>
                  <a:lnTo>
                    <a:pt x="35" y="222"/>
                  </a:lnTo>
                  <a:lnTo>
                    <a:pt x="35" y="227"/>
                  </a:lnTo>
                  <a:lnTo>
                    <a:pt x="33" y="229"/>
                  </a:lnTo>
                  <a:lnTo>
                    <a:pt x="30" y="234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3" y="239"/>
                  </a:lnTo>
                  <a:lnTo>
                    <a:pt x="35" y="241"/>
                  </a:lnTo>
                  <a:lnTo>
                    <a:pt x="38" y="241"/>
                  </a:lnTo>
                  <a:lnTo>
                    <a:pt x="38" y="244"/>
                  </a:lnTo>
                  <a:lnTo>
                    <a:pt x="38" y="251"/>
                  </a:lnTo>
                  <a:lnTo>
                    <a:pt x="40" y="253"/>
                  </a:lnTo>
                  <a:lnTo>
                    <a:pt x="40" y="256"/>
                  </a:lnTo>
                  <a:lnTo>
                    <a:pt x="40" y="258"/>
                  </a:lnTo>
                  <a:lnTo>
                    <a:pt x="38" y="260"/>
                  </a:lnTo>
                  <a:lnTo>
                    <a:pt x="35" y="260"/>
                  </a:lnTo>
                  <a:lnTo>
                    <a:pt x="35" y="260"/>
                  </a:lnTo>
                  <a:lnTo>
                    <a:pt x="33" y="263"/>
                  </a:lnTo>
                  <a:lnTo>
                    <a:pt x="35" y="274"/>
                  </a:lnTo>
                  <a:lnTo>
                    <a:pt x="35" y="279"/>
                  </a:lnTo>
                  <a:lnTo>
                    <a:pt x="35" y="282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40" y="282"/>
                  </a:lnTo>
                  <a:lnTo>
                    <a:pt x="42" y="282"/>
                  </a:lnTo>
                  <a:lnTo>
                    <a:pt x="42" y="284"/>
                  </a:lnTo>
                  <a:lnTo>
                    <a:pt x="45" y="286"/>
                  </a:lnTo>
                  <a:lnTo>
                    <a:pt x="45" y="289"/>
                  </a:lnTo>
                  <a:lnTo>
                    <a:pt x="42" y="291"/>
                  </a:lnTo>
                  <a:lnTo>
                    <a:pt x="42" y="293"/>
                  </a:lnTo>
                  <a:lnTo>
                    <a:pt x="40" y="293"/>
                  </a:lnTo>
                  <a:lnTo>
                    <a:pt x="40" y="296"/>
                  </a:lnTo>
                  <a:lnTo>
                    <a:pt x="38" y="300"/>
                  </a:lnTo>
                  <a:lnTo>
                    <a:pt x="38" y="305"/>
                  </a:lnTo>
                  <a:lnTo>
                    <a:pt x="38" y="308"/>
                  </a:lnTo>
                  <a:lnTo>
                    <a:pt x="40" y="308"/>
                  </a:lnTo>
                  <a:lnTo>
                    <a:pt x="45" y="310"/>
                  </a:lnTo>
                  <a:lnTo>
                    <a:pt x="47" y="310"/>
                  </a:lnTo>
                  <a:lnTo>
                    <a:pt x="47" y="312"/>
                  </a:lnTo>
                  <a:lnTo>
                    <a:pt x="45" y="315"/>
                  </a:lnTo>
                  <a:lnTo>
                    <a:pt x="45" y="315"/>
                  </a:lnTo>
                  <a:lnTo>
                    <a:pt x="40" y="317"/>
                  </a:lnTo>
                  <a:lnTo>
                    <a:pt x="38" y="317"/>
                  </a:lnTo>
                  <a:lnTo>
                    <a:pt x="38" y="319"/>
                  </a:lnTo>
                  <a:lnTo>
                    <a:pt x="38" y="322"/>
                  </a:lnTo>
                  <a:lnTo>
                    <a:pt x="38" y="324"/>
                  </a:lnTo>
                  <a:lnTo>
                    <a:pt x="40" y="327"/>
                  </a:lnTo>
                  <a:lnTo>
                    <a:pt x="40" y="327"/>
                  </a:lnTo>
                  <a:lnTo>
                    <a:pt x="42" y="329"/>
                  </a:lnTo>
                  <a:lnTo>
                    <a:pt x="45" y="329"/>
                  </a:lnTo>
                  <a:lnTo>
                    <a:pt x="45" y="331"/>
                  </a:lnTo>
                  <a:lnTo>
                    <a:pt x="47" y="331"/>
                  </a:lnTo>
                  <a:lnTo>
                    <a:pt x="45" y="334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41"/>
                  </a:lnTo>
                  <a:lnTo>
                    <a:pt x="47" y="343"/>
                  </a:lnTo>
                  <a:lnTo>
                    <a:pt x="47" y="345"/>
                  </a:lnTo>
                  <a:lnTo>
                    <a:pt x="52" y="348"/>
                  </a:lnTo>
                  <a:lnTo>
                    <a:pt x="54" y="348"/>
                  </a:lnTo>
                  <a:lnTo>
                    <a:pt x="56" y="350"/>
                  </a:lnTo>
                  <a:lnTo>
                    <a:pt x="59" y="355"/>
                  </a:lnTo>
                  <a:lnTo>
                    <a:pt x="59" y="355"/>
                  </a:lnTo>
                  <a:lnTo>
                    <a:pt x="61" y="357"/>
                  </a:lnTo>
                  <a:lnTo>
                    <a:pt x="64" y="357"/>
                  </a:lnTo>
                  <a:lnTo>
                    <a:pt x="66" y="357"/>
                  </a:lnTo>
                  <a:lnTo>
                    <a:pt x="68" y="360"/>
                  </a:lnTo>
                  <a:lnTo>
                    <a:pt x="68" y="362"/>
                  </a:lnTo>
                  <a:lnTo>
                    <a:pt x="66" y="362"/>
                  </a:lnTo>
                  <a:lnTo>
                    <a:pt x="66" y="362"/>
                  </a:lnTo>
                  <a:lnTo>
                    <a:pt x="64" y="367"/>
                  </a:lnTo>
                  <a:lnTo>
                    <a:pt x="59" y="376"/>
                  </a:lnTo>
                  <a:lnTo>
                    <a:pt x="56" y="383"/>
                  </a:lnTo>
                  <a:lnTo>
                    <a:pt x="52" y="383"/>
                  </a:lnTo>
                  <a:lnTo>
                    <a:pt x="49" y="383"/>
                  </a:lnTo>
                  <a:lnTo>
                    <a:pt x="49" y="386"/>
                  </a:lnTo>
                  <a:lnTo>
                    <a:pt x="49" y="386"/>
                  </a:lnTo>
                  <a:lnTo>
                    <a:pt x="49" y="386"/>
                  </a:lnTo>
                  <a:lnTo>
                    <a:pt x="54" y="390"/>
                  </a:lnTo>
                  <a:lnTo>
                    <a:pt x="54" y="395"/>
                  </a:lnTo>
                  <a:lnTo>
                    <a:pt x="52" y="400"/>
                  </a:lnTo>
                  <a:lnTo>
                    <a:pt x="49" y="402"/>
                  </a:lnTo>
                  <a:lnTo>
                    <a:pt x="45" y="405"/>
                  </a:lnTo>
                  <a:lnTo>
                    <a:pt x="45" y="405"/>
                  </a:lnTo>
                  <a:lnTo>
                    <a:pt x="45" y="405"/>
                  </a:lnTo>
                  <a:lnTo>
                    <a:pt x="42" y="409"/>
                  </a:lnTo>
                  <a:lnTo>
                    <a:pt x="42" y="409"/>
                  </a:lnTo>
                  <a:lnTo>
                    <a:pt x="38" y="416"/>
                  </a:lnTo>
                  <a:lnTo>
                    <a:pt x="35" y="416"/>
                  </a:lnTo>
                  <a:lnTo>
                    <a:pt x="33" y="419"/>
                  </a:lnTo>
                  <a:lnTo>
                    <a:pt x="30" y="419"/>
                  </a:lnTo>
                  <a:lnTo>
                    <a:pt x="28" y="421"/>
                  </a:lnTo>
                  <a:lnTo>
                    <a:pt x="26" y="424"/>
                  </a:lnTo>
                  <a:lnTo>
                    <a:pt x="26" y="426"/>
                  </a:lnTo>
                  <a:lnTo>
                    <a:pt x="23" y="431"/>
                  </a:lnTo>
                  <a:lnTo>
                    <a:pt x="21" y="435"/>
                  </a:lnTo>
                  <a:lnTo>
                    <a:pt x="21" y="438"/>
                  </a:lnTo>
                  <a:lnTo>
                    <a:pt x="21" y="440"/>
                  </a:lnTo>
                  <a:lnTo>
                    <a:pt x="21" y="452"/>
                  </a:lnTo>
                  <a:lnTo>
                    <a:pt x="21" y="454"/>
                  </a:lnTo>
                  <a:lnTo>
                    <a:pt x="21" y="457"/>
                  </a:lnTo>
                  <a:lnTo>
                    <a:pt x="21" y="457"/>
                  </a:lnTo>
                  <a:lnTo>
                    <a:pt x="14" y="464"/>
                  </a:lnTo>
                  <a:lnTo>
                    <a:pt x="12" y="466"/>
                  </a:lnTo>
                  <a:lnTo>
                    <a:pt x="12" y="473"/>
                  </a:lnTo>
                  <a:lnTo>
                    <a:pt x="12" y="473"/>
                  </a:lnTo>
                  <a:lnTo>
                    <a:pt x="14" y="473"/>
                  </a:lnTo>
                  <a:lnTo>
                    <a:pt x="14" y="478"/>
                  </a:lnTo>
                  <a:lnTo>
                    <a:pt x="16" y="478"/>
                  </a:lnTo>
                  <a:lnTo>
                    <a:pt x="16" y="480"/>
                  </a:lnTo>
                  <a:lnTo>
                    <a:pt x="14" y="480"/>
                  </a:lnTo>
                  <a:lnTo>
                    <a:pt x="14" y="483"/>
                  </a:lnTo>
                  <a:lnTo>
                    <a:pt x="14" y="490"/>
                  </a:lnTo>
                  <a:lnTo>
                    <a:pt x="14" y="492"/>
                  </a:lnTo>
                  <a:lnTo>
                    <a:pt x="12" y="495"/>
                  </a:lnTo>
                  <a:lnTo>
                    <a:pt x="9" y="495"/>
                  </a:lnTo>
                  <a:lnTo>
                    <a:pt x="4" y="495"/>
                  </a:lnTo>
                  <a:lnTo>
                    <a:pt x="2" y="495"/>
                  </a:lnTo>
                  <a:lnTo>
                    <a:pt x="0" y="497"/>
                  </a:lnTo>
                  <a:lnTo>
                    <a:pt x="0" y="499"/>
                  </a:lnTo>
                  <a:lnTo>
                    <a:pt x="2" y="502"/>
                  </a:lnTo>
                  <a:lnTo>
                    <a:pt x="4" y="502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4" y="506"/>
                  </a:lnTo>
                  <a:lnTo>
                    <a:pt x="4" y="506"/>
                  </a:lnTo>
                  <a:lnTo>
                    <a:pt x="4" y="509"/>
                  </a:lnTo>
                  <a:lnTo>
                    <a:pt x="4" y="511"/>
                  </a:lnTo>
                  <a:lnTo>
                    <a:pt x="4" y="511"/>
                  </a:lnTo>
                  <a:lnTo>
                    <a:pt x="4" y="516"/>
                  </a:lnTo>
                  <a:lnTo>
                    <a:pt x="9" y="518"/>
                  </a:lnTo>
                  <a:lnTo>
                    <a:pt x="9" y="523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7" y="530"/>
                  </a:lnTo>
                  <a:lnTo>
                    <a:pt x="9" y="530"/>
                  </a:lnTo>
                  <a:lnTo>
                    <a:pt x="16" y="530"/>
                  </a:lnTo>
                  <a:lnTo>
                    <a:pt x="26" y="528"/>
                  </a:lnTo>
                  <a:lnTo>
                    <a:pt x="38" y="528"/>
                  </a:lnTo>
                  <a:lnTo>
                    <a:pt x="52" y="525"/>
                  </a:lnTo>
                  <a:lnTo>
                    <a:pt x="68" y="525"/>
                  </a:lnTo>
                  <a:lnTo>
                    <a:pt x="85" y="523"/>
                  </a:lnTo>
                  <a:lnTo>
                    <a:pt x="104" y="523"/>
                  </a:lnTo>
                  <a:lnTo>
                    <a:pt x="120" y="521"/>
                  </a:lnTo>
                  <a:lnTo>
                    <a:pt x="137" y="518"/>
                  </a:lnTo>
                  <a:lnTo>
                    <a:pt x="153" y="518"/>
                  </a:lnTo>
                  <a:lnTo>
                    <a:pt x="168" y="516"/>
                  </a:lnTo>
                  <a:lnTo>
                    <a:pt x="179" y="516"/>
                  </a:lnTo>
                  <a:lnTo>
                    <a:pt x="189" y="513"/>
                  </a:lnTo>
                  <a:lnTo>
                    <a:pt x="196" y="513"/>
                  </a:lnTo>
                  <a:lnTo>
                    <a:pt x="198" y="513"/>
                  </a:lnTo>
                  <a:lnTo>
                    <a:pt x="203" y="513"/>
                  </a:lnTo>
                  <a:lnTo>
                    <a:pt x="205" y="513"/>
                  </a:lnTo>
                  <a:lnTo>
                    <a:pt x="208" y="513"/>
                  </a:lnTo>
                  <a:lnTo>
                    <a:pt x="208" y="518"/>
                  </a:lnTo>
                  <a:lnTo>
                    <a:pt x="205" y="523"/>
                  </a:lnTo>
                  <a:lnTo>
                    <a:pt x="203" y="528"/>
                  </a:lnTo>
                  <a:lnTo>
                    <a:pt x="203" y="535"/>
                  </a:lnTo>
                  <a:lnTo>
                    <a:pt x="201" y="540"/>
                  </a:lnTo>
                  <a:lnTo>
                    <a:pt x="201" y="542"/>
                  </a:lnTo>
                  <a:lnTo>
                    <a:pt x="201" y="544"/>
                  </a:lnTo>
                  <a:lnTo>
                    <a:pt x="198" y="549"/>
                  </a:lnTo>
                  <a:lnTo>
                    <a:pt x="198" y="551"/>
                  </a:lnTo>
                  <a:lnTo>
                    <a:pt x="198" y="554"/>
                  </a:lnTo>
                  <a:lnTo>
                    <a:pt x="201" y="556"/>
                  </a:lnTo>
                  <a:lnTo>
                    <a:pt x="201" y="556"/>
                  </a:lnTo>
                  <a:lnTo>
                    <a:pt x="203" y="558"/>
                  </a:lnTo>
                  <a:lnTo>
                    <a:pt x="201" y="561"/>
                  </a:lnTo>
                  <a:lnTo>
                    <a:pt x="205" y="568"/>
                  </a:lnTo>
                  <a:lnTo>
                    <a:pt x="205" y="568"/>
                  </a:lnTo>
                  <a:lnTo>
                    <a:pt x="210" y="570"/>
                  </a:lnTo>
                  <a:lnTo>
                    <a:pt x="213" y="570"/>
                  </a:lnTo>
                  <a:lnTo>
                    <a:pt x="213" y="575"/>
                  </a:lnTo>
                  <a:lnTo>
                    <a:pt x="217" y="577"/>
                  </a:lnTo>
                  <a:lnTo>
                    <a:pt x="220" y="580"/>
                  </a:lnTo>
                  <a:lnTo>
                    <a:pt x="220" y="580"/>
                  </a:lnTo>
                  <a:lnTo>
                    <a:pt x="220" y="582"/>
                  </a:lnTo>
                  <a:lnTo>
                    <a:pt x="220" y="584"/>
                  </a:lnTo>
                  <a:lnTo>
                    <a:pt x="220" y="584"/>
                  </a:lnTo>
                  <a:lnTo>
                    <a:pt x="220" y="587"/>
                  </a:lnTo>
                  <a:lnTo>
                    <a:pt x="224" y="592"/>
                  </a:lnTo>
                  <a:lnTo>
                    <a:pt x="224" y="594"/>
                  </a:lnTo>
                  <a:lnTo>
                    <a:pt x="224" y="599"/>
                  </a:lnTo>
                  <a:lnTo>
                    <a:pt x="227" y="601"/>
                  </a:lnTo>
                  <a:lnTo>
                    <a:pt x="231" y="608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6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39" y="611"/>
                  </a:lnTo>
                  <a:lnTo>
                    <a:pt x="241" y="611"/>
                  </a:lnTo>
                  <a:lnTo>
                    <a:pt x="241" y="611"/>
                  </a:lnTo>
                  <a:lnTo>
                    <a:pt x="243" y="611"/>
                  </a:lnTo>
                  <a:lnTo>
                    <a:pt x="243" y="608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6" y="611"/>
                  </a:lnTo>
                  <a:lnTo>
                    <a:pt x="248" y="611"/>
                  </a:lnTo>
                  <a:lnTo>
                    <a:pt x="248" y="611"/>
                  </a:lnTo>
                  <a:lnTo>
                    <a:pt x="248" y="608"/>
                  </a:lnTo>
                  <a:lnTo>
                    <a:pt x="248" y="606"/>
                  </a:lnTo>
                  <a:lnTo>
                    <a:pt x="250" y="603"/>
                  </a:lnTo>
                  <a:lnTo>
                    <a:pt x="250" y="603"/>
                  </a:lnTo>
                  <a:lnTo>
                    <a:pt x="248" y="601"/>
                  </a:lnTo>
                  <a:lnTo>
                    <a:pt x="258" y="594"/>
                  </a:lnTo>
                  <a:lnTo>
                    <a:pt x="260" y="594"/>
                  </a:lnTo>
                  <a:lnTo>
                    <a:pt x="260" y="592"/>
                  </a:lnTo>
                  <a:lnTo>
                    <a:pt x="260" y="589"/>
                  </a:lnTo>
                  <a:lnTo>
                    <a:pt x="258" y="589"/>
                  </a:lnTo>
                  <a:lnTo>
                    <a:pt x="255" y="589"/>
                  </a:lnTo>
                  <a:lnTo>
                    <a:pt x="255" y="589"/>
                  </a:lnTo>
                  <a:lnTo>
                    <a:pt x="255" y="589"/>
                  </a:lnTo>
                  <a:lnTo>
                    <a:pt x="255" y="587"/>
                  </a:lnTo>
                  <a:lnTo>
                    <a:pt x="258" y="587"/>
                  </a:lnTo>
                  <a:lnTo>
                    <a:pt x="258" y="584"/>
                  </a:lnTo>
                  <a:lnTo>
                    <a:pt x="260" y="584"/>
                  </a:lnTo>
                  <a:lnTo>
                    <a:pt x="265" y="587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92"/>
                  </a:lnTo>
                  <a:lnTo>
                    <a:pt x="265" y="592"/>
                  </a:lnTo>
                  <a:lnTo>
                    <a:pt x="267" y="592"/>
                  </a:lnTo>
                  <a:lnTo>
                    <a:pt x="267" y="592"/>
                  </a:lnTo>
                  <a:lnTo>
                    <a:pt x="274" y="589"/>
                  </a:lnTo>
                  <a:lnTo>
                    <a:pt x="281" y="587"/>
                  </a:lnTo>
                  <a:lnTo>
                    <a:pt x="288" y="584"/>
                  </a:lnTo>
                  <a:lnTo>
                    <a:pt x="291" y="582"/>
                  </a:lnTo>
                  <a:lnTo>
                    <a:pt x="291" y="582"/>
                  </a:lnTo>
                  <a:lnTo>
                    <a:pt x="295" y="580"/>
                  </a:lnTo>
                  <a:lnTo>
                    <a:pt x="295" y="580"/>
                  </a:lnTo>
                  <a:lnTo>
                    <a:pt x="302" y="580"/>
                  </a:lnTo>
                  <a:lnTo>
                    <a:pt x="305" y="580"/>
                  </a:lnTo>
                  <a:lnTo>
                    <a:pt x="307" y="577"/>
                  </a:lnTo>
                  <a:lnTo>
                    <a:pt x="293" y="577"/>
                  </a:lnTo>
                  <a:lnTo>
                    <a:pt x="293" y="575"/>
                  </a:lnTo>
                  <a:lnTo>
                    <a:pt x="295" y="575"/>
                  </a:lnTo>
                  <a:lnTo>
                    <a:pt x="298" y="575"/>
                  </a:lnTo>
                  <a:lnTo>
                    <a:pt x="300" y="573"/>
                  </a:lnTo>
                  <a:lnTo>
                    <a:pt x="310" y="575"/>
                  </a:lnTo>
                  <a:lnTo>
                    <a:pt x="321" y="582"/>
                  </a:lnTo>
                  <a:lnTo>
                    <a:pt x="324" y="582"/>
                  </a:lnTo>
                  <a:lnTo>
                    <a:pt x="328" y="582"/>
                  </a:lnTo>
                  <a:lnTo>
                    <a:pt x="333" y="580"/>
                  </a:lnTo>
                  <a:lnTo>
                    <a:pt x="336" y="575"/>
                  </a:lnTo>
                  <a:lnTo>
                    <a:pt x="336" y="575"/>
                  </a:lnTo>
                  <a:lnTo>
                    <a:pt x="336" y="577"/>
                  </a:lnTo>
                  <a:lnTo>
                    <a:pt x="338" y="577"/>
                  </a:lnTo>
                  <a:lnTo>
                    <a:pt x="340" y="580"/>
                  </a:lnTo>
                  <a:lnTo>
                    <a:pt x="340" y="582"/>
                  </a:lnTo>
                  <a:lnTo>
                    <a:pt x="343" y="582"/>
                  </a:lnTo>
                  <a:lnTo>
                    <a:pt x="343" y="582"/>
                  </a:lnTo>
                  <a:lnTo>
                    <a:pt x="345" y="582"/>
                  </a:lnTo>
                  <a:lnTo>
                    <a:pt x="347" y="582"/>
                  </a:lnTo>
                  <a:lnTo>
                    <a:pt x="350" y="582"/>
                  </a:lnTo>
                  <a:lnTo>
                    <a:pt x="352" y="582"/>
                  </a:lnTo>
                  <a:lnTo>
                    <a:pt x="352" y="582"/>
                  </a:lnTo>
                  <a:lnTo>
                    <a:pt x="352" y="580"/>
                  </a:lnTo>
                  <a:lnTo>
                    <a:pt x="354" y="580"/>
                  </a:lnTo>
                  <a:lnTo>
                    <a:pt x="354" y="580"/>
                  </a:lnTo>
                  <a:lnTo>
                    <a:pt x="357" y="577"/>
                  </a:lnTo>
                  <a:lnTo>
                    <a:pt x="357" y="577"/>
                  </a:lnTo>
                  <a:lnTo>
                    <a:pt x="357" y="575"/>
                  </a:lnTo>
                  <a:lnTo>
                    <a:pt x="357" y="575"/>
                  </a:lnTo>
                  <a:lnTo>
                    <a:pt x="357" y="575"/>
                  </a:lnTo>
                  <a:close/>
                  <a:moveTo>
                    <a:pt x="336" y="596"/>
                  </a:moveTo>
                  <a:lnTo>
                    <a:pt x="333" y="596"/>
                  </a:lnTo>
                  <a:lnTo>
                    <a:pt x="331" y="594"/>
                  </a:lnTo>
                  <a:lnTo>
                    <a:pt x="326" y="594"/>
                  </a:lnTo>
                  <a:lnTo>
                    <a:pt x="324" y="594"/>
                  </a:lnTo>
                  <a:lnTo>
                    <a:pt x="321" y="596"/>
                  </a:lnTo>
                  <a:lnTo>
                    <a:pt x="321" y="596"/>
                  </a:lnTo>
                  <a:lnTo>
                    <a:pt x="343" y="596"/>
                  </a:lnTo>
                  <a:lnTo>
                    <a:pt x="343" y="596"/>
                  </a:lnTo>
                  <a:lnTo>
                    <a:pt x="345" y="596"/>
                  </a:lnTo>
                  <a:lnTo>
                    <a:pt x="343" y="596"/>
                  </a:lnTo>
                  <a:lnTo>
                    <a:pt x="336" y="596"/>
                  </a:lnTo>
                  <a:close/>
                  <a:moveTo>
                    <a:pt x="307" y="599"/>
                  </a:moveTo>
                  <a:lnTo>
                    <a:pt x="305" y="599"/>
                  </a:lnTo>
                  <a:lnTo>
                    <a:pt x="305" y="601"/>
                  </a:lnTo>
                  <a:lnTo>
                    <a:pt x="305" y="599"/>
                  </a:lnTo>
                  <a:lnTo>
                    <a:pt x="307" y="599"/>
                  </a:lnTo>
                  <a:lnTo>
                    <a:pt x="307" y="599"/>
                  </a:lnTo>
                  <a:lnTo>
                    <a:pt x="307" y="59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3" name="Freeform 31">
              <a:extLst>
                <a:ext uri="{FF2B5EF4-FFF2-40B4-BE49-F238E27FC236}">
                  <a16:creationId xmlns:a16="http://schemas.microsoft.com/office/drawing/2014/main" id="{4698E82F-9535-416F-AFF2-0BC3356F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5024" y="2785147"/>
              <a:ext cx="645741" cy="531510"/>
            </a:xfrm>
            <a:custGeom>
              <a:avLst/>
              <a:gdLst>
                <a:gd name="T0" fmla="*/ 416 w 684"/>
                <a:gd name="T1" fmla="*/ 76 h 563"/>
                <a:gd name="T2" fmla="*/ 421 w 684"/>
                <a:gd name="T3" fmla="*/ 92 h 563"/>
                <a:gd name="T4" fmla="*/ 433 w 684"/>
                <a:gd name="T5" fmla="*/ 111 h 563"/>
                <a:gd name="T6" fmla="*/ 492 w 684"/>
                <a:gd name="T7" fmla="*/ 159 h 563"/>
                <a:gd name="T8" fmla="*/ 502 w 684"/>
                <a:gd name="T9" fmla="*/ 180 h 563"/>
                <a:gd name="T10" fmla="*/ 509 w 684"/>
                <a:gd name="T11" fmla="*/ 201 h 563"/>
                <a:gd name="T12" fmla="*/ 539 w 684"/>
                <a:gd name="T13" fmla="*/ 197 h 563"/>
                <a:gd name="T14" fmla="*/ 556 w 684"/>
                <a:gd name="T15" fmla="*/ 220 h 563"/>
                <a:gd name="T16" fmla="*/ 542 w 684"/>
                <a:gd name="T17" fmla="*/ 277 h 563"/>
                <a:gd name="T18" fmla="*/ 556 w 684"/>
                <a:gd name="T19" fmla="*/ 296 h 563"/>
                <a:gd name="T20" fmla="*/ 582 w 684"/>
                <a:gd name="T21" fmla="*/ 315 h 563"/>
                <a:gd name="T22" fmla="*/ 615 w 684"/>
                <a:gd name="T23" fmla="*/ 332 h 563"/>
                <a:gd name="T24" fmla="*/ 634 w 684"/>
                <a:gd name="T25" fmla="*/ 355 h 563"/>
                <a:gd name="T26" fmla="*/ 641 w 684"/>
                <a:gd name="T27" fmla="*/ 388 h 563"/>
                <a:gd name="T28" fmla="*/ 646 w 684"/>
                <a:gd name="T29" fmla="*/ 405 h 563"/>
                <a:gd name="T30" fmla="*/ 667 w 684"/>
                <a:gd name="T31" fmla="*/ 426 h 563"/>
                <a:gd name="T32" fmla="*/ 667 w 684"/>
                <a:gd name="T33" fmla="*/ 417 h 563"/>
                <a:gd name="T34" fmla="*/ 674 w 684"/>
                <a:gd name="T35" fmla="*/ 429 h 563"/>
                <a:gd name="T36" fmla="*/ 684 w 684"/>
                <a:gd name="T37" fmla="*/ 440 h 563"/>
                <a:gd name="T38" fmla="*/ 679 w 684"/>
                <a:gd name="T39" fmla="*/ 469 h 563"/>
                <a:gd name="T40" fmla="*/ 660 w 684"/>
                <a:gd name="T41" fmla="*/ 474 h 563"/>
                <a:gd name="T42" fmla="*/ 653 w 684"/>
                <a:gd name="T43" fmla="*/ 497 h 563"/>
                <a:gd name="T44" fmla="*/ 641 w 684"/>
                <a:gd name="T45" fmla="*/ 490 h 563"/>
                <a:gd name="T46" fmla="*/ 648 w 684"/>
                <a:gd name="T47" fmla="*/ 509 h 563"/>
                <a:gd name="T48" fmla="*/ 646 w 684"/>
                <a:gd name="T49" fmla="*/ 519 h 563"/>
                <a:gd name="T50" fmla="*/ 641 w 684"/>
                <a:gd name="T51" fmla="*/ 540 h 563"/>
                <a:gd name="T52" fmla="*/ 632 w 684"/>
                <a:gd name="T53" fmla="*/ 556 h 563"/>
                <a:gd name="T54" fmla="*/ 568 w 684"/>
                <a:gd name="T55" fmla="*/ 561 h 563"/>
                <a:gd name="T56" fmla="*/ 575 w 684"/>
                <a:gd name="T57" fmla="*/ 545 h 563"/>
                <a:gd name="T58" fmla="*/ 580 w 684"/>
                <a:gd name="T59" fmla="*/ 540 h 563"/>
                <a:gd name="T60" fmla="*/ 589 w 684"/>
                <a:gd name="T61" fmla="*/ 533 h 563"/>
                <a:gd name="T62" fmla="*/ 594 w 684"/>
                <a:gd name="T63" fmla="*/ 526 h 563"/>
                <a:gd name="T64" fmla="*/ 594 w 684"/>
                <a:gd name="T65" fmla="*/ 519 h 563"/>
                <a:gd name="T66" fmla="*/ 594 w 684"/>
                <a:gd name="T67" fmla="*/ 509 h 563"/>
                <a:gd name="T68" fmla="*/ 587 w 684"/>
                <a:gd name="T69" fmla="*/ 502 h 563"/>
                <a:gd name="T70" fmla="*/ 577 w 684"/>
                <a:gd name="T71" fmla="*/ 497 h 563"/>
                <a:gd name="T72" fmla="*/ 329 w 684"/>
                <a:gd name="T73" fmla="*/ 516 h 563"/>
                <a:gd name="T74" fmla="*/ 135 w 684"/>
                <a:gd name="T75" fmla="*/ 497 h 563"/>
                <a:gd name="T76" fmla="*/ 128 w 684"/>
                <a:gd name="T77" fmla="*/ 355 h 563"/>
                <a:gd name="T78" fmla="*/ 121 w 684"/>
                <a:gd name="T79" fmla="*/ 213 h 563"/>
                <a:gd name="T80" fmla="*/ 118 w 684"/>
                <a:gd name="T81" fmla="*/ 199 h 563"/>
                <a:gd name="T82" fmla="*/ 107 w 684"/>
                <a:gd name="T83" fmla="*/ 197 h 563"/>
                <a:gd name="T84" fmla="*/ 90 w 684"/>
                <a:gd name="T85" fmla="*/ 175 h 563"/>
                <a:gd name="T86" fmla="*/ 78 w 684"/>
                <a:gd name="T87" fmla="*/ 163 h 563"/>
                <a:gd name="T88" fmla="*/ 73 w 684"/>
                <a:gd name="T89" fmla="*/ 149 h 563"/>
                <a:gd name="T90" fmla="*/ 81 w 684"/>
                <a:gd name="T91" fmla="*/ 135 h 563"/>
                <a:gd name="T92" fmla="*/ 90 w 684"/>
                <a:gd name="T93" fmla="*/ 126 h 563"/>
                <a:gd name="T94" fmla="*/ 83 w 684"/>
                <a:gd name="T95" fmla="*/ 111 h 563"/>
                <a:gd name="T96" fmla="*/ 69 w 684"/>
                <a:gd name="T97" fmla="*/ 114 h 563"/>
                <a:gd name="T98" fmla="*/ 57 w 684"/>
                <a:gd name="T99" fmla="*/ 107 h 563"/>
                <a:gd name="T100" fmla="*/ 38 w 684"/>
                <a:gd name="T101" fmla="*/ 95 h 563"/>
                <a:gd name="T102" fmla="*/ 33 w 684"/>
                <a:gd name="T103" fmla="*/ 78 h 563"/>
                <a:gd name="T104" fmla="*/ 21 w 684"/>
                <a:gd name="T105" fmla="*/ 64 h 563"/>
                <a:gd name="T106" fmla="*/ 14 w 684"/>
                <a:gd name="T107" fmla="*/ 57 h 563"/>
                <a:gd name="T108" fmla="*/ 10 w 684"/>
                <a:gd name="T109" fmla="*/ 43 h 563"/>
                <a:gd name="T110" fmla="*/ 0 w 684"/>
                <a:gd name="T111" fmla="*/ 29 h 563"/>
                <a:gd name="T112" fmla="*/ 0 w 684"/>
                <a:gd name="T113" fmla="*/ 26 h 563"/>
                <a:gd name="T114" fmla="*/ 24 w 684"/>
                <a:gd name="T115" fmla="*/ 24 h 563"/>
                <a:gd name="T116" fmla="*/ 234 w 684"/>
                <a:gd name="T117" fmla="*/ 12 h 563"/>
                <a:gd name="T118" fmla="*/ 388 w 684"/>
                <a:gd name="T119" fmla="*/ 3 h 563"/>
                <a:gd name="T120" fmla="*/ 395 w 684"/>
                <a:gd name="T121" fmla="*/ 10 h 563"/>
                <a:gd name="T122" fmla="*/ 402 w 684"/>
                <a:gd name="T123" fmla="*/ 17 h 563"/>
                <a:gd name="T124" fmla="*/ 407 w 684"/>
                <a:gd name="T125" fmla="*/ 21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4" h="563">
                  <a:moveTo>
                    <a:pt x="419" y="29"/>
                  </a:moveTo>
                  <a:lnTo>
                    <a:pt x="419" y="29"/>
                  </a:lnTo>
                  <a:lnTo>
                    <a:pt x="414" y="31"/>
                  </a:lnTo>
                  <a:lnTo>
                    <a:pt x="414" y="38"/>
                  </a:lnTo>
                  <a:lnTo>
                    <a:pt x="412" y="45"/>
                  </a:lnTo>
                  <a:lnTo>
                    <a:pt x="412" y="50"/>
                  </a:lnTo>
                  <a:lnTo>
                    <a:pt x="412" y="55"/>
                  </a:lnTo>
                  <a:lnTo>
                    <a:pt x="416" y="76"/>
                  </a:lnTo>
                  <a:lnTo>
                    <a:pt x="416" y="76"/>
                  </a:lnTo>
                  <a:lnTo>
                    <a:pt x="419" y="78"/>
                  </a:lnTo>
                  <a:lnTo>
                    <a:pt x="421" y="81"/>
                  </a:lnTo>
                  <a:lnTo>
                    <a:pt x="421" y="81"/>
                  </a:lnTo>
                  <a:lnTo>
                    <a:pt x="421" y="83"/>
                  </a:lnTo>
                  <a:lnTo>
                    <a:pt x="421" y="83"/>
                  </a:lnTo>
                  <a:lnTo>
                    <a:pt x="421" y="85"/>
                  </a:lnTo>
                  <a:lnTo>
                    <a:pt x="421" y="88"/>
                  </a:lnTo>
                  <a:lnTo>
                    <a:pt x="421" y="90"/>
                  </a:lnTo>
                  <a:lnTo>
                    <a:pt x="421" y="92"/>
                  </a:lnTo>
                  <a:lnTo>
                    <a:pt x="424" y="92"/>
                  </a:lnTo>
                  <a:lnTo>
                    <a:pt x="424" y="95"/>
                  </a:lnTo>
                  <a:lnTo>
                    <a:pt x="424" y="97"/>
                  </a:lnTo>
                  <a:lnTo>
                    <a:pt x="428" y="97"/>
                  </a:lnTo>
                  <a:lnTo>
                    <a:pt x="428" y="100"/>
                  </a:lnTo>
                  <a:lnTo>
                    <a:pt x="428" y="102"/>
                  </a:lnTo>
                  <a:lnTo>
                    <a:pt x="428" y="104"/>
                  </a:lnTo>
                  <a:lnTo>
                    <a:pt x="431" y="107"/>
                  </a:lnTo>
                  <a:lnTo>
                    <a:pt x="433" y="111"/>
                  </a:lnTo>
                  <a:lnTo>
                    <a:pt x="459" y="130"/>
                  </a:lnTo>
                  <a:lnTo>
                    <a:pt x="461" y="133"/>
                  </a:lnTo>
                  <a:lnTo>
                    <a:pt x="461" y="135"/>
                  </a:lnTo>
                  <a:lnTo>
                    <a:pt x="461" y="137"/>
                  </a:lnTo>
                  <a:lnTo>
                    <a:pt x="464" y="140"/>
                  </a:lnTo>
                  <a:lnTo>
                    <a:pt x="464" y="140"/>
                  </a:lnTo>
                  <a:lnTo>
                    <a:pt x="487" y="154"/>
                  </a:lnTo>
                  <a:lnTo>
                    <a:pt x="490" y="156"/>
                  </a:lnTo>
                  <a:lnTo>
                    <a:pt x="492" y="159"/>
                  </a:lnTo>
                  <a:lnTo>
                    <a:pt x="497" y="163"/>
                  </a:lnTo>
                  <a:lnTo>
                    <a:pt x="497" y="166"/>
                  </a:lnTo>
                  <a:lnTo>
                    <a:pt x="499" y="168"/>
                  </a:lnTo>
                  <a:lnTo>
                    <a:pt x="499" y="171"/>
                  </a:lnTo>
                  <a:lnTo>
                    <a:pt x="499" y="173"/>
                  </a:lnTo>
                  <a:lnTo>
                    <a:pt x="499" y="175"/>
                  </a:lnTo>
                  <a:lnTo>
                    <a:pt x="499" y="178"/>
                  </a:lnTo>
                  <a:lnTo>
                    <a:pt x="502" y="180"/>
                  </a:lnTo>
                  <a:lnTo>
                    <a:pt x="502" y="180"/>
                  </a:lnTo>
                  <a:lnTo>
                    <a:pt x="502" y="182"/>
                  </a:lnTo>
                  <a:lnTo>
                    <a:pt x="502" y="182"/>
                  </a:lnTo>
                  <a:lnTo>
                    <a:pt x="502" y="185"/>
                  </a:lnTo>
                  <a:lnTo>
                    <a:pt x="502" y="187"/>
                  </a:lnTo>
                  <a:lnTo>
                    <a:pt x="502" y="187"/>
                  </a:lnTo>
                  <a:lnTo>
                    <a:pt x="504" y="190"/>
                  </a:lnTo>
                  <a:lnTo>
                    <a:pt x="504" y="192"/>
                  </a:lnTo>
                  <a:lnTo>
                    <a:pt x="504" y="194"/>
                  </a:lnTo>
                  <a:lnTo>
                    <a:pt x="509" y="201"/>
                  </a:lnTo>
                  <a:lnTo>
                    <a:pt x="511" y="206"/>
                  </a:lnTo>
                  <a:lnTo>
                    <a:pt x="516" y="206"/>
                  </a:lnTo>
                  <a:lnTo>
                    <a:pt x="521" y="204"/>
                  </a:lnTo>
                  <a:lnTo>
                    <a:pt x="525" y="197"/>
                  </a:lnTo>
                  <a:lnTo>
                    <a:pt x="530" y="194"/>
                  </a:lnTo>
                  <a:lnTo>
                    <a:pt x="532" y="194"/>
                  </a:lnTo>
                  <a:lnTo>
                    <a:pt x="535" y="197"/>
                  </a:lnTo>
                  <a:lnTo>
                    <a:pt x="537" y="197"/>
                  </a:lnTo>
                  <a:lnTo>
                    <a:pt x="539" y="197"/>
                  </a:lnTo>
                  <a:lnTo>
                    <a:pt x="544" y="199"/>
                  </a:lnTo>
                  <a:lnTo>
                    <a:pt x="556" y="204"/>
                  </a:lnTo>
                  <a:lnTo>
                    <a:pt x="558" y="206"/>
                  </a:lnTo>
                  <a:lnTo>
                    <a:pt x="561" y="208"/>
                  </a:lnTo>
                  <a:lnTo>
                    <a:pt x="561" y="211"/>
                  </a:lnTo>
                  <a:lnTo>
                    <a:pt x="558" y="216"/>
                  </a:lnTo>
                  <a:lnTo>
                    <a:pt x="558" y="218"/>
                  </a:lnTo>
                  <a:lnTo>
                    <a:pt x="556" y="218"/>
                  </a:lnTo>
                  <a:lnTo>
                    <a:pt x="556" y="220"/>
                  </a:lnTo>
                  <a:lnTo>
                    <a:pt x="556" y="223"/>
                  </a:lnTo>
                  <a:lnTo>
                    <a:pt x="556" y="227"/>
                  </a:lnTo>
                  <a:lnTo>
                    <a:pt x="556" y="234"/>
                  </a:lnTo>
                  <a:lnTo>
                    <a:pt x="556" y="237"/>
                  </a:lnTo>
                  <a:lnTo>
                    <a:pt x="551" y="246"/>
                  </a:lnTo>
                  <a:lnTo>
                    <a:pt x="547" y="261"/>
                  </a:lnTo>
                  <a:lnTo>
                    <a:pt x="544" y="268"/>
                  </a:lnTo>
                  <a:lnTo>
                    <a:pt x="542" y="272"/>
                  </a:lnTo>
                  <a:lnTo>
                    <a:pt x="542" y="277"/>
                  </a:lnTo>
                  <a:lnTo>
                    <a:pt x="544" y="282"/>
                  </a:lnTo>
                  <a:lnTo>
                    <a:pt x="544" y="284"/>
                  </a:lnTo>
                  <a:lnTo>
                    <a:pt x="544" y="287"/>
                  </a:lnTo>
                  <a:lnTo>
                    <a:pt x="547" y="287"/>
                  </a:lnTo>
                  <a:lnTo>
                    <a:pt x="547" y="289"/>
                  </a:lnTo>
                  <a:lnTo>
                    <a:pt x="551" y="291"/>
                  </a:lnTo>
                  <a:lnTo>
                    <a:pt x="554" y="294"/>
                  </a:lnTo>
                  <a:lnTo>
                    <a:pt x="556" y="296"/>
                  </a:lnTo>
                  <a:lnTo>
                    <a:pt x="556" y="296"/>
                  </a:lnTo>
                  <a:lnTo>
                    <a:pt x="558" y="298"/>
                  </a:lnTo>
                  <a:lnTo>
                    <a:pt x="558" y="301"/>
                  </a:lnTo>
                  <a:lnTo>
                    <a:pt x="563" y="301"/>
                  </a:lnTo>
                  <a:lnTo>
                    <a:pt x="565" y="303"/>
                  </a:lnTo>
                  <a:lnTo>
                    <a:pt x="568" y="308"/>
                  </a:lnTo>
                  <a:lnTo>
                    <a:pt x="573" y="310"/>
                  </a:lnTo>
                  <a:lnTo>
                    <a:pt x="575" y="310"/>
                  </a:lnTo>
                  <a:lnTo>
                    <a:pt x="582" y="315"/>
                  </a:lnTo>
                  <a:lnTo>
                    <a:pt x="582" y="315"/>
                  </a:lnTo>
                  <a:lnTo>
                    <a:pt x="587" y="315"/>
                  </a:lnTo>
                  <a:lnTo>
                    <a:pt x="587" y="315"/>
                  </a:lnTo>
                  <a:lnTo>
                    <a:pt x="591" y="315"/>
                  </a:lnTo>
                  <a:lnTo>
                    <a:pt x="594" y="317"/>
                  </a:lnTo>
                  <a:lnTo>
                    <a:pt x="601" y="322"/>
                  </a:lnTo>
                  <a:lnTo>
                    <a:pt x="603" y="324"/>
                  </a:lnTo>
                  <a:lnTo>
                    <a:pt x="610" y="327"/>
                  </a:lnTo>
                  <a:lnTo>
                    <a:pt x="613" y="329"/>
                  </a:lnTo>
                  <a:lnTo>
                    <a:pt x="615" y="332"/>
                  </a:lnTo>
                  <a:lnTo>
                    <a:pt x="618" y="339"/>
                  </a:lnTo>
                  <a:lnTo>
                    <a:pt x="620" y="341"/>
                  </a:lnTo>
                  <a:lnTo>
                    <a:pt x="632" y="343"/>
                  </a:lnTo>
                  <a:lnTo>
                    <a:pt x="634" y="346"/>
                  </a:lnTo>
                  <a:lnTo>
                    <a:pt x="634" y="348"/>
                  </a:lnTo>
                  <a:lnTo>
                    <a:pt x="634" y="348"/>
                  </a:lnTo>
                  <a:lnTo>
                    <a:pt x="634" y="350"/>
                  </a:lnTo>
                  <a:lnTo>
                    <a:pt x="634" y="353"/>
                  </a:lnTo>
                  <a:lnTo>
                    <a:pt x="634" y="355"/>
                  </a:lnTo>
                  <a:lnTo>
                    <a:pt x="634" y="358"/>
                  </a:lnTo>
                  <a:lnTo>
                    <a:pt x="634" y="360"/>
                  </a:lnTo>
                  <a:lnTo>
                    <a:pt x="634" y="362"/>
                  </a:lnTo>
                  <a:lnTo>
                    <a:pt x="639" y="367"/>
                  </a:lnTo>
                  <a:lnTo>
                    <a:pt x="641" y="369"/>
                  </a:lnTo>
                  <a:lnTo>
                    <a:pt x="644" y="374"/>
                  </a:lnTo>
                  <a:lnTo>
                    <a:pt x="646" y="379"/>
                  </a:lnTo>
                  <a:lnTo>
                    <a:pt x="644" y="384"/>
                  </a:lnTo>
                  <a:lnTo>
                    <a:pt x="641" y="388"/>
                  </a:lnTo>
                  <a:lnTo>
                    <a:pt x="639" y="391"/>
                  </a:lnTo>
                  <a:lnTo>
                    <a:pt x="639" y="395"/>
                  </a:lnTo>
                  <a:lnTo>
                    <a:pt x="639" y="398"/>
                  </a:lnTo>
                  <a:lnTo>
                    <a:pt x="641" y="398"/>
                  </a:lnTo>
                  <a:lnTo>
                    <a:pt x="641" y="398"/>
                  </a:lnTo>
                  <a:lnTo>
                    <a:pt x="644" y="398"/>
                  </a:lnTo>
                  <a:lnTo>
                    <a:pt x="644" y="400"/>
                  </a:lnTo>
                  <a:lnTo>
                    <a:pt x="644" y="403"/>
                  </a:lnTo>
                  <a:lnTo>
                    <a:pt x="646" y="405"/>
                  </a:lnTo>
                  <a:lnTo>
                    <a:pt x="648" y="407"/>
                  </a:lnTo>
                  <a:lnTo>
                    <a:pt x="653" y="414"/>
                  </a:lnTo>
                  <a:lnTo>
                    <a:pt x="653" y="417"/>
                  </a:lnTo>
                  <a:lnTo>
                    <a:pt x="653" y="421"/>
                  </a:lnTo>
                  <a:lnTo>
                    <a:pt x="655" y="421"/>
                  </a:lnTo>
                  <a:lnTo>
                    <a:pt x="660" y="426"/>
                  </a:lnTo>
                  <a:lnTo>
                    <a:pt x="665" y="426"/>
                  </a:lnTo>
                  <a:lnTo>
                    <a:pt x="667" y="426"/>
                  </a:lnTo>
                  <a:lnTo>
                    <a:pt x="667" y="426"/>
                  </a:lnTo>
                  <a:lnTo>
                    <a:pt x="667" y="424"/>
                  </a:lnTo>
                  <a:lnTo>
                    <a:pt x="665" y="424"/>
                  </a:lnTo>
                  <a:lnTo>
                    <a:pt x="665" y="421"/>
                  </a:lnTo>
                  <a:lnTo>
                    <a:pt x="662" y="421"/>
                  </a:lnTo>
                  <a:lnTo>
                    <a:pt x="662" y="419"/>
                  </a:lnTo>
                  <a:lnTo>
                    <a:pt x="662" y="417"/>
                  </a:lnTo>
                  <a:lnTo>
                    <a:pt x="665" y="417"/>
                  </a:lnTo>
                  <a:lnTo>
                    <a:pt x="667" y="417"/>
                  </a:lnTo>
                  <a:lnTo>
                    <a:pt x="667" y="417"/>
                  </a:lnTo>
                  <a:lnTo>
                    <a:pt x="667" y="419"/>
                  </a:lnTo>
                  <a:lnTo>
                    <a:pt x="670" y="421"/>
                  </a:lnTo>
                  <a:lnTo>
                    <a:pt x="670" y="421"/>
                  </a:lnTo>
                  <a:lnTo>
                    <a:pt x="672" y="424"/>
                  </a:lnTo>
                  <a:lnTo>
                    <a:pt x="672" y="424"/>
                  </a:lnTo>
                  <a:lnTo>
                    <a:pt x="674" y="426"/>
                  </a:lnTo>
                  <a:lnTo>
                    <a:pt x="674" y="426"/>
                  </a:lnTo>
                  <a:lnTo>
                    <a:pt x="674" y="429"/>
                  </a:lnTo>
                  <a:lnTo>
                    <a:pt x="674" y="429"/>
                  </a:lnTo>
                  <a:lnTo>
                    <a:pt x="677" y="429"/>
                  </a:lnTo>
                  <a:lnTo>
                    <a:pt x="677" y="429"/>
                  </a:lnTo>
                  <a:lnTo>
                    <a:pt x="679" y="429"/>
                  </a:lnTo>
                  <a:lnTo>
                    <a:pt x="679" y="429"/>
                  </a:lnTo>
                  <a:lnTo>
                    <a:pt x="681" y="429"/>
                  </a:lnTo>
                  <a:lnTo>
                    <a:pt x="681" y="431"/>
                  </a:lnTo>
                  <a:lnTo>
                    <a:pt x="681" y="436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1" y="443"/>
                  </a:lnTo>
                  <a:lnTo>
                    <a:pt x="681" y="443"/>
                  </a:lnTo>
                  <a:lnTo>
                    <a:pt x="681" y="445"/>
                  </a:lnTo>
                  <a:lnTo>
                    <a:pt x="681" y="445"/>
                  </a:lnTo>
                  <a:lnTo>
                    <a:pt x="681" y="448"/>
                  </a:lnTo>
                  <a:lnTo>
                    <a:pt x="684" y="452"/>
                  </a:lnTo>
                  <a:lnTo>
                    <a:pt x="684" y="455"/>
                  </a:lnTo>
                  <a:lnTo>
                    <a:pt x="684" y="459"/>
                  </a:lnTo>
                  <a:lnTo>
                    <a:pt x="679" y="469"/>
                  </a:lnTo>
                  <a:lnTo>
                    <a:pt x="679" y="476"/>
                  </a:lnTo>
                  <a:lnTo>
                    <a:pt x="677" y="478"/>
                  </a:lnTo>
                  <a:lnTo>
                    <a:pt x="674" y="481"/>
                  </a:lnTo>
                  <a:lnTo>
                    <a:pt x="670" y="478"/>
                  </a:lnTo>
                  <a:lnTo>
                    <a:pt x="667" y="478"/>
                  </a:lnTo>
                  <a:lnTo>
                    <a:pt x="665" y="474"/>
                  </a:lnTo>
                  <a:lnTo>
                    <a:pt x="662" y="474"/>
                  </a:lnTo>
                  <a:lnTo>
                    <a:pt x="660" y="474"/>
                  </a:lnTo>
                  <a:lnTo>
                    <a:pt x="660" y="474"/>
                  </a:lnTo>
                  <a:lnTo>
                    <a:pt x="660" y="476"/>
                  </a:lnTo>
                  <a:lnTo>
                    <a:pt x="658" y="481"/>
                  </a:lnTo>
                  <a:lnTo>
                    <a:pt x="658" y="483"/>
                  </a:lnTo>
                  <a:lnTo>
                    <a:pt x="658" y="490"/>
                  </a:lnTo>
                  <a:lnTo>
                    <a:pt x="658" y="490"/>
                  </a:lnTo>
                  <a:lnTo>
                    <a:pt x="658" y="492"/>
                  </a:lnTo>
                  <a:lnTo>
                    <a:pt x="655" y="495"/>
                  </a:lnTo>
                  <a:lnTo>
                    <a:pt x="653" y="495"/>
                  </a:lnTo>
                  <a:lnTo>
                    <a:pt x="653" y="497"/>
                  </a:lnTo>
                  <a:lnTo>
                    <a:pt x="651" y="497"/>
                  </a:lnTo>
                  <a:lnTo>
                    <a:pt x="648" y="495"/>
                  </a:lnTo>
                  <a:lnTo>
                    <a:pt x="651" y="492"/>
                  </a:lnTo>
                  <a:lnTo>
                    <a:pt x="651" y="490"/>
                  </a:lnTo>
                  <a:lnTo>
                    <a:pt x="651" y="490"/>
                  </a:lnTo>
                  <a:lnTo>
                    <a:pt x="648" y="485"/>
                  </a:lnTo>
                  <a:lnTo>
                    <a:pt x="646" y="483"/>
                  </a:lnTo>
                  <a:lnTo>
                    <a:pt x="641" y="485"/>
                  </a:lnTo>
                  <a:lnTo>
                    <a:pt x="641" y="490"/>
                  </a:lnTo>
                  <a:lnTo>
                    <a:pt x="644" y="490"/>
                  </a:lnTo>
                  <a:lnTo>
                    <a:pt x="644" y="492"/>
                  </a:lnTo>
                  <a:lnTo>
                    <a:pt x="644" y="492"/>
                  </a:lnTo>
                  <a:lnTo>
                    <a:pt x="646" y="495"/>
                  </a:lnTo>
                  <a:lnTo>
                    <a:pt x="644" y="497"/>
                  </a:lnTo>
                  <a:lnTo>
                    <a:pt x="646" y="497"/>
                  </a:lnTo>
                  <a:lnTo>
                    <a:pt x="648" y="504"/>
                  </a:lnTo>
                  <a:lnTo>
                    <a:pt x="648" y="507"/>
                  </a:lnTo>
                  <a:lnTo>
                    <a:pt x="648" y="509"/>
                  </a:lnTo>
                  <a:lnTo>
                    <a:pt x="646" y="509"/>
                  </a:lnTo>
                  <a:lnTo>
                    <a:pt x="644" y="511"/>
                  </a:lnTo>
                  <a:lnTo>
                    <a:pt x="641" y="511"/>
                  </a:lnTo>
                  <a:lnTo>
                    <a:pt x="639" y="511"/>
                  </a:lnTo>
                  <a:lnTo>
                    <a:pt x="639" y="514"/>
                  </a:lnTo>
                  <a:lnTo>
                    <a:pt x="641" y="516"/>
                  </a:lnTo>
                  <a:lnTo>
                    <a:pt x="644" y="519"/>
                  </a:lnTo>
                  <a:lnTo>
                    <a:pt x="646" y="519"/>
                  </a:lnTo>
                  <a:lnTo>
                    <a:pt x="646" y="519"/>
                  </a:lnTo>
                  <a:lnTo>
                    <a:pt x="646" y="521"/>
                  </a:lnTo>
                  <a:lnTo>
                    <a:pt x="646" y="521"/>
                  </a:lnTo>
                  <a:lnTo>
                    <a:pt x="644" y="523"/>
                  </a:lnTo>
                  <a:lnTo>
                    <a:pt x="634" y="523"/>
                  </a:lnTo>
                  <a:lnTo>
                    <a:pt x="634" y="523"/>
                  </a:lnTo>
                  <a:lnTo>
                    <a:pt x="639" y="533"/>
                  </a:lnTo>
                  <a:lnTo>
                    <a:pt x="644" y="537"/>
                  </a:lnTo>
                  <a:lnTo>
                    <a:pt x="641" y="540"/>
                  </a:lnTo>
                  <a:lnTo>
                    <a:pt x="641" y="540"/>
                  </a:lnTo>
                  <a:lnTo>
                    <a:pt x="639" y="540"/>
                  </a:lnTo>
                  <a:lnTo>
                    <a:pt x="636" y="542"/>
                  </a:lnTo>
                  <a:lnTo>
                    <a:pt x="636" y="542"/>
                  </a:lnTo>
                  <a:lnTo>
                    <a:pt x="636" y="545"/>
                  </a:lnTo>
                  <a:lnTo>
                    <a:pt x="634" y="552"/>
                  </a:lnTo>
                  <a:lnTo>
                    <a:pt x="634" y="554"/>
                  </a:lnTo>
                  <a:lnTo>
                    <a:pt x="632" y="554"/>
                  </a:lnTo>
                  <a:lnTo>
                    <a:pt x="632" y="554"/>
                  </a:lnTo>
                  <a:lnTo>
                    <a:pt x="632" y="556"/>
                  </a:lnTo>
                  <a:lnTo>
                    <a:pt x="632" y="556"/>
                  </a:lnTo>
                  <a:lnTo>
                    <a:pt x="618" y="556"/>
                  </a:lnTo>
                  <a:lnTo>
                    <a:pt x="603" y="559"/>
                  </a:lnTo>
                  <a:lnTo>
                    <a:pt x="589" y="561"/>
                  </a:lnTo>
                  <a:lnTo>
                    <a:pt x="575" y="561"/>
                  </a:lnTo>
                  <a:lnTo>
                    <a:pt x="568" y="563"/>
                  </a:lnTo>
                  <a:lnTo>
                    <a:pt x="568" y="563"/>
                  </a:lnTo>
                  <a:lnTo>
                    <a:pt x="568" y="561"/>
                  </a:lnTo>
                  <a:lnTo>
                    <a:pt x="568" y="561"/>
                  </a:lnTo>
                  <a:lnTo>
                    <a:pt x="568" y="561"/>
                  </a:lnTo>
                  <a:lnTo>
                    <a:pt x="570" y="554"/>
                  </a:lnTo>
                  <a:lnTo>
                    <a:pt x="570" y="552"/>
                  </a:lnTo>
                  <a:lnTo>
                    <a:pt x="573" y="549"/>
                  </a:lnTo>
                  <a:lnTo>
                    <a:pt x="573" y="547"/>
                  </a:lnTo>
                  <a:lnTo>
                    <a:pt x="575" y="547"/>
                  </a:lnTo>
                  <a:lnTo>
                    <a:pt x="575" y="547"/>
                  </a:lnTo>
                  <a:lnTo>
                    <a:pt x="575" y="545"/>
                  </a:lnTo>
                  <a:lnTo>
                    <a:pt x="575" y="545"/>
                  </a:lnTo>
                  <a:lnTo>
                    <a:pt x="577" y="545"/>
                  </a:lnTo>
                  <a:lnTo>
                    <a:pt x="577" y="545"/>
                  </a:lnTo>
                  <a:lnTo>
                    <a:pt x="577" y="545"/>
                  </a:lnTo>
                  <a:lnTo>
                    <a:pt x="580" y="545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2"/>
                  </a:lnTo>
                  <a:lnTo>
                    <a:pt x="580" y="540"/>
                  </a:lnTo>
                  <a:lnTo>
                    <a:pt x="580" y="540"/>
                  </a:lnTo>
                  <a:lnTo>
                    <a:pt x="580" y="537"/>
                  </a:lnTo>
                  <a:lnTo>
                    <a:pt x="580" y="537"/>
                  </a:lnTo>
                  <a:lnTo>
                    <a:pt x="580" y="537"/>
                  </a:lnTo>
                  <a:lnTo>
                    <a:pt x="582" y="537"/>
                  </a:lnTo>
                  <a:lnTo>
                    <a:pt x="582" y="537"/>
                  </a:lnTo>
                  <a:lnTo>
                    <a:pt x="584" y="535"/>
                  </a:lnTo>
                  <a:lnTo>
                    <a:pt x="584" y="535"/>
                  </a:lnTo>
                  <a:lnTo>
                    <a:pt x="589" y="533"/>
                  </a:lnTo>
                  <a:lnTo>
                    <a:pt x="589" y="533"/>
                  </a:lnTo>
                  <a:lnTo>
                    <a:pt x="589" y="533"/>
                  </a:lnTo>
                  <a:lnTo>
                    <a:pt x="589" y="530"/>
                  </a:lnTo>
                  <a:lnTo>
                    <a:pt x="589" y="530"/>
                  </a:lnTo>
                  <a:lnTo>
                    <a:pt x="589" y="528"/>
                  </a:lnTo>
                  <a:lnTo>
                    <a:pt x="589" y="528"/>
                  </a:lnTo>
                  <a:lnTo>
                    <a:pt x="589" y="528"/>
                  </a:lnTo>
                  <a:lnTo>
                    <a:pt x="591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6"/>
                  </a:lnTo>
                  <a:lnTo>
                    <a:pt x="594" y="523"/>
                  </a:lnTo>
                  <a:lnTo>
                    <a:pt x="594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6" y="521"/>
                  </a:lnTo>
                  <a:lnTo>
                    <a:pt x="594" y="519"/>
                  </a:lnTo>
                  <a:lnTo>
                    <a:pt x="594" y="516"/>
                  </a:lnTo>
                  <a:lnTo>
                    <a:pt x="594" y="514"/>
                  </a:lnTo>
                  <a:lnTo>
                    <a:pt x="594" y="514"/>
                  </a:lnTo>
                  <a:lnTo>
                    <a:pt x="594" y="514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11"/>
                  </a:lnTo>
                  <a:lnTo>
                    <a:pt x="594" y="509"/>
                  </a:lnTo>
                  <a:lnTo>
                    <a:pt x="591" y="509"/>
                  </a:lnTo>
                  <a:lnTo>
                    <a:pt x="589" y="509"/>
                  </a:lnTo>
                  <a:lnTo>
                    <a:pt x="589" y="507"/>
                  </a:lnTo>
                  <a:lnTo>
                    <a:pt x="589" y="507"/>
                  </a:lnTo>
                  <a:lnTo>
                    <a:pt x="589" y="507"/>
                  </a:lnTo>
                  <a:lnTo>
                    <a:pt x="587" y="507"/>
                  </a:lnTo>
                  <a:lnTo>
                    <a:pt x="587" y="504"/>
                  </a:lnTo>
                  <a:lnTo>
                    <a:pt x="587" y="504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7" y="502"/>
                  </a:lnTo>
                  <a:lnTo>
                    <a:pt x="584" y="502"/>
                  </a:lnTo>
                  <a:lnTo>
                    <a:pt x="584" y="500"/>
                  </a:lnTo>
                  <a:lnTo>
                    <a:pt x="584" y="497"/>
                  </a:lnTo>
                  <a:lnTo>
                    <a:pt x="584" y="497"/>
                  </a:lnTo>
                  <a:lnTo>
                    <a:pt x="584" y="497"/>
                  </a:lnTo>
                  <a:lnTo>
                    <a:pt x="577" y="497"/>
                  </a:lnTo>
                  <a:lnTo>
                    <a:pt x="549" y="500"/>
                  </a:lnTo>
                  <a:lnTo>
                    <a:pt x="521" y="502"/>
                  </a:lnTo>
                  <a:lnTo>
                    <a:pt x="495" y="504"/>
                  </a:lnTo>
                  <a:lnTo>
                    <a:pt x="466" y="507"/>
                  </a:lnTo>
                  <a:lnTo>
                    <a:pt x="438" y="509"/>
                  </a:lnTo>
                  <a:lnTo>
                    <a:pt x="412" y="511"/>
                  </a:lnTo>
                  <a:lnTo>
                    <a:pt x="383" y="514"/>
                  </a:lnTo>
                  <a:lnTo>
                    <a:pt x="357" y="516"/>
                  </a:lnTo>
                  <a:lnTo>
                    <a:pt x="329" y="516"/>
                  </a:lnTo>
                  <a:lnTo>
                    <a:pt x="301" y="519"/>
                  </a:lnTo>
                  <a:lnTo>
                    <a:pt x="275" y="521"/>
                  </a:lnTo>
                  <a:lnTo>
                    <a:pt x="246" y="523"/>
                  </a:lnTo>
                  <a:lnTo>
                    <a:pt x="218" y="523"/>
                  </a:lnTo>
                  <a:lnTo>
                    <a:pt x="192" y="526"/>
                  </a:lnTo>
                  <a:lnTo>
                    <a:pt x="163" y="526"/>
                  </a:lnTo>
                  <a:lnTo>
                    <a:pt x="135" y="528"/>
                  </a:lnTo>
                  <a:lnTo>
                    <a:pt x="135" y="514"/>
                  </a:lnTo>
                  <a:lnTo>
                    <a:pt x="135" y="497"/>
                  </a:lnTo>
                  <a:lnTo>
                    <a:pt x="133" y="481"/>
                  </a:lnTo>
                  <a:lnTo>
                    <a:pt x="133" y="466"/>
                  </a:lnTo>
                  <a:lnTo>
                    <a:pt x="133" y="450"/>
                  </a:lnTo>
                  <a:lnTo>
                    <a:pt x="130" y="433"/>
                  </a:lnTo>
                  <a:lnTo>
                    <a:pt x="130" y="419"/>
                  </a:lnTo>
                  <a:lnTo>
                    <a:pt x="130" y="403"/>
                  </a:lnTo>
                  <a:lnTo>
                    <a:pt x="128" y="386"/>
                  </a:lnTo>
                  <a:lnTo>
                    <a:pt x="128" y="372"/>
                  </a:lnTo>
                  <a:lnTo>
                    <a:pt x="128" y="355"/>
                  </a:lnTo>
                  <a:lnTo>
                    <a:pt x="126" y="339"/>
                  </a:lnTo>
                  <a:lnTo>
                    <a:pt x="126" y="324"/>
                  </a:lnTo>
                  <a:lnTo>
                    <a:pt x="126" y="308"/>
                  </a:lnTo>
                  <a:lnTo>
                    <a:pt x="123" y="291"/>
                  </a:lnTo>
                  <a:lnTo>
                    <a:pt x="123" y="277"/>
                  </a:lnTo>
                  <a:lnTo>
                    <a:pt x="123" y="261"/>
                  </a:lnTo>
                  <a:lnTo>
                    <a:pt x="121" y="244"/>
                  </a:lnTo>
                  <a:lnTo>
                    <a:pt x="121" y="230"/>
                  </a:lnTo>
                  <a:lnTo>
                    <a:pt x="121" y="213"/>
                  </a:lnTo>
                  <a:lnTo>
                    <a:pt x="121" y="204"/>
                  </a:lnTo>
                  <a:lnTo>
                    <a:pt x="121" y="204"/>
                  </a:lnTo>
                  <a:lnTo>
                    <a:pt x="118" y="204"/>
                  </a:lnTo>
                  <a:lnTo>
                    <a:pt x="118" y="204"/>
                  </a:lnTo>
                  <a:lnTo>
                    <a:pt x="118" y="201"/>
                  </a:lnTo>
                  <a:lnTo>
                    <a:pt x="118" y="201"/>
                  </a:lnTo>
                  <a:lnTo>
                    <a:pt x="121" y="201"/>
                  </a:lnTo>
                  <a:lnTo>
                    <a:pt x="121" y="199"/>
                  </a:lnTo>
                  <a:lnTo>
                    <a:pt x="118" y="199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14" y="197"/>
                  </a:lnTo>
                  <a:lnTo>
                    <a:pt x="114" y="197"/>
                  </a:lnTo>
                  <a:lnTo>
                    <a:pt x="111" y="197"/>
                  </a:lnTo>
                  <a:lnTo>
                    <a:pt x="109" y="197"/>
                  </a:lnTo>
                  <a:lnTo>
                    <a:pt x="107" y="197"/>
                  </a:lnTo>
                  <a:lnTo>
                    <a:pt x="102" y="194"/>
                  </a:lnTo>
                  <a:lnTo>
                    <a:pt x="99" y="194"/>
                  </a:lnTo>
                  <a:lnTo>
                    <a:pt x="99" y="192"/>
                  </a:lnTo>
                  <a:lnTo>
                    <a:pt x="97" y="190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2" y="185"/>
                  </a:lnTo>
                  <a:lnTo>
                    <a:pt x="90" y="180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88" y="171"/>
                  </a:lnTo>
                  <a:lnTo>
                    <a:pt x="85" y="171"/>
                  </a:lnTo>
                  <a:lnTo>
                    <a:pt x="85" y="168"/>
                  </a:lnTo>
                  <a:lnTo>
                    <a:pt x="85" y="168"/>
                  </a:lnTo>
                  <a:lnTo>
                    <a:pt x="81" y="166"/>
                  </a:lnTo>
                  <a:lnTo>
                    <a:pt x="78" y="166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76" y="159"/>
                  </a:lnTo>
                  <a:lnTo>
                    <a:pt x="73" y="159"/>
                  </a:lnTo>
                  <a:lnTo>
                    <a:pt x="73" y="156"/>
                  </a:lnTo>
                  <a:lnTo>
                    <a:pt x="71" y="156"/>
                  </a:lnTo>
                  <a:lnTo>
                    <a:pt x="69" y="154"/>
                  </a:lnTo>
                  <a:lnTo>
                    <a:pt x="69" y="149"/>
                  </a:lnTo>
                  <a:lnTo>
                    <a:pt x="71" y="149"/>
                  </a:lnTo>
                  <a:lnTo>
                    <a:pt x="73" y="149"/>
                  </a:lnTo>
                  <a:lnTo>
                    <a:pt x="73" y="149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73" y="145"/>
                  </a:lnTo>
                  <a:lnTo>
                    <a:pt x="73" y="142"/>
                  </a:lnTo>
                  <a:lnTo>
                    <a:pt x="76" y="140"/>
                  </a:lnTo>
                  <a:lnTo>
                    <a:pt x="78" y="137"/>
                  </a:lnTo>
                  <a:lnTo>
                    <a:pt x="81" y="135"/>
                  </a:lnTo>
                  <a:lnTo>
                    <a:pt x="81" y="135"/>
                  </a:lnTo>
                  <a:lnTo>
                    <a:pt x="81" y="135"/>
                  </a:lnTo>
                  <a:lnTo>
                    <a:pt x="81" y="130"/>
                  </a:lnTo>
                  <a:lnTo>
                    <a:pt x="81" y="130"/>
                  </a:lnTo>
                  <a:lnTo>
                    <a:pt x="83" y="128"/>
                  </a:lnTo>
                  <a:lnTo>
                    <a:pt x="83" y="128"/>
                  </a:lnTo>
                  <a:lnTo>
                    <a:pt x="88" y="130"/>
                  </a:lnTo>
                  <a:lnTo>
                    <a:pt x="90" y="130"/>
                  </a:lnTo>
                  <a:lnTo>
                    <a:pt x="92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19"/>
                  </a:lnTo>
                  <a:lnTo>
                    <a:pt x="90" y="119"/>
                  </a:lnTo>
                  <a:lnTo>
                    <a:pt x="90" y="116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83" y="111"/>
                  </a:lnTo>
                  <a:lnTo>
                    <a:pt x="83" y="111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1" y="109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3" y="111"/>
                  </a:lnTo>
                  <a:lnTo>
                    <a:pt x="71" y="114"/>
                  </a:lnTo>
                  <a:lnTo>
                    <a:pt x="69" y="114"/>
                  </a:lnTo>
                  <a:lnTo>
                    <a:pt x="66" y="114"/>
                  </a:lnTo>
                  <a:lnTo>
                    <a:pt x="64" y="111"/>
                  </a:lnTo>
                  <a:lnTo>
                    <a:pt x="64" y="109"/>
                  </a:lnTo>
                  <a:lnTo>
                    <a:pt x="62" y="109"/>
                  </a:lnTo>
                  <a:lnTo>
                    <a:pt x="62" y="109"/>
                  </a:lnTo>
                  <a:lnTo>
                    <a:pt x="59" y="109"/>
                  </a:lnTo>
                  <a:lnTo>
                    <a:pt x="59" y="109"/>
                  </a:lnTo>
                  <a:lnTo>
                    <a:pt x="59" y="107"/>
                  </a:lnTo>
                  <a:lnTo>
                    <a:pt x="57" y="107"/>
                  </a:lnTo>
                  <a:lnTo>
                    <a:pt x="57" y="107"/>
                  </a:lnTo>
                  <a:lnTo>
                    <a:pt x="57" y="104"/>
                  </a:lnTo>
                  <a:lnTo>
                    <a:pt x="55" y="104"/>
                  </a:lnTo>
                  <a:lnTo>
                    <a:pt x="55" y="104"/>
                  </a:lnTo>
                  <a:lnTo>
                    <a:pt x="52" y="102"/>
                  </a:lnTo>
                  <a:lnTo>
                    <a:pt x="47" y="97"/>
                  </a:lnTo>
                  <a:lnTo>
                    <a:pt x="45" y="95"/>
                  </a:lnTo>
                  <a:lnTo>
                    <a:pt x="43" y="95"/>
                  </a:lnTo>
                  <a:lnTo>
                    <a:pt x="38" y="95"/>
                  </a:lnTo>
                  <a:lnTo>
                    <a:pt x="38" y="92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8" y="83"/>
                  </a:lnTo>
                  <a:lnTo>
                    <a:pt x="36" y="81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1" y="74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29" y="69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1" y="66"/>
                  </a:lnTo>
                  <a:lnTo>
                    <a:pt x="21" y="64"/>
                  </a:lnTo>
                  <a:lnTo>
                    <a:pt x="21" y="62"/>
                  </a:lnTo>
                  <a:lnTo>
                    <a:pt x="19" y="62"/>
                  </a:lnTo>
                  <a:lnTo>
                    <a:pt x="17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59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2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10" y="43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4" y="24"/>
                  </a:lnTo>
                  <a:lnTo>
                    <a:pt x="47" y="24"/>
                  </a:lnTo>
                  <a:lnTo>
                    <a:pt x="71" y="21"/>
                  </a:lnTo>
                  <a:lnTo>
                    <a:pt x="95" y="21"/>
                  </a:lnTo>
                  <a:lnTo>
                    <a:pt x="118" y="19"/>
                  </a:lnTo>
                  <a:lnTo>
                    <a:pt x="142" y="19"/>
                  </a:lnTo>
                  <a:lnTo>
                    <a:pt x="166" y="17"/>
                  </a:lnTo>
                  <a:lnTo>
                    <a:pt x="187" y="17"/>
                  </a:lnTo>
                  <a:lnTo>
                    <a:pt x="211" y="14"/>
                  </a:lnTo>
                  <a:lnTo>
                    <a:pt x="234" y="12"/>
                  </a:lnTo>
                  <a:lnTo>
                    <a:pt x="258" y="12"/>
                  </a:lnTo>
                  <a:lnTo>
                    <a:pt x="282" y="10"/>
                  </a:lnTo>
                  <a:lnTo>
                    <a:pt x="305" y="7"/>
                  </a:lnTo>
                  <a:lnTo>
                    <a:pt x="329" y="5"/>
                  </a:lnTo>
                  <a:lnTo>
                    <a:pt x="350" y="5"/>
                  </a:lnTo>
                  <a:lnTo>
                    <a:pt x="374" y="3"/>
                  </a:lnTo>
                  <a:lnTo>
                    <a:pt x="383" y="3"/>
                  </a:lnTo>
                  <a:lnTo>
                    <a:pt x="388" y="0"/>
                  </a:lnTo>
                  <a:lnTo>
                    <a:pt x="388" y="3"/>
                  </a:lnTo>
                  <a:lnTo>
                    <a:pt x="388" y="3"/>
                  </a:lnTo>
                  <a:lnTo>
                    <a:pt x="390" y="5"/>
                  </a:lnTo>
                  <a:lnTo>
                    <a:pt x="390" y="5"/>
                  </a:lnTo>
                  <a:lnTo>
                    <a:pt x="390" y="7"/>
                  </a:lnTo>
                  <a:lnTo>
                    <a:pt x="393" y="7"/>
                  </a:lnTo>
                  <a:lnTo>
                    <a:pt x="393" y="10"/>
                  </a:lnTo>
                  <a:lnTo>
                    <a:pt x="393" y="10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12"/>
                  </a:lnTo>
                  <a:lnTo>
                    <a:pt x="400" y="12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0" y="14"/>
                  </a:lnTo>
                  <a:lnTo>
                    <a:pt x="402" y="14"/>
                  </a:lnTo>
                  <a:lnTo>
                    <a:pt x="402" y="14"/>
                  </a:lnTo>
                  <a:lnTo>
                    <a:pt x="402" y="17"/>
                  </a:lnTo>
                  <a:lnTo>
                    <a:pt x="402" y="17"/>
                  </a:lnTo>
                  <a:lnTo>
                    <a:pt x="402" y="17"/>
                  </a:lnTo>
                  <a:lnTo>
                    <a:pt x="405" y="17"/>
                  </a:lnTo>
                  <a:lnTo>
                    <a:pt x="407" y="19"/>
                  </a:lnTo>
                  <a:lnTo>
                    <a:pt x="407" y="19"/>
                  </a:lnTo>
                  <a:lnTo>
                    <a:pt x="407" y="19"/>
                  </a:lnTo>
                  <a:lnTo>
                    <a:pt x="407" y="21"/>
                  </a:lnTo>
                  <a:lnTo>
                    <a:pt x="407" y="21"/>
                  </a:lnTo>
                  <a:lnTo>
                    <a:pt x="407" y="21"/>
                  </a:lnTo>
                  <a:lnTo>
                    <a:pt x="409" y="24"/>
                  </a:lnTo>
                  <a:lnTo>
                    <a:pt x="412" y="26"/>
                  </a:lnTo>
                  <a:lnTo>
                    <a:pt x="414" y="29"/>
                  </a:lnTo>
                  <a:lnTo>
                    <a:pt x="416" y="29"/>
                  </a:lnTo>
                  <a:lnTo>
                    <a:pt x="419" y="29"/>
                  </a:lnTo>
                  <a:lnTo>
                    <a:pt x="419" y="2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4" name="Freeform 32">
              <a:extLst>
                <a:ext uri="{FF2B5EF4-FFF2-40B4-BE49-F238E27FC236}">
                  <a16:creationId xmlns:a16="http://schemas.microsoft.com/office/drawing/2014/main" id="{F389190E-ACE6-47F4-AC8A-36D5A88A7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9252" y="1808982"/>
              <a:ext cx="636301" cy="668399"/>
            </a:xfrm>
            <a:custGeom>
              <a:avLst/>
              <a:gdLst>
                <a:gd name="T0" fmla="*/ 648 w 674"/>
                <a:gd name="T1" fmla="*/ 132 h 708"/>
                <a:gd name="T2" fmla="*/ 596 w 674"/>
                <a:gd name="T3" fmla="*/ 125 h 708"/>
                <a:gd name="T4" fmla="*/ 577 w 674"/>
                <a:gd name="T5" fmla="*/ 128 h 708"/>
                <a:gd name="T6" fmla="*/ 563 w 674"/>
                <a:gd name="T7" fmla="*/ 113 h 708"/>
                <a:gd name="T8" fmla="*/ 525 w 674"/>
                <a:gd name="T9" fmla="*/ 132 h 708"/>
                <a:gd name="T10" fmla="*/ 499 w 674"/>
                <a:gd name="T11" fmla="*/ 132 h 708"/>
                <a:gd name="T12" fmla="*/ 473 w 674"/>
                <a:gd name="T13" fmla="*/ 123 h 708"/>
                <a:gd name="T14" fmla="*/ 437 w 674"/>
                <a:gd name="T15" fmla="*/ 106 h 708"/>
                <a:gd name="T16" fmla="*/ 428 w 674"/>
                <a:gd name="T17" fmla="*/ 121 h 708"/>
                <a:gd name="T18" fmla="*/ 402 w 674"/>
                <a:gd name="T19" fmla="*/ 99 h 708"/>
                <a:gd name="T20" fmla="*/ 395 w 674"/>
                <a:gd name="T21" fmla="*/ 85 h 708"/>
                <a:gd name="T22" fmla="*/ 331 w 674"/>
                <a:gd name="T23" fmla="*/ 87 h 708"/>
                <a:gd name="T24" fmla="*/ 293 w 674"/>
                <a:gd name="T25" fmla="*/ 80 h 708"/>
                <a:gd name="T26" fmla="*/ 257 w 674"/>
                <a:gd name="T27" fmla="*/ 73 h 708"/>
                <a:gd name="T28" fmla="*/ 220 w 674"/>
                <a:gd name="T29" fmla="*/ 59 h 708"/>
                <a:gd name="T30" fmla="*/ 208 w 674"/>
                <a:gd name="T31" fmla="*/ 9 h 708"/>
                <a:gd name="T32" fmla="*/ 179 w 674"/>
                <a:gd name="T33" fmla="*/ 42 h 708"/>
                <a:gd name="T34" fmla="*/ 45 w 674"/>
                <a:gd name="T35" fmla="*/ 50 h 708"/>
                <a:gd name="T36" fmla="*/ 2 w 674"/>
                <a:gd name="T37" fmla="*/ 61 h 708"/>
                <a:gd name="T38" fmla="*/ 9 w 674"/>
                <a:gd name="T39" fmla="*/ 99 h 708"/>
                <a:gd name="T40" fmla="*/ 11 w 674"/>
                <a:gd name="T41" fmla="*/ 132 h 708"/>
                <a:gd name="T42" fmla="*/ 21 w 674"/>
                <a:gd name="T43" fmla="*/ 180 h 708"/>
                <a:gd name="T44" fmla="*/ 26 w 674"/>
                <a:gd name="T45" fmla="*/ 192 h 708"/>
                <a:gd name="T46" fmla="*/ 37 w 674"/>
                <a:gd name="T47" fmla="*/ 215 h 708"/>
                <a:gd name="T48" fmla="*/ 37 w 674"/>
                <a:gd name="T49" fmla="*/ 234 h 708"/>
                <a:gd name="T50" fmla="*/ 40 w 674"/>
                <a:gd name="T51" fmla="*/ 267 h 708"/>
                <a:gd name="T52" fmla="*/ 45 w 674"/>
                <a:gd name="T53" fmla="*/ 291 h 708"/>
                <a:gd name="T54" fmla="*/ 47 w 674"/>
                <a:gd name="T55" fmla="*/ 296 h 708"/>
                <a:gd name="T56" fmla="*/ 47 w 674"/>
                <a:gd name="T57" fmla="*/ 317 h 708"/>
                <a:gd name="T58" fmla="*/ 52 w 674"/>
                <a:gd name="T59" fmla="*/ 345 h 708"/>
                <a:gd name="T60" fmla="*/ 63 w 674"/>
                <a:gd name="T61" fmla="*/ 367 h 708"/>
                <a:gd name="T62" fmla="*/ 68 w 674"/>
                <a:gd name="T63" fmla="*/ 388 h 708"/>
                <a:gd name="T64" fmla="*/ 68 w 674"/>
                <a:gd name="T65" fmla="*/ 416 h 708"/>
                <a:gd name="T66" fmla="*/ 52 w 674"/>
                <a:gd name="T67" fmla="*/ 442 h 708"/>
                <a:gd name="T68" fmla="*/ 56 w 674"/>
                <a:gd name="T69" fmla="*/ 471 h 708"/>
                <a:gd name="T70" fmla="*/ 80 w 674"/>
                <a:gd name="T71" fmla="*/ 490 h 708"/>
                <a:gd name="T72" fmla="*/ 87 w 674"/>
                <a:gd name="T73" fmla="*/ 682 h 708"/>
                <a:gd name="T74" fmla="*/ 359 w 674"/>
                <a:gd name="T75" fmla="*/ 696 h 708"/>
                <a:gd name="T76" fmla="*/ 572 w 674"/>
                <a:gd name="T77" fmla="*/ 674 h 708"/>
                <a:gd name="T78" fmla="*/ 570 w 674"/>
                <a:gd name="T79" fmla="*/ 648 h 708"/>
                <a:gd name="T80" fmla="*/ 563 w 674"/>
                <a:gd name="T81" fmla="*/ 632 h 708"/>
                <a:gd name="T82" fmla="*/ 551 w 674"/>
                <a:gd name="T83" fmla="*/ 620 h 708"/>
                <a:gd name="T84" fmla="*/ 527 w 674"/>
                <a:gd name="T85" fmla="*/ 615 h 708"/>
                <a:gd name="T86" fmla="*/ 466 w 674"/>
                <a:gd name="T87" fmla="*/ 570 h 708"/>
                <a:gd name="T88" fmla="*/ 432 w 674"/>
                <a:gd name="T89" fmla="*/ 551 h 708"/>
                <a:gd name="T90" fmla="*/ 421 w 674"/>
                <a:gd name="T91" fmla="*/ 518 h 708"/>
                <a:gd name="T92" fmla="*/ 418 w 674"/>
                <a:gd name="T93" fmla="*/ 492 h 708"/>
                <a:gd name="T94" fmla="*/ 421 w 674"/>
                <a:gd name="T95" fmla="*/ 469 h 708"/>
                <a:gd name="T96" fmla="*/ 416 w 674"/>
                <a:gd name="T97" fmla="*/ 442 h 708"/>
                <a:gd name="T98" fmla="*/ 411 w 674"/>
                <a:gd name="T99" fmla="*/ 412 h 708"/>
                <a:gd name="T100" fmla="*/ 430 w 674"/>
                <a:gd name="T101" fmla="*/ 390 h 708"/>
                <a:gd name="T102" fmla="*/ 442 w 674"/>
                <a:gd name="T103" fmla="*/ 383 h 708"/>
                <a:gd name="T104" fmla="*/ 451 w 674"/>
                <a:gd name="T105" fmla="*/ 371 h 708"/>
                <a:gd name="T106" fmla="*/ 449 w 674"/>
                <a:gd name="T107" fmla="*/ 308 h 708"/>
                <a:gd name="T108" fmla="*/ 456 w 674"/>
                <a:gd name="T109" fmla="*/ 303 h 708"/>
                <a:gd name="T110" fmla="*/ 461 w 674"/>
                <a:gd name="T111" fmla="*/ 296 h 708"/>
                <a:gd name="T112" fmla="*/ 494 w 674"/>
                <a:gd name="T113" fmla="*/ 265 h 708"/>
                <a:gd name="T114" fmla="*/ 508 w 674"/>
                <a:gd name="T115" fmla="*/ 251 h 708"/>
                <a:gd name="T116" fmla="*/ 633 w 674"/>
                <a:gd name="T117" fmla="*/ 154 h 708"/>
                <a:gd name="T118" fmla="*/ 674 w 674"/>
                <a:gd name="T119" fmla="*/ 128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74" h="708">
                  <a:moveTo>
                    <a:pt x="674" y="128"/>
                  </a:moveTo>
                  <a:lnTo>
                    <a:pt x="669" y="128"/>
                  </a:lnTo>
                  <a:lnTo>
                    <a:pt x="667" y="128"/>
                  </a:lnTo>
                  <a:lnTo>
                    <a:pt x="662" y="128"/>
                  </a:lnTo>
                  <a:lnTo>
                    <a:pt x="662" y="128"/>
                  </a:lnTo>
                  <a:lnTo>
                    <a:pt x="660" y="128"/>
                  </a:lnTo>
                  <a:lnTo>
                    <a:pt x="660" y="128"/>
                  </a:lnTo>
                  <a:lnTo>
                    <a:pt x="657" y="128"/>
                  </a:lnTo>
                  <a:lnTo>
                    <a:pt x="655" y="128"/>
                  </a:lnTo>
                  <a:lnTo>
                    <a:pt x="648" y="132"/>
                  </a:lnTo>
                  <a:lnTo>
                    <a:pt x="645" y="132"/>
                  </a:lnTo>
                  <a:lnTo>
                    <a:pt x="641" y="130"/>
                  </a:lnTo>
                  <a:lnTo>
                    <a:pt x="638" y="130"/>
                  </a:lnTo>
                  <a:lnTo>
                    <a:pt x="636" y="128"/>
                  </a:lnTo>
                  <a:lnTo>
                    <a:pt x="631" y="121"/>
                  </a:lnTo>
                  <a:lnTo>
                    <a:pt x="631" y="121"/>
                  </a:lnTo>
                  <a:lnTo>
                    <a:pt x="626" y="118"/>
                  </a:lnTo>
                  <a:lnTo>
                    <a:pt x="622" y="118"/>
                  </a:lnTo>
                  <a:lnTo>
                    <a:pt x="596" y="125"/>
                  </a:lnTo>
                  <a:lnTo>
                    <a:pt x="596" y="125"/>
                  </a:lnTo>
                  <a:lnTo>
                    <a:pt x="596" y="125"/>
                  </a:lnTo>
                  <a:lnTo>
                    <a:pt x="593" y="123"/>
                  </a:lnTo>
                  <a:lnTo>
                    <a:pt x="593" y="125"/>
                  </a:lnTo>
                  <a:lnTo>
                    <a:pt x="591" y="125"/>
                  </a:lnTo>
                  <a:lnTo>
                    <a:pt x="589" y="125"/>
                  </a:lnTo>
                  <a:lnTo>
                    <a:pt x="589" y="125"/>
                  </a:lnTo>
                  <a:lnTo>
                    <a:pt x="586" y="125"/>
                  </a:lnTo>
                  <a:lnTo>
                    <a:pt x="586" y="123"/>
                  </a:lnTo>
                  <a:lnTo>
                    <a:pt x="584" y="123"/>
                  </a:lnTo>
                  <a:lnTo>
                    <a:pt x="577" y="128"/>
                  </a:lnTo>
                  <a:lnTo>
                    <a:pt x="572" y="128"/>
                  </a:lnTo>
                  <a:lnTo>
                    <a:pt x="567" y="125"/>
                  </a:lnTo>
                  <a:lnTo>
                    <a:pt x="567" y="123"/>
                  </a:lnTo>
                  <a:lnTo>
                    <a:pt x="565" y="121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63" y="118"/>
                  </a:lnTo>
                  <a:lnTo>
                    <a:pt x="563" y="118"/>
                  </a:lnTo>
                  <a:lnTo>
                    <a:pt x="563" y="116"/>
                  </a:lnTo>
                  <a:lnTo>
                    <a:pt x="563" y="113"/>
                  </a:lnTo>
                  <a:lnTo>
                    <a:pt x="563" y="113"/>
                  </a:lnTo>
                  <a:lnTo>
                    <a:pt x="563" y="111"/>
                  </a:lnTo>
                  <a:lnTo>
                    <a:pt x="560" y="111"/>
                  </a:lnTo>
                  <a:lnTo>
                    <a:pt x="555" y="111"/>
                  </a:lnTo>
                  <a:lnTo>
                    <a:pt x="548" y="116"/>
                  </a:lnTo>
                  <a:lnTo>
                    <a:pt x="546" y="118"/>
                  </a:lnTo>
                  <a:lnTo>
                    <a:pt x="541" y="121"/>
                  </a:lnTo>
                  <a:lnTo>
                    <a:pt x="532" y="128"/>
                  </a:lnTo>
                  <a:lnTo>
                    <a:pt x="529" y="130"/>
                  </a:lnTo>
                  <a:lnTo>
                    <a:pt x="525" y="132"/>
                  </a:lnTo>
                  <a:lnTo>
                    <a:pt x="518" y="135"/>
                  </a:lnTo>
                  <a:lnTo>
                    <a:pt x="513" y="137"/>
                  </a:lnTo>
                  <a:lnTo>
                    <a:pt x="510" y="137"/>
                  </a:lnTo>
                  <a:lnTo>
                    <a:pt x="508" y="137"/>
                  </a:lnTo>
                  <a:lnTo>
                    <a:pt x="508" y="137"/>
                  </a:lnTo>
                  <a:lnTo>
                    <a:pt x="499" y="137"/>
                  </a:lnTo>
                  <a:lnTo>
                    <a:pt x="499" y="137"/>
                  </a:lnTo>
                  <a:lnTo>
                    <a:pt x="499" y="137"/>
                  </a:lnTo>
                  <a:lnTo>
                    <a:pt x="499" y="135"/>
                  </a:lnTo>
                  <a:lnTo>
                    <a:pt x="499" y="132"/>
                  </a:lnTo>
                  <a:lnTo>
                    <a:pt x="499" y="132"/>
                  </a:lnTo>
                  <a:lnTo>
                    <a:pt x="496" y="132"/>
                  </a:lnTo>
                  <a:lnTo>
                    <a:pt x="496" y="132"/>
                  </a:lnTo>
                  <a:lnTo>
                    <a:pt x="489" y="132"/>
                  </a:lnTo>
                  <a:lnTo>
                    <a:pt x="487" y="130"/>
                  </a:lnTo>
                  <a:lnTo>
                    <a:pt x="487" y="128"/>
                  </a:lnTo>
                  <a:lnTo>
                    <a:pt x="484" y="125"/>
                  </a:lnTo>
                  <a:lnTo>
                    <a:pt x="484" y="123"/>
                  </a:lnTo>
                  <a:lnTo>
                    <a:pt x="482" y="123"/>
                  </a:lnTo>
                  <a:lnTo>
                    <a:pt x="473" y="123"/>
                  </a:lnTo>
                  <a:lnTo>
                    <a:pt x="463" y="118"/>
                  </a:lnTo>
                  <a:lnTo>
                    <a:pt x="463" y="118"/>
                  </a:lnTo>
                  <a:lnTo>
                    <a:pt x="461" y="116"/>
                  </a:lnTo>
                  <a:lnTo>
                    <a:pt x="458" y="116"/>
                  </a:lnTo>
                  <a:lnTo>
                    <a:pt x="458" y="111"/>
                  </a:lnTo>
                  <a:lnTo>
                    <a:pt x="456" y="109"/>
                  </a:lnTo>
                  <a:lnTo>
                    <a:pt x="456" y="106"/>
                  </a:lnTo>
                  <a:lnTo>
                    <a:pt x="454" y="106"/>
                  </a:lnTo>
                  <a:lnTo>
                    <a:pt x="447" y="106"/>
                  </a:lnTo>
                  <a:lnTo>
                    <a:pt x="437" y="106"/>
                  </a:lnTo>
                  <a:lnTo>
                    <a:pt x="435" y="109"/>
                  </a:lnTo>
                  <a:lnTo>
                    <a:pt x="432" y="111"/>
                  </a:lnTo>
                  <a:lnTo>
                    <a:pt x="432" y="113"/>
                  </a:lnTo>
                  <a:lnTo>
                    <a:pt x="435" y="116"/>
                  </a:lnTo>
                  <a:lnTo>
                    <a:pt x="435" y="118"/>
                  </a:lnTo>
                  <a:lnTo>
                    <a:pt x="435" y="121"/>
                  </a:lnTo>
                  <a:lnTo>
                    <a:pt x="432" y="121"/>
                  </a:lnTo>
                  <a:lnTo>
                    <a:pt x="430" y="121"/>
                  </a:lnTo>
                  <a:lnTo>
                    <a:pt x="428" y="123"/>
                  </a:lnTo>
                  <a:lnTo>
                    <a:pt x="428" y="121"/>
                  </a:lnTo>
                  <a:lnTo>
                    <a:pt x="423" y="116"/>
                  </a:lnTo>
                  <a:lnTo>
                    <a:pt x="421" y="111"/>
                  </a:lnTo>
                  <a:lnTo>
                    <a:pt x="418" y="109"/>
                  </a:lnTo>
                  <a:lnTo>
                    <a:pt x="418" y="106"/>
                  </a:lnTo>
                  <a:lnTo>
                    <a:pt x="418" y="102"/>
                  </a:lnTo>
                  <a:lnTo>
                    <a:pt x="418" y="99"/>
                  </a:lnTo>
                  <a:lnTo>
                    <a:pt x="416" y="97"/>
                  </a:lnTo>
                  <a:lnTo>
                    <a:pt x="414" y="97"/>
                  </a:lnTo>
                  <a:lnTo>
                    <a:pt x="409" y="97"/>
                  </a:lnTo>
                  <a:lnTo>
                    <a:pt x="402" y="99"/>
                  </a:lnTo>
                  <a:lnTo>
                    <a:pt x="399" y="97"/>
                  </a:lnTo>
                  <a:lnTo>
                    <a:pt x="397" y="97"/>
                  </a:lnTo>
                  <a:lnTo>
                    <a:pt x="395" y="97"/>
                  </a:lnTo>
                  <a:lnTo>
                    <a:pt x="397" y="92"/>
                  </a:lnTo>
                  <a:lnTo>
                    <a:pt x="397" y="92"/>
                  </a:lnTo>
                  <a:lnTo>
                    <a:pt x="402" y="92"/>
                  </a:lnTo>
                  <a:lnTo>
                    <a:pt x="404" y="90"/>
                  </a:lnTo>
                  <a:lnTo>
                    <a:pt x="404" y="87"/>
                  </a:lnTo>
                  <a:lnTo>
                    <a:pt x="402" y="87"/>
                  </a:lnTo>
                  <a:lnTo>
                    <a:pt x="395" y="85"/>
                  </a:lnTo>
                  <a:lnTo>
                    <a:pt x="380" y="83"/>
                  </a:lnTo>
                  <a:lnTo>
                    <a:pt x="373" y="80"/>
                  </a:lnTo>
                  <a:lnTo>
                    <a:pt x="371" y="78"/>
                  </a:lnTo>
                  <a:lnTo>
                    <a:pt x="359" y="78"/>
                  </a:lnTo>
                  <a:lnTo>
                    <a:pt x="347" y="78"/>
                  </a:lnTo>
                  <a:lnTo>
                    <a:pt x="335" y="80"/>
                  </a:lnTo>
                  <a:lnTo>
                    <a:pt x="333" y="83"/>
                  </a:lnTo>
                  <a:lnTo>
                    <a:pt x="331" y="83"/>
                  </a:lnTo>
                  <a:lnTo>
                    <a:pt x="331" y="85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28" y="90"/>
                  </a:lnTo>
                  <a:lnTo>
                    <a:pt x="321" y="92"/>
                  </a:lnTo>
                  <a:lnTo>
                    <a:pt x="319" y="92"/>
                  </a:lnTo>
                  <a:lnTo>
                    <a:pt x="317" y="92"/>
                  </a:lnTo>
                  <a:lnTo>
                    <a:pt x="305" y="95"/>
                  </a:lnTo>
                  <a:lnTo>
                    <a:pt x="302" y="95"/>
                  </a:lnTo>
                  <a:lnTo>
                    <a:pt x="300" y="92"/>
                  </a:lnTo>
                  <a:lnTo>
                    <a:pt x="298" y="83"/>
                  </a:lnTo>
                  <a:lnTo>
                    <a:pt x="293" y="80"/>
                  </a:lnTo>
                  <a:lnTo>
                    <a:pt x="279" y="80"/>
                  </a:lnTo>
                  <a:lnTo>
                    <a:pt x="262" y="80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0" y="78"/>
                  </a:lnTo>
                  <a:lnTo>
                    <a:pt x="260" y="76"/>
                  </a:lnTo>
                  <a:lnTo>
                    <a:pt x="260" y="76"/>
                  </a:lnTo>
                  <a:lnTo>
                    <a:pt x="257" y="76"/>
                  </a:lnTo>
                  <a:lnTo>
                    <a:pt x="257" y="76"/>
                  </a:lnTo>
                  <a:lnTo>
                    <a:pt x="257" y="73"/>
                  </a:lnTo>
                  <a:lnTo>
                    <a:pt x="255" y="73"/>
                  </a:lnTo>
                  <a:lnTo>
                    <a:pt x="241" y="76"/>
                  </a:lnTo>
                  <a:lnTo>
                    <a:pt x="236" y="76"/>
                  </a:lnTo>
                  <a:lnTo>
                    <a:pt x="231" y="73"/>
                  </a:lnTo>
                  <a:lnTo>
                    <a:pt x="222" y="69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0" y="61"/>
                  </a:lnTo>
                  <a:lnTo>
                    <a:pt x="220" y="59"/>
                  </a:lnTo>
                  <a:lnTo>
                    <a:pt x="220" y="59"/>
                  </a:lnTo>
                  <a:lnTo>
                    <a:pt x="220" y="52"/>
                  </a:lnTo>
                  <a:lnTo>
                    <a:pt x="215" y="40"/>
                  </a:lnTo>
                  <a:lnTo>
                    <a:pt x="210" y="28"/>
                  </a:lnTo>
                  <a:lnTo>
                    <a:pt x="210" y="26"/>
                  </a:lnTo>
                  <a:lnTo>
                    <a:pt x="210" y="24"/>
                  </a:lnTo>
                  <a:lnTo>
                    <a:pt x="210" y="19"/>
                  </a:lnTo>
                  <a:lnTo>
                    <a:pt x="208" y="16"/>
                  </a:lnTo>
                  <a:lnTo>
                    <a:pt x="208" y="14"/>
                  </a:lnTo>
                  <a:lnTo>
                    <a:pt x="208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198" y="2"/>
                  </a:lnTo>
                  <a:lnTo>
                    <a:pt x="194" y="2"/>
                  </a:lnTo>
                  <a:lnTo>
                    <a:pt x="182" y="2"/>
                  </a:lnTo>
                  <a:lnTo>
                    <a:pt x="177" y="0"/>
                  </a:lnTo>
                  <a:lnTo>
                    <a:pt x="177" y="7"/>
                  </a:lnTo>
                  <a:lnTo>
                    <a:pt x="179" y="16"/>
                  </a:lnTo>
                  <a:lnTo>
                    <a:pt x="179" y="31"/>
                  </a:lnTo>
                  <a:lnTo>
                    <a:pt x="179" y="42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7" y="45"/>
                  </a:lnTo>
                  <a:lnTo>
                    <a:pt x="158" y="45"/>
                  </a:lnTo>
                  <a:lnTo>
                    <a:pt x="139" y="47"/>
                  </a:lnTo>
                  <a:lnTo>
                    <a:pt x="120" y="47"/>
                  </a:lnTo>
                  <a:lnTo>
                    <a:pt x="101" y="47"/>
                  </a:lnTo>
                  <a:lnTo>
                    <a:pt x="82" y="50"/>
                  </a:lnTo>
                  <a:lnTo>
                    <a:pt x="63" y="50"/>
                  </a:lnTo>
                  <a:lnTo>
                    <a:pt x="45" y="50"/>
                  </a:lnTo>
                  <a:lnTo>
                    <a:pt x="26" y="50"/>
                  </a:lnTo>
                  <a:lnTo>
                    <a:pt x="7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7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9"/>
                  </a:lnTo>
                  <a:lnTo>
                    <a:pt x="7" y="76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1" y="85"/>
                  </a:lnTo>
                  <a:lnTo>
                    <a:pt x="11" y="92"/>
                  </a:lnTo>
                  <a:lnTo>
                    <a:pt x="11" y="95"/>
                  </a:lnTo>
                  <a:lnTo>
                    <a:pt x="9" y="99"/>
                  </a:lnTo>
                  <a:lnTo>
                    <a:pt x="7" y="104"/>
                  </a:lnTo>
                  <a:lnTo>
                    <a:pt x="9" y="111"/>
                  </a:lnTo>
                  <a:lnTo>
                    <a:pt x="9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9" y="123"/>
                  </a:lnTo>
                  <a:lnTo>
                    <a:pt x="9" y="123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5"/>
                  </a:lnTo>
                  <a:lnTo>
                    <a:pt x="11" y="142"/>
                  </a:lnTo>
                  <a:lnTo>
                    <a:pt x="11" y="149"/>
                  </a:lnTo>
                  <a:lnTo>
                    <a:pt x="11" y="151"/>
                  </a:lnTo>
                  <a:lnTo>
                    <a:pt x="14" y="156"/>
                  </a:lnTo>
                  <a:lnTo>
                    <a:pt x="18" y="166"/>
                  </a:lnTo>
                  <a:lnTo>
                    <a:pt x="18" y="170"/>
                  </a:lnTo>
                  <a:lnTo>
                    <a:pt x="21" y="173"/>
                  </a:lnTo>
                  <a:lnTo>
                    <a:pt x="23" y="177"/>
                  </a:lnTo>
                  <a:lnTo>
                    <a:pt x="21" y="180"/>
                  </a:lnTo>
                  <a:lnTo>
                    <a:pt x="23" y="182"/>
                  </a:lnTo>
                  <a:lnTo>
                    <a:pt x="26" y="189"/>
                  </a:lnTo>
                  <a:lnTo>
                    <a:pt x="26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28" y="196"/>
                  </a:lnTo>
                  <a:lnTo>
                    <a:pt x="30" y="199"/>
                  </a:lnTo>
                  <a:lnTo>
                    <a:pt x="30" y="201"/>
                  </a:lnTo>
                  <a:lnTo>
                    <a:pt x="33" y="203"/>
                  </a:lnTo>
                  <a:lnTo>
                    <a:pt x="33" y="206"/>
                  </a:lnTo>
                  <a:lnTo>
                    <a:pt x="35" y="211"/>
                  </a:lnTo>
                  <a:lnTo>
                    <a:pt x="35" y="213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7" y="218"/>
                  </a:lnTo>
                  <a:lnTo>
                    <a:pt x="37" y="218"/>
                  </a:lnTo>
                  <a:lnTo>
                    <a:pt x="37" y="220"/>
                  </a:lnTo>
                  <a:lnTo>
                    <a:pt x="37" y="222"/>
                  </a:lnTo>
                  <a:lnTo>
                    <a:pt x="37" y="225"/>
                  </a:lnTo>
                  <a:lnTo>
                    <a:pt x="37" y="227"/>
                  </a:lnTo>
                  <a:lnTo>
                    <a:pt x="37" y="227"/>
                  </a:lnTo>
                  <a:lnTo>
                    <a:pt x="37" y="234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7" y="239"/>
                  </a:lnTo>
                  <a:lnTo>
                    <a:pt x="37" y="239"/>
                  </a:lnTo>
                  <a:lnTo>
                    <a:pt x="40" y="241"/>
                  </a:lnTo>
                  <a:lnTo>
                    <a:pt x="40" y="255"/>
                  </a:lnTo>
                  <a:lnTo>
                    <a:pt x="40" y="258"/>
                  </a:lnTo>
                  <a:lnTo>
                    <a:pt x="40" y="265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70"/>
                  </a:lnTo>
                  <a:lnTo>
                    <a:pt x="40" y="272"/>
                  </a:lnTo>
                  <a:lnTo>
                    <a:pt x="42" y="277"/>
                  </a:lnTo>
                  <a:lnTo>
                    <a:pt x="42" y="279"/>
                  </a:lnTo>
                  <a:lnTo>
                    <a:pt x="42" y="286"/>
                  </a:lnTo>
                  <a:lnTo>
                    <a:pt x="42" y="289"/>
                  </a:lnTo>
                  <a:lnTo>
                    <a:pt x="42" y="289"/>
                  </a:lnTo>
                  <a:lnTo>
                    <a:pt x="45" y="291"/>
                  </a:lnTo>
                  <a:lnTo>
                    <a:pt x="45" y="291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5" y="293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8"/>
                  </a:lnTo>
                  <a:lnTo>
                    <a:pt x="47" y="300"/>
                  </a:lnTo>
                  <a:lnTo>
                    <a:pt x="45" y="300"/>
                  </a:lnTo>
                  <a:lnTo>
                    <a:pt x="47" y="305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2"/>
                  </a:lnTo>
                  <a:lnTo>
                    <a:pt x="47" y="317"/>
                  </a:lnTo>
                  <a:lnTo>
                    <a:pt x="47" y="319"/>
                  </a:lnTo>
                  <a:lnTo>
                    <a:pt x="47" y="322"/>
                  </a:lnTo>
                  <a:lnTo>
                    <a:pt x="45" y="326"/>
                  </a:lnTo>
                  <a:lnTo>
                    <a:pt x="45" y="329"/>
                  </a:lnTo>
                  <a:lnTo>
                    <a:pt x="47" y="331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52" y="341"/>
                  </a:lnTo>
                  <a:lnTo>
                    <a:pt x="52" y="343"/>
                  </a:lnTo>
                  <a:lnTo>
                    <a:pt x="52" y="345"/>
                  </a:lnTo>
                  <a:lnTo>
                    <a:pt x="52" y="348"/>
                  </a:lnTo>
                  <a:lnTo>
                    <a:pt x="52" y="348"/>
                  </a:lnTo>
                  <a:lnTo>
                    <a:pt x="54" y="350"/>
                  </a:lnTo>
                  <a:lnTo>
                    <a:pt x="54" y="350"/>
                  </a:lnTo>
                  <a:lnTo>
                    <a:pt x="54" y="350"/>
                  </a:lnTo>
                  <a:lnTo>
                    <a:pt x="54" y="353"/>
                  </a:lnTo>
                  <a:lnTo>
                    <a:pt x="54" y="355"/>
                  </a:lnTo>
                  <a:lnTo>
                    <a:pt x="59" y="362"/>
                  </a:lnTo>
                  <a:lnTo>
                    <a:pt x="63" y="364"/>
                  </a:lnTo>
                  <a:lnTo>
                    <a:pt x="63" y="367"/>
                  </a:lnTo>
                  <a:lnTo>
                    <a:pt x="66" y="369"/>
                  </a:lnTo>
                  <a:lnTo>
                    <a:pt x="66" y="376"/>
                  </a:lnTo>
                  <a:lnTo>
                    <a:pt x="66" y="379"/>
                  </a:lnTo>
                  <a:lnTo>
                    <a:pt x="66" y="381"/>
                  </a:lnTo>
                  <a:lnTo>
                    <a:pt x="66" y="381"/>
                  </a:lnTo>
                  <a:lnTo>
                    <a:pt x="68" y="386"/>
                  </a:lnTo>
                  <a:lnTo>
                    <a:pt x="68" y="386"/>
                  </a:lnTo>
                  <a:lnTo>
                    <a:pt x="68" y="386"/>
                  </a:lnTo>
                  <a:lnTo>
                    <a:pt x="68" y="388"/>
                  </a:lnTo>
                  <a:lnTo>
                    <a:pt x="68" y="388"/>
                  </a:lnTo>
                  <a:lnTo>
                    <a:pt x="68" y="393"/>
                  </a:lnTo>
                  <a:lnTo>
                    <a:pt x="68" y="395"/>
                  </a:lnTo>
                  <a:lnTo>
                    <a:pt x="68" y="397"/>
                  </a:lnTo>
                  <a:lnTo>
                    <a:pt x="68" y="400"/>
                  </a:lnTo>
                  <a:lnTo>
                    <a:pt x="68" y="405"/>
                  </a:lnTo>
                  <a:lnTo>
                    <a:pt x="71" y="412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6"/>
                  </a:lnTo>
                  <a:lnTo>
                    <a:pt x="68" y="424"/>
                  </a:lnTo>
                  <a:lnTo>
                    <a:pt x="68" y="426"/>
                  </a:lnTo>
                  <a:lnTo>
                    <a:pt x="66" y="428"/>
                  </a:lnTo>
                  <a:lnTo>
                    <a:pt x="63" y="433"/>
                  </a:lnTo>
                  <a:lnTo>
                    <a:pt x="63" y="435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9" y="438"/>
                  </a:lnTo>
                  <a:lnTo>
                    <a:pt x="52" y="442"/>
                  </a:lnTo>
                  <a:lnTo>
                    <a:pt x="52" y="442"/>
                  </a:lnTo>
                  <a:lnTo>
                    <a:pt x="49" y="445"/>
                  </a:lnTo>
                  <a:lnTo>
                    <a:pt x="47" y="447"/>
                  </a:lnTo>
                  <a:lnTo>
                    <a:pt x="45" y="450"/>
                  </a:lnTo>
                  <a:lnTo>
                    <a:pt x="45" y="450"/>
                  </a:lnTo>
                  <a:lnTo>
                    <a:pt x="45" y="452"/>
                  </a:lnTo>
                  <a:lnTo>
                    <a:pt x="42" y="454"/>
                  </a:lnTo>
                  <a:lnTo>
                    <a:pt x="45" y="457"/>
                  </a:lnTo>
                  <a:lnTo>
                    <a:pt x="49" y="461"/>
                  </a:lnTo>
                  <a:lnTo>
                    <a:pt x="52" y="464"/>
                  </a:lnTo>
                  <a:lnTo>
                    <a:pt x="56" y="471"/>
                  </a:lnTo>
                  <a:lnTo>
                    <a:pt x="59" y="476"/>
                  </a:lnTo>
                  <a:lnTo>
                    <a:pt x="59" y="478"/>
                  </a:lnTo>
                  <a:lnTo>
                    <a:pt x="66" y="478"/>
                  </a:lnTo>
                  <a:lnTo>
                    <a:pt x="71" y="478"/>
                  </a:lnTo>
                  <a:lnTo>
                    <a:pt x="73" y="480"/>
                  </a:lnTo>
                  <a:lnTo>
                    <a:pt x="75" y="480"/>
                  </a:lnTo>
                  <a:lnTo>
                    <a:pt x="78" y="483"/>
                  </a:lnTo>
                  <a:lnTo>
                    <a:pt x="78" y="483"/>
                  </a:lnTo>
                  <a:lnTo>
                    <a:pt x="80" y="487"/>
                  </a:lnTo>
                  <a:lnTo>
                    <a:pt x="80" y="490"/>
                  </a:lnTo>
                  <a:lnTo>
                    <a:pt x="82" y="490"/>
                  </a:lnTo>
                  <a:lnTo>
                    <a:pt x="82" y="490"/>
                  </a:lnTo>
                  <a:lnTo>
                    <a:pt x="82" y="495"/>
                  </a:lnTo>
                  <a:lnTo>
                    <a:pt x="82" y="521"/>
                  </a:lnTo>
                  <a:lnTo>
                    <a:pt x="82" y="547"/>
                  </a:lnTo>
                  <a:lnTo>
                    <a:pt x="85" y="575"/>
                  </a:lnTo>
                  <a:lnTo>
                    <a:pt x="85" y="601"/>
                  </a:lnTo>
                  <a:lnTo>
                    <a:pt x="85" y="627"/>
                  </a:lnTo>
                  <a:lnTo>
                    <a:pt x="87" y="653"/>
                  </a:lnTo>
                  <a:lnTo>
                    <a:pt x="87" y="682"/>
                  </a:lnTo>
                  <a:lnTo>
                    <a:pt x="89" y="708"/>
                  </a:lnTo>
                  <a:lnTo>
                    <a:pt x="118" y="708"/>
                  </a:lnTo>
                  <a:lnTo>
                    <a:pt x="149" y="705"/>
                  </a:lnTo>
                  <a:lnTo>
                    <a:pt x="179" y="705"/>
                  </a:lnTo>
                  <a:lnTo>
                    <a:pt x="210" y="703"/>
                  </a:lnTo>
                  <a:lnTo>
                    <a:pt x="238" y="700"/>
                  </a:lnTo>
                  <a:lnTo>
                    <a:pt x="269" y="700"/>
                  </a:lnTo>
                  <a:lnTo>
                    <a:pt x="300" y="698"/>
                  </a:lnTo>
                  <a:lnTo>
                    <a:pt x="331" y="696"/>
                  </a:lnTo>
                  <a:lnTo>
                    <a:pt x="359" y="696"/>
                  </a:lnTo>
                  <a:lnTo>
                    <a:pt x="390" y="693"/>
                  </a:lnTo>
                  <a:lnTo>
                    <a:pt x="421" y="691"/>
                  </a:lnTo>
                  <a:lnTo>
                    <a:pt x="451" y="689"/>
                  </a:lnTo>
                  <a:lnTo>
                    <a:pt x="480" y="686"/>
                  </a:lnTo>
                  <a:lnTo>
                    <a:pt x="510" y="686"/>
                  </a:lnTo>
                  <a:lnTo>
                    <a:pt x="541" y="684"/>
                  </a:lnTo>
                  <a:lnTo>
                    <a:pt x="572" y="682"/>
                  </a:lnTo>
                  <a:lnTo>
                    <a:pt x="572" y="677"/>
                  </a:lnTo>
                  <a:lnTo>
                    <a:pt x="572" y="677"/>
                  </a:lnTo>
                  <a:lnTo>
                    <a:pt x="572" y="674"/>
                  </a:lnTo>
                  <a:lnTo>
                    <a:pt x="570" y="672"/>
                  </a:lnTo>
                  <a:lnTo>
                    <a:pt x="570" y="670"/>
                  </a:lnTo>
                  <a:lnTo>
                    <a:pt x="570" y="665"/>
                  </a:lnTo>
                  <a:lnTo>
                    <a:pt x="570" y="665"/>
                  </a:lnTo>
                  <a:lnTo>
                    <a:pt x="570" y="663"/>
                  </a:lnTo>
                  <a:lnTo>
                    <a:pt x="570" y="660"/>
                  </a:lnTo>
                  <a:lnTo>
                    <a:pt x="570" y="653"/>
                  </a:lnTo>
                  <a:lnTo>
                    <a:pt x="570" y="651"/>
                  </a:lnTo>
                  <a:lnTo>
                    <a:pt x="570" y="648"/>
                  </a:lnTo>
                  <a:lnTo>
                    <a:pt x="570" y="648"/>
                  </a:lnTo>
                  <a:lnTo>
                    <a:pt x="567" y="646"/>
                  </a:lnTo>
                  <a:lnTo>
                    <a:pt x="567" y="646"/>
                  </a:lnTo>
                  <a:lnTo>
                    <a:pt x="565" y="646"/>
                  </a:lnTo>
                  <a:lnTo>
                    <a:pt x="565" y="644"/>
                  </a:lnTo>
                  <a:lnTo>
                    <a:pt x="565" y="644"/>
                  </a:lnTo>
                  <a:lnTo>
                    <a:pt x="565" y="641"/>
                  </a:lnTo>
                  <a:lnTo>
                    <a:pt x="565" y="639"/>
                  </a:lnTo>
                  <a:lnTo>
                    <a:pt x="565" y="637"/>
                  </a:lnTo>
                  <a:lnTo>
                    <a:pt x="565" y="632"/>
                  </a:lnTo>
                  <a:lnTo>
                    <a:pt x="563" y="632"/>
                  </a:lnTo>
                  <a:lnTo>
                    <a:pt x="563" y="629"/>
                  </a:lnTo>
                  <a:lnTo>
                    <a:pt x="563" y="629"/>
                  </a:lnTo>
                  <a:lnTo>
                    <a:pt x="560" y="629"/>
                  </a:lnTo>
                  <a:lnTo>
                    <a:pt x="555" y="627"/>
                  </a:lnTo>
                  <a:lnTo>
                    <a:pt x="555" y="627"/>
                  </a:lnTo>
                  <a:lnTo>
                    <a:pt x="553" y="625"/>
                  </a:lnTo>
                  <a:lnTo>
                    <a:pt x="553" y="622"/>
                  </a:lnTo>
                  <a:lnTo>
                    <a:pt x="553" y="620"/>
                  </a:lnTo>
                  <a:lnTo>
                    <a:pt x="553" y="620"/>
                  </a:lnTo>
                  <a:lnTo>
                    <a:pt x="551" y="620"/>
                  </a:lnTo>
                  <a:lnTo>
                    <a:pt x="551" y="620"/>
                  </a:lnTo>
                  <a:lnTo>
                    <a:pt x="551" y="618"/>
                  </a:lnTo>
                  <a:lnTo>
                    <a:pt x="546" y="618"/>
                  </a:lnTo>
                  <a:lnTo>
                    <a:pt x="546" y="618"/>
                  </a:lnTo>
                  <a:lnTo>
                    <a:pt x="546" y="618"/>
                  </a:lnTo>
                  <a:lnTo>
                    <a:pt x="539" y="615"/>
                  </a:lnTo>
                  <a:lnTo>
                    <a:pt x="539" y="615"/>
                  </a:lnTo>
                  <a:lnTo>
                    <a:pt x="529" y="615"/>
                  </a:lnTo>
                  <a:lnTo>
                    <a:pt x="529" y="615"/>
                  </a:lnTo>
                  <a:lnTo>
                    <a:pt x="527" y="615"/>
                  </a:lnTo>
                  <a:lnTo>
                    <a:pt x="515" y="606"/>
                  </a:lnTo>
                  <a:lnTo>
                    <a:pt x="513" y="603"/>
                  </a:lnTo>
                  <a:lnTo>
                    <a:pt x="510" y="601"/>
                  </a:lnTo>
                  <a:lnTo>
                    <a:pt x="503" y="589"/>
                  </a:lnTo>
                  <a:lnTo>
                    <a:pt x="499" y="584"/>
                  </a:lnTo>
                  <a:lnTo>
                    <a:pt x="484" y="573"/>
                  </a:lnTo>
                  <a:lnTo>
                    <a:pt x="480" y="573"/>
                  </a:lnTo>
                  <a:lnTo>
                    <a:pt x="468" y="570"/>
                  </a:lnTo>
                  <a:lnTo>
                    <a:pt x="468" y="570"/>
                  </a:lnTo>
                  <a:lnTo>
                    <a:pt x="466" y="570"/>
                  </a:lnTo>
                  <a:lnTo>
                    <a:pt x="466" y="568"/>
                  </a:lnTo>
                  <a:lnTo>
                    <a:pt x="463" y="563"/>
                  </a:lnTo>
                  <a:lnTo>
                    <a:pt x="458" y="561"/>
                  </a:lnTo>
                  <a:lnTo>
                    <a:pt x="456" y="558"/>
                  </a:lnTo>
                  <a:lnTo>
                    <a:pt x="454" y="556"/>
                  </a:lnTo>
                  <a:lnTo>
                    <a:pt x="440" y="556"/>
                  </a:lnTo>
                  <a:lnTo>
                    <a:pt x="435" y="554"/>
                  </a:lnTo>
                  <a:lnTo>
                    <a:pt x="435" y="554"/>
                  </a:lnTo>
                  <a:lnTo>
                    <a:pt x="432" y="551"/>
                  </a:lnTo>
                  <a:lnTo>
                    <a:pt x="432" y="551"/>
                  </a:lnTo>
                  <a:lnTo>
                    <a:pt x="430" y="549"/>
                  </a:lnTo>
                  <a:lnTo>
                    <a:pt x="423" y="544"/>
                  </a:lnTo>
                  <a:lnTo>
                    <a:pt x="418" y="542"/>
                  </a:lnTo>
                  <a:lnTo>
                    <a:pt x="416" y="540"/>
                  </a:lnTo>
                  <a:lnTo>
                    <a:pt x="418" y="530"/>
                  </a:lnTo>
                  <a:lnTo>
                    <a:pt x="418" y="528"/>
                  </a:lnTo>
                  <a:lnTo>
                    <a:pt x="418" y="525"/>
                  </a:lnTo>
                  <a:lnTo>
                    <a:pt x="418" y="523"/>
                  </a:lnTo>
                  <a:lnTo>
                    <a:pt x="418" y="521"/>
                  </a:lnTo>
                  <a:lnTo>
                    <a:pt x="421" y="518"/>
                  </a:lnTo>
                  <a:lnTo>
                    <a:pt x="421" y="518"/>
                  </a:lnTo>
                  <a:lnTo>
                    <a:pt x="418" y="513"/>
                  </a:lnTo>
                  <a:lnTo>
                    <a:pt x="418" y="509"/>
                  </a:lnTo>
                  <a:lnTo>
                    <a:pt x="416" y="502"/>
                  </a:lnTo>
                  <a:lnTo>
                    <a:pt x="416" y="499"/>
                  </a:lnTo>
                  <a:lnTo>
                    <a:pt x="416" y="499"/>
                  </a:lnTo>
                  <a:lnTo>
                    <a:pt x="418" y="497"/>
                  </a:lnTo>
                  <a:lnTo>
                    <a:pt x="418" y="497"/>
                  </a:lnTo>
                  <a:lnTo>
                    <a:pt x="418" y="495"/>
                  </a:lnTo>
                  <a:lnTo>
                    <a:pt x="418" y="492"/>
                  </a:lnTo>
                  <a:lnTo>
                    <a:pt x="416" y="487"/>
                  </a:lnTo>
                  <a:lnTo>
                    <a:pt x="416" y="487"/>
                  </a:lnTo>
                  <a:lnTo>
                    <a:pt x="416" y="485"/>
                  </a:lnTo>
                  <a:lnTo>
                    <a:pt x="418" y="483"/>
                  </a:lnTo>
                  <a:lnTo>
                    <a:pt x="416" y="478"/>
                  </a:lnTo>
                  <a:lnTo>
                    <a:pt x="416" y="476"/>
                  </a:lnTo>
                  <a:lnTo>
                    <a:pt x="418" y="473"/>
                  </a:lnTo>
                  <a:lnTo>
                    <a:pt x="418" y="471"/>
                  </a:lnTo>
                  <a:lnTo>
                    <a:pt x="421" y="471"/>
                  </a:lnTo>
                  <a:lnTo>
                    <a:pt x="421" y="469"/>
                  </a:lnTo>
                  <a:lnTo>
                    <a:pt x="421" y="466"/>
                  </a:lnTo>
                  <a:lnTo>
                    <a:pt x="423" y="464"/>
                  </a:lnTo>
                  <a:lnTo>
                    <a:pt x="425" y="459"/>
                  </a:lnTo>
                  <a:lnTo>
                    <a:pt x="425" y="457"/>
                  </a:lnTo>
                  <a:lnTo>
                    <a:pt x="423" y="454"/>
                  </a:lnTo>
                  <a:lnTo>
                    <a:pt x="423" y="454"/>
                  </a:lnTo>
                  <a:lnTo>
                    <a:pt x="421" y="452"/>
                  </a:lnTo>
                  <a:lnTo>
                    <a:pt x="418" y="450"/>
                  </a:lnTo>
                  <a:lnTo>
                    <a:pt x="418" y="447"/>
                  </a:lnTo>
                  <a:lnTo>
                    <a:pt x="416" y="442"/>
                  </a:lnTo>
                  <a:lnTo>
                    <a:pt x="416" y="442"/>
                  </a:lnTo>
                  <a:lnTo>
                    <a:pt x="411" y="440"/>
                  </a:lnTo>
                  <a:lnTo>
                    <a:pt x="406" y="440"/>
                  </a:lnTo>
                  <a:lnTo>
                    <a:pt x="404" y="440"/>
                  </a:lnTo>
                  <a:lnTo>
                    <a:pt x="402" y="435"/>
                  </a:lnTo>
                  <a:lnTo>
                    <a:pt x="402" y="428"/>
                  </a:lnTo>
                  <a:lnTo>
                    <a:pt x="402" y="426"/>
                  </a:lnTo>
                  <a:lnTo>
                    <a:pt x="402" y="424"/>
                  </a:lnTo>
                  <a:lnTo>
                    <a:pt x="409" y="416"/>
                  </a:lnTo>
                  <a:lnTo>
                    <a:pt x="411" y="412"/>
                  </a:lnTo>
                  <a:lnTo>
                    <a:pt x="411" y="409"/>
                  </a:lnTo>
                  <a:lnTo>
                    <a:pt x="416" y="402"/>
                  </a:lnTo>
                  <a:lnTo>
                    <a:pt x="418" y="400"/>
                  </a:lnTo>
                  <a:lnTo>
                    <a:pt x="421" y="397"/>
                  </a:lnTo>
                  <a:lnTo>
                    <a:pt x="421" y="397"/>
                  </a:lnTo>
                  <a:lnTo>
                    <a:pt x="425" y="393"/>
                  </a:lnTo>
                  <a:lnTo>
                    <a:pt x="428" y="393"/>
                  </a:lnTo>
                  <a:lnTo>
                    <a:pt x="430" y="393"/>
                  </a:lnTo>
                  <a:lnTo>
                    <a:pt x="430" y="393"/>
                  </a:lnTo>
                  <a:lnTo>
                    <a:pt x="430" y="390"/>
                  </a:lnTo>
                  <a:lnTo>
                    <a:pt x="430" y="390"/>
                  </a:lnTo>
                  <a:lnTo>
                    <a:pt x="430" y="390"/>
                  </a:lnTo>
                  <a:lnTo>
                    <a:pt x="432" y="390"/>
                  </a:lnTo>
                  <a:lnTo>
                    <a:pt x="432" y="388"/>
                  </a:lnTo>
                  <a:lnTo>
                    <a:pt x="432" y="388"/>
                  </a:lnTo>
                  <a:lnTo>
                    <a:pt x="437" y="388"/>
                  </a:lnTo>
                  <a:lnTo>
                    <a:pt x="437" y="388"/>
                  </a:lnTo>
                  <a:lnTo>
                    <a:pt x="440" y="383"/>
                  </a:lnTo>
                  <a:lnTo>
                    <a:pt x="442" y="383"/>
                  </a:lnTo>
                  <a:lnTo>
                    <a:pt x="442" y="383"/>
                  </a:lnTo>
                  <a:lnTo>
                    <a:pt x="444" y="383"/>
                  </a:lnTo>
                  <a:lnTo>
                    <a:pt x="447" y="383"/>
                  </a:lnTo>
                  <a:lnTo>
                    <a:pt x="447" y="383"/>
                  </a:lnTo>
                  <a:lnTo>
                    <a:pt x="449" y="381"/>
                  </a:lnTo>
                  <a:lnTo>
                    <a:pt x="449" y="379"/>
                  </a:lnTo>
                  <a:lnTo>
                    <a:pt x="449" y="379"/>
                  </a:lnTo>
                  <a:lnTo>
                    <a:pt x="451" y="376"/>
                  </a:lnTo>
                  <a:lnTo>
                    <a:pt x="454" y="376"/>
                  </a:lnTo>
                  <a:lnTo>
                    <a:pt x="451" y="371"/>
                  </a:lnTo>
                  <a:lnTo>
                    <a:pt x="451" y="371"/>
                  </a:lnTo>
                  <a:lnTo>
                    <a:pt x="451" y="362"/>
                  </a:lnTo>
                  <a:lnTo>
                    <a:pt x="451" y="355"/>
                  </a:lnTo>
                  <a:lnTo>
                    <a:pt x="451" y="348"/>
                  </a:lnTo>
                  <a:lnTo>
                    <a:pt x="451" y="341"/>
                  </a:lnTo>
                  <a:lnTo>
                    <a:pt x="449" y="334"/>
                  </a:lnTo>
                  <a:lnTo>
                    <a:pt x="449" y="324"/>
                  </a:lnTo>
                  <a:lnTo>
                    <a:pt x="449" y="317"/>
                  </a:lnTo>
                  <a:lnTo>
                    <a:pt x="449" y="310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49" y="308"/>
                  </a:lnTo>
                  <a:lnTo>
                    <a:pt x="451" y="308"/>
                  </a:lnTo>
                  <a:lnTo>
                    <a:pt x="454" y="308"/>
                  </a:lnTo>
                  <a:lnTo>
                    <a:pt x="454" y="308"/>
                  </a:lnTo>
                  <a:lnTo>
                    <a:pt x="454" y="305"/>
                  </a:lnTo>
                  <a:lnTo>
                    <a:pt x="456" y="305"/>
                  </a:lnTo>
                  <a:lnTo>
                    <a:pt x="456" y="305"/>
                  </a:lnTo>
                  <a:lnTo>
                    <a:pt x="456" y="305"/>
                  </a:lnTo>
                  <a:lnTo>
                    <a:pt x="456" y="303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6" y="300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58" y="298"/>
                  </a:lnTo>
                  <a:lnTo>
                    <a:pt x="461" y="296"/>
                  </a:lnTo>
                  <a:lnTo>
                    <a:pt x="461" y="296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3" y="289"/>
                  </a:lnTo>
                  <a:lnTo>
                    <a:pt x="468" y="284"/>
                  </a:lnTo>
                  <a:lnTo>
                    <a:pt x="475" y="279"/>
                  </a:lnTo>
                  <a:lnTo>
                    <a:pt x="482" y="274"/>
                  </a:lnTo>
                  <a:lnTo>
                    <a:pt x="484" y="274"/>
                  </a:lnTo>
                  <a:lnTo>
                    <a:pt x="489" y="270"/>
                  </a:lnTo>
                  <a:lnTo>
                    <a:pt x="494" y="265"/>
                  </a:lnTo>
                  <a:lnTo>
                    <a:pt x="496" y="263"/>
                  </a:lnTo>
                  <a:lnTo>
                    <a:pt x="501" y="258"/>
                  </a:lnTo>
                  <a:lnTo>
                    <a:pt x="501" y="258"/>
                  </a:lnTo>
                  <a:lnTo>
                    <a:pt x="503" y="255"/>
                  </a:lnTo>
                  <a:lnTo>
                    <a:pt x="503" y="255"/>
                  </a:lnTo>
                  <a:lnTo>
                    <a:pt x="503" y="255"/>
                  </a:lnTo>
                  <a:lnTo>
                    <a:pt x="506" y="253"/>
                  </a:lnTo>
                  <a:lnTo>
                    <a:pt x="506" y="253"/>
                  </a:lnTo>
                  <a:lnTo>
                    <a:pt x="506" y="253"/>
                  </a:lnTo>
                  <a:lnTo>
                    <a:pt x="508" y="251"/>
                  </a:lnTo>
                  <a:lnTo>
                    <a:pt x="513" y="246"/>
                  </a:lnTo>
                  <a:lnTo>
                    <a:pt x="553" y="199"/>
                  </a:lnTo>
                  <a:lnTo>
                    <a:pt x="560" y="196"/>
                  </a:lnTo>
                  <a:lnTo>
                    <a:pt x="572" y="182"/>
                  </a:lnTo>
                  <a:lnTo>
                    <a:pt x="593" y="170"/>
                  </a:lnTo>
                  <a:lnTo>
                    <a:pt x="605" y="166"/>
                  </a:lnTo>
                  <a:lnTo>
                    <a:pt x="610" y="163"/>
                  </a:lnTo>
                  <a:lnTo>
                    <a:pt x="612" y="163"/>
                  </a:lnTo>
                  <a:lnTo>
                    <a:pt x="615" y="161"/>
                  </a:lnTo>
                  <a:lnTo>
                    <a:pt x="633" y="154"/>
                  </a:lnTo>
                  <a:lnTo>
                    <a:pt x="662" y="137"/>
                  </a:lnTo>
                  <a:lnTo>
                    <a:pt x="662" y="137"/>
                  </a:lnTo>
                  <a:lnTo>
                    <a:pt x="664" y="132"/>
                  </a:lnTo>
                  <a:lnTo>
                    <a:pt x="667" y="132"/>
                  </a:lnTo>
                  <a:lnTo>
                    <a:pt x="669" y="130"/>
                  </a:lnTo>
                  <a:lnTo>
                    <a:pt x="669" y="128"/>
                  </a:lnTo>
                  <a:lnTo>
                    <a:pt x="674" y="130"/>
                  </a:lnTo>
                  <a:lnTo>
                    <a:pt x="674" y="130"/>
                  </a:lnTo>
                  <a:lnTo>
                    <a:pt x="674" y="128"/>
                  </a:lnTo>
                  <a:lnTo>
                    <a:pt x="674" y="12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5" name="Freeform 33">
              <a:extLst>
                <a:ext uri="{FF2B5EF4-FFF2-40B4-BE49-F238E27FC236}">
                  <a16:creationId xmlns:a16="http://schemas.microsoft.com/office/drawing/2014/main" id="{C8A8CEDC-79BC-4A67-A0DB-3786A58FE4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1742" y="1900557"/>
              <a:ext cx="734484" cy="712770"/>
            </a:xfrm>
            <a:custGeom>
              <a:avLst/>
              <a:gdLst>
                <a:gd name="T0" fmla="*/ 624 w 778"/>
                <a:gd name="T1" fmla="*/ 206 h 755"/>
                <a:gd name="T2" fmla="*/ 596 w 778"/>
                <a:gd name="T3" fmla="*/ 206 h 755"/>
                <a:gd name="T4" fmla="*/ 551 w 778"/>
                <a:gd name="T5" fmla="*/ 158 h 755"/>
                <a:gd name="T6" fmla="*/ 561 w 778"/>
                <a:gd name="T7" fmla="*/ 149 h 755"/>
                <a:gd name="T8" fmla="*/ 456 w 778"/>
                <a:gd name="T9" fmla="*/ 215 h 755"/>
                <a:gd name="T10" fmla="*/ 516 w 778"/>
                <a:gd name="T11" fmla="*/ 225 h 755"/>
                <a:gd name="T12" fmla="*/ 549 w 778"/>
                <a:gd name="T13" fmla="*/ 213 h 755"/>
                <a:gd name="T14" fmla="*/ 572 w 778"/>
                <a:gd name="T15" fmla="*/ 196 h 755"/>
                <a:gd name="T16" fmla="*/ 553 w 778"/>
                <a:gd name="T17" fmla="*/ 166 h 755"/>
                <a:gd name="T18" fmla="*/ 485 w 778"/>
                <a:gd name="T19" fmla="*/ 161 h 755"/>
                <a:gd name="T20" fmla="*/ 383 w 778"/>
                <a:gd name="T21" fmla="*/ 154 h 755"/>
                <a:gd name="T22" fmla="*/ 312 w 778"/>
                <a:gd name="T23" fmla="*/ 185 h 755"/>
                <a:gd name="T24" fmla="*/ 260 w 778"/>
                <a:gd name="T25" fmla="*/ 173 h 755"/>
                <a:gd name="T26" fmla="*/ 199 w 778"/>
                <a:gd name="T27" fmla="*/ 144 h 755"/>
                <a:gd name="T28" fmla="*/ 170 w 778"/>
                <a:gd name="T29" fmla="*/ 166 h 755"/>
                <a:gd name="T30" fmla="*/ 163 w 778"/>
                <a:gd name="T31" fmla="*/ 128 h 755"/>
                <a:gd name="T32" fmla="*/ 87 w 778"/>
                <a:gd name="T33" fmla="*/ 163 h 755"/>
                <a:gd name="T34" fmla="*/ 12 w 778"/>
                <a:gd name="T35" fmla="*/ 213 h 755"/>
                <a:gd name="T36" fmla="*/ 113 w 778"/>
                <a:gd name="T37" fmla="*/ 246 h 755"/>
                <a:gd name="T38" fmla="*/ 168 w 778"/>
                <a:gd name="T39" fmla="*/ 258 h 755"/>
                <a:gd name="T40" fmla="*/ 199 w 778"/>
                <a:gd name="T41" fmla="*/ 260 h 755"/>
                <a:gd name="T42" fmla="*/ 220 w 778"/>
                <a:gd name="T43" fmla="*/ 282 h 755"/>
                <a:gd name="T44" fmla="*/ 244 w 778"/>
                <a:gd name="T45" fmla="*/ 293 h 755"/>
                <a:gd name="T46" fmla="*/ 241 w 778"/>
                <a:gd name="T47" fmla="*/ 324 h 755"/>
                <a:gd name="T48" fmla="*/ 258 w 778"/>
                <a:gd name="T49" fmla="*/ 338 h 755"/>
                <a:gd name="T50" fmla="*/ 303 w 778"/>
                <a:gd name="T51" fmla="*/ 284 h 755"/>
                <a:gd name="T52" fmla="*/ 319 w 778"/>
                <a:gd name="T53" fmla="*/ 279 h 755"/>
                <a:gd name="T54" fmla="*/ 355 w 778"/>
                <a:gd name="T55" fmla="*/ 256 h 755"/>
                <a:gd name="T56" fmla="*/ 350 w 778"/>
                <a:gd name="T57" fmla="*/ 286 h 755"/>
                <a:gd name="T58" fmla="*/ 371 w 778"/>
                <a:gd name="T59" fmla="*/ 260 h 755"/>
                <a:gd name="T60" fmla="*/ 338 w 778"/>
                <a:gd name="T61" fmla="*/ 180 h 755"/>
                <a:gd name="T62" fmla="*/ 168 w 778"/>
                <a:gd name="T63" fmla="*/ 121 h 755"/>
                <a:gd name="T64" fmla="*/ 187 w 778"/>
                <a:gd name="T65" fmla="*/ 114 h 755"/>
                <a:gd name="T66" fmla="*/ 229 w 778"/>
                <a:gd name="T67" fmla="*/ 83 h 755"/>
                <a:gd name="T68" fmla="*/ 92 w 778"/>
                <a:gd name="T69" fmla="*/ 40 h 755"/>
                <a:gd name="T70" fmla="*/ 154 w 778"/>
                <a:gd name="T71" fmla="*/ 0 h 755"/>
                <a:gd name="T72" fmla="*/ 407 w 778"/>
                <a:gd name="T73" fmla="*/ 348 h 755"/>
                <a:gd name="T74" fmla="*/ 544 w 778"/>
                <a:gd name="T75" fmla="*/ 213 h 755"/>
                <a:gd name="T76" fmla="*/ 778 w 778"/>
                <a:gd name="T77" fmla="*/ 551 h 755"/>
                <a:gd name="T78" fmla="*/ 693 w 778"/>
                <a:gd name="T79" fmla="*/ 438 h 755"/>
                <a:gd name="T80" fmla="*/ 650 w 778"/>
                <a:gd name="T81" fmla="*/ 492 h 755"/>
                <a:gd name="T82" fmla="*/ 641 w 778"/>
                <a:gd name="T83" fmla="*/ 445 h 755"/>
                <a:gd name="T84" fmla="*/ 667 w 778"/>
                <a:gd name="T85" fmla="*/ 400 h 755"/>
                <a:gd name="T86" fmla="*/ 648 w 778"/>
                <a:gd name="T87" fmla="*/ 322 h 755"/>
                <a:gd name="T88" fmla="*/ 657 w 778"/>
                <a:gd name="T89" fmla="*/ 303 h 755"/>
                <a:gd name="T90" fmla="*/ 603 w 778"/>
                <a:gd name="T91" fmla="*/ 274 h 755"/>
                <a:gd name="T92" fmla="*/ 494 w 778"/>
                <a:gd name="T93" fmla="*/ 248 h 755"/>
                <a:gd name="T94" fmla="*/ 471 w 778"/>
                <a:gd name="T95" fmla="*/ 345 h 755"/>
                <a:gd name="T96" fmla="*/ 459 w 778"/>
                <a:gd name="T97" fmla="*/ 355 h 755"/>
                <a:gd name="T98" fmla="*/ 454 w 778"/>
                <a:gd name="T99" fmla="*/ 341 h 755"/>
                <a:gd name="T100" fmla="*/ 423 w 778"/>
                <a:gd name="T101" fmla="*/ 355 h 755"/>
                <a:gd name="T102" fmla="*/ 397 w 778"/>
                <a:gd name="T103" fmla="*/ 390 h 755"/>
                <a:gd name="T104" fmla="*/ 395 w 778"/>
                <a:gd name="T105" fmla="*/ 499 h 755"/>
                <a:gd name="T106" fmla="*/ 426 w 778"/>
                <a:gd name="T107" fmla="*/ 596 h 755"/>
                <a:gd name="T108" fmla="*/ 485 w 778"/>
                <a:gd name="T109" fmla="*/ 743 h 755"/>
                <a:gd name="T110" fmla="*/ 688 w 778"/>
                <a:gd name="T111" fmla="*/ 717 h 755"/>
                <a:gd name="T112" fmla="*/ 726 w 778"/>
                <a:gd name="T113" fmla="*/ 677 h 755"/>
                <a:gd name="T114" fmla="*/ 747 w 778"/>
                <a:gd name="T115" fmla="*/ 618 h 755"/>
                <a:gd name="T116" fmla="*/ 766 w 778"/>
                <a:gd name="T117" fmla="*/ 596 h 755"/>
                <a:gd name="T118" fmla="*/ 452 w 778"/>
                <a:gd name="T119" fmla="*/ 248 h 755"/>
                <a:gd name="T120" fmla="*/ 549 w 778"/>
                <a:gd name="T121" fmla="*/ 239 h 755"/>
                <a:gd name="T122" fmla="*/ 452 w 778"/>
                <a:gd name="T123" fmla="*/ 26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78" h="755">
                  <a:moveTo>
                    <a:pt x="591" y="211"/>
                  </a:moveTo>
                  <a:lnTo>
                    <a:pt x="591" y="211"/>
                  </a:lnTo>
                  <a:lnTo>
                    <a:pt x="591" y="211"/>
                  </a:lnTo>
                  <a:lnTo>
                    <a:pt x="591" y="208"/>
                  </a:lnTo>
                  <a:lnTo>
                    <a:pt x="594" y="208"/>
                  </a:lnTo>
                  <a:lnTo>
                    <a:pt x="594" y="208"/>
                  </a:lnTo>
                  <a:lnTo>
                    <a:pt x="594" y="211"/>
                  </a:lnTo>
                  <a:lnTo>
                    <a:pt x="596" y="211"/>
                  </a:lnTo>
                  <a:lnTo>
                    <a:pt x="598" y="211"/>
                  </a:lnTo>
                  <a:lnTo>
                    <a:pt x="598" y="213"/>
                  </a:lnTo>
                  <a:lnTo>
                    <a:pt x="598" y="213"/>
                  </a:lnTo>
                  <a:lnTo>
                    <a:pt x="598" y="213"/>
                  </a:lnTo>
                  <a:lnTo>
                    <a:pt x="601" y="213"/>
                  </a:lnTo>
                  <a:lnTo>
                    <a:pt x="601" y="213"/>
                  </a:lnTo>
                  <a:lnTo>
                    <a:pt x="603" y="211"/>
                  </a:lnTo>
                  <a:lnTo>
                    <a:pt x="605" y="213"/>
                  </a:lnTo>
                  <a:lnTo>
                    <a:pt x="605" y="213"/>
                  </a:lnTo>
                  <a:lnTo>
                    <a:pt x="608" y="213"/>
                  </a:lnTo>
                  <a:lnTo>
                    <a:pt x="608" y="213"/>
                  </a:lnTo>
                  <a:lnTo>
                    <a:pt x="610" y="211"/>
                  </a:lnTo>
                  <a:lnTo>
                    <a:pt x="610" y="211"/>
                  </a:lnTo>
                  <a:lnTo>
                    <a:pt x="615" y="211"/>
                  </a:lnTo>
                  <a:lnTo>
                    <a:pt x="617" y="213"/>
                  </a:lnTo>
                  <a:lnTo>
                    <a:pt x="620" y="213"/>
                  </a:lnTo>
                  <a:lnTo>
                    <a:pt x="622" y="211"/>
                  </a:lnTo>
                  <a:lnTo>
                    <a:pt x="624" y="211"/>
                  </a:lnTo>
                  <a:lnTo>
                    <a:pt x="624" y="206"/>
                  </a:lnTo>
                  <a:lnTo>
                    <a:pt x="624" y="206"/>
                  </a:lnTo>
                  <a:lnTo>
                    <a:pt x="627" y="203"/>
                  </a:lnTo>
                  <a:lnTo>
                    <a:pt x="627" y="201"/>
                  </a:lnTo>
                  <a:lnTo>
                    <a:pt x="624" y="201"/>
                  </a:lnTo>
                  <a:lnTo>
                    <a:pt x="622" y="201"/>
                  </a:lnTo>
                  <a:lnTo>
                    <a:pt x="620" y="199"/>
                  </a:lnTo>
                  <a:lnTo>
                    <a:pt x="620" y="196"/>
                  </a:lnTo>
                  <a:lnTo>
                    <a:pt x="617" y="194"/>
                  </a:lnTo>
                  <a:lnTo>
                    <a:pt x="615" y="194"/>
                  </a:lnTo>
                  <a:lnTo>
                    <a:pt x="613" y="192"/>
                  </a:lnTo>
                  <a:lnTo>
                    <a:pt x="605" y="192"/>
                  </a:lnTo>
                  <a:lnTo>
                    <a:pt x="603" y="192"/>
                  </a:lnTo>
                  <a:lnTo>
                    <a:pt x="603" y="194"/>
                  </a:lnTo>
                  <a:lnTo>
                    <a:pt x="605" y="194"/>
                  </a:lnTo>
                  <a:lnTo>
                    <a:pt x="605" y="196"/>
                  </a:lnTo>
                  <a:lnTo>
                    <a:pt x="608" y="196"/>
                  </a:lnTo>
                  <a:lnTo>
                    <a:pt x="608" y="196"/>
                  </a:lnTo>
                  <a:lnTo>
                    <a:pt x="608" y="196"/>
                  </a:lnTo>
                  <a:lnTo>
                    <a:pt x="608" y="199"/>
                  </a:lnTo>
                  <a:lnTo>
                    <a:pt x="608" y="199"/>
                  </a:lnTo>
                  <a:lnTo>
                    <a:pt x="605" y="199"/>
                  </a:lnTo>
                  <a:lnTo>
                    <a:pt x="605" y="201"/>
                  </a:lnTo>
                  <a:lnTo>
                    <a:pt x="603" y="201"/>
                  </a:lnTo>
                  <a:lnTo>
                    <a:pt x="601" y="203"/>
                  </a:lnTo>
                  <a:lnTo>
                    <a:pt x="601" y="203"/>
                  </a:lnTo>
                  <a:lnTo>
                    <a:pt x="598" y="203"/>
                  </a:lnTo>
                  <a:lnTo>
                    <a:pt x="598" y="206"/>
                  </a:lnTo>
                  <a:lnTo>
                    <a:pt x="598" y="206"/>
                  </a:lnTo>
                  <a:lnTo>
                    <a:pt x="596" y="206"/>
                  </a:lnTo>
                  <a:lnTo>
                    <a:pt x="594" y="203"/>
                  </a:lnTo>
                  <a:lnTo>
                    <a:pt x="591" y="203"/>
                  </a:lnTo>
                  <a:lnTo>
                    <a:pt x="591" y="206"/>
                  </a:lnTo>
                  <a:lnTo>
                    <a:pt x="591" y="208"/>
                  </a:lnTo>
                  <a:lnTo>
                    <a:pt x="591" y="211"/>
                  </a:lnTo>
                  <a:close/>
                  <a:moveTo>
                    <a:pt x="561" y="173"/>
                  </a:moveTo>
                  <a:lnTo>
                    <a:pt x="558" y="173"/>
                  </a:lnTo>
                  <a:lnTo>
                    <a:pt x="558" y="173"/>
                  </a:lnTo>
                  <a:lnTo>
                    <a:pt x="558" y="175"/>
                  </a:lnTo>
                  <a:lnTo>
                    <a:pt x="558" y="177"/>
                  </a:lnTo>
                  <a:lnTo>
                    <a:pt x="558" y="180"/>
                  </a:lnTo>
                  <a:lnTo>
                    <a:pt x="561" y="182"/>
                  </a:lnTo>
                  <a:lnTo>
                    <a:pt x="563" y="182"/>
                  </a:lnTo>
                  <a:lnTo>
                    <a:pt x="565" y="180"/>
                  </a:lnTo>
                  <a:lnTo>
                    <a:pt x="565" y="177"/>
                  </a:lnTo>
                  <a:lnTo>
                    <a:pt x="563" y="175"/>
                  </a:lnTo>
                  <a:lnTo>
                    <a:pt x="563" y="173"/>
                  </a:lnTo>
                  <a:lnTo>
                    <a:pt x="561" y="173"/>
                  </a:lnTo>
                  <a:close/>
                  <a:moveTo>
                    <a:pt x="726" y="653"/>
                  </a:moveTo>
                  <a:lnTo>
                    <a:pt x="726" y="656"/>
                  </a:lnTo>
                  <a:lnTo>
                    <a:pt x="726" y="663"/>
                  </a:lnTo>
                  <a:lnTo>
                    <a:pt x="726" y="665"/>
                  </a:lnTo>
                  <a:lnTo>
                    <a:pt x="726" y="667"/>
                  </a:lnTo>
                  <a:lnTo>
                    <a:pt x="728" y="665"/>
                  </a:lnTo>
                  <a:lnTo>
                    <a:pt x="728" y="660"/>
                  </a:lnTo>
                  <a:lnTo>
                    <a:pt x="726" y="653"/>
                  </a:lnTo>
                  <a:close/>
                  <a:moveTo>
                    <a:pt x="549" y="156"/>
                  </a:moveTo>
                  <a:lnTo>
                    <a:pt x="551" y="158"/>
                  </a:lnTo>
                  <a:lnTo>
                    <a:pt x="551" y="158"/>
                  </a:lnTo>
                  <a:lnTo>
                    <a:pt x="553" y="163"/>
                  </a:lnTo>
                  <a:lnTo>
                    <a:pt x="553" y="166"/>
                  </a:lnTo>
                  <a:lnTo>
                    <a:pt x="556" y="166"/>
                  </a:lnTo>
                  <a:lnTo>
                    <a:pt x="558" y="166"/>
                  </a:lnTo>
                  <a:lnTo>
                    <a:pt x="558" y="168"/>
                  </a:lnTo>
                  <a:lnTo>
                    <a:pt x="558" y="170"/>
                  </a:lnTo>
                  <a:lnTo>
                    <a:pt x="558" y="170"/>
                  </a:lnTo>
                  <a:lnTo>
                    <a:pt x="558" y="170"/>
                  </a:lnTo>
                  <a:lnTo>
                    <a:pt x="561" y="170"/>
                  </a:lnTo>
                  <a:lnTo>
                    <a:pt x="561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70"/>
                  </a:lnTo>
                  <a:lnTo>
                    <a:pt x="563" y="168"/>
                  </a:lnTo>
                  <a:lnTo>
                    <a:pt x="563" y="168"/>
                  </a:lnTo>
                  <a:lnTo>
                    <a:pt x="558" y="163"/>
                  </a:lnTo>
                  <a:lnTo>
                    <a:pt x="556" y="161"/>
                  </a:lnTo>
                  <a:lnTo>
                    <a:pt x="556" y="161"/>
                  </a:lnTo>
                  <a:lnTo>
                    <a:pt x="556" y="158"/>
                  </a:lnTo>
                  <a:lnTo>
                    <a:pt x="556" y="156"/>
                  </a:lnTo>
                  <a:lnTo>
                    <a:pt x="558" y="151"/>
                  </a:lnTo>
                  <a:lnTo>
                    <a:pt x="558" y="149"/>
                  </a:lnTo>
                  <a:lnTo>
                    <a:pt x="558" y="149"/>
                  </a:lnTo>
                  <a:lnTo>
                    <a:pt x="561" y="149"/>
                  </a:lnTo>
                  <a:lnTo>
                    <a:pt x="561" y="149"/>
                  </a:lnTo>
                  <a:lnTo>
                    <a:pt x="558" y="147"/>
                  </a:lnTo>
                  <a:lnTo>
                    <a:pt x="553" y="147"/>
                  </a:lnTo>
                  <a:lnTo>
                    <a:pt x="553" y="147"/>
                  </a:lnTo>
                  <a:lnTo>
                    <a:pt x="553" y="147"/>
                  </a:lnTo>
                  <a:lnTo>
                    <a:pt x="549" y="151"/>
                  </a:lnTo>
                  <a:lnTo>
                    <a:pt x="549" y="154"/>
                  </a:lnTo>
                  <a:lnTo>
                    <a:pt x="546" y="156"/>
                  </a:lnTo>
                  <a:lnTo>
                    <a:pt x="549" y="156"/>
                  </a:lnTo>
                  <a:lnTo>
                    <a:pt x="549" y="156"/>
                  </a:lnTo>
                  <a:close/>
                  <a:moveTo>
                    <a:pt x="397" y="237"/>
                  </a:moveTo>
                  <a:lnTo>
                    <a:pt x="404" y="239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7"/>
                  </a:lnTo>
                  <a:lnTo>
                    <a:pt x="411" y="234"/>
                  </a:lnTo>
                  <a:lnTo>
                    <a:pt x="421" y="232"/>
                  </a:lnTo>
                  <a:lnTo>
                    <a:pt x="433" y="232"/>
                  </a:lnTo>
                  <a:lnTo>
                    <a:pt x="433" y="229"/>
                  </a:lnTo>
                  <a:lnTo>
                    <a:pt x="435" y="229"/>
                  </a:lnTo>
                  <a:lnTo>
                    <a:pt x="435" y="225"/>
                  </a:lnTo>
                  <a:lnTo>
                    <a:pt x="440" y="218"/>
                  </a:lnTo>
                  <a:lnTo>
                    <a:pt x="442" y="215"/>
                  </a:lnTo>
                  <a:lnTo>
                    <a:pt x="449" y="215"/>
                  </a:lnTo>
                  <a:lnTo>
                    <a:pt x="452" y="213"/>
                  </a:lnTo>
                  <a:lnTo>
                    <a:pt x="452" y="213"/>
                  </a:lnTo>
                  <a:lnTo>
                    <a:pt x="454" y="213"/>
                  </a:lnTo>
                  <a:lnTo>
                    <a:pt x="454" y="215"/>
                  </a:lnTo>
                  <a:lnTo>
                    <a:pt x="456" y="215"/>
                  </a:lnTo>
                  <a:lnTo>
                    <a:pt x="456" y="215"/>
                  </a:lnTo>
                  <a:lnTo>
                    <a:pt x="459" y="213"/>
                  </a:lnTo>
                  <a:lnTo>
                    <a:pt x="461" y="213"/>
                  </a:lnTo>
                  <a:lnTo>
                    <a:pt x="464" y="215"/>
                  </a:lnTo>
                  <a:lnTo>
                    <a:pt x="466" y="215"/>
                  </a:lnTo>
                  <a:lnTo>
                    <a:pt x="473" y="215"/>
                  </a:lnTo>
                  <a:lnTo>
                    <a:pt x="475" y="215"/>
                  </a:lnTo>
                  <a:lnTo>
                    <a:pt x="480" y="218"/>
                  </a:lnTo>
                  <a:lnTo>
                    <a:pt x="487" y="220"/>
                  </a:lnTo>
                  <a:lnTo>
                    <a:pt x="490" y="220"/>
                  </a:lnTo>
                  <a:lnTo>
                    <a:pt x="494" y="222"/>
                  </a:lnTo>
                  <a:lnTo>
                    <a:pt x="494" y="225"/>
                  </a:lnTo>
                  <a:lnTo>
                    <a:pt x="497" y="225"/>
                  </a:lnTo>
                  <a:lnTo>
                    <a:pt x="499" y="227"/>
                  </a:lnTo>
                  <a:lnTo>
                    <a:pt x="499" y="227"/>
                  </a:lnTo>
                  <a:lnTo>
                    <a:pt x="501" y="227"/>
                  </a:lnTo>
                  <a:lnTo>
                    <a:pt x="504" y="229"/>
                  </a:lnTo>
                  <a:lnTo>
                    <a:pt x="506" y="229"/>
                  </a:lnTo>
                  <a:lnTo>
                    <a:pt x="506" y="232"/>
                  </a:lnTo>
                  <a:lnTo>
                    <a:pt x="508" y="234"/>
                  </a:lnTo>
                  <a:lnTo>
                    <a:pt x="513" y="234"/>
                  </a:lnTo>
                  <a:lnTo>
                    <a:pt x="516" y="237"/>
                  </a:lnTo>
                  <a:lnTo>
                    <a:pt x="518" y="232"/>
                  </a:lnTo>
                  <a:lnTo>
                    <a:pt x="518" y="232"/>
                  </a:lnTo>
                  <a:lnTo>
                    <a:pt x="516" y="229"/>
                  </a:lnTo>
                  <a:lnTo>
                    <a:pt x="516" y="227"/>
                  </a:lnTo>
                  <a:lnTo>
                    <a:pt x="518" y="225"/>
                  </a:lnTo>
                  <a:lnTo>
                    <a:pt x="516" y="225"/>
                  </a:lnTo>
                  <a:lnTo>
                    <a:pt x="516" y="225"/>
                  </a:lnTo>
                  <a:lnTo>
                    <a:pt x="516" y="222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18" y="213"/>
                  </a:lnTo>
                  <a:lnTo>
                    <a:pt x="520" y="211"/>
                  </a:lnTo>
                  <a:lnTo>
                    <a:pt x="523" y="211"/>
                  </a:lnTo>
                  <a:lnTo>
                    <a:pt x="525" y="213"/>
                  </a:lnTo>
                  <a:lnTo>
                    <a:pt x="527" y="211"/>
                  </a:lnTo>
                  <a:lnTo>
                    <a:pt x="530" y="211"/>
                  </a:lnTo>
                  <a:lnTo>
                    <a:pt x="532" y="213"/>
                  </a:lnTo>
                  <a:lnTo>
                    <a:pt x="532" y="215"/>
                  </a:lnTo>
                  <a:lnTo>
                    <a:pt x="532" y="215"/>
                  </a:lnTo>
                  <a:lnTo>
                    <a:pt x="532" y="218"/>
                  </a:lnTo>
                  <a:lnTo>
                    <a:pt x="534" y="218"/>
                  </a:lnTo>
                  <a:lnTo>
                    <a:pt x="534" y="215"/>
                  </a:lnTo>
                  <a:lnTo>
                    <a:pt x="534" y="215"/>
                  </a:lnTo>
                  <a:lnTo>
                    <a:pt x="537" y="215"/>
                  </a:lnTo>
                  <a:lnTo>
                    <a:pt x="539" y="218"/>
                  </a:lnTo>
                  <a:lnTo>
                    <a:pt x="539" y="215"/>
                  </a:lnTo>
                  <a:lnTo>
                    <a:pt x="539" y="213"/>
                  </a:lnTo>
                  <a:lnTo>
                    <a:pt x="544" y="213"/>
                  </a:lnTo>
                  <a:lnTo>
                    <a:pt x="546" y="215"/>
                  </a:lnTo>
                  <a:lnTo>
                    <a:pt x="549" y="215"/>
                  </a:lnTo>
                  <a:lnTo>
                    <a:pt x="549" y="215"/>
                  </a:lnTo>
                  <a:lnTo>
                    <a:pt x="549" y="213"/>
                  </a:lnTo>
                  <a:lnTo>
                    <a:pt x="549" y="213"/>
                  </a:lnTo>
                  <a:lnTo>
                    <a:pt x="551" y="213"/>
                  </a:lnTo>
                  <a:lnTo>
                    <a:pt x="551" y="213"/>
                  </a:lnTo>
                  <a:lnTo>
                    <a:pt x="553" y="213"/>
                  </a:lnTo>
                  <a:lnTo>
                    <a:pt x="553" y="213"/>
                  </a:lnTo>
                  <a:lnTo>
                    <a:pt x="561" y="213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82" y="213"/>
                  </a:lnTo>
                  <a:lnTo>
                    <a:pt x="582" y="213"/>
                  </a:lnTo>
                  <a:lnTo>
                    <a:pt x="582" y="213"/>
                  </a:lnTo>
                  <a:lnTo>
                    <a:pt x="587" y="211"/>
                  </a:lnTo>
                  <a:lnTo>
                    <a:pt x="589" y="211"/>
                  </a:lnTo>
                  <a:lnTo>
                    <a:pt x="589" y="211"/>
                  </a:lnTo>
                  <a:lnTo>
                    <a:pt x="589" y="208"/>
                  </a:lnTo>
                  <a:lnTo>
                    <a:pt x="589" y="206"/>
                  </a:lnTo>
                  <a:lnTo>
                    <a:pt x="589" y="206"/>
                  </a:lnTo>
                  <a:lnTo>
                    <a:pt x="587" y="206"/>
                  </a:lnTo>
                  <a:lnTo>
                    <a:pt x="584" y="203"/>
                  </a:lnTo>
                  <a:lnTo>
                    <a:pt x="584" y="203"/>
                  </a:lnTo>
                  <a:lnTo>
                    <a:pt x="582" y="203"/>
                  </a:lnTo>
                  <a:lnTo>
                    <a:pt x="582" y="203"/>
                  </a:lnTo>
                  <a:lnTo>
                    <a:pt x="579" y="203"/>
                  </a:lnTo>
                  <a:lnTo>
                    <a:pt x="577" y="201"/>
                  </a:lnTo>
                  <a:lnTo>
                    <a:pt x="575" y="199"/>
                  </a:lnTo>
                  <a:lnTo>
                    <a:pt x="572" y="199"/>
                  </a:lnTo>
                  <a:lnTo>
                    <a:pt x="572" y="196"/>
                  </a:lnTo>
                  <a:lnTo>
                    <a:pt x="572" y="194"/>
                  </a:lnTo>
                  <a:lnTo>
                    <a:pt x="575" y="194"/>
                  </a:lnTo>
                  <a:lnTo>
                    <a:pt x="575" y="192"/>
                  </a:lnTo>
                  <a:lnTo>
                    <a:pt x="575" y="192"/>
                  </a:lnTo>
                  <a:lnTo>
                    <a:pt x="572" y="192"/>
                  </a:lnTo>
                  <a:lnTo>
                    <a:pt x="570" y="192"/>
                  </a:lnTo>
                  <a:lnTo>
                    <a:pt x="570" y="192"/>
                  </a:lnTo>
                  <a:lnTo>
                    <a:pt x="568" y="192"/>
                  </a:lnTo>
                  <a:lnTo>
                    <a:pt x="568" y="192"/>
                  </a:lnTo>
                  <a:lnTo>
                    <a:pt x="568" y="192"/>
                  </a:lnTo>
                  <a:lnTo>
                    <a:pt x="565" y="189"/>
                  </a:lnTo>
                  <a:lnTo>
                    <a:pt x="565" y="189"/>
                  </a:lnTo>
                  <a:lnTo>
                    <a:pt x="563" y="189"/>
                  </a:lnTo>
                  <a:lnTo>
                    <a:pt x="561" y="189"/>
                  </a:lnTo>
                  <a:lnTo>
                    <a:pt x="558" y="189"/>
                  </a:lnTo>
                  <a:lnTo>
                    <a:pt x="558" y="192"/>
                  </a:lnTo>
                  <a:lnTo>
                    <a:pt x="556" y="189"/>
                  </a:lnTo>
                  <a:lnTo>
                    <a:pt x="553" y="187"/>
                  </a:lnTo>
                  <a:lnTo>
                    <a:pt x="553" y="187"/>
                  </a:lnTo>
                  <a:lnTo>
                    <a:pt x="556" y="185"/>
                  </a:lnTo>
                  <a:lnTo>
                    <a:pt x="558" y="182"/>
                  </a:lnTo>
                  <a:lnTo>
                    <a:pt x="561" y="182"/>
                  </a:lnTo>
                  <a:lnTo>
                    <a:pt x="558" y="180"/>
                  </a:lnTo>
                  <a:lnTo>
                    <a:pt x="556" y="177"/>
                  </a:lnTo>
                  <a:lnTo>
                    <a:pt x="556" y="175"/>
                  </a:lnTo>
                  <a:lnTo>
                    <a:pt x="553" y="170"/>
                  </a:lnTo>
                  <a:lnTo>
                    <a:pt x="553" y="168"/>
                  </a:lnTo>
                  <a:lnTo>
                    <a:pt x="553" y="166"/>
                  </a:lnTo>
                  <a:lnTo>
                    <a:pt x="549" y="161"/>
                  </a:lnTo>
                  <a:lnTo>
                    <a:pt x="546" y="158"/>
                  </a:lnTo>
                  <a:lnTo>
                    <a:pt x="544" y="154"/>
                  </a:lnTo>
                  <a:lnTo>
                    <a:pt x="542" y="154"/>
                  </a:lnTo>
                  <a:lnTo>
                    <a:pt x="539" y="154"/>
                  </a:lnTo>
                  <a:lnTo>
                    <a:pt x="537" y="154"/>
                  </a:lnTo>
                  <a:lnTo>
                    <a:pt x="534" y="154"/>
                  </a:lnTo>
                  <a:lnTo>
                    <a:pt x="534" y="154"/>
                  </a:lnTo>
                  <a:lnTo>
                    <a:pt x="532" y="161"/>
                  </a:lnTo>
                  <a:lnTo>
                    <a:pt x="530" y="163"/>
                  </a:lnTo>
                  <a:lnTo>
                    <a:pt x="525" y="166"/>
                  </a:lnTo>
                  <a:lnTo>
                    <a:pt x="523" y="166"/>
                  </a:lnTo>
                  <a:lnTo>
                    <a:pt x="518" y="166"/>
                  </a:lnTo>
                  <a:lnTo>
                    <a:pt x="520" y="163"/>
                  </a:lnTo>
                  <a:lnTo>
                    <a:pt x="516" y="158"/>
                  </a:lnTo>
                  <a:lnTo>
                    <a:pt x="513" y="158"/>
                  </a:lnTo>
                  <a:lnTo>
                    <a:pt x="511" y="158"/>
                  </a:lnTo>
                  <a:lnTo>
                    <a:pt x="508" y="161"/>
                  </a:lnTo>
                  <a:lnTo>
                    <a:pt x="506" y="163"/>
                  </a:lnTo>
                  <a:lnTo>
                    <a:pt x="501" y="163"/>
                  </a:lnTo>
                  <a:lnTo>
                    <a:pt x="499" y="166"/>
                  </a:lnTo>
                  <a:lnTo>
                    <a:pt x="497" y="166"/>
                  </a:lnTo>
                  <a:lnTo>
                    <a:pt x="494" y="163"/>
                  </a:lnTo>
                  <a:lnTo>
                    <a:pt x="490" y="163"/>
                  </a:lnTo>
                  <a:lnTo>
                    <a:pt x="490" y="163"/>
                  </a:lnTo>
                  <a:lnTo>
                    <a:pt x="487" y="161"/>
                  </a:lnTo>
                  <a:lnTo>
                    <a:pt x="487" y="161"/>
                  </a:lnTo>
                  <a:lnTo>
                    <a:pt x="485" y="161"/>
                  </a:lnTo>
                  <a:lnTo>
                    <a:pt x="482" y="163"/>
                  </a:lnTo>
                  <a:lnTo>
                    <a:pt x="482" y="163"/>
                  </a:lnTo>
                  <a:lnTo>
                    <a:pt x="480" y="163"/>
                  </a:lnTo>
                  <a:lnTo>
                    <a:pt x="478" y="163"/>
                  </a:lnTo>
                  <a:lnTo>
                    <a:pt x="478" y="161"/>
                  </a:lnTo>
                  <a:lnTo>
                    <a:pt x="478" y="158"/>
                  </a:lnTo>
                  <a:lnTo>
                    <a:pt x="480" y="156"/>
                  </a:lnTo>
                  <a:lnTo>
                    <a:pt x="480" y="154"/>
                  </a:lnTo>
                  <a:lnTo>
                    <a:pt x="478" y="149"/>
                  </a:lnTo>
                  <a:lnTo>
                    <a:pt x="478" y="135"/>
                  </a:lnTo>
                  <a:lnTo>
                    <a:pt x="478" y="135"/>
                  </a:lnTo>
                  <a:lnTo>
                    <a:pt x="480" y="132"/>
                  </a:lnTo>
                  <a:lnTo>
                    <a:pt x="480" y="130"/>
                  </a:lnTo>
                  <a:lnTo>
                    <a:pt x="482" y="130"/>
                  </a:lnTo>
                  <a:lnTo>
                    <a:pt x="482" y="128"/>
                  </a:lnTo>
                  <a:lnTo>
                    <a:pt x="480" y="128"/>
                  </a:lnTo>
                  <a:lnTo>
                    <a:pt x="475" y="130"/>
                  </a:lnTo>
                  <a:lnTo>
                    <a:pt x="475" y="130"/>
                  </a:lnTo>
                  <a:lnTo>
                    <a:pt x="466" y="130"/>
                  </a:lnTo>
                  <a:lnTo>
                    <a:pt x="461" y="132"/>
                  </a:lnTo>
                  <a:lnTo>
                    <a:pt x="452" y="135"/>
                  </a:lnTo>
                  <a:lnTo>
                    <a:pt x="438" y="144"/>
                  </a:lnTo>
                  <a:lnTo>
                    <a:pt x="433" y="147"/>
                  </a:lnTo>
                  <a:lnTo>
                    <a:pt x="402" y="147"/>
                  </a:lnTo>
                  <a:lnTo>
                    <a:pt x="400" y="149"/>
                  </a:lnTo>
                  <a:lnTo>
                    <a:pt x="400" y="147"/>
                  </a:lnTo>
                  <a:lnTo>
                    <a:pt x="397" y="149"/>
                  </a:lnTo>
                  <a:lnTo>
                    <a:pt x="383" y="154"/>
                  </a:lnTo>
                  <a:lnTo>
                    <a:pt x="381" y="154"/>
                  </a:lnTo>
                  <a:lnTo>
                    <a:pt x="378" y="154"/>
                  </a:lnTo>
                  <a:lnTo>
                    <a:pt x="367" y="163"/>
                  </a:lnTo>
                  <a:lnTo>
                    <a:pt x="357" y="168"/>
                  </a:lnTo>
                  <a:lnTo>
                    <a:pt x="355" y="170"/>
                  </a:lnTo>
                  <a:lnTo>
                    <a:pt x="350" y="173"/>
                  </a:lnTo>
                  <a:lnTo>
                    <a:pt x="350" y="173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1" y="185"/>
                  </a:lnTo>
                  <a:lnTo>
                    <a:pt x="338" y="187"/>
                  </a:lnTo>
                  <a:lnTo>
                    <a:pt x="336" y="189"/>
                  </a:lnTo>
                  <a:lnTo>
                    <a:pt x="336" y="189"/>
                  </a:lnTo>
                  <a:lnTo>
                    <a:pt x="336" y="187"/>
                  </a:lnTo>
                  <a:lnTo>
                    <a:pt x="336" y="187"/>
                  </a:lnTo>
                  <a:lnTo>
                    <a:pt x="333" y="187"/>
                  </a:lnTo>
                  <a:lnTo>
                    <a:pt x="331" y="187"/>
                  </a:lnTo>
                  <a:lnTo>
                    <a:pt x="331" y="185"/>
                  </a:lnTo>
                  <a:lnTo>
                    <a:pt x="329" y="185"/>
                  </a:lnTo>
                  <a:lnTo>
                    <a:pt x="326" y="182"/>
                  </a:lnTo>
                  <a:lnTo>
                    <a:pt x="324" y="182"/>
                  </a:lnTo>
                  <a:lnTo>
                    <a:pt x="322" y="187"/>
                  </a:lnTo>
                  <a:lnTo>
                    <a:pt x="319" y="187"/>
                  </a:lnTo>
                  <a:lnTo>
                    <a:pt x="317" y="189"/>
                  </a:lnTo>
                  <a:lnTo>
                    <a:pt x="315" y="189"/>
                  </a:lnTo>
                  <a:lnTo>
                    <a:pt x="315" y="187"/>
                  </a:lnTo>
                  <a:lnTo>
                    <a:pt x="315" y="187"/>
                  </a:lnTo>
                  <a:lnTo>
                    <a:pt x="312" y="185"/>
                  </a:lnTo>
                  <a:lnTo>
                    <a:pt x="312" y="187"/>
                  </a:lnTo>
                  <a:lnTo>
                    <a:pt x="310" y="185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3" y="177"/>
                  </a:lnTo>
                  <a:lnTo>
                    <a:pt x="303" y="180"/>
                  </a:lnTo>
                  <a:lnTo>
                    <a:pt x="300" y="180"/>
                  </a:lnTo>
                  <a:lnTo>
                    <a:pt x="300" y="180"/>
                  </a:lnTo>
                  <a:lnTo>
                    <a:pt x="300" y="180"/>
                  </a:lnTo>
                  <a:lnTo>
                    <a:pt x="298" y="180"/>
                  </a:lnTo>
                  <a:lnTo>
                    <a:pt x="296" y="182"/>
                  </a:lnTo>
                  <a:lnTo>
                    <a:pt x="296" y="185"/>
                  </a:lnTo>
                  <a:lnTo>
                    <a:pt x="296" y="185"/>
                  </a:lnTo>
                  <a:lnTo>
                    <a:pt x="293" y="185"/>
                  </a:lnTo>
                  <a:lnTo>
                    <a:pt x="289" y="185"/>
                  </a:lnTo>
                  <a:lnTo>
                    <a:pt x="284" y="187"/>
                  </a:lnTo>
                  <a:lnTo>
                    <a:pt x="274" y="187"/>
                  </a:lnTo>
                  <a:lnTo>
                    <a:pt x="272" y="185"/>
                  </a:lnTo>
                  <a:lnTo>
                    <a:pt x="270" y="182"/>
                  </a:lnTo>
                  <a:lnTo>
                    <a:pt x="267" y="177"/>
                  </a:lnTo>
                  <a:lnTo>
                    <a:pt x="267" y="177"/>
                  </a:lnTo>
                  <a:lnTo>
                    <a:pt x="267" y="175"/>
                  </a:lnTo>
                  <a:lnTo>
                    <a:pt x="262" y="175"/>
                  </a:lnTo>
                  <a:lnTo>
                    <a:pt x="260" y="173"/>
                  </a:lnTo>
                  <a:lnTo>
                    <a:pt x="260" y="173"/>
                  </a:lnTo>
                  <a:lnTo>
                    <a:pt x="260" y="170"/>
                  </a:lnTo>
                  <a:lnTo>
                    <a:pt x="258" y="170"/>
                  </a:lnTo>
                  <a:lnTo>
                    <a:pt x="255" y="168"/>
                  </a:lnTo>
                  <a:lnTo>
                    <a:pt x="255" y="166"/>
                  </a:lnTo>
                  <a:lnTo>
                    <a:pt x="253" y="166"/>
                  </a:lnTo>
                  <a:lnTo>
                    <a:pt x="248" y="161"/>
                  </a:lnTo>
                  <a:lnTo>
                    <a:pt x="248" y="158"/>
                  </a:lnTo>
                  <a:lnTo>
                    <a:pt x="246" y="154"/>
                  </a:lnTo>
                  <a:lnTo>
                    <a:pt x="244" y="151"/>
                  </a:lnTo>
                  <a:lnTo>
                    <a:pt x="241" y="154"/>
                  </a:lnTo>
                  <a:lnTo>
                    <a:pt x="241" y="154"/>
                  </a:lnTo>
                  <a:lnTo>
                    <a:pt x="241" y="151"/>
                  </a:lnTo>
                  <a:lnTo>
                    <a:pt x="239" y="149"/>
                  </a:lnTo>
                  <a:lnTo>
                    <a:pt x="239" y="149"/>
                  </a:lnTo>
                  <a:lnTo>
                    <a:pt x="236" y="151"/>
                  </a:lnTo>
                  <a:lnTo>
                    <a:pt x="236" y="151"/>
                  </a:lnTo>
                  <a:lnTo>
                    <a:pt x="234" y="149"/>
                  </a:lnTo>
                  <a:lnTo>
                    <a:pt x="234" y="149"/>
                  </a:lnTo>
                  <a:lnTo>
                    <a:pt x="232" y="147"/>
                  </a:lnTo>
                  <a:lnTo>
                    <a:pt x="232" y="147"/>
                  </a:lnTo>
                  <a:lnTo>
                    <a:pt x="232" y="147"/>
                  </a:lnTo>
                  <a:lnTo>
                    <a:pt x="229" y="147"/>
                  </a:lnTo>
                  <a:lnTo>
                    <a:pt x="229" y="147"/>
                  </a:lnTo>
                  <a:lnTo>
                    <a:pt x="229" y="144"/>
                  </a:lnTo>
                  <a:lnTo>
                    <a:pt x="218" y="144"/>
                  </a:lnTo>
                  <a:lnTo>
                    <a:pt x="203" y="144"/>
                  </a:lnTo>
                  <a:lnTo>
                    <a:pt x="199" y="144"/>
                  </a:lnTo>
                  <a:lnTo>
                    <a:pt x="192" y="149"/>
                  </a:lnTo>
                  <a:lnTo>
                    <a:pt x="192" y="149"/>
                  </a:lnTo>
                  <a:lnTo>
                    <a:pt x="192" y="151"/>
                  </a:lnTo>
                  <a:lnTo>
                    <a:pt x="189" y="154"/>
                  </a:lnTo>
                  <a:lnTo>
                    <a:pt x="187" y="156"/>
                  </a:lnTo>
                  <a:lnTo>
                    <a:pt x="184" y="158"/>
                  </a:lnTo>
                  <a:lnTo>
                    <a:pt x="184" y="156"/>
                  </a:lnTo>
                  <a:lnTo>
                    <a:pt x="187" y="154"/>
                  </a:lnTo>
                  <a:lnTo>
                    <a:pt x="187" y="151"/>
                  </a:lnTo>
                  <a:lnTo>
                    <a:pt x="189" y="149"/>
                  </a:lnTo>
                  <a:lnTo>
                    <a:pt x="194" y="144"/>
                  </a:lnTo>
                  <a:lnTo>
                    <a:pt x="196" y="142"/>
                  </a:lnTo>
                  <a:lnTo>
                    <a:pt x="196" y="140"/>
                  </a:lnTo>
                  <a:lnTo>
                    <a:pt x="194" y="140"/>
                  </a:lnTo>
                  <a:lnTo>
                    <a:pt x="194" y="142"/>
                  </a:lnTo>
                  <a:lnTo>
                    <a:pt x="189" y="144"/>
                  </a:lnTo>
                  <a:lnTo>
                    <a:pt x="184" y="149"/>
                  </a:lnTo>
                  <a:lnTo>
                    <a:pt x="182" y="149"/>
                  </a:lnTo>
                  <a:lnTo>
                    <a:pt x="180" y="154"/>
                  </a:lnTo>
                  <a:lnTo>
                    <a:pt x="180" y="154"/>
                  </a:lnTo>
                  <a:lnTo>
                    <a:pt x="177" y="154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3" y="163"/>
                  </a:lnTo>
                  <a:lnTo>
                    <a:pt x="170" y="168"/>
                  </a:lnTo>
                  <a:lnTo>
                    <a:pt x="168" y="166"/>
                  </a:lnTo>
                  <a:lnTo>
                    <a:pt x="168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3"/>
                  </a:lnTo>
                  <a:lnTo>
                    <a:pt x="170" y="163"/>
                  </a:lnTo>
                  <a:lnTo>
                    <a:pt x="170" y="163"/>
                  </a:lnTo>
                  <a:lnTo>
                    <a:pt x="168" y="158"/>
                  </a:lnTo>
                  <a:lnTo>
                    <a:pt x="168" y="158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1"/>
                  </a:lnTo>
                  <a:lnTo>
                    <a:pt x="170" y="151"/>
                  </a:lnTo>
                  <a:lnTo>
                    <a:pt x="170" y="147"/>
                  </a:lnTo>
                  <a:lnTo>
                    <a:pt x="170" y="144"/>
                  </a:lnTo>
                  <a:lnTo>
                    <a:pt x="170" y="142"/>
                  </a:lnTo>
                  <a:lnTo>
                    <a:pt x="170" y="140"/>
                  </a:lnTo>
                  <a:lnTo>
                    <a:pt x="168" y="137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3" y="132"/>
                  </a:lnTo>
                  <a:lnTo>
                    <a:pt x="163" y="130"/>
                  </a:lnTo>
                  <a:lnTo>
                    <a:pt x="163" y="128"/>
                  </a:lnTo>
                  <a:lnTo>
                    <a:pt x="163" y="128"/>
                  </a:lnTo>
                  <a:lnTo>
                    <a:pt x="161" y="125"/>
                  </a:lnTo>
                  <a:lnTo>
                    <a:pt x="156" y="125"/>
                  </a:lnTo>
                  <a:lnTo>
                    <a:pt x="154" y="125"/>
                  </a:lnTo>
                  <a:lnTo>
                    <a:pt x="151" y="123"/>
                  </a:lnTo>
                  <a:lnTo>
                    <a:pt x="151" y="121"/>
                  </a:lnTo>
                  <a:lnTo>
                    <a:pt x="151" y="118"/>
                  </a:lnTo>
                  <a:lnTo>
                    <a:pt x="151" y="116"/>
                  </a:lnTo>
                  <a:lnTo>
                    <a:pt x="149" y="114"/>
                  </a:lnTo>
                  <a:lnTo>
                    <a:pt x="149" y="114"/>
                  </a:lnTo>
                  <a:lnTo>
                    <a:pt x="147" y="116"/>
                  </a:lnTo>
                  <a:lnTo>
                    <a:pt x="132" y="128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28" y="135"/>
                  </a:lnTo>
                  <a:lnTo>
                    <a:pt x="128" y="135"/>
                  </a:lnTo>
                  <a:lnTo>
                    <a:pt x="128" y="135"/>
                  </a:lnTo>
                  <a:lnTo>
                    <a:pt x="125" y="140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18" y="144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1" y="144"/>
                  </a:lnTo>
                  <a:lnTo>
                    <a:pt x="109" y="144"/>
                  </a:lnTo>
                  <a:lnTo>
                    <a:pt x="106" y="147"/>
                  </a:lnTo>
                  <a:lnTo>
                    <a:pt x="102" y="154"/>
                  </a:lnTo>
                  <a:lnTo>
                    <a:pt x="95" y="161"/>
                  </a:lnTo>
                  <a:lnTo>
                    <a:pt x="87" y="163"/>
                  </a:lnTo>
                  <a:lnTo>
                    <a:pt x="52" y="173"/>
                  </a:lnTo>
                  <a:lnTo>
                    <a:pt x="47" y="173"/>
                  </a:lnTo>
                  <a:lnTo>
                    <a:pt x="33" y="189"/>
                  </a:lnTo>
                  <a:lnTo>
                    <a:pt x="31" y="192"/>
                  </a:lnTo>
                  <a:lnTo>
                    <a:pt x="14" y="199"/>
                  </a:lnTo>
                  <a:lnTo>
                    <a:pt x="9" y="201"/>
                  </a:lnTo>
                  <a:lnTo>
                    <a:pt x="9" y="201"/>
                  </a:lnTo>
                  <a:lnTo>
                    <a:pt x="7" y="201"/>
                  </a:lnTo>
                  <a:lnTo>
                    <a:pt x="5" y="203"/>
                  </a:lnTo>
                  <a:lnTo>
                    <a:pt x="2" y="203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5" y="211"/>
                  </a:lnTo>
                  <a:lnTo>
                    <a:pt x="5" y="208"/>
                  </a:lnTo>
                  <a:lnTo>
                    <a:pt x="7" y="208"/>
                  </a:lnTo>
                  <a:lnTo>
                    <a:pt x="7" y="208"/>
                  </a:lnTo>
                  <a:lnTo>
                    <a:pt x="7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12" y="211"/>
                  </a:lnTo>
                  <a:lnTo>
                    <a:pt x="12" y="213"/>
                  </a:lnTo>
                  <a:lnTo>
                    <a:pt x="12" y="213"/>
                  </a:lnTo>
                  <a:lnTo>
                    <a:pt x="14" y="213"/>
                  </a:lnTo>
                  <a:lnTo>
                    <a:pt x="14" y="213"/>
                  </a:lnTo>
                  <a:lnTo>
                    <a:pt x="16" y="213"/>
                  </a:lnTo>
                  <a:lnTo>
                    <a:pt x="16" y="213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8"/>
                  </a:lnTo>
                  <a:lnTo>
                    <a:pt x="21" y="222"/>
                  </a:lnTo>
                  <a:lnTo>
                    <a:pt x="24" y="227"/>
                  </a:lnTo>
                  <a:lnTo>
                    <a:pt x="26" y="229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5" y="234"/>
                  </a:lnTo>
                  <a:lnTo>
                    <a:pt x="38" y="234"/>
                  </a:lnTo>
                  <a:lnTo>
                    <a:pt x="45" y="234"/>
                  </a:lnTo>
                  <a:lnTo>
                    <a:pt x="50" y="237"/>
                  </a:lnTo>
                  <a:lnTo>
                    <a:pt x="59" y="237"/>
                  </a:lnTo>
                  <a:lnTo>
                    <a:pt x="66" y="239"/>
                  </a:lnTo>
                  <a:lnTo>
                    <a:pt x="73" y="241"/>
                  </a:lnTo>
                  <a:lnTo>
                    <a:pt x="83" y="241"/>
                  </a:lnTo>
                  <a:lnTo>
                    <a:pt x="90" y="244"/>
                  </a:lnTo>
                  <a:lnTo>
                    <a:pt x="97" y="244"/>
                  </a:lnTo>
                  <a:lnTo>
                    <a:pt x="104" y="244"/>
                  </a:lnTo>
                  <a:lnTo>
                    <a:pt x="109" y="246"/>
                  </a:lnTo>
                  <a:lnTo>
                    <a:pt x="113" y="246"/>
                  </a:lnTo>
                  <a:lnTo>
                    <a:pt x="116" y="246"/>
                  </a:lnTo>
                  <a:lnTo>
                    <a:pt x="116" y="246"/>
                  </a:lnTo>
                  <a:lnTo>
                    <a:pt x="121" y="248"/>
                  </a:lnTo>
                  <a:lnTo>
                    <a:pt x="123" y="248"/>
                  </a:lnTo>
                  <a:lnTo>
                    <a:pt x="128" y="251"/>
                  </a:lnTo>
                  <a:lnTo>
                    <a:pt x="132" y="253"/>
                  </a:lnTo>
                  <a:lnTo>
                    <a:pt x="139" y="256"/>
                  </a:lnTo>
                  <a:lnTo>
                    <a:pt x="144" y="258"/>
                  </a:lnTo>
                  <a:lnTo>
                    <a:pt x="147" y="258"/>
                  </a:lnTo>
                  <a:lnTo>
                    <a:pt x="147" y="258"/>
                  </a:lnTo>
                  <a:lnTo>
                    <a:pt x="149" y="258"/>
                  </a:lnTo>
                  <a:lnTo>
                    <a:pt x="149" y="258"/>
                  </a:lnTo>
                  <a:lnTo>
                    <a:pt x="151" y="258"/>
                  </a:lnTo>
                  <a:lnTo>
                    <a:pt x="151" y="258"/>
                  </a:lnTo>
                  <a:lnTo>
                    <a:pt x="151" y="258"/>
                  </a:lnTo>
                  <a:lnTo>
                    <a:pt x="154" y="258"/>
                  </a:lnTo>
                  <a:lnTo>
                    <a:pt x="154" y="258"/>
                  </a:lnTo>
                  <a:lnTo>
                    <a:pt x="156" y="258"/>
                  </a:lnTo>
                  <a:lnTo>
                    <a:pt x="156" y="258"/>
                  </a:lnTo>
                  <a:lnTo>
                    <a:pt x="156" y="258"/>
                  </a:lnTo>
                  <a:lnTo>
                    <a:pt x="158" y="258"/>
                  </a:lnTo>
                  <a:lnTo>
                    <a:pt x="158" y="258"/>
                  </a:lnTo>
                  <a:lnTo>
                    <a:pt x="161" y="258"/>
                  </a:lnTo>
                  <a:lnTo>
                    <a:pt x="166" y="260"/>
                  </a:lnTo>
                  <a:lnTo>
                    <a:pt x="166" y="260"/>
                  </a:lnTo>
                  <a:lnTo>
                    <a:pt x="166" y="260"/>
                  </a:lnTo>
                  <a:lnTo>
                    <a:pt x="168" y="258"/>
                  </a:lnTo>
                  <a:lnTo>
                    <a:pt x="168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0" y="258"/>
                  </a:lnTo>
                  <a:lnTo>
                    <a:pt x="173" y="258"/>
                  </a:lnTo>
                  <a:lnTo>
                    <a:pt x="173" y="258"/>
                  </a:lnTo>
                  <a:lnTo>
                    <a:pt x="173" y="256"/>
                  </a:lnTo>
                  <a:lnTo>
                    <a:pt x="175" y="256"/>
                  </a:lnTo>
                  <a:lnTo>
                    <a:pt x="175" y="258"/>
                  </a:lnTo>
                  <a:lnTo>
                    <a:pt x="177" y="258"/>
                  </a:lnTo>
                  <a:lnTo>
                    <a:pt x="177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0" y="258"/>
                  </a:lnTo>
                  <a:lnTo>
                    <a:pt x="182" y="258"/>
                  </a:lnTo>
                  <a:lnTo>
                    <a:pt x="184" y="260"/>
                  </a:lnTo>
                  <a:lnTo>
                    <a:pt x="184" y="260"/>
                  </a:lnTo>
                  <a:lnTo>
                    <a:pt x="187" y="260"/>
                  </a:lnTo>
                  <a:lnTo>
                    <a:pt x="189" y="258"/>
                  </a:lnTo>
                  <a:lnTo>
                    <a:pt x="189" y="258"/>
                  </a:lnTo>
                  <a:lnTo>
                    <a:pt x="189" y="258"/>
                  </a:lnTo>
                  <a:lnTo>
                    <a:pt x="192" y="260"/>
                  </a:lnTo>
                  <a:lnTo>
                    <a:pt x="194" y="260"/>
                  </a:lnTo>
                  <a:lnTo>
                    <a:pt x="194" y="260"/>
                  </a:lnTo>
                  <a:lnTo>
                    <a:pt x="196" y="260"/>
                  </a:lnTo>
                  <a:lnTo>
                    <a:pt x="199" y="260"/>
                  </a:lnTo>
                  <a:lnTo>
                    <a:pt x="199" y="260"/>
                  </a:lnTo>
                  <a:lnTo>
                    <a:pt x="201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6" y="260"/>
                  </a:lnTo>
                  <a:lnTo>
                    <a:pt x="206" y="260"/>
                  </a:lnTo>
                  <a:lnTo>
                    <a:pt x="206" y="263"/>
                  </a:lnTo>
                  <a:lnTo>
                    <a:pt x="208" y="263"/>
                  </a:lnTo>
                  <a:lnTo>
                    <a:pt x="210" y="263"/>
                  </a:lnTo>
                  <a:lnTo>
                    <a:pt x="210" y="263"/>
                  </a:lnTo>
                  <a:lnTo>
                    <a:pt x="213" y="265"/>
                  </a:lnTo>
                  <a:lnTo>
                    <a:pt x="213" y="265"/>
                  </a:lnTo>
                  <a:lnTo>
                    <a:pt x="215" y="270"/>
                  </a:lnTo>
                  <a:lnTo>
                    <a:pt x="215" y="270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3" y="274"/>
                  </a:lnTo>
                  <a:lnTo>
                    <a:pt x="213" y="277"/>
                  </a:lnTo>
                  <a:lnTo>
                    <a:pt x="213" y="277"/>
                  </a:lnTo>
                  <a:lnTo>
                    <a:pt x="213" y="277"/>
                  </a:lnTo>
                  <a:lnTo>
                    <a:pt x="213" y="279"/>
                  </a:lnTo>
                  <a:lnTo>
                    <a:pt x="215" y="279"/>
                  </a:lnTo>
                  <a:lnTo>
                    <a:pt x="215" y="279"/>
                  </a:lnTo>
                  <a:lnTo>
                    <a:pt x="218" y="279"/>
                  </a:lnTo>
                  <a:lnTo>
                    <a:pt x="218" y="282"/>
                  </a:lnTo>
                  <a:lnTo>
                    <a:pt x="220" y="282"/>
                  </a:lnTo>
                  <a:lnTo>
                    <a:pt x="220" y="282"/>
                  </a:lnTo>
                  <a:lnTo>
                    <a:pt x="222" y="282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5" y="279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7" y="282"/>
                  </a:lnTo>
                  <a:lnTo>
                    <a:pt x="229" y="282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6" y="284"/>
                  </a:lnTo>
                  <a:lnTo>
                    <a:pt x="236" y="284"/>
                  </a:lnTo>
                  <a:lnTo>
                    <a:pt x="236" y="286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9"/>
                  </a:lnTo>
                  <a:lnTo>
                    <a:pt x="244" y="289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1"/>
                  </a:lnTo>
                  <a:lnTo>
                    <a:pt x="244" y="293"/>
                  </a:lnTo>
                  <a:lnTo>
                    <a:pt x="244" y="293"/>
                  </a:lnTo>
                  <a:lnTo>
                    <a:pt x="244" y="293"/>
                  </a:lnTo>
                  <a:lnTo>
                    <a:pt x="244" y="296"/>
                  </a:lnTo>
                  <a:lnTo>
                    <a:pt x="246" y="298"/>
                  </a:lnTo>
                  <a:lnTo>
                    <a:pt x="246" y="298"/>
                  </a:lnTo>
                  <a:lnTo>
                    <a:pt x="246" y="300"/>
                  </a:lnTo>
                  <a:lnTo>
                    <a:pt x="246" y="300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44" y="303"/>
                  </a:lnTo>
                  <a:lnTo>
                    <a:pt x="244" y="305"/>
                  </a:lnTo>
                  <a:lnTo>
                    <a:pt x="244" y="305"/>
                  </a:lnTo>
                  <a:lnTo>
                    <a:pt x="246" y="308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2"/>
                  </a:lnTo>
                  <a:lnTo>
                    <a:pt x="246" y="315"/>
                  </a:lnTo>
                  <a:lnTo>
                    <a:pt x="246" y="315"/>
                  </a:lnTo>
                  <a:lnTo>
                    <a:pt x="246" y="317"/>
                  </a:lnTo>
                  <a:lnTo>
                    <a:pt x="244" y="317"/>
                  </a:lnTo>
                  <a:lnTo>
                    <a:pt x="241" y="319"/>
                  </a:lnTo>
                  <a:lnTo>
                    <a:pt x="241" y="319"/>
                  </a:lnTo>
                  <a:lnTo>
                    <a:pt x="241" y="319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241" y="324"/>
                  </a:lnTo>
                  <a:lnTo>
                    <a:pt x="241" y="324"/>
                  </a:lnTo>
                  <a:lnTo>
                    <a:pt x="241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4" y="331"/>
                  </a:lnTo>
                  <a:lnTo>
                    <a:pt x="244" y="331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6" y="329"/>
                  </a:lnTo>
                  <a:lnTo>
                    <a:pt x="248" y="329"/>
                  </a:lnTo>
                  <a:lnTo>
                    <a:pt x="251" y="329"/>
                  </a:lnTo>
                  <a:lnTo>
                    <a:pt x="251" y="329"/>
                  </a:lnTo>
                  <a:lnTo>
                    <a:pt x="251" y="329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58" y="324"/>
                  </a:lnTo>
                  <a:lnTo>
                    <a:pt x="260" y="324"/>
                  </a:lnTo>
                  <a:lnTo>
                    <a:pt x="260" y="327"/>
                  </a:lnTo>
                  <a:lnTo>
                    <a:pt x="260" y="327"/>
                  </a:lnTo>
                  <a:lnTo>
                    <a:pt x="262" y="327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0" y="331"/>
                  </a:lnTo>
                  <a:lnTo>
                    <a:pt x="260" y="331"/>
                  </a:lnTo>
                  <a:lnTo>
                    <a:pt x="258" y="338"/>
                  </a:lnTo>
                  <a:lnTo>
                    <a:pt x="258" y="343"/>
                  </a:lnTo>
                  <a:lnTo>
                    <a:pt x="255" y="343"/>
                  </a:lnTo>
                  <a:lnTo>
                    <a:pt x="255" y="348"/>
                  </a:lnTo>
                  <a:lnTo>
                    <a:pt x="258" y="348"/>
                  </a:lnTo>
                  <a:lnTo>
                    <a:pt x="258" y="350"/>
                  </a:lnTo>
                  <a:lnTo>
                    <a:pt x="260" y="350"/>
                  </a:lnTo>
                  <a:lnTo>
                    <a:pt x="260" y="353"/>
                  </a:lnTo>
                  <a:lnTo>
                    <a:pt x="262" y="355"/>
                  </a:lnTo>
                  <a:lnTo>
                    <a:pt x="262" y="355"/>
                  </a:lnTo>
                  <a:lnTo>
                    <a:pt x="262" y="355"/>
                  </a:lnTo>
                  <a:lnTo>
                    <a:pt x="265" y="357"/>
                  </a:lnTo>
                  <a:lnTo>
                    <a:pt x="270" y="357"/>
                  </a:lnTo>
                  <a:lnTo>
                    <a:pt x="270" y="357"/>
                  </a:lnTo>
                  <a:lnTo>
                    <a:pt x="270" y="353"/>
                  </a:lnTo>
                  <a:lnTo>
                    <a:pt x="270" y="350"/>
                  </a:lnTo>
                  <a:lnTo>
                    <a:pt x="272" y="348"/>
                  </a:lnTo>
                  <a:lnTo>
                    <a:pt x="289" y="317"/>
                  </a:lnTo>
                  <a:lnTo>
                    <a:pt x="289" y="315"/>
                  </a:lnTo>
                  <a:lnTo>
                    <a:pt x="289" y="312"/>
                  </a:lnTo>
                  <a:lnTo>
                    <a:pt x="289" y="312"/>
                  </a:lnTo>
                  <a:lnTo>
                    <a:pt x="291" y="310"/>
                  </a:lnTo>
                  <a:lnTo>
                    <a:pt x="291" y="308"/>
                  </a:lnTo>
                  <a:lnTo>
                    <a:pt x="293" y="303"/>
                  </a:lnTo>
                  <a:lnTo>
                    <a:pt x="293" y="300"/>
                  </a:lnTo>
                  <a:lnTo>
                    <a:pt x="296" y="296"/>
                  </a:lnTo>
                  <a:lnTo>
                    <a:pt x="298" y="293"/>
                  </a:lnTo>
                  <a:lnTo>
                    <a:pt x="300" y="286"/>
                  </a:lnTo>
                  <a:lnTo>
                    <a:pt x="303" y="284"/>
                  </a:lnTo>
                  <a:lnTo>
                    <a:pt x="305" y="282"/>
                  </a:lnTo>
                  <a:lnTo>
                    <a:pt x="307" y="282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2"/>
                  </a:lnTo>
                  <a:lnTo>
                    <a:pt x="310" y="267"/>
                  </a:lnTo>
                  <a:lnTo>
                    <a:pt x="310" y="265"/>
                  </a:lnTo>
                  <a:lnTo>
                    <a:pt x="312" y="263"/>
                  </a:lnTo>
                  <a:lnTo>
                    <a:pt x="312" y="263"/>
                  </a:lnTo>
                  <a:lnTo>
                    <a:pt x="312" y="256"/>
                  </a:lnTo>
                  <a:lnTo>
                    <a:pt x="315" y="253"/>
                  </a:lnTo>
                  <a:lnTo>
                    <a:pt x="315" y="253"/>
                  </a:lnTo>
                  <a:lnTo>
                    <a:pt x="317" y="256"/>
                  </a:lnTo>
                  <a:lnTo>
                    <a:pt x="317" y="256"/>
                  </a:lnTo>
                  <a:lnTo>
                    <a:pt x="317" y="258"/>
                  </a:lnTo>
                  <a:lnTo>
                    <a:pt x="315" y="260"/>
                  </a:lnTo>
                  <a:lnTo>
                    <a:pt x="315" y="263"/>
                  </a:lnTo>
                  <a:lnTo>
                    <a:pt x="315" y="263"/>
                  </a:lnTo>
                  <a:lnTo>
                    <a:pt x="315" y="265"/>
                  </a:lnTo>
                  <a:lnTo>
                    <a:pt x="315" y="267"/>
                  </a:lnTo>
                  <a:lnTo>
                    <a:pt x="315" y="270"/>
                  </a:lnTo>
                  <a:lnTo>
                    <a:pt x="317" y="270"/>
                  </a:lnTo>
                  <a:lnTo>
                    <a:pt x="317" y="272"/>
                  </a:lnTo>
                  <a:lnTo>
                    <a:pt x="317" y="277"/>
                  </a:lnTo>
                  <a:lnTo>
                    <a:pt x="317" y="279"/>
                  </a:lnTo>
                  <a:lnTo>
                    <a:pt x="319" y="282"/>
                  </a:lnTo>
                  <a:lnTo>
                    <a:pt x="319" y="282"/>
                  </a:lnTo>
                  <a:lnTo>
                    <a:pt x="319" y="279"/>
                  </a:lnTo>
                  <a:lnTo>
                    <a:pt x="319" y="279"/>
                  </a:lnTo>
                  <a:lnTo>
                    <a:pt x="324" y="277"/>
                  </a:lnTo>
                  <a:lnTo>
                    <a:pt x="326" y="277"/>
                  </a:lnTo>
                  <a:lnTo>
                    <a:pt x="326" y="277"/>
                  </a:lnTo>
                  <a:lnTo>
                    <a:pt x="329" y="274"/>
                  </a:lnTo>
                  <a:lnTo>
                    <a:pt x="329" y="274"/>
                  </a:lnTo>
                  <a:lnTo>
                    <a:pt x="329" y="272"/>
                  </a:lnTo>
                  <a:lnTo>
                    <a:pt x="331" y="267"/>
                  </a:lnTo>
                  <a:lnTo>
                    <a:pt x="331" y="267"/>
                  </a:lnTo>
                  <a:lnTo>
                    <a:pt x="331" y="265"/>
                  </a:lnTo>
                  <a:lnTo>
                    <a:pt x="333" y="265"/>
                  </a:lnTo>
                  <a:lnTo>
                    <a:pt x="333" y="263"/>
                  </a:lnTo>
                  <a:lnTo>
                    <a:pt x="333" y="263"/>
                  </a:lnTo>
                  <a:lnTo>
                    <a:pt x="333" y="260"/>
                  </a:lnTo>
                  <a:lnTo>
                    <a:pt x="333" y="258"/>
                  </a:lnTo>
                  <a:lnTo>
                    <a:pt x="336" y="258"/>
                  </a:lnTo>
                  <a:lnTo>
                    <a:pt x="336" y="258"/>
                  </a:lnTo>
                  <a:lnTo>
                    <a:pt x="341" y="260"/>
                  </a:lnTo>
                  <a:lnTo>
                    <a:pt x="343" y="260"/>
                  </a:lnTo>
                  <a:lnTo>
                    <a:pt x="345" y="258"/>
                  </a:lnTo>
                  <a:lnTo>
                    <a:pt x="345" y="258"/>
                  </a:lnTo>
                  <a:lnTo>
                    <a:pt x="348" y="256"/>
                  </a:lnTo>
                  <a:lnTo>
                    <a:pt x="348" y="253"/>
                  </a:lnTo>
                  <a:lnTo>
                    <a:pt x="350" y="253"/>
                  </a:lnTo>
                  <a:lnTo>
                    <a:pt x="352" y="253"/>
                  </a:lnTo>
                  <a:lnTo>
                    <a:pt x="352" y="253"/>
                  </a:lnTo>
                  <a:lnTo>
                    <a:pt x="355" y="253"/>
                  </a:lnTo>
                  <a:lnTo>
                    <a:pt x="355" y="256"/>
                  </a:lnTo>
                  <a:lnTo>
                    <a:pt x="352" y="263"/>
                  </a:lnTo>
                  <a:lnTo>
                    <a:pt x="352" y="265"/>
                  </a:lnTo>
                  <a:lnTo>
                    <a:pt x="355" y="265"/>
                  </a:lnTo>
                  <a:lnTo>
                    <a:pt x="355" y="265"/>
                  </a:lnTo>
                  <a:lnTo>
                    <a:pt x="355" y="265"/>
                  </a:lnTo>
                  <a:lnTo>
                    <a:pt x="355" y="267"/>
                  </a:lnTo>
                  <a:lnTo>
                    <a:pt x="352" y="267"/>
                  </a:lnTo>
                  <a:lnTo>
                    <a:pt x="352" y="265"/>
                  </a:lnTo>
                  <a:lnTo>
                    <a:pt x="350" y="265"/>
                  </a:lnTo>
                  <a:lnTo>
                    <a:pt x="350" y="265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8" y="270"/>
                  </a:lnTo>
                  <a:lnTo>
                    <a:pt x="345" y="270"/>
                  </a:lnTo>
                  <a:lnTo>
                    <a:pt x="345" y="272"/>
                  </a:lnTo>
                  <a:lnTo>
                    <a:pt x="345" y="274"/>
                  </a:lnTo>
                  <a:lnTo>
                    <a:pt x="345" y="277"/>
                  </a:lnTo>
                  <a:lnTo>
                    <a:pt x="343" y="279"/>
                  </a:lnTo>
                  <a:lnTo>
                    <a:pt x="343" y="279"/>
                  </a:lnTo>
                  <a:lnTo>
                    <a:pt x="343" y="282"/>
                  </a:lnTo>
                  <a:lnTo>
                    <a:pt x="345" y="284"/>
                  </a:lnTo>
                  <a:lnTo>
                    <a:pt x="348" y="286"/>
                  </a:lnTo>
                  <a:lnTo>
                    <a:pt x="350" y="286"/>
                  </a:lnTo>
                  <a:lnTo>
                    <a:pt x="350" y="286"/>
                  </a:lnTo>
                  <a:lnTo>
                    <a:pt x="352" y="286"/>
                  </a:lnTo>
                  <a:lnTo>
                    <a:pt x="352" y="286"/>
                  </a:lnTo>
                  <a:lnTo>
                    <a:pt x="352" y="286"/>
                  </a:lnTo>
                  <a:lnTo>
                    <a:pt x="352" y="284"/>
                  </a:lnTo>
                  <a:lnTo>
                    <a:pt x="350" y="284"/>
                  </a:lnTo>
                  <a:lnTo>
                    <a:pt x="350" y="284"/>
                  </a:lnTo>
                  <a:lnTo>
                    <a:pt x="350" y="282"/>
                  </a:lnTo>
                  <a:lnTo>
                    <a:pt x="350" y="282"/>
                  </a:lnTo>
                  <a:lnTo>
                    <a:pt x="350" y="279"/>
                  </a:lnTo>
                  <a:lnTo>
                    <a:pt x="350" y="279"/>
                  </a:lnTo>
                  <a:lnTo>
                    <a:pt x="352" y="279"/>
                  </a:lnTo>
                  <a:lnTo>
                    <a:pt x="352" y="279"/>
                  </a:lnTo>
                  <a:lnTo>
                    <a:pt x="352" y="274"/>
                  </a:lnTo>
                  <a:lnTo>
                    <a:pt x="355" y="274"/>
                  </a:lnTo>
                  <a:lnTo>
                    <a:pt x="357" y="272"/>
                  </a:lnTo>
                  <a:lnTo>
                    <a:pt x="357" y="272"/>
                  </a:lnTo>
                  <a:lnTo>
                    <a:pt x="357" y="270"/>
                  </a:lnTo>
                  <a:lnTo>
                    <a:pt x="357" y="270"/>
                  </a:lnTo>
                  <a:lnTo>
                    <a:pt x="357" y="267"/>
                  </a:lnTo>
                  <a:lnTo>
                    <a:pt x="359" y="267"/>
                  </a:lnTo>
                  <a:lnTo>
                    <a:pt x="362" y="267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7" y="263"/>
                  </a:lnTo>
                  <a:lnTo>
                    <a:pt x="367" y="263"/>
                  </a:lnTo>
                  <a:lnTo>
                    <a:pt x="367" y="263"/>
                  </a:lnTo>
                  <a:lnTo>
                    <a:pt x="371" y="260"/>
                  </a:lnTo>
                  <a:lnTo>
                    <a:pt x="371" y="260"/>
                  </a:lnTo>
                  <a:lnTo>
                    <a:pt x="371" y="258"/>
                  </a:lnTo>
                  <a:lnTo>
                    <a:pt x="371" y="258"/>
                  </a:lnTo>
                  <a:lnTo>
                    <a:pt x="374" y="251"/>
                  </a:lnTo>
                  <a:lnTo>
                    <a:pt x="376" y="246"/>
                  </a:lnTo>
                  <a:lnTo>
                    <a:pt x="378" y="241"/>
                  </a:lnTo>
                  <a:lnTo>
                    <a:pt x="395" y="237"/>
                  </a:lnTo>
                  <a:lnTo>
                    <a:pt x="397" y="237"/>
                  </a:lnTo>
                  <a:close/>
                  <a:moveTo>
                    <a:pt x="331" y="180"/>
                  </a:moveTo>
                  <a:lnTo>
                    <a:pt x="331" y="180"/>
                  </a:lnTo>
                  <a:lnTo>
                    <a:pt x="333" y="180"/>
                  </a:lnTo>
                  <a:lnTo>
                    <a:pt x="333" y="182"/>
                  </a:lnTo>
                  <a:lnTo>
                    <a:pt x="333" y="182"/>
                  </a:lnTo>
                  <a:lnTo>
                    <a:pt x="333" y="185"/>
                  </a:lnTo>
                  <a:lnTo>
                    <a:pt x="333" y="185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2"/>
                  </a:lnTo>
                  <a:lnTo>
                    <a:pt x="336" y="182"/>
                  </a:lnTo>
                  <a:lnTo>
                    <a:pt x="336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41" y="185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38" y="180"/>
                  </a:lnTo>
                  <a:lnTo>
                    <a:pt x="338" y="182"/>
                  </a:lnTo>
                  <a:lnTo>
                    <a:pt x="336" y="182"/>
                  </a:lnTo>
                  <a:lnTo>
                    <a:pt x="336" y="180"/>
                  </a:lnTo>
                  <a:lnTo>
                    <a:pt x="336" y="180"/>
                  </a:lnTo>
                  <a:lnTo>
                    <a:pt x="338" y="177"/>
                  </a:lnTo>
                  <a:lnTo>
                    <a:pt x="336" y="175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33" y="173"/>
                  </a:lnTo>
                  <a:lnTo>
                    <a:pt x="331" y="173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80"/>
                  </a:lnTo>
                  <a:close/>
                  <a:moveTo>
                    <a:pt x="154" y="114"/>
                  </a:moveTo>
                  <a:lnTo>
                    <a:pt x="151" y="116"/>
                  </a:lnTo>
                  <a:lnTo>
                    <a:pt x="151" y="118"/>
                  </a:lnTo>
                  <a:lnTo>
                    <a:pt x="151" y="123"/>
                  </a:lnTo>
                  <a:lnTo>
                    <a:pt x="154" y="125"/>
                  </a:lnTo>
                  <a:lnTo>
                    <a:pt x="161" y="125"/>
                  </a:lnTo>
                  <a:lnTo>
                    <a:pt x="163" y="125"/>
                  </a:lnTo>
                  <a:lnTo>
                    <a:pt x="166" y="128"/>
                  </a:lnTo>
                  <a:lnTo>
                    <a:pt x="166" y="128"/>
                  </a:lnTo>
                  <a:lnTo>
                    <a:pt x="168" y="125"/>
                  </a:lnTo>
                  <a:lnTo>
                    <a:pt x="170" y="125"/>
                  </a:lnTo>
                  <a:lnTo>
                    <a:pt x="170" y="123"/>
                  </a:lnTo>
                  <a:lnTo>
                    <a:pt x="168" y="121"/>
                  </a:lnTo>
                  <a:lnTo>
                    <a:pt x="166" y="123"/>
                  </a:lnTo>
                  <a:lnTo>
                    <a:pt x="168" y="121"/>
                  </a:lnTo>
                  <a:lnTo>
                    <a:pt x="168" y="118"/>
                  </a:lnTo>
                  <a:lnTo>
                    <a:pt x="170" y="116"/>
                  </a:lnTo>
                  <a:lnTo>
                    <a:pt x="170" y="116"/>
                  </a:lnTo>
                  <a:lnTo>
                    <a:pt x="170" y="118"/>
                  </a:lnTo>
                  <a:lnTo>
                    <a:pt x="170" y="123"/>
                  </a:lnTo>
                  <a:lnTo>
                    <a:pt x="170" y="123"/>
                  </a:lnTo>
                  <a:lnTo>
                    <a:pt x="170" y="125"/>
                  </a:lnTo>
                  <a:lnTo>
                    <a:pt x="170" y="128"/>
                  </a:lnTo>
                  <a:lnTo>
                    <a:pt x="168" y="130"/>
                  </a:lnTo>
                  <a:lnTo>
                    <a:pt x="166" y="130"/>
                  </a:lnTo>
                  <a:lnTo>
                    <a:pt x="166" y="132"/>
                  </a:lnTo>
                  <a:lnTo>
                    <a:pt x="166" y="132"/>
                  </a:lnTo>
                  <a:lnTo>
                    <a:pt x="173" y="140"/>
                  </a:lnTo>
                  <a:lnTo>
                    <a:pt x="173" y="140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7" y="128"/>
                  </a:lnTo>
                  <a:lnTo>
                    <a:pt x="177" y="128"/>
                  </a:lnTo>
                  <a:lnTo>
                    <a:pt x="182" y="125"/>
                  </a:lnTo>
                  <a:lnTo>
                    <a:pt x="182" y="123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84" y="121"/>
                  </a:lnTo>
                  <a:lnTo>
                    <a:pt x="187" y="121"/>
                  </a:lnTo>
                  <a:lnTo>
                    <a:pt x="187" y="118"/>
                  </a:lnTo>
                  <a:lnTo>
                    <a:pt x="184" y="118"/>
                  </a:lnTo>
                  <a:lnTo>
                    <a:pt x="184" y="116"/>
                  </a:lnTo>
                  <a:lnTo>
                    <a:pt x="187" y="114"/>
                  </a:lnTo>
                  <a:lnTo>
                    <a:pt x="187" y="111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92" y="111"/>
                  </a:lnTo>
                  <a:lnTo>
                    <a:pt x="192" y="109"/>
                  </a:lnTo>
                  <a:lnTo>
                    <a:pt x="194" y="106"/>
                  </a:lnTo>
                  <a:lnTo>
                    <a:pt x="196" y="104"/>
                  </a:lnTo>
                  <a:lnTo>
                    <a:pt x="199" y="104"/>
                  </a:lnTo>
                  <a:lnTo>
                    <a:pt x="199" y="104"/>
                  </a:lnTo>
                  <a:lnTo>
                    <a:pt x="199" y="99"/>
                  </a:lnTo>
                  <a:lnTo>
                    <a:pt x="201" y="99"/>
                  </a:lnTo>
                  <a:lnTo>
                    <a:pt x="203" y="99"/>
                  </a:lnTo>
                  <a:lnTo>
                    <a:pt x="203" y="97"/>
                  </a:lnTo>
                  <a:lnTo>
                    <a:pt x="208" y="92"/>
                  </a:lnTo>
                  <a:lnTo>
                    <a:pt x="208" y="92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3" y="90"/>
                  </a:lnTo>
                  <a:lnTo>
                    <a:pt x="203" y="87"/>
                  </a:lnTo>
                  <a:lnTo>
                    <a:pt x="208" y="87"/>
                  </a:lnTo>
                  <a:lnTo>
                    <a:pt x="213" y="85"/>
                  </a:lnTo>
                  <a:lnTo>
                    <a:pt x="215" y="85"/>
                  </a:lnTo>
                  <a:lnTo>
                    <a:pt x="218" y="85"/>
                  </a:lnTo>
                  <a:lnTo>
                    <a:pt x="220" y="87"/>
                  </a:lnTo>
                  <a:lnTo>
                    <a:pt x="222" y="87"/>
                  </a:lnTo>
                  <a:lnTo>
                    <a:pt x="225" y="85"/>
                  </a:lnTo>
                  <a:lnTo>
                    <a:pt x="227" y="83"/>
                  </a:lnTo>
                  <a:lnTo>
                    <a:pt x="229" y="83"/>
                  </a:lnTo>
                  <a:lnTo>
                    <a:pt x="229" y="83"/>
                  </a:lnTo>
                  <a:lnTo>
                    <a:pt x="227" y="83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0" y="76"/>
                  </a:lnTo>
                  <a:lnTo>
                    <a:pt x="218" y="76"/>
                  </a:lnTo>
                  <a:lnTo>
                    <a:pt x="199" y="78"/>
                  </a:lnTo>
                  <a:lnTo>
                    <a:pt x="192" y="80"/>
                  </a:lnTo>
                  <a:lnTo>
                    <a:pt x="184" y="83"/>
                  </a:lnTo>
                  <a:lnTo>
                    <a:pt x="184" y="85"/>
                  </a:lnTo>
                  <a:lnTo>
                    <a:pt x="182" y="87"/>
                  </a:lnTo>
                  <a:lnTo>
                    <a:pt x="182" y="87"/>
                  </a:lnTo>
                  <a:lnTo>
                    <a:pt x="180" y="87"/>
                  </a:lnTo>
                  <a:lnTo>
                    <a:pt x="180" y="87"/>
                  </a:lnTo>
                  <a:lnTo>
                    <a:pt x="177" y="87"/>
                  </a:lnTo>
                  <a:lnTo>
                    <a:pt x="177" y="87"/>
                  </a:lnTo>
                  <a:lnTo>
                    <a:pt x="175" y="90"/>
                  </a:lnTo>
                  <a:lnTo>
                    <a:pt x="168" y="92"/>
                  </a:lnTo>
                  <a:lnTo>
                    <a:pt x="166" y="95"/>
                  </a:lnTo>
                  <a:lnTo>
                    <a:pt x="158" y="106"/>
                  </a:lnTo>
                  <a:lnTo>
                    <a:pt x="158" y="109"/>
                  </a:lnTo>
                  <a:lnTo>
                    <a:pt x="154" y="111"/>
                  </a:lnTo>
                  <a:lnTo>
                    <a:pt x="154" y="114"/>
                  </a:lnTo>
                  <a:close/>
                  <a:moveTo>
                    <a:pt x="92" y="40"/>
                  </a:moveTo>
                  <a:lnTo>
                    <a:pt x="97" y="38"/>
                  </a:lnTo>
                  <a:lnTo>
                    <a:pt x="97" y="38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5" y="47"/>
                  </a:lnTo>
                  <a:lnTo>
                    <a:pt x="97" y="47"/>
                  </a:lnTo>
                  <a:lnTo>
                    <a:pt x="99" y="47"/>
                  </a:lnTo>
                  <a:lnTo>
                    <a:pt x="113" y="38"/>
                  </a:lnTo>
                  <a:lnTo>
                    <a:pt x="118" y="38"/>
                  </a:lnTo>
                  <a:lnTo>
                    <a:pt x="118" y="38"/>
                  </a:lnTo>
                  <a:lnTo>
                    <a:pt x="109" y="38"/>
                  </a:lnTo>
                  <a:lnTo>
                    <a:pt x="111" y="35"/>
                  </a:lnTo>
                  <a:lnTo>
                    <a:pt x="113" y="33"/>
                  </a:lnTo>
                  <a:lnTo>
                    <a:pt x="113" y="33"/>
                  </a:lnTo>
                  <a:lnTo>
                    <a:pt x="135" y="21"/>
                  </a:lnTo>
                  <a:lnTo>
                    <a:pt x="139" y="19"/>
                  </a:lnTo>
                  <a:lnTo>
                    <a:pt x="144" y="16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42" y="12"/>
                  </a:lnTo>
                  <a:lnTo>
                    <a:pt x="142" y="12"/>
                  </a:lnTo>
                  <a:lnTo>
                    <a:pt x="144" y="9"/>
                  </a:lnTo>
                  <a:lnTo>
                    <a:pt x="151" y="5"/>
                  </a:lnTo>
                  <a:lnTo>
                    <a:pt x="154" y="2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1" y="2"/>
                  </a:lnTo>
                  <a:lnTo>
                    <a:pt x="149" y="2"/>
                  </a:lnTo>
                  <a:lnTo>
                    <a:pt x="149" y="2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47" y="2"/>
                  </a:lnTo>
                  <a:lnTo>
                    <a:pt x="144" y="5"/>
                  </a:lnTo>
                  <a:lnTo>
                    <a:pt x="142" y="5"/>
                  </a:lnTo>
                  <a:lnTo>
                    <a:pt x="139" y="7"/>
                  </a:lnTo>
                  <a:lnTo>
                    <a:pt x="139" y="5"/>
                  </a:lnTo>
                  <a:lnTo>
                    <a:pt x="132" y="12"/>
                  </a:lnTo>
                  <a:lnTo>
                    <a:pt x="132" y="9"/>
                  </a:lnTo>
                  <a:lnTo>
                    <a:pt x="130" y="12"/>
                  </a:lnTo>
                  <a:lnTo>
                    <a:pt x="125" y="14"/>
                  </a:lnTo>
                  <a:lnTo>
                    <a:pt x="123" y="16"/>
                  </a:lnTo>
                  <a:lnTo>
                    <a:pt x="121" y="19"/>
                  </a:lnTo>
                  <a:lnTo>
                    <a:pt x="118" y="19"/>
                  </a:lnTo>
                  <a:lnTo>
                    <a:pt x="116" y="21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1" y="24"/>
                  </a:lnTo>
                  <a:lnTo>
                    <a:pt x="99" y="31"/>
                  </a:lnTo>
                  <a:lnTo>
                    <a:pt x="90" y="38"/>
                  </a:lnTo>
                  <a:lnTo>
                    <a:pt x="92" y="40"/>
                  </a:lnTo>
                  <a:lnTo>
                    <a:pt x="92" y="40"/>
                  </a:lnTo>
                  <a:close/>
                  <a:moveTo>
                    <a:pt x="407" y="348"/>
                  </a:moveTo>
                  <a:lnTo>
                    <a:pt x="407" y="348"/>
                  </a:lnTo>
                  <a:lnTo>
                    <a:pt x="404" y="348"/>
                  </a:lnTo>
                  <a:lnTo>
                    <a:pt x="404" y="348"/>
                  </a:lnTo>
                  <a:lnTo>
                    <a:pt x="402" y="350"/>
                  </a:lnTo>
                  <a:lnTo>
                    <a:pt x="402" y="353"/>
                  </a:lnTo>
                  <a:lnTo>
                    <a:pt x="402" y="353"/>
                  </a:lnTo>
                  <a:lnTo>
                    <a:pt x="404" y="355"/>
                  </a:lnTo>
                  <a:lnTo>
                    <a:pt x="407" y="353"/>
                  </a:lnTo>
                  <a:lnTo>
                    <a:pt x="407" y="350"/>
                  </a:lnTo>
                  <a:lnTo>
                    <a:pt x="409" y="348"/>
                  </a:lnTo>
                  <a:lnTo>
                    <a:pt x="407" y="348"/>
                  </a:lnTo>
                  <a:lnTo>
                    <a:pt x="407" y="348"/>
                  </a:lnTo>
                  <a:close/>
                  <a:moveTo>
                    <a:pt x="414" y="343"/>
                  </a:moveTo>
                  <a:lnTo>
                    <a:pt x="416" y="343"/>
                  </a:lnTo>
                  <a:lnTo>
                    <a:pt x="416" y="341"/>
                  </a:lnTo>
                  <a:lnTo>
                    <a:pt x="416" y="341"/>
                  </a:lnTo>
                  <a:lnTo>
                    <a:pt x="416" y="338"/>
                  </a:lnTo>
                  <a:lnTo>
                    <a:pt x="416" y="336"/>
                  </a:lnTo>
                  <a:lnTo>
                    <a:pt x="416" y="336"/>
                  </a:lnTo>
                  <a:lnTo>
                    <a:pt x="414" y="334"/>
                  </a:lnTo>
                  <a:lnTo>
                    <a:pt x="414" y="334"/>
                  </a:lnTo>
                  <a:lnTo>
                    <a:pt x="411" y="334"/>
                  </a:lnTo>
                  <a:lnTo>
                    <a:pt x="411" y="334"/>
                  </a:lnTo>
                  <a:lnTo>
                    <a:pt x="409" y="334"/>
                  </a:lnTo>
                  <a:lnTo>
                    <a:pt x="409" y="336"/>
                  </a:lnTo>
                  <a:lnTo>
                    <a:pt x="411" y="343"/>
                  </a:lnTo>
                  <a:lnTo>
                    <a:pt x="414" y="343"/>
                  </a:lnTo>
                  <a:close/>
                  <a:moveTo>
                    <a:pt x="546" y="215"/>
                  </a:moveTo>
                  <a:lnTo>
                    <a:pt x="544" y="213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2" y="218"/>
                  </a:lnTo>
                  <a:lnTo>
                    <a:pt x="544" y="218"/>
                  </a:lnTo>
                  <a:lnTo>
                    <a:pt x="544" y="218"/>
                  </a:lnTo>
                  <a:lnTo>
                    <a:pt x="542" y="218"/>
                  </a:lnTo>
                  <a:lnTo>
                    <a:pt x="544" y="218"/>
                  </a:lnTo>
                  <a:lnTo>
                    <a:pt x="546" y="220"/>
                  </a:lnTo>
                  <a:lnTo>
                    <a:pt x="551" y="218"/>
                  </a:lnTo>
                  <a:lnTo>
                    <a:pt x="549" y="218"/>
                  </a:lnTo>
                  <a:lnTo>
                    <a:pt x="549" y="218"/>
                  </a:lnTo>
                  <a:lnTo>
                    <a:pt x="546" y="215"/>
                  </a:lnTo>
                  <a:lnTo>
                    <a:pt x="546" y="218"/>
                  </a:lnTo>
                  <a:lnTo>
                    <a:pt x="546" y="215"/>
                  </a:lnTo>
                  <a:lnTo>
                    <a:pt x="546" y="215"/>
                  </a:lnTo>
                  <a:close/>
                  <a:moveTo>
                    <a:pt x="421" y="296"/>
                  </a:moveTo>
                  <a:lnTo>
                    <a:pt x="421" y="296"/>
                  </a:lnTo>
                  <a:lnTo>
                    <a:pt x="421" y="296"/>
                  </a:lnTo>
                  <a:lnTo>
                    <a:pt x="419" y="296"/>
                  </a:lnTo>
                  <a:lnTo>
                    <a:pt x="423" y="303"/>
                  </a:lnTo>
                  <a:lnTo>
                    <a:pt x="426" y="303"/>
                  </a:lnTo>
                  <a:lnTo>
                    <a:pt x="426" y="300"/>
                  </a:lnTo>
                  <a:lnTo>
                    <a:pt x="426" y="300"/>
                  </a:lnTo>
                  <a:lnTo>
                    <a:pt x="423" y="298"/>
                  </a:lnTo>
                  <a:lnTo>
                    <a:pt x="421" y="296"/>
                  </a:lnTo>
                  <a:close/>
                  <a:moveTo>
                    <a:pt x="778" y="551"/>
                  </a:moveTo>
                  <a:lnTo>
                    <a:pt x="778" y="549"/>
                  </a:lnTo>
                  <a:lnTo>
                    <a:pt x="778" y="544"/>
                  </a:lnTo>
                  <a:lnTo>
                    <a:pt x="778" y="544"/>
                  </a:lnTo>
                  <a:lnTo>
                    <a:pt x="776" y="542"/>
                  </a:lnTo>
                  <a:lnTo>
                    <a:pt x="773" y="537"/>
                  </a:lnTo>
                  <a:lnTo>
                    <a:pt x="771" y="535"/>
                  </a:lnTo>
                  <a:lnTo>
                    <a:pt x="771" y="535"/>
                  </a:lnTo>
                  <a:lnTo>
                    <a:pt x="764" y="514"/>
                  </a:lnTo>
                  <a:lnTo>
                    <a:pt x="757" y="495"/>
                  </a:lnTo>
                  <a:lnTo>
                    <a:pt x="754" y="485"/>
                  </a:lnTo>
                  <a:lnTo>
                    <a:pt x="743" y="452"/>
                  </a:lnTo>
                  <a:lnTo>
                    <a:pt x="738" y="445"/>
                  </a:lnTo>
                  <a:lnTo>
                    <a:pt x="738" y="445"/>
                  </a:lnTo>
                  <a:lnTo>
                    <a:pt x="738" y="443"/>
                  </a:lnTo>
                  <a:lnTo>
                    <a:pt x="736" y="440"/>
                  </a:lnTo>
                  <a:lnTo>
                    <a:pt x="731" y="433"/>
                  </a:lnTo>
                  <a:lnTo>
                    <a:pt x="726" y="431"/>
                  </a:lnTo>
                  <a:lnTo>
                    <a:pt x="724" y="428"/>
                  </a:lnTo>
                  <a:lnTo>
                    <a:pt x="712" y="426"/>
                  </a:lnTo>
                  <a:lnTo>
                    <a:pt x="710" y="426"/>
                  </a:lnTo>
                  <a:lnTo>
                    <a:pt x="707" y="426"/>
                  </a:lnTo>
                  <a:lnTo>
                    <a:pt x="702" y="428"/>
                  </a:lnTo>
                  <a:lnTo>
                    <a:pt x="702" y="428"/>
                  </a:lnTo>
                  <a:lnTo>
                    <a:pt x="700" y="433"/>
                  </a:lnTo>
                  <a:lnTo>
                    <a:pt x="698" y="433"/>
                  </a:lnTo>
                  <a:lnTo>
                    <a:pt x="695" y="435"/>
                  </a:lnTo>
                  <a:lnTo>
                    <a:pt x="693" y="435"/>
                  </a:lnTo>
                  <a:lnTo>
                    <a:pt x="693" y="438"/>
                  </a:lnTo>
                  <a:lnTo>
                    <a:pt x="691" y="438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4" y="440"/>
                  </a:lnTo>
                  <a:lnTo>
                    <a:pt x="681" y="440"/>
                  </a:lnTo>
                  <a:lnTo>
                    <a:pt x="679" y="445"/>
                  </a:lnTo>
                  <a:lnTo>
                    <a:pt x="679" y="447"/>
                  </a:lnTo>
                  <a:lnTo>
                    <a:pt x="679" y="447"/>
                  </a:lnTo>
                  <a:lnTo>
                    <a:pt x="669" y="450"/>
                  </a:lnTo>
                  <a:lnTo>
                    <a:pt x="672" y="450"/>
                  </a:lnTo>
                  <a:lnTo>
                    <a:pt x="674" y="450"/>
                  </a:lnTo>
                  <a:lnTo>
                    <a:pt x="676" y="450"/>
                  </a:lnTo>
                  <a:lnTo>
                    <a:pt x="676" y="452"/>
                  </a:lnTo>
                  <a:lnTo>
                    <a:pt x="674" y="454"/>
                  </a:lnTo>
                  <a:lnTo>
                    <a:pt x="674" y="457"/>
                  </a:lnTo>
                  <a:lnTo>
                    <a:pt x="672" y="459"/>
                  </a:lnTo>
                  <a:lnTo>
                    <a:pt x="672" y="461"/>
                  </a:lnTo>
                  <a:lnTo>
                    <a:pt x="669" y="469"/>
                  </a:lnTo>
                  <a:lnTo>
                    <a:pt x="667" y="476"/>
                  </a:lnTo>
                  <a:lnTo>
                    <a:pt x="667" y="478"/>
                  </a:lnTo>
                  <a:lnTo>
                    <a:pt x="665" y="478"/>
                  </a:lnTo>
                  <a:lnTo>
                    <a:pt x="665" y="476"/>
                  </a:lnTo>
                  <a:lnTo>
                    <a:pt x="665" y="476"/>
                  </a:lnTo>
                  <a:lnTo>
                    <a:pt x="662" y="473"/>
                  </a:lnTo>
                  <a:lnTo>
                    <a:pt x="662" y="476"/>
                  </a:lnTo>
                  <a:lnTo>
                    <a:pt x="657" y="485"/>
                  </a:lnTo>
                  <a:lnTo>
                    <a:pt x="655" y="487"/>
                  </a:lnTo>
                  <a:lnTo>
                    <a:pt x="650" y="492"/>
                  </a:lnTo>
                  <a:lnTo>
                    <a:pt x="648" y="490"/>
                  </a:lnTo>
                  <a:lnTo>
                    <a:pt x="643" y="490"/>
                  </a:lnTo>
                  <a:lnTo>
                    <a:pt x="639" y="487"/>
                  </a:lnTo>
                  <a:lnTo>
                    <a:pt x="636" y="487"/>
                  </a:lnTo>
                  <a:lnTo>
                    <a:pt x="631" y="485"/>
                  </a:lnTo>
                  <a:lnTo>
                    <a:pt x="629" y="485"/>
                  </a:lnTo>
                  <a:lnTo>
                    <a:pt x="627" y="483"/>
                  </a:lnTo>
                  <a:lnTo>
                    <a:pt x="624" y="480"/>
                  </a:lnTo>
                  <a:lnTo>
                    <a:pt x="624" y="478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24" y="469"/>
                  </a:lnTo>
                  <a:lnTo>
                    <a:pt x="624" y="466"/>
                  </a:lnTo>
                  <a:lnTo>
                    <a:pt x="624" y="466"/>
                  </a:lnTo>
                  <a:lnTo>
                    <a:pt x="624" y="464"/>
                  </a:lnTo>
                  <a:lnTo>
                    <a:pt x="624" y="464"/>
                  </a:lnTo>
                  <a:lnTo>
                    <a:pt x="624" y="461"/>
                  </a:lnTo>
                  <a:lnTo>
                    <a:pt x="624" y="452"/>
                  </a:lnTo>
                  <a:lnTo>
                    <a:pt x="627" y="447"/>
                  </a:lnTo>
                  <a:lnTo>
                    <a:pt x="631" y="445"/>
                  </a:lnTo>
                  <a:lnTo>
                    <a:pt x="631" y="445"/>
                  </a:lnTo>
                  <a:lnTo>
                    <a:pt x="634" y="445"/>
                  </a:lnTo>
                  <a:lnTo>
                    <a:pt x="636" y="445"/>
                  </a:lnTo>
                  <a:lnTo>
                    <a:pt x="636" y="445"/>
                  </a:lnTo>
                  <a:lnTo>
                    <a:pt x="639" y="445"/>
                  </a:lnTo>
                  <a:lnTo>
                    <a:pt x="639" y="443"/>
                  </a:lnTo>
                  <a:lnTo>
                    <a:pt x="639" y="443"/>
                  </a:lnTo>
                  <a:lnTo>
                    <a:pt x="641" y="445"/>
                  </a:lnTo>
                  <a:lnTo>
                    <a:pt x="643" y="443"/>
                  </a:lnTo>
                  <a:lnTo>
                    <a:pt x="643" y="443"/>
                  </a:lnTo>
                  <a:lnTo>
                    <a:pt x="643" y="440"/>
                  </a:lnTo>
                  <a:lnTo>
                    <a:pt x="643" y="438"/>
                  </a:lnTo>
                  <a:lnTo>
                    <a:pt x="646" y="438"/>
                  </a:lnTo>
                  <a:lnTo>
                    <a:pt x="650" y="435"/>
                  </a:lnTo>
                  <a:lnTo>
                    <a:pt x="650" y="435"/>
                  </a:lnTo>
                  <a:lnTo>
                    <a:pt x="650" y="433"/>
                  </a:lnTo>
                  <a:lnTo>
                    <a:pt x="650" y="433"/>
                  </a:lnTo>
                  <a:lnTo>
                    <a:pt x="650" y="431"/>
                  </a:lnTo>
                  <a:lnTo>
                    <a:pt x="650" y="431"/>
                  </a:lnTo>
                  <a:lnTo>
                    <a:pt x="653" y="431"/>
                  </a:lnTo>
                  <a:lnTo>
                    <a:pt x="653" y="428"/>
                  </a:lnTo>
                  <a:lnTo>
                    <a:pt x="650" y="419"/>
                  </a:lnTo>
                  <a:lnTo>
                    <a:pt x="650" y="414"/>
                  </a:lnTo>
                  <a:lnTo>
                    <a:pt x="653" y="409"/>
                  </a:lnTo>
                  <a:lnTo>
                    <a:pt x="655" y="407"/>
                  </a:lnTo>
                  <a:lnTo>
                    <a:pt x="657" y="407"/>
                  </a:lnTo>
                  <a:lnTo>
                    <a:pt x="660" y="407"/>
                  </a:lnTo>
                  <a:lnTo>
                    <a:pt x="660" y="407"/>
                  </a:lnTo>
                  <a:lnTo>
                    <a:pt x="660" y="409"/>
                  </a:lnTo>
                  <a:lnTo>
                    <a:pt x="660" y="409"/>
                  </a:lnTo>
                  <a:lnTo>
                    <a:pt x="660" y="409"/>
                  </a:lnTo>
                  <a:lnTo>
                    <a:pt x="662" y="402"/>
                  </a:lnTo>
                  <a:lnTo>
                    <a:pt x="665" y="402"/>
                  </a:lnTo>
                  <a:lnTo>
                    <a:pt x="665" y="400"/>
                  </a:lnTo>
                  <a:lnTo>
                    <a:pt x="667" y="400"/>
                  </a:lnTo>
                  <a:lnTo>
                    <a:pt x="667" y="400"/>
                  </a:lnTo>
                  <a:lnTo>
                    <a:pt x="669" y="398"/>
                  </a:lnTo>
                  <a:lnTo>
                    <a:pt x="669" y="398"/>
                  </a:lnTo>
                  <a:lnTo>
                    <a:pt x="669" y="395"/>
                  </a:lnTo>
                  <a:lnTo>
                    <a:pt x="669" y="390"/>
                  </a:lnTo>
                  <a:lnTo>
                    <a:pt x="667" y="364"/>
                  </a:lnTo>
                  <a:lnTo>
                    <a:pt x="667" y="362"/>
                  </a:lnTo>
                  <a:lnTo>
                    <a:pt x="667" y="357"/>
                  </a:lnTo>
                  <a:lnTo>
                    <a:pt x="667" y="355"/>
                  </a:lnTo>
                  <a:lnTo>
                    <a:pt x="667" y="353"/>
                  </a:lnTo>
                  <a:lnTo>
                    <a:pt x="665" y="348"/>
                  </a:lnTo>
                  <a:lnTo>
                    <a:pt x="665" y="341"/>
                  </a:lnTo>
                  <a:lnTo>
                    <a:pt x="662" y="338"/>
                  </a:lnTo>
                  <a:lnTo>
                    <a:pt x="662" y="336"/>
                  </a:lnTo>
                  <a:lnTo>
                    <a:pt x="660" y="336"/>
                  </a:lnTo>
                  <a:lnTo>
                    <a:pt x="660" y="334"/>
                  </a:lnTo>
                  <a:lnTo>
                    <a:pt x="660" y="334"/>
                  </a:lnTo>
                  <a:lnTo>
                    <a:pt x="660" y="334"/>
                  </a:lnTo>
                  <a:lnTo>
                    <a:pt x="657" y="331"/>
                  </a:lnTo>
                  <a:lnTo>
                    <a:pt x="657" y="331"/>
                  </a:lnTo>
                  <a:lnTo>
                    <a:pt x="655" y="331"/>
                  </a:lnTo>
                  <a:lnTo>
                    <a:pt x="653" y="329"/>
                  </a:lnTo>
                  <a:lnTo>
                    <a:pt x="650" y="329"/>
                  </a:lnTo>
                  <a:lnTo>
                    <a:pt x="650" y="327"/>
                  </a:lnTo>
                  <a:lnTo>
                    <a:pt x="648" y="327"/>
                  </a:lnTo>
                  <a:lnTo>
                    <a:pt x="648" y="324"/>
                  </a:lnTo>
                  <a:lnTo>
                    <a:pt x="648" y="324"/>
                  </a:lnTo>
                  <a:lnTo>
                    <a:pt x="648" y="322"/>
                  </a:lnTo>
                  <a:lnTo>
                    <a:pt x="648" y="322"/>
                  </a:lnTo>
                  <a:lnTo>
                    <a:pt x="646" y="322"/>
                  </a:lnTo>
                  <a:lnTo>
                    <a:pt x="646" y="322"/>
                  </a:lnTo>
                  <a:lnTo>
                    <a:pt x="646" y="319"/>
                  </a:lnTo>
                  <a:lnTo>
                    <a:pt x="646" y="319"/>
                  </a:lnTo>
                  <a:lnTo>
                    <a:pt x="646" y="319"/>
                  </a:lnTo>
                  <a:lnTo>
                    <a:pt x="648" y="319"/>
                  </a:lnTo>
                  <a:lnTo>
                    <a:pt x="646" y="315"/>
                  </a:lnTo>
                  <a:lnTo>
                    <a:pt x="648" y="312"/>
                  </a:lnTo>
                  <a:lnTo>
                    <a:pt x="648" y="312"/>
                  </a:lnTo>
                  <a:lnTo>
                    <a:pt x="653" y="310"/>
                  </a:lnTo>
                  <a:lnTo>
                    <a:pt x="653" y="310"/>
                  </a:lnTo>
                  <a:lnTo>
                    <a:pt x="655" y="312"/>
                  </a:lnTo>
                  <a:lnTo>
                    <a:pt x="657" y="315"/>
                  </a:lnTo>
                  <a:lnTo>
                    <a:pt x="657" y="315"/>
                  </a:lnTo>
                  <a:lnTo>
                    <a:pt x="660" y="315"/>
                  </a:lnTo>
                  <a:lnTo>
                    <a:pt x="662" y="315"/>
                  </a:lnTo>
                  <a:lnTo>
                    <a:pt x="662" y="312"/>
                  </a:lnTo>
                  <a:lnTo>
                    <a:pt x="657" y="310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8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5"/>
                  </a:lnTo>
                  <a:lnTo>
                    <a:pt x="657" y="303"/>
                  </a:lnTo>
                  <a:lnTo>
                    <a:pt x="655" y="300"/>
                  </a:lnTo>
                  <a:lnTo>
                    <a:pt x="655" y="300"/>
                  </a:lnTo>
                  <a:lnTo>
                    <a:pt x="655" y="300"/>
                  </a:lnTo>
                  <a:lnTo>
                    <a:pt x="653" y="300"/>
                  </a:lnTo>
                  <a:lnTo>
                    <a:pt x="653" y="298"/>
                  </a:lnTo>
                  <a:lnTo>
                    <a:pt x="650" y="298"/>
                  </a:lnTo>
                  <a:lnTo>
                    <a:pt x="648" y="296"/>
                  </a:lnTo>
                  <a:lnTo>
                    <a:pt x="646" y="291"/>
                  </a:lnTo>
                  <a:lnTo>
                    <a:pt x="646" y="291"/>
                  </a:lnTo>
                  <a:lnTo>
                    <a:pt x="646" y="289"/>
                  </a:lnTo>
                  <a:lnTo>
                    <a:pt x="646" y="289"/>
                  </a:lnTo>
                  <a:lnTo>
                    <a:pt x="648" y="286"/>
                  </a:lnTo>
                  <a:lnTo>
                    <a:pt x="643" y="284"/>
                  </a:lnTo>
                  <a:lnTo>
                    <a:pt x="639" y="282"/>
                  </a:lnTo>
                  <a:lnTo>
                    <a:pt x="634" y="279"/>
                  </a:lnTo>
                  <a:lnTo>
                    <a:pt x="631" y="279"/>
                  </a:lnTo>
                  <a:lnTo>
                    <a:pt x="627" y="279"/>
                  </a:lnTo>
                  <a:lnTo>
                    <a:pt x="627" y="279"/>
                  </a:lnTo>
                  <a:lnTo>
                    <a:pt x="622" y="279"/>
                  </a:lnTo>
                  <a:lnTo>
                    <a:pt x="622" y="279"/>
                  </a:lnTo>
                  <a:lnTo>
                    <a:pt x="620" y="277"/>
                  </a:lnTo>
                  <a:lnTo>
                    <a:pt x="617" y="274"/>
                  </a:lnTo>
                  <a:lnTo>
                    <a:pt x="615" y="274"/>
                  </a:lnTo>
                  <a:lnTo>
                    <a:pt x="615" y="274"/>
                  </a:lnTo>
                  <a:lnTo>
                    <a:pt x="610" y="274"/>
                  </a:lnTo>
                  <a:lnTo>
                    <a:pt x="610" y="274"/>
                  </a:lnTo>
                  <a:lnTo>
                    <a:pt x="608" y="274"/>
                  </a:lnTo>
                  <a:lnTo>
                    <a:pt x="603" y="274"/>
                  </a:lnTo>
                  <a:lnTo>
                    <a:pt x="601" y="272"/>
                  </a:lnTo>
                  <a:lnTo>
                    <a:pt x="598" y="270"/>
                  </a:lnTo>
                  <a:lnTo>
                    <a:pt x="594" y="267"/>
                  </a:lnTo>
                  <a:lnTo>
                    <a:pt x="579" y="270"/>
                  </a:lnTo>
                  <a:lnTo>
                    <a:pt x="577" y="270"/>
                  </a:lnTo>
                  <a:lnTo>
                    <a:pt x="577" y="267"/>
                  </a:lnTo>
                  <a:lnTo>
                    <a:pt x="575" y="265"/>
                  </a:lnTo>
                  <a:lnTo>
                    <a:pt x="575" y="263"/>
                  </a:lnTo>
                  <a:lnTo>
                    <a:pt x="575" y="260"/>
                  </a:lnTo>
                  <a:lnTo>
                    <a:pt x="572" y="260"/>
                  </a:lnTo>
                  <a:lnTo>
                    <a:pt x="570" y="256"/>
                  </a:lnTo>
                  <a:lnTo>
                    <a:pt x="565" y="256"/>
                  </a:lnTo>
                  <a:lnTo>
                    <a:pt x="561" y="253"/>
                  </a:lnTo>
                  <a:lnTo>
                    <a:pt x="558" y="253"/>
                  </a:lnTo>
                  <a:lnTo>
                    <a:pt x="553" y="253"/>
                  </a:lnTo>
                  <a:lnTo>
                    <a:pt x="544" y="253"/>
                  </a:lnTo>
                  <a:lnTo>
                    <a:pt x="542" y="253"/>
                  </a:lnTo>
                  <a:lnTo>
                    <a:pt x="532" y="248"/>
                  </a:lnTo>
                  <a:lnTo>
                    <a:pt x="520" y="244"/>
                  </a:lnTo>
                  <a:lnTo>
                    <a:pt x="518" y="241"/>
                  </a:lnTo>
                  <a:lnTo>
                    <a:pt x="516" y="241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3" y="246"/>
                  </a:lnTo>
                  <a:lnTo>
                    <a:pt x="511" y="246"/>
                  </a:lnTo>
                  <a:lnTo>
                    <a:pt x="511" y="248"/>
                  </a:lnTo>
                  <a:lnTo>
                    <a:pt x="499" y="248"/>
                  </a:lnTo>
                  <a:lnTo>
                    <a:pt x="494" y="248"/>
                  </a:lnTo>
                  <a:lnTo>
                    <a:pt x="494" y="248"/>
                  </a:lnTo>
                  <a:lnTo>
                    <a:pt x="497" y="248"/>
                  </a:lnTo>
                  <a:lnTo>
                    <a:pt x="499" y="253"/>
                  </a:lnTo>
                  <a:lnTo>
                    <a:pt x="499" y="253"/>
                  </a:lnTo>
                  <a:lnTo>
                    <a:pt x="499" y="253"/>
                  </a:lnTo>
                  <a:lnTo>
                    <a:pt x="497" y="260"/>
                  </a:lnTo>
                  <a:lnTo>
                    <a:pt x="492" y="265"/>
                  </a:lnTo>
                  <a:lnTo>
                    <a:pt x="490" y="267"/>
                  </a:lnTo>
                  <a:lnTo>
                    <a:pt x="487" y="270"/>
                  </a:lnTo>
                  <a:lnTo>
                    <a:pt x="487" y="274"/>
                  </a:lnTo>
                  <a:lnTo>
                    <a:pt x="490" y="279"/>
                  </a:lnTo>
                  <a:lnTo>
                    <a:pt x="492" y="284"/>
                  </a:lnTo>
                  <a:lnTo>
                    <a:pt x="492" y="286"/>
                  </a:lnTo>
                  <a:lnTo>
                    <a:pt x="497" y="289"/>
                  </a:lnTo>
                  <a:lnTo>
                    <a:pt x="497" y="289"/>
                  </a:lnTo>
                  <a:lnTo>
                    <a:pt x="506" y="289"/>
                  </a:lnTo>
                  <a:lnTo>
                    <a:pt x="508" y="289"/>
                  </a:lnTo>
                  <a:lnTo>
                    <a:pt x="506" y="293"/>
                  </a:lnTo>
                  <a:lnTo>
                    <a:pt x="501" y="296"/>
                  </a:lnTo>
                  <a:lnTo>
                    <a:pt x="497" y="296"/>
                  </a:lnTo>
                  <a:lnTo>
                    <a:pt x="490" y="296"/>
                  </a:lnTo>
                  <a:lnTo>
                    <a:pt x="485" y="298"/>
                  </a:lnTo>
                  <a:lnTo>
                    <a:pt x="471" y="308"/>
                  </a:lnTo>
                  <a:lnTo>
                    <a:pt x="468" y="310"/>
                  </a:lnTo>
                  <a:lnTo>
                    <a:pt x="468" y="315"/>
                  </a:lnTo>
                  <a:lnTo>
                    <a:pt x="468" y="319"/>
                  </a:lnTo>
                  <a:lnTo>
                    <a:pt x="471" y="334"/>
                  </a:lnTo>
                  <a:lnTo>
                    <a:pt x="471" y="345"/>
                  </a:lnTo>
                  <a:lnTo>
                    <a:pt x="471" y="355"/>
                  </a:lnTo>
                  <a:lnTo>
                    <a:pt x="466" y="364"/>
                  </a:lnTo>
                  <a:lnTo>
                    <a:pt x="461" y="374"/>
                  </a:lnTo>
                  <a:lnTo>
                    <a:pt x="461" y="376"/>
                  </a:lnTo>
                  <a:lnTo>
                    <a:pt x="461" y="376"/>
                  </a:lnTo>
                  <a:lnTo>
                    <a:pt x="459" y="376"/>
                  </a:lnTo>
                  <a:lnTo>
                    <a:pt x="459" y="374"/>
                  </a:lnTo>
                  <a:lnTo>
                    <a:pt x="459" y="374"/>
                  </a:lnTo>
                  <a:lnTo>
                    <a:pt x="459" y="372"/>
                  </a:lnTo>
                  <a:lnTo>
                    <a:pt x="459" y="369"/>
                  </a:lnTo>
                  <a:lnTo>
                    <a:pt x="459" y="367"/>
                  </a:lnTo>
                  <a:lnTo>
                    <a:pt x="459" y="367"/>
                  </a:lnTo>
                  <a:lnTo>
                    <a:pt x="461" y="364"/>
                  </a:lnTo>
                  <a:lnTo>
                    <a:pt x="464" y="362"/>
                  </a:lnTo>
                  <a:lnTo>
                    <a:pt x="464" y="360"/>
                  </a:lnTo>
                  <a:lnTo>
                    <a:pt x="464" y="357"/>
                  </a:lnTo>
                  <a:lnTo>
                    <a:pt x="464" y="353"/>
                  </a:lnTo>
                  <a:lnTo>
                    <a:pt x="464" y="353"/>
                  </a:lnTo>
                  <a:lnTo>
                    <a:pt x="464" y="350"/>
                  </a:lnTo>
                  <a:lnTo>
                    <a:pt x="464" y="350"/>
                  </a:lnTo>
                  <a:lnTo>
                    <a:pt x="464" y="348"/>
                  </a:lnTo>
                  <a:lnTo>
                    <a:pt x="461" y="348"/>
                  </a:lnTo>
                  <a:lnTo>
                    <a:pt x="461" y="348"/>
                  </a:lnTo>
                  <a:lnTo>
                    <a:pt x="459" y="348"/>
                  </a:lnTo>
                  <a:lnTo>
                    <a:pt x="459" y="348"/>
                  </a:lnTo>
                  <a:lnTo>
                    <a:pt x="459" y="350"/>
                  </a:lnTo>
                  <a:lnTo>
                    <a:pt x="459" y="355"/>
                  </a:lnTo>
                  <a:lnTo>
                    <a:pt x="459" y="355"/>
                  </a:lnTo>
                  <a:lnTo>
                    <a:pt x="459" y="357"/>
                  </a:lnTo>
                  <a:lnTo>
                    <a:pt x="456" y="360"/>
                  </a:lnTo>
                  <a:lnTo>
                    <a:pt x="456" y="360"/>
                  </a:lnTo>
                  <a:lnTo>
                    <a:pt x="459" y="360"/>
                  </a:lnTo>
                  <a:lnTo>
                    <a:pt x="459" y="360"/>
                  </a:lnTo>
                  <a:lnTo>
                    <a:pt x="456" y="362"/>
                  </a:lnTo>
                  <a:lnTo>
                    <a:pt x="456" y="364"/>
                  </a:lnTo>
                  <a:lnTo>
                    <a:pt x="456" y="367"/>
                  </a:lnTo>
                  <a:lnTo>
                    <a:pt x="456" y="369"/>
                  </a:lnTo>
                  <a:lnTo>
                    <a:pt x="456" y="372"/>
                  </a:lnTo>
                  <a:lnTo>
                    <a:pt x="456" y="374"/>
                  </a:lnTo>
                  <a:lnTo>
                    <a:pt x="454" y="374"/>
                  </a:lnTo>
                  <a:lnTo>
                    <a:pt x="454" y="374"/>
                  </a:lnTo>
                  <a:lnTo>
                    <a:pt x="452" y="372"/>
                  </a:lnTo>
                  <a:lnTo>
                    <a:pt x="449" y="369"/>
                  </a:lnTo>
                  <a:lnTo>
                    <a:pt x="449" y="367"/>
                  </a:lnTo>
                  <a:lnTo>
                    <a:pt x="449" y="362"/>
                  </a:lnTo>
                  <a:lnTo>
                    <a:pt x="452" y="355"/>
                  </a:lnTo>
                  <a:lnTo>
                    <a:pt x="452" y="353"/>
                  </a:lnTo>
                  <a:lnTo>
                    <a:pt x="452" y="350"/>
                  </a:lnTo>
                  <a:lnTo>
                    <a:pt x="452" y="350"/>
                  </a:lnTo>
                  <a:lnTo>
                    <a:pt x="452" y="350"/>
                  </a:lnTo>
                  <a:lnTo>
                    <a:pt x="449" y="350"/>
                  </a:lnTo>
                  <a:lnTo>
                    <a:pt x="449" y="348"/>
                  </a:lnTo>
                  <a:lnTo>
                    <a:pt x="449" y="345"/>
                  </a:lnTo>
                  <a:lnTo>
                    <a:pt x="452" y="343"/>
                  </a:lnTo>
                  <a:lnTo>
                    <a:pt x="454" y="341"/>
                  </a:lnTo>
                  <a:lnTo>
                    <a:pt x="454" y="341"/>
                  </a:lnTo>
                  <a:lnTo>
                    <a:pt x="452" y="338"/>
                  </a:lnTo>
                  <a:lnTo>
                    <a:pt x="449" y="334"/>
                  </a:lnTo>
                  <a:lnTo>
                    <a:pt x="449" y="331"/>
                  </a:lnTo>
                  <a:lnTo>
                    <a:pt x="452" y="329"/>
                  </a:lnTo>
                  <a:lnTo>
                    <a:pt x="452" y="329"/>
                  </a:lnTo>
                  <a:lnTo>
                    <a:pt x="454" y="329"/>
                  </a:lnTo>
                  <a:lnTo>
                    <a:pt x="454" y="327"/>
                  </a:lnTo>
                  <a:lnTo>
                    <a:pt x="454" y="324"/>
                  </a:lnTo>
                  <a:lnTo>
                    <a:pt x="454" y="322"/>
                  </a:lnTo>
                  <a:lnTo>
                    <a:pt x="452" y="322"/>
                  </a:lnTo>
                  <a:lnTo>
                    <a:pt x="449" y="324"/>
                  </a:lnTo>
                  <a:lnTo>
                    <a:pt x="449" y="324"/>
                  </a:lnTo>
                  <a:lnTo>
                    <a:pt x="447" y="324"/>
                  </a:lnTo>
                  <a:lnTo>
                    <a:pt x="447" y="327"/>
                  </a:lnTo>
                  <a:lnTo>
                    <a:pt x="447" y="327"/>
                  </a:lnTo>
                  <a:lnTo>
                    <a:pt x="442" y="336"/>
                  </a:lnTo>
                  <a:lnTo>
                    <a:pt x="442" y="338"/>
                  </a:lnTo>
                  <a:lnTo>
                    <a:pt x="438" y="341"/>
                  </a:lnTo>
                  <a:lnTo>
                    <a:pt x="438" y="343"/>
                  </a:lnTo>
                  <a:lnTo>
                    <a:pt x="438" y="345"/>
                  </a:lnTo>
                  <a:lnTo>
                    <a:pt x="433" y="355"/>
                  </a:lnTo>
                  <a:lnTo>
                    <a:pt x="433" y="357"/>
                  </a:lnTo>
                  <a:lnTo>
                    <a:pt x="430" y="357"/>
                  </a:lnTo>
                  <a:lnTo>
                    <a:pt x="430" y="357"/>
                  </a:lnTo>
                  <a:lnTo>
                    <a:pt x="426" y="355"/>
                  </a:lnTo>
                  <a:lnTo>
                    <a:pt x="426" y="355"/>
                  </a:lnTo>
                  <a:lnTo>
                    <a:pt x="423" y="355"/>
                  </a:lnTo>
                  <a:lnTo>
                    <a:pt x="423" y="355"/>
                  </a:lnTo>
                  <a:lnTo>
                    <a:pt x="423" y="355"/>
                  </a:lnTo>
                  <a:lnTo>
                    <a:pt x="421" y="355"/>
                  </a:lnTo>
                  <a:lnTo>
                    <a:pt x="421" y="355"/>
                  </a:lnTo>
                  <a:lnTo>
                    <a:pt x="421" y="355"/>
                  </a:lnTo>
                  <a:lnTo>
                    <a:pt x="421" y="357"/>
                  </a:lnTo>
                  <a:lnTo>
                    <a:pt x="419" y="362"/>
                  </a:lnTo>
                  <a:lnTo>
                    <a:pt x="419" y="364"/>
                  </a:lnTo>
                  <a:lnTo>
                    <a:pt x="416" y="364"/>
                  </a:lnTo>
                  <a:lnTo>
                    <a:pt x="416" y="362"/>
                  </a:lnTo>
                  <a:lnTo>
                    <a:pt x="416" y="362"/>
                  </a:lnTo>
                  <a:lnTo>
                    <a:pt x="414" y="362"/>
                  </a:lnTo>
                  <a:lnTo>
                    <a:pt x="411" y="362"/>
                  </a:lnTo>
                  <a:lnTo>
                    <a:pt x="411" y="364"/>
                  </a:lnTo>
                  <a:lnTo>
                    <a:pt x="411" y="364"/>
                  </a:lnTo>
                  <a:lnTo>
                    <a:pt x="411" y="369"/>
                  </a:lnTo>
                  <a:lnTo>
                    <a:pt x="411" y="381"/>
                  </a:lnTo>
                  <a:lnTo>
                    <a:pt x="411" y="381"/>
                  </a:lnTo>
                  <a:lnTo>
                    <a:pt x="411" y="383"/>
                  </a:lnTo>
                  <a:lnTo>
                    <a:pt x="411" y="386"/>
                  </a:lnTo>
                  <a:lnTo>
                    <a:pt x="409" y="386"/>
                  </a:lnTo>
                  <a:lnTo>
                    <a:pt x="409" y="386"/>
                  </a:lnTo>
                  <a:lnTo>
                    <a:pt x="407" y="386"/>
                  </a:lnTo>
                  <a:lnTo>
                    <a:pt x="407" y="386"/>
                  </a:lnTo>
                  <a:lnTo>
                    <a:pt x="404" y="386"/>
                  </a:lnTo>
                  <a:lnTo>
                    <a:pt x="404" y="386"/>
                  </a:lnTo>
                  <a:lnTo>
                    <a:pt x="402" y="386"/>
                  </a:lnTo>
                  <a:lnTo>
                    <a:pt x="400" y="388"/>
                  </a:lnTo>
                  <a:lnTo>
                    <a:pt x="397" y="390"/>
                  </a:lnTo>
                  <a:lnTo>
                    <a:pt x="397" y="393"/>
                  </a:lnTo>
                  <a:lnTo>
                    <a:pt x="397" y="398"/>
                  </a:lnTo>
                  <a:lnTo>
                    <a:pt x="400" y="400"/>
                  </a:lnTo>
                  <a:lnTo>
                    <a:pt x="402" y="402"/>
                  </a:lnTo>
                  <a:lnTo>
                    <a:pt x="402" y="405"/>
                  </a:lnTo>
                  <a:lnTo>
                    <a:pt x="400" y="414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400" y="421"/>
                  </a:lnTo>
                  <a:lnTo>
                    <a:pt x="400" y="421"/>
                  </a:lnTo>
                  <a:lnTo>
                    <a:pt x="402" y="426"/>
                  </a:lnTo>
                  <a:lnTo>
                    <a:pt x="402" y="431"/>
                  </a:lnTo>
                  <a:lnTo>
                    <a:pt x="400" y="435"/>
                  </a:lnTo>
                  <a:lnTo>
                    <a:pt x="397" y="445"/>
                  </a:lnTo>
                  <a:lnTo>
                    <a:pt x="393" y="454"/>
                  </a:lnTo>
                  <a:lnTo>
                    <a:pt x="393" y="459"/>
                  </a:lnTo>
                  <a:lnTo>
                    <a:pt x="385" y="466"/>
                  </a:lnTo>
                  <a:lnTo>
                    <a:pt x="383" y="469"/>
                  </a:lnTo>
                  <a:lnTo>
                    <a:pt x="383" y="473"/>
                  </a:lnTo>
                  <a:lnTo>
                    <a:pt x="385" y="476"/>
                  </a:lnTo>
                  <a:lnTo>
                    <a:pt x="388" y="478"/>
                  </a:lnTo>
                  <a:lnTo>
                    <a:pt x="388" y="480"/>
                  </a:lnTo>
                  <a:lnTo>
                    <a:pt x="390" y="483"/>
                  </a:lnTo>
                  <a:lnTo>
                    <a:pt x="390" y="483"/>
                  </a:lnTo>
                  <a:lnTo>
                    <a:pt x="390" y="487"/>
                  </a:lnTo>
                  <a:lnTo>
                    <a:pt x="390" y="487"/>
                  </a:lnTo>
                  <a:lnTo>
                    <a:pt x="393" y="490"/>
                  </a:lnTo>
                  <a:lnTo>
                    <a:pt x="395" y="499"/>
                  </a:lnTo>
                  <a:lnTo>
                    <a:pt x="395" y="504"/>
                  </a:lnTo>
                  <a:lnTo>
                    <a:pt x="393" y="509"/>
                  </a:lnTo>
                  <a:lnTo>
                    <a:pt x="388" y="516"/>
                  </a:lnTo>
                  <a:lnTo>
                    <a:pt x="388" y="521"/>
                  </a:lnTo>
                  <a:lnTo>
                    <a:pt x="388" y="525"/>
                  </a:lnTo>
                  <a:lnTo>
                    <a:pt x="388" y="528"/>
                  </a:lnTo>
                  <a:lnTo>
                    <a:pt x="390" y="530"/>
                  </a:lnTo>
                  <a:lnTo>
                    <a:pt x="393" y="535"/>
                  </a:lnTo>
                  <a:lnTo>
                    <a:pt x="409" y="568"/>
                  </a:lnTo>
                  <a:lnTo>
                    <a:pt x="411" y="568"/>
                  </a:lnTo>
                  <a:lnTo>
                    <a:pt x="414" y="568"/>
                  </a:lnTo>
                  <a:lnTo>
                    <a:pt x="419" y="563"/>
                  </a:lnTo>
                  <a:lnTo>
                    <a:pt x="419" y="566"/>
                  </a:lnTo>
                  <a:lnTo>
                    <a:pt x="419" y="568"/>
                  </a:lnTo>
                  <a:lnTo>
                    <a:pt x="416" y="570"/>
                  </a:lnTo>
                  <a:lnTo>
                    <a:pt x="414" y="570"/>
                  </a:lnTo>
                  <a:lnTo>
                    <a:pt x="414" y="570"/>
                  </a:lnTo>
                  <a:lnTo>
                    <a:pt x="414" y="573"/>
                  </a:lnTo>
                  <a:lnTo>
                    <a:pt x="421" y="585"/>
                  </a:lnTo>
                  <a:lnTo>
                    <a:pt x="421" y="589"/>
                  </a:lnTo>
                  <a:lnTo>
                    <a:pt x="423" y="592"/>
                  </a:lnTo>
                  <a:lnTo>
                    <a:pt x="426" y="594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6"/>
                  </a:lnTo>
                  <a:lnTo>
                    <a:pt x="426" y="599"/>
                  </a:lnTo>
                  <a:lnTo>
                    <a:pt x="428" y="601"/>
                  </a:lnTo>
                  <a:lnTo>
                    <a:pt x="430" y="632"/>
                  </a:lnTo>
                  <a:lnTo>
                    <a:pt x="430" y="660"/>
                  </a:lnTo>
                  <a:lnTo>
                    <a:pt x="428" y="670"/>
                  </a:lnTo>
                  <a:lnTo>
                    <a:pt x="423" y="689"/>
                  </a:lnTo>
                  <a:lnTo>
                    <a:pt x="414" y="705"/>
                  </a:lnTo>
                  <a:lnTo>
                    <a:pt x="407" y="729"/>
                  </a:lnTo>
                  <a:lnTo>
                    <a:pt x="402" y="738"/>
                  </a:lnTo>
                  <a:lnTo>
                    <a:pt x="397" y="745"/>
                  </a:lnTo>
                  <a:lnTo>
                    <a:pt x="393" y="748"/>
                  </a:lnTo>
                  <a:lnTo>
                    <a:pt x="390" y="750"/>
                  </a:lnTo>
                  <a:lnTo>
                    <a:pt x="390" y="753"/>
                  </a:lnTo>
                  <a:lnTo>
                    <a:pt x="388" y="755"/>
                  </a:lnTo>
                  <a:lnTo>
                    <a:pt x="390" y="755"/>
                  </a:lnTo>
                  <a:lnTo>
                    <a:pt x="397" y="753"/>
                  </a:lnTo>
                  <a:lnTo>
                    <a:pt x="404" y="753"/>
                  </a:lnTo>
                  <a:lnTo>
                    <a:pt x="411" y="750"/>
                  </a:lnTo>
                  <a:lnTo>
                    <a:pt x="419" y="750"/>
                  </a:lnTo>
                  <a:lnTo>
                    <a:pt x="426" y="750"/>
                  </a:lnTo>
                  <a:lnTo>
                    <a:pt x="440" y="748"/>
                  </a:lnTo>
                  <a:lnTo>
                    <a:pt x="447" y="748"/>
                  </a:lnTo>
                  <a:lnTo>
                    <a:pt x="456" y="745"/>
                  </a:lnTo>
                  <a:lnTo>
                    <a:pt x="464" y="745"/>
                  </a:lnTo>
                  <a:lnTo>
                    <a:pt x="471" y="743"/>
                  </a:lnTo>
                  <a:lnTo>
                    <a:pt x="485" y="743"/>
                  </a:lnTo>
                  <a:lnTo>
                    <a:pt x="492" y="741"/>
                  </a:lnTo>
                  <a:lnTo>
                    <a:pt x="499" y="741"/>
                  </a:lnTo>
                  <a:lnTo>
                    <a:pt x="506" y="738"/>
                  </a:lnTo>
                  <a:lnTo>
                    <a:pt x="513" y="738"/>
                  </a:lnTo>
                  <a:lnTo>
                    <a:pt x="520" y="738"/>
                  </a:lnTo>
                  <a:lnTo>
                    <a:pt x="527" y="736"/>
                  </a:lnTo>
                  <a:lnTo>
                    <a:pt x="534" y="736"/>
                  </a:lnTo>
                  <a:lnTo>
                    <a:pt x="544" y="734"/>
                  </a:lnTo>
                  <a:lnTo>
                    <a:pt x="551" y="734"/>
                  </a:lnTo>
                  <a:lnTo>
                    <a:pt x="558" y="734"/>
                  </a:lnTo>
                  <a:lnTo>
                    <a:pt x="565" y="731"/>
                  </a:lnTo>
                  <a:lnTo>
                    <a:pt x="572" y="731"/>
                  </a:lnTo>
                  <a:lnTo>
                    <a:pt x="579" y="729"/>
                  </a:lnTo>
                  <a:lnTo>
                    <a:pt x="579" y="736"/>
                  </a:lnTo>
                  <a:lnTo>
                    <a:pt x="589" y="736"/>
                  </a:lnTo>
                  <a:lnTo>
                    <a:pt x="596" y="734"/>
                  </a:lnTo>
                  <a:lnTo>
                    <a:pt x="603" y="734"/>
                  </a:lnTo>
                  <a:lnTo>
                    <a:pt x="613" y="731"/>
                  </a:lnTo>
                  <a:lnTo>
                    <a:pt x="620" y="729"/>
                  </a:lnTo>
                  <a:lnTo>
                    <a:pt x="627" y="729"/>
                  </a:lnTo>
                  <a:lnTo>
                    <a:pt x="634" y="727"/>
                  </a:lnTo>
                  <a:lnTo>
                    <a:pt x="643" y="727"/>
                  </a:lnTo>
                  <a:lnTo>
                    <a:pt x="650" y="724"/>
                  </a:lnTo>
                  <a:lnTo>
                    <a:pt x="657" y="722"/>
                  </a:lnTo>
                  <a:lnTo>
                    <a:pt x="667" y="722"/>
                  </a:lnTo>
                  <a:lnTo>
                    <a:pt x="674" y="719"/>
                  </a:lnTo>
                  <a:lnTo>
                    <a:pt x="681" y="719"/>
                  </a:lnTo>
                  <a:lnTo>
                    <a:pt x="688" y="717"/>
                  </a:lnTo>
                  <a:lnTo>
                    <a:pt x="698" y="715"/>
                  </a:lnTo>
                  <a:lnTo>
                    <a:pt x="705" y="715"/>
                  </a:lnTo>
                  <a:lnTo>
                    <a:pt x="705" y="712"/>
                  </a:lnTo>
                  <a:lnTo>
                    <a:pt x="705" y="712"/>
                  </a:lnTo>
                  <a:lnTo>
                    <a:pt x="705" y="710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7" y="708"/>
                  </a:lnTo>
                  <a:lnTo>
                    <a:pt x="707" y="705"/>
                  </a:lnTo>
                  <a:lnTo>
                    <a:pt x="707" y="703"/>
                  </a:lnTo>
                  <a:lnTo>
                    <a:pt x="712" y="696"/>
                  </a:lnTo>
                  <a:lnTo>
                    <a:pt x="712" y="693"/>
                  </a:lnTo>
                  <a:lnTo>
                    <a:pt x="714" y="693"/>
                  </a:lnTo>
                  <a:lnTo>
                    <a:pt x="714" y="691"/>
                  </a:lnTo>
                  <a:lnTo>
                    <a:pt x="717" y="689"/>
                  </a:lnTo>
                  <a:lnTo>
                    <a:pt x="717" y="686"/>
                  </a:lnTo>
                  <a:lnTo>
                    <a:pt x="721" y="686"/>
                  </a:lnTo>
                  <a:lnTo>
                    <a:pt x="721" y="686"/>
                  </a:lnTo>
                  <a:lnTo>
                    <a:pt x="721" y="684"/>
                  </a:lnTo>
                  <a:lnTo>
                    <a:pt x="719" y="682"/>
                  </a:lnTo>
                  <a:lnTo>
                    <a:pt x="719" y="682"/>
                  </a:lnTo>
                  <a:lnTo>
                    <a:pt x="721" y="682"/>
                  </a:lnTo>
                  <a:lnTo>
                    <a:pt x="724" y="679"/>
                  </a:lnTo>
                  <a:lnTo>
                    <a:pt x="724" y="674"/>
                  </a:lnTo>
                  <a:lnTo>
                    <a:pt x="724" y="674"/>
                  </a:lnTo>
                  <a:lnTo>
                    <a:pt x="726" y="674"/>
                  </a:lnTo>
                  <a:lnTo>
                    <a:pt x="726" y="677"/>
                  </a:lnTo>
                  <a:lnTo>
                    <a:pt x="726" y="674"/>
                  </a:lnTo>
                  <a:lnTo>
                    <a:pt x="726" y="674"/>
                  </a:lnTo>
                  <a:lnTo>
                    <a:pt x="726" y="672"/>
                  </a:lnTo>
                  <a:lnTo>
                    <a:pt x="724" y="672"/>
                  </a:lnTo>
                  <a:lnTo>
                    <a:pt x="724" y="672"/>
                  </a:lnTo>
                  <a:lnTo>
                    <a:pt x="724" y="670"/>
                  </a:lnTo>
                  <a:lnTo>
                    <a:pt x="724" y="670"/>
                  </a:lnTo>
                  <a:lnTo>
                    <a:pt x="724" y="667"/>
                  </a:lnTo>
                  <a:lnTo>
                    <a:pt x="724" y="667"/>
                  </a:lnTo>
                  <a:lnTo>
                    <a:pt x="724" y="665"/>
                  </a:lnTo>
                  <a:lnTo>
                    <a:pt x="724" y="665"/>
                  </a:lnTo>
                  <a:lnTo>
                    <a:pt x="724" y="663"/>
                  </a:lnTo>
                  <a:lnTo>
                    <a:pt x="726" y="648"/>
                  </a:lnTo>
                  <a:lnTo>
                    <a:pt x="726" y="646"/>
                  </a:lnTo>
                  <a:lnTo>
                    <a:pt x="731" y="639"/>
                  </a:lnTo>
                  <a:lnTo>
                    <a:pt x="731" y="637"/>
                  </a:lnTo>
                  <a:lnTo>
                    <a:pt x="733" y="634"/>
                  </a:lnTo>
                  <a:lnTo>
                    <a:pt x="738" y="632"/>
                  </a:lnTo>
                  <a:lnTo>
                    <a:pt x="740" y="632"/>
                  </a:lnTo>
                  <a:lnTo>
                    <a:pt x="743" y="629"/>
                  </a:lnTo>
                  <a:lnTo>
                    <a:pt x="743" y="629"/>
                  </a:lnTo>
                  <a:lnTo>
                    <a:pt x="745" y="627"/>
                  </a:lnTo>
                  <a:lnTo>
                    <a:pt x="745" y="625"/>
                  </a:lnTo>
                  <a:lnTo>
                    <a:pt x="747" y="622"/>
                  </a:lnTo>
                  <a:lnTo>
                    <a:pt x="747" y="622"/>
                  </a:lnTo>
                  <a:lnTo>
                    <a:pt x="747" y="620"/>
                  </a:lnTo>
                  <a:lnTo>
                    <a:pt x="747" y="618"/>
                  </a:lnTo>
                  <a:lnTo>
                    <a:pt x="747" y="618"/>
                  </a:lnTo>
                  <a:lnTo>
                    <a:pt x="745" y="615"/>
                  </a:lnTo>
                  <a:lnTo>
                    <a:pt x="745" y="613"/>
                  </a:lnTo>
                  <a:lnTo>
                    <a:pt x="745" y="611"/>
                  </a:lnTo>
                  <a:lnTo>
                    <a:pt x="745" y="608"/>
                  </a:lnTo>
                  <a:lnTo>
                    <a:pt x="745" y="606"/>
                  </a:lnTo>
                  <a:lnTo>
                    <a:pt x="747" y="606"/>
                  </a:lnTo>
                  <a:lnTo>
                    <a:pt x="750" y="603"/>
                  </a:lnTo>
                  <a:lnTo>
                    <a:pt x="752" y="603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2" y="599"/>
                  </a:lnTo>
                  <a:lnTo>
                    <a:pt x="750" y="599"/>
                  </a:lnTo>
                  <a:lnTo>
                    <a:pt x="750" y="596"/>
                  </a:lnTo>
                  <a:lnTo>
                    <a:pt x="747" y="594"/>
                  </a:lnTo>
                  <a:lnTo>
                    <a:pt x="750" y="592"/>
                  </a:lnTo>
                  <a:lnTo>
                    <a:pt x="752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57" y="587"/>
                  </a:lnTo>
                  <a:lnTo>
                    <a:pt x="759" y="587"/>
                  </a:lnTo>
                  <a:lnTo>
                    <a:pt x="764" y="589"/>
                  </a:lnTo>
                  <a:lnTo>
                    <a:pt x="764" y="587"/>
                  </a:lnTo>
                  <a:lnTo>
                    <a:pt x="764" y="589"/>
                  </a:lnTo>
                  <a:lnTo>
                    <a:pt x="764" y="592"/>
                  </a:lnTo>
                  <a:lnTo>
                    <a:pt x="764" y="594"/>
                  </a:lnTo>
                  <a:lnTo>
                    <a:pt x="764" y="594"/>
                  </a:lnTo>
                  <a:lnTo>
                    <a:pt x="766" y="594"/>
                  </a:lnTo>
                  <a:lnTo>
                    <a:pt x="766" y="596"/>
                  </a:lnTo>
                  <a:lnTo>
                    <a:pt x="766" y="599"/>
                  </a:lnTo>
                  <a:lnTo>
                    <a:pt x="769" y="599"/>
                  </a:lnTo>
                  <a:lnTo>
                    <a:pt x="769" y="599"/>
                  </a:lnTo>
                  <a:lnTo>
                    <a:pt x="766" y="601"/>
                  </a:lnTo>
                  <a:lnTo>
                    <a:pt x="766" y="603"/>
                  </a:lnTo>
                  <a:lnTo>
                    <a:pt x="766" y="603"/>
                  </a:lnTo>
                  <a:lnTo>
                    <a:pt x="769" y="601"/>
                  </a:lnTo>
                  <a:lnTo>
                    <a:pt x="771" y="601"/>
                  </a:lnTo>
                  <a:lnTo>
                    <a:pt x="773" y="599"/>
                  </a:lnTo>
                  <a:lnTo>
                    <a:pt x="776" y="594"/>
                  </a:lnTo>
                  <a:lnTo>
                    <a:pt x="776" y="589"/>
                  </a:lnTo>
                  <a:lnTo>
                    <a:pt x="778" y="582"/>
                  </a:lnTo>
                  <a:lnTo>
                    <a:pt x="778" y="575"/>
                  </a:lnTo>
                  <a:lnTo>
                    <a:pt x="778" y="573"/>
                  </a:lnTo>
                  <a:lnTo>
                    <a:pt x="778" y="573"/>
                  </a:lnTo>
                  <a:lnTo>
                    <a:pt x="778" y="570"/>
                  </a:lnTo>
                  <a:lnTo>
                    <a:pt x="776" y="570"/>
                  </a:lnTo>
                  <a:lnTo>
                    <a:pt x="776" y="568"/>
                  </a:lnTo>
                  <a:lnTo>
                    <a:pt x="776" y="563"/>
                  </a:lnTo>
                  <a:lnTo>
                    <a:pt x="776" y="561"/>
                  </a:lnTo>
                  <a:lnTo>
                    <a:pt x="776" y="556"/>
                  </a:lnTo>
                  <a:lnTo>
                    <a:pt x="778" y="551"/>
                  </a:lnTo>
                  <a:close/>
                  <a:moveTo>
                    <a:pt x="454" y="251"/>
                  </a:moveTo>
                  <a:lnTo>
                    <a:pt x="454" y="251"/>
                  </a:lnTo>
                  <a:lnTo>
                    <a:pt x="454" y="251"/>
                  </a:lnTo>
                  <a:lnTo>
                    <a:pt x="454" y="248"/>
                  </a:lnTo>
                  <a:lnTo>
                    <a:pt x="454" y="248"/>
                  </a:lnTo>
                  <a:lnTo>
                    <a:pt x="452" y="248"/>
                  </a:lnTo>
                  <a:lnTo>
                    <a:pt x="452" y="248"/>
                  </a:lnTo>
                  <a:lnTo>
                    <a:pt x="449" y="248"/>
                  </a:lnTo>
                  <a:lnTo>
                    <a:pt x="449" y="248"/>
                  </a:lnTo>
                  <a:lnTo>
                    <a:pt x="447" y="248"/>
                  </a:lnTo>
                  <a:lnTo>
                    <a:pt x="447" y="248"/>
                  </a:lnTo>
                  <a:lnTo>
                    <a:pt x="447" y="248"/>
                  </a:lnTo>
                  <a:lnTo>
                    <a:pt x="447" y="246"/>
                  </a:lnTo>
                  <a:lnTo>
                    <a:pt x="447" y="248"/>
                  </a:lnTo>
                  <a:lnTo>
                    <a:pt x="449" y="251"/>
                  </a:lnTo>
                  <a:lnTo>
                    <a:pt x="449" y="251"/>
                  </a:lnTo>
                  <a:lnTo>
                    <a:pt x="452" y="253"/>
                  </a:lnTo>
                  <a:lnTo>
                    <a:pt x="452" y="251"/>
                  </a:lnTo>
                  <a:lnTo>
                    <a:pt x="454" y="251"/>
                  </a:lnTo>
                  <a:close/>
                  <a:moveTo>
                    <a:pt x="534" y="237"/>
                  </a:moveTo>
                  <a:lnTo>
                    <a:pt x="532" y="237"/>
                  </a:lnTo>
                  <a:lnTo>
                    <a:pt x="532" y="239"/>
                  </a:lnTo>
                  <a:lnTo>
                    <a:pt x="532" y="239"/>
                  </a:lnTo>
                  <a:lnTo>
                    <a:pt x="537" y="244"/>
                  </a:lnTo>
                  <a:lnTo>
                    <a:pt x="542" y="246"/>
                  </a:lnTo>
                  <a:lnTo>
                    <a:pt x="542" y="246"/>
                  </a:lnTo>
                  <a:lnTo>
                    <a:pt x="544" y="246"/>
                  </a:lnTo>
                  <a:lnTo>
                    <a:pt x="546" y="246"/>
                  </a:lnTo>
                  <a:lnTo>
                    <a:pt x="546" y="246"/>
                  </a:lnTo>
                  <a:lnTo>
                    <a:pt x="549" y="246"/>
                  </a:lnTo>
                  <a:lnTo>
                    <a:pt x="549" y="244"/>
                  </a:lnTo>
                  <a:lnTo>
                    <a:pt x="551" y="241"/>
                  </a:lnTo>
                  <a:lnTo>
                    <a:pt x="551" y="239"/>
                  </a:lnTo>
                  <a:lnTo>
                    <a:pt x="549" y="239"/>
                  </a:lnTo>
                  <a:lnTo>
                    <a:pt x="546" y="239"/>
                  </a:lnTo>
                  <a:lnTo>
                    <a:pt x="546" y="237"/>
                  </a:lnTo>
                  <a:lnTo>
                    <a:pt x="546" y="234"/>
                  </a:lnTo>
                  <a:lnTo>
                    <a:pt x="544" y="237"/>
                  </a:lnTo>
                  <a:lnTo>
                    <a:pt x="544" y="237"/>
                  </a:lnTo>
                  <a:lnTo>
                    <a:pt x="544" y="239"/>
                  </a:lnTo>
                  <a:lnTo>
                    <a:pt x="544" y="239"/>
                  </a:lnTo>
                  <a:lnTo>
                    <a:pt x="542" y="237"/>
                  </a:lnTo>
                  <a:lnTo>
                    <a:pt x="534" y="237"/>
                  </a:lnTo>
                  <a:close/>
                  <a:moveTo>
                    <a:pt x="445" y="260"/>
                  </a:moveTo>
                  <a:lnTo>
                    <a:pt x="445" y="260"/>
                  </a:lnTo>
                  <a:lnTo>
                    <a:pt x="442" y="263"/>
                  </a:lnTo>
                  <a:lnTo>
                    <a:pt x="442" y="265"/>
                  </a:lnTo>
                  <a:lnTo>
                    <a:pt x="442" y="265"/>
                  </a:lnTo>
                  <a:lnTo>
                    <a:pt x="442" y="270"/>
                  </a:lnTo>
                  <a:lnTo>
                    <a:pt x="440" y="272"/>
                  </a:lnTo>
                  <a:lnTo>
                    <a:pt x="440" y="274"/>
                  </a:lnTo>
                  <a:lnTo>
                    <a:pt x="442" y="277"/>
                  </a:lnTo>
                  <a:lnTo>
                    <a:pt x="445" y="277"/>
                  </a:lnTo>
                  <a:lnTo>
                    <a:pt x="449" y="277"/>
                  </a:lnTo>
                  <a:lnTo>
                    <a:pt x="452" y="274"/>
                  </a:lnTo>
                  <a:lnTo>
                    <a:pt x="452" y="272"/>
                  </a:lnTo>
                  <a:lnTo>
                    <a:pt x="452" y="270"/>
                  </a:lnTo>
                  <a:lnTo>
                    <a:pt x="452" y="265"/>
                  </a:lnTo>
                  <a:lnTo>
                    <a:pt x="452" y="265"/>
                  </a:lnTo>
                  <a:lnTo>
                    <a:pt x="452" y="263"/>
                  </a:lnTo>
                  <a:lnTo>
                    <a:pt x="452" y="263"/>
                  </a:lnTo>
                  <a:lnTo>
                    <a:pt x="452" y="260"/>
                  </a:lnTo>
                  <a:lnTo>
                    <a:pt x="449" y="258"/>
                  </a:lnTo>
                  <a:lnTo>
                    <a:pt x="449" y="258"/>
                  </a:lnTo>
                  <a:lnTo>
                    <a:pt x="449" y="258"/>
                  </a:lnTo>
                  <a:lnTo>
                    <a:pt x="449" y="256"/>
                  </a:lnTo>
                  <a:lnTo>
                    <a:pt x="452" y="256"/>
                  </a:lnTo>
                  <a:lnTo>
                    <a:pt x="449" y="256"/>
                  </a:lnTo>
                  <a:lnTo>
                    <a:pt x="447" y="256"/>
                  </a:lnTo>
                  <a:lnTo>
                    <a:pt x="445" y="256"/>
                  </a:lnTo>
                  <a:lnTo>
                    <a:pt x="445" y="258"/>
                  </a:lnTo>
                  <a:lnTo>
                    <a:pt x="445" y="258"/>
                  </a:lnTo>
                  <a:lnTo>
                    <a:pt x="445" y="26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6" name="Freeform 34">
              <a:extLst>
                <a:ext uri="{FF2B5EF4-FFF2-40B4-BE49-F238E27FC236}">
                  <a16:creationId xmlns:a16="http://schemas.microsoft.com/office/drawing/2014/main" id="{BA4581AD-4C12-4F79-B968-B3EEBE27DD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5361" y="1663596"/>
              <a:ext cx="356857" cy="527733"/>
            </a:xfrm>
            <a:custGeom>
              <a:avLst/>
              <a:gdLst>
                <a:gd name="T0" fmla="*/ 243 w 378"/>
                <a:gd name="T1" fmla="*/ 391 h 559"/>
                <a:gd name="T2" fmla="*/ 246 w 378"/>
                <a:gd name="T3" fmla="*/ 372 h 559"/>
                <a:gd name="T4" fmla="*/ 269 w 378"/>
                <a:gd name="T5" fmla="*/ 341 h 559"/>
                <a:gd name="T6" fmla="*/ 277 w 378"/>
                <a:gd name="T7" fmla="*/ 362 h 559"/>
                <a:gd name="T8" fmla="*/ 376 w 378"/>
                <a:gd name="T9" fmla="*/ 258 h 559"/>
                <a:gd name="T10" fmla="*/ 364 w 378"/>
                <a:gd name="T11" fmla="*/ 253 h 559"/>
                <a:gd name="T12" fmla="*/ 359 w 378"/>
                <a:gd name="T13" fmla="*/ 253 h 559"/>
                <a:gd name="T14" fmla="*/ 357 w 378"/>
                <a:gd name="T15" fmla="*/ 234 h 559"/>
                <a:gd name="T16" fmla="*/ 338 w 378"/>
                <a:gd name="T17" fmla="*/ 223 h 559"/>
                <a:gd name="T18" fmla="*/ 310 w 378"/>
                <a:gd name="T19" fmla="*/ 192 h 559"/>
                <a:gd name="T20" fmla="*/ 279 w 378"/>
                <a:gd name="T21" fmla="*/ 180 h 559"/>
                <a:gd name="T22" fmla="*/ 267 w 378"/>
                <a:gd name="T23" fmla="*/ 152 h 559"/>
                <a:gd name="T24" fmla="*/ 210 w 378"/>
                <a:gd name="T25" fmla="*/ 12 h 559"/>
                <a:gd name="T26" fmla="*/ 168 w 378"/>
                <a:gd name="T27" fmla="*/ 12 h 559"/>
                <a:gd name="T28" fmla="*/ 111 w 378"/>
                <a:gd name="T29" fmla="*/ 28 h 559"/>
                <a:gd name="T30" fmla="*/ 50 w 378"/>
                <a:gd name="T31" fmla="*/ 123 h 559"/>
                <a:gd name="T32" fmla="*/ 47 w 378"/>
                <a:gd name="T33" fmla="*/ 189 h 559"/>
                <a:gd name="T34" fmla="*/ 52 w 378"/>
                <a:gd name="T35" fmla="*/ 211 h 559"/>
                <a:gd name="T36" fmla="*/ 40 w 378"/>
                <a:gd name="T37" fmla="*/ 246 h 559"/>
                <a:gd name="T38" fmla="*/ 21 w 378"/>
                <a:gd name="T39" fmla="*/ 284 h 559"/>
                <a:gd name="T40" fmla="*/ 5 w 378"/>
                <a:gd name="T41" fmla="*/ 301 h 559"/>
                <a:gd name="T42" fmla="*/ 28 w 378"/>
                <a:gd name="T43" fmla="*/ 393 h 559"/>
                <a:gd name="T44" fmla="*/ 66 w 378"/>
                <a:gd name="T45" fmla="*/ 504 h 559"/>
                <a:gd name="T46" fmla="*/ 76 w 378"/>
                <a:gd name="T47" fmla="*/ 533 h 559"/>
                <a:gd name="T48" fmla="*/ 102 w 378"/>
                <a:gd name="T49" fmla="*/ 554 h 559"/>
                <a:gd name="T50" fmla="*/ 113 w 378"/>
                <a:gd name="T51" fmla="*/ 521 h 559"/>
                <a:gd name="T52" fmla="*/ 123 w 378"/>
                <a:gd name="T53" fmla="*/ 504 h 559"/>
                <a:gd name="T54" fmla="*/ 135 w 378"/>
                <a:gd name="T55" fmla="*/ 483 h 559"/>
                <a:gd name="T56" fmla="*/ 137 w 378"/>
                <a:gd name="T57" fmla="*/ 454 h 559"/>
                <a:gd name="T58" fmla="*/ 146 w 378"/>
                <a:gd name="T59" fmla="*/ 462 h 559"/>
                <a:gd name="T60" fmla="*/ 154 w 378"/>
                <a:gd name="T61" fmla="*/ 452 h 559"/>
                <a:gd name="T62" fmla="*/ 158 w 378"/>
                <a:gd name="T63" fmla="*/ 447 h 559"/>
                <a:gd name="T64" fmla="*/ 163 w 378"/>
                <a:gd name="T65" fmla="*/ 450 h 559"/>
                <a:gd name="T66" fmla="*/ 156 w 378"/>
                <a:gd name="T67" fmla="*/ 419 h 559"/>
                <a:gd name="T68" fmla="*/ 165 w 378"/>
                <a:gd name="T69" fmla="*/ 447 h 559"/>
                <a:gd name="T70" fmla="*/ 163 w 378"/>
                <a:gd name="T71" fmla="*/ 438 h 559"/>
                <a:gd name="T72" fmla="*/ 172 w 378"/>
                <a:gd name="T73" fmla="*/ 431 h 559"/>
                <a:gd name="T74" fmla="*/ 177 w 378"/>
                <a:gd name="T75" fmla="*/ 433 h 559"/>
                <a:gd name="T76" fmla="*/ 180 w 378"/>
                <a:gd name="T77" fmla="*/ 428 h 559"/>
                <a:gd name="T78" fmla="*/ 187 w 378"/>
                <a:gd name="T79" fmla="*/ 438 h 559"/>
                <a:gd name="T80" fmla="*/ 194 w 378"/>
                <a:gd name="T81" fmla="*/ 412 h 559"/>
                <a:gd name="T82" fmla="*/ 208 w 378"/>
                <a:gd name="T83" fmla="*/ 419 h 559"/>
                <a:gd name="T84" fmla="*/ 220 w 378"/>
                <a:gd name="T85" fmla="*/ 395 h 559"/>
                <a:gd name="T86" fmla="*/ 215 w 378"/>
                <a:gd name="T87" fmla="*/ 357 h 559"/>
                <a:gd name="T88" fmla="*/ 227 w 378"/>
                <a:gd name="T89" fmla="*/ 334 h 559"/>
                <a:gd name="T90" fmla="*/ 234 w 378"/>
                <a:gd name="T91" fmla="*/ 348 h 559"/>
                <a:gd name="T92" fmla="*/ 232 w 378"/>
                <a:gd name="T93" fmla="*/ 360 h 559"/>
                <a:gd name="T94" fmla="*/ 260 w 378"/>
                <a:gd name="T95" fmla="*/ 357 h 559"/>
                <a:gd name="T96" fmla="*/ 260 w 378"/>
                <a:gd name="T97" fmla="*/ 348 h 559"/>
                <a:gd name="T98" fmla="*/ 265 w 378"/>
                <a:gd name="T99" fmla="*/ 343 h 559"/>
                <a:gd name="T100" fmla="*/ 274 w 378"/>
                <a:gd name="T101" fmla="*/ 327 h 559"/>
                <a:gd name="T102" fmla="*/ 284 w 378"/>
                <a:gd name="T103" fmla="*/ 327 h 559"/>
                <a:gd name="T104" fmla="*/ 298 w 378"/>
                <a:gd name="T105" fmla="*/ 341 h 559"/>
                <a:gd name="T106" fmla="*/ 303 w 378"/>
                <a:gd name="T107" fmla="*/ 327 h 559"/>
                <a:gd name="T108" fmla="*/ 307 w 378"/>
                <a:gd name="T109" fmla="*/ 329 h 559"/>
                <a:gd name="T110" fmla="*/ 310 w 378"/>
                <a:gd name="T111" fmla="*/ 315 h 559"/>
                <a:gd name="T112" fmla="*/ 317 w 378"/>
                <a:gd name="T113" fmla="*/ 310 h 559"/>
                <a:gd name="T114" fmla="*/ 329 w 378"/>
                <a:gd name="T115" fmla="*/ 308 h 559"/>
                <a:gd name="T116" fmla="*/ 333 w 378"/>
                <a:gd name="T117" fmla="*/ 294 h 559"/>
                <a:gd name="T118" fmla="*/ 345 w 378"/>
                <a:gd name="T119" fmla="*/ 294 h 559"/>
                <a:gd name="T120" fmla="*/ 350 w 378"/>
                <a:gd name="T121" fmla="*/ 279 h 559"/>
                <a:gd name="T122" fmla="*/ 362 w 378"/>
                <a:gd name="T123" fmla="*/ 28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8" h="559">
                  <a:moveTo>
                    <a:pt x="243" y="391"/>
                  </a:moveTo>
                  <a:lnTo>
                    <a:pt x="239" y="391"/>
                  </a:lnTo>
                  <a:lnTo>
                    <a:pt x="236" y="391"/>
                  </a:lnTo>
                  <a:lnTo>
                    <a:pt x="234" y="388"/>
                  </a:lnTo>
                  <a:lnTo>
                    <a:pt x="232" y="388"/>
                  </a:lnTo>
                  <a:lnTo>
                    <a:pt x="232" y="391"/>
                  </a:lnTo>
                  <a:lnTo>
                    <a:pt x="234" y="391"/>
                  </a:lnTo>
                  <a:lnTo>
                    <a:pt x="236" y="393"/>
                  </a:lnTo>
                  <a:lnTo>
                    <a:pt x="236" y="393"/>
                  </a:lnTo>
                  <a:lnTo>
                    <a:pt x="236" y="395"/>
                  </a:lnTo>
                  <a:lnTo>
                    <a:pt x="241" y="398"/>
                  </a:lnTo>
                  <a:lnTo>
                    <a:pt x="243" y="398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243" y="393"/>
                  </a:lnTo>
                  <a:lnTo>
                    <a:pt x="246" y="393"/>
                  </a:lnTo>
                  <a:lnTo>
                    <a:pt x="243" y="391"/>
                  </a:lnTo>
                  <a:lnTo>
                    <a:pt x="243" y="391"/>
                  </a:lnTo>
                  <a:close/>
                  <a:moveTo>
                    <a:pt x="253" y="374"/>
                  </a:moveTo>
                  <a:lnTo>
                    <a:pt x="251" y="374"/>
                  </a:lnTo>
                  <a:lnTo>
                    <a:pt x="251" y="374"/>
                  </a:lnTo>
                  <a:lnTo>
                    <a:pt x="251" y="372"/>
                  </a:lnTo>
                  <a:lnTo>
                    <a:pt x="253" y="372"/>
                  </a:lnTo>
                  <a:lnTo>
                    <a:pt x="255" y="369"/>
                  </a:lnTo>
                  <a:lnTo>
                    <a:pt x="253" y="369"/>
                  </a:lnTo>
                  <a:lnTo>
                    <a:pt x="253" y="367"/>
                  </a:lnTo>
                  <a:lnTo>
                    <a:pt x="253" y="367"/>
                  </a:lnTo>
                  <a:lnTo>
                    <a:pt x="251" y="365"/>
                  </a:lnTo>
                  <a:lnTo>
                    <a:pt x="248" y="365"/>
                  </a:lnTo>
                  <a:lnTo>
                    <a:pt x="246" y="365"/>
                  </a:lnTo>
                  <a:lnTo>
                    <a:pt x="246" y="367"/>
                  </a:lnTo>
                  <a:lnTo>
                    <a:pt x="246" y="367"/>
                  </a:lnTo>
                  <a:lnTo>
                    <a:pt x="246" y="369"/>
                  </a:lnTo>
                  <a:lnTo>
                    <a:pt x="246" y="372"/>
                  </a:lnTo>
                  <a:lnTo>
                    <a:pt x="248" y="372"/>
                  </a:lnTo>
                  <a:lnTo>
                    <a:pt x="246" y="372"/>
                  </a:lnTo>
                  <a:lnTo>
                    <a:pt x="246" y="372"/>
                  </a:lnTo>
                  <a:lnTo>
                    <a:pt x="243" y="372"/>
                  </a:lnTo>
                  <a:lnTo>
                    <a:pt x="246" y="374"/>
                  </a:lnTo>
                  <a:lnTo>
                    <a:pt x="246" y="376"/>
                  </a:lnTo>
                  <a:lnTo>
                    <a:pt x="246" y="376"/>
                  </a:lnTo>
                  <a:lnTo>
                    <a:pt x="246" y="379"/>
                  </a:lnTo>
                  <a:lnTo>
                    <a:pt x="246" y="379"/>
                  </a:lnTo>
                  <a:lnTo>
                    <a:pt x="251" y="379"/>
                  </a:lnTo>
                  <a:lnTo>
                    <a:pt x="253" y="379"/>
                  </a:lnTo>
                  <a:lnTo>
                    <a:pt x="255" y="376"/>
                  </a:lnTo>
                  <a:lnTo>
                    <a:pt x="255" y="374"/>
                  </a:lnTo>
                  <a:lnTo>
                    <a:pt x="253" y="374"/>
                  </a:lnTo>
                  <a:close/>
                  <a:moveTo>
                    <a:pt x="281" y="338"/>
                  </a:moveTo>
                  <a:lnTo>
                    <a:pt x="279" y="336"/>
                  </a:lnTo>
                  <a:lnTo>
                    <a:pt x="277" y="336"/>
                  </a:lnTo>
                  <a:lnTo>
                    <a:pt x="272" y="336"/>
                  </a:lnTo>
                  <a:lnTo>
                    <a:pt x="269" y="338"/>
                  </a:lnTo>
                  <a:lnTo>
                    <a:pt x="269" y="341"/>
                  </a:lnTo>
                  <a:lnTo>
                    <a:pt x="269" y="343"/>
                  </a:lnTo>
                  <a:lnTo>
                    <a:pt x="269" y="343"/>
                  </a:lnTo>
                  <a:lnTo>
                    <a:pt x="269" y="346"/>
                  </a:lnTo>
                  <a:lnTo>
                    <a:pt x="267" y="346"/>
                  </a:lnTo>
                  <a:lnTo>
                    <a:pt x="267" y="346"/>
                  </a:lnTo>
                  <a:lnTo>
                    <a:pt x="267" y="348"/>
                  </a:lnTo>
                  <a:lnTo>
                    <a:pt x="267" y="353"/>
                  </a:lnTo>
                  <a:lnTo>
                    <a:pt x="267" y="355"/>
                  </a:lnTo>
                  <a:lnTo>
                    <a:pt x="267" y="355"/>
                  </a:lnTo>
                  <a:lnTo>
                    <a:pt x="267" y="355"/>
                  </a:lnTo>
                  <a:lnTo>
                    <a:pt x="269" y="355"/>
                  </a:lnTo>
                  <a:lnTo>
                    <a:pt x="269" y="357"/>
                  </a:lnTo>
                  <a:lnTo>
                    <a:pt x="269" y="357"/>
                  </a:lnTo>
                  <a:lnTo>
                    <a:pt x="269" y="357"/>
                  </a:lnTo>
                  <a:lnTo>
                    <a:pt x="269" y="360"/>
                  </a:lnTo>
                  <a:lnTo>
                    <a:pt x="274" y="360"/>
                  </a:lnTo>
                  <a:lnTo>
                    <a:pt x="274" y="362"/>
                  </a:lnTo>
                  <a:lnTo>
                    <a:pt x="277" y="362"/>
                  </a:lnTo>
                  <a:lnTo>
                    <a:pt x="277" y="360"/>
                  </a:lnTo>
                  <a:lnTo>
                    <a:pt x="277" y="360"/>
                  </a:lnTo>
                  <a:lnTo>
                    <a:pt x="279" y="362"/>
                  </a:lnTo>
                  <a:lnTo>
                    <a:pt x="279" y="362"/>
                  </a:lnTo>
                  <a:lnTo>
                    <a:pt x="281" y="360"/>
                  </a:lnTo>
                  <a:lnTo>
                    <a:pt x="281" y="357"/>
                  </a:lnTo>
                  <a:lnTo>
                    <a:pt x="281" y="357"/>
                  </a:lnTo>
                  <a:lnTo>
                    <a:pt x="279" y="355"/>
                  </a:lnTo>
                  <a:lnTo>
                    <a:pt x="277" y="355"/>
                  </a:lnTo>
                  <a:lnTo>
                    <a:pt x="277" y="350"/>
                  </a:lnTo>
                  <a:lnTo>
                    <a:pt x="279" y="350"/>
                  </a:lnTo>
                  <a:lnTo>
                    <a:pt x="281" y="353"/>
                  </a:lnTo>
                  <a:lnTo>
                    <a:pt x="284" y="350"/>
                  </a:lnTo>
                  <a:lnTo>
                    <a:pt x="288" y="348"/>
                  </a:lnTo>
                  <a:lnTo>
                    <a:pt x="288" y="346"/>
                  </a:lnTo>
                  <a:lnTo>
                    <a:pt x="286" y="343"/>
                  </a:lnTo>
                  <a:lnTo>
                    <a:pt x="281" y="338"/>
                  </a:lnTo>
                  <a:close/>
                  <a:moveTo>
                    <a:pt x="376" y="258"/>
                  </a:moveTo>
                  <a:lnTo>
                    <a:pt x="376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74" y="253"/>
                  </a:lnTo>
                  <a:lnTo>
                    <a:pt x="369" y="251"/>
                  </a:lnTo>
                  <a:lnTo>
                    <a:pt x="369" y="251"/>
                  </a:lnTo>
                  <a:lnTo>
                    <a:pt x="366" y="251"/>
                  </a:lnTo>
                  <a:lnTo>
                    <a:pt x="371" y="256"/>
                  </a:lnTo>
                  <a:lnTo>
                    <a:pt x="371" y="258"/>
                  </a:lnTo>
                  <a:lnTo>
                    <a:pt x="369" y="258"/>
                  </a:lnTo>
                  <a:lnTo>
                    <a:pt x="369" y="256"/>
                  </a:lnTo>
                  <a:lnTo>
                    <a:pt x="366" y="253"/>
                  </a:lnTo>
                  <a:lnTo>
                    <a:pt x="364" y="251"/>
                  </a:lnTo>
                  <a:lnTo>
                    <a:pt x="364" y="253"/>
                  </a:lnTo>
                  <a:lnTo>
                    <a:pt x="364" y="253"/>
                  </a:lnTo>
                  <a:lnTo>
                    <a:pt x="364" y="253"/>
                  </a:lnTo>
                  <a:lnTo>
                    <a:pt x="364" y="256"/>
                  </a:lnTo>
                  <a:lnTo>
                    <a:pt x="364" y="256"/>
                  </a:lnTo>
                  <a:lnTo>
                    <a:pt x="364" y="256"/>
                  </a:lnTo>
                  <a:lnTo>
                    <a:pt x="364" y="258"/>
                  </a:lnTo>
                  <a:lnTo>
                    <a:pt x="362" y="256"/>
                  </a:lnTo>
                  <a:lnTo>
                    <a:pt x="362" y="256"/>
                  </a:lnTo>
                  <a:lnTo>
                    <a:pt x="362" y="258"/>
                  </a:lnTo>
                  <a:lnTo>
                    <a:pt x="362" y="260"/>
                  </a:lnTo>
                  <a:lnTo>
                    <a:pt x="362" y="263"/>
                  </a:lnTo>
                  <a:lnTo>
                    <a:pt x="359" y="256"/>
                  </a:lnTo>
                  <a:lnTo>
                    <a:pt x="357" y="256"/>
                  </a:lnTo>
                  <a:lnTo>
                    <a:pt x="355" y="253"/>
                  </a:lnTo>
                  <a:lnTo>
                    <a:pt x="355" y="253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9" y="253"/>
                  </a:lnTo>
                  <a:lnTo>
                    <a:pt x="359" y="253"/>
                  </a:lnTo>
                  <a:lnTo>
                    <a:pt x="362" y="251"/>
                  </a:lnTo>
                  <a:lnTo>
                    <a:pt x="362" y="251"/>
                  </a:lnTo>
                  <a:lnTo>
                    <a:pt x="362" y="249"/>
                  </a:lnTo>
                  <a:lnTo>
                    <a:pt x="359" y="249"/>
                  </a:lnTo>
                  <a:lnTo>
                    <a:pt x="359" y="246"/>
                  </a:lnTo>
                  <a:lnTo>
                    <a:pt x="362" y="246"/>
                  </a:lnTo>
                  <a:lnTo>
                    <a:pt x="362" y="246"/>
                  </a:lnTo>
                  <a:lnTo>
                    <a:pt x="364" y="249"/>
                  </a:lnTo>
                  <a:lnTo>
                    <a:pt x="366" y="246"/>
                  </a:lnTo>
                  <a:lnTo>
                    <a:pt x="366" y="244"/>
                  </a:lnTo>
                  <a:lnTo>
                    <a:pt x="366" y="241"/>
                  </a:lnTo>
                  <a:lnTo>
                    <a:pt x="366" y="241"/>
                  </a:lnTo>
                  <a:lnTo>
                    <a:pt x="364" y="239"/>
                  </a:lnTo>
                  <a:lnTo>
                    <a:pt x="362" y="237"/>
                  </a:lnTo>
                  <a:lnTo>
                    <a:pt x="362" y="237"/>
                  </a:lnTo>
                  <a:lnTo>
                    <a:pt x="359" y="237"/>
                  </a:lnTo>
                  <a:lnTo>
                    <a:pt x="357" y="234"/>
                  </a:lnTo>
                  <a:lnTo>
                    <a:pt x="357" y="234"/>
                  </a:lnTo>
                  <a:lnTo>
                    <a:pt x="357" y="232"/>
                  </a:lnTo>
                  <a:lnTo>
                    <a:pt x="355" y="230"/>
                  </a:lnTo>
                  <a:lnTo>
                    <a:pt x="355" y="227"/>
                  </a:lnTo>
                  <a:lnTo>
                    <a:pt x="352" y="227"/>
                  </a:lnTo>
                  <a:lnTo>
                    <a:pt x="352" y="227"/>
                  </a:lnTo>
                  <a:lnTo>
                    <a:pt x="352" y="227"/>
                  </a:lnTo>
                  <a:lnTo>
                    <a:pt x="350" y="227"/>
                  </a:lnTo>
                  <a:lnTo>
                    <a:pt x="350" y="225"/>
                  </a:lnTo>
                  <a:lnTo>
                    <a:pt x="350" y="225"/>
                  </a:lnTo>
                  <a:lnTo>
                    <a:pt x="348" y="225"/>
                  </a:lnTo>
                  <a:lnTo>
                    <a:pt x="348" y="223"/>
                  </a:lnTo>
                  <a:lnTo>
                    <a:pt x="348" y="223"/>
                  </a:lnTo>
                  <a:lnTo>
                    <a:pt x="345" y="225"/>
                  </a:lnTo>
                  <a:lnTo>
                    <a:pt x="345" y="225"/>
                  </a:lnTo>
                  <a:lnTo>
                    <a:pt x="345" y="223"/>
                  </a:lnTo>
                  <a:lnTo>
                    <a:pt x="343" y="223"/>
                  </a:lnTo>
                  <a:lnTo>
                    <a:pt x="340" y="223"/>
                  </a:lnTo>
                  <a:lnTo>
                    <a:pt x="338" y="223"/>
                  </a:lnTo>
                  <a:lnTo>
                    <a:pt x="338" y="223"/>
                  </a:lnTo>
                  <a:lnTo>
                    <a:pt x="338" y="223"/>
                  </a:lnTo>
                  <a:lnTo>
                    <a:pt x="338" y="225"/>
                  </a:lnTo>
                  <a:lnTo>
                    <a:pt x="338" y="225"/>
                  </a:lnTo>
                  <a:lnTo>
                    <a:pt x="338" y="227"/>
                  </a:lnTo>
                  <a:lnTo>
                    <a:pt x="336" y="230"/>
                  </a:lnTo>
                  <a:lnTo>
                    <a:pt x="331" y="230"/>
                  </a:lnTo>
                  <a:lnTo>
                    <a:pt x="329" y="227"/>
                  </a:lnTo>
                  <a:lnTo>
                    <a:pt x="324" y="223"/>
                  </a:lnTo>
                  <a:lnTo>
                    <a:pt x="319" y="220"/>
                  </a:lnTo>
                  <a:lnTo>
                    <a:pt x="317" y="218"/>
                  </a:lnTo>
                  <a:lnTo>
                    <a:pt x="317" y="215"/>
                  </a:lnTo>
                  <a:lnTo>
                    <a:pt x="317" y="213"/>
                  </a:lnTo>
                  <a:lnTo>
                    <a:pt x="319" y="211"/>
                  </a:lnTo>
                  <a:lnTo>
                    <a:pt x="317" y="206"/>
                  </a:lnTo>
                  <a:lnTo>
                    <a:pt x="310" y="199"/>
                  </a:lnTo>
                  <a:lnTo>
                    <a:pt x="307" y="194"/>
                  </a:lnTo>
                  <a:lnTo>
                    <a:pt x="310" y="192"/>
                  </a:lnTo>
                  <a:lnTo>
                    <a:pt x="312" y="189"/>
                  </a:lnTo>
                  <a:lnTo>
                    <a:pt x="312" y="189"/>
                  </a:lnTo>
                  <a:lnTo>
                    <a:pt x="312" y="185"/>
                  </a:lnTo>
                  <a:lnTo>
                    <a:pt x="310" y="182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3" y="182"/>
                  </a:lnTo>
                  <a:lnTo>
                    <a:pt x="300" y="182"/>
                  </a:lnTo>
                  <a:lnTo>
                    <a:pt x="293" y="182"/>
                  </a:lnTo>
                  <a:lnTo>
                    <a:pt x="288" y="182"/>
                  </a:lnTo>
                  <a:lnTo>
                    <a:pt x="286" y="182"/>
                  </a:lnTo>
                  <a:lnTo>
                    <a:pt x="284" y="180"/>
                  </a:lnTo>
                  <a:lnTo>
                    <a:pt x="284" y="180"/>
                  </a:lnTo>
                  <a:lnTo>
                    <a:pt x="281" y="178"/>
                  </a:lnTo>
                  <a:lnTo>
                    <a:pt x="281" y="178"/>
                  </a:lnTo>
                  <a:lnTo>
                    <a:pt x="281" y="178"/>
                  </a:lnTo>
                  <a:lnTo>
                    <a:pt x="281" y="180"/>
                  </a:lnTo>
                  <a:lnTo>
                    <a:pt x="279" y="180"/>
                  </a:lnTo>
                  <a:lnTo>
                    <a:pt x="279" y="180"/>
                  </a:lnTo>
                  <a:lnTo>
                    <a:pt x="277" y="180"/>
                  </a:lnTo>
                  <a:lnTo>
                    <a:pt x="274" y="180"/>
                  </a:lnTo>
                  <a:lnTo>
                    <a:pt x="274" y="178"/>
                  </a:lnTo>
                  <a:lnTo>
                    <a:pt x="272" y="173"/>
                  </a:lnTo>
                  <a:lnTo>
                    <a:pt x="272" y="170"/>
                  </a:lnTo>
                  <a:lnTo>
                    <a:pt x="272" y="168"/>
                  </a:lnTo>
                  <a:lnTo>
                    <a:pt x="272" y="166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69" y="161"/>
                  </a:lnTo>
                  <a:lnTo>
                    <a:pt x="269" y="159"/>
                  </a:lnTo>
                  <a:lnTo>
                    <a:pt x="269" y="156"/>
                  </a:lnTo>
                  <a:lnTo>
                    <a:pt x="269" y="154"/>
                  </a:lnTo>
                  <a:lnTo>
                    <a:pt x="269" y="154"/>
                  </a:lnTo>
                  <a:lnTo>
                    <a:pt x="269" y="152"/>
                  </a:lnTo>
                  <a:lnTo>
                    <a:pt x="269" y="152"/>
                  </a:lnTo>
                  <a:lnTo>
                    <a:pt x="267" y="152"/>
                  </a:lnTo>
                  <a:lnTo>
                    <a:pt x="267" y="149"/>
                  </a:lnTo>
                  <a:lnTo>
                    <a:pt x="267" y="149"/>
                  </a:lnTo>
                  <a:lnTo>
                    <a:pt x="262" y="133"/>
                  </a:lnTo>
                  <a:lnTo>
                    <a:pt x="258" y="118"/>
                  </a:lnTo>
                  <a:lnTo>
                    <a:pt x="253" y="102"/>
                  </a:lnTo>
                  <a:lnTo>
                    <a:pt x="248" y="88"/>
                  </a:lnTo>
                  <a:lnTo>
                    <a:pt x="243" y="71"/>
                  </a:lnTo>
                  <a:lnTo>
                    <a:pt x="239" y="57"/>
                  </a:lnTo>
                  <a:lnTo>
                    <a:pt x="234" y="40"/>
                  </a:lnTo>
                  <a:lnTo>
                    <a:pt x="229" y="26"/>
                  </a:lnTo>
                  <a:lnTo>
                    <a:pt x="227" y="21"/>
                  </a:lnTo>
                  <a:lnTo>
                    <a:pt x="227" y="21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17" y="17"/>
                  </a:lnTo>
                  <a:lnTo>
                    <a:pt x="213" y="14"/>
                  </a:lnTo>
                  <a:lnTo>
                    <a:pt x="210" y="14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06" y="9"/>
                  </a:lnTo>
                  <a:lnTo>
                    <a:pt x="201" y="7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7" y="2"/>
                  </a:lnTo>
                  <a:lnTo>
                    <a:pt x="184" y="0"/>
                  </a:lnTo>
                  <a:lnTo>
                    <a:pt x="180" y="0"/>
                  </a:lnTo>
                  <a:lnTo>
                    <a:pt x="175" y="0"/>
                  </a:lnTo>
                  <a:lnTo>
                    <a:pt x="170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1" y="12"/>
                  </a:lnTo>
                  <a:lnTo>
                    <a:pt x="158" y="12"/>
                  </a:lnTo>
                  <a:lnTo>
                    <a:pt x="156" y="14"/>
                  </a:lnTo>
                  <a:lnTo>
                    <a:pt x="154" y="17"/>
                  </a:lnTo>
                  <a:lnTo>
                    <a:pt x="151" y="19"/>
                  </a:lnTo>
                  <a:lnTo>
                    <a:pt x="151" y="21"/>
                  </a:lnTo>
                  <a:lnTo>
                    <a:pt x="149" y="24"/>
                  </a:lnTo>
                  <a:lnTo>
                    <a:pt x="146" y="24"/>
                  </a:lnTo>
                  <a:lnTo>
                    <a:pt x="144" y="24"/>
                  </a:lnTo>
                  <a:lnTo>
                    <a:pt x="139" y="2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6" y="33"/>
                  </a:lnTo>
                  <a:lnTo>
                    <a:pt x="113" y="31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11" y="24"/>
                  </a:lnTo>
                  <a:lnTo>
                    <a:pt x="109" y="17"/>
                  </a:lnTo>
                  <a:lnTo>
                    <a:pt x="109" y="14"/>
                  </a:lnTo>
                  <a:lnTo>
                    <a:pt x="106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2" y="14"/>
                  </a:lnTo>
                  <a:lnTo>
                    <a:pt x="90" y="17"/>
                  </a:lnTo>
                  <a:lnTo>
                    <a:pt x="85" y="28"/>
                  </a:lnTo>
                  <a:lnTo>
                    <a:pt x="80" y="40"/>
                  </a:lnTo>
                  <a:lnTo>
                    <a:pt x="76" y="54"/>
                  </a:lnTo>
                  <a:lnTo>
                    <a:pt x="71" y="66"/>
                  </a:lnTo>
                  <a:lnTo>
                    <a:pt x="66" y="78"/>
                  </a:lnTo>
                  <a:lnTo>
                    <a:pt x="61" y="90"/>
                  </a:lnTo>
                  <a:lnTo>
                    <a:pt x="57" y="104"/>
                  </a:lnTo>
                  <a:lnTo>
                    <a:pt x="52" y="116"/>
                  </a:lnTo>
                  <a:lnTo>
                    <a:pt x="50" y="118"/>
                  </a:lnTo>
                  <a:lnTo>
                    <a:pt x="50" y="123"/>
                  </a:lnTo>
                  <a:lnTo>
                    <a:pt x="52" y="130"/>
                  </a:lnTo>
                  <a:lnTo>
                    <a:pt x="52" y="142"/>
                  </a:lnTo>
                  <a:lnTo>
                    <a:pt x="54" y="149"/>
                  </a:lnTo>
                  <a:lnTo>
                    <a:pt x="54" y="154"/>
                  </a:lnTo>
                  <a:lnTo>
                    <a:pt x="50" y="161"/>
                  </a:lnTo>
                  <a:lnTo>
                    <a:pt x="47" y="161"/>
                  </a:lnTo>
                  <a:lnTo>
                    <a:pt x="45" y="163"/>
                  </a:lnTo>
                  <a:lnTo>
                    <a:pt x="45" y="166"/>
                  </a:lnTo>
                  <a:lnTo>
                    <a:pt x="47" y="168"/>
                  </a:lnTo>
                  <a:lnTo>
                    <a:pt x="47" y="168"/>
                  </a:lnTo>
                  <a:lnTo>
                    <a:pt x="45" y="170"/>
                  </a:lnTo>
                  <a:lnTo>
                    <a:pt x="45" y="173"/>
                  </a:lnTo>
                  <a:lnTo>
                    <a:pt x="42" y="178"/>
                  </a:lnTo>
                  <a:lnTo>
                    <a:pt x="42" y="182"/>
                  </a:lnTo>
                  <a:lnTo>
                    <a:pt x="42" y="185"/>
                  </a:lnTo>
                  <a:lnTo>
                    <a:pt x="45" y="185"/>
                  </a:lnTo>
                  <a:lnTo>
                    <a:pt x="47" y="187"/>
                  </a:lnTo>
                  <a:lnTo>
                    <a:pt x="47" y="189"/>
                  </a:lnTo>
                  <a:lnTo>
                    <a:pt x="47" y="192"/>
                  </a:lnTo>
                  <a:lnTo>
                    <a:pt x="47" y="194"/>
                  </a:lnTo>
                  <a:lnTo>
                    <a:pt x="45" y="196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45" y="201"/>
                  </a:lnTo>
                  <a:lnTo>
                    <a:pt x="45" y="204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11"/>
                  </a:lnTo>
                  <a:lnTo>
                    <a:pt x="50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4" y="215"/>
                  </a:lnTo>
                  <a:lnTo>
                    <a:pt x="52" y="220"/>
                  </a:lnTo>
                  <a:lnTo>
                    <a:pt x="50" y="223"/>
                  </a:lnTo>
                  <a:lnTo>
                    <a:pt x="45" y="230"/>
                  </a:lnTo>
                  <a:lnTo>
                    <a:pt x="45" y="232"/>
                  </a:lnTo>
                  <a:lnTo>
                    <a:pt x="45" y="232"/>
                  </a:lnTo>
                  <a:lnTo>
                    <a:pt x="45" y="234"/>
                  </a:lnTo>
                  <a:lnTo>
                    <a:pt x="45" y="234"/>
                  </a:lnTo>
                  <a:lnTo>
                    <a:pt x="45" y="234"/>
                  </a:lnTo>
                  <a:lnTo>
                    <a:pt x="45" y="237"/>
                  </a:lnTo>
                  <a:lnTo>
                    <a:pt x="47" y="239"/>
                  </a:lnTo>
                  <a:lnTo>
                    <a:pt x="47" y="241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4"/>
                  </a:lnTo>
                  <a:lnTo>
                    <a:pt x="42" y="246"/>
                  </a:lnTo>
                  <a:lnTo>
                    <a:pt x="40" y="246"/>
                  </a:lnTo>
                  <a:lnTo>
                    <a:pt x="38" y="249"/>
                  </a:lnTo>
                  <a:lnTo>
                    <a:pt x="35" y="253"/>
                  </a:lnTo>
                  <a:lnTo>
                    <a:pt x="33" y="253"/>
                  </a:lnTo>
                  <a:lnTo>
                    <a:pt x="28" y="265"/>
                  </a:lnTo>
                  <a:lnTo>
                    <a:pt x="26" y="275"/>
                  </a:lnTo>
                  <a:lnTo>
                    <a:pt x="26" y="277"/>
                  </a:lnTo>
                  <a:lnTo>
                    <a:pt x="28" y="279"/>
                  </a:lnTo>
                  <a:lnTo>
                    <a:pt x="28" y="279"/>
                  </a:lnTo>
                  <a:lnTo>
                    <a:pt x="33" y="282"/>
                  </a:lnTo>
                  <a:lnTo>
                    <a:pt x="35" y="282"/>
                  </a:lnTo>
                  <a:lnTo>
                    <a:pt x="35" y="284"/>
                  </a:lnTo>
                  <a:lnTo>
                    <a:pt x="35" y="286"/>
                  </a:lnTo>
                  <a:lnTo>
                    <a:pt x="33" y="286"/>
                  </a:lnTo>
                  <a:lnTo>
                    <a:pt x="33" y="286"/>
                  </a:lnTo>
                  <a:lnTo>
                    <a:pt x="31" y="286"/>
                  </a:lnTo>
                  <a:lnTo>
                    <a:pt x="26" y="284"/>
                  </a:lnTo>
                  <a:lnTo>
                    <a:pt x="23" y="284"/>
                  </a:lnTo>
                  <a:lnTo>
                    <a:pt x="21" y="284"/>
                  </a:lnTo>
                  <a:lnTo>
                    <a:pt x="21" y="286"/>
                  </a:lnTo>
                  <a:lnTo>
                    <a:pt x="21" y="289"/>
                  </a:lnTo>
                  <a:lnTo>
                    <a:pt x="21" y="291"/>
                  </a:lnTo>
                  <a:lnTo>
                    <a:pt x="21" y="294"/>
                  </a:lnTo>
                  <a:lnTo>
                    <a:pt x="21" y="298"/>
                  </a:lnTo>
                  <a:lnTo>
                    <a:pt x="23" y="301"/>
                  </a:lnTo>
                  <a:lnTo>
                    <a:pt x="21" y="301"/>
                  </a:lnTo>
                  <a:lnTo>
                    <a:pt x="21" y="303"/>
                  </a:lnTo>
                  <a:lnTo>
                    <a:pt x="21" y="303"/>
                  </a:lnTo>
                  <a:lnTo>
                    <a:pt x="21" y="305"/>
                  </a:lnTo>
                  <a:lnTo>
                    <a:pt x="21" y="308"/>
                  </a:lnTo>
                  <a:lnTo>
                    <a:pt x="21" y="308"/>
                  </a:lnTo>
                  <a:lnTo>
                    <a:pt x="19" y="310"/>
                  </a:lnTo>
                  <a:lnTo>
                    <a:pt x="19" y="308"/>
                  </a:lnTo>
                  <a:lnTo>
                    <a:pt x="12" y="301"/>
                  </a:lnTo>
                  <a:lnTo>
                    <a:pt x="9" y="298"/>
                  </a:lnTo>
                  <a:lnTo>
                    <a:pt x="7" y="298"/>
                  </a:lnTo>
                  <a:lnTo>
                    <a:pt x="5" y="301"/>
                  </a:lnTo>
                  <a:lnTo>
                    <a:pt x="5" y="301"/>
                  </a:lnTo>
                  <a:lnTo>
                    <a:pt x="5" y="303"/>
                  </a:lnTo>
                  <a:lnTo>
                    <a:pt x="2" y="305"/>
                  </a:lnTo>
                  <a:lnTo>
                    <a:pt x="2" y="305"/>
                  </a:lnTo>
                  <a:lnTo>
                    <a:pt x="0" y="305"/>
                  </a:lnTo>
                  <a:lnTo>
                    <a:pt x="2" y="312"/>
                  </a:lnTo>
                  <a:lnTo>
                    <a:pt x="5" y="320"/>
                  </a:lnTo>
                  <a:lnTo>
                    <a:pt x="7" y="324"/>
                  </a:lnTo>
                  <a:lnTo>
                    <a:pt x="9" y="331"/>
                  </a:lnTo>
                  <a:lnTo>
                    <a:pt x="12" y="336"/>
                  </a:lnTo>
                  <a:lnTo>
                    <a:pt x="14" y="350"/>
                  </a:lnTo>
                  <a:lnTo>
                    <a:pt x="16" y="355"/>
                  </a:lnTo>
                  <a:lnTo>
                    <a:pt x="19" y="362"/>
                  </a:lnTo>
                  <a:lnTo>
                    <a:pt x="21" y="367"/>
                  </a:lnTo>
                  <a:lnTo>
                    <a:pt x="23" y="374"/>
                  </a:lnTo>
                  <a:lnTo>
                    <a:pt x="26" y="381"/>
                  </a:lnTo>
                  <a:lnTo>
                    <a:pt x="26" y="386"/>
                  </a:lnTo>
                  <a:lnTo>
                    <a:pt x="28" y="393"/>
                  </a:lnTo>
                  <a:lnTo>
                    <a:pt x="31" y="398"/>
                  </a:lnTo>
                  <a:lnTo>
                    <a:pt x="33" y="405"/>
                  </a:lnTo>
                  <a:lnTo>
                    <a:pt x="35" y="412"/>
                  </a:lnTo>
                  <a:lnTo>
                    <a:pt x="38" y="417"/>
                  </a:lnTo>
                  <a:lnTo>
                    <a:pt x="40" y="424"/>
                  </a:lnTo>
                  <a:lnTo>
                    <a:pt x="40" y="428"/>
                  </a:lnTo>
                  <a:lnTo>
                    <a:pt x="42" y="436"/>
                  </a:lnTo>
                  <a:lnTo>
                    <a:pt x="45" y="443"/>
                  </a:lnTo>
                  <a:lnTo>
                    <a:pt x="47" y="447"/>
                  </a:lnTo>
                  <a:lnTo>
                    <a:pt x="50" y="454"/>
                  </a:lnTo>
                  <a:lnTo>
                    <a:pt x="52" y="462"/>
                  </a:lnTo>
                  <a:lnTo>
                    <a:pt x="54" y="466"/>
                  </a:lnTo>
                  <a:lnTo>
                    <a:pt x="54" y="473"/>
                  </a:lnTo>
                  <a:lnTo>
                    <a:pt x="57" y="478"/>
                  </a:lnTo>
                  <a:lnTo>
                    <a:pt x="59" y="485"/>
                  </a:lnTo>
                  <a:lnTo>
                    <a:pt x="61" y="492"/>
                  </a:lnTo>
                  <a:lnTo>
                    <a:pt x="64" y="497"/>
                  </a:lnTo>
                  <a:lnTo>
                    <a:pt x="66" y="504"/>
                  </a:lnTo>
                  <a:lnTo>
                    <a:pt x="66" y="507"/>
                  </a:lnTo>
                  <a:lnTo>
                    <a:pt x="68" y="511"/>
                  </a:lnTo>
                  <a:lnTo>
                    <a:pt x="68" y="514"/>
                  </a:lnTo>
                  <a:lnTo>
                    <a:pt x="68" y="514"/>
                  </a:lnTo>
                  <a:lnTo>
                    <a:pt x="68" y="516"/>
                  </a:lnTo>
                  <a:lnTo>
                    <a:pt x="68" y="516"/>
                  </a:lnTo>
                  <a:lnTo>
                    <a:pt x="68" y="516"/>
                  </a:lnTo>
                  <a:lnTo>
                    <a:pt x="68" y="518"/>
                  </a:lnTo>
                  <a:lnTo>
                    <a:pt x="71" y="521"/>
                  </a:lnTo>
                  <a:lnTo>
                    <a:pt x="71" y="521"/>
                  </a:lnTo>
                  <a:lnTo>
                    <a:pt x="71" y="525"/>
                  </a:lnTo>
                  <a:lnTo>
                    <a:pt x="71" y="525"/>
                  </a:lnTo>
                  <a:lnTo>
                    <a:pt x="71" y="525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71" y="530"/>
                  </a:lnTo>
                  <a:lnTo>
                    <a:pt x="73" y="530"/>
                  </a:lnTo>
                  <a:lnTo>
                    <a:pt x="76" y="533"/>
                  </a:lnTo>
                  <a:lnTo>
                    <a:pt x="80" y="535"/>
                  </a:lnTo>
                  <a:lnTo>
                    <a:pt x="85" y="540"/>
                  </a:lnTo>
                  <a:lnTo>
                    <a:pt x="87" y="540"/>
                  </a:lnTo>
                  <a:lnTo>
                    <a:pt x="90" y="542"/>
                  </a:lnTo>
                  <a:lnTo>
                    <a:pt x="90" y="542"/>
                  </a:lnTo>
                  <a:lnTo>
                    <a:pt x="90" y="544"/>
                  </a:lnTo>
                  <a:lnTo>
                    <a:pt x="90" y="544"/>
                  </a:lnTo>
                  <a:lnTo>
                    <a:pt x="90" y="544"/>
                  </a:lnTo>
                  <a:lnTo>
                    <a:pt x="90" y="549"/>
                  </a:lnTo>
                  <a:lnTo>
                    <a:pt x="92" y="551"/>
                  </a:lnTo>
                  <a:lnTo>
                    <a:pt x="92" y="551"/>
                  </a:lnTo>
                  <a:lnTo>
                    <a:pt x="94" y="554"/>
                  </a:lnTo>
                  <a:lnTo>
                    <a:pt x="97" y="556"/>
                  </a:lnTo>
                  <a:lnTo>
                    <a:pt x="102" y="559"/>
                  </a:lnTo>
                  <a:lnTo>
                    <a:pt x="102" y="559"/>
                  </a:lnTo>
                  <a:lnTo>
                    <a:pt x="102" y="554"/>
                  </a:lnTo>
                  <a:lnTo>
                    <a:pt x="102" y="554"/>
                  </a:lnTo>
                  <a:lnTo>
                    <a:pt x="102" y="554"/>
                  </a:lnTo>
                  <a:lnTo>
                    <a:pt x="104" y="554"/>
                  </a:lnTo>
                  <a:lnTo>
                    <a:pt x="106" y="556"/>
                  </a:lnTo>
                  <a:lnTo>
                    <a:pt x="109" y="556"/>
                  </a:lnTo>
                  <a:lnTo>
                    <a:pt x="109" y="554"/>
                  </a:lnTo>
                  <a:lnTo>
                    <a:pt x="109" y="549"/>
                  </a:lnTo>
                  <a:lnTo>
                    <a:pt x="111" y="544"/>
                  </a:lnTo>
                  <a:lnTo>
                    <a:pt x="111" y="542"/>
                  </a:lnTo>
                  <a:lnTo>
                    <a:pt x="113" y="542"/>
                  </a:lnTo>
                  <a:lnTo>
                    <a:pt x="111" y="542"/>
                  </a:lnTo>
                  <a:lnTo>
                    <a:pt x="111" y="540"/>
                  </a:lnTo>
                  <a:lnTo>
                    <a:pt x="113" y="537"/>
                  </a:lnTo>
                  <a:lnTo>
                    <a:pt x="111" y="535"/>
                  </a:lnTo>
                  <a:lnTo>
                    <a:pt x="109" y="533"/>
                  </a:lnTo>
                  <a:lnTo>
                    <a:pt x="111" y="528"/>
                  </a:lnTo>
                  <a:lnTo>
                    <a:pt x="111" y="525"/>
                  </a:lnTo>
                  <a:lnTo>
                    <a:pt x="113" y="521"/>
                  </a:lnTo>
                  <a:lnTo>
                    <a:pt x="113" y="521"/>
                  </a:lnTo>
                  <a:lnTo>
                    <a:pt x="113" y="521"/>
                  </a:lnTo>
                  <a:lnTo>
                    <a:pt x="116" y="518"/>
                  </a:lnTo>
                  <a:lnTo>
                    <a:pt x="118" y="518"/>
                  </a:lnTo>
                  <a:lnTo>
                    <a:pt x="120" y="516"/>
                  </a:lnTo>
                  <a:lnTo>
                    <a:pt x="120" y="514"/>
                  </a:lnTo>
                  <a:lnTo>
                    <a:pt x="123" y="511"/>
                  </a:lnTo>
                  <a:lnTo>
                    <a:pt x="123" y="511"/>
                  </a:lnTo>
                  <a:lnTo>
                    <a:pt x="123" y="511"/>
                  </a:lnTo>
                  <a:lnTo>
                    <a:pt x="125" y="511"/>
                  </a:lnTo>
                  <a:lnTo>
                    <a:pt x="125" y="509"/>
                  </a:lnTo>
                  <a:lnTo>
                    <a:pt x="125" y="509"/>
                  </a:lnTo>
                  <a:lnTo>
                    <a:pt x="125" y="507"/>
                  </a:lnTo>
                  <a:lnTo>
                    <a:pt x="125" y="504"/>
                  </a:lnTo>
                  <a:lnTo>
                    <a:pt x="125" y="504"/>
                  </a:lnTo>
                  <a:lnTo>
                    <a:pt x="128" y="502"/>
                  </a:lnTo>
                  <a:lnTo>
                    <a:pt x="128" y="502"/>
                  </a:lnTo>
                  <a:lnTo>
                    <a:pt x="125" y="502"/>
                  </a:lnTo>
                  <a:lnTo>
                    <a:pt x="125" y="502"/>
                  </a:lnTo>
                  <a:lnTo>
                    <a:pt x="123" y="504"/>
                  </a:lnTo>
                  <a:lnTo>
                    <a:pt x="123" y="502"/>
                  </a:lnTo>
                  <a:lnTo>
                    <a:pt x="123" y="499"/>
                  </a:lnTo>
                  <a:lnTo>
                    <a:pt x="120" y="497"/>
                  </a:lnTo>
                  <a:lnTo>
                    <a:pt x="123" y="495"/>
                  </a:lnTo>
                  <a:lnTo>
                    <a:pt x="123" y="492"/>
                  </a:lnTo>
                  <a:lnTo>
                    <a:pt x="123" y="490"/>
                  </a:lnTo>
                  <a:lnTo>
                    <a:pt x="125" y="490"/>
                  </a:lnTo>
                  <a:lnTo>
                    <a:pt x="125" y="492"/>
                  </a:lnTo>
                  <a:lnTo>
                    <a:pt x="128" y="492"/>
                  </a:lnTo>
                  <a:lnTo>
                    <a:pt x="128" y="490"/>
                  </a:lnTo>
                  <a:lnTo>
                    <a:pt x="130" y="488"/>
                  </a:lnTo>
                  <a:lnTo>
                    <a:pt x="130" y="488"/>
                  </a:lnTo>
                  <a:lnTo>
                    <a:pt x="130" y="490"/>
                  </a:lnTo>
                  <a:lnTo>
                    <a:pt x="130" y="490"/>
                  </a:lnTo>
                  <a:lnTo>
                    <a:pt x="132" y="488"/>
                  </a:lnTo>
                  <a:lnTo>
                    <a:pt x="135" y="488"/>
                  </a:lnTo>
                  <a:lnTo>
                    <a:pt x="135" y="485"/>
                  </a:lnTo>
                  <a:lnTo>
                    <a:pt x="135" y="483"/>
                  </a:lnTo>
                  <a:lnTo>
                    <a:pt x="132" y="480"/>
                  </a:lnTo>
                  <a:lnTo>
                    <a:pt x="132" y="478"/>
                  </a:lnTo>
                  <a:lnTo>
                    <a:pt x="130" y="478"/>
                  </a:lnTo>
                  <a:lnTo>
                    <a:pt x="128" y="478"/>
                  </a:lnTo>
                  <a:lnTo>
                    <a:pt x="125" y="478"/>
                  </a:lnTo>
                  <a:lnTo>
                    <a:pt x="123" y="478"/>
                  </a:lnTo>
                  <a:lnTo>
                    <a:pt x="128" y="478"/>
                  </a:lnTo>
                  <a:lnTo>
                    <a:pt x="128" y="476"/>
                  </a:lnTo>
                  <a:lnTo>
                    <a:pt x="128" y="476"/>
                  </a:lnTo>
                  <a:lnTo>
                    <a:pt x="128" y="473"/>
                  </a:lnTo>
                  <a:lnTo>
                    <a:pt x="128" y="473"/>
                  </a:lnTo>
                  <a:lnTo>
                    <a:pt x="128" y="471"/>
                  </a:lnTo>
                  <a:lnTo>
                    <a:pt x="130" y="469"/>
                  </a:lnTo>
                  <a:lnTo>
                    <a:pt x="130" y="464"/>
                  </a:lnTo>
                  <a:lnTo>
                    <a:pt x="132" y="462"/>
                  </a:lnTo>
                  <a:lnTo>
                    <a:pt x="135" y="454"/>
                  </a:lnTo>
                  <a:lnTo>
                    <a:pt x="135" y="454"/>
                  </a:lnTo>
                  <a:lnTo>
                    <a:pt x="137" y="454"/>
                  </a:lnTo>
                  <a:lnTo>
                    <a:pt x="137" y="454"/>
                  </a:lnTo>
                  <a:lnTo>
                    <a:pt x="139" y="452"/>
                  </a:lnTo>
                  <a:lnTo>
                    <a:pt x="139" y="452"/>
                  </a:lnTo>
                  <a:lnTo>
                    <a:pt x="142" y="450"/>
                  </a:lnTo>
                  <a:lnTo>
                    <a:pt x="142" y="447"/>
                  </a:lnTo>
                  <a:lnTo>
                    <a:pt x="142" y="447"/>
                  </a:lnTo>
                  <a:lnTo>
                    <a:pt x="144" y="445"/>
                  </a:lnTo>
                  <a:lnTo>
                    <a:pt x="144" y="447"/>
                  </a:lnTo>
                  <a:lnTo>
                    <a:pt x="144" y="450"/>
                  </a:lnTo>
                  <a:lnTo>
                    <a:pt x="142" y="450"/>
                  </a:lnTo>
                  <a:lnTo>
                    <a:pt x="142" y="450"/>
                  </a:lnTo>
                  <a:lnTo>
                    <a:pt x="144" y="450"/>
                  </a:lnTo>
                  <a:lnTo>
                    <a:pt x="146" y="447"/>
                  </a:lnTo>
                  <a:lnTo>
                    <a:pt x="146" y="447"/>
                  </a:lnTo>
                  <a:lnTo>
                    <a:pt x="146" y="450"/>
                  </a:lnTo>
                  <a:lnTo>
                    <a:pt x="144" y="457"/>
                  </a:lnTo>
                  <a:lnTo>
                    <a:pt x="144" y="462"/>
                  </a:lnTo>
                  <a:lnTo>
                    <a:pt x="146" y="462"/>
                  </a:lnTo>
                  <a:lnTo>
                    <a:pt x="146" y="459"/>
                  </a:lnTo>
                  <a:lnTo>
                    <a:pt x="146" y="457"/>
                  </a:lnTo>
                  <a:lnTo>
                    <a:pt x="146" y="454"/>
                  </a:lnTo>
                  <a:lnTo>
                    <a:pt x="146" y="452"/>
                  </a:lnTo>
                  <a:lnTo>
                    <a:pt x="149" y="450"/>
                  </a:lnTo>
                  <a:lnTo>
                    <a:pt x="149" y="447"/>
                  </a:lnTo>
                  <a:lnTo>
                    <a:pt x="149" y="445"/>
                  </a:lnTo>
                  <a:lnTo>
                    <a:pt x="151" y="447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62"/>
                  </a:lnTo>
                  <a:lnTo>
                    <a:pt x="149" y="459"/>
                  </a:lnTo>
                  <a:lnTo>
                    <a:pt x="149" y="459"/>
                  </a:lnTo>
                  <a:lnTo>
                    <a:pt x="149" y="457"/>
                  </a:lnTo>
                  <a:lnTo>
                    <a:pt x="151" y="457"/>
                  </a:lnTo>
                  <a:lnTo>
                    <a:pt x="154" y="452"/>
                  </a:lnTo>
                  <a:lnTo>
                    <a:pt x="154" y="452"/>
                  </a:lnTo>
                  <a:lnTo>
                    <a:pt x="154" y="452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47"/>
                  </a:lnTo>
                  <a:lnTo>
                    <a:pt x="154" y="445"/>
                  </a:lnTo>
                  <a:lnTo>
                    <a:pt x="154" y="445"/>
                  </a:lnTo>
                  <a:lnTo>
                    <a:pt x="151" y="445"/>
                  </a:lnTo>
                  <a:lnTo>
                    <a:pt x="151" y="443"/>
                  </a:lnTo>
                  <a:lnTo>
                    <a:pt x="154" y="443"/>
                  </a:lnTo>
                  <a:lnTo>
                    <a:pt x="154" y="443"/>
                  </a:lnTo>
                  <a:lnTo>
                    <a:pt x="154" y="443"/>
                  </a:lnTo>
                  <a:lnTo>
                    <a:pt x="156" y="443"/>
                  </a:lnTo>
                  <a:lnTo>
                    <a:pt x="156" y="443"/>
                  </a:lnTo>
                  <a:lnTo>
                    <a:pt x="156" y="443"/>
                  </a:lnTo>
                  <a:lnTo>
                    <a:pt x="156" y="445"/>
                  </a:lnTo>
                  <a:lnTo>
                    <a:pt x="156" y="445"/>
                  </a:lnTo>
                  <a:lnTo>
                    <a:pt x="158" y="447"/>
                  </a:lnTo>
                  <a:lnTo>
                    <a:pt x="158" y="447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4"/>
                  </a:lnTo>
                  <a:lnTo>
                    <a:pt x="158" y="454"/>
                  </a:lnTo>
                  <a:lnTo>
                    <a:pt x="161" y="457"/>
                  </a:lnTo>
                  <a:lnTo>
                    <a:pt x="161" y="457"/>
                  </a:lnTo>
                  <a:lnTo>
                    <a:pt x="163" y="459"/>
                  </a:lnTo>
                  <a:lnTo>
                    <a:pt x="163" y="462"/>
                  </a:lnTo>
                  <a:lnTo>
                    <a:pt x="163" y="459"/>
                  </a:lnTo>
                  <a:lnTo>
                    <a:pt x="163" y="459"/>
                  </a:lnTo>
                  <a:lnTo>
                    <a:pt x="165" y="457"/>
                  </a:lnTo>
                  <a:lnTo>
                    <a:pt x="165" y="457"/>
                  </a:lnTo>
                  <a:lnTo>
                    <a:pt x="165" y="454"/>
                  </a:lnTo>
                  <a:lnTo>
                    <a:pt x="165" y="452"/>
                  </a:lnTo>
                  <a:lnTo>
                    <a:pt x="165" y="452"/>
                  </a:lnTo>
                  <a:lnTo>
                    <a:pt x="163" y="450"/>
                  </a:lnTo>
                  <a:lnTo>
                    <a:pt x="161" y="445"/>
                  </a:lnTo>
                  <a:lnTo>
                    <a:pt x="161" y="443"/>
                  </a:lnTo>
                  <a:lnTo>
                    <a:pt x="156" y="433"/>
                  </a:lnTo>
                  <a:lnTo>
                    <a:pt x="154" y="428"/>
                  </a:lnTo>
                  <a:lnTo>
                    <a:pt x="154" y="431"/>
                  </a:lnTo>
                  <a:lnTo>
                    <a:pt x="154" y="431"/>
                  </a:lnTo>
                  <a:lnTo>
                    <a:pt x="151" y="433"/>
                  </a:lnTo>
                  <a:lnTo>
                    <a:pt x="151" y="433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28"/>
                  </a:lnTo>
                  <a:lnTo>
                    <a:pt x="154" y="421"/>
                  </a:lnTo>
                  <a:lnTo>
                    <a:pt x="154" y="421"/>
                  </a:lnTo>
                  <a:lnTo>
                    <a:pt x="156" y="419"/>
                  </a:lnTo>
                  <a:lnTo>
                    <a:pt x="156" y="419"/>
                  </a:lnTo>
                  <a:lnTo>
                    <a:pt x="156" y="417"/>
                  </a:lnTo>
                  <a:lnTo>
                    <a:pt x="158" y="419"/>
                  </a:lnTo>
                  <a:lnTo>
                    <a:pt x="156" y="419"/>
                  </a:lnTo>
                  <a:lnTo>
                    <a:pt x="156" y="421"/>
                  </a:lnTo>
                  <a:lnTo>
                    <a:pt x="156" y="424"/>
                  </a:lnTo>
                  <a:lnTo>
                    <a:pt x="156" y="428"/>
                  </a:lnTo>
                  <a:lnTo>
                    <a:pt x="156" y="428"/>
                  </a:lnTo>
                  <a:lnTo>
                    <a:pt x="158" y="431"/>
                  </a:lnTo>
                  <a:lnTo>
                    <a:pt x="158" y="433"/>
                  </a:lnTo>
                  <a:lnTo>
                    <a:pt x="158" y="433"/>
                  </a:lnTo>
                  <a:lnTo>
                    <a:pt x="158" y="436"/>
                  </a:lnTo>
                  <a:lnTo>
                    <a:pt x="161" y="438"/>
                  </a:lnTo>
                  <a:lnTo>
                    <a:pt x="161" y="438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47"/>
                  </a:lnTo>
                  <a:lnTo>
                    <a:pt x="165" y="450"/>
                  </a:lnTo>
                  <a:lnTo>
                    <a:pt x="168" y="452"/>
                  </a:lnTo>
                  <a:lnTo>
                    <a:pt x="168" y="452"/>
                  </a:lnTo>
                  <a:lnTo>
                    <a:pt x="170" y="450"/>
                  </a:lnTo>
                  <a:lnTo>
                    <a:pt x="170" y="443"/>
                  </a:lnTo>
                  <a:lnTo>
                    <a:pt x="170" y="440"/>
                  </a:lnTo>
                  <a:lnTo>
                    <a:pt x="168" y="440"/>
                  </a:lnTo>
                  <a:lnTo>
                    <a:pt x="168" y="443"/>
                  </a:lnTo>
                  <a:lnTo>
                    <a:pt x="168" y="445"/>
                  </a:lnTo>
                  <a:lnTo>
                    <a:pt x="168" y="445"/>
                  </a:lnTo>
                  <a:lnTo>
                    <a:pt x="168" y="443"/>
                  </a:lnTo>
                  <a:lnTo>
                    <a:pt x="168" y="440"/>
                  </a:lnTo>
                  <a:lnTo>
                    <a:pt x="165" y="438"/>
                  </a:lnTo>
                  <a:lnTo>
                    <a:pt x="165" y="438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6"/>
                  </a:lnTo>
                  <a:lnTo>
                    <a:pt x="168" y="421"/>
                  </a:lnTo>
                  <a:lnTo>
                    <a:pt x="170" y="419"/>
                  </a:lnTo>
                  <a:lnTo>
                    <a:pt x="170" y="419"/>
                  </a:lnTo>
                  <a:lnTo>
                    <a:pt x="172" y="417"/>
                  </a:lnTo>
                  <a:lnTo>
                    <a:pt x="172" y="419"/>
                  </a:lnTo>
                  <a:lnTo>
                    <a:pt x="170" y="419"/>
                  </a:lnTo>
                  <a:lnTo>
                    <a:pt x="170" y="421"/>
                  </a:lnTo>
                  <a:lnTo>
                    <a:pt x="170" y="426"/>
                  </a:lnTo>
                  <a:lnTo>
                    <a:pt x="170" y="426"/>
                  </a:lnTo>
                  <a:lnTo>
                    <a:pt x="170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5" y="431"/>
                  </a:lnTo>
                  <a:lnTo>
                    <a:pt x="175" y="431"/>
                  </a:lnTo>
                  <a:lnTo>
                    <a:pt x="172" y="431"/>
                  </a:lnTo>
                  <a:lnTo>
                    <a:pt x="172" y="431"/>
                  </a:lnTo>
                  <a:lnTo>
                    <a:pt x="172" y="431"/>
                  </a:lnTo>
                  <a:lnTo>
                    <a:pt x="172" y="433"/>
                  </a:lnTo>
                  <a:lnTo>
                    <a:pt x="172" y="433"/>
                  </a:lnTo>
                  <a:lnTo>
                    <a:pt x="172" y="433"/>
                  </a:lnTo>
                  <a:lnTo>
                    <a:pt x="172" y="438"/>
                  </a:lnTo>
                  <a:lnTo>
                    <a:pt x="172" y="438"/>
                  </a:lnTo>
                  <a:lnTo>
                    <a:pt x="172" y="438"/>
                  </a:lnTo>
                  <a:lnTo>
                    <a:pt x="175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80" y="438"/>
                  </a:lnTo>
                  <a:lnTo>
                    <a:pt x="180" y="443"/>
                  </a:lnTo>
                  <a:lnTo>
                    <a:pt x="182" y="443"/>
                  </a:lnTo>
                  <a:lnTo>
                    <a:pt x="182" y="440"/>
                  </a:lnTo>
                  <a:lnTo>
                    <a:pt x="182" y="438"/>
                  </a:lnTo>
                  <a:lnTo>
                    <a:pt x="180" y="436"/>
                  </a:lnTo>
                  <a:lnTo>
                    <a:pt x="180" y="436"/>
                  </a:lnTo>
                  <a:lnTo>
                    <a:pt x="177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6"/>
                  </a:lnTo>
                  <a:lnTo>
                    <a:pt x="177" y="426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7" y="419"/>
                  </a:lnTo>
                  <a:lnTo>
                    <a:pt x="177" y="417"/>
                  </a:lnTo>
                  <a:lnTo>
                    <a:pt x="180" y="417"/>
                  </a:lnTo>
                  <a:lnTo>
                    <a:pt x="180" y="419"/>
                  </a:lnTo>
                  <a:lnTo>
                    <a:pt x="180" y="424"/>
                  </a:lnTo>
                  <a:lnTo>
                    <a:pt x="180" y="426"/>
                  </a:lnTo>
                  <a:lnTo>
                    <a:pt x="180" y="426"/>
                  </a:lnTo>
                  <a:lnTo>
                    <a:pt x="180" y="428"/>
                  </a:lnTo>
                  <a:lnTo>
                    <a:pt x="180" y="428"/>
                  </a:lnTo>
                  <a:lnTo>
                    <a:pt x="180" y="428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0" y="433"/>
                  </a:lnTo>
                  <a:lnTo>
                    <a:pt x="180" y="433"/>
                  </a:lnTo>
                  <a:lnTo>
                    <a:pt x="182" y="436"/>
                  </a:lnTo>
                  <a:lnTo>
                    <a:pt x="182" y="436"/>
                  </a:lnTo>
                  <a:lnTo>
                    <a:pt x="182" y="438"/>
                  </a:lnTo>
                  <a:lnTo>
                    <a:pt x="184" y="438"/>
                  </a:lnTo>
                  <a:lnTo>
                    <a:pt x="182" y="436"/>
                  </a:lnTo>
                  <a:lnTo>
                    <a:pt x="182" y="433"/>
                  </a:lnTo>
                  <a:lnTo>
                    <a:pt x="182" y="431"/>
                  </a:lnTo>
                  <a:lnTo>
                    <a:pt x="182" y="431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7" y="436"/>
                  </a:lnTo>
                  <a:lnTo>
                    <a:pt x="187" y="438"/>
                  </a:lnTo>
                  <a:lnTo>
                    <a:pt x="189" y="436"/>
                  </a:lnTo>
                  <a:lnTo>
                    <a:pt x="189" y="431"/>
                  </a:lnTo>
                  <a:lnTo>
                    <a:pt x="189" y="421"/>
                  </a:lnTo>
                  <a:lnTo>
                    <a:pt x="189" y="419"/>
                  </a:lnTo>
                  <a:lnTo>
                    <a:pt x="189" y="417"/>
                  </a:lnTo>
                  <a:lnTo>
                    <a:pt x="189" y="417"/>
                  </a:lnTo>
                  <a:lnTo>
                    <a:pt x="191" y="417"/>
                  </a:lnTo>
                  <a:lnTo>
                    <a:pt x="191" y="414"/>
                  </a:lnTo>
                  <a:lnTo>
                    <a:pt x="191" y="412"/>
                  </a:lnTo>
                  <a:lnTo>
                    <a:pt x="191" y="412"/>
                  </a:lnTo>
                  <a:lnTo>
                    <a:pt x="191" y="409"/>
                  </a:lnTo>
                  <a:lnTo>
                    <a:pt x="194" y="409"/>
                  </a:lnTo>
                  <a:lnTo>
                    <a:pt x="194" y="407"/>
                  </a:lnTo>
                  <a:lnTo>
                    <a:pt x="194" y="407"/>
                  </a:lnTo>
                  <a:lnTo>
                    <a:pt x="194" y="407"/>
                  </a:lnTo>
                  <a:lnTo>
                    <a:pt x="194" y="409"/>
                  </a:lnTo>
                  <a:lnTo>
                    <a:pt x="194" y="412"/>
                  </a:lnTo>
                  <a:lnTo>
                    <a:pt x="194" y="412"/>
                  </a:lnTo>
                  <a:lnTo>
                    <a:pt x="196" y="412"/>
                  </a:lnTo>
                  <a:lnTo>
                    <a:pt x="196" y="412"/>
                  </a:lnTo>
                  <a:lnTo>
                    <a:pt x="196" y="414"/>
                  </a:lnTo>
                  <a:lnTo>
                    <a:pt x="196" y="417"/>
                  </a:lnTo>
                  <a:lnTo>
                    <a:pt x="196" y="417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201" y="414"/>
                  </a:lnTo>
                  <a:lnTo>
                    <a:pt x="201" y="419"/>
                  </a:lnTo>
                  <a:lnTo>
                    <a:pt x="201" y="419"/>
                  </a:lnTo>
                  <a:lnTo>
                    <a:pt x="203" y="419"/>
                  </a:lnTo>
                  <a:lnTo>
                    <a:pt x="206" y="409"/>
                  </a:lnTo>
                  <a:lnTo>
                    <a:pt x="208" y="409"/>
                  </a:lnTo>
                  <a:lnTo>
                    <a:pt x="208" y="412"/>
                  </a:lnTo>
                  <a:lnTo>
                    <a:pt x="206" y="417"/>
                  </a:lnTo>
                  <a:lnTo>
                    <a:pt x="206" y="419"/>
                  </a:lnTo>
                  <a:lnTo>
                    <a:pt x="206" y="419"/>
                  </a:lnTo>
                  <a:lnTo>
                    <a:pt x="208" y="419"/>
                  </a:lnTo>
                  <a:lnTo>
                    <a:pt x="208" y="419"/>
                  </a:lnTo>
                  <a:lnTo>
                    <a:pt x="213" y="417"/>
                  </a:lnTo>
                  <a:lnTo>
                    <a:pt x="210" y="414"/>
                  </a:lnTo>
                  <a:lnTo>
                    <a:pt x="210" y="414"/>
                  </a:lnTo>
                  <a:lnTo>
                    <a:pt x="210" y="412"/>
                  </a:lnTo>
                  <a:lnTo>
                    <a:pt x="210" y="412"/>
                  </a:lnTo>
                  <a:lnTo>
                    <a:pt x="210" y="412"/>
                  </a:lnTo>
                  <a:lnTo>
                    <a:pt x="213" y="409"/>
                  </a:lnTo>
                  <a:lnTo>
                    <a:pt x="213" y="409"/>
                  </a:lnTo>
                  <a:lnTo>
                    <a:pt x="213" y="409"/>
                  </a:lnTo>
                  <a:lnTo>
                    <a:pt x="215" y="409"/>
                  </a:lnTo>
                  <a:lnTo>
                    <a:pt x="215" y="407"/>
                  </a:lnTo>
                  <a:lnTo>
                    <a:pt x="215" y="405"/>
                  </a:lnTo>
                  <a:lnTo>
                    <a:pt x="215" y="402"/>
                  </a:lnTo>
                  <a:lnTo>
                    <a:pt x="217" y="402"/>
                  </a:lnTo>
                  <a:lnTo>
                    <a:pt x="220" y="400"/>
                  </a:lnTo>
                  <a:lnTo>
                    <a:pt x="220" y="398"/>
                  </a:lnTo>
                  <a:lnTo>
                    <a:pt x="220" y="395"/>
                  </a:lnTo>
                  <a:lnTo>
                    <a:pt x="217" y="398"/>
                  </a:lnTo>
                  <a:lnTo>
                    <a:pt x="215" y="395"/>
                  </a:lnTo>
                  <a:lnTo>
                    <a:pt x="215" y="393"/>
                  </a:lnTo>
                  <a:lnTo>
                    <a:pt x="215" y="393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5" y="388"/>
                  </a:lnTo>
                  <a:lnTo>
                    <a:pt x="215" y="386"/>
                  </a:lnTo>
                  <a:lnTo>
                    <a:pt x="215" y="379"/>
                  </a:lnTo>
                  <a:lnTo>
                    <a:pt x="217" y="376"/>
                  </a:lnTo>
                  <a:lnTo>
                    <a:pt x="217" y="372"/>
                  </a:lnTo>
                  <a:lnTo>
                    <a:pt x="217" y="369"/>
                  </a:lnTo>
                  <a:lnTo>
                    <a:pt x="220" y="369"/>
                  </a:lnTo>
                  <a:lnTo>
                    <a:pt x="222" y="367"/>
                  </a:lnTo>
                  <a:lnTo>
                    <a:pt x="222" y="365"/>
                  </a:lnTo>
                  <a:lnTo>
                    <a:pt x="220" y="362"/>
                  </a:lnTo>
                  <a:lnTo>
                    <a:pt x="217" y="360"/>
                  </a:lnTo>
                  <a:lnTo>
                    <a:pt x="215" y="357"/>
                  </a:lnTo>
                  <a:lnTo>
                    <a:pt x="215" y="357"/>
                  </a:lnTo>
                  <a:lnTo>
                    <a:pt x="215" y="357"/>
                  </a:lnTo>
                  <a:lnTo>
                    <a:pt x="215" y="355"/>
                  </a:lnTo>
                  <a:lnTo>
                    <a:pt x="215" y="353"/>
                  </a:lnTo>
                  <a:lnTo>
                    <a:pt x="220" y="350"/>
                  </a:lnTo>
                  <a:lnTo>
                    <a:pt x="220" y="350"/>
                  </a:lnTo>
                  <a:lnTo>
                    <a:pt x="222" y="348"/>
                  </a:lnTo>
                  <a:lnTo>
                    <a:pt x="222" y="346"/>
                  </a:lnTo>
                  <a:lnTo>
                    <a:pt x="225" y="346"/>
                  </a:lnTo>
                  <a:lnTo>
                    <a:pt x="225" y="348"/>
                  </a:lnTo>
                  <a:lnTo>
                    <a:pt x="225" y="348"/>
                  </a:lnTo>
                  <a:lnTo>
                    <a:pt x="227" y="348"/>
                  </a:lnTo>
                  <a:lnTo>
                    <a:pt x="229" y="346"/>
                  </a:lnTo>
                  <a:lnTo>
                    <a:pt x="227" y="346"/>
                  </a:lnTo>
                  <a:lnTo>
                    <a:pt x="227" y="346"/>
                  </a:lnTo>
                  <a:lnTo>
                    <a:pt x="227" y="338"/>
                  </a:lnTo>
                  <a:lnTo>
                    <a:pt x="227" y="334"/>
                  </a:lnTo>
                  <a:lnTo>
                    <a:pt x="227" y="334"/>
                  </a:lnTo>
                  <a:lnTo>
                    <a:pt x="227" y="334"/>
                  </a:lnTo>
                  <a:lnTo>
                    <a:pt x="232" y="334"/>
                  </a:lnTo>
                  <a:lnTo>
                    <a:pt x="232" y="336"/>
                  </a:lnTo>
                  <a:lnTo>
                    <a:pt x="232" y="343"/>
                  </a:lnTo>
                  <a:lnTo>
                    <a:pt x="232" y="343"/>
                  </a:lnTo>
                  <a:lnTo>
                    <a:pt x="232" y="346"/>
                  </a:lnTo>
                  <a:lnTo>
                    <a:pt x="232" y="346"/>
                  </a:lnTo>
                  <a:lnTo>
                    <a:pt x="232" y="346"/>
                  </a:lnTo>
                  <a:lnTo>
                    <a:pt x="229" y="348"/>
                  </a:lnTo>
                  <a:lnTo>
                    <a:pt x="229" y="348"/>
                  </a:lnTo>
                  <a:lnTo>
                    <a:pt x="229" y="350"/>
                  </a:lnTo>
                  <a:lnTo>
                    <a:pt x="229" y="353"/>
                  </a:lnTo>
                  <a:lnTo>
                    <a:pt x="229" y="353"/>
                  </a:lnTo>
                  <a:lnTo>
                    <a:pt x="232" y="355"/>
                  </a:lnTo>
                  <a:lnTo>
                    <a:pt x="232" y="355"/>
                  </a:lnTo>
                  <a:lnTo>
                    <a:pt x="232" y="353"/>
                  </a:lnTo>
                  <a:lnTo>
                    <a:pt x="234" y="350"/>
                  </a:lnTo>
                  <a:lnTo>
                    <a:pt x="234" y="348"/>
                  </a:lnTo>
                  <a:lnTo>
                    <a:pt x="236" y="346"/>
                  </a:lnTo>
                  <a:lnTo>
                    <a:pt x="239" y="348"/>
                  </a:lnTo>
                  <a:lnTo>
                    <a:pt x="241" y="350"/>
                  </a:lnTo>
                  <a:lnTo>
                    <a:pt x="239" y="350"/>
                  </a:lnTo>
                  <a:lnTo>
                    <a:pt x="239" y="350"/>
                  </a:lnTo>
                  <a:lnTo>
                    <a:pt x="236" y="350"/>
                  </a:lnTo>
                  <a:lnTo>
                    <a:pt x="236" y="350"/>
                  </a:lnTo>
                  <a:lnTo>
                    <a:pt x="236" y="350"/>
                  </a:lnTo>
                  <a:lnTo>
                    <a:pt x="234" y="353"/>
                  </a:lnTo>
                  <a:lnTo>
                    <a:pt x="236" y="353"/>
                  </a:lnTo>
                  <a:lnTo>
                    <a:pt x="236" y="355"/>
                  </a:lnTo>
                  <a:lnTo>
                    <a:pt x="236" y="355"/>
                  </a:lnTo>
                  <a:lnTo>
                    <a:pt x="236" y="357"/>
                  </a:lnTo>
                  <a:lnTo>
                    <a:pt x="234" y="357"/>
                  </a:lnTo>
                  <a:lnTo>
                    <a:pt x="234" y="355"/>
                  </a:lnTo>
                  <a:lnTo>
                    <a:pt x="234" y="355"/>
                  </a:lnTo>
                  <a:lnTo>
                    <a:pt x="232" y="357"/>
                  </a:lnTo>
                  <a:lnTo>
                    <a:pt x="232" y="360"/>
                  </a:lnTo>
                  <a:lnTo>
                    <a:pt x="232" y="365"/>
                  </a:lnTo>
                  <a:lnTo>
                    <a:pt x="234" y="362"/>
                  </a:lnTo>
                  <a:lnTo>
                    <a:pt x="236" y="360"/>
                  </a:lnTo>
                  <a:lnTo>
                    <a:pt x="239" y="360"/>
                  </a:lnTo>
                  <a:lnTo>
                    <a:pt x="243" y="362"/>
                  </a:lnTo>
                  <a:lnTo>
                    <a:pt x="246" y="362"/>
                  </a:lnTo>
                  <a:lnTo>
                    <a:pt x="246" y="362"/>
                  </a:lnTo>
                  <a:lnTo>
                    <a:pt x="251" y="362"/>
                  </a:lnTo>
                  <a:lnTo>
                    <a:pt x="260" y="365"/>
                  </a:lnTo>
                  <a:lnTo>
                    <a:pt x="262" y="365"/>
                  </a:lnTo>
                  <a:lnTo>
                    <a:pt x="260" y="365"/>
                  </a:lnTo>
                  <a:lnTo>
                    <a:pt x="260" y="362"/>
                  </a:lnTo>
                  <a:lnTo>
                    <a:pt x="260" y="362"/>
                  </a:lnTo>
                  <a:lnTo>
                    <a:pt x="258" y="362"/>
                  </a:lnTo>
                  <a:lnTo>
                    <a:pt x="260" y="362"/>
                  </a:lnTo>
                  <a:lnTo>
                    <a:pt x="260" y="362"/>
                  </a:lnTo>
                  <a:lnTo>
                    <a:pt x="260" y="360"/>
                  </a:lnTo>
                  <a:lnTo>
                    <a:pt x="260" y="357"/>
                  </a:lnTo>
                  <a:lnTo>
                    <a:pt x="258" y="357"/>
                  </a:lnTo>
                  <a:lnTo>
                    <a:pt x="258" y="357"/>
                  </a:lnTo>
                  <a:lnTo>
                    <a:pt x="255" y="357"/>
                  </a:lnTo>
                  <a:lnTo>
                    <a:pt x="255" y="357"/>
                  </a:lnTo>
                  <a:lnTo>
                    <a:pt x="255" y="355"/>
                  </a:lnTo>
                  <a:lnTo>
                    <a:pt x="255" y="353"/>
                  </a:lnTo>
                  <a:lnTo>
                    <a:pt x="255" y="350"/>
                  </a:lnTo>
                  <a:lnTo>
                    <a:pt x="253" y="350"/>
                  </a:lnTo>
                  <a:lnTo>
                    <a:pt x="253" y="348"/>
                  </a:lnTo>
                  <a:lnTo>
                    <a:pt x="251" y="346"/>
                  </a:lnTo>
                  <a:lnTo>
                    <a:pt x="253" y="346"/>
                  </a:lnTo>
                  <a:lnTo>
                    <a:pt x="255" y="346"/>
                  </a:lnTo>
                  <a:lnTo>
                    <a:pt x="258" y="343"/>
                  </a:lnTo>
                  <a:lnTo>
                    <a:pt x="258" y="341"/>
                  </a:lnTo>
                  <a:lnTo>
                    <a:pt x="260" y="343"/>
                  </a:lnTo>
                  <a:lnTo>
                    <a:pt x="260" y="343"/>
                  </a:lnTo>
                  <a:lnTo>
                    <a:pt x="260" y="346"/>
                  </a:lnTo>
                  <a:lnTo>
                    <a:pt x="260" y="348"/>
                  </a:lnTo>
                  <a:lnTo>
                    <a:pt x="262" y="346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41"/>
                  </a:lnTo>
                  <a:lnTo>
                    <a:pt x="260" y="338"/>
                  </a:lnTo>
                  <a:lnTo>
                    <a:pt x="260" y="338"/>
                  </a:lnTo>
                  <a:lnTo>
                    <a:pt x="260" y="338"/>
                  </a:lnTo>
                  <a:lnTo>
                    <a:pt x="258" y="334"/>
                  </a:lnTo>
                  <a:lnTo>
                    <a:pt x="260" y="334"/>
                  </a:lnTo>
                  <a:lnTo>
                    <a:pt x="260" y="334"/>
                  </a:lnTo>
                  <a:lnTo>
                    <a:pt x="262" y="336"/>
                  </a:lnTo>
                  <a:lnTo>
                    <a:pt x="265" y="341"/>
                  </a:lnTo>
                  <a:lnTo>
                    <a:pt x="265" y="343"/>
                  </a:lnTo>
                  <a:lnTo>
                    <a:pt x="265" y="343"/>
                  </a:lnTo>
                  <a:lnTo>
                    <a:pt x="267" y="341"/>
                  </a:lnTo>
                  <a:lnTo>
                    <a:pt x="267" y="341"/>
                  </a:lnTo>
                  <a:lnTo>
                    <a:pt x="269" y="336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72" y="334"/>
                  </a:lnTo>
                  <a:lnTo>
                    <a:pt x="277" y="334"/>
                  </a:lnTo>
                  <a:lnTo>
                    <a:pt x="277" y="334"/>
                  </a:lnTo>
                  <a:lnTo>
                    <a:pt x="277" y="334"/>
                  </a:lnTo>
                  <a:lnTo>
                    <a:pt x="274" y="334"/>
                  </a:lnTo>
                  <a:lnTo>
                    <a:pt x="274" y="331"/>
                  </a:lnTo>
                  <a:lnTo>
                    <a:pt x="274" y="329"/>
                  </a:lnTo>
                  <a:lnTo>
                    <a:pt x="274" y="329"/>
                  </a:lnTo>
                  <a:lnTo>
                    <a:pt x="269" y="329"/>
                  </a:lnTo>
                  <a:lnTo>
                    <a:pt x="269" y="327"/>
                  </a:lnTo>
                  <a:lnTo>
                    <a:pt x="272" y="324"/>
                  </a:lnTo>
                  <a:lnTo>
                    <a:pt x="274" y="327"/>
                  </a:lnTo>
                  <a:lnTo>
                    <a:pt x="274" y="324"/>
                  </a:lnTo>
                  <a:lnTo>
                    <a:pt x="277" y="327"/>
                  </a:lnTo>
                  <a:lnTo>
                    <a:pt x="277" y="329"/>
                  </a:lnTo>
                  <a:lnTo>
                    <a:pt x="279" y="331"/>
                  </a:lnTo>
                  <a:lnTo>
                    <a:pt x="281" y="329"/>
                  </a:lnTo>
                  <a:lnTo>
                    <a:pt x="279" y="329"/>
                  </a:lnTo>
                  <a:lnTo>
                    <a:pt x="279" y="327"/>
                  </a:lnTo>
                  <a:lnTo>
                    <a:pt x="279" y="324"/>
                  </a:lnTo>
                  <a:lnTo>
                    <a:pt x="281" y="324"/>
                  </a:lnTo>
                  <a:lnTo>
                    <a:pt x="281" y="327"/>
                  </a:lnTo>
                  <a:lnTo>
                    <a:pt x="284" y="329"/>
                  </a:lnTo>
                  <a:lnTo>
                    <a:pt x="284" y="329"/>
                  </a:lnTo>
                  <a:lnTo>
                    <a:pt x="284" y="331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4" y="327"/>
                  </a:lnTo>
                  <a:lnTo>
                    <a:pt x="284" y="327"/>
                  </a:lnTo>
                  <a:lnTo>
                    <a:pt x="284" y="327"/>
                  </a:lnTo>
                  <a:lnTo>
                    <a:pt x="284" y="324"/>
                  </a:lnTo>
                  <a:lnTo>
                    <a:pt x="286" y="324"/>
                  </a:lnTo>
                  <a:lnTo>
                    <a:pt x="286" y="324"/>
                  </a:lnTo>
                  <a:lnTo>
                    <a:pt x="286" y="324"/>
                  </a:lnTo>
                  <a:lnTo>
                    <a:pt x="286" y="327"/>
                  </a:lnTo>
                  <a:lnTo>
                    <a:pt x="286" y="327"/>
                  </a:lnTo>
                  <a:lnTo>
                    <a:pt x="288" y="327"/>
                  </a:lnTo>
                  <a:lnTo>
                    <a:pt x="291" y="329"/>
                  </a:lnTo>
                  <a:lnTo>
                    <a:pt x="291" y="331"/>
                  </a:lnTo>
                  <a:lnTo>
                    <a:pt x="291" y="334"/>
                  </a:lnTo>
                  <a:lnTo>
                    <a:pt x="293" y="336"/>
                  </a:lnTo>
                  <a:lnTo>
                    <a:pt x="295" y="338"/>
                  </a:lnTo>
                  <a:lnTo>
                    <a:pt x="295" y="338"/>
                  </a:lnTo>
                  <a:lnTo>
                    <a:pt x="298" y="336"/>
                  </a:lnTo>
                  <a:lnTo>
                    <a:pt x="298" y="338"/>
                  </a:lnTo>
                  <a:lnTo>
                    <a:pt x="298" y="341"/>
                  </a:lnTo>
                  <a:lnTo>
                    <a:pt x="298" y="341"/>
                  </a:lnTo>
                  <a:lnTo>
                    <a:pt x="300" y="343"/>
                  </a:lnTo>
                  <a:lnTo>
                    <a:pt x="300" y="341"/>
                  </a:lnTo>
                  <a:lnTo>
                    <a:pt x="300" y="336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3" y="334"/>
                  </a:lnTo>
                  <a:lnTo>
                    <a:pt x="305" y="334"/>
                  </a:lnTo>
                  <a:lnTo>
                    <a:pt x="305" y="334"/>
                  </a:lnTo>
                  <a:lnTo>
                    <a:pt x="305" y="331"/>
                  </a:lnTo>
                  <a:lnTo>
                    <a:pt x="305" y="331"/>
                  </a:lnTo>
                  <a:lnTo>
                    <a:pt x="305" y="331"/>
                  </a:lnTo>
                  <a:lnTo>
                    <a:pt x="303" y="331"/>
                  </a:lnTo>
                  <a:lnTo>
                    <a:pt x="303" y="327"/>
                  </a:lnTo>
                  <a:lnTo>
                    <a:pt x="303" y="327"/>
                  </a:lnTo>
                  <a:lnTo>
                    <a:pt x="298" y="327"/>
                  </a:lnTo>
                  <a:lnTo>
                    <a:pt x="298" y="324"/>
                  </a:lnTo>
                  <a:lnTo>
                    <a:pt x="298" y="324"/>
                  </a:lnTo>
                  <a:lnTo>
                    <a:pt x="300" y="324"/>
                  </a:lnTo>
                  <a:lnTo>
                    <a:pt x="300" y="324"/>
                  </a:lnTo>
                  <a:lnTo>
                    <a:pt x="300" y="324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5" y="327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307" y="329"/>
                  </a:lnTo>
                  <a:lnTo>
                    <a:pt x="307" y="329"/>
                  </a:lnTo>
                  <a:lnTo>
                    <a:pt x="307" y="327"/>
                  </a:lnTo>
                  <a:lnTo>
                    <a:pt x="305" y="324"/>
                  </a:lnTo>
                  <a:lnTo>
                    <a:pt x="305" y="322"/>
                  </a:lnTo>
                  <a:lnTo>
                    <a:pt x="307" y="322"/>
                  </a:lnTo>
                  <a:lnTo>
                    <a:pt x="307" y="320"/>
                  </a:lnTo>
                  <a:lnTo>
                    <a:pt x="307" y="322"/>
                  </a:lnTo>
                  <a:lnTo>
                    <a:pt x="307" y="327"/>
                  </a:lnTo>
                  <a:lnTo>
                    <a:pt x="307" y="329"/>
                  </a:lnTo>
                  <a:lnTo>
                    <a:pt x="310" y="331"/>
                  </a:lnTo>
                  <a:lnTo>
                    <a:pt x="310" y="327"/>
                  </a:lnTo>
                  <a:lnTo>
                    <a:pt x="310" y="322"/>
                  </a:lnTo>
                  <a:lnTo>
                    <a:pt x="310" y="320"/>
                  </a:lnTo>
                  <a:lnTo>
                    <a:pt x="310" y="320"/>
                  </a:lnTo>
                  <a:lnTo>
                    <a:pt x="312" y="320"/>
                  </a:lnTo>
                  <a:lnTo>
                    <a:pt x="312" y="320"/>
                  </a:lnTo>
                  <a:lnTo>
                    <a:pt x="312" y="317"/>
                  </a:lnTo>
                  <a:lnTo>
                    <a:pt x="312" y="317"/>
                  </a:lnTo>
                  <a:lnTo>
                    <a:pt x="310" y="315"/>
                  </a:lnTo>
                  <a:lnTo>
                    <a:pt x="307" y="312"/>
                  </a:lnTo>
                  <a:lnTo>
                    <a:pt x="307" y="312"/>
                  </a:lnTo>
                  <a:lnTo>
                    <a:pt x="310" y="312"/>
                  </a:lnTo>
                  <a:lnTo>
                    <a:pt x="310" y="310"/>
                  </a:lnTo>
                  <a:lnTo>
                    <a:pt x="310" y="308"/>
                  </a:lnTo>
                  <a:lnTo>
                    <a:pt x="310" y="308"/>
                  </a:lnTo>
                  <a:lnTo>
                    <a:pt x="312" y="305"/>
                  </a:lnTo>
                  <a:lnTo>
                    <a:pt x="312" y="308"/>
                  </a:lnTo>
                  <a:lnTo>
                    <a:pt x="312" y="305"/>
                  </a:lnTo>
                  <a:lnTo>
                    <a:pt x="314" y="303"/>
                  </a:lnTo>
                  <a:lnTo>
                    <a:pt x="314" y="303"/>
                  </a:lnTo>
                  <a:lnTo>
                    <a:pt x="314" y="305"/>
                  </a:lnTo>
                  <a:lnTo>
                    <a:pt x="314" y="308"/>
                  </a:lnTo>
                  <a:lnTo>
                    <a:pt x="314" y="310"/>
                  </a:lnTo>
                  <a:lnTo>
                    <a:pt x="314" y="310"/>
                  </a:lnTo>
                  <a:lnTo>
                    <a:pt x="317" y="312"/>
                  </a:lnTo>
                  <a:lnTo>
                    <a:pt x="317" y="312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03"/>
                  </a:lnTo>
                  <a:lnTo>
                    <a:pt x="317" y="303"/>
                  </a:lnTo>
                  <a:lnTo>
                    <a:pt x="319" y="303"/>
                  </a:lnTo>
                  <a:lnTo>
                    <a:pt x="319" y="310"/>
                  </a:lnTo>
                  <a:lnTo>
                    <a:pt x="319" y="312"/>
                  </a:lnTo>
                  <a:lnTo>
                    <a:pt x="322" y="312"/>
                  </a:lnTo>
                  <a:lnTo>
                    <a:pt x="322" y="312"/>
                  </a:lnTo>
                  <a:lnTo>
                    <a:pt x="324" y="312"/>
                  </a:lnTo>
                  <a:lnTo>
                    <a:pt x="324" y="308"/>
                  </a:lnTo>
                  <a:lnTo>
                    <a:pt x="326" y="305"/>
                  </a:lnTo>
                  <a:lnTo>
                    <a:pt x="326" y="305"/>
                  </a:lnTo>
                  <a:lnTo>
                    <a:pt x="326" y="303"/>
                  </a:lnTo>
                  <a:lnTo>
                    <a:pt x="329" y="303"/>
                  </a:lnTo>
                  <a:lnTo>
                    <a:pt x="329" y="305"/>
                  </a:lnTo>
                  <a:lnTo>
                    <a:pt x="329" y="305"/>
                  </a:lnTo>
                  <a:lnTo>
                    <a:pt x="329" y="308"/>
                  </a:lnTo>
                  <a:lnTo>
                    <a:pt x="329" y="308"/>
                  </a:lnTo>
                  <a:lnTo>
                    <a:pt x="329" y="308"/>
                  </a:lnTo>
                  <a:lnTo>
                    <a:pt x="331" y="308"/>
                  </a:lnTo>
                  <a:lnTo>
                    <a:pt x="331" y="308"/>
                  </a:lnTo>
                  <a:lnTo>
                    <a:pt x="331" y="308"/>
                  </a:lnTo>
                  <a:lnTo>
                    <a:pt x="333" y="308"/>
                  </a:lnTo>
                  <a:lnTo>
                    <a:pt x="333" y="308"/>
                  </a:lnTo>
                  <a:lnTo>
                    <a:pt x="333" y="305"/>
                  </a:lnTo>
                  <a:lnTo>
                    <a:pt x="333" y="305"/>
                  </a:lnTo>
                  <a:lnTo>
                    <a:pt x="336" y="305"/>
                  </a:lnTo>
                  <a:lnTo>
                    <a:pt x="336" y="305"/>
                  </a:lnTo>
                  <a:lnTo>
                    <a:pt x="333" y="303"/>
                  </a:lnTo>
                  <a:lnTo>
                    <a:pt x="333" y="303"/>
                  </a:lnTo>
                  <a:lnTo>
                    <a:pt x="333" y="301"/>
                  </a:lnTo>
                  <a:lnTo>
                    <a:pt x="333" y="301"/>
                  </a:lnTo>
                  <a:lnTo>
                    <a:pt x="333" y="296"/>
                  </a:lnTo>
                  <a:lnTo>
                    <a:pt x="331" y="296"/>
                  </a:lnTo>
                  <a:lnTo>
                    <a:pt x="331" y="296"/>
                  </a:lnTo>
                  <a:lnTo>
                    <a:pt x="333" y="294"/>
                  </a:lnTo>
                  <a:lnTo>
                    <a:pt x="333" y="291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38" y="294"/>
                  </a:lnTo>
                  <a:lnTo>
                    <a:pt x="338" y="294"/>
                  </a:lnTo>
                  <a:lnTo>
                    <a:pt x="338" y="296"/>
                  </a:lnTo>
                  <a:lnTo>
                    <a:pt x="340" y="296"/>
                  </a:lnTo>
                  <a:lnTo>
                    <a:pt x="340" y="296"/>
                  </a:lnTo>
                  <a:lnTo>
                    <a:pt x="343" y="294"/>
                  </a:lnTo>
                  <a:lnTo>
                    <a:pt x="345" y="294"/>
                  </a:lnTo>
                  <a:lnTo>
                    <a:pt x="343" y="294"/>
                  </a:lnTo>
                  <a:lnTo>
                    <a:pt x="343" y="291"/>
                  </a:lnTo>
                  <a:lnTo>
                    <a:pt x="340" y="289"/>
                  </a:lnTo>
                  <a:lnTo>
                    <a:pt x="340" y="286"/>
                  </a:lnTo>
                  <a:lnTo>
                    <a:pt x="343" y="286"/>
                  </a:lnTo>
                  <a:lnTo>
                    <a:pt x="345" y="289"/>
                  </a:lnTo>
                  <a:lnTo>
                    <a:pt x="345" y="294"/>
                  </a:lnTo>
                  <a:lnTo>
                    <a:pt x="348" y="294"/>
                  </a:lnTo>
                  <a:lnTo>
                    <a:pt x="348" y="294"/>
                  </a:lnTo>
                  <a:lnTo>
                    <a:pt x="348" y="291"/>
                  </a:lnTo>
                  <a:lnTo>
                    <a:pt x="348" y="291"/>
                  </a:lnTo>
                  <a:lnTo>
                    <a:pt x="350" y="291"/>
                  </a:lnTo>
                  <a:lnTo>
                    <a:pt x="350" y="291"/>
                  </a:lnTo>
                  <a:lnTo>
                    <a:pt x="350" y="289"/>
                  </a:lnTo>
                  <a:lnTo>
                    <a:pt x="348" y="289"/>
                  </a:lnTo>
                  <a:lnTo>
                    <a:pt x="348" y="286"/>
                  </a:lnTo>
                  <a:lnTo>
                    <a:pt x="348" y="284"/>
                  </a:lnTo>
                  <a:lnTo>
                    <a:pt x="345" y="284"/>
                  </a:lnTo>
                  <a:lnTo>
                    <a:pt x="345" y="282"/>
                  </a:lnTo>
                  <a:lnTo>
                    <a:pt x="345" y="282"/>
                  </a:lnTo>
                  <a:lnTo>
                    <a:pt x="348" y="282"/>
                  </a:lnTo>
                  <a:lnTo>
                    <a:pt x="348" y="282"/>
                  </a:lnTo>
                  <a:lnTo>
                    <a:pt x="350" y="282"/>
                  </a:lnTo>
                  <a:lnTo>
                    <a:pt x="348" y="282"/>
                  </a:lnTo>
                  <a:lnTo>
                    <a:pt x="350" y="279"/>
                  </a:lnTo>
                  <a:lnTo>
                    <a:pt x="352" y="279"/>
                  </a:lnTo>
                  <a:lnTo>
                    <a:pt x="352" y="282"/>
                  </a:lnTo>
                  <a:lnTo>
                    <a:pt x="352" y="284"/>
                  </a:lnTo>
                  <a:lnTo>
                    <a:pt x="352" y="284"/>
                  </a:lnTo>
                  <a:lnTo>
                    <a:pt x="355" y="286"/>
                  </a:lnTo>
                  <a:lnTo>
                    <a:pt x="355" y="286"/>
                  </a:lnTo>
                  <a:lnTo>
                    <a:pt x="357" y="286"/>
                  </a:lnTo>
                  <a:lnTo>
                    <a:pt x="359" y="286"/>
                  </a:lnTo>
                  <a:lnTo>
                    <a:pt x="357" y="284"/>
                  </a:lnTo>
                  <a:lnTo>
                    <a:pt x="357" y="284"/>
                  </a:lnTo>
                  <a:lnTo>
                    <a:pt x="357" y="284"/>
                  </a:lnTo>
                  <a:lnTo>
                    <a:pt x="359" y="282"/>
                  </a:lnTo>
                  <a:lnTo>
                    <a:pt x="359" y="284"/>
                  </a:lnTo>
                  <a:lnTo>
                    <a:pt x="362" y="284"/>
                  </a:lnTo>
                  <a:lnTo>
                    <a:pt x="362" y="284"/>
                  </a:lnTo>
                  <a:lnTo>
                    <a:pt x="364" y="284"/>
                  </a:lnTo>
                  <a:lnTo>
                    <a:pt x="364" y="282"/>
                  </a:lnTo>
                  <a:lnTo>
                    <a:pt x="362" y="282"/>
                  </a:lnTo>
                  <a:lnTo>
                    <a:pt x="364" y="282"/>
                  </a:lnTo>
                  <a:lnTo>
                    <a:pt x="364" y="279"/>
                  </a:lnTo>
                  <a:lnTo>
                    <a:pt x="366" y="279"/>
                  </a:lnTo>
                  <a:lnTo>
                    <a:pt x="369" y="272"/>
                  </a:lnTo>
                  <a:lnTo>
                    <a:pt x="369" y="270"/>
                  </a:lnTo>
                  <a:lnTo>
                    <a:pt x="369" y="267"/>
                  </a:lnTo>
                  <a:lnTo>
                    <a:pt x="371" y="270"/>
                  </a:lnTo>
                  <a:lnTo>
                    <a:pt x="371" y="267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4" y="265"/>
                  </a:lnTo>
                  <a:lnTo>
                    <a:pt x="374" y="265"/>
                  </a:lnTo>
                  <a:lnTo>
                    <a:pt x="376" y="263"/>
                  </a:lnTo>
                  <a:lnTo>
                    <a:pt x="376" y="258"/>
                  </a:lnTo>
                  <a:lnTo>
                    <a:pt x="378" y="258"/>
                  </a:lnTo>
                  <a:lnTo>
                    <a:pt x="376" y="258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7" name="Freeform 35">
              <a:extLst>
                <a:ext uri="{FF2B5EF4-FFF2-40B4-BE49-F238E27FC236}">
                  <a16:creationId xmlns:a16="http://schemas.microsoft.com/office/drawing/2014/main" id="{3163610D-EFD5-435F-A8A8-0BD1482F01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1928" y="2678468"/>
              <a:ext cx="431439" cy="204863"/>
            </a:xfrm>
            <a:custGeom>
              <a:avLst/>
              <a:gdLst>
                <a:gd name="T0" fmla="*/ 374 w 457"/>
                <a:gd name="T1" fmla="*/ 208 h 217"/>
                <a:gd name="T2" fmla="*/ 450 w 457"/>
                <a:gd name="T3" fmla="*/ 187 h 217"/>
                <a:gd name="T4" fmla="*/ 457 w 457"/>
                <a:gd name="T5" fmla="*/ 146 h 217"/>
                <a:gd name="T6" fmla="*/ 450 w 457"/>
                <a:gd name="T7" fmla="*/ 146 h 217"/>
                <a:gd name="T8" fmla="*/ 445 w 457"/>
                <a:gd name="T9" fmla="*/ 139 h 217"/>
                <a:gd name="T10" fmla="*/ 367 w 457"/>
                <a:gd name="T11" fmla="*/ 52 h 217"/>
                <a:gd name="T12" fmla="*/ 220 w 457"/>
                <a:gd name="T13" fmla="*/ 28 h 217"/>
                <a:gd name="T14" fmla="*/ 22 w 457"/>
                <a:gd name="T15" fmla="*/ 66 h 217"/>
                <a:gd name="T16" fmla="*/ 36 w 457"/>
                <a:gd name="T17" fmla="*/ 106 h 217"/>
                <a:gd name="T18" fmla="*/ 53 w 457"/>
                <a:gd name="T19" fmla="*/ 94 h 217"/>
                <a:gd name="T20" fmla="*/ 67 w 457"/>
                <a:gd name="T21" fmla="*/ 78 h 217"/>
                <a:gd name="T22" fmla="*/ 74 w 457"/>
                <a:gd name="T23" fmla="*/ 71 h 217"/>
                <a:gd name="T24" fmla="*/ 90 w 457"/>
                <a:gd name="T25" fmla="*/ 78 h 217"/>
                <a:gd name="T26" fmla="*/ 112 w 457"/>
                <a:gd name="T27" fmla="*/ 59 h 217"/>
                <a:gd name="T28" fmla="*/ 154 w 457"/>
                <a:gd name="T29" fmla="*/ 56 h 217"/>
                <a:gd name="T30" fmla="*/ 164 w 457"/>
                <a:gd name="T31" fmla="*/ 63 h 217"/>
                <a:gd name="T32" fmla="*/ 173 w 457"/>
                <a:gd name="T33" fmla="*/ 82 h 217"/>
                <a:gd name="T34" fmla="*/ 202 w 457"/>
                <a:gd name="T35" fmla="*/ 104 h 217"/>
                <a:gd name="T36" fmla="*/ 251 w 457"/>
                <a:gd name="T37" fmla="*/ 111 h 217"/>
                <a:gd name="T38" fmla="*/ 254 w 457"/>
                <a:gd name="T39" fmla="*/ 158 h 217"/>
                <a:gd name="T40" fmla="*/ 244 w 457"/>
                <a:gd name="T41" fmla="*/ 175 h 217"/>
                <a:gd name="T42" fmla="*/ 258 w 457"/>
                <a:gd name="T43" fmla="*/ 177 h 217"/>
                <a:gd name="T44" fmla="*/ 268 w 457"/>
                <a:gd name="T45" fmla="*/ 179 h 217"/>
                <a:gd name="T46" fmla="*/ 299 w 457"/>
                <a:gd name="T47" fmla="*/ 198 h 217"/>
                <a:gd name="T48" fmla="*/ 329 w 457"/>
                <a:gd name="T49" fmla="*/ 201 h 217"/>
                <a:gd name="T50" fmla="*/ 341 w 457"/>
                <a:gd name="T51" fmla="*/ 198 h 217"/>
                <a:gd name="T52" fmla="*/ 306 w 457"/>
                <a:gd name="T53" fmla="*/ 172 h 217"/>
                <a:gd name="T54" fmla="*/ 313 w 457"/>
                <a:gd name="T55" fmla="*/ 172 h 217"/>
                <a:gd name="T56" fmla="*/ 313 w 457"/>
                <a:gd name="T57" fmla="*/ 153 h 217"/>
                <a:gd name="T58" fmla="*/ 303 w 457"/>
                <a:gd name="T59" fmla="*/ 116 h 217"/>
                <a:gd name="T60" fmla="*/ 303 w 457"/>
                <a:gd name="T61" fmla="*/ 101 h 217"/>
                <a:gd name="T62" fmla="*/ 313 w 457"/>
                <a:gd name="T63" fmla="*/ 97 h 217"/>
                <a:gd name="T64" fmla="*/ 306 w 457"/>
                <a:gd name="T65" fmla="*/ 82 h 217"/>
                <a:gd name="T66" fmla="*/ 287 w 457"/>
                <a:gd name="T67" fmla="*/ 71 h 217"/>
                <a:gd name="T68" fmla="*/ 299 w 457"/>
                <a:gd name="T69" fmla="*/ 66 h 217"/>
                <a:gd name="T70" fmla="*/ 310 w 457"/>
                <a:gd name="T71" fmla="*/ 54 h 217"/>
                <a:gd name="T72" fmla="*/ 315 w 457"/>
                <a:gd name="T73" fmla="*/ 37 h 217"/>
                <a:gd name="T74" fmla="*/ 329 w 457"/>
                <a:gd name="T75" fmla="*/ 23 h 217"/>
                <a:gd name="T76" fmla="*/ 351 w 457"/>
                <a:gd name="T77" fmla="*/ 16 h 217"/>
                <a:gd name="T78" fmla="*/ 355 w 457"/>
                <a:gd name="T79" fmla="*/ 40 h 217"/>
                <a:gd name="T80" fmla="*/ 322 w 457"/>
                <a:gd name="T81" fmla="*/ 75 h 217"/>
                <a:gd name="T82" fmla="*/ 339 w 457"/>
                <a:gd name="T83" fmla="*/ 75 h 217"/>
                <a:gd name="T84" fmla="*/ 322 w 457"/>
                <a:gd name="T85" fmla="*/ 94 h 217"/>
                <a:gd name="T86" fmla="*/ 322 w 457"/>
                <a:gd name="T87" fmla="*/ 106 h 217"/>
                <a:gd name="T88" fmla="*/ 339 w 457"/>
                <a:gd name="T89" fmla="*/ 104 h 217"/>
                <a:gd name="T90" fmla="*/ 339 w 457"/>
                <a:gd name="T91" fmla="*/ 120 h 217"/>
                <a:gd name="T92" fmla="*/ 327 w 457"/>
                <a:gd name="T93" fmla="*/ 134 h 217"/>
                <a:gd name="T94" fmla="*/ 339 w 457"/>
                <a:gd name="T95" fmla="*/ 132 h 217"/>
                <a:gd name="T96" fmla="*/ 346 w 457"/>
                <a:gd name="T97" fmla="*/ 137 h 217"/>
                <a:gd name="T98" fmla="*/ 360 w 457"/>
                <a:gd name="T99" fmla="*/ 142 h 217"/>
                <a:gd name="T100" fmla="*/ 334 w 457"/>
                <a:gd name="T101" fmla="*/ 149 h 217"/>
                <a:gd name="T102" fmla="*/ 339 w 457"/>
                <a:gd name="T103" fmla="*/ 153 h 217"/>
                <a:gd name="T104" fmla="*/ 346 w 457"/>
                <a:gd name="T105" fmla="*/ 175 h 217"/>
                <a:gd name="T106" fmla="*/ 367 w 457"/>
                <a:gd name="T107" fmla="*/ 175 h 217"/>
                <a:gd name="T108" fmla="*/ 374 w 457"/>
                <a:gd name="T109" fmla="*/ 172 h 217"/>
                <a:gd name="T110" fmla="*/ 388 w 457"/>
                <a:gd name="T111" fmla="*/ 179 h 217"/>
                <a:gd name="T112" fmla="*/ 395 w 457"/>
                <a:gd name="T113" fmla="*/ 189 h 217"/>
                <a:gd name="T114" fmla="*/ 395 w 457"/>
                <a:gd name="T115" fmla="*/ 194 h 217"/>
                <a:gd name="T116" fmla="*/ 391 w 457"/>
                <a:gd name="T117" fmla="*/ 210 h 217"/>
                <a:gd name="T118" fmla="*/ 412 w 457"/>
                <a:gd name="T119" fmla="*/ 208 h 217"/>
                <a:gd name="T120" fmla="*/ 443 w 457"/>
                <a:gd name="T121" fmla="*/ 18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7" h="217">
                  <a:moveTo>
                    <a:pt x="374" y="208"/>
                  </a:moveTo>
                  <a:lnTo>
                    <a:pt x="374" y="205"/>
                  </a:lnTo>
                  <a:lnTo>
                    <a:pt x="372" y="205"/>
                  </a:lnTo>
                  <a:lnTo>
                    <a:pt x="372" y="205"/>
                  </a:lnTo>
                  <a:lnTo>
                    <a:pt x="372" y="208"/>
                  </a:lnTo>
                  <a:lnTo>
                    <a:pt x="372" y="210"/>
                  </a:lnTo>
                  <a:lnTo>
                    <a:pt x="377" y="210"/>
                  </a:lnTo>
                  <a:lnTo>
                    <a:pt x="377" y="210"/>
                  </a:lnTo>
                  <a:lnTo>
                    <a:pt x="377" y="213"/>
                  </a:lnTo>
                  <a:lnTo>
                    <a:pt x="372" y="213"/>
                  </a:lnTo>
                  <a:lnTo>
                    <a:pt x="372" y="213"/>
                  </a:lnTo>
                  <a:lnTo>
                    <a:pt x="374" y="215"/>
                  </a:lnTo>
                  <a:lnTo>
                    <a:pt x="377" y="215"/>
                  </a:lnTo>
                  <a:lnTo>
                    <a:pt x="377" y="215"/>
                  </a:lnTo>
                  <a:lnTo>
                    <a:pt x="377" y="213"/>
                  </a:lnTo>
                  <a:lnTo>
                    <a:pt x="379" y="210"/>
                  </a:lnTo>
                  <a:lnTo>
                    <a:pt x="377" y="208"/>
                  </a:lnTo>
                  <a:lnTo>
                    <a:pt x="374" y="208"/>
                  </a:lnTo>
                  <a:close/>
                  <a:moveTo>
                    <a:pt x="369" y="189"/>
                  </a:moveTo>
                  <a:lnTo>
                    <a:pt x="369" y="187"/>
                  </a:lnTo>
                  <a:lnTo>
                    <a:pt x="367" y="187"/>
                  </a:lnTo>
                  <a:lnTo>
                    <a:pt x="365" y="187"/>
                  </a:lnTo>
                  <a:lnTo>
                    <a:pt x="365" y="189"/>
                  </a:lnTo>
                  <a:lnTo>
                    <a:pt x="365" y="191"/>
                  </a:lnTo>
                  <a:lnTo>
                    <a:pt x="367" y="191"/>
                  </a:lnTo>
                  <a:lnTo>
                    <a:pt x="369" y="191"/>
                  </a:lnTo>
                  <a:lnTo>
                    <a:pt x="372" y="191"/>
                  </a:lnTo>
                  <a:lnTo>
                    <a:pt x="372" y="189"/>
                  </a:lnTo>
                  <a:lnTo>
                    <a:pt x="369" y="189"/>
                  </a:lnTo>
                  <a:close/>
                  <a:moveTo>
                    <a:pt x="455" y="158"/>
                  </a:moveTo>
                  <a:lnTo>
                    <a:pt x="452" y="168"/>
                  </a:lnTo>
                  <a:lnTo>
                    <a:pt x="452" y="172"/>
                  </a:lnTo>
                  <a:lnTo>
                    <a:pt x="452" y="177"/>
                  </a:lnTo>
                  <a:lnTo>
                    <a:pt x="452" y="179"/>
                  </a:lnTo>
                  <a:lnTo>
                    <a:pt x="452" y="182"/>
                  </a:lnTo>
                  <a:lnTo>
                    <a:pt x="450" y="187"/>
                  </a:lnTo>
                  <a:lnTo>
                    <a:pt x="448" y="191"/>
                  </a:lnTo>
                  <a:lnTo>
                    <a:pt x="450" y="191"/>
                  </a:lnTo>
                  <a:lnTo>
                    <a:pt x="450" y="189"/>
                  </a:lnTo>
                  <a:lnTo>
                    <a:pt x="450" y="189"/>
                  </a:lnTo>
                  <a:lnTo>
                    <a:pt x="452" y="184"/>
                  </a:lnTo>
                  <a:lnTo>
                    <a:pt x="455" y="172"/>
                  </a:lnTo>
                  <a:lnTo>
                    <a:pt x="455" y="165"/>
                  </a:lnTo>
                  <a:lnTo>
                    <a:pt x="457" y="158"/>
                  </a:lnTo>
                  <a:lnTo>
                    <a:pt x="457" y="156"/>
                  </a:lnTo>
                  <a:lnTo>
                    <a:pt x="455" y="156"/>
                  </a:lnTo>
                  <a:lnTo>
                    <a:pt x="455" y="158"/>
                  </a:lnTo>
                  <a:close/>
                  <a:moveTo>
                    <a:pt x="457" y="139"/>
                  </a:moveTo>
                  <a:lnTo>
                    <a:pt x="457" y="137"/>
                  </a:lnTo>
                  <a:lnTo>
                    <a:pt x="457" y="137"/>
                  </a:lnTo>
                  <a:lnTo>
                    <a:pt x="455" y="137"/>
                  </a:lnTo>
                  <a:lnTo>
                    <a:pt x="455" y="137"/>
                  </a:lnTo>
                  <a:lnTo>
                    <a:pt x="457" y="139"/>
                  </a:lnTo>
                  <a:lnTo>
                    <a:pt x="457" y="146"/>
                  </a:lnTo>
                  <a:lnTo>
                    <a:pt x="457" y="151"/>
                  </a:lnTo>
                  <a:lnTo>
                    <a:pt x="457" y="149"/>
                  </a:lnTo>
                  <a:lnTo>
                    <a:pt x="457" y="144"/>
                  </a:lnTo>
                  <a:lnTo>
                    <a:pt x="457" y="139"/>
                  </a:lnTo>
                  <a:close/>
                  <a:moveTo>
                    <a:pt x="452" y="163"/>
                  </a:moveTo>
                  <a:lnTo>
                    <a:pt x="452" y="158"/>
                  </a:lnTo>
                  <a:lnTo>
                    <a:pt x="455" y="156"/>
                  </a:lnTo>
                  <a:lnTo>
                    <a:pt x="455" y="153"/>
                  </a:lnTo>
                  <a:lnTo>
                    <a:pt x="455" y="151"/>
                  </a:lnTo>
                  <a:lnTo>
                    <a:pt x="455" y="149"/>
                  </a:lnTo>
                  <a:lnTo>
                    <a:pt x="455" y="149"/>
                  </a:lnTo>
                  <a:lnTo>
                    <a:pt x="452" y="149"/>
                  </a:lnTo>
                  <a:lnTo>
                    <a:pt x="452" y="149"/>
                  </a:lnTo>
                  <a:lnTo>
                    <a:pt x="450" y="149"/>
                  </a:lnTo>
                  <a:lnTo>
                    <a:pt x="450" y="149"/>
                  </a:lnTo>
                  <a:lnTo>
                    <a:pt x="450" y="149"/>
                  </a:lnTo>
                  <a:lnTo>
                    <a:pt x="452" y="146"/>
                  </a:lnTo>
                  <a:lnTo>
                    <a:pt x="450" y="146"/>
                  </a:lnTo>
                  <a:lnTo>
                    <a:pt x="450" y="146"/>
                  </a:lnTo>
                  <a:lnTo>
                    <a:pt x="450" y="146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45" y="144"/>
                  </a:lnTo>
                  <a:lnTo>
                    <a:pt x="445" y="142"/>
                  </a:lnTo>
                  <a:lnTo>
                    <a:pt x="448" y="142"/>
                  </a:lnTo>
                  <a:lnTo>
                    <a:pt x="450" y="142"/>
                  </a:lnTo>
                  <a:lnTo>
                    <a:pt x="452" y="142"/>
                  </a:lnTo>
                  <a:lnTo>
                    <a:pt x="452" y="142"/>
                  </a:lnTo>
                  <a:lnTo>
                    <a:pt x="452" y="142"/>
                  </a:lnTo>
                  <a:lnTo>
                    <a:pt x="450" y="139"/>
                  </a:lnTo>
                  <a:lnTo>
                    <a:pt x="452" y="139"/>
                  </a:lnTo>
                  <a:lnTo>
                    <a:pt x="452" y="139"/>
                  </a:lnTo>
                  <a:lnTo>
                    <a:pt x="452" y="137"/>
                  </a:lnTo>
                  <a:lnTo>
                    <a:pt x="452" y="137"/>
                  </a:lnTo>
                  <a:lnTo>
                    <a:pt x="450" y="137"/>
                  </a:lnTo>
                  <a:lnTo>
                    <a:pt x="445" y="139"/>
                  </a:lnTo>
                  <a:lnTo>
                    <a:pt x="438" y="139"/>
                  </a:lnTo>
                  <a:lnTo>
                    <a:pt x="431" y="142"/>
                  </a:lnTo>
                  <a:lnTo>
                    <a:pt x="424" y="144"/>
                  </a:lnTo>
                  <a:lnTo>
                    <a:pt x="417" y="144"/>
                  </a:lnTo>
                  <a:lnTo>
                    <a:pt x="407" y="146"/>
                  </a:lnTo>
                  <a:lnTo>
                    <a:pt x="400" y="149"/>
                  </a:lnTo>
                  <a:lnTo>
                    <a:pt x="393" y="151"/>
                  </a:lnTo>
                  <a:lnTo>
                    <a:pt x="391" y="144"/>
                  </a:lnTo>
                  <a:lnTo>
                    <a:pt x="391" y="139"/>
                  </a:lnTo>
                  <a:lnTo>
                    <a:pt x="388" y="130"/>
                  </a:lnTo>
                  <a:lnTo>
                    <a:pt x="386" y="120"/>
                  </a:lnTo>
                  <a:lnTo>
                    <a:pt x="384" y="113"/>
                  </a:lnTo>
                  <a:lnTo>
                    <a:pt x="381" y="104"/>
                  </a:lnTo>
                  <a:lnTo>
                    <a:pt x="379" y="94"/>
                  </a:lnTo>
                  <a:lnTo>
                    <a:pt x="377" y="87"/>
                  </a:lnTo>
                  <a:lnTo>
                    <a:pt x="372" y="68"/>
                  </a:lnTo>
                  <a:lnTo>
                    <a:pt x="369" y="61"/>
                  </a:lnTo>
                  <a:lnTo>
                    <a:pt x="367" y="52"/>
                  </a:lnTo>
                  <a:lnTo>
                    <a:pt x="365" y="42"/>
                  </a:lnTo>
                  <a:lnTo>
                    <a:pt x="360" y="33"/>
                  </a:lnTo>
                  <a:lnTo>
                    <a:pt x="358" y="26"/>
                  </a:lnTo>
                  <a:lnTo>
                    <a:pt x="355" y="16"/>
                  </a:lnTo>
                  <a:lnTo>
                    <a:pt x="353" y="7"/>
                  </a:lnTo>
                  <a:lnTo>
                    <a:pt x="351" y="0"/>
                  </a:lnTo>
                  <a:lnTo>
                    <a:pt x="341" y="2"/>
                  </a:lnTo>
                  <a:lnTo>
                    <a:pt x="329" y="4"/>
                  </a:lnTo>
                  <a:lnTo>
                    <a:pt x="320" y="7"/>
                  </a:lnTo>
                  <a:lnTo>
                    <a:pt x="308" y="9"/>
                  </a:lnTo>
                  <a:lnTo>
                    <a:pt x="296" y="11"/>
                  </a:lnTo>
                  <a:lnTo>
                    <a:pt x="287" y="14"/>
                  </a:lnTo>
                  <a:lnTo>
                    <a:pt x="275" y="16"/>
                  </a:lnTo>
                  <a:lnTo>
                    <a:pt x="263" y="19"/>
                  </a:lnTo>
                  <a:lnTo>
                    <a:pt x="254" y="21"/>
                  </a:lnTo>
                  <a:lnTo>
                    <a:pt x="242" y="23"/>
                  </a:lnTo>
                  <a:lnTo>
                    <a:pt x="232" y="26"/>
                  </a:lnTo>
                  <a:lnTo>
                    <a:pt x="220" y="28"/>
                  </a:lnTo>
                  <a:lnTo>
                    <a:pt x="209" y="30"/>
                  </a:lnTo>
                  <a:lnTo>
                    <a:pt x="199" y="33"/>
                  </a:lnTo>
                  <a:lnTo>
                    <a:pt x="187" y="35"/>
                  </a:lnTo>
                  <a:lnTo>
                    <a:pt x="176" y="37"/>
                  </a:lnTo>
                  <a:lnTo>
                    <a:pt x="166" y="37"/>
                  </a:lnTo>
                  <a:lnTo>
                    <a:pt x="154" y="40"/>
                  </a:lnTo>
                  <a:lnTo>
                    <a:pt x="142" y="42"/>
                  </a:lnTo>
                  <a:lnTo>
                    <a:pt x="133" y="45"/>
                  </a:lnTo>
                  <a:lnTo>
                    <a:pt x="121" y="47"/>
                  </a:lnTo>
                  <a:lnTo>
                    <a:pt x="109" y="49"/>
                  </a:lnTo>
                  <a:lnTo>
                    <a:pt x="100" y="52"/>
                  </a:lnTo>
                  <a:lnTo>
                    <a:pt x="88" y="54"/>
                  </a:lnTo>
                  <a:lnTo>
                    <a:pt x="79" y="56"/>
                  </a:lnTo>
                  <a:lnTo>
                    <a:pt x="67" y="59"/>
                  </a:lnTo>
                  <a:lnTo>
                    <a:pt x="55" y="61"/>
                  </a:lnTo>
                  <a:lnTo>
                    <a:pt x="45" y="63"/>
                  </a:lnTo>
                  <a:lnTo>
                    <a:pt x="34" y="63"/>
                  </a:lnTo>
                  <a:lnTo>
                    <a:pt x="22" y="66"/>
                  </a:lnTo>
                  <a:lnTo>
                    <a:pt x="12" y="68"/>
                  </a:lnTo>
                  <a:lnTo>
                    <a:pt x="0" y="71"/>
                  </a:lnTo>
                  <a:lnTo>
                    <a:pt x="10" y="132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5" y="132"/>
                  </a:lnTo>
                  <a:lnTo>
                    <a:pt x="22" y="120"/>
                  </a:lnTo>
                  <a:lnTo>
                    <a:pt x="24" y="120"/>
                  </a:lnTo>
                  <a:lnTo>
                    <a:pt x="26" y="118"/>
                  </a:lnTo>
                  <a:lnTo>
                    <a:pt x="29" y="118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4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99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41" y="94"/>
                  </a:lnTo>
                  <a:lnTo>
                    <a:pt x="43" y="94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5" y="94"/>
                  </a:lnTo>
                  <a:lnTo>
                    <a:pt x="55" y="94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62" y="85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67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4" y="71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4" y="75"/>
                  </a:lnTo>
                  <a:lnTo>
                    <a:pt x="74" y="75"/>
                  </a:lnTo>
                  <a:lnTo>
                    <a:pt x="74" y="75"/>
                  </a:lnTo>
                  <a:lnTo>
                    <a:pt x="79" y="75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81" y="78"/>
                  </a:lnTo>
                  <a:lnTo>
                    <a:pt x="83" y="78"/>
                  </a:lnTo>
                  <a:lnTo>
                    <a:pt x="90" y="78"/>
                  </a:lnTo>
                  <a:lnTo>
                    <a:pt x="90" y="78"/>
                  </a:lnTo>
                  <a:lnTo>
                    <a:pt x="95" y="75"/>
                  </a:lnTo>
                  <a:lnTo>
                    <a:pt x="100" y="75"/>
                  </a:lnTo>
                  <a:lnTo>
                    <a:pt x="105" y="73"/>
                  </a:lnTo>
                  <a:lnTo>
                    <a:pt x="105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5" y="68"/>
                  </a:lnTo>
                  <a:lnTo>
                    <a:pt x="105" y="66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5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9" y="61"/>
                  </a:lnTo>
                  <a:lnTo>
                    <a:pt x="112" y="59"/>
                  </a:lnTo>
                  <a:lnTo>
                    <a:pt x="114" y="59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9" y="56"/>
                  </a:lnTo>
                  <a:lnTo>
                    <a:pt x="119" y="54"/>
                  </a:lnTo>
                  <a:lnTo>
                    <a:pt x="121" y="52"/>
                  </a:lnTo>
                  <a:lnTo>
                    <a:pt x="121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8" y="49"/>
                  </a:lnTo>
                  <a:lnTo>
                    <a:pt x="133" y="49"/>
                  </a:lnTo>
                  <a:lnTo>
                    <a:pt x="142" y="56"/>
                  </a:lnTo>
                  <a:lnTo>
                    <a:pt x="145" y="56"/>
                  </a:lnTo>
                  <a:lnTo>
                    <a:pt x="147" y="56"/>
                  </a:lnTo>
                  <a:lnTo>
                    <a:pt x="149" y="56"/>
                  </a:lnTo>
                  <a:lnTo>
                    <a:pt x="149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4"/>
                  </a:lnTo>
                  <a:lnTo>
                    <a:pt x="154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9" y="54"/>
                  </a:lnTo>
                  <a:lnTo>
                    <a:pt x="161" y="56"/>
                  </a:lnTo>
                  <a:lnTo>
                    <a:pt x="161" y="56"/>
                  </a:lnTo>
                  <a:lnTo>
                    <a:pt x="159" y="59"/>
                  </a:lnTo>
                  <a:lnTo>
                    <a:pt x="157" y="61"/>
                  </a:lnTo>
                  <a:lnTo>
                    <a:pt x="157" y="61"/>
                  </a:lnTo>
                  <a:lnTo>
                    <a:pt x="159" y="66"/>
                  </a:lnTo>
                  <a:lnTo>
                    <a:pt x="161" y="66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1" y="61"/>
                  </a:lnTo>
                  <a:lnTo>
                    <a:pt x="161" y="61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1" y="66"/>
                  </a:lnTo>
                  <a:lnTo>
                    <a:pt x="161" y="66"/>
                  </a:lnTo>
                  <a:lnTo>
                    <a:pt x="164" y="68"/>
                  </a:lnTo>
                  <a:lnTo>
                    <a:pt x="166" y="66"/>
                  </a:lnTo>
                  <a:lnTo>
                    <a:pt x="166" y="66"/>
                  </a:lnTo>
                  <a:lnTo>
                    <a:pt x="168" y="66"/>
                  </a:lnTo>
                  <a:lnTo>
                    <a:pt x="168" y="66"/>
                  </a:lnTo>
                  <a:lnTo>
                    <a:pt x="168" y="66"/>
                  </a:lnTo>
                  <a:lnTo>
                    <a:pt x="166" y="68"/>
                  </a:lnTo>
                  <a:lnTo>
                    <a:pt x="166" y="71"/>
                  </a:lnTo>
                  <a:lnTo>
                    <a:pt x="168" y="71"/>
                  </a:lnTo>
                  <a:lnTo>
                    <a:pt x="166" y="73"/>
                  </a:lnTo>
                  <a:lnTo>
                    <a:pt x="168" y="73"/>
                  </a:lnTo>
                  <a:lnTo>
                    <a:pt x="173" y="75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2"/>
                  </a:lnTo>
                  <a:lnTo>
                    <a:pt x="173" y="82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8" y="87"/>
                  </a:lnTo>
                  <a:lnTo>
                    <a:pt x="183" y="85"/>
                  </a:lnTo>
                  <a:lnTo>
                    <a:pt x="185" y="85"/>
                  </a:lnTo>
                  <a:lnTo>
                    <a:pt x="190" y="85"/>
                  </a:lnTo>
                  <a:lnTo>
                    <a:pt x="194" y="87"/>
                  </a:lnTo>
                  <a:lnTo>
                    <a:pt x="194" y="87"/>
                  </a:lnTo>
                  <a:lnTo>
                    <a:pt x="197" y="90"/>
                  </a:lnTo>
                  <a:lnTo>
                    <a:pt x="199" y="90"/>
                  </a:lnTo>
                  <a:lnTo>
                    <a:pt x="202" y="90"/>
                  </a:lnTo>
                  <a:lnTo>
                    <a:pt x="204" y="92"/>
                  </a:lnTo>
                  <a:lnTo>
                    <a:pt x="206" y="92"/>
                  </a:lnTo>
                  <a:lnTo>
                    <a:pt x="206" y="94"/>
                  </a:lnTo>
                  <a:lnTo>
                    <a:pt x="204" y="97"/>
                  </a:lnTo>
                  <a:lnTo>
                    <a:pt x="202" y="101"/>
                  </a:lnTo>
                  <a:lnTo>
                    <a:pt x="202" y="104"/>
                  </a:lnTo>
                  <a:lnTo>
                    <a:pt x="202" y="104"/>
                  </a:lnTo>
                  <a:lnTo>
                    <a:pt x="204" y="106"/>
                  </a:lnTo>
                  <a:lnTo>
                    <a:pt x="206" y="106"/>
                  </a:lnTo>
                  <a:lnTo>
                    <a:pt x="211" y="111"/>
                  </a:lnTo>
                  <a:lnTo>
                    <a:pt x="213" y="111"/>
                  </a:lnTo>
                  <a:lnTo>
                    <a:pt x="220" y="108"/>
                  </a:lnTo>
                  <a:lnTo>
                    <a:pt x="225" y="111"/>
                  </a:lnTo>
                  <a:lnTo>
                    <a:pt x="228" y="111"/>
                  </a:lnTo>
                  <a:lnTo>
                    <a:pt x="230" y="113"/>
                  </a:lnTo>
                  <a:lnTo>
                    <a:pt x="230" y="113"/>
                  </a:lnTo>
                  <a:lnTo>
                    <a:pt x="232" y="116"/>
                  </a:lnTo>
                  <a:lnTo>
                    <a:pt x="232" y="118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39" y="118"/>
                  </a:lnTo>
                  <a:lnTo>
                    <a:pt x="242" y="118"/>
                  </a:lnTo>
                  <a:lnTo>
                    <a:pt x="244" y="118"/>
                  </a:lnTo>
                  <a:lnTo>
                    <a:pt x="244" y="120"/>
                  </a:lnTo>
                  <a:lnTo>
                    <a:pt x="251" y="111"/>
                  </a:lnTo>
                  <a:lnTo>
                    <a:pt x="263" y="123"/>
                  </a:lnTo>
                  <a:lnTo>
                    <a:pt x="258" y="134"/>
                  </a:lnTo>
                  <a:lnTo>
                    <a:pt x="258" y="137"/>
                  </a:lnTo>
                  <a:lnTo>
                    <a:pt x="261" y="139"/>
                  </a:lnTo>
                  <a:lnTo>
                    <a:pt x="261" y="142"/>
                  </a:lnTo>
                  <a:lnTo>
                    <a:pt x="261" y="142"/>
                  </a:lnTo>
                  <a:lnTo>
                    <a:pt x="258" y="142"/>
                  </a:lnTo>
                  <a:lnTo>
                    <a:pt x="258" y="144"/>
                  </a:lnTo>
                  <a:lnTo>
                    <a:pt x="261" y="144"/>
                  </a:lnTo>
                  <a:lnTo>
                    <a:pt x="261" y="146"/>
                  </a:lnTo>
                  <a:lnTo>
                    <a:pt x="256" y="149"/>
                  </a:lnTo>
                  <a:lnTo>
                    <a:pt x="254" y="149"/>
                  </a:lnTo>
                  <a:lnTo>
                    <a:pt x="254" y="151"/>
                  </a:lnTo>
                  <a:lnTo>
                    <a:pt x="254" y="151"/>
                  </a:lnTo>
                  <a:lnTo>
                    <a:pt x="254" y="153"/>
                  </a:lnTo>
                  <a:lnTo>
                    <a:pt x="254" y="156"/>
                  </a:lnTo>
                  <a:lnTo>
                    <a:pt x="254" y="156"/>
                  </a:lnTo>
                  <a:lnTo>
                    <a:pt x="254" y="158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49" y="161"/>
                  </a:lnTo>
                  <a:lnTo>
                    <a:pt x="249" y="161"/>
                  </a:lnTo>
                  <a:lnTo>
                    <a:pt x="249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70"/>
                  </a:lnTo>
                  <a:lnTo>
                    <a:pt x="244" y="172"/>
                  </a:lnTo>
                  <a:lnTo>
                    <a:pt x="244" y="175"/>
                  </a:lnTo>
                  <a:lnTo>
                    <a:pt x="242" y="175"/>
                  </a:lnTo>
                  <a:lnTo>
                    <a:pt x="242" y="177"/>
                  </a:lnTo>
                  <a:lnTo>
                    <a:pt x="244" y="182"/>
                  </a:lnTo>
                  <a:lnTo>
                    <a:pt x="244" y="184"/>
                  </a:lnTo>
                  <a:lnTo>
                    <a:pt x="246" y="187"/>
                  </a:lnTo>
                  <a:lnTo>
                    <a:pt x="246" y="189"/>
                  </a:lnTo>
                  <a:lnTo>
                    <a:pt x="249" y="191"/>
                  </a:lnTo>
                  <a:lnTo>
                    <a:pt x="251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6" y="189"/>
                  </a:lnTo>
                  <a:lnTo>
                    <a:pt x="258" y="187"/>
                  </a:lnTo>
                  <a:lnTo>
                    <a:pt x="258" y="182"/>
                  </a:lnTo>
                  <a:lnTo>
                    <a:pt x="256" y="182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82"/>
                  </a:lnTo>
                  <a:lnTo>
                    <a:pt x="261" y="182"/>
                  </a:lnTo>
                  <a:lnTo>
                    <a:pt x="261" y="184"/>
                  </a:lnTo>
                  <a:lnTo>
                    <a:pt x="263" y="182"/>
                  </a:lnTo>
                  <a:lnTo>
                    <a:pt x="263" y="182"/>
                  </a:lnTo>
                  <a:lnTo>
                    <a:pt x="265" y="179"/>
                  </a:lnTo>
                  <a:lnTo>
                    <a:pt x="265" y="177"/>
                  </a:lnTo>
                  <a:lnTo>
                    <a:pt x="265" y="177"/>
                  </a:lnTo>
                  <a:lnTo>
                    <a:pt x="265" y="175"/>
                  </a:lnTo>
                  <a:lnTo>
                    <a:pt x="265" y="175"/>
                  </a:lnTo>
                  <a:lnTo>
                    <a:pt x="268" y="177"/>
                  </a:lnTo>
                  <a:lnTo>
                    <a:pt x="268" y="179"/>
                  </a:lnTo>
                  <a:lnTo>
                    <a:pt x="272" y="187"/>
                  </a:lnTo>
                  <a:lnTo>
                    <a:pt x="275" y="189"/>
                  </a:lnTo>
                  <a:lnTo>
                    <a:pt x="284" y="194"/>
                  </a:lnTo>
                  <a:lnTo>
                    <a:pt x="287" y="196"/>
                  </a:lnTo>
                  <a:lnTo>
                    <a:pt x="289" y="196"/>
                  </a:lnTo>
                  <a:lnTo>
                    <a:pt x="289" y="191"/>
                  </a:lnTo>
                  <a:lnTo>
                    <a:pt x="287" y="189"/>
                  </a:lnTo>
                  <a:lnTo>
                    <a:pt x="284" y="187"/>
                  </a:lnTo>
                  <a:lnTo>
                    <a:pt x="282" y="182"/>
                  </a:lnTo>
                  <a:lnTo>
                    <a:pt x="284" y="182"/>
                  </a:lnTo>
                  <a:lnTo>
                    <a:pt x="287" y="184"/>
                  </a:lnTo>
                  <a:lnTo>
                    <a:pt x="289" y="187"/>
                  </a:lnTo>
                  <a:lnTo>
                    <a:pt x="291" y="191"/>
                  </a:lnTo>
                  <a:lnTo>
                    <a:pt x="291" y="194"/>
                  </a:lnTo>
                  <a:lnTo>
                    <a:pt x="291" y="194"/>
                  </a:lnTo>
                  <a:lnTo>
                    <a:pt x="294" y="196"/>
                  </a:lnTo>
                  <a:lnTo>
                    <a:pt x="296" y="198"/>
                  </a:lnTo>
                  <a:lnTo>
                    <a:pt x="299" y="198"/>
                  </a:lnTo>
                  <a:lnTo>
                    <a:pt x="306" y="196"/>
                  </a:lnTo>
                  <a:lnTo>
                    <a:pt x="310" y="194"/>
                  </a:lnTo>
                  <a:lnTo>
                    <a:pt x="313" y="196"/>
                  </a:lnTo>
                  <a:lnTo>
                    <a:pt x="315" y="196"/>
                  </a:lnTo>
                  <a:lnTo>
                    <a:pt x="317" y="198"/>
                  </a:lnTo>
                  <a:lnTo>
                    <a:pt x="317" y="198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22" y="205"/>
                  </a:lnTo>
                  <a:lnTo>
                    <a:pt x="322" y="205"/>
                  </a:lnTo>
                  <a:lnTo>
                    <a:pt x="325" y="205"/>
                  </a:lnTo>
                  <a:lnTo>
                    <a:pt x="325" y="205"/>
                  </a:lnTo>
                  <a:lnTo>
                    <a:pt x="325" y="201"/>
                  </a:lnTo>
                  <a:lnTo>
                    <a:pt x="327" y="203"/>
                  </a:lnTo>
                  <a:lnTo>
                    <a:pt x="327" y="205"/>
                  </a:lnTo>
                  <a:lnTo>
                    <a:pt x="329" y="203"/>
                  </a:lnTo>
                  <a:lnTo>
                    <a:pt x="329" y="201"/>
                  </a:lnTo>
                  <a:lnTo>
                    <a:pt x="329" y="201"/>
                  </a:lnTo>
                  <a:lnTo>
                    <a:pt x="329" y="198"/>
                  </a:lnTo>
                  <a:lnTo>
                    <a:pt x="329" y="198"/>
                  </a:lnTo>
                  <a:lnTo>
                    <a:pt x="327" y="196"/>
                  </a:lnTo>
                  <a:lnTo>
                    <a:pt x="327" y="196"/>
                  </a:lnTo>
                  <a:lnTo>
                    <a:pt x="329" y="198"/>
                  </a:lnTo>
                  <a:lnTo>
                    <a:pt x="332" y="201"/>
                  </a:lnTo>
                  <a:lnTo>
                    <a:pt x="334" y="205"/>
                  </a:lnTo>
                  <a:lnTo>
                    <a:pt x="334" y="205"/>
                  </a:lnTo>
                  <a:lnTo>
                    <a:pt x="336" y="208"/>
                  </a:lnTo>
                  <a:lnTo>
                    <a:pt x="346" y="213"/>
                  </a:lnTo>
                  <a:lnTo>
                    <a:pt x="346" y="210"/>
                  </a:lnTo>
                  <a:lnTo>
                    <a:pt x="343" y="210"/>
                  </a:lnTo>
                  <a:lnTo>
                    <a:pt x="343" y="208"/>
                  </a:lnTo>
                  <a:lnTo>
                    <a:pt x="343" y="208"/>
                  </a:lnTo>
                  <a:lnTo>
                    <a:pt x="343" y="205"/>
                  </a:lnTo>
                  <a:lnTo>
                    <a:pt x="343" y="203"/>
                  </a:lnTo>
                  <a:lnTo>
                    <a:pt x="343" y="201"/>
                  </a:lnTo>
                  <a:lnTo>
                    <a:pt x="341" y="198"/>
                  </a:lnTo>
                  <a:lnTo>
                    <a:pt x="339" y="194"/>
                  </a:lnTo>
                  <a:lnTo>
                    <a:pt x="334" y="194"/>
                  </a:lnTo>
                  <a:lnTo>
                    <a:pt x="334" y="191"/>
                  </a:lnTo>
                  <a:lnTo>
                    <a:pt x="332" y="189"/>
                  </a:lnTo>
                  <a:lnTo>
                    <a:pt x="332" y="189"/>
                  </a:lnTo>
                  <a:lnTo>
                    <a:pt x="334" y="187"/>
                  </a:lnTo>
                  <a:lnTo>
                    <a:pt x="334" y="184"/>
                  </a:lnTo>
                  <a:lnTo>
                    <a:pt x="332" y="182"/>
                  </a:lnTo>
                  <a:lnTo>
                    <a:pt x="329" y="182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2" y="184"/>
                  </a:lnTo>
                  <a:lnTo>
                    <a:pt x="320" y="182"/>
                  </a:lnTo>
                  <a:lnTo>
                    <a:pt x="320" y="179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0" y="175"/>
                  </a:lnTo>
                  <a:lnTo>
                    <a:pt x="306" y="172"/>
                  </a:lnTo>
                  <a:lnTo>
                    <a:pt x="303" y="170"/>
                  </a:lnTo>
                  <a:lnTo>
                    <a:pt x="301" y="168"/>
                  </a:lnTo>
                  <a:lnTo>
                    <a:pt x="299" y="163"/>
                  </a:lnTo>
                  <a:lnTo>
                    <a:pt x="299" y="161"/>
                  </a:lnTo>
                  <a:lnTo>
                    <a:pt x="299" y="161"/>
                  </a:lnTo>
                  <a:lnTo>
                    <a:pt x="299" y="161"/>
                  </a:lnTo>
                  <a:lnTo>
                    <a:pt x="296" y="158"/>
                  </a:lnTo>
                  <a:lnTo>
                    <a:pt x="296" y="15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6" y="146"/>
                  </a:lnTo>
                  <a:lnTo>
                    <a:pt x="301" y="163"/>
                  </a:lnTo>
                  <a:lnTo>
                    <a:pt x="303" y="165"/>
                  </a:lnTo>
                  <a:lnTo>
                    <a:pt x="303" y="165"/>
                  </a:lnTo>
                  <a:lnTo>
                    <a:pt x="313" y="172"/>
                  </a:lnTo>
                  <a:lnTo>
                    <a:pt x="313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2" y="175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5" y="179"/>
                  </a:lnTo>
                  <a:lnTo>
                    <a:pt x="325" y="179"/>
                  </a:lnTo>
                  <a:lnTo>
                    <a:pt x="329" y="177"/>
                  </a:lnTo>
                  <a:lnTo>
                    <a:pt x="332" y="177"/>
                  </a:lnTo>
                  <a:lnTo>
                    <a:pt x="332" y="175"/>
                  </a:lnTo>
                  <a:lnTo>
                    <a:pt x="329" y="172"/>
                  </a:lnTo>
                  <a:lnTo>
                    <a:pt x="327" y="170"/>
                  </a:lnTo>
                  <a:lnTo>
                    <a:pt x="325" y="165"/>
                  </a:lnTo>
                  <a:lnTo>
                    <a:pt x="315" y="161"/>
                  </a:lnTo>
                  <a:lnTo>
                    <a:pt x="313" y="156"/>
                  </a:lnTo>
                  <a:lnTo>
                    <a:pt x="313" y="153"/>
                  </a:lnTo>
                  <a:lnTo>
                    <a:pt x="313" y="144"/>
                  </a:lnTo>
                  <a:lnTo>
                    <a:pt x="310" y="144"/>
                  </a:lnTo>
                  <a:lnTo>
                    <a:pt x="310" y="142"/>
                  </a:lnTo>
                  <a:lnTo>
                    <a:pt x="308" y="139"/>
                  </a:lnTo>
                  <a:lnTo>
                    <a:pt x="308" y="134"/>
                  </a:lnTo>
                  <a:lnTo>
                    <a:pt x="306" y="134"/>
                  </a:lnTo>
                  <a:lnTo>
                    <a:pt x="303" y="132"/>
                  </a:lnTo>
                  <a:lnTo>
                    <a:pt x="303" y="130"/>
                  </a:lnTo>
                  <a:lnTo>
                    <a:pt x="303" y="127"/>
                  </a:lnTo>
                  <a:lnTo>
                    <a:pt x="308" y="125"/>
                  </a:lnTo>
                  <a:lnTo>
                    <a:pt x="308" y="123"/>
                  </a:lnTo>
                  <a:lnTo>
                    <a:pt x="308" y="120"/>
                  </a:lnTo>
                  <a:lnTo>
                    <a:pt x="308" y="120"/>
                  </a:lnTo>
                  <a:lnTo>
                    <a:pt x="306" y="123"/>
                  </a:lnTo>
                  <a:lnTo>
                    <a:pt x="303" y="120"/>
                  </a:lnTo>
                  <a:lnTo>
                    <a:pt x="303" y="118"/>
                  </a:lnTo>
                  <a:lnTo>
                    <a:pt x="303" y="116"/>
                  </a:lnTo>
                  <a:lnTo>
                    <a:pt x="303" y="116"/>
                  </a:lnTo>
                  <a:lnTo>
                    <a:pt x="301" y="116"/>
                  </a:lnTo>
                  <a:lnTo>
                    <a:pt x="301" y="116"/>
                  </a:lnTo>
                  <a:lnTo>
                    <a:pt x="303" y="113"/>
                  </a:lnTo>
                  <a:lnTo>
                    <a:pt x="306" y="113"/>
                  </a:lnTo>
                  <a:lnTo>
                    <a:pt x="306" y="116"/>
                  </a:lnTo>
                  <a:lnTo>
                    <a:pt x="308" y="113"/>
                  </a:lnTo>
                  <a:lnTo>
                    <a:pt x="306" y="111"/>
                  </a:lnTo>
                  <a:lnTo>
                    <a:pt x="303" y="111"/>
                  </a:lnTo>
                  <a:lnTo>
                    <a:pt x="301" y="108"/>
                  </a:lnTo>
                  <a:lnTo>
                    <a:pt x="301" y="108"/>
                  </a:lnTo>
                  <a:lnTo>
                    <a:pt x="299" y="106"/>
                  </a:lnTo>
                  <a:lnTo>
                    <a:pt x="301" y="106"/>
                  </a:lnTo>
                  <a:lnTo>
                    <a:pt x="303" y="106"/>
                  </a:lnTo>
                  <a:lnTo>
                    <a:pt x="308" y="108"/>
                  </a:lnTo>
                  <a:lnTo>
                    <a:pt x="310" y="108"/>
                  </a:lnTo>
                  <a:lnTo>
                    <a:pt x="310" y="108"/>
                  </a:lnTo>
                  <a:lnTo>
                    <a:pt x="308" y="106"/>
                  </a:lnTo>
                  <a:lnTo>
                    <a:pt x="303" y="101"/>
                  </a:lnTo>
                  <a:lnTo>
                    <a:pt x="301" y="99"/>
                  </a:lnTo>
                  <a:lnTo>
                    <a:pt x="299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6" y="92"/>
                  </a:lnTo>
                  <a:lnTo>
                    <a:pt x="296" y="92"/>
                  </a:lnTo>
                  <a:lnTo>
                    <a:pt x="299" y="94"/>
                  </a:lnTo>
                  <a:lnTo>
                    <a:pt x="301" y="97"/>
                  </a:lnTo>
                  <a:lnTo>
                    <a:pt x="306" y="101"/>
                  </a:lnTo>
                  <a:lnTo>
                    <a:pt x="308" y="99"/>
                  </a:lnTo>
                  <a:lnTo>
                    <a:pt x="308" y="99"/>
                  </a:lnTo>
                  <a:lnTo>
                    <a:pt x="308" y="99"/>
                  </a:lnTo>
                  <a:lnTo>
                    <a:pt x="310" y="99"/>
                  </a:lnTo>
                  <a:lnTo>
                    <a:pt x="313" y="97"/>
                  </a:lnTo>
                  <a:lnTo>
                    <a:pt x="313" y="97"/>
                  </a:lnTo>
                  <a:lnTo>
                    <a:pt x="310" y="94"/>
                  </a:lnTo>
                  <a:lnTo>
                    <a:pt x="308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299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6" y="90"/>
                  </a:lnTo>
                  <a:lnTo>
                    <a:pt x="308" y="90"/>
                  </a:lnTo>
                  <a:lnTo>
                    <a:pt x="308" y="92"/>
                  </a:lnTo>
                  <a:lnTo>
                    <a:pt x="308" y="92"/>
                  </a:lnTo>
                  <a:lnTo>
                    <a:pt x="308" y="87"/>
                  </a:lnTo>
                  <a:lnTo>
                    <a:pt x="306" y="85"/>
                  </a:lnTo>
                  <a:lnTo>
                    <a:pt x="306" y="82"/>
                  </a:lnTo>
                  <a:lnTo>
                    <a:pt x="303" y="80"/>
                  </a:lnTo>
                  <a:lnTo>
                    <a:pt x="301" y="80"/>
                  </a:lnTo>
                  <a:lnTo>
                    <a:pt x="299" y="82"/>
                  </a:lnTo>
                  <a:lnTo>
                    <a:pt x="299" y="80"/>
                  </a:lnTo>
                  <a:lnTo>
                    <a:pt x="296" y="80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4" y="78"/>
                  </a:lnTo>
                  <a:lnTo>
                    <a:pt x="294" y="75"/>
                  </a:lnTo>
                  <a:lnTo>
                    <a:pt x="291" y="75"/>
                  </a:lnTo>
                  <a:lnTo>
                    <a:pt x="289" y="75"/>
                  </a:lnTo>
                  <a:lnTo>
                    <a:pt x="289" y="73"/>
                  </a:lnTo>
                  <a:lnTo>
                    <a:pt x="289" y="73"/>
                  </a:lnTo>
                  <a:lnTo>
                    <a:pt x="287" y="73"/>
                  </a:lnTo>
                  <a:lnTo>
                    <a:pt x="284" y="73"/>
                  </a:lnTo>
                  <a:lnTo>
                    <a:pt x="284" y="73"/>
                  </a:lnTo>
                  <a:lnTo>
                    <a:pt x="284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68"/>
                  </a:lnTo>
                  <a:lnTo>
                    <a:pt x="289" y="71"/>
                  </a:lnTo>
                  <a:lnTo>
                    <a:pt x="296" y="71"/>
                  </a:lnTo>
                  <a:lnTo>
                    <a:pt x="296" y="73"/>
                  </a:lnTo>
                  <a:lnTo>
                    <a:pt x="299" y="73"/>
                  </a:lnTo>
                  <a:lnTo>
                    <a:pt x="299" y="73"/>
                  </a:lnTo>
                  <a:lnTo>
                    <a:pt x="301" y="73"/>
                  </a:lnTo>
                  <a:lnTo>
                    <a:pt x="301" y="75"/>
                  </a:lnTo>
                  <a:lnTo>
                    <a:pt x="301" y="73"/>
                  </a:lnTo>
                  <a:lnTo>
                    <a:pt x="301" y="73"/>
                  </a:lnTo>
                  <a:lnTo>
                    <a:pt x="303" y="73"/>
                  </a:lnTo>
                  <a:lnTo>
                    <a:pt x="303" y="75"/>
                  </a:lnTo>
                  <a:lnTo>
                    <a:pt x="308" y="71"/>
                  </a:lnTo>
                  <a:lnTo>
                    <a:pt x="308" y="71"/>
                  </a:lnTo>
                  <a:lnTo>
                    <a:pt x="303" y="71"/>
                  </a:lnTo>
                  <a:lnTo>
                    <a:pt x="301" y="68"/>
                  </a:lnTo>
                  <a:lnTo>
                    <a:pt x="299" y="66"/>
                  </a:lnTo>
                  <a:lnTo>
                    <a:pt x="296" y="63"/>
                  </a:lnTo>
                  <a:lnTo>
                    <a:pt x="299" y="63"/>
                  </a:lnTo>
                  <a:lnTo>
                    <a:pt x="301" y="63"/>
                  </a:lnTo>
                  <a:lnTo>
                    <a:pt x="303" y="66"/>
                  </a:lnTo>
                  <a:lnTo>
                    <a:pt x="303" y="68"/>
                  </a:lnTo>
                  <a:lnTo>
                    <a:pt x="306" y="68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1" y="61"/>
                  </a:lnTo>
                  <a:lnTo>
                    <a:pt x="301" y="61"/>
                  </a:lnTo>
                  <a:lnTo>
                    <a:pt x="301" y="61"/>
                  </a:lnTo>
                  <a:lnTo>
                    <a:pt x="308" y="61"/>
                  </a:lnTo>
                  <a:lnTo>
                    <a:pt x="308" y="59"/>
                  </a:lnTo>
                  <a:lnTo>
                    <a:pt x="306" y="59"/>
                  </a:lnTo>
                  <a:lnTo>
                    <a:pt x="308" y="56"/>
                  </a:lnTo>
                  <a:lnTo>
                    <a:pt x="308" y="56"/>
                  </a:lnTo>
                  <a:lnTo>
                    <a:pt x="308" y="56"/>
                  </a:lnTo>
                  <a:lnTo>
                    <a:pt x="310" y="54"/>
                  </a:lnTo>
                  <a:lnTo>
                    <a:pt x="308" y="54"/>
                  </a:lnTo>
                  <a:lnTo>
                    <a:pt x="308" y="54"/>
                  </a:lnTo>
                  <a:lnTo>
                    <a:pt x="306" y="52"/>
                  </a:lnTo>
                  <a:lnTo>
                    <a:pt x="303" y="52"/>
                  </a:lnTo>
                  <a:lnTo>
                    <a:pt x="301" y="52"/>
                  </a:lnTo>
                  <a:lnTo>
                    <a:pt x="308" y="47"/>
                  </a:lnTo>
                  <a:lnTo>
                    <a:pt x="310" y="49"/>
                  </a:lnTo>
                  <a:lnTo>
                    <a:pt x="313" y="54"/>
                  </a:lnTo>
                  <a:lnTo>
                    <a:pt x="315" y="59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5" y="49"/>
                  </a:lnTo>
                  <a:lnTo>
                    <a:pt x="315" y="40"/>
                  </a:lnTo>
                  <a:lnTo>
                    <a:pt x="315" y="40"/>
                  </a:lnTo>
                  <a:lnTo>
                    <a:pt x="315" y="40"/>
                  </a:lnTo>
                  <a:lnTo>
                    <a:pt x="315" y="37"/>
                  </a:lnTo>
                  <a:lnTo>
                    <a:pt x="317" y="37"/>
                  </a:lnTo>
                  <a:lnTo>
                    <a:pt x="317" y="37"/>
                  </a:lnTo>
                  <a:lnTo>
                    <a:pt x="317" y="40"/>
                  </a:lnTo>
                  <a:lnTo>
                    <a:pt x="317" y="42"/>
                  </a:lnTo>
                  <a:lnTo>
                    <a:pt x="317" y="47"/>
                  </a:lnTo>
                  <a:lnTo>
                    <a:pt x="320" y="49"/>
                  </a:lnTo>
                  <a:lnTo>
                    <a:pt x="320" y="52"/>
                  </a:lnTo>
                  <a:lnTo>
                    <a:pt x="322" y="47"/>
                  </a:lnTo>
                  <a:lnTo>
                    <a:pt x="327" y="42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5"/>
                  </a:lnTo>
                  <a:lnTo>
                    <a:pt x="332" y="35"/>
                  </a:lnTo>
                  <a:lnTo>
                    <a:pt x="327" y="35"/>
                  </a:lnTo>
                  <a:lnTo>
                    <a:pt x="327" y="33"/>
                  </a:lnTo>
                  <a:lnTo>
                    <a:pt x="327" y="26"/>
                  </a:lnTo>
                  <a:lnTo>
                    <a:pt x="327" y="26"/>
                  </a:lnTo>
                  <a:lnTo>
                    <a:pt x="329" y="23"/>
                  </a:lnTo>
                  <a:lnTo>
                    <a:pt x="329" y="23"/>
                  </a:lnTo>
                  <a:lnTo>
                    <a:pt x="336" y="23"/>
                  </a:lnTo>
                  <a:lnTo>
                    <a:pt x="336" y="21"/>
                  </a:lnTo>
                  <a:lnTo>
                    <a:pt x="339" y="19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21"/>
                  </a:lnTo>
                  <a:lnTo>
                    <a:pt x="341" y="23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6" y="33"/>
                  </a:lnTo>
                  <a:lnTo>
                    <a:pt x="339" y="35"/>
                  </a:lnTo>
                  <a:lnTo>
                    <a:pt x="339" y="33"/>
                  </a:lnTo>
                  <a:lnTo>
                    <a:pt x="346" y="26"/>
                  </a:lnTo>
                  <a:lnTo>
                    <a:pt x="346" y="23"/>
                  </a:lnTo>
                  <a:lnTo>
                    <a:pt x="348" y="21"/>
                  </a:lnTo>
                  <a:lnTo>
                    <a:pt x="348" y="19"/>
                  </a:lnTo>
                  <a:lnTo>
                    <a:pt x="351" y="16"/>
                  </a:lnTo>
                  <a:lnTo>
                    <a:pt x="351" y="19"/>
                  </a:lnTo>
                  <a:lnTo>
                    <a:pt x="351" y="23"/>
                  </a:lnTo>
                  <a:lnTo>
                    <a:pt x="348" y="26"/>
                  </a:lnTo>
                  <a:lnTo>
                    <a:pt x="346" y="28"/>
                  </a:lnTo>
                  <a:lnTo>
                    <a:pt x="348" y="28"/>
                  </a:lnTo>
                  <a:lnTo>
                    <a:pt x="351" y="30"/>
                  </a:lnTo>
                  <a:lnTo>
                    <a:pt x="353" y="30"/>
                  </a:lnTo>
                  <a:lnTo>
                    <a:pt x="353" y="30"/>
                  </a:lnTo>
                  <a:lnTo>
                    <a:pt x="351" y="33"/>
                  </a:lnTo>
                  <a:lnTo>
                    <a:pt x="346" y="30"/>
                  </a:lnTo>
                  <a:lnTo>
                    <a:pt x="343" y="33"/>
                  </a:lnTo>
                  <a:lnTo>
                    <a:pt x="343" y="33"/>
                  </a:lnTo>
                  <a:lnTo>
                    <a:pt x="341" y="35"/>
                  </a:lnTo>
                  <a:lnTo>
                    <a:pt x="339" y="40"/>
                  </a:lnTo>
                  <a:lnTo>
                    <a:pt x="339" y="42"/>
                  </a:lnTo>
                  <a:lnTo>
                    <a:pt x="341" y="42"/>
                  </a:lnTo>
                  <a:lnTo>
                    <a:pt x="351" y="40"/>
                  </a:lnTo>
                  <a:lnTo>
                    <a:pt x="355" y="40"/>
                  </a:lnTo>
                  <a:lnTo>
                    <a:pt x="355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48" y="45"/>
                  </a:lnTo>
                  <a:lnTo>
                    <a:pt x="339" y="47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52"/>
                  </a:lnTo>
                  <a:lnTo>
                    <a:pt x="329" y="54"/>
                  </a:lnTo>
                  <a:lnTo>
                    <a:pt x="327" y="54"/>
                  </a:lnTo>
                  <a:lnTo>
                    <a:pt x="327" y="54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5" y="59"/>
                  </a:lnTo>
                  <a:lnTo>
                    <a:pt x="325" y="61"/>
                  </a:lnTo>
                  <a:lnTo>
                    <a:pt x="322" y="71"/>
                  </a:lnTo>
                  <a:lnTo>
                    <a:pt x="322" y="75"/>
                  </a:lnTo>
                  <a:lnTo>
                    <a:pt x="322" y="75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5" y="80"/>
                  </a:lnTo>
                  <a:lnTo>
                    <a:pt x="325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7"/>
                  </a:lnTo>
                  <a:lnTo>
                    <a:pt x="327" y="90"/>
                  </a:lnTo>
                  <a:lnTo>
                    <a:pt x="329" y="90"/>
                  </a:lnTo>
                  <a:lnTo>
                    <a:pt x="329" y="90"/>
                  </a:lnTo>
                  <a:lnTo>
                    <a:pt x="329" y="85"/>
                  </a:lnTo>
                  <a:lnTo>
                    <a:pt x="329" y="80"/>
                  </a:lnTo>
                  <a:lnTo>
                    <a:pt x="334" y="78"/>
                  </a:lnTo>
                  <a:lnTo>
                    <a:pt x="334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9" y="75"/>
                  </a:lnTo>
                  <a:lnTo>
                    <a:pt x="341" y="75"/>
                  </a:lnTo>
                  <a:lnTo>
                    <a:pt x="339" y="78"/>
                  </a:lnTo>
                  <a:lnTo>
                    <a:pt x="336" y="82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4" y="87"/>
                  </a:lnTo>
                  <a:lnTo>
                    <a:pt x="334" y="90"/>
                  </a:lnTo>
                  <a:lnTo>
                    <a:pt x="334" y="90"/>
                  </a:lnTo>
                  <a:lnTo>
                    <a:pt x="336" y="90"/>
                  </a:lnTo>
                  <a:lnTo>
                    <a:pt x="336" y="92"/>
                  </a:lnTo>
                  <a:lnTo>
                    <a:pt x="334" y="94"/>
                  </a:lnTo>
                  <a:lnTo>
                    <a:pt x="332" y="97"/>
                  </a:lnTo>
                  <a:lnTo>
                    <a:pt x="329" y="97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2" y="94"/>
                  </a:lnTo>
                  <a:lnTo>
                    <a:pt x="322" y="94"/>
                  </a:lnTo>
                  <a:lnTo>
                    <a:pt x="320" y="92"/>
                  </a:lnTo>
                  <a:lnTo>
                    <a:pt x="320" y="94"/>
                  </a:lnTo>
                  <a:lnTo>
                    <a:pt x="320" y="97"/>
                  </a:lnTo>
                  <a:lnTo>
                    <a:pt x="320" y="99"/>
                  </a:lnTo>
                  <a:lnTo>
                    <a:pt x="317" y="101"/>
                  </a:lnTo>
                  <a:lnTo>
                    <a:pt x="320" y="104"/>
                  </a:lnTo>
                  <a:lnTo>
                    <a:pt x="320" y="113"/>
                  </a:lnTo>
                  <a:lnTo>
                    <a:pt x="320" y="116"/>
                  </a:lnTo>
                  <a:lnTo>
                    <a:pt x="322" y="113"/>
                  </a:lnTo>
                  <a:lnTo>
                    <a:pt x="322" y="113"/>
                  </a:lnTo>
                  <a:lnTo>
                    <a:pt x="325" y="111"/>
                  </a:lnTo>
                  <a:lnTo>
                    <a:pt x="322" y="111"/>
                  </a:lnTo>
                  <a:lnTo>
                    <a:pt x="322" y="111"/>
                  </a:lnTo>
                  <a:lnTo>
                    <a:pt x="322" y="108"/>
                  </a:lnTo>
                  <a:lnTo>
                    <a:pt x="322" y="108"/>
                  </a:lnTo>
                  <a:lnTo>
                    <a:pt x="322" y="106"/>
                  </a:lnTo>
                  <a:lnTo>
                    <a:pt x="322" y="106"/>
                  </a:lnTo>
                  <a:lnTo>
                    <a:pt x="325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9" y="101"/>
                  </a:lnTo>
                  <a:lnTo>
                    <a:pt x="329" y="99"/>
                  </a:lnTo>
                  <a:lnTo>
                    <a:pt x="329" y="99"/>
                  </a:lnTo>
                  <a:lnTo>
                    <a:pt x="334" y="101"/>
                  </a:lnTo>
                  <a:lnTo>
                    <a:pt x="334" y="104"/>
                  </a:lnTo>
                  <a:lnTo>
                    <a:pt x="334" y="106"/>
                  </a:lnTo>
                  <a:lnTo>
                    <a:pt x="334" y="106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9" y="104"/>
                  </a:lnTo>
                  <a:lnTo>
                    <a:pt x="339" y="104"/>
                  </a:lnTo>
                  <a:lnTo>
                    <a:pt x="339" y="106"/>
                  </a:lnTo>
                  <a:lnTo>
                    <a:pt x="339" y="106"/>
                  </a:lnTo>
                  <a:lnTo>
                    <a:pt x="343" y="108"/>
                  </a:lnTo>
                  <a:lnTo>
                    <a:pt x="341" y="108"/>
                  </a:lnTo>
                  <a:lnTo>
                    <a:pt x="339" y="111"/>
                  </a:lnTo>
                  <a:lnTo>
                    <a:pt x="336" y="113"/>
                  </a:lnTo>
                  <a:lnTo>
                    <a:pt x="339" y="116"/>
                  </a:lnTo>
                  <a:lnTo>
                    <a:pt x="339" y="118"/>
                  </a:lnTo>
                  <a:lnTo>
                    <a:pt x="341" y="118"/>
                  </a:lnTo>
                  <a:lnTo>
                    <a:pt x="343" y="118"/>
                  </a:lnTo>
                  <a:lnTo>
                    <a:pt x="343" y="116"/>
                  </a:lnTo>
                  <a:lnTo>
                    <a:pt x="346" y="118"/>
                  </a:lnTo>
                  <a:lnTo>
                    <a:pt x="346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3"/>
                  </a:lnTo>
                  <a:lnTo>
                    <a:pt x="339" y="120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4" y="118"/>
                  </a:lnTo>
                  <a:lnTo>
                    <a:pt x="334" y="116"/>
                  </a:lnTo>
                  <a:lnTo>
                    <a:pt x="334" y="116"/>
                  </a:lnTo>
                  <a:lnTo>
                    <a:pt x="332" y="116"/>
                  </a:lnTo>
                  <a:lnTo>
                    <a:pt x="332" y="116"/>
                  </a:lnTo>
                  <a:lnTo>
                    <a:pt x="329" y="113"/>
                  </a:lnTo>
                  <a:lnTo>
                    <a:pt x="327" y="116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5" y="127"/>
                  </a:lnTo>
                  <a:lnTo>
                    <a:pt x="325" y="130"/>
                  </a:lnTo>
                  <a:lnTo>
                    <a:pt x="325" y="132"/>
                  </a:lnTo>
                  <a:lnTo>
                    <a:pt x="325" y="134"/>
                  </a:lnTo>
                  <a:lnTo>
                    <a:pt x="327" y="134"/>
                  </a:lnTo>
                  <a:lnTo>
                    <a:pt x="327" y="134"/>
                  </a:lnTo>
                  <a:lnTo>
                    <a:pt x="329" y="134"/>
                  </a:lnTo>
                  <a:lnTo>
                    <a:pt x="329" y="132"/>
                  </a:lnTo>
                  <a:lnTo>
                    <a:pt x="329" y="132"/>
                  </a:lnTo>
                  <a:lnTo>
                    <a:pt x="327" y="130"/>
                  </a:lnTo>
                  <a:lnTo>
                    <a:pt x="327" y="125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29" y="127"/>
                  </a:lnTo>
                  <a:lnTo>
                    <a:pt x="332" y="130"/>
                  </a:lnTo>
                  <a:lnTo>
                    <a:pt x="332" y="127"/>
                  </a:lnTo>
                  <a:lnTo>
                    <a:pt x="334" y="123"/>
                  </a:lnTo>
                  <a:lnTo>
                    <a:pt x="336" y="123"/>
                  </a:lnTo>
                  <a:lnTo>
                    <a:pt x="336" y="125"/>
                  </a:lnTo>
                  <a:lnTo>
                    <a:pt x="336" y="130"/>
                  </a:lnTo>
                  <a:lnTo>
                    <a:pt x="336" y="130"/>
                  </a:lnTo>
                  <a:lnTo>
                    <a:pt x="339" y="132"/>
                  </a:lnTo>
                  <a:lnTo>
                    <a:pt x="339" y="132"/>
                  </a:lnTo>
                  <a:lnTo>
                    <a:pt x="341" y="132"/>
                  </a:lnTo>
                  <a:lnTo>
                    <a:pt x="341" y="130"/>
                  </a:lnTo>
                  <a:lnTo>
                    <a:pt x="341" y="127"/>
                  </a:lnTo>
                  <a:lnTo>
                    <a:pt x="341" y="127"/>
                  </a:lnTo>
                  <a:lnTo>
                    <a:pt x="341" y="127"/>
                  </a:lnTo>
                  <a:lnTo>
                    <a:pt x="343" y="130"/>
                  </a:lnTo>
                  <a:lnTo>
                    <a:pt x="341" y="130"/>
                  </a:lnTo>
                  <a:lnTo>
                    <a:pt x="341" y="132"/>
                  </a:lnTo>
                  <a:lnTo>
                    <a:pt x="343" y="132"/>
                  </a:lnTo>
                  <a:lnTo>
                    <a:pt x="343" y="132"/>
                  </a:lnTo>
                  <a:lnTo>
                    <a:pt x="346" y="132"/>
                  </a:lnTo>
                  <a:lnTo>
                    <a:pt x="348" y="130"/>
                  </a:lnTo>
                  <a:lnTo>
                    <a:pt x="348" y="132"/>
                  </a:lnTo>
                  <a:lnTo>
                    <a:pt x="348" y="132"/>
                  </a:lnTo>
                  <a:lnTo>
                    <a:pt x="346" y="134"/>
                  </a:lnTo>
                  <a:lnTo>
                    <a:pt x="343" y="134"/>
                  </a:lnTo>
                  <a:lnTo>
                    <a:pt x="346" y="134"/>
                  </a:lnTo>
                  <a:lnTo>
                    <a:pt x="346" y="137"/>
                  </a:lnTo>
                  <a:lnTo>
                    <a:pt x="348" y="134"/>
                  </a:lnTo>
                  <a:lnTo>
                    <a:pt x="348" y="134"/>
                  </a:lnTo>
                  <a:lnTo>
                    <a:pt x="351" y="134"/>
                  </a:lnTo>
                  <a:lnTo>
                    <a:pt x="351" y="137"/>
                  </a:lnTo>
                  <a:lnTo>
                    <a:pt x="353" y="137"/>
                  </a:lnTo>
                  <a:lnTo>
                    <a:pt x="355" y="139"/>
                  </a:lnTo>
                  <a:lnTo>
                    <a:pt x="358" y="139"/>
                  </a:lnTo>
                  <a:lnTo>
                    <a:pt x="360" y="137"/>
                  </a:lnTo>
                  <a:lnTo>
                    <a:pt x="362" y="134"/>
                  </a:lnTo>
                  <a:lnTo>
                    <a:pt x="362" y="130"/>
                  </a:lnTo>
                  <a:lnTo>
                    <a:pt x="362" y="130"/>
                  </a:lnTo>
                  <a:lnTo>
                    <a:pt x="362" y="132"/>
                  </a:lnTo>
                  <a:lnTo>
                    <a:pt x="365" y="132"/>
                  </a:lnTo>
                  <a:lnTo>
                    <a:pt x="362" y="134"/>
                  </a:lnTo>
                  <a:lnTo>
                    <a:pt x="365" y="137"/>
                  </a:lnTo>
                  <a:lnTo>
                    <a:pt x="362" y="139"/>
                  </a:lnTo>
                  <a:lnTo>
                    <a:pt x="362" y="142"/>
                  </a:lnTo>
                  <a:lnTo>
                    <a:pt x="360" y="142"/>
                  </a:lnTo>
                  <a:lnTo>
                    <a:pt x="358" y="142"/>
                  </a:lnTo>
                  <a:lnTo>
                    <a:pt x="348" y="142"/>
                  </a:lnTo>
                  <a:lnTo>
                    <a:pt x="346" y="142"/>
                  </a:lnTo>
                  <a:lnTo>
                    <a:pt x="343" y="142"/>
                  </a:lnTo>
                  <a:lnTo>
                    <a:pt x="343" y="139"/>
                  </a:lnTo>
                  <a:lnTo>
                    <a:pt x="343" y="139"/>
                  </a:lnTo>
                  <a:lnTo>
                    <a:pt x="346" y="139"/>
                  </a:lnTo>
                  <a:lnTo>
                    <a:pt x="343" y="139"/>
                  </a:lnTo>
                  <a:lnTo>
                    <a:pt x="341" y="142"/>
                  </a:lnTo>
                  <a:lnTo>
                    <a:pt x="339" y="142"/>
                  </a:lnTo>
                  <a:lnTo>
                    <a:pt x="339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4" y="146"/>
                  </a:lnTo>
                  <a:lnTo>
                    <a:pt x="334" y="149"/>
                  </a:lnTo>
                  <a:lnTo>
                    <a:pt x="336" y="149"/>
                  </a:lnTo>
                  <a:lnTo>
                    <a:pt x="339" y="149"/>
                  </a:lnTo>
                  <a:lnTo>
                    <a:pt x="341" y="149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1" y="146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3" y="144"/>
                  </a:lnTo>
                  <a:lnTo>
                    <a:pt x="346" y="146"/>
                  </a:lnTo>
                  <a:lnTo>
                    <a:pt x="346" y="146"/>
                  </a:lnTo>
                  <a:lnTo>
                    <a:pt x="343" y="149"/>
                  </a:lnTo>
                  <a:lnTo>
                    <a:pt x="346" y="149"/>
                  </a:lnTo>
                  <a:lnTo>
                    <a:pt x="343" y="151"/>
                  </a:lnTo>
                  <a:lnTo>
                    <a:pt x="341" y="151"/>
                  </a:lnTo>
                  <a:lnTo>
                    <a:pt x="339" y="153"/>
                  </a:lnTo>
                  <a:lnTo>
                    <a:pt x="339" y="156"/>
                  </a:lnTo>
                  <a:lnTo>
                    <a:pt x="339" y="158"/>
                  </a:lnTo>
                  <a:lnTo>
                    <a:pt x="339" y="161"/>
                  </a:lnTo>
                  <a:lnTo>
                    <a:pt x="339" y="161"/>
                  </a:lnTo>
                  <a:lnTo>
                    <a:pt x="336" y="158"/>
                  </a:lnTo>
                  <a:lnTo>
                    <a:pt x="336" y="156"/>
                  </a:lnTo>
                  <a:lnTo>
                    <a:pt x="334" y="156"/>
                  </a:lnTo>
                  <a:lnTo>
                    <a:pt x="334" y="158"/>
                  </a:lnTo>
                  <a:lnTo>
                    <a:pt x="334" y="161"/>
                  </a:lnTo>
                  <a:lnTo>
                    <a:pt x="334" y="161"/>
                  </a:lnTo>
                  <a:lnTo>
                    <a:pt x="336" y="161"/>
                  </a:lnTo>
                  <a:lnTo>
                    <a:pt x="336" y="163"/>
                  </a:lnTo>
                  <a:lnTo>
                    <a:pt x="339" y="165"/>
                  </a:lnTo>
                  <a:lnTo>
                    <a:pt x="339" y="165"/>
                  </a:lnTo>
                  <a:lnTo>
                    <a:pt x="339" y="168"/>
                  </a:lnTo>
                  <a:lnTo>
                    <a:pt x="341" y="168"/>
                  </a:lnTo>
                  <a:lnTo>
                    <a:pt x="343" y="172"/>
                  </a:lnTo>
                  <a:lnTo>
                    <a:pt x="346" y="175"/>
                  </a:lnTo>
                  <a:lnTo>
                    <a:pt x="348" y="177"/>
                  </a:lnTo>
                  <a:lnTo>
                    <a:pt x="348" y="177"/>
                  </a:lnTo>
                  <a:lnTo>
                    <a:pt x="348" y="175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8" y="170"/>
                  </a:lnTo>
                  <a:lnTo>
                    <a:pt x="355" y="175"/>
                  </a:lnTo>
                  <a:lnTo>
                    <a:pt x="358" y="177"/>
                  </a:lnTo>
                  <a:lnTo>
                    <a:pt x="358" y="177"/>
                  </a:lnTo>
                  <a:lnTo>
                    <a:pt x="360" y="177"/>
                  </a:lnTo>
                  <a:lnTo>
                    <a:pt x="362" y="179"/>
                  </a:lnTo>
                  <a:lnTo>
                    <a:pt x="365" y="184"/>
                  </a:lnTo>
                  <a:lnTo>
                    <a:pt x="367" y="184"/>
                  </a:lnTo>
                  <a:lnTo>
                    <a:pt x="367" y="182"/>
                  </a:lnTo>
                  <a:lnTo>
                    <a:pt x="367" y="179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5"/>
                  </a:lnTo>
                  <a:lnTo>
                    <a:pt x="365" y="175"/>
                  </a:lnTo>
                  <a:lnTo>
                    <a:pt x="367" y="172"/>
                  </a:lnTo>
                  <a:lnTo>
                    <a:pt x="369" y="168"/>
                  </a:lnTo>
                  <a:lnTo>
                    <a:pt x="369" y="165"/>
                  </a:lnTo>
                  <a:lnTo>
                    <a:pt x="372" y="168"/>
                  </a:lnTo>
                  <a:lnTo>
                    <a:pt x="372" y="170"/>
                  </a:lnTo>
                  <a:lnTo>
                    <a:pt x="369" y="172"/>
                  </a:lnTo>
                  <a:lnTo>
                    <a:pt x="369" y="172"/>
                  </a:lnTo>
                  <a:lnTo>
                    <a:pt x="369" y="175"/>
                  </a:lnTo>
                  <a:lnTo>
                    <a:pt x="372" y="175"/>
                  </a:lnTo>
                  <a:lnTo>
                    <a:pt x="372" y="175"/>
                  </a:lnTo>
                  <a:lnTo>
                    <a:pt x="372" y="177"/>
                  </a:lnTo>
                  <a:lnTo>
                    <a:pt x="372" y="177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2"/>
                  </a:lnTo>
                  <a:lnTo>
                    <a:pt x="377" y="170"/>
                  </a:lnTo>
                  <a:lnTo>
                    <a:pt x="379" y="163"/>
                  </a:lnTo>
                  <a:lnTo>
                    <a:pt x="379" y="163"/>
                  </a:lnTo>
                  <a:lnTo>
                    <a:pt x="379" y="161"/>
                  </a:lnTo>
                  <a:lnTo>
                    <a:pt x="379" y="161"/>
                  </a:lnTo>
                  <a:lnTo>
                    <a:pt x="379" y="158"/>
                  </a:lnTo>
                  <a:lnTo>
                    <a:pt x="381" y="158"/>
                  </a:lnTo>
                  <a:lnTo>
                    <a:pt x="381" y="161"/>
                  </a:lnTo>
                  <a:lnTo>
                    <a:pt x="381" y="161"/>
                  </a:lnTo>
                  <a:lnTo>
                    <a:pt x="381" y="163"/>
                  </a:lnTo>
                  <a:lnTo>
                    <a:pt x="381" y="165"/>
                  </a:lnTo>
                  <a:lnTo>
                    <a:pt x="379" y="170"/>
                  </a:lnTo>
                  <a:lnTo>
                    <a:pt x="379" y="175"/>
                  </a:lnTo>
                  <a:lnTo>
                    <a:pt x="379" y="177"/>
                  </a:lnTo>
                  <a:lnTo>
                    <a:pt x="381" y="179"/>
                  </a:lnTo>
                  <a:lnTo>
                    <a:pt x="381" y="179"/>
                  </a:lnTo>
                  <a:lnTo>
                    <a:pt x="386" y="179"/>
                  </a:lnTo>
                  <a:lnTo>
                    <a:pt x="388" y="179"/>
                  </a:lnTo>
                  <a:lnTo>
                    <a:pt x="386" y="182"/>
                  </a:lnTo>
                  <a:lnTo>
                    <a:pt x="381" y="184"/>
                  </a:lnTo>
                  <a:lnTo>
                    <a:pt x="379" y="187"/>
                  </a:lnTo>
                  <a:lnTo>
                    <a:pt x="379" y="191"/>
                  </a:lnTo>
                  <a:lnTo>
                    <a:pt x="379" y="194"/>
                  </a:lnTo>
                  <a:lnTo>
                    <a:pt x="379" y="194"/>
                  </a:lnTo>
                  <a:lnTo>
                    <a:pt x="381" y="194"/>
                  </a:lnTo>
                  <a:lnTo>
                    <a:pt x="381" y="194"/>
                  </a:lnTo>
                  <a:lnTo>
                    <a:pt x="381" y="194"/>
                  </a:lnTo>
                  <a:lnTo>
                    <a:pt x="381" y="191"/>
                  </a:lnTo>
                  <a:lnTo>
                    <a:pt x="381" y="191"/>
                  </a:lnTo>
                  <a:lnTo>
                    <a:pt x="384" y="189"/>
                  </a:lnTo>
                  <a:lnTo>
                    <a:pt x="388" y="189"/>
                  </a:lnTo>
                  <a:lnTo>
                    <a:pt x="391" y="189"/>
                  </a:lnTo>
                  <a:lnTo>
                    <a:pt x="391" y="189"/>
                  </a:lnTo>
                  <a:lnTo>
                    <a:pt x="393" y="187"/>
                  </a:lnTo>
                  <a:lnTo>
                    <a:pt x="393" y="189"/>
                  </a:lnTo>
                  <a:lnTo>
                    <a:pt x="395" y="189"/>
                  </a:lnTo>
                  <a:lnTo>
                    <a:pt x="393" y="189"/>
                  </a:lnTo>
                  <a:lnTo>
                    <a:pt x="391" y="191"/>
                  </a:lnTo>
                  <a:lnTo>
                    <a:pt x="391" y="191"/>
                  </a:lnTo>
                  <a:lnTo>
                    <a:pt x="391" y="191"/>
                  </a:lnTo>
                  <a:lnTo>
                    <a:pt x="391" y="194"/>
                  </a:lnTo>
                  <a:lnTo>
                    <a:pt x="391" y="194"/>
                  </a:lnTo>
                  <a:lnTo>
                    <a:pt x="388" y="196"/>
                  </a:lnTo>
                  <a:lnTo>
                    <a:pt x="388" y="196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88" y="198"/>
                  </a:lnTo>
                  <a:lnTo>
                    <a:pt x="391" y="198"/>
                  </a:lnTo>
                  <a:lnTo>
                    <a:pt x="391" y="196"/>
                  </a:lnTo>
                  <a:lnTo>
                    <a:pt x="393" y="196"/>
                  </a:lnTo>
                  <a:lnTo>
                    <a:pt x="395" y="196"/>
                  </a:lnTo>
                  <a:lnTo>
                    <a:pt x="395" y="196"/>
                  </a:lnTo>
                  <a:lnTo>
                    <a:pt x="395" y="194"/>
                  </a:lnTo>
                  <a:lnTo>
                    <a:pt x="398" y="191"/>
                  </a:lnTo>
                  <a:lnTo>
                    <a:pt x="398" y="191"/>
                  </a:lnTo>
                  <a:lnTo>
                    <a:pt x="398" y="196"/>
                  </a:lnTo>
                  <a:lnTo>
                    <a:pt x="395" y="201"/>
                  </a:lnTo>
                  <a:lnTo>
                    <a:pt x="393" y="201"/>
                  </a:lnTo>
                  <a:lnTo>
                    <a:pt x="393" y="203"/>
                  </a:lnTo>
                  <a:lnTo>
                    <a:pt x="391" y="203"/>
                  </a:lnTo>
                  <a:lnTo>
                    <a:pt x="391" y="203"/>
                  </a:lnTo>
                  <a:lnTo>
                    <a:pt x="391" y="205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88" y="210"/>
                  </a:lnTo>
                  <a:lnTo>
                    <a:pt x="391" y="210"/>
                  </a:lnTo>
                  <a:lnTo>
                    <a:pt x="391" y="210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7"/>
                  </a:lnTo>
                  <a:lnTo>
                    <a:pt x="393" y="217"/>
                  </a:lnTo>
                  <a:lnTo>
                    <a:pt x="393" y="215"/>
                  </a:lnTo>
                  <a:lnTo>
                    <a:pt x="395" y="213"/>
                  </a:lnTo>
                  <a:lnTo>
                    <a:pt x="398" y="210"/>
                  </a:lnTo>
                  <a:lnTo>
                    <a:pt x="400" y="208"/>
                  </a:lnTo>
                  <a:lnTo>
                    <a:pt x="410" y="208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05"/>
                  </a:lnTo>
                  <a:lnTo>
                    <a:pt x="414" y="203"/>
                  </a:lnTo>
                  <a:lnTo>
                    <a:pt x="414" y="203"/>
                  </a:lnTo>
                  <a:lnTo>
                    <a:pt x="417" y="203"/>
                  </a:lnTo>
                  <a:lnTo>
                    <a:pt x="419" y="201"/>
                  </a:lnTo>
                  <a:lnTo>
                    <a:pt x="424" y="201"/>
                  </a:lnTo>
                  <a:lnTo>
                    <a:pt x="429" y="198"/>
                  </a:lnTo>
                  <a:lnTo>
                    <a:pt x="433" y="196"/>
                  </a:lnTo>
                  <a:lnTo>
                    <a:pt x="436" y="196"/>
                  </a:lnTo>
                  <a:lnTo>
                    <a:pt x="436" y="196"/>
                  </a:lnTo>
                  <a:lnTo>
                    <a:pt x="436" y="194"/>
                  </a:lnTo>
                  <a:lnTo>
                    <a:pt x="438" y="187"/>
                  </a:lnTo>
                  <a:lnTo>
                    <a:pt x="436" y="187"/>
                  </a:lnTo>
                  <a:lnTo>
                    <a:pt x="438" y="187"/>
                  </a:lnTo>
                  <a:lnTo>
                    <a:pt x="438" y="184"/>
                  </a:lnTo>
                  <a:lnTo>
                    <a:pt x="438" y="182"/>
                  </a:lnTo>
                  <a:lnTo>
                    <a:pt x="440" y="182"/>
                  </a:lnTo>
                  <a:lnTo>
                    <a:pt x="443" y="182"/>
                  </a:lnTo>
                  <a:lnTo>
                    <a:pt x="443" y="182"/>
                  </a:lnTo>
                  <a:lnTo>
                    <a:pt x="443" y="182"/>
                  </a:lnTo>
                  <a:lnTo>
                    <a:pt x="443" y="177"/>
                  </a:lnTo>
                  <a:lnTo>
                    <a:pt x="443" y="177"/>
                  </a:lnTo>
                  <a:lnTo>
                    <a:pt x="445" y="175"/>
                  </a:lnTo>
                  <a:lnTo>
                    <a:pt x="443" y="168"/>
                  </a:lnTo>
                  <a:lnTo>
                    <a:pt x="445" y="165"/>
                  </a:lnTo>
                  <a:lnTo>
                    <a:pt x="445" y="165"/>
                  </a:lnTo>
                  <a:lnTo>
                    <a:pt x="448" y="163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52" y="165"/>
                  </a:lnTo>
                  <a:lnTo>
                    <a:pt x="452" y="1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8" name="Freeform 36">
              <a:extLst>
                <a:ext uri="{FF2B5EF4-FFF2-40B4-BE49-F238E27FC236}">
                  <a16:creationId xmlns:a16="http://schemas.microsoft.com/office/drawing/2014/main" id="{EAC1DC74-0E9E-4DA2-B4A5-C23E272EF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1129" y="2215875"/>
              <a:ext cx="333256" cy="171820"/>
            </a:xfrm>
            <a:custGeom>
              <a:avLst/>
              <a:gdLst>
                <a:gd name="T0" fmla="*/ 341 w 353"/>
                <a:gd name="T1" fmla="*/ 165 h 182"/>
                <a:gd name="T2" fmla="*/ 338 w 353"/>
                <a:gd name="T3" fmla="*/ 170 h 182"/>
                <a:gd name="T4" fmla="*/ 350 w 353"/>
                <a:gd name="T5" fmla="*/ 165 h 182"/>
                <a:gd name="T6" fmla="*/ 305 w 353"/>
                <a:gd name="T7" fmla="*/ 168 h 182"/>
                <a:gd name="T8" fmla="*/ 289 w 353"/>
                <a:gd name="T9" fmla="*/ 158 h 182"/>
                <a:gd name="T10" fmla="*/ 277 w 353"/>
                <a:gd name="T11" fmla="*/ 175 h 182"/>
                <a:gd name="T12" fmla="*/ 277 w 353"/>
                <a:gd name="T13" fmla="*/ 180 h 182"/>
                <a:gd name="T14" fmla="*/ 341 w 353"/>
                <a:gd name="T15" fmla="*/ 125 h 182"/>
                <a:gd name="T16" fmla="*/ 338 w 353"/>
                <a:gd name="T17" fmla="*/ 106 h 182"/>
                <a:gd name="T18" fmla="*/ 336 w 353"/>
                <a:gd name="T19" fmla="*/ 101 h 182"/>
                <a:gd name="T20" fmla="*/ 308 w 353"/>
                <a:gd name="T21" fmla="*/ 75 h 182"/>
                <a:gd name="T22" fmla="*/ 303 w 353"/>
                <a:gd name="T23" fmla="*/ 82 h 182"/>
                <a:gd name="T24" fmla="*/ 317 w 353"/>
                <a:gd name="T25" fmla="*/ 82 h 182"/>
                <a:gd name="T26" fmla="*/ 327 w 353"/>
                <a:gd name="T27" fmla="*/ 92 h 182"/>
                <a:gd name="T28" fmla="*/ 329 w 353"/>
                <a:gd name="T29" fmla="*/ 109 h 182"/>
                <a:gd name="T30" fmla="*/ 308 w 353"/>
                <a:gd name="T31" fmla="*/ 123 h 182"/>
                <a:gd name="T32" fmla="*/ 275 w 353"/>
                <a:gd name="T33" fmla="*/ 101 h 182"/>
                <a:gd name="T34" fmla="*/ 263 w 353"/>
                <a:gd name="T35" fmla="*/ 92 h 182"/>
                <a:gd name="T36" fmla="*/ 270 w 353"/>
                <a:gd name="T37" fmla="*/ 97 h 182"/>
                <a:gd name="T38" fmla="*/ 253 w 353"/>
                <a:gd name="T39" fmla="*/ 80 h 182"/>
                <a:gd name="T40" fmla="*/ 232 w 353"/>
                <a:gd name="T41" fmla="*/ 68 h 182"/>
                <a:gd name="T42" fmla="*/ 232 w 353"/>
                <a:gd name="T43" fmla="*/ 75 h 182"/>
                <a:gd name="T44" fmla="*/ 227 w 353"/>
                <a:gd name="T45" fmla="*/ 73 h 182"/>
                <a:gd name="T46" fmla="*/ 220 w 353"/>
                <a:gd name="T47" fmla="*/ 68 h 182"/>
                <a:gd name="T48" fmla="*/ 220 w 353"/>
                <a:gd name="T49" fmla="*/ 64 h 182"/>
                <a:gd name="T50" fmla="*/ 223 w 353"/>
                <a:gd name="T51" fmla="*/ 56 h 182"/>
                <a:gd name="T52" fmla="*/ 227 w 353"/>
                <a:gd name="T53" fmla="*/ 49 h 182"/>
                <a:gd name="T54" fmla="*/ 230 w 353"/>
                <a:gd name="T55" fmla="*/ 42 h 182"/>
                <a:gd name="T56" fmla="*/ 232 w 353"/>
                <a:gd name="T57" fmla="*/ 35 h 182"/>
                <a:gd name="T58" fmla="*/ 249 w 353"/>
                <a:gd name="T59" fmla="*/ 26 h 182"/>
                <a:gd name="T60" fmla="*/ 249 w 353"/>
                <a:gd name="T61" fmla="*/ 19 h 182"/>
                <a:gd name="T62" fmla="*/ 241 w 353"/>
                <a:gd name="T63" fmla="*/ 23 h 182"/>
                <a:gd name="T64" fmla="*/ 227 w 353"/>
                <a:gd name="T65" fmla="*/ 14 h 182"/>
                <a:gd name="T66" fmla="*/ 223 w 353"/>
                <a:gd name="T67" fmla="*/ 7 h 182"/>
                <a:gd name="T68" fmla="*/ 213 w 353"/>
                <a:gd name="T69" fmla="*/ 0 h 182"/>
                <a:gd name="T70" fmla="*/ 199 w 353"/>
                <a:gd name="T71" fmla="*/ 14 h 182"/>
                <a:gd name="T72" fmla="*/ 192 w 353"/>
                <a:gd name="T73" fmla="*/ 21 h 182"/>
                <a:gd name="T74" fmla="*/ 185 w 353"/>
                <a:gd name="T75" fmla="*/ 33 h 182"/>
                <a:gd name="T76" fmla="*/ 130 w 353"/>
                <a:gd name="T77" fmla="*/ 45 h 182"/>
                <a:gd name="T78" fmla="*/ 78 w 353"/>
                <a:gd name="T79" fmla="*/ 56 h 182"/>
                <a:gd name="T80" fmla="*/ 78 w 353"/>
                <a:gd name="T81" fmla="*/ 56 h 182"/>
                <a:gd name="T82" fmla="*/ 31 w 353"/>
                <a:gd name="T83" fmla="*/ 66 h 182"/>
                <a:gd name="T84" fmla="*/ 3 w 353"/>
                <a:gd name="T85" fmla="*/ 113 h 182"/>
                <a:gd name="T86" fmla="*/ 50 w 353"/>
                <a:gd name="T87" fmla="*/ 149 h 182"/>
                <a:gd name="T88" fmla="*/ 88 w 353"/>
                <a:gd name="T89" fmla="*/ 142 h 182"/>
                <a:gd name="T90" fmla="*/ 175 w 353"/>
                <a:gd name="T91" fmla="*/ 120 h 182"/>
                <a:gd name="T92" fmla="*/ 204 w 353"/>
                <a:gd name="T93" fmla="*/ 127 h 182"/>
                <a:gd name="T94" fmla="*/ 208 w 353"/>
                <a:gd name="T95" fmla="*/ 139 h 182"/>
                <a:gd name="T96" fmla="*/ 220 w 353"/>
                <a:gd name="T97" fmla="*/ 146 h 182"/>
                <a:gd name="T98" fmla="*/ 225 w 353"/>
                <a:gd name="T99" fmla="*/ 149 h 182"/>
                <a:gd name="T100" fmla="*/ 237 w 353"/>
                <a:gd name="T101" fmla="*/ 168 h 182"/>
                <a:gd name="T102" fmla="*/ 241 w 353"/>
                <a:gd name="T103" fmla="*/ 165 h 182"/>
                <a:gd name="T104" fmla="*/ 253 w 353"/>
                <a:gd name="T105" fmla="*/ 153 h 182"/>
                <a:gd name="T106" fmla="*/ 258 w 353"/>
                <a:gd name="T107" fmla="*/ 149 h 182"/>
                <a:gd name="T108" fmla="*/ 267 w 353"/>
                <a:gd name="T109" fmla="*/ 139 h 182"/>
                <a:gd name="T110" fmla="*/ 275 w 353"/>
                <a:gd name="T111" fmla="*/ 130 h 182"/>
                <a:gd name="T112" fmla="*/ 275 w 353"/>
                <a:gd name="T113" fmla="*/ 137 h 182"/>
                <a:gd name="T114" fmla="*/ 293 w 353"/>
                <a:gd name="T115" fmla="*/ 144 h 182"/>
                <a:gd name="T116" fmla="*/ 308 w 353"/>
                <a:gd name="T117" fmla="*/ 132 h 182"/>
                <a:gd name="T118" fmla="*/ 320 w 353"/>
                <a:gd name="T119" fmla="*/ 12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3" h="182">
                  <a:moveTo>
                    <a:pt x="350" y="165"/>
                  </a:moveTo>
                  <a:lnTo>
                    <a:pt x="346" y="161"/>
                  </a:lnTo>
                  <a:lnTo>
                    <a:pt x="343" y="156"/>
                  </a:lnTo>
                  <a:lnTo>
                    <a:pt x="343" y="156"/>
                  </a:lnTo>
                  <a:lnTo>
                    <a:pt x="341" y="153"/>
                  </a:lnTo>
                  <a:lnTo>
                    <a:pt x="341" y="153"/>
                  </a:lnTo>
                  <a:lnTo>
                    <a:pt x="341" y="153"/>
                  </a:lnTo>
                  <a:lnTo>
                    <a:pt x="341" y="158"/>
                  </a:lnTo>
                  <a:lnTo>
                    <a:pt x="341" y="161"/>
                  </a:lnTo>
                  <a:lnTo>
                    <a:pt x="341" y="165"/>
                  </a:lnTo>
                  <a:lnTo>
                    <a:pt x="341" y="165"/>
                  </a:lnTo>
                  <a:lnTo>
                    <a:pt x="343" y="161"/>
                  </a:lnTo>
                  <a:lnTo>
                    <a:pt x="346" y="161"/>
                  </a:lnTo>
                  <a:lnTo>
                    <a:pt x="346" y="163"/>
                  </a:lnTo>
                  <a:lnTo>
                    <a:pt x="343" y="163"/>
                  </a:lnTo>
                  <a:lnTo>
                    <a:pt x="343" y="165"/>
                  </a:lnTo>
                  <a:lnTo>
                    <a:pt x="341" y="168"/>
                  </a:lnTo>
                  <a:lnTo>
                    <a:pt x="341" y="168"/>
                  </a:lnTo>
                  <a:lnTo>
                    <a:pt x="341" y="168"/>
                  </a:lnTo>
                  <a:lnTo>
                    <a:pt x="338" y="170"/>
                  </a:lnTo>
                  <a:lnTo>
                    <a:pt x="338" y="168"/>
                  </a:lnTo>
                  <a:lnTo>
                    <a:pt x="336" y="168"/>
                  </a:lnTo>
                  <a:lnTo>
                    <a:pt x="334" y="170"/>
                  </a:lnTo>
                  <a:lnTo>
                    <a:pt x="327" y="172"/>
                  </a:lnTo>
                  <a:lnTo>
                    <a:pt x="327" y="172"/>
                  </a:lnTo>
                  <a:lnTo>
                    <a:pt x="338" y="175"/>
                  </a:lnTo>
                  <a:lnTo>
                    <a:pt x="343" y="172"/>
                  </a:lnTo>
                  <a:lnTo>
                    <a:pt x="348" y="172"/>
                  </a:lnTo>
                  <a:lnTo>
                    <a:pt x="353" y="168"/>
                  </a:lnTo>
                  <a:lnTo>
                    <a:pt x="350" y="165"/>
                  </a:lnTo>
                  <a:close/>
                  <a:moveTo>
                    <a:pt x="303" y="163"/>
                  </a:moveTo>
                  <a:lnTo>
                    <a:pt x="301" y="161"/>
                  </a:lnTo>
                  <a:lnTo>
                    <a:pt x="301" y="163"/>
                  </a:lnTo>
                  <a:lnTo>
                    <a:pt x="301" y="165"/>
                  </a:lnTo>
                  <a:lnTo>
                    <a:pt x="298" y="168"/>
                  </a:lnTo>
                  <a:lnTo>
                    <a:pt x="298" y="168"/>
                  </a:lnTo>
                  <a:lnTo>
                    <a:pt x="301" y="170"/>
                  </a:lnTo>
                  <a:lnTo>
                    <a:pt x="303" y="170"/>
                  </a:lnTo>
                  <a:lnTo>
                    <a:pt x="303" y="170"/>
                  </a:lnTo>
                  <a:lnTo>
                    <a:pt x="305" y="168"/>
                  </a:lnTo>
                  <a:lnTo>
                    <a:pt x="303" y="168"/>
                  </a:lnTo>
                  <a:lnTo>
                    <a:pt x="303" y="163"/>
                  </a:lnTo>
                  <a:close/>
                  <a:moveTo>
                    <a:pt x="293" y="165"/>
                  </a:moveTo>
                  <a:lnTo>
                    <a:pt x="291" y="165"/>
                  </a:lnTo>
                  <a:lnTo>
                    <a:pt x="291" y="165"/>
                  </a:lnTo>
                  <a:lnTo>
                    <a:pt x="291" y="163"/>
                  </a:lnTo>
                  <a:lnTo>
                    <a:pt x="293" y="163"/>
                  </a:lnTo>
                  <a:lnTo>
                    <a:pt x="293" y="161"/>
                  </a:lnTo>
                  <a:lnTo>
                    <a:pt x="291" y="158"/>
                  </a:lnTo>
                  <a:lnTo>
                    <a:pt x="289" y="158"/>
                  </a:lnTo>
                  <a:lnTo>
                    <a:pt x="289" y="161"/>
                  </a:lnTo>
                  <a:lnTo>
                    <a:pt x="289" y="163"/>
                  </a:lnTo>
                  <a:lnTo>
                    <a:pt x="286" y="163"/>
                  </a:lnTo>
                  <a:lnTo>
                    <a:pt x="286" y="161"/>
                  </a:lnTo>
                  <a:lnTo>
                    <a:pt x="286" y="161"/>
                  </a:lnTo>
                  <a:lnTo>
                    <a:pt x="282" y="163"/>
                  </a:lnTo>
                  <a:lnTo>
                    <a:pt x="279" y="168"/>
                  </a:lnTo>
                  <a:lnTo>
                    <a:pt x="279" y="168"/>
                  </a:lnTo>
                  <a:lnTo>
                    <a:pt x="277" y="170"/>
                  </a:lnTo>
                  <a:lnTo>
                    <a:pt x="277" y="175"/>
                  </a:lnTo>
                  <a:lnTo>
                    <a:pt x="277" y="175"/>
                  </a:lnTo>
                  <a:lnTo>
                    <a:pt x="275" y="177"/>
                  </a:lnTo>
                  <a:lnTo>
                    <a:pt x="267" y="180"/>
                  </a:lnTo>
                  <a:lnTo>
                    <a:pt x="270" y="180"/>
                  </a:lnTo>
                  <a:lnTo>
                    <a:pt x="270" y="180"/>
                  </a:lnTo>
                  <a:lnTo>
                    <a:pt x="272" y="182"/>
                  </a:lnTo>
                  <a:lnTo>
                    <a:pt x="275" y="182"/>
                  </a:lnTo>
                  <a:lnTo>
                    <a:pt x="275" y="182"/>
                  </a:lnTo>
                  <a:lnTo>
                    <a:pt x="277" y="182"/>
                  </a:lnTo>
                  <a:lnTo>
                    <a:pt x="277" y="180"/>
                  </a:lnTo>
                  <a:lnTo>
                    <a:pt x="279" y="180"/>
                  </a:lnTo>
                  <a:lnTo>
                    <a:pt x="282" y="177"/>
                  </a:lnTo>
                  <a:lnTo>
                    <a:pt x="284" y="175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6" y="165"/>
                  </a:lnTo>
                  <a:lnTo>
                    <a:pt x="293" y="165"/>
                  </a:lnTo>
                  <a:close/>
                  <a:moveTo>
                    <a:pt x="338" y="135"/>
                  </a:moveTo>
                  <a:lnTo>
                    <a:pt x="338" y="127"/>
                  </a:lnTo>
                  <a:lnTo>
                    <a:pt x="341" y="125"/>
                  </a:lnTo>
                  <a:lnTo>
                    <a:pt x="341" y="125"/>
                  </a:lnTo>
                  <a:lnTo>
                    <a:pt x="341" y="123"/>
                  </a:lnTo>
                  <a:lnTo>
                    <a:pt x="338" y="123"/>
                  </a:lnTo>
                  <a:lnTo>
                    <a:pt x="338" y="123"/>
                  </a:lnTo>
                  <a:lnTo>
                    <a:pt x="338" y="125"/>
                  </a:lnTo>
                  <a:lnTo>
                    <a:pt x="338" y="137"/>
                  </a:lnTo>
                  <a:lnTo>
                    <a:pt x="338" y="135"/>
                  </a:lnTo>
                  <a:close/>
                  <a:moveTo>
                    <a:pt x="341" y="120"/>
                  </a:moveTo>
                  <a:lnTo>
                    <a:pt x="338" y="111"/>
                  </a:lnTo>
                  <a:lnTo>
                    <a:pt x="338" y="106"/>
                  </a:lnTo>
                  <a:lnTo>
                    <a:pt x="336" y="104"/>
                  </a:lnTo>
                  <a:lnTo>
                    <a:pt x="334" y="104"/>
                  </a:lnTo>
                  <a:lnTo>
                    <a:pt x="334" y="106"/>
                  </a:lnTo>
                  <a:lnTo>
                    <a:pt x="334" y="104"/>
                  </a:lnTo>
                  <a:lnTo>
                    <a:pt x="331" y="101"/>
                  </a:lnTo>
                  <a:lnTo>
                    <a:pt x="331" y="99"/>
                  </a:lnTo>
                  <a:lnTo>
                    <a:pt x="334" y="99"/>
                  </a:lnTo>
                  <a:lnTo>
                    <a:pt x="336" y="101"/>
                  </a:lnTo>
                  <a:lnTo>
                    <a:pt x="336" y="101"/>
                  </a:lnTo>
                  <a:lnTo>
                    <a:pt x="336" y="101"/>
                  </a:lnTo>
                  <a:lnTo>
                    <a:pt x="336" y="99"/>
                  </a:lnTo>
                  <a:lnTo>
                    <a:pt x="336" y="99"/>
                  </a:lnTo>
                  <a:lnTo>
                    <a:pt x="334" y="97"/>
                  </a:lnTo>
                  <a:lnTo>
                    <a:pt x="327" y="85"/>
                  </a:lnTo>
                  <a:lnTo>
                    <a:pt x="324" y="82"/>
                  </a:lnTo>
                  <a:lnTo>
                    <a:pt x="317" y="78"/>
                  </a:lnTo>
                  <a:lnTo>
                    <a:pt x="315" y="78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8" y="75"/>
                  </a:lnTo>
                  <a:lnTo>
                    <a:pt x="303" y="78"/>
                  </a:lnTo>
                  <a:lnTo>
                    <a:pt x="301" y="78"/>
                  </a:lnTo>
                  <a:lnTo>
                    <a:pt x="301" y="78"/>
                  </a:lnTo>
                  <a:lnTo>
                    <a:pt x="301" y="78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1" y="80"/>
                  </a:lnTo>
                  <a:lnTo>
                    <a:pt x="303" y="82"/>
                  </a:lnTo>
                  <a:lnTo>
                    <a:pt x="305" y="85"/>
                  </a:lnTo>
                  <a:lnTo>
                    <a:pt x="305" y="85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5" y="82"/>
                  </a:lnTo>
                  <a:lnTo>
                    <a:pt x="308" y="80"/>
                  </a:lnTo>
                  <a:lnTo>
                    <a:pt x="310" y="78"/>
                  </a:lnTo>
                  <a:lnTo>
                    <a:pt x="315" y="80"/>
                  </a:lnTo>
                  <a:lnTo>
                    <a:pt x="317" y="82"/>
                  </a:lnTo>
                  <a:lnTo>
                    <a:pt x="317" y="85"/>
                  </a:lnTo>
                  <a:lnTo>
                    <a:pt x="320" y="90"/>
                  </a:lnTo>
                  <a:lnTo>
                    <a:pt x="320" y="92"/>
                  </a:lnTo>
                  <a:lnTo>
                    <a:pt x="322" y="97"/>
                  </a:lnTo>
                  <a:lnTo>
                    <a:pt x="322" y="94"/>
                  </a:lnTo>
                  <a:lnTo>
                    <a:pt x="322" y="92"/>
                  </a:lnTo>
                  <a:lnTo>
                    <a:pt x="322" y="90"/>
                  </a:lnTo>
                  <a:lnTo>
                    <a:pt x="324" y="90"/>
                  </a:lnTo>
                  <a:lnTo>
                    <a:pt x="324" y="92"/>
                  </a:lnTo>
                  <a:lnTo>
                    <a:pt x="327" y="92"/>
                  </a:lnTo>
                  <a:lnTo>
                    <a:pt x="329" y="92"/>
                  </a:lnTo>
                  <a:lnTo>
                    <a:pt x="329" y="92"/>
                  </a:lnTo>
                  <a:lnTo>
                    <a:pt x="327" y="94"/>
                  </a:lnTo>
                  <a:lnTo>
                    <a:pt x="327" y="94"/>
                  </a:lnTo>
                  <a:lnTo>
                    <a:pt x="327" y="94"/>
                  </a:lnTo>
                  <a:lnTo>
                    <a:pt x="329" y="97"/>
                  </a:lnTo>
                  <a:lnTo>
                    <a:pt x="329" y="99"/>
                  </a:lnTo>
                  <a:lnTo>
                    <a:pt x="331" y="104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4" y="111"/>
                  </a:lnTo>
                  <a:lnTo>
                    <a:pt x="322" y="113"/>
                  </a:lnTo>
                  <a:lnTo>
                    <a:pt x="315" y="118"/>
                  </a:lnTo>
                  <a:lnTo>
                    <a:pt x="312" y="120"/>
                  </a:lnTo>
                  <a:lnTo>
                    <a:pt x="308" y="123"/>
                  </a:lnTo>
                  <a:lnTo>
                    <a:pt x="305" y="125"/>
                  </a:lnTo>
                  <a:lnTo>
                    <a:pt x="303" y="125"/>
                  </a:lnTo>
                  <a:lnTo>
                    <a:pt x="303" y="123"/>
                  </a:lnTo>
                  <a:lnTo>
                    <a:pt x="303" y="123"/>
                  </a:lnTo>
                  <a:lnTo>
                    <a:pt x="308" y="123"/>
                  </a:lnTo>
                  <a:lnTo>
                    <a:pt x="308" y="120"/>
                  </a:lnTo>
                  <a:lnTo>
                    <a:pt x="296" y="123"/>
                  </a:lnTo>
                  <a:lnTo>
                    <a:pt x="293" y="123"/>
                  </a:lnTo>
                  <a:lnTo>
                    <a:pt x="286" y="120"/>
                  </a:lnTo>
                  <a:lnTo>
                    <a:pt x="282" y="118"/>
                  </a:lnTo>
                  <a:lnTo>
                    <a:pt x="282" y="116"/>
                  </a:lnTo>
                  <a:lnTo>
                    <a:pt x="282" y="111"/>
                  </a:lnTo>
                  <a:lnTo>
                    <a:pt x="279" y="106"/>
                  </a:lnTo>
                  <a:lnTo>
                    <a:pt x="277" y="104"/>
                  </a:lnTo>
                  <a:lnTo>
                    <a:pt x="275" y="101"/>
                  </a:lnTo>
                  <a:lnTo>
                    <a:pt x="270" y="104"/>
                  </a:lnTo>
                  <a:lnTo>
                    <a:pt x="270" y="104"/>
                  </a:lnTo>
                  <a:lnTo>
                    <a:pt x="267" y="104"/>
                  </a:lnTo>
                  <a:lnTo>
                    <a:pt x="260" y="99"/>
                  </a:lnTo>
                  <a:lnTo>
                    <a:pt x="260" y="99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9"/>
                  </a:lnTo>
                  <a:lnTo>
                    <a:pt x="263" y="92"/>
                  </a:lnTo>
                  <a:lnTo>
                    <a:pt x="263" y="92"/>
                  </a:lnTo>
                  <a:lnTo>
                    <a:pt x="265" y="92"/>
                  </a:lnTo>
                  <a:lnTo>
                    <a:pt x="265" y="92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65" y="97"/>
                  </a:lnTo>
                  <a:lnTo>
                    <a:pt x="267" y="97"/>
                  </a:lnTo>
                  <a:lnTo>
                    <a:pt x="267" y="97"/>
                  </a:lnTo>
                  <a:lnTo>
                    <a:pt x="270" y="97"/>
                  </a:lnTo>
                  <a:lnTo>
                    <a:pt x="270" y="97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65" y="92"/>
                  </a:lnTo>
                  <a:lnTo>
                    <a:pt x="265" y="90"/>
                  </a:lnTo>
                  <a:lnTo>
                    <a:pt x="265" y="87"/>
                  </a:lnTo>
                  <a:lnTo>
                    <a:pt x="260" y="87"/>
                  </a:lnTo>
                  <a:lnTo>
                    <a:pt x="258" y="82"/>
                  </a:lnTo>
                  <a:lnTo>
                    <a:pt x="256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75"/>
                  </a:lnTo>
                  <a:lnTo>
                    <a:pt x="253" y="75"/>
                  </a:lnTo>
                  <a:lnTo>
                    <a:pt x="249" y="73"/>
                  </a:lnTo>
                  <a:lnTo>
                    <a:pt x="246" y="73"/>
                  </a:lnTo>
                  <a:lnTo>
                    <a:pt x="244" y="71"/>
                  </a:lnTo>
                  <a:lnTo>
                    <a:pt x="239" y="71"/>
                  </a:lnTo>
                  <a:lnTo>
                    <a:pt x="237" y="71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234" y="71"/>
                  </a:lnTo>
                  <a:lnTo>
                    <a:pt x="234" y="71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4" y="73"/>
                  </a:lnTo>
                  <a:lnTo>
                    <a:pt x="234" y="75"/>
                  </a:lnTo>
                  <a:lnTo>
                    <a:pt x="232" y="75"/>
                  </a:lnTo>
                  <a:lnTo>
                    <a:pt x="232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27" y="78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7" y="73"/>
                  </a:lnTo>
                  <a:lnTo>
                    <a:pt x="225" y="73"/>
                  </a:lnTo>
                  <a:lnTo>
                    <a:pt x="225" y="73"/>
                  </a:lnTo>
                  <a:lnTo>
                    <a:pt x="225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0" y="73"/>
                  </a:lnTo>
                  <a:lnTo>
                    <a:pt x="218" y="71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0" y="66"/>
                  </a:lnTo>
                  <a:lnTo>
                    <a:pt x="218" y="66"/>
                  </a:lnTo>
                  <a:lnTo>
                    <a:pt x="218" y="66"/>
                  </a:lnTo>
                  <a:lnTo>
                    <a:pt x="218" y="64"/>
                  </a:lnTo>
                  <a:lnTo>
                    <a:pt x="220" y="64"/>
                  </a:lnTo>
                  <a:lnTo>
                    <a:pt x="223" y="66"/>
                  </a:lnTo>
                  <a:lnTo>
                    <a:pt x="223" y="64"/>
                  </a:lnTo>
                  <a:lnTo>
                    <a:pt x="223" y="64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3" y="64"/>
                  </a:lnTo>
                  <a:lnTo>
                    <a:pt x="223" y="64"/>
                  </a:lnTo>
                  <a:lnTo>
                    <a:pt x="225" y="64"/>
                  </a:lnTo>
                  <a:lnTo>
                    <a:pt x="227" y="64"/>
                  </a:lnTo>
                  <a:lnTo>
                    <a:pt x="225" y="64"/>
                  </a:lnTo>
                  <a:lnTo>
                    <a:pt x="225" y="61"/>
                  </a:lnTo>
                  <a:lnTo>
                    <a:pt x="223" y="59"/>
                  </a:lnTo>
                  <a:lnTo>
                    <a:pt x="223" y="56"/>
                  </a:lnTo>
                  <a:lnTo>
                    <a:pt x="223" y="56"/>
                  </a:lnTo>
                  <a:lnTo>
                    <a:pt x="223" y="54"/>
                  </a:lnTo>
                  <a:lnTo>
                    <a:pt x="225" y="54"/>
                  </a:lnTo>
                  <a:lnTo>
                    <a:pt x="227" y="56"/>
                  </a:lnTo>
                  <a:lnTo>
                    <a:pt x="230" y="54"/>
                  </a:lnTo>
                  <a:lnTo>
                    <a:pt x="227" y="54"/>
                  </a:lnTo>
                  <a:lnTo>
                    <a:pt x="227" y="54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30" y="49"/>
                  </a:lnTo>
                  <a:lnTo>
                    <a:pt x="230" y="47"/>
                  </a:lnTo>
                  <a:lnTo>
                    <a:pt x="230" y="47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27" y="45"/>
                  </a:lnTo>
                  <a:lnTo>
                    <a:pt x="227" y="45"/>
                  </a:lnTo>
                  <a:lnTo>
                    <a:pt x="227" y="45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0"/>
                  </a:lnTo>
                  <a:lnTo>
                    <a:pt x="230" y="40"/>
                  </a:lnTo>
                  <a:lnTo>
                    <a:pt x="232" y="35"/>
                  </a:lnTo>
                  <a:lnTo>
                    <a:pt x="241" y="30"/>
                  </a:lnTo>
                  <a:lnTo>
                    <a:pt x="244" y="30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44" y="26"/>
                  </a:lnTo>
                  <a:lnTo>
                    <a:pt x="246" y="26"/>
                  </a:lnTo>
                  <a:lnTo>
                    <a:pt x="246" y="28"/>
                  </a:lnTo>
                  <a:lnTo>
                    <a:pt x="246" y="28"/>
                  </a:lnTo>
                  <a:lnTo>
                    <a:pt x="249" y="28"/>
                  </a:lnTo>
                  <a:lnTo>
                    <a:pt x="249" y="26"/>
                  </a:lnTo>
                  <a:lnTo>
                    <a:pt x="249" y="26"/>
                  </a:lnTo>
                  <a:lnTo>
                    <a:pt x="249" y="26"/>
                  </a:lnTo>
                  <a:lnTo>
                    <a:pt x="249" y="23"/>
                  </a:lnTo>
                  <a:lnTo>
                    <a:pt x="251" y="23"/>
                  </a:lnTo>
                  <a:lnTo>
                    <a:pt x="251" y="23"/>
                  </a:lnTo>
                  <a:lnTo>
                    <a:pt x="251" y="21"/>
                  </a:lnTo>
                  <a:lnTo>
                    <a:pt x="251" y="21"/>
                  </a:lnTo>
                  <a:lnTo>
                    <a:pt x="251" y="19"/>
                  </a:lnTo>
                  <a:lnTo>
                    <a:pt x="251" y="19"/>
                  </a:lnTo>
                  <a:lnTo>
                    <a:pt x="249" y="19"/>
                  </a:lnTo>
                  <a:lnTo>
                    <a:pt x="249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6"/>
                  </a:lnTo>
                  <a:lnTo>
                    <a:pt x="244" y="19"/>
                  </a:lnTo>
                  <a:lnTo>
                    <a:pt x="244" y="19"/>
                  </a:lnTo>
                  <a:lnTo>
                    <a:pt x="241" y="21"/>
                  </a:lnTo>
                  <a:lnTo>
                    <a:pt x="244" y="23"/>
                  </a:lnTo>
                  <a:lnTo>
                    <a:pt x="244" y="26"/>
                  </a:lnTo>
                  <a:lnTo>
                    <a:pt x="241" y="23"/>
                  </a:lnTo>
                  <a:lnTo>
                    <a:pt x="241" y="23"/>
                  </a:lnTo>
                  <a:lnTo>
                    <a:pt x="237" y="23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7" y="21"/>
                  </a:lnTo>
                  <a:lnTo>
                    <a:pt x="230" y="19"/>
                  </a:lnTo>
                  <a:lnTo>
                    <a:pt x="227" y="19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32" y="19"/>
                  </a:lnTo>
                  <a:lnTo>
                    <a:pt x="232" y="16"/>
                  </a:lnTo>
                  <a:lnTo>
                    <a:pt x="227" y="9"/>
                  </a:lnTo>
                  <a:lnTo>
                    <a:pt x="227" y="9"/>
                  </a:lnTo>
                  <a:lnTo>
                    <a:pt x="225" y="9"/>
                  </a:lnTo>
                  <a:lnTo>
                    <a:pt x="225" y="7"/>
                  </a:lnTo>
                  <a:lnTo>
                    <a:pt x="225" y="7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3" y="7"/>
                  </a:lnTo>
                  <a:lnTo>
                    <a:pt x="220" y="7"/>
                  </a:lnTo>
                  <a:lnTo>
                    <a:pt x="220" y="7"/>
                  </a:lnTo>
                  <a:lnTo>
                    <a:pt x="223" y="7"/>
                  </a:lnTo>
                  <a:lnTo>
                    <a:pt x="225" y="4"/>
                  </a:lnTo>
                  <a:lnTo>
                    <a:pt x="225" y="4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0" y="2"/>
                  </a:lnTo>
                  <a:lnTo>
                    <a:pt x="218" y="2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13" y="2"/>
                  </a:lnTo>
                  <a:lnTo>
                    <a:pt x="204" y="7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9" y="14"/>
                  </a:lnTo>
                  <a:lnTo>
                    <a:pt x="199" y="14"/>
                  </a:lnTo>
                  <a:lnTo>
                    <a:pt x="199" y="14"/>
                  </a:lnTo>
                  <a:lnTo>
                    <a:pt x="197" y="14"/>
                  </a:lnTo>
                  <a:lnTo>
                    <a:pt x="197" y="14"/>
                  </a:lnTo>
                  <a:lnTo>
                    <a:pt x="194" y="14"/>
                  </a:lnTo>
                  <a:lnTo>
                    <a:pt x="194" y="14"/>
                  </a:lnTo>
                  <a:lnTo>
                    <a:pt x="194" y="16"/>
                  </a:lnTo>
                  <a:lnTo>
                    <a:pt x="194" y="16"/>
                  </a:lnTo>
                  <a:lnTo>
                    <a:pt x="194" y="16"/>
                  </a:lnTo>
                  <a:lnTo>
                    <a:pt x="192" y="19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89" y="26"/>
                  </a:lnTo>
                  <a:lnTo>
                    <a:pt x="189" y="26"/>
                  </a:lnTo>
                  <a:lnTo>
                    <a:pt x="187" y="26"/>
                  </a:lnTo>
                  <a:lnTo>
                    <a:pt x="187" y="28"/>
                  </a:lnTo>
                  <a:lnTo>
                    <a:pt x="187" y="30"/>
                  </a:lnTo>
                  <a:lnTo>
                    <a:pt x="185" y="30"/>
                  </a:lnTo>
                  <a:lnTo>
                    <a:pt x="185" y="33"/>
                  </a:lnTo>
                  <a:lnTo>
                    <a:pt x="182" y="33"/>
                  </a:lnTo>
                  <a:lnTo>
                    <a:pt x="182" y="33"/>
                  </a:lnTo>
                  <a:lnTo>
                    <a:pt x="175" y="35"/>
                  </a:lnTo>
                  <a:lnTo>
                    <a:pt x="168" y="35"/>
                  </a:lnTo>
                  <a:lnTo>
                    <a:pt x="161" y="38"/>
                  </a:lnTo>
                  <a:lnTo>
                    <a:pt x="156" y="38"/>
                  </a:lnTo>
                  <a:lnTo>
                    <a:pt x="149" y="40"/>
                  </a:lnTo>
                  <a:lnTo>
                    <a:pt x="142" y="42"/>
                  </a:lnTo>
                  <a:lnTo>
                    <a:pt x="135" y="42"/>
                  </a:lnTo>
                  <a:lnTo>
                    <a:pt x="130" y="45"/>
                  </a:lnTo>
                  <a:lnTo>
                    <a:pt x="123" y="47"/>
                  </a:lnTo>
                  <a:lnTo>
                    <a:pt x="109" y="49"/>
                  </a:lnTo>
                  <a:lnTo>
                    <a:pt x="104" y="49"/>
                  </a:lnTo>
                  <a:lnTo>
                    <a:pt x="97" y="52"/>
                  </a:lnTo>
                  <a:lnTo>
                    <a:pt x="90" y="54"/>
                  </a:lnTo>
                  <a:lnTo>
                    <a:pt x="83" y="54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4" y="56"/>
                  </a:lnTo>
                  <a:lnTo>
                    <a:pt x="69" y="59"/>
                  </a:lnTo>
                  <a:lnTo>
                    <a:pt x="64" y="59"/>
                  </a:lnTo>
                  <a:lnTo>
                    <a:pt x="59" y="61"/>
                  </a:lnTo>
                  <a:lnTo>
                    <a:pt x="55" y="61"/>
                  </a:lnTo>
                  <a:lnTo>
                    <a:pt x="50" y="61"/>
                  </a:lnTo>
                  <a:lnTo>
                    <a:pt x="45" y="64"/>
                  </a:lnTo>
                  <a:lnTo>
                    <a:pt x="40" y="64"/>
                  </a:lnTo>
                  <a:lnTo>
                    <a:pt x="36" y="64"/>
                  </a:lnTo>
                  <a:lnTo>
                    <a:pt x="31" y="66"/>
                  </a:lnTo>
                  <a:lnTo>
                    <a:pt x="29" y="66"/>
                  </a:lnTo>
                  <a:lnTo>
                    <a:pt x="24" y="68"/>
                  </a:lnTo>
                  <a:lnTo>
                    <a:pt x="19" y="68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8"/>
                  </a:lnTo>
                  <a:lnTo>
                    <a:pt x="3" y="85"/>
                  </a:lnTo>
                  <a:lnTo>
                    <a:pt x="3" y="94"/>
                  </a:lnTo>
                  <a:lnTo>
                    <a:pt x="3" y="104"/>
                  </a:lnTo>
                  <a:lnTo>
                    <a:pt x="3" y="113"/>
                  </a:lnTo>
                  <a:lnTo>
                    <a:pt x="3" y="123"/>
                  </a:lnTo>
                  <a:lnTo>
                    <a:pt x="3" y="142"/>
                  </a:lnTo>
                  <a:lnTo>
                    <a:pt x="3" y="151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5" y="158"/>
                  </a:lnTo>
                  <a:lnTo>
                    <a:pt x="17" y="156"/>
                  </a:lnTo>
                  <a:lnTo>
                    <a:pt x="26" y="153"/>
                  </a:lnTo>
                  <a:lnTo>
                    <a:pt x="38" y="151"/>
                  </a:lnTo>
                  <a:lnTo>
                    <a:pt x="50" y="149"/>
                  </a:lnTo>
                  <a:lnTo>
                    <a:pt x="57" y="149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9" y="149"/>
                  </a:lnTo>
                  <a:lnTo>
                    <a:pt x="71" y="149"/>
                  </a:lnTo>
                  <a:lnTo>
                    <a:pt x="71" y="146"/>
                  </a:lnTo>
                  <a:lnTo>
                    <a:pt x="83" y="142"/>
                  </a:lnTo>
                  <a:lnTo>
                    <a:pt x="85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0" y="142"/>
                  </a:lnTo>
                  <a:lnTo>
                    <a:pt x="95" y="139"/>
                  </a:lnTo>
                  <a:lnTo>
                    <a:pt x="109" y="137"/>
                  </a:lnTo>
                  <a:lnTo>
                    <a:pt x="121" y="132"/>
                  </a:lnTo>
                  <a:lnTo>
                    <a:pt x="135" y="130"/>
                  </a:lnTo>
                  <a:lnTo>
                    <a:pt x="149" y="127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68" y="123"/>
                  </a:lnTo>
                  <a:lnTo>
                    <a:pt x="175" y="120"/>
                  </a:lnTo>
                  <a:lnTo>
                    <a:pt x="185" y="118"/>
                  </a:lnTo>
                  <a:lnTo>
                    <a:pt x="192" y="116"/>
                  </a:lnTo>
                  <a:lnTo>
                    <a:pt x="197" y="116"/>
                  </a:lnTo>
                  <a:lnTo>
                    <a:pt x="199" y="116"/>
                  </a:lnTo>
                  <a:lnTo>
                    <a:pt x="199" y="120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204" y="130"/>
                  </a:lnTo>
                  <a:lnTo>
                    <a:pt x="204" y="127"/>
                  </a:lnTo>
                  <a:lnTo>
                    <a:pt x="206" y="127"/>
                  </a:lnTo>
                  <a:lnTo>
                    <a:pt x="206" y="130"/>
                  </a:lnTo>
                  <a:lnTo>
                    <a:pt x="206" y="130"/>
                  </a:lnTo>
                  <a:lnTo>
                    <a:pt x="206" y="130"/>
                  </a:lnTo>
                  <a:lnTo>
                    <a:pt x="206" y="132"/>
                  </a:lnTo>
                  <a:lnTo>
                    <a:pt x="206" y="132"/>
                  </a:lnTo>
                  <a:lnTo>
                    <a:pt x="206" y="132"/>
                  </a:lnTo>
                  <a:lnTo>
                    <a:pt x="208" y="135"/>
                  </a:lnTo>
                  <a:lnTo>
                    <a:pt x="208" y="139"/>
                  </a:lnTo>
                  <a:lnTo>
                    <a:pt x="208" y="139"/>
                  </a:lnTo>
                  <a:lnTo>
                    <a:pt x="208" y="139"/>
                  </a:lnTo>
                  <a:lnTo>
                    <a:pt x="208" y="142"/>
                  </a:lnTo>
                  <a:lnTo>
                    <a:pt x="211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5" y="142"/>
                  </a:lnTo>
                  <a:lnTo>
                    <a:pt x="218" y="144"/>
                  </a:lnTo>
                  <a:lnTo>
                    <a:pt x="220" y="149"/>
                  </a:lnTo>
                  <a:lnTo>
                    <a:pt x="220" y="146"/>
                  </a:lnTo>
                  <a:lnTo>
                    <a:pt x="220" y="146"/>
                  </a:lnTo>
                  <a:lnTo>
                    <a:pt x="223" y="144"/>
                  </a:lnTo>
                  <a:lnTo>
                    <a:pt x="223" y="144"/>
                  </a:lnTo>
                  <a:lnTo>
                    <a:pt x="225" y="144"/>
                  </a:lnTo>
                  <a:lnTo>
                    <a:pt x="225" y="144"/>
                  </a:lnTo>
                  <a:lnTo>
                    <a:pt x="227" y="144"/>
                  </a:lnTo>
                  <a:lnTo>
                    <a:pt x="227" y="137"/>
                  </a:lnTo>
                  <a:lnTo>
                    <a:pt x="227" y="135"/>
                  </a:lnTo>
                  <a:lnTo>
                    <a:pt x="230" y="135"/>
                  </a:lnTo>
                  <a:lnTo>
                    <a:pt x="230" y="139"/>
                  </a:lnTo>
                  <a:lnTo>
                    <a:pt x="225" y="149"/>
                  </a:lnTo>
                  <a:lnTo>
                    <a:pt x="225" y="153"/>
                  </a:lnTo>
                  <a:lnTo>
                    <a:pt x="225" y="156"/>
                  </a:lnTo>
                  <a:lnTo>
                    <a:pt x="227" y="161"/>
                  </a:lnTo>
                  <a:lnTo>
                    <a:pt x="227" y="165"/>
                  </a:lnTo>
                  <a:lnTo>
                    <a:pt x="230" y="170"/>
                  </a:lnTo>
                  <a:lnTo>
                    <a:pt x="230" y="170"/>
                  </a:lnTo>
                  <a:lnTo>
                    <a:pt x="230" y="172"/>
                  </a:lnTo>
                  <a:lnTo>
                    <a:pt x="232" y="172"/>
                  </a:lnTo>
                  <a:lnTo>
                    <a:pt x="232" y="175"/>
                  </a:lnTo>
                  <a:lnTo>
                    <a:pt x="237" y="168"/>
                  </a:lnTo>
                  <a:lnTo>
                    <a:pt x="239" y="165"/>
                  </a:lnTo>
                  <a:lnTo>
                    <a:pt x="239" y="165"/>
                  </a:lnTo>
                  <a:lnTo>
                    <a:pt x="237" y="165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4" y="161"/>
                  </a:lnTo>
                  <a:lnTo>
                    <a:pt x="244" y="163"/>
                  </a:lnTo>
                  <a:lnTo>
                    <a:pt x="244" y="165"/>
                  </a:lnTo>
                  <a:lnTo>
                    <a:pt x="241" y="165"/>
                  </a:lnTo>
                  <a:lnTo>
                    <a:pt x="246" y="168"/>
                  </a:lnTo>
                  <a:lnTo>
                    <a:pt x="249" y="165"/>
                  </a:lnTo>
                  <a:lnTo>
                    <a:pt x="251" y="161"/>
                  </a:lnTo>
                  <a:lnTo>
                    <a:pt x="251" y="163"/>
                  </a:lnTo>
                  <a:lnTo>
                    <a:pt x="251" y="163"/>
                  </a:lnTo>
                  <a:lnTo>
                    <a:pt x="251" y="163"/>
                  </a:lnTo>
                  <a:lnTo>
                    <a:pt x="253" y="161"/>
                  </a:lnTo>
                  <a:lnTo>
                    <a:pt x="253" y="158"/>
                  </a:lnTo>
                  <a:lnTo>
                    <a:pt x="253" y="156"/>
                  </a:lnTo>
                  <a:lnTo>
                    <a:pt x="253" y="153"/>
                  </a:lnTo>
                  <a:lnTo>
                    <a:pt x="253" y="151"/>
                  </a:lnTo>
                  <a:lnTo>
                    <a:pt x="253" y="149"/>
                  </a:lnTo>
                  <a:lnTo>
                    <a:pt x="256" y="149"/>
                  </a:lnTo>
                  <a:lnTo>
                    <a:pt x="256" y="149"/>
                  </a:lnTo>
                  <a:lnTo>
                    <a:pt x="258" y="149"/>
                  </a:lnTo>
                  <a:lnTo>
                    <a:pt x="258" y="151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8" y="149"/>
                  </a:lnTo>
                  <a:lnTo>
                    <a:pt x="260" y="146"/>
                  </a:lnTo>
                  <a:lnTo>
                    <a:pt x="260" y="146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2"/>
                  </a:lnTo>
                  <a:lnTo>
                    <a:pt x="265" y="144"/>
                  </a:lnTo>
                  <a:lnTo>
                    <a:pt x="267" y="142"/>
                  </a:lnTo>
                  <a:lnTo>
                    <a:pt x="267" y="139"/>
                  </a:lnTo>
                  <a:lnTo>
                    <a:pt x="267" y="137"/>
                  </a:lnTo>
                  <a:lnTo>
                    <a:pt x="270" y="137"/>
                  </a:lnTo>
                  <a:lnTo>
                    <a:pt x="267" y="137"/>
                  </a:lnTo>
                  <a:lnTo>
                    <a:pt x="267" y="135"/>
                  </a:lnTo>
                  <a:lnTo>
                    <a:pt x="267" y="130"/>
                  </a:lnTo>
                  <a:lnTo>
                    <a:pt x="267" y="130"/>
                  </a:lnTo>
                  <a:lnTo>
                    <a:pt x="270" y="130"/>
                  </a:lnTo>
                  <a:lnTo>
                    <a:pt x="275" y="132"/>
                  </a:lnTo>
                  <a:lnTo>
                    <a:pt x="275" y="132"/>
                  </a:lnTo>
                  <a:lnTo>
                    <a:pt x="275" y="130"/>
                  </a:lnTo>
                  <a:lnTo>
                    <a:pt x="275" y="130"/>
                  </a:lnTo>
                  <a:lnTo>
                    <a:pt x="275" y="130"/>
                  </a:lnTo>
                  <a:lnTo>
                    <a:pt x="277" y="130"/>
                  </a:lnTo>
                  <a:lnTo>
                    <a:pt x="277" y="130"/>
                  </a:lnTo>
                  <a:lnTo>
                    <a:pt x="275" y="132"/>
                  </a:lnTo>
                  <a:lnTo>
                    <a:pt x="277" y="132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9"/>
                  </a:lnTo>
                  <a:lnTo>
                    <a:pt x="279" y="149"/>
                  </a:lnTo>
                  <a:lnTo>
                    <a:pt x="279" y="153"/>
                  </a:lnTo>
                  <a:lnTo>
                    <a:pt x="277" y="156"/>
                  </a:lnTo>
                  <a:lnTo>
                    <a:pt x="279" y="153"/>
                  </a:lnTo>
                  <a:lnTo>
                    <a:pt x="284" y="151"/>
                  </a:lnTo>
                  <a:lnTo>
                    <a:pt x="286" y="149"/>
                  </a:lnTo>
                  <a:lnTo>
                    <a:pt x="291" y="149"/>
                  </a:lnTo>
                  <a:lnTo>
                    <a:pt x="293" y="146"/>
                  </a:lnTo>
                  <a:lnTo>
                    <a:pt x="293" y="144"/>
                  </a:lnTo>
                  <a:lnTo>
                    <a:pt x="296" y="142"/>
                  </a:lnTo>
                  <a:lnTo>
                    <a:pt x="298" y="137"/>
                  </a:lnTo>
                  <a:lnTo>
                    <a:pt x="298" y="135"/>
                  </a:lnTo>
                  <a:lnTo>
                    <a:pt x="298" y="135"/>
                  </a:lnTo>
                  <a:lnTo>
                    <a:pt x="301" y="137"/>
                  </a:lnTo>
                  <a:lnTo>
                    <a:pt x="303" y="137"/>
                  </a:lnTo>
                  <a:lnTo>
                    <a:pt x="303" y="135"/>
                  </a:lnTo>
                  <a:lnTo>
                    <a:pt x="305" y="135"/>
                  </a:lnTo>
                  <a:lnTo>
                    <a:pt x="308" y="135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2" y="130"/>
                  </a:lnTo>
                  <a:lnTo>
                    <a:pt x="312" y="135"/>
                  </a:lnTo>
                  <a:lnTo>
                    <a:pt x="312" y="135"/>
                  </a:lnTo>
                  <a:lnTo>
                    <a:pt x="312" y="135"/>
                  </a:lnTo>
                  <a:lnTo>
                    <a:pt x="315" y="132"/>
                  </a:lnTo>
                  <a:lnTo>
                    <a:pt x="315" y="130"/>
                  </a:lnTo>
                  <a:lnTo>
                    <a:pt x="315" y="130"/>
                  </a:lnTo>
                  <a:lnTo>
                    <a:pt x="317" y="130"/>
                  </a:lnTo>
                  <a:lnTo>
                    <a:pt x="320" y="127"/>
                  </a:lnTo>
                  <a:lnTo>
                    <a:pt x="324" y="125"/>
                  </a:lnTo>
                  <a:lnTo>
                    <a:pt x="336" y="120"/>
                  </a:lnTo>
                  <a:lnTo>
                    <a:pt x="341" y="12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9" name="Freeform 37">
              <a:extLst>
                <a:ext uri="{FF2B5EF4-FFF2-40B4-BE49-F238E27FC236}">
                  <a16:creationId xmlns:a16="http://schemas.microsoft.com/office/drawing/2014/main" id="{0B3EBED7-4ACB-48B6-BCCC-5C24F46C60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0830" y="3669737"/>
              <a:ext cx="551335" cy="465425"/>
            </a:xfrm>
            <a:custGeom>
              <a:avLst/>
              <a:gdLst>
                <a:gd name="T0" fmla="*/ 267 w 584"/>
                <a:gd name="T1" fmla="*/ 441 h 493"/>
                <a:gd name="T2" fmla="*/ 390 w 584"/>
                <a:gd name="T3" fmla="*/ 488 h 493"/>
                <a:gd name="T4" fmla="*/ 570 w 584"/>
                <a:gd name="T5" fmla="*/ 400 h 493"/>
                <a:gd name="T6" fmla="*/ 549 w 584"/>
                <a:gd name="T7" fmla="*/ 422 h 493"/>
                <a:gd name="T8" fmla="*/ 532 w 584"/>
                <a:gd name="T9" fmla="*/ 351 h 493"/>
                <a:gd name="T10" fmla="*/ 541 w 584"/>
                <a:gd name="T11" fmla="*/ 337 h 493"/>
                <a:gd name="T12" fmla="*/ 530 w 584"/>
                <a:gd name="T13" fmla="*/ 370 h 493"/>
                <a:gd name="T14" fmla="*/ 570 w 584"/>
                <a:gd name="T15" fmla="*/ 455 h 493"/>
                <a:gd name="T16" fmla="*/ 551 w 584"/>
                <a:gd name="T17" fmla="*/ 441 h 493"/>
                <a:gd name="T18" fmla="*/ 530 w 584"/>
                <a:gd name="T19" fmla="*/ 436 h 493"/>
                <a:gd name="T20" fmla="*/ 513 w 584"/>
                <a:gd name="T21" fmla="*/ 426 h 493"/>
                <a:gd name="T22" fmla="*/ 496 w 584"/>
                <a:gd name="T23" fmla="*/ 405 h 493"/>
                <a:gd name="T24" fmla="*/ 501 w 584"/>
                <a:gd name="T25" fmla="*/ 398 h 493"/>
                <a:gd name="T26" fmla="*/ 527 w 584"/>
                <a:gd name="T27" fmla="*/ 384 h 493"/>
                <a:gd name="T28" fmla="*/ 520 w 584"/>
                <a:gd name="T29" fmla="*/ 372 h 493"/>
                <a:gd name="T30" fmla="*/ 523 w 584"/>
                <a:gd name="T31" fmla="*/ 353 h 493"/>
                <a:gd name="T32" fmla="*/ 504 w 584"/>
                <a:gd name="T33" fmla="*/ 360 h 493"/>
                <a:gd name="T34" fmla="*/ 475 w 584"/>
                <a:gd name="T35" fmla="*/ 358 h 493"/>
                <a:gd name="T36" fmla="*/ 485 w 584"/>
                <a:gd name="T37" fmla="*/ 346 h 493"/>
                <a:gd name="T38" fmla="*/ 466 w 584"/>
                <a:gd name="T39" fmla="*/ 346 h 493"/>
                <a:gd name="T40" fmla="*/ 452 w 584"/>
                <a:gd name="T41" fmla="*/ 327 h 493"/>
                <a:gd name="T42" fmla="*/ 496 w 584"/>
                <a:gd name="T43" fmla="*/ 341 h 493"/>
                <a:gd name="T44" fmla="*/ 468 w 584"/>
                <a:gd name="T45" fmla="*/ 284 h 493"/>
                <a:gd name="T46" fmla="*/ 303 w 584"/>
                <a:gd name="T47" fmla="*/ 254 h 493"/>
                <a:gd name="T48" fmla="*/ 279 w 584"/>
                <a:gd name="T49" fmla="*/ 209 h 493"/>
                <a:gd name="T50" fmla="*/ 310 w 584"/>
                <a:gd name="T51" fmla="*/ 131 h 493"/>
                <a:gd name="T52" fmla="*/ 310 w 584"/>
                <a:gd name="T53" fmla="*/ 67 h 493"/>
                <a:gd name="T54" fmla="*/ 310 w 584"/>
                <a:gd name="T55" fmla="*/ 15 h 493"/>
                <a:gd name="T56" fmla="*/ 2 w 584"/>
                <a:gd name="T57" fmla="*/ 67 h 493"/>
                <a:gd name="T58" fmla="*/ 31 w 584"/>
                <a:gd name="T59" fmla="*/ 178 h 493"/>
                <a:gd name="T60" fmla="*/ 42 w 584"/>
                <a:gd name="T61" fmla="*/ 206 h 493"/>
                <a:gd name="T62" fmla="*/ 49 w 584"/>
                <a:gd name="T63" fmla="*/ 225 h 493"/>
                <a:gd name="T64" fmla="*/ 64 w 584"/>
                <a:gd name="T65" fmla="*/ 254 h 493"/>
                <a:gd name="T66" fmla="*/ 59 w 584"/>
                <a:gd name="T67" fmla="*/ 306 h 493"/>
                <a:gd name="T68" fmla="*/ 52 w 584"/>
                <a:gd name="T69" fmla="*/ 365 h 493"/>
                <a:gd name="T70" fmla="*/ 47 w 584"/>
                <a:gd name="T71" fmla="*/ 429 h 493"/>
                <a:gd name="T72" fmla="*/ 191 w 584"/>
                <a:gd name="T73" fmla="*/ 441 h 493"/>
                <a:gd name="T74" fmla="*/ 222 w 584"/>
                <a:gd name="T75" fmla="*/ 422 h 493"/>
                <a:gd name="T76" fmla="*/ 258 w 584"/>
                <a:gd name="T77" fmla="*/ 403 h 493"/>
                <a:gd name="T78" fmla="*/ 288 w 584"/>
                <a:gd name="T79" fmla="*/ 424 h 493"/>
                <a:gd name="T80" fmla="*/ 321 w 584"/>
                <a:gd name="T81" fmla="*/ 436 h 493"/>
                <a:gd name="T82" fmla="*/ 340 w 584"/>
                <a:gd name="T83" fmla="*/ 464 h 493"/>
                <a:gd name="T84" fmla="*/ 324 w 584"/>
                <a:gd name="T85" fmla="*/ 469 h 493"/>
                <a:gd name="T86" fmla="*/ 371 w 584"/>
                <a:gd name="T87" fmla="*/ 474 h 493"/>
                <a:gd name="T88" fmla="*/ 395 w 584"/>
                <a:gd name="T89" fmla="*/ 471 h 493"/>
                <a:gd name="T90" fmla="*/ 407 w 584"/>
                <a:gd name="T91" fmla="*/ 457 h 493"/>
                <a:gd name="T92" fmla="*/ 433 w 584"/>
                <a:gd name="T93" fmla="*/ 460 h 493"/>
                <a:gd name="T94" fmla="*/ 454 w 584"/>
                <a:gd name="T95" fmla="*/ 462 h 493"/>
                <a:gd name="T96" fmla="*/ 454 w 584"/>
                <a:gd name="T97" fmla="*/ 434 h 493"/>
                <a:gd name="T98" fmla="*/ 452 w 584"/>
                <a:gd name="T99" fmla="*/ 424 h 493"/>
                <a:gd name="T100" fmla="*/ 485 w 584"/>
                <a:gd name="T101" fmla="*/ 438 h 493"/>
                <a:gd name="T102" fmla="*/ 515 w 584"/>
                <a:gd name="T103" fmla="*/ 452 h 493"/>
                <a:gd name="T104" fmla="*/ 541 w 584"/>
                <a:gd name="T105" fmla="*/ 464 h 493"/>
                <a:gd name="T106" fmla="*/ 546 w 584"/>
                <a:gd name="T107" fmla="*/ 474 h 493"/>
                <a:gd name="T108" fmla="*/ 565 w 584"/>
                <a:gd name="T109" fmla="*/ 467 h 493"/>
                <a:gd name="T110" fmla="*/ 520 w 584"/>
                <a:gd name="T111" fmla="*/ 391 h 493"/>
                <a:gd name="T112" fmla="*/ 577 w 584"/>
                <a:gd name="T113" fmla="*/ 348 h 493"/>
                <a:gd name="T114" fmla="*/ 423 w 584"/>
                <a:gd name="T115" fmla="*/ 479 h 493"/>
                <a:gd name="T116" fmla="*/ 433 w 584"/>
                <a:gd name="T117" fmla="*/ 481 h 493"/>
                <a:gd name="T118" fmla="*/ 459 w 584"/>
                <a:gd name="T119" fmla="*/ 434 h 493"/>
                <a:gd name="T120" fmla="*/ 577 w 584"/>
                <a:gd name="T121" fmla="*/ 372 h 493"/>
                <a:gd name="T122" fmla="*/ 511 w 584"/>
                <a:gd name="T123" fmla="*/ 398 h 493"/>
                <a:gd name="T124" fmla="*/ 537 w 584"/>
                <a:gd name="T125" fmla="*/ 36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" h="493">
                  <a:moveTo>
                    <a:pt x="272" y="434"/>
                  </a:moveTo>
                  <a:lnTo>
                    <a:pt x="269" y="434"/>
                  </a:lnTo>
                  <a:lnTo>
                    <a:pt x="265" y="431"/>
                  </a:lnTo>
                  <a:lnTo>
                    <a:pt x="265" y="431"/>
                  </a:lnTo>
                  <a:lnTo>
                    <a:pt x="262" y="431"/>
                  </a:lnTo>
                  <a:lnTo>
                    <a:pt x="260" y="429"/>
                  </a:lnTo>
                  <a:lnTo>
                    <a:pt x="258" y="426"/>
                  </a:lnTo>
                  <a:lnTo>
                    <a:pt x="250" y="426"/>
                  </a:lnTo>
                  <a:lnTo>
                    <a:pt x="250" y="426"/>
                  </a:lnTo>
                  <a:lnTo>
                    <a:pt x="250" y="426"/>
                  </a:lnTo>
                  <a:lnTo>
                    <a:pt x="248" y="429"/>
                  </a:lnTo>
                  <a:lnTo>
                    <a:pt x="248" y="429"/>
                  </a:lnTo>
                  <a:lnTo>
                    <a:pt x="246" y="431"/>
                  </a:lnTo>
                  <a:lnTo>
                    <a:pt x="243" y="431"/>
                  </a:lnTo>
                  <a:lnTo>
                    <a:pt x="241" y="431"/>
                  </a:lnTo>
                  <a:lnTo>
                    <a:pt x="239" y="434"/>
                  </a:lnTo>
                  <a:lnTo>
                    <a:pt x="239" y="436"/>
                  </a:lnTo>
                  <a:lnTo>
                    <a:pt x="241" y="436"/>
                  </a:lnTo>
                  <a:lnTo>
                    <a:pt x="253" y="441"/>
                  </a:lnTo>
                  <a:lnTo>
                    <a:pt x="253" y="443"/>
                  </a:lnTo>
                  <a:lnTo>
                    <a:pt x="255" y="443"/>
                  </a:lnTo>
                  <a:lnTo>
                    <a:pt x="262" y="445"/>
                  </a:lnTo>
                  <a:lnTo>
                    <a:pt x="265" y="445"/>
                  </a:lnTo>
                  <a:lnTo>
                    <a:pt x="267" y="445"/>
                  </a:lnTo>
                  <a:lnTo>
                    <a:pt x="267" y="445"/>
                  </a:lnTo>
                  <a:lnTo>
                    <a:pt x="267" y="443"/>
                  </a:lnTo>
                  <a:lnTo>
                    <a:pt x="267" y="441"/>
                  </a:lnTo>
                  <a:lnTo>
                    <a:pt x="267" y="441"/>
                  </a:lnTo>
                  <a:lnTo>
                    <a:pt x="269" y="438"/>
                  </a:lnTo>
                  <a:lnTo>
                    <a:pt x="274" y="436"/>
                  </a:lnTo>
                  <a:lnTo>
                    <a:pt x="274" y="434"/>
                  </a:lnTo>
                  <a:lnTo>
                    <a:pt x="274" y="434"/>
                  </a:lnTo>
                  <a:lnTo>
                    <a:pt x="272" y="434"/>
                  </a:lnTo>
                  <a:close/>
                  <a:moveTo>
                    <a:pt x="362" y="490"/>
                  </a:moveTo>
                  <a:lnTo>
                    <a:pt x="362" y="490"/>
                  </a:lnTo>
                  <a:lnTo>
                    <a:pt x="362" y="490"/>
                  </a:lnTo>
                  <a:lnTo>
                    <a:pt x="362" y="490"/>
                  </a:lnTo>
                  <a:close/>
                  <a:moveTo>
                    <a:pt x="362" y="490"/>
                  </a:moveTo>
                  <a:lnTo>
                    <a:pt x="366" y="493"/>
                  </a:lnTo>
                  <a:lnTo>
                    <a:pt x="369" y="490"/>
                  </a:lnTo>
                  <a:lnTo>
                    <a:pt x="366" y="490"/>
                  </a:lnTo>
                  <a:lnTo>
                    <a:pt x="362" y="490"/>
                  </a:lnTo>
                  <a:close/>
                  <a:moveTo>
                    <a:pt x="376" y="490"/>
                  </a:moveTo>
                  <a:lnTo>
                    <a:pt x="373" y="490"/>
                  </a:lnTo>
                  <a:lnTo>
                    <a:pt x="373" y="490"/>
                  </a:lnTo>
                  <a:lnTo>
                    <a:pt x="373" y="493"/>
                  </a:lnTo>
                  <a:lnTo>
                    <a:pt x="373" y="493"/>
                  </a:lnTo>
                  <a:lnTo>
                    <a:pt x="376" y="493"/>
                  </a:lnTo>
                  <a:lnTo>
                    <a:pt x="376" y="493"/>
                  </a:lnTo>
                  <a:lnTo>
                    <a:pt x="376" y="493"/>
                  </a:lnTo>
                  <a:lnTo>
                    <a:pt x="376" y="490"/>
                  </a:lnTo>
                  <a:close/>
                  <a:moveTo>
                    <a:pt x="395" y="488"/>
                  </a:moveTo>
                  <a:lnTo>
                    <a:pt x="395" y="488"/>
                  </a:lnTo>
                  <a:lnTo>
                    <a:pt x="392" y="488"/>
                  </a:lnTo>
                  <a:lnTo>
                    <a:pt x="392" y="488"/>
                  </a:lnTo>
                  <a:lnTo>
                    <a:pt x="390" y="488"/>
                  </a:lnTo>
                  <a:lnTo>
                    <a:pt x="390" y="488"/>
                  </a:lnTo>
                  <a:lnTo>
                    <a:pt x="388" y="488"/>
                  </a:lnTo>
                  <a:lnTo>
                    <a:pt x="388" y="488"/>
                  </a:lnTo>
                  <a:lnTo>
                    <a:pt x="388" y="488"/>
                  </a:lnTo>
                  <a:lnTo>
                    <a:pt x="385" y="490"/>
                  </a:lnTo>
                  <a:lnTo>
                    <a:pt x="385" y="490"/>
                  </a:lnTo>
                  <a:lnTo>
                    <a:pt x="383" y="490"/>
                  </a:lnTo>
                  <a:lnTo>
                    <a:pt x="383" y="493"/>
                  </a:lnTo>
                  <a:lnTo>
                    <a:pt x="383" y="493"/>
                  </a:lnTo>
                  <a:lnTo>
                    <a:pt x="392" y="488"/>
                  </a:lnTo>
                  <a:lnTo>
                    <a:pt x="395" y="488"/>
                  </a:lnTo>
                  <a:lnTo>
                    <a:pt x="395" y="488"/>
                  </a:lnTo>
                  <a:lnTo>
                    <a:pt x="395" y="486"/>
                  </a:lnTo>
                  <a:lnTo>
                    <a:pt x="395" y="488"/>
                  </a:lnTo>
                  <a:lnTo>
                    <a:pt x="395" y="488"/>
                  </a:lnTo>
                  <a:close/>
                  <a:moveTo>
                    <a:pt x="421" y="486"/>
                  </a:moveTo>
                  <a:lnTo>
                    <a:pt x="418" y="486"/>
                  </a:lnTo>
                  <a:lnTo>
                    <a:pt x="416" y="486"/>
                  </a:lnTo>
                  <a:lnTo>
                    <a:pt x="409" y="486"/>
                  </a:lnTo>
                  <a:lnTo>
                    <a:pt x="409" y="486"/>
                  </a:lnTo>
                  <a:lnTo>
                    <a:pt x="414" y="488"/>
                  </a:lnTo>
                  <a:lnTo>
                    <a:pt x="421" y="488"/>
                  </a:lnTo>
                  <a:lnTo>
                    <a:pt x="421" y="488"/>
                  </a:lnTo>
                  <a:lnTo>
                    <a:pt x="421" y="488"/>
                  </a:lnTo>
                  <a:lnTo>
                    <a:pt x="421" y="486"/>
                  </a:lnTo>
                  <a:close/>
                  <a:moveTo>
                    <a:pt x="570" y="400"/>
                  </a:moveTo>
                  <a:lnTo>
                    <a:pt x="570" y="398"/>
                  </a:lnTo>
                  <a:lnTo>
                    <a:pt x="570" y="400"/>
                  </a:lnTo>
                  <a:lnTo>
                    <a:pt x="570" y="400"/>
                  </a:lnTo>
                  <a:lnTo>
                    <a:pt x="570" y="400"/>
                  </a:lnTo>
                  <a:lnTo>
                    <a:pt x="570" y="400"/>
                  </a:lnTo>
                  <a:close/>
                  <a:moveTo>
                    <a:pt x="537" y="367"/>
                  </a:moveTo>
                  <a:lnTo>
                    <a:pt x="537" y="367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34" y="365"/>
                  </a:lnTo>
                  <a:lnTo>
                    <a:pt x="532" y="365"/>
                  </a:lnTo>
                  <a:lnTo>
                    <a:pt x="532" y="367"/>
                  </a:lnTo>
                  <a:lnTo>
                    <a:pt x="532" y="367"/>
                  </a:lnTo>
                  <a:lnTo>
                    <a:pt x="532" y="367"/>
                  </a:lnTo>
                  <a:lnTo>
                    <a:pt x="534" y="367"/>
                  </a:lnTo>
                  <a:lnTo>
                    <a:pt x="537" y="367"/>
                  </a:lnTo>
                  <a:lnTo>
                    <a:pt x="537" y="367"/>
                  </a:lnTo>
                  <a:close/>
                  <a:moveTo>
                    <a:pt x="549" y="422"/>
                  </a:moveTo>
                  <a:lnTo>
                    <a:pt x="551" y="422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49" y="422"/>
                  </a:lnTo>
                  <a:lnTo>
                    <a:pt x="544" y="424"/>
                  </a:lnTo>
                  <a:lnTo>
                    <a:pt x="546" y="424"/>
                  </a:lnTo>
                  <a:lnTo>
                    <a:pt x="549" y="422"/>
                  </a:lnTo>
                  <a:close/>
                  <a:moveTo>
                    <a:pt x="414" y="464"/>
                  </a:move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4" y="462"/>
                  </a:lnTo>
                  <a:lnTo>
                    <a:pt x="414" y="464"/>
                  </a:lnTo>
                  <a:lnTo>
                    <a:pt x="414" y="467"/>
                  </a:lnTo>
                  <a:lnTo>
                    <a:pt x="414" y="464"/>
                  </a:lnTo>
                  <a:lnTo>
                    <a:pt x="414" y="464"/>
                  </a:lnTo>
                  <a:close/>
                  <a:moveTo>
                    <a:pt x="558" y="415"/>
                  </a:moveTo>
                  <a:lnTo>
                    <a:pt x="563" y="410"/>
                  </a:lnTo>
                  <a:lnTo>
                    <a:pt x="563" y="410"/>
                  </a:lnTo>
                  <a:lnTo>
                    <a:pt x="563" y="410"/>
                  </a:lnTo>
                  <a:lnTo>
                    <a:pt x="560" y="410"/>
                  </a:lnTo>
                  <a:lnTo>
                    <a:pt x="558" y="415"/>
                  </a:lnTo>
                  <a:lnTo>
                    <a:pt x="558" y="415"/>
                  </a:lnTo>
                  <a:lnTo>
                    <a:pt x="558" y="415"/>
                  </a:lnTo>
                  <a:close/>
                  <a:moveTo>
                    <a:pt x="525" y="353"/>
                  </a:moveTo>
                  <a:lnTo>
                    <a:pt x="527" y="353"/>
                  </a:lnTo>
                  <a:lnTo>
                    <a:pt x="527" y="351"/>
                  </a:lnTo>
                  <a:lnTo>
                    <a:pt x="527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0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48"/>
                  </a:lnTo>
                  <a:lnTo>
                    <a:pt x="534" y="348"/>
                  </a:lnTo>
                  <a:lnTo>
                    <a:pt x="534" y="348"/>
                  </a:lnTo>
                  <a:lnTo>
                    <a:pt x="534" y="351"/>
                  </a:lnTo>
                  <a:lnTo>
                    <a:pt x="534" y="351"/>
                  </a:lnTo>
                  <a:lnTo>
                    <a:pt x="534" y="351"/>
                  </a:lnTo>
                  <a:lnTo>
                    <a:pt x="537" y="353"/>
                  </a:lnTo>
                  <a:lnTo>
                    <a:pt x="537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41" y="351"/>
                  </a:lnTo>
                  <a:lnTo>
                    <a:pt x="541" y="348"/>
                  </a:lnTo>
                  <a:lnTo>
                    <a:pt x="541" y="348"/>
                  </a:lnTo>
                  <a:lnTo>
                    <a:pt x="539" y="348"/>
                  </a:lnTo>
                  <a:lnTo>
                    <a:pt x="539" y="348"/>
                  </a:lnTo>
                  <a:lnTo>
                    <a:pt x="539" y="348"/>
                  </a:lnTo>
                  <a:lnTo>
                    <a:pt x="539" y="351"/>
                  </a:lnTo>
                  <a:lnTo>
                    <a:pt x="539" y="351"/>
                  </a:lnTo>
                  <a:lnTo>
                    <a:pt x="539" y="351"/>
                  </a:lnTo>
                  <a:lnTo>
                    <a:pt x="537" y="348"/>
                  </a:lnTo>
                  <a:lnTo>
                    <a:pt x="537" y="346"/>
                  </a:lnTo>
                  <a:lnTo>
                    <a:pt x="537" y="346"/>
                  </a:lnTo>
                  <a:lnTo>
                    <a:pt x="534" y="346"/>
                  </a:lnTo>
                  <a:lnTo>
                    <a:pt x="534" y="344"/>
                  </a:lnTo>
                  <a:lnTo>
                    <a:pt x="539" y="339"/>
                  </a:lnTo>
                  <a:lnTo>
                    <a:pt x="539" y="339"/>
                  </a:lnTo>
                  <a:lnTo>
                    <a:pt x="541" y="337"/>
                  </a:lnTo>
                  <a:lnTo>
                    <a:pt x="541" y="337"/>
                  </a:lnTo>
                  <a:lnTo>
                    <a:pt x="539" y="337"/>
                  </a:lnTo>
                  <a:lnTo>
                    <a:pt x="537" y="339"/>
                  </a:lnTo>
                  <a:lnTo>
                    <a:pt x="537" y="341"/>
                  </a:lnTo>
                  <a:lnTo>
                    <a:pt x="534" y="344"/>
                  </a:lnTo>
                  <a:lnTo>
                    <a:pt x="532" y="344"/>
                  </a:lnTo>
                  <a:lnTo>
                    <a:pt x="530" y="346"/>
                  </a:lnTo>
                  <a:lnTo>
                    <a:pt x="532" y="346"/>
                  </a:lnTo>
                  <a:lnTo>
                    <a:pt x="530" y="348"/>
                  </a:lnTo>
                  <a:lnTo>
                    <a:pt x="530" y="348"/>
                  </a:lnTo>
                  <a:lnTo>
                    <a:pt x="527" y="348"/>
                  </a:lnTo>
                  <a:lnTo>
                    <a:pt x="527" y="348"/>
                  </a:lnTo>
                  <a:lnTo>
                    <a:pt x="527" y="351"/>
                  </a:lnTo>
                  <a:lnTo>
                    <a:pt x="525" y="351"/>
                  </a:lnTo>
                  <a:lnTo>
                    <a:pt x="525" y="351"/>
                  </a:lnTo>
                  <a:lnTo>
                    <a:pt x="525" y="353"/>
                  </a:lnTo>
                  <a:lnTo>
                    <a:pt x="525" y="353"/>
                  </a:lnTo>
                  <a:close/>
                  <a:moveTo>
                    <a:pt x="530" y="367"/>
                  </a:moveTo>
                  <a:lnTo>
                    <a:pt x="532" y="365"/>
                  </a:lnTo>
                  <a:lnTo>
                    <a:pt x="532" y="363"/>
                  </a:lnTo>
                  <a:lnTo>
                    <a:pt x="532" y="360"/>
                  </a:lnTo>
                  <a:lnTo>
                    <a:pt x="532" y="360"/>
                  </a:lnTo>
                  <a:lnTo>
                    <a:pt x="532" y="363"/>
                  </a:lnTo>
                  <a:lnTo>
                    <a:pt x="530" y="365"/>
                  </a:lnTo>
                  <a:lnTo>
                    <a:pt x="530" y="367"/>
                  </a:lnTo>
                  <a:lnTo>
                    <a:pt x="530" y="367"/>
                  </a:lnTo>
                  <a:lnTo>
                    <a:pt x="527" y="370"/>
                  </a:lnTo>
                  <a:lnTo>
                    <a:pt x="530" y="370"/>
                  </a:lnTo>
                  <a:lnTo>
                    <a:pt x="530" y="367"/>
                  </a:lnTo>
                  <a:close/>
                  <a:moveTo>
                    <a:pt x="534" y="381"/>
                  </a:moveTo>
                  <a:lnTo>
                    <a:pt x="534" y="381"/>
                  </a:lnTo>
                  <a:lnTo>
                    <a:pt x="532" y="381"/>
                  </a:lnTo>
                  <a:lnTo>
                    <a:pt x="532" y="381"/>
                  </a:lnTo>
                  <a:lnTo>
                    <a:pt x="527" y="381"/>
                  </a:lnTo>
                  <a:lnTo>
                    <a:pt x="527" y="384"/>
                  </a:lnTo>
                  <a:lnTo>
                    <a:pt x="534" y="386"/>
                  </a:lnTo>
                  <a:lnTo>
                    <a:pt x="534" y="381"/>
                  </a:lnTo>
                  <a:close/>
                  <a:moveTo>
                    <a:pt x="378" y="490"/>
                  </a:moveTo>
                  <a:lnTo>
                    <a:pt x="378" y="490"/>
                  </a:lnTo>
                  <a:lnTo>
                    <a:pt x="378" y="493"/>
                  </a:lnTo>
                  <a:lnTo>
                    <a:pt x="378" y="493"/>
                  </a:lnTo>
                  <a:lnTo>
                    <a:pt x="378" y="493"/>
                  </a:lnTo>
                  <a:lnTo>
                    <a:pt x="381" y="490"/>
                  </a:lnTo>
                  <a:lnTo>
                    <a:pt x="381" y="490"/>
                  </a:lnTo>
                  <a:lnTo>
                    <a:pt x="381" y="490"/>
                  </a:lnTo>
                  <a:lnTo>
                    <a:pt x="378" y="490"/>
                  </a:lnTo>
                  <a:close/>
                  <a:moveTo>
                    <a:pt x="567" y="457"/>
                  </a:moveTo>
                  <a:lnTo>
                    <a:pt x="567" y="460"/>
                  </a:lnTo>
                  <a:lnTo>
                    <a:pt x="567" y="460"/>
                  </a:lnTo>
                  <a:lnTo>
                    <a:pt x="567" y="457"/>
                  </a:lnTo>
                  <a:lnTo>
                    <a:pt x="570" y="457"/>
                  </a:lnTo>
                  <a:lnTo>
                    <a:pt x="572" y="457"/>
                  </a:lnTo>
                  <a:lnTo>
                    <a:pt x="570" y="457"/>
                  </a:lnTo>
                  <a:lnTo>
                    <a:pt x="570" y="457"/>
                  </a:lnTo>
                  <a:lnTo>
                    <a:pt x="570" y="457"/>
                  </a:lnTo>
                  <a:lnTo>
                    <a:pt x="570" y="455"/>
                  </a:lnTo>
                  <a:lnTo>
                    <a:pt x="570" y="455"/>
                  </a:lnTo>
                  <a:lnTo>
                    <a:pt x="570" y="452"/>
                  </a:lnTo>
                  <a:lnTo>
                    <a:pt x="567" y="452"/>
                  </a:lnTo>
                  <a:lnTo>
                    <a:pt x="567" y="452"/>
                  </a:lnTo>
                  <a:lnTo>
                    <a:pt x="565" y="452"/>
                  </a:lnTo>
                  <a:lnTo>
                    <a:pt x="565" y="455"/>
                  </a:lnTo>
                  <a:lnTo>
                    <a:pt x="565" y="455"/>
                  </a:lnTo>
                  <a:lnTo>
                    <a:pt x="565" y="455"/>
                  </a:lnTo>
                  <a:lnTo>
                    <a:pt x="563" y="455"/>
                  </a:lnTo>
                  <a:lnTo>
                    <a:pt x="560" y="455"/>
                  </a:lnTo>
                  <a:lnTo>
                    <a:pt x="560" y="452"/>
                  </a:lnTo>
                  <a:lnTo>
                    <a:pt x="556" y="452"/>
                  </a:lnTo>
                  <a:lnTo>
                    <a:pt x="556" y="450"/>
                  </a:lnTo>
                  <a:lnTo>
                    <a:pt x="556" y="450"/>
                  </a:lnTo>
                  <a:lnTo>
                    <a:pt x="558" y="450"/>
                  </a:lnTo>
                  <a:lnTo>
                    <a:pt x="558" y="448"/>
                  </a:lnTo>
                  <a:lnTo>
                    <a:pt x="558" y="448"/>
                  </a:lnTo>
                  <a:lnTo>
                    <a:pt x="558" y="448"/>
                  </a:lnTo>
                  <a:lnTo>
                    <a:pt x="558" y="445"/>
                  </a:lnTo>
                  <a:lnTo>
                    <a:pt x="558" y="445"/>
                  </a:lnTo>
                  <a:lnTo>
                    <a:pt x="556" y="443"/>
                  </a:lnTo>
                  <a:lnTo>
                    <a:pt x="556" y="443"/>
                  </a:lnTo>
                  <a:lnTo>
                    <a:pt x="553" y="445"/>
                  </a:lnTo>
                  <a:lnTo>
                    <a:pt x="553" y="443"/>
                  </a:lnTo>
                  <a:lnTo>
                    <a:pt x="553" y="443"/>
                  </a:lnTo>
                  <a:lnTo>
                    <a:pt x="553" y="443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41"/>
                  </a:lnTo>
                  <a:lnTo>
                    <a:pt x="551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38"/>
                  </a:lnTo>
                  <a:lnTo>
                    <a:pt x="549" y="441"/>
                  </a:lnTo>
                  <a:lnTo>
                    <a:pt x="546" y="441"/>
                  </a:lnTo>
                  <a:lnTo>
                    <a:pt x="544" y="443"/>
                  </a:lnTo>
                  <a:lnTo>
                    <a:pt x="544" y="443"/>
                  </a:lnTo>
                  <a:lnTo>
                    <a:pt x="541" y="441"/>
                  </a:lnTo>
                  <a:lnTo>
                    <a:pt x="541" y="438"/>
                  </a:lnTo>
                  <a:lnTo>
                    <a:pt x="541" y="438"/>
                  </a:lnTo>
                  <a:lnTo>
                    <a:pt x="539" y="438"/>
                  </a:lnTo>
                  <a:lnTo>
                    <a:pt x="539" y="438"/>
                  </a:lnTo>
                  <a:lnTo>
                    <a:pt x="537" y="438"/>
                  </a:lnTo>
                  <a:lnTo>
                    <a:pt x="537" y="438"/>
                  </a:lnTo>
                  <a:lnTo>
                    <a:pt x="534" y="441"/>
                  </a:lnTo>
                  <a:lnTo>
                    <a:pt x="534" y="441"/>
                  </a:lnTo>
                  <a:lnTo>
                    <a:pt x="532" y="441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8"/>
                  </a:lnTo>
                  <a:lnTo>
                    <a:pt x="530" y="436"/>
                  </a:lnTo>
                  <a:lnTo>
                    <a:pt x="530" y="436"/>
                  </a:lnTo>
                  <a:lnTo>
                    <a:pt x="532" y="436"/>
                  </a:lnTo>
                  <a:lnTo>
                    <a:pt x="532" y="436"/>
                  </a:lnTo>
                  <a:lnTo>
                    <a:pt x="534" y="436"/>
                  </a:lnTo>
                  <a:lnTo>
                    <a:pt x="534" y="434"/>
                  </a:lnTo>
                  <a:lnTo>
                    <a:pt x="532" y="434"/>
                  </a:lnTo>
                  <a:lnTo>
                    <a:pt x="530" y="434"/>
                  </a:lnTo>
                  <a:lnTo>
                    <a:pt x="530" y="434"/>
                  </a:lnTo>
                  <a:lnTo>
                    <a:pt x="530" y="436"/>
                  </a:lnTo>
                  <a:lnTo>
                    <a:pt x="527" y="436"/>
                  </a:lnTo>
                  <a:lnTo>
                    <a:pt x="527" y="436"/>
                  </a:lnTo>
                  <a:lnTo>
                    <a:pt x="527" y="436"/>
                  </a:lnTo>
                  <a:lnTo>
                    <a:pt x="525" y="436"/>
                  </a:lnTo>
                  <a:lnTo>
                    <a:pt x="525" y="436"/>
                  </a:lnTo>
                  <a:lnTo>
                    <a:pt x="523" y="434"/>
                  </a:lnTo>
                  <a:lnTo>
                    <a:pt x="520" y="434"/>
                  </a:lnTo>
                  <a:lnTo>
                    <a:pt x="513" y="436"/>
                  </a:lnTo>
                  <a:lnTo>
                    <a:pt x="513" y="436"/>
                  </a:lnTo>
                  <a:lnTo>
                    <a:pt x="511" y="436"/>
                  </a:lnTo>
                  <a:lnTo>
                    <a:pt x="511" y="434"/>
                  </a:lnTo>
                  <a:lnTo>
                    <a:pt x="511" y="434"/>
                  </a:lnTo>
                  <a:lnTo>
                    <a:pt x="513" y="434"/>
                  </a:lnTo>
                  <a:lnTo>
                    <a:pt x="513" y="434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1" y="429"/>
                  </a:lnTo>
                  <a:lnTo>
                    <a:pt x="513" y="426"/>
                  </a:lnTo>
                  <a:lnTo>
                    <a:pt x="513" y="426"/>
                  </a:lnTo>
                  <a:lnTo>
                    <a:pt x="511" y="426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4" y="424"/>
                  </a:lnTo>
                  <a:lnTo>
                    <a:pt x="501" y="424"/>
                  </a:lnTo>
                  <a:lnTo>
                    <a:pt x="499" y="422"/>
                  </a:lnTo>
                  <a:lnTo>
                    <a:pt x="496" y="422"/>
                  </a:lnTo>
                  <a:lnTo>
                    <a:pt x="494" y="422"/>
                  </a:lnTo>
                  <a:lnTo>
                    <a:pt x="494" y="419"/>
                  </a:lnTo>
                  <a:lnTo>
                    <a:pt x="494" y="417"/>
                  </a:lnTo>
                  <a:lnTo>
                    <a:pt x="492" y="415"/>
                  </a:lnTo>
                  <a:lnTo>
                    <a:pt x="489" y="412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9" y="410"/>
                  </a:lnTo>
                  <a:lnTo>
                    <a:pt x="487" y="410"/>
                  </a:lnTo>
                  <a:lnTo>
                    <a:pt x="485" y="408"/>
                  </a:lnTo>
                  <a:lnTo>
                    <a:pt x="489" y="408"/>
                  </a:lnTo>
                  <a:lnTo>
                    <a:pt x="499" y="410"/>
                  </a:lnTo>
                  <a:lnTo>
                    <a:pt x="499" y="408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6" y="405"/>
                  </a:lnTo>
                  <a:lnTo>
                    <a:pt x="494" y="403"/>
                  </a:lnTo>
                  <a:lnTo>
                    <a:pt x="494" y="403"/>
                  </a:lnTo>
                  <a:lnTo>
                    <a:pt x="496" y="403"/>
                  </a:lnTo>
                  <a:lnTo>
                    <a:pt x="494" y="400"/>
                  </a:lnTo>
                  <a:lnTo>
                    <a:pt x="492" y="400"/>
                  </a:lnTo>
                  <a:lnTo>
                    <a:pt x="489" y="398"/>
                  </a:lnTo>
                  <a:lnTo>
                    <a:pt x="494" y="400"/>
                  </a:lnTo>
                  <a:lnTo>
                    <a:pt x="499" y="403"/>
                  </a:lnTo>
                  <a:lnTo>
                    <a:pt x="501" y="403"/>
                  </a:lnTo>
                  <a:lnTo>
                    <a:pt x="506" y="403"/>
                  </a:lnTo>
                  <a:lnTo>
                    <a:pt x="508" y="403"/>
                  </a:lnTo>
                  <a:lnTo>
                    <a:pt x="511" y="403"/>
                  </a:lnTo>
                  <a:lnTo>
                    <a:pt x="511" y="405"/>
                  </a:lnTo>
                  <a:lnTo>
                    <a:pt x="513" y="405"/>
                  </a:lnTo>
                  <a:lnTo>
                    <a:pt x="515" y="405"/>
                  </a:lnTo>
                  <a:lnTo>
                    <a:pt x="515" y="405"/>
                  </a:lnTo>
                  <a:lnTo>
                    <a:pt x="511" y="403"/>
                  </a:lnTo>
                  <a:lnTo>
                    <a:pt x="508" y="400"/>
                  </a:lnTo>
                  <a:lnTo>
                    <a:pt x="508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08" y="400"/>
                  </a:lnTo>
                  <a:lnTo>
                    <a:pt x="506" y="400"/>
                  </a:lnTo>
                  <a:lnTo>
                    <a:pt x="504" y="400"/>
                  </a:lnTo>
                  <a:lnTo>
                    <a:pt x="501" y="398"/>
                  </a:lnTo>
                  <a:lnTo>
                    <a:pt x="501" y="396"/>
                  </a:lnTo>
                  <a:lnTo>
                    <a:pt x="501" y="393"/>
                  </a:lnTo>
                  <a:lnTo>
                    <a:pt x="501" y="393"/>
                  </a:lnTo>
                  <a:lnTo>
                    <a:pt x="504" y="391"/>
                  </a:lnTo>
                  <a:lnTo>
                    <a:pt x="506" y="391"/>
                  </a:lnTo>
                  <a:lnTo>
                    <a:pt x="506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8" y="389"/>
                  </a:lnTo>
                  <a:lnTo>
                    <a:pt x="511" y="386"/>
                  </a:lnTo>
                  <a:lnTo>
                    <a:pt x="513" y="384"/>
                  </a:lnTo>
                  <a:lnTo>
                    <a:pt x="513" y="384"/>
                  </a:lnTo>
                  <a:lnTo>
                    <a:pt x="513" y="381"/>
                  </a:lnTo>
                  <a:lnTo>
                    <a:pt x="513" y="381"/>
                  </a:lnTo>
                  <a:lnTo>
                    <a:pt x="515" y="381"/>
                  </a:lnTo>
                  <a:lnTo>
                    <a:pt x="515" y="381"/>
                  </a:lnTo>
                  <a:lnTo>
                    <a:pt x="518" y="384"/>
                  </a:lnTo>
                  <a:lnTo>
                    <a:pt x="518" y="384"/>
                  </a:lnTo>
                  <a:lnTo>
                    <a:pt x="520" y="386"/>
                  </a:lnTo>
                  <a:lnTo>
                    <a:pt x="520" y="386"/>
                  </a:lnTo>
                  <a:lnTo>
                    <a:pt x="520" y="386"/>
                  </a:lnTo>
                  <a:lnTo>
                    <a:pt x="520" y="389"/>
                  </a:lnTo>
                  <a:lnTo>
                    <a:pt x="520" y="389"/>
                  </a:lnTo>
                  <a:lnTo>
                    <a:pt x="523" y="389"/>
                  </a:lnTo>
                  <a:lnTo>
                    <a:pt x="523" y="386"/>
                  </a:lnTo>
                  <a:lnTo>
                    <a:pt x="523" y="384"/>
                  </a:lnTo>
                  <a:lnTo>
                    <a:pt x="525" y="384"/>
                  </a:lnTo>
                  <a:lnTo>
                    <a:pt x="527" y="384"/>
                  </a:lnTo>
                  <a:lnTo>
                    <a:pt x="527" y="384"/>
                  </a:lnTo>
                  <a:lnTo>
                    <a:pt x="525" y="384"/>
                  </a:lnTo>
                  <a:lnTo>
                    <a:pt x="525" y="384"/>
                  </a:lnTo>
                  <a:lnTo>
                    <a:pt x="525" y="381"/>
                  </a:lnTo>
                  <a:lnTo>
                    <a:pt x="523" y="379"/>
                  </a:lnTo>
                  <a:lnTo>
                    <a:pt x="525" y="379"/>
                  </a:lnTo>
                  <a:lnTo>
                    <a:pt x="525" y="379"/>
                  </a:lnTo>
                  <a:lnTo>
                    <a:pt x="525" y="377"/>
                  </a:lnTo>
                  <a:lnTo>
                    <a:pt x="527" y="377"/>
                  </a:lnTo>
                  <a:lnTo>
                    <a:pt x="527" y="377"/>
                  </a:lnTo>
                  <a:lnTo>
                    <a:pt x="527" y="377"/>
                  </a:lnTo>
                  <a:lnTo>
                    <a:pt x="525" y="377"/>
                  </a:lnTo>
                  <a:lnTo>
                    <a:pt x="525" y="374"/>
                  </a:lnTo>
                  <a:lnTo>
                    <a:pt x="525" y="374"/>
                  </a:lnTo>
                  <a:lnTo>
                    <a:pt x="527" y="374"/>
                  </a:lnTo>
                  <a:lnTo>
                    <a:pt x="525" y="372"/>
                  </a:lnTo>
                  <a:lnTo>
                    <a:pt x="525" y="372"/>
                  </a:lnTo>
                  <a:lnTo>
                    <a:pt x="523" y="372"/>
                  </a:lnTo>
                  <a:lnTo>
                    <a:pt x="523" y="374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23" y="372"/>
                  </a:lnTo>
                  <a:lnTo>
                    <a:pt x="525" y="370"/>
                  </a:lnTo>
                  <a:lnTo>
                    <a:pt x="523" y="370"/>
                  </a:lnTo>
                  <a:lnTo>
                    <a:pt x="523" y="370"/>
                  </a:lnTo>
                  <a:lnTo>
                    <a:pt x="520" y="370"/>
                  </a:lnTo>
                  <a:lnTo>
                    <a:pt x="520" y="370"/>
                  </a:lnTo>
                  <a:lnTo>
                    <a:pt x="520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2"/>
                  </a:lnTo>
                  <a:lnTo>
                    <a:pt x="518" y="370"/>
                  </a:lnTo>
                  <a:lnTo>
                    <a:pt x="515" y="370"/>
                  </a:lnTo>
                  <a:lnTo>
                    <a:pt x="515" y="367"/>
                  </a:lnTo>
                  <a:lnTo>
                    <a:pt x="518" y="365"/>
                  </a:lnTo>
                  <a:lnTo>
                    <a:pt x="520" y="367"/>
                  </a:lnTo>
                  <a:lnTo>
                    <a:pt x="523" y="367"/>
                  </a:lnTo>
                  <a:lnTo>
                    <a:pt x="523" y="365"/>
                  </a:lnTo>
                  <a:lnTo>
                    <a:pt x="520" y="363"/>
                  </a:lnTo>
                  <a:lnTo>
                    <a:pt x="520" y="363"/>
                  </a:lnTo>
                  <a:lnTo>
                    <a:pt x="515" y="363"/>
                  </a:lnTo>
                  <a:lnTo>
                    <a:pt x="515" y="363"/>
                  </a:lnTo>
                  <a:lnTo>
                    <a:pt x="513" y="363"/>
                  </a:lnTo>
                  <a:lnTo>
                    <a:pt x="513" y="363"/>
                  </a:lnTo>
                  <a:lnTo>
                    <a:pt x="515" y="363"/>
                  </a:lnTo>
                  <a:lnTo>
                    <a:pt x="515" y="360"/>
                  </a:lnTo>
                  <a:lnTo>
                    <a:pt x="515" y="360"/>
                  </a:lnTo>
                  <a:lnTo>
                    <a:pt x="515" y="360"/>
                  </a:lnTo>
                  <a:lnTo>
                    <a:pt x="515" y="358"/>
                  </a:lnTo>
                  <a:lnTo>
                    <a:pt x="515" y="358"/>
                  </a:lnTo>
                  <a:lnTo>
                    <a:pt x="515" y="355"/>
                  </a:lnTo>
                  <a:lnTo>
                    <a:pt x="520" y="355"/>
                  </a:lnTo>
                  <a:lnTo>
                    <a:pt x="520" y="355"/>
                  </a:lnTo>
                  <a:lnTo>
                    <a:pt x="523" y="353"/>
                  </a:lnTo>
                  <a:lnTo>
                    <a:pt x="523" y="353"/>
                  </a:lnTo>
                  <a:lnTo>
                    <a:pt x="523" y="353"/>
                  </a:lnTo>
                  <a:lnTo>
                    <a:pt x="520" y="353"/>
                  </a:lnTo>
                  <a:lnTo>
                    <a:pt x="520" y="353"/>
                  </a:lnTo>
                  <a:lnTo>
                    <a:pt x="518" y="353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5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5" y="353"/>
                  </a:lnTo>
                  <a:lnTo>
                    <a:pt x="513" y="351"/>
                  </a:lnTo>
                  <a:lnTo>
                    <a:pt x="511" y="351"/>
                  </a:lnTo>
                  <a:lnTo>
                    <a:pt x="511" y="351"/>
                  </a:lnTo>
                  <a:lnTo>
                    <a:pt x="511" y="351"/>
                  </a:lnTo>
                  <a:lnTo>
                    <a:pt x="508" y="351"/>
                  </a:lnTo>
                  <a:lnTo>
                    <a:pt x="508" y="351"/>
                  </a:lnTo>
                  <a:lnTo>
                    <a:pt x="508" y="353"/>
                  </a:lnTo>
                  <a:lnTo>
                    <a:pt x="508" y="353"/>
                  </a:lnTo>
                  <a:lnTo>
                    <a:pt x="508" y="355"/>
                  </a:lnTo>
                  <a:lnTo>
                    <a:pt x="508" y="355"/>
                  </a:lnTo>
                  <a:lnTo>
                    <a:pt x="508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4" y="360"/>
                  </a:lnTo>
                  <a:lnTo>
                    <a:pt x="504" y="360"/>
                  </a:lnTo>
                  <a:lnTo>
                    <a:pt x="501" y="360"/>
                  </a:lnTo>
                  <a:lnTo>
                    <a:pt x="501" y="363"/>
                  </a:lnTo>
                  <a:lnTo>
                    <a:pt x="501" y="367"/>
                  </a:lnTo>
                  <a:lnTo>
                    <a:pt x="501" y="370"/>
                  </a:lnTo>
                  <a:lnTo>
                    <a:pt x="501" y="372"/>
                  </a:lnTo>
                  <a:lnTo>
                    <a:pt x="499" y="374"/>
                  </a:lnTo>
                  <a:lnTo>
                    <a:pt x="496" y="377"/>
                  </a:lnTo>
                  <a:lnTo>
                    <a:pt x="494" y="377"/>
                  </a:lnTo>
                  <a:lnTo>
                    <a:pt x="492" y="377"/>
                  </a:lnTo>
                  <a:lnTo>
                    <a:pt x="489" y="377"/>
                  </a:lnTo>
                  <a:lnTo>
                    <a:pt x="487" y="374"/>
                  </a:lnTo>
                  <a:lnTo>
                    <a:pt x="485" y="372"/>
                  </a:lnTo>
                  <a:lnTo>
                    <a:pt x="485" y="372"/>
                  </a:lnTo>
                  <a:lnTo>
                    <a:pt x="487" y="370"/>
                  </a:lnTo>
                  <a:lnTo>
                    <a:pt x="487" y="367"/>
                  </a:lnTo>
                  <a:lnTo>
                    <a:pt x="485" y="367"/>
                  </a:lnTo>
                  <a:lnTo>
                    <a:pt x="482" y="370"/>
                  </a:lnTo>
                  <a:lnTo>
                    <a:pt x="480" y="370"/>
                  </a:lnTo>
                  <a:lnTo>
                    <a:pt x="478" y="370"/>
                  </a:lnTo>
                  <a:lnTo>
                    <a:pt x="475" y="370"/>
                  </a:lnTo>
                  <a:lnTo>
                    <a:pt x="475" y="370"/>
                  </a:lnTo>
                  <a:lnTo>
                    <a:pt x="473" y="367"/>
                  </a:lnTo>
                  <a:lnTo>
                    <a:pt x="473" y="365"/>
                  </a:lnTo>
                  <a:lnTo>
                    <a:pt x="473" y="363"/>
                  </a:lnTo>
                  <a:lnTo>
                    <a:pt x="473" y="360"/>
                  </a:lnTo>
                  <a:lnTo>
                    <a:pt x="473" y="358"/>
                  </a:lnTo>
                  <a:lnTo>
                    <a:pt x="475" y="358"/>
                  </a:lnTo>
                  <a:lnTo>
                    <a:pt x="478" y="358"/>
                  </a:lnTo>
                  <a:lnTo>
                    <a:pt x="482" y="358"/>
                  </a:lnTo>
                  <a:lnTo>
                    <a:pt x="485" y="360"/>
                  </a:lnTo>
                  <a:lnTo>
                    <a:pt x="485" y="358"/>
                  </a:lnTo>
                  <a:lnTo>
                    <a:pt x="485" y="358"/>
                  </a:lnTo>
                  <a:lnTo>
                    <a:pt x="485" y="355"/>
                  </a:lnTo>
                  <a:lnTo>
                    <a:pt x="485" y="355"/>
                  </a:lnTo>
                  <a:lnTo>
                    <a:pt x="485" y="353"/>
                  </a:lnTo>
                  <a:lnTo>
                    <a:pt x="487" y="353"/>
                  </a:lnTo>
                  <a:lnTo>
                    <a:pt x="489" y="351"/>
                  </a:lnTo>
                  <a:lnTo>
                    <a:pt x="489" y="348"/>
                  </a:lnTo>
                  <a:lnTo>
                    <a:pt x="489" y="346"/>
                  </a:lnTo>
                  <a:lnTo>
                    <a:pt x="492" y="344"/>
                  </a:lnTo>
                  <a:lnTo>
                    <a:pt x="489" y="344"/>
                  </a:lnTo>
                  <a:lnTo>
                    <a:pt x="489" y="341"/>
                  </a:lnTo>
                  <a:lnTo>
                    <a:pt x="487" y="341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5" y="344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7" y="346"/>
                  </a:lnTo>
                  <a:lnTo>
                    <a:pt x="487" y="346"/>
                  </a:lnTo>
                  <a:lnTo>
                    <a:pt x="485" y="346"/>
                  </a:lnTo>
                  <a:lnTo>
                    <a:pt x="485" y="346"/>
                  </a:lnTo>
                  <a:lnTo>
                    <a:pt x="482" y="346"/>
                  </a:lnTo>
                  <a:lnTo>
                    <a:pt x="482" y="346"/>
                  </a:lnTo>
                  <a:lnTo>
                    <a:pt x="482" y="348"/>
                  </a:lnTo>
                  <a:lnTo>
                    <a:pt x="480" y="351"/>
                  </a:lnTo>
                  <a:lnTo>
                    <a:pt x="480" y="351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8"/>
                  </a:lnTo>
                  <a:lnTo>
                    <a:pt x="480" y="344"/>
                  </a:lnTo>
                  <a:lnTo>
                    <a:pt x="482" y="344"/>
                  </a:lnTo>
                  <a:lnTo>
                    <a:pt x="480" y="341"/>
                  </a:lnTo>
                  <a:lnTo>
                    <a:pt x="480" y="341"/>
                  </a:lnTo>
                  <a:lnTo>
                    <a:pt x="480" y="344"/>
                  </a:lnTo>
                  <a:lnTo>
                    <a:pt x="480" y="344"/>
                  </a:lnTo>
                  <a:lnTo>
                    <a:pt x="478" y="346"/>
                  </a:lnTo>
                  <a:lnTo>
                    <a:pt x="478" y="348"/>
                  </a:lnTo>
                  <a:lnTo>
                    <a:pt x="475" y="351"/>
                  </a:lnTo>
                  <a:lnTo>
                    <a:pt x="475" y="351"/>
                  </a:lnTo>
                  <a:lnTo>
                    <a:pt x="475" y="351"/>
                  </a:lnTo>
                  <a:lnTo>
                    <a:pt x="473" y="351"/>
                  </a:lnTo>
                  <a:lnTo>
                    <a:pt x="473" y="351"/>
                  </a:lnTo>
                  <a:lnTo>
                    <a:pt x="470" y="348"/>
                  </a:lnTo>
                  <a:lnTo>
                    <a:pt x="470" y="348"/>
                  </a:lnTo>
                  <a:lnTo>
                    <a:pt x="468" y="346"/>
                  </a:lnTo>
                  <a:lnTo>
                    <a:pt x="468" y="346"/>
                  </a:lnTo>
                  <a:lnTo>
                    <a:pt x="466" y="346"/>
                  </a:lnTo>
                  <a:lnTo>
                    <a:pt x="463" y="348"/>
                  </a:lnTo>
                  <a:lnTo>
                    <a:pt x="461" y="353"/>
                  </a:lnTo>
                  <a:lnTo>
                    <a:pt x="454" y="358"/>
                  </a:lnTo>
                  <a:lnTo>
                    <a:pt x="452" y="360"/>
                  </a:lnTo>
                  <a:lnTo>
                    <a:pt x="449" y="360"/>
                  </a:lnTo>
                  <a:lnTo>
                    <a:pt x="442" y="363"/>
                  </a:lnTo>
                  <a:lnTo>
                    <a:pt x="440" y="365"/>
                  </a:lnTo>
                  <a:lnTo>
                    <a:pt x="437" y="365"/>
                  </a:lnTo>
                  <a:lnTo>
                    <a:pt x="430" y="363"/>
                  </a:lnTo>
                  <a:lnTo>
                    <a:pt x="426" y="360"/>
                  </a:lnTo>
                  <a:lnTo>
                    <a:pt x="418" y="360"/>
                  </a:lnTo>
                  <a:lnTo>
                    <a:pt x="414" y="360"/>
                  </a:lnTo>
                  <a:lnTo>
                    <a:pt x="409" y="355"/>
                  </a:lnTo>
                  <a:lnTo>
                    <a:pt x="407" y="351"/>
                  </a:lnTo>
                  <a:lnTo>
                    <a:pt x="407" y="346"/>
                  </a:lnTo>
                  <a:lnTo>
                    <a:pt x="409" y="341"/>
                  </a:lnTo>
                  <a:lnTo>
                    <a:pt x="416" y="334"/>
                  </a:lnTo>
                  <a:lnTo>
                    <a:pt x="418" y="329"/>
                  </a:lnTo>
                  <a:lnTo>
                    <a:pt x="421" y="325"/>
                  </a:lnTo>
                  <a:lnTo>
                    <a:pt x="423" y="322"/>
                  </a:lnTo>
                  <a:lnTo>
                    <a:pt x="426" y="320"/>
                  </a:lnTo>
                  <a:lnTo>
                    <a:pt x="430" y="318"/>
                  </a:lnTo>
                  <a:lnTo>
                    <a:pt x="435" y="320"/>
                  </a:lnTo>
                  <a:lnTo>
                    <a:pt x="440" y="320"/>
                  </a:lnTo>
                  <a:lnTo>
                    <a:pt x="444" y="322"/>
                  </a:lnTo>
                  <a:lnTo>
                    <a:pt x="449" y="325"/>
                  </a:lnTo>
                  <a:lnTo>
                    <a:pt x="452" y="325"/>
                  </a:lnTo>
                  <a:lnTo>
                    <a:pt x="452" y="327"/>
                  </a:lnTo>
                  <a:lnTo>
                    <a:pt x="454" y="332"/>
                  </a:lnTo>
                  <a:lnTo>
                    <a:pt x="454" y="332"/>
                  </a:lnTo>
                  <a:lnTo>
                    <a:pt x="459" y="332"/>
                  </a:lnTo>
                  <a:lnTo>
                    <a:pt x="461" y="332"/>
                  </a:lnTo>
                  <a:lnTo>
                    <a:pt x="463" y="332"/>
                  </a:lnTo>
                  <a:lnTo>
                    <a:pt x="463" y="332"/>
                  </a:lnTo>
                  <a:lnTo>
                    <a:pt x="466" y="332"/>
                  </a:lnTo>
                  <a:lnTo>
                    <a:pt x="470" y="334"/>
                  </a:lnTo>
                  <a:lnTo>
                    <a:pt x="473" y="334"/>
                  </a:lnTo>
                  <a:lnTo>
                    <a:pt x="478" y="334"/>
                  </a:lnTo>
                  <a:lnTo>
                    <a:pt x="478" y="334"/>
                  </a:lnTo>
                  <a:lnTo>
                    <a:pt x="480" y="337"/>
                  </a:lnTo>
                  <a:lnTo>
                    <a:pt x="480" y="337"/>
                  </a:lnTo>
                  <a:lnTo>
                    <a:pt x="480" y="337"/>
                  </a:lnTo>
                  <a:lnTo>
                    <a:pt x="480" y="339"/>
                  </a:lnTo>
                  <a:lnTo>
                    <a:pt x="480" y="339"/>
                  </a:lnTo>
                  <a:lnTo>
                    <a:pt x="480" y="339"/>
                  </a:lnTo>
                  <a:lnTo>
                    <a:pt x="482" y="341"/>
                  </a:lnTo>
                  <a:lnTo>
                    <a:pt x="485" y="341"/>
                  </a:lnTo>
                  <a:lnTo>
                    <a:pt x="485" y="339"/>
                  </a:lnTo>
                  <a:lnTo>
                    <a:pt x="487" y="339"/>
                  </a:lnTo>
                  <a:lnTo>
                    <a:pt x="492" y="341"/>
                  </a:lnTo>
                  <a:lnTo>
                    <a:pt x="492" y="339"/>
                  </a:lnTo>
                  <a:lnTo>
                    <a:pt x="494" y="339"/>
                  </a:lnTo>
                  <a:lnTo>
                    <a:pt x="496" y="339"/>
                  </a:lnTo>
                  <a:lnTo>
                    <a:pt x="496" y="339"/>
                  </a:lnTo>
                  <a:lnTo>
                    <a:pt x="496" y="341"/>
                  </a:lnTo>
                  <a:lnTo>
                    <a:pt x="496" y="341"/>
                  </a:lnTo>
                  <a:lnTo>
                    <a:pt x="494" y="341"/>
                  </a:lnTo>
                  <a:lnTo>
                    <a:pt x="496" y="341"/>
                  </a:lnTo>
                  <a:lnTo>
                    <a:pt x="499" y="341"/>
                  </a:lnTo>
                  <a:lnTo>
                    <a:pt x="501" y="339"/>
                  </a:lnTo>
                  <a:lnTo>
                    <a:pt x="504" y="337"/>
                  </a:lnTo>
                  <a:lnTo>
                    <a:pt x="504" y="337"/>
                  </a:lnTo>
                  <a:lnTo>
                    <a:pt x="501" y="337"/>
                  </a:lnTo>
                  <a:lnTo>
                    <a:pt x="499" y="337"/>
                  </a:lnTo>
                  <a:lnTo>
                    <a:pt x="499" y="337"/>
                  </a:lnTo>
                  <a:lnTo>
                    <a:pt x="496" y="334"/>
                  </a:lnTo>
                  <a:lnTo>
                    <a:pt x="492" y="327"/>
                  </a:lnTo>
                  <a:lnTo>
                    <a:pt x="489" y="325"/>
                  </a:lnTo>
                  <a:lnTo>
                    <a:pt x="489" y="320"/>
                  </a:lnTo>
                  <a:lnTo>
                    <a:pt x="489" y="318"/>
                  </a:lnTo>
                  <a:lnTo>
                    <a:pt x="485" y="313"/>
                  </a:lnTo>
                  <a:lnTo>
                    <a:pt x="485" y="310"/>
                  </a:lnTo>
                  <a:lnTo>
                    <a:pt x="485" y="310"/>
                  </a:lnTo>
                  <a:lnTo>
                    <a:pt x="485" y="308"/>
                  </a:lnTo>
                  <a:lnTo>
                    <a:pt x="485" y="306"/>
                  </a:lnTo>
                  <a:lnTo>
                    <a:pt x="485" y="306"/>
                  </a:lnTo>
                  <a:lnTo>
                    <a:pt x="482" y="303"/>
                  </a:lnTo>
                  <a:lnTo>
                    <a:pt x="478" y="301"/>
                  </a:lnTo>
                  <a:lnTo>
                    <a:pt x="478" y="296"/>
                  </a:lnTo>
                  <a:lnTo>
                    <a:pt x="475" y="296"/>
                  </a:lnTo>
                  <a:lnTo>
                    <a:pt x="470" y="294"/>
                  </a:lnTo>
                  <a:lnTo>
                    <a:pt x="470" y="294"/>
                  </a:lnTo>
                  <a:lnTo>
                    <a:pt x="466" y="287"/>
                  </a:lnTo>
                  <a:lnTo>
                    <a:pt x="468" y="284"/>
                  </a:lnTo>
                  <a:lnTo>
                    <a:pt x="466" y="282"/>
                  </a:lnTo>
                  <a:lnTo>
                    <a:pt x="466" y="282"/>
                  </a:lnTo>
                  <a:lnTo>
                    <a:pt x="463" y="280"/>
                  </a:lnTo>
                  <a:lnTo>
                    <a:pt x="463" y="277"/>
                  </a:lnTo>
                  <a:lnTo>
                    <a:pt x="463" y="275"/>
                  </a:lnTo>
                  <a:lnTo>
                    <a:pt x="466" y="270"/>
                  </a:lnTo>
                  <a:lnTo>
                    <a:pt x="466" y="268"/>
                  </a:lnTo>
                  <a:lnTo>
                    <a:pt x="466" y="266"/>
                  </a:lnTo>
                  <a:lnTo>
                    <a:pt x="468" y="261"/>
                  </a:lnTo>
                  <a:lnTo>
                    <a:pt x="468" y="254"/>
                  </a:lnTo>
                  <a:lnTo>
                    <a:pt x="470" y="249"/>
                  </a:lnTo>
                  <a:lnTo>
                    <a:pt x="473" y="244"/>
                  </a:lnTo>
                  <a:lnTo>
                    <a:pt x="473" y="239"/>
                  </a:lnTo>
                  <a:lnTo>
                    <a:pt x="470" y="239"/>
                  </a:lnTo>
                  <a:lnTo>
                    <a:pt x="468" y="239"/>
                  </a:lnTo>
                  <a:lnTo>
                    <a:pt x="463" y="239"/>
                  </a:lnTo>
                  <a:lnTo>
                    <a:pt x="461" y="239"/>
                  </a:lnTo>
                  <a:lnTo>
                    <a:pt x="454" y="239"/>
                  </a:lnTo>
                  <a:lnTo>
                    <a:pt x="444" y="242"/>
                  </a:lnTo>
                  <a:lnTo>
                    <a:pt x="433" y="242"/>
                  </a:lnTo>
                  <a:lnTo>
                    <a:pt x="418" y="244"/>
                  </a:lnTo>
                  <a:lnTo>
                    <a:pt x="402" y="244"/>
                  </a:lnTo>
                  <a:lnTo>
                    <a:pt x="385" y="247"/>
                  </a:lnTo>
                  <a:lnTo>
                    <a:pt x="369" y="249"/>
                  </a:lnTo>
                  <a:lnTo>
                    <a:pt x="350" y="249"/>
                  </a:lnTo>
                  <a:lnTo>
                    <a:pt x="333" y="251"/>
                  </a:lnTo>
                  <a:lnTo>
                    <a:pt x="317" y="251"/>
                  </a:lnTo>
                  <a:lnTo>
                    <a:pt x="303" y="254"/>
                  </a:lnTo>
                  <a:lnTo>
                    <a:pt x="291" y="254"/>
                  </a:lnTo>
                  <a:lnTo>
                    <a:pt x="281" y="256"/>
                  </a:lnTo>
                  <a:lnTo>
                    <a:pt x="274" y="256"/>
                  </a:lnTo>
                  <a:lnTo>
                    <a:pt x="272" y="256"/>
                  </a:lnTo>
                  <a:lnTo>
                    <a:pt x="267" y="256"/>
                  </a:lnTo>
                  <a:lnTo>
                    <a:pt x="267" y="256"/>
                  </a:lnTo>
                  <a:lnTo>
                    <a:pt x="274" y="249"/>
                  </a:lnTo>
                  <a:lnTo>
                    <a:pt x="274" y="244"/>
                  </a:lnTo>
                  <a:lnTo>
                    <a:pt x="269" y="242"/>
                  </a:lnTo>
                  <a:lnTo>
                    <a:pt x="269" y="237"/>
                  </a:lnTo>
                  <a:lnTo>
                    <a:pt x="269" y="237"/>
                  </a:lnTo>
                  <a:lnTo>
                    <a:pt x="269" y="235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28"/>
                  </a:lnTo>
                  <a:lnTo>
                    <a:pt x="267" y="228"/>
                  </a:lnTo>
                  <a:lnTo>
                    <a:pt x="265" y="225"/>
                  </a:lnTo>
                  <a:lnTo>
                    <a:pt x="265" y="223"/>
                  </a:lnTo>
                  <a:lnTo>
                    <a:pt x="267" y="221"/>
                  </a:lnTo>
                  <a:lnTo>
                    <a:pt x="269" y="221"/>
                  </a:lnTo>
                  <a:lnTo>
                    <a:pt x="274" y="221"/>
                  </a:lnTo>
                  <a:lnTo>
                    <a:pt x="277" y="221"/>
                  </a:lnTo>
                  <a:lnTo>
                    <a:pt x="279" y="218"/>
                  </a:lnTo>
                  <a:lnTo>
                    <a:pt x="279" y="216"/>
                  </a:lnTo>
                  <a:lnTo>
                    <a:pt x="279" y="209"/>
                  </a:lnTo>
                  <a:lnTo>
                    <a:pt x="279" y="206"/>
                  </a:lnTo>
                  <a:lnTo>
                    <a:pt x="281" y="206"/>
                  </a:lnTo>
                  <a:lnTo>
                    <a:pt x="281" y="204"/>
                  </a:lnTo>
                  <a:lnTo>
                    <a:pt x="279" y="204"/>
                  </a:lnTo>
                  <a:lnTo>
                    <a:pt x="279" y="199"/>
                  </a:lnTo>
                  <a:lnTo>
                    <a:pt x="277" y="199"/>
                  </a:lnTo>
                  <a:lnTo>
                    <a:pt x="277" y="199"/>
                  </a:lnTo>
                  <a:lnTo>
                    <a:pt x="277" y="192"/>
                  </a:lnTo>
                  <a:lnTo>
                    <a:pt x="279" y="190"/>
                  </a:lnTo>
                  <a:lnTo>
                    <a:pt x="286" y="183"/>
                  </a:lnTo>
                  <a:lnTo>
                    <a:pt x="286" y="183"/>
                  </a:lnTo>
                  <a:lnTo>
                    <a:pt x="286" y="180"/>
                  </a:lnTo>
                  <a:lnTo>
                    <a:pt x="286" y="178"/>
                  </a:lnTo>
                  <a:lnTo>
                    <a:pt x="286" y="166"/>
                  </a:lnTo>
                  <a:lnTo>
                    <a:pt x="286" y="164"/>
                  </a:lnTo>
                  <a:lnTo>
                    <a:pt x="286" y="161"/>
                  </a:lnTo>
                  <a:lnTo>
                    <a:pt x="288" y="157"/>
                  </a:lnTo>
                  <a:lnTo>
                    <a:pt x="291" y="152"/>
                  </a:lnTo>
                  <a:lnTo>
                    <a:pt x="291" y="150"/>
                  </a:lnTo>
                  <a:lnTo>
                    <a:pt x="293" y="147"/>
                  </a:lnTo>
                  <a:lnTo>
                    <a:pt x="295" y="145"/>
                  </a:lnTo>
                  <a:lnTo>
                    <a:pt x="298" y="145"/>
                  </a:lnTo>
                  <a:lnTo>
                    <a:pt x="300" y="142"/>
                  </a:lnTo>
                  <a:lnTo>
                    <a:pt x="303" y="142"/>
                  </a:lnTo>
                  <a:lnTo>
                    <a:pt x="307" y="135"/>
                  </a:lnTo>
                  <a:lnTo>
                    <a:pt x="307" y="135"/>
                  </a:lnTo>
                  <a:lnTo>
                    <a:pt x="310" y="131"/>
                  </a:lnTo>
                  <a:lnTo>
                    <a:pt x="310" y="131"/>
                  </a:lnTo>
                  <a:lnTo>
                    <a:pt x="310" y="131"/>
                  </a:lnTo>
                  <a:lnTo>
                    <a:pt x="314" y="128"/>
                  </a:lnTo>
                  <a:lnTo>
                    <a:pt x="317" y="126"/>
                  </a:lnTo>
                  <a:lnTo>
                    <a:pt x="319" y="121"/>
                  </a:lnTo>
                  <a:lnTo>
                    <a:pt x="319" y="116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4" y="109"/>
                  </a:lnTo>
                  <a:lnTo>
                    <a:pt x="317" y="109"/>
                  </a:lnTo>
                  <a:lnTo>
                    <a:pt x="321" y="109"/>
                  </a:lnTo>
                  <a:lnTo>
                    <a:pt x="324" y="102"/>
                  </a:lnTo>
                  <a:lnTo>
                    <a:pt x="329" y="93"/>
                  </a:lnTo>
                  <a:lnTo>
                    <a:pt x="331" y="88"/>
                  </a:lnTo>
                  <a:lnTo>
                    <a:pt x="331" y="88"/>
                  </a:lnTo>
                  <a:lnTo>
                    <a:pt x="333" y="88"/>
                  </a:lnTo>
                  <a:lnTo>
                    <a:pt x="333" y="86"/>
                  </a:lnTo>
                  <a:lnTo>
                    <a:pt x="331" y="83"/>
                  </a:lnTo>
                  <a:lnTo>
                    <a:pt x="329" y="83"/>
                  </a:lnTo>
                  <a:lnTo>
                    <a:pt x="326" y="83"/>
                  </a:lnTo>
                  <a:lnTo>
                    <a:pt x="324" y="81"/>
                  </a:lnTo>
                  <a:lnTo>
                    <a:pt x="324" y="81"/>
                  </a:lnTo>
                  <a:lnTo>
                    <a:pt x="321" y="76"/>
                  </a:lnTo>
                  <a:lnTo>
                    <a:pt x="319" y="74"/>
                  </a:lnTo>
                  <a:lnTo>
                    <a:pt x="317" y="74"/>
                  </a:lnTo>
                  <a:lnTo>
                    <a:pt x="312" y="71"/>
                  </a:lnTo>
                  <a:lnTo>
                    <a:pt x="312" y="69"/>
                  </a:lnTo>
                  <a:lnTo>
                    <a:pt x="310" y="67"/>
                  </a:lnTo>
                  <a:lnTo>
                    <a:pt x="310" y="62"/>
                  </a:lnTo>
                  <a:lnTo>
                    <a:pt x="310" y="62"/>
                  </a:lnTo>
                  <a:lnTo>
                    <a:pt x="310" y="60"/>
                  </a:lnTo>
                  <a:lnTo>
                    <a:pt x="312" y="57"/>
                  </a:lnTo>
                  <a:lnTo>
                    <a:pt x="310" y="57"/>
                  </a:lnTo>
                  <a:lnTo>
                    <a:pt x="310" y="55"/>
                  </a:lnTo>
                  <a:lnTo>
                    <a:pt x="307" y="55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3" y="50"/>
                  </a:lnTo>
                  <a:lnTo>
                    <a:pt x="303" y="48"/>
                  </a:lnTo>
                  <a:lnTo>
                    <a:pt x="303" y="45"/>
                  </a:lnTo>
                  <a:lnTo>
                    <a:pt x="303" y="43"/>
                  </a:lnTo>
                  <a:lnTo>
                    <a:pt x="305" y="43"/>
                  </a:lnTo>
                  <a:lnTo>
                    <a:pt x="310" y="41"/>
                  </a:lnTo>
                  <a:lnTo>
                    <a:pt x="310" y="41"/>
                  </a:lnTo>
                  <a:lnTo>
                    <a:pt x="312" y="38"/>
                  </a:lnTo>
                  <a:lnTo>
                    <a:pt x="312" y="36"/>
                  </a:lnTo>
                  <a:lnTo>
                    <a:pt x="310" y="36"/>
                  </a:lnTo>
                  <a:lnTo>
                    <a:pt x="305" y="34"/>
                  </a:lnTo>
                  <a:lnTo>
                    <a:pt x="303" y="34"/>
                  </a:lnTo>
                  <a:lnTo>
                    <a:pt x="303" y="31"/>
                  </a:lnTo>
                  <a:lnTo>
                    <a:pt x="303" y="26"/>
                  </a:lnTo>
                  <a:lnTo>
                    <a:pt x="305" y="22"/>
                  </a:lnTo>
                  <a:lnTo>
                    <a:pt x="305" y="19"/>
                  </a:lnTo>
                  <a:lnTo>
                    <a:pt x="307" y="19"/>
                  </a:lnTo>
                  <a:lnTo>
                    <a:pt x="307" y="17"/>
                  </a:lnTo>
                  <a:lnTo>
                    <a:pt x="310" y="15"/>
                  </a:lnTo>
                  <a:lnTo>
                    <a:pt x="310" y="12"/>
                  </a:lnTo>
                  <a:lnTo>
                    <a:pt x="307" y="10"/>
                  </a:lnTo>
                  <a:lnTo>
                    <a:pt x="307" y="8"/>
                  </a:lnTo>
                  <a:lnTo>
                    <a:pt x="305" y="8"/>
                  </a:lnTo>
                  <a:lnTo>
                    <a:pt x="303" y="8"/>
                  </a:lnTo>
                  <a:lnTo>
                    <a:pt x="303" y="8"/>
                  </a:lnTo>
                  <a:lnTo>
                    <a:pt x="300" y="8"/>
                  </a:lnTo>
                  <a:lnTo>
                    <a:pt x="300" y="5"/>
                  </a:lnTo>
                  <a:lnTo>
                    <a:pt x="300" y="0"/>
                  </a:lnTo>
                  <a:lnTo>
                    <a:pt x="298" y="3"/>
                  </a:lnTo>
                  <a:lnTo>
                    <a:pt x="279" y="3"/>
                  </a:lnTo>
                  <a:lnTo>
                    <a:pt x="260" y="5"/>
                  </a:lnTo>
                  <a:lnTo>
                    <a:pt x="241" y="5"/>
                  </a:lnTo>
                  <a:lnTo>
                    <a:pt x="222" y="8"/>
                  </a:lnTo>
                  <a:lnTo>
                    <a:pt x="206" y="10"/>
                  </a:lnTo>
                  <a:lnTo>
                    <a:pt x="187" y="10"/>
                  </a:lnTo>
                  <a:lnTo>
                    <a:pt x="168" y="12"/>
                  </a:lnTo>
                  <a:lnTo>
                    <a:pt x="149" y="12"/>
                  </a:lnTo>
                  <a:lnTo>
                    <a:pt x="130" y="15"/>
                  </a:lnTo>
                  <a:lnTo>
                    <a:pt x="111" y="15"/>
                  </a:lnTo>
                  <a:lnTo>
                    <a:pt x="92" y="17"/>
                  </a:lnTo>
                  <a:lnTo>
                    <a:pt x="73" y="17"/>
                  </a:lnTo>
                  <a:lnTo>
                    <a:pt x="54" y="19"/>
                  </a:lnTo>
                  <a:lnTo>
                    <a:pt x="35" y="19"/>
                  </a:lnTo>
                  <a:lnTo>
                    <a:pt x="19" y="22"/>
                  </a:lnTo>
                  <a:lnTo>
                    <a:pt x="0" y="22"/>
                  </a:lnTo>
                  <a:lnTo>
                    <a:pt x="0" y="36"/>
                  </a:lnTo>
                  <a:lnTo>
                    <a:pt x="2" y="67"/>
                  </a:lnTo>
                  <a:lnTo>
                    <a:pt x="2" y="81"/>
                  </a:lnTo>
                  <a:lnTo>
                    <a:pt x="2" y="95"/>
                  </a:lnTo>
                  <a:lnTo>
                    <a:pt x="4" y="109"/>
                  </a:lnTo>
                  <a:lnTo>
                    <a:pt x="4" y="124"/>
                  </a:lnTo>
                  <a:lnTo>
                    <a:pt x="4" y="140"/>
                  </a:lnTo>
                  <a:lnTo>
                    <a:pt x="4" y="147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12" y="152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21" y="161"/>
                  </a:lnTo>
                  <a:lnTo>
                    <a:pt x="23" y="164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31" y="178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3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3" y="183"/>
                  </a:lnTo>
                  <a:lnTo>
                    <a:pt x="31" y="185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5"/>
                  </a:lnTo>
                  <a:lnTo>
                    <a:pt x="31" y="195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3" y="199"/>
                  </a:lnTo>
                  <a:lnTo>
                    <a:pt x="33" y="202"/>
                  </a:lnTo>
                  <a:lnTo>
                    <a:pt x="35" y="204"/>
                  </a:lnTo>
                  <a:lnTo>
                    <a:pt x="38" y="204"/>
                  </a:lnTo>
                  <a:lnTo>
                    <a:pt x="38" y="204"/>
                  </a:lnTo>
                  <a:lnTo>
                    <a:pt x="38" y="204"/>
                  </a:lnTo>
                  <a:lnTo>
                    <a:pt x="40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0" y="209"/>
                  </a:lnTo>
                  <a:lnTo>
                    <a:pt x="40" y="209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6"/>
                  </a:lnTo>
                  <a:lnTo>
                    <a:pt x="45" y="218"/>
                  </a:lnTo>
                  <a:lnTo>
                    <a:pt x="47" y="218"/>
                  </a:lnTo>
                  <a:lnTo>
                    <a:pt x="47" y="218"/>
                  </a:lnTo>
                  <a:lnTo>
                    <a:pt x="47" y="221"/>
                  </a:lnTo>
                  <a:lnTo>
                    <a:pt x="49" y="223"/>
                  </a:lnTo>
                  <a:lnTo>
                    <a:pt x="52" y="223"/>
                  </a:lnTo>
                  <a:lnTo>
                    <a:pt x="52" y="223"/>
                  </a:lnTo>
                  <a:lnTo>
                    <a:pt x="52" y="223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49" y="228"/>
                  </a:lnTo>
                  <a:lnTo>
                    <a:pt x="49" y="228"/>
                  </a:lnTo>
                  <a:lnTo>
                    <a:pt x="49" y="230"/>
                  </a:lnTo>
                  <a:lnTo>
                    <a:pt x="49" y="230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7"/>
                  </a:lnTo>
                  <a:lnTo>
                    <a:pt x="54" y="237"/>
                  </a:lnTo>
                  <a:lnTo>
                    <a:pt x="57" y="237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57" y="242"/>
                  </a:lnTo>
                  <a:lnTo>
                    <a:pt x="57" y="244"/>
                  </a:lnTo>
                  <a:lnTo>
                    <a:pt x="59" y="244"/>
                  </a:lnTo>
                  <a:lnTo>
                    <a:pt x="59" y="244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61" y="244"/>
                  </a:lnTo>
                  <a:lnTo>
                    <a:pt x="64" y="247"/>
                  </a:lnTo>
                  <a:lnTo>
                    <a:pt x="64" y="247"/>
                  </a:lnTo>
                  <a:lnTo>
                    <a:pt x="64" y="254"/>
                  </a:lnTo>
                  <a:lnTo>
                    <a:pt x="64" y="254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1"/>
                  </a:lnTo>
                  <a:lnTo>
                    <a:pt x="68" y="263"/>
                  </a:lnTo>
                  <a:lnTo>
                    <a:pt x="68" y="263"/>
                  </a:lnTo>
                  <a:lnTo>
                    <a:pt x="68" y="266"/>
                  </a:lnTo>
                  <a:lnTo>
                    <a:pt x="68" y="266"/>
                  </a:lnTo>
                  <a:lnTo>
                    <a:pt x="64" y="268"/>
                  </a:lnTo>
                  <a:lnTo>
                    <a:pt x="64" y="268"/>
                  </a:lnTo>
                  <a:lnTo>
                    <a:pt x="61" y="268"/>
                  </a:lnTo>
                  <a:lnTo>
                    <a:pt x="64" y="273"/>
                  </a:lnTo>
                  <a:lnTo>
                    <a:pt x="66" y="275"/>
                  </a:lnTo>
                  <a:lnTo>
                    <a:pt x="66" y="275"/>
                  </a:lnTo>
                  <a:lnTo>
                    <a:pt x="66" y="277"/>
                  </a:lnTo>
                  <a:lnTo>
                    <a:pt x="66" y="277"/>
                  </a:lnTo>
                  <a:lnTo>
                    <a:pt x="66" y="277"/>
                  </a:lnTo>
                  <a:lnTo>
                    <a:pt x="64" y="280"/>
                  </a:lnTo>
                  <a:lnTo>
                    <a:pt x="64" y="282"/>
                  </a:lnTo>
                  <a:lnTo>
                    <a:pt x="64" y="282"/>
                  </a:lnTo>
                  <a:lnTo>
                    <a:pt x="64" y="284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4" y="289"/>
                  </a:lnTo>
                  <a:lnTo>
                    <a:pt x="64" y="292"/>
                  </a:lnTo>
                  <a:lnTo>
                    <a:pt x="61" y="299"/>
                  </a:lnTo>
                  <a:lnTo>
                    <a:pt x="59" y="306"/>
                  </a:lnTo>
                  <a:lnTo>
                    <a:pt x="59" y="308"/>
                  </a:lnTo>
                  <a:lnTo>
                    <a:pt x="54" y="310"/>
                  </a:lnTo>
                  <a:lnTo>
                    <a:pt x="54" y="313"/>
                  </a:lnTo>
                  <a:lnTo>
                    <a:pt x="54" y="318"/>
                  </a:lnTo>
                  <a:lnTo>
                    <a:pt x="54" y="320"/>
                  </a:lnTo>
                  <a:lnTo>
                    <a:pt x="52" y="320"/>
                  </a:lnTo>
                  <a:lnTo>
                    <a:pt x="49" y="322"/>
                  </a:lnTo>
                  <a:lnTo>
                    <a:pt x="49" y="325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9"/>
                  </a:lnTo>
                  <a:lnTo>
                    <a:pt x="49" y="332"/>
                  </a:lnTo>
                  <a:lnTo>
                    <a:pt x="49" y="332"/>
                  </a:lnTo>
                  <a:lnTo>
                    <a:pt x="52" y="334"/>
                  </a:lnTo>
                  <a:lnTo>
                    <a:pt x="52" y="337"/>
                  </a:lnTo>
                  <a:lnTo>
                    <a:pt x="52" y="339"/>
                  </a:lnTo>
                  <a:lnTo>
                    <a:pt x="52" y="341"/>
                  </a:lnTo>
                  <a:lnTo>
                    <a:pt x="49" y="344"/>
                  </a:lnTo>
                  <a:lnTo>
                    <a:pt x="47" y="346"/>
                  </a:lnTo>
                  <a:lnTo>
                    <a:pt x="47" y="348"/>
                  </a:lnTo>
                  <a:lnTo>
                    <a:pt x="47" y="353"/>
                  </a:lnTo>
                  <a:lnTo>
                    <a:pt x="49" y="355"/>
                  </a:lnTo>
                  <a:lnTo>
                    <a:pt x="52" y="358"/>
                  </a:lnTo>
                  <a:lnTo>
                    <a:pt x="52" y="360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7"/>
                  </a:lnTo>
                  <a:lnTo>
                    <a:pt x="52" y="367"/>
                  </a:lnTo>
                  <a:lnTo>
                    <a:pt x="54" y="370"/>
                  </a:lnTo>
                  <a:lnTo>
                    <a:pt x="54" y="372"/>
                  </a:lnTo>
                  <a:lnTo>
                    <a:pt x="54" y="374"/>
                  </a:lnTo>
                  <a:lnTo>
                    <a:pt x="54" y="374"/>
                  </a:lnTo>
                  <a:lnTo>
                    <a:pt x="54" y="377"/>
                  </a:lnTo>
                  <a:lnTo>
                    <a:pt x="54" y="379"/>
                  </a:lnTo>
                  <a:lnTo>
                    <a:pt x="52" y="381"/>
                  </a:lnTo>
                  <a:lnTo>
                    <a:pt x="52" y="384"/>
                  </a:lnTo>
                  <a:lnTo>
                    <a:pt x="54" y="386"/>
                  </a:lnTo>
                  <a:lnTo>
                    <a:pt x="47" y="393"/>
                  </a:lnTo>
                  <a:lnTo>
                    <a:pt x="45" y="396"/>
                  </a:lnTo>
                  <a:lnTo>
                    <a:pt x="45" y="396"/>
                  </a:lnTo>
                  <a:lnTo>
                    <a:pt x="47" y="396"/>
                  </a:lnTo>
                  <a:lnTo>
                    <a:pt x="49" y="398"/>
                  </a:lnTo>
                  <a:lnTo>
                    <a:pt x="49" y="398"/>
                  </a:lnTo>
                  <a:lnTo>
                    <a:pt x="49" y="408"/>
                  </a:lnTo>
                  <a:lnTo>
                    <a:pt x="45" y="417"/>
                  </a:lnTo>
                  <a:lnTo>
                    <a:pt x="42" y="417"/>
                  </a:lnTo>
                  <a:lnTo>
                    <a:pt x="38" y="417"/>
                  </a:lnTo>
                  <a:lnTo>
                    <a:pt x="35" y="419"/>
                  </a:lnTo>
                  <a:lnTo>
                    <a:pt x="35" y="422"/>
                  </a:lnTo>
                  <a:lnTo>
                    <a:pt x="38" y="426"/>
                  </a:lnTo>
                  <a:lnTo>
                    <a:pt x="40" y="431"/>
                  </a:lnTo>
                  <a:lnTo>
                    <a:pt x="42" y="431"/>
                  </a:lnTo>
                  <a:lnTo>
                    <a:pt x="45" y="431"/>
                  </a:lnTo>
                  <a:lnTo>
                    <a:pt x="47" y="429"/>
                  </a:lnTo>
                  <a:lnTo>
                    <a:pt x="49" y="429"/>
                  </a:lnTo>
                  <a:lnTo>
                    <a:pt x="52" y="426"/>
                  </a:lnTo>
                  <a:lnTo>
                    <a:pt x="54" y="424"/>
                  </a:lnTo>
                  <a:lnTo>
                    <a:pt x="59" y="424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80" y="422"/>
                  </a:lnTo>
                  <a:lnTo>
                    <a:pt x="83" y="422"/>
                  </a:lnTo>
                  <a:lnTo>
                    <a:pt x="85" y="422"/>
                  </a:lnTo>
                  <a:lnTo>
                    <a:pt x="90" y="422"/>
                  </a:lnTo>
                  <a:lnTo>
                    <a:pt x="92" y="422"/>
                  </a:lnTo>
                  <a:lnTo>
                    <a:pt x="94" y="419"/>
                  </a:lnTo>
                  <a:lnTo>
                    <a:pt x="99" y="419"/>
                  </a:lnTo>
                  <a:lnTo>
                    <a:pt x="106" y="417"/>
                  </a:lnTo>
                  <a:lnTo>
                    <a:pt x="111" y="419"/>
                  </a:lnTo>
                  <a:lnTo>
                    <a:pt x="123" y="422"/>
                  </a:lnTo>
                  <a:lnTo>
                    <a:pt x="130" y="424"/>
                  </a:lnTo>
                  <a:lnTo>
                    <a:pt x="144" y="426"/>
                  </a:lnTo>
                  <a:lnTo>
                    <a:pt x="151" y="431"/>
                  </a:lnTo>
                  <a:lnTo>
                    <a:pt x="154" y="434"/>
                  </a:lnTo>
                  <a:lnTo>
                    <a:pt x="165" y="438"/>
                  </a:lnTo>
                  <a:lnTo>
                    <a:pt x="184" y="441"/>
                  </a:lnTo>
                  <a:lnTo>
                    <a:pt x="187" y="438"/>
                  </a:lnTo>
                  <a:lnTo>
                    <a:pt x="189" y="441"/>
                  </a:lnTo>
                  <a:lnTo>
                    <a:pt x="189" y="438"/>
                  </a:lnTo>
                  <a:lnTo>
                    <a:pt x="191" y="441"/>
                  </a:lnTo>
                  <a:lnTo>
                    <a:pt x="210" y="443"/>
                  </a:lnTo>
                  <a:lnTo>
                    <a:pt x="213" y="441"/>
                  </a:lnTo>
                  <a:lnTo>
                    <a:pt x="215" y="441"/>
                  </a:lnTo>
                  <a:lnTo>
                    <a:pt x="222" y="436"/>
                  </a:lnTo>
                  <a:lnTo>
                    <a:pt x="227" y="436"/>
                  </a:lnTo>
                  <a:lnTo>
                    <a:pt x="234" y="436"/>
                  </a:lnTo>
                  <a:lnTo>
                    <a:pt x="236" y="436"/>
                  </a:lnTo>
                  <a:lnTo>
                    <a:pt x="236" y="434"/>
                  </a:lnTo>
                  <a:lnTo>
                    <a:pt x="234" y="434"/>
                  </a:lnTo>
                  <a:lnTo>
                    <a:pt x="236" y="431"/>
                  </a:lnTo>
                  <a:lnTo>
                    <a:pt x="236" y="431"/>
                  </a:lnTo>
                  <a:lnTo>
                    <a:pt x="241" y="429"/>
                  </a:lnTo>
                  <a:lnTo>
                    <a:pt x="239" y="429"/>
                  </a:lnTo>
                  <a:lnTo>
                    <a:pt x="236" y="429"/>
                  </a:lnTo>
                  <a:lnTo>
                    <a:pt x="234" y="429"/>
                  </a:lnTo>
                  <a:lnTo>
                    <a:pt x="232" y="431"/>
                  </a:lnTo>
                  <a:lnTo>
                    <a:pt x="232" y="431"/>
                  </a:lnTo>
                  <a:lnTo>
                    <a:pt x="229" y="429"/>
                  </a:lnTo>
                  <a:lnTo>
                    <a:pt x="227" y="422"/>
                  </a:lnTo>
                  <a:lnTo>
                    <a:pt x="229" y="422"/>
                  </a:lnTo>
                  <a:lnTo>
                    <a:pt x="232" y="419"/>
                  </a:lnTo>
                  <a:lnTo>
                    <a:pt x="229" y="419"/>
                  </a:lnTo>
                  <a:lnTo>
                    <a:pt x="229" y="419"/>
                  </a:lnTo>
                  <a:lnTo>
                    <a:pt x="229" y="419"/>
                  </a:lnTo>
                  <a:lnTo>
                    <a:pt x="227" y="422"/>
                  </a:lnTo>
                  <a:lnTo>
                    <a:pt x="224" y="422"/>
                  </a:lnTo>
                  <a:lnTo>
                    <a:pt x="224" y="422"/>
                  </a:lnTo>
                  <a:lnTo>
                    <a:pt x="222" y="422"/>
                  </a:lnTo>
                  <a:lnTo>
                    <a:pt x="222" y="419"/>
                  </a:lnTo>
                  <a:lnTo>
                    <a:pt x="220" y="417"/>
                  </a:lnTo>
                  <a:lnTo>
                    <a:pt x="220" y="415"/>
                  </a:lnTo>
                  <a:lnTo>
                    <a:pt x="222" y="415"/>
                  </a:lnTo>
                  <a:lnTo>
                    <a:pt x="222" y="415"/>
                  </a:lnTo>
                  <a:lnTo>
                    <a:pt x="222" y="415"/>
                  </a:lnTo>
                  <a:lnTo>
                    <a:pt x="224" y="412"/>
                  </a:lnTo>
                  <a:lnTo>
                    <a:pt x="224" y="412"/>
                  </a:lnTo>
                  <a:lnTo>
                    <a:pt x="227" y="412"/>
                  </a:lnTo>
                  <a:lnTo>
                    <a:pt x="227" y="415"/>
                  </a:lnTo>
                  <a:lnTo>
                    <a:pt x="227" y="415"/>
                  </a:lnTo>
                  <a:lnTo>
                    <a:pt x="224" y="417"/>
                  </a:lnTo>
                  <a:lnTo>
                    <a:pt x="227" y="417"/>
                  </a:lnTo>
                  <a:lnTo>
                    <a:pt x="229" y="417"/>
                  </a:lnTo>
                  <a:lnTo>
                    <a:pt x="232" y="412"/>
                  </a:lnTo>
                  <a:lnTo>
                    <a:pt x="232" y="412"/>
                  </a:lnTo>
                  <a:lnTo>
                    <a:pt x="241" y="408"/>
                  </a:lnTo>
                  <a:lnTo>
                    <a:pt x="241" y="408"/>
                  </a:lnTo>
                  <a:lnTo>
                    <a:pt x="243" y="405"/>
                  </a:lnTo>
                  <a:lnTo>
                    <a:pt x="243" y="405"/>
                  </a:lnTo>
                  <a:lnTo>
                    <a:pt x="243" y="403"/>
                  </a:lnTo>
                  <a:lnTo>
                    <a:pt x="243" y="403"/>
                  </a:lnTo>
                  <a:lnTo>
                    <a:pt x="246" y="403"/>
                  </a:lnTo>
                  <a:lnTo>
                    <a:pt x="246" y="405"/>
                  </a:lnTo>
                  <a:lnTo>
                    <a:pt x="248" y="405"/>
                  </a:lnTo>
                  <a:lnTo>
                    <a:pt x="250" y="403"/>
                  </a:lnTo>
                  <a:lnTo>
                    <a:pt x="253" y="403"/>
                  </a:lnTo>
                  <a:lnTo>
                    <a:pt x="258" y="403"/>
                  </a:lnTo>
                  <a:lnTo>
                    <a:pt x="258" y="403"/>
                  </a:lnTo>
                  <a:lnTo>
                    <a:pt x="260" y="405"/>
                  </a:lnTo>
                  <a:lnTo>
                    <a:pt x="260" y="405"/>
                  </a:lnTo>
                  <a:lnTo>
                    <a:pt x="260" y="408"/>
                  </a:lnTo>
                  <a:lnTo>
                    <a:pt x="258" y="408"/>
                  </a:lnTo>
                  <a:lnTo>
                    <a:pt x="258" y="408"/>
                  </a:lnTo>
                  <a:lnTo>
                    <a:pt x="258" y="405"/>
                  </a:lnTo>
                  <a:lnTo>
                    <a:pt x="255" y="408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5"/>
                  </a:lnTo>
                  <a:lnTo>
                    <a:pt x="255" y="415"/>
                  </a:lnTo>
                  <a:lnTo>
                    <a:pt x="258" y="417"/>
                  </a:lnTo>
                  <a:lnTo>
                    <a:pt x="260" y="417"/>
                  </a:lnTo>
                  <a:lnTo>
                    <a:pt x="265" y="412"/>
                  </a:lnTo>
                  <a:lnTo>
                    <a:pt x="265" y="412"/>
                  </a:lnTo>
                  <a:lnTo>
                    <a:pt x="277" y="412"/>
                  </a:lnTo>
                  <a:lnTo>
                    <a:pt x="279" y="412"/>
                  </a:lnTo>
                  <a:lnTo>
                    <a:pt x="281" y="412"/>
                  </a:lnTo>
                  <a:lnTo>
                    <a:pt x="281" y="415"/>
                  </a:lnTo>
                  <a:lnTo>
                    <a:pt x="281" y="419"/>
                  </a:lnTo>
                  <a:lnTo>
                    <a:pt x="281" y="422"/>
                  </a:lnTo>
                  <a:lnTo>
                    <a:pt x="281" y="424"/>
                  </a:lnTo>
                  <a:lnTo>
                    <a:pt x="281" y="426"/>
                  </a:lnTo>
                  <a:lnTo>
                    <a:pt x="284" y="426"/>
                  </a:lnTo>
                  <a:lnTo>
                    <a:pt x="286" y="424"/>
                  </a:lnTo>
                  <a:lnTo>
                    <a:pt x="288" y="424"/>
                  </a:lnTo>
                  <a:lnTo>
                    <a:pt x="288" y="424"/>
                  </a:lnTo>
                  <a:lnTo>
                    <a:pt x="291" y="424"/>
                  </a:lnTo>
                  <a:lnTo>
                    <a:pt x="291" y="426"/>
                  </a:lnTo>
                  <a:lnTo>
                    <a:pt x="291" y="426"/>
                  </a:lnTo>
                  <a:lnTo>
                    <a:pt x="291" y="429"/>
                  </a:lnTo>
                  <a:lnTo>
                    <a:pt x="293" y="431"/>
                  </a:lnTo>
                  <a:lnTo>
                    <a:pt x="293" y="434"/>
                  </a:lnTo>
                  <a:lnTo>
                    <a:pt x="293" y="436"/>
                  </a:lnTo>
                  <a:lnTo>
                    <a:pt x="291" y="436"/>
                  </a:lnTo>
                  <a:lnTo>
                    <a:pt x="293" y="438"/>
                  </a:lnTo>
                  <a:lnTo>
                    <a:pt x="298" y="436"/>
                  </a:lnTo>
                  <a:lnTo>
                    <a:pt x="303" y="434"/>
                  </a:lnTo>
                  <a:lnTo>
                    <a:pt x="305" y="434"/>
                  </a:lnTo>
                  <a:lnTo>
                    <a:pt x="307" y="434"/>
                  </a:lnTo>
                  <a:lnTo>
                    <a:pt x="307" y="434"/>
                  </a:lnTo>
                  <a:lnTo>
                    <a:pt x="305" y="436"/>
                  </a:lnTo>
                  <a:lnTo>
                    <a:pt x="305" y="436"/>
                  </a:lnTo>
                  <a:lnTo>
                    <a:pt x="305" y="438"/>
                  </a:lnTo>
                  <a:lnTo>
                    <a:pt x="307" y="438"/>
                  </a:lnTo>
                  <a:lnTo>
                    <a:pt x="310" y="438"/>
                  </a:lnTo>
                  <a:lnTo>
                    <a:pt x="312" y="438"/>
                  </a:lnTo>
                  <a:lnTo>
                    <a:pt x="317" y="441"/>
                  </a:lnTo>
                  <a:lnTo>
                    <a:pt x="319" y="441"/>
                  </a:lnTo>
                  <a:lnTo>
                    <a:pt x="319" y="441"/>
                  </a:lnTo>
                  <a:lnTo>
                    <a:pt x="321" y="438"/>
                  </a:lnTo>
                  <a:lnTo>
                    <a:pt x="321" y="436"/>
                  </a:lnTo>
                  <a:lnTo>
                    <a:pt x="321" y="436"/>
                  </a:lnTo>
                  <a:lnTo>
                    <a:pt x="321" y="436"/>
                  </a:lnTo>
                  <a:lnTo>
                    <a:pt x="321" y="434"/>
                  </a:lnTo>
                  <a:lnTo>
                    <a:pt x="321" y="434"/>
                  </a:lnTo>
                  <a:lnTo>
                    <a:pt x="324" y="429"/>
                  </a:lnTo>
                  <a:lnTo>
                    <a:pt x="324" y="429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6" y="426"/>
                  </a:lnTo>
                  <a:lnTo>
                    <a:pt x="326" y="426"/>
                  </a:lnTo>
                  <a:lnTo>
                    <a:pt x="329" y="429"/>
                  </a:lnTo>
                  <a:lnTo>
                    <a:pt x="329" y="431"/>
                  </a:lnTo>
                  <a:lnTo>
                    <a:pt x="326" y="431"/>
                  </a:lnTo>
                  <a:lnTo>
                    <a:pt x="326" y="431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9" y="445"/>
                  </a:lnTo>
                  <a:lnTo>
                    <a:pt x="329" y="448"/>
                  </a:lnTo>
                  <a:lnTo>
                    <a:pt x="329" y="448"/>
                  </a:lnTo>
                  <a:lnTo>
                    <a:pt x="329" y="450"/>
                  </a:lnTo>
                  <a:lnTo>
                    <a:pt x="329" y="450"/>
                  </a:lnTo>
                  <a:lnTo>
                    <a:pt x="331" y="452"/>
                  </a:lnTo>
                  <a:lnTo>
                    <a:pt x="333" y="452"/>
                  </a:lnTo>
                  <a:lnTo>
                    <a:pt x="340" y="457"/>
                  </a:lnTo>
                  <a:lnTo>
                    <a:pt x="343" y="460"/>
                  </a:lnTo>
                  <a:lnTo>
                    <a:pt x="340" y="464"/>
                  </a:lnTo>
                  <a:lnTo>
                    <a:pt x="340" y="464"/>
                  </a:lnTo>
                  <a:lnTo>
                    <a:pt x="340" y="464"/>
                  </a:lnTo>
                  <a:lnTo>
                    <a:pt x="340" y="467"/>
                  </a:lnTo>
                  <a:lnTo>
                    <a:pt x="343" y="467"/>
                  </a:lnTo>
                  <a:lnTo>
                    <a:pt x="340" y="467"/>
                  </a:lnTo>
                  <a:lnTo>
                    <a:pt x="340" y="469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6" y="467"/>
                  </a:lnTo>
                  <a:lnTo>
                    <a:pt x="336" y="467"/>
                  </a:lnTo>
                  <a:lnTo>
                    <a:pt x="336" y="464"/>
                  </a:lnTo>
                  <a:lnTo>
                    <a:pt x="336" y="462"/>
                  </a:lnTo>
                  <a:lnTo>
                    <a:pt x="336" y="457"/>
                  </a:lnTo>
                  <a:lnTo>
                    <a:pt x="333" y="460"/>
                  </a:lnTo>
                  <a:lnTo>
                    <a:pt x="331" y="457"/>
                  </a:lnTo>
                  <a:lnTo>
                    <a:pt x="329" y="455"/>
                  </a:lnTo>
                  <a:lnTo>
                    <a:pt x="329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7"/>
                  </a:lnTo>
                  <a:lnTo>
                    <a:pt x="324" y="460"/>
                  </a:lnTo>
                  <a:lnTo>
                    <a:pt x="321" y="462"/>
                  </a:lnTo>
                  <a:lnTo>
                    <a:pt x="319" y="462"/>
                  </a:lnTo>
                  <a:lnTo>
                    <a:pt x="319" y="462"/>
                  </a:lnTo>
                  <a:lnTo>
                    <a:pt x="317" y="460"/>
                  </a:lnTo>
                  <a:lnTo>
                    <a:pt x="319" y="464"/>
                  </a:lnTo>
                  <a:lnTo>
                    <a:pt x="324" y="469"/>
                  </a:lnTo>
                  <a:lnTo>
                    <a:pt x="331" y="471"/>
                  </a:lnTo>
                  <a:lnTo>
                    <a:pt x="340" y="471"/>
                  </a:lnTo>
                  <a:lnTo>
                    <a:pt x="343" y="474"/>
                  </a:lnTo>
                  <a:lnTo>
                    <a:pt x="345" y="474"/>
                  </a:lnTo>
                  <a:lnTo>
                    <a:pt x="347" y="476"/>
                  </a:lnTo>
                  <a:lnTo>
                    <a:pt x="347" y="476"/>
                  </a:lnTo>
                  <a:lnTo>
                    <a:pt x="350" y="474"/>
                  </a:lnTo>
                  <a:lnTo>
                    <a:pt x="350" y="474"/>
                  </a:lnTo>
                  <a:lnTo>
                    <a:pt x="350" y="471"/>
                  </a:lnTo>
                  <a:lnTo>
                    <a:pt x="352" y="471"/>
                  </a:lnTo>
                  <a:lnTo>
                    <a:pt x="352" y="471"/>
                  </a:lnTo>
                  <a:lnTo>
                    <a:pt x="355" y="471"/>
                  </a:lnTo>
                  <a:lnTo>
                    <a:pt x="357" y="474"/>
                  </a:lnTo>
                  <a:lnTo>
                    <a:pt x="355" y="474"/>
                  </a:lnTo>
                  <a:lnTo>
                    <a:pt x="355" y="474"/>
                  </a:lnTo>
                  <a:lnTo>
                    <a:pt x="355" y="476"/>
                  </a:lnTo>
                  <a:lnTo>
                    <a:pt x="355" y="476"/>
                  </a:lnTo>
                  <a:lnTo>
                    <a:pt x="357" y="476"/>
                  </a:lnTo>
                  <a:lnTo>
                    <a:pt x="359" y="476"/>
                  </a:lnTo>
                  <a:lnTo>
                    <a:pt x="364" y="476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69" y="481"/>
                  </a:lnTo>
                  <a:lnTo>
                    <a:pt x="371" y="479"/>
                  </a:lnTo>
                  <a:lnTo>
                    <a:pt x="373" y="479"/>
                  </a:lnTo>
                  <a:lnTo>
                    <a:pt x="373" y="476"/>
                  </a:lnTo>
                  <a:lnTo>
                    <a:pt x="371" y="474"/>
                  </a:lnTo>
                  <a:lnTo>
                    <a:pt x="373" y="476"/>
                  </a:lnTo>
                  <a:lnTo>
                    <a:pt x="376" y="476"/>
                  </a:lnTo>
                  <a:lnTo>
                    <a:pt x="378" y="476"/>
                  </a:lnTo>
                  <a:lnTo>
                    <a:pt x="381" y="476"/>
                  </a:lnTo>
                  <a:lnTo>
                    <a:pt x="381" y="479"/>
                  </a:lnTo>
                  <a:lnTo>
                    <a:pt x="381" y="479"/>
                  </a:lnTo>
                  <a:lnTo>
                    <a:pt x="378" y="481"/>
                  </a:lnTo>
                  <a:lnTo>
                    <a:pt x="376" y="481"/>
                  </a:lnTo>
                  <a:lnTo>
                    <a:pt x="378" y="481"/>
                  </a:lnTo>
                  <a:lnTo>
                    <a:pt x="383" y="483"/>
                  </a:lnTo>
                  <a:lnTo>
                    <a:pt x="383" y="483"/>
                  </a:lnTo>
                  <a:lnTo>
                    <a:pt x="383" y="481"/>
                  </a:lnTo>
                  <a:lnTo>
                    <a:pt x="385" y="481"/>
                  </a:lnTo>
                  <a:lnTo>
                    <a:pt x="388" y="481"/>
                  </a:lnTo>
                  <a:lnTo>
                    <a:pt x="388" y="481"/>
                  </a:lnTo>
                  <a:lnTo>
                    <a:pt x="388" y="481"/>
                  </a:lnTo>
                  <a:lnTo>
                    <a:pt x="390" y="481"/>
                  </a:lnTo>
                  <a:lnTo>
                    <a:pt x="390" y="481"/>
                  </a:lnTo>
                  <a:lnTo>
                    <a:pt x="390" y="479"/>
                  </a:lnTo>
                  <a:lnTo>
                    <a:pt x="390" y="479"/>
                  </a:lnTo>
                  <a:lnTo>
                    <a:pt x="390" y="476"/>
                  </a:lnTo>
                  <a:lnTo>
                    <a:pt x="390" y="476"/>
                  </a:lnTo>
                  <a:lnTo>
                    <a:pt x="392" y="476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395" y="479"/>
                  </a:lnTo>
                  <a:lnTo>
                    <a:pt x="395" y="476"/>
                  </a:lnTo>
                  <a:lnTo>
                    <a:pt x="395" y="471"/>
                  </a:lnTo>
                  <a:lnTo>
                    <a:pt x="395" y="471"/>
                  </a:lnTo>
                  <a:lnTo>
                    <a:pt x="395" y="471"/>
                  </a:lnTo>
                  <a:lnTo>
                    <a:pt x="395" y="467"/>
                  </a:lnTo>
                  <a:lnTo>
                    <a:pt x="395" y="467"/>
                  </a:lnTo>
                  <a:lnTo>
                    <a:pt x="395" y="464"/>
                  </a:lnTo>
                  <a:lnTo>
                    <a:pt x="397" y="467"/>
                  </a:lnTo>
                  <a:lnTo>
                    <a:pt x="397" y="467"/>
                  </a:lnTo>
                  <a:lnTo>
                    <a:pt x="400" y="469"/>
                  </a:lnTo>
                  <a:lnTo>
                    <a:pt x="400" y="467"/>
                  </a:lnTo>
                  <a:lnTo>
                    <a:pt x="397" y="464"/>
                  </a:lnTo>
                  <a:lnTo>
                    <a:pt x="400" y="464"/>
                  </a:lnTo>
                  <a:lnTo>
                    <a:pt x="400" y="462"/>
                  </a:lnTo>
                  <a:lnTo>
                    <a:pt x="400" y="460"/>
                  </a:lnTo>
                  <a:lnTo>
                    <a:pt x="397" y="460"/>
                  </a:lnTo>
                  <a:lnTo>
                    <a:pt x="397" y="460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400" y="457"/>
                  </a:lnTo>
                  <a:lnTo>
                    <a:pt x="400" y="457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2" y="455"/>
                  </a:lnTo>
                  <a:lnTo>
                    <a:pt x="402" y="457"/>
                  </a:lnTo>
                  <a:lnTo>
                    <a:pt x="400" y="457"/>
                  </a:lnTo>
                  <a:lnTo>
                    <a:pt x="402" y="457"/>
                  </a:lnTo>
                  <a:lnTo>
                    <a:pt x="404" y="460"/>
                  </a:lnTo>
                  <a:lnTo>
                    <a:pt x="407" y="457"/>
                  </a:lnTo>
                  <a:lnTo>
                    <a:pt x="407" y="457"/>
                  </a:lnTo>
                  <a:lnTo>
                    <a:pt x="409" y="457"/>
                  </a:lnTo>
                  <a:lnTo>
                    <a:pt x="411" y="457"/>
                  </a:lnTo>
                  <a:lnTo>
                    <a:pt x="411" y="455"/>
                  </a:lnTo>
                  <a:lnTo>
                    <a:pt x="414" y="452"/>
                  </a:lnTo>
                  <a:lnTo>
                    <a:pt x="414" y="452"/>
                  </a:lnTo>
                  <a:lnTo>
                    <a:pt x="414" y="450"/>
                  </a:lnTo>
                  <a:lnTo>
                    <a:pt x="414" y="450"/>
                  </a:lnTo>
                  <a:lnTo>
                    <a:pt x="416" y="450"/>
                  </a:lnTo>
                  <a:lnTo>
                    <a:pt x="416" y="450"/>
                  </a:lnTo>
                  <a:lnTo>
                    <a:pt x="416" y="452"/>
                  </a:lnTo>
                  <a:lnTo>
                    <a:pt x="418" y="455"/>
                  </a:lnTo>
                  <a:lnTo>
                    <a:pt x="421" y="457"/>
                  </a:lnTo>
                  <a:lnTo>
                    <a:pt x="421" y="464"/>
                  </a:lnTo>
                  <a:lnTo>
                    <a:pt x="423" y="460"/>
                  </a:lnTo>
                  <a:lnTo>
                    <a:pt x="423" y="457"/>
                  </a:lnTo>
                  <a:lnTo>
                    <a:pt x="423" y="457"/>
                  </a:lnTo>
                  <a:lnTo>
                    <a:pt x="423" y="455"/>
                  </a:lnTo>
                  <a:lnTo>
                    <a:pt x="426" y="455"/>
                  </a:lnTo>
                  <a:lnTo>
                    <a:pt x="426" y="455"/>
                  </a:lnTo>
                  <a:lnTo>
                    <a:pt x="426" y="455"/>
                  </a:lnTo>
                  <a:lnTo>
                    <a:pt x="426" y="457"/>
                  </a:lnTo>
                  <a:lnTo>
                    <a:pt x="430" y="460"/>
                  </a:lnTo>
                  <a:lnTo>
                    <a:pt x="433" y="462"/>
                  </a:lnTo>
                  <a:lnTo>
                    <a:pt x="433" y="464"/>
                  </a:lnTo>
                  <a:lnTo>
                    <a:pt x="433" y="462"/>
                  </a:lnTo>
                  <a:lnTo>
                    <a:pt x="433" y="460"/>
                  </a:lnTo>
                  <a:lnTo>
                    <a:pt x="433" y="460"/>
                  </a:lnTo>
                  <a:lnTo>
                    <a:pt x="435" y="460"/>
                  </a:lnTo>
                  <a:lnTo>
                    <a:pt x="435" y="460"/>
                  </a:lnTo>
                  <a:lnTo>
                    <a:pt x="435" y="462"/>
                  </a:lnTo>
                  <a:lnTo>
                    <a:pt x="435" y="462"/>
                  </a:lnTo>
                  <a:lnTo>
                    <a:pt x="435" y="464"/>
                  </a:lnTo>
                  <a:lnTo>
                    <a:pt x="435" y="467"/>
                  </a:lnTo>
                  <a:lnTo>
                    <a:pt x="435" y="467"/>
                  </a:lnTo>
                  <a:lnTo>
                    <a:pt x="435" y="469"/>
                  </a:lnTo>
                  <a:lnTo>
                    <a:pt x="435" y="469"/>
                  </a:lnTo>
                  <a:lnTo>
                    <a:pt x="435" y="471"/>
                  </a:lnTo>
                  <a:lnTo>
                    <a:pt x="435" y="471"/>
                  </a:lnTo>
                  <a:lnTo>
                    <a:pt x="437" y="474"/>
                  </a:lnTo>
                  <a:lnTo>
                    <a:pt x="437" y="476"/>
                  </a:lnTo>
                  <a:lnTo>
                    <a:pt x="440" y="476"/>
                  </a:lnTo>
                  <a:lnTo>
                    <a:pt x="440" y="479"/>
                  </a:lnTo>
                  <a:lnTo>
                    <a:pt x="440" y="481"/>
                  </a:lnTo>
                  <a:lnTo>
                    <a:pt x="437" y="481"/>
                  </a:lnTo>
                  <a:lnTo>
                    <a:pt x="440" y="481"/>
                  </a:lnTo>
                  <a:lnTo>
                    <a:pt x="442" y="479"/>
                  </a:lnTo>
                  <a:lnTo>
                    <a:pt x="449" y="476"/>
                  </a:lnTo>
                  <a:lnTo>
                    <a:pt x="449" y="474"/>
                  </a:lnTo>
                  <a:lnTo>
                    <a:pt x="452" y="474"/>
                  </a:lnTo>
                  <a:lnTo>
                    <a:pt x="454" y="471"/>
                  </a:lnTo>
                  <a:lnTo>
                    <a:pt x="454" y="469"/>
                  </a:lnTo>
                  <a:lnTo>
                    <a:pt x="456" y="469"/>
                  </a:lnTo>
                  <a:lnTo>
                    <a:pt x="456" y="464"/>
                  </a:lnTo>
                  <a:lnTo>
                    <a:pt x="459" y="462"/>
                  </a:lnTo>
                  <a:lnTo>
                    <a:pt x="454" y="462"/>
                  </a:lnTo>
                  <a:lnTo>
                    <a:pt x="452" y="460"/>
                  </a:lnTo>
                  <a:lnTo>
                    <a:pt x="452" y="455"/>
                  </a:lnTo>
                  <a:lnTo>
                    <a:pt x="456" y="455"/>
                  </a:lnTo>
                  <a:lnTo>
                    <a:pt x="454" y="452"/>
                  </a:lnTo>
                  <a:lnTo>
                    <a:pt x="454" y="452"/>
                  </a:lnTo>
                  <a:lnTo>
                    <a:pt x="456" y="452"/>
                  </a:lnTo>
                  <a:lnTo>
                    <a:pt x="459" y="455"/>
                  </a:lnTo>
                  <a:lnTo>
                    <a:pt x="461" y="452"/>
                  </a:lnTo>
                  <a:lnTo>
                    <a:pt x="461" y="452"/>
                  </a:lnTo>
                  <a:lnTo>
                    <a:pt x="459" y="450"/>
                  </a:lnTo>
                  <a:lnTo>
                    <a:pt x="456" y="450"/>
                  </a:lnTo>
                  <a:lnTo>
                    <a:pt x="456" y="448"/>
                  </a:lnTo>
                  <a:lnTo>
                    <a:pt x="456" y="445"/>
                  </a:lnTo>
                  <a:lnTo>
                    <a:pt x="456" y="445"/>
                  </a:lnTo>
                  <a:lnTo>
                    <a:pt x="456" y="445"/>
                  </a:lnTo>
                  <a:lnTo>
                    <a:pt x="459" y="448"/>
                  </a:lnTo>
                  <a:lnTo>
                    <a:pt x="459" y="448"/>
                  </a:lnTo>
                  <a:lnTo>
                    <a:pt x="459" y="445"/>
                  </a:lnTo>
                  <a:lnTo>
                    <a:pt x="459" y="443"/>
                  </a:lnTo>
                  <a:lnTo>
                    <a:pt x="456" y="443"/>
                  </a:lnTo>
                  <a:lnTo>
                    <a:pt x="456" y="443"/>
                  </a:lnTo>
                  <a:lnTo>
                    <a:pt x="456" y="441"/>
                  </a:lnTo>
                  <a:lnTo>
                    <a:pt x="456" y="441"/>
                  </a:lnTo>
                  <a:lnTo>
                    <a:pt x="456" y="438"/>
                  </a:lnTo>
                  <a:lnTo>
                    <a:pt x="456" y="438"/>
                  </a:lnTo>
                  <a:lnTo>
                    <a:pt x="459" y="436"/>
                  </a:lnTo>
                  <a:lnTo>
                    <a:pt x="456" y="434"/>
                  </a:lnTo>
                  <a:lnTo>
                    <a:pt x="454" y="434"/>
                  </a:lnTo>
                  <a:lnTo>
                    <a:pt x="452" y="434"/>
                  </a:lnTo>
                  <a:lnTo>
                    <a:pt x="447" y="434"/>
                  </a:lnTo>
                  <a:lnTo>
                    <a:pt x="447" y="434"/>
                  </a:lnTo>
                  <a:lnTo>
                    <a:pt x="444" y="431"/>
                  </a:lnTo>
                  <a:lnTo>
                    <a:pt x="440" y="429"/>
                  </a:lnTo>
                  <a:lnTo>
                    <a:pt x="440" y="426"/>
                  </a:lnTo>
                  <a:lnTo>
                    <a:pt x="437" y="429"/>
                  </a:lnTo>
                  <a:lnTo>
                    <a:pt x="437" y="429"/>
                  </a:lnTo>
                  <a:lnTo>
                    <a:pt x="437" y="429"/>
                  </a:lnTo>
                  <a:lnTo>
                    <a:pt x="437" y="426"/>
                  </a:lnTo>
                  <a:lnTo>
                    <a:pt x="437" y="426"/>
                  </a:lnTo>
                  <a:lnTo>
                    <a:pt x="440" y="426"/>
                  </a:lnTo>
                  <a:lnTo>
                    <a:pt x="440" y="426"/>
                  </a:lnTo>
                  <a:lnTo>
                    <a:pt x="440" y="424"/>
                  </a:lnTo>
                  <a:lnTo>
                    <a:pt x="440" y="424"/>
                  </a:lnTo>
                  <a:lnTo>
                    <a:pt x="437" y="424"/>
                  </a:lnTo>
                  <a:lnTo>
                    <a:pt x="437" y="424"/>
                  </a:lnTo>
                  <a:lnTo>
                    <a:pt x="440" y="422"/>
                  </a:lnTo>
                  <a:lnTo>
                    <a:pt x="440" y="419"/>
                  </a:lnTo>
                  <a:lnTo>
                    <a:pt x="442" y="422"/>
                  </a:lnTo>
                  <a:lnTo>
                    <a:pt x="444" y="424"/>
                  </a:lnTo>
                  <a:lnTo>
                    <a:pt x="447" y="426"/>
                  </a:lnTo>
                  <a:lnTo>
                    <a:pt x="447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7" y="422"/>
                  </a:lnTo>
                  <a:lnTo>
                    <a:pt x="449" y="424"/>
                  </a:lnTo>
                  <a:lnTo>
                    <a:pt x="452" y="424"/>
                  </a:lnTo>
                  <a:lnTo>
                    <a:pt x="463" y="431"/>
                  </a:lnTo>
                  <a:lnTo>
                    <a:pt x="468" y="431"/>
                  </a:lnTo>
                  <a:lnTo>
                    <a:pt x="470" y="429"/>
                  </a:lnTo>
                  <a:lnTo>
                    <a:pt x="475" y="434"/>
                  </a:lnTo>
                  <a:lnTo>
                    <a:pt x="475" y="434"/>
                  </a:lnTo>
                  <a:lnTo>
                    <a:pt x="478" y="431"/>
                  </a:lnTo>
                  <a:lnTo>
                    <a:pt x="478" y="429"/>
                  </a:lnTo>
                  <a:lnTo>
                    <a:pt x="478" y="429"/>
                  </a:lnTo>
                  <a:lnTo>
                    <a:pt x="478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4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5" y="436"/>
                  </a:lnTo>
                  <a:lnTo>
                    <a:pt x="485" y="436"/>
                  </a:lnTo>
                  <a:lnTo>
                    <a:pt x="487" y="436"/>
                  </a:lnTo>
                  <a:lnTo>
                    <a:pt x="485" y="438"/>
                  </a:lnTo>
                  <a:lnTo>
                    <a:pt x="485" y="438"/>
                  </a:lnTo>
                  <a:lnTo>
                    <a:pt x="485" y="438"/>
                  </a:lnTo>
                  <a:lnTo>
                    <a:pt x="485" y="441"/>
                  </a:lnTo>
                  <a:lnTo>
                    <a:pt x="487" y="441"/>
                  </a:lnTo>
                  <a:lnTo>
                    <a:pt x="487" y="438"/>
                  </a:lnTo>
                  <a:lnTo>
                    <a:pt x="487" y="438"/>
                  </a:lnTo>
                  <a:lnTo>
                    <a:pt x="487" y="438"/>
                  </a:lnTo>
                  <a:lnTo>
                    <a:pt x="487" y="441"/>
                  </a:lnTo>
                  <a:lnTo>
                    <a:pt x="489" y="441"/>
                  </a:lnTo>
                  <a:lnTo>
                    <a:pt x="489" y="443"/>
                  </a:lnTo>
                  <a:lnTo>
                    <a:pt x="487" y="445"/>
                  </a:lnTo>
                  <a:lnTo>
                    <a:pt x="487" y="445"/>
                  </a:lnTo>
                  <a:lnTo>
                    <a:pt x="485" y="448"/>
                  </a:lnTo>
                  <a:lnTo>
                    <a:pt x="482" y="448"/>
                  </a:lnTo>
                  <a:lnTo>
                    <a:pt x="496" y="448"/>
                  </a:lnTo>
                  <a:lnTo>
                    <a:pt x="496" y="448"/>
                  </a:lnTo>
                  <a:lnTo>
                    <a:pt x="501" y="445"/>
                  </a:lnTo>
                  <a:lnTo>
                    <a:pt x="501" y="443"/>
                  </a:lnTo>
                  <a:lnTo>
                    <a:pt x="504" y="445"/>
                  </a:lnTo>
                  <a:lnTo>
                    <a:pt x="504" y="445"/>
                  </a:lnTo>
                  <a:lnTo>
                    <a:pt x="501" y="450"/>
                  </a:lnTo>
                  <a:lnTo>
                    <a:pt x="504" y="450"/>
                  </a:lnTo>
                  <a:lnTo>
                    <a:pt x="504" y="452"/>
                  </a:lnTo>
                  <a:lnTo>
                    <a:pt x="506" y="455"/>
                  </a:lnTo>
                  <a:lnTo>
                    <a:pt x="508" y="455"/>
                  </a:lnTo>
                  <a:lnTo>
                    <a:pt x="511" y="455"/>
                  </a:lnTo>
                  <a:lnTo>
                    <a:pt x="518" y="455"/>
                  </a:lnTo>
                  <a:lnTo>
                    <a:pt x="515" y="452"/>
                  </a:lnTo>
                  <a:lnTo>
                    <a:pt x="518" y="452"/>
                  </a:lnTo>
                  <a:lnTo>
                    <a:pt x="520" y="452"/>
                  </a:lnTo>
                  <a:lnTo>
                    <a:pt x="523" y="452"/>
                  </a:lnTo>
                  <a:lnTo>
                    <a:pt x="520" y="455"/>
                  </a:lnTo>
                  <a:lnTo>
                    <a:pt x="520" y="455"/>
                  </a:lnTo>
                  <a:lnTo>
                    <a:pt x="527" y="464"/>
                  </a:lnTo>
                  <a:lnTo>
                    <a:pt x="530" y="464"/>
                  </a:lnTo>
                  <a:lnTo>
                    <a:pt x="530" y="467"/>
                  </a:lnTo>
                  <a:lnTo>
                    <a:pt x="530" y="467"/>
                  </a:lnTo>
                  <a:lnTo>
                    <a:pt x="530" y="469"/>
                  </a:lnTo>
                  <a:lnTo>
                    <a:pt x="530" y="471"/>
                  </a:lnTo>
                  <a:lnTo>
                    <a:pt x="532" y="471"/>
                  </a:lnTo>
                  <a:lnTo>
                    <a:pt x="534" y="471"/>
                  </a:lnTo>
                  <a:lnTo>
                    <a:pt x="537" y="469"/>
                  </a:lnTo>
                  <a:lnTo>
                    <a:pt x="537" y="469"/>
                  </a:lnTo>
                  <a:lnTo>
                    <a:pt x="537" y="467"/>
                  </a:lnTo>
                  <a:lnTo>
                    <a:pt x="537" y="464"/>
                  </a:lnTo>
                  <a:lnTo>
                    <a:pt x="537" y="462"/>
                  </a:lnTo>
                  <a:lnTo>
                    <a:pt x="537" y="462"/>
                  </a:lnTo>
                  <a:lnTo>
                    <a:pt x="537" y="460"/>
                  </a:lnTo>
                  <a:lnTo>
                    <a:pt x="539" y="460"/>
                  </a:lnTo>
                  <a:lnTo>
                    <a:pt x="539" y="462"/>
                  </a:lnTo>
                  <a:lnTo>
                    <a:pt x="539" y="464"/>
                  </a:lnTo>
                  <a:lnTo>
                    <a:pt x="539" y="467"/>
                  </a:lnTo>
                  <a:lnTo>
                    <a:pt x="539" y="467"/>
                  </a:lnTo>
                  <a:lnTo>
                    <a:pt x="541" y="467"/>
                  </a:lnTo>
                  <a:lnTo>
                    <a:pt x="541" y="464"/>
                  </a:lnTo>
                  <a:lnTo>
                    <a:pt x="541" y="464"/>
                  </a:lnTo>
                  <a:lnTo>
                    <a:pt x="541" y="462"/>
                  </a:lnTo>
                  <a:lnTo>
                    <a:pt x="544" y="462"/>
                  </a:lnTo>
                  <a:lnTo>
                    <a:pt x="544" y="464"/>
                  </a:lnTo>
                  <a:lnTo>
                    <a:pt x="541" y="467"/>
                  </a:lnTo>
                  <a:lnTo>
                    <a:pt x="541" y="469"/>
                  </a:lnTo>
                  <a:lnTo>
                    <a:pt x="539" y="474"/>
                  </a:lnTo>
                  <a:lnTo>
                    <a:pt x="539" y="474"/>
                  </a:lnTo>
                  <a:lnTo>
                    <a:pt x="537" y="474"/>
                  </a:lnTo>
                  <a:lnTo>
                    <a:pt x="537" y="476"/>
                  </a:lnTo>
                  <a:lnTo>
                    <a:pt x="537" y="476"/>
                  </a:lnTo>
                  <a:lnTo>
                    <a:pt x="537" y="479"/>
                  </a:lnTo>
                  <a:lnTo>
                    <a:pt x="537" y="479"/>
                  </a:lnTo>
                  <a:lnTo>
                    <a:pt x="537" y="481"/>
                  </a:lnTo>
                  <a:lnTo>
                    <a:pt x="534" y="483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0" y="488"/>
                  </a:lnTo>
                  <a:lnTo>
                    <a:pt x="530" y="488"/>
                  </a:lnTo>
                  <a:lnTo>
                    <a:pt x="530" y="493"/>
                  </a:lnTo>
                  <a:lnTo>
                    <a:pt x="532" y="493"/>
                  </a:lnTo>
                  <a:lnTo>
                    <a:pt x="534" y="490"/>
                  </a:lnTo>
                  <a:lnTo>
                    <a:pt x="539" y="481"/>
                  </a:lnTo>
                  <a:lnTo>
                    <a:pt x="539" y="481"/>
                  </a:lnTo>
                  <a:lnTo>
                    <a:pt x="539" y="479"/>
                  </a:lnTo>
                  <a:lnTo>
                    <a:pt x="539" y="476"/>
                  </a:lnTo>
                  <a:lnTo>
                    <a:pt x="541" y="476"/>
                  </a:lnTo>
                  <a:lnTo>
                    <a:pt x="544" y="474"/>
                  </a:lnTo>
                  <a:lnTo>
                    <a:pt x="546" y="474"/>
                  </a:lnTo>
                  <a:lnTo>
                    <a:pt x="546" y="474"/>
                  </a:lnTo>
                  <a:lnTo>
                    <a:pt x="546" y="471"/>
                  </a:lnTo>
                  <a:lnTo>
                    <a:pt x="546" y="471"/>
                  </a:lnTo>
                  <a:lnTo>
                    <a:pt x="546" y="469"/>
                  </a:lnTo>
                  <a:lnTo>
                    <a:pt x="546" y="469"/>
                  </a:lnTo>
                  <a:lnTo>
                    <a:pt x="546" y="469"/>
                  </a:lnTo>
                  <a:lnTo>
                    <a:pt x="549" y="469"/>
                  </a:lnTo>
                  <a:lnTo>
                    <a:pt x="549" y="471"/>
                  </a:lnTo>
                  <a:lnTo>
                    <a:pt x="553" y="474"/>
                  </a:lnTo>
                  <a:lnTo>
                    <a:pt x="553" y="476"/>
                  </a:lnTo>
                  <a:lnTo>
                    <a:pt x="553" y="479"/>
                  </a:lnTo>
                  <a:lnTo>
                    <a:pt x="558" y="481"/>
                  </a:lnTo>
                  <a:lnTo>
                    <a:pt x="558" y="481"/>
                  </a:lnTo>
                  <a:lnTo>
                    <a:pt x="560" y="481"/>
                  </a:lnTo>
                  <a:lnTo>
                    <a:pt x="558" y="476"/>
                  </a:lnTo>
                  <a:lnTo>
                    <a:pt x="558" y="474"/>
                  </a:lnTo>
                  <a:lnTo>
                    <a:pt x="560" y="471"/>
                  </a:lnTo>
                  <a:lnTo>
                    <a:pt x="560" y="469"/>
                  </a:lnTo>
                  <a:lnTo>
                    <a:pt x="563" y="469"/>
                  </a:lnTo>
                  <a:lnTo>
                    <a:pt x="563" y="469"/>
                  </a:lnTo>
                  <a:lnTo>
                    <a:pt x="563" y="469"/>
                  </a:lnTo>
                  <a:lnTo>
                    <a:pt x="565" y="471"/>
                  </a:lnTo>
                  <a:lnTo>
                    <a:pt x="565" y="469"/>
                  </a:lnTo>
                  <a:lnTo>
                    <a:pt x="563" y="467"/>
                  </a:lnTo>
                  <a:lnTo>
                    <a:pt x="563" y="467"/>
                  </a:lnTo>
                  <a:lnTo>
                    <a:pt x="563" y="464"/>
                  </a:lnTo>
                  <a:lnTo>
                    <a:pt x="565" y="464"/>
                  </a:lnTo>
                  <a:lnTo>
                    <a:pt x="565" y="467"/>
                  </a:lnTo>
                  <a:lnTo>
                    <a:pt x="565" y="467"/>
                  </a:lnTo>
                  <a:lnTo>
                    <a:pt x="567" y="469"/>
                  </a:lnTo>
                  <a:lnTo>
                    <a:pt x="567" y="467"/>
                  </a:lnTo>
                  <a:lnTo>
                    <a:pt x="570" y="462"/>
                  </a:lnTo>
                  <a:lnTo>
                    <a:pt x="563" y="462"/>
                  </a:lnTo>
                  <a:lnTo>
                    <a:pt x="563" y="462"/>
                  </a:lnTo>
                  <a:lnTo>
                    <a:pt x="563" y="460"/>
                  </a:lnTo>
                  <a:lnTo>
                    <a:pt x="563" y="460"/>
                  </a:lnTo>
                  <a:lnTo>
                    <a:pt x="565" y="457"/>
                  </a:lnTo>
                  <a:lnTo>
                    <a:pt x="567" y="457"/>
                  </a:lnTo>
                  <a:lnTo>
                    <a:pt x="567" y="457"/>
                  </a:lnTo>
                  <a:lnTo>
                    <a:pt x="567" y="457"/>
                  </a:lnTo>
                  <a:close/>
                  <a:moveTo>
                    <a:pt x="518" y="389"/>
                  </a:moveTo>
                  <a:lnTo>
                    <a:pt x="518" y="386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5" y="386"/>
                  </a:lnTo>
                  <a:lnTo>
                    <a:pt x="513" y="384"/>
                  </a:lnTo>
                  <a:lnTo>
                    <a:pt x="511" y="386"/>
                  </a:lnTo>
                  <a:lnTo>
                    <a:pt x="511" y="389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5" y="389"/>
                  </a:lnTo>
                  <a:lnTo>
                    <a:pt x="518" y="391"/>
                  </a:lnTo>
                  <a:lnTo>
                    <a:pt x="518" y="391"/>
                  </a:lnTo>
                  <a:lnTo>
                    <a:pt x="520" y="391"/>
                  </a:lnTo>
                  <a:lnTo>
                    <a:pt x="518" y="391"/>
                  </a:lnTo>
                  <a:lnTo>
                    <a:pt x="518" y="389"/>
                  </a:lnTo>
                  <a:close/>
                  <a:moveTo>
                    <a:pt x="575" y="393"/>
                  </a:moveTo>
                  <a:lnTo>
                    <a:pt x="577" y="389"/>
                  </a:lnTo>
                  <a:lnTo>
                    <a:pt x="579" y="386"/>
                  </a:lnTo>
                  <a:lnTo>
                    <a:pt x="572" y="396"/>
                  </a:lnTo>
                  <a:lnTo>
                    <a:pt x="575" y="393"/>
                  </a:lnTo>
                  <a:close/>
                  <a:moveTo>
                    <a:pt x="475" y="448"/>
                  </a:moveTo>
                  <a:lnTo>
                    <a:pt x="475" y="448"/>
                  </a:lnTo>
                  <a:lnTo>
                    <a:pt x="475" y="448"/>
                  </a:lnTo>
                  <a:lnTo>
                    <a:pt x="475" y="448"/>
                  </a:lnTo>
                  <a:lnTo>
                    <a:pt x="473" y="448"/>
                  </a:lnTo>
                  <a:lnTo>
                    <a:pt x="473" y="448"/>
                  </a:lnTo>
                  <a:lnTo>
                    <a:pt x="473" y="448"/>
                  </a:lnTo>
                  <a:lnTo>
                    <a:pt x="473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5" y="450"/>
                  </a:lnTo>
                  <a:lnTo>
                    <a:pt x="478" y="448"/>
                  </a:lnTo>
                  <a:lnTo>
                    <a:pt x="478" y="448"/>
                  </a:lnTo>
                  <a:lnTo>
                    <a:pt x="475" y="448"/>
                  </a:lnTo>
                  <a:lnTo>
                    <a:pt x="475" y="448"/>
                  </a:lnTo>
                  <a:close/>
                  <a:moveTo>
                    <a:pt x="582" y="355"/>
                  </a:moveTo>
                  <a:lnTo>
                    <a:pt x="579" y="353"/>
                  </a:lnTo>
                  <a:lnTo>
                    <a:pt x="579" y="351"/>
                  </a:lnTo>
                  <a:lnTo>
                    <a:pt x="577" y="348"/>
                  </a:lnTo>
                  <a:lnTo>
                    <a:pt x="575" y="346"/>
                  </a:lnTo>
                  <a:lnTo>
                    <a:pt x="577" y="348"/>
                  </a:lnTo>
                  <a:lnTo>
                    <a:pt x="579" y="348"/>
                  </a:lnTo>
                  <a:lnTo>
                    <a:pt x="579" y="353"/>
                  </a:lnTo>
                  <a:lnTo>
                    <a:pt x="579" y="355"/>
                  </a:lnTo>
                  <a:lnTo>
                    <a:pt x="579" y="355"/>
                  </a:lnTo>
                  <a:lnTo>
                    <a:pt x="582" y="358"/>
                  </a:lnTo>
                  <a:lnTo>
                    <a:pt x="582" y="360"/>
                  </a:lnTo>
                  <a:lnTo>
                    <a:pt x="582" y="363"/>
                  </a:lnTo>
                  <a:lnTo>
                    <a:pt x="582" y="365"/>
                  </a:lnTo>
                  <a:lnTo>
                    <a:pt x="584" y="370"/>
                  </a:lnTo>
                  <a:lnTo>
                    <a:pt x="582" y="372"/>
                  </a:lnTo>
                  <a:lnTo>
                    <a:pt x="579" y="379"/>
                  </a:lnTo>
                  <a:lnTo>
                    <a:pt x="579" y="379"/>
                  </a:lnTo>
                  <a:lnTo>
                    <a:pt x="582" y="381"/>
                  </a:lnTo>
                  <a:lnTo>
                    <a:pt x="582" y="381"/>
                  </a:lnTo>
                  <a:lnTo>
                    <a:pt x="582" y="381"/>
                  </a:lnTo>
                  <a:lnTo>
                    <a:pt x="584" y="377"/>
                  </a:lnTo>
                  <a:lnTo>
                    <a:pt x="584" y="374"/>
                  </a:lnTo>
                  <a:lnTo>
                    <a:pt x="584" y="363"/>
                  </a:lnTo>
                  <a:lnTo>
                    <a:pt x="582" y="355"/>
                  </a:lnTo>
                  <a:close/>
                  <a:moveTo>
                    <a:pt x="428" y="476"/>
                  </a:moveTo>
                  <a:lnTo>
                    <a:pt x="426" y="476"/>
                  </a:lnTo>
                  <a:lnTo>
                    <a:pt x="426" y="476"/>
                  </a:lnTo>
                  <a:lnTo>
                    <a:pt x="426" y="476"/>
                  </a:lnTo>
                  <a:lnTo>
                    <a:pt x="426" y="479"/>
                  </a:lnTo>
                  <a:lnTo>
                    <a:pt x="426" y="479"/>
                  </a:lnTo>
                  <a:lnTo>
                    <a:pt x="423" y="479"/>
                  </a:lnTo>
                  <a:lnTo>
                    <a:pt x="421" y="481"/>
                  </a:lnTo>
                  <a:lnTo>
                    <a:pt x="421" y="481"/>
                  </a:lnTo>
                  <a:lnTo>
                    <a:pt x="421" y="481"/>
                  </a:lnTo>
                  <a:lnTo>
                    <a:pt x="428" y="479"/>
                  </a:lnTo>
                  <a:lnTo>
                    <a:pt x="428" y="479"/>
                  </a:lnTo>
                  <a:lnTo>
                    <a:pt x="428" y="476"/>
                  </a:lnTo>
                  <a:close/>
                  <a:moveTo>
                    <a:pt x="468" y="455"/>
                  </a:moveTo>
                  <a:lnTo>
                    <a:pt x="466" y="455"/>
                  </a:lnTo>
                  <a:lnTo>
                    <a:pt x="466" y="457"/>
                  </a:lnTo>
                  <a:lnTo>
                    <a:pt x="463" y="460"/>
                  </a:lnTo>
                  <a:lnTo>
                    <a:pt x="461" y="460"/>
                  </a:lnTo>
                  <a:lnTo>
                    <a:pt x="461" y="462"/>
                  </a:lnTo>
                  <a:lnTo>
                    <a:pt x="461" y="462"/>
                  </a:lnTo>
                  <a:lnTo>
                    <a:pt x="461" y="462"/>
                  </a:lnTo>
                  <a:lnTo>
                    <a:pt x="466" y="460"/>
                  </a:lnTo>
                  <a:lnTo>
                    <a:pt x="468" y="457"/>
                  </a:lnTo>
                  <a:lnTo>
                    <a:pt x="468" y="457"/>
                  </a:lnTo>
                  <a:lnTo>
                    <a:pt x="468" y="455"/>
                  </a:lnTo>
                  <a:close/>
                  <a:moveTo>
                    <a:pt x="470" y="452"/>
                  </a:moveTo>
                  <a:lnTo>
                    <a:pt x="470" y="452"/>
                  </a:lnTo>
                  <a:lnTo>
                    <a:pt x="470" y="455"/>
                  </a:lnTo>
                  <a:lnTo>
                    <a:pt x="470" y="455"/>
                  </a:lnTo>
                  <a:lnTo>
                    <a:pt x="473" y="452"/>
                  </a:lnTo>
                  <a:lnTo>
                    <a:pt x="473" y="452"/>
                  </a:lnTo>
                  <a:lnTo>
                    <a:pt x="470" y="452"/>
                  </a:lnTo>
                  <a:lnTo>
                    <a:pt x="470" y="452"/>
                  </a:lnTo>
                  <a:close/>
                  <a:moveTo>
                    <a:pt x="433" y="481"/>
                  </a:moveTo>
                  <a:lnTo>
                    <a:pt x="433" y="481"/>
                  </a:lnTo>
                  <a:lnTo>
                    <a:pt x="430" y="483"/>
                  </a:lnTo>
                  <a:lnTo>
                    <a:pt x="430" y="483"/>
                  </a:lnTo>
                  <a:lnTo>
                    <a:pt x="428" y="486"/>
                  </a:lnTo>
                  <a:lnTo>
                    <a:pt x="435" y="483"/>
                  </a:lnTo>
                  <a:lnTo>
                    <a:pt x="435" y="481"/>
                  </a:lnTo>
                  <a:lnTo>
                    <a:pt x="433" y="481"/>
                  </a:lnTo>
                  <a:close/>
                  <a:moveTo>
                    <a:pt x="454" y="431"/>
                  </a:moveTo>
                  <a:lnTo>
                    <a:pt x="454" y="431"/>
                  </a:lnTo>
                  <a:lnTo>
                    <a:pt x="454" y="434"/>
                  </a:lnTo>
                  <a:lnTo>
                    <a:pt x="456" y="434"/>
                  </a:lnTo>
                  <a:lnTo>
                    <a:pt x="456" y="434"/>
                  </a:lnTo>
                  <a:lnTo>
                    <a:pt x="456" y="431"/>
                  </a:lnTo>
                  <a:lnTo>
                    <a:pt x="456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4"/>
                  </a:lnTo>
                  <a:lnTo>
                    <a:pt x="461" y="431"/>
                  </a:lnTo>
                  <a:lnTo>
                    <a:pt x="461" y="431"/>
                  </a:lnTo>
                  <a:lnTo>
                    <a:pt x="461" y="431"/>
                  </a:lnTo>
                  <a:lnTo>
                    <a:pt x="461" y="434"/>
                  </a:lnTo>
                  <a:lnTo>
                    <a:pt x="459" y="434"/>
                  </a:lnTo>
                  <a:lnTo>
                    <a:pt x="459" y="434"/>
                  </a:lnTo>
                  <a:lnTo>
                    <a:pt x="459" y="431"/>
                  </a:lnTo>
                  <a:lnTo>
                    <a:pt x="456" y="431"/>
                  </a:lnTo>
                  <a:lnTo>
                    <a:pt x="459" y="431"/>
                  </a:lnTo>
                  <a:lnTo>
                    <a:pt x="459" y="431"/>
                  </a:lnTo>
                  <a:lnTo>
                    <a:pt x="459" y="429"/>
                  </a:lnTo>
                  <a:lnTo>
                    <a:pt x="456" y="429"/>
                  </a:lnTo>
                  <a:lnTo>
                    <a:pt x="456" y="429"/>
                  </a:lnTo>
                  <a:lnTo>
                    <a:pt x="454" y="429"/>
                  </a:lnTo>
                  <a:lnTo>
                    <a:pt x="454" y="429"/>
                  </a:lnTo>
                  <a:lnTo>
                    <a:pt x="454" y="426"/>
                  </a:lnTo>
                  <a:lnTo>
                    <a:pt x="452" y="426"/>
                  </a:lnTo>
                  <a:lnTo>
                    <a:pt x="449" y="426"/>
                  </a:lnTo>
                  <a:lnTo>
                    <a:pt x="449" y="426"/>
                  </a:lnTo>
                  <a:lnTo>
                    <a:pt x="447" y="426"/>
                  </a:lnTo>
                  <a:lnTo>
                    <a:pt x="447" y="429"/>
                  </a:lnTo>
                  <a:lnTo>
                    <a:pt x="447" y="429"/>
                  </a:lnTo>
                  <a:lnTo>
                    <a:pt x="449" y="431"/>
                  </a:lnTo>
                  <a:lnTo>
                    <a:pt x="452" y="431"/>
                  </a:lnTo>
                  <a:lnTo>
                    <a:pt x="452" y="431"/>
                  </a:lnTo>
                  <a:lnTo>
                    <a:pt x="454" y="431"/>
                  </a:lnTo>
                  <a:lnTo>
                    <a:pt x="454" y="431"/>
                  </a:lnTo>
                  <a:lnTo>
                    <a:pt x="454" y="431"/>
                  </a:lnTo>
                  <a:lnTo>
                    <a:pt x="454" y="431"/>
                  </a:lnTo>
                  <a:close/>
                  <a:moveTo>
                    <a:pt x="577" y="372"/>
                  </a:moveTo>
                  <a:lnTo>
                    <a:pt x="579" y="372"/>
                  </a:lnTo>
                  <a:lnTo>
                    <a:pt x="579" y="372"/>
                  </a:lnTo>
                  <a:lnTo>
                    <a:pt x="577" y="372"/>
                  </a:lnTo>
                  <a:close/>
                  <a:moveTo>
                    <a:pt x="575" y="370"/>
                  </a:moveTo>
                  <a:lnTo>
                    <a:pt x="575" y="370"/>
                  </a:lnTo>
                  <a:lnTo>
                    <a:pt x="572" y="370"/>
                  </a:lnTo>
                  <a:lnTo>
                    <a:pt x="572" y="372"/>
                  </a:lnTo>
                  <a:lnTo>
                    <a:pt x="572" y="372"/>
                  </a:lnTo>
                  <a:lnTo>
                    <a:pt x="575" y="370"/>
                  </a:lnTo>
                  <a:lnTo>
                    <a:pt x="575" y="370"/>
                  </a:lnTo>
                  <a:close/>
                  <a:moveTo>
                    <a:pt x="575" y="367"/>
                  </a:moveTo>
                  <a:lnTo>
                    <a:pt x="577" y="367"/>
                  </a:lnTo>
                  <a:lnTo>
                    <a:pt x="577" y="367"/>
                  </a:lnTo>
                  <a:lnTo>
                    <a:pt x="575" y="367"/>
                  </a:lnTo>
                  <a:lnTo>
                    <a:pt x="575" y="370"/>
                  </a:lnTo>
                  <a:lnTo>
                    <a:pt x="575" y="370"/>
                  </a:lnTo>
                  <a:lnTo>
                    <a:pt x="575" y="370"/>
                  </a:lnTo>
                  <a:lnTo>
                    <a:pt x="575" y="367"/>
                  </a:lnTo>
                  <a:close/>
                  <a:moveTo>
                    <a:pt x="577" y="367"/>
                  </a:moveTo>
                  <a:lnTo>
                    <a:pt x="577" y="367"/>
                  </a:lnTo>
                  <a:lnTo>
                    <a:pt x="577" y="370"/>
                  </a:lnTo>
                  <a:lnTo>
                    <a:pt x="577" y="370"/>
                  </a:lnTo>
                  <a:lnTo>
                    <a:pt x="577" y="367"/>
                  </a:lnTo>
                  <a:close/>
                  <a:moveTo>
                    <a:pt x="508" y="398"/>
                  </a:move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11" y="398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398"/>
                  </a:lnTo>
                  <a:close/>
                  <a:moveTo>
                    <a:pt x="567" y="379"/>
                  </a:moveTo>
                  <a:lnTo>
                    <a:pt x="567" y="379"/>
                  </a:lnTo>
                  <a:lnTo>
                    <a:pt x="567" y="377"/>
                  </a:lnTo>
                  <a:lnTo>
                    <a:pt x="567" y="377"/>
                  </a:lnTo>
                  <a:lnTo>
                    <a:pt x="567" y="379"/>
                  </a:lnTo>
                  <a:lnTo>
                    <a:pt x="567" y="381"/>
                  </a:lnTo>
                  <a:lnTo>
                    <a:pt x="567" y="381"/>
                  </a:lnTo>
                  <a:lnTo>
                    <a:pt x="567" y="379"/>
                  </a:lnTo>
                  <a:close/>
                  <a:moveTo>
                    <a:pt x="539" y="363"/>
                  </a:moveTo>
                  <a:lnTo>
                    <a:pt x="539" y="360"/>
                  </a:lnTo>
                  <a:lnTo>
                    <a:pt x="537" y="360"/>
                  </a:lnTo>
                  <a:lnTo>
                    <a:pt x="537" y="363"/>
                  </a:lnTo>
                  <a:lnTo>
                    <a:pt x="534" y="365"/>
                  </a:lnTo>
                  <a:lnTo>
                    <a:pt x="534" y="365"/>
                  </a:lnTo>
                  <a:lnTo>
                    <a:pt x="534" y="365"/>
                  </a:lnTo>
                  <a:lnTo>
                    <a:pt x="537" y="365"/>
                  </a:lnTo>
                  <a:lnTo>
                    <a:pt x="537" y="363"/>
                  </a:lnTo>
                  <a:lnTo>
                    <a:pt x="537" y="363"/>
                  </a:lnTo>
                  <a:lnTo>
                    <a:pt x="539" y="36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0" name="Freeform 38">
              <a:extLst>
                <a:ext uri="{FF2B5EF4-FFF2-40B4-BE49-F238E27FC236}">
                  <a16:creationId xmlns:a16="http://schemas.microsoft.com/office/drawing/2014/main" id="{07EE509E-DF57-47F6-8050-27B8E9BE1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0170" y="2889938"/>
              <a:ext cx="699553" cy="359690"/>
            </a:xfrm>
            <a:custGeom>
              <a:avLst/>
              <a:gdLst>
                <a:gd name="T0" fmla="*/ 722 w 741"/>
                <a:gd name="T1" fmla="*/ 152 h 381"/>
                <a:gd name="T2" fmla="*/ 712 w 741"/>
                <a:gd name="T3" fmla="*/ 145 h 381"/>
                <a:gd name="T4" fmla="*/ 700 w 741"/>
                <a:gd name="T5" fmla="*/ 135 h 381"/>
                <a:gd name="T6" fmla="*/ 688 w 741"/>
                <a:gd name="T7" fmla="*/ 119 h 381"/>
                <a:gd name="T8" fmla="*/ 681 w 741"/>
                <a:gd name="T9" fmla="*/ 109 h 381"/>
                <a:gd name="T10" fmla="*/ 662 w 741"/>
                <a:gd name="T11" fmla="*/ 88 h 381"/>
                <a:gd name="T12" fmla="*/ 665 w 741"/>
                <a:gd name="T13" fmla="*/ 81 h 381"/>
                <a:gd name="T14" fmla="*/ 667 w 741"/>
                <a:gd name="T15" fmla="*/ 76 h 381"/>
                <a:gd name="T16" fmla="*/ 662 w 741"/>
                <a:gd name="T17" fmla="*/ 60 h 381"/>
                <a:gd name="T18" fmla="*/ 632 w 741"/>
                <a:gd name="T19" fmla="*/ 36 h 381"/>
                <a:gd name="T20" fmla="*/ 613 w 741"/>
                <a:gd name="T21" fmla="*/ 29 h 381"/>
                <a:gd name="T22" fmla="*/ 596 w 741"/>
                <a:gd name="T23" fmla="*/ 41 h 381"/>
                <a:gd name="T24" fmla="*/ 577 w 741"/>
                <a:gd name="T25" fmla="*/ 38 h 381"/>
                <a:gd name="T26" fmla="*/ 556 w 741"/>
                <a:gd name="T27" fmla="*/ 43 h 381"/>
                <a:gd name="T28" fmla="*/ 528 w 741"/>
                <a:gd name="T29" fmla="*/ 34 h 381"/>
                <a:gd name="T30" fmla="*/ 492 w 741"/>
                <a:gd name="T31" fmla="*/ 22 h 381"/>
                <a:gd name="T32" fmla="*/ 478 w 741"/>
                <a:gd name="T33" fmla="*/ 8 h 381"/>
                <a:gd name="T34" fmla="*/ 445 w 741"/>
                <a:gd name="T35" fmla="*/ 3 h 381"/>
                <a:gd name="T36" fmla="*/ 428 w 741"/>
                <a:gd name="T37" fmla="*/ 12 h 381"/>
                <a:gd name="T38" fmla="*/ 438 w 741"/>
                <a:gd name="T39" fmla="*/ 31 h 381"/>
                <a:gd name="T40" fmla="*/ 421 w 741"/>
                <a:gd name="T41" fmla="*/ 48 h 381"/>
                <a:gd name="T42" fmla="*/ 379 w 741"/>
                <a:gd name="T43" fmla="*/ 64 h 381"/>
                <a:gd name="T44" fmla="*/ 372 w 741"/>
                <a:gd name="T45" fmla="*/ 95 h 381"/>
                <a:gd name="T46" fmla="*/ 353 w 741"/>
                <a:gd name="T47" fmla="*/ 119 h 381"/>
                <a:gd name="T48" fmla="*/ 343 w 741"/>
                <a:gd name="T49" fmla="*/ 135 h 381"/>
                <a:gd name="T50" fmla="*/ 331 w 741"/>
                <a:gd name="T51" fmla="*/ 161 h 381"/>
                <a:gd name="T52" fmla="*/ 305 w 741"/>
                <a:gd name="T53" fmla="*/ 147 h 381"/>
                <a:gd name="T54" fmla="*/ 301 w 741"/>
                <a:gd name="T55" fmla="*/ 142 h 381"/>
                <a:gd name="T56" fmla="*/ 289 w 741"/>
                <a:gd name="T57" fmla="*/ 147 h 381"/>
                <a:gd name="T58" fmla="*/ 284 w 741"/>
                <a:gd name="T59" fmla="*/ 171 h 381"/>
                <a:gd name="T60" fmla="*/ 275 w 741"/>
                <a:gd name="T61" fmla="*/ 176 h 381"/>
                <a:gd name="T62" fmla="*/ 246 w 741"/>
                <a:gd name="T63" fmla="*/ 176 h 381"/>
                <a:gd name="T64" fmla="*/ 227 w 741"/>
                <a:gd name="T65" fmla="*/ 194 h 381"/>
                <a:gd name="T66" fmla="*/ 213 w 741"/>
                <a:gd name="T67" fmla="*/ 187 h 381"/>
                <a:gd name="T68" fmla="*/ 180 w 741"/>
                <a:gd name="T69" fmla="*/ 183 h 381"/>
                <a:gd name="T70" fmla="*/ 180 w 741"/>
                <a:gd name="T71" fmla="*/ 190 h 381"/>
                <a:gd name="T72" fmla="*/ 168 w 741"/>
                <a:gd name="T73" fmla="*/ 190 h 381"/>
                <a:gd name="T74" fmla="*/ 149 w 741"/>
                <a:gd name="T75" fmla="*/ 187 h 381"/>
                <a:gd name="T76" fmla="*/ 137 w 741"/>
                <a:gd name="T77" fmla="*/ 204 h 381"/>
                <a:gd name="T78" fmla="*/ 130 w 741"/>
                <a:gd name="T79" fmla="*/ 232 h 381"/>
                <a:gd name="T80" fmla="*/ 102 w 741"/>
                <a:gd name="T81" fmla="*/ 256 h 381"/>
                <a:gd name="T82" fmla="*/ 107 w 741"/>
                <a:gd name="T83" fmla="*/ 292 h 381"/>
                <a:gd name="T84" fmla="*/ 43 w 741"/>
                <a:gd name="T85" fmla="*/ 292 h 381"/>
                <a:gd name="T86" fmla="*/ 43 w 741"/>
                <a:gd name="T87" fmla="*/ 329 h 381"/>
                <a:gd name="T88" fmla="*/ 38 w 741"/>
                <a:gd name="T89" fmla="*/ 358 h 381"/>
                <a:gd name="T90" fmla="*/ 19 w 741"/>
                <a:gd name="T91" fmla="*/ 365 h 381"/>
                <a:gd name="T92" fmla="*/ 121 w 741"/>
                <a:gd name="T93" fmla="*/ 370 h 381"/>
                <a:gd name="T94" fmla="*/ 149 w 741"/>
                <a:gd name="T95" fmla="*/ 341 h 381"/>
                <a:gd name="T96" fmla="*/ 173 w 741"/>
                <a:gd name="T97" fmla="*/ 346 h 381"/>
                <a:gd name="T98" fmla="*/ 249 w 741"/>
                <a:gd name="T99" fmla="*/ 337 h 381"/>
                <a:gd name="T100" fmla="*/ 305 w 741"/>
                <a:gd name="T101" fmla="*/ 327 h 381"/>
                <a:gd name="T102" fmla="*/ 471 w 741"/>
                <a:gd name="T103" fmla="*/ 313 h 381"/>
                <a:gd name="T104" fmla="*/ 589 w 741"/>
                <a:gd name="T105" fmla="*/ 296 h 381"/>
                <a:gd name="T106" fmla="*/ 629 w 741"/>
                <a:gd name="T107" fmla="*/ 273 h 381"/>
                <a:gd name="T108" fmla="*/ 644 w 741"/>
                <a:gd name="T109" fmla="*/ 263 h 381"/>
                <a:gd name="T110" fmla="*/ 665 w 741"/>
                <a:gd name="T111" fmla="*/ 247 h 381"/>
                <a:gd name="T112" fmla="*/ 667 w 741"/>
                <a:gd name="T113" fmla="*/ 235 h 381"/>
                <a:gd name="T114" fmla="*/ 674 w 741"/>
                <a:gd name="T115" fmla="*/ 218 h 381"/>
                <a:gd name="T116" fmla="*/ 729 w 741"/>
                <a:gd name="T117" fmla="*/ 168 h 381"/>
                <a:gd name="T118" fmla="*/ 10 w 741"/>
                <a:gd name="T119" fmla="*/ 379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41" h="381">
                  <a:moveTo>
                    <a:pt x="738" y="154"/>
                  </a:moveTo>
                  <a:lnTo>
                    <a:pt x="738" y="154"/>
                  </a:lnTo>
                  <a:lnTo>
                    <a:pt x="733" y="157"/>
                  </a:lnTo>
                  <a:lnTo>
                    <a:pt x="733" y="157"/>
                  </a:lnTo>
                  <a:lnTo>
                    <a:pt x="724" y="154"/>
                  </a:lnTo>
                  <a:lnTo>
                    <a:pt x="724" y="154"/>
                  </a:lnTo>
                  <a:lnTo>
                    <a:pt x="722" y="154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2"/>
                  </a:lnTo>
                  <a:lnTo>
                    <a:pt x="722" y="150"/>
                  </a:lnTo>
                  <a:lnTo>
                    <a:pt x="722" y="150"/>
                  </a:lnTo>
                  <a:lnTo>
                    <a:pt x="717" y="147"/>
                  </a:lnTo>
                  <a:lnTo>
                    <a:pt x="717" y="147"/>
                  </a:lnTo>
                  <a:lnTo>
                    <a:pt x="717" y="147"/>
                  </a:lnTo>
                  <a:lnTo>
                    <a:pt x="714" y="147"/>
                  </a:lnTo>
                  <a:lnTo>
                    <a:pt x="714" y="147"/>
                  </a:lnTo>
                  <a:lnTo>
                    <a:pt x="712" y="145"/>
                  </a:lnTo>
                  <a:lnTo>
                    <a:pt x="712" y="145"/>
                  </a:lnTo>
                  <a:lnTo>
                    <a:pt x="712" y="145"/>
                  </a:lnTo>
                  <a:lnTo>
                    <a:pt x="710" y="145"/>
                  </a:lnTo>
                  <a:lnTo>
                    <a:pt x="705" y="142"/>
                  </a:lnTo>
                  <a:lnTo>
                    <a:pt x="705" y="142"/>
                  </a:lnTo>
                  <a:lnTo>
                    <a:pt x="705" y="142"/>
                  </a:lnTo>
                  <a:lnTo>
                    <a:pt x="705" y="140"/>
                  </a:lnTo>
                  <a:lnTo>
                    <a:pt x="703" y="138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0" y="135"/>
                  </a:lnTo>
                  <a:lnTo>
                    <a:pt x="700" y="133"/>
                  </a:lnTo>
                  <a:lnTo>
                    <a:pt x="691" y="128"/>
                  </a:lnTo>
                  <a:lnTo>
                    <a:pt x="691" y="126"/>
                  </a:lnTo>
                  <a:lnTo>
                    <a:pt x="691" y="126"/>
                  </a:lnTo>
                  <a:lnTo>
                    <a:pt x="691" y="126"/>
                  </a:lnTo>
                  <a:lnTo>
                    <a:pt x="691" y="121"/>
                  </a:lnTo>
                  <a:lnTo>
                    <a:pt x="688" y="121"/>
                  </a:lnTo>
                  <a:lnTo>
                    <a:pt x="688" y="119"/>
                  </a:lnTo>
                  <a:lnTo>
                    <a:pt x="688" y="119"/>
                  </a:lnTo>
                  <a:lnTo>
                    <a:pt x="688" y="119"/>
                  </a:lnTo>
                  <a:lnTo>
                    <a:pt x="686" y="119"/>
                  </a:lnTo>
                  <a:lnTo>
                    <a:pt x="681" y="116"/>
                  </a:lnTo>
                  <a:lnTo>
                    <a:pt x="681" y="114"/>
                  </a:lnTo>
                  <a:lnTo>
                    <a:pt x="681" y="114"/>
                  </a:lnTo>
                  <a:lnTo>
                    <a:pt x="681" y="114"/>
                  </a:lnTo>
                  <a:lnTo>
                    <a:pt x="681" y="112"/>
                  </a:lnTo>
                  <a:lnTo>
                    <a:pt x="684" y="112"/>
                  </a:lnTo>
                  <a:lnTo>
                    <a:pt x="684" y="112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81" y="109"/>
                  </a:lnTo>
                  <a:lnTo>
                    <a:pt x="674" y="105"/>
                  </a:lnTo>
                  <a:lnTo>
                    <a:pt x="674" y="105"/>
                  </a:lnTo>
                  <a:lnTo>
                    <a:pt x="674" y="102"/>
                  </a:lnTo>
                  <a:lnTo>
                    <a:pt x="672" y="100"/>
                  </a:lnTo>
                  <a:lnTo>
                    <a:pt x="672" y="100"/>
                  </a:lnTo>
                  <a:lnTo>
                    <a:pt x="662" y="90"/>
                  </a:lnTo>
                  <a:lnTo>
                    <a:pt x="662" y="90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2" y="88"/>
                  </a:lnTo>
                  <a:lnTo>
                    <a:pt x="665" y="86"/>
                  </a:lnTo>
                  <a:lnTo>
                    <a:pt x="665" y="86"/>
                  </a:lnTo>
                  <a:lnTo>
                    <a:pt x="665" y="83"/>
                  </a:lnTo>
                  <a:lnTo>
                    <a:pt x="665" y="83"/>
                  </a:lnTo>
                  <a:lnTo>
                    <a:pt x="665" y="83"/>
                  </a:lnTo>
                  <a:lnTo>
                    <a:pt x="665" y="81"/>
                  </a:lnTo>
                  <a:lnTo>
                    <a:pt x="665" y="81"/>
                  </a:lnTo>
                  <a:lnTo>
                    <a:pt x="665" y="81"/>
                  </a:lnTo>
                  <a:lnTo>
                    <a:pt x="665" y="79"/>
                  </a:lnTo>
                  <a:lnTo>
                    <a:pt x="665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9"/>
                  </a:lnTo>
                  <a:lnTo>
                    <a:pt x="667" y="76"/>
                  </a:lnTo>
                  <a:lnTo>
                    <a:pt x="667" y="76"/>
                  </a:lnTo>
                  <a:lnTo>
                    <a:pt x="667" y="74"/>
                  </a:lnTo>
                  <a:lnTo>
                    <a:pt x="667" y="71"/>
                  </a:lnTo>
                  <a:lnTo>
                    <a:pt x="667" y="71"/>
                  </a:lnTo>
                  <a:lnTo>
                    <a:pt x="665" y="69"/>
                  </a:lnTo>
                  <a:lnTo>
                    <a:pt x="665" y="69"/>
                  </a:lnTo>
                  <a:lnTo>
                    <a:pt x="662" y="64"/>
                  </a:lnTo>
                  <a:lnTo>
                    <a:pt x="662" y="64"/>
                  </a:lnTo>
                  <a:lnTo>
                    <a:pt x="662" y="64"/>
                  </a:lnTo>
                  <a:lnTo>
                    <a:pt x="662" y="62"/>
                  </a:lnTo>
                  <a:lnTo>
                    <a:pt x="662" y="60"/>
                  </a:lnTo>
                  <a:lnTo>
                    <a:pt x="662" y="57"/>
                  </a:lnTo>
                  <a:lnTo>
                    <a:pt x="662" y="57"/>
                  </a:lnTo>
                  <a:lnTo>
                    <a:pt x="660" y="57"/>
                  </a:lnTo>
                  <a:lnTo>
                    <a:pt x="658" y="52"/>
                  </a:lnTo>
                  <a:lnTo>
                    <a:pt x="658" y="50"/>
                  </a:lnTo>
                  <a:lnTo>
                    <a:pt x="648" y="45"/>
                  </a:lnTo>
                  <a:lnTo>
                    <a:pt x="646" y="43"/>
                  </a:lnTo>
                  <a:lnTo>
                    <a:pt x="641" y="43"/>
                  </a:lnTo>
                  <a:lnTo>
                    <a:pt x="636" y="41"/>
                  </a:lnTo>
                  <a:lnTo>
                    <a:pt x="632" y="36"/>
                  </a:lnTo>
                  <a:lnTo>
                    <a:pt x="629" y="29"/>
                  </a:lnTo>
                  <a:lnTo>
                    <a:pt x="627" y="26"/>
                  </a:lnTo>
                  <a:lnTo>
                    <a:pt x="627" y="24"/>
                  </a:lnTo>
                  <a:lnTo>
                    <a:pt x="627" y="22"/>
                  </a:lnTo>
                  <a:lnTo>
                    <a:pt x="625" y="22"/>
                  </a:lnTo>
                  <a:lnTo>
                    <a:pt x="622" y="22"/>
                  </a:lnTo>
                  <a:lnTo>
                    <a:pt x="618" y="26"/>
                  </a:lnTo>
                  <a:lnTo>
                    <a:pt x="615" y="26"/>
                  </a:lnTo>
                  <a:lnTo>
                    <a:pt x="613" y="29"/>
                  </a:lnTo>
                  <a:lnTo>
                    <a:pt x="613" y="29"/>
                  </a:lnTo>
                  <a:lnTo>
                    <a:pt x="610" y="31"/>
                  </a:lnTo>
                  <a:lnTo>
                    <a:pt x="610" y="34"/>
                  </a:lnTo>
                  <a:lnTo>
                    <a:pt x="608" y="34"/>
                  </a:lnTo>
                  <a:lnTo>
                    <a:pt x="606" y="36"/>
                  </a:lnTo>
                  <a:lnTo>
                    <a:pt x="606" y="36"/>
                  </a:lnTo>
                  <a:lnTo>
                    <a:pt x="606" y="38"/>
                  </a:lnTo>
                  <a:lnTo>
                    <a:pt x="606" y="41"/>
                  </a:lnTo>
                  <a:lnTo>
                    <a:pt x="603" y="41"/>
                  </a:lnTo>
                  <a:lnTo>
                    <a:pt x="601" y="43"/>
                  </a:lnTo>
                  <a:lnTo>
                    <a:pt x="596" y="41"/>
                  </a:lnTo>
                  <a:lnTo>
                    <a:pt x="594" y="43"/>
                  </a:lnTo>
                  <a:lnTo>
                    <a:pt x="594" y="43"/>
                  </a:lnTo>
                  <a:lnTo>
                    <a:pt x="591" y="45"/>
                  </a:lnTo>
                  <a:lnTo>
                    <a:pt x="589" y="45"/>
                  </a:lnTo>
                  <a:lnTo>
                    <a:pt x="587" y="45"/>
                  </a:lnTo>
                  <a:lnTo>
                    <a:pt x="587" y="45"/>
                  </a:lnTo>
                  <a:lnTo>
                    <a:pt x="584" y="41"/>
                  </a:lnTo>
                  <a:lnTo>
                    <a:pt x="582" y="41"/>
                  </a:lnTo>
                  <a:lnTo>
                    <a:pt x="582" y="41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3" y="38"/>
                  </a:lnTo>
                  <a:lnTo>
                    <a:pt x="573" y="38"/>
                  </a:lnTo>
                  <a:lnTo>
                    <a:pt x="570" y="38"/>
                  </a:lnTo>
                  <a:lnTo>
                    <a:pt x="568" y="36"/>
                  </a:lnTo>
                  <a:lnTo>
                    <a:pt x="565" y="36"/>
                  </a:lnTo>
                  <a:lnTo>
                    <a:pt x="565" y="36"/>
                  </a:lnTo>
                  <a:lnTo>
                    <a:pt x="558" y="41"/>
                  </a:lnTo>
                  <a:lnTo>
                    <a:pt x="556" y="41"/>
                  </a:lnTo>
                  <a:lnTo>
                    <a:pt x="556" y="43"/>
                  </a:lnTo>
                  <a:lnTo>
                    <a:pt x="556" y="45"/>
                  </a:lnTo>
                  <a:lnTo>
                    <a:pt x="554" y="48"/>
                  </a:lnTo>
                  <a:lnTo>
                    <a:pt x="554" y="48"/>
                  </a:lnTo>
                  <a:lnTo>
                    <a:pt x="549" y="48"/>
                  </a:lnTo>
                  <a:lnTo>
                    <a:pt x="544" y="45"/>
                  </a:lnTo>
                  <a:lnTo>
                    <a:pt x="537" y="41"/>
                  </a:lnTo>
                  <a:lnTo>
                    <a:pt x="535" y="38"/>
                  </a:lnTo>
                  <a:lnTo>
                    <a:pt x="532" y="36"/>
                  </a:lnTo>
                  <a:lnTo>
                    <a:pt x="532" y="34"/>
                  </a:lnTo>
                  <a:lnTo>
                    <a:pt x="528" y="34"/>
                  </a:lnTo>
                  <a:lnTo>
                    <a:pt x="523" y="34"/>
                  </a:lnTo>
                  <a:lnTo>
                    <a:pt x="521" y="34"/>
                  </a:lnTo>
                  <a:lnTo>
                    <a:pt x="511" y="36"/>
                  </a:lnTo>
                  <a:lnTo>
                    <a:pt x="509" y="36"/>
                  </a:lnTo>
                  <a:lnTo>
                    <a:pt x="499" y="34"/>
                  </a:lnTo>
                  <a:lnTo>
                    <a:pt x="497" y="31"/>
                  </a:lnTo>
                  <a:lnTo>
                    <a:pt x="495" y="29"/>
                  </a:lnTo>
                  <a:lnTo>
                    <a:pt x="495" y="26"/>
                  </a:lnTo>
                  <a:lnTo>
                    <a:pt x="495" y="24"/>
                  </a:lnTo>
                  <a:lnTo>
                    <a:pt x="492" y="22"/>
                  </a:lnTo>
                  <a:lnTo>
                    <a:pt x="492" y="22"/>
                  </a:lnTo>
                  <a:lnTo>
                    <a:pt x="490" y="19"/>
                  </a:lnTo>
                  <a:lnTo>
                    <a:pt x="490" y="19"/>
                  </a:lnTo>
                  <a:lnTo>
                    <a:pt x="487" y="17"/>
                  </a:lnTo>
                  <a:lnTo>
                    <a:pt x="487" y="15"/>
                  </a:lnTo>
                  <a:lnTo>
                    <a:pt x="485" y="15"/>
                  </a:lnTo>
                  <a:lnTo>
                    <a:pt x="485" y="12"/>
                  </a:lnTo>
                  <a:lnTo>
                    <a:pt x="485" y="10"/>
                  </a:lnTo>
                  <a:lnTo>
                    <a:pt x="483" y="8"/>
                  </a:lnTo>
                  <a:lnTo>
                    <a:pt x="478" y="8"/>
                  </a:lnTo>
                  <a:lnTo>
                    <a:pt x="476" y="5"/>
                  </a:lnTo>
                  <a:lnTo>
                    <a:pt x="473" y="5"/>
                  </a:lnTo>
                  <a:lnTo>
                    <a:pt x="473" y="5"/>
                  </a:lnTo>
                  <a:lnTo>
                    <a:pt x="471" y="3"/>
                  </a:lnTo>
                  <a:lnTo>
                    <a:pt x="468" y="0"/>
                  </a:lnTo>
                  <a:lnTo>
                    <a:pt x="466" y="0"/>
                  </a:lnTo>
                  <a:lnTo>
                    <a:pt x="464" y="0"/>
                  </a:lnTo>
                  <a:lnTo>
                    <a:pt x="454" y="8"/>
                  </a:lnTo>
                  <a:lnTo>
                    <a:pt x="452" y="8"/>
                  </a:lnTo>
                  <a:lnTo>
                    <a:pt x="445" y="3"/>
                  </a:lnTo>
                  <a:lnTo>
                    <a:pt x="445" y="3"/>
                  </a:lnTo>
                  <a:lnTo>
                    <a:pt x="442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38" y="0"/>
                  </a:lnTo>
                  <a:lnTo>
                    <a:pt x="438" y="3"/>
                  </a:lnTo>
                  <a:lnTo>
                    <a:pt x="433" y="8"/>
                  </a:lnTo>
                  <a:lnTo>
                    <a:pt x="431" y="8"/>
                  </a:lnTo>
                  <a:lnTo>
                    <a:pt x="428" y="12"/>
                  </a:lnTo>
                  <a:lnTo>
                    <a:pt x="428" y="15"/>
                  </a:lnTo>
                  <a:lnTo>
                    <a:pt x="433" y="17"/>
                  </a:lnTo>
                  <a:lnTo>
                    <a:pt x="433" y="19"/>
                  </a:lnTo>
                  <a:lnTo>
                    <a:pt x="435" y="22"/>
                  </a:lnTo>
                  <a:lnTo>
                    <a:pt x="433" y="24"/>
                  </a:lnTo>
                  <a:lnTo>
                    <a:pt x="431" y="29"/>
                  </a:lnTo>
                  <a:lnTo>
                    <a:pt x="431" y="29"/>
                  </a:lnTo>
                  <a:lnTo>
                    <a:pt x="431" y="31"/>
                  </a:lnTo>
                  <a:lnTo>
                    <a:pt x="433" y="31"/>
                  </a:lnTo>
                  <a:lnTo>
                    <a:pt x="438" y="31"/>
                  </a:lnTo>
                  <a:lnTo>
                    <a:pt x="440" y="31"/>
                  </a:lnTo>
                  <a:lnTo>
                    <a:pt x="440" y="34"/>
                  </a:lnTo>
                  <a:lnTo>
                    <a:pt x="438" y="36"/>
                  </a:lnTo>
                  <a:lnTo>
                    <a:pt x="438" y="36"/>
                  </a:lnTo>
                  <a:lnTo>
                    <a:pt x="438" y="41"/>
                  </a:lnTo>
                  <a:lnTo>
                    <a:pt x="440" y="43"/>
                  </a:lnTo>
                  <a:lnTo>
                    <a:pt x="438" y="45"/>
                  </a:lnTo>
                  <a:lnTo>
                    <a:pt x="431" y="45"/>
                  </a:lnTo>
                  <a:lnTo>
                    <a:pt x="426" y="45"/>
                  </a:lnTo>
                  <a:lnTo>
                    <a:pt x="421" y="48"/>
                  </a:lnTo>
                  <a:lnTo>
                    <a:pt x="407" y="60"/>
                  </a:lnTo>
                  <a:lnTo>
                    <a:pt x="405" y="62"/>
                  </a:lnTo>
                  <a:lnTo>
                    <a:pt x="402" y="60"/>
                  </a:lnTo>
                  <a:lnTo>
                    <a:pt x="398" y="57"/>
                  </a:lnTo>
                  <a:lnTo>
                    <a:pt x="395" y="55"/>
                  </a:lnTo>
                  <a:lnTo>
                    <a:pt x="390" y="57"/>
                  </a:lnTo>
                  <a:lnTo>
                    <a:pt x="379" y="60"/>
                  </a:lnTo>
                  <a:lnTo>
                    <a:pt x="376" y="60"/>
                  </a:lnTo>
                  <a:lnTo>
                    <a:pt x="379" y="62"/>
                  </a:lnTo>
                  <a:lnTo>
                    <a:pt x="379" y="64"/>
                  </a:lnTo>
                  <a:lnTo>
                    <a:pt x="379" y="67"/>
                  </a:lnTo>
                  <a:lnTo>
                    <a:pt x="381" y="74"/>
                  </a:lnTo>
                  <a:lnTo>
                    <a:pt x="383" y="79"/>
                  </a:lnTo>
                  <a:lnTo>
                    <a:pt x="383" y="81"/>
                  </a:lnTo>
                  <a:lnTo>
                    <a:pt x="383" y="83"/>
                  </a:lnTo>
                  <a:lnTo>
                    <a:pt x="379" y="88"/>
                  </a:lnTo>
                  <a:lnTo>
                    <a:pt x="376" y="90"/>
                  </a:lnTo>
                  <a:lnTo>
                    <a:pt x="376" y="93"/>
                  </a:lnTo>
                  <a:lnTo>
                    <a:pt x="374" y="93"/>
                  </a:lnTo>
                  <a:lnTo>
                    <a:pt x="372" y="95"/>
                  </a:lnTo>
                  <a:lnTo>
                    <a:pt x="369" y="95"/>
                  </a:lnTo>
                  <a:lnTo>
                    <a:pt x="367" y="97"/>
                  </a:lnTo>
                  <a:lnTo>
                    <a:pt x="364" y="109"/>
                  </a:lnTo>
                  <a:lnTo>
                    <a:pt x="364" y="114"/>
                  </a:lnTo>
                  <a:lnTo>
                    <a:pt x="360" y="116"/>
                  </a:lnTo>
                  <a:lnTo>
                    <a:pt x="360" y="119"/>
                  </a:lnTo>
                  <a:lnTo>
                    <a:pt x="355" y="121"/>
                  </a:lnTo>
                  <a:lnTo>
                    <a:pt x="355" y="121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0" y="119"/>
                  </a:lnTo>
                  <a:lnTo>
                    <a:pt x="348" y="119"/>
                  </a:lnTo>
                  <a:lnTo>
                    <a:pt x="348" y="121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3" y="128"/>
                  </a:lnTo>
                  <a:lnTo>
                    <a:pt x="343" y="131"/>
                  </a:lnTo>
                  <a:lnTo>
                    <a:pt x="343" y="133"/>
                  </a:lnTo>
                  <a:lnTo>
                    <a:pt x="343" y="135"/>
                  </a:lnTo>
                  <a:lnTo>
                    <a:pt x="343" y="147"/>
                  </a:lnTo>
                  <a:lnTo>
                    <a:pt x="343" y="152"/>
                  </a:lnTo>
                  <a:lnTo>
                    <a:pt x="341" y="152"/>
                  </a:lnTo>
                  <a:lnTo>
                    <a:pt x="341" y="154"/>
                  </a:lnTo>
                  <a:lnTo>
                    <a:pt x="341" y="154"/>
                  </a:lnTo>
                  <a:lnTo>
                    <a:pt x="338" y="154"/>
                  </a:lnTo>
                  <a:lnTo>
                    <a:pt x="334" y="157"/>
                  </a:lnTo>
                  <a:lnTo>
                    <a:pt x="334" y="157"/>
                  </a:lnTo>
                  <a:lnTo>
                    <a:pt x="331" y="159"/>
                  </a:lnTo>
                  <a:lnTo>
                    <a:pt x="331" y="161"/>
                  </a:lnTo>
                  <a:lnTo>
                    <a:pt x="329" y="159"/>
                  </a:lnTo>
                  <a:lnTo>
                    <a:pt x="324" y="157"/>
                  </a:lnTo>
                  <a:lnTo>
                    <a:pt x="322" y="157"/>
                  </a:lnTo>
                  <a:lnTo>
                    <a:pt x="317" y="157"/>
                  </a:lnTo>
                  <a:lnTo>
                    <a:pt x="315" y="154"/>
                  </a:lnTo>
                  <a:lnTo>
                    <a:pt x="312" y="154"/>
                  </a:lnTo>
                  <a:lnTo>
                    <a:pt x="310" y="152"/>
                  </a:lnTo>
                  <a:lnTo>
                    <a:pt x="308" y="152"/>
                  </a:lnTo>
                  <a:lnTo>
                    <a:pt x="305" y="150"/>
                  </a:lnTo>
                  <a:lnTo>
                    <a:pt x="305" y="147"/>
                  </a:lnTo>
                  <a:lnTo>
                    <a:pt x="305" y="142"/>
                  </a:lnTo>
                  <a:lnTo>
                    <a:pt x="305" y="140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6" y="138"/>
                  </a:lnTo>
                  <a:lnTo>
                    <a:pt x="293" y="138"/>
                  </a:lnTo>
                  <a:lnTo>
                    <a:pt x="296" y="140"/>
                  </a:lnTo>
                  <a:lnTo>
                    <a:pt x="298" y="142"/>
                  </a:lnTo>
                  <a:lnTo>
                    <a:pt x="301" y="142"/>
                  </a:lnTo>
                  <a:lnTo>
                    <a:pt x="301" y="142"/>
                  </a:lnTo>
                  <a:lnTo>
                    <a:pt x="298" y="145"/>
                  </a:lnTo>
                  <a:lnTo>
                    <a:pt x="296" y="147"/>
                  </a:lnTo>
                  <a:lnTo>
                    <a:pt x="293" y="147"/>
                  </a:lnTo>
                  <a:lnTo>
                    <a:pt x="291" y="147"/>
                  </a:lnTo>
                  <a:lnTo>
                    <a:pt x="291" y="147"/>
                  </a:lnTo>
                  <a:lnTo>
                    <a:pt x="291" y="145"/>
                  </a:lnTo>
                  <a:lnTo>
                    <a:pt x="289" y="145"/>
                  </a:lnTo>
                  <a:lnTo>
                    <a:pt x="289" y="145"/>
                  </a:lnTo>
                  <a:lnTo>
                    <a:pt x="289" y="147"/>
                  </a:lnTo>
                  <a:lnTo>
                    <a:pt x="289" y="147"/>
                  </a:lnTo>
                  <a:lnTo>
                    <a:pt x="291" y="150"/>
                  </a:lnTo>
                  <a:lnTo>
                    <a:pt x="291" y="152"/>
                  </a:lnTo>
                  <a:lnTo>
                    <a:pt x="291" y="154"/>
                  </a:lnTo>
                  <a:lnTo>
                    <a:pt x="289" y="154"/>
                  </a:lnTo>
                  <a:lnTo>
                    <a:pt x="286" y="157"/>
                  </a:lnTo>
                  <a:lnTo>
                    <a:pt x="284" y="157"/>
                  </a:lnTo>
                  <a:lnTo>
                    <a:pt x="284" y="159"/>
                  </a:lnTo>
                  <a:lnTo>
                    <a:pt x="284" y="161"/>
                  </a:lnTo>
                  <a:lnTo>
                    <a:pt x="284" y="168"/>
                  </a:lnTo>
                  <a:lnTo>
                    <a:pt x="284" y="171"/>
                  </a:lnTo>
                  <a:lnTo>
                    <a:pt x="284" y="171"/>
                  </a:lnTo>
                  <a:lnTo>
                    <a:pt x="279" y="173"/>
                  </a:lnTo>
                  <a:lnTo>
                    <a:pt x="279" y="176"/>
                  </a:lnTo>
                  <a:lnTo>
                    <a:pt x="279" y="178"/>
                  </a:lnTo>
                  <a:lnTo>
                    <a:pt x="279" y="180"/>
                  </a:lnTo>
                  <a:lnTo>
                    <a:pt x="277" y="183"/>
                  </a:lnTo>
                  <a:lnTo>
                    <a:pt x="275" y="183"/>
                  </a:lnTo>
                  <a:lnTo>
                    <a:pt x="272" y="180"/>
                  </a:lnTo>
                  <a:lnTo>
                    <a:pt x="272" y="180"/>
                  </a:lnTo>
                  <a:lnTo>
                    <a:pt x="275" y="176"/>
                  </a:lnTo>
                  <a:lnTo>
                    <a:pt x="272" y="176"/>
                  </a:lnTo>
                  <a:lnTo>
                    <a:pt x="267" y="178"/>
                  </a:lnTo>
                  <a:lnTo>
                    <a:pt x="265" y="178"/>
                  </a:lnTo>
                  <a:lnTo>
                    <a:pt x="260" y="176"/>
                  </a:lnTo>
                  <a:lnTo>
                    <a:pt x="258" y="173"/>
                  </a:lnTo>
                  <a:lnTo>
                    <a:pt x="258" y="168"/>
                  </a:lnTo>
                  <a:lnTo>
                    <a:pt x="256" y="166"/>
                  </a:lnTo>
                  <a:lnTo>
                    <a:pt x="251" y="168"/>
                  </a:lnTo>
                  <a:lnTo>
                    <a:pt x="249" y="173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39" y="176"/>
                  </a:lnTo>
                  <a:lnTo>
                    <a:pt x="237" y="178"/>
                  </a:lnTo>
                  <a:lnTo>
                    <a:pt x="237" y="178"/>
                  </a:lnTo>
                  <a:lnTo>
                    <a:pt x="237" y="180"/>
                  </a:lnTo>
                  <a:lnTo>
                    <a:pt x="234" y="183"/>
                  </a:lnTo>
                  <a:lnTo>
                    <a:pt x="232" y="190"/>
                  </a:lnTo>
                  <a:lnTo>
                    <a:pt x="232" y="194"/>
                  </a:lnTo>
                  <a:lnTo>
                    <a:pt x="230" y="197"/>
                  </a:lnTo>
                  <a:lnTo>
                    <a:pt x="227" y="194"/>
                  </a:lnTo>
                  <a:lnTo>
                    <a:pt x="227" y="194"/>
                  </a:lnTo>
                  <a:lnTo>
                    <a:pt x="225" y="192"/>
                  </a:lnTo>
                  <a:lnTo>
                    <a:pt x="225" y="192"/>
                  </a:lnTo>
                  <a:lnTo>
                    <a:pt x="225" y="190"/>
                  </a:lnTo>
                  <a:lnTo>
                    <a:pt x="222" y="190"/>
                  </a:lnTo>
                  <a:lnTo>
                    <a:pt x="222" y="190"/>
                  </a:lnTo>
                  <a:lnTo>
                    <a:pt x="220" y="190"/>
                  </a:lnTo>
                  <a:lnTo>
                    <a:pt x="218" y="190"/>
                  </a:lnTo>
                  <a:lnTo>
                    <a:pt x="218" y="187"/>
                  </a:lnTo>
                  <a:lnTo>
                    <a:pt x="213" y="187"/>
                  </a:lnTo>
                  <a:lnTo>
                    <a:pt x="206" y="185"/>
                  </a:lnTo>
                  <a:lnTo>
                    <a:pt x="206" y="183"/>
                  </a:lnTo>
                  <a:lnTo>
                    <a:pt x="204" y="183"/>
                  </a:lnTo>
                  <a:lnTo>
                    <a:pt x="201" y="180"/>
                  </a:lnTo>
                  <a:lnTo>
                    <a:pt x="199" y="180"/>
                  </a:lnTo>
                  <a:lnTo>
                    <a:pt x="196" y="180"/>
                  </a:lnTo>
                  <a:lnTo>
                    <a:pt x="192" y="183"/>
                  </a:lnTo>
                  <a:lnTo>
                    <a:pt x="189" y="185"/>
                  </a:lnTo>
                  <a:lnTo>
                    <a:pt x="185" y="185"/>
                  </a:lnTo>
                  <a:lnTo>
                    <a:pt x="180" y="183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80" y="178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78" y="183"/>
                  </a:lnTo>
                  <a:lnTo>
                    <a:pt x="180" y="187"/>
                  </a:lnTo>
                  <a:lnTo>
                    <a:pt x="180" y="190"/>
                  </a:lnTo>
                  <a:lnTo>
                    <a:pt x="180" y="192"/>
                  </a:lnTo>
                  <a:lnTo>
                    <a:pt x="178" y="197"/>
                  </a:lnTo>
                  <a:lnTo>
                    <a:pt x="175" y="197"/>
                  </a:lnTo>
                  <a:lnTo>
                    <a:pt x="173" y="197"/>
                  </a:lnTo>
                  <a:lnTo>
                    <a:pt x="173" y="194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0" y="187"/>
                  </a:lnTo>
                  <a:lnTo>
                    <a:pt x="170" y="187"/>
                  </a:lnTo>
                  <a:lnTo>
                    <a:pt x="168" y="190"/>
                  </a:lnTo>
                  <a:lnTo>
                    <a:pt x="168" y="190"/>
                  </a:lnTo>
                  <a:lnTo>
                    <a:pt x="166" y="190"/>
                  </a:lnTo>
                  <a:lnTo>
                    <a:pt x="163" y="192"/>
                  </a:lnTo>
                  <a:lnTo>
                    <a:pt x="161" y="192"/>
                  </a:lnTo>
                  <a:lnTo>
                    <a:pt x="159" y="192"/>
                  </a:lnTo>
                  <a:lnTo>
                    <a:pt x="156" y="192"/>
                  </a:lnTo>
                  <a:lnTo>
                    <a:pt x="154" y="190"/>
                  </a:lnTo>
                  <a:lnTo>
                    <a:pt x="154" y="190"/>
                  </a:lnTo>
                  <a:lnTo>
                    <a:pt x="152" y="187"/>
                  </a:lnTo>
                  <a:lnTo>
                    <a:pt x="149" y="187"/>
                  </a:lnTo>
                  <a:lnTo>
                    <a:pt x="147" y="187"/>
                  </a:lnTo>
                  <a:lnTo>
                    <a:pt x="147" y="192"/>
                  </a:lnTo>
                  <a:lnTo>
                    <a:pt x="147" y="192"/>
                  </a:lnTo>
                  <a:lnTo>
                    <a:pt x="152" y="199"/>
                  </a:lnTo>
                  <a:lnTo>
                    <a:pt x="147" y="206"/>
                  </a:lnTo>
                  <a:lnTo>
                    <a:pt x="147" y="206"/>
                  </a:lnTo>
                  <a:lnTo>
                    <a:pt x="144" y="206"/>
                  </a:lnTo>
                  <a:lnTo>
                    <a:pt x="142" y="204"/>
                  </a:lnTo>
                  <a:lnTo>
                    <a:pt x="140" y="204"/>
                  </a:lnTo>
                  <a:lnTo>
                    <a:pt x="137" y="204"/>
                  </a:lnTo>
                  <a:lnTo>
                    <a:pt x="137" y="206"/>
                  </a:lnTo>
                  <a:lnTo>
                    <a:pt x="137" y="209"/>
                  </a:lnTo>
                  <a:lnTo>
                    <a:pt x="137" y="211"/>
                  </a:lnTo>
                  <a:lnTo>
                    <a:pt x="135" y="213"/>
                  </a:lnTo>
                  <a:lnTo>
                    <a:pt x="130" y="218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5"/>
                  </a:lnTo>
                  <a:lnTo>
                    <a:pt x="128" y="228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5" y="235"/>
                  </a:lnTo>
                  <a:lnTo>
                    <a:pt x="137" y="239"/>
                  </a:lnTo>
                  <a:lnTo>
                    <a:pt x="137" y="244"/>
                  </a:lnTo>
                  <a:lnTo>
                    <a:pt x="133" y="247"/>
                  </a:lnTo>
                  <a:lnTo>
                    <a:pt x="116" y="251"/>
                  </a:lnTo>
                  <a:lnTo>
                    <a:pt x="111" y="256"/>
                  </a:lnTo>
                  <a:lnTo>
                    <a:pt x="109" y="256"/>
                  </a:lnTo>
                  <a:lnTo>
                    <a:pt x="104" y="256"/>
                  </a:lnTo>
                  <a:lnTo>
                    <a:pt x="102" y="256"/>
                  </a:lnTo>
                  <a:lnTo>
                    <a:pt x="100" y="258"/>
                  </a:lnTo>
                  <a:lnTo>
                    <a:pt x="100" y="258"/>
                  </a:lnTo>
                  <a:lnTo>
                    <a:pt x="100" y="261"/>
                  </a:lnTo>
                  <a:lnTo>
                    <a:pt x="97" y="265"/>
                  </a:lnTo>
                  <a:lnTo>
                    <a:pt x="97" y="270"/>
                  </a:lnTo>
                  <a:lnTo>
                    <a:pt x="100" y="275"/>
                  </a:lnTo>
                  <a:lnTo>
                    <a:pt x="102" y="280"/>
                  </a:lnTo>
                  <a:lnTo>
                    <a:pt x="104" y="284"/>
                  </a:lnTo>
                  <a:lnTo>
                    <a:pt x="107" y="287"/>
                  </a:lnTo>
                  <a:lnTo>
                    <a:pt x="107" y="292"/>
                  </a:lnTo>
                  <a:lnTo>
                    <a:pt x="107" y="296"/>
                  </a:lnTo>
                  <a:lnTo>
                    <a:pt x="104" y="299"/>
                  </a:lnTo>
                  <a:lnTo>
                    <a:pt x="100" y="301"/>
                  </a:lnTo>
                  <a:lnTo>
                    <a:pt x="95" y="299"/>
                  </a:lnTo>
                  <a:lnTo>
                    <a:pt x="88" y="296"/>
                  </a:lnTo>
                  <a:lnTo>
                    <a:pt x="59" y="284"/>
                  </a:lnTo>
                  <a:lnTo>
                    <a:pt x="55" y="284"/>
                  </a:lnTo>
                  <a:lnTo>
                    <a:pt x="50" y="287"/>
                  </a:lnTo>
                  <a:lnTo>
                    <a:pt x="45" y="289"/>
                  </a:lnTo>
                  <a:lnTo>
                    <a:pt x="43" y="292"/>
                  </a:lnTo>
                  <a:lnTo>
                    <a:pt x="43" y="294"/>
                  </a:lnTo>
                  <a:lnTo>
                    <a:pt x="38" y="299"/>
                  </a:lnTo>
                  <a:lnTo>
                    <a:pt x="36" y="303"/>
                  </a:lnTo>
                  <a:lnTo>
                    <a:pt x="33" y="308"/>
                  </a:lnTo>
                  <a:lnTo>
                    <a:pt x="36" y="310"/>
                  </a:lnTo>
                  <a:lnTo>
                    <a:pt x="36" y="313"/>
                  </a:lnTo>
                  <a:lnTo>
                    <a:pt x="40" y="318"/>
                  </a:lnTo>
                  <a:lnTo>
                    <a:pt x="40" y="320"/>
                  </a:lnTo>
                  <a:lnTo>
                    <a:pt x="40" y="325"/>
                  </a:lnTo>
                  <a:lnTo>
                    <a:pt x="43" y="329"/>
                  </a:lnTo>
                  <a:lnTo>
                    <a:pt x="43" y="329"/>
                  </a:lnTo>
                  <a:lnTo>
                    <a:pt x="40" y="332"/>
                  </a:lnTo>
                  <a:lnTo>
                    <a:pt x="40" y="332"/>
                  </a:lnTo>
                  <a:lnTo>
                    <a:pt x="40" y="334"/>
                  </a:lnTo>
                  <a:lnTo>
                    <a:pt x="40" y="334"/>
                  </a:lnTo>
                  <a:lnTo>
                    <a:pt x="40" y="337"/>
                  </a:lnTo>
                  <a:lnTo>
                    <a:pt x="43" y="341"/>
                  </a:lnTo>
                  <a:lnTo>
                    <a:pt x="43" y="344"/>
                  </a:lnTo>
                  <a:lnTo>
                    <a:pt x="43" y="348"/>
                  </a:lnTo>
                  <a:lnTo>
                    <a:pt x="38" y="358"/>
                  </a:lnTo>
                  <a:lnTo>
                    <a:pt x="38" y="365"/>
                  </a:lnTo>
                  <a:lnTo>
                    <a:pt x="36" y="367"/>
                  </a:lnTo>
                  <a:lnTo>
                    <a:pt x="33" y="370"/>
                  </a:lnTo>
                  <a:lnTo>
                    <a:pt x="29" y="367"/>
                  </a:lnTo>
                  <a:lnTo>
                    <a:pt x="26" y="367"/>
                  </a:lnTo>
                  <a:lnTo>
                    <a:pt x="24" y="363"/>
                  </a:lnTo>
                  <a:lnTo>
                    <a:pt x="21" y="363"/>
                  </a:lnTo>
                  <a:lnTo>
                    <a:pt x="19" y="363"/>
                  </a:lnTo>
                  <a:lnTo>
                    <a:pt x="19" y="363"/>
                  </a:lnTo>
                  <a:lnTo>
                    <a:pt x="19" y="365"/>
                  </a:lnTo>
                  <a:lnTo>
                    <a:pt x="17" y="370"/>
                  </a:lnTo>
                  <a:lnTo>
                    <a:pt x="17" y="372"/>
                  </a:lnTo>
                  <a:lnTo>
                    <a:pt x="17" y="379"/>
                  </a:lnTo>
                  <a:lnTo>
                    <a:pt x="17" y="379"/>
                  </a:lnTo>
                  <a:lnTo>
                    <a:pt x="33" y="377"/>
                  </a:lnTo>
                  <a:lnTo>
                    <a:pt x="50" y="377"/>
                  </a:lnTo>
                  <a:lnTo>
                    <a:pt x="69" y="374"/>
                  </a:lnTo>
                  <a:lnTo>
                    <a:pt x="85" y="372"/>
                  </a:lnTo>
                  <a:lnTo>
                    <a:pt x="102" y="372"/>
                  </a:lnTo>
                  <a:lnTo>
                    <a:pt x="121" y="370"/>
                  </a:lnTo>
                  <a:lnTo>
                    <a:pt x="137" y="367"/>
                  </a:lnTo>
                  <a:lnTo>
                    <a:pt x="154" y="365"/>
                  </a:lnTo>
                  <a:lnTo>
                    <a:pt x="154" y="363"/>
                  </a:lnTo>
                  <a:lnTo>
                    <a:pt x="154" y="358"/>
                  </a:lnTo>
                  <a:lnTo>
                    <a:pt x="154" y="355"/>
                  </a:lnTo>
                  <a:lnTo>
                    <a:pt x="152" y="351"/>
                  </a:lnTo>
                  <a:lnTo>
                    <a:pt x="149" y="344"/>
                  </a:lnTo>
                  <a:lnTo>
                    <a:pt x="149" y="344"/>
                  </a:lnTo>
                  <a:lnTo>
                    <a:pt x="149" y="341"/>
                  </a:lnTo>
                  <a:lnTo>
                    <a:pt x="149" y="341"/>
                  </a:lnTo>
                  <a:lnTo>
                    <a:pt x="149" y="341"/>
                  </a:lnTo>
                  <a:lnTo>
                    <a:pt x="156" y="341"/>
                  </a:lnTo>
                  <a:lnTo>
                    <a:pt x="163" y="341"/>
                  </a:lnTo>
                  <a:lnTo>
                    <a:pt x="170" y="341"/>
                  </a:lnTo>
                  <a:lnTo>
                    <a:pt x="170" y="341"/>
                  </a:lnTo>
                  <a:lnTo>
                    <a:pt x="170" y="344"/>
                  </a:lnTo>
                  <a:lnTo>
                    <a:pt x="173" y="344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8" y="344"/>
                  </a:lnTo>
                  <a:lnTo>
                    <a:pt x="180" y="344"/>
                  </a:lnTo>
                  <a:lnTo>
                    <a:pt x="182" y="344"/>
                  </a:lnTo>
                  <a:lnTo>
                    <a:pt x="189" y="344"/>
                  </a:lnTo>
                  <a:lnTo>
                    <a:pt x="196" y="341"/>
                  </a:lnTo>
                  <a:lnTo>
                    <a:pt x="206" y="341"/>
                  </a:lnTo>
                  <a:lnTo>
                    <a:pt x="215" y="339"/>
                  </a:lnTo>
                  <a:lnTo>
                    <a:pt x="227" y="339"/>
                  </a:lnTo>
                  <a:lnTo>
                    <a:pt x="237" y="337"/>
                  </a:lnTo>
                  <a:lnTo>
                    <a:pt x="249" y="337"/>
                  </a:lnTo>
                  <a:lnTo>
                    <a:pt x="260" y="334"/>
                  </a:lnTo>
                  <a:lnTo>
                    <a:pt x="270" y="334"/>
                  </a:lnTo>
                  <a:lnTo>
                    <a:pt x="279" y="332"/>
                  </a:lnTo>
                  <a:lnTo>
                    <a:pt x="286" y="332"/>
                  </a:lnTo>
                  <a:lnTo>
                    <a:pt x="291" y="329"/>
                  </a:lnTo>
                  <a:lnTo>
                    <a:pt x="296" y="329"/>
                  </a:lnTo>
                  <a:lnTo>
                    <a:pt x="298" y="329"/>
                  </a:lnTo>
                  <a:lnTo>
                    <a:pt x="301" y="329"/>
                  </a:lnTo>
                  <a:lnTo>
                    <a:pt x="305" y="327"/>
                  </a:lnTo>
                  <a:lnTo>
                    <a:pt x="305" y="327"/>
                  </a:lnTo>
                  <a:lnTo>
                    <a:pt x="310" y="327"/>
                  </a:lnTo>
                  <a:lnTo>
                    <a:pt x="312" y="327"/>
                  </a:lnTo>
                  <a:lnTo>
                    <a:pt x="322" y="327"/>
                  </a:lnTo>
                  <a:lnTo>
                    <a:pt x="336" y="325"/>
                  </a:lnTo>
                  <a:lnTo>
                    <a:pt x="353" y="322"/>
                  </a:lnTo>
                  <a:lnTo>
                    <a:pt x="372" y="322"/>
                  </a:lnTo>
                  <a:lnTo>
                    <a:pt x="395" y="320"/>
                  </a:lnTo>
                  <a:lnTo>
                    <a:pt x="419" y="318"/>
                  </a:lnTo>
                  <a:lnTo>
                    <a:pt x="445" y="315"/>
                  </a:lnTo>
                  <a:lnTo>
                    <a:pt x="471" y="313"/>
                  </a:lnTo>
                  <a:lnTo>
                    <a:pt x="495" y="308"/>
                  </a:lnTo>
                  <a:lnTo>
                    <a:pt x="516" y="306"/>
                  </a:lnTo>
                  <a:lnTo>
                    <a:pt x="537" y="306"/>
                  </a:lnTo>
                  <a:lnTo>
                    <a:pt x="554" y="303"/>
                  </a:lnTo>
                  <a:lnTo>
                    <a:pt x="568" y="301"/>
                  </a:lnTo>
                  <a:lnTo>
                    <a:pt x="575" y="301"/>
                  </a:lnTo>
                  <a:lnTo>
                    <a:pt x="580" y="301"/>
                  </a:lnTo>
                  <a:lnTo>
                    <a:pt x="584" y="299"/>
                  </a:lnTo>
                  <a:lnTo>
                    <a:pt x="587" y="299"/>
                  </a:lnTo>
                  <a:lnTo>
                    <a:pt x="589" y="296"/>
                  </a:lnTo>
                  <a:lnTo>
                    <a:pt x="594" y="292"/>
                  </a:lnTo>
                  <a:lnTo>
                    <a:pt x="596" y="292"/>
                  </a:lnTo>
                  <a:lnTo>
                    <a:pt x="596" y="292"/>
                  </a:lnTo>
                  <a:lnTo>
                    <a:pt x="603" y="287"/>
                  </a:lnTo>
                  <a:lnTo>
                    <a:pt x="613" y="284"/>
                  </a:lnTo>
                  <a:lnTo>
                    <a:pt x="615" y="282"/>
                  </a:lnTo>
                  <a:lnTo>
                    <a:pt x="615" y="282"/>
                  </a:lnTo>
                  <a:lnTo>
                    <a:pt x="618" y="282"/>
                  </a:lnTo>
                  <a:lnTo>
                    <a:pt x="620" y="277"/>
                  </a:lnTo>
                  <a:lnTo>
                    <a:pt x="629" y="273"/>
                  </a:lnTo>
                  <a:lnTo>
                    <a:pt x="639" y="270"/>
                  </a:lnTo>
                  <a:lnTo>
                    <a:pt x="641" y="270"/>
                  </a:lnTo>
                  <a:lnTo>
                    <a:pt x="641" y="270"/>
                  </a:lnTo>
                  <a:lnTo>
                    <a:pt x="641" y="268"/>
                  </a:lnTo>
                  <a:lnTo>
                    <a:pt x="641" y="268"/>
                  </a:lnTo>
                  <a:lnTo>
                    <a:pt x="641" y="268"/>
                  </a:lnTo>
                  <a:lnTo>
                    <a:pt x="641" y="265"/>
                  </a:lnTo>
                  <a:lnTo>
                    <a:pt x="641" y="265"/>
                  </a:lnTo>
                  <a:lnTo>
                    <a:pt x="641" y="265"/>
                  </a:lnTo>
                  <a:lnTo>
                    <a:pt x="644" y="263"/>
                  </a:lnTo>
                  <a:lnTo>
                    <a:pt x="644" y="258"/>
                  </a:lnTo>
                  <a:lnTo>
                    <a:pt x="646" y="256"/>
                  </a:lnTo>
                  <a:lnTo>
                    <a:pt x="646" y="256"/>
                  </a:lnTo>
                  <a:lnTo>
                    <a:pt x="646" y="256"/>
                  </a:lnTo>
                  <a:lnTo>
                    <a:pt x="651" y="256"/>
                  </a:lnTo>
                  <a:lnTo>
                    <a:pt x="655" y="251"/>
                  </a:lnTo>
                  <a:lnTo>
                    <a:pt x="662" y="249"/>
                  </a:lnTo>
                  <a:lnTo>
                    <a:pt x="662" y="249"/>
                  </a:lnTo>
                  <a:lnTo>
                    <a:pt x="665" y="247"/>
                  </a:lnTo>
                  <a:lnTo>
                    <a:pt x="665" y="247"/>
                  </a:lnTo>
                  <a:lnTo>
                    <a:pt x="665" y="247"/>
                  </a:lnTo>
                  <a:lnTo>
                    <a:pt x="665" y="244"/>
                  </a:lnTo>
                  <a:lnTo>
                    <a:pt x="665" y="244"/>
                  </a:lnTo>
                  <a:lnTo>
                    <a:pt x="665" y="242"/>
                  </a:lnTo>
                  <a:lnTo>
                    <a:pt x="665" y="242"/>
                  </a:lnTo>
                  <a:lnTo>
                    <a:pt x="665" y="242"/>
                  </a:lnTo>
                  <a:lnTo>
                    <a:pt x="662" y="239"/>
                  </a:lnTo>
                  <a:lnTo>
                    <a:pt x="665" y="237"/>
                  </a:lnTo>
                  <a:lnTo>
                    <a:pt x="665" y="237"/>
                  </a:lnTo>
                  <a:lnTo>
                    <a:pt x="667" y="235"/>
                  </a:lnTo>
                  <a:lnTo>
                    <a:pt x="674" y="228"/>
                  </a:lnTo>
                  <a:lnTo>
                    <a:pt x="677" y="228"/>
                  </a:lnTo>
                  <a:lnTo>
                    <a:pt x="677" y="228"/>
                  </a:lnTo>
                  <a:lnTo>
                    <a:pt x="677" y="228"/>
                  </a:lnTo>
                  <a:lnTo>
                    <a:pt x="677" y="225"/>
                  </a:lnTo>
                  <a:lnTo>
                    <a:pt x="677" y="225"/>
                  </a:lnTo>
                  <a:lnTo>
                    <a:pt x="677" y="225"/>
                  </a:lnTo>
                  <a:lnTo>
                    <a:pt x="677" y="223"/>
                  </a:lnTo>
                  <a:lnTo>
                    <a:pt x="677" y="221"/>
                  </a:lnTo>
                  <a:lnTo>
                    <a:pt x="674" y="218"/>
                  </a:lnTo>
                  <a:lnTo>
                    <a:pt x="677" y="218"/>
                  </a:lnTo>
                  <a:lnTo>
                    <a:pt x="677" y="216"/>
                  </a:lnTo>
                  <a:lnTo>
                    <a:pt x="681" y="211"/>
                  </a:lnTo>
                  <a:lnTo>
                    <a:pt x="691" y="204"/>
                  </a:lnTo>
                  <a:lnTo>
                    <a:pt x="698" y="199"/>
                  </a:lnTo>
                  <a:lnTo>
                    <a:pt x="705" y="194"/>
                  </a:lnTo>
                  <a:lnTo>
                    <a:pt x="707" y="194"/>
                  </a:lnTo>
                  <a:lnTo>
                    <a:pt x="714" y="185"/>
                  </a:lnTo>
                  <a:lnTo>
                    <a:pt x="724" y="176"/>
                  </a:lnTo>
                  <a:lnTo>
                    <a:pt x="729" y="168"/>
                  </a:lnTo>
                  <a:lnTo>
                    <a:pt x="736" y="161"/>
                  </a:lnTo>
                  <a:lnTo>
                    <a:pt x="741" y="154"/>
                  </a:lnTo>
                  <a:lnTo>
                    <a:pt x="738" y="154"/>
                  </a:lnTo>
                  <a:close/>
                  <a:moveTo>
                    <a:pt x="5" y="372"/>
                  </a:moveTo>
                  <a:lnTo>
                    <a:pt x="0" y="374"/>
                  </a:lnTo>
                  <a:lnTo>
                    <a:pt x="0" y="379"/>
                  </a:lnTo>
                  <a:lnTo>
                    <a:pt x="3" y="379"/>
                  </a:lnTo>
                  <a:lnTo>
                    <a:pt x="3" y="381"/>
                  </a:lnTo>
                  <a:lnTo>
                    <a:pt x="10" y="379"/>
                  </a:lnTo>
                  <a:lnTo>
                    <a:pt x="10" y="379"/>
                  </a:lnTo>
                  <a:lnTo>
                    <a:pt x="7" y="374"/>
                  </a:lnTo>
                  <a:lnTo>
                    <a:pt x="5" y="37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1" name="Freeform 39">
              <a:extLst>
                <a:ext uri="{FF2B5EF4-FFF2-40B4-BE49-F238E27FC236}">
                  <a16:creationId xmlns:a16="http://schemas.microsoft.com/office/drawing/2014/main" id="{0162F45D-69B2-4849-AE0B-3F948ECEA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031" y="2876722"/>
              <a:ext cx="699553" cy="359690"/>
            </a:xfrm>
            <a:custGeom>
              <a:avLst/>
              <a:gdLst>
                <a:gd name="T0" fmla="*/ 672 w 741"/>
                <a:gd name="T1" fmla="*/ 372 h 381"/>
                <a:gd name="T2" fmla="*/ 580 w 741"/>
                <a:gd name="T3" fmla="*/ 377 h 381"/>
                <a:gd name="T4" fmla="*/ 485 w 741"/>
                <a:gd name="T5" fmla="*/ 379 h 381"/>
                <a:gd name="T6" fmla="*/ 393 w 741"/>
                <a:gd name="T7" fmla="*/ 381 h 381"/>
                <a:gd name="T8" fmla="*/ 301 w 741"/>
                <a:gd name="T9" fmla="*/ 381 h 381"/>
                <a:gd name="T10" fmla="*/ 208 w 741"/>
                <a:gd name="T11" fmla="*/ 381 h 381"/>
                <a:gd name="T12" fmla="*/ 116 w 741"/>
                <a:gd name="T13" fmla="*/ 381 h 381"/>
                <a:gd name="T14" fmla="*/ 24 w 741"/>
                <a:gd name="T15" fmla="*/ 381 h 381"/>
                <a:gd name="T16" fmla="*/ 0 w 741"/>
                <a:gd name="T17" fmla="*/ 346 h 381"/>
                <a:gd name="T18" fmla="*/ 3 w 741"/>
                <a:gd name="T19" fmla="*/ 298 h 381"/>
                <a:gd name="T20" fmla="*/ 3 w 741"/>
                <a:gd name="T21" fmla="*/ 253 h 381"/>
                <a:gd name="T22" fmla="*/ 3 w 741"/>
                <a:gd name="T23" fmla="*/ 206 h 381"/>
                <a:gd name="T24" fmla="*/ 3 w 741"/>
                <a:gd name="T25" fmla="*/ 159 h 381"/>
                <a:gd name="T26" fmla="*/ 5 w 741"/>
                <a:gd name="T27" fmla="*/ 114 h 381"/>
                <a:gd name="T28" fmla="*/ 5 w 741"/>
                <a:gd name="T29" fmla="*/ 66 h 381"/>
                <a:gd name="T30" fmla="*/ 5 w 741"/>
                <a:gd name="T31" fmla="*/ 22 h 381"/>
                <a:gd name="T32" fmla="*/ 66 w 741"/>
                <a:gd name="T33" fmla="*/ 10 h 381"/>
                <a:gd name="T34" fmla="*/ 147 w 741"/>
                <a:gd name="T35" fmla="*/ 10 h 381"/>
                <a:gd name="T36" fmla="*/ 230 w 741"/>
                <a:gd name="T37" fmla="*/ 10 h 381"/>
                <a:gd name="T38" fmla="*/ 310 w 741"/>
                <a:gd name="T39" fmla="*/ 10 h 381"/>
                <a:gd name="T40" fmla="*/ 391 w 741"/>
                <a:gd name="T41" fmla="*/ 10 h 381"/>
                <a:gd name="T42" fmla="*/ 473 w 741"/>
                <a:gd name="T43" fmla="*/ 7 h 381"/>
                <a:gd name="T44" fmla="*/ 554 w 741"/>
                <a:gd name="T45" fmla="*/ 5 h 381"/>
                <a:gd name="T46" fmla="*/ 634 w 741"/>
                <a:gd name="T47" fmla="*/ 3 h 381"/>
                <a:gd name="T48" fmla="*/ 663 w 741"/>
                <a:gd name="T49" fmla="*/ 7 h 381"/>
                <a:gd name="T50" fmla="*/ 667 w 741"/>
                <a:gd name="T51" fmla="*/ 10 h 381"/>
                <a:gd name="T52" fmla="*/ 670 w 741"/>
                <a:gd name="T53" fmla="*/ 12 h 381"/>
                <a:gd name="T54" fmla="*/ 677 w 741"/>
                <a:gd name="T55" fmla="*/ 17 h 381"/>
                <a:gd name="T56" fmla="*/ 686 w 741"/>
                <a:gd name="T57" fmla="*/ 12 h 381"/>
                <a:gd name="T58" fmla="*/ 691 w 741"/>
                <a:gd name="T59" fmla="*/ 14 h 381"/>
                <a:gd name="T60" fmla="*/ 698 w 741"/>
                <a:gd name="T61" fmla="*/ 19 h 381"/>
                <a:gd name="T62" fmla="*/ 698 w 741"/>
                <a:gd name="T63" fmla="*/ 26 h 381"/>
                <a:gd name="T64" fmla="*/ 700 w 741"/>
                <a:gd name="T65" fmla="*/ 31 h 381"/>
                <a:gd name="T66" fmla="*/ 691 w 741"/>
                <a:gd name="T67" fmla="*/ 31 h 381"/>
                <a:gd name="T68" fmla="*/ 689 w 741"/>
                <a:gd name="T69" fmla="*/ 38 h 381"/>
                <a:gd name="T70" fmla="*/ 681 w 741"/>
                <a:gd name="T71" fmla="*/ 45 h 381"/>
                <a:gd name="T72" fmla="*/ 681 w 741"/>
                <a:gd name="T73" fmla="*/ 52 h 381"/>
                <a:gd name="T74" fmla="*/ 677 w 741"/>
                <a:gd name="T75" fmla="*/ 57 h 381"/>
                <a:gd name="T76" fmla="*/ 684 w 741"/>
                <a:gd name="T77" fmla="*/ 62 h 381"/>
                <a:gd name="T78" fmla="*/ 689 w 741"/>
                <a:gd name="T79" fmla="*/ 69 h 381"/>
                <a:gd name="T80" fmla="*/ 696 w 741"/>
                <a:gd name="T81" fmla="*/ 74 h 381"/>
                <a:gd name="T82" fmla="*/ 700 w 741"/>
                <a:gd name="T83" fmla="*/ 88 h 381"/>
                <a:gd name="T84" fmla="*/ 707 w 741"/>
                <a:gd name="T85" fmla="*/ 95 h 381"/>
                <a:gd name="T86" fmla="*/ 717 w 741"/>
                <a:gd name="T87" fmla="*/ 100 h 381"/>
                <a:gd name="T88" fmla="*/ 724 w 741"/>
                <a:gd name="T89" fmla="*/ 100 h 381"/>
                <a:gd name="T90" fmla="*/ 726 w 741"/>
                <a:gd name="T91" fmla="*/ 102 h 381"/>
                <a:gd name="T92" fmla="*/ 726 w 741"/>
                <a:gd name="T93" fmla="*/ 104 h 381"/>
                <a:gd name="T94" fmla="*/ 729 w 741"/>
                <a:gd name="T95" fmla="*/ 107 h 381"/>
                <a:gd name="T96" fmla="*/ 731 w 741"/>
                <a:gd name="T97" fmla="*/ 164 h 381"/>
                <a:gd name="T98" fmla="*/ 734 w 741"/>
                <a:gd name="T99" fmla="*/ 227 h 381"/>
                <a:gd name="T100" fmla="*/ 736 w 741"/>
                <a:gd name="T101" fmla="*/ 289 h 381"/>
                <a:gd name="T102" fmla="*/ 741 w 741"/>
                <a:gd name="T103" fmla="*/ 35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1" h="381">
                  <a:moveTo>
                    <a:pt x="741" y="369"/>
                  </a:moveTo>
                  <a:lnTo>
                    <a:pt x="717" y="369"/>
                  </a:lnTo>
                  <a:lnTo>
                    <a:pt x="693" y="372"/>
                  </a:lnTo>
                  <a:lnTo>
                    <a:pt x="672" y="372"/>
                  </a:lnTo>
                  <a:lnTo>
                    <a:pt x="648" y="374"/>
                  </a:lnTo>
                  <a:lnTo>
                    <a:pt x="625" y="374"/>
                  </a:lnTo>
                  <a:lnTo>
                    <a:pt x="601" y="374"/>
                  </a:lnTo>
                  <a:lnTo>
                    <a:pt x="580" y="377"/>
                  </a:lnTo>
                  <a:lnTo>
                    <a:pt x="556" y="377"/>
                  </a:lnTo>
                  <a:lnTo>
                    <a:pt x="532" y="377"/>
                  </a:lnTo>
                  <a:lnTo>
                    <a:pt x="509" y="379"/>
                  </a:lnTo>
                  <a:lnTo>
                    <a:pt x="485" y="379"/>
                  </a:lnTo>
                  <a:lnTo>
                    <a:pt x="464" y="379"/>
                  </a:lnTo>
                  <a:lnTo>
                    <a:pt x="440" y="379"/>
                  </a:lnTo>
                  <a:lnTo>
                    <a:pt x="417" y="381"/>
                  </a:lnTo>
                  <a:lnTo>
                    <a:pt x="393" y="381"/>
                  </a:lnTo>
                  <a:lnTo>
                    <a:pt x="372" y="381"/>
                  </a:lnTo>
                  <a:lnTo>
                    <a:pt x="348" y="381"/>
                  </a:lnTo>
                  <a:lnTo>
                    <a:pt x="324" y="381"/>
                  </a:lnTo>
                  <a:lnTo>
                    <a:pt x="301" y="381"/>
                  </a:lnTo>
                  <a:lnTo>
                    <a:pt x="277" y="381"/>
                  </a:lnTo>
                  <a:lnTo>
                    <a:pt x="256" y="381"/>
                  </a:lnTo>
                  <a:lnTo>
                    <a:pt x="232" y="381"/>
                  </a:lnTo>
                  <a:lnTo>
                    <a:pt x="208" y="381"/>
                  </a:lnTo>
                  <a:lnTo>
                    <a:pt x="185" y="381"/>
                  </a:lnTo>
                  <a:lnTo>
                    <a:pt x="161" y="381"/>
                  </a:lnTo>
                  <a:lnTo>
                    <a:pt x="140" y="381"/>
                  </a:lnTo>
                  <a:lnTo>
                    <a:pt x="116" y="381"/>
                  </a:lnTo>
                  <a:lnTo>
                    <a:pt x="92" y="381"/>
                  </a:lnTo>
                  <a:lnTo>
                    <a:pt x="69" y="381"/>
                  </a:lnTo>
                  <a:lnTo>
                    <a:pt x="48" y="381"/>
                  </a:lnTo>
                  <a:lnTo>
                    <a:pt x="24" y="381"/>
                  </a:lnTo>
                  <a:lnTo>
                    <a:pt x="0" y="381"/>
                  </a:lnTo>
                  <a:lnTo>
                    <a:pt x="0" y="369"/>
                  </a:lnTo>
                  <a:lnTo>
                    <a:pt x="0" y="358"/>
                  </a:lnTo>
                  <a:lnTo>
                    <a:pt x="0" y="346"/>
                  </a:lnTo>
                  <a:lnTo>
                    <a:pt x="0" y="334"/>
                  </a:lnTo>
                  <a:lnTo>
                    <a:pt x="0" y="322"/>
                  </a:lnTo>
                  <a:lnTo>
                    <a:pt x="0" y="310"/>
                  </a:lnTo>
                  <a:lnTo>
                    <a:pt x="3" y="298"/>
                  </a:lnTo>
                  <a:lnTo>
                    <a:pt x="3" y="287"/>
                  </a:lnTo>
                  <a:lnTo>
                    <a:pt x="3" y="275"/>
                  </a:lnTo>
                  <a:lnTo>
                    <a:pt x="3" y="263"/>
                  </a:lnTo>
                  <a:lnTo>
                    <a:pt x="3" y="253"/>
                  </a:lnTo>
                  <a:lnTo>
                    <a:pt x="3" y="242"/>
                  </a:lnTo>
                  <a:lnTo>
                    <a:pt x="3" y="230"/>
                  </a:lnTo>
                  <a:lnTo>
                    <a:pt x="3" y="218"/>
                  </a:lnTo>
                  <a:lnTo>
                    <a:pt x="3" y="206"/>
                  </a:lnTo>
                  <a:lnTo>
                    <a:pt x="3" y="194"/>
                  </a:lnTo>
                  <a:lnTo>
                    <a:pt x="3" y="182"/>
                  </a:lnTo>
                  <a:lnTo>
                    <a:pt x="3" y="171"/>
                  </a:lnTo>
                  <a:lnTo>
                    <a:pt x="3" y="159"/>
                  </a:lnTo>
                  <a:lnTo>
                    <a:pt x="3" y="147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5" y="114"/>
                  </a:lnTo>
                  <a:lnTo>
                    <a:pt x="5" y="102"/>
                  </a:lnTo>
                  <a:lnTo>
                    <a:pt x="5" y="90"/>
                  </a:lnTo>
                  <a:lnTo>
                    <a:pt x="5" y="78"/>
                  </a:lnTo>
                  <a:lnTo>
                    <a:pt x="5" y="66"/>
                  </a:lnTo>
                  <a:lnTo>
                    <a:pt x="5" y="55"/>
                  </a:lnTo>
                  <a:lnTo>
                    <a:pt x="5" y="43"/>
                  </a:lnTo>
                  <a:lnTo>
                    <a:pt x="5" y="31"/>
                  </a:lnTo>
                  <a:lnTo>
                    <a:pt x="5" y="22"/>
                  </a:lnTo>
                  <a:lnTo>
                    <a:pt x="5" y="10"/>
                  </a:lnTo>
                  <a:lnTo>
                    <a:pt x="26" y="10"/>
                  </a:lnTo>
                  <a:lnTo>
                    <a:pt x="48" y="10"/>
                  </a:lnTo>
                  <a:lnTo>
                    <a:pt x="66" y="10"/>
                  </a:lnTo>
                  <a:lnTo>
                    <a:pt x="88" y="10"/>
                  </a:lnTo>
                  <a:lnTo>
                    <a:pt x="107" y="10"/>
                  </a:lnTo>
                  <a:lnTo>
                    <a:pt x="128" y="10"/>
                  </a:lnTo>
                  <a:lnTo>
                    <a:pt x="147" y="10"/>
                  </a:lnTo>
                  <a:lnTo>
                    <a:pt x="168" y="10"/>
                  </a:lnTo>
                  <a:lnTo>
                    <a:pt x="189" y="10"/>
                  </a:lnTo>
                  <a:lnTo>
                    <a:pt x="208" y="10"/>
                  </a:lnTo>
                  <a:lnTo>
                    <a:pt x="230" y="10"/>
                  </a:lnTo>
                  <a:lnTo>
                    <a:pt x="249" y="10"/>
                  </a:lnTo>
                  <a:lnTo>
                    <a:pt x="270" y="10"/>
                  </a:lnTo>
                  <a:lnTo>
                    <a:pt x="289" y="10"/>
                  </a:lnTo>
                  <a:lnTo>
                    <a:pt x="310" y="10"/>
                  </a:lnTo>
                  <a:lnTo>
                    <a:pt x="331" y="10"/>
                  </a:lnTo>
                  <a:lnTo>
                    <a:pt x="350" y="10"/>
                  </a:lnTo>
                  <a:lnTo>
                    <a:pt x="372" y="10"/>
                  </a:lnTo>
                  <a:lnTo>
                    <a:pt x="391" y="10"/>
                  </a:lnTo>
                  <a:lnTo>
                    <a:pt x="412" y="10"/>
                  </a:lnTo>
                  <a:lnTo>
                    <a:pt x="431" y="7"/>
                  </a:lnTo>
                  <a:lnTo>
                    <a:pt x="452" y="7"/>
                  </a:lnTo>
                  <a:lnTo>
                    <a:pt x="473" y="7"/>
                  </a:lnTo>
                  <a:lnTo>
                    <a:pt x="492" y="7"/>
                  </a:lnTo>
                  <a:lnTo>
                    <a:pt x="514" y="7"/>
                  </a:lnTo>
                  <a:lnTo>
                    <a:pt x="532" y="5"/>
                  </a:lnTo>
                  <a:lnTo>
                    <a:pt x="554" y="5"/>
                  </a:lnTo>
                  <a:lnTo>
                    <a:pt x="575" y="5"/>
                  </a:lnTo>
                  <a:lnTo>
                    <a:pt x="594" y="3"/>
                  </a:lnTo>
                  <a:lnTo>
                    <a:pt x="615" y="3"/>
                  </a:lnTo>
                  <a:lnTo>
                    <a:pt x="634" y="3"/>
                  </a:lnTo>
                  <a:lnTo>
                    <a:pt x="655" y="0"/>
                  </a:lnTo>
                  <a:lnTo>
                    <a:pt x="660" y="5"/>
                  </a:lnTo>
                  <a:lnTo>
                    <a:pt x="663" y="7"/>
                  </a:lnTo>
                  <a:lnTo>
                    <a:pt x="663" y="7"/>
                  </a:lnTo>
                  <a:lnTo>
                    <a:pt x="665" y="7"/>
                  </a:lnTo>
                  <a:lnTo>
                    <a:pt x="665" y="10"/>
                  </a:lnTo>
                  <a:lnTo>
                    <a:pt x="665" y="10"/>
                  </a:lnTo>
                  <a:lnTo>
                    <a:pt x="667" y="10"/>
                  </a:lnTo>
                  <a:lnTo>
                    <a:pt x="667" y="12"/>
                  </a:lnTo>
                  <a:lnTo>
                    <a:pt x="667" y="12"/>
                  </a:lnTo>
                  <a:lnTo>
                    <a:pt x="670" y="12"/>
                  </a:lnTo>
                  <a:lnTo>
                    <a:pt x="670" y="12"/>
                  </a:lnTo>
                  <a:lnTo>
                    <a:pt x="672" y="12"/>
                  </a:lnTo>
                  <a:lnTo>
                    <a:pt x="672" y="14"/>
                  </a:lnTo>
                  <a:lnTo>
                    <a:pt x="674" y="17"/>
                  </a:lnTo>
                  <a:lnTo>
                    <a:pt x="677" y="17"/>
                  </a:lnTo>
                  <a:lnTo>
                    <a:pt x="679" y="17"/>
                  </a:lnTo>
                  <a:lnTo>
                    <a:pt x="681" y="14"/>
                  </a:lnTo>
                  <a:lnTo>
                    <a:pt x="684" y="12"/>
                  </a:lnTo>
                  <a:lnTo>
                    <a:pt x="686" y="12"/>
                  </a:lnTo>
                  <a:lnTo>
                    <a:pt x="689" y="12"/>
                  </a:lnTo>
                  <a:lnTo>
                    <a:pt x="691" y="12"/>
                  </a:lnTo>
                  <a:lnTo>
                    <a:pt x="691" y="12"/>
                  </a:lnTo>
                  <a:lnTo>
                    <a:pt x="691" y="14"/>
                  </a:lnTo>
                  <a:lnTo>
                    <a:pt x="691" y="14"/>
                  </a:lnTo>
                  <a:lnTo>
                    <a:pt x="691" y="17"/>
                  </a:lnTo>
                  <a:lnTo>
                    <a:pt x="693" y="17"/>
                  </a:lnTo>
                  <a:lnTo>
                    <a:pt x="698" y="19"/>
                  </a:lnTo>
                  <a:lnTo>
                    <a:pt x="698" y="22"/>
                  </a:lnTo>
                  <a:lnTo>
                    <a:pt x="698" y="22"/>
                  </a:lnTo>
                  <a:lnTo>
                    <a:pt x="698" y="26"/>
                  </a:lnTo>
                  <a:lnTo>
                    <a:pt x="698" y="26"/>
                  </a:lnTo>
                  <a:lnTo>
                    <a:pt x="698" y="29"/>
                  </a:lnTo>
                  <a:lnTo>
                    <a:pt x="698" y="29"/>
                  </a:lnTo>
                  <a:lnTo>
                    <a:pt x="700" y="29"/>
                  </a:lnTo>
                  <a:lnTo>
                    <a:pt x="700" y="31"/>
                  </a:lnTo>
                  <a:lnTo>
                    <a:pt x="698" y="33"/>
                  </a:lnTo>
                  <a:lnTo>
                    <a:pt x="696" y="33"/>
                  </a:lnTo>
                  <a:lnTo>
                    <a:pt x="691" y="31"/>
                  </a:lnTo>
                  <a:lnTo>
                    <a:pt x="691" y="31"/>
                  </a:lnTo>
                  <a:lnTo>
                    <a:pt x="689" y="33"/>
                  </a:lnTo>
                  <a:lnTo>
                    <a:pt x="689" y="33"/>
                  </a:lnTo>
                  <a:lnTo>
                    <a:pt x="689" y="38"/>
                  </a:lnTo>
                  <a:lnTo>
                    <a:pt x="689" y="38"/>
                  </a:lnTo>
                  <a:lnTo>
                    <a:pt x="689" y="38"/>
                  </a:lnTo>
                  <a:lnTo>
                    <a:pt x="686" y="40"/>
                  </a:lnTo>
                  <a:lnTo>
                    <a:pt x="684" y="43"/>
                  </a:lnTo>
                  <a:lnTo>
                    <a:pt x="681" y="45"/>
                  </a:lnTo>
                  <a:lnTo>
                    <a:pt x="681" y="48"/>
                  </a:lnTo>
                  <a:lnTo>
                    <a:pt x="681" y="50"/>
                  </a:lnTo>
                  <a:lnTo>
                    <a:pt x="681" y="50"/>
                  </a:lnTo>
                  <a:lnTo>
                    <a:pt x="681" y="52"/>
                  </a:lnTo>
                  <a:lnTo>
                    <a:pt x="681" y="52"/>
                  </a:lnTo>
                  <a:lnTo>
                    <a:pt x="679" y="52"/>
                  </a:lnTo>
                  <a:lnTo>
                    <a:pt x="677" y="52"/>
                  </a:lnTo>
                  <a:lnTo>
                    <a:pt x="677" y="57"/>
                  </a:lnTo>
                  <a:lnTo>
                    <a:pt x="679" y="59"/>
                  </a:lnTo>
                  <a:lnTo>
                    <a:pt x="681" y="59"/>
                  </a:lnTo>
                  <a:lnTo>
                    <a:pt x="681" y="62"/>
                  </a:lnTo>
                  <a:lnTo>
                    <a:pt x="684" y="62"/>
                  </a:lnTo>
                  <a:lnTo>
                    <a:pt x="686" y="66"/>
                  </a:lnTo>
                  <a:lnTo>
                    <a:pt x="686" y="66"/>
                  </a:lnTo>
                  <a:lnTo>
                    <a:pt x="686" y="69"/>
                  </a:lnTo>
                  <a:lnTo>
                    <a:pt x="689" y="69"/>
                  </a:lnTo>
                  <a:lnTo>
                    <a:pt x="693" y="71"/>
                  </a:lnTo>
                  <a:lnTo>
                    <a:pt x="693" y="71"/>
                  </a:lnTo>
                  <a:lnTo>
                    <a:pt x="693" y="74"/>
                  </a:lnTo>
                  <a:lnTo>
                    <a:pt x="696" y="74"/>
                  </a:lnTo>
                  <a:lnTo>
                    <a:pt x="698" y="76"/>
                  </a:lnTo>
                  <a:lnTo>
                    <a:pt x="698" y="78"/>
                  </a:lnTo>
                  <a:lnTo>
                    <a:pt x="698" y="83"/>
                  </a:lnTo>
                  <a:lnTo>
                    <a:pt x="700" y="88"/>
                  </a:lnTo>
                  <a:lnTo>
                    <a:pt x="705" y="90"/>
                  </a:lnTo>
                  <a:lnTo>
                    <a:pt x="705" y="90"/>
                  </a:lnTo>
                  <a:lnTo>
                    <a:pt x="705" y="93"/>
                  </a:lnTo>
                  <a:lnTo>
                    <a:pt x="707" y="95"/>
                  </a:lnTo>
                  <a:lnTo>
                    <a:pt x="707" y="97"/>
                  </a:lnTo>
                  <a:lnTo>
                    <a:pt x="710" y="97"/>
                  </a:lnTo>
                  <a:lnTo>
                    <a:pt x="715" y="100"/>
                  </a:lnTo>
                  <a:lnTo>
                    <a:pt x="717" y="100"/>
                  </a:lnTo>
                  <a:lnTo>
                    <a:pt x="719" y="100"/>
                  </a:lnTo>
                  <a:lnTo>
                    <a:pt x="722" y="100"/>
                  </a:lnTo>
                  <a:lnTo>
                    <a:pt x="722" y="100"/>
                  </a:lnTo>
                  <a:lnTo>
                    <a:pt x="724" y="100"/>
                  </a:lnTo>
                  <a:lnTo>
                    <a:pt x="724" y="100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726" y="102"/>
                  </a:lnTo>
                  <a:lnTo>
                    <a:pt x="729" y="102"/>
                  </a:lnTo>
                  <a:lnTo>
                    <a:pt x="729" y="104"/>
                  </a:lnTo>
                  <a:lnTo>
                    <a:pt x="726" y="104"/>
                  </a:lnTo>
                  <a:lnTo>
                    <a:pt x="726" y="104"/>
                  </a:lnTo>
                  <a:lnTo>
                    <a:pt x="726" y="107"/>
                  </a:lnTo>
                  <a:lnTo>
                    <a:pt x="726" y="107"/>
                  </a:lnTo>
                  <a:lnTo>
                    <a:pt x="729" y="107"/>
                  </a:lnTo>
                  <a:lnTo>
                    <a:pt x="729" y="107"/>
                  </a:lnTo>
                  <a:lnTo>
                    <a:pt x="729" y="116"/>
                  </a:lnTo>
                  <a:lnTo>
                    <a:pt x="729" y="133"/>
                  </a:lnTo>
                  <a:lnTo>
                    <a:pt x="729" y="147"/>
                  </a:lnTo>
                  <a:lnTo>
                    <a:pt x="731" y="164"/>
                  </a:lnTo>
                  <a:lnTo>
                    <a:pt x="731" y="180"/>
                  </a:lnTo>
                  <a:lnTo>
                    <a:pt x="731" y="194"/>
                  </a:lnTo>
                  <a:lnTo>
                    <a:pt x="734" y="211"/>
                  </a:lnTo>
                  <a:lnTo>
                    <a:pt x="734" y="227"/>
                  </a:lnTo>
                  <a:lnTo>
                    <a:pt x="734" y="242"/>
                  </a:lnTo>
                  <a:lnTo>
                    <a:pt x="736" y="258"/>
                  </a:lnTo>
                  <a:lnTo>
                    <a:pt x="736" y="275"/>
                  </a:lnTo>
                  <a:lnTo>
                    <a:pt x="736" y="289"/>
                  </a:lnTo>
                  <a:lnTo>
                    <a:pt x="738" y="306"/>
                  </a:lnTo>
                  <a:lnTo>
                    <a:pt x="738" y="322"/>
                  </a:lnTo>
                  <a:lnTo>
                    <a:pt x="738" y="336"/>
                  </a:lnTo>
                  <a:lnTo>
                    <a:pt x="741" y="353"/>
                  </a:lnTo>
                  <a:lnTo>
                    <a:pt x="741" y="369"/>
                  </a:lnTo>
                  <a:lnTo>
                    <a:pt x="741" y="369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2" name="Freeform 40">
              <a:extLst>
                <a:ext uri="{FF2B5EF4-FFF2-40B4-BE49-F238E27FC236}">
                  <a16:creationId xmlns:a16="http://schemas.microsoft.com/office/drawing/2014/main" id="{E7A14BF1-3D4A-4501-B169-AA98ED4EF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899" y="2588781"/>
              <a:ext cx="292661" cy="495635"/>
            </a:xfrm>
            <a:custGeom>
              <a:avLst/>
              <a:gdLst>
                <a:gd name="T0" fmla="*/ 301 w 310"/>
                <a:gd name="T1" fmla="*/ 348 h 525"/>
                <a:gd name="T2" fmla="*/ 298 w 310"/>
                <a:gd name="T3" fmla="*/ 331 h 525"/>
                <a:gd name="T4" fmla="*/ 296 w 310"/>
                <a:gd name="T5" fmla="*/ 277 h 525"/>
                <a:gd name="T6" fmla="*/ 286 w 310"/>
                <a:gd name="T7" fmla="*/ 206 h 525"/>
                <a:gd name="T8" fmla="*/ 277 w 310"/>
                <a:gd name="T9" fmla="*/ 137 h 525"/>
                <a:gd name="T10" fmla="*/ 270 w 310"/>
                <a:gd name="T11" fmla="*/ 66 h 525"/>
                <a:gd name="T12" fmla="*/ 253 w 310"/>
                <a:gd name="T13" fmla="*/ 2 h 525"/>
                <a:gd name="T14" fmla="*/ 201 w 310"/>
                <a:gd name="T15" fmla="*/ 9 h 525"/>
                <a:gd name="T16" fmla="*/ 145 w 310"/>
                <a:gd name="T17" fmla="*/ 16 h 525"/>
                <a:gd name="T18" fmla="*/ 85 w 310"/>
                <a:gd name="T19" fmla="*/ 24 h 525"/>
                <a:gd name="T20" fmla="*/ 19 w 310"/>
                <a:gd name="T21" fmla="*/ 45 h 525"/>
                <a:gd name="T22" fmla="*/ 5 w 310"/>
                <a:gd name="T23" fmla="*/ 38 h 525"/>
                <a:gd name="T24" fmla="*/ 17 w 310"/>
                <a:gd name="T25" fmla="*/ 144 h 525"/>
                <a:gd name="T26" fmla="*/ 31 w 310"/>
                <a:gd name="T27" fmla="*/ 286 h 525"/>
                <a:gd name="T28" fmla="*/ 29 w 310"/>
                <a:gd name="T29" fmla="*/ 336 h 525"/>
                <a:gd name="T30" fmla="*/ 29 w 310"/>
                <a:gd name="T31" fmla="*/ 360 h 525"/>
                <a:gd name="T32" fmla="*/ 40 w 310"/>
                <a:gd name="T33" fmla="*/ 374 h 525"/>
                <a:gd name="T34" fmla="*/ 45 w 310"/>
                <a:gd name="T35" fmla="*/ 395 h 525"/>
                <a:gd name="T36" fmla="*/ 38 w 310"/>
                <a:gd name="T37" fmla="*/ 412 h 525"/>
                <a:gd name="T38" fmla="*/ 36 w 310"/>
                <a:gd name="T39" fmla="*/ 421 h 525"/>
                <a:gd name="T40" fmla="*/ 36 w 310"/>
                <a:gd name="T41" fmla="*/ 431 h 525"/>
                <a:gd name="T42" fmla="*/ 33 w 310"/>
                <a:gd name="T43" fmla="*/ 435 h 525"/>
                <a:gd name="T44" fmla="*/ 26 w 310"/>
                <a:gd name="T45" fmla="*/ 447 h 525"/>
                <a:gd name="T46" fmla="*/ 19 w 310"/>
                <a:gd name="T47" fmla="*/ 457 h 525"/>
                <a:gd name="T48" fmla="*/ 17 w 310"/>
                <a:gd name="T49" fmla="*/ 459 h 525"/>
                <a:gd name="T50" fmla="*/ 12 w 310"/>
                <a:gd name="T51" fmla="*/ 461 h 525"/>
                <a:gd name="T52" fmla="*/ 7 w 310"/>
                <a:gd name="T53" fmla="*/ 469 h 525"/>
                <a:gd name="T54" fmla="*/ 10 w 310"/>
                <a:gd name="T55" fmla="*/ 476 h 525"/>
                <a:gd name="T56" fmla="*/ 7 w 310"/>
                <a:gd name="T57" fmla="*/ 485 h 525"/>
                <a:gd name="T58" fmla="*/ 7 w 310"/>
                <a:gd name="T59" fmla="*/ 492 h 525"/>
                <a:gd name="T60" fmla="*/ 5 w 310"/>
                <a:gd name="T61" fmla="*/ 502 h 525"/>
                <a:gd name="T62" fmla="*/ 5 w 310"/>
                <a:gd name="T63" fmla="*/ 511 h 525"/>
                <a:gd name="T64" fmla="*/ 7 w 310"/>
                <a:gd name="T65" fmla="*/ 521 h 525"/>
                <a:gd name="T66" fmla="*/ 5 w 310"/>
                <a:gd name="T67" fmla="*/ 523 h 525"/>
                <a:gd name="T68" fmla="*/ 22 w 310"/>
                <a:gd name="T69" fmla="*/ 518 h 525"/>
                <a:gd name="T70" fmla="*/ 24 w 310"/>
                <a:gd name="T71" fmla="*/ 509 h 525"/>
                <a:gd name="T72" fmla="*/ 38 w 310"/>
                <a:gd name="T73" fmla="*/ 509 h 525"/>
                <a:gd name="T74" fmla="*/ 45 w 310"/>
                <a:gd name="T75" fmla="*/ 516 h 525"/>
                <a:gd name="T76" fmla="*/ 48 w 310"/>
                <a:gd name="T77" fmla="*/ 499 h 525"/>
                <a:gd name="T78" fmla="*/ 55 w 310"/>
                <a:gd name="T79" fmla="*/ 504 h 525"/>
                <a:gd name="T80" fmla="*/ 76 w 310"/>
                <a:gd name="T81" fmla="*/ 502 h 525"/>
                <a:gd name="T82" fmla="*/ 92 w 310"/>
                <a:gd name="T83" fmla="*/ 509 h 525"/>
                <a:gd name="T84" fmla="*/ 102 w 310"/>
                <a:gd name="T85" fmla="*/ 513 h 525"/>
                <a:gd name="T86" fmla="*/ 116 w 310"/>
                <a:gd name="T87" fmla="*/ 495 h 525"/>
                <a:gd name="T88" fmla="*/ 130 w 310"/>
                <a:gd name="T89" fmla="*/ 495 h 525"/>
                <a:gd name="T90" fmla="*/ 145 w 310"/>
                <a:gd name="T91" fmla="*/ 502 h 525"/>
                <a:gd name="T92" fmla="*/ 154 w 310"/>
                <a:gd name="T93" fmla="*/ 490 h 525"/>
                <a:gd name="T94" fmla="*/ 161 w 310"/>
                <a:gd name="T95" fmla="*/ 473 h 525"/>
                <a:gd name="T96" fmla="*/ 161 w 310"/>
                <a:gd name="T97" fmla="*/ 464 h 525"/>
                <a:gd name="T98" fmla="*/ 171 w 310"/>
                <a:gd name="T99" fmla="*/ 461 h 525"/>
                <a:gd name="T100" fmla="*/ 175 w 310"/>
                <a:gd name="T101" fmla="*/ 459 h 525"/>
                <a:gd name="T102" fmla="*/ 185 w 310"/>
                <a:gd name="T103" fmla="*/ 473 h 525"/>
                <a:gd name="T104" fmla="*/ 204 w 310"/>
                <a:gd name="T105" fmla="*/ 476 h 525"/>
                <a:gd name="T106" fmla="*/ 213 w 310"/>
                <a:gd name="T107" fmla="*/ 466 h 525"/>
                <a:gd name="T108" fmla="*/ 218 w 310"/>
                <a:gd name="T109" fmla="*/ 440 h 525"/>
                <a:gd name="T110" fmla="*/ 225 w 310"/>
                <a:gd name="T111" fmla="*/ 440 h 525"/>
                <a:gd name="T112" fmla="*/ 242 w 310"/>
                <a:gd name="T113" fmla="*/ 414 h 525"/>
                <a:gd name="T114" fmla="*/ 253 w 310"/>
                <a:gd name="T115" fmla="*/ 398 h 525"/>
                <a:gd name="T116" fmla="*/ 260 w 310"/>
                <a:gd name="T117" fmla="*/ 376 h 525"/>
                <a:gd name="T118" fmla="*/ 296 w 310"/>
                <a:gd name="T119" fmla="*/ 364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0" h="525">
                  <a:moveTo>
                    <a:pt x="308" y="355"/>
                  </a:moveTo>
                  <a:lnTo>
                    <a:pt x="310" y="353"/>
                  </a:lnTo>
                  <a:lnTo>
                    <a:pt x="310" y="350"/>
                  </a:lnTo>
                  <a:lnTo>
                    <a:pt x="308" y="350"/>
                  </a:lnTo>
                  <a:lnTo>
                    <a:pt x="303" y="350"/>
                  </a:lnTo>
                  <a:lnTo>
                    <a:pt x="301" y="350"/>
                  </a:lnTo>
                  <a:lnTo>
                    <a:pt x="301" y="348"/>
                  </a:lnTo>
                  <a:lnTo>
                    <a:pt x="301" y="348"/>
                  </a:lnTo>
                  <a:lnTo>
                    <a:pt x="303" y="343"/>
                  </a:lnTo>
                  <a:lnTo>
                    <a:pt x="305" y="341"/>
                  </a:lnTo>
                  <a:lnTo>
                    <a:pt x="303" y="338"/>
                  </a:lnTo>
                  <a:lnTo>
                    <a:pt x="303" y="336"/>
                  </a:lnTo>
                  <a:lnTo>
                    <a:pt x="298" y="334"/>
                  </a:lnTo>
                  <a:lnTo>
                    <a:pt x="298" y="331"/>
                  </a:lnTo>
                  <a:lnTo>
                    <a:pt x="301" y="327"/>
                  </a:lnTo>
                  <a:lnTo>
                    <a:pt x="303" y="327"/>
                  </a:lnTo>
                  <a:lnTo>
                    <a:pt x="301" y="315"/>
                  </a:lnTo>
                  <a:lnTo>
                    <a:pt x="301" y="305"/>
                  </a:lnTo>
                  <a:lnTo>
                    <a:pt x="298" y="296"/>
                  </a:lnTo>
                  <a:lnTo>
                    <a:pt x="298" y="286"/>
                  </a:lnTo>
                  <a:lnTo>
                    <a:pt x="296" y="277"/>
                  </a:lnTo>
                  <a:lnTo>
                    <a:pt x="294" y="265"/>
                  </a:lnTo>
                  <a:lnTo>
                    <a:pt x="294" y="256"/>
                  </a:lnTo>
                  <a:lnTo>
                    <a:pt x="291" y="246"/>
                  </a:lnTo>
                  <a:lnTo>
                    <a:pt x="291" y="237"/>
                  </a:lnTo>
                  <a:lnTo>
                    <a:pt x="289" y="227"/>
                  </a:lnTo>
                  <a:lnTo>
                    <a:pt x="289" y="215"/>
                  </a:lnTo>
                  <a:lnTo>
                    <a:pt x="286" y="206"/>
                  </a:lnTo>
                  <a:lnTo>
                    <a:pt x="286" y="196"/>
                  </a:lnTo>
                  <a:lnTo>
                    <a:pt x="284" y="187"/>
                  </a:lnTo>
                  <a:lnTo>
                    <a:pt x="284" y="177"/>
                  </a:lnTo>
                  <a:lnTo>
                    <a:pt x="282" y="166"/>
                  </a:lnTo>
                  <a:lnTo>
                    <a:pt x="282" y="156"/>
                  </a:lnTo>
                  <a:lnTo>
                    <a:pt x="279" y="147"/>
                  </a:lnTo>
                  <a:lnTo>
                    <a:pt x="277" y="137"/>
                  </a:lnTo>
                  <a:lnTo>
                    <a:pt x="277" y="128"/>
                  </a:lnTo>
                  <a:lnTo>
                    <a:pt x="275" y="116"/>
                  </a:lnTo>
                  <a:lnTo>
                    <a:pt x="275" y="106"/>
                  </a:lnTo>
                  <a:lnTo>
                    <a:pt x="272" y="97"/>
                  </a:lnTo>
                  <a:lnTo>
                    <a:pt x="272" y="87"/>
                  </a:lnTo>
                  <a:lnTo>
                    <a:pt x="270" y="78"/>
                  </a:lnTo>
                  <a:lnTo>
                    <a:pt x="270" y="66"/>
                  </a:lnTo>
                  <a:lnTo>
                    <a:pt x="268" y="57"/>
                  </a:lnTo>
                  <a:lnTo>
                    <a:pt x="268" y="47"/>
                  </a:lnTo>
                  <a:lnTo>
                    <a:pt x="263" y="28"/>
                  </a:lnTo>
                  <a:lnTo>
                    <a:pt x="263" y="16"/>
                  </a:lnTo>
                  <a:lnTo>
                    <a:pt x="260" y="7"/>
                  </a:lnTo>
                  <a:lnTo>
                    <a:pt x="260" y="0"/>
                  </a:lnTo>
                  <a:lnTo>
                    <a:pt x="253" y="2"/>
                  </a:lnTo>
                  <a:lnTo>
                    <a:pt x="246" y="2"/>
                  </a:lnTo>
                  <a:lnTo>
                    <a:pt x="239" y="5"/>
                  </a:lnTo>
                  <a:lnTo>
                    <a:pt x="232" y="5"/>
                  </a:lnTo>
                  <a:lnTo>
                    <a:pt x="225" y="5"/>
                  </a:lnTo>
                  <a:lnTo>
                    <a:pt x="215" y="7"/>
                  </a:lnTo>
                  <a:lnTo>
                    <a:pt x="208" y="7"/>
                  </a:lnTo>
                  <a:lnTo>
                    <a:pt x="201" y="9"/>
                  </a:lnTo>
                  <a:lnTo>
                    <a:pt x="194" y="9"/>
                  </a:lnTo>
                  <a:lnTo>
                    <a:pt x="187" y="9"/>
                  </a:lnTo>
                  <a:lnTo>
                    <a:pt x="180" y="12"/>
                  </a:lnTo>
                  <a:lnTo>
                    <a:pt x="173" y="12"/>
                  </a:lnTo>
                  <a:lnTo>
                    <a:pt x="166" y="14"/>
                  </a:lnTo>
                  <a:lnTo>
                    <a:pt x="152" y="14"/>
                  </a:lnTo>
                  <a:lnTo>
                    <a:pt x="145" y="16"/>
                  </a:lnTo>
                  <a:lnTo>
                    <a:pt x="137" y="16"/>
                  </a:lnTo>
                  <a:lnTo>
                    <a:pt x="128" y="19"/>
                  </a:lnTo>
                  <a:lnTo>
                    <a:pt x="121" y="19"/>
                  </a:lnTo>
                  <a:lnTo>
                    <a:pt x="107" y="21"/>
                  </a:lnTo>
                  <a:lnTo>
                    <a:pt x="100" y="21"/>
                  </a:lnTo>
                  <a:lnTo>
                    <a:pt x="92" y="21"/>
                  </a:lnTo>
                  <a:lnTo>
                    <a:pt x="85" y="24"/>
                  </a:lnTo>
                  <a:lnTo>
                    <a:pt x="78" y="24"/>
                  </a:lnTo>
                  <a:lnTo>
                    <a:pt x="71" y="26"/>
                  </a:lnTo>
                  <a:lnTo>
                    <a:pt x="69" y="26"/>
                  </a:lnTo>
                  <a:lnTo>
                    <a:pt x="52" y="38"/>
                  </a:lnTo>
                  <a:lnTo>
                    <a:pt x="36" y="45"/>
                  </a:lnTo>
                  <a:lnTo>
                    <a:pt x="26" y="47"/>
                  </a:lnTo>
                  <a:lnTo>
                    <a:pt x="19" y="45"/>
                  </a:lnTo>
                  <a:lnTo>
                    <a:pt x="17" y="45"/>
                  </a:lnTo>
                  <a:lnTo>
                    <a:pt x="14" y="45"/>
                  </a:lnTo>
                  <a:lnTo>
                    <a:pt x="14" y="42"/>
                  </a:lnTo>
                  <a:lnTo>
                    <a:pt x="14" y="40"/>
                  </a:lnTo>
                  <a:lnTo>
                    <a:pt x="10" y="42"/>
                  </a:lnTo>
                  <a:lnTo>
                    <a:pt x="7" y="40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7" y="57"/>
                  </a:lnTo>
                  <a:lnTo>
                    <a:pt x="7" y="73"/>
                  </a:lnTo>
                  <a:lnTo>
                    <a:pt x="10" y="90"/>
                  </a:lnTo>
                  <a:lnTo>
                    <a:pt x="12" y="109"/>
                  </a:lnTo>
                  <a:lnTo>
                    <a:pt x="14" y="125"/>
                  </a:lnTo>
                  <a:lnTo>
                    <a:pt x="17" y="144"/>
                  </a:lnTo>
                  <a:lnTo>
                    <a:pt x="17" y="161"/>
                  </a:lnTo>
                  <a:lnTo>
                    <a:pt x="19" y="180"/>
                  </a:lnTo>
                  <a:lnTo>
                    <a:pt x="22" y="196"/>
                  </a:lnTo>
                  <a:lnTo>
                    <a:pt x="24" y="215"/>
                  </a:lnTo>
                  <a:lnTo>
                    <a:pt x="26" y="232"/>
                  </a:lnTo>
                  <a:lnTo>
                    <a:pt x="29" y="267"/>
                  </a:lnTo>
                  <a:lnTo>
                    <a:pt x="31" y="286"/>
                  </a:lnTo>
                  <a:lnTo>
                    <a:pt x="33" y="303"/>
                  </a:lnTo>
                  <a:lnTo>
                    <a:pt x="36" y="322"/>
                  </a:lnTo>
                  <a:lnTo>
                    <a:pt x="36" y="327"/>
                  </a:lnTo>
                  <a:lnTo>
                    <a:pt x="36" y="327"/>
                  </a:lnTo>
                  <a:lnTo>
                    <a:pt x="31" y="331"/>
                  </a:lnTo>
                  <a:lnTo>
                    <a:pt x="29" y="331"/>
                  </a:lnTo>
                  <a:lnTo>
                    <a:pt x="29" y="336"/>
                  </a:lnTo>
                  <a:lnTo>
                    <a:pt x="29" y="336"/>
                  </a:lnTo>
                  <a:lnTo>
                    <a:pt x="31" y="341"/>
                  </a:lnTo>
                  <a:lnTo>
                    <a:pt x="31" y="345"/>
                  </a:lnTo>
                  <a:lnTo>
                    <a:pt x="26" y="353"/>
                  </a:lnTo>
                  <a:lnTo>
                    <a:pt x="26" y="357"/>
                  </a:lnTo>
                  <a:lnTo>
                    <a:pt x="26" y="360"/>
                  </a:lnTo>
                  <a:lnTo>
                    <a:pt x="29" y="360"/>
                  </a:lnTo>
                  <a:lnTo>
                    <a:pt x="29" y="360"/>
                  </a:lnTo>
                  <a:lnTo>
                    <a:pt x="33" y="362"/>
                  </a:lnTo>
                  <a:lnTo>
                    <a:pt x="33" y="364"/>
                  </a:lnTo>
                  <a:lnTo>
                    <a:pt x="36" y="369"/>
                  </a:lnTo>
                  <a:lnTo>
                    <a:pt x="36" y="371"/>
                  </a:lnTo>
                  <a:lnTo>
                    <a:pt x="38" y="371"/>
                  </a:lnTo>
                  <a:lnTo>
                    <a:pt x="40" y="374"/>
                  </a:lnTo>
                  <a:lnTo>
                    <a:pt x="40" y="376"/>
                  </a:lnTo>
                  <a:lnTo>
                    <a:pt x="43" y="381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6"/>
                  </a:lnTo>
                  <a:lnTo>
                    <a:pt x="43" y="390"/>
                  </a:lnTo>
                  <a:lnTo>
                    <a:pt x="45" y="395"/>
                  </a:lnTo>
                  <a:lnTo>
                    <a:pt x="45" y="400"/>
                  </a:lnTo>
                  <a:lnTo>
                    <a:pt x="45" y="409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0" y="409"/>
                  </a:lnTo>
                  <a:lnTo>
                    <a:pt x="40" y="412"/>
                  </a:lnTo>
                  <a:lnTo>
                    <a:pt x="38" y="412"/>
                  </a:lnTo>
                  <a:lnTo>
                    <a:pt x="38" y="414"/>
                  </a:lnTo>
                  <a:lnTo>
                    <a:pt x="38" y="416"/>
                  </a:lnTo>
                  <a:lnTo>
                    <a:pt x="38" y="419"/>
                  </a:lnTo>
                  <a:lnTo>
                    <a:pt x="38" y="419"/>
                  </a:lnTo>
                  <a:lnTo>
                    <a:pt x="38" y="421"/>
                  </a:lnTo>
                  <a:lnTo>
                    <a:pt x="38" y="421"/>
                  </a:lnTo>
                  <a:lnTo>
                    <a:pt x="36" y="421"/>
                  </a:lnTo>
                  <a:lnTo>
                    <a:pt x="38" y="421"/>
                  </a:lnTo>
                  <a:lnTo>
                    <a:pt x="36" y="421"/>
                  </a:lnTo>
                  <a:lnTo>
                    <a:pt x="36" y="424"/>
                  </a:lnTo>
                  <a:lnTo>
                    <a:pt x="33" y="424"/>
                  </a:lnTo>
                  <a:lnTo>
                    <a:pt x="33" y="426"/>
                  </a:lnTo>
                  <a:lnTo>
                    <a:pt x="33" y="428"/>
                  </a:lnTo>
                  <a:lnTo>
                    <a:pt x="36" y="431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6" y="433"/>
                  </a:lnTo>
                  <a:lnTo>
                    <a:pt x="33" y="433"/>
                  </a:lnTo>
                  <a:lnTo>
                    <a:pt x="33" y="433"/>
                  </a:lnTo>
                  <a:lnTo>
                    <a:pt x="33" y="435"/>
                  </a:lnTo>
                  <a:lnTo>
                    <a:pt x="31" y="435"/>
                  </a:lnTo>
                  <a:lnTo>
                    <a:pt x="29" y="438"/>
                  </a:lnTo>
                  <a:lnTo>
                    <a:pt x="26" y="440"/>
                  </a:lnTo>
                  <a:lnTo>
                    <a:pt x="26" y="440"/>
                  </a:lnTo>
                  <a:lnTo>
                    <a:pt x="29" y="442"/>
                  </a:lnTo>
                  <a:lnTo>
                    <a:pt x="29" y="445"/>
                  </a:lnTo>
                  <a:lnTo>
                    <a:pt x="26" y="447"/>
                  </a:lnTo>
                  <a:lnTo>
                    <a:pt x="24" y="450"/>
                  </a:lnTo>
                  <a:lnTo>
                    <a:pt x="24" y="450"/>
                  </a:lnTo>
                  <a:lnTo>
                    <a:pt x="22" y="450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2" y="454"/>
                  </a:lnTo>
                  <a:lnTo>
                    <a:pt x="19" y="457"/>
                  </a:lnTo>
                  <a:lnTo>
                    <a:pt x="19" y="459"/>
                  </a:lnTo>
                  <a:lnTo>
                    <a:pt x="19" y="459"/>
                  </a:lnTo>
                  <a:lnTo>
                    <a:pt x="19" y="461"/>
                  </a:lnTo>
                  <a:lnTo>
                    <a:pt x="19" y="461"/>
                  </a:lnTo>
                  <a:lnTo>
                    <a:pt x="19" y="461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7" y="459"/>
                  </a:lnTo>
                  <a:lnTo>
                    <a:pt x="14" y="459"/>
                  </a:lnTo>
                  <a:lnTo>
                    <a:pt x="14" y="461"/>
                  </a:lnTo>
                  <a:lnTo>
                    <a:pt x="14" y="464"/>
                  </a:lnTo>
                  <a:lnTo>
                    <a:pt x="14" y="464"/>
                  </a:lnTo>
                  <a:lnTo>
                    <a:pt x="12" y="461"/>
                  </a:lnTo>
                  <a:lnTo>
                    <a:pt x="12" y="461"/>
                  </a:lnTo>
                  <a:lnTo>
                    <a:pt x="10" y="461"/>
                  </a:lnTo>
                  <a:lnTo>
                    <a:pt x="10" y="464"/>
                  </a:lnTo>
                  <a:lnTo>
                    <a:pt x="10" y="466"/>
                  </a:lnTo>
                  <a:lnTo>
                    <a:pt x="10" y="466"/>
                  </a:lnTo>
                  <a:lnTo>
                    <a:pt x="7" y="469"/>
                  </a:lnTo>
                  <a:lnTo>
                    <a:pt x="7" y="469"/>
                  </a:lnTo>
                  <a:lnTo>
                    <a:pt x="7" y="471"/>
                  </a:lnTo>
                  <a:lnTo>
                    <a:pt x="7" y="471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10" y="476"/>
                  </a:lnTo>
                  <a:lnTo>
                    <a:pt x="10" y="476"/>
                  </a:lnTo>
                  <a:lnTo>
                    <a:pt x="12" y="478"/>
                  </a:lnTo>
                  <a:lnTo>
                    <a:pt x="12" y="478"/>
                  </a:lnTo>
                  <a:lnTo>
                    <a:pt x="12" y="480"/>
                  </a:lnTo>
                  <a:lnTo>
                    <a:pt x="12" y="480"/>
                  </a:lnTo>
                  <a:lnTo>
                    <a:pt x="10" y="483"/>
                  </a:lnTo>
                  <a:lnTo>
                    <a:pt x="10" y="483"/>
                  </a:lnTo>
                  <a:lnTo>
                    <a:pt x="7" y="485"/>
                  </a:lnTo>
                  <a:lnTo>
                    <a:pt x="5" y="487"/>
                  </a:lnTo>
                  <a:lnTo>
                    <a:pt x="7" y="487"/>
                  </a:lnTo>
                  <a:lnTo>
                    <a:pt x="10" y="487"/>
                  </a:lnTo>
                  <a:lnTo>
                    <a:pt x="12" y="487"/>
                  </a:lnTo>
                  <a:lnTo>
                    <a:pt x="10" y="490"/>
                  </a:lnTo>
                  <a:lnTo>
                    <a:pt x="7" y="490"/>
                  </a:lnTo>
                  <a:lnTo>
                    <a:pt x="7" y="492"/>
                  </a:lnTo>
                  <a:lnTo>
                    <a:pt x="5" y="492"/>
                  </a:lnTo>
                  <a:lnTo>
                    <a:pt x="3" y="492"/>
                  </a:lnTo>
                  <a:lnTo>
                    <a:pt x="5" y="495"/>
                  </a:lnTo>
                  <a:lnTo>
                    <a:pt x="5" y="497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5" y="502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6"/>
                  </a:lnTo>
                  <a:lnTo>
                    <a:pt x="5" y="509"/>
                  </a:lnTo>
                  <a:lnTo>
                    <a:pt x="5" y="509"/>
                  </a:lnTo>
                  <a:lnTo>
                    <a:pt x="7" y="511"/>
                  </a:lnTo>
                  <a:lnTo>
                    <a:pt x="5" y="511"/>
                  </a:lnTo>
                  <a:lnTo>
                    <a:pt x="5" y="513"/>
                  </a:lnTo>
                  <a:lnTo>
                    <a:pt x="3" y="513"/>
                  </a:lnTo>
                  <a:lnTo>
                    <a:pt x="0" y="513"/>
                  </a:lnTo>
                  <a:lnTo>
                    <a:pt x="0" y="513"/>
                  </a:lnTo>
                  <a:lnTo>
                    <a:pt x="7" y="518"/>
                  </a:lnTo>
                  <a:lnTo>
                    <a:pt x="7" y="521"/>
                  </a:lnTo>
                  <a:lnTo>
                    <a:pt x="7" y="521"/>
                  </a:lnTo>
                  <a:lnTo>
                    <a:pt x="5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3" y="523"/>
                  </a:lnTo>
                  <a:lnTo>
                    <a:pt x="3" y="523"/>
                  </a:lnTo>
                  <a:lnTo>
                    <a:pt x="5" y="523"/>
                  </a:lnTo>
                  <a:lnTo>
                    <a:pt x="7" y="523"/>
                  </a:lnTo>
                  <a:lnTo>
                    <a:pt x="10" y="523"/>
                  </a:lnTo>
                  <a:lnTo>
                    <a:pt x="12" y="523"/>
                  </a:lnTo>
                  <a:lnTo>
                    <a:pt x="14" y="525"/>
                  </a:lnTo>
                  <a:lnTo>
                    <a:pt x="17" y="525"/>
                  </a:lnTo>
                  <a:lnTo>
                    <a:pt x="17" y="525"/>
                  </a:lnTo>
                  <a:lnTo>
                    <a:pt x="22" y="518"/>
                  </a:lnTo>
                  <a:lnTo>
                    <a:pt x="17" y="511"/>
                  </a:lnTo>
                  <a:lnTo>
                    <a:pt x="17" y="511"/>
                  </a:lnTo>
                  <a:lnTo>
                    <a:pt x="17" y="506"/>
                  </a:lnTo>
                  <a:lnTo>
                    <a:pt x="19" y="506"/>
                  </a:lnTo>
                  <a:lnTo>
                    <a:pt x="22" y="506"/>
                  </a:lnTo>
                  <a:lnTo>
                    <a:pt x="24" y="509"/>
                  </a:lnTo>
                  <a:lnTo>
                    <a:pt x="24" y="509"/>
                  </a:lnTo>
                  <a:lnTo>
                    <a:pt x="26" y="511"/>
                  </a:lnTo>
                  <a:lnTo>
                    <a:pt x="29" y="511"/>
                  </a:lnTo>
                  <a:lnTo>
                    <a:pt x="31" y="511"/>
                  </a:lnTo>
                  <a:lnTo>
                    <a:pt x="33" y="511"/>
                  </a:lnTo>
                  <a:lnTo>
                    <a:pt x="36" y="509"/>
                  </a:lnTo>
                  <a:lnTo>
                    <a:pt x="38" y="509"/>
                  </a:lnTo>
                  <a:lnTo>
                    <a:pt x="38" y="509"/>
                  </a:lnTo>
                  <a:lnTo>
                    <a:pt x="40" y="506"/>
                  </a:lnTo>
                  <a:lnTo>
                    <a:pt x="40" y="506"/>
                  </a:lnTo>
                  <a:lnTo>
                    <a:pt x="43" y="509"/>
                  </a:lnTo>
                  <a:lnTo>
                    <a:pt x="43" y="509"/>
                  </a:lnTo>
                  <a:lnTo>
                    <a:pt x="43" y="513"/>
                  </a:lnTo>
                  <a:lnTo>
                    <a:pt x="43" y="516"/>
                  </a:lnTo>
                  <a:lnTo>
                    <a:pt x="45" y="516"/>
                  </a:lnTo>
                  <a:lnTo>
                    <a:pt x="48" y="516"/>
                  </a:lnTo>
                  <a:lnTo>
                    <a:pt x="50" y="511"/>
                  </a:lnTo>
                  <a:lnTo>
                    <a:pt x="50" y="509"/>
                  </a:lnTo>
                  <a:lnTo>
                    <a:pt x="50" y="506"/>
                  </a:lnTo>
                  <a:lnTo>
                    <a:pt x="48" y="502"/>
                  </a:lnTo>
                  <a:lnTo>
                    <a:pt x="48" y="499"/>
                  </a:lnTo>
                  <a:lnTo>
                    <a:pt x="48" y="499"/>
                  </a:lnTo>
                  <a:lnTo>
                    <a:pt x="48" y="497"/>
                  </a:lnTo>
                  <a:lnTo>
                    <a:pt x="48" y="497"/>
                  </a:lnTo>
                  <a:lnTo>
                    <a:pt x="50" y="497"/>
                  </a:lnTo>
                  <a:lnTo>
                    <a:pt x="50" y="499"/>
                  </a:lnTo>
                  <a:lnTo>
                    <a:pt x="50" y="499"/>
                  </a:lnTo>
                  <a:lnTo>
                    <a:pt x="50" y="502"/>
                  </a:lnTo>
                  <a:lnTo>
                    <a:pt x="55" y="504"/>
                  </a:lnTo>
                  <a:lnTo>
                    <a:pt x="59" y="504"/>
                  </a:lnTo>
                  <a:lnTo>
                    <a:pt x="62" y="502"/>
                  </a:lnTo>
                  <a:lnTo>
                    <a:pt x="66" y="499"/>
                  </a:lnTo>
                  <a:lnTo>
                    <a:pt x="69" y="499"/>
                  </a:lnTo>
                  <a:lnTo>
                    <a:pt x="71" y="499"/>
                  </a:lnTo>
                  <a:lnTo>
                    <a:pt x="74" y="502"/>
                  </a:lnTo>
                  <a:lnTo>
                    <a:pt x="76" y="502"/>
                  </a:lnTo>
                  <a:lnTo>
                    <a:pt x="76" y="504"/>
                  </a:lnTo>
                  <a:lnTo>
                    <a:pt x="83" y="506"/>
                  </a:lnTo>
                  <a:lnTo>
                    <a:pt x="88" y="506"/>
                  </a:lnTo>
                  <a:lnTo>
                    <a:pt x="88" y="509"/>
                  </a:lnTo>
                  <a:lnTo>
                    <a:pt x="90" y="509"/>
                  </a:lnTo>
                  <a:lnTo>
                    <a:pt x="92" y="509"/>
                  </a:lnTo>
                  <a:lnTo>
                    <a:pt x="92" y="509"/>
                  </a:lnTo>
                  <a:lnTo>
                    <a:pt x="95" y="509"/>
                  </a:lnTo>
                  <a:lnTo>
                    <a:pt x="95" y="511"/>
                  </a:lnTo>
                  <a:lnTo>
                    <a:pt x="95" y="511"/>
                  </a:lnTo>
                  <a:lnTo>
                    <a:pt x="97" y="513"/>
                  </a:lnTo>
                  <a:lnTo>
                    <a:pt x="97" y="513"/>
                  </a:lnTo>
                  <a:lnTo>
                    <a:pt x="100" y="516"/>
                  </a:lnTo>
                  <a:lnTo>
                    <a:pt x="102" y="513"/>
                  </a:lnTo>
                  <a:lnTo>
                    <a:pt x="102" y="509"/>
                  </a:lnTo>
                  <a:lnTo>
                    <a:pt x="104" y="502"/>
                  </a:lnTo>
                  <a:lnTo>
                    <a:pt x="107" y="499"/>
                  </a:lnTo>
                  <a:lnTo>
                    <a:pt x="107" y="497"/>
                  </a:lnTo>
                  <a:lnTo>
                    <a:pt x="107" y="497"/>
                  </a:lnTo>
                  <a:lnTo>
                    <a:pt x="109" y="495"/>
                  </a:lnTo>
                  <a:lnTo>
                    <a:pt x="116" y="495"/>
                  </a:lnTo>
                  <a:lnTo>
                    <a:pt x="116" y="495"/>
                  </a:lnTo>
                  <a:lnTo>
                    <a:pt x="119" y="492"/>
                  </a:lnTo>
                  <a:lnTo>
                    <a:pt x="121" y="487"/>
                  </a:lnTo>
                  <a:lnTo>
                    <a:pt x="126" y="485"/>
                  </a:lnTo>
                  <a:lnTo>
                    <a:pt x="128" y="487"/>
                  </a:lnTo>
                  <a:lnTo>
                    <a:pt x="128" y="492"/>
                  </a:lnTo>
                  <a:lnTo>
                    <a:pt x="130" y="495"/>
                  </a:lnTo>
                  <a:lnTo>
                    <a:pt x="135" y="497"/>
                  </a:lnTo>
                  <a:lnTo>
                    <a:pt x="137" y="497"/>
                  </a:lnTo>
                  <a:lnTo>
                    <a:pt x="142" y="495"/>
                  </a:lnTo>
                  <a:lnTo>
                    <a:pt x="145" y="495"/>
                  </a:lnTo>
                  <a:lnTo>
                    <a:pt x="142" y="499"/>
                  </a:lnTo>
                  <a:lnTo>
                    <a:pt x="142" y="499"/>
                  </a:lnTo>
                  <a:lnTo>
                    <a:pt x="145" y="502"/>
                  </a:lnTo>
                  <a:lnTo>
                    <a:pt x="147" y="502"/>
                  </a:lnTo>
                  <a:lnTo>
                    <a:pt x="149" y="499"/>
                  </a:lnTo>
                  <a:lnTo>
                    <a:pt x="149" y="497"/>
                  </a:lnTo>
                  <a:lnTo>
                    <a:pt x="149" y="495"/>
                  </a:lnTo>
                  <a:lnTo>
                    <a:pt x="149" y="492"/>
                  </a:lnTo>
                  <a:lnTo>
                    <a:pt x="154" y="490"/>
                  </a:lnTo>
                  <a:lnTo>
                    <a:pt x="154" y="490"/>
                  </a:lnTo>
                  <a:lnTo>
                    <a:pt x="154" y="487"/>
                  </a:lnTo>
                  <a:lnTo>
                    <a:pt x="154" y="480"/>
                  </a:lnTo>
                  <a:lnTo>
                    <a:pt x="154" y="478"/>
                  </a:lnTo>
                  <a:lnTo>
                    <a:pt x="154" y="476"/>
                  </a:lnTo>
                  <a:lnTo>
                    <a:pt x="156" y="476"/>
                  </a:lnTo>
                  <a:lnTo>
                    <a:pt x="159" y="473"/>
                  </a:lnTo>
                  <a:lnTo>
                    <a:pt x="161" y="473"/>
                  </a:lnTo>
                  <a:lnTo>
                    <a:pt x="161" y="471"/>
                  </a:lnTo>
                  <a:lnTo>
                    <a:pt x="161" y="469"/>
                  </a:lnTo>
                  <a:lnTo>
                    <a:pt x="159" y="466"/>
                  </a:lnTo>
                  <a:lnTo>
                    <a:pt x="159" y="466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4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3" y="466"/>
                  </a:lnTo>
                  <a:lnTo>
                    <a:pt x="166" y="466"/>
                  </a:lnTo>
                  <a:lnTo>
                    <a:pt x="168" y="464"/>
                  </a:lnTo>
                  <a:lnTo>
                    <a:pt x="171" y="461"/>
                  </a:lnTo>
                  <a:lnTo>
                    <a:pt x="171" y="461"/>
                  </a:lnTo>
                  <a:lnTo>
                    <a:pt x="168" y="461"/>
                  </a:lnTo>
                  <a:lnTo>
                    <a:pt x="166" y="459"/>
                  </a:lnTo>
                  <a:lnTo>
                    <a:pt x="163" y="457"/>
                  </a:lnTo>
                  <a:lnTo>
                    <a:pt x="166" y="457"/>
                  </a:lnTo>
                  <a:lnTo>
                    <a:pt x="168" y="457"/>
                  </a:lnTo>
                  <a:lnTo>
                    <a:pt x="168" y="457"/>
                  </a:lnTo>
                  <a:lnTo>
                    <a:pt x="175" y="459"/>
                  </a:lnTo>
                  <a:lnTo>
                    <a:pt x="175" y="461"/>
                  </a:lnTo>
                  <a:lnTo>
                    <a:pt x="175" y="466"/>
                  </a:lnTo>
                  <a:lnTo>
                    <a:pt x="175" y="469"/>
                  </a:lnTo>
                  <a:lnTo>
                    <a:pt x="178" y="471"/>
                  </a:lnTo>
                  <a:lnTo>
                    <a:pt x="180" y="471"/>
                  </a:lnTo>
                  <a:lnTo>
                    <a:pt x="182" y="473"/>
                  </a:lnTo>
                  <a:lnTo>
                    <a:pt x="185" y="473"/>
                  </a:lnTo>
                  <a:lnTo>
                    <a:pt x="187" y="476"/>
                  </a:lnTo>
                  <a:lnTo>
                    <a:pt x="192" y="476"/>
                  </a:lnTo>
                  <a:lnTo>
                    <a:pt x="194" y="476"/>
                  </a:lnTo>
                  <a:lnTo>
                    <a:pt x="199" y="478"/>
                  </a:lnTo>
                  <a:lnTo>
                    <a:pt x="201" y="480"/>
                  </a:lnTo>
                  <a:lnTo>
                    <a:pt x="201" y="478"/>
                  </a:lnTo>
                  <a:lnTo>
                    <a:pt x="204" y="476"/>
                  </a:lnTo>
                  <a:lnTo>
                    <a:pt x="204" y="476"/>
                  </a:lnTo>
                  <a:lnTo>
                    <a:pt x="208" y="473"/>
                  </a:lnTo>
                  <a:lnTo>
                    <a:pt x="211" y="473"/>
                  </a:lnTo>
                  <a:lnTo>
                    <a:pt x="211" y="473"/>
                  </a:lnTo>
                  <a:lnTo>
                    <a:pt x="211" y="471"/>
                  </a:lnTo>
                  <a:lnTo>
                    <a:pt x="213" y="471"/>
                  </a:lnTo>
                  <a:lnTo>
                    <a:pt x="213" y="466"/>
                  </a:lnTo>
                  <a:lnTo>
                    <a:pt x="213" y="454"/>
                  </a:lnTo>
                  <a:lnTo>
                    <a:pt x="213" y="452"/>
                  </a:lnTo>
                  <a:lnTo>
                    <a:pt x="213" y="450"/>
                  </a:lnTo>
                  <a:lnTo>
                    <a:pt x="213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8" y="440"/>
                  </a:lnTo>
                  <a:lnTo>
                    <a:pt x="218" y="438"/>
                  </a:lnTo>
                  <a:lnTo>
                    <a:pt x="220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5" y="440"/>
                  </a:lnTo>
                  <a:lnTo>
                    <a:pt x="225" y="440"/>
                  </a:lnTo>
                  <a:lnTo>
                    <a:pt x="230" y="438"/>
                  </a:lnTo>
                  <a:lnTo>
                    <a:pt x="230" y="435"/>
                  </a:lnTo>
                  <a:lnTo>
                    <a:pt x="234" y="433"/>
                  </a:lnTo>
                  <a:lnTo>
                    <a:pt x="234" y="428"/>
                  </a:lnTo>
                  <a:lnTo>
                    <a:pt x="237" y="416"/>
                  </a:lnTo>
                  <a:lnTo>
                    <a:pt x="239" y="414"/>
                  </a:lnTo>
                  <a:lnTo>
                    <a:pt x="242" y="414"/>
                  </a:lnTo>
                  <a:lnTo>
                    <a:pt x="244" y="412"/>
                  </a:lnTo>
                  <a:lnTo>
                    <a:pt x="246" y="412"/>
                  </a:lnTo>
                  <a:lnTo>
                    <a:pt x="246" y="409"/>
                  </a:lnTo>
                  <a:lnTo>
                    <a:pt x="249" y="407"/>
                  </a:lnTo>
                  <a:lnTo>
                    <a:pt x="253" y="402"/>
                  </a:lnTo>
                  <a:lnTo>
                    <a:pt x="253" y="400"/>
                  </a:lnTo>
                  <a:lnTo>
                    <a:pt x="253" y="398"/>
                  </a:lnTo>
                  <a:lnTo>
                    <a:pt x="251" y="393"/>
                  </a:lnTo>
                  <a:lnTo>
                    <a:pt x="249" y="386"/>
                  </a:lnTo>
                  <a:lnTo>
                    <a:pt x="249" y="383"/>
                  </a:lnTo>
                  <a:lnTo>
                    <a:pt x="249" y="381"/>
                  </a:lnTo>
                  <a:lnTo>
                    <a:pt x="246" y="379"/>
                  </a:lnTo>
                  <a:lnTo>
                    <a:pt x="249" y="379"/>
                  </a:lnTo>
                  <a:lnTo>
                    <a:pt x="260" y="376"/>
                  </a:lnTo>
                  <a:lnTo>
                    <a:pt x="265" y="374"/>
                  </a:lnTo>
                  <a:lnTo>
                    <a:pt x="268" y="376"/>
                  </a:lnTo>
                  <a:lnTo>
                    <a:pt x="272" y="379"/>
                  </a:lnTo>
                  <a:lnTo>
                    <a:pt x="275" y="381"/>
                  </a:lnTo>
                  <a:lnTo>
                    <a:pt x="277" y="379"/>
                  </a:lnTo>
                  <a:lnTo>
                    <a:pt x="291" y="367"/>
                  </a:lnTo>
                  <a:lnTo>
                    <a:pt x="296" y="364"/>
                  </a:lnTo>
                  <a:lnTo>
                    <a:pt x="301" y="364"/>
                  </a:lnTo>
                  <a:lnTo>
                    <a:pt x="308" y="364"/>
                  </a:lnTo>
                  <a:lnTo>
                    <a:pt x="310" y="362"/>
                  </a:lnTo>
                  <a:lnTo>
                    <a:pt x="308" y="360"/>
                  </a:lnTo>
                  <a:lnTo>
                    <a:pt x="308" y="355"/>
                  </a:lnTo>
                  <a:lnTo>
                    <a:pt x="308" y="355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3" name="Freeform 41">
              <a:extLst>
                <a:ext uri="{FF2B5EF4-FFF2-40B4-BE49-F238E27FC236}">
                  <a16:creationId xmlns:a16="http://schemas.microsoft.com/office/drawing/2014/main" id="{5C79D327-C087-44B9-AEFE-1DC9974B2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3979" y="2539690"/>
              <a:ext cx="381403" cy="650462"/>
            </a:xfrm>
            <a:custGeom>
              <a:avLst/>
              <a:gdLst>
                <a:gd name="T0" fmla="*/ 395 w 404"/>
                <a:gd name="T1" fmla="*/ 423 h 689"/>
                <a:gd name="T2" fmla="*/ 390 w 404"/>
                <a:gd name="T3" fmla="*/ 397 h 689"/>
                <a:gd name="T4" fmla="*/ 392 w 404"/>
                <a:gd name="T5" fmla="*/ 355 h 689"/>
                <a:gd name="T6" fmla="*/ 373 w 404"/>
                <a:gd name="T7" fmla="*/ 177 h 689"/>
                <a:gd name="T8" fmla="*/ 352 w 404"/>
                <a:gd name="T9" fmla="*/ 68 h 689"/>
                <a:gd name="T10" fmla="*/ 338 w 404"/>
                <a:gd name="T11" fmla="*/ 45 h 689"/>
                <a:gd name="T12" fmla="*/ 326 w 404"/>
                <a:gd name="T13" fmla="*/ 16 h 689"/>
                <a:gd name="T14" fmla="*/ 276 w 404"/>
                <a:gd name="T15" fmla="*/ 5 h 689"/>
                <a:gd name="T16" fmla="*/ 127 w 404"/>
                <a:gd name="T17" fmla="*/ 16 h 689"/>
                <a:gd name="T18" fmla="*/ 61 w 404"/>
                <a:gd name="T19" fmla="*/ 21 h 689"/>
                <a:gd name="T20" fmla="*/ 61 w 404"/>
                <a:gd name="T21" fmla="*/ 21 h 689"/>
                <a:gd name="T22" fmla="*/ 85 w 404"/>
                <a:gd name="T23" fmla="*/ 45 h 689"/>
                <a:gd name="T24" fmla="*/ 104 w 404"/>
                <a:gd name="T25" fmla="*/ 61 h 689"/>
                <a:gd name="T26" fmla="*/ 113 w 404"/>
                <a:gd name="T27" fmla="*/ 78 h 689"/>
                <a:gd name="T28" fmla="*/ 101 w 404"/>
                <a:gd name="T29" fmla="*/ 111 h 689"/>
                <a:gd name="T30" fmla="*/ 99 w 404"/>
                <a:gd name="T31" fmla="*/ 128 h 689"/>
                <a:gd name="T32" fmla="*/ 75 w 404"/>
                <a:gd name="T33" fmla="*/ 144 h 689"/>
                <a:gd name="T34" fmla="*/ 30 w 404"/>
                <a:gd name="T35" fmla="*/ 173 h 689"/>
                <a:gd name="T36" fmla="*/ 47 w 404"/>
                <a:gd name="T37" fmla="*/ 201 h 689"/>
                <a:gd name="T38" fmla="*/ 35 w 404"/>
                <a:gd name="T39" fmla="*/ 241 h 689"/>
                <a:gd name="T40" fmla="*/ 7 w 404"/>
                <a:gd name="T41" fmla="*/ 265 h 689"/>
                <a:gd name="T42" fmla="*/ 12 w 404"/>
                <a:gd name="T43" fmla="*/ 281 h 689"/>
                <a:gd name="T44" fmla="*/ 0 w 404"/>
                <a:gd name="T45" fmla="*/ 315 h 689"/>
                <a:gd name="T46" fmla="*/ 9 w 404"/>
                <a:gd name="T47" fmla="*/ 348 h 689"/>
                <a:gd name="T48" fmla="*/ 16 w 404"/>
                <a:gd name="T49" fmla="*/ 364 h 689"/>
                <a:gd name="T50" fmla="*/ 75 w 404"/>
                <a:gd name="T51" fmla="*/ 414 h 689"/>
                <a:gd name="T52" fmla="*/ 87 w 404"/>
                <a:gd name="T53" fmla="*/ 438 h 689"/>
                <a:gd name="T54" fmla="*/ 92 w 404"/>
                <a:gd name="T55" fmla="*/ 452 h 689"/>
                <a:gd name="T56" fmla="*/ 123 w 404"/>
                <a:gd name="T57" fmla="*/ 457 h 689"/>
                <a:gd name="T58" fmla="*/ 146 w 404"/>
                <a:gd name="T59" fmla="*/ 478 h 689"/>
                <a:gd name="T60" fmla="*/ 132 w 404"/>
                <a:gd name="T61" fmla="*/ 528 h 689"/>
                <a:gd name="T62" fmla="*/ 142 w 404"/>
                <a:gd name="T63" fmla="*/ 554 h 689"/>
                <a:gd name="T64" fmla="*/ 163 w 404"/>
                <a:gd name="T65" fmla="*/ 570 h 689"/>
                <a:gd name="T66" fmla="*/ 198 w 404"/>
                <a:gd name="T67" fmla="*/ 587 h 689"/>
                <a:gd name="T68" fmla="*/ 222 w 404"/>
                <a:gd name="T69" fmla="*/ 610 h 689"/>
                <a:gd name="T70" fmla="*/ 234 w 404"/>
                <a:gd name="T71" fmla="*/ 639 h 689"/>
                <a:gd name="T72" fmla="*/ 232 w 404"/>
                <a:gd name="T73" fmla="*/ 660 h 689"/>
                <a:gd name="T74" fmla="*/ 253 w 404"/>
                <a:gd name="T75" fmla="*/ 686 h 689"/>
                <a:gd name="T76" fmla="*/ 253 w 404"/>
                <a:gd name="T77" fmla="*/ 677 h 689"/>
                <a:gd name="T78" fmla="*/ 262 w 404"/>
                <a:gd name="T79" fmla="*/ 686 h 689"/>
                <a:gd name="T80" fmla="*/ 265 w 404"/>
                <a:gd name="T81" fmla="*/ 681 h 689"/>
                <a:gd name="T82" fmla="*/ 288 w 404"/>
                <a:gd name="T83" fmla="*/ 655 h 689"/>
                <a:gd name="T84" fmla="*/ 331 w 404"/>
                <a:gd name="T85" fmla="*/ 651 h 689"/>
                <a:gd name="T86" fmla="*/ 338 w 404"/>
                <a:gd name="T87" fmla="*/ 627 h 689"/>
                <a:gd name="T88" fmla="*/ 357 w 404"/>
                <a:gd name="T89" fmla="*/ 599 h 689"/>
                <a:gd name="T90" fmla="*/ 366 w 404"/>
                <a:gd name="T91" fmla="*/ 575 h 689"/>
                <a:gd name="T92" fmla="*/ 366 w 404"/>
                <a:gd name="T93" fmla="*/ 573 h 689"/>
                <a:gd name="T94" fmla="*/ 364 w 404"/>
                <a:gd name="T95" fmla="*/ 561 h 689"/>
                <a:gd name="T96" fmla="*/ 362 w 404"/>
                <a:gd name="T97" fmla="*/ 544 h 689"/>
                <a:gd name="T98" fmla="*/ 366 w 404"/>
                <a:gd name="T99" fmla="*/ 537 h 689"/>
                <a:gd name="T100" fmla="*/ 366 w 404"/>
                <a:gd name="T101" fmla="*/ 525 h 689"/>
                <a:gd name="T102" fmla="*/ 369 w 404"/>
                <a:gd name="T103" fmla="*/ 516 h 689"/>
                <a:gd name="T104" fmla="*/ 376 w 404"/>
                <a:gd name="T105" fmla="*/ 511 h 689"/>
                <a:gd name="T106" fmla="*/ 381 w 404"/>
                <a:gd name="T107" fmla="*/ 506 h 689"/>
                <a:gd name="T108" fmla="*/ 385 w 404"/>
                <a:gd name="T109" fmla="*/ 492 h 689"/>
                <a:gd name="T110" fmla="*/ 395 w 404"/>
                <a:gd name="T111" fmla="*/ 485 h 689"/>
                <a:gd name="T112" fmla="*/ 395 w 404"/>
                <a:gd name="T113" fmla="*/ 473 h 689"/>
                <a:gd name="T114" fmla="*/ 399 w 404"/>
                <a:gd name="T115" fmla="*/ 461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4" h="689">
                  <a:moveTo>
                    <a:pt x="402" y="442"/>
                  </a:moveTo>
                  <a:lnTo>
                    <a:pt x="399" y="438"/>
                  </a:lnTo>
                  <a:lnTo>
                    <a:pt x="399" y="435"/>
                  </a:lnTo>
                  <a:lnTo>
                    <a:pt x="399" y="435"/>
                  </a:lnTo>
                  <a:lnTo>
                    <a:pt x="402" y="433"/>
                  </a:lnTo>
                  <a:lnTo>
                    <a:pt x="399" y="428"/>
                  </a:lnTo>
                  <a:lnTo>
                    <a:pt x="399" y="426"/>
                  </a:lnTo>
                  <a:lnTo>
                    <a:pt x="397" y="423"/>
                  </a:lnTo>
                  <a:lnTo>
                    <a:pt x="395" y="423"/>
                  </a:lnTo>
                  <a:lnTo>
                    <a:pt x="395" y="421"/>
                  </a:lnTo>
                  <a:lnTo>
                    <a:pt x="392" y="416"/>
                  </a:lnTo>
                  <a:lnTo>
                    <a:pt x="392" y="414"/>
                  </a:lnTo>
                  <a:lnTo>
                    <a:pt x="388" y="412"/>
                  </a:lnTo>
                  <a:lnTo>
                    <a:pt x="388" y="412"/>
                  </a:lnTo>
                  <a:lnTo>
                    <a:pt x="385" y="412"/>
                  </a:lnTo>
                  <a:lnTo>
                    <a:pt x="385" y="409"/>
                  </a:lnTo>
                  <a:lnTo>
                    <a:pt x="385" y="405"/>
                  </a:lnTo>
                  <a:lnTo>
                    <a:pt x="390" y="397"/>
                  </a:lnTo>
                  <a:lnTo>
                    <a:pt x="390" y="393"/>
                  </a:lnTo>
                  <a:lnTo>
                    <a:pt x="388" y="388"/>
                  </a:lnTo>
                  <a:lnTo>
                    <a:pt x="388" y="388"/>
                  </a:lnTo>
                  <a:lnTo>
                    <a:pt x="388" y="383"/>
                  </a:lnTo>
                  <a:lnTo>
                    <a:pt x="390" y="383"/>
                  </a:lnTo>
                  <a:lnTo>
                    <a:pt x="395" y="379"/>
                  </a:lnTo>
                  <a:lnTo>
                    <a:pt x="395" y="379"/>
                  </a:lnTo>
                  <a:lnTo>
                    <a:pt x="395" y="374"/>
                  </a:lnTo>
                  <a:lnTo>
                    <a:pt x="392" y="355"/>
                  </a:lnTo>
                  <a:lnTo>
                    <a:pt x="390" y="338"/>
                  </a:lnTo>
                  <a:lnTo>
                    <a:pt x="388" y="319"/>
                  </a:lnTo>
                  <a:lnTo>
                    <a:pt x="385" y="284"/>
                  </a:lnTo>
                  <a:lnTo>
                    <a:pt x="383" y="267"/>
                  </a:lnTo>
                  <a:lnTo>
                    <a:pt x="381" y="248"/>
                  </a:lnTo>
                  <a:lnTo>
                    <a:pt x="378" y="232"/>
                  </a:lnTo>
                  <a:lnTo>
                    <a:pt x="376" y="213"/>
                  </a:lnTo>
                  <a:lnTo>
                    <a:pt x="376" y="196"/>
                  </a:lnTo>
                  <a:lnTo>
                    <a:pt x="373" y="177"/>
                  </a:lnTo>
                  <a:lnTo>
                    <a:pt x="371" y="161"/>
                  </a:lnTo>
                  <a:lnTo>
                    <a:pt x="369" y="142"/>
                  </a:lnTo>
                  <a:lnTo>
                    <a:pt x="366" y="125"/>
                  </a:lnTo>
                  <a:lnTo>
                    <a:pt x="366" y="109"/>
                  </a:lnTo>
                  <a:lnTo>
                    <a:pt x="364" y="90"/>
                  </a:lnTo>
                  <a:lnTo>
                    <a:pt x="364" y="90"/>
                  </a:lnTo>
                  <a:lnTo>
                    <a:pt x="357" y="83"/>
                  </a:lnTo>
                  <a:lnTo>
                    <a:pt x="355" y="78"/>
                  </a:lnTo>
                  <a:lnTo>
                    <a:pt x="352" y="68"/>
                  </a:lnTo>
                  <a:lnTo>
                    <a:pt x="347" y="64"/>
                  </a:lnTo>
                  <a:lnTo>
                    <a:pt x="345" y="52"/>
                  </a:lnTo>
                  <a:lnTo>
                    <a:pt x="345" y="52"/>
                  </a:lnTo>
                  <a:lnTo>
                    <a:pt x="345" y="50"/>
                  </a:lnTo>
                  <a:lnTo>
                    <a:pt x="343" y="47"/>
                  </a:lnTo>
                  <a:lnTo>
                    <a:pt x="343" y="47"/>
                  </a:lnTo>
                  <a:lnTo>
                    <a:pt x="340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0"/>
                  </a:lnTo>
                  <a:lnTo>
                    <a:pt x="336" y="40"/>
                  </a:lnTo>
                  <a:lnTo>
                    <a:pt x="331" y="33"/>
                  </a:lnTo>
                  <a:lnTo>
                    <a:pt x="329" y="28"/>
                  </a:lnTo>
                  <a:lnTo>
                    <a:pt x="329" y="26"/>
                  </a:lnTo>
                  <a:lnTo>
                    <a:pt x="326" y="16"/>
                  </a:lnTo>
                  <a:lnTo>
                    <a:pt x="326" y="14"/>
                  </a:lnTo>
                  <a:lnTo>
                    <a:pt x="326" y="14"/>
                  </a:lnTo>
                  <a:lnTo>
                    <a:pt x="326" y="12"/>
                  </a:lnTo>
                  <a:lnTo>
                    <a:pt x="326" y="12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10" y="0"/>
                  </a:lnTo>
                  <a:lnTo>
                    <a:pt x="293" y="2"/>
                  </a:lnTo>
                  <a:lnTo>
                    <a:pt x="276" y="5"/>
                  </a:lnTo>
                  <a:lnTo>
                    <a:pt x="260" y="5"/>
                  </a:lnTo>
                  <a:lnTo>
                    <a:pt x="243" y="7"/>
                  </a:lnTo>
                  <a:lnTo>
                    <a:pt x="227" y="9"/>
                  </a:lnTo>
                  <a:lnTo>
                    <a:pt x="210" y="9"/>
                  </a:lnTo>
                  <a:lnTo>
                    <a:pt x="194" y="12"/>
                  </a:lnTo>
                  <a:lnTo>
                    <a:pt x="177" y="12"/>
                  </a:lnTo>
                  <a:lnTo>
                    <a:pt x="161" y="14"/>
                  </a:lnTo>
                  <a:lnTo>
                    <a:pt x="144" y="16"/>
                  </a:lnTo>
                  <a:lnTo>
                    <a:pt x="127" y="16"/>
                  </a:lnTo>
                  <a:lnTo>
                    <a:pt x="111" y="19"/>
                  </a:lnTo>
                  <a:lnTo>
                    <a:pt x="94" y="19"/>
                  </a:lnTo>
                  <a:lnTo>
                    <a:pt x="78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4" y="28"/>
                  </a:lnTo>
                  <a:lnTo>
                    <a:pt x="66" y="28"/>
                  </a:lnTo>
                  <a:lnTo>
                    <a:pt x="66" y="31"/>
                  </a:lnTo>
                  <a:lnTo>
                    <a:pt x="71" y="33"/>
                  </a:lnTo>
                  <a:lnTo>
                    <a:pt x="78" y="38"/>
                  </a:lnTo>
                  <a:lnTo>
                    <a:pt x="83" y="40"/>
                  </a:lnTo>
                  <a:lnTo>
                    <a:pt x="85" y="45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85" y="52"/>
                  </a:lnTo>
                  <a:lnTo>
                    <a:pt x="90" y="54"/>
                  </a:lnTo>
                  <a:lnTo>
                    <a:pt x="92" y="57"/>
                  </a:lnTo>
                  <a:lnTo>
                    <a:pt x="92" y="57"/>
                  </a:lnTo>
                  <a:lnTo>
                    <a:pt x="94" y="57"/>
                  </a:lnTo>
                  <a:lnTo>
                    <a:pt x="101" y="61"/>
                  </a:lnTo>
                  <a:lnTo>
                    <a:pt x="104" y="61"/>
                  </a:lnTo>
                  <a:lnTo>
                    <a:pt x="106" y="66"/>
                  </a:lnTo>
                  <a:lnTo>
                    <a:pt x="106" y="66"/>
                  </a:lnTo>
                  <a:lnTo>
                    <a:pt x="109" y="66"/>
                  </a:lnTo>
                  <a:lnTo>
                    <a:pt x="109" y="66"/>
                  </a:lnTo>
                  <a:lnTo>
                    <a:pt x="109" y="68"/>
                  </a:lnTo>
                  <a:lnTo>
                    <a:pt x="109" y="71"/>
                  </a:lnTo>
                  <a:lnTo>
                    <a:pt x="111" y="71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3"/>
                  </a:lnTo>
                  <a:lnTo>
                    <a:pt x="111" y="87"/>
                  </a:lnTo>
                  <a:lnTo>
                    <a:pt x="111" y="94"/>
                  </a:lnTo>
                  <a:lnTo>
                    <a:pt x="111" y="102"/>
                  </a:lnTo>
                  <a:lnTo>
                    <a:pt x="109" y="104"/>
                  </a:lnTo>
                  <a:lnTo>
                    <a:pt x="109" y="104"/>
                  </a:lnTo>
                  <a:lnTo>
                    <a:pt x="106" y="106"/>
                  </a:lnTo>
                  <a:lnTo>
                    <a:pt x="104" y="109"/>
                  </a:lnTo>
                  <a:lnTo>
                    <a:pt x="101" y="111"/>
                  </a:lnTo>
                  <a:lnTo>
                    <a:pt x="101" y="113"/>
                  </a:lnTo>
                  <a:lnTo>
                    <a:pt x="99" y="116"/>
                  </a:lnTo>
                  <a:lnTo>
                    <a:pt x="99" y="118"/>
                  </a:lnTo>
                  <a:lnTo>
                    <a:pt x="99" y="121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8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97" y="132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2" y="137"/>
                  </a:lnTo>
                  <a:lnTo>
                    <a:pt x="90" y="139"/>
                  </a:lnTo>
                  <a:lnTo>
                    <a:pt x="85" y="139"/>
                  </a:lnTo>
                  <a:lnTo>
                    <a:pt x="75" y="144"/>
                  </a:lnTo>
                  <a:lnTo>
                    <a:pt x="75" y="144"/>
                  </a:lnTo>
                  <a:lnTo>
                    <a:pt x="71" y="149"/>
                  </a:lnTo>
                  <a:lnTo>
                    <a:pt x="71" y="151"/>
                  </a:lnTo>
                  <a:lnTo>
                    <a:pt x="66" y="151"/>
                  </a:lnTo>
                  <a:lnTo>
                    <a:pt x="38" y="156"/>
                  </a:lnTo>
                  <a:lnTo>
                    <a:pt x="35" y="158"/>
                  </a:lnTo>
                  <a:lnTo>
                    <a:pt x="33" y="163"/>
                  </a:lnTo>
                  <a:lnTo>
                    <a:pt x="30" y="168"/>
                  </a:lnTo>
                  <a:lnTo>
                    <a:pt x="30" y="173"/>
                  </a:lnTo>
                  <a:lnTo>
                    <a:pt x="30" y="180"/>
                  </a:lnTo>
                  <a:lnTo>
                    <a:pt x="30" y="182"/>
                  </a:lnTo>
                  <a:lnTo>
                    <a:pt x="30" y="184"/>
                  </a:lnTo>
                  <a:lnTo>
                    <a:pt x="33" y="187"/>
                  </a:lnTo>
                  <a:lnTo>
                    <a:pt x="35" y="187"/>
                  </a:lnTo>
                  <a:lnTo>
                    <a:pt x="35" y="189"/>
                  </a:lnTo>
                  <a:lnTo>
                    <a:pt x="40" y="192"/>
                  </a:lnTo>
                  <a:lnTo>
                    <a:pt x="45" y="196"/>
                  </a:lnTo>
                  <a:lnTo>
                    <a:pt x="47" y="201"/>
                  </a:lnTo>
                  <a:lnTo>
                    <a:pt x="47" y="206"/>
                  </a:lnTo>
                  <a:lnTo>
                    <a:pt x="47" y="210"/>
                  </a:lnTo>
                  <a:lnTo>
                    <a:pt x="45" y="215"/>
                  </a:lnTo>
                  <a:lnTo>
                    <a:pt x="38" y="227"/>
                  </a:lnTo>
                  <a:lnTo>
                    <a:pt x="35" y="229"/>
                  </a:lnTo>
                  <a:lnTo>
                    <a:pt x="35" y="232"/>
                  </a:lnTo>
                  <a:lnTo>
                    <a:pt x="35" y="234"/>
                  </a:lnTo>
                  <a:lnTo>
                    <a:pt x="35" y="239"/>
                  </a:lnTo>
                  <a:lnTo>
                    <a:pt x="35" y="241"/>
                  </a:lnTo>
                  <a:lnTo>
                    <a:pt x="33" y="248"/>
                  </a:lnTo>
                  <a:lnTo>
                    <a:pt x="30" y="251"/>
                  </a:lnTo>
                  <a:lnTo>
                    <a:pt x="28" y="253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16" y="258"/>
                  </a:lnTo>
                  <a:lnTo>
                    <a:pt x="14" y="260"/>
                  </a:lnTo>
                  <a:lnTo>
                    <a:pt x="9" y="263"/>
                  </a:lnTo>
                  <a:lnTo>
                    <a:pt x="7" y="265"/>
                  </a:lnTo>
                  <a:lnTo>
                    <a:pt x="7" y="265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70"/>
                  </a:lnTo>
                  <a:lnTo>
                    <a:pt x="9" y="270"/>
                  </a:lnTo>
                  <a:lnTo>
                    <a:pt x="12" y="272"/>
                  </a:lnTo>
                  <a:lnTo>
                    <a:pt x="12" y="274"/>
                  </a:lnTo>
                  <a:lnTo>
                    <a:pt x="12" y="279"/>
                  </a:lnTo>
                  <a:lnTo>
                    <a:pt x="12" y="281"/>
                  </a:lnTo>
                  <a:lnTo>
                    <a:pt x="12" y="284"/>
                  </a:lnTo>
                  <a:lnTo>
                    <a:pt x="12" y="286"/>
                  </a:lnTo>
                  <a:lnTo>
                    <a:pt x="12" y="286"/>
                  </a:lnTo>
                  <a:lnTo>
                    <a:pt x="7" y="289"/>
                  </a:lnTo>
                  <a:lnTo>
                    <a:pt x="2" y="291"/>
                  </a:lnTo>
                  <a:lnTo>
                    <a:pt x="2" y="298"/>
                  </a:lnTo>
                  <a:lnTo>
                    <a:pt x="0" y="305"/>
                  </a:lnTo>
                  <a:lnTo>
                    <a:pt x="0" y="310"/>
                  </a:lnTo>
                  <a:lnTo>
                    <a:pt x="0" y="315"/>
                  </a:lnTo>
                  <a:lnTo>
                    <a:pt x="4" y="336"/>
                  </a:lnTo>
                  <a:lnTo>
                    <a:pt x="4" y="336"/>
                  </a:lnTo>
                  <a:lnTo>
                    <a:pt x="7" y="338"/>
                  </a:lnTo>
                  <a:lnTo>
                    <a:pt x="9" y="341"/>
                  </a:lnTo>
                  <a:lnTo>
                    <a:pt x="9" y="341"/>
                  </a:lnTo>
                  <a:lnTo>
                    <a:pt x="9" y="343"/>
                  </a:lnTo>
                  <a:lnTo>
                    <a:pt x="9" y="343"/>
                  </a:lnTo>
                  <a:lnTo>
                    <a:pt x="9" y="345"/>
                  </a:lnTo>
                  <a:lnTo>
                    <a:pt x="9" y="348"/>
                  </a:lnTo>
                  <a:lnTo>
                    <a:pt x="9" y="350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2" y="355"/>
                  </a:lnTo>
                  <a:lnTo>
                    <a:pt x="12" y="357"/>
                  </a:lnTo>
                  <a:lnTo>
                    <a:pt x="16" y="357"/>
                  </a:lnTo>
                  <a:lnTo>
                    <a:pt x="16" y="360"/>
                  </a:lnTo>
                  <a:lnTo>
                    <a:pt x="16" y="362"/>
                  </a:lnTo>
                  <a:lnTo>
                    <a:pt x="16" y="364"/>
                  </a:lnTo>
                  <a:lnTo>
                    <a:pt x="19" y="367"/>
                  </a:lnTo>
                  <a:lnTo>
                    <a:pt x="21" y="371"/>
                  </a:lnTo>
                  <a:lnTo>
                    <a:pt x="47" y="390"/>
                  </a:lnTo>
                  <a:lnTo>
                    <a:pt x="49" y="393"/>
                  </a:lnTo>
                  <a:lnTo>
                    <a:pt x="49" y="395"/>
                  </a:lnTo>
                  <a:lnTo>
                    <a:pt x="49" y="397"/>
                  </a:lnTo>
                  <a:lnTo>
                    <a:pt x="52" y="400"/>
                  </a:lnTo>
                  <a:lnTo>
                    <a:pt x="52" y="400"/>
                  </a:lnTo>
                  <a:lnTo>
                    <a:pt x="75" y="414"/>
                  </a:lnTo>
                  <a:lnTo>
                    <a:pt x="78" y="416"/>
                  </a:lnTo>
                  <a:lnTo>
                    <a:pt x="80" y="419"/>
                  </a:lnTo>
                  <a:lnTo>
                    <a:pt x="85" y="423"/>
                  </a:lnTo>
                  <a:lnTo>
                    <a:pt x="85" y="426"/>
                  </a:lnTo>
                  <a:lnTo>
                    <a:pt x="87" y="428"/>
                  </a:lnTo>
                  <a:lnTo>
                    <a:pt x="87" y="431"/>
                  </a:lnTo>
                  <a:lnTo>
                    <a:pt x="87" y="433"/>
                  </a:lnTo>
                  <a:lnTo>
                    <a:pt x="87" y="435"/>
                  </a:lnTo>
                  <a:lnTo>
                    <a:pt x="87" y="438"/>
                  </a:lnTo>
                  <a:lnTo>
                    <a:pt x="90" y="440"/>
                  </a:lnTo>
                  <a:lnTo>
                    <a:pt x="90" y="440"/>
                  </a:lnTo>
                  <a:lnTo>
                    <a:pt x="90" y="442"/>
                  </a:lnTo>
                  <a:lnTo>
                    <a:pt x="90" y="442"/>
                  </a:lnTo>
                  <a:lnTo>
                    <a:pt x="90" y="445"/>
                  </a:lnTo>
                  <a:lnTo>
                    <a:pt x="90" y="447"/>
                  </a:lnTo>
                  <a:lnTo>
                    <a:pt x="90" y="447"/>
                  </a:lnTo>
                  <a:lnTo>
                    <a:pt x="92" y="450"/>
                  </a:lnTo>
                  <a:lnTo>
                    <a:pt x="92" y="452"/>
                  </a:lnTo>
                  <a:lnTo>
                    <a:pt x="92" y="454"/>
                  </a:lnTo>
                  <a:lnTo>
                    <a:pt x="97" y="461"/>
                  </a:lnTo>
                  <a:lnTo>
                    <a:pt x="99" y="466"/>
                  </a:lnTo>
                  <a:lnTo>
                    <a:pt x="104" y="466"/>
                  </a:lnTo>
                  <a:lnTo>
                    <a:pt x="109" y="464"/>
                  </a:lnTo>
                  <a:lnTo>
                    <a:pt x="113" y="457"/>
                  </a:lnTo>
                  <a:lnTo>
                    <a:pt x="118" y="454"/>
                  </a:lnTo>
                  <a:lnTo>
                    <a:pt x="120" y="454"/>
                  </a:lnTo>
                  <a:lnTo>
                    <a:pt x="123" y="457"/>
                  </a:lnTo>
                  <a:lnTo>
                    <a:pt x="125" y="457"/>
                  </a:lnTo>
                  <a:lnTo>
                    <a:pt x="127" y="457"/>
                  </a:lnTo>
                  <a:lnTo>
                    <a:pt x="132" y="459"/>
                  </a:lnTo>
                  <a:lnTo>
                    <a:pt x="144" y="464"/>
                  </a:lnTo>
                  <a:lnTo>
                    <a:pt x="146" y="466"/>
                  </a:lnTo>
                  <a:lnTo>
                    <a:pt x="149" y="468"/>
                  </a:lnTo>
                  <a:lnTo>
                    <a:pt x="149" y="471"/>
                  </a:lnTo>
                  <a:lnTo>
                    <a:pt x="146" y="476"/>
                  </a:lnTo>
                  <a:lnTo>
                    <a:pt x="146" y="478"/>
                  </a:lnTo>
                  <a:lnTo>
                    <a:pt x="144" y="478"/>
                  </a:lnTo>
                  <a:lnTo>
                    <a:pt x="144" y="480"/>
                  </a:lnTo>
                  <a:lnTo>
                    <a:pt x="144" y="483"/>
                  </a:lnTo>
                  <a:lnTo>
                    <a:pt x="144" y="487"/>
                  </a:lnTo>
                  <a:lnTo>
                    <a:pt x="144" y="494"/>
                  </a:lnTo>
                  <a:lnTo>
                    <a:pt x="144" y="497"/>
                  </a:lnTo>
                  <a:lnTo>
                    <a:pt x="139" y="506"/>
                  </a:lnTo>
                  <a:lnTo>
                    <a:pt x="135" y="521"/>
                  </a:lnTo>
                  <a:lnTo>
                    <a:pt x="132" y="528"/>
                  </a:lnTo>
                  <a:lnTo>
                    <a:pt x="130" y="532"/>
                  </a:lnTo>
                  <a:lnTo>
                    <a:pt x="130" y="537"/>
                  </a:lnTo>
                  <a:lnTo>
                    <a:pt x="132" y="542"/>
                  </a:lnTo>
                  <a:lnTo>
                    <a:pt x="132" y="544"/>
                  </a:lnTo>
                  <a:lnTo>
                    <a:pt x="132" y="547"/>
                  </a:lnTo>
                  <a:lnTo>
                    <a:pt x="135" y="547"/>
                  </a:lnTo>
                  <a:lnTo>
                    <a:pt x="135" y="549"/>
                  </a:lnTo>
                  <a:lnTo>
                    <a:pt x="139" y="551"/>
                  </a:lnTo>
                  <a:lnTo>
                    <a:pt x="142" y="554"/>
                  </a:lnTo>
                  <a:lnTo>
                    <a:pt x="144" y="556"/>
                  </a:lnTo>
                  <a:lnTo>
                    <a:pt x="144" y="556"/>
                  </a:lnTo>
                  <a:lnTo>
                    <a:pt x="146" y="558"/>
                  </a:lnTo>
                  <a:lnTo>
                    <a:pt x="146" y="561"/>
                  </a:lnTo>
                  <a:lnTo>
                    <a:pt x="151" y="561"/>
                  </a:lnTo>
                  <a:lnTo>
                    <a:pt x="153" y="563"/>
                  </a:lnTo>
                  <a:lnTo>
                    <a:pt x="156" y="568"/>
                  </a:lnTo>
                  <a:lnTo>
                    <a:pt x="161" y="570"/>
                  </a:lnTo>
                  <a:lnTo>
                    <a:pt x="163" y="570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5" y="575"/>
                  </a:lnTo>
                  <a:lnTo>
                    <a:pt x="175" y="575"/>
                  </a:lnTo>
                  <a:lnTo>
                    <a:pt x="179" y="575"/>
                  </a:lnTo>
                  <a:lnTo>
                    <a:pt x="182" y="577"/>
                  </a:lnTo>
                  <a:lnTo>
                    <a:pt x="189" y="582"/>
                  </a:lnTo>
                  <a:lnTo>
                    <a:pt x="191" y="584"/>
                  </a:lnTo>
                  <a:lnTo>
                    <a:pt x="198" y="587"/>
                  </a:lnTo>
                  <a:lnTo>
                    <a:pt x="201" y="589"/>
                  </a:lnTo>
                  <a:lnTo>
                    <a:pt x="203" y="592"/>
                  </a:lnTo>
                  <a:lnTo>
                    <a:pt x="206" y="599"/>
                  </a:lnTo>
                  <a:lnTo>
                    <a:pt x="208" y="601"/>
                  </a:lnTo>
                  <a:lnTo>
                    <a:pt x="220" y="603"/>
                  </a:lnTo>
                  <a:lnTo>
                    <a:pt x="222" y="606"/>
                  </a:lnTo>
                  <a:lnTo>
                    <a:pt x="222" y="608"/>
                  </a:lnTo>
                  <a:lnTo>
                    <a:pt x="222" y="608"/>
                  </a:lnTo>
                  <a:lnTo>
                    <a:pt x="222" y="610"/>
                  </a:lnTo>
                  <a:lnTo>
                    <a:pt x="222" y="613"/>
                  </a:lnTo>
                  <a:lnTo>
                    <a:pt x="222" y="615"/>
                  </a:lnTo>
                  <a:lnTo>
                    <a:pt x="222" y="618"/>
                  </a:lnTo>
                  <a:lnTo>
                    <a:pt x="222" y="620"/>
                  </a:lnTo>
                  <a:lnTo>
                    <a:pt x="222" y="622"/>
                  </a:lnTo>
                  <a:lnTo>
                    <a:pt x="227" y="627"/>
                  </a:lnTo>
                  <a:lnTo>
                    <a:pt x="229" y="629"/>
                  </a:lnTo>
                  <a:lnTo>
                    <a:pt x="232" y="634"/>
                  </a:lnTo>
                  <a:lnTo>
                    <a:pt x="234" y="639"/>
                  </a:lnTo>
                  <a:lnTo>
                    <a:pt x="232" y="644"/>
                  </a:lnTo>
                  <a:lnTo>
                    <a:pt x="229" y="648"/>
                  </a:lnTo>
                  <a:lnTo>
                    <a:pt x="227" y="651"/>
                  </a:lnTo>
                  <a:lnTo>
                    <a:pt x="227" y="655"/>
                  </a:lnTo>
                  <a:lnTo>
                    <a:pt x="227" y="658"/>
                  </a:lnTo>
                  <a:lnTo>
                    <a:pt x="229" y="658"/>
                  </a:lnTo>
                  <a:lnTo>
                    <a:pt x="229" y="658"/>
                  </a:lnTo>
                  <a:lnTo>
                    <a:pt x="232" y="658"/>
                  </a:lnTo>
                  <a:lnTo>
                    <a:pt x="232" y="660"/>
                  </a:lnTo>
                  <a:lnTo>
                    <a:pt x="232" y="663"/>
                  </a:lnTo>
                  <a:lnTo>
                    <a:pt x="234" y="665"/>
                  </a:lnTo>
                  <a:lnTo>
                    <a:pt x="236" y="667"/>
                  </a:lnTo>
                  <a:lnTo>
                    <a:pt x="241" y="674"/>
                  </a:lnTo>
                  <a:lnTo>
                    <a:pt x="241" y="677"/>
                  </a:lnTo>
                  <a:lnTo>
                    <a:pt x="241" y="681"/>
                  </a:lnTo>
                  <a:lnTo>
                    <a:pt x="243" y="681"/>
                  </a:lnTo>
                  <a:lnTo>
                    <a:pt x="248" y="686"/>
                  </a:lnTo>
                  <a:lnTo>
                    <a:pt x="253" y="686"/>
                  </a:lnTo>
                  <a:lnTo>
                    <a:pt x="255" y="686"/>
                  </a:lnTo>
                  <a:lnTo>
                    <a:pt x="255" y="686"/>
                  </a:lnTo>
                  <a:lnTo>
                    <a:pt x="255" y="684"/>
                  </a:lnTo>
                  <a:lnTo>
                    <a:pt x="253" y="684"/>
                  </a:lnTo>
                  <a:lnTo>
                    <a:pt x="253" y="681"/>
                  </a:lnTo>
                  <a:lnTo>
                    <a:pt x="250" y="681"/>
                  </a:lnTo>
                  <a:lnTo>
                    <a:pt x="250" y="679"/>
                  </a:lnTo>
                  <a:lnTo>
                    <a:pt x="250" y="677"/>
                  </a:lnTo>
                  <a:lnTo>
                    <a:pt x="253" y="677"/>
                  </a:lnTo>
                  <a:lnTo>
                    <a:pt x="255" y="677"/>
                  </a:lnTo>
                  <a:lnTo>
                    <a:pt x="255" y="677"/>
                  </a:lnTo>
                  <a:lnTo>
                    <a:pt x="255" y="679"/>
                  </a:lnTo>
                  <a:lnTo>
                    <a:pt x="258" y="681"/>
                  </a:lnTo>
                  <a:lnTo>
                    <a:pt x="258" y="681"/>
                  </a:lnTo>
                  <a:lnTo>
                    <a:pt x="260" y="684"/>
                  </a:lnTo>
                  <a:lnTo>
                    <a:pt x="260" y="684"/>
                  </a:lnTo>
                  <a:lnTo>
                    <a:pt x="262" y="686"/>
                  </a:lnTo>
                  <a:lnTo>
                    <a:pt x="262" y="686"/>
                  </a:lnTo>
                  <a:lnTo>
                    <a:pt x="262" y="689"/>
                  </a:lnTo>
                  <a:lnTo>
                    <a:pt x="262" y="689"/>
                  </a:lnTo>
                  <a:lnTo>
                    <a:pt x="265" y="689"/>
                  </a:lnTo>
                  <a:lnTo>
                    <a:pt x="265" y="689"/>
                  </a:lnTo>
                  <a:lnTo>
                    <a:pt x="267" y="689"/>
                  </a:lnTo>
                  <a:lnTo>
                    <a:pt x="267" y="689"/>
                  </a:lnTo>
                  <a:lnTo>
                    <a:pt x="269" y="689"/>
                  </a:lnTo>
                  <a:lnTo>
                    <a:pt x="265" y="684"/>
                  </a:lnTo>
                  <a:lnTo>
                    <a:pt x="265" y="681"/>
                  </a:lnTo>
                  <a:lnTo>
                    <a:pt x="262" y="679"/>
                  </a:lnTo>
                  <a:lnTo>
                    <a:pt x="265" y="674"/>
                  </a:lnTo>
                  <a:lnTo>
                    <a:pt x="267" y="670"/>
                  </a:lnTo>
                  <a:lnTo>
                    <a:pt x="272" y="665"/>
                  </a:lnTo>
                  <a:lnTo>
                    <a:pt x="272" y="663"/>
                  </a:lnTo>
                  <a:lnTo>
                    <a:pt x="274" y="660"/>
                  </a:lnTo>
                  <a:lnTo>
                    <a:pt x="279" y="658"/>
                  </a:lnTo>
                  <a:lnTo>
                    <a:pt x="284" y="655"/>
                  </a:lnTo>
                  <a:lnTo>
                    <a:pt x="288" y="655"/>
                  </a:lnTo>
                  <a:lnTo>
                    <a:pt x="317" y="667"/>
                  </a:lnTo>
                  <a:lnTo>
                    <a:pt x="324" y="670"/>
                  </a:lnTo>
                  <a:lnTo>
                    <a:pt x="329" y="672"/>
                  </a:lnTo>
                  <a:lnTo>
                    <a:pt x="333" y="670"/>
                  </a:lnTo>
                  <a:lnTo>
                    <a:pt x="336" y="667"/>
                  </a:lnTo>
                  <a:lnTo>
                    <a:pt x="336" y="663"/>
                  </a:lnTo>
                  <a:lnTo>
                    <a:pt x="336" y="658"/>
                  </a:lnTo>
                  <a:lnTo>
                    <a:pt x="333" y="655"/>
                  </a:lnTo>
                  <a:lnTo>
                    <a:pt x="331" y="651"/>
                  </a:lnTo>
                  <a:lnTo>
                    <a:pt x="329" y="646"/>
                  </a:lnTo>
                  <a:lnTo>
                    <a:pt x="326" y="641"/>
                  </a:lnTo>
                  <a:lnTo>
                    <a:pt x="326" y="636"/>
                  </a:lnTo>
                  <a:lnTo>
                    <a:pt x="329" y="632"/>
                  </a:lnTo>
                  <a:lnTo>
                    <a:pt x="329" y="629"/>
                  </a:lnTo>
                  <a:lnTo>
                    <a:pt x="329" y="629"/>
                  </a:lnTo>
                  <a:lnTo>
                    <a:pt x="331" y="627"/>
                  </a:lnTo>
                  <a:lnTo>
                    <a:pt x="333" y="627"/>
                  </a:lnTo>
                  <a:lnTo>
                    <a:pt x="338" y="627"/>
                  </a:lnTo>
                  <a:lnTo>
                    <a:pt x="340" y="627"/>
                  </a:lnTo>
                  <a:lnTo>
                    <a:pt x="345" y="622"/>
                  </a:lnTo>
                  <a:lnTo>
                    <a:pt x="362" y="618"/>
                  </a:lnTo>
                  <a:lnTo>
                    <a:pt x="366" y="615"/>
                  </a:lnTo>
                  <a:lnTo>
                    <a:pt x="366" y="610"/>
                  </a:lnTo>
                  <a:lnTo>
                    <a:pt x="364" y="606"/>
                  </a:lnTo>
                  <a:lnTo>
                    <a:pt x="359" y="603"/>
                  </a:lnTo>
                  <a:lnTo>
                    <a:pt x="359" y="603"/>
                  </a:lnTo>
                  <a:lnTo>
                    <a:pt x="357" y="599"/>
                  </a:lnTo>
                  <a:lnTo>
                    <a:pt x="357" y="596"/>
                  </a:lnTo>
                  <a:lnTo>
                    <a:pt x="357" y="594"/>
                  </a:lnTo>
                  <a:lnTo>
                    <a:pt x="357" y="592"/>
                  </a:lnTo>
                  <a:lnTo>
                    <a:pt x="359" y="589"/>
                  </a:lnTo>
                  <a:lnTo>
                    <a:pt x="364" y="584"/>
                  </a:lnTo>
                  <a:lnTo>
                    <a:pt x="366" y="582"/>
                  </a:lnTo>
                  <a:lnTo>
                    <a:pt x="366" y="580"/>
                  </a:lnTo>
                  <a:lnTo>
                    <a:pt x="366" y="577"/>
                  </a:lnTo>
                  <a:lnTo>
                    <a:pt x="366" y="575"/>
                  </a:lnTo>
                  <a:lnTo>
                    <a:pt x="364" y="575"/>
                  </a:lnTo>
                  <a:lnTo>
                    <a:pt x="362" y="575"/>
                  </a:lnTo>
                  <a:lnTo>
                    <a:pt x="362" y="575"/>
                  </a:lnTo>
                  <a:lnTo>
                    <a:pt x="362" y="573"/>
                  </a:lnTo>
                  <a:lnTo>
                    <a:pt x="362" y="573"/>
                  </a:lnTo>
                  <a:lnTo>
                    <a:pt x="362" y="573"/>
                  </a:lnTo>
                  <a:lnTo>
                    <a:pt x="364" y="573"/>
                  </a:lnTo>
                  <a:lnTo>
                    <a:pt x="366" y="573"/>
                  </a:lnTo>
                  <a:lnTo>
                    <a:pt x="366" y="573"/>
                  </a:lnTo>
                  <a:lnTo>
                    <a:pt x="366" y="570"/>
                  </a:lnTo>
                  <a:lnTo>
                    <a:pt x="359" y="565"/>
                  </a:lnTo>
                  <a:lnTo>
                    <a:pt x="359" y="565"/>
                  </a:lnTo>
                  <a:lnTo>
                    <a:pt x="362" y="565"/>
                  </a:lnTo>
                  <a:lnTo>
                    <a:pt x="364" y="565"/>
                  </a:lnTo>
                  <a:lnTo>
                    <a:pt x="364" y="563"/>
                  </a:lnTo>
                  <a:lnTo>
                    <a:pt x="366" y="563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4" y="558"/>
                  </a:lnTo>
                  <a:lnTo>
                    <a:pt x="364" y="556"/>
                  </a:lnTo>
                  <a:lnTo>
                    <a:pt x="364" y="556"/>
                  </a:lnTo>
                  <a:lnTo>
                    <a:pt x="364" y="554"/>
                  </a:lnTo>
                  <a:lnTo>
                    <a:pt x="364" y="551"/>
                  </a:lnTo>
                  <a:lnTo>
                    <a:pt x="364" y="551"/>
                  </a:lnTo>
                  <a:lnTo>
                    <a:pt x="364" y="549"/>
                  </a:lnTo>
                  <a:lnTo>
                    <a:pt x="364" y="547"/>
                  </a:lnTo>
                  <a:lnTo>
                    <a:pt x="362" y="544"/>
                  </a:lnTo>
                  <a:lnTo>
                    <a:pt x="364" y="544"/>
                  </a:lnTo>
                  <a:lnTo>
                    <a:pt x="366" y="544"/>
                  </a:lnTo>
                  <a:lnTo>
                    <a:pt x="366" y="542"/>
                  </a:lnTo>
                  <a:lnTo>
                    <a:pt x="369" y="542"/>
                  </a:lnTo>
                  <a:lnTo>
                    <a:pt x="371" y="539"/>
                  </a:lnTo>
                  <a:lnTo>
                    <a:pt x="369" y="539"/>
                  </a:lnTo>
                  <a:lnTo>
                    <a:pt x="366" y="539"/>
                  </a:lnTo>
                  <a:lnTo>
                    <a:pt x="364" y="539"/>
                  </a:lnTo>
                  <a:lnTo>
                    <a:pt x="366" y="537"/>
                  </a:lnTo>
                  <a:lnTo>
                    <a:pt x="369" y="535"/>
                  </a:lnTo>
                  <a:lnTo>
                    <a:pt x="369" y="535"/>
                  </a:lnTo>
                  <a:lnTo>
                    <a:pt x="371" y="532"/>
                  </a:lnTo>
                  <a:lnTo>
                    <a:pt x="371" y="532"/>
                  </a:lnTo>
                  <a:lnTo>
                    <a:pt x="371" y="530"/>
                  </a:lnTo>
                  <a:lnTo>
                    <a:pt x="371" y="530"/>
                  </a:lnTo>
                  <a:lnTo>
                    <a:pt x="369" y="528"/>
                  </a:lnTo>
                  <a:lnTo>
                    <a:pt x="369" y="528"/>
                  </a:lnTo>
                  <a:lnTo>
                    <a:pt x="366" y="525"/>
                  </a:lnTo>
                  <a:lnTo>
                    <a:pt x="366" y="525"/>
                  </a:lnTo>
                  <a:lnTo>
                    <a:pt x="366" y="525"/>
                  </a:lnTo>
                  <a:lnTo>
                    <a:pt x="366" y="523"/>
                  </a:lnTo>
                  <a:lnTo>
                    <a:pt x="366" y="523"/>
                  </a:lnTo>
                  <a:lnTo>
                    <a:pt x="366" y="521"/>
                  </a:lnTo>
                  <a:lnTo>
                    <a:pt x="366" y="521"/>
                  </a:lnTo>
                  <a:lnTo>
                    <a:pt x="369" y="518"/>
                  </a:lnTo>
                  <a:lnTo>
                    <a:pt x="369" y="518"/>
                  </a:lnTo>
                  <a:lnTo>
                    <a:pt x="369" y="516"/>
                  </a:lnTo>
                  <a:lnTo>
                    <a:pt x="369" y="513"/>
                  </a:lnTo>
                  <a:lnTo>
                    <a:pt x="371" y="513"/>
                  </a:lnTo>
                  <a:lnTo>
                    <a:pt x="371" y="513"/>
                  </a:lnTo>
                  <a:lnTo>
                    <a:pt x="373" y="516"/>
                  </a:lnTo>
                  <a:lnTo>
                    <a:pt x="373" y="516"/>
                  </a:lnTo>
                  <a:lnTo>
                    <a:pt x="373" y="513"/>
                  </a:lnTo>
                  <a:lnTo>
                    <a:pt x="373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8" y="513"/>
                  </a:lnTo>
                  <a:lnTo>
                    <a:pt x="378" y="513"/>
                  </a:lnTo>
                  <a:lnTo>
                    <a:pt x="378" y="513"/>
                  </a:lnTo>
                  <a:lnTo>
                    <a:pt x="378" y="511"/>
                  </a:lnTo>
                  <a:lnTo>
                    <a:pt x="378" y="511"/>
                  </a:lnTo>
                  <a:lnTo>
                    <a:pt x="378" y="509"/>
                  </a:lnTo>
                  <a:lnTo>
                    <a:pt x="381" y="506"/>
                  </a:lnTo>
                  <a:lnTo>
                    <a:pt x="381" y="504"/>
                  </a:lnTo>
                  <a:lnTo>
                    <a:pt x="381" y="504"/>
                  </a:lnTo>
                  <a:lnTo>
                    <a:pt x="381" y="502"/>
                  </a:lnTo>
                  <a:lnTo>
                    <a:pt x="383" y="502"/>
                  </a:lnTo>
                  <a:lnTo>
                    <a:pt x="383" y="502"/>
                  </a:lnTo>
                  <a:lnTo>
                    <a:pt x="385" y="499"/>
                  </a:lnTo>
                  <a:lnTo>
                    <a:pt x="388" y="497"/>
                  </a:lnTo>
                  <a:lnTo>
                    <a:pt x="388" y="494"/>
                  </a:lnTo>
                  <a:lnTo>
                    <a:pt x="385" y="492"/>
                  </a:lnTo>
                  <a:lnTo>
                    <a:pt x="385" y="492"/>
                  </a:lnTo>
                  <a:lnTo>
                    <a:pt x="388" y="490"/>
                  </a:lnTo>
                  <a:lnTo>
                    <a:pt x="390" y="487"/>
                  </a:lnTo>
                  <a:lnTo>
                    <a:pt x="392" y="487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5"/>
                  </a:lnTo>
                  <a:lnTo>
                    <a:pt x="395" y="483"/>
                  </a:lnTo>
                  <a:lnTo>
                    <a:pt x="392" y="480"/>
                  </a:lnTo>
                  <a:lnTo>
                    <a:pt x="392" y="478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395" y="473"/>
                  </a:lnTo>
                  <a:lnTo>
                    <a:pt x="397" y="473"/>
                  </a:lnTo>
                  <a:lnTo>
                    <a:pt x="395" y="473"/>
                  </a:lnTo>
                  <a:lnTo>
                    <a:pt x="397" y="473"/>
                  </a:lnTo>
                  <a:lnTo>
                    <a:pt x="397" y="473"/>
                  </a:lnTo>
                  <a:lnTo>
                    <a:pt x="397" y="471"/>
                  </a:lnTo>
                  <a:lnTo>
                    <a:pt x="397" y="471"/>
                  </a:lnTo>
                  <a:lnTo>
                    <a:pt x="397" y="468"/>
                  </a:lnTo>
                  <a:lnTo>
                    <a:pt x="397" y="466"/>
                  </a:lnTo>
                  <a:lnTo>
                    <a:pt x="397" y="464"/>
                  </a:lnTo>
                  <a:lnTo>
                    <a:pt x="399" y="464"/>
                  </a:lnTo>
                  <a:lnTo>
                    <a:pt x="399" y="461"/>
                  </a:lnTo>
                  <a:lnTo>
                    <a:pt x="402" y="461"/>
                  </a:lnTo>
                  <a:lnTo>
                    <a:pt x="402" y="461"/>
                  </a:lnTo>
                  <a:lnTo>
                    <a:pt x="404" y="461"/>
                  </a:lnTo>
                  <a:lnTo>
                    <a:pt x="404" y="452"/>
                  </a:lnTo>
                  <a:lnTo>
                    <a:pt x="404" y="447"/>
                  </a:lnTo>
                  <a:lnTo>
                    <a:pt x="402" y="44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4" name="Freeform 42">
              <a:extLst>
                <a:ext uri="{FF2B5EF4-FFF2-40B4-BE49-F238E27FC236}">
                  <a16:creationId xmlns:a16="http://schemas.microsoft.com/office/drawing/2014/main" id="{E95FBFF2-DE04-4D10-9E92-CBB0F000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450" y="1753283"/>
              <a:ext cx="557944" cy="853436"/>
            </a:xfrm>
            <a:custGeom>
              <a:avLst/>
              <a:gdLst>
                <a:gd name="T0" fmla="*/ 563 w 591"/>
                <a:gd name="T1" fmla="*/ 885 h 904"/>
                <a:gd name="T2" fmla="*/ 298 w 591"/>
                <a:gd name="T3" fmla="*/ 873 h 904"/>
                <a:gd name="T4" fmla="*/ 19 w 591"/>
                <a:gd name="T5" fmla="*/ 835 h 904"/>
                <a:gd name="T6" fmla="*/ 30 w 591"/>
                <a:gd name="T7" fmla="*/ 643 h 904"/>
                <a:gd name="T8" fmla="*/ 45 w 591"/>
                <a:gd name="T9" fmla="*/ 591 h 904"/>
                <a:gd name="T10" fmla="*/ 52 w 591"/>
                <a:gd name="T11" fmla="*/ 570 h 904"/>
                <a:gd name="T12" fmla="*/ 37 w 591"/>
                <a:gd name="T13" fmla="*/ 556 h 904"/>
                <a:gd name="T14" fmla="*/ 28 w 591"/>
                <a:gd name="T15" fmla="*/ 537 h 904"/>
                <a:gd name="T16" fmla="*/ 47 w 591"/>
                <a:gd name="T17" fmla="*/ 509 h 904"/>
                <a:gd name="T18" fmla="*/ 73 w 591"/>
                <a:gd name="T19" fmla="*/ 471 h 904"/>
                <a:gd name="T20" fmla="*/ 113 w 591"/>
                <a:gd name="T21" fmla="*/ 414 h 904"/>
                <a:gd name="T22" fmla="*/ 94 w 591"/>
                <a:gd name="T23" fmla="*/ 374 h 904"/>
                <a:gd name="T24" fmla="*/ 82 w 591"/>
                <a:gd name="T25" fmla="*/ 314 h 904"/>
                <a:gd name="T26" fmla="*/ 113 w 591"/>
                <a:gd name="T27" fmla="*/ 92 h 904"/>
                <a:gd name="T28" fmla="*/ 203 w 591"/>
                <a:gd name="T29" fmla="*/ 80 h 904"/>
                <a:gd name="T30" fmla="*/ 208 w 591"/>
                <a:gd name="T31" fmla="*/ 146 h 904"/>
                <a:gd name="T32" fmla="*/ 220 w 591"/>
                <a:gd name="T33" fmla="*/ 165 h 904"/>
                <a:gd name="T34" fmla="*/ 215 w 591"/>
                <a:gd name="T35" fmla="*/ 184 h 904"/>
                <a:gd name="T36" fmla="*/ 220 w 591"/>
                <a:gd name="T37" fmla="*/ 196 h 904"/>
                <a:gd name="T38" fmla="*/ 231 w 591"/>
                <a:gd name="T39" fmla="*/ 215 h 904"/>
                <a:gd name="T40" fmla="*/ 250 w 591"/>
                <a:gd name="T41" fmla="*/ 234 h 904"/>
                <a:gd name="T42" fmla="*/ 267 w 591"/>
                <a:gd name="T43" fmla="*/ 260 h 904"/>
                <a:gd name="T44" fmla="*/ 276 w 591"/>
                <a:gd name="T45" fmla="*/ 277 h 904"/>
                <a:gd name="T46" fmla="*/ 288 w 591"/>
                <a:gd name="T47" fmla="*/ 293 h 904"/>
                <a:gd name="T48" fmla="*/ 300 w 591"/>
                <a:gd name="T49" fmla="*/ 296 h 904"/>
                <a:gd name="T50" fmla="*/ 309 w 591"/>
                <a:gd name="T51" fmla="*/ 305 h 904"/>
                <a:gd name="T52" fmla="*/ 326 w 591"/>
                <a:gd name="T53" fmla="*/ 307 h 904"/>
                <a:gd name="T54" fmla="*/ 321 w 591"/>
                <a:gd name="T55" fmla="*/ 322 h 904"/>
                <a:gd name="T56" fmla="*/ 319 w 591"/>
                <a:gd name="T57" fmla="*/ 329 h 904"/>
                <a:gd name="T58" fmla="*/ 309 w 591"/>
                <a:gd name="T59" fmla="*/ 348 h 904"/>
                <a:gd name="T60" fmla="*/ 309 w 591"/>
                <a:gd name="T61" fmla="*/ 362 h 904"/>
                <a:gd name="T62" fmla="*/ 305 w 591"/>
                <a:gd name="T63" fmla="*/ 371 h 904"/>
                <a:gd name="T64" fmla="*/ 307 w 591"/>
                <a:gd name="T65" fmla="*/ 385 h 904"/>
                <a:gd name="T66" fmla="*/ 305 w 591"/>
                <a:gd name="T67" fmla="*/ 402 h 904"/>
                <a:gd name="T68" fmla="*/ 293 w 591"/>
                <a:gd name="T69" fmla="*/ 409 h 904"/>
                <a:gd name="T70" fmla="*/ 295 w 591"/>
                <a:gd name="T71" fmla="*/ 423 h 904"/>
                <a:gd name="T72" fmla="*/ 291 w 591"/>
                <a:gd name="T73" fmla="*/ 435 h 904"/>
                <a:gd name="T74" fmla="*/ 309 w 591"/>
                <a:gd name="T75" fmla="*/ 447 h 904"/>
                <a:gd name="T76" fmla="*/ 321 w 591"/>
                <a:gd name="T77" fmla="*/ 442 h 904"/>
                <a:gd name="T78" fmla="*/ 335 w 591"/>
                <a:gd name="T79" fmla="*/ 433 h 904"/>
                <a:gd name="T80" fmla="*/ 340 w 591"/>
                <a:gd name="T81" fmla="*/ 426 h 904"/>
                <a:gd name="T82" fmla="*/ 357 w 591"/>
                <a:gd name="T83" fmla="*/ 442 h 904"/>
                <a:gd name="T84" fmla="*/ 359 w 591"/>
                <a:gd name="T85" fmla="*/ 456 h 904"/>
                <a:gd name="T86" fmla="*/ 359 w 591"/>
                <a:gd name="T87" fmla="*/ 475 h 904"/>
                <a:gd name="T88" fmla="*/ 369 w 591"/>
                <a:gd name="T89" fmla="*/ 492 h 904"/>
                <a:gd name="T90" fmla="*/ 376 w 591"/>
                <a:gd name="T91" fmla="*/ 504 h 904"/>
                <a:gd name="T92" fmla="*/ 376 w 591"/>
                <a:gd name="T93" fmla="*/ 523 h 904"/>
                <a:gd name="T94" fmla="*/ 388 w 591"/>
                <a:gd name="T95" fmla="*/ 542 h 904"/>
                <a:gd name="T96" fmla="*/ 406 w 591"/>
                <a:gd name="T97" fmla="*/ 551 h 904"/>
                <a:gd name="T98" fmla="*/ 411 w 591"/>
                <a:gd name="T99" fmla="*/ 563 h 904"/>
                <a:gd name="T100" fmla="*/ 414 w 591"/>
                <a:gd name="T101" fmla="*/ 575 h 904"/>
                <a:gd name="T102" fmla="*/ 418 w 591"/>
                <a:gd name="T103" fmla="*/ 589 h 904"/>
                <a:gd name="T104" fmla="*/ 428 w 591"/>
                <a:gd name="T105" fmla="*/ 589 h 904"/>
                <a:gd name="T106" fmla="*/ 461 w 591"/>
                <a:gd name="T107" fmla="*/ 589 h 904"/>
                <a:gd name="T108" fmla="*/ 475 w 591"/>
                <a:gd name="T109" fmla="*/ 582 h 904"/>
                <a:gd name="T110" fmla="*/ 496 w 591"/>
                <a:gd name="T111" fmla="*/ 584 h 904"/>
                <a:gd name="T112" fmla="*/ 520 w 591"/>
                <a:gd name="T113" fmla="*/ 589 h 904"/>
                <a:gd name="T114" fmla="*/ 551 w 591"/>
                <a:gd name="T115" fmla="*/ 589 h 904"/>
                <a:gd name="T116" fmla="*/ 551 w 591"/>
                <a:gd name="T117" fmla="*/ 582 h 904"/>
                <a:gd name="T118" fmla="*/ 555 w 591"/>
                <a:gd name="T119" fmla="*/ 572 h 904"/>
                <a:gd name="T120" fmla="*/ 570 w 591"/>
                <a:gd name="T121" fmla="*/ 572 h 904"/>
                <a:gd name="T122" fmla="*/ 579 w 591"/>
                <a:gd name="T123" fmla="*/ 58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1" h="904">
                  <a:moveTo>
                    <a:pt x="591" y="601"/>
                  </a:moveTo>
                  <a:lnTo>
                    <a:pt x="589" y="620"/>
                  </a:lnTo>
                  <a:lnTo>
                    <a:pt x="586" y="639"/>
                  </a:lnTo>
                  <a:lnTo>
                    <a:pt x="584" y="655"/>
                  </a:lnTo>
                  <a:lnTo>
                    <a:pt x="584" y="674"/>
                  </a:lnTo>
                  <a:lnTo>
                    <a:pt x="581" y="693"/>
                  </a:lnTo>
                  <a:lnTo>
                    <a:pt x="579" y="712"/>
                  </a:lnTo>
                  <a:lnTo>
                    <a:pt x="577" y="731"/>
                  </a:lnTo>
                  <a:lnTo>
                    <a:pt x="574" y="750"/>
                  </a:lnTo>
                  <a:lnTo>
                    <a:pt x="574" y="769"/>
                  </a:lnTo>
                  <a:lnTo>
                    <a:pt x="572" y="788"/>
                  </a:lnTo>
                  <a:lnTo>
                    <a:pt x="570" y="807"/>
                  </a:lnTo>
                  <a:lnTo>
                    <a:pt x="567" y="826"/>
                  </a:lnTo>
                  <a:lnTo>
                    <a:pt x="567" y="845"/>
                  </a:lnTo>
                  <a:lnTo>
                    <a:pt x="565" y="866"/>
                  </a:lnTo>
                  <a:lnTo>
                    <a:pt x="563" y="885"/>
                  </a:lnTo>
                  <a:lnTo>
                    <a:pt x="560" y="904"/>
                  </a:lnTo>
                  <a:lnTo>
                    <a:pt x="544" y="901"/>
                  </a:lnTo>
                  <a:lnTo>
                    <a:pt x="525" y="899"/>
                  </a:lnTo>
                  <a:lnTo>
                    <a:pt x="508" y="897"/>
                  </a:lnTo>
                  <a:lnTo>
                    <a:pt x="489" y="897"/>
                  </a:lnTo>
                  <a:lnTo>
                    <a:pt x="473" y="894"/>
                  </a:lnTo>
                  <a:lnTo>
                    <a:pt x="454" y="892"/>
                  </a:lnTo>
                  <a:lnTo>
                    <a:pt x="437" y="890"/>
                  </a:lnTo>
                  <a:lnTo>
                    <a:pt x="421" y="887"/>
                  </a:lnTo>
                  <a:lnTo>
                    <a:pt x="402" y="885"/>
                  </a:lnTo>
                  <a:lnTo>
                    <a:pt x="385" y="885"/>
                  </a:lnTo>
                  <a:lnTo>
                    <a:pt x="366" y="883"/>
                  </a:lnTo>
                  <a:lnTo>
                    <a:pt x="350" y="880"/>
                  </a:lnTo>
                  <a:lnTo>
                    <a:pt x="331" y="878"/>
                  </a:lnTo>
                  <a:lnTo>
                    <a:pt x="314" y="875"/>
                  </a:lnTo>
                  <a:lnTo>
                    <a:pt x="298" y="873"/>
                  </a:lnTo>
                  <a:lnTo>
                    <a:pt x="279" y="871"/>
                  </a:lnTo>
                  <a:lnTo>
                    <a:pt x="262" y="868"/>
                  </a:lnTo>
                  <a:lnTo>
                    <a:pt x="243" y="866"/>
                  </a:lnTo>
                  <a:lnTo>
                    <a:pt x="227" y="864"/>
                  </a:lnTo>
                  <a:lnTo>
                    <a:pt x="210" y="861"/>
                  </a:lnTo>
                  <a:lnTo>
                    <a:pt x="191" y="859"/>
                  </a:lnTo>
                  <a:lnTo>
                    <a:pt x="175" y="856"/>
                  </a:lnTo>
                  <a:lnTo>
                    <a:pt x="158" y="854"/>
                  </a:lnTo>
                  <a:lnTo>
                    <a:pt x="139" y="852"/>
                  </a:lnTo>
                  <a:lnTo>
                    <a:pt x="123" y="849"/>
                  </a:lnTo>
                  <a:lnTo>
                    <a:pt x="106" y="847"/>
                  </a:lnTo>
                  <a:lnTo>
                    <a:pt x="87" y="845"/>
                  </a:lnTo>
                  <a:lnTo>
                    <a:pt x="71" y="842"/>
                  </a:lnTo>
                  <a:lnTo>
                    <a:pt x="54" y="840"/>
                  </a:lnTo>
                  <a:lnTo>
                    <a:pt x="35" y="838"/>
                  </a:lnTo>
                  <a:lnTo>
                    <a:pt x="19" y="835"/>
                  </a:lnTo>
                  <a:lnTo>
                    <a:pt x="0" y="830"/>
                  </a:lnTo>
                  <a:lnTo>
                    <a:pt x="2" y="819"/>
                  </a:lnTo>
                  <a:lnTo>
                    <a:pt x="4" y="807"/>
                  </a:lnTo>
                  <a:lnTo>
                    <a:pt x="7" y="795"/>
                  </a:lnTo>
                  <a:lnTo>
                    <a:pt x="9" y="781"/>
                  </a:lnTo>
                  <a:lnTo>
                    <a:pt x="11" y="769"/>
                  </a:lnTo>
                  <a:lnTo>
                    <a:pt x="11" y="757"/>
                  </a:lnTo>
                  <a:lnTo>
                    <a:pt x="14" y="745"/>
                  </a:lnTo>
                  <a:lnTo>
                    <a:pt x="16" y="731"/>
                  </a:lnTo>
                  <a:lnTo>
                    <a:pt x="19" y="719"/>
                  </a:lnTo>
                  <a:lnTo>
                    <a:pt x="21" y="707"/>
                  </a:lnTo>
                  <a:lnTo>
                    <a:pt x="21" y="696"/>
                  </a:lnTo>
                  <a:lnTo>
                    <a:pt x="23" y="681"/>
                  </a:lnTo>
                  <a:lnTo>
                    <a:pt x="26" y="670"/>
                  </a:lnTo>
                  <a:lnTo>
                    <a:pt x="28" y="658"/>
                  </a:lnTo>
                  <a:lnTo>
                    <a:pt x="30" y="643"/>
                  </a:lnTo>
                  <a:lnTo>
                    <a:pt x="30" y="632"/>
                  </a:lnTo>
                  <a:lnTo>
                    <a:pt x="33" y="627"/>
                  </a:lnTo>
                  <a:lnTo>
                    <a:pt x="33" y="615"/>
                  </a:lnTo>
                  <a:lnTo>
                    <a:pt x="33" y="615"/>
                  </a:lnTo>
                  <a:lnTo>
                    <a:pt x="33" y="615"/>
                  </a:lnTo>
                  <a:lnTo>
                    <a:pt x="33" y="613"/>
                  </a:lnTo>
                  <a:lnTo>
                    <a:pt x="33" y="610"/>
                  </a:lnTo>
                  <a:lnTo>
                    <a:pt x="35" y="608"/>
                  </a:lnTo>
                  <a:lnTo>
                    <a:pt x="37" y="608"/>
                  </a:lnTo>
                  <a:lnTo>
                    <a:pt x="40" y="606"/>
                  </a:lnTo>
                  <a:lnTo>
                    <a:pt x="40" y="603"/>
                  </a:lnTo>
                  <a:lnTo>
                    <a:pt x="42" y="601"/>
                  </a:lnTo>
                  <a:lnTo>
                    <a:pt x="42" y="596"/>
                  </a:lnTo>
                  <a:lnTo>
                    <a:pt x="45" y="591"/>
                  </a:lnTo>
                  <a:lnTo>
                    <a:pt x="45" y="591"/>
                  </a:lnTo>
                  <a:lnTo>
                    <a:pt x="45" y="591"/>
                  </a:lnTo>
                  <a:lnTo>
                    <a:pt x="47" y="589"/>
                  </a:lnTo>
                  <a:lnTo>
                    <a:pt x="47" y="589"/>
                  </a:lnTo>
                  <a:lnTo>
                    <a:pt x="47" y="584"/>
                  </a:lnTo>
                  <a:lnTo>
                    <a:pt x="45" y="582"/>
                  </a:lnTo>
                  <a:lnTo>
                    <a:pt x="45" y="580"/>
                  </a:lnTo>
                  <a:lnTo>
                    <a:pt x="45" y="577"/>
                  </a:lnTo>
                  <a:lnTo>
                    <a:pt x="47" y="577"/>
                  </a:lnTo>
                  <a:lnTo>
                    <a:pt x="47" y="577"/>
                  </a:lnTo>
                  <a:lnTo>
                    <a:pt x="49" y="577"/>
                  </a:lnTo>
                  <a:lnTo>
                    <a:pt x="49" y="577"/>
                  </a:lnTo>
                  <a:lnTo>
                    <a:pt x="49" y="575"/>
                  </a:lnTo>
                  <a:lnTo>
                    <a:pt x="52" y="575"/>
                  </a:lnTo>
                  <a:lnTo>
                    <a:pt x="52" y="572"/>
                  </a:lnTo>
                  <a:lnTo>
                    <a:pt x="52" y="572"/>
                  </a:lnTo>
                  <a:lnTo>
                    <a:pt x="52" y="572"/>
                  </a:lnTo>
                  <a:lnTo>
                    <a:pt x="52" y="570"/>
                  </a:lnTo>
                  <a:lnTo>
                    <a:pt x="52" y="570"/>
                  </a:lnTo>
                  <a:lnTo>
                    <a:pt x="52" y="568"/>
                  </a:lnTo>
                  <a:lnTo>
                    <a:pt x="49" y="565"/>
                  </a:lnTo>
                  <a:lnTo>
                    <a:pt x="47" y="565"/>
                  </a:lnTo>
                  <a:lnTo>
                    <a:pt x="47" y="565"/>
                  </a:lnTo>
                  <a:lnTo>
                    <a:pt x="47" y="563"/>
                  </a:lnTo>
                  <a:lnTo>
                    <a:pt x="47" y="561"/>
                  </a:lnTo>
                  <a:lnTo>
                    <a:pt x="47" y="561"/>
                  </a:lnTo>
                  <a:lnTo>
                    <a:pt x="47" y="558"/>
                  </a:lnTo>
                  <a:lnTo>
                    <a:pt x="47" y="558"/>
                  </a:lnTo>
                  <a:lnTo>
                    <a:pt x="45" y="558"/>
                  </a:lnTo>
                  <a:lnTo>
                    <a:pt x="42" y="558"/>
                  </a:lnTo>
                  <a:lnTo>
                    <a:pt x="40" y="558"/>
                  </a:lnTo>
                  <a:lnTo>
                    <a:pt x="37" y="558"/>
                  </a:lnTo>
                  <a:lnTo>
                    <a:pt x="37" y="556"/>
                  </a:lnTo>
                  <a:lnTo>
                    <a:pt x="37" y="556"/>
                  </a:lnTo>
                  <a:lnTo>
                    <a:pt x="37" y="554"/>
                  </a:lnTo>
                  <a:lnTo>
                    <a:pt x="35" y="554"/>
                  </a:lnTo>
                  <a:lnTo>
                    <a:pt x="35" y="554"/>
                  </a:lnTo>
                  <a:lnTo>
                    <a:pt x="33" y="556"/>
                  </a:lnTo>
                  <a:lnTo>
                    <a:pt x="33" y="556"/>
                  </a:lnTo>
                  <a:lnTo>
                    <a:pt x="33" y="556"/>
                  </a:lnTo>
                  <a:lnTo>
                    <a:pt x="28" y="554"/>
                  </a:lnTo>
                  <a:lnTo>
                    <a:pt x="28" y="551"/>
                  </a:lnTo>
                  <a:lnTo>
                    <a:pt x="28" y="549"/>
                  </a:lnTo>
                  <a:lnTo>
                    <a:pt x="28" y="549"/>
                  </a:lnTo>
                  <a:lnTo>
                    <a:pt x="28" y="546"/>
                  </a:lnTo>
                  <a:lnTo>
                    <a:pt x="28" y="546"/>
                  </a:lnTo>
                  <a:lnTo>
                    <a:pt x="28" y="544"/>
                  </a:lnTo>
                  <a:lnTo>
                    <a:pt x="28" y="542"/>
                  </a:lnTo>
                  <a:lnTo>
                    <a:pt x="28" y="539"/>
                  </a:lnTo>
                  <a:lnTo>
                    <a:pt x="28" y="537"/>
                  </a:lnTo>
                  <a:lnTo>
                    <a:pt x="30" y="535"/>
                  </a:lnTo>
                  <a:lnTo>
                    <a:pt x="30" y="532"/>
                  </a:lnTo>
                  <a:lnTo>
                    <a:pt x="30" y="530"/>
                  </a:lnTo>
                  <a:lnTo>
                    <a:pt x="30" y="530"/>
                  </a:lnTo>
                  <a:lnTo>
                    <a:pt x="33" y="528"/>
                  </a:lnTo>
                  <a:lnTo>
                    <a:pt x="33" y="528"/>
                  </a:lnTo>
                  <a:lnTo>
                    <a:pt x="33" y="528"/>
                  </a:lnTo>
                  <a:lnTo>
                    <a:pt x="33" y="525"/>
                  </a:lnTo>
                  <a:lnTo>
                    <a:pt x="35" y="525"/>
                  </a:lnTo>
                  <a:lnTo>
                    <a:pt x="35" y="525"/>
                  </a:lnTo>
                  <a:lnTo>
                    <a:pt x="37" y="525"/>
                  </a:lnTo>
                  <a:lnTo>
                    <a:pt x="40" y="523"/>
                  </a:lnTo>
                  <a:lnTo>
                    <a:pt x="40" y="520"/>
                  </a:lnTo>
                  <a:lnTo>
                    <a:pt x="42" y="516"/>
                  </a:lnTo>
                  <a:lnTo>
                    <a:pt x="42" y="513"/>
                  </a:lnTo>
                  <a:lnTo>
                    <a:pt x="47" y="509"/>
                  </a:lnTo>
                  <a:lnTo>
                    <a:pt x="49" y="504"/>
                  </a:lnTo>
                  <a:lnTo>
                    <a:pt x="52" y="501"/>
                  </a:lnTo>
                  <a:lnTo>
                    <a:pt x="52" y="501"/>
                  </a:lnTo>
                  <a:lnTo>
                    <a:pt x="59" y="499"/>
                  </a:lnTo>
                  <a:lnTo>
                    <a:pt x="61" y="497"/>
                  </a:lnTo>
                  <a:lnTo>
                    <a:pt x="61" y="494"/>
                  </a:lnTo>
                  <a:lnTo>
                    <a:pt x="68" y="490"/>
                  </a:lnTo>
                  <a:lnTo>
                    <a:pt x="71" y="485"/>
                  </a:lnTo>
                  <a:lnTo>
                    <a:pt x="71" y="483"/>
                  </a:lnTo>
                  <a:lnTo>
                    <a:pt x="73" y="478"/>
                  </a:lnTo>
                  <a:lnTo>
                    <a:pt x="73" y="475"/>
                  </a:lnTo>
                  <a:lnTo>
                    <a:pt x="73" y="475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5" y="468"/>
                  </a:lnTo>
                  <a:lnTo>
                    <a:pt x="87" y="456"/>
                  </a:lnTo>
                  <a:lnTo>
                    <a:pt x="89" y="452"/>
                  </a:lnTo>
                  <a:lnTo>
                    <a:pt x="92" y="445"/>
                  </a:lnTo>
                  <a:lnTo>
                    <a:pt x="94" y="442"/>
                  </a:lnTo>
                  <a:lnTo>
                    <a:pt x="94" y="442"/>
                  </a:lnTo>
                  <a:lnTo>
                    <a:pt x="94" y="438"/>
                  </a:lnTo>
                  <a:lnTo>
                    <a:pt x="97" y="435"/>
                  </a:lnTo>
                  <a:lnTo>
                    <a:pt x="97" y="433"/>
                  </a:lnTo>
                  <a:lnTo>
                    <a:pt x="101" y="428"/>
                  </a:lnTo>
                  <a:lnTo>
                    <a:pt x="104" y="426"/>
                  </a:lnTo>
                  <a:lnTo>
                    <a:pt x="108" y="421"/>
                  </a:lnTo>
                  <a:lnTo>
                    <a:pt x="108" y="419"/>
                  </a:lnTo>
                  <a:lnTo>
                    <a:pt x="108" y="416"/>
                  </a:lnTo>
                  <a:lnTo>
                    <a:pt x="111" y="414"/>
                  </a:lnTo>
                  <a:lnTo>
                    <a:pt x="113" y="414"/>
                  </a:lnTo>
                  <a:lnTo>
                    <a:pt x="115" y="412"/>
                  </a:lnTo>
                  <a:lnTo>
                    <a:pt x="118" y="409"/>
                  </a:lnTo>
                  <a:lnTo>
                    <a:pt x="118" y="407"/>
                  </a:lnTo>
                  <a:lnTo>
                    <a:pt x="118" y="404"/>
                  </a:lnTo>
                  <a:lnTo>
                    <a:pt x="118" y="402"/>
                  </a:lnTo>
                  <a:lnTo>
                    <a:pt x="115" y="395"/>
                  </a:lnTo>
                  <a:lnTo>
                    <a:pt x="115" y="390"/>
                  </a:lnTo>
                  <a:lnTo>
                    <a:pt x="113" y="388"/>
                  </a:lnTo>
                  <a:lnTo>
                    <a:pt x="113" y="385"/>
                  </a:lnTo>
                  <a:lnTo>
                    <a:pt x="111" y="385"/>
                  </a:lnTo>
                  <a:lnTo>
                    <a:pt x="108" y="383"/>
                  </a:lnTo>
                  <a:lnTo>
                    <a:pt x="104" y="381"/>
                  </a:lnTo>
                  <a:lnTo>
                    <a:pt x="101" y="378"/>
                  </a:lnTo>
                  <a:lnTo>
                    <a:pt x="101" y="376"/>
                  </a:lnTo>
                  <a:lnTo>
                    <a:pt x="94" y="374"/>
                  </a:lnTo>
                  <a:lnTo>
                    <a:pt x="94" y="374"/>
                  </a:lnTo>
                  <a:lnTo>
                    <a:pt x="94" y="371"/>
                  </a:lnTo>
                  <a:lnTo>
                    <a:pt x="89" y="364"/>
                  </a:lnTo>
                  <a:lnTo>
                    <a:pt x="87" y="357"/>
                  </a:lnTo>
                  <a:lnTo>
                    <a:pt x="87" y="355"/>
                  </a:lnTo>
                  <a:lnTo>
                    <a:pt x="87" y="352"/>
                  </a:lnTo>
                  <a:lnTo>
                    <a:pt x="87" y="348"/>
                  </a:lnTo>
                  <a:lnTo>
                    <a:pt x="82" y="341"/>
                  </a:lnTo>
                  <a:lnTo>
                    <a:pt x="82" y="341"/>
                  </a:lnTo>
                  <a:lnTo>
                    <a:pt x="85" y="338"/>
                  </a:lnTo>
                  <a:lnTo>
                    <a:pt x="87" y="336"/>
                  </a:lnTo>
                  <a:lnTo>
                    <a:pt x="87" y="333"/>
                  </a:lnTo>
                  <a:lnTo>
                    <a:pt x="87" y="331"/>
                  </a:lnTo>
                  <a:lnTo>
                    <a:pt x="87" y="329"/>
                  </a:lnTo>
                  <a:lnTo>
                    <a:pt x="87" y="322"/>
                  </a:lnTo>
                  <a:lnTo>
                    <a:pt x="85" y="319"/>
                  </a:lnTo>
                  <a:lnTo>
                    <a:pt x="82" y="314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2" y="300"/>
                  </a:lnTo>
                  <a:lnTo>
                    <a:pt x="82" y="298"/>
                  </a:lnTo>
                  <a:lnTo>
                    <a:pt x="85" y="279"/>
                  </a:lnTo>
                  <a:lnTo>
                    <a:pt x="89" y="260"/>
                  </a:lnTo>
                  <a:lnTo>
                    <a:pt x="92" y="241"/>
                  </a:lnTo>
                  <a:lnTo>
                    <a:pt x="94" y="222"/>
                  </a:lnTo>
                  <a:lnTo>
                    <a:pt x="97" y="203"/>
                  </a:lnTo>
                  <a:lnTo>
                    <a:pt x="99" y="184"/>
                  </a:lnTo>
                  <a:lnTo>
                    <a:pt x="101" y="165"/>
                  </a:lnTo>
                  <a:lnTo>
                    <a:pt x="106" y="146"/>
                  </a:lnTo>
                  <a:lnTo>
                    <a:pt x="108" y="130"/>
                  </a:lnTo>
                  <a:lnTo>
                    <a:pt x="111" y="111"/>
                  </a:lnTo>
                  <a:lnTo>
                    <a:pt x="113" y="92"/>
                  </a:lnTo>
                  <a:lnTo>
                    <a:pt x="115" y="73"/>
                  </a:lnTo>
                  <a:lnTo>
                    <a:pt x="120" y="54"/>
                  </a:lnTo>
                  <a:lnTo>
                    <a:pt x="123" y="35"/>
                  </a:lnTo>
                  <a:lnTo>
                    <a:pt x="125" y="19"/>
                  </a:lnTo>
                  <a:lnTo>
                    <a:pt x="127" y="0"/>
                  </a:lnTo>
                  <a:lnTo>
                    <a:pt x="137" y="0"/>
                  </a:lnTo>
                  <a:lnTo>
                    <a:pt x="156" y="4"/>
                  </a:lnTo>
                  <a:lnTo>
                    <a:pt x="175" y="7"/>
                  </a:lnTo>
                  <a:lnTo>
                    <a:pt x="194" y="9"/>
                  </a:lnTo>
                  <a:lnTo>
                    <a:pt x="212" y="12"/>
                  </a:lnTo>
                  <a:lnTo>
                    <a:pt x="212" y="12"/>
                  </a:lnTo>
                  <a:lnTo>
                    <a:pt x="210" y="26"/>
                  </a:lnTo>
                  <a:lnTo>
                    <a:pt x="208" y="40"/>
                  </a:lnTo>
                  <a:lnTo>
                    <a:pt x="208" y="54"/>
                  </a:lnTo>
                  <a:lnTo>
                    <a:pt x="205" y="66"/>
                  </a:lnTo>
                  <a:lnTo>
                    <a:pt x="203" y="80"/>
                  </a:lnTo>
                  <a:lnTo>
                    <a:pt x="201" y="94"/>
                  </a:lnTo>
                  <a:lnTo>
                    <a:pt x="198" y="109"/>
                  </a:lnTo>
                  <a:lnTo>
                    <a:pt x="196" y="123"/>
                  </a:lnTo>
                  <a:lnTo>
                    <a:pt x="196" y="128"/>
                  </a:lnTo>
                  <a:lnTo>
                    <a:pt x="196" y="128"/>
                  </a:lnTo>
                  <a:lnTo>
                    <a:pt x="196" y="130"/>
                  </a:lnTo>
                  <a:lnTo>
                    <a:pt x="198" y="132"/>
                  </a:lnTo>
                  <a:lnTo>
                    <a:pt x="201" y="135"/>
                  </a:lnTo>
                  <a:lnTo>
                    <a:pt x="201" y="137"/>
                  </a:lnTo>
                  <a:lnTo>
                    <a:pt x="203" y="139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4"/>
                  </a:lnTo>
                  <a:lnTo>
                    <a:pt x="205" y="144"/>
                  </a:lnTo>
                  <a:lnTo>
                    <a:pt x="208" y="146"/>
                  </a:lnTo>
                  <a:lnTo>
                    <a:pt x="208" y="146"/>
                  </a:lnTo>
                  <a:lnTo>
                    <a:pt x="210" y="149"/>
                  </a:lnTo>
                  <a:lnTo>
                    <a:pt x="210" y="149"/>
                  </a:lnTo>
                  <a:lnTo>
                    <a:pt x="210" y="149"/>
                  </a:lnTo>
                  <a:lnTo>
                    <a:pt x="210" y="151"/>
                  </a:lnTo>
                  <a:lnTo>
                    <a:pt x="212" y="156"/>
                  </a:lnTo>
                  <a:lnTo>
                    <a:pt x="212" y="158"/>
                  </a:lnTo>
                  <a:lnTo>
                    <a:pt x="212" y="158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3"/>
                  </a:lnTo>
                  <a:lnTo>
                    <a:pt x="217" y="163"/>
                  </a:lnTo>
                  <a:lnTo>
                    <a:pt x="220" y="165"/>
                  </a:lnTo>
                  <a:lnTo>
                    <a:pt x="220" y="165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20" y="170"/>
                  </a:lnTo>
                  <a:lnTo>
                    <a:pt x="220" y="172"/>
                  </a:lnTo>
                  <a:lnTo>
                    <a:pt x="220" y="172"/>
                  </a:lnTo>
                  <a:lnTo>
                    <a:pt x="222" y="177"/>
                  </a:lnTo>
                  <a:lnTo>
                    <a:pt x="222" y="177"/>
                  </a:lnTo>
                  <a:lnTo>
                    <a:pt x="222" y="180"/>
                  </a:lnTo>
                  <a:lnTo>
                    <a:pt x="222" y="180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17" y="182"/>
                  </a:lnTo>
                  <a:lnTo>
                    <a:pt x="217" y="184"/>
                  </a:lnTo>
                  <a:lnTo>
                    <a:pt x="215" y="184"/>
                  </a:lnTo>
                  <a:lnTo>
                    <a:pt x="215" y="184"/>
                  </a:lnTo>
                  <a:lnTo>
                    <a:pt x="217" y="184"/>
                  </a:lnTo>
                  <a:lnTo>
                    <a:pt x="220" y="187"/>
                  </a:lnTo>
                  <a:lnTo>
                    <a:pt x="220" y="187"/>
                  </a:lnTo>
                  <a:lnTo>
                    <a:pt x="220" y="189"/>
                  </a:lnTo>
                  <a:lnTo>
                    <a:pt x="220" y="191"/>
                  </a:lnTo>
                  <a:lnTo>
                    <a:pt x="220" y="191"/>
                  </a:lnTo>
                  <a:lnTo>
                    <a:pt x="220" y="191"/>
                  </a:lnTo>
                  <a:lnTo>
                    <a:pt x="222" y="194"/>
                  </a:lnTo>
                  <a:lnTo>
                    <a:pt x="222" y="194"/>
                  </a:lnTo>
                  <a:lnTo>
                    <a:pt x="222" y="194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0" y="196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7" y="199"/>
                  </a:lnTo>
                  <a:lnTo>
                    <a:pt x="220" y="201"/>
                  </a:lnTo>
                  <a:lnTo>
                    <a:pt x="227" y="206"/>
                  </a:lnTo>
                  <a:lnTo>
                    <a:pt x="227" y="206"/>
                  </a:lnTo>
                  <a:lnTo>
                    <a:pt x="229" y="210"/>
                  </a:lnTo>
                  <a:lnTo>
                    <a:pt x="229" y="213"/>
                  </a:lnTo>
                  <a:lnTo>
                    <a:pt x="231" y="215"/>
                  </a:lnTo>
                  <a:lnTo>
                    <a:pt x="231" y="215"/>
                  </a:lnTo>
                  <a:lnTo>
                    <a:pt x="231" y="217"/>
                  </a:lnTo>
                  <a:lnTo>
                    <a:pt x="231" y="217"/>
                  </a:lnTo>
                  <a:lnTo>
                    <a:pt x="234" y="217"/>
                  </a:lnTo>
                  <a:lnTo>
                    <a:pt x="238" y="220"/>
                  </a:lnTo>
                  <a:lnTo>
                    <a:pt x="246" y="222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8" y="227"/>
                  </a:lnTo>
                  <a:lnTo>
                    <a:pt x="248" y="227"/>
                  </a:lnTo>
                  <a:lnTo>
                    <a:pt x="248" y="229"/>
                  </a:lnTo>
                  <a:lnTo>
                    <a:pt x="248" y="229"/>
                  </a:lnTo>
                  <a:lnTo>
                    <a:pt x="250" y="229"/>
                  </a:lnTo>
                  <a:lnTo>
                    <a:pt x="250" y="229"/>
                  </a:lnTo>
                  <a:lnTo>
                    <a:pt x="250" y="232"/>
                  </a:lnTo>
                  <a:lnTo>
                    <a:pt x="250" y="232"/>
                  </a:lnTo>
                  <a:lnTo>
                    <a:pt x="250" y="234"/>
                  </a:lnTo>
                  <a:lnTo>
                    <a:pt x="250" y="234"/>
                  </a:lnTo>
                  <a:lnTo>
                    <a:pt x="253" y="234"/>
                  </a:lnTo>
                  <a:lnTo>
                    <a:pt x="253" y="234"/>
                  </a:lnTo>
                  <a:lnTo>
                    <a:pt x="253" y="236"/>
                  </a:lnTo>
                  <a:lnTo>
                    <a:pt x="253" y="236"/>
                  </a:lnTo>
                  <a:lnTo>
                    <a:pt x="255" y="239"/>
                  </a:lnTo>
                  <a:lnTo>
                    <a:pt x="257" y="239"/>
                  </a:lnTo>
                  <a:lnTo>
                    <a:pt x="257" y="243"/>
                  </a:lnTo>
                  <a:lnTo>
                    <a:pt x="260" y="246"/>
                  </a:lnTo>
                  <a:lnTo>
                    <a:pt x="267" y="255"/>
                  </a:lnTo>
                  <a:lnTo>
                    <a:pt x="267" y="255"/>
                  </a:lnTo>
                  <a:lnTo>
                    <a:pt x="267" y="258"/>
                  </a:lnTo>
                  <a:lnTo>
                    <a:pt x="267" y="258"/>
                  </a:lnTo>
                  <a:lnTo>
                    <a:pt x="267" y="258"/>
                  </a:lnTo>
                  <a:lnTo>
                    <a:pt x="267" y="260"/>
                  </a:lnTo>
                  <a:lnTo>
                    <a:pt x="267" y="260"/>
                  </a:lnTo>
                  <a:lnTo>
                    <a:pt x="269" y="260"/>
                  </a:lnTo>
                  <a:lnTo>
                    <a:pt x="272" y="260"/>
                  </a:lnTo>
                  <a:lnTo>
                    <a:pt x="272" y="262"/>
                  </a:lnTo>
                  <a:lnTo>
                    <a:pt x="272" y="262"/>
                  </a:lnTo>
                  <a:lnTo>
                    <a:pt x="274" y="265"/>
                  </a:lnTo>
                  <a:lnTo>
                    <a:pt x="274" y="267"/>
                  </a:lnTo>
                  <a:lnTo>
                    <a:pt x="274" y="267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0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6" y="274"/>
                  </a:lnTo>
                  <a:lnTo>
                    <a:pt x="276" y="277"/>
                  </a:lnTo>
                  <a:lnTo>
                    <a:pt x="276" y="277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9" y="281"/>
                  </a:lnTo>
                  <a:lnTo>
                    <a:pt x="281" y="281"/>
                  </a:lnTo>
                  <a:lnTo>
                    <a:pt x="281" y="284"/>
                  </a:lnTo>
                  <a:lnTo>
                    <a:pt x="283" y="284"/>
                  </a:lnTo>
                  <a:lnTo>
                    <a:pt x="283" y="286"/>
                  </a:lnTo>
                  <a:lnTo>
                    <a:pt x="286" y="286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91"/>
                  </a:lnTo>
                  <a:lnTo>
                    <a:pt x="288" y="291"/>
                  </a:lnTo>
                  <a:lnTo>
                    <a:pt x="288" y="293"/>
                  </a:lnTo>
                  <a:lnTo>
                    <a:pt x="288" y="293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88" y="296"/>
                  </a:lnTo>
                  <a:lnTo>
                    <a:pt x="291" y="296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5" y="293"/>
                  </a:lnTo>
                  <a:lnTo>
                    <a:pt x="298" y="293"/>
                  </a:lnTo>
                  <a:lnTo>
                    <a:pt x="300" y="296"/>
                  </a:lnTo>
                  <a:lnTo>
                    <a:pt x="300" y="296"/>
                  </a:lnTo>
                  <a:lnTo>
                    <a:pt x="300" y="296"/>
                  </a:lnTo>
                  <a:lnTo>
                    <a:pt x="300" y="298"/>
                  </a:lnTo>
                  <a:lnTo>
                    <a:pt x="300" y="298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0"/>
                  </a:lnTo>
                  <a:lnTo>
                    <a:pt x="298" y="303"/>
                  </a:lnTo>
                  <a:lnTo>
                    <a:pt x="298" y="303"/>
                  </a:lnTo>
                  <a:lnTo>
                    <a:pt x="300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7" y="307"/>
                  </a:lnTo>
                  <a:lnTo>
                    <a:pt x="309" y="305"/>
                  </a:lnTo>
                  <a:lnTo>
                    <a:pt x="309" y="305"/>
                  </a:lnTo>
                  <a:lnTo>
                    <a:pt x="309" y="305"/>
                  </a:lnTo>
                  <a:lnTo>
                    <a:pt x="312" y="307"/>
                  </a:lnTo>
                  <a:lnTo>
                    <a:pt x="312" y="307"/>
                  </a:lnTo>
                  <a:lnTo>
                    <a:pt x="312" y="307"/>
                  </a:lnTo>
                  <a:lnTo>
                    <a:pt x="314" y="307"/>
                  </a:lnTo>
                  <a:lnTo>
                    <a:pt x="314" y="307"/>
                  </a:lnTo>
                  <a:lnTo>
                    <a:pt x="317" y="305"/>
                  </a:lnTo>
                  <a:lnTo>
                    <a:pt x="317" y="305"/>
                  </a:lnTo>
                  <a:lnTo>
                    <a:pt x="324" y="305"/>
                  </a:lnTo>
                  <a:lnTo>
                    <a:pt x="324" y="305"/>
                  </a:lnTo>
                  <a:lnTo>
                    <a:pt x="324" y="305"/>
                  </a:lnTo>
                  <a:lnTo>
                    <a:pt x="326" y="305"/>
                  </a:lnTo>
                  <a:lnTo>
                    <a:pt x="326" y="305"/>
                  </a:lnTo>
                  <a:lnTo>
                    <a:pt x="326" y="307"/>
                  </a:lnTo>
                  <a:lnTo>
                    <a:pt x="326" y="307"/>
                  </a:lnTo>
                  <a:lnTo>
                    <a:pt x="326" y="307"/>
                  </a:lnTo>
                  <a:lnTo>
                    <a:pt x="326" y="310"/>
                  </a:lnTo>
                  <a:lnTo>
                    <a:pt x="326" y="312"/>
                  </a:lnTo>
                  <a:lnTo>
                    <a:pt x="324" y="312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4"/>
                  </a:lnTo>
                  <a:lnTo>
                    <a:pt x="324" y="317"/>
                  </a:lnTo>
                  <a:lnTo>
                    <a:pt x="324" y="317"/>
                  </a:lnTo>
                  <a:lnTo>
                    <a:pt x="324" y="317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4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21" y="324"/>
                  </a:lnTo>
                  <a:lnTo>
                    <a:pt x="317" y="324"/>
                  </a:lnTo>
                  <a:lnTo>
                    <a:pt x="317" y="324"/>
                  </a:lnTo>
                  <a:lnTo>
                    <a:pt x="317" y="324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7" y="326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29"/>
                  </a:lnTo>
                  <a:lnTo>
                    <a:pt x="319" y="331"/>
                  </a:lnTo>
                  <a:lnTo>
                    <a:pt x="319" y="331"/>
                  </a:lnTo>
                  <a:lnTo>
                    <a:pt x="319" y="331"/>
                  </a:lnTo>
                  <a:lnTo>
                    <a:pt x="319" y="333"/>
                  </a:lnTo>
                  <a:lnTo>
                    <a:pt x="314" y="336"/>
                  </a:lnTo>
                  <a:lnTo>
                    <a:pt x="314" y="338"/>
                  </a:lnTo>
                  <a:lnTo>
                    <a:pt x="314" y="338"/>
                  </a:lnTo>
                  <a:lnTo>
                    <a:pt x="314" y="341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4" y="343"/>
                  </a:lnTo>
                  <a:lnTo>
                    <a:pt x="312" y="345"/>
                  </a:lnTo>
                  <a:lnTo>
                    <a:pt x="309" y="348"/>
                  </a:lnTo>
                  <a:lnTo>
                    <a:pt x="309" y="348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0"/>
                  </a:lnTo>
                  <a:lnTo>
                    <a:pt x="309" y="352"/>
                  </a:lnTo>
                  <a:lnTo>
                    <a:pt x="307" y="352"/>
                  </a:lnTo>
                  <a:lnTo>
                    <a:pt x="307" y="352"/>
                  </a:lnTo>
                  <a:lnTo>
                    <a:pt x="307" y="352"/>
                  </a:lnTo>
                  <a:lnTo>
                    <a:pt x="309" y="355"/>
                  </a:lnTo>
                  <a:lnTo>
                    <a:pt x="309" y="355"/>
                  </a:lnTo>
                  <a:lnTo>
                    <a:pt x="309" y="357"/>
                  </a:lnTo>
                  <a:lnTo>
                    <a:pt x="309" y="357"/>
                  </a:lnTo>
                  <a:lnTo>
                    <a:pt x="309" y="359"/>
                  </a:lnTo>
                  <a:lnTo>
                    <a:pt x="309" y="359"/>
                  </a:lnTo>
                  <a:lnTo>
                    <a:pt x="309" y="362"/>
                  </a:lnTo>
                  <a:lnTo>
                    <a:pt x="309" y="362"/>
                  </a:lnTo>
                  <a:lnTo>
                    <a:pt x="309" y="362"/>
                  </a:lnTo>
                  <a:lnTo>
                    <a:pt x="307" y="362"/>
                  </a:lnTo>
                  <a:lnTo>
                    <a:pt x="307" y="362"/>
                  </a:lnTo>
                  <a:lnTo>
                    <a:pt x="307" y="362"/>
                  </a:lnTo>
                  <a:lnTo>
                    <a:pt x="305" y="362"/>
                  </a:lnTo>
                  <a:lnTo>
                    <a:pt x="302" y="362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4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05" y="371"/>
                  </a:lnTo>
                  <a:lnTo>
                    <a:pt x="305" y="371"/>
                  </a:lnTo>
                  <a:lnTo>
                    <a:pt x="305" y="371"/>
                  </a:lnTo>
                  <a:lnTo>
                    <a:pt x="305" y="374"/>
                  </a:lnTo>
                  <a:lnTo>
                    <a:pt x="305" y="374"/>
                  </a:lnTo>
                  <a:lnTo>
                    <a:pt x="305" y="374"/>
                  </a:lnTo>
                  <a:lnTo>
                    <a:pt x="302" y="376"/>
                  </a:lnTo>
                  <a:lnTo>
                    <a:pt x="302" y="376"/>
                  </a:lnTo>
                  <a:lnTo>
                    <a:pt x="302" y="378"/>
                  </a:lnTo>
                  <a:lnTo>
                    <a:pt x="302" y="378"/>
                  </a:lnTo>
                  <a:lnTo>
                    <a:pt x="302" y="378"/>
                  </a:lnTo>
                  <a:lnTo>
                    <a:pt x="302" y="381"/>
                  </a:lnTo>
                  <a:lnTo>
                    <a:pt x="302" y="381"/>
                  </a:lnTo>
                  <a:lnTo>
                    <a:pt x="302" y="381"/>
                  </a:lnTo>
                  <a:lnTo>
                    <a:pt x="302" y="383"/>
                  </a:lnTo>
                  <a:lnTo>
                    <a:pt x="302" y="383"/>
                  </a:lnTo>
                  <a:lnTo>
                    <a:pt x="302" y="383"/>
                  </a:lnTo>
                  <a:lnTo>
                    <a:pt x="305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9" y="388"/>
                  </a:lnTo>
                  <a:lnTo>
                    <a:pt x="309" y="388"/>
                  </a:lnTo>
                  <a:lnTo>
                    <a:pt x="307" y="388"/>
                  </a:lnTo>
                  <a:lnTo>
                    <a:pt x="307" y="390"/>
                  </a:lnTo>
                  <a:lnTo>
                    <a:pt x="307" y="390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3"/>
                  </a:lnTo>
                  <a:lnTo>
                    <a:pt x="307" y="395"/>
                  </a:lnTo>
                  <a:lnTo>
                    <a:pt x="307" y="397"/>
                  </a:lnTo>
                  <a:lnTo>
                    <a:pt x="307" y="397"/>
                  </a:lnTo>
                  <a:lnTo>
                    <a:pt x="307" y="400"/>
                  </a:lnTo>
                  <a:lnTo>
                    <a:pt x="307" y="400"/>
                  </a:lnTo>
                  <a:lnTo>
                    <a:pt x="305" y="402"/>
                  </a:lnTo>
                  <a:lnTo>
                    <a:pt x="305" y="402"/>
                  </a:lnTo>
                  <a:lnTo>
                    <a:pt x="305" y="402"/>
                  </a:lnTo>
                  <a:lnTo>
                    <a:pt x="302" y="402"/>
                  </a:lnTo>
                  <a:lnTo>
                    <a:pt x="300" y="402"/>
                  </a:lnTo>
                  <a:lnTo>
                    <a:pt x="300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2"/>
                  </a:lnTo>
                  <a:lnTo>
                    <a:pt x="298" y="404"/>
                  </a:lnTo>
                  <a:lnTo>
                    <a:pt x="295" y="404"/>
                  </a:lnTo>
                  <a:lnTo>
                    <a:pt x="295" y="407"/>
                  </a:lnTo>
                  <a:lnTo>
                    <a:pt x="295" y="407"/>
                  </a:lnTo>
                  <a:lnTo>
                    <a:pt x="293" y="407"/>
                  </a:lnTo>
                  <a:lnTo>
                    <a:pt x="293" y="407"/>
                  </a:lnTo>
                  <a:lnTo>
                    <a:pt x="293" y="409"/>
                  </a:lnTo>
                  <a:lnTo>
                    <a:pt x="293" y="409"/>
                  </a:lnTo>
                  <a:lnTo>
                    <a:pt x="291" y="409"/>
                  </a:lnTo>
                  <a:lnTo>
                    <a:pt x="293" y="412"/>
                  </a:lnTo>
                  <a:lnTo>
                    <a:pt x="293" y="412"/>
                  </a:lnTo>
                  <a:lnTo>
                    <a:pt x="293" y="414"/>
                  </a:lnTo>
                  <a:lnTo>
                    <a:pt x="293" y="414"/>
                  </a:lnTo>
                  <a:lnTo>
                    <a:pt x="293" y="414"/>
                  </a:lnTo>
                  <a:lnTo>
                    <a:pt x="295" y="416"/>
                  </a:lnTo>
                  <a:lnTo>
                    <a:pt x="295" y="419"/>
                  </a:lnTo>
                  <a:lnTo>
                    <a:pt x="295" y="419"/>
                  </a:lnTo>
                  <a:lnTo>
                    <a:pt x="295" y="421"/>
                  </a:lnTo>
                  <a:lnTo>
                    <a:pt x="295" y="421"/>
                  </a:lnTo>
                  <a:lnTo>
                    <a:pt x="295" y="421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5" y="423"/>
                  </a:lnTo>
                  <a:lnTo>
                    <a:pt x="293" y="426"/>
                  </a:lnTo>
                  <a:lnTo>
                    <a:pt x="291" y="426"/>
                  </a:lnTo>
                  <a:lnTo>
                    <a:pt x="291" y="428"/>
                  </a:lnTo>
                  <a:lnTo>
                    <a:pt x="291" y="428"/>
                  </a:lnTo>
                  <a:lnTo>
                    <a:pt x="291" y="428"/>
                  </a:lnTo>
                  <a:lnTo>
                    <a:pt x="291" y="430"/>
                  </a:lnTo>
                  <a:lnTo>
                    <a:pt x="291" y="430"/>
                  </a:lnTo>
                  <a:lnTo>
                    <a:pt x="291" y="430"/>
                  </a:lnTo>
                  <a:lnTo>
                    <a:pt x="291" y="433"/>
                  </a:lnTo>
                  <a:lnTo>
                    <a:pt x="291" y="433"/>
                  </a:lnTo>
                  <a:lnTo>
                    <a:pt x="288" y="433"/>
                  </a:lnTo>
                  <a:lnTo>
                    <a:pt x="288" y="435"/>
                  </a:lnTo>
                  <a:lnTo>
                    <a:pt x="288" y="435"/>
                  </a:lnTo>
                  <a:lnTo>
                    <a:pt x="291" y="435"/>
                  </a:lnTo>
                  <a:lnTo>
                    <a:pt x="293" y="435"/>
                  </a:lnTo>
                  <a:lnTo>
                    <a:pt x="295" y="438"/>
                  </a:lnTo>
                  <a:lnTo>
                    <a:pt x="298" y="438"/>
                  </a:lnTo>
                  <a:lnTo>
                    <a:pt x="300" y="440"/>
                  </a:lnTo>
                  <a:lnTo>
                    <a:pt x="300" y="440"/>
                  </a:lnTo>
                  <a:lnTo>
                    <a:pt x="300" y="440"/>
                  </a:lnTo>
                  <a:lnTo>
                    <a:pt x="300" y="442"/>
                  </a:lnTo>
                  <a:lnTo>
                    <a:pt x="300" y="442"/>
                  </a:lnTo>
                  <a:lnTo>
                    <a:pt x="302" y="442"/>
                  </a:lnTo>
                  <a:lnTo>
                    <a:pt x="305" y="445"/>
                  </a:lnTo>
                  <a:lnTo>
                    <a:pt x="305" y="447"/>
                  </a:lnTo>
                  <a:lnTo>
                    <a:pt x="305" y="447"/>
                  </a:lnTo>
                  <a:lnTo>
                    <a:pt x="307" y="447"/>
                  </a:lnTo>
                  <a:lnTo>
                    <a:pt x="307" y="447"/>
                  </a:lnTo>
                  <a:lnTo>
                    <a:pt x="309" y="447"/>
                  </a:lnTo>
                  <a:lnTo>
                    <a:pt x="309" y="447"/>
                  </a:lnTo>
                  <a:lnTo>
                    <a:pt x="309" y="447"/>
                  </a:lnTo>
                  <a:lnTo>
                    <a:pt x="312" y="447"/>
                  </a:lnTo>
                  <a:lnTo>
                    <a:pt x="314" y="447"/>
                  </a:lnTo>
                  <a:lnTo>
                    <a:pt x="314" y="447"/>
                  </a:lnTo>
                  <a:lnTo>
                    <a:pt x="314" y="447"/>
                  </a:lnTo>
                  <a:lnTo>
                    <a:pt x="314" y="445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7" y="442"/>
                  </a:lnTo>
                  <a:lnTo>
                    <a:pt x="319" y="442"/>
                  </a:lnTo>
                  <a:lnTo>
                    <a:pt x="319" y="442"/>
                  </a:lnTo>
                  <a:lnTo>
                    <a:pt x="321" y="442"/>
                  </a:lnTo>
                  <a:lnTo>
                    <a:pt x="321" y="442"/>
                  </a:lnTo>
                  <a:lnTo>
                    <a:pt x="321" y="442"/>
                  </a:lnTo>
                  <a:lnTo>
                    <a:pt x="324" y="440"/>
                  </a:lnTo>
                  <a:lnTo>
                    <a:pt x="328" y="440"/>
                  </a:lnTo>
                  <a:lnTo>
                    <a:pt x="328" y="440"/>
                  </a:lnTo>
                  <a:lnTo>
                    <a:pt x="328" y="440"/>
                  </a:lnTo>
                  <a:lnTo>
                    <a:pt x="328" y="438"/>
                  </a:lnTo>
                  <a:lnTo>
                    <a:pt x="328" y="438"/>
                  </a:lnTo>
                  <a:lnTo>
                    <a:pt x="331" y="438"/>
                  </a:lnTo>
                  <a:lnTo>
                    <a:pt x="331" y="438"/>
                  </a:lnTo>
                  <a:lnTo>
                    <a:pt x="331" y="435"/>
                  </a:lnTo>
                  <a:lnTo>
                    <a:pt x="333" y="435"/>
                  </a:lnTo>
                  <a:lnTo>
                    <a:pt x="333" y="435"/>
                  </a:lnTo>
                  <a:lnTo>
                    <a:pt x="333" y="435"/>
                  </a:lnTo>
                  <a:lnTo>
                    <a:pt x="333" y="433"/>
                  </a:lnTo>
                  <a:lnTo>
                    <a:pt x="333" y="433"/>
                  </a:lnTo>
                  <a:lnTo>
                    <a:pt x="335" y="433"/>
                  </a:lnTo>
                  <a:lnTo>
                    <a:pt x="335" y="433"/>
                  </a:lnTo>
                  <a:lnTo>
                    <a:pt x="335" y="433"/>
                  </a:lnTo>
                  <a:lnTo>
                    <a:pt x="335" y="430"/>
                  </a:lnTo>
                  <a:lnTo>
                    <a:pt x="338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30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8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0" y="426"/>
                  </a:lnTo>
                  <a:lnTo>
                    <a:pt x="343" y="426"/>
                  </a:lnTo>
                  <a:lnTo>
                    <a:pt x="343" y="426"/>
                  </a:lnTo>
                  <a:lnTo>
                    <a:pt x="347" y="428"/>
                  </a:lnTo>
                  <a:lnTo>
                    <a:pt x="350" y="430"/>
                  </a:lnTo>
                  <a:lnTo>
                    <a:pt x="350" y="433"/>
                  </a:lnTo>
                  <a:lnTo>
                    <a:pt x="350" y="433"/>
                  </a:lnTo>
                  <a:lnTo>
                    <a:pt x="350" y="433"/>
                  </a:lnTo>
                  <a:lnTo>
                    <a:pt x="350" y="435"/>
                  </a:lnTo>
                  <a:lnTo>
                    <a:pt x="350" y="435"/>
                  </a:lnTo>
                  <a:lnTo>
                    <a:pt x="354" y="438"/>
                  </a:lnTo>
                  <a:lnTo>
                    <a:pt x="357" y="438"/>
                  </a:lnTo>
                  <a:lnTo>
                    <a:pt x="357" y="438"/>
                  </a:lnTo>
                  <a:lnTo>
                    <a:pt x="357" y="440"/>
                  </a:lnTo>
                  <a:lnTo>
                    <a:pt x="357" y="440"/>
                  </a:lnTo>
                  <a:lnTo>
                    <a:pt x="357" y="440"/>
                  </a:lnTo>
                  <a:lnTo>
                    <a:pt x="357" y="442"/>
                  </a:lnTo>
                  <a:lnTo>
                    <a:pt x="357" y="442"/>
                  </a:lnTo>
                  <a:lnTo>
                    <a:pt x="357" y="442"/>
                  </a:lnTo>
                  <a:lnTo>
                    <a:pt x="357" y="445"/>
                  </a:lnTo>
                  <a:lnTo>
                    <a:pt x="354" y="445"/>
                  </a:lnTo>
                  <a:lnTo>
                    <a:pt x="354" y="447"/>
                  </a:lnTo>
                  <a:lnTo>
                    <a:pt x="354" y="447"/>
                  </a:lnTo>
                  <a:lnTo>
                    <a:pt x="354" y="447"/>
                  </a:lnTo>
                  <a:lnTo>
                    <a:pt x="354" y="449"/>
                  </a:lnTo>
                  <a:lnTo>
                    <a:pt x="359" y="449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2"/>
                  </a:lnTo>
                  <a:lnTo>
                    <a:pt x="359" y="454"/>
                  </a:lnTo>
                  <a:lnTo>
                    <a:pt x="359" y="456"/>
                  </a:lnTo>
                  <a:lnTo>
                    <a:pt x="359" y="456"/>
                  </a:lnTo>
                  <a:lnTo>
                    <a:pt x="357" y="456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59"/>
                  </a:lnTo>
                  <a:lnTo>
                    <a:pt x="357" y="461"/>
                  </a:lnTo>
                  <a:lnTo>
                    <a:pt x="357" y="461"/>
                  </a:lnTo>
                  <a:lnTo>
                    <a:pt x="357" y="464"/>
                  </a:lnTo>
                  <a:lnTo>
                    <a:pt x="359" y="466"/>
                  </a:lnTo>
                  <a:lnTo>
                    <a:pt x="361" y="466"/>
                  </a:lnTo>
                  <a:lnTo>
                    <a:pt x="361" y="466"/>
                  </a:lnTo>
                  <a:lnTo>
                    <a:pt x="361" y="468"/>
                  </a:lnTo>
                  <a:lnTo>
                    <a:pt x="359" y="471"/>
                  </a:lnTo>
                  <a:lnTo>
                    <a:pt x="359" y="473"/>
                  </a:lnTo>
                  <a:lnTo>
                    <a:pt x="359" y="473"/>
                  </a:lnTo>
                  <a:lnTo>
                    <a:pt x="359" y="475"/>
                  </a:lnTo>
                  <a:lnTo>
                    <a:pt x="359" y="475"/>
                  </a:lnTo>
                  <a:lnTo>
                    <a:pt x="359" y="475"/>
                  </a:lnTo>
                  <a:lnTo>
                    <a:pt x="361" y="475"/>
                  </a:lnTo>
                  <a:lnTo>
                    <a:pt x="361" y="478"/>
                  </a:lnTo>
                  <a:lnTo>
                    <a:pt x="364" y="478"/>
                  </a:lnTo>
                  <a:lnTo>
                    <a:pt x="364" y="480"/>
                  </a:lnTo>
                  <a:lnTo>
                    <a:pt x="364" y="480"/>
                  </a:lnTo>
                  <a:lnTo>
                    <a:pt x="364" y="483"/>
                  </a:lnTo>
                  <a:lnTo>
                    <a:pt x="364" y="483"/>
                  </a:lnTo>
                  <a:lnTo>
                    <a:pt x="364" y="483"/>
                  </a:lnTo>
                  <a:lnTo>
                    <a:pt x="366" y="485"/>
                  </a:lnTo>
                  <a:lnTo>
                    <a:pt x="366" y="487"/>
                  </a:lnTo>
                  <a:lnTo>
                    <a:pt x="369" y="487"/>
                  </a:lnTo>
                  <a:lnTo>
                    <a:pt x="369" y="490"/>
                  </a:lnTo>
                  <a:lnTo>
                    <a:pt x="369" y="490"/>
                  </a:lnTo>
                  <a:lnTo>
                    <a:pt x="369" y="492"/>
                  </a:lnTo>
                  <a:lnTo>
                    <a:pt x="371" y="492"/>
                  </a:lnTo>
                  <a:lnTo>
                    <a:pt x="371" y="492"/>
                  </a:lnTo>
                  <a:lnTo>
                    <a:pt x="371" y="494"/>
                  </a:lnTo>
                  <a:lnTo>
                    <a:pt x="371" y="494"/>
                  </a:lnTo>
                  <a:lnTo>
                    <a:pt x="371" y="494"/>
                  </a:lnTo>
                  <a:lnTo>
                    <a:pt x="371" y="497"/>
                  </a:lnTo>
                  <a:lnTo>
                    <a:pt x="371" y="497"/>
                  </a:lnTo>
                  <a:lnTo>
                    <a:pt x="371" y="497"/>
                  </a:lnTo>
                  <a:lnTo>
                    <a:pt x="371" y="499"/>
                  </a:lnTo>
                  <a:lnTo>
                    <a:pt x="371" y="499"/>
                  </a:lnTo>
                  <a:lnTo>
                    <a:pt x="373" y="499"/>
                  </a:lnTo>
                  <a:lnTo>
                    <a:pt x="376" y="499"/>
                  </a:lnTo>
                  <a:lnTo>
                    <a:pt x="376" y="499"/>
                  </a:lnTo>
                  <a:lnTo>
                    <a:pt x="376" y="501"/>
                  </a:lnTo>
                  <a:lnTo>
                    <a:pt x="376" y="504"/>
                  </a:lnTo>
                  <a:lnTo>
                    <a:pt x="376" y="504"/>
                  </a:lnTo>
                  <a:lnTo>
                    <a:pt x="378" y="509"/>
                  </a:lnTo>
                  <a:lnTo>
                    <a:pt x="380" y="509"/>
                  </a:lnTo>
                  <a:lnTo>
                    <a:pt x="380" y="513"/>
                  </a:lnTo>
                  <a:lnTo>
                    <a:pt x="380" y="513"/>
                  </a:lnTo>
                  <a:lnTo>
                    <a:pt x="380" y="516"/>
                  </a:lnTo>
                  <a:lnTo>
                    <a:pt x="380" y="516"/>
                  </a:lnTo>
                  <a:lnTo>
                    <a:pt x="380" y="516"/>
                  </a:lnTo>
                  <a:lnTo>
                    <a:pt x="380" y="518"/>
                  </a:lnTo>
                  <a:lnTo>
                    <a:pt x="380" y="520"/>
                  </a:lnTo>
                  <a:lnTo>
                    <a:pt x="378" y="520"/>
                  </a:lnTo>
                  <a:lnTo>
                    <a:pt x="378" y="520"/>
                  </a:lnTo>
                  <a:lnTo>
                    <a:pt x="378" y="520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3"/>
                  </a:lnTo>
                  <a:lnTo>
                    <a:pt x="376" y="525"/>
                  </a:lnTo>
                  <a:lnTo>
                    <a:pt x="376" y="525"/>
                  </a:lnTo>
                  <a:lnTo>
                    <a:pt x="378" y="525"/>
                  </a:lnTo>
                  <a:lnTo>
                    <a:pt x="378" y="528"/>
                  </a:lnTo>
                  <a:lnTo>
                    <a:pt x="378" y="530"/>
                  </a:lnTo>
                  <a:lnTo>
                    <a:pt x="378" y="532"/>
                  </a:lnTo>
                  <a:lnTo>
                    <a:pt x="378" y="532"/>
                  </a:lnTo>
                  <a:lnTo>
                    <a:pt x="380" y="535"/>
                  </a:lnTo>
                  <a:lnTo>
                    <a:pt x="385" y="537"/>
                  </a:lnTo>
                  <a:lnTo>
                    <a:pt x="385" y="537"/>
                  </a:lnTo>
                  <a:lnTo>
                    <a:pt x="385" y="537"/>
                  </a:lnTo>
                  <a:lnTo>
                    <a:pt x="385" y="539"/>
                  </a:lnTo>
                  <a:lnTo>
                    <a:pt x="385" y="542"/>
                  </a:lnTo>
                  <a:lnTo>
                    <a:pt x="388" y="542"/>
                  </a:lnTo>
                  <a:lnTo>
                    <a:pt x="388" y="542"/>
                  </a:lnTo>
                  <a:lnTo>
                    <a:pt x="390" y="542"/>
                  </a:lnTo>
                  <a:lnTo>
                    <a:pt x="390" y="542"/>
                  </a:lnTo>
                  <a:lnTo>
                    <a:pt x="390" y="542"/>
                  </a:lnTo>
                  <a:lnTo>
                    <a:pt x="392" y="539"/>
                  </a:lnTo>
                  <a:lnTo>
                    <a:pt x="392" y="539"/>
                  </a:lnTo>
                  <a:lnTo>
                    <a:pt x="395" y="539"/>
                  </a:lnTo>
                  <a:lnTo>
                    <a:pt x="395" y="539"/>
                  </a:lnTo>
                  <a:lnTo>
                    <a:pt x="397" y="539"/>
                  </a:lnTo>
                  <a:lnTo>
                    <a:pt x="399" y="539"/>
                  </a:lnTo>
                  <a:lnTo>
                    <a:pt x="399" y="542"/>
                  </a:lnTo>
                  <a:lnTo>
                    <a:pt x="402" y="544"/>
                  </a:lnTo>
                  <a:lnTo>
                    <a:pt x="404" y="546"/>
                  </a:lnTo>
                  <a:lnTo>
                    <a:pt x="404" y="546"/>
                  </a:lnTo>
                  <a:lnTo>
                    <a:pt x="404" y="549"/>
                  </a:lnTo>
                  <a:lnTo>
                    <a:pt x="406" y="549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1"/>
                  </a:lnTo>
                  <a:lnTo>
                    <a:pt x="406" y="554"/>
                  </a:lnTo>
                  <a:lnTo>
                    <a:pt x="406" y="554"/>
                  </a:lnTo>
                  <a:lnTo>
                    <a:pt x="406" y="554"/>
                  </a:lnTo>
                  <a:lnTo>
                    <a:pt x="409" y="554"/>
                  </a:lnTo>
                  <a:lnTo>
                    <a:pt x="409" y="556"/>
                  </a:lnTo>
                  <a:lnTo>
                    <a:pt x="409" y="556"/>
                  </a:lnTo>
                  <a:lnTo>
                    <a:pt x="409" y="556"/>
                  </a:lnTo>
                  <a:lnTo>
                    <a:pt x="409" y="558"/>
                  </a:lnTo>
                  <a:lnTo>
                    <a:pt x="409" y="558"/>
                  </a:lnTo>
                  <a:lnTo>
                    <a:pt x="411" y="561"/>
                  </a:lnTo>
                  <a:lnTo>
                    <a:pt x="411" y="561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3"/>
                  </a:lnTo>
                  <a:lnTo>
                    <a:pt x="411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5"/>
                  </a:lnTo>
                  <a:lnTo>
                    <a:pt x="409" y="568"/>
                  </a:lnTo>
                  <a:lnTo>
                    <a:pt x="409" y="568"/>
                  </a:lnTo>
                  <a:lnTo>
                    <a:pt x="411" y="570"/>
                  </a:lnTo>
                  <a:lnTo>
                    <a:pt x="411" y="570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411" y="575"/>
                  </a:lnTo>
                  <a:lnTo>
                    <a:pt x="414" y="575"/>
                  </a:lnTo>
                  <a:lnTo>
                    <a:pt x="414" y="575"/>
                  </a:lnTo>
                  <a:lnTo>
                    <a:pt x="414" y="577"/>
                  </a:lnTo>
                  <a:lnTo>
                    <a:pt x="414" y="577"/>
                  </a:lnTo>
                  <a:lnTo>
                    <a:pt x="414" y="580"/>
                  </a:lnTo>
                  <a:lnTo>
                    <a:pt x="411" y="580"/>
                  </a:lnTo>
                  <a:lnTo>
                    <a:pt x="411" y="580"/>
                  </a:lnTo>
                  <a:lnTo>
                    <a:pt x="411" y="582"/>
                  </a:lnTo>
                  <a:lnTo>
                    <a:pt x="414" y="582"/>
                  </a:lnTo>
                  <a:lnTo>
                    <a:pt x="414" y="582"/>
                  </a:lnTo>
                  <a:lnTo>
                    <a:pt x="414" y="584"/>
                  </a:lnTo>
                  <a:lnTo>
                    <a:pt x="414" y="584"/>
                  </a:lnTo>
                  <a:lnTo>
                    <a:pt x="414" y="587"/>
                  </a:lnTo>
                  <a:lnTo>
                    <a:pt x="416" y="587"/>
                  </a:lnTo>
                  <a:lnTo>
                    <a:pt x="416" y="587"/>
                  </a:lnTo>
                  <a:lnTo>
                    <a:pt x="416" y="587"/>
                  </a:lnTo>
                  <a:lnTo>
                    <a:pt x="418" y="589"/>
                  </a:lnTo>
                  <a:lnTo>
                    <a:pt x="418" y="589"/>
                  </a:lnTo>
                  <a:lnTo>
                    <a:pt x="418" y="591"/>
                  </a:lnTo>
                  <a:lnTo>
                    <a:pt x="423" y="591"/>
                  </a:lnTo>
                  <a:lnTo>
                    <a:pt x="423" y="594"/>
                  </a:lnTo>
                  <a:lnTo>
                    <a:pt x="423" y="594"/>
                  </a:lnTo>
                  <a:lnTo>
                    <a:pt x="425" y="596"/>
                  </a:lnTo>
                  <a:lnTo>
                    <a:pt x="425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6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91"/>
                  </a:lnTo>
                  <a:lnTo>
                    <a:pt x="428" y="589"/>
                  </a:lnTo>
                  <a:lnTo>
                    <a:pt x="428" y="589"/>
                  </a:lnTo>
                  <a:lnTo>
                    <a:pt x="430" y="589"/>
                  </a:lnTo>
                  <a:lnTo>
                    <a:pt x="435" y="584"/>
                  </a:lnTo>
                  <a:lnTo>
                    <a:pt x="435" y="584"/>
                  </a:lnTo>
                  <a:lnTo>
                    <a:pt x="437" y="584"/>
                  </a:lnTo>
                  <a:lnTo>
                    <a:pt x="440" y="584"/>
                  </a:lnTo>
                  <a:lnTo>
                    <a:pt x="440" y="582"/>
                  </a:lnTo>
                  <a:lnTo>
                    <a:pt x="442" y="582"/>
                  </a:lnTo>
                  <a:lnTo>
                    <a:pt x="442" y="582"/>
                  </a:lnTo>
                  <a:lnTo>
                    <a:pt x="444" y="584"/>
                  </a:lnTo>
                  <a:lnTo>
                    <a:pt x="456" y="587"/>
                  </a:lnTo>
                  <a:lnTo>
                    <a:pt x="456" y="587"/>
                  </a:lnTo>
                  <a:lnTo>
                    <a:pt x="456" y="587"/>
                  </a:lnTo>
                  <a:lnTo>
                    <a:pt x="458" y="589"/>
                  </a:lnTo>
                  <a:lnTo>
                    <a:pt x="458" y="589"/>
                  </a:lnTo>
                  <a:lnTo>
                    <a:pt x="461" y="589"/>
                  </a:lnTo>
                  <a:lnTo>
                    <a:pt x="463" y="589"/>
                  </a:lnTo>
                  <a:lnTo>
                    <a:pt x="463" y="589"/>
                  </a:lnTo>
                  <a:lnTo>
                    <a:pt x="466" y="589"/>
                  </a:lnTo>
                  <a:lnTo>
                    <a:pt x="466" y="591"/>
                  </a:lnTo>
                  <a:lnTo>
                    <a:pt x="466" y="591"/>
                  </a:lnTo>
                  <a:lnTo>
                    <a:pt x="466" y="591"/>
                  </a:lnTo>
                  <a:lnTo>
                    <a:pt x="468" y="591"/>
                  </a:lnTo>
                  <a:lnTo>
                    <a:pt x="468" y="591"/>
                  </a:lnTo>
                  <a:lnTo>
                    <a:pt x="470" y="591"/>
                  </a:lnTo>
                  <a:lnTo>
                    <a:pt x="470" y="591"/>
                  </a:lnTo>
                  <a:lnTo>
                    <a:pt x="470" y="591"/>
                  </a:lnTo>
                  <a:lnTo>
                    <a:pt x="473" y="587"/>
                  </a:lnTo>
                  <a:lnTo>
                    <a:pt x="473" y="584"/>
                  </a:lnTo>
                  <a:lnTo>
                    <a:pt x="475" y="584"/>
                  </a:lnTo>
                  <a:lnTo>
                    <a:pt x="475" y="582"/>
                  </a:lnTo>
                  <a:lnTo>
                    <a:pt x="475" y="582"/>
                  </a:lnTo>
                  <a:lnTo>
                    <a:pt x="477" y="582"/>
                  </a:lnTo>
                  <a:lnTo>
                    <a:pt x="477" y="582"/>
                  </a:lnTo>
                  <a:lnTo>
                    <a:pt x="480" y="582"/>
                  </a:lnTo>
                  <a:lnTo>
                    <a:pt x="480" y="582"/>
                  </a:lnTo>
                  <a:lnTo>
                    <a:pt x="482" y="582"/>
                  </a:lnTo>
                  <a:lnTo>
                    <a:pt x="482" y="580"/>
                  </a:lnTo>
                  <a:lnTo>
                    <a:pt x="482" y="580"/>
                  </a:lnTo>
                  <a:lnTo>
                    <a:pt x="484" y="580"/>
                  </a:lnTo>
                  <a:lnTo>
                    <a:pt x="484" y="580"/>
                  </a:lnTo>
                  <a:lnTo>
                    <a:pt x="487" y="582"/>
                  </a:lnTo>
                  <a:lnTo>
                    <a:pt x="487" y="582"/>
                  </a:lnTo>
                  <a:lnTo>
                    <a:pt x="487" y="582"/>
                  </a:lnTo>
                  <a:lnTo>
                    <a:pt x="489" y="582"/>
                  </a:lnTo>
                  <a:lnTo>
                    <a:pt x="492" y="582"/>
                  </a:lnTo>
                  <a:lnTo>
                    <a:pt x="494" y="584"/>
                  </a:lnTo>
                  <a:lnTo>
                    <a:pt x="496" y="584"/>
                  </a:lnTo>
                  <a:lnTo>
                    <a:pt x="496" y="584"/>
                  </a:lnTo>
                  <a:lnTo>
                    <a:pt x="506" y="584"/>
                  </a:lnTo>
                  <a:lnTo>
                    <a:pt x="508" y="584"/>
                  </a:lnTo>
                  <a:lnTo>
                    <a:pt x="508" y="584"/>
                  </a:lnTo>
                  <a:lnTo>
                    <a:pt x="511" y="584"/>
                  </a:lnTo>
                  <a:lnTo>
                    <a:pt x="511" y="584"/>
                  </a:lnTo>
                  <a:lnTo>
                    <a:pt x="511" y="584"/>
                  </a:lnTo>
                  <a:lnTo>
                    <a:pt x="513" y="584"/>
                  </a:lnTo>
                  <a:lnTo>
                    <a:pt x="513" y="584"/>
                  </a:lnTo>
                  <a:lnTo>
                    <a:pt x="518" y="584"/>
                  </a:lnTo>
                  <a:lnTo>
                    <a:pt x="518" y="584"/>
                  </a:lnTo>
                  <a:lnTo>
                    <a:pt x="520" y="587"/>
                  </a:lnTo>
                  <a:lnTo>
                    <a:pt x="520" y="587"/>
                  </a:lnTo>
                  <a:lnTo>
                    <a:pt x="520" y="587"/>
                  </a:lnTo>
                  <a:lnTo>
                    <a:pt x="520" y="589"/>
                  </a:lnTo>
                  <a:lnTo>
                    <a:pt x="520" y="589"/>
                  </a:lnTo>
                  <a:lnTo>
                    <a:pt x="522" y="589"/>
                  </a:lnTo>
                  <a:lnTo>
                    <a:pt x="522" y="589"/>
                  </a:lnTo>
                  <a:lnTo>
                    <a:pt x="522" y="589"/>
                  </a:lnTo>
                  <a:lnTo>
                    <a:pt x="525" y="589"/>
                  </a:lnTo>
                  <a:lnTo>
                    <a:pt x="525" y="589"/>
                  </a:lnTo>
                  <a:lnTo>
                    <a:pt x="527" y="589"/>
                  </a:lnTo>
                  <a:lnTo>
                    <a:pt x="529" y="589"/>
                  </a:lnTo>
                  <a:lnTo>
                    <a:pt x="529" y="589"/>
                  </a:lnTo>
                  <a:lnTo>
                    <a:pt x="534" y="587"/>
                  </a:lnTo>
                  <a:lnTo>
                    <a:pt x="534" y="587"/>
                  </a:lnTo>
                  <a:lnTo>
                    <a:pt x="546" y="587"/>
                  </a:lnTo>
                  <a:lnTo>
                    <a:pt x="546" y="587"/>
                  </a:lnTo>
                  <a:lnTo>
                    <a:pt x="548" y="589"/>
                  </a:lnTo>
                  <a:lnTo>
                    <a:pt x="551" y="589"/>
                  </a:lnTo>
                  <a:lnTo>
                    <a:pt x="551" y="589"/>
                  </a:lnTo>
                  <a:lnTo>
                    <a:pt x="551" y="589"/>
                  </a:lnTo>
                  <a:lnTo>
                    <a:pt x="553" y="589"/>
                  </a:lnTo>
                  <a:lnTo>
                    <a:pt x="553" y="589"/>
                  </a:lnTo>
                  <a:lnTo>
                    <a:pt x="555" y="589"/>
                  </a:lnTo>
                  <a:lnTo>
                    <a:pt x="555" y="589"/>
                  </a:lnTo>
                  <a:lnTo>
                    <a:pt x="555" y="589"/>
                  </a:lnTo>
                  <a:lnTo>
                    <a:pt x="553" y="589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7"/>
                  </a:lnTo>
                  <a:lnTo>
                    <a:pt x="551" y="584"/>
                  </a:lnTo>
                  <a:lnTo>
                    <a:pt x="551" y="584"/>
                  </a:lnTo>
                  <a:lnTo>
                    <a:pt x="551" y="584"/>
                  </a:lnTo>
                  <a:lnTo>
                    <a:pt x="551" y="582"/>
                  </a:lnTo>
                  <a:lnTo>
                    <a:pt x="551" y="582"/>
                  </a:lnTo>
                  <a:lnTo>
                    <a:pt x="551" y="582"/>
                  </a:lnTo>
                  <a:lnTo>
                    <a:pt x="551" y="580"/>
                  </a:lnTo>
                  <a:lnTo>
                    <a:pt x="551" y="580"/>
                  </a:lnTo>
                  <a:lnTo>
                    <a:pt x="553" y="577"/>
                  </a:lnTo>
                  <a:lnTo>
                    <a:pt x="553" y="577"/>
                  </a:lnTo>
                  <a:lnTo>
                    <a:pt x="553" y="577"/>
                  </a:lnTo>
                  <a:lnTo>
                    <a:pt x="555" y="577"/>
                  </a:lnTo>
                  <a:lnTo>
                    <a:pt x="555" y="577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5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2"/>
                  </a:lnTo>
                  <a:lnTo>
                    <a:pt x="555" y="570"/>
                  </a:lnTo>
                  <a:lnTo>
                    <a:pt x="555" y="570"/>
                  </a:lnTo>
                  <a:lnTo>
                    <a:pt x="555" y="570"/>
                  </a:lnTo>
                  <a:lnTo>
                    <a:pt x="558" y="570"/>
                  </a:lnTo>
                  <a:lnTo>
                    <a:pt x="558" y="568"/>
                  </a:lnTo>
                  <a:lnTo>
                    <a:pt x="558" y="568"/>
                  </a:lnTo>
                  <a:lnTo>
                    <a:pt x="560" y="568"/>
                  </a:lnTo>
                  <a:lnTo>
                    <a:pt x="563" y="568"/>
                  </a:lnTo>
                  <a:lnTo>
                    <a:pt x="563" y="568"/>
                  </a:lnTo>
                  <a:lnTo>
                    <a:pt x="565" y="565"/>
                  </a:lnTo>
                  <a:lnTo>
                    <a:pt x="565" y="565"/>
                  </a:lnTo>
                  <a:lnTo>
                    <a:pt x="565" y="565"/>
                  </a:lnTo>
                  <a:lnTo>
                    <a:pt x="567" y="565"/>
                  </a:lnTo>
                  <a:lnTo>
                    <a:pt x="570" y="568"/>
                  </a:lnTo>
                  <a:lnTo>
                    <a:pt x="570" y="570"/>
                  </a:lnTo>
                  <a:lnTo>
                    <a:pt x="570" y="572"/>
                  </a:lnTo>
                  <a:lnTo>
                    <a:pt x="574" y="577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77" y="580"/>
                  </a:lnTo>
                  <a:lnTo>
                    <a:pt x="577" y="580"/>
                  </a:lnTo>
                  <a:lnTo>
                    <a:pt x="577" y="582"/>
                  </a:lnTo>
                  <a:lnTo>
                    <a:pt x="577" y="582"/>
                  </a:lnTo>
                  <a:lnTo>
                    <a:pt x="577" y="582"/>
                  </a:lnTo>
                  <a:lnTo>
                    <a:pt x="577" y="584"/>
                  </a:lnTo>
                  <a:lnTo>
                    <a:pt x="577" y="584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7" y="587"/>
                  </a:lnTo>
                  <a:lnTo>
                    <a:pt x="579" y="589"/>
                  </a:lnTo>
                  <a:lnTo>
                    <a:pt x="579" y="589"/>
                  </a:lnTo>
                  <a:lnTo>
                    <a:pt x="581" y="589"/>
                  </a:lnTo>
                  <a:lnTo>
                    <a:pt x="581" y="591"/>
                  </a:lnTo>
                  <a:lnTo>
                    <a:pt x="584" y="594"/>
                  </a:lnTo>
                  <a:lnTo>
                    <a:pt x="586" y="596"/>
                  </a:lnTo>
                  <a:lnTo>
                    <a:pt x="586" y="599"/>
                  </a:lnTo>
                  <a:lnTo>
                    <a:pt x="591" y="601"/>
                  </a:lnTo>
                  <a:lnTo>
                    <a:pt x="591" y="60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5" name="Freeform 43">
              <a:extLst>
                <a:ext uri="{FF2B5EF4-FFF2-40B4-BE49-F238E27FC236}">
                  <a16:creationId xmlns:a16="http://schemas.microsoft.com/office/drawing/2014/main" id="{12CDC935-8B28-42A0-B9E2-AC7E5263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8170" y="2452835"/>
              <a:ext cx="582489" cy="359690"/>
            </a:xfrm>
            <a:custGeom>
              <a:avLst/>
              <a:gdLst>
                <a:gd name="T0" fmla="*/ 582 w 617"/>
                <a:gd name="T1" fmla="*/ 130 h 381"/>
                <a:gd name="T2" fmla="*/ 596 w 617"/>
                <a:gd name="T3" fmla="*/ 149 h 381"/>
                <a:gd name="T4" fmla="*/ 613 w 617"/>
                <a:gd name="T5" fmla="*/ 160 h 381"/>
                <a:gd name="T6" fmla="*/ 615 w 617"/>
                <a:gd name="T7" fmla="*/ 194 h 381"/>
                <a:gd name="T8" fmla="*/ 603 w 617"/>
                <a:gd name="T9" fmla="*/ 210 h 381"/>
                <a:gd name="T10" fmla="*/ 603 w 617"/>
                <a:gd name="T11" fmla="*/ 222 h 381"/>
                <a:gd name="T12" fmla="*/ 579 w 617"/>
                <a:gd name="T13" fmla="*/ 236 h 381"/>
                <a:gd name="T14" fmla="*/ 534 w 617"/>
                <a:gd name="T15" fmla="*/ 265 h 381"/>
                <a:gd name="T16" fmla="*/ 549 w 617"/>
                <a:gd name="T17" fmla="*/ 288 h 381"/>
                <a:gd name="T18" fmla="*/ 539 w 617"/>
                <a:gd name="T19" fmla="*/ 326 h 381"/>
                <a:gd name="T20" fmla="*/ 520 w 617"/>
                <a:gd name="T21" fmla="*/ 350 h 381"/>
                <a:gd name="T22" fmla="*/ 513 w 617"/>
                <a:gd name="T23" fmla="*/ 362 h 381"/>
                <a:gd name="T24" fmla="*/ 511 w 617"/>
                <a:gd name="T25" fmla="*/ 381 h 381"/>
                <a:gd name="T26" fmla="*/ 499 w 617"/>
                <a:gd name="T27" fmla="*/ 371 h 381"/>
                <a:gd name="T28" fmla="*/ 494 w 617"/>
                <a:gd name="T29" fmla="*/ 366 h 381"/>
                <a:gd name="T30" fmla="*/ 487 w 617"/>
                <a:gd name="T31" fmla="*/ 362 h 381"/>
                <a:gd name="T32" fmla="*/ 480 w 617"/>
                <a:gd name="T33" fmla="*/ 355 h 381"/>
                <a:gd name="T34" fmla="*/ 350 w 617"/>
                <a:gd name="T35" fmla="*/ 364 h 381"/>
                <a:gd name="T36" fmla="*/ 163 w 617"/>
                <a:gd name="T37" fmla="*/ 373 h 381"/>
                <a:gd name="T38" fmla="*/ 92 w 617"/>
                <a:gd name="T39" fmla="*/ 378 h 381"/>
                <a:gd name="T40" fmla="*/ 92 w 617"/>
                <a:gd name="T41" fmla="*/ 378 h 381"/>
                <a:gd name="T42" fmla="*/ 85 w 617"/>
                <a:gd name="T43" fmla="*/ 369 h 381"/>
                <a:gd name="T44" fmla="*/ 85 w 617"/>
                <a:gd name="T45" fmla="*/ 357 h 381"/>
                <a:gd name="T46" fmla="*/ 85 w 617"/>
                <a:gd name="T47" fmla="*/ 340 h 381"/>
                <a:gd name="T48" fmla="*/ 80 w 617"/>
                <a:gd name="T49" fmla="*/ 326 h 381"/>
                <a:gd name="T50" fmla="*/ 80 w 617"/>
                <a:gd name="T51" fmla="*/ 321 h 381"/>
                <a:gd name="T52" fmla="*/ 80 w 617"/>
                <a:gd name="T53" fmla="*/ 307 h 381"/>
                <a:gd name="T54" fmla="*/ 78 w 617"/>
                <a:gd name="T55" fmla="*/ 291 h 381"/>
                <a:gd name="T56" fmla="*/ 73 w 617"/>
                <a:gd name="T57" fmla="*/ 272 h 381"/>
                <a:gd name="T58" fmla="*/ 66 w 617"/>
                <a:gd name="T59" fmla="*/ 265 h 381"/>
                <a:gd name="T60" fmla="*/ 59 w 617"/>
                <a:gd name="T61" fmla="*/ 262 h 381"/>
                <a:gd name="T62" fmla="*/ 57 w 617"/>
                <a:gd name="T63" fmla="*/ 246 h 381"/>
                <a:gd name="T64" fmla="*/ 59 w 617"/>
                <a:gd name="T65" fmla="*/ 231 h 381"/>
                <a:gd name="T66" fmla="*/ 52 w 617"/>
                <a:gd name="T67" fmla="*/ 215 h 381"/>
                <a:gd name="T68" fmla="*/ 38 w 617"/>
                <a:gd name="T69" fmla="*/ 191 h 381"/>
                <a:gd name="T70" fmla="*/ 31 w 617"/>
                <a:gd name="T71" fmla="*/ 175 h 381"/>
                <a:gd name="T72" fmla="*/ 24 w 617"/>
                <a:gd name="T73" fmla="*/ 149 h 381"/>
                <a:gd name="T74" fmla="*/ 14 w 617"/>
                <a:gd name="T75" fmla="*/ 137 h 381"/>
                <a:gd name="T76" fmla="*/ 12 w 617"/>
                <a:gd name="T77" fmla="*/ 132 h 381"/>
                <a:gd name="T78" fmla="*/ 12 w 617"/>
                <a:gd name="T79" fmla="*/ 127 h 381"/>
                <a:gd name="T80" fmla="*/ 0 w 617"/>
                <a:gd name="T81" fmla="*/ 118 h 381"/>
                <a:gd name="T82" fmla="*/ 5 w 617"/>
                <a:gd name="T83" fmla="*/ 108 h 381"/>
                <a:gd name="T84" fmla="*/ 7 w 617"/>
                <a:gd name="T85" fmla="*/ 104 h 381"/>
                <a:gd name="T86" fmla="*/ 9 w 617"/>
                <a:gd name="T87" fmla="*/ 97 h 381"/>
                <a:gd name="T88" fmla="*/ 12 w 617"/>
                <a:gd name="T89" fmla="*/ 87 h 381"/>
                <a:gd name="T90" fmla="*/ 12 w 617"/>
                <a:gd name="T91" fmla="*/ 82 h 381"/>
                <a:gd name="T92" fmla="*/ 16 w 617"/>
                <a:gd name="T93" fmla="*/ 71 h 381"/>
                <a:gd name="T94" fmla="*/ 12 w 617"/>
                <a:gd name="T95" fmla="*/ 59 h 381"/>
                <a:gd name="T96" fmla="*/ 5 w 617"/>
                <a:gd name="T97" fmla="*/ 59 h 381"/>
                <a:gd name="T98" fmla="*/ 5 w 617"/>
                <a:gd name="T99" fmla="*/ 54 h 381"/>
                <a:gd name="T100" fmla="*/ 9 w 617"/>
                <a:gd name="T101" fmla="*/ 49 h 381"/>
                <a:gd name="T102" fmla="*/ 2 w 617"/>
                <a:gd name="T103" fmla="*/ 35 h 381"/>
                <a:gd name="T104" fmla="*/ 2 w 617"/>
                <a:gd name="T105" fmla="*/ 26 h 381"/>
                <a:gd name="T106" fmla="*/ 196 w 617"/>
                <a:gd name="T107" fmla="*/ 18 h 381"/>
                <a:gd name="T108" fmla="*/ 437 w 617"/>
                <a:gd name="T109" fmla="*/ 4 h 381"/>
                <a:gd name="T110" fmla="*/ 501 w 617"/>
                <a:gd name="T111" fmla="*/ 7 h 381"/>
                <a:gd name="T112" fmla="*/ 516 w 617"/>
                <a:gd name="T113" fmla="*/ 23 h 381"/>
                <a:gd name="T114" fmla="*/ 513 w 617"/>
                <a:gd name="T115" fmla="*/ 59 h 381"/>
                <a:gd name="T116" fmla="*/ 520 w 617"/>
                <a:gd name="T117" fmla="*/ 82 h 381"/>
                <a:gd name="T118" fmla="*/ 558 w 617"/>
                <a:gd name="T119" fmla="*/ 97 h 381"/>
                <a:gd name="T120" fmla="*/ 565 w 617"/>
                <a:gd name="T121" fmla="*/ 11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7" h="381">
                  <a:moveTo>
                    <a:pt x="565" y="113"/>
                  </a:moveTo>
                  <a:lnTo>
                    <a:pt x="563" y="118"/>
                  </a:lnTo>
                  <a:lnTo>
                    <a:pt x="565" y="118"/>
                  </a:lnTo>
                  <a:lnTo>
                    <a:pt x="568" y="120"/>
                  </a:lnTo>
                  <a:lnTo>
                    <a:pt x="570" y="120"/>
                  </a:lnTo>
                  <a:lnTo>
                    <a:pt x="570" y="123"/>
                  </a:lnTo>
                  <a:lnTo>
                    <a:pt x="575" y="125"/>
                  </a:lnTo>
                  <a:lnTo>
                    <a:pt x="582" y="130"/>
                  </a:lnTo>
                  <a:lnTo>
                    <a:pt x="587" y="132"/>
                  </a:lnTo>
                  <a:lnTo>
                    <a:pt x="589" y="137"/>
                  </a:lnTo>
                  <a:lnTo>
                    <a:pt x="589" y="134"/>
                  </a:lnTo>
                  <a:lnTo>
                    <a:pt x="589" y="142"/>
                  </a:lnTo>
                  <a:lnTo>
                    <a:pt x="589" y="144"/>
                  </a:lnTo>
                  <a:lnTo>
                    <a:pt x="594" y="146"/>
                  </a:lnTo>
                  <a:lnTo>
                    <a:pt x="596" y="149"/>
                  </a:lnTo>
                  <a:lnTo>
                    <a:pt x="596" y="149"/>
                  </a:lnTo>
                  <a:lnTo>
                    <a:pt x="598" y="149"/>
                  </a:lnTo>
                  <a:lnTo>
                    <a:pt x="605" y="153"/>
                  </a:lnTo>
                  <a:lnTo>
                    <a:pt x="608" y="153"/>
                  </a:lnTo>
                  <a:lnTo>
                    <a:pt x="610" y="158"/>
                  </a:lnTo>
                  <a:lnTo>
                    <a:pt x="610" y="158"/>
                  </a:lnTo>
                  <a:lnTo>
                    <a:pt x="613" y="158"/>
                  </a:lnTo>
                  <a:lnTo>
                    <a:pt x="613" y="158"/>
                  </a:lnTo>
                  <a:lnTo>
                    <a:pt x="613" y="160"/>
                  </a:lnTo>
                  <a:lnTo>
                    <a:pt x="613" y="163"/>
                  </a:lnTo>
                  <a:lnTo>
                    <a:pt x="615" y="163"/>
                  </a:lnTo>
                  <a:lnTo>
                    <a:pt x="617" y="168"/>
                  </a:lnTo>
                  <a:lnTo>
                    <a:pt x="617" y="170"/>
                  </a:lnTo>
                  <a:lnTo>
                    <a:pt x="617" y="175"/>
                  </a:lnTo>
                  <a:lnTo>
                    <a:pt x="615" y="179"/>
                  </a:lnTo>
                  <a:lnTo>
                    <a:pt x="615" y="186"/>
                  </a:lnTo>
                  <a:lnTo>
                    <a:pt x="615" y="194"/>
                  </a:lnTo>
                  <a:lnTo>
                    <a:pt x="613" y="196"/>
                  </a:lnTo>
                  <a:lnTo>
                    <a:pt x="613" y="196"/>
                  </a:lnTo>
                  <a:lnTo>
                    <a:pt x="610" y="198"/>
                  </a:lnTo>
                  <a:lnTo>
                    <a:pt x="608" y="201"/>
                  </a:lnTo>
                  <a:lnTo>
                    <a:pt x="605" y="203"/>
                  </a:lnTo>
                  <a:lnTo>
                    <a:pt x="605" y="205"/>
                  </a:lnTo>
                  <a:lnTo>
                    <a:pt x="603" y="208"/>
                  </a:lnTo>
                  <a:lnTo>
                    <a:pt x="603" y="210"/>
                  </a:lnTo>
                  <a:lnTo>
                    <a:pt x="603" y="213"/>
                  </a:lnTo>
                  <a:lnTo>
                    <a:pt x="601" y="215"/>
                  </a:lnTo>
                  <a:lnTo>
                    <a:pt x="601" y="215"/>
                  </a:lnTo>
                  <a:lnTo>
                    <a:pt x="603" y="217"/>
                  </a:lnTo>
                  <a:lnTo>
                    <a:pt x="603" y="217"/>
                  </a:lnTo>
                  <a:lnTo>
                    <a:pt x="603" y="220"/>
                  </a:lnTo>
                  <a:lnTo>
                    <a:pt x="603" y="222"/>
                  </a:lnTo>
                  <a:lnTo>
                    <a:pt x="603" y="222"/>
                  </a:lnTo>
                  <a:lnTo>
                    <a:pt x="601" y="224"/>
                  </a:lnTo>
                  <a:lnTo>
                    <a:pt x="596" y="227"/>
                  </a:lnTo>
                  <a:lnTo>
                    <a:pt x="596" y="227"/>
                  </a:lnTo>
                  <a:lnTo>
                    <a:pt x="596" y="229"/>
                  </a:lnTo>
                  <a:lnTo>
                    <a:pt x="594" y="231"/>
                  </a:lnTo>
                  <a:lnTo>
                    <a:pt x="589" y="231"/>
                  </a:lnTo>
                  <a:lnTo>
                    <a:pt x="579" y="236"/>
                  </a:lnTo>
                  <a:lnTo>
                    <a:pt x="579" y="236"/>
                  </a:lnTo>
                  <a:lnTo>
                    <a:pt x="575" y="241"/>
                  </a:lnTo>
                  <a:lnTo>
                    <a:pt x="575" y="243"/>
                  </a:lnTo>
                  <a:lnTo>
                    <a:pt x="570" y="243"/>
                  </a:lnTo>
                  <a:lnTo>
                    <a:pt x="542" y="248"/>
                  </a:lnTo>
                  <a:lnTo>
                    <a:pt x="539" y="250"/>
                  </a:lnTo>
                  <a:lnTo>
                    <a:pt x="537" y="255"/>
                  </a:lnTo>
                  <a:lnTo>
                    <a:pt x="534" y="260"/>
                  </a:lnTo>
                  <a:lnTo>
                    <a:pt x="534" y="265"/>
                  </a:lnTo>
                  <a:lnTo>
                    <a:pt x="534" y="272"/>
                  </a:lnTo>
                  <a:lnTo>
                    <a:pt x="534" y="274"/>
                  </a:lnTo>
                  <a:lnTo>
                    <a:pt x="534" y="276"/>
                  </a:lnTo>
                  <a:lnTo>
                    <a:pt x="537" y="279"/>
                  </a:lnTo>
                  <a:lnTo>
                    <a:pt x="539" y="279"/>
                  </a:lnTo>
                  <a:lnTo>
                    <a:pt x="539" y="281"/>
                  </a:lnTo>
                  <a:lnTo>
                    <a:pt x="544" y="284"/>
                  </a:lnTo>
                  <a:lnTo>
                    <a:pt x="549" y="288"/>
                  </a:lnTo>
                  <a:lnTo>
                    <a:pt x="551" y="293"/>
                  </a:lnTo>
                  <a:lnTo>
                    <a:pt x="551" y="298"/>
                  </a:lnTo>
                  <a:lnTo>
                    <a:pt x="551" y="302"/>
                  </a:lnTo>
                  <a:lnTo>
                    <a:pt x="549" y="307"/>
                  </a:lnTo>
                  <a:lnTo>
                    <a:pt x="542" y="319"/>
                  </a:lnTo>
                  <a:lnTo>
                    <a:pt x="539" y="321"/>
                  </a:lnTo>
                  <a:lnTo>
                    <a:pt x="539" y="324"/>
                  </a:lnTo>
                  <a:lnTo>
                    <a:pt x="539" y="326"/>
                  </a:lnTo>
                  <a:lnTo>
                    <a:pt x="539" y="331"/>
                  </a:lnTo>
                  <a:lnTo>
                    <a:pt x="539" y="333"/>
                  </a:lnTo>
                  <a:lnTo>
                    <a:pt x="537" y="340"/>
                  </a:lnTo>
                  <a:lnTo>
                    <a:pt x="534" y="343"/>
                  </a:lnTo>
                  <a:lnTo>
                    <a:pt x="532" y="345"/>
                  </a:lnTo>
                  <a:lnTo>
                    <a:pt x="527" y="347"/>
                  </a:lnTo>
                  <a:lnTo>
                    <a:pt x="525" y="347"/>
                  </a:lnTo>
                  <a:lnTo>
                    <a:pt x="520" y="350"/>
                  </a:lnTo>
                  <a:lnTo>
                    <a:pt x="518" y="352"/>
                  </a:lnTo>
                  <a:lnTo>
                    <a:pt x="513" y="355"/>
                  </a:lnTo>
                  <a:lnTo>
                    <a:pt x="511" y="357"/>
                  </a:lnTo>
                  <a:lnTo>
                    <a:pt x="511" y="357"/>
                  </a:lnTo>
                  <a:lnTo>
                    <a:pt x="511" y="359"/>
                  </a:lnTo>
                  <a:lnTo>
                    <a:pt x="511" y="359"/>
                  </a:lnTo>
                  <a:lnTo>
                    <a:pt x="511" y="362"/>
                  </a:lnTo>
                  <a:lnTo>
                    <a:pt x="513" y="362"/>
                  </a:lnTo>
                  <a:lnTo>
                    <a:pt x="516" y="364"/>
                  </a:lnTo>
                  <a:lnTo>
                    <a:pt x="516" y="366"/>
                  </a:lnTo>
                  <a:lnTo>
                    <a:pt x="516" y="371"/>
                  </a:lnTo>
                  <a:lnTo>
                    <a:pt x="516" y="373"/>
                  </a:lnTo>
                  <a:lnTo>
                    <a:pt x="516" y="376"/>
                  </a:lnTo>
                  <a:lnTo>
                    <a:pt x="516" y="378"/>
                  </a:lnTo>
                  <a:lnTo>
                    <a:pt x="516" y="378"/>
                  </a:lnTo>
                  <a:lnTo>
                    <a:pt x="511" y="381"/>
                  </a:lnTo>
                  <a:lnTo>
                    <a:pt x="508" y="381"/>
                  </a:lnTo>
                  <a:lnTo>
                    <a:pt x="506" y="381"/>
                  </a:lnTo>
                  <a:lnTo>
                    <a:pt x="504" y="378"/>
                  </a:lnTo>
                  <a:lnTo>
                    <a:pt x="501" y="376"/>
                  </a:lnTo>
                  <a:lnTo>
                    <a:pt x="499" y="373"/>
                  </a:lnTo>
                  <a:lnTo>
                    <a:pt x="499" y="373"/>
                  </a:lnTo>
                  <a:lnTo>
                    <a:pt x="499" y="373"/>
                  </a:lnTo>
                  <a:lnTo>
                    <a:pt x="499" y="371"/>
                  </a:lnTo>
                  <a:lnTo>
                    <a:pt x="499" y="371"/>
                  </a:lnTo>
                  <a:lnTo>
                    <a:pt x="499" y="371"/>
                  </a:lnTo>
                  <a:lnTo>
                    <a:pt x="497" y="369"/>
                  </a:lnTo>
                  <a:lnTo>
                    <a:pt x="494" y="369"/>
                  </a:lnTo>
                  <a:lnTo>
                    <a:pt x="494" y="369"/>
                  </a:lnTo>
                  <a:lnTo>
                    <a:pt x="494" y="369"/>
                  </a:lnTo>
                  <a:lnTo>
                    <a:pt x="494" y="366"/>
                  </a:lnTo>
                  <a:lnTo>
                    <a:pt x="494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6"/>
                  </a:lnTo>
                  <a:lnTo>
                    <a:pt x="492" y="364"/>
                  </a:lnTo>
                  <a:lnTo>
                    <a:pt x="490" y="364"/>
                  </a:lnTo>
                  <a:lnTo>
                    <a:pt x="487" y="362"/>
                  </a:lnTo>
                  <a:lnTo>
                    <a:pt x="487" y="362"/>
                  </a:lnTo>
                  <a:lnTo>
                    <a:pt x="485" y="362"/>
                  </a:lnTo>
                  <a:lnTo>
                    <a:pt x="485" y="362"/>
                  </a:lnTo>
                  <a:lnTo>
                    <a:pt x="485" y="359"/>
                  </a:lnTo>
                  <a:lnTo>
                    <a:pt x="482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80" y="355"/>
                  </a:lnTo>
                  <a:lnTo>
                    <a:pt x="480" y="355"/>
                  </a:lnTo>
                  <a:lnTo>
                    <a:pt x="480" y="352"/>
                  </a:lnTo>
                  <a:lnTo>
                    <a:pt x="475" y="355"/>
                  </a:lnTo>
                  <a:lnTo>
                    <a:pt x="466" y="355"/>
                  </a:lnTo>
                  <a:lnTo>
                    <a:pt x="442" y="357"/>
                  </a:lnTo>
                  <a:lnTo>
                    <a:pt x="421" y="357"/>
                  </a:lnTo>
                  <a:lnTo>
                    <a:pt x="397" y="359"/>
                  </a:lnTo>
                  <a:lnTo>
                    <a:pt x="374" y="362"/>
                  </a:lnTo>
                  <a:lnTo>
                    <a:pt x="350" y="364"/>
                  </a:lnTo>
                  <a:lnTo>
                    <a:pt x="326" y="364"/>
                  </a:lnTo>
                  <a:lnTo>
                    <a:pt x="303" y="366"/>
                  </a:lnTo>
                  <a:lnTo>
                    <a:pt x="279" y="369"/>
                  </a:lnTo>
                  <a:lnTo>
                    <a:pt x="258" y="369"/>
                  </a:lnTo>
                  <a:lnTo>
                    <a:pt x="234" y="371"/>
                  </a:lnTo>
                  <a:lnTo>
                    <a:pt x="210" y="371"/>
                  </a:lnTo>
                  <a:lnTo>
                    <a:pt x="187" y="373"/>
                  </a:lnTo>
                  <a:lnTo>
                    <a:pt x="163" y="373"/>
                  </a:lnTo>
                  <a:lnTo>
                    <a:pt x="139" y="376"/>
                  </a:lnTo>
                  <a:lnTo>
                    <a:pt x="116" y="376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8"/>
                  </a:lnTo>
                  <a:lnTo>
                    <a:pt x="92" y="376"/>
                  </a:lnTo>
                  <a:lnTo>
                    <a:pt x="92" y="373"/>
                  </a:lnTo>
                  <a:lnTo>
                    <a:pt x="92" y="371"/>
                  </a:lnTo>
                  <a:lnTo>
                    <a:pt x="90" y="369"/>
                  </a:lnTo>
                  <a:lnTo>
                    <a:pt x="85" y="369"/>
                  </a:lnTo>
                  <a:lnTo>
                    <a:pt x="83" y="366"/>
                  </a:lnTo>
                  <a:lnTo>
                    <a:pt x="83" y="364"/>
                  </a:lnTo>
                  <a:lnTo>
                    <a:pt x="83" y="364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59"/>
                  </a:lnTo>
                  <a:lnTo>
                    <a:pt x="83" y="359"/>
                  </a:lnTo>
                  <a:lnTo>
                    <a:pt x="85" y="357"/>
                  </a:lnTo>
                  <a:lnTo>
                    <a:pt x="85" y="355"/>
                  </a:lnTo>
                  <a:lnTo>
                    <a:pt x="85" y="355"/>
                  </a:lnTo>
                  <a:lnTo>
                    <a:pt x="85" y="352"/>
                  </a:lnTo>
                  <a:lnTo>
                    <a:pt x="85" y="350"/>
                  </a:lnTo>
                  <a:lnTo>
                    <a:pt x="85" y="347"/>
                  </a:lnTo>
                  <a:lnTo>
                    <a:pt x="85" y="345"/>
                  </a:lnTo>
                  <a:lnTo>
                    <a:pt x="85" y="343"/>
                  </a:lnTo>
                  <a:lnTo>
                    <a:pt x="85" y="340"/>
                  </a:lnTo>
                  <a:lnTo>
                    <a:pt x="85" y="336"/>
                  </a:lnTo>
                  <a:lnTo>
                    <a:pt x="83" y="336"/>
                  </a:lnTo>
                  <a:lnTo>
                    <a:pt x="85" y="333"/>
                  </a:lnTo>
                  <a:lnTo>
                    <a:pt x="85" y="331"/>
                  </a:lnTo>
                  <a:lnTo>
                    <a:pt x="83" y="331"/>
                  </a:lnTo>
                  <a:lnTo>
                    <a:pt x="83" y="329"/>
                  </a:lnTo>
                  <a:lnTo>
                    <a:pt x="80" y="329"/>
                  </a:lnTo>
                  <a:lnTo>
                    <a:pt x="80" y="326"/>
                  </a:lnTo>
                  <a:lnTo>
                    <a:pt x="80" y="326"/>
                  </a:lnTo>
                  <a:lnTo>
                    <a:pt x="80" y="324"/>
                  </a:lnTo>
                  <a:lnTo>
                    <a:pt x="80" y="324"/>
                  </a:lnTo>
                  <a:lnTo>
                    <a:pt x="80" y="324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19"/>
                  </a:lnTo>
                  <a:lnTo>
                    <a:pt x="80" y="317"/>
                  </a:lnTo>
                  <a:lnTo>
                    <a:pt x="80" y="314"/>
                  </a:lnTo>
                  <a:lnTo>
                    <a:pt x="80" y="310"/>
                  </a:lnTo>
                  <a:lnTo>
                    <a:pt x="80" y="310"/>
                  </a:lnTo>
                  <a:lnTo>
                    <a:pt x="83" y="307"/>
                  </a:lnTo>
                  <a:lnTo>
                    <a:pt x="80" y="307"/>
                  </a:lnTo>
                  <a:lnTo>
                    <a:pt x="76" y="305"/>
                  </a:lnTo>
                  <a:lnTo>
                    <a:pt x="76" y="305"/>
                  </a:lnTo>
                  <a:lnTo>
                    <a:pt x="76" y="302"/>
                  </a:lnTo>
                  <a:lnTo>
                    <a:pt x="76" y="298"/>
                  </a:lnTo>
                  <a:lnTo>
                    <a:pt x="76" y="295"/>
                  </a:lnTo>
                  <a:lnTo>
                    <a:pt x="78" y="293"/>
                  </a:lnTo>
                  <a:lnTo>
                    <a:pt x="80" y="291"/>
                  </a:lnTo>
                  <a:lnTo>
                    <a:pt x="78" y="291"/>
                  </a:lnTo>
                  <a:lnTo>
                    <a:pt x="78" y="291"/>
                  </a:lnTo>
                  <a:lnTo>
                    <a:pt x="73" y="288"/>
                  </a:lnTo>
                  <a:lnTo>
                    <a:pt x="71" y="288"/>
                  </a:lnTo>
                  <a:lnTo>
                    <a:pt x="73" y="281"/>
                  </a:lnTo>
                  <a:lnTo>
                    <a:pt x="73" y="279"/>
                  </a:lnTo>
                  <a:lnTo>
                    <a:pt x="73" y="274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1" y="272"/>
                  </a:lnTo>
                  <a:lnTo>
                    <a:pt x="68" y="272"/>
                  </a:lnTo>
                  <a:lnTo>
                    <a:pt x="66" y="272"/>
                  </a:lnTo>
                  <a:lnTo>
                    <a:pt x="66" y="269"/>
                  </a:lnTo>
                  <a:lnTo>
                    <a:pt x="66" y="269"/>
                  </a:lnTo>
                  <a:lnTo>
                    <a:pt x="66" y="267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6" y="262"/>
                  </a:lnTo>
                  <a:lnTo>
                    <a:pt x="66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1" y="265"/>
                  </a:lnTo>
                  <a:lnTo>
                    <a:pt x="61" y="265"/>
                  </a:lnTo>
                  <a:lnTo>
                    <a:pt x="59" y="262"/>
                  </a:lnTo>
                  <a:lnTo>
                    <a:pt x="59" y="260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7" y="255"/>
                  </a:lnTo>
                  <a:lnTo>
                    <a:pt x="57" y="253"/>
                  </a:lnTo>
                  <a:lnTo>
                    <a:pt x="57" y="250"/>
                  </a:lnTo>
                  <a:lnTo>
                    <a:pt x="57" y="246"/>
                  </a:lnTo>
                  <a:lnTo>
                    <a:pt x="57" y="246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7" y="241"/>
                  </a:lnTo>
                  <a:lnTo>
                    <a:pt x="57" y="241"/>
                  </a:lnTo>
                  <a:lnTo>
                    <a:pt x="57" y="239"/>
                  </a:lnTo>
                  <a:lnTo>
                    <a:pt x="57" y="236"/>
                  </a:lnTo>
                  <a:lnTo>
                    <a:pt x="59" y="234"/>
                  </a:lnTo>
                  <a:lnTo>
                    <a:pt x="59" y="231"/>
                  </a:lnTo>
                  <a:lnTo>
                    <a:pt x="57" y="229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0" y="220"/>
                  </a:lnTo>
                  <a:lnTo>
                    <a:pt x="50" y="220"/>
                  </a:lnTo>
                  <a:lnTo>
                    <a:pt x="50" y="217"/>
                  </a:lnTo>
                  <a:lnTo>
                    <a:pt x="50" y="215"/>
                  </a:lnTo>
                  <a:lnTo>
                    <a:pt x="52" y="215"/>
                  </a:lnTo>
                  <a:lnTo>
                    <a:pt x="50" y="210"/>
                  </a:lnTo>
                  <a:lnTo>
                    <a:pt x="45" y="205"/>
                  </a:lnTo>
                  <a:lnTo>
                    <a:pt x="42" y="205"/>
                  </a:lnTo>
                  <a:lnTo>
                    <a:pt x="40" y="201"/>
                  </a:lnTo>
                  <a:lnTo>
                    <a:pt x="38" y="198"/>
                  </a:lnTo>
                  <a:lnTo>
                    <a:pt x="38" y="196"/>
                  </a:lnTo>
                  <a:lnTo>
                    <a:pt x="38" y="194"/>
                  </a:lnTo>
                  <a:lnTo>
                    <a:pt x="38" y="191"/>
                  </a:lnTo>
                  <a:lnTo>
                    <a:pt x="35" y="189"/>
                  </a:lnTo>
                  <a:lnTo>
                    <a:pt x="33" y="189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1" y="172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28" y="168"/>
                  </a:lnTo>
                  <a:lnTo>
                    <a:pt x="24" y="163"/>
                  </a:lnTo>
                  <a:lnTo>
                    <a:pt x="26" y="158"/>
                  </a:lnTo>
                  <a:lnTo>
                    <a:pt x="26" y="153"/>
                  </a:lnTo>
                  <a:lnTo>
                    <a:pt x="24" y="149"/>
                  </a:lnTo>
                  <a:lnTo>
                    <a:pt x="24" y="146"/>
                  </a:lnTo>
                  <a:lnTo>
                    <a:pt x="21" y="146"/>
                  </a:lnTo>
                  <a:lnTo>
                    <a:pt x="16" y="146"/>
                  </a:lnTo>
                  <a:lnTo>
                    <a:pt x="16" y="142"/>
                  </a:lnTo>
                  <a:lnTo>
                    <a:pt x="16" y="139"/>
                  </a:lnTo>
                  <a:lnTo>
                    <a:pt x="14" y="139"/>
                  </a:lnTo>
                  <a:lnTo>
                    <a:pt x="14" y="139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4"/>
                  </a:lnTo>
                  <a:lnTo>
                    <a:pt x="14" y="134"/>
                  </a:lnTo>
                  <a:lnTo>
                    <a:pt x="14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2" y="132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9" y="127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2" y="123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0" y="118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5" y="111"/>
                  </a:lnTo>
                  <a:lnTo>
                    <a:pt x="5" y="111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7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7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2" y="85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9" y="59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6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7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6" y="26"/>
                  </a:lnTo>
                  <a:lnTo>
                    <a:pt x="45" y="26"/>
                  </a:lnTo>
                  <a:lnTo>
                    <a:pt x="76" y="23"/>
                  </a:lnTo>
                  <a:lnTo>
                    <a:pt x="106" y="23"/>
                  </a:lnTo>
                  <a:lnTo>
                    <a:pt x="137" y="21"/>
                  </a:lnTo>
                  <a:lnTo>
                    <a:pt x="165" y="18"/>
                  </a:lnTo>
                  <a:lnTo>
                    <a:pt x="196" y="18"/>
                  </a:lnTo>
                  <a:lnTo>
                    <a:pt x="227" y="16"/>
                  </a:lnTo>
                  <a:lnTo>
                    <a:pt x="258" y="14"/>
                  </a:lnTo>
                  <a:lnTo>
                    <a:pt x="286" y="14"/>
                  </a:lnTo>
                  <a:lnTo>
                    <a:pt x="317" y="11"/>
                  </a:lnTo>
                  <a:lnTo>
                    <a:pt x="348" y="9"/>
                  </a:lnTo>
                  <a:lnTo>
                    <a:pt x="378" y="7"/>
                  </a:lnTo>
                  <a:lnTo>
                    <a:pt x="407" y="4"/>
                  </a:lnTo>
                  <a:lnTo>
                    <a:pt x="437" y="4"/>
                  </a:lnTo>
                  <a:lnTo>
                    <a:pt x="468" y="2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1" y="7"/>
                  </a:lnTo>
                  <a:lnTo>
                    <a:pt x="501" y="9"/>
                  </a:lnTo>
                  <a:lnTo>
                    <a:pt x="501" y="9"/>
                  </a:lnTo>
                  <a:lnTo>
                    <a:pt x="501" y="14"/>
                  </a:lnTo>
                  <a:lnTo>
                    <a:pt x="504" y="14"/>
                  </a:lnTo>
                  <a:lnTo>
                    <a:pt x="504" y="14"/>
                  </a:lnTo>
                  <a:lnTo>
                    <a:pt x="513" y="16"/>
                  </a:lnTo>
                  <a:lnTo>
                    <a:pt x="516" y="18"/>
                  </a:lnTo>
                  <a:lnTo>
                    <a:pt x="516" y="23"/>
                  </a:lnTo>
                  <a:lnTo>
                    <a:pt x="513" y="28"/>
                  </a:lnTo>
                  <a:lnTo>
                    <a:pt x="511" y="35"/>
                  </a:lnTo>
                  <a:lnTo>
                    <a:pt x="508" y="40"/>
                  </a:lnTo>
                  <a:lnTo>
                    <a:pt x="511" y="47"/>
                  </a:lnTo>
                  <a:lnTo>
                    <a:pt x="511" y="52"/>
                  </a:lnTo>
                  <a:lnTo>
                    <a:pt x="511" y="56"/>
                  </a:lnTo>
                  <a:lnTo>
                    <a:pt x="511" y="59"/>
                  </a:lnTo>
                  <a:lnTo>
                    <a:pt x="513" y="59"/>
                  </a:lnTo>
                  <a:lnTo>
                    <a:pt x="513" y="66"/>
                  </a:lnTo>
                  <a:lnTo>
                    <a:pt x="513" y="68"/>
                  </a:lnTo>
                  <a:lnTo>
                    <a:pt x="516" y="68"/>
                  </a:lnTo>
                  <a:lnTo>
                    <a:pt x="518" y="73"/>
                  </a:lnTo>
                  <a:lnTo>
                    <a:pt x="518" y="73"/>
                  </a:lnTo>
                  <a:lnTo>
                    <a:pt x="520" y="75"/>
                  </a:lnTo>
                  <a:lnTo>
                    <a:pt x="520" y="82"/>
                  </a:lnTo>
                  <a:lnTo>
                    <a:pt x="520" y="82"/>
                  </a:lnTo>
                  <a:lnTo>
                    <a:pt x="525" y="89"/>
                  </a:lnTo>
                  <a:lnTo>
                    <a:pt x="525" y="92"/>
                  </a:lnTo>
                  <a:lnTo>
                    <a:pt x="527" y="92"/>
                  </a:lnTo>
                  <a:lnTo>
                    <a:pt x="532" y="94"/>
                  </a:lnTo>
                  <a:lnTo>
                    <a:pt x="549" y="94"/>
                  </a:lnTo>
                  <a:lnTo>
                    <a:pt x="553" y="97"/>
                  </a:lnTo>
                  <a:lnTo>
                    <a:pt x="556" y="97"/>
                  </a:lnTo>
                  <a:lnTo>
                    <a:pt x="558" y="97"/>
                  </a:lnTo>
                  <a:lnTo>
                    <a:pt x="558" y="99"/>
                  </a:lnTo>
                  <a:lnTo>
                    <a:pt x="560" y="104"/>
                  </a:lnTo>
                  <a:lnTo>
                    <a:pt x="563" y="106"/>
                  </a:lnTo>
                  <a:lnTo>
                    <a:pt x="565" y="108"/>
                  </a:lnTo>
                  <a:lnTo>
                    <a:pt x="565" y="111"/>
                  </a:lnTo>
                  <a:lnTo>
                    <a:pt x="565" y="111"/>
                  </a:lnTo>
                  <a:lnTo>
                    <a:pt x="565" y="113"/>
                  </a:lnTo>
                  <a:lnTo>
                    <a:pt x="565" y="11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6" name="Freeform 44">
              <a:extLst>
                <a:ext uri="{FF2B5EF4-FFF2-40B4-BE49-F238E27FC236}">
                  <a16:creationId xmlns:a16="http://schemas.microsoft.com/office/drawing/2014/main" id="{F174A892-40A9-4CAD-9978-BB1372125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6169" y="4767686"/>
              <a:ext cx="703330" cy="426718"/>
            </a:xfrm>
            <a:custGeom>
              <a:avLst/>
              <a:gdLst>
                <a:gd name="T0" fmla="*/ 560 w 745"/>
                <a:gd name="T1" fmla="*/ 187 h 452"/>
                <a:gd name="T2" fmla="*/ 544 w 745"/>
                <a:gd name="T3" fmla="*/ 177 h 452"/>
                <a:gd name="T4" fmla="*/ 527 w 745"/>
                <a:gd name="T5" fmla="*/ 179 h 452"/>
                <a:gd name="T6" fmla="*/ 506 w 745"/>
                <a:gd name="T7" fmla="*/ 170 h 452"/>
                <a:gd name="T8" fmla="*/ 492 w 745"/>
                <a:gd name="T9" fmla="*/ 165 h 452"/>
                <a:gd name="T10" fmla="*/ 492 w 745"/>
                <a:gd name="T11" fmla="*/ 194 h 452"/>
                <a:gd name="T12" fmla="*/ 508 w 745"/>
                <a:gd name="T13" fmla="*/ 196 h 452"/>
                <a:gd name="T14" fmla="*/ 518 w 745"/>
                <a:gd name="T15" fmla="*/ 220 h 452"/>
                <a:gd name="T16" fmla="*/ 541 w 745"/>
                <a:gd name="T17" fmla="*/ 224 h 452"/>
                <a:gd name="T18" fmla="*/ 579 w 745"/>
                <a:gd name="T19" fmla="*/ 208 h 452"/>
                <a:gd name="T20" fmla="*/ 487 w 745"/>
                <a:gd name="T21" fmla="*/ 236 h 452"/>
                <a:gd name="T22" fmla="*/ 733 w 745"/>
                <a:gd name="T23" fmla="*/ 362 h 452"/>
                <a:gd name="T24" fmla="*/ 707 w 745"/>
                <a:gd name="T25" fmla="*/ 340 h 452"/>
                <a:gd name="T26" fmla="*/ 648 w 745"/>
                <a:gd name="T27" fmla="*/ 291 h 452"/>
                <a:gd name="T28" fmla="*/ 629 w 745"/>
                <a:gd name="T29" fmla="*/ 284 h 452"/>
                <a:gd name="T30" fmla="*/ 603 w 745"/>
                <a:gd name="T31" fmla="*/ 269 h 452"/>
                <a:gd name="T32" fmla="*/ 605 w 745"/>
                <a:gd name="T33" fmla="*/ 302 h 452"/>
                <a:gd name="T34" fmla="*/ 582 w 745"/>
                <a:gd name="T35" fmla="*/ 329 h 452"/>
                <a:gd name="T36" fmla="*/ 584 w 745"/>
                <a:gd name="T37" fmla="*/ 357 h 452"/>
                <a:gd name="T38" fmla="*/ 591 w 745"/>
                <a:gd name="T39" fmla="*/ 376 h 452"/>
                <a:gd name="T40" fmla="*/ 593 w 745"/>
                <a:gd name="T41" fmla="*/ 428 h 452"/>
                <a:gd name="T42" fmla="*/ 608 w 745"/>
                <a:gd name="T43" fmla="*/ 440 h 452"/>
                <a:gd name="T44" fmla="*/ 631 w 745"/>
                <a:gd name="T45" fmla="*/ 447 h 452"/>
                <a:gd name="T46" fmla="*/ 664 w 745"/>
                <a:gd name="T47" fmla="*/ 414 h 452"/>
                <a:gd name="T48" fmla="*/ 702 w 745"/>
                <a:gd name="T49" fmla="*/ 402 h 452"/>
                <a:gd name="T50" fmla="*/ 742 w 745"/>
                <a:gd name="T51" fmla="*/ 374 h 452"/>
                <a:gd name="T52" fmla="*/ 473 w 745"/>
                <a:gd name="T53" fmla="*/ 146 h 452"/>
                <a:gd name="T54" fmla="*/ 449 w 745"/>
                <a:gd name="T55" fmla="*/ 142 h 452"/>
                <a:gd name="T56" fmla="*/ 418 w 745"/>
                <a:gd name="T57" fmla="*/ 142 h 452"/>
                <a:gd name="T58" fmla="*/ 409 w 745"/>
                <a:gd name="T59" fmla="*/ 142 h 452"/>
                <a:gd name="T60" fmla="*/ 409 w 745"/>
                <a:gd name="T61" fmla="*/ 158 h 452"/>
                <a:gd name="T62" fmla="*/ 466 w 745"/>
                <a:gd name="T63" fmla="*/ 160 h 452"/>
                <a:gd name="T64" fmla="*/ 127 w 745"/>
                <a:gd name="T65" fmla="*/ 9 h 452"/>
                <a:gd name="T66" fmla="*/ 113 w 745"/>
                <a:gd name="T67" fmla="*/ 2 h 452"/>
                <a:gd name="T68" fmla="*/ 82 w 745"/>
                <a:gd name="T69" fmla="*/ 7 h 452"/>
                <a:gd name="T70" fmla="*/ 61 w 745"/>
                <a:gd name="T71" fmla="*/ 26 h 452"/>
                <a:gd name="T72" fmla="*/ 78 w 745"/>
                <a:gd name="T73" fmla="*/ 40 h 452"/>
                <a:gd name="T74" fmla="*/ 108 w 745"/>
                <a:gd name="T75" fmla="*/ 52 h 452"/>
                <a:gd name="T76" fmla="*/ 125 w 745"/>
                <a:gd name="T77" fmla="*/ 30 h 452"/>
                <a:gd name="T78" fmla="*/ 14 w 745"/>
                <a:gd name="T79" fmla="*/ 37 h 452"/>
                <a:gd name="T80" fmla="*/ 4 w 745"/>
                <a:gd name="T81" fmla="*/ 61 h 452"/>
                <a:gd name="T82" fmla="*/ 19 w 745"/>
                <a:gd name="T83" fmla="*/ 47 h 452"/>
                <a:gd name="T84" fmla="*/ 347 w 745"/>
                <a:gd name="T85" fmla="*/ 120 h 452"/>
                <a:gd name="T86" fmla="*/ 338 w 745"/>
                <a:gd name="T87" fmla="*/ 106 h 452"/>
                <a:gd name="T88" fmla="*/ 328 w 745"/>
                <a:gd name="T89" fmla="*/ 104 h 452"/>
                <a:gd name="T90" fmla="*/ 321 w 745"/>
                <a:gd name="T91" fmla="*/ 87 h 452"/>
                <a:gd name="T92" fmla="*/ 309 w 745"/>
                <a:gd name="T93" fmla="*/ 73 h 452"/>
                <a:gd name="T94" fmla="*/ 291 w 745"/>
                <a:gd name="T95" fmla="*/ 87 h 452"/>
                <a:gd name="T96" fmla="*/ 269 w 745"/>
                <a:gd name="T97" fmla="*/ 92 h 452"/>
                <a:gd name="T98" fmla="*/ 283 w 745"/>
                <a:gd name="T99" fmla="*/ 116 h 452"/>
                <a:gd name="T100" fmla="*/ 295 w 745"/>
                <a:gd name="T101" fmla="*/ 130 h 452"/>
                <a:gd name="T102" fmla="*/ 305 w 745"/>
                <a:gd name="T103" fmla="*/ 118 h 452"/>
                <a:gd name="T104" fmla="*/ 314 w 745"/>
                <a:gd name="T105" fmla="*/ 118 h 452"/>
                <a:gd name="T106" fmla="*/ 321 w 745"/>
                <a:gd name="T107" fmla="*/ 125 h 452"/>
                <a:gd name="T108" fmla="*/ 338 w 745"/>
                <a:gd name="T109" fmla="*/ 132 h 452"/>
                <a:gd name="T110" fmla="*/ 463 w 745"/>
                <a:gd name="T111" fmla="*/ 187 h 452"/>
                <a:gd name="T112" fmla="*/ 444 w 745"/>
                <a:gd name="T113" fmla="*/ 196 h 452"/>
                <a:gd name="T114" fmla="*/ 470 w 745"/>
                <a:gd name="T115" fmla="*/ 19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5" h="452">
                  <a:moveTo>
                    <a:pt x="579" y="208"/>
                  </a:moveTo>
                  <a:lnTo>
                    <a:pt x="582" y="201"/>
                  </a:lnTo>
                  <a:lnTo>
                    <a:pt x="579" y="196"/>
                  </a:lnTo>
                  <a:lnTo>
                    <a:pt x="572" y="194"/>
                  </a:lnTo>
                  <a:lnTo>
                    <a:pt x="570" y="191"/>
                  </a:lnTo>
                  <a:lnTo>
                    <a:pt x="563" y="191"/>
                  </a:lnTo>
                  <a:lnTo>
                    <a:pt x="563" y="189"/>
                  </a:lnTo>
                  <a:lnTo>
                    <a:pt x="560" y="187"/>
                  </a:lnTo>
                  <a:lnTo>
                    <a:pt x="560" y="187"/>
                  </a:lnTo>
                  <a:lnTo>
                    <a:pt x="555" y="184"/>
                  </a:lnTo>
                  <a:lnTo>
                    <a:pt x="553" y="184"/>
                  </a:lnTo>
                  <a:lnTo>
                    <a:pt x="551" y="182"/>
                  </a:lnTo>
                  <a:lnTo>
                    <a:pt x="551" y="182"/>
                  </a:lnTo>
                  <a:lnTo>
                    <a:pt x="548" y="179"/>
                  </a:lnTo>
                  <a:lnTo>
                    <a:pt x="546" y="177"/>
                  </a:lnTo>
                  <a:lnTo>
                    <a:pt x="544" y="179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4" y="177"/>
                  </a:lnTo>
                  <a:lnTo>
                    <a:pt x="541" y="177"/>
                  </a:lnTo>
                  <a:lnTo>
                    <a:pt x="539" y="177"/>
                  </a:lnTo>
                  <a:lnTo>
                    <a:pt x="537" y="177"/>
                  </a:lnTo>
                  <a:lnTo>
                    <a:pt x="534" y="177"/>
                  </a:lnTo>
                  <a:lnTo>
                    <a:pt x="532" y="177"/>
                  </a:lnTo>
                  <a:lnTo>
                    <a:pt x="527" y="179"/>
                  </a:lnTo>
                  <a:lnTo>
                    <a:pt x="527" y="179"/>
                  </a:lnTo>
                  <a:lnTo>
                    <a:pt x="522" y="182"/>
                  </a:lnTo>
                  <a:lnTo>
                    <a:pt x="520" y="182"/>
                  </a:lnTo>
                  <a:lnTo>
                    <a:pt x="518" y="182"/>
                  </a:lnTo>
                  <a:lnTo>
                    <a:pt x="515" y="182"/>
                  </a:lnTo>
                  <a:lnTo>
                    <a:pt x="515" y="184"/>
                  </a:lnTo>
                  <a:lnTo>
                    <a:pt x="513" y="182"/>
                  </a:lnTo>
                  <a:lnTo>
                    <a:pt x="508" y="172"/>
                  </a:lnTo>
                  <a:lnTo>
                    <a:pt x="508" y="172"/>
                  </a:lnTo>
                  <a:lnTo>
                    <a:pt x="506" y="170"/>
                  </a:lnTo>
                  <a:lnTo>
                    <a:pt x="501" y="165"/>
                  </a:lnTo>
                  <a:lnTo>
                    <a:pt x="499" y="165"/>
                  </a:lnTo>
                  <a:lnTo>
                    <a:pt x="499" y="163"/>
                  </a:lnTo>
                  <a:lnTo>
                    <a:pt x="496" y="163"/>
                  </a:lnTo>
                  <a:lnTo>
                    <a:pt x="496" y="163"/>
                  </a:lnTo>
                  <a:lnTo>
                    <a:pt x="496" y="165"/>
                  </a:lnTo>
                  <a:lnTo>
                    <a:pt x="494" y="165"/>
                  </a:lnTo>
                  <a:lnTo>
                    <a:pt x="494" y="165"/>
                  </a:lnTo>
                  <a:lnTo>
                    <a:pt x="492" y="165"/>
                  </a:lnTo>
                  <a:lnTo>
                    <a:pt x="492" y="165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89" y="168"/>
                  </a:lnTo>
                  <a:lnTo>
                    <a:pt x="489" y="168"/>
                  </a:lnTo>
                  <a:lnTo>
                    <a:pt x="487" y="170"/>
                  </a:lnTo>
                  <a:lnTo>
                    <a:pt x="482" y="179"/>
                  </a:lnTo>
                  <a:lnTo>
                    <a:pt x="492" y="194"/>
                  </a:lnTo>
                  <a:lnTo>
                    <a:pt x="492" y="194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499" y="196"/>
                  </a:lnTo>
                  <a:lnTo>
                    <a:pt x="503" y="198"/>
                  </a:lnTo>
                  <a:lnTo>
                    <a:pt x="506" y="198"/>
                  </a:lnTo>
                  <a:lnTo>
                    <a:pt x="506" y="198"/>
                  </a:lnTo>
                  <a:lnTo>
                    <a:pt x="508" y="198"/>
                  </a:lnTo>
                  <a:lnTo>
                    <a:pt x="508" y="196"/>
                  </a:lnTo>
                  <a:lnTo>
                    <a:pt x="513" y="196"/>
                  </a:lnTo>
                  <a:lnTo>
                    <a:pt x="513" y="198"/>
                  </a:lnTo>
                  <a:lnTo>
                    <a:pt x="515" y="198"/>
                  </a:lnTo>
                  <a:lnTo>
                    <a:pt x="515" y="201"/>
                  </a:lnTo>
                  <a:lnTo>
                    <a:pt x="515" y="203"/>
                  </a:lnTo>
                  <a:lnTo>
                    <a:pt x="515" y="203"/>
                  </a:lnTo>
                  <a:lnTo>
                    <a:pt x="518" y="205"/>
                  </a:lnTo>
                  <a:lnTo>
                    <a:pt x="518" y="208"/>
                  </a:lnTo>
                  <a:lnTo>
                    <a:pt x="518" y="220"/>
                  </a:lnTo>
                  <a:lnTo>
                    <a:pt x="520" y="224"/>
                  </a:lnTo>
                  <a:lnTo>
                    <a:pt x="522" y="227"/>
                  </a:lnTo>
                  <a:lnTo>
                    <a:pt x="529" y="227"/>
                  </a:lnTo>
                  <a:lnTo>
                    <a:pt x="532" y="224"/>
                  </a:lnTo>
                  <a:lnTo>
                    <a:pt x="534" y="224"/>
                  </a:lnTo>
                  <a:lnTo>
                    <a:pt x="534" y="224"/>
                  </a:lnTo>
                  <a:lnTo>
                    <a:pt x="534" y="224"/>
                  </a:lnTo>
                  <a:lnTo>
                    <a:pt x="537" y="224"/>
                  </a:lnTo>
                  <a:lnTo>
                    <a:pt x="541" y="224"/>
                  </a:lnTo>
                  <a:lnTo>
                    <a:pt x="548" y="220"/>
                  </a:lnTo>
                  <a:lnTo>
                    <a:pt x="551" y="220"/>
                  </a:lnTo>
                  <a:lnTo>
                    <a:pt x="555" y="220"/>
                  </a:lnTo>
                  <a:lnTo>
                    <a:pt x="558" y="220"/>
                  </a:lnTo>
                  <a:lnTo>
                    <a:pt x="560" y="220"/>
                  </a:lnTo>
                  <a:lnTo>
                    <a:pt x="563" y="220"/>
                  </a:lnTo>
                  <a:lnTo>
                    <a:pt x="572" y="215"/>
                  </a:lnTo>
                  <a:lnTo>
                    <a:pt x="577" y="213"/>
                  </a:lnTo>
                  <a:lnTo>
                    <a:pt x="579" y="208"/>
                  </a:lnTo>
                  <a:close/>
                  <a:moveTo>
                    <a:pt x="503" y="224"/>
                  </a:moveTo>
                  <a:lnTo>
                    <a:pt x="501" y="222"/>
                  </a:lnTo>
                  <a:lnTo>
                    <a:pt x="499" y="224"/>
                  </a:lnTo>
                  <a:lnTo>
                    <a:pt x="496" y="224"/>
                  </a:lnTo>
                  <a:lnTo>
                    <a:pt x="492" y="227"/>
                  </a:lnTo>
                  <a:lnTo>
                    <a:pt x="487" y="229"/>
                  </a:lnTo>
                  <a:lnTo>
                    <a:pt x="485" y="231"/>
                  </a:lnTo>
                  <a:lnTo>
                    <a:pt x="485" y="234"/>
                  </a:lnTo>
                  <a:lnTo>
                    <a:pt x="487" y="236"/>
                  </a:lnTo>
                  <a:lnTo>
                    <a:pt x="489" y="236"/>
                  </a:lnTo>
                  <a:lnTo>
                    <a:pt x="494" y="234"/>
                  </a:lnTo>
                  <a:lnTo>
                    <a:pt x="494" y="234"/>
                  </a:lnTo>
                  <a:lnTo>
                    <a:pt x="501" y="234"/>
                  </a:lnTo>
                  <a:lnTo>
                    <a:pt x="503" y="234"/>
                  </a:lnTo>
                  <a:lnTo>
                    <a:pt x="506" y="231"/>
                  </a:lnTo>
                  <a:lnTo>
                    <a:pt x="503" y="231"/>
                  </a:lnTo>
                  <a:lnTo>
                    <a:pt x="503" y="224"/>
                  </a:lnTo>
                  <a:close/>
                  <a:moveTo>
                    <a:pt x="733" y="362"/>
                  </a:moveTo>
                  <a:lnTo>
                    <a:pt x="726" y="359"/>
                  </a:lnTo>
                  <a:lnTo>
                    <a:pt x="721" y="355"/>
                  </a:lnTo>
                  <a:lnTo>
                    <a:pt x="721" y="352"/>
                  </a:lnTo>
                  <a:lnTo>
                    <a:pt x="719" y="345"/>
                  </a:lnTo>
                  <a:lnTo>
                    <a:pt x="719" y="343"/>
                  </a:lnTo>
                  <a:lnTo>
                    <a:pt x="716" y="340"/>
                  </a:lnTo>
                  <a:lnTo>
                    <a:pt x="714" y="340"/>
                  </a:lnTo>
                  <a:lnTo>
                    <a:pt x="707" y="343"/>
                  </a:lnTo>
                  <a:lnTo>
                    <a:pt x="707" y="340"/>
                  </a:lnTo>
                  <a:lnTo>
                    <a:pt x="705" y="338"/>
                  </a:lnTo>
                  <a:lnTo>
                    <a:pt x="705" y="329"/>
                  </a:lnTo>
                  <a:lnTo>
                    <a:pt x="705" y="324"/>
                  </a:lnTo>
                  <a:lnTo>
                    <a:pt x="705" y="321"/>
                  </a:lnTo>
                  <a:lnTo>
                    <a:pt x="693" y="310"/>
                  </a:lnTo>
                  <a:lnTo>
                    <a:pt x="688" y="307"/>
                  </a:lnTo>
                  <a:lnTo>
                    <a:pt x="669" y="298"/>
                  </a:lnTo>
                  <a:lnTo>
                    <a:pt x="655" y="293"/>
                  </a:lnTo>
                  <a:lnTo>
                    <a:pt x="648" y="291"/>
                  </a:lnTo>
                  <a:lnTo>
                    <a:pt x="643" y="288"/>
                  </a:lnTo>
                  <a:lnTo>
                    <a:pt x="641" y="286"/>
                  </a:lnTo>
                  <a:lnTo>
                    <a:pt x="641" y="288"/>
                  </a:lnTo>
                  <a:lnTo>
                    <a:pt x="638" y="288"/>
                  </a:lnTo>
                  <a:lnTo>
                    <a:pt x="636" y="288"/>
                  </a:lnTo>
                  <a:lnTo>
                    <a:pt x="636" y="288"/>
                  </a:lnTo>
                  <a:lnTo>
                    <a:pt x="634" y="286"/>
                  </a:lnTo>
                  <a:lnTo>
                    <a:pt x="631" y="286"/>
                  </a:lnTo>
                  <a:lnTo>
                    <a:pt x="629" y="284"/>
                  </a:lnTo>
                  <a:lnTo>
                    <a:pt x="626" y="281"/>
                  </a:lnTo>
                  <a:lnTo>
                    <a:pt x="617" y="279"/>
                  </a:lnTo>
                  <a:lnTo>
                    <a:pt x="617" y="276"/>
                  </a:lnTo>
                  <a:lnTo>
                    <a:pt x="617" y="276"/>
                  </a:lnTo>
                  <a:lnTo>
                    <a:pt x="617" y="274"/>
                  </a:lnTo>
                  <a:lnTo>
                    <a:pt x="617" y="274"/>
                  </a:lnTo>
                  <a:lnTo>
                    <a:pt x="615" y="274"/>
                  </a:lnTo>
                  <a:lnTo>
                    <a:pt x="612" y="272"/>
                  </a:lnTo>
                  <a:lnTo>
                    <a:pt x="603" y="269"/>
                  </a:lnTo>
                  <a:lnTo>
                    <a:pt x="598" y="269"/>
                  </a:lnTo>
                  <a:lnTo>
                    <a:pt x="596" y="272"/>
                  </a:lnTo>
                  <a:lnTo>
                    <a:pt x="593" y="276"/>
                  </a:lnTo>
                  <a:lnTo>
                    <a:pt x="593" y="281"/>
                  </a:lnTo>
                  <a:lnTo>
                    <a:pt x="593" y="286"/>
                  </a:lnTo>
                  <a:lnTo>
                    <a:pt x="596" y="291"/>
                  </a:lnTo>
                  <a:lnTo>
                    <a:pt x="603" y="300"/>
                  </a:lnTo>
                  <a:lnTo>
                    <a:pt x="605" y="300"/>
                  </a:lnTo>
                  <a:lnTo>
                    <a:pt x="605" y="302"/>
                  </a:lnTo>
                  <a:lnTo>
                    <a:pt x="605" y="305"/>
                  </a:lnTo>
                  <a:lnTo>
                    <a:pt x="605" y="307"/>
                  </a:lnTo>
                  <a:lnTo>
                    <a:pt x="600" y="310"/>
                  </a:lnTo>
                  <a:lnTo>
                    <a:pt x="598" y="310"/>
                  </a:lnTo>
                  <a:lnTo>
                    <a:pt x="593" y="319"/>
                  </a:lnTo>
                  <a:lnTo>
                    <a:pt x="593" y="319"/>
                  </a:lnTo>
                  <a:lnTo>
                    <a:pt x="589" y="324"/>
                  </a:lnTo>
                  <a:lnTo>
                    <a:pt x="584" y="326"/>
                  </a:lnTo>
                  <a:lnTo>
                    <a:pt x="582" y="329"/>
                  </a:lnTo>
                  <a:lnTo>
                    <a:pt x="582" y="331"/>
                  </a:lnTo>
                  <a:lnTo>
                    <a:pt x="579" y="331"/>
                  </a:lnTo>
                  <a:lnTo>
                    <a:pt x="577" y="333"/>
                  </a:lnTo>
                  <a:lnTo>
                    <a:pt x="574" y="336"/>
                  </a:lnTo>
                  <a:lnTo>
                    <a:pt x="572" y="340"/>
                  </a:lnTo>
                  <a:lnTo>
                    <a:pt x="574" y="345"/>
                  </a:lnTo>
                  <a:lnTo>
                    <a:pt x="577" y="350"/>
                  </a:lnTo>
                  <a:lnTo>
                    <a:pt x="579" y="352"/>
                  </a:lnTo>
                  <a:lnTo>
                    <a:pt x="584" y="357"/>
                  </a:lnTo>
                  <a:lnTo>
                    <a:pt x="584" y="362"/>
                  </a:lnTo>
                  <a:lnTo>
                    <a:pt x="584" y="364"/>
                  </a:lnTo>
                  <a:lnTo>
                    <a:pt x="586" y="366"/>
                  </a:lnTo>
                  <a:lnTo>
                    <a:pt x="586" y="369"/>
                  </a:lnTo>
                  <a:lnTo>
                    <a:pt x="586" y="371"/>
                  </a:lnTo>
                  <a:lnTo>
                    <a:pt x="589" y="376"/>
                  </a:lnTo>
                  <a:lnTo>
                    <a:pt x="589" y="376"/>
                  </a:lnTo>
                  <a:lnTo>
                    <a:pt x="591" y="376"/>
                  </a:lnTo>
                  <a:lnTo>
                    <a:pt x="591" y="376"/>
                  </a:lnTo>
                  <a:lnTo>
                    <a:pt x="591" y="376"/>
                  </a:lnTo>
                  <a:lnTo>
                    <a:pt x="591" y="378"/>
                  </a:lnTo>
                  <a:lnTo>
                    <a:pt x="591" y="378"/>
                  </a:lnTo>
                  <a:lnTo>
                    <a:pt x="593" y="390"/>
                  </a:lnTo>
                  <a:lnTo>
                    <a:pt x="596" y="392"/>
                  </a:lnTo>
                  <a:lnTo>
                    <a:pt x="596" y="395"/>
                  </a:lnTo>
                  <a:lnTo>
                    <a:pt x="596" y="395"/>
                  </a:lnTo>
                  <a:lnTo>
                    <a:pt x="593" y="418"/>
                  </a:lnTo>
                  <a:lnTo>
                    <a:pt x="593" y="428"/>
                  </a:lnTo>
                  <a:lnTo>
                    <a:pt x="593" y="433"/>
                  </a:lnTo>
                  <a:lnTo>
                    <a:pt x="596" y="433"/>
                  </a:lnTo>
                  <a:lnTo>
                    <a:pt x="596" y="433"/>
                  </a:lnTo>
                  <a:lnTo>
                    <a:pt x="596" y="435"/>
                  </a:lnTo>
                  <a:lnTo>
                    <a:pt x="598" y="437"/>
                  </a:lnTo>
                  <a:lnTo>
                    <a:pt x="598" y="437"/>
                  </a:lnTo>
                  <a:lnTo>
                    <a:pt x="598" y="440"/>
                  </a:lnTo>
                  <a:lnTo>
                    <a:pt x="603" y="437"/>
                  </a:lnTo>
                  <a:lnTo>
                    <a:pt x="608" y="440"/>
                  </a:lnTo>
                  <a:lnTo>
                    <a:pt x="615" y="442"/>
                  </a:lnTo>
                  <a:lnTo>
                    <a:pt x="619" y="445"/>
                  </a:lnTo>
                  <a:lnTo>
                    <a:pt x="622" y="447"/>
                  </a:lnTo>
                  <a:lnTo>
                    <a:pt x="624" y="452"/>
                  </a:lnTo>
                  <a:lnTo>
                    <a:pt x="624" y="452"/>
                  </a:lnTo>
                  <a:lnTo>
                    <a:pt x="626" y="452"/>
                  </a:lnTo>
                  <a:lnTo>
                    <a:pt x="629" y="449"/>
                  </a:lnTo>
                  <a:lnTo>
                    <a:pt x="631" y="449"/>
                  </a:lnTo>
                  <a:lnTo>
                    <a:pt x="631" y="447"/>
                  </a:lnTo>
                  <a:lnTo>
                    <a:pt x="638" y="440"/>
                  </a:lnTo>
                  <a:lnTo>
                    <a:pt x="641" y="433"/>
                  </a:lnTo>
                  <a:lnTo>
                    <a:pt x="641" y="430"/>
                  </a:lnTo>
                  <a:lnTo>
                    <a:pt x="648" y="423"/>
                  </a:lnTo>
                  <a:lnTo>
                    <a:pt x="650" y="423"/>
                  </a:lnTo>
                  <a:lnTo>
                    <a:pt x="657" y="421"/>
                  </a:lnTo>
                  <a:lnTo>
                    <a:pt x="657" y="418"/>
                  </a:lnTo>
                  <a:lnTo>
                    <a:pt x="662" y="416"/>
                  </a:lnTo>
                  <a:lnTo>
                    <a:pt x="664" y="414"/>
                  </a:lnTo>
                  <a:lnTo>
                    <a:pt x="667" y="414"/>
                  </a:lnTo>
                  <a:lnTo>
                    <a:pt x="667" y="414"/>
                  </a:lnTo>
                  <a:lnTo>
                    <a:pt x="671" y="409"/>
                  </a:lnTo>
                  <a:lnTo>
                    <a:pt x="676" y="407"/>
                  </a:lnTo>
                  <a:lnTo>
                    <a:pt x="676" y="404"/>
                  </a:lnTo>
                  <a:lnTo>
                    <a:pt x="678" y="404"/>
                  </a:lnTo>
                  <a:lnTo>
                    <a:pt x="690" y="404"/>
                  </a:lnTo>
                  <a:lnTo>
                    <a:pt x="693" y="404"/>
                  </a:lnTo>
                  <a:lnTo>
                    <a:pt x="702" y="402"/>
                  </a:lnTo>
                  <a:lnTo>
                    <a:pt x="707" y="400"/>
                  </a:lnTo>
                  <a:lnTo>
                    <a:pt x="709" y="400"/>
                  </a:lnTo>
                  <a:lnTo>
                    <a:pt x="712" y="397"/>
                  </a:lnTo>
                  <a:lnTo>
                    <a:pt x="714" y="397"/>
                  </a:lnTo>
                  <a:lnTo>
                    <a:pt x="728" y="388"/>
                  </a:lnTo>
                  <a:lnTo>
                    <a:pt x="728" y="385"/>
                  </a:lnTo>
                  <a:lnTo>
                    <a:pt x="740" y="381"/>
                  </a:lnTo>
                  <a:lnTo>
                    <a:pt x="740" y="378"/>
                  </a:lnTo>
                  <a:lnTo>
                    <a:pt x="742" y="374"/>
                  </a:lnTo>
                  <a:lnTo>
                    <a:pt x="742" y="371"/>
                  </a:lnTo>
                  <a:lnTo>
                    <a:pt x="745" y="369"/>
                  </a:lnTo>
                  <a:lnTo>
                    <a:pt x="733" y="362"/>
                  </a:lnTo>
                  <a:close/>
                  <a:moveTo>
                    <a:pt x="482" y="146"/>
                  </a:moveTo>
                  <a:lnTo>
                    <a:pt x="477" y="146"/>
                  </a:lnTo>
                  <a:lnTo>
                    <a:pt x="475" y="146"/>
                  </a:lnTo>
                  <a:lnTo>
                    <a:pt x="475" y="146"/>
                  </a:lnTo>
                  <a:lnTo>
                    <a:pt x="473" y="146"/>
                  </a:lnTo>
                  <a:lnTo>
                    <a:pt x="473" y="146"/>
                  </a:lnTo>
                  <a:lnTo>
                    <a:pt x="473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59" y="146"/>
                  </a:lnTo>
                  <a:lnTo>
                    <a:pt x="456" y="146"/>
                  </a:lnTo>
                  <a:lnTo>
                    <a:pt x="454" y="146"/>
                  </a:lnTo>
                  <a:lnTo>
                    <a:pt x="449" y="142"/>
                  </a:lnTo>
                  <a:lnTo>
                    <a:pt x="447" y="142"/>
                  </a:lnTo>
                  <a:lnTo>
                    <a:pt x="447" y="142"/>
                  </a:lnTo>
                  <a:lnTo>
                    <a:pt x="447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0" y="144"/>
                  </a:lnTo>
                  <a:lnTo>
                    <a:pt x="437" y="142"/>
                  </a:lnTo>
                  <a:lnTo>
                    <a:pt x="418" y="142"/>
                  </a:lnTo>
                  <a:lnTo>
                    <a:pt x="418" y="142"/>
                  </a:lnTo>
                  <a:lnTo>
                    <a:pt x="416" y="139"/>
                  </a:lnTo>
                  <a:lnTo>
                    <a:pt x="414" y="139"/>
                  </a:lnTo>
                  <a:lnTo>
                    <a:pt x="414" y="139"/>
                  </a:lnTo>
                  <a:lnTo>
                    <a:pt x="411" y="139"/>
                  </a:lnTo>
                  <a:lnTo>
                    <a:pt x="411" y="139"/>
                  </a:lnTo>
                  <a:lnTo>
                    <a:pt x="409" y="139"/>
                  </a:lnTo>
                  <a:lnTo>
                    <a:pt x="409" y="139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4" y="146"/>
                  </a:lnTo>
                  <a:lnTo>
                    <a:pt x="404" y="149"/>
                  </a:lnTo>
                  <a:lnTo>
                    <a:pt x="402" y="151"/>
                  </a:lnTo>
                  <a:lnTo>
                    <a:pt x="402" y="153"/>
                  </a:lnTo>
                  <a:lnTo>
                    <a:pt x="402" y="156"/>
                  </a:lnTo>
                  <a:lnTo>
                    <a:pt x="404" y="156"/>
                  </a:lnTo>
                  <a:lnTo>
                    <a:pt x="406" y="158"/>
                  </a:lnTo>
                  <a:lnTo>
                    <a:pt x="409" y="158"/>
                  </a:lnTo>
                  <a:lnTo>
                    <a:pt x="411" y="156"/>
                  </a:lnTo>
                  <a:lnTo>
                    <a:pt x="414" y="156"/>
                  </a:lnTo>
                  <a:lnTo>
                    <a:pt x="423" y="156"/>
                  </a:lnTo>
                  <a:lnTo>
                    <a:pt x="435" y="156"/>
                  </a:lnTo>
                  <a:lnTo>
                    <a:pt x="437" y="156"/>
                  </a:lnTo>
                  <a:lnTo>
                    <a:pt x="449" y="160"/>
                  </a:lnTo>
                  <a:lnTo>
                    <a:pt x="456" y="163"/>
                  </a:lnTo>
                  <a:lnTo>
                    <a:pt x="461" y="163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7" y="156"/>
                  </a:lnTo>
                  <a:lnTo>
                    <a:pt x="480" y="153"/>
                  </a:lnTo>
                  <a:lnTo>
                    <a:pt x="482" y="146"/>
                  </a:lnTo>
                  <a:lnTo>
                    <a:pt x="482" y="146"/>
                  </a:lnTo>
                  <a:close/>
                  <a:moveTo>
                    <a:pt x="130" y="11"/>
                  </a:moveTo>
                  <a:lnTo>
                    <a:pt x="127" y="11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27" y="7"/>
                  </a:lnTo>
                  <a:lnTo>
                    <a:pt x="125" y="7"/>
                  </a:lnTo>
                  <a:lnTo>
                    <a:pt x="123" y="4"/>
                  </a:lnTo>
                  <a:lnTo>
                    <a:pt x="120" y="2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6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1" y="2"/>
                  </a:lnTo>
                  <a:lnTo>
                    <a:pt x="101" y="4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7" y="2"/>
                  </a:lnTo>
                  <a:lnTo>
                    <a:pt x="94" y="2"/>
                  </a:lnTo>
                  <a:lnTo>
                    <a:pt x="92" y="2"/>
                  </a:lnTo>
                  <a:lnTo>
                    <a:pt x="90" y="2"/>
                  </a:lnTo>
                  <a:lnTo>
                    <a:pt x="82" y="7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1" y="16"/>
                  </a:lnTo>
                  <a:lnTo>
                    <a:pt x="68" y="16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64" y="30"/>
                  </a:lnTo>
                  <a:lnTo>
                    <a:pt x="64" y="33"/>
                  </a:lnTo>
                  <a:lnTo>
                    <a:pt x="66" y="33"/>
                  </a:lnTo>
                  <a:lnTo>
                    <a:pt x="66" y="35"/>
                  </a:lnTo>
                  <a:lnTo>
                    <a:pt x="68" y="35"/>
                  </a:lnTo>
                  <a:lnTo>
                    <a:pt x="71" y="37"/>
                  </a:lnTo>
                  <a:lnTo>
                    <a:pt x="73" y="37"/>
                  </a:lnTo>
                  <a:lnTo>
                    <a:pt x="75" y="40"/>
                  </a:lnTo>
                  <a:lnTo>
                    <a:pt x="78" y="40"/>
                  </a:lnTo>
                  <a:lnTo>
                    <a:pt x="80" y="40"/>
                  </a:lnTo>
                  <a:lnTo>
                    <a:pt x="82" y="42"/>
                  </a:lnTo>
                  <a:lnTo>
                    <a:pt x="87" y="47"/>
                  </a:lnTo>
                  <a:lnTo>
                    <a:pt x="87" y="47"/>
                  </a:lnTo>
                  <a:lnTo>
                    <a:pt x="90" y="47"/>
                  </a:lnTo>
                  <a:lnTo>
                    <a:pt x="92" y="47"/>
                  </a:lnTo>
                  <a:lnTo>
                    <a:pt x="99" y="47"/>
                  </a:lnTo>
                  <a:lnTo>
                    <a:pt x="104" y="49"/>
                  </a:lnTo>
                  <a:lnTo>
                    <a:pt x="108" y="52"/>
                  </a:lnTo>
                  <a:lnTo>
                    <a:pt x="116" y="47"/>
                  </a:lnTo>
                  <a:lnTo>
                    <a:pt x="123" y="40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5" y="37"/>
                  </a:lnTo>
                  <a:lnTo>
                    <a:pt x="125" y="35"/>
                  </a:lnTo>
                  <a:lnTo>
                    <a:pt x="125" y="33"/>
                  </a:lnTo>
                  <a:lnTo>
                    <a:pt x="125" y="30"/>
                  </a:lnTo>
                  <a:lnTo>
                    <a:pt x="123" y="28"/>
                  </a:lnTo>
                  <a:lnTo>
                    <a:pt x="127" y="21"/>
                  </a:lnTo>
                  <a:lnTo>
                    <a:pt x="130" y="14"/>
                  </a:lnTo>
                  <a:lnTo>
                    <a:pt x="130" y="14"/>
                  </a:lnTo>
                  <a:lnTo>
                    <a:pt x="130" y="11"/>
                  </a:lnTo>
                  <a:close/>
                  <a:moveTo>
                    <a:pt x="21" y="30"/>
                  </a:moveTo>
                  <a:lnTo>
                    <a:pt x="19" y="33"/>
                  </a:lnTo>
                  <a:lnTo>
                    <a:pt x="19" y="3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1" y="40"/>
                  </a:lnTo>
                  <a:lnTo>
                    <a:pt x="11" y="42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7" y="61"/>
                  </a:lnTo>
                  <a:lnTo>
                    <a:pt x="7" y="59"/>
                  </a:lnTo>
                  <a:lnTo>
                    <a:pt x="9" y="56"/>
                  </a:lnTo>
                  <a:lnTo>
                    <a:pt x="9" y="54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2"/>
                  </a:lnTo>
                  <a:lnTo>
                    <a:pt x="23" y="37"/>
                  </a:lnTo>
                  <a:lnTo>
                    <a:pt x="26" y="35"/>
                  </a:lnTo>
                  <a:lnTo>
                    <a:pt x="28" y="33"/>
                  </a:lnTo>
                  <a:lnTo>
                    <a:pt x="26" y="30"/>
                  </a:lnTo>
                  <a:lnTo>
                    <a:pt x="21" y="30"/>
                  </a:lnTo>
                  <a:close/>
                  <a:moveTo>
                    <a:pt x="347" y="120"/>
                  </a:moveTo>
                  <a:lnTo>
                    <a:pt x="347" y="118"/>
                  </a:lnTo>
                  <a:lnTo>
                    <a:pt x="347" y="116"/>
                  </a:lnTo>
                  <a:lnTo>
                    <a:pt x="347" y="113"/>
                  </a:lnTo>
                  <a:lnTo>
                    <a:pt x="345" y="113"/>
                  </a:lnTo>
                  <a:lnTo>
                    <a:pt x="343" y="113"/>
                  </a:lnTo>
                  <a:lnTo>
                    <a:pt x="343" y="111"/>
                  </a:lnTo>
                  <a:lnTo>
                    <a:pt x="343" y="108"/>
                  </a:lnTo>
                  <a:lnTo>
                    <a:pt x="345" y="106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40" y="111"/>
                  </a:lnTo>
                  <a:lnTo>
                    <a:pt x="338" y="111"/>
                  </a:lnTo>
                  <a:lnTo>
                    <a:pt x="336" y="111"/>
                  </a:lnTo>
                  <a:lnTo>
                    <a:pt x="336" y="111"/>
                  </a:lnTo>
                  <a:lnTo>
                    <a:pt x="336" y="111"/>
                  </a:lnTo>
                  <a:lnTo>
                    <a:pt x="331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6" y="99"/>
                  </a:lnTo>
                  <a:lnTo>
                    <a:pt x="326" y="99"/>
                  </a:lnTo>
                  <a:lnTo>
                    <a:pt x="326" y="99"/>
                  </a:lnTo>
                  <a:lnTo>
                    <a:pt x="328" y="99"/>
                  </a:lnTo>
                  <a:lnTo>
                    <a:pt x="328" y="97"/>
                  </a:lnTo>
                  <a:lnTo>
                    <a:pt x="328" y="94"/>
                  </a:lnTo>
                  <a:lnTo>
                    <a:pt x="326" y="94"/>
                  </a:lnTo>
                  <a:lnTo>
                    <a:pt x="324" y="92"/>
                  </a:lnTo>
                  <a:lnTo>
                    <a:pt x="321" y="87"/>
                  </a:lnTo>
                  <a:lnTo>
                    <a:pt x="319" y="85"/>
                  </a:lnTo>
                  <a:lnTo>
                    <a:pt x="319" y="82"/>
                  </a:lnTo>
                  <a:lnTo>
                    <a:pt x="317" y="80"/>
                  </a:lnTo>
                  <a:lnTo>
                    <a:pt x="314" y="78"/>
                  </a:lnTo>
                  <a:lnTo>
                    <a:pt x="314" y="75"/>
                  </a:lnTo>
                  <a:lnTo>
                    <a:pt x="312" y="75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9" y="73"/>
                  </a:lnTo>
                  <a:lnTo>
                    <a:pt x="302" y="75"/>
                  </a:lnTo>
                  <a:lnTo>
                    <a:pt x="300" y="78"/>
                  </a:lnTo>
                  <a:lnTo>
                    <a:pt x="298" y="80"/>
                  </a:lnTo>
                  <a:lnTo>
                    <a:pt x="298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1" y="85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9"/>
                  </a:lnTo>
                  <a:lnTo>
                    <a:pt x="288" y="89"/>
                  </a:lnTo>
                  <a:lnTo>
                    <a:pt x="286" y="89"/>
                  </a:lnTo>
                  <a:lnTo>
                    <a:pt x="283" y="89"/>
                  </a:lnTo>
                  <a:lnTo>
                    <a:pt x="276" y="87"/>
                  </a:lnTo>
                  <a:lnTo>
                    <a:pt x="274" y="89"/>
                  </a:lnTo>
                  <a:lnTo>
                    <a:pt x="272" y="89"/>
                  </a:lnTo>
                  <a:lnTo>
                    <a:pt x="269" y="92"/>
                  </a:lnTo>
                  <a:lnTo>
                    <a:pt x="274" y="97"/>
                  </a:lnTo>
                  <a:lnTo>
                    <a:pt x="274" y="99"/>
                  </a:lnTo>
                  <a:lnTo>
                    <a:pt x="272" y="101"/>
                  </a:lnTo>
                  <a:lnTo>
                    <a:pt x="274" y="104"/>
                  </a:lnTo>
                  <a:lnTo>
                    <a:pt x="276" y="106"/>
                  </a:lnTo>
                  <a:lnTo>
                    <a:pt x="279" y="106"/>
                  </a:lnTo>
                  <a:lnTo>
                    <a:pt x="279" y="108"/>
                  </a:lnTo>
                  <a:lnTo>
                    <a:pt x="281" y="113"/>
                  </a:lnTo>
                  <a:lnTo>
                    <a:pt x="283" y="116"/>
                  </a:lnTo>
                  <a:lnTo>
                    <a:pt x="286" y="118"/>
                  </a:lnTo>
                  <a:lnTo>
                    <a:pt x="288" y="118"/>
                  </a:lnTo>
                  <a:lnTo>
                    <a:pt x="288" y="118"/>
                  </a:lnTo>
                  <a:lnTo>
                    <a:pt x="288" y="120"/>
                  </a:lnTo>
                  <a:lnTo>
                    <a:pt x="291" y="130"/>
                  </a:lnTo>
                  <a:lnTo>
                    <a:pt x="293" y="130"/>
                  </a:lnTo>
                  <a:lnTo>
                    <a:pt x="293" y="130"/>
                  </a:lnTo>
                  <a:lnTo>
                    <a:pt x="293" y="130"/>
                  </a:lnTo>
                  <a:lnTo>
                    <a:pt x="295" y="130"/>
                  </a:lnTo>
                  <a:lnTo>
                    <a:pt x="298" y="127"/>
                  </a:lnTo>
                  <a:lnTo>
                    <a:pt x="302" y="127"/>
                  </a:lnTo>
                  <a:lnTo>
                    <a:pt x="307" y="127"/>
                  </a:lnTo>
                  <a:lnTo>
                    <a:pt x="309" y="127"/>
                  </a:lnTo>
                  <a:lnTo>
                    <a:pt x="309" y="123"/>
                  </a:lnTo>
                  <a:lnTo>
                    <a:pt x="307" y="123"/>
                  </a:lnTo>
                  <a:lnTo>
                    <a:pt x="305" y="120"/>
                  </a:lnTo>
                  <a:lnTo>
                    <a:pt x="302" y="118"/>
                  </a:lnTo>
                  <a:lnTo>
                    <a:pt x="305" y="118"/>
                  </a:lnTo>
                  <a:lnTo>
                    <a:pt x="307" y="120"/>
                  </a:lnTo>
                  <a:lnTo>
                    <a:pt x="309" y="120"/>
                  </a:lnTo>
                  <a:lnTo>
                    <a:pt x="307" y="116"/>
                  </a:lnTo>
                  <a:lnTo>
                    <a:pt x="309" y="118"/>
                  </a:lnTo>
                  <a:lnTo>
                    <a:pt x="312" y="118"/>
                  </a:lnTo>
                  <a:lnTo>
                    <a:pt x="312" y="116"/>
                  </a:lnTo>
                  <a:lnTo>
                    <a:pt x="312" y="116"/>
                  </a:lnTo>
                  <a:lnTo>
                    <a:pt x="314" y="118"/>
                  </a:lnTo>
                  <a:lnTo>
                    <a:pt x="314" y="118"/>
                  </a:lnTo>
                  <a:lnTo>
                    <a:pt x="314" y="120"/>
                  </a:lnTo>
                  <a:lnTo>
                    <a:pt x="314" y="120"/>
                  </a:lnTo>
                  <a:lnTo>
                    <a:pt x="312" y="120"/>
                  </a:lnTo>
                  <a:lnTo>
                    <a:pt x="312" y="123"/>
                  </a:lnTo>
                  <a:lnTo>
                    <a:pt x="312" y="125"/>
                  </a:lnTo>
                  <a:lnTo>
                    <a:pt x="314" y="125"/>
                  </a:lnTo>
                  <a:lnTo>
                    <a:pt x="317" y="125"/>
                  </a:lnTo>
                  <a:lnTo>
                    <a:pt x="319" y="123"/>
                  </a:lnTo>
                  <a:lnTo>
                    <a:pt x="321" y="125"/>
                  </a:lnTo>
                  <a:lnTo>
                    <a:pt x="324" y="125"/>
                  </a:lnTo>
                  <a:lnTo>
                    <a:pt x="324" y="127"/>
                  </a:lnTo>
                  <a:lnTo>
                    <a:pt x="324" y="127"/>
                  </a:lnTo>
                  <a:lnTo>
                    <a:pt x="326" y="130"/>
                  </a:lnTo>
                  <a:lnTo>
                    <a:pt x="328" y="132"/>
                  </a:lnTo>
                  <a:lnTo>
                    <a:pt x="331" y="132"/>
                  </a:lnTo>
                  <a:lnTo>
                    <a:pt x="333" y="134"/>
                  </a:lnTo>
                  <a:lnTo>
                    <a:pt x="336" y="134"/>
                  </a:lnTo>
                  <a:lnTo>
                    <a:pt x="338" y="132"/>
                  </a:lnTo>
                  <a:lnTo>
                    <a:pt x="340" y="132"/>
                  </a:lnTo>
                  <a:lnTo>
                    <a:pt x="345" y="130"/>
                  </a:lnTo>
                  <a:lnTo>
                    <a:pt x="347" y="134"/>
                  </a:lnTo>
                  <a:lnTo>
                    <a:pt x="347" y="132"/>
                  </a:lnTo>
                  <a:lnTo>
                    <a:pt x="354" y="127"/>
                  </a:lnTo>
                  <a:lnTo>
                    <a:pt x="354" y="125"/>
                  </a:lnTo>
                  <a:lnTo>
                    <a:pt x="347" y="120"/>
                  </a:lnTo>
                  <a:close/>
                  <a:moveTo>
                    <a:pt x="466" y="187"/>
                  </a:moveTo>
                  <a:lnTo>
                    <a:pt x="463" y="187"/>
                  </a:lnTo>
                  <a:lnTo>
                    <a:pt x="461" y="187"/>
                  </a:lnTo>
                  <a:lnTo>
                    <a:pt x="454" y="179"/>
                  </a:lnTo>
                  <a:lnTo>
                    <a:pt x="440" y="179"/>
                  </a:lnTo>
                  <a:lnTo>
                    <a:pt x="435" y="182"/>
                  </a:lnTo>
                  <a:lnTo>
                    <a:pt x="437" y="187"/>
                  </a:lnTo>
                  <a:lnTo>
                    <a:pt x="442" y="189"/>
                  </a:lnTo>
                  <a:lnTo>
                    <a:pt x="444" y="191"/>
                  </a:lnTo>
                  <a:lnTo>
                    <a:pt x="444" y="194"/>
                  </a:lnTo>
                  <a:lnTo>
                    <a:pt x="444" y="196"/>
                  </a:lnTo>
                  <a:lnTo>
                    <a:pt x="444" y="201"/>
                  </a:lnTo>
                  <a:lnTo>
                    <a:pt x="447" y="203"/>
                  </a:lnTo>
                  <a:lnTo>
                    <a:pt x="449" y="205"/>
                  </a:lnTo>
                  <a:lnTo>
                    <a:pt x="454" y="205"/>
                  </a:lnTo>
                  <a:lnTo>
                    <a:pt x="461" y="203"/>
                  </a:lnTo>
                  <a:lnTo>
                    <a:pt x="466" y="201"/>
                  </a:lnTo>
                  <a:lnTo>
                    <a:pt x="468" y="196"/>
                  </a:lnTo>
                  <a:lnTo>
                    <a:pt x="470" y="194"/>
                  </a:lnTo>
                  <a:lnTo>
                    <a:pt x="470" y="191"/>
                  </a:lnTo>
                  <a:lnTo>
                    <a:pt x="468" y="191"/>
                  </a:lnTo>
                  <a:lnTo>
                    <a:pt x="466" y="18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7" name="Freeform 45">
              <a:extLst>
                <a:ext uri="{FF2B5EF4-FFF2-40B4-BE49-F238E27FC236}">
                  <a16:creationId xmlns:a16="http://schemas.microsoft.com/office/drawing/2014/main" id="{FA5FBC40-EFC1-4548-81FC-D8B01729E7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17622" y="3348755"/>
              <a:ext cx="518293" cy="522069"/>
            </a:xfrm>
            <a:custGeom>
              <a:avLst/>
              <a:gdLst>
                <a:gd name="T0" fmla="*/ 504 w 549"/>
                <a:gd name="T1" fmla="*/ 480 h 553"/>
                <a:gd name="T2" fmla="*/ 544 w 549"/>
                <a:gd name="T3" fmla="*/ 326 h 553"/>
                <a:gd name="T4" fmla="*/ 521 w 549"/>
                <a:gd name="T5" fmla="*/ 324 h 553"/>
                <a:gd name="T6" fmla="*/ 511 w 549"/>
                <a:gd name="T7" fmla="*/ 310 h 553"/>
                <a:gd name="T8" fmla="*/ 502 w 549"/>
                <a:gd name="T9" fmla="*/ 284 h 553"/>
                <a:gd name="T10" fmla="*/ 490 w 549"/>
                <a:gd name="T11" fmla="*/ 269 h 553"/>
                <a:gd name="T12" fmla="*/ 476 w 549"/>
                <a:gd name="T13" fmla="*/ 255 h 553"/>
                <a:gd name="T14" fmla="*/ 471 w 549"/>
                <a:gd name="T15" fmla="*/ 241 h 553"/>
                <a:gd name="T16" fmla="*/ 450 w 549"/>
                <a:gd name="T17" fmla="*/ 213 h 553"/>
                <a:gd name="T18" fmla="*/ 419 w 549"/>
                <a:gd name="T19" fmla="*/ 191 h 553"/>
                <a:gd name="T20" fmla="*/ 407 w 549"/>
                <a:gd name="T21" fmla="*/ 182 h 553"/>
                <a:gd name="T22" fmla="*/ 393 w 549"/>
                <a:gd name="T23" fmla="*/ 158 h 553"/>
                <a:gd name="T24" fmla="*/ 357 w 549"/>
                <a:gd name="T25" fmla="*/ 132 h 553"/>
                <a:gd name="T26" fmla="*/ 327 w 549"/>
                <a:gd name="T27" fmla="*/ 111 h 553"/>
                <a:gd name="T28" fmla="*/ 308 w 549"/>
                <a:gd name="T29" fmla="*/ 94 h 553"/>
                <a:gd name="T30" fmla="*/ 267 w 549"/>
                <a:gd name="T31" fmla="*/ 59 h 553"/>
                <a:gd name="T32" fmla="*/ 234 w 549"/>
                <a:gd name="T33" fmla="*/ 33 h 553"/>
                <a:gd name="T34" fmla="*/ 244 w 549"/>
                <a:gd name="T35" fmla="*/ 14 h 553"/>
                <a:gd name="T36" fmla="*/ 239 w 549"/>
                <a:gd name="T37" fmla="*/ 2 h 553"/>
                <a:gd name="T38" fmla="*/ 140 w 549"/>
                <a:gd name="T39" fmla="*/ 19 h 553"/>
                <a:gd name="T40" fmla="*/ 26 w 549"/>
                <a:gd name="T41" fmla="*/ 33 h 553"/>
                <a:gd name="T42" fmla="*/ 17 w 549"/>
                <a:gd name="T43" fmla="*/ 92 h 553"/>
                <a:gd name="T44" fmla="*/ 57 w 549"/>
                <a:gd name="T45" fmla="*/ 222 h 553"/>
                <a:gd name="T46" fmla="*/ 76 w 549"/>
                <a:gd name="T47" fmla="*/ 284 h 553"/>
                <a:gd name="T48" fmla="*/ 88 w 549"/>
                <a:gd name="T49" fmla="*/ 307 h 553"/>
                <a:gd name="T50" fmla="*/ 107 w 549"/>
                <a:gd name="T51" fmla="*/ 338 h 553"/>
                <a:gd name="T52" fmla="*/ 109 w 549"/>
                <a:gd name="T53" fmla="*/ 355 h 553"/>
                <a:gd name="T54" fmla="*/ 116 w 549"/>
                <a:gd name="T55" fmla="*/ 364 h 553"/>
                <a:gd name="T56" fmla="*/ 109 w 549"/>
                <a:gd name="T57" fmla="*/ 376 h 553"/>
                <a:gd name="T58" fmla="*/ 107 w 549"/>
                <a:gd name="T59" fmla="*/ 400 h 553"/>
                <a:gd name="T60" fmla="*/ 114 w 549"/>
                <a:gd name="T61" fmla="*/ 445 h 553"/>
                <a:gd name="T62" fmla="*/ 116 w 549"/>
                <a:gd name="T63" fmla="*/ 475 h 553"/>
                <a:gd name="T64" fmla="*/ 123 w 549"/>
                <a:gd name="T65" fmla="*/ 506 h 553"/>
                <a:gd name="T66" fmla="*/ 133 w 549"/>
                <a:gd name="T67" fmla="*/ 525 h 553"/>
                <a:gd name="T68" fmla="*/ 156 w 549"/>
                <a:gd name="T69" fmla="*/ 553 h 553"/>
                <a:gd name="T70" fmla="*/ 253 w 549"/>
                <a:gd name="T71" fmla="*/ 546 h 553"/>
                <a:gd name="T72" fmla="*/ 388 w 549"/>
                <a:gd name="T73" fmla="*/ 535 h 553"/>
                <a:gd name="T74" fmla="*/ 431 w 549"/>
                <a:gd name="T75" fmla="*/ 535 h 553"/>
                <a:gd name="T76" fmla="*/ 435 w 549"/>
                <a:gd name="T77" fmla="*/ 546 h 553"/>
                <a:gd name="T78" fmla="*/ 450 w 549"/>
                <a:gd name="T79" fmla="*/ 553 h 553"/>
                <a:gd name="T80" fmla="*/ 454 w 549"/>
                <a:gd name="T81" fmla="*/ 527 h 553"/>
                <a:gd name="T82" fmla="*/ 450 w 549"/>
                <a:gd name="T83" fmla="*/ 511 h 553"/>
                <a:gd name="T84" fmla="*/ 452 w 549"/>
                <a:gd name="T85" fmla="*/ 499 h 553"/>
                <a:gd name="T86" fmla="*/ 457 w 549"/>
                <a:gd name="T87" fmla="*/ 494 h 553"/>
                <a:gd name="T88" fmla="*/ 478 w 549"/>
                <a:gd name="T89" fmla="*/ 499 h 553"/>
                <a:gd name="T90" fmla="*/ 499 w 549"/>
                <a:gd name="T91" fmla="*/ 501 h 553"/>
                <a:gd name="T92" fmla="*/ 502 w 549"/>
                <a:gd name="T93" fmla="*/ 485 h 553"/>
                <a:gd name="T94" fmla="*/ 502 w 549"/>
                <a:gd name="T95" fmla="*/ 478 h 553"/>
                <a:gd name="T96" fmla="*/ 504 w 549"/>
                <a:gd name="T97" fmla="*/ 459 h 553"/>
                <a:gd name="T98" fmla="*/ 506 w 549"/>
                <a:gd name="T99" fmla="*/ 454 h 553"/>
                <a:gd name="T100" fmla="*/ 504 w 549"/>
                <a:gd name="T101" fmla="*/ 435 h 553"/>
                <a:gd name="T102" fmla="*/ 518 w 549"/>
                <a:gd name="T103" fmla="*/ 426 h 553"/>
                <a:gd name="T104" fmla="*/ 511 w 549"/>
                <a:gd name="T105" fmla="*/ 421 h 553"/>
                <a:gd name="T106" fmla="*/ 511 w 549"/>
                <a:gd name="T107" fmla="*/ 409 h 553"/>
                <a:gd name="T108" fmla="*/ 521 w 549"/>
                <a:gd name="T109" fmla="*/ 393 h 553"/>
                <a:gd name="T110" fmla="*/ 506 w 549"/>
                <a:gd name="T111" fmla="*/ 393 h 553"/>
                <a:gd name="T112" fmla="*/ 518 w 549"/>
                <a:gd name="T113" fmla="*/ 381 h 553"/>
                <a:gd name="T114" fmla="*/ 521 w 549"/>
                <a:gd name="T115" fmla="*/ 374 h 553"/>
                <a:gd name="T116" fmla="*/ 511 w 549"/>
                <a:gd name="T117" fmla="*/ 366 h 553"/>
                <a:gd name="T118" fmla="*/ 530 w 549"/>
                <a:gd name="T119" fmla="*/ 355 h 553"/>
                <a:gd name="T120" fmla="*/ 525 w 549"/>
                <a:gd name="T121" fmla="*/ 348 h 553"/>
                <a:gd name="T122" fmla="*/ 537 w 549"/>
                <a:gd name="T123" fmla="*/ 336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9" h="553">
                  <a:moveTo>
                    <a:pt x="509" y="490"/>
                  </a:moveTo>
                  <a:lnTo>
                    <a:pt x="509" y="490"/>
                  </a:lnTo>
                  <a:lnTo>
                    <a:pt x="511" y="485"/>
                  </a:lnTo>
                  <a:lnTo>
                    <a:pt x="511" y="480"/>
                  </a:lnTo>
                  <a:lnTo>
                    <a:pt x="511" y="475"/>
                  </a:lnTo>
                  <a:lnTo>
                    <a:pt x="511" y="473"/>
                  </a:lnTo>
                  <a:lnTo>
                    <a:pt x="511" y="468"/>
                  </a:lnTo>
                  <a:lnTo>
                    <a:pt x="509" y="466"/>
                  </a:lnTo>
                  <a:lnTo>
                    <a:pt x="509" y="466"/>
                  </a:lnTo>
                  <a:lnTo>
                    <a:pt x="509" y="471"/>
                  </a:lnTo>
                  <a:lnTo>
                    <a:pt x="504" y="475"/>
                  </a:lnTo>
                  <a:lnTo>
                    <a:pt x="504" y="480"/>
                  </a:lnTo>
                  <a:lnTo>
                    <a:pt x="504" y="480"/>
                  </a:lnTo>
                  <a:lnTo>
                    <a:pt x="506" y="482"/>
                  </a:lnTo>
                  <a:lnTo>
                    <a:pt x="506" y="485"/>
                  </a:lnTo>
                  <a:lnTo>
                    <a:pt x="506" y="485"/>
                  </a:lnTo>
                  <a:lnTo>
                    <a:pt x="506" y="487"/>
                  </a:lnTo>
                  <a:lnTo>
                    <a:pt x="509" y="497"/>
                  </a:lnTo>
                  <a:lnTo>
                    <a:pt x="511" y="497"/>
                  </a:lnTo>
                  <a:lnTo>
                    <a:pt x="511" y="497"/>
                  </a:lnTo>
                  <a:lnTo>
                    <a:pt x="511" y="494"/>
                  </a:lnTo>
                  <a:lnTo>
                    <a:pt x="509" y="490"/>
                  </a:lnTo>
                  <a:close/>
                  <a:moveTo>
                    <a:pt x="547" y="326"/>
                  </a:moveTo>
                  <a:lnTo>
                    <a:pt x="544" y="326"/>
                  </a:lnTo>
                  <a:lnTo>
                    <a:pt x="544" y="326"/>
                  </a:lnTo>
                  <a:lnTo>
                    <a:pt x="542" y="326"/>
                  </a:lnTo>
                  <a:lnTo>
                    <a:pt x="542" y="326"/>
                  </a:lnTo>
                  <a:lnTo>
                    <a:pt x="542" y="326"/>
                  </a:lnTo>
                  <a:lnTo>
                    <a:pt x="539" y="326"/>
                  </a:lnTo>
                  <a:lnTo>
                    <a:pt x="537" y="326"/>
                  </a:lnTo>
                  <a:lnTo>
                    <a:pt x="537" y="326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0" y="322"/>
                  </a:lnTo>
                  <a:lnTo>
                    <a:pt x="528" y="322"/>
                  </a:lnTo>
                  <a:lnTo>
                    <a:pt x="521" y="324"/>
                  </a:lnTo>
                  <a:lnTo>
                    <a:pt x="521" y="324"/>
                  </a:lnTo>
                  <a:lnTo>
                    <a:pt x="518" y="319"/>
                  </a:lnTo>
                  <a:lnTo>
                    <a:pt x="516" y="319"/>
                  </a:lnTo>
                  <a:lnTo>
                    <a:pt x="516" y="319"/>
                  </a:lnTo>
                  <a:lnTo>
                    <a:pt x="516" y="319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3" y="317"/>
                  </a:lnTo>
                  <a:lnTo>
                    <a:pt x="511" y="312"/>
                  </a:lnTo>
                  <a:lnTo>
                    <a:pt x="511" y="312"/>
                  </a:lnTo>
                  <a:lnTo>
                    <a:pt x="511" y="310"/>
                  </a:lnTo>
                  <a:lnTo>
                    <a:pt x="511" y="307"/>
                  </a:lnTo>
                  <a:lnTo>
                    <a:pt x="511" y="307"/>
                  </a:lnTo>
                  <a:lnTo>
                    <a:pt x="511" y="305"/>
                  </a:lnTo>
                  <a:lnTo>
                    <a:pt x="511" y="303"/>
                  </a:lnTo>
                  <a:lnTo>
                    <a:pt x="511" y="303"/>
                  </a:lnTo>
                  <a:lnTo>
                    <a:pt x="511" y="300"/>
                  </a:lnTo>
                  <a:lnTo>
                    <a:pt x="511" y="298"/>
                  </a:lnTo>
                  <a:lnTo>
                    <a:pt x="511" y="295"/>
                  </a:lnTo>
                  <a:lnTo>
                    <a:pt x="511" y="293"/>
                  </a:lnTo>
                  <a:lnTo>
                    <a:pt x="509" y="293"/>
                  </a:lnTo>
                  <a:lnTo>
                    <a:pt x="506" y="293"/>
                  </a:lnTo>
                  <a:lnTo>
                    <a:pt x="502" y="284"/>
                  </a:lnTo>
                  <a:lnTo>
                    <a:pt x="502" y="279"/>
                  </a:lnTo>
                  <a:lnTo>
                    <a:pt x="502" y="277"/>
                  </a:lnTo>
                  <a:lnTo>
                    <a:pt x="499" y="277"/>
                  </a:lnTo>
                  <a:lnTo>
                    <a:pt x="497" y="277"/>
                  </a:lnTo>
                  <a:lnTo>
                    <a:pt x="497" y="274"/>
                  </a:lnTo>
                  <a:lnTo>
                    <a:pt x="497" y="274"/>
                  </a:lnTo>
                  <a:lnTo>
                    <a:pt x="495" y="272"/>
                  </a:lnTo>
                  <a:lnTo>
                    <a:pt x="495" y="272"/>
                  </a:lnTo>
                  <a:lnTo>
                    <a:pt x="492" y="272"/>
                  </a:lnTo>
                  <a:lnTo>
                    <a:pt x="492" y="272"/>
                  </a:lnTo>
                  <a:lnTo>
                    <a:pt x="492" y="272"/>
                  </a:lnTo>
                  <a:lnTo>
                    <a:pt x="490" y="269"/>
                  </a:lnTo>
                  <a:lnTo>
                    <a:pt x="490" y="269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3" y="267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78" y="265"/>
                  </a:lnTo>
                  <a:lnTo>
                    <a:pt x="476" y="262"/>
                  </a:lnTo>
                  <a:lnTo>
                    <a:pt x="476" y="262"/>
                  </a:lnTo>
                  <a:lnTo>
                    <a:pt x="476" y="260"/>
                  </a:lnTo>
                  <a:lnTo>
                    <a:pt x="476" y="258"/>
                  </a:lnTo>
                  <a:lnTo>
                    <a:pt x="476" y="255"/>
                  </a:lnTo>
                  <a:lnTo>
                    <a:pt x="476" y="255"/>
                  </a:lnTo>
                  <a:lnTo>
                    <a:pt x="476" y="255"/>
                  </a:lnTo>
                  <a:lnTo>
                    <a:pt x="473" y="255"/>
                  </a:lnTo>
                  <a:lnTo>
                    <a:pt x="473" y="253"/>
                  </a:lnTo>
                  <a:lnTo>
                    <a:pt x="473" y="253"/>
                  </a:lnTo>
                  <a:lnTo>
                    <a:pt x="473" y="250"/>
                  </a:lnTo>
                  <a:lnTo>
                    <a:pt x="473" y="250"/>
                  </a:lnTo>
                  <a:lnTo>
                    <a:pt x="473" y="248"/>
                  </a:lnTo>
                  <a:lnTo>
                    <a:pt x="473" y="246"/>
                  </a:lnTo>
                  <a:lnTo>
                    <a:pt x="471" y="246"/>
                  </a:lnTo>
                  <a:lnTo>
                    <a:pt x="471" y="243"/>
                  </a:lnTo>
                  <a:lnTo>
                    <a:pt x="471" y="241"/>
                  </a:lnTo>
                  <a:lnTo>
                    <a:pt x="471" y="239"/>
                  </a:lnTo>
                  <a:lnTo>
                    <a:pt x="469" y="236"/>
                  </a:lnTo>
                  <a:lnTo>
                    <a:pt x="461" y="227"/>
                  </a:lnTo>
                  <a:lnTo>
                    <a:pt x="459" y="227"/>
                  </a:lnTo>
                  <a:lnTo>
                    <a:pt x="459" y="224"/>
                  </a:lnTo>
                  <a:lnTo>
                    <a:pt x="459" y="220"/>
                  </a:lnTo>
                  <a:lnTo>
                    <a:pt x="459" y="217"/>
                  </a:lnTo>
                  <a:lnTo>
                    <a:pt x="457" y="215"/>
                  </a:lnTo>
                  <a:lnTo>
                    <a:pt x="457" y="215"/>
                  </a:lnTo>
                  <a:lnTo>
                    <a:pt x="454" y="213"/>
                  </a:lnTo>
                  <a:lnTo>
                    <a:pt x="452" y="213"/>
                  </a:lnTo>
                  <a:lnTo>
                    <a:pt x="450" y="213"/>
                  </a:lnTo>
                  <a:lnTo>
                    <a:pt x="447" y="210"/>
                  </a:lnTo>
                  <a:lnTo>
                    <a:pt x="443" y="208"/>
                  </a:lnTo>
                  <a:lnTo>
                    <a:pt x="433" y="206"/>
                  </a:lnTo>
                  <a:lnTo>
                    <a:pt x="428" y="203"/>
                  </a:lnTo>
                  <a:lnTo>
                    <a:pt x="428" y="203"/>
                  </a:lnTo>
                  <a:lnTo>
                    <a:pt x="426" y="198"/>
                  </a:lnTo>
                  <a:lnTo>
                    <a:pt x="426" y="196"/>
                  </a:lnTo>
                  <a:lnTo>
                    <a:pt x="424" y="196"/>
                  </a:lnTo>
                  <a:lnTo>
                    <a:pt x="421" y="196"/>
                  </a:lnTo>
                  <a:lnTo>
                    <a:pt x="419" y="196"/>
                  </a:lnTo>
                  <a:lnTo>
                    <a:pt x="416" y="194"/>
                  </a:lnTo>
                  <a:lnTo>
                    <a:pt x="419" y="191"/>
                  </a:lnTo>
                  <a:lnTo>
                    <a:pt x="419" y="191"/>
                  </a:lnTo>
                  <a:lnTo>
                    <a:pt x="419" y="189"/>
                  </a:lnTo>
                  <a:lnTo>
                    <a:pt x="416" y="189"/>
                  </a:lnTo>
                  <a:lnTo>
                    <a:pt x="416" y="187"/>
                  </a:lnTo>
                  <a:lnTo>
                    <a:pt x="416" y="187"/>
                  </a:lnTo>
                  <a:lnTo>
                    <a:pt x="416" y="187"/>
                  </a:lnTo>
                  <a:lnTo>
                    <a:pt x="414" y="184"/>
                  </a:lnTo>
                  <a:lnTo>
                    <a:pt x="414" y="187"/>
                  </a:lnTo>
                  <a:lnTo>
                    <a:pt x="414" y="187"/>
                  </a:lnTo>
                  <a:lnTo>
                    <a:pt x="414" y="187"/>
                  </a:lnTo>
                  <a:lnTo>
                    <a:pt x="412" y="187"/>
                  </a:lnTo>
                  <a:lnTo>
                    <a:pt x="407" y="182"/>
                  </a:lnTo>
                  <a:lnTo>
                    <a:pt x="407" y="179"/>
                  </a:lnTo>
                  <a:lnTo>
                    <a:pt x="407" y="179"/>
                  </a:lnTo>
                  <a:lnTo>
                    <a:pt x="405" y="177"/>
                  </a:lnTo>
                  <a:lnTo>
                    <a:pt x="405" y="175"/>
                  </a:lnTo>
                  <a:lnTo>
                    <a:pt x="407" y="175"/>
                  </a:lnTo>
                  <a:lnTo>
                    <a:pt x="407" y="172"/>
                  </a:lnTo>
                  <a:lnTo>
                    <a:pt x="405" y="172"/>
                  </a:lnTo>
                  <a:lnTo>
                    <a:pt x="405" y="170"/>
                  </a:lnTo>
                  <a:lnTo>
                    <a:pt x="405" y="168"/>
                  </a:lnTo>
                  <a:lnTo>
                    <a:pt x="400" y="165"/>
                  </a:lnTo>
                  <a:lnTo>
                    <a:pt x="398" y="163"/>
                  </a:lnTo>
                  <a:lnTo>
                    <a:pt x="393" y="158"/>
                  </a:lnTo>
                  <a:lnTo>
                    <a:pt x="388" y="158"/>
                  </a:lnTo>
                  <a:lnTo>
                    <a:pt x="388" y="156"/>
                  </a:lnTo>
                  <a:lnTo>
                    <a:pt x="381" y="156"/>
                  </a:lnTo>
                  <a:lnTo>
                    <a:pt x="379" y="156"/>
                  </a:lnTo>
                  <a:lnTo>
                    <a:pt x="376" y="153"/>
                  </a:lnTo>
                  <a:lnTo>
                    <a:pt x="374" y="153"/>
                  </a:lnTo>
                  <a:lnTo>
                    <a:pt x="372" y="149"/>
                  </a:lnTo>
                  <a:lnTo>
                    <a:pt x="372" y="146"/>
                  </a:lnTo>
                  <a:lnTo>
                    <a:pt x="369" y="144"/>
                  </a:lnTo>
                  <a:lnTo>
                    <a:pt x="367" y="139"/>
                  </a:lnTo>
                  <a:lnTo>
                    <a:pt x="364" y="137"/>
                  </a:lnTo>
                  <a:lnTo>
                    <a:pt x="357" y="132"/>
                  </a:lnTo>
                  <a:lnTo>
                    <a:pt x="353" y="130"/>
                  </a:lnTo>
                  <a:lnTo>
                    <a:pt x="348" y="127"/>
                  </a:lnTo>
                  <a:lnTo>
                    <a:pt x="346" y="127"/>
                  </a:lnTo>
                  <a:lnTo>
                    <a:pt x="341" y="125"/>
                  </a:lnTo>
                  <a:lnTo>
                    <a:pt x="338" y="123"/>
                  </a:lnTo>
                  <a:lnTo>
                    <a:pt x="336" y="120"/>
                  </a:lnTo>
                  <a:lnTo>
                    <a:pt x="334" y="118"/>
                  </a:lnTo>
                  <a:lnTo>
                    <a:pt x="334" y="118"/>
                  </a:lnTo>
                  <a:lnTo>
                    <a:pt x="331" y="118"/>
                  </a:lnTo>
                  <a:lnTo>
                    <a:pt x="329" y="118"/>
                  </a:lnTo>
                  <a:lnTo>
                    <a:pt x="329" y="116"/>
                  </a:lnTo>
                  <a:lnTo>
                    <a:pt x="327" y="111"/>
                  </a:lnTo>
                  <a:lnTo>
                    <a:pt x="324" y="108"/>
                  </a:lnTo>
                  <a:lnTo>
                    <a:pt x="324" y="108"/>
                  </a:lnTo>
                  <a:lnTo>
                    <a:pt x="322" y="106"/>
                  </a:lnTo>
                  <a:lnTo>
                    <a:pt x="320" y="104"/>
                  </a:lnTo>
                  <a:lnTo>
                    <a:pt x="320" y="101"/>
                  </a:lnTo>
                  <a:lnTo>
                    <a:pt x="317" y="101"/>
                  </a:lnTo>
                  <a:lnTo>
                    <a:pt x="317" y="99"/>
                  </a:lnTo>
                  <a:lnTo>
                    <a:pt x="315" y="99"/>
                  </a:lnTo>
                  <a:lnTo>
                    <a:pt x="312" y="97"/>
                  </a:lnTo>
                  <a:lnTo>
                    <a:pt x="310" y="97"/>
                  </a:lnTo>
                  <a:lnTo>
                    <a:pt x="310" y="94"/>
                  </a:lnTo>
                  <a:lnTo>
                    <a:pt x="308" y="94"/>
                  </a:lnTo>
                  <a:lnTo>
                    <a:pt x="305" y="82"/>
                  </a:lnTo>
                  <a:lnTo>
                    <a:pt x="303" y="80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3" y="68"/>
                  </a:lnTo>
                  <a:lnTo>
                    <a:pt x="291" y="64"/>
                  </a:lnTo>
                  <a:lnTo>
                    <a:pt x="291" y="61"/>
                  </a:lnTo>
                  <a:lnTo>
                    <a:pt x="286" y="59"/>
                  </a:lnTo>
                  <a:lnTo>
                    <a:pt x="279" y="61"/>
                  </a:lnTo>
                  <a:lnTo>
                    <a:pt x="275" y="61"/>
                  </a:lnTo>
                  <a:lnTo>
                    <a:pt x="270" y="61"/>
                  </a:lnTo>
                  <a:lnTo>
                    <a:pt x="267" y="59"/>
                  </a:lnTo>
                  <a:lnTo>
                    <a:pt x="267" y="56"/>
                  </a:lnTo>
                  <a:lnTo>
                    <a:pt x="265" y="54"/>
                  </a:lnTo>
                  <a:lnTo>
                    <a:pt x="260" y="52"/>
                  </a:lnTo>
                  <a:lnTo>
                    <a:pt x="258" y="52"/>
                  </a:lnTo>
                  <a:lnTo>
                    <a:pt x="256" y="49"/>
                  </a:lnTo>
                  <a:lnTo>
                    <a:pt x="256" y="47"/>
                  </a:lnTo>
                  <a:lnTo>
                    <a:pt x="256" y="47"/>
                  </a:lnTo>
                  <a:lnTo>
                    <a:pt x="253" y="49"/>
                  </a:lnTo>
                  <a:lnTo>
                    <a:pt x="249" y="47"/>
                  </a:lnTo>
                  <a:lnTo>
                    <a:pt x="239" y="42"/>
                  </a:lnTo>
                  <a:lnTo>
                    <a:pt x="234" y="40"/>
                  </a:lnTo>
                  <a:lnTo>
                    <a:pt x="234" y="33"/>
                  </a:lnTo>
                  <a:lnTo>
                    <a:pt x="237" y="30"/>
                  </a:lnTo>
                  <a:lnTo>
                    <a:pt x="237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6"/>
                  </a:lnTo>
                  <a:lnTo>
                    <a:pt x="239" y="23"/>
                  </a:lnTo>
                  <a:lnTo>
                    <a:pt x="239" y="23"/>
                  </a:lnTo>
                  <a:lnTo>
                    <a:pt x="241" y="21"/>
                  </a:lnTo>
                  <a:lnTo>
                    <a:pt x="241" y="21"/>
                  </a:lnTo>
                  <a:lnTo>
                    <a:pt x="241" y="19"/>
                  </a:lnTo>
                  <a:lnTo>
                    <a:pt x="244" y="14"/>
                  </a:lnTo>
                  <a:lnTo>
                    <a:pt x="244" y="11"/>
                  </a:lnTo>
                  <a:lnTo>
                    <a:pt x="244" y="11"/>
                  </a:lnTo>
                  <a:lnTo>
                    <a:pt x="249" y="7"/>
                  </a:lnTo>
                  <a:lnTo>
                    <a:pt x="249" y="7"/>
                  </a:lnTo>
                  <a:lnTo>
                    <a:pt x="253" y="4"/>
                  </a:lnTo>
                  <a:lnTo>
                    <a:pt x="253" y="4"/>
                  </a:lnTo>
                  <a:lnTo>
                    <a:pt x="253" y="2"/>
                  </a:lnTo>
                  <a:lnTo>
                    <a:pt x="253" y="2"/>
                  </a:lnTo>
                  <a:lnTo>
                    <a:pt x="253" y="0"/>
                  </a:lnTo>
                  <a:lnTo>
                    <a:pt x="253" y="0"/>
                  </a:lnTo>
                  <a:lnTo>
                    <a:pt x="246" y="0"/>
                  </a:lnTo>
                  <a:lnTo>
                    <a:pt x="239" y="2"/>
                  </a:lnTo>
                  <a:lnTo>
                    <a:pt x="232" y="2"/>
                  </a:lnTo>
                  <a:lnTo>
                    <a:pt x="223" y="4"/>
                  </a:lnTo>
                  <a:lnTo>
                    <a:pt x="215" y="4"/>
                  </a:lnTo>
                  <a:lnTo>
                    <a:pt x="208" y="7"/>
                  </a:lnTo>
                  <a:lnTo>
                    <a:pt x="201" y="9"/>
                  </a:lnTo>
                  <a:lnTo>
                    <a:pt x="194" y="9"/>
                  </a:lnTo>
                  <a:lnTo>
                    <a:pt x="185" y="11"/>
                  </a:lnTo>
                  <a:lnTo>
                    <a:pt x="170" y="14"/>
                  </a:lnTo>
                  <a:lnTo>
                    <a:pt x="163" y="14"/>
                  </a:lnTo>
                  <a:lnTo>
                    <a:pt x="154" y="16"/>
                  </a:lnTo>
                  <a:lnTo>
                    <a:pt x="147" y="16"/>
                  </a:lnTo>
                  <a:lnTo>
                    <a:pt x="140" y="19"/>
                  </a:lnTo>
                  <a:lnTo>
                    <a:pt x="133" y="19"/>
                  </a:lnTo>
                  <a:lnTo>
                    <a:pt x="123" y="21"/>
                  </a:lnTo>
                  <a:lnTo>
                    <a:pt x="114" y="21"/>
                  </a:lnTo>
                  <a:lnTo>
                    <a:pt x="107" y="21"/>
                  </a:lnTo>
                  <a:lnTo>
                    <a:pt x="104" y="21"/>
                  </a:lnTo>
                  <a:lnTo>
                    <a:pt x="102" y="21"/>
                  </a:lnTo>
                  <a:lnTo>
                    <a:pt x="90" y="23"/>
                  </a:lnTo>
                  <a:lnTo>
                    <a:pt x="76" y="26"/>
                  </a:lnTo>
                  <a:lnTo>
                    <a:pt x="64" y="28"/>
                  </a:lnTo>
                  <a:lnTo>
                    <a:pt x="50" y="28"/>
                  </a:lnTo>
                  <a:lnTo>
                    <a:pt x="38" y="30"/>
                  </a:lnTo>
                  <a:lnTo>
                    <a:pt x="26" y="33"/>
                  </a:lnTo>
                  <a:lnTo>
                    <a:pt x="12" y="33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3" y="42"/>
                  </a:lnTo>
                  <a:lnTo>
                    <a:pt x="3" y="47"/>
                  </a:lnTo>
                  <a:lnTo>
                    <a:pt x="5" y="52"/>
                  </a:lnTo>
                  <a:lnTo>
                    <a:pt x="7" y="59"/>
                  </a:lnTo>
                  <a:lnTo>
                    <a:pt x="10" y="66"/>
                  </a:lnTo>
                  <a:lnTo>
                    <a:pt x="12" y="73"/>
                  </a:lnTo>
                  <a:lnTo>
                    <a:pt x="14" y="82"/>
                  </a:lnTo>
                  <a:lnTo>
                    <a:pt x="17" y="92"/>
                  </a:lnTo>
                  <a:lnTo>
                    <a:pt x="21" y="101"/>
                  </a:lnTo>
                  <a:lnTo>
                    <a:pt x="24" y="113"/>
                  </a:lnTo>
                  <a:lnTo>
                    <a:pt x="26" y="123"/>
                  </a:lnTo>
                  <a:lnTo>
                    <a:pt x="31" y="135"/>
                  </a:lnTo>
                  <a:lnTo>
                    <a:pt x="33" y="146"/>
                  </a:lnTo>
                  <a:lnTo>
                    <a:pt x="38" y="158"/>
                  </a:lnTo>
                  <a:lnTo>
                    <a:pt x="40" y="168"/>
                  </a:lnTo>
                  <a:lnTo>
                    <a:pt x="45" y="179"/>
                  </a:lnTo>
                  <a:lnTo>
                    <a:pt x="47" y="191"/>
                  </a:lnTo>
                  <a:lnTo>
                    <a:pt x="52" y="201"/>
                  </a:lnTo>
                  <a:lnTo>
                    <a:pt x="55" y="213"/>
                  </a:lnTo>
                  <a:lnTo>
                    <a:pt x="57" y="222"/>
                  </a:lnTo>
                  <a:lnTo>
                    <a:pt x="62" y="232"/>
                  </a:lnTo>
                  <a:lnTo>
                    <a:pt x="64" y="241"/>
                  </a:lnTo>
                  <a:lnTo>
                    <a:pt x="66" y="248"/>
                  </a:lnTo>
                  <a:lnTo>
                    <a:pt x="69" y="255"/>
                  </a:lnTo>
                  <a:lnTo>
                    <a:pt x="71" y="262"/>
                  </a:lnTo>
                  <a:lnTo>
                    <a:pt x="71" y="269"/>
                  </a:lnTo>
                  <a:lnTo>
                    <a:pt x="74" y="272"/>
                  </a:lnTo>
                  <a:lnTo>
                    <a:pt x="76" y="277"/>
                  </a:lnTo>
                  <a:lnTo>
                    <a:pt x="76" y="279"/>
                  </a:lnTo>
                  <a:lnTo>
                    <a:pt x="76" y="279"/>
                  </a:lnTo>
                  <a:lnTo>
                    <a:pt x="76" y="284"/>
                  </a:lnTo>
                  <a:lnTo>
                    <a:pt x="76" y="284"/>
                  </a:lnTo>
                  <a:lnTo>
                    <a:pt x="81" y="293"/>
                  </a:lnTo>
                  <a:lnTo>
                    <a:pt x="81" y="298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3" y="300"/>
                  </a:lnTo>
                  <a:lnTo>
                    <a:pt x="83" y="300"/>
                  </a:lnTo>
                  <a:lnTo>
                    <a:pt x="85" y="303"/>
                  </a:lnTo>
                  <a:lnTo>
                    <a:pt x="88" y="303"/>
                  </a:lnTo>
                  <a:lnTo>
                    <a:pt x="85" y="305"/>
                  </a:lnTo>
                  <a:lnTo>
                    <a:pt x="88" y="305"/>
                  </a:lnTo>
                  <a:lnTo>
                    <a:pt x="88" y="307"/>
                  </a:lnTo>
                  <a:lnTo>
                    <a:pt x="88" y="307"/>
                  </a:lnTo>
                  <a:lnTo>
                    <a:pt x="90" y="312"/>
                  </a:lnTo>
                  <a:lnTo>
                    <a:pt x="92" y="314"/>
                  </a:lnTo>
                  <a:lnTo>
                    <a:pt x="92" y="317"/>
                  </a:lnTo>
                  <a:lnTo>
                    <a:pt x="92" y="319"/>
                  </a:lnTo>
                  <a:lnTo>
                    <a:pt x="92" y="319"/>
                  </a:lnTo>
                  <a:lnTo>
                    <a:pt x="95" y="319"/>
                  </a:lnTo>
                  <a:lnTo>
                    <a:pt x="95" y="322"/>
                  </a:lnTo>
                  <a:lnTo>
                    <a:pt x="95" y="322"/>
                  </a:lnTo>
                  <a:lnTo>
                    <a:pt x="102" y="331"/>
                  </a:lnTo>
                  <a:lnTo>
                    <a:pt x="104" y="333"/>
                  </a:lnTo>
                  <a:lnTo>
                    <a:pt x="104" y="333"/>
                  </a:lnTo>
                  <a:lnTo>
                    <a:pt x="107" y="338"/>
                  </a:lnTo>
                  <a:lnTo>
                    <a:pt x="107" y="340"/>
                  </a:lnTo>
                  <a:lnTo>
                    <a:pt x="109" y="343"/>
                  </a:lnTo>
                  <a:lnTo>
                    <a:pt x="109" y="343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5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50"/>
                  </a:lnTo>
                  <a:lnTo>
                    <a:pt x="109" y="350"/>
                  </a:lnTo>
                  <a:lnTo>
                    <a:pt x="109" y="355"/>
                  </a:lnTo>
                  <a:lnTo>
                    <a:pt x="109" y="355"/>
                  </a:lnTo>
                  <a:lnTo>
                    <a:pt x="111" y="357"/>
                  </a:lnTo>
                  <a:lnTo>
                    <a:pt x="116" y="359"/>
                  </a:lnTo>
                  <a:lnTo>
                    <a:pt x="118" y="359"/>
                  </a:lnTo>
                  <a:lnTo>
                    <a:pt x="118" y="362"/>
                  </a:lnTo>
                  <a:lnTo>
                    <a:pt x="118" y="362"/>
                  </a:lnTo>
                  <a:lnTo>
                    <a:pt x="118" y="362"/>
                  </a:lnTo>
                  <a:lnTo>
                    <a:pt x="121" y="362"/>
                  </a:lnTo>
                  <a:lnTo>
                    <a:pt x="118" y="364"/>
                  </a:lnTo>
                  <a:lnTo>
                    <a:pt x="118" y="364"/>
                  </a:lnTo>
                  <a:lnTo>
                    <a:pt x="118" y="364"/>
                  </a:lnTo>
                  <a:lnTo>
                    <a:pt x="116" y="364"/>
                  </a:lnTo>
                  <a:lnTo>
                    <a:pt x="118" y="366"/>
                  </a:lnTo>
                  <a:lnTo>
                    <a:pt x="118" y="369"/>
                  </a:lnTo>
                  <a:lnTo>
                    <a:pt x="116" y="369"/>
                  </a:lnTo>
                  <a:lnTo>
                    <a:pt x="116" y="369"/>
                  </a:lnTo>
                  <a:lnTo>
                    <a:pt x="114" y="369"/>
                  </a:lnTo>
                  <a:lnTo>
                    <a:pt x="114" y="369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74"/>
                  </a:lnTo>
                  <a:lnTo>
                    <a:pt x="111" y="374"/>
                  </a:lnTo>
                  <a:lnTo>
                    <a:pt x="109" y="374"/>
                  </a:lnTo>
                  <a:lnTo>
                    <a:pt x="109" y="376"/>
                  </a:lnTo>
                  <a:lnTo>
                    <a:pt x="109" y="376"/>
                  </a:lnTo>
                  <a:lnTo>
                    <a:pt x="107" y="376"/>
                  </a:lnTo>
                  <a:lnTo>
                    <a:pt x="107" y="381"/>
                  </a:lnTo>
                  <a:lnTo>
                    <a:pt x="107" y="383"/>
                  </a:lnTo>
                  <a:lnTo>
                    <a:pt x="107" y="385"/>
                  </a:lnTo>
                  <a:lnTo>
                    <a:pt x="107" y="388"/>
                  </a:lnTo>
                  <a:lnTo>
                    <a:pt x="107" y="390"/>
                  </a:lnTo>
                  <a:lnTo>
                    <a:pt x="107" y="393"/>
                  </a:lnTo>
                  <a:lnTo>
                    <a:pt x="107" y="395"/>
                  </a:lnTo>
                  <a:lnTo>
                    <a:pt x="107" y="397"/>
                  </a:lnTo>
                  <a:lnTo>
                    <a:pt x="107" y="397"/>
                  </a:lnTo>
                  <a:lnTo>
                    <a:pt x="107" y="400"/>
                  </a:lnTo>
                  <a:lnTo>
                    <a:pt x="107" y="402"/>
                  </a:lnTo>
                  <a:lnTo>
                    <a:pt x="104" y="407"/>
                  </a:lnTo>
                  <a:lnTo>
                    <a:pt x="102" y="411"/>
                  </a:lnTo>
                  <a:lnTo>
                    <a:pt x="102" y="416"/>
                  </a:lnTo>
                  <a:lnTo>
                    <a:pt x="102" y="416"/>
                  </a:lnTo>
                  <a:lnTo>
                    <a:pt x="102" y="419"/>
                  </a:lnTo>
                  <a:lnTo>
                    <a:pt x="102" y="419"/>
                  </a:lnTo>
                  <a:lnTo>
                    <a:pt x="102" y="421"/>
                  </a:lnTo>
                  <a:lnTo>
                    <a:pt x="102" y="423"/>
                  </a:lnTo>
                  <a:lnTo>
                    <a:pt x="107" y="437"/>
                  </a:lnTo>
                  <a:lnTo>
                    <a:pt x="109" y="440"/>
                  </a:lnTo>
                  <a:lnTo>
                    <a:pt x="114" y="445"/>
                  </a:lnTo>
                  <a:lnTo>
                    <a:pt x="114" y="445"/>
                  </a:lnTo>
                  <a:lnTo>
                    <a:pt x="114" y="447"/>
                  </a:lnTo>
                  <a:lnTo>
                    <a:pt x="114" y="452"/>
                  </a:lnTo>
                  <a:lnTo>
                    <a:pt x="116" y="452"/>
                  </a:lnTo>
                  <a:lnTo>
                    <a:pt x="116" y="454"/>
                  </a:lnTo>
                  <a:lnTo>
                    <a:pt x="116" y="456"/>
                  </a:lnTo>
                  <a:lnTo>
                    <a:pt x="116" y="459"/>
                  </a:lnTo>
                  <a:lnTo>
                    <a:pt x="116" y="461"/>
                  </a:lnTo>
                  <a:lnTo>
                    <a:pt x="116" y="464"/>
                  </a:lnTo>
                  <a:lnTo>
                    <a:pt x="116" y="466"/>
                  </a:lnTo>
                  <a:lnTo>
                    <a:pt x="116" y="471"/>
                  </a:lnTo>
                  <a:lnTo>
                    <a:pt x="116" y="475"/>
                  </a:lnTo>
                  <a:lnTo>
                    <a:pt x="116" y="485"/>
                  </a:lnTo>
                  <a:lnTo>
                    <a:pt x="116" y="485"/>
                  </a:lnTo>
                  <a:lnTo>
                    <a:pt x="114" y="487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6" y="492"/>
                  </a:lnTo>
                  <a:lnTo>
                    <a:pt x="116" y="494"/>
                  </a:lnTo>
                  <a:lnTo>
                    <a:pt x="116" y="499"/>
                  </a:lnTo>
                  <a:lnTo>
                    <a:pt x="116" y="499"/>
                  </a:lnTo>
                  <a:lnTo>
                    <a:pt x="118" y="501"/>
                  </a:lnTo>
                  <a:lnTo>
                    <a:pt x="121" y="501"/>
                  </a:lnTo>
                  <a:lnTo>
                    <a:pt x="123" y="506"/>
                  </a:lnTo>
                  <a:lnTo>
                    <a:pt x="128" y="511"/>
                  </a:lnTo>
                  <a:lnTo>
                    <a:pt x="130" y="516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0" y="520"/>
                  </a:lnTo>
                  <a:lnTo>
                    <a:pt x="130" y="520"/>
                  </a:lnTo>
                  <a:lnTo>
                    <a:pt x="130" y="520"/>
                  </a:lnTo>
                  <a:lnTo>
                    <a:pt x="130" y="523"/>
                  </a:lnTo>
                  <a:lnTo>
                    <a:pt x="130" y="523"/>
                  </a:lnTo>
                  <a:lnTo>
                    <a:pt x="130" y="523"/>
                  </a:lnTo>
                  <a:lnTo>
                    <a:pt x="133" y="525"/>
                  </a:lnTo>
                  <a:lnTo>
                    <a:pt x="133" y="525"/>
                  </a:lnTo>
                  <a:lnTo>
                    <a:pt x="135" y="527"/>
                  </a:lnTo>
                  <a:lnTo>
                    <a:pt x="135" y="530"/>
                  </a:lnTo>
                  <a:lnTo>
                    <a:pt x="137" y="530"/>
                  </a:lnTo>
                  <a:lnTo>
                    <a:pt x="137" y="535"/>
                  </a:lnTo>
                  <a:lnTo>
                    <a:pt x="140" y="537"/>
                  </a:lnTo>
                  <a:lnTo>
                    <a:pt x="140" y="542"/>
                  </a:lnTo>
                  <a:lnTo>
                    <a:pt x="142" y="549"/>
                  </a:lnTo>
                  <a:lnTo>
                    <a:pt x="149" y="553"/>
                  </a:lnTo>
                  <a:lnTo>
                    <a:pt x="149" y="553"/>
                  </a:lnTo>
                  <a:lnTo>
                    <a:pt x="152" y="553"/>
                  </a:lnTo>
                  <a:lnTo>
                    <a:pt x="154" y="553"/>
                  </a:lnTo>
                  <a:lnTo>
                    <a:pt x="156" y="553"/>
                  </a:lnTo>
                  <a:lnTo>
                    <a:pt x="159" y="553"/>
                  </a:lnTo>
                  <a:lnTo>
                    <a:pt x="163" y="553"/>
                  </a:lnTo>
                  <a:lnTo>
                    <a:pt x="168" y="553"/>
                  </a:lnTo>
                  <a:lnTo>
                    <a:pt x="175" y="551"/>
                  </a:lnTo>
                  <a:lnTo>
                    <a:pt x="182" y="551"/>
                  </a:lnTo>
                  <a:lnTo>
                    <a:pt x="189" y="551"/>
                  </a:lnTo>
                  <a:lnTo>
                    <a:pt x="199" y="551"/>
                  </a:lnTo>
                  <a:lnTo>
                    <a:pt x="208" y="549"/>
                  </a:lnTo>
                  <a:lnTo>
                    <a:pt x="220" y="549"/>
                  </a:lnTo>
                  <a:lnTo>
                    <a:pt x="230" y="549"/>
                  </a:lnTo>
                  <a:lnTo>
                    <a:pt x="241" y="546"/>
                  </a:lnTo>
                  <a:lnTo>
                    <a:pt x="253" y="546"/>
                  </a:lnTo>
                  <a:lnTo>
                    <a:pt x="265" y="546"/>
                  </a:lnTo>
                  <a:lnTo>
                    <a:pt x="277" y="544"/>
                  </a:lnTo>
                  <a:lnTo>
                    <a:pt x="289" y="544"/>
                  </a:lnTo>
                  <a:lnTo>
                    <a:pt x="301" y="542"/>
                  </a:lnTo>
                  <a:lnTo>
                    <a:pt x="312" y="542"/>
                  </a:lnTo>
                  <a:lnTo>
                    <a:pt x="324" y="539"/>
                  </a:lnTo>
                  <a:lnTo>
                    <a:pt x="336" y="539"/>
                  </a:lnTo>
                  <a:lnTo>
                    <a:pt x="348" y="539"/>
                  </a:lnTo>
                  <a:lnTo>
                    <a:pt x="357" y="537"/>
                  </a:lnTo>
                  <a:lnTo>
                    <a:pt x="369" y="537"/>
                  </a:lnTo>
                  <a:lnTo>
                    <a:pt x="379" y="537"/>
                  </a:lnTo>
                  <a:lnTo>
                    <a:pt x="388" y="535"/>
                  </a:lnTo>
                  <a:lnTo>
                    <a:pt x="398" y="535"/>
                  </a:lnTo>
                  <a:lnTo>
                    <a:pt x="405" y="535"/>
                  </a:lnTo>
                  <a:lnTo>
                    <a:pt x="412" y="532"/>
                  </a:lnTo>
                  <a:lnTo>
                    <a:pt x="416" y="532"/>
                  </a:lnTo>
                  <a:lnTo>
                    <a:pt x="424" y="532"/>
                  </a:lnTo>
                  <a:lnTo>
                    <a:pt x="426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1" y="535"/>
                  </a:lnTo>
                  <a:lnTo>
                    <a:pt x="435" y="539"/>
                  </a:lnTo>
                  <a:lnTo>
                    <a:pt x="435" y="539"/>
                  </a:lnTo>
                  <a:lnTo>
                    <a:pt x="435" y="539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2"/>
                  </a:lnTo>
                  <a:lnTo>
                    <a:pt x="435" y="544"/>
                  </a:lnTo>
                  <a:lnTo>
                    <a:pt x="435" y="546"/>
                  </a:lnTo>
                  <a:lnTo>
                    <a:pt x="435" y="546"/>
                  </a:lnTo>
                  <a:lnTo>
                    <a:pt x="435" y="546"/>
                  </a:lnTo>
                  <a:lnTo>
                    <a:pt x="438" y="549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0" y="553"/>
                  </a:lnTo>
                  <a:lnTo>
                    <a:pt x="443" y="553"/>
                  </a:lnTo>
                  <a:lnTo>
                    <a:pt x="443" y="553"/>
                  </a:lnTo>
                  <a:lnTo>
                    <a:pt x="447" y="553"/>
                  </a:lnTo>
                  <a:lnTo>
                    <a:pt x="447" y="553"/>
                  </a:lnTo>
                  <a:lnTo>
                    <a:pt x="450" y="553"/>
                  </a:lnTo>
                  <a:lnTo>
                    <a:pt x="452" y="553"/>
                  </a:lnTo>
                  <a:lnTo>
                    <a:pt x="452" y="553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51"/>
                  </a:lnTo>
                  <a:lnTo>
                    <a:pt x="454" y="549"/>
                  </a:lnTo>
                  <a:lnTo>
                    <a:pt x="454" y="546"/>
                  </a:lnTo>
                  <a:lnTo>
                    <a:pt x="454" y="544"/>
                  </a:lnTo>
                  <a:lnTo>
                    <a:pt x="454" y="544"/>
                  </a:lnTo>
                  <a:lnTo>
                    <a:pt x="454" y="535"/>
                  </a:lnTo>
                  <a:lnTo>
                    <a:pt x="454" y="527"/>
                  </a:lnTo>
                  <a:lnTo>
                    <a:pt x="454" y="525"/>
                  </a:lnTo>
                  <a:lnTo>
                    <a:pt x="454" y="525"/>
                  </a:lnTo>
                  <a:lnTo>
                    <a:pt x="454" y="523"/>
                  </a:lnTo>
                  <a:lnTo>
                    <a:pt x="454" y="523"/>
                  </a:lnTo>
                  <a:lnTo>
                    <a:pt x="452" y="520"/>
                  </a:lnTo>
                  <a:lnTo>
                    <a:pt x="450" y="520"/>
                  </a:lnTo>
                  <a:lnTo>
                    <a:pt x="450" y="518"/>
                  </a:lnTo>
                  <a:lnTo>
                    <a:pt x="450" y="518"/>
                  </a:lnTo>
                  <a:lnTo>
                    <a:pt x="450" y="516"/>
                  </a:lnTo>
                  <a:lnTo>
                    <a:pt x="450" y="516"/>
                  </a:lnTo>
                  <a:lnTo>
                    <a:pt x="450" y="513"/>
                  </a:lnTo>
                  <a:lnTo>
                    <a:pt x="450" y="511"/>
                  </a:lnTo>
                  <a:lnTo>
                    <a:pt x="450" y="511"/>
                  </a:lnTo>
                  <a:lnTo>
                    <a:pt x="450" y="508"/>
                  </a:lnTo>
                  <a:lnTo>
                    <a:pt x="450" y="506"/>
                  </a:lnTo>
                  <a:lnTo>
                    <a:pt x="450" y="506"/>
                  </a:lnTo>
                  <a:lnTo>
                    <a:pt x="450" y="506"/>
                  </a:lnTo>
                  <a:lnTo>
                    <a:pt x="450" y="504"/>
                  </a:lnTo>
                  <a:lnTo>
                    <a:pt x="450" y="504"/>
                  </a:lnTo>
                  <a:lnTo>
                    <a:pt x="450" y="504"/>
                  </a:lnTo>
                  <a:lnTo>
                    <a:pt x="450" y="501"/>
                  </a:lnTo>
                  <a:lnTo>
                    <a:pt x="450" y="501"/>
                  </a:lnTo>
                  <a:lnTo>
                    <a:pt x="450" y="501"/>
                  </a:lnTo>
                  <a:lnTo>
                    <a:pt x="452" y="499"/>
                  </a:lnTo>
                  <a:lnTo>
                    <a:pt x="452" y="499"/>
                  </a:lnTo>
                  <a:lnTo>
                    <a:pt x="452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9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7"/>
                  </a:lnTo>
                  <a:lnTo>
                    <a:pt x="454" y="494"/>
                  </a:lnTo>
                  <a:lnTo>
                    <a:pt x="457" y="494"/>
                  </a:lnTo>
                  <a:lnTo>
                    <a:pt x="457" y="494"/>
                  </a:lnTo>
                  <a:lnTo>
                    <a:pt x="459" y="494"/>
                  </a:lnTo>
                  <a:lnTo>
                    <a:pt x="459" y="494"/>
                  </a:lnTo>
                  <a:lnTo>
                    <a:pt x="459" y="494"/>
                  </a:lnTo>
                  <a:lnTo>
                    <a:pt x="461" y="494"/>
                  </a:lnTo>
                  <a:lnTo>
                    <a:pt x="461" y="494"/>
                  </a:lnTo>
                  <a:lnTo>
                    <a:pt x="464" y="494"/>
                  </a:lnTo>
                  <a:lnTo>
                    <a:pt x="466" y="497"/>
                  </a:lnTo>
                  <a:lnTo>
                    <a:pt x="476" y="499"/>
                  </a:lnTo>
                  <a:lnTo>
                    <a:pt x="476" y="499"/>
                  </a:lnTo>
                  <a:lnTo>
                    <a:pt x="478" y="499"/>
                  </a:lnTo>
                  <a:lnTo>
                    <a:pt x="478" y="499"/>
                  </a:lnTo>
                  <a:lnTo>
                    <a:pt x="480" y="499"/>
                  </a:lnTo>
                  <a:lnTo>
                    <a:pt x="480" y="499"/>
                  </a:lnTo>
                  <a:lnTo>
                    <a:pt x="483" y="499"/>
                  </a:lnTo>
                  <a:lnTo>
                    <a:pt x="483" y="499"/>
                  </a:lnTo>
                  <a:lnTo>
                    <a:pt x="490" y="501"/>
                  </a:lnTo>
                  <a:lnTo>
                    <a:pt x="490" y="501"/>
                  </a:lnTo>
                  <a:lnTo>
                    <a:pt x="492" y="501"/>
                  </a:lnTo>
                  <a:lnTo>
                    <a:pt x="492" y="501"/>
                  </a:lnTo>
                  <a:lnTo>
                    <a:pt x="495" y="501"/>
                  </a:lnTo>
                  <a:lnTo>
                    <a:pt x="495" y="501"/>
                  </a:lnTo>
                  <a:lnTo>
                    <a:pt x="499" y="501"/>
                  </a:lnTo>
                  <a:lnTo>
                    <a:pt x="499" y="501"/>
                  </a:lnTo>
                  <a:lnTo>
                    <a:pt x="504" y="499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4"/>
                  </a:lnTo>
                  <a:lnTo>
                    <a:pt x="506" y="492"/>
                  </a:lnTo>
                  <a:lnTo>
                    <a:pt x="504" y="492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2" y="487"/>
                  </a:lnTo>
                  <a:lnTo>
                    <a:pt x="502" y="485"/>
                  </a:lnTo>
                  <a:lnTo>
                    <a:pt x="502" y="485"/>
                  </a:lnTo>
                  <a:lnTo>
                    <a:pt x="499" y="485"/>
                  </a:lnTo>
                  <a:lnTo>
                    <a:pt x="499" y="482"/>
                  </a:lnTo>
                  <a:lnTo>
                    <a:pt x="502" y="482"/>
                  </a:lnTo>
                  <a:lnTo>
                    <a:pt x="502" y="482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0"/>
                  </a:lnTo>
                  <a:lnTo>
                    <a:pt x="502" y="480"/>
                  </a:lnTo>
                  <a:lnTo>
                    <a:pt x="502" y="480"/>
                  </a:lnTo>
                  <a:lnTo>
                    <a:pt x="502" y="478"/>
                  </a:lnTo>
                  <a:lnTo>
                    <a:pt x="502" y="478"/>
                  </a:lnTo>
                  <a:lnTo>
                    <a:pt x="502" y="475"/>
                  </a:lnTo>
                  <a:lnTo>
                    <a:pt x="502" y="475"/>
                  </a:lnTo>
                  <a:lnTo>
                    <a:pt x="506" y="471"/>
                  </a:lnTo>
                  <a:lnTo>
                    <a:pt x="506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499" y="468"/>
                  </a:lnTo>
                  <a:lnTo>
                    <a:pt x="499" y="466"/>
                  </a:lnTo>
                  <a:lnTo>
                    <a:pt x="504" y="466"/>
                  </a:lnTo>
                  <a:lnTo>
                    <a:pt x="504" y="464"/>
                  </a:lnTo>
                  <a:lnTo>
                    <a:pt x="504" y="461"/>
                  </a:lnTo>
                  <a:lnTo>
                    <a:pt x="504" y="459"/>
                  </a:lnTo>
                  <a:lnTo>
                    <a:pt x="499" y="456"/>
                  </a:lnTo>
                  <a:lnTo>
                    <a:pt x="497" y="454"/>
                  </a:lnTo>
                  <a:lnTo>
                    <a:pt x="499" y="454"/>
                  </a:lnTo>
                  <a:lnTo>
                    <a:pt x="502" y="456"/>
                  </a:lnTo>
                  <a:lnTo>
                    <a:pt x="506" y="459"/>
                  </a:lnTo>
                  <a:lnTo>
                    <a:pt x="506" y="461"/>
                  </a:lnTo>
                  <a:lnTo>
                    <a:pt x="509" y="461"/>
                  </a:lnTo>
                  <a:lnTo>
                    <a:pt x="509" y="452"/>
                  </a:lnTo>
                  <a:lnTo>
                    <a:pt x="509" y="447"/>
                  </a:lnTo>
                  <a:lnTo>
                    <a:pt x="506" y="449"/>
                  </a:lnTo>
                  <a:lnTo>
                    <a:pt x="506" y="452"/>
                  </a:lnTo>
                  <a:lnTo>
                    <a:pt x="506" y="454"/>
                  </a:lnTo>
                  <a:lnTo>
                    <a:pt x="504" y="454"/>
                  </a:lnTo>
                  <a:lnTo>
                    <a:pt x="502" y="452"/>
                  </a:lnTo>
                  <a:lnTo>
                    <a:pt x="499" y="449"/>
                  </a:lnTo>
                  <a:lnTo>
                    <a:pt x="499" y="449"/>
                  </a:lnTo>
                  <a:lnTo>
                    <a:pt x="499" y="447"/>
                  </a:lnTo>
                  <a:lnTo>
                    <a:pt x="504" y="449"/>
                  </a:lnTo>
                  <a:lnTo>
                    <a:pt x="504" y="447"/>
                  </a:lnTo>
                  <a:lnTo>
                    <a:pt x="502" y="445"/>
                  </a:lnTo>
                  <a:lnTo>
                    <a:pt x="502" y="440"/>
                  </a:lnTo>
                  <a:lnTo>
                    <a:pt x="502" y="437"/>
                  </a:lnTo>
                  <a:lnTo>
                    <a:pt x="502" y="437"/>
                  </a:lnTo>
                  <a:lnTo>
                    <a:pt x="504" y="435"/>
                  </a:lnTo>
                  <a:lnTo>
                    <a:pt x="504" y="437"/>
                  </a:lnTo>
                  <a:lnTo>
                    <a:pt x="506" y="445"/>
                  </a:lnTo>
                  <a:lnTo>
                    <a:pt x="506" y="445"/>
                  </a:lnTo>
                  <a:lnTo>
                    <a:pt x="506" y="445"/>
                  </a:lnTo>
                  <a:lnTo>
                    <a:pt x="509" y="445"/>
                  </a:lnTo>
                  <a:lnTo>
                    <a:pt x="511" y="442"/>
                  </a:lnTo>
                  <a:lnTo>
                    <a:pt x="513" y="440"/>
                  </a:lnTo>
                  <a:lnTo>
                    <a:pt x="516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8" y="428"/>
                  </a:lnTo>
                  <a:lnTo>
                    <a:pt x="518" y="426"/>
                  </a:lnTo>
                  <a:lnTo>
                    <a:pt x="516" y="426"/>
                  </a:lnTo>
                  <a:lnTo>
                    <a:pt x="511" y="423"/>
                  </a:lnTo>
                  <a:lnTo>
                    <a:pt x="511" y="423"/>
                  </a:lnTo>
                  <a:lnTo>
                    <a:pt x="506" y="423"/>
                  </a:lnTo>
                  <a:lnTo>
                    <a:pt x="502" y="423"/>
                  </a:lnTo>
                  <a:lnTo>
                    <a:pt x="497" y="421"/>
                  </a:lnTo>
                  <a:lnTo>
                    <a:pt x="495" y="419"/>
                  </a:lnTo>
                  <a:lnTo>
                    <a:pt x="495" y="419"/>
                  </a:lnTo>
                  <a:lnTo>
                    <a:pt x="495" y="419"/>
                  </a:lnTo>
                  <a:lnTo>
                    <a:pt x="497" y="419"/>
                  </a:lnTo>
                  <a:lnTo>
                    <a:pt x="499" y="421"/>
                  </a:lnTo>
                  <a:lnTo>
                    <a:pt x="511" y="421"/>
                  </a:lnTo>
                  <a:lnTo>
                    <a:pt x="516" y="421"/>
                  </a:lnTo>
                  <a:lnTo>
                    <a:pt x="516" y="419"/>
                  </a:lnTo>
                  <a:lnTo>
                    <a:pt x="516" y="416"/>
                  </a:lnTo>
                  <a:lnTo>
                    <a:pt x="513" y="414"/>
                  </a:lnTo>
                  <a:lnTo>
                    <a:pt x="511" y="411"/>
                  </a:lnTo>
                  <a:lnTo>
                    <a:pt x="509" y="409"/>
                  </a:lnTo>
                  <a:lnTo>
                    <a:pt x="509" y="409"/>
                  </a:lnTo>
                  <a:lnTo>
                    <a:pt x="509" y="409"/>
                  </a:lnTo>
                  <a:lnTo>
                    <a:pt x="511" y="407"/>
                  </a:lnTo>
                  <a:lnTo>
                    <a:pt x="511" y="407"/>
                  </a:lnTo>
                  <a:lnTo>
                    <a:pt x="511" y="407"/>
                  </a:lnTo>
                  <a:lnTo>
                    <a:pt x="511" y="409"/>
                  </a:lnTo>
                  <a:lnTo>
                    <a:pt x="513" y="409"/>
                  </a:lnTo>
                  <a:lnTo>
                    <a:pt x="513" y="411"/>
                  </a:lnTo>
                  <a:lnTo>
                    <a:pt x="513" y="411"/>
                  </a:lnTo>
                  <a:lnTo>
                    <a:pt x="516" y="411"/>
                  </a:lnTo>
                  <a:lnTo>
                    <a:pt x="516" y="414"/>
                  </a:lnTo>
                  <a:lnTo>
                    <a:pt x="516" y="411"/>
                  </a:lnTo>
                  <a:lnTo>
                    <a:pt x="518" y="411"/>
                  </a:lnTo>
                  <a:lnTo>
                    <a:pt x="516" y="411"/>
                  </a:lnTo>
                  <a:lnTo>
                    <a:pt x="516" y="409"/>
                  </a:lnTo>
                  <a:lnTo>
                    <a:pt x="523" y="397"/>
                  </a:lnTo>
                  <a:lnTo>
                    <a:pt x="523" y="393"/>
                  </a:lnTo>
                  <a:lnTo>
                    <a:pt x="521" y="393"/>
                  </a:lnTo>
                  <a:lnTo>
                    <a:pt x="516" y="395"/>
                  </a:lnTo>
                  <a:lnTo>
                    <a:pt x="511" y="400"/>
                  </a:lnTo>
                  <a:lnTo>
                    <a:pt x="511" y="400"/>
                  </a:lnTo>
                  <a:lnTo>
                    <a:pt x="513" y="397"/>
                  </a:lnTo>
                  <a:lnTo>
                    <a:pt x="513" y="395"/>
                  </a:lnTo>
                  <a:lnTo>
                    <a:pt x="511" y="395"/>
                  </a:lnTo>
                  <a:lnTo>
                    <a:pt x="511" y="395"/>
                  </a:lnTo>
                  <a:lnTo>
                    <a:pt x="509" y="395"/>
                  </a:lnTo>
                  <a:lnTo>
                    <a:pt x="509" y="395"/>
                  </a:lnTo>
                  <a:lnTo>
                    <a:pt x="506" y="395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9" y="393"/>
                  </a:lnTo>
                  <a:lnTo>
                    <a:pt x="509" y="390"/>
                  </a:lnTo>
                  <a:lnTo>
                    <a:pt x="511" y="390"/>
                  </a:lnTo>
                  <a:lnTo>
                    <a:pt x="513" y="390"/>
                  </a:lnTo>
                  <a:lnTo>
                    <a:pt x="516" y="390"/>
                  </a:lnTo>
                  <a:lnTo>
                    <a:pt x="518" y="390"/>
                  </a:lnTo>
                  <a:lnTo>
                    <a:pt x="521" y="385"/>
                  </a:lnTo>
                  <a:lnTo>
                    <a:pt x="518" y="385"/>
                  </a:lnTo>
                  <a:lnTo>
                    <a:pt x="516" y="383"/>
                  </a:lnTo>
                  <a:lnTo>
                    <a:pt x="513" y="381"/>
                  </a:lnTo>
                  <a:lnTo>
                    <a:pt x="516" y="381"/>
                  </a:lnTo>
                  <a:lnTo>
                    <a:pt x="518" y="381"/>
                  </a:lnTo>
                  <a:lnTo>
                    <a:pt x="521" y="383"/>
                  </a:lnTo>
                  <a:lnTo>
                    <a:pt x="521" y="383"/>
                  </a:lnTo>
                  <a:lnTo>
                    <a:pt x="523" y="388"/>
                  </a:lnTo>
                  <a:lnTo>
                    <a:pt x="523" y="390"/>
                  </a:lnTo>
                  <a:lnTo>
                    <a:pt x="523" y="388"/>
                  </a:lnTo>
                  <a:lnTo>
                    <a:pt x="525" y="388"/>
                  </a:lnTo>
                  <a:lnTo>
                    <a:pt x="525" y="378"/>
                  </a:lnTo>
                  <a:lnTo>
                    <a:pt x="525" y="376"/>
                  </a:lnTo>
                  <a:lnTo>
                    <a:pt x="525" y="374"/>
                  </a:lnTo>
                  <a:lnTo>
                    <a:pt x="523" y="371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3" y="376"/>
                  </a:lnTo>
                  <a:lnTo>
                    <a:pt x="523" y="376"/>
                  </a:lnTo>
                  <a:lnTo>
                    <a:pt x="516" y="378"/>
                  </a:lnTo>
                  <a:lnTo>
                    <a:pt x="513" y="378"/>
                  </a:lnTo>
                  <a:lnTo>
                    <a:pt x="518" y="374"/>
                  </a:lnTo>
                  <a:lnTo>
                    <a:pt x="518" y="371"/>
                  </a:lnTo>
                  <a:lnTo>
                    <a:pt x="513" y="369"/>
                  </a:lnTo>
                  <a:lnTo>
                    <a:pt x="511" y="369"/>
                  </a:lnTo>
                  <a:lnTo>
                    <a:pt x="509" y="369"/>
                  </a:lnTo>
                  <a:lnTo>
                    <a:pt x="509" y="366"/>
                  </a:lnTo>
                  <a:lnTo>
                    <a:pt x="509" y="366"/>
                  </a:lnTo>
                  <a:lnTo>
                    <a:pt x="511" y="366"/>
                  </a:lnTo>
                  <a:lnTo>
                    <a:pt x="511" y="366"/>
                  </a:lnTo>
                  <a:lnTo>
                    <a:pt x="513" y="366"/>
                  </a:lnTo>
                  <a:lnTo>
                    <a:pt x="516" y="369"/>
                  </a:lnTo>
                  <a:lnTo>
                    <a:pt x="521" y="369"/>
                  </a:lnTo>
                  <a:lnTo>
                    <a:pt x="525" y="366"/>
                  </a:lnTo>
                  <a:lnTo>
                    <a:pt x="525" y="366"/>
                  </a:lnTo>
                  <a:lnTo>
                    <a:pt x="528" y="364"/>
                  </a:lnTo>
                  <a:lnTo>
                    <a:pt x="530" y="359"/>
                  </a:lnTo>
                  <a:lnTo>
                    <a:pt x="530" y="357"/>
                  </a:lnTo>
                  <a:lnTo>
                    <a:pt x="530" y="355"/>
                  </a:lnTo>
                  <a:lnTo>
                    <a:pt x="530" y="355"/>
                  </a:lnTo>
                  <a:lnTo>
                    <a:pt x="530" y="355"/>
                  </a:lnTo>
                  <a:lnTo>
                    <a:pt x="525" y="352"/>
                  </a:lnTo>
                  <a:lnTo>
                    <a:pt x="525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5" y="350"/>
                  </a:lnTo>
                  <a:lnTo>
                    <a:pt x="525" y="348"/>
                  </a:lnTo>
                  <a:lnTo>
                    <a:pt x="523" y="348"/>
                  </a:lnTo>
                  <a:lnTo>
                    <a:pt x="521" y="345"/>
                  </a:lnTo>
                  <a:lnTo>
                    <a:pt x="523" y="345"/>
                  </a:lnTo>
                  <a:lnTo>
                    <a:pt x="523" y="345"/>
                  </a:lnTo>
                  <a:lnTo>
                    <a:pt x="525" y="345"/>
                  </a:lnTo>
                  <a:lnTo>
                    <a:pt x="525" y="348"/>
                  </a:lnTo>
                  <a:lnTo>
                    <a:pt x="525" y="348"/>
                  </a:lnTo>
                  <a:lnTo>
                    <a:pt x="528" y="348"/>
                  </a:lnTo>
                  <a:lnTo>
                    <a:pt x="532" y="348"/>
                  </a:lnTo>
                  <a:lnTo>
                    <a:pt x="535" y="350"/>
                  </a:lnTo>
                  <a:lnTo>
                    <a:pt x="537" y="350"/>
                  </a:lnTo>
                  <a:lnTo>
                    <a:pt x="539" y="348"/>
                  </a:lnTo>
                  <a:lnTo>
                    <a:pt x="542" y="343"/>
                  </a:lnTo>
                  <a:lnTo>
                    <a:pt x="539" y="343"/>
                  </a:lnTo>
                  <a:lnTo>
                    <a:pt x="537" y="340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6"/>
                  </a:lnTo>
                  <a:lnTo>
                    <a:pt x="537" y="336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8"/>
                  </a:lnTo>
                  <a:lnTo>
                    <a:pt x="547" y="333"/>
                  </a:lnTo>
                  <a:lnTo>
                    <a:pt x="549" y="329"/>
                  </a:lnTo>
                  <a:lnTo>
                    <a:pt x="547" y="32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8" name="Freeform 46">
              <a:extLst>
                <a:ext uri="{FF2B5EF4-FFF2-40B4-BE49-F238E27FC236}">
                  <a16:creationId xmlns:a16="http://schemas.microsoft.com/office/drawing/2014/main" id="{CA3011F8-80DD-496A-852D-52C5722078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9788" y="3815123"/>
              <a:ext cx="878926" cy="768470"/>
            </a:xfrm>
            <a:custGeom>
              <a:avLst/>
              <a:gdLst>
                <a:gd name="T0" fmla="*/ 286 w 931"/>
                <a:gd name="T1" fmla="*/ 190 h 814"/>
                <a:gd name="T2" fmla="*/ 108 w 931"/>
                <a:gd name="T3" fmla="*/ 121 h 814"/>
                <a:gd name="T4" fmla="*/ 662 w 931"/>
                <a:gd name="T5" fmla="*/ 533 h 814"/>
                <a:gd name="T6" fmla="*/ 887 w 931"/>
                <a:gd name="T7" fmla="*/ 438 h 814"/>
                <a:gd name="T8" fmla="*/ 773 w 931"/>
                <a:gd name="T9" fmla="*/ 239 h 814"/>
                <a:gd name="T10" fmla="*/ 801 w 931"/>
                <a:gd name="T11" fmla="*/ 284 h 814"/>
                <a:gd name="T12" fmla="*/ 685 w 931"/>
                <a:gd name="T13" fmla="*/ 85 h 814"/>
                <a:gd name="T14" fmla="*/ 659 w 931"/>
                <a:gd name="T15" fmla="*/ 7 h 814"/>
                <a:gd name="T16" fmla="*/ 598 w 931"/>
                <a:gd name="T17" fmla="*/ 5 h 814"/>
                <a:gd name="T18" fmla="*/ 586 w 931"/>
                <a:gd name="T19" fmla="*/ 59 h 814"/>
                <a:gd name="T20" fmla="*/ 376 w 931"/>
                <a:gd name="T21" fmla="*/ 55 h 814"/>
                <a:gd name="T22" fmla="*/ 2 w 931"/>
                <a:gd name="T23" fmla="*/ 62 h 814"/>
                <a:gd name="T24" fmla="*/ 30 w 931"/>
                <a:gd name="T25" fmla="*/ 140 h 814"/>
                <a:gd name="T26" fmla="*/ 54 w 931"/>
                <a:gd name="T27" fmla="*/ 107 h 814"/>
                <a:gd name="T28" fmla="*/ 82 w 931"/>
                <a:gd name="T29" fmla="*/ 121 h 814"/>
                <a:gd name="T30" fmla="*/ 134 w 931"/>
                <a:gd name="T31" fmla="*/ 114 h 814"/>
                <a:gd name="T32" fmla="*/ 146 w 931"/>
                <a:gd name="T33" fmla="*/ 116 h 814"/>
                <a:gd name="T34" fmla="*/ 212 w 931"/>
                <a:gd name="T35" fmla="*/ 128 h 814"/>
                <a:gd name="T36" fmla="*/ 238 w 931"/>
                <a:gd name="T37" fmla="*/ 145 h 814"/>
                <a:gd name="T38" fmla="*/ 257 w 931"/>
                <a:gd name="T39" fmla="*/ 168 h 814"/>
                <a:gd name="T40" fmla="*/ 312 w 931"/>
                <a:gd name="T41" fmla="*/ 183 h 814"/>
                <a:gd name="T42" fmla="*/ 359 w 931"/>
                <a:gd name="T43" fmla="*/ 142 h 814"/>
                <a:gd name="T44" fmla="*/ 428 w 931"/>
                <a:gd name="T45" fmla="*/ 138 h 814"/>
                <a:gd name="T46" fmla="*/ 501 w 931"/>
                <a:gd name="T47" fmla="*/ 204 h 814"/>
                <a:gd name="T48" fmla="*/ 553 w 931"/>
                <a:gd name="T49" fmla="*/ 237 h 814"/>
                <a:gd name="T50" fmla="*/ 570 w 931"/>
                <a:gd name="T51" fmla="*/ 313 h 814"/>
                <a:gd name="T52" fmla="*/ 577 w 931"/>
                <a:gd name="T53" fmla="*/ 393 h 814"/>
                <a:gd name="T54" fmla="*/ 579 w 931"/>
                <a:gd name="T55" fmla="*/ 358 h 814"/>
                <a:gd name="T56" fmla="*/ 605 w 931"/>
                <a:gd name="T57" fmla="*/ 398 h 814"/>
                <a:gd name="T58" fmla="*/ 603 w 931"/>
                <a:gd name="T59" fmla="*/ 431 h 814"/>
                <a:gd name="T60" fmla="*/ 655 w 931"/>
                <a:gd name="T61" fmla="*/ 497 h 814"/>
                <a:gd name="T62" fmla="*/ 676 w 931"/>
                <a:gd name="T63" fmla="*/ 471 h 814"/>
                <a:gd name="T64" fmla="*/ 700 w 931"/>
                <a:gd name="T65" fmla="*/ 507 h 814"/>
                <a:gd name="T66" fmla="*/ 709 w 931"/>
                <a:gd name="T67" fmla="*/ 556 h 814"/>
                <a:gd name="T68" fmla="*/ 738 w 931"/>
                <a:gd name="T69" fmla="*/ 592 h 814"/>
                <a:gd name="T70" fmla="*/ 792 w 931"/>
                <a:gd name="T71" fmla="*/ 632 h 814"/>
                <a:gd name="T72" fmla="*/ 804 w 931"/>
                <a:gd name="T73" fmla="*/ 677 h 814"/>
                <a:gd name="T74" fmla="*/ 865 w 931"/>
                <a:gd name="T75" fmla="*/ 665 h 814"/>
                <a:gd name="T76" fmla="*/ 887 w 931"/>
                <a:gd name="T77" fmla="*/ 649 h 814"/>
                <a:gd name="T78" fmla="*/ 787 w 931"/>
                <a:gd name="T79" fmla="*/ 251 h 814"/>
                <a:gd name="T80" fmla="*/ 851 w 931"/>
                <a:gd name="T81" fmla="*/ 386 h 814"/>
                <a:gd name="T82" fmla="*/ 922 w 931"/>
                <a:gd name="T83" fmla="*/ 807 h 814"/>
                <a:gd name="T84" fmla="*/ 565 w 931"/>
                <a:gd name="T85" fmla="*/ 270 h 814"/>
                <a:gd name="T86" fmla="*/ 560 w 931"/>
                <a:gd name="T87" fmla="*/ 254 h 814"/>
                <a:gd name="T88" fmla="*/ 546 w 931"/>
                <a:gd name="T89" fmla="*/ 225 h 814"/>
                <a:gd name="T90" fmla="*/ 747 w 931"/>
                <a:gd name="T91" fmla="*/ 767 h 814"/>
                <a:gd name="T92" fmla="*/ 709 w 931"/>
                <a:gd name="T93" fmla="*/ 772 h 814"/>
                <a:gd name="T94" fmla="*/ 764 w 931"/>
                <a:gd name="T95" fmla="*/ 601 h 814"/>
                <a:gd name="T96" fmla="*/ 754 w 931"/>
                <a:gd name="T97" fmla="*/ 601 h 814"/>
                <a:gd name="T98" fmla="*/ 624 w 931"/>
                <a:gd name="T99" fmla="*/ 777 h 814"/>
                <a:gd name="T100" fmla="*/ 674 w 931"/>
                <a:gd name="T101" fmla="*/ 535 h 814"/>
                <a:gd name="T102" fmla="*/ 771 w 931"/>
                <a:gd name="T103" fmla="*/ 746 h 814"/>
                <a:gd name="T104" fmla="*/ 764 w 931"/>
                <a:gd name="T105" fmla="*/ 760 h 814"/>
                <a:gd name="T106" fmla="*/ 823 w 931"/>
                <a:gd name="T107" fmla="*/ 665 h 814"/>
                <a:gd name="T108" fmla="*/ 596 w 931"/>
                <a:gd name="T109" fmla="*/ 414 h 814"/>
                <a:gd name="T110" fmla="*/ 780 w 931"/>
                <a:gd name="T111" fmla="*/ 748 h 814"/>
                <a:gd name="T112" fmla="*/ 856 w 931"/>
                <a:gd name="T113" fmla="*/ 675 h 814"/>
                <a:gd name="T114" fmla="*/ 884 w 931"/>
                <a:gd name="T115" fmla="*/ 670 h 814"/>
                <a:gd name="T116" fmla="*/ 901 w 931"/>
                <a:gd name="T117" fmla="*/ 649 h 814"/>
                <a:gd name="T118" fmla="*/ 785 w 931"/>
                <a:gd name="T119" fmla="*/ 736 h 814"/>
                <a:gd name="T120" fmla="*/ 851 w 931"/>
                <a:gd name="T121" fmla="*/ 701 h 814"/>
                <a:gd name="T122" fmla="*/ 827 w 931"/>
                <a:gd name="T123" fmla="*/ 729 h 814"/>
                <a:gd name="T124" fmla="*/ 882 w 931"/>
                <a:gd name="T125" fmla="*/ 672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31" h="814">
                  <a:moveTo>
                    <a:pt x="340" y="166"/>
                  </a:moveTo>
                  <a:lnTo>
                    <a:pt x="338" y="168"/>
                  </a:lnTo>
                  <a:lnTo>
                    <a:pt x="333" y="171"/>
                  </a:lnTo>
                  <a:lnTo>
                    <a:pt x="333" y="173"/>
                  </a:lnTo>
                  <a:lnTo>
                    <a:pt x="338" y="171"/>
                  </a:lnTo>
                  <a:lnTo>
                    <a:pt x="340" y="168"/>
                  </a:lnTo>
                  <a:lnTo>
                    <a:pt x="343" y="166"/>
                  </a:lnTo>
                  <a:lnTo>
                    <a:pt x="340" y="166"/>
                  </a:lnTo>
                  <a:lnTo>
                    <a:pt x="340" y="166"/>
                  </a:lnTo>
                  <a:close/>
                  <a:moveTo>
                    <a:pt x="328" y="175"/>
                  </a:moveTo>
                  <a:lnTo>
                    <a:pt x="328" y="178"/>
                  </a:lnTo>
                  <a:lnTo>
                    <a:pt x="326" y="180"/>
                  </a:lnTo>
                  <a:lnTo>
                    <a:pt x="326" y="180"/>
                  </a:lnTo>
                  <a:lnTo>
                    <a:pt x="326" y="180"/>
                  </a:lnTo>
                  <a:lnTo>
                    <a:pt x="324" y="180"/>
                  </a:lnTo>
                  <a:lnTo>
                    <a:pt x="324" y="180"/>
                  </a:lnTo>
                  <a:lnTo>
                    <a:pt x="324" y="183"/>
                  </a:lnTo>
                  <a:lnTo>
                    <a:pt x="324" y="183"/>
                  </a:lnTo>
                  <a:lnTo>
                    <a:pt x="324" y="183"/>
                  </a:lnTo>
                  <a:lnTo>
                    <a:pt x="321" y="183"/>
                  </a:lnTo>
                  <a:lnTo>
                    <a:pt x="300" y="197"/>
                  </a:lnTo>
                  <a:lnTo>
                    <a:pt x="298" y="199"/>
                  </a:lnTo>
                  <a:lnTo>
                    <a:pt x="295" y="199"/>
                  </a:lnTo>
                  <a:lnTo>
                    <a:pt x="290" y="199"/>
                  </a:lnTo>
                  <a:lnTo>
                    <a:pt x="288" y="199"/>
                  </a:lnTo>
                  <a:lnTo>
                    <a:pt x="293" y="199"/>
                  </a:lnTo>
                  <a:lnTo>
                    <a:pt x="295" y="199"/>
                  </a:lnTo>
                  <a:lnTo>
                    <a:pt x="300" y="199"/>
                  </a:lnTo>
                  <a:lnTo>
                    <a:pt x="302" y="199"/>
                  </a:lnTo>
                  <a:lnTo>
                    <a:pt x="309" y="194"/>
                  </a:lnTo>
                  <a:lnTo>
                    <a:pt x="312" y="192"/>
                  </a:lnTo>
                  <a:lnTo>
                    <a:pt x="321" y="185"/>
                  </a:lnTo>
                  <a:lnTo>
                    <a:pt x="326" y="180"/>
                  </a:lnTo>
                  <a:lnTo>
                    <a:pt x="328" y="178"/>
                  </a:lnTo>
                  <a:lnTo>
                    <a:pt x="328" y="178"/>
                  </a:lnTo>
                  <a:lnTo>
                    <a:pt x="331" y="175"/>
                  </a:lnTo>
                  <a:lnTo>
                    <a:pt x="331" y="175"/>
                  </a:lnTo>
                  <a:lnTo>
                    <a:pt x="331" y="175"/>
                  </a:lnTo>
                  <a:lnTo>
                    <a:pt x="328" y="175"/>
                  </a:lnTo>
                  <a:close/>
                  <a:moveTo>
                    <a:pt x="290" y="192"/>
                  </a:moveTo>
                  <a:lnTo>
                    <a:pt x="290" y="190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86" y="190"/>
                  </a:lnTo>
                  <a:lnTo>
                    <a:pt x="283" y="190"/>
                  </a:lnTo>
                  <a:lnTo>
                    <a:pt x="281" y="192"/>
                  </a:lnTo>
                  <a:lnTo>
                    <a:pt x="281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9" y="194"/>
                  </a:lnTo>
                  <a:lnTo>
                    <a:pt x="281" y="194"/>
                  </a:lnTo>
                  <a:lnTo>
                    <a:pt x="281" y="194"/>
                  </a:lnTo>
                  <a:lnTo>
                    <a:pt x="281" y="197"/>
                  </a:lnTo>
                  <a:lnTo>
                    <a:pt x="283" y="197"/>
                  </a:lnTo>
                  <a:lnTo>
                    <a:pt x="283" y="197"/>
                  </a:lnTo>
                  <a:lnTo>
                    <a:pt x="286" y="197"/>
                  </a:lnTo>
                  <a:lnTo>
                    <a:pt x="288" y="197"/>
                  </a:lnTo>
                  <a:lnTo>
                    <a:pt x="288" y="197"/>
                  </a:lnTo>
                  <a:lnTo>
                    <a:pt x="288" y="194"/>
                  </a:lnTo>
                  <a:lnTo>
                    <a:pt x="288" y="194"/>
                  </a:lnTo>
                  <a:lnTo>
                    <a:pt x="288" y="192"/>
                  </a:lnTo>
                  <a:lnTo>
                    <a:pt x="290" y="192"/>
                  </a:lnTo>
                  <a:close/>
                  <a:moveTo>
                    <a:pt x="108" y="121"/>
                  </a:moveTo>
                  <a:lnTo>
                    <a:pt x="106" y="123"/>
                  </a:lnTo>
                  <a:lnTo>
                    <a:pt x="106" y="123"/>
                  </a:lnTo>
                  <a:lnTo>
                    <a:pt x="104" y="123"/>
                  </a:lnTo>
                  <a:lnTo>
                    <a:pt x="92" y="128"/>
                  </a:lnTo>
                  <a:lnTo>
                    <a:pt x="87" y="128"/>
                  </a:lnTo>
                  <a:lnTo>
                    <a:pt x="85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78" y="130"/>
                  </a:lnTo>
                  <a:lnTo>
                    <a:pt x="70" y="133"/>
                  </a:lnTo>
                  <a:lnTo>
                    <a:pt x="66" y="135"/>
                  </a:lnTo>
                  <a:lnTo>
                    <a:pt x="54" y="138"/>
                  </a:lnTo>
                  <a:lnTo>
                    <a:pt x="44" y="140"/>
                  </a:lnTo>
                  <a:lnTo>
                    <a:pt x="42" y="140"/>
                  </a:lnTo>
                  <a:lnTo>
                    <a:pt x="49" y="140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0" y="123"/>
                  </a:lnTo>
                  <a:lnTo>
                    <a:pt x="123" y="123"/>
                  </a:lnTo>
                  <a:lnTo>
                    <a:pt x="123" y="123"/>
                  </a:lnTo>
                  <a:lnTo>
                    <a:pt x="125" y="121"/>
                  </a:lnTo>
                  <a:lnTo>
                    <a:pt x="113" y="121"/>
                  </a:lnTo>
                  <a:lnTo>
                    <a:pt x="108" y="121"/>
                  </a:lnTo>
                  <a:close/>
                  <a:moveTo>
                    <a:pt x="903" y="597"/>
                  </a:moveTo>
                  <a:lnTo>
                    <a:pt x="903" y="599"/>
                  </a:lnTo>
                  <a:lnTo>
                    <a:pt x="903" y="599"/>
                  </a:lnTo>
                  <a:lnTo>
                    <a:pt x="903" y="599"/>
                  </a:lnTo>
                  <a:lnTo>
                    <a:pt x="905" y="599"/>
                  </a:lnTo>
                  <a:lnTo>
                    <a:pt x="905" y="597"/>
                  </a:lnTo>
                  <a:lnTo>
                    <a:pt x="905" y="590"/>
                  </a:lnTo>
                  <a:lnTo>
                    <a:pt x="905" y="590"/>
                  </a:lnTo>
                  <a:lnTo>
                    <a:pt x="905" y="590"/>
                  </a:lnTo>
                  <a:lnTo>
                    <a:pt x="903" y="590"/>
                  </a:lnTo>
                  <a:lnTo>
                    <a:pt x="903" y="592"/>
                  </a:lnTo>
                  <a:lnTo>
                    <a:pt x="903" y="592"/>
                  </a:lnTo>
                  <a:lnTo>
                    <a:pt x="903" y="592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4"/>
                  </a:lnTo>
                  <a:lnTo>
                    <a:pt x="903" y="597"/>
                  </a:lnTo>
                  <a:lnTo>
                    <a:pt x="903" y="597"/>
                  </a:lnTo>
                  <a:close/>
                  <a:moveTo>
                    <a:pt x="683" y="540"/>
                  </a:moveTo>
                  <a:lnTo>
                    <a:pt x="681" y="538"/>
                  </a:lnTo>
                  <a:lnTo>
                    <a:pt x="678" y="538"/>
                  </a:lnTo>
                  <a:lnTo>
                    <a:pt x="678" y="538"/>
                  </a:lnTo>
                  <a:lnTo>
                    <a:pt x="678" y="538"/>
                  </a:lnTo>
                  <a:lnTo>
                    <a:pt x="676" y="540"/>
                  </a:lnTo>
                  <a:lnTo>
                    <a:pt x="674" y="540"/>
                  </a:lnTo>
                  <a:lnTo>
                    <a:pt x="671" y="540"/>
                  </a:lnTo>
                  <a:lnTo>
                    <a:pt x="671" y="540"/>
                  </a:lnTo>
                  <a:lnTo>
                    <a:pt x="669" y="540"/>
                  </a:lnTo>
                  <a:lnTo>
                    <a:pt x="667" y="538"/>
                  </a:lnTo>
                  <a:lnTo>
                    <a:pt x="664" y="535"/>
                  </a:lnTo>
                  <a:lnTo>
                    <a:pt x="664" y="533"/>
                  </a:lnTo>
                  <a:lnTo>
                    <a:pt x="664" y="533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62" y="530"/>
                  </a:lnTo>
                  <a:lnTo>
                    <a:pt x="659" y="530"/>
                  </a:lnTo>
                  <a:lnTo>
                    <a:pt x="662" y="533"/>
                  </a:lnTo>
                  <a:lnTo>
                    <a:pt x="664" y="538"/>
                  </a:lnTo>
                  <a:lnTo>
                    <a:pt x="664" y="540"/>
                  </a:lnTo>
                  <a:lnTo>
                    <a:pt x="667" y="540"/>
                  </a:lnTo>
                  <a:lnTo>
                    <a:pt x="667" y="540"/>
                  </a:lnTo>
                  <a:lnTo>
                    <a:pt x="674" y="545"/>
                  </a:lnTo>
                  <a:lnTo>
                    <a:pt x="674" y="545"/>
                  </a:lnTo>
                  <a:lnTo>
                    <a:pt x="674" y="545"/>
                  </a:lnTo>
                  <a:lnTo>
                    <a:pt x="676" y="545"/>
                  </a:lnTo>
                  <a:lnTo>
                    <a:pt x="678" y="542"/>
                  </a:lnTo>
                  <a:lnTo>
                    <a:pt x="681" y="540"/>
                  </a:lnTo>
                  <a:lnTo>
                    <a:pt x="683" y="540"/>
                  </a:lnTo>
                  <a:lnTo>
                    <a:pt x="683" y="540"/>
                  </a:lnTo>
                  <a:lnTo>
                    <a:pt x="683" y="540"/>
                  </a:lnTo>
                  <a:close/>
                  <a:moveTo>
                    <a:pt x="901" y="547"/>
                  </a:moveTo>
                  <a:lnTo>
                    <a:pt x="901" y="545"/>
                  </a:lnTo>
                  <a:lnTo>
                    <a:pt x="901" y="545"/>
                  </a:lnTo>
                  <a:lnTo>
                    <a:pt x="901" y="540"/>
                  </a:lnTo>
                  <a:lnTo>
                    <a:pt x="901" y="521"/>
                  </a:lnTo>
                  <a:lnTo>
                    <a:pt x="901" y="519"/>
                  </a:lnTo>
                  <a:lnTo>
                    <a:pt x="901" y="516"/>
                  </a:lnTo>
                  <a:lnTo>
                    <a:pt x="901" y="514"/>
                  </a:lnTo>
                  <a:lnTo>
                    <a:pt x="898" y="512"/>
                  </a:lnTo>
                  <a:lnTo>
                    <a:pt x="898" y="509"/>
                  </a:lnTo>
                  <a:lnTo>
                    <a:pt x="901" y="504"/>
                  </a:lnTo>
                  <a:lnTo>
                    <a:pt x="898" y="488"/>
                  </a:lnTo>
                  <a:lnTo>
                    <a:pt x="898" y="488"/>
                  </a:lnTo>
                  <a:lnTo>
                    <a:pt x="898" y="483"/>
                  </a:lnTo>
                  <a:lnTo>
                    <a:pt x="896" y="469"/>
                  </a:lnTo>
                  <a:lnTo>
                    <a:pt x="896" y="464"/>
                  </a:lnTo>
                  <a:lnTo>
                    <a:pt x="894" y="464"/>
                  </a:lnTo>
                  <a:lnTo>
                    <a:pt x="894" y="462"/>
                  </a:lnTo>
                  <a:lnTo>
                    <a:pt x="894" y="459"/>
                  </a:lnTo>
                  <a:lnTo>
                    <a:pt x="894" y="457"/>
                  </a:lnTo>
                  <a:lnTo>
                    <a:pt x="889" y="445"/>
                  </a:lnTo>
                  <a:lnTo>
                    <a:pt x="889" y="445"/>
                  </a:lnTo>
                  <a:lnTo>
                    <a:pt x="887" y="443"/>
                  </a:lnTo>
                  <a:lnTo>
                    <a:pt x="884" y="443"/>
                  </a:lnTo>
                  <a:lnTo>
                    <a:pt x="882" y="443"/>
                  </a:lnTo>
                  <a:lnTo>
                    <a:pt x="882" y="443"/>
                  </a:lnTo>
                  <a:lnTo>
                    <a:pt x="884" y="441"/>
                  </a:lnTo>
                  <a:lnTo>
                    <a:pt x="884" y="441"/>
                  </a:lnTo>
                  <a:lnTo>
                    <a:pt x="887" y="441"/>
                  </a:lnTo>
                  <a:lnTo>
                    <a:pt x="887" y="438"/>
                  </a:lnTo>
                  <a:lnTo>
                    <a:pt x="887" y="438"/>
                  </a:lnTo>
                  <a:lnTo>
                    <a:pt x="884" y="433"/>
                  </a:lnTo>
                  <a:lnTo>
                    <a:pt x="879" y="426"/>
                  </a:lnTo>
                  <a:lnTo>
                    <a:pt x="877" y="422"/>
                  </a:lnTo>
                  <a:lnTo>
                    <a:pt x="875" y="422"/>
                  </a:lnTo>
                  <a:lnTo>
                    <a:pt x="875" y="419"/>
                  </a:lnTo>
                  <a:lnTo>
                    <a:pt x="870" y="417"/>
                  </a:lnTo>
                  <a:lnTo>
                    <a:pt x="870" y="417"/>
                  </a:lnTo>
                  <a:lnTo>
                    <a:pt x="865" y="412"/>
                  </a:lnTo>
                  <a:lnTo>
                    <a:pt x="865" y="412"/>
                  </a:lnTo>
                  <a:lnTo>
                    <a:pt x="863" y="414"/>
                  </a:lnTo>
                  <a:lnTo>
                    <a:pt x="861" y="414"/>
                  </a:lnTo>
                  <a:lnTo>
                    <a:pt x="858" y="412"/>
                  </a:lnTo>
                  <a:lnTo>
                    <a:pt x="858" y="412"/>
                  </a:lnTo>
                  <a:lnTo>
                    <a:pt x="856" y="410"/>
                  </a:lnTo>
                  <a:lnTo>
                    <a:pt x="853" y="410"/>
                  </a:lnTo>
                  <a:lnTo>
                    <a:pt x="856" y="410"/>
                  </a:lnTo>
                  <a:lnTo>
                    <a:pt x="856" y="410"/>
                  </a:lnTo>
                  <a:lnTo>
                    <a:pt x="858" y="410"/>
                  </a:lnTo>
                  <a:lnTo>
                    <a:pt x="858" y="410"/>
                  </a:lnTo>
                  <a:lnTo>
                    <a:pt x="861" y="412"/>
                  </a:lnTo>
                  <a:lnTo>
                    <a:pt x="865" y="412"/>
                  </a:lnTo>
                  <a:lnTo>
                    <a:pt x="868" y="412"/>
                  </a:lnTo>
                  <a:lnTo>
                    <a:pt x="868" y="414"/>
                  </a:lnTo>
                  <a:lnTo>
                    <a:pt x="868" y="412"/>
                  </a:lnTo>
                  <a:lnTo>
                    <a:pt x="844" y="377"/>
                  </a:lnTo>
                  <a:lnTo>
                    <a:pt x="837" y="360"/>
                  </a:lnTo>
                  <a:lnTo>
                    <a:pt x="790" y="289"/>
                  </a:lnTo>
                  <a:lnTo>
                    <a:pt x="787" y="284"/>
                  </a:lnTo>
                  <a:lnTo>
                    <a:pt x="782" y="280"/>
                  </a:lnTo>
                  <a:lnTo>
                    <a:pt x="780" y="272"/>
                  </a:lnTo>
                  <a:lnTo>
                    <a:pt x="778" y="270"/>
                  </a:lnTo>
                  <a:lnTo>
                    <a:pt x="773" y="258"/>
                  </a:lnTo>
                  <a:lnTo>
                    <a:pt x="773" y="254"/>
                  </a:lnTo>
                  <a:lnTo>
                    <a:pt x="771" y="251"/>
                  </a:lnTo>
                  <a:lnTo>
                    <a:pt x="768" y="246"/>
                  </a:lnTo>
                  <a:lnTo>
                    <a:pt x="768" y="244"/>
                  </a:lnTo>
                  <a:lnTo>
                    <a:pt x="768" y="244"/>
                  </a:lnTo>
                  <a:lnTo>
                    <a:pt x="766" y="242"/>
                  </a:lnTo>
                  <a:lnTo>
                    <a:pt x="761" y="230"/>
                  </a:lnTo>
                  <a:lnTo>
                    <a:pt x="764" y="230"/>
                  </a:lnTo>
                  <a:lnTo>
                    <a:pt x="768" y="235"/>
                  </a:lnTo>
                  <a:lnTo>
                    <a:pt x="773" y="235"/>
                  </a:lnTo>
                  <a:lnTo>
                    <a:pt x="775" y="237"/>
                  </a:lnTo>
                  <a:lnTo>
                    <a:pt x="773" y="239"/>
                  </a:lnTo>
                  <a:lnTo>
                    <a:pt x="773" y="242"/>
                  </a:lnTo>
                  <a:lnTo>
                    <a:pt x="773" y="239"/>
                  </a:lnTo>
                  <a:lnTo>
                    <a:pt x="773" y="242"/>
                  </a:lnTo>
                  <a:lnTo>
                    <a:pt x="773" y="244"/>
                  </a:lnTo>
                  <a:lnTo>
                    <a:pt x="773" y="246"/>
                  </a:lnTo>
                  <a:lnTo>
                    <a:pt x="773" y="249"/>
                  </a:lnTo>
                  <a:lnTo>
                    <a:pt x="775" y="251"/>
                  </a:lnTo>
                  <a:lnTo>
                    <a:pt x="778" y="251"/>
                  </a:lnTo>
                  <a:lnTo>
                    <a:pt x="785" y="251"/>
                  </a:lnTo>
                  <a:lnTo>
                    <a:pt x="785" y="251"/>
                  </a:lnTo>
                  <a:lnTo>
                    <a:pt x="787" y="251"/>
                  </a:lnTo>
                  <a:lnTo>
                    <a:pt x="787" y="249"/>
                  </a:lnTo>
                  <a:lnTo>
                    <a:pt x="785" y="249"/>
                  </a:lnTo>
                  <a:lnTo>
                    <a:pt x="785" y="246"/>
                  </a:lnTo>
                  <a:lnTo>
                    <a:pt x="787" y="246"/>
                  </a:lnTo>
                  <a:lnTo>
                    <a:pt x="787" y="246"/>
                  </a:lnTo>
                  <a:lnTo>
                    <a:pt x="787" y="249"/>
                  </a:lnTo>
                  <a:lnTo>
                    <a:pt x="787" y="249"/>
                  </a:lnTo>
                  <a:lnTo>
                    <a:pt x="790" y="246"/>
                  </a:lnTo>
                  <a:lnTo>
                    <a:pt x="792" y="249"/>
                  </a:lnTo>
                  <a:lnTo>
                    <a:pt x="794" y="249"/>
                  </a:lnTo>
                  <a:lnTo>
                    <a:pt x="794" y="251"/>
                  </a:lnTo>
                  <a:lnTo>
                    <a:pt x="797" y="256"/>
                  </a:lnTo>
                  <a:lnTo>
                    <a:pt x="797" y="261"/>
                  </a:lnTo>
                  <a:lnTo>
                    <a:pt x="797" y="277"/>
                  </a:lnTo>
                  <a:lnTo>
                    <a:pt x="799" y="298"/>
                  </a:lnTo>
                  <a:lnTo>
                    <a:pt x="801" y="303"/>
                  </a:lnTo>
                  <a:lnTo>
                    <a:pt x="806" y="310"/>
                  </a:lnTo>
                  <a:lnTo>
                    <a:pt x="816" y="322"/>
                  </a:lnTo>
                  <a:lnTo>
                    <a:pt x="816" y="327"/>
                  </a:lnTo>
                  <a:lnTo>
                    <a:pt x="820" y="329"/>
                  </a:lnTo>
                  <a:lnTo>
                    <a:pt x="820" y="329"/>
                  </a:lnTo>
                  <a:lnTo>
                    <a:pt x="823" y="332"/>
                  </a:lnTo>
                  <a:lnTo>
                    <a:pt x="825" y="336"/>
                  </a:lnTo>
                  <a:lnTo>
                    <a:pt x="825" y="332"/>
                  </a:lnTo>
                  <a:lnTo>
                    <a:pt x="813" y="320"/>
                  </a:lnTo>
                  <a:lnTo>
                    <a:pt x="811" y="313"/>
                  </a:lnTo>
                  <a:lnTo>
                    <a:pt x="808" y="313"/>
                  </a:lnTo>
                  <a:lnTo>
                    <a:pt x="806" y="308"/>
                  </a:lnTo>
                  <a:lnTo>
                    <a:pt x="801" y="296"/>
                  </a:lnTo>
                  <a:lnTo>
                    <a:pt x="801" y="289"/>
                  </a:lnTo>
                  <a:lnTo>
                    <a:pt x="801" y="287"/>
                  </a:lnTo>
                  <a:lnTo>
                    <a:pt x="799" y="287"/>
                  </a:lnTo>
                  <a:lnTo>
                    <a:pt x="801" y="284"/>
                  </a:lnTo>
                  <a:lnTo>
                    <a:pt x="799" y="272"/>
                  </a:lnTo>
                  <a:lnTo>
                    <a:pt x="799" y="272"/>
                  </a:lnTo>
                  <a:lnTo>
                    <a:pt x="799" y="272"/>
                  </a:lnTo>
                  <a:lnTo>
                    <a:pt x="799" y="270"/>
                  </a:lnTo>
                  <a:lnTo>
                    <a:pt x="801" y="270"/>
                  </a:lnTo>
                  <a:lnTo>
                    <a:pt x="801" y="268"/>
                  </a:lnTo>
                  <a:lnTo>
                    <a:pt x="801" y="268"/>
                  </a:lnTo>
                  <a:lnTo>
                    <a:pt x="804" y="265"/>
                  </a:lnTo>
                  <a:lnTo>
                    <a:pt x="804" y="263"/>
                  </a:lnTo>
                  <a:lnTo>
                    <a:pt x="801" y="261"/>
                  </a:lnTo>
                  <a:lnTo>
                    <a:pt x="797" y="254"/>
                  </a:lnTo>
                  <a:lnTo>
                    <a:pt x="790" y="244"/>
                  </a:lnTo>
                  <a:lnTo>
                    <a:pt x="782" y="237"/>
                  </a:lnTo>
                  <a:lnTo>
                    <a:pt x="773" y="225"/>
                  </a:lnTo>
                  <a:lnTo>
                    <a:pt x="754" y="204"/>
                  </a:lnTo>
                  <a:lnTo>
                    <a:pt x="754" y="201"/>
                  </a:lnTo>
                  <a:lnTo>
                    <a:pt x="752" y="199"/>
                  </a:lnTo>
                  <a:lnTo>
                    <a:pt x="749" y="199"/>
                  </a:lnTo>
                  <a:lnTo>
                    <a:pt x="749" y="197"/>
                  </a:lnTo>
                  <a:lnTo>
                    <a:pt x="749" y="194"/>
                  </a:lnTo>
                  <a:lnTo>
                    <a:pt x="735" y="178"/>
                  </a:lnTo>
                  <a:lnTo>
                    <a:pt x="726" y="159"/>
                  </a:lnTo>
                  <a:lnTo>
                    <a:pt x="716" y="147"/>
                  </a:lnTo>
                  <a:lnTo>
                    <a:pt x="709" y="138"/>
                  </a:lnTo>
                  <a:lnTo>
                    <a:pt x="709" y="138"/>
                  </a:lnTo>
                  <a:lnTo>
                    <a:pt x="709" y="135"/>
                  </a:lnTo>
                  <a:lnTo>
                    <a:pt x="707" y="133"/>
                  </a:lnTo>
                  <a:lnTo>
                    <a:pt x="707" y="130"/>
                  </a:lnTo>
                  <a:lnTo>
                    <a:pt x="702" y="123"/>
                  </a:lnTo>
                  <a:lnTo>
                    <a:pt x="700" y="116"/>
                  </a:lnTo>
                  <a:lnTo>
                    <a:pt x="697" y="116"/>
                  </a:lnTo>
                  <a:lnTo>
                    <a:pt x="697" y="114"/>
                  </a:lnTo>
                  <a:lnTo>
                    <a:pt x="695" y="109"/>
                  </a:lnTo>
                  <a:lnTo>
                    <a:pt x="695" y="107"/>
                  </a:lnTo>
                  <a:lnTo>
                    <a:pt x="695" y="107"/>
                  </a:lnTo>
                  <a:lnTo>
                    <a:pt x="695" y="107"/>
                  </a:lnTo>
                  <a:lnTo>
                    <a:pt x="693" y="104"/>
                  </a:lnTo>
                  <a:lnTo>
                    <a:pt x="693" y="104"/>
                  </a:lnTo>
                  <a:lnTo>
                    <a:pt x="693" y="104"/>
                  </a:lnTo>
                  <a:lnTo>
                    <a:pt x="693" y="102"/>
                  </a:lnTo>
                  <a:lnTo>
                    <a:pt x="693" y="102"/>
                  </a:lnTo>
                  <a:lnTo>
                    <a:pt x="690" y="102"/>
                  </a:lnTo>
                  <a:lnTo>
                    <a:pt x="690" y="100"/>
                  </a:lnTo>
                  <a:lnTo>
                    <a:pt x="685" y="85"/>
                  </a:lnTo>
                  <a:lnTo>
                    <a:pt x="683" y="76"/>
                  </a:lnTo>
                  <a:lnTo>
                    <a:pt x="683" y="74"/>
                  </a:lnTo>
                  <a:lnTo>
                    <a:pt x="678" y="69"/>
                  </a:lnTo>
                  <a:lnTo>
                    <a:pt x="678" y="69"/>
                  </a:lnTo>
                  <a:lnTo>
                    <a:pt x="671" y="55"/>
                  </a:lnTo>
                  <a:lnTo>
                    <a:pt x="671" y="50"/>
                  </a:lnTo>
                  <a:lnTo>
                    <a:pt x="671" y="45"/>
                  </a:lnTo>
                  <a:lnTo>
                    <a:pt x="671" y="43"/>
                  </a:lnTo>
                  <a:lnTo>
                    <a:pt x="669" y="43"/>
                  </a:lnTo>
                  <a:lnTo>
                    <a:pt x="669" y="43"/>
                  </a:lnTo>
                  <a:lnTo>
                    <a:pt x="669" y="41"/>
                  </a:lnTo>
                  <a:lnTo>
                    <a:pt x="669" y="38"/>
                  </a:lnTo>
                  <a:lnTo>
                    <a:pt x="667" y="36"/>
                  </a:lnTo>
                  <a:lnTo>
                    <a:pt x="667" y="36"/>
                  </a:lnTo>
                  <a:lnTo>
                    <a:pt x="667" y="33"/>
                  </a:lnTo>
                  <a:lnTo>
                    <a:pt x="664" y="33"/>
                  </a:lnTo>
                  <a:lnTo>
                    <a:pt x="664" y="33"/>
                  </a:lnTo>
                  <a:lnTo>
                    <a:pt x="664" y="33"/>
                  </a:lnTo>
                  <a:lnTo>
                    <a:pt x="662" y="31"/>
                  </a:lnTo>
                  <a:lnTo>
                    <a:pt x="662" y="31"/>
                  </a:lnTo>
                  <a:lnTo>
                    <a:pt x="659" y="29"/>
                  </a:lnTo>
                  <a:lnTo>
                    <a:pt x="659" y="29"/>
                  </a:lnTo>
                  <a:lnTo>
                    <a:pt x="657" y="26"/>
                  </a:lnTo>
                  <a:lnTo>
                    <a:pt x="655" y="26"/>
                  </a:lnTo>
                  <a:lnTo>
                    <a:pt x="655" y="24"/>
                  </a:lnTo>
                  <a:lnTo>
                    <a:pt x="655" y="22"/>
                  </a:lnTo>
                  <a:lnTo>
                    <a:pt x="655" y="19"/>
                  </a:lnTo>
                  <a:lnTo>
                    <a:pt x="655" y="17"/>
                  </a:lnTo>
                  <a:lnTo>
                    <a:pt x="655" y="17"/>
                  </a:lnTo>
                  <a:lnTo>
                    <a:pt x="657" y="17"/>
                  </a:lnTo>
                  <a:lnTo>
                    <a:pt x="657" y="19"/>
                  </a:lnTo>
                  <a:lnTo>
                    <a:pt x="657" y="19"/>
                  </a:lnTo>
                  <a:lnTo>
                    <a:pt x="659" y="19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62" y="26"/>
                  </a:lnTo>
                  <a:lnTo>
                    <a:pt x="662" y="29"/>
                  </a:lnTo>
                  <a:lnTo>
                    <a:pt x="662" y="24"/>
                  </a:lnTo>
                  <a:lnTo>
                    <a:pt x="659" y="14"/>
                  </a:lnTo>
                  <a:lnTo>
                    <a:pt x="659" y="10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9" y="7"/>
                  </a:lnTo>
                  <a:lnTo>
                    <a:pt x="657" y="7"/>
                  </a:lnTo>
                  <a:lnTo>
                    <a:pt x="657" y="7"/>
                  </a:lnTo>
                  <a:lnTo>
                    <a:pt x="655" y="7"/>
                  </a:lnTo>
                  <a:lnTo>
                    <a:pt x="655" y="7"/>
                  </a:lnTo>
                  <a:lnTo>
                    <a:pt x="652" y="7"/>
                  </a:lnTo>
                  <a:lnTo>
                    <a:pt x="652" y="5"/>
                  </a:lnTo>
                  <a:lnTo>
                    <a:pt x="652" y="5"/>
                  </a:lnTo>
                  <a:lnTo>
                    <a:pt x="650" y="5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29" y="5"/>
                  </a:lnTo>
                  <a:lnTo>
                    <a:pt x="629" y="5"/>
                  </a:lnTo>
                  <a:lnTo>
                    <a:pt x="626" y="5"/>
                  </a:lnTo>
                  <a:lnTo>
                    <a:pt x="626" y="5"/>
                  </a:lnTo>
                  <a:lnTo>
                    <a:pt x="624" y="5"/>
                  </a:lnTo>
                  <a:lnTo>
                    <a:pt x="624" y="5"/>
                  </a:lnTo>
                  <a:lnTo>
                    <a:pt x="622" y="5"/>
                  </a:lnTo>
                  <a:lnTo>
                    <a:pt x="622" y="5"/>
                  </a:lnTo>
                  <a:lnTo>
                    <a:pt x="612" y="3"/>
                  </a:lnTo>
                  <a:lnTo>
                    <a:pt x="610" y="0"/>
                  </a:lnTo>
                  <a:lnTo>
                    <a:pt x="607" y="0"/>
                  </a:lnTo>
                  <a:lnTo>
                    <a:pt x="607" y="0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03" y="0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3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600" y="5"/>
                  </a:lnTo>
                  <a:lnTo>
                    <a:pt x="598" y="5"/>
                  </a:lnTo>
                  <a:lnTo>
                    <a:pt x="598" y="5"/>
                  </a:lnTo>
                  <a:lnTo>
                    <a:pt x="598" y="5"/>
                  </a:lnTo>
                  <a:lnTo>
                    <a:pt x="596" y="7"/>
                  </a:lnTo>
                  <a:lnTo>
                    <a:pt x="596" y="7"/>
                  </a:lnTo>
                  <a:lnTo>
                    <a:pt x="596" y="7"/>
                  </a:lnTo>
                  <a:lnTo>
                    <a:pt x="596" y="10"/>
                  </a:lnTo>
                  <a:lnTo>
                    <a:pt x="596" y="10"/>
                  </a:lnTo>
                  <a:lnTo>
                    <a:pt x="596" y="10"/>
                  </a:lnTo>
                  <a:lnTo>
                    <a:pt x="596" y="12"/>
                  </a:lnTo>
                  <a:lnTo>
                    <a:pt x="596" y="12"/>
                  </a:lnTo>
                  <a:lnTo>
                    <a:pt x="596" y="12"/>
                  </a:lnTo>
                  <a:lnTo>
                    <a:pt x="596" y="14"/>
                  </a:lnTo>
                  <a:lnTo>
                    <a:pt x="596" y="17"/>
                  </a:lnTo>
                  <a:lnTo>
                    <a:pt x="596" y="17"/>
                  </a:lnTo>
                  <a:lnTo>
                    <a:pt x="596" y="19"/>
                  </a:lnTo>
                  <a:lnTo>
                    <a:pt x="596" y="22"/>
                  </a:lnTo>
                  <a:lnTo>
                    <a:pt x="596" y="22"/>
                  </a:lnTo>
                  <a:lnTo>
                    <a:pt x="596" y="24"/>
                  </a:lnTo>
                  <a:lnTo>
                    <a:pt x="596" y="24"/>
                  </a:lnTo>
                  <a:lnTo>
                    <a:pt x="596" y="26"/>
                  </a:lnTo>
                  <a:lnTo>
                    <a:pt x="598" y="26"/>
                  </a:lnTo>
                  <a:lnTo>
                    <a:pt x="600" y="29"/>
                  </a:lnTo>
                  <a:lnTo>
                    <a:pt x="600" y="29"/>
                  </a:lnTo>
                  <a:lnTo>
                    <a:pt x="600" y="31"/>
                  </a:lnTo>
                  <a:lnTo>
                    <a:pt x="600" y="31"/>
                  </a:lnTo>
                  <a:lnTo>
                    <a:pt x="600" y="33"/>
                  </a:lnTo>
                  <a:lnTo>
                    <a:pt x="600" y="41"/>
                  </a:lnTo>
                  <a:lnTo>
                    <a:pt x="600" y="50"/>
                  </a:lnTo>
                  <a:lnTo>
                    <a:pt x="600" y="50"/>
                  </a:lnTo>
                  <a:lnTo>
                    <a:pt x="600" y="52"/>
                  </a:lnTo>
                  <a:lnTo>
                    <a:pt x="600" y="55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600" y="57"/>
                  </a:lnTo>
                  <a:lnTo>
                    <a:pt x="598" y="59"/>
                  </a:lnTo>
                  <a:lnTo>
                    <a:pt x="598" y="59"/>
                  </a:lnTo>
                  <a:lnTo>
                    <a:pt x="596" y="59"/>
                  </a:lnTo>
                  <a:lnTo>
                    <a:pt x="593" y="59"/>
                  </a:lnTo>
                  <a:lnTo>
                    <a:pt x="593" y="59"/>
                  </a:lnTo>
                  <a:lnTo>
                    <a:pt x="589" y="59"/>
                  </a:lnTo>
                  <a:lnTo>
                    <a:pt x="589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6" y="59"/>
                  </a:lnTo>
                  <a:lnTo>
                    <a:pt x="584" y="55"/>
                  </a:lnTo>
                  <a:lnTo>
                    <a:pt x="581" y="52"/>
                  </a:lnTo>
                  <a:lnTo>
                    <a:pt x="581" y="52"/>
                  </a:lnTo>
                  <a:lnTo>
                    <a:pt x="581" y="52"/>
                  </a:lnTo>
                  <a:lnTo>
                    <a:pt x="581" y="50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8"/>
                  </a:lnTo>
                  <a:lnTo>
                    <a:pt x="581" y="45"/>
                  </a:lnTo>
                  <a:lnTo>
                    <a:pt x="581" y="45"/>
                  </a:lnTo>
                  <a:lnTo>
                    <a:pt x="581" y="45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41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7" y="38"/>
                  </a:lnTo>
                  <a:lnTo>
                    <a:pt x="572" y="38"/>
                  </a:lnTo>
                  <a:lnTo>
                    <a:pt x="570" y="38"/>
                  </a:lnTo>
                  <a:lnTo>
                    <a:pt x="562" y="38"/>
                  </a:lnTo>
                  <a:lnTo>
                    <a:pt x="558" y="38"/>
                  </a:lnTo>
                  <a:lnTo>
                    <a:pt x="551" y="41"/>
                  </a:lnTo>
                  <a:lnTo>
                    <a:pt x="544" y="41"/>
                  </a:lnTo>
                  <a:lnTo>
                    <a:pt x="534" y="41"/>
                  </a:lnTo>
                  <a:lnTo>
                    <a:pt x="525" y="43"/>
                  </a:lnTo>
                  <a:lnTo>
                    <a:pt x="515" y="43"/>
                  </a:lnTo>
                  <a:lnTo>
                    <a:pt x="503" y="43"/>
                  </a:lnTo>
                  <a:lnTo>
                    <a:pt x="494" y="45"/>
                  </a:lnTo>
                  <a:lnTo>
                    <a:pt x="482" y="45"/>
                  </a:lnTo>
                  <a:lnTo>
                    <a:pt x="470" y="45"/>
                  </a:lnTo>
                  <a:lnTo>
                    <a:pt x="458" y="48"/>
                  </a:lnTo>
                  <a:lnTo>
                    <a:pt x="447" y="48"/>
                  </a:lnTo>
                  <a:lnTo>
                    <a:pt x="435" y="50"/>
                  </a:lnTo>
                  <a:lnTo>
                    <a:pt x="423" y="50"/>
                  </a:lnTo>
                  <a:lnTo>
                    <a:pt x="411" y="52"/>
                  </a:lnTo>
                  <a:lnTo>
                    <a:pt x="399" y="52"/>
                  </a:lnTo>
                  <a:lnTo>
                    <a:pt x="387" y="52"/>
                  </a:lnTo>
                  <a:lnTo>
                    <a:pt x="376" y="55"/>
                  </a:lnTo>
                  <a:lnTo>
                    <a:pt x="366" y="55"/>
                  </a:lnTo>
                  <a:lnTo>
                    <a:pt x="354" y="55"/>
                  </a:lnTo>
                  <a:lnTo>
                    <a:pt x="345" y="57"/>
                  </a:lnTo>
                  <a:lnTo>
                    <a:pt x="335" y="57"/>
                  </a:lnTo>
                  <a:lnTo>
                    <a:pt x="328" y="57"/>
                  </a:lnTo>
                  <a:lnTo>
                    <a:pt x="321" y="57"/>
                  </a:lnTo>
                  <a:lnTo>
                    <a:pt x="314" y="59"/>
                  </a:lnTo>
                  <a:lnTo>
                    <a:pt x="309" y="59"/>
                  </a:lnTo>
                  <a:lnTo>
                    <a:pt x="305" y="59"/>
                  </a:lnTo>
                  <a:lnTo>
                    <a:pt x="302" y="59"/>
                  </a:lnTo>
                  <a:lnTo>
                    <a:pt x="300" y="59"/>
                  </a:lnTo>
                  <a:lnTo>
                    <a:pt x="298" y="59"/>
                  </a:lnTo>
                  <a:lnTo>
                    <a:pt x="295" y="59"/>
                  </a:lnTo>
                  <a:lnTo>
                    <a:pt x="295" y="59"/>
                  </a:lnTo>
                  <a:lnTo>
                    <a:pt x="288" y="55"/>
                  </a:lnTo>
                  <a:lnTo>
                    <a:pt x="286" y="48"/>
                  </a:lnTo>
                  <a:lnTo>
                    <a:pt x="286" y="43"/>
                  </a:lnTo>
                  <a:lnTo>
                    <a:pt x="283" y="41"/>
                  </a:lnTo>
                  <a:lnTo>
                    <a:pt x="283" y="36"/>
                  </a:lnTo>
                  <a:lnTo>
                    <a:pt x="281" y="36"/>
                  </a:lnTo>
                  <a:lnTo>
                    <a:pt x="281" y="33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6" y="29"/>
                  </a:lnTo>
                  <a:lnTo>
                    <a:pt x="276" y="29"/>
                  </a:lnTo>
                  <a:lnTo>
                    <a:pt x="276" y="29"/>
                  </a:lnTo>
                  <a:lnTo>
                    <a:pt x="276" y="26"/>
                  </a:lnTo>
                  <a:lnTo>
                    <a:pt x="260" y="29"/>
                  </a:lnTo>
                  <a:lnTo>
                    <a:pt x="243" y="31"/>
                  </a:lnTo>
                  <a:lnTo>
                    <a:pt x="224" y="33"/>
                  </a:lnTo>
                  <a:lnTo>
                    <a:pt x="208" y="36"/>
                  </a:lnTo>
                  <a:lnTo>
                    <a:pt x="191" y="38"/>
                  </a:lnTo>
                  <a:lnTo>
                    <a:pt x="175" y="41"/>
                  </a:lnTo>
                  <a:lnTo>
                    <a:pt x="158" y="43"/>
                  </a:lnTo>
                  <a:lnTo>
                    <a:pt x="141" y="45"/>
                  </a:lnTo>
                  <a:lnTo>
                    <a:pt x="125" y="48"/>
                  </a:lnTo>
                  <a:lnTo>
                    <a:pt x="108" y="50"/>
                  </a:lnTo>
                  <a:lnTo>
                    <a:pt x="89" y="50"/>
                  </a:lnTo>
                  <a:lnTo>
                    <a:pt x="73" y="52"/>
                  </a:lnTo>
                  <a:lnTo>
                    <a:pt x="56" y="55"/>
                  </a:lnTo>
                  <a:lnTo>
                    <a:pt x="40" y="57"/>
                  </a:lnTo>
                  <a:lnTo>
                    <a:pt x="23" y="59"/>
                  </a:lnTo>
                  <a:lnTo>
                    <a:pt x="7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2" y="83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1" y="93"/>
                  </a:lnTo>
                  <a:lnTo>
                    <a:pt x="14" y="93"/>
                  </a:lnTo>
                  <a:lnTo>
                    <a:pt x="16" y="95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6" y="107"/>
                  </a:lnTo>
                  <a:lnTo>
                    <a:pt x="26" y="112"/>
                  </a:lnTo>
                  <a:lnTo>
                    <a:pt x="23" y="114"/>
                  </a:lnTo>
                  <a:lnTo>
                    <a:pt x="23" y="116"/>
                  </a:lnTo>
                  <a:lnTo>
                    <a:pt x="23" y="116"/>
                  </a:lnTo>
                  <a:lnTo>
                    <a:pt x="26" y="119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30" y="126"/>
                  </a:lnTo>
                  <a:lnTo>
                    <a:pt x="30" y="126"/>
                  </a:lnTo>
                  <a:lnTo>
                    <a:pt x="33" y="126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3" y="130"/>
                  </a:lnTo>
                  <a:lnTo>
                    <a:pt x="30" y="133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30" y="140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3" y="142"/>
                  </a:lnTo>
                  <a:lnTo>
                    <a:pt x="23" y="145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3" y="145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21" y="149"/>
                  </a:lnTo>
                  <a:lnTo>
                    <a:pt x="23" y="149"/>
                  </a:lnTo>
                  <a:lnTo>
                    <a:pt x="23" y="147"/>
                  </a:lnTo>
                  <a:lnTo>
                    <a:pt x="40" y="142"/>
                  </a:lnTo>
                  <a:lnTo>
                    <a:pt x="42" y="140"/>
                  </a:lnTo>
                  <a:lnTo>
                    <a:pt x="40" y="140"/>
                  </a:lnTo>
                  <a:lnTo>
                    <a:pt x="42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0"/>
                  </a:lnTo>
                  <a:lnTo>
                    <a:pt x="47" y="130"/>
                  </a:lnTo>
                  <a:lnTo>
                    <a:pt x="49" y="130"/>
                  </a:lnTo>
                  <a:lnTo>
                    <a:pt x="52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6" y="121"/>
                  </a:lnTo>
                  <a:lnTo>
                    <a:pt x="56" y="119"/>
                  </a:lnTo>
                  <a:lnTo>
                    <a:pt x="54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09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4" y="107"/>
                  </a:lnTo>
                  <a:lnTo>
                    <a:pt x="54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56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6"/>
                  </a:lnTo>
                  <a:lnTo>
                    <a:pt x="61" y="119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6" y="121"/>
                  </a:lnTo>
                  <a:lnTo>
                    <a:pt x="66" y="116"/>
                  </a:lnTo>
                  <a:lnTo>
                    <a:pt x="66" y="114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68" y="104"/>
                  </a:lnTo>
                  <a:lnTo>
                    <a:pt x="66" y="102"/>
                  </a:lnTo>
                  <a:lnTo>
                    <a:pt x="68" y="104"/>
                  </a:lnTo>
                  <a:lnTo>
                    <a:pt x="70" y="107"/>
                  </a:lnTo>
                  <a:lnTo>
                    <a:pt x="73" y="109"/>
                  </a:lnTo>
                  <a:lnTo>
                    <a:pt x="73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9"/>
                  </a:lnTo>
                  <a:lnTo>
                    <a:pt x="70" y="109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4"/>
                  </a:lnTo>
                  <a:lnTo>
                    <a:pt x="70" y="116"/>
                  </a:lnTo>
                  <a:lnTo>
                    <a:pt x="70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8" y="119"/>
                  </a:lnTo>
                  <a:lnTo>
                    <a:pt x="80" y="119"/>
                  </a:lnTo>
                  <a:lnTo>
                    <a:pt x="82" y="119"/>
                  </a:lnTo>
                  <a:lnTo>
                    <a:pt x="85" y="121"/>
                  </a:lnTo>
                  <a:lnTo>
                    <a:pt x="85" y="123"/>
                  </a:lnTo>
                  <a:lnTo>
                    <a:pt x="82" y="121"/>
                  </a:lnTo>
                  <a:lnTo>
                    <a:pt x="80" y="121"/>
                  </a:lnTo>
                  <a:lnTo>
                    <a:pt x="78" y="121"/>
                  </a:lnTo>
                  <a:lnTo>
                    <a:pt x="73" y="128"/>
                  </a:lnTo>
                  <a:lnTo>
                    <a:pt x="70" y="128"/>
                  </a:lnTo>
                  <a:lnTo>
                    <a:pt x="66" y="128"/>
                  </a:lnTo>
                  <a:lnTo>
                    <a:pt x="59" y="130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59" y="135"/>
                  </a:lnTo>
                  <a:lnTo>
                    <a:pt x="68" y="130"/>
                  </a:lnTo>
                  <a:lnTo>
                    <a:pt x="85" y="126"/>
                  </a:lnTo>
                  <a:lnTo>
                    <a:pt x="92" y="126"/>
                  </a:lnTo>
                  <a:lnTo>
                    <a:pt x="94" y="123"/>
                  </a:lnTo>
                  <a:lnTo>
                    <a:pt x="97" y="123"/>
                  </a:lnTo>
                  <a:lnTo>
                    <a:pt x="99" y="123"/>
                  </a:lnTo>
                  <a:lnTo>
                    <a:pt x="106" y="121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19"/>
                  </a:lnTo>
                  <a:lnTo>
                    <a:pt x="115" y="119"/>
                  </a:lnTo>
                  <a:lnTo>
                    <a:pt x="118" y="119"/>
                  </a:lnTo>
                  <a:lnTo>
                    <a:pt x="120" y="116"/>
                  </a:lnTo>
                  <a:lnTo>
                    <a:pt x="120" y="114"/>
                  </a:lnTo>
                  <a:lnTo>
                    <a:pt x="123" y="114"/>
                  </a:lnTo>
                  <a:lnTo>
                    <a:pt x="123" y="114"/>
                  </a:lnTo>
                  <a:lnTo>
                    <a:pt x="125" y="114"/>
                  </a:lnTo>
                  <a:lnTo>
                    <a:pt x="125" y="114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7" y="107"/>
                  </a:lnTo>
                  <a:lnTo>
                    <a:pt x="125" y="107"/>
                  </a:lnTo>
                  <a:lnTo>
                    <a:pt x="127" y="107"/>
                  </a:lnTo>
                  <a:lnTo>
                    <a:pt x="127" y="109"/>
                  </a:lnTo>
                  <a:lnTo>
                    <a:pt x="130" y="109"/>
                  </a:lnTo>
                  <a:lnTo>
                    <a:pt x="130" y="107"/>
                  </a:lnTo>
                  <a:lnTo>
                    <a:pt x="130" y="107"/>
                  </a:lnTo>
                  <a:lnTo>
                    <a:pt x="132" y="107"/>
                  </a:lnTo>
                  <a:lnTo>
                    <a:pt x="134" y="107"/>
                  </a:lnTo>
                  <a:lnTo>
                    <a:pt x="132" y="109"/>
                  </a:lnTo>
                  <a:lnTo>
                    <a:pt x="132" y="112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7" y="112"/>
                  </a:lnTo>
                  <a:lnTo>
                    <a:pt x="137" y="112"/>
                  </a:lnTo>
                  <a:lnTo>
                    <a:pt x="139" y="109"/>
                  </a:lnTo>
                  <a:lnTo>
                    <a:pt x="141" y="109"/>
                  </a:lnTo>
                  <a:lnTo>
                    <a:pt x="146" y="107"/>
                  </a:lnTo>
                  <a:lnTo>
                    <a:pt x="149" y="107"/>
                  </a:lnTo>
                  <a:lnTo>
                    <a:pt x="153" y="107"/>
                  </a:lnTo>
                  <a:lnTo>
                    <a:pt x="156" y="107"/>
                  </a:lnTo>
                  <a:lnTo>
                    <a:pt x="156" y="104"/>
                  </a:lnTo>
                  <a:lnTo>
                    <a:pt x="158" y="109"/>
                  </a:lnTo>
                  <a:lnTo>
                    <a:pt x="160" y="109"/>
                  </a:lnTo>
                  <a:lnTo>
                    <a:pt x="160" y="109"/>
                  </a:lnTo>
                  <a:lnTo>
                    <a:pt x="163" y="107"/>
                  </a:lnTo>
                  <a:lnTo>
                    <a:pt x="165" y="109"/>
                  </a:lnTo>
                  <a:lnTo>
                    <a:pt x="163" y="109"/>
                  </a:lnTo>
                  <a:lnTo>
                    <a:pt x="163" y="109"/>
                  </a:lnTo>
                  <a:lnTo>
                    <a:pt x="163" y="112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58" y="116"/>
                  </a:lnTo>
                  <a:lnTo>
                    <a:pt x="156" y="114"/>
                  </a:lnTo>
                  <a:lnTo>
                    <a:pt x="153" y="114"/>
                  </a:lnTo>
                  <a:lnTo>
                    <a:pt x="153" y="114"/>
                  </a:lnTo>
                  <a:lnTo>
                    <a:pt x="151" y="114"/>
                  </a:lnTo>
                  <a:lnTo>
                    <a:pt x="151" y="116"/>
                  </a:lnTo>
                  <a:lnTo>
                    <a:pt x="153" y="116"/>
                  </a:lnTo>
                  <a:lnTo>
                    <a:pt x="156" y="116"/>
                  </a:lnTo>
                  <a:lnTo>
                    <a:pt x="156" y="116"/>
                  </a:lnTo>
                  <a:lnTo>
                    <a:pt x="156" y="119"/>
                  </a:lnTo>
                  <a:lnTo>
                    <a:pt x="156" y="119"/>
                  </a:lnTo>
                  <a:lnTo>
                    <a:pt x="153" y="119"/>
                  </a:lnTo>
                  <a:lnTo>
                    <a:pt x="149" y="119"/>
                  </a:lnTo>
                  <a:lnTo>
                    <a:pt x="149" y="119"/>
                  </a:lnTo>
                  <a:lnTo>
                    <a:pt x="146" y="116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4"/>
                  </a:lnTo>
                  <a:lnTo>
                    <a:pt x="146" y="116"/>
                  </a:lnTo>
                  <a:lnTo>
                    <a:pt x="144" y="119"/>
                  </a:lnTo>
                  <a:lnTo>
                    <a:pt x="144" y="119"/>
                  </a:lnTo>
                  <a:lnTo>
                    <a:pt x="144" y="121"/>
                  </a:lnTo>
                  <a:lnTo>
                    <a:pt x="137" y="119"/>
                  </a:lnTo>
                  <a:lnTo>
                    <a:pt x="127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7" y="123"/>
                  </a:lnTo>
                  <a:lnTo>
                    <a:pt x="141" y="123"/>
                  </a:lnTo>
                  <a:lnTo>
                    <a:pt x="160" y="126"/>
                  </a:lnTo>
                  <a:lnTo>
                    <a:pt x="175" y="128"/>
                  </a:lnTo>
                  <a:lnTo>
                    <a:pt x="186" y="133"/>
                  </a:lnTo>
                  <a:lnTo>
                    <a:pt x="198" y="135"/>
                  </a:lnTo>
                  <a:lnTo>
                    <a:pt x="212" y="145"/>
                  </a:lnTo>
                  <a:lnTo>
                    <a:pt x="215" y="145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2" y="140"/>
                  </a:lnTo>
                  <a:lnTo>
                    <a:pt x="210" y="140"/>
                  </a:lnTo>
                  <a:lnTo>
                    <a:pt x="210" y="138"/>
                  </a:lnTo>
                  <a:lnTo>
                    <a:pt x="212" y="135"/>
                  </a:lnTo>
                  <a:lnTo>
                    <a:pt x="210" y="133"/>
                  </a:lnTo>
                  <a:lnTo>
                    <a:pt x="208" y="133"/>
                  </a:lnTo>
                  <a:lnTo>
                    <a:pt x="208" y="133"/>
                  </a:lnTo>
                  <a:lnTo>
                    <a:pt x="205" y="130"/>
                  </a:lnTo>
                  <a:lnTo>
                    <a:pt x="203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8" y="133"/>
                  </a:lnTo>
                  <a:lnTo>
                    <a:pt x="198" y="130"/>
                  </a:lnTo>
                  <a:lnTo>
                    <a:pt x="198" y="128"/>
                  </a:lnTo>
                  <a:lnTo>
                    <a:pt x="201" y="126"/>
                  </a:lnTo>
                  <a:lnTo>
                    <a:pt x="203" y="126"/>
                  </a:lnTo>
                  <a:lnTo>
                    <a:pt x="205" y="126"/>
                  </a:lnTo>
                  <a:lnTo>
                    <a:pt x="205" y="123"/>
                  </a:lnTo>
                  <a:lnTo>
                    <a:pt x="208" y="121"/>
                  </a:lnTo>
                  <a:lnTo>
                    <a:pt x="210" y="123"/>
                  </a:lnTo>
                  <a:lnTo>
                    <a:pt x="210" y="126"/>
                  </a:lnTo>
                  <a:lnTo>
                    <a:pt x="212" y="128"/>
                  </a:lnTo>
                  <a:lnTo>
                    <a:pt x="212" y="130"/>
                  </a:lnTo>
                  <a:lnTo>
                    <a:pt x="212" y="130"/>
                  </a:lnTo>
                  <a:lnTo>
                    <a:pt x="215" y="128"/>
                  </a:lnTo>
                  <a:lnTo>
                    <a:pt x="215" y="128"/>
                  </a:lnTo>
                  <a:lnTo>
                    <a:pt x="215" y="126"/>
                  </a:lnTo>
                  <a:lnTo>
                    <a:pt x="217" y="126"/>
                  </a:lnTo>
                  <a:lnTo>
                    <a:pt x="220" y="126"/>
                  </a:lnTo>
                  <a:lnTo>
                    <a:pt x="220" y="126"/>
                  </a:lnTo>
                  <a:lnTo>
                    <a:pt x="220" y="126"/>
                  </a:lnTo>
                  <a:lnTo>
                    <a:pt x="222" y="126"/>
                  </a:lnTo>
                  <a:lnTo>
                    <a:pt x="224" y="119"/>
                  </a:lnTo>
                  <a:lnTo>
                    <a:pt x="224" y="119"/>
                  </a:lnTo>
                  <a:lnTo>
                    <a:pt x="227" y="119"/>
                  </a:lnTo>
                  <a:lnTo>
                    <a:pt x="227" y="121"/>
                  </a:lnTo>
                  <a:lnTo>
                    <a:pt x="229" y="123"/>
                  </a:lnTo>
                  <a:lnTo>
                    <a:pt x="227" y="123"/>
                  </a:lnTo>
                  <a:lnTo>
                    <a:pt x="224" y="128"/>
                  </a:lnTo>
                  <a:lnTo>
                    <a:pt x="220" y="128"/>
                  </a:lnTo>
                  <a:lnTo>
                    <a:pt x="220" y="128"/>
                  </a:lnTo>
                  <a:lnTo>
                    <a:pt x="215" y="135"/>
                  </a:lnTo>
                  <a:lnTo>
                    <a:pt x="212" y="138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5" y="140"/>
                  </a:lnTo>
                  <a:lnTo>
                    <a:pt x="220" y="140"/>
                  </a:lnTo>
                  <a:lnTo>
                    <a:pt x="222" y="140"/>
                  </a:lnTo>
                  <a:lnTo>
                    <a:pt x="222" y="142"/>
                  </a:lnTo>
                  <a:lnTo>
                    <a:pt x="224" y="142"/>
                  </a:lnTo>
                  <a:lnTo>
                    <a:pt x="227" y="142"/>
                  </a:lnTo>
                  <a:lnTo>
                    <a:pt x="229" y="145"/>
                  </a:lnTo>
                  <a:lnTo>
                    <a:pt x="231" y="145"/>
                  </a:lnTo>
                  <a:lnTo>
                    <a:pt x="231" y="145"/>
                  </a:lnTo>
                  <a:lnTo>
                    <a:pt x="231" y="145"/>
                  </a:lnTo>
                  <a:lnTo>
                    <a:pt x="231" y="142"/>
                  </a:lnTo>
                  <a:lnTo>
                    <a:pt x="231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6" y="140"/>
                  </a:lnTo>
                  <a:lnTo>
                    <a:pt x="238" y="140"/>
                  </a:lnTo>
                  <a:lnTo>
                    <a:pt x="238" y="140"/>
                  </a:lnTo>
                  <a:lnTo>
                    <a:pt x="236" y="142"/>
                  </a:lnTo>
                  <a:lnTo>
                    <a:pt x="236" y="145"/>
                  </a:lnTo>
                  <a:lnTo>
                    <a:pt x="238" y="145"/>
                  </a:lnTo>
                  <a:lnTo>
                    <a:pt x="238" y="145"/>
                  </a:lnTo>
                  <a:lnTo>
                    <a:pt x="241" y="147"/>
                  </a:lnTo>
                  <a:lnTo>
                    <a:pt x="241" y="149"/>
                  </a:lnTo>
                  <a:lnTo>
                    <a:pt x="241" y="152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6" y="149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8" y="149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48" y="152"/>
                  </a:lnTo>
                  <a:lnTo>
                    <a:pt x="248" y="154"/>
                  </a:lnTo>
                  <a:lnTo>
                    <a:pt x="246" y="154"/>
                  </a:lnTo>
                  <a:lnTo>
                    <a:pt x="241" y="154"/>
                  </a:lnTo>
                  <a:lnTo>
                    <a:pt x="238" y="152"/>
                  </a:lnTo>
                  <a:lnTo>
                    <a:pt x="236" y="149"/>
                  </a:lnTo>
                  <a:lnTo>
                    <a:pt x="234" y="147"/>
                  </a:lnTo>
                  <a:lnTo>
                    <a:pt x="227" y="147"/>
                  </a:lnTo>
                  <a:lnTo>
                    <a:pt x="227" y="145"/>
                  </a:lnTo>
                  <a:lnTo>
                    <a:pt x="220" y="142"/>
                  </a:lnTo>
                  <a:lnTo>
                    <a:pt x="217" y="145"/>
                  </a:lnTo>
                  <a:lnTo>
                    <a:pt x="220" y="145"/>
                  </a:lnTo>
                  <a:lnTo>
                    <a:pt x="227" y="149"/>
                  </a:lnTo>
                  <a:lnTo>
                    <a:pt x="227" y="149"/>
                  </a:lnTo>
                  <a:lnTo>
                    <a:pt x="243" y="159"/>
                  </a:lnTo>
                  <a:lnTo>
                    <a:pt x="241" y="159"/>
                  </a:lnTo>
                  <a:lnTo>
                    <a:pt x="238" y="159"/>
                  </a:lnTo>
                  <a:lnTo>
                    <a:pt x="234" y="156"/>
                  </a:lnTo>
                  <a:lnTo>
                    <a:pt x="234" y="154"/>
                  </a:lnTo>
                  <a:lnTo>
                    <a:pt x="231" y="154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34" y="159"/>
                  </a:lnTo>
                  <a:lnTo>
                    <a:pt x="238" y="161"/>
                  </a:lnTo>
                  <a:lnTo>
                    <a:pt x="250" y="164"/>
                  </a:lnTo>
                  <a:lnTo>
                    <a:pt x="253" y="166"/>
                  </a:lnTo>
                  <a:lnTo>
                    <a:pt x="255" y="168"/>
                  </a:lnTo>
                  <a:lnTo>
                    <a:pt x="257" y="168"/>
                  </a:lnTo>
                  <a:lnTo>
                    <a:pt x="257" y="171"/>
                  </a:lnTo>
                  <a:lnTo>
                    <a:pt x="260" y="173"/>
                  </a:lnTo>
                  <a:lnTo>
                    <a:pt x="262" y="178"/>
                  </a:lnTo>
                  <a:lnTo>
                    <a:pt x="264" y="180"/>
                  </a:lnTo>
                  <a:lnTo>
                    <a:pt x="264" y="190"/>
                  </a:lnTo>
                  <a:lnTo>
                    <a:pt x="264" y="190"/>
                  </a:lnTo>
                  <a:lnTo>
                    <a:pt x="267" y="190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2" y="194"/>
                  </a:lnTo>
                  <a:lnTo>
                    <a:pt x="262" y="194"/>
                  </a:lnTo>
                  <a:lnTo>
                    <a:pt x="260" y="194"/>
                  </a:lnTo>
                  <a:lnTo>
                    <a:pt x="257" y="190"/>
                  </a:lnTo>
                  <a:lnTo>
                    <a:pt x="255" y="187"/>
                  </a:lnTo>
                  <a:lnTo>
                    <a:pt x="255" y="185"/>
                  </a:lnTo>
                  <a:lnTo>
                    <a:pt x="255" y="183"/>
                  </a:lnTo>
                  <a:lnTo>
                    <a:pt x="253" y="173"/>
                  </a:lnTo>
                  <a:lnTo>
                    <a:pt x="253" y="173"/>
                  </a:lnTo>
                  <a:lnTo>
                    <a:pt x="253" y="175"/>
                  </a:lnTo>
                  <a:lnTo>
                    <a:pt x="253" y="180"/>
                  </a:lnTo>
                  <a:lnTo>
                    <a:pt x="255" y="192"/>
                  </a:lnTo>
                  <a:lnTo>
                    <a:pt x="257" y="192"/>
                  </a:lnTo>
                  <a:lnTo>
                    <a:pt x="260" y="194"/>
                  </a:lnTo>
                  <a:lnTo>
                    <a:pt x="262" y="194"/>
                  </a:lnTo>
                  <a:lnTo>
                    <a:pt x="264" y="192"/>
                  </a:lnTo>
                  <a:lnTo>
                    <a:pt x="267" y="192"/>
                  </a:lnTo>
                  <a:lnTo>
                    <a:pt x="269" y="192"/>
                  </a:lnTo>
                  <a:lnTo>
                    <a:pt x="272" y="192"/>
                  </a:lnTo>
                  <a:lnTo>
                    <a:pt x="286" y="187"/>
                  </a:lnTo>
                  <a:lnTo>
                    <a:pt x="288" y="185"/>
                  </a:lnTo>
                  <a:lnTo>
                    <a:pt x="298" y="185"/>
                  </a:lnTo>
                  <a:lnTo>
                    <a:pt x="300" y="185"/>
                  </a:lnTo>
                  <a:lnTo>
                    <a:pt x="300" y="180"/>
                  </a:lnTo>
                  <a:lnTo>
                    <a:pt x="302" y="180"/>
                  </a:lnTo>
                  <a:lnTo>
                    <a:pt x="305" y="178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12" y="173"/>
                  </a:lnTo>
                  <a:lnTo>
                    <a:pt x="309" y="180"/>
                  </a:lnTo>
                  <a:lnTo>
                    <a:pt x="309" y="180"/>
                  </a:lnTo>
                  <a:lnTo>
                    <a:pt x="309" y="183"/>
                  </a:lnTo>
                  <a:lnTo>
                    <a:pt x="312" y="183"/>
                  </a:lnTo>
                  <a:lnTo>
                    <a:pt x="312" y="180"/>
                  </a:lnTo>
                  <a:lnTo>
                    <a:pt x="314" y="180"/>
                  </a:lnTo>
                  <a:lnTo>
                    <a:pt x="316" y="178"/>
                  </a:lnTo>
                  <a:lnTo>
                    <a:pt x="316" y="178"/>
                  </a:lnTo>
                  <a:lnTo>
                    <a:pt x="319" y="175"/>
                  </a:lnTo>
                  <a:lnTo>
                    <a:pt x="321" y="173"/>
                  </a:lnTo>
                  <a:lnTo>
                    <a:pt x="324" y="173"/>
                  </a:lnTo>
                  <a:lnTo>
                    <a:pt x="326" y="173"/>
                  </a:lnTo>
                  <a:lnTo>
                    <a:pt x="331" y="166"/>
                  </a:lnTo>
                  <a:lnTo>
                    <a:pt x="333" y="164"/>
                  </a:lnTo>
                  <a:lnTo>
                    <a:pt x="338" y="161"/>
                  </a:lnTo>
                  <a:lnTo>
                    <a:pt x="343" y="156"/>
                  </a:lnTo>
                  <a:lnTo>
                    <a:pt x="347" y="152"/>
                  </a:lnTo>
                  <a:lnTo>
                    <a:pt x="350" y="154"/>
                  </a:lnTo>
                  <a:lnTo>
                    <a:pt x="350" y="154"/>
                  </a:lnTo>
                  <a:lnTo>
                    <a:pt x="352" y="152"/>
                  </a:lnTo>
                  <a:lnTo>
                    <a:pt x="354" y="152"/>
                  </a:lnTo>
                  <a:lnTo>
                    <a:pt x="359" y="152"/>
                  </a:lnTo>
                  <a:lnTo>
                    <a:pt x="364" y="152"/>
                  </a:lnTo>
                  <a:lnTo>
                    <a:pt x="364" y="154"/>
                  </a:lnTo>
                  <a:lnTo>
                    <a:pt x="364" y="154"/>
                  </a:lnTo>
                  <a:lnTo>
                    <a:pt x="361" y="154"/>
                  </a:lnTo>
                  <a:lnTo>
                    <a:pt x="364" y="152"/>
                  </a:lnTo>
                  <a:lnTo>
                    <a:pt x="366" y="149"/>
                  </a:lnTo>
                  <a:lnTo>
                    <a:pt x="364" y="147"/>
                  </a:lnTo>
                  <a:lnTo>
                    <a:pt x="361" y="147"/>
                  </a:lnTo>
                  <a:lnTo>
                    <a:pt x="354" y="147"/>
                  </a:lnTo>
                  <a:lnTo>
                    <a:pt x="354" y="147"/>
                  </a:lnTo>
                  <a:lnTo>
                    <a:pt x="352" y="145"/>
                  </a:lnTo>
                  <a:lnTo>
                    <a:pt x="352" y="145"/>
                  </a:lnTo>
                  <a:lnTo>
                    <a:pt x="350" y="145"/>
                  </a:lnTo>
                  <a:lnTo>
                    <a:pt x="352" y="142"/>
                  </a:lnTo>
                  <a:lnTo>
                    <a:pt x="354" y="142"/>
                  </a:lnTo>
                  <a:lnTo>
                    <a:pt x="357" y="142"/>
                  </a:lnTo>
                  <a:lnTo>
                    <a:pt x="359" y="145"/>
                  </a:lnTo>
                  <a:lnTo>
                    <a:pt x="361" y="145"/>
                  </a:lnTo>
                  <a:lnTo>
                    <a:pt x="364" y="145"/>
                  </a:lnTo>
                  <a:lnTo>
                    <a:pt x="364" y="145"/>
                  </a:lnTo>
                  <a:lnTo>
                    <a:pt x="361" y="142"/>
                  </a:lnTo>
                  <a:lnTo>
                    <a:pt x="361" y="140"/>
                  </a:lnTo>
                  <a:lnTo>
                    <a:pt x="361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8"/>
                  </a:lnTo>
                  <a:lnTo>
                    <a:pt x="359" y="135"/>
                  </a:lnTo>
                  <a:lnTo>
                    <a:pt x="361" y="135"/>
                  </a:lnTo>
                  <a:lnTo>
                    <a:pt x="364" y="133"/>
                  </a:lnTo>
                  <a:lnTo>
                    <a:pt x="366" y="133"/>
                  </a:lnTo>
                  <a:lnTo>
                    <a:pt x="369" y="133"/>
                  </a:lnTo>
                  <a:lnTo>
                    <a:pt x="369" y="130"/>
                  </a:lnTo>
                  <a:lnTo>
                    <a:pt x="369" y="130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1" y="128"/>
                  </a:lnTo>
                  <a:lnTo>
                    <a:pt x="373" y="128"/>
                  </a:lnTo>
                  <a:lnTo>
                    <a:pt x="371" y="128"/>
                  </a:lnTo>
                  <a:lnTo>
                    <a:pt x="373" y="128"/>
                  </a:lnTo>
                  <a:lnTo>
                    <a:pt x="376" y="128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6"/>
                  </a:lnTo>
                  <a:lnTo>
                    <a:pt x="378" y="128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3" y="126"/>
                  </a:lnTo>
                  <a:lnTo>
                    <a:pt x="390" y="126"/>
                  </a:lnTo>
                  <a:lnTo>
                    <a:pt x="395" y="123"/>
                  </a:lnTo>
                  <a:lnTo>
                    <a:pt x="397" y="123"/>
                  </a:lnTo>
                  <a:lnTo>
                    <a:pt x="404" y="128"/>
                  </a:lnTo>
                  <a:lnTo>
                    <a:pt x="416" y="133"/>
                  </a:lnTo>
                  <a:lnTo>
                    <a:pt x="421" y="135"/>
                  </a:lnTo>
                  <a:lnTo>
                    <a:pt x="423" y="133"/>
                  </a:lnTo>
                  <a:lnTo>
                    <a:pt x="425" y="135"/>
                  </a:lnTo>
                  <a:lnTo>
                    <a:pt x="428" y="138"/>
                  </a:lnTo>
                  <a:lnTo>
                    <a:pt x="430" y="138"/>
                  </a:lnTo>
                  <a:lnTo>
                    <a:pt x="430" y="138"/>
                  </a:lnTo>
                  <a:lnTo>
                    <a:pt x="435" y="140"/>
                  </a:lnTo>
                  <a:lnTo>
                    <a:pt x="437" y="142"/>
                  </a:lnTo>
                  <a:lnTo>
                    <a:pt x="437" y="142"/>
                  </a:lnTo>
                  <a:lnTo>
                    <a:pt x="442" y="147"/>
                  </a:lnTo>
                  <a:lnTo>
                    <a:pt x="444" y="149"/>
                  </a:lnTo>
                  <a:lnTo>
                    <a:pt x="444" y="149"/>
                  </a:lnTo>
                  <a:lnTo>
                    <a:pt x="447" y="149"/>
                  </a:lnTo>
                  <a:lnTo>
                    <a:pt x="447" y="149"/>
                  </a:lnTo>
                  <a:lnTo>
                    <a:pt x="447" y="152"/>
                  </a:lnTo>
                  <a:lnTo>
                    <a:pt x="449" y="154"/>
                  </a:lnTo>
                  <a:lnTo>
                    <a:pt x="449" y="156"/>
                  </a:lnTo>
                  <a:lnTo>
                    <a:pt x="449" y="159"/>
                  </a:lnTo>
                  <a:lnTo>
                    <a:pt x="451" y="159"/>
                  </a:lnTo>
                  <a:lnTo>
                    <a:pt x="454" y="161"/>
                  </a:lnTo>
                  <a:lnTo>
                    <a:pt x="456" y="164"/>
                  </a:lnTo>
                  <a:lnTo>
                    <a:pt x="461" y="164"/>
                  </a:lnTo>
                  <a:lnTo>
                    <a:pt x="461" y="164"/>
                  </a:lnTo>
                  <a:lnTo>
                    <a:pt x="463" y="166"/>
                  </a:lnTo>
                  <a:lnTo>
                    <a:pt x="463" y="166"/>
                  </a:lnTo>
                  <a:lnTo>
                    <a:pt x="466" y="166"/>
                  </a:lnTo>
                  <a:lnTo>
                    <a:pt x="468" y="166"/>
                  </a:lnTo>
                  <a:lnTo>
                    <a:pt x="470" y="166"/>
                  </a:lnTo>
                  <a:lnTo>
                    <a:pt x="470" y="168"/>
                  </a:lnTo>
                  <a:lnTo>
                    <a:pt x="473" y="171"/>
                  </a:lnTo>
                  <a:lnTo>
                    <a:pt x="473" y="173"/>
                  </a:lnTo>
                  <a:lnTo>
                    <a:pt x="473" y="175"/>
                  </a:lnTo>
                  <a:lnTo>
                    <a:pt x="470" y="178"/>
                  </a:lnTo>
                  <a:lnTo>
                    <a:pt x="473" y="180"/>
                  </a:lnTo>
                  <a:lnTo>
                    <a:pt x="473" y="180"/>
                  </a:lnTo>
                  <a:lnTo>
                    <a:pt x="473" y="183"/>
                  </a:lnTo>
                  <a:lnTo>
                    <a:pt x="473" y="185"/>
                  </a:lnTo>
                  <a:lnTo>
                    <a:pt x="475" y="185"/>
                  </a:lnTo>
                  <a:lnTo>
                    <a:pt x="477" y="185"/>
                  </a:lnTo>
                  <a:lnTo>
                    <a:pt x="477" y="185"/>
                  </a:lnTo>
                  <a:lnTo>
                    <a:pt x="484" y="192"/>
                  </a:lnTo>
                  <a:lnTo>
                    <a:pt x="487" y="192"/>
                  </a:lnTo>
                  <a:lnTo>
                    <a:pt x="492" y="192"/>
                  </a:lnTo>
                  <a:lnTo>
                    <a:pt x="494" y="194"/>
                  </a:lnTo>
                  <a:lnTo>
                    <a:pt x="496" y="197"/>
                  </a:lnTo>
                  <a:lnTo>
                    <a:pt x="499" y="199"/>
                  </a:lnTo>
                  <a:lnTo>
                    <a:pt x="501" y="204"/>
                  </a:lnTo>
                  <a:lnTo>
                    <a:pt x="501" y="204"/>
                  </a:lnTo>
                  <a:lnTo>
                    <a:pt x="503" y="206"/>
                  </a:lnTo>
                  <a:lnTo>
                    <a:pt x="503" y="206"/>
                  </a:lnTo>
                  <a:lnTo>
                    <a:pt x="503" y="209"/>
                  </a:lnTo>
                  <a:lnTo>
                    <a:pt x="503" y="209"/>
                  </a:lnTo>
                  <a:lnTo>
                    <a:pt x="506" y="209"/>
                  </a:lnTo>
                  <a:lnTo>
                    <a:pt x="508" y="211"/>
                  </a:lnTo>
                  <a:lnTo>
                    <a:pt x="510" y="211"/>
                  </a:lnTo>
                  <a:lnTo>
                    <a:pt x="513" y="211"/>
                  </a:lnTo>
                  <a:lnTo>
                    <a:pt x="513" y="211"/>
                  </a:lnTo>
                  <a:lnTo>
                    <a:pt x="515" y="213"/>
                  </a:lnTo>
                  <a:lnTo>
                    <a:pt x="515" y="213"/>
                  </a:lnTo>
                  <a:lnTo>
                    <a:pt x="513" y="216"/>
                  </a:lnTo>
                  <a:lnTo>
                    <a:pt x="515" y="218"/>
                  </a:lnTo>
                  <a:lnTo>
                    <a:pt x="515" y="218"/>
                  </a:lnTo>
                  <a:lnTo>
                    <a:pt x="518" y="218"/>
                  </a:lnTo>
                  <a:lnTo>
                    <a:pt x="518" y="218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20"/>
                  </a:lnTo>
                  <a:lnTo>
                    <a:pt x="522" y="220"/>
                  </a:lnTo>
                  <a:lnTo>
                    <a:pt x="522" y="220"/>
                  </a:lnTo>
                  <a:lnTo>
                    <a:pt x="525" y="220"/>
                  </a:lnTo>
                  <a:lnTo>
                    <a:pt x="525" y="220"/>
                  </a:lnTo>
                  <a:lnTo>
                    <a:pt x="529" y="218"/>
                  </a:lnTo>
                  <a:lnTo>
                    <a:pt x="529" y="218"/>
                  </a:lnTo>
                  <a:lnTo>
                    <a:pt x="532" y="218"/>
                  </a:lnTo>
                  <a:lnTo>
                    <a:pt x="534" y="220"/>
                  </a:lnTo>
                  <a:lnTo>
                    <a:pt x="536" y="220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41" y="220"/>
                  </a:lnTo>
                  <a:lnTo>
                    <a:pt x="541" y="220"/>
                  </a:lnTo>
                  <a:lnTo>
                    <a:pt x="541" y="218"/>
                  </a:lnTo>
                  <a:lnTo>
                    <a:pt x="544" y="218"/>
                  </a:lnTo>
                  <a:lnTo>
                    <a:pt x="544" y="220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8" y="227"/>
                  </a:lnTo>
                  <a:lnTo>
                    <a:pt x="553" y="230"/>
                  </a:lnTo>
                  <a:lnTo>
                    <a:pt x="553" y="230"/>
                  </a:lnTo>
                  <a:lnTo>
                    <a:pt x="553" y="235"/>
                  </a:lnTo>
                  <a:lnTo>
                    <a:pt x="553" y="237"/>
                  </a:lnTo>
                  <a:lnTo>
                    <a:pt x="553" y="237"/>
                  </a:lnTo>
                  <a:lnTo>
                    <a:pt x="553" y="237"/>
                  </a:lnTo>
                  <a:lnTo>
                    <a:pt x="555" y="239"/>
                  </a:lnTo>
                  <a:lnTo>
                    <a:pt x="555" y="239"/>
                  </a:lnTo>
                  <a:lnTo>
                    <a:pt x="555" y="242"/>
                  </a:lnTo>
                  <a:lnTo>
                    <a:pt x="555" y="244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5" y="249"/>
                  </a:lnTo>
                  <a:lnTo>
                    <a:pt x="567" y="249"/>
                  </a:lnTo>
                  <a:lnTo>
                    <a:pt x="567" y="251"/>
                  </a:lnTo>
                  <a:lnTo>
                    <a:pt x="567" y="251"/>
                  </a:lnTo>
                  <a:lnTo>
                    <a:pt x="570" y="258"/>
                  </a:lnTo>
                  <a:lnTo>
                    <a:pt x="570" y="258"/>
                  </a:lnTo>
                  <a:lnTo>
                    <a:pt x="570" y="263"/>
                  </a:lnTo>
                  <a:lnTo>
                    <a:pt x="567" y="261"/>
                  </a:lnTo>
                  <a:lnTo>
                    <a:pt x="565" y="258"/>
                  </a:lnTo>
                  <a:lnTo>
                    <a:pt x="565" y="261"/>
                  </a:lnTo>
                  <a:lnTo>
                    <a:pt x="565" y="263"/>
                  </a:lnTo>
                  <a:lnTo>
                    <a:pt x="567" y="265"/>
                  </a:lnTo>
                  <a:lnTo>
                    <a:pt x="567" y="265"/>
                  </a:lnTo>
                  <a:lnTo>
                    <a:pt x="567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72" y="272"/>
                  </a:lnTo>
                  <a:lnTo>
                    <a:pt x="572" y="272"/>
                  </a:lnTo>
                  <a:lnTo>
                    <a:pt x="572" y="275"/>
                  </a:lnTo>
                  <a:lnTo>
                    <a:pt x="572" y="275"/>
                  </a:lnTo>
                  <a:lnTo>
                    <a:pt x="572" y="277"/>
                  </a:lnTo>
                  <a:lnTo>
                    <a:pt x="572" y="277"/>
                  </a:lnTo>
                  <a:lnTo>
                    <a:pt x="572" y="277"/>
                  </a:lnTo>
                  <a:lnTo>
                    <a:pt x="572" y="280"/>
                  </a:lnTo>
                  <a:lnTo>
                    <a:pt x="572" y="280"/>
                  </a:lnTo>
                  <a:lnTo>
                    <a:pt x="572" y="282"/>
                  </a:lnTo>
                  <a:lnTo>
                    <a:pt x="572" y="294"/>
                  </a:lnTo>
                  <a:lnTo>
                    <a:pt x="572" y="296"/>
                  </a:lnTo>
                  <a:lnTo>
                    <a:pt x="572" y="298"/>
                  </a:lnTo>
                  <a:lnTo>
                    <a:pt x="572" y="306"/>
                  </a:lnTo>
                  <a:lnTo>
                    <a:pt x="572" y="310"/>
                  </a:lnTo>
                  <a:lnTo>
                    <a:pt x="572" y="310"/>
                  </a:lnTo>
                  <a:lnTo>
                    <a:pt x="572" y="310"/>
                  </a:lnTo>
                  <a:lnTo>
                    <a:pt x="570" y="313"/>
                  </a:lnTo>
                  <a:lnTo>
                    <a:pt x="567" y="325"/>
                  </a:lnTo>
                  <a:lnTo>
                    <a:pt x="570" y="322"/>
                  </a:lnTo>
                  <a:lnTo>
                    <a:pt x="570" y="322"/>
                  </a:lnTo>
                  <a:lnTo>
                    <a:pt x="570" y="322"/>
                  </a:lnTo>
                  <a:lnTo>
                    <a:pt x="570" y="325"/>
                  </a:lnTo>
                  <a:lnTo>
                    <a:pt x="570" y="327"/>
                  </a:lnTo>
                  <a:lnTo>
                    <a:pt x="567" y="329"/>
                  </a:lnTo>
                  <a:lnTo>
                    <a:pt x="567" y="334"/>
                  </a:lnTo>
                  <a:lnTo>
                    <a:pt x="567" y="334"/>
                  </a:lnTo>
                  <a:lnTo>
                    <a:pt x="565" y="336"/>
                  </a:lnTo>
                  <a:lnTo>
                    <a:pt x="565" y="336"/>
                  </a:lnTo>
                  <a:lnTo>
                    <a:pt x="565" y="339"/>
                  </a:lnTo>
                  <a:lnTo>
                    <a:pt x="565" y="341"/>
                  </a:lnTo>
                  <a:lnTo>
                    <a:pt x="565" y="341"/>
                  </a:lnTo>
                  <a:lnTo>
                    <a:pt x="567" y="346"/>
                  </a:lnTo>
                  <a:lnTo>
                    <a:pt x="567" y="348"/>
                  </a:lnTo>
                  <a:lnTo>
                    <a:pt x="570" y="348"/>
                  </a:lnTo>
                  <a:lnTo>
                    <a:pt x="567" y="351"/>
                  </a:lnTo>
                  <a:lnTo>
                    <a:pt x="567" y="351"/>
                  </a:lnTo>
                  <a:lnTo>
                    <a:pt x="567" y="355"/>
                  </a:lnTo>
                  <a:lnTo>
                    <a:pt x="567" y="367"/>
                  </a:lnTo>
                  <a:lnTo>
                    <a:pt x="565" y="377"/>
                  </a:lnTo>
                  <a:lnTo>
                    <a:pt x="565" y="374"/>
                  </a:lnTo>
                  <a:lnTo>
                    <a:pt x="565" y="372"/>
                  </a:lnTo>
                  <a:lnTo>
                    <a:pt x="565" y="372"/>
                  </a:lnTo>
                  <a:lnTo>
                    <a:pt x="565" y="370"/>
                  </a:lnTo>
                  <a:lnTo>
                    <a:pt x="565" y="370"/>
                  </a:lnTo>
                  <a:lnTo>
                    <a:pt x="562" y="372"/>
                  </a:lnTo>
                  <a:lnTo>
                    <a:pt x="562" y="374"/>
                  </a:lnTo>
                  <a:lnTo>
                    <a:pt x="562" y="377"/>
                  </a:lnTo>
                  <a:lnTo>
                    <a:pt x="562" y="379"/>
                  </a:lnTo>
                  <a:lnTo>
                    <a:pt x="565" y="381"/>
                  </a:lnTo>
                  <a:lnTo>
                    <a:pt x="565" y="384"/>
                  </a:lnTo>
                  <a:lnTo>
                    <a:pt x="567" y="386"/>
                  </a:lnTo>
                  <a:lnTo>
                    <a:pt x="574" y="393"/>
                  </a:lnTo>
                  <a:lnTo>
                    <a:pt x="577" y="396"/>
                  </a:lnTo>
                  <a:lnTo>
                    <a:pt x="579" y="398"/>
                  </a:lnTo>
                  <a:lnTo>
                    <a:pt x="579" y="400"/>
                  </a:lnTo>
                  <a:lnTo>
                    <a:pt x="581" y="403"/>
                  </a:lnTo>
                  <a:lnTo>
                    <a:pt x="581" y="403"/>
                  </a:lnTo>
                  <a:lnTo>
                    <a:pt x="581" y="400"/>
                  </a:lnTo>
                  <a:lnTo>
                    <a:pt x="581" y="398"/>
                  </a:lnTo>
                  <a:lnTo>
                    <a:pt x="579" y="396"/>
                  </a:lnTo>
                  <a:lnTo>
                    <a:pt x="577" y="393"/>
                  </a:lnTo>
                  <a:lnTo>
                    <a:pt x="570" y="386"/>
                  </a:lnTo>
                  <a:lnTo>
                    <a:pt x="567" y="386"/>
                  </a:lnTo>
                  <a:lnTo>
                    <a:pt x="570" y="384"/>
                  </a:lnTo>
                  <a:lnTo>
                    <a:pt x="572" y="384"/>
                  </a:lnTo>
                  <a:lnTo>
                    <a:pt x="577" y="388"/>
                  </a:lnTo>
                  <a:lnTo>
                    <a:pt x="579" y="388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4" y="393"/>
                  </a:lnTo>
                  <a:lnTo>
                    <a:pt x="584" y="393"/>
                  </a:lnTo>
                  <a:lnTo>
                    <a:pt x="584" y="396"/>
                  </a:lnTo>
                  <a:lnTo>
                    <a:pt x="586" y="398"/>
                  </a:lnTo>
                  <a:lnTo>
                    <a:pt x="586" y="398"/>
                  </a:lnTo>
                  <a:lnTo>
                    <a:pt x="586" y="398"/>
                  </a:lnTo>
                  <a:lnTo>
                    <a:pt x="589" y="398"/>
                  </a:lnTo>
                  <a:lnTo>
                    <a:pt x="591" y="396"/>
                  </a:lnTo>
                  <a:lnTo>
                    <a:pt x="591" y="393"/>
                  </a:lnTo>
                  <a:lnTo>
                    <a:pt x="591" y="391"/>
                  </a:lnTo>
                  <a:lnTo>
                    <a:pt x="591" y="391"/>
                  </a:lnTo>
                  <a:lnTo>
                    <a:pt x="591" y="386"/>
                  </a:lnTo>
                  <a:lnTo>
                    <a:pt x="591" y="386"/>
                  </a:lnTo>
                  <a:lnTo>
                    <a:pt x="591" y="384"/>
                  </a:lnTo>
                  <a:lnTo>
                    <a:pt x="593" y="381"/>
                  </a:lnTo>
                  <a:lnTo>
                    <a:pt x="593" y="381"/>
                  </a:lnTo>
                  <a:lnTo>
                    <a:pt x="593" y="379"/>
                  </a:lnTo>
                  <a:lnTo>
                    <a:pt x="591" y="377"/>
                  </a:lnTo>
                  <a:lnTo>
                    <a:pt x="591" y="377"/>
                  </a:lnTo>
                  <a:lnTo>
                    <a:pt x="593" y="374"/>
                  </a:lnTo>
                  <a:lnTo>
                    <a:pt x="596" y="372"/>
                  </a:lnTo>
                  <a:lnTo>
                    <a:pt x="591" y="374"/>
                  </a:lnTo>
                  <a:lnTo>
                    <a:pt x="586" y="372"/>
                  </a:lnTo>
                  <a:lnTo>
                    <a:pt x="581" y="370"/>
                  </a:lnTo>
                  <a:lnTo>
                    <a:pt x="577" y="370"/>
                  </a:lnTo>
                  <a:lnTo>
                    <a:pt x="579" y="367"/>
                  </a:lnTo>
                  <a:lnTo>
                    <a:pt x="584" y="365"/>
                  </a:lnTo>
                  <a:lnTo>
                    <a:pt x="584" y="362"/>
                  </a:lnTo>
                  <a:lnTo>
                    <a:pt x="581" y="365"/>
                  </a:lnTo>
                  <a:lnTo>
                    <a:pt x="579" y="365"/>
                  </a:lnTo>
                  <a:lnTo>
                    <a:pt x="579" y="362"/>
                  </a:lnTo>
                  <a:lnTo>
                    <a:pt x="579" y="362"/>
                  </a:lnTo>
                  <a:lnTo>
                    <a:pt x="579" y="362"/>
                  </a:lnTo>
                  <a:lnTo>
                    <a:pt x="579" y="360"/>
                  </a:lnTo>
                  <a:lnTo>
                    <a:pt x="579" y="360"/>
                  </a:lnTo>
                  <a:lnTo>
                    <a:pt x="579" y="358"/>
                  </a:lnTo>
                  <a:lnTo>
                    <a:pt x="579" y="358"/>
                  </a:lnTo>
                  <a:lnTo>
                    <a:pt x="579" y="355"/>
                  </a:lnTo>
                  <a:lnTo>
                    <a:pt x="584" y="360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4" y="358"/>
                  </a:lnTo>
                  <a:lnTo>
                    <a:pt x="586" y="360"/>
                  </a:lnTo>
                  <a:lnTo>
                    <a:pt x="589" y="360"/>
                  </a:lnTo>
                  <a:lnTo>
                    <a:pt x="589" y="362"/>
                  </a:lnTo>
                  <a:lnTo>
                    <a:pt x="589" y="362"/>
                  </a:lnTo>
                  <a:lnTo>
                    <a:pt x="589" y="365"/>
                  </a:lnTo>
                  <a:lnTo>
                    <a:pt x="591" y="362"/>
                  </a:lnTo>
                  <a:lnTo>
                    <a:pt x="593" y="362"/>
                  </a:lnTo>
                  <a:lnTo>
                    <a:pt x="596" y="365"/>
                  </a:lnTo>
                  <a:lnTo>
                    <a:pt x="598" y="367"/>
                  </a:lnTo>
                  <a:lnTo>
                    <a:pt x="598" y="374"/>
                  </a:lnTo>
                  <a:lnTo>
                    <a:pt x="598" y="377"/>
                  </a:lnTo>
                  <a:lnTo>
                    <a:pt x="600" y="379"/>
                  </a:lnTo>
                  <a:lnTo>
                    <a:pt x="600" y="379"/>
                  </a:lnTo>
                  <a:lnTo>
                    <a:pt x="605" y="379"/>
                  </a:lnTo>
                  <a:lnTo>
                    <a:pt x="605" y="377"/>
                  </a:lnTo>
                  <a:lnTo>
                    <a:pt x="605" y="377"/>
                  </a:lnTo>
                  <a:lnTo>
                    <a:pt x="605" y="374"/>
                  </a:lnTo>
                  <a:lnTo>
                    <a:pt x="603" y="370"/>
                  </a:lnTo>
                  <a:lnTo>
                    <a:pt x="603" y="367"/>
                  </a:lnTo>
                  <a:lnTo>
                    <a:pt x="605" y="367"/>
                  </a:lnTo>
                  <a:lnTo>
                    <a:pt x="607" y="365"/>
                  </a:lnTo>
                  <a:lnTo>
                    <a:pt x="607" y="365"/>
                  </a:lnTo>
                  <a:lnTo>
                    <a:pt x="610" y="365"/>
                  </a:lnTo>
                  <a:lnTo>
                    <a:pt x="612" y="372"/>
                  </a:lnTo>
                  <a:lnTo>
                    <a:pt x="615" y="377"/>
                  </a:lnTo>
                  <a:lnTo>
                    <a:pt x="615" y="379"/>
                  </a:lnTo>
                  <a:lnTo>
                    <a:pt x="615" y="381"/>
                  </a:lnTo>
                  <a:lnTo>
                    <a:pt x="612" y="384"/>
                  </a:lnTo>
                  <a:lnTo>
                    <a:pt x="612" y="386"/>
                  </a:lnTo>
                  <a:lnTo>
                    <a:pt x="607" y="388"/>
                  </a:lnTo>
                  <a:lnTo>
                    <a:pt x="607" y="391"/>
                  </a:lnTo>
                  <a:lnTo>
                    <a:pt x="607" y="393"/>
                  </a:lnTo>
                  <a:lnTo>
                    <a:pt x="607" y="393"/>
                  </a:lnTo>
                  <a:lnTo>
                    <a:pt x="605" y="396"/>
                  </a:lnTo>
                  <a:lnTo>
                    <a:pt x="605" y="396"/>
                  </a:lnTo>
                  <a:lnTo>
                    <a:pt x="605" y="398"/>
                  </a:lnTo>
                  <a:lnTo>
                    <a:pt x="605" y="398"/>
                  </a:lnTo>
                  <a:lnTo>
                    <a:pt x="603" y="400"/>
                  </a:lnTo>
                  <a:lnTo>
                    <a:pt x="600" y="403"/>
                  </a:lnTo>
                  <a:lnTo>
                    <a:pt x="600" y="407"/>
                  </a:lnTo>
                  <a:lnTo>
                    <a:pt x="600" y="410"/>
                  </a:lnTo>
                  <a:lnTo>
                    <a:pt x="598" y="410"/>
                  </a:lnTo>
                  <a:lnTo>
                    <a:pt x="598" y="412"/>
                  </a:lnTo>
                  <a:lnTo>
                    <a:pt x="598" y="412"/>
                  </a:lnTo>
                  <a:lnTo>
                    <a:pt x="598" y="414"/>
                  </a:lnTo>
                  <a:lnTo>
                    <a:pt x="598" y="412"/>
                  </a:lnTo>
                  <a:lnTo>
                    <a:pt x="600" y="412"/>
                  </a:lnTo>
                  <a:lnTo>
                    <a:pt x="600" y="414"/>
                  </a:lnTo>
                  <a:lnTo>
                    <a:pt x="598" y="414"/>
                  </a:lnTo>
                  <a:lnTo>
                    <a:pt x="596" y="417"/>
                  </a:lnTo>
                  <a:lnTo>
                    <a:pt x="593" y="417"/>
                  </a:lnTo>
                  <a:lnTo>
                    <a:pt x="596" y="417"/>
                  </a:lnTo>
                  <a:lnTo>
                    <a:pt x="598" y="419"/>
                  </a:lnTo>
                  <a:lnTo>
                    <a:pt x="598" y="419"/>
                  </a:lnTo>
                  <a:lnTo>
                    <a:pt x="600" y="419"/>
                  </a:lnTo>
                  <a:lnTo>
                    <a:pt x="598" y="419"/>
                  </a:lnTo>
                  <a:lnTo>
                    <a:pt x="593" y="419"/>
                  </a:lnTo>
                  <a:lnTo>
                    <a:pt x="591" y="419"/>
                  </a:lnTo>
                  <a:lnTo>
                    <a:pt x="591" y="422"/>
                  </a:lnTo>
                  <a:lnTo>
                    <a:pt x="591" y="422"/>
                  </a:lnTo>
                  <a:lnTo>
                    <a:pt x="591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2"/>
                  </a:lnTo>
                  <a:lnTo>
                    <a:pt x="593" y="424"/>
                  </a:lnTo>
                  <a:lnTo>
                    <a:pt x="593" y="424"/>
                  </a:lnTo>
                  <a:lnTo>
                    <a:pt x="593" y="426"/>
                  </a:lnTo>
                  <a:lnTo>
                    <a:pt x="591" y="424"/>
                  </a:lnTo>
                  <a:lnTo>
                    <a:pt x="589" y="424"/>
                  </a:lnTo>
                  <a:lnTo>
                    <a:pt x="586" y="424"/>
                  </a:lnTo>
                  <a:lnTo>
                    <a:pt x="586" y="422"/>
                  </a:lnTo>
                  <a:lnTo>
                    <a:pt x="584" y="419"/>
                  </a:lnTo>
                  <a:lnTo>
                    <a:pt x="584" y="419"/>
                  </a:lnTo>
                  <a:lnTo>
                    <a:pt x="584" y="422"/>
                  </a:lnTo>
                  <a:lnTo>
                    <a:pt x="586" y="426"/>
                  </a:lnTo>
                  <a:lnTo>
                    <a:pt x="589" y="426"/>
                  </a:lnTo>
                  <a:lnTo>
                    <a:pt x="591" y="429"/>
                  </a:lnTo>
                  <a:lnTo>
                    <a:pt x="596" y="429"/>
                  </a:lnTo>
                  <a:lnTo>
                    <a:pt x="600" y="431"/>
                  </a:lnTo>
                  <a:lnTo>
                    <a:pt x="603" y="431"/>
                  </a:lnTo>
                  <a:lnTo>
                    <a:pt x="603" y="433"/>
                  </a:lnTo>
                  <a:lnTo>
                    <a:pt x="605" y="438"/>
                  </a:lnTo>
                  <a:lnTo>
                    <a:pt x="607" y="443"/>
                  </a:lnTo>
                  <a:lnTo>
                    <a:pt x="610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5"/>
                  </a:lnTo>
                  <a:lnTo>
                    <a:pt x="607" y="448"/>
                  </a:lnTo>
                  <a:lnTo>
                    <a:pt x="610" y="450"/>
                  </a:lnTo>
                  <a:lnTo>
                    <a:pt x="610" y="452"/>
                  </a:lnTo>
                  <a:lnTo>
                    <a:pt x="612" y="455"/>
                  </a:lnTo>
                  <a:lnTo>
                    <a:pt x="615" y="455"/>
                  </a:lnTo>
                  <a:lnTo>
                    <a:pt x="612" y="452"/>
                  </a:lnTo>
                  <a:lnTo>
                    <a:pt x="615" y="452"/>
                  </a:lnTo>
                  <a:lnTo>
                    <a:pt x="615" y="455"/>
                  </a:lnTo>
                  <a:lnTo>
                    <a:pt x="617" y="455"/>
                  </a:lnTo>
                  <a:lnTo>
                    <a:pt x="617" y="457"/>
                  </a:lnTo>
                  <a:lnTo>
                    <a:pt x="617" y="457"/>
                  </a:lnTo>
                  <a:lnTo>
                    <a:pt x="615" y="457"/>
                  </a:lnTo>
                  <a:lnTo>
                    <a:pt x="615" y="455"/>
                  </a:lnTo>
                  <a:lnTo>
                    <a:pt x="615" y="457"/>
                  </a:lnTo>
                  <a:lnTo>
                    <a:pt x="619" y="462"/>
                  </a:lnTo>
                  <a:lnTo>
                    <a:pt x="622" y="467"/>
                  </a:lnTo>
                  <a:lnTo>
                    <a:pt x="633" y="485"/>
                  </a:lnTo>
                  <a:lnTo>
                    <a:pt x="636" y="488"/>
                  </a:lnTo>
                  <a:lnTo>
                    <a:pt x="636" y="488"/>
                  </a:lnTo>
                  <a:lnTo>
                    <a:pt x="636" y="488"/>
                  </a:lnTo>
                  <a:lnTo>
                    <a:pt x="638" y="488"/>
                  </a:lnTo>
                  <a:lnTo>
                    <a:pt x="636" y="488"/>
                  </a:lnTo>
                  <a:lnTo>
                    <a:pt x="636" y="483"/>
                  </a:lnTo>
                  <a:lnTo>
                    <a:pt x="633" y="483"/>
                  </a:lnTo>
                  <a:lnTo>
                    <a:pt x="638" y="485"/>
                  </a:lnTo>
                  <a:lnTo>
                    <a:pt x="643" y="495"/>
                  </a:lnTo>
                  <a:lnTo>
                    <a:pt x="645" y="497"/>
                  </a:lnTo>
                  <a:lnTo>
                    <a:pt x="648" y="497"/>
                  </a:lnTo>
                  <a:lnTo>
                    <a:pt x="648" y="497"/>
                  </a:lnTo>
                  <a:lnTo>
                    <a:pt x="650" y="497"/>
                  </a:lnTo>
                  <a:lnTo>
                    <a:pt x="650" y="497"/>
                  </a:lnTo>
                  <a:lnTo>
                    <a:pt x="652" y="497"/>
                  </a:lnTo>
                  <a:lnTo>
                    <a:pt x="652" y="497"/>
                  </a:lnTo>
                  <a:lnTo>
                    <a:pt x="652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5" y="497"/>
                  </a:lnTo>
                  <a:lnTo>
                    <a:pt x="657" y="497"/>
                  </a:lnTo>
                  <a:lnTo>
                    <a:pt x="657" y="500"/>
                  </a:lnTo>
                  <a:lnTo>
                    <a:pt x="657" y="497"/>
                  </a:lnTo>
                  <a:lnTo>
                    <a:pt x="657" y="497"/>
                  </a:lnTo>
                  <a:lnTo>
                    <a:pt x="657" y="495"/>
                  </a:lnTo>
                  <a:lnTo>
                    <a:pt x="657" y="495"/>
                  </a:lnTo>
                  <a:lnTo>
                    <a:pt x="659" y="497"/>
                  </a:lnTo>
                  <a:lnTo>
                    <a:pt x="659" y="500"/>
                  </a:lnTo>
                  <a:lnTo>
                    <a:pt x="662" y="500"/>
                  </a:lnTo>
                  <a:lnTo>
                    <a:pt x="662" y="497"/>
                  </a:lnTo>
                  <a:lnTo>
                    <a:pt x="662" y="495"/>
                  </a:lnTo>
                  <a:lnTo>
                    <a:pt x="659" y="490"/>
                  </a:lnTo>
                  <a:lnTo>
                    <a:pt x="657" y="485"/>
                  </a:lnTo>
                  <a:lnTo>
                    <a:pt x="657" y="485"/>
                  </a:lnTo>
                  <a:lnTo>
                    <a:pt x="655" y="485"/>
                  </a:lnTo>
                  <a:lnTo>
                    <a:pt x="652" y="481"/>
                  </a:lnTo>
                  <a:lnTo>
                    <a:pt x="652" y="481"/>
                  </a:lnTo>
                  <a:lnTo>
                    <a:pt x="650" y="481"/>
                  </a:lnTo>
                  <a:lnTo>
                    <a:pt x="650" y="481"/>
                  </a:lnTo>
                  <a:lnTo>
                    <a:pt x="645" y="476"/>
                  </a:lnTo>
                  <a:lnTo>
                    <a:pt x="645" y="476"/>
                  </a:lnTo>
                  <a:lnTo>
                    <a:pt x="643" y="474"/>
                  </a:lnTo>
                  <a:lnTo>
                    <a:pt x="645" y="474"/>
                  </a:lnTo>
                  <a:lnTo>
                    <a:pt x="648" y="476"/>
                  </a:lnTo>
                  <a:lnTo>
                    <a:pt x="650" y="478"/>
                  </a:lnTo>
                  <a:lnTo>
                    <a:pt x="652" y="478"/>
                  </a:lnTo>
                  <a:lnTo>
                    <a:pt x="655" y="478"/>
                  </a:lnTo>
                  <a:lnTo>
                    <a:pt x="655" y="478"/>
                  </a:lnTo>
                  <a:lnTo>
                    <a:pt x="655" y="481"/>
                  </a:lnTo>
                  <a:lnTo>
                    <a:pt x="657" y="481"/>
                  </a:lnTo>
                  <a:lnTo>
                    <a:pt x="659" y="483"/>
                  </a:lnTo>
                  <a:lnTo>
                    <a:pt x="659" y="483"/>
                  </a:lnTo>
                  <a:lnTo>
                    <a:pt x="659" y="481"/>
                  </a:lnTo>
                  <a:lnTo>
                    <a:pt x="662" y="481"/>
                  </a:lnTo>
                  <a:lnTo>
                    <a:pt x="662" y="481"/>
                  </a:lnTo>
                  <a:lnTo>
                    <a:pt x="662" y="478"/>
                  </a:lnTo>
                  <a:lnTo>
                    <a:pt x="664" y="478"/>
                  </a:lnTo>
                  <a:lnTo>
                    <a:pt x="667" y="478"/>
                  </a:lnTo>
                  <a:lnTo>
                    <a:pt x="669" y="476"/>
                  </a:lnTo>
                  <a:lnTo>
                    <a:pt x="674" y="474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6"/>
                  </a:lnTo>
                  <a:lnTo>
                    <a:pt x="676" y="476"/>
                  </a:lnTo>
                  <a:lnTo>
                    <a:pt x="674" y="476"/>
                  </a:lnTo>
                  <a:lnTo>
                    <a:pt x="671" y="478"/>
                  </a:lnTo>
                  <a:lnTo>
                    <a:pt x="667" y="481"/>
                  </a:lnTo>
                  <a:lnTo>
                    <a:pt x="664" y="483"/>
                  </a:lnTo>
                  <a:lnTo>
                    <a:pt x="667" y="485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71" y="488"/>
                  </a:lnTo>
                  <a:lnTo>
                    <a:pt x="671" y="493"/>
                  </a:lnTo>
                  <a:lnTo>
                    <a:pt x="671" y="495"/>
                  </a:lnTo>
                  <a:lnTo>
                    <a:pt x="671" y="509"/>
                  </a:lnTo>
                  <a:lnTo>
                    <a:pt x="671" y="512"/>
                  </a:lnTo>
                  <a:lnTo>
                    <a:pt x="671" y="514"/>
                  </a:lnTo>
                  <a:lnTo>
                    <a:pt x="676" y="519"/>
                  </a:lnTo>
                  <a:lnTo>
                    <a:pt x="676" y="519"/>
                  </a:lnTo>
                  <a:lnTo>
                    <a:pt x="676" y="523"/>
                  </a:lnTo>
                  <a:lnTo>
                    <a:pt x="676" y="523"/>
                  </a:lnTo>
                  <a:lnTo>
                    <a:pt x="676" y="526"/>
                  </a:lnTo>
                  <a:lnTo>
                    <a:pt x="678" y="528"/>
                  </a:lnTo>
                  <a:lnTo>
                    <a:pt x="678" y="530"/>
                  </a:lnTo>
                  <a:lnTo>
                    <a:pt x="681" y="530"/>
                  </a:lnTo>
                  <a:lnTo>
                    <a:pt x="683" y="528"/>
                  </a:lnTo>
                  <a:lnTo>
                    <a:pt x="683" y="526"/>
                  </a:lnTo>
                  <a:lnTo>
                    <a:pt x="685" y="528"/>
                  </a:lnTo>
                  <a:lnTo>
                    <a:pt x="685" y="528"/>
                  </a:lnTo>
                  <a:lnTo>
                    <a:pt x="688" y="526"/>
                  </a:lnTo>
                  <a:lnTo>
                    <a:pt x="688" y="526"/>
                  </a:lnTo>
                  <a:lnTo>
                    <a:pt x="688" y="526"/>
                  </a:lnTo>
                  <a:lnTo>
                    <a:pt x="690" y="516"/>
                  </a:lnTo>
                  <a:lnTo>
                    <a:pt x="693" y="514"/>
                  </a:lnTo>
                  <a:lnTo>
                    <a:pt x="695" y="509"/>
                  </a:lnTo>
                  <a:lnTo>
                    <a:pt x="697" y="507"/>
                  </a:lnTo>
                  <a:lnTo>
                    <a:pt x="697" y="504"/>
                  </a:lnTo>
                  <a:lnTo>
                    <a:pt x="700" y="504"/>
                  </a:lnTo>
                  <a:lnTo>
                    <a:pt x="702" y="502"/>
                  </a:lnTo>
                  <a:lnTo>
                    <a:pt x="704" y="502"/>
                  </a:lnTo>
                  <a:lnTo>
                    <a:pt x="704" y="504"/>
                  </a:lnTo>
                  <a:lnTo>
                    <a:pt x="704" y="504"/>
                  </a:lnTo>
                  <a:lnTo>
                    <a:pt x="702" y="507"/>
                  </a:lnTo>
                  <a:lnTo>
                    <a:pt x="702" y="507"/>
                  </a:lnTo>
                  <a:lnTo>
                    <a:pt x="700" y="507"/>
                  </a:lnTo>
                  <a:lnTo>
                    <a:pt x="700" y="507"/>
                  </a:lnTo>
                  <a:lnTo>
                    <a:pt x="700" y="509"/>
                  </a:lnTo>
                  <a:lnTo>
                    <a:pt x="697" y="509"/>
                  </a:lnTo>
                  <a:lnTo>
                    <a:pt x="695" y="514"/>
                  </a:lnTo>
                  <a:lnTo>
                    <a:pt x="693" y="516"/>
                  </a:lnTo>
                  <a:lnTo>
                    <a:pt x="695" y="519"/>
                  </a:lnTo>
                  <a:lnTo>
                    <a:pt x="693" y="523"/>
                  </a:lnTo>
                  <a:lnTo>
                    <a:pt x="690" y="526"/>
                  </a:lnTo>
                  <a:lnTo>
                    <a:pt x="688" y="530"/>
                  </a:lnTo>
                  <a:lnTo>
                    <a:pt x="688" y="530"/>
                  </a:lnTo>
                  <a:lnTo>
                    <a:pt x="688" y="530"/>
                  </a:lnTo>
                  <a:lnTo>
                    <a:pt x="685" y="530"/>
                  </a:lnTo>
                  <a:lnTo>
                    <a:pt x="685" y="530"/>
                  </a:lnTo>
                  <a:lnTo>
                    <a:pt x="683" y="530"/>
                  </a:lnTo>
                  <a:lnTo>
                    <a:pt x="683" y="530"/>
                  </a:lnTo>
                  <a:lnTo>
                    <a:pt x="683" y="530"/>
                  </a:lnTo>
                  <a:lnTo>
                    <a:pt x="683" y="533"/>
                  </a:lnTo>
                  <a:lnTo>
                    <a:pt x="683" y="535"/>
                  </a:lnTo>
                  <a:lnTo>
                    <a:pt x="683" y="535"/>
                  </a:lnTo>
                  <a:lnTo>
                    <a:pt x="685" y="535"/>
                  </a:lnTo>
                  <a:lnTo>
                    <a:pt x="685" y="535"/>
                  </a:lnTo>
                  <a:lnTo>
                    <a:pt x="685" y="535"/>
                  </a:lnTo>
                  <a:lnTo>
                    <a:pt x="688" y="535"/>
                  </a:lnTo>
                  <a:lnTo>
                    <a:pt x="693" y="538"/>
                  </a:lnTo>
                  <a:lnTo>
                    <a:pt x="695" y="535"/>
                  </a:lnTo>
                  <a:lnTo>
                    <a:pt x="697" y="535"/>
                  </a:lnTo>
                  <a:lnTo>
                    <a:pt x="697" y="538"/>
                  </a:lnTo>
                  <a:lnTo>
                    <a:pt x="697" y="538"/>
                  </a:lnTo>
                  <a:lnTo>
                    <a:pt x="697" y="538"/>
                  </a:lnTo>
                  <a:lnTo>
                    <a:pt x="700" y="535"/>
                  </a:lnTo>
                  <a:lnTo>
                    <a:pt x="697" y="533"/>
                  </a:lnTo>
                  <a:lnTo>
                    <a:pt x="697" y="530"/>
                  </a:lnTo>
                  <a:lnTo>
                    <a:pt x="697" y="533"/>
                  </a:lnTo>
                  <a:lnTo>
                    <a:pt x="702" y="535"/>
                  </a:lnTo>
                  <a:lnTo>
                    <a:pt x="702" y="538"/>
                  </a:lnTo>
                  <a:lnTo>
                    <a:pt x="704" y="540"/>
                  </a:lnTo>
                  <a:lnTo>
                    <a:pt x="704" y="547"/>
                  </a:lnTo>
                  <a:lnTo>
                    <a:pt x="704" y="547"/>
                  </a:lnTo>
                  <a:lnTo>
                    <a:pt x="704" y="547"/>
                  </a:lnTo>
                  <a:lnTo>
                    <a:pt x="702" y="547"/>
                  </a:lnTo>
                  <a:lnTo>
                    <a:pt x="704" y="549"/>
                  </a:lnTo>
                  <a:lnTo>
                    <a:pt x="709" y="554"/>
                  </a:lnTo>
                  <a:lnTo>
                    <a:pt x="709" y="554"/>
                  </a:lnTo>
                  <a:lnTo>
                    <a:pt x="709" y="556"/>
                  </a:lnTo>
                  <a:lnTo>
                    <a:pt x="709" y="559"/>
                  </a:lnTo>
                  <a:lnTo>
                    <a:pt x="712" y="568"/>
                  </a:lnTo>
                  <a:lnTo>
                    <a:pt x="714" y="578"/>
                  </a:lnTo>
                  <a:lnTo>
                    <a:pt x="716" y="578"/>
                  </a:lnTo>
                  <a:lnTo>
                    <a:pt x="714" y="575"/>
                  </a:lnTo>
                  <a:lnTo>
                    <a:pt x="714" y="575"/>
                  </a:lnTo>
                  <a:lnTo>
                    <a:pt x="714" y="573"/>
                  </a:lnTo>
                  <a:lnTo>
                    <a:pt x="716" y="573"/>
                  </a:lnTo>
                  <a:lnTo>
                    <a:pt x="719" y="580"/>
                  </a:lnTo>
                  <a:lnTo>
                    <a:pt x="721" y="585"/>
                  </a:lnTo>
                  <a:lnTo>
                    <a:pt x="723" y="585"/>
                  </a:lnTo>
                  <a:lnTo>
                    <a:pt x="723" y="587"/>
                  </a:lnTo>
                  <a:lnTo>
                    <a:pt x="723" y="590"/>
                  </a:lnTo>
                  <a:lnTo>
                    <a:pt x="726" y="590"/>
                  </a:lnTo>
                  <a:lnTo>
                    <a:pt x="726" y="590"/>
                  </a:lnTo>
                  <a:lnTo>
                    <a:pt x="728" y="590"/>
                  </a:lnTo>
                  <a:lnTo>
                    <a:pt x="730" y="590"/>
                  </a:lnTo>
                  <a:lnTo>
                    <a:pt x="733" y="590"/>
                  </a:lnTo>
                  <a:lnTo>
                    <a:pt x="733" y="592"/>
                  </a:lnTo>
                  <a:lnTo>
                    <a:pt x="730" y="592"/>
                  </a:lnTo>
                  <a:lnTo>
                    <a:pt x="730" y="594"/>
                  </a:lnTo>
                  <a:lnTo>
                    <a:pt x="730" y="594"/>
                  </a:lnTo>
                  <a:lnTo>
                    <a:pt x="728" y="594"/>
                  </a:lnTo>
                  <a:lnTo>
                    <a:pt x="726" y="594"/>
                  </a:lnTo>
                  <a:lnTo>
                    <a:pt x="726" y="592"/>
                  </a:lnTo>
                  <a:lnTo>
                    <a:pt x="723" y="594"/>
                  </a:lnTo>
                  <a:lnTo>
                    <a:pt x="726" y="597"/>
                  </a:lnTo>
                  <a:lnTo>
                    <a:pt x="726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28" y="599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0" y="597"/>
                  </a:lnTo>
                  <a:lnTo>
                    <a:pt x="733" y="597"/>
                  </a:lnTo>
                  <a:lnTo>
                    <a:pt x="733" y="597"/>
                  </a:lnTo>
                  <a:lnTo>
                    <a:pt x="735" y="597"/>
                  </a:lnTo>
                  <a:lnTo>
                    <a:pt x="735" y="597"/>
                  </a:lnTo>
                  <a:lnTo>
                    <a:pt x="735" y="594"/>
                  </a:lnTo>
                  <a:lnTo>
                    <a:pt x="738" y="592"/>
                  </a:lnTo>
                  <a:lnTo>
                    <a:pt x="738" y="594"/>
                  </a:lnTo>
                  <a:lnTo>
                    <a:pt x="740" y="594"/>
                  </a:lnTo>
                  <a:lnTo>
                    <a:pt x="740" y="594"/>
                  </a:lnTo>
                  <a:lnTo>
                    <a:pt x="742" y="594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2" y="597"/>
                  </a:lnTo>
                  <a:lnTo>
                    <a:pt x="745" y="597"/>
                  </a:lnTo>
                  <a:lnTo>
                    <a:pt x="745" y="594"/>
                  </a:lnTo>
                  <a:lnTo>
                    <a:pt x="745" y="594"/>
                  </a:lnTo>
                  <a:lnTo>
                    <a:pt x="747" y="597"/>
                  </a:lnTo>
                  <a:lnTo>
                    <a:pt x="749" y="597"/>
                  </a:lnTo>
                  <a:lnTo>
                    <a:pt x="752" y="597"/>
                  </a:lnTo>
                  <a:lnTo>
                    <a:pt x="752" y="599"/>
                  </a:lnTo>
                  <a:lnTo>
                    <a:pt x="754" y="597"/>
                  </a:lnTo>
                  <a:lnTo>
                    <a:pt x="754" y="597"/>
                  </a:lnTo>
                  <a:lnTo>
                    <a:pt x="756" y="599"/>
                  </a:lnTo>
                  <a:lnTo>
                    <a:pt x="759" y="599"/>
                  </a:lnTo>
                  <a:lnTo>
                    <a:pt x="759" y="599"/>
                  </a:lnTo>
                  <a:lnTo>
                    <a:pt x="764" y="599"/>
                  </a:lnTo>
                  <a:lnTo>
                    <a:pt x="764" y="601"/>
                  </a:lnTo>
                  <a:lnTo>
                    <a:pt x="768" y="601"/>
                  </a:lnTo>
                  <a:lnTo>
                    <a:pt x="771" y="604"/>
                  </a:lnTo>
                  <a:lnTo>
                    <a:pt x="773" y="606"/>
                  </a:lnTo>
                  <a:lnTo>
                    <a:pt x="773" y="609"/>
                  </a:lnTo>
                  <a:lnTo>
                    <a:pt x="771" y="611"/>
                  </a:lnTo>
                  <a:lnTo>
                    <a:pt x="771" y="611"/>
                  </a:lnTo>
                  <a:lnTo>
                    <a:pt x="773" y="613"/>
                  </a:lnTo>
                  <a:lnTo>
                    <a:pt x="773" y="613"/>
                  </a:lnTo>
                  <a:lnTo>
                    <a:pt x="775" y="616"/>
                  </a:lnTo>
                  <a:lnTo>
                    <a:pt x="775" y="616"/>
                  </a:lnTo>
                  <a:lnTo>
                    <a:pt x="778" y="616"/>
                  </a:lnTo>
                  <a:lnTo>
                    <a:pt x="780" y="616"/>
                  </a:lnTo>
                  <a:lnTo>
                    <a:pt x="780" y="618"/>
                  </a:lnTo>
                  <a:lnTo>
                    <a:pt x="782" y="620"/>
                  </a:lnTo>
                  <a:lnTo>
                    <a:pt x="782" y="620"/>
                  </a:lnTo>
                  <a:lnTo>
                    <a:pt x="782" y="623"/>
                  </a:lnTo>
                  <a:lnTo>
                    <a:pt x="785" y="625"/>
                  </a:lnTo>
                  <a:lnTo>
                    <a:pt x="787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2" y="632"/>
                  </a:lnTo>
                  <a:lnTo>
                    <a:pt x="794" y="632"/>
                  </a:lnTo>
                  <a:lnTo>
                    <a:pt x="794" y="632"/>
                  </a:lnTo>
                  <a:lnTo>
                    <a:pt x="794" y="635"/>
                  </a:lnTo>
                  <a:lnTo>
                    <a:pt x="794" y="635"/>
                  </a:lnTo>
                  <a:lnTo>
                    <a:pt x="792" y="637"/>
                  </a:lnTo>
                  <a:lnTo>
                    <a:pt x="792" y="639"/>
                  </a:lnTo>
                  <a:lnTo>
                    <a:pt x="797" y="642"/>
                  </a:lnTo>
                  <a:lnTo>
                    <a:pt x="799" y="646"/>
                  </a:lnTo>
                  <a:lnTo>
                    <a:pt x="799" y="649"/>
                  </a:lnTo>
                  <a:lnTo>
                    <a:pt x="801" y="651"/>
                  </a:lnTo>
                  <a:lnTo>
                    <a:pt x="801" y="651"/>
                  </a:lnTo>
                  <a:lnTo>
                    <a:pt x="801" y="654"/>
                  </a:lnTo>
                  <a:lnTo>
                    <a:pt x="808" y="656"/>
                  </a:lnTo>
                  <a:lnTo>
                    <a:pt x="813" y="656"/>
                  </a:lnTo>
                  <a:lnTo>
                    <a:pt x="813" y="656"/>
                  </a:lnTo>
                  <a:lnTo>
                    <a:pt x="816" y="656"/>
                  </a:lnTo>
                  <a:lnTo>
                    <a:pt x="820" y="656"/>
                  </a:lnTo>
                  <a:lnTo>
                    <a:pt x="823" y="658"/>
                  </a:lnTo>
                  <a:lnTo>
                    <a:pt x="830" y="663"/>
                  </a:lnTo>
                  <a:lnTo>
                    <a:pt x="830" y="665"/>
                  </a:lnTo>
                  <a:lnTo>
                    <a:pt x="830" y="668"/>
                  </a:lnTo>
                  <a:lnTo>
                    <a:pt x="827" y="670"/>
                  </a:lnTo>
                  <a:lnTo>
                    <a:pt x="825" y="670"/>
                  </a:lnTo>
                  <a:lnTo>
                    <a:pt x="823" y="672"/>
                  </a:lnTo>
                  <a:lnTo>
                    <a:pt x="820" y="670"/>
                  </a:lnTo>
                  <a:lnTo>
                    <a:pt x="820" y="670"/>
                  </a:lnTo>
                  <a:lnTo>
                    <a:pt x="823" y="670"/>
                  </a:lnTo>
                  <a:lnTo>
                    <a:pt x="823" y="670"/>
                  </a:lnTo>
                  <a:lnTo>
                    <a:pt x="823" y="670"/>
                  </a:lnTo>
                  <a:lnTo>
                    <a:pt x="823" y="668"/>
                  </a:lnTo>
                  <a:lnTo>
                    <a:pt x="813" y="665"/>
                  </a:lnTo>
                  <a:lnTo>
                    <a:pt x="813" y="665"/>
                  </a:lnTo>
                  <a:lnTo>
                    <a:pt x="811" y="665"/>
                  </a:lnTo>
                  <a:lnTo>
                    <a:pt x="808" y="661"/>
                  </a:lnTo>
                  <a:lnTo>
                    <a:pt x="808" y="661"/>
                  </a:lnTo>
                  <a:lnTo>
                    <a:pt x="806" y="661"/>
                  </a:lnTo>
                  <a:lnTo>
                    <a:pt x="806" y="658"/>
                  </a:lnTo>
                  <a:lnTo>
                    <a:pt x="804" y="658"/>
                  </a:lnTo>
                  <a:lnTo>
                    <a:pt x="804" y="658"/>
                  </a:lnTo>
                  <a:lnTo>
                    <a:pt x="804" y="658"/>
                  </a:lnTo>
                  <a:lnTo>
                    <a:pt x="801" y="663"/>
                  </a:lnTo>
                  <a:lnTo>
                    <a:pt x="801" y="668"/>
                  </a:lnTo>
                  <a:lnTo>
                    <a:pt x="801" y="672"/>
                  </a:lnTo>
                  <a:lnTo>
                    <a:pt x="804" y="677"/>
                  </a:lnTo>
                  <a:lnTo>
                    <a:pt x="806" y="680"/>
                  </a:lnTo>
                  <a:lnTo>
                    <a:pt x="813" y="684"/>
                  </a:lnTo>
                  <a:lnTo>
                    <a:pt x="813" y="684"/>
                  </a:lnTo>
                  <a:lnTo>
                    <a:pt x="820" y="682"/>
                  </a:lnTo>
                  <a:lnTo>
                    <a:pt x="823" y="680"/>
                  </a:lnTo>
                  <a:lnTo>
                    <a:pt x="827" y="680"/>
                  </a:lnTo>
                  <a:lnTo>
                    <a:pt x="832" y="677"/>
                  </a:lnTo>
                  <a:lnTo>
                    <a:pt x="835" y="677"/>
                  </a:lnTo>
                  <a:lnTo>
                    <a:pt x="835" y="675"/>
                  </a:lnTo>
                  <a:lnTo>
                    <a:pt x="837" y="675"/>
                  </a:lnTo>
                  <a:lnTo>
                    <a:pt x="839" y="672"/>
                  </a:lnTo>
                  <a:lnTo>
                    <a:pt x="842" y="672"/>
                  </a:lnTo>
                  <a:lnTo>
                    <a:pt x="844" y="672"/>
                  </a:lnTo>
                  <a:lnTo>
                    <a:pt x="844" y="675"/>
                  </a:lnTo>
                  <a:lnTo>
                    <a:pt x="844" y="675"/>
                  </a:lnTo>
                  <a:lnTo>
                    <a:pt x="844" y="675"/>
                  </a:lnTo>
                  <a:lnTo>
                    <a:pt x="846" y="675"/>
                  </a:lnTo>
                  <a:lnTo>
                    <a:pt x="846" y="675"/>
                  </a:lnTo>
                  <a:lnTo>
                    <a:pt x="846" y="672"/>
                  </a:lnTo>
                  <a:lnTo>
                    <a:pt x="846" y="675"/>
                  </a:lnTo>
                  <a:lnTo>
                    <a:pt x="846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5"/>
                  </a:lnTo>
                  <a:lnTo>
                    <a:pt x="849" y="672"/>
                  </a:lnTo>
                  <a:lnTo>
                    <a:pt x="849" y="672"/>
                  </a:lnTo>
                  <a:lnTo>
                    <a:pt x="851" y="675"/>
                  </a:lnTo>
                  <a:lnTo>
                    <a:pt x="853" y="675"/>
                  </a:lnTo>
                  <a:lnTo>
                    <a:pt x="853" y="675"/>
                  </a:lnTo>
                  <a:lnTo>
                    <a:pt x="856" y="672"/>
                  </a:lnTo>
                  <a:lnTo>
                    <a:pt x="858" y="670"/>
                  </a:lnTo>
                  <a:lnTo>
                    <a:pt x="858" y="670"/>
                  </a:lnTo>
                  <a:lnTo>
                    <a:pt x="861" y="670"/>
                  </a:lnTo>
                  <a:lnTo>
                    <a:pt x="861" y="670"/>
                  </a:lnTo>
                  <a:lnTo>
                    <a:pt x="863" y="670"/>
                  </a:lnTo>
                  <a:lnTo>
                    <a:pt x="861" y="670"/>
                  </a:lnTo>
                  <a:lnTo>
                    <a:pt x="861" y="668"/>
                  </a:lnTo>
                  <a:lnTo>
                    <a:pt x="861" y="668"/>
                  </a:lnTo>
                  <a:lnTo>
                    <a:pt x="861" y="668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5" y="665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8"/>
                  </a:lnTo>
                  <a:lnTo>
                    <a:pt x="870" y="658"/>
                  </a:lnTo>
                  <a:lnTo>
                    <a:pt x="875" y="658"/>
                  </a:lnTo>
                  <a:lnTo>
                    <a:pt x="875" y="656"/>
                  </a:lnTo>
                  <a:lnTo>
                    <a:pt x="877" y="658"/>
                  </a:lnTo>
                  <a:lnTo>
                    <a:pt x="877" y="658"/>
                  </a:lnTo>
                  <a:lnTo>
                    <a:pt x="877" y="658"/>
                  </a:lnTo>
                  <a:lnTo>
                    <a:pt x="875" y="658"/>
                  </a:lnTo>
                  <a:lnTo>
                    <a:pt x="875" y="658"/>
                  </a:lnTo>
                  <a:lnTo>
                    <a:pt x="875" y="661"/>
                  </a:lnTo>
                  <a:lnTo>
                    <a:pt x="875" y="661"/>
                  </a:lnTo>
                  <a:lnTo>
                    <a:pt x="875" y="661"/>
                  </a:lnTo>
                  <a:lnTo>
                    <a:pt x="877" y="661"/>
                  </a:lnTo>
                  <a:lnTo>
                    <a:pt x="877" y="663"/>
                  </a:lnTo>
                  <a:lnTo>
                    <a:pt x="877" y="663"/>
                  </a:lnTo>
                  <a:lnTo>
                    <a:pt x="879" y="661"/>
                  </a:lnTo>
                  <a:lnTo>
                    <a:pt x="882" y="661"/>
                  </a:lnTo>
                  <a:lnTo>
                    <a:pt x="884" y="663"/>
                  </a:lnTo>
                  <a:lnTo>
                    <a:pt x="884" y="665"/>
                  </a:lnTo>
                  <a:lnTo>
                    <a:pt x="884" y="665"/>
                  </a:lnTo>
                  <a:lnTo>
                    <a:pt x="884" y="663"/>
                  </a:lnTo>
                  <a:lnTo>
                    <a:pt x="882" y="661"/>
                  </a:lnTo>
                  <a:lnTo>
                    <a:pt x="879" y="661"/>
                  </a:lnTo>
                  <a:lnTo>
                    <a:pt x="877" y="661"/>
                  </a:lnTo>
                  <a:lnTo>
                    <a:pt x="879" y="658"/>
                  </a:lnTo>
                  <a:lnTo>
                    <a:pt x="882" y="656"/>
                  </a:lnTo>
                  <a:lnTo>
                    <a:pt x="882" y="656"/>
                  </a:lnTo>
                  <a:lnTo>
                    <a:pt x="882" y="658"/>
                  </a:lnTo>
                  <a:lnTo>
                    <a:pt x="884" y="658"/>
                  </a:lnTo>
                  <a:lnTo>
                    <a:pt x="887" y="661"/>
                  </a:lnTo>
                  <a:lnTo>
                    <a:pt x="889" y="663"/>
                  </a:lnTo>
                  <a:lnTo>
                    <a:pt x="889" y="661"/>
                  </a:lnTo>
                  <a:lnTo>
                    <a:pt x="887" y="661"/>
                  </a:lnTo>
                  <a:lnTo>
                    <a:pt x="887" y="658"/>
                  </a:lnTo>
                  <a:lnTo>
                    <a:pt x="887" y="656"/>
                  </a:lnTo>
                  <a:lnTo>
                    <a:pt x="887" y="656"/>
                  </a:lnTo>
                  <a:lnTo>
                    <a:pt x="887" y="651"/>
                  </a:lnTo>
                  <a:lnTo>
                    <a:pt x="887" y="651"/>
                  </a:lnTo>
                  <a:lnTo>
                    <a:pt x="887" y="651"/>
                  </a:lnTo>
                  <a:lnTo>
                    <a:pt x="887" y="649"/>
                  </a:lnTo>
                  <a:lnTo>
                    <a:pt x="891" y="642"/>
                  </a:lnTo>
                  <a:lnTo>
                    <a:pt x="896" y="639"/>
                  </a:lnTo>
                  <a:lnTo>
                    <a:pt x="896" y="637"/>
                  </a:lnTo>
                  <a:lnTo>
                    <a:pt x="894" y="637"/>
                  </a:lnTo>
                  <a:lnTo>
                    <a:pt x="891" y="635"/>
                  </a:lnTo>
                  <a:lnTo>
                    <a:pt x="891" y="635"/>
                  </a:lnTo>
                  <a:lnTo>
                    <a:pt x="891" y="632"/>
                  </a:lnTo>
                  <a:lnTo>
                    <a:pt x="891" y="630"/>
                  </a:lnTo>
                  <a:lnTo>
                    <a:pt x="891" y="630"/>
                  </a:lnTo>
                  <a:lnTo>
                    <a:pt x="891" y="630"/>
                  </a:lnTo>
                  <a:lnTo>
                    <a:pt x="891" y="627"/>
                  </a:lnTo>
                  <a:lnTo>
                    <a:pt x="889" y="625"/>
                  </a:lnTo>
                  <a:lnTo>
                    <a:pt x="889" y="623"/>
                  </a:lnTo>
                  <a:lnTo>
                    <a:pt x="889" y="620"/>
                  </a:lnTo>
                  <a:lnTo>
                    <a:pt x="891" y="618"/>
                  </a:lnTo>
                  <a:lnTo>
                    <a:pt x="891" y="616"/>
                  </a:lnTo>
                  <a:lnTo>
                    <a:pt x="891" y="611"/>
                  </a:lnTo>
                  <a:lnTo>
                    <a:pt x="891" y="609"/>
                  </a:lnTo>
                  <a:lnTo>
                    <a:pt x="894" y="604"/>
                  </a:lnTo>
                  <a:lnTo>
                    <a:pt x="894" y="599"/>
                  </a:lnTo>
                  <a:lnTo>
                    <a:pt x="894" y="594"/>
                  </a:lnTo>
                  <a:lnTo>
                    <a:pt x="894" y="594"/>
                  </a:lnTo>
                  <a:lnTo>
                    <a:pt x="896" y="592"/>
                  </a:lnTo>
                  <a:lnTo>
                    <a:pt x="896" y="592"/>
                  </a:lnTo>
                  <a:lnTo>
                    <a:pt x="898" y="592"/>
                  </a:lnTo>
                  <a:lnTo>
                    <a:pt x="898" y="592"/>
                  </a:lnTo>
                  <a:lnTo>
                    <a:pt x="901" y="590"/>
                  </a:lnTo>
                  <a:lnTo>
                    <a:pt x="898" y="585"/>
                  </a:lnTo>
                  <a:lnTo>
                    <a:pt x="901" y="580"/>
                  </a:lnTo>
                  <a:lnTo>
                    <a:pt x="901" y="575"/>
                  </a:lnTo>
                  <a:lnTo>
                    <a:pt x="903" y="571"/>
                  </a:lnTo>
                  <a:lnTo>
                    <a:pt x="903" y="571"/>
                  </a:lnTo>
                  <a:lnTo>
                    <a:pt x="903" y="571"/>
                  </a:lnTo>
                  <a:lnTo>
                    <a:pt x="905" y="575"/>
                  </a:lnTo>
                  <a:lnTo>
                    <a:pt x="905" y="580"/>
                  </a:lnTo>
                  <a:lnTo>
                    <a:pt x="905" y="585"/>
                  </a:lnTo>
                  <a:lnTo>
                    <a:pt x="908" y="585"/>
                  </a:lnTo>
                  <a:lnTo>
                    <a:pt x="903" y="549"/>
                  </a:lnTo>
                  <a:lnTo>
                    <a:pt x="901" y="547"/>
                  </a:lnTo>
                  <a:close/>
                  <a:moveTo>
                    <a:pt x="792" y="256"/>
                  </a:moveTo>
                  <a:lnTo>
                    <a:pt x="792" y="254"/>
                  </a:lnTo>
                  <a:lnTo>
                    <a:pt x="790" y="249"/>
                  </a:lnTo>
                  <a:lnTo>
                    <a:pt x="790" y="249"/>
                  </a:lnTo>
                  <a:lnTo>
                    <a:pt x="787" y="251"/>
                  </a:lnTo>
                  <a:lnTo>
                    <a:pt x="785" y="254"/>
                  </a:lnTo>
                  <a:lnTo>
                    <a:pt x="782" y="254"/>
                  </a:lnTo>
                  <a:lnTo>
                    <a:pt x="782" y="256"/>
                  </a:lnTo>
                  <a:lnTo>
                    <a:pt x="782" y="258"/>
                  </a:lnTo>
                  <a:lnTo>
                    <a:pt x="780" y="258"/>
                  </a:lnTo>
                  <a:lnTo>
                    <a:pt x="780" y="261"/>
                  </a:lnTo>
                  <a:lnTo>
                    <a:pt x="780" y="265"/>
                  </a:lnTo>
                  <a:lnTo>
                    <a:pt x="782" y="268"/>
                  </a:lnTo>
                  <a:lnTo>
                    <a:pt x="785" y="277"/>
                  </a:lnTo>
                  <a:lnTo>
                    <a:pt x="785" y="280"/>
                  </a:lnTo>
                  <a:lnTo>
                    <a:pt x="787" y="282"/>
                  </a:lnTo>
                  <a:lnTo>
                    <a:pt x="794" y="294"/>
                  </a:lnTo>
                  <a:lnTo>
                    <a:pt x="797" y="296"/>
                  </a:lnTo>
                  <a:lnTo>
                    <a:pt x="794" y="294"/>
                  </a:lnTo>
                  <a:lnTo>
                    <a:pt x="794" y="291"/>
                  </a:lnTo>
                  <a:lnTo>
                    <a:pt x="792" y="289"/>
                  </a:lnTo>
                  <a:lnTo>
                    <a:pt x="792" y="289"/>
                  </a:lnTo>
                  <a:lnTo>
                    <a:pt x="792" y="287"/>
                  </a:lnTo>
                  <a:lnTo>
                    <a:pt x="792" y="284"/>
                  </a:lnTo>
                  <a:lnTo>
                    <a:pt x="790" y="270"/>
                  </a:lnTo>
                  <a:lnTo>
                    <a:pt x="790" y="265"/>
                  </a:lnTo>
                  <a:lnTo>
                    <a:pt x="792" y="256"/>
                  </a:lnTo>
                  <a:close/>
                  <a:moveTo>
                    <a:pt x="797" y="298"/>
                  </a:moveTo>
                  <a:lnTo>
                    <a:pt x="799" y="298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301"/>
                  </a:lnTo>
                  <a:lnTo>
                    <a:pt x="799" y="298"/>
                  </a:lnTo>
                  <a:lnTo>
                    <a:pt x="797" y="296"/>
                  </a:lnTo>
                  <a:lnTo>
                    <a:pt x="797" y="296"/>
                  </a:lnTo>
                  <a:lnTo>
                    <a:pt x="797" y="296"/>
                  </a:lnTo>
                  <a:lnTo>
                    <a:pt x="797" y="298"/>
                  </a:lnTo>
                  <a:close/>
                  <a:moveTo>
                    <a:pt x="832" y="348"/>
                  </a:moveTo>
                  <a:lnTo>
                    <a:pt x="835" y="351"/>
                  </a:lnTo>
                  <a:lnTo>
                    <a:pt x="835" y="353"/>
                  </a:lnTo>
                  <a:lnTo>
                    <a:pt x="837" y="353"/>
                  </a:lnTo>
                  <a:lnTo>
                    <a:pt x="837" y="355"/>
                  </a:lnTo>
                  <a:lnTo>
                    <a:pt x="839" y="360"/>
                  </a:lnTo>
                  <a:lnTo>
                    <a:pt x="839" y="362"/>
                  </a:lnTo>
                  <a:lnTo>
                    <a:pt x="842" y="362"/>
                  </a:lnTo>
                  <a:lnTo>
                    <a:pt x="842" y="365"/>
                  </a:lnTo>
                  <a:lnTo>
                    <a:pt x="849" y="384"/>
                  </a:lnTo>
                  <a:lnTo>
                    <a:pt x="851" y="386"/>
                  </a:lnTo>
                  <a:lnTo>
                    <a:pt x="853" y="388"/>
                  </a:lnTo>
                  <a:lnTo>
                    <a:pt x="853" y="388"/>
                  </a:lnTo>
                  <a:lnTo>
                    <a:pt x="853" y="388"/>
                  </a:lnTo>
                  <a:lnTo>
                    <a:pt x="856" y="391"/>
                  </a:lnTo>
                  <a:lnTo>
                    <a:pt x="856" y="391"/>
                  </a:lnTo>
                  <a:lnTo>
                    <a:pt x="865" y="405"/>
                  </a:lnTo>
                  <a:lnTo>
                    <a:pt x="868" y="410"/>
                  </a:lnTo>
                  <a:lnTo>
                    <a:pt x="870" y="412"/>
                  </a:lnTo>
                  <a:lnTo>
                    <a:pt x="872" y="414"/>
                  </a:lnTo>
                  <a:lnTo>
                    <a:pt x="872" y="414"/>
                  </a:lnTo>
                  <a:lnTo>
                    <a:pt x="872" y="414"/>
                  </a:lnTo>
                  <a:lnTo>
                    <a:pt x="870" y="412"/>
                  </a:lnTo>
                  <a:lnTo>
                    <a:pt x="844" y="365"/>
                  </a:lnTo>
                  <a:lnTo>
                    <a:pt x="842" y="362"/>
                  </a:lnTo>
                  <a:lnTo>
                    <a:pt x="842" y="360"/>
                  </a:lnTo>
                  <a:lnTo>
                    <a:pt x="842" y="358"/>
                  </a:lnTo>
                  <a:lnTo>
                    <a:pt x="839" y="355"/>
                  </a:lnTo>
                  <a:lnTo>
                    <a:pt x="832" y="348"/>
                  </a:lnTo>
                  <a:lnTo>
                    <a:pt x="830" y="343"/>
                  </a:lnTo>
                  <a:lnTo>
                    <a:pt x="827" y="339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7" y="336"/>
                  </a:lnTo>
                  <a:lnTo>
                    <a:pt x="825" y="336"/>
                  </a:lnTo>
                  <a:lnTo>
                    <a:pt x="825" y="336"/>
                  </a:lnTo>
                  <a:lnTo>
                    <a:pt x="827" y="341"/>
                  </a:lnTo>
                  <a:lnTo>
                    <a:pt x="832" y="348"/>
                  </a:lnTo>
                  <a:close/>
                  <a:moveTo>
                    <a:pt x="908" y="814"/>
                  </a:moveTo>
                  <a:lnTo>
                    <a:pt x="910" y="814"/>
                  </a:lnTo>
                  <a:lnTo>
                    <a:pt x="910" y="814"/>
                  </a:lnTo>
                  <a:lnTo>
                    <a:pt x="910" y="814"/>
                  </a:lnTo>
                  <a:lnTo>
                    <a:pt x="908" y="814"/>
                  </a:lnTo>
                  <a:close/>
                  <a:moveTo>
                    <a:pt x="920" y="810"/>
                  </a:moveTo>
                  <a:lnTo>
                    <a:pt x="920" y="807"/>
                  </a:lnTo>
                  <a:lnTo>
                    <a:pt x="920" y="807"/>
                  </a:lnTo>
                  <a:lnTo>
                    <a:pt x="920" y="810"/>
                  </a:lnTo>
                  <a:close/>
                  <a:moveTo>
                    <a:pt x="922" y="807"/>
                  </a:moveTo>
                  <a:lnTo>
                    <a:pt x="922" y="807"/>
                  </a:lnTo>
                  <a:lnTo>
                    <a:pt x="922" y="807"/>
                  </a:lnTo>
                  <a:lnTo>
                    <a:pt x="922" y="807"/>
                  </a:lnTo>
                  <a:close/>
                  <a:moveTo>
                    <a:pt x="927" y="803"/>
                  </a:moveTo>
                  <a:lnTo>
                    <a:pt x="929" y="803"/>
                  </a:lnTo>
                  <a:lnTo>
                    <a:pt x="927" y="803"/>
                  </a:lnTo>
                  <a:lnTo>
                    <a:pt x="927" y="803"/>
                  </a:lnTo>
                  <a:close/>
                  <a:moveTo>
                    <a:pt x="931" y="803"/>
                  </a:moveTo>
                  <a:lnTo>
                    <a:pt x="931" y="803"/>
                  </a:lnTo>
                  <a:lnTo>
                    <a:pt x="931" y="803"/>
                  </a:lnTo>
                  <a:lnTo>
                    <a:pt x="931" y="803"/>
                  </a:lnTo>
                  <a:close/>
                  <a:moveTo>
                    <a:pt x="570" y="282"/>
                  </a:move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lnTo>
                    <a:pt x="570" y="282"/>
                  </a:lnTo>
                  <a:close/>
                  <a:moveTo>
                    <a:pt x="567" y="254"/>
                  </a:move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4"/>
                  </a:lnTo>
                  <a:lnTo>
                    <a:pt x="567" y="251"/>
                  </a:lnTo>
                  <a:lnTo>
                    <a:pt x="567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4"/>
                  </a:lnTo>
                  <a:lnTo>
                    <a:pt x="567" y="254"/>
                  </a:lnTo>
                  <a:close/>
                  <a:moveTo>
                    <a:pt x="567" y="268"/>
                  </a:moveTo>
                  <a:lnTo>
                    <a:pt x="567" y="268"/>
                  </a:lnTo>
                  <a:lnTo>
                    <a:pt x="567" y="268"/>
                  </a:lnTo>
                  <a:lnTo>
                    <a:pt x="570" y="268"/>
                  </a:lnTo>
                  <a:lnTo>
                    <a:pt x="570" y="268"/>
                  </a:lnTo>
                  <a:lnTo>
                    <a:pt x="567" y="268"/>
                  </a:lnTo>
                  <a:close/>
                  <a:moveTo>
                    <a:pt x="565" y="270"/>
                  </a:move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0"/>
                  </a:lnTo>
                  <a:lnTo>
                    <a:pt x="565" y="272"/>
                  </a:lnTo>
                  <a:lnTo>
                    <a:pt x="565" y="272"/>
                  </a:lnTo>
                  <a:lnTo>
                    <a:pt x="567" y="272"/>
                  </a:lnTo>
                  <a:lnTo>
                    <a:pt x="567" y="272"/>
                  </a:lnTo>
                  <a:lnTo>
                    <a:pt x="567" y="272"/>
                  </a:lnTo>
                  <a:lnTo>
                    <a:pt x="567" y="270"/>
                  </a:lnTo>
                  <a:lnTo>
                    <a:pt x="567" y="270"/>
                  </a:lnTo>
                  <a:lnTo>
                    <a:pt x="567" y="270"/>
                  </a:lnTo>
                  <a:lnTo>
                    <a:pt x="565" y="270"/>
                  </a:lnTo>
                  <a:close/>
                  <a:moveTo>
                    <a:pt x="567" y="275"/>
                  </a:moveTo>
                  <a:lnTo>
                    <a:pt x="567" y="272"/>
                  </a:lnTo>
                  <a:lnTo>
                    <a:pt x="567" y="275"/>
                  </a:lnTo>
                  <a:lnTo>
                    <a:pt x="567" y="275"/>
                  </a:lnTo>
                  <a:lnTo>
                    <a:pt x="567" y="275"/>
                  </a:lnTo>
                  <a:close/>
                  <a:moveTo>
                    <a:pt x="565" y="263"/>
                  </a:moveTo>
                  <a:lnTo>
                    <a:pt x="565" y="263"/>
                  </a:lnTo>
                  <a:lnTo>
                    <a:pt x="562" y="263"/>
                  </a:lnTo>
                  <a:lnTo>
                    <a:pt x="562" y="265"/>
                  </a:lnTo>
                  <a:lnTo>
                    <a:pt x="562" y="265"/>
                  </a:lnTo>
                  <a:lnTo>
                    <a:pt x="565" y="265"/>
                  </a:lnTo>
                  <a:lnTo>
                    <a:pt x="565" y="265"/>
                  </a:lnTo>
                  <a:lnTo>
                    <a:pt x="562" y="265"/>
                  </a:lnTo>
                  <a:lnTo>
                    <a:pt x="562" y="268"/>
                  </a:lnTo>
                  <a:lnTo>
                    <a:pt x="565" y="268"/>
                  </a:lnTo>
                  <a:lnTo>
                    <a:pt x="565" y="268"/>
                  </a:lnTo>
                  <a:lnTo>
                    <a:pt x="565" y="265"/>
                  </a:lnTo>
                  <a:lnTo>
                    <a:pt x="565" y="265"/>
                  </a:lnTo>
                  <a:lnTo>
                    <a:pt x="565" y="263"/>
                  </a:lnTo>
                  <a:close/>
                  <a:moveTo>
                    <a:pt x="567" y="280"/>
                  </a:moveTo>
                  <a:lnTo>
                    <a:pt x="567" y="280"/>
                  </a:lnTo>
                  <a:lnTo>
                    <a:pt x="567" y="277"/>
                  </a:lnTo>
                  <a:lnTo>
                    <a:pt x="567" y="280"/>
                  </a:lnTo>
                  <a:close/>
                  <a:moveTo>
                    <a:pt x="560" y="254"/>
                  </a:moveTo>
                  <a:lnTo>
                    <a:pt x="558" y="254"/>
                  </a:lnTo>
                  <a:lnTo>
                    <a:pt x="558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lnTo>
                    <a:pt x="560" y="254"/>
                  </a:lnTo>
                  <a:close/>
                  <a:moveTo>
                    <a:pt x="560" y="261"/>
                  </a:moveTo>
                  <a:lnTo>
                    <a:pt x="560" y="261"/>
                  </a:lnTo>
                  <a:lnTo>
                    <a:pt x="558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0" y="261"/>
                  </a:lnTo>
                  <a:lnTo>
                    <a:pt x="562" y="261"/>
                  </a:lnTo>
                  <a:lnTo>
                    <a:pt x="560" y="261"/>
                  </a:lnTo>
                  <a:lnTo>
                    <a:pt x="560" y="261"/>
                  </a:lnTo>
                  <a:close/>
                  <a:moveTo>
                    <a:pt x="558" y="256"/>
                  </a:moveTo>
                  <a:lnTo>
                    <a:pt x="558" y="256"/>
                  </a:lnTo>
                  <a:lnTo>
                    <a:pt x="558" y="256"/>
                  </a:lnTo>
                  <a:lnTo>
                    <a:pt x="558" y="256"/>
                  </a:lnTo>
                  <a:lnTo>
                    <a:pt x="558" y="256"/>
                  </a:lnTo>
                  <a:close/>
                  <a:moveTo>
                    <a:pt x="565" y="254"/>
                  </a:moveTo>
                  <a:lnTo>
                    <a:pt x="565" y="254"/>
                  </a:lnTo>
                  <a:lnTo>
                    <a:pt x="565" y="254"/>
                  </a:lnTo>
                  <a:lnTo>
                    <a:pt x="565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2" y="254"/>
                  </a:lnTo>
                  <a:lnTo>
                    <a:pt x="565" y="254"/>
                  </a:lnTo>
                  <a:close/>
                  <a:moveTo>
                    <a:pt x="558" y="265"/>
                  </a:moveTo>
                  <a:lnTo>
                    <a:pt x="558" y="265"/>
                  </a:lnTo>
                  <a:lnTo>
                    <a:pt x="558" y="263"/>
                  </a:lnTo>
                  <a:lnTo>
                    <a:pt x="558" y="263"/>
                  </a:lnTo>
                  <a:lnTo>
                    <a:pt x="558" y="265"/>
                  </a:lnTo>
                  <a:close/>
                  <a:moveTo>
                    <a:pt x="546" y="225"/>
                  </a:moveTo>
                  <a:lnTo>
                    <a:pt x="544" y="227"/>
                  </a:lnTo>
                  <a:lnTo>
                    <a:pt x="544" y="227"/>
                  </a:lnTo>
                  <a:lnTo>
                    <a:pt x="544" y="227"/>
                  </a:lnTo>
                  <a:lnTo>
                    <a:pt x="544" y="227"/>
                  </a:lnTo>
                  <a:lnTo>
                    <a:pt x="546" y="227"/>
                  </a:lnTo>
                  <a:lnTo>
                    <a:pt x="546" y="227"/>
                  </a:lnTo>
                  <a:lnTo>
                    <a:pt x="546" y="227"/>
                  </a:lnTo>
                  <a:lnTo>
                    <a:pt x="546" y="225"/>
                  </a:lnTo>
                  <a:close/>
                  <a:moveTo>
                    <a:pt x="520" y="225"/>
                  </a:moveTo>
                  <a:lnTo>
                    <a:pt x="518" y="225"/>
                  </a:lnTo>
                  <a:lnTo>
                    <a:pt x="518" y="225"/>
                  </a:lnTo>
                  <a:lnTo>
                    <a:pt x="518" y="225"/>
                  </a:lnTo>
                  <a:lnTo>
                    <a:pt x="518" y="227"/>
                  </a:lnTo>
                  <a:lnTo>
                    <a:pt x="518" y="227"/>
                  </a:lnTo>
                  <a:lnTo>
                    <a:pt x="520" y="225"/>
                  </a:lnTo>
                  <a:lnTo>
                    <a:pt x="520" y="225"/>
                  </a:lnTo>
                  <a:lnTo>
                    <a:pt x="520" y="225"/>
                  </a:lnTo>
                  <a:lnTo>
                    <a:pt x="520" y="225"/>
                  </a:lnTo>
                  <a:close/>
                  <a:moveTo>
                    <a:pt x="562" y="251"/>
                  </a:moveTo>
                  <a:lnTo>
                    <a:pt x="562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5" y="251"/>
                  </a:lnTo>
                  <a:lnTo>
                    <a:pt x="562" y="251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49"/>
                  </a:lnTo>
                  <a:lnTo>
                    <a:pt x="562" y="251"/>
                  </a:lnTo>
                  <a:lnTo>
                    <a:pt x="562" y="251"/>
                  </a:lnTo>
                  <a:lnTo>
                    <a:pt x="562" y="251"/>
                  </a:lnTo>
                  <a:close/>
                  <a:moveTo>
                    <a:pt x="562" y="272"/>
                  </a:move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lnTo>
                    <a:pt x="562" y="272"/>
                  </a:lnTo>
                  <a:close/>
                  <a:moveTo>
                    <a:pt x="752" y="765"/>
                  </a:move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52" y="762"/>
                  </a:lnTo>
                  <a:lnTo>
                    <a:pt x="749" y="765"/>
                  </a:lnTo>
                  <a:lnTo>
                    <a:pt x="747" y="767"/>
                  </a:lnTo>
                  <a:lnTo>
                    <a:pt x="747" y="767"/>
                  </a:lnTo>
                  <a:lnTo>
                    <a:pt x="745" y="767"/>
                  </a:lnTo>
                  <a:lnTo>
                    <a:pt x="745" y="767"/>
                  </a:lnTo>
                  <a:lnTo>
                    <a:pt x="745" y="769"/>
                  </a:lnTo>
                  <a:lnTo>
                    <a:pt x="745" y="767"/>
                  </a:lnTo>
                  <a:lnTo>
                    <a:pt x="745" y="769"/>
                  </a:lnTo>
                  <a:lnTo>
                    <a:pt x="747" y="767"/>
                  </a:lnTo>
                  <a:lnTo>
                    <a:pt x="749" y="767"/>
                  </a:lnTo>
                  <a:lnTo>
                    <a:pt x="749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2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2" y="765"/>
                  </a:lnTo>
                  <a:close/>
                  <a:moveTo>
                    <a:pt x="745" y="599"/>
                  </a:moveTo>
                  <a:lnTo>
                    <a:pt x="745" y="599"/>
                  </a:lnTo>
                  <a:lnTo>
                    <a:pt x="745" y="599"/>
                  </a:lnTo>
                  <a:lnTo>
                    <a:pt x="745" y="599"/>
                  </a:lnTo>
                  <a:lnTo>
                    <a:pt x="745" y="601"/>
                  </a:lnTo>
                  <a:lnTo>
                    <a:pt x="745" y="601"/>
                  </a:lnTo>
                  <a:lnTo>
                    <a:pt x="745" y="601"/>
                  </a:lnTo>
                  <a:lnTo>
                    <a:pt x="745" y="599"/>
                  </a:lnTo>
                  <a:close/>
                  <a:moveTo>
                    <a:pt x="709" y="767"/>
                  </a:moveTo>
                  <a:lnTo>
                    <a:pt x="707" y="767"/>
                  </a:lnTo>
                  <a:lnTo>
                    <a:pt x="707" y="767"/>
                  </a:lnTo>
                  <a:lnTo>
                    <a:pt x="707" y="769"/>
                  </a:lnTo>
                  <a:lnTo>
                    <a:pt x="707" y="767"/>
                  </a:lnTo>
                  <a:lnTo>
                    <a:pt x="707" y="767"/>
                  </a:lnTo>
                  <a:lnTo>
                    <a:pt x="709" y="769"/>
                  </a:lnTo>
                  <a:lnTo>
                    <a:pt x="709" y="769"/>
                  </a:lnTo>
                  <a:lnTo>
                    <a:pt x="712" y="769"/>
                  </a:lnTo>
                  <a:lnTo>
                    <a:pt x="712" y="772"/>
                  </a:lnTo>
                  <a:lnTo>
                    <a:pt x="712" y="769"/>
                  </a:lnTo>
                  <a:lnTo>
                    <a:pt x="709" y="769"/>
                  </a:lnTo>
                  <a:lnTo>
                    <a:pt x="709" y="767"/>
                  </a:lnTo>
                  <a:close/>
                  <a:moveTo>
                    <a:pt x="709" y="772"/>
                  </a:moveTo>
                  <a:lnTo>
                    <a:pt x="709" y="774"/>
                  </a:lnTo>
                  <a:lnTo>
                    <a:pt x="709" y="772"/>
                  </a:lnTo>
                  <a:lnTo>
                    <a:pt x="712" y="772"/>
                  </a:lnTo>
                  <a:lnTo>
                    <a:pt x="709" y="772"/>
                  </a:lnTo>
                  <a:lnTo>
                    <a:pt x="709" y="772"/>
                  </a:lnTo>
                  <a:close/>
                  <a:moveTo>
                    <a:pt x="707" y="774"/>
                  </a:move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lnTo>
                    <a:pt x="707" y="774"/>
                  </a:lnTo>
                  <a:close/>
                  <a:moveTo>
                    <a:pt x="761" y="758"/>
                  </a:moveTo>
                  <a:lnTo>
                    <a:pt x="761" y="758"/>
                  </a:lnTo>
                  <a:lnTo>
                    <a:pt x="761" y="758"/>
                  </a:lnTo>
                  <a:lnTo>
                    <a:pt x="759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6" y="760"/>
                  </a:lnTo>
                  <a:lnTo>
                    <a:pt x="754" y="760"/>
                  </a:lnTo>
                  <a:lnTo>
                    <a:pt x="754" y="760"/>
                  </a:lnTo>
                  <a:lnTo>
                    <a:pt x="754" y="762"/>
                  </a:lnTo>
                  <a:lnTo>
                    <a:pt x="754" y="762"/>
                  </a:lnTo>
                  <a:lnTo>
                    <a:pt x="756" y="762"/>
                  </a:lnTo>
                  <a:lnTo>
                    <a:pt x="756" y="762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54" y="765"/>
                  </a:lnTo>
                  <a:lnTo>
                    <a:pt x="761" y="760"/>
                  </a:lnTo>
                  <a:lnTo>
                    <a:pt x="761" y="760"/>
                  </a:lnTo>
                  <a:lnTo>
                    <a:pt x="761" y="758"/>
                  </a:lnTo>
                  <a:close/>
                  <a:moveTo>
                    <a:pt x="766" y="609"/>
                  </a:moveTo>
                  <a:lnTo>
                    <a:pt x="766" y="609"/>
                  </a:lnTo>
                  <a:lnTo>
                    <a:pt x="766" y="609"/>
                  </a:lnTo>
                  <a:lnTo>
                    <a:pt x="766" y="606"/>
                  </a:lnTo>
                  <a:lnTo>
                    <a:pt x="766" y="606"/>
                  </a:lnTo>
                  <a:lnTo>
                    <a:pt x="766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4"/>
                  </a:lnTo>
                  <a:lnTo>
                    <a:pt x="764" y="601"/>
                  </a:lnTo>
                  <a:lnTo>
                    <a:pt x="764" y="601"/>
                  </a:lnTo>
                  <a:lnTo>
                    <a:pt x="761" y="601"/>
                  </a:lnTo>
                  <a:lnTo>
                    <a:pt x="759" y="601"/>
                  </a:lnTo>
                  <a:lnTo>
                    <a:pt x="759" y="604"/>
                  </a:lnTo>
                  <a:lnTo>
                    <a:pt x="761" y="604"/>
                  </a:lnTo>
                  <a:lnTo>
                    <a:pt x="761" y="606"/>
                  </a:lnTo>
                  <a:lnTo>
                    <a:pt x="761" y="606"/>
                  </a:lnTo>
                  <a:lnTo>
                    <a:pt x="761" y="606"/>
                  </a:lnTo>
                  <a:lnTo>
                    <a:pt x="764" y="606"/>
                  </a:lnTo>
                  <a:lnTo>
                    <a:pt x="764" y="609"/>
                  </a:lnTo>
                  <a:lnTo>
                    <a:pt x="766" y="609"/>
                  </a:lnTo>
                  <a:close/>
                  <a:moveTo>
                    <a:pt x="768" y="606"/>
                  </a:moveTo>
                  <a:lnTo>
                    <a:pt x="766" y="606"/>
                  </a:lnTo>
                  <a:lnTo>
                    <a:pt x="766" y="609"/>
                  </a:lnTo>
                  <a:lnTo>
                    <a:pt x="768" y="609"/>
                  </a:lnTo>
                  <a:lnTo>
                    <a:pt x="771" y="609"/>
                  </a:lnTo>
                  <a:lnTo>
                    <a:pt x="771" y="606"/>
                  </a:lnTo>
                  <a:lnTo>
                    <a:pt x="771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lnTo>
                    <a:pt x="768" y="606"/>
                  </a:lnTo>
                  <a:close/>
                  <a:moveTo>
                    <a:pt x="704" y="772"/>
                  </a:moveTo>
                  <a:lnTo>
                    <a:pt x="707" y="772"/>
                  </a:lnTo>
                  <a:lnTo>
                    <a:pt x="704" y="772"/>
                  </a:lnTo>
                  <a:lnTo>
                    <a:pt x="704" y="772"/>
                  </a:lnTo>
                  <a:close/>
                  <a:moveTo>
                    <a:pt x="747" y="597"/>
                  </a:moveTo>
                  <a:lnTo>
                    <a:pt x="747" y="597"/>
                  </a:lnTo>
                  <a:lnTo>
                    <a:pt x="745" y="597"/>
                  </a:lnTo>
                  <a:lnTo>
                    <a:pt x="745" y="599"/>
                  </a:lnTo>
                  <a:lnTo>
                    <a:pt x="745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601"/>
                  </a:lnTo>
                  <a:lnTo>
                    <a:pt x="747" y="604"/>
                  </a:lnTo>
                  <a:lnTo>
                    <a:pt x="747" y="604"/>
                  </a:lnTo>
                  <a:lnTo>
                    <a:pt x="749" y="601"/>
                  </a:lnTo>
                  <a:lnTo>
                    <a:pt x="749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9"/>
                  </a:lnTo>
                  <a:lnTo>
                    <a:pt x="747" y="597"/>
                  </a:lnTo>
                  <a:close/>
                  <a:moveTo>
                    <a:pt x="754" y="601"/>
                  </a:moveTo>
                  <a:lnTo>
                    <a:pt x="754" y="604"/>
                  </a:lnTo>
                  <a:lnTo>
                    <a:pt x="754" y="601"/>
                  </a:lnTo>
                  <a:lnTo>
                    <a:pt x="756" y="604"/>
                  </a:lnTo>
                  <a:lnTo>
                    <a:pt x="756" y="604"/>
                  </a:lnTo>
                  <a:lnTo>
                    <a:pt x="756" y="604"/>
                  </a:lnTo>
                  <a:lnTo>
                    <a:pt x="759" y="606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9" y="604"/>
                  </a:lnTo>
                  <a:lnTo>
                    <a:pt x="756" y="601"/>
                  </a:lnTo>
                  <a:lnTo>
                    <a:pt x="756" y="599"/>
                  </a:lnTo>
                  <a:lnTo>
                    <a:pt x="756" y="599"/>
                  </a:lnTo>
                  <a:lnTo>
                    <a:pt x="754" y="599"/>
                  </a:lnTo>
                  <a:lnTo>
                    <a:pt x="754" y="601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4"/>
                  </a:lnTo>
                  <a:lnTo>
                    <a:pt x="752" y="601"/>
                  </a:lnTo>
                  <a:lnTo>
                    <a:pt x="752" y="601"/>
                  </a:lnTo>
                  <a:lnTo>
                    <a:pt x="754" y="601"/>
                  </a:lnTo>
                  <a:close/>
                  <a:moveTo>
                    <a:pt x="733" y="599"/>
                  </a:moveTo>
                  <a:lnTo>
                    <a:pt x="730" y="599"/>
                  </a:lnTo>
                  <a:lnTo>
                    <a:pt x="730" y="601"/>
                  </a:lnTo>
                  <a:lnTo>
                    <a:pt x="728" y="601"/>
                  </a:lnTo>
                  <a:lnTo>
                    <a:pt x="728" y="601"/>
                  </a:lnTo>
                  <a:lnTo>
                    <a:pt x="728" y="601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0" y="604"/>
                  </a:lnTo>
                  <a:lnTo>
                    <a:pt x="733" y="604"/>
                  </a:lnTo>
                  <a:lnTo>
                    <a:pt x="733" y="604"/>
                  </a:lnTo>
                  <a:lnTo>
                    <a:pt x="735" y="601"/>
                  </a:lnTo>
                  <a:lnTo>
                    <a:pt x="733" y="599"/>
                  </a:lnTo>
                  <a:lnTo>
                    <a:pt x="733" y="599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24" y="777"/>
                  </a:moveTo>
                  <a:lnTo>
                    <a:pt x="624" y="777"/>
                  </a:lnTo>
                  <a:lnTo>
                    <a:pt x="624" y="777"/>
                  </a:lnTo>
                  <a:lnTo>
                    <a:pt x="624" y="777"/>
                  </a:lnTo>
                  <a:close/>
                  <a:moveTo>
                    <a:pt x="617" y="777"/>
                  </a:moveTo>
                  <a:lnTo>
                    <a:pt x="617" y="777"/>
                  </a:lnTo>
                  <a:lnTo>
                    <a:pt x="617" y="777"/>
                  </a:lnTo>
                  <a:lnTo>
                    <a:pt x="617" y="777"/>
                  </a:lnTo>
                  <a:close/>
                  <a:moveTo>
                    <a:pt x="603" y="441"/>
                  </a:moveTo>
                  <a:lnTo>
                    <a:pt x="598" y="436"/>
                  </a:lnTo>
                  <a:lnTo>
                    <a:pt x="593" y="431"/>
                  </a:lnTo>
                  <a:lnTo>
                    <a:pt x="593" y="431"/>
                  </a:lnTo>
                  <a:lnTo>
                    <a:pt x="593" y="431"/>
                  </a:lnTo>
                  <a:lnTo>
                    <a:pt x="591" y="429"/>
                  </a:lnTo>
                  <a:lnTo>
                    <a:pt x="591" y="431"/>
                  </a:lnTo>
                  <a:lnTo>
                    <a:pt x="593" y="433"/>
                  </a:lnTo>
                  <a:lnTo>
                    <a:pt x="593" y="433"/>
                  </a:lnTo>
                  <a:lnTo>
                    <a:pt x="596" y="436"/>
                  </a:lnTo>
                  <a:lnTo>
                    <a:pt x="600" y="441"/>
                  </a:lnTo>
                  <a:lnTo>
                    <a:pt x="603" y="441"/>
                  </a:lnTo>
                  <a:lnTo>
                    <a:pt x="603" y="441"/>
                  </a:lnTo>
                  <a:lnTo>
                    <a:pt x="603" y="441"/>
                  </a:lnTo>
                  <a:lnTo>
                    <a:pt x="603" y="441"/>
                  </a:lnTo>
                  <a:close/>
                  <a:moveTo>
                    <a:pt x="667" y="514"/>
                  </a:moveTo>
                  <a:lnTo>
                    <a:pt x="664" y="512"/>
                  </a:lnTo>
                  <a:lnTo>
                    <a:pt x="662" y="512"/>
                  </a:lnTo>
                  <a:lnTo>
                    <a:pt x="662" y="512"/>
                  </a:lnTo>
                  <a:lnTo>
                    <a:pt x="662" y="512"/>
                  </a:lnTo>
                  <a:lnTo>
                    <a:pt x="659" y="512"/>
                  </a:lnTo>
                  <a:lnTo>
                    <a:pt x="662" y="514"/>
                  </a:lnTo>
                  <a:lnTo>
                    <a:pt x="664" y="519"/>
                  </a:lnTo>
                  <a:lnTo>
                    <a:pt x="667" y="521"/>
                  </a:lnTo>
                  <a:lnTo>
                    <a:pt x="667" y="523"/>
                  </a:lnTo>
                  <a:lnTo>
                    <a:pt x="669" y="526"/>
                  </a:lnTo>
                  <a:lnTo>
                    <a:pt x="671" y="533"/>
                  </a:lnTo>
                  <a:lnTo>
                    <a:pt x="674" y="535"/>
                  </a:lnTo>
                  <a:lnTo>
                    <a:pt x="674" y="535"/>
                  </a:lnTo>
                  <a:lnTo>
                    <a:pt x="674" y="535"/>
                  </a:lnTo>
                  <a:lnTo>
                    <a:pt x="676" y="535"/>
                  </a:lnTo>
                  <a:lnTo>
                    <a:pt x="676" y="533"/>
                  </a:lnTo>
                  <a:lnTo>
                    <a:pt x="674" y="526"/>
                  </a:lnTo>
                  <a:lnTo>
                    <a:pt x="671" y="526"/>
                  </a:lnTo>
                  <a:lnTo>
                    <a:pt x="669" y="523"/>
                  </a:lnTo>
                  <a:lnTo>
                    <a:pt x="669" y="521"/>
                  </a:lnTo>
                  <a:lnTo>
                    <a:pt x="669" y="516"/>
                  </a:lnTo>
                  <a:lnTo>
                    <a:pt x="667" y="514"/>
                  </a:lnTo>
                  <a:close/>
                  <a:moveTo>
                    <a:pt x="704" y="774"/>
                  </a:moveTo>
                  <a:lnTo>
                    <a:pt x="704" y="774"/>
                  </a:lnTo>
                  <a:lnTo>
                    <a:pt x="704" y="774"/>
                  </a:lnTo>
                  <a:lnTo>
                    <a:pt x="704" y="774"/>
                  </a:lnTo>
                  <a:lnTo>
                    <a:pt x="704" y="774"/>
                  </a:lnTo>
                  <a:close/>
                  <a:moveTo>
                    <a:pt x="626" y="774"/>
                  </a:moveTo>
                  <a:lnTo>
                    <a:pt x="626" y="774"/>
                  </a:lnTo>
                  <a:lnTo>
                    <a:pt x="624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lnTo>
                    <a:pt x="626" y="774"/>
                  </a:lnTo>
                  <a:close/>
                  <a:moveTo>
                    <a:pt x="704" y="772"/>
                  </a:moveTo>
                  <a:lnTo>
                    <a:pt x="704" y="772"/>
                  </a:lnTo>
                  <a:lnTo>
                    <a:pt x="704" y="772"/>
                  </a:lnTo>
                  <a:lnTo>
                    <a:pt x="704" y="772"/>
                  </a:lnTo>
                  <a:close/>
                  <a:moveTo>
                    <a:pt x="657" y="521"/>
                  </a:moveTo>
                  <a:lnTo>
                    <a:pt x="655" y="516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55" y="519"/>
                  </a:lnTo>
                  <a:lnTo>
                    <a:pt x="655" y="521"/>
                  </a:lnTo>
                  <a:lnTo>
                    <a:pt x="657" y="523"/>
                  </a:lnTo>
                  <a:lnTo>
                    <a:pt x="657" y="523"/>
                  </a:lnTo>
                  <a:lnTo>
                    <a:pt x="657" y="523"/>
                  </a:lnTo>
                  <a:lnTo>
                    <a:pt x="657" y="521"/>
                  </a:lnTo>
                  <a:close/>
                  <a:moveTo>
                    <a:pt x="773" y="746"/>
                  </a:move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6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48"/>
                  </a:lnTo>
                  <a:lnTo>
                    <a:pt x="771" y="751"/>
                  </a:lnTo>
                  <a:lnTo>
                    <a:pt x="771" y="751"/>
                  </a:lnTo>
                  <a:lnTo>
                    <a:pt x="771" y="751"/>
                  </a:lnTo>
                  <a:lnTo>
                    <a:pt x="773" y="751"/>
                  </a:lnTo>
                  <a:lnTo>
                    <a:pt x="775" y="751"/>
                  </a:lnTo>
                  <a:lnTo>
                    <a:pt x="775" y="751"/>
                  </a:lnTo>
                  <a:lnTo>
                    <a:pt x="775" y="753"/>
                  </a:lnTo>
                  <a:lnTo>
                    <a:pt x="775" y="753"/>
                  </a:lnTo>
                  <a:lnTo>
                    <a:pt x="773" y="751"/>
                  </a:lnTo>
                  <a:lnTo>
                    <a:pt x="773" y="751"/>
                  </a:lnTo>
                  <a:lnTo>
                    <a:pt x="773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68" y="751"/>
                  </a:lnTo>
                  <a:lnTo>
                    <a:pt x="771" y="753"/>
                  </a:lnTo>
                  <a:lnTo>
                    <a:pt x="773" y="753"/>
                  </a:lnTo>
                  <a:lnTo>
                    <a:pt x="771" y="753"/>
                  </a:lnTo>
                  <a:lnTo>
                    <a:pt x="771" y="755"/>
                  </a:lnTo>
                  <a:lnTo>
                    <a:pt x="771" y="755"/>
                  </a:lnTo>
                  <a:lnTo>
                    <a:pt x="771" y="755"/>
                  </a:lnTo>
                  <a:lnTo>
                    <a:pt x="768" y="758"/>
                  </a:lnTo>
                  <a:lnTo>
                    <a:pt x="766" y="755"/>
                  </a:lnTo>
                  <a:lnTo>
                    <a:pt x="766" y="755"/>
                  </a:lnTo>
                  <a:lnTo>
                    <a:pt x="766" y="755"/>
                  </a:lnTo>
                  <a:lnTo>
                    <a:pt x="766" y="758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64" y="760"/>
                  </a:lnTo>
                  <a:lnTo>
                    <a:pt x="771" y="755"/>
                  </a:lnTo>
                  <a:lnTo>
                    <a:pt x="775" y="755"/>
                  </a:lnTo>
                  <a:lnTo>
                    <a:pt x="778" y="751"/>
                  </a:lnTo>
                  <a:lnTo>
                    <a:pt x="778" y="751"/>
                  </a:lnTo>
                  <a:lnTo>
                    <a:pt x="773" y="746"/>
                  </a:lnTo>
                  <a:close/>
                  <a:moveTo>
                    <a:pt x="650" y="502"/>
                  </a:move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0"/>
                  </a:lnTo>
                  <a:lnTo>
                    <a:pt x="648" y="502"/>
                  </a:lnTo>
                  <a:lnTo>
                    <a:pt x="650" y="509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07"/>
                  </a:lnTo>
                  <a:lnTo>
                    <a:pt x="650" y="504"/>
                  </a:lnTo>
                  <a:lnTo>
                    <a:pt x="650" y="502"/>
                  </a:lnTo>
                  <a:close/>
                  <a:moveTo>
                    <a:pt x="808" y="661"/>
                  </a:moveTo>
                  <a:lnTo>
                    <a:pt x="808" y="661"/>
                  </a:lnTo>
                  <a:lnTo>
                    <a:pt x="808" y="661"/>
                  </a:lnTo>
                  <a:lnTo>
                    <a:pt x="811" y="658"/>
                  </a:lnTo>
                  <a:lnTo>
                    <a:pt x="811" y="658"/>
                  </a:lnTo>
                  <a:lnTo>
                    <a:pt x="811" y="658"/>
                  </a:lnTo>
                  <a:lnTo>
                    <a:pt x="808" y="658"/>
                  </a:lnTo>
                  <a:lnTo>
                    <a:pt x="808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6" y="658"/>
                  </a:lnTo>
                  <a:lnTo>
                    <a:pt x="808" y="661"/>
                  </a:lnTo>
                  <a:close/>
                  <a:moveTo>
                    <a:pt x="823" y="665"/>
                  </a:moveTo>
                  <a:lnTo>
                    <a:pt x="825" y="665"/>
                  </a:lnTo>
                  <a:lnTo>
                    <a:pt x="825" y="665"/>
                  </a:lnTo>
                  <a:lnTo>
                    <a:pt x="825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lnTo>
                    <a:pt x="823" y="665"/>
                  </a:lnTo>
                  <a:close/>
                  <a:moveTo>
                    <a:pt x="825" y="670"/>
                  </a:moveTo>
                  <a:lnTo>
                    <a:pt x="827" y="670"/>
                  </a:lnTo>
                  <a:lnTo>
                    <a:pt x="827" y="670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7" y="668"/>
                  </a:lnTo>
                  <a:lnTo>
                    <a:pt x="825" y="670"/>
                  </a:lnTo>
                  <a:close/>
                  <a:moveTo>
                    <a:pt x="813" y="661"/>
                  </a:moveTo>
                  <a:lnTo>
                    <a:pt x="816" y="658"/>
                  </a:lnTo>
                  <a:lnTo>
                    <a:pt x="816" y="658"/>
                  </a:lnTo>
                  <a:lnTo>
                    <a:pt x="813" y="658"/>
                  </a:lnTo>
                  <a:lnTo>
                    <a:pt x="813" y="658"/>
                  </a:lnTo>
                  <a:lnTo>
                    <a:pt x="811" y="658"/>
                  </a:lnTo>
                  <a:lnTo>
                    <a:pt x="813" y="661"/>
                  </a:lnTo>
                  <a:lnTo>
                    <a:pt x="813" y="661"/>
                  </a:lnTo>
                  <a:lnTo>
                    <a:pt x="813" y="661"/>
                  </a:lnTo>
                  <a:close/>
                  <a:moveTo>
                    <a:pt x="811" y="661"/>
                  </a:moveTo>
                  <a:lnTo>
                    <a:pt x="811" y="663"/>
                  </a:lnTo>
                  <a:lnTo>
                    <a:pt x="813" y="665"/>
                  </a:lnTo>
                  <a:lnTo>
                    <a:pt x="813" y="665"/>
                  </a:lnTo>
                  <a:lnTo>
                    <a:pt x="816" y="663"/>
                  </a:lnTo>
                  <a:lnTo>
                    <a:pt x="816" y="663"/>
                  </a:lnTo>
                  <a:lnTo>
                    <a:pt x="816" y="661"/>
                  </a:lnTo>
                  <a:lnTo>
                    <a:pt x="816" y="661"/>
                  </a:lnTo>
                  <a:lnTo>
                    <a:pt x="816" y="661"/>
                  </a:lnTo>
                  <a:lnTo>
                    <a:pt x="813" y="661"/>
                  </a:lnTo>
                  <a:lnTo>
                    <a:pt x="811" y="661"/>
                  </a:lnTo>
                  <a:lnTo>
                    <a:pt x="811" y="661"/>
                  </a:lnTo>
                  <a:close/>
                  <a:moveTo>
                    <a:pt x="811" y="656"/>
                  </a:moveTo>
                  <a:lnTo>
                    <a:pt x="811" y="656"/>
                  </a:lnTo>
                  <a:lnTo>
                    <a:pt x="808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06" y="656"/>
                  </a:lnTo>
                  <a:lnTo>
                    <a:pt x="811" y="656"/>
                  </a:lnTo>
                  <a:close/>
                  <a:moveTo>
                    <a:pt x="596" y="414"/>
                  </a:move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6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8" y="414"/>
                  </a:lnTo>
                  <a:lnTo>
                    <a:pt x="596" y="414"/>
                  </a:lnTo>
                  <a:close/>
                  <a:moveTo>
                    <a:pt x="827" y="665"/>
                  </a:moveTo>
                  <a:lnTo>
                    <a:pt x="830" y="665"/>
                  </a:lnTo>
                  <a:lnTo>
                    <a:pt x="830" y="668"/>
                  </a:lnTo>
                  <a:lnTo>
                    <a:pt x="830" y="668"/>
                  </a:lnTo>
                  <a:lnTo>
                    <a:pt x="830" y="665"/>
                  </a:lnTo>
                  <a:lnTo>
                    <a:pt x="830" y="665"/>
                  </a:lnTo>
                  <a:lnTo>
                    <a:pt x="830" y="663"/>
                  </a:lnTo>
                  <a:lnTo>
                    <a:pt x="827" y="663"/>
                  </a:lnTo>
                  <a:lnTo>
                    <a:pt x="827" y="663"/>
                  </a:lnTo>
                  <a:lnTo>
                    <a:pt x="827" y="665"/>
                  </a:lnTo>
                  <a:lnTo>
                    <a:pt x="827" y="665"/>
                  </a:lnTo>
                  <a:lnTo>
                    <a:pt x="827" y="665"/>
                  </a:lnTo>
                  <a:close/>
                  <a:moveTo>
                    <a:pt x="778" y="746"/>
                  </a:moveTo>
                  <a:lnTo>
                    <a:pt x="778" y="743"/>
                  </a:lnTo>
                  <a:lnTo>
                    <a:pt x="778" y="743"/>
                  </a:lnTo>
                  <a:lnTo>
                    <a:pt x="778" y="743"/>
                  </a:lnTo>
                  <a:lnTo>
                    <a:pt x="775" y="743"/>
                  </a:lnTo>
                  <a:lnTo>
                    <a:pt x="775" y="743"/>
                  </a:lnTo>
                  <a:lnTo>
                    <a:pt x="775" y="743"/>
                  </a:lnTo>
                  <a:lnTo>
                    <a:pt x="775" y="746"/>
                  </a:lnTo>
                  <a:lnTo>
                    <a:pt x="775" y="746"/>
                  </a:lnTo>
                  <a:lnTo>
                    <a:pt x="775" y="748"/>
                  </a:lnTo>
                  <a:lnTo>
                    <a:pt x="775" y="748"/>
                  </a:lnTo>
                  <a:lnTo>
                    <a:pt x="775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78" y="748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80" y="746"/>
                  </a:lnTo>
                  <a:lnTo>
                    <a:pt x="778" y="746"/>
                  </a:lnTo>
                  <a:close/>
                  <a:moveTo>
                    <a:pt x="572" y="294"/>
                  </a:moveTo>
                  <a:lnTo>
                    <a:pt x="572" y="294"/>
                  </a:lnTo>
                  <a:lnTo>
                    <a:pt x="572" y="294"/>
                  </a:lnTo>
                  <a:lnTo>
                    <a:pt x="572" y="294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1"/>
                  </a:lnTo>
                  <a:lnTo>
                    <a:pt x="572" y="294"/>
                  </a:lnTo>
                  <a:close/>
                  <a:moveTo>
                    <a:pt x="875" y="665"/>
                  </a:moveTo>
                  <a:lnTo>
                    <a:pt x="875" y="665"/>
                  </a:lnTo>
                  <a:lnTo>
                    <a:pt x="875" y="665"/>
                  </a:lnTo>
                  <a:lnTo>
                    <a:pt x="872" y="665"/>
                  </a:lnTo>
                  <a:lnTo>
                    <a:pt x="872" y="665"/>
                  </a:lnTo>
                  <a:lnTo>
                    <a:pt x="872" y="665"/>
                  </a:lnTo>
                  <a:lnTo>
                    <a:pt x="875" y="665"/>
                  </a:lnTo>
                  <a:lnTo>
                    <a:pt x="875" y="665"/>
                  </a:lnTo>
                  <a:close/>
                  <a:moveTo>
                    <a:pt x="861" y="677"/>
                  </a:moveTo>
                  <a:lnTo>
                    <a:pt x="861" y="675"/>
                  </a:lnTo>
                  <a:lnTo>
                    <a:pt x="858" y="675"/>
                  </a:lnTo>
                  <a:lnTo>
                    <a:pt x="858" y="677"/>
                  </a:lnTo>
                  <a:lnTo>
                    <a:pt x="861" y="677"/>
                  </a:lnTo>
                  <a:lnTo>
                    <a:pt x="861" y="677"/>
                  </a:lnTo>
                  <a:close/>
                  <a:moveTo>
                    <a:pt x="863" y="703"/>
                  </a:moveTo>
                  <a:lnTo>
                    <a:pt x="863" y="703"/>
                  </a:lnTo>
                  <a:lnTo>
                    <a:pt x="863" y="703"/>
                  </a:lnTo>
                  <a:lnTo>
                    <a:pt x="863" y="703"/>
                  </a:lnTo>
                  <a:close/>
                  <a:moveTo>
                    <a:pt x="863" y="677"/>
                  </a:move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80"/>
                  </a:lnTo>
                  <a:lnTo>
                    <a:pt x="863" y="680"/>
                  </a:lnTo>
                  <a:lnTo>
                    <a:pt x="863" y="677"/>
                  </a:lnTo>
                  <a:lnTo>
                    <a:pt x="863" y="677"/>
                  </a:lnTo>
                  <a:lnTo>
                    <a:pt x="863" y="677"/>
                  </a:lnTo>
                  <a:close/>
                  <a:moveTo>
                    <a:pt x="856" y="675"/>
                  </a:moveTo>
                  <a:lnTo>
                    <a:pt x="856" y="675"/>
                  </a:lnTo>
                  <a:lnTo>
                    <a:pt x="856" y="675"/>
                  </a:lnTo>
                  <a:lnTo>
                    <a:pt x="856" y="675"/>
                  </a:lnTo>
                  <a:close/>
                  <a:moveTo>
                    <a:pt x="861" y="708"/>
                  </a:moveTo>
                  <a:lnTo>
                    <a:pt x="861" y="708"/>
                  </a:lnTo>
                  <a:lnTo>
                    <a:pt x="858" y="710"/>
                  </a:lnTo>
                  <a:lnTo>
                    <a:pt x="858" y="710"/>
                  </a:lnTo>
                  <a:lnTo>
                    <a:pt x="861" y="710"/>
                  </a:lnTo>
                  <a:lnTo>
                    <a:pt x="861" y="708"/>
                  </a:lnTo>
                  <a:lnTo>
                    <a:pt x="863" y="708"/>
                  </a:lnTo>
                  <a:lnTo>
                    <a:pt x="863" y="706"/>
                  </a:lnTo>
                  <a:lnTo>
                    <a:pt x="863" y="706"/>
                  </a:lnTo>
                  <a:lnTo>
                    <a:pt x="861" y="708"/>
                  </a:lnTo>
                  <a:close/>
                  <a:moveTo>
                    <a:pt x="870" y="696"/>
                  </a:moveTo>
                  <a:lnTo>
                    <a:pt x="870" y="698"/>
                  </a:lnTo>
                  <a:lnTo>
                    <a:pt x="868" y="703"/>
                  </a:lnTo>
                  <a:lnTo>
                    <a:pt x="868" y="701"/>
                  </a:lnTo>
                  <a:lnTo>
                    <a:pt x="870" y="698"/>
                  </a:lnTo>
                  <a:lnTo>
                    <a:pt x="870" y="698"/>
                  </a:lnTo>
                  <a:lnTo>
                    <a:pt x="870" y="696"/>
                  </a:lnTo>
                  <a:lnTo>
                    <a:pt x="870" y="696"/>
                  </a:lnTo>
                  <a:close/>
                  <a:moveTo>
                    <a:pt x="865" y="677"/>
                  </a:moveTo>
                  <a:lnTo>
                    <a:pt x="865" y="677"/>
                  </a:lnTo>
                  <a:lnTo>
                    <a:pt x="865" y="675"/>
                  </a:lnTo>
                  <a:lnTo>
                    <a:pt x="863" y="672"/>
                  </a:lnTo>
                  <a:lnTo>
                    <a:pt x="863" y="672"/>
                  </a:lnTo>
                  <a:lnTo>
                    <a:pt x="863" y="675"/>
                  </a:lnTo>
                  <a:lnTo>
                    <a:pt x="863" y="675"/>
                  </a:lnTo>
                  <a:lnTo>
                    <a:pt x="865" y="677"/>
                  </a:lnTo>
                  <a:close/>
                  <a:moveTo>
                    <a:pt x="901" y="639"/>
                  </a:moveTo>
                  <a:lnTo>
                    <a:pt x="898" y="642"/>
                  </a:lnTo>
                  <a:lnTo>
                    <a:pt x="896" y="646"/>
                  </a:lnTo>
                  <a:lnTo>
                    <a:pt x="894" y="646"/>
                  </a:lnTo>
                  <a:lnTo>
                    <a:pt x="891" y="649"/>
                  </a:lnTo>
                  <a:lnTo>
                    <a:pt x="891" y="649"/>
                  </a:lnTo>
                  <a:lnTo>
                    <a:pt x="891" y="651"/>
                  </a:lnTo>
                  <a:lnTo>
                    <a:pt x="891" y="651"/>
                  </a:lnTo>
                  <a:lnTo>
                    <a:pt x="894" y="651"/>
                  </a:lnTo>
                  <a:lnTo>
                    <a:pt x="894" y="654"/>
                  </a:lnTo>
                  <a:lnTo>
                    <a:pt x="894" y="656"/>
                  </a:lnTo>
                  <a:lnTo>
                    <a:pt x="889" y="661"/>
                  </a:lnTo>
                  <a:lnTo>
                    <a:pt x="889" y="668"/>
                  </a:lnTo>
                  <a:lnTo>
                    <a:pt x="884" y="668"/>
                  </a:lnTo>
                  <a:lnTo>
                    <a:pt x="884" y="670"/>
                  </a:lnTo>
                  <a:lnTo>
                    <a:pt x="884" y="670"/>
                  </a:lnTo>
                  <a:lnTo>
                    <a:pt x="884" y="670"/>
                  </a:lnTo>
                  <a:lnTo>
                    <a:pt x="884" y="668"/>
                  </a:lnTo>
                  <a:lnTo>
                    <a:pt x="884" y="668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2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0"/>
                  </a:lnTo>
                  <a:lnTo>
                    <a:pt x="887" y="672"/>
                  </a:lnTo>
                  <a:lnTo>
                    <a:pt x="887" y="672"/>
                  </a:lnTo>
                  <a:lnTo>
                    <a:pt x="887" y="675"/>
                  </a:lnTo>
                  <a:lnTo>
                    <a:pt x="884" y="675"/>
                  </a:lnTo>
                  <a:lnTo>
                    <a:pt x="882" y="675"/>
                  </a:lnTo>
                  <a:lnTo>
                    <a:pt x="882" y="677"/>
                  </a:lnTo>
                  <a:lnTo>
                    <a:pt x="882" y="680"/>
                  </a:lnTo>
                  <a:lnTo>
                    <a:pt x="879" y="682"/>
                  </a:lnTo>
                  <a:lnTo>
                    <a:pt x="879" y="684"/>
                  </a:lnTo>
                  <a:lnTo>
                    <a:pt x="877" y="687"/>
                  </a:lnTo>
                  <a:lnTo>
                    <a:pt x="877" y="687"/>
                  </a:lnTo>
                  <a:lnTo>
                    <a:pt x="877" y="687"/>
                  </a:lnTo>
                  <a:lnTo>
                    <a:pt x="875" y="691"/>
                  </a:lnTo>
                  <a:lnTo>
                    <a:pt x="875" y="691"/>
                  </a:lnTo>
                  <a:lnTo>
                    <a:pt x="872" y="694"/>
                  </a:lnTo>
                  <a:lnTo>
                    <a:pt x="872" y="694"/>
                  </a:lnTo>
                  <a:lnTo>
                    <a:pt x="872" y="696"/>
                  </a:lnTo>
                  <a:lnTo>
                    <a:pt x="872" y="696"/>
                  </a:lnTo>
                  <a:lnTo>
                    <a:pt x="872" y="696"/>
                  </a:lnTo>
                  <a:lnTo>
                    <a:pt x="875" y="694"/>
                  </a:lnTo>
                  <a:lnTo>
                    <a:pt x="877" y="691"/>
                  </a:lnTo>
                  <a:lnTo>
                    <a:pt x="879" y="687"/>
                  </a:lnTo>
                  <a:lnTo>
                    <a:pt x="882" y="682"/>
                  </a:lnTo>
                  <a:lnTo>
                    <a:pt x="884" y="680"/>
                  </a:lnTo>
                  <a:lnTo>
                    <a:pt x="884" y="677"/>
                  </a:lnTo>
                  <a:lnTo>
                    <a:pt x="884" y="677"/>
                  </a:lnTo>
                  <a:lnTo>
                    <a:pt x="887" y="677"/>
                  </a:lnTo>
                  <a:lnTo>
                    <a:pt x="887" y="675"/>
                  </a:lnTo>
                  <a:lnTo>
                    <a:pt x="894" y="665"/>
                  </a:lnTo>
                  <a:lnTo>
                    <a:pt x="894" y="665"/>
                  </a:lnTo>
                  <a:lnTo>
                    <a:pt x="894" y="663"/>
                  </a:lnTo>
                  <a:lnTo>
                    <a:pt x="894" y="658"/>
                  </a:lnTo>
                  <a:lnTo>
                    <a:pt x="896" y="654"/>
                  </a:lnTo>
                  <a:lnTo>
                    <a:pt x="901" y="649"/>
                  </a:lnTo>
                  <a:lnTo>
                    <a:pt x="901" y="646"/>
                  </a:lnTo>
                  <a:lnTo>
                    <a:pt x="901" y="646"/>
                  </a:lnTo>
                  <a:lnTo>
                    <a:pt x="901" y="644"/>
                  </a:lnTo>
                  <a:lnTo>
                    <a:pt x="901" y="644"/>
                  </a:lnTo>
                  <a:lnTo>
                    <a:pt x="901" y="642"/>
                  </a:lnTo>
                  <a:lnTo>
                    <a:pt x="901" y="642"/>
                  </a:lnTo>
                  <a:lnTo>
                    <a:pt x="903" y="642"/>
                  </a:lnTo>
                  <a:lnTo>
                    <a:pt x="903" y="642"/>
                  </a:lnTo>
                  <a:lnTo>
                    <a:pt x="903" y="639"/>
                  </a:lnTo>
                  <a:lnTo>
                    <a:pt x="901" y="639"/>
                  </a:lnTo>
                  <a:lnTo>
                    <a:pt x="901" y="639"/>
                  </a:lnTo>
                  <a:close/>
                  <a:moveTo>
                    <a:pt x="870" y="668"/>
                  </a:moveTo>
                  <a:lnTo>
                    <a:pt x="868" y="668"/>
                  </a:lnTo>
                  <a:lnTo>
                    <a:pt x="868" y="668"/>
                  </a:lnTo>
                  <a:lnTo>
                    <a:pt x="868" y="668"/>
                  </a:lnTo>
                  <a:lnTo>
                    <a:pt x="868" y="670"/>
                  </a:lnTo>
                  <a:lnTo>
                    <a:pt x="868" y="670"/>
                  </a:lnTo>
                  <a:lnTo>
                    <a:pt x="870" y="668"/>
                  </a:lnTo>
                  <a:close/>
                  <a:moveTo>
                    <a:pt x="863" y="680"/>
                  </a:moveTo>
                  <a:lnTo>
                    <a:pt x="865" y="682"/>
                  </a:lnTo>
                  <a:lnTo>
                    <a:pt x="865" y="680"/>
                  </a:lnTo>
                  <a:lnTo>
                    <a:pt x="865" y="680"/>
                  </a:lnTo>
                  <a:lnTo>
                    <a:pt x="863" y="680"/>
                  </a:lnTo>
                  <a:close/>
                  <a:moveTo>
                    <a:pt x="856" y="691"/>
                  </a:moveTo>
                  <a:lnTo>
                    <a:pt x="858" y="691"/>
                  </a:lnTo>
                  <a:lnTo>
                    <a:pt x="856" y="691"/>
                  </a:lnTo>
                  <a:lnTo>
                    <a:pt x="856" y="691"/>
                  </a:lnTo>
                  <a:close/>
                  <a:moveTo>
                    <a:pt x="861" y="677"/>
                  </a:moveTo>
                  <a:lnTo>
                    <a:pt x="861" y="677"/>
                  </a:lnTo>
                  <a:lnTo>
                    <a:pt x="863" y="680"/>
                  </a:lnTo>
                  <a:lnTo>
                    <a:pt x="861" y="677"/>
                  </a:lnTo>
                  <a:close/>
                  <a:moveTo>
                    <a:pt x="804" y="741"/>
                  </a:moveTo>
                  <a:lnTo>
                    <a:pt x="801" y="743"/>
                  </a:lnTo>
                  <a:lnTo>
                    <a:pt x="804" y="743"/>
                  </a:lnTo>
                  <a:lnTo>
                    <a:pt x="804" y="743"/>
                  </a:lnTo>
                  <a:lnTo>
                    <a:pt x="804" y="743"/>
                  </a:lnTo>
                  <a:lnTo>
                    <a:pt x="804" y="741"/>
                  </a:lnTo>
                  <a:lnTo>
                    <a:pt x="804" y="741"/>
                  </a:lnTo>
                  <a:close/>
                  <a:moveTo>
                    <a:pt x="790" y="739"/>
                  </a:move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2" y="736"/>
                  </a:lnTo>
                  <a:lnTo>
                    <a:pt x="785" y="736"/>
                  </a:lnTo>
                  <a:lnTo>
                    <a:pt x="785" y="736"/>
                  </a:lnTo>
                  <a:lnTo>
                    <a:pt x="782" y="736"/>
                  </a:lnTo>
                  <a:lnTo>
                    <a:pt x="792" y="746"/>
                  </a:lnTo>
                  <a:lnTo>
                    <a:pt x="794" y="748"/>
                  </a:lnTo>
                  <a:lnTo>
                    <a:pt x="794" y="748"/>
                  </a:lnTo>
                  <a:lnTo>
                    <a:pt x="794" y="748"/>
                  </a:lnTo>
                  <a:lnTo>
                    <a:pt x="797" y="746"/>
                  </a:lnTo>
                  <a:lnTo>
                    <a:pt x="794" y="741"/>
                  </a:lnTo>
                  <a:lnTo>
                    <a:pt x="790" y="739"/>
                  </a:lnTo>
                  <a:close/>
                  <a:moveTo>
                    <a:pt x="782" y="743"/>
                  </a:move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6"/>
                  </a:lnTo>
                  <a:lnTo>
                    <a:pt x="782" y="748"/>
                  </a:lnTo>
                  <a:lnTo>
                    <a:pt x="782" y="748"/>
                  </a:lnTo>
                  <a:lnTo>
                    <a:pt x="785" y="748"/>
                  </a:lnTo>
                  <a:lnTo>
                    <a:pt x="785" y="746"/>
                  </a:lnTo>
                  <a:lnTo>
                    <a:pt x="782" y="746"/>
                  </a:lnTo>
                  <a:lnTo>
                    <a:pt x="782" y="743"/>
                  </a:lnTo>
                  <a:close/>
                  <a:moveTo>
                    <a:pt x="785" y="748"/>
                  </a:moveTo>
                  <a:lnTo>
                    <a:pt x="787" y="748"/>
                  </a:lnTo>
                  <a:lnTo>
                    <a:pt x="787" y="748"/>
                  </a:lnTo>
                  <a:lnTo>
                    <a:pt x="787" y="746"/>
                  </a:lnTo>
                  <a:lnTo>
                    <a:pt x="787" y="746"/>
                  </a:lnTo>
                  <a:lnTo>
                    <a:pt x="785" y="748"/>
                  </a:lnTo>
                  <a:close/>
                  <a:moveTo>
                    <a:pt x="797" y="739"/>
                  </a:moveTo>
                  <a:lnTo>
                    <a:pt x="794" y="739"/>
                  </a:lnTo>
                  <a:lnTo>
                    <a:pt x="794" y="741"/>
                  </a:lnTo>
                  <a:lnTo>
                    <a:pt x="794" y="741"/>
                  </a:lnTo>
                  <a:lnTo>
                    <a:pt x="794" y="741"/>
                  </a:lnTo>
                  <a:lnTo>
                    <a:pt x="797" y="741"/>
                  </a:lnTo>
                  <a:lnTo>
                    <a:pt x="797" y="743"/>
                  </a:lnTo>
                  <a:lnTo>
                    <a:pt x="797" y="741"/>
                  </a:lnTo>
                  <a:lnTo>
                    <a:pt x="797" y="741"/>
                  </a:lnTo>
                  <a:lnTo>
                    <a:pt x="797" y="739"/>
                  </a:lnTo>
                  <a:close/>
                  <a:moveTo>
                    <a:pt x="851" y="701"/>
                  </a:moveTo>
                  <a:lnTo>
                    <a:pt x="851" y="701"/>
                  </a:lnTo>
                  <a:lnTo>
                    <a:pt x="851" y="701"/>
                  </a:lnTo>
                  <a:lnTo>
                    <a:pt x="851" y="701"/>
                  </a:lnTo>
                  <a:close/>
                  <a:moveTo>
                    <a:pt x="853" y="713"/>
                  </a:moveTo>
                  <a:lnTo>
                    <a:pt x="853" y="713"/>
                  </a:lnTo>
                  <a:lnTo>
                    <a:pt x="853" y="713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51" y="713"/>
                  </a:lnTo>
                  <a:lnTo>
                    <a:pt x="849" y="717"/>
                  </a:lnTo>
                  <a:lnTo>
                    <a:pt x="846" y="717"/>
                  </a:lnTo>
                  <a:lnTo>
                    <a:pt x="846" y="717"/>
                  </a:lnTo>
                  <a:lnTo>
                    <a:pt x="846" y="717"/>
                  </a:lnTo>
                  <a:lnTo>
                    <a:pt x="851" y="717"/>
                  </a:lnTo>
                  <a:lnTo>
                    <a:pt x="853" y="717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5"/>
                  </a:lnTo>
                  <a:lnTo>
                    <a:pt x="853" y="713"/>
                  </a:lnTo>
                  <a:lnTo>
                    <a:pt x="853" y="713"/>
                  </a:lnTo>
                  <a:close/>
                  <a:moveTo>
                    <a:pt x="842" y="691"/>
                  </a:moveTo>
                  <a:lnTo>
                    <a:pt x="842" y="691"/>
                  </a:lnTo>
                  <a:lnTo>
                    <a:pt x="842" y="691"/>
                  </a:lnTo>
                  <a:lnTo>
                    <a:pt x="842" y="691"/>
                  </a:lnTo>
                  <a:close/>
                  <a:moveTo>
                    <a:pt x="827" y="729"/>
                  </a:moveTo>
                  <a:lnTo>
                    <a:pt x="827" y="729"/>
                  </a:lnTo>
                  <a:lnTo>
                    <a:pt x="825" y="732"/>
                  </a:lnTo>
                  <a:lnTo>
                    <a:pt x="820" y="734"/>
                  </a:lnTo>
                  <a:lnTo>
                    <a:pt x="818" y="736"/>
                  </a:lnTo>
                  <a:lnTo>
                    <a:pt x="818" y="736"/>
                  </a:lnTo>
                  <a:lnTo>
                    <a:pt x="818" y="736"/>
                  </a:lnTo>
                  <a:lnTo>
                    <a:pt x="820" y="734"/>
                  </a:lnTo>
                  <a:lnTo>
                    <a:pt x="823" y="734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3" y="736"/>
                  </a:lnTo>
                  <a:lnTo>
                    <a:pt x="825" y="734"/>
                  </a:lnTo>
                  <a:lnTo>
                    <a:pt x="825" y="734"/>
                  </a:lnTo>
                  <a:lnTo>
                    <a:pt x="827" y="732"/>
                  </a:lnTo>
                  <a:lnTo>
                    <a:pt x="827" y="732"/>
                  </a:lnTo>
                  <a:lnTo>
                    <a:pt x="827" y="729"/>
                  </a:lnTo>
                  <a:lnTo>
                    <a:pt x="827" y="729"/>
                  </a:lnTo>
                  <a:close/>
                  <a:moveTo>
                    <a:pt x="839" y="722"/>
                  </a:moveTo>
                  <a:lnTo>
                    <a:pt x="839" y="722"/>
                  </a:lnTo>
                  <a:lnTo>
                    <a:pt x="837" y="725"/>
                  </a:lnTo>
                  <a:lnTo>
                    <a:pt x="827" y="732"/>
                  </a:lnTo>
                  <a:lnTo>
                    <a:pt x="830" y="732"/>
                  </a:lnTo>
                  <a:lnTo>
                    <a:pt x="830" y="732"/>
                  </a:lnTo>
                  <a:lnTo>
                    <a:pt x="837" y="727"/>
                  </a:lnTo>
                  <a:lnTo>
                    <a:pt x="837" y="725"/>
                  </a:lnTo>
                  <a:lnTo>
                    <a:pt x="839" y="725"/>
                  </a:lnTo>
                  <a:lnTo>
                    <a:pt x="839" y="725"/>
                  </a:lnTo>
                  <a:lnTo>
                    <a:pt x="839" y="725"/>
                  </a:lnTo>
                  <a:lnTo>
                    <a:pt x="839" y="722"/>
                  </a:lnTo>
                  <a:lnTo>
                    <a:pt x="839" y="722"/>
                  </a:lnTo>
                  <a:close/>
                  <a:moveTo>
                    <a:pt x="853" y="689"/>
                  </a:moveTo>
                  <a:lnTo>
                    <a:pt x="853" y="687"/>
                  </a:lnTo>
                  <a:lnTo>
                    <a:pt x="853" y="687"/>
                  </a:lnTo>
                  <a:lnTo>
                    <a:pt x="853" y="689"/>
                  </a:lnTo>
                  <a:lnTo>
                    <a:pt x="853" y="689"/>
                  </a:lnTo>
                  <a:close/>
                  <a:moveTo>
                    <a:pt x="905" y="620"/>
                  </a:moveTo>
                  <a:lnTo>
                    <a:pt x="905" y="620"/>
                  </a:lnTo>
                  <a:lnTo>
                    <a:pt x="905" y="620"/>
                  </a:lnTo>
                  <a:lnTo>
                    <a:pt x="905" y="620"/>
                  </a:lnTo>
                  <a:lnTo>
                    <a:pt x="905" y="630"/>
                  </a:lnTo>
                  <a:lnTo>
                    <a:pt x="903" y="630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3" y="632"/>
                  </a:lnTo>
                  <a:lnTo>
                    <a:pt x="905" y="630"/>
                  </a:lnTo>
                  <a:lnTo>
                    <a:pt x="905" y="627"/>
                  </a:lnTo>
                  <a:lnTo>
                    <a:pt x="905" y="625"/>
                  </a:lnTo>
                  <a:lnTo>
                    <a:pt x="905" y="623"/>
                  </a:lnTo>
                  <a:lnTo>
                    <a:pt x="905" y="623"/>
                  </a:lnTo>
                  <a:lnTo>
                    <a:pt x="905" y="620"/>
                  </a:lnTo>
                  <a:lnTo>
                    <a:pt x="905" y="620"/>
                  </a:lnTo>
                  <a:lnTo>
                    <a:pt x="905" y="620"/>
                  </a:lnTo>
                  <a:close/>
                  <a:moveTo>
                    <a:pt x="882" y="672"/>
                  </a:moveTo>
                  <a:lnTo>
                    <a:pt x="882" y="672"/>
                  </a:lnTo>
                  <a:lnTo>
                    <a:pt x="882" y="672"/>
                  </a:lnTo>
                  <a:lnTo>
                    <a:pt x="882" y="672"/>
                  </a:lnTo>
                  <a:lnTo>
                    <a:pt x="882" y="675"/>
                  </a:lnTo>
                  <a:lnTo>
                    <a:pt x="879" y="675"/>
                  </a:lnTo>
                  <a:lnTo>
                    <a:pt x="879" y="675"/>
                  </a:lnTo>
                  <a:lnTo>
                    <a:pt x="882" y="675"/>
                  </a:lnTo>
                  <a:lnTo>
                    <a:pt x="882" y="672"/>
                  </a:lnTo>
                  <a:lnTo>
                    <a:pt x="882" y="672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69" name="Freeform 47">
              <a:extLst>
                <a:ext uri="{FF2B5EF4-FFF2-40B4-BE49-F238E27FC236}">
                  <a16:creationId xmlns:a16="http://schemas.microsoft.com/office/drawing/2014/main" id="{731DB556-A388-42FC-A8DF-F729FE1F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3295" y="2657698"/>
              <a:ext cx="100071" cy="163324"/>
            </a:xfrm>
            <a:custGeom>
              <a:avLst/>
              <a:gdLst>
                <a:gd name="T0" fmla="*/ 30 w 106"/>
                <a:gd name="T1" fmla="*/ 7 h 173"/>
                <a:gd name="T2" fmla="*/ 28 w 106"/>
                <a:gd name="T3" fmla="*/ 14 h 173"/>
                <a:gd name="T4" fmla="*/ 21 w 106"/>
                <a:gd name="T5" fmla="*/ 24 h 173"/>
                <a:gd name="T6" fmla="*/ 21 w 106"/>
                <a:gd name="T7" fmla="*/ 29 h 173"/>
                <a:gd name="T8" fmla="*/ 23 w 106"/>
                <a:gd name="T9" fmla="*/ 33 h 173"/>
                <a:gd name="T10" fmla="*/ 28 w 106"/>
                <a:gd name="T11" fmla="*/ 38 h 173"/>
                <a:gd name="T12" fmla="*/ 26 w 106"/>
                <a:gd name="T13" fmla="*/ 45 h 173"/>
                <a:gd name="T14" fmla="*/ 30 w 106"/>
                <a:gd name="T15" fmla="*/ 50 h 173"/>
                <a:gd name="T16" fmla="*/ 40 w 106"/>
                <a:gd name="T17" fmla="*/ 59 h 173"/>
                <a:gd name="T18" fmla="*/ 42 w 106"/>
                <a:gd name="T19" fmla="*/ 59 h 173"/>
                <a:gd name="T20" fmla="*/ 49 w 106"/>
                <a:gd name="T21" fmla="*/ 69 h 173"/>
                <a:gd name="T22" fmla="*/ 54 w 106"/>
                <a:gd name="T23" fmla="*/ 83 h 173"/>
                <a:gd name="T24" fmla="*/ 56 w 106"/>
                <a:gd name="T25" fmla="*/ 88 h 173"/>
                <a:gd name="T26" fmla="*/ 59 w 106"/>
                <a:gd name="T27" fmla="*/ 93 h 173"/>
                <a:gd name="T28" fmla="*/ 66 w 106"/>
                <a:gd name="T29" fmla="*/ 102 h 173"/>
                <a:gd name="T30" fmla="*/ 68 w 106"/>
                <a:gd name="T31" fmla="*/ 107 h 173"/>
                <a:gd name="T32" fmla="*/ 85 w 106"/>
                <a:gd name="T33" fmla="*/ 119 h 173"/>
                <a:gd name="T34" fmla="*/ 92 w 106"/>
                <a:gd name="T35" fmla="*/ 116 h 173"/>
                <a:gd name="T36" fmla="*/ 99 w 106"/>
                <a:gd name="T37" fmla="*/ 135 h 173"/>
                <a:gd name="T38" fmla="*/ 94 w 106"/>
                <a:gd name="T39" fmla="*/ 128 h 173"/>
                <a:gd name="T40" fmla="*/ 92 w 106"/>
                <a:gd name="T41" fmla="*/ 135 h 173"/>
                <a:gd name="T42" fmla="*/ 89 w 106"/>
                <a:gd name="T43" fmla="*/ 135 h 173"/>
                <a:gd name="T44" fmla="*/ 89 w 106"/>
                <a:gd name="T45" fmla="*/ 135 h 173"/>
                <a:gd name="T46" fmla="*/ 94 w 106"/>
                <a:gd name="T47" fmla="*/ 138 h 173"/>
                <a:gd name="T48" fmla="*/ 87 w 106"/>
                <a:gd name="T49" fmla="*/ 142 h 173"/>
                <a:gd name="T50" fmla="*/ 87 w 106"/>
                <a:gd name="T51" fmla="*/ 145 h 173"/>
                <a:gd name="T52" fmla="*/ 87 w 106"/>
                <a:gd name="T53" fmla="*/ 147 h 173"/>
                <a:gd name="T54" fmla="*/ 94 w 106"/>
                <a:gd name="T55" fmla="*/ 142 h 173"/>
                <a:gd name="T56" fmla="*/ 97 w 106"/>
                <a:gd name="T57" fmla="*/ 145 h 173"/>
                <a:gd name="T58" fmla="*/ 99 w 106"/>
                <a:gd name="T59" fmla="*/ 140 h 173"/>
                <a:gd name="T60" fmla="*/ 99 w 106"/>
                <a:gd name="T61" fmla="*/ 138 h 173"/>
                <a:gd name="T62" fmla="*/ 101 w 106"/>
                <a:gd name="T63" fmla="*/ 147 h 173"/>
                <a:gd name="T64" fmla="*/ 106 w 106"/>
                <a:gd name="T65" fmla="*/ 154 h 173"/>
                <a:gd name="T66" fmla="*/ 104 w 106"/>
                <a:gd name="T67" fmla="*/ 159 h 173"/>
                <a:gd name="T68" fmla="*/ 101 w 106"/>
                <a:gd name="T69" fmla="*/ 159 h 173"/>
                <a:gd name="T70" fmla="*/ 94 w 106"/>
                <a:gd name="T71" fmla="*/ 161 h 173"/>
                <a:gd name="T72" fmla="*/ 73 w 106"/>
                <a:gd name="T73" fmla="*/ 166 h 173"/>
                <a:gd name="T74" fmla="*/ 49 w 106"/>
                <a:gd name="T75" fmla="*/ 171 h 173"/>
                <a:gd name="T76" fmla="*/ 40 w 106"/>
                <a:gd name="T77" fmla="*/ 161 h 173"/>
                <a:gd name="T78" fmla="*/ 33 w 106"/>
                <a:gd name="T79" fmla="*/ 135 h 173"/>
                <a:gd name="T80" fmla="*/ 26 w 106"/>
                <a:gd name="T81" fmla="*/ 109 h 173"/>
                <a:gd name="T82" fmla="*/ 18 w 106"/>
                <a:gd name="T83" fmla="*/ 83 h 173"/>
                <a:gd name="T84" fmla="*/ 9 w 106"/>
                <a:gd name="T85" fmla="*/ 55 h 173"/>
                <a:gd name="T86" fmla="*/ 2 w 106"/>
                <a:gd name="T87" fmla="*/ 29 h 173"/>
                <a:gd name="T88" fmla="*/ 2 w 106"/>
                <a:gd name="T89" fmla="*/ 22 h 173"/>
                <a:gd name="T90" fmla="*/ 7 w 106"/>
                <a:gd name="T91" fmla="*/ 7 h 173"/>
                <a:gd name="T92" fmla="*/ 11 w 106"/>
                <a:gd name="T93" fmla="*/ 3 h 173"/>
                <a:gd name="T94" fmla="*/ 18 w 106"/>
                <a:gd name="T95" fmla="*/ 0 h 173"/>
                <a:gd name="T96" fmla="*/ 30 w 106"/>
                <a:gd name="T97" fmla="*/ 0 h 173"/>
                <a:gd name="T98" fmla="*/ 33 w 106"/>
                <a:gd name="T99" fmla="*/ 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6" h="173">
                  <a:moveTo>
                    <a:pt x="33" y="3"/>
                  </a:moveTo>
                  <a:lnTo>
                    <a:pt x="33" y="3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6" y="22"/>
                  </a:lnTo>
                  <a:lnTo>
                    <a:pt x="23" y="22"/>
                  </a:lnTo>
                  <a:lnTo>
                    <a:pt x="21" y="24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31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28" y="41"/>
                  </a:lnTo>
                  <a:lnTo>
                    <a:pt x="26" y="43"/>
                  </a:lnTo>
                  <a:lnTo>
                    <a:pt x="26" y="45"/>
                  </a:lnTo>
                  <a:lnTo>
                    <a:pt x="28" y="48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3" y="52"/>
                  </a:lnTo>
                  <a:lnTo>
                    <a:pt x="37" y="59"/>
                  </a:lnTo>
                  <a:lnTo>
                    <a:pt x="40" y="59"/>
                  </a:lnTo>
                  <a:lnTo>
                    <a:pt x="40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4" y="62"/>
                  </a:lnTo>
                  <a:lnTo>
                    <a:pt x="49" y="67"/>
                  </a:lnTo>
                  <a:lnTo>
                    <a:pt x="49" y="69"/>
                  </a:lnTo>
                  <a:lnTo>
                    <a:pt x="52" y="71"/>
                  </a:lnTo>
                  <a:lnTo>
                    <a:pt x="52" y="81"/>
                  </a:lnTo>
                  <a:lnTo>
                    <a:pt x="54" y="83"/>
                  </a:lnTo>
                  <a:lnTo>
                    <a:pt x="54" y="83"/>
                  </a:lnTo>
                  <a:lnTo>
                    <a:pt x="54" y="85"/>
                  </a:lnTo>
                  <a:lnTo>
                    <a:pt x="56" y="88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9" y="93"/>
                  </a:lnTo>
                  <a:lnTo>
                    <a:pt x="61" y="95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4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75" y="112"/>
                  </a:lnTo>
                  <a:lnTo>
                    <a:pt x="82" y="116"/>
                  </a:lnTo>
                  <a:lnTo>
                    <a:pt x="85" y="119"/>
                  </a:lnTo>
                  <a:lnTo>
                    <a:pt x="89" y="119"/>
                  </a:lnTo>
                  <a:lnTo>
                    <a:pt x="92" y="119"/>
                  </a:lnTo>
                  <a:lnTo>
                    <a:pt x="92" y="116"/>
                  </a:lnTo>
                  <a:lnTo>
                    <a:pt x="94" y="119"/>
                  </a:lnTo>
                  <a:lnTo>
                    <a:pt x="99" y="130"/>
                  </a:lnTo>
                  <a:lnTo>
                    <a:pt x="99" y="135"/>
                  </a:lnTo>
                  <a:lnTo>
                    <a:pt x="99" y="135"/>
                  </a:lnTo>
                  <a:lnTo>
                    <a:pt x="97" y="130"/>
                  </a:lnTo>
                  <a:lnTo>
                    <a:pt x="94" y="128"/>
                  </a:lnTo>
                  <a:lnTo>
                    <a:pt x="89" y="130"/>
                  </a:lnTo>
                  <a:lnTo>
                    <a:pt x="89" y="130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89" y="135"/>
                  </a:lnTo>
                  <a:lnTo>
                    <a:pt x="92" y="135"/>
                  </a:lnTo>
                  <a:lnTo>
                    <a:pt x="92" y="138"/>
                  </a:lnTo>
                  <a:lnTo>
                    <a:pt x="94" y="138"/>
                  </a:lnTo>
                  <a:lnTo>
                    <a:pt x="97" y="138"/>
                  </a:lnTo>
                  <a:lnTo>
                    <a:pt x="94" y="140"/>
                  </a:lnTo>
                  <a:lnTo>
                    <a:pt x="87" y="142"/>
                  </a:lnTo>
                  <a:lnTo>
                    <a:pt x="87" y="145"/>
                  </a:lnTo>
                  <a:lnTo>
                    <a:pt x="89" y="145"/>
                  </a:lnTo>
                  <a:lnTo>
                    <a:pt x="87" y="145"/>
                  </a:lnTo>
                  <a:lnTo>
                    <a:pt x="87" y="147"/>
                  </a:lnTo>
                  <a:lnTo>
                    <a:pt x="87" y="147"/>
                  </a:lnTo>
                  <a:lnTo>
                    <a:pt x="87" y="147"/>
                  </a:lnTo>
                  <a:lnTo>
                    <a:pt x="89" y="147"/>
                  </a:lnTo>
                  <a:lnTo>
                    <a:pt x="92" y="145"/>
                  </a:lnTo>
                  <a:lnTo>
                    <a:pt x="94" y="142"/>
                  </a:lnTo>
                  <a:lnTo>
                    <a:pt x="94" y="145"/>
                  </a:lnTo>
                  <a:lnTo>
                    <a:pt x="97" y="145"/>
                  </a:lnTo>
                  <a:lnTo>
                    <a:pt x="97" y="145"/>
                  </a:lnTo>
                  <a:lnTo>
                    <a:pt x="99" y="145"/>
                  </a:lnTo>
                  <a:lnTo>
                    <a:pt x="99" y="142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38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7"/>
                  </a:lnTo>
                  <a:lnTo>
                    <a:pt x="104" y="149"/>
                  </a:lnTo>
                  <a:lnTo>
                    <a:pt x="104" y="152"/>
                  </a:lnTo>
                  <a:lnTo>
                    <a:pt x="106" y="154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56"/>
                  </a:lnTo>
                  <a:lnTo>
                    <a:pt x="104" y="156"/>
                  </a:lnTo>
                  <a:lnTo>
                    <a:pt x="101" y="159"/>
                  </a:lnTo>
                  <a:lnTo>
                    <a:pt x="101" y="159"/>
                  </a:lnTo>
                  <a:lnTo>
                    <a:pt x="99" y="159"/>
                  </a:lnTo>
                  <a:lnTo>
                    <a:pt x="94" y="161"/>
                  </a:lnTo>
                  <a:lnTo>
                    <a:pt x="87" y="161"/>
                  </a:lnTo>
                  <a:lnTo>
                    <a:pt x="80" y="164"/>
                  </a:lnTo>
                  <a:lnTo>
                    <a:pt x="73" y="166"/>
                  </a:lnTo>
                  <a:lnTo>
                    <a:pt x="66" y="166"/>
                  </a:lnTo>
                  <a:lnTo>
                    <a:pt x="56" y="168"/>
                  </a:lnTo>
                  <a:lnTo>
                    <a:pt x="49" y="171"/>
                  </a:lnTo>
                  <a:lnTo>
                    <a:pt x="42" y="173"/>
                  </a:lnTo>
                  <a:lnTo>
                    <a:pt x="40" y="166"/>
                  </a:lnTo>
                  <a:lnTo>
                    <a:pt x="40" y="161"/>
                  </a:lnTo>
                  <a:lnTo>
                    <a:pt x="37" y="152"/>
                  </a:lnTo>
                  <a:lnTo>
                    <a:pt x="35" y="142"/>
                  </a:lnTo>
                  <a:lnTo>
                    <a:pt x="33" y="135"/>
                  </a:lnTo>
                  <a:lnTo>
                    <a:pt x="30" y="126"/>
                  </a:lnTo>
                  <a:lnTo>
                    <a:pt x="28" y="116"/>
                  </a:lnTo>
                  <a:lnTo>
                    <a:pt x="26" y="109"/>
                  </a:lnTo>
                  <a:lnTo>
                    <a:pt x="23" y="100"/>
                  </a:lnTo>
                  <a:lnTo>
                    <a:pt x="21" y="90"/>
                  </a:lnTo>
                  <a:lnTo>
                    <a:pt x="18" y="83"/>
                  </a:lnTo>
                  <a:lnTo>
                    <a:pt x="16" y="74"/>
                  </a:lnTo>
                  <a:lnTo>
                    <a:pt x="14" y="64"/>
                  </a:lnTo>
                  <a:lnTo>
                    <a:pt x="9" y="55"/>
                  </a:lnTo>
                  <a:lnTo>
                    <a:pt x="7" y="48"/>
                  </a:lnTo>
                  <a:lnTo>
                    <a:pt x="4" y="38"/>
                  </a:lnTo>
                  <a:lnTo>
                    <a:pt x="2" y="29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17"/>
                  </a:lnTo>
                  <a:lnTo>
                    <a:pt x="4" y="12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0" name="Freeform 48">
              <a:extLst>
                <a:ext uri="{FF2B5EF4-FFF2-40B4-BE49-F238E27FC236}">
                  <a16:creationId xmlns:a16="http://schemas.microsoft.com/office/drawing/2014/main" id="{8606235A-F3A7-4935-8EF6-54086955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280" y="2783258"/>
              <a:ext cx="17938" cy="21714"/>
            </a:xfrm>
            <a:custGeom>
              <a:avLst/>
              <a:gdLst>
                <a:gd name="T0" fmla="*/ 14 w 19"/>
                <a:gd name="T1" fmla="*/ 23 h 23"/>
                <a:gd name="T2" fmla="*/ 12 w 19"/>
                <a:gd name="T3" fmla="*/ 21 h 23"/>
                <a:gd name="T4" fmla="*/ 12 w 19"/>
                <a:gd name="T5" fmla="*/ 14 h 23"/>
                <a:gd name="T6" fmla="*/ 7 w 19"/>
                <a:gd name="T7" fmla="*/ 12 h 23"/>
                <a:gd name="T8" fmla="*/ 7 w 19"/>
                <a:gd name="T9" fmla="*/ 12 h 23"/>
                <a:gd name="T10" fmla="*/ 5 w 19"/>
                <a:gd name="T11" fmla="*/ 12 h 23"/>
                <a:gd name="T12" fmla="*/ 2 w 19"/>
                <a:gd name="T13" fmla="*/ 9 h 23"/>
                <a:gd name="T14" fmla="*/ 0 w 19"/>
                <a:gd name="T15" fmla="*/ 9 h 23"/>
                <a:gd name="T16" fmla="*/ 7 w 19"/>
                <a:gd name="T17" fmla="*/ 0 h 23"/>
                <a:gd name="T18" fmla="*/ 19 w 19"/>
                <a:gd name="T19" fmla="*/ 12 h 23"/>
                <a:gd name="T20" fmla="*/ 14 w 19"/>
                <a:gd name="T21" fmla="*/ 23 h 23"/>
                <a:gd name="T22" fmla="*/ 14 w 19"/>
                <a:gd name="T2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3">
                  <a:moveTo>
                    <a:pt x="14" y="23"/>
                  </a:moveTo>
                  <a:lnTo>
                    <a:pt x="12" y="21"/>
                  </a:lnTo>
                  <a:lnTo>
                    <a:pt x="12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2" y="9"/>
                  </a:lnTo>
                  <a:lnTo>
                    <a:pt x="0" y="9"/>
                  </a:lnTo>
                  <a:lnTo>
                    <a:pt x="7" y="0"/>
                  </a:lnTo>
                  <a:lnTo>
                    <a:pt x="19" y="12"/>
                  </a:lnTo>
                  <a:lnTo>
                    <a:pt x="14" y="23"/>
                  </a:lnTo>
                  <a:lnTo>
                    <a:pt x="14" y="2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1" name="Freeform 49">
              <a:extLst>
                <a:ext uri="{FF2B5EF4-FFF2-40B4-BE49-F238E27FC236}">
                  <a16:creationId xmlns:a16="http://schemas.microsoft.com/office/drawing/2014/main" id="{4BE17B10-7760-4F93-9F35-C9C319411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5849" y="2333883"/>
              <a:ext cx="163324" cy="153883"/>
            </a:xfrm>
            <a:custGeom>
              <a:avLst/>
              <a:gdLst>
                <a:gd name="T0" fmla="*/ 161 w 173"/>
                <a:gd name="T1" fmla="*/ 21 h 163"/>
                <a:gd name="T2" fmla="*/ 168 w 173"/>
                <a:gd name="T3" fmla="*/ 47 h 163"/>
                <a:gd name="T4" fmla="*/ 173 w 173"/>
                <a:gd name="T5" fmla="*/ 71 h 163"/>
                <a:gd name="T6" fmla="*/ 173 w 173"/>
                <a:gd name="T7" fmla="*/ 81 h 163"/>
                <a:gd name="T8" fmla="*/ 170 w 173"/>
                <a:gd name="T9" fmla="*/ 83 h 163"/>
                <a:gd name="T10" fmla="*/ 166 w 173"/>
                <a:gd name="T11" fmla="*/ 81 h 163"/>
                <a:gd name="T12" fmla="*/ 149 w 173"/>
                <a:gd name="T13" fmla="*/ 85 h 163"/>
                <a:gd name="T14" fmla="*/ 147 w 173"/>
                <a:gd name="T15" fmla="*/ 92 h 163"/>
                <a:gd name="T16" fmla="*/ 137 w 173"/>
                <a:gd name="T17" fmla="*/ 95 h 163"/>
                <a:gd name="T18" fmla="*/ 128 w 173"/>
                <a:gd name="T19" fmla="*/ 97 h 163"/>
                <a:gd name="T20" fmla="*/ 125 w 173"/>
                <a:gd name="T21" fmla="*/ 95 h 163"/>
                <a:gd name="T22" fmla="*/ 123 w 173"/>
                <a:gd name="T23" fmla="*/ 90 h 163"/>
                <a:gd name="T24" fmla="*/ 125 w 173"/>
                <a:gd name="T25" fmla="*/ 95 h 163"/>
                <a:gd name="T26" fmla="*/ 125 w 173"/>
                <a:gd name="T27" fmla="*/ 102 h 163"/>
                <a:gd name="T28" fmla="*/ 116 w 173"/>
                <a:gd name="T29" fmla="*/ 104 h 163"/>
                <a:gd name="T30" fmla="*/ 111 w 173"/>
                <a:gd name="T31" fmla="*/ 107 h 163"/>
                <a:gd name="T32" fmla="*/ 109 w 173"/>
                <a:gd name="T33" fmla="*/ 107 h 163"/>
                <a:gd name="T34" fmla="*/ 97 w 173"/>
                <a:gd name="T35" fmla="*/ 109 h 163"/>
                <a:gd name="T36" fmla="*/ 95 w 173"/>
                <a:gd name="T37" fmla="*/ 111 h 163"/>
                <a:gd name="T38" fmla="*/ 87 w 173"/>
                <a:gd name="T39" fmla="*/ 111 h 163"/>
                <a:gd name="T40" fmla="*/ 83 w 173"/>
                <a:gd name="T41" fmla="*/ 114 h 163"/>
                <a:gd name="T42" fmla="*/ 76 w 173"/>
                <a:gd name="T43" fmla="*/ 111 h 163"/>
                <a:gd name="T44" fmla="*/ 73 w 173"/>
                <a:gd name="T45" fmla="*/ 114 h 163"/>
                <a:gd name="T46" fmla="*/ 66 w 173"/>
                <a:gd name="T47" fmla="*/ 123 h 163"/>
                <a:gd name="T48" fmla="*/ 61 w 173"/>
                <a:gd name="T49" fmla="*/ 128 h 163"/>
                <a:gd name="T50" fmla="*/ 59 w 173"/>
                <a:gd name="T51" fmla="*/ 130 h 163"/>
                <a:gd name="T52" fmla="*/ 54 w 173"/>
                <a:gd name="T53" fmla="*/ 133 h 163"/>
                <a:gd name="T54" fmla="*/ 50 w 173"/>
                <a:gd name="T55" fmla="*/ 135 h 163"/>
                <a:gd name="T56" fmla="*/ 50 w 173"/>
                <a:gd name="T57" fmla="*/ 135 h 163"/>
                <a:gd name="T58" fmla="*/ 47 w 173"/>
                <a:gd name="T59" fmla="*/ 137 h 163"/>
                <a:gd name="T60" fmla="*/ 45 w 173"/>
                <a:gd name="T61" fmla="*/ 140 h 163"/>
                <a:gd name="T62" fmla="*/ 40 w 173"/>
                <a:gd name="T63" fmla="*/ 142 h 163"/>
                <a:gd name="T64" fmla="*/ 38 w 173"/>
                <a:gd name="T65" fmla="*/ 147 h 163"/>
                <a:gd name="T66" fmla="*/ 28 w 173"/>
                <a:gd name="T67" fmla="*/ 154 h 163"/>
                <a:gd name="T68" fmla="*/ 24 w 173"/>
                <a:gd name="T69" fmla="*/ 159 h 163"/>
                <a:gd name="T70" fmla="*/ 16 w 173"/>
                <a:gd name="T71" fmla="*/ 159 h 163"/>
                <a:gd name="T72" fmla="*/ 14 w 173"/>
                <a:gd name="T73" fmla="*/ 161 h 163"/>
                <a:gd name="T74" fmla="*/ 12 w 173"/>
                <a:gd name="T75" fmla="*/ 161 h 163"/>
                <a:gd name="T76" fmla="*/ 5 w 173"/>
                <a:gd name="T77" fmla="*/ 154 h 163"/>
                <a:gd name="T78" fmla="*/ 19 w 173"/>
                <a:gd name="T79" fmla="*/ 140 h 163"/>
                <a:gd name="T80" fmla="*/ 19 w 173"/>
                <a:gd name="T81" fmla="*/ 130 h 163"/>
                <a:gd name="T82" fmla="*/ 14 w 173"/>
                <a:gd name="T83" fmla="*/ 118 h 163"/>
                <a:gd name="T84" fmla="*/ 9 w 173"/>
                <a:gd name="T85" fmla="*/ 95 h 163"/>
                <a:gd name="T86" fmla="*/ 7 w 173"/>
                <a:gd name="T87" fmla="*/ 73 h 163"/>
                <a:gd name="T88" fmla="*/ 2 w 173"/>
                <a:gd name="T89" fmla="*/ 52 h 163"/>
                <a:gd name="T90" fmla="*/ 12 w 173"/>
                <a:gd name="T91" fmla="*/ 31 h 163"/>
                <a:gd name="T92" fmla="*/ 52 w 173"/>
                <a:gd name="T93" fmla="*/ 24 h 163"/>
                <a:gd name="T94" fmla="*/ 66 w 173"/>
                <a:gd name="T95" fmla="*/ 24 h 163"/>
                <a:gd name="T96" fmla="*/ 83 w 173"/>
                <a:gd name="T97" fmla="*/ 17 h 163"/>
                <a:gd name="T98" fmla="*/ 104 w 173"/>
                <a:gd name="T99" fmla="*/ 12 h 163"/>
                <a:gd name="T100" fmla="*/ 154 w 173"/>
                <a:gd name="T101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3" h="163">
                  <a:moveTo>
                    <a:pt x="154" y="0"/>
                  </a:moveTo>
                  <a:lnTo>
                    <a:pt x="156" y="7"/>
                  </a:lnTo>
                  <a:lnTo>
                    <a:pt x="158" y="14"/>
                  </a:lnTo>
                  <a:lnTo>
                    <a:pt x="161" y="21"/>
                  </a:lnTo>
                  <a:lnTo>
                    <a:pt x="163" y="28"/>
                  </a:lnTo>
                  <a:lnTo>
                    <a:pt x="163" y="36"/>
                  </a:lnTo>
                  <a:lnTo>
                    <a:pt x="166" y="43"/>
                  </a:lnTo>
                  <a:lnTo>
                    <a:pt x="168" y="47"/>
                  </a:lnTo>
                  <a:lnTo>
                    <a:pt x="170" y="55"/>
                  </a:lnTo>
                  <a:lnTo>
                    <a:pt x="170" y="59"/>
                  </a:lnTo>
                  <a:lnTo>
                    <a:pt x="170" y="64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0" y="73"/>
                  </a:lnTo>
                  <a:lnTo>
                    <a:pt x="170" y="76"/>
                  </a:lnTo>
                  <a:lnTo>
                    <a:pt x="173" y="81"/>
                  </a:lnTo>
                  <a:lnTo>
                    <a:pt x="173" y="83"/>
                  </a:lnTo>
                  <a:lnTo>
                    <a:pt x="170" y="85"/>
                  </a:lnTo>
                  <a:lnTo>
                    <a:pt x="168" y="83"/>
                  </a:lnTo>
                  <a:lnTo>
                    <a:pt x="170" y="83"/>
                  </a:lnTo>
                  <a:lnTo>
                    <a:pt x="170" y="83"/>
                  </a:lnTo>
                  <a:lnTo>
                    <a:pt x="168" y="83"/>
                  </a:lnTo>
                  <a:lnTo>
                    <a:pt x="168" y="81"/>
                  </a:lnTo>
                  <a:lnTo>
                    <a:pt x="166" y="81"/>
                  </a:lnTo>
                  <a:lnTo>
                    <a:pt x="161" y="83"/>
                  </a:lnTo>
                  <a:lnTo>
                    <a:pt x="158" y="83"/>
                  </a:lnTo>
                  <a:lnTo>
                    <a:pt x="154" y="88"/>
                  </a:lnTo>
                  <a:lnTo>
                    <a:pt x="149" y="85"/>
                  </a:lnTo>
                  <a:lnTo>
                    <a:pt x="149" y="88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47" y="92"/>
                  </a:lnTo>
                  <a:lnTo>
                    <a:pt x="142" y="90"/>
                  </a:lnTo>
                  <a:lnTo>
                    <a:pt x="139" y="92"/>
                  </a:lnTo>
                  <a:lnTo>
                    <a:pt x="139" y="95"/>
                  </a:lnTo>
                  <a:lnTo>
                    <a:pt x="137" y="95"/>
                  </a:lnTo>
                  <a:lnTo>
                    <a:pt x="132" y="99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5" y="97"/>
                  </a:lnTo>
                  <a:lnTo>
                    <a:pt x="125" y="97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2"/>
                  </a:lnTo>
                  <a:lnTo>
                    <a:pt x="125" y="92"/>
                  </a:lnTo>
                  <a:lnTo>
                    <a:pt x="123" y="92"/>
                  </a:lnTo>
                  <a:lnTo>
                    <a:pt x="123" y="90"/>
                  </a:lnTo>
                  <a:lnTo>
                    <a:pt x="121" y="90"/>
                  </a:lnTo>
                  <a:lnTo>
                    <a:pt x="121" y="92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2"/>
                  </a:lnTo>
                  <a:lnTo>
                    <a:pt x="123" y="102"/>
                  </a:lnTo>
                  <a:lnTo>
                    <a:pt x="118" y="102"/>
                  </a:lnTo>
                  <a:lnTo>
                    <a:pt x="116" y="102"/>
                  </a:lnTo>
                  <a:lnTo>
                    <a:pt x="116" y="104"/>
                  </a:lnTo>
                  <a:lnTo>
                    <a:pt x="113" y="104"/>
                  </a:lnTo>
                  <a:lnTo>
                    <a:pt x="113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09" y="107"/>
                  </a:lnTo>
                  <a:lnTo>
                    <a:pt x="106" y="107"/>
                  </a:lnTo>
                  <a:lnTo>
                    <a:pt x="104" y="107"/>
                  </a:lnTo>
                  <a:lnTo>
                    <a:pt x="97" y="109"/>
                  </a:lnTo>
                  <a:lnTo>
                    <a:pt x="97" y="109"/>
                  </a:lnTo>
                  <a:lnTo>
                    <a:pt x="97" y="111"/>
                  </a:lnTo>
                  <a:lnTo>
                    <a:pt x="97" y="111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2" y="111"/>
                  </a:lnTo>
                  <a:lnTo>
                    <a:pt x="92" y="111"/>
                  </a:lnTo>
                  <a:lnTo>
                    <a:pt x="90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5" y="114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78" y="116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6" y="111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1" y="118"/>
                  </a:lnTo>
                  <a:lnTo>
                    <a:pt x="69" y="121"/>
                  </a:lnTo>
                  <a:lnTo>
                    <a:pt x="69" y="123"/>
                  </a:lnTo>
                  <a:lnTo>
                    <a:pt x="66" y="123"/>
                  </a:lnTo>
                  <a:lnTo>
                    <a:pt x="64" y="123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61" y="128"/>
                  </a:lnTo>
                  <a:lnTo>
                    <a:pt x="61" y="128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9" y="133"/>
                  </a:lnTo>
                  <a:lnTo>
                    <a:pt x="57" y="133"/>
                  </a:lnTo>
                  <a:lnTo>
                    <a:pt x="57" y="133"/>
                  </a:lnTo>
                  <a:lnTo>
                    <a:pt x="54" y="133"/>
                  </a:lnTo>
                  <a:lnTo>
                    <a:pt x="54" y="130"/>
                  </a:lnTo>
                  <a:lnTo>
                    <a:pt x="54" y="133"/>
                  </a:lnTo>
                  <a:lnTo>
                    <a:pt x="52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50" y="137"/>
                  </a:lnTo>
                  <a:lnTo>
                    <a:pt x="47" y="137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5" y="140"/>
                  </a:lnTo>
                  <a:lnTo>
                    <a:pt x="45" y="140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3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38" y="147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28" y="154"/>
                  </a:lnTo>
                  <a:lnTo>
                    <a:pt x="28" y="154"/>
                  </a:lnTo>
                  <a:lnTo>
                    <a:pt x="26" y="154"/>
                  </a:lnTo>
                  <a:lnTo>
                    <a:pt x="26" y="156"/>
                  </a:lnTo>
                  <a:lnTo>
                    <a:pt x="24" y="156"/>
                  </a:lnTo>
                  <a:lnTo>
                    <a:pt x="24" y="159"/>
                  </a:lnTo>
                  <a:lnTo>
                    <a:pt x="21" y="159"/>
                  </a:lnTo>
                  <a:lnTo>
                    <a:pt x="21" y="161"/>
                  </a:lnTo>
                  <a:lnTo>
                    <a:pt x="19" y="159"/>
                  </a:lnTo>
                  <a:lnTo>
                    <a:pt x="16" y="159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4" y="163"/>
                  </a:lnTo>
                  <a:lnTo>
                    <a:pt x="14" y="161"/>
                  </a:lnTo>
                  <a:lnTo>
                    <a:pt x="14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59"/>
                  </a:lnTo>
                  <a:lnTo>
                    <a:pt x="9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5" y="152"/>
                  </a:lnTo>
                  <a:lnTo>
                    <a:pt x="9" y="149"/>
                  </a:lnTo>
                  <a:lnTo>
                    <a:pt x="14" y="144"/>
                  </a:lnTo>
                  <a:lnTo>
                    <a:pt x="19" y="140"/>
                  </a:lnTo>
                  <a:lnTo>
                    <a:pt x="21" y="135"/>
                  </a:lnTo>
                  <a:lnTo>
                    <a:pt x="24" y="135"/>
                  </a:lnTo>
                  <a:lnTo>
                    <a:pt x="21" y="133"/>
                  </a:lnTo>
                  <a:lnTo>
                    <a:pt x="19" y="130"/>
                  </a:lnTo>
                  <a:lnTo>
                    <a:pt x="19" y="128"/>
                  </a:lnTo>
                  <a:lnTo>
                    <a:pt x="16" y="126"/>
                  </a:lnTo>
                  <a:lnTo>
                    <a:pt x="14" y="123"/>
                  </a:lnTo>
                  <a:lnTo>
                    <a:pt x="14" y="118"/>
                  </a:lnTo>
                  <a:lnTo>
                    <a:pt x="14" y="114"/>
                  </a:lnTo>
                  <a:lnTo>
                    <a:pt x="12" y="107"/>
                  </a:lnTo>
                  <a:lnTo>
                    <a:pt x="12" y="102"/>
                  </a:lnTo>
                  <a:lnTo>
                    <a:pt x="9" y="95"/>
                  </a:lnTo>
                  <a:lnTo>
                    <a:pt x="9" y="90"/>
                  </a:lnTo>
                  <a:lnTo>
                    <a:pt x="9" y="85"/>
                  </a:lnTo>
                  <a:lnTo>
                    <a:pt x="7" y="78"/>
                  </a:lnTo>
                  <a:lnTo>
                    <a:pt x="7" y="73"/>
                  </a:lnTo>
                  <a:lnTo>
                    <a:pt x="5" y="69"/>
                  </a:lnTo>
                  <a:lnTo>
                    <a:pt x="5" y="62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45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12" y="31"/>
                  </a:lnTo>
                  <a:lnTo>
                    <a:pt x="21" y="28"/>
                  </a:lnTo>
                  <a:lnTo>
                    <a:pt x="33" y="26"/>
                  </a:lnTo>
                  <a:lnTo>
                    <a:pt x="45" y="24"/>
                  </a:lnTo>
                  <a:lnTo>
                    <a:pt x="52" y="24"/>
                  </a:lnTo>
                  <a:lnTo>
                    <a:pt x="57" y="21"/>
                  </a:lnTo>
                  <a:lnTo>
                    <a:pt x="61" y="21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1"/>
                  </a:lnTo>
                  <a:lnTo>
                    <a:pt x="78" y="17"/>
                  </a:lnTo>
                  <a:lnTo>
                    <a:pt x="80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90" y="14"/>
                  </a:lnTo>
                  <a:lnTo>
                    <a:pt x="104" y="12"/>
                  </a:lnTo>
                  <a:lnTo>
                    <a:pt x="116" y="7"/>
                  </a:lnTo>
                  <a:lnTo>
                    <a:pt x="130" y="5"/>
                  </a:lnTo>
                  <a:lnTo>
                    <a:pt x="144" y="2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2" name="Freeform 50">
              <a:extLst>
                <a:ext uri="{FF2B5EF4-FFF2-40B4-BE49-F238E27FC236}">
                  <a16:creationId xmlns:a16="http://schemas.microsoft.com/office/drawing/2014/main" id="{C0F04F66-F1D2-42FA-B49B-32A6A2F0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297" y="2737943"/>
              <a:ext cx="669343" cy="498467"/>
            </a:xfrm>
            <a:custGeom>
              <a:avLst/>
              <a:gdLst>
                <a:gd name="T0" fmla="*/ 707 w 709"/>
                <a:gd name="T1" fmla="*/ 178 h 528"/>
                <a:gd name="T2" fmla="*/ 707 w 709"/>
                <a:gd name="T3" fmla="*/ 213 h 528"/>
                <a:gd name="T4" fmla="*/ 707 w 709"/>
                <a:gd name="T5" fmla="*/ 249 h 528"/>
                <a:gd name="T6" fmla="*/ 707 w 709"/>
                <a:gd name="T7" fmla="*/ 284 h 528"/>
                <a:gd name="T8" fmla="*/ 705 w 709"/>
                <a:gd name="T9" fmla="*/ 318 h 528"/>
                <a:gd name="T10" fmla="*/ 705 w 709"/>
                <a:gd name="T11" fmla="*/ 353 h 528"/>
                <a:gd name="T12" fmla="*/ 705 w 709"/>
                <a:gd name="T13" fmla="*/ 389 h 528"/>
                <a:gd name="T14" fmla="*/ 705 w 709"/>
                <a:gd name="T15" fmla="*/ 422 h 528"/>
                <a:gd name="T16" fmla="*/ 702 w 709"/>
                <a:gd name="T17" fmla="*/ 457 h 528"/>
                <a:gd name="T18" fmla="*/ 702 w 709"/>
                <a:gd name="T19" fmla="*/ 493 h 528"/>
                <a:gd name="T20" fmla="*/ 702 w 709"/>
                <a:gd name="T21" fmla="*/ 528 h 528"/>
                <a:gd name="T22" fmla="*/ 664 w 709"/>
                <a:gd name="T23" fmla="*/ 526 h 528"/>
                <a:gd name="T24" fmla="*/ 629 w 709"/>
                <a:gd name="T25" fmla="*/ 526 h 528"/>
                <a:gd name="T26" fmla="*/ 584 w 709"/>
                <a:gd name="T27" fmla="*/ 524 h 528"/>
                <a:gd name="T28" fmla="*/ 527 w 709"/>
                <a:gd name="T29" fmla="*/ 524 h 528"/>
                <a:gd name="T30" fmla="*/ 470 w 709"/>
                <a:gd name="T31" fmla="*/ 521 h 528"/>
                <a:gd name="T32" fmla="*/ 414 w 709"/>
                <a:gd name="T33" fmla="*/ 519 h 528"/>
                <a:gd name="T34" fmla="*/ 357 w 709"/>
                <a:gd name="T35" fmla="*/ 516 h 528"/>
                <a:gd name="T36" fmla="*/ 300 w 709"/>
                <a:gd name="T37" fmla="*/ 512 h 528"/>
                <a:gd name="T38" fmla="*/ 243 w 709"/>
                <a:gd name="T39" fmla="*/ 509 h 528"/>
                <a:gd name="T40" fmla="*/ 187 w 709"/>
                <a:gd name="T41" fmla="*/ 507 h 528"/>
                <a:gd name="T42" fmla="*/ 130 w 709"/>
                <a:gd name="T43" fmla="*/ 502 h 528"/>
                <a:gd name="T44" fmla="*/ 75 w 709"/>
                <a:gd name="T45" fmla="*/ 498 h 528"/>
                <a:gd name="T46" fmla="*/ 19 w 709"/>
                <a:gd name="T47" fmla="*/ 493 h 528"/>
                <a:gd name="T48" fmla="*/ 2 w 709"/>
                <a:gd name="T49" fmla="*/ 462 h 528"/>
                <a:gd name="T50" fmla="*/ 4 w 709"/>
                <a:gd name="T51" fmla="*/ 415 h 528"/>
                <a:gd name="T52" fmla="*/ 9 w 709"/>
                <a:gd name="T53" fmla="*/ 370 h 528"/>
                <a:gd name="T54" fmla="*/ 12 w 709"/>
                <a:gd name="T55" fmla="*/ 322 h 528"/>
                <a:gd name="T56" fmla="*/ 16 w 709"/>
                <a:gd name="T57" fmla="*/ 275 h 528"/>
                <a:gd name="T58" fmla="*/ 21 w 709"/>
                <a:gd name="T59" fmla="*/ 230 h 528"/>
                <a:gd name="T60" fmla="*/ 23 w 709"/>
                <a:gd name="T61" fmla="*/ 183 h 528"/>
                <a:gd name="T62" fmla="*/ 28 w 709"/>
                <a:gd name="T63" fmla="*/ 138 h 528"/>
                <a:gd name="T64" fmla="*/ 30 w 709"/>
                <a:gd name="T65" fmla="*/ 90 h 528"/>
                <a:gd name="T66" fmla="*/ 35 w 709"/>
                <a:gd name="T67" fmla="*/ 45 h 528"/>
                <a:gd name="T68" fmla="*/ 40 w 709"/>
                <a:gd name="T69" fmla="*/ 0 h 528"/>
                <a:gd name="T70" fmla="*/ 85 w 709"/>
                <a:gd name="T71" fmla="*/ 3 h 528"/>
                <a:gd name="T72" fmla="*/ 130 w 709"/>
                <a:gd name="T73" fmla="*/ 5 h 528"/>
                <a:gd name="T74" fmla="*/ 175 w 709"/>
                <a:gd name="T75" fmla="*/ 10 h 528"/>
                <a:gd name="T76" fmla="*/ 220 w 709"/>
                <a:gd name="T77" fmla="*/ 12 h 528"/>
                <a:gd name="T78" fmla="*/ 265 w 709"/>
                <a:gd name="T79" fmla="*/ 15 h 528"/>
                <a:gd name="T80" fmla="*/ 310 w 709"/>
                <a:gd name="T81" fmla="*/ 17 h 528"/>
                <a:gd name="T82" fmla="*/ 355 w 709"/>
                <a:gd name="T83" fmla="*/ 19 h 528"/>
                <a:gd name="T84" fmla="*/ 399 w 709"/>
                <a:gd name="T85" fmla="*/ 22 h 528"/>
                <a:gd name="T86" fmla="*/ 444 w 709"/>
                <a:gd name="T87" fmla="*/ 24 h 528"/>
                <a:gd name="T88" fmla="*/ 489 w 709"/>
                <a:gd name="T89" fmla="*/ 27 h 528"/>
                <a:gd name="T90" fmla="*/ 530 w 709"/>
                <a:gd name="T91" fmla="*/ 29 h 528"/>
                <a:gd name="T92" fmla="*/ 565 w 709"/>
                <a:gd name="T93" fmla="*/ 29 h 528"/>
                <a:gd name="T94" fmla="*/ 598 w 709"/>
                <a:gd name="T95" fmla="*/ 31 h 528"/>
                <a:gd name="T96" fmla="*/ 634 w 709"/>
                <a:gd name="T97" fmla="*/ 31 h 528"/>
                <a:gd name="T98" fmla="*/ 667 w 709"/>
                <a:gd name="T99" fmla="*/ 31 h 528"/>
                <a:gd name="T100" fmla="*/ 702 w 709"/>
                <a:gd name="T101" fmla="*/ 34 h 528"/>
                <a:gd name="T102" fmla="*/ 709 w 709"/>
                <a:gd name="T103" fmla="*/ 48 h 528"/>
                <a:gd name="T104" fmla="*/ 709 w 709"/>
                <a:gd name="T105" fmla="*/ 71 h 528"/>
                <a:gd name="T106" fmla="*/ 709 w 709"/>
                <a:gd name="T107" fmla="*/ 95 h 528"/>
                <a:gd name="T108" fmla="*/ 709 w 709"/>
                <a:gd name="T109" fmla="*/ 116 h 528"/>
                <a:gd name="T110" fmla="*/ 707 w 709"/>
                <a:gd name="T111" fmla="*/ 140 h 528"/>
                <a:gd name="T112" fmla="*/ 707 w 709"/>
                <a:gd name="T113" fmla="*/ 15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9" h="528">
                  <a:moveTo>
                    <a:pt x="707" y="157"/>
                  </a:moveTo>
                  <a:lnTo>
                    <a:pt x="707" y="169"/>
                  </a:lnTo>
                  <a:lnTo>
                    <a:pt x="707" y="178"/>
                  </a:lnTo>
                  <a:lnTo>
                    <a:pt x="707" y="190"/>
                  </a:lnTo>
                  <a:lnTo>
                    <a:pt x="707" y="202"/>
                  </a:lnTo>
                  <a:lnTo>
                    <a:pt x="707" y="213"/>
                  </a:lnTo>
                  <a:lnTo>
                    <a:pt x="707" y="225"/>
                  </a:lnTo>
                  <a:lnTo>
                    <a:pt x="707" y="237"/>
                  </a:lnTo>
                  <a:lnTo>
                    <a:pt x="707" y="249"/>
                  </a:lnTo>
                  <a:lnTo>
                    <a:pt x="707" y="261"/>
                  </a:lnTo>
                  <a:lnTo>
                    <a:pt x="707" y="273"/>
                  </a:lnTo>
                  <a:lnTo>
                    <a:pt x="707" y="284"/>
                  </a:lnTo>
                  <a:lnTo>
                    <a:pt x="705" y="294"/>
                  </a:lnTo>
                  <a:lnTo>
                    <a:pt x="705" y="306"/>
                  </a:lnTo>
                  <a:lnTo>
                    <a:pt x="705" y="318"/>
                  </a:lnTo>
                  <a:lnTo>
                    <a:pt x="705" y="329"/>
                  </a:lnTo>
                  <a:lnTo>
                    <a:pt x="705" y="341"/>
                  </a:lnTo>
                  <a:lnTo>
                    <a:pt x="705" y="353"/>
                  </a:lnTo>
                  <a:lnTo>
                    <a:pt x="705" y="365"/>
                  </a:lnTo>
                  <a:lnTo>
                    <a:pt x="705" y="377"/>
                  </a:lnTo>
                  <a:lnTo>
                    <a:pt x="705" y="389"/>
                  </a:lnTo>
                  <a:lnTo>
                    <a:pt x="705" y="400"/>
                  </a:lnTo>
                  <a:lnTo>
                    <a:pt x="705" y="410"/>
                  </a:lnTo>
                  <a:lnTo>
                    <a:pt x="705" y="422"/>
                  </a:lnTo>
                  <a:lnTo>
                    <a:pt x="705" y="434"/>
                  </a:lnTo>
                  <a:lnTo>
                    <a:pt x="705" y="445"/>
                  </a:lnTo>
                  <a:lnTo>
                    <a:pt x="702" y="457"/>
                  </a:lnTo>
                  <a:lnTo>
                    <a:pt x="702" y="469"/>
                  </a:lnTo>
                  <a:lnTo>
                    <a:pt x="702" y="481"/>
                  </a:lnTo>
                  <a:lnTo>
                    <a:pt x="702" y="493"/>
                  </a:lnTo>
                  <a:lnTo>
                    <a:pt x="702" y="505"/>
                  </a:lnTo>
                  <a:lnTo>
                    <a:pt x="702" y="516"/>
                  </a:lnTo>
                  <a:lnTo>
                    <a:pt x="702" y="528"/>
                  </a:lnTo>
                  <a:lnTo>
                    <a:pt x="690" y="528"/>
                  </a:lnTo>
                  <a:lnTo>
                    <a:pt x="679" y="526"/>
                  </a:lnTo>
                  <a:lnTo>
                    <a:pt x="664" y="526"/>
                  </a:lnTo>
                  <a:lnTo>
                    <a:pt x="653" y="526"/>
                  </a:lnTo>
                  <a:lnTo>
                    <a:pt x="641" y="526"/>
                  </a:lnTo>
                  <a:lnTo>
                    <a:pt x="629" y="526"/>
                  </a:lnTo>
                  <a:lnTo>
                    <a:pt x="615" y="526"/>
                  </a:lnTo>
                  <a:lnTo>
                    <a:pt x="603" y="526"/>
                  </a:lnTo>
                  <a:lnTo>
                    <a:pt x="584" y="524"/>
                  </a:lnTo>
                  <a:lnTo>
                    <a:pt x="565" y="524"/>
                  </a:lnTo>
                  <a:lnTo>
                    <a:pt x="546" y="524"/>
                  </a:lnTo>
                  <a:lnTo>
                    <a:pt x="527" y="524"/>
                  </a:lnTo>
                  <a:lnTo>
                    <a:pt x="508" y="521"/>
                  </a:lnTo>
                  <a:lnTo>
                    <a:pt x="489" y="521"/>
                  </a:lnTo>
                  <a:lnTo>
                    <a:pt x="470" y="521"/>
                  </a:lnTo>
                  <a:lnTo>
                    <a:pt x="452" y="519"/>
                  </a:lnTo>
                  <a:lnTo>
                    <a:pt x="433" y="519"/>
                  </a:lnTo>
                  <a:lnTo>
                    <a:pt x="414" y="519"/>
                  </a:lnTo>
                  <a:lnTo>
                    <a:pt x="395" y="516"/>
                  </a:lnTo>
                  <a:lnTo>
                    <a:pt x="376" y="516"/>
                  </a:lnTo>
                  <a:lnTo>
                    <a:pt x="357" y="516"/>
                  </a:lnTo>
                  <a:lnTo>
                    <a:pt x="338" y="514"/>
                  </a:lnTo>
                  <a:lnTo>
                    <a:pt x="319" y="514"/>
                  </a:lnTo>
                  <a:lnTo>
                    <a:pt x="300" y="512"/>
                  </a:lnTo>
                  <a:lnTo>
                    <a:pt x="281" y="512"/>
                  </a:lnTo>
                  <a:lnTo>
                    <a:pt x="262" y="512"/>
                  </a:lnTo>
                  <a:lnTo>
                    <a:pt x="243" y="509"/>
                  </a:lnTo>
                  <a:lnTo>
                    <a:pt x="224" y="509"/>
                  </a:lnTo>
                  <a:lnTo>
                    <a:pt x="206" y="507"/>
                  </a:lnTo>
                  <a:lnTo>
                    <a:pt x="187" y="507"/>
                  </a:lnTo>
                  <a:lnTo>
                    <a:pt x="168" y="505"/>
                  </a:lnTo>
                  <a:lnTo>
                    <a:pt x="149" y="505"/>
                  </a:lnTo>
                  <a:lnTo>
                    <a:pt x="130" y="502"/>
                  </a:lnTo>
                  <a:lnTo>
                    <a:pt x="111" y="500"/>
                  </a:lnTo>
                  <a:lnTo>
                    <a:pt x="92" y="500"/>
                  </a:lnTo>
                  <a:lnTo>
                    <a:pt x="75" y="498"/>
                  </a:lnTo>
                  <a:lnTo>
                    <a:pt x="57" y="498"/>
                  </a:lnTo>
                  <a:lnTo>
                    <a:pt x="38" y="495"/>
                  </a:lnTo>
                  <a:lnTo>
                    <a:pt x="19" y="493"/>
                  </a:lnTo>
                  <a:lnTo>
                    <a:pt x="0" y="493"/>
                  </a:lnTo>
                  <a:lnTo>
                    <a:pt x="0" y="476"/>
                  </a:lnTo>
                  <a:lnTo>
                    <a:pt x="2" y="462"/>
                  </a:lnTo>
                  <a:lnTo>
                    <a:pt x="2" y="445"/>
                  </a:lnTo>
                  <a:lnTo>
                    <a:pt x="4" y="431"/>
                  </a:lnTo>
                  <a:lnTo>
                    <a:pt x="4" y="415"/>
                  </a:lnTo>
                  <a:lnTo>
                    <a:pt x="7" y="400"/>
                  </a:lnTo>
                  <a:lnTo>
                    <a:pt x="7" y="384"/>
                  </a:lnTo>
                  <a:lnTo>
                    <a:pt x="9" y="370"/>
                  </a:lnTo>
                  <a:lnTo>
                    <a:pt x="9" y="353"/>
                  </a:lnTo>
                  <a:lnTo>
                    <a:pt x="12" y="337"/>
                  </a:lnTo>
                  <a:lnTo>
                    <a:pt x="12" y="322"/>
                  </a:lnTo>
                  <a:lnTo>
                    <a:pt x="14" y="306"/>
                  </a:lnTo>
                  <a:lnTo>
                    <a:pt x="16" y="292"/>
                  </a:lnTo>
                  <a:lnTo>
                    <a:pt x="16" y="275"/>
                  </a:lnTo>
                  <a:lnTo>
                    <a:pt x="19" y="261"/>
                  </a:lnTo>
                  <a:lnTo>
                    <a:pt x="19" y="244"/>
                  </a:lnTo>
                  <a:lnTo>
                    <a:pt x="21" y="230"/>
                  </a:lnTo>
                  <a:lnTo>
                    <a:pt x="21" y="213"/>
                  </a:lnTo>
                  <a:lnTo>
                    <a:pt x="23" y="199"/>
                  </a:lnTo>
                  <a:lnTo>
                    <a:pt x="23" y="183"/>
                  </a:lnTo>
                  <a:lnTo>
                    <a:pt x="26" y="169"/>
                  </a:lnTo>
                  <a:lnTo>
                    <a:pt x="26" y="152"/>
                  </a:lnTo>
                  <a:lnTo>
                    <a:pt x="28" y="138"/>
                  </a:lnTo>
                  <a:lnTo>
                    <a:pt x="28" y="121"/>
                  </a:lnTo>
                  <a:lnTo>
                    <a:pt x="30" y="107"/>
                  </a:lnTo>
                  <a:lnTo>
                    <a:pt x="30" y="90"/>
                  </a:lnTo>
                  <a:lnTo>
                    <a:pt x="33" y="76"/>
                  </a:lnTo>
                  <a:lnTo>
                    <a:pt x="35" y="60"/>
                  </a:lnTo>
                  <a:lnTo>
                    <a:pt x="35" y="45"/>
                  </a:lnTo>
                  <a:lnTo>
                    <a:pt x="38" y="29"/>
                  </a:lnTo>
                  <a:lnTo>
                    <a:pt x="38" y="15"/>
                  </a:lnTo>
                  <a:lnTo>
                    <a:pt x="40" y="0"/>
                  </a:lnTo>
                  <a:lnTo>
                    <a:pt x="54" y="0"/>
                  </a:lnTo>
                  <a:lnTo>
                    <a:pt x="68" y="3"/>
                  </a:lnTo>
                  <a:lnTo>
                    <a:pt x="85" y="3"/>
                  </a:lnTo>
                  <a:lnTo>
                    <a:pt x="99" y="5"/>
                  </a:lnTo>
                  <a:lnTo>
                    <a:pt x="113" y="5"/>
                  </a:lnTo>
                  <a:lnTo>
                    <a:pt x="130" y="5"/>
                  </a:lnTo>
                  <a:lnTo>
                    <a:pt x="144" y="8"/>
                  </a:lnTo>
                  <a:lnTo>
                    <a:pt x="158" y="8"/>
                  </a:lnTo>
                  <a:lnTo>
                    <a:pt x="175" y="10"/>
                  </a:lnTo>
                  <a:lnTo>
                    <a:pt x="189" y="10"/>
                  </a:lnTo>
                  <a:lnTo>
                    <a:pt x="203" y="12"/>
                  </a:lnTo>
                  <a:lnTo>
                    <a:pt x="220" y="12"/>
                  </a:lnTo>
                  <a:lnTo>
                    <a:pt x="234" y="15"/>
                  </a:lnTo>
                  <a:lnTo>
                    <a:pt x="248" y="15"/>
                  </a:lnTo>
                  <a:lnTo>
                    <a:pt x="265" y="15"/>
                  </a:lnTo>
                  <a:lnTo>
                    <a:pt x="279" y="17"/>
                  </a:lnTo>
                  <a:lnTo>
                    <a:pt x="293" y="17"/>
                  </a:lnTo>
                  <a:lnTo>
                    <a:pt x="310" y="17"/>
                  </a:lnTo>
                  <a:lnTo>
                    <a:pt x="324" y="19"/>
                  </a:lnTo>
                  <a:lnTo>
                    <a:pt x="338" y="19"/>
                  </a:lnTo>
                  <a:lnTo>
                    <a:pt x="355" y="19"/>
                  </a:lnTo>
                  <a:lnTo>
                    <a:pt x="369" y="22"/>
                  </a:lnTo>
                  <a:lnTo>
                    <a:pt x="383" y="22"/>
                  </a:lnTo>
                  <a:lnTo>
                    <a:pt x="399" y="22"/>
                  </a:lnTo>
                  <a:lnTo>
                    <a:pt x="414" y="24"/>
                  </a:lnTo>
                  <a:lnTo>
                    <a:pt x="428" y="24"/>
                  </a:lnTo>
                  <a:lnTo>
                    <a:pt x="444" y="24"/>
                  </a:lnTo>
                  <a:lnTo>
                    <a:pt x="459" y="27"/>
                  </a:lnTo>
                  <a:lnTo>
                    <a:pt x="475" y="27"/>
                  </a:lnTo>
                  <a:lnTo>
                    <a:pt x="489" y="27"/>
                  </a:lnTo>
                  <a:lnTo>
                    <a:pt x="504" y="27"/>
                  </a:lnTo>
                  <a:lnTo>
                    <a:pt x="520" y="29"/>
                  </a:lnTo>
                  <a:lnTo>
                    <a:pt x="530" y="29"/>
                  </a:lnTo>
                  <a:lnTo>
                    <a:pt x="541" y="29"/>
                  </a:lnTo>
                  <a:lnTo>
                    <a:pt x="553" y="29"/>
                  </a:lnTo>
                  <a:lnTo>
                    <a:pt x="565" y="29"/>
                  </a:lnTo>
                  <a:lnTo>
                    <a:pt x="577" y="29"/>
                  </a:lnTo>
                  <a:lnTo>
                    <a:pt x="586" y="29"/>
                  </a:lnTo>
                  <a:lnTo>
                    <a:pt x="598" y="31"/>
                  </a:lnTo>
                  <a:lnTo>
                    <a:pt x="610" y="31"/>
                  </a:lnTo>
                  <a:lnTo>
                    <a:pt x="622" y="31"/>
                  </a:lnTo>
                  <a:lnTo>
                    <a:pt x="634" y="31"/>
                  </a:lnTo>
                  <a:lnTo>
                    <a:pt x="643" y="31"/>
                  </a:lnTo>
                  <a:lnTo>
                    <a:pt x="655" y="31"/>
                  </a:lnTo>
                  <a:lnTo>
                    <a:pt x="667" y="31"/>
                  </a:lnTo>
                  <a:lnTo>
                    <a:pt x="679" y="31"/>
                  </a:lnTo>
                  <a:lnTo>
                    <a:pt x="690" y="34"/>
                  </a:lnTo>
                  <a:lnTo>
                    <a:pt x="702" y="34"/>
                  </a:lnTo>
                  <a:lnTo>
                    <a:pt x="709" y="34"/>
                  </a:lnTo>
                  <a:lnTo>
                    <a:pt x="709" y="41"/>
                  </a:lnTo>
                  <a:lnTo>
                    <a:pt x="709" y="48"/>
                  </a:lnTo>
                  <a:lnTo>
                    <a:pt x="709" y="55"/>
                  </a:lnTo>
                  <a:lnTo>
                    <a:pt x="709" y="64"/>
                  </a:lnTo>
                  <a:lnTo>
                    <a:pt x="709" y="71"/>
                  </a:lnTo>
                  <a:lnTo>
                    <a:pt x="709" y="79"/>
                  </a:lnTo>
                  <a:lnTo>
                    <a:pt x="709" y="86"/>
                  </a:lnTo>
                  <a:lnTo>
                    <a:pt x="709" y="95"/>
                  </a:lnTo>
                  <a:lnTo>
                    <a:pt x="709" y="102"/>
                  </a:lnTo>
                  <a:lnTo>
                    <a:pt x="709" y="109"/>
                  </a:lnTo>
                  <a:lnTo>
                    <a:pt x="709" y="116"/>
                  </a:lnTo>
                  <a:lnTo>
                    <a:pt x="709" y="126"/>
                  </a:lnTo>
                  <a:lnTo>
                    <a:pt x="709" y="133"/>
                  </a:lnTo>
                  <a:lnTo>
                    <a:pt x="707" y="140"/>
                  </a:lnTo>
                  <a:lnTo>
                    <a:pt x="707" y="147"/>
                  </a:lnTo>
                  <a:lnTo>
                    <a:pt x="707" y="157"/>
                  </a:lnTo>
                  <a:lnTo>
                    <a:pt x="707" y="15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3" name="Freeform 51">
              <a:extLst>
                <a:ext uri="{FF2B5EF4-FFF2-40B4-BE49-F238E27FC236}">
                  <a16:creationId xmlns:a16="http://schemas.microsoft.com/office/drawing/2014/main" id="{DB0BB7BD-5A40-45F8-8CB2-C1164D882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1114" y="2418849"/>
              <a:ext cx="828890" cy="1226342"/>
            </a:xfrm>
            <a:custGeom>
              <a:avLst/>
              <a:gdLst>
                <a:gd name="T0" fmla="*/ 405 w 878"/>
                <a:gd name="T1" fmla="*/ 1226 h 1299"/>
                <a:gd name="T2" fmla="*/ 301 w 878"/>
                <a:gd name="T3" fmla="*/ 1153 h 1299"/>
                <a:gd name="T4" fmla="*/ 414 w 878"/>
                <a:gd name="T5" fmla="*/ 1160 h 1299"/>
                <a:gd name="T6" fmla="*/ 258 w 878"/>
                <a:gd name="T7" fmla="*/ 1049 h 1299"/>
                <a:gd name="T8" fmla="*/ 270 w 878"/>
                <a:gd name="T9" fmla="*/ 1060 h 1299"/>
                <a:gd name="T10" fmla="*/ 232 w 878"/>
                <a:gd name="T11" fmla="*/ 1044 h 1299"/>
                <a:gd name="T12" fmla="*/ 280 w 878"/>
                <a:gd name="T13" fmla="*/ 1046 h 1299"/>
                <a:gd name="T14" fmla="*/ 873 w 878"/>
                <a:gd name="T15" fmla="*/ 1103 h 1299"/>
                <a:gd name="T16" fmla="*/ 857 w 878"/>
                <a:gd name="T17" fmla="*/ 1079 h 1299"/>
                <a:gd name="T18" fmla="*/ 838 w 878"/>
                <a:gd name="T19" fmla="*/ 1034 h 1299"/>
                <a:gd name="T20" fmla="*/ 599 w 878"/>
                <a:gd name="T21" fmla="*/ 712 h 1299"/>
                <a:gd name="T22" fmla="*/ 410 w 878"/>
                <a:gd name="T23" fmla="*/ 301 h 1299"/>
                <a:gd name="T24" fmla="*/ 206 w 878"/>
                <a:gd name="T25" fmla="*/ 33 h 1299"/>
                <a:gd name="T26" fmla="*/ 57 w 878"/>
                <a:gd name="T27" fmla="*/ 40 h 1299"/>
                <a:gd name="T28" fmla="*/ 43 w 878"/>
                <a:gd name="T29" fmla="*/ 104 h 1299"/>
                <a:gd name="T30" fmla="*/ 38 w 878"/>
                <a:gd name="T31" fmla="*/ 144 h 1299"/>
                <a:gd name="T32" fmla="*/ 15 w 878"/>
                <a:gd name="T33" fmla="*/ 161 h 1299"/>
                <a:gd name="T34" fmla="*/ 3 w 878"/>
                <a:gd name="T35" fmla="*/ 208 h 1299"/>
                <a:gd name="T36" fmla="*/ 38 w 878"/>
                <a:gd name="T37" fmla="*/ 284 h 1299"/>
                <a:gd name="T38" fmla="*/ 31 w 878"/>
                <a:gd name="T39" fmla="*/ 360 h 1299"/>
                <a:gd name="T40" fmla="*/ 67 w 878"/>
                <a:gd name="T41" fmla="*/ 447 h 1299"/>
                <a:gd name="T42" fmla="*/ 83 w 878"/>
                <a:gd name="T43" fmla="*/ 495 h 1299"/>
                <a:gd name="T44" fmla="*/ 76 w 878"/>
                <a:gd name="T45" fmla="*/ 502 h 1299"/>
                <a:gd name="T46" fmla="*/ 97 w 878"/>
                <a:gd name="T47" fmla="*/ 523 h 1299"/>
                <a:gd name="T48" fmla="*/ 116 w 878"/>
                <a:gd name="T49" fmla="*/ 525 h 1299"/>
                <a:gd name="T50" fmla="*/ 145 w 878"/>
                <a:gd name="T51" fmla="*/ 514 h 1299"/>
                <a:gd name="T52" fmla="*/ 175 w 878"/>
                <a:gd name="T53" fmla="*/ 521 h 1299"/>
                <a:gd name="T54" fmla="*/ 192 w 878"/>
                <a:gd name="T55" fmla="*/ 523 h 1299"/>
                <a:gd name="T56" fmla="*/ 206 w 878"/>
                <a:gd name="T57" fmla="*/ 521 h 1299"/>
                <a:gd name="T58" fmla="*/ 206 w 878"/>
                <a:gd name="T59" fmla="*/ 523 h 1299"/>
                <a:gd name="T60" fmla="*/ 190 w 878"/>
                <a:gd name="T61" fmla="*/ 528 h 1299"/>
                <a:gd name="T62" fmla="*/ 126 w 878"/>
                <a:gd name="T63" fmla="*/ 525 h 1299"/>
                <a:gd name="T64" fmla="*/ 142 w 878"/>
                <a:gd name="T65" fmla="*/ 566 h 1299"/>
                <a:gd name="T66" fmla="*/ 140 w 878"/>
                <a:gd name="T67" fmla="*/ 585 h 1299"/>
                <a:gd name="T68" fmla="*/ 121 w 878"/>
                <a:gd name="T69" fmla="*/ 568 h 1299"/>
                <a:gd name="T70" fmla="*/ 109 w 878"/>
                <a:gd name="T71" fmla="*/ 547 h 1299"/>
                <a:gd name="T72" fmla="*/ 109 w 878"/>
                <a:gd name="T73" fmla="*/ 611 h 1299"/>
                <a:gd name="T74" fmla="*/ 154 w 878"/>
                <a:gd name="T75" fmla="*/ 660 h 1299"/>
                <a:gd name="T76" fmla="*/ 145 w 878"/>
                <a:gd name="T77" fmla="*/ 698 h 1299"/>
                <a:gd name="T78" fmla="*/ 138 w 878"/>
                <a:gd name="T79" fmla="*/ 734 h 1299"/>
                <a:gd name="T80" fmla="*/ 166 w 878"/>
                <a:gd name="T81" fmla="*/ 781 h 1299"/>
                <a:gd name="T82" fmla="*/ 199 w 878"/>
                <a:gd name="T83" fmla="*/ 847 h 1299"/>
                <a:gd name="T84" fmla="*/ 211 w 878"/>
                <a:gd name="T85" fmla="*/ 888 h 1299"/>
                <a:gd name="T86" fmla="*/ 228 w 878"/>
                <a:gd name="T87" fmla="*/ 935 h 1299"/>
                <a:gd name="T88" fmla="*/ 225 w 878"/>
                <a:gd name="T89" fmla="*/ 975 h 1299"/>
                <a:gd name="T90" fmla="*/ 308 w 878"/>
                <a:gd name="T91" fmla="*/ 1011 h 1299"/>
                <a:gd name="T92" fmla="*/ 353 w 878"/>
                <a:gd name="T93" fmla="*/ 1039 h 1299"/>
                <a:gd name="T94" fmla="*/ 384 w 878"/>
                <a:gd name="T95" fmla="*/ 1067 h 1299"/>
                <a:gd name="T96" fmla="*/ 431 w 878"/>
                <a:gd name="T97" fmla="*/ 1108 h 1299"/>
                <a:gd name="T98" fmla="*/ 443 w 878"/>
                <a:gd name="T99" fmla="*/ 1115 h 1299"/>
                <a:gd name="T100" fmla="*/ 514 w 878"/>
                <a:gd name="T101" fmla="*/ 1179 h 1299"/>
                <a:gd name="T102" fmla="*/ 530 w 878"/>
                <a:gd name="T103" fmla="*/ 1262 h 1299"/>
                <a:gd name="T104" fmla="*/ 530 w 878"/>
                <a:gd name="T105" fmla="*/ 1264 h 1299"/>
                <a:gd name="T106" fmla="*/ 615 w 878"/>
                <a:gd name="T107" fmla="*/ 1290 h 1299"/>
                <a:gd name="T108" fmla="*/ 779 w 878"/>
                <a:gd name="T109" fmla="*/ 1297 h 1299"/>
                <a:gd name="T110" fmla="*/ 821 w 878"/>
                <a:gd name="T111" fmla="*/ 1269 h 1299"/>
                <a:gd name="T112" fmla="*/ 802 w 878"/>
                <a:gd name="T113" fmla="*/ 1212 h 1299"/>
                <a:gd name="T114" fmla="*/ 831 w 878"/>
                <a:gd name="T115" fmla="*/ 1176 h 1299"/>
                <a:gd name="T116" fmla="*/ 838 w 878"/>
                <a:gd name="T117" fmla="*/ 1143 h 1299"/>
                <a:gd name="T118" fmla="*/ 62 w 878"/>
                <a:gd name="T119" fmla="*/ 544 h 1299"/>
                <a:gd name="T120" fmla="*/ 126 w 878"/>
                <a:gd name="T121" fmla="*/ 542 h 1299"/>
                <a:gd name="T122" fmla="*/ 334 w 878"/>
                <a:gd name="T123" fmla="*/ 1065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8" h="1299">
                  <a:moveTo>
                    <a:pt x="410" y="1221"/>
                  </a:moveTo>
                  <a:lnTo>
                    <a:pt x="407" y="1217"/>
                  </a:lnTo>
                  <a:lnTo>
                    <a:pt x="403" y="1212"/>
                  </a:lnTo>
                  <a:lnTo>
                    <a:pt x="400" y="1209"/>
                  </a:lnTo>
                  <a:lnTo>
                    <a:pt x="400" y="1205"/>
                  </a:lnTo>
                  <a:lnTo>
                    <a:pt x="400" y="1205"/>
                  </a:lnTo>
                  <a:lnTo>
                    <a:pt x="400" y="1202"/>
                  </a:lnTo>
                  <a:lnTo>
                    <a:pt x="398" y="1202"/>
                  </a:lnTo>
                  <a:lnTo>
                    <a:pt x="398" y="1200"/>
                  </a:lnTo>
                  <a:lnTo>
                    <a:pt x="398" y="1200"/>
                  </a:lnTo>
                  <a:lnTo>
                    <a:pt x="398" y="1198"/>
                  </a:lnTo>
                  <a:lnTo>
                    <a:pt x="395" y="1198"/>
                  </a:lnTo>
                  <a:lnTo>
                    <a:pt x="395" y="1198"/>
                  </a:lnTo>
                  <a:lnTo>
                    <a:pt x="393" y="1200"/>
                  </a:lnTo>
                  <a:lnTo>
                    <a:pt x="395" y="1205"/>
                  </a:lnTo>
                  <a:lnTo>
                    <a:pt x="398" y="1207"/>
                  </a:lnTo>
                  <a:lnTo>
                    <a:pt x="398" y="1212"/>
                  </a:lnTo>
                  <a:lnTo>
                    <a:pt x="400" y="1219"/>
                  </a:lnTo>
                  <a:lnTo>
                    <a:pt x="403" y="1224"/>
                  </a:lnTo>
                  <a:lnTo>
                    <a:pt x="405" y="1226"/>
                  </a:lnTo>
                  <a:lnTo>
                    <a:pt x="407" y="1226"/>
                  </a:lnTo>
                  <a:lnTo>
                    <a:pt x="407" y="1228"/>
                  </a:lnTo>
                  <a:lnTo>
                    <a:pt x="410" y="1228"/>
                  </a:lnTo>
                  <a:lnTo>
                    <a:pt x="410" y="1228"/>
                  </a:lnTo>
                  <a:lnTo>
                    <a:pt x="410" y="1228"/>
                  </a:lnTo>
                  <a:lnTo>
                    <a:pt x="412" y="1228"/>
                  </a:lnTo>
                  <a:lnTo>
                    <a:pt x="414" y="1228"/>
                  </a:lnTo>
                  <a:lnTo>
                    <a:pt x="414" y="1228"/>
                  </a:lnTo>
                  <a:lnTo>
                    <a:pt x="417" y="1228"/>
                  </a:lnTo>
                  <a:lnTo>
                    <a:pt x="412" y="1224"/>
                  </a:lnTo>
                  <a:lnTo>
                    <a:pt x="410" y="1221"/>
                  </a:lnTo>
                  <a:close/>
                  <a:moveTo>
                    <a:pt x="310" y="1155"/>
                  </a:moveTo>
                  <a:lnTo>
                    <a:pt x="306" y="1153"/>
                  </a:lnTo>
                  <a:lnTo>
                    <a:pt x="306" y="1153"/>
                  </a:lnTo>
                  <a:lnTo>
                    <a:pt x="306" y="1150"/>
                  </a:lnTo>
                  <a:lnTo>
                    <a:pt x="303" y="1150"/>
                  </a:lnTo>
                  <a:lnTo>
                    <a:pt x="303" y="1150"/>
                  </a:lnTo>
                  <a:lnTo>
                    <a:pt x="301" y="1150"/>
                  </a:lnTo>
                  <a:lnTo>
                    <a:pt x="298" y="1150"/>
                  </a:lnTo>
                  <a:lnTo>
                    <a:pt x="301" y="1153"/>
                  </a:lnTo>
                  <a:lnTo>
                    <a:pt x="303" y="1157"/>
                  </a:lnTo>
                  <a:lnTo>
                    <a:pt x="306" y="1160"/>
                  </a:lnTo>
                  <a:lnTo>
                    <a:pt x="308" y="1160"/>
                  </a:lnTo>
                  <a:lnTo>
                    <a:pt x="313" y="1160"/>
                  </a:lnTo>
                  <a:lnTo>
                    <a:pt x="313" y="1157"/>
                  </a:lnTo>
                  <a:lnTo>
                    <a:pt x="310" y="1155"/>
                  </a:lnTo>
                  <a:close/>
                  <a:moveTo>
                    <a:pt x="426" y="1155"/>
                  </a:moveTo>
                  <a:lnTo>
                    <a:pt x="417" y="1150"/>
                  </a:lnTo>
                  <a:lnTo>
                    <a:pt x="417" y="1150"/>
                  </a:lnTo>
                  <a:lnTo>
                    <a:pt x="410" y="1146"/>
                  </a:lnTo>
                  <a:lnTo>
                    <a:pt x="407" y="1143"/>
                  </a:lnTo>
                  <a:lnTo>
                    <a:pt x="405" y="1143"/>
                  </a:lnTo>
                  <a:lnTo>
                    <a:pt x="405" y="1146"/>
                  </a:lnTo>
                  <a:lnTo>
                    <a:pt x="405" y="1148"/>
                  </a:lnTo>
                  <a:lnTo>
                    <a:pt x="407" y="1148"/>
                  </a:lnTo>
                  <a:lnTo>
                    <a:pt x="410" y="1150"/>
                  </a:lnTo>
                  <a:lnTo>
                    <a:pt x="412" y="1150"/>
                  </a:lnTo>
                  <a:lnTo>
                    <a:pt x="414" y="1153"/>
                  </a:lnTo>
                  <a:lnTo>
                    <a:pt x="414" y="1155"/>
                  </a:lnTo>
                  <a:lnTo>
                    <a:pt x="414" y="1160"/>
                  </a:lnTo>
                  <a:lnTo>
                    <a:pt x="414" y="1162"/>
                  </a:lnTo>
                  <a:lnTo>
                    <a:pt x="414" y="1164"/>
                  </a:lnTo>
                  <a:lnTo>
                    <a:pt x="417" y="1167"/>
                  </a:lnTo>
                  <a:lnTo>
                    <a:pt x="419" y="1167"/>
                  </a:lnTo>
                  <a:lnTo>
                    <a:pt x="419" y="1167"/>
                  </a:lnTo>
                  <a:lnTo>
                    <a:pt x="421" y="1167"/>
                  </a:lnTo>
                  <a:lnTo>
                    <a:pt x="424" y="1167"/>
                  </a:lnTo>
                  <a:lnTo>
                    <a:pt x="424" y="1167"/>
                  </a:lnTo>
                  <a:lnTo>
                    <a:pt x="426" y="1169"/>
                  </a:lnTo>
                  <a:lnTo>
                    <a:pt x="429" y="1169"/>
                  </a:lnTo>
                  <a:lnTo>
                    <a:pt x="431" y="1169"/>
                  </a:lnTo>
                  <a:lnTo>
                    <a:pt x="431" y="1167"/>
                  </a:lnTo>
                  <a:lnTo>
                    <a:pt x="426" y="1157"/>
                  </a:lnTo>
                  <a:lnTo>
                    <a:pt x="426" y="1155"/>
                  </a:lnTo>
                  <a:close/>
                  <a:moveTo>
                    <a:pt x="268" y="1053"/>
                  </a:moveTo>
                  <a:lnTo>
                    <a:pt x="268" y="1051"/>
                  </a:lnTo>
                  <a:lnTo>
                    <a:pt x="268" y="1049"/>
                  </a:lnTo>
                  <a:lnTo>
                    <a:pt x="265" y="1049"/>
                  </a:lnTo>
                  <a:lnTo>
                    <a:pt x="265" y="1049"/>
                  </a:lnTo>
                  <a:lnTo>
                    <a:pt x="258" y="1049"/>
                  </a:lnTo>
                  <a:lnTo>
                    <a:pt x="256" y="1049"/>
                  </a:lnTo>
                  <a:lnTo>
                    <a:pt x="256" y="1049"/>
                  </a:lnTo>
                  <a:lnTo>
                    <a:pt x="254" y="1049"/>
                  </a:lnTo>
                  <a:lnTo>
                    <a:pt x="251" y="1049"/>
                  </a:lnTo>
                  <a:lnTo>
                    <a:pt x="249" y="1046"/>
                  </a:lnTo>
                  <a:lnTo>
                    <a:pt x="246" y="1049"/>
                  </a:lnTo>
                  <a:lnTo>
                    <a:pt x="246" y="1051"/>
                  </a:lnTo>
                  <a:lnTo>
                    <a:pt x="249" y="1053"/>
                  </a:lnTo>
                  <a:lnTo>
                    <a:pt x="251" y="1056"/>
                  </a:lnTo>
                  <a:lnTo>
                    <a:pt x="251" y="1058"/>
                  </a:lnTo>
                  <a:lnTo>
                    <a:pt x="251" y="1060"/>
                  </a:lnTo>
                  <a:lnTo>
                    <a:pt x="254" y="1063"/>
                  </a:lnTo>
                  <a:lnTo>
                    <a:pt x="256" y="1063"/>
                  </a:lnTo>
                  <a:lnTo>
                    <a:pt x="258" y="1063"/>
                  </a:lnTo>
                  <a:lnTo>
                    <a:pt x="258" y="1063"/>
                  </a:lnTo>
                  <a:lnTo>
                    <a:pt x="261" y="1063"/>
                  </a:lnTo>
                  <a:lnTo>
                    <a:pt x="261" y="1063"/>
                  </a:lnTo>
                  <a:lnTo>
                    <a:pt x="263" y="1063"/>
                  </a:lnTo>
                  <a:lnTo>
                    <a:pt x="263" y="1063"/>
                  </a:lnTo>
                  <a:lnTo>
                    <a:pt x="270" y="1060"/>
                  </a:lnTo>
                  <a:lnTo>
                    <a:pt x="272" y="1060"/>
                  </a:lnTo>
                  <a:lnTo>
                    <a:pt x="272" y="1058"/>
                  </a:lnTo>
                  <a:lnTo>
                    <a:pt x="272" y="1056"/>
                  </a:lnTo>
                  <a:lnTo>
                    <a:pt x="270" y="1056"/>
                  </a:lnTo>
                  <a:lnTo>
                    <a:pt x="268" y="1053"/>
                  </a:lnTo>
                  <a:close/>
                  <a:moveTo>
                    <a:pt x="239" y="1044"/>
                  </a:moveTo>
                  <a:lnTo>
                    <a:pt x="239" y="1041"/>
                  </a:lnTo>
                  <a:lnTo>
                    <a:pt x="239" y="1041"/>
                  </a:lnTo>
                  <a:lnTo>
                    <a:pt x="237" y="1041"/>
                  </a:lnTo>
                  <a:lnTo>
                    <a:pt x="237" y="1039"/>
                  </a:lnTo>
                  <a:lnTo>
                    <a:pt x="237" y="1039"/>
                  </a:lnTo>
                  <a:lnTo>
                    <a:pt x="235" y="1037"/>
                  </a:lnTo>
                  <a:lnTo>
                    <a:pt x="235" y="1039"/>
                  </a:lnTo>
                  <a:lnTo>
                    <a:pt x="232" y="1039"/>
                  </a:lnTo>
                  <a:lnTo>
                    <a:pt x="230" y="1039"/>
                  </a:lnTo>
                  <a:lnTo>
                    <a:pt x="228" y="1041"/>
                  </a:lnTo>
                  <a:lnTo>
                    <a:pt x="228" y="1041"/>
                  </a:lnTo>
                  <a:lnTo>
                    <a:pt x="228" y="1041"/>
                  </a:lnTo>
                  <a:lnTo>
                    <a:pt x="230" y="1041"/>
                  </a:lnTo>
                  <a:lnTo>
                    <a:pt x="232" y="1044"/>
                  </a:lnTo>
                  <a:lnTo>
                    <a:pt x="235" y="1044"/>
                  </a:lnTo>
                  <a:lnTo>
                    <a:pt x="242" y="1046"/>
                  </a:lnTo>
                  <a:lnTo>
                    <a:pt x="242" y="1044"/>
                  </a:lnTo>
                  <a:lnTo>
                    <a:pt x="239" y="1044"/>
                  </a:lnTo>
                  <a:close/>
                  <a:moveTo>
                    <a:pt x="317" y="1056"/>
                  </a:moveTo>
                  <a:lnTo>
                    <a:pt x="317" y="1056"/>
                  </a:lnTo>
                  <a:lnTo>
                    <a:pt x="315" y="1053"/>
                  </a:lnTo>
                  <a:lnTo>
                    <a:pt x="313" y="1056"/>
                  </a:lnTo>
                  <a:lnTo>
                    <a:pt x="308" y="1058"/>
                  </a:lnTo>
                  <a:lnTo>
                    <a:pt x="308" y="1058"/>
                  </a:lnTo>
                  <a:lnTo>
                    <a:pt x="308" y="1058"/>
                  </a:lnTo>
                  <a:lnTo>
                    <a:pt x="298" y="1053"/>
                  </a:lnTo>
                  <a:lnTo>
                    <a:pt x="296" y="1051"/>
                  </a:lnTo>
                  <a:lnTo>
                    <a:pt x="291" y="1051"/>
                  </a:lnTo>
                  <a:lnTo>
                    <a:pt x="291" y="1051"/>
                  </a:lnTo>
                  <a:lnTo>
                    <a:pt x="287" y="1046"/>
                  </a:lnTo>
                  <a:lnTo>
                    <a:pt x="282" y="1046"/>
                  </a:lnTo>
                  <a:lnTo>
                    <a:pt x="282" y="1046"/>
                  </a:lnTo>
                  <a:lnTo>
                    <a:pt x="282" y="1046"/>
                  </a:lnTo>
                  <a:lnTo>
                    <a:pt x="280" y="1046"/>
                  </a:lnTo>
                  <a:lnTo>
                    <a:pt x="280" y="1049"/>
                  </a:lnTo>
                  <a:lnTo>
                    <a:pt x="280" y="1049"/>
                  </a:lnTo>
                  <a:lnTo>
                    <a:pt x="282" y="1049"/>
                  </a:lnTo>
                  <a:lnTo>
                    <a:pt x="282" y="1051"/>
                  </a:lnTo>
                  <a:lnTo>
                    <a:pt x="284" y="1051"/>
                  </a:lnTo>
                  <a:lnTo>
                    <a:pt x="284" y="1053"/>
                  </a:lnTo>
                  <a:lnTo>
                    <a:pt x="282" y="1056"/>
                  </a:lnTo>
                  <a:lnTo>
                    <a:pt x="284" y="1058"/>
                  </a:lnTo>
                  <a:lnTo>
                    <a:pt x="289" y="1060"/>
                  </a:lnTo>
                  <a:lnTo>
                    <a:pt x="291" y="1063"/>
                  </a:lnTo>
                  <a:lnTo>
                    <a:pt x="315" y="1063"/>
                  </a:lnTo>
                  <a:lnTo>
                    <a:pt x="317" y="1060"/>
                  </a:lnTo>
                  <a:lnTo>
                    <a:pt x="320" y="1060"/>
                  </a:lnTo>
                  <a:lnTo>
                    <a:pt x="320" y="1058"/>
                  </a:lnTo>
                  <a:lnTo>
                    <a:pt x="320" y="1058"/>
                  </a:lnTo>
                  <a:lnTo>
                    <a:pt x="317" y="1056"/>
                  </a:lnTo>
                  <a:close/>
                  <a:moveTo>
                    <a:pt x="878" y="1108"/>
                  </a:moveTo>
                  <a:lnTo>
                    <a:pt x="878" y="1108"/>
                  </a:lnTo>
                  <a:lnTo>
                    <a:pt x="876" y="1105"/>
                  </a:lnTo>
                  <a:lnTo>
                    <a:pt x="873" y="1103"/>
                  </a:lnTo>
                  <a:lnTo>
                    <a:pt x="873" y="1101"/>
                  </a:lnTo>
                  <a:lnTo>
                    <a:pt x="871" y="1101"/>
                  </a:lnTo>
                  <a:lnTo>
                    <a:pt x="864" y="1093"/>
                  </a:lnTo>
                  <a:lnTo>
                    <a:pt x="861" y="1091"/>
                  </a:lnTo>
                  <a:lnTo>
                    <a:pt x="861" y="1091"/>
                  </a:lnTo>
                  <a:lnTo>
                    <a:pt x="859" y="1089"/>
                  </a:lnTo>
                  <a:lnTo>
                    <a:pt x="859" y="1089"/>
                  </a:lnTo>
                  <a:lnTo>
                    <a:pt x="859" y="1089"/>
                  </a:lnTo>
                  <a:lnTo>
                    <a:pt x="859" y="1086"/>
                  </a:lnTo>
                  <a:lnTo>
                    <a:pt x="859" y="1086"/>
                  </a:lnTo>
                  <a:lnTo>
                    <a:pt x="857" y="1086"/>
                  </a:lnTo>
                  <a:lnTo>
                    <a:pt x="857" y="1086"/>
                  </a:lnTo>
                  <a:lnTo>
                    <a:pt x="857" y="1086"/>
                  </a:lnTo>
                  <a:lnTo>
                    <a:pt x="854" y="1086"/>
                  </a:lnTo>
                  <a:lnTo>
                    <a:pt x="854" y="1084"/>
                  </a:lnTo>
                  <a:lnTo>
                    <a:pt x="854" y="1084"/>
                  </a:lnTo>
                  <a:lnTo>
                    <a:pt x="854" y="1082"/>
                  </a:lnTo>
                  <a:lnTo>
                    <a:pt x="854" y="1082"/>
                  </a:lnTo>
                  <a:lnTo>
                    <a:pt x="854" y="1079"/>
                  </a:lnTo>
                  <a:lnTo>
                    <a:pt x="857" y="1079"/>
                  </a:lnTo>
                  <a:lnTo>
                    <a:pt x="854" y="1077"/>
                  </a:lnTo>
                  <a:lnTo>
                    <a:pt x="854" y="1077"/>
                  </a:lnTo>
                  <a:lnTo>
                    <a:pt x="854" y="1075"/>
                  </a:lnTo>
                  <a:lnTo>
                    <a:pt x="854" y="1072"/>
                  </a:lnTo>
                  <a:lnTo>
                    <a:pt x="852" y="1072"/>
                  </a:lnTo>
                  <a:lnTo>
                    <a:pt x="852" y="1070"/>
                  </a:lnTo>
                  <a:lnTo>
                    <a:pt x="852" y="1070"/>
                  </a:lnTo>
                  <a:lnTo>
                    <a:pt x="852" y="1065"/>
                  </a:lnTo>
                  <a:lnTo>
                    <a:pt x="852" y="1065"/>
                  </a:lnTo>
                  <a:lnTo>
                    <a:pt x="852" y="1065"/>
                  </a:lnTo>
                  <a:lnTo>
                    <a:pt x="852" y="1063"/>
                  </a:lnTo>
                  <a:lnTo>
                    <a:pt x="847" y="1049"/>
                  </a:lnTo>
                  <a:lnTo>
                    <a:pt x="845" y="1049"/>
                  </a:lnTo>
                  <a:lnTo>
                    <a:pt x="842" y="1046"/>
                  </a:lnTo>
                  <a:lnTo>
                    <a:pt x="840" y="1044"/>
                  </a:lnTo>
                  <a:lnTo>
                    <a:pt x="842" y="1041"/>
                  </a:lnTo>
                  <a:lnTo>
                    <a:pt x="840" y="1039"/>
                  </a:lnTo>
                  <a:lnTo>
                    <a:pt x="840" y="1037"/>
                  </a:lnTo>
                  <a:lnTo>
                    <a:pt x="840" y="1034"/>
                  </a:lnTo>
                  <a:lnTo>
                    <a:pt x="838" y="1034"/>
                  </a:lnTo>
                  <a:lnTo>
                    <a:pt x="838" y="1034"/>
                  </a:lnTo>
                  <a:lnTo>
                    <a:pt x="835" y="1032"/>
                  </a:lnTo>
                  <a:lnTo>
                    <a:pt x="838" y="1018"/>
                  </a:lnTo>
                  <a:lnTo>
                    <a:pt x="838" y="1015"/>
                  </a:lnTo>
                  <a:lnTo>
                    <a:pt x="821" y="996"/>
                  </a:lnTo>
                  <a:lnTo>
                    <a:pt x="805" y="975"/>
                  </a:lnTo>
                  <a:lnTo>
                    <a:pt x="788" y="956"/>
                  </a:lnTo>
                  <a:lnTo>
                    <a:pt x="772" y="935"/>
                  </a:lnTo>
                  <a:lnTo>
                    <a:pt x="757" y="918"/>
                  </a:lnTo>
                  <a:lnTo>
                    <a:pt x="743" y="899"/>
                  </a:lnTo>
                  <a:lnTo>
                    <a:pt x="729" y="883"/>
                  </a:lnTo>
                  <a:lnTo>
                    <a:pt x="715" y="864"/>
                  </a:lnTo>
                  <a:lnTo>
                    <a:pt x="703" y="845"/>
                  </a:lnTo>
                  <a:lnTo>
                    <a:pt x="689" y="828"/>
                  </a:lnTo>
                  <a:lnTo>
                    <a:pt x="675" y="809"/>
                  </a:lnTo>
                  <a:lnTo>
                    <a:pt x="660" y="793"/>
                  </a:lnTo>
                  <a:lnTo>
                    <a:pt x="646" y="772"/>
                  </a:lnTo>
                  <a:lnTo>
                    <a:pt x="630" y="753"/>
                  </a:lnTo>
                  <a:lnTo>
                    <a:pt x="613" y="734"/>
                  </a:lnTo>
                  <a:lnTo>
                    <a:pt x="599" y="712"/>
                  </a:lnTo>
                  <a:lnTo>
                    <a:pt x="582" y="693"/>
                  </a:lnTo>
                  <a:lnTo>
                    <a:pt x="568" y="675"/>
                  </a:lnTo>
                  <a:lnTo>
                    <a:pt x="552" y="653"/>
                  </a:lnTo>
                  <a:lnTo>
                    <a:pt x="537" y="634"/>
                  </a:lnTo>
                  <a:lnTo>
                    <a:pt x="518" y="611"/>
                  </a:lnTo>
                  <a:lnTo>
                    <a:pt x="500" y="587"/>
                  </a:lnTo>
                  <a:lnTo>
                    <a:pt x="478" y="563"/>
                  </a:lnTo>
                  <a:lnTo>
                    <a:pt x="459" y="540"/>
                  </a:lnTo>
                  <a:lnTo>
                    <a:pt x="440" y="516"/>
                  </a:lnTo>
                  <a:lnTo>
                    <a:pt x="421" y="490"/>
                  </a:lnTo>
                  <a:lnTo>
                    <a:pt x="403" y="466"/>
                  </a:lnTo>
                  <a:lnTo>
                    <a:pt x="384" y="443"/>
                  </a:lnTo>
                  <a:lnTo>
                    <a:pt x="384" y="440"/>
                  </a:lnTo>
                  <a:lnTo>
                    <a:pt x="384" y="436"/>
                  </a:lnTo>
                  <a:lnTo>
                    <a:pt x="388" y="412"/>
                  </a:lnTo>
                  <a:lnTo>
                    <a:pt x="393" y="391"/>
                  </a:lnTo>
                  <a:lnTo>
                    <a:pt x="398" y="367"/>
                  </a:lnTo>
                  <a:lnTo>
                    <a:pt x="400" y="346"/>
                  </a:lnTo>
                  <a:lnTo>
                    <a:pt x="405" y="324"/>
                  </a:lnTo>
                  <a:lnTo>
                    <a:pt x="410" y="301"/>
                  </a:lnTo>
                  <a:lnTo>
                    <a:pt x="412" y="279"/>
                  </a:lnTo>
                  <a:lnTo>
                    <a:pt x="417" y="256"/>
                  </a:lnTo>
                  <a:lnTo>
                    <a:pt x="421" y="234"/>
                  </a:lnTo>
                  <a:lnTo>
                    <a:pt x="426" y="213"/>
                  </a:lnTo>
                  <a:lnTo>
                    <a:pt x="429" y="189"/>
                  </a:lnTo>
                  <a:lnTo>
                    <a:pt x="433" y="168"/>
                  </a:lnTo>
                  <a:lnTo>
                    <a:pt x="438" y="147"/>
                  </a:lnTo>
                  <a:lnTo>
                    <a:pt x="440" y="123"/>
                  </a:lnTo>
                  <a:lnTo>
                    <a:pt x="445" y="102"/>
                  </a:lnTo>
                  <a:lnTo>
                    <a:pt x="450" y="80"/>
                  </a:lnTo>
                  <a:lnTo>
                    <a:pt x="426" y="76"/>
                  </a:lnTo>
                  <a:lnTo>
                    <a:pt x="400" y="71"/>
                  </a:lnTo>
                  <a:lnTo>
                    <a:pt x="377" y="66"/>
                  </a:lnTo>
                  <a:lnTo>
                    <a:pt x="353" y="62"/>
                  </a:lnTo>
                  <a:lnTo>
                    <a:pt x="327" y="57"/>
                  </a:lnTo>
                  <a:lnTo>
                    <a:pt x="303" y="52"/>
                  </a:lnTo>
                  <a:lnTo>
                    <a:pt x="280" y="47"/>
                  </a:lnTo>
                  <a:lnTo>
                    <a:pt x="256" y="43"/>
                  </a:lnTo>
                  <a:lnTo>
                    <a:pt x="230" y="38"/>
                  </a:lnTo>
                  <a:lnTo>
                    <a:pt x="206" y="33"/>
                  </a:lnTo>
                  <a:lnTo>
                    <a:pt x="183" y="26"/>
                  </a:lnTo>
                  <a:lnTo>
                    <a:pt x="159" y="21"/>
                  </a:lnTo>
                  <a:lnTo>
                    <a:pt x="133" y="17"/>
                  </a:lnTo>
                  <a:lnTo>
                    <a:pt x="109" y="12"/>
                  </a:lnTo>
                  <a:lnTo>
                    <a:pt x="86" y="7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57" y="17"/>
                  </a:lnTo>
                  <a:lnTo>
                    <a:pt x="55" y="19"/>
                  </a:lnTo>
                  <a:lnTo>
                    <a:pt x="52" y="21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50" y="28"/>
                  </a:lnTo>
                  <a:lnTo>
                    <a:pt x="55" y="31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3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57" y="54"/>
                  </a:lnTo>
                  <a:lnTo>
                    <a:pt x="57" y="54"/>
                  </a:lnTo>
                  <a:lnTo>
                    <a:pt x="57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57" y="64"/>
                  </a:lnTo>
                  <a:lnTo>
                    <a:pt x="57" y="71"/>
                  </a:lnTo>
                  <a:lnTo>
                    <a:pt x="57" y="76"/>
                  </a:lnTo>
                  <a:lnTo>
                    <a:pt x="52" y="83"/>
                  </a:lnTo>
                  <a:lnTo>
                    <a:pt x="52" y="88"/>
                  </a:lnTo>
                  <a:lnTo>
                    <a:pt x="48" y="95"/>
                  </a:lnTo>
                  <a:lnTo>
                    <a:pt x="45" y="99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7"/>
                  </a:lnTo>
                  <a:lnTo>
                    <a:pt x="41" y="109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41" y="118"/>
                  </a:lnTo>
                  <a:lnTo>
                    <a:pt x="43" y="121"/>
                  </a:lnTo>
                  <a:lnTo>
                    <a:pt x="41" y="123"/>
                  </a:lnTo>
                  <a:lnTo>
                    <a:pt x="31" y="140"/>
                  </a:lnTo>
                  <a:lnTo>
                    <a:pt x="26" y="147"/>
                  </a:lnTo>
                  <a:lnTo>
                    <a:pt x="24" y="149"/>
                  </a:lnTo>
                  <a:lnTo>
                    <a:pt x="26" y="147"/>
                  </a:lnTo>
                  <a:lnTo>
                    <a:pt x="29" y="147"/>
                  </a:lnTo>
                  <a:lnTo>
                    <a:pt x="34" y="140"/>
                  </a:lnTo>
                  <a:lnTo>
                    <a:pt x="34" y="140"/>
                  </a:lnTo>
                  <a:lnTo>
                    <a:pt x="38" y="140"/>
                  </a:lnTo>
                  <a:lnTo>
                    <a:pt x="41" y="140"/>
                  </a:lnTo>
                  <a:lnTo>
                    <a:pt x="41" y="142"/>
                  </a:lnTo>
                  <a:lnTo>
                    <a:pt x="41" y="142"/>
                  </a:lnTo>
                  <a:lnTo>
                    <a:pt x="38" y="144"/>
                  </a:lnTo>
                  <a:lnTo>
                    <a:pt x="36" y="144"/>
                  </a:lnTo>
                  <a:lnTo>
                    <a:pt x="34" y="144"/>
                  </a:lnTo>
                  <a:lnTo>
                    <a:pt x="31" y="144"/>
                  </a:lnTo>
                  <a:lnTo>
                    <a:pt x="31" y="147"/>
                  </a:lnTo>
                  <a:lnTo>
                    <a:pt x="26" y="149"/>
                  </a:lnTo>
                  <a:lnTo>
                    <a:pt x="26" y="151"/>
                  </a:lnTo>
                  <a:lnTo>
                    <a:pt x="24" y="156"/>
                  </a:lnTo>
                  <a:lnTo>
                    <a:pt x="22" y="159"/>
                  </a:lnTo>
                  <a:lnTo>
                    <a:pt x="22" y="156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22" y="151"/>
                  </a:lnTo>
                  <a:lnTo>
                    <a:pt x="22" y="151"/>
                  </a:lnTo>
                  <a:lnTo>
                    <a:pt x="17" y="154"/>
                  </a:lnTo>
                  <a:lnTo>
                    <a:pt x="15" y="156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8" y="168"/>
                  </a:lnTo>
                  <a:lnTo>
                    <a:pt x="8" y="170"/>
                  </a:lnTo>
                  <a:lnTo>
                    <a:pt x="5" y="173"/>
                  </a:lnTo>
                  <a:lnTo>
                    <a:pt x="3" y="175"/>
                  </a:lnTo>
                  <a:lnTo>
                    <a:pt x="3" y="178"/>
                  </a:lnTo>
                  <a:lnTo>
                    <a:pt x="3" y="180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3" y="199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3" y="208"/>
                  </a:lnTo>
                  <a:lnTo>
                    <a:pt x="12" y="222"/>
                  </a:lnTo>
                  <a:lnTo>
                    <a:pt x="17" y="227"/>
                  </a:lnTo>
                  <a:lnTo>
                    <a:pt x="17" y="230"/>
                  </a:lnTo>
                  <a:lnTo>
                    <a:pt x="19" y="237"/>
                  </a:lnTo>
                  <a:lnTo>
                    <a:pt x="19" y="237"/>
                  </a:lnTo>
                  <a:lnTo>
                    <a:pt x="19" y="239"/>
                  </a:lnTo>
                  <a:lnTo>
                    <a:pt x="19" y="241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4" y="244"/>
                  </a:lnTo>
                  <a:lnTo>
                    <a:pt x="26" y="246"/>
                  </a:lnTo>
                  <a:lnTo>
                    <a:pt x="36" y="270"/>
                  </a:lnTo>
                  <a:lnTo>
                    <a:pt x="36" y="272"/>
                  </a:lnTo>
                  <a:lnTo>
                    <a:pt x="34" y="277"/>
                  </a:lnTo>
                  <a:lnTo>
                    <a:pt x="36" y="279"/>
                  </a:lnTo>
                  <a:lnTo>
                    <a:pt x="36" y="282"/>
                  </a:lnTo>
                  <a:lnTo>
                    <a:pt x="36" y="282"/>
                  </a:lnTo>
                  <a:lnTo>
                    <a:pt x="36" y="282"/>
                  </a:lnTo>
                  <a:lnTo>
                    <a:pt x="38" y="284"/>
                  </a:lnTo>
                  <a:lnTo>
                    <a:pt x="38" y="284"/>
                  </a:lnTo>
                  <a:lnTo>
                    <a:pt x="38" y="286"/>
                  </a:lnTo>
                  <a:lnTo>
                    <a:pt x="38" y="289"/>
                  </a:lnTo>
                  <a:lnTo>
                    <a:pt x="36" y="296"/>
                  </a:lnTo>
                  <a:lnTo>
                    <a:pt x="36" y="305"/>
                  </a:lnTo>
                  <a:lnTo>
                    <a:pt x="36" y="305"/>
                  </a:lnTo>
                  <a:lnTo>
                    <a:pt x="34" y="305"/>
                  </a:lnTo>
                  <a:lnTo>
                    <a:pt x="34" y="308"/>
                  </a:lnTo>
                  <a:lnTo>
                    <a:pt x="31" y="315"/>
                  </a:lnTo>
                  <a:lnTo>
                    <a:pt x="29" y="322"/>
                  </a:lnTo>
                  <a:lnTo>
                    <a:pt x="26" y="327"/>
                  </a:lnTo>
                  <a:lnTo>
                    <a:pt x="26" y="331"/>
                  </a:lnTo>
                  <a:lnTo>
                    <a:pt x="26" y="334"/>
                  </a:lnTo>
                  <a:lnTo>
                    <a:pt x="26" y="334"/>
                  </a:lnTo>
                  <a:lnTo>
                    <a:pt x="26" y="336"/>
                  </a:lnTo>
                  <a:lnTo>
                    <a:pt x="26" y="338"/>
                  </a:lnTo>
                  <a:lnTo>
                    <a:pt x="26" y="346"/>
                  </a:lnTo>
                  <a:lnTo>
                    <a:pt x="26" y="348"/>
                  </a:lnTo>
                  <a:lnTo>
                    <a:pt x="29" y="348"/>
                  </a:lnTo>
                  <a:lnTo>
                    <a:pt x="31" y="357"/>
                  </a:lnTo>
                  <a:lnTo>
                    <a:pt x="31" y="360"/>
                  </a:lnTo>
                  <a:lnTo>
                    <a:pt x="29" y="362"/>
                  </a:lnTo>
                  <a:lnTo>
                    <a:pt x="29" y="365"/>
                  </a:lnTo>
                  <a:lnTo>
                    <a:pt x="29" y="367"/>
                  </a:lnTo>
                  <a:lnTo>
                    <a:pt x="29" y="369"/>
                  </a:lnTo>
                  <a:lnTo>
                    <a:pt x="29" y="372"/>
                  </a:lnTo>
                  <a:lnTo>
                    <a:pt x="26" y="374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9"/>
                  </a:lnTo>
                  <a:lnTo>
                    <a:pt x="26" y="383"/>
                  </a:lnTo>
                  <a:lnTo>
                    <a:pt x="31" y="393"/>
                  </a:lnTo>
                  <a:lnTo>
                    <a:pt x="36" y="398"/>
                  </a:lnTo>
                  <a:lnTo>
                    <a:pt x="36" y="400"/>
                  </a:lnTo>
                  <a:lnTo>
                    <a:pt x="36" y="400"/>
                  </a:lnTo>
                  <a:lnTo>
                    <a:pt x="38" y="402"/>
                  </a:lnTo>
                  <a:lnTo>
                    <a:pt x="41" y="407"/>
                  </a:lnTo>
                  <a:lnTo>
                    <a:pt x="43" y="409"/>
                  </a:lnTo>
                  <a:lnTo>
                    <a:pt x="55" y="436"/>
                  </a:lnTo>
                  <a:lnTo>
                    <a:pt x="57" y="440"/>
                  </a:lnTo>
                  <a:lnTo>
                    <a:pt x="67" y="447"/>
                  </a:lnTo>
                  <a:lnTo>
                    <a:pt x="69" y="452"/>
                  </a:lnTo>
                  <a:lnTo>
                    <a:pt x="71" y="459"/>
                  </a:lnTo>
                  <a:lnTo>
                    <a:pt x="74" y="462"/>
                  </a:lnTo>
                  <a:lnTo>
                    <a:pt x="71" y="469"/>
                  </a:lnTo>
                  <a:lnTo>
                    <a:pt x="71" y="471"/>
                  </a:lnTo>
                  <a:lnTo>
                    <a:pt x="71" y="469"/>
                  </a:lnTo>
                  <a:lnTo>
                    <a:pt x="74" y="466"/>
                  </a:lnTo>
                  <a:lnTo>
                    <a:pt x="78" y="471"/>
                  </a:lnTo>
                  <a:lnTo>
                    <a:pt x="78" y="473"/>
                  </a:lnTo>
                  <a:lnTo>
                    <a:pt x="78" y="476"/>
                  </a:lnTo>
                  <a:lnTo>
                    <a:pt x="78" y="478"/>
                  </a:lnTo>
                  <a:lnTo>
                    <a:pt x="78" y="478"/>
                  </a:lnTo>
                  <a:lnTo>
                    <a:pt x="81" y="483"/>
                  </a:lnTo>
                  <a:lnTo>
                    <a:pt x="83" y="490"/>
                  </a:lnTo>
                  <a:lnTo>
                    <a:pt x="88" y="497"/>
                  </a:lnTo>
                  <a:lnTo>
                    <a:pt x="88" y="499"/>
                  </a:lnTo>
                  <a:lnTo>
                    <a:pt x="88" y="502"/>
                  </a:lnTo>
                  <a:lnTo>
                    <a:pt x="88" y="499"/>
                  </a:lnTo>
                  <a:lnTo>
                    <a:pt x="86" y="497"/>
                  </a:lnTo>
                  <a:lnTo>
                    <a:pt x="83" y="495"/>
                  </a:lnTo>
                  <a:lnTo>
                    <a:pt x="83" y="490"/>
                  </a:lnTo>
                  <a:lnTo>
                    <a:pt x="83" y="488"/>
                  </a:lnTo>
                  <a:lnTo>
                    <a:pt x="78" y="483"/>
                  </a:lnTo>
                  <a:lnTo>
                    <a:pt x="76" y="480"/>
                  </a:lnTo>
                  <a:lnTo>
                    <a:pt x="78" y="488"/>
                  </a:lnTo>
                  <a:lnTo>
                    <a:pt x="78" y="490"/>
                  </a:lnTo>
                  <a:lnTo>
                    <a:pt x="71" y="502"/>
                  </a:lnTo>
                  <a:lnTo>
                    <a:pt x="69" y="507"/>
                  </a:lnTo>
                  <a:lnTo>
                    <a:pt x="67" y="509"/>
                  </a:lnTo>
                  <a:lnTo>
                    <a:pt x="69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1" y="509"/>
                  </a:lnTo>
                  <a:lnTo>
                    <a:pt x="74" y="507"/>
                  </a:lnTo>
                  <a:lnTo>
                    <a:pt x="74" y="507"/>
                  </a:lnTo>
                  <a:lnTo>
                    <a:pt x="76" y="504"/>
                  </a:lnTo>
                  <a:lnTo>
                    <a:pt x="76" y="504"/>
                  </a:lnTo>
                  <a:lnTo>
                    <a:pt x="76" y="504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76" y="499"/>
                  </a:lnTo>
                  <a:lnTo>
                    <a:pt x="78" y="499"/>
                  </a:lnTo>
                  <a:lnTo>
                    <a:pt x="78" y="499"/>
                  </a:lnTo>
                  <a:lnTo>
                    <a:pt x="78" y="504"/>
                  </a:lnTo>
                  <a:lnTo>
                    <a:pt x="81" y="507"/>
                  </a:lnTo>
                  <a:lnTo>
                    <a:pt x="88" y="511"/>
                  </a:lnTo>
                  <a:lnTo>
                    <a:pt x="88" y="511"/>
                  </a:lnTo>
                  <a:lnTo>
                    <a:pt x="88" y="511"/>
                  </a:lnTo>
                  <a:lnTo>
                    <a:pt x="90" y="514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3" y="521"/>
                  </a:lnTo>
                  <a:lnTo>
                    <a:pt x="93" y="521"/>
                  </a:lnTo>
                  <a:lnTo>
                    <a:pt x="95" y="525"/>
                  </a:lnTo>
                  <a:lnTo>
                    <a:pt x="97" y="525"/>
                  </a:lnTo>
                  <a:lnTo>
                    <a:pt x="97" y="525"/>
                  </a:lnTo>
                  <a:lnTo>
                    <a:pt x="97" y="525"/>
                  </a:lnTo>
                  <a:lnTo>
                    <a:pt x="97" y="523"/>
                  </a:lnTo>
                  <a:lnTo>
                    <a:pt x="102" y="528"/>
                  </a:lnTo>
                  <a:lnTo>
                    <a:pt x="105" y="533"/>
                  </a:lnTo>
                  <a:lnTo>
                    <a:pt x="107" y="535"/>
                  </a:lnTo>
                  <a:lnTo>
                    <a:pt x="109" y="537"/>
                  </a:lnTo>
                  <a:lnTo>
                    <a:pt x="112" y="537"/>
                  </a:lnTo>
                  <a:lnTo>
                    <a:pt x="112" y="540"/>
                  </a:lnTo>
                  <a:lnTo>
                    <a:pt x="114" y="540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5"/>
                  </a:lnTo>
                  <a:lnTo>
                    <a:pt x="116" y="533"/>
                  </a:lnTo>
                  <a:lnTo>
                    <a:pt x="116" y="533"/>
                  </a:lnTo>
                  <a:lnTo>
                    <a:pt x="119" y="533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21" y="533"/>
                  </a:lnTo>
                  <a:lnTo>
                    <a:pt x="119" y="530"/>
                  </a:lnTo>
                  <a:lnTo>
                    <a:pt x="116" y="528"/>
                  </a:lnTo>
                  <a:lnTo>
                    <a:pt x="116" y="525"/>
                  </a:lnTo>
                  <a:lnTo>
                    <a:pt x="116" y="525"/>
                  </a:lnTo>
                  <a:lnTo>
                    <a:pt x="119" y="523"/>
                  </a:lnTo>
                  <a:lnTo>
                    <a:pt x="119" y="523"/>
                  </a:lnTo>
                  <a:lnTo>
                    <a:pt x="116" y="523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18"/>
                  </a:lnTo>
                  <a:lnTo>
                    <a:pt x="119" y="516"/>
                  </a:lnTo>
                  <a:lnTo>
                    <a:pt x="119" y="514"/>
                  </a:lnTo>
                  <a:lnTo>
                    <a:pt x="121" y="507"/>
                  </a:lnTo>
                  <a:lnTo>
                    <a:pt x="121" y="504"/>
                  </a:lnTo>
                  <a:lnTo>
                    <a:pt x="123" y="504"/>
                  </a:lnTo>
                  <a:lnTo>
                    <a:pt x="126" y="504"/>
                  </a:lnTo>
                  <a:lnTo>
                    <a:pt x="128" y="502"/>
                  </a:lnTo>
                  <a:lnTo>
                    <a:pt x="131" y="499"/>
                  </a:lnTo>
                  <a:lnTo>
                    <a:pt x="140" y="507"/>
                  </a:lnTo>
                  <a:lnTo>
                    <a:pt x="142" y="509"/>
                  </a:lnTo>
                  <a:lnTo>
                    <a:pt x="142" y="511"/>
                  </a:lnTo>
                  <a:lnTo>
                    <a:pt x="142" y="511"/>
                  </a:lnTo>
                  <a:lnTo>
                    <a:pt x="145" y="514"/>
                  </a:lnTo>
                  <a:lnTo>
                    <a:pt x="147" y="514"/>
                  </a:lnTo>
                  <a:lnTo>
                    <a:pt x="152" y="518"/>
                  </a:lnTo>
                  <a:lnTo>
                    <a:pt x="154" y="518"/>
                  </a:lnTo>
                  <a:lnTo>
                    <a:pt x="154" y="518"/>
                  </a:lnTo>
                  <a:lnTo>
                    <a:pt x="157" y="518"/>
                  </a:lnTo>
                  <a:lnTo>
                    <a:pt x="161" y="516"/>
                  </a:lnTo>
                  <a:lnTo>
                    <a:pt x="161" y="514"/>
                  </a:lnTo>
                  <a:lnTo>
                    <a:pt x="161" y="514"/>
                  </a:lnTo>
                  <a:lnTo>
                    <a:pt x="164" y="511"/>
                  </a:lnTo>
                  <a:lnTo>
                    <a:pt x="164" y="511"/>
                  </a:lnTo>
                  <a:lnTo>
                    <a:pt x="164" y="509"/>
                  </a:lnTo>
                  <a:lnTo>
                    <a:pt x="166" y="509"/>
                  </a:lnTo>
                  <a:lnTo>
                    <a:pt x="168" y="509"/>
                  </a:lnTo>
                  <a:lnTo>
                    <a:pt x="171" y="509"/>
                  </a:lnTo>
                  <a:lnTo>
                    <a:pt x="171" y="511"/>
                  </a:lnTo>
                  <a:lnTo>
                    <a:pt x="171" y="511"/>
                  </a:lnTo>
                  <a:lnTo>
                    <a:pt x="168" y="516"/>
                  </a:lnTo>
                  <a:lnTo>
                    <a:pt x="173" y="518"/>
                  </a:lnTo>
                  <a:lnTo>
                    <a:pt x="178" y="518"/>
                  </a:lnTo>
                  <a:lnTo>
                    <a:pt x="175" y="521"/>
                  </a:lnTo>
                  <a:lnTo>
                    <a:pt x="175" y="521"/>
                  </a:lnTo>
                  <a:lnTo>
                    <a:pt x="175" y="521"/>
                  </a:lnTo>
                  <a:lnTo>
                    <a:pt x="175" y="523"/>
                  </a:lnTo>
                  <a:lnTo>
                    <a:pt x="178" y="523"/>
                  </a:lnTo>
                  <a:lnTo>
                    <a:pt x="180" y="523"/>
                  </a:lnTo>
                  <a:lnTo>
                    <a:pt x="180" y="523"/>
                  </a:lnTo>
                  <a:lnTo>
                    <a:pt x="180" y="521"/>
                  </a:lnTo>
                  <a:lnTo>
                    <a:pt x="183" y="521"/>
                  </a:lnTo>
                  <a:lnTo>
                    <a:pt x="185" y="523"/>
                  </a:lnTo>
                  <a:lnTo>
                    <a:pt x="187" y="523"/>
                  </a:lnTo>
                  <a:lnTo>
                    <a:pt x="192" y="523"/>
                  </a:lnTo>
                  <a:lnTo>
                    <a:pt x="192" y="521"/>
                  </a:lnTo>
                  <a:lnTo>
                    <a:pt x="197" y="518"/>
                  </a:lnTo>
                  <a:lnTo>
                    <a:pt x="199" y="516"/>
                  </a:lnTo>
                  <a:lnTo>
                    <a:pt x="199" y="516"/>
                  </a:lnTo>
                  <a:lnTo>
                    <a:pt x="199" y="518"/>
                  </a:lnTo>
                  <a:lnTo>
                    <a:pt x="197" y="521"/>
                  </a:lnTo>
                  <a:lnTo>
                    <a:pt x="197" y="521"/>
                  </a:lnTo>
                  <a:lnTo>
                    <a:pt x="194" y="523"/>
                  </a:lnTo>
                  <a:lnTo>
                    <a:pt x="192" y="523"/>
                  </a:lnTo>
                  <a:lnTo>
                    <a:pt x="192" y="523"/>
                  </a:lnTo>
                  <a:lnTo>
                    <a:pt x="190" y="523"/>
                  </a:lnTo>
                  <a:lnTo>
                    <a:pt x="190" y="523"/>
                  </a:lnTo>
                  <a:lnTo>
                    <a:pt x="190" y="525"/>
                  </a:lnTo>
                  <a:lnTo>
                    <a:pt x="190" y="525"/>
                  </a:lnTo>
                  <a:lnTo>
                    <a:pt x="190" y="525"/>
                  </a:lnTo>
                  <a:lnTo>
                    <a:pt x="190" y="528"/>
                  </a:lnTo>
                  <a:lnTo>
                    <a:pt x="194" y="528"/>
                  </a:lnTo>
                  <a:lnTo>
                    <a:pt x="197" y="528"/>
                  </a:lnTo>
                  <a:lnTo>
                    <a:pt x="199" y="525"/>
                  </a:lnTo>
                  <a:lnTo>
                    <a:pt x="199" y="523"/>
                  </a:lnTo>
                  <a:lnTo>
                    <a:pt x="199" y="523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3"/>
                  </a:lnTo>
                  <a:lnTo>
                    <a:pt x="201" y="523"/>
                  </a:lnTo>
                  <a:lnTo>
                    <a:pt x="204" y="523"/>
                  </a:lnTo>
                  <a:lnTo>
                    <a:pt x="204" y="523"/>
                  </a:lnTo>
                  <a:lnTo>
                    <a:pt x="204" y="521"/>
                  </a:lnTo>
                  <a:lnTo>
                    <a:pt x="206" y="521"/>
                  </a:lnTo>
                  <a:lnTo>
                    <a:pt x="209" y="523"/>
                  </a:lnTo>
                  <a:lnTo>
                    <a:pt x="209" y="523"/>
                  </a:lnTo>
                  <a:lnTo>
                    <a:pt x="211" y="523"/>
                  </a:lnTo>
                  <a:lnTo>
                    <a:pt x="216" y="530"/>
                  </a:lnTo>
                  <a:lnTo>
                    <a:pt x="218" y="533"/>
                  </a:lnTo>
                  <a:lnTo>
                    <a:pt x="218" y="533"/>
                  </a:lnTo>
                  <a:lnTo>
                    <a:pt x="220" y="535"/>
                  </a:lnTo>
                  <a:lnTo>
                    <a:pt x="220" y="537"/>
                  </a:lnTo>
                  <a:lnTo>
                    <a:pt x="220" y="537"/>
                  </a:lnTo>
                  <a:lnTo>
                    <a:pt x="218" y="537"/>
                  </a:lnTo>
                  <a:lnTo>
                    <a:pt x="218" y="535"/>
                  </a:lnTo>
                  <a:lnTo>
                    <a:pt x="216" y="533"/>
                  </a:lnTo>
                  <a:lnTo>
                    <a:pt x="216" y="530"/>
                  </a:lnTo>
                  <a:lnTo>
                    <a:pt x="213" y="530"/>
                  </a:lnTo>
                  <a:lnTo>
                    <a:pt x="211" y="530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09" y="523"/>
                  </a:lnTo>
                  <a:lnTo>
                    <a:pt x="206" y="523"/>
                  </a:lnTo>
                  <a:lnTo>
                    <a:pt x="206" y="523"/>
                  </a:lnTo>
                  <a:lnTo>
                    <a:pt x="206" y="523"/>
                  </a:lnTo>
                  <a:lnTo>
                    <a:pt x="204" y="523"/>
                  </a:lnTo>
                  <a:lnTo>
                    <a:pt x="204" y="523"/>
                  </a:lnTo>
                  <a:lnTo>
                    <a:pt x="201" y="523"/>
                  </a:lnTo>
                  <a:lnTo>
                    <a:pt x="201" y="523"/>
                  </a:lnTo>
                  <a:lnTo>
                    <a:pt x="199" y="525"/>
                  </a:lnTo>
                  <a:lnTo>
                    <a:pt x="199" y="525"/>
                  </a:lnTo>
                  <a:lnTo>
                    <a:pt x="199" y="525"/>
                  </a:lnTo>
                  <a:lnTo>
                    <a:pt x="199" y="528"/>
                  </a:lnTo>
                  <a:lnTo>
                    <a:pt x="199" y="528"/>
                  </a:lnTo>
                  <a:lnTo>
                    <a:pt x="197" y="528"/>
                  </a:lnTo>
                  <a:lnTo>
                    <a:pt x="197" y="528"/>
                  </a:lnTo>
                  <a:lnTo>
                    <a:pt x="194" y="528"/>
                  </a:lnTo>
                  <a:lnTo>
                    <a:pt x="194" y="530"/>
                  </a:lnTo>
                  <a:lnTo>
                    <a:pt x="194" y="530"/>
                  </a:lnTo>
                  <a:lnTo>
                    <a:pt x="197" y="530"/>
                  </a:lnTo>
                  <a:lnTo>
                    <a:pt x="197" y="533"/>
                  </a:lnTo>
                  <a:lnTo>
                    <a:pt x="194" y="530"/>
                  </a:lnTo>
                  <a:lnTo>
                    <a:pt x="190" y="528"/>
                  </a:lnTo>
                  <a:lnTo>
                    <a:pt x="178" y="525"/>
                  </a:lnTo>
                  <a:lnTo>
                    <a:pt x="173" y="523"/>
                  </a:lnTo>
                  <a:lnTo>
                    <a:pt x="161" y="518"/>
                  </a:lnTo>
                  <a:lnTo>
                    <a:pt x="161" y="518"/>
                  </a:lnTo>
                  <a:lnTo>
                    <a:pt x="154" y="521"/>
                  </a:lnTo>
                  <a:lnTo>
                    <a:pt x="152" y="521"/>
                  </a:lnTo>
                  <a:lnTo>
                    <a:pt x="152" y="521"/>
                  </a:lnTo>
                  <a:lnTo>
                    <a:pt x="147" y="516"/>
                  </a:lnTo>
                  <a:lnTo>
                    <a:pt x="145" y="516"/>
                  </a:lnTo>
                  <a:lnTo>
                    <a:pt x="145" y="516"/>
                  </a:lnTo>
                  <a:lnTo>
                    <a:pt x="142" y="516"/>
                  </a:lnTo>
                  <a:lnTo>
                    <a:pt x="135" y="521"/>
                  </a:lnTo>
                  <a:lnTo>
                    <a:pt x="135" y="521"/>
                  </a:lnTo>
                  <a:lnTo>
                    <a:pt x="133" y="521"/>
                  </a:lnTo>
                  <a:lnTo>
                    <a:pt x="133" y="521"/>
                  </a:lnTo>
                  <a:lnTo>
                    <a:pt x="133" y="518"/>
                  </a:lnTo>
                  <a:lnTo>
                    <a:pt x="131" y="518"/>
                  </a:lnTo>
                  <a:lnTo>
                    <a:pt x="131" y="521"/>
                  </a:lnTo>
                  <a:lnTo>
                    <a:pt x="128" y="523"/>
                  </a:lnTo>
                  <a:lnTo>
                    <a:pt x="126" y="525"/>
                  </a:lnTo>
                  <a:lnTo>
                    <a:pt x="126" y="525"/>
                  </a:lnTo>
                  <a:lnTo>
                    <a:pt x="126" y="530"/>
                  </a:lnTo>
                  <a:lnTo>
                    <a:pt x="131" y="533"/>
                  </a:lnTo>
                  <a:lnTo>
                    <a:pt x="133" y="535"/>
                  </a:lnTo>
                  <a:lnTo>
                    <a:pt x="133" y="540"/>
                  </a:lnTo>
                  <a:lnTo>
                    <a:pt x="131" y="544"/>
                  </a:lnTo>
                  <a:lnTo>
                    <a:pt x="131" y="547"/>
                  </a:lnTo>
                  <a:lnTo>
                    <a:pt x="131" y="549"/>
                  </a:lnTo>
                  <a:lnTo>
                    <a:pt x="133" y="549"/>
                  </a:lnTo>
                  <a:lnTo>
                    <a:pt x="138" y="554"/>
                  </a:lnTo>
                  <a:lnTo>
                    <a:pt x="140" y="554"/>
                  </a:lnTo>
                  <a:lnTo>
                    <a:pt x="135" y="556"/>
                  </a:lnTo>
                  <a:lnTo>
                    <a:pt x="135" y="556"/>
                  </a:lnTo>
                  <a:lnTo>
                    <a:pt x="138" y="556"/>
                  </a:lnTo>
                  <a:lnTo>
                    <a:pt x="135" y="559"/>
                  </a:lnTo>
                  <a:lnTo>
                    <a:pt x="138" y="559"/>
                  </a:lnTo>
                  <a:lnTo>
                    <a:pt x="140" y="559"/>
                  </a:lnTo>
                  <a:lnTo>
                    <a:pt x="140" y="559"/>
                  </a:lnTo>
                  <a:lnTo>
                    <a:pt x="140" y="561"/>
                  </a:lnTo>
                  <a:lnTo>
                    <a:pt x="142" y="566"/>
                  </a:lnTo>
                  <a:lnTo>
                    <a:pt x="142" y="580"/>
                  </a:lnTo>
                  <a:lnTo>
                    <a:pt x="145" y="585"/>
                  </a:lnTo>
                  <a:lnTo>
                    <a:pt x="145" y="585"/>
                  </a:lnTo>
                  <a:lnTo>
                    <a:pt x="147" y="587"/>
                  </a:lnTo>
                  <a:lnTo>
                    <a:pt x="147" y="587"/>
                  </a:lnTo>
                  <a:lnTo>
                    <a:pt x="149" y="587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89"/>
                  </a:lnTo>
                  <a:lnTo>
                    <a:pt x="149" y="592"/>
                  </a:lnTo>
                  <a:lnTo>
                    <a:pt x="149" y="592"/>
                  </a:lnTo>
                  <a:lnTo>
                    <a:pt x="152" y="592"/>
                  </a:lnTo>
                  <a:lnTo>
                    <a:pt x="149" y="594"/>
                  </a:lnTo>
                  <a:lnTo>
                    <a:pt x="147" y="594"/>
                  </a:lnTo>
                  <a:lnTo>
                    <a:pt x="145" y="592"/>
                  </a:lnTo>
                  <a:lnTo>
                    <a:pt x="142" y="592"/>
                  </a:lnTo>
                  <a:lnTo>
                    <a:pt x="142" y="589"/>
                  </a:lnTo>
                  <a:lnTo>
                    <a:pt x="142" y="587"/>
                  </a:lnTo>
                  <a:lnTo>
                    <a:pt x="140" y="585"/>
                  </a:lnTo>
                  <a:lnTo>
                    <a:pt x="140" y="585"/>
                  </a:lnTo>
                  <a:lnTo>
                    <a:pt x="138" y="585"/>
                  </a:lnTo>
                  <a:lnTo>
                    <a:pt x="138" y="582"/>
                  </a:lnTo>
                  <a:lnTo>
                    <a:pt x="138" y="582"/>
                  </a:lnTo>
                  <a:lnTo>
                    <a:pt x="135" y="582"/>
                  </a:lnTo>
                  <a:lnTo>
                    <a:pt x="135" y="582"/>
                  </a:lnTo>
                  <a:lnTo>
                    <a:pt x="135" y="580"/>
                  </a:lnTo>
                  <a:lnTo>
                    <a:pt x="133" y="580"/>
                  </a:lnTo>
                  <a:lnTo>
                    <a:pt x="133" y="578"/>
                  </a:lnTo>
                  <a:lnTo>
                    <a:pt x="133" y="578"/>
                  </a:lnTo>
                  <a:lnTo>
                    <a:pt x="131" y="578"/>
                  </a:lnTo>
                  <a:lnTo>
                    <a:pt x="131" y="575"/>
                  </a:lnTo>
                  <a:lnTo>
                    <a:pt x="131" y="575"/>
                  </a:lnTo>
                  <a:lnTo>
                    <a:pt x="128" y="575"/>
                  </a:lnTo>
                  <a:lnTo>
                    <a:pt x="126" y="573"/>
                  </a:lnTo>
                  <a:lnTo>
                    <a:pt x="126" y="570"/>
                  </a:lnTo>
                  <a:lnTo>
                    <a:pt x="126" y="570"/>
                  </a:lnTo>
                  <a:lnTo>
                    <a:pt x="123" y="570"/>
                  </a:lnTo>
                  <a:lnTo>
                    <a:pt x="121" y="570"/>
                  </a:lnTo>
                  <a:lnTo>
                    <a:pt x="121" y="568"/>
                  </a:lnTo>
                  <a:lnTo>
                    <a:pt x="121" y="568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21" y="563"/>
                  </a:lnTo>
                  <a:lnTo>
                    <a:pt x="121" y="563"/>
                  </a:lnTo>
                  <a:lnTo>
                    <a:pt x="123" y="554"/>
                  </a:lnTo>
                  <a:lnTo>
                    <a:pt x="123" y="554"/>
                  </a:lnTo>
                  <a:lnTo>
                    <a:pt x="123" y="554"/>
                  </a:lnTo>
                  <a:lnTo>
                    <a:pt x="126" y="554"/>
                  </a:lnTo>
                  <a:lnTo>
                    <a:pt x="123" y="554"/>
                  </a:lnTo>
                  <a:lnTo>
                    <a:pt x="123" y="551"/>
                  </a:lnTo>
                  <a:lnTo>
                    <a:pt x="123" y="551"/>
                  </a:lnTo>
                  <a:lnTo>
                    <a:pt x="123" y="549"/>
                  </a:lnTo>
                  <a:lnTo>
                    <a:pt x="123" y="544"/>
                  </a:lnTo>
                  <a:lnTo>
                    <a:pt x="123" y="544"/>
                  </a:lnTo>
                  <a:lnTo>
                    <a:pt x="121" y="542"/>
                  </a:lnTo>
                  <a:lnTo>
                    <a:pt x="116" y="542"/>
                  </a:lnTo>
                  <a:lnTo>
                    <a:pt x="114" y="542"/>
                  </a:lnTo>
                  <a:lnTo>
                    <a:pt x="114" y="542"/>
                  </a:lnTo>
                  <a:lnTo>
                    <a:pt x="109" y="547"/>
                  </a:lnTo>
                  <a:lnTo>
                    <a:pt x="109" y="551"/>
                  </a:lnTo>
                  <a:lnTo>
                    <a:pt x="109" y="559"/>
                  </a:lnTo>
                  <a:lnTo>
                    <a:pt x="109" y="563"/>
                  </a:lnTo>
                  <a:lnTo>
                    <a:pt x="109" y="566"/>
                  </a:lnTo>
                  <a:lnTo>
                    <a:pt x="107" y="568"/>
                  </a:lnTo>
                  <a:lnTo>
                    <a:pt x="105" y="570"/>
                  </a:lnTo>
                  <a:lnTo>
                    <a:pt x="105" y="578"/>
                  </a:lnTo>
                  <a:lnTo>
                    <a:pt x="105" y="578"/>
                  </a:lnTo>
                  <a:lnTo>
                    <a:pt x="107" y="578"/>
                  </a:lnTo>
                  <a:lnTo>
                    <a:pt x="107" y="578"/>
                  </a:lnTo>
                  <a:lnTo>
                    <a:pt x="109" y="580"/>
                  </a:lnTo>
                  <a:lnTo>
                    <a:pt x="109" y="582"/>
                  </a:lnTo>
                  <a:lnTo>
                    <a:pt x="109" y="587"/>
                  </a:lnTo>
                  <a:lnTo>
                    <a:pt x="112" y="589"/>
                  </a:lnTo>
                  <a:lnTo>
                    <a:pt x="112" y="592"/>
                  </a:lnTo>
                  <a:lnTo>
                    <a:pt x="112" y="594"/>
                  </a:lnTo>
                  <a:lnTo>
                    <a:pt x="112" y="596"/>
                  </a:lnTo>
                  <a:lnTo>
                    <a:pt x="112" y="599"/>
                  </a:lnTo>
                  <a:lnTo>
                    <a:pt x="109" y="606"/>
                  </a:lnTo>
                  <a:lnTo>
                    <a:pt x="109" y="611"/>
                  </a:lnTo>
                  <a:lnTo>
                    <a:pt x="107" y="613"/>
                  </a:lnTo>
                  <a:lnTo>
                    <a:pt x="109" y="620"/>
                  </a:lnTo>
                  <a:lnTo>
                    <a:pt x="112" y="622"/>
                  </a:lnTo>
                  <a:lnTo>
                    <a:pt x="112" y="625"/>
                  </a:lnTo>
                  <a:lnTo>
                    <a:pt x="112" y="627"/>
                  </a:lnTo>
                  <a:lnTo>
                    <a:pt x="112" y="627"/>
                  </a:lnTo>
                  <a:lnTo>
                    <a:pt x="119" y="634"/>
                  </a:lnTo>
                  <a:lnTo>
                    <a:pt x="121" y="641"/>
                  </a:lnTo>
                  <a:lnTo>
                    <a:pt x="123" y="646"/>
                  </a:lnTo>
                  <a:lnTo>
                    <a:pt x="131" y="653"/>
                  </a:lnTo>
                  <a:lnTo>
                    <a:pt x="133" y="653"/>
                  </a:lnTo>
                  <a:lnTo>
                    <a:pt x="135" y="653"/>
                  </a:lnTo>
                  <a:lnTo>
                    <a:pt x="138" y="653"/>
                  </a:lnTo>
                  <a:lnTo>
                    <a:pt x="140" y="653"/>
                  </a:lnTo>
                  <a:lnTo>
                    <a:pt x="142" y="653"/>
                  </a:lnTo>
                  <a:lnTo>
                    <a:pt x="142" y="656"/>
                  </a:lnTo>
                  <a:lnTo>
                    <a:pt x="147" y="653"/>
                  </a:lnTo>
                  <a:lnTo>
                    <a:pt x="149" y="656"/>
                  </a:lnTo>
                  <a:lnTo>
                    <a:pt x="152" y="656"/>
                  </a:lnTo>
                  <a:lnTo>
                    <a:pt x="154" y="660"/>
                  </a:lnTo>
                  <a:lnTo>
                    <a:pt x="157" y="672"/>
                  </a:lnTo>
                  <a:lnTo>
                    <a:pt x="159" y="677"/>
                  </a:lnTo>
                  <a:lnTo>
                    <a:pt x="157" y="684"/>
                  </a:lnTo>
                  <a:lnTo>
                    <a:pt x="157" y="684"/>
                  </a:lnTo>
                  <a:lnTo>
                    <a:pt x="157" y="684"/>
                  </a:lnTo>
                  <a:lnTo>
                    <a:pt x="159" y="684"/>
                  </a:lnTo>
                  <a:lnTo>
                    <a:pt x="159" y="684"/>
                  </a:lnTo>
                  <a:lnTo>
                    <a:pt x="159" y="684"/>
                  </a:lnTo>
                  <a:lnTo>
                    <a:pt x="159" y="686"/>
                  </a:lnTo>
                  <a:lnTo>
                    <a:pt x="159" y="686"/>
                  </a:lnTo>
                  <a:lnTo>
                    <a:pt x="159" y="686"/>
                  </a:lnTo>
                  <a:lnTo>
                    <a:pt x="157" y="686"/>
                  </a:lnTo>
                  <a:lnTo>
                    <a:pt x="154" y="686"/>
                  </a:lnTo>
                  <a:lnTo>
                    <a:pt x="154" y="686"/>
                  </a:lnTo>
                  <a:lnTo>
                    <a:pt x="152" y="693"/>
                  </a:lnTo>
                  <a:lnTo>
                    <a:pt x="152" y="696"/>
                  </a:lnTo>
                  <a:lnTo>
                    <a:pt x="149" y="696"/>
                  </a:lnTo>
                  <a:lnTo>
                    <a:pt x="147" y="698"/>
                  </a:lnTo>
                  <a:lnTo>
                    <a:pt x="145" y="698"/>
                  </a:lnTo>
                  <a:lnTo>
                    <a:pt x="145" y="698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40" y="696"/>
                  </a:lnTo>
                  <a:lnTo>
                    <a:pt x="138" y="698"/>
                  </a:lnTo>
                  <a:lnTo>
                    <a:pt x="135" y="701"/>
                  </a:lnTo>
                  <a:lnTo>
                    <a:pt x="135" y="703"/>
                  </a:lnTo>
                  <a:lnTo>
                    <a:pt x="138" y="703"/>
                  </a:lnTo>
                  <a:lnTo>
                    <a:pt x="138" y="705"/>
                  </a:lnTo>
                  <a:lnTo>
                    <a:pt x="140" y="705"/>
                  </a:lnTo>
                  <a:lnTo>
                    <a:pt x="140" y="708"/>
                  </a:lnTo>
                  <a:lnTo>
                    <a:pt x="138" y="708"/>
                  </a:lnTo>
                  <a:lnTo>
                    <a:pt x="135" y="708"/>
                  </a:lnTo>
                  <a:lnTo>
                    <a:pt x="135" y="710"/>
                  </a:lnTo>
                  <a:lnTo>
                    <a:pt x="135" y="712"/>
                  </a:lnTo>
                  <a:lnTo>
                    <a:pt x="138" y="717"/>
                  </a:lnTo>
                  <a:lnTo>
                    <a:pt x="138" y="724"/>
                  </a:lnTo>
                  <a:lnTo>
                    <a:pt x="135" y="729"/>
                  </a:lnTo>
                  <a:lnTo>
                    <a:pt x="135" y="729"/>
                  </a:lnTo>
                  <a:lnTo>
                    <a:pt x="138" y="734"/>
                  </a:lnTo>
                  <a:lnTo>
                    <a:pt x="138" y="734"/>
                  </a:lnTo>
                  <a:lnTo>
                    <a:pt x="138" y="736"/>
                  </a:lnTo>
                  <a:lnTo>
                    <a:pt x="138" y="736"/>
                  </a:lnTo>
                  <a:lnTo>
                    <a:pt x="138" y="738"/>
                  </a:lnTo>
                  <a:lnTo>
                    <a:pt x="138" y="738"/>
                  </a:lnTo>
                  <a:lnTo>
                    <a:pt x="140" y="738"/>
                  </a:lnTo>
                  <a:lnTo>
                    <a:pt x="140" y="741"/>
                  </a:lnTo>
                  <a:lnTo>
                    <a:pt x="140" y="743"/>
                  </a:lnTo>
                  <a:lnTo>
                    <a:pt x="140" y="743"/>
                  </a:lnTo>
                  <a:lnTo>
                    <a:pt x="140" y="746"/>
                  </a:lnTo>
                  <a:lnTo>
                    <a:pt x="142" y="746"/>
                  </a:lnTo>
                  <a:lnTo>
                    <a:pt x="145" y="748"/>
                  </a:lnTo>
                  <a:lnTo>
                    <a:pt x="152" y="755"/>
                  </a:lnTo>
                  <a:lnTo>
                    <a:pt x="154" y="760"/>
                  </a:lnTo>
                  <a:lnTo>
                    <a:pt x="159" y="769"/>
                  </a:lnTo>
                  <a:lnTo>
                    <a:pt x="159" y="774"/>
                  </a:lnTo>
                  <a:lnTo>
                    <a:pt x="159" y="776"/>
                  </a:lnTo>
                  <a:lnTo>
                    <a:pt x="161" y="776"/>
                  </a:lnTo>
                  <a:lnTo>
                    <a:pt x="164" y="779"/>
                  </a:lnTo>
                  <a:lnTo>
                    <a:pt x="166" y="779"/>
                  </a:lnTo>
                  <a:lnTo>
                    <a:pt x="166" y="781"/>
                  </a:lnTo>
                  <a:lnTo>
                    <a:pt x="168" y="783"/>
                  </a:lnTo>
                  <a:lnTo>
                    <a:pt x="168" y="786"/>
                  </a:lnTo>
                  <a:lnTo>
                    <a:pt x="168" y="788"/>
                  </a:lnTo>
                  <a:lnTo>
                    <a:pt x="168" y="791"/>
                  </a:lnTo>
                  <a:lnTo>
                    <a:pt x="168" y="793"/>
                  </a:lnTo>
                  <a:lnTo>
                    <a:pt x="168" y="795"/>
                  </a:lnTo>
                  <a:lnTo>
                    <a:pt x="171" y="798"/>
                  </a:lnTo>
                  <a:lnTo>
                    <a:pt x="173" y="802"/>
                  </a:lnTo>
                  <a:lnTo>
                    <a:pt x="173" y="805"/>
                  </a:lnTo>
                  <a:lnTo>
                    <a:pt x="175" y="807"/>
                  </a:lnTo>
                  <a:lnTo>
                    <a:pt x="178" y="809"/>
                  </a:lnTo>
                  <a:lnTo>
                    <a:pt x="180" y="812"/>
                  </a:lnTo>
                  <a:lnTo>
                    <a:pt x="180" y="819"/>
                  </a:lnTo>
                  <a:lnTo>
                    <a:pt x="183" y="826"/>
                  </a:lnTo>
                  <a:lnTo>
                    <a:pt x="183" y="828"/>
                  </a:lnTo>
                  <a:lnTo>
                    <a:pt x="190" y="831"/>
                  </a:lnTo>
                  <a:lnTo>
                    <a:pt x="192" y="833"/>
                  </a:lnTo>
                  <a:lnTo>
                    <a:pt x="194" y="836"/>
                  </a:lnTo>
                  <a:lnTo>
                    <a:pt x="197" y="843"/>
                  </a:lnTo>
                  <a:lnTo>
                    <a:pt x="199" y="847"/>
                  </a:lnTo>
                  <a:lnTo>
                    <a:pt x="201" y="852"/>
                  </a:lnTo>
                  <a:lnTo>
                    <a:pt x="204" y="854"/>
                  </a:lnTo>
                  <a:lnTo>
                    <a:pt x="206" y="857"/>
                  </a:lnTo>
                  <a:lnTo>
                    <a:pt x="213" y="859"/>
                  </a:lnTo>
                  <a:lnTo>
                    <a:pt x="216" y="862"/>
                  </a:lnTo>
                  <a:lnTo>
                    <a:pt x="216" y="864"/>
                  </a:lnTo>
                  <a:lnTo>
                    <a:pt x="216" y="866"/>
                  </a:lnTo>
                  <a:lnTo>
                    <a:pt x="216" y="869"/>
                  </a:lnTo>
                  <a:lnTo>
                    <a:pt x="216" y="871"/>
                  </a:lnTo>
                  <a:lnTo>
                    <a:pt x="218" y="873"/>
                  </a:lnTo>
                  <a:lnTo>
                    <a:pt x="218" y="876"/>
                  </a:lnTo>
                  <a:lnTo>
                    <a:pt x="218" y="876"/>
                  </a:lnTo>
                  <a:lnTo>
                    <a:pt x="216" y="876"/>
                  </a:lnTo>
                  <a:lnTo>
                    <a:pt x="216" y="876"/>
                  </a:lnTo>
                  <a:lnTo>
                    <a:pt x="216" y="873"/>
                  </a:lnTo>
                  <a:lnTo>
                    <a:pt x="216" y="871"/>
                  </a:lnTo>
                  <a:lnTo>
                    <a:pt x="211" y="880"/>
                  </a:lnTo>
                  <a:lnTo>
                    <a:pt x="211" y="883"/>
                  </a:lnTo>
                  <a:lnTo>
                    <a:pt x="211" y="885"/>
                  </a:lnTo>
                  <a:lnTo>
                    <a:pt x="211" y="888"/>
                  </a:lnTo>
                  <a:lnTo>
                    <a:pt x="213" y="890"/>
                  </a:lnTo>
                  <a:lnTo>
                    <a:pt x="218" y="895"/>
                  </a:lnTo>
                  <a:lnTo>
                    <a:pt x="220" y="897"/>
                  </a:lnTo>
                  <a:lnTo>
                    <a:pt x="220" y="897"/>
                  </a:lnTo>
                  <a:lnTo>
                    <a:pt x="223" y="897"/>
                  </a:lnTo>
                  <a:lnTo>
                    <a:pt x="225" y="897"/>
                  </a:lnTo>
                  <a:lnTo>
                    <a:pt x="228" y="897"/>
                  </a:lnTo>
                  <a:lnTo>
                    <a:pt x="228" y="897"/>
                  </a:lnTo>
                  <a:lnTo>
                    <a:pt x="230" y="899"/>
                  </a:lnTo>
                  <a:lnTo>
                    <a:pt x="230" y="899"/>
                  </a:lnTo>
                  <a:lnTo>
                    <a:pt x="232" y="902"/>
                  </a:lnTo>
                  <a:lnTo>
                    <a:pt x="232" y="902"/>
                  </a:lnTo>
                  <a:lnTo>
                    <a:pt x="232" y="907"/>
                  </a:lnTo>
                  <a:lnTo>
                    <a:pt x="232" y="911"/>
                  </a:lnTo>
                  <a:lnTo>
                    <a:pt x="230" y="916"/>
                  </a:lnTo>
                  <a:lnTo>
                    <a:pt x="230" y="921"/>
                  </a:lnTo>
                  <a:lnTo>
                    <a:pt x="225" y="928"/>
                  </a:lnTo>
                  <a:lnTo>
                    <a:pt x="223" y="930"/>
                  </a:lnTo>
                  <a:lnTo>
                    <a:pt x="225" y="930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28" y="937"/>
                  </a:lnTo>
                  <a:lnTo>
                    <a:pt x="228" y="937"/>
                  </a:lnTo>
                  <a:lnTo>
                    <a:pt x="228" y="940"/>
                  </a:lnTo>
                  <a:lnTo>
                    <a:pt x="228" y="942"/>
                  </a:lnTo>
                  <a:lnTo>
                    <a:pt x="225" y="947"/>
                  </a:lnTo>
                  <a:lnTo>
                    <a:pt x="223" y="949"/>
                  </a:lnTo>
                  <a:lnTo>
                    <a:pt x="225" y="951"/>
                  </a:lnTo>
                  <a:lnTo>
                    <a:pt x="225" y="954"/>
                  </a:lnTo>
                  <a:lnTo>
                    <a:pt x="225" y="956"/>
                  </a:lnTo>
                  <a:lnTo>
                    <a:pt x="225" y="959"/>
                  </a:lnTo>
                  <a:lnTo>
                    <a:pt x="223" y="961"/>
                  </a:lnTo>
                  <a:lnTo>
                    <a:pt x="223" y="963"/>
                  </a:lnTo>
                  <a:lnTo>
                    <a:pt x="220" y="963"/>
                  </a:lnTo>
                  <a:lnTo>
                    <a:pt x="220" y="968"/>
                  </a:lnTo>
                  <a:lnTo>
                    <a:pt x="218" y="970"/>
                  </a:lnTo>
                  <a:lnTo>
                    <a:pt x="218" y="970"/>
                  </a:lnTo>
                  <a:lnTo>
                    <a:pt x="220" y="973"/>
                  </a:lnTo>
                  <a:lnTo>
                    <a:pt x="223" y="975"/>
                  </a:lnTo>
                  <a:lnTo>
                    <a:pt x="225" y="975"/>
                  </a:lnTo>
                  <a:lnTo>
                    <a:pt x="228" y="975"/>
                  </a:lnTo>
                  <a:lnTo>
                    <a:pt x="230" y="980"/>
                  </a:lnTo>
                  <a:lnTo>
                    <a:pt x="232" y="985"/>
                  </a:lnTo>
                  <a:lnTo>
                    <a:pt x="235" y="989"/>
                  </a:lnTo>
                  <a:lnTo>
                    <a:pt x="239" y="989"/>
                  </a:lnTo>
                  <a:lnTo>
                    <a:pt x="249" y="989"/>
                  </a:lnTo>
                  <a:lnTo>
                    <a:pt x="263" y="992"/>
                  </a:lnTo>
                  <a:lnTo>
                    <a:pt x="268" y="994"/>
                  </a:lnTo>
                  <a:lnTo>
                    <a:pt x="272" y="996"/>
                  </a:lnTo>
                  <a:lnTo>
                    <a:pt x="277" y="996"/>
                  </a:lnTo>
                  <a:lnTo>
                    <a:pt x="284" y="999"/>
                  </a:lnTo>
                  <a:lnTo>
                    <a:pt x="294" y="1006"/>
                  </a:lnTo>
                  <a:lnTo>
                    <a:pt x="296" y="1006"/>
                  </a:lnTo>
                  <a:lnTo>
                    <a:pt x="298" y="1006"/>
                  </a:lnTo>
                  <a:lnTo>
                    <a:pt x="301" y="1006"/>
                  </a:lnTo>
                  <a:lnTo>
                    <a:pt x="301" y="1006"/>
                  </a:lnTo>
                  <a:lnTo>
                    <a:pt x="303" y="1008"/>
                  </a:lnTo>
                  <a:lnTo>
                    <a:pt x="306" y="1008"/>
                  </a:lnTo>
                  <a:lnTo>
                    <a:pt x="308" y="1011"/>
                  </a:lnTo>
                  <a:lnTo>
                    <a:pt x="308" y="1011"/>
                  </a:lnTo>
                  <a:lnTo>
                    <a:pt x="310" y="1011"/>
                  </a:lnTo>
                  <a:lnTo>
                    <a:pt x="310" y="1011"/>
                  </a:lnTo>
                  <a:lnTo>
                    <a:pt x="313" y="1008"/>
                  </a:lnTo>
                  <a:lnTo>
                    <a:pt x="317" y="1008"/>
                  </a:lnTo>
                  <a:lnTo>
                    <a:pt x="320" y="1011"/>
                  </a:lnTo>
                  <a:lnTo>
                    <a:pt x="322" y="1011"/>
                  </a:lnTo>
                  <a:lnTo>
                    <a:pt x="322" y="1011"/>
                  </a:lnTo>
                  <a:lnTo>
                    <a:pt x="324" y="1011"/>
                  </a:lnTo>
                  <a:lnTo>
                    <a:pt x="327" y="1013"/>
                  </a:lnTo>
                  <a:lnTo>
                    <a:pt x="332" y="1018"/>
                  </a:lnTo>
                  <a:lnTo>
                    <a:pt x="336" y="1020"/>
                  </a:lnTo>
                  <a:lnTo>
                    <a:pt x="346" y="1032"/>
                  </a:lnTo>
                  <a:lnTo>
                    <a:pt x="348" y="1034"/>
                  </a:lnTo>
                  <a:lnTo>
                    <a:pt x="351" y="1034"/>
                  </a:lnTo>
                  <a:lnTo>
                    <a:pt x="351" y="1034"/>
                  </a:lnTo>
                  <a:lnTo>
                    <a:pt x="351" y="1034"/>
                  </a:lnTo>
                  <a:lnTo>
                    <a:pt x="353" y="1037"/>
                  </a:lnTo>
                  <a:lnTo>
                    <a:pt x="351" y="1037"/>
                  </a:lnTo>
                  <a:lnTo>
                    <a:pt x="351" y="1039"/>
                  </a:lnTo>
                  <a:lnTo>
                    <a:pt x="353" y="1039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4"/>
                  </a:lnTo>
                  <a:lnTo>
                    <a:pt x="353" y="1046"/>
                  </a:lnTo>
                  <a:lnTo>
                    <a:pt x="353" y="1046"/>
                  </a:lnTo>
                  <a:lnTo>
                    <a:pt x="353" y="1049"/>
                  </a:lnTo>
                  <a:lnTo>
                    <a:pt x="355" y="1049"/>
                  </a:lnTo>
                  <a:lnTo>
                    <a:pt x="355" y="1049"/>
                  </a:lnTo>
                  <a:lnTo>
                    <a:pt x="355" y="1051"/>
                  </a:lnTo>
                  <a:lnTo>
                    <a:pt x="355" y="1051"/>
                  </a:lnTo>
                  <a:lnTo>
                    <a:pt x="360" y="1056"/>
                  </a:lnTo>
                  <a:lnTo>
                    <a:pt x="362" y="1058"/>
                  </a:lnTo>
                  <a:lnTo>
                    <a:pt x="365" y="1058"/>
                  </a:lnTo>
                  <a:lnTo>
                    <a:pt x="365" y="1058"/>
                  </a:lnTo>
                  <a:lnTo>
                    <a:pt x="362" y="1058"/>
                  </a:lnTo>
                  <a:lnTo>
                    <a:pt x="362" y="1058"/>
                  </a:lnTo>
                  <a:lnTo>
                    <a:pt x="362" y="1056"/>
                  </a:lnTo>
                  <a:lnTo>
                    <a:pt x="365" y="1058"/>
                  </a:lnTo>
                  <a:lnTo>
                    <a:pt x="374" y="1063"/>
                  </a:lnTo>
                  <a:lnTo>
                    <a:pt x="384" y="1067"/>
                  </a:lnTo>
                  <a:lnTo>
                    <a:pt x="388" y="1070"/>
                  </a:lnTo>
                  <a:lnTo>
                    <a:pt x="391" y="1072"/>
                  </a:lnTo>
                  <a:lnTo>
                    <a:pt x="393" y="1075"/>
                  </a:lnTo>
                  <a:lnTo>
                    <a:pt x="395" y="1075"/>
                  </a:lnTo>
                  <a:lnTo>
                    <a:pt x="398" y="1072"/>
                  </a:lnTo>
                  <a:lnTo>
                    <a:pt x="412" y="1075"/>
                  </a:lnTo>
                  <a:lnTo>
                    <a:pt x="414" y="1075"/>
                  </a:lnTo>
                  <a:lnTo>
                    <a:pt x="414" y="1075"/>
                  </a:lnTo>
                  <a:lnTo>
                    <a:pt x="414" y="1075"/>
                  </a:lnTo>
                  <a:lnTo>
                    <a:pt x="417" y="1075"/>
                  </a:lnTo>
                  <a:lnTo>
                    <a:pt x="419" y="1075"/>
                  </a:lnTo>
                  <a:lnTo>
                    <a:pt x="421" y="1075"/>
                  </a:lnTo>
                  <a:lnTo>
                    <a:pt x="424" y="1077"/>
                  </a:lnTo>
                  <a:lnTo>
                    <a:pt x="426" y="1082"/>
                  </a:lnTo>
                  <a:lnTo>
                    <a:pt x="429" y="1089"/>
                  </a:lnTo>
                  <a:lnTo>
                    <a:pt x="431" y="1093"/>
                  </a:lnTo>
                  <a:lnTo>
                    <a:pt x="431" y="1098"/>
                  </a:lnTo>
                  <a:lnTo>
                    <a:pt x="433" y="1101"/>
                  </a:lnTo>
                  <a:lnTo>
                    <a:pt x="431" y="1103"/>
                  </a:lnTo>
                  <a:lnTo>
                    <a:pt x="431" y="1108"/>
                  </a:lnTo>
                  <a:lnTo>
                    <a:pt x="431" y="1108"/>
                  </a:lnTo>
                  <a:lnTo>
                    <a:pt x="429" y="1110"/>
                  </a:lnTo>
                  <a:lnTo>
                    <a:pt x="429" y="1112"/>
                  </a:lnTo>
                  <a:lnTo>
                    <a:pt x="429" y="1115"/>
                  </a:lnTo>
                  <a:lnTo>
                    <a:pt x="431" y="1115"/>
                  </a:lnTo>
                  <a:lnTo>
                    <a:pt x="431" y="1117"/>
                  </a:lnTo>
                  <a:lnTo>
                    <a:pt x="431" y="1117"/>
                  </a:lnTo>
                  <a:lnTo>
                    <a:pt x="433" y="1117"/>
                  </a:lnTo>
                  <a:lnTo>
                    <a:pt x="433" y="1115"/>
                  </a:lnTo>
                  <a:lnTo>
                    <a:pt x="436" y="1117"/>
                  </a:lnTo>
                  <a:lnTo>
                    <a:pt x="436" y="1120"/>
                  </a:lnTo>
                  <a:lnTo>
                    <a:pt x="436" y="1120"/>
                  </a:lnTo>
                  <a:lnTo>
                    <a:pt x="438" y="1120"/>
                  </a:lnTo>
                  <a:lnTo>
                    <a:pt x="438" y="1122"/>
                  </a:lnTo>
                  <a:lnTo>
                    <a:pt x="440" y="1122"/>
                  </a:lnTo>
                  <a:lnTo>
                    <a:pt x="440" y="1122"/>
                  </a:lnTo>
                  <a:lnTo>
                    <a:pt x="443" y="1120"/>
                  </a:lnTo>
                  <a:lnTo>
                    <a:pt x="443" y="1120"/>
                  </a:lnTo>
                  <a:lnTo>
                    <a:pt x="443" y="1120"/>
                  </a:lnTo>
                  <a:lnTo>
                    <a:pt x="443" y="1115"/>
                  </a:lnTo>
                  <a:lnTo>
                    <a:pt x="445" y="1115"/>
                  </a:lnTo>
                  <a:lnTo>
                    <a:pt x="445" y="1115"/>
                  </a:lnTo>
                  <a:lnTo>
                    <a:pt x="447" y="1115"/>
                  </a:lnTo>
                  <a:lnTo>
                    <a:pt x="447" y="1115"/>
                  </a:lnTo>
                  <a:lnTo>
                    <a:pt x="447" y="1115"/>
                  </a:lnTo>
                  <a:lnTo>
                    <a:pt x="450" y="1115"/>
                  </a:lnTo>
                  <a:lnTo>
                    <a:pt x="452" y="1117"/>
                  </a:lnTo>
                  <a:lnTo>
                    <a:pt x="455" y="1117"/>
                  </a:lnTo>
                  <a:lnTo>
                    <a:pt x="457" y="1117"/>
                  </a:lnTo>
                  <a:lnTo>
                    <a:pt x="459" y="1117"/>
                  </a:lnTo>
                  <a:lnTo>
                    <a:pt x="471" y="1134"/>
                  </a:lnTo>
                  <a:lnTo>
                    <a:pt x="474" y="1138"/>
                  </a:lnTo>
                  <a:lnTo>
                    <a:pt x="485" y="1146"/>
                  </a:lnTo>
                  <a:lnTo>
                    <a:pt x="490" y="1150"/>
                  </a:lnTo>
                  <a:lnTo>
                    <a:pt x="492" y="1157"/>
                  </a:lnTo>
                  <a:lnTo>
                    <a:pt x="495" y="1157"/>
                  </a:lnTo>
                  <a:lnTo>
                    <a:pt x="500" y="1162"/>
                  </a:lnTo>
                  <a:lnTo>
                    <a:pt x="500" y="1164"/>
                  </a:lnTo>
                  <a:lnTo>
                    <a:pt x="504" y="1172"/>
                  </a:lnTo>
                  <a:lnTo>
                    <a:pt x="514" y="1179"/>
                  </a:lnTo>
                  <a:lnTo>
                    <a:pt x="526" y="1202"/>
                  </a:lnTo>
                  <a:lnTo>
                    <a:pt x="528" y="1214"/>
                  </a:lnTo>
                  <a:lnTo>
                    <a:pt x="530" y="1221"/>
                  </a:lnTo>
                  <a:lnTo>
                    <a:pt x="530" y="1224"/>
                  </a:lnTo>
                  <a:lnTo>
                    <a:pt x="530" y="1226"/>
                  </a:lnTo>
                  <a:lnTo>
                    <a:pt x="530" y="1238"/>
                  </a:lnTo>
                  <a:lnTo>
                    <a:pt x="530" y="1240"/>
                  </a:lnTo>
                  <a:lnTo>
                    <a:pt x="530" y="1243"/>
                  </a:lnTo>
                  <a:lnTo>
                    <a:pt x="528" y="1243"/>
                  </a:lnTo>
                  <a:lnTo>
                    <a:pt x="528" y="1245"/>
                  </a:lnTo>
                  <a:lnTo>
                    <a:pt x="526" y="1247"/>
                  </a:lnTo>
                  <a:lnTo>
                    <a:pt x="528" y="1252"/>
                  </a:lnTo>
                  <a:lnTo>
                    <a:pt x="528" y="1254"/>
                  </a:lnTo>
                  <a:lnTo>
                    <a:pt x="528" y="1257"/>
                  </a:lnTo>
                  <a:lnTo>
                    <a:pt x="526" y="1262"/>
                  </a:lnTo>
                  <a:lnTo>
                    <a:pt x="526" y="1262"/>
                  </a:lnTo>
                  <a:lnTo>
                    <a:pt x="528" y="1264"/>
                  </a:lnTo>
                  <a:lnTo>
                    <a:pt x="528" y="1266"/>
                  </a:lnTo>
                  <a:lnTo>
                    <a:pt x="528" y="1266"/>
                  </a:lnTo>
                  <a:lnTo>
                    <a:pt x="530" y="1262"/>
                  </a:lnTo>
                  <a:lnTo>
                    <a:pt x="530" y="1262"/>
                  </a:lnTo>
                  <a:lnTo>
                    <a:pt x="533" y="1259"/>
                  </a:lnTo>
                  <a:lnTo>
                    <a:pt x="533" y="1259"/>
                  </a:lnTo>
                  <a:lnTo>
                    <a:pt x="535" y="1262"/>
                  </a:lnTo>
                  <a:lnTo>
                    <a:pt x="535" y="1262"/>
                  </a:lnTo>
                  <a:lnTo>
                    <a:pt x="537" y="1264"/>
                  </a:lnTo>
                  <a:lnTo>
                    <a:pt x="540" y="1264"/>
                  </a:lnTo>
                  <a:lnTo>
                    <a:pt x="540" y="1269"/>
                  </a:lnTo>
                  <a:lnTo>
                    <a:pt x="542" y="1271"/>
                  </a:lnTo>
                  <a:lnTo>
                    <a:pt x="542" y="1273"/>
                  </a:lnTo>
                  <a:lnTo>
                    <a:pt x="540" y="1273"/>
                  </a:lnTo>
                  <a:lnTo>
                    <a:pt x="540" y="1273"/>
                  </a:lnTo>
                  <a:lnTo>
                    <a:pt x="540" y="1271"/>
                  </a:lnTo>
                  <a:lnTo>
                    <a:pt x="537" y="1269"/>
                  </a:lnTo>
                  <a:lnTo>
                    <a:pt x="537" y="1266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5" y="1262"/>
                  </a:lnTo>
                  <a:lnTo>
                    <a:pt x="533" y="1262"/>
                  </a:lnTo>
                  <a:lnTo>
                    <a:pt x="530" y="1264"/>
                  </a:lnTo>
                  <a:lnTo>
                    <a:pt x="530" y="1264"/>
                  </a:lnTo>
                  <a:lnTo>
                    <a:pt x="533" y="1264"/>
                  </a:lnTo>
                  <a:lnTo>
                    <a:pt x="535" y="1266"/>
                  </a:lnTo>
                  <a:lnTo>
                    <a:pt x="537" y="1271"/>
                  </a:lnTo>
                  <a:lnTo>
                    <a:pt x="537" y="1273"/>
                  </a:lnTo>
                  <a:lnTo>
                    <a:pt x="537" y="1278"/>
                  </a:lnTo>
                  <a:lnTo>
                    <a:pt x="537" y="1280"/>
                  </a:lnTo>
                  <a:lnTo>
                    <a:pt x="537" y="1283"/>
                  </a:lnTo>
                  <a:lnTo>
                    <a:pt x="537" y="1285"/>
                  </a:lnTo>
                  <a:lnTo>
                    <a:pt x="537" y="1285"/>
                  </a:lnTo>
                  <a:lnTo>
                    <a:pt x="544" y="1285"/>
                  </a:lnTo>
                  <a:lnTo>
                    <a:pt x="554" y="1285"/>
                  </a:lnTo>
                  <a:lnTo>
                    <a:pt x="561" y="1285"/>
                  </a:lnTo>
                  <a:lnTo>
                    <a:pt x="568" y="1288"/>
                  </a:lnTo>
                  <a:lnTo>
                    <a:pt x="575" y="1288"/>
                  </a:lnTo>
                  <a:lnTo>
                    <a:pt x="585" y="1288"/>
                  </a:lnTo>
                  <a:lnTo>
                    <a:pt x="592" y="1288"/>
                  </a:lnTo>
                  <a:lnTo>
                    <a:pt x="599" y="1288"/>
                  </a:lnTo>
                  <a:lnTo>
                    <a:pt x="608" y="1290"/>
                  </a:lnTo>
                  <a:lnTo>
                    <a:pt x="615" y="1290"/>
                  </a:lnTo>
                  <a:lnTo>
                    <a:pt x="623" y="1290"/>
                  </a:lnTo>
                  <a:lnTo>
                    <a:pt x="630" y="1290"/>
                  </a:lnTo>
                  <a:lnTo>
                    <a:pt x="639" y="1290"/>
                  </a:lnTo>
                  <a:lnTo>
                    <a:pt x="646" y="1290"/>
                  </a:lnTo>
                  <a:lnTo>
                    <a:pt x="653" y="1292"/>
                  </a:lnTo>
                  <a:lnTo>
                    <a:pt x="670" y="1292"/>
                  </a:lnTo>
                  <a:lnTo>
                    <a:pt x="677" y="1292"/>
                  </a:lnTo>
                  <a:lnTo>
                    <a:pt x="684" y="1292"/>
                  </a:lnTo>
                  <a:lnTo>
                    <a:pt x="693" y="1295"/>
                  </a:lnTo>
                  <a:lnTo>
                    <a:pt x="701" y="1295"/>
                  </a:lnTo>
                  <a:lnTo>
                    <a:pt x="708" y="1295"/>
                  </a:lnTo>
                  <a:lnTo>
                    <a:pt x="715" y="1295"/>
                  </a:lnTo>
                  <a:lnTo>
                    <a:pt x="724" y="1295"/>
                  </a:lnTo>
                  <a:lnTo>
                    <a:pt x="731" y="1295"/>
                  </a:lnTo>
                  <a:lnTo>
                    <a:pt x="738" y="1297"/>
                  </a:lnTo>
                  <a:lnTo>
                    <a:pt x="748" y="1297"/>
                  </a:lnTo>
                  <a:lnTo>
                    <a:pt x="755" y="1297"/>
                  </a:lnTo>
                  <a:lnTo>
                    <a:pt x="762" y="1297"/>
                  </a:lnTo>
                  <a:lnTo>
                    <a:pt x="769" y="1297"/>
                  </a:lnTo>
                  <a:lnTo>
                    <a:pt x="779" y="1297"/>
                  </a:lnTo>
                  <a:lnTo>
                    <a:pt x="786" y="1297"/>
                  </a:lnTo>
                  <a:lnTo>
                    <a:pt x="790" y="1297"/>
                  </a:lnTo>
                  <a:lnTo>
                    <a:pt x="790" y="1299"/>
                  </a:lnTo>
                  <a:lnTo>
                    <a:pt x="790" y="1297"/>
                  </a:lnTo>
                  <a:lnTo>
                    <a:pt x="795" y="1295"/>
                  </a:lnTo>
                  <a:lnTo>
                    <a:pt x="805" y="1297"/>
                  </a:lnTo>
                  <a:lnTo>
                    <a:pt x="809" y="1297"/>
                  </a:lnTo>
                  <a:lnTo>
                    <a:pt x="812" y="1297"/>
                  </a:lnTo>
                  <a:lnTo>
                    <a:pt x="812" y="1295"/>
                  </a:lnTo>
                  <a:lnTo>
                    <a:pt x="812" y="1292"/>
                  </a:lnTo>
                  <a:lnTo>
                    <a:pt x="812" y="1290"/>
                  </a:lnTo>
                  <a:lnTo>
                    <a:pt x="814" y="1288"/>
                  </a:lnTo>
                  <a:lnTo>
                    <a:pt x="819" y="1285"/>
                  </a:lnTo>
                  <a:lnTo>
                    <a:pt x="819" y="1285"/>
                  </a:lnTo>
                  <a:lnTo>
                    <a:pt x="821" y="1283"/>
                  </a:lnTo>
                  <a:lnTo>
                    <a:pt x="819" y="1273"/>
                  </a:lnTo>
                  <a:lnTo>
                    <a:pt x="819" y="1271"/>
                  </a:lnTo>
                  <a:lnTo>
                    <a:pt x="821" y="1271"/>
                  </a:lnTo>
                  <a:lnTo>
                    <a:pt x="821" y="1269"/>
                  </a:lnTo>
                  <a:lnTo>
                    <a:pt x="821" y="1269"/>
                  </a:lnTo>
                  <a:lnTo>
                    <a:pt x="819" y="1264"/>
                  </a:lnTo>
                  <a:lnTo>
                    <a:pt x="814" y="1262"/>
                  </a:lnTo>
                  <a:lnTo>
                    <a:pt x="805" y="1259"/>
                  </a:lnTo>
                  <a:lnTo>
                    <a:pt x="802" y="1257"/>
                  </a:lnTo>
                  <a:lnTo>
                    <a:pt x="800" y="1252"/>
                  </a:lnTo>
                  <a:lnTo>
                    <a:pt x="800" y="1247"/>
                  </a:lnTo>
                  <a:lnTo>
                    <a:pt x="802" y="1243"/>
                  </a:lnTo>
                  <a:lnTo>
                    <a:pt x="802" y="1238"/>
                  </a:lnTo>
                  <a:lnTo>
                    <a:pt x="802" y="1231"/>
                  </a:lnTo>
                  <a:lnTo>
                    <a:pt x="802" y="1228"/>
                  </a:lnTo>
                  <a:lnTo>
                    <a:pt x="800" y="1226"/>
                  </a:lnTo>
                  <a:lnTo>
                    <a:pt x="800" y="1224"/>
                  </a:lnTo>
                  <a:lnTo>
                    <a:pt x="802" y="1219"/>
                  </a:lnTo>
                  <a:lnTo>
                    <a:pt x="802" y="1219"/>
                  </a:lnTo>
                  <a:lnTo>
                    <a:pt x="802" y="1217"/>
                  </a:lnTo>
                  <a:lnTo>
                    <a:pt x="802" y="1217"/>
                  </a:lnTo>
                  <a:lnTo>
                    <a:pt x="802" y="1214"/>
                  </a:lnTo>
                  <a:lnTo>
                    <a:pt x="802" y="1214"/>
                  </a:lnTo>
                  <a:lnTo>
                    <a:pt x="800" y="1212"/>
                  </a:lnTo>
                  <a:lnTo>
                    <a:pt x="802" y="1212"/>
                  </a:lnTo>
                  <a:lnTo>
                    <a:pt x="807" y="1212"/>
                  </a:lnTo>
                  <a:lnTo>
                    <a:pt x="809" y="1212"/>
                  </a:lnTo>
                  <a:lnTo>
                    <a:pt x="812" y="1209"/>
                  </a:lnTo>
                  <a:lnTo>
                    <a:pt x="816" y="1202"/>
                  </a:lnTo>
                  <a:lnTo>
                    <a:pt x="819" y="1200"/>
                  </a:lnTo>
                  <a:lnTo>
                    <a:pt x="819" y="1200"/>
                  </a:lnTo>
                  <a:lnTo>
                    <a:pt x="821" y="1198"/>
                  </a:lnTo>
                  <a:lnTo>
                    <a:pt x="824" y="1195"/>
                  </a:lnTo>
                  <a:lnTo>
                    <a:pt x="824" y="1195"/>
                  </a:lnTo>
                  <a:lnTo>
                    <a:pt x="824" y="1193"/>
                  </a:lnTo>
                  <a:lnTo>
                    <a:pt x="824" y="1191"/>
                  </a:lnTo>
                  <a:lnTo>
                    <a:pt x="824" y="1188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6" y="1186"/>
                  </a:lnTo>
                  <a:lnTo>
                    <a:pt x="826" y="1183"/>
                  </a:lnTo>
                  <a:lnTo>
                    <a:pt x="826" y="1181"/>
                  </a:lnTo>
                  <a:lnTo>
                    <a:pt x="828" y="1179"/>
                  </a:lnTo>
                  <a:lnTo>
                    <a:pt x="831" y="1179"/>
                  </a:lnTo>
                  <a:lnTo>
                    <a:pt x="831" y="1176"/>
                  </a:lnTo>
                  <a:lnTo>
                    <a:pt x="831" y="1174"/>
                  </a:lnTo>
                  <a:lnTo>
                    <a:pt x="831" y="1172"/>
                  </a:lnTo>
                  <a:lnTo>
                    <a:pt x="831" y="1172"/>
                  </a:lnTo>
                  <a:lnTo>
                    <a:pt x="831" y="1172"/>
                  </a:lnTo>
                  <a:lnTo>
                    <a:pt x="831" y="1169"/>
                  </a:lnTo>
                  <a:lnTo>
                    <a:pt x="831" y="1169"/>
                  </a:lnTo>
                  <a:lnTo>
                    <a:pt x="831" y="1167"/>
                  </a:lnTo>
                  <a:lnTo>
                    <a:pt x="831" y="1167"/>
                  </a:lnTo>
                  <a:lnTo>
                    <a:pt x="831" y="1162"/>
                  </a:lnTo>
                  <a:lnTo>
                    <a:pt x="831" y="1160"/>
                  </a:lnTo>
                  <a:lnTo>
                    <a:pt x="831" y="1157"/>
                  </a:lnTo>
                  <a:lnTo>
                    <a:pt x="833" y="1157"/>
                  </a:lnTo>
                  <a:lnTo>
                    <a:pt x="833" y="1155"/>
                  </a:lnTo>
                  <a:lnTo>
                    <a:pt x="833" y="1155"/>
                  </a:lnTo>
                  <a:lnTo>
                    <a:pt x="831" y="1153"/>
                  </a:lnTo>
                  <a:lnTo>
                    <a:pt x="831" y="1150"/>
                  </a:lnTo>
                  <a:lnTo>
                    <a:pt x="831" y="1150"/>
                  </a:lnTo>
                  <a:lnTo>
                    <a:pt x="831" y="1146"/>
                  </a:lnTo>
                  <a:lnTo>
                    <a:pt x="833" y="1146"/>
                  </a:lnTo>
                  <a:lnTo>
                    <a:pt x="838" y="1143"/>
                  </a:lnTo>
                  <a:lnTo>
                    <a:pt x="840" y="1141"/>
                  </a:lnTo>
                  <a:lnTo>
                    <a:pt x="842" y="1141"/>
                  </a:lnTo>
                  <a:lnTo>
                    <a:pt x="842" y="1138"/>
                  </a:lnTo>
                  <a:lnTo>
                    <a:pt x="845" y="1131"/>
                  </a:lnTo>
                  <a:lnTo>
                    <a:pt x="847" y="1129"/>
                  </a:lnTo>
                  <a:lnTo>
                    <a:pt x="847" y="1129"/>
                  </a:lnTo>
                  <a:lnTo>
                    <a:pt x="852" y="1129"/>
                  </a:lnTo>
                  <a:lnTo>
                    <a:pt x="864" y="1122"/>
                  </a:lnTo>
                  <a:lnTo>
                    <a:pt x="866" y="1122"/>
                  </a:lnTo>
                  <a:lnTo>
                    <a:pt x="869" y="1117"/>
                  </a:lnTo>
                  <a:lnTo>
                    <a:pt x="873" y="1115"/>
                  </a:lnTo>
                  <a:lnTo>
                    <a:pt x="876" y="1112"/>
                  </a:lnTo>
                  <a:lnTo>
                    <a:pt x="878" y="1110"/>
                  </a:lnTo>
                  <a:lnTo>
                    <a:pt x="878" y="1108"/>
                  </a:lnTo>
                  <a:close/>
                  <a:moveTo>
                    <a:pt x="62" y="544"/>
                  </a:move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lnTo>
                    <a:pt x="62" y="544"/>
                  </a:lnTo>
                  <a:close/>
                  <a:moveTo>
                    <a:pt x="121" y="535"/>
                  </a:move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19" y="535"/>
                  </a:lnTo>
                  <a:lnTo>
                    <a:pt x="121" y="537"/>
                  </a:lnTo>
                  <a:lnTo>
                    <a:pt x="121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close/>
                  <a:moveTo>
                    <a:pt x="126" y="540"/>
                  </a:moveTo>
                  <a:lnTo>
                    <a:pt x="126" y="542"/>
                  </a:lnTo>
                  <a:lnTo>
                    <a:pt x="126" y="542"/>
                  </a:lnTo>
                  <a:lnTo>
                    <a:pt x="126" y="544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2"/>
                  </a:lnTo>
                  <a:lnTo>
                    <a:pt x="126" y="540"/>
                  </a:lnTo>
                  <a:lnTo>
                    <a:pt x="126" y="540"/>
                  </a:lnTo>
                  <a:lnTo>
                    <a:pt x="126" y="540"/>
                  </a:lnTo>
                  <a:lnTo>
                    <a:pt x="126" y="540"/>
                  </a:lnTo>
                  <a:close/>
                  <a:moveTo>
                    <a:pt x="334" y="1063"/>
                  </a:moveTo>
                  <a:lnTo>
                    <a:pt x="332" y="1063"/>
                  </a:lnTo>
                  <a:lnTo>
                    <a:pt x="332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29" y="1063"/>
                  </a:lnTo>
                  <a:lnTo>
                    <a:pt x="332" y="1063"/>
                  </a:lnTo>
                  <a:lnTo>
                    <a:pt x="332" y="1063"/>
                  </a:lnTo>
                  <a:lnTo>
                    <a:pt x="334" y="1065"/>
                  </a:lnTo>
                  <a:lnTo>
                    <a:pt x="334" y="1065"/>
                  </a:lnTo>
                  <a:lnTo>
                    <a:pt x="334" y="1063"/>
                  </a:lnTo>
                  <a:lnTo>
                    <a:pt x="334" y="1063"/>
                  </a:lnTo>
                  <a:close/>
                  <a:moveTo>
                    <a:pt x="360" y="1134"/>
                  </a:moveTo>
                  <a:lnTo>
                    <a:pt x="360" y="1134"/>
                  </a:lnTo>
                  <a:lnTo>
                    <a:pt x="358" y="1134"/>
                  </a:lnTo>
                  <a:lnTo>
                    <a:pt x="358" y="1134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58" y="1136"/>
                  </a:lnTo>
                  <a:lnTo>
                    <a:pt x="360" y="1136"/>
                  </a:lnTo>
                  <a:lnTo>
                    <a:pt x="360" y="1134"/>
                  </a:lnTo>
                  <a:lnTo>
                    <a:pt x="360" y="1134"/>
                  </a:lnTo>
                  <a:lnTo>
                    <a:pt x="360" y="1134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4" name="Freeform 52">
              <a:extLst>
                <a:ext uri="{FF2B5EF4-FFF2-40B4-BE49-F238E27FC236}">
                  <a16:creationId xmlns:a16="http://schemas.microsoft.com/office/drawing/2014/main" id="{C95E64BE-D2C0-4134-87FD-962AC5055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709" y="3154277"/>
              <a:ext cx="614587" cy="712770"/>
            </a:xfrm>
            <a:custGeom>
              <a:avLst/>
              <a:gdLst>
                <a:gd name="T0" fmla="*/ 629 w 651"/>
                <a:gd name="T1" fmla="*/ 293 h 755"/>
                <a:gd name="T2" fmla="*/ 618 w 651"/>
                <a:gd name="T3" fmla="*/ 447 h 755"/>
                <a:gd name="T4" fmla="*/ 606 w 651"/>
                <a:gd name="T5" fmla="*/ 601 h 755"/>
                <a:gd name="T6" fmla="*/ 592 w 651"/>
                <a:gd name="T7" fmla="*/ 755 h 755"/>
                <a:gd name="T8" fmla="*/ 592 w 651"/>
                <a:gd name="T9" fmla="*/ 755 h 755"/>
                <a:gd name="T10" fmla="*/ 592 w 651"/>
                <a:gd name="T11" fmla="*/ 755 h 755"/>
                <a:gd name="T12" fmla="*/ 592 w 651"/>
                <a:gd name="T13" fmla="*/ 755 h 755"/>
                <a:gd name="T14" fmla="*/ 592 w 651"/>
                <a:gd name="T15" fmla="*/ 755 h 755"/>
                <a:gd name="T16" fmla="*/ 580 w 651"/>
                <a:gd name="T17" fmla="*/ 755 h 755"/>
                <a:gd name="T18" fmla="*/ 549 w 651"/>
                <a:gd name="T19" fmla="*/ 752 h 755"/>
                <a:gd name="T20" fmla="*/ 518 w 651"/>
                <a:gd name="T21" fmla="*/ 750 h 755"/>
                <a:gd name="T22" fmla="*/ 485 w 651"/>
                <a:gd name="T23" fmla="*/ 745 h 755"/>
                <a:gd name="T24" fmla="*/ 454 w 651"/>
                <a:gd name="T25" fmla="*/ 743 h 755"/>
                <a:gd name="T26" fmla="*/ 421 w 651"/>
                <a:gd name="T27" fmla="*/ 741 h 755"/>
                <a:gd name="T28" fmla="*/ 391 w 651"/>
                <a:gd name="T29" fmla="*/ 738 h 755"/>
                <a:gd name="T30" fmla="*/ 355 w 651"/>
                <a:gd name="T31" fmla="*/ 724 h 755"/>
                <a:gd name="T32" fmla="*/ 208 w 651"/>
                <a:gd name="T33" fmla="*/ 651 h 755"/>
                <a:gd name="T34" fmla="*/ 0 w 651"/>
                <a:gd name="T35" fmla="*/ 544 h 755"/>
                <a:gd name="T36" fmla="*/ 5 w 651"/>
                <a:gd name="T37" fmla="*/ 530 h 755"/>
                <a:gd name="T38" fmla="*/ 12 w 651"/>
                <a:gd name="T39" fmla="*/ 523 h 755"/>
                <a:gd name="T40" fmla="*/ 36 w 651"/>
                <a:gd name="T41" fmla="*/ 516 h 755"/>
                <a:gd name="T42" fmla="*/ 43 w 651"/>
                <a:gd name="T43" fmla="*/ 494 h 755"/>
                <a:gd name="T44" fmla="*/ 29 w 651"/>
                <a:gd name="T45" fmla="*/ 480 h 755"/>
                <a:gd name="T46" fmla="*/ 26 w 651"/>
                <a:gd name="T47" fmla="*/ 449 h 755"/>
                <a:gd name="T48" fmla="*/ 26 w 651"/>
                <a:gd name="T49" fmla="*/ 435 h 755"/>
                <a:gd name="T50" fmla="*/ 40 w 651"/>
                <a:gd name="T51" fmla="*/ 423 h 755"/>
                <a:gd name="T52" fmla="*/ 48 w 651"/>
                <a:gd name="T53" fmla="*/ 412 h 755"/>
                <a:gd name="T54" fmla="*/ 52 w 651"/>
                <a:gd name="T55" fmla="*/ 400 h 755"/>
                <a:gd name="T56" fmla="*/ 55 w 651"/>
                <a:gd name="T57" fmla="*/ 390 h 755"/>
                <a:gd name="T58" fmla="*/ 57 w 651"/>
                <a:gd name="T59" fmla="*/ 378 h 755"/>
                <a:gd name="T60" fmla="*/ 57 w 651"/>
                <a:gd name="T61" fmla="*/ 367 h 755"/>
                <a:gd name="T62" fmla="*/ 71 w 651"/>
                <a:gd name="T63" fmla="*/ 350 h 755"/>
                <a:gd name="T64" fmla="*/ 102 w 651"/>
                <a:gd name="T65" fmla="*/ 331 h 755"/>
                <a:gd name="T66" fmla="*/ 88 w 651"/>
                <a:gd name="T67" fmla="*/ 314 h 755"/>
                <a:gd name="T68" fmla="*/ 83 w 651"/>
                <a:gd name="T69" fmla="*/ 307 h 755"/>
                <a:gd name="T70" fmla="*/ 78 w 651"/>
                <a:gd name="T71" fmla="*/ 303 h 755"/>
                <a:gd name="T72" fmla="*/ 78 w 651"/>
                <a:gd name="T73" fmla="*/ 293 h 755"/>
                <a:gd name="T74" fmla="*/ 76 w 651"/>
                <a:gd name="T75" fmla="*/ 284 h 755"/>
                <a:gd name="T76" fmla="*/ 64 w 651"/>
                <a:gd name="T77" fmla="*/ 258 h 755"/>
                <a:gd name="T78" fmla="*/ 62 w 651"/>
                <a:gd name="T79" fmla="*/ 236 h 755"/>
                <a:gd name="T80" fmla="*/ 62 w 651"/>
                <a:gd name="T81" fmla="*/ 220 h 755"/>
                <a:gd name="T82" fmla="*/ 71 w 651"/>
                <a:gd name="T83" fmla="*/ 213 h 755"/>
                <a:gd name="T84" fmla="*/ 66 w 651"/>
                <a:gd name="T85" fmla="*/ 180 h 755"/>
                <a:gd name="T86" fmla="*/ 66 w 651"/>
                <a:gd name="T87" fmla="*/ 146 h 755"/>
                <a:gd name="T88" fmla="*/ 71 w 651"/>
                <a:gd name="T89" fmla="*/ 128 h 755"/>
                <a:gd name="T90" fmla="*/ 69 w 651"/>
                <a:gd name="T91" fmla="*/ 106 h 755"/>
                <a:gd name="T92" fmla="*/ 71 w 651"/>
                <a:gd name="T93" fmla="*/ 99 h 755"/>
                <a:gd name="T94" fmla="*/ 95 w 651"/>
                <a:gd name="T95" fmla="*/ 99 h 755"/>
                <a:gd name="T96" fmla="*/ 100 w 651"/>
                <a:gd name="T97" fmla="*/ 101 h 755"/>
                <a:gd name="T98" fmla="*/ 107 w 651"/>
                <a:gd name="T99" fmla="*/ 99 h 755"/>
                <a:gd name="T100" fmla="*/ 111 w 651"/>
                <a:gd name="T101" fmla="*/ 111 h 755"/>
                <a:gd name="T102" fmla="*/ 128 w 651"/>
                <a:gd name="T103" fmla="*/ 116 h 755"/>
                <a:gd name="T104" fmla="*/ 140 w 651"/>
                <a:gd name="T105" fmla="*/ 94 h 755"/>
                <a:gd name="T106" fmla="*/ 145 w 651"/>
                <a:gd name="T107" fmla="*/ 61 h 755"/>
                <a:gd name="T108" fmla="*/ 152 w 651"/>
                <a:gd name="T109" fmla="*/ 7 h 755"/>
                <a:gd name="T110" fmla="*/ 216 w 651"/>
                <a:gd name="T111" fmla="*/ 7 h 755"/>
                <a:gd name="T112" fmla="*/ 324 w 651"/>
                <a:gd name="T113" fmla="*/ 19 h 755"/>
                <a:gd name="T114" fmla="*/ 431 w 651"/>
                <a:gd name="T115" fmla="*/ 30 h 755"/>
                <a:gd name="T116" fmla="*/ 542 w 651"/>
                <a:gd name="T117" fmla="*/ 42 h 755"/>
                <a:gd name="T118" fmla="*/ 651 w 651"/>
                <a:gd name="T119" fmla="*/ 52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1" h="755">
                  <a:moveTo>
                    <a:pt x="641" y="161"/>
                  </a:moveTo>
                  <a:lnTo>
                    <a:pt x="639" y="182"/>
                  </a:lnTo>
                  <a:lnTo>
                    <a:pt x="637" y="206"/>
                  </a:lnTo>
                  <a:lnTo>
                    <a:pt x="637" y="227"/>
                  </a:lnTo>
                  <a:lnTo>
                    <a:pt x="634" y="248"/>
                  </a:lnTo>
                  <a:lnTo>
                    <a:pt x="632" y="272"/>
                  </a:lnTo>
                  <a:lnTo>
                    <a:pt x="629" y="293"/>
                  </a:lnTo>
                  <a:lnTo>
                    <a:pt x="627" y="314"/>
                  </a:lnTo>
                  <a:lnTo>
                    <a:pt x="627" y="336"/>
                  </a:lnTo>
                  <a:lnTo>
                    <a:pt x="625" y="359"/>
                  </a:lnTo>
                  <a:lnTo>
                    <a:pt x="622" y="381"/>
                  </a:lnTo>
                  <a:lnTo>
                    <a:pt x="620" y="402"/>
                  </a:lnTo>
                  <a:lnTo>
                    <a:pt x="620" y="426"/>
                  </a:lnTo>
                  <a:lnTo>
                    <a:pt x="618" y="447"/>
                  </a:lnTo>
                  <a:lnTo>
                    <a:pt x="615" y="468"/>
                  </a:lnTo>
                  <a:lnTo>
                    <a:pt x="613" y="490"/>
                  </a:lnTo>
                  <a:lnTo>
                    <a:pt x="613" y="513"/>
                  </a:lnTo>
                  <a:lnTo>
                    <a:pt x="611" y="535"/>
                  </a:lnTo>
                  <a:lnTo>
                    <a:pt x="608" y="556"/>
                  </a:lnTo>
                  <a:lnTo>
                    <a:pt x="606" y="580"/>
                  </a:lnTo>
                  <a:lnTo>
                    <a:pt x="606" y="601"/>
                  </a:lnTo>
                  <a:lnTo>
                    <a:pt x="603" y="622"/>
                  </a:lnTo>
                  <a:lnTo>
                    <a:pt x="601" y="643"/>
                  </a:lnTo>
                  <a:lnTo>
                    <a:pt x="599" y="667"/>
                  </a:lnTo>
                  <a:lnTo>
                    <a:pt x="599" y="688"/>
                  </a:lnTo>
                  <a:lnTo>
                    <a:pt x="596" y="710"/>
                  </a:lnTo>
                  <a:lnTo>
                    <a:pt x="594" y="733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92" y="755"/>
                  </a:lnTo>
                  <a:lnTo>
                    <a:pt x="589" y="755"/>
                  </a:lnTo>
                  <a:lnTo>
                    <a:pt x="585" y="755"/>
                  </a:lnTo>
                  <a:lnTo>
                    <a:pt x="580" y="755"/>
                  </a:lnTo>
                  <a:lnTo>
                    <a:pt x="575" y="755"/>
                  </a:lnTo>
                  <a:lnTo>
                    <a:pt x="573" y="755"/>
                  </a:lnTo>
                  <a:lnTo>
                    <a:pt x="568" y="752"/>
                  </a:lnTo>
                  <a:lnTo>
                    <a:pt x="563" y="752"/>
                  </a:lnTo>
                  <a:lnTo>
                    <a:pt x="558" y="752"/>
                  </a:lnTo>
                  <a:lnTo>
                    <a:pt x="554" y="752"/>
                  </a:lnTo>
                  <a:lnTo>
                    <a:pt x="549" y="752"/>
                  </a:lnTo>
                  <a:lnTo>
                    <a:pt x="544" y="752"/>
                  </a:lnTo>
                  <a:lnTo>
                    <a:pt x="540" y="750"/>
                  </a:lnTo>
                  <a:lnTo>
                    <a:pt x="535" y="750"/>
                  </a:lnTo>
                  <a:lnTo>
                    <a:pt x="530" y="750"/>
                  </a:lnTo>
                  <a:lnTo>
                    <a:pt x="525" y="750"/>
                  </a:lnTo>
                  <a:lnTo>
                    <a:pt x="521" y="750"/>
                  </a:lnTo>
                  <a:lnTo>
                    <a:pt x="518" y="750"/>
                  </a:lnTo>
                  <a:lnTo>
                    <a:pt x="514" y="748"/>
                  </a:lnTo>
                  <a:lnTo>
                    <a:pt x="509" y="748"/>
                  </a:lnTo>
                  <a:lnTo>
                    <a:pt x="504" y="748"/>
                  </a:lnTo>
                  <a:lnTo>
                    <a:pt x="499" y="748"/>
                  </a:lnTo>
                  <a:lnTo>
                    <a:pt x="495" y="748"/>
                  </a:lnTo>
                  <a:lnTo>
                    <a:pt x="490" y="748"/>
                  </a:lnTo>
                  <a:lnTo>
                    <a:pt x="485" y="745"/>
                  </a:lnTo>
                  <a:lnTo>
                    <a:pt x="480" y="745"/>
                  </a:lnTo>
                  <a:lnTo>
                    <a:pt x="476" y="745"/>
                  </a:lnTo>
                  <a:lnTo>
                    <a:pt x="471" y="745"/>
                  </a:lnTo>
                  <a:lnTo>
                    <a:pt x="466" y="745"/>
                  </a:lnTo>
                  <a:lnTo>
                    <a:pt x="462" y="743"/>
                  </a:lnTo>
                  <a:lnTo>
                    <a:pt x="459" y="743"/>
                  </a:lnTo>
                  <a:lnTo>
                    <a:pt x="454" y="743"/>
                  </a:lnTo>
                  <a:lnTo>
                    <a:pt x="450" y="743"/>
                  </a:lnTo>
                  <a:lnTo>
                    <a:pt x="445" y="743"/>
                  </a:lnTo>
                  <a:lnTo>
                    <a:pt x="440" y="743"/>
                  </a:lnTo>
                  <a:lnTo>
                    <a:pt x="435" y="741"/>
                  </a:lnTo>
                  <a:lnTo>
                    <a:pt x="431" y="741"/>
                  </a:lnTo>
                  <a:lnTo>
                    <a:pt x="426" y="741"/>
                  </a:lnTo>
                  <a:lnTo>
                    <a:pt x="421" y="741"/>
                  </a:lnTo>
                  <a:lnTo>
                    <a:pt x="417" y="741"/>
                  </a:lnTo>
                  <a:lnTo>
                    <a:pt x="412" y="738"/>
                  </a:lnTo>
                  <a:lnTo>
                    <a:pt x="409" y="738"/>
                  </a:lnTo>
                  <a:lnTo>
                    <a:pt x="405" y="738"/>
                  </a:lnTo>
                  <a:lnTo>
                    <a:pt x="400" y="738"/>
                  </a:lnTo>
                  <a:lnTo>
                    <a:pt x="395" y="738"/>
                  </a:lnTo>
                  <a:lnTo>
                    <a:pt x="391" y="738"/>
                  </a:lnTo>
                  <a:lnTo>
                    <a:pt x="383" y="736"/>
                  </a:lnTo>
                  <a:lnTo>
                    <a:pt x="379" y="736"/>
                  </a:lnTo>
                  <a:lnTo>
                    <a:pt x="374" y="733"/>
                  </a:lnTo>
                  <a:lnTo>
                    <a:pt x="369" y="731"/>
                  </a:lnTo>
                  <a:lnTo>
                    <a:pt x="365" y="729"/>
                  </a:lnTo>
                  <a:lnTo>
                    <a:pt x="360" y="726"/>
                  </a:lnTo>
                  <a:lnTo>
                    <a:pt x="355" y="724"/>
                  </a:lnTo>
                  <a:lnTo>
                    <a:pt x="348" y="722"/>
                  </a:lnTo>
                  <a:lnTo>
                    <a:pt x="343" y="717"/>
                  </a:lnTo>
                  <a:lnTo>
                    <a:pt x="339" y="714"/>
                  </a:lnTo>
                  <a:lnTo>
                    <a:pt x="334" y="712"/>
                  </a:lnTo>
                  <a:lnTo>
                    <a:pt x="291" y="693"/>
                  </a:lnTo>
                  <a:lnTo>
                    <a:pt x="251" y="672"/>
                  </a:lnTo>
                  <a:lnTo>
                    <a:pt x="208" y="651"/>
                  </a:lnTo>
                  <a:lnTo>
                    <a:pt x="168" y="632"/>
                  </a:lnTo>
                  <a:lnTo>
                    <a:pt x="126" y="610"/>
                  </a:lnTo>
                  <a:lnTo>
                    <a:pt x="85" y="589"/>
                  </a:lnTo>
                  <a:lnTo>
                    <a:pt x="45" y="568"/>
                  </a:lnTo>
                  <a:lnTo>
                    <a:pt x="5" y="546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3" y="537"/>
                  </a:lnTo>
                  <a:lnTo>
                    <a:pt x="5" y="535"/>
                  </a:lnTo>
                  <a:lnTo>
                    <a:pt x="3" y="532"/>
                  </a:lnTo>
                  <a:lnTo>
                    <a:pt x="5" y="530"/>
                  </a:lnTo>
                  <a:lnTo>
                    <a:pt x="7" y="530"/>
                  </a:lnTo>
                  <a:lnTo>
                    <a:pt x="7" y="530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2" y="525"/>
                  </a:lnTo>
                  <a:lnTo>
                    <a:pt x="12" y="523"/>
                  </a:lnTo>
                  <a:lnTo>
                    <a:pt x="14" y="520"/>
                  </a:lnTo>
                  <a:lnTo>
                    <a:pt x="14" y="518"/>
                  </a:lnTo>
                  <a:lnTo>
                    <a:pt x="19" y="516"/>
                  </a:lnTo>
                  <a:lnTo>
                    <a:pt x="29" y="518"/>
                  </a:lnTo>
                  <a:lnTo>
                    <a:pt x="33" y="518"/>
                  </a:lnTo>
                  <a:lnTo>
                    <a:pt x="36" y="518"/>
                  </a:lnTo>
                  <a:lnTo>
                    <a:pt x="36" y="516"/>
                  </a:lnTo>
                  <a:lnTo>
                    <a:pt x="36" y="513"/>
                  </a:lnTo>
                  <a:lnTo>
                    <a:pt x="36" y="511"/>
                  </a:lnTo>
                  <a:lnTo>
                    <a:pt x="38" y="509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5" y="504"/>
                  </a:lnTo>
                  <a:lnTo>
                    <a:pt x="43" y="494"/>
                  </a:lnTo>
                  <a:lnTo>
                    <a:pt x="43" y="492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90"/>
                  </a:lnTo>
                  <a:lnTo>
                    <a:pt x="43" y="485"/>
                  </a:lnTo>
                  <a:lnTo>
                    <a:pt x="38" y="483"/>
                  </a:lnTo>
                  <a:lnTo>
                    <a:pt x="29" y="480"/>
                  </a:lnTo>
                  <a:lnTo>
                    <a:pt x="26" y="478"/>
                  </a:lnTo>
                  <a:lnTo>
                    <a:pt x="24" y="473"/>
                  </a:lnTo>
                  <a:lnTo>
                    <a:pt x="24" y="468"/>
                  </a:lnTo>
                  <a:lnTo>
                    <a:pt x="26" y="464"/>
                  </a:lnTo>
                  <a:lnTo>
                    <a:pt x="26" y="459"/>
                  </a:lnTo>
                  <a:lnTo>
                    <a:pt x="26" y="452"/>
                  </a:lnTo>
                  <a:lnTo>
                    <a:pt x="26" y="449"/>
                  </a:lnTo>
                  <a:lnTo>
                    <a:pt x="24" y="447"/>
                  </a:lnTo>
                  <a:lnTo>
                    <a:pt x="24" y="445"/>
                  </a:lnTo>
                  <a:lnTo>
                    <a:pt x="26" y="440"/>
                  </a:lnTo>
                  <a:lnTo>
                    <a:pt x="26" y="440"/>
                  </a:lnTo>
                  <a:lnTo>
                    <a:pt x="26" y="438"/>
                  </a:lnTo>
                  <a:lnTo>
                    <a:pt x="26" y="438"/>
                  </a:lnTo>
                  <a:lnTo>
                    <a:pt x="26" y="435"/>
                  </a:lnTo>
                  <a:lnTo>
                    <a:pt x="26" y="435"/>
                  </a:lnTo>
                  <a:lnTo>
                    <a:pt x="24" y="433"/>
                  </a:lnTo>
                  <a:lnTo>
                    <a:pt x="26" y="433"/>
                  </a:lnTo>
                  <a:lnTo>
                    <a:pt x="31" y="433"/>
                  </a:lnTo>
                  <a:lnTo>
                    <a:pt x="33" y="433"/>
                  </a:lnTo>
                  <a:lnTo>
                    <a:pt x="36" y="430"/>
                  </a:lnTo>
                  <a:lnTo>
                    <a:pt x="40" y="423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5" y="419"/>
                  </a:lnTo>
                  <a:lnTo>
                    <a:pt x="48" y="416"/>
                  </a:lnTo>
                  <a:lnTo>
                    <a:pt x="48" y="416"/>
                  </a:lnTo>
                  <a:lnTo>
                    <a:pt x="48" y="414"/>
                  </a:lnTo>
                  <a:lnTo>
                    <a:pt x="48" y="412"/>
                  </a:lnTo>
                  <a:lnTo>
                    <a:pt x="48" y="409"/>
                  </a:lnTo>
                  <a:lnTo>
                    <a:pt x="50" y="409"/>
                  </a:lnTo>
                  <a:lnTo>
                    <a:pt x="50" y="409"/>
                  </a:lnTo>
                  <a:lnTo>
                    <a:pt x="50" y="407"/>
                  </a:lnTo>
                  <a:lnTo>
                    <a:pt x="50" y="404"/>
                  </a:lnTo>
                  <a:lnTo>
                    <a:pt x="50" y="402"/>
                  </a:lnTo>
                  <a:lnTo>
                    <a:pt x="52" y="400"/>
                  </a:lnTo>
                  <a:lnTo>
                    <a:pt x="55" y="400"/>
                  </a:lnTo>
                  <a:lnTo>
                    <a:pt x="55" y="397"/>
                  </a:lnTo>
                  <a:lnTo>
                    <a:pt x="55" y="395"/>
                  </a:lnTo>
                  <a:lnTo>
                    <a:pt x="55" y="393"/>
                  </a:lnTo>
                  <a:lnTo>
                    <a:pt x="55" y="393"/>
                  </a:lnTo>
                  <a:lnTo>
                    <a:pt x="55" y="393"/>
                  </a:lnTo>
                  <a:lnTo>
                    <a:pt x="55" y="390"/>
                  </a:lnTo>
                  <a:lnTo>
                    <a:pt x="55" y="390"/>
                  </a:lnTo>
                  <a:lnTo>
                    <a:pt x="55" y="388"/>
                  </a:lnTo>
                  <a:lnTo>
                    <a:pt x="55" y="388"/>
                  </a:lnTo>
                  <a:lnTo>
                    <a:pt x="55" y="383"/>
                  </a:lnTo>
                  <a:lnTo>
                    <a:pt x="55" y="381"/>
                  </a:lnTo>
                  <a:lnTo>
                    <a:pt x="55" y="378"/>
                  </a:lnTo>
                  <a:lnTo>
                    <a:pt x="57" y="378"/>
                  </a:lnTo>
                  <a:lnTo>
                    <a:pt x="57" y="376"/>
                  </a:lnTo>
                  <a:lnTo>
                    <a:pt x="57" y="376"/>
                  </a:lnTo>
                  <a:lnTo>
                    <a:pt x="55" y="374"/>
                  </a:lnTo>
                  <a:lnTo>
                    <a:pt x="55" y="371"/>
                  </a:lnTo>
                  <a:lnTo>
                    <a:pt x="55" y="371"/>
                  </a:lnTo>
                  <a:lnTo>
                    <a:pt x="55" y="367"/>
                  </a:lnTo>
                  <a:lnTo>
                    <a:pt x="57" y="367"/>
                  </a:lnTo>
                  <a:lnTo>
                    <a:pt x="62" y="364"/>
                  </a:lnTo>
                  <a:lnTo>
                    <a:pt x="64" y="362"/>
                  </a:lnTo>
                  <a:lnTo>
                    <a:pt x="66" y="362"/>
                  </a:lnTo>
                  <a:lnTo>
                    <a:pt x="66" y="359"/>
                  </a:lnTo>
                  <a:lnTo>
                    <a:pt x="69" y="352"/>
                  </a:lnTo>
                  <a:lnTo>
                    <a:pt x="71" y="350"/>
                  </a:lnTo>
                  <a:lnTo>
                    <a:pt x="71" y="350"/>
                  </a:lnTo>
                  <a:lnTo>
                    <a:pt x="76" y="350"/>
                  </a:lnTo>
                  <a:lnTo>
                    <a:pt x="88" y="343"/>
                  </a:lnTo>
                  <a:lnTo>
                    <a:pt x="90" y="343"/>
                  </a:lnTo>
                  <a:lnTo>
                    <a:pt x="93" y="338"/>
                  </a:lnTo>
                  <a:lnTo>
                    <a:pt x="97" y="336"/>
                  </a:lnTo>
                  <a:lnTo>
                    <a:pt x="100" y="333"/>
                  </a:lnTo>
                  <a:lnTo>
                    <a:pt x="102" y="331"/>
                  </a:lnTo>
                  <a:lnTo>
                    <a:pt x="102" y="329"/>
                  </a:lnTo>
                  <a:lnTo>
                    <a:pt x="102" y="329"/>
                  </a:lnTo>
                  <a:lnTo>
                    <a:pt x="100" y="326"/>
                  </a:lnTo>
                  <a:lnTo>
                    <a:pt x="97" y="324"/>
                  </a:lnTo>
                  <a:lnTo>
                    <a:pt x="97" y="322"/>
                  </a:lnTo>
                  <a:lnTo>
                    <a:pt x="95" y="322"/>
                  </a:lnTo>
                  <a:lnTo>
                    <a:pt x="88" y="314"/>
                  </a:lnTo>
                  <a:lnTo>
                    <a:pt x="85" y="312"/>
                  </a:lnTo>
                  <a:lnTo>
                    <a:pt x="85" y="312"/>
                  </a:lnTo>
                  <a:lnTo>
                    <a:pt x="83" y="310"/>
                  </a:lnTo>
                  <a:lnTo>
                    <a:pt x="83" y="310"/>
                  </a:lnTo>
                  <a:lnTo>
                    <a:pt x="83" y="310"/>
                  </a:lnTo>
                  <a:lnTo>
                    <a:pt x="83" y="307"/>
                  </a:lnTo>
                  <a:lnTo>
                    <a:pt x="83" y="307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78" y="307"/>
                  </a:lnTo>
                  <a:lnTo>
                    <a:pt x="78" y="305"/>
                  </a:lnTo>
                  <a:lnTo>
                    <a:pt x="78" y="305"/>
                  </a:lnTo>
                  <a:lnTo>
                    <a:pt x="78" y="303"/>
                  </a:lnTo>
                  <a:lnTo>
                    <a:pt x="78" y="303"/>
                  </a:lnTo>
                  <a:lnTo>
                    <a:pt x="78" y="300"/>
                  </a:lnTo>
                  <a:lnTo>
                    <a:pt x="81" y="300"/>
                  </a:lnTo>
                  <a:lnTo>
                    <a:pt x="78" y="298"/>
                  </a:lnTo>
                  <a:lnTo>
                    <a:pt x="78" y="298"/>
                  </a:lnTo>
                  <a:lnTo>
                    <a:pt x="78" y="296"/>
                  </a:lnTo>
                  <a:lnTo>
                    <a:pt x="78" y="293"/>
                  </a:lnTo>
                  <a:lnTo>
                    <a:pt x="76" y="293"/>
                  </a:lnTo>
                  <a:lnTo>
                    <a:pt x="76" y="291"/>
                  </a:lnTo>
                  <a:lnTo>
                    <a:pt x="76" y="291"/>
                  </a:lnTo>
                  <a:lnTo>
                    <a:pt x="76" y="286"/>
                  </a:lnTo>
                  <a:lnTo>
                    <a:pt x="76" y="286"/>
                  </a:lnTo>
                  <a:lnTo>
                    <a:pt x="76" y="286"/>
                  </a:lnTo>
                  <a:lnTo>
                    <a:pt x="76" y="284"/>
                  </a:lnTo>
                  <a:lnTo>
                    <a:pt x="71" y="270"/>
                  </a:lnTo>
                  <a:lnTo>
                    <a:pt x="69" y="270"/>
                  </a:lnTo>
                  <a:lnTo>
                    <a:pt x="66" y="267"/>
                  </a:lnTo>
                  <a:lnTo>
                    <a:pt x="64" y="265"/>
                  </a:lnTo>
                  <a:lnTo>
                    <a:pt x="66" y="262"/>
                  </a:lnTo>
                  <a:lnTo>
                    <a:pt x="64" y="260"/>
                  </a:lnTo>
                  <a:lnTo>
                    <a:pt x="64" y="258"/>
                  </a:lnTo>
                  <a:lnTo>
                    <a:pt x="64" y="255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59" y="253"/>
                  </a:lnTo>
                  <a:lnTo>
                    <a:pt x="62" y="239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62" y="232"/>
                  </a:lnTo>
                  <a:lnTo>
                    <a:pt x="64" y="229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62" y="225"/>
                  </a:lnTo>
                  <a:lnTo>
                    <a:pt x="62" y="222"/>
                  </a:lnTo>
                  <a:lnTo>
                    <a:pt x="62" y="220"/>
                  </a:lnTo>
                  <a:lnTo>
                    <a:pt x="64" y="220"/>
                  </a:lnTo>
                  <a:lnTo>
                    <a:pt x="64" y="220"/>
                  </a:lnTo>
                  <a:lnTo>
                    <a:pt x="66" y="220"/>
                  </a:lnTo>
                  <a:lnTo>
                    <a:pt x="69" y="220"/>
                  </a:lnTo>
                  <a:lnTo>
                    <a:pt x="69" y="220"/>
                  </a:lnTo>
                  <a:lnTo>
                    <a:pt x="69" y="215"/>
                  </a:lnTo>
                  <a:lnTo>
                    <a:pt x="71" y="213"/>
                  </a:lnTo>
                  <a:lnTo>
                    <a:pt x="71" y="208"/>
                  </a:lnTo>
                  <a:lnTo>
                    <a:pt x="69" y="201"/>
                  </a:lnTo>
                  <a:lnTo>
                    <a:pt x="71" y="199"/>
                  </a:lnTo>
                  <a:lnTo>
                    <a:pt x="71" y="194"/>
                  </a:lnTo>
                  <a:lnTo>
                    <a:pt x="71" y="191"/>
                  </a:lnTo>
                  <a:lnTo>
                    <a:pt x="69" y="184"/>
                  </a:lnTo>
                  <a:lnTo>
                    <a:pt x="66" y="180"/>
                  </a:lnTo>
                  <a:lnTo>
                    <a:pt x="66" y="175"/>
                  </a:lnTo>
                  <a:lnTo>
                    <a:pt x="69" y="168"/>
                  </a:lnTo>
                  <a:lnTo>
                    <a:pt x="69" y="163"/>
                  </a:lnTo>
                  <a:lnTo>
                    <a:pt x="69" y="161"/>
                  </a:lnTo>
                  <a:lnTo>
                    <a:pt x="69" y="158"/>
                  </a:lnTo>
                  <a:lnTo>
                    <a:pt x="66" y="149"/>
                  </a:lnTo>
                  <a:lnTo>
                    <a:pt x="66" y="146"/>
                  </a:lnTo>
                  <a:lnTo>
                    <a:pt x="66" y="142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71" y="130"/>
                  </a:lnTo>
                  <a:lnTo>
                    <a:pt x="71" y="130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69" y="120"/>
                  </a:lnTo>
                  <a:lnTo>
                    <a:pt x="66" y="118"/>
                  </a:lnTo>
                  <a:lnTo>
                    <a:pt x="66" y="116"/>
                  </a:lnTo>
                  <a:lnTo>
                    <a:pt x="66" y="111"/>
                  </a:lnTo>
                  <a:lnTo>
                    <a:pt x="69" y="111"/>
                  </a:lnTo>
                  <a:lnTo>
                    <a:pt x="69" y="109"/>
                  </a:lnTo>
                  <a:lnTo>
                    <a:pt x="69" y="106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69" y="101"/>
                  </a:lnTo>
                  <a:lnTo>
                    <a:pt x="71" y="101"/>
                  </a:lnTo>
                  <a:lnTo>
                    <a:pt x="71" y="101"/>
                  </a:lnTo>
                  <a:lnTo>
                    <a:pt x="71" y="99"/>
                  </a:lnTo>
                  <a:lnTo>
                    <a:pt x="71" y="99"/>
                  </a:lnTo>
                  <a:lnTo>
                    <a:pt x="76" y="99"/>
                  </a:lnTo>
                  <a:lnTo>
                    <a:pt x="78" y="97"/>
                  </a:lnTo>
                  <a:lnTo>
                    <a:pt x="85" y="97"/>
                  </a:lnTo>
                  <a:lnTo>
                    <a:pt x="88" y="97"/>
                  </a:lnTo>
                  <a:lnTo>
                    <a:pt x="88" y="97"/>
                  </a:lnTo>
                  <a:lnTo>
                    <a:pt x="88" y="97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4" y="99"/>
                  </a:lnTo>
                  <a:lnTo>
                    <a:pt x="107" y="99"/>
                  </a:lnTo>
                  <a:lnTo>
                    <a:pt x="107" y="99"/>
                  </a:lnTo>
                  <a:lnTo>
                    <a:pt x="107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104"/>
                  </a:lnTo>
                  <a:lnTo>
                    <a:pt x="111" y="104"/>
                  </a:lnTo>
                  <a:lnTo>
                    <a:pt x="111" y="111"/>
                  </a:lnTo>
                  <a:lnTo>
                    <a:pt x="114" y="111"/>
                  </a:lnTo>
                  <a:lnTo>
                    <a:pt x="114" y="113"/>
                  </a:lnTo>
                  <a:lnTo>
                    <a:pt x="116" y="116"/>
                  </a:lnTo>
                  <a:lnTo>
                    <a:pt x="119" y="118"/>
                  </a:lnTo>
                  <a:lnTo>
                    <a:pt x="121" y="118"/>
                  </a:lnTo>
                  <a:lnTo>
                    <a:pt x="126" y="118"/>
                  </a:lnTo>
                  <a:lnTo>
                    <a:pt x="128" y="116"/>
                  </a:lnTo>
                  <a:lnTo>
                    <a:pt x="130" y="111"/>
                  </a:lnTo>
                  <a:lnTo>
                    <a:pt x="133" y="106"/>
                  </a:lnTo>
                  <a:lnTo>
                    <a:pt x="135" y="101"/>
                  </a:lnTo>
                  <a:lnTo>
                    <a:pt x="137" y="99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94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2" y="87"/>
                  </a:lnTo>
                  <a:lnTo>
                    <a:pt x="142" y="83"/>
                  </a:lnTo>
                  <a:lnTo>
                    <a:pt x="142" y="75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5" y="52"/>
                  </a:lnTo>
                  <a:lnTo>
                    <a:pt x="147" y="45"/>
                  </a:lnTo>
                  <a:lnTo>
                    <a:pt x="147" y="35"/>
                  </a:lnTo>
                  <a:lnTo>
                    <a:pt x="149" y="28"/>
                  </a:lnTo>
                  <a:lnTo>
                    <a:pt x="149" y="21"/>
                  </a:lnTo>
                  <a:lnTo>
                    <a:pt x="152" y="14"/>
                  </a:lnTo>
                  <a:lnTo>
                    <a:pt x="152" y="7"/>
                  </a:lnTo>
                  <a:lnTo>
                    <a:pt x="152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68" y="0"/>
                  </a:lnTo>
                  <a:lnTo>
                    <a:pt x="182" y="2"/>
                  </a:lnTo>
                  <a:lnTo>
                    <a:pt x="199" y="4"/>
                  </a:lnTo>
                  <a:lnTo>
                    <a:pt x="216" y="7"/>
                  </a:lnTo>
                  <a:lnTo>
                    <a:pt x="230" y="9"/>
                  </a:lnTo>
                  <a:lnTo>
                    <a:pt x="246" y="9"/>
                  </a:lnTo>
                  <a:lnTo>
                    <a:pt x="260" y="12"/>
                  </a:lnTo>
                  <a:lnTo>
                    <a:pt x="277" y="14"/>
                  </a:lnTo>
                  <a:lnTo>
                    <a:pt x="291" y="16"/>
                  </a:lnTo>
                  <a:lnTo>
                    <a:pt x="308" y="19"/>
                  </a:lnTo>
                  <a:lnTo>
                    <a:pt x="324" y="19"/>
                  </a:lnTo>
                  <a:lnTo>
                    <a:pt x="339" y="21"/>
                  </a:lnTo>
                  <a:lnTo>
                    <a:pt x="355" y="23"/>
                  </a:lnTo>
                  <a:lnTo>
                    <a:pt x="369" y="23"/>
                  </a:lnTo>
                  <a:lnTo>
                    <a:pt x="386" y="26"/>
                  </a:lnTo>
                  <a:lnTo>
                    <a:pt x="400" y="28"/>
                  </a:lnTo>
                  <a:lnTo>
                    <a:pt x="417" y="30"/>
                  </a:lnTo>
                  <a:lnTo>
                    <a:pt x="431" y="30"/>
                  </a:lnTo>
                  <a:lnTo>
                    <a:pt x="447" y="33"/>
                  </a:lnTo>
                  <a:lnTo>
                    <a:pt x="464" y="35"/>
                  </a:lnTo>
                  <a:lnTo>
                    <a:pt x="478" y="35"/>
                  </a:lnTo>
                  <a:lnTo>
                    <a:pt x="495" y="38"/>
                  </a:lnTo>
                  <a:lnTo>
                    <a:pt x="509" y="38"/>
                  </a:lnTo>
                  <a:lnTo>
                    <a:pt x="525" y="40"/>
                  </a:lnTo>
                  <a:lnTo>
                    <a:pt x="542" y="42"/>
                  </a:lnTo>
                  <a:lnTo>
                    <a:pt x="556" y="42"/>
                  </a:lnTo>
                  <a:lnTo>
                    <a:pt x="573" y="45"/>
                  </a:lnTo>
                  <a:lnTo>
                    <a:pt x="587" y="45"/>
                  </a:lnTo>
                  <a:lnTo>
                    <a:pt x="603" y="47"/>
                  </a:lnTo>
                  <a:lnTo>
                    <a:pt x="618" y="49"/>
                  </a:lnTo>
                  <a:lnTo>
                    <a:pt x="634" y="49"/>
                  </a:lnTo>
                  <a:lnTo>
                    <a:pt x="651" y="52"/>
                  </a:lnTo>
                  <a:lnTo>
                    <a:pt x="648" y="73"/>
                  </a:lnTo>
                  <a:lnTo>
                    <a:pt x="646" y="94"/>
                  </a:lnTo>
                  <a:lnTo>
                    <a:pt x="644" y="118"/>
                  </a:lnTo>
                  <a:lnTo>
                    <a:pt x="644" y="139"/>
                  </a:lnTo>
                  <a:lnTo>
                    <a:pt x="641" y="161"/>
                  </a:lnTo>
                  <a:lnTo>
                    <a:pt x="641" y="161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5" name="Freeform 53">
              <a:extLst>
                <a:ext uri="{FF2B5EF4-FFF2-40B4-BE49-F238E27FC236}">
                  <a16:creationId xmlns:a16="http://schemas.microsoft.com/office/drawing/2014/main" id="{B500CF75-5E57-435E-A846-D35A91CF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2472" y="3254348"/>
              <a:ext cx="475809" cy="436159"/>
            </a:xfrm>
            <a:custGeom>
              <a:avLst/>
              <a:gdLst>
                <a:gd name="T0" fmla="*/ 504 w 504"/>
                <a:gd name="T1" fmla="*/ 71 h 462"/>
                <a:gd name="T2" fmla="*/ 494 w 504"/>
                <a:gd name="T3" fmla="*/ 74 h 462"/>
                <a:gd name="T4" fmla="*/ 478 w 504"/>
                <a:gd name="T5" fmla="*/ 95 h 462"/>
                <a:gd name="T6" fmla="*/ 480 w 504"/>
                <a:gd name="T7" fmla="*/ 109 h 462"/>
                <a:gd name="T8" fmla="*/ 480 w 504"/>
                <a:gd name="T9" fmla="*/ 119 h 462"/>
                <a:gd name="T10" fmla="*/ 473 w 504"/>
                <a:gd name="T11" fmla="*/ 128 h 462"/>
                <a:gd name="T12" fmla="*/ 466 w 504"/>
                <a:gd name="T13" fmla="*/ 149 h 462"/>
                <a:gd name="T14" fmla="*/ 466 w 504"/>
                <a:gd name="T15" fmla="*/ 171 h 462"/>
                <a:gd name="T16" fmla="*/ 459 w 504"/>
                <a:gd name="T17" fmla="*/ 180 h 462"/>
                <a:gd name="T18" fmla="*/ 449 w 504"/>
                <a:gd name="T19" fmla="*/ 187 h 462"/>
                <a:gd name="T20" fmla="*/ 435 w 504"/>
                <a:gd name="T21" fmla="*/ 211 h 462"/>
                <a:gd name="T22" fmla="*/ 435 w 504"/>
                <a:gd name="T23" fmla="*/ 223 h 462"/>
                <a:gd name="T24" fmla="*/ 426 w 504"/>
                <a:gd name="T25" fmla="*/ 230 h 462"/>
                <a:gd name="T26" fmla="*/ 423 w 504"/>
                <a:gd name="T27" fmla="*/ 265 h 462"/>
                <a:gd name="T28" fmla="*/ 409 w 504"/>
                <a:gd name="T29" fmla="*/ 268 h 462"/>
                <a:gd name="T30" fmla="*/ 412 w 504"/>
                <a:gd name="T31" fmla="*/ 277 h 462"/>
                <a:gd name="T32" fmla="*/ 404 w 504"/>
                <a:gd name="T33" fmla="*/ 279 h 462"/>
                <a:gd name="T34" fmla="*/ 393 w 504"/>
                <a:gd name="T35" fmla="*/ 296 h 462"/>
                <a:gd name="T36" fmla="*/ 397 w 504"/>
                <a:gd name="T37" fmla="*/ 313 h 462"/>
                <a:gd name="T38" fmla="*/ 381 w 504"/>
                <a:gd name="T39" fmla="*/ 320 h 462"/>
                <a:gd name="T40" fmla="*/ 386 w 504"/>
                <a:gd name="T41" fmla="*/ 329 h 462"/>
                <a:gd name="T42" fmla="*/ 386 w 504"/>
                <a:gd name="T43" fmla="*/ 343 h 462"/>
                <a:gd name="T44" fmla="*/ 376 w 504"/>
                <a:gd name="T45" fmla="*/ 350 h 462"/>
                <a:gd name="T46" fmla="*/ 376 w 504"/>
                <a:gd name="T47" fmla="*/ 362 h 462"/>
                <a:gd name="T48" fmla="*/ 371 w 504"/>
                <a:gd name="T49" fmla="*/ 372 h 462"/>
                <a:gd name="T50" fmla="*/ 378 w 504"/>
                <a:gd name="T51" fmla="*/ 381 h 462"/>
                <a:gd name="T52" fmla="*/ 378 w 504"/>
                <a:gd name="T53" fmla="*/ 400 h 462"/>
                <a:gd name="T54" fmla="*/ 386 w 504"/>
                <a:gd name="T55" fmla="*/ 410 h 462"/>
                <a:gd name="T56" fmla="*/ 383 w 504"/>
                <a:gd name="T57" fmla="*/ 426 h 462"/>
                <a:gd name="T58" fmla="*/ 343 w 504"/>
                <a:gd name="T59" fmla="*/ 445 h 462"/>
                <a:gd name="T60" fmla="*/ 232 w 504"/>
                <a:gd name="T61" fmla="*/ 452 h 462"/>
                <a:gd name="T62" fmla="*/ 118 w 504"/>
                <a:gd name="T63" fmla="*/ 459 h 462"/>
                <a:gd name="T64" fmla="*/ 78 w 504"/>
                <a:gd name="T65" fmla="*/ 403 h 462"/>
                <a:gd name="T66" fmla="*/ 71 w 504"/>
                <a:gd name="T67" fmla="*/ 393 h 462"/>
                <a:gd name="T68" fmla="*/ 59 w 504"/>
                <a:gd name="T69" fmla="*/ 393 h 462"/>
                <a:gd name="T70" fmla="*/ 47 w 504"/>
                <a:gd name="T71" fmla="*/ 395 h 462"/>
                <a:gd name="T72" fmla="*/ 40 w 504"/>
                <a:gd name="T73" fmla="*/ 393 h 462"/>
                <a:gd name="T74" fmla="*/ 31 w 504"/>
                <a:gd name="T75" fmla="*/ 358 h 462"/>
                <a:gd name="T76" fmla="*/ 26 w 504"/>
                <a:gd name="T77" fmla="*/ 197 h 462"/>
                <a:gd name="T78" fmla="*/ 9 w 504"/>
                <a:gd name="T79" fmla="*/ 83 h 462"/>
                <a:gd name="T80" fmla="*/ 83 w 504"/>
                <a:gd name="T81" fmla="*/ 26 h 462"/>
                <a:gd name="T82" fmla="*/ 248 w 504"/>
                <a:gd name="T83" fmla="*/ 17 h 462"/>
                <a:gd name="T84" fmla="*/ 414 w 504"/>
                <a:gd name="T85" fmla="*/ 3 h 462"/>
                <a:gd name="T86" fmla="*/ 449 w 504"/>
                <a:gd name="T87" fmla="*/ 5 h 462"/>
                <a:gd name="T88" fmla="*/ 452 w 504"/>
                <a:gd name="T89" fmla="*/ 7 h 462"/>
                <a:gd name="T90" fmla="*/ 456 w 504"/>
                <a:gd name="T91" fmla="*/ 12 h 462"/>
                <a:gd name="T92" fmla="*/ 459 w 504"/>
                <a:gd name="T93" fmla="*/ 17 h 462"/>
                <a:gd name="T94" fmla="*/ 461 w 504"/>
                <a:gd name="T95" fmla="*/ 26 h 462"/>
                <a:gd name="T96" fmla="*/ 459 w 504"/>
                <a:gd name="T97" fmla="*/ 29 h 462"/>
                <a:gd name="T98" fmla="*/ 454 w 504"/>
                <a:gd name="T99" fmla="*/ 33 h 462"/>
                <a:gd name="T100" fmla="*/ 449 w 504"/>
                <a:gd name="T101" fmla="*/ 38 h 462"/>
                <a:gd name="T102" fmla="*/ 445 w 504"/>
                <a:gd name="T103" fmla="*/ 43 h 462"/>
                <a:gd name="T104" fmla="*/ 445 w 504"/>
                <a:gd name="T105" fmla="*/ 48 h 462"/>
                <a:gd name="T106" fmla="*/ 440 w 504"/>
                <a:gd name="T107" fmla="*/ 50 h 462"/>
                <a:gd name="T108" fmla="*/ 433 w 504"/>
                <a:gd name="T109" fmla="*/ 64 h 462"/>
                <a:gd name="T110" fmla="*/ 454 w 504"/>
                <a:gd name="T111" fmla="*/ 64 h 462"/>
                <a:gd name="T112" fmla="*/ 497 w 504"/>
                <a:gd name="T113" fmla="*/ 57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" h="462">
                  <a:moveTo>
                    <a:pt x="499" y="57"/>
                  </a:moveTo>
                  <a:lnTo>
                    <a:pt x="499" y="59"/>
                  </a:lnTo>
                  <a:lnTo>
                    <a:pt x="499" y="62"/>
                  </a:lnTo>
                  <a:lnTo>
                    <a:pt x="504" y="64"/>
                  </a:lnTo>
                  <a:lnTo>
                    <a:pt x="504" y="69"/>
                  </a:lnTo>
                  <a:lnTo>
                    <a:pt x="504" y="71"/>
                  </a:lnTo>
                  <a:lnTo>
                    <a:pt x="504" y="71"/>
                  </a:lnTo>
                  <a:lnTo>
                    <a:pt x="499" y="69"/>
                  </a:lnTo>
                  <a:lnTo>
                    <a:pt x="497" y="69"/>
                  </a:lnTo>
                  <a:lnTo>
                    <a:pt x="494" y="69"/>
                  </a:lnTo>
                  <a:lnTo>
                    <a:pt x="494" y="71"/>
                  </a:lnTo>
                  <a:lnTo>
                    <a:pt x="494" y="74"/>
                  </a:lnTo>
                  <a:lnTo>
                    <a:pt x="497" y="76"/>
                  </a:lnTo>
                  <a:lnTo>
                    <a:pt x="499" y="76"/>
                  </a:lnTo>
                  <a:lnTo>
                    <a:pt x="499" y="78"/>
                  </a:lnTo>
                  <a:lnTo>
                    <a:pt x="494" y="85"/>
                  </a:lnTo>
                  <a:lnTo>
                    <a:pt x="480" y="93"/>
                  </a:lnTo>
                  <a:lnTo>
                    <a:pt x="478" y="95"/>
                  </a:lnTo>
                  <a:lnTo>
                    <a:pt x="478" y="97"/>
                  </a:lnTo>
                  <a:lnTo>
                    <a:pt x="480" y="100"/>
                  </a:lnTo>
                  <a:lnTo>
                    <a:pt x="483" y="102"/>
                  </a:lnTo>
                  <a:lnTo>
                    <a:pt x="483" y="104"/>
                  </a:lnTo>
                  <a:lnTo>
                    <a:pt x="483" y="107"/>
                  </a:lnTo>
                  <a:lnTo>
                    <a:pt x="480" y="109"/>
                  </a:lnTo>
                  <a:lnTo>
                    <a:pt x="480" y="109"/>
                  </a:lnTo>
                  <a:lnTo>
                    <a:pt x="480" y="111"/>
                  </a:lnTo>
                  <a:lnTo>
                    <a:pt x="483" y="114"/>
                  </a:lnTo>
                  <a:lnTo>
                    <a:pt x="483" y="116"/>
                  </a:lnTo>
                  <a:lnTo>
                    <a:pt x="483" y="119"/>
                  </a:lnTo>
                  <a:lnTo>
                    <a:pt x="480" y="119"/>
                  </a:lnTo>
                  <a:lnTo>
                    <a:pt x="478" y="119"/>
                  </a:lnTo>
                  <a:lnTo>
                    <a:pt x="475" y="121"/>
                  </a:lnTo>
                  <a:lnTo>
                    <a:pt x="475" y="121"/>
                  </a:lnTo>
                  <a:lnTo>
                    <a:pt x="473" y="123"/>
                  </a:lnTo>
                  <a:lnTo>
                    <a:pt x="475" y="126"/>
                  </a:lnTo>
                  <a:lnTo>
                    <a:pt x="473" y="128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6" y="137"/>
                  </a:lnTo>
                  <a:lnTo>
                    <a:pt x="466" y="140"/>
                  </a:lnTo>
                  <a:lnTo>
                    <a:pt x="466" y="142"/>
                  </a:lnTo>
                  <a:lnTo>
                    <a:pt x="466" y="149"/>
                  </a:lnTo>
                  <a:lnTo>
                    <a:pt x="466" y="152"/>
                  </a:lnTo>
                  <a:lnTo>
                    <a:pt x="468" y="156"/>
                  </a:lnTo>
                  <a:lnTo>
                    <a:pt x="471" y="161"/>
                  </a:lnTo>
                  <a:lnTo>
                    <a:pt x="471" y="166"/>
                  </a:lnTo>
                  <a:lnTo>
                    <a:pt x="468" y="171"/>
                  </a:lnTo>
                  <a:lnTo>
                    <a:pt x="466" y="171"/>
                  </a:lnTo>
                  <a:lnTo>
                    <a:pt x="464" y="171"/>
                  </a:lnTo>
                  <a:lnTo>
                    <a:pt x="461" y="171"/>
                  </a:lnTo>
                  <a:lnTo>
                    <a:pt x="461" y="173"/>
                  </a:lnTo>
                  <a:lnTo>
                    <a:pt x="461" y="175"/>
                  </a:lnTo>
                  <a:lnTo>
                    <a:pt x="461" y="178"/>
                  </a:lnTo>
                  <a:lnTo>
                    <a:pt x="459" y="180"/>
                  </a:lnTo>
                  <a:lnTo>
                    <a:pt x="459" y="180"/>
                  </a:lnTo>
                  <a:lnTo>
                    <a:pt x="454" y="182"/>
                  </a:lnTo>
                  <a:lnTo>
                    <a:pt x="452" y="185"/>
                  </a:lnTo>
                  <a:lnTo>
                    <a:pt x="449" y="185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52" y="187"/>
                  </a:lnTo>
                  <a:lnTo>
                    <a:pt x="454" y="192"/>
                  </a:lnTo>
                  <a:lnTo>
                    <a:pt x="454" y="197"/>
                  </a:lnTo>
                  <a:lnTo>
                    <a:pt x="452" y="201"/>
                  </a:lnTo>
                  <a:lnTo>
                    <a:pt x="447" y="204"/>
                  </a:lnTo>
                  <a:lnTo>
                    <a:pt x="435" y="211"/>
                  </a:lnTo>
                  <a:lnTo>
                    <a:pt x="435" y="211"/>
                  </a:lnTo>
                  <a:lnTo>
                    <a:pt x="435" y="213"/>
                  </a:lnTo>
                  <a:lnTo>
                    <a:pt x="438" y="216"/>
                  </a:lnTo>
                  <a:lnTo>
                    <a:pt x="438" y="218"/>
                  </a:lnTo>
                  <a:lnTo>
                    <a:pt x="435" y="220"/>
                  </a:lnTo>
                  <a:lnTo>
                    <a:pt x="435" y="223"/>
                  </a:lnTo>
                  <a:lnTo>
                    <a:pt x="433" y="223"/>
                  </a:lnTo>
                  <a:lnTo>
                    <a:pt x="430" y="223"/>
                  </a:lnTo>
                  <a:lnTo>
                    <a:pt x="428" y="220"/>
                  </a:lnTo>
                  <a:lnTo>
                    <a:pt x="428" y="223"/>
                  </a:lnTo>
                  <a:lnTo>
                    <a:pt x="426" y="225"/>
                  </a:lnTo>
                  <a:lnTo>
                    <a:pt x="426" y="230"/>
                  </a:lnTo>
                  <a:lnTo>
                    <a:pt x="426" y="235"/>
                  </a:lnTo>
                  <a:lnTo>
                    <a:pt x="428" y="242"/>
                  </a:lnTo>
                  <a:lnTo>
                    <a:pt x="428" y="253"/>
                  </a:lnTo>
                  <a:lnTo>
                    <a:pt x="428" y="258"/>
                  </a:lnTo>
                  <a:lnTo>
                    <a:pt x="428" y="261"/>
                  </a:lnTo>
                  <a:lnTo>
                    <a:pt x="423" y="265"/>
                  </a:lnTo>
                  <a:lnTo>
                    <a:pt x="421" y="268"/>
                  </a:lnTo>
                  <a:lnTo>
                    <a:pt x="419" y="268"/>
                  </a:lnTo>
                  <a:lnTo>
                    <a:pt x="414" y="270"/>
                  </a:lnTo>
                  <a:lnTo>
                    <a:pt x="412" y="270"/>
                  </a:lnTo>
                  <a:lnTo>
                    <a:pt x="412" y="270"/>
                  </a:lnTo>
                  <a:lnTo>
                    <a:pt x="409" y="268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12" y="272"/>
                  </a:lnTo>
                  <a:lnTo>
                    <a:pt x="412" y="275"/>
                  </a:lnTo>
                  <a:lnTo>
                    <a:pt x="412" y="275"/>
                  </a:lnTo>
                  <a:lnTo>
                    <a:pt x="412" y="277"/>
                  </a:lnTo>
                  <a:lnTo>
                    <a:pt x="412" y="279"/>
                  </a:lnTo>
                  <a:lnTo>
                    <a:pt x="409" y="279"/>
                  </a:lnTo>
                  <a:lnTo>
                    <a:pt x="409" y="282"/>
                  </a:lnTo>
                  <a:lnTo>
                    <a:pt x="409" y="282"/>
                  </a:lnTo>
                  <a:lnTo>
                    <a:pt x="407" y="279"/>
                  </a:lnTo>
                  <a:lnTo>
                    <a:pt x="404" y="279"/>
                  </a:lnTo>
                  <a:lnTo>
                    <a:pt x="404" y="279"/>
                  </a:lnTo>
                  <a:lnTo>
                    <a:pt x="404" y="282"/>
                  </a:lnTo>
                  <a:lnTo>
                    <a:pt x="402" y="291"/>
                  </a:lnTo>
                  <a:lnTo>
                    <a:pt x="400" y="291"/>
                  </a:lnTo>
                  <a:lnTo>
                    <a:pt x="400" y="294"/>
                  </a:lnTo>
                  <a:lnTo>
                    <a:pt x="393" y="296"/>
                  </a:lnTo>
                  <a:lnTo>
                    <a:pt x="393" y="298"/>
                  </a:lnTo>
                  <a:lnTo>
                    <a:pt x="393" y="301"/>
                  </a:lnTo>
                  <a:lnTo>
                    <a:pt x="400" y="303"/>
                  </a:lnTo>
                  <a:lnTo>
                    <a:pt x="402" y="308"/>
                  </a:lnTo>
                  <a:lnTo>
                    <a:pt x="400" y="310"/>
                  </a:lnTo>
                  <a:lnTo>
                    <a:pt x="397" y="313"/>
                  </a:lnTo>
                  <a:lnTo>
                    <a:pt x="397" y="313"/>
                  </a:lnTo>
                  <a:lnTo>
                    <a:pt x="395" y="313"/>
                  </a:lnTo>
                  <a:lnTo>
                    <a:pt x="393" y="313"/>
                  </a:lnTo>
                  <a:lnTo>
                    <a:pt x="386" y="317"/>
                  </a:lnTo>
                  <a:lnTo>
                    <a:pt x="381" y="320"/>
                  </a:lnTo>
                  <a:lnTo>
                    <a:pt x="381" y="320"/>
                  </a:lnTo>
                  <a:lnTo>
                    <a:pt x="381" y="322"/>
                  </a:lnTo>
                  <a:lnTo>
                    <a:pt x="381" y="322"/>
                  </a:lnTo>
                  <a:lnTo>
                    <a:pt x="383" y="322"/>
                  </a:lnTo>
                  <a:lnTo>
                    <a:pt x="386" y="324"/>
                  </a:lnTo>
                  <a:lnTo>
                    <a:pt x="386" y="327"/>
                  </a:lnTo>
                  <a:lnTo>
                    <a:pt x="386" y="329"/>
                  </a:lnTo>
                  <a:lnTo>
                    <a:pt x="383" y="332"/>
                  </a:lnTo>
                  <a:lnTo>
                    <a:pt x="386" y="336"/>
                  </a:lnTo>
                  <a:lnTo>
                    <a:pt x="386" y="339"/>
                  </a:lnTo>
                  <a:lnTo>
                    <a:pt x="386" y="341"/>
                  </a:lnTo>
                  <a:lnTo>
                    <a:pt x="386" y="343"/>
                  </a:lnTo>
                  <a:lnTo>
                    <a:pt x="386" y="343"/>
                  </a:lnTo>
                  <a:lnTo>
                    <a:pt x="381" y="346"/>
                  </a:lnTo>
                  <a:lnTo>
                    <a:pt x="381" y="346"/>
                  </a:lnTo>
                  <a:lnTo>
                    <a:pt x="381" y="346"/>
                  </a:lnTo>
                  <a:lnTo>
                    <a:pt x="378" y="348"/>
                  </a:lnTo>
                  <a:lnTo>
                    <a:pt x="376" y="348"/>
                  </a:lnTo>
                  <a:lnTo>
                    <a:pt x="376" y="350"/>
                  </a:lnTo>
                  <a:lnTo>
                    <a:pt x="374" y="355"/>
                  </a:lnTo>
                  <a:lnTo>
                    <a:pt x="371" y="358"/>
                  </a:lnTo>
                  <a:lnTo>
                    <a:pt x="369" y="358"/>
                  </a:lnTo>
                  <a:lnTo>
                    <a:pt x="369" y="360"/>
                  </a:lnTo>
                  <a:lnTo>
                    <a:pt x="371" y="362"/>
                  </a:lnTo>
                  <a:lnTo>
                    <a:pt x="376" y="362"/>
                  </a:lnTo>
                  <a:lnTo>
                    <a:pt x="378" y="365"/>
                  </a:lnTo>
                  <a:lnTo>
                    <a:pt x="378" y="367"/>
                  </a:lnTo>
                  <a:lnTo>
                    <a:pt x="378" y="369"/>
                  </a:lnTo>
                  <a:lnTo>
                    <a:pt x="376" y="372"/>
                  </a:lnTo>
                  <a:lnTo>
                    <a:pt x="374" y="372"/>
                  </a:lnTo>
                  <a:lnTo>
                    <a:pt x="371" y="372"/>
                  </a:lnTo>
                  <a:lnTo>
                    <a:pt x="369" y="374"/>
                  </a:lnTo>
                  <a:lnTo>
                    <a:pt x="369" y="377"/>
                  </a:lnTo>
                  <a:lnTo>
                    <a:pt x="371" y="377"/>
                  </a:lnTo>
                  <a:lnTo>
                    <a:pt x="374" y="379"/>
                  </a:lnTo>
                  <a:lnTo>
                    <a:pt x="376" y="379"/>
                  </a:lnTo>
                  <a:lnTo>
                    <a:pt x="378" y="381"/>
                  </a:lnTo>
                  <a:lnTo>
                    <a:pt x="381" y="384"/>
                  </a:lnTo>
                  <a:lnTo>
                    <a:pt x="381" y="386"/>
                  </a:lnTo>
                  <a:lnTo>
                    <a:pt x="383" y="388"/>
                  </a:lnTo>
                  <a:lnTo>
                    <a:pt x="383" y="393"/>
                  </a:lnTo>
                  <a:lnTo>
                    <a:pt x="381" y="395"/>
                  </a:lnTo>
                  <a:lnTo>
                    <a:pt x="378" y="400"/>
                  </a:lnTo>
                  <a:lnTo>
                    <a:pt x="378" y="403"/>
                  </a:lnTo>
                  <a:lnTo>
                    <a:pt x="378" y="405"/>
                  </a:lnTo>
                  <a:lnTo>
                    <a:pt x="381" y="405"/>
                  </a:lnTo>
                  <a:lnTo>
                    <a:pt x="383" y="407"/>
                  </a:lnTo>
                  <a:lnTo>
                    <a:pt x="386" y="407"/>
                  </a:lnTo>
                  <a:lnTo>
                    <a:pt x="386" y="410"/>
                  </a:lnTo>
                  <a:lnTo>
                    <a:pt x="386" y="417"/>
                  </a:lnTo>
                  <a:lnTo>
                    <a:pt x="388" y="419"/>
                  </a:lnTo>
                  <a:lnTo>
                    <a:pt x="388" y="422"/>
                  </a:lnTo>
                  <a:lnTo>
                    <a:pt x="388" y="424"/>
                  </a:lnTo>
                  <a:lnTo>
                    <a:pt x="386" y="426"/>
                  </a:lnTo>
                  <a:lnTo>
                    <a:pt x="383" y="426"/>
                  </a:lnTo>
                  <a:lnTo>
                    <a:pt x="383" y="426"/>
                  </a:lnTo>
                  <a:lnTo>
                    <a:pt x="381" y="429"/>
                  </a:lnTo>
                  <a:lnTo>
                    <a:pt x="383" y="440"/>
                  </a:lnTo>
                  <a:lnTo>
                    <a:pt x="381" y="443"/>
                  </a:lnTo>
                  <a:lnTo>
                    <a:pt x="362" y="443"/>
                  </a:lnTo>
                  <a:lnTo>
                    <a:pt x="343" y="445"/>
                  </a:lnTo>
                  <a:lnTo>
                    <a:pt x="324" y="445"/>
                  </a:lnTo>
                  <a:lnTo>
                    <a:pt x="305" y="448"/>
                  </a:lnTo>
                  <a:lnTo>
                    <a:pt x="289" y="450"/>
                  </a:lnTo>
                  <a:lnTo>
                    <a:pt x="270" y="450"/>
                  </a:lnTo>
                  <a:lnTo>
                    <a:pt x="251" y="452"/>
                  </a:lnTo>
                  <a:lnTo>
                    <a:pt x="232" y="452"/>
                  </a:lnTo>
                  <a:lnTo>
                    <a:pt x="213" y="455"/>
                  </a:lnTo>
                  <a:lnTo>
                    <a:pt x="194" y="455"/>
                  </a:lnTo>
                  <a:lnTo>
                    <a:pt x="175" y="457"/>
                  </a:lnTo>
                  <a:lnTo>
                    <a:pt x="156" y="457"/>
                  </a:lnTo>
                  <a:lnTo>
                    <a:pt x="137" y="459"/>
                  </a:lnTo>
                  <a:lnTo>
                    <a:pt x="118" y="459"/>
                  </a:lnTo>
                  <a:lnTo>
                    <a:pt x="102" y="462"/>
                  </a:lnTo>
                  <a:lnTo>
                    <a:pt x="83" y="462"/>
                  </a:lnTo>
                  <a:lnTo>
                    <a:pt x="80" y="448"/>
                  </a:lnTo>
                  <a:lnTo>
                    <a:pt x="80" y="433"/>
                  </a:lnTo>
                  <a:lnTo>
                    <a:pt x="78" y="417"/>
                  </a:lnTo>
                  <a:lnTo>
                    <a:pt x="78" y="403"/>
                  </a:lnTo>
                  <a:lnTo>
                    <a:pt x="78" y="395"/>
                  </a:lnTo>
                  <a:lnTo>
                    <a:pt x="78" y="395"/>
                  </a:lnTo>
                  <a:lnTo>
                    <a:pt x="76" y="393"/>
                  </a:lnTo>
                  <a:lnTo>
                    <a:pt x="76" y="393"/>
                  </a:lnTo>
                  <a:lnTo>
                    <a:pt x="71" y="391"/>
                  </a:lnTo>
                  <a:lnTo>
                    <a:pt x="71" y="393"/>
                  </a:lnTo>
                  <a:lnTo>
                    <a:pt x="69" y="393"/>
                  </a:lnTo>
                  <a:lnTo>
                    <a:pt x="66" y="393"/>
                  </a:lnTo>
                  <a:lnTo>
                    <a:pt x="61" y="391"/>
                  </a:lnTo>
                  <a:lnTo>
                    <a:pt x="61" y="391"/>
                  </a:lnTo>
                  <a:lnTo>
                    <a:pt x="59" y="393"/>
                  </a:lnTo>
                  <a:lnTo>
                    <a:pt x="59" y="393"/>
                  </a:lnTo>
                  <a:lnTo>
                    <a:pt x="52" y="391"/>
                  </a:lnTo>
                  <a:lnTo>
                    <a:pt x="52" y="391"/>
                  </a:lnTo>
                  <a:lnTo>
                    <a:pt x="50" y="393"/>
                  </a:lnTo>
                  <a:lnTo>
                    <a:pt x="50" y="395"/>
                  </a:lnTo>
                  <a:lnTo>
                    <a:pt x="50" y="395"/>
                  </a:lnTo>
                  <a:lnTo>
                    <a:pt x="47" y="395"/>
                  </a:lnTo>
                  <a:lnTo>
                    <a:pt x="45" y="395"/>
                  </a:lnTo>
                  <a:lnTo>
                    <a:pt x="43" y="395"/>
                  </a:lnTo>
                  <a:lnTo>
                    <a:pt x="43" y="393"/>
                  </a:lnTo>
                  <a:lnTo>
                    <a:pt x="43" y="393"/>
                  </a:lnTo>
                  <a:lnTo>
                    <a:pt x="43" y="393"/>
                  </a:lnTo>
                  <a:lnTo>
                    <a:pt x="40" y="393"/>
                  </a:lnTo>
                  <a:lnTo>
                    <a:pt x="38" y="391"/>
                  </a:lnTo>
                  <a:lnTo>
                    <a:pt x="35" y="391"/>
                  </a:lnTo>
                  <a:lnTo>
                    <a:pt x="35" y="388"/>
                  </a:lnTo>
                  <a:lnTo>
                    <a:pt x="33" y="386"/>
                  </a:lnTo>
                  <a:lnTo>
                    <a:pt x="31" y="386"/>
                  </a:lnTo>
                  <a:lnTo>
                    <a:pt x="31" y="358"/>
                  </a:lnTo>
                  <a:lnTo>
                    <a:pt x="31" y="332"/>
                  </a:lnTo>
                  <a:lnTo>
                    <a:pt x="28" y="303"/>
                  </a:lnTo>
                  <a:lnTo>
                    <a:pt x="28" y="277"/>
                  </a:lnTo>
                  <a:lnTo>
                    <a:pt x="28" y="249"/>
                  </a:lnTo>
                  <a:lnTo>
                    <a:pt x="26" y="223"/>
                  </a:lnTo>
                  <a:lnTo>
                    <a:pt x="26" y="197"/>
                  </a:lnTo>
                  <a:lnTo>
                    <a:pt x="26" y="168"/>
                  </a:lnTo>
                  <a:lnTo>
                    <a:pt x="21" y="152"/>
                  </a:lnTo>
                  <a:lnTo>
                    <a:pt x="19" y="135"/>
                  </a:lnTo>
                  <a:lnTo>
                    <a:pt x="17" y="116"/>
                  </a:lnTo>
                  <a:lnTo>
                    <a:pt x="14" y="100"/>
                  </a:lnTo>
                  <a:lnTo>
                    <a:pt x="9" y="83"/>
                  </a:lnTo>
                  <a:lnTo>
                    <a:pt x="7" y="66"/>
                  </a:lnTo>
                  <a:lnTo>
                    <a:pt x="5" y="48"/>
                  </a:lnTo>
                  <a:lnTo>
                    <a:pt x="0" y="31"/>
                  </a:lnTo>
                  <a:lnTo>
                    <a:pt x="28" y="29"/>
                  </a:lnTo>
                  <a:lnTo>
                    <a:pt x="57" y="29"/>
                  </a:lnTo>
                  <a:lnTo>
                    <a:pt x="83" y="26"/>
                  </a:lnTo>
                  <a:lnTo>
                    <a:pt x="111" y="26"/>
                  </a:lnTo>
                  <a:lnTo>
                    <a:pt x="140" y="24"/>
                  </a:lnTo>
                  <a:lnTo>
                    <a:pt x="166" y="22"/>
                  </a:lnTo>
                  <a:lnTo>
                    <a:pt x="194" y="19"/>
                  </a:lnTo>
                  <a:lnTo>
                    <a:pt x="222" y="19"/>
                  </a:lnTo>
                  <a:lnTo>
                    <a:pt x="248" y="17"/>
                  </a:lnTo>
                  <a:lnTo>
                    <a:pt x="277" y="14"/>
                  </a:lnTo>
                  <a:lnTo>
                    <a:pt x="303" y="12"/>
                  </a:lnTo>
                  <a:lnTo>
                    <a:pt x="331" y="10"/>
                  </a:lnTo>
                  <a:lnTo>
                    <a:pt x="360" y="7"/>
                  </a:lnTo>
                  <a:lnTo>
                    <a:pt x="386" y="5"/>
                  </a:lnTo>
                  <a:lnTo>
                    <a:pt x="414" y="3"/>
                  </a:lnTo>
                  <a:lnTo>
                    <a:pt x="442" y="0"/>
                  </a:lnTo>
                  <a:lnTo>
                    <a:pt x="449" y="0"/>
                  </a:lnTo>
                  <a:lnTo>
                    <a:pt x="449" y="0"/>
                  </a:lnTo>
                  <a:lnTo>
                    <a:pt x="449" y="0"/>
                  </a:lnTo>
                  <a:lnTo>
                    <a:pt x="449" y="3"/>
                  </a:lnTo>
                  <a:lnTo>
                    <a:pt x="449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2" y="7"/>
                  </a:lnTo>
                  <a:lnTo>
                    <a:pt x="452" y="7"/>
                  </a:lnTo>
                  <a:lnTo>
                    <a:pt x="452" y="10"/>
                  </a:lnTo>
                  <a:lnTo>
                    <a:pt x="454" y="10"/>
                  </a:lnTo>
                  <a:lnTo>
                    <a:pt x="454" y="10"/>
                  </a:lnTo>
                  <a:lnTo>
                    <a:pt x="454" y="10"/>
                  </a:lnTo>
                  <a:lnTo>
                    <a:pt x="454" y="12"/>
                  </a:lnTo>
                  <a:lnTo>
                    <a:pt x="456" y="12"/>
                  </a:lnTo>
                  <a:lnTo>
                    <a:pt x="459" y="12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4"/>
                  </a:lnTo>
                  <a:lnTo>
                    <a:pt x="459" y="17"/>
                  </a:lnTo>
                  <a:lnTo>
                    <a:pt x="459" y="17"/>
                  </a:lnTo>
                  <a:lnTo>
                    <a:pt x="459" y="17"/>
                  </a:lnTo>
                  <a:lnTo>
                    <a:pt x="459" y="19"/>
                  </a:lnTo>
                  <a:lnTo>
                    <a:pt x="459" y="22"/>
                  </a:lnTo>
                  <a:lnTo>
                    <a:pt x="461" y="24"/>
                  </a:lnTo>
                  <a:lnTo>
                    <a:pt x="461" y="26"/>
                  </a:lnTo>
                  <a:lnTo>
                    <a:pt x="461" y="26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456" y="29"/>
                  </a:lnTo>
                  <a:lnTo>
                    <a:pt x="454" y="31"/>
                  </a:lnTo>
                  <a:lnTo>
                    <a:pt x="454" y="31"/>
                  </a:lnTo>
                  <a:lnTo>
                    <a:pt x="454" y="31"/>
                  </a:lnTo>
                  <a:lnTo>
                    <a:pt x="454" y="33"/>
                  </a:lnTo>
                  <a:lnTo>
                    <a:pt x="454" y="33"/>
                  </a:lnTo>
                  <a:lnTo>
                    <a:pt x="454" y="36"/>
                  </a:lnTo>
                  <a:lnTo>
                    <a:pt x="454" y="36"/>
                  </a:lnTo>
                  <a:lnTo>
                    <a:pt x="454" y="36"/>
                  </a:lnTo>
                  <a:lnTo>
                    <a:pt x="449" y="38"/>
                  </a:lnTo>
                  <a:lnTo>
                    <a:pt x="449" y="38"/>
                  </a:lnTo>
                  <a:lnTo>
                    <a:pt x="447" y="40"/>
                  </a:lnTo>
                  <a:lnTo>
                    <a:pt x="447" y="40"/>
                  </a:lnTo>
                  <a:lnTo>
                    <a:pt x="445" y="40"/>
                  </a:lnTo>
                  <a:lnTo>
                    <a:pt x="445" y="40"/>
                  </a:lnTo>
                  <a:lnTo>
                    <a:pt x="445" y="40"/>
                  </a:lnTo>
                  <a:lnTo>
                    <a:pt x="445" y="43"/>
                  </a:lnTo>
                  <a:lnTo>
                    <a:pt x="445" y="43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5"/>
                  </a:lnTo>
                  <a:lnTo>
                    <a:pt x="445" y="48"/>
                  </a:lnTo>
                  <a:lnTo>
                    <a:pt x="442" y="48"/>
                  </a:lnTo>
                  <a:lnTo>
                    <a:pt x="442" y="48"/>
                  </a:lnTo>
                  <a:lnTo>
                    <a:pt x="442" y="48"/>
                  </a:lnTo>
                  <a:lnTo>
                    <a:pt x="440" y="48"/>
                  </a:lnTo>
                  <a:lnTo>
                    <a:pt x="440" y="48"/>
                  </a:lnTo>
                  <a:lnTo>
                    <a:pt x="440" y="50"/>
                  </a:lnTo>
                  <a:lnTo>
                    <a:pt x="440" y="50"/>
                  </a:lnTo>
                  <a:lnTo>
                    <a:pt x="438" y="50"/>
                  </a:lnTo>
                  <a:lnTo>
                    <a:pt x="438" y="52"/>
                  </a:lnTo>
                  <a:lnTo>
                    <a:pt x="435" y="55"/>
                  </a:lnTo>
                  <a:lnTo>
                    <a:pt x="435" y="57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33" y="66"/>
                  </a:lnTo>
                  <a:lnTo>
                    <a:pt x="433" y="66"/>
                  </a:lnTo>
                  <a:lnTo>
                    <a:pt x="440" y="64"/>
                  </a:lnTo>
                  <a:lnTo>
                    <a:pt x="454" y="64"/>
                  </a:lnTo>
                  <a:lnTo>
                    <a:pt x="468" y="62"/>
                  </a:lnTo>
                  <a:lnTo>
                    <a:pt x="483" y="59"/>
                  </a:lnTo>
                  <a:lnTo>
                    <a:pt x="497" y="59"/>
                  </a:lnTo>
                  <a:lnTo>
                    <a:pt x="497" y="59"/>
                  </a:lnTo>
                  <a:lnTo>
                    <a:pt x="497" y="57"/>
                  </a:lnTo>
                  <a:lnTo>
                    <a:pt x="497" y="57"/>
                  </a:lnTo>
                  <a:lnTo>
                    <a:pt x="499" y="57"/>
                  </a:lnTo>
                  <a:lnTo>
                    <a:pt x="499" y="57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6" name="Freeform 54">
              <a:extLst>
                <a:ext uri="{FF2B5EF4-FFF2-40B4-BE49-F238E27FC236}">
                  <a16:creationId xmlns:a16="http://schemas.microsoft.com/office/drawing/2014/main" id="{B73F35F7-CB6F-4817-9D92-44D07389CC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70277" y="3381797"/>
              <a:ext cx="370074" cy="588154"/>
            </a:xfrm>
            <a:custGeom>
              <a:avLst/>
              <a:gdLst>
                <a:gd name="T0" fmla="*/ 52 w 392"/>
                <a:gd name="T1" fmla="*/ 623 h 623"/>
                <a:gd name="T2" fmla="*/ 392 w 392"/>
                <a:gd name="T3" fmla="*/ 483 h 623"/>
                <a:gd name="T4" fmla="*/ 378 w 392"/>
                <a:gd name="T5" fmla="*/ 464 h 623"/>
                <a:gd name="T6" fmla="*/ 378 w 392"/>
                <a:gd name="T7" fmla="*/ 450 h 623"/>
                <a:gd name="T8" fmla="*/ 378 w 392"/>
                <a:gd name="T9" fmla="*/ 421 h 623"/>
                <a:gd name="T10" fmla="*/ 371 w 392"/>
                <a:gd name="T11" fmla="*/ 405 h 623"/>
                <a:gd name="T12" fmla="*/ 364 w 392"/>
                <a:gd name="T13" fmla="*/ 381 h 623"/>
                <a:gd name="T14" fmla="*/ 369 w 392"/>
                <a:gd name="T15" fmla="*/ 360 h 623"/>
                <a:gd name="T16" fmla="*/ 369 w 392"/>
                <a:gd name="T17" fmla="*/ 341 h 623"/>
                <a:gd name="T18" fmla="*/ 376 w 392"/>
                <a:gd name="T19" fmla="*/ 336 h 623"/>
                <a:gd name="T20" fmla="*/ 378 w 392"/>
                <a:gd name="T21" fmla="*/ 329 h 623"/>
                <a:gd name="T22" fmla="*/ 380 w 392"/>
                <a:gd name="T23" fmla="*/ 327 h 623"/>
                <a:gd name="T24" fmla="*/ 371 w 392"/>
                <a:gd name="T25" fmla="*/ 315 h 623"/>
                <a:gd name="T26" fmla="*/ 369 w 392"/>
                <a:gd name="T27" fmla="*/ 303 h 623"/>
                <a:gd name="T28" fmla="*/ 354 w 392"/>
                <a:gd name="T29" fmla="*/ 284 h 623"/>
                <a:gd name="T30" fmla="*/ 350 w 392"/>
                <a:gd name="T31" fmla="*/ 270 h 623"/>
                <a:gd name="T32" fmla="*/ 345 w 392"/>
                <a:gd name="T33" fmla="*/ 263 h 623"/>
                <a:gd name="T34" fmla="*/ 338 w 392"/>
                <a:gd name="T35" fmla="*/ 242 h 623"/>
                <a:gd name="T36" fmla="*/ 324 w 392"/>
                <a:gd name="T37" fmla="*/ 197 h 623"/>
                <a:gd name="T38" fmla="*/ 300 w 392"/>
                <a:gd name="T39" fmla="*/ 123 h 623"/>
                <a:gd name="T40" fmla="*/ 276 w 392"/>
                <a:gd name="T41" fmla="*/ 47 h 623"/>
                <a:gd name="T42" fmla="*/ 262 w 392"/>
                <a:gd name="T43" fmla="*/ 2 h 623"/>
                <a:gd name="T44" fmla="*/ 182 w 392"/>
                <a:gd name="T45" fmla="*/ 10 h 623"/>
                <a:gd name="T46" fmla="*/ 68 w 392"/>
                <a:gd name="T47" fmla="*/ 21 h 623"/>
                <a:gd name="T48" fmla="*/ 2 w 392"/>
                <a:gd name="T49" fmla="*/ 31 h 623"/>
                <a:gd name="T50" fmla="*/ 11 w 392"/>
                <a:gd name="T51" fmla="*/ 52 h 623"/>
                <a:gd name="T52" fmla="*/ 11 w 392"/>
                <a:gd name="T53" fmla="*/ 135 h 623"/>
                <a:gd name="T54" fmla="*/ 11 w 392"/>
                <a:gd name="T55" fmla="*/ 270 h 623"/>
                <a:gd name="T56" fmla="*/ 11 w 392"/>
                <a:gd name="T57" fmla="*/ 374 h 623"/>
                <a:gd name="T58" fmla="*/ 11 w 392"/>
                <a:gd name="T59" fmla="*/ 421 h 623"/>
                <a:gd name="T60" fmla="*/ 26 w 392"/>
                <a:gd name="T61" fmla="*/ 514 h 623"/>
                <a:gd name="T62" fmla="*/ 40 w 392"/>
                <a:gd name="T63" fmla="*/ 606 h 623"/>
                <a:gd name="T64" fmla="*/ 49 w 392"/>
                <a:gd name="T65" fmla="*/ 604 h 623"/>
                <a:gd name="T66" fmla="*/ 61 w 392"/>
                <a:gd name="T67" fmla="*/ 608 h 623"/>
                <a:gd name="T68" fmla="*/ 68 w 392"/>
                <a:gd name="T69" fmla="*/ 611 h 623"/>
                <a:gd name="T70" fmla="*/ 71 w 392"/>
                <a:gd name="T71" fmla="*/ 585 h 623"/>
                <a:gd name="T72" fmla="*/ 73 w 392"/>
                <a:gd name="T73" fmla="*/ 575 h 623"/>
                <a:gd name="T74" fmla="*/ 73 w 392"/>
                <a:gd name="T75" fmla="*/ 563 h 623"/>
                <a:gd name="T76" fmla="*/ 78 w 392"/>
                <a:gd name="T77" fmla="*/ 561 h 623"/>
                <a:gd name="T78" fmla="*/ 85 w 392"/>
                <a:gd name="T79" fmla="*/ 566 h 623"/>
                <a:gd name="T80" fmla="*/ 87 w 392"/>
                <a:gd name="T81" fmla="*/ 589 h 623"/>
                <a:gd name="T82" fmla="*/ 92 w 392"/>
                <a:gd name="T83" fmla="*/ 597 h 623"/>
                <a:gd name="T84" fmla="*/ 99 w 392"/>
                <a:gd name="T85" fmla="*/ 599 h 623"/>
                <a:gd name="T86" fmla="*/ 101 w 392"/>
                <a:gd name="T87" fmla="*/ 601 h 623"/>
                <a:gd name="T88" fmla="*/ 97 w 392"/>
                <a:gd name="T89" fmla="*/ 618 h 623"/>
                <a:gd name="T90" fmla="*/ 82 w 392"/>
                <a:gd name="T91" fmla="*/ 620 h 623"/>
                <a:gd name="T92" fmla="*/ 130 w 392"/>
                <a:gd name="T93" fmla="*/ 606 h 623"/>
                <a:gd name="T94" fmla="*/ 125 w 392"/>
                <a:gd name="T95" fmla="*/ 601 h 623"/>
                <a:gd name="T96" fmla="*/ 130 w 392"/>
                <a:gd name="T97" fmla="*/ 604 h 623"/>
                <a:gd name="T98" fmla="*/ 139 w 392"/>
                <a:gd name="T99" fmla="*/ 597 h 623"/>
                <a:gd name="T100" fmla="*/ 144 w 392"/>
                <a:gd name="T101" fmla="*/ 585 h 623"/>
                <a:gd name="T102" fmla="*/ 139 w 392"/>
                <a:gd name="T103" fmla="*/ 575 h 623"/>
                <a:gd name="T104" fmla="*/ 142 w 392"/>
                <a:gd name="T105" fmla="*/ 559 h 623"/>
                <a:gd name="T106" fmla="*/ 125 w 392"/>
                <a:gd name="T107" fmla="*/ 547 h 623"/>
                <a:gd name="T108" fmla="*/ 116 w 392"/>
                <a:gd name="T109" fmla="*/ 535 h 623"/>
                <a:gd name="T110" fmla="*/ 139 w 392"/>
                <a:gd name="T111" fmla="*/ 518 h 623"/>
                <a:gd name="T112" fmla="*/ 257 w 392"/>
                <a:gd name="T113" fmla="*/ 504 h 623"/>
                <a:gd name="T114" fmla="*/ 376 w 392"/>
                <a:gd name="T115" fmla="*/ 488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2" h="623">
                  <a:moveTo>
                    <a:pt x="73" y="615"/>
                  </a:moveTo>
                  <a:lnTo>
                    <a:pt x="71" y="618"/>
                  </a:lnTo>
                  <a:lnTo>
                    <a:pt x="71" y="618"/>
                  </a:lnTo>
                  <a:lnTo>
                    <a:pt x="71" y="618"/>
                  </a:lnTo>
                  <a:lnTo>
                    <a:pt x="68" y="618"/>
                  </a:lnTo>
                  <a:lnTo>
                    <a:pt x="61" y="620"/>
                  </a:lnTo>
                  <a:lnTo>
                    <a:pt x="52" y="623"/>
                  </a:lnTo>
                  <a:lnTo>
                    <a:pt x="52" y="623"/>
                  </a:lnTo>
                  <a:lnTo>
                    <a:pt x="75" y="620"/>
                  </a:lnTo>
                  <a:lnTo>
                    <a:pt x="75" y="620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3" y="615"/>
                  </a:lnTo>
                  <a:close/>
                  <a:moveTo>
                    <a:pt x="392" y="483"/>
                  </a:moveTo>
                  <a:lnTo>
                    <a:pt x="392" y="481"/>
                  </a:lnTo>
                  <a:lnTo>
                    <a:pt x="390" y="476"/>
                  </a:lnTo>
                  <a:lnTo>
                    <a:pt x="385" y="471"/>
                  </a:lnTo>
                  <a:lnTo>
                    <a:pt x="383" y="466"/>
                  </a:lnTo>
                  <a:lnTo>
                    <a:pt x="380" y="466"/>
                  </a:lnTo>
                  <a:lnTo>
                    <a:pt x="378" y="464"/>
                  </a:lnTo>
                  <a:lnTo>
                    <a:pt x="378" y="464"/>
                  </a:lnTo>
                  <a:lnTo>
                    <a:pt x="378" y="459"/>
                  </a:lnTo>
                  <a:lnTo>
                    <a:pt x="378" y="457"/>
                  </a:lnTo>
                  <a:lnTo>
                    <a:pt x="376" y="455"/>
                  </a:lnTo>
                  <a:lnTo>
                    <a:pt x="376" y="455"/>
                  </a:lnTo>
                  <a:lnTo>
                    <a:pt x="376" y="452"/>
                  </a:lnTo>
                  <a:lnTo>
                    <a:pt x="378" y="450"/>
                  </a:lnTo>
                  <a:lnTo>
                    <a:pt x="378" y="450"/>
                  </a:lnTo>
                  <a:lnTo>
                    <a:pt x="378" y="440"/>
                  </a:lnTo>
                  <a:lnTo>
                    <a:pt x="378" y="436"/>
                  </a:lnTo>
                  <a:lnTo>
                    <a:pt x="378" y="431"/>
                  </a:lnTo>
                  <a:lnTo>
                    <a:pt x="378" y="429"/>
                  </a:lnTo>
                  <a:lnTo>
                    <a:pt x="378" y="426"/>
                  </a:lnTo>
                  <a:lnTo>
                    <a:pt x="378" y="424"/>
                  </a:lnTo>
                  <a:lnTo>
                    <a:pt x="378" y="421"/>
                  </a:lnTo>
                  <a:lnTo>
                    <a:pt x="378" y="419"/>
                  </a:lnTo>
                  <a:lnTo>
                    <a:pt x="378" y="417"/>
                  </a:lnTo>
                  <a:lnTo>
                    <a:pt x="376" y="417"/>
                  </a:lnTo>
                  <a:lnTo>
                    <a:pt x="376" y="412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71" y="405"/>
                  </a:lnTo>
                  <a:lnTo>
                    <a:pt x="369" y="402"/>
                  </a:lnTo>
                  <a:lnTo>
                    <a:pt x="364" y="388"/>
                  </a:lnTo>
                  <a:lnTo>
                    <a:pt x="364" y="386"/>
                  </a:lnTo>
                  <a:lnTo>
                    <a:pt x="364" y="384"/>
                  </a:lnTo>
                  <a:lnTo>
                    <a:pt x="364" y="384"/>
                  </a:lnTo>
                  <a:lnTo>
                    <a:pt x="364" y="381"/>
                  </a:lnTo>
                  <a:lnTo>
                    <a:pt x="364" y="381"/>
                  </a:lnTo>
                  <a:lnTo>
                    <a:pt x="364" y="376"/>
                  </a:lnTo>
                  <a:lnTo>
                    <a:pt x="366" y="372"/>
                  </a:lnTo>
                  <a:lnTo>
                    <a:pt x="369" y="367"/>
                  </a:lnTo>
                  <a:lnTo>
                    <a:pt x="369" y="365"/>
                  </a:lnTo>
                  <a:lnTo>
                    <a:pt x="369" y="362"/>
                  </a:lnTo>
                  <a:lnTo>
                    <a:pt x="369" y="362"/>
                  </a:lnTo>
                  <a:lnTo>
                    <a:pt x="369" y="360"/>
                  </a:lnTo>
                  <a:lnTo>
                    <a:pt x="369" y="358"/>
                  </a:lnTo>
                  <a:lnTo>
                    <a:pt x="369" y="355"/>
                  </a:lnTo>
                  <a:lnTo>
                    <a:pt x="369" y="353"/>
                  </a:lnTo>
                  <a:lnTo>
                    <a:pt x="369" y="350"/>
                  </a:lnTo>
                  <a:lnTo>
                    <a:pt x="369" y="348"/>
                  </a:lnTo>
                  <a:lnTo>
                    <a:pt x="369" y="346"/>
                  </a:lnTo>
                  <a:lnTo>
                    <a:pt x="369" y="341"/>
                  </a:lnTo>
                  <a:lnTo>
                    <a:pt x="371" y="341"/>
                  </a:lnTo>
                  <a:lnTo>
                    <a:pt x="371" y="341"/>
                  </a:lnTo>
                  <a:lnTo>
                    <a:pt x="371" y="339"/>
                  </a:lnTo>
                  <a:lnTo>
                    <a:pt x="373" y="339"/>
                  </a:lnTo>
                  <a:lnTo>
                    <a:pt x="376" y="339"/>
                  </a:lnTo>
                  <a:lnTo>
                    <a:pt x="376" y="336"/>
                  </a:lnTo>
                  <a:lnTo>
                    <a:pt x="376" y="336"/>
                  </a:lnTo>
                  <a:lnTo>
                    <a:pt x="376" y="334"/>
                  </a:lnTo>
                  <a:lnTo>
                    <a:pt x="376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80" y="334"/>
                  </a:lnTo>
                  <a:lnTo>
                    <a:pt x="380" y="331"/>
                  </a:lnTo>
                  <a:lnTo>
                    <a:pt x="378" y="329"/>
                  </a:lnTo>
                  <a:lnTo>
                    <a:pt x="380" y="329"/>
                  </a:lnTo>
                  <a:lnTo>
                    <a:pt x="380" y="329"/>
                  </a:lnTo>
                  <a:lnTo>
                    <a:pt x="380" y="329"/>
                  </a:lnTo>
                  <a:lnTo>
                    <a:pt x="383" y="327"/>
                  </a:lnTo>
                  <a:lnTo>
                    <a:pt x="380" y="327"/>
                  </a:lnTo>
                  <a:lnTo>
                    <a:pt x="380" y="327"/>
                  </a:lnTo>
                  <a:lnTo>
                    <a:pt x="380" y="327"/>
                  </a:lnTo>
                  <a:lnTo>
                    <a:pt x="380" y="324"/>
                  </a:lnTo>
                  <a:lnTo>
                    <a:pt x="378" y="324"/>
                  </a:lnTo>
                  <a:lnTo>
                    <a:pt x="373" y="322"/>
                  </a:lnTo>
                  <a:lnTo>
                    <a:pt x="371" y="320"/>
                  </a:lnTo>
                  <a:lnTo>
                    <a:pt x="371" y="320"/>
                  </a:lnTo>
                  <a:lnTo>
                    <a:pt x="371" y="315"/>
                  </a:lnTo>
                  <a:lnTo>
                    <a:pt x="371" y="315"/>
                  </a:lnTo>
                  <a:lnTo>
                    <a:pt x="371" y="313"/>
                  </a:lnTo>
                  <a:lnTo>
                    <a:pt x="371" y="313"/>
                  </a:lnTo>
                  <a:lnTo>
                    <a:pt x="371" y="310"/>
                  </a:lnTo>
                  <a:lnTo>
                    <a:pt x="371" y="308"/>
                  </a:lnTo>
                  <a:lnTo>
                    <a:pt x="371" y="308"/>
                  </a:lnTo>
                  <a:lnTo>
                    <a:pt x="369" y="305"/>
                  </a:lnTo>
                  <a:lnTo>
                    <a:pt x="369" y="303"/>
                  </a:lnTo>
                  <a:lnTo>
                    <a:pt x="366" y="298"/>
                  </a:lnTo>
                  <a:lnTo>
                    <a:pt x="366" y="298"/>
                  </a:lnTo>
                  <a:lnTo>
                    <a:pt x="364" y="296"/>
                  </a:lnTo>
                  <a:lnTo>
                    <a:pt x="357" y="287"/>
                  </a:lnTo>
                  <a:lnTo>
                    <a:pt x="357" y="287"/>
                  </a:lnTo>
                  <a:lnTo>
                    <a:pt x="357" y="284"/>
                  </a:lnTo>
                  <a:lnTo>
                    <a:pt x="354" y="284"/>
                  </a:lnTo>
                  <a:lnTo>
                    <a:pt x="354" y="284"/>
                  </a:lnTo>
                  <a:lnTo>
                    <a:pt x="354" y="282"/>
                  </a:lnTo>
                  <a:lnTo>
                    <a:pt x="354" y="279"/>
                  </a:lnTo>
                  <a:lnTo>
                    <a:pt x="352" y="277"/>
                  </a:lnTo>
                  <a:lnTo>
                    <a:pt x="350" y="272"/>
                  </a:lnTo>
                  <a:lnTo>
                    <a:pt x="350" y="272"/>
                  </a:lnTo>
                  <a:lnTo>
                    <a:pt x="350" y="270"/>
                  </a:lnTo>
                  <a:lnTo>
                    <a:pt x="347" y="270"/>
                  </a:lnTo>
                  <a:lnTo>
                    <a:pt x="350" y="268"/>
                  </a:lnTo>
                  <a:lnTo>
                    <a:pt x="347" y="268"/>
                  </a:lnTo>
                  <a:lnTo>
                    <a:pt x="345" y="265"/>
                  </a:lnTo>
                  <a:lnTo>
                    <a:pt x="345" y="265"/>
                  </a:lnTo>
                  <a:lnTo>
                    <a:pt x="345" y="263"/>
                  </a:lnTo>
                  <a:lnTo>
                    <a:pt x="345" y="263"/>
                  </a:lnTo>
                  <a:lnTo>
                    <a:pt x="343" y="263"/>
                  </a:lnTo>
                  <a:lnTo>
                    <a:pt x="343" y="258"/>
                  </a:lnTo>
                  <a:lnTo>
                    <a:pt x="338" y="249"/>
                  </a:lnTo>
                  <a:lnTo>
                    <a:pt x="338" y="249"/>
                  </a:lnTo>
                  <a:lnTo>
                    <a:pt x="338" y="244"/>
                  </a:lnTo>
                  <a:lnTo>
                    <a:pt x="338" y="244"/>
                  </a:lnTo>
                  <a:lnTo>
                    <a:pt x="338" y="242"/>
                  </a:lnTo>
                  <a:lnTo>
                    <a:pt x="336" y="237"/>
                  </a:lnTo>
                  <a:lnTo>
                    <a:pt x="333" y="234"/>
                  </a:lnTo>
                  <a:lnTo>
                    <a:pt x="333" y="227"/>
                  </a:lnTo>
                  <a:lnTo>
                    <a:pt x="331" y="220"/>
                  </a:lnTo>
                  <a:lnTo>
                    <a:pt x="328" y="213"/>
                  </a:lnTo>
                  <a:lnTo>
                    <a:pt x="326" y="206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17" y="178"/>
                  </a:lnTo>
                  <a:lnTo>
                    <a:pt x="314" y="166"/>
                  </a:lnTo>
                  <a:lnTo>
                    <a:pt x="309" y="156"/>
                  </a:lnTo>
                  <a:lnTo>
                    <a:pt x="307" y="144"/>
                  </a:lnTo>
                  <a:lnTo>
                    <a:pt x="302" y="133"/>
                  </a:lnTo>
                  <a:lnTo>
                    <a:pt x="300" y="123"/>
                  </a:lnTo>
                  <a:lnTo>
                    <a:pt x="295" y="111"/>
                  </a:lnTo>
                  <a:lnTo>
                    <a:pt x="293" y="100"/>
                  </a:lnTo>
                  <a:lnTo>
                    <a:pt x="288" y="88"/>
                  </a:lnTo>
                  <a:lnTo>
                    <a:pt x="286" y="78"/>
                  </a:lnTo>
                  <a:lnTo>
                    <a:pt x="283" y="66"/>
                  </a:lnTo>
                  <a:lnTo>
                    <a:pt x="279" y="57"/>
                  </a:lnTo>
                  <a:lnTo>
                    <a:pt x="276" y="47"/>
                  </a:lnTo>
                  <a:lnTo>
                    <a:pt x="274" y="38"/>
                  </a:lnTo>
                  <a:lnTo>
                    <a:pt x="272" y="31"/>
                  </a:lnTo>
                  <a:lnTo>
                    <a:pt x="269" y="24"/>
                  </a:lnTo>
                  <a:lnTo>
                    <a:pt x="267" y="17"/>
                  </a:lnTo>
                  <a:lnTo>
                    <a:pt x="265" y="12"/>
                  </a:lnTo>
                  <a:lnTo>
                    <a:pt x="265" y="7"/>
                  </a:lnTo>
                  <a:lnTo>
                    <a:pt x="262" y="2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46" y="2"/>
                  </a:lnTo>
                  <a:lnTo>
                    <a:pt x="229" y="5"/>
                  </a:lnTo>
                  <a:lnTo>
                    <a:pt x="215" y="5"/>
                  </a:lnTo>
                  <a:lnTo>
                    <a:pt x="198" y="7"/>
                  </a:lnTo>
                  <a:lnTo>
                    <a:pt x="182" y="10"/>
                  </a:lnTo>
                  <a:lnTo>
                    <a:pt x="165" y="12"/>
                  </a:lnTo>
                  <a:lnTo>
                    <a:pt x="149" y="14"/>
                  </a:lnTo>
                  <a:lnTo>
                    <a:pt x="134" y="14"/>
                  </a:lnTo>
                  <a:lnTo>
                    <a:pt x="118" y="17"/>
                  </a:lnTo>
                  <a:lnTo>
                    <a:pt x="101" y="19"/>
                  </a:lnTo>
                  <a:lnTo>
                    <a:pt x="85" y="19"/>
                  </a:lnTo>
                  <a:lnTo>
                    <a:pt x="68" y="21"/>
                  </a:lnTo>
                  <a:lnTo>
                    <a:pt x="54" y="24"/>
                  </a:lnTo>
                  <a:lnTo>
                    <a:pt x="37" y="24"/>
                  </a:lnTo>
                  <a:lnTo>
                    <a:pt x="21" y="26"/>
                  </a:lnTo>
                  <a:lnTo>
                    <a:pt x="4" y="29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4" y="36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50"/>
                  </a:lnTo>
                  <a:lnTo>
                    <a:pt x="11" y="52"/>
                  </a:lnTo>
                  <a:lnTo>
                    <a:pt x="11" y="64"/>
                  </a:lnTo>
                  <a:lnTo>
                    <a:pt x="11" y="73"/>
                  </a:lnTo>
                  <a:lnTo>
                    <a:pt x="11" y="83"/>
                  </a:lnTo>
                  <a:lnTo>
                    <a:pt x="11" y="95"/>
                  </a:lnTo>
                  <a:lnTo>
                    <a:pt x="11" y="107"/>
                  </a:lnTo>
                  <a:lnTo>
                    <a:pt x="11" y="121"/>
                  </a:lnTo>
                  <a:lnTo>
                    <a:pt x="11" y="135"/>
                  </a:lnTo>
                  <a:lnTo>
                    <a:pt x="11" y="149"/>
                  </a:lnTo>
                  <a:lnTo>
                    <a:pt x="11" y="166"/>
                  </a:lnTo>
                  <a:lnTo>
                    <a:pt x="11" y="182"/>
                  </a:lnTo>
                  <a:lnTo>
                    <a:pt x="11" y="199"/>
                  </a:lnTo>
                  <a:lnTo>
                    <a:pt x="11" y="218"/>
                  </a:lnTo>
                  <a:lnTo>
                    <a:pt x="11" y="251"/>
                  </a:lnTo>
                  <a:lnTo>
                    <a:pt x="11" y="270"/>
                  </a:lnTo>
                  <a:lnTo>
                    <a:pt x="11" y="287"/>
                  </a:lnTo>
                  <a:lnTo>
                    <a:pt x="11" y="303"/>
                  </a:lnTo>
                  <a:lnTo>
                    <a:pt x="11" y="320"/>
                  </a:lnTo>
                  <a:lnTo>
                    <a:pt x="11" y="334"/>
                  </a:lnTo>
                  <a:lnTo>
                    <a:pt x="11" y="348"/>
                  </a:lnTo>
                  <a:lnTo>
                    <a:pt x="11" y="362"/>
                  </a:lnTo>
                  <a:lnTo>
                    <a:pt x="11" y="374"/>
                  </a:lnTo>
                  <a:lnTo>
                    <a:pt x="11" y="386"/>
                  </a:lnTo>
                  <a:lnTo>
                    <a:pt x="11" y="395"/>
                  </a:lnTo>
                  <a:lnTo>
                    <a:pt x="11" y="405"/>
                  </a:lnTo>
                  <a:lnTo>
                    <a:pt x="11" y="412"/>
                  </a:lnTo>
                  <a:lnTo>
                    <a:pt x="11" y="417"/>
                  </a:lnTo>
                  <a:lnTo>
                    <a:pt x="11" y="419"/>
                  </a:lnTo>
                  <a:lnTo>
                    <a:pt x="11" y="421"/>
                  </a:lnTo>
                  <a:lnTo>
                    <a:pt x="14" y="431"/>
                  </a:lnTo>
                  <a:lnTo>
                    <a:pt x="14" y="443"/>
                  </a:lnTo>
                  <a:lnTo>
                    <a:pt x="16" y="455"/>
                  </a:lnTo>
                  <a:lnTo>
                    <a:pt x="19" y="466"/>
                  </a:lnTo>
                  <a:lnTo>
                    <a:pt x="21" y="478"/>
                  </a:lnTo>
                  <a:lnTo>
                    <a:pt x="21" y="490"/>
                  </a:lnTo>
                  <a:lnTo>
                    <a:pt x="26" y="514"/>
                  </a:lnTo>
                  <a:lnTo>
                    <a:pt x="26" y="526"/>
                  </a:lnTo>
                  <a:lnTo>
                    <a:pt x="28" y="535"/>
                  </a:lnTo>
                  <a:lnTo>
                    <a:pt x="30" y="547"/>
                  </a:lnTo>
                  <a:lnTo>
                    <a:pt x="33" y="559"/>
                  </a:lnTo>
                  <a:lnTo>
                    <a:pt x="35" y="571"/>
                  </a:lnTo>
                  <a:lnTo>
                    <a:pt x="35" y="582"/>
                  </a:lnTo>
                  <a:lnTo>
                    <a:pt x="40" y="606"/>
                  </a:lnTo>
                  <a:lnTo>
                    <a:pt x="42" y="604"/>
                  </a:lnTo>
                  <a:lnTo>
                    <a:pt x="45" y="604"/>
                  </a:lnTo>
                  <a:lnTo>
                    <a:pt x="47" y="604"/>
                  </a:lnTo>
                  <a:lnTo>
                    <a:pt x="49" y="606"/>
                  </a:lnTo>
                  <a:lnTo>
                    <a:pt x="49" y="606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49" y="604"/>
                  </a:lnTo>
                  <a:lnTo>
                    <a:pt x="52" y="604"/>
                  </a:lnTo>
                  <a:lnTo>
                    <a:pt x="59" y="604"/>
                  </a:lnTo>
                  <a:lnTo>
                    <a:pt x="63" y="606"/>
                  </a:lnTo>
                  <a:lnTo>
                    <a:pt x="61" y="608"/>
                  </a:lnTo>
                  <a:lnTo>
                    <a:pt x="61" y="608"/>
                  </a:lnTo>
                  <a:lnTo>
                    <a:pt x="63" y="611"/>
                  </a:lnTo>
                  <a:lnTo>
                    <a:pt x="66" y="611"/>
                  </a:lnTo>
                  <a:lnTo>
                    <a:pt x="66" y="611"/>
                  </a:lnTo>
                  <a:lnTo>
                    <a:pt x="68" y="608"/>
                  </a:lnTo>
                  <a:lnTo>
                    <a:pt x="68" y="611"/>
                  </a:lnTo>
                  <a:lnTo>
                    <a:pt x="68" y="611"/>
                  </a:lnTo>
                  <a:lnTo>
                    <a:pt x="68" y="611"/>
                  </a:lnTo>
                  <a:lnTo>
                    <a:pt x="71" y="611"/>
                  </a:lnTo>
                  <a:lnTo>
                    <a:pt x="71" y="608"/>
                  </a:lnTo>
                  <a:lnTo>
                    <a:pt x="71" y="599"/>
                  </a:lnTo>
                  <a:lnTo>
                    <a:pt x="71" y="594"/>
                  </a:lnTo>
                  <a:lnTo>
                    <a:pt x="71" y="592"/>
                  </a:lnTo>
                  <a:lnTo>
                    <a:pt x="71" y="587"/>
                  </a:lnTo>
                  <a:lnTo>
                    <a:pt x="71" y="585"/>
                  </a:lnTo>
                  <a:lnTo>
                    <a:pt x="71" y="585"/>
                  </a:lnTo>
                  <a:lnTo>
                    <a:pt x="71" y="582"/>
                  </a:lnTo>
                  <a:lnTo>
                    <a:pt x="71" y="582"/>
                  </a:lnTo>
                  <a:lnTo>
                    <a:pt x="71" y="580"/>
                  </a:lnTo>
                  <a:lnTo>
                    <a:pt x="71" y="578"/>
                  </a:lnTo>
                  <a:lnTo>
                    <a:pt x="71" y="578"/>
                  </a:lnTo>
                  <a:lnTo>
                    <a:pt x="73" y="575"/>
                  </a:lnTo>
                  <a:lnTo>
                    <a:pt x="73" y="575"/>
                  </a:lnTo>
                  <a:lnTo>
                    <a:pt x="73" y="573"/>
                  </a:lnTo>
                  <a:lnTo>
                    <a:pt x="73" y="571"/>
                  </a:lnTo>
                  <a:lnTo>
                    <a:pt x="73" y="568"/>
                  </a:lnTo>
                  <a:lnTo>
                    <a:pt x="73" y="568"/>
                  </a:lnTo>
                  <a:lnTo>
                    <a:pt x="75" y="566"/>
                  </a:lnTo>
                  <a:lnTo>
                    <a:pt x="73" y="563"/>
                  </a:lnTo>
                  <a:lnTo>
                    <a:pt x="75" y="563"/>
                  </a:lnTo>
                  <a:lnTo>
                    <a:pt x="75" y="561"/>
                  </a:lnTo>
                  <a:lnTo>
                    <a:pt x="75" y="559"/>
                  </a:lnTo>
                  <a:lnTo>
                    <a:pt x="75" y="559"/>
                  </a:lnTo>
                  <a:lnTo>
                    <a:pt x="75" y="559"/>
                  </a:lnTo>
                  <a:lnTo>
                    <a:pt x="78" y="559"/>
                  </a:lnTo>
                  <a:lnTo>
                    <a:pt x="78" y="561"/>
                  </a:lnTo>
                  <a:lnTo>
                    <a:pt x="78" y="563"/>
                  </a:lnTo>
                  <a:lnTo>
                    <a:pt x="78" y="563"/>
                  </a:lnTo>
                  <a:lnTo>
                    <a:pt x="78" y="563"/>
                  </a:lnTo>
                  <a:lnTo>
                    <a:pt x="80" y="563"/>
                  </a:lnTo>
                  <a:lnTo>
                    <a:pt x="80" y="563"/>
                  </a:lnTo>
                  <a:lnTo>
                    <a:pt x="82" y="566"/>
                  </a:lnTo>
                  <a:lnTo>
                    <a:pt x="85" y="566"/>
                  </a:lnTo>
                  <a:lnTo>
                    <a:pt x="90" y="575"/>
                  </a:lnTo>
                  <a:lnTo>
                    <a:pt x="90" y="578"/>
                  </a:lnTo>
                  <a:lnTo>
                    <a:pt x="90" y="580"/>
                  </a:lnTo>
                  <a:lnTo>
                    <a:pt x="90" y="582"/>
                  </a:lnTo>
                  <a:lnTo>
                    <a:pt x="87" y="585"/>
                  </a:lnTo>
                  <a:lnTo>
                    <a:pt x="87" y="587"/>
                  </a:lnTo>
                  <a:lnTo>
                    <a:pt x="87" y="589"/>
                  </a:lnTo>
                  <a:lnTo>
                    <a:pt x="87" y="589"/>
                  </a:lnTo>
                  <a:lnTo>
                    <a:pt x="90" y="589"/>
                  </a:lnTo>
                  <a:lnTo>
                    <a:pt x="90" y="592"/>
                  </a:lnTo>
                  <a:lnTo>
                    <a:pt x="90" y="592"/>
                  </a:lnTo>
                  <a:lnTo>
                    <a:pt x="90" y="594"/>
                  </a:lnTo>
                  <a:lnTo>
                    <a:pt x="92" y="597"/>
                  </a:lnTo>
                  <a:lnTo>
                    <a:pt x="92" y="597"/>
                  </a:lnTo>
                  <a:lnTo>
                    <a:pt x="92" y="599"/>
                  </a:lnTo>
                  <a:lnTo>
                    <a:pt x="94" y="599"/>
                  </a:lnTo>
                  <a:lnTo>
                    <a:pt x="94" y="599"/>
                  </a:lnTo>
                  <a:lnTo>
                    <a:pt x="97" y="599"/>
                  </a:lnTo>
                  <a:lnTo>
                    <a:pt x="97" y="599"/>
                  </a:lnTo>
                  <a:lnTo>
                    <a:pt x="99" y="599"/>
                  </a:lnTo>
                  <a:lnTo>
                    <a:pt x="99" y="599"/>
                  </a:lnTo>
                  <a:lnTo>
                    <a:pt x="99" y="599"/>
                  </a:lnTo>
                  <a:lnTo>
                    <a:pt x="99" y="597"/>
                  </a:lnTo>
                  <a:lnTo>
                    <a:pt x="99" y="597"/>
                  </a:lnTo>
                  <a:lnTo>
                    <a:pt x="101" y="597"/>
                  </a:lnTo>
                  <a:lnTo>
                    <a:pt x="101" y="597"/>
                  </a:lnTo>
                  <a:lnTo>
                    <a:pt x="101" y="597"/>
                  </a:lnTo>
                  <a:lnTo>
                    <a:pt x="101" y="601"/>
                  </a:lnTo>
                  <a:lnTo>
                    <a:pt x="101" y="601"/>
                  </a:lnTo>
                  <a:lnTo>
                    <a:pt x="101" y="604"/>
                  </a:lnTo>
                  <a:lnTo>
                    <a:pt x="108" y="608"/>
                  </a:lnTo>
                  <a:lnTo>
                    <a:pt x="108" y="611"/>
                  </a:lnTo>
                  <a:lnTo>
                    <a:pt x="106" y="613"/>
                  </a:lnTo>
                  <a:lnTo>
                    <a:pt x="101" y="615"/>
                  </a:lnTo>
                  <a:lnTo>
                    <a:pt x="97" y="618"/>
                  </a:lnTo>
                  <a:lnTo>
                    <a:pt x="94" y="618"/>
                  </a:lnTo>
                  <a:lnTo>
                    <a:pt x="92" y="615"/>
                  </a:lnTo>
                  <a:lnTo>
                    <a:pt x="90" y="615"/>
                  </a:lnTo>
                  <a:lnTo>
                    <a:pt x="90" y="618"/>
                  </a:lnTo>
                  <a:lnTo>
                    <a:pt x="90" y="618"/>
                  </a:lnTo>
                  <a:lnTo>
                    <a:pt x="85" y="618"/>
                  </a:lnTo>
                  <a:lnTo>
                    <a:pt x="82" y="620"/>
                  </a:lnTo>
                  <a:lnTo>
                    <a:pt x="82" y="623"/>
                  </a:lnTo>
                  <a:lnTo>
                    <a:pt x="85" y="620"/>
                  </a:lnTo>
                  <a:lnTo>
                    <a:pt x="94" y="618"/>
                  </a:lnTo>
                  <a:lnTo>
                    <a:pt x="108" y="618"/>
                  </a:lnTo>
                  <a:lnTo>
                    <a:pt x="120" y="613"/>
                  </a:lnTo>
                  <a:lnTo>
                    <a:pt x="127" y="611"/>
                  </a:lnTo>
                  <a:lnTo>
                    <a:pt x="130" y="606"/>
                  </a:lnTo>
                  <a:lnTo>
                    <a:pt x="130" y="606"/>
                  </a:lnTo>
                  <a:lnTo>
                    <a:pt x="127" y="606"/>
                  </a:lnTo>
                  <a:lnTo>
                    <a:pt x="127" y="606"/>
                  </a:lnTo>
                  <a:lnTo>
                    <a:pt x="125" y="606"/>
                  </a:lnTo>
                  <a:lnTo>
                    <a:pt x="125" y="604"/>
                  </a:lnTo>
                  <a:lnTo>
                    <a:pt x="125" y="604"/>
                  </a:lnTo>
                  <a:lnTo>
                    <a:pt x="125" y="601"/>
                  </a:lnTo>
                  <a:lnTo>
                    <a:pt x="125" y="599"/>
                  </a:lnTo>
                  <a:lnTo>
                    <a:pt x="125" y="599"/>
                  </a:lnTo>
                  <a:lnTo>
                    <a:pt x="125" y="601"/>
                  </a:lnTo>
                  <a:lnTo>
                    <a:pt x="127" y="601"/>
                  </a:lnTo>
                  <a:lnTo>
                    <a:pt x="127" y="604"/>
                  </a:lnTo>
                  <a:lnTo>
                    <a:pt x="127" y="604"/>
                  </a:lnTo>
                  <a:lnTo>
                    <a:pt x="130" y="604"/>
                  </a:lnTo>
                  <a:lnTo>
                    <a:pt x="130" y="604"/>
                  </a:lnTo>
                  <a:lnTo>
                    <a:pt x="132" y="604"/>
                  </a:lnTo>
                  <a:lnTo>
                    <a:pt x="134" y="601"/>
                  </a:lnTo>
                  <a:lnTo>
                    <a:pt x="134" y="599"/>
                  </a:lnTo>
                  <a:lnTo>
                    <a:pt x="137" y="599"/>
                  </a:lnTo>
                  <a:lnTo>
                    <a:pt x="139" y="599"/>
                  </a:lnTo>
                  <a:lnTo>
                    <a:pt x="139" y="597"/>
                  </a:lnTo>
                  <a:lnTo>
                    <a:pt x="142" y="594"/>
                  </a:lnTo>
                  <a:lnTo>
                    <a:pt x="142" y="592"/>
                  </a:lnTo>
                  <a:lnTo>
                    <a:pt x="146" y="587"/>
                  </a:lnTo>
                  <a:lnTo>
                    <a:pt x="146" y="587"/>
                  </a:lnTo>
                  <a:lnTo>
                    <a:pt x="146" y="587"/>
                  </a:lnTo>
                  <a:lnTo>
                    <a:pt x="146" y="585"/>
                  </a:lnTo>
                  <a:lnTo>
                    <a:pt x="144" y="585"/>
                  </a:lnTo>
                  <a:lnTo>
                    <a:pt x="144" y="585"/>
                  </a:lnTo>
                  <a:lnTo>
                    <a:pt x="142" y="582"/>
                  </a:lnTo>
                  <a:lnTo>
                    <a:pt x="142" y="582"/>
                  </a:lnTo>
                  <a:lnTo>
                    <a:pt x="144" y="582"/>
                  </a:lnTo>
                  <a:lnTo>
                    <a:pt x="144" y="582"/>
                  </a:lnTo>
                  <a:lnTo>
                    <a:pt x="142" y="578"/>
                  </a:lnTo>
                  <a:lnTo>
                    <a:pt x="139" y="575"/>
                  </a:lnTo>
                  <a:lnTo>
                    <a:pt x="139" y="575"/>
                  </a:lnTo>
                  <a:lnTo>
                    <a:pt x="139" y="573"/>
                  </a:lnTo>
                  <a:lnTo>
                    <a:pt x="142" y="571"/>
                  </a:lnTo>
                  <a:lnTo>
                    <a:pt x="142" y="566"/>
                  </a:lnTo>
                  <a:lnTo>
                    <a:pt x="142" y="561"/>
                  </a:lnTo>
                  <a:lnTo>
                    <a:pt x="142" y="561"/>
                  </a:lnTo>
                  <a:lnTo>
                    <a:pt x="142" y="559"/>
                  </a:lnTo>
                  <a:lnTo>
                    <a:pt x="142" y="559"/>
                  </a:lnTo>
                  <a:lnTo>
                    <a:pt x="142" y="559"/>
                  </a:lnTo>
                  <a:lnTo>
                    <a:pt x="132" y="554"/>
                  </a:lnTo>
                  <a:lnTo>
                    <a:pt x="130" y="552"/>
                  </a:lnTo>
                  <a:lnTo>
                    <a:pt x="127" y="552"/>
                  </a:lnTo>
                  <a:lnTo>
                    <a:pt x="125" y="547"/>
                  </a:lnTo>
                  <a:lnTo>
                    <a:pt x="125" y="547"/>
                  </a:lnTo>
                  <a:lnTo>
                    <a:pt x="118" y="542"/>
                  </a:lnTo>
                  <a:lnTo>
                    <a:pt x="118" y="540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6" y="535"/>
                  </a:lnTo>
                  <a:lnTo>
                    <a:pt x="116" y="535"/>
                  </a:lnTo>
                  <a:lnTo>
                    <a:pt x="116" y="533"/>
                  </a:lnTo>
                  <a:lnTo>
                    <a:pt x="118" y="528"/>
                  </a:lnTo>
                  <a:lnTo>
                    <a:pt x="118" y="528"/>
                  </a:lnTo>
                  <a:lnTo>
                    <a:pt x="118" y="523"/>
                  </a:lnTo>
                  <a:lnTo>
                    <a:pt x="118" y="521"/>
                  </a:lnTo>
                  <a:lnTo>
                    <a:pt x="123" y="521"/>
                  </a:lnTo>
                  <a:lnTo>
                    <a:pt x="139" y="518"/>
                  </a:lnTo>
                  <a:lnTo>
                    <a:pt x="156" y="516"/>
                  </a:lnTo>
                  <a:lnTo>
                    <a:pt x="172" y="514"/>
                  </a:lnTo>
                  <a:lnTo>
                    <a:pt x="189" y="511"/>
                  </a:lnTo>
                  <a:lnTo>
                    <a:pt x="205" y="509"/>
                  </a:lnTo>
                  <a:lnTo>
                    <a:pt x="224" y="509"/>
                  </a:lnTo>
                  <a:lnTo>
                    <a:pt x="241" y="507"/>
                  </a:lnTo>
                  <a:lnTo>
                    <a:pt x="257" y="504"/>
                  </a:lnTo>
                  <a:lnTo>
                    <a:pt x="274" y="502"/>
                  </a:lnTo>
                  <a:lnTo>
                    <a:pt x="291" y="500"/>
                  </a:lnTo>
                  <a:lnTo>
                    <a:pt x="307" y="497"/>
                  </a:lnTo>
                  <a:lnTo>
                    <a:pt x="324" y="495"/>
                  </a:lnTo>
                  <a:lnTo>
                    <a:pt x="340" y="492"/>
                  </a:lnTo>
                  <a:lnTo>
                    <a:pt x="359" y="490"/>
                  </a:lnTo>
                  <a:lnTo>
                    <a:pt x="376" y="488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2" y="485"/>
                  </a:lnTo>
                  <a:lnTo>
                    <a:pt x="392" y="483"/>
                  </a:lnTo>
                  <a:lnTo>
                    <a:pt x="392" y="483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7" name="Freeform 55">
              <a:extLst>
                <a:ext uri="{FF2B5EF4-FFF2-40B4-BE49-F238E27FC236}">
                  <a16:creationId xmlns:a16="http://schemas.microsoft.com/office/drawing/2014/main" id="{62372C3B-9AD1-4895-983F-A2048F9346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782" y="3971838"/>
              <a:ext cx="1862643" cy="1000710"/>
            </a:xfrm>
            <a:custGeom>
              <a:avLst/>
              <a:gdLst>
                <a:gd name="T0" fmla="*/ 776 w 1973"/>
                <a:gd name="T1" fmla="*/ 1006 h 1060"/>
                <a:gd name="T2" fmla="*/ 750 w 1973"/>
                <a:gd name="T3" fmla="*/ 426 h 1060"/>
                <a:gd name="T4" fmla="*/ 710 w 1973"/>
                <a:gd name="T5" fmla="*/ 1015 h 1060"/>
                <a:gd name="T6" fmla="*/ 911 w 1973"/>
                <a:gd name="T7" fmla="*/ 968 h 1060"/>
                <a:gd name="T8" fmla="*/ 987 w 1973"/>
                <a:gd name="T9" fmla="*/ 982 h 1060"/>
                <a:gd name="T10" fmla="*/ 842 w 1973"/>
                <a:gd name="T11" fmla="*/ 961 h 1060"/>
                <a:gd name="T12" fmla="*/ 265 w 1973"/>
                <a:gd name="T13" fmla="*/ 1020 h 1060"/>
                <a:gd name="T14" fmla="*/ 341 w 1973"/>
                <a:gd name="T15" fmla="*/ 1034 h 1060"/>
                <a:gd name="T16" fmla="*/ 7 w 1973"/>
                <a:gd name="T17" fmla="*/ 821 h 1060"/>
                <a:gd name="T18" fmla="*/ 604 w 1973"/>
                <a:gd name="T19" fmla="*/ 1048 h 1060"/>
                <a:gd name="T20" fmla="*/ 649 w 1973"/>
                <a:gd name="T21" fmla="*/ 1051 h 1060"/>
                <a:gd name="T22" fmla="*/ 447 w 1973"/>
                <a:gd name="T23" fmla="*/ 1056 h 1060"/>
                <a:gd name="T24" fmla="*/ 1876 w 1973"/>
                <a:gd name="T25" fmla="*/ 788 h 1060"/>
                <a:gd name="T26" fmla="*/ 1410 w 1973"/>
                <a:gd name="T27" fmla="*/ 66 h 1060"/>
                <a:gd name="T28" fmla="*/ 1202 w 1973"/>
                <a:gd name="T29" fmla="*/ 43 h 1060"/>
                <a:gd name="T30" fmla="*/ 1065 w 1973"/>
                <a:gd name="T31" fmla="*/ 35 h 1060"/>
                <a:gd name="T32" fmla="*/ 977 w 1973"/>
                <a:gd name="T33" fmla="*/ 97 h 1060"/>
                <a:gd name="T34" fmla="*/ 996 w 1973"/>
                <a:gd name="T35" fmla="*/ 282 h 1060"/>
                <a:gd name="T36" fmla="*/ 904 w 1973"/>
                <a:gd name="T37" fmla="*/ 275 h 1060"/>
                <a:gd name="T38" fmla="*/ 939 w 1973"/>
                <a:gd name="T39" fmla="*/ 398 h 1060"/>
                <a:gd name="T40" fmla="*/ 890 w 1973"/>
                <a:gd name="T41" fmla="*/ 480 h 1060"/>
                <a:gd name="T42" fmla="*/ 864 w 1973"/>
                <a:gd name="T43" fmla="*/ 563 h 1060"/>
                <a:gd name="T44" fmla="*/ 847 w 1973"/>
                <a:gd name="T45" fmla="*/ 625 h 1060"/>
                <a:gd name="T46" fmla="*/ 928 w 1973"/>
                <a:gd name="T47" fmla="*/ 727 h 1060"/>
                <a:gd name="T48" fmla="*/ 1017 w 1973"/>
                <a:gd name="T49" fmla="*/ 755 h 1060"/>
                <a:gd name="T50" fmla="*/ 1036 w 1973"/>
                <a:gd name="T51" fmla="*/ 838 h 1060"/>
                <a:gd name="T52" fmla="*/ 854 w 1973"/>
                <a:gd name="T53" fmla="*/ 970 h 1060"/>
                <a:gd name="T54" fmla="*/ 963 w 1973"/>
                <a:gd name="T55" fmla="*/ 932 h 1060"/>
                <a:gd name="T56" fmla="*/ 1022 w 1973"/>
                <a:gd name="T57" fmla="*/ 906 h 1060"/>
                <a:gd name="T58" fmla="*/ 1112 w 1973"/>
                <a:gd name="T59" fmla="*/ 831 h 1060"/>
                <a:gd name="T60" fmla="*/ 1169 w 1973"/>
                <a:gd name="T61" fmla="*/ 724 h 1060"/>
                <a:gd name="T62" fmla="*/ 1290 w 1973"/>
                <a:gd name="T63" fmla="*/ 594 h 1060"/>
                <a:gd name="T64" fmla="*/ 1278 w 1973"/>
                <a:gd name="T65" fmla="*/ 710 h 1060"/>
                <a:gd name="T66" fmla="*/ 1339 w 1973"/>
                <a:gd name="T67" fmla="*/ 660 h 1060"/>
                <a:gd name="T68" fmla="*/ 1344 w 1973"/>
                <a:gd name="T69" fmla="*/ 618 h 1060"/>
                <a:gd name="T70" fmla="*/ 1401 w 1973"/>
                <a:gd name="T71" fmla="*/ 625 h 1060"/>
                <a:gd name="T72" fmla="*/ 1595 w 1973"/>
                <a:gd name="T73" fmla="*/ 646 h 1060"/>
                <a:gd name="T74" fmla="*/ 1715 w 1973"/>
                <a:gd name="T75" fmla="*/ 715 h 1060"/>
                <a:gd name="T76" fmla="*/ 1722 w 1973"/>
                <a:gd name="T77" fmla="*/ 677 h 1060"/>
                <a:gd name="T78" fmla="*/ 1789 w 1973"/>
                <a:gd name="T79" fmla="*/ 686 h 1060"/>
                <a:gd name="T80" fmla="*/ 1848 w 1973"/>
                <a:gd name="T81" fmla="*/ 753 h 1060"/>
                <a:gd name="T82" fmla="*/ 1952 w 1973"/>
                <a:gd name="T83" fmla="*/ 840 h 1060"/>
                <a:gd name="T84" fmla="*/ 970 w 1973"/>
                <a:gd name="T85" fmla="*/ 755 h 1060"/>
                <a:gd name="T86" fmla="*/ 1850 w 1973"/>
                <a:gd name="T87" fmla="*/ 838 h 1060"/>
                <a:gd name="T88" fmla="*/ 1855 w 1973"/>
                <a:gd name="T89" fmla="*/ 859 h 1060"/>
                <a:gd name="T90" fmla="*/ 1890 w 1973"/>
                <a:gd name="T91" fmla="*/ 835 h 1060"/>
                <a:gd name="T92" fmla="*/ 1883 w 1973"/>
                <a:gd name="T93" fmla="*/ 854 h 1060"/>
                <a:gd name="T94" fmla="*/ 1890 w 1973"/>
                <a:gd name="T95" fmla="*/ 885 h 1060"/>
                <a:gd name="T96" fmla="*/ 835 w 1973"/>
                <a:gd name="T97" fmla="*/ 530 h 1060"/>
                <a:gd name="T98" fmla="*/ 1888 w 1973"/>
                <a:gd name="T99" fmla="*/ 802 h 1060"/>
                <a:gd name="T100" fmla="*/ 1216 w 1973"/>
                <a:gd name="T101" fmla="*/ 798 h 1060"/>
                <a:gd name="T102" fmla="*/ 1346 w 1973"/>
                <a:gd name="T103" fmla="*/ 622 h 1060"/>
                <a:gd name="T104" fmla="*/ 1190 w 1973"/>
                <a:gd name="T105" fmla="*/ 814 h 1060"/>
                <a:gd name="T106" fmla="*/ 1188 w 1973"/>
                <a:gd name="T107" fmla="*/ 819 h 1060"/>
                <a:gd name="T108" fmla="*/ 1171 w 1973"/>
                <a:gd name="T109" fmla="*/ 871 h 1060"/>
                <a:gd name="T110" fmla="*/ 1722 w 1973"/>
                <a:gd name="T111" fmla="*/ 738 h 1060"/>
                <a:gd name="T112" fmla="*/ 1729 w 1973"/>
                <a:gd name="T113" fmla="*/ 717 h 1060"/>
                <a:gd name="T114" fmla="*/ 1798 w 1973"/>
                <a:gd name="T115" fmla="*/ 753 h 1060"/>
                <a:gd name="T116" fmla="*/ 1824 w 1973"/>
                <a:gd name="T117" fmla="*/ 838 h 1060"/>
                <a:gd name="T118" fmla="*/ 1822 w 1973"/>
                <a:gd name="T119" fmla="*/ 779 h 1060"/>
                <a:gd name="T120" fmla="*/ 1760 w 1973"/>
                <a:gd name="T121" fmla="*/ 769 h 1060"/>
                <a:gd name="T122" fmla="*/ 1782 w 1973"/>
                <a:gd name="T123" fmla="*/ 795 h 1060"/>
                <a:gd name="T124" fmla="*/ 1360 w 1973"/>
                <a:gd name="T125" fmla="*/ 686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3" h="1060">
                  <a:moveTo>
                    <a:pt x="802" y="298"/>
                  </a:moveTo>
                  <a:lnTo>
                    <a:pt x="805" y="298"/>
                  </a:lnTo>
                  <a:lnTo>
                    <a:pt x="805" y="298"/>
                  </a:lnTo>
                  <a:lnTo>
                    <a:pt x="805" y="296"/>
                  </a:lnTo>
                  <a:lnTo>
                    <a:pt x="805" y="296"/>
                  </a:lnTo>
                  <a:lnTo>
                    <a:pt x="805" y="296"/>
                  </a:lnTo>
                  <a:lnTo>
                    <a:pt x="802" y="296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8"/>
                  </a:lnTo>
                  <a:close/>
                  <a:moveTo>
                    <a:pt x="790" y="656"/>
                  </a:moveTo>
                  <a:lnTo>
                    <a:pt x="790" y="656"/>
                  </a:lnTo>
                  <a:lnTo>
                    <a:pt x="790" y="656"/>
                  </a:lnTo>
                  <a:lnTo>
                    <a:pt x="793" y="658"/>
                  </a:lnTo>
                  <a:lnTo>
                    <a:pt x="793" y="658"/>
                  </a:lnTo>
                  <a:lnTo>
                    <a:pt x="793" y="658"/>
                  </a:lnTo>
                  <a:lnTo>
                    <a:pt x="795" y="658"/>
                  </a:lnTo>
                  <a:lnTo>
                    <a:pt x="795" y="658"/>
                  </a:lnTo>
                  <a:lnTo>
                    <a:pt x="795" y="658"/>
                  </a:lnTo>
                  <a:lnTo>
                    <a:pt x="798" y="658"/>
                  </a:lnTo>
                  <a:lnTo>
                    <a:pt x="798" y="658"/>
                  </a:lnTo>
                  <a:lnTo>
                    <a:pt x="798" y="658"/>
                  </a:lnTo>
                  <a:lnTo>
                    <a:pt x="800" y="660"/>
                  </a:lnTo>
                  <a:lnTo>
                    <a:pt x="800" y="660"/>
                  </a:lnTo>
                  <a:lnTo>
                    <a:pt x="802" y="660"/>
                  </a:lnTo>
                  <a:lnTo>
                    <a:pt x="802" y="663"/>
                  </a:lnTo>
                  <a:lnTo>
                    <a:pt x="802" y="663"/>
                  </a:lnTo>
                  <a:lnTo>
                    <a:pt x="802" y="663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5" y="665"/>
                  </a:lnTo>
                  <a:lnTo>
                    <a:pt x="807" y="665"/>
                  </a:lnTo>
                  <a:lnTo>
                    <a:pt x="807" y="665"/>
                  </a:lnTo>
                  <a:lnTo>
                    <a:pt x="807" y="665"/>
                  </a:lnTo>
                  <a:lnTo>
                    <a:pt x="807" y="663"/>
                  </a:lnTo>
                  <a:lnTo>
                    <a:pt x="807" y="663"/>
                  </a:lnTo>
                  <a:lnTo>
                    <a:pt x="805" y="663"/>
                  </a:lnTo>
                  <a:lnTo>
                    <a:pt x="805" y="663"/>
                  </a:lnTo>
                  <a:lnTo>
                    <a:pt x="802" y="660"/>
                  </a:lnTo>
                  <a:lnTo>
                    <a:pt x="802" y="660"/>
                  </a:lnTo>
                  <a:lnTo>
                    <a:pt x="802" y="660"/>
                  </a:lnTo>
                  <a:lnTo>
                    <a:pt x="805" y="660"/>
                  </a:lnTo>
                  <a:lnTo>
                    <a:pt x="807" y="660"/>
                  </a:lnTo>
                  <a:lnTo>
                    <a:pt x="807" y="660"/>
                  </a:lnTo>
                  <a:lnTo>
                    <a:pt x="809" y="660"/>
                  </a:lnTo>
                  <a:lnTo>
                    <a:pt x="809" y="660"/>
                  </a:lnTo>
                  <a:lnTo>
                    <a:pt x="809" y="660"/>
                  </a:lnTo>
                  <a:lnTo>
                    <a:pt x="812" y="660"/>
                  </a:lnTo>
                  <a:lnTo>
                    <a:pt x="812" y="660"/>
                  </a:lnTo>
                  <a:lnTo>
                    <a:pt x="812" y="658"/>
                  </a:lnTo>
                  <a:lnTo>
                    <a:pt x="812" y="658"/>
                  </a:lnTo>
                  <a:lnTo>
                    <a:pt x="812" y="658"/>
                  </a:lnTo>
                  <a:lnTo>
                    <a:pt x="812" y="660"/>
                  </a:lnTo>
                  <a:lnTo>
                    <a:pt x="812" y="660"/>
                  </a:lnTo>
                  <a:lnTo>
                    <a:pt x="814" y="660"/>
                  </a:lnTo>
                  <a:lnTo>
                    <a:pt x="814" y="660"/>
                  </a:lnTo>
                  <a:lnTo>
                    <a:pt x="819" y="660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58"/>
                  </a:lnTo>
                  <a:lnTo>
                    <a:pt x="819" y="660"/>
                  </a:lnTo>
                  <a:lnTo>
                    <a:pt x="821" y="660"/>
                  </a:lnTo>
                  <a:lnTo>
                    <a:pt x="824" y="660"/>
                  </a:lnTo>
                  <a:lnTo>
                    <a:pt x="824" y="660"/>
                  </a:lnTo>
                  <a:lnTo>
                    <a:pt x="824" y="660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8"/>
                  </a:lnTo>
                  <a:lnTo>
                    <a:pt x="824" y="656"/>
                  </a:lnTo>
                  <a:lnTo>
                    <a:pt x="826" y="656"/>
                  </a:lnTo>
                  <a:lnTo>
                    <a:pt x="826" y="656"/>
                  </a:lnTo>
                  <a:lnTo>
                    <a:pt x="826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6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4" y="653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51"/>
                  </a:lnTo>
                  <a:lnTo>
                    <a:pt x="821" y="648"/>
                  </a:lnTo>
                  <a:lnTo>
                    <a:pt x="824" y="648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6"/>
                  </a:lnTo>
                  <a:lnTo>
                    <a:pt x="824" y="644"/>
                  </a:lnTo>
                  <a:lnTo>
                    <a:pt x="824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1" y="644"/>
                  </a:lnTo>
                  <a:lnTo>
                    <a:pt x="824" y="641"/>
                  </a:lnTo>
                  <a:lnTo>
                    <a:pt x="824" y="641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9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7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4" y="634"/>
                  </a:lnTo>
                  <a:lnTo>
                    <a:pt x="821" y="634"/>
                  </a:lnTo>
                  <a:lnTo>
                    <a:pt x="821" y="634"/>
                  </a:lnTo>
                  <a:lnTo>
                    <a:pt x="821" y="634"/>
                  </a:lnTo>
                  <a:lnTo>
                    <a:pt x="821" y="632"/>
                  </a:lnTo>
                  <a:lnTo>
                    <a:pt x="819" y="632"/>
                  </a:lnTo>
                  <a:lnTo>
                    <a:pt x="819" y="632"/>
                  </a:lnTo>
                  <a:lnTo>
                    <a:pt x="819" y="634"/>
                  </a:lnTo>
                  <a:lnTo>
                    <a:pt x="816" y="634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2"/>
                  </a:lnTo>
                  <a:lnTo>
                    <a:pt x="814" y="630"/>
                  </a:lnTo>
                  <a:lnTo>
                    <a:pt x="814" y="630"/>
                  </a:lnTo>
                  <a:lnTo>
                    <a:pt x="814" y="630"/>
                  </a:lnTo>
                  <a:lnTo>
                    <a:pt x="814" y="627"/>
                  </a:lnTo>
                  <a:lnTo>
                    <a:pt x="814" y="627"/>
                  </a:lnTo>
                  <a:lnTo>
                    <a:pt x="814" y="627"/>
                  </a:lnTo>
                  <a:lnTo>
                    <a:pt x="812" y="627"/>
                  </a:lnTo>
                  <a:lnTo>
                    <a:pt x="812" y="625"/>
                  </a:lnTo>
                  <a:lnTo>
                    <a:pt x="812" y="627"/>
                  </a:lnTo>
                  <a:lnTo>
                    <a:pt x="812" y="627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27"/>
                  </a:lnTo>
                  <a:lnTo>
                    <a:pt x="807" y="627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30"/>
                  </a:lnTo>
                  <a:lnTo>
                    <a:pt x="805" y="627"/>
                  </a:lnTo>
                  <a:lnTo>
                    <a:pt x="802" y="627"/>
                  </a:lnTo>
                  <a:lnTo>
                    <a:pt x="800" y="627"/>
                  </a:lnTo>
                  <a:lnTo>
                    <a:pt x="800" y="630"/>
                  </a:lnTo>
                  <a:lnTo>
                    <a:pt x="800" y="630"/>
                  </a:lnTo>
                  <a:lnTo>
                    <a:pt x="798" y="630"/>
                  </a:lnTo>
                  <a:lnTo>
                    <a:pt x="798" y="630"/>
                  </a:lnTo>
                  <a:lnTo>
                    <a:pt x="798" y="630"/>
                  </a:lnTo>
                  <a:lnTo>
                    <a:pt x="795" y="630"/>
                  </a:lnTo>
                  <a:lnTo>
                    <a:pt x="795" y="630"/>
                  </a:lnTo>
                  <a:lnTo>
                    <a:pt x="793" y="630"/>
                  </a:lnTo>
                  <a:lnTo>
                    <a:pt x="793" y="632"/>
                  </a:lnTo>
                  <a:lnTo>
                    <a:pt x="793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2"/>
                  </a:lnTo>
                  <a:lnTo>
                    <a:pt x="790" y="634"/>
                  </a:lnTo>
                  <a:lnTo>
                    <a:pt x="788" y="634"/>
                  </a:lnTo>
                  <a:lnTo>
                    <a:pt x="781" y="632"/>
                  </a:lnTo>
                  <a:lnTo>
                    <a:pt x="779" y="632"/>
                  </a:lnTo>
                  <a:lnTo>
                    <a:pt x="779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6" y="632"/>
                  </a:lnTo>
                  <a:lnTo>
                    <a:pt x="774" y="632"/>
                  </a:lnTo>
                  <a:lnTo>
                    <a:pt x="772" y="632"/>
                  </a:lnTo>
                  <a:lnTo>
                    <a:pt x="772" y="632"/>
                  </a:lnTo>
                  <a:lnTo>
                    <a:pt x="772" y="632"/>
                  </a:lnTo>
                  <a:lnTo>
                    <a:pt x="774" y="637"/>
                  </a:lnTo>
                  <a:lnTo>
                    <a:pt x="774" y="637"/>
                  </a:lnTo>
                  <a:lnTo>
                    <a:pt x="774" y="637"/>
                  </a:lnTo>
                  <a:lnTo>
                    <a:pt x="774" y="639"/>
                  </a:lnTo>
                  <a:lnTo>
                    <a:pt x="774" y="639"/>
                  </a:lnTo>
                  <a:lnTo>
                    <a:pt x="774" y="639"/>
                  </a:lnTo>
                  <a:lnTo>
                    <a:pt x="774" y="641"/>
                  </a:lnTo>
                  <a:lnTo>
                    <a:pt x="774" y="641"/>
                  </a:lnTo>
                  <a:lnTo>
                    <a:pt x="776" y="641"/>
                  </a:lnTo>
                  <a:lnTo>
                    <a:pt x="776" y="639"/>
                  </a:lnTo>
                  <a:lnTo>
                    <a:pt x="776" y="639"/>
                  </a:lnTo>
                  <a:lnTo>
                    <a:pt x="776" y="641"/>
                  </a:lnTo>
                  <a:lnTo>
                    <a:pt x="776" y="644"/>
                  </a:lnTo>
                  <a:lnTo>
                    <a:pt x="776" y="644"/>
                  </a:lnTo>
                  <a:lnTo>
                    <a:pt x="779" y="644"/>
                  </a:lnTo>
                  <a:lnTo>
                    <a:pt x="779" y="646"/>
                  </a:lnTo>
                  <a:lnTo>
                    <a:pt x="779" y="646"/>
                  </a:lnTo>
                  <a:lnTo>
                    <a:pt x="779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1" y="646"/>
                  </a:lnTo>
                  <a:lnTo>
                    <a:pt x="783" y="646"/>
                  </a:lnTo>
                  <a:lnTo>
                    <a:pt x="783" y="646"/>
                  </a:lnTo>
                  <a:lnTo>
                    <a:pt x="783" y="646"/>
                  </a:lnTo>
                  <a:lnTo>
                    <a:pt x="781" y="646"/>
                  </a:lnTo>
                  <a:lnTo>
                    <a:pt x="788" y="653"/>
                  </a:lnTo>
                  <a:lnTo>
                    <a:pt x="788" y="653"/>
                  </a:lnTo>
                  <a:lnTo>
                    <a:pt x="790" y="656"/>
                  </a:lnTo>
                  <a:close/>
                  <a:moveTo>
                    <a:pt x="757" y="1001"/>
                  </a:moveTo>
                  <a:lnTo>
                    <a:pt x="755" y="1001"/>
                  </a:lnTo>
                  <a:lnTo>
                    <a:pt x="755" y="1001"/>
                  </a:lnTo>
                  <a:lnTo>
                    <a:pt x="755" y="1001"/>
                  </a:lnTo>
                  <a:lnTo>
                    <a:pt x="755" y="1001"/>
                  </a:lnTo>
                  <a:lnTo>
                    <a:pt x="757" y="1001"/>
                  </a:lnTo>
                  <a:lnTo>
                    <a:pt x="757" y="1001"/>
                  </a:lnTo>
                  <a:lnTo>
                    <a:pt x="757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5" y="999"/>
                  </a:lnTo>
                  <a:lnTo>
                    <a:pt x="753" y="999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6"/>
                  </a:lnTo>
                  <a:lnTo>
                    <a:pt x="753" y="994"/>
                  </a:lnTo>
                  <a:lnTo>
                    <a:pt x="750" y="994"/>
                  </a:lnTo>
                  <a:lnTo>
                    <a:pt x="750" y="994"/>
                  </a:lnTo>
                  <a:lnTo>
                    <a:pt x="748" y="996"/>
                  </a:lnTo>
                  <a:lnTo>
                    <a:pt x="745" y="996"/>
                  </a:lnTo>
                  <a:lnTo>
                    <a:pt x="745" y="996"/>
                  </a:lnTo>
                  <a:lnTo>
                    <a:pt x="745" y="996"/>
                  </a:lnTo>
                  <a:lnTo>
                    <a:pt x="745" y="999"/>
                  </a:lnTo>
                  <a:lnTo>
                    <a:pt x="745" y="999"/>
                  </a:lnTo>
                  <a:lnTo>
                    <a:pt x="745" y="999"/>
                  </a:lnTo>
                  <a:lnTo>
                    <a:pt x="743" y="999"/>
                  </a:lnTo>
                  <a:lnTo>
                    <a:pt x="745" y="1001"/>
                  </a:lnTo>
                  <a:lnTo>
                    <a:pt x="745" y="1003"/>
                  </a:lnTo>
                  <a:lnTo>
                    <a:pt x="745" y="1003"/>
                  </a:lnTo>
                  <a:lnTo>
                    <a:pt x="745" y="1006"/>
                  </a:lnTo>
                  <a:lnTo>
                    <a:pt x="748" y="1006"/>
                  </a:lnTo>
                  <a:lnTo>
                    <a:pt x="748" y="1003"/>
                  </a:lnTo>
                  <a:lnTo>
                    <a:pt x="748" y="1003"/>
                  </a:lnTo>
                  <a:lnTo>
                    <a:pt x="748" y="1003"/>
                  </a:lnTo>
                  <a:lnTo>
                    <a:pt x="750" y="1003"/>
                  </a:lnTo>
                  <a:lnTo>
                    <a:pt x="750" y="1003"/>
                  </a:lnTo>
                  <a:lnTo>
                    <a:pt x="750" y="1003"/>
                  </a:lnTo>
                  <a:lnTo>
                    <a:pt x="750" y="1006"/>
                  </a:lnTo>
                  <a:lnTo>
                    <a:pt x="750" y="1006"/>
                  </a:lnTo>
                  <a:lnTo>
                    <a:pt x="750" y="1006"/>
                  </a:lnTo>
                  <a:lnTo>
                    <a:pt x="753" y="1006"/>
                  </a:lnTo>
                  <a:lnTo>
                    <a:pt x="753" y="1003"/>
                  </a:lnTo>
                  <a:lnTo>
                    <a:pt x="753" y="1003"/>
                  </a:lnTo>
                  <a:lnTo>
                    <a:pt x="755" y="1003"/>
                  </a:lnTo>
                  <a:lnTo>
                    <a:pt x="755" y="1006"/>
                  </a:lnTo>
                  <a:lnTo>
                    <a:pt x="755" y="1006"/>
                  </a:lnTo>
                  <a:lnTo>
                    <a:pt x="755" y="1006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3"/>
                  </a:lnTo>
                  <a:lnTo>
                    <a:pt x="760" y="1001"/>
                  </a:lnTo>
                  <a:lnTo>
                    <a:pt x="757" y="1001"/>
                  </a:lnTo>
                  <a:close/>
                  <a:moveTo>
                    <a:pt x="786" y="1006"/>
                  </a:moveTo>
                  <a:lnTo>
                    <a:pt x="786" y="1006"/>
                  </a:lnTo>
                  <a:lnTo>
                    <a:pt x="786" y="1006"/>
                  </a:lnTo>
                  <a:lnTo>
                    <a:pt x="783" y="1006"/>
                  </a:lnTo>
                  <a:lnTo>
                    <a:pt x="783" y="1006"/>
                  </a:lnTo>
                  <a:lnTo>
                    <a:pt x="783" y="1006"/>
                  </a:lnTo>
                  <a:lnTo>
                    <a:pt x="781" y="1006"/>
                  </a:lnTo>
                  <a:lnTo>
                    <a:pt x="781" y="1008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81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9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6" y="1006"/>
                  </a:lnTo>
                  <a:lnTo>
                    <a:pt x="774" y="1008"/>
                  </a:lnTo>
                  <a:lnTo>
                    <a:pt x="776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79" y="1008"/>
                  </a:lnTo>
                  <a:lnTo>
                    <a:pt x="781" y="1008"/>
                  </a:lnTo>
                  <a:lnTo>
                    <a:pt x="783" y="1011"/>
                  </a:lnTo>
                  <a:lnTo>
                    <a:pt x="783" y="1008"/>
                  </a:lnTo>
                  <a:lnTo>
                    <a:pt x="783" y="1008"/>
                  </a:lnTo>
                  <a:lnTo>
                    <a:pt x="786" y="1008"/>
                  </a:lnTo>
                  <a:lnTo>
                    <a:pt x="786" y="1008"/>
                  </a:lnTo>
                  <a:lnTo>
                    <a:pt x="786" y="1006"/>
                  </a:lnTo>
                  <a:lnTo>
                    <a:pt x="786" y="1006"/>
                  </a:lnTo>
                  <a:close/>
                  <a:moveTo>
                    <a:pt x="764" y="1008"/>
                  </a:moveTo>
                  <a:lnTo>
                    <a:pt x="764" y="1008"/>
                  </a:lnTo>
                  <a:lnTo>
                    <a:pt x="764" y="1006"/>
                  </a:lnTo>
                  <a:lnTo>
                    <a:pt x="764" y="1006"/>
                  </a:lnTo>
                  <a:lnTo>
                    <a:pt x="764" y="1006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2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lnTo>
                    <a:pt x="764" y="1008"/>
                  </a:lnTo>
                  <a:close/>
                  <a:moveTo>
                    <a:pt x="764" y="1003"/>
                  </a:moveTo>
                  <a:lnTo>
                    <a:pt x="764" y="1003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4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7" y="1001"/>
                  </a:lnTo>
                  <a:lnTo>
                    <a:pt x="769" y="1001"/>
                  </a:lnTo>
                  <a:lnTo>
                    <a:pt x="769" y="1001"/>
                  </a:lnTo>
                  <a:lnTo>
                    <a:pt x="769" y="999"/>
                  </a:lnTo>
                  <a:lnTo>
                    <a:pt x="769" y="999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7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7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4"/>
                  </a:lnTo>
                  <a:lnTo>
                    <a:pt x="764" y="992"/>
                  </a:lnTo>
                  <a:lnTo>
                    <a:pt x="764" y="992"/>
                  </a:lnTo>
                  <a:lnTo>
                    <a:pt x="762" y="992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2" y="994"/>
                  </a:lnTo>
                  <a:lnTo>
                    <a:pt x="760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4" y="996"/>
                  </a:lnTo>
                  <a:lnTo>
                    <a:pt x="762" y="999"/>
                  </a:lnTo>
                  <a:lnTo>
                    <a:pt x="762" y="999"/>
                  </a:lnTo>
                  <a:lnTo>
                    <a:pt x="762" y="999"/>
                  </a:lnTo>
                  <a:lnTo>
                    <a:pt x="762" y="1001"/>
                  </a:lnTo>
                  <a:lnTo>
                    <a:pt x="762" y="1001"/>
                  </a:lnTo>
                  <a:lnTo>
                    <a:pt x="762" y="1001"/>
                  </a:lnTo>
                  <a:lnTo>
                    <a:pt x="762" y="1003"/>
                  </a:lnTo>
                  <a:lnTo>
                    <a:pt x="762" y="1003"/>
                  </a:lnTo>
                  <a:lnTo>
                    <a:pt x="764" y="1003"/>
                  </a:lnTo>
                  <a:close/>
                  <a:moveTo>
                    <a:pt x="774" y="1008"/>
                  </a:moveTo>
                  <a:lnTo>
                    <a:pt x="774" y="1006"/>
                  </a:lnTo>
                  <a:lnTo>
                    <a:pt x="769" y="1006"/>
                  </a:lnTo>
                  <a:lnTo>
                    <a:pt x="767" y="1006"/>
                  </a:lnTo>
                  <a:lnTo>
                    <a:pt x="767" y="1006"/>
                  </a:lnTo>
                  <a:lnTo>
                    <a:pt x="769" y="1006"/>
                  </a:lnTo>
                  <a:lnTo>
                    <a:pt x="769" y="1008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2" y="1011"/>
                  </a:lnTo>
                  <a:lnTo>
                    <a:pt x="772" y="1008"/>
                  </a:lnTo>
                  <a:lnTo>
                    <a:pt x="772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lnTo>
                    <a:pt x="774" y="1008"/>
                  </a:lnTo>
                  <a:close/>
                  <a:moveTo>
                    <a:pt x="743" y="1008"/>
                  </a:moveTo>
                  <a:lnTo>
                    <a:pt x="743" y="1008"/>
                  </a:lnTo>
                  <a:lnTo>
                    <a:pt x="741" y="1006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1" y="1008"/>
                  </a:lnTo>
                  <a:lnTo>
                    <a:pt x="743" y="1011"/>
                  </a:lnTo>
                  <a:lnTo>
                    <a:pt x="743" y="1008"/>
                  </a:lnTo>
                  <a:lnTo>
                    <a:pt x="743" y="1008"/>
                  </a:lnTo>
                  <a:lnTo>
                    <a:pt x="743" y="1008"/>
                  </a:lnTo>
                  <a:lnTo>
                    <a:pt x="743" y="1008"/>
                  </a:lnTo>
                  <a:close/>
                  <a:moveTo>
                    <a:pt x="724" y="424"/>
                  </a:moveTo>
                  <a:lnTo>
                    <a:pt x="731" y="428"/>
                  </a:lnTo>
                  <a:lnTo>
                    <a:pt x="731" y="433"/>
                  </a:lnTo>
                  <a:lnTo>
                    <a:pt x="734" y="435"/>
                  </a:lnTo>
                  <a:lnTo>
                    <a:pt x="731" y="431"/>
                  </a:lnTo>
                  <a:lnTo>
                    <a:pt x="731" y="428"/>
                  </a:lnTo>
                  <a:lnTo>
                    <a:pt x="724" y="424"/>
                  </a:lnTo>
                  <a:close/>
                  <a:moveTo>
                    <a:pt x="741" y="445"/>
                  </a:moveTo>
                  <a:lnTo>
                    <a:pt x="743" y="445"/>
                  </a:lnTo>
                  <a:lnTo>
                    <a:pt x="743" y="447"/>
                  </a:lnTo>
                  <a:lnTo>
                    <a:pt x="743" y="450"/>
                  </a:lnTo>
                  <a:lnTo>
                    <a:pt x="743" y="447"/>
                  </a:lnTo>
                  <a:lnTo>
                    <a:pt x="741" y="445"/>
                  </a:lnTo>
                  <a:close/>
                  <a:moveTo>
                    <a:pt x="696" y="414"/>
                  </a:moveTo>
                  <a:lnTo>
                    <a:pt x="698" y="417"/>
                  </a:lnTo>
                  <a:lnTo>
                    <a:pt x="698" y="419"/>
                  </a:lnTo>
                  <a:lnTo>
                    <a:pt x="698" y="419"/>
                  </a:lnTo>
                  <a:lnTo>
                    <a:pt x="701" y="419"/>
                  </a:lnTo>
                  <a:lnTo>
                    <a:pt x="701" y="421"/>
                  </a:lnTo>
                  <a:lnTo>
                    <a:pt x="701" y="421"/>
                  </a:lnTo>
                  <a:lnTo>
                    <a:pt x="701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3" y="421"/>
                  </a:lnTo>
                  <a:lnTo>
                    <a:pt x="705" y="424"/>
                  </a:lnTo>
                  <a:lnTo>
                    <a:pt x="705" y="424"/>
                  </a:lnTo>
                  <a:lnTo>
                    <a:pt x="708" y="424"/>
                  </a:lnTo>
                  <a:lnTo>
                    <a:pt x="708" y="421"/>
                  </a:lnTo>
                  <a:lnTo>
                    <a:pt x="708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0" y="421"/>
                  </a:lnTo>
                  <a:lnTo>
                    <a:pt x="712" y="421"/>
                  </a:lnTo>
                  <a:lnTo>
                    <a:pt x="715" y="419"/>
                  </a:lnTo>
                  <a:lnTo>
                    <a:pt x="715" y="419"/>
                  </a:lnTo>
                  <a:lnTo>
                    <a:pt x="715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22" y="419"/>
                  </a:lnTo>
                  <a:lnTo>
                    <a:pt x="722" y="419"/>
                  </a:lnTo>
                  <a:lnTo>
                    <a:pt x="722" y="419"/>
                  </a:lnTo>
                  <a:lnTo>
                    <a:pt x="722" y="421"/>
                  </a:lnTo>
                  <a:lnTo>
                    <a:pt x="724" y="421"/>
                  </a:lnTo>
                  <a:lnTo>
                    <a:pt x="724" y="421"/>
                  </a:lnTo>
                  <a:lnTo>
                    <a:pt x="724" y="421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7" y="424"/>
                  </a:lnTo>
                  <a:lnTo>
                    <a:pt x="729" y="424"/>
                  </a:lnTo>
                  <a:lnTo>
                    <a:pt x="731" y="428"/>
                  </a:lnTo>
                  <a:lnTo>
                    <a:pt x="731" y="428"/>
                  </a:lnTo>
                  <a:lnTo>
                    <a:pt x="734" y="431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3"/>
                  </a:lnTo>
                  <a:lnTo>
                    <a:pt x="736" y="435"/>
                  </a:lnTo>
                  <a:lnTo>
                    <a:pt x="736" y="435"/>
                  </a:lnTo>
                  <a:lnTo>
                    <a:pt x="736" y="435"/>
                  </a:lnTo>
                  <a:lnTo>
                    <a:pt x="736" y="438"/>
                  </a:lnTo>
                  <a:lnTo>
                    <a:pt x="736" y="438"/>
                  </a:lnTo>
                  <a:lnTo>
                    <a:pt x="736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4" y="438"/>
                  </a:lnTo>
                  <a:lnTo>
                    <a:pt x="736" y="440"/>
                  </a:lnTo>
                  <a:lnTo>
                    <a:pt x="736" y="440"/>
                  </a:lnTo>
                  <a:lnTo>
                    <a:pt x="736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38" y="440"/>
                  </a:lnTo>
                  <a:lnTo>
                    <a:pt x="741" y="443"/>
                  </a:lnTo>
                  <a:lnTo>
                    <a:pt x="741" y="443"/>
                  </a:lnTo>
                  <a:lnTo>
                    <a:pt x="741" y="443"/>
                  </a:lnTo>
                  <a:lnTo>
                    <a:pt x="743" y="445"/>
                  </a:lnTo>
                  <a:lnTo>
                    <a:pt x="745" y="445"/>
                  </a:lnTo>
                  <a:lnTo>
                    <a:pt x="745" y="447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0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2"/>
                  </a:lnTo>
                  <a:lnTo>
                    <a:pt x="745" y="454"/>
                  </a:lnTo>
                  <a:lnTo>
                    <a:pt x="745" y="454"/>
                  </a:lnTo>
                  <a:lnTo>
                    <a:pt x="743" y="454"/>
                  </a:lnTo>
                  <a:lnTo>
                    <a:pt x="745" y="454"/>
                  </a:lnTo>
                  <a:lnTo>
                    <a:pt x="745" y="457"/>
                  </a:lnTo>
                  <a:lnTo>
                    <a:pt x="745" y="457"/>
                  </a:lnTo>
                  <a:lnTo>
                    <a:pt x="745" y="457"/>
                  </a:lnTo>
                  <a:lnTo>
                    <a:pt x="748" y="457"/>
                  </a:lnTo>
                  <a:lnTo>
                    <a:pt x="748" y="454"/>
                  </a:lnTo>
                  <a:lnTo>
                    <a:pt x="748" y="454"/>
                  </a:lnTo>
                  <a:lnTo>
                    <a:pt x="750" y="454"/>
                  </a:lnTo>
                  <a:lnTo>
                    <a:pt x="750" y="454"/>
                  </a:lnTo>
                  <a:lnTo>
                    <a:pt x="750" y="454"/>
                  </a:lnTo>
                  <a:lnTo>
                    <a:pt x="750" y="452"/>
                  </a:lnTo>
                  <a:lnTo>
                    <a:pt x="750" y="452"/>
                  </a:lnTo>
                  <a:lnTo>
                    <a:pt x="750" y="452"/>
                  </a:lnTo>
                  <a:lnTo>
                    <a:pt x="750" y="450"/>
                  </a:lnTo>
                  <a:lnTo>
                    <a:pt x="750" y="450"/>
                  </a:lnTo>
                  <a:lnTo>
                    <a:pt x="753" y="450"/>
                  </a:lnTo>
                  <a:lnTo>
                    <a:pt x="753" y="450"/>
                  </a:lnTo>
                  <a:lnTo>
                    <a:pt x="755" y="450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5" y="447"/>
                  </a:lnTo>
                  <a:lnTo>
                    <a:pt x="757" y="445"/>
                  </a:lnTo>
                  <a:lnTo>
                    <a:pt x="760" y="445"/>
                  </a:lnTo>
                  <a:lnTo>
                    <a:pt x="764" y="445"/>
                  </a:lnTo>
                  <a:lnTo>
                    <a:pt x="762" y="445"/>
                  </a:lnTo>
                  <a:lnTo>
                    <a:pt x="762" y="445"/>
                  </a:lnTo>
                  <a:lnTo>
                    <a:pt x="760" y="445"/>
                  </a:lnTo>
                  <a:lnTo>
                    <a:pt x="760" y="445"/>
                  </a:lnTo>
                  <a:lnTo>
                    <a:pt x="757" y="447"/>
                  </a:lnTo>
                  <a:lnTo>
                    <a:pt x="760" y="445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67" y="447"/>
                  </a:lnTo>
                  <a:lnTo>
                    <a:pt x="772" y="450"/>
                  </a:lnTo>
                  <a:lnTo>
                    <a:pt x="772" y="450"/>
                  </a:lnTo>
                  <a:lnTo>
                    <a:pt x="774" y="447"/>
                  </a:lnTo>
                  <a:lnTo>
                    <a:pt x="774" y="445"/>
                  </a:lnTo>
                  <a:lnTo>
                    <a:pt x="776" y="445"/>
                  </a:lnTo>
                  <a:lnTo>
                    <a:pt x="774" y="443"/>
                  </a:lnTo>
                  <a:lnTo>
                    <a:pt x="776" y="443"/>
                  </a:lnTo>
                  <a:lnTo>
                    <a:pt x="776" y="443"/>
                  </a:lnTo>
                  <a:lnTo>
                    <a:pt x="776" y="443"/>
                  </a:lnTo>
                  <a:lnTo>
                    <a:pt x="776" y="440"/>
                  </a:lnTo>
                  <a:lnTo>
                    <a:pt x="769" y="438"/>
                  </a:lnTo>
                  <a:lnTo>
                    <a:pt x="769" y="438"/>
                  </a:lnTo>
                  <a:lnTo>
                    <a:pt x="769" y="438"/>
                  </a:lnTo>
                  <a:lnTo>
                    <a:pt x="767" y="438"/>
                  </a:lnTo>
                  <a:lnTo>
                    <a:pt x="764" y="435"/>
                  </a:lnTo>
                  <a:lnTo>
                    <a:pt x="764" y="435"/>
                  </a:lnTo>
                  <a:lnTo>
                    <a:pt x="764" y="438"/>
                  </a:lnTo>
                  <a:lnTo>
                    <a:pt x="767" y="438"/>
                  </a:lnTo>
                  <a:lnTo>
                    <a:pt x="767" y="438"/>
                  </a:lnTo>
                  <a:lnTo>
                    <a:pt x="767" y="440"/>
                  </a:lnTo>
                  <a:lnTo>
                    <a:pt x="764" y="440"/>
                  </a:lnTo>
                  <a:lnTo>
                    <a:pt x="764" y="440"/>
                  </a:lnTo>
                  <a:lnTo>
                    <a:pt x="762" y="438"/>
                  </a:lnTo>
                  <a:lnTo>
                    <a:pt x="762" y="435"/>
                  </a:lnTo>
                  <a:lnTo>
                    <a:pt x="762" y="435"/>
                  </a:lnTo>
                  <a:lnTo>
                    <a:pt x="760" y="435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7" y="435"/>
                  </a:lnTo>
                  <a:lnTo>
                    <a:pt x="757" y="435"/>
                  </a:lnTo>
                  <a:lnTo>
                    <a:pt x="757" y="435"/>
                  </a:lnTo>
                  <a:lnTo>
                    <a:pt x="755" y="433"/>
                  </a:lnTo>
                  <a:lnTo>
                    <a:pt x="755" y="433"/>
                  </a:lnTo>
                  <a:lnTo>
                    <a:pt x="755" y="433"/>
                  </a:lnTo>
                  <a:lnTo>
                    <a:pt x="755" y="431"/>
                  </a:lnTo>
                  <a:lnTo>
                    <a:pt x="755" y="428"/>
                  </a:lnTo>
                  <a:lnTo>
                    <a:pt x="753" y="428"/>
                  </a:lnTo>
                  <a:lnTo>
                    <a:pt x="750" y="428"/>
                  </a:lnTo>
                  <a:lnTo>
                    <a:pt x="748" y="426"/>
                  </a:lnTo>
                  <a:lnTo>
                    <a:pt x="750" y="426"/>
                  </a:lnTo>
                  <a:lnTo>
                    <a:pt x="750" y="426"/>
                  </a:lnTo>
                  <a:lnTo>
                    <a:pt x="750" y="426"/>
                  </a:lnTo>
                  <a:lnTo>
                    <a:pt x="748" y="426"/>
                  </a:lnTo>
                  <a:lnTo>
                    <a:pt x="748" y="426"/>
                  </a:lnTo>
                  <a:lnTo>
                    <a:pt x="745" y="424"/>
                  </a:lnTo>
                  <a:lnTo>
                    <a:pt x="743" y="421"/>
                  </a:lnTo>
                  <a:lnTo>
                    <a:pt x="743" y="421"/>
                  </a:lnTo>
                  <a:lnTo>
                    <a:pt x="743" y="424"/>
                  </a:lnTo>
                  <a:lnTo>
                    <a:pt x="743" y="421"/>
                  </a:lnTo>
                  <a:lnTo>
                    <a:pt x="743" y="421"/>
                  </a:lnTo>
                  <a:lnTo>
                    <a:pt x="745" y="421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9"/>
                  </a:lnTo>
                  <a:lnTo>
                    <a:pt x="745" y="417"/>
                  </a:lnTo>
                  <a:lnTo>
                    <a:pt x="745" y="417"/>
                  </a:lnTo>
                  <a:lnTo>
                    <a:pt x="745" y="414"/>
                  </a:lnTo>
                  <a:lnTo>
                    <a:pt x="743" y="414"/>
                  </a:lnTo>
                  <a:lnTo>
                    <a:pt x="743" y="414"/>
                  </a:lnTo>
                  <a:lnTo>
                    <a:pt x="743" y="414"/>
                  </a:lnTo>
                  <a:lnTo>
                    <a:pt x="741" y="412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41" y="409"/>
                  </a:lnTo>
                  <a:lnTo>
                    <a:pt x="738" y="409"/>
                  </a:lnTo>
                  <a:lnTo>
                    <a:pt x="738" y="409"/>
                  </a:lnTo>
                  <a:lnTo>
                    <a:pt x="738" y="409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6" y="407"/>
                  </a:lnTo>
                  <a:lnTo>
                    <a:pt x="731" y="409"/>
                  </a:lnTo>
                  <a:lnTo>
                    <a:pt x="731" y="409"/>
                  </a:lnTo>
                  <a:lnTo>
                    <a:pt x="731" y="407"/>
                  </a:lnTo>
                  <a:lnTo>
                    <a:pt x="731" y="407"/>
                  </a:lnTo>
                  <a:lnTo>
                    <a:pt x="729" y="409"/>
                  </a:lnTo>
                  <a:lnTo>
                    <a:pt x="727" y="409"/>
                  </a:lnTo>
                  <a:lnTo>
                    <a:pt x="724" y="412"/>
                  </a:lnTo>
                  <a:lnTo>
                    <a:pt x="724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22" y="412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7" y="409"/>
                  </a:lnTo>
                  <a:lnTo>
                    <a:pt x="712" y="405"/>
                  </a:lnTo>
                  <a:lnTo>
                    <a:pt x="712" y="405"/>
                  </a:lnTo>
                  <a:lnTo>
                    <a:pt x="712" y="405"/>
                  </a:lnTo>
                  <a:lnTo>
                    <a:pt x="712" y="407"/>
                  </a:lnTo>
                  <a:lnTo>
                    <a:pt x="712" y="407"/>
                  </a:lnTo>
                  <a:lnTo>
                    <a:pt x="712" y="407"/>
                  </a:lnTo>
                  <a:lnTo>
                    <a:pt x="708" y="407"/>
                  </a:lnTo>
                  <a:lnTo>
                    <a:pt x="708" y="407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5"/>
                  </a:lnTo>
                  <a:lnTo>
                    <a:pt x="708" y="402"/>
                  </a:lnTo>
                  <a:lnTo>
                    <a:pt x="710" y="402"/>
                  </a:lnTo>
                  <a:lnTo>
                    <a:pt x="710" y="405"/>
                  </a:lnTo>
                  <a:lnTo>
                    <a:pt x="710" y="405"/>
                  </a:lnTo>
                  <a:lnTo>
                    <a:pt x="710" y="405"/>
                  </a:lnTo>
                  <a:lnTo>
                    <a:pt x="710" y="402"/>
                  </a:lnTo>
                  <a:lnTo>
                    <a:pt x="705" y="400"/>
                  </a:lnTo>
                  <a:lnTo>
                    <a:pt x="705" y="400"/>
                  </a:lnTo>
                  <a:lnTo>
                    <a:pt x="705" y="400"/>
                  </a:lnTo>
                  <a:lnTo>
                    <a:pt x="705" y="398"/>
                  </a:lnTo>
                  <a:lnTo>
                    <a:pt x="705" y="398"/>
                  </a:lnTo>
                  <a:lnTo>
                    <a:pt x="708" y="398"/>
                  </a:lnTo>
                  <a:lnTo>
                    <a:pt x="708" y="395"/>
                  </a:lnTo>
                  <a:lnTo>
                    <a:pt x="708" y="395"/>
                  </a:lnTo>
                  <a:lnTo>
                    <a:pt x="708" y="395"/>
                  </a:lnTo>
                  <a:lnTo>
                    <a:pt x="705" y="393"/>
                  </a:lnTo>
                  <a:lnTo>
                    <a:pt x="705" y="395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3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5" y="395"/>
                  </a:lnTo>
                  <a:lnTo>
                    <a:pt x="703" y="398"/>
                  </a:lnTo>
                  <a:lnTo>
                    <a:pt x="703" y="398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3" y="400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2"/>
                  </a:lnTo>
                  <a:lnTo>
                    <a:pt x="701" y="405"/>
                  </a:lnTo>
                  <a:lnTo>
                    <a:pt x="701" y="405"/>
                  </a:lnTo>
                  <a:lnTo>
                    <a:pt x="701" y="405"/>
                  </a:lnTo>
                  <a:lnTo>
                    <a:pt x="698" y="405"/>
                  </a:lnTo>
                  <a:lnTo>
                    <a:pt x="698" y="405"/>
                  </a:lnTo>
                  <a:lnTo>
                    <a:pt x="698" y="405"/>
                  </a:lnTo>
                  <a:lnTo>
                    <a:pt x="698" y="407"/>
                  </a:lnTo>
                  <a:lnTo>
                    <a:pt x="698" y="407"/>
                  </a:lnTo>
                  <a:lnTo>
                    <a:pt x="698" y="407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09"/>
                  </a:lnTo>
                  <a:lnTo>
                    <a:pt x="698" y="412"/>
                  </a:lnTo>
                  <a:lnTo>
                    <a:pt x="698" y="412"/>
                  </a:lnTo>
                  <a:lnTo>
                    <a:pt x="696" y="412"/>
                  </a:lnTo>
                  <a:lnTo>
                    <a:pt x="696" y="414"/>
                  </a:lnTo>
                  <a:close/>
                  <a:moveTo>
                    <a:pt x="719" y="419"/>
                  </a:moveTo>
                  <a:lnTo>
                    <a:pt x="724" y="424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7" y="419"/>
                  </a:lnTo>
                  <a:lnTo>
                    <a:pt x="719" y="419"/>
                  </a:lnTo>
                  <a:close/>
                  <a:moveTo>
                    <a:pt x="719" y="409"/>
                  </a:moveTo>
                  <a:lnTo>
                    <a:pt x="719" y="409"/>
                  </a:lnTo>
                  <a:lnTo>
                    <a:pt x="719" y="409"/>
                  </a:lnTo>
                  <a:lnTo>
                    <a:pt x="719" y="409"/>
                  </a:lnTo>
                  <a:close/>
                  <a:moveTo>
                    <a:pt x="717" y="409"/>
                  </a:moveTo>
                  <a:lnTo>
                    <a:pt x="717" y="409"/>
                  </a:lnTo>
                  <a:lnTo>
                    <a:pt x="719" y="409"/>
                  </a:lnTo>
                  <a:lnTo>
                    <a:pt x="717" y="409"/>
                  </a:lnTo>
                  <a:close/>
                  <a:moveTo>
                    <a:pt x="755" y="433"/>
                  </a:moveTo>
                  <a:lnTo>
                    <a:pt x="755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7" y="433"/>
                  </a:lnTo>
                  <a:lnTo>
                    <a:pt x="755" y="433"/>
                  </a:lnTo>
                  <a:close/>
                  <a:moveTo>
                    <a:pt x="734" y="1022"/>
                  </a:moveTo>
                  <a:lnTo>
                    <a:pt x="734" y="1020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1" y="1018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2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31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9" y="1020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2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7" y="1020"/>
                  </a:lnTo>
                  <a:lnTo>
                    <a:pt x="724" y="1022"/>
                  </a:lnTo>
                  <a:lnTo>
                    <a:pt x="724" y="1022"/>
                  </a:lnTo>
                  <a:lnTo>
                    <a:pt x="724" y="1022"/>
                  </a:lnTo>
                  <a:lnTo>
                    <a:pt x="724" y="1020"/>
                  </a:lnTo>
                  <a:lnTo>
                    <a:pt x="724" y="1020"/>
                  </a:lnTo>
                  <a:lnTo>
                    <a:pt x="724" y="1020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8"/>
                  </a:lnTo>
                  <a:lnTo>
                    <a:pt x="727" y="1015"/>
                  </a:lnTo>
                  <a:lnTo>
                    <a:pt x="727" y="1018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4" y="1013"/>
                  </a:lnTo>
                  <a:lnTo>
                    <a:pt x="736" y="1013"/>
                  </a:lnTo>
                  <a:lnTo>
                    <a:pt x="736" y="1013"/>
                  </a:lnTo>
                  <a:lnTo>
                    <a:pt x="736" y="1013"/>
                  </a:lnTo>
                  <a:lnTo>
                    <a:pt x="738" y="1013"/>
                  </a:lnTo>
                  <a:lnTo>
                    <a:pt x="738" y="1013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6" y="1011"/>
                  </a:lnTo>
                  <a:lnTo>
                    <a:pt x="738" y="1011"/>
                  </a:lnTo>
                  <a:lnTo>
                    <a:pt x="738" y="1011"/>
                  </a:lnTo>
                  <a:lnTo>
                    <a:pt x="738" y="1008"/>
                  </a:lnTo>
                  <a:lnTo>
                    <a:pt x="738" y="1008"/>
                  </a:lnTo>
                  <a:lnTo>
                    <a:pt x="736" y="1008"/>
                  </a:lnTo>
                  <a:lnTo>
                    <a:pt x="736" y="1008"/>
                  </a:lnTo>
                  <a:lnTo>
                    <a:pt x="736" y="1008"/>
                  </a:lnTo>
                  <a:lnTo>
                    <a:pt x="734" y="1008"/>
                  </a:lnTo>
                  <a:lnTo>
                    <a:pt x="734" y="1008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4" y="1006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31" y="1008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9" y="1011"/>
                  </a:lnTo>
                  <a:lnTo>
                    <a:pt x="724" y="1013"/>
                  </a:lnTo>
                  <a:lnTo>
                    <a:pt x="724" y="1013"/>
                  </a:lnTo>
                  <a:lnTo>
                    <a:pt x="724" y="1013"/>
                  </a:lnTo>
                  <a:lnTo>
                    <a:pt x="727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11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8"/>
                  </a:lnTo>
                  <a:lnTo>
                    <a:pt x="724" y="1006"/>
                  </a:lnTo>
                  <a:lnTo>
                    <a:pt x="724" y="1006"/>
                  </a:lnTo>
                  <a:lnTo>
                    <a:pt x="724" y="1006"/>
                  </a:lnTo>
                  <a:lnTo>
                    <a:pt x="727" y="1006"/>
                  </a:lnTo>
                  <a:lnTo>
                    <a:pt x="727" y="1003"/>
                  </a:lnTo>
                  <a:lnTo>
                    <a:pt x="724" y="1003"/>
                  </a:lnTo>
                  <a:lnTo>
                    <a:pt x="724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3"/>
                  </a:lnTo>
                  <a:lnTo>
                    <a:pt x="722" y="1001"/>
                  </a:lnTo>
                  <a:lnTo>
                    <a:pt x="719" y="1003"/>
                  </a:lnTo>
                  <a:lnTo>
                    <a:pt x="717" y="1003"/>
                  </a:lnTo>
                  <a:lnTo>
                    <a:pt x="717" y="1003"/>
                  </a:lnTo>
                  <a:lnTo>
                    <a:pt x="717" y="1003"/>
                  </a:lnTo>
                  <a:lnTo>
                    <a:pt x="715" y="1003"/>
                  </a:lnTo>
                  <a:lnTo>
                    <a:pt x="715" y="1003"/>
                  </a:lnTo>
                  <a:lnTo>
                    <a:pt x="715" y="1003"/>
                  </a:lnTo>
                  <a:lnTo>
                    <a:pt x="712" y="1003"/>
                  </a:lnTo>
                  <a:lnTo>
                    <a:pt x="712" y="1003"/>
                  </a:lnTo>
                  <a:lnTo>
                    <a:pt x="710" y="1003"/>
                  </a:lnTo>
                  <a:lnTo>
                    <a:pt x="710" y="1003"/>
                  </a:lnTo>
                  <a:lnTo>
                    <a:pt x="710" y="1003"/>
                  </a:lnTo>
                  <a:lnTo>
                    <a:pt x="708" y="1006"/>
                  </a:lnTo>
                  <a:lnTo>
                    <a:pt x="708" y="1006"/>
                  </a:lnTo>
                  <a:lnTo>
                    <a:pt x="708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08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5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8" y="1011"/>
                  </a:lnTo>
                  <a:lnTo>
                    <a:pt x="705" y="1013"/>
                  </a:lnTo>
                  <a:lnTo>
                    <a:pt x="708" y="1015"/>
                  </a:lnTo>
                  <a:lnTo>
                    <a:pt x="710" y="1015"/>
                  </a:lnTo>
                  <a:lnTo>
                    <a:pt x="710" y="1015"/>
                  </a:lnTo>
                  <a:lnTo>
                    <a:pt x="710" y="1015"/>
                  </a:lnTo>
                  <a:lnTo>
                    <a:pt x="712" y="1015"/>
                  </a:lnTo>
                  <a:lnTo>
                    <a:pt x="712" y="1015"/>
                  </a:lnTo>
                  <a:lnTo>
                    <a:pt x="712" y="1015"/>
                  </a:lnTo>
                  <a:lnTo>
                    <a:pt x="715" y="1018"/>
                  </a:lnTo>
                  <a:lnTo>
                    <a:pt x="719" y="1020"/>
                  </a:lnTo>
                  <a:lnTo>
                    <a:pt x="719" y="1020"/>
                  </a:lnTo>
                  <a:lnTo>
                    <a:pt x="719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7" y="1020"/>
                  </a:lnTo>
                  <a:lnTo>
                    <a:pt x="715" y="1020"/>
                  </a:lnTo>
                  <a:lnTo>
                    <a:pt x="715" y="1020"/>
                  </a:lnTo>
                  <a:lnTo>
                    <a:pt x="715" y="1025"/>
                  </a:lnTo>
                  <a:lnTo>
                    <a:pt x="715" y="1022"/>
                  </a:lnTo>
                  <a:lnTo>
                    <a:pt x="715" y="1022"/>
                  </a:lnTo>
                  <a:lnTo>
                    <a:pt x="712" y="1022"/>
                  </a:lnTo>
                  <a:lnTo>
                    <a:pt x="712" y="1022"/>
                  </a:lnTo>
                  <a:lnTo>
                    <a:pt x="712" y="1025"/>
                  </a:lnTo>
                  <a:lnTo>
                    <a:pt x="712" y="1022"/>
                  </a:lnTo>
                  <a:lnTo>
                    <a:pt x="712" y="1022"/>
                  </a:lnTo>
                  <a:lnTo>
                    <a:pt x="712" y="1020"/>
                  </a:lnTo>
                  <a:lnTo>
                    <a:pt x="712" y="1020"/>
                  </a:lnTo>
                  <a:lnTo>
                    <a:pt x="712" y="1018"/>
                  </a:lnTo>
                  <a:lnTo>
                    <a:pt x="710" y="1018"/>
                  </a:lnTo>
                  <a:lnTo>
                    <a:pt x="708" y="1018"/>
                  </a:lnTo>
                  <a:lnTo>
                    <a:pt x="708" y="1018"/>
                  </a:lnTo>
                  <a:lnTo>
                    <a:pt x="705" y="1020"/>
                  </a:lnTo>
                  <a:lnTo>
                    <a:pt x="705" y="1020"/>
                  </a:lnTo>
                  <a:lnTo>
                    <a:pt x="708" y="1020"/>
                  </a:lnTo>
                  <a:lnTo>
                    <a:pt x="708" y="1022"/>
                  </a:lnTo>
                  <a:lnTo>
                    <a:pt x="708" y="1022"/>
                  </a:lnTo>
                  <a:lnTo>
                    <a:pt x="708" y="1022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5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5" y="1022"/>
                  </a:lnTo>
                  <a:lnTo>
                    <a:pt x="703" y="1022"/>
                  </a:lnTo>
                  <a:lnTo>
                    <a:pt x="703" y="1022"/>
                  </a:lnTo>
                  <a:lnTo>
                    <a:pt x="703" y="1022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5"/>
                  </a:lnTo>
                  <a:lnTo>
                    <a:pt x="703" y="1027"/>
                  </a:lnTo>
                  <a:lnTo>
                    <a:pt x="703" y="1027"/>
                  </a:lnTo>
                  <a:lnTo>
                    <a:pt x="703" y="1027"/>
                  </a:lnTo>
                  <a:lnTo>
                    <a:pt x="705" y="1027"/>
                  </a:lnTo>
                  <a:lnTo>
                    <a:pt x="708" y="1027"/>
                  </a:lnTo>
                  <a:lnTo>
                    <a:pt x="708" y="1027"/>
                  </a:lnTo>
                  <a:lnTo>
                    <a:pt x="708" y="1030"/>
                  </a:lnTo>
                  <a:lnTo>
                    <a:pt x="708" y="1030"/>
                  </a:lnTo>
                  <a:lnTo>
                    <a:pt x="705" y="1030"/>
                  </a:lnTo>
                  <a:lnTo>
                    <a:pt x="703" y="1030"/>
                  </a:lnTo>
                  <a:lnTo>
                    <a:pt x="701" y="1027"/>
                  </a:lnTo>
                  <a:lnTo>
                    <a:pt x="701" y="1027"/>
                  </a:lnTo>
                  <a:lnTo>
                    <a:pt x="701" y="1027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0"/>
                  </a:lnTo>
                  <a:lnTo>
                    <a:pt x="701" y="1032"/>
                  </a:lnTo>
                  <a:lnTo>
                    <a:pt x="698" y="1032"/>
                  </a:lnTo>
                  <a:lnTo>
                    <a:pt x="698" y="1032"/>
                  </a:lnTo>
                  <a:lnTo>
                    <a:pt x="696" y="1030"/>
                  </a:lnTo>
                  <a:lnTo>
                    <a:pt x="696" y="1030"/>
                  </a:lnTo>
                  <a:lnTo>
                    <a:pt x="696" y="1032"/>
                  </a:lnTo>
                  <a:lnTo>
                    <a:pt x="696" y="1032"/>
                  </a:lnTo>
                  <a:lnTo>
                    <a:pt x="696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3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91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9" y="1032"/>
                  </a:lnTo>
                  <a:lnTo>
                    <a:pt x="686" y="1032"/>
                  </a:lnTo>
                  <a:lnTo>
                    <a:pt x="686" y="1032"/>
                  </a:lnTo>
                  <a:lnTo>
                    <a:pt x="689" y="1034"/>
                  </a:lnTo>
                  <a:lnTo>
                    <a:pt x="689" y="1034"/>
                  </a:lnTo>
                  <a:lnTo>
                    <a:pt x="686" y="1034"/>
                  </a:lnTo>
                  <a:lnTo>
                    <a:pt x="686" y="1032"/>
                  </a:lnTo>
                  <a:lnTo>
                    <a:pt x="684" y="1032"/>
                  </a:lnTo>
                  <a:lnTo>
                    <a:pt x="684" y="1034"/>
                  </a:lnTo>
                  <a:lnTo>
                    <a:pt x="684" y="1034"/>
                  </a:lnTo>
                  <a:lnTo>
                    <a:pt x="682" y="1032"/>
                  </a:lnTo>
                  <a:lnTo>
                    <a:pt x="682" y="1034"/>
                  </a:lnTo>
                  <a:lnTo>
                    <a:pt x="682" y="1032"/>
                  </a:lnTo>
                  <a:lnTo>
                    <a:pt x="682" y="1032"/>
                  </a:lnTo>
                  <a:lnTo>
                    <a:pt x="679" y="1032"/>
                  </a:lnTo>
                  <a:lnTo>
                    <a:pt x="679" y="1032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5" y="1037"/>
                  </a:lnTo>
                  <a:lnTo>
                    <a:pt x="677" y="1037"/>
                  </a:lnTo>
                  <a:lnTo>
                    <a:pt x="677" y="1037"/>
                  </a:lnTo>
                  <a:lnTo>
                    <a:pt x="677" y="1039"/>
                  </a:lnTo>
                  <a:lnTo>
                    <a:pt x="679" y="1039"/>
                  </a:lnTo>
                  <a:lnTo>
                    <a:pt x="679" y="1039"/>
                  </a:lnTo>
                  <a:lnTo>
                    <a:pt x="679" y="1041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2" y="1039"/>
                  </a:lnTo>
                  <a:lnTo>
                    <a:pt x="684" y="1039"/>
                  </a:lnTo>
                  <a:lnTo>
                    <a:pt x="684" y="1039"/>
                  </a:lnTo>
                  <a:lnTo>
                    <a:pt x="684" y="1039"/>
                  </a:lnTo>
                  <a:lnTo>
                    <a:pt x="686" y="1039"/>
                  </a:lnTo>
                  <a:lnTo>
                    <a:pt x="686" y="1041"/>
                  </a:lnTo>
                  <a:lnTo>
                    <a:pt x="686" y="1041"/>
                  </a:lnTo>
                  <a:lnTo>
                    <a:pt x="686" y="1041"/>
                  </a:lnTo>
                  <a:lnTo>
                    <a:pt x="686" y="1039"/>
                  </a:lnTo>
                  <a:lnTo>
                    <a:pt x="686" y="1039"/>
                  </a:lnTo>
                  <a:lnTo>
                    <a:pt x="689" y="1039"/>
                  </a:lnTo>
                  <a:lnTo>
                    <a:pt x="689" y="1039"/>
                  </a:lnTo>
                  <a:lnTo>
                    <a:pt x="689" y="1039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37"/>
                  </a:lnTo>
                  <a:lnTo>
                    <a:pt x="691" y="1037"/>
                  </a:lnTo>
                  <a:lnTo>
                    <a:pt x="693" y="1039"/>
                  </a:lnTo>
                  <a:lnTo>
                    <a:pt x="693" y="1037"/>
                  </a:lnTo>
                  <a:lnTo>
                    <a:pt x="693" y="1037"/>
                  </a:lnTo>
                  <a:lnTo>
                    <a:pt x="696" y="1037"/>
                  </a:lnTo>
                  <a:lnTo>
                    <a:pt x="696" y="1037"/>
                  </a:lnTo>
                  <a:lnTo>
                    <a:pt x="696" y="1037"/>
                  </a:lnTo>
                  <a:lnTo>
                    <a:pt x="698" y="1037"/>
                  </a:lnTo>
                  <a:lnTo>
                    <a:pt x="701" y="1034"/>
                  </a:lnTo>
                  <a:lnTo>
                    <a:pt x="701" y="1034"/>
                  </a:lnTo>
                  <a:lnTo>
                    <a:pt x="703" y="1034"/>
                  </a:lnTo>
                  <a:lnTo>
                    <a:pt x="703" y="1034"/>
                  </a:lnTo>
                  <a:lnTo>
                    <a:pt x="705" y="1034"/>
                  </a:lnTo>
                  <a:lnTo>
                    <a:pt x="708" y="1034"/>
                  </a:lnTo>
                  <a:lnTo>
                    <a:pt x="705" y="1034"/>
                  </a:lnTo>
                  <a:lnTo>
                    <a:pt x="705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2"/>
                  </a:lnTo>
                  <a:lnTo>
                    <a:pt x="708" y="1032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08" y="1034"/>
                  </a:lnTo>
                  <a:lnTo>
                    <a:pt x="710" y="1034"/>
                  </a:lnTo>
                  <a:lnTo>
                    <a:pt x="710" y="1032"/>
                  </a:lnTo>
                  <a:lnTo>
                    <a:pt x="710" y="1032"/>
                  </a:lnTo>
                  <a:lnTo>
                    <a:pt x="710" y="1032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2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4"/>
                  </a:lnTo>
                  <a:lnTo>
                    <a:pt x="715" y="1032"/>
                  </a:lnTo>
                  <a:lnTo>
                    <a:pt x="715" y="1030"/>
                  </a:lnTo>
                  <a:lnTo>
                    <a:pt x="715" y="1030"/>
                  </a:lnTo>
                  <a:lnTo>
                    <a:pt x="715" y="1027"/>
                  </a:lnTo>
                  <a:lnTo>
                    <a:pt x="715" y="1030"/>
                  </a:lnTo>
                  <a:lnTo>
                    <a:pt x="715" y="1030"/>
                  </a:lnTo>
                  <a:lnTo>
                    <a:pt x="715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4"/>
                  </a:lnTo>
                  <a:lnTo>
                    <a:pt x="719" y="1034"/>
                  </a:lnTo>
                  <a:lnTo>
                    <a:pt x="719" y="1032"/>
                  </a:lnTo>
                  <a:lnTo>
                    <a:pt x="719" y="1032"/>
                  </a:lnTo>
                  <a:lnTo>
                    <a:pt x="717" y="1032"/>
                  </a:lnTo>
                  <a:lnTo>
                    <a:pt x="717" y="1032"/>
                  </a:lnTo>
                  <a:lnTo>
                    <a:pt x="717" y="1030"/>
                  </a:lnTo>
                  <a:lnTo>
                    <a:pt x="717" y="1030"/>
                  </a:lnTo>
                  <a:lnTo>
                    <a:pt x="719" y="1032"/>
                  </a:lnTo>
                  <a:lnTo>
                    <a:pt x="719" y="1032"/>
                  </a:lnTo>
                  <a:lnTo>
                    <a:pt x="719" y="1030"/>
                  </a:lnTo>
                  <a:lnTo>
                    <a:pt x="719" y="1027"/>
                  </a:lnTo>
                  <a:lnTo>
                    <a:pt x="719" y="1027"/>
                  </a:lnTo>
                  <a:lnTo>
                    <a:pt x="722" y="1030"/>
                  </a:lnTo>
                  <a:lnTo>
                    <a:pt x="722" y="1032"/>
                  </a:lnTo>
                  <a:lnTo>
                    <a:pt x="722" y="1030"/>
                  </a:lnTo>
                  <a:lnTo>
                    <a:pt x="722" y="1027"/>
                  </a:lnTo>
                  <a:lnTo>
                    <a:pt x="724" y="1027"/>
                  </a:lnTo>
                  <a:lnTo>
                    <a:pt x="724" y="1030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4" y="1027"/>
                  </a:lnTo>
                  <a:lnTo>
                    <a:pt x="727" y="1025"/>
                  </a:lnTo>
                  <a:lnTo>
                    <a:pt x="727" y="1025"/>
                  </a:lnTo>
                  <a:lnTo>
                    <a:pt x="727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29" y="1025"/>
                  </a:lnTo>
                  <a:lnTo>
                    <a:pt x="731" y="1025"/>
                  </a:lnTo>
                  <a:lnTo>
                    <a:pt x="734" y="1025"/>
                  </a:lnTo>
                  <a:lnTo>
                    <a:pt x="734" y="1025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lnTo>
                    <a:pt x="734" y="1022"/>
                  </a:lnTo>
                  <a:close/>
                  <a:moveTo>
                    <a:pt x="743" y="450"/>
                  </a:moveTo>
                  <a:lnTo>
                    <a:pt x="743" y="450"/>
                  </a:lnTo>
                  <a:lnTo>
                    <a:pt x="745" y="452"/>
                  </a:lnTo>
                  <a:lnTo>
                    <a:pt x="743" y="450"/>
                  </a:lnTo>
                  <a:lnTo>
                    <a:pt x="743" y="450"/>
                  </a:lnTo>
                  <a:close/>
                  <a:moveTo>
                    <a:pt x="741" y="1015"/>
                  </a:moveTo>
                  <a:lnTo>
                    <a:pt x="741" y="1015"/>
                  </a:lnTo>
                  <a:lnTo>
                    <a:pt x="741" y="1015"/>
                  </a:lnTo>
                  <a:lnTo>
                    <a:pt x="741" y="1015"/>
                  </a:lnTo>
                  <a:lnTo>
                    <a:pt x="741" y="1015"/>
                  </a:lnTo>
                  <a:lnTo>
                    <a:pt x="738" y="1015"/>
                  </a:lnTo>
                  <a:lnTo>
                    <a:pt x="738" y="1015"/>
                  </a:lnTo>
                  <a:lnTo>
                    <a:pt x="738" y="1015"/>
                  </a:lnTo>
                  <a:lnTo>
                    <a:pt x="738" y="1018"/>
                  </a:lnTo>
                  <a:lnTo>
                    <a:pt x="736" y="1020"/>
                  </a:lnTo>
                  <a:lnTo>
                    <a:pt x="736" y="1020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6" y="1018"/>
                  </a:lnTo>
                  <a:lnTo>
                    <a:pt x="734" y="1018"/>
                  </a:lnTo>
                  <a:lnTo>
                    <a:pt x="734" y="1018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4" y="1020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6" y="1022"/>
                  </a:lnTo>
                  <a:lnTo>
                    <a:pt x="738" y="1022"/>
                  </a:lnTo>
                  <a:lnTo>
                    <a:pt x="738" y="1022"/>
                  </a:lnTo>
                  <a:lnTo>
                    <a:pt x="738" y="1022"/>
                  </a:lnTo>
                  <a:lnTo>
                    <a:pt x="738" y="1020"/>
                  </a:lnTo>
                  <a:lnTo>
                    <a:pt x="738" y="1020"/>
                  </a:lnTo>
                  <a:lnTo>
                    <a:pt x="738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20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1" y="1018"/>
                  </a:lnTo>
                  <a:lnTo>
                    <a:pt x="743" y="1015"/>
                  </a:lnTo>
                  <a:lnTo>
                    <a:pt x="741" y="1015"/>
                  </a:lnTo>
                  <a:lnTo>
                    <a:pt x="741" y="1015"/>
                  </a:lnTo>
                  <a:close/>
                  <a:moveTo>
                    <a:pt x="909" y="966"/>
                  </a:moveTo>
                  <a:lnTo>
                    <a:pt x="909" y="963"/>
                  </a:lnTo>
                  <a:lnTo>
                    <a:pt x="909" y="963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6"/>
                  </a:lnTo>
                  <a:lnTo>
                    <a:pt x="909" y="968"/>
                  </a:lnTo>
                  <a:lnTo>
                    <a:pt x="909" y="968"/>
                  </a:lnTo>
                  <a:lnTo>
                    <a:pt x="911" y="968"/>
                  </a:lnTo>
                  <a:lnTo>
                    <a:pt x="911" y="968"/>
                  </a:lnTo>
                  <a:lnTo>
                    <a:pt x="911" y="966"/>
                  </a:lnTo>
                  <a:lnTo>
                    <a:pt x="911" y="966"/>
                  </a:lnTo>
                  <a:lnTo>
                    <a:pt x="909" y="966"/>
                  </a:lnTo>
                  <a:close/>
                  <a:moveTo>
                    <a:pt x="963" y="959"/>
                  </a:moveTo>
                  <a:lnTo>
                    <a:pt x="963" y="959"/>
                  </a:lnTo>
                  <a:lnTo>
                    <a:pt x="963" y="959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3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6"/>
                  </a:lnTo>
                  <a:lnTo>
                    <a:pt x="961" y="959"/>
                  </a:lnTo>
                  <a:lnTo>
                    <a:pt x="963" y="959"/>
                  </a:lnTo>
                  <a:close/>
                  <a:moveTo>
                    <a:pt x="956" y="951"/>
                  </a:moveTo>
                  <a:lnTo>
                    <a:pt x="956" y="951"/>
                  </a:lnTo>
                  <a:lnTo>
                    <a:pt x="956" y="951"/>
                  </a:lnTo>
                  <a:lnTo>
                    <a:pt x="956" y="951"/>
                  </a:lnTo>
                  <a:lnTo>
                    <a:pt x="956" y="951"/>
                  </a:lnTo>
                  <a:lnTo>
                    <a:pt x="958" y="951"/>
                  </a:lnTo>
                  <a:lnTo>
                    <a:pt x="958" y="951"/>
                  </a:lnTo>
                  <a:lnTo>
                    <a:pt x="958" y="951"/>
                  </a:lnTo>
                  <a:lnTo>
                    <a:pt x="958" y="954"/>
                  </a:lnTo>
                  <a:lnTo>
                    <a:pt x="958" y="954"/>
                  </a:lnTo>
                  <a:lnTo>
                    <a:pt x="961" y="954"/>
                  </a:lnTo>
                  <a:lnTo>
                    <a:pt x="961" y="951"/>
                  </a:lnTo>
                  <a:lnTo>
                    <a:pt x="961" y="951"/>
                  </a:lnTo>
                  <a:lnTo>
                    <a:pt x="961" y="951"/>
                  </a:lnTo>
                  <a:lnTo>
                    <a:pt x="961" y="949"/>
                  </a:lnTo>
                  <a:lnTo>
                    <a:pt x="961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8" y="949"/>
                  </a:lnTo>
                  <a:lnTo>
                    <a:pt x="956" y="949"/>
                  </a:lnTo>
                  <a:lnTo>
                    <a:pt x="956" y="949"/>
                  </a:lnTo>
                  <a:lnTo>
                    <a:pt x="956" y="949"/>
                  </a:lnTo>
                  <a:lnTo>
                    <a:pt x="954" y="949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4" y="951"/>
                  </a:lnTo>
                  <a:lnTo>
                    <a:pt x="956" y="951"/>
                  </a:lnTo>
                  <a:close/>
                  <a:moveTo>
                    <a:pt x="911" y="956"/>
                  </a:moveTo>
                  <a:lnTo>
                    <a:pt x="909" y="956"/>
                  </a:lnTo>
                  <a:lnTo>
                    <a:pt x="909" y="956"/>
                  </a:lnTo>
                  <a:lnTo>
                    <a:pt x="906" y="956"/>
                  </a:lnTo>
                  <a:lnTo>
                    <a:pt x="906" y="959"/>
                  </a:lnTo>
                  <a:lnTo>
                    <a:pt x="906" y="959"/>
                  </a:lnTo>
                  <a:lnTo>
                    <a:pt x="906" y="959"/>
                  </a:lnTo>
                  <a:lnTo>
                    <a:pt x="909" y="959"/>
                  </a:lnTo>
                  <a:lnTo>
                    <a:pt x="909" y="959"/>
                  </a:lnTo>
                  <a:lnTo>
                    <a:pt x="909" y="959"/>
                  </a:lnTo>
                  <a:lnTo>
                    <a:pt x="911" y="959"/>
                  </a:lnTo>
                  <a:lnTo>
                    <a:pt x="911" y="959"/>
                  </a:lnTo>
                  <a:lnTo>
                    <a:pt x="911" y="959"/>
                  </a:lnTo>
                  <a:lnTo>
                    <a:pt x="911" y="956"/>
                  </a:lnTo>
                  <a:lnTo>
                    <a:pt x="911" y="956"/>
                  </a:lnTo>
                  <a:lnTo>
                    <a:pt x="911" y="956"/>
                  </a:lnTo>
                  <a:close/>
                  <a:moveTo>
                    <a:pt x="954" y="954"/>
                  </a:moveTo>
                  <a:lnTo>
                    <a:pt x="951" y="954"/>
                  </a:lnTo>
                  <a:lnTo>
                    <a:pt x="951" y="954"/>
                  </a:lnTo>
                  <a:lnTo>
                    <a:pt x="949" y="954"/>
                  </a:lnTo>
                  <a:lnTo>
                    <a:pt x="949" y="954"/>
                  </a:lnTo>
                  <a:lnTo>
                    <a:pt x="949" y="954"/>
                  </a:lnTo>
                  <a:lnTo>
                    <a:pt x="947" y="954"/>
                  </a:lnTo>
                  <a:lnTo>
                    <a:pt x="947" y="954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47" y="956"/>
                  </a:lnTo>
                  <a:lnTo>
                    <a:pt x="951" y="959"/>
                  </a:lnTo>
                  <a:lnTo>
                    <a:pt x="951" y="961"/>
                  </a:lnTo>
                  <a:lnTo>
                    <a:pt x="951" y="961"/>
                  </a:lnTo>
                  <a:lnTo>
                    <a:pt x="951" y="961"/>
                  </a:lnTo>
                  <a:lnTo>
                    <a:pt x="954" y="961"/>
                  </a:lnTo>
                  <a:lnTo>
                    <a:pt x="954" y="959"/>
                  </a:lnTo>
                  <a:lnTo>
                    <a:pt x="954" y="959"/>
                  </a:lnTo>
                  <a:lnTo>
                    <a:pt x="954" y="956"/>
                  </a:lnTo>
                  <a:lnTo>
                    <a:pt x="954" y="954"/>
                  </a:lnTo>
                  <a:lnTo>
                    <a:pt x="954" y="954"/>
                  </a:lnTo>
                  <a:lnTo>
                    <a:pt x="954" y="954"/>
                  </a:lnTo>
                  <a:close/>
                  <a:moveTo>
                    <a:pt x="918" y="961"/>
                  </a:move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8" y="959"/>
                  </a:lnTo>
                  <a:lnTo>
                    <a:pt x="916" y="959"/>
                  </a:lnTo>
                  <a:lnTo>
                    <a:pt x="916" y="959"/>
                  </a:lnTo>
                  <a:lnTo>
                    <a:pt x="916" y="959"/>
                  </a:lnTo>
                  <a:lnTo>
                    <a:pt x="916" y="961"/>
                  </a:lnTo>
                  <a:lnTo>
                    <a:pt x="916" y="961"/>
                  </a:lnTo>
                  <a:lnTo>
                    <a:pt x="918" y="961"/>
                  </a:lnTo>
                  <a:lnTo>
                    <a:pt x="918" y="963"/>
                  </a:lnTo>
                  <a:lnTo>
                    <a:pt x="918" y="963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lnTo>
                    <a:pt x="918" y="961"/>
                  </a:lnTo>
                  <a:close/>
                  <a:moveTo>
                    <a:pt x="947" y="963"/>
                  </a:moveTo>
                  <a:lnTo>
                    <a:pt x="947" y="963"/>
                  </a:lnTo>
                  <a:lnTo>
                    <a:pt x="947" y="963"/>
                  </a:lnTo>
                  <a:lnTo>
                    <a:pt x="947" y="963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4" y="961"/>
                  </a:lnTo>
                  <a:lnTo>
                    <a:pt x="944" y="961"/>
                  </a:lnTo>
                  <a:lnTo>
                    <a:pt x="947" y="961"/>
                  </a:lnTo>
                  <a:lnTo>
                    <a:pt x="947" y="961"/>
                  </a:lnTo>
                  <a:lnTo>
                    <a:pt x="947" y="959"/>
                  </a:lnTo>
                  <a:lnTo>
                    <a:pt x="944" y="959"/>
                  </a:lnTo>
                  <a:lnTo>
                    <a:pt x="944" y="959"/>
                  </a:lnTo>
                  <a:lnTo>
                    <a:pt x="944" y="959"/>
                  </a:lnTo>
                  <a:lnTo>
                    <a:pt x="944" y="956"/>
                  </a:lnTo>
                  <a:lnTo>
                    <a:pt x="944" y="956"/>
                  </a:lnTo>
                  <a:lnTo>
                    <a:pt x="947" y="954"/>
                  </a:lnTo>
                  <a:lnTo>
                    <a:pt x="947" y="954"/>
                  </a:lnTo>
                  <a:lnTo>
                    <a:pt x="947" y="951"/>
                  </a:lnTo>
                  <a:lnTo>
                    <a:pt x="947" y="951"/>
                  </a:lnTo>
                  <a:lnTo>
                    <a:pt x="947" y="951"/>
                  </a:lnTo>
                  <a:lnTo>
                    <a:pt x="944" y="951"/>
                  </a:lnTo>
                  <a:lnTo>
                    <a:pt x="944" y="951"/>
                  </a:lnTo>
                  <a:lnTo>
                    <a:pt x="944" y="954"/>
                  </a:lnTo>
                  <a:lnTo>
                    <a:pt x="944" y="954"/>
                  </a:lnTo>
                  <a:lnTo>
                    <a:pt x="944" y="956"/>
                  </a:lnTo>
                  <a:lnTo>
                    <a:pt x="944" y="956"/>
                  </a:lnTo>
                  <a:lnTo>
                    <a:pt x="944" y="954"/>
                  </a:lnTo>
                  <a:lnTo>
                    <a:pt x="942" y="954"/>
                  </a:lnTo>
                  <a:lnTo>
                    <a:pt x="942" y="954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6"/>
                  </a:lnTo>
                  <a:lnTo>
                    <a:pt x="942" y="954"/>
                  </a:lnTo>
                  <a:lnTo>
                    <a:pt x="942" y="954"/>
                  </a:lnTo>
                  <a:lnTo>
                    <a:pt x="942" y="951"/>
                  </a:lnTo>
                  <a:lnTo>
                    <a:pt x="942" y="949"/>
                  </a:lnTo>
                  <a:lnTo>
                    <a:pt x="939" y="949"/>
                  </a:lnTo>
                  <a:lnTo>
                    <a:pt x="939" y="951"/>
                  </a:lnTo>
                  <a:lnTo>
                    <a:pt x="937" y="951"/>
                  </a:lnTo>
                  <a:lnTo>
                    <a:pt x="935" y="954"/>
                  </a:lnTo>
                  <a:lnTo>
                    <a:pt x="935" y="954"/>
                  </a:lnTo>
                  <a:lnTo>
                    <a:pt x="935" y="956"/>
                  </a:lnTo>
                  <a:lnTo>
                    <a:pt x="935" y="956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59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5" y="961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5" y="966"/>
                  </a:lnTo>
                  <a:lnTo>
                    <a:pt x="935" y="966"/>
                  </a:lnTo>
                  <a:lnTo>
                    <a:pt x="937" y="966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7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39" y="961"/>
                  </a:lnTo>
                  <a:lnTo>
                    <a:pt x="942" y="961"/>
                  </a:lnTo>
                  <a:lnTo>
                    <a:pt x="942" y="963"/>
                  </a:lnTo>
                  <a:lnTo>
                    <a:pt x="942" y="963"/>
                  </a:lnTo>
                  <a:lnTo>
                    <a:pt x="939" y="963"/>
                  </a:lnTo>
                  <a:lnTo>
                    <a:pt x="939" y="963"/>
                  </a:lnTo>
                  <a:lnTo>
                    <a:pt x="942" y="963"/>
                  </a:lnTo>
                  <a:lnTo>
                    <a:pt x="942" y="966"/>
                  </a:lnTo>
                  <a:lnTo>
                    <a:pt x="942" y="966"/>
                  </a:lnTo>
                  <a:lnTo>
                    <a:pt x="942" y="966"/>
                  </a:lnTo>
                  <a:lnTo>
                    <a:pt x="944" y="966"/>
                  </a:lnTo>
                  <a:lnTo>
                    <a:pt x="944" y="966"/>
                  </a:lnTo>
                  <a:lnTo>
                    <a:pt x="944" y="968"/>
                  </a:lnTo>
                  <a:lnTo>
                    <a:pt x="947" y="966"/>
                  </a:lnTo>
                  <a:lnTo>
                    <a:pt x="947" y="966"/>
                  </a:lnTo>
                  <a:lnTo>
                    <a:pt x="947" y="963"/>
                  </a:lnTo>
                  <a:lnTo>
                    <a:pt x="944" y="963"/>
                  </a:lnTo>
                  <a:lnTo>
                    <a:pt x="947" y="963"/>
                  </a:lnTo>
                  <a:lnTo>
                    <a:pt x="947" y="963"/>
                  </a:lnTo>
                  <a:lnTo>
                    <a:pt x="949" y="963"/>
                  </a:lnTo>
                  <a:lnTo>
                    <a:pt x="949" y="963"/>
                  </a:lnTo>
                  <a:lnTo>
                    <a:pt x="947" y="963"/>
                  </a:lnTo>
                  <a:close/>
                  <a:moveTo>
                    <a:pt x="968" y="966"/>
                  </a:moveTo>
                  <a:lnTo>
                    <a:pt x="968" y="968"/>
                  </a:lnTo>
                  <a:lnTo>
                    <a:pt x="968" y="968"/>
                  </a:lnTo>
                  <a:lnTo>
                    <a:pt x="965" y="968"/>
                  </a:lnTo>
                  <a:lnTo>
                    <a:pt x="968" y="966"/>
                  </a:lnTo>
                  <a:lnTo>
                    <a:pt x="968" y="963"/>
                  </a:lnTo>
                  <a:lnTo>
                    <a:pt x="968" y="963"/>
                  </a:lnTo>
                  <a:lnTo>
                    <a:pt x="968" y="963"/>
                  </a:lnTo>
                  <a:lnTo>
                    <a:pt x="968" y="961"/>
                  </a:lnTo>
                  <a:lnTo>
                    <a:pt x="968" y="961"/>
                  </a:lnTo>
                  <a:lnTo>
                    <a:pt x="968" y="961"/>
                  </a:lnTo>
                  <a:lnTo>
                    <a:pt x="968" y="959"/>
                  </a:lnTo>
                  <a:lnTo>
                    <a:pt x="968" y="961"/>
                  </a:lnTo>
                  <a:lnTo>
                    <a:pt x="965" y="961"/>
                  </a:lnTo>
                  <a:lnTo>
                    <a:pt x="965" y="961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3"/>
                  </a:lnTo>
                  <a:lnTo>
                    <a:pt x="965" y="966"/>
                  </a:lnTo>
                  <a:lnTo>
                    <a:pt x="965" y="966"/>
                  </a:lnTo>
                  <a:lnTo>
                    <a:pt x="961" y="963"/>
                  </a:lnTo>
                  <a:lnTo>
                    <a:pt x="963" y="966"/>
                  </a:lnTo>
                  <a:lnTo>
                    <a:pt x="963" y="968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3" y="970"/>
                  </a:lnTo>
                  <a:lnTo>
                    <a:pt x="961" y="970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8"/>
                  </a:lnTo>
                  <a:lnTo>
                    <a:pt x="961" y="966"/>
                  </a:lnTo>
                  <a:lnTo>
                    <a:pt x="958" y="968"/>
                  </a:lnTo>
                  <a:lnTo>
                    <a:pt x="961" y="968"/>
                  </a:lnTo>
                  <a:lnTo>
                    <a:pt x="961" y="970"/>
                  </a:lnTo>
                  <a:lnTo>
                    <a:pt x="961" y="970"/>
                  </a:lnTo>
                  <a:lnTo>
                    <a:pt x="961" y="970"/>
                  </a:lnTo>
                  <a:lnTo>
                    <a:pt x="958" y="968"/>
                  </a:lnTo>
                  <a:lnTo>
                    <a:pt x="958" y="968"/>
                  </a:lnTo>
                  <a:lnTo>
                    <a:pt x="956" y="968"/>
                  </a:lnTo>
                  <a:lnTo>
                    <a:pt x="956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0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58" y="973"/>
                  </a:lnTo>
                  <a:lnTo>
                    <a:pt x="961" y="973"/>
                  </a:lnTo>
                  <a:lnTo>
                    <a:pt x="961" y="975"/>
                  </a:lnTo>
                  <a:lnTo>
                    <a:pt x="958" y="975"/>
                  </a:lnTo>
                  <a:lnTo>
                    <a:pt x="958" y="975"/>
                  </a:lnTo>
                  <a:lnTo>
                    <a:pt x="958" y="975"/>
                  </a:lnTo>
                  <a:lnTo>
                    <a:pt x="956" y="980"/>
                  </a:lnTo>
                  <a:lnTo>
                    <a:pt x="956" y="980"/>
                  </a:lnTo>
                  <a:lnTo>
                    <a:pt x="954" y="980"/>
                  </a:lnTo>
                  <a:lnTo>
                    <a:pt x="954" y="980"/>
                  </a:lnTo>
                  <a:lnTo>
                    <a:pt x="954" y="982"/>
                  </a:lnTo>
                  <a:lnTo>
                    <a:pt x="954" y="982"/>
                  </a:lnTo>
                  <a:lnTo>
                    <a:pt x="954" y="982"/>
                  </a:lnTo>
                  <a:lnTo>
                    <a:pt x="956" y="985"/>
                  </a:lnTo>
                  <a:lnTo>
                    <a:pt x="956" y="982"/>
                  </a:lnTo>
                  <a:lnTo>
                    <a:pt x="956" y="980"/>
                  </a:lnTo>
                  <a:lnTo>
                    <a:pt x="958" y="980"/>
                  </a:lnTo>
                  <a:lnTo>
                    <a:pt x="958" y="977"/>
                  </a:lnTo>
                  <a:lnTo>
                    <a:pt x="961" y="977"/>
                  </a:lnTo>
                  <a:lnTo>
                    <a:pt x="961" y="975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3" y="973"/>
                  </a:lnTo>
                  <a:lnTo>
                    <a:pt x="965" y="973"/>
                  </a:lnTo>
                  <a:lnTo>
                    <a:pt x="965" y="973"/>
                  </a:lnTo>
                  <a:lnTo>
                    <a:pt x="965" y="973"/>
                  </a:lnTo>
                  <a:lnTo>
                    <a:pt x="963" y="970"/>
                  </a:lnTo>
                  <a:lnTo>
                    <a:pt x="965" y="970"/>
                  </a:lnTo>
                  <a:lnTo>
                    <a:pt x="965" y="968"/>
                  </a:lnTo>
                  <a:lnTo>
                    <a:pt x="965" y="968"/>
                  </a:lnTo>
                  <a:lnTo>
                    <a:pt x="965" y="970"/>
                  </a:lnTo>
                  <a:lnTo>
                    <a:pt x="965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70"/>
                  </a:lnTo>
                  <a:lnTo>
                    <a:pt x="968" y="968"/>
                  </a:lnTo>
                  <a:lnTo>
                    <a:pt x="968" y="968"/>
                  </a:lnTo>
                  <a:lnTo>
                    <a:pt x="970" y="968"/>
                  </a:lnTo>
                  <a:lnTo>
                    <a:pt x="970" y="968"/>
                  </a:lnTo>
                  <a:lnTo>
                    <a:pt x="970" y="966"/>
                  </a:lnTo>
                  <a:lnTo>
                    <a:pt x="968" y="966"/>
                  </a:lnTo>
                  <a:lnTo>
                    <a:pt x="968" y="966"/>
                  </a:lnTo>
                  <a:close/>
                  <a:moveTo>
                    <a:pt x="989" y="982"/>
                  </a:moveTo>
                  <a:lnTo>
                    <a:pt x="989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4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2"/>
                  </a:lnTo>
                  <a:lnTo>
                    <a:pt x="987" y="985"/>
                  </a:lnTo>
                  <a:lnTo>
                    <a:pt x="987" y="985"/>
                  </a:lnTo>
                  <a:lnTo>
                    <a:pt x="987" y="985"/>
                  </a:lnTo>
                  <a:lnTo>
                    <a:pt x="987" y="987"/>
                  </a:lnTo>
                  <a:lnTo>
                    <a:pt x="989" y="985"/>
                  </a:lnTo>
                  <a:lnTo>
                    <a:pt x="989" y="985"/>
                  </a:lnTo>
                  <a:lnTo>
                    <a:pt x="989" y="985"/>
                  </a:lnTo>
                  <a:lnTo>
                    <a:pt x="989" y="982"/>
                  </a:lnTo>
                  <a:lnTo>
                    <a:pt x="989" y="982"/>
                  </a:lnTo>
                  <a:close/>
                  <a:moveTo>
                    <a:pt x="991" y="930"/>
                  </a:moveTo>
                  <a:lnTo>
                    <a:pt x="989" y="930"/>
                  </a:lnTo>
                  <a:lnTo>
                    <a:pt x="989" y="930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89" y="932"/>
                  </a:lnTo>
                  <a:lnTo>
                    <a:pt x="991" y="932"/>
                  </a:lnTo>
                  <a:lnTo>
                    <a:pt x="991" y="932"/>
                  </a:lnTo>
                  <a:lnTo>
                    <a:pt x="991" y="932"/>
                  </a:lnTo>
                  <a:lnTo>
                    <a:pt x="991" y="930"/>
                  </a:lnTo>
                  <a:lnTo>
                    <a:pt x="991" y="930"/>
                  </a:lnTo>
                  <a:close/>
                  <a:moveTo>
                    <a:pt x="1010" y="928"/>
                  </a:moveTo>
                  <a:lnTo>
                    <a:pt x="1010" y="928"/>
                  </a:lnTo>
                  <a:lnTo>
                    <a:pt x="1010" y="928"/>
                  </a:lnTo>
                  <a:lnTo>
                    <a:pt x="1008" y="928"/>
                  </a:lnTo>
                  <a:lnTo>
                    <a:pt x="1008" y="928"/>
                  </a:lnTo>
                  <a:lnTo>
                    <a:pt x="1008" y="925"/>
                  </a:lnTo>
                  <a:lnTo>
                    <a:pt x="1006" y="925"/>
                  </a:lnTo>
                  <a:lnTo>
                    <a:pt x="1006" y="928"/>
                  </a:lnTo>
                  <a:lnTo>
                    <a:pt x="1006" y="928"/>
                  </a:lnTo>
                  <a:lnTo>
                    <a:pt x="1003" y="930"/>
                  </a:lnTo>
                  <a:lnTo>
                    <a:pt x="1003" y="930"/>
                  </a:lnTo>
                  <a:lnTo>
                    <a:pt x="1003" y="930"/>
                  </a:lnTo>
                  <a:lnTo>
                    <a:pt x="1006" y="932"/>
                  </a:lnTo>
                  <a:lnTo>
                    <a:pt x="1006" y="932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30"/>
                  </a:lnTo>
                  <a:lnTo>
                    <a:pt x="1006" y="928"/>
                  </a:lnTo>
                  <a:lnTo>
                    <a:pt x="1008" y="928"/>
                  </a:lnTo>
                  <a:lnTo>
                    <a:pt x="1010" y="930"/>
                  </a:lnTo>
                  <a:lnTo>
                    <a:pt x="1010" y="930"/>
                  </a:lnTo>
                  <a:lnTo>
                    <a:pt x="1010" y="928"/>
                  </a:lnTo>
                  <a:close/>
                  <a:moveTo>
                    <a:pt x="984" y="977"/>
                  </a:move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7"/>
                  </a:lnTo>
                  <a:lnTo>
                    <a:pt x="984" y="975"/>
                  </a:lnTo>
                  <a:lnTo>
                    <a:pt x="984" y="977"/>
                  </a:lnTo>
                  <a:lnTo>
                    <a:pt x="984" y="975"/>
                  </a:lnTo>
                  <a:lnTo>
                    <a:pt x="984" y="975"/>
                  </a:lnTo>
                  <a:lnTo>
                    <a:pt x="987" y="975"/>
                  </a:lnTo>
                  <a:lnTo>
                    <a:pt x="984" y="975"/>
                  </a:lnTo>
                  <a:lnTo>
                    <a:pt x="984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2" y="975"/>
                  </a:lnTo>
                  <a:lnTo>
                    <a:pt x="980" y="977"/>
                  </a:lnTo>
                  <a:lnTo>
                    <a:pt x="982" y="977"/>
                  </a:lnTo>
                  <a:lnTo>
                    <a:pt x="982" y="977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0"/>
                  </a:lnTo>
                  <a:lnTo>
                    <a:pt x="982" y="982"/>
                  </a:lnTo>
                  <a:lnTo>
                    <a:pt x="982" y="982"/>
                  </a:lnTo>
                  <a:lnTo>
                    <a:pt x="984" y="982"/>
                  </a:lnTo>
                  <a:lnTo>
                    <a:pt x="984" y="980"/>
                  </a:lnTo>
                  <a:lnTo>
                    <a:pt x="984" y="977"/>
                  </a:lnTo>
                  <a:close/>
                  <a:moveTo>
                    <a:pt x="977" y="989"/>
                  </a:move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7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89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5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77" y="992"/>
                  </a:lnTo>
                  <a:lnTo>
                    <a:pt x="980" y="992"/>
                  </a:lnTo>
                  <a:lnTo>
                    <a:pt x="980" y="992"/>
                  </a:lnTo>
                  <a:lnTo>
                    <a:pt x="977" y="989"/>
                  </a:lnTo>
                  <a:close/>
                  <a:moveTo>
                    <a:pt x="814" y="348"/>
                  </a:move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6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lnTo>
                    <a:pt x="814" y="348"/>
                  </a:lnTo>
                  <a:close/>
                  <a:moveTo>
                    <a:pt x="980" y="973"/>
                  </a:moveTo>
                  <a:lnTo>
                    <a:pt x="980" y="973"/>
                  </a:lnTo>
                  <a:lnTo>
                    <a:pt x="980" y="970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3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80" y="966"/>
                  </a:lnTo>
                  <a:lnTo>
                    <a:pt x="977" y="966"/>
                  </a:lnTo>
                  <a:lnTo>
                    <a:pt x="977" y="966"/>
                  </a:lnTo>
                  <a:lnTo>
                    <a:pt x="977" y="968"/>
                  </a:lnTo>
                  <a:lnTo>
                    <a:pt x="977" y="968"/>
                  </a:lnTo>
                  <a:lnTo>
                    <a:pt x="977" y="968"/>
                  </a:lnTo>
                  <a:lnTo>
                    <a:pt x="980" y="968"/>
                  </a:lnTo>
                  <a:lnTo>
                    <a:pt x="980" y="968"/>
                  </a:lnTo>
                  <a:lnTo>
                    <a:pt x="980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5" y="970"/>
                  </a:lnTo>
                  <a:lnTo>
                    <a:pt x="975" y="970"/>
                  </a:lnTo>
                  <a:lnTo>
                    <a:pt x="975" y="970"/>
                  </a:lnTo>
                  <a:lnTo>
                    <a:pt x="977" y="970"/>
                  </a:lnTo>
                  <a:lnTo>
                    <a:pt x="977" y="970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5" y="973"/>
                  </a:lnTo>
                  <a:lnTo>
                    <a:pt x="975" y="973"/>
                  </a:lnTo>
                  <a:lnTo>
                    <a:pt x="975" y="973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5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5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77" y="973"/>
                  </a:lnTo>
                  <a:lnTo>
                    <a:pt x="980" y="973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5"/>
                  </a:lnTo>
                  <a:lnTo>
                    <a:pt x="980" y="973"/>
                  </a:lnTo>
                  <a:close/>
                  <a:moveTo>
                    <a:pt x="871" y="1001"/>
                  </a:moveTo>
                  <a:lnTo>
                    <a:pt x="871" y="999"/>
                  </a:lnTo>
                  <a:lnTo>
                    <a:pt x="871" y="999"/>
                  </a:lnTo>
                  <a:lnTo>
                    <a:pt x="871" y="999"/>
                  </a:lnTo>
                  <a:lnTo>
                    <a:pt x="871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8" y="999"/>
                  </a:lnTo>
                  <a:lnTo>
                    <a:pt x="866" y="999"/>
                  </a:lnTo>
                  <a:lnTo>
                    <a:pt x="866" y="996"/>
                  </a:lnTo>
                  <a:lnTo>
                    <a:pt x="864" y="996"/>
                  </a:lnTo>
                  <a:lnTo>
                    <a:pt x="864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6"/>
                  </a:lnTo>
                  <a:lnTo>
                    <a:pt x="861" y="999"/>
                  </a:lnTo>
                  <a:lnTo>
                    <a:pt x="861" y="999"/>
                  </a:lnTo>
                  <a:lnTo>
                    <a:pt x="861" y="1001"/>
                  </a:lnTo>
                  <a:lnTo>
                    <a:pt x="864" y="1001"/>
                  </a:lnTo>
                  <a:lnTo>
                    <a:pt x="864" y="1001"/>
                  </a:lnTo>
                  <a:lnTo>
                    <a:pt x="864" y="1001"/>
                  </a:lnTo>
                  <a:lnTo>
                    <a:pt x="866" y="1003"/>
                  </a:lnTo>
                  <a:lnTo>
                    <a:pt x="866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8" y="1003"/>
                  </a:lnTo>
                  <a:lnTo>
                    <a:pt x="866" y="1003"/>
                  </a:lnTo>
                  <a:lnTo>
                    <a:pt x="871" y="1003"/>
                  </a:lnTo>
                  <a:lnTo>
                    <a:pt x="871" y="1003"/>
                  </a:lnTo>
                  <a:lnTo>
                    <a:pt x="871" y="1003"/>
                  </a:lnTo>
                  <a:lnTo>
                    <a:pt x="871" y="1001"/>
                  </a:lnTo>
                  <a:lnTo>
                    <a:pt x="871" y="1001"/>
                  </a:lnTo>
                  <a:lnTo>
                    <a:pt x="871" y="1001"/>
                  </a:lnTo>
                  <a:close/>
                  <a:moveTo>
                    <a:pt x="847" y="959"/>
                  </a:moveTo>
                  <a:lnTo>
                    <a:pt x="847" y="959"/>
                  </a:lnTo>
                  <a:lnTo>
                    <a:pt x="847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7" y="959"/>
                  </a:lnTo>
                  <a:lnTo>
                    <a:pt x="845" y="959"/>
                  </a:lnTo>
                  <a:lnTo>
                    <a:pt x="845" y="959"/>
                  </a:lnTo>
                  <a:lnTo>
                    <a:pt x="847" y="959"/>
                  </a:lnTo>
                  <a:close/>
                  <a:moveTo>
                    <a:pt x="677" y="999"/>
                  </a:moveTo>
                  <a:lnTo>
                    <a:pt x="675" y="996"/>
                  </a:lnTo>
                  <a:lnTo>
                    <a:pt x="675" y="996"/>
                  </a:lnTo>
                  <a:lnTo>
                    <a:pt x="675" y="999"/>
                  </a:lnTo>
                  <a:lnTo>
                    <a:pt x="677" y="999"/>
                  </a:lnTo>
                  <a:close/>
                  <a:moveTo>
                    <a:pt x="876" y="1003"/>
                  </a:moveTo>
                  <a:lnTo>
                    <a:pt x="876" y="1003"/>
                  </a:lnTo>
                  <a:lnTo>
                    <a:pt x="876" y="1003"/>
                  </a:lnTo>
                  <a:lnTo>
                    <a:pt x="876" y="1003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1"/>
                  </a:lnTo>
                  <a:lnTo>
                    <a:pt x="873" y="1003"/>
                  </a:lnTo>
                  <a:lnTo>
                    <a:pt x="873" y="1003"/>
                  </a:lnTo>
                  <a:lnTo>
                    <a:pt x="873" y="1003"/>
                  </a:lnTo>
                  <a:lnTo>
                    <a:pt x="876" y="1006"/>
                  </a:lnTo>
                  <a:lnTo>
                    <a:pt x="876" y="1006"/>
                  </a:lnTo>
                  <a:lnTo>
                    <a:pt x="878" y="1003"/>
                  </a:lnTo>
                  <a:lnTo>
                    <a:pt x="878" y="1003"/>
                  </a:lnTo>
                  <a:lnTo>
                    <a:pt x="876" y="1003"/>
                  </a:lnTo>
                  <a:lnTo>
                    <a:pt x="876" y="1003"/>
                  </a:lnTo>
                  <a:close/>
                  <a:moveTo>
                    <a:pt x="790" y="1001"/>
                  </a:moveTo>
                  <a:lnTo>
                    <a:pt x="790" y="1001"/>
                  </a:lnTo>
                  <a:lnTo>
                    <a:pt x="788" y="1003"/>
                  </a:lnTo>
                  <a:lnTo>
                    <a:pt x="788" y="1003"/>
                  </a:lnTo>
                  <a:lnTo>
                    <a:pt x="788" y="1003"/>
                  </a:lnTo>
                  <a:lnTo>
                    <a:pt x="790" y="1003"/>
                  </a:lnTo>
                  <a:lnTo>
                    <a:pt x="793" y="1003"/>
                  </a:lnTo>
                  <a:lnTo>
                    <a:pt x="793" y="1003"/>
                  </a:lnTo>
                  <a:lnTo>
                    <a:pt x="793" y="1001"/>
                  </a:lnTo>
                  <a:lnTo>
                    <a:pt x="790" y="1001"/>
                  </a:lnTo>
                  <a:close/>
                  <a:moveTo>
                    <a:pt x="854" y="985"/>
                  </a:move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4" y="980"/>
                  </a:lnTo>
                  <a:lnTo>
                    <a:pt x="854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2" y="977"/>
                  </a:lnTo>
                  <a:lnTo>
                    <a:pt x="850" y="977"/>
                  </a:lnTo>
                  <a:lnTo>
                    <a:pt x="850" y="977"/>
                  </a:lnTo>
                  <a:lnTo>
                    <a:pt x="847" y="977"/>
                  </a:lnTo>
                  <a:lnTo>
                    <a:pt x="847" y="977"/>
                  </a:lnTo>
                  <a:lnTo>
                    <a:pt x="847" y="977"/>
                  </a:lnTo>
                  <a:lnTo>
                    <a:pt x="845" y="975"/>
                  </a:lnTo>
                  <a:lnTo>
                    <a:pt x="845" y="973"/>
                  </a:lnTo>
                  <a:lnTo>
                    <a:pt x="845" y="970"/>
                  </a:lnTo>
                  <a:lnTo>
                    <a:pt x="845" y="968"/>
                  </a:lnTo>
                  <a:lnTo>
                    <a:pt x="845" y="966"/>
                  </a:lnTo>
                  <a:lnTo>
                    <a:pt x="845" y="966"/>
                  </a:lnTo>
                  <a:lnTo>
                    <a:pt x="845" y="966"/>
                  </a:lnTo>
                  <a:lnTo>
                    <a:pt x="842" y="963"/>
                  </a:lnTo>
                  <a:lnTo>
                    <a:pt x="842" y="963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2" y="961"/>
                  </a:lnTo>
                  <a:lnTo>
                    <a:pt x="840" y="959"/>
                  </a:lnTo>
                  <a:lnTo>
                    <a:pt x="838" y="959"/>
                  </a:lnTo>
                  <a:lnTo>
                    <a:pt x="835" y="959"/>
                  </a:lnTo>
                  <a:lnTo>
                    <a:pt x="833" y="959"/>
                  </a:lnTo>
                  <a:lnTo>
                    <a:pt x="833" y="959"/>
                  </a:lnTo>
                  <a:lnTo>
                    <a:pt x="833" y="959"/>
                  </a:lnTo>
                  <a:lnTo>
                    <a:pt x="828" y="959"/>
                  </a:lnTo>
                  <a:lnTo>
                    <a:pt x="828" y="959"/>
                  </a:lnTo>
                  <a:lnTo>
                    <a:pt x="826" y="961"/>
                  </a:lnTo>
                  <a:lnTo>
                    <a:pt x="826" y="961"/>
                  </a:lnTo>
                  <a:lnTo>
                    <a:pt x="824" y="961"/>
                  </a:lnTo>
                  <a:lnTo>
                    <a:pt x="821" y="961"/>
                  </a:lnTo>
                  <a:lnTo>
                    <a:pt x="821" y="961"/>
                  </a:lnTo>
                  <a:lnTo>
                    <a:pt x="819" y="963"/>
                  </a:lnTo>
                  <a:lnTo>
                    <a:pt x="816" y="963"/>
                  </a:lnTo>
                  <a:lnTo>
                    <a:pt x="819" y="963"/>
                  </a:lnTo>
                  <a:lnTo>
                    <a:pt x="819" y="966"/>
                  </a:lnTo>
                  <a:lnTo>
                    <a:pt x="816" y="966"/>
                  </a:lnTo>
                  <a:lnTo>
                    <a:pt x="814" y="966"/>
                  </a:lnTo>
                  <a:lnTo>
                    <a:pt x="814" y="963"/>
                  </a:lnTo>
                  <a:lnTo>
                    <a:pt x="812" y="963"/>
                  </a:lnTo>
                  <a:lnTo>
                    <a:pt x="812" y="963"/>
                  </a:lnTo>
                  <a:lnTo>
                    <a:pt x="809" y="961"/>
                  </a:lnTo>
                  <a:lnTo>
                    <a:pt x="809" y="963"/>
                  </a:lnTo>
                  <a:lnTo>
                    <a:pt x="807" y="963"/>
                  </a:lnTo>
                  <a:lnTo>
                    <a:pt x="807" y="963"/>
                  </a:lnTo>
                  <a:lnTo>
                    <a:pt x="805" y="966"/>
                  </a:lnTo>
                  <a:lnTo>
                    <a:pt x="805" y="966"/>
                  </a:lnTo>
                  <a:lnTo>
                    <a:pt x="800" y="975"/>
                  </a:lnTo>
                  <a:lnTo>
                    <a:pt x="798" y="977"/>
                  </a:lnTo>
                  <a:lnTo>
                    <a:pt x="795" y="977"/>
                  </a:lnTo>
                  <a:lnTo>
                    <a:pt x="793" y="977"/>
                  </a:lnTo>
                  <a:lnTo>
                    <a:pt x="790" y="977"/>
                  </a:lnTo>
                  <a:lnTo>
                    <a:pt x="790" y="980"/>
                  </a:lnTo>
                  <a:lnTo>
                    <a:pt x="788" y="980"/>
                  </a:lnTo>
                  <a:lnTo>
                    <a:pt x="790" y="982"/>
                  </a:lnTo>
                  <a:lnTo>
                    <a:pt x="790" y="982"/>
                  </a:lnTo>
                  <a:lnTo>
                    <a:pt x="790" y="982"/>
                  </a:lnTo>
                  <a:lnTo>
                    <a:pt x="790" y="985"/>
                  </a:lnTo>
                  <a:lnTo>
                    <a:pt x="790" y="985"/>
                  </a:lnTo>
                  <a:lnTo>
                    <a:pt x="790" y="985"/>
                  </a:lnTo>
                  <a:lnTo>
                    <a:pt x="790" y="987"/>
                  </a:lnTo>
                  <a:lnTo>
                    <a:pt x="790" y="987"/>
                  </a:lnTo>
                  <a:lnTo>
                    <a:pt x="790" y="987"/>
                  </a:lnTo>
                  <a:lnTo>
                    <a:pt x="790" y="989"/>
                  </a:lnTo>
                  <a:lnTo>
                    <a:pt x="793" y="989"/>
                  </a:lnTo>
                  <a:lnTo>
                    <a:pt x="793" y="992"/>
                  </a:lnTo>
                  <a:lnTo>
                    <a:pt x="798" y="992"/>
                  </a:lnTo>
                  <a:lnTo>
                    <a:pt x="798" y="992"/>
                  </a:lnTo>
                  <a:lnTo>
                    <a:pt x="800" y="992"/>
                  </a:lnTo>
                  <a:lnTo>
                    <a:pt x="800" y="992"/>
                  </a:lnTo>
                  <a:lnTo>
                    <a:pt x="802" y="992"/>
                  </a:lnTo>
                  <a:lnTo>
                    <a:pt x="805" y="992"/>
                  </a:lnTo>
                  <a:lnTo>
                    <a:pt x="807" y="992"/>
                  </a:lnTo>
                  <a:lnTo>
                    <a:pt x="809" y="989"/>
                  </a:lnTo>
                  <a:lnTo>
                    <a:pt x="809" y="989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09" y="987"/>
                  </a:lnTo>
                  <a:lnTo>
                    <a:pt x="814" y="982"/>
                  </a:lnTo>
                  <a:lnTo>
                    <a:pt x="816" y="982"/>
                  </a:lnTo>
                  <a:lnTo>
                    <a:pt x="819" y="982"/>
                  </a:lnTo>
                  <a:lnTo>
                    <a:pt x="831" y="982"/>
                  </a:lnTo>
                  <a:lnTo>
                    <a:pt x="833" y="985"/>
                  </a:lnTo>
                  <a:lnTo>
                    <a:pt x="835" y="985"/>
                  </a:lnTo>
                  <a:lnTo>
                    <a:pt x="838" y="985"/>
                  </a:lnTo>
                  <a:lnTo>
                    <a:pt x="840" y="985"/>
                  </a:lnTo>
                  <a:lnTo>
                    <a:pt x="840" y="982"/>
                  </a:lnTo>
                  <a:lnTo>
                    <a:pt x="842" y="982"/>
                  </a:lnTo>
                  <a:lnTo>
                    <a:pt x="842" y="982"/>
                  </a:lnTo>
                  <a:lnTo>
                    <a:pt x="842" y="982"/>
                  </a:lnTo>
                  <a:lnTo>
                    <a:pt x="842" y="980"/>
                  </a:lnTo>
                  <a:lnTo>
                    <a:pt x="842" y="977"/>
                  </a:lnTo>
                  <a:lnTo>
                    <a:pt x="842" y="977"/>
                  </a:lnTo>
                  <a:lnTo>
                    <a:pt x="845" y="977"/>
                  </a:lnTo>
                  <a:lnTo>
                    <a:pt x="845" y="977"/>
                  </a:lnTo>
                  <a:lnTo>
                    <a:pt x="847" y="977"/>
                  </a:lnTo>
                  <a:lnTo>
                    <a:pt x="847" y="980"/>
                  </a:lnTo>
                  <a:lnTo>
                    <a:pt x="847" y="980"/>
                  </a:lnTo>
                  <a:lnTo>
                    <a:pt x="847" y="980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0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2" y="982"/>
                  </a:lnTo>
                  <a:lnTo>
                    <a:pt x="854" y="982"/>
                  </a:lnTo>
                  <a:lnTo>
                    <a:pt x="854" y="982"/>
                  </a:lnTo>
                  <a:lnTo>
                    <a:pt x="852" y="985"/>
                  </a:lnTo>
                  <a:lnTo>
                    <a:pt x="852" y="985"/>
                  </a:lnTo>
                  <a:lnTo>
                    <a:pt x="852" y="985"/>
                  </a:lnTo>
                  <a:lnTo>
                    <a:pt x="854" y="985"/>
                  </a:lnTo>
                  <a:lnTo>
                    <a:pt x="857" y="985"/>
                  </a:lnTo>
                  <a:lnTo>
                    <a:pt x="857" y="985"/>
                  </a:lnTo>
                  <a:lnTo>
                    <a:pt x="854" y="985"/>
                  </a:lnTo>
                  <a:close/>
                  <a:moveTo>
                    <a:pt x="864" y="970"/>
                  </a:moveTo>
                  <a:lnTo>
                    <a:pt x="864" y="970"/>
                  </a:lnTo>
                  <a:lnTo>
                    <a:pt x="864" y="970"/>
                  </a:lnTo>
                  <a:lnTo>
                    <a:pt x="864" y="973"/>
                  </a:lnTo>
                  <a:lnTo>
                    <a:pt x="864" y="973"/>
                  </a:lnTo>
                  <a:lnTo>
                    <a:pt x="864" y="970"/>
                  </a:lnTo>
                  <a:close/>
                  <a:moveTo>
                    <a:pt x="904" y="961"/>
                  </a:move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4" y="961"/>
                  </a:lnTo>
                  <a:lnTo>
                    <a:pt x="902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1"/>
                  </a:lnTo>
                  <a:lnTo>
                    <a:pt x="899" y="963"/>
                  </a:lnTo>
                  <a:lnTo>
                    <a:pt x="902" y="963"/>
                  </a:lnTo>
                  <a:lnTo>
                    <a:pt x="902" y="963"/>
                  </a:lnTo>
                  <a:lnTo>
                    <a:pt x="902" y="963"/>
                  </a:lnTo>
                  <a:lnTo>
                    <a:pt x="902" y="961"/>
                  </a:lnTo>
                  <a:lnTo>
                    <a:pt x="902" y="961"/>
                  </a:lnTo>
                  <a:lnTo>
                    <a:pt x="902" y="961"/>
                  </a:lnTo>
                  <a:lnTo>
                    <a:pt x="904" y="963"/>
                  </a:lnTo>
                  <a:lnTo>
                    <a:pt x="904" y="963"/>
                  </a:lnTo>
                  <a:lnTo>
                    <a:pt x="902" y="963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2" y="966"/>
                  </a:lnTo>
                  <a:lnTo>
                    <a:pt x="904" y="968"/>
                  </a:lnTo>
                  <a:lnTo>
                    <a:pt x="904" y="966"/>
                  </a:lnTo>
                  <a:lnTo>
                    <a:pt x="904" y="966"/>
                  </a:lnTo>
                  <a:lnTo>
                    <a:pt x="904" y="966"/>
                  </a:lnTo>
                  <a:lnTo>
                    <a:pt x="906" y="966"/>
                  </a:lnTo>
                  <a:lnTo>
                    <a:pt x="906" y="966"/>
                  </a:lnTo>
                  <a:lnTo>
                    <a:pt x="906" y="963"/>
                  </a:lnTo>
                  <a:lnTo>
                    <a:pt x="906" y="963"/>
                  </a:lnTo>
                  <a:lnTo>
                    <a:pt x="906" y="963"/>
                  </a:lnTo>
                  <a:lnTo>
                    <a:pt x="904" y="961"/>
                  </a:lnTo>
                  <a:close/>
                  <a:moveTo>
                    <a:pt x="899" y="970"/>
                  </a:moveTo>
                  <a:lnTo>
                    <a:pt x="897" y="968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lnTo>
                    <a:pt x="899" y="970"/>
                  </a:lnTo>
                  <a:close/>
                  <a:moveTo>
                    <a:pt x="880" y="989"/>
                  </a:moveTo>
                  <a:lnTo>
                    <a:pt x="880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80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78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lnTo>
                    <a:pt x="880" y="989"/>
                  </a:lnTo>
                  <a:close/>
                  <a:moveTo>
                    <a:pt x="897" y="966"/>
                  </a:moveTo>
                  <a:lnTo>
                    <a:pt x="897" y="966"/>
                  </a:lnTo>
                  <a:lnTo>
                    <a:pt x="897" y="966"/>
                  </a:lnTo>
                  <a:lnTo>
                    <a:pt x="897" y="966"/>
                  </a:lnTo>
                  <a:lnTo>
                    <a:pt x="897" y="968"/>
                  </a:lnTo>
                  <a:lnTo>
                    <a:pt x="897" y="968"/>
                  </a:lnTo>
                  <a:lnTo>
                    <a:pt x="897" y="966"/>
                  </a:lnTo>
                  <a:lnTo>
                    <a:pt x="897" y="966"/>
                  </a:lnTo>
                  <a:lnTo>
                    <a:pt x="897" y="966"/>
                  </a:lnTo>
                  <a:close/>
                  <a:moveTo>
                    <a:pt x="885" y="968"/>
                  </a:moveTo>
                  <a:lnTo>
                    <a:pt x="883" y="968"/>
                  </a:lnTo>
                  <a:lnTo>
                    <a:pt x="883" y="970"/>
                  </a:lnTo>
                  <a:lnTo>
                    <a:pt x="880" y="970"/>
                  </a:lnTo>
                  <a:lnTo>
                    <a:pt x="880" y="970"/>
                  </a:lnTo>
                  <a:lnTo>
                    <a:pt x="878" y="973"/>
                  </a:lnTo>
                  <a:lnTo>
                    <a:pt x="878" y="973"/>
                  </a:lnTo>
                  <a:lnTo>
                    <a:pt x="878" y="973"/>
                  </a:lnTo>
                  <a:lnTo>
                    <a:pt x="880" y="975"/>
                  </a:lnTo>
                  <a:lnTo>
                    <a:pt x="880" y="977"/>
                  </a:lnTo>
                  <a:lnTo>
                    <a:pt x="880" y="977"/>
                  </a:lnTo>
                  <a:lnTo>
                    <a:pt x="883" y="977"/>
                  </a:lnTo>
                  <a:lnTo>
                    <a:pt x="883" y="977"/>
                  </a:lnTo>
                  <a:lnTo>
                    <a:pt x="885" y="975"/>
                  </a:lnTo>
                  <a:lnTo>
                    <a:pt x="885" y="973"/>
                  </a:lnTo>
                  <a:lnTo>
                    <a:pt x="885" y="973"/>
                  </a:lnTo>
                  <a:lnTo>
                    <a:pt x="885" y="973"/>
                  </a:lnTo>
                  <a:lnTo>
                    <a:pt x="885" y="970"/>
                  </a:lnTo>
                  <a:lnTo>
                    <a:pt x="885" y="970"/>
                  </a:lnTo>
                  <a:lnTo>
                    <a:pt x="885" y="968"/>
                  </a:lnTo>
                  <a:close/>
                  <a:moveTo>
                    <a:pt x="31" y="852"/>
                  </a:moveTo>
                  <a:lnTo>
                    <a:pt x="26" y="852"/>
                  </a:lnTo>
                  <a:lnTo>
                    <a:pt x="26" y="852"/>
                  </a:lnTo>
                  <a:lnTo>
                    <a:pt x="26" y="852"/>
                  </a:lnTo>
                  <a:lnTo>
                    <a:pt x="26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4" y="852"/>
                  </a:lnTo>
                  <a:lnTo>
                    <a:pt x="22" y="852"/>
                  </a:lnTo>
                  <a:lnTo>
                    <a:pt x="22" y="852"/>
                  </a:lnTo>
                  <a:lnTo>
                    <a:pt x="22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9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7" y="852"/>
                  </a:lnTo>
                  <a:lnTo>
                    <a:pt x="19" y="854"/>
                  </a:lnTo>
                  <a:lnTo>
                    <a:pt x="22" y="857"/>
                  </a:lnTo>
                  <a:lnTo>
                    <a:pt x="24" y="857"/>
                  </a:lnTo>
                  <a:lnTo>
                    <a:pt x="24" y="857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4" y="859"/>
                  </a:lnTo>
                  <a:lnTo>
                    <a:pt x="26" y="861"/>
                  </a:lnTo>
                  <a:lnTo>
                    <a:pt x="26" y="859"/>
                  </a:lnTo>
                  <a:lnTo>
                    <a:pt x="26" y="859"/>
                  </a:lnTo>
                  <a:lnTo>
                    <a:pt x="26" y="857"/>
                  </a:lnTo>
                  <a:lnTo>
                    <a:pt x="26" y="857"/>
                  </a:lnTo>
                  <a:lnTo>
                    <a:pt x="29" y="854"/>
                  </a:lnTo>
                  <a:lnTo>
                    <a:pt x="29" y="854"/>
                  </a:lnTo>
                  <a:lnTo>
                    <a:pt x="31" y="854"/>
                  </a:lnTo>
                  <a:lnTo>
                    <a:pt x="31" y="854"/>
                  </a:lnTo>
                  <a:lnTo>
                    <a:pt x="31" y="852"/>
                  </a:lnTo>
                  <a:close/>
                  <a:moveTo>
                    <a:pt x="268" y="1020"/>
                  </a:moveTo>
                  <a:lnTo>
                    <a:pt x="268" y="1020"/>
                  </a:lnTo>
                  <a:lnTo>
                    <a:pt x="268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8" y="1020"/>
                  </a:lnTo>
                  <a:lnTo>
                    <a:pt x="268" y="1020"/>
                  </a:lnTo>
                  <a:lnTo>
                    <a:pt x="268" y="1022"/>
                  </a:lnTo>
                  <a:lnTo>
                    <a:pt x="268" y="1022"/>
                  </a:lnTo>
                  <a:lnTo>
                    <a:pt x="268" y="1020"/>
                  </a:lnTo>
                  <a:lnTo>
                    <a:pt x="268" y="1020"/>
                  </a:lnTo>
                  <a:lnTo>
                    <a:pt x="268" y="1020"/>
                  </a:lnTo>
                  <a:close/>
                  <a:moveTo>
                    <a:pt x="365" y="1037"/>
                  </a:moveTo>
                  <a:lnTo>
                    <a:pt x="365" y="1037"/>
                  </a:lnTo>
                  <a:lnTo>
                    <a:pt x="365" y="1039"/>
                  </a:lnTo>
                  <a:lnTo>
                    <a:pt x="362" y="1037"/>
                  </a:lnTo>
                  <a:lnTo>
                    <a:pt x="362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5" y="1037"/>
                  </a:lnTo>
                  <a:lnTo>
                    <a:pt x="362" y="1037"/>
                  </a:lnTo>
                  <a:lnTo>
                    <a:pt x="362" y="1037"/>
                  </a:lnTo>
                  <a:lnTo>
                    <a:pt x="360" y="1037"/>
                  </a:lnTo>
                  <a:lnTo>
                    <a:pt x="360" y="1037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9"/>
                  </a:lnTo>
                  <a:lnTo>
                    <a:pt x="365" y="1037"/>
                  </a:lnTo>
                  <a:lnTo>
                    <a:pt x="365" y="1037"/>
                  </a:lnTo>
                  <a:close/>
                  <a:moveTo>
                    <a:pt x="275" y="1032"/>
                  </a:move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lnTo>
                    <a:pt x="275" y="1032"/>
                  </a:lnTo>
                  <a:close/>
                  <a:moveTo>
                    <a:pt x="261" y="1020"/>
                  </a:move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18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58" y="1020"/>
                  </a:lnTo>
                  <a:lnTo>
                    <a:pt x="261" y="1020"/>
                  </a:lnTo>
                  <a:lnTo>
                    <a:pt x="261" y="1022"/>
                  </a:lnTo>
                  <a:lnTo>
                    <a:pt x="261" y="1020"/>
                  </a:lnTo>
                  <a:lnTo>
                    <a:pt x="261" y="1020"/>
                  </a:lnTo>
                  <a:lnTo>
                    <a:pt x="261" y="1020"/>
                  </a:lnTo>
                  <a:close/>
                  <a:moveTo>
                    <a:pt x="265" y="1020"/>
                  </a:moveTo>
                  <a:lnTo>
                    <a:pt x="265" y="1020"/>
                  </a:lnTo>
                  <a:lnTo>
                    <a:pt x="265" y="1018"/>
                  </a:lnTo>
                  <a:lnTo>
                    <a:pt x="265" y="1018"/>
                  </a:lnTo>
                  <a:lnTo>
                    <a:pt x="263" y="1018"/>
                  </a:lnTo>
                  <a:lnTo>
                    <a:pt x="263" y="1018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3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lnTo>
                    <a:pt x="265" y="1020"/>
                  </a:lnTo>
                  <a:close/>
                  <a:moveTo>
                    <a:pt x="301" y="1020"/>
                  </a:moveTo>
                  <a:lnTo>
                    <a:pt x="301" y="1020"/>
                  </a:lnTo>
                  <a:lnTo>
                    <a:pt x="303" y="1020"/>
                  </a:lnTo>
                  <a:lnTo>
                    <a:pt x="303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6" y="1020"/>
                  </a:lnTo>
                  <a:lnTo>
                    <a:pt x="303" y="1018"/>
                  </a:lnTo>
                  <a:lnTo>
                    <a:pt x="298" y="1018"/>
                  </a:lnTo>
                  <a:lnTo>
                    <a:pt x="298" y="1015"/>
                  </a:lnTo>
                  <a:lnTo>
                    <a:pt x="296" y="1015"/>
                  </a:lnTo>
                  <a:lnTo>
                    <a:pt x="298" y="1015"/>
                  </a:lnTo>
                  <a:lnTo>
                    <a:pt x="298" y="1013"/>
                  </a:lnTo>
                  <a:lnTo>
                    <a:pt x="298" y="1013"/>
                  </a:lnTo>
                  <a:lnTo>
                    <a:pt x="296" y="1013"/>
                  </a:lnTo>
                  <a:lnTo>
                    <a:pt x="296" y="1011"/>
                  </a:lnTo>
                  <a:lnTo>
                    <a:pt x="296" y="1011"/>
                  </a:lnTo>
                  <a:lnTo>
                    <a:pt x="289" y="1008"/>
                  </a:lnTo>
                  <a:lnTo>
                    <a:pt x="289" y="1008"/>
                  </a:lnTo>
                  <a:lnTo>
                    <a:pt x="287" y="1011"/>
                  </a:lnTo>
                  <a:lnTo>
                    <a:pt x="287" y="1011"/>
                  </a:lnTo>
                  <a:lnTo>
                    <a:pt x="289" y="1015"/>
                  </a:lnTo>
                  <a:lnTo>
                    <a:pt x="289" y="1015"/>
                  </a:lnTo>
                  <a:lnTo>
                    <a:pt x="289" y="1018"/>
                  </a:lnTo>
                  <a:lnTo>
                    <a:pt x="291" y="1018"/>
                  </a:lnTo>
                  <a:lnTo>
                    <a:pt x="291" y="1018"/>
                  </a:lnTo>
                  <a:lnTo>
                    <a:pt x="294" y="1020"/>
                  </a:lnTo>
                  <a:lnTo>
                    <a:pt x="291" y="1020"/>
                  </a:lnTo>
                  <a:lnTo>
                    <a:pt x="291" y="1022"/>
                  </a:lnTo>
                  <a:lnTo>
                    <a:pt x="291" y="1022"/>
                  </a:lnTo>
                  <a:lnTo>
                    <a:pt x="291" y="1022"/>
                  </a:lnTo>
                  <a:lnTo>
                    <a:pt x="289" y="1022"/>
                  </a:lnTo>
                  <a:lnTo>
                    <a:pt x="289" y="1022"/>
                  </a:lnTo>
                  <a:lnTo>
                    <a:pt x="289" y="1022"/>
                  </a:lnTo>
                  <a:lnTo>
                    <a:pt x="287" y="1022"/>
                  </a:lnTo>
                  <a:lnTo>
                    <a:pt x="287" y="1022"/>
                  </a:lnTo>
                  <a:lnTo>
                    <a:pt x="287" y="1022"/>
                  </a:lnTo>
                  <a:lnTo>
                    <a:pt x="287" y="1025"/>
                  </a:lnTo>
                  <a:lnTo>
                    <a:pt x="287" y="1025"/>
                  </a:lnTo>
                  <a:lnTo>
                    <a:pt x="287" y="1025"/>
                  </a:lnTo>
                  <a:lnTo>
                    <a:pt x="289" y="1025"/>
                  </a:lnTo>
                  <a:lnTo>
                    <a:pt x="289" y="1027"/>
                  </a:lnTo>
                  <a:lnTo>
                    <a:pt x="289" y="1027"/>
                  </a:lnTo>
                  <a:lnTo>
                    <a:pt x="289" y="1027"/>
                  </a:lnTo>
                  <a:lnTo>
                    <a:pt x="289" y="1030"/>
                  </a:lnTo>
                  <a:lnTo>
                    <a:pt x="289" y="1030"/>
                  </a:lnTo>
                  <a:lnTo>
                    <a:pt x="289" y="1030"/>
                  </a:lnTo>
                  <a:lnTo>
                    <a:pt x="291" y="1030"/>
                  </a:lnTo>
                  <a:lnTo>
                    <a:pt x="291" y="1030"/>
                  </a:lnTo>
                  <a:lnTo>
                    <a:pt x="291" y="1030"/>
                  </a:lnTo>
                  <a:lnTo>
                    <a:pt x="291" y="1027"/>
                  </a:lnTo>
                  <a:lnTo>
                    <a:pt x="291" y="1027"/>
                  </a:lnTo>
                  <a:lnTo>
                    <a:pt x="291" y="1027"/>
                  </a:lnTo>
                  <a:lnTo>
                    <a:pt x="291" y="1025"/>
                  </a:lnTo>
                  <a:lnTo>
                    <a:pt x="291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5"/>
                  </a:lnTo>
                  <a:lnTo>
                    <a:pt x="294" y="1027"/>
                  </a:lnTo>
                  <a:lnTo>
                    <a:pt x="296" y="1027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296" y="1025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2"/>
                  </a:lnTo>
                  <a:lnTo>
                    <a:pt x="298" y="1020"/>
                  </a:lnTo>
                  <a:lnTo>
                    <a:pt x="298" y="1020"/>
                  </a:lnTo>
                  <a:lnTo>
                    <a:pt x="298" y="1020"/>
                  </a:lnTo>
                  <a:lnTo>
                    <a:pt x="301" y="1020"/>
                  </a:lnTo>
                  <a:close/>
                  <a:moveTo>
                    <a:pt x="313" y="1020"/>
                  </a:moveTo>
                  <a:lnTo>
                    <a:pt x="313" y="1020"/>
                  </a:lnTo>
                  <a:lnTo>
                    <a:pt x="315" y="1020"/>
                  </a:lnTo>
                  <a:lnTo>
                    <a:pt x="315" y="1020"/>
                  </a:lnTo>
                  <a:lnTo>
                    <a:pt x="315" y="1018"/>
                  </a:lnTo>
                  <a:lnTo>
                    <a:pt x="315" y="1018"/>
                  </a:lnTo>
                  <a:lnTo>
                    <a:pt x="315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18"/>
                  </a:lnTo>
                  <a:lnTo>
                    <a:pt x="313" y="1020"/>
                  </a:lnTo>
                  <a:lnTo>
                    <a:pt x="313" y="1020"/>
                  </a:lnTo>
                  <a:close/>
                  <a:moveTo>
                    <a:pt x="350" y="1037"/>
                  </a:moveTo>
                  <a:lnTo>
                    <a:pt x="353" y="1037"/>
                  </a:lnTo>
                  <a:lnTo>
                    <a:pt x="353" y="1037"/>
                  </a:lnTo>
                  <a:lnTo>
                    <a:pt x="353" y="1037"/>
                  </a:lnTo>
                  <a:lnTo>
                    <a:pt x="353" y="1034"/>
                  </a:lnTo>
                  <a:lnTo>
                    <a:pt x="350" y="1034"/>
                  </a:lnTo>
                  <a:lnTo>
                    <a:pt x="350" y="1034"/>
                  </a:lnTo>
                  <a:lnTo>
                    <a:pt x="348" y="1034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9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48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0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41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9"/>
                  </a:lnTo>
                  <a:lnTo>
                    <a:pt x="353" y="1037"/>
                  </a:lnTo>
                  <a:lnTo>
                    <a:pt x="353" y="1037"/>
                  </a:lnTo>
                  <a:lnTo>
                    <a:pt x="350" y="1039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lnTo>
                    <a:pt x="350" y="1037"/>
                  </a:lnTo>
                  <a:close/>
                  <a:moveTo>
                    <a:pt x="362" y="1041"/>
                  </a:moveTo>
                  <a:lnTo>
                    <a:pt x="362" y="1041"/>
                  </a:lnTo>
                  <a:lnTo>
                    <a:pt x="362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37"/>
                  </a:lnTo>
                  <a:lnTo>
                    <a:pt x="360" y="1037"/>
                  </a:lnTo>
                  <a:lnTo>
                    <a:pt x="358" y="1037"/>
                  </a:lnTo>
                  <a:lnTo>
                    <a:pt x="358" y="1037"/>
                  </a:lnTo>
                  <a:lnTo>
                    <a:pt x="358" y="1037"/>
                  </a:lnTo>
                  <a:lnTo>
                    <a:pt x="358" y="1034"/>
                  </a:lnTo>
                  <a:lnTo>
                    <a:pt x="358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7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5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41"/>
                  </a:lnTo>
                  <a:lnTo>
                    <a:pt x="355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39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39"/>
                  </a:lnTo>
                  <a:lnTo>
                    <a:pt x="360" y="1039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lnTo>
                    <a:pt x="362" y="1041"/>
                  </a:lnTo>
                  <a:close/>
                  <a:moveTo>
                    <a:pt x="327" y="1025"/>
                  </a:moveTo>
                  <a:lnTo>
                    <a:pt x="327" y="1025"/>
                  </a:lnTo>
                  <a:lnTo>
                    <a:pt x="327" y="1025"/>
                  </a:lnTo>
                  <a:lnTo>
                    <a:pt x="327" y="1025"/>
                  </a:lnTo>
                  <a:lnTo>
                    <a:pt x="327" y="1025"/>
                  </a:lnTo>
                  <a:lnTo>
                    <a:pt x="327" y="1022"/>
                  </a:lnTo>
                  <a:lnTo>
                    <a:pt x="327" y="1022"/>
                  </a:lnTo>
                  <a:lnTo>
                    <a:pt x="327" y="1022"/>
                  </a:lnTo>
                  <a:lnTo>
                    <a:pt x="324" y="1020"/>
                  </a:lnTo>
                  <a:lnTo>
                    <a:pt x="324" y="1020"/>
                  </a:lnTo>
                  <a:lnTo>
                    <a:pt x="322" y="1020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2" y="1022"/>
                  </a:lnTo>
                  <a:lnTo>
                    <a:pt x="320" y="1027"/>
                  </a:lnTo>
                  <a:lnTo>
                    <a:pt x="317" y="1027"/>
                  </a:lnTo>
                  <a:lnTo>
                    <a:pt x="313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10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8" y="1027"/>
                  </a:lnTo>
                  <a:lnTo>
                    <a:pt x="306" y="1027"/>
                  </a:lnTo>
                  <a:lnTo>
                    <a:pt x="306" y="1027"/>
                  </a:lnTo>
                  <a:lnTo>
                    <a:pt x="303" y="1025"/>
                  </a:lnTo>
                  <a:lnTo>
                    <a:pt x="303" y="1025"/>
                  </a:lnTo>
                  <a:lnTo>
                    <a:pt x="303" y="1025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27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1" y="1030"/>
                  </a:lnTo>
                  <a:lnTo>
                    <a:pt x="303" y="1027"/>
                  </a:lnTo>
                  <a:lnTo>
                    <a:pt x="303" y="1027"/>
                  </a:lnTo>
                  <a:lnTo>
                    <a:pt x="306" y="1030"/>
                  </a:lnTo>
                  <a:lnTo>
                    <a:pt x="308" y="1030"/>
                  </a:lnTo>
                  <a:lnTo>
                    <a:pt x="308" y="1030"/>
                  </a:lnTo>
                  <a:lnTo>
                    <a:pt x="308" y="1030"/>
                  </a:lnTo>
                  <a:lnTo>
                    <a:pt x="310" y="1030"/>
                  </a:lnTo>
                  <a:lnTo>
                    <a:pt x="310" y="1030"/>
                  </a:lnTo>
                  <a:lnTo>
                    <a:pt x="313" y="1030"/>
                  </a:lnTo>
                  <a:lnTo>
                    <a:pt x="313" y="1030"/>
                  </a:lnTo>
                  <a:lnTo>
                    <a:pt x="313" y="1030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3" y="1032"/>
                  </a:lnTo>
                  <a:lnTo>
                    <a:pt x="315" y="1032"/>
                  </a:lnTo>
                  <a:lnTo>
                    <a:pt x="315" y="1034"/>
                  </a:lnTo>
                  <a:lnTo>
                    <a:pt x="315" y="1034"/>
                  </a:lnTo>
                  <a:lnTo>
                    <a:pt x="317" y="1032"/>
                  </a:lnTo>
                  <a:lnTo>
                    <a:pt x="317" y="1034"/>
                  </a:lnTo>
                  <a:lnTo>
                    <a:pt x="317" y="1034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17" y="1032"/>
                  </a:lnTo>
                  <a:lnTo>
                    <a:pt x="320" y="1034"/>
                  </a:lnTo>
                  <a:lnTo>
                    <a:pt x="320" y="1032"/>
                  </a:lnTo>
                  <a:lnTo>
                    <a:pt x="322" y="1032"/>
                  </a:lnTo>
                  <a:lnTo>
                    <a:pt x="322" y="1030"/>
                  </a:lnTo>
                  <a:lnTo>
                    <a:pt x="322" y="1030"/>
                  </a:lnTo>
                  <a:lnTo>
                    <a:pt x="322" y="1027"/>
                  </a:lnTo>
                  <a:lnTo>
                    <a:pt x="324" y="1027"/>
                  </a:lnTo>
                  <a:lnTo>
                    <a:pt x="324" y="1025"/>
                  </a:lnTo>
                  <a:lnTo>
                    <a:pt x="327" y="1025"/>
                  </a:lnTo>
                  <a:close/>
                  <a:moveTo>
                    <a:pt x="251" y="1015"/>
                  </a:move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lnTo>
                    <a:pt x="251" y="1015"/>
                  </a:lnTo>
                  <a:close/>
                  <a:moveTo>
                    <a:pt x="346" y="1039"/>
                  </a:moveTo>
                  <a:lnTo>
                    <a:pt x="346" y="1039"/>
                  </a:lnTo>
                  <a:lnTo>
                    <a:pt x="346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7"/>
                  </a:lnTo>
                  <a:lnTo>
                    <a:pt x="348" y="1034"/>
                  </a:lnTo>
                  <a:lnTo>
                    <a:pt x="348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6" y="1034"/>
                  </a:lnTo>
                  <a:lnTo>
                    <a:pt x="343" y="1034"/>
                  </a:lnTo>
                  <a:lnTo>
                    <a:pt x="343" y="1034"/>
                  </a:lnTo>
                  <a:lnTo>
                    <a:pt x="343" y="1034"/>
                  </a:lnTo>
                  <a:lnTo>
                    <a:pt x="341" y="1034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3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2"/>
                  </a:lnTo>
                  <a:lnTo>
                    <a:pt x="341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3" y="1030"/>
                  </a:lnTo>
                  <a:lnTo>
                    <a:pt x="346" y="1030"/>
                  </a:lnTo>
                  <a:lnTo>
                    <a:pt x="346" y="1030"/>
                  </a:lnTo>
                  <a:lnTo>
                    <a:pt x="346" y="1027"/>
                  </a:lnTo>
                  <a:lnTo>
                    <a:pt x="346" y="1027"/>
                  </a:lnTo>
                  <a:lnTo>
                    <a:pt x="346" y="1027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6" y="1025"/>
                  </a:lnTo>
                  <a:lnTo>
                    <a:pt x="343" y="1025"/>
                  </a:lnTo>
                  <a:lnTo>
                    <a:pt x="343" y="1025"/>
                  </a:lnTo>
                  <a:lnTo>
                    <a:pt x="343" y="1025"/>
                  </a:lnTo>
                  <a:lnTo>
                    <a:pt x="343" y="1027"/>
                  </a:lnTo>
                  <a:lnTo>
                    <a:pt x="341" y="1025"/>
                  </a:lnTo>
                  <a:lnTo>
                    <a:pt x="341" y="1025"/>
                  </a:lnTo>
                  <a:lnTo>
                    <a:pt x="341" y="1025"/>
                  </a:lnTo>
                  <a:lnTo>
                    <a:pt x="339" y="1025"/>
                  </a:lnTo>
                  <a:lnTo>
                    <a:pt x="339" y="1025"/>
                  </a:lnTo>
                  <a:lnTo>
                    <a:pt x="339" y="1025"/>
                  </a:lnTo>
                  <a:lnTo>
                    <a:pt x="336" y="1025"/>
                  </a:lnTo>
                  <a:lnTo>
                    <a:pt x="336" y="1027"/>
                  </a:lnTo>
                  <a:lnTo>
                    <a:pt x="336" y="1030"/>
                  </a:lnTo>
                  <a:lnTo>
                    <a:pt x="339" y="1030"/>
                  </a:lnTo>
                  <a:lnTo>
                    <a:pt x="336" y="1030"/>
                  </a:lnTo>
                  <a:lnTo>
                    <a:pt x="336" y="1030"/>
                  </a:lnTo>
                  <a:lnTo>
                    <a:pt x="336" y="1030"/>
                  </a:lnTo>
                  <a:lnTo>
                    <a:pt x="336" y="1032"/>
                  </a:lnTo>
                  <a:lnTo>
                    <a:pt x="336" y="1032"/>
                  </a:lnTo>
                  <a:lnTo>
                    <a:pt x="336" y="1032"/>
                  </a:lnTo>
                  <a:lnTo>
                    <a:pt x="336" y="1034"/>
                  </a:lnTo>
                  <a:lnTo>
                    <a:pt x="336" y="1034"/>
                  </a:lnTo>
                  <a:lnTo>
                    <a:pt x="336" y="1034"/>
                  </a:lnTo>
                  <a:lnTo>
                    <a:pt x="334" y="1034"/>
                  </a:lnTo>
                  <a:lnTo>
                    <a:pt x="332" y="1032"/>
                  </a:lnTo>
                  <a:lnTo>
                    <a:pt x="332" y="1032"/>
                  </a:lnTo>
                  <a:lnTo>
                    <a:pt x="332" y="1032"/>
                  </a:lnTo>
                  <a:lnTo>
                    <a:pt x="332" y="1030"/>
                  </a:lnTo>
                  <a:lnTo>
                    <a:pt x="332" y="1030"/>
                  </a:lnTo>
                  <a:lnTo>
                    <a:pt x="332" y="1032"/>
                  </a:lnTo>
                  <a:lnTo>
                    <a:pt x="329" y="1032"/>
                  </a:lnTo>
                  <a:lnTo>
                    <a:pt x="329" y="1032"/>
                  </a:lnTo>
                  <a:lnTo>
                    <a:pt x="329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4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32" y="1034"/>
                  </a:lnTo>
                  <a:lnTo>
                    <a:pt x="329" y="1034"/>
                  </a:lnTo>
                  <a:lnTo>
                    <a:pt x="329" y="1034"/>
                  </a:lnTo>
                  <a:lnTo>
                    <a:pt x="329" y="1037"/>
                  </a:lnTo>
                  <a:lnTo>
                    <a:pt x="329" y="1037"/>
                  </a:lnTo>
                  <a:lnTo>
                    <a:pt x="329" y="1037"/>
                  </a:lnTo>
                  <a:lnTo>
                    <a:pt x="324" y="1039"/>
                  </a:lnTo>
                  <a:lnTo>
                    <a:pt x="324" y="1039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4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27" y="1041"/>
                  </a:lnTo>
                  <a:lnTo>
                    <a:pt x="332" y="1037"/>
                  </a:lnTo>
                  <a:lnTo>
                    <a:pt x="332" y="1037"/>
                  </a:lnTo>
                  <a:lnTo>
                    <a:pt x="332" y="1039"/>
                  </a:lnTo>
                  <a:lnTo>
                    <a:pt x="332" y="1039"/>
                  </a:lnTo>
                  <a:lnTo>
                    <a:pt x="332" y="1041"/>
                  </a:lnTo>
                  <a:lnTo>
                    <a:pt x="332" y="1041"/>
                  </a:lnTo>
                  <a:lnTo>
                    <a:pt x="332" y="1041"/>
                  </a:lnTo>
                  <a:lnTo>
                    <a:pt x="329" y="1041"/>
                  </a:lnTo>
                  <a:lnTo>
                    <a:pt x="329" y="1041"/>
                  </a:lnTo>
                  <a:lnTo>
                    <a:pt x="329" y="1044"/>
                  </a:lnTo>
                  <a:lnTo>
                    <a:pt x="329" y="1044"/>
                  </a:lnTo>
                  <a:lnTo>
                    <a:pt x="332" y="1044"/>
                  </a:lnTo>
                  <a:lnTo>
                    <a:pt x="332" y="1044"/>
                  </a:lnTo>
                  <a:lnTo>
                    <a:pt x="332" y="1041"/>
                  </a:lnTo>
                  <a:lnTo>
                    <a:pt x="334" y="1044"/>
                  </a:lnTo>
                  <a:lnTo>
                    <a:pt x="334" y="1044"/>
                  </a:lnTo>
                  <a:lnTo>
                    <a:pt x="334" y="1044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41"/>
                  </a:lnTo>
                  <a:lnTo>
                    <a:pt x="334" y="1039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6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39" y="1041"/>
                  </a:lnTo>
                  <a:lnTo>
                    <a:pt x="343" y="1039"/>
                  </a:lnTo>
                  <a:lnTo>
                    <a:pt x="343" y="1039"/>
                  </a:lnTo>
                  <a:lnTo>
                    <a:pt x="343" y="1041"/>
                  </a:lnTo>
                  <a:lnTo>
                    <a:pt x="346" y="1041"/>
                  </a:lnTo>
                  <a:lnTo>
                    <a:pt x="346" y="1041"/>
                  </a:lnTo>
                  <a:lnTo>
                    <a:pt x="346" y="1039"/>
                  </a:lnTo>
                  <a:lnTo>
                    <a:pt x="346" y="1039"/>
                  </a:lnTo>
                  <a:lnTo>
                    <a:pt x="346" y="1039"/>
                  </a:lnTo>
                  <a:close/>
                  <a:moveTo>
                    <a:pt x="265" y="1003"/>
                  </a:moveTo>
                  <a:lnTo>
                    <a:pt x="263" y="1003"/>
                  </a:lnTo>
                  <a:lnTo>
                    <a:pt x="263" y="1006"/>
                  </a:lnTo>
                  <a:lnTo>
                    <a:pt x="263" y="1006"/>
                  </a:lnTo>
                  <a:lnTo>
                    <a:pt x="261" y="1006"/>
                  </a:lnTo>
                  <a:lnTo>
                    <a:pt x="263" y="1008"/>
                  </a:lnTo>
                  <a:lnTo>
                    <a:pt x="263" y="1008"/>
                  </a:lnTo>
                  <a:lnTo>
                    <a:pt x="263" y="1008"/>
                  </a:lnTo>
                  <a:lnTo>
                    <a:pt x="265" y="1011"/>
                  </a:lnTo>
                  <a:lnTo>
                    <a:pt x="265" y="1008"/>
                  </a:lnTo>
                  <a:lnTo>
                    <a:pt x="265" y="1006"/>
                  </a:lnTo>
                  <a:lnTo>
                    <a:pt x="265" y="1006"/>
                  </a:lnTo>
                  <a:lnTo>
                    <a:pt x="265" y="1003"/>
                  </a:lnTo>
                  <a:close/>
                  <a:moveTo>
                    <a:pt x="100" y="897"/>
                  </a:moveTo>
                  <a:lnTo>
                    <a:pt x="97" y="897"/>
                  </a:lnTo>
                  <a:lnTo>
                    <a:pt x="97" y="895"/>
                  </a:lnTo>
                  <a:lnTo>
                    <a:pt x="97" y="897"/>
                  </a:lnTo>
                  <a:lnTo>
                    <a:pt x="97" y="899"/>
                  </a:lnTo>
                  <a:lnTo>
                    <a:pt x="100" y="899"/>
                  </a:lnTo>
                  <a:lnTo>
                    <a:pt x="100" y="899"/>
                  </a:lnTo>
                  <a:lnTo>
                    <a:pt x="100" y="897"/>
                  </a:lnTo>
                  <a:lnTo>
                    <a:pt x="100" y="897"/>
                  </a:lnTo>
                  <a:close/>
                  <a:moveTo>
                    <a:pt x="50" y="847"/>
                  </a:moveTo>
                  <a:lnTo>
                    <a:pt x="48" y="847"/>
                  </a:lnTo>
                  <a:lnTo>
                    <a:pt x="48" y="847"/>
                  </a:lnTo>
                  <a:lnTo>
                    <a:pt x="48" y="847"/>
                  </a:lnTo>
                  <a:lnTo>
                    <a:pt x="48" y="847"/>
                  </a:lnTo>
                  <a:lnTo>
                    <a:pt x="50" y="850"/>
                  </a:lnTo>
                  <a:lnTo>
                    <a:pt x="50" y="850"/>
                  </a:lnTo>
                  <a:lnTo>
                    <a:pt x="50" y="847"/>
                  </a:lnTo>
                  <a:close/>
                  <a:moveTo>
                    <a:pt x="249" y="1027"/>
                  </a:moveTo>
                  <a:lnTo>
                    <a:pt x="249" y="1027"/>
                  </a:lnTo>
                  <a:lnTo>
                    <a:pt x="249" y="1027"/>
                  </a:lnTo>
                  <a:lnTo>
                    <a:pt x="249" y="1027"/>
                  </a:lnTo>
                  <a:lnTo>
                    <a:pt x="249" y="1030"/>
                  </a:lnTo>
                  <a:lnTo>
                    <a:pt x="246" y="1030"/>
                  </a:lnTo>
                  <a:lnTo>
                    <a:pt x="246" y="1030"/>
                  </a:lnTo>
                  <a:lnTo>
                    <a:pt x="246" y="1032"/>
                  </a:lnTo>
                  <a:lnTo>
                    <a:pt x="246" y="1032"/>
                  </a:lnTo>
                  <a:lnTo>
                    <a:pt x="249" y="1030"/>
                  </a:lnTo>
                  <a:lnTo>
                    <a:pt x="249" y="1030"/>
                  </a:lnTo>
                  <a:lnTo>
                    <a:pt x="251" y="1030"/>
                  </a:lnTo>
                  <a:lnTo>
                    <a:pt x="251" y="1030"/>
                  </a:lnTo>
                  <a:lnTo>
                    <a:pt x="251" y="1027"/>
                  </a:lnTo>
                  <a:lnTo>
                    <a:pt x="249" y="1027"/>
                  </a:lnTo>
                  <a:lnTo>
                    <a:pt x="249" y="1027"/>
                  </a:lnTo>
                  <a:close/>
                  <a:moveTo>
                    <a:pt x="1044" y="902"/>
                  </a:move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899"/>
                  </a:lnTo>
                  <a:lnTo>
                    <a:pt x="1041" y="899"/>
                  </a:lnTo>
                  <a:lnTo>
                    <a:pt x="1039" y="902"/>
                  </a:lnTo>
                  <a:lnTo>
                    <a:pt x="1039" y="902"/>
                  </a:lnTo>
                  <a:lnTo>
                    <a:pt x="1041" y="902"/>
                  </a:lnTo>
                  <a:lnTo>
                    <a:pt x="1041" y="902"/>
                  </a:lnTo>
                  <a:lnTo>
                    <a:pt x="1041" y="904"/>
                  </a:lnTo>
                  <a:lnTo>
                    <a:pt x="1041" y="904"/>
                  </a:lnTo>
                  <a:lnTo>
                    <a:pt x="1044" y="904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lnTo>
                    <a:pt x="1044" y="902"/>
                  </a:lnTo>
                  <a:close/>
                  <a:moveTo>
                    <a:pt x="173" y="963"/>
                  </a:moveTo>
                  <a:lnTo>
                    <a:pt x="173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5" y="963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61"/>
                  </a:lnTo>
                  <a:lnTo>
                    <a:pt x="178" y="959"/>
                  </a:lnTo>
                  <a:lnTo>
                    <a:pt x="175" y="959"/>
                  </a:lnTo>
                  <a:lnTo>
                    <a:pt x="175" y="959"/>
                  </a:lnTo>
                  <a:lnTo>
                    <a:pt x="175" y="959"/>
                  </a:lnTo>
                  <a:lnTo>
                    <a:pt x="175" y="956"/>
                  </a:lnTo>
                  <a:lnTo>
                    <a:pt x="175" y="959"/>
                  </a:lnTo>
                  <a:lnTo>
                    <a:pt x="175" y="956"/>
                  </a:lnTo>
                  <a:lnTo>
                    <a:pt x="175" y="956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59"/>
                  </a:lnTo>
                  <a:lnTo>
                    <a:pt x="173" y="961"/>
                  </a:lnTo>
                  <a:lnTo>
                    <a:pt x="173" y="961"/>
                  </a:lnTo>
                  <a:lnTo>
                    <a:pt x="173" y="963"/>
                  </a:lnTo>
                  <a:close/>
                  <a:moveTo>
                    <a:pt x="17" y="824"/>
                  </a:moveTo>
                  <a:lnTo>
                    <a:pt x="17" y="824"/>
                  </a:lnTo>
                  <a:lnTo>
                    <a:pt x="19" y="824"/>
                  </a:lnTo>
                  <a:lnTo>
                    <a:pt x="19" y="826"/>
                  </a:lnTo>
                  <a:lnTo>
                    <a:pt x="19" y="826"/>
                  </a:lnTo>
                  <a:lnTo>
                    <a:pt x="19" y="828"/>
                  </a:lnTo>
                  <a:lnTo>
                    <a:pt x="19" y="828"/>
                  </a:lnTo>
                  <a:lnTo>
                    <a:pt x="19" y="828"/>
                  </a:lnTo>
                  <a:lnTo>
                    <a:pt x="22" y="828"/>
                  </a:lnTo>
                  <a:lnTo>
                    <a:pt x="22" y="828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2" y="826"/>
                  </a:lnTo>
                  <a:lnTo>
                    <a:pt x="24" y="826"/>
                  </a:lnTo>
                  <a:lnTo>
                    <a:pt x="24" y="826"/>
                  </a:lnTo>
                  <a:lnTo>
                    <a:pt x="24" y="826"/>
                  </a:lnTo>
                  <a:lnTo>
                    <a:pt x="24" y="828"/>
                  </a:lnTo>
                  <a:lnTo>
                    <a:pt x="24" y="828"/>
                  </a:lnTo>
                  <a:lnTo>
                    <a:pt x="26" y="831"/>
                  </a:lnTo>
                  <a:lnTo>
                    <a:pt x="26" y="828"/>
                  </a:lnTo>
                  <a:lnTo>
                    <a:pt x="26" y="828"/>
                  </a:lnTo>
                  <a:lnTo>
                    <a:pt x="29" y="831"/>
                  </a:lnTo>
                  <a:lnTo>
                    <a:pt x="29" y="831"/>
                  </a:lnTo>
                  <a:lnTo>
                    <a:pt x="29" y="831"/>
                  </a:lnTo>
                  <a:lnTo>
                    <a:pt x="31" y="828"/>
                  </a:lnTo>
                  <a:lnTo>
                    <a:pt x="29" y="828"/>
                  </a:lnTo>
                  <a:lnTo>
                    <a:pt x="26" y="828"/>
                  </a:lnTo>
                  <a:lnTo>
                    <a:pt x="26" y="826"/>
                  </a:lnTo>
                  <a:lnTo>
                    <a:pt x="24" y="826"/>
                  </a:lnTo>
                  <a:lnTo>
                    <a:pt x="26" y="826"/>
                  </a:lnTo>
                  <a:lnTo>
                    <a:pt x="26" y="826"/>
                  </a:lnTo>
                  <a:lnTo>
                    <a:pt x="29" y="826"/>
                  </a:lnTo>
                  <a:lnTo>
                    <a:pt x="29" y="824"/>
                  </a:lnTo>
                  <a:lnTo>
                    <a:pt x="29" y="824"/>
                  </a:lnTo>
                  <a:lnTo>
                    <a:pt x="26" y="821"/>
                  </a:lnTo>
                  <a:lnTo>
                    <a:pt x="26" y="821"/>
                  </a:lnTo>
                  <a:lnTo>
                    <a:pt x="26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4" y="821"/>
                  </a:lnTo>
                  <a:lnTo>
                    <a:pt x="22" y="82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6" y="819"/>
                  </a:lnTo>
                  <a:lnTo>
                    <a:pt x="24" y="819"/>
                  </a:lnTo>
                  <a:lnTo>
                    <a:pt x="24" y="817"/>
                  </a:lnTo>
                  <a:lnTo>
                    <a:pt x="24" y="817"/>
                  </a:lnTo>
                  <a:lnTo>
                    <a:pt x="22" y="814"/>
                  </a:lnTo>
                  <a:lnTo>
                    <a:pt x="19" y="814"/>
                  </a:lnTo>
                  <a:lnTo>
                    <a:pt x="19" y="814"/>
                  </a:lnTo>
                  <a:lnTo>
                    <a:pt x="19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4"/>
                  </a:lnTo>
                  <a:lnTo>
                    <a:pt x="17" y="812"/>
                  </a:lnTo>
                  <a:lnTo>
                    <a:pt x="17" y="812"/>
                  </a:lnTo>
                  <a:lnTo>
                    <a:pt x="15" y="809"/>
                  </a:lnTo>
                  <a:lnTo>
                    <a:pt x="12" y="809"/>
                  </a:lnTo>
                  <a:lnTo>
                    <a:pt x="12" y="809"/>
                  </a:lnTo>
                  <a:lnTo>
                    <a:pt x="12" y="809"/>
                  </a:lnTo>
                  <a:lnTo>
                    <a:pt x="10" y="807"/>
                  </a:lnTo>
                  <a:lnTo>
                    <a:pt x="5" y="807"/>
                  </a:lnTo>
                  <a:lnTo>
                    <a:pt x="5" y="809"/>
                  </a:lnTo>
                  <a:lnTo>
                    <a:pt x="5" y="807"/>
                  </a:lnTo>
                  <a:lnTo>
                    <a:pt x="0" y="809"/>
                  </a:lnTo>
                  <a:lnTo>
                    <a:pt x="3" y="809"/>
                  </a:lnTo>
                  <a:lnTo>
                    <a:pt x="3" y="809"/>
                  </a:lnTo>
                  <a:lnTo>
                    <a:pt x="3" y="809"/>
                  </a:lnTo>
                  <a:lnTo>
                    <a:pt x="3" y="812"/>
                  </a:lnTo>
                  <a:lnTo>
                    <a:pt x="5" y="812"/>
                  </a:lnTo>
                  <a:lnTo>
                    <a:pt x="7" y="812"/>
                  </a:lnTo>
                  <a:lnTo>
                    <a:pt x="7" y="812"/>
                  </a:lnTo>
                  <a:lnTo>
                    <a:pt x="7" y="812"/>
                  </a:lnTo>
                  <a:lnTo>
                    <a:pt x="5" y="814"/>
                  </a:lnTo>
                  <a:lnTo>
                    <a:pt x="5" y="814"/>
                  </a:lnTo>
                  <a:lnTo>
                    <a:pt x="5" y="814"/>
                  </a:lnTo>
                  <a:lnTo>
                    <a:pt x="7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0" y="817"/>
                  </a:lnTo>
                  <a:lnTo>
                    <a:pt x="12" y="817"/>
                  </a:lnTo>
                  <a:lnTo>
                    <a:pt x="10" y="817"/>
                  </a:lnTo>
                  <a:lnTo>
                    <a:pt x="10" y="819"/>
                  </a:lnTo>
                  <a:lnTo>
                    <a:pt x="7" y="819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7" y="821"/>
                  </a:lnTo>
                  <a:lnTo>
                    <a:pt x="10" y="821"/>
                  </a:lnTo>
                  <a:lnTo>
                    <a:pt x="10" y="821"/>
                  </a:lnTo>
                  <a:lnTo>
                    <a:pt x="10" y="821"/>
                  </a:lnTo>
                  <a:lnTo>
                    <a:pt x="10" y="824"/>
                  </a:lnTo>
                  <a:lnTo>
                    <a:pt x="10" y="824"/>
                  </a:lnTo>
                  <a:lnTo>
                    <a:pt x="10" y="824"/>
                  </a:lnTo>
                  <a:lnTo>
                    <a:pt x="12" y="824"/>
                  </a:lnTo>
                  <a:lnTo>
                    <a:pt x="12" y="824"/>
                  </a:lnTo>
                  <a:lnTo>
                    <a:pt x="12" y="824"/>
                  </a:lnTo>
                  <a:lnTo>
                    <a:pt x="10" y="824"/>
                  </a:lnTo>
                  <a:lnTo>
                    <a:pt x="10" y="826"/>
                  </a:lnTo>
                  <a:lnTo>
                    <a:pt x="10" y="826"/>
                  </a:lnTo>
                  <a:lnTo>
                    <a:pt x="12" y="826"/>
                  </a:lnTo>
                  <a:lnTo>
                    <a:pt x="12" y="826"/>
                  </a:lnTo>
                  <a:lnTo>
                    <a:pt x="15" y="826"/>
                  </a:lnTo>
                  <a:lnTo>
                    <a:pt x="17" y="824"/>
                  </a:lnTo>
                  <a:lnTo>
                    <a:pt x="17" y="824"/>
                  </a:lnTo>
                  <a:close/>
                  <a:moveTo>
                    <a:pt x="218" y="975"/>
                  </a:moveTo>
                  <a:lnTo>
                    <a:pt x="218" y="975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3"/>
                  </a:lnTo>
                  <a:lnTo>
                    <a:pt x="216" y="970"/>
                  </a:lnTo>
                  <a:lnTo>
                    <a:pt x="213" y="973"/>
                  </a:lnTo>
                  <a:lnTo>
                    <a:pt x="213" y="973"/>
                  </a:lnTo>
                  <a:lnTo>
                    <a:pt x="213" y="973"/>
                  </a:lnTo>
                  <a:lnTo>
                    <a:pt x="211" y="973"/>
                  </a:lnTo>
                  <a:lnTo>
                    <a:pt x="211" y="973"/>
                  </a:lnTo>
                  <a:lnTo>
                    <a:pt x="211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3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5"/>
                  </a:lnTo>
                  <a:lnTo>
                    <a:pt x="209" y="977"/>
                  </a:lnTo>
                  <a:lnTo>
                    <a:pt x="209" y="977"/>
                  </a:lnTo>
                  <a:lnTo>
                    <a:pt x="209" y="977"/>
                  </a:lnTo>
                  <a:lnTo>
                    <a:pt x="209" y="980"/>
                  </a:lnTo>
                  <a:lnTo>
                    <a:pt x="211" y="980"/>
                  </a:lnTo>
                  <a:lnTo>
                    <a:pt x="213" y="980"/>
                  </a:lnTo>
                  <a:lnTo>
                    <a:pt x="213" y="980"/>
                  </a:lnTo>
                  <a:lnTo>
                    <a:pt x="216" y="980"/>
                  </a:lnTo>
                  <a:lnTo>
                    <a:pt x="216" y="980"/>
                  </a:lnTo>
                  <a:lnTo>
                    <a:pt x="216" y="980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7"/>
                  </a:lnTo>
                  <a:lnTo>
                    <a:pt x="218" y="975"/>
                  </a:lnTo>
                  <a:close/>
                  <a:moveTo>
                    <a:pt x="244" y="1030"/>
                  </a:moveTo>
                  <a:lnTo>
                    <a:pt x="242" y="1030"/>
                  </a:lnTo>
                  <a:lnTo>
                    <a:pt x="242" y="1030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2"/>
                  </a:lnTo>
                  <a:lnTo>
                    <a:pt x="239" y="1034"/>
                  </a:lnTo>
                  <a:lnTo>
                    <a:pt x="239" y="1034"/>
                  </a:lnTo>
                  <a:lnTo>
                    <a:pt x="242" y="1034"/>
                  </a:lnTo>
                  <a:lnTo>
                    <a:pt x="242" y="1034"/>
                  </a:lnTo>
                  <a:lnTo>
                    <a:pt x="242" y="1034"/>
                  </a:lnTo>
                  <a:lnTo>
                    <a:pt x="244" y="1032"/>
                  </a:lnTo>
                  <a:lnTo>
                    <a:pt x="242" y="1032"/>
                  </a:lnTo>
                  <a:lnTo>
                    <a:pt x="244" y="1032"/>
                  </a:lnTo>
                  <a:lnTo>
                    <a:pt x="244" y="1030"/>
                  </a:lnTo>
                  <a:close/>
                  <a:moveTo>
                    <a:pt x="166" y="963"/>
                  </a:moveTo>
                  <a:lnTo>
                    <a:pt x="166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1"/>
                  </a:lnTo>
                  <a:lnTo>
                    <a:pt x="161" y="961"/>
                  </a:lnTo>
                  <a:lnTo>
                    <a:pt x="161" y="961"/>
                  </a:lnTo>
                  <a:lnTo>
                    <a:pt x="161" y="963"/>
                  </a:lnTo>
                  <a:lnTo>
                    <a:pt x="164" y="963"/>
                  </a:lnTo>
                  <a:lnTo>
                    <a:pt x="164" y="963"/>
                  </a:lnTo>
                  <a:lnTo>
                    <a:pt x="164" y="966"/>
                  </a:lnTo>
                  <a:lnTo>
                    <a:pt x="164" y="966"/>
                  </a:lnTo>
                  <a:lnTo>
                    <a:pt x="164" y="966"/>
                  </a:lnTo>
                  <a:lnTo>
                    <a:pt x="164" y="968"/>
                  </a:lnTo>
                  <a:lnTo>
                    <a:pt x="166" y="968"/>
                  </a:lnTo>
                  <a:lnTo>
                    <a:pt x="166" y="968"/>
                  </a:lnTo>
                  <a:lnTo>
                    <a:pt x="166" y="968"/>
                  </a:lnTo>
                  <a:lnTo>
                    <a:pt x="166" y="966"/>
                  </a:lnTo>
                  <a:lnTo>
                    <a:pt x="166" y="963"/>
                  </a:lnTo>
                  <a:close/>
                  <a:moveTo>
                    <a:pt x="192" y="1003"/>
                  </a:moveTo>
                  <a:lnTo>
                    <a:pt x="192" y="1003"/>
                  </a:lnTo>
                  <a:lnTo>
                    <a:pt x="187" y="1001"/>
                  </a:lnTo>
                  <a:lnTo>
                    <a:pt x="187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90" y="1001"/>
                  </a:lnTo>
                  <a:lnTo>
                    <a:pt x="187" y="1001"/>
                  </a:lnTo>
                  <a:lnTo>
                    <a:pt x="187" y="999"/>
                  </a:lnTo>
                  <a:lnTo>
                    <a:pt x="187" y="999"/>
                  </a:lnTo>
                  <a:lnTo>
                    <a:pt x="187" y="996"/>
                  </a:lnTo>
                  <a:lnTo>
                    <a:pt x="187" y="996"/>
                  </a:lnTo>
                  <a:lnTo>
                    <a:pt x="187" y="996"/>
                  </a:lnTo>
                  <a:lnTo>
                    <a:pt x="185" y="994"/>
                  </a:lnTo>
                  <a:lnTo>
                    <a:pt x="185" y="994"/>
                  </a:lnTo>
                  <a:lnTo>
                    <a:pt x="183" y="992"/>
                  </a:lnTo>
                  <a:lnTo>
                    <a:pt x="183" y="989"/>
                  </a:lnTo>
                  <a:lnTo>
                    <a:pt x="183" y="989"/>
                  </a:lnTo>
                  <a:lnTo>
                    <a:pt x="183" y="989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3" y="987"/>
                  </a:lnTo>
                  <a:lnTo>
                    <a:pt x="180" y="987"/>
                  </a:lnTo>
                  <a:lnTo>
                    <a:pt x="180" y="987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5"/>
                  </a:lnTo>
                  <a:lnTo>
                    <a:pt x="180" y="982"/>
                  </a:lnTo>
                  <a:lnTo>
                    <a:pt x="180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8" y="982"/>
                  </a:lnTo>
                  <a:lnTo>
                    <a:pt x="175" y="982"/>
                  </a:lnTo>
                  <a:lnTo>
                    <a:pt x="175" y="980"/>
                  </a:lnTo>
                  <a:lnTo>
                    <a:pt x="175" y="980"/>
                  </a:lnTo>
                  <a:lnTo>
                    <a:pt x="173" y="977"/>
                  </a:lnTo>
                  <a:lnTo>
                    <a:pt x="173" y="977"/>
                  </a:lnTo>
                  <a:lnTo>
                    <a:pt x="171" y="977"/>
                  </a:lnTo>
                  <a:lnTo>
                    <a:pt x="173" y="980"/>
                  </a:lnTo>
                  <a:lnTo>
                    <a:pt x="173" y="982"/>
                  </a:lnTo>
                  <a:lnTo>
                    <a:pt x="173" y="982"/>
                  </a:lnTo>
                  <a:lnTo>
                    <a:pt x="173" y="982"/>
                  </a:lnTo>
                  <a:lnTo>
                    <a:pt x="175" y="982"/>
                  </a:lnTo>
                  <a:lnTo>
                    <a:pt x="175" y="985"/>
                  </a:lnTo>
                  <a:lnTo>
                    <a:pt x="175" y="985"/>
                  </a:lnTo>
                  <a:lnTo>
                    <a:pt x="175" y="985"/>
                  </a:lnTo>
                  <a:lnTo>
                    <a:pt x="178" y="985"/>
                  </a:lnTo>
                  <a:lnTo>
                    <a:pt x="178" y="985"/>
                  </a:lnTo>
                  <a:lnTo>
                    <a:pt x="180" y="987"/>
                  </a:lnTo>
                  <a:lnTo>
                    <a:pt x="180" y="989"/>
                  </a:lnTo>
                  <a:lnTo>
                    <a:pt x="180" y="989"/>
                  </a:lnTo>
                  <a:lnTo>
                    <a:pt x="183" y="992"/>
                  </a:lnTo>
                  <a:lnTo>
                    <a:pt x="183" y="992"/>
                  </a:lnTo>
                  <a:lnTo>
                    <a:pt x="183" y="992"/>
                  </a:lnTo>
                  <a:lnTo>
                    <a:pt x="183" y="994"/>
                  </a:lnTo>
                  <a:lnTo>
                    <a:pt x="183" y="994"/>
                  </a:lnTo>
                  <a:lnTo>
                    <a:pt x="183" y="994"/>
                  </a:lnTo>
                  <a:lnTo>
                    <a:pt x="183" y="996"/>
                  </a:lnTo>
                  <a:lnTo>
                    <a:pt x="187" y="1001"/>
                  </a:lnTo>
                  <a:lnTo>
                    <a:pt x="187" y="1001"/>
                  </a:lnTo>
                  <a:lnTo>
                    <a:pt x="185" y="1001"/>
                  </a:lnTo>
                  <a:lnTo>
                    <a:pt x="185" y="1003"/>
                  </a:lnTo>
                  <a:lnTo>
                    <a:pt x="185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87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0" y="1003"/>
                  </a:lnTo>
                  <a:lnTo>
                    <a:pt x="192" y="1003"/>
                  </a:lnTo>
                  <a:lnTo>
                    <a:pt x="192" y="1003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2" y="1006"/>
                  </a:lnTo>
                  <a:lnTo>
                    <a:pt x="194" y="1006"/>
                  </a:lnTo>
                  <a:lnTo>
                    <a:pt x="194" y="1006"/>
                  </a:lnTo>
                  <a:lnTo>
                    <a:pt x="194" y="1006"/>
                  </a:lnTo>
                  <a:lnTo>
                    <a:pt x="192" y="1003"/>
                  </a:lnTo>
                  <a:close/>
                  <a:moveTo>
                    <a:pt x="149" y="937"/>
                  </a:moveTo>
                  <a:lnTo>
                    <a:pt x="149" y="937"/>
                  </a:lnTo>
                  <a:lnTo>
                    <a:pt x="147" y="937"/>
                  </a:lnTo>
                  <a:lnTo>
                    <a:pt x="147" y="937"/>
                  </a:lnTo>
                  <a:lnTo>
                    <a:pt x="145" y="937"/>
                  </a:lnTo>
                  <a:lnTo>
                    <a:pt x="142" y="940"/>
                  </a:lnTo>
                  <a:lnTo>
                    <a:pt x="142" y="942"/>
                  </a:lnTo>
                  <a:lnTo>
                    <a:pt x="142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40" y="942"/>
                  </a:lnTo>
                  <a:lnTo>
                    <a:pt x="138" y="942"/>
                  </a:lnTo>
                  <a:lnTo>
                    <a:pt x="138" y="942"/>
                  </a:lnTo>
                  <a:lnTo>
                    <a:pt x="138" y="942"/>
                  </a:lnTo>
                  <a:lnTo>
                    <a:pt x="135" y="942"/>
                  </a:lnTo>
                  <a:lnTo>
                    <a:pt x="135" y="942"/>
                  </a:lnTo>
                  <a:lnTo>
                    <a:pt x="135" y="942"/>
                  </a:lnTo>
                  <a:lnTo>
                    <a:pt x="133" y="942"/>
                  </a:lnTo>
                  <a:lnTo>
                    <a:pt x="133" y="942"/>
                  </a:lnTo>
                  <a:lnTo>
                    <a:pt x="130" y="942"/>
                  </a:lnTo>
                  <a:lnTo>
                    <a:pt x="130" y="944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7"/>
                  </a:lnTo>
                  <a:lnTo>
                    <a:pt x="130" y="949"/>
                  </a:lnTo>
                  <a:lnTo>
                    <a:pt x="130" y="949"/>
                  </a:lnTo>
                  <a:lnTo>
                    <a:pt x="133" y="947"/>
                  </a:lnTo>
                  <a:lnTo>
                    <a:pt x="133" y="947"/>
                  </a:lnTo>
                  <a:lnTo>
                    <a:pt x="135" y="944"/>
                  </a:lnTo>
                  <a:lnTo>
                    <a:pt x="135" y="944"/>
                  </a:lnTo>
                  <a:lnTo>
                    <a:pt x="135" y="944"/>
                  </a:lnTo>
                  <a:lnTo>
                    <a:pt x="138" y="944"/>
                  </a:lnTo>
                  <a:lnTo>
                    <a:pt x="140" y="944"/>
                  </a:lnTo>
                  <a:lnTo>
                    <a:pt x="138" y="944"/>
                  </a:lnTo>
                  <a:lnTo>
                    <a:pt x="138" y="947"/>
                  </a:lnTo>
                  <a:lnTo>
                    <a:pt x="140" y="947"/>
                  </a:lnTo>
                  <a:lnTo>
                    <a:pt x="140" y="944"/>
                  </a:lnTo>
                  <a:lnTo>
                    <a:pt x="140" y="944"/>
                  </a:lnTo>
                  <a:lnTo>
                    <a:pt x="140" y="944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2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5" y="947"/>
                  </a:lnTo>
                  <a:lnTo>
                    <a:pt x="142" y="944"/>
                  </a:lnTo>
                  <a:lnTo>
                    <a:pt x="142" y="944"/>
                  </a:lnTo>
                  <a:lnTo>
                    <a:pt x="142" y="944"/>
                  </a:lnTo>
                  <a:lnTo>
                    <a:pt x="145" y="944"/>
                  </a:lnTo>
                  <a:lnTo>
                    <a:pt x="145" y="942"/>
                  </a:lnTo>
                  <a:lnTo>
                    <a:pt x="147" y="942"/>
                  </a:lnTo>
                  <a:lnTo>
                    <a:pt x="147" y="942"/>
                  </a:lnTo>
                  <a:lnTo>
                    <a:pt x="147" y="942"/>
                  </a:lnTo>
                  <a:lnTo>
                    <a:pt x="147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40"/>
                  </a:lnTo>
                  <a:lnTo>
                    <a:pt x="149" y="937"/>
                  </a:lnTo>
                  <a:lnTo>
                    <a:pt x="149" y="937"/>
                  </a:lnTo>
                  <a:close/>
                  <a:moveTo>
                    <a:pt x="618" y="568"/>
                  </a:moveTo>
                  <a:lnTo>
                    <a:pt x="618" y="568"/>
                  </a:lnTo>
                  <a:lnTo>
                    <a:pt x="618" y="568"/>
                  </a:lnTo>
                  <a:lnTo>
                    <a:pt x="618" y="568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6"/>
                  </a:lnTo>
                  <a:lnTo>
                    <a:pt x="618" y="563"/>
                  </a:lnTo>
                  <a:lnTo>
                    <a:pt x="618" y="563"/>
                  </a:lnTo>
                  <a:lnTo>
                    <a:pt x="618" y="563"/>
                  </a:lnTo>
                  <a:lnTo>
                    <a:pt x="615" y="566"/>
                  </a:lnTo>
                  <a:lnTo>
                    <a:pt x="615" y="566"/>
                  </a:lnTo>
                  <a:lnTo>
                    <a:pt x="615" y="566"/>
                  </a:lnTo>
                  <a:lnTo>
                    <a:pt x="618" y="568"/>
                  </a:lnTo>
                  <a:close/>
                  <a:moveTo>
                    <a:pt x="604" y="1046"/>
                  </a:move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1" y="1046"/>
                  </a:lnTo>
                  <a:lnTo>
                    <a:pt x="601" y="1046"/>
                  </a:lnTo>
                  <a:lnTo>
                    <a:pt x="601" y="1046"/>
                  </a:lnTo>
                  <a:lnTo>
                    <a:pt x="601" y="1044"/>
                  </a:lnTo>
                  <a:lnTo>
                    <a:pt x="601" y="1044"/>
                  </a:lnTo>
                  <a:lnTo>
                    <a:pt x="599" y="1044"/>
                  </a:lnTo>
                  <a:lnTo>
                    <a:pt x="599" y="1044"/>
                  </a:lnTo>
                  <a:lnTo>
                    <a:pt x="596" y="1044"/>
                  </a:lnTo>
                  <a:lnTo>
                    <a:pt x="596" y="1046"/>
                  </a:lnTo>
                  <a:lnTo>
                    <a:pt x="596" y="1046"/>
                  </a:lnTo>
                  <a:lnTo>
                    <a:pt x="594" y="1046"/>
                  </a:lnTo>
                  <a:lnTo>
                    <a:pt x="594" y="1044"/>
                  </a:lnTo>
                  <a:lnTo>
                    <a:pt x="594" y="1044"/>
                  </a:lnTo>
                  <a:lnTo>
                    <a:pt x="592" y="1046"/>
                  </a:lnTo>
                  <a:lnTo>
                    <a:pt x="592" y="1046"/>
                  </a:lnTo>
                  <a:lnTo>
                    <a:pt x="592" y="1046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2" y="1048"/>
                  </a:lnTo>
                  <a:lnTo>
                    <a:pt x="594" y="1048"/>
                  </a:lnTo>
                  <a:lnTo>
                    <a:pt x="594" y="1048"/>
                  </a:lnTo>
                  <a:lnTo>
                    <a:pt x="594" y="1048"/>
                  </a:lnTo>
                  <a:lnTo>
                    <a:pt x="596" y="1048"/>
                  </a:lnTo>
                  <a:lnTo>
                    <a:pt x="596" y="1048"/>
                  </a:lnTo>
                  <a:lnTo>
                    <a:pt x="599" y="1048"/>
                  </a:lnTo>
                  <a:lnTo>
                    <a:pt x="599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1" y="1051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8"/>
                  </a:lnTo>
                  <a:lnTo>
                    <a:pt x="604" y="1046"/>
                  </a:lnTo>
                  <a:lnTo>
                    <a:pt x="604" y="1046"/>
                  </a:lnTo>
                  <a:lnTo>
                    <a:pt x="604" y="1046"/>
                  </a:lnTo>
                  <a:close/>
                  <a:moveTo>
                    <a:pt x="606" y="1037"/>
                  </a:moveTo>
                  <a:lnTo>
                    <a:pt x="606" y="1037"/>
                  </a:lnTo>
                  <a:lnTo>
                    <a:pt x="604" y="1037"/>
                  </a:lnTo>
                  <a:lnTo>
                    <a:pt x="604" y="1037"/>
                  </a:lnTo>
                  <a:lnTo>
                    <a:pt x="604" y="1039"/>
                  </a:lnTo>
                  <a:lnTo>
                    <a:pt x="604" y="1039"/>
                  </a:lnTo>
                  <a:lnTo>
                    <a:pt x="604" y="1039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4" y="1041"/>
                  </a:lnTo>
                  <a:lnTo>
                    <a:pt x="606" y="1039"/>
                  </a:lnTo>
                  <a:lnTo>
                    <a:pt x="606" y="1039"/>
                  </a:lnTo>
                  <a:lnTo>
                    <a:pt x="606" y="1039"/>
                  </a:lnTo>
                  <a:lnTo>
                    <a:pt x="606" y="1037"/>
                  </a:lnTo>
                  <a:lnTo>
                    <a:pt x="606" y="1037"/>
                  </a:lnTo>
                  <a:lnTo>
                    <a:pt x="606" y="1037"/>
                  </a:lnTo>
                  <a:close/>
                  <a:moveTo>
                    <a:pt x="656" y="831"/>
                  </a:moveTo>
                  <a:lnTo>
                    <a:pt x="656" y="831"/>
                  </a:lnTo>
                  <a:lnTo>
                    <a:pt x="656" y="831"/>
                  </a:lnTo>
                  <a:lnTo>
                    <a:pt x="658" y="833"/>
                  </a:lnTo>
                  <a:lnTo>
                    <a:pt x="658" y="833"/>
                  </a:lnTo>
                  <a:lnTo>
                    <a:pt x="660" y="833"/>
                  </a:lnTo>
                  <a:lnTo>
                    <a:pt x="660" y="831"/>
                  </a:lnTo>
                  <a:lnTo>
                    <a:pt x="663" y="831"/>
                  </a:lnTo>
                  <a:lnTo>
                    <a:pt x="663" y="831"/>
                  </a:lnTo>
                  <a:lnTo>
                    <a:pt x="660" y="828"/>
                  </a:lnTo>
                  <a:lnTo>
                    <a:pt x="660" y="828"/>
                  </a:lnTo>
                  <a:lnTo>
                    <a:pt x="660" y="828"/>
                  </a:lnTo>
                  <a:lnTo>
                    <a:pt x="658" y="828"/>
                  </a:lnTo>
                  <a:lnTo>
                    <a:pt x="656" y="826"/>
                  </a:lnTo>
                  <a:lnTo>
                    <a:pt x="653" y="826"/>
                  </a:lnTo>
                  <a:lnTo>
                    <a:pt x="653" y="828"/>
                  </a:lnTo>
                  <a:lnTo>
                    <a:pt x="656" y="831"/>
                  </a:lnTo>
                  <a:close/>
                  <a:moveTo>
                    <a:pt x="594" y="1041"/>
                  </a:moveTo>
                  <a:lnTo>
                    <a:pt x="592" y="1041"/>
                  </a:lnTo>
                  <a:lnTo>
                    <a:pt x="592" y="1041"/>
                  </a:lnTo>
                  <a:lnTo>
                    <a:pt x="589" y="1039"/>
                  </a:lnTo>
                  <a:lnTo>
                    <a:pt x="589" y="1039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1"/>
                  </a:lnTo>
                  <a:lnTo>
                    <a:pt x="589" y="1044"/>
                  </a:lnTo>
                  <a:lnTo>
                    <a:pt x="589" y="1044"/>
                  </a:lnTo>
                  <a:lnTo>
                    <a:pt x="589" y="1044"/>
                  </a:lnTo>
                  <a:lnTo>
                    <a:pt x="592" y="1044"/>
                  </a:lnTo>
                  <a:lnTo>
                    <a:pt x="592" y="1044"/>
                  </a:lnTo>
                  <a:lnTo>
                    <a:pt x="594" y="1041"/>
                  </a:lnTo>
                  <a:close/>
                  <a:moveTo>
                    <a:pt x="589" y="1048"/>
                  </a:moveTo>
                  <a:lnTo>
                    <a:pt x="587" y="1048"/>
                  </a:lnTo>
                  <a:lnTo>
                    <a:pt x="587" y="1048"/>
                  </a:lnTo>
                  <a:lnTo>
                    <a:pt x="587" y="1048"/>
                  </a:lnTo>
                  <a:lnTo>
                    <a:pt x="587" y="1046"/>
                  </a:lnTo>
                  <a:lnTo>
                    <a:pt x="585" y="1046"/>
                  </a:lnTo>
                  <a:lnTo>
                    <a:pt x="585" y="1046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48"/>
                  </a:lnTo>
                  <a:lnTo>
                    <a:pt x="585" y="1051"/>
                  </a:lnTo>
                  <a:lnTo>
                    <a:pt x="587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51"/>
                  </a:lnTo>
                  <a:lnTo>
                    <a:pt x="589" y="1048"/>
                  </a:lnTo>
                  <a:lnTo>
                    <a:pt x="589" y="1048"/>
                  </a:lnTo>
                  <a:close/>
                  <a:moveTo>
                    <a:pt x="641" y="790"/>
                  </a:moveTo>
                  <a:lnTo>
                    <a:pt x="641" y="790"/>
                  </a:lnTo>
                  <a:lnTo>
                    <a:pt x="644" y="790"/>
                  </a:lnTo>
                  <a:lnTo>
                    <a:pt x="644" y="790"/>
                  </a:lnTo>
                  <a:lnTo>
                    <a:pt x="644" y="793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4" y="793"/>
                  </a:lnTo>
                  <a:lnTo>
                    <a:pt x="644" y="795"/>
                  </a:lnTo>
                  <a:lnTo>
                    <a:pt x="644" y="795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6" y="793"/>
                  </a:lnTo>
                  <a:lnTo>
                    <a:pt x="649" y="793"/>
                  </a:lnTo>
                  <a:lnTo>
                    <a:pt x="649" y="793"/>
                  </a:lnTo>
                  <a:lnTo>
                    <a:pt x="649" y="790"/>
                  </a:lnTo>
                  <a:lnTo>
                    <a:pt x="649" y="790"/>
                  </a:lnTo>
                  <a:lnTo>
                    <a:pt x="649" y="790"/>
                  </a:lnTo>
                  <a:lnTo>
                    <a:pt x="651" y="790"/>
                  </a:lnTo>
                  <a:lnTo>
                    <a:pt x="651" y="790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51" y="788"/>
                  </a:lnTo>
                  <a:lnTo>
                    <a:pt x="646" y="788"/>
                  </a:lnTo>
                  <a:lnTo>
                    <a:pt x="646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4" y="788"/>
                  </a:lnTo>
                  <a:lnTo>
                    <a:pt x="641" y="788"/>
                  </a:lnTo>
                  <a:lnTo>
                    <a:pt x="641" y="788"/>
                  </a:lnTo>
                  <a:lnTo>
                    <a:pt x="641" y="788"/>
                  </a:lnTo>
                  <a:lnTo>
                    <a:pt x="641" y="790"/>
                  </a:lnTo>
                  <a:lnTo>
                    <a:pt x="641" y="790"/>
                  </a:lnTo>
                  <a:lnTo>
                    <a:pt x="641" y="790"/>
                  </a:lnTo>
                  <a:close/>
                  <a:moveTo>
                    <a:pt x="568" y="1048"/>
                  </a:moveTo>
                  <a:lnTo>
                    <a:pt x="568" y="1048"/>
                  </a:lnTo>
                  <a:lnTo>
                    <a:pt x="568" y="1048"/>
                  </a:lnTo>
                  <a:lnTo>
                    <a:pt x="568" y="1048"/>
                  </a:lnTo>
                  <a:lnTo>
                    <a:pt x="568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6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63" y="1048"/>
                  </a:lnTo>
                  <a:lnTo>
                    <a:pt x="559" y="1051"/>
                  </a:lnTo>
                  <a:lnTo>
                    <a:pt x="559" y="1053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59" y="1056"/>
                  </a:lnTo>
                  <a:lnTo>
                    <a:pt x="561" y="1056"/>
                  </a:lnTo>
                  <a:lnTo>
                    <a:pt x="561" y="1056"/>
                  </a:lnTo>
                  <a:lnTo>
                    <a:pt x="561" y="1053"/>
                  </a:lnTo>
                  <a:lnTo>
                    <a:pt x="563" y="1053"/>
                  </a:lnTo>
                  <a:lnTo>
                    <a:pt x="566" y="1053"/>
                  </a:lnTo>
                  <a:lnTo>
                    <a:pt x="566" y="1056"/>
                  </a:lnTo>
                  <a:lnTo>
                    <a:pt x="566" y="1053"/>
                  </a:lnTo>
                  <a:lnTo>
                    <a:pt x="568" y="1053"/>
                  </a:lnTo>
                  <a:lnTo>
                    <a:pt x="568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70" y="1051"/>
                  </a:lnTo>
                  <a:lnTo>
                    <a:pt x="568" y="1048"/>
                  </a:lnTo>
                  <a:close/>
                  <a:moveTo>
                    <a:pt x="675" y="1030"/>
                  </a:moveTo>
                  <a:lnTo>
                    <a:pt x="675" y="1030"/>
                  </a:lnTo>
                  <a:lnTo>
                    <a:pt x="675" y="1030"/>
                  </a:lnTo>
                  <a:lnTo>
                    <a:pt x="675" y="1030"/>
                  </a:lnTo>
                  <a:lnTo>
                    <a:pt x="675" y="1030"/>
                  </a:lnTo>
                  <a:lnTo>
                    <a:pt x="677" y="1027"/>
                  </a:lnTo>
                  <a:lnTo>
                    <a:pt x="677" y="1025"/>
                  </a:lnTo>
                  <a:lnTo>
                    <a:pt x="679" y="1025"/>
                  </a:lnTo>
                  <a:lnTo>
                    <a:pt x="679" y="1022"/>
                  </a:lnTo>
                  <a:lnTo>
                    <a:pt x="677" y="1022"/>
                  </a:lnTo>
                  <a:lnTo>
                    <a:pt x="675" y="1022"/>
                  </a:lnTo>
                  <a:lnTo>
                    <a:pt x="675" y="1022"/>
                  </a:lnTo>
                  <a:lnTo>
                    <a:pt x="672" y="1022"/>
                  </a:lnTo>
                  <a:lnTo>
                    <a:pt x="672" y="1020"/>
                  </a:lnTo>
                  <a:lnTo>
                    <a:pt x="672" y="1020"/>
                  </a:lnTo>
                  <a:lnTo>
                    <a:pt x="670" y="1020"/>
                  </a:lnTo>
                  <a:lnTo>
                    <a:pt x="670" y="1020"/>
                  </a:lnTo>
                  <a:lnTo>
                    <a:pt x="667" y="1020"/>
                  </a:lnTo>
                  <a:lnTo>
                    <a:pt x="667" y="1020"/>
                  </a:lnTo>
                  <a:lnTo>
                    <a:pt x="665" y="1020"/>
                  </a:lnTo>
                  <a:lnTo>
                    <a:pt x="663" y="1020"/>
                  </a:lnTo>
                  <a:lnTo>
                    <a:pt x="663" y="1020"/>
                  </a:lnTo>
                  <a:lnTo>
                    <a:pt x="660" y="1022"/>
                  </a:lnTo>
                  <a:lnTo>
                    <a:pt x="658" y="1022"/>
                  </a:lnTo>
                  <a:lnTo>
                    <a:pt x="658" y="1022"/>
                  </a:lnTo>
                  <a:lnTo>
                    <a:pt x="658" y="1022"/>
                  </a:lnTo>
                  <a:lnTo>
                    <a:pt x="656" y="1025"/>
                  </a:lnTo>
                  <a:lnTo>
                    <a:pt x="656" y="1025"/>
                  </a:lnTo>
                  <a:lnTo>
                    <a:pt x="656" y="1025"/>
                  </a:lnTo>
                  <a:lnTo>
                    <a:pt x="656" y="1027"/>
                  </a:lnTo>
                  <a:lnTo>
                    <a:pt x="656" y="1027"/>
                  </a:lnTo>
                  <a:lnTo>
                    <a:pt x="656" y="1027"/>
                  </a:lnTo>
                  <a:lnTo>
                    <a:pt x="656" y="1030"/>
                  </a:lnTo>
                  <a:lnTo>
                    <a:pt x="656" y="1030"/>
                  </a:lnTo>
                  <a:lnTo>
                    <a:pt x="653" y="1030"/>
                  </a:lnTo>
                  <a:lnTo>
                    <a:pt x="653" y="1030"/>
                  </a:lnTo>
                  <a:lnTo>
                    <a:pt x="656" y="1030"/>
                  </a:lnTo>
                  <a:lnTo>
                    <a:pt x="656" y="1030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2"/>
                  </a:lnTo>
                  <a:lnTo>
                    <a:pt x="656" y="1034"/>
                  </a:lnTo>
                  <a:lnTo>
                    <a:pt x="656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4"/>
                  </a:lnTo>
                  <a:lnTo>
                    <a:pt x="653" y="1032"/>
                  </a:lnTo>
                  <a:lnTo>
                    <a:pt x="653" y="1032"/>
                  </a:lnTo>
                  <a:lnTo>
                    <a:pt x="651" y="1032"/>
                  </a:lnTo>
                  <a:lnTo>
                    <a:pt x="651" y="1032"/>
                  </a:lnTo>
                  <a:lnTo>
                    <a:pt x="651" y="1032"/>
                  </a:lnTo>
                  <a:lnTo>
                    <a:pt x="651" y="1034"/>
                  </a:lnTo>
                  <a:lnTo>
                    <a:pt x="649" y="1034"/>
                  </a:lnTo>
                  <a:lnTo>
                    <a:pt x="649" y="1034"/>
                  </a:lnTo>
                  <a:lnTo>
                    <a:pt x="649" y="1034"/>
                  </a:lnTo>
                  <a:lnTo>
                    <a:pt x="649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6" y="1032"/>
                  </a:lnTo>
                  <a:lnTo>
                    <a:pt x="644" y="1034"/>
                  </a:lnTo>
                  <a:lnTo>
                    <a:pt x="644" y="1034"/>
                  </a:lnTo>
                  <a:lnTo>
                    <a:pt x="641" y="1034"/>
                  </a:lnTo>
                  <a:lnTo>
                    <a:pt x="641" y="1037"/>
                  </a:lnTo>
                  <a:lnTo>
                    <a:pt x="639" y="1037"/>
                  </a:lnTo>
                  <a:lnTo>
                    <a:pt x="639" y="1037"/>
                  </a:lnTo>
                  <a:lnTo>
                    <a:pt x="639" y="1039"/>
                  </a:lnTo>
                  <a:lnTo>
                    <a:pt x="639" y="1039"/>
                  </a:lnTo>
                  <a:lnTo>
                    <a:pt x="639" y="1041"/>
                  </a:lnTo>
                  <a:lnTo>
                    <a:pt x="639" y="1041"/>
                  </a:lnTo>
                  <a:lnTo>
                    <a:pt x="637" y="1044"/>
                  </a:lnTo>
                  <a:lnTo>
                    <a:pt x="637" y="1046"/>
                  </a:lnTo>
                  <a:lnTo>
                    <a:pt x="634" y="1044"/>
                  </a:lnTo>
                  <a:lnTo>
                    <a:pt x="634" y="1046"/>
                  </a:lnTo>
                  <a:lnTo>
                    <a:pt x="634" y="1048"/>
                  </a:lnTo>
                  <a:lnTo>
                    <a:pt x="634" y="1048"/>
                  </a:lnTo>
                  <a:lnTo>
                    <a:pt x="632" y="1048"/>
                  </a:lnTo>
                  <a:lnTo>
                    <a:pt x="632" y="1048"/>
                  </a:lnTo>
                  <a:lnTo>
                    <a:pt x="632" y="1048"/>
                  </a:lnTo>
                  <a:lnTo>
                    <a:pt x="630" y="1048"/>
                  </a:lnTo>
                  <a:lnTo>
                    <a:pt x="630" y="1048"/>
                  </a:lnTo>
                  <a:lnTo>
                    <a:pt x="630" y="1051"/>
                  </a:lnTo>
                  <a:lnTo>
                    <a:pt x="630" y="1051"/>
                  </a:lnTo>
                  <a:lnTo>
                    <a:pt x="627" y="1053"/>
                  </a:lnTo>
                  <a:lnTo>
                    <a:pt x="625" y="1051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5" y="1053"/>
                  </a:lnTo>
                  <a:lnTo>
                    <a:pt x="622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27" y="1053"/>
                  </a:lnTo>
                  <a:lnTo>
                    <a:pt x="630" y="1051"/>
                  </a:lnTo>
                  <a:lnTo>
                    <a:pt x="632" y="1051"/>
                  </a:lnTo>
                  <a:lnTo>
                    <a:pt x="632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4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51"/>
                  </a:lnTo>
                  <a:lnTo>
                    <a:pt x="637" y="1048"/>
                  </a:lnTo>
                  <a:lnTo>
                    <a:pt x="637" y="1048"/>
                  </a:lnTo>
                  <a:lnTo>
                    <a:pt x="639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1" y="1048"/>
                  </a:lnTo>
                  <a:lnTo>
                    <a:pt x="644" y="1048"/>
                  </a:lnTo>
                  <a:lnTo>
                    <a:pt x="644" y="1046"/>
                  </a:lnTo>
                  <a:lnTo>
                    <a:pt x="644" y="1046"/>
                  </a:lnTo>
                  <a:lnTo>
                    <a:pt x="646" y="1046"/>
                  </a:lnTo>
                  <a:lnTo>
                    <a:pt x="649" y="1046"/>
                  </a:lnTo>
                  <a:lnTo>
                    <a:pt x="649" y="1046"/>
                  </a:lnTo>
                  <a:lnTo>
                    <a:pt x="649" y="1046"/>
                  </a:lnTo>
                  <a:lnTo>
                    <a:pt x="651" y="1044"/>
                  </a:lnTo>
                  <a:lnTo>
                    <a:pt x="651" y="1044"/>
                  </a:lnTo>
                  <a:lnTo>
                    <a:pt x="653" y="1041"/>
                  </a:lnTo>
                  <a:lnTo>
                    <a:pt x="653" y="1041"/>
                  </a:lnTo>
                  <a:lnTo>
                    <a:pt x="653" y="1039"/>
                  </a:lnTo>
                  <a:lnTo>
                    <a:pt x="656" y="1041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9"/>
                  </a:lnTo>
                  <a:lnTo>
                    <a:pt x="656" y="1037"/>
                  </a:lnTo>
                  <a:lnTo>
                    <a:pt x="658" y="1037"/>
                  </a:lnTo>
                  <a:lnTo>
                    <a:pt x="658" y="1037"/>
                  </a:lnTo>
                  <a:lnTo>
                    <a:pt x="658" y="1037"/>
                  </a:lnTo>
                  <a:lnTo>
                    <a:pt x="660" y="1037"/>
                  </a:lnTo>
                  <a:lnTo>
                    <a:pt x="660" y="1037"/>
                  </a:lnTo>
                  <a:lnTo>
                    <a:pt x="663" y="1037"/>
                  </a:lnTo>
                  <a:lnTo>
                    <a:pt x="663" y="1034"/>
                  </a:lnTo>
                  <a:lnTo>
                    <a:pt x="670" y="1032"/>
                  </a:lnTo>
                  <a:lnTo>
                    <a:pt x="670" y="1032"/>
                  </a:lnTo>
                  <a:lnTo>
                    <a:pt x="672" y="1032"/>
                  </a:lnTo>
                  <a:lnTo>
                    <a:pt x="675" y="1032"/>
                  </a:lnTo>
                  <a:lnTo>
                    <a:pt x="675" y="1032"/>
                  </a:lnTo>
                  <a:lnTo>
                    <a:pt x="675" y="1030"/>
                  </a:lnTo>
                  <a:close/>
                  <a:moveTo>
                    <a:pt x="649" y="1048"/>
                  </a:moveTo>
                  <a:lnTo>
                    <a:pt x="649" y="1048"/>
                  </a:lnTo>
                  <a:lnTo>
                    <a:pt x="649" y="1048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51"/>
                  </a:lnTo>
                  <a:lnTo>
                    <a:pt x="649" y="1048"/>
                  </a:lnTo>
                  <a:lnTo>
                    <a:pt x="649" y="1048"/>
                  </a:lnTo>
                  <a:close/>
                  <a:moveTo>
                    <a:pt x="625" y="589"/>
                  </a:moveTo>
                  <a:lnTo>
                    <a:pt x="625" y="589"/>
                  </a:lnTo>
                  <a:lnTo>
                    <a:pt x="627" y="589"/>
                  </a:lnTo>
                  <a:lnTo>
                    <a:pt x="627" y="589"/>
                  </a:lnTo>
                  <a:lnTo>
                    <a:pt x="630" y="587"/>
                  </a:lnTo>
                  <a:lnTo>
                    <a:pt x="630" y="589"/>
                  </a:lnTo>
                  <a:lnTo>
                    <a:pt x="632" y="589"/>
                  </a:lnTo>
                  <a:lnTo>
                    <a:pt x="632" y="589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4" y="592"/>
                  </a:lnTo>
                  <a:lnTo>
                    <a:pt x="637" y="592"/>
                  </a:lnTo>
                  <a:lnTo>
                    <a:pt x="637" y="592"/>
                  </a:lnTo>
                  <a:lnTo>
                    <a:pt x="634" y="589"/>
                  </a:lnTo>
                  <a:lnTo>
                    <a:pt x="634" y="589"/>
                  </a:lnTo>
                  <a:lnTo>
                    <a:pt x="632" y="587"/>
                  </a:lnTo>
                  <a:lnTo>
                    <a:pt x="632" y="585"/>
                  </a:lnTo>
                  <a:lnTo>
                    <a:pt x="630" y="585"/>
                  </a:lnTo>
                  <a:lnTo>
                    <a:pt x="627" y="585"/>
                  </a:lnTo>
                  <a:lnTo>
                    <a:pt x="622" y="577"/>
                  </a:lnTo>
                  <a:lnTo>
                    <a:pt x="620" y="575"/>
                  </a:lnTo>
                  <a:lnTo>
                    <a:pt x="620" y="575"/>
                  </a:lnTo>
                  <a:lnTo>
                    <a:pt x="620" y="575"/>
                  </a:lnTo>
                  <a:lnTo>
                    <a:pt x="620" y="573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20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8" y="570"/>
                  </a:lnTo>
                  <a:lnTo>
                    <a:pt x="615" y="570"/>
                  </a:lnTo>
                  <a:lnTo>
                    <a:pt x="615" y="570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3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15" y="575"/>
                  </a:lnTo>
                  <a:lnTo>
                    <a:pt x="620" y="582"/>
                  </a:lnTo>
                  <a:lnTo>
                    <a:pt x="622" y="582"/>
                  </a:lnTo>
                  <a:lnTo>
                    <a:pt x="622" y="582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5"/>
                  </a:lnTo>
                  <a:lnTo>
                    <a:pt x="622" y="587"/>
                  </a:lnTo>
                  <a:lnTo>
                    <a:pt x="625" y="587"/>
                  </a:lnTo>
                  <a:lnTo>
                    <a:pt x="625" y="589"/>
                  </a:lnTo>
                  <a:close/>
                  <a:moveTo>
                    <a:pt x="620" y="1056"/>
                  </a:move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18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lnTo>
                    <a:pt x="620" y="1056"/>
                  </a:lnTo>
                  <a:close/>
                  <a:moveTo>
                    <a:pt x="372" y="1039"/>
                  </a:move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69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7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lnTo>
                    <a:pt x="372" y="1039"/>
                  </a:lnTo>
                  <a:close/>
                  <a:moveTo>
                    <a:pt x="362" y="1032"/>
                  </a:moveTo>
                  <a:lnTo>
                    <a:pt x="362" y="1032"/>
                  </a:lnTo>
                  <a:lnTo>
                    <a:pt x="362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0" y="1032"/>
                  </a:lnTo>
                  <a:lnTo>
                    <a:pt x="362" y="1032"/>
                  </a:lnTo>
                  <a:close/>
                  <a:moveTo>
                    <a:pt x="376" y="1037"/>
                  </a:moveTo>
                  <a:lnTo>
                    <a:pt x="374" y="1037"/>
                  </a:lnTo>
                  <a:lnTo>
                    <a:pt x="374" y="1037"/>
                  </a:lnTo>
                  <a:lnTo>
                    <a:pt x="374" y="1037"/>
                  </a:lnTo>
                  <a:lnTo>
                    <a:pt x="374" y="1039"/>
                  </a:lnTo>
                  <a:lnTo>
                    <a:pt x="374" y="1039"/>
                  </a:lnTo>
                  <a:lnTo>
                    <a:pt x="374" y="1039"/>
                  </a:lnTo>
                  <a:lnTo>
                    <a:pt x="374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lnTo>
                    <a:pt x="376" y="1037"/>
                  </a:lnTo>
                  <a:close/>
                  <a:moveTo>
                    <a:pt x="386" y="1039"/>
                  </a:moveTo>
                  <a:lnTo>
                    <a:pt x="386" y="1039"/>
                  </a:lnTo>
                  <a:lnTo>
                    <a:pt x="384" y="1039"/>
                  </a:lnTo>
                  <a:lnTo>
                    <a:pt x="386" y="1039"/>
                  </a:lnTo>
                  <a:lnTo>
                    <a:pt x="386" y="1039"/>
                  </a:lnTo>
                  <a:lnTo>
                    <a:pt x="386" y="1039"/>
                  </a:lnTo>
                  <a:lnTo>
                    <a:pt x="386" y="1039"/>
                  </a:lnTo>
                  <a:close/>
                  <a:moveTo>
                    <a:pt x="367" y="1030"/>
                  </a:moveTo>
                  <a:lnTo>
                    <a:pt x="367" y="1030"/>
                  </a:lnTo>
                  <a:lnTo>
                    <a:pt x="367" y="1030"/>
                  </a:lnTo>
                  <a:lnTo>
                    <a:pt x="367" y="1030"/>
                  </a:lnTo>
                  <a:lnTo>
                    <a:pt x="367" y="1027"/>
                  </a:lnTo>
                  <a:lnTo>
                    <a:pt x="367" y="1027"/>
                  </a:lnTo>
                  <a:lnTo>
                    <a:pt x="367" y="1025"/>
                  </a:lnTo>
                  <a:lnTo>
                    <a:pt x="365" y="1025"/>
                  </a:lnTo>
                  <a:lnTo>
                    <a:pt x="365" y="1025"/>
                  </a:lnTo>
                  <a:lnTo>
                    <a:pt x="362" y="1022"/>
                  </a:lnTo>
                  <a:lnTo>
                    <a:pt x="362" y="1025"/>
                  </a:lnTo>
                  <a:lnTo>
                    <a:pt x="362" y="1025"/>
                  </a:lnTo>
                  <a:lnTo>
                    <a:pt x="360" y="1025"/>
                  </a:lnTo>
                  <a:lnTo>
                    <a:pt x="360" y="1025"/>
                  </a:lnTo>
                  <a:lnTo>
                    <a:pt x="360" y="1027"/>
                  </a:lnTo>
                  <a:lnTo>
                    <a:pt x="360" y="1027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0" y="1030"/>
                  </a:lnTo>
                  <a:lnTo>
                    <a:pt x="362" y="1030"/>
                  </a:lnTo>
                  <a:lnTo>
                    <a:pt x="362" y="1032"/>
                  </a:lnTo>
                  <a:lnTo>
                    <a:pt x="362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2"/>
                  </a:lnTo>
                  <a:lnTo>
                    <a:pt x="365" y="1030"/>
                  </a:lnTo>
                  <a:lnTo>
                    <a:pt x="367" y="1030"/>
                  </a:lnTo>
                  <a:lnTo>
                    <a:pt x="367" y="1030"/>
                  </a:lnTo>
                  <a:close/>
                  <a:moveTo>
                    <a:pt x="372" y="1034"/>
                  </a:moveTo>
                  <a:lnTo>
                    <a:pt x="372" y="1034"/>
                  </a:lnTo>
                  <a:lnTo>
                    <a:pt x="372" y="1034"/>
                  </a:lnTo>
                  <a:lnTo>
                    <a:pt x="372" y="1034"/>
                  </a:lnTo>
                  <a:lnTo>
                    <a:pt x="369" y="1034"/>
                  </a:lnTo>
                  <a:lnTo>
                    <a:pt x="369" y="1032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69" y="1032"/>
                  </a:lnTo>
                  <a:lnTo>
                    <a:pt x="367" y="1032"/>
                  </a:lnTo>
                  <a:lnTo>
                    <a:pt x="367" y="1034"/>
                  </a:lnTo>
                  <a:lnTo>
                    <a:pt x="369" y="1034"/>
                  </a:lnTo>
                  <a:lnTo>
                    <a:pt x="369" y="1034"/>
                  </a:lnTo>
                  <a:lnTo>
                    <a:pt x="372" y="1034"/>
                  </a:lnTo>
                  <a:close/>
                  <a:moveTo>
                    <a:pt x="499" y="1051"/>
                  </a:moveTo>
                  <a:lnTo>
                    <a:pt x="499" y="1048"/>
                  </a:lnTo>
                  <a:lnTo>
                    <a:pt x="499" y="1048"/>
                  </a:lnTo>
                  <a:lnTo>
                    <a:pt x="499" y="1048"/>
                  </a:lnTo>
                  <a:lnTo>
                    <a:pt x="499" y="1048"/>
                  </a:lnTo>
                  <a:lnTo>
                    <a:pt x="497" y="1048"/>
                  </a:lnTo>
                  <a:lnTo>
                    <a:pt x="495" y="1048"/>
                  </a:lnTo>
                  <a:lnTo>
                    <a:pt x="492" y="1051"/>
                  </a:lnTo>
                  <a:lnTo>
                    <a:pt x="492" y="1051"/>
                  </a:lnTo>
                  <a:lnTo>
                    <a:pt x="490" y="1053"/>
                  </a:lnTo>
                  <a:lnTo>
                    <a:pt x="492" y="1056"/>
                  </a:lnTo>
                  <a:lnTo>
                    <a:pt x="492" y="1056"/>
                  </a:lnTo>
                  <a:lnTo>
                    <a:pt x="495" y="1056"/>
                  </a:lnTo>
                  <a:lnTo>
                    <a:pt x="497" y="1053"/>
                  </a:lnTo>
                  <a:lnTo>
                    <a:pt x="497" y="1056"/>
                  </a:lnTo>
                  <a:lnTo>
                    <a:pt x="497" y="1056"/>
                  </a:lnTo>
                  <a:lnTo>
                    <a:pt x="499" y="1056"/>
                  </a:lnTo>
                  <a:lnTo>
                    <a:pt x="502" y="1053"/>
                  </a:lnTo>
                  <a:lnTo>
                    <a:pt x="502" y="1053"/>
                  </a:lnTo>
                  <a:lnTo>
                    <a:pt x="502" y="1053"/>
                  </a:lnTo>
                  <a:lnTo>
                    <a:pt x="502" y="1051"/>
                  </a:lnTo>
                  <a:lnTo>
                    <a:pt x="499" y="1051"/>
                  </a:lnTo>
                  <a:close/>
                  <a:moveTo>
                    <a:pt x="542" y="1053"/>
                  </a:moveTo>
                  <a:lnTo>
                    <a:pt x="542" y="1053"/>
                  </a:lnTo>
                  <a:lnTo>
                    <a:pt x="540" y="1053"/>
                  </a:lnTo>
                  <a:lnTo>
                    <a:pt x="540" y="1056"/>
                  </a:lnTo>
                  <a:lnTo>
                    <a:pt x="542" y="1056"/>
                  </a:lnTo>
                  <a:lnTo>
                    <a:pt x="542" y="1056"/>
                  </a:lnTo>
                  <a:lnTo>
                    <a:pt x="544" y="1056"/>
                  </a:lnTo>
                  <a:lnTo>
                    <a:pt x="544" y="1056"/>
                  </a:lnTo>
                  <a:lnTo>
                    <a:pt x="544" y="1056"/>
                  </a:lnTo>
                  <a:lnTo>
                    <a:pt x="544" y="1053"/>
                  </a:lnTo>
                  <a:lnTo>
                    <a:pt x="544" y="1053"/>
                  </a:lnTo>
                  <a:lnTo>
                    <a:pt x="542" y="1053"/>
                  </a:lnTo>
                  <a:close/>
                  <a:moveTo>
                    <a:pt x="547" y="1051"/>
                  </a:move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7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9" y="1051"/>
                  </a:lnTo>
                  <a:lnTo>
                    <a:pt x="547" y="1051"/>
                  </a:lnTo>
                  <a:lnTo>
                    <a:pt x="547" y="1051"/>
                  </a:lnTo>
                  <a:close/>
                  <a:moveTo>
                    <a:pt x="386" y="1027"/>
                  </a:move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6" y="1027"/>
                  </a:lnTo>
                  <a:lnTo>
                    <a:pt x="388" y="1027"/>
                  </a:lnTo>
                  <a:lnTo>
                    <a:pt x="386" y="1027"/>
                  </a:lnTo>
                  <a:lnTo>
                    <a:pt x="386" y="1027"/>
                  </a:lnTo>
                  <a:close/>
                  <a:moveTo>
                    <a:pt x="471" y="1058"/>
                  </a:moveTo>
                  <a:lnTo>
                    <a:pt x="469" y="1058"/>
                  </a:lnTo>
                  <a:lnTo>
                    <a:pt x="469" y="1058"/>
                  </a:lnTo>
                  <a:lnTo>
                    <a:pt x="469" y="1058"/>
                  </a:lnTo>
                  <a:lnTo>
                    <a:pt x="469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56"/>
                  </a:lnTo>
                  <a:lnTo>
                    <a:pt x="466" y="1056"/>
                  </a:lnTo>
                  <a:lnTo>
                    <a:pt x="466" y="1056"/>
                  </a:lnTo>
                  <a:lnTo>
                    <a:pt x="464" y="1056"/>
                  </a:lnTo>
                  <a:lnTo>
                    <a:pt x="464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62" y="1056"/>
                  </a:lnTo>
                  <a:lnTo>
                    <a:pt x="459" y="1056"/>
                  </a:lnTo>
                  <a:lnTo>
                    <a:pt x="459" y="1056"/>
                  </a:lnTo>
                  <a:lnTo>
                    <a:pt x="459" y="1056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9" y="1053"/>
                  </a:lnTo>
                  <a:lnTo>
                    <a:pt x="457" y="1053"/>
                  </a:lnTo>
                  <a:lnTo>
                    <a:pt x="457" y="1053"/>
                  </a:lnTo>
                  <a:lnTo>
                    <a:pt x="455" y="1053"/>
                  </a:lnTo>
                  <a:lnTo>
                    <a:pt x="455" y="1053"/>
                  </a:lnTo>
                  <a:lnTo>
                    <a:pt x="457" y="1051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2" y="1048"/>
                  </a:lnTo>
                  <a:lnTo>
                    <a:pt x="452" y="1048"/>
                  </a:lnTo>
                  <a:lnTo>
                    <a:pt x="450" y="1051"/>
                  </a:lnTo>
                  <a:lnTo>
                    <a:pt x="450" y="1051"/>
                  </a:lnTo>
                  <a:lnTo>
                    <a:pt x="447" y="1051"/>
                  </a:lnTo>
                  <a:lnTo>
                    <a:pt x="447" y="1051"/>
                  </a:lnTo>
                  <a:lnTo>
                    <a:pt x="445" y="1051"/>
                  </a:lnTo>
                  <a:lnTo>
                    <a:pt x="445" y="1051"/>
                  </a:lnTo>
                  <a:lnTo>
                    <a:pt x="445" y="1048"/>
                  </a:lnTo>
                  <a:lnTo>
                    <a:pt x="445" y="1048"/>
                  </a:lnTo>
                  <a:lnTo>
                    <a:pt x="445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3" y="1048"/>
                  </a:lnTo>
                  <a:lnTo>
                    <a:pt x="440" y="1048"/>
                  </a:lnTo>
                  <a:lnTo>
                    <a:pt x="440" y="1048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6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38" y="1048"/>
                  </a:lnTo>
                  <a:lnTo>
                    <a:pt x="440" y="1048"/>
                  </a:lnTo>
                  <a:lnTo>
                    <a:pt x="440" y="1048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0" y="1051"/>
                  </a:lnTo>
                  <a:lnTo>
                    <a:pt x="443" y="1053"/>
                  </a:lnTo>
                  <a:lnTo>
                    <a:pt x="443" y="1053"/>
                  </a:lnTo>
                  <a:lnTo>
                    <a:pt x="447" y="1056"/>
                  </a:lnTo>
                  <a:lnTo>
                    <a:pt x="447" y="1053"/>
                  </a:lnTo>
                  <a:lnTo>
                    <a:pt x="450" y="1053"/>
                  </a:lnTo>
                  <a:lnTo>
                    <a:pt x="450" y="1053"/>
                  </a:lnTo>
                  <a:lnTo>
                    <a:pt x="450" y="1056"/>
                  </a:lnTo>
                  <a:lnTo>
                    <a:pt x="450" y="1056"/>
                  </a:lnTo>
                  <a:lnTo>
                    <a:pt x="452" y="1056"/>
                  </a:lnTo>
                  <a:lnTo>
                    <a:pt x="452" y="1056"/>
                  </a:lnTo>
                  <a:lnTo>
                    <a:pt x="452" y="1058"/>
                  </a:lnTo>
                  <a:lnTo>
                    <a:pt x="452" y="1058"/>
                  </a:lnTo>
                  <a:lnTo>
                    <a:pt x="452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5" y="1058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9" y="1058"/>
                  </a:lnTo>
                  <a:lnTo>
                    <a:pt x="459" y="1058"/>
                  </a:lnTo>
                  <a:lnTo>
                    <a:pt x="462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4" y="1058"/>
                  </a:lnTo>
                  <a:lnTo>
                    <a:pt x="466" y="1058"/>
                  </a:lnTo>
                  <a:lnTo>
                    <a:pt x="466" y="1058"/>
                  </a:lnTo>
                  <a:lnTo>
                    <a:pt x="466" y="1060"/>
                  </a:lnTo>
                  <a:lnTo>
                    <a:pt x="466" y="1060"/>
                  </a:lnTo>
                  <a:lnTo>
                    <a:pt x="469" y="1060"/>
                  </a:lnTo>
                  <a:lnTo>
                    <a:pt x="471" y="1060"/>
                  </a:lnTo>
                  <a:lnTo>
                    <a:pt x="471" y="1060"/>
                  </a:lnTo>
                  <a:lnTo>
                    <a:pt x="473" y="1060"/>
                  </a:lnTo>
                  <a:lnTo>
                    <a:pt x="473" y="1060"/>
                  </a:lnTo>
                  <a:lnTo>
                    <a:pt x="476" y="1060"/>
                  </a:lnTo>
                  <a:lnTo>
                    <a:pt x="476" y="1060"/>
                  </a:lnTo>
                  <a:lnTo>
                    <a:pt x="471" y="1058"/>
                  </a:lnTo>
                  <a:lnTo>
                    <a:pt x="471" y="1058"/>
                  </a:lnTo>
                  <a:close/>
                  <a:moveTo>
                    <a:pt x="436" y="1044"/>
                  </a:moveTo>
                  <a:lnTo>
                    <a:pt x="433" y="1044"/>
                  </a:lnTo>
                  <a:lnTo>
                    <a:pt x="433" y="1041"/>
                  </a:lnTo>
                  <a:lnTo>
                    <a:pt x="433" y="1041"/>
                  </a:lnTo>
                  <a:lnTo>
                    <a:pt x="433" y="1039"/>
                  </a:lnTo>
                  <a:lnTo>
                    <a:pt x="436" y="1039"/>
                  </a:lnTo>
                  <a:lnTo>
                    <a:pt x="438" y="1041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0" y="1039"/>
                  </a:lnTo>
                  <a:lnTo>
                    <a:pt x="443" y="1039"/>
                  </a:lnTo>
                  <a:lnTo>
                    <a:pt x="443" y="1037"/>
                  </a:lnTo>
                  <a:lnTo>
                    <a:pt x="443" y="1037"/>
                  </a:lnTo>
                  <a:lnTo>
                    <a:pt x="443" y="1037"/>
                  </a:lnTo>
                  <a:lnTo>
                    <a:pt x="443" y="1034"/>
                  </a:lnTo>
                  <a:lnTo>
                    <a:pt x="443" y="1034"/>
                  </a:lnTo>
                  <a:lnTo>
                    <a:pt x="443" y="1034"/>
                  </a:lnTo>
                  <a:lnTo>
                    <a:pt x="440" y="1032"/>
                  </a:lnTo>
                  <a:lnTo>
                    <a:pt x="440" y="1032"/>
                  </a:lnTo>
                  <a:lnTo>
                    <a:pt x="440" y="1030"/>
                  </a:lnTo>
                  <a:lnTo>
                    <a:pt x="440" y="1032"/>
                  </a:lnTo>
                  <a:lnTo>
                    <a:pt x="440" y="1030"/>
                  </a:lnTo>
                  <a:lnTo>
                    <a:pt x="438" y="1030"/>
                  </a:lnTo>
                  <a:lnTo>
                    <a:pt x="438" y="1030"/>
                  </a:lnTo>
                  <a:lnTo>
                    <a:pt x="438" y="1030"/>
                  </a:lnTo>
                  <a:lnTo>
                    <a:pt x="436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3" y="1030"/>
                  </a:lnTo>
                  <a:lnTo>
                    <a:pt x="431" y="1030"/>
                  </a:lnTo>
                  <a:lnTo>
                    <a:pt x="431" y="1030"/>
                  </a:lnTo>
                  <a:lnTo>
                    <a:pt x="431" y="1030"/>
                  </a:lnTo>
                  <a:lnTo>
                    <a:pt x="431" y="1032"/>
                  </a:lnTo>
                  <a:lnTo>
                    <a:pt x="429" y="1032"/>
                  </a:lnTo>
                  <a:lnTo>
                    <a:pt x="426" y="1032"/>
                  </a:lnTo>
                  <a:lnTo>
                    <a:pt x="426" y="1032"/>
                  </a:lnTo>
                  <a:lnTo>
                    <a:pt x="426" y="1032"/>
                  </a:lnTo>
                  <a:lnTo>
                    <a:pt x="429" y="1034"/>
                  </a:lnTo>
                  <a:lnTo>
                    <a:pt x="429" y="1034"/>
                  </a:lnTo>
                  <a:lnTo>
                    <a:pt x="429" y="1034"/>
                  </a:lnTo>
                  <a:lnTo>
                    <a:pt x="431" y="1032"/>
                  </a:lnTo>
                  <a:lnTo>
                    <a:pt x="431" y="1032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4"/>
                  </a:lnTo>
                  <a:lnTo>
                    <a:pt x="431" y="1037"/>
                  </a:lnTo>
                  <a:lnTo>
                    <a:pt x="433" y="1037"/>
                  </a:lnTo>
                  <a:lnTo>
                    <a:pt x="433" y="1037"/>
                  </a:lnTo>
                  <a:lnTo>
                    <a:pt x="433" y="1037"/>
                  </a:lnTo>
                  <a:lnTo>
                    <a:pt x="433" y="1039"/>
                  </a:lnTo>
                  <a:lnTo>
                    <a:pt x="431" y="1037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31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9" y="1039"/>
                  </a:lnTo>
                  <a:lnTo>
                    <a:pt x="426" y="1039"/>
                  </a:lnTo>
                  <a:lnTo>
                    <a:pt x="424" y="1037"/>
                  </a:lnTo>
                  <a:lnTo>
                    <a:pt x="424" y="1037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6" y="1039"/>
                  </a:lnTo>
                  <a:lnTo>
                    <a:pt x="424" y="1039"/>
                  </a:lnTo>
                  <a:lnTo>
                    <a:pt x="424" y="1039"/>
                  </a:lnTo>
                  <a:lnTo>
                    <a:pt x="419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19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39"/>
                  </a:lnTo>
                  <a:lnTo>
                    <a:pt x="421" y="1041"/>
                  </a:lnTo>
                  <a:lnTo>
                    <a:pt x="421" y="1041"/>
                  </a:lnTo>
                  <a:lnTo>
                    <a:pt x="419" y="1041"/>
                  </a:lnTo>
                  <a:lnTo>
                    <a:pt x="419" y="1039"/>
                  </a:lnTo>
                  <a:lnTo>
                    <a:pt x="419" y="1041"/>
                  </a:lnTo>
                  <a:lnTo>
                    <a:pt x="417" y="1041"/>
                  </a:lnTo>
                  <a:lnTo>
                    <a:pt x="417" y="1041"/>
                  </a:lnTo>
                  <a:lnTo>
                    <a:pt x="419" y="1041"/>
                  </a:lnTo>
                  <a:lnTo>
                    <a:pt x="417" y="1041"/>
                  </a:lnTo>
                  <a:lnTo>
                    <a:pt x="417" y="1041"/>
                  </a:lnTo>
                  <a:lnTo>
                    <a:pt x="414" y="1041"/>
                  </a:lnTo>
                  <a:lnTo>
                    <a:pt x="414" y="1039"/>
                  </a:lnTo>
                  <a:lnTo>
                    <a:pt x="412" y="1039"/>
                  </a:lnTo>
                  <a:lnTo>
                    <a:pt x="412" y="1039"/>
                  </a:lnTo>
                  <a:lnTo>
                    <a:pt x="412" y="1041"/>
                  </a:lnTo>
                  <a:lnTo>
                    <a:pt x="410" y="1041"/>
                  </a:lnTo>
                  <a:lnTo>
                    <a:pt x="410" y="1041"/>
                  </a:lnTo>
                  <a:lnTo>
                    <a:pt x="410" y="1039"/>
                  </a:lnTo>
                  <a:lnTo>
                    <a:pt x="410" y="1039"/>
                  </a:lnTo>
                  <a:lnTo>
                    <a:pt x="410" y="1039"/>
                  </a:lnTo>
                  <a:lnTo>
                    <a:pt x="407" y="1039"/>
                  </a:lnTo>
                  <a:lnTo>
                    <a:pt x="407" y="1039"/>
                  </a:lnTo>
                  <a:lnTo>
                    <a:pt x="407" y="1039"/>
                  </a:lnTo>
                  <a:lnTo>
                    <a:pt x="407" y="1037"/>
                  </a:lnTo>
                  <a:lnTo>
                    <a:pt x="407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5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39"/>
                  </a:lnTo>
                  <a:lnTo>
                    <a:pt x="403" y="1041"/>
                  </a:lnTo>
                  <a:lnTo>
                    <a:pt x="400" y="1041"/>
                  </a:lnTo>
                  <a:lnTo>
                    <a:pt x="400" y="1041"/>
                  </a:lnTo>
                  <a:lnTo>
                    <a:pt x="400" y="1041"/>
                  </a:lnTo>
                  <a:lnTo>
                    <a:pt x="400" y="1039"/>
                  </a:lnTo>
                  <a:lnTo>
                    <a:pt x="400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8" y="1039"/>
                  </a:lnTo>
                  <a:lnTo>
                    <a:pt x="395" y="1039"/>
                  </a:lnTo>
                  <a:lnTo>
                    <a:pt x="395" y="1039"/>
                  </a:lnTo>
                  <a:lnTo>
                    <a:pt x="391" y="1039"/>
                  </a:lnTo>
                  <a:lnTo>
                    <a:pt x="391" y="1039"/>
                  </a:lnTo>
                  <a:lnTo>
                    <a:pt x="391" y="1039"/>
                  </a:lnTo>
                  <a:lnTo>
                    <a:pt x="400" y="1041"/>
                  </a:lnTo>
                  <a:lnTo>
                    <a:pt x="403" y="1041"/>
                  </a:lnTo>
                  <a:lnTo>
                    <a:pt x="403" y="1041"/>
                  </a:lnTo>
                  <a:lnTo>
                    <a:pt x="403" y="1041"/>
                  </a:lnTo>
                  <a:lnTo>
                    <a:pt x="405" y="1041"/>
                  </a:lnTo>
                  <a:lnTo>
                    <a:pt x="405" y="1041"/>
                  </a:lnTo>
                  <a:lnTo>
                    <a:pt x="405" y="1041"/>
                  </a:lnTo>
                  <a:lnTo>
                    <a:pt x="407" y="1041"/>
                  </a:lnTo>
                  <a:lnTo>
                    <a:pt x="410" y="1044"/>
                  </a:lnTo>
                  <a:lnTo>
                    <a:pt x="410" y="1044"/>
                  </a:lnTo>
                  <a:lnTo>
                    <a:pt x="410" y="1046"/>
                  </a:lnTo>
                  <a:lnTo>
                    <a:pt x="412" y="1046"/>
                  </a:lnTo>
                  <a:lnTo>
                    <a:pt x="412" y="1046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2" y="1044"/>
                  </a:lnTo>
                  <a:lnTo>
                    <a:pt x="414" y="1046"/>
                  </a:lnTo>
                  <a:lnTo>
                    <a:pt x="414" y="1046"/>
                  </a:lnTo>
                  <a:lnTo>
                    <a:pt x="414" y="1046"/>
                  </a:lnTo>
                  <a:lnTo>
                    <a:pt x="417" y="1046"/>
                  </a:lnTo>
                  <a:lnTo>
                    <a:pt x="417" y="1046"/>
                  </a:lnTo>
                  <a:lnTo>
                    <a:pt x="417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4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6"/>
                  </a:lnTo>
                  <a:lnTo>
                    <a:pt x="419" y="1044"/>
                  </a:lnTo>
                  <a:lnTo>
                    <a:pt x="419" y="1044"/>
                  </a:lnTo>
                  <a:lnTo>
                    <a:pt x="419" y="1044"/>
                  </a:lnTo>
                  <a:lnTo>
                    <a:pt x="421" y="1044"/>
                  </a:lnTo>
                  <a:lnTo>
                    <a:pt x="421" y="1046"/>
                  </a:lnTo>
                  <a:lnTo>
                    <a:pt x="421" y="1044"/>
                  </a:lnTo>
                  <a:lnTo>
                    <a:pt x="421" y="1046"/>
                  </a:lnTo>
                  <a:lnTo>
                    <a:pt x="421" y="1046"/>
                  </a:lnTo>
                  <a:lnTo>
                    <a:pt x="421" y="1046"/>
                  </a:lnTo>
                  <a:lnTo>
                    <a:pt x="424" y="1048"/>
                  </a:lnTo>
                  <a:lnTo>
                    <a:pt x="424" y="1046"/>
                  </a:lnTo>
                  <a:lnTo>
                    <a:pt x="424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4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6" y="1044"/>
                  </a:lnTo>
                  <a:lnTo>
                    <a:pt x="429" y="1044"/>
                  </a:lnTo>
                  <a:lnTo>
                    <a:pt x="429" y="1044"/>
                  </a:lnTo>
                  <a:lnTo>
                    <a:pt x="429" y="1044"/>
                  </a:lnTo>
                  <a:lnTo>
                    <a:pt x="429" y="1046"/>
                  </a:lnTo>
                  <a:lnTo>
                    <a:pt x="429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6"/>
                  </a:lnTo>
                  <a:lnTo>
                    <a:pt x="431" y="1044"/>
                  </a:lnTo>
                  <a:lnTo>
                    <a:pt x="431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3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6"/>
                  </a:lnTo>
                  <a:lnTo>
                    <a:pt x="436" y="1044"/>
                  </a:lnTo>
                  <a:close/>
                  <a:moveTo>
                    <a:pt x="828" y="303"/>
                  </a:move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1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28" y="303"/>
                  </a:lnTo>
                  <a:lnTo>
                    <a:pt x="828" y="303"/>
                  </a:lnTo>
                  <a:close/>
                  <a:moveTo>
                    <a:pt x="1893" y="793"/>
                  </a:moveTo>
                  <a:lnTo>
                    <a:pt x="1893" y="793"/>
                  </a:lnTo>
                  <a:lnTo>
                    <a:pt x="1893" y="793"/>
                  </a:lnTo>
                  <a:lnTo>
                    <a:pt x="1893" y="790"/>
                  </a:lnTo>
                  <a:lnTo>
                    <a:pt x="1890" y="788"/>
                  </a:lnTo>
                  <a:lnTo>
                    <a:pt x="1888" y="786"/>
                  </a:lnTo>
                  <a:lnTo>
                    <a:pt x="1888" y="786"/>
                  </a:lnTo>
                  <a:lnTo>
                    <a:pt x="1888" y="786"/>
                  </a:lnTo>
                  <a:lnTo>
                    <a:pt x="1886" y="783"/>
                  </a:lnTo>
                  <a:lnTo>
                    <a:pt x="1886" y="786"/>
                  </a:lnTo>
                  <a:lnTo>
                    <a:pt x="1886" y="786"/>
                  </a:lnTo>
                  <a:lnTo>
                    <a:pt x="1886" y="786"/>
                  </a:lnTo>
                  <a:lnTo>
                    <a:pt x="1883" y="786"/>
                  </a:lnTo>
                  <a:lnTo>
                    <a:pt x="1883" y="786"/>
                  </a:lnTo>
                  <a:lnTo>
                    <a:pt x="1881" y="786"/>
                  </a:lnTo>
                  <a:lnTo>
                    <a:pt x="1881" y="783"/>
                  </a:lnTo>
                  <a:lnTo>
                    <a:pt x="1878" y="783"/>
                  </a:lnTo>
                  <a:lnTo>
                    <a:pt x="1878" y="781"/>
                  </a:lnTo>
                  <a:lnTo>
                    <a:pt x="1878" y="781"/>
                  </a:lnTo>
                  <a:lnTo>
                    <a:pt x="1876" y="781"/>
                  </a:lnTo>
                  <a:lnTo>
                    <a:pt x="1874" y="781"/>
                  </a:lnTo>
                  <a:lnTo>
                    <a:pt x="1874" y="781"/>
                  </a:lnTo>
                  <a:lnTo>
                    <a:pt x="1874" y="781"/>
                  </a:lnTo>
                  <a:lnTo>
                    <a:pt x="1876" y="783"/>
                  </a:lnTo>
                  <a:lnTo>
                    <a:pt x="1876" y="783"/>
                  </a:lnTo>
                  <a:lnTo>
                    <a:pt x="1876" y="783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6"/>
                  </a:lnTo>
                  <a:lnTo>
                    <a:pt x="1876" y="788"/>
                  </a:lnTo>
                  <a:lnTo>
                    <a:pt x="1876" y="788"/>
                  </a:lnTo>
                  <a:lnTo>
                    <a:pt x="1878" y="788"/>
                  </a:lnTo>
                  <a:lnTo>
                    <a:pt x="1878" y="788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81" y="795"/>
                  </a:lnTo>
                  <a:lnTo>
                    <a:pt x="1883" y="795"/>
                  </a:lnTo>
                  <a:lnTo>
                    <a:pt x="1883" y="795"/>
                  </a:lnTo>
                  <a:lnTo>
                    <a:pt x="1886" y="795"/>
                  </a:lnTo>
                  <a:lnTo>
                    <a:pt x="1886" y="795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8" y="795"/>
                  </a:lnTo>
                  <a:lnTo>
                    <a:pt x="1888" y="795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0" y="798"/>
                  </a:lnTo>
                  <a:lnTo>
                    <a:pt x="1893" y="798"/>
                  </a:lnTo>
                  <a:lnTo>
                    <a:pt x="1893" y="798"/>
                  </a:lnTo>
                  <a:lnTo>
                    <a:pt x="1893" y="795"/>
                  </a:lnTo>
                  <a:lnTo>
                    <a:pt x="1893" y="793"/>
                  </a:lnTo>
                  <a:lnTo>
                    <a:pt x="1893" y="793"/>
                  </a:lnTo>
                  <a:lnTo>
                    <a:pt x="1893" y="793"/>
                  </a:lnTo>
                  <a:close/>
                  <a:moveTo>
                    <a:pt x="1211" y="675"/>
                  </a:moveTo>
                  <a:lnTo>
                    <a:pt x="1211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09" y="675"/>
                  </a:lnTo>
                  <a:lnTo>
                    <a:pt x="1211" y="675"/>
                  </a:lnTo>
                  <a:lnTo>
                    <a:pt x="1211" y="675"/>
                  </a:lnTo>
                  <a:lnTo>
                    <a:pt x="1211" y="677"/>
                  </a:lnTo>
                  <a:lnTo>
                    <a:pt x="1211" y="677"/>
                  </a:lnTo>
                  <a:lnTo>
                    <a:pt x="1214" y="677"/>
                  </a:lnTo>
                  <a:lnTo>
                    <a:pt x="1211" y="677"/>
                  </a:lnTo>
                  <a:lnTo>
                    <a:pt x="1211" y="675"/>
                  </a:lnTo>
                  <a:lnTo>
                    <a:pt x="1211" y="675"/>
                  </a:lnTo>
                  <a:close/>
                  <a:moveTo>
                    <a:pt x="1185" y="719"/>
                  </a:moveTo>
                  <a:lnTo>
                    <a:pt x="1185" y="722"/>
                  </a:lnTo>
                  <a:lnTo>
                    <a:pt x="1185" y="722"/>
                  </a:lnTo>
                  <a:lnTo>
                    <a:pt x="1185" y="722"/>
                  </a:lnTo>
                  <a:lnTo>
                    <a:pt x="1183" y="722"/>
                  </a:lnTo>
                  <a:lnTo>
                    <a:pt x="1183" y="722"/>
                  </a:lnTo>
                  <a:lnTo>
                    <a:pt x="1183" y="722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3" y="724"/>
                  </a:lnTo>
                  <a:lnTo>
                    <a:pt x="1185" y="727"/>
                  </a:lnTo>
                  <a:lnTo>
                    <a:pt x="1188" y="724"/>
                  </a:lnTo>
                  <a:lnTo>
                    <a:pt x="1188" y="724"/>
                  </a:lnTo>
                  <a:lnTo>
                    <a:pt x="1190" y="724"/>
                  </a:lnTo>
                  <a:lnTo>
                    <a:pt x="1190" y="722"/>
                  </a:lnTo>
                  <a:lnTo>
                    <a:pt x="1188" y="719"/>
                  </a:lnTo>
                  <a:lnTo>
                    <a:pt x="1185" y="719"/>
                  </a:lnTo>
                  <a:close/>
                  <a:moveTo>
                    <a:pt x="1971" y="819"/>
                  </a:moveTo>
                  <a:lnTo>
                    <a:pt x="1971" y="819"/>
                  </a:lnTo>
                  <a:lnTo>
                    <a:pt x="1971" y="819"/>
                  </a:lnTo>
                  <a:lnTo>
                    <a:pt x="1968" y="814"/>
                  </a:lnTo>
                  <a:lnTo>
                    <a:pt x="1968" y="814"/>
                  </a:lnTo>
                  <a:lnTo>
                    <a:pt x="1968" y="814"/>
                  </a:lnTo>
                  <a:lnTo>
                    <a:pt x="1966" y="812"/>
                  </a:lnTo>
                  <a:lnTo>
                    <a:pt x="1966" y="812"/>
                  </a:lnTo>
                  <a:lnTo>
                    <a:pt x="1966" y="812"/>
                  </a:lnTo>
                  <a:lnTo>
                    <a:pt x="1964" y="809"/>
                  </a:lnTo>
                  <a:lnTo>
                    <a:pt x="1964" y="807"/>
                  </a:lnTo>
                  <a:lnTo>
                    <a:pt x="1964" y="807"/>
                  </a:lnTo>
                  <a:lnTo>
                    <a:pt x="1961" y="807"/>
                  </a:lnTo>
                  <a:lnTo>
                    <a:pt x="1961" y="805"/>
                  </a:lnTo>
                  <a:lnTo>
                    <a:pt x="1961" y="805"/>
                  </a:lnTo>
                  <a:lnTo>
                    <a:pt x="1961" y="802"/>
                  </a:lnTo>
                  <a:lnTo>
                    <a:pt x="1961" y="802"/>
                  </a:lnTo>
                  <a:lnTo>
                    <a:pt x="1961" y="800"/>
                  </a:lnTo>
                  <a:lnTo>
                    <a:pt x="1959" y="800"/>
                  </a:lnTo>
                  <a:lnTo>
                    <a:pt x="1959" y="800"/>
                  </a:lnTo>
                  <a:lnTo>
                    <a:pt x="1959" y="800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8"/>
                  </a:lnTo>
                  <a:lnTo>
                    <a:pt x="1959" y="795"/>
                  </a:lnTo>
                  <a:lnTo>
                    <a:pt x="1959" y="795"/>
                  </a:lnTo>
                  <a:lnTo>
                    <a:pt x="1959" y="793"/>
                  </a:lnTo>
                  <a:lnTo>
                    <a:pt x="1959" y="790"/>
                  </a:lnTo>
                  <a:lnTo>
                    <a:pt x="1959" y="788"/>
                  </a:lnTo>
                  <a:lnTo>
                    <a:pt x="1959" y="788"/>
                  </a:lnTo>
                  <a:lnTo>
                    <a:pt x="1959" y="786"/>
                  </a:lnTo>
                  <a:lnTo>
                    <a:pt x="1959" y="783"/>
                  </a:lnTo>
                  <a:lnTo>
                    <a:pt x="1957" y="781"/>
                  </a:lnTo>
                  <a:lnTo>
                    <a:pt x="1957" y="781"/>
                  </a:lnTo>
                  <a:lnTo>
                    <a:pt x="1957" y="779"/>
                  </a:lnTo>
                  <a:lnTo>
                    <a:pt x="1954" y="779"/>
                  </a:lnTo>
                  <a:lnTo>
                    <a:pt x="1954" y="776"/>
                  </a:lnTo>
                  <a:lnTo>
                    <a:pt x="1952" y="776"/>
                  </a:lnTo>
                  <a:lnTo>
                    <a:pt x="1949" y="779"/>
                  </a:lnTo>
                  <a:lnTo>
                    <a:pt x="1949" y="779"/>
                  </a:lnTo>
                  <a:lnTo>
                    <a:pt x="1947" y="779"/>
                  </a:lnTo>
                  <a:lnTo>
                    <a:pt x="1942" y="779"/>
                  </a:lnTo>
                  <a:lnTo>
                    <a:pt x="1942" y="779"/>
                  </a:lnTo>
                  <a:lnTo>
                    <a:pt x="1942" y="779"/>
                  </a:lnTo>
                  <a:lnTo>
                    <a:pt x="1940" y="776"/>
                  </a:lnTo>
                  <a:lnTo>
                    <a:pt x="1938" y="774"/>
                  </a:lnTo>
                  <a:lnTo>
                    <a:pt x="1938" y="774"/>
                  </a:lnTo>
                  <a:lnTo>
                    <a:pt x="1935" y="774"/>
                  </a:lnTo>
                  <a:lnTo>
                    <a:pt x="1933" y="774"/>
                  </a:lnTo>
                  <a:lnTo>
                    <a:pt x="1928" y="772"/>
                  </a:lnTo>
                  <a:lnTo>
                    <a:pt x="1923" y="772"/>
                  </a:lnTo>
                  <a:lnTo>
                    <a:pt x="1919" y="772"/>
                  </a:lnTo>
                  <a:lnTo>
                    <a:pt x="1916" y="772"/>
                  </a:lnTo>
                  <a:lnTo>
                    <a:pt x="1912" y="769"/>
                  </a:lnTo>
                  <a:lnTo>
                    <a:pt x="1907" y="769"/>
                  </a:lnTo>
                  <a:lnTo>
                    <a:pt x="1900" y="767"/>
                  </a:lnTo>
                  <a:lnTo>
                    <a:pt x="1897" y="767"/>
                  </a:lnTo>
                  <a:lnTo>
                    <a:pt x="1897" y="767"/>
                  </a:lnTo>
                  <a:lnTo>
                    <a:pt x="1897" y="767"/>
                  </a:lnTo>
                  <a:lnTo>
                    <a:pt x="1893" y="767"/>
                  </a:lnTo>
                  <a:lnTo>
                    <a:pt x="1890" y="769"/>
                  </a:lnTo>
                  <a:lnTo>
                    <a:pt x="1888" y="769"/>
                  </a:lnTo>
                  <a:lnTo>
                    <a:pt x="1888" y="769"/>
                  </a:lnTo>
                  <a:lnTo>
                    <a:pt x="1888" y="767"/>
                  </a:lnTo>
                  <a:lnTo>
                    <a:pt x="1888" y="764"/>
                  </a:lnTo>
                  <a:lnTo>
                    <a:pt x="1888" y="764"/>
                  </a:lnTo>
                  <a:lnTo>
                    <a:pt x="1886" y="762"/>
                  </a:lnTo>
                  <a:lnTo>
                    <a:pt x="1886" y="762"/>
                  </a:lnTo>
                  <a:lnTo>
                    <a:pt x="1883" y="762"/>
                  </a:lnTo>
                  <a:lnTo>
                    <a:pt x="1883" y="760"/>
                  </a:lnTo>
                  <a:lnTo>
                    <a:pt x="1883" y="760"/>
                  </a:lnTo>
                  <a:lnTo>
                    <a:pt x="1883" y="760"/>
                  </a:lnTo>
                  <a:lnTo>
                    <a:pt x="1883" y="757"/>
                  </a:lnTo>
                  <a:lnTo>
                    <a:pt x="1883" y="757"/>
                  </a:lnTo>
                  <a:lnTo>
                    <a:pt x="1876" y="757"/>
                  </a:lnTo>
                  <a:lnTo>
                    <a:pt x="1874" y="746"/>
                  </a:lnTo>
                  <a:lnTo>
                    <a:pt x="1869" y="746"/>
                  </a:lnTo>
                  <a:lnTo>
                    <a:pt x="1864" y="746"/>
                  </a:lnTo>
                  <a:lnTo>
                    <a:pt x="1864" y="743"/>
                  </a:lnTo>
                  <a:lnTo>
                    <a:pt x="1864" y="738"/>
                  </a:lnTo>
                  <a:lnTo>
                    <a:pt x="1862" y="734"/>
                  </a:lnTo>
                  <a:lnTo>
                    <a:pt x="1857" y="731"/>
                  </a:lnTo>
                  <a:lnTo>
                    <a:pt x="1852" y="729"/>
                  </a:lnTo>
                  <a:lnTo>
                    <a:pt x="1850" y="724"/>
                  </a:lnTo>
                  <a:lnTo>
                    <a:pt x="1845" y="722"/>
                  </a:lnTo>
                  <a:lnTo>
                    <a:pt x="1841" y="717"/>
                  </a:lnTo>
                  <a:lnTo>
                    <a:pt x="1836" y="710"/>
                  </a:lnTo>
                  <a:lnTo>
                    <a:pt x="1831" y="708"/>
                  </a:lnTo>
                  <a:lnTo>
                    <a:pt x="1824" y="701"/>
                  </a:lnTo>
                  <a:lnTo>
                    <a:pt x="1817" y="693"/>
                  </a:lnTo>
                  <a:lnTo>
                    <a:pt x="1810" y="686"/>
                  </a:lnTo>
                  <a:lnTo>
                    <a:pt x="1805" y="684"/>
                  </a:lnTo>
                  <a:lnTo>
                    <a:pt x="1808" y="679"/>
                  </a:lnTo>
                  <a:lnTo>
                    <a:pt x="1793" y="672"/>
                  </a:lnTo>
                  <a:lnTo>
                    <a:pt x="1786" y="667"/>
                  </a:lnTo>
                  <a:lnTo>
                    <a:pt x="1772" y="663"/>
                  </a:lnTo>
                  <a:lnTo>
                    <a:pt x="1770" y="660"/>
                  </a:lnTo>
                  <a:lnTo>
                    <a:pt x="1770" y="658"/>
                  </a:lnTo>
                  <a:lnTo>
                    <a:pt x="1767" y="658"/>
                  </a:lnTo>
                  <a:lnTo>
                    <a:pt x="1765" y="653"/>
                  </a:lnTo>
                  <a:lnTo>
                    <a:pt x="1760" y="651"/>
                  </a:lnTo>
                  <a:lnTo>
                    <a:pt x="1758" y="651"/>
                  </a:lnTo>
                  <a:lnTo>
                    <a:pt x="1753" y="648"/>
                  </a:lnTo>
                  <a:lnTo>
                    <a:pt x="1753" y="646"/>
                  </a:lnTo>
                  <a:lnTo>
                    <a:pt x="1744" y="646"/>
                  </a:lnTo>
                  <a:lnTo>
                    <a:pt x="1741" y="641"/>
                  </a:lnTo>
                  <a:lnTo>
                    <a:pt x="1741" y="639"/>
                  </a:lnTo>
                  <a:lnTo>
                    <a:pt x="1739" y="639"/>
                  </a:lnTo>
                  <a:lnTo>
                    <a:pt x="1739" y="637"/>
                  </a:lnTo>
                  <a:lnTo>
                    <a:pt x="1739" y="634"/>
                  </a:lnTo>
                  <a:lnTo>
                    <a:pt x="1737" y="630"/>
                  </a:lnTo>
                  <a:lnTo>
                    <a:pt x="1734" y="627"/>
                  </a:lnTo>
                  <a:lnTo>
                    <a:pt x="1732" y="627"/>
                  </a:lnTo>
                  <a:lnTo>
                    <a:pt x="1729" y="625"/>
                  </a:lnTo>
                  <a:lnTo>
                    <a:pt x="1729" y="622"/>
                  </a:lnTo>
                  <a:lnTo>
                    <a:pt x="1725" y="622"/>
                  </a:lnTo>
                  <a:lnTo>
                    <a:pt x="1720" y="620"/>
                  </a:lnTo>
                  <a:lnTo>
                    <a:pt x="1708" y="632"/>
                  </a:lnTo>
                  <a:lnTo>
                    <a:pt x="1703" y="634"/>
                  </a:lnTo>
                  <a:lnTo>
                    <a:pt x="1701" y="637"/>
                  </a:lnTo>
                  <a:lnTo>
                    <a:pt x="1699" y="639"/>
                  </a:lnTo>
                  <a:lnTo>
                    <a:pt x="1703" y="639"/>
                  </a:lnTo>
                  <a:lnTo>
                    <a:pt x="1703" y="641"/>
                  </a:lnTo>
                  <a:lnTo>
                    <a:pt x="1703" y="646"/>
                  </a:lnTo>
                  <a:lnTo>
                    <a:pt x="1699" y="648"/>
                  </a:lnTo>
                  <a:lnTo>
                    <a:pt x="1696" y="646"/>
                  </a:lnTo>
                  <a:lnTo>
                    <a:pt x="1701" y="658"/>
                  </a:lnTo>
                  <a:lnTo>
                    <a:pt x="1699" y="665"/>
                  </a:lnTo>
                  <a:lnTo>
                    <a:pt x="1692" y="667"/>
                  </a:lnTo>
                  <a:lnTo>
                    <a:pt x="1680" y="682"/>
                  </a:lnTo>
                  <a:lnTo>
                    <a:pt x="1677" y="686"/>
                  </a:lnTo>
                  <a:lnTo>
                    <a:pt x="1675" y="689"/>
                  </a:lnTo>
                  <a:lnTo>
                    <a:pt x="1675" y="682"/>
                  </a:lnTo>
                  <a:lnTo>
                    <a:pt x="1668" y="670"/>
                  </a:lnTo>
                  <a:lnTo>
                    <a:pt x="1651" y="658"/>
                  </a:lnTo>
                  <a:lnTo>
                    <a:pt x="1630" y="646"/>
                  </a:lnTo>
                  <a:lnTo>
                    <a:pt x="1628" y="644"/>
                  </a:lnTo>
                  <a:lnTo>
                    <a:pt x="1625" y="637"/>
                  </a:lnTo>
                  <a:lnTo>
                    <a:pt x="1614" y="634"/>
                  </a:lnTo>
                  <a:lnTo>
                    <a:pt x="1609" y="630"/>
                  </a:lnTo>
                  <a:lnTo>
                    <a:pt x="1609" y="615"/>
                  </a:lnTo>
                  <a:lnTo>
                    <a:pt x="1609" y="613"/>
                  </a:lnTo>
                  <a:lnTo>
                    <a:pt x="1590" y="618"/>
                  </a:lnTo>
                  <a:lnTo>
                    <a:pt x="1585" y="630"/>
                  </a:lnTo>
                  <a:lnTo>
                    <a:pt x="1569" y="625"/>
                  </a:lnTo>
                  <a:lnTo>
                    <a:pt x="1569" y="630"/>
                  </a:lnTo>
                  <a:lnTo>
                    <a:pt x="1552" y="627"/>
                  </a:lnTo>
                  <a:lnTo>
                    <a:pt x="1552" y="620"/>
                  </a:lnTo>
                  <a:lnTo>
                    <a:pt x="1550" y="611"/>
                  </a:lnTo>
                  <a:lnTo>
                    <a:pt x="1547" y="601"/>
                  </a:lnTo>
                  <a:lnTo>
                    <a:pt x="1545" y="594"/>
                  </a:lnTo>
                  <a:lnTo>
                    <a:pt x="1545" y="585"/>
                  </a:lnTo>
                  <a:lnTo>
                    <a:pt x="1543" y="575"/>
                  </a:lnTo>
                  <a:lnTo>
                    <a:pt x="1540" y="568"/>
                  </a:lnTo>
                  <a:lnTo>
                    <a:pt x="1540" y="559"/>
                  </a:lnTo>
                  <a:lnTo>
                    <a:pt x="1538" y="549"/>
                  </a:lnTo>
                  <a:lnTo>
                    <a:pt x="1533" y="532"/>
                  </a:lnTo>
                  <a:lnTo>
                    <a:pt x="1533" y="525"/>
                  </a:lnTo>
                  <a:lnTo>
                    <a:pt x="1531" y="516"/>
                  </a:lnTo>
                  <a:lnTo>
                    <a:pt x="1528" y="506"/>
                  </a:lnTo>
                  <a:lnTo>
                    <a:pt x="1526" y="499"/>
                  </a:lnTo>
                  <a:lnTo>
                    <a:pt x="1526" y="490"/>
                  </a:lnTo>
                  <a:lnTo>
                    <a:pt x="1524" y="480"/>
                  </a:lnTo>
                  <a:lnTo>
                    <a:pt x="1521" y="473"/>
                  </a:lnTo>
                  <a:lnTo>
                    <a:pt x="1521" y="464"/>
                  </a:lnTo>
                  <a:lnTo>
                    <a:pt x="1519" y="454"/>
                  </a:lnTo>
                  <a:lnTo>
                    <a:pt x="1517" y="447"/>
                  </a:lnTo>
                  <a:lnTo>
                    <a:pt x="1514" y="438"/>
                  </a:lnTo>
                  <a:lnTo>
                    <a:pt x="1514" y="428"/>
                  </a:lnTo>
                  <a:lnTo>
                    <a:pt x="1512" y="421"/>
                  </a:lnTo>
                  <a:lnTo>
                    <a:pt x="1509" y="412"/>
                  </a:lnTo>
                  <a:lnTo>
                    <a:pt x="1509" y="405"/>
                  </a:lnTo>
                  <a:lnTo>
                    <a:pt x="1507" y="395"/>
                  </a:lnTo>
                  <a:lnTo>
                    <a:pt x="1505" y="386"/>
                  </a:lnTo>
                  <a:lnTo>
                    <a:pt x="1502" y="379"/>
                  </a:lnTo>
                  <a:lnTo>
                    <a:pt x="1502" y="369"/>
                  </a:lnTo>
                  <a:lnTo>
                    <a:pt x="1495" y="334"/>
                  </a:lnTo>
                  <a:lnTo>
                    <a:pt x="1493" y="327"/>
                  </a:lnTo>
                  <a:lnTo>
                    <a:pt x="1491" y="310"/>
                  </a:lnTo>
                  <a:lnTo>
                    <a:pt x="1488" y="301"/>
                  </a:lnTo>
                  <a:lnTo>
                    <a:pt x="1483" y="284"/>
                  </a:lnTo>
                  <a:lnTo>
                    <a:pt x="1483" y="275"/>
                  </a:lnTo>
                  <a:lnTo>
                    <a:pt x="1481" y="265"/>
                  </a:lnTo>
                  <a:lnTo>
                    <a:pt x="1479" y="258"/>
                  </a:lnTo>
                  <a:lnTo>
                    <a:pt x="1479" y="248"/>
                  </a:lnTo>
                  <a:lnTo>
                    <a:pt x="1474" y="232"/>
                  </a:lnTo>
                  <a:lnTo>
                    <a:pt x="1472" y="222"/>
                  </a:lnTo>
                  <a:lnTo>
                    <a:pt x="1472" y="215"/>
                  </a:lnTo>
                  <a:lnTo>
                    <a:pt x="1469" y="206"/>
                  </a:lnTo>
                  <a:lnTo>
                    <a:pt x="1467" y="189"/>
                  </a:lnTo>
                  <a:lnTo>
                    <a:pt x="1465" y="180"/>
                  </a:lnTo>
                  <a:lnTo>
                    <a:pt x="1462" y="173"/>
                  </a:lnTo>
                  <a:lnTo>
                    <a:pt x="1460" y="154"/>
                  </a:lnTo>
                  <a:lnTo>
                    <a:pt x="1455" y="137"/>
                  </a:lnTo>
                  <a:lnTo>
                    <a:pt x="1455" y="130"/>
                  </a:lnTo>
                  <a:lnTo>
                    <a:pt x="1453" y="121"/>
                  </a:lnTo>
                  <a:lnTo>
                    <a:pt x="1450" y="114"/>
                  </a:lnTo>
                  <a:lnTo>
                    <a:pt x="1448" y="104"/>
                  </a:lnTo>
                  <a:lnTo>
                    <a:pt x="1448" y="95"/>
                  </a:lnTo>
                  <a:lnTo>
                    <a:pt x="1446" y="88"/>
                  </a:lnTo>
                  <a:lnTo>
                    <a:pt x="1443" y="78"/>
                  </a:lnTo>
                  <a:lnTo>
                    <a:pt x="1443" y="78"/>
                  </a:lnTo>
                  <a:lnTo>
                    <a:pt x="1436" y="78"/>
                  </a:lnTo>
                  <a:lnTo>
                    <a:pt x="1436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78"/>
                  </a:lnTo>
                  <a:lnTo>
                    <a:pt x="1439" y="80"/>
                  </a:lnTo>
                  <a:lnTo>
                    <a:pt x="1439" y="80"/>
                  </a:lnTo>
                  <a:lnTo>
                    <a:pt x="1436" y="80"/>
                  </a:lnTo>
                  <a:lnTo>
                    <a:pt x="1434" y="80"/>
                  </a:lnTo>
                  <a:lnTo>
                    <a:pt x="1434" y="78"/>
                  </a:lnTo>
                  <a:lnTo>
                    <a:pt x="1434" y="78"/>
                  </a:lnTo>
                  <a:lnTo>
                    <a:pt x="1431" y="76"/>
                  </a:lnTo>
                  <a:lnTo>
                    <a:pt x="1431" y="76"/>
                  </a:lnTo>
                  <a:lnTo>
                    <a:pt x="1429" y="76"/>
                  </a:lnTo>
                  <a:lnTo>
                    <a:pt x="1424" y="73"/>
                  </a:lnTo>
                  <a:lnTo>
                    <a:pt x="1424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2" y="73"/>
                  </a:lnTo>
                  <a:lnTo>
                    <a:pt x="1420" y="73"/>
                  </a:lnTo>
                  <a:lnTo>
                    <a:pt x="1420" y="71"/>
                  </a:lnTo>
                  <a:lnTo>
                    <a:pt x="1420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5" y="71"/>
                  </a:lnTo>
                  <a:lnTo>
                    <a:pt x="1413" y="71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3" y="69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10" y="66"/>
                  </a:lnTo>
                  <a:lnTo>
                    <a:pt x="1408" y="66"/>
                  </a:lnTo>
                  <a:lnTo>
                    <a:pt x="1408" y="64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6"/>
                  </a:lnTo>
                  <a:lnTo>
                    <a:pt x="1408" y="64"/>
                  </a:lnTo>
                  <a:lnTo>
                    <a:pt x="1408" y="64"/>
                  </a:lnTo>
                  <a:lnTo>
                    <a:pt x="1405" y="64"/>
                  </a:lnTo>
                  <a:lnTo>
                    <a:pt x="1401" y="61"/>
                  </a:lnTo>
                  <a:lnTo>
                    <a:pt x="1398" y="61"/>
                  </a:lnTo>
                  <a:lnTo>
                    <a:pt x="1401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8" y="61"/>
                  </a:lnTo>
                  <a:lnTo>
                    <a:pt x="1396" y="61"/>
                  </a:lnTo>
                  <a:lnTo>
                    <a:pt x="1396" y="61"/>
                  </a:lnTo>
                  <a:lnTo>
                    <a:pt x="1396" y="61"/>
                  </a:lnTo>
                  <a:lnTo>
                    <a:pt x="1394" y="61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1" y="59"/>
                  </a:lnTo>
                  <a:lnTo>
                    <a:pt x="1391" y="59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91" y="64"/>
                  </a:lnTo>
                  <a:lnTo>
                    <a:pt x="1394" y="64"/>
                  </a:lnTo>
                  <a:lnTo>
                    <a:pt x="1391" y="64"/>
                  </a:lnTo>
                  <a:lnTo>
                    <a:pt x="1391" y="64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91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59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6" y="61"/>
                  </a:lnTo>
                  <a:lnTo>
                    <a:pt x="1384" y="64"/>
                  </a:lnTo>
                  <a:lnTo>
                    <a:pt x="1384" y="61"/>
                  </a:lnTo>
                  <a:lnTo>
                    <a:pt x="1382" y="61"/>
                  </a:lnTo>
                  <a:lnTo>
                    <a:pt x="1382" y="61"/>
                  </a:lnTo>
                  <a:lnTo>
                    <a:pt x="1382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9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4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71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9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7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5" y="66"/>
                  </a:lnTo>
                  <a:lnTo>
                    <a:pt x="1370" y="69"/>
                  </a:lnTo>
                  <a:lnTo>
                    <a:pt x="1368" y="69"/>
                  </a:lnTo>
                  <a:lnTo>
                    <a:pt x="1368" y="71"/>
                  </a:lnTo>
                  <a:lnTo>
                    <a:pt x="1365" y="71"/>
                  </a:lnTo>
                  <a:lnTo>
                    <a:pt x="1363" y="73"/>
                  </a:lnTo>
                  <a:lnTo>
                    <a:pt x="1360" y="73"/>
                  </a:lnTo>
                  <a:lnTo>
                    <a:pt x="1360" y="71"/>
                  </a:lnTo>
                  <a:lnTo>
                    <a:pt x="1360" y="71"/>
                  </a:lnTo>
                  <a:lnTo>
                    <a:pt x="1358" y="73"/>
                  </a:lnTo>
                  <a:lnTo>
                    <a:pt x="1353" y="73"/>
                  </a:lnTo>
                  <a:lnTo>
                    <a:pt x="1351" y="73"/>
                  </a:lnTo>
                  <a:lnTo>
                    <a:pt x="1351" y="73"/>
                  </a:lnTo>
                  <a:lnTo>
                    <a:pt x="1353" y="71"/>
                  </a:lnTo>
                  <a:lnTo>
                    <a:pt x="1353" y="71"/>
                  </a:lnTo>
                  <a:lnTo>
                    <a:pt x="1353" y="71"/>
                  </a:lnTo>
                  <a:lnTo>
                    <a:pt x="1351" y="71"/>
                  </a:lnTo>
                  <a:lnTo>
                    <a:pt x="1349" y="71"/>
                  </a:lnTo>
                  <a:lnTo>
                    <a:pt x="1349" y="71"/>
                  </a:lnTo>
                  <a:lnTo>
                    <a:pt x="1349" y="71"/>
                  </a:lnTo>
                  <a:lnTo>
                    <a:pt x="1346" y="71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6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4" y="69"/>
                  </a:lnTo>
                  <a:lnTo>
                    <a:pt x="1342" y="66"/>
                  </a:lnTo>
                  <a:lnTo>
                    <a:pt x="1342" y="66"/>
                  </a:lnTo>
                  <a:lnTo>
                    <a:pt x="1339" y="64"/>
                  </a:lnTo>
                  <a:lnTo>
                    <a:pt x="1337" y="64"/>
                  </a:lnTo>
                  <a:lnTo>
                    <a:pt x="1339" y="66"/>
                  </a:lnTo>
                  <a:lnTo>
                    <a:pt x="1337" y="66"/>
                  </a:lnTo>
                  <a:lnTo>
                    <a:pt x="1337" y="64"/>
                  </a:lnTo>
                  <a:lnTo>
                    <a:pt x="1337" y="64"/>
                  </a:lnTo>
                  <a:lnTo>
                    <a:pt x="1337" y="66"/>
                  </a:lnTo>
                  <a:lnTo>
                    <a:pt x="1337" y="66"/>
                  </a:lnTo>
                  <a:lnTo>
                    <a:pt x="1334" y="66"/>
                  </a:lnTo>
                  <a:lnTo>
                    <a:pt x="1330" y="64"/>
                  </a:lnTo>
                  <a:lnTo>
                    <a:pt x="1327" y="64"/>
                  </a:lnTo>
                  <a:lnTo>
                    <a:pt x="1320" y="66"/>
                  </a:lnTo>
                  <a:lnTo>
                    <a:pt x="1318" y="66"/>
                  </a:lnTo>
                  <a:lnTo>
                    <a:pt x="1318" y="66"/>
                  </a:lnTo>
                  <a:lnTo>
                    <a:pt x="1318" y="66"/>
                  </a:lnTo>
                  <a:lnTo>
                    <a:pt x="1313" y="69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11" y="66"/>
                  </a:lnTo>
                  <a:lnTo>
                    <a:pt x="1306" y="66"/>
                  </a:lnTo>
                  <a:lnTo>
                    <a:pt x="1301" y="66"/>
                  </a:lnTo>
                  <a:lnTo>
                    <a:pt x="1299" y="66"/>
                  </a:lnTo>
                  <a:lnTo>
                    <a:pt x="1297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9" y="64"/>
                  </a:lnTo>
                  <a:lnTo>
                    <a:pt x="1297" y="64"/>
                  </a:lnTo>
                  <a:lnTo>
                    <a:pt x="1297" y="64"/>
                  </a:lnTo>
                  <a:lnTo>
                    <a:pt x="1297" y="64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7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4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61"/>
                  </a:lnTo>
                  <a:lnTo>
                    <a:pt x="1292" y="59"/>
                  </a:lnTo>
                  <a:lnTo>
                    <a:pt x="1290" y="59"/>
                  </a:lnTo>
                  <a:lnTo>
                    <a:pt x="1290" y="59"/>
                  </a:lnTo>
                  <a:lnTo>
                    <a:pt x="1287" y="59"/>
                  </a:lnTo>
                  <a:lnTo>
                    <a:pt x="1287" y="61"/>
                  </a:lnTo>
                  <a:lnTo>
                    <a:pt x="1285" y="61"/>
                  </a:lnTo>
                  <a:lnTo>
                    <a:pt x="1282" y="61"/>
                  </a:lnTo>
                  <a:lnTo>
                    <a:pt x="1282" y="59"/>
                  </a:lnTo>
                  <a:lnTo>
                    <a:pt x="1282" y="59"/>
                  </a:lnTo>
                  <a:lnTo>
                    <a:pt x="1282" y="59"/>
                  </a:lnTo>
                  <a:lnTo>
                    <a:pt x="1282" y="57"/>
                  </a:lnTo>
                  <a:lnTo>
                    <a:pt x="1280" y="57"/>
                  </a:lnTo>
                  <a:lnTo>
                    <a:pt x="1280" y="57"/>
                  </a:lnTo>
                  <a:lnTo>
                    <a:pt x="1280" y="57"/>
                  </a:lnTo>
                  <a:lnTo>
                    <a:pt x="1278" y="54"/>
                  </a:lnTo>
                  <a:lnTo>
                    <a:pt x="1278" y="54"/>
                  </a:lnTo>
                  <a:lnTo>
                    <a:pt x="1278" y="57"/>
                  </a:lnTo>
                  <a:lnTo>
                    <a:pt x="1275" y="57"/>
                  </a:lnTo>
                  <a:lnTo>
                    <a:pt x="1275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3" y="54"/>
                  </a:lnTo>
                  <a:lnTo>
                    <a:pt x="1271" y="54"/>
                  </a:lnTo>
                  <a:lnTo>
                    <a:pt x="1266" y="52"/>
                  </a:lnTo>
                  <a:lnTo>
                    <a:pt x="1263" y="52"/>
                  </a:lnTo>
                  <a:lnTo>
                    <a:pt x="1266" y="52"/>
                  </a:lnTo>
                  <a:lnTo>
                    <a:pt x="1263" y="52"/>
                  </a:lnTo>
                  <a:lnTo>
                    <a:pt x="1261" y="52"/>
                  </a:lnTo>
                  <a:lnTo>
                    <a:pt x="1261" y="52"/>
                  </a:lnTo>
                  <a:lnTo>
                    <a:pt x="1261" y="52"/>
                  </a:lnTo>
                  <a:lnTo>
                    <a:pt x="1263" y="52"/>
                  </a:lnTo>
                  <a:lnTo>
                    <a:pt x="1263" y="52"/>
                  </a:lnTo>
                  <a:lnTo>
                    <a:pt x="1261" y="50"/>
                  </a:lnTo>
                  <a:lnTo>
                    <a:pt x="1261" y="50"/>
                  </a:lnTo>
                  <a:lnTo>
                    <a:pt x="1261" y="52"/>
                  </a:lnTo>
                  <a:lnTo>
                    <a:pt x="1256" y="52"/>
                  </a:lnTo>
                  <a:lnTo>
                    <a:pt x="1256" y="52"/>
                  </a:lnTo>
                  <a:lnTo>
                    <a:pt x="1256" y="52"/>
                  </a:lnTo>
                  <a:lnTo>
                    <a:pt x="1254" y="52"/>
                  </a:lnTo>
                  <a:lnTo>
                    <a:pt x="1254" y="52"/>
                  </a:lnTo>
                  <a:lnTo>
                    <a:pt x="1249" y="57"/>
                  </a:lnTo>
                  <a:lnTo>
                    <a:pt x="1247" y="57"/>
                  </a:lnTo>
                  <a:lnTo>
                    <a:pt x="1245" y="59"/>
                  </a:lnTo>
                  <a:lnTo>
                    <a:pt x="1242" y="59"/>
                  </a:lnTo>
                  <a:lnTo>
                    <a:pt x="1242" y="57"/>
                  </a:lnTo>
                  <a:lnTo>
                    <a:pt x="1245" y="54"/>
                  </a:lnTo>
                  <a:lnTo>
                    <a:pt x="1245" y="54"/>
                  </a:lnTo>
                  <a:lnTo>
                    <a:pt x="1245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2" y="54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4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40" y="52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7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5" y="54"/>
                  </a:lnTo>
                  <a:lnTo>
                    <a:pt x="1233" y="54"/>
                  </a:lnTo>
                  <a:lnTo>
                    <a:pt x="1233" y="57"/>
                  </a:lnTo>
                  <a:lnTo>
                    <a:pt x="1233" y="57"/>
                  </a:lnTo>
                  <a:lnTo>
                    <a:pt x="1233" y="57"/>
                  </a:lnTo>
                  <a:lnTo>
                    <a:pt x="1228" y="57"/>
                  </a:lnTo>
                  <a:lnTo>
                    <a:pt x="1228" y="57"/>
                  </a:lnTo>
                  <a:lnTo>
                    <a:pt x="1228" y="59"/>
                  </a:lnTo>
                  <a:lnTo>
                    <a:pt x="1228" y="59"/>
                  </a:lnTo>
                  <a:lnTo>
                    <a:pt x="1228" y="61"/>
                  </a:lnTo>
                  <a:lnTo>
                    <a:pt x="1228" y="61"/>
                  </a:lnTo>
                  <a:lnTo>
                    <a:pt x="1226" y="61"/>
                  </a:lnTo>
                  <a:lnTo>
                    <a:pt x="1226" y="61"/>
                  </a:lnTo>
                  <a:lnTo>
                    <a:pt x="1226" y="59"/>
                  </a:lnTo>
                  <a:lnTo>
                    <a:pt x="1226" y="59"/>
                  </a:lnTo>
                  <a:lnTo>
                    <a:pt x="1223" y="59"/>
                  </a:lnTo>
                  <a:lnTo>
                    <a:pt x="1223" y="59"/>
                  </a:lnTo>
                  <a:lnTo>
                    <a:pt x="1223" y="59"/>
                  </a:lnTo>
                  <a:lnTo>
                    <a:pt x="1221" y="57"/>
                  </a:lnTo>
                  <a:lnTo>
                    <a:pt x="1216" y="59"/>
                  </a:lnTo>
                  <a:lnTo>
                    <a:pt x="1211" y="57"/>
                  </a:lnTo>
                  <a:lnTo>
                    <a:pt x="1211" y="57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4"/>
                  </a:lnTo>
                  <a:lnTo>
                    <a:pt x="1214" y="52"/>
                  </a:lnTo>
                  <a:lnTo>
                    <a:pt x="1214" y="54"/>
                  </a:lnTo>
                  <a:lnTo>
                    <a:pt x="1214" y="52"/>
                  </a:lnTo>
                  <a:lnTo>
                    <a:pt x="1216" y="52"/>
                  </a:lnTo>
                  <a:lnTo>
                    <a:pt x="1216" y="52"/>
                  </a:lnTo>
                  <a:lnTo>
                    <a:pt x="1216" y="52"/>
                  </a:lnTo>
                  <a:lnTo>
                    <a:pt x="1216" y="50"/>
                  </a:lnTo>
                  <a:lnTo>
                    <a:pt x="1214" y="52"/>
                  </a:lnTo>
                  <a:lnTo>
                    <a:pt x="1211" y="50"/>
                  </a:lnTo>
                  <a:lnTo>
                    <a:pt x="1202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200" y="52"/>
                  </a:lnTo>
                  <a:lnTo>
                    <a:pt x="1197" y="52"/>
                  </a:lnTo>
                  <a:lnTo>
                    <a:pt x="1197" y="52"/>
                  </a:lnTo>
                  <a:lnTo>
                    <a:pt x="1197" y="50"/>
                  </a:lnTo>
                  <a:lnTo>
                    <a:pt x="1200" y="50"/>
                  </a:lnTo>
                  <a:lnTo>
                    <a:pt x="1200" y="50"/>
                  </a:lnTo>
                  <a:lnTo>
                    <a:pt x="1200" y="50"/>
                  </a:lnTo>
                  <a:lnTo>
                    <a:pt x="1202" y="50"/>
                  </a:lnTo>
                  <a:lnTo>
                    <a:pt x="1202" y="50"/>
                  </a:lnTo>
                  <a:lnTo>
                    <a:pt x="1207" y="50"/>
                  </a:lnTo>
                  <a:lnTo>
                    <a:pt x="1209" y="50"/>
                  </a:lnTo>
                  <a:lnTo>
                    <a:pt x="1209" y="50"/>
                  </a:lnTo>
                  <a:lnTo>
                    <a:pt x="1209" y="50"/>
                  </a:lnTo>
                  <a:lnTo>
                    <a:pt x="1207" y="50"/>
                  </a:lnTo>
                  <a:lnTo>
                    <a:pt x="1204" y="50"/>
                  </a:lnTo>
                  <a:lnTo>
                    <a:pt x="1202" y="47"/>
                  </a:lnTo>
                  <a:lnTo>
                    <a:pt x="1200" y="47"/>
                  </a:lnTo>
                  <a:lnTo>
                    <a:pt x="1200" y="45"/>
                  </a:lnTo>
                  <a:lnTo>
                    <a:pt x="1200" y="43"/>
                  </a:lnTo>
                  <a:lnTo>
                    <a:pt x="1200" y="43"/>
                  </a:lnTo>
                  <a:lnTo>
                    <a:pt x="1200" y="43"/>
                  </a:lnTo>
                  <a:lnTo>
                    <a:pt x="1202" y="43"/>
                  </a:lnTo>
                  <a:lnTo>
                    <a:pt x="1202" y="43"/>
                  </a:lnTo>
                  <a:lnTo>
                    <a:pt x="1202" y="43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2" y="40"/>
                  </a:lnTo>
                  <a:lnTo>
                    <a:pt x="1204" y="38"/>
                  </a:lnTo>
                  <a:lnTo>
                    <a:pt x="1207" y="35"/>
                  </a:lnTo>
                  <a:lnTo>
                    <a:pt x="1207" y="35"/>
                  </a:lnTo>
                  <a:lnTo>
                    <a:pt x="1204" y="33"/>
                  </a:lnTo>
                  <a:lnTo>
                    <a:pt x="1200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7" y="33"/>
                  </a:lnTo>
                  <a:lnTo>
                    <a:pt x="1197" y="35"/>
                  </a:lnTo>
                  <a:lnTo>
                    <a:pt x="1195" y="35"/>
                  </a:lnTo>
                  <a:lnTo>
                    <a:pt x="1195" y="35"/>
                  </a:lnTo>
                  <a:lnTo>
                    <a:pt x="1195" y="35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5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3" y="33"/>
                  </a:lnTo>
                  <a:lnTo>
                    <a:pt x="1190" y="33"/>
                  </a:lnTo>
                  <a:lnTo>
                    <a:pt x="1190" y="31"/>
                  </a:lnTo>
                  <a:lnTo>
                    <a:pt x="1190" y="31"/>
                  </a:lnTo>
                  <a:lnTo>
                    <a:pt x="1190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8" y="31"/>
                  </a:lnTo>
                  <a:lnTo>
                    <a:pt x="1185" y="31"/>
                  </a:lnTo>
                  <a:lnTo>
                    <a:pt x="1185" y="31"/>
                  </a:lnTo>
                  <a:lnTo>
                    <a:pt x="1183" y="31"/>
                  </a:lnTo>
                  <a:lnTo>
                    <a:pt x="1183" y="31"/>
                  </a:lnTo>
                  <a:lnTo>
                    <a:pt x="1183" y="31"/>
                  </a:lnTo>
                  <a:lnTo>
                    <a:pt x="1181" y="31"/>
                  </a:lnTo>
                  <a:lnTo>
                    <a:pt x="1178" y="33"/>
                  </a:lnTo>
                  <a:lnTo>
                    <a:pt x="1171" y="31"/>
                  </a:lnTo>
                  <a:lnTo>
                    <a:pt x="1171" y="33"/>
                  </a:lnTo>
                  <a:lnTo>
                    <a:pt x="1171" y="33"/>
                  </a:lnTo>
                  <a:lnTo>
                    <a:pt x="1169" y="35"/>
                  </a:lnTo>
                  <a:lnTo>
                    <a:pt x="1169" y="35"/>
                  </a:lnTo>
                  <a:lnTo>
                    <a:pt x="1167" y="38"/>
                  </a:lnTo>
                  <a:lnTo>
                    <a:pt x="1167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8"/>
                  </a:lnTo>
                  <a:lnTo>
                    <a:pt x="1164" y="35"/>
                  </a:lnTo>
                  <a:lnTo>
                    <a:pt x="1164" y="35"/>
                  </a:lnTo>
                  <a:lnTo>
                    <a:pt x="1162" y="35"/>
                  </a:lnTo>
                  <a:lnTo>
                    <a:pt x="1162" y="35"/>
                  </a:lnTo>
                  <a:lnTo>
                    <a:pt x="1159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5"/>
                  </a:lnTo>
                  <a:lnTo>
                    <a:pt x="1157" y="33"/>
                  </a:lnTo>
                  <a:lnTo>
                    <a:pt x="1157" y="33"/>
                  </a:lnTo>
                  <a:lnTo>
                    <a:pt x="1155" y="33"/>
                  </a:lnTo>
                  <a:lnTo>
                    <a:pt x="1152" y="33"/>
                  </a:lnTo>
                  <a:lnTo>
                    <a:pt x="1155" y="31"/>
                  </a:lnTo>
                  <a:lnTo>
                    <a:pt x="1155" y="31"/>
                  </a:lnTo>
                  <a:lnTo>
                    <a:pt x="1157" y="31"/>
                  </a:lnTo>
                  <a:lnTo>
                    <a:pt x="1157" y="31"/>
                  </a:lnTo>
                  <a:lnTo>
                    <a:pt x="1157" y="31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8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6"/>
                  </a:lnTo>
                  <a:lnTo>
                    <a:pt x="1157" y="24"/>
                  </a:lnTo>
                  <a:lnTo>
                    <a:pt x="1157" y="24"/>
                  </a:lnTo>
                  <a:lnTo>
                    <a:pt x="1155" y="24"/>
                  </a:lnTo>
                  <a:lnTo>
                    <a:pt x="1155" y="21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21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2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19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50" y="24"/>
                  </a:lnTo>
                  <a:lnTo>
                    <a:pt x="1150" y="24"/>
                  </a:lnTo>
                  <a:lnTo>
                    <a:pt x="1148" y="26"/>
                  </a:lnTo>
                  <a:lnTo>
                    <a:pt x="1148" y="24"/>
                  </a:lnTo>
                  <a:lnTo>
                    <a:pt x="1148" y="24"/>
                  </a:lnTo>
                  <a:lnTo>
                    <a:pt x="1148" y="24"/>
                  </a:lnTo>
                  <a:lnTo>
                    <a:pt x="1150" y="21"/>
                  </a:lnTo>
                  <a:lnTo>
                    <a:pt x="1150" y="21"/>
                  </a:lnTo>
                  <a:lnTo>
                    <a:pt x="1148" y="21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50" y="19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7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19"/>
                  </a:lnTo>
                  <a:lnTo>
                    <a:pt x="1148" y="21"/>
                  </a:lnTo>
                  <a:lnTo>
                    <a:pt x="1148" y="21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5" y="19"/>
                  </a:lnTo>
                  <a:lnTo>
                    <a:pt x="1143" y="21"/>
                  </a:lnTo>
                  <a:lnTo>
                    <a:pt x="1145" y="21"/>
                  </a:lnTo>
                  <a:lnTo>
                    <a:pt x="1145" y="21"/>
                  </a:lnTo>
                  <a:lnTo>
                    <a:pt x="1145" y="24"/>
                  </a:lnTo>
                  <a:lnTo>
                    <a:pt x="1145" y="24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6"/>
                  </a:lnTo>
                  <a:lnTo>
                    <a:pt x="1145" y="24"/>
                  </a:lnTo>
                  <a:lnTo>
                    <a:pt x="1143" y="24"/>
                  </a:lnTo>
                  <a:lnTo>
                    <a:pt x="1143" y="24"/>
                  </a:lnTo>
                  <a:lnTo>
                    <a:pt x="1143" y="24"/>
                  </a:lnTo>
                  <a:lnTo>
                    <a:pt x="1143" y="26"/>
                  </a:lnTo>
                  <a:lnTo>
                    <a:pt x="1143" y="26"/>
                  </a:lnTo>
                  <a:lnTo>
                    <a:pt x="1140" y="26"/>
                  </a:lnTo>
                  <a:lnTo>
                    <a:pt x="1140" y="28"/>
                  </a:lnTo>
                  <a:lnTo>
                    <a:pt x="1138" y="28"/>
                  </a:lnTo>
                  <a:lnTo>
                    <a:pt x="1138" y="28"/>
                  </a:lnTo>
                  <a:lnTo>
                    <a:pt x="1138" y="31"/>
                  </a:lnTo>
                  <a:lnTo>
                    <a:pt x="1138" y="31"/>
                  </a:lnTo>
                  <a:lnTo>
                    <a:pt x="1138" y="33"/>
                  </a:lnTo>
                  <a:lnTo>
                    <a:pt x="1138" y="33"/>
                  </a:lnTo>
                  <a:lnTo>
                    <a:pt x="1138" y="33"/>
                  </a:lnTo>
                  <a:lnTo>
                    <a:pt x="1138" y="35"/>
                  </a:lnTo>
                  <a:lnTo>
                    <a:pt x="1138" y="35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3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6" y="35"/>
                  </a:lnTo>
                  <a:lnTo>
                    <a:pt x="1133" y="35"/>
                  </a:lnTo>
                  <a:lnTo>
                    <a:pt x="1133" y="35"/>
                  </a:lnTo>
                  <a:lnTo>
                    <a:pt x="1133" y="35"/>
                  </a:lnTo>
                  <a:lnTo>
                    <a:pt x="1131" y="35"/>
                  </a:lnTo>
                  <a:lnTo>
                    <a:pt x="1131" y="35"/>
                  </a:lnTo>
                  <a:lnTo>
                    <a:pt x="1131" y="35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31" y="38"/>
                  </a:lnTo>
                  <a:lnTo>
                    <a:pt x="1129" y="40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8"/>
                  </a:lnTo>
                  <a:lnTo>
                    <a:pt x="1129" y="35"/>
                  </a:lnTo>
                  <a:lnTo>
                    <a:pt x="1129" y="35"/>
                  </a:lnTo>
                  <a:lnTo>
                    <a:pt x="1129" y="35"/>
                  </a:lnTo>
                  <a:lnTo>
                    <a:pt x="1131" y="35"/>
                  </a:lnTo>
                  <a:lnTo>
                    <a:pt x="1131" y="33"/>
                  </a:lnTo>
                  <a:lnTo>
                    <a:pt x="1131" y="33"/>
                  </a:lnTo>
                  <a:lnTo>
                    <a:pt x="1131" y="33"/>
                  </a:lnTo>
                  <a:lnTo>
                    <a:pt x="1129" y="33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6" y="31"/>
                  </a:lnTo>
                  <a:lnTo>
                    <a:pt x="1129" y="31"/>
                  </a:lnTo>
                  <a:lnTo>
                    <a:pt x="1129" y="31"/>
                  </a:lnTo>
                  <a:lnTo>
                    <a:pt x="1129" y="28"/>
                  </a:lnTo>
                  <a:lnTo>
                    <a:pt x="1126" y="31"/>
                  </a:lnTo>
                  <a:lnTo>
                    <a:pt x="1126" y="31"/>
                  </a:lnTo>
                  <a:lnTo>
                    <a:pt x="1126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9" y="28"/>
                  </a:lnTo>
                  <a:lnTo>
                    <a:pt x="1126" y="26"/>
                  </a:lnTo>
                  <a:lnTo>
                    <a:pt x="1129" y="26"/>
                  </a:lnTo>
                  <a:lnTo>
                    <a:pt x="1129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3" y="26"/>
                  </a:lnTo>
                  <a:lnTo>
                    <a:pt x="1136" y="26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4"/>
                  </a:lnTo>
                  <a:lnTo>
                    <a:pt x="1136" y="21"/>
                  </a:lnTo>
                  <a:lnTo>
                    <a:pt x="1136" y="21"/>
                  </a:lnTo>
                  <a:lnTo>
                    <a:pt x="1138" y="21"/>
                  </a:lnTo>
                  <a:lnTo>
                    <a:pt x="1138" y="21"/>
                  </a:lnTo>
                  <a:lnTo>
                    <a:pt x="1138" y="19"/>
                  </a:lnTo>
                  <a:lnTo>
                    <a:pt x="1138" y="19"/>
                  </a:lnTo>
                  <a:lnTo>
                    <a:pt x="1138" y="17"/>
                  </a:lnTo>
                  <a:lnTo>
                    <a:pt x="1138" y="17"/>
                  </a:lnTo>
                  <a:lnTo>
                    <a:pt x="1138" y="14"/>
                  </a:lnTo>
                  <a:lnTo>
                    <a:pt x="1133" y="14"/>
                  </a:lnTo>
                  <a:lnTo>
                    <a:pt x="1133" y="12"/>
                  </a:lnTo>
                  <a:lnTo>
                    <a:pt x="1131" y="14"/>
                  </a:lnTo>
                  <a:lnTo>
                    <a:pt x="1131" y="14"/>
                  </a:lnTo>
                  <a:lnTo>
                    <a:pt x="1131" y="14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2"/>
                  </a:lnTo>
                  <a:lnTo>
                    <a:pt x="1131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4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9" y="12"/>
                  </a:lnTo>
                  <a:lnTo>
                    <a:pt x="1126" y="9"/>
                  </a:lnTo>
                  <a:lnTo>
                    <a:pt x="1126" y="9"/>
                  </a:lnTo>
                  <a:lnTo>
                    <a:pt x="1122" y="9"/>
                  </a:lnTo>
                  <a:lnTo>
                    <a:pt x="1122" y="9"/>
                  </a:lnTo>
                  <a:lnTo>
                    <a:pt x="1122" y="9"/>
                  </a:lnTo>
                  <a:lnTo>
                    <a:pt x="1122" y="7"/>
                  </a:lnTo>
                  <a:lnTo>
                    <a:pt x="1119" y="7"/>
                  </a:lnTo>
                  <a:lnTo>
                    <a:pt x="1119" y="7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5"/>
                  </a:lnTo>
                  <a:lnTo>
                    <a:pt x="1119" y="2"/>
                  </a:lnTo>
                  <a:lnTo>
                    <a:pt x="1122" y="2"/>
                  </a:lnTo>
                  <a:lnTo>
                    <a:pt x="1122" y="2"/>
                  </a:lnTo>
                  <a:lnTo>
                    <a:pt x="1122" y="2"/>
                  </a:lnTo>
                  <a:lnTo>
                    <a:pt x="1124" y="2"/>
                  </a:lnTo>
                  <a:lnTo>
                    <a:pt x="1122" y="2"/>
                  </a:lnTo>
                  <a:lnTo>
                    <a:pt x="1122" y="0"/>
                  </a:lnTo>
                  <a:lnTo>
                    <a:pt x="1122" y="0"/>
                  </a:lnTo>
                  <a:lnTo>
                    <a:pt x="1122" y="0"/>
                  </a:lnTo>
                  <a:lnTo>
                    <a:pt x="1119" y="2"/>
                  </a:lnTo>
                  <a:lnTo>
                    <a:pt x="1119" y="2"/>
                  </a:lnTo>
                  <a:lnTo>
                    <a:pt x="1117" y="5"/>
                  </a:lnTo>
                  <a:lnTo>
                    <a:pt x="1114" y="7"/>
                  </a:lnTo>
                  <a:lnTo>
                    <a:pt x="1110" y="12"/>
                  </a:lnTo>
                  <a:lnTo>
                    <a:pt x="1107" y="14"/>
                  </a:lnTo>
                  <a:lnTo>
                    <a:pt x="1105" y="19"/>
                  </a:lnTo>
                  <a:lnTo>
                    <a:pt x="1098" y="26"/>
                  </a:lnTo>
                  <a:lnTo>
                    <a:pt x="1098" y="26"/>
                  </a:lnTo>
                  <a:lnTo>
                    <a:pt x="1098" y="26"/>
                  </a:lnTo>
                  <a:lnTo>
                    <a:pt x="1098" y="28"/>
                  </a:lnTo>
                  <a:lnTo>
                    <a:pt x="1096" y="28"/>
                  </a:lnTo>
                  <a:lnTo>
                    <a:pt x="1091" y="31"/>
                  </a:lnTo>
                  <a:lnTo>
                    <a:pt x="1088" y="33"/>
                  </a:lnTo>
                  <a:lnTo>
                    <a:pt x="1081" y="33"/>
                  </a:lnTo>
                  <a:lnTo>
                    <a:pt x="1079" y="31"/>
                  </a:lnTo>
                  <a:lnTo>
                    <a:pt x="1079" y="31"/>
                  </a:lnTo>
                  <a:lnTo>
                    <a:pt x="1079" y="33"/>
                  </a:lnTo>
                  <a:lnTo>
                    <a:pt x="1079" y="33"/>
                  </a:lnTo>
                  <a:lnTo>
                    <a:pt x="1081" y="33"/>
                  </a:lnTo>
                  <a:lnTo>
                    <a:pt x="1074" y="35"/>
                  </a:lnTo>
                  <a:lnTo>
                    <a:pt x="1067" y="33"/>
                  </a:lnTo>
                  <a:lnTo>
                    <a:pt x="1067" y="33"/>
                  </a:lnTo>
                  <a:lnTo>
                    <a:pt x="1067" y="33"/>
                  </a:lnTo>
                  <a:lnTo>
                    <a:pt x="1070" y="33"/>
                  </a:lnTo>
                  <a:lnTo>
                    <a:pt x="1070" y="35"/>
                  </a:lnTo>
                  <a:lnTo>
                    <a:pt x="1065" y="35"/>
                  </a:lnTo>
                  <a:lnTo>
                    <a:pt x="1065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5" y="40"/>
                  </a:lnTo>
                  <a:lnTo>
                    <a:pt x="1062" y="40"/>
                  </a:lnTo>
                  <a:lnTo>
                    <a:pt x="1062" y="38"/>
                  </a:lnTo>
                  <a:lnTo>
                    <a:pt x="1062" y="38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2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5"/>
                  </a:lnTo>
                  <a:lnTo>
                    <a:pt x="1060" y="33"/>
                  </a:lnTo>
                  <a:lnTo>
                    <a:pt x="1060" y="33"/>
                  </a:lnTo>
                  <a:lnTo>
                    <a:pt x="1062" y="33"/>
                  </a:lnTo>
                  <a:lnTo>
                    <a:pt x="1065" y="33"/>
                  </a:lnTo>
                  <a:lnTo>
                    <a:pt x="1065" y="33"/>
                  </a:lnTo>
                  <a:lnTo>
                    <a:pt x="1065" y="31"/>
                  </a:lnTo>
                  <a:lnTo>
                    <a:pt x="1065" y="31"/>
                  </a:lnTo>
                  <a:lnTo>
                    <a:pt x="1060" y="31"/>
                  </a:lnTo>
                  <a:lnTo>
                    <a:pt x="1062" y="31"/>
                  </a:lnTo>
                  <a:lnTo>
                    <a:pt x="1065" y="28"/>
                  </a:lnTo>
                  <a:lnTo>
                    <a:pt x="1065" y="28"/>
                  </a:lnTo>
                  <a:lnTo>
                    <a:pt x="1062" y="28"/>
                  </a:lnTo>
                  <a:lnTo>
                    <a:pt x="1060" y="31"/>
                  </a:lnTo>
                  <a:lnTo>
                    <a:pt x="1060" y="31"/>
                  </a:lnTo>
                  <a:lnTo>
                    <a:pt x="1058" y="31"/>
                  </a:lnTo>
                  <a:lnTo>
                    <a:pt x="1058" y="31"/>
                  </a:lnTo>
                  <a:lnTo>
                    <a:pt x="1058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5" y="33"/>
                  </a:lnTo>
                  <a:lnTo>
                    <a:pt x="1053" y="35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51" y="38"/>
                  </a:lnTo>
                  <a:lnTo>
                    <a:pt x="1046" y="40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6" y="43"/>
                  </a:lnTo>
                  <a:lnTo>
                    <a:pt x="1048" y="43"/>
                  </a:lnTo>
                  <a:lnTo>
                    <a:pt x="1048" y="43"/>
                  </a:lnTo>
                  <a:lnTo>
                    <a:pt x="1051" y="43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5"/>
                  </a:lnTo>
                  <a:lnTo>
                    <a:pt x="1051" y="47"/>
                  </a:lnTo>
                  <a:lnTo>
                    <a:pt x="1051" y="47"/>
                  </a:lnTo>
                  <a:lnTo>
                    <a:pt x="1051" y="47"/>
                  </a:lnTo>
                  <a:lnTo>
                    <a:pt x="1051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3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0"/>
                  </a:lnTo>
                  <a:lnTo>
                    <a:pt x="1060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8" y="50"/>
                  </a:lnTo>
                  <a:lnTo>
                    <a:pt x="1055" y="50"/>
                  </a:lnTo>
                  <a:lnTo>
                    <a:pt x="1055" y="50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1" y="52"/>
                  </a:lnTo>
                  <a:lnTo>
                    <a:pt x="1051" y="52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4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51" y="66"/>
                  </a:lnTo>
                  <a:lnTo>
                    <a:pt x="1051" y="66"/>
                  </a:lnTo>
                  <a:lnTo>
                    <a:pt x="1051" y="69"/>
                  </a:lnTo>
                  <a:lnTo>
                    <a:pt x="1048" y="66"/>
                  </a:lnTo>
                  <a:lnTo>
                    <a:pt x="1048" y="64"/>
                  </a:lnTo>
                  <a:lnTo>
                    <a:pt x="1048" y="64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61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9"/>
                  </a:lnTo>
                  <a:lnTo>
                    <a:pt x="1048" y="57"/>
                  </a:lnTo>
                  <a:lnTo>
                    <a:pt x="1048" y="57"/>
                  </a:lnTo>
                  <a:lnTo>
                    <a:pt x="1046" y="57"/>
                  </a:lnTo>
                  <a:lnTo>
                    <a:pt x="1046" y="57"/>
                  </a:lnTo>
                  <a:lnTo>
                    <a:pt x="1044" y="59"/>
                  </a:lnTo>
                  <a:lnTo>
                    <a:pt x="1044" y="59"/>
                  </a:lnTo>
                  <a:lnTo>
                    <a:pt x="1044" y="59"/>
                  </a:lnTo>
                  <a:lnTo>
                    <a:pt x="1046" y="57"/>
                  </a:lnTo>
                  <a:lnTo>
                    <a:pt x="1046" y="57"/>
                  </a:lnTo>
                  <a:lnTo>
                    <a:pt x="1046" y="54"/>
                  </a:lnTo>
                  <a:lnTo>
                    <a:pt x="1046" y="54"/>
                  </a:lnTo>
                  <a:lnTo>
                    <a:pt x="1046" y="52"/>
                  </a:lnTo>
                  <a:lnTo>
                    <a:pt x="1048" y="52"/>
                  </a:lnTo>
                  <a:lnTo>
                    <a:pt x="1048" y="52"/>
                  </a:lnTo>
                  <a:lnTo>
                    <a:pt x="1048" y="50"/>
                  </a:lnTo>
                  <a:lnTo>
                    <a:pt x="1048" y="50"/>
                  </a:lnTo>
                  <a:lnTo>
                    <a:pt x="1044" y="52"/>
                  </a:lnTo>
                  <a:lnTo>
                    <a:pt x="1044" y="52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46" y="50"/>
                  </a:lnTo>
                  <a:lnTo>
                    <a:pt x="1046" y="50"/>
                  </a:lnTo>
                  <a:lnTo>
                    <a:pt x="1046" y="47"/>
                  </a:lnTo>
                  <a:lnTo>
                    <a:pt x="1048" y="50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7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8" y="45"/>
                  </a:lnTo>
                  <a:lnTo>
                    <a:pt x="1046" y="45"/>
                  </a:lnTo>
                  <a:lnTo>
                    <a:pt x="1046" y="45"/>
                  </a:lnTo>
                  <a:lnTo>
                    <a:pt x="1044" y="45"/>
                  </a:lnTo>
                  <a:lnTo>
                    <a:pt x="1044" y="45"/>
                  </a:lnTo>
                  <a:lnTo>
                    <a:pt x="1044" y="45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3"/>
                  </a:lnTo>
                  <a:lnTo>
                    <a:pt x="1044" y="45"/>
                  </a:lnTo>
                  <a:lnTo>
                    <a:pt x="1036" y="50"/>
                  </a:lnTo>
                  <a:lnTo>
                    <a:pt x="1032" y="52"/>
                  </a:lnTo>
                  <a:lnTo>
                    <a:pt x="1029" y="54"/>
                  </a:lnTo>
                  <a:lnTo>
                    <a:pt x="1029" y="54"/>
                  </a:lnTo>
                  <a:lnTo>
                    <a:pt x="1032" y="52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1029" y="57"/>
                  </a:lnTo>
                  <a:lnTo>
                    <a:pt x="1027" y="57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7" y="59"/>
                  </a:lnTo>
                  <a:lnTo>
                    <a:pt x="1027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5" y="59"/>
                  </a:lnTo>
                  <a:lnTo>
                    <a:pt x="1020" y="59"/>
                  </a:lnTo>
                  <a:lnTo>
                    <a:pt x="1017" y="61"/>
                  </a:lnTo>
                  <a:lnTo>
                    <a:pt x="1013" y="61"/>
                  </a:lnTo>
                  <a:lnTo>
                    <a:pt x="1013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1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10" y="64"/>
                  </a:lnTo>
                  <a:lnTo>
                    <a:pt x="1008" y="64"/>
                  </a:lnTo>
                  <a:lnTo>
                    <a:pt x="1008" y="64"/>
                  </a:lnTo>
                  <a:lnTo>
                    <a:pt x="1008" y="64"/>
                  </a:lnTo>
                  <a:lnTo>
                    <a:pt x="1006" y="66"/>
                  </a:lnTo>
                  <a:lnTo>
                    <a:pt x="1001" y="66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3" y="64"/>
                  </a:lnTo>
                  <a:lnTo>
                    <a:pt x="1006" y="64"/>
                  </a:lnTo>
                  <a:lnTo>
                    <a:pt x="1006" y="64"/>
                  </a:lnTo>
                  <a:lnTo>
                    <a:pt x="1008" y="64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8" y="61"/>
                  </a:lnTo>
                  <a:lnTo>
                    <a:pt x="1006" y="59"/>
                  </a:lnTo>
                  <a:lnTo>
                    <a:pt x="1008" y="59"/>
                  </a:lnTo>
                  <a:lnTo>
                    <a:pt x="1010" y="61"/>
                  </a:lnTo>
                  <a:lnTo>
                    <a:pt x="1010" y="59"/>
                  </a:lnTo>
                  <a:lnTo>
                    <a:pt x="1010" y="59"/>
                  </a:lnTo>
                  <a:lnTo>
                    <a:pt x="1008" y="59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8" y="57"/>
                  </a:lnTo>
                  <a:lnTo>
                    <a:pt x="1006" y="57"/>
                  </a:lnTo>
                  <a:lnTo>
                    <a:pt x="1006" y="57"/>
                  </a:lnTo>
                  <a:lnTo>
                    <a:pt x="1003" y="59"/>
                  </a:lnTo>
                  <a:lnTo>
                    <a:pt x="1003" y="59"/>
                  </a:lnTo>
                  <a:lnTo>
                    <a:pt x="1003" y="59"/>
                  </a:lnTo>
                  <a:lnTo>
                    <a:pt x="1001" y="61"/>
                  </a:lnTo>
                  <a:lnTo>
                    <a:pt x="1001" y="61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1001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9" y="64"/>
                  </a:lnTo>
                  <a:lnTo>
                    <a:pt x="996" y="66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69"/>
                  </a:lnTo>
                  <a:lnTo>
                    <a:pt x="996" y="71"/>
                  </a:lnTo>
                  <a:lnTo>
                    <a:pt x="996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4" y="71"/>
                  </a:lnTo>
                  <a:lnTo>
                    <a:pt x="991" y="73"/>
                  </a:lnTo>
                  <a:lnTo>
                    <a:pt x="991" y="76"/>
                  </a:lnTo>
                  <a:lnTo>
                    <a:pt x="991" y="76"/>
                  </a:lnTo>
                  <a:lnTo>
                    <a:pt x="989" y="76"/>
                  </a:lnTo>
                  <a:lnTo>
                    <a:pt x="987" y="78"/>
                  </a:lnTo>
                  <a:lnTo>
                    <a:pt x="987" y="80"/>
                  </a:lnTo>
                  <a:lnTo>
                    <a:pt x="987" y="80"/>
                  </a:lnTo>
                  <a:lnTo>
                    <a:pt x="984" y="80"/>
                  </a:lnTo>
                  <a:lnTo>
                    <a:pt x="982" y="85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88"/>
                  </a:lnTo>
                  <a:lnTo>
                    <a:pt x="980" y="90"/>
                  </a:lnTo>
                  <a:lnTo>
                    <a:pt x="980" y="90"/>
                  </a:lnTo>
                  <a:lnTo>
                    <a:pt x="980" y="90"/>
                  </a:lnTo>
                  <a:lnTo>
                    <a:pt x="977" y="90"/>
                  </a:lnTo>
                  <a:lnTo>
                    <a:pt x="977" y="90"/>
                  </a:lnTo>
                  <a:lnTo>
                    <a:pt x="977" y="92"/>
                  </a:lnTo>
                  <a:lnTo>
                    <a:pt x="977" y="92"/>
                  </a:lnTo>
                  <a:lnTo>
                    <a:pt x="977" y="92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7" y="95"/>
                  </a:lnTo>
                  <a:lnTo>
                    <a:pt x="975" y="95"/>
                  </a:lnTo>
                  <a:lnTo>
                    <a:pt x="975" y="95"/>
                  </a:lnTo>
                  <a:lnTo>
                    <a:pt x="977" y="95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7"/>
                  </a:lnTo>
                  <a:lnTo>
                    <a:pt x="977" y="99"/>
                  </a:lnTo>
                  <a:lnTo>
                    <a:pt x="977" y="99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2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4"/>
                  </a:lnTo>
                  <a:lnTo>
                    <a:pt x="975" y="106"/>
                  </a:lnTo>
                  <a:lnTo>
                    <a:pt x="975" y="106"/>
                  </a:lnTo>
                  <a:lnTo>
                    <a:pt x="975" y="106"/>
                  </a:lnTo>
                  <a:lnTo>
                    <a:pt x="973" y="109"/>
                  </a:lnTo>
                  <a:lnTo>
                    <a:pt x="973" y="109"/>
                  </a:lnTo>
                  <a:lnTo>
                    <a:pt x="973" y="109"/>
                  </a:lnTo>
                  <a:lnTo>
                    <a:pt x="970" y="111"/>
                  </a:lnTo>
                  <a:lnTo>
                    <a:pt x="970" y="114"/>
                  </a:lnTo>
                  <a:lnTo>
                    <a:pt x="970" y="111"/>
                  </a:lnTo>
                  <a:lnTo>
                    <a:pt x="970" y="111"/>
                  </a:lnTo>
                  <a:lnTo>
                    <a:pt x="975" y="106"/>
                  </a:lnTo>
                  <a:lnTo>
                    <a:pt x="973" y="104"/>
                  </a:lnTo>
                  <a:lnTo>
                    <a:pt x="973" y="106"/>
                  </a:lnTo>
                  <a:lnTo>
                    <a:pt x="970" y="111"/>
                  </a:lnTo>
                  <a:lnTo>
                    <a:pt x="970" y="111"/>
                  </a:lnTo>
                  <a:lnTo>
                    <a:pt x="961" y="123"/>
                  </a:lnTo>
                  <a:lnTo>
                    <a:pt x="956" y="125"/>
                  </a:lnTo>
                  <a:lnTo>
                    <a:pt x="956" y="125"/>
                  </a:lnTo>
                  <a:lnTo>
                    <a:pt x="954" y="128"/>
                  </a:lnTo>
                  <a:lnTo>
                    <a:pt x="954" y="128"/>
                  </a:lnTo>
                  <a:lnTo>
                    <a:pt x="949" y="128"/>
                  </a:lnTo>
                  <a:lnTo>
                    <a:pt x="949" y="130"/>
                  </a:lnTo>
                  <a:lnTo>
                    <a:pt x="947" y="130"/>
                  </a:lnTo>
                  <a:lnTo>
                    <a:pt x="944" y="130"/>
                  </a:lnTo>
                  <a:lnTo>
                    <a:pt x="935" y="130"/>
                  </a:lnTo>
                  <a:lnTo>
                    <a:pt x="928" y="130"/>
                  </a:lnTo>
                  <a:lnTo>
                    <a:pt x="923" y="130"/>
                  </a:lnTo>
                  <a:lnTo>
                    <a:pt x="916" y="130"/>
                  </a:lnTo>
                  <a:lnTo>
                    <a:pt x="911" y="128"/>
                  </a:lnTo>
                  <a:lnTo>
                    <a:pt x="909" y="128"/>
                  </a:lnTo>
                  <a:lnTo>
                    <a:pt x="906" y="125"/>
                  </a:lnTo>
                  <a:lnTo>
                    <a:pt x="904" y="125"/>
                  </a:lnTo>
                  <a:lnTo>
                    <a:pt x="902" y="128"/>
                  </a:lnTo>
                  <a:lnTo>
                    <a:pt x="902" y="128"/>
                  </a:lnTo>
                  <a:lnTo>
                    <a:pt x="902" y="130"/>
                  </a:lnTo>
                  <a:lnTo>
                    <a:pt x="902" y="132"/>
                  </a:lnTo>
                  <a:lnTo>
                    <a:pt x="902" y="135"/>
                  </a:lnTo>
                  <a:lnTo>
                    <a:pt x="902" y="135"/>
                  </a:lnTo>
                  <a:lnTo>
                    <a:pt x="902" y="137"/>
                  </a:lnTo>
                  <a:lnTo>
                    <a:pt x="902" y="137"/>
                  </a:lnTo>
                  <a:lnTo>
                    <a:pt x="902" y="137"/>
                  </a:lnTo>
                  <a:lnTo>
                    <a:pt x="902" y="140"/>
                  </a:lnTo>
                  <a:lnTo>
                    <a:pt x="902" y="140"/>
                  </a:lnTo>
                  <a:lnTo>
                    <a:pt x="902" y="140"/>
                  </a:lnTo>
                  <a:lnTo>
                    <a:pt x="899" y="140"/>
                  </a:lnTo>
                  <a:lnTo>
                    <a:pt x="902" y="140"/>
                  </a:lnTo>
                  <a:lnTo>
                    <a:pt x="899" y="142"/>
                  </a:lnTo>
                  <a:lnTo>
                    <a:pt x="899" y="142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4"/>
                  </a:lnTo>
                  <a:lnTo>
                    <a:pt x="899" y="147"/>
                  </a:lnTo>
                  <a:lnTo>
                    <a:pt x="897" y="147"/>
                  </a:lnTo>
                  <a:lnTo>
                    <a:pt x="897" y="147"/>
                  </a:lnTo>
                  <a:lnTo>
                    <a:pt x="897" y="149"/>
                  </a:lnTo>
                  <a:lnTo>
                    <a:pt x="897" y="149"/>
                  </a:lnTo>
                  <a:lnTo>
                    <a:pt x="897" y="151"/>
                  </a:lnTo>
                  <a:lnTo>
                    <a:pt x="895" y="151"/>
                  </a:lnTo>
                  <a:lnTo>
                    <a:pt x="895" y="151"/>
                  </a:lnTo>
                  <a:lnTo>
                    <a:pt x="895" y="154"/>
                  </a:lnTo>
                  <a:lnTo>
                    <a:pt x="897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5" y="154"/>
                  </a:lnTo>
                  <a:lnTo>
                    <a:pt x="892" y="154"/>
                  </a:lnTo>
                  <a:lnTo>
                    <a:pt x="892" y="154"/>
                  </a:lnTo>
                  <a:lnTo>
                    <a:pt x="890" y="156"/>
                  </a:lnTo>
                  <a:lnTo>
                    <a:pt x="887" y="156"/>
                  </a:lnTo>
                  <a:lnTo>
                    <a:pt x="885" y="154"/>
                  </a:lnTo>
                  <a:lnTo>
                    <a:pt x="887" y="154"/>
                  </a:lnTo>
                  <a:lnTo>
                    <a:pt x="892" y="154"/>
                  </a:lnTo>
                  <a:lnTo>
                    <a:pt x="892" y="151"/>
                  </a:lnTo>
                  <a:lnTo>
                    <a:pt x="892" y="151"/>
                  </a:lnTo>
                  <a:lnTo>
                    <a:pt x="890" y="154"/>
                  </a:lnTo>
                  <a:lnTo>
                    <a:pt x="885" y="154"/>
                  </a:lnTo>
                  <a:lnTo>
                    <a:pt x="885" y="156"/>
                  </a:lnTo>
                  <a:lnTo>
                    <a:pt x="885" y="156"/>
                  </a:lnTo>
                  <a:lnTo>
                    <a:pt x="885" y="156"/>
                  </a:lnTo>
                  <a:lnTo>
                    <a:pt x="887" y="156"/>
                  </a:lnTo>
                  <a:lnTo>
                    <a:pt x="895" y="161"/>
                  </a:lnTo>
                  <a:lnTo>
                    <a:pt x="897" y="163"/>
                  </a:lnTo>
                  <a:lnTo>
                    <a:pt x="899" y="166"/>
                  </a:lnTo>
                  <a:lnTo>
                    <a:pt x="899" y="166"/>
                  </a:lnTo>
                  <a:lnTo>
                    <a:pt x="899" y="166"/>
                  </a:lnTo>
                  <a:lnTo>
                    <a:pt x="899" y="168"/>
                  </a:lnTo>
                  <a:lnTo>
                    <a:pt x="899" y="170"/>
                  </a:lnTo>
                  <a:lnTo>
                    <a:pt x="902" y="170"/>
                  </a:lnTo>
                  <a:lnTo>
                    <a:pt x="904" y="173"/>
                  </a:lnTo>
                  <a:lnTo>
                    <a:pt x="909" y="175"/>
                  </a:lnTo>
                  <a:lnTo>
                    <a:pt x="911" y="177"/>
                  </a:lnTo>
                  <a:lnTo>
                    <a:pt x="916" y="182"/>
                  </a:lnTo>
                  <a:lnTo>
                    <a:pt x="918" y="187"/>
                  </a:lnTo>
                  <a:lnTo>
                    <a:pt x="923" y="192"/>
                  </a:lnTo>
                  <a:lnTo>
                    <a:pt x="923" y="194"/>
                  </a:lnTo>
                  <a:lnTo>
                    <a:pt x="925" y="194"/>
                  </a:lnTo>
                  <a:lnTo>
                    <a:pt x="925" y="196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5" y="194"/>
                  </a:lnTo>
                  <a:lnTo>
                    <a:pt x="928" y="199"/>
                  </a:lnTo>
                  <a:lnTo>
                    <a:pt x="930" y="199"/>
                  </a:lnTo>
                  <a:lnTo>
                    <a:pt x="930" y="201"/>
                  </a:lnTo>
                  <a:lnTo>
                    <a:pt x="937" y="208"/>
                  </a:lnTo>
                  <a:lnTo>
                    <a:pt x="937" y="213"/>
                  </a:lnTo>
                  <a:lnTo>
                    <a:pt x="939" y="215"/>
                  </a:lnTo>
                  <a:lnTo>
                    <a:pt x="942" y="225"/>
                  </a:lnTo>
                  <a:lnTo>
                    <a:pt x="942" y="227"/>
                  </a:lnTo>
                  <a:lnTo>
                    <a:pt x="942" y="230"/>
                  </a:lnTo>
                  <a:lnTo>
                    <a:pt x="942" y="230"/>
                  </a:lnTo>
                  <a:lnTo>
                    <a:pt x="942" y="234"/>
                  </a:lnTo>
                  <a:lnTo>
                    <a:pt x="942" y="237"/>
                  </a:lnTo>
                  <a:lnTo>
                    <a:pt x="942" y="239"/>
                  </a:lnTo>
                  <a:lnTo>
                    <a:pt x="942" y="239"/>
                  </a:lnTo>
                  <a:lnTo>
                    <a:pt x="942" y="241"/>
                  </a:lnTo>
                  <a:lnTo>
                    <a:pt x="949" y="244"/>
                  </a:lnTo>
                  <a:lnTo>
                    <a:pt x="949" y="244"/>
                  </a:lnTo>
                  <a:lnTo>
                    <a:pt x="954" y="246"/>
                  </a:lnTo>
                  <a:lnTo>
                    <a:pt x="956" y="246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61" y="248"/>
                  </a:lnTo>
                  <a:lnTo>
                    <a:pt x="958" y="248"/>
                  </a:lnTo>
                  <a:lnTo>
                    <a:pt x="958" y="246"/>
                  </a:lnTo>
                  <a:lnTo>
                    <a:pt x="958" y="246"/>
                  </a:lnTo>
                  <a:lnTo>
                    <a:pt x="961" y="246"/>
                  </a:lnTo>
                  <a:lnTo>
                    <a:pt x="963" y="246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5" y="248"/>
                  </a:lnTo>
                  <a:lnTo>
                    <a:pt x="968" y="248"/>
                  </a:lnTo>
                  <a:lnTo>
                    <a:pt x="968" y="248"/>
                  </a:lnTo>
                  <a:lnTo>
                    <a:pt x="970" y="246"/>
                  </a:lnTo>
                  <a:lnTo>
                    <a:pt x="973" y="244"/>
                  </a:lnTo>
                  <a:lnTo>
                    <a:pt x="973" y="244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3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5" y="241"/>
                  </a:lnTo>
                  <a:lnTo>
                    <a:pt x="973" y="244"/>
                  </a:lnTo>
                  <a:lnTo>
                    <a:pt x="973" y="246"/>
                  </a:lnTo>
                  <a:lnTo>
                    <a:pt x="973" y="246"/>
                  </a:lnTo>
                  <a:lnTo>
                    <a:pt x="973" y="246"/>
                  </a:lnTo>
                  <a:lnTo>
                    <a:pt x="973" y="248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0" y="251"/>
                  </a:lnTo>
                  <a:lnTo>
                    <a:pt x="973" y="251"/>
                  </a:lnTo>
                  <a:lnTo>
                    <a:pt x="975" y="251"/>
                  </a:lnTo>
                  <a:lnTo>
                    <a:pt x="975" y="251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6"/>
                  </a:lnTo>
                  <a:lnTo>
                    <a:pt x="975" y="246"/>
                  </a:lnTo>
                  <a:lnTo>
                    <a:pt x="975" y="246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48"/>
                  </a:lnTo>
                  <a:lnTo>
                    <a:pt x="975" y="251"/>
                  </a:lnTo>
                  <a:lnTo>
                    <a:pt x="975" y="251"/>
                  </a:lnTo>
                  <a:lnTo>
                    <a:pt x="982" y="248"/>
                  </a:lnTo>
                  <a:lnTo>
                    <a:pt x="984" y="248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7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1"/>
                  </a:lnTo>
                  <a:lnTo>
                    <a:pt x="989" y="253"/>
                  </a:lnTo>
                  <a:lnTo>
                    <a:pt x="989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3"/>
                  </a:lnTo>
                  <a:lnTo>
                    <a:pt x="991" y="256"/>
                  </a:lnTo>
                  <a:lnTo>
                    <a:pt x="991" y="256"/>
                  </a:lnTo>
                  <a:lnTo>
                    <a:pt x="991" y="256"/>
                  </a:lnTo>
                  <a:lnTo>
                    <a:pt x="989" y="256"/>
                  </a:lnTo>
                  <a:lnTo>
                    <a:pt x="989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6"/>
                  </a:lnTo>
                  <a:lnTo>
                    <a:pt x="987" y="258"/>
                  </a:lnTo>
                  <a:lnTo>
                    <a:pt x="984" y="258"/>
                  </a:lnTo>
                  <a:lnTo>
                    <a:pt x="984" y="258"/>
                  </a:lnTo>
                  <a:lnTo>
                    <a:pt x="984" y="260"/>
                  </a:lnTo>
                  <a:lnTo>
                    <a:pt x="984" y="260"/>
                  </a:lnTo>
                  <a:lnTo>
                    <a:pt x="984" y="260"/>
                  </a:lnTo>
                  <a:lnTo>
                    <a:pt x="984" y="263"/>
                  </a:lnTo>
                  <a:lnTo>
                    <a:pt x="984" y="263"/>
                  </a:lnTo>
                  <a:lnTo>
                    <a:pt x="982" y="263"/>
                  </a:lnTo>
                  <a:lnTo>
                    <a:pt x="982" y="263"/>
                  </a:lnTo>
                  <a:lnTo>
                    <a:pt x="982" y="265"/>
                  </a:lnTo>
                  <a:lnTo>
                    <a:pt x="982" y="265"/>
                  </a:lnTo>
                  <a:lnTo>
                    <a:pt x="982" y="267"/>
                  </a:lnTo>
                  <a:lnTo>
                    <a:pt x="982" y="267"/>
                  </a:lnTo>
                  <a:lnTo>
                    <a:pt x="982" y="267"/>
                  </a:lnTo>
                  <a:lnTo>
                    <a:pt x="982" y="270"/>
                  </a:lnTo>
                  <a:lnTo>
                    <a:pt x="987" y="277"/>
                  </a:lnTo>
                  <a:lnTo>
                    <a:pt x="987" y="277"/>
                  </a:lnTo>
                  <a:lnTo>
                    <a:pt x="989" y="277"/>
                  </a:lnTo>
                  <a:lnTo>
                    <a:pt x="989" y="279"/>
                  </a:lnTo>
                  <a:lnTo>
                    <a:pt x="989" y="279"/>
                  </a:lnTo>
                  <a:lnTo>
                    <a:pt x="989" y="279"/>
                  </a:lnTo>
                  <a:lnTo>
                    <a:pt x="989" y="282"/>
                  </a:lnTo>
                  <a:lnTo>
                    <a:pt x="989" y="282"/>
                  </a:lnTo>
                  <a:lnTo>
                    <a:pt x="991" y="282"/>
                  </a:lnTo>
                  <a:lnTo>
                    <a:pt x="991" y="282"/>
                  </a:lnTo>
                  <a:lnTo>
                    <a:pt x="991" y="282"/>
                  </a:lnTo>
                  <a:lnTo>
                    <a:pt x="994" y="282"/>
                  </a:lnTo>
                  <a:lnTo>
                    <a:pt x="996" y="282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9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6" y="277"/>
                  </a:lnTo>
                  <a:lnTo>
                    <a:pt x="999" y="275"/>
                  </a:lnTo>
                  <a:lnTo>
                    <a:pt x="999" y="275"/>
                  </a:lnTo>
                  <a:lnTo>
                    <a:pt x="1001" y="275"/>
                  </a:lnTo>
                  <a:lnTo>
                    <a:pt x="1006" y="275"/>
                  </a:lnTo>
                  <a:lnTo>
                    <a:pt x="1006" y="275"/>
                  </a:lnTo>
                  <a:lnTo>
                    <a:pt x="1010" y="279"/>
                  </a:lnTo>
                  <a:lnTo>
                    <a:pt x="1010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3" y="279"/>
                  </a:lnTo>
                  <a:lnTo>
                    <a:pt x="1015" y="277"/>
                  </a:lnTo>
                  <a:lnTo>
                    <a:pt x="1015" y="277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7"/>
                  </a:lnTo>
                  <a:lnTo>
                    <a:pt x="1017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20" y="277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17" y="279"/>
                  </a:lnTo>
                  <a:lnTo>
                    <a:pt x="1020" y="282"/>
                  </a:lnTo>
                  <a:lnTo>
                    <a:pt x="1020" y="284"/>
                  </a:lnTo>
                  <a:lnTo>
                    <a:pt x="1020" y="286"/>
                  </a:lnTo>
                  <a:lnTo>
                    <a:pt x="1020" y="289"/>
                  </a:lnTo>
                  <a:lnTo>
                    <a:pt x="1020" y="291"/>
                  </a:lnTo>
                  <a:lnTo>
                    <a:pt x="1020" y="291"/>
                  </a:lnTo>
                  <a:lnTo>
                    <a:pt x="1020" y="291"/>
                  </a:lnTo>
                  <a:lnTo>
                    <a:pt x="1013" y="291"/>
                  </a:lnTo>
                  <a:lnTo>
                    <a:pt x="1010" y="293"/>
                  </a:lnTo>
                  <a:lnTo>
                    <a:pt x="1008" y="293"/>
                  </a:lnTo>
                  <a:lnTo>
                    <a:pt x="1006" y="293"/>
                  </a:lnTo>
                  <a:lnTo>
                    <a:pt x="1006" y="293"/>
                  </a:lnTo>
                  <a:lnTo>
                    <a:pt x="1001" y="289"/>
                  </a:lnTo>
                  <a:lnTo>
                    <a:pt x="1001" y="286"/>
                  </a:lnTo>
                  <a:lnTo>
                    <a:pt x="1001" y="286"/>
                  </a:lnTo>
                  <a:lnTo>
                    <a:pt x="999" y="284"/>
                  </a:lnTo>
                  <a:lnTo>
                    <a:pt x="999" y="284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6" y="282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4" y="284"/>
                  </a:lnTo>
                  <a:lnTo>
                    <a:pt x="991" y="284"/>
                  </a:lnTo>
                  <a:lnTo>
                    <a:pt x="991" y="286"/>
                  </a:lnTo>
                  <a:lnTo>
                    <a:pt x="987" y="286"/>
                  </a:lnTo>
                  <a:lnTo>
                    <a:pt x="987" y="286"/>
                  </a:lnTo>
                  <a:lnTo>
                    <a:pt x="980" y="279"/>
                  </a:lnTo>
                  <a:lnTo>
                    <a:pt x="980" y="279"/>
                  </a:lnTo>
                  <a:lnTo>
                    <a:pt x="977" y="275"/>
                  </a:lnTo>
                  <a:lnTo>
                    <a:pt x="977" y="275"/>
                  </a:lnTo>
                  <a:lnTo>
                    <a:pt x="977" y="272"/>
                  </a:lnTo>
                  <a:lnTo>
                    <a:pt x="977" y="272"/>
                  </a:lnTo>
                  <a:lnTo>
                    <a:pt x="977" y="270"/>
                  </a:lnTo>
                  <a:lnTo>
                    <a:pt x="977" y="270"/>
                  </a:lnTo>
                  <a:lnTo>
                    <a:pt x="977" y="267"/>
                  </a:lnTo>
                  <a:lnTo>
                    <a:pt x="980" y="265"/>
                  </a:lnTo>
                  <a:lnTo>
                    <a:pt x="980" y="265"/>
                  </a:lnTo>
                  <a:lnTo>
                    <a:pt x="980" y="265"/>
                  </a:lnTo>
                  <a:lnTo>
                    <a:pt x="977" y="265"/>
                  </a:lnTo>
                  <a:lnTo>
                    <a:pt x="977" y="263"/>
                  </a:lnTo>
                  <a:lnTo>
                    <a:pt x="975" y="260"/>
                  </a:lnTo>
                  <a:lnTo>
                    <a:pt x="975" y="256"/>
                  </a:lnTo>
                  <a:lnTo>
                    <a:pt x="973" y="253"/>
                  </a:lnTo>
                  <a:lnTo>
                    <a:pt x="973" y="253"/>
                  </a:lnTo>
                  <a:lnTo>
                    <a:pt x="973" y="253"/>
                  </a:lnTo>
                  <a:lnTo>
                    <a:pt x="973" y="256"/>
                  </a:lnTo>
                  <a:lnTo>
                    <a:pt x="970" y="256"/>
                  </a:lnTo>
                  <a:lnTo>
                    <a:pt x="970" y="256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70" y="253"/>
                  </a:lnTo>
                  <a:lnTo>
                    <a:pt x="968" y="253"/>
                  </a:lnTo>
                  <a:lnTo>
                    <a:pt x="968" y="253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8" y="256"/>
                  </a:lnTo>
                  <a:lnTo>
                    <a:pt x="965" y="256"/>
                  </a:lnTo>
                  <a:lnTo>
                    <a:pt x="965" y="256"/>
                  </a:lnTo>
                  <a:lnTo>
                    <a:pt x="965" y="258"/>
                  </a:lnTo>
                  <a:lnTo>
                    <a:pt x="965" y="258"/>
                  </a:lnTo>
                  <a:lnTo>
                    <a:pt x="965" y="260"/>
                  </a:lnTo>
                  <a:lnTo>
                    <a:pt x="965" y="260"/>
                  </a:lnTo>
                  <a:lnTo>
                    <a:pt x="965" y="260"/>
                  </a:lnTo>
                  <a:lnTo>
                    <a:pt x="968" y="263"/>
                  </a:lnTo>
                  <a:lnTo>
                    <a:pt x="968" y="263"/>
                  </a:lnTo>
                  <a:lnTo>
                    <a:pt x="968" y="263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5"/>
                  </a:lnTo>
                  <a:lnTo>
                    <a:pt x="968" y="267"/>
                  </a:lnTo>
                  <a:lnTo>
                    <a:pt x="973" y="267"/>
                  </a:lnTo>
                  <a:lnTo>
                    <a:pt x="975" y="270"/>
                  </a:lnTo>
                  <a:lnTo>
                    <a:pt x="975" y="270"/>
                  </a:lnTo>
                  <a:lnTo>
                    <a:pt x="977" y="275"/>
                  </a:lnTo>
                  <a:lnTo>
                    <a:pt x="980" y="279"/>
                  </a:lnTo>
                  <a:lnTo>
                    <a:pt x="980" y="282"/>
                  </a:lnTo>
                  <a:lnTo>
                    <a:pt x="980" y="284"/>
                  </a:lnTo>
                  <a:lnTo>
                    <a:pt x="980" y="284"/>
                  </a:lnTo>
                  <a:lnTo>
                    <a:pt x="980" y="286"/>
                  </a:lnTo>
                  <a:lnTo>
                    <a:pt x="980" y="286"/>
                  </a:lnTo>
                  <a:lnTo>
                    <a:pt x="980" y="286"/>
                  </a:lnTo>
                  <a:lnTo>
                    <a:pt x="977" y="289"/>
                  </a:lnTo>
                  <a:lnTo>
                    <a:pt x="977" y="291"/>
                  </a:lnTo>
                  <a:lnTo>
                    <a:pt x="977" y="291"/>
                  </a:lnTo>
                  <a:lnTo>
                    <a:pt x="977" y="291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3"/>
                  </a:lnTo>
                  <a:lnTo>
                    <a:pt x="977" y="296"/>
                  </a:lnTo>
                  <a:lnTo>
                    <a:pt x="977" y="296"/>
                  </a:lnTo>
                  <a:lnTo>
                    <a:pt x="977" y="296"/>
                  </a:lnTo>
                  <a:lnTo>
                    <a:pt x="980" y="296"/>
                  </a:lnTo>
                  <a:lnTo>
                    <a:pt x="980" y="296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80" y="293"/>
                  </a:lnTo>
                  <a:lnTo>
                    <a:pt x="977" y="293"/>
                  </a:lnTo>
                  <a:lnTo>
                    <a:pt x="977" y="291"/>
                  </a:lnTo>
                  <a:lnTo>
                    <a:pt x="980" y="291"/>
                  </a:lnTo>
                  <a:lnTo>
                    <a:pt x="980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2" y="289"/>
                  </a:lnTo>
                  <a:lnTo>
                    <a:pt x="989" y="289"/>
                  </a:lnTo>
                  <a:lnTo>
                    <a:pt x="991" y="291"/>
                  </a:lnTo>
                  <a:lnTo>
                    <a:pt x="991" y="291"/>
                  </a:lnTo>
                  <a:lnTo>
                    <a:pt x="991" y="291"/>
                  </a:lnTo>
                  <a:lnTo>
                    <a:pt x="994" y="291"/>
                  </a:lnTo>
                  <a:lnTo>
                    <a:pt x="994" y="291"/>
                  </a:lnTo>
                  <a:lnTo>
                    <a:pt x="996" y="293"/>
                  </a:lnTo>
                  <a:lnTo>
                    <a:pt x="999" y="293"/>
                  </a:lnTo>
                  <a:lnTo>
                    <a:pt x="999" y="296"/>
                  </a:lnTo>
                  <a:lnTo>
                    <a:pt x="999" y="296"/>
                  </a:lnTo>
                  <a:lnTo>
                    <a:pt x="999" y="298"/>
                  </a:lnTo>
                  <a:lnTo>
                    <a:pt x="999" y="298"/>
                  </a:lnTo>
                  <a:lnTo>
                    <a:pt x="1001" y="301"/>
                  </a:lnTo>
                  <a:lnTo>
                    <a:pt x="999" y="301"/>
                  </a:lnTo>
                  <a:lnTo>
                    <a:pt x="999" y="303"/>
                  </a:lnTo>
                  <a:lnTo>
                    <a:pt x="999" y="303"/>
                  </a:lnTo>
                  <a:lnTo>
                    <a:pt x="999" y="305"/>
                  </a:lnTo>
                  <a:lnTo>
                    <a:pt x="999" y="305"/>
                  </a:lnTo>
                  <a:lnTo>
                    <a:pt x="996" y="305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6" y="308"/>
                  </a:lnTo>
                  <a:lnTo>
                    <a:pt x="994" y="305"/>
                  </a:lnTo>
                  <a:lnTo>
                    <a:pt x="994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5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3"/>
                  </a:lnTo>
                  <a:lnTo>
                    <a:pt x="996" y="301"/>
                  </a:lnTo>
                  <a:lnTo>
                    <a:pt x="996" y="301"/>
                  </a:lnTo>
                  <a:lnTo>
                    <a:pt x="999" y="301"/>
                  </a:lnTo>
                  <a:lnTo>
                    <a:pt x="999" y="301"/>
                  </a:lnTo>
                  <a:lnTo>
                    <a:pt x="999" y="301"/>
                  </a:lnTo>
                  <a:lnTo>
                    <a:pt x="996" y="298"/>
                  </a:lnTo>
                  <a:lnTo>
                    <a:pt x="996" y="298"/>
                  </a:lnTo>
                  <a:lnTo>
                    <a:pt x="996" y="301"/>
                  </a:lnTo>
                  <a:lnTo>
                    <a:pt x="994" y="301"/>
                  </a:lnTo>
                  <a:lnTo>
                    <a:pt x="991" y="301"/>
                  </a:lnTo>
                  <a:lnTo>
                    <a:pt x="991" y="301"/>
                  </a:lnTo>
                  <a:lnTo>
                    <a:pt x="991" y="298"/>
                  </a:lnTo>
                  <a:lnTo>
                    <a:pt x="991" y="298"/>
                  </a:lnTo>
                  <a:lnTo>
                    <a:pt x="991" y="296"/>
                  </a:lnTo>
                  <a:lnTo>
                    <a:pt x="987" y="296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7" y="298"/>
                  </a:lnTo>
                  <a:lnTo>
                    <a:pt x="984" y="298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1"/>
                  </a:lnTo>
                  <a:lnTo>
                    <a:pt x="984" y="303"/>
                  </a:lnTo>
                  <a:lnTo>
                    <a:pt x="982" y="303"/>
                  </a:lnTo>
                  <a:lnTo>
                    <a:pt x="982" y="305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2" y="308"/>
                  </a:lnTo>
                  <a:lnTo>
                    <a:pt x="982" y="308"/>
                  </a:lnTo>
                  <a:lnTo>
                    <a:pt x="982" y="308"/>
                  </a:lnTo>
                  <a:lnTo>
                    <a:pt x="980" y="308"/>
                  </a:lnTo>
                  <a:lnTo>
                    <a:pt x="980" y="308"/>
                  </a:lnTo>
                  <a:lnTo>
                    <a:pt x="980" y="310"/>
                  </a:lnTo>
                  <a:lnTo>
                    <a:pt x="980" y="310"/>
                  </a:lnTo>
                  <a:lnTo>
                    <a:pt x="977" y="310"/>
                  </a:lnTo>
                  <a:lnTo>
                    <a:pt x="977" y="312"/>
                  </a:lnTo>
                  <a:lnTo>
                    <a:pt x="980" y="312"/>
                  </a:lnTo>
                  <a:lnTo>
                    <a:pt x="980" y="312"/>
                  </a:lnTo>
                  <a:lnTo>
                    <a:pt x="977" y="312"/>
                  </a:lnTo>
                  <a:lnTo>
                    <a:pt x="977" y="312"/>
                  </a:lnTo>
                  <a:lnTo>
                    <a:pt x="977" y="312"/>
                  </a:lnTo>
                  <a:lnTo>
                    <a:pt x="975" y="312"/>
                  </a:lnTo>
                  <a:lnTo>
                    <a:pt x="975" y="312"/>
                  </a:lnTo>
                  <a:lnTo>
                    <a:pt x="977" y="312"/>
                  </a:lnTo>
                  <a:lnTo>
                    <a:pt x="977" y="310"/>
                  </a:lnTo>
                  <a:lnTo>
                    <a:pt x="977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5" y="310"/>
                  </a:lnTo>
                  <a:lnTo>
                    <a:pt x="977" y="310"/>
                  </a:lnTo>
                  <a:lnTo>
                    <a:pt x="970" y="308"/>
                  </a:lnTo>
                  <a:lnTo>
                    <a:pt x="970" y="308"/>
                  </a:lnTo>
                  <a:lnTo>
                    <a:pt x="968" y="308"/>
                  </a:lnTo>
                  <a:lnTo>
                    <a:pt x="965" y="308"/>
                  </a:lnTo>
                  <a:lnTo>
                    <a:pt x="965" y="308"/>
                  </a:lnTo>
                  <a:lnTo>
                    <a:pt x="965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8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3" y="305"/>
                  </a:lnTo>
                  <a:lnTo>
                    <a:pt x="961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10"/>
                  </a:lnTo>
                  <a:lnTo>
                    <a:pt x="958" y="310"/>
                  </a:lnTo>
                  <a:lnTo>
                    <a:pt x="958" y="310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8"/>
                  </a:lnTo>
                  <a:lnTo>
                    <a:pt x="958" y="305"/>
                  </a:lnTo>
                  <a:lnTo>
                    <a:pt x="958" y="305"/>
                  </a:lnTo>
                  <a:lnTo>
                    <a:pt x="958" y="305"/>
                  </a:lnTo>
                  <a:lnTo>
                    <a:pt x="956" y="303"/>
                  </a:lnTo>
                  <a:lnTo>
                    <a:pt x="956" y="303"/>
                  </a:lnTo>
                  <a:lnTo>
                    <a:pt x="956" y="303"/>
                  </a:lnTo>
                  <a:lnTo>
                    <a:pt x="954" y="303"/>
                  </a:lnTo>
                  <a:lnTo>
                    <a:pt x="951" y="303"/>
                  </a:lnTo>
                  <a:lnTo>
                    <a:pt x="951" y="303"/>
                  </a:lnTo>
                  <a:lnTo>
                    <a:pt x="951" y="303"/>
                  </a:lnTo>
                  <a:lnTo>
                    <a:pt x="949" y="303"/>
                  </a:lnTo>
                  <a:lnTo>
                    <a:pt x="947" y="303"/>
                  </a:lnTo>
                  <a:lnTo>
                    <a:pt x="944" y="303"/>
                  </a:lnTo>
                  <a:lnTo>
                    <a:pt x="942" y="303"/>
                  </a:lnTo>
                  <a:lnTo>
                    <a:pt x="942" y="303"/>
                  </a:lnTo>
                  <a:lnTo>
                    <a:pt x="942" y="301"/>
                  </a:lnTo>
                  <a:lnTo>
                    <a:pt x="935" y="301"/>
                  </a:lnTo>
                  <a:lnTo>
                    <a:pt x="932" y="301"/>
                  </a:lnTo>
                  <a:lnTo>
                    <a:pt x="930" y="298"/>
                  </a:lnTo>
                  <a:lnTo>
                    <a:pt x="930" y="298"/>
                  </a:lnTo>
                  <a:lnTo>
                    <a:pt x="930" y="296"/>
                  </a:lnTo>
                  <a:lnTo>
                    <a:pt x="930" y="293"/>
                  </a:lnTo>
                  <a:lnTo>
                    <a:pt x="930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8" y="293"/>
                  </a:lnTo>
                  <a:lnTo>
                    <a:pt x="925" y="293"/>
                  </a:lnTo>
                  <a:lnTo>
                    <a:pt x="923" y="293"/>
                  </a:lnTo>
                  <a:lnTo>
                    <a:pt x="923" y="291"/>
                  </a:lnTo>
                  <a:lnTo>
                    <a:pt x="925" y="293"/>
                  </a:lnTo>
                  <a:lnTo>
                    <a:pt x="925" y="291"/>
                  </a:lnTo>
                  <a:lnTo>
                    <a:pt x="925" y="291"/>
                  </a:lnTo>
                  <a:lnTo>
                    <a:pt x="925" y="291"/>
                  </a:lnTo>
                  <a:lnTo>
                    <a:pt x="928" y="291"/>
                  </a:lnTo>
                  <a:lnTo>
                    <a:pt x="928" y="291"/>
                  </a:lnTo>
                  <a:lnTo>
                    <a:pt x="930" y="291"/>
                  </a:lnTo>
                  <a:lnTo>
                    <a:pt x="930" y="289"/>
                  </a:lnTo>
                  <a:lnTo>
                    <a:pt x="932" y="289"/>
                  </a:lnTo>
                  <a:lnTo>
                    <a:pt x="930" y="289"/>
                  </a:lnTo>
                  <a:lnTo>
                    <a:pt x="930" y="286"/>
                  </a:lnTo>
                  <a:lnTo>
                    <a:pt x="930" y="286"/>
                  </a:lnTo>
                  <a:lnTo>
                    <a:pt x="932" y="286"/>
                  </a:lnTo>
                  <a:lnTo>
                    <a:pt x="930" y="286"/>
                  </a:lnTo>
                  <a:lnTo>
                    <a:pt x="930" y="284"/>
                  </a:lnTo>
                  <a:lnTo>
                    <a:pt x="932" y="284"/>
                  </a:lnTo>
                  <a:lnTo>
                    <a:pt x="932" y="284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82"/>
                  </a:lnTo>
                  <a:lnTo>
                    <a:pt x="932" y="279"/>
                  </a:lnTo>
                  <a:lnTo>
                    <a:pt x="932" y="279"/>
                  </a:lnTo>
                  <a:lnTo>
                    <a:pt x="935" y="277"/>
                  </a:lnTo>
                  <a:lnTo>
                    <a:pt x="935" y="277"/>
                  </a:lnTo>
                  <a:lnTo>
                    <a:pt x="935" y="277"/>
                  </a:lnTo>
                  <a:lnTo>
                    <a:pt x="935" y="275"/>
                  </a:lnTo>
                  <a:lnTo>
                    <a:pt x="935" y="275"/>
                  </a:lnTo>
                  <a:lnTo>
                    <a:pt x="935" y="272"/>
                  </a:lnTo>
                  <a:lnTo>
                    <a:pt x="935" y="272"/>
                  </a:lnTo>
                  <a:lnTo>
                    <a:pt x="932" y="272"/>
                  </a:lnTo>
                  <a:lnTo>
                    <a:pt x="932" y="272"/>
                  </a:lnTo>
                  <a:lnTo>
                    <a:pt x="932" y="270"/>
                  </a:lnTo>
                  <a:lnTo>
                    <a:pt x="932" y="270"/>
                  </a:lnTo>
                  <a:lnTo>
                    <a:pt x="939" y="272"/>
                  </a:lnTo>
                  <a:lnTo>
                    <a:pt x="939" y="272"/>
                  </a:lnTo>
                  <a:lnTo>
                    <a:pt x="937" y="270"/>
                  </a:lnTo>
                  <a:lnTo>
                    <a:pt x="930" y="270"/>
                  </a:lnTo>
                  <a:lnTo>
                    <a:pt x="925" y="267"/>
                  </a:lnTo>
                  <a:lnTo>
                    <a:pt x="918" y="267"/>
                  </a:lnTo>
                  <a:lnTo>
                    <a:pt x="913" y="270"/>
                  </a:lnTo>
                  <a:lnTo>
                    <a:pt x="913" y="270"/>
                  </a:lnTo>
                  <a:lnTo>
                    <a:pt x="909" y="272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6" y="275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7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904" y="275"/>
                  </a:lnTo>
                  <a:lnTo>
                    <a:pt x="899" y="275"/>
                  </a:lnTo>
                  <a:lnTo>
                    <a:pt x="897" y="275"/>
                  </a:lnTo>
                  <a:lnTo>
                    <a:pt x="897" y="275"/>
                  </a:lnTo>
                  <a:lnTo>
                    <a:pt x="895" y="275"/>
                  </a:lnTo>
                  <a:lnTo>
                    <a:pt x="885" y="279"/>
                  </a:lnTo>
                  <a:lnTo>
                    <a:pt x="883" y="282"/>
                  </a:lnTo>
                  <a:lnTo>
                    <a:pt x="883" y="282"/>
                  </a:lnTo>
                  <a:lnTo>
                    <a:pt x="883" y="284"/>
                  </a:lnTo>
                  <a:lnTo>
                    <a:pt x="883" y="284"/>
                  </a:lnTo>
                  <a:lnTo>
                    <a:pt x="883" y="284"/>
                  </a:lnTo>
                  <a:lnTo>
                    <a:pt x="885" y="284"/>
                  </a:lnTo>
                  <a:lnTo>
                    <a:pt x="885" y="286"/>
                  </a:lnTo>
                  <a:lnTo>
                    <a:pt x="887" y="289"/>
                  </a:lnTo>
                  <a:lnTo>
                    <a:pt x="890" y="289"/>
                  </a:lnTo>
                  <a:lnTo>
                    <a:pt x="890" y="289"/>
                  </a:lnTo>
                  <a:lnTo>
                    <a:pt x="890" y="291"/>
                  </a:lnTo>
                  <a:lnTo>
                    <a:pt x="885" y="291"/>
                  </a:lnTo>
                  <a:lnTo>
                    <a:pt x="876" y="289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6" y="286"/>
                  </a:lnTo>
                  <a:lnTo>
                    <a:pt x="873" y="286"/>
                  </a:lnTo>
                  <a:lnTo>
                    <a:pt x="871" y="284"/>
                  </a:lnTo>
                  <a:lnTo>
                    <a:pt x="871" y="284"/>
                  </a:lnTo>
                  <a:lnTo>
                    <a:pt x="871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59" y="291"/>
                  </a:lnTo>
                  <a:lnTo>
                    <a:pt x="859" y="291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7" y="291"/>
                  </a:lnTo>
                  <a:lnTo>
                    <a:pt x="857" y="293"/>
                  </a:lnTo>
                  <a:lnTo>
                    <a:pt x="854" y="293"/>
                  </a:lnTo>
                  <a:lnTo>
                    <a:pt x="854" y="293"/>
                  </a:lnTo>
                  <a:lnTo>
                    <a:pt x="854" y="293"/>
                  </a:lnTo>
                  <a:lnTo>
                    <a:pt x="854" y="296"/>
                  </a:lnTo>
                  <a:lnTo>
                    <a:pt x="854" y="296"/>
                  </a:lnTo>
                  <a:lnTo>
                    <a:pt x="852" y="298"/>
                  </a:lnTo>
                  <a:lnTo>
                    <a:pt x="850" y="298"/>
                  </a:lnTo>
                  <a:lnTo>
                    <a:pt x="847" y="301"/>
                  </a:lnTo>
                  <a:lnTo>
                    <a:pt x="847" y="301"/>
                  </a:lnTo>
                  <a:lnTo>
                    <a:pt x="847" y="298"/>
                  </a:lnTo>
                  <a:lnTo>
                    <a:pt x="845" y="298"/>
                  </a:lnTo>
                  <a:lnTo>
                    <a:pt x="845" y="298"/>
                  </a:lnTo>
                  <a:lnTo>
                    <a:pt x="845" y="296"/>
                  </a:lnTo>
                  <a:lnTo>
                    <a:pt x="842" y="296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40" y="301"/>
                  </a:lnTo>
                  <a:lnTo>
                    <a:pt x="840" y="301"/>
                  </a:lnTo>
                  <a:lnTo>
                    <a:pt x="840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5" y="301"/>
                  </a:lnTo>
                  <a:lnTo>
                    <a:pt x="838" y="303"/>
                  </a:lnTo>
                  <a:lnTo>
                    <a:pt x="838" y="303"/>
                  </a:lnTo>
                  <a:lnTo>
                    <a:pt x="838" y="303"/>
                  </a:lnTo>
                  <a:lnTo>
                    <a:pt x="838" y="305"/>
                  </a:lnTo>
                  <a:lnTo>
                    <a:pt x="838" y="305"/>
                  </a:lnTo>
                  <a:lnTo>
                    <a:pt x="835" y="305"/>
                  </a:lnTo>
                  <a:lnTo>
                    <a:pt x="831" y="305"/>
                  </a:lnTo>
                  <a:lnTo>
                    <a:pt x="828" y="305"/>
                  </a:lnTo>
                  <a:lnTo>
                    <a:pt x="828" y="308"/>
                  </a:lnTo>
                  <a:lnTo>
                    <a:pt x="828" y="308"/>
                  </a:lnTo>
                  <a:lnTo>
                    <a:pt x="826" y="308"/>
                  </a:lnTo>
                  <a:lnTo>
                    <a:pt x="824" y="308"/>
                  </a:lnTo>
                  <a:lnTo>
                    <a:pt x="824" y="308"/>
                  </a:lnTo>
                  <a:lnTo>
                    <a:pt x="824" y="308"/>
                  </a:lnTo>
                  <a:lnTo>
                    <a:pt x="824" y="305"/>
                  </a:lnTo>
                  <a:lnTo>
                    <a:pt x="824" y="305"/>
                  </a:lnTo>
                  <a:lnTo>
                    <a:pt x="826" y="305"/>
                  </a:lnTo>
                  <a:lnTo>
                    <a:pt x="826" y="305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28" y="303"/>
                  </a:lnTo>
                  <a:lnTo>
                    <a:pt x="831" y="301"/>
                  </a:lnTo>
                  <a:lnTo>
                    <a:pt x="828" y="303"/>
                  </a:lnTo>
                  <a:lnTo>
                    <a:pt x="826" y="303"/>
                  </a:lnTo>
                  <a:lnTo>
                    <a:pt x="824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5"/>
                  </a:lnTo>
                  <a:lnTo>
                    <a:pt x="821" y="308"/>
                  </a:lnTo>
                  <a:lnTo>
                    <a:pt x="821" y="308"/>
                  </a:lnTo>
                  <a:lnTo>
                    <a:pt x="821" y="308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0"/>
                  </a:lnTo>
                  <a:lnTo>
                    <a:pt x="821" y="312"/>
                  </a:lnTo>
                  <a:lnTo>
                    <a:pt x="821" y="312"/>
                  </a:lnTo>
                  <a:lnTo>
                    <a:pt x="824" y="312"/>
                  </a:lnTo>
                  <a:lnTo>
                    <a:pt x="826" y="312"/>
                  </a:lnTo>
                  <a:lnTo>
                    <a:pt x="831" y="319"/>
                  </a:lnTo>
                  <a:lnTo>
                    <a:pt x="831" y="319"/>
                  </a:lnTo>
                  <a:lnTo>
                    <a:pt x="831" y="319"/>
                  </a:lnTo>
                  <a:lnTo>
                    <a:pt x="833" y="322"/>
                  </a:lnTo>
                  <a:lnTo>
                    <a:pt x="838" y="324"/>
                  </a:lnTo>
                  <a:lnTo>
                    <a:pt x="840" y="327"/>
                  </a:lnTo>
                  <a:lnTo>
                    <a:pt x="850" y="331"/>
                  </a:lnTo>
                  <a:lnTo>
                    <a:pt x="852" y="331"/>
                  </a:lnTo>
                  <a:lnTo>
                    <a:pt x="854" y="334"/>
                  </a:lnTo>
                  <a:lnTo>
                    <a:pt x="852" y="331"/>
                  </a:lnTo>
                  <a:lnTo>
                    <a:pt x="850" y="331"/>
                  </a:lnTo>
                  <a:lnTo>
                    <a:pt x="850" y="331"/>
                  </a:lnTo>
                  <a:lnTo>
                    <a:pt x="847" y="329"/>
                  </a:lnTo>
                  <a:lnTo>
                    <a:pt x="847" y="329"/>
                  </a:lnTo>
                  <a:lnTo>
                    <a:pt x="847" y="329"/>
                  </a:lnTo>
                  <a:lnTo>
                    <a:pt x="854" y="331"/>
                  </a:lnTo>
                  <a:lnTo>
                    <a:pt x="857" y="334"/>
                  </a:lnTo>
                  <a:lnTo>
                    <a:pt x="859" y="334"/>
                  </a:lnTo>
                  <a:lnTo>
                    <a:pt x="859" y="336"/>
                  </a:lnTo>
                  <a:lnTo>
                    <a:pt x="861" y="336"/>
                  </a:lnTo>
                  <a:lnTo>
                    <a:pt x="861" y="336"/>
                  </a:lnTo>
                  <a:lnTo>
                    <a:pt x="864" y="336"/>
                  </a:lnTo>
                  <a:lnTo>
                    <a:pt x="866" y="338"/>
                  </a:lnTo>
                  <a:lnTo>
                    <a:pt x="866" y="338"/>
                  </a:lnTo>
                  <a:lnTo>
                    <a:pt x="868" y="341"/>
                  </a:lnTo>
                  <a:lnTo>
                    <a:pt x="866" y="341"/>
                  </a:lnTo>
                  <a:lnTo>
                    <a:pt x="866" y="341"/>
                  </a:lnTo>
                  <a:lnTo>
                    <a:pt x="866" y="341"/>
                  </a:lnTo>
                  <a:lnTo>
                    <a:pt x="861" y="338"/>
                  </a:lnTo>
                  <a:lnTo>
                    <a:pt x="861" y="338"/>
                  </a:lnTo>
                  <a:lnTo>
                    <a:pt x="861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9" y="338"/>
                  </a:lnTo>
                  <a:lnTo>
                    <a:pt x="857" y="338"/>
                  </a:lnTo>
                  <a:lnTo>
                    <a:pt x="857" y="341"/>
                  </a:lnTo>
                  <a:lnTo>
                    <a:pt x="857" y="341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4" y="346"/>
                  </a:lnTo>
                  <a:lnTo>
                    <a:pt x="852" y="346"/>
                  </a:lnTo>
                  <a:lnTo>
                    <a:pt x="852" y="346"/>
                  </a:lnTo>
                  <a:lnTo>
                    <a:pt x="852" y="346"/>
                  </a:lnTo>
                  <a:lnTo>
                    <a:pt x="850" y="346"/>
                  </a:lnTo>
                  <a:lnTo>
                    <a:pt x="850" y="346"/>
                  </a:lnTo>
                  <a:lnTo>
                    <a:pt x="847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3"/>
                  </a:lnTo>
                  <a:lnTo>
                    <a:pt x="845" y="341"/>
                  </a:lnTo>
                  <a:lnTo>
                    <a:pt x="845" y="338"/>
                  </a:lnTo>
                  <a:lnTo>
                    <a:pt x="845" y="338"/>
                  </a:lnTo>
                  <a:lnTo>
                    <a:pt x="847" y="338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7" y="336"/>
                  </a:lnTo>
                  <a:lnTo>
                    <a:pt x="845" y="336"/>
                  </a:lnTo>
                  <a:lnTo>
                    <a:pt x="845" y="338"/>
                  </a:lnTo>
                  <a:lnTo>
                    <a:pt x="845" y="341"/>
                  </a:lnTo>
                  <a:lnTo>
                    <a:pt x="845" y="343"/>
                  </a:lnTo>
                  <a:lnTo>
                    <a:pt x="845" y="346"/>
                  </a:lnTo>
                  <a:lnTo>
                    <a:pt x="847" y="348"/>
                  </a:lnTo>
                  <a:lnTo>
                    <a:pt x="847" y="348"/>
                  </a:lnTo>
                  <a:lnTo>
                    <a:pt x="850" y="350"/>
                  </a:lnTo>
                  <a:lnTo>
                    <a:pt x="850" y="350"/>
                  </a:lnTo>
                  <a:lnTo>
                    <a:pt x="850" y="353"/>
                  </a:lnTo>
                  <a:lnTo>
                    <a:pt x="850" y="353"/>
                  </a:lnTo>
                  <a:lnTo>
                    <a:pt x="850" y="353"/>
                  </a:lnTo>
                  <a:lnTo>
                    <a:pt x="852" y="355"/>
                  </a:lnTo>
                  <a:lnTo>
                    <a:pt x="852" y="357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2" y="357"/>
                  </a:lnTo>
                  <a:lnTo>
                    <a:pt x="852" y="357"/>
                  </a:lnTo>
                  <a:lnTo>
                    <a:pt x="852" y="357"/>
                  </a:lnTo>
                  <a:lnTo>
                    <a:pt x="854" y="357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4" y="360"/>
                  </a:lnTo>
                  <a:lnTo>
                    <a:pt x="854" y="362"/>
                  </a:lnTo>
                  <a:lnTo>
                    <a:pt x="854" y="362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4" y="364"/>
                  </a:lnTo>
                  <a:lnTo>
                    <a:pt x="852" y="364"/>
                  </a:lnTo>
                  <a:lnTo>
                    <a:pt x="852" y="364"/>
                  </a:lnTo>
                  <a:lnTo>
                    <a:pt x="852" y="364"/>
                  </a:lnTo>
                  <a:lnTo>
                    <a:pt x="852" y="367"/>
                  </a:lnTo>
                  <a:lnTo>
                    <a:pt x="852" y="367"/>
                  </a:lnTo>
                  <a:lnTo>
                    <a:pt x="852" y="369"/>
                  </a:lnTo>
                  <a:lnTo>
                    <a:pt x="852" y="369"/>
                  </a:lnTo>
                  <a:lnTo>
                    <a:pt x="852" y="372"/>
                  </a:lnTo>
                  <a:lnTo>
                    <a:pt x="852" y="376"/>
                  </a:lnTo>
                  <a:lnTo>
                    <a:pt x="857" y="379"/>
                  </a:lnTo>
                  <a:lnTo>
                    <a:pt x="861" y="381"/>
                  </a:lnTo>
                  <a:lnTo>
                    <a:pt x="864" y="383"/>
                  </a:lnTo>
                  <a:lnTo>
                    <a:pt x="876" y="388"/>
                  </a:lnTo>
                  <a:lnTo>
                    <a:pt x="885" y="393"/>
                  </a:lnTo>
                  <a:lnTo>
                    <a:pt x="890" y="393"/>
                  </a:lnTo>
                  <a:lnTo>
                    <a:pt x="892" y="393"/>
                  </a:lnTo>
                  <a:lnTo>
                    <a:pt x="892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87" y="393"/>
                  </a:lnTo>
                  <a:lnTo>
                    <a:pt x="887" y="393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87" y="388"/>
                  </a:lnTo>
                  <a:lnTo>
                    <a:pt x="890" y="388"/>
                  </a:lnTo>
                  <a:lnTo>
                    <a:pt x="890" y="390"/>
                  </a:lnTo>
                  <a:lnTo>
                    <a:pt x="887" y="390"/>
                  </a:lnTo>
                  <a:lnTo>
                    <a:pt x="890" y="390"/>
                  </a:lnTo>
                  <a:lnTo>
                    <a:pt x="890" y="390"/>
                  </a:lnTo>
                  <a:lnTo>
                    <a:pt x="892" y="390"/>
                  </a:lnTo>
                  <a:lnTo>
                    <a:pt x="895" y="390"/>
                  </a:lnTo>
                  <a:lnTo>
                    <a:pt x="895" y="390"/>
                  </a:lnTo>
                  <a:lnTo>
                    <a:pt x="892" y="390"/>
                  </a:lnTo>
                  <a:lnTo>
                    <a:pt x="892" y="390"/>
                  </a:lnTo>
                  <a:lnTo>
                    <a:pt x="895" y="390"/>
                  </a:lnTo>
                  <a:lnTo>
                    <a:pt x="904" y="388"/>
                  </a:lnTo>
                  <a:lnTo>
                    <a:pt x="906" y="388"/>
                  </a:lnTo>
                  <a:lnTo>
                    <a:pt x="902" y="388"/>
                  </a:lnTo>
                  <a:lnTo>
                    <a:pt x="913" y="390"/>
                  </a:lnTo>
                  <a:lnTo>
                    <a:pt x="918" y="390"/>
                  </a:lnTo>
                  <a:lnTo>
                    <a:pt x="921" y="390"/>
                  </a:lnTo>
                  <a:lnTo>
                    <a:pt x="925" y="393"/>
                  </a:lnTo>
                  <a:lnTo>
                    <a:pt x="928" y="395"/>
                  </a:lnTo>
                  <a:lnTo>
                    <a:pt x="928" y="395"/>
                  </a:lnTo>
                  <a:lnTo>
                    <a:pt x="930" y="398"/>
                  </a:lnTo>
                  <a:lnTo>
                    <a:pt x="930" y="398"/>
                  </a:lnTo>
                  <a:lnTo>
                    <a:pt x="930" y="398"/>
                  </a:lnTo>
                  <a:lnTo>
                    <a:pt x="930" y="400"/>
                  </a:lnTo>
                  <a:lnTo>
                    <a:pt x="932" y="402"/>
                  </a:lnTo>
                  <a:lnTo>
                    <a:pt x="932" y="402"/>
                  </a:lnTo>
                  <a:lnTo>
                    <a:pt x="932" y="402"/>
                  </a:lnTo>
                  <a:lnTo>
                    <a:pt x="935" y="402"/>
                  </a:lnTo>
                  <a:lnTo>
                    <a:pt x="935" y="400"/>
                  </a:lnTo>
                  <a:lnTo>
                    <a:pt x="935" y="400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8"/>
                  </a:lnTo>
                  <a:lnTo>
                    <a:pt x="937" y="395"/>
                  </a:lnTo>
                  <a:lnTo>
                    <a:pt x="935" y="398"/>
                  </a:lnTo>
                  <a:lnTo>
                    <a:pt x="935" y="395"/>
                  </a:lnTo>
                  <a:lnTo>
                    <a:pt x="932" y="395"/>
                  </a:lnTo>
                  <a:lnTo>
                    <a:pt x="932" y="395"/>
                  </a:lnTo>
                  <a:lnTo>
                    <a:pt x="932" y="393"/>
                  </a:lnTo>
                  <a:lnTo>
                    <a:pt x="930" y="393"/>
                  </a:lnTo>
                  <a:lnTo>
                    <a:pt x="930" y="393"/>
                  </a:lnTo>
                  <a:lnTo>
                    <a:pt x="928" y="390"/>
                  </a:lnTo>
                  <a:lnTo>
                    <a:pt x="928" y="390"/>
                  </a:lnTo>
                  <a:lnTo>
                    <a:pt x="928" y="390"/>
                  </a:lnTo>
                  <a:lnTo>
                    <a:pt x="930" y="390"/>
                  </a:lnTo>
                  <a:lnTo>
                    <a:pt x="932" y="388"/>
                  </a:lnTo>
                  <a:lnTo>
                    <a:pt x="932" y="388"/>
                  </a:lnTo>
                  <a:lnTo>
                    <a:pt x="935" y="388"/>
                  </a:lnTo>
                  <a:lnTo>
                    <a:pt x="935" y="390"/>
                  </a:lnTo>
                  <a:lnTo>
                    <a:pt x="935" y="390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3"/>
                  </a:lnTo>
                  <a:lnTo>
                    <a:pt x="937" y="395"/>
                  </a:lnTo>
                  <a:lnTo>
                    <a:pt x="937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5"/>
                  </a:lnTo>
                  <a:lnTo>
                    <a:pt x="939" y="398"/>
                  </a:lnTo>
                  <a:lnTo>
                    <a:pt x="942" y="398"/>
                  </a:lnTo>
                  <a:lnTo>
                    <a:pt x="942" y="398"/>
                  </a:lnTo>
                  <a:lnTo>
                    <a:pt x="942" y="400"/>
                  </a:lnTo>
                  <a:lnTo>
                    <a:pt x="942" y="398"/>
                  </a:lnTo>
                  <a:lnTo>
                    <a:pt x="942" y="400"/>
                  </a:lnTo>
                  <a:lnTo>
                    <a:pt x="939" y="400"/>
                  </a:lnTo>
                  <a:lnTo>
                    <a:pt x="942" y="400"/>
                  </a:lnTo>
                  <a:lnTo>
                    <a:pt x="942" y="402"/>
                  </a:lnTo>
                  <a:lnTo>
                    <a:pt x="942" y="402"/>
                  </a:lnTo>
                  <a:lnTo>
                    <a:pt x="942" y="405"/>
                  </a:lnTo>
                  <a:lnTo>
                    <a:pt x="942" y="405"/>
                  </a:lnTo>
                  <a:lnTo>
                    <a:pt x="942" y="405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2" y="407"/>
                  </a:lnTo>
                  <a:lnTo>
                    <a:pt x="944" y="407"/>
                  </a:lnTo>
                  <a:lnTo>
                    <a:pt x="947" y="405"/>
                  </a:lnTo>
                  <a:lnTo>
                    <a:pt x="947" y="405"/>
                  </a:lnTo>
                  <a:lnTo>
                    <a:pt x="947" y="405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2"/>
                  </a:lnTo>
                  <a:lnTo>
                    <a:pt x="947" y="400"/>
                  </a:lnTo>
                  <a:lnTo>
                    <a:pt x="947" y="400"/>
                  </a:lnTo>
                  <a:lnTo>
                    <a:pt x="947" y="398"/>
                  </a:lnTo>
                  <a:lnTo>
                    <a:pt x="949" y="398"/>
                  </a:lnTo>
                  <a:lnTo>
                    <a:pt x="949" y="398"/>
                  </a:lnTo>
                  <a:lnTo>
                    <a:pt x="951" y="395"/>
                  </a:lnTo>
                  <a:lnTo>
                    <a:pt x="956" y="393"/>
                  </a:lnTo>
                  <a:lnTo>
                    <a:pt x="956" y="393"/>
                  </a:lnTo>
                  <a:lnTo>
                    <a:pt x="958" y="393"/>
                  </a:lnTo>
                  <a:lnTo>
                    <a:pt x="958" y="393"/>
                  </a:lnTo>
                  <a:lnTo>
                    <a:pt x="958" y="390"/>
                  </a:lnTo>
                  <a:lnTo>
                    <a:pt x="958" y="390"/>
                  </a:lnTo>
                  <a:lnTo>
                    <a:pt x="961" y="388"/>
                  </a:lnTo>
                  <a:lnTo>
                    <a:pt x="961" y="388"/>
                  </a:lnTo>
                  <a:lnTo>
                    <a:pt x="963" y="388"/>
                  </a:lnTo>
                  <a:lnTo>
                    <a:pt x="963" y="388"/>
                  </a:lnTo>
                  <a:lnTo>
                    <a:pt x="961" y="388"/>
                  </a:lnTo>
                  <a:lnTo>
                    <a:pt x="961" y="388"/>
                  </a:lnTo>
                  <a:lnTo>
                    <a:pt x="963" y="388"/>
                  </a:lnTo>
                  <a:lnTo>
                    <a:pt x="965" y="388"/>
                  </a:lnTo>
                  <a:lnTo>
                    <a:pt x="965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70" y="386"/>
                  </a:lnTo>
                  <a:lnTo>
                    <a:pt x="970" y="386"/>
                  </a:lnTo>
                  <a:lnTo>
                    <a:pt x="968" y="386"/>
                  </a:lnTo>
                  <a:lnTo>
                    <a:pt x="968" y="388"/>
                  </a:lnTo>
                  <a:lnTo>
                    <a:pt x="968" y="388"/>
                  </a:lnTo>
                  <a:lnTo>
                    <a:pt x="965" y="388"/>
                  </a:lnTo>
                  <a:lnTo>
                    <a:pt x="965" y="388"/>
                  </a:lnTo>
                  <a:lnTo>
                    <a:pt x="968" y="386"/>
                  </a:lnTo>
                  <a:lnTo>
                    <a:pt x="973" y="383"/>
                  </a:lnTo>
                  <a:lnTo>
                    <a:pt x="973" y="383"/>
                  </a:lnTo>
                  <a:lnTo>
                    <a:pt x="970" y="383"/>
                  </a:lnTo>
                  <a:lnTo>
                    <a:pt x="970" y="383"/>
                  </a:lnTo>
                  <a:lnTo>
                    <a:pt x="973" y="383"/>
                  </a:lnTo>
                  <a:lnTo>
                    <a:pt x="973" y="383"/>
                  </a:lnTo>
                  <a:lnTo>
                    <a:pt x="973" y="386"/>
                  </a:lnTo>
                  <a:lnTo>
                    <a:pt x="975" y="386"/>
                  </a:lnTo>
                  <a:lnTo>
                    <a:pt x="975" y="386"/>
                  </a:lnTo>
                  <a:lnTo>
                    <a:pt x="975" y="388"/>
                  </a:lnTo>
                  <a:lnTo>
                    <a:pt x="977" y="388"/>
                  </a:lnTo>
                  <a:lnTo>
                    <a:pt x="977" y="388"/>
                  </a:lnTo>
                  <a:lnTo>
                    <a:pt x="977" y="386"/>
                  </a:lnTo>
                  <a:lnTo>
                    <a:pt x="977" y="386"/>
                  </a:lnTo>
                  <a:lnTo>
                    <a:pt x="977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0" y="386"/>
                  </a:lnTo>
                  <a:lnTo>
                    <a:pt x="982" y="386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3"/>
                  </a:lnTo>
                  <a:lnTo>
                    <a:pt x="982" y="381"/>
                  </a:lnTo>
                  <a:lnTo>
                    <a:pt x="984" y="381"/>
                  </a:lnTo>
                  <a:lnTo>
                    <a:pt x="984" y="379"/>
                  </a:lnTo>
                  <a:lnTo>
                    <a:pt x="987" y="379"/>
                  </a:lnTo>
                  <a:lnTo>
                    <a:pt x="987" y="379"/>
                  </a:lnTo>
                  <a:lnTo>
                    <a:pt x="987" y="376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9" y="376"/>
                  </a:lnTo>
                  <a:lnTo>
                    <a:pt x="989" y="376"/>
                  </a:lnTo>
                  <a:lnTo>
                    <a:pt x="991" y="376"/>
                  </a:lnTo>
                  <a:lnTo>
                    <a:pt x="991" y="376"/>
                  </a:lnTo>
                  <a:lnTo>
                    <a:pt x="991" y="376"/>
                  </a:lnTo>
                  <a:lnTo>
                    <a:pt x="991" y="379"/>
                  </a:lnTo>
                  <a:lnTo>
                    <a:pt x="991" y="379"/>
                  </a:lnTo>
                  <a:lnTo>
                    <a:pt x="991" y="379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9" y="379"/>
                  </a:lnTo>
                  <a:lnTo>
                    <a:pt x="987" y="379"/>
                  </a:lnTo>
                  <a:lnTo>
                    <a:pt x="987" y="379"/>
                  </a:lnTo>
                  <a:lnTo>
                    <a:pt x="989" y="381"/>
                  </a:lnTo>
                  <a:lnTo>
                    <a:pt x="991" y="383"/>
                  </a:lnTo>
                  <a:lnTo>
                    <a:pt x="991" y="383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4" y="388"/>
                  </a:lnTo>
                  <a:lnTo>
                    <a:pt x="994" y="390"/>
                  </a:lnTo>
                  <a:lnTo>
                    <a:pt x="996" y="390"/>
                  </a:lnTo>
                  <a:lnTo>
                    <a:pt x="996" y="390"/>
                  </a:lnTo>
                  <a:lnTo>
                    <a:pt x="996" y="390"/>
                  </a:lnTo>
                  <a:lnTo>
                    <a:pt x="996" y="393"/>
                  </a:lnTo>
                  <a:lnTo>
                    <a:pt x="996" y="393"/>
                  </a:lnTo>
                  <a:lnTo>
                    <a:pt x="994" y="395"/>
                  </a:lnTo>
                  <a:lnTo>
                    <a:pt x="994" y="398"/>
                  </a:lnTo>
                  <a:lnTo>
                    <a:pt x="991" y="400"/>
                  </a:lnTo>
                  <a:lnTo>
                    <a:pt x="991" y="400"/>
                  </a:lnTo>
                  <a:lnTo>
                    <a:pt x="991" y="400"/>
                  </a:lnTo>
                  <a:lnTo>
                    <a:pt x="989" y="400"/>
                  </a:lnTo>
                  <a:lnTo>
                    <a:pt x="989" y="400"/>
                  </a:lnTo>
                  <a:lnTo>
                    <a:pt x="987" y="400"/>
                  </a:lnTo>
                  <a:lnTo>
                    <a:pt x="987" y="402"/>
                  </a:lnTo>
                  <a:lnTo>
                    <a:pt x="989" y="402"/>
                  </a:lnTo>
                  <a:lnTo>
                    <a:pt x="987" y="402"/>
                  </a:lnTo>
                  <a:lnTo>
                    <a:pt x="987" y="405"/>
                  </a:lnTo>
                  <a:lnTo>
                    <a:pt x="980" y="402"/>
                  </a:lnTo>
                  <a:lnTo>
                    <a:pt x="980" y="400"/>
                  </a:lnTo>
                  <a:lnTo>
                    <a:pt x="980" y="400"/>
                  </a:lnTo>
                  <a:lnTo>
                    <a:pt x="977" y="400"/>
                  </a:lnTo>
                  <a:lnTo>
                    <a:pt x="977" y="400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2"/>
                  </a:lnTo>
                  <a:lnTo>
                    <a:pt x="977" y="405"/>
                  </a:lnTo>
                  <a:lnTo>
                    <a:pt x="975" y="405"/>
                  </a:lnTo>
                  <a:lnTo>
                    <a:pt x="975" y="405"/>
                  </a:lnTo>
                  <a:lnTo>
                    <a:pt x="975" y="405"/>
                  </a:lnTo>
                  <a:lnTo>
                    <a:pt x="975" y="407"/>
                  </a:lnTo>
                  <a:lnTo>
                    <a:pt x="975" y="407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9"/>
                  </a:lnTo>
                  <a:lnTo>
                    <a:pt x="975" y="407"/>
                  </a:lnTo>
                  <a:lnTo>
                    <a:pt x="975" y="407"/>
                  </a:lnTo>
                  <a:lnTo>
                    <a:pt x="977" y="407"/>
                  </a:lnTo>
                  <a:lnTo>
                    <a:pt x="977" y="407"/>
                  </a:lnTo>
                  <a:lnTo>
                    <a:pt x="980" y="407"/>
                  </a:lnTo>
                  <a:lnTo>
                    <a:pt x="984" y="409"/>
                  </a:lnTo>
                  <a:lnTo>
                    <a:pt x="984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4" y="409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2" y="412"/>
                  </a:lnTo>
                  <a:lnTo>
                    <a:pt x="984" y="412"/>
                  </a:lnTo>
                  <a:lnTo>
                    <a:pt x="984" y="414"/>
                  </a:lnTo>
                  <a:lnTo>
                    <a:pt x="984" y="417"/>
                  </a:lnTo>
                  <a:lnTo>
                    <a:pt x="987" y="417"/>
                  </a:lnTo>
                  <a:lnTo>
                    <a:pt x="987" y="419"/>
                  </a:lnTo>
                  <a:lnTo>
                    <a:pt x="987" y="419"/>
                  </a:lnTo>
                  <a:lnTo>
                    <a:pt x="989" y="421"/>
                  </a:lnTo>
                  <a:lnTo>
                    <a:pt x="987" y="428"/>
                  </a:lnTo>
                  <a:lnTo>
                    <a:pt x="987" y="431"/>
                  </a:lnTo>
                  <a:lnTo>
                    <a:pt x="989" y="440"/>
                  </a:lnTo>
                  <a:lnTo>
                    <a:pt x="991" y="445"/>
                  </a:lnTo>
                  <a:lnTo>
                    <a:pt x="989" y="450"/>
                  </a:lnTo>
                  <a:lnTo>
                    <a:pt x="989" y="452"/>
                  </a:lnTo>
                  <a:lnTo>
                    <a:pt x="987" y="452"/>
                  </a:lnTo>
                  <a:lnTo>
                    <a:pt x="987" y="452"/>
                  </a:lnTo>
                  <a:lnTo>
                    <a:pt x="984" y="457"/>
                  </a:lnTo>
                  <a:lnTo>
                    <a:pt x="984" y="457"/>
                  </a:lnTo>
                  <a:lnTo>
                    <a:pt x="982" y="457"/>
                  </a:lnTo>
                  <a:lnTo>
                    <a:pt x="982" y="457"/>
                  </a:lnTo>
                  <a:lnTo>
                    <a:pt x="982" y="459"/>
                  </a:lnTo>
                  <a:lnTo>
                    <a:pt x="982" y="459"/>
                  </a:lnTo>
                  <a:lnTo>
                    <a:pt x="977" y="464"/>
                  </a:lnTo>
                  <a:lnTo>
                    <a:pt x="973" y="464"/>
                  </a:lnTo>
                  <a:lnTo>
                    <a:pt x="973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68" y="464"/>
                  </a:lnTo>
                  <a:lnTo>
                    <a:pt x="968" y="464"/>
                  </a:lnTo>
                  <a:lnTo>
                    <a:pt x="968" y="464"/>
                  </a:lnTo>
                  <a:lnTo>
                    <a:pt x="965" y="464"/>
                  </a:lnTo>
                  <a:lnTo>
                    <a:pt x="965" y="464"/>
                  </a:lnTo>
                  <a:lnTo>
                    <a:pt x="965" y="464"/>
                  </a:lnTo>
                  <a:lnTo>
                    <a:pt x="951" y="464"/>
                  </a:lnTo>
                  <a:lnTo>
                    <a:pt x="951" y="464"/>
                  </a:lnTo>
                  <a:lnTo>
                    <a:pt x="951" y="464"/>
                  </a:lnTo>
                  <a:lnTo>
                    <a:pt x="954" y="464"/>
                  </a:lnTo>
                  <a:lnTo>
                    <a:pt x="954" y="464"/>
                  </a:lnTo>
                  <a:lnTo>
                    <a:pt x="954" y="464"/>
                  </a:lnTo>
                  <a:lnTo>
                    <a:pt x="954" y="461"/>
                  </a:lnTo>
                  <a:lnTo>
                    <a:pt x="954" y="461"/>
                  </a:lnTo>
                  <a:lnTo>
                    <a:pt x="956" y="461"/>
                  </a:lnTo>
                  <a:lnTo>
                    <a:pt x="956" y="461"/>
                  </a:lnTo>
                  <a:lnTo>
                    <a:pt x="954" y="461"/>
                  </a:lnTo>
                  <a:lnTo>
                    <a:pt x="954" y="461"/>
                  </a:lnTo>
                  <a:lnTo>
                    <a:pt x="954" y="459"/>
                  </a:lnTo>
                  <a:lnTo>
                    <a:pt x="954" y="459"/>
                  </a:lnTo>
                  <a:lnTo>
                    <a:pt x="951" y="459"/>
                  </a:lnTo>
                  <a:lnTo>
                    <a:pt x="951" y="459"/>
                  </a:lnTo>
                  <a:lnTo>
                    <a:pt x="951" y="459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9" y="457"/>
                  </a:lnTo>
                  <a:lnTo>
                    <a:pt x="947" y="457"/>
                  </a:lnTo>
                  <a:lnTo>
                    <a:pt x="949" y="459"/>
                  </a:lnTo>
                  <a:lnTo>
                    <a:pt x="949" y="461"/>
                  </a:lnTo>
                  <a:lnTo>
                    <a:pt x="947" y="461"/>
                  </a:lnTo>
                  <a:lnTo>
                    <a:pt x="947" y="461"/>
                  </a:lnTo>
                  <a:lnTo>
                    <a:pt x="947" y="461"/>
                  </a:lnTo>
                  <a:lnTo>
                    <a:pt x="947" y="464"/>
                  </a:lnTo>
                  <a:lnTo>
                    <a:pt x="944" y="464"/>
                  </a:lnTo>
                  <a:lnTo>
                    <a:pt x="944" y="464"/>
                  </a:lnTo>
                  <a:lnTo>
                    <a:pt x="944" y="466"/>
                  </a:lnTo>
                  <a:lnTo>
                    <a:pt x="937" y="473"/>
                  </a:lnTo>
                  <a:lnTo>
                    <a:pt x="935" y="476"/>
                  </a:lnTo>
                  <a:lnTo>
                    <a:pt x="932" y="476"/>
                  </a:lnTo>
                  <a:lnTo>
                    <a:pt x="932" y="476"/>
                  </a:lnTo>
                  <a:lnTo>
                    <a:pt x="930" y="476"/>
                  </a:lnTo>
                  <a:lnTo>
                    <a:pt x="930" y="476"/>
                  </a:lnTo>
                  <a:lnTo>
                    <a:pt x="930" y="478"/>
                  </a:lnTo>
                  <a:lnTo>
                    <a:pt x="930" y="478"/>
                  </a:lnTo>
                  <a:lnTo>
                    <a:pt x="930" y="478"/>
                  </a:lnTo>
                  <a:lnTo>
                    <a:pt x="930" y="480"/>
                  </a:lnTo>
                  <a:lnTo>
                    <a:pt x="928" y="480"/>
                  </a:lnTo>
                  <a:lnTo>
                    <a:pt x="928" y="480"/>
                  </a:lnTo>
                  <a:lnTo>
                    <a:pt x="928" y="480"/>
                  </a:lnTo>
                  <a:lnTo>
                    <a:pt x="925" y="480"/>
                  </a:lnTo>
                  <a:lnTo>
                    <a:pt x="925" y="483"/>
                  </a:lnTo>
                  <a:lnTo>
                    <a:pt x="925" y="483"/>
                  </a:lnTo>
                  <a:lnTo>
                    <a:pt x="923" y="483"/>
                  </a:lnTo>
                  <a:lnTo>
                    <a:pt x="923" y="483"/>
                  </a:lnTo>
                  <a:lnTo>
                    <a:pt x="918" y="483"/>
                  </a:lnTo>
                  <a:lnTo>
                    <a:pt x="916" y="485"/>
                  </a:lnTo>
                  <a:lnTo>
                    <a:pt x="916" y="483"/>
                  </a:lnTo>
                  <a:lnTo>
                    <a:pt x="916" y="483"/>
                  </a:lnTo>
                  <a:lnTo>
                    <a:pt x="913" y="480"/>
                  </a:lnTo>
                  <a:lnTo>
                    <a:pt x="913" y="480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09" y="480"/>
                  </a:lnTo>
                  <a:lnTo>
                    <a:pt x="909" y="483"/>
                  </a:lnTo>
                  <a:lnTo>
                    <a:pt x="904" y="483"/>
                  </a:lnTo>
                  <a:lnTo>
                    <a:pt x="904" y="485"/>
                  </a:lnTo>
                  <a:lnTo>
                    <a:pt x="904" y="483"/>
                  </a:lnTo>
                  <a:lnTo>
                    <a:pt x="909" y="480"/>
                  </a:lnTo>
                  <a:lnTo>
                    <a:pt x="909" y="480"/>
                  </a:lnTo>
                  <a:lnTo>
                    <a:pt x="909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11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8"/>
                  </a:lnTo>
                  <a:lnTo>
                    <a:pt x="909" y="476"/>
                  </a:lnTo>
                  <a:lnTo>
                    <a:pt x="909" y="476"/>
                  </a:lnTo>
                  <a:lnTo>
                    <a:pt x="909" y="476"/>
                  </a:lnTo>
                  <a:lnTo>
                    <a:pt x="909" y="473"/>
                  </a:lnTo>
                  <a:lnTo>
                    <a:pt x="909" y="473"/>
                  </a:lnTo>
                  <a:lnTo>
                    <a:pt x="909" y="473"/>
                  </a:lnTo>
                  <a:lnTo>
                    <a:pt x="906" y="473"/>
                  </a:lnTo>
                  <a:lnTo>
                    <a:pt x="906" y="473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6" y="471"/>
                  </a:lnTo>
                  <a:lnTo>
                    <a:pt x="904" y="471"/>
                  </a:lnTo>
                  <a:lnTo>
                    <a:pt x="902" y="469"/>
                  </a:lnTo>
                  <a:lnTo>
                    <a:pt x="897" y="466"/>
                  </a:lnTo>
                  <a:lnTo>
                    <a:pt x="890" y="469"/>
                  </a:lnTo>
                  <a:lnTo>
                    <a:pt x="890" y="469"/>
                  </a:lnTo>
                  <a:lnTo>
                    <a:pt x="887" y="471"/>
                  </a:lnTo>
                  <a:lnTo>
                    <a:pt x="887" y="471"/>
                  </a:lnTo>
                  <a:lnTo>
                    <a:pt x="885" y="471"/>
                  </a:lnTo>
                  <a:lnTo>
                    <a:pt x="885" y="473"/>
                  </a:lnTo>
                  <a:lnTo>
                    <a:pt x="883" y="473"/>
                  </a:lnTo>
                  <a:lnTo>
                    <a:pt x="885" y="473"/>
                  </a:lnTo>
                  <a:lnTo>
                    <a:pt x="885" y="473"/>
                  </a:lnTo>
                  <a:lnTo>
                    <a:pt x="885" y="476"/>
                  </a:lnTo>
                  <a:lnTo>
                    <a:pt x="885" y="476"/>
                  </a:lnTo>
                  <a:lnTo>
                    <a:pt x="890" y="478"/>
                  </a:lnTo>
                  <a:lnTo>
                    <a:pt x="890" y="478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90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7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80"/>
                  </a:lnTo>
                  <a:lnTo>
                    <a:pt x="885" y="478"/>
                  </a:lnTo>
                  <a:lnTo>
                    <a:pt x="880" y="478"/>
                  </a:lnTo>
                  <a:lnTo>
                    <a:pt x="880" y="478"/>
                  </a:lnTo>
                  <a:lnTo>
                    <a:pt x="878" y="480"/>
                  </a:lnTo>
                  <a:lnTo>
                    <a:pt x="878" y="480"/>
                  </a:lnTo>
                  <a:lnTo>
                    <a:pt x="876" y="485"/>
                  </a:lnTo>
                  <a:lnTo>
                    <a:pt x="876" y="485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88"/>
                  </a:lnTo>
                  <a:lnTo>
                    <a:pt x="873" y="490"/>
                  </a:lnTo>
                  <a:lnTo>
                    <a:pt x="873" y="490"/>
                  </a:lnTo>
                  <a:lnTo>
                    <a:pt x="873" y="492"/>
                  </a:lnTo>
                  <a:lnTo>
                    <a:pt x="876" y="492"/>
                  </a:lnTo>
                  <a:lnTo>
                    <a:pt x="876" y="492"/>
                  </a:lnTo>
                  <a:lnTo>
                    <a:pt x="876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2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3" y="495"/>
                  </a:lnTo>
                  <a:lnTo>
                    <a:pt x="871" y="495"/>
                  </a:lnTo>
                  <a:lnTo>
                    <a:pt x="873" y="497"/>
                  </a:lnTo>
                  <a:lnTo>
                    <a:pt x="873" y="497"/>
                  </a:lnTo>
                  <a:lnTo>
                    <a:pt x="873" y="499"/>
                  </a:lnTo>
                  <a:lnTo>
                    <a:pt x="873" y="499"/>
                  </a:lnTo>
                  <a:lnTo>
                    <a:pt x="873" y="502"/>
                  </a:lnTo>
                  <a:lnTo>
                    <a:pt x="873" y="502"/>
                  </a:lnTo>
                  <a:lnTo>
                    <a:pt x="876" y="502"/>
                  </a:lnTo>
                  <a:lnTo>
                    <a:pt x="878" y="499"/>
                  </a:lnTo>
                  <a:lnTo>
                    <a:pt x="878" y="499"/>
                  </a:lnTo>
                  <a:lnTo>
                    <a:pt x="880" y="497"/>
                  </a:lnTo>
                  <a:lnTo>
                    <a:pt x="880" y="497"/>
                  </a:lnTo>
                  <a:lnTo>
                    <a:pt x="883" y="497"/>
                  </a:lnTo>
                  <a:lnTo>
                    <a:pt x="883" y="497"/>
                  </a:lnTo>
                  <a:lnTo>
                    <a:pt x="876" y="504"/>
                  </a:lnTo>
                  <a:lnTo>
                    <a:pt x="873" y="504"/>
                  </a:lnTo>
                  <a:lnTo>
                    <a:pt x="873" y="504"/>
                  </a:lnTo>
                  <a:lnTo>
                    <a:pt x="871" y="504"/>
                  </a:lnTo>
                  <a:lnTo>
                    <a:pt x="871" y="504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3" y="506"/>
                  </a:lnTo>
                  <a:lnTo>
                    <a:pt x="873" y="509"/>
                  </a:lnTo>
                  <a:lnTo>
                    <a:pt x="871" y="509"/>
                  </a:lnTo>
                  <a:lnTo>
                    <a:pt x="871" y="511"/>
                  </a:lnTo>
                  <a:lnTo>
                    <a:pt x="871" y="511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6" y="511"/>
                  </a:lnTo>
                  <a:lnTo>
                    <a:pt x="876" y="511"/>
                  </a:lnTo>
                  <a:lnTo>
                    <a:pt x="876" y="509"/>
                  </a:lnTo>
                  <a:lnTo>
                    <a:pt x="876" y="509"/>
                  </a:lnTo>
                  <a:lnTo>
                    <a:pt x="876" y="509"/>
                  </a:lnTo>
                  <a:lnTo>
                    <a:pt x="876" y="511"/>
                  </a:lnTo>
                  <a:lnTo>
                    <a:pt x="876" y="511"/>
                  </a:lnTo>
                  <a:lnTo>
                    <a:pt x="876" y="514"/>
                  </a:lnTo>
                  <a:lnTo>
                    <a:pt x="876" y="514"/>
                  </a:lnTo>
                  <a:lnTo>
                    <a:pt x="878" y="514"/>
                  </a:lnTo>
                  <a:lnTo>
                    <a:pt x="878" y="514"/>
                  </a:lnTo>
                  <a:lnTo>
                    <a:pt x="878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3" y="516"/>
                  </a:lnTo>
                  <a:lnTo>
                    <a:pt x="873" y="518"/>
                  </a:lnTo>
                  <a:lnTo>
                    <a:pt x="873" y="518"/>
                  </a:lnTo>
                  <a:lnTo>
                    <a:pt x="873" y="516"/>
                  </a:lnTo>
                  <a:lnTo>
                    <a:pt x="873" y="516"/>
                  </a:lnTo>
                  <a:lnTo>
                    <a:pt x="876" y="516"/>
                  </a:lnTo>
                  <a:lnTo>
                    <a:pt x="876" y="516"/>
                  </a:lnTo>
                  <a:lnTo>
                    <a:pt x="876" y="514"/>
                  </a:lnTo>
                  <a:lnTo>
                    <a:pt x="876" y="514"/>
                  </a:lnTo>
                  <a:lnTo>
                    <a:pt x="873" y="514"/>
                  </a:lnTo>
                  <a:lnTo>
                    <a:pt x="873" y="514"/>
                  </a:lnTo>
                  <a:lnTo>
                    <a:pt x="873" y="514"/>
                  </a:lnTo>
                  <a:lnTo>
                    <a:pt x="873" y="511"/>
                  </a:lnTo>
                  <a:lnTo>
                    <a:pt x="871" y="511"/>
                  </a:lnTo>
                  <a:lnTo>
                    <a:pt x="871" y="511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9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68" y="506"/>
                  </a:lnTo>
                  <a:lnTo>
                    <a:pt x="866" y="506"/>
                  </a:lnTo>
                  <a:lnTo>
                    <a:pt x="866" y="506"/>
                  </a:lnTo>
                  <a:lnTo>
                    <a:pt x="864" y="506"/>
                  </a:lnTo>
                  <a:lnTo>
                    <a:pt x="864" y="506"/>
                  </a:lnTo>
                  <a:lnTo>
                    <a:pt x="861" y="509"/>
                  </a:lnTo>
                  <a:lnTo>
                    <a:pt x="859" y="511"/>
                  </a:lnTo>
                  <a:lnTo>
                    <a:pt x="857" y="511"/>
                  </a:lnTo>
                  <a:lnTo>
                    <a:pt x="857" y="514"/>
                  </a:lnTo>
                  <a:lnTo>
                    <a:pt x="857" y="514"/>
                  </a:lnTo>
                  <a:lnTo>
                    <a:pt x="857" y="516"/>
                  </a:lnTo>
                  <a:lnTo>
                    <a:pt x="852" y="518"/>
                  </a:lnTo>
                  <a:lnTo>
                    <a:pt x="847" y="525"/>
                  </a:lnTo>
                  <a:lnTo>
                    <a:pt x="845" y="525"/>
                  </a:lnTo>
                  <a:lnTo>
                    <a:pt x="845" y="528"/>
                  </a:lnTo>
                  <a:lnTo>
                    <a:pt x="842" y="528"/>
                  </a:lnTo>
                  <a:lnTo>
                    <a:pt x="842" y="528"/>
                  </a:lnTo>
                  <a:lnTo>
                    <a:pt x="842" y="528"/>
                  </a:lnTo>
                  <a:lnTo>
                    <a:pt x="842" y="530"/>
                  </a:lnTo>
                  <a:lnTo>
                    <a:pt x="842" y="530"/>
                  </a:lnTo>
                  <a:lnTo>
                    <a:pt x="842" y="530"/>
                  </a:lnTo>
                  <a:lnTo>
                    <a:pt x="840" y="532"/>
                  </a:lnTo>
                  <a:lnTo>
                    <a:pt x="840" y="535"/>
                  </a:lnTo>
                  <a:lnTo>
                    <a:pt x="840" y="535"/>
                  </a:lnTo>
                  <a:lnTo>
                    <a:pt x="840" y="537"/>
                  </a:lnTo>
                  <a:lnTo>
                    <a:pt x="840" y="540"/>
                  </a:lnTo>
                  <a:lnTo>
                    <a:pt x="842" y="540"/>
                  </a:lnTo>
                  <a:lnTo>
                    <a:pt x="842" y="542"/>
                  </a:lnTo>
                  <a:lnTo>
                    <a:pt x="842" y="544"/>
                  </a:lnTo>
                  <a:lnTo>
                    <a:pt x="842" y="544"/>
                  </a:lnTo>
                  <a:lnTo>
                    <a:pt x="842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4"/>
                  </a:lnTo>
                  <a:lnTo>
                    <a:pt x="838" y="544"/>
                  </a:lnTo>
                  <a:lnTo>
                    <a:pt x="835" y="544"/>
                  </a:lnTo>
                  <a:lnTo>
                    <a:pt x="835" y="544"/>
                  </a:lnTo>
                  <a:lnTo>
                    <a:pt x="833" y="544"/>
                  </a:lnTo>
                  <a:lnTo>
                    <a:pt x="828" y="544"/>
                  </a:lnTo>
                  <a:lnTo>
                    <a:pt x="828" y="547"/>
                  </a:lnTo>
                  <a:lnTo>
                    <a:pt x="831" y="547"/>
                  </a:lnTo>
                  <a:lnTo>
                    <a:pt x="831" y="549"/>
                  </a:lnTo>
                  <a:lnTo>
                    <a:pt x="831" y="549"/>
                  </a:lnTo>
                  <a:lnTo>
                    <a:pt x="831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3" y="551"/>
                  </a:lnTo>
                  <a:lnTo>
                    <a:pt x="835" y="551"/>
                  </a:lnTo>
                  <a:lnTo>
                    <a:pt x="835" y="554"/>
                  </a:lnTo>
                  <a:lnTo>
                    <a:pt x="835" y="554"/>
                  </a:lnTo>
                  <a:lnTo>
                    <a:pt x="835" y="554"/>
                  </a:lnTo>
                  <a:lnTo>
                    <a:pt x="838" y="554"/>
                  </a:lnTo>
                  <a:lnTo>
                    <a:pt x="835" y="554"/>
                  </a:lnTo>
                  <a:lnTo>
                    <a:pt x="828" y="554"/>
                  </a:lnTo>
                  <a:lnTo>
                    <a:pt x="828" y="554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54"/>
                  </a:lnTo>
                  <a:lnTo>
                    <a:pt x="826" y="549"/>
                  </a:lnTo>
                  <a:lnTo>
                    <a:pt x="826" y="549"/>
                  </a:lnTo>
                  <a:lnTo>
                    <a:pt x="826" y="551"/>
                  </a:lnTo>
                  <a:lnTo>
                    <a:pt x="826" y="551"/>
                  </a:lnTo>
                  <a:lnTo>
                    <a:pt x="826" y="554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61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3"/>
                  </a:lnTo>
                  <a:lnTo>
                    <a:pt x="826" y="561"/>
                  </a:lnTo>
                  <a:lnTo>
                    <a:pt x="826" y="561"/>
                  </a:lnTo>
                  <a:lnTo>
                    <a:pt x="828" y="561"/>
                  </a:lnTo>
                  <a:lnTo>
                    <a:pt x="831" y="561"/>
                  </a:lnTo>
                  <a:lnTo>
                    <a:pt x="831" y="561"/>
                  </a:lnTo>
                  <a:lnTo>
                    <a:pt x="833" y="561"/>
                  </a:lnTo>
                  <a:lnTo>
                    <a:pt x="833" y="561"/>
                  </a:lnTo>
                  <a:lnTo>
                    <a:pt x="833" y="561"/>
                  </a:lnTo>
                  <a:lnTo>
                    <a:pt x="833" y="563"/>
                  </a:lnTo>
                  <a:lnTo>
                    <a:pt x="835" y="563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5" y="566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3" y="568"/>
                  </a:lnTo>
                  <a:lnTo>
                    <a:pt x="831" y="568"/>
                  </a:lnTo>
                  <a:lnTo>
                    <a:pt x="831" y="568"/>
                  </a:lnTo>
                  <a:lnTo>
                    <a:pt x="828" y="570"/>
                  </a:lnTo>
                  <a:lnTo>
                    <a:pt x="831" y="573"/>
                  </a:lnTo>
                  <a:lnTo>
                    <a:pt x="831" y="575"/>
                  </a:lnTo>
                  <a:lnTo>
                    <a:pt x="831" y="575"/>
                  </a:lnTo>
                  <a:lnTo>
                    <a:pt x="835" y="577"/>
                  </a:lnTo>
                  <a:lnTo>
                    <a:pt x="835" y="577"/>
                  </a:lnTo>
                  <a:lnTo>
                    <a:pt x="838" y="577"/>
                  </a:lnTo>
                  <a:lnTo>
                    <a:pt x="835" y="577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8" y="580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5" y="580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2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5"/>
                  </a:lnTo>
                  <a:lnTo>
                    <a:pt x="835" y="587"/>
                  </a:lnTo>
                  <a:lnTo>
                    <a:pt x="835" y="587"/>
                  </a:lnTo>
                  <a:lnTo>
                    <a:pt x="835" y="589"/>
                  </a:lnTo>
                  <a:lnTo>
                    <a:pt x="838" y="589"/>
                  </a:lnTo>
                  <a:lnTo>
                    <a:pt x="838" y="589"/>
                  </a:lnTo>
                  <a:lnTo>
                    <a:pt x="840" y="592"/>
                  </a:lnTo>
                  <a:lnTo>
                    <a:pt x="840" y="592"/>
                  </a:lnTo>
                  <a:lnTo>
                    <a:pt x="842" y="592"/>
                  </a:lnTo>
                  <a:lnTo>
                    <a:pt x="842" y="592"/>
                  </a:lnTo>
                  <a:lnTo>
                    <a:pt x="842" y="589"/>
                  </a:lnTo>
                  <a:lnTo>
                    <a:pt x="842" y="589"/>
                  </a:lnTo>
                  <a:lnTo>
                    <a:pt x="842" y="589"/>
                  </a:lnTo>
                  <a:lnTo>
                    <a:pt x="842" y="587"/>
                  </a:lnTo>
                  <a:lnTo>
                    <a:pt x="842" y="587"/>
                  </a:lnTo>
                  <a:lnTo>
                    <a:pt x="842" y="585"/>
                  </a:lnTo>
                  <a:lnTo>
                    <a:pt x="842" y="582"/>
                  </a:lnTo>
                  <a:lnTo>
                    <a:pt x="845" y="582"/>
                  </a:lnTo>
                  <a:lnTo>
                    <a:pt x="845" y="582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80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47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3"/>
                  </a:lnTo>
                  <a:lnTo>
                    <a:pt x="850" y="573"/>
                  </a:lnTo>
                  <a:lnTo>
                    <a:pt x="852" y="573"/>
                  </a:lnTo>
                  <a:lnTo>
                    <a:pt x="852" y="570"/>
                  </a:lnTo>
                  <a:lnTo>
                    <a:pt x="852" y="573"/>
                  </a:lnTo>
                  <a:lnTo>
                    <a:pt x="852" y="573"/>
                  </a:lnTo>
                  <a:lnTo>
                    <a:pt x="852" y="573"/>
                  </a:lnTo>
                  <a:lnTo>
                    <a:pt x="854" y="573"/>
                  </a:lnTo>
                  <a:lnTo>
                    <a:pt x="854" y="573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7" y="568"/>
                  </a:lnTo>
                  <a:lnTo>
                    <a:pt x="859" y="568"/>
                  </a:lnTo>
                  <a:lnTo>
                    <a:pt x="859" y="568"/>
                  </a:lnTo>
                  <a:lnTo>
                    <a:pt x="861" y="566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3"/>
                  </a:lnTo>
                  <a:lnTo>
                    <a:pt x="864" y="561"/>
                  </a:lnTo>
                  <a:lnTo>
                    <a:pt x="864" y="561"/>
                  </a:lnTo>
                  <a:lnTo>
                    <a:pt x="864" y="561"/>
                  </a:lnTo>
                  <a:lnTo>
                    <a:pt x="866" y="563"/>
                  </a:lnTo>
                  <a:lnTo>
                    <a:pt x="866" y="563"/>
                  </a:lnTo>
                  <a:lnTo>
                    <a:pt x="866" y="563"/>
                  </a:lnTo>
                  <a:lnTo>
                    <a:pt x="864" y="563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4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68"/>
                  </a:lnTo>
                  <a:lnTo>
                    <a:pt x="861" y="570"/>
                  </a:lnTo>
                  <a:lnTo>
                    <a:pt x="859" y="568"/>
                  </a:lnTo>
                  <a:lnTo>
                    <a:pt x="857" y="568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7" y="570"/>
                  </a:lnTo>
                  <a:lnTo>
                    <a:pt x="854" y="570"/>
                  </a:lnTo>
                  <a:lnTo>
                    <a:pt x="854" y="570"/>
                  </a:lnTo>
                  <a:lnTo>
                    <a:pt x="854" y="573"/>
                  </a:lnTo>
                  <a:lnTo>
                    <a:pt x="854" y="573"/>
                  </a:lnTo>
                  <a:lnTo>
                    <a:pt x="852" y="573"/>
                  </a:lnTo>
                  <a:lnTo>
                    <a:pt x="850" y="573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5"/>
                  </a:lnTo>
                  <a:lnTo>
                    <a:pt x="850" y="577"/>
                  </a:lnTo>
                  <a:lnTo>
                    <a:pt x="850" y="577"/>
                  </a:lnTo>
                  <a:lnTo>
                    <a:pt x="847" y="577"/>
                  </a:lnTo>
                  <a:lnTo>
                    <a:pt x="847" y="577"/>
                  </a:lnTo>
                  <a:lnTo>
                    <a:pt x="850" y="577"/>
                  </a:lnTo>
                  <a:lnTo>
                    <a:pt x="850" y="577"/>
                  </a:lnTo>
                  <a:lnTo>
                    <a:pt x="850" y="580"/>
                  </a:lnTo>
                  <a:lnTo>
                    <a:pt x="850" y="580"/>
                  </a:lnTo>
                  <a:lnTo>
                    <a:pt x="847" y="580"/>
                  </a:lnTo>
                  <a:lnTo>
                    <a:pt x="847" y="582"/>
                  </a:lnTo>
                  <a:lnTo>
                    <a:pt x="847" y="582"/>
                  </a:lnTo>
                  <a:lnTo>
                    <a:pt x="847" y="582"/>
                  </a:lnTo>
                  <a:lnTo>
                    <a:pt x="845" y="582"/>
                  </a:lnTo>
                  <a:lnTo>
                    <a:pt x="845" y="582"/>
                  </a:lnTo>
                  <a:lnTo>
                    <a:pt x="842" y="585"/>
                  </a:lnTo>
                  <a:lnTo>
                    <a:pt x="842" y="585"/>
                  </a:lnTo>
                  <a:lnTo>
                    <a:pt x="842" y="585"/>
                  </a:lnTo>
                  <a:lnTo>
                    <a:pt x="847" y="589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7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2" y="585"/>
                  </a:lnTo>
                  <a:lnTo>
                    <a:pt x="850" y="585"/>
                  </a:lnTo>
                  <a:lnTo>
                    <a:pt x="850" y="585"/>
                  </a:lnTo>
                  <a:lnTo>
                    <a:pt x="850" y="582"/>
                  </a:lnTo>
                  <a:lnTo>
                    <a:pt x="850" y="582"/>
                  </a:lnTo>
                  <a:lnTo>
                    <a:pt x="852" y="585"/>
                  </a:lnTo>
                  <a:lnTo>
                    <a:pt x="850" y="585"/>
                  </a:lnTo>
                  <a:lnTo>
                    <a:pt x="850" y="587"/>
                  </a:lnTo>
                  <a:lnTo>
                    <a:pt x="850" y="589"/>
                  </a:lnTo>
                  <a:lnTo>
                    <a:pt x="850" y="589"/>
                  </a:lnTo>
                  <a:lnTo>
                    <a:pt x="847" y="589"/>
                  </a:lnTo>
                  <a:lnTo>
                    <a:pt x="847" y="589"/>
                  </a:lnTo>
                  <a:lnTo>
                    <a:pt x="847" y="589"/>
                  </a:lnTo>
                  <a:lnTo>
                    <a:pt x="850" y="592"/>
                  </a:lnTo>
                  <a:lnTo>
                    <a:pt x="850" y="592"/>
                  </a:lnTo>
                  <a:lnTo>
                    <a:pt x="850" y="592"/>
                  </a:lnTo>
                  <a:lnTo>
                    <a:pt x="850" y="594"/>
                  </a:lnTo>
                  <a:lnTo>
                    <a:pt x="850" y="594"/>
                  </a:lnTo>
                  <a:lnTo>
                    <a:pt x="852" y="594"/>
                  </a:lnTo>
                  <a:lnTo>
                    <a:pt x="852" y="594"/>
                  </a:lnTo>
                  <a:lnTo>
                    <a:pt x="852" y="594"/>
                  </a:lnTo>
                  <a:lnTo>
                    <a:pt x="852" y="592"/>
                  </a:lnTo>
                  <a:lnTo>
                    <a:pt x="852" y="592"/>
                  </a:lnTo>
                  <a:lnTo>
                    <a:pt x="854" y="592"/>
                  </a:lnTo>
                  <a:lnTo>
                    <a:pt x="857" y="592"/>
                  </a:lnTo>
                  <a:lnTo>
                    <a:pt x="859" y="592"/>
                  </a:lnTo>
                  <a:lnTo>
                    <a:pt x="859" y="592"/>
                  </a:lnTo>
                  <a:lnTo>
                    <a:pt x="859" y="592"/>
                  </a:lnTo>
                  <a:lnTo>
                    <a:pt x="859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7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4" y="594"/>
                  </a:lnTo>
                  <a:lnTo>
                    <a:pt x="852" y="596"/>
                  </a:lnTo>
                  <a:lnTo>
                    <a:pt x="852" y="596"/>
                  </a:lnTo>
                  <a:lnTo>
                    <a:pt x="850" y="596"/>
                  </a:lnTo>
                  <a:lnTo>
                    <a:pt x="847" y="596"/>
                  </a:lnTo>
                  <a:lnTo>
                    <a:pt x="845" y="599"/>
                  </a:lnTo>
                  <a:lnTo>
                    <a:pt x="845" y="601"/>
                  </a:lnTo>
                  <a:lnTo>
                    <a:pt x="847" y="601"/>
                  </a:lnTo>
                  <a:lnTo>
                    <a:pt x="847" y="603"/>
                  </a:lnTo>
                  <a:lnTo>
                    <a:pt x="850" y="603"/>
                  </a:lnTo>
                  <a:lnTo>
                    <a:pt x="850" y="603"/>
                  </a:lnTo>
                  <a:lnTo>
                    <a:pt x="852" y="601"/>
                  </a:lnTo>
                  <a:lnTo>
                    <a:pt x="852" y="601"/>
                  </a:lnTo>
                  <a:lnTo>
                    <a:pt x="854" y="601"/>
                  </a:lnTo>
                  <a:lnTo>
                    <a:pt x="854" y="601"/>
                  </a:lnTo>
                  <a:lnTo>
                    <a:pt x="854" y="601"/>
                  </a:lnTo>
                  <a:lnTo>
                    <a:pt x="854" y="603"/>
                  </a:lnTo>
                  <a:lnTo>
                    <a:pt x="857" y="603"/>
                  </a:lnTo>
                  <a:lnTo>
                    <a:pt x="857" y="606"/>
                  </a:lnTo>
                  <a:lnTo>
                    <a:pt x="857" y="606"/>
                  </a:lnTo>
                  <a:lnTo>
                    <a:pt x="857" y="603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61" y="603"/>
                  </a:lnTo>
                  <a:lnTo>
                    <a:pt x="861" y="603"/>
                  </a:lnTo>
                  <a:lnTo>
                    <a:pt x="861" y="606"/>
                  </a:lnTo>
                  <a:lnTo>
                    <a:pt x="861" y="606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1" y="608"/>
                  </a:lnTo>
                  <a:lnTo>
                    <a:pt x="868" y="608"/>
                  </a:lnTo>
                  <a:lnTo>
                    <a:pt x="876" y="611"/>
                  </a:lnTo>
                  <a:lnTo>
                    <a:pt x="878" y="611"/>
                  </a:lnTo>
                  <a:lnTo>
                    <a:pt x="880" y="611"/>
                  </a:lnTo>
                  <a:lnTo>
                    <a:pt x="883" y="611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8"/>
                  </a:lnTo>
                  <a:lnTo>
                    <a:pt x="883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5" y="606"/>
                  </a:lnTo>
                  <a:lnTo>
                    <a:pt x="887" y="606"/>
                  </a:lnTo>
                  <a:lnTo>
                    <a:pt x="890" y="603"/>
                  </a:lnTo>
                  <a:lnTo>
                    <a:pt x="890" y="603"/>
                  </a:lnTo>
                  <a:lnTo>
                    <a:pt x="890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6"/>
                  </a:lnTo>
                  <a:lnTo>
                    <a:pt x="887" y="608"/>
                  </a:lnTo>
                  <a:lnTo>
                    <a:pt x="892" y="608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92" y="611"/>
                  </a:lnTo>
                  <a:lnTo>
                    <a:pt x="887" y="613"/>
                  </a:lnTo>
                  <a:lnTo>
                    <a:pt x="887" y="611"/>
                  </a:lnTo>
                  <a:lnTo>
                    <a:pt x="885" y="611"/>
                  </a:lnTo>
                  <a:lnTo>
                    <a:pt x="885" y="611"/>
                  </a:lnTo>
                  <a:lnTo>
                    <a:pt x="883" y="611"/>
                  </a:lnTo>
                  <a:lnTo>
                    <a:pt x="880" y="611"/>
                  </a:lnTo>
                  <a:lnTo>
                    <a:pt x="880" y="613"/>
                  </a:lnTo>
                  <a:lnTo>
                    <a:pt x="883" y="613"/>
                  </a:lnTo>
                  <a:lnTo>
                    <a:pt x="892" y="615"/>
                  </a:lnTo>
                  <a:lnTo>
                    <a:pt x="895" y="620"/>
                  </a:lnTo>
                  <a:lnTo>
                    <a:pt x="895" y="620"/>
                  </a:lnTo>
                  <a:lnTo>
                    <a:pt x="895" y="620"/>
                  </a:lnTo>
                  <a:lnTo>
                    <a:pt x="892" y="620"/>
                  </a:lnTo>
                  <a:lnTo>
                    <a:pt x="895" y="620"/>
                  </a:lnTo>
                  <a:lnTo>
                    <a:pt x="895" y="622"/>
                  </a:lnTo>
                  <a:lnTo>
                    <a:pt x="895" y="622"/>
                  </a:lnTo>
                  <a:lnTo>
                    <a:pt x="892" y="625"/>
                  </a:lnTo>
                  <a:lnTo>
                    <a:pt x="887" y="627"/>
                  </a:lnTo>
                  <a:lnTo>
                    <a:pt x="885" y="630"/>
                  </a:lnTo>
                  <a:lnTo>
                    <a:pt x="885" y="630"/>
                  </a:lnTo>
                  <a:lnTo>
                    <a:pt x="883" y="630"/>
                  </a:lnTo>
                  <a:lnTo>
                    <a:pt x="883" y="630"/>
                  </a:lnTo>
                  <a:lnTo>
                    <a:pt x="883" y="627"/>
                  </a:lnTo>
                  <a:lnTo>
                    <a:pt x="883" y="627"/>
                  </a:lnTo>
                  <a:lnTo>
                    <a:pt x="880" y="627"/>
                  </a:lnTo>
                  <a:lnTo>
                    <a:pt x="883" y="625"/>
                  </a:lnTo>
                  <a:lnTo>
                    <a:pt x="883" y="625"/>
                  </a:lnTo>
                  <a:lnTo>
                    <a:pt x="883" y="625"/>
                  </a:lnTo>
                  <a:lnTo>
                    <a:pt x="883" y="622"/>
                  </a:lnTo>
                  <a:lnTo>
                    <a:pt x="883" y="622"/>
                  </a:lnTo>
                  <a:lnTo>
                    <a:pt x="883" y="622"/>
                  </a:lnTo>
                  <a:lnTo>
                    <a:pt x="883" y="620"/>
                  </a:lnTo>
                  <a:lnTo>
                    <a:pt x="883" y="620"/>
                  </a:lnTo>
                  <a:lnTo>
                    <a:pt x="883" y="618"/>
                  </a:lnTo>
                  <a:lnTo>
                    <a:pt x="883" y="618"/>
                  </a:lnTo>
                  <a:lnTo>
                    <a:pt x="883" y="618"/>
                  </a:lnTo>
                  <a:lnTo>
                    <a:pt x="880" y="615"/>
                  </a:lnTo>
                  <a:lnTo>
                    <a:pt x="880" y="615"/>
                  </a:lnTo>
                  <a:lnTo>
                    <a:pt x="878" y="615"/>
                  </a:lnTo>
                  <a:lnTo>
                    <a:pt x="878" y="618"/>
                  </a:lnTo>
                  <a:lnTo>
                    <a:pt x="876" y="618"/>
                  </a:lnTo>
                  <a:lnTo>
                    <a:pt x="876" y="618"/>
                  </a:lnTo>
                  <a:lnTo>
                    <a:pt x="876" y="620"/>
                  </a:lnTo>
                  <a:lnTo>
                    <a:pt x="873" y="620"/>
                  </a:lnTo>
                  <a:lnTo>
                    <a:pt x="873" y="622"/>
                  </a:lnTo>
                  <a:lnTo>
                    <a:pt x="873" y="622"/>
                  </a:lnTo>
                  <a:lnTo>
                    <a:pt x="871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6" y="625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7"/>
                  </a:lnTo>
                  <a:lnTo>
                    <a:pt x="864" y="625"/>
                  </a:lnTo>
                  <a:lnTo>
                    <a:pt x="864" y="625"/>
                  </a:lnTo>
                  <a:lnTo>
                    <a:pt x="864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5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6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71" y="620"/>
                  </a:lnTo>
                  <a:lnTo>
                    <a:pt x="871" y="620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8"/>
                  </a:lnTo>
                  <a:lnTo>
                    <a:pt x="871" y="615"/>
                  </a:lnTo>
                  <a:lnTo>
                    <a:pt x="871" y="615"/>
                  </a:lnTo>
                  <a:lnTo>
                    <a:pt x="871" y="615"/>
                  </a:lnTo>
                  <a:lnTo>
                    <a:pt x="871" y="613"/>
                  </a:lnTo>
                  <a:lnTo>
                    <a:pt x="871" y="613"/>
                  </a:lnTo>
                  <a:lnTo>
                    <a:pt x="868" y="613"/>
                  </a:lnTo>
                  <a:lnTo>
                    <a:pt x="868" y="613"/>
                  </a:lnTo>
                  <a:lnTo>
                    <a:pt x="868" y="613"/>
                  </a:lnTo>
                  <a:lnTo>
                    <a:pt x="866" y="613"/>
                  </a:lnTo>
                  <a:lnTo>
                    <a:pt x="866" y="613"/>
                  </a:lnTo>
                  <a:lnTo>
                    <a:pt x="866" y="611"/>
                  </a:lnTo>
                  <a:lnTo>
                    <a:pt x="861" y="611"/>
                  </a:lnTo>
                  <a:lnTo>
                    <a:pt x="859" y="611"/>
                  </a:lnTo>
                  <a:lnTo>
                    <a:pt x="859" y="608"/>
                  </a:lnTo>
                  <a:lnTo>
                    <a:pt x="859" y="608"/>
                  </a:lnTo>
                  <a:lnTo>
                    <a:pt x="861" y="606"/>
                  </a:lnTo>
                  <a:lnTo>
                    <a:pt x="861" y="606"/>
                  </a:lnTo>
                  <a:lnTo>
                    <a:pt x="859" y="603"/>
                  </a:lnTo>
                  <a:lnTo>
                    <a:pt x="859" y="603"/>
                  </a:lnTo>
                  <a:lnTo>
                    <a:pt x="857" y="606"/>
                  </a:lnTo>
                  <a:lnTo>
                    <a:pt x="857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6"/>
                  </a:lnTo>
                  <a:lnTo>
                    <a:pt x="854" y="603"/>
                  </a:lnTo>
                  <a:lnTo>
                    <a:pt x="852" y="603"/>
                  </a:lnTo>
                  <a:lnTo>
                    <a:pt x="852" y="601"/>
                  </a:lnTo>
                  <a:lnTo>
                    <a:pt x="852" y="603"/>
                  </a:lnTo>
                  <a:lnTo>
                    <a:pt x="852" y="606"/>
                  </a:lnTo>
                  <a:lnTo>
                    <a:pt x="852" y="606"/>
                  </a:lnTo>
                  <a:lnTo>
                    <a:pt x="854" y="608"/>
                  </a:lnTo>
                  <a:lnTo>
                    <a:pt x="852" y="608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50" y="611"/>
                  </a:lnTo>
                  <a:lnTo>
                    <a:pt x="847" y="611"/>
                  </a:lnTo>
                  <a:lnTo>
                    <a:pt x="850" y="613"/>
                  </a:lnTo>
                  <a:lnTo>
                    <a:pt x="850" y="615"/>
                  </a:lnTo>
                  <a:lnTo>
                    <a:pt x="850" y="615"/>
                  </a:lnTo>
                  <a:lnTo>
                    <a:pt x="847" y="615"/>
                  </a:lnTo>
                  <a:lnTo>
                    <a:pt x="845" y="618"/>
                  </a:lnTo>
                  <a:lnTo>
                    <a:pt x="845" y="618"/>
                  </a:lnTo>
                  <a:lnTo>
                    <a:pt x="842" y="618"/>
                  </a:lnTo>
                  <a:lnTo>
                    <a:pt x="842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40" y="620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8" y="620"/>
                  </a:lnTo>
                  <a:lnTo>
                    <a:pt x="835" y="620"/>
                  </a:lnTo>
                  <a:lnTo>
                    <a:pt x="835" y="622"/>
                  </a:lnTo>
                  <a:lnTo>
                    <a:pt x="835" y="622"/>
                  </a:lnTo>
                  <a:lnTo>
                    <a:pt x="835" y="625"/>
                  </a:lnTo>
                  <a:lnTo>
                    <a:pt x="835" y="625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42" y="627"/>
                  </a:lnTo>
                  <a:lnTo>
                    <a:pt x="842" y="625"/>
                  </a:lnTo>
                  <a:lnTo>
                    <a:pt x="847" y="625"/>
                  </a:lnTo>
                  <a:lnTo>
                    <a:pt x="847" y="625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5" y="627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5" y="630"/>
                  </a:lnTo>
                  <a:lnTo>
                    <a:pt x="842" y="630"/>
                  </a:lnTo>
                  <a:lnTo>
                    <a:pt x="842" y="630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4"/>
                  </a:lnTo>
                  <a:lnTo>
                    <a:pt x="845" y="634"/>
                  </a:lnTo>
                  <a:lnTo>
                    <a:pt x="845" y="637"/>
                  </a:lnTo>
                  <a:lnTo>
                    <a:pt x="845" y="637"/>
                  </a:lnTo>
                  <a:lnTo>
                    <a:pt x="850" y="641"/>
                  </a:lnTo>
                  <a:lnTo>
                    <a:pt x="852" y="641"/>
                  </a:lnTo>
                  <a:lnTo>
                    <a:pt x="852" y="641"/>
                  </a:lnTo>
                  <a:lnTo>
                    <a:pt x="852" y="641"/>
                  </a:lnTo>
                  <a:lnTo>
                    <a:pt x="854" y="639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1"/>
                  </a:lnTo>
                  <a:lnTo>
                    <a:pt x="854" y="644"/>
                  </a:lnTo>
                  <a:lnTo>
                    <a:pt x="854" y="644"/>
                  </a:lnTo>
                  <a:lnTo>
                    <a:pt x="854" y="644"/>
                  </a:lnTo>
                  <a:lnTo>
                    <a:pt x="854" y="646"/>
                  </a:lnTo>
                  <a:lnTo>
                    <a:pt x="857" y="646"/>
                  </a:lnTo>
                  <a:lnTo>
                    <a:pt x="857" y="648"/>
                  </a:lnTo>
                  <a:lnTo>
                    <a:pt x="859" y="648"/>
                  </a:lnTo>
                  <a:lnTo>
                    <a:pt x="859" y="648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1"/>
                  </a:lnTo>
                  <a:lnTo>
                    <a:pt x="859" y="653"/>
                  </a:lnTo>
                  <a:lnTo>
                    <a:pt x="859" y="653"/>
                  </a:lnTo>
                  <a:lnTo>
                    <a:pt x="859" y="653"/>
                  </a:lnTo>
                  <a:lnTo>
                    <a:pt x="859" y="656"/>
                  </a:lnTo>
                  <a:lnTo>
                    <a:pt x="859" y="656"/>
                  </a:lnTo>
                  <a:lnTo>
                    <a:pt x="861" y="656"/>
                  </a:lnTo>
                  <a:lnTo>
                    <a:pt x="861" y="658"/>
                  </a:lnTo>
                  <a:lnTo>
                    <a:pt x="866" y="660"/>
                  </a:lnTo>
                  <a:lnTo>
                    <a:pt x="866" y="660"/>
                  </a:lnTo>
                  <a:lnTo>
                    <a:pt x="868" y="663"/>
                  </a:lnTo>
                  <a:lnTo>
                    <a:pt x="866" y="663"/>
                  </a:lnTo>
                  <a:lnTo>
                    <a:pt x="866" y="663"/>
                  </a:lnTo>
                  <a:lnTo>
                    <a:pt x="866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8" y="663"/>
                  </a:lnTo>
                  <a:lnTo>
                    <a:pt x="866" y="663"/>
                  </a:lnTo>
                  <a:lnTo>
                    <a:pt x="864" y="665"/>
                  </a:lnTo>
                  <a:lnTo>
                    <a:pt x="864" y="667"/>
                  </a:lnTo>
                  <a:lnTo>
                    <a:pt x="864" y="667"/>
                  </a:lnTo>
                  <a:lnTo>
                    <a:pt x="866" y="670"/>
                  </a:lnTo>
                  <a:lnTo>
                    <a:pt x="866" y="672"/>
                  </a:lnTo>
                  <a:lnTo>
                    <a:pt x="866" y="672"/>
                  </a:lnTo>
                  <a:lnTo>
                    <a:pt x="873" y="675"/>
                  </a:lnTo>
                  <a:lnTo>
                    <a:pt x="880" y="677"/>
                  </a:lnTo>
                  <a:lnTo>
                    <a:pt x="890" y="675"/>
                  </a:lnTo>
                  <a:lnTo>
                    <a:pt x="897" y="675"/>
                  </a:lnTo>
                  <a:lnTo>
                    <a:pt x="906" y="670"/>
                  </a:lnTo>
                  <a:lnTo>
                    <a:pt x="909" y="670"/>
                  </a:lnTo>
                  <a:lnTo>
                    <a:pt x="909" y="667"/>
                  </a:lnTo>
                  <a:lnTo>
                    <a:pt x="909" y="667"/>
                  </a:lnTo>
                  <a:lnTo>
                    <a:pt x="911" y="670"/>
                  </a:lnTo>
                  <a:lnTo>
                    <a:pt x="913" y="670"/>
                  </a:lnTo>
                  <a:lnTo>
                    <a:pt x="916" y="670"/>
                  </a:lnTo>
                  <a:lnTo>
                    <a:pt x="916" y="667"/>
                  </a:lnTo>
                  <a:lnTo>
                    <a:pt x="916" y="667"/>
                  </a:lnTo>
                  <a:lnTo>
                    <a:pt x="916" y="667"/>
                  </a:lnTo>
                  <a:lnTo>
                    <a:pt x="916" y="665"/>
                  </a:lnTo>
                  <a:lnTo>
                    <a:pt x="916" y="665"/>
                  </a:lnTo>
                  <a:lnTo>
                    <a:pt x="916" y="663"/>
                  </a:lnTo>
                  <a:lnTo>
                    <a:pt x="916" y="663"/>
                  </a:lnTo>
                  <a:lnTo>
                    <a:pt x="916" y="663"/>
                  </a:lnTo>
                  <a:lnTo>
                    <a:pt x="916" y="660"/>
                  </a:lnTo>
                  <a:lnTo>
                    <a:pt x="918" y="660"/>
                  </a:lnTo>
                  <a:lnTo>
                    <a:pt x="918" y="658"/>
                  </a:lnTo>
                  <a:lnTo>
                    <a:pt x="918" y="658"/>
                  </a:lnTo>
                  <a:lnTo>
                    <a:pt x="918" y="656"/>
                  </a:lnTo>
                  <a:lnTo>
                    <a:pt x="916" y="653"/>
                  </a:lnTo>
                  <a:lnTo>
                    <a:pt x="913" y="653"/>
                  </a:lnTo>
                  <a:lnTo>
                    <a:pt x="911" y="651"/>
                  </a:lnTo>
                  <a:lnTo>
                    <a:pt x="916" y="653"/>
                  </a:lnTo>
                  <a:lnTo>
                    <a:pt x="916" y="653"/>
                  </a:lnTo>
                  <a:lnTo>
                    <a:pt x="916" y="653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51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6" y="648"/>
                  </a:lnTo>
                  <a:lnTo>
                    <a:pt x="918" y="648"/>
                  </a:lnTo>
                  <a:lnTo>
                    <a:pt x="918" y="648"/>
                  </a:lnTo>
                  <a:lnTo>
                    <a:pt x="918" y="646"/>
                  </a:lnTo>
                  <a:lnTo>
                    <a:pt x="918" y="646"/>
                  </a:lnTo>
                  <a:lnTo>
                    <a:pt x="918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6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1" y="644"/>
                  </a:lnTo>
                  <a:lnTo>
                    <a:pt x="923" y="644"/>
                  </a:lnTo>
                  <a:lnTo>
                    <a:pt x="923" y="644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3" y="641"/>
                  </a:lnTo>
                  <a:lnTo>
                    <a:pt x="925" y="637"/>
                  </a:lnTo>
                  <a:lnTo>
                    <a:pt x="925" y="637"/>
                  </a:lnTo>
                  <a:lnTo>
                    <a:pt x="925" y="637"/>
                  </a:lnTo>
                  <a:lnTo>
                    <a:pt x="925" y="634"/>
                  </a:lnTo>
                  <a:lnTo>
                    <a:pt x="928" y="634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2" y="632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27"/>
                  </a:lnTo>
                  <a:lnTo>
                    <a:pt x="930" y="627"/>
                  </a:lnTo>
                  <a:lnTo>
                    <a:pt x="932" y="627"/>
                  </a:lnTo>
                  <a:lnTo>
                    <a:pt x="932" y="627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2" y="630"/>
                  </a:lnTo>
                  <a:lnTo>
                    <a:pt x="937" y="630"/>
                  </a:lnTo>
                  <a:lnTo>
                    <a:pt x="937" y="627"/>
                  </a:lnTo>
                  <a:lnTo>
                    <a:pt x="937" y="627"/>
                  </a:lnTo>
                  <a:lnTo>
                    <a:pt x="939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0"/>
                  </a:lnTo>
                  <a:lnTo>
                    <a:pt x="937" y="632"/>
                  </a:lnTo>
                  <a:lnTo>
                    <a:pt x="932" y="632"/>
                  </a:lnTo>
                  <a:lnTo>
                    <a:pt x="932" y="632"/>
                  </a:lnTo>
                  <a:lnTo>
                    <a:pt x="932" y="632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7"/>
                  </a:lnTo>
                  <a:lnTo>
                    <a:pt x="928" y="639"/>
                  </a:lnTo>
                  <a:lnTo>
                    <a:pt x="928" y="639"/>
                  </a:lnTo>
                  <a:lnTo>
                    <a:pt x="928" y="639"/>
                  </a:lnTo>
                  <a:lnTo>
                    <a:pt x="925" y="641"/>
                  </a:lnTo>
                  <a:lnTo>
                    <a:pt x="925" y="641"/>
                  </a:lnTo>
                  <a:lnTo>
                    <a:pt x="925" y="641"/>
                  </a:lnTo>
                  <a:lnTo>
                    <a:pt x="925" y="644"/>
                  </a:lnTo>
                  <a:lnTo>
                    <a:pt x="923" y="646"/>
                  </a:lnTo>
                  <a:lnTo>
                    <a:pt x="921" y="648"/>
                  </a:lnTo>
                  <a:lnTo>
                    <a:pt x="921" y="648"/>
                  </a:lnTo>
                  <a:lnTo>
                    <a:pt x="918" y="651"/>
                  </a:lnTo>
                  <a:lnTo>
                    <a:pt x="918" y="651"/>
                  </a:lnTo>
                  <a:lnTo>
                    <a:pt x="921" y="653"/>
                  </a:lnTo>
                  <a:lnTo>
                    <a:pt x="921" y="653"/>
                  </a:lnTo>
                  <a:lnTo>
                    <a:pt x="921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58"/>
                  </a:lnTo>
                  <a:lnTo>
                    <a:pt x="921" y="660"/>
                  </a:lnTo>
                  <a:lnTo>
                    <a:pt x="921" y="660"/>
                  </a:lnTo>
                  <a:lnTo>
                    <a:pt x="921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60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8"/>
                  </a:lnTo>
                  <a:lnTo>
                    <a:pt x="923" y="656"/>
                  </a:lnTo>
                  <a:lnTo>
                    <a:pt x="923" y="658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3" y="656"/>
                  </a:lnTo>
                  <a:lnTo>
                    <a:pt x="925" y="656"/>
                  </a:lnTo>
                  <a:lnTo>
                    <a:pt x="923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8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5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6"/>
                  </a:lnTo>
                  <a:lnTo>
                    <a:pt x="928" y="658"/>
                  </a:lnTo>
                  <a:lnTo>
                    <a:pt x="925" y="658"/>
                  </a:lnTo>
                  <a:lnTo>
                    <a:pt x="925" y="658"/>
                  </a:lnTo>
                  <a:lnTo>
                    <a:pt x="925" y="658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0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5" y="663"/>
                  </a:lnTo>
                  <a:lnTo>
                    <a:pt x="923" y="665"/>
                  </a:lnTo>
                  <a:lnTo>
                    <a:pt x="923" y="665"/>
                  </a:lnTo>
                  <a:lnTo>
                    <a:pt x="925" y="667"/>
                  </a:lnTo>
                  <a:lnTo>
                    <a:pt x="925" y="670"/>
                  </a:lnTo>
                  <a:lnTo>
                    <a:pt x="925" y="670"/>
                  </a:lnTo>
                  <a:lnTo>
                    <a:pt x="925" y="672"/>
                  </a:lnTo>
                  <a:lnTo>
                    <a:pt x="928" y="672"/>
                  </a:lnTo>
                  <a:lnTo>
                    <a:pt x="928" y="672"/>
                  </a:lnTo>
                  <a:lnTo>
                    <a:pt x="928" y="675"/>
                  </a:lnTo>
                  <a:lnTo>
                    <a:pt x="928" y="677"/>
                  </a:lnTo>
                  <a:lnTo>
                    <a:pt x="928" y="677"/>
                  </a:lnTo>
                  <a:lnTo>
                    <a:pt x="930" y="682"/>
                  </a:lnTo>
                  <a:lnTo>
                    <a:pt x="930" y="689"/>
                  </a:lnTo>
                  <a:lnTo>
                    <a:pt x="932" y="689"/>
                  </a:lnTo>
                  <a:lnTo>
                    <a:pt x="932" y="689"/>
                  </a:lnTo>
                  <a:lnTo>
                    <a:pt x="932" y="689"/>
                  </a:lnTo>
                  <a:lnTo>
                    <a:pt x="932" y="691"/>
                  </a:lnTo>
                  <a:lnTo>
                    <a:pt x="932" y="691"/>
                  </a:lnTo>
                  <a:lnTo>
                    <a:pt x="932" y="691"/>
                  </a:lnTo>
                  <a:lnTo>
                    <a:pt x="932" y="693"/>
                  </a:lnTo>
                  <a:lnTo>
                    <a:pt x="935" y="701"/>
                  </a:lnTo>
                  <a:lnTo>
                    <a:pt x="935" y="701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5" y="703"/>
                  </a:lnTo>
                  <a:lnTo>
                    <a:pt x="932" y="703"/>
                  </a:lnTo>
                  <a:lnTo>
                    <a:pt x="932" y="703"/>
                  </a:lnTo>
                  <a:lnTo>
                    <a:pt x="932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0" y="708"/>
                  </a:lnTo>
                  <a:lnTo>
                    <a:pt x="928" y="708"/>
                  </a:lnTo>
                  <a:lnTo>
                    <a:pt x="928" y="708"/>
                  </a:lnTo>
                  <a:lnTo>
                    <a:pt x="928" y="708"/>
                  </a:lnTo>
                  <a:lnTo>
                    <a:pt x="928" y="710"/>
                  </a:lnTo>
                  <a:lnTo>
                    <a:pt x="928" y="710"/>
                  </a:lnTo>
                  <a:lnTo>
                    <a:pt x="928" y="710"/>
                  </a:lnTo>
                  <a:lnTo>
                    <a:pt x="928" y="712"/>
                  </a:lnTo>
                  <a:lnTo>
                    <a:pt x="925" y="712"/>
                  </a:lnTo>
                  <a:lnTo>
                    <a:pt x="925" y="715"/>
                  </a:lnTo>
                  <a:lnTo>
                    <a:pt x="925" y="715"/>
                  </a:lnTo>
                  <a:lnTo>
                    <a:pt x="925" y="717"/>
                  </a:lnTo>
                  <a:lnTo>
                    <a:pt x="923" y="715"/>
                  </a:lnTo>
                  <a:lnTo>
                    <a:pt x="923" y="715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5" y="712"/>
                  </a:lnTo>
                  <a:lnTo>
                    <a:pt x="923" y="715"/>
                  </a:lnTo>
                  <a:lnTo>
                    <a:pt x="923" y="715"/>
                  </a:lnTo>
                  <a:lnTo>
                    <a:pt x="923" y="717"/>
                  </a:lnTo>
                  <a:lnTo>
                    <a:pt x="925" y="722"/>
                  </a:lnTo>
                  <a:lnTo>
                    <a:pt x="925" y="724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7"/>
                  </a:lnTo>
                  <a:lnTo>
                    <a:pt x="928" y="724"/>
                  </a:lnTo>
                  <a:lnTo>
                    <a:pt x="928" y="724"/>
                  </a:lnTo>
                  <a:lnTo>
                    <a:pt x="930" y="724"/>
                  </a:lnTo>
                  <a:lnTo>
                    <a:pt x="932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5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4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7" y="727"/>
                  </a:lnTo>
                  <a:lnTo>
                    <a:pt x="935" y="727"/>
                  </a:lnTo>
                  <a:lnTo>
                    <a:pt x="935" y="727"/>
                  </a:lnTo>
                  <a:lnTo>
                    <a:pt x="932" y="729"/>
                  </a:lnTo>
                  <a:lnTo>
                    <a:pt x="932" y="729"/>
                  </a:lnTo>
                  <a:lnTo>
                    <a:pt x="932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30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29"/>
                  </a:lnTo>
                  <a:lnTo>
                    <a:pt x="928" y="731"/>
                  </a:lnTo>
                  <a:lnTo>
                    <a:pt x="928" y="731"/>
                  </a:lnTo>
                  <a:lnTo>
                    <a:pt x="930" y="731"/>
                  </a:lnTo>
                  <a:lnTo>
                    <a:pt x="930" y="731"/>
                  </a:lnTo>
                  <a:lnTo>
                    <a:pt x="930" y="734"/>
                  </a:lnTo>
                  <a:lnTo>
                    <a:pt x="930" y="734"/>
                  </a:lnTo>
                  <a:lnTo>
                    <a:pt x="928" y="738"/>
                  </a:lnTo>
                  <a:lnTo>
                    <a:pt x="928" y="738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30" y="743"/>
                  </a:lnTo>
                  <a:lnTo>
                    <a:pt x="930" y="743"/>
                  </a:lnTo>
                  <a:lnTo>
                    <a:pt x="928" y="743"/>
                  </a:lnTo>
                  <a:lnTo>
                    <a:pt x="930" y="743"/>
                  </a:lnTo>
                  <a:lnTo>
                    <a:pt x="930" y="743"/>
                  </a:lnTo>
                  <a:lnTo>
                    <a:pt x="930" y="741"/>
                  </a:lnTo>
                  <a:lnTo>
                    <a:pt x="932" y="741"/>
                  </a:lnTo>
                  <a:lnTo>
                    <a:pt x="932" y="743"/>
                  </a:lnTo>
                  <a:lnTo>
                    <a:pt x="930" y="746"/>
                  </a:lnTo>
                  <a:lnTo>
                    <a:pt x="930" y="746"/>
                  </a:lnTo>
                  <a:lnTo>
                    <a:pt x="930" y="746"/>
                  </a:lnTo>
                  <a:lnTo>
                    <a:pt x="928" y="746"/>
                  </a:lnTo>
                  <a:lnTo>
                    <a:pt x="928" y="746"/>
                  </a:lnTo>
                  <a:lnTo>
                    <a:pt x="928" y="746"/>
                  </a:lnTo>
                  <a:lnTo>
                    <a:pt x="928" y="748"/>
                  </a:lnTo>
                  <a:lnTo>
                    <a:pt x="925" y="748"/>
                  </a:lnTo>
                  <a:lnTo>
                    <a:pt x="925" y="748"/>
                  </a:lnTo>
                  <a:lnTo>
                    <a:pt x="925" y="750"/>
                  </a:lnTo>
                  <a:lnTo>
                    <a:pt x="925" y="750"/>
                  </a:lnTo>
                  <a:lnTo>
                    <a:pt x="925" y="753"/>
                  </a:lnTo>
                  <a:lnTo>
                    <a:pt x="923" y="753"/>
                  </a:lnTo>
                  <a:lnTo>
                    <a:pt x="923" y="753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3" y="750"/>
                  </a:lnTo>
                  <a:lnTo>
                    <a:pt x="921" y="750"/>
                  </a:lnTo>
                  <a:lnTo>
                    <a:pt x="921" y="750"/>
                  </a:lnTo>
                  <a:lnTo>
                    <a:pt x="921" y="750"/>
                  </a:lnTo>
                  <a:lnTo>
                    <a:pt x="918" y="750"/>
                  </a:lnTo>
                  <a:lnTo>
                    <a:pt x="918" y="750"/>
                  </a:lnTo>
                  <a:lnTo>
                    <a:pt x="916" y="750"/>
                  </a:lnTo>
                  <a:lnTo>
                    <a:pt x="916" y="753"/>
                  </a:lnTo>
                  <a:lnTo>
                    <a:pt x="918" y="753"/>
                  </a:lnTo>
                  <a:lnTo>
                    <a:pt x="925" y="753"/>
                  </a:lnTo>
                  <a:lnTo>
                    <a:pt x="928" y="753"/>
                  </a:lnTo>
                  <a:lnTo>
                    <a:pt x="928" y="755"/>
                  </a:lnTo>
                  <a:lnTo>
                    <a:pt x="928" y="755"/>
                  </a:lnTo>
                  <a:lnTo>
                    <a:pt x="928" y="755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28" y="753"/>
                  </a:lnTo>
                  <a:lnTo>
                    <a:pt x="930" y="753"/>
                  </a:lnTo>
                  <a:lnTo>
                    <a:pt x="930" y="755"/>
                  </a:lnTo>
                  <a:lnTo>
                    <a:pt x="930" y="755"/>
                  </a:lnTo>
                  <a:lnTo>
                    <a:pt x="928" y="757"/>
                  </a:lnTo>
                  <a:lnTo>
                    <a:pt x="928" y="757"/>
                  </a:lnTo>
                  <a:lnTo>
                    <a:pt x="928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7"/>
                  </a:lnTo>
                  <a:lnTo>
                    <a:pt x="930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2" y="755"/>
                  </a:lnTo>
                  <a:lnTo>
                    <a:pt x="935" y="755"/>
                  </a:lnTo>
                  <a:lnTo>
                    <a:pt x="935" y="755"/>
                  </a:lnTo>
                  <a:lnTo>
                    <a:pt x="935" y="755"/>
                  </a:lnTo>
                  <a:lnTo>
                    <a:pt x="935" y="753"/>
                  </a:lnTo>
                  <a:lnTo>
                    <a:pt x="939" y="753"/>
                  </a:lnTo>
                  <a:lnTo>
                    <a:pt x="942" y="753"/>
                  </a:lnTo>
                  <a:lnTo>
                    <a:pt x="942" y="753"/>
                  </a:lnTo>
                  <a:lnTo>
                    <a:pt x="942" y="753"/>
                  </a:lnTo>
                  <a:lnTo>
                    <a:pt x="939" y="753"/>
                  </a:lnTo>
                  <a:lnTo>
                    <a:pt x="939" y="753"/>
                  </a:lnTo>
                  <a:lnTo>
                    <a:pt x="939" y="750"/>
                  </a:lnTo>
                  <a:lnTo>
                    <a:pt x="939" y="750"/>
                  </a:lnTo>
                  <a:lnTo>
                    <a:pt x="942" y="750"/>
                  </a:lnTo>
                  <a:lnTo>
                    <a:pt x="942" y="748"/>
                  </a:lnTo>
                  <a:lnTo>
                    <a:pt x="944" y="746"/>
                  </a:lnTo>
                  <a:lnTo>
                    <a:pt x="944" y="746"/>
                  </a:lnTo>
                  <a:lnTo>
                    <a:pt x="947" y="746"/>
                  </a:lnTo>
                  <a:lnTo>
                    <a:pt x="944" y="746"/>
                  </a:lnTo>
                  <a:lnTo>
                    <a:pt x="942" y="746"/>
                  </a:lnTo>
                  <a:lnTo>
                    <a:pt x="942" y="746"/>
                  </a:lnTo>
                  <a:lnTo>
                    <a:pt x="944" y="746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3"/>
                  </a:lnTo>
                  <a:lnTo>
                    <a:pt x="944" y="746"/>
                  </a:lnTo>
                  <a:lnTo>
                    <a:pt x="944" y="746"/>
                  </a:lnTo>
                  <a:lnTo>
                    <a:pt x="947" y="746"/>
                  </a:lnTo>
                  <a:lnTo>
                    <a:pt x="947" y="746"/>
                  </a:lnTo>
                  <a:lnTo>
                    <a:pt x="947" y="746"/>
                  </a:lnTo>
                  <a:lnTo>
                    <a:pt x="949" y="746"/>
                  </a:lnTo>
                  <a:lnTo>
                    <a:pt x="951" y="743"/>
                  </a:lnTo>
                  <a:lnTo>
                    <a:pt x="951" y="743"/>
                  </a:lnTo>
                  <a:lnTo>
                    <a:pt x="954" y="743"/>
                  </a:lnTo>
                  <a:lnTo>
                    <a:pt x="954" y="741"/>
                  </a:lnTo>
                  <a:lnTo>
                    <a:pt x="954" y="741"/>
                  </a:lnTo>
                  <a:lnTo>
                    <a:pt x="956" y="741"/>
                  </a:lnTo>
                  <a:lnTo>
                    <a:pt x="956" y="741"/>
                  </a:lnTo>
                  <a:lnTo>
                    <a:pt x="958" y="741"/>
                  </a:lnTo>
                  <a:lnTo>
                    <a:pt x="958" y="743"/>
                  </a:lnTo>
                  <a:lnTo>
                    <a:pt x="958" y="743"/>
                  </a:lnTo>
                  <a:lnTo>
                    <a:pt x="958" y="743"/>
                  </a:lnTo>
                  <a:lnTo>
                    <a:pt x="958" y="746"/>
                  </a:lnTo>
                  <a:lnTo>
                    <a:pt x="961" y="741"/>
                  </a:lnTo>
                  <a:lnTo>
                    <a:pt x="963" y="738"/>
                  </a:lnTo>
                  <a:lnTo>
                    <a:pt x="973" y="731"/>
                  </a:lnTo>
                  <a:lnTo>
                    <a:pt x="973" y="731"/>
                  </a:lnTo>
                  <a:lnTo>
                    <a:pt x="975" y="731"/>
                  </a:lnTo>
                  <a:lnTo>
                    <a:pt x="975" y="731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4"/>
                  </a:lnTo>
                  <a:lnTo>
                    <a:pt x="975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7" y="736"/>
                  </a:lnTo>
                  <a:lnTo>
                    <a:pt x="975" y="736"/>
                  </a:lnTo>
                  <a:lnTo>
                    <a:pt x="975" y="736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5" y="738"/>
                  </a:lnTo>
                  <a:lnTo>
                    <a:pt x="977" y="738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77" y="741"/>
                  </a:lnTo>
                  <a:lnTo>
                    <a:pt x="980" y="741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0" y="746"/>
                  </a:lnTo>
                  <a:lnTo>
                    <a:pt x="980" y="746"/>
                  </a:lnTo>
                  <a:lnTo>
                    <a:pt x="980" y="746"/>
                  </a:lnTo>
                  <a:lnTo>
                    <a:pt x="980" y="743"/>
                  </a:lnTo>
                  <a:lnTo>
                    <a:pt x="980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2" y="743"/>
                  </a:lnTo>
                  <a:lnTo>
                    <a:pt x="984" y="743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6"/>
                  </a:lnTo>
                  <a:lnTo>
                    <a:pt x="984" y="748"/>
                  </a:lnTo>
                  <a:lnTo>
                    <a:pt x="984" y="748"/>
                  </a:lnTo>
                  <a:lnTo>
                    <a:pt x="984" y="750"/>
                  </a:lnTo>
                  <a:lnTo>
                    <a:pt x="987" y="750"/>
                  </a:lnTo>
                  <a:lnTo>
                    <a:pt x="987" y="750"/>
                  </a:lnTo>
                  <a:lnTo>
                    <a:pt x="987" y="750"/>
                  </a:lnTo>
                  <a:lnTo>
                    <a:pt x="989" y="750"/>
                  </a:lnTo>
                  <a:lnTo>
                    <a:pt x="989" y="750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8"/>
                  </a:lnTo>
                  <a:lnTo>
                    <a:pt x="989" y="746"/>
                  </a:lnTo>
                  <a:lnTo>
                    <a:pt x="989" y="746"/>
                  </a:lnTo>
                  <a:lnTo>
                    <a:pt x="989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6"/>
                  </a:lnTo>
                  <a:lnTo>
                    <a:pt x="991" y="743"/>
                  </a:lnTo>
                  <a:lnTo>
                    <a:pt x="991" y="743"/>
                  </a:lnTo>
                  <a:lnTo>
                    <a:pt x="991" y="743"/>
                  </a:lnTo>
                  <a:lnTo>
                    <a:pt x="991" y="741"/>
                  </a:lnTo>
                  <a:lnTo>
                    <a:pt x="991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1"/>
                  </a:lnTo>
                  <a:lnTo>
                    <a:pt x="996" y="743"/>
                  </a:lnTo>
                  <a:lnTo>
                    <a:pt x="996" y="746"/>
                  </a:lnTo>
                  <a:lnTo>
                    <a:pt x="994" y="746"/>
                  </a:lnTo>
                  <a:lnTo>
                    <a:pt x="994" y="748"/>
                  </a:lnTo>
                  <a:lnTo>
                    <a:pt x="994" y="748"/>
                  </a:lnTo>
                  <a:lnTo>
                    <a:pt x="996" y="748"/>
                  </a:lnTo>
                  <a:lnTo>
                    <a:pt x="996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48"/>
                  </a:lnTo>
                  <a:lnTo>
                    <a:pt x="999" y="750"/>
                  </a:lnTo>
                  <a:lnTo>
                    <a:pt x="1001" y="753"/>
                  </a:lnTo>
                  <a:lnTo>
                    <a:pt x="1006" y="757"/>
                  </a:lnTo>
                  <a:lnTo>
                    <a:pt x="1008" y="764"/>
                  </a:lnTo>
                  <a:lnTo>
                    <a:pt x="1008" y="767"/>
                  </a:lnTo>
                  <a:lnTo>
                    <a:pt x="1010" y="769"/>
                  </a:lnTo>
                  <a:lnTo>
                    <a:pt x="1010" y="769"/>
                  </a:lnTo>
                  <a:lnTo>
                    <a:pt x="1010" y="772"/>
                  </a:lnTo>
                  <a:lnTo>
                    <a:pt x="1010" y="772"/>
                  </a:lnTo>
                  <a:lnTo>
                    <a:pt x="1010" y="772"/>
                  </a:lnTo>
                  <a:lnTo>
                    <a:pt x="1013" y="772"/>
                  </a:lnTo>
                  <a:lnTo>
                    <a:pt x="1013" y="772"/>
                  </a:lnTo>
                  <a:lnTo>
                    <a:pt x="1010" y="774"/>
                  </a:lnTo>
                  <a:lnTo>
                    <a:pt x="1010" y="774"/>
                  </a:lnTo>
                  <a:lnTo>
                    <a:pt x="1010" y="772"/>
                  </a:lnTo>
                  <a:lnTo>
                    <a:pt x="1010" y="774"/>
                  </a:lnTo>
                  <a:lnTo>
                    <a:pt x="1013" y="774"/>
                  </a:lnTo>
                  <a:lnTo>
                    <a:pt x="1017" y="776"/>
                  </a:lnTo>
                  <a:lnTo>
                    <a:pt x="1017" y="776"/>
                  </a:lnTo>
                  <a:lnTo>
                    <a:pt x="1020" y="774"/>
                  </a:lnTo>
                  <a:lnTo>
                    <a:pt x="1017" y="774"/>
                  </a:lnTo>
                  <a:lnTo>
                    <a:pt x="1017" y="774"/>
                  </a:lnTo>
                  <a:lnTo>
                    <a:pt x="1020" y="774"/>
                  </a:lnTo>
                  <a:lnTo>
                    <a:pt x="1020" y="774"/>
                  </a:lnTo>
                  <a:lnTo>
                    <a:pt x="1020" y="774"/>
                  </a:lnTo>
                  <a:lnTo>
                    <a:pt x="1022" y="772"/>
                  </a:lnTo>
                  <a:lnTo>
                    <a:pt x="1022" y="772"/>
                  </a:lnTo>
                  <a:lnTo>
                    <a:pt x="1022" y="772"/>
                  </a:lnTo>
                  <a:lnTo>
                    <a:pt x="1022" y="769"/>
                  </a:lnTo>
                  <a:lnTo>
                    <a:pt x="1022" y="769"/>
                  </a:lnTo>
                  <a:lnTo>
                    <a:pt x="1022" y="769"/>
                  </a:lnTo>
                  <a:lnTo>
                    <a:pt x="1020" y="769"/>
                  </a:lnTo>
                  <a:lnTo>
                    <a:pt x="1020" y="769"/>
                  </a:lnTo>
                  <a:lnTo>
                    <a:pt x="1020" y="769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20" y="767"/>
                  </a:lnTo>
                  <a:lnTo>
                    <a:pt x="1017" y="757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3"/>
                  </a:lnTo>
                  <a:lnTo>
                    <a:pt x="1017" y="753"/>
                  </a:lnTo>
                  <a:lnTo>
                    <a:pt x="1017" y="753"/>
                  </a:lnTo>
                  <a:lnTo>
                    <a:pt x="1020" y="753"/>
                  </a:lnTo>
                  <a:lnTo>
                    <a:pt x="1017" y="753"/>
                  </a:lnTo>
                  <a:lnTo>
                    <a:pt x="1017" y="750"/>
                  </a:lnTo>
                  <a:lnTo>
                    <a:pt x="1020" y="750"/>
                  </a:lnTo>
                  <a:lnTo>
                    <a:pt x="1020" y="750"/>
                  </a:lnTo>
                  <a:lnTo>
                    <a:pt x="1020" y="750"/>
                  </a:lnTo>
                  <a:lnTo>
                    <a:pt x="1020" y="753"/>
                  </a:lnTo>
                  <a:lnTo>
                    <a:pt x="1020" y="753"/>
                  </a:lnTo>
                  <a:lnTo>
                    <a:pt x="1020" y="753"/>
                  </a:lnTo>
                  <a:lnTo>
                    <a:pt x="1017" y="753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17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5"/>
                  </a:lnTo>
                  <a:lnTo>
                    <a:pt x="1020" y="753"/>
                  </a:lnTo>
                  <a:lnTo>
                    <a:pt x="1022" y="753"/>
                  </a:lnTo>
                  <a:lnTo>
                    <a:pt x="1022" y="753"/>
                  </a:lnTo>
                  <a:lnTo>
                    <a:pt x="1020" y="750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1"/>
                  </a:lnTo>
                  <a:lnTo>
                    <a:pt x="1020" y="741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22" y="743"/>
                  </a:lnTo>
                  <a:lnTo>
                    <a:pt x="1022" y="743"/>
                  </a:lnTo>
                  <a:lnTo>
                    <a:pt x="1022" y="743"/>
                  </a:lnTo>
                  <a:lnTo>
                    <a:pt x="1025" y="743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6"/>
                  </a:lnTo>
                  <a:lnTo>
                    <a:pt x="1022" y="748"/>
                  </a:lnTo>
                  <a:lnTo>
                    <a:pt x="1022" y="748"/>
                  </a:lnTo>
                  <a:lnTo>
                    <a:pt x="1025" y="748"/>
                  </a:lnTo>
                  <a:lnTo>
                    <a:pt x="1025" y="746"/>
                  </a:lnTo>
                  <a:lnTo>
                    <a:pt x="1027" y="746"/>
                  </a:lnTo>
                  <a:lnTo>
                    <a:pt x="1027" y="743"/>
                  </a:lnTo>
                  <a:lnTo>
                    <a:pt x="1029" y="743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41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29" y="738"/>
                  </a:lnTo>
                  <a:lnTo>
                    <a:pt x="1032" y="738"/>
                  </a:lnTo>
                  <a:lnTo>
                    <a:pt x="1032" y="738"/>
                  </a:lnTo>
                  <a:lnTo>
                    <a:pt x="1032" y="736"/>
                  </a:lnTo>
                  <a:lnTo>
                    <a:pt x="1032" y="734"/>
                  </a:lnTo>
                  <a:lnTo>
                    <a:pt x="1032" y="731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29" y="729"/>
                  </a:lnTo>
                  <a:lnTo>
                    <a:pt x="1029" y="731"/>
                  </a:lnTo>
                  <a:lnTo>
                    <a:pt x="1029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1"/>
                  </a:lnTo>
                  <a:lnTo>
                    <a:pt x="1032" y="734"/>
                  </a:lnTo>
                  <a:lnTo>
                    <a:pt x="1032" y="734"/>
                  </a:lnTo>
                  <a:lnTo>
                    <a:pt x="1032" y="734"/>
                  </a:lnTo>
                  <a:lnTo>
                    <a:pt x="1034" y="736"/>
                  </a:lnTo>
                  <a:lnTo>
                    <a:pt x="1034" y="736"/>
                  </a:lnTo>
                  <a:lnTo>
                    <a:pt x="1036" y="736"/>
                  </a:lnTo>
                  <a:lnTo>
                    <a:pt x="1039" y="738"/>
                  </a:lnTo>
                  <a:lnTo>
                    <a:pt x="1041" y="738"/>
                  </a:lnTo>
                  <a:lnTo>
                    <a:pt x="1044" y="741"/>
                  </a:lnTo>
                  <a:lnTo>
                    <a:pt x="1044" y="743"/>
                  </a:lnTo>
                  <a:lnTo>
                    <a:pt x="1046" y="746"/>
                  </a:lnTo>
                  <a:lnTo>
                    <a:pt x="1044" y="746"/>
                  </a:lnTo>
                  <a:lnTo>
                    <a:pt x="1044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6" y="748"/>
                  </a:lnTo>
                  <a:lnTo>
                    <a:pt x="1044" y="748"/>
                  </a:lnTo>
                  <a:lnTo>
                    <a:pt x="1044" y="748"/>
                  </a:lnTo>
                  <a:lnTo>
                    <a:pt x="1044" y="748"/>
                  </a:lnTo>
                  <a:lnTo>
                    <a:pt x="1044" y="746"/>
                  </a:lnTo>
                  <a:lnTo>
                    <a:pt x="1044" y="746"/>
                  </a:lnTo>
                  <a:lnTo>
                    <a:pt x="1044" y="743"/>
                  </a:lnTo>
                  <a:lnTo>
                    <a:pt x="1044" y="743"/>
                  </a:lnTo>
                  <a:lnTo>
                    <a:pt x="1041" y="741"/>
                  </a:lnTo>
                  <a:lnTo>
                    <a:pt x="1041" y="741"/>
                  </a:lnTo>
                  <a:lnTo>
                    <a:pt x="1034" y="738"/>
                  </a:lnTo>
                  <a:lnTo>
                    <a:pt x="1034" y="738"/>
                  </a:lnTo>
                  <a:lnTo>
                    <a:pt x="1034" y="738"/>
                  </a:lnTo>
                  <a:lnTo>
                    <a:pt x="1032" y="738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2" y="741"/>
                  </a:lnTo>
                  <a:lnTo>
                    <a:pt x="1034" y="743"/>
                  </a:lnTo>
                  <a:lnTo>
                    <a:pt x="1032" y="743"/>
                  </a:lnTo>
                  <a:lnTo>
                    <a:pt x="1032" y="743"/>
                  </a:lnTo>
                  <a:lnTo>
                    <a:pt x="1032" y="746"/>
                  </a:lnTo>
                  <a:lnTo>
                    <a:pt x="1032" y="746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48"/>
                  </a:lnTo>
                  <a:lnTo>
                    <a:pt x="1029" y="750"/>
                  </a:lnTo>
                  <a:lnTo>
                    <a:pt x="1029" y="750"/>
                  </a:lnTo>
                  <a:lnTo>
                    <a:pt x="1027" y="750"/>
                  </a:lnTo>
                  <a:lnTo>
                    <a:pt x="1027" y="750"/>
                  </a:lnTo>
                  <a:lnTo>
                    <a:pt x="1029" y="753"/>
                  </a:lnTo>
                  <a:lnTo>
                    <a:pt x="1029" y="753"/>
                  </a:lnTo>
                  <a:lnTo>
                    <a:pt x="1032" y="755"/>
                  </a:lnTo>
                  <a:lnTo>
                    <a:pt x="1034" y="755"/>
                  </a:lnTo>
                  <a:lnTo>
                    <a:pt x="1034" y="755"/>
                  </a:lnTo>
                  <a:lnTo>
                    <a:pt x="1034" y="757"/>
                  </a:lnTo>
                  <a:lnTo>
                    <a:pt x="1034" y="760"/>
                  </a:lnTo>
                  <a:lnTo>
                    <a:pt x="1034" y="760"/>
                  </a:lnTo>
                  <a:lnTo>
                    <a:pt x="1034" y="762"/>
                  </a:lnTo>
                  <a:lnTo>
                    <a:pt x="1036" y="764"/>
                  </a:lnTo>
                  <a:lnTo>
                    <a:pt x="1039" y="764"/>
                  </a:lnTo>
                  <a:lnTo>
                    <a:pt x="1041" y="764"/>
                  </a:lnTo>
                  <a:lnTo>
                    <a:pt x="1046" y="762"/>
                  </a:lnTo>
                  <a:lnTo>
                    <a:pt x="1051" y="760"/>
                  </a:lnTo>
                  <a:lnTo>
                    <a:pt x="1058" y="757"/>
                  </a:lnTo>
                  <a:lnTo>
                    <a:pt x="1060" y="755"/>
                  </a:lnTo>
                  <a:lnTo>
                    <a:pt x="1062" y="755"/>
                  </a:lnTo>
                  <a:lnTo>
                    <a:pt x="1062" y="755"/>
                  </a:lnTo>
                  <a:lnTo>
                    <a:pt x="1065" y="755"/>
                  </a:lnTo>
                  <a:lnTo>
                    <a:pt x="1065" y="753"/>
                  </a:lnTo>
                  <a:lnTo>
                    <a:pt x="1065" y="753"/>
                  </a:lnTo>
                  <a:lnTo>
                    <a:pt x="1065" y="753"/>
                  </a:lnTo>
                  <a:lnTo>
                    <a:pt x="1070" y="753"/>
                  </a:lnTo>
                  <a:lnTo>
                    <a:pt x="1072" y="750"/>
                  </a:lnTo>
                  <a:lnTo>
                    <a:pt x="1074" y="750"/>
                  </a:lnTo>
                  <a:lnTo>
                    <a:pt x="1074" y="748"/>
                  </a:lnTo>
                  <a:lnTo>
                    <a:pt x="1074" y="748"/>
                  </a:lnTo>
                  <a:lnTo>
                    <a:pt x="1077" y="746"/>
                  </a:lnTo>
                  <a:lnTo>
                    <a:pt x="1077" y="746"/>
                  </a:lnTo>
                  <a:lnTo>
                    <a:pt x="1077" y="743"/>
                  </a:lnTo>
                  <a:lnTo>
                    <a:pt x="1079" y="743"/>
                  </a:lnTo>
                  <a:lnTo>
                    <a:pt x="1079" y="743"/>
                  </a:lnTo>
                  <a:lnTo>
                    <a:pt x="1081" y="743"/>
                  </a:lnTo>
                  <a:lnTo>
                    <a:pt x="1081" y="741"/>
                  </a:lnTo>
                  <a:lnTo>
                    <a:pt x="1081" y="741"/>
                  </a:lnTo>
                  <a:lnTo>
                    <a:pt x="1081" y="741"/>
                  </a:lnTo>
                  <a:lnTo>
                    <a:pt x="1081" y="738"/>
                  </a:lnTo>
                  <a:lnTo>
                    <a:pt x="1081" y="738"/>
                  </a:lnTo>
                  <a:lnTo>
                    <a:pt x="1081" y="736"/>
                  </a:lnTo>
                  <a:lnTo>
                    <a:pt x="1081" y="736"/>
                  </a:lnTo>
                  <a:lnTo>
                    <a:pt x="1081" y="736"/>
                  </a:lnTo>
                  <a:lnTo>
                    <a:pt x="1084" y="734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81" y="736"/>
                  </a:lnTo>
                  <a:lnTo>
                    <a:pt x="1081" y="738"/>
                  </a:lnTo>
                  <a:lnTo>
                    <a:pt x="1081" y="743"/>
                  </a:lnTo>
                  <a:lnTo>
                    <a:pt x="1081" y="743"/>
                  </a:lnTo>
                  <a:lnTo>
                    <a:pt x="1081" y="743"/>
                  </a:lnTo>
                  <a:lnTo>
                    <a:pt x="1079" y="746"/>
                  </a:lnTo>
                  <a:lnTo>
                    <a:pt x="1079" y="746"/>
                  </a:lnTo>
                  <a:lnTo>
                    <a:pt x="1077" y="746"/>
                  </a:lnTo>
                  <a:lnTo>
                    <a:pt x="1077" y="746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48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0"/>
                  </a:lnTo>
                  <a:lnTo>
                    <a:pt x="1077" y="753"/>
                  </a:lnTo>
                  <a:lnTo>
                    <a:pt x="1074" y="757"/>
                  </a:lnTo>
                  <a:lnTo>
                    <a:pt x="1074" y="757"/>
                  </a:lnTo>
                  <a:lnTo>
                    <a:pt x="1074" y="760"/>
                  </a:lnTo>
                  <a:lnTo>
                    <a:pt x="1077" y="760"/>
                  </a:lnTo>
                  <a:lnTo>
                    <a:pt x="1077" y="760"/>
                  </a:lnTo>
                  <a:lnTo>
                    <a:pt x="1079" y="760"/>
                  </a:lnTo>
                  <a:lnTo>
                    <a:pt x="1079" y="760"/>
                  </a:lnTo>
                  <a:lnTo>
                    <a:pt x="1077" y="760"/>
                  </a:lnTo>
                  <a:lnTo>
                    <a:pt x="1077" y="760"/>
                  </a:lnTo>
                  <a:lnTo>
                    <a:pt x="1074" y="760"/>
                  </a:lnTo>
                  <a:lnTo>
                    <a:pt x="1072" y="762"/>
                  </a:lnTo>
                  <a:lnTo>
                    <a:pt x="1072" y="762"/>
                  </a:lnTo>
                  <a:lnTo>
                    <a:pt x="1067" y="764"/>
                  </a:lnTo>
                  <a:lnTo>
                    <a:pt x="1065" y="769"/>
                  </a:lnTo>
                  <a:lnTo>
                    <a:pt x="1065" y="772"/>
                  </a:lnTo>
                  <a:lnTo>
                    <a:pt x="1062" y="772"/>
                  </a:lnTo>
                  <a:lnTo>
                    <a:pt x="1062" y="772"/>
                  </a:lnTo>
                  <a:lnTo>
                    <a:pt x="1060" y="774"/>
                  </a:lnTo>
                  <a:lnTo>
                    <a:pt x="1058" y="781"/>
                  </a:lnTo>
                  <a:lnTo>
                    <a:pt x="1058" y="783"/>
                  </a:lnTo>
                  <a:lnTo>
                    <a:pt x="1058" y="786"/>
                  </a:lnTo>
                  <a:lnTo>
                    <a:pt x="1058" y="786"/>
                  </a:lnTo>
                  <a:lnTo>
                    <a:pt x="1058" y="788"/>
                  </a:lnTo>
                  <a:lnTo>
                    <a:pt x="1060" y="788"/>
                  </a:lnTo>
                  <a:lnTo>
                    <a:pt x="1060" y="790"/>
                  </a:lnTo>
                  <a:lnTo>
                    <a:pt x="1060" y="788"/>
                  </a:lnTo>
                  <a:lnTo>
                    <a:pt x="1062" y="788"/>
                  </a:lnTo>
                  <a:lnTo>
                    <a:pt x="1065" y="788"/>
                  </a:lnTo>
                  <a:lnTo>
                    <a:pt x="1070" y="790"/>
                  </a:lnTo>
                  <a:lnTo>
                    <a:pt x="1070" y="790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3"/>
                  </a:lnTo>
                  <a:lnTo>
                    <a:pt x="1070" y="790"/>
                  </a:lnTo>
                  <a:lnTo>
                    <a:pt x="1070" y="790"/>
                  </a:lnTo>
                  <a:lnTo>
                    <a:pt x="1065" y="790"/>
                  </a:lnTo>
                  <a:lnTo>
                    <a:pt x="1062" y="790"/>
                  </a:lnTo>
                  <a:lnTo>
                    <a:pt x="1062" y="790"/>
                  </a:lnTo>
                  <a:lnTo>
                    <a:pt x="1062" y="790"/>
                  </a:lnTo>
                  <a:lnTo>
                    <a:pt x="1060" y="793"/>
                  </a:lnTo>
                  <a:lnTo>
                    <a:pt x="1060" y="793"/>
                  </a:lnTo>
                  <a:lnTo>
                    <a:pt x="1060" y="793"/>
                  </a:lnTo>
                  <a:lnTo>
                    <a:pt x="1058" y="793"/>
                  </a:lnTo>
                  <a:lnTo>
                    <a:pt x="1058" y="793"/>
                  </a:lnTo>
                  <a:lnTo>
                    <a:pt x="1058" y="793"/>
                  </a:lnTo>
                  <a:lnTo>
                    <a:pt x="1055" y="793"/>
                  </a:lnTo>
                  <a:lnTo>
                    <a:pt x="1055" y="795"/>
                  </a:lnTo>
                  <a:lnTo>
                    <a:pt x="1055" y="795"/>
                  </a:lnTo>
                  <a:lnTo>
                    <a:pt x="1055" y="798"/>
                  </a:lnTo>
                  <a:lnTo>
                    <a:pt x="1055" y="800"/>
                  </a:lnTo>
                  <a:lnTo>
                    <a:pt x="1055" y="805"/>
                  </a:lnTo>
                  <a:lnTo>
                    <a:pt x="1053" y="807"/>
                  </a:lnTo>
                  <a:lnTo>
                    <a:pt x="1053" y="809"/>
                  </a:lnTo>
                  <a:lnTo>
                    <a:pt x="1053" y="814"/>
                  </a:lnTo>
                  <a:lnTo>
                    <a:pt x="1051" y="817"/>
                  </a:lnTo>
                  <a:lnTo>
                    <a:pt x="1051" y="819"/>
                  </a:lnTo>
                  <a:lnTo>
                    <a:pt x="1051" y="819"/>
                  </a:lnTo>
                  <a:lnTo>
                    <a:pt x="1051" y="821"/>
                  </a:lnTo>
                  <a:lnTo>
                    <a:pt x="1051" y="821"/>
                  </a:lnTo>
                  <a:lnTo>
                    <a:pt x="1051" y="824"/>
                  </a:lnTo>
                  <a:lnTo>
                    <a:pt x="1051" y="824"/>
                  </a:lnTo>
                  <a:lnTo>
                    <a:pt x="1051" y="824"/>
                  </a:lnTo>
                  <a:lnTo>
                    <a:pt x="1051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4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3" y="826"/>
                  </a:lnTo>
                  <a:lnTo>
                    <a:pt x="1055" y="828"/>
                  </a:lnTo>
                  <a:lnTo>
                    <a:pt x="1055" y="828"/>
                  </a:lnTo>
                  <a:lnTo>
                    <a:pt x="1053" y="831"/>
                  </a:lnTo>
                  <a:lnTo>
                    <a:pt x="1053" y="833"/>
                  </a:lnTo>
                  <a:lnTo>
                    <a:pt x="1053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55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58" y="831"/>
                  </a:lnTo>
                  <a:lnTo>
                    <a:pt x="1058" y="831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28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1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60" y="833"/>
                  </a:lnTo>
                  <a:lnTo>
                    <a:pt x="1058" y="833"/>
                  </a:lnTo>
                  <a:lnTo>
                    <a:pt x="1058" y="833"/>
                  </a:lnTo>
                  <a:lnTo>
                    <a:pt x="1055" y="835"/>
                  </a:lnTo>
                  <a:lnTo>
                    <a:pt x="1055" y="835"/>
                  </a:lnTo>
                  <a:lnTo>
                    <a:pt x="1055" y="833"/>
                  </a:lnTo>
                  <a:lnTo>
                    <a:pt x="1051" y="833"/>
                  </a:lnTo>
                  <a:lnTo>
                    <a:pt x="1051" y="833"/>
                  </a:lnTo>
                  <a:lnTo>
                    <a:pt x="1053" y="833"/>
                  </a:lnTo>
                  <a:lnTo>
                    <a:pt x="1051" y="831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51" y="828"/>
                  </a:lnTo>
                  <a:lnTo>
                    <a:pt x="1048" y="828"/>
                  </a:lnTo>
                  <a:lnTo>
                    <a:pt x="1048" y="828"/>
                  </a:lnTo>
                  <a:lnTo>
                    <a:pt x="1046" y="831"/>
                  </a:lnTo>
                  <a:lnTo>
                    <a:pt x="1044" y="833"/>
                  </a:lnTo>
                  <a:lnTo>
                    <a:pt x="1041" y="833"/>
                  </a:lnTo>
                  <a:lnTo>
                    <a:pt x="1041" y="835"/>
                  </a:lnTo>
                  <a:lnTo>
                    <a:pt x="1039" y="835"/>
                  </a:lnTo>
                  <a:lnTo>
                    <a:pt x="1039" y="838"/>
                  </a:lnTo>
                  <a:lnTo>
                    <a:pt x="1036" y="838"/>
                  </a:lnTo>
                  <a:lnTo>
                    <a:pt x="1036" y="838"/>
                  </a:lnTo>
                  <a:lnTo>
                    <a:pt x="1039" y="838"/>
                  </a:lnTo>
                  <a:lnTo>
                    <a:pt x="1039" y="838"/>
                  </a:lnTo>
                  <a:lnTo>
                    <a:pt x="1039" y="840"/>
                  </a:lnTo>
                  <a:lnTo>
                    <a:pt x="1034" y="840"/>
                  </a:lnTo>
                  <a:lnTo>
                    <a:pt x="1032" y="843"/>
                  </a:lnTo>
                  <a:lnTo>
                    <a:pt x="1029" y="843"/>
                  </a:lnTo>
                  <a:lnTo>
                    <a:pt x="1029" y="843"/>
                  </a:lnTo>
                  <a:lnTo>
                    <a:pt x="1020" y="854"/>
                  </a:lnTo>
                  <a:lnTo>
                    <a:pt x="1017" y="857"/>
                  </a:lnTo>
                  <a:lnTo>
                    <a:pt x="1017" y="859"/>
                  </a:lnTo>
                  <a:lnTo>
                    <a:pt x="1017" y="859"/>
                  </a:lnTo>
                  <a:lnTo>
                    <a:pt x="1015" y="861"/>
                  </a:lnTo>
                  <a:lnTo>
                    <a:pt x="1015" y="861"/>
                  </a:lnTo>
                  <a:lnTo>
                    <a:pt x="1015" y="864"/>
                  </a:lnTo>
                  <a:lnTo>
                    <a:pt x="1015" y="866"/>
                  </a:lnTo>
                  <a:lnTo>
                    <a:pt x="1015" y="869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1"/>
                  </a:lnTo>
                  <a:lnTo>
                    <a:pt x="1017" y="876"/>
                  </a:lnTo>
                  <a:lnTo>
                    <a:pt x="1017" y="873"/>
                  </a:lnTo>
                  <a:lnTo>
                    <a:pt x="1015" y="873"/>
                  </a:lnTo>
                  <a:lnTo>
                    <a:pt x="1015" y="873"/>
                  </a:lnTo>
                  <a:lnTo>
                    <a:pt x="1015" y="873"/>
                  </a:lnTo>
                  <a:lnTo>
                    <a:pt x="1013" y="873"/>
                  </a:lnTo>
                  <a:lnTo>
                    <a:pt x="1013" y="873"/>
                  </a:lnTo>
                  <a:lnTo>
                    <a:pt x="1013" y="873"/>
                  </a:lnTo>
                  <a:lnTo>
                    <a:pt x="1010" y="873"/>
                  </a:lnTo>
                  <a:lnTo>
                    <a:pt x="1010" y="873"/>
                  </a:lnTo>
                  <a:lnTo>
                    <a:pt x="1010" y="871"/>
                  </a:lnTo>
                  <a:lnTo>
                    <a:pt x="1008" y="871"/>
                  </a:lnTo>
                  <a:lnTo>
                    <a:pt x="1008" y="869"/>
                  </a:lnTo>
                  <a:lnTo>
                    <a:pt x="1008" y="869"/>
                  </a:lnTo>
                  <a:lnTo>
                    <a:pt x="1006" y="871"/>
                  </a:lnTo>
                  <a:lnTo>
                    <a:pt x="1006" y="871"/>
                  </a:lnTo>
                  <a:lnTo>
                    <a:pt x="1006" y="873"/>
                  </a:lnTo>
                  <a:lnTo>
                    <a:pt x="1006" y="873"/>
                  </a:lnTo>
                  <a:lnTo>
                    <a:pt x="1006" y="873"/>
                  </a:lnTo>
                  <a:lnTo>
                    <a:pt x="1006" y="871"/>
                  </a:lnTo>
                  <a:lnTo>
                    <a:pt x="1003" y="871"/>
                  </a:lnTo>
                  <a:lnTo>
                    <a:pt x="1006" y="871"/>
                  </a:lnTo>
                  <a:lnTo>
                    <a:pt x="1006" y="871"/>
                  </a:lnTo>
                  <a:lnTo>
                    <a:pt x="1008" y="869"/>
                  </a:lnTo>
                  <a:lnTo>
                    <a:pt x="1010" y="866"/>
                  </a:lnTo>
                  <a:lnTo>
                    <a:pt x="1010" y="866"/>
                  </a:lnTo>
                  <a:lnTo>
                    <a:pt x="1010" y="866"/>
                  </a:lnTo>
                  <a:lnTo>
                    <a:pt x="1008" y="869"/>
                  </a:lnTo>
                  <a:lnTo>
                    <a:pt x="1006" y="869"/>
                  </a:lnTo>
                  <a:lnTo>
                    <a:pt x="1003" y="871"/>
                  </a:lnTo>
                  <a:lnTo>
                    <a:pt x="1003" y="873"/>
                  </a:lnTo>
                  <a:lnTo>
                    <a:pt x="999" y="873"/>
                  </a:lnTo>
                  <a:lnTo>
                    <a:pt x="999" y="873"/>
                  </a:lnTo>
                  <a:lnTo>
                    <a:pt x="996" y="876"/>
                  </a:lnTo>
                  <a:lnTo>
                    <a:pt x="996" y="876"/>
                  </a:lnTo>
                  <a:lnTo>
                    <a:pt x="996" y="876"/>
                  </a:lnTo>
                  <a:lnTo>
                    <a:pt x="999" y="878"/>
                  </a:lnTo>
                  <a:lnTo>
                    <a:pt x="999" y="878"/>
                  </a:lnTo>
                  <a:lnTo>
                    <a:pt x="996" y="878"/>
                  </a:lnTo>
                  <a:lnTo>
                    <a:pt x="996" y="878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89" y="880"/>
                  </a:lnTo>
                  <a:lnTo>
                    <a:pt x="989" y="880"/>
                  </a:lnTo>
                  <a:lnTo>
                    <a:pt x="987" y="880"/>
                  </a:lnTo>
                  <a:lnTo>
                    <a:pt x="987" y="880"/>
                  </a:lnTo>
                  <a:lnTo>
                    <a:pt x="987" y="880"/>
                  </a:lnTo>
                  <a:lnTo>
                    <a:pt x="989" y="880"/>
                  </a:lnTo>
                  <a:lnTo>
                    <a:pt x="980" y="883"/>
                  </a:lnTo>
                  <a:lnTo>
                    <a:pt x="977" y="885"/>
                  </a:lnTo>
                  <a:lnTo>
                    <a:pt x="973" y="888"/>
                  </a:lnTo>
                  <a:lnTo>
                    <a:pt x="970" y="890"/>
                  </a:lnTo>
                  <a:lnTo>
                    <a:pt x="963" y="892"/>
                  </a:lnTo>
                  <a:lnTo>
                    <a:pt x="963" y="895"/>
                  </a:lnTo>
                  <a:lnTo>
                    <a:pt x="958" y="899"/>
                  </a:lnTo>
                  <a:lnTo>
                    <a:pt x="956" y="902"/>
                  </a:lnTo>
                  <a:lnTo>
                    <a:pt x="956" y="902"/>
                  </a:lnTo>
                  <a:lnTo>
                    <a:pt x="956" y="904"/>
                  </a:lnTo>
                  <a:lnTo>
                    <a:pt x="954" y="904"/>
                  </a:lnTo>
                  <a:lnTo>
                    <a:pt x="954" y="904"/>
                  </a:lnTo>
                  <a:lnTo>
                    <a:pt x="954" y="906"/>
                  </a:lnTo>
                  <a:lnTo>
                    <a:pt x="954" y="909"/>
                  </a:lnTo>
                  <a:lnTo>
                    <a:pt x="954" y="909"/>
                  </a:lnTo>
                  <a:lnTo>
                    <a:pt x="951" y="911"/>
                  </a:lnTo>
                  <a:lnTo>
                    <a:pt x="951" y="914"/>
                  </a:lnTo>
                  <a:lnTo>
                    <a:pt x="949" y="914"/>
                  </a:lnTo>
                  <a:lnTo>
                    <a:pt x="949" y="916"/>
                  </a:lnTo>
                  <a:lnTo>
                    <a:pt x="949" y="916"/>
                  </a:lnTo>
                  <a:lnTo>
                    <a:pt x="949" y="916"/>
                  </a:lnTo>
                  <a:lnTo>
                    <a:pt x="951" y="916"/>
                  </a:lnTo>
                  <a:lnTo>
                    <a:pt x="951" y="916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49" y="918"/>
                  </a:lnTo>
                  <a:lnTo>
                    <a:pt x="951" y="918"/>
                  </a:lnTo>
                  <a:lnTo>
                    <a:pt x="956" y="923"/>
                  </a:lnTo>
                  <a:lnTo>
                    <a:pt x="958" y="925"/>
                  </a:lnTo>
                  <a:lnTo>
                    <a:pt x="958" y="925"/>
                  </a:lnTo>
                  <a:lnTo>
                    <a:pt x="958" y="925"/>
                  </a:lnTo>
                  <a:lnTo>
                    <a:pt x="956" y="925"/>
                  </a:lnTo>
                  <a:lnTo>
                    <a:pt x="956" y="928"/>
                  </a:lnTo>
                  <a:lnTo>
                    <a:pt x="958" y="928"/>
                  </a:lnTo>
                  <a:lnTo>
                    <a:pt x="958" y="928"/>
                  </a:lnTo>
                  <a:lnTo>
                    <a:pt x="958" y="930"/>
                  </a:lnTo>
                  <a:lnTo>
                    <a:pt x="958" y="930"/>
                  </a:lnTo>
                  <a:lnTo>
                    <a:pt x="958" y="930"/>
                  </a:lnTo>
                  <a:lnTo>
                    <a:pt x="956" y="930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4" y="928"/>
                  </a:lnTo>
                  <a:lnTo>
                    <a:pt x="951" y="928"/>
                  </a:lnTo>
                  <a:lnTo>
                    <a:pt x="951" y="928"/>
                  </a:lnTo>
                  <a:lnTo>
                    <a:pt x="951" y="928"/>
                  </a:lnTo>
                  <a:lnTo>
                    <a:pt x="951" y="925"/>
                  </a:lnTo>
                  <a:lnTo>
                    <a:pt x="951" y="925"/>
                  </a:lnTo>
                  <a:lnTo>
                    <a:pt x="951" y="925"/>
                  </a:lnTo>
                  <a:lnTo>
                    <a:pt x="951" y="923"/>
                  </a:lnTo>
                  <a:lnTo>
                    <a:pt x="951" y="923"/>
                  </a:lnTo>
                  <a:lnTo>
                    <a:pt x="944" y="923"/>
                  </a:lnTo>
                  <a:lnTo>
                    <a:pt x="944" y="923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1"/>
                  </a:lnTo>
                  <a:lnTo>
                    <a:pt x="942" y="923"/>
                  </a:lnTo>
                  <a:lnTo>
                    <a:pt x="942" y="923"/>
                  </a:lnTo>
                  <a:lnTo>
                    <a:pt x="942" y="925"/>
                  </a:lnTo>
                  <a:lnTo>
                    <a:pt x="942" y="928"/>
                  </a:lnTo>
                  <a:lnTo>
                    <a:pt x="942" y="928"/>
                  </a:lnTo>
                  <a:lnTo>
                    <a:pt x="944" y="928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0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4" y="932"/>
                  </a:lnTo>
                  <a:lnTo>
                    <a:pt x="942" y="930"/>
                  </a:lnTo>
                  <a:lnTo>
                    <a:pt x="942" y="930"/>
                  </a:lnTo>
                  <a:lnTo>
                    <a:pt x="942" y="928"/>
                  </a:lnTo>
                  <a:lnTo>
                    <a:pt x="942" y="930"/>
                  </a:lnTo>
                  <a:lnTo>
                    <a:pt x="939" y="930"/>
                  </a:lnTo>
                  <a:lnTo>
                    <a:pt x="939" y="930"/>
                  </a:lnTo>
                  <a:lnTo>
                    <a:pt x="937" y="925"/>
                  </a:lnTo>
                  <a:lnTo>
                    <a:pt x="937" y="925"/>
                  </a:lnTo>
                  <a:lnTo>
                    <a:pt x="935" y="923"/>
                  </a:lnTo>
                  <a:lnTo>
                    <a:pt x="935" y="923"/>
                  </a:lnTo>
                  <a:lnTo>
                    <a:pt x="935" y="923"/>
                  </a:lnTo>
                  <a:lnTo>
                    <a:pt x="937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5" y="921"/>
                  </a:lnTo>
                  <a:lnTo>
                    <a:pt x="932" y="921"/>
                  </a:lnTo>
                  <a:lnTo>
                    <a:pt x="932" y="918"/>
                  </a:lnTo>
                  <a:lnTo>
                    <a:pt x="935" y="918"/>
                  </a:lnTo>
                  <a:lnTo>
                    <a:pt x="935" y="918"/>
                  </a:lnTo>
                  <a:lnTo>
                    <a:pt x="937" y="918"/>
                  </a:lnTo>
                  <a:lnTo>
                    <a:pt x="937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6"/>
                  </a:lnTo>
                  <a:lnTo>
                    <a:pt x="939" y="914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6"/>
                  </a:lnTo>
                  <a:lnTo>
                    <a:pt x="935" y="916"/>
                  </a:lnTo>
                  <a:lnTo>
                    <a:pt x="932" y="916"/>
                  </a:lnTo>
                  <a:lnTo>
                    <a:pt x="932" y="916"/>
                  </a:lnTo>
                  <a:lnTo>
                    <a:pt x="932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30" y="916"/>
                  </a:lnTo>
                  <a:lnTo>
                    <a:pt x="928" y="916"/>
                  </a:lnTo>
                  <a:lnTo>
                    <a:pt x="923" y="916"/>
                  </a:lnTo>
                  <a:lnTo>
                    <a:pt x="925" y="914"/>
                  </a:lnTo>
                  <a:lnTo>
                    <a:pt x="925" y="914"/>
                  </a:lnTo>
                  <a:lnTo>
                    <a:pt x="928" y="914"/>
                  </a:lnTo>
                  <a:lnTo>
                    <a:pt x="930" y="911"/>
                  </a:lnTo>
                  <a:lnTo>
                    <a:pt x="923" y="914"/>
                  </a:lnTo>
                  <a:lnTo>
                    <a:pt x="923" y="914"/>
                  </a:lnTo>
                  <a:lnTo>
                    <a:pt x="921" y="914"/>
                  </a:lnTo>
                  <a:lnTo>
                    <a:pt x="918" y="914"/>
                  </a:lnTo>
                  <a:lnTo>
                    <a:pt x="916" y="916"/>
                  </a:lnTo>
                  <a:lnTo>
                    <a:pt x="913" y="916"/>
                  </a:lnTo>
                  <a:lnTo>
                    <a:pt x="911" y="916"/>
                  </a:lnTo>
                  <a:lnTo>
                    <a:pt x="909" y="916"/>
                  </a:lnTo>
                  <a:lnTo>
                    <a:pt x="906" y="916"/>
                  </a:lnTo>
                  <a:lnTo>
                    <a:pt x="906" y="918"/>
                  </a:lnTo>
                  <a:lnTo>
                    <a:pt x="904" y="921"/>
                  </a:lnTo>
                  <a:lnTo>
                    <a:pt x="904" y="921"/>
                  </a:lnTo>
                  <a:lnTo>
                    <a:pt x="899" y="923"/>
                  </a:lnTo>
                  <a:lnTo>
                    <a:pt x="897" y="923"/>
                  </a:lnTo>
                  <a:lnTo>
                    <a:pt x="897" y="923"/>
                  </a:lnTo>
                  <a:lnTo>
                    <a:pt x="895" y="925"/>
                  </a:lnTo>
                  <a:lnTo>
                    <a:pt x="895" y="925"/>
                  </a:lnTo>
                  <a:lnTo>
                    <a:pt x="892" y="928"/>
                  </a:lnTo>
                  <a:lnTo>
                    <a:pt x="878" y="940"/>
                  </a:lnTo>
                  <a:lnTo>
                    <a:pt x="878" y="940"/>
                  </a:lnTo>
                  <a:lnTo>
                    <a:pt x="878" y="940"/>
                  </a:lnTo>
                  <a:lnTo>
                    <a:pt x="878" y="942"/>
                  </a:lnTo>
                  <a:lnTo>
                    <a:pt x="876" y="942"/>
                  </a:lnTo>
                  <a:lnTo>
                    <a:pt x="878" y="942"/>
                  </a:lnTo>
                  <a:lnTo>
                    <a:pt x="878" y="942"/>
                  </a:lnTo>
                  <a:lnTo>
                    <a:pt x="878" y="940"/>
                  </a:lnTo>
                  <a:lnTo>
                    <a:pt x="880" y="940"/>
                  </a:lnTo>
                  <a:lnTo>
                    <a:pt x="880" y="942"/>
                  </a:lnTo>
                  <a:lnTo>
                    <a:pt x="880" y="942"/>
                  </a:lnTo>
                  <a:lnTo>
                    <a:pt x="880" y="942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80" y="944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8" y="947"/>
                  </a:lnTo>
                  <a:lnTo>
                    <a:pt x="876" y="947"/>
                  </a:lnTo>
                  <a:lnTo>
                    <a:pt x="876" y="944"/>
                  </a:lnTo>
                  <a:lnTo>
                    <a:pt x="876" y="944"/>
                  </a:lnTo>
                  <a:lnTo>
                    <a:pt x="876" y="944"/>
                  </a:lnTo>
                  <a:lnTo>
                    <a:pt x="873" y="947"/>
                  </a:lnTo>
                  <a:lnTo>
                    <a:pt x="871" y="947"/>
                  </a:lnTo>
                  <a:lnTo>
                    <a:pt x="868" y="949"/>
                  </a:lnTo>
                  <a:lnTo>
                    <a:pt x="868" y="949"/>
                  </a:lnTo>
                  <a:lnTo>
                    <a:pt x="866" y="949"/>
                  </a:lnTo>
                  <a:lnTo>
                    <a:pt x="866" y="951"/>
                  </a:lnTo>
                  <a:lnTo>
                    <a:pt x="866" y="951"/>
                  </a:lnTo>
                  <a:lnTo>
                    <a:pt x="868" y="951"/>
                  </a:lnTo>
                  <a:lnTo>
                    <a:pt x="866" y="954"/>
                  </a:lnTo>
                  <a:lnTo>
                    <a:pt x="866" y="954"/>
                  </a:lnTo>
                  <a:lnTo>
                    <a:pt x="864" y="956"/>
                  </a:lnTo>
                  <a:lnTo>
                    <a:pt x="861" y="956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61" y="954"/>
                  </a:lnTo>
                  <a:lnTo>
                    <a:pt x="859" y="954"/>
                  </a:lnTo>
                  <a:lnTo>
                    <a:pt x="859" y="954"/>
                  </a:lnTo>
                  <a:lnTo>
                    <a:pt x="859" y="954"/>
                  </a:lnTo>
                  <a:lnTo>
                    <a:pt x="859" y="951"/>
                  </a:lnTo>
                  <a:lnTo>
                    <a:pt x="861" y="951"/>
                  </a:lnTo>
                  <a:lnTo>
                    <a:pt x="861" y="951"/>
                  </a:lnTo>
                  <a:lnTo>
                    <a:pt x="861" y="951"/>
                  </a:lnTo>
                  <a:lnTo>
                    <a:pt x="861" y="949"/>
                  </a:lnTo>
                  <a:lnTo>
                    <a:pt x="857" y="954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6"/>
                  </a:lnTo>
                  <a:lnTo>
                    <a:pt x="850" y="959"/>
                  </a:lnTo>
                  <a:lnTo>
                    <a:pt x="850" y="959"/>
                  </a:lnTo>
                  <a:lnTo>
                    <a:pt x="850" y="959"/>
                  </a:lnTo>
                  <a:lnTo>
                    <a:pt x="850" y="961"/>
                  </a:lnTo>
                  <a:lnTo>
                    <a:pt x="850" y="963"/>
                  </a:lnTo>
                  <a:lnTo>
                    <a:pt x="850" y="963"/>
                  </a:lnTo>
                  <a:lnTo>
                    <a:pt x="852" y="966"/>
                  </a:lnTo>
                  <a:lnTo>
                    <a:pt x="852" y="966"/>
                  </a:lnTo>
                  <a:lnTo>
                    <a:pt x="850" y="968"/>
                  </a:lnTo>
                  <a:lnTo>
                    <a:pt x="850" y="966"/>
                  </a:lnTo>
                  <a:lnTo>
                    <a:pt x="850" y="966"/>
                  </a:lnTo>
                  <a:lnTo>
                    <a:pt x="847" y="966"/>
                  </a:lnTo>
                  <a:lnTo>
                    <a:pt x="847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50" y="968"/>
                  </a:lnTo>
                  <a:lnTo>
                    <a:pt x="847" y="968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7" y="970"/>
                  </a:lnTo>
                  <a:lnTo>
                    <a:pt x="845" y="970"/>
                  </a:lnTo>
                  <a:lnTo>
                    <a:pt x="845" y="973"/>
                  </a:lnTo>
                  <a:lnTo>
                    <a:pt x="847" y="973"/>
                  </a:lnTo>
                  <a:lnTo>
                    <a:pt x="847" y="975"/>
                  </a:lnTo>
                  <a:lnTo>
                    <a:pt x="847" y="975"/>
                  </a:lnTo>
                  <a:lnTo>
                    <a:pt x="847" y="975"/>
                  </a:lnTo>
                  <a:lnTo>
                    <a:pt x="850" y="973"/>
                  </a:lnTo>
                  <a:lnTo>
                    <a:pt x="850" y="973"/>
                  </a:lnTo>
                  <a:lnTo>
                    <a:pt x="852" y="973"/>
                  </a:lnTo>
                  <a:lnTo>
                    <a:pt x="852" y="973"/>
                  </a:lnTo>
                  <a:lnTo>
                    <a:pt x="854" y="970"/>
                  </a:lnTo>
                  <a:lnTo>
                    <a:pt x="854" y="970"/>
                  </a:lnTo>
                  <a:lnTo>
                    <a:pt x="857" y="968"/>
                  </a:lnTo>
                  <a:lnTo>
                    <a:pt x="859" y="968"/>
                  </a:lnTo>
                  <a:lnTo>
                    <a:pt x="859" y="968"/>
                  </a:lnTo>
                  <a:lnTo>
                    <a:pt x="857" y="966"/>
                  </a:lnTo>
                  <a:lnTo>
                    <a:pt x="857" y="966"/>
                  </a:lnTo>
                  <a:lnTo>
                    <a:pt x="857" y="966"/>
                  </a:lnTo>
                  <a:lnTo>
                    <a:pt x="854" y="963"/>
                  </a:lnTo>
                  <a:lnTo>
                    <a:pt x="854" y="963"/>
                  </a:lnTo>
                  <a:lnTo>
                    <a:pt x="852" y="961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2" y="959"/>
                  </a:lnTo>
                  <a:lnTo>
                    <a:pt x="852" y="959"/>
                  </a:lnTo>
                  <a:lnTo>
                    <a:pt x="852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9"/>
                  </a:lnTo>
                  <a:lnTo>
                    <a:pt x="854" y="956"/>
                  </a:lnTo>
                  <a:lnTo>
                    <a:pt x="854" y="956"/>
                  </a:lnTo>
                  <a:lnTo>
                    <a:pt x="854" y="956"/>
                  </a:lnTo>
                  <a:lnTo>
                    <a:pt x="857" y="956"/>
                  </a:lnTo>
                  <a:lnTo>
                    <a:pt x="857" y="956"/>
                  </a:lnTo>
                  <a:lnTo>
                    <a:pt x="857" y="956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4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7" y="959"/>
                  </a:lnTo>
                  <a:lnTo>
                    <a:pt x="859" y="959"/>
                  </a:lnTo>
                  <a:lnTo>
                    <a:pt x="859" y="959"/>
                  </a:lnTo>
                  <a:lnTo>
                    <a:pt x="859" y="959"/>
                  </a:lnTo>
                  <a:lnTo>
                    <a:pt x="859" y="961"/>
                  </a:lnTo>
                  <a:lnTo>
                    <a:pt x="861" y="961"/>
                  </a:lnTo>
                  <a:lnTo>
                    <a:pt x="861" y="963"/>
                  </a:lnTo>
                  <a:lnTo>
                    <a:pt x="861" y="963"/>
                  </a:lnTo>
                  <a:lnTo>
                    <a:pt x="864" y="963"/>
                  </a:lnTo>
                  <a:lnTo>
                    <a:pt x="864" y="963"/>
                  </a:lnTo>
                  <a:lnTo>
                    <a:pt x="861" y="963"/>
                  </a:lnTo>
                  <a:lnTo>
                    <a:pt x="861" y="966"/>
                  </a:lnTo>
                  <a:lnTo>
                    <a:pt x="861" y="966"/>
                  </a:lnTo>
                  <a:lnTo>
                    <a:pt x="861" y="966"/>
                  </a:lnTo>
                  <a:lnTo>
                    <a:pt x="861" y="968"/>
                  </a:lnTo>
                  <a:lnTo>
                    <a:pt x="861" y="968"/>
                  </a:lnTo>
                  <a:lnTo>
                    <a:pt x="861" y="968"/>
                  </a:lnTo>
                  <a:lnTo>
                    <a:pt x="864" y="968"/>
                  </a:lnTo>
                  <a:lnTo>
                    <a:pt x="864" y="970"/>
                  </a:lnTo>
                  <a:lnTo>
                    <a:pt x="866" y="970"/>
                  </a:lnTo>
                  <a:lnTo>
                    <a:pt x="868" y="970"/>
                  </a:lnTo>
                  <a:lnTo>
                    <a:pt x="868" y="970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68" y="968"/>
                  </a:lnTo>
                  <a:lnTo>
                    <a:pt x="871" y="966"/>
                  </a:lnTo>
                  <a:lnTo>
                    <a:pt x="871" y="966"/>
                  </a:lnTo>
                  <a:lnTo>
                    <a:pt x="871" y="963"/>
                  </a:lnTo>
                  <a:lnTo>
                    <a:pt x="871" y="963"/>
                  </a:lnTo>
                  <a:lnTo>
                    <a:pt x="873" y="963"/>
                  </a:lnTo>
                  <a:lnTo>
                    <a:pt x="873" y="963"/>
                  </a:lnTo>
                  <a:lnTo>
                    <a:pt x="873" y="966"/>
                  </a:lnTo>
                  <a:lnTo>
                    <a:pt x="873" y="966"/>
                  </a:lnTo>
                  <a:lnTo>
                    <a:pt x="873" y="966"/>
                  </a:lnTo>
                  <a:lnTo>
                    <a:pt x="871" y="966"/>
                  </a:lnTo>
                  <a:lnTo>
                    <a:pt x="873" y="966"/>
                  </a:lnTo>
                  <a:lnTo>
                    <a:pt x="873" y="968"/>
                  </a:lnTo>
                  <a:lnTo>
                    <a:pt x="873" y="968"/>
                  </a:lnTo>
                  <a:lnTo>
                    <a:pt x="876" y="970"/>
                  </a:lnTo>
                  <a:lnTo>
                    <a:pt x="873" y="963"/>
                  </a:lnTo>
                  <a:lnTo>
                    <a:pt x="873" y="961"/>
                  </a:lnTo>
                  <a:lnTo>
                    <a:pt x="873" y="963"/>
                  </a:lnTo>
                  <a:lnTo>
                    <a:pt x="873" y="963"/>
                  </a:lnTo>
                  <a:lnTo>
                    <a:pt x="873" y="961"/>
                  </a:lnTo>
                  <a:lnTo>
                    <a:pt x="873" y="961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3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9"/>
                  </a:lnTo>
                  <a:lnTo>
                    <a:pt x="876" y="956"/>
                  </a:lnTo>
                  <a:lnTo>
                    <a:pt x="873" y="956"/>
                  </a:lnTo>
                  <a:lnTo>
                    <a:pt x="873" y="956"/>
                  </a:lnTo>
                  <a:lnTo>
                    <a:pt x="871" y="954"/>
                  </a:lnTo>
                  <a:lnTo>
                    <a:pt x="871" y="954"/>
                  </a:lnTo>
                  <a:lnTo>
                    <a:pt x="871" y="951"/>
                  </a:lnTo>
                  <a:lnTo>
                    <a:pt x="873" y="951"/>
                  </a:lnTo>
                  <a:lnTo>
                    <a:pt x="873" y="949"/>
                  </a:lnTo>
                  <a:lnTo>
                    <a:pt x="873" y="949"/>
                  </a:lnTo>
                  <a:lnTo>
                    <a:pt x="876" y="949"/>
                  </a:lnTo>
                  <a:lnTo>
                    <a:pt x="876" y="949"/>
                  </a:lnTo>
                  <a:lnTo>
                    <a:pt x="876" y="949"/>
                  </a:lnTo>
                  <a:lnTo>
                    <a:pt x="878" y="949"/>
                  </a:lnTo>
                  <a:lnTo>
                    <a:pt x="878" y="949"/>
                  </a:lnTo>
                  <a:lnTo>
                    <a:pt x="876" y="951"/>
                  </a:lnTo>
                  <a:lnTo>
                    <a:pt x="878" y="951"/>
                  </a:lnTo>
                  <a:lnTo>
                    <a:pt x="878" y="951"/>
                  </a:lnTo>
                  <a:lnTo>
                    <a:pt x="878" y="956"/>
                  </a:lnTo>
                  <a:lnTo>
                    <a:pt x="880" y="956"/>
                  </a:lnTo>
                  <a:lnTo>
                    <a:pt x="880" y="959"/>
                  </a:lnTo>
                  <a:lnTo>
                    <a:pt x="880" y="961"/>
                  </a:lnTo>
                  <a:lnTo>
                    <a:pt x="883" y="961"/>
                  </a:lnTo>
                  <a:lnTo>
                    <a:pt x="883" y="961"/>
                  </a:lnTo>
                  <a:lnTo>
                    <a:pt x="880" y="961"/>
                  </a:lnTo>
                  <a:lnTo>
                    <a:pt x="880" y="961"/>
                  </a:lnTo>
                  <a:lnTo>
                    <a:pt x="878" y="961"/>
                  </a:lnTo>
                  <a:lnTo>
                    <a:pt x="878" y="961"/>
                  </a:lnTo>
                  <a:lnTo>
                    <a:pt x="878" y="961"/>
                  </a:lnTo>
                  <a:lnTo>
                    <a:pt x="878" y="963"/>
                  </a:lnTo>
                  <a:lnTo>
                    <a:pt x="878" y="963"/>
                  </a:lnTo>
                  <a:lnTo>
                    <a:pt x="878" y="963"/>
                  </a:lnTo>
                  <a:lnTo>
                    <a:pt x="880" y="966"/>
                  </a:lnTo>
                  <a:lnTo>
                    <a:pt x="880" y="966"/>
                  </a:lnTo>
                  <a:lnTo>
                    <a:pt x="883" y="966"/>
                  </a:lnTo>
                  <a:lnTo>
                    <a:pt x="883" y="966"/>
                  </a:lnTo>
                  <a:lnTo>
                    <a:pt x="883" y="966"/>
                  </a:lnTo>
                  <a:lnTo>
                    <a:pt x="883" y="963"/>
                  </a:lnTo>
                  <a:lnTo>
                    <a:pt x="885" y="963"/>
                  </a:lnTo>
                  <a:lnTo>
                    <a:pt x="885" y="966"/>
                  </a:lnTo>
                  <a:lnTo>
                    <a:pt x="885" y="966"/>
                  </a:lnTo>
                  <a:lnTo>
                    <a:pt x="885" y="966"/>
                  </a:lnTo>
                  <a:lnTo>
                    <a:pt x="885" y="968"/>
                  </a:lnTo>
                  <a:lnTo>
                    <a:pt x="885" y="968"/>
                  </a:lnTo>
                  <a:lnTo>
                    <a:pt x="885" y="966"/>
                  </a:lnTo>
                  <a:lnTo>
                    <a:pt x="887" y="966"/>
                  </a:lnTo>
                  <a:lnTo>
                    <a:pt x="887" y="966"/>
                  </a:lnTo>
                  <a:lnTo>
                    <a:pt x="887" y="966"/>
                  </a:lnTo>
                  <a:lnTo>
                    <a:pt x="887" y="963"/>
                  </a:lnTo>
                  <a:lnTo>
                    <a:pt x="887" y="961"/>
                  </a:lnTo>
                  <a:lnTo>
                    <a:pt x="890" y="961"/>
                  </a:lnTo>
                  <a:lnTo>
                    <a:pt x="892" y="959"/>
                  </a:lnTo>
                  <a:lnTo>
                    <a:pt x="892" y="959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2" y="961"/>
                  </a:lnTo>
                  <a:lnTo>
                    <a:pt x="890" y="961"/>
                  </a:lnTo>
                  <a:lnTo>
                    <a:pt x="890" y="963"/>
                  </a:lnTo>
                  <a:lnTo>
                    <a:pt x="892" y="963"/>
                  </a:lnTo>
                  <a:lnTo>
                    <a:pt x="892" y="963"/>
                  </a:lnTo>
                  <a:lnTo>
                    <a:pt x="892" y="963"/>
                  </a:lnTo>
                  <a:lnTo>
                    <a:pt x="895" y="963"/>
                  </a:lnTo>
                  <a:lnTo>
                    <a:pt x="895" y="963"/>
                  </a:lnTo>
                  <a:lnTo>
                    <a:pt x="897" y="963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7" y="961"/>
                  </a:lnTo>
                  <a:lnTo>
                    <a:pt x="895" y="959"/>
                  </a:lnTo>
                  <a:lnTo>
                    <a:pt x="895" y="959"/>
                  </a:lnTo>
                  <a:lnTo>
                    <a:pt x="895" y="956"/>
                  </a:lnTo>
                  <a:lnTo>
                    <a:pt x="895" y="956"/>
                  </a:lnTo>
                  <a:lnTo>
                    <a:pt x="895" y="956"/>
                  </a:lnTo>
                  <a:lnTo>
                    <a:pt x="895" y="954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7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899" y="956"/>
                  </a:lnTo>
                  <a:lnTo>
                    <a:pt x="902" y="954"/>
                  </a:lnTo>
                  <a:lnTo>
                    <a:pt x="902" y="951"/>
                  </a:lnTo>
                  <a:lnTo>
                    <a:pt x="904" y="951"/>
                  </a:lnTo>
                  <a:lnTo>
                    <a:pt x="906" y="947"/>
                  </a:lnTo>
                  <a:lnTo>
                    <a:pt x="906" y="947"/>
                  </a:lnTo>
                  <a:lnTo>
                    <a:pt x="906" y="947"/>
                  </a:lnTo>
                  <a:lnTo>
                    <a:pt x="906" y="944"/>
                  </a:lnTo>
                  <a:lnTo>
                    <a:pt x="906" y="944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2"/>
                  </a:lnTo>
                  <a:lnTo>
                    <a:pt x="909" y="940"/>
                  </a:lnTo>
                  <a:lnTo>
                    <a:pt x="909" y="940"/>
                  </a:lnTo>
                  <a:lnTo>
                    <a:pt x="909" y="940"/>
                  </a:lnTo>
                  <a:lnTo>
                    <a:pt x="911" y="937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1" y="935"/>
                  </a:lnTo>
                  <a:lnTo>
                    <a:pt x="918" y="932"/>
                  </a:lnTo>
                  <a:lnTo>
                    <a:pt x="918" y="935"/>
                  </a:lnTo>
                  <a:lnTo>
                    <a:pt x="921" y="935"/>
                  </a:lnTo>
                  <a:lnTo>
                    <a:pt x="921" y="937"/>
                  </a:lnTo>
                  <a:lnTo>
                    <a:pt x="923" y="937"/>
                  </a:lnTo>
                  <a:lnTo>
                    <a:pt x="923" y="937"/>
                  </a:lnTo>
                  <a:lnTo>
                    <a:pt x="923" y="937"/>
                  </a:lnTo>
                  <a:lnTo>
                    <a:pt x="923" y="940"/>
                  </a:lnTo>
                  <a:lnTo>
                    <a:pt x="923" y="940"/>
                  </a:lnTo>
                  <a:lnTo>
                    <a:pt x="928" y="940"/>
                  </a:lnTo>
                  <a:lnTo>
                    <a:pt x="928" y="940"/>
                  </a:lnTo>
                  <a:lnTo>
                    <a:pt x="928" y="942"/>
                  </a:lnTo>
                  <a:lnTo>
                    <a:pt x="925" y="942"/>
                  </a:lnTo>
                  <a:lnTo>
                    <a:pt x="923" y="940"/>
                  </a:lnTo>
                  <a:lnTo>
                    <a:pt x="921" y="940"/>
                  </a:lnTo>
                  <a:lnTo>
                    <a:pt x="921" y="937"/>
                  </a:lnTo>
                  <a:lnTo>
                    <a:pt x="921" y="937"/>
                  </a:lnTo>
                  <a:lnTo>
                    <a:pt x="918" y="937"/>
                  </a:lnTo>
                  <a:lnTo>
                    <a:pt x="918" y="940"/>
                  </a:lnTo>
                  <a:lnTo>
                    <a:pt x="916" y="940"/>
                  </a:lnTo>
                  <a:lnTo>
                    <a:pt x="916" y="942"/>
                  </a:lnTo>
                  <a:lnTo>
                    <a:pt x="916" y="942"/>
                  </a:lnTo>
                  <a:lnTo>
                    <a:pt x="916" y="942"/>
                  </a:lnTo>
                  <a:lnTo>
                    <a:pt x="916" y="944"/>
                  </a:lnTo>
                  <a:lnTo>
                    <a:pt x="916" y="947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3" y="949"/>
                  </a:lnTo>
                  <a:lnTo>
                    <a:pt x="918" y="949"/>
                  </a:lnTo>
                  <a:lnTo>
                    <a:pt x="921" y="949"/>
                  </a:lnTo>
                  <a:lnTo>
                    <a:pt x="921" y="951"/>
                  </a:lnTo>
                  <a:lnTo>
                    <a:pt x="921" y="951"/>
                  </a:lnTo>
                  <a:lnTo>
                    <a:pt x="921" y="951"/>
                  </a:lnTo>
                  <a:lnTo>
                    <a:pt x="928" y="949"/>
                  </a:lnTo>
                  <a:lnTo>
                    <a:pt x="930" y="947"/>
                  </a:lnTo>
                  <a:lnTo>
                    <a:pt x="932" y="947"/>
                  </a:lnTo>
                  <a:lnTo>
                    <a:pt x="932" y="944"/>
                  </a:lnTo>
                  <a:lnTo>
                    <a:pt x="935" y="942"/>
                  </a:lnTo>
                  <a:lnTo>
                    <a:pt x="937" y="942"/>
                  </a:lnTo>
                  <a:lnTo>
                    <a:pt x="937" y="942"/>
                  </a:lnTo>
                  <a:lnTo>
                    <a:pt x="937" y="944"/>
                  </a:lnTo>
                  <a:lnTo>
                    <a:pt x="937" y="944"/>
                  </a:lnTo>
                  <a:lnTo>
                    <a:pt x="937" y="944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7" y="947"/>
                  </a:lnTo>
                  <a:lnTo>
                    <a:pt x="939" y="947"/>
                  </a:lnTo>
                  <a:lnTo>
                    <a:pt x="942" y="947"/>
                  </a:lnTo>
                  <a:lnTo>
                    <a:pt x="942" y="947"/>
                  </a:lnTo>
                  <a:lnTo>
                    <a:pt x="944" y="944"/>
                  </a:lnTo>
                  <a:lnTo>
                    <a:pt x="942" y="944"/>
                  </a:lnTo>
                  <a:lnTo>
                    <a:pt x="942" y="942"/>
                  </a:lnTo>
                  <a:lnTo>
                    <a:pt x="942" y="942"/>
                  </a:lnTo>
                  <a:lnTo>
                    <a:pt x="939" y="942"/>
                  </a:lnTo>
                  <a:lnTo>
                    <a:pt x="939" y="942"/>
                  </a:lnTo>
                  <a:lnTo>
                    <a:pt x="942" y="942"/>
                  </a:lnTo>
                  <a:lnTo>
                    <a:pt x="942" y="942"/>
                  </a:lnTo>
                  <a:lnTo>
                    <a:pt x="944" y="942"/>
                  </a:lnTo>
                  <a:lnTo>
                    <a:pt x="944" y="940"/>
                  </a:lnTo>
                  <a:lnTo>
                    <a:pt x="944" y="940"/>
                  </a:lnTo>
                  <a:lnTo>
                    <a:pt x="947" y="937"/>
                  </a:lnTo>
                  <a:lnTo>
                    <a:pt x="947" y="937"/>
                  </a:lnTo>
                  <a:lnTo>
                    <a:pt x="947" y="940"/>
                  </a:lnTo>
                  <a:lnTo>
                    <a:pt x="947" y="942"/>
                  </a:lnTo>
                  <a:lnTo>
                    <a:pt x="947" y="942"/>
                  </a:lnTo>
                  <a:lnTo>
                    <a:pt x="947" y="947"/>
                  </a:lnTo>
                  <a:lnTo>
                    <a:pt x="947" y="947"/>
                  </a:lnTo>
                  <a:lnTo>
                    <a:pt x="949" y="947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2"/>
                  </a:lnTo>
                  <a:lnTo>
                    <a:pt x="951" y="940"/>
                  </a:lnTo>
                  <a:lnTo>
                    <a:pt x="951" y="940"/>
                  </a:lnTo>
                  <a:lnTo>
                    <a:pt x="954" y="940"/>
                  </a:lnTo>
                  <a:lnTo>
                    <a:pt x="954" y="940"/>
                  </a:lnTo>
                  <a:lnTo>
                    <a:pt x="954" y="940"/>
                  </a:lnTo>
                  <a:lnTo>
                    <a:pt x="951" y="937"/>
                  </a:lnTo>
                  <a:lnTo>
                    <a:pt x="951" y="937"/>
                  </a:lnTo>
                  <a:lnTo>
                    <a:pt x="951" y="937"/>
                  </a:lnTo>
                  <a:lnTo>
                    <a:pt x="954" y="937"/>
                  </a:lnTo>
                  <a:lnTo>
                    <a:pt x="954" y="937"/>
                  </a:lnTo>
                  <a:lnTo>
                    <a:pt x="958" y="937"/>
                  </a:lnTo>
                  <a:lnTo>
                    <a:pt x="958" y="937"/>
                  </a:lnTo>
                  <a:lnTo>
                    <a:pt x="958" y="937"/>
                  </a:lnTo>
                  <a:lnTo>
                    <a:pt x="961" y="937"/>
                  </a:lnTo>
                  <a:lnTo>
                    <a:pt x="963" y="935"/>
                  </a:lnTo>
                  <a:lnTo>
                    <a:pt x="961" y="935"/>
                  </a:lnTo>
                  <a:lnTo>
                    <a:pt x="961" y="932"/>
                  </a:lnTo>
                  <a:lnTo>
                    <a:pt x="961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5"/>
                  </a:lnTo>
                  <a:lnTo>
                    <a:pt x="963" y="935"/>
                  </a:lnTo>
                  <a:lnTo>
                    <a:pt x="965" y="935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3" y="932"/>
                  </a:lnTo>
                  <a:lnTo>
                    <a:pt x="965" y="932"/>
                  </a:lnTo>
                  <a:lnTo>
                    <a:pt x="965" y="932"/>
                  </a:lnTo>
                  <a:lnTo>
                    <a:pt x="965" y="932"/>
                  </a:lnTo>
                  <a:lnTo>
                    <a:pt x="965" y="930"/>
                  </a:lnTo>
                  <a:lnTo>
                    <a:pt x="965" y="930"/>
                  </a:lnTo>
                  <a:lnTo>
                    <a:pt x="965" y="930"/>
                  </a:lnTo>
                  <a:lnTo>
                    <a:pt x="965" y="928"/>
                  </a:lnTo>
                  <a:lnTo>
                    <a:pt x="965" y="928"/>
                  </a:lnTo>
                  <a:lnTo>
                    <a:pt x="965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30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68" y="928"/>
                  </a:lnTo>
                  <a:lnTo>
                    <a:pt x="970" y="930"/>
                  </a:lnTo>
                  <a:lnTo>
                    <a:pt x="970" y="930"/>
                  </a:lnTo>
                  <a:lnTo>
                    <a:pt x="973" y="930"/>
                  </a:lnTo>
                  <a:lnTo>
                    <a:pt x="973" y="930"/>
                  </a:lnTo>
                  <a:lnTo>
                    <a:pt x="973" y="928"/>
                  </a:lnTo>
                  <a:lnTo>
                    <a:pt x="973" y="928"/>
                  </a:lnTo>
                  <a:lnTo>
                    <a:pt x="973" y="928"/>
                  </a:lnTo>
                  <a:lnTo>
                    <a:pt x="973" y="925"/>
                  </a:lnTo>
                  <a:lnTo>
                    <a:pt x="973" y="925"/>
                  </a:lnTo>
                  <a:lnTo>
                    <a:pt x="977" y="928"/>
                  </a:lnTo>
                  <a:lnTo>
                    <a:pt x="980" y="928"/>
                  </a:lnTo>
                  <a:lnTo>
                    <a:pt x="980" y="928"/>
                  </a:lnTo>
                  <a:lnTo>
                    <a:pt x="980" y="930"/>
                  </a:lnTo>
                  <a:lnTo>
                    <a:pt x="980" y="930"/>
                  </a:lnTo>
                  <a:lnTo>
                    <a:pt x="980" y="930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2"/>
                  </a:lnTo>
                  <a:lnTo>
                    <a:pt x="977" y="935"/>
                  </a:lnTo>
                  <a:lnTo>
                    <a:pt x="980" y="935"/>
                  </a:lnTo>
                  <a:lnTo>
                    <a:pt x="980" y="935"/>
                  </a:lnTo>
                  <a:lnTo>
                    <a:pt x="977" y="937"/>
                  </a:lnTo>
                  <a:lnTo>
                    <a:pt x="977" y="937"/>
                  </a:lnTo>
                  <a:lnTo>
                    <a:pt x="977" y="937"/>
                  </a:lnTo>
                  <a:lnTo>
                    <a:pt x="977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77" y="940"/>
                  </a:lnTo>
                  <a:lnTo>
                    <a:pt x="977" y="942"/>
                  </a:lnTo>
                  <a:lnTo>
                    <a:pt x="977" y="942"/>
                  </a:lnTo>
                  <a:lnTo>
                    <a:pt x="977" y="940"/>
                  </a:lnTo>
                  <a:lnTo>
                    <a:pt x="975" y="940"/>
                  </a:lnTo>
                  <a:lnTo>
                    <a:pt x="975" y="940"/>
                  </a:lnTo>
                  <a:lnTo>
                    <a:pt x="975" y="942"/>
                  </a:lnTo>
                  <a:lnTo>
                    <a:pt x="975" y="942"/>
                  </a:lnTo>
                  <a:lnTo>
                    <a:pt x="977" y="942"/>
                  </a:lnTo>
                  <a:lnTo>
                    <a:pt x="975" y="942"/>
                  </a:lnTo>
                  <a:lnTo>
                    <a:pt x="975" y="942"/>
                  </a:lnTo>
                  <a:lnTo>
                    <a:pt x="975" y="944"/>
                  </a:lnTo>
                  <a:lnTo>
                    <a:pt x="975" y="944"/>
                  </a:lnTo>
                  <a:lnTo>
                    <a:pt x="980" y="942"/>
                  </a:lnTo>
                  <a:lnTo>
                    <a:pt x="980" y="942"/>
                  </a:lnTo>
                  <a:lnTo>
                    <a:pt x="980" y="942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0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40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7"/>
                  </a:lnTo>
                  <a:lnTo>
                    <a:pt x="982" y="935"/>
                  </a:lnTo>
                  <a:lnTo>
                    <a:pt x="982" y="935"/>
                  </a:lnTo>
                  <a:lnTo>
                    <a:pt x="982" y="935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2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4" y="928"/>
                  </a:lnTo>
                  <a:lnTo>
                    <a:pt x="984" y="928"/>
                  </a:lnTo>
                  <a:lnTo>
                    <a:pt x="982" y="925"/>
                  </a:lnTo>
                  <a:lnTo>
                    <a:pt x="982" y="925"/>
                  </a:lnTo>
                  <a:lnTo>
                    <a:pt x="982" y="925"/>
                  </a:lnTo>
                  <a:lnTo>
                    <a:pt x="984" y="925"/>
                  </a:lnTo>
                  <a:lnTo>
                    <a:pt x="984" y="925"/>
                  </a:lnTo>
                  <a:lnTo>
                    <a:pt x="987" y="925"/>
                  </a:lnTo>
                  <a:lnTo>
                    <a:pt x="984" y="925"/>
                  </a:lnTo>
                  <a:lnTo>
                    <a:pt x="984" y="925"/>
                  </a:lnTo>
                  <a:lnTo>
                    <a:pt x="984" y="928"/>
                  </a:lnTo>
                  <a:lnTo>
                    <a:pt x="984" y="928"/>
                  </a:lnTo>
                  <a:lnTo>
                    <a:pt x="984" y="930"/>
                  </a:lnTo>
                  <a:lnTo>
                    <a:pt x="984" y="930"/>
                  </a:lnTo>
                  <a:lnTo>
                    <a:pt x="987" y="930"/>
                  </a:lnTo>
                  <a:lnTo>
                    <a:pt x="987" y="930"/>
                  </a:lnTo>
                  <a:lnTo>
                    <a:pt x="987" y="930"/>
                  </a:lnTo>
                  <a:lnTo>
                    <a:pt x="987" y="928"/>
                  </a:lnTo>
                  <a:lnTo>
                    <a:pt x="987" y="928"/>
                  </a:lnTo>
                  <a:lnTo>
                    <a:pt x="989" y="925"/>
                  </a:lnTo>
                  <a:lnTo>
                    <a:pt x="989" y="925"/>
                  </a:lnTo>
                  <a:lnTo>
                    <a:pt x="989" y="925"/>
                  </a:lnTo>
                  <a:lnTo>
                    <a:pt x="991" y="928"/>
                  </a:lnTo>
                  <a:lnTo>
                    <a:pt x="991" y="925"/>
                  </a:lnTo>
                  <a:lnTo>
                    <a:pt x="991" y="925"/>
                  </a:lnTo>
                  <a:lnTo>
                    <a:pt x="994" y="925"/>
                  </a:lnTo>
                  <a:lnTo>
                    <a:pt x="996" y="925"/>
                  </a:lnTo>
                  <a:lnTo>
                    <a:pt x="996" y="925"/>
                  </a:lnTo>
                  <a:lnTo>
                    <a:pt x="996" y="925"/>
                  </a:lnTo>
                  <a:lnTo>
                    <a:pt x="996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999" y="923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5"/>
                  </a:lnTo>
                  <a:lnTo>
                    <a:pt x="1001" y="923"/>
                  </a:lnTo>
                  <a:lnTo>
                    <a:pt x="1001" y="923"/>
                  </a:lnTo>
                  <a:lnTo>
                    <a:pt x="1001" y="923"/>
                  </a:lnTo>
                  <a:lnTo>
                    <a:pt x="1003" y="923"/>
                  </a:lnTo>
                  <a:lnTo>
                    <a:pt x="1003" y="923"/>
                  </a:lnTo>
                  <a:lnTo>
                    <a:pt x="1003" y="923"/>
                  </a:lnTo>
                  <a:lnTo>
                    <a:pt x="1003" y="925"/>
                  </a:lnTo>
                  <a:lnTo>
                    <a:pt x="1003" y="925"/>
                  </a:lnTo>
                  <a:lnTo>
                    <a:pt x="1006" y="921"/>
                  </a:lnTo>
                  <a:lnTo>
                    <a:pt x="1006" y="918"/>
                  </a:lnTo>
                  <a:lnTo>
                    <a:pt x="1008" y="918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21"/>
                  </a:lnTo>
                  <a:lnTo>
                    <a:pt x="1008" y="918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1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0" y="923"/>
                  </a:lnTo>
                  <a:lnTo>
                    <a:pt x="1013" y="923"/>
                  </a:lnTo>
                  <a:lnTo>
                    <a:pt x="1013" y="923"/>
                  </a:lnTo>
                  <a:lnTo>
                    <a:pt x="1013" y="923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21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3" y="918"/>
                  </a:lnTo>
                  <a:lnTo>
                    <a:pt x="1010" y="918"/>
                  </a:lnTo>
                  <a:lnTo>
                    <a:pt x="1010" y="918"/>
                  </a:lnTo>
                  <a:lnTo>
                    <a:pt x="1013" y="916"/>
                  </a:lnTo>
                  <a:lnTo>
                    <a:pt x="1013" y="916"/>
                  </a:lnTo>
                  <a:lnTo>
                    <a:pt x="1013" y="916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1"/>
                  </a:lnTo>
                  <a:lnTo>
                    <a:pt x="1013" y="914"/>
                  </a:lnTo>
                  <a:lnTo>
                    <a:pt x="1013" y="914"/>
                  </a:lnTo>
                  <a:lnTo>
                    <a:pt x="1015" y="914"/>
                  </a:lnTo>
                  <a:lnTo>
                    <a:pt x="1015" y="914"/>
                  </a:lnTo>
                  <a:lnTo>
                    <a:pt x="1015" y="911"/>
                  </a:lnTo>
                  <a:lnTo>
                    <a:pt x="1017" y="911"/>
                  </a:lnTo>
                  <a:lnTo>
                    <a:pt x="1015" y="909"/>
                  </a:lnTo>
                  <a:lnTo>
                    <a:pt x="1015" y="909"/>
                  </a:lnTo>
                  <a:lnTo>
                    <a:pt x="1015" y="909"/>
                  </a:lnTo>
                  <a:lnTo>
                    <a:pt x="1017" y="909"/>
                  </a:lnTo>
                  <a:lnTo>
                    <a:pt x="1020" y="909"/>
                  </a:lnTo>
                  <a:lnTo>
                    <a:pt x="1020" y="909"/>
                  </a:lnTo>
                  <a:lnTo>
                    <a:pt x="1020" y="909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20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1"/>
                  </a:lnTo>
                  <a:lnTo>
                    <a:pt x="1017" y="914"/>
                  </a:lnTo>
                  <a:lnTo>
                    <a:pt x="1017" y="914"/>
                  </a:lnTo>
                  <a:lnTo>
                    <a:pt x="1015" y="914"/>
                  </a:lnTo>
                  <a:lnTo>
                    <a:pt x="1015" y="914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6"/>
                  </a:lnTo>
                  <a:lnTo>
                    <a:pt x="1015" y="918"/>
                  </a:lnTo>
                  <a:lnTo>
                    <a:pt x="1015" y="918"/>
                  </a:lnTo>
                  <a:lnTo>
                    <a:pt x="1015" y="918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15" y="918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21"/>
                  </a:lnTo>
                  <a:lnTo>
                    <a:pt x="1017" y="918"/>
                  </a:lnTo>
                  <a:lnTo>
                    <a:pt x="1017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21"/>
                  </a:lnTo>
                  <a:lnTo>
                    <a:pt x="1020" y="921"/>
                  </a:lnTo>
                  <a:lnTo>
                    <a:pt x="1020" y="921"/>
                  </a:lnTo>
                  <a:lnTo>
                    <a:pt x="1022" y="921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8"/>
                  </a:lnTo>
                  <a:lnTo>
                    <a:pt x="1020" y="916"/>
                  </a:lnTo>
                  <a:lnTo>
                    <a:pt x="1020" y="916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4"/>
                  </a:lnTo>
                  <a:lnTo>
                    <a:pt x="1020" y="916"/>
                  </a:lnTo>
                  <a:lnTo>
                    <a:pt x="1020" y="916"/>
                  </a:lnTo>
                  <a:lnTo>
                    <a:pt x="1022" y="916"/>
                  </a:lnTo>
                  <a:lnTo>
                    <a:pt x="1022" y="916"/>
                  </a:lnTo>
                  <a:lnTo>
                    <a:pt x="1022" y="916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4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1"/>
                  </a:lnTo>
                  <a:lnTo>
                    <a:pt x="1022" y="914"/>
                  </a:lnTo>
                  <a:lnTo>
                    <a:pt x="1025" y="914"/>
                  </a:lnTo>
                  <a:lnTo>
                    <a:pt x="1025" y="911"/>
                  </a:lnTo>
                  <a:lnTo>
                    <a:pt x="1025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7" y="911"/>
                  </a:lnTo>
                  <a:lnTo>
                    <a:pt x="1029" y="911"/>
                  </a:lnTo>
                  <a:lnTo>
                    <a:pt x="1029" y="911"/>
                  </a:lnTo>
                  <a:lnTo>
                    <a:pt x="1029" y="911"/>
                  </a:lnTo>
                  <a:lnTo>
                    <a:pt x="1029" y="909"/>
                  </a:lnTo>
                  <a:lnTo>
                    <a:pt x="1029" y="909"/>
                  </a:lnTo>
                  <a:lnTo>
                    <a:pt x="1029" y="909"/>
                  </a:lnTo>
                  <a:lnTo>
                    <a:pt x="1032" y="909"/>
                  </a:lnTo>
                  <a:lnTo>
                    <a:pt x="1032" y="909"/>
                  </a:lnTo>
                  <a:lnTo>
                    <a:pt x="1032" y="909"/>
                  </a:lnTo>
                  <a:lnTo>
                    <a:pt x="1032" y="906"/>
                  </a:lnTo>
                  <a:lnTo>
                    <a:pt x="1032" y="906"/>
                  </a:lnTo>
                  <a:lnTo>
                    <a:pt x="1029" y="906"/>
                  </a:lnTo>
                  <a:lnTo>
                    <a:pt x="1029" y="909"/>
                  </a:lnTo>
                  <a:lnTo>
                    <a:pt x="1027" y="909"/>
                  </a:lnTo>
                  <a:lnTo>
                    <a:pt x="1027" y="911"/>
                  </a:lnTo>
                  <a:lnTo>
                    <a:pt x="1025" y="911"/>
                  </a:lnTo>
                  <a:lnTo>
                    <a:pt x="1025" y="911"/>
                  </a:lnTo>
                  <a:lnTo>
                    <a:pt x="1025" y="909"/>
                  </a:lnTo>
                  <a:lnTo>
                    <a:pt x="1025" y="909"/>
                  </a:lnTo>
                  <a:lnTo>
                    <a:pt x="1025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9"/>
                  </a:lnTo>
                  <a:lnTo>
                    <a:pt x="1022" y="906"/>
                  </a:lnTo>
                  <a:lnTo>
                    <a:pt x="1022" y="906"/>
                  </a:lnTo>
                  <a:lnTo>
                    <a:pt x="1022" y="906"/>
                  </a:lnTo>
                  <a:lnTo>
                    <a:pt x="1025" y="906"/>
                  </a:lnTo>
                  <a:lnTo>
                    <a:pt x="1025" y="906"/>
                  </a:lnTo>
                  <a:lnTo>
                    <a:pt x="1025" y="906"/>
                  </a:lnTo>
                  <a:lnTo>
                    <a:pt x="1027" y="906"/>
                  </a:lnTo>
                  <a:lnTo>
                    <a:pt x="1027" y="906"/>
                  </a:lnTo>
                  <a:lnTo>
                    <a:pt x="1027" y="906"/>
                  </a:lnTo>
                  <a:lnTo>
                    <a:pt x="1029" y="904"/>
                  </a:lnTo>
                  <a:lnTo>
                    <a:pt x="1029" y="904"/>
                  </a:lnTo>
                  <a:lnTo>
                    <a:pt x="1029" y="904"/>
                  </a:lnTo>
                  <a:lnTo>
                    <a:pt x="1027" y="904"/>
                  </a:lnTo>
                  <a:lnTo>
                    <a:pt x="1027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5" y="902"/>
                  </a:lnTo>
                  <a:lnTo>
                    <a:pt x="1022" y="904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902"/>
                  </a:lnTo>
                  <a:lnTo>
                    <a:pt x="1022" y="899"/>
                  </a:lnTo>
                  <a:lnTo>
                    <a:pt x="1020" y="899"/>
                  </a:lnTo>
                  <a:lnTo>
                    <a:pt x="1017" y="902"/>
                  </a:lnTo>
                  <a:lnTo>
                    <a:pt x="1017" y="902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4"/>
                  </a:lnTo>
                  <a:lnTo>
                    <a:pt x="1017" y="906"/>
                  </a:lnTo>
                  <a:lnTo>
                    <a:pt x="1015" y="904"/>
                  </a:lnTo>
                  <a:lnTo>
                    <a:pt x="1015" y="904"/>
                  </a:lnTo>
                  <a:lnTo>
                    <a:pt x="1015" y="902"/>
                  </a:lnTo>
                  <a:lnTo>
                    <a:pt x="1015" y="902"/>
                  </a:lnTo>
                  <a:lnTo>
                    <a:pt x="1017" y="902"/>
                  </a:lnTo>
                  <a:lnTo>
                    <a:pt x="1017" y="899"/>
                  </a:lnTo>
                  <a:lnTo>
                    <a:pt x="1020" y="899"/>
                  </a:lnTo>
                  <a:lnTo>
                    <a:pt x="1020" y="899"/>
                  </a:lnTo>
                  <a:lnTo>
                    <a:pt x="1020" y="899"/>
                  </a:lnTo>
                  <a:lnTo>
                    <a:pt x="1020" y="897"/>
                  </a:lnTo>
                  <a:lnTo>
                    <a:pt x="1022" y="897"/>
                  </a:lnTo>
                  <a:lnTo>
                    <a:pt x="1022" y="897"/>
                  </a:lnTo>
                  <a:lnTo>
                    <a:pt x="1022" y="895"/>
                  </a:lnTo>
                  <a:lnTo>
                    <a:pt x="1022" y="895"/>
                  </a:lnTo>
                  <a:lnTo>
                    <a:pt x="1022" y="895"/>
                  </a:lnTo>
                  <a:lnTo>
                    <a:pt x="1025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7" y="892"/>
                  </a:lnTo>
                  <a:lnTo>
                    <a:pt x="1029" y="895"/>
                  </a:lnTo>
                  <a:lnTo>
                    <a:pt x="1029" y="895"/>
                  </a:lnTo>
                  <a:lnTo>
                    <a:pt x="1029" y="895"/>
                  </a:lnTo>
                  <a:lnTo>
                    <a:pt x="1032" y="895"/>
                  </a:lnTo>
                  <a:lnTo>
                    <a:pt x="1032" y="895"/>
                  </a:lnTo>
                  <a:lnTo>
                    <a:pt x="1034" y="892"/>
                  </a:lnTo>
                  <a:lnTo>
                    <a:pt x="1032" y="892"/>
                  </a:lnTo>
                  <a:lnTo>
                    <a:pt x="1032" y="892"/>
                  </a:lnTo>
                  <a:lnTo>
                    <a:pt x="1032" y="892"/>
                  </a:lnTo>
                  <a:lnTo>
                    <a:pt x="1032" y="890"/>
                  </a:lnTo>
                  <a:lnTo>
                    <a:pt x="1032" y="890"/>
                  </a:lnTo>
                  <a:lnTo>
                    <a:pt x="1034" y="890"/>
                  </a:lnTo>
                  <a:lnTo>
                    <a:pt x="1034" y="890"/>
                  </a:lnTo>
                  <a:lnTo>
                    <a:pt x="1039" y="892"/>
                  </a:lnTo>
                  <a:lnTo>
                    <a:pt x="1041" y="895"/>
                  </a:lnTo>
                  <a:lnTo>
                    <a:pt x="1041" y="895"/>
                  </a:lnTo>
                  <a:lnTo>
                    <a:pt x="1041" y="892"/>
                  </a:lnTo>
                  <a:lnTo>
                    <a:pt x="1041" y="892"/>
                  </a:lnTo>
                  <a:lnTo>
                    <a:pt x="1044" y="892"/>
                  </a:lnTo>
                  <a:lnTo>
                    <a:pt x="1044" y="892"/>
                  </a:lnTo>
                  <a:lnTo>
                    <a:pt x="1044" y="890"/>
                  </a:lnTo>
                  <a:lnTo>
                    <a:pt x="1041" y="890"/>
                  </a:lnTo>
                  <a:lnTo>
                    <a:pt x="1041" y="890"/>
                  </a:lnTo>
                  <a:lnTo>
                    <a:pt x="1041" y="890"/>
                  </a:lnTo>
                  <a:lnTo>
                    <a:pt x="1041" y="888"/>
                  </a:lnTo>
                  <a:lnTo>
                    <a:pt x="1041" y="888"/>
                  </a:lnTo>
                  <a:lnTo>
                    <a:pt x="1041" y="888"/>
                  </a:lnTo>
                  <a:lnTo>
                    <a:pt x="1039" y="888"/>
                  </a:lnTo>
                  <a:lnTo>
                    <a:pt x="1034" y="890"/>
                  </a:lnTo>
                  <a:lnTo>
                    <a:pt x="1032" y="890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4" y="888"/>
                  </a:lnTo>
                  <a:lnTo>
                    <a:pt x="1036" y="888"/>
                  </a:lnTo>
                  <a:lnTo>
                    <a:pt x="1036" y="888"/>
                  </a:lnTo>
                  <a:lnTo>
                    <a:pt x="1036" y="888"/>
                  </a:lnTo>
                  <a:lnTo>
                    <a:pt x="1036" y="885"/>
                  </a:lnTo>
                  <a:lnTo>
                    <a:pt x="1036" y="885"/>
                  </a:lnTo>
                  <a:lnTo>
                    <a:pt x="1036" y="885"/>
                  </a:lnTo>
                  <a:lnTo>
                    <a:pt x="1039" y="885"/>
                  </a:lnTo>
                  <a:lnTo>
                    <a:pt x="1039" y="885"/>
                  </a:lnTo>
                  <a:lnTo>
                    <a:pt x="1039" y="883"/>
                  </a:lnTo>
                  <a:lnTo>
                    <a:pt x="1041" y="883"/>
                  </a:lnTo>
                  <a:lnTo>
                    <a:pt x="1041" y="883"/>
                  </a:lnTo>
                  <a:lnTo>
                    <a:pt x="1041" y="883"/>
                  </a:lnTo>
                  <a:lnTo>
                    <a:pt x="1044" y="883"/>
                  </a:lnTo>
                  <a:lnTo>
                    <a:pt x="1044" y="883"/>
                  </a:lnTo>
                  <a:lnTo>
                    <a:pt x="1044" y="880"/>
                  </a:lnTo>
                  <a:lnTo>
                    <a:pt x="1046" y="880"/>
                  </a:lnTo>
                  <a:lnTo>
                    <a:pt x="1046" y="883"/>
                  </a:lnTo>
                  <a:lnTo>
                    <a:pt x="1046" y="885"/>
                  </a:lnTo>
                  <a:lnTo>
                    <a:pt x="1048" y="885"/>
                  </a:lnTo>
                  <a:lnTo>
                    <a:pt x="1048" y="885"/>
                  </a:lnTo>
                  <a:lnTo>
                    <a:pt x="1051" y="885"/>
                  </a:lnTo>
                  <a:lnTo>
                    <a:pt x="1051" y="885"/>
                  </a:lnTo>
                  <a:lnTo>
                    <a:pt x="1051" y="885"/>
                  </a:lnTo>
                  <a:lnTo>
                    <a:pt x="1053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5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5" y="883"/>
                  </a:lnTo>
                  <a:lnTo>
                    <a:pt x="1053" y="883"/>
                  </a:lnTo>
                  <a:lnTo>
                    <a:pt x="1053" y="880"/>
                  </a:lnTo>
                  <a:lnTo>
                    <a:pt x="1053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80"/>
                  </a:lnTo>
                  <a:lnTo>
                    <a:pt x="1051" y="878"/>
                  </a:lnTo>
                  <a:lnTo>
                    <a:pt x="1051" y="878"/>
                  </a:lnTo>
                  <a:lnTo>
                    <a:pt x="1053" y="880"/>
                  </a:lnTo>
                  <a:lnTo>
                    <a:pt x="1053" y="878"/>
                  </a:lnTo>
                  <a:lnTo>
                    <a:pt x="1053" y="878"/>
                  </a:lnTo>
                  <a:lnTo>
                    <a:pt x="1055" y="876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5" y="878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8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6"/>
                  </a:lnTo>
                  <a:lnTo>
                    <a:pt x="1058" y="873"/>
                  </a:lnTo>
                  <a:lnTo>
                    <a:pt x="1058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3"/>
                  </a:lnTo>
                  <a:lnTo>
                    <a:pt x="1055" y="871"/>
                  </a:lnTo>
                  <a:lnTo>
                    <a:pt x="1058" y="871"/>
                  </a:lnTo>
                  <a:lnTo>
                    <a:pt x="1058" y="871"/>
                  </a:lnTo>
                  <a:lnTo>
                    <a:pt x="1058" y="871"/>
                  </a:lnTo>
                  <a:lnTo>
                    <a:pt x="1060" y="871"/>
                  </a:lnTo>
                  <a:lnTo>
                    <a:pt x="1060" y="873"/>
                  </a:lnTo>
                  <a:lnTo>
                    <a:pt x="1062" y="876"/>
                  </a:lnTo>
                  <a:lnTo>
                    <a:pt x="1062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7" y="873"/>
                  </a:lnTo>
                  <a:lnTo>
                    <a:pt x="1065" y="873"/>
                  </a:lnTo>
                  <a:lnTo>
                    <a:pt x="1065" y="873"/>
                  </a:lnTo>
                  <a:lnTo>
                    <a:pt x="1065" y="873"/>
                  </a:lnTo>
                  <a:lnTo>
                    <a:pt x="1065" y="871"/>
                  </a:lnTo>
                  <a:lnTo>
                    <a:pt x="1067" y="873"/>
                  </a:lnTo>
                  <a:lnTo>
                    <a:pt x="1067" y="873"/>
                  </a:lnTo>
                  <a:lnTo>
                    <a:pt x="1070" y="873"/>
                  </a:lnTo>
                  <a:lnTo>
                    <a:pt x="1070" y="871"/>
                  </a:lnTo>
                  <a:lnTo>
                    <a:pt x="1070" y="871"/>
                  </a:lnTo>
                  <a:lnTo>
                    <a:pt x="1070" y="871"/>
                  </a:lnTo>
                  <a:lnTo>
                    <a:pt x="1072" y="869"/>
                  </a:lnTo>
                  <a:lnTo>
                    <a:pt x="1072" y="869"/>
                  </a:lnTo>
                  <a:lnTo>
                    <a:pt x="1074" y="869"/>
                  </a:lnTo>
                  <a:lnTo>
                    <a:pt x="1074" y="869"/>
                  </a:lnTo>
                  <a:lnTo>
                    <a:pt x="1072" y="869"/>
                  </a:lnTo>
                  <a:lnTo>
                    <a:pt x="1072" y="869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2" y="866"/>
                  </a:lnTo>
                  <a:lnTo>
                    <a:pt x="1072" y="864"/>
                  </a:lnTo>
                  <a:lnTo>
                    <a:pt x="1074" y="864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4" y="866"/>
                  </a:lnTo>
                  <a:lnTo>
                    <a:pt x="1077" y="869"/>
                  </a:lnTo>
                  <a:lnTo>
                    <a:pt x="1077" y="871"/>
                  </a:lnTo>
                  <a:lnTo>
                    <a:pt x="1077" y="869"/>
                  </a:lnTo>
                  <a:lnTo>
                    <a:pt x="1079" y="869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6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4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79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1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1" y="864"/>
                  </a:lnTo>
                  <a:lnTo>
                    <a:pt x="1084" y="864"/>
                  </a:lnTo>
                  <a:lnTo>
                    <a:pt x="1086" y="866"/>
                  </a:lnTo>
                  <a:lnTo>
                    <a:pt x="1086" y="866"/>
                  </a:lnTo>
                  <a:lnTo>
                    <a:pt x="1086" y="864"/>
                  </a:lnTo>
                  <a:lnTo>
                    <a:pt x="1084" y="861"/>
                  </a:lnTo>
                  <a:lnTo>
                    <a:pt x="1084" y="861"/>
                  </a:lnTo>
                  <a:lnTo>
                    <a:pt x="1084" y="859"/>
                  </a:lnTo>
                  <a:lnTo>
                    <a:pt x="1084" y="859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6" y="861"/>
                  </a:lnTo>
                  <a:lnTo>
                    <a:pt x="1088" y="861"/>
                  </a:lnTo>
                  <a:lnTo>
                    <a:pt x="1088" y="861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9"/>
                  </a:lnTo>
                  <a:lnTo>
                    <a:pt x="1088" y="857"/>
                  </a:lnTo>
                  <a:lnTo>
                    <a:pt x="1088" y="857"/>
                  </a:lnTo>
                  <a:lnTo>
                    <a:pt x="1093" y="857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4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3" y="852"/>
                  </a:lnTo>
                  <a:lnTo>
                    <a:pt x="1091" y="852"/>
                  </a:lnTo>
                  <a:lnTo>
                    <a:pt x="1091" y="852"/>
                  </a:lnTo>
                  <a:lnTo>
                    <a:pt x="1091" y="850"/>
                  </a:lnTo>
                  <a:lnTo>
                    <a:pt x="1091" y="850"/>
                  </a:lnTo>
                  <a:lnTo>
                    <a:pt x="1091" y="850"/>
                  </a:lnTo>
                  <a:lnTo>
                    <a:pt x="1093" y="850"/>
                  </a:lnTo>
                  <a:lnTo>
                    <a:pt x="1093" y="850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7"/>
                  </a:lnTo>
                  <a:lnTo>
                    <a:pt x="1093" y="845"/>
                  </a:lnTo>
                  <a:lnTo>
                    <a:pt x="1093" y="845"/>
                  </a:lnTo>
                  <a:lnTo>
                    <a:pt x="1093" y="845"/>
                  </a:lnTo>
                  <a:lnTo>
                    <a:pt x="1088" y="847"/>
                  </a:lnTo>
                  <a:lnTo>
                    <a:pt x="1086" y="847"/>
                  </a:lnTo>
                  <a:lnTo>
                    <a:pt x="1086" y="845"/>
                  </a:lnTo>
                  <a:lnTo>
                    <a:pt x="1086" y="845"/>
                  </a:lnTo>
                  <a:lnTo>
                    <a:pt x="1088" y="845"/>
                  </a:lnTo>
                  <a:lnTo>
                    <a:pt x="1088" y="845"/>
                  </a:lnTo>
                  <a:lnTo>
                    <a:pt x="1088" y="845"/>
                  </a:lnTo>
                  <a:lnTo>
                    <a:pt x="1093" y="840"/>
                  </a:lnTo>
                  <a:lnTo>
                    <a:pt x="1096" y="838"/>
                  </a:lnTo>
                  <a:lnTo>
                    <a:pt x="1096" y="838"/>
                  </a:lnTo>
                  <a:lnTo>
                    <a:pt x="1098" y="838"/>
                  </a:lnTo>
                  <a:lnTo>
                    <a:pt x="1098" y="838"/>
                  </a:lnTo>
                  <a:lnTo>
                    <a:pt x="1098" y="838"/>
                  </a:lnTo>
                  <a:lnTo>
                    <a:pt x="1098" y="835"/>
                  </a:lnTo>
                  <a:lnTo>
                    <a:pt x="1098" y="835"/>
                  </a:lnTo>
                  <a:lnTo>
                    <a:pt x="1100" y="835"/>
                  </a:lnTo>
                  <a:lnTo>
                    <a:pt x="1100" y="838"/>
                  </a:lnTo>
                  <a:lnTo>
                    <a:pt x="1103" y="838"/>
                  </a:lnTo>
                  <a:lnTo>
                    <a:pt x="1105" y="838"/>
                  </a:lnTo>
                  <a:lnTo>
                    <a:pt x="1105" y="838"/>
                  </a:lnTo>
                  <a:lnTo>
                    <a:pt x="1103" y="835"/>
                  </a:lnTo>
                  <a:lnTo>
                    <a:pt x="1103" y="835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3" y="833"/>
                  </a:lnTo>
                  <a:lnTo>
                    <a:pt x="1105" y="833"/>
                  </a:lnTo>
                  <a:lnTo>
                    <a:pt x="1105" y="833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5" y="831"/>
                  </a:lnTo>
                  <a:lnTo>
                    <a:pt x="1107" y="833"/>
                  </a:lnTo>
                  <a:lnTo>
                    <a:pt x="1107" y="833"/>
                  </a:lnTo>
                  <a:lnTo>
                    <a:pt x="1107" y="831"/>
                  </a:lnTo>
                  <a:lnTo>
                    <a:pt x="1107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0" y="831"/>
                  </a:lnTo>
                  <a:lnTo>
                    <a:pt x="1112" y="831"/>
                  </a:lnTo>
                  <a:lnTo>
                    <a:pt x="1112" y="831"/>
                  </a:lnTo>
                  <a:lnTo>
                    <a:pt x="1112" y="831"/>
                  </a:lnTo>
                  <a:lnTo>
                    <a:pt x="1112" y="833"/>
                  </a:lnTo>
                  <a:lnTo>
                    <a:pt x="1112" y="833"/>
                  </a:lnTo>
                  <a:lnTo>
                    <a:pt x="1114" y="831"/>
                  </a:lnTo>
                  <a:lnTo>
                    <a:pt x="1114" y="831"/>
                  </a:lnTo>
                  <a:lnTo>
                    <a:pt x="1114" y="831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4" y="828"/>
                  </a:lnTo>
                  <a:lnTo>
                    <a:pt x="1112" y="826"/>
                  </a:lnTo>
                  <a:lnTo>
                    <a:pt x="1112" y="826"/>
                  </a:lnTo>
                  <a:lnTo>
                    <a:pt x="1112" y="826"/>
                  </a:lnTo>
                  <a:lnTo>
                    <a:pt x="1114" y="826"/>
                  </a:lnTo>
                  <a:lnTo>
                    <a:pt x="1117" y="826"/>
                  </a:lnTo>
                  <a:lnTo>
                    <a:pt x="1119" y="824"/>
                  </a:lnTo>
                  <a:lnTo>
                    <a:pt x="1119" y="824"/>
                  </a:lnTo>
                  <a:lnTo>
                    <a:pt x="1117" y="821"/>
                  </a:lnTo>
                  <a:lnTo>
                    <a:pt x="1117" y="821"/>
                  </a:lnTo>
                  <a:lnTo>
                    <a:pt x="1117" y="821"/>
                  </a:lnTo>
                  <a:lnTo>
                    <a:pt x="1117" y="819"/>
                  </a:lnTo>
                  <a:lnTo>
                    <a:pt x="1117" y="819"/>
                  </a:lnTo>
                  <a:lnTo>
                    <a:pt x="1119" y="817"/>
                  </a:lnTo>
                  <a:lnTo>
                    <a:pt x="1119" y="817"/>
                  </a:lnTo>
                  <a:lnTo>
                    <a:pt x="1119" y="817"/>
                  </a:lnTo>
                  <a:lnTo>
                    <a:pt x="1122" y="819"/>
                  </a:lnTo>
                  <a:lnTo>
                    <a:pt x="1122" y="819"/>
                  </a:lnTo>
                  <a:lnTo>
                    <a:pt x="1122" y="819"/>
                  </a:lnTo>
                  <a:lnTo>
                    <a:pt x="1124" y="821"/>
                  </a:lnTo>
                  <a:lnTo>
                    <a:pt x="1124" y="821"/>
                  </a:lnTo>
                  <a:lnTo>
                    <a:pt x="1124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6" y="821"/>
                  </a:lnTo>
                  <a:lnTo>
                    <a:pt x="1129" y="821"/>
                  </a:lnTo>
                  <a:lnTo>
                    <a:pt x="1129" y="819"/>
                  </a:lnTo>
                  <a:lnTo>
                    <a:pt x="1129" y="819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6" y="817"/>
                  </a:lnTo>
                  <a:lnTo>
                    <a:pt x="1129" y="817"/>
                  </a:lnTo>
                  <a:lnTo>
                    <a:pt x="1126" y="817"/>
                  </a:lnTo>
                  <a:lnTo>
                    <a:pt x="1126" y="814"/>
                  </a:lnTo>
                  <a:lnTo>
                    <a:pt x="1126" y="814"/>
                  </a:lnTo>
                  <a:lnTo>
                    <a:pt x="1129" y="814"/>
                  </a:lnTo>
                  <a:lnTo>
                    <a:pt x="1129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31" y="814"/>
                  </a:lnTo>
                  <a:lnTo>
                    <a:pt x="1129" y="812"/>
                  </a:lnTo>
                  <a:lnTo>
                    <a:pt x="1133" y="812"/>
                  </a:lnTo>
                  <a:lnTo>
                    <a:pt x="1136" y="812"/>
                  </a:lnTo>
                  <a:lnTo>
                    <a:pt x="1136" y="812"/>
                  </a:lnTo>
                  <a:lnTo>
                    <a:pt x="1136" y="809"/>
                  </a:lnTo>
                  <a:lnTo>
                    <a:pt x="1133" y="807"/>
                  </a:lnTo>
                  <a:lnTo>
                    <a:pt x="1136" y="807"/>
                  </a:lnTo>
                  <a:lnTo>
                    <a:pt x="1136" y="807"/>
                  </a:lnTo>
                  <a:lnTo>
                    <a:pt x="1136" y="807"/>
                  </a:lnTo>
                  <a:lnTo>
                    <a:pt x="1136" y="805"/>
                  </a:lnTo>
                  <a:lnTo>
                    <a:pt x="1136" y="805"/>
                  </a:lnTo>
                  <a:lnTo>
                    <a:pt x="1138" y="805"/>
                  </a:lnTo>
                  <a:lnTo>
                    <a:pt x="1138" y="802"/>
                  </a:lnTo>
                  <a:lnTo>
                    <a:pt x="1140" y="802"/>
                  </a:lnTo>
                  <a:lnTo>
                    <a:pt x="1143" y="805"/>
                  </a:lnTo>
                  <a:lnTo>
                    <a:pt x="1143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5"/>
                  </a:lnTo>
                  <a:lnTo>
                    <a:pt x="1145" y="802"/>
                  </a:lnTo>
                  <a:lnTo>
                    <a:pt x="1145" y="802"/>
                  </a:lnTo>
                  <a:lnTo>
                    <a:pt x="1148" y="802"/>
                  </a:lnTo>
                  <a:lnTo>
                    <a:pt x="1148" y="802"/>
                  </a:lnTo>
                  <a:lnTo>
                    <a:pt x="1148" y="800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2"/>
                  </a:lnTo>
                  <a:lnTo>
                    <a:pt x="1150" y="805"/>
                  </a:lnTo>
                  <a:lnTo>
                    <a:pt x="1152" y="802"/>
                  </a:lnTo>
                  <a:lnTo>
                    <a:pt x="1152" y="802"/>
                  </a:lnTo>
                  <a:lnTo>
                    <a:pt x="1152" y="800"/>
                  </a:lnTo>
                  <a:lnTo>
                    <a:pt x="1152" y="800"/>
                  </a:lnTo>
                  <a:lnTo>
                    <a:pt x="1152" y="800"/>
                  </a:lnTo>
                  <a:lnTo>
                    <a:pt x="1150" y="798"/>
                  </a:lnTo>
                  <a:lnTo>
                    <a:pt x="1150" y="798"/>
                  </a:lnTo>
                  <a:lnTo>
                    <a:pt x="1152" y="798"/>
                  </a:lnTo>
                  <a:lnTo>
                    <a:pt x="1155" y="800"/>
                  </a:lnTo>
                  <a:lnTo>
                    <a:pt x="1155" y="800"/>
                  </a:lnTo>
                  <a:lnTo>
                    <a:pt x="1155" y="798"/>
                  </a:lnTo>
                  <a:lnTo>
                    <a:pt x="1155" y="798"/>
                  </a:lnTo>
                  <a:lnTo>
                    <a:pt x="1155" y="793"/>
                  </a:lnTo>
                  <a:lnTo>
                    <a:pt x="1155" y="793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5"/>
                  </a:lnTo>
                  <a:lnTo>
                    <a:pt x="1155" y="798"/>
                  </a:lnTo>
                  <a:lnTo>
                    <a:pt x="1157" y="798"/>
                  </a:lnTo>
                  <a:lnTo>
                    <a:pt x="1157" y="798"/>
                  </a:lnTo>
                  <a:lnTo>
                    <a:pt x="1157" y="798"/>
                  </a:lnTo>
                  <a:lnTo>
                    <a:pt x="1157" y="800"/>
                  </a:lnTo>
                  <a:lnTo>
                    <a:pt x="1159" y="800"/>
                  </a:lnTo>
                  <a:lnTo>
                    <a:pt x="1159" y="800"/>
                  </a:lnTo>
                  <a:lnTo>
                    <a:pt x="1159" y="800"/>
                  </a:lnTo>
                  <a:lnTo>
                    <a:pt x="1159" y="798"/>
                  </a:lnTo>
                  <a:lnTo>
                    <a:pt x="1159" y="798"/>
                  </a:lnTo>
                  <a:lnTo>
                    <a:pt x="1159" y="798"/>
                  </a:lnTo>
                  <a:lnTo>
                    <a:pt x="1159" y="795"/>
                  </a:lnTo>
                  <a:lnTo>
                    <a:pt x="1162" y="798"/>
                  </a:lnTo>
                  <a:lnTo>
                    <a:pt x="1162" y="798"/>
                  </a:lnTo>
                  <a:lnTo>
                    <a:pt x="1162" y="798"/>
                  </a:lnTo>
                  <a:lnTo>
                    <a:pt x="1162" y="795"/>
                  </a:lnTo>
                  <a:lnTo>
                    <a:pt x="1159" y="795"/>
                  </a:lnTo>
                  <a:lnTo>
                    <a:pt x="1159" y="793"/>
                  </a:lnTo>
                  <a:lnTo>
                    <a:pt x="1159" y="793"/>
                  </a:lnTo>
                  <a:lnTo>
                    <a:pt x="1162" y="793"/>
                  </a:lnTo>
                  <a:lnTo>
                    <a:pt x="1162" y="793"/>
                  </a:lnTo>
                  <a:lnTo>
                    <a:pt x="1162" y="793"/>
                  </a:lnTo>
                  <a:lnTo>
                    <a:pt x="1164" y="793"/>
                  </a:lnTo>
                  <a:lnTo>
                    <a:pt x="1164" y="793"/>
                  </a:lnTo>
                  <a:lnTo>
                    <a:pt x="1164" y="790"/>
                  </a:lnTo>
                  <a:lnTo>
                    <a:pt x="1164" y="790"/>
                  </a:lnTo>
                  <a:lnTo>
                    <a:pt x="1162" y="790"/>
                  </a:lnTo>
                  <a:lnTo>
                    <a:pt x="1164" y="790"/>
                  </a:lnTo>
                  <a:lnTo>
                    <a:pt x="1164" y="788"/>
                  </a:lnTo>
                  <a:lnTo>
                    <a:pt x="1167" y="788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8"/>
                  </a:lnTo>
                  <a:lnTo>
                    <a:pt x="1164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62" y="788"/>
                  </a:lnTo>
                  <a:lnTo>
                    <a:pt x="1159" y="788"/>
                  </a:lnTo>
                  <a:lnTo>
                    <a:pt x="1159" y="788"/>
                  </a:lnTo>
                  <a:lnTo>
                    <a:pt x="1159" y="790"/>
                  </a:lnTo>
                  <a:lnTo>
                    <a:pt x="1159" y="790"/>
                  </a:lnTo>
                  <a:lnTo>
                    <a:pt x="1159" y="790"/>
                  </a:lnTo>
                  <a:lnTo>
                    <a:pt x="1157" y="790"/>
                  </a:lnTo>
                  <a:lnTo>
                    <a:pt x="1159" y="790"/>
                  </a:lnTo>
                  <a:lnTo>
                    <a:pt x="1159" y="788"/>
                  </a:lnTo>
                  <a:lnTo>
                    <a:pt x="1159" y="788"/>
                  </a:lnTo>
                  <a:lnTo>
                    <a:pt x="1157" y="788"/>
                  </a:lnTo>
                  <a:lnTo>
                    <a:pt x="1159" y="788"/>
                  </a:lnTo>
                  <a:lnTo>
                    <a:pt x="1159" y="786"/>
                  </a:lnTo>
                  <a:lnTo>
                    <a:pt x="1159" y="786"/>
                  </a:lnTo>
                  <a:lnTo>
                    <a:pt x="1162" y="786"/>
                  </a:lnTo>
                  <a:lnTo>
                    <a:pt x="1162" y="786"/>
                  </a:lnTo>
                  <a:lnTo>
                    <a:pt x="1164" y="786"/>
                  </a:lnTo>
                  <a:lnTo>
                    <a:pt x="1164" y="786"/>
                  </a:lnTo>
                  <a:lnTo>
                    <a:pt x="1164" y="783"/>
                  </a:lnTo>
                  <a:lnTo>
                    <a:pt x="1164" y="783"/>
                  </a:lnTo>
                  <a:lnTo>
                    <a:pt x="1164" y="783"/>
                  </a:lnTo>
                  <a:lnTo>
                    <a:pt x="1167" y="783"/>
                  </a:lnTo>
                  <a:lnTo>
                    <a:pt x="1167" y="783"/>
                  </a:lnTo>
                  <a:lnTo>
                    <a:pt x="1169" y="783"/>
                  </a:lnTo>
                  <a:lnTo>
                    <a:pt x="1169" y="783"/>
                  </a:lnTo>
                  <a:lnTo>
                    <a:pt x="1169" y="783"/>
                  </a:lnTo>
                  <a:lnTo>
                    <a:pt x="1169" y="781"/>
                  </a:lnTo>
                  <a:lnTo>
                    <a:pt x="1169" y="781"/>
                  </a:lnTo>
                  <a:lnTo>
                    <a:pt x="1169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81"/>
                  </a:lnTo>
                  <a:lnTo>
                    <a:pt x="1167" y="779"/>
                  </a:lnTo>
                  <a:lnTo>
                    <a:pt x="1167" y="776"/>
                  </a:lnTo>
                  <a:lnTo>
                    <a:pt x="1167" y="776"/>
                  </a:lnTo>
                  <a:lnTo>
                    <a:pt x="1167" y="776"/>
                  </a:lnTo>
                  <a:lnTo>
                    <a:pt x="1169" y="776"/>
                  </a:lnTo>
                  <a:lnTo>
                    <a:pt x="1169" y="776"/>
                  </a:lnTo>
                  <a:lnTo>
                    <a:pt x="1171" y="776"/>
                  </a:lnTo>
                  <a:lnTo>
                    <a:pt x="1171" y="776"/>
                  </a:lnTo>
                  <a:lnTo>
                    <a:pt x="1171" y="776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4"/>
                  </a:lnTo>
                  <a:lnTo>
                    <a:pt x="1171" y="772"/>
                  </a:lnTo>
                  <a:lnTo>
                    <a:pt x="1171" y="772"/>
                  </a:lnTo>
                  <a:lnTo>
                    <a:pt x="1174" y="772"/>
                  </a:lnTo>
                  <a:lnTo>
                    <a:pt x="1174" y="769"/>
                  </a:lnTo>
                  <a:lnTo>
                    <a:pt x="1174" y="769"/>
                  </a:lnTo>
                  <a:lnTo>
                    <a:pt x="1171" y="769"/>
                  </a:lnTo>
                  <a:lnTo>
                    <a:pt x="1171" y="769"/>
                  </a:lnTo>
                  <a:lnTo>
                    <a:pt x="1174" y="769"/>
                  </a:lnTo>
                  <a:lnTo>
                    <a:pt x="1174" y="769"/>
                  </a:lnTo>
                  <a:lnTo>
                    <a:pt x="1176" y="769"/>
                  </a:lnTo>
                  <a:lnTo>
                    <a:pt x="1178" y="767"/>
                  </a:lnTo>
                  <a:lnTo>
                    <a:pt x="1181" y="767"/>
                  </a:lnTo>
                  <a:lnTo>
                    <a:pt x="1181" y="767"/>
                  </a:lnTo>
                  <a:lnTo>
                    <a:pt x="1183" y="767"/>
                  </a:lnTo>
                  <a:lnTo>
                    <a:pt x="1183" y="764"/>
                  </a:lnTo>
                  <a:lnTo>
                    <a:pt x="1183" y="764"/>
                  </a:lnTo>
                  <a:lnTo>
                    <a:pt x="1183" y="764"/>
                  </a:lnTo>
                  <a:lnTo>
                    <a:pt x="1185" y="764"/>
                  </a:lnTo>
                  <a:lnTo>
                    <a:pt x="1188" y="762"/>
                  </a:lnTo>
                  <a:lnTo>
                    <a:pt x="1188" y="760"/>
                  </a:lnTo>
                  <a:lnTo>
                    <a:pt x="1188" y="760"/>
                  </a:lnTo>
                  <a:lnTo>
                    <a:pt x="1188" y="757"/>
                  </a:lnTo>
                  <a:lnTo>
                    <a:pt x="1188" y="755"/>
                  </a:lnTo>
                  <a:lnTo>
                    <a:pt x="1190" y="755"/>
                  </a:lnTo>
                  <a:lnTo>
                    <a:pt x="1190" y="755"/>
                  </a:lnTo>
                  <a:lnTo>
                    <a:pt x="1193" y="755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3" y="753"/>
                  </a:lnTo>
                  <a:lnTo>
                    <a:pt x="1193" y="753"/>
                  </a:lnTo>
                  <a:lnTo>
                    <a:pt x="1190" y="753"/>
                  </a:lnTo>
                  <a:lnTo>
                    <a:pt x="1190" y="753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50"/>
                  </a:lnTo>
                  <a:lnTo>
                    <a:pt x="1190" y="748"/>
                  </a:lnTo>
                  <a:lnTo>
                    <a:pt x="1190" y="748"/>
                  </a:lnTo>
                  <a:lnTo>
                    <a:pt x="1188" y="748"/>
                  </a:lnTo>
                  <a:lnTo>
                    <a:pt x="1188" y="746"/>
                  </a:lnTo>
                  <a:lnTo>
                    <a:pt x="1188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5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3" y="746"/>
                  </a:lnTo>
                  <a:lnTo>
                    <a:pt x="1181" y="746"/>
                  </a:lnTo>
                  <a:lnTo>
                    <a:pt x="1181" y="743"/>
                  </a:lnTo>
                  <a:lnTo>
                    <a:pt x="1181" y="743"/>
                  </a:lnTo>
                  <a:lnTo>
                    <a:pt x="1181" y="743"/>
                  </a:lnTo>
                  <a:lnTo>
                    <a:pt x="1178" y="741"/>
                  </a:lnTo>
                  <a:lnTo>
                    <a:pt x="1178" y="741"/>
                  </a:lnTo>
                  <a:lnTo>
                    <a:pt x="1176" y="741"/>
                  </a:lnTo>
                  <a:lnTo>
                    <a:pt x="1176" y="741"/>
                  </a:lnTo>
                  <a:lnTo>
                    <a:pt x="1174" y="741"/>
                  </a:lnTo>
                  <a:lnTo>
                    <a:pt x="1174" y="741"/>
                  </a:lnTo>
                  <a:lnTo>
                    <a:pt x="1169" y="741"/>
                  </a:lnTo>
                  <a:lnTo>
                    <a:pt x="1167" y="741"/>
                  </a:lnTo>
                  <a:lnTo>
                    <a:pt x="1167" y="741"/>
                  </a:lnTo>
                  <a:lnTo>
                    <a:pt x="1167" y="743"/>
                  </a:lnTo>
                  <a:lnTo>
                    <a:pt x="1164" y="743"/>
                  </a:lnTo>
                  <a:lnTo>
                    <a:pt x="1164" y="743"/>
                  </a:lnTo>
                  <a:lnTo>
                    <a:pt x="1164" y="743"/>
                  </a:lnTo>
                  <a:lnTo>
                    <a:pt x="1164" y="741"/>
                  </a:lnTo>
                  <a:lnTo>
                    <a:pt x="1164" y="741"/>
                  </a:lnTo>
                  <a:lnTo>
                    <a:pt x="1164" y="741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8"/>
                  </a:lnTo>
                  <a:lnTo>
                    <a:pt x="1164" y="736"/>
                  </a:lnTo>
                  <a:lnTo>
                    <a:pt x="1162" y="738"/>
                  </a:lnTo>
                  <a:lnTo>
                    <a:pt x="1162" y="738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4" y="734"/>
                  </a:lnTo>
                  <a:lnTo>
                    <a:pt x="1167" y="734"/>
                  </a:lnTo>
                  <a:lnTo>
                    <a:pt x="1167" y="731"/>
                  </a:lnTo>
                  <a:lnTo>
                    <a:pt x="1164" y="731"/>
                  </a:lnTo>
                  <a:lnTo>
                    <a:pt x="1164" y="731"/>
                  </a:lnTo>
                  <a:lnTo>
                    <a:pt x="1164" y="729"/>
                  </a:lnTo>
                  <a:lnTo>
                    <a:pt x="1164" y="729"/>
                  </a:lnTo>
                  <a:lnTo>
                    <a:pt x="1167" y="727"/>
                  </a:lnTo>
                  <a:lnTo>
                    <a:pt x="1167" y="727"/>
                  </a:lnTo>
                  <a:lnTo>
                    <a:pt x="1169" y="724"/>
                  </a:lnTo>
                  <a:lnTo>
                    <a:pt x="1171" y="724"/>
                  </a:lnTo>
                  <a:lnTo>
                    <a:pt x="1171" y="722"/>
                  </a:lnTo>
                  <a:lnTo>
                    <a:pt x="1171" y="724"/>
                  </a:lnTo>
                  <a:lnTo>
                    <a:pt x="1171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4"/>
                  </a:lnTo>
                  <a:lnTo>
                    <a:pt x="1167" y="724"/>
                  </a:lnTo>
                  <a:lnTo>
                    <a:pt x="1167" y="724"/>
                  </a:lnTo>
                  <a:lnTo>
                    <a:pt x="1164" y="722"/>
                  </a:lnTo>
                  <a:lnTo>
                    <a:pt x="1167" y="722"/>
                  </a:lnTo>
                  <a:lnTo>
                    <a:pt x="1167" y="722"/>
                  </a:lnTo>
                  <a:lnTo>
                    <a:pt x="1167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69" y="722"/>
                  </a:lnTo>
                  <a:lnTo>
                    <a:pt x="1171" y="722"/>
                  </a:lnTo>
                  <a:lnTo>
                    <a:pt x="1171" y="719"/>
                  </a:lnTo>
                  <a:lnTo>
                    <a:pt x="1171" y="719"/>
                  </a:lnTo>
                  <a:lnTo>
                    <a:pt x="1171" y="719"/>
                  </a:lnTo>
                  <a:lnTo>
                    <a:pt x="1174" y="719"/>
                  </a:lnTo>
                  <a:lnTo>
                    <a:pt x="1174" y="719"/>
                  </a:lnTo>
                  <a:lnTo>
                    <a:pt x="1176" y="719"/>
                  </a:lnTo>
                  <a:lnTo>
                    <a:pt x="1178" y="719"/>
                  </a:lnTo>
                  <a:lnTo>
                    <a:pt x="1178" y="717"/>
                  </a:lnTo>
                  <a:lnTo>
                    <a:pt x="1178" y="717"/>
                  </a:lnTo>
                  <a:lnTo>
                    <a:pt x="1178" y="717"/>
                  </a:lnTo>
                  <a:lnTo>
                    <a:pt x="1178" y="715"/>
                  </a:lnTo>
                  <a:lnTo>
                    <a:pt x="1176" y="712"/>
                  </a:lnTo>
                  <a:lnTo>
                    <a:pt x="1176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4" y="712"/>
                  </a:lnTo>
                  <a:lnTo>
                    <a:pt x="1176" y="712"/>
                  </a:lnTo>
                  <a:lnTo>
                    <a:pt x="1176" y="712"/>
                  </a:lnTo>
                  <a:lnTo>
                    <a:pt x="1181" y="712"/>
                  </a:lnTo>
                  <a:lnTo>
                    <a:pt x="1183" y="710"/>
                  </a:lnTo>
                  <a:lnTo>
                    <a:pt x="1183" y="710"/>
                  </a:lnTo>
                  <a:lnTo>
                    <a:pt x="1183" y="708"/>
                  </a:lnTo>
                  <a:lnTo>
                    <a:pt x="1183" y="708"/>
                  </a:lnTo>
                  <a:lnTo>
                    <a:pt x="1181" y="708"/>
                  </a:lnTo>
                  <a:lnTo>
                    <a:pt x="1181" y="708"/>
                  </a:lnTo>
                  <a:lnTo>
                    <a:pt x="1178" y="708"/>
                  </a:lnTo>
                  <a:lnTo>
                    <a:pt x="1178" y="705"/>
                  </a:lnTo>
                  <a:lnTo>
                    <a:pt x="1181" y="705"/>
                  </a:lnTo>
                  <a:lnTo>
                    <a:pt x="1181" y="705"/>
                  </a:lnTo>
                  <a:lnTo>
                    <a:pt x="1181" y="705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3"/>
                  </a:lnTo>
                  <a:lnTo>
                    <a:pt x="1181" y="705"/>
                  </a:lnTo>
                  <a:lnTo>
                    <a:pt x="1183" y="705"/>
                  </a:lnTo>
                  <a:lnTo>
                    <a:pt x="1183" y="708"/>
                  </a:lnTo>
                  <a:lnTo>
                    <a:pt x="1183" y="708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5"/>
                  </a:lnTo>
                  <a:lnTo>
                    <a:pt x="1185" y="703"/>
                  </a:lnTo>
                  <a:lnTo>
                    <a:pt x="1185" y="701"/>
                  </a:lnTo>
                  <a:lnTo>
                    <a:pt x="1185" y="701"/>
                  </a:lnTo>
                  <a:lnTo>
                    <a:pt x="1185" y="698"/>
                  </a:lnTo>
                  <a:lnTo>
                    <a:pt x="1185" y="698"/>
                  </a:lnTo>
                  <a:lnTo>
                    <a:pt x="1185" y="698"/>
                  </a:lnTo>
                  <a:lnTo>
                    <a:pt x="1188" y="701"/>
                  </a:lnTo>
                  <a:lnTo>
                    <a:pt x="1190" y="701"/>
                  </a:lnTo>
                  <a:lnTo>
                    <a:pt x="1190" y="703"/>
                  </a:lnTo>
                  <a:lnTo>
                    <a:pt x="1190" y="701"/>
                  </a:lnTo>
                  <a:lnTo>
                    <a:pt x="1188" y="701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88" y="705"/>
                  </a:lnTo>
                  <a:lnTo>
                    <a:pt x="1190" y="708"/>
                  </a:lnTo>
                  <a:lnTo>
                    <a:pt x="1190" y="708"/>
                  </a:lnTo>
                  <a:lnTo>
                    <a:pt x="1190" y="708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5"/>
                  </a:lnTo>
                  <a:lnTo>
                    <a:pt x="1190" y="703"/>
                  </a:lnTo>
                  <a:lnTo>
                    <a:pt x="1190" y="703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3" y="705"/>
                  </a:lnTo>
                  <a:lnTo>
                    <a:pt x="1195" y="705"/>
                  </a:lnTo>
                  <a:lnTo>
                    <a:pt x="1195" y="705"/>
                  </a:lnTo>
                  <a:lnTo>
                    <a:pt x="1195" y="705"/>
                  </a:lnTo>
                  <a:lnTo>
                    <a:pt x="1195" y="703"/>
                  </a:lnTo>
                  <a:lnTo>
                    <a:pt x="1197" y="703"/>
                  </a:lnTo>
                  <a:lnTo>
                    <a:pt x="1197" y="703"/>
                  </a:lnTo>
                  <a:lnTo>
                    <a:pt x="1200" y="701"/>
                  </a:lnTo>
                  <a:lnTo>
                    <a:pt x="1200" y="698"/>
                  </a:lnTo>
                  <a:lnTo>
                    <a:pt x="1200" y="698"/>
                  </a:lnTo>
                  <a:lnTo>
                    <a:pt x="1200" y="698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200" y="696"/>
                  </a:lnTo>
                  <a:lnTo>
                    <a:pt x="1197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5" y="696"/>
                  </a:lnTo>
                  <a:lnTo>
                    <a:pt x="1193" y="696"/>
                  </a:lnTo>
                  <a:lnTo>
                    <a:pt x="1193" y="696"/>
                  </a:lnTo>
                  <a:lnTo>
                    <a:pt x="1190" y="696"/>
                  </a:lnTo>
                  <a:lnTo>
                    <a:pt x="1190" y="696"/>
                  </a:lnTo>
                  <a:lnTo>
                    <a:pt x="1193" y="693"/>
                  </a:lnTo>
                  <a:lnTo>
                    <a:pt x="1193" y="693"/>
                  </a:lnTo>
                  <a:lnTo>
                    <a:pt x="1193" y="693"/>
                  </a:lnTo>
                  <a:lnTo>
                    <a:pt x="1197" y="691"/>
                  </a:lnTo>
                  <a:lnTo>
                    <a:pt x="1197" y="691"/>
                  </a:lnTo>
                  <a:lnTo>
                    <a:pt x="1200" y="691"/>
                  </a:lnTo>
                  <a:lnTo>
                    <a:pt x="1202" y="691"/>
                  </a:lnTo>
                  <a:lnTo>
                    <a:pt x="1202" y="691"/>
                  </a:lnTo>
                  <a:lnTo>
                    <a:pt x="1202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4" y="691"/>
                  </a:lnTo>
                  <a:lnTo>
                    <a:pt x="1207" y="691"/>
                  </a:lnTo>
                  <a:lnTo>
                    <a:pt x="1209" y="689"/>
                  </a:lnTo>
                  <a:lnTo>
                    <a:pt x="1209" y="689"/>
                  </a:lnTo>
                  <a:lnTo>
                    <a:pt x="1209" y="686"/>
                  </a:lnTo>
                  <a:lnTo>
                    <a:pt x="1209" y="686"/>
                  </a:lnTo>
                  <a:lnTo>
                    <a:pt x="1209" y="684"/>
                  </a:lnTo>
                  <a:lnTo>
                    <a:pt x="1211" y="684"/>
                  </a:lnTo>
                  <a:lnTo>
                    <a:pt x="1211" y="684"/>
                  </a:lnTo>
                  <a:lnTo>
                    <a:pt x="1211" y="684"/>
                  </a:lnTo>
                  <a:lnTo>
                    <a:pt x="1211" y="682"/>
                  </a:lnTo>
                  <a:lnTo>
                    <a:pt x="1211" y="682"/>
                  </a:lnTo>
                  <a:lnTo>
                    <a:pt x="1211" y="682"/>
                  </a:lnTo>
                  <a:lnTo>
                    <a:pt x="1211" y="679"/>
                  </a:lnTo>
                  <a:lnTo>
                    <a:pt x="1211" y="679"/>
                  </a:lnTo>
                  <a:lnTo>
                    <a:pt x="1211" y="679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7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9" y="675"/>
                  </a:lnTo>
                  <a:lnTo>
                    <a:pt x="1207" y="675"/>
                  </a:lnTo>
                  <a:lnTo>
                    <a:pt x="1207" y="675"/>
                  </a:lnTo>
                  <a:lnTo>
                    <a:pt x="1207" y="675"/>
                  </a:lnTo>
                  <a:lnTo>
                    <a:pt x="1207" y="672"/>
                  </a:lnTo>
                  <a:lnTo>
                    <a:pt x="1204" y="672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70"/>
                  </a:lnTo>
                  <a:lnTo>
                    <a:pt x="1202" y="667"/>
                  </a:lnTo>
                  <a:lnTo>
                    <a:pt x="1202" y="667"/>
                  </a:lnTo>
                  <a:lnTo>
                    <a:pt x="1200" y="667"/>
                  </a:lnTo>
                  <a:lnTo>
                    <a:pt x="1200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7"/>
                  </a:lnTo>
                  <a:lnTo>
                    <a:pt x="1197" y="665"/>
                  </a:lnTo>
                  <a:lnTo>
                    <a:pt x="1200" y="665"/>
                  </a:lnTo>
                  <a:lnTo>
                    <a:pt x="1202" y="665"/>
                  </a:lnTo>
                  <a:lnTo>
                    <a:pt x="1202" y="665"/>
                  </a:lnTo>
                  <a:lnTo>
                    <a:pt x="1202" y="667"/>
                  </a:lnTo>
                  <a:lnTo>
                    <a:pt x="1202" y="667"/>
                  </a:lnTo>
                  <a:lnTo>
                    <a:pt x="1202" y="670"/>
                  </a:lnTo>
                  <a:lnTo>
                    <a:pt x="1204" y="667"/>
                  </a:lnTo>
                  <a:lnTo>
                    <a:pt x="1204" y="667"/>
                  </a:lnTo>
                  <a:lnTo>
                    <a:pt x="1207" y="670"/>
                  </a:lnTo>
                  <a:lnTo>
                    <a:pt x="1207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4" y="670"/>
                  </a:lnTo>
                  <a:lnTo>
                    <a:pt x="1209" y="670"/>
                  </a:lnTo>
                  <a:lnTo>
                    <a:pt x="1209" y="670"/>
                  </a:lnTo>
                  <a:lnTo>
                    <a:pt x="1209" y="670"/>
                  </a:lnTo>
                  <a:lnTo>
                    <a:pt x="1211" y="670"/>
                  </a:lnTo>
                  <a:lnTo>
                    <a:pt x="1211" y="670"/>
                  </a:lnTo>
                  <a:lnTo>
                    <a:pt x="1214" y="667"/>
                  </a:lnTo>
                  <a:lnTo>
                    <a:pt x="1214" y="667"/>
                  </a:lnTo>
                  <a:lnTo>
                    <a:pt x="1216" y="667"/>
                  </a:lnTo>
                  <a:lnTo>
                    <a:pt x="1216" y="667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6" y="665"/>
                  </a:lnTo>
                  <a:lnTo>
                    <a:pt x="1219" y="663"/>
                  </a:lnTo>
                  <a:lnTo>
                    <a:pt x="1221" y="660"/>
                  </a:lnTo>
                  <a:lnTo>
                    <a:pt x="1221" y="660"/>
                  </a:lnTo>
                  <a:lnTo>
                    <a:pt x="1221" y="660"/>
                  </a:lnTo>
                  <a:lnTo>
                    <a:pt x="1219" y="658"/>
                  </a:lnTo>
                  <a:lnTo>
                    <a:pt x="1219" y="658"/>
                  </a:lnTo>
                  <a:lnTo>
                    <a:pt x="1219" y="656"/>
                  </a:lnTo>
                  <a:lnTo>
                    <a:pt x="1219" y="656"/>
                  </a:lnTo>
                  <a:lnTo>
                    <a:pt x="1219" y="656"/>
                  </a:lnTo>
                  <a:lnTo>
                    <a:pt x="1219" y="653"/>
                  </a:lnTo>
                  <a:lnTo>
                    <a:pt x="1221" y="651"/>
                  </a:lnTo>
                  <a:lnTo>
                    <a:pt x="1223" y="648"/>
                  </a:lnTo>
                  <a:lnTo>
                    <a:pt x="1223" y="648"/>
                  </a:lnTo>
                  <a:lnTo>
                    <a:pt x="1226" y="648"/>
                  </a:lnTo>
                  <a:lnTo>
                    <a:pt x="1226" y="648"/>
                  </a:lnTo>
                  <a:lnTo>
                    <a:pt x="1226" y="646"/>
                  </a:lnTo>
                  <a:lnTo>
                    <a:pt x="1226" y="644"/>
                  </a:lnTo>
                  <a:lnTo>
                    <a:pt x="1226" y="644"/>
                  </a:lnTo>
                  <a:lnTo>
                    <a:pt x="1226" y="644"/>
                  </a:lnTo>
                  <a:lnTo>
                    <a:pt x="1228" y="644"/>
                  </a:lnTo>
                  <a:lnTo>
                    <a:pt x="1228" y="644"/>
                  </a:lnTo>
                  <a:lnTo>
                    <a:pt x="1228" y="644"/>
                  </a:lnTo>
                  <a:lnTo>
                    <a:pt x="1230" y="641"/>
                  </a:lnTo>
                  <a:lnTo>
                    <a:pt x="1230" y="639"/>
                  </a:lnTo>
                  <a:lnTo>
                    <a:pt x="1230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3" y="639"/>
                  </a:lnTo>
                  <a:lnTo>
                    <a:pt x="1235" y="639"/>
                  </a:lnTo>
                  <a:lnTo>
                    <a:pt x="1235" y="641"/>
                  </a:lnTo>
                  <a:lnTo>
                    <a:pt x="1237" y="639"/>
                  </a:lnTo>
                  <a:lnTo>
                    <a:pt x="1237" y="639"/>
                  </a:lnTo>
                  <a:lnTo>
                    <a:pt x="1233" y="634"/>
                  </a:lnTo>
                  <a:lnTo>
                    <a:pt x="1233" y="634"/>
                  </a:lnTo>
                  <a:lnTo>
                    <a:pt x="1233" y="632"/>
                  </a:lnTo>
                  <a:lnTo>
                    <a:pt x="1233" y="632"/>
                  </a:lnTo>
                  <a:lnTo>
                    <a:pt x="1235" y="630"/>
                  </a:lnTo>
                  <a:lnTo>
                    <a:pt x="1235" y="630"/>
                  </a:lnTo>
                  <a:lnTo>
                    <a:pt x="1235" y="627"/>
                  </a:lnTo>
                  <a:lnTo>
                    <a:pt x="1237" y="627"/>
                  </a:lnTo>
                  <a:lnTo>
                    <a:pt x="1237" y="627"/>
                  </a:lnTo>
                  <a:lnTo>
                    <a:pt x="1240" y="625"/>
                  </a:lnTo>
                  <a:lnTo>
                    <a:pt x="1240" y="622"/>
                  </a:lnTo>
                  <a:lnTo>
                    <a:pt x="1242" y="622"/>
                  </a:lnTo>
                  <a:lnTo>
                    <a:pt x="1242" y="622"/>
                  </a:lnTo>
                  <a:lnTo>
                    <a:pt x="1245" y="622"/>
                  </a:lnTo>
                  <a:lnTo>
                    <a:pt x="1247" y="622"/>
                  </a:lnTo>
                  <a:lnTo>
                    <a:pt x="1247" y="622"/>
                  </a:lnTo>
                  <a:lnTo>
                    <a:pt x="1247" y="620"/>
                  </a:lnTo>
                  <a:lnTo>
                    <a:pt x="1247" y="620"/>
                  </a:lnTo>
                  <a:lnTo>
                    <a:pt x="1249" y="620"/>
                  </a:lnTo>
                  <a:lnTo>
                    <a:pt x="1252" y="620"/>
                  </a:lnTo>
                  <a:lnTo>
                    <a:pt x="1252" y="618"/>
                  </a:lnTo>
                  <a:lnTo>
                    <a:pt x="1252" y="618"/>
                  </a:lnTo>
                  <a:lnTo>
                    <a:pt x="1252" y="618"/>
                  </a:lnTo>
                  <a:lnTo>
                    <a:pt x="1254" y="613"/>
                  </a:lnTo>
                  <a:lnTo>
                    <a:pt x="1254" y="613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6" y="611"/>
                  </a:lnTo>
                  <a:lnTo>
                    <a:pt x="1259" y="611"/>
                  </a:lnTo>
                  <a:lnTo>
                    <a:pt x="1259" y="611"/>
                  </a:lnTo>
                  <a:lnTo>
                    <a:pt x="1263" y="606"/>
                  </a:lnTo>
                  <a:lnTo>
                    <a:pt x="1266" y="606"/>
                  </a:lnTo>
                  <a:lnTo>
                    <a:pt x="1266" y="603"/>
                  </a:lnTo>
                  <a:lnTo>
                    <a:pt x="1266" y="603"/>
                  </a:lnTo>
                  <a:lnTo>
                    <a:pt x="1268" y="603"/>
                  </a:lnTo>
                  <a:lnTo>
                    <a:pt x="1268" y="603"/>
                  </a:lnTo>
                  <a:lnTo>
                    <a:pt x="1268" y="601"/>
                  </a:lnTo>
                  <a:lnTo>
                    <a:pt x="1268" y="601"/>
                  </a:lnTo>
                  <a:lnTo>
                    <a:pt x="1268" y="599"/>
                  </a:lnTo>
                  <a:lnTo>
                    <a:pt x="1268" y="599"/>
                  </a:lnTo>
                  <a:lnTo>
                    <a:pt x="1268" y="603"/>
                  </a:lnTo>
                  <a:lnTo>
                    <a:pt x="1268" y="603"/>
                  </a:lnTo>
                  <a:lnTo>
                    <a:pt x="1271" y="606"/>
                  </a:lnTo>
                  <a:lnTo>
                    <a:pt x="1273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5" y="603"/>
                  </a:lnTo>
                  <a:lnTo>
                    <a:pt x="1275" y="603"/>
                  </a:lnTo>
                  <a:lnTo>
                    <a:pt x="1275" y="606"/>
                  </a:lnTo>
                  <a:lnTo>
                    <a:pt x="1275" y="606"/>
                  </a:lnTo>
                  <a:lnTo>
                    <a:pt x="1278" y="606"/>
                  </a:lnTo>
                  <a:lnTo>
                    <a:pt x="1285" y="606"/>
                  </a:lnTo>
                  <a:lnTo>
                    <a:pt x="1287" y="606"/>
                  </a:lnTo>
                  <a:lnTo>
                    <a:pt x="1287" y="603"/>
                  </a:lnTo>
                  <a:lnTo>
                    <a:pt x="1287" y="603"/>
                  </a:lnTo>
                  <a:lnTo>
                    <a:pt x="1287" y="601"/>
                  </a:lnTo>
                  <a:lnTo>
                    <a:pt x="1287" y="599"/>
                  </a:lnTo>
                  <a:lnTo>
                    <a:pt x="1287" y="599"/>
                  </a:lnTo>
                  <a:lnTo>
                    <a:pt x="1287" y="596"/>
                  </a:lnTo>
                  <a:lnTo>
                    <a:pt x="1287" y="596"/>
                  </a:lnTo>
                  <a:lnTo>
                    <a:pt x="1290" y="596"/>
                  </a:lnTo>
                  <a:lnTo>
                    <a:pt x="1290" y="594"/>
                  </a:lnTo>
                  <a:lnTo>
                    <a:pt x="1292" y="594"/>
                  </a:lnTo>
                  <a:lnTo>
                    <a:pt x="1294" y="592"/>
                  </a:lnTo>
                  <a:lnTo>
                    <a:pt x="1301" y="589"/>
                  </a:lnTo>
                  <a:lnTo>
                    <a:pt x="1301" y="589"/>
                  </a:lnTo>
                  <a:lnTo>
                    <a:pt x="1301" y="589"/>
                  </a:lnTo>
                  <a:lnTo>
                    <a:pt x="1304" y="589"/>
                  </a:lnTo>
                  <a:lnTo>
                    <a:pt x="1306" y="589"/>
                  </a:lnTo>
                  <a:lnTo>
                    <a:pt x="1306" y="589"/>
                  </a:lnTo>
                  <a:lnTo>
                    <a:pt x="1304" y="592"/>
                  </a:lnTo>
                  <a:lnTo>
                    <a:pt x="1304" y="592"/>
                  </a:lnTo>
                  <a:lnTo>
                    <a:pt x="1294" y="596"/>
                  </a:lnTo>
                  <a:lnTo>
                    <a:pt x="1294" y="596"/>
                  </a:lnTo>
                  <a:lnTo>
                    <a:pt x="1292" y="596"/>
                  </a:lnTo>
                  <a:lnTo>
                    <a:pt x="1292" y="599"/>
                  </a:lnTo>
                  <a:lnTo>
                    <a:pt x="1292" y="601"/>
                  </a:lnTo>
                  <a:lnTo>
                    <a:pt x="1292" y="601"/>
                  </a:lnTo>
                  <a:lnTo>
                    <a:pt x="1292" y="601"/>
                  </a:lnTo>
                  <a:lnTo>
                    <a:pt x="1290" y="601"/>
                  </a:lnTo>
                  <a:lnTo>
                    <a:pt x="1290" y="601"/>
                  </a:lnTo>
                  <a:lnTo>
                    <a:pt x="1290" y="603"/>
                  </a:lnTo>
                  <a:lnTo>
                    <a:pt x="1290" y="603"/>
                  </a:lnTo>
                  <a:lnTo>
                    <a:pt x="1287" y="606"/>
                  </a:lnTo>
                  <a:lnTo>
                    <a:pt x="1287" y="606"/>
                  </a:lnTo>
                  <a:lnTo>
                    <a:pt x="1287" y="608"/>
                  </a:lnTo>
                  <a:lnTo>
                    <a:pt x="1287" y="608"/>
                  </a:lnTo>
                  <a:lnTo>
                    <a:pt x="1285" y="608"/>
                  </a:lnTo>
                  <a:lnTo>
                    <a:pt x="1285" y="608"/>
                  </a:lnTo>
                  <a:lnTo>
                    <a:pt x="1285" y="608"/>
                  </a:lnTo>
                  <a:lnTo>
                    <a:pt x="1285" y="611"/>
                  </a:lnTo>
                  <a:lnTo>
                    <a:pt x="1282" y="611"/>
                  </a:lnTo>
                  <a:lnTo>
                    <a:pt x="1282" y="611"/>
                  </a:lnTo>
                  <a:lnTo>
                    <a:pt x="1287" y="615"/>
                  </a:lnTo>
                  <a:lnTo>
                    <a:pt x="1290" y="615"/>
                  </a:lnTo>
                  <a:lnTo>
                    <a:pt x="1292" y="618"/>
                  </a:lnTo>
                  <a:lnTo>
                    <a:pt x="1297" y="620"/>
                  </a:lnTo>
                  <a:lnTo>
                    <a:pt x="1299" y="620"/>
                  </a:lnTo>
                  <a:lnTo>
                    <a:pt x="1301" y="620"/>
                  </a:lnTo>
                  <a:lnTo>
                    <a:pt x="1304" y="622"/>
                  </a:lnTo>
                  <a:lnTo>
                    <a:pt x="1304" y="625"/>
                  </a:lnTo>
                  <a:lnTo>
                    <a:pt x="1306" y="625"/>
                  </a:lnTo>
                  <a:lnTo>
                    <a:pt x="1308" y="622"/>
                  </a:lnTo>
                  <a:lnTo>
                    <a:pt x="1311" y="622"/>
                  </a:lnTo>
                  <a:lnTo>
                    <a:pt x="1311" y="622"/>
                  </a:lnTo>
                  <a:lnTo>
                    <a:pt x="1313" y="625"/>
                  </a:lnTo>
                  <a:lnTo>
                    <a:pt x="1316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3" y="627"/>
                  </a:lnTo>
                  <a:lnTo>
                    <a:pt x="1311" y="627"/>
                  </a:lnTo>
                  <a:lnTo>
                    <a:pt x="1301" y="625"/>
                  </a:lnTo>
                  <a:lnTo>
                    <a:pt x="1301" y="625"/>
                  </a:lnTo>
                  <a:lnTo>
                    <a:pt x="1299" y="625"/>
                  </a:lnTo>
                  <a:lnTo>
                    <a:pt x="1297" y="625"/>
                  </a:lnTo>
                  <a:lnTo>
                    <a:pt x="1297" y="625"/>
                  </a:lnTo>
                  <a:lnTo>
                    <a:pt x="1294" y="622"/>
                  </a:lnTo>
                  <a:lnTo>
                    <a:pt x="1294" y="622"/>
                  </a:lnTo>
                  <a:lnTo>
                    <a:pt x="1292" y="622"/>
                  </a:lnTo>
                  <a:lnTo>
                    <a:pt x="1292" y="622"/>
                  </a:lnTo>
                  <a:lnTo>
                    <a:pt x="1290" y="622"/>
                  </a:lnTo>
                  <a:lnTo>
                    <a:pt x="1287" y="625"/>
                  </a:lnTo>
                  <a:lnTo>
                    <a:pt x="1287" y="625"/>
                  </a:lnTo>
                  <a:lnTo>
                    <a:pt x="1285" y="627"/>
                  </a:lnTo>
                  <a:lnTo>
                    <a:pt x="1280" y="625"/>
                  </a:lnTo>
                  <a:lnTo>
                    <a:pt x="1280" y="625"/>
                  </a:lnTo>
                  <a:lnTo>
                    <a:pt x="1278" y="625"/>
                  </a:lnTo>
                  <a:lnTo>
                    <a:pt x="1278" y="622"/>
                  </a:lnTo>
                  <a:lnTo>
                    <a:pt x="1278" y="622"/>
                  </a:lnTo>
                  <a:lnTo>
                    <a:pt x="1275" y="620"/>
                  </a:lnTo>
                  <a:lnTo>
                    <a:pt x="1275" y="620"/>
                  </a:lnTo>
                  <a:lnTo>
                    <a:pt x="1275" y="618"/>
                  </a:lnTo>
                  <a:lnTo>
                    <a:pt x="1273" y="620"/>
                  </a:lnTo>
                  <a:lnTo>
                    <a:pt x="1268" y="622"/>
                  </a:lnTo>
                  <a:lnTo>
                    <a:pt x="1263" y="627"/>
                  </a:lnTo>
                  <a:lnTo>
                    <a:pt x="1256" y="634"/>
                  </a:lnTo>
                  <a:lnTo>
                    <a:pt x="1256" y="634"/>
                  </a:lnTo>
                  <a:lnTo>
                    <a:pt x="1256" y="637"/>
                  </a:lnTo>
                  <a:lnTo>
                    <a:pt x="1249" y="637"/>
                  </a:lnTo>
                  <a:lnTo>
                    <a:pt x="1249" y="637"/>
                  </a:lnTo>
                  <a:lnTo>
                    <a:pt x="1249" y="639"/>
                  </a:lnTo>
                  <a:lnTo>
                    <a:pt x="1247" y="639"/>
                  </a:lnTo>
                  <a:lnTo>
                    <a:pt x="1247" y="639"/>
                  </a:lnTo>
                  <a:lnTo>
                    <a:pt x="1245" y="639"/>
                  </a:lnTo>
                  <a:lnTo>
                    <a:pt x="1245" y="641"/>
                  </a:lnTo>
                  <a:lnTo>
                    <a:pt x="1247" y="641"/>
                  </a:lnTo>
                  <a:lnTo>
                    <a:pt x="1247" y="644"/>
                  </a:lnTo>
                  <a:lnTo>
                    <a:pt x="1247" y="644"/>
                  </a:lnTo>
                  <a:lnTo>
                    <a:pt x="1247" y="648"/>
                  </a:lnTo>
                  <a:lnTo>
                    <a:pt x="1249" y="648"/>
                  </a:lnTo>
                  <a:lnTo>
                    <a:pt x="1249" y="651"/>
                  </a:lnTo>
                  <a:lnTo>
                    <a:pt x="1249" y="651"/>
                  </a:lnTo>
                  <a:lnTo>
                    <a:pt x="1249" y="653"/>
                  </a:lnTo>
                  <a:lnTo>
                    <a:pt x="1249" y="653"/>
                  </a:lnTo>
                  <a:lnTo>
                    <a:pt x="1249" y="658"/>
                  </a:lnTo>
                  <a:lnTo>
                    <a:pt x="1249" y="660"/>
                  </a:lnTo>
                  <a:lnTo>
                    <a:pt x="1249" y="660"/>
                  </a:lnTo>
                  <a:lnTo>
                    <a:pt x="1249" y="660"/>
                  </a:lnTo>
                  <a:lnTo>
                    <a:pt x="1247" y="660"/>
                  </a:lnTo>
                  <a:lnTo>
                    <a:pt x="1247" y="660"/>
                  </a:lnTo>
                  <a:lnTo>
                    <a:pt x="1247" y="660"/>
                  </a:lnTo>
                  <a:lnTo>
                    <a:pt x="1247" y="663"/>
                  </a:lnTo>
                  <a:lnTo>
                    <a:pt x="1247" y="663"/>
                  </a:lnTo>
                  <a:lnTo>
                    <a:pt x="1247" y="665"/>
                  </a:lnTo>
                  <a:lnTo>
                    <a:pt x="1247" y="667"/>
                  </a:lnTo>
                  <a:lnTo>
                    <a:pt x="1247" y="670"/>
                  </a:lnTo>
                  <a:lnTo>
                    <a:pt x="1245" y="672"/>
                  </a:lnTo>
                  <a:lnTo>
                    <a:pt x="1237" y="682"/>
                  </a:lnTo>
                  <a:lnTo>
                    <a:pt x="1237" y="682"/>
                  </a:lnTo>
                  <a:lnTo>
                    <a:pt x="1237" y="684"/>
                  </a:lnTo>
                  <a:lnTo>
                    <a:pt x="1237" y="684"/>
                  </a:lnTo>
                  <a:lnTo>
                    <a:pt x="1235" y="693"/>
                  </a:lnTo>
                  <a:lnTo>
                    <a:pt x="1235" y="693"/>
                  </a:lnTo>
                  <a:lnTo>
                    <a:pt x="1235" y="696"/>
                  </a:lnTo>
                  <a:lnTo>
                    <a:pt x="1233" y="696"/>
                  </a:lnTo>
                  <a:lnTo>
                    <a:pt x="1233" y="696"/>
                  </a:lnTo>
                  <a:lnTo>
                    <a:pt x="1233" y="698"/>
                  </a:lnTo>
                  <a:lnTo>
                    <a:pt x="1235" y="701"/>
                  </a:lnTo>
                  <a:lnTo>
                    <a:pt x="1237" y="703"/>
                  </a:lnTo>
                  <a:lnTo>
                    <a:pt x="1237" y="703"/>
                  </a:lnTo>
                  <a:lnTo>
                    <a:pt x="1247" y="708"/>
                  </a:lnTo>
                  <a:lnTo>
                    <a:pt x="1247" y="708"/>
                  </a:lnTo>
                  <a:lnTo>
                    <a:pt x="1247" y="705"/>
                  </a:lnTo>
                  <a:lnTo>
                    <a:pt x="1247" y="705"/>
                  </a:lnTo>
                  <a:lnTo>
                    <a:pt x="1247" y="705"/>
                  </a:lnTo>
                  <a:lnTo>
                    <a:pt x="1247" y="703"/>
                  </a:lnTo>
                  <a:lnTo>
                    <a:pt x="1247" y="703"/>
                  </a:lnTo>
                  <a:lnTo>
                    <a:pt x="1247" y="703"/>
                  </a:lnTo>
                  <a:lnTo>
                    <a:pt x="1249" y="703"/>
                  </a:lnTo>
                  <a:lnTo>
                    <a:pt x="1254" y="698"/>
                  </a:lnTo>
                  <a:lnTo>
                    <a:pt x="1256" y="698"/>
                  </a:lnTo>
                  <a:lnTo>
                    <a:pt x="1256" y="696"/>
                  </a:lnTo>
                  <a:lnTo>
                    <a:pt x="1259" y="696"/>
                  </a:lnTo>
                  <a:lnTo>
                    <a:pt x="1259" y="696"/>
                  </a:lnTo>
                  <a:lnTo>
                    <a:pt x="1261" y="696"/>
                  </a:lnTo>
                  <a:lnTo>
                    <a:pt x="1259" y="698"/>
                  </a:lnTo>
                  <a:lnTo>
                    <a:pt x="1256" y="701"/>
                  </a:lnTo>
                  <a:lnTo>
                    <a:pt x="1256" y="701"/>
                  </a:lnTo>
                  <a:lnTo>
                    <a:pt x="1256" y="703"/>
                  </a:lnTo>
                  <a:lnTo>
                    <a:pt x="1256" y="703"/>
                  </a:lnTo>
                  <a:lnTo>
                    <a:pt x="1256" y="703"/>
                  </a:lnTo>
                  <a:lnTo>
                    <a:pt x="1254" y="703"/>
                  </a:lnTo>
                  <a:lnTo>
                    <a:pt x="1254" y="703"/>
                  </a:lnTo>
                  <a:lnTo>
                    <a:pt x="1254" y="705"/>
                  </a:lnTo>
                  <a:lnTo>
                    <a:pt x="1254" y="705"/>
                  </a:lnTo>
                  <a:lnTo>
                    <a:pt x="1256" y="708"/>
                  </a:lnTo>
                  <a:lnTo>
                    <a:pt x="1256" y="708"/>
                  </a:lnTo>
                  <a:lnTo>
                    <a:pt x="1254" y="708"/>
                  </a:lnTo>
                  <a:lnTo>
                    <a:pt x="1254" y="708"/>
                  </a:lnTo>
                  <a:lnTo>
                    <a:pt x="1252" y="708"/>
                  </a:lnTo>
                  <a:lnTo>
                    <a:pt x="1252" y="708"/>
                  </a:lnTo>
                  <a:lnTo>
                    <a:pt x="1252" y="710"/>
                  </a:lnTo>
                  <a:lnTo>
                    <a:pt x="1252" y="710"/>
                  </a:lnTo>
                  <a:lnTo>
                    <a:pt x="1252" y="710"/>
                  </a:lnTo>
                  <a:lnTo>
                    <a:pt x="1249" y="710"/>
                  </a:lnTo>
                  <a:lnTo>
                    <a:pt x="1249" y="710"/>
                  </a:lnTo>
                  <a:lnTo>
                    <a:pt x="1247" y="710"/>
                  </a:lnTo>
                  <a:lnTo>
                    <a:pt x="1247" y="712"/>
                  </a:lnTo>
                  <a:lnTo>
                    <a:pt x="1247" y="712"/>
                  </a:lnTo>
                  <a:lnTo>
                    <a:pt x="1247" y="715"/>
                  </a:lnTo>
                  <a:lnTo>
                    <a:pt x="1249" y="715"/>
                  </a:lnTo>
                  <a:lnTo>
                    <a:pt x="1249" y="717"/>
                  </a:lnTo>
                  <a:lnTo>
                    <a:pt x="1249" y="717"/>
                  </a:lnTo>
                  <a:lnTo>
                    <a:pt x="1249" y="717"/>
                  </a:lnTo>
                  <a:lnTo>
                    <a:pt x="1247" y="717"/>
                  </a:lnTo>
                  <a:lnTo>
                    <a:pt x="1247" y="715"/>
                  </a:lnTo>
                  <a:lnTo>
                    <a:pt x="1247" y="715"/>
                  </a:lnTo>
                  <a:lnTo>
                    <a:pt x="1242" y="715"/>
                  </a:lnTo>
                  <a:lnTo>
                    <a:pt x="1240" y="715"/>
                  </a:lnTo>
                  <a:lnTo>
                    <a:pt x="1240" y="715"/>
                  </a:lnTo>
                  <a:lnTo>
                    <a:pt x="1240" y="717"/>
                  </a:lnTo>
                  <a:lnTo>
                    <a:pt x="1237" y="717"/>
                  </a:lnTo>
                  <a:lnTo>
                    <a:pt x="1237" y="717"/>
                  </a:lnTo>
                  <a:lnTo>
                    <a:pt x="1235" y="719"/>
                  </a:lnTo>
                  <a:lnTo>
                    <a:pt x="1233" y="719"/>
                  </a:lnTo>
                  <a:lnTo>
                    <a:pt x="1233" y="719"/>
                  </a:lnTo>
                  <a:lnTo>
                    <a:pt x="1235" y="722"/>
                  </a:lnTo>
                  <a:lnTo>
                    <a:pt x="1235" y="722"/>
                  </a:lnTo>
                  <a:lnTo>
                    <a:pt x="1237" y="722"/>
                  </a:lnTo>
                  <a:lnTo>
                    <a:pt x="1233" y="722"/>
                  </a:lnTo>
                  <a:lnTo>
                    <a:pt x="1233" y="722"/>
                  </a:lnTo>
                  <a:lnTo>
                    <a:pt x="1233" y="724"/>
                  </a:lnTo>
                  <a:lnTo>
                    <a:pt x="1230" y="724"/>
                  </a:lnTo>
                  <a:lnTo>
                    <a:pt x="1230" y="724"/>
                  </a:lnTo>
                  <a:lnTo>
                    <a:pt x="1230" y="727"/>
                  </a:lnTo>
                  <a:lnTo>
                    <a:pt x="1230" y="727"/>
                  </a:lnTo>
                  <a:lnTo>
                    <a:pt x="1233" y="729"/>
                  </a:lnTo>
                  <a:lnTo>
                    <a:pt x="1233" y="729"/>
                  </a:lnTo>
                  <a:lnTo>
                    <a:pt x="1233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5" y="729"/>
                  </a:lnTo>
                  <a:lnTo>
                    <a:pt x="1233" y="729"/>
                  </a:lnTo>
                  <a:lnTo>
                    <a:pt x="1235" y="731"/>
                  </a:lnTo>
                  <a:lnTo>
                    <a:pt x="1235" y="731"/>
                  </a:lnTo>
                  <a:lnTo>
                    <a:pt x="1235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37" y="731"/>
                  </a:lnTo>
                  <a:lnTo>
                    <a:pt x="1240" y="734"/>
                  </a:lnTo>
                  <a:lnTo>
                    <a:pt x="1240" y="734"/>
                  </a:lnTo>
                  <a:lnTo>
                    <a:pt x="1245" y="734"/>
                  </a:lnTo>
                  <a:lnTo>
                    <a:pt x="1245" y="731"/>
                  </a:lnTo>
                  <a:lnTo>
                    <a:pt x="1242" y="734"/>
                  </a:lnTo>
                  <a:lnTo>
                    <a:pt x="1242" y="731"/>
                  </a:lnTo>
                  <a:lnTo>
                    <a:pt x="1242" y="731"/>
                  </a:lnTo>
                  <a:lnTo>
                    <a:pt x="1242" y="731"/>
                  </a:lnTo>
                  <a:lnTo>
                    <a:pt x="1245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7" y="731"/>
                  </a:lnTo>
                  <a:lnTo>
                    <a:pt x="1245" y="731"/>
                  </a:lnTo>
                  <a:lnTo>
                    <a:pt x="1247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49" y="729"/>
                  </a:lnTo>
                  <a:lnTo>
                    <a:pt x="1252" y="729"/>
                  </a:lnTo>
                  <a:lnTo>
                    <a:pt x="1252" y="729"/>
                  </a:lnTo>
                  <a:lnTo>
                    <a:pt x="1254" y="729"/>
                  </a:lnTo>
                  <a:lnTo>
                    <a:pt x="1254" y="729"/>
                  </a:lnTo>
                  <a:lnTo>
                    <a:pt x="1254" y="729"/>
                  </a:lnTo>
                  <a:lnTo>
                    <a:pt x="1256" y="731"/>
                  </a:lnTo>
                  <a:lnTo>
                    <a:pt x="1256" y="731"/>
                  </a:lnTo>
                  <a:lnTo>
                    <a:pt x="1256" y="731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9" y="729"/>
                  </a:lnTo>
                  <a:lnTo>
                    <a:pt x="1256" y="727"/>
                  </a:lnTo>
                  <a:lnTo>
                    <a:pt x="1256" y="727"/>
                  </a:lnTo>
                  <a:lnTo>
                    <a:pt x="1256" y="727"/>
                  </a:lnTo>
                  <a:lnTo>
                    <a:pt x="1254" y="727"/>
                  </a:lnTo>
                  <a:lnTo>
                    <a:pt x="1254" y="727"/>
                  </a:lnTo>
                  <a:lnTo>
                    <a:pt x="1254" y="727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4" y="724"/>
                  </a:lnTo>
                  <a:lnTo>
                    <a:pt x="1256" y="724"/>
                  </a:lnTo>
                  <a:lnTo>
                    <a:pt x="1259" y="727"/>
                  </a:lnTo>
                  <a:lnTo>
                    <a:pt x="1259" y="727"/>
                  </a:lnTo>
                  <a:lnTo>
                    <a:pt x="1259" y="727"/>
                  </a:lnTo>
                  <a:lnTo>
                    <a:pt x="1259" y="724"/>
                  </a:lnTo>
                  <a:lnTo>
                    <a:pt x="1259" y="724"/>
                  </a:lnTo>
                  <a:lnTo>
                    <a:pt x="1261" y="724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7"/>
                  </a:lnTo>
                  <a:lnTo>
                    <a:pt x="1261" y="729"/>
                  </a:lnTo>
                  <a:lnTo>
                    <a:pt x="1261" y="729"/>
                  </a:lnTo>
                  <a:lnTo>
                    <a:pt x="1263" y="731"/>
                  </a:lnTo>
                  <a:lnTo>
                    <a:pt x="1263" y="729"/>
                  </a:lnTo>
                  <a:lnTo>
                    <a:pt x="1263" y="729"/>
                  </a:lnTo>
                  <a:lnTo>
                    <a:pt x="1266" y="727"/>
                  </a:lnTo>
                  <a:lnTo>
                    <a:pt x="1266" y="727"/>
                  </a:lnTo>
                  <a:lnTo>
                    <a:pt x="1263" y="724"/>
                  </a:lnTo>
                  <a:lnTo>
                    <a:pt x="1263" y="724"/>
                  </a:lnTo>
                  <a:lnTo>
                    <a:pt x="1263" y="724"/>
                  </a:lnTo>
                  <a:lnTo>
                    <a:pt x="1266" y="722"/>
                  </a:lnTo>
                  <a:lnTo>
                    <a:pt x="1266" y="722"/>
                  </a:lnTo>
                  <a:lnTo>
                    <a:pt x="1266" y="722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9"/>
                  </a:lnTo>
                  <a:lnTo>
                    <a:pt x="1268" y="717"/>
                  </a:lnTo>
                  <a:lnTo>
                    <a:pt x="1268" y="717"/>
                  </a:lnTo>
                  <a:lnTo>
                    <a:pt x="1271" y="717"/>
                  </a:lnTo>
                  <a:lnTo>
                    <a:pt x="1273" y="717"/>
                  </a:lnTo>
                  <a:lnTo>
                    <a:pt x="1273" y="717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5"/>
                  </a:lnTo>
                  <a:lnTo>
                    <a:pt x="1273" y="712"/>
                  </a:lnTo>
                  <a:lnTo>
                    <a:pt x="1273" y="712"/>
                  </a:lnTo>
                  <a:lnTo>
                    <a:pt x="1273" y="712"/>
                  </a:lnTo>
                  <a:lnTo>
                    <a:pt x="1273" y="710"/>
                  </a:lnTo>
                  <a:lnTo>
                    <a:pt x="1271" y="710"/>
                  </a:lnTo>
                  <a:lnTo>
                    <a:pt x="1271" y="710"/>
                  </a:lnTo>
                  <a:lnTo>
                    <a:pt x="1271" y="710"/>
                  </a:lnTo>
                  <a:lnTo>
                    <a:pt x="1273" y="708"/>
                  </a:lnTo>
                  <a:lnTo>
                    <a:pt x="1275" y="705"/>
                  </a:lnTo>
                  <a:lnTo>
                    <a:pt x="1275" y="705"/>
                  </a:lnTo>
                  <a:lnTo>
                    <a:pt x="1275" y="708"/>
                  </a:lnTo>
                  <a:lnTo>
                    <a:pt x="1275" y="710"/>
                  </a:lnTo>
                  <a:lnTo>
                    <a:pt x="1275" y="710"/>
                  </a:lnTo>
                  <a:lnTo>
                    <a:pt x="1275" y="712"/>
                  </a:lnTo>
                  <a:lnTo>
                    <a:pt x="1275" y="712"/>
                  </a:lnTo>
                  <a:lnTo>
                    <a:pt x="1275" y="715"/>
                  </a:lnTo>
                  <a:lnTo>
                    <a:pt x="1275" y="715"/>
                  </a:lnTo>
                  <a:lnTo>
                    <a:pt x="1278" y="715"/>
                  </a:lnTo>
                  <a:lnTo>
                    <a:pt x="1278" y="712"/>
                  </a:lnTo>
                  <a:lnTo>
                    <a:pt x="1278" y="712"/>
                  </a:lnTo>
                  <a:lnTo>
                    <a:pt x="1278" y="710"/>
                  </a:lnTo>
                  <a:lnTo>
                    <a:pt x="1280" y="708"/>
                  </a:lnTo>
                  <a:lnTo>
                    <a:pt x="1280" y="708"/>
                  </a:lnTo>
                  <a:lnTo>
                    <a:pt x="1280" y="705"/>
                  </a:lnTo>
                  <a:lnTo>
                    <a:pt x="1282" y="701"/>
                  </a:lnTo>
                  <a:lnTo>
                    <a:pt x="1282" y="698"/>
                  </a:lnTo>
                  <a:lnTo>
                    <a:pt x="1285" y="698"/>
                  </a:lnTo>
                  <a:lnTo>
                    <a:pt x="1282" y="701"/>
                  </a:lnTo>
                  <a:lnTo>
                    <a:pt x="1282" y="701"/>
                  </a:lnTo>
                  <a:lnTo>
                    <a:pt x="1282" y="703"/>
                  </a:lnTo>
                  <a:lnTo>
                    <a:pt x="1282" y="703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5"/>
                  </a:lnTo>
                  <a:lnTo>
                    <a:pt x="1282" y="708"/>
                  </a:lnTo>
                  <a:lnTo>
                    <a:pt x="1282" y="708"/>
                  </a:lnTo>
                  <a:lnTo>
                    <a:pt x="1282" y="708"/>
                  </a:lnTo>
                  <a:lnTo>
                    <a:pt x="1280" y="708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0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2"/>
                  </a:lnTo>
                  <a:lnTo>
                    <a:pt x="1280" y="715"/>
                  </a:lnTo>
                  <a:lnTo>
                    <a:pt x="1280" y="715"/>
                  </a:lnTo>
                  <a:lnTo>
                    <a:pt x="1282" y="712"/>
                  </a:lnTo>
                  <a:lnTo>
                    <a:pt x="1282" y="712"/>
                  </a:lnTo>
                  <a:lnTo>
                    <a:pt x="1282" y="712"/>
                  </a:lnTo>
                  <a:lnTo>
                    <a:pt x="1285" y="712"/>
                  </a:lnTo>
                  <a:lnTo>
                    <a:pt x="1282" y="710"/>
                  </a:lnTo>
                  <a:lnTo>
                    <a:pt x="1285" y="710"/>
                  </a:lnTo>
                  <a:lnTo>
                    <a:pt x="1285" y="710"/>
                  </a:lnTo>
                  <a:lnTo>
                    <a:pt x="1285" y="708"/>
                  </a:lnTo>
                  <a:lnTo>
                    <a:pt x="1285" y="708"/>
                  </a:lnTo>
                  <a:lnTo>
                    <a:pt x="1285" y="708"/>
                  </a:lnTo>
                  <a:lnTo>
                    <a:pt x="1285" y="705"/>
                  </a:lnTo>
                  <a:lnTo>
                    <a:pt x="1285" y="705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8"/>
                  </a:lnTo>
                  <a:lnTo>
                    <a:pt x="1287" y="705"/>
                  </a:lnTo>
                  <a:lnTo>
                    <a:pt x="1287" y="705"/>
                  </a:lnTo>
                  <a:lnTo>
                    <a:pt x="1287" y="705"/>
                  </a:lnTo>
                  <a:lnTo>
                    <a:pt x="1287" y="703"/>
                  </a:lnTo>
                  <a:lnTo>
                    <a:pt x="1287" y="703"/>
                  </a:lnTo>
                  <a:lnTo>
                    <a:pt x="1287" y="703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87" y="701"/>
                  </a:lnTo>
                  <a:lnTo>
                    <a:pt x="1290" y="701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0" y="703"/>
                  </a:lnTo>
                  <a:lnTo>
                    <a:pt x="1292" y="701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8"/>
                  </a:lnTo>
                  <a:lnTo>
                    <a:pt x="1292" y="696"/>
                  </a:lnTo>
                  <a:lnTo>
                    <a:pt x="1292" y="696"/>
                  </a:lnTo>
                  <a:lnTo>
                    <a:pt x="1290" y="696"/>
                  </a:lnTo>
                  <a:lnTo>
                    <a:pt x="1290" y="693"/>
                  </a:lnTo>
                  <a:lnTo>
                    <a:pt x="1290" y="693"/>
                  </a:lnTo>
                  <a:lnTo>
                    <a:pt x="1290" y="693"/>
                  </a:lnTo>
                  <a:lnTo>
                    <a:pt x="1292" y="693"/>
                  </a:lnTo>
                  <a:lnTo>
                    <a:pt x="1292" y="693"/>
                  </a:lnTo>
                  <a:lnTo>
                    <a:pt x="1292" y="696"/>
                  </a:lnTo>
                  <a:lnTo>
                    <a:pt x="1294" y="696"/>
                  </a:lnTo>
                  <a:lnTo>
                    <a:pt x="1294" y="698"/>
                  </a:lnTo>
                  <a:lnTo>
                    <a:pt x="1297" y="698"/>
                  </a:lnTo>
                  <a:lnTo>
                    <a:pt x="1297" y="698"/>
                  </a:lnTo>
                  <a:lnTo>
                    <a:pt x="1297" y="698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7" y="701"/>
                  </a:lnTo>
                  <a:lnTo>
                    <a:pt x="1299" y="701"/>
                  </a:lnTo>
                  <a:lnTo>
                    <a:pt x="1299" y="701"/>
                  </a:lnTo>
                  <a:lnTo>
                    <a:pt x="1299" y="701"/>
                  </a:lnTo>
                  <a:lnTo>
                    <a:pt x="1299" y="698"/>
                  </a:lnTo>
                  <a:lnTo>
                    <a:pt x="1297" y="693"/>
                  </a:lnTo>
                  <a:lnTo>
                    <a:pt x="1297" y="693"/>
                  </a:lnTo>
                  <a:lnTo>
                    <a:pt x="1294" y="691"/>
                  </a:lnTo>
                  <a:lnTo>
                    <a:pt x="1294" y="691"/>
                  </a:lnTo>
                  <a:lnTo>
                    <a:pt x="1294" y="691"/>
                  </a:lnTo>
                  <a:lnTo>
                    <a:pt x="1294" y="689"/>
                  </a:lnTo>
                  <a:lnTo>
                    <a:pt x="1294" y="689"/>
                  </a:lnTo>
                  <a:lnTo>
                    <a:pt x="1297" y="691"/>
                  </a:lnTo>
                  <a:lnTo>
                    <a:pt x="1297" y="691"/>
                  </a:lnTo>
                  <a:lnTo>
                    <a:pt x="1297" y="691"/>
                  </a:lnTo>
                  <a:lnTo>
                    <a:pt x="1297" y="689"/>
                  </a:lnTo>
                  <a:lnTo>
                    <a:pt x="1297" y="686"/>
                  </a:lnTo>
                  <a:lnTo>
                    <a:pt x="1297" y="684"/>
                  </a:lnTo>
                  <a:lnTo>
                    <a:pt x="1297" y="684"/>
                  </a:lnTo>
                  <a:lnTo>
                    <a:pt x="1299" y="684"/>
                  </a:lnTo>
                  <a:lnTo>
                    <a:pt x="1299" y="684"/>
                  </a:lnTo>
                  <a:lnTo>
                    <a:pt x="1301" y="686"/>
                  </a:lnTo>
                  <a:lnTo>
                    <a:pt x="1301" y="686"/>
                  </a:lnTo>
                  <a:lnTo>
                    <a:pt x="1301" y="689"/>
                  </a:lnTo>
                  <a:lnTo>
                    <a:pt x="1301" y="691"/>
                  </a:lnTo>
                  <a:lnTo>
                    <a:pt x="1299" y="691"/>
                  </a:lnTo>
                  <a:lnTo>
                    <a:pt x="1299" y="691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3"/>
                  </a:lnTo>
                  <a:lnTo>
                    <a:pt x="1301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8"/>
                  </a:lnTo>
                  <a:lnTo>
                    <a:pt x="1304" y="698"/>
                  </a:lnTo>
                  <a:lnTo>
                    <a:pt x="1304" y="698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6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4" y="693"/>
                  </a:lnTo>
                  <a:lnTo>
                    <a:pt x="1301" y="693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91"/>
                  </a:lnTo>
                  <a:lnTo>
                    <a:pt x="1301" y="689"/>
                  </a:lnTo>
                  <a:lnTo>
                    <a:pt x="1301" y="686"/>
                  </a:lnTo>
                  <a:lnTo>
                    <a:pt x="1304" y="686"/>
                  </a:lnTo>
                  <a:lnTo>
                    <a:pt x="1304" y="686"/>
                  </a:lnTo>
                  <a:lnTo>
                    <a:pt x="1304" y="684"/>
                  </a:lnTo>
                  <a:lnTo>
                    <a:pt x="1304" y="684"/>
                  </a:lnTo>
                  <a:lnTo>
                    <a:pt x="1304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4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6" y="682"/>
                  </a:lnTo>
                  <a:lnTo>
                    <a:pt x="1308" y="679"/>
                  </a:lnTo>
                  <a:lnTo>
                    <a:pt x="1306" y="679"/>
                  </a:lnTo>
                  <a:lnTo>
                    <a:pt x="1306" y="679"/>
                  </a:lnTo>
                  <a:lnTo>
                    <a:pt x="1306" y="677"/>
                  </a:lnTo>
                  <a:lnTo>
                    <a:pt x="1306" y="677"/>
                  </a:lnTo>
                  <a:lnTo>
                    <a:pt x="1306" y="675"/>
                  </a:lnTo>
                  <a:lnTo>
                    <a:pt x="1306" y="675"/>
                  </a:lnTo>
                  <a:lnTo>
                    <a:pt x="1306" y="672"/>
                  </a:lnTo>
                  <a:lnTo>
                    <a:pt x="1306" y="672"/>
                  </a:lnTo>
                  <a:lnTo>
                    <a:pt x="1308" y="672"/>
                  </a:lnTo>
                  <a:lnTo>
                    <a:pt x="1308" y="672"/>
                  </a:lnTo>
                  <a:lnTo>
                    <a:pt x="1308" y="675"/>
                  </a:lnTo>
                  <a:lnTo>
                    <a:pt x="1308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11" y="679"/>
                  </a:lnTo>
                  <a:lnTo>
                    <a:pt x="1308" y="679"/>
                  </a:lnTo>
                  <a:lnTo>
                    <a:pt x="1308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2"/>
                  </a:lnTo>
                  <a:lnTo>
                    <a:pt x="1311" y="684"/>
                  </a:lnTo>
                  <a:lnTo>
                    <a:pt x="1311" y="684"/>
                  </a:lnTo>
                  <a:lnTo>
                    <a:pt x="1311" y="686"/>
                  </a:lnTo>
                  <a:lnTo>
                    <a:pt x="1311" y="686"/>
                  </a:lnTo>
                  <a:lnTo>
                    <a:pt x="1311" y="686"/>
                  </a:lnTo>
                  <a:lnTo>
                    <a:pt x="1313" y="686"/>
                  </a:lnTo>
                  <a:lnTo>
                    <a:pt x="1313" y="686"/>
                  </a:lnTo>
                  <a:lnTo>
                    <a:pt x="1313" y="684"/>
                  </a:lnTo>
                  <a:lnTo>
                    <a:pt x="1313" y="684"/>
                  </a:lnTo>
                  <a:lnTo>
                    <a:pt x="1313" y="684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82"/>
                  </a:lnTo>
                  <a:lnTo>
                    <a:pt x="1313" y="679"/>
                  </a:lnTo>
                  <a:lnTo>
                    <a:pt x="1313" y="679"/>
                  </a:lnTo>
                  <a:lnTo>
                    <a:pt x="1313" y="679"/>
                  </a:lnTo>
                  <a:lnTo>
                    <a:pt x="1316" y="677"/>
                  </a:lnTo>
                  <a:lnTo>
                    <a:pt x="1316" y="677"/>
                  </a:lnTo>
                  <a:lnTo>
                    <a:pt x="1318" y="677"/>
                  </a:lnTo>
                  <a:lnTo>
                    <a:pt x="1318" y="677"/>
                  </a:lnTo>
                  <a:lnTo>
                    <a:pt x="1318" y="677"/>
                  </a:lnTo>
                  <a:lnTo>
                    <a:pt x="1316" y="679"/>
                  </a:lnTo>
                  <a:lnTo>
                    <a:pt x="1316" y="679"/>
                  </a:lnTo>
                  <a:lnTo>
                    <a:pt x="1316" y="682"/>
                  </a:lnTo>
                  <a:lnTo>
                    <a:pt x="1318" y="682"/>
                  </a:lnTo>
                  <a:lnTo>
                    <a:pt x="1318" y="679"/>
                  </a:lnTo>
                  <a:lnTo>
                    <a:pt x="1318" y="682"/>
                  </a:lnTo>
                  <a:lnTo>
                    <a:pt x="1320" y="682"/>
                  </a:lnTo>
                  <a:lnTo>
                    <a:pt x="1320" y="682"/>
                  </a:lnTo>
                  <a:lnTo>
                    <a:pt x="1323" y="682"/>
                  </a:lnTo>
                  <a:lnTo>
                    <a:pt x="1323" y="682"/>
                  </a:lnTo>
                  <a:lnTo>
                    <a:pt x="1323" y="682"/>
                  </a:lnTo>
                  <a:lnTo>
                    <a:pt x="1325" y="682"/>
                  </a:lnTo>
                  <a:lnTo>
                    <a:pt x="1325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27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2"/>
                  </a:lnTo>
                  <a:lnTo>
                    <a:pt x="1330" y="684"/>
                  </a:lnTo>
                  <a:lnTo>
                    <a:pt x="1330" y="684"/>
                  </a:lnTo>
                  <a:lnTo>
                    <a:pt x="1332" y="682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9"/>
                  </a:lnTo>
                  <a:lnTo>
                    <a:pt x="1332" y="677"/>
                  </a:lnTo>
                  <a:lnTo>
                    <a:pt x="1332" y="677"/>
                  </a:lnTo>
                  <a:lnTo>
                    <a:pt x="1334" y="677"/>
                  </a:lnTo>
                  <a:lnTo>
                    <a:pt x="1334" y="677"/>
                  </a:lnTo>
                  <a:lnTo>
                    <a:pt x="1334" y="679"/>
                  </a:lnTo>
                  <a:lnTo>
                    <a:pt x="1337" y="682"/>
                  </a:lnTo>
                  <a:lnTo>
                    <a:pt x="1337" y="679"/>
                  </a:lnTo>
                  <a:lnTo>
                    <a:pt x="1337" y="679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7"/>
                  </a:lnTo>
                  <a:lnTo>
                    <a:pt x="1337" y="675"/>
                  </a:lnTo>
                  <a:lnTo>
                    <a:pt x="1337" y="675"/>
                  </a:lnTo>
                  <a:lnTo>
                    <a:pt x="1337" y="672"/>
                  </a:lnTo>
                  <a:lnTo>
                    <a:pt x="1337" y="670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67"/>
                  </a:lnTo>
                  <a:lnTo>
                    <a:pt x="1339" y="670"/>
                  </a:lnTo>
                  <a:lnTo>
                    <a:pt x="1339" y="670"/>
                  </a:lnTo>
                  <a:lnTo>
                    <a:pt x="1342" y="670"/>
                  </a:lnTo>
                  <a:lnTo>
                    <a:pt x="1344" y="670"/>
                  </a:lnTo>
                  <a:lnTo>
                    <a:pt x="1344" y="667"/>
                  </a:lnTo>
                  <a:lnTo>
                    <a:pt x="1344" y="665"/>
                  </a:lnTo>
                  <a:lnTo>
                    <a:pt x="1344" y="665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3"/>
                  </a:lnTo>
                  <a:lnTo>
                    <a:pt x="1344" y="665"/>
                  </a:lnTo>
                  <a:lnTo>
                    <a:pt x="1342" y="667"/>
                  </a:lnTo>
                  <a:lnTo>
                    <a:pt x="1342" y="667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5"/>
                  </a:lnTo>
                  <a:lnTo>
                    <a:pt x="1342" y="663"/>
                  </a:lnTo>
                  <a:lnTo>
                    <a:pt x="1339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42" y="663"/>
                  </a:lnTo>
                  <a:lnTo>
                    <a:pt x="1339" y="663"/>
                  </a:lnTo>
                  <a:lnTo>
                    <a:pt x="1339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7"/>
                  </a:lnTo>
                  <a:lnTo>
                    <a:pt x="1334" y="667"/>
                  </a:lnTo>
                  <a:lnTo>
                    <a:pt x="1334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5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0"/>
                  </a:lnTo>
                  <a:lnTo>
                    <a:pt x="1337" y="663"/>
                  </a:lnTo>
                  <a:lnTo>
                    <a:pt x="1337" y="663"/>
                  </a:lnTo>
                  <a:lnTo>
                    <a:pt x="1339" y="663"/>
                  </a:lnTo>
                  <a:lnTo>
                    <a:pt x="1339" y="660"/>
                  </a:lnTo>
                  <a:lnTo>
                    <a:pt x="1339" y="660"/>
                  </a:lnTo>
                  <a:lnTo>
                    <a:pt x="1342" y="660"/>
                  </a:lnTo>
                  <a:lnTo>
                    <a:pt x="1342" y="658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6"/>
                  </a:lnTo>
                  <a:lnTo>
                    <a:pt x="1339" y="653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2" y="656"/>
                  </a:lnTo>
                  <a:lnTo>
                    <a:pt x="1344" y="656"/>
                  </a:lnTo>
                  <a:lnTo>
                    <a:pt x="1344" y="656"/>
                  </a:lnTo>
                  <a:lnTo>
                    <a:pt x="1344" y="653"/>
                  </a:lnTo>
                  <a:lnTo>
                    <a:pt x="1342" y="653"/>
                  </a:lnTo>
                  <a:lnTo>
                    <a:pt x="1342" y="653"/>
                  </a:lnTo>
                  <a:lnTo>
                    <a:pt x="1342" y="653"/>
                  </a:lnTo>
                  <a:lnTo>
                    <a:pt x="1344" y="653"/>
                  </a:lnTo>
                  <a:lnTo>
                    <a:pt x="1344" y="653"/>
                  </a:lnTo>
                  <a:lnTo>
                    <a:pt x="1344" y="651"/>
                  </a:lnTo>
                  <a:lnTo>
                    <a:pt x="1344" y="651"/>
                  </a:lnTo>
                  <a:lnTo>
                    <a:pt x="1346" y="653"/>
                  </a:lnTo>
                  <a:lnTo>
                    <a:pt x="1346" y="653"/>
                  </a:lnTo>
                  <a:lnTo>
                    <a:pt x="1346" y="653"/>
                  </a:lnTo>
                  <a:lnTo>
                    <a:pt x="1346" y="651"/>
                  </a:lnTo>
                  <a:lnTo>
                    <a:pt x="1346" y="651"/>
                  </a:lnTo>
                  <a:lnTo>
                    <a:pt x="1349" y="651"/>
                  </a:lnTo>
                  <a:lnTo>
                    <a:pt x="1349" y="651"/>
                  </a:lnTo>
                  <a:lnTo>
                    <a:pt x="1349" y="648"/>
                  </a:lnTo>
                  <a:lnTo>
                    <a:pt x="1349" y="648"/>
                  </a:lnTo>
                  <a:lnTo>
                    <a:pt x="1349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6" y="648"/>
                  </a:lnTo>
                  <a:lnTo>
                    <a:pt x="1349" y="646"/>
                  </a:lnTo>
                  <a:lnTo>
                    <a:pt x="1349" y="646"/>
                  </a:lnTo>
                  <a:lnTo>
                    <a:pt x="1349" y="646"/>
                  </a:lnTo>
                  <a:lnTo>
                    <a:pt x="1346" y="646"/>
                  </a:lnTo>
                  <a:lnTo>
                    <a:pt x="1346" y="646"/>
                  </a:lnTo>
                  <a:lnTo>
                    <a:pt x="1346" y="646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6" y="644"/>
                  </a:lnTo>
                  <a:lnTo>
                    <a:pt x="1344" y="644"/>
                  </a:lnTo>
                  <a:lnTo>
                    <a:pt x="1344" y="644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4" y="641"/>
                  </a:lnTo>
                  <a:lnTo>
                    <a:pt x="1342" y="641"/>
                  </a:lnTo>
                  <a:lnTo>
                    <a:pt x="1342" y="641"/>
                  </a:lnTo>
                  <a:lnTo>
                    <a:pt x="1342" y="644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6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39" y="644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6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9" y="651"/>
                  </a:lnTo>
                  <a:lnTo>
                    <a:pt x="1339" y="651"/>
                  </a:lnTo>
                  <a:lnTo>
                    <a:pt x="1339" y="648"/>
                  </a:lnTo>
                  <a:lnTo>
                    <a:pt x="1339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8"/>
                  </a:lnTo>
                  <a:lnTo>
                    <a:pt x="1337" y="646"/>
                  </a:lnTo>
                  <a:lnTo>
                    <a:pt x="1337" y="646"/>
                  </a:lnTo>
                  <a:lnTo>
                    <a:pt x="1334" y="648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4" y="646"/>
                  </a:lnTo>
                  <a:lnTo>
                    <a:pt x="1332" y="646"/>
                  </a:lnTo>
                  <a:lnTo>
                    <a:pt x="1332" y="646"/>
                  </a:lnTo>
                  <a:lnTo>
                    <a:pt x="1330" y="648"/>
                  </a:lnTo>
                  <a:lnTo>
                    <a:pt x="1327" y="648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51"/>
                  </a:lnTo>
                  <a:lnTo>
                    <a:pt x="1327" y="648"/>
                  </a:lnTo>
                  <a:lnTo>
                    <a:pt x="1327" y="648"/>
                  </a:lnTo>
                  <a:lnTo>
                    <a:pt x="1330" y="646"/>
                  </a:lnTo>
                  <a:lnTo>
                    <a:pt x="1330" y="644"/>
                  </a:lnTo>
                  <a:lnTo>
                    <a:pt x="1332" y="644"/>
                  </a:lnTo>
                  <a:lnTo>
                    <a:pt x="1332" y="641"/>
                  </a:lnTo>
                  <a:lnTo>
                    <a:pt x="1332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4" y="644"/>
                  </a:lnTo>
                  <a:lnTo>
                    <a:pt x="1337" y="646"/>
                  </a:lnTo>
                  <a:lnTo>
                    <a:pt x="1337" y="644"/>
                  </a:lnTo>
                  <a:lnTo>
                    <a:pt x="1339" y="641"/>
                  </a:lnTo>
                  <a:lnTo>
                    <a:pt x="1339" y="641"/>
                  </a:lnTo>
                  <a:lnTo>
                    <a:pt x="1339" y="641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9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9" y="637"/>
                  </a:lnTo>
                  <a:lnTo>
                    <a:pt x="1337" y="634"/>
                  </a:lnTo>
                  <a:lnTo>
                    <a:pt x="1337" y="632"/>
                  </a:lnTo>
                  <a:lnTo>
                    <a:pt x="1337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7" y="632"/>
                  </a:lnTo>
                  <a:lnTo>
                    <a:pt x="1337" y="634"/>
                  </a:lnTo>
                  <a:lnTo>
                    <a:pt x="1334" y="634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9"/>
                  </a:lnTo>
                  <a:lnTo>
                    <a:pt x="1334" y="639"/>
                  </a:lnTo>
                  <a:lnTo>
                    <a:pt x="1334" y="639"/>
                  </a:lnTo>
                  <a:lnTo>
                    <a:pt x="1332" y="639"/>
                  </a:lnTo>
                  <a:lnTo>
                    <a:pt x="1332" y="637"/>
                  </a:lnTo>
                  <a:lnTo>
                    <a:pt x="1332" y="637"/>
                  </a:lnTo>
                  <a:lnTo>
                    <a:pt x="1334" y="637"/>
                  </a:lnTo>
                  <a:lnTo>
                    <a:pt x="1334" y="637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4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4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2" y="632"/>
                  </a:lnTo>
                  <a:lnTo>
                    <a:pt x="1330" y="632"/>
                  </a:lnTo>
                  <a:lnTo>
                    <a:pt x="1330" y="632"/>
                  </a:lnTo>
                  <a:lnTo>
                    <a:pt x="1330" y="632"/>
                  </a:lnTo>
                  <a:lnTo>
                    <a:pt x="1330" y="634"/>
                  </a:lnTo>
                  <a:lnTo>
                    <a:pt x="1330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4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7" y="637"/>
                  </a:lnTo>
                  <a:lnTo>
                    <a:pt x="1325" y="639"/>
                  </a:lnTo>
                  <a:lnTo>
                    <a:pt x="1325" y="639"/>
                  </a:lnTo>
                  <a:lnTo>
                    <a:pt x="1325" y="637"/>
                  </a:lnTo>
                  <a:lnTo>
                    <a:pt x="1325" y="637"/>
                  </a:lnTo>
                  <a:lnTo>
                    <a:pt x="1325" y="637"/>
                  </a:lnTo>
                  <a:lnTo>
                    <a:pt x="1325" y="634"/>
                  </a:lnTo>
                  <a:lnTo>
                    <a:pt x="1325" y="634"/>
                  </a:lnTo>
                  <a:lnTo>
                    <a:pt x="1327" y="634"/>
                  </a:lnTo>
                  <a:lnTo>
                    <a:pt x="1327" y="632"/>
                  </a:lnTo>
                  <a:lnTo>
                    <a:pt x="1327" y="632"/>
                  </a:lnTo>
                  <a:lnTo>
                    <a:pt x="1330" y="630"/>
                  </a:lnTo>
                  <a:lnTo>
                    <a:pt x="1332" y="630"/>
                  </a:lnTo>
                  <a:lnTo>
                    <a:pt x="1332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30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7" y="630"/>
                  </a:lnTo>
                  <a:lnTo>
                    <a:pt x="1325" y="632"/>
                  </a:lnTo>
                  <a:lnTo>
                    <a:pt x="1325" y="632"/>
                  </a:lnTo>
                  <a:lnTo>
                    <a:pt x="1327" y="627"/>
                  </a:lnTo>
                  <a:lnTo>
                    <a:pt x="1330" y="627"/>
                  </a:lnTo>
                  <a:lnTo>
                    <a:pt x="1332" y="627"/>
                  </a:lnTo>
                  <a:lnTo>
                    <a:pt x="1332" y="627"/>
                  </a:lnTo>
                  <a:lnTo>
                    <a:pt x="1334" y="630"/>
                  </a:lnTo>
                  <a:lnTo>
                    <a:pt x="1334" y="630"/>
                  </a:lnTo>
                  <a:lnTo>
                    <a:pt x="1334" y="630"/>
                  </a:lnTo>
                  <a:lnTo>
                    <a:pt x="1334" y="627"/>
                  </a:lnTo>
                  <a:lnTo>
                    <a:pt x="1332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7"/>
                  </a:lnTo>
                  <a:lnTo>
                    <a:pt x="1334" y="625"/>
                  </a:lnTo>
                  <a:lnTo>
                    <a:pt x="1334" y="625"/>
                  </a:lnTo>
                  <a:lnTo>
                    <a:pt x="1334" y="625"/>
                  </a:lnTo>
                  <a:lnTo>
                    <a:pt x="1334" y="622"/>
                  </a:lnTo>
                  <a:lnTo>
                    <a:pt x="1337" y="622"/>
                  </a:lnTo>
                  <a:lnTo>
                    <a:pt x="1337" y="622"/>
                  </a:lnTo>
                  <a:lnTo>
                    <a:pt x="1337" y="622"/>
                  </a:lnTo>
                  <a:lnTo>
                    <a:pt x="1334" y="620"/>
                  </a:lnTo>
                  <a:lnTo>
                    <a:pt x="1334" y="620"/>
                  </a:lnTo>
                  <a:lnTo>
                    <a:pt x="1334" y="620"/>
                  </a:lnTo>
                  <a:lnTo>
                    <a:pt x="1337" y="620"/>
                  </a:lnTo>
                  <a:lnTo>
                    <a:pt x="1337" y="620"/>
                  </a:lnTo>
                  <a:lnTo>
                    <a:pt x="1337" y="620"/>
                  </a:lnTo>
                  <a:lnTo>
                    <a:pt x="1337" y="618"/>
                  </a:lnTo>
                  <a:lnTo>
                    <a:pt x="1337" y="618"/>
                  </a:lnTo>
                  <a:lnTo>
                    <a:pt x="1339" y="615"/>
                  </a:lnTo>
                  <a:lnTo>
                    <a:pt x="1339" y="615"/>
                  </a:lnTo>
                  <a:lnTo>
                    <a:pt x="1339" y="615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37" y="613"/>
                  </a:lnTo>
                  <a:lnTo>
                    <a:pt x="1334" y="613"/>
                  </a:lnTo>
                  <a:lnTo>
                    <a:pt x="1334" y="615"/>
                  </a:lnTo>
                  <a:lnTo>
                    <a:pt x="1332" y="618"/>
                  </a:lnTo>
                  <a:lnTo>
                    <a:pt x="1332" y="618"/>
                  </a:lnTo>
                  <a:lnTo>
                    <a:pt x="1330" y="618"/>
                  </a:lnTo>
                  <a:lnTo>
                    <a:pt x="1330" y="618"/>
                  </a:lnTo>
                  <a:lnTo>
                    <a:pt x="1332" y="618"/>
                  </a:lnTo>
                  <a:lnTo>
                    <a:pt x="1332" y="618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5"/>
                  </a:lnTo>
                  <a:lnTo>
                    <a:pt x="1332" y="613"/>
                  </a:lnTo>
                  <a:lnTo>
                    <a:pt x="1332" y="613"/>
                  </a:lnTo>
                  <a:lnTo>
                    <a:pt x="1334" y="613"/>
                  </a:lnTo>
                  <a:lnTo>
                    <a:pt x="1334" y="613"/>
                  </a:lnTo>
                  <a:lnTo>
                    <a:pt x="1337" y="611"/>
                  </a:lnTo>
                  <a:lnTo>
                    <a:pt x="1337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1"/>
                  </a:lnTo>
                  <a:lnTo>
                    <a:pt x="1339" y="613"/>
                  </a:lnTo>
                  <a:lnTo>
                    <a:pt x="1339" y="613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2" y="615"/>
                  </a:lnTo>
                  <a:lnTo>
                    <a:pt x="1344" y="615"/>
                  </a:lnTo>
                  <a:lnTo>
                    <a:pt x="1344" y="613"/>
                  </a:lnTo>
                  <a:lnTo>
                    <a:pt x="1344" y="611"/>
                  </a:lnTo>
                  <a:lnTo>
                    <a:pt x="1346" y="606"/>
                  </a:lnTo>
                  <a:lnTo>
                    <a:pt x="1346" y="606"/>
                  </a:lnTo>
                  <a:lnTo>
                    <a:pt x="1346" y="606"/>
                  </a:lnTo>
                  <a:lnTo>
                    <a:pt x="1346" y="603"/>
                  </a:lnTo>
                  <a:lnTo>
                    <a:pt x="1349" y="601"/>
                  </a:lnTo>
                  <a:lnTo>
                    <a:pt x="1349" y="601"/>
                  </a:lnTo>
                  <a:lnTo>
                    <a:pt x="1349" y="599"/>
                  </a:lnTo>
                  <a:lnTo>
                    <a:pt x="1351" y="599"/>
                  </a:lnTo>
                  <a:lnTo>
                    <a:pt x="1351" y="599"/>
                  </a:lnTo>
                  <a:lnTo>
                    <a:pt x="1351" y="601"/>
                  </a:lnTo>
                  <a:lnTo>
                    <a:pt x="1349" y="603"/>
                  </a:lnTo>
                  <a:lnTo>
                    <a:pt x="1349" y="603"/>
                  </a:lnTo>
                  <a:lnTo>
                    <a:pt x="1351" y="603"/>
                  </a:lnTo>
                  <a:lnTo>
                    <a:pt x="1351" y="601"/>
                  </a:lnTo>
                  <a:lnTo>
                    <a:pt x="1351" y="603"/>
                  </a:lnTo>
                  <a:lnTo>
                    <a:pt x="1351" y="603"/>
                  </a:lnTo>
                  <a:lnTo>
                    <a:pt x="1349" y="603"/>
                  </a:lnTo>
                  <a:lnTo>
                    <a:pt x="1349" y="606"/>
                  </a:lnTo>
                  <a:lnTo>
                    <a:pt x="1349" y="606"/>
                  </a:lnTo>
                  <a:lnTo>
                    <a:pt x="1349" y="608"/>
                  </a:lnTo>
                  <a:lnTo>
                    <a:pt x="1346" y="608"/>
                  </a:lnTo>
                  <a:lnTo>
                    <a:pt x="1346" y="608"/>
                  </a:lnTo>
                  <a:lnTo>
                    <a:pt x="1346" y="611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3"/>
                  </a:lnTo>
                  <a:lnTo>
                    <a:pt x="1346" y="615"/>
                  </a:lnTo>
                  <a:lnTo>
                    <a:pt x="1344" y="615"/>
                  </a:lnTo>
                  <a:lnTo>
                    <a:pt x="1344" y="615"/>
                  </a:lnTo>
                  <a:lnTo>
                    <a:pt x="1344" y="615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18"/>
                  </a:lnTo>
                  <a:lnTo>
                    <a:pt x="1344" y="620"/>
                  </a:lnTo>
                  <a:lnTo>
                    <a:pt x="1342" y="620"/>
                  </a:lnTo>
                  <a:lnTo>
                    <a:pt x="1344" y="620"/>
                  </a:lnTo>
                  <a:lnTo>
                    <a:pt x="1344" y="620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6" y="625"/>
                  </a:lnTo>
                  <a:lnTo>
                    <a:pt x="1346" y="625"/>
                  </a:lnTo>
                  <a:lnTo>
                    <a:pt x="1349" y="625"/>
                  </a:lnTo>
                  <a:lnTo>
                    <a:pt x="1349" y="627"/>
                  </a:lnTo>
                  <a:lnTo>
                    <a:pt x="1351" y="627"/>
                  </a:lnTo>
                  <a:lnTo>
                    <a:pt x="1351" y="627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51" y="625"/>
                  </a:lnTo>
                  <a:lnTo>
                    <a:pt x="1349" y="625"/>
                  </a:lnTo>
                  <a:lnTo>
                    <a:pt x="1351" y="622"/>
                  </a:lnTo>
                  <a:lnTo>
                    <a:pt x="1351" y="622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1" y="620"/>
                  </a:lnTo>
                  <a:lnTo>
                    <a:pt x="1353" y="618"/>
                  </a:lnTo>
                  <a:lnTo>
                    <a:pt x="1353" y="620"/>
                  </a:lnTo>
                  <a:lnTo>
                    <a:pt x="1353" y="620"/>
                  </a:lnTo>
                  <a:lnTo>
                    <a:pt x="1351" y="620"/>
                  </a:lnTo>
                  <a:lnTo>
                    <a:pt x="1351" y="622"/>
                  </a:lnTo>
                  <a:lnTo>
                    <a:pt x="1351" y="622"/>
                  </a:lnTo>
                  <a:lnTo>
                    <a:pt x="1353" y="622"/>
                  </a:lnTo>
                  <a:lnTo>
                    <a:pt x="1353" y="622"/>
                  </a:lnTo>
                  <a:lnTo>
                    <a:pt x="1353" y="622"/>
                  </a:lnTo>
                  <a:lnTo>
                    <a:pt x="1353" y="625"/>
                  </a:lnTo>
                  <a:lnTo>
                    <a:pt x="1353" y="625"/>
                  </a:lnTo>
                  <a:lnTo>
                    <a:pt x="1356" y="625"/>
                  </a:lnTo>
                  <a:lnTo>
                    <a:pt x="1356" y="622"/>
                  </a:lnTo>
                  <a:lnTo>
                    <a:pt x="1356" y="622"/>
                  </a:lnTo>
                  <a:lnTo>
                    <a:pt x="1356" y="620"/>
                  </a:lnTo>
                  <a:lnTo>
                    <a:pt x="1356" y="620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6" y="618"/>
                  </a:lnTo>
                  <a:lnTo>
                    <a:pt x="1353" y="618"/>
                  </a:lnTo>
                  <a:lnTo>
                    <a:pt x="1353" y="618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6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5"/>
                  </a:lnTo>
                  <a:lnTo>
                    <a:pt x="1353" y="613"/>
                  </a:lnTo>
                  <a:lnTo>
                    <a:pt x="1356" y="613"/>
                  </a:lnTo>
                  <a:lnTo>
                    <a:pt x="1356" y="613"/>
                  </a:lnTo>
                  <a:lnTo>
                    <a:pt x="1356" y="611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6" y="606"/>
                  </a:lnTo>
                  <a:lnTo>
                    <a:pt x="1358" y="606"/>
                  </a:lnTo>
                  <a:lnTo>
                    <a:pt x="1356" y="606"/>
                  </a:lnTo>
                  <a:lnTo>
                    <a:pt x="1356" y="608"/>
                  </a:lnTo>
                  <a:lnTo>
                    <a:pt x="1356" y="608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8" y="611"/>
                  </a:lnTo>
                  <a:lnTo>
                    <a:pt x="1356" y="613"/>
                  </a:lnTo>
                  <a:lnTo>
                    <a:pt x="1358" y="613"/>
                  </a:lnTo>
                  <a:lnTo>
                    <a:pt x="1358" y="615"/>
                  </a:lnTo>
                  <a:lnTo>
                    <a:pt x="1358" y="615"/>
                  </a:lnTo>
                  <a:lnTo>
                    <a:pt x="1358" y="615"/>
                  </a:lnTo>
                  <a:lnTo>
                    <a:pt x="1358" y="620"/>
                  </a:lnTo>
                  <a:lnTo>
                    <a:pt x="1358" y="620"/>
                  </a:lnTo>
                  <a:lnTo>
                    <a:pt x="1358" y="620"/>
                  </a:lnTo>
                  <a:lnTo>
                    <a:pt x="1358" y="618"/>
                  </a:lnTo>
                  <a:lnTo>
                    <a:pt x="1358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0" y="618"/>
                  </a:lnTo>
                  <a:lnTo>
                    <a:pt x="1360" y="618"/>
                  </a:lnTo>
                  <a:lnTo>
                    <a:pt x="1360" y="618"/>
                  </a:lnTo>
                  <a:lnTo>
                    <a:pt x="1360" y="615"/>
                  </a:lnTo>
                  <a:lnTo>
                    <a:pt x="1360" y="615"/>
                  </a:lnTo>
                  <a:lnTo>
                    <a:pt x="1363" y="615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0" y="620"/>
                  </a:lnTo>
                  <a:lnTo>
                    <a:pt x="1363" y="620"/>
                  </a:lnTo>
                  <a:lnTo>
                    <a:pt x="1363" y="620"/>
                  </a:lnTo>
                  <a:lnTo>
                    <a:pt x="1363" y="622"/>
                  </a:lnTo>
                  <a:lnTo>
                    <a:pt x="1363" y="620"/>
                  </a:lnTo>
                  <a:lnTo>
                    <a:pt x="1365" y="620"/>
                  </a:lnTo>
                  <a:lnTo>
                    <a:pt x="1363" y="620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8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5" y="615"/>
                  </a:lnTo>
                  <a:lnTo>
                    <a:pt x="1368" y="613"/>
                  </a:lnTo>
                  <a:lnTo>
                    <a:pt x="1368" y="613"/>
                  </a:lnTo>
                  <a:lnTo>
                    <a:pt x="1368" y="613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8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68" y="615"/>
                  </a:lnTo>
                  <a:lnTo>
                    <a:pt x="1370" y="613"/>
                  </a:lnTo>
                  <a:lnTo>
                    <a:pt x="1370" y="613"/>
                  </a:lnTo>
                  <a:lnTo>
                    <a:pt x="1370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5"/>
                  </a:lnTo>
                  <a:lnTo>
                    <a:pt x="1370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3"/>
                  </a:lnTo>
                  <a:lnTo>
                    <a:pt x="1372" y="615"/>
                  </a:lnTo>
                  <a:lnTo>
                    <a:pt x="1372" y="615"/>
                  </a:lnTo>
                  <a:lnTo>
                    <a:pt x="1372" y="618"/>
                  </a:lnTo>
                  <a:lnTo>
                    <a:pt x="1375" y="618"/>
                  </a:lnTo>
                  <a:lnTo>
                    <a:pt x="1375" y="618"/>
                  </a:lnTo>
                  <a:lnTo>
                    <a:pt x="1375" y="615"/>
                  </a:lnTo>
                  <a:lnTo>
                    <a:pt x="1377" y="615"/>
                  </a:lnTo>
                  <a:lnTo>
                    <a:pt x="1377" y="615"/>
                  </a:lnTo>
                  <a:lnTo>
                    <a:pt x="1377" y="613"/>
                  </a:lnTo>
                  <a:lnTo>
                    <a:pt x="1377" y="611"/>
                  </a:lnTo>
                  <a:lnTo>
                    <a:pt x="1379" y="608"/>
                  </a:lnTo>
                  <a:lnTo>
                    <a:pt x="1382" y="608"/>
                  </a:lnTo>
                  <a:lnTo>
                    <a:pt x="1382" y="606"/>
                  </a:lnTo>
                  <a:lnTo>
                    <a:pt x="1384" y="606"/>
                  </a:lnTo>
                  <a:lnTo>
                    <a:pt x="1384" y="603"/>
                  </a:lnTo>
                  <a:lnTo>
                    <a:pt x="1386" y="603"/>
                  </a:lnTo>
                  <a:lnTo>
                    <a:pt x="1389" y="603"/>
                  </a:lnTo>
                  <a:lnTo>
                    <a:pt x="1389" y="603"/>
                  </a:lnTo>
                  <a:lnTo>
                    <a:pt x="1391" y="603"/>
                  </a:lnTo>
                  <a:lnTo>
                    <a:pt x="1391" y="603"/>
                  </a:lnTo>
                  <a:lnTo>
                    <a:pt x="1394" y="603"/>
                  </a:lnTo>
                  <a:lnTo>
                    <a:pt x="1394" y="606"/>
                  </a:lnTo>
                  <a:lnTo>
                    <a:pt x="1394" y="606"/>
                  </a:lnTo>
                  <a:lnTo>
                    <a:pt x="1384" y="608"/>
                  </a:lnTo>
                  <a:lnTo>
                    <a:pt x="1382" y="608"/>
                  </a:lnTo>
                  <a:lnTo>
                    <a:pt x="1382" y="608"/>
                  </a:lnTo>
                  <a:lnTo>
                    <a:pt x="1384" y="608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2" y="611"/>
                  </a:lnTo>
                  <a:lnTo>
                    <a:pt x="1382" y="611"/>
                  </a:lnTo>
                  <a:lnTo>
                    <a:pt x="1382" y="611"/>
                  </a:lnTo>
                  <a:lnTo>
                    <a:pt x="1382" y="613"/>
                  </a:lnTo>
                  <a:lnTo>
                    <a:pt x="1382" y="613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84" y="615"/>
                  </a:lnTo>
                  <a:lnTo>
                    <a:pt x="1384" y="615"/>
                  </a:lnTo>
                  <a:lnTo>
                    <a:pt x="1384" y="615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82" y="615"/>
                  </a:lnTo>
                  <a:lnTo>
                    <a:pt x="1379" y="615"/>
                  </a:lnTo>
                  <a:lnTo>
                    <a:pt x="1379" y="615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82" y="620"/>
                  </a:lnTo>
                  <a:lnTo>
                    <a:pt x="1382" y="620"/>
                  </a:lnTo>
                  <a:lnTo>
                    <a:pt x="1382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4" y="622"/>
                  </a:lnTo>
                  <a:lnTo>
                    <a:pt x="1386" y="622"/>
                  </a:lnTo>
                  <a:lnTo>
                    <a:pt x="1386" y="620"/>
                  </a:lnTo>
                  <a:lnTo>
                    <a:pt x="1386" y="622"/>
                  </a:lnTo>
                  <a:lnTo>
                    <a:pt x="1386" y="622"/>
                  </a:lnTo>
                  <a:lnTo>
                    <a:pt x="1389" y="622"/>
                  </a:lnTo>
                  <a:lnTo>
                    <a:pt x="1391" y="620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94" y="622"/>
                  </a:lnTo>
                  <a:lnTo>
                    <a:pt x="1394" y="620"/>
                  </a:lnTo>
                  <a:lnTo>
                    <a:pt x="1396" y="618"/>
                  </a:lnTo>
                  <a:lnTo>
                    <a:pt x="1396" y="618"/>
                  </a:lnTo>
                  <a:lnTo>
                    <a:pt x="1401" y="620"/>
                  </a:lnTo>
                  <a:lnTo>
                    <a:pt x="1396" y="620"/>
                  </a:lnTo>
                  <a:lnTo>
                    <a:pt x="1396" y="620"/>
                  </a:lnTo>
                  <a:lnTo>
                    <a:pt x="1396" y="620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6" y="622"/>
                  </a:lnTo>
                  <a:lnTo>
                    <a:pt x="1394" y="625"/>
                  </a:lnTo>
                  <a:lnTo>
                    <a:pt x="1391" y="625"/>
                  </a:lnTo>
                  <a:lnTo>
                    <a:pt x="1391" y="625"/>
                  </a:lnTo>
                  <a:lnTo>
                    <a:pt x="1391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6" y="627"/>
                  </a:lnTo>
                  <a:lnTo>
                    <a:pt x="1389" y="625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9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6" y="627"/>
                  </a:lnTo>
                  <a:lnTo>
                    <a:pt x="1384" y="627"/>
                  </a:lnTo>
                  <a:lnTo>
                    <a:pt x="1384" y="630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27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0"/>
                  </a:lnTo>
                  <a:lnTo>
                    <a:pt x="1384" y="632"/>
                  </a:lnTo>
                  <a:lnTo>
                    <a:pt x="1386" y="630"/>
                  </a:lnTo>
                  <a:lnTo>
                    <a:pt x="1389" y="630"/>
                  </a:lnTo>
                  <a:lnTo>
                    <a:pt x="1389" y="632"/>
                  </a:lnTo>
                  <a:lnTo>
                    <a:pt x="1389" y="632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1" y="630"/>
                  </a:lnTo>
                  <a:lnTo>
                    <a:pt x="1394" y="627"/>
                  </a:lnTo>
                  <a:lnTo>
                    <a:pt x="1394" y="625"/>
                  </a:lnTo>
                  <a:lnTo>
                    <a:pt x="1396" y="625"/>
                  </a:lnTo>
                  <a:lnTo>
                    <a:pt x="1394" y="625"/>
                  </a:lnTo>
                  <a:lnTo>
                    <a:pt x="1394" y="625"/>
                  </a:lnTo>
                  <a:lnTo>
                    <a:pt x="1394" y="627"/>
                  </a:lnTo>
                  <a:lnTo>
                    <a:pt x="1394" y="627"/>
                  </a:lnTo>
                  <a:lnTo>
                    <a:pt x="1394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7"/>
                  </a:lnTo>
                  <a:lnTo>
                    <a:pt x="1396" y="625"/>
                  </a:lnTo>
                  <a:lnTo>
                    <a:pt x="1398" y="625"/>
                  </a:lnTo>
                  <a:lnTo>
                    <a:pt x="1398" y="625"/>
                  </a:lnTo>
                  <a:lnTo>
                    <a:pt x="1398" y="625"/>
                  </a:lnTo>
                  <a:lnTo>
                    <a:pt x="1398" y="627"/>
                  </a:lnTo>
                  <a:lnTo>
                    <a:pt x="1398" y="627"/>
                  </a:lnTo>
                  <a:lnTo>
                    <a:pt x="1398" y="627"/>
                  </a:lnTo>
                  <a:lnTo>
                    <a:pt x="1401" y="625"/>
                  </a:lnTo>
                  <a:lnTo>
                    <a:pt x="1401" y="625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1" y="622"/>
                  </a:lnTo>
                  <a:lnTo>
                    <a:pt x="1403" y="622"/>
                  </a:lnTo>
                  <a:lnTo>
                    <a:pt x="1403" y="622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3" y="625"/>
                  </a:lnTo>
                  <a:lnTo>
                    <a:pt x="1401" y="625"/>
                  </a:lnTo>
                  <a:lnTo>
                    <a:pt x="1401" y="625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401" y="627"/>
                  </a:lnTo>
                  <a:lnTo>
                    <a:pt x="1398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6" y="632"/>
                  </a:lnTo>
                  <a:lnTo>
                    <a:pt x="1398" y="634"/>
                  </a:lnTo>
                  <a:lnTo>
                    <a:pt x="1398" y="632"/>
                  </a:lnTo>
                  <a:lnTo>
                    <a:pt x="1403" y="630"/>
                  </a:lnTo>
                  <a:lnTo>
                    <a:pt x="1403" y="630"/>
                  </a:lnTo>
                  <a:lnTo>
                    <a:pt x="1403" y="630"/>
                  </a:lnTo>
                  <a:lnTo>
                    <a:pt x="1405" y="630"/>
                  </a:lnTo>
                  <a:lnTo>
                    <a:pt x="1405" y="627"/>
                  </a:lnTo>
                  <a:lnTo>
                    <a:pt x="1405" y="627"/>
                  </a:lnTo>
                  <a:lnTo>
                    <a:pt x="1405" y="630"/>
                  </a:lnTo>
                  <a:lnTo>
                    <a:pt x="1405" y="630"/>
                  </a:lnTo>
                  <a:lnTo>
                    <a:pt x="1405" y="630"/>
                  </a:lnTo>
                  <a:lnTo>
                    <a:pt x="1405" y="632"/>
                  </a:lnTo>
                  <a:lnTo>
                    <a:pt x="1403" y="632"/>
                  </a:lnTo>
                  <a:lnTo>
                    <a:pt x="1403" y="632"/>
                  </a:lnTo>
                  <a:lnTo>
                    <a:pt x="1405" y="632"/>
                  </a:lnTo>
                  <a:lnTo>
                    <a:pt x="1405" y="632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27"/>
                  </a:lnTo>
                  <a:lnTo>
                    <a:pt x="1408" y="627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08" y="630"/>
                  </a:lnTo>
                  <a:lnTo>
                    <a:pt x="1410" y="630"/>
                  </a:lnTo>
                  <a:lnTo>
                    <a:pt x="1410" y="630"/>
                  </a:lnTo>
                  <a:lnTo>
                    <a:pt x="1410" y="632"/>
                  </a:lnTo>
                  <a:lnTo>
                    <a:pt x="1408" y="632"/>
                  </a:lnTo>
                  <a:lnTo>
                    <a:pt x="1408" y="632"/>
                  </a:lnTo>
                  <a:lnTo>
                    <a:pt x="1408" y="632"/>
                  </a:lnTo>
                  <a:lnTo>
                    <a:pt x="1413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0"/>
                  </a:lnTo>
                  <a:lnTo>
                    <a:pt x="1415" y="632"/>
                  </a:lnTo>
                  <a:lnTo>
                    <a:pt x="1415" y="632"/>
                  </a:lnTo>
                  <a:lnTo>
                    <a:pt x="1413" y="632"/>
                  </a:lnTo>
                  <a:lnTo>
                    <a:pt x="1413" y="637"/>
                  </a:lnTo>
                  <a:lnTo>
                    <a:pt x="1410" y="639"/>
                  </a:lnTo>
                  <a:lnTo>
                    <a:pt x="1410" y="641"/>
                  </a:lnTo>
                  <a:lnTo>
                    <a:pt x="1408" y="641"/>
                  </a:lnTo>
                  <a:lnTo>
                    <a:pt x="1408" y="641"/>
                  </a:lnTo>
                  <a:lnTo>
                    <a:pt x="1408" y="641"/>
                  </a:lnTo>
                  <a:lnTo>
                    <a:pt x="1410" y="641"/>
                  </a:lnTo>
                  <a:lnTo>
                    <a:pt x="1413" y="641"/>
                  </a:lnTo>
                  <a:lnTo>
                    <a:pt x="1415" y="641"/>
                  </a:lnTo>
                  <a:lnTo>
                    <a:pt x="1417" y="641"/>
                  </a:lnTo>
                  <a:lnTo>
                    <a:pt x="1417" y="641"/>
                  </a:lnTo>
                  <a:lnTo>
                    <a:pt x="1420" y="641"/>
                  </a:lnTo>
                  <a:lnTo>
                    <a:pt x="1420" y="641"/>
                  </a:lnTo>
                  <a:lnTo>
                    <a:pt x="1420" y="644"/>
                  </a:lnTo>
                  <a:lnTo>
                    <a:pt x="1420" y="644"/>
                  </a:lnTo>
                  <a:lnTo>
                    <a:pt x="1422" y="644"/>
                  </a:lnTo>
                  <a:lnTo>
                    <a:pt x="1422" y="644"/>
                  </a:lnTo>
                  <a:lnTo>
                    <a:pt x="1422" y="646"/>
                  </a:lnTo>
                  <a:lnTo>
                    <a:pt x="1422" y="646"/>
                  </a:lnTo>
                  <a:lnTo>
                    <a:pt x="1424" y="646"/>
                  </a:lnTo>
                  <a:lnTo>
                    <a:pt x="1424" y="646"/>
                  </a:lnTo>
                  <a:lnTo>
                    <a:pt x="1424" y="646"/>
                  </a:lnTo>
                  <a:lnTo>
                    <a:pt x="1427" y="646"/>
                  </a:lnTo>
                  <a:lnTo>
                    <a:pt x="1427" y="646"/>
                  </a:lnTo>
                  <a:lnTo>
                    <a:pt x="1429" y="646"/>
                  </a:lnTo>
                  <a:lnTo>
                    <a:pt x="1431" y="641"/>
                  </a:lnTo>
                  <a:lnTo>
                    <a:pt x="1431" y="641"/>
                  </a:lnTo>
                  <a:lnTo>
                    <a:pt x="1431" y="641"/>
                  </a:lnTo>
                  <a:lnTo>
                    <a:pt x="1431" y="639"/>
                  </a:lnTo>
                  <a:lnTo>
                    <a:pt x="1434" y="637"/>
                  </a:lnTo>
                  <a:lnTo>
                    <a:pt x="1434" y="634"/>
                  </a:lnTo>
                  <a:lnTo>
                    <a:pt x="1434" y="634"/>
                  </a:lnTo>
                  <a:lnTo>
                    <a:pt x="1434" y="634"/>
                  </a:lnTo>
                  <a:lnTo>
                    <a:pt x="1436" y="632"/>
                  </a:lnTo>
                  <a:lnTo>
                    <a:pt x="1436" y="632"/>
                  </a:lnTo>
                  <a:lnTo>
                    <a:pt x="1436" y="632"/>
                  </a:lnTo>
                  <a:lnTo>
                    <a:pt x="1436" y="630"/>
                  </a:lnTo>
                  <a:lnTo>
                    <a:pt x="1439" y="630"/>
                  </a:lnTo>
                  <a:lnTo>
                    <a:pt x="1439" y="627"/>
                  </a:lnTo>
                  <a:lnTo>
                    <a:pt x="1439" y="627"/>
                  </a:lnTo>
                  <a:lnTo>
                    <a:pt x="1439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2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3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5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41" y="627"/>
                  </a:lnTo>
                  <a:lnTo>
                    <a:pt x="1439" y="630"/>
                  </a:lnTo>
                  <a:lnTo>
                    <a:pt x="1439" y="630"/>
                  </a:lnTo>
                  <a:lnTo>
                    <a:pt x="1439" y="630"/>
                  </a:lnTo>
                  <a:lnTo>
                    <a:pt x="1439" y="632"/>
                  </a:lnTo>
                  <a:lnTo>
                    <a:pt x="1439" y="632"/>
                  </a:lnTo>
                  <a:lnTo>
                    <a:pt x="1439" y="632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4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7"/>
                  </a:lnTo>
                  <a:lnTo>
                    <a:pt x="1439" y="639"/>
                  </a:lnTo>
                  <a:lnTo>
                    <a:pt x="1439" y="639"/>
                  </a:lnTo>
                  <a:lnTo>
                    <a:pt x="1439" y="637"/>
                  </a:lnTo>
                  <a:lnTo>
                    <a:pt x="1441" y="637"/>
                  </a:lnTo>
                  <a:lnTo>
                    <a:pt x="1441" y="637"/>
                  </a:lnTo>
                  <a:lnTo>
                    <a:pt x="1441" y="637"/>
                  </a:lnTo>
                  <a:lnTo>
                    <a:pt x="1441" y="639"/>
                  </a:lnTo>
                  <a:lnTo>
                    <a:pt x="1439" y="639"/>
                  </a:lnTo>
                  <a:lnTo>
                    <a:pt x="1439" y="641"/>
                  </a:lnTo>
                  <a:lnTo>
                    <a:pt x="1441" y="641"/>
                  </a:lnTo>
                  <a:lnTo>
                    <a:pt x="1441" y="641"/>
                  </a:lnTo>
                  <a:lnTo>
                    <a:pt x="1439" y="641"/>
                  </a:lnTo>
                  <a:lnTo>
                    <a:pt x="1439" y="641"/>
                  </a:lnTo>
                  <a:lnTo>
                    <a:pt x="1439" y="641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4"/>
                  </a:lnTo>
                  <a:lnTo>
                    <a:pt x="1439" y="646"/>
                  </a:lnTo>
                  <a:lnTo>
                    <a:pt x="1439" y="646"/>
                  </a:lnTo>
                  <a:lnTo>
                    <a:pt x="1439" y="646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39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1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3" y="648"/>
                  </a:lnTo>
                  <a:lnTo>
                    <a:pt x="1446" y="648"/>
                  </a:lnTo>
                  <a:lnTo>
                    <a:pt x="1446" y="651"/>
                  </a:lnTo>
                  <a:lnTo>
                    <a:pt x="1448" y="651"/>
                  </a:lnTo>
                  <a:lnTo>
                    <a:pt x="1448" y="653"/>
                  </a:lnTo>
                  <a:lnTo>
                    <a:pt x="1448" y="651"/>
                  </a:lnTo>
                  <a:lnTo>
                    <a:pt x="1446" y="651"/>
                  </a:lnTo>
                  <a:lnTo>
                    <a:pt x="1446" y="651"/>
                  </a:lnTo>
                  <a:lnTo>
                    <a:pt x="1446" y="651"/>
                  </a:lnTo>
                  <a:lnTo>
                    <a:pt x="1446" y="653"/>
                  </a:lnTo>
                  <a:lnTo>
                    <a:pt x="1448" y="653"/>
                  </a:lnTo>
                  <a:lnTo>
                    <a:pt x="1450" y="653"/>
                  </a:lnTo>
                  <a:lnTo>
                    <a:pt x="1450" y="653"/>
                  </a:lnTo>
                  <a:lnTo>
                    <a:pt x="1450" y="653"/>
                  </a:lnTo>
                  <a:lnTo>
                    <a:pt x="1453" y="651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3" y="653"/>
                  </a:lnTo>
                  <a:lnTo>
                    <a:pt x="1455" y="653"/>
                  </a:lnTo>
                  <a:lnTo>
                    <a:pt x="1455" y="653"/>
                  </a:lnTo>
                  <a:lnTo>
                    <a:pt x="1455" y="651"/>
                  </a:lnTo>
                  <a:lnTo>
                    <a:pt x="1460" y="653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1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3"/>
                  </a:lnTo>
                  <a:lnTo>
                    <a:pt x="1460" y="656"/>
                  </a:lnTo>
                  <a:lnTo>
                    <a:pt x="1460" y="656"/>
                  </a:lnTo>
                  <a:lnTo>
                    <a:pt x="1460" y="656"/>
                  </a:lnTo>
                  <a:lnTo>
                    <a:pt x="1467" y="658"/>
                  </a:lnTo>
                  <a:lnTo>
                    <a:pt x="1467" y="658"/>
                  </a:lnTo>
                  <a:lnTo>
                    <a:pt x="1467" y="660"/>
                  </a:lnTo>
                  <a:lnTo>
                    <a:pt x="1467" y="660"/>
                  </a:lnTo>
                  <a:lnTo>
                    <a:pt x="1465" y="660"/>
                  </a:lnTo>
                  <a:lnTo>
                    <a:pt x="1460" y="663"/>
                  </a:lnTo>
                  <a:lnTo>
                    <a:pt x="1465" y="660"/>
                  </a:lnTo>
                  <a:lnTo>
                    <a:pt x="1467" y="660"/>
                  </a:lnTo>
                  <a:lnTo>
                    <a:pt x="1472" y="663"/>
                  </a:lnTo>
                  <a:lnTo>
                    <a:pt x="1472" y="663"/>
                  </a:lnTo>
                  <a:lnTo>
                    <a:pt x="1476" y="660"/>
                  </a:lnTo>
                  <a:lnTo>
                    <a:pt x="1479" y="658"/>
                  </a:lnTo>
                  <a:lnTo>
                    <a:pt x="1483" y="656"/>
                  </a:lnTo>
                  <a:lnTo>
                    <a:pt x="1491" y="656"/>
                  </a:lnTo>
                  <a:lnTo>
                    <a:pt x="1498" y="651"/>
                  </a:lnTo>
                  <a:lnTo>
                    <a:pt x="1502" y="651"/>
                  </a:lnTo>
                  <a:lnTo>
                    <a:pt x="1507" y="651"/>
                  </a:lnTo>
                  <a:lnTo>
                    <a:pt x="1512" y="651"/>
                  </a:lnTo>
                  <a:lnTo>
                    <a:pt x="1517" y="651"/>
                  </a:lnTo>
                  <a:lnTo>
                    <a:pt x="1521" y="651"/>
                  </a:lnTo>
                  <a:lnTo>
                    <a:pt x="1524" y="651"/>
                  </a:lnTo>
                  <a:lnTo>
                    <a:pt x="1528" y="651"/>
                  </a:lnTo>
                  <a:lnTo>
                    <a:pt x="1531" y="651"/>
                  </a:lnTo>
                  <a:lnTo>
                    <a:pt x="1536" y="653"/>
                  </a:lnTo>
                  <a:lnTo>
                    <a:pt x="1538" y="653"/>
                  </a:lnTo>
                  <a:lnTo>
                    <a:pt x="1538" y="653"/>
                  </a:lnTo>
                  <a:lnTo>
                    <a:pt x="1543" y="648"/>
                  </a:lnTo>
                  <a:lnTo>
                    <a:pt x="1545" y="648"/>
                  </a:lnTo>
                  <a:lnTo>
                    <a:pt x="1545" y="648"/>
                  </a:lnTo>
                  <a:lnTo>
                    <a:pt x="1545" y="646"/>
                  </a:lnTo>
                  <a:lnTo>
                    <a:pt x="1545" y="646"/>
                  </a:lnTo>
                  <a:lnTo>
                    <a:pt x="1543" y="646"/>
                  </a:lnTo>
                  <a:lnTo>
                    <a:pt x="1543" y="646"/>
                  </a:lnTo>
                  <a:lnTo>
                    <a:pt x="1543" y="646"/>
                  </a:lnTo>
                  <a:lnTo>
                    <a:pt x="1543" y="644"/>
                  </a:lnTo>
                  <a:lnTo>
                    <a:pt x="1540" y="644"/>
                  </a:lnTo>
                  <a:lnTo>
                    <a:pt x="1540" y="641"/>
                  </a:lnTo>
                  <a:lnTo>
                    <a:pt x="1543" y="641"/>
                  </a:lnTo>
                  <a:lnTo>
                    <a:pt x="1545" y="641"/>
                  </a:lnTo>
                  <a:lnTo>
                    <a:pt x="1545" y="641"/>
                  </a:lnTo>
                  <a:lnTo>
                    <a:pt x="1545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4"/>
                  </a:lnTo>
                  <a:lnTo>
                    <a:pt x="1547" y="646"/>
                  </a:lnTo>
                  <a:lnTo>
                    <a:pt x="1547" y="646"/>
                  </a:lnTo>
                  <a:lnTo>
                    <a:pt x="1547" y="646"/>
                  </a:lnTo>
                  <a:lnTo>
                    <a:pt x="1550" y="648"/>
                  </a:lnTo>
                  <a:lnTo>
                    <a:pt x="1550" y="648"/>
                  </a:lnTo>
                  <a:lnTo>
                    <a:pt x="1550" y="651"/>
                  </a:lnTo>
                  <a:lnTo>
                    <a:pt x="1550" y="651"/>
                  </a:lnTo>
                  <a:lnTo>
                    <a:pt x="1550" y="651"/>
                  </a:lnTo>
                  <a:lnTo>
                    <a:pt x="1550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7" y="653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3"/>
                  </a:lnTo>
                  <a:lnTo>
                    <a:pt x="1545" y="653"/>
                  </a:lnTo>
                  <a:lnTo>
                    <a:pt x="1545" y="653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6"/>
                  </a:lnTo>
                  <a:lnTo>
                    <a:pt x="1545" y="658"/>
                  </a:lnTo>
                  <a:lnTo>
                    <a:pt x="1547" y="658"/>
                  </a:lnTo>
                  <a:lnTo>
                    <a:pt x="1550" y="658"/>
                  </a:lnTo>
                  <a:lnTo>
                    <a:pt x="1554" y="658"/>
                  </a:lnTo>
                  <a:lnTo>
                    <a:pt x="1559" y="660"/>
                  </a:lnTo>
                  <a:lnTo>
                    <a:pt x="1564" y="660"/>
                  </a:lnTo>
                  <a:lnTo>
                    <a:pt x="1566" y="663"/>
                  </a:lnTo>
                  <a:lnTo>
                    <a:pt x="1569" y="663"/>
                  </a:lnTo>
                  <a:lnTo>
                    <a:pt x="1571" y="663"/>
                  </a:lnTo>
                  <a:lnTo>
                    <a:pt x="1576" y="660"/>
                  </a:lnTo>
                  <a:lnTo>
                    <a:pt x="1580" y="660"/>
                  </a:lnTo>
                  <a:lnTo>
                    <a:pt x="1583" y="660"/>
                  </a:lnTo>
                  <a:lnTo>
                    <a:pt x="1585" y="658"/>
                  </a:lnTo>
                  <a:lnTo>
                    <a:pt x="1588" y="656"/>
                  </a:lnTo>
                  <a:lnTo>
                    <a:pt x="1590" y="653"/>
                  </a:lnTo>
                  <a:lnTo>
                    <a:pt x="1592" y="651"/>
                  </a:lnTo>
                  <a:lnTo>
                    <a:pt x="1595" y="648"/>
                  </a:lnTo>
                  <a:lnTo>
                    <a:pt x="1595" y="646"/>
                  </a:lnTo>
                  <a:lnTo>
                    <a:pt x="1595" y="644"/>
                  </a:lnTo>
                  <a:lnTo>
                    <a:pt x="1597" y="641"/>
                  </a:lnTo>
                  <a:lnTo>
                    <a:pt x="1597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7" y="639"/>
                  </a:lnTo>
                  <a:lnTo>
                    <a:pt x="1599" y="637"/>
                  </a:lnTo>
                  <a:lnTo>
                    <a:pt x="1599" y="637"/>
                  </a:lnTo>
                  <a:lnTo>
                    <a:pt x="1599" y="634"/>
                  </a:lnTo>
                  <a:lnTo>
                    <a:pt x="1599" y="634"/>
                  </a:lnTo>
                  <a:lnTo>
                    <a:pt x="1599" y="634"/>
                  </a:lnTo>
                  <a:lnTo>
                    <a:pt x="1602" y="637"/>
                  </a:lnTo>
                  <a:lnTo>
                    <a:pt x="1602" y="637"/>
                  </a:lnTo>
                  <a:lnTo>
                    <a:pt x="1604" y="637"/>
                  </a:lnTo>
                  <a:lnTo>
                    <a:pt x="1604" y="637"/>
                  </a:lnTo>
                  <a:lnTo>
                    <a:pt x="1604" y="639"/>
                  </a:lnTo>
                  <a:lnTo>
                    <a:pt x="1604" y="639"/>
                  </a:lnTo>
                  <a:lnTo>
                    <a:pt x="1606" y="639"/>
                  </a:lnTo>
                  <a:lnTo>
                    <a:pt x="1606" y="639"/>
                  </a:lnTo>
                  <a:lnTo>
                    <a:pt x="1609" y="644"/>
                  </a:lnTo>
                  <a:lnTo>
                    <a:pt x="1611" y="644"/>
                  </a:lnTo>
                  <a:lnTo>
                    <a:pt x="1616" y="644"/>
                  </a:lnTo>
                  <a:lnTo>
                    <a:pt x="1616" y="644"/>
                  </a:lnTo>
                  <a:lnTo>
                    <a:pt x="1618" y="644"/>
                  </a:lnTo>
                  <a:lnTo>
                    <a:pt x="1621" y="644"/>
                  </a:lnTo>
                  <a:lnTo>
                    <a:pt x="1621" y="644"/>
                  </a:lnTo>
                  <a:lnTo>
                    <a:pt x="1621" y="644"/>
                  </a:lnTo>
                  <a:lnTo>
                    <a:pt x="1621" y="646"/>
                  </a:lnTo>
                  <a:lnTo>
                    <a:pt x="1621" y="646"/>
                  </a:lnTo>
                  <a:lnTo>
                    <a:pt x="1618" y="644"/>
                  </a:lnTo>
                  <a:lnTo>
                    <a:pt x="1616" y="644"/>
                  </a:lnTo>
                  <a:lnTo>
                    <a:pt x="1616" y="644"/>
                  </a:lnTo>
                  <a:lnTo>
                    <a:pt x="1611" y="644"/>
                  </a:lnTo>
                  <a:lnTo>
                    <a:pt x="1609" y="646"/>
                  </a:lnTo>
                  <a:lnTo>
                    <a:pt x="1609" y="646"/>
                  </a:lnTo>
                  <a:lnTo>
                    <a:pt x="1609" y="646"/>
                  </a:lnTo>
                  <a:lnTo>
                    <a:pt x="1611" y="648"/>
                  </a:lnTo>
                  <a:lnTo>
                    <a:pt x="1611" y="648"/>
                  </a:lnTo>
                  <a:lnTo>
                    <a:pt x="1611" y="648"/>
                  </a:lnTo>
                  <a:lnTo>
                    <a:pt x="1609" y="651"/>
                  </a:lnTo>
                  <a:lnTo>
                    <a:pt x="1609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1"/>
                  </a:lnTo>
                  <a:lnTo>
                    <a:pt x="1611" y="653"/>
                  </a:lnTo>
                  <a:lnTo>
                    <a:pt x="1611" y="653"/>
                  </a:lnTo>
                  <a:lnTo>
                    <a:pt x="1611" y="656"/>
                  </a:lnTo>
                  <a:lnTo>
                    <a:pt x="1611" y="656"/>
                  </a:lnTo>
                  <a:lnTo>
                    <a:pt x="1614" y="658"/>
                  </a:lnTo>
                  <a:lnTo>
                    <a:pt x="1614" y="658"/>
                  </a:lnTo>
                  <a:lnTo>
                    <a:pt x="1614" y="660"/>
                  </a:lnTo>
                  <a:lnTo>
                    <a:pt x="1614" y="660"/>
                  </a:lnTo>
                  <a:lnTo>
                    <a:pt x="1614" y="660"/>
                  </a:lnTo>
                  <a:lnTo>
                    <a:pt x="1611" y="660"/>
                  </a:lnTo>
                  <a:lnTo>
                    <a:pt x="1611" y="660"/>
                  </a:lnTo>
                  <a:lnTo>
                    <a:pt x="1611" y="658"/>
                  </a:lnTo>
                  <a:lnTo>
                    <a:pt x="1611" y="658"/>
                  </a:lnTo>
                  <a:lnTo>
                    <a:pt x="1614" y="658"/>
                  </a:lnTo>
                  <a:lnTo>
                    <a:pt x="1611" y="658"/>
                  </a:lnTo>
                  <a:lnTo>
                    <a:pt x="1611" y="656"/>
                  </a:lnTo>
                  <a:lnTo>
                    <a:pt x="1611" y="653"/>
                  </a:lnTo>
                  <a:lnTo>
                    <a:pt x="1611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3"/>
                  </a:lnTo>
                  <a:lnTo>
                    <a:pt x="1609" y="651"/>
                  </a:lnTo>
                  <a:lnTo>
                    <a:pt x="1609" y="651"/>
                  </a:lnTo>
                  <a:lnTo>
                    <a:pt x="1609" y="648"/>
                  </a:lnTo>
                  <a:lnTo>
                    <a:pt x="1609" y="648"/>
                  </a:lnTo>
                  <a:lnTo>
                    <a:pt x="1609" y="646"/>
                  </a:lnTo>
                  <a:lnTo>
                    <a:pt x="1609" y="644"/>
                  </a:lnTo>
                  <a:lnTo>
                    <a:pt x="1606" y="641"/>
                  </a:lnTo>
                  <a:lnTo>
                    <a:pt x="1604" y="639"/>
                  </a:lnTo>
                  <a:lnTo>
                    <a:pt x="1602" y="639"/>
                  </a:lnTo>
                  <a:lnTo>
                    <a:pt x="1602" y="637"/>
                  </a:lnTo>
                  <a:lnTo>
                    <a:pt x="1602" y="639"/>
                  </a:lnTo>
                  <a:lnTo>
                    <a:pt x="1602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1"/>
                  </a:lnTo>
                  <a:lnTo>
                    <a:pt x="1599" y="644"/>
                  </a:lnTo>
                  <a:lnTo>
                    <a:pt x="1599" y="644"/>
                  </a:lnTo>
                  <a:lnTo>
                    <a:pt x="1599" y="644"/>
                  </a:lnTo>
                  <a:lnTo>
                    <a:pt x="1599" y="646"/>
                  </a:lnTo>
                  <a:lnTo>
                    <a:pt x="1599" y="648"/>
                  </a:lnTo>
                  <a:lnTo>
                    <a:pt x="1602" y="651"/>
                  </a:lnTo>
                  <a:lnTo>
                    <a:pt x="1602" y="651"/>
                  </a:lnTo>
                  <a:lnTo>
                    <a:pt x="1602" y="651"/>
                  </a:lnTo>
                  <a:lnTo>
                    <a:pt x="1602" y="653"/>
                  </a:lnTo>
                  <a:lnTo>
                    <a:pt x="1604" y="653"/>
                  </a:lnTo>
                  <a:lnTo>
                    <a:pt x="1604" y="656"/>
                  </a:lnTo>
                  <a:lnTo>
                    <a:pt x="1604" y="656"/>
                  </a:lnTo>
                  <a:lnTo>
                    <a:pt x="1604" y="660"/>
                  </a:lnTo>
                  <a:lnTo>
                    <a:pt x="1602" y="660"/>
                  </a:lnTo>
                  <a:lnTo>
                    <a:pt x="1604" y="660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602" y="663"/>
                  </a:lnTo>
                  <a:lnTo>
                    <a:pt x="1599" y="663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9" y="665"/>
                  </a:lnTo>
                  <a:lnTo>
                    <a:pt x="1597" y="665"/>
                  </a:lnTo>
                  <a:lnTo>
                    <a:pt x="1597" y="667"/>
                  </a:lnTo>
                  <a:lnTo>
                    <a:pt x="1604" y="670"/>
                  </a:lnTo>
                  <a:lnTo>
                    <a:pt x="1606" y="670"/>
                  </a:lnTo>
                  <a:lnTo>
                    <a:pt x="1606" y="670"/>
                  </a:lnTo>
                  <a:lnTo>
                    <a:pt x="1609" y="672"/>
                  </a:lnTo>
                  <a:lnTo>
                    <a:pt x="1609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4" y="672"/>
                  </a:lnTo>
                  <a:lnTo>
                    <a:pt x="1611" y="672"/>
                  </a:lnTo>
                  <a:lnTo>
                    <a:pt x="1611" y="672"/>
                  </a:lnTo>
                  <a:lnTo>
                    <a:pt x="1609" y="672"/>
                  </a:lnTo>
                  <a:lnTo>
                    <a:pt x="1609" y="672"/>
                  </a:lnTo>
                  <a:lnTo>
                    <a:pt x="1611" y="672"/>
                  </a:lnTo>
                  <a:lnTo>
                    <a:pt x="1611" y="675"/>
                  </a:lnTo>
                  <a:lnTo>
                    <a:pt x="1614" y="675"/>
                  </a:lnTo>
                  <a:lnTo>
                    <a:pt x="1614" y="675"/>
                  </a:lnTo>
                  <a:lnTo>
                    <a:pt x="1614" y="675"/>
                  </a:lnTo>
                  <a:lnTo>
                    <a:pt x="1616" y="675"/>
                  </a:lnTo>
                  <a:lnTo>
                    <a:pt x="1616" y="675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2"/>
                  </a:lnTo>
                  <a:lnTo>
                    <a:pt x="1616" y="675"/>
                  </a:lnTo>
                  <a:lnTo>
                    <a:pt x="1616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21" y="675"/>
                  </a:lnTo>
                  <a:lnTo>
                    <a:pt x="1621" y="675"/>
                  </a:lnTo>
                  <a:lnTo>
                    <a:pt x="1621" y="677"/>
                  </a:lnTo>
                  <a:lnTo>
                    <a:pt x="1618" y="675"/>
                  </a:lnTo>
                  <a:lnTo>
                    <a:pt x="1618" y="675"/>
                  </a:lnTo>
                  <a:lnTo>
                    <a:pt x="1625" y="677"/>
                  </a:lnTo>
                  <a:lnTo>
                    <a:pt x="1630" y="679"/>
                  </a:lnTo>
                  <a:lnTo>
                    <a:pt x="1632" y="679"/>
                  </a:lnTo>
                  <a:lnTo>
                    <a:pt x="1632" y="679"/>
                  </a:lnTo>
                  <a:lnTo>
                    <a:pt x="1635" y="679"/>
                  </a:lnTo>
                  <a:lnTo>
                    <a:pt x="1635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37" y="682"/>
                  </a:lnTo>
                  <a:lnTo>
                    <a:pt x="1640" y="679"/>
                  </a:lnTo>
                  <a:lnTo>
                    <a:pt x="1640" y="679"/>
                  </a:lnTo>
                  <a:lnTo>
                    <a:pt x="1640" y="679"/>
                  </a:lnTo>
                  <a:lnTo>
                    <a:pt x="1642" y="677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79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2" y="682"/>
                  </a:lnTo>
                  <a:lnTo>
                    <a:pt x="1640" y="684"/>
                  </a:lnTo>
                  <a:lnTo>
                    <a:pt x="1640" y="684"/>
                  </a:lnTo>
                  <a:lnTo>
                    <a:pt x="1644" y="682"/>
                  </a:lnTo>
                  <a:lnTo>
                    <a:pt x="1647" y="682"/>
                  </a:lnTo>
                  <a:lnTo>
                    <a:pt x="1647" y="684"/>
                  </a:lnTo>
                  <a:lnTo>
                    <a:pt x="1647" y="684"/>
                  </a:lnTo>
                  <a:lnTo>
                    <a:pt x="1644" y="684"/>
                  </a:lnTo>
                  <a:lnTo>
                    <a:pt x="1647" y="684"/>
                  </a:lnTo>
                  <a:lnTo>
                    <a:pt x="1647" y="684"/>
                  </a:lnTo>
                  <a:lnTo>
                    <a:pt x="1649" y="684"/>
                  </a:lnTo>
                  <a:lnTo>
                    <a:pt x="1649" y="684"/>
                  </a:lnTo>
                  <a:lnTo>
                    <a:pt x="1651" y="684"/>
                  </a:lnTo>
                  <a:lnTo>
                    <a:pt x="1654" y="686"/>
                  </a:lnTo>
                  <a:lnTo>
                    <a:pt x="1661" y="691"/>
                  </a:lnTo>
                  <a:lnTo>
                    <a:pt x="1663" y="691"/>
                  </a:lnTo>
                  <a:lnTo>
                    <a:pt x="1663" y="693"/>
                  </a:lnTo>
                  <a:lnTo>
                    <a:pt x="1663" y="696"/>
                  </a:lnTo>
                  <a:lnTo>
                    <a:pt x="1663" y="696"/>
                  </a:lnTo>
                  <a:lnTo>
                    <a:pt x="1663" y="696"/>
                  </a:lnTo>
                  <a:lnTo>
                    <a:pt x="1663" y="698"/>
                  </a:lnTo>
                  <a:lnTo>
                    <a:pt x="1663" y="698"/>
                  </a:lnTo>
                  <a:lnTo>
                    <a:pt x="1666" y="698"/>
                  </a:lnTo>
                  <a:lnTo>
                    <a:pt x="1666" y="698"/>
                  </a:lnTo>
                  <a:lnTo>
                    <a:pt x="1666" y="698"/>
                  </a:lnTo>
                  <a:lnTo>
                    <a:pt x="1673" y="703"/>
                  </a:lnTo>
                  <a:lnTo>
                    <a:pt x="1673" y="703"/>
                  </a:lnTo>
                  <a:lnTo>
                    <a:pt x="1673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7" y="703"/>
                  </a:lnTo>
                  <a:lnTo>
                    <a:pt x="1677" y="703"/>
                  </a:lnTo>
                  <a:lnTo>
                    <a:pt x="1677" y="703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1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80" y="703"/>
                  </a:lnTo>
                  <a:lnTo>
                    <a:pt x="1677" y="705"/>
                  </a:lnTo>
                  <a:lnTo>
                    <a:pt x="1677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5" y="705"/>
                  </a:lnTo>
                  <a:lnTo>
                    <a:pt x="1677" y="705"/>
                  </a:lnTo>
                  <a:lnTo>
                    <a:pt x="1677" y="708"/>
                  </a:lnTo>
                  <a:lnTo>
                    <a:pt x="1680" y="708"/>
                  </a:lnTo>
                  <a:lnTo>
                    <a:pt x="1682" y="708"/>
                  </a:lnTo>
                  <a:lnTo>
                    <a:pt x="1685" y="710"/>
                  </a:lnTo>
                  <a:lnTo>
                    <a:pt x="1687" y="710"/>
                  </a:lnTo>
                  <a:lnTo>
                    <a:pt x="1687" y="710"/>
                  </a:lnTo>
                  <a:lnTo>
                    <a:pt x="1687" y="710"/>
                  </a:lnTo>
                  <a:lnTo>
                    <a:pt x="1687" y="712"/>
                  </a:lnTo>
                  <a:lnTo>
                    <a:pt x="1689" y="712"/>
                  </a:lnTo>
                  <a:lnTo>
                    <a:pt x="1692" y="712"/>
                  </a:lnTo>
                  <a:lnTo>
                    <a:pt x="1694" y="715"/>
                  </a:lnTo>
                  <a:lnTo>
                    <a:pt x="1694" y="715"/>
                  </a:lnTo>
                  <a:lnTo>
                    <a:pt x="1696" y="715"/>
                  </a:lnTo>
                  <a:lnTo>
                    <a:pt x="1696" y="715"/>
                  </a:lnTo>
                  <a:lnTo>
                    <a:pt x="1696" y="712"/>
                  </a:lnTo>
                  <a:lnTo>
                    <a:pt x="1699" y="712"/>
                  </a:lnTo>
                  <a:lnTo>
                    <a:pt x="1699" y="712"/>
                  </a:lnTo>
                  <a:lnTo>
                    <a:pt x="1699" y="712"/>
                  </a:lnTo>
                  <a:lnTo>
                    <a:pt x="1701" y="712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5"/>
                  </a:lnTo>
                  <a:lnTo>
                    <a:pt x="1701" y="712"/>
                  </a:lnTo>
                  <a:lnTo>
                    <a:pt x="1703" y="712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5"/>
                  </a:lnTo>
                  <a:lnTo>
                    <a:pt x="1703" y="717"/>
                  </a:lnTo>
                  <a:lnTo>
                    <a:pt x="1703" y="717"/>
                  </a:lnTo>
                  <a:lnTo>
                    <a:pt x="1703" y="717"/>
                  </a:lnTo>
                  <a:lnTo>
                    <a:pt x="1706" y="715"/>
                  </a:lnTo>
                  <a:lnTo>
                    <a:pt x="1706" y="715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6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08" y="717"/>
                  </a:lnTo>
                  <a:lnTo>
                    <a:pt x="1711" y="717"/>
                  </a:lnTo>
                  <a:lnTo>
                    <a:pt x="1711" y="717"/>
                  </a:lnTo>
                  <a:lnTo>
                    <a:pt x="1708" y="717"/>
                  </a:lnTo>
                  <a:lnTo>
                    <a:pt x="1708" y="719"/>
                  </a:lnTo>
                  <a:lnTo>
                    <a:pt x="1708" y="719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22"/>
                  </a:lnTo>
                  <a:lnTo>
                    <a:pt x="1711" y="719"/>
                  </a:lnTo>
                  <a:lnTo>
                    <a:pt x="1711" y="719"/>
                  </a:lnTo>
                  <a:lnTo>
                    <a:pt x="1713" y="719"/>
                  </a:lnTo>
                  <a:lnTo>
                    <a:pt x="1713" y="719"/>
                  </a:lnTo>
                  <a:lnTo>
                    <a:pt x="1713" y="719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13" y="717"/>
                  </a:lnTo>
                  <a:lnTo>
                    <a:pt x="1708" y="715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1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5"/>
                  </a:lnTo>
                  <a:lnTo>
                    <a:pt x="1713" y="715"/>
                  </a:lnTo>
                  <a:lnTo>
                    <a:pt x="1715" y="715"/>
                  </a:lnTo>
                  <a:lnTo>
                    <a:pt x="1715" y="712"/>
                  </a:lnTo>
                  <a:lnTo>
                    <a:pt x="1718" y="715"/>
                  </a:lnTo>
                  <a:lnTo>
                    <a:pt x="1718" y="715"/>
                  </a:lnTo>
                  <a:lnTo>
                    <a:pt x="1718" y="712"/>
                  </a:lnTo>
                  <a:lnTo>
                    <a:pt x="1718" y="712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5" y="710"/>
                  </a:lnTo>
                  <a:lnTo>
                    <a:pt x="1713" y="710"/>
                  </a:lnTo>
                  <a:lnTo>
                    <a:pt x="1713" y="712"/>
                  </a:lnTo>
                  <a:lnTo>
                    <a:pt x="1715" y="712"/>
                  </a:lnTo>
                  <a:lnTo>
                    <a:pt x="1715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1" y="712"/>
                  </a:lnTo>
                  <a:lnTo>
                    <a:pt x="1713" y="710"/>
                  </a:lnTo>
                  <a:lnTo>
                    <a:pt x="1713" y="710"/>
                  </a:lnTo>
                  <a:lnTo>
                    <a:pt x="1713" y="710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3" y="708"/>
                  </a:lnTo>
                  <a:lnTo>
                    <a:pt x="1715" y="710"/>
                  </a:lnTo>
                  <a:lnTo>
                    <a:pt x="1718" y="710"/>
                  </a:lnTo>
                  <a:lnTo>
                    <a:pt x="1718" y="710"/>
                  </a:lnTo>
                  <a:lnTo>
                    <a:pt x="1718" y="708"/>
                  </a:lnTo>
                  <a:lnTo>
                    <a:pt x="1720" y="710"/>
                  </a:lnTo>
                  <a:lnTo>
                    <a:pt x="1720" y="710"/>
                  </a:lnTo>
                  <a:lnTo>
                    <a:pt x="1720" y="710"/>
                  </a:lnTo>
                  <a:lnTo>
                    <a:pt x="1720" y="712"/>
                  </a:lnTo>
                  <a:lnTo>
                    <a:pt x="1720" y="712"/>
                  </a:lnTo>
                  <a:lnTo>
                    <a:pt x="1722" y="712"/>
                  </a:lnTo>
                  <a:lnTo>
                    <a:pt x="1725" y="712"/>
                  </a:lnTo>
                  <a:lnTo>
                    <a:pt x="1725" y="710"/>
                  </a:lnTo>
                  <a:lnTo>
                    <a:pt x="1727" y="710"/>
                  </a:lnTo>
                  <a:lnTo>
                    <a:pt x="1727" y="710"/>
                  </a:lnTo>
                  <a:lnTo>
                    <a:pt x="1727" y="708"/>
                  </a:lnTo>
                  <a:lnTo>
                    <a:pt x="1727" y="705"/>
                  </a:lnTo>
                  <a:lnTo>
                    <a:pt x="1727" y="705"/>
                  </a:lnTo>
                  <a:lnTo>
                    <a:pt x="1725" y="703"/>
                  </a:lnTo>
                  <a:lnTo>
                    <a:pt x="1725" y="703"/>
                  </a:lnTo>
                  <a:lnTo>
                    <a:pt x="1725" y="703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701"/>
                  </a:lnTo>
                  <a:lnTo>
                    <a:pt x="1725" y="698"/>
                  </a:lnTo>
                  <a:lnTo>
                    <a:pt x="1725" y="698"/>
                  </a:lnTo>
                  <a:lnTo>
                    <a:pt x="1722" y="698"/>
                  </a:lnTo>
                  <a:lnTo>
                    <a:pt x="1722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0" y="701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8"/>
                  </a:lnTo>
                  <a:lnTo>
                    <a:pt x="1722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18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6"/>
                  </a:lnTo>
                  <a:lnTo>
                    <a:pt x="1720" y="693"/>
                  </a:lnTo>
                  <a:lnTo>
                    <a:pt x="1715" y="693"/>
                  </a:lnTo>
                  <a:lnTo>
                    <a:pt x="1715" y="691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5" y="693"/>
                  </a:lnTo>
                  <a:lnTo>
                    <a:pt x="1713" y="693"/>
                  </a:lnTo>
                  <a:lnTo>
                    <a:pt x="1713" y="693"/>
                  </a:lnTo>
                  <a:lnTo>
                    <a:pt x="1713" y="696"/>
                  </a:lnTo>
                  <a:lnTo>
                    <a:pt x="1713" y="696"/>
                  </a:lnTo>
                  <a:lnTo>
                    <a:pt x="1715" y="696"/>
                  </a:lnTo>
                  <a:lnTo>
                    <a:pt x="1715" y="696"/>
                  </a:lnTo>
                  <a:lnTo>
                    <a:pt x="1715" y="696"/>
                  </a:lnTo>
                  <a:lnTo>
                    <a:pt x="1713" y="696"/>
                  </a:lnTo>
                  <a:lnTo>
                    <a:pt x="1713" y="696"/>
                  </a:lnTo>
                  <a:lnTo>
                    <a:pt x="1711" y="696"/>
                  </a:lnTo>
                  <a:lnTo>
                    <a:pt x="1711" y="698"/>
                  </a:lnTo>
                  <a:lnTo>
                    <a:pt x="1711" y="698"/>
                  </a:lnTo>
                  <a:lnTo>
                    <a:pt x="1711" y="698"/>
                  </a:lnTo>
                  <a:lnTo>
                    <a:pt x="1708" y="698"/>
                  </a:lnTo>
                  <a:lnTo>
                    <a:pt x="1708" y="696"/>
                  </a:lnTo>
                  <a:lnTo>
                    <a:pt x="1711" y="696"/>
                  </a:lnTo>
                  <a:lnTo>
                    <a:pt x="1711" y="696"/>
                  </a:lnTo>
                  <a:lnTo>
                    <a:pt x="1713" y="693"/>
                  </a:lnTo>
                  <a:lnTo>
                    <a:pt x="1713" y="693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91"/>
                  </a:lnTo>
                  <a:lnTo>
                    <a:pt x="1713" y="689"/>
                  </a:lnTo>
                  <a:lnTo>
                    <a:pt x="1711" y="689"/>
                  </a:lnTo>
                  <a:lnTo>
                    <a:pt x="1708" y="689"/>
                  </a:lnTo>
                  <a:lnTo>
                    <a:pt x="1708" y="689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11" y="691"/>
                  </a:lnTo>
                  <a:lnTo>
                    <a:pt x="1711" y="693"/>
                  </a:lnTo>
                  <a:lnTo>
                    <a:pt x="1711" y="693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91"/>
                  </a:lnTo>
                  <a:lnTo>
                    <a:pt x="1708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3" y="689"/>
                  </a:lnTo>
                  <a:lnTo>
                    <a:pt x="1703" y="689"/>
                  </a:lnTo>
                  <a:lnTo>
                    <a:pt x="1703" y="689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3" y="686"/>
                  </a:lnTo>
                  <a:lnTo>
                    <a:pt x="1703" y="686"/>
                  </a:lnTo>
                  <a:lnTo>
                    <a:pt x="1701" y="686"/>
                  </a:lnTo>
                  <a:lnTo>
                    <a:pt x="1703" y="686"/>
                  </a:lnTo>
                  <a:lnTo>
                    <a:pt x="1703" y="686"/>
                  </a:lnTo>
                  <a:lnTo>
                    <a:pt x="1706" y="686"/>
                  </a:lnTo>
                  <a:lnTo>
                    <a:pt x="1706" y="689"/>
                  </a:lnTo>
                  <a:lnTo>
                    <a:pt x="1706" y="689"/>
                  </a:lnTo>
                  <a:lnTo>
                    <a:pt x="1706" y="686"/>
                  </a:lnTo>
                  <a:lnTo>
                    <a:pt x="1706" y="686"/>
                  </a:lnTo>
                  <a:lnTo>
                    <a:pt x="1708" y="686"/>
                  </a:lnTo>
                  <a:lnTo>
                    <a:pt x="1708" y="686"/>
                  </a:lnTo>
                  <a:lnTo>
                    <a:pt x="1706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3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701" y="684"/>
                  </a:lnTo>
                  <a:lnTo>
                    <a:pt x="1699" y="684"/>
                  </a:lnTo>
                  <a:lnTo>
                    <a:pt x="1699" y="684"/>
                  </a:lnTo>
                  <a:lnTo>
                    <a:pt x="1699" y="684"/>
                  </a:lnTo>
                  <a:lnTo>
                    <a:pt x="1696" y="684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6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6" y="684"/>
                  </a:lnTo>
                  <a:lnTo>
                    <a:pt x="1694" y="684"/>
                  </a:lnTo>
                  <a:lnTo>
                    <a:pt x="1692" y="684"/>
                  </a:lnTo>
                  <a:lnTo>
                    <a:pt x="1689" y="684"/>
                  </a:lnTo>
                  <a:lnTo>
                    <a:pt x="1689" y="686"/>
                  </a:lnTo>
                  <a:lnTo>
                    <a:pt x="1689" y="689"/>
                  </a:lnTo>
                  <a:lnTo>
                    <a:pt x="1689" y="689"/>
                  </a:lnTo>
                  <a:lnTo>
                    <a:pt x="1689" y="689"/>
                  </a:lnTo>
                  <a:lnTo>
                    <a:pt x="1687" y="689"/>
                  </a:lnTo>
                  <a:lnTo>
                    <a:pt x="1687" y="689"/>
                  </a:lnTo>
                  <a:lnTo>
                    <a:pt x="1687" y="686"/>
                  </a:lnTo>
                  <a:lnTo>
                    <a:pt x="1689" y="686"/>
                  </a:lnTo>
                  <a:lnTo>
                    <a:pt x="1689" y="686"/>
                  </a:lnTo>
                  <a:lnTo>
                    <a:pt x="1689" y="684"/>
                  </a:lnTo>
                  <a:lnTo>
                    <a:pt x="1689" y="684"/>
                  </a:lnTo>
                  <a:lnTo>
                    <a:pt x="1692" y="682"/>
                  </a:lnTo>
                  <a:lnTo>
                    <a:pt x="1692" y="682"/>
                  </a:lnTo>
                  <a:lnTo>
                    <a:pt x="1692" y="679"/>
                  </a:lnTo>
                  <a:lnTo>
                    <a:pt x="1692" y="679"/>
                  </a:lnTo>
                  <a:lnTo>
                    <a:pt x="1689" y="679"/>
                  </a:lnTo>
                  <a:lnTo>
                    <a:pt x="1689" y="677"/>
                  </a:lnTo>
                  <a:lnTo>
                    <a:pt x="1687" y="677"/>
                  </a:lnTo>
                  <a:lnTo>
                    <a:pt x="1687" y="677"/>
                  </a:lnTo>
                  <a:lnTo>
                    <a:pt x="1687" y="677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689" y="677"/>
                  </a:lnTo>
                  <a:lnTo>
                    <a:pt x="1692" y="677"/>
                  </a:lnTo>
                  <a:lnTo>
                    <a:pt x="1692" y="679"/>
                  </a:lnTo>
                  <a:lnTo>
                    <a:pt x="1694" y="679"/>
                  </a:lnTo>
                  <a:lnTo>
                    <a:pt x="1694" y="679"/>
                  </a:lnTo>
                  <a:lnTo>
                    <a:pt x="1696" y="679"/>
                  </a:lnTo>
                  <a:lnTo>
                    <a:pt x="1696" y="679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699" y="682"/>
                  </a:lnTo>
                  <a:lnTo>
                    <a:pt x="1701" y="682"/>
                  </a:lnTo>
                  <a:lnTo>
                    <a:pt x="1701" y="682"/>
                  </a:lnTo>
                  <a:lnTo>
                    <a:pt x="1701" y="682"/>
                  </a:lnTo>
                  <a:lnTo>
                    <a:pt x="1696" y="675"/>
                  </a:lnTo>
                  <a:lnTo>
                    <a:pt x="1699" y="675"/>
                  </a:lnTo>
                  <a:lnTo>
                    <a:pt x="1699" y="675"/>
                  </a:lnTo>
                  <a:lnTo>
                    <a:pt x="1701" y="677"/>
                  </a:lnTo>
                  <a:lnTo>
                    <a:pt x="1703" y="679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3" y="677"/>
                  </a:lnTo>
                  <a:lnTo>
                    <a:pt x="1706" y="679"/>
                  </a:lnTo>
                  <a:lnTo>
                    <a:pt x="1706" y="682"/>
                  </a:lnTo>
                  <a:lnTo>
                    <a:pt x="1706" y="684"/>
                  </a:lnTo>
                  <a:lnTo>
                    <a:pt x="1708" y="684"/>
                  </a:lnTo>
                  <a:lnTo>
                    <a:pt x="1708" y="684"/>
                  </a:lnTo>
                  <a:lnTo>
                    <a:pt x="1711" y="684"/>
                  </a:lnTo>
                  <a:lnTo>
                    <a:pt x="1713" y="682"/>
                  </a:lnTo>
                  <a:lnTo>
                    <a:pt x="1713" y="682"/>
                  </a:lnTo>
                  <a:lnTo>
                    <a:pt x="1713" y="684"/>
                  </a:lnTo>
                  <a:lnTo>
                    <a:pt x="1713" y="684"/>
                  </a:lnTo>
                  <a:lnTo>
                    <a:pt x="1711" y="684"/>
                  </a:lnTo>
                  <a:lnTo>
                    <a:pt x="1711" y="684"/>
                  </a:lnTo>
                  <a:lnTo>
                    <a:pt x="1715" y="686"/>
                  </a:lnTo>
                  <a:lnTo>
                    <a:pt x="1715" y="686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4"/>
                  </a:lnTo>
                  <a:lnTo>
                    <a:pt x="1718" y="682"/>
                  </a:lnTo>
                  <a:lnTo>
                    <a:pt x="1718" y="682"/>
                  </a:lnTo>
                  <a:lnTo>
                    <a:pt x="1718" y="679"/>
                  </a:lnTo>
                  <a:lnTo>
                    <a:pt x="1718" y="679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15" y="677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15" y="675"/>
                  </a:lnTo>
                  <a:lnTo>
                    <a:pt x="1715" y="675"/>
                  </a:lnTo>
                  <a:lnTo>
                    <a:pt x="1713" y="677"/>
                  </a:lnTo>
                  <a:lnTo>
                    <a:pt x="1713" y="677"/>
                  </a:lnTo>
                  <a:lnTo>
                    <a:pt x="1715" y="675"/>
                  </a:lnTo>
                  <a:lnTo>
                    <a:pt x="1715" y="675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3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0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5" y="672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5"/>
                  </a:lnTo>
                  <a:lnTo>
                    <a:pt x="1718" y="677"/>
                  </a:lnTo>
                  <a:lnTo>
                    <a:pt x="1718" y="677"/>
                  </a:lnTo>
                  <a:lnTo>
                    <a:pt x="1720" y="677"/>
                  </a:lnTo>
                  <a:lnTo>
                    <a:pt x="1720" y="677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0" y="679"/>
                  </a:lnTo>
                  <a:lnTo>
                    <a:pt x="1722" y="677"/>
                  </a:lnTo>
                  <a:lnTo>
                    <a:pt x="1722" y="675"/>
                  </a:lnTo>
                  <a:lnTo>
                    <a:pt x="1722" y="675"/>
                  </a:lnTo>
                  <a:lnTo>
                    <a:pt x="1720" y="675"/>
                  </a:lnTo>
                  <a:lnTo>
                    <a:pt x="1720" y="675"/>
                  </a:lnTo>
                  <a:lnTo>
                    <a:pt x="1722" y="675"/>
                  </a:lnTo>
                  <a:lnTo>
                    <a:pt x="1727" y="675"/>
                  </a:lnTo>
                  <a:lnTo>
                    <a:pt x="1727" y="675"/>
                  </a:lnTo>
                  <a:lnTo>
                    <a:pt x="1727" y="675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2" y="677"/>
                  </a:lnTo>
                  <a:lnTo>
                    <a:pt x="1720" y="682"/>
                  </a:lnTo>
                  <a:lnTo>
                    <a:pt x="1720" y="682"/>
                  </a:lnTo>
                  <a:lnTo>
                    <a:pt x="1720" y="682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2" y="684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6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7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1"/>
                  </a:lnTo>
                  <a:lnTo>
                    <a:pt x="1729" y="693"/>
                  </a:lnTo>
                  <a:lnTo>
                    <a:pt x="1729" y="693"/>
                  </a:lnTo>
                  <a:lnTo>
                    <a:pt x="1729" y="693"/>
                  </a:lnTo>
                  <a:lnTo>
                    <a:pt x="1729" y="696"/>
                  </a:lnTo>
                  <a:lnTo>
                    <a:pt x="1729" y="696"/>
                  </a:lnTo>
                  <a:lnTo>
                    <a:pt x="1732" y="696"/>
                  </a:lnTo>
                  <a:lnTo>
                    <a:pt x="1732" y="698"/>
                  </a:lnTo>
                  <a:lnTo>
                    <a:pt x="1732" y="698"/>
                  </a:lnTo>
                  <a:lnTo>
                    <a:pt x="1732" y="698"/>
                  </a:lnTo>
                  <a:lnTo>
                    <a:pt x="1732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29" y="701"/>
                  </a:lnTo>
                  <a:lnTo>
                    <a:pt x="1732" y="701"/>
                  </a:lnTo>
                  <a:lnTo>
                    <a:pt x="1732" y="701"/>
                  </a:lnTo>
                  <a:lnTo>
                    <a:pt x="1732" y="703"/>
                  </a:lnTo>
                  <a:lnTo>
                    <a:pt x="1732" y="705"/>
                  </a:lnTo>
                  <a:lnTo>
                    <a:pt x="1732" y="705"/>
                  </a:lnTo>
                  <a:lnTo>
                    <a:pt x="1732" y="705"/>
                  </a:lnTo>
                  <a:lnTo>
                    <a:pt x="1739" y="703"/>
                  </a:lnTo>
                  <a:lnTo>
                    <a:pt x="1739" y="701"/>
                  </a:lnTo>
                  <a:lnTo>
                    <a:pt x="1739" y="701"/>
                  </a:lnTo>
                  <a:lnTo>
                    <a:pt x="1741" y="701"/>
                  </a:lnTo>
                  <a:lnTo>
                    <a:pt x="1741" y="701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3"/>
                  </a:lnTo>
                  <a:lnTo>
                    <a:pt x="1744" y="701"/>
                  </a:lnTo>
                  <a:lnTo>
                    <a:pt x="1744" y="701"/>
                  </a:lnTo>
                  <a:lnTo>
                    <a:pt x="1744" y="698"/>
                  </a:lnTo>
                  <a:lnTo>
                    <a:pt x="1744" y="698"/>
                  </a:lnTo>
                  <a:lnTo>
                    <a:pt x="1741" y="698"/>
                  </a:lnTo>
                  <a:lnTo>
                    <a:pt x="1741" y="696"/>
                  </a:lnTo>
                  <a:lnTo>
                    <a:pt x="1741" y="696"/>
                  </a:lnTo>
                  <a:lnTo>
                    <a:pt x="1744" y="696"/>
                  </a:lnTo>
                  <a:lnTo>
                    <a:pt x="1744" y="698"/>
                  </a:lnTo>
                  <a:lnTo>
                    <a:pt x="1744" y="698"/>
                  </a:lnTo>
                  <a:lnTo>
                    <a:pt x="1746" y="701"/>
                  </a:lnTo>
                  <a:lnTo>
                    <a:pt x="1746" y="701"/>
                  </a:lnTo>
                  <a:lnTo>
                    <a:pt x="1746" y="703"/>
                  </a:lnTo>
                  <a:lnTo>
                    <a:pt x="1748" y="705"/>
                  </a:lnTo>
                  <a:lnTo>
                    <a:pt x="1751" y="708"/>
                  </a:lnTo>
                  <a:lnTo>
                    <a:pt x="1751" y="708"/>
                  </a:lnTo>
                  <a:lnTo>
                    <a:pt x="1755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8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5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3"/>
                  </a:lnTo>
                  <a:lnTo>
                    <a:pt x="1758" y="701"/>
                  </a:lnTo>
                  <a:lnTo>
                    <a:pt x="1758" y="701"/>
                  </a:lnTo>
                  <a:lnTo>
                    <a:pt x="1755" y="696"/>
                  </a:lnTo>
                  <a:lnTo>
                    <a:pt x="1753" y="693"/>
                  </a:lnTo>
                  <a:lnTo>
                    <a:pt x="1753" y="693"/>
                  </a:lnTo>
                  <a:lnTo>
                    <a:pt x="1753" y="693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3" y="691"/>
                  </a:lnTo>
                  <a:lnTo>
                    <a:pt x="1751" y="691"/>
                  </a:lnTo>
                  <a:lnTo>
                    <a:pt x="1751" y="689"/>
                  </a:lnTo>
                  <a:lnTo>
                    <a:pt x="1748" y="686"/>
                  </a:lnTo>
                  <a:lnTo>
                    <a:pt x="1748" y="686"/>
                  </a:lnTo>
                  <a:lnTo>
                    <a:pt x="1748" y="686"/>
                  </a:lnTo>
                  <a:lnTo>
                    <a:pt x="1748" y="684"/>
                  </a:lnTo>
                  <a:lnTo>
                    <a:pt x="1748" y="684"/>
                  </a:lnTo>
                  <a:lnTo>
                    <a:pt x="1748" y="684"/>
                  </a:lnTo>
                  <a:lnTo>
                    <a:pt x="1746" y="679"/>
                  </a:lnTo>
                  <a:lnTo>
                    <a:pt x="1746" y="679"/>
                  </a:lnTo>
                  <a:lnTo>
                    <a:pt x="1746" y="679"/>
                  </a:lnTo>
                  <a:lnTo>
                    <a:pt x="1746" y="677"/>
                  </a:lnTo>
                  <a:lnTo>
                    <a:pt x="1741" y="675"/>
                  </a:lnTo>
                  <a:lnTo>
                    <a:pt x="1741" y="672"/>
                  </a:lnTo>
                  <a:lnTo>
                    <a:pt x="1741" y="672"/>
                  </a:lnTo>
                  <a:lnTo>
                    <a:pt x="1741" y="670"/>
                  </a:lnTo>
                  <a:lnTo>
                    <a:pt x="1741" y="670"/>
                  </a:lnTo>
                  <a:lnTo>
                    <a:pt x="1739" y="670"/>
                  </a:lnTo>
                  <a:lnTo>
                    <a:pt x="1739" y="670"/>
                  </a:lnTo>
                  <a:lnTo>
                    <a:pt x="1739" y="670"/>
                  </a:lnTo>
                  <a:lnTo>
                    <a:pt x="1737" y="667"/>
                  </a:lnTo>
                  <a:lnTo>
                    <a:pt x="1737" y="667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5"/>
                  </a:lnTo>
                  <a:lnTo>
                    <a:pt x="1737" y="663"/>
                  </a:lnTo>
                  <a:lnTo>
                    <a:pt x="1737" y="663"/>
                  </a:lnTo>
                  <a:lnTo>
                    <a:pt x="1737" y="663"/>
                  </a:lnTo>
                  <a:lnTo>
                    <a:pt x="1737" y="660"/>
                  </a:lnTo>
                  <a:lnTo>
                    <a:pt x="1737" y="660"/>
                  </a:lnTo>
                  <a:lnTo>
                    <a:pt x="1734" y="660"/>
                  </a:lnTo>
                  <a:lnTo>
                    <a:pt x="1734" y="658"/>
                  </a:lnTo>
                  <a:lnTo>
                    <a:pt x="1734" y="658"/>
                  </a:lnTo>
                  <a:lnTo>
                    <a:pt x="1732" y="658"/>
                  </a:lnTo>
                  <a:lnTo>
                    <a:pt x="1732" y="656"/>
                  </a:lnTo>
                  <a:lnTo>
                    <a:pt x="1732" y="656"/>
                  </a:lnTo>
                  <a:lnTo>
                    <a:pt x="1729" y="653"/>
                  </a:lnTo>
                  <a:lnTo>
                    <a:pt x="1727" y="653"/>
                  </a:lnTo>
                  <a:lnTo>
                    <a:pt x="1729" y="653"/>
                  </a:lnTo>
                  <a:lnTo>
                    <a:pt x="1729" y="653"/>
                  </a:lnTo>
                  <a:lnTo>
                    <a:pt x="1732" y="653"/>
                  </a:lnTo>
                  <a:lnTo>
                    <a:pt x="1734" y="656"/>
                  </a:lnTo>
                  <a:lnTo>
                    <a:pt x="1734" y="656"/>
                  </a:lnTo>
                  <a:lnTo>
                    <a:pt x="1734" y="658"/>
                  </a:lnTo>
                  <a:lnTo>
                    <a:pt x="1734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60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8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7" y="656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4" y="653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32" y="651"/>
                  </a:lnTo>
                  <a:lnTo>
                    <a:pt x="1729" y="648"/>
                  </a:lnTo>
                  <a:lnTo>
                    <a:pt x="1729" y="648"/>
                  </a:lnTo>
                  <a:lnTo>
                    <a:pt x="1727" y="648"/>
                  </a:lnTo>
                  <a:lnTo>
                    <a:pt x="1727" y="648"/>
                  </a:lnTo>
                  <a:lnTo>
                    <a:pt x="1727" y="648"/>
                  </a:lnTo>
                  <a:lnTo>
                    <a:pt x="1729" y="648"/>
                  </a:lnTo>
                  <a:lnTo>
                    <a:pt x="1729" y="648"/>
                  </a:lnTo>
                  <a:lnTo>
                    <a:pt x="1732" y="648"/>
                  </a:lnTo>
                  <a:lnTo>
                    <a:pt x="1732" y="646"/>
                  </a:lnTo>
                  <a:lnTo>
                    <a:pt x="1729" y="644"/>
                  </a:lnTo>
                  <a:lnTo>
                    <a:pt x="1729" y="639"/>
                  </a:lnTo>
                  <a:lnTo>
                    <a:pt x="1729" y="637"/>
                  </a:lnTo>
                  <a:lnTo>
                    <a:pt x="1732" y="639"/>
                  </a:lnTo>
                  <a:lnTo>
                    <a:pt x="1732" y="641"/>
                  </a:lnTo>
                  <a:lnTo>
                    <a:pt x="1732" y="646"/>
                  </a:lnTo>
                  <a:lnTo>
                    <a:pt x="1732" y="648"/>
                  </a:lnTo>
                  <a:lnTo>
                    <a:pt x="1734" y="651"/>
                  </a:lnTo>
                  <a:lnTo>
                    <a:pt x="1737" y="653"/>
                  </a:lnTo>
                  <a:lnTo>
                    <a:pt x="1737" y="653"/>
                  </a:lnTo>
                  <a:lnTo>
                    <a:pt x="1739" y="656"/>
                  </a:lnTo>
                  <a:lnTo>
                    <a:pt x="1739" y="658"/>
                  </a:lnTo>
                  <a:lnTo>
                    <a:pt x="1739" y="658"/>
                  </a:lnTo>
                  <a:lnTo>
                    <a:pt x="1741" y="660"/>
                  </a:lnTo>
                  <a:lnTo>
                    <a:pt x="1741" y="660"/>
                  </a:lnTo>
                  <a:lnTo>
                    <a:pt x="1741" y="663"/>
                  </a:lnTo>
                  <a:lnTo>
                    <a:pt x="1741" y="663"/>
                  </a:lnTo>
                  <a:lnTo>
                    <a:pt x="1744" y="663"/>
                  </a:lnTo>
                  <a:lnTo>
                    <a:pt x="1744" y="663"/>
                  </a:lnTo>
                  <a:lnTo>
                    <a:pt x="1744" y="665"/>
                  </a:lnTo>
                  <a:lnTo>
                    <a:pt x="1744" y="667"/>
                  </a:lnTo>
                  <a:lnTo>
                    <a:pt x="1746" y="667"/>
                  </a:lnTo>
                  <a:lnTo>
                    <a:pt x="1746" y="667"/>
                  </a:lnTo>
                  <a:lnTo>
                    <a:pt x="1746" y="670"/>
                  </a:lnTo>
                  <a:lnTo>
                    <a:pt x="1746" y="672"/>
                  </a:lnTo>
                  <a:lnTo>
                    <a:pt x="1746" y="672"/>
                  </a:lnTo>
                  <a:lnTo>
                    <a:pt x="1746" y="672"/>
                  </a:lnTo>
                  <a:lnTo>
                    <a:pt x="1748" y="675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7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5"/>
                  </a:lnTo>
                  <a:lnTo>
                    <a:pt x="1751" y="672"/>
                  </a:lnTo>
                  <a:lnTo>
                    <a:pt x="1751" y="672"/>
                  </a:lnTo>
                  <a:lnTo>
                    <a:pt x="1751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2"/>
                  </a:lnTo>
                  <a:lnTo>
                    <a:pt x="1753" y="675"/>
                  </a:lnTo>
                  <a:lnTo>
                    <a:pt x="1755" y="675"/>
                  </a:lnTo>
                  <a:lnTo>
                    <a:pt x="1755" y="677"/>
                  </a:lnTo>
                  <a:lnTo>
                    <a:pt x="1755" y="679"/>
                  </a:lnTo>
                  <a:lnTo>
                    <a:pt x="1755" y="679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5" y="679"/>
                  </a:lnTo>
                  <a:lnTo>
                    <a:pt x="1755" y="682"/>
                  </a:lnTo>
                  <a:lnTo>
                    <a:pt x="1755" y="682"/>
                  </a:lnTo>
                  <a:lnTo>
                    <a:pt x="1753" y="679"/>
                  </a:lnTo>
                  <a:lnTo>
                    <a:pt x="1755" y="682"/>
                  </a:lnTo>
                  <a:lnTo>
                    <a:pt x="1755" y="684"/>
                  </a:lnTo>
                  <a:lnTo>
                    <a:pt x="1758" y="686"/>
                  </a:lnTo>
                  <a:lnTo>
                    <a:pt x="1760" y="686"/>
                  </a:lnTo>
                  <a:lnTo>
                    <a:pt x="1760" y="686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3" y="689"/>
                  </a:lnTo>
                  <a:lnTo>
                    <a:pt x="1765" y="691"/>
                  </a:lnTo>
                  <a:lnTo>
                    <a:pt x="1765" y="693"/>
                  </a:lnTo>
                  <a:lnTo>
                    <a:pt x="1765" y="693"/>
                  </a:lnTo>
                  <a:lnTo>
                    <a:pt x="1765" y="696"/>
                  </a:lnTo>
                  <a:lnTo>
                    <a:pt x="1767" y="696"/>
                  </a:lnTo>
                  <a:lnTo>
                    <a:pt x="1767" y="696"/>
                  </a:lnTo>
                  <a:lnTo>
                    <a:pt x="1767" y="696"/>
                  </a:lnTo>
                  <a:lnTo>
                    <a:pt x="1770" y="693"/>
                  </a:lnTo>
                  <a:lnTo>
                    <a:pt x="1770" y="693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0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4" y="696"/>
                  </a:lnTo>
                  <a:lnTo>
                    <a:pt x="1774" y="696"/>
                  </a:lnTo>
                  <a:lnTo>
                    <a:pt x="1774" y="696"/>
                  </a:lnTo>
                  <a:lnTo>
                    <a:pt x="1777" y="696"/>
                  </a:lnTo>
                  <a:lnTo>
                    <a:pt x="1777" y="696"/>
                  </a:lnTo>
                  <a:lnTo>
                    <a:pt x="1784" y="701"/>
                  </a:lnTo>
                  <a:lnTo>
                    <a:pt x="1786" y="701"/>
                  </a:lnTo>
                  <a:lnTo>
                    <a:pt x="1786" y="701"/>
                  </a:lnTo>
                  <a:lnTo>
                    <a:pt x="1786" y="701"/>
                  </a:lnTo>
                  <a:lnTo>
                    <a:pt x="1789" y="701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6"/>
                  </a:lnTo>
                  <a:lnTo>
                    <a:pt x="1786" y="696"/>
                  </a:lnTo>
                  <a:lnTo>
                    <a:pt x="1786" y="696"/>
                  </a:lnTo>
                  <a:lnTo>
                    <a:pt x="1786" y="693"/>
                  </a:lnTo>
                  <a:lnTo>
                    <a:pt x="1786" y="693"/>
                  </a:lnTo>
                  <a:lnTo>
                    <a:pt x="1786" y="691"/>
                  </a:lnTo>
                  <a:lnTo>
                    <a:pt x="1789" y="691"/>
                  </a:lnTo>
                  <a:lnTo>
                    <a:pt x="1789" y="689"/>
                  </a:lnTo>
                  <a:lnTo>
                    <a:pt x="1786" y="689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6" y="686"/>
                  </a:lnTo>
                  <a:lnTo>
                    <a:pt x="1789" y="686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2"/>
                  </a:lnTo>
                  <a:lnTo>
                    <a:pt x="1786" y="682"/>
                  </a:lnTo>
                  <a:lnTo>
                    <a:pt x="1789" y="682"/>
                  </a:lnTo>
                  <a:lnTo>
                    <a:pt x="1789" y="679"/>
                  </a:lnTo>
                  <a:lnTo>
                    <a:pt x="1789" y="679"/>
                  </a:lnTo>
                  <a:lnTo>
                    <a:pt x="1793" y="679"/>
                  </a:lnTo>
                  <a:lnTo>
                    <a:pt x="1793" y="679"/>
                  </a:lnTo>
                  <a:lnTo>
                    <a:pt x="1791" y="679"/>
                  </a:lnTo>
                  <a:lnTo>
                    <a:pt x="1789" y="682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4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6"/>
                  </a:lnTo>
                  <a:lnTo>
                    <a:pt x="1789" y="689"/>
                  </a:lnTo>
                  <a:lnTo>
                    <a:pt x="1789" y="689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1"/>
                  </a:lnTo>
                  <a:lnTo>
                    <a:pt x="1791" y="693"/>
                  </a:lnTo>
                  <a:lnTo>
                    <a:pt x="1791" y="693"/>
                  </a:lnTo>
                  <a:lnTo>
                    <a:pt x="1789" y="693"/>
                  </a:lnTo>
                  <a:lnTo>
                    <a:pt x="1789" y="693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6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698"/>
                  </a:lnTo>
                  <a:lnTo>
                    <a:pt x="1789" y="701"/>
                  </a:lnTo>
                  <a:lnTo>
                    <a:pt x="1789" y="701"/>
                  </a:lnTo>
                  <a:lnTo>
                    <a:pt x="1791" y="701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1" y="703"/>
                  </a:lnTo>
                  <a:lnTo>
                    <a:pt x="1793" y="703"/>
                  </a:lnTo>
                  <a:lnTo>
                    <a:pt x="1791" y="705"/>
                  </a:lnTo>
                  <a:lnTo>
                    <a:pt x="1791" y="705"/>
                  </a:lnTo>
                  <a:lnTo>
                    <a:pt x="1791" y="705"/>
                  </a:lnTo>
                  <a:lnTo>
                    <a:pt x="1793" y="705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3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08"/>
                  </a:lnTo>
                  <a:lnTo>
                    <a:pt x="1796" y="710"/>
                  </a:lnTo>
                  <a:lnTo>
                    <a:pt x="1796" y="710"/>
                  </a:lnTo>
                  <a:lnTo>
                    <a:pt x="1796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798" y="710"/>
                  </a:lnTo>
                  <a:lnTo>
                    <a:pt x="1800" y="710"/>
                  </a:lnTo>
                  <a:lnTo>
                    <a:pt x="1800" y="710"/>
                  </a:lnTo>
                  <a:lnTo>
                    <a:pt x="1800" y="708"/>
                  </a:lnTo>
                  <a:lnTo>
                    <a:pt x="1800" y="708"/>
                  </a:lnTo>
                  <a:lnTo>
                    <a:pt x="1800" y="705"/>
                  </a:lnTo>
                  <a:lnTo>
                    <a:pt x="1800" y="703"/>
                  </a:lnTo>
                  <a:lnTo>
                    <a:pt x="1800" y="701"/>
                  </a:lnTo>
                  <a:lnTo>
                    <a:pt x="1800" y="701"/>
                  </a:lnTo>
                  <a:lnTo>
                    <a:pt x="1800" y="701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698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1"/>
                  </a:lnTo>
                  <a:lnTo>
                    <a:pt x="1803" y="703"/>
                  </a:lnTo>
                  <a:lnTo>
                    <a:pt x="1803" y="703"/>
                  </a:lnTo>
                  <a:lnTo>
                    <a:pt x="1803" y="705"/>
                  </a:lnTo>
                  <a:lnTo>
                    <a:pt x="1803" y="705"/>
                  </a:lnTo>
                  <a:lnTo>
                    <a:pt x="1803" y="708"/>
                  </a:lnTo>
                  <a:lnTo>
                    <a:pt x="1805" y="705"/>
                  </a:lnTo>
                  <a:lnTo>
                    <a:pt x="1805" y="708"/>
                  </a:lnTo>
                  <a:lnTo>
                    <a:pt x="1805" y="708"/>
                  </a:lnTo>
                  <a:lnTo>
                    <a:pt x="1805" y="708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5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3" y="710"/>
                  </a:lnTo>
                  <a:lnTo>
                    <a:pt x="1800" y="712"/>
                  </a:lnTo>
                  <a:lnTo>
                    <a:pt x="1803" y="712"/>
                  </a:lnTo>
                  <a:lnTo>
                    <a:pt x="1803" y="712"/>
                  </a:lnTo>
                  <a:lnTo>
                    <a:pt x="1803" y="715"/>
                  </a:lnTo>
                  <a:lnTo>
                    <a:pt x="1803" y="715"/>
                  </a:lnTo>
                  <a:lnTo>
                    <a:pt x="1803" y="715"/>
                  </a:lnTo>
                  <a:lnTo>
                    <a:pt x="1805" y="717"/>
                  </a:lnTo>
                  <a:lnTo>
                    <a:pt x="1808" y="719"/>
                  </a:lnTo>
                  <a:lnTo>
                    <a:pt x="1810" y="719"/>
                  </a:lnTo>
                  <a:lnTo>
                    <a:pt x="1810" y="719"/>
                  </a:lnTo>
                  <a:lnTo>
                    <a:pt x="1810" y="717"/>
                  </a:lnTo>
                  <a:lnTo>
                    <a:pt x="1810" y="717"/>
                  </a:lnTo>
                  <a:lnTo>
                    <a:pt x="1810" y="715"/>
                  </a:lnTo>
                  <a:lnTo>
                    <a:pt x="1810" y="712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5"/>
                  </a:lnTo>
                  <a:lnTo>
                    <a:pt x="1810" y="712"/>
                  </a:lnTo>
                  <a:lnTo>
                    <a:pt x="1810" y="712"/>
                  </a:lnTo>
                  <a:lnTo>
                    <a:pt x="1810" y="712"/>
                  </a:lnTo>
                  <a:lnTo>
                    <a:pt x="1810" y="710"/>
                  </a:lnTo>
                  <a:lnTo>
                    <a:pt x="1810" y="710"/>
                  </a:lnTo>
                  <a:lnTo>
                    <a:pt x="1822" y="708"/>
                  </a:lnTo>
                  <a:lnTo>
                    <a:pt x="1822" y="710"/>
                  </a:lnTo>
                  <a:lnTo>
                    <a:pt x="1824" y="710"/>
                  </a:lnTo>
                  <a:lnTo>
                    <a:pt x="1824" y="710"/>
                  </a:lnTo>
                  <a:lnTo>
                    <a:pt x="1824" y="710"/>
                  </a:lnTo>
                  <a:lnTo>
                    <a:pt x="1822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9" y="710"/>
                  </a:lnTo>
                  <a:lnTo>
                    <a:pt x="1817" y="710"/>
                  </a:lnTo>
                  <a:lnTo>
                    <a:pt x="1815" y="710"/>
                  </a:lnTo>
                  <a:lnTo>
                    <a:pt x="1815" y="710"/>
                  </a:lnTo>
                  <a:lnTo>
                    <a:pt x="1812" y="710"/>
                  </a:lnTo>
                  <a:lnTo>
                    <a:pt x="1812" y="710"/>
                  </a:lnTo>
                  <a:lnTo>
                    <a:pt x="1810" y="710"/>
                  </a:lnTo>
                  <a:lnTo>
                    <a:pt x="1810" y="712"/>
                  </a:lnTo>
                  <a:lnTo>
                    <a:pt x="1812" y="717"/>
                  </a:lnTo>
                  <a:lnTo>
                    <a:pt x="1815" y="719"/>
                  </a:lnTo>
                  <a:lnTo>
                    <a:pt x="1815" y="719"/>
                  </a:lnTo>
                  <a:lnTo>
                    <a:pt x="1815" y="722"/>
                  </a:lnTo>
                  <a:lnTo>
                    <a:pt x="1817" y="722"/>
                  </a:lnTo>
                  <a:lnTo>
                    <a:pt x="1819" y="722"/>
                  </a:lnTo>
                  <a:lnTo>
                    <a:pt x="1819" y="722"/>
                  </a:lnTo>
                  <a:lnTo>
                    <a:pt x="1822" y="722"/>
                  </a:lnTo>
                  <a:lnTo>
                    <a:pt x="1824" y="724"/>
                  </a:lnTo>
                  <a:lnTo>
                    <a:pt x="1826" y="724"/>
                  </a:lnTo>
                  <a:lnTo>
                    <a:pt x="1826" y="724"/>
                  </a:lnTo>
                  <a:lnTo>
                    <a:pt x="1826" y="724"/>
                  </a:lnTo>
                  <a:lnTo>
                    <a:pt x="1829" y="724"/>
                  </a:lnTo>
                  <a:lnTo>
                    <a:pt x="1829" y="724"/>
                  </a:lnTo>
                  <a:lnTo>
                    <a:pt x="1829" y="724"/>
                  </a:lnTo>
                  <a:lnTo>
                    <a:pt x="1829" y="727"/>
                  </a:lnTo>
                  <a:lnTo>
                    <a:pt x="1831" y="727"/>
                  </a:lnTo>
                  <a:lnTo>
                    <a:pt x="1831" y="729"/>
                  </a:lnTo>
                  <a:lnTo>
                    <a:pt x="1834" y="729"/>
                  </a:lnTo>
                  <a:lnTo>
                    <a:pt x="1836" y="729"/>
                  </a:lnTo>
                  <a:lnTo>
                    <a:pt x="1836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4" y="729"/>
                  </a:lnTo>
                  <a:lnTo>
                    <a:pt x="1831" y="729"/>
                  </a:lnTo>
                  <a:lnTo>
                    <a:pt x="1831" y="727"/>
                  </a:lnTo>
                  <a:lnTo>
                    <a:pt x="1831" y="727"/>
                  </a:lnTo>
                  <a:lnTo>
                    <a:pt x="1829" y="727"/>
                  </a:lnTo>
                  <a:lnTo>
                    <a:pt x="1829" y="727"/>
                  </a:lnTo>
                  <a:lnTo>
                    <a:pt x="1826" y="727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7" y="724"/>
                  </a:lnTo>
                  <a:lnTo>
                    <a:pt x="1815" y="724"/>
                  </a:lnTo>
                  <a:lnTo>
                    <a:pt x="1815" y="724"/>
                  </a:lnTo>
                  <a:lnTo>
                    <a:pt x="1815" y="724"/>
                  </a:lnTo>
                  <a:lnTo>
                    <a:pt x="1815" y="722"/>
                  </a:lnTo>
                  <a:lnTo>
                    <a:pt x="1815" y="722"/>
                  </a:lnTo>
                  <a:lnTo>
                    <a:pt x="1815" y="722"/>
                  </a:lnTo>
                  <a:lnTo>
                    <a:pt x="1815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4"/>
                  </a:lnTo>
                  <a:lnTo>
                    <a:pt x="1812" y="729"/>
                  </a:lnTo>
                  <a:lnTo>
                    <a:pt x="1812" y="729"/>
                  </a:lnTo>
                  <a:lnTo>
                    <a:pt x="1812" y="729"/>
                  </a:lnTo>
                  <a:lnTo>
                    <a:pt x="1815" y="731"/>
                  </a:lnTo>
                  <a:lnTo>
                    <a:pt x="1815" y="731"/>
                  </a:lnTo>
                  <a:lnTo>
                    <a:pt x="1817" y="731"/>
                  </a:lnTo>
                  <a:lnTo>
                    <a:pt x="1819" y="729"/>
                  </a:lnTo>
                  <a:lnTo>
                    <a:pt x="1819" y="729"/>
                  </a:lnTo>
                  <a:lnTo>
                    <a:pt x="1822" y="729"/>
                  </a:lnTo>
                  <a:lnTo>
                    <a:pt x="1824" y="727"/>
                  </a:lnTo>
                  <a:lnTo>
                    <a:pt x="1824" y="727"/>
                  </a:lnTo>
                  <a:lnTo>
                    <a:pt x="1824" y="729"/>
                  </a:lnTo>
                  <a:lnTo>
                    <a:pt x="1822" y="729"/>
                  </a:lnTo>
                  <a:lnTo>
                    <a:pt x="1819" y="731"/>
                  </a:lnTo>
                  <a:lnTo>
                    <a:pt x="1819" y="731"/>
                  </a:lnTo>
                  <a:lnTo>
                    <a:pt x="1819" y="734"/>
                  </a:lnTo>
                  <a:lnTo>
                    <a:pt x="1819" y="734"/>
                  </a:lnTo>
                  <a:lnTo>
                    <a:pt x="1819" y="736"/>
                  </a:lnTo>
                  <a:lnTo>
                    <a:pt x="1819" y="736"/>
                  </a:lnTo>
                  <a:lnTo>
                    <a:pt x="1822" y="738"/>
                  </a:lnTo>
                  <a:lnTo>
                    <a:pt x="1822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4" y="738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6"/>
                  </a:lnTo>
                  <a:lnTo>
                    <a:pt x="1826" y="738"/>
                  </a:lnTo>
                  <a:lnTo>
                    <a:pt x="1826" y="738"/>
                  </a:lnTo>
                  <a:lnTo>
                    <a:pt x="1826" y="738"/>
                  </a:lnTo>
                  <a:lnTo>
                    <a:pt x="1824" y="738"/>
                  </a:lnTo>
                  <a:lnTo>
                    <a:pt x="1824" y="741"/>
                  </a:lnTo>
                  <a:lnTo>
                    <a:pt x="1824" y="741"/>
                  </a:lnTo>
                  <a:lnTo>
                    <a:pt x="1824" y="741"/>
                  </a:lnTo>
                  <a:lnTo>
                    <a:pt x="1826" y="743"/>
                  </a:lnTo>
                  <a:lnTo>
                    <a:pt x="1826" y="743"/>
                  </a:lnTo>
                  <a:lnTo>
                    <a:pt x="1829" y="741"/>
                  </a:lnTo>
                  <a:lnTo>
                    <a:pt x="1831" y="741"/>
                  </a:lnTo>
                  <a:lnTo>
                    <a:pt x="1831" y="743"/>
                  </a:lnTo>
                  <a:lnTo>
                    <a:pt x="1831" y="743"/>
                  </a:lnTo>
                  <a:lnTo>
                    <a:pt x="1831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38"/>
                  </a:lnTo>
                  <a:lnTo>
                    <a:pt x="1836" y="741"/>
                  </a:lnTo>
                  <a:lnTo>
                    <a:pt x="1836" y="741"/>
                  </a:lnTo>
                  <a:lnTo>
                    <a:pt x="1836" y="741"/>
                  </a:lnTo>
                  <a:lnTo>
                    <a:pt x="1834" y="741"/>
                  </a:lnTo>
                  <a:lnTo>
                    <a:pt x="1834" y="741"/>
                  </a:lnTo>
                  <a:lnTo>
                    <a:pt x="1834" y="743"/>
                  </a:lnTo>
                  <a:lnTo>
                    <a:pt x="1834" y="743"/>
                  </a:lnTo>
                  <a:lnTo>
                    <a:pt x="1831" y="746"/>
                  </a:lnTo>
                  <a:lnTo>
                    <a:pt x="1826" y="746"/>
                  </a:lnTo>
                  <a:lnTo>
                    <a:pt x="1824" y="746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48"/>
                  </a:lnTo>
                  <a:lnTo>
                    <a:pt x="1824" y="750"/>
                  </a:lnTo>
                  <a:lnTo>
                    <a:pt x="1826" y="750"/>
                  </a:lnTo>
                  <a:lnTo>
                    <a:pt x="1824" y="750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4" y="753"/>
                  </a:lnTo>
                  <a:lnTo>
                    <a:pt x="1826" y="753"/>
                  </a:lnTo>
                  <a:lnTo>
                    <a:pt x="1826" y="753"/>
                  </a:lnTo>
                  <a:lnTo>
                    <a:pt x="1826" y="753"/>
                  </a:lnTo>
                  <a:lnTo>
                    <a:pt x="1829" y="755"/>
                  </a:lnTo>
                  <a:lnTo>
                    <a:pt x="1829" y="755"/>
                  </a:lnTo>
                  <a:lnTo>
                    <a:pt x="1829" y="755"/>
                  </a:lnTo>
                  <a:lnTo>
                    <a:pt x="1831" y="755"/>
                  </a:lnTo>
                  <a:lnTo>
                    <a:pt x="1834" y="755"/>
                  </a:lnTo>
                  <a:lnTo>
                    <a:pt x="1834" y="755"/>
                  </a:lnTo>
                  <a:lnTo>
                    <a:pt x="1834" y="755"/>
                  </a:lnTo>
                  <a:lnTo>
                    <a:pt x="1834" y="753"/>
                  </a:lnTo>
                  <a:lnTo>
                    <a:pt x="1834" y="750"/>
                  </a:lnTo>
                  <a:lnTo>
                    <a:pt x="1834" y="750"/>
                  </a:lnTo>
                  <a:lnTo>
                    <a:pt x="1834" y="750"/>
                  </a:lnTo>
                  <a:lnTo>
                    <a:pt x="1836" y="750"/>
                  </a:lnTo>
                  <a:lnTo>
                    <a:pt x="1836" y="750"/>
                  </a:lnTo>
                  <a:lnTo>
                    <a:pt x="1836" y="753"/>
                  </a:lnTo>
                  <a:lnTo>
                    <a:pt x="1836" y="753"/>
                  </a:lnTo>
                  <a:lnTo>
                    <a:pt x="1836" y="753"/>
                  </a:lnTo>
                  <a:lnTo>
                    <a:pt x="1836" y="750"/>
                  </a:lnTo>
                  <a:lnTo>
                    <a:pt x="1836" y="753"/>
                  </a:lnTo>
                  <a:lnTo>
                    <a:pt x="1836" y="750"/>
                  </a:lnTo>
                  <a:lnTo>
                    <a:pt x="1838" y="750"/>
                  </a:lnTo>
                  <a:lnTo>
                    <a:pt x="1838" y="750"/>
                  </a:lnTo>
                  <a:lnTo>
                    <a:pt x="1838" y="750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3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1" y="755"/>
                  </a:lnTo>
                  <a:lnTo>
                    <a:pt x="1843" y="755"/>
                  </a:lnTo>
                  <a:lnTo>
                    <a:pt x="1843" y="755"/>
                  </a:lnTo>
                  <a:lnTo>
                    <a:pt x="1845" y="755"/>
                  </a:lnTo>
                  <a:lnTo>
                    <a:pt x="1845" y="755"/>
                  </a:lnTo>
                  <a:lnTo>
                    <a:pt x="1845" y="755"/>
                  </a:lnTo>
                  <a:lnTo>
                    <a:pt x="1848" y="755"/>
                  </a:lnTo>
                  <a:lnTo>
                    <a:pt x="1848" y="755"/>
                  </a:lnTo>
                  <a:lnTo>
                    <a:pt x="1848" y="755"/>
                  </a:lnTo>
                  <a:lnTo>
                    <a:pt x="1848" y="753"/>
                  </a:lnTo>
                  <a:lnTo>
                    <a:pt x="1848" y="753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0"/>
                  </a:lnTo>
                  <a:lnTo>
                    <a:pt x="1850" y="753"/>
                  </a:lnTo>
                  <a:lnTo>
                    <a:pt x="1850" y="753"/>
                  </a:lnTo>
                  <a:lnTo>
                    <a:pt x="1850" y="753"/>
                  </a:lnTo>
                  <a:lnTo>
                    <a:pt x="1852" y="755"/>
                  </a:lnTo>
                  <a:lnTo>
                    <a:pt x="1852" y="757"/>
                  </a:lnTo>
                  <a:lnTo>
                    <a:pt x="1852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50" y="757"/>
                  </a:lnTo>
                  <a:lnTo>
                    <a:pt x="1848" y="757"/>
                  </a:lnTo>
                  <a:lnTo>
                    <a:pt x="1848" y="757"/>
                  </a:lnTo>
                  <a:lnTo>
                    <a:pt x="1848" y="757"/>
                  </a:lnTo>
                  <a:lnTo>
                    <a:pt x="1848" y="760"/>
                  </a:lnTo>
                  <a:lnTo>
                    <a:pt x="1848" y="760"/>
                  </a:lnTo>
                  <a:lnTo>
                    <a:pt x="1850" y="760"/>
                  </a:lnTo>
                  <a:lnTo>
                    <a:pt x="1850" y="760"/>
                  </a:lnTo>
                  <a:lnTo>
                    <a:pt x="1850" y="760"/>
                  </a:lnTo>
                  <a:lnTo>
                    <a:pt x="1850" y="762"/>
                  </a:lnTo>
                  <a:lnTo>
                    <a:pt x="1850" y="762"/>
                  </a:lnTo>
                  <a:lnTo>
                    <a:pt x="1850" y="762"/>
                  </a:lnTo>
                  <a:lnTo>
                    <a:pt x="1852" y="762"/>
                  </a:lnTo>
                  <a:lnTo>
                    <a:pt x="1852" y="762"/>
                  </a:lnTo>
                  <a:lnTo>
                    <a:pt x="1855" y="762"/>
                  </a:lnTo>
                  <a:lnTo>
                    <a:pt x="1855" y="764"/>
                  </a:lnTo>
                  <a:lnTo>
                    <a:pt x="1855" y="764"/>
                  </a:lnTo>
                  <a:lnTo>
                    <a:pt x="1855" y="764"/>
                  </a:lnTo>
                  <a:lnTo>
                    <a:pt x="1860" y="767"/>
                  </a:lnTo>
                  <a:lnTo>
                    <a:pt x="1864" y="767"/>
                  </a:lnTo>
                  <a:lnTo>
                    <a:pt x="1864" y="767"/>
                  </a:lnTo>
                  <a:lnTo>
                    <a:pt x="1864" y="767"/>
                  </a:lnTo>
                  <a:lnTo>
                    <a:pt x="1864" y="764"/>
                  </a:lnTo>
                  <a:lnTo>
                    <a:pt x="1864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9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4"/>
                  </a:lnTo>
                  <a:lnTo>
                    <a:pt x="1867" y="767"/>
                  </a:lnTo>
                  <a:lnTo>
                    <a:pt x="1867" y="767"/>
                  </a:lnTo>
                  <a:lnTo>
                    <a:pt x="1867" y="767"/>
                  </a:lnTo>
                  <a:lnTo>
                    <a:pt x="1864" y="769"/>
                  </a:lnTo>
                  <a:lnTo>
                    <a:pt x="1867" y="769"/>
                  </a:lnTo>
                  <a:lnTo>
                    <a:pt x="1867" y="769"/>
                  </a:lnTo>
                  <a:lnTo>
                    <a:pt x="1867" y="769"/>
                  </a:lnTo>
                  <a:lnTo>
                    <a:pt x="1867" y="772"/>
                  </a:lnTo>
                  <a:lnTo>
                    <a:pt x="1867" y="772"/>
                  </a:lnTo>
                  <a:lnTo>
                    <a:pt x="1867" y="772"/>
                  </a:lnTo>
                  <a:lnTo>
                    <a:pt x="1864" y="772"/>
                  </a:lnTo>
                  <a:lnTo>
                    <a:pt x="1867" y="774"/>
                  </a:lnTo>
                  <a:lnTo>
                    <a:pt x="1867" y="774"/>
                  </a:lnTo>
                  <a:lnTo>
                    <a:pt x="1867" y="774"/>
                  </a:lnTo>
                  <a:lnTo>
                    <a:pt x="1869" y="776"/>
                  </a:lnTo>
                  <a:lnTo>
                    <a:pt x="1869" y="774"/>
                  </a:lnTo>
                  <a:lnTo>
                    <a:pt x="1871" y="774"/>
                  </a:lnTo>
                  <a:lnTo>
                    <a:pt x="1871" y="772"/>
                  </a:lnTo>
                  <a:lnTo>
                    <a:pt x="1874" y="772"/>
                  </a:lnTo>
                  <a:lnTo>
                    <a:pt x="1874" y="774"/>
                  </a:lnTo>
                  <a:lnTo>
                    <a:pt x="1874" y="776"/>
                  </a:lnTo>
                  <a:lnTo>
                    <a:pt x="1874" y="776"/>
                  </a:lnTo>
                  <a:lnTo>
                    <a:pt x="1874" y="779"/>
                  </a:lnTo>
                  <a:lnTo>
                    <a:pt x="1874" y="779"/>
                  </a:lnTo>
                  <a:lnTo>
                    <a:pt x="1874" y="779"/>
                  </a:lnTo>
                  <a:lnTo>
                    <a:pt x="1876" y="779"/>
                  </a:lnTo>
                  <a:lnTo>
                    <a:pt x="1876" y="779"/>
                  </a:lnTo>
                  <a:lnTo>
                    <a:pt x="1878" y="779"/>
                  </a:lnTo>
                  <a:lnTo>
                    <a:pt x="1878" y="781"/>
                  </a:lnTo>
                  <a:lnTo>
                    <a:pt x="1881" y="781"/>
                  </a:lnTo>
                  <a:lnTo>
                    <a:pt x="1881" y="781"/>
                  </a:lnTo>
                  <a:lnTo>
                    <a:pt x="1883" y="786"/>
                  </a:lnTo>
                  <a:lnTo>
                    <a:pt x="1883" y="783"/>
                  </a:lnTo>
                  <a:lnTo>
                    <a:pt x="1883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6" y="783"/>
                  </a:lnTo>
                  <a:lnTo>
                    <a:pt x="1888" y="783"/>
                  </a:lnTo>
                  <a:lnTo>
                    <a:pt x="1888" y="783"/>
                  </a:lnTo>
                  <a:lnTo>
                    <a:pt x="1888" y="783"/>
                  </a:lnTo>
                  <a:lnTo>
                    <a:pt x="1890" y="786"/>
                  </a:lnTo>
                  <a:lnTo>
                    <a:pt x="1890" y="788"/>
                  </a:lnTo>
                  <a:lnTo>
                    <a:pt x="1893" y="790"/>
                  </a:lnTo>
                  <a:lnTo>
                    <a:pt x="1895" y="790"/>
                  </a:lnTo>
                  <a:lnTo>
                    <a:pt x="1900" y="788"/>
                  </a:lnTo>
                  <a:lnTo>
                    <a:pt x="1902" y="788"/>
                  </a:lnTo>
                  <a:lnTo>
                    <a:pt x="1905" y="788"/>
                  </a:lnTo>
                  <a:lnTo>
                    <a:pt x="1905" y="788"/>
                  </a:lnTo>
                  <a:lnTo>
                    <a:pt x="1905" y="786"/>
                  </a:lnTo>
                  <a:lnTo>
                    <a:pt x="1907" y="786"/>
                  </a:lnTo>
                  <a:lnTo>
                    <a:pt x="1907" y="786"/>
                  </a:lnTo>
                  <a:lnTo>
                    <a:pt x="1907" y="786"/>
                  </a:lnTo>
                  <a:lnTo>
                    <a:pt x="1907" y="788"/>
                  </a:lnTo>
                  <a:lnTo>
                    <a:pt x="1905" y="788"/>
                  </a:lnTo>
                  <a:lnTo>
                    <a:pt x="1905" y="790"/>
                  </a:lnTo>
                  <a:lnTo>
                    <a:pt x="1905" y="790"/>
                  </a:lnTo>
                  <a:lnTo>
                    <a:pt x="1900" y="790"/>
                  </a:lnTo>
                  <a:lnTo>
                    <a:pt x="1897" y="790"/>
                  </a:lnTo>
                  <a:lnTo>
                    <a:pt x="1895" y="793"/>
                  </a:lnTo>
                  <a:lnTo>
                    <a:pt x="1893" y="795"/>
                  </a:lnTo>
                  <a:lnTo>
                    <a:pt x="1893" y="795"/>
                  </a:lnTo>
                  <a:lnTo>
                    <a:pt x="1895" y="800"/>
                  </a:lnTo>
                  <a:lnTo>
                    <a:pt x="1897" y="802"/>
                  </a:lnTo>
                  <a:lnTo>
                    <a:pt x="1897" y="805"/>
                  </a:lnTo>
                  <a:lnTo>
                    <a:pt x="1897" y="805"/>
                  </a:lnTo>
                  <a:lnTo>
                    <a:pt x="1897" y="805"/>
                  </a:lnTo>
                  <a:lnTo>
                    <a:pt x="1897" y="807"/>
                  </a:lnTo>
                  <a:lnTo>
                    <a:pt x="1897" y="807"/>
                  </a:lnTo>
                  <a:lnTo>
                    <a:pt x="1895" y="807"/>
                  </a:lnTo>
                  <a:lnTo>
                    <a:pt x="1895" y="807"/>
                  </a:lnTo>
                  <a:lnTo>
                    <a:pt x="1895" y="809"/>
                  </a:lnTo>
                  <a:lnTo>
                    <a:pt x="1895" y="809"/>
                  </a:lnTo>
                  <a:lnTo>
                    <a:pt x="1895" y="809"/>
                  </a:lnTo>
                  <a:lnTo>
                    <a:pt x="1895" y="812"/>
                  </a:lnTo>
                  <a:lnTo>
                    <a:pt x="1895" y="812"/>
                  </a:lnTo>
                  <a:lnTo>
                    <a:pt x="1895" y="814"/>
                  </a:lnTo>
                  <a:lnTo>
                    <a:pt x="1895" y="814"/>
                  </a:lnTo>
                  <a:lnTo>
                    <a:pt x="1897" y="814"/>
                  </a:lnTo>
                  <a:lnTo>
                    <a:pt x="1897" y="817"/>
                  </a:lnTo>
                  <a:lnTo>
                    <a:pt x="1897" y="817"/>
                  </a:lnTo>
                  <a:lnTo>
                    <a:pt x="1897" y="817"/>
                  </a:lnTo>
                  <a:lnTo>
                    <a:pt x="1895" y="817"/>
                  </a:lnTo>
                  <a:lnTo>
                    <a:pt x="1893" y="817"/>
                  </a:lnTo>
                  <a:lnTo>
                    <a:pt x="1893" y="819"/>
                  </a:lnTo>
                  <a:lnTo>
                    <a:pt x="1893" y="819"/>
                  </a:lnTo>
                  <a:lnTo>
                    <a:pt x="1895" y="821"/>
                  </a:lnTo>
                  <a:lnTo>
                    <a:pt x="1895" y="821"/>
                  </a:lnTo>
                  <a:lnTo>
                    <a:pt x="1895" y="821"/>
                  </a:lnTo>
                  <a:lnTo>
                    <a:pt x="1893" y="821"/>
                  </a:lnTo>
                  <a:lnTo>
                    <a:pt x="1893" y="821"/>
                  </a:lnTo>
                  <a:lnTo>
                    <a:pt x="1890" y="821"/>
                  </a:lnTo>
                  <a:lnTo>
                    <a:pt x="1893" y="821"/>
                  </a:lnTo>
                  <a:lnTo>
                    <a:pt x="1893" y="824"/>
                  </a:lnTo>
                  <a:lnTo>
                    <a:pt x="1893" y="824"/>
                  </a:lnTo>
                  <a:lnTo>
                    <a:pt x="1895" y="824"/>
                  </a:lnTo>
                  <a:lnTo>
                    <a:pt x="1897" y="828"/>
                  </a:lnTo>
                  <a:lnTo>
                    <a:pt x="1897" y="831"/>
                  </a:lnTo>
                  <a:lnTo>
                    <a:pt x="1900" y="831"/>
                  </a:lnTo>
                  <a:lnTo>
                    <a:pt x="1905" y="833"/>
                  </a:lnTo>
                  <a:lnTo>
                    <a:pt x="1907" y="833"/>
                  </a:lnTo>
                  <a:lnTo>
                    <a:pt x="1907" y="833"/>
                  </a:lnTo>
                  <a:lnTo>
                    <a:pt x="1907" y="833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31"/>
                  </a:lnTo>
                  <a:lnTo>
                    <a:pt x="1907" y="828"/>
                  </a:lnTo>
                  <a:lnTo>
                    <a:pt x="1907" y="828"/>
                  </a:lnTo>
                  <a:lnTo>
                    <a:pt x="1905" y="828"/>
                  </a:lnTo>
                  <a:lnTo>
                    <a:pt x="1905" y="828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5" y="826"/>
                  </a:lnTo>
                  <a:lnTo>
                    <a:pt x="1902" y="824"/>
                  </a:lnTo>
                  <a:lnTo>
                    <a:pt x="1902" y="824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6"/>
                  </a:lnTo>
                  <a:lnTo>
                    <a:pt x="1907" y="824"/>
                  </a:lnTo>
                  <a:lnTo>
                    <a:pt x="1907" y="821"/>
                  </a:lnTo>
                  <a:lnTo>
                    <a:pt x="1907" y="819"/>
                  </a:lnTo>
                  <a:lnTo>
                    <a:pt x="1905" y="819"/>
                  </a:lnTo>
                  <a:lnTo>
                    <a:pt x="1907" y="819"/>
                  </a:lnTo>
                  <a:lnTo>
                    <a:pt x="1907" y="819"/>
                  </a:lnTo>
                  <a:lnTo>
                    <a:pt x="1907" y="817"/>
                  </a:lnTo>
                  <a:lnTo>
                    <a:pt x="1907" y="817"/>
                  </a:lnTo>
                  <a:lnTo>
                    <a:pt x="1907" y="814"/>
                  </a:lnTo>
                  <a:lnTo>
                    <a:pt x="1907" y="814"/>
                  </a:lnTo>
                  <a:lnTo>
                    <a:pt x="1907" y="812"/>
                  </a:lnTo>
                  <a:lnTo>
                    <a:pt x="1907" y="812"/>
                  </a:lnTo>
                  <a:lnTo>
                    <a:pt x="1905" y="812"/>
                  </a:lnTo>
                  <a:lnTo>
                    <a:pt x="1902" y="812"/>
                  </a:lnTo>
                  <a:lnTo>
                    <a:pt x="1900" y="812"/>
                  </a:lnTo>
                  <a:lnTo>
                    <a:pt x="1902" y="812"/>
                  </a:lnTo>
                  <a:lnTo>
                    <a:pt x="1902" y="812"/>
                  </a:lnTo>
                  <a:lnTo>
                    <a:pt x="1902" y="812"/>
                  </a:lnTo>
                  <a:lnTo>
                    <a:pt x="1902" y="809"/>
                  </a:lnTo>
                  <a:lnTo>
                    <a:pt x="1902" y="809"/>
                  </a:lnTo>
                  <a:lnTo>
                    <a:pt x="1902" y="809"/>
                  </a:lnTo>
                  <a:lnTo>
                    <a:pt x="1905" y="809"/>
                  </a:lnTo>
                  <a:lnTo>
                    <a:pt x="1905" y="809"/>
                  </a:lnTo>
                  <a:lnTo>
                    <a:pt x="1905" y="809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7"/>
                  </a:lnTo>
                  <a:lnTo>
                    <a:pt x="1907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5"/>
                  </a:lnTo>
                  <a:lnTo>
                    <a:pt x="1909" y="802"/>
                  </a:lnTo>
                  <a:lnTo>
                    <a:pt x="1909" y="802"/>
                  </a:lnTo>
                  <a:lnTo>
                    <a:pt x="1912" y="800"/>
                  </a:lnTo>
                  <a:lnTo>
                    <a:pt x="1912" y="800"/>
                  </a:lnTo>
                  <a:lnTo>
                    <a:pt x="1912" y="800"/>
                  </a:lnTo>
                  <a:lnTo>
                    <a:pt x="1914" y="798"/>
                  </a:lnTo>
                  <a:lnTo>
                    <a:pt x="1914" y="798"/>
                  </a:lnTo>
                  <a:lnTo>
                    <a:pt x="1914" y="798"/>
                  </a:lnTo>
                  <a:lnTo>
                    <a:pt x="1916" y="800"/>
                  </a:lnTo>
                  <a:lnTo>
                    <a:pt x="1916" y="800"/>
                  </a:lnTo>
                  <a:lnTo>
                    <a:pt x="1916" y="798"/>
                  </a:lnTo>
                  <a:lnTo>
                    <a:pt x="1919" y="798"/>
                  </a:lnTo>
                  <a:lnTo>
                    <a:pt x="1919" y="798"/>
                  </a:lnTo>
                  <a:lnTo>
                    <a:pt x="1921" y="795"/>
                  </a:lnTo>
                  <a:lnTo>
                    <a:pt x="1921" y="793"/>
                  </a:lnTo>
                  <a:lnTo>
                    <a:pt x="1921" y="793"/>
                  </a:lnTo>
                  <a:lnTo>
                    <a:pt x="1921" y="793"/>
                  </a:lnTo>
                  <a:lnTo>
                    <a:pt x="1921" y="790"/>
                  </a:lnTo>
                  <a:lnTo>
                    <a:pt x="1923" y="790"/>
                  </a:lnTo>
                  <a:lnTo>
                    <a:pt x="1923" y="788"/>
                  </a:lnTo>
                  <a:lnTo>
                    <a:pt x="1923" y="788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3" y="790"/>
                  </a:lnTo>
                  <a:lnTo>
                    <a:pt x="1921" y="793"/>
                  </a:lnTo>
                  <a:lnTo>
                    <a:pt x="1921" y="795"/>
                  </a:lnTo>
                  <a:lnTo>
                    <a:pt x="1921" y="798"/>
                  </a:lnTo>
                  <a:lnTo>
                    <a:pt x="1921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798"/>
                  </a:lnTo>
                  <a:lnTo>
                    <a:pt x="1923" y="800"/>
                  </a:lnTo>
                  <a:lnTo>
                    <a:pt x="1923" y="800"/>
                  </a:lnTo>
                  <a:lnTo>
                    <a:pt x="1926" y="800"/>
                  </a:lnTo>
                  <a:lnTo>
                    <a:pt x="1928" y="800"/>
                  </a:lnTo>
                  <a:lnTo>
                    <a:pt x="1931" y="802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1" y="805"/>
                  </a:lnTo>
                  <a:lnTo>
                    <a:pt x="1933" y="805"/>
                  </a:lnTo>
                  <a:lnTo>
                    <a:pt x="1933" y="802"/>
                  </a:lnTo>
                  <a:lnTo>
                    <a:pt x="1933" y="802"/>
                  </a:lnTo>
                  <a:lnTo>
                    <a:pt x="1933" y="802"/>
                  </a:lnTo>
                  <a:lnTo>
                    <a:pt x="1933" y="805"/>
                  </a:lnTo>
                  <a:lnTo>
                    <a:pt x="1933" y="805"/>
                  </a:lnTo>
                  <a:lnTo>
                    <a:pt x="1933" y="805"/>
                  </a:lnTo>
                  <a:lnTo>
                    <a:pt x="1935" y="807"/>
                  </a:lnTo>
                  <a:lnTo>
                    <a:pt x="1935" y="807"/>
                  </a:lnTo>
                  <a:lnTo>
                    <a:pt x="1935" y="807"/>
                  </a:lnTo>
                  <a:lnTo>
                    <a:pt x="1935" y="809"/>
                  </a:lnTo>
                  <a:lnTo>
                    <a:pt x="1938" y="809"/>
                  </a:lnTo>
                  <a:lnTo>
                    <a:pt x="1935" y="809"/>
                  </a:lnTo>
                  <a:lnTo>
                    <a:pt x="1935" y="809"/>
                  </a:lnTo>
                  <a:lnTo>
                    <a:pt x="1938" y="812"/>
                  </a:lnTo>
                  <a:lnTo>
                    <a:pt x="1938" y="812"/>
                  </a:lnTo>
                  <a:lnTo>
                    <a:pt x="1938" y="814"/>
                  </a:lnTo>
                  <a:lnTo>
                    <a:pt x="1940" y="817"/>
                  </a:lnTo>
                  <a:lnTo>
                    <a:pt x="1940" y="819"/>
                  </a:lnTo>
                  <a:lnTo>
                    <a:pt x="1942" y="824"/>
                  </a:lnTo>
                  <a:lnTo>
                    <a:pt x="1945" y="828"/>
                  </a:lnTo>
                  <a:lnTo>
                    <a:pt x="1945" y="831"/>
                  </a:lnTo>
                  <a:lnTo>
                    <a:pt x="1947" y="831"/>
                  </a:lnTo>
                  <a:lnTo>
                    <a:pt x="1949" y="828"/>
                  </a:lnTo>
                  <a:lnTo>
                    <a:pt x="1949" y="828"/>
                  </a:lnTo>
                  <a:lnTo>
                    <a:pt x="1952" y="826"/>
                  </a:lnTo>
                  <a:lnTo>
                    <a:pt x="1952" y="826"/>
                  </a:lnTo>
                  <a:lnTo>
                    <a:pt x="1952" y="826"/>
                  </a:lnTo>
                  <a:lnTo>
                    <a:pt x="1952" y="828"/>
                  </a:lnTo>
                  <a:lnTo>
                    <a:pt x="1952" y="828"/>
                  </a:lnTo>
                  <a:lnTo>
                    <a:pt x="1954" y="828"/>
                  </a:lnTo>
                  <a:lnTo>
                    <a:pt x="1954" y="828"/>
                  </a:lnTo>
                  <a:lnTo>
                    <a:pt x="1954" y="828"/>
                  </a:lnTo>
                  <a:lnTo>
                    <a:pt x="1945" y="833"/>
                  </a:lnTo>
                  <a:lnTo>
                    <a:pt x="1945" y="833"/>
                  </a:lnTo>
                  <a:lnTo>
                    <a:pt x="1945" y="833"/>
                  </a:lnTo>
                  <a:lnTo>
                    <a:pt x="1942" y="833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35"/>
                  </a:lnTo>
                  <a:lnTo>
                    <a:pt x="1942" y="840"/>
                  </a:lnTo>
                  <a:lnTo>
                    <a:pt x="1942" y="840"/>
                  </a:lnTo>
                  <a:lnTo>
                    <a:pt x="1942" y="843"/>
                  </a:lnTo>
                  <a:lnTo>
                    <a:pt x="1942" y="843"/>
                  </a:lnTo>
                  <a:lnTo>
                    <a:pt x="1945" y="845"/>
                  </a:lnTo>
                  <a:lnTo>
                    <a:pt x="1945" y="845"/>
                  </a:lnTo>
                  <a:lnTo>
                    <a:pt x="1945" y="845"/>
                  </a:lnTo>
                  <a:lnTo>
                    <a:pt x="1947" y="845"/>
                  </a:lnTo>
                  <a:lnTo>
                    <a:pt x="1949" y="843"/>
                  </a:lnTo>
                  <a:lnTo>
                    <a:pt x="1949" y="843"/>
                  </a:lnTo>
                  <a:lnTo>
                    <a:pt x="1949" y="840"/>
                  </a:lnTo>
                  <a:lnTo>
                    <a:pt x="1949" y="840"/>
                  </a:lnTo>
                  <a:lnTo>
                    <a:pt x="1949" y="840"/>
                  </a:lnTo>
                  <a:lnTo>
                    <a:pt x="1952" y="840"/>
                  </a:lnTo>
                  <a:lnTo>
                    <a:pt x="1952" y="840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4" y="843"/>
                  </a:lnTo>
                  <a:lnTo>
                    <a:pt x="1954" y="838"/>
                  </a:lnTo>
                  <a:lnTo>
                    <a:pt x="1954" y="835"/>
                  </a:lnTo>
                  <a:lnTo>
                    <a:pt x="1957" y="833"/>
                  </a:lnTo>
                  <a:lnTo>
                    <a:pt x="1957" y="833"/>
                  </a:lnTo>
                  <a:lnTo>
                    <a:pt x="1957" y="828"/>
                  </a:lnTo>
                  <a:lnTo>
                    <a:pt x="1957" y="828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7" y="826"/>
                  </a:lnTo>
                  <a:lnTo>
                    <a:pt x="1959" y="824"/>
                  </a:lnTo>
                  <a:lnTo>
                    <a:pt x="1959" y="826"/>
                  </a:lnTo>
                  <a:lnTo>
                    <a:pt x="1957" y="833"/>
                  </a:lnTo>
                  <a:lnTo>
                    <a:pt x="1954" y="835"/>
                  </a:lnTo>
                  <a:lnTo>
                    <a:pt x="1954" y="838"/>
                  </a:lnTo>
                  <a:lnTo>
                    <a:pt x="1954" y="840"/>
                  </a:lnTo>
                  <a:lnTo>
                    <a:pt x="1954" y="840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4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52" y="843"/>
                  </a:lnTo>
                  <a:lnTo>
                    <a:pt x="1949" y="843"/>
                  </a:lnTo>
                  <a:lnTo>
                    <a:pt x="1949" y="843"/>
                  </a:lnTo>
                  <a:lnTo>
                    <a:pt x="1949" y="845"/>
                  </a:lnTo>
                  <a:lnTo>
                    <a:pt x="1947" y="845"/>
                  </a:lnTo>
                  <a:lnTo>
                    <a:pt x="1947" y="845"/>
                  </a:lnTo>
                  <a:lnTo>
                    <a:pt x="1947" y="847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7" y="850"/>
                  </a:lnTo>
                  <a:lnTo>
                    <a:pt x="1949" y="850"/>
                  </a:lnTo>
                  <a:lnTo>
                    <a:pt x="1949" y="852"/>
                  </a:lnTo>
                  <a:lnTo>
                    <a:pt x="1949" y="852"/>
                  </a:lnTo>
                  <a:lnTo>
                    <a:pt x="1952" y="852"/>
                  </a:lnTo>
                  <a:lnTo>
                    <a:pt x="1952" y="854"/>
                  </a:lnTo>
                  <a:lnTo>
                    <a:pt x="1949" y="854"/>
                  </a:lnTo>
                  <a:lnTo>
                    <a:pt x="1949" y="854"/>
                  </a:lnTo>
                  <a:lnTo>
                    <a:pt x="1952" y="854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7"/>
                  </a:lnTo>
                  <a:lnTo>
                    <a:pt x="1952" y="859"/>
                  </a:lnTo>
                  <a:lnTo>
                    <a:pt x="1954" y="859"/>
                  </a:lnTo>
                  <a:lnTo>
                    <a:pt x="1957" y="861"/>
                  </a:lnTo>
                  <a:lnTo>
                    <a:pt x="1957" y="861"/>
                  </a:lnTo>
                  <a:lnTo>
                    <a:pt x="1959" y="859"/>
                  </a:lnTo>
                  <a:lnTo>
                    <a:pt x="1959" y="859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7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57" y="852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7" y="850"/>
                  </a:lnTo>
                  <a:lnTo>
                    <a:pt x="1959" y="852"/>
                  </a:lnTo>
                  <a:lnTo>
                    <a:pt x="1959" y="852"/>
                  </a:lnTo>
                  <a:lnTo>
                    <a:pt x="1959" y="852"/>
                  </a:lnTo>
                  <a:lnTo>
                    <a:pt x="1959" y="854"/>
                  </a:lnTo>
                  <a:lnTo>
                    <a:pt x="1959" y="854"/>
                  </a:lnTo>
                  <a:lnTo>
                    <a:pt x="1961" y="854"/>
                  </a:lnTo>
                  <a:lnTo>
                    <a:pt x="1961" y="857"/>
                  </a:lnTo>
                  <a:lnTo>
                    <a:pt x="1961" y="857"/>
                  </a:lnTo>
                  <a:lnTo>
                    <a:pt x="1961" y="857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1" y="859"/>
                  </a:lnTo>
                  <a:lnTo>
                    <a:pt x="1964" y="859"/>
                  </a:lnTo>
                  <a:lnTo>
                    <a:pt x="1964" y="854"/>
                  </a:lnTo>
                  <a:lnTo>
                    <a:pt x="1964" y="854"/>
                  </a:lnTo>
                  <a:lnTo>
                    <a:pt x="1964" y="852"/>
                  </a:lnTo>
                  <a:lnTo>
                    <a:pt x="1964" y="852"/>
                  </a:lnTo>
                  <a:lnTo>
                    <a:pt x="1964" y="852"/>
                  </a:lnTo>
                  <a:lnTo>
                    <a:pt x="1964" y="854"/>
                  </a:lnTo>
                  <a:lnTo>
                    <a:pt x="1964" y="857"/>
                  </a:lnTo>
                  <a:lnTo>
                    <a:pt x="1964" y="857"/>
                  </a:lnTo>
                  <a:lnTo>
                    <a:pt x="1966" y="857"/>
                  </a:lnTo>
                  <a:lnTo>
                    <a:pt x="1966" y="852"/>
                  </a:lnTo>
                  <a:lnTo>
                    <a:pt x="1968" y="850"/>
                  </a:lnTo>
                  <a:lnTo>
                    <a:pt x="1968" y="847"/>
                  </a:lnTo>
                  <a:lnTo>
                    <a:pt x="1971" y="847"/>
                  </a:lnTo>
                  <a:lnTo>
                    <a:pt x="1971" y="845"/>
                  </a:lnTo>
                  <a:lnTo>
                    <a:pt x="1971" y="845"/>
                  </a:lnTo>
                  <a:lnTo>
                    <a:pt x="1971" y="843"/>
                  </a:lnTo>
                  <a:lnTo>
                    <a:pt x="1971" y="843"/>
                  </a:lnTo>
                  <a:lnTo>
                    <a:pt x="1971" y="840"/>
                  </a:lnTo>
                  <a:lnTo>
                    <a:pt x="1971" y="840"/>
                  </a:lnTo>
                  <a:lnTo>
                    <a:pt x="1971" y="840"/>
                  </a:lnTo>
                  <a:lnTo>
                    <a:pt x="1971" y="838"/>
                  </a:lnTo>
                  <a:lnTo>
                    <a:pt x="1971" y="838"/>
                  </a:lnTo>
                  <a:lnTo>
                    <a:pt x="1971" y="835"/>
                  </a:lnTo>
                  <a:lnTo>
                    <a:pt x="1971" y="835"/>
                  </a:lnTo>
                  <a:lnTo>
                    <a:pt x="1971" y="833"/>
                  </a:lnTo>
                  <a:lnTo>
                    <a:pt x="1971" y="833"/>
                  </a:lnTo>
                  <a:lnTo>
                    <a:pt x="1971" y="831"/>
                  </a:lnTo>
                  <a:lnTo>
                    <a:pt x="1971" y="831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8"/>
                  </a:lnTo>
                  <a:lnTo>
                    <a:pt x="1971" y="826"/>
                  </a:lnTo>
                  <a:lnTo>
                    <a:pt x="1971" y="826"/>
                  </a:lnTo>
                  <a:lnTo>
                    <a:pt x="1973" y="826"/>
                  </a:lnTo>
                  <a:lnTo>
                    <a:pt x="1973" y="826"/>
                  </a:lnTo>
                  <a:lnTo>
                    <a:pt x="1973" y="824"/>
                  </a:lnTo>
                  <a:lnTo>
                    <a:pt x="1973" y="824"/>
                  </a:lnTo>
                  <a:lnTo>
                    <a:pt x="1973" y="821"/>
                  </a:lnTo>
                  <a:lnTo>
                    <a:pt x="1971" y="819"/>
                  </a:lnTo>
                  <a:close/>
                  <a:moveTo>
                    <a:pt x="1942" y="857"/>
                  </a:moveTo>
                  <a:lnTo>
                    <a:pt x="1940" y="857"/>
                  </a:lnTo>
                  <a:lnTo>
                    <a:pt x="1940" y="857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4"/>
                  </a:lnTo>
                  <a:lnTo>
                    <a:pt x="1940" y="852"/>
                  </a:lnTo>
                  <a:lnTo>
                    <a:pt x="1938" y="852"/>
                  </a:lnTo>
                  <a:lnTo>
                    <a:pt x="1938" y="857"/>
                  </a:lnTo>
                  <a:lnTo>
                    <a:pt x="1935" y="854"/>
                  </a:lnTo>
                  <a:lnTo>
                    <a:pt x="1935" y="857"/>
                  </a:lnTo>
                  <a:lnTo>
                    <a:pt x="1935" y="857"/>
                  </a:lnTo>
                  <a:lnTo>
                    <a:pt x="1933" y="857"/>
                  </a:lnTo>
                  <a:lnTo>
                    <a:pt x="1933" y="859"/>
                  </a:lnTo>
                  <a:lnTo>
                    <a:pt x="1933" y="859"/>
                  </a:lnTo>
                  <a:lnTo>
                    <a:pt x="1933" y="859"/>
                  </a:lnTo>
                  <a:lnTo>
                    <a:pt x="1935" y="859"/>
                  </a:lnTo>
                  <a:lnTo>
                    <a:pt x="1935" y="859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38" y="861"/>
                  </a:lnTo>
                  <a:lnTo>
                    <a:pt x="1940" y="861"/>
                  </a:lnTo>
                  <a:lnTo>
                    <a:pt x="1940" y="861"/>
                  </a:lnTo>
                  <a:lnTo>
                    <a:pt x="1940" y="859"/>
                  </a:lnTo>
                  <a:lnTo>
                    <a:pt x="1940" y="859"/>
                  </a:lnTo>
                  <a:lnTo>
                    <a:pt x="1942" y="859"/>
                  </a:lnTo>
                  <a:lnTo>
                    <a:pt x="1942" y="859"/>
                  </a:lnTo>
                  <a:lnTo>
                    <a:pt x="1942" y="857"/>
                  </a:lnTo>
                  <a:lnTo>
                    <a:pt x="1942" y="857"/>
                  </a:lnTo>
                  <a:lnTo>
                    <a:pt x="1942" y="857"/>
                  </a:lnTo>
                  <a:lnTo>
                    <a:pt x="1942" y="857"/>
                  </a:lnTo>
                  <a:close/>
                  <a:moveTo>
                    <a:pt x="1935" y="854"/>
                  </a:moveTo>
                  <a:lnTo>
                    <a:pt x="1935" y="852"/>
                  </a:lnTo>
                  <a:lnTo>
                    <a:pt x="1935" y="850"/>
                  </a:lnTo>
                  <a:lnTo>
                    <a:pt x="1935" y="850"/>
                  </a:lnTo>
                  <a:lnTo>
                    <a:pt x="1935" y="850"/>
                  </a:lnTo>
                  <a:lnTo>
                    <a:pt x="1933" y="850"/>
                  </a:lnTo>
                  <a:lnTo>
                    <a:pt x="1933" y="850"/>
                  </a:lnTo>
                  <a:lnTo>
                    <a:pt x="1933" y="847"/>
                  </a:lnTo>
                  <a:lnTo>
                    <a:pt x="1933" y="847"/>
                  </a:lnTo>
                  <a:lnTo>
                    <a:pt x="1933" y="847"/>
                  </a:lnTo>
                  <a:lnTo>
                    <a:pt x="1933" y="845"/>
                  </a:lnTo>
                  <a:lnTo>
                    <a:pt x="1933" y="845"/>
                  </a:lnTo>
                  <a:lnTo>
                    <a:pt x="1931" y="845"/>
                  </a:lnTo>
                  <a:lnTo>
                    <a:pt x="1931" y="843"/>
                  </a:lnTo>
                  <a:lnTo>
                    <a:pt x="1931" y="843"/>
                  </a:lnTo>
                  <a:lnTo>
                    <a:pt x="1928" y="843"/>
                  </a:lnTo>
                  <a:lnTo>
                    <a:pt x="1926" y="840"/>
                  </a:lnTo>
                  <a:lnTo>
                    <a:pt x="1926" y="840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3"/>
                  </a:lnTo>
                  <a:lnTo>
                    <a:pt x="1923" y="845"/>
                  </a:lnTo>
                  <a:lnTo>
                    <a:pt x="1923" y="845"/>
                  </a:lnTo>
                  <a:lnTo>
                    <a:pt x="1926" y="845"/>
                  </a:lnTo>
                  <a:lnTo>
                    <a:pt x="1926" y="845"/>
                  </a:lnTo>
                  <a:lnTo>
                    <a:pt x="1926" y="845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6" y="847"/>
                  </a:lnTo>
                  <a:lnTo>
                    <a:pt x="1928" y="847"/>
                  </a:lnTo>
                  <a:lnTo>
                    <a:pt x="1928" y="850"/>
                  </a:lnTo>
                  <a:lnTo>
                    <a:pt x="1928" y="850"/>
                  </a:lnTo>
                  <a:lnTo>
                    <a:pt x="1926" y="850"/>
                  </a:lnTo>
                  <a:lnTo>
                    <a:pt x="1926" y="850"/>
                  </a:lnTo>
                  <a:lnTo>
                    <a:pt x="1926" y="852"/>
                  </a:lnTo>
                  <a:lnTo>
                    <a:pt x="1926" y="852"/>
                  </a:lnTo>
                  <a:lnTo>
                    <a:pt x="1926" y="852"/>
                  </a:lnTo>
                  <a:lnTo>
                    <a:pt x="1926" y="854"/>
                  </a:lnTo>
                  <a:lnTo>
                    <a:pt x="1926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7"/>
                  </a:lnTo>
                  <a:lnTo>
                    <a:pt x="1928" y="854"/>
                  </a:lnTo>
                  <a:lnTo>
                    <a:pt x="1928" y="854"/>
                  </a:lnTo>
                  <a:lnTo>
                    <a:pt x="1931" y="854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28" y="852"/>
                  </a:lnTo>
                  <a:lnTo>
                    <a:pt x="1931" y="852"/>
                  </a:lnTo>
                  <a:lnTo>
                    <a:pt x="1931" y="852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1" y="854"/>
                  </a:lnTo>
                  <a:lnTo>
                    <a:pt x="1933" y="854"/>
                  </a:lnTo>
                  <a:lnTo>
                    <a:pt x="1933" y="854"/>
                  </a:lnTo>
                  <a:lnTo>
                    <a:pt x="1935" y="854"/>
                  </a:lnTo>
                  <a:close/>
                  <a:moveTo>
                    <a:pt x="1247" y="708"/>
                  </a:moveTo>
                  <a:lnTo>
                    <a:pt x="1247" y="708"/>
                  </a:lnTo>
                  <a:lnTo>
                    <a:pt x="1247" y="708"/>
                  </a:lnTo>
                  <a:lnTo>
                    <a:pt x="1247" y="708"/>
                  </a:lnTo>
                  <a:close/>
                  <a:moveTo>
                    <a:pt x="859" y="940"/>
                  </a:moveTo>
                  <a:lnTo>
                    <a:pt x="859" y="940"/>
                  </a:lnTo>
                  <a:lnTo>
                    <a:pt x="859" y="940"/>
                  </a:lnTo>
                  <a:lnTo>
                    <a:pt x="859" y="940"/>
                  </a:lnTo>
                  <a:lnTo>
                    <a:pt x="859" y="940"/>
                  </a:lnTo>
                  <a:lnTo>
                    <a:pt x="859" y="937"/>
                  </a:lnTo>
                  <a:lnTo>
                    <a:pt x="859" y="937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7" y="940"/>
                  </a:lnTo>
                  <a:lnTo>
                    <a:pt x="859" y="940"/>
                  </a:lnTo>
                  <a:close/>
                  <a:moveTo>
                    <a:pt x="937" y="914"/>
                  </a:moveTo>
                  <a:lnTo>
                    <a:pt x="937" y="914"/>
                  </a:lnTo>
                  <a:lnTo>
                    <a:pt x="937" y="914"/>
                  </a:lnTo>
                  <a:lnTo>
                    <a:pt x="939" y="914"/>
                  </a:lnTo>
                  <a:lnTo>
                    <a:pt x="939" y="911"/>
                  </a:lnTo>
                  <a:lnTo>
                    <a:pt x="937" y="911"/>
                  </a:lnTo>
                  <a:lnTo>
                    <a:pt x="937" y="911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4"/>
                  </a:lnTo>
                  <a:lnTo>
                    <a:pt x="937" y="914"/>
                  </a:lnTo>
                  <a:close/>
                  <a:moveTo>
                    <a:pt x="942" y="914"/>
                  </a:moveTo>
                  <a:lnTo>
                    <a:pt x="942" y="914"/>
                  </a:lnTo>
                  <a:lnTo>
                    <a:pt x="942" y="914"/>
                  </a:lnTo>
                  <a:lnTo>
                    <a:pt x="942" y="911"/>
                  </a:lnTo>
                  <a:lnTo>
                    <a:pt x="939" y="911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42" y="914"/>
                  </a:lnTo>
                  <a:close/>
                  <a:moveTo>
                    <a:pt x="949" y="760"/>
                  </a:moveTo>
                  <a:lnTo>
                    <a:pt x="949" y="760"/>
                  </a:lnTo>
                  <a:lnTo>
                    <a:pt x="951" y="760"/>
                  </a:lnTo>
                  <a:lnTo>
                    <a:pt x="954" y="760"/>
                  </a:lnTo>
                  <a:lnTo>
                    <a:pt x="954" y="760"/>
                  </a:lnTo>
                  <a:lnTo>
                    <a:pt x="954" y="757"/>
                  </a:lnTo>
                  <a:lnTo>
                    <a:pt x="956" y="755"/>
                  </a:lnTo>
                  <a:lnTo>
                    <a:pt x="956" y="755"/>
                  </a:lnTo>
                  <a:lnTo>
                    <a:pt x="958" y="755"/>
                  </a:lnTo>
                  <a:lnTo>
                    <a:pt x="958" y="755"/>
                  </a:lnTo>
                  <a:lnTo>
                    <a:pt x="958" y="753"/>
                  </a:lnTo>
                  <a:lnTo>
                    <a:pt x="961" y="748"/>
                  </a:lnTo>
                  <a:lnTo>
                    <a:pt x="961" y="748"/>
                  </a:lnTo>
                  <a:lnTo>
                    <a:pt x="961" y="746"/>
                  </a:lnTo>
                  <a:lnTo>
                    <a:pt x="963" y="746"/>
                  </a:lnTo>
                  <a:lnTo>
                    <a:pt x="963" y="746"/>
                  </a:lnTo>
                  <a:lnTo>
                    <a:pt x="963" y="746"/>
                  </a:lnTo>
                  <a:lnTo>
                    <a:pt x="956" y="750"/>
                  </a:lnTo>
                  <a:lnTo>
                    <a:pt x="954" y="750"/>
                  </a:lnTo>
                  <a:lnTo>
                    <a:pt x="954" y="750"/>
                  </a:lnTo>
                  <a:lnTo>
                    <a:pt x="951" y="750"/>
                  </a:lnTo>
                  <a:lnTo>
                    <a:pt x="951" y="750"/>
                  </a:lnTo>
                  <a:lnTo>
                    <a:pt x="949" y="753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7" y="753"/>
                  </a:lnTo>
                  <a:lnTo>
                    <a:pt x="949" y="755"/>
                  </a:lnTo>
                  <a:lnTo>
                    <a:pt x="949" y="755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57"/>
                  </a:lnTo>
                  <a:lnTo>
                    <a:pt x="949" y="760"/>
                  </a:lnTo>
                  <a:lnTo>
                    <a:pt x="949" y="760"/>
                  </a:lnTo>
                  <a:close/>
                  <a:moveTo>
                    <a:pt x="970" y="755"/>
                  </a:moveTo>
                  <a:lnTo>
                    <a:pt x="970" y="755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3"/>
                  </a:lnTo>
                  <a:lnTo>
                    <a:pt x="970" y="750"/>
                  </a:lnTo>
                  <a:lnTo>
                    <a:pt x="970" y="750"/>
                  </a:lnTo>
                  <a:lnTo>
                    <a:pt x="970" y="753"/>
                  </a:lnTo>
                  <a:lnTo>
                    <a:pt x="970" y="755"/>
                  </a:lnTo>
                  <a:lnTo>
                    <a:pt x="970" y="755"/>
                  </a:lnTo>
                  <a:lnTo>
                    <a:pt x="970" y="755"/>
                  </a:lnTo>
                  <a:lnTo>
                    <a:pt x="970" y="755"/>
                  </a:lnTo>
                  <a:close/>
                  <a:moveTo>
                    <a:pt x="975" y="757"/>
                  </a:moveTo>
                  <a:lnTo>
                    <a:pt x="975" y="757"/>
                  </a:lnTo>
                  <a:lnTo>
                    <a:pt x="975" y="757"/>
                  </a:lnTo>
                  <a:lnTo>
                    <a:pt x="975" y="757"/>
                  </a:lnTo>
                  <a:lnTo>
                    <a:pt x="975" y="757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5"/>
                  </a:lnTo>
                  <a:lnTo>
                    <a:pt x="975" y="753"/>
                  </a:lnTo>
                  <a:lnTo>
                    <a:pt x="975" y="753"/>
                  </a:lnTo>
                  <a:lnTo>
                    <a:pt x="973" y="753"/>
                  </a:lnTo>
                  <a:lnTo>
                    <a:pt x="973" y="753"/>
                  </a:lnTo>
                  <a:lnTo>
                    <a:pt x="973" y="755"/>
                  </a:lnTo>
                  <a:lnTo>
                    <a:pt x="973" y="755"/>
                  </a:lnTo>
                  <a:lnTo>
                    <a:pt x="973" y="755"/>
                  </a:lnTo>
                  <a:lnTo>
                    <a:pt x="975" y="755"/>
                  </a:lnTo>
                  <a:lnTo>
                    <a:pt x="975" y="757"/>
                  </a:lnTo>
                  <a:close/>
                  <a:moveTo>
                    <a:pt x="864" y="949"/>
                  </a:moveTo>
                  <a:lnTo>
                    <a:pt x="864" y="949"/>
                  </a:lnTo>
                  <a:lnTo>
                    <a:pt x="864" y="949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6" y="947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lnTo>
                    <a:pt x="864" y="949"/>
                  </a:lnTo>
                  <a:close/>
                  <a:moveTo>
                    <a:pt x="939" y="918"/>
                  </a:moveTo>
                  <a:lnTo>
                    <a:pt x="937" y="921"/>
                  </a:lnTo>
                  <a:lnTo>
                    <a:pt x="937" y="918"/>
                  </a:lnTo>
                  <a:lnTo>
                    <a:pt x="937" y="918"/>
                  </a:lnTo>
                  <a:lnTo>
                    <a:pt x="937" y="921"/>
                  </a:lnTo>
                  <a:lnTo>
                    <a:pt x="939" y="918"/>
                  </a:lnTo>
                  <a:lnTo>
                    <a:pt x="942" y="921"/>
                  </a:lnTo>
                  <a:lnTo>
                    <a:pt x="942" y="918"/>
                  </a:lnTo>
                  <a:lnTo>
                    <a:pt x="942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lnTo>
                    <a:pt x="939" y="918"/>
                  </a:lnTo>
                  <a:close/>
                  <a:moveTo>
                    <a:pt x="1923" y="838"/>
                  </a:moveTo>
                  <a:lnTo>
                    <a:pt x="1923" y="838"/>
                  </a:lnTo>
                  <a:lnTo>
                    <a:pt x="1926" y="835"/>
                  </a:lnTo>
                  <a:lnTo>
                    <a:pt x="1926" y="833"/>
                  </a:lnTo>
                  <a:lnTo>
                    <a:pt x="1923" y="833"/>
                  </a:lnTo>
                  <a:lnTo>
                    <a:pt x="1923" y="831"/>
                  </a:lnTo>
                  <a:lnTo>
                    <a:pt x="1921" y="831"/>
                  </a:lnTo>
                  <a:lnTo>
                    <a:pt x="1921" y="831"/>
                  </a:lnTo>
                  <a:lnTo>
                    <a:pt x="1921" y="828"/>
                  </a:lnTo>
                  <a:lnTo>
                    <a:pt x="1921" y="828"/>
                  </a:lnTo>
                  <a:lnTo>
                    <a:pt x="1921" y="826"/>
                  </a:lnTo>
                  <a:lnTo>
                    <a:pt x="1921" y="826"/>
                  </a:lnTo>
                  <a:lnTo>
                    <a:pt x="1923" y="826"/>
                  </a:lnTo>
                  <a:lnTo>
                    <a:pt x="1923" y="824"/>
                  </a:lnTo>
                  <a:lnTo>
                    <a:pt x="1923" y="828"/>
                  </a:lnTo>
                  <a:lnTo>
                    <a:pt x="1923" y="828"/>
                  </a:lnTo>
                  <a:lnTo>
                    <a:pt x="1923" y="831"/>
                  </a:lnTo>
                  <a:lnTo>
                    <a:pt x="1923" y="831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3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6" y="835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1"/>
                  </a:lnTo>
                  <a:lnTo>
                    <a:pt x="1928" y="831"/>
                  </a:lnTo>
                  <a:lnTo>
                    <a:pt x="1928" y="828"/>
                  </a:lnTo>
                  <a:lnTo>
                    <a:pt x="1928" y="826"/>
                  </a:lnTo>
                  <a:lnTo>
                    <a:pt x="1926" y="826"/>
                  </a:lnTo>
                  <a:lnTo>
                    <a:pt x="1923" y="821"/>
                  </a:lnTo>
                  <a:lnTo>
                    <a:pt x="1923" y="819"/>
                  </a:lnTo>
                  <a:lnTo>
                    <a:pt x="1923" y="817"/>
                  </a:lnTo>
                  <a:lnTo>
                    <a:pt x="1923" y="817"/>
                  </a:lnTo>
                  <a:lnTo>
                    <a:pt x="1923" y="819"/>
                  </a:lnTo>
                  <a:lnTo>
                    <a:pt x="1926" y="821"/>
                  </a:lnTo>
                  <a:lnTo>
                    <a:pt x="1926" y="821"/>
                  </a:lnTo>
                  <a:lnTo>
                    <a:pt x="1926" y="824"/>
                  </a:lnTo>
                  <a:lnTo>
                    <a:pt x="1928" y="824"/>
                  </a:lnTo>
                  <a:lnTo>
                    <a:pt x="1928" y="826"/>
                  </a:lnTo>
                  <a:lnTo>
                    <a:pt x="1928" y="826"/>
                  </a:lnTo>
                  <a:lnTo>
                    <a:pt x="1931" y="828"/>
                  </a:lnTo>
                  <a:lnTo>
                    <a:pt x="1931" y="828"/>
                  </a:lnTo>
                  <a:lnTo>
                    <a:pt x="1928" y="831"/>
                  </a:lnTo>
                  <a:lnTo>
                    <a:pt x="1928" y="831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3"/>
                  </a:lnTo>
                  <a:lnTo>
                    <a:pt x="1928" y="835"/>
                  </a:lnTo>
                  <a:lnTo>
                    <a:pt x="1928" y="835"/>
                  </a:lnTo>
                  <a:lnTo>
                    <a:pt x="1928" y="835"/>
                  </a:lnTo>
                  <a:lnTo>
                    <a:pt x="1926" y="838"/>
                  </a:lnTo>
                  <a:lnTo>
                    <a:pt x="1926" y="838"/>
                  </a:lnTo>
                  <a:lnTo>
                    <a:pt x="1926" y="838"/>
                  </a:lnTo>
                  <a:lnTo>
                    <a:pt x="1928" y="840"/>
                  </a:lnTo>
                  <a:lnTo>
                    <a:pt x="1928" y="840"/>
                  </a:lnTo>
                  <a:lnTo>
                    <a:pt x="1928" y="840"/>
                  </a:lnTo>
                  <a:lnTo>
                    <a:pt x="1931" y="840"/>
                  </a:lnTo>
                  <a:lnTo>
                    <a:pt x="1931" y="838"/>
                  </a:lnTo>
                  <a:lnTo>
                    <a:pt x="1933" y="838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1" y="833"/>
                  </a:lnTo>
                  <a:lnTo>
                    <a:pt x="1931" y="833"/>
                  </a:lnTo>
                  <a:lnTo>
                    <a:pt x="1931" y="831"/>
                  </a:lnTo>
                  <a:lnTo>
                    <a:pt x="1931" y="831"/>
                  </a:lnTo>
                  <a:lnTo>
                    <a:pt x="1933" y="831"/>
                  </a:lnTo>
                  <a:lnTo>
                    <a:pt x="1931" y="828"/>
                  </a:lnTo>
                  <a:lnTo>
                    <a:pt x="1933" y="828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1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3"/>
                  </a:lnTo>
                  <a:lnTo>
                    <a:pt x="1933" y="835"/>
                  </a:lnTo>
                  <a:lnTo>
                    <a:pt x="1933" y="835"/>
                  </a:lnTo>
                  <a:lnTo>
                    <a:pt x="1933" y="838"/>
                  </a:lnTo>
                  <a:lnTo>
                    <a:pt x="1933" y="840"/>
                  </a:lnTo>
                  <a:lnTo>
                    <a:pt x="1933" y="840"/>
                  </a:lnTo>
                  <a:lnTo>
                    <a:pt x="1935" y="840"/>
                  </a:lnTo>
                  <a:lnTo>
                    <a:pt x="1938" y="843"/>
                  </a:lnTo>
                  <a:lnTo>
                    <a:pt x="1938" y="840"/>
                  </a:lnTo>
                  <a:lnTo>
                    <a:pt x="1938" y="840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38" y="838"/>
                  </a:lnTo>
                  <a:lnTo>
                    <a:pt x="1940" y="838"/>
                  </a:lnTo>
                  <a:lnTo>
                    <a:pt x="1940" y="838"/>
                  </a:lnTo>
                  <a:lnTo>
                    <a:pt x="1940" y="835"/>
                  </a:lnTo>
                  <a:lnTo>
                    <a:pt x="1940" y="835"/>
                  </a:lnTo>
                  <a:lnTo>
                    <a:pt x="1940" y="833"/>
                  </a:lnTo>
                  <a:lnTo>
                    <a:pt x="1940" y="831"/>
                  </a:lnTo>
                  <a:lnTo>
                    <a:pt x="1940" y="831"/>
                  </a:lnTo>
                  <a:lnTo>
                    <a:pt x="1940" y="831"/>
                  </a:lnTo>
                  <a:lnTo>
                    <a:pt x="1940" y="828"/>
                  </a:lnTo>
                  <a:lnTo>
                    <a:pt x="1938" y="828"/>
                  </a:lnTo>
                  <a:lnTo>
                    <a:pt x="1938" y="828"/>
                  </a:lnTo>
                  <a:lnTo>
                    <a:pt x="1938" y="828"/>
                  </a:lnTo>
                  <a:lnTo>
                    <a:pt x="1938" y="826"/>
                  </a:lnTo>
                  <a:lnTo>
                    <a:pt x="1938" y="826"/>
                  </a:lnTo>
                  <a:lnTo>
                    <a:pt x="1938" y="826"/>
                  </a:lnTo>
                  <a:lnTo>
                    <a:pt x="1940" y="826"/>
                  </a:lnTo>
                  <a:lnTo>
                    <a:pt x="1940" y="828"/>
                  </a:lnTo>
                  <a:lnTo>
                    <a:pt x="1940" y="828"/>
                  </a:lnTo>
                  <a:lnTo>
                    <a:pt x="1940" y="826"/>
                  </a:lnTo>
                  <a:lnTo>
                    <a:pt x="1940" y="826"/>
                  </a:lnTo>
                  <a:lnTo>
                    <a:pt x="1940" y="826"/>
                  </a:lnTo>
                  <a:lnTo>
                    <a:pt x="1940" y="824"/>
                  </a:lnTo>
                  <a:lnTo>
                    <a:pt x="1938" y="824"/>
                  </a:lnTo>
                  <a:lnTo>
                    <a:pt x="1938" y="824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21"/>
                  </a:lnTo>
                  <a:lnTo>
                    <a:pt x="1938" y="819"/>
                  </a:lnTo>
                  <a:lnTo>
                    <a:pt x="1935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7"/>
                  </a:lnTo>
                  <a:lnTo>
                    <a:pt x="1938" y="814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12"/>
                  </a:lnTo>
                  <a:lnTo>
                    <a:pt x="1935" y="809"/>
                  </a:lnTo>
                  <a:lnTo>
                    <a:pt x="1933" y="809"/>
                  </a:lnTo>
                  <a:lnTo>
                    <a:pt x="1931" y="807"/>
                  </a:lnTo>
                  <a:lnTo>
                    <a:pt x="1931" y="807"/>
                  </a:lnTo>
                  <a:lnTo>
                    <a:pt x="1931" y="805"/>
                  </a:lnTo>
                  <a:lnTo>
                    <a:pt x="1923" y="800"/>
                  </a:lnTo>
                  <a:lnTo>
                    <a:pt x="1921" y="800"/>
                  </a:lnTo>
                  <a:lnTo>
                    <a:pt x="1921" y="798"/>
                  </a:lnTo>
                  <a:lnTo>
                    <a:pt x="1919" y="798"/>
                  </a:lnTo>
                  <a:lnTo>
                    <a:pt x="1919" y="800"/>
                  </a:lnTo>
                  <a:lnTo>
                    <a:pt x="1916" y="800"/>
                  </a:lnTo>
                  <a:lnTo>
                    <a:pt x="1916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2"/>
                  </a:lnTo>
                  <a:lnTo>
                    <a:pt x="1914" y="805"/>
                  </a:lnTo>
                  <a:lnTo>
                    <a:pt x="1912" y="805"/>
                  </a:lnTo>
                  <a:lnTo>
                    <a:pt x="1909" y="805"/>
                  </a:lnTo>
                  <a:lnTo>
                    <a:pt x="1912" y="805"/>
                  </a:lnTo>
                  <a:lnTo>
                    <a:pt x="1912" y="807"/>
                  </a:lnTo>
                  <a:lnTo>
                    <a:pt x="1912" y="807"/>
                  </a:lnTo>
                  <a:lnTo>
                    <a:pt x="1914" y="807"/>
                  </a:lnTo>
                  <a:lnTo>
                    <a:pt x="1916" y="807"/>
                  </a:lnTo>
                  <a:lnTo>
                    <a:pt x="1916" y="807"/>
                  </a:lnTo>
                  <a:lnTo>
                    <a:pt x="1916" y="807"/>
                  </a:lnTo>
                  <a:lnTo>
                    <a:pt x="1909" y="809"/>
                  </a:lnTo>
                  <a:lnTo>
                    <a:pt x="1909" y="809"/>
                  </a:lnTo>
                  <a:lnTo>
                    <a:pt x="1909" y="812"/>
                  </a:lnTo>
                  <a:lnTo>
                    <a:pt x="1909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2" y="812"/>
                  </a:lnTo>
                  <a:lnTo>
                    <a:pt x="1914" y="812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4" y="809"/>
                  </a:lnTo>
                  <a:lnTo>
                    <a:pt x="1916" y="812"/>
                  </a:lnTo>
                  <a:lnTo>
                    <a:pt x="1916" y="812"/>
                  </a:lnTo>
                  <a:lnTo>
                    <a:pt x="1914" y="812"/>
                  </a:lnTo>
                  <a:lnTo>
                    <a:pt x="1912" y="814"/>
                  </a:lnTo>
                  <a:lnTo>
                    <a:pt x="1912" y="814"/>
                  </a:lnTo>
                  <a:lnTo>
                    <a:pt x="1909" y="814"/>
                  </a:lnTo>
                  <a:lnTo>
                    <a:pt x="1909" y="817"/>
                  </a:lnTo>
                  <a:lnTo>
                    <a:pt x="1909" y="819"/>
                  </a:lnTo>
                  <a:lnTo>
                    <a:pt x="1912" y="819"/>
                  </a:lnTo>
                  <a:lnTo>
                    <a:pt x="1912" y="817"/>
                  </a:lnTo>
                  <a:lnTo>
                    <a:pt x="1912" y="817"/>
                  </a:lnTo>
                  <a:lnTo>
                    <a:pt x="1914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6" y="814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4" y="817"/>
                  </a:lnTo>
                  <a:lnTo>
                    <a:pt x="1912" y="817"/>
                  </a:lnTo>
                  <a:lnTo>
                    <a:pt x="1912" y="817"/>
                  </a:lnTo>
                  <a:lnTo>
                    <a:pt x="1914" y="819"/>
                  </a:lnTo>
                  <a:lnTo>
                    <a:pt x="1914" y="819"/>
                  </a:lnTo>
                  <a:lnTo>
                    <a:pt x="1914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19"/>
                  </a:lnTo>
                  <a:lnTo>
                    <a:pt x="1912" y="821"/>
                  </a:lnTo>
                  <a:lnTo>
                    <a:pt x="1912" y="821"/>
                  </a:lnTo>
                  <a:lnTo>
                    <a:pt x="1912" y="821"/>
                  </a:lnTo>
                  <a:lnTo>
                    <a:pt x="1912" y="824"/>
                  </a:lnTo>
                  <a:lnTo>
                    <a:pt x="1914" y="824"/>
                  </a:lnTo>
                  <a:lnTo>
                    <a:pt x="1914" y="824"/>
                  </a:lnTo>
                  <a:lnTo>
                    <a:pt x="1916" y="824"/>
                  </a:lnTo>
                  <a:lnTo>
                    <a:pt x="1916" y="826"/>
                  </a:lnTo>
                  <a:lnTo>
                    <a:pt x="1916" y="826"/>
                  </a:lnTo>
                  <a:lnTo>
                    <a:pt x="1914" y="826"/>
                  </a:lnTo>
                  <a:lnTo>
                    <a:pt x="1914" y="826"/>
                  </a:lnTo>
                  <a:lnTo>
                    <a:pt x="1914" y="826"/>
                  </a:lnTo>
                  <a:lnTo>
                    <a:pt x="1914" y="828"/>
                  </a:lnTo>
                  <a:lnTo>
                    <a:pt x="1914" y="828"/>
                  </a:lnTo>
                  <a:lnTo>
                    <a:pt x="1912" y="833"/>
                  </a:lnTo>
                  <a:lnTo>
                    <a:pt x="1912" y="833"/>
                  </a:lnTo>
                  <a:lnTo>
                    <a:pt x="1912" y="833"/>
                  </a:lnTo>
                  <a:lnTo>
                    <a:pt x="1914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6" y="835"/>
                  </a:lnTo>
                  <a:lnTo>
                    <a:pt x="1919" y="838"/>
                  </a:lnTo>
                  <a:lnTo>
                    <a:pt x="1919" y="838"/>
                  </a:lnTo>
                  <a:lnTo>
                    <a:pt x="1921" y="838"/>
                  </a:lnTo>
                  <a:lnTo>
                    <a:pt x="1923" y="840"/>
                  </a:lnTo>
                  <a:lnTo>
                    <a:pt x="1923" y="840"/>
                  </a:lnTo>
                  <a:lnTo>
                    <a:pt x="1923" y="838"/>
                  </a:lnTo>
                  <a:close/>
                  <a:moveTo>
                    <a:pt x="873" y="942"/>
                  </a:moveTo>
                  <a:lnTo>
                    <a:pt x="873" y="942"/>
                  </a:lnTo>
                  <a:lnTo>
                    <a:pt x="873" y="942"/>
                  </a:lnTo>
                  <a:lnTo>
                    <a:pt x="871" y="942"/>
                  </a:lnTo>
                  <a:lnTo>
                    <a:pt x="868" y="944"/>
                  </a:lnTo>
                  <a:lnTo>
                    <a:pt x="866" y="944"/>
                  </a:lnTo>
                  <a:lnTo>
                    <a:pt x="866" y="947"/>
                  </a:lnTo>
                  <a:lnTo>
                    <a:pt x="866" y="944"/>
                  </a:lnTo>
                  <a:lnTo>
                    <a:pt x="873" y="942"/>
                  </a:lnTo>
                  <a:lnTo>
                    <a:pt x="873" y="942"/>
                  </a:lnTo>
                  <a:close/>
                  <a:moveTo>
                    <a:pt x="1850" y="838"/>
                  </a:moveTo>
                  <a:lnTo>
                    <a:pt x="1852" y="838"/>
                  </a:lnTo>
                  <a:lnTo>
                    <a:pt x="1852" y="838"/>
                  </a:lnTo>
                  <a:lnTo>
                    <a:pt x="1852" y="835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5" y="835"/>
                  </a:lnTo>
                  <a:lnTo>
                    <a:pt x="1855" y="833"/>
                  </a:lnTo>
                  <a:lnTo>
                    <a:pt x="1855" y="833"/>
                  </a:lnTo>
                  <a:lnTo>
                    <a:pt x="1857" y="831"/>
                  </a:lnTo>
                  <a:lnTo>
                    <a:pt x="1857" y="831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31"/>
                  </a:lnTo>
                  <a:lnTo>
                    <a:pt x="1857" y="831"/>
                  </a:lnTo>
                  <a:lnTo>
                    <a:pt x="1855" y="831"/>
                  </a:lnTo>
                  <a:lnTo>
                    <a:pt x="1852" y="833"/>
                  </a:lnTo>
                  <a:lnTo>
                    <a:pt x="1852" y="833"/>
                  </a:lnTo>
                  <a:lnTo>
                    <a:pt x="1852" y="831"/>
                  </a:lnTo>
                  <a:lnTo>
                    <a:pt x="1852" y="831"/>
                  </a:lnTo>
                  <a:lnTo>
                    <a:pt x="1850" y="831"/>
                  </a:lnTo>
                  <a:lnTo>
                    <a:pt x="1850" y="831"/>
                  </a:lnTo>
                  <a:lnTo>
                    <a:pt x="1850" y="831"/>
                  </a:lnTo>
                  <a:lnTo>
                    <a:pt x="1848" y="831"/>
                  </a:lnTo>
                  <a:lnTo>
                    <a:pt x="1848" y="831"/>
                  </a:lnTo>
                  <a:lnTo>
                    <a:pt x="1848" y="833"/>
                  </a:lnTo>
                  <a:lnTo>
                    <a:pt x="1848" y="833"/>
                  </a:lnTo>
                  <a:lnTo>
                    <a:pt x="1848" y="831"/>
                  </a:lnTo>
                  <a:lnTo>
                    <a:pt x="1848" y="831"/>
                  </a:lnTo>
                  <a:lnTo>
                    <a:pt x="1845" y="831"/>
                  </a:lnTo>
                  <a:lnTo>
                    <a:pt x="1845" y="833"/>
                  </a:lnTo>
                  <a:lnTo>
                    <a:pt x="1848" y="833"/>
                  </a:lnTo>
                  <a:lnTo>
                    <a:pt x="1848" y="833"/>
                  </a:lnTo>
                  <a:lnTo>
                    <a:pt x="1845" y="833"/>
                  </a:lnTo>
                  <a:lnTo>
                    <a:pt x="1845" y="833"/>
                  </a:lnTo>
                  <a:lnTo>
                    <a:pt x="1845" y="835"/>
                  </a:lnTo>
                  <a:lnTo>
                    <a:pt x="1848" y="838"/>
                  </a:lnTo>
                  <a:lnTo>
                    <a:pt x="1850" y="838"/>
                  </a:lnTo>
                  <a:close/>
                  <a:moveTo>
                    <a:pt x="1855" y="828"/>
                  </a:moveTo>
                  <a:lnTo>
                    <a:pt x="1855" y="828"/>
                  </a:lnTo>
                  <a:lnTo>
                    <a:pt x="1855" y="828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28"/>
                  </a:lnTo>
                  <a:lnTo>
                    <a:pt x="1857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28"/>
                  </a:lnTo>
                  <a:lnTo>
                    <a:pt x="1860" y="828"/>
                  </a:lnTo>
                  <a:lnTo>
                    <a:pt x="1860" y="826"/>
                  </a:lnTo>
                  <a:lnTo>
                    <a:pt x="1860" y="826"/>
                  </a:lnTo>
                  <a:lnTo>
                    <a:pt x="1857" y="826"/>
                  </a:lnTo>
                  <a:lnTo>
                    <a:pt x="1857" y="826"/>
                  </a:lnTo>
                  <a:lnTo>
                    <a:pt x="1857" y="826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55" y="824"/>
                  </a:lnTo>
                  <a:lnTo>
                    <a:pt x="1855" y="824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5" y="826"/>
                  </a:lnTo>
                  <a:lnTo>
                    <a:pt x="1857" y="826"/>
                  </a:lnTo>
                  <a:lnTo>
                    <a:pt x="1855" y="828"/>
                  </a:lnTo>
                  <a:lnTo>
                    <a:pt x="1855" y="828"/>
                  </a:lnTo>
                  <a:close/>
                  <a:moveTo>
                    <a:pt x="1855" y="852"/>
                  </a:moveTo>
                  <a:lnTo>
                    <a:pt x="1855" y="852"/>
                  </a:lnTo>
                  <a:lnTo>
                    <a:pt x="1855" y="852"/>
                  </a:lnTo>
                  <a:lnTo>
                    <a:pt x="1855" y="852"/>
                  </a:lnTo>
                  <a:lnTo>
                    <a:pt x="1857" y="854"/>
                  </a:lnTo>
                  <a:lnTo>
                    <a:pt x="1857" y="854"/>
                  </a:lnTo>
                  <a:lnTo>
                    <a:pt x="1857" y="852"/>
                  </a:lnTo>
                  <a:lnTo>
                    <a:pt x="1860" y="852"/>
                  </a:lnTo>
                  <a:lnTo>
                    <a:pt x="1860" y="852"/>
                  </a:lnTo>
                  <a:lnTo>
                    <a:pt x="1860" y="852"/>
                  </a:lnTo>
                  <a:lnTo>
                    <a:pt x="1860" y="850"/>
                  </a:lnTo>
                  <a:lnTo>
                    <a:pt x="1860" y="850"/>
                  </a:lnTo>
                  <a:lnTo>
                    <a:pt x="1860" y="850"/>
                  </a:lnTo>
                  <a:lnTo>
                    <a:pt x="1860" y="847"/>
                  </a:lnTo>
                  <a:lnTo>
                    <a:pt x="1857" y="847"/>
                  </a:lnTo>
                  <a:lnTo>
                    <a:pt x="1855" y="847"/>
                  </a:lnTo>
                  <a:lnTo>
                    <a:pt x="1855" y="847"/>
                  </a:lnTo>
                  <a:lnTo>
                    <a:pt x="1855" y="850"/>
                  </a:lnTo>
                  <a:lnTo>
                    <a:pt x="1855" y="850"/>
                  </a:lnTo>
                  <a:lnTo>
                    <a:pt x="1855" y="852"/>
                  </a:lnTo>
                  <a:close/>
                  <a:moveTo>
                    <a:pt x="1845" y="824"/>
                  </a:moveTo>
                  <a:lnTo>
                    <a:pt x="1845" y="824"/>
                  </a:lnTo>
                  <a:lnTo>
                    <a:pt x="1848" y="821"/>
                  </a:lnTo>
                  <a:lnTo>
                    <a:pt x="1848" y="821"/>
                  </a:lnTo>
                  <a:lnTo>
                    <a:pt x="1848" y="819"/>
                  </a:lnTo>
                  <a:lnTo>
                    <a:pt x="1848" y="819"/>
                  </a:lnTo>
                  <a:lnTo>
                    <a:pt x="1850" y="819"/>
                  </a:lnTo>
                  <a:lnTo>
                    <a:pt x="1850" y="819"/>
                  </a:lnTo>
                  <a:lnTo>
                    <a:pt x="1850" y="819"/>
                  </a:lnTo>
                  <a:lnTo>
                    <a:pt x="1852" y="819"/>
                  </a:lnTo>
                  <a:lnTo>
                    <a:pt x="1852" y="819"/>
                  </a:lnTo>
                  <a:lnTo>
                    <a:pt x="1852" y="819"/>
                  </a:lnTo>
                  <a:lnTo>
                    <a:pt x="1852" y="817"/>
                  </a:lnTo>
                  <a:lnTo>
                    <a:pt x="1852" y="817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4"/>
                  </a:lnTo>
                  <a:lnTo>
                    <a:pt x="1852" y="812"/>
                  </a:lnTo>
                  <a:lnTo>
                    <a:pt x="1852" y="809"/>
                  </a:lnTo>
                  <a:lnTo>
                    <a:pt x="1852" y="809"/>
                  </a:lnTo>
                  <a:lnTo>
                    <a:pt x="1850" y="809"/>
                  </a:lnTo>
                  <a:lnTo>
                    <a:pt x="1850" y="809"/>
                  </a:lnTo>
                  <a:lnTo>
                    <a:pt x="1848" y="809"/>
                  </a:lnTo>
                  <a:lnTo>
                    <a:pt x="1848" y="809"/>
                  </a:lnTo>
                  <a:lnTo>
                    <a:pt x="1848" y="812"/>
                  </a:lnTo>
                  <a:lnTo>
                    <a:pt x="1848" y="812"/>
                  </a:lnTo>
                  <a:lnTo>
                    <a:pt x="1845" y="812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3" y="814"/>
                  </a:lnTo>
                  <a:lnTo>
                    <a:pt x="1841" y="814"/>
                  </a:lnTo>
                  <a:lnTo>
                    <a:pt x="1841" y="814"/>
                  </a:lnTo>
                  <a:lnTo>
                    <a:pt x="1843" y="817"/>
                  </a:lnTo>
                  <a:lnTo>
                    <a:pt x="1845" y="814"/>
                  </a:lnTo>
                  <a:lnTo>
                    <a:pt x="1845" y="814"/>
                  </a:lnTo>
                  <a:lnTo>
                    <a:pt x="1845" y="817"/>
                  </a:lnTo>
                  <a:lnTo>
                    <a:pt x="1845" y="817"/>
                  </a:lnTo>
                  <a:lnTo>
                    <a:pt x="1843" y="817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41" y="819"/>
                  </a:lnTo>
                  <a:lnTo>
                    <a:pt x="1838" y="824"/>
                  </a:lnTo>
                  <a:lnTo>
                    <a:pt x="1838" y="826"/>
                  </a:lnTo>
                  <a:lnTo>
                    <a:pt x="1841" y="828"/>
                  </a:lnTo>
                  <a:lnTo>
                    <a:pt x="1841" y="828"/>
                  </a:lnTo>
                  <a:lnTo>
                    <a:pt x="1841" y="828"/>
                  </a:lnTo>
                  <a:lnTo>
                    <a:pt x="1843" y="828"/>
                  </a:lnTo>
                  <a:lnTo>
                    <a:pt x="1843" y="828"/>
                  </a:lnTo>
                  <a:lnTo>
                    <a:pt x="1843" y="828"/>
                  </a:lnTo>
                  <a:lnTo>
                    <a:pt x="1843" y="826"/>
                  </a:lnTo>
                  <a:lnTo>
                    <a:pt x="1845" y="826"/>
                  </a:lnTo>
                  <a:lnTo>
                    <a:pt x="1845" y="826"/>
                  </a:lnTo>
                  <a:lnTo>
                    <a:pt x="1845" y="826"/>
                  </a:lnTo>
                  <a:lnTo>
                    <a:pt x="1843" y="826"/>
                  </a:lnTo>
                  <a:lnTo>
                    <a:pt x="1843" y="824"/>
                  </a:lnTo>
                  <a:lnTo>
                    <a:pt x="1843" y="824"/>
                  </a:lnTo>
                  <a:lnTo>
                    <a:pt x="1845" y="824"/>
                  </a:lnTo>
                  <a:close/>
                  <a:moveTo>
                    <a:pt x="1855" y="850"/>
                  </a:moveTo>
                  <a:lnTo>
                    <a:pt x="1855" y="850"/>
                  </a:lnTo>
                  <a:lnTo>
                    <a:pt x="1852" y="847"/>
                  </a:lnTo>
                  <a:lnTo>
                    <a:pt x="1852" y="847"/>
                  </a:lnTo>
                  <a:lnTo>
                    <a:pt x="1852" y="847"/>
                  </a:lnTo>
                  <a:lnTo>
                    <a:pt x="1850" y="847"/>
                  </a:lnTo>
                  <a:lnTo>
                    <a:pt x="1850" y="847"/>
                  </a:lnTo>
                  <a:lnTo>
                    <a:pt x="1848" y="847"/>
                  </a:lnTo>
                  <a:lnTo>
                    <a:pt x="1848" y="847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48" y="850"/>
                  </a:lnTo>
                  <a:lnTo>
                    <a:pt x="1850" y="850"/>
                  </a:lnTo>
                  <a:lnTo>
                    <a:pt x="1850" y="850"/>
                  </a:lnTo>
                  <a:lnTo>
                    <a:pt x="1850" y="850"/>
                  </a:lnTo>
                  <a:lnTo>
                    <a:pt x="1848" y="852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48" y="854"/>
                  </a:lnTo>
                  <a:lnTo>
                    <a:pt x="1850" y="854"/>
                  </a:lnTo>
                  <a:lnTo>
                    <a:pt x="1850" y="852"/>
                  </a:lnTo>
                  <a:lnTo>
                    <a:pt x="1850" y="852"/>
                  </a:lnTo>
                  <a:lnTo>
                    <a:pt x="1852" y="854"/>
                  </a:lnTo>
                  <a:lnTo>
                    <a:pt x="1852" y="854"/>
                  </a:lnTo>
                  <a:lnTo>
                    <a:pt x="1852" y="852"/>
                  </a:lnTo>
                  <a:lnTo>
                    <a:pt x="1852" y="852"/>
                  </a:lnTo>
                  <a:lnTo>
                    <a:pt x="1852" y="850"/>
                  </a:lnTo>
                  <a:lnTo>
                    <a:pt x="1855" y="850"/>
                  </a:lnTo>
                  <a:close/>
                  <a:moveTo>
                    <a:pt x="1867" y="776"/>
                  </a:move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4" y="776"/>
                  </a:lnTo>
                  <a:lnTo>
                    <a:pt x="1864" y="776"/>
                  </a:lnTo>
                  <a:lnTo>
                    <a:pt x="1864" y="776"/>
                  </a:lnTo>
                  <a:lnTo>
                    <a:pt x="1864" y="774"/>
                  </a:lnTo>
                  <a:lnTo>
                    <a:pt x="1864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4"/>
                  </a:lnTo>
                  <a:lnTo>
                    <a:pt x="1862" y="772"/>
                  </a:lnTo>
                  <a:lnTo>
                    <a:pt x="1860" y="772"/>
                  </a:lnTo>
                  <a:lnTo>
                    <a:pt x="1860" y="772"/>
                  </a:lnTo>
                  <a:lnTo>
                    <a:pt x="1860" y="772"/>
                  </a:lnTo>
                  <a:lnTo>
                    <a:pt x="1857" y="772"/>
                  </a:lnTo>
                  <a:lnTo>
                    <a:pt x="1857" y="769"/>
                  </a:lnTo>
                  <a:lnTo>
                    <a:pt x="1857" y="769"/>
                  </a:lnTo>
                  <a:lnTo>
                    <a:pt x="1855" y="767"/>
                  </a:lnTo>
                  <a:lnTo>
                    <a:pt x="1852" y="767"/>
                  </a:lnTo>
                  <a:lnTo>
                    <a:pt x="1852" y="769"/>
                  </a:lnTo>
                  <a:lnTo>
                    <a:pt x="1852" y="769"/>
                  </a:lnTo>
                  <a:lnTo>
                    <a:pt x="1850" y="767"/>
                  </a:lnTo>
                  <a:lnTo>
                    <a:pt x="1850" y="769"/>
                  </a:lnTo>
                  <a:lnTo>
                    <a:pt x="1850" y="769"/>
                  </a:lnTo>
                  <a:lnTo>
                    <a:pt x="1850" y="769"/>
                  </a:lnTo>
                  <a:lnTo>
                    <a:pt x="1852" y="772"/>
                  </a:lnTo>
                  <a:lnTo>
                    <a:pt x="1852" y="772"/>
                  </a:lnTo>
                  <a:lnTo>
                    <a:pt x="1852" y="772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5" y="776"/>
                  </a:lnTo>
                  <a:lnTo>
                    <a:pt x="1855" y="776"/>
                  </a:lnTo>
                  <a:lnTo>
                    <a:pt x="1855" y="779"/>
                  </a:lnTo>
                  <a:lnTo>
                    <a:pt x="1855" y="779"/>
                  </a:lnTo>
                  <a:lnTo>
                    <a:pt x="1855" y="779"/>
                  </a:lnTo>
                  <a:lnTo>
                    <a:pt x="1852" y="781"/>
                  </a:lnTo>
                  <a:lnTo>
                    <a:pt x="1855" y="781"/>
                  </a:lnTo>
                  <a:lnTo>
                    <a:pt x="1855" y="783"/>
                  </a:lnTo>
                  <a:lnTo>
                    <a:pt x="1855" y="786"/>
                  </a:lnTo>
                  <a:lnTo>
                    <a:pt x="1857" y="786"/>
                  </a:lnTo>
                  <a:lnTo>
                    <a:pt x="1860" y="786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2" y="783"/>
                  </a:lnTo>
                  <a:lnTo>
                    <a:pt x="1860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2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81"/>
                  </a:lnTo>
                  <a:lnTo>
                    <a:pt x="1864" y="779"/>
                  </a:lnTo>
                  <a:lnTo>
                    <a:pt x="1867" y="779"/>
                  </a:lnTo>
                  <a:lnTo>
                    <a:pt x="1867" y="779"/>
                  </a:lnTo>
                  <a:lnTo>
                    <a:pt x="1867" y="779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lnTo>
                    <a:pt x="1867" y="776"/>
                  </a:lnTo>
                  <a:close/>
                  <a:moveTo>
                    <a:pt x="1836" y="828"/>
                  </a:moveTo>
                  <a:lnTo>
                    <a:pt x="1836" y="828"/>
                  </a:lnTo>
                  <a:lnTo>
                    <a:pt x="1836" y="828"/>
                  </a:lnTo>
                  <a:lnTo>
                    <a:pt x="1836" y="831"/>
                  </a:lnTo>
                  <a:lnTo>
                    <a:pt x="1836" y="831"/>
                  </a:lnTo>
                  <a:lnTo>
                    <a:pt x="1836" y="831"/>
                  </a:lnTo>
                  <a:lnTo>
                    <a:pt x="1836" y="833"/>
                  </a:lnTo>
                  <a:lnTo>
                    <a:pt x="1838" y="833"/>
                  </a:lnTo>
                  <a:lnTo>
                    <a:pt x="1838" y="831"/>
                  </a:lnTo>
                  <a:lnTo>
                    <a:pt x="1838" y="828"/>
                  </a:lnTo>
                  <a:lnTo>
                    <a:pt x="1836" y="828"/>
                  </a:lnTo>
                  <a:close/>
                  <a:moveTo>
                    <a:pt x="1919" y="838"/>
                  </a:moveTo>
                  <a:lnTo>
                    <a:pt x="1912" y="835"/>
                  </a:lnTo>
                  <a:lnTo>
                    <a:pt x="1912" y="835"/>
                  </a:lnTo>
                  <a:lnTo>
                    <a:pt x="1912" y="835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38"/>
                  </a:lnTo>
                  <a:lnTo>
                    <a:pt x="1912" y="840"/>
                  </a:lnTo>
                  <a:lnTo>
                    <a:pt x="1914" y="840"/>
                  </a:lnTo>
                  <a:lnTo>
                    <a:pt x="1914" y="843"/>
                  </a:lnTo>
                  <a:lnTo>
                    <a:pt x="1916" y="847"/>
                  </a:lnTo>
                  <a:lnTo>
                    <a:pt x="1919" y="850"/>
                  </a:lnTo>
                  <a:lnTo>
                    <a:pt x="1919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50"/>
                  </a:lnTo>
                  <a:lnTo>
                    <a:pt x="1921" y="847"/>
                  </a:lnTo>
                  <a:lnTo>
                    <a:pt x="1921" y="847"/>
                  </a:lnTo>
                  <a:lnTo>
                    <a:pt x="1919" y="847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19" y="845"/>
                  </a:lnTo>
                  <a:lnTo>
                    <a:pt x="1921" y="845"/>
                  </a:lnTo>
                  <a:lnTo>
                    <a:pt x="1921" y="843"/>
                  </a:lnTo>
                  <a:lnTo>
                    <a:pt x="1919" y="840"/>
                  </a:lnTo>
                  <a:lnTo>
                    <a:pt x="1919" y="840"/>
                  </a:lnTo>
                  <a:lnTo>
                    <a:pt x="1921" y="840"/>
                  </a:lnTo>
                  <a:lnTo>
                    <a:pt x="1921" y="840"/>
                  </a:lnTo>
                  <a:lnTo>
                    <a:pt x="1921" y="843"/>
                  </a:lnTo>
                  <a:lnTo>
                    <a:pt x="1921" y="843"/>
                  </a:lnTo>
                  <a:lnTo>
                    <a:pt x="1921" y="840"/>
                  </a:lnTo>
                  <a:lnTo>
                    <a:pt x="1919" y="838"/>
                  </a:lnTo>
                  <a:close/>
                  <a:moveTo>
                    <a:pt x="1860" y="854"/>
                  </a:moveTo>
                  <a:lnTo>
                    <a:pt x="1860" y="854"/>
                  </a:lnTo>
                  <a:lnTo>
                    <a:pt x="1860" y="854"/>
                  </a:lnTo>
                  <a:lnTo>
                    <a:pt x="1857" y="854"/>
                  </a:lnTo>
                  <a:lnTo>
                    <a:pt x="1855" y="854"/>
                  </a:lnTo>
                  <a:lnTo>
                    <a:pt x="1855" y="854"/>
                  </a:lnTo>
                  <a:lnTo>
                    <a:pt x="1855" y="854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7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59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1"/>
                  </a:lnTo>
                  <a:lnTo>
                    <a:pt x="1855" y="864"/>
                  </a:lnTo>
                  <a:lnTo>
                    <a:pt x="1855" y="864"/>
                  </a:lnTo>
                  <a:lnTo>
                    <a:pt x="1857" y="864"/>
                  </a:lnTo>
                  <a:lnTo>
                    <a:pt x="1857" y="866"/>
                  </a:lnTo>
                  <a:lnTo>
                    <a:pt x="1857" y="866"/>
                  </a:lnTo>
                  <a:lnTo>
                    <a:pt x="1857" y="864"/>
                  </a:lnTo>
                  <a:lnTo>
                    <a:pt x="1857" y="864"/>
                  </a:lnTo>
                  <a:lnTo>
                    <a:pt x="1857" y="861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57" y="859"/>
                  </a:lnTo>
                  <a:lnTo>
                    <a:pt x="1860" y="859"/>
                  </a:lnTo>
                  <a:lnTo>
                    <a:pt x="1860" y="859"/>
                  </a:lnTo>
                  <a:lnTo>
                    <a:pt x="1860" y="859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7"/>
                  </a:lnTo>
                  <a:lnTo>
                    <a:pt x="1860" y="854"/>
                  </a:lnTo>
                  <a:lnTo>
                    <a:pt x="1860" y="854"/>
                  </a:lnTo>
                  <a:lnTo>
                    <a:pt x="1860" y="854"/>
                  </a:lnTo>
                  <a:close/>
                  <a:moveTo>
                    <a:pt x="1897" y="880"/>
                  </a:moveTo>
                  <a:lnTo>
                    <a:pt x="1897" y="880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8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6"/>
                  </a:lnTo>
                  <a:lnTo>
                    <a:pt x="1897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5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3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3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0" y="876"/>
                  </a:lnTo>
                  <a:lnTo>
                    <a:pt x="1893" y="876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3" y="878"/>
                  </a:lnTo>
                  <a:lnTo>
                    <a:pt x="1895" y="878"/>
                  </a:lnTo>
                  <a:lnTo>
                    <a:pt x="1895" y="878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5" y="880"/>
                  </a:lnTo>
                  <a:lnTo>
                    <a:pt x="1897" y="880"/>
                  </a:lnTo>
                  <a:lnTo>
                    <a:pt x="1897" y="880"/>
                  </a:lnTo>
                  <a:lnTo>
                    <a:pt x="1897" y="883"/>
                  </a:lnTo>
                  <a:lnTo>
                    <a:pt x="1897" y="883"/>
                  </a:lnTo>
                  <a:lnTo>
                    <a:pt x="1900" y="883"/>
                  </a:lnTo>
                  <a:lnTo>
                    <a:pt x="1900" y="880"/>
                  </a:lnTo>
                  <a:lnTo>
                    <a:pt x="1897" y="880"/>
                  </a:lnTo>
                  <a:close/>
                  <a:moveTo>
                    <a:pt x="1921" y="878"/>
                  </a:moveTo>
                  <a:lnTo>
                    <a:pt x="1921" y="878"/>
                  </a:lnTo>
                  <a:lnTo>
                    <a:pt x="1921" y="876"/>
                  </a:lnTo>
                  <a:lnTo>
                    <a:pt x="1919" y="876"/>
                  </a:lnTo>
                  <a:lnTo>
                    <a:pt x="1919" y="876"/>
                  </a:lnTo>
                  <a:lnTo>
                    <a:pt x="1919" y="876"/>
                  </a:lnTo>
                  <a:lnTo>
                    <a:pt x="1919" y="873"/>
                  </a:lnTo>
                  <a:lnTo>
                    <a:pt x="1919" y="873"/>
                  </a:lnTo>
                  <a:lnTo>
                    <a:pt x="1919" y="873"/>
                  </a:lnTo>
                  <a:lnTo>
                    <a:pt x="1921" y="873"/>
                  </a:lnTo>
                  <a:lnTo>
                    <a:pt x="1921" y="873"/>
                  </a:lnTo>
                  <a:lnTo>
                    <a:pt x="1921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71"/>
                  </a:lnTo>
                  <a:lnTo>
                    <a:pt x="1919" y="869"/>
                  </a:lnTo>
                  <a:lnTo>
                    <a:pt x="1919" y="869"/>
                  </a:lnTo>
                  <a:lnTo>
                    <a:pt x="1916" y="869"/>
                  </a:lnTo>
                  <a:lnTo>
                    <a:pt x="1916" y="869"/>
                  </a:lnTo>
                  <a:lnTo>
                    <a:pt x="1916" y="869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6" y="864"/>
                  </a:lnTo>
                  <a:lnTo>
                    <a:pt x="1914" y="864"/>
                  </a:lnTo>
                  <a:lnTo>
                    <a:pt x="1914" y="861"/>
                  </a:lnTo>
                  <a:lnTo>
                    <a:pt x="1914" y="861"/>
                  </a:lnTo>
                  <a:lnTo>
                    <a:pt x="1916" y="861"/>
                  </a:lnTo>
                  <a:lnTo>
                    <a:pt x="1916" y="861"/>
                  </a:lnTo>
                  <a:lnTo>
                    <a:pt x="1914" y="859"/>
                  </a:lnTo>
                  <a:lnTo>
                    <a:pt x="1914" y="859"/>
                  </a:lnTo>
                  <a:lnTo>
                    <a:pt x="1916" y="859"/>
                  </a:lnTo>
                  <a:lnTo>
                    <a:pt x="1914" y="859"/>
                  </a:lnTo>
                  <a:lnTo>
                    <a:pt x="1914" y="861"/>
                  </a:lnTo>
                  <a:lnTo>
                    <a:pt x="1912" y="861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12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9" y="864"/>
                  </a:lnTo>
                  <a:lnTo>
                    <a:pt x="1907" y="864"/>
                  </a:lnTo>
                  <a:lnTo>
                    <a:pt x="1907" y="864"/>
                  </a:lnTo>
                  <a:lnTo>
                    <a:pt x="1909" y="861"/>
                  </a:lnTo>
                  <a:lnTo>
                    <a:pt x="1909" y="861"/>
                  </a:lnTo>
                  <a:lnTo>
                    <a:pt x="1912" y="861"/>
                  </a:lnTo>
                  <a:lnTo>
                    <a:pt x="1912" y="859"/>
                  </a:lnTo>
                  <a:lnTo>
                    <a:pt x="1912" y="859"/>
                  </a:lnTo>
                  <a:lnTo>
                    <a:pt x="1912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09" y="859"/>
                  </a:lnTo>
                  <a:lnTo>
                    <a:pt x="1912" y="859"/>
                  </a:lnTo>
                  <a:lnTo>
                    <a:pt x="1912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09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7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4"/>
                  </a:lnTo>
                  <a:lnTo>
                    <a:pt x="1912" y="852"/>
                  </a:lnTo>
                  <a:lnTo>
                    <a:pt x="1912" y="852"/>
                  </a:lnTo>
                  <a:lnTo>
                    <a:pt x="1912" y="850"/>
                  </a:lnTo>
                  <a:lnTo>
                    <a:pt x="1912" y="850"/>
                  </a:lnTo>
                  <a:lnTo>
                    <a:pt x="1912" y="847"/>
                  </a:lnTo>
                  <a:lnTo>
                    <a:pt x="1912" y="847"/>
                  </a:lnTo>
                  <a:lnTo>
                    <a:pt x="1909" y="847"/>
                  </a:lnTo>
                  <a:lnTo>
                    <a:pt x="1909" y="845"/>
                  </a:lnTo>
                  <a:lnTo>
                    <a:pt x="1909" y="845"/>
                  </a:lnTo>
                  <a:lnTo>
                    <a:pt x="1909" y="847"/>
                  </a:lnTo>
                  <a:lnTo>
                    <a:pt x="1907" y="847"/>
                  </a:lnTo>
                  <a:lnTo>
                    <a:pt x="1907" y="850"/>
                  </a:lnTo>
                  <a:lnTo>
                    <a:pt x="1907" y="852"/>
                  </a:lnTo>
                  <a:lnTo>
                    <a:pt x="1905" y="850"/>
                  </a:lnTo>
                  <a:lnTo>
                    <a:pt x="1905" y="850"/>
                  </a:lnTo>
                  <a:lnTo>
                    <a:pt x="1905" y="852"/>
                  </a:lnTo>
                  <a:lnTo>
                    <a:pt x="1905" y="852"/>
                  </a:lnTo>
                  <a:lnTo>
                    <a:pt x="1905" y="852"/>
                  </a:lnTo>
                  <a:lnTo>
                    <a:pt x="1902" y="852"/>
                  </a:lnTo>
                  <a:lnTo>
                    <a:pt x="1902" y="852"/>
                  </a:lnTo>
                  <a:lnTo>
                    <a:pt x="1902" y="852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2" y="850"/>
                  </a:lnTo>
                  <a:lnTo>
                    <a:pt x="1905" y="850"/>
                  </a:lnTo>
                  <a:lnTo>
                    <a:pt x="1905" y="850"/>
                  </a:lnTo>
                  <a:lnTo>
                    <a:pt x="1907" y="847"/>
                  </a:lnTo>
                  <a:lnTo>
                    <a:pt x="1907" y="847"/>
                  </a:lnTo>
                  <a:lnTo>
                    <a:pt x="1907" y="847"/>
                  </a:lnTo>
                  <a:lnTo>
                    <a:pt x="1907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5" y="845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2" y="843"/>
                  </a:lnTo>
                  <a:lnTo>
                    <a:pt x="1900" y="843"/>
                  </a:lnTo>
                  <a:lnTo>
                    <a:pt x="1900" y="840"/>
                  </a:lnTo>
                  <a:lnTo>
                    <a:pt x="1897" y="840"/>
                  </a:lnTo>
                  <a:lnTo>
                    <a:pt x="1897" y="843"/>
                  </a:lnTo>
                  <a:lnTo>
                    <a:pt x="1897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5" y="845"/>
                  </a:lnTo>
                  <a:lnTo>
                    <a:pt x="1895" y="843"/>
                  </a:lnTo>
                  <a:lnTo>
                    <a:pt x="1895" y="843"/>
                  </a:lnTo>
                  <a:lnTo>
                    <a:pt x="1893" y="843"/>
                  </a:lnTo>
                  <a:lnTo>
                    <a:pt x="1893" y="843"/>
                  </a:lnTo>
                  <a:lnTo>
                    <a:pt x="1893" y="845"/>
                  </a:lnTo>
                  <a:lnTo>
                    <a:pt x="1893" y="845"/>
                  </a:lnTo>
                  <a:lnTo>
                    <a:pt x="1890" y="843"/>
                  </a:lnTo>
                  <a:lnTo>
                    <a:pt x="1890" y="843"/>
                  </a:lnTo>
                  <a:lnTo>
                    <a:pt x="1893" y="843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5" y="840"/>
                  </a:lnTo>
                  <a:lnTo>
                    <a:pt x="1897" y="840"/>
                  </a:lnTo>
                  <a:lnTo>
                    <a:pt x="1897" y="840"/>
                  </a:lnTo>
                  <a:lnTo>
                    <a:pt x="1897" y="840"/>
                  </a:lnTo>
                  <a:lnTo>
                    <a:pt x="1897" y="838"/>
                  </a:lnTo>
                  <a:lnTo>
                    <a:pt x="1895" y="838"/>
                  </a:lnTo>
                  <a:lnTo>
                    <a:pt x="1893" y="838"/>
                  </a:lnTo>
                  <a:lnTo>
                    <a:pt x="1893" y="838"/>
                  </a:lnTo>
                  <a:lnTo>
                    <a:pt x="1893" y="838"/>
                  </a:lnTo>
                  <a:lnTo>
                    <a:pt x="1893" y="835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90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38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8" y="840"/>
                  </a:lnTo>
                  <a:lnTo>
                    <a:pt x="1886" y="843"/>
                  </a:lnTo>
                  <a:lnTo>
                    <a:pt x="1886" y="843"/>
                  </a:lnTo>
                  <a:lnTo>
                    <a:pt x="1886" y="845"/>
                  </a:lnTo>
                  <a:lnTo>
                    <a:pt x="1886" y="845"/>
                  </a:lnTo>
                  <a:lnTo>
                    <a:pt x="1886" y="843"/>
                  </a:lnTo>
                  <a:lnTo>
                    <a:pt x="1886" y="843"/>
                  </a:lnTo>
                  <a:lnTo>
                    <a:pt x="1883" y="843"/>
                  </a:lnTo>
                  <a:lnTo>
                    <a:pt x="1883" y="843"/>
                  </a:lnTo>
                  <a:lnTo>
                    <a:pt x="1883" y="843"/>
                  </a:lnTo>
                  <a:lnTo>
                    <a:pt x="1886" y="840"/>
                  </a:lnTo>
                  <a:lnTo>
                    <a:pt x="1886" y="838"/>
                  </a:lnTo>
                  <a:lnTo>
                    <a:pt x="1888" y="835"/>
                  </a:lnTo>
                  <a:lnTo>
                    <a:pt x="1888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5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3"/>
                  </a:lnTo>
                  <a:lnTo>
                    <a:pt x="1886" y="831"/>
                  </a:lnTo>
                  <a:lnTo>
                    <a:pt x="1888" y="833"/>
                  </a:lnTo>
                  <a:lnTo>
                    <a:pt x="1890" y="835"/>
                  </a:lnTo>
                  <a:lnTo>
                    <a:pt x="1890" y="835"/>
                  </a:lnTo>
                  <a:lnTo>
                    <a:pt x="1893" y="835"/>
                  </a:lnTo>
                  <a:lnTo>
                    <a:pt x="1895" y="835"/>
                  </a:lnTo>
                  <a:lnTo>
                    <a:pt x="1897" y="835"/>
                  </a:lnTo>
                  <a:lnTo>
                    <a:pt x="1897" y="838"/>
                  </a:lnTo>
                  <a:lnTo>
                    <a:pt x="1900" y="838"/>
                  </a:lnTo>
                  <a:lnTo>
                    <a:pt x="1902" y="838"/>
                  </a:lnTo>
                  <a:lnTo>
                    <a:pt x="1902" y="835"/>
                  </a:lnTo>
                  <a:lnTo>
                    <a:pt x="1900" y="835"/>
                  </a:lnTo>
                  <a:lnTo>
                    <a:pt x="1900" y="835"/>
                  </a:lnTo>
                  <a:lnTo>
                    <a:pt x="1897" y="833"/>
                  </a:lnTo>
                  <a:lnTo>
                    <a:pt x="1897" y="833"/>
                  </a:lnTo>
                  <a:lnTo>
                    <a:pt x="1895" y="833"/>
                  </a:lnTo>
                  <a:lnTo>
                    <a:pt x="1895" y="833"/>
                  </a:lnTo>
                  <a:lnTo>
                    <a:pt x="1893" y="831"/>
                  </a:lnTo>
                  <a:lnTo>
                    <a:pt x="1893" y="831"/>
                  </a:lnTo>
                  <a:lnTo>
                    <a:pt x="1893" y="831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90" y="828"/>
                  </a:lnTo>
                  <a:lnTo>
                    <a:pt x="1888" y="828"/>
                  </a:lnTo>
                  <a:lnTo>
                    <a:pt x="1888" y="831"/>
                  </a:lnTo>
                  <a:lnTo>
                    <a:pt x="1888" y="831"/>
                  </a:lnTo>
                  <a:lnTo>
                    <a:pt x="1888" y="831"/>
                  </a:lnTo>
                  <a:lnTo>
                    <a:pt x="1888" y="828"/>
                  </a:lnTo>
                  <a:lnTo>
                    <a:pt x="1888" y="828"/>
                  </a:lnTo>
                  <a:lnTo>
                    <a:pt x="1888" y="828"/>
                  </a:lnTo>
                  <a:lnTo>
                    <a:pt x="1888" y="826"/>
                  </a:lnTo>
                  <a:lnTo>
                    <a:pt x="1886" y="826"/>
                  </a:lnTo>
                  <a:lnTo>
                    <a:pt x="1886" y="826"/>
                  </a:lnTo>
                  <a:lnTo>
                    <a:pt x="1886" y="824"/>
                  </a:lnTo>
                  <a:lnTo>
                    <a:pt x="1886" y="824"/>
                  </a:lnTo>
                  <a:lnTo>
                    <a:pt x="1886" y="824"/>
                  </a:lnTo>
                  <a:lnTo>
                    <a:pt x="1886" y="821"/>
                  </a:lnTo>
                  <a:lnTo>
                    <a:pt x="1883" y="819"/>
                  </a:lnTo>
                  <a:lnTo>
                    <a:pt x="1881" y="819"/>
                  </a:lnTo>
                  <a:lnTo>
                    <a:pt x="1881" y="819"/>
                  </a:lnTo>
                  <a:lnTo>
                    <a:pt x="1881" y="819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8" y="817"/>
                  </a:lnTo>
                  <a:lnTo>
                    <a:pt x="1876" y="817"/>
                  </a:lnTo>
                  <a:lnTo>
                    <a:pt x="1876" y="814"/>
                  </a:lnTo>
                  <a:lnTo>
                    <a:pt x="1874" y="814"/>
                  </a:lnTo>
                  <a:lnTo>
                    <a:pt x="1874" y="814"/>
                  </a:lnTo>
                  <a:lnTo>
                    <a:pt x="1874" y="814"/>
                  </a:lnTo>
                  <a:lnTo>
                    <a:pt x="1871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9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7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09"/>
                  </a:lnTo>
                  <a:lnTo>
                    <a:pt x="1864" y="809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4" y="812"/>
                  </a:lnTo>
                  <a:lnTo>
                    <a:pt x="1862" y="812"/>
                  </a:lnTo>
                  <a:lnTo>
                    <a:pt x="1862" y="812"/>
                  </a:lnTo>
                  <a:lnTo>
                    <a:pt x="1862" y="812"/>
                  </a:lnTo>
                  <a:lnTo>
                    <a:pt x="1860" y="812"/>
                  </a:lnTo>
                  <a:lnTo>
                    <a:pt x="1860" y="812"/>
                  </a:lnTo>
                  <a:lnTo>
                    <a:pt x="1860" y="812"/>
                  </a:lnTo>
                  <a:lnTo>
                    <a:pt x="1857" y="809"/>
                  </a:lnTo>
                  <a:lnTo>
                    <a:pt x="1857" y="809"/>
                  </a:lnTo>
                  <a:lnTo>
                    <a:pt x="1857" y="809"/>
                  </a:lnTo>
                  <a:lnTo>
                    <a:pt x="1860" y="809"/>
                  </a:lnTo>
                  <a:lnTo>
                    <a:pt x="1860" y="809"/>
                  </a:lnTo>
                  <a:lnTo>
                    <a:pt x="1860" y="807"/>
                  </a:lnTo>
                  <a:lnTo>
                    <a:pt x="1860" y="807"/>
                  </a:lnTo>
                  <a:lnTo>
                    <a:pt x="1860" y="807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60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5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7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2"/>
                  </a:lnTo>
                  <a:lnTo>
                    <a:pt x="1855" y="800"/>
                  </a:lnTo>
                  <a:lnTo>
                    <a:pt x="1855" y="800"/>
                  </a:lnTo>
                  <a:lnTo>
                    <a:pt x="1855" y="800"/>
                  </a:lnTo>
                  <a:lnTo>
                    <a:pt x="1852" y="800"/>
                  </a:lnTo>
                  <a:lnTo>
                    <a:pt x="1852" y="800"/>
                  </a:lnTo>
                  <a:lnTo>
                    <a:pt x="1852" y="798"/>
                  </a:lnTo>
                  <a:lnTo>
                    <a:pt x="1852" y="798"/>
                  </a:lnTo>
                  <a:lnTo>
                    <a:pt x="1850" y="798"/>
                  </a:lnTo>
                  <a:lnTo>
                    <a:pt x="1850" y="800"/>
                  </a:lnTo>
                  <a:lnTo>
                    <a:pt x="1848" y="800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50" y="802"/>
                  </a:lnTo>
                  <a:lnTo>
                    <a:pt x="1848" y="802"/>
                  </a:lnTo>
                  <a:lnTo>
                    <a:pt x="1848" y="802"/>
                  </a:lnTo>
                  <a:lnTo>
                    <a:pt x="1848" y="800"/>
                  </a:lnTo>
                  <a:lnTo>
                    <a:pt x="1848" y="800"/>
                  </a:lnTo>
                  <a:lnTo>
                    <a:pt x="1848" y="800"/>
                  </a:lnTo>
                  <a:lnTo>
                    <a:pt x="1845" y="800"/>
                  </a:lnTo>
                  <a:lnTo>
                    <a:pt x="1843" y="800"/>
                  </a:lnTo>
                  <a:lnTo>
                    <a:pt x="1838" y="800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38" y="802"/>
                  </a:lnTo>
                  <a:lnTo>
                    <a:pt x="1841" y="805"/>
                  </a:lnTo>
                  <a:lnTo>
                    <a:pt x="1841" y="805"/>
                  </a:lnTo>
                  <a:lnTo>
                    <a:pt x="1838" y="805"/>
                  </a:lnTo>
                  <a:lnTo>
                    <a:pt x="1838" y="805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38" y="807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1" y="809"/>
                  </a:lnTo>
                  <a:lnTo>
                    <a:pt x="1843" y="809"/>
                  </a:lnTo>
                  <a:lnTo>
                    <a:pt x="1843" y="809"/>
                  </a:lnTo>
                  <a:lnTo>
                    <a:pt x="1843" y="809"/>
                  </a:lnTo>
                  <a:lnTo>
                    <a:pt x="1845" y="809"/>
                  </a:lnTo>
                  <a:lnTo>
                    <a:pt x="1845" y="809"/>
                  </a:lnTo>
                  <a:lnTo>
                    <a:pt x="1848" y="809"/>
                  </a:lnTo>
                  <a:lnTo>
                    <a:pt x="1850" y="809"/>
                  </a:lnTo>
                  <a:lnTo>
                    <a:pt x="1850" y="809"/>
                  </a:lnTo>
                  <a:lnTo>
                    <a:pt x="1852" y="809"/>
                  </a:lnTo>
                  <a:lnTo>
                    <a:pt x="1852" y="812"/>
                  </a:lnTo>
                  <a:lnTo>
                    <a:pt x="1852" y="814"/>
                  </a:lnTo>
                  <a:lnTo>
                    <a:pt x="1855" y="814"/>
                  </a:lnTo>
                  <a:lnTo>
                    <a:pt x="1855" y="817"/>
                  </a:lnTo>
                  <a:lnTo>
                    <a:pt x="1855" y="819"/>
                  </a:lnTo>
                  <a:lnTo>
                    <a:pt x="1857" y="819"/>
                  </a:lnTo>
                  <a:lnTo>
                    <a:pt x="1857" y="819"/>
                  </a:lnTo>
                  <a:lnTo>
                    <a:pt x="1857" y="819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1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57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0" y="824"/>
                  </a:lnTo>
                  <a:lnTo>
                    <a:pt x="1862" y="824"/>
                  </a:lnTo>
                  <a:lnTo>
                    <a:pt x="1862" y="824"/>
                  </a:lnTo>
                  <a:lnTo>
                    <a:pt x="1862" y="826"/>
                  </a:lnTo>
                  <a:lnTo>
                    <a:pt x="1862" y="826"/>
                  </a:lnTo>
                  <a:lnTo>
                    <a:pt x="1862" y="826"/>
                  </a:lnTo>
                  <a:lnTo>
                    <a:pt x="1862" y="828"/>
                  </a:lnTo>
                  <a:lnTo>
                    <a:pt x="1862" y="828"/>
                  </a:lnTo>
                  <a:lnTo>
                    <a:pt x="1860" y="831"/>
                  </a:lnTo>
                  <a:lnTo>
                    <a:pt x="1860" y="831"/>
                  </a:lnTo>
                  <a:lnTo>
                    <a:pt x="1860" y="833"/>
                  </a:lnTo>
                  <a:lnTo>
                    <a:pt x="1860" y="833"/>
                  </a:lnTo>
                  <a:lnTo>
                    <a:pt x="1860" y="833"/>
                  </a:lnTo>
                  <a:lnTo>
                    <a:pt x="1857" y="831"/>
                  </a:lnTo>
                  <a:lnTo>
                    <a:pt x="1857" y="833"/>
                  </a:lnTo>
                  <a:lnTo>
                    <a:pt x="1857" y="833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5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38"/>
                  </a:lnTo>
                  <a:lnTo>
                    <a:pt x="1857" y="840"/>
                  </a:lnTo>
                  <a:lnTo>
                    <a:pt x="1857" y="840"/>
                  </a:lnTo>
                  <a:lnTo>
                    <a:pt x="1860" y="840"/>
                  </a:lnTo>
                  <a:lnTo>
                    <a:pt x="1862" y="843"/>
                  </a:lnTo>
                  <a:lnTo>
                    <a:pt x="1864" y="840"/>
                  </a:lnTo>
                  <a:lnTo>
                    <a:pt x="1869" y="838"/>
                  </a:lnTo>
                  <a:lnTo>
                    <a:pt x="1869" y="838"/>
                  </a:lnTo>
                  <a:lnTo>
                    <a:pt x="1871" y="835"/>
                  </a:lnTo>
                  <a:lnTo>
                    <a:pt x="1871" y="835"/>
                  </a:lnTo>
                  <a:lnTo>
                    <a:pt x="1871" y="835"/>
                  </a:lnTo>
                  <a:lnTo>
                    <a:pt x="1874" y="835"/>
                  </a:lnTo>
                  <a:lnTo>
                    <a:pt x="1874" y="835"/>
                  </a:lnTo>
                  <a:lnTo>
                    <a:pt x="1874" y="835"/>
                  </a:lnTo>
                  <a:lnTo>
                    <a:pt x="1871" y="835"/>
                  </a:lnTo>
                  <a:lnTo>
                    <a:pt x="1871" y="838"/>
                  </a:lnTo>
                  <a:lnTo>
                    <a:pt x="1871" y="838"/>
                  </a:lnTo>
                  <a:lnTo>
                    <a:pt x="1869" y="838"/>
                  </a:lnTo>
                  <a:lnTo>
                    <a:pt x="1869" y="840"/>
                  </a:lnTo>
                  <a:lnTo>
                    <a:pt x="1869" y="840"/>
                  </a:lnTo>
                  <a:lnTo>
                    <a:pt x="1869" y="840"/>
                  </a:lnTo>
                  <a:lnTo>
                    <a:pt x="1869" y="843"/>
                  </a:lnTo>
                  <a:lnTo>
                    <a:pt x="1869" y="843"/>
                  </a:lnTo>
                  <a:lnTo>
                    <a:pt x="1869" y="845"/>
                  </a:lnTo>
                  <a:lnTo>
                    <a:pt x="1869" y="845"/>
                  </a:lnTo>
                  <a:lnTo>
                    <a:pt x="1869" y="845"/>
                  </a:lnTo>
                  <a:lnTo>
                    <a:pt x="1869" y="847"/>
                  </a:lnTo>
                  <a:lnTo>
                    <a:pt x="1871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4" y="847"/>
                  </a:lnTo>
                  <a:lnTo>
                    <a:pt x="1871" y="847"/>
                  </a:lnTo>
                  <a:lnTo>
                    <a:pt x="1871" y="850"/>
                  </a:lnTo>
                  <a:lnTo>
                    <a:pt x="1871" y="847"/>
                  </a:lnTo>
                  <a:lnTo>
                    <a:pt x="1874" y="847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4" y="850"/>
                  </a:lnTo>
                  <a:lnTo>
                    <a:pt x="1876" y="850"/>
                  </a:lnTo>
                  <a:lnTo>
                    <a:pt x="1878" y="850"/>
                  </a:lnTo>
                  <a:lnTo>
                    <a:pt x="1881" y="850"/>
                  </a:lnTo>
                  <a:lnTo>
                    <a:pt x="1878" y="850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4" y="852"/>
                  </a:lnTo>
                  <a:lnTo>
                    <a:pt x="1871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9" y="852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4"/>
                  </a:lnTo>
                  <a:lnTo>
                    <a:pt x="1867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7"/>
                  </a:lnTo>
                  <a:lnTo>
                    <a:pt x="1869" y="859"/>
                  </a:lnTo>
                  <a:lnTo>
                    <a:pt x="1869" y="859"/>
                  </a:lnTo>
                  <a:lnTo>
                    <a:pt x="1871" y="859"/>
                  </a:lnTo>
                  <a:lnTo>
                    <a:pt x="1871" y="859"/>
                  </a:lnTo>
                  <a:lnTo>
                    <a:pt x="1871" y="857"/>
                  </a:lnTo>
                  <a:lnTo>
                    <a:pt x="1871" y="857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4" y="859"/>
                  </a:lnTo>
                  <a:lnTo>
                    <a:pt x="1874" y="857"/>
                  </a:lnTo>
                  <a:lnTo>
                    <a:pt x="1874" y="857"/>
                  </a:lnTo>
                  <a:lnTo>
                    <a:pt x="1878" y="857"/>
                  </a:lnTo>
                  <a:lnTo>
                    <a:pt x="1878" y="854"/>
                  </a:lnTo>
                  <a:lnTo>
                    <a:pt x="1878" y="854"/>
                  </a:lnTo>
                  <a:lnTo>
                    <a:pt x="1881" y="854"/>
                  </a:lnTo>
                  <a:lnTo>
                    <a:pt x="1881" y="857"/>
                  </a:lnTo>
                  <a:lnTo>
                    <a:pt x="1881" y="857"/>
                  </a:lnTo>
                  <a:lnTo>
                    <a:pt x="1878" y="859"/>
                  </a:lnTo>
                  <a:lnTo>
                    <a:pt x="1876" y="859"/>
                  </a:lnTo>
                  <a:lnTo>
                    <a:pt x="1876" y="859"/>
                  </a:lnTo>
                  <a:lnTo>
                    <a:pt x="1876" y="861"/>
                  </a:lnTo>
                  <a:lnTo>
                    <a:pt x="1881" y="859"/>
                  </a:lnTo>
                  <a:lnTo>
                    <a:pt x="1881" y="859"/>
                  </a:lnTo>
                  <a:lnTo>
                    <a:pt x="1881" y="859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4"/>
                  </a:lnTo>
                  <a:lnTo>
                    <a:pt x="1883" y="857"/>
                  </a:lnTo>
                  <a:lnTo>
                    <a:pt x="1883" y="857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8" y="859"/>
                  </a:lnTo>
                  <a:lnTo>
                    <a:pt x="1888" y="861"/>
                  </a:lnTo>
                  <a:lnTo>
                    <a:pt x="1890" y="861"/>
                  </a:lnTo>
                  <a:lnTo>
                    <a:pt x="1890" y="859"/>
                  </a:lnTo>
                  <a:lnTo>
                    <a:pt x="1893" y="859"/>
                  </a:lnTo>
                  <a:lnTo>
                    <a:pt x="1890" y="859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90" y="857"/>
                  </a:lnTo>
                  <a:lnTo>
                    <a:pt x="1888" y="854"/>
                  </a:lnTo>
                  <a:lnTo>
                    <a:pt x="1888" y="854"/>
                  </a:lnTo>
                  <a:lnTo>
                    <a:pt x="1890" y="854"/>
                  </a:lnTo>
                  <a:lnTo>
                    <a:pt x="1890" y="854"/>
                  </a:lnTo>
                  <a:lnTo>
                    <a:pt x="1890" y="857"/>
                  </a:lnTo>
                  <a:lnTo>
                    <a:pt x="1893" y="857"/>
                  </a:lnTo>
                  <a:lnTo>
                    <a:pt x="1893" y="857"/>
                  </a:lnTo>
                  <a:lnTo>
                    <a:pt x="1893" y="859"/>
                  </a:lnTo>
                  <a:lnTo>
                    <a:pt x="1893" y="859"/>
                  </a:lnTo>
                  <a:lnTo>
                    <a:pt x="1893" y="861"/>
                  </a:lnTo>
                  <a:lnTo>
                    <a:pt x="1893" y="864"/>
                  </a:lnTo>
                  <a:lnTo>
                    <a:pt x="1893" y="864"/>
                  </a:lnTo>
                  <a:lnTo>
                    <a:pt x="1893" y="864"/>
                  </a:lnTo>
                  <a:lnTo>
                    <a:pt x="1893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1"/>
                  </a:lnTo>
                  <a:lnTo>
                    <a:pt x="1895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7" y="864"/>
                  </a:lnTo>
                  <a:lnTo>
                    <a:pt x="1895" y="864"/>
                  </a:lnTo>
                  <a:lnTo>
                    <a:pt x="1895" y="866"/>
                  </a:lnTo>
                  <a:lnTo>
                    <a:pt x="1895" y="866"/>
                  </a:lnTo>
                  <a:lnTo>
                    <a:pt x="1895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6"/>
                  </a:lnTo>
                  <a:lnTo>
                    <a:pt x="1897" y="869"/>
                  </a:lnTo>
                  <a:lnTo>
                    <a:pt x="1897" y="869"/>
                  </a:lnTo>
                  <a:lnTo>
                    <a:pt x="1897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5" y="869"/>
                  </a:lnTo>
                  <a:lnTo>
                    <a:pt x="1897" y="871"/>
                  </a:lnTo>
                  <a:lnTo>
                    <a:pt x="1897" y="871"/>
                  </a:lnTo>
                  <a:lnTo>
                    <a:pt x="1900" y="871"/>
                  </a:lnTo>
                  <a:lnTo>
                    <a:pt x="1900" y="869"/>
                  </a:lnTo>
                  <a:lnTo>
                    <a:pt x="1900" y="866"/>
                  </a:lnTo>
                  <a:lnTo>
                    <a:pt x="1900" y="866"/>
                  </a:lnTo>
                  <a:lnTo>
                    <a:pt x="1900" y="869"/>
                  </a:lnTo>
                  <a:lnTo>
                    <a:pt x="1900" y="869"/>
                  </a:lnTo>
                  <a:lnTo>
                    <a:pt x="1900" y="869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0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71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9"/>
                  </a:lnTo>
                  <a:lnTo>
                    <a:pt x="1902" y="866"/>
                  </a:lnTo>
                  <a:lnTo>
                    <a:pt x="1902" y="864"/>
                  </a:lnTo>
                  <a:lnTo>
                    <a:pt x="1902" y="864"/>
                  </a:lnTo>
                  <a:lnTo>
                    <a:pt x="1902" y="866"/>
                  </a:lnTo>
                  <a:lnTo>
                    <a:pt x="1902" y="866"/>
                  </a:lnTo>
                  <a:lnTo>
                    <a:pt x="1902" y="866"/>
                  </a:lnTo>
                  <a:lnTo>
                    <a:pt x="1902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5" y="869"/>
                  </a:lnTo>
                  <a:lnTo>
                    <a:pt x="1902" y="869"/>
                  </a:lnTo>
                  <a:lnTo>
                    <a:pt x="1905" y="869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5" y="871"/>
                  </a:lnTo>
                  <a:lnTo>
                    <a:pt x="1907" y="871"/>
                  </a:lnTo>
                  <a:lnTo>
                    <a:pt x="1907" y="871"/>
                  </a:lnTo>
                  <a:lnTo>
                    <a:pt x="1907" y="871"/>
                  </a:lnTo>
                  <a:lnTo>
                    <a:pt x="1909" y="871"/>
                  </a:lnTo>
                  <a:lnTo>
                    <a:pt x="1907" y="871"/>
                  </a:lnTo>
                  <a:lnTo>
                    <a:pt x="1907" y="873"/>
                  </a:lnTo>
                  <a:lnTo>
                    <a:pt x="1907" y="873"/>
                  </a:lnTo>
                  <a:lnTo>
                    <a:pt x="1907" y="873"/>
                  </a:lnTo>
                  <a:lnTo>
                    <a:pt x="1909" y="873"/>
                  </a:lnTo>
                  <a:lnTo>
                    <a:pt x="1909" y="873"/>
                  </a:lnTo>
                  <a:lnTo>
                    <a:pt x="1909" y="873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6"/>
                  </a:lnTo>
                  <a:lnTo>
                    <a:pt x="1909" y="873"/>
                  </a:lnTo>
                  <a:lnTo>
                    <a:pt x="1912" y="873"/>
                  </a:lnTo>
                  <a:lnTo>
                    <a:pt x="1912" y="873"/>
                  </a:lnTo>
                  <a:lnTo>
                    <a:pt x="1912" y="876"/>
                  </a:lnTo>
                  <a:lnTo>
                    <a:pt x="1912" y="876"/>
                  </a:lnTo>
                  <a:lnTo>
                    <a:pt x="1912" y="876"/>
                  </a:lnTo>
                  <a:lnTo>
                    <a:pt x="1909" y="876"/>
                  </a:lnTo>
                  <a:lnTo>
                    <a:pt x="1909" y="878"/>
                  </a:lnTo>
                  <a:lnTo>
                    <a:pt x="1909" y="878"/>
                  </a:lnTo>
                  <a:lnTo>
                    <a:pt x="1909" y="878"/>
                  </a:lnTo>
                  <a:lnTo>
                    <a:pt x="1912" y="880"/>
                  </a:lnTo>
                  <a:lnTo>
                    <a:pt x="1912" y="880"/>
                  </a:lnTo>
                  <a:lnTo>
                    <a:pt x="1912" y="878"/>
                  </a:lnTo>
                  <a:lnTo>
                    <a:pt x="1914" y="878"/>
                  </a:lnTo>
                  <a:lnTo>
                    <a:pt x="1916" y="880"/>
                  </a:lnTo>
                  <a:lnTo>
                    <a:pt x="1916" y="880"/>
                  </a:lnTo>
                  <a:lnTo>
                    <a:pt x="1916" y="878"/>
                  </a:lnTo>
                  <a:lnTo>
                    <a:pt x="1916" y="878"/>
                  </a:lnTo>
                  <a:lnTo>
                    <a:pt x="1916" y="878"/>
                  </a:lnTo>
                  <a:lnTo>
                    <a:pt x="1919" y="878"/>
                  </a:lnTo>
                  <a:lnTo>
                    <a:pt x="1919" y="878"/>
                  </a:lnTo>
                  <a:lnTo>
                    <a:pt x="1921" y="878"/>
                  </a:lnTo>
                  <a:lnTo>
                    <a:pt x="1921" y="878"/>
                  </a:lnTo>
                  <a:lnTo>
                    <a:pt x="1921" y="878"/>
                  </a:lnTo>
                  <a:close/>
                  <a:moveTo>
                    <a:pt x="1883" y="861"/>
                  </a:move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4"/>
                  </a:lnTo>
                  <a:lnTo>
                    <a:pt x="1883" y="864"/>
                  </a:lnTo>
                  <a:lnTo>
                    <a:pt x="1886" y="864"/>
                  </a:lnTo>
                  <a:lnTo>
                    <a:pt x="1886" y="866"/>
                  </a:lnTo>
                  <a:lnTo>
                    <a:pt x="1886" y="864"/>
                  </a:lnTo>
                  <a:lnTo>
                    <a:pt x="1886" y="866"/>
                  </a:lnTo>
                  <a:lnTo>
                    <a:pt x="1888" y="866"/>
                  </a:lnTo>
                  <a:lnTo>
                    <a:pt x="1888" y="866"/>
                  </a:lnTo>
                  <a:lnTo>
                    <a:pt x="1886" y="866"/>
                  </a:lnTo>
                  <a:lnTo>
                    <a:pt x="1886" y="866"/>
                  </a:lnTo>
                  <a:lnTo>
                    <a:pt x="1886" y="866"/>
                  </a:lnTo>
                  <a:lnTo>
                    <a:pt x="1886" y="869"/>
                  </a:lnTo>
                  <a:lnTo>
                    <a:pt x="1886" y="869"/>
                  </a:lnTo>
                  <a:lnTo>
                    <a:pt x="1886" y="869"/>
                  </a:lnTo>
                  <a:lnTo>
                    <a:pt x="1888" y="869"/>
                  </a:lnTo>
                  <a:lnTo>
                    <a:pt x="1888" y="869"/>
                  </a:lnTo>
                  <a:lnTo>
                    <a:pt x="1888" y="869"/>
                  </a:lnTo>
                  <a:lnTo>
                    <a:pt x="1890" y="869"/>
                  </a:lnTo>
                  <a:lnTo>
                    <a:pt x="1890" y="869"/>
                  </a:lnTo>
                  <a:lnTo>
                    <a:pt x="1890" y="871"/>
                  </a:lnTo>
                  <a:lnTo>
                    <a:pt x="1893" y="866"/>
                  </a:lnTo>
                  <a:lnTo>
                    <a:pt x="1893" y="866"/>
                  </a:lnTo>
                  <a:lnTo>
                    <a:pt x="1888" y="861"/>
                  </a:lnTo>
                  <a:lnTo>
                    <a:pt x="1888" y="861"/>
                  </a:lnTo>
                  <a:lnTo>
                    <a:pt x="1886" y="859"/>
                  </a:lnTo>
                  <a:lnTo>
                    <a:pt x="1886" y="859"/>
                  </a:lnTo>
                  <a:lnTo>
                    <a:pt x="1883" y="859"/>
                  </a:lnTo>
                  <a:lnTo>
                    <a:pt x="1883" y="859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lnTo>
                    <a:pt x="1883" y="861"/>
                  </a:lnTo>
                  <a:close/>
                  <a:moveTo>
                    <a:pt x="1897" y="885"/>
                  </a:moveTo>
                  <a:lnTo>
                    <a:pt x="1897" y="885"/>
                  </a:lnTo>
                  <a:lnTo>
                    <a:pt x="1895" y="885"/>
                  </a:lnTo>
                  <a:lnTo>
                    <a:pt x="1895" y="885"/>
                  </a:lnTo>
                  <a:lnTo>
                    <a:pt x="1895" y="885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3"/>
                  </a:lnTo>
                  <a:lnTo>
                    <a:pt x="1895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3" y="880"/>
                  </a:lnTo>
                  <a:lnTo>
                    <a:pt x="1890" y="880"/>
                  </a:lnTo>
                  <a:lnTo>
                    <a:pt x="1890" y="880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90" y="878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8" y="876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3"/>
                  </a:lnTo>
                  <a:lnTo>
                    <a:pt x="1886" y="873"/>
                  </a:lnTo>
                  <a:lnTo>
                    <a:pt x="1886" y="876"/>
                  </a:lnTo>
                  <a:lnTo>
                    <a:pt x="1886" y="876"/>
                  </a:lnTo>
                  <a:lnTo>
                    <a:pt x="1886" y="873"/>
                  </a:lnTo>
                  <a:lnTo>
                    <a:pt x="1883" y="871"/>
                  </a:lnTo>
                  <a:lnTo>
                    <a:pt x="1883" y="871"/>
                  </a:lnTo>
                  <a:lnTo>
                    <a:pt x="1881" y="871"/>
                  </a:lnTo>
                  <a:lnTo>
                    <a:pt x="1881" y="871"/>
                  </a:lnTo>
                  <a:lnTo>
                    <a:pt x="1881" y="871"/>
                  </a:lnTo>
                  <a:lnTo>
                    <a:pt x="1878" y="871"/>
                  </a:lnTo>
                  <a:lnTo>
                    <a:pt x="1881" y="871"/>
                  </a:lnTo>
                  <a:lnTo>
                    <a:pt x="1881" y="869"/>
                  </a:lnTo>
                  <a:lnTo>
                    <a:pt x="1881" y="869"/>
                  </a:lnTo>
                  <a:lnTo>
                    <a:pt x="1878" y="869"/>
                  </a:lnTo>
                  <a:lnTo>
                    <a:pt x="1878" y="866"/>
                  </a:lnTo>
                  <a:lnTo>
                    <a:pt x="1878" y="866"/>
                  </a:lnTo>
                  <a:lnTo>
                    <a:pt x="1881" y="869"/>
                  </a:lnTo>
                  <a:lnTo>
                    <a:pt x="1883" y="869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81" y="866"/>
                  </a:lnTo>
                  <a:lnTo>
                    <a:pt x="1878" y="864"/>
                  </a:lnTo>
                  <a:lnTo>
                    <a:pt x="1878" y="864"/>
                  </a:lnTo>
                  <a:lnTo>
                    <a:pt x="1876" y="864"/>
                  </a:lnTo>
                  <a:lnTo>
                    <a:pt x="1876" y="861"/>
                  </a:lnTo>
                  <a:lnTo>
                    <a:pt x="1876" y="861"/>
                  </a:lnTo>
                  <a:lnTo>
                    <a:pt x="1876" y="861"/>
                  </a:lnTo>
                  <a:lnTo>
                    <a:pt x="1874" y="861"/>
                  </a:lnTo>
                  <a:lnTo>
                    <a:pt x="1874" y="861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4" y="859"/>
                  </a:lnTo>
                  <a:lnTo>
                    <a:pt x="1871" y="859"/>
                  </a:lnTo>
                  <a:lnTo>
                    <a:pt x="1871" y="861"/>
                  </a:lnTo>
                  <a:lnTo>
                    <a:pt x="1871" y="861"/>
                  </a:lnTo>
                  <a:lnTo>
                    <a:pt x="1871" y="861"/>
                  </a:lnTo>
                  <a:lnTo>
                    <a:pt x="1874" y="864"/>
                  </a:lnTo>
                  <a:lnTo>
                    <a:pt x="1871" y="864"/>
                  </a:lnTo>
                  <a:lnTo>
                    <a:pt x="1871" y="864"/>
                  </a:lnTo>
                  <a:lnTo>
                    <a:pt x="1871" y="864"/>
                  </a:lnTo>
                  <a:lnTo>
                    <a:pt x="1874" y="864"/>
                  </a:lnTo>
                  <a:lnTo>
                    <a:pt x="1874" y="864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1" y="866"/>
                  </a:lnTo>
                  <a:lnTo>
                    <a:pt x="1871" y="866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4" y="866"/>
                  </a:lnTo>
                  <a:lnTo>
                    <a:pt x="1876" y="866"/>
                  </a:lnTo>
                  <a:lnTo>
                    <a:pt x="1876" y="869"/>
                  </a:lnTo>
                  <a:lnTo>
                    <a:pt x="1874" y="869"/>
                  </a:lnTo>
                  <a:lnTo>
                    <a:pt x="1874" y="869"/>
                  </a:lnTo>
                  <a:lnTo>
                    <a:pt x="1874" y="869"/>
                  </a:lnTo>
                  <a:lnTo>
                    <a:pt x="1874" y="871"/>
                  </a:lnTo>
                  <a:lnTo>
                    <a:pt x="1874" y="871"/>
                  </a:lnTo>
                  <a:lnTo>
                    <a:pt x="1874" y="871"/>
                  </a:lnTo>
                  <a:lnTo>
                    <a:pt x="1876" y="873"/>
                  </a:lnTo>
                  <a:lnTo>
                    <a:pt x="1878" y="873"/>
                  </a:lnTo>
                  <a:lnTo>
                    <a:pt x="1876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6"/>
                  </a:lnTo>
                  <a:lnTo>
                    <a:pt x="1878" y="878"/>
                  </a:lnTo>
                  <a:lnTo>
                    <a:pt x="1878" y="878"/>
                  </a:lnTo>
                  <a:lnTo>
                    <a:pt x="1878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6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1" y="878"/>
                  </a:lnTo>
                  <a:lnTo>
                    <a:pt x="1883" y="878"/>
                  </a:lnTo>
                  <a:lnTo>
                    <a:pt x="1883" y="878"/>
                  </a:lnTo>
                  <a:lnTo>
                    <a:pt x="1883" y="878"/>
                  </a:lnTo>
                  <a:lnTo>
                    <a:pt x="1883" y="880"/>
                  </a:lnTo>
                  <a:lnTo>
                    <a:pt x="1883" y="880"/>
                  </a:lnTo>
                  <a:lnTo>
                    <a:pt x="1883" y="880"/>
                  </a:lnTo>
                  <a:lnTo>
                    <a:pt x="1886" y="880"/>
                  </a:lnTo>
                  <a:lnTo>
                    <a:pt x="1886" y="883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0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88" y="883"/>
                  </a:lnTo>
                  <a:lnTo>
                    <a:pt x="1893" y="885"/>
                  </a:lnTo>
                  <a:lnTo>
                    <a:pt x="1893" y="885"/>
                  </a:lnTo>
                  <a:lnTo>
                    <a:pt x="1890" y="885"/>
                  </a:lnTo>
                  <a:lnTo>
                    <a:pt x="1890" y="885"/>
                  </a:lnTo>
                  <a:lnTo>
                    <a:pt x="1893" y="888"/>
                  </a:lnTo>
                  <a:lnTo>
                    <a:pt x="1893" y="888"/>
                  </a:lnTo>
                  <a:lnTo>
                    <a:pt x="1893" y="888"/>
                  </a:lnTo>
                  <a:lnTo>
                    <a:pt x="1895" y="888"/>
                  </a:lnTo>
                  <a:lnTo>
                    <a:pt x="1895" y="888"/>
                  </a:lnTo>
                  <a:lnTo>
                    <a:pt x="1895" y="888"/>
                  </a:lnTo>
                  <a:lnTo>
                    <a:pt x="1897" y="888"/>
                  </a:lnTo>
                  <a:lnTo>
                    <a:pt x="1897" y="888"/>
                  </a:lnTo>
                  <a:lnTo>
                    <a:pt x="1900" y="888"/>
                  </a:lnTo>
                  <a:lnTo>
                    <a:pt x="1897" y="885"/>
                  </a:lnTo>
                  <a:lnTo>
                    <a:pt x="1897" y="885"/>
                  </a:lnTo>
                  <a:close/>
                  <a:moveTo>
                    <a:pt x="1862" y="850"/>
                  </a:moveTo>
                  <a:lnTo>
                    <a:pt x="1862" y="850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7"/>
                  </a:lnTo>
                  <a:lnTo>
                    <a:pt x="1864" y="845"/>
                  </a:lnTo>
                  <a:lnTo>
                    <a:pt x="1864" y="845"/>
                  </a:lnTo>
                  <a:lnTo>
                    <a:pt x="1862" y="845"/>
                  </a:lnTo>
                  <a:lnTo>
                    <a:pt x="1862" y="845"/>
                  </a:lnTo>
                  <a:lnTo>
                    <a:pt x="1862" y="845"/>
                  </a:lnTo>
                  <a:lnTo>
                    <a:pt x="1860" y="845"/>
                  </a:lnTo>
                  <a:lnTo>
                    <a:pt x="1857" y="845"/>
                  </a:lnTo>
                  <a:lnTo>
                    <a:pt x="1857" y="845"/>
                  </a:lnTo>
                  <a:lnTo>
                    <a:pt x="1857" y="847"/>
                  </a:lnTo>
                  <a:lnTo>
                    <a:pt x="1860" y="847"/>
                  </a:lnTo>
                  <a:lnTo>
                    <a:pt x="1860" y="847"/>
                  </a:lnTo>
                  <a:lnTo>
                    <a:pt x="1862" y="850"/>
                  </a:lnTo>
                  <a:lnTo>
                    <a:pt x="1862" y="850"/>
                  </a:lnTo>
                  <a:lnTo>
                    <a:pt x="1862" y="850"/>
                  </a:lnTo>
                  <a:close/>
                  <a:moveTo>
                    <a:pt x="1869" y="859"/>
                  </a:moveTo>
                  <a:lnTo>
                    <a:pt x="1869" y="859"/>
                  </a:lnTo>
                  <a:lnTo>
                    <a:pt x="1869" y="859"/>
                  </a:lnTo>
                  <a:lnTo>
                    <a:pt x="1867" y="859"/>
                  </a:lnTo>
                  <a:lnTo>
                    <a:pt x="1867" y="861"/>
                  </a:lnTo>
                  <a:lnTo>
                    <a:pt x="1867" y="859"/>
                  </a:lnTo>
                  <a:lnTo>
                    <a:pt x="1867" y="859"/>
                  </a:lnTo>
                  <a:lnTo>
                    <a:pt x="1867" y="857"/>
                  </a:lnTo>
                  <a:lnTo>
                    <a:pt x="1867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7"/>
                  </a:lnTo>
                  <a:lnTo>
                    <a:pt x="1864" y="859"/>
                  </a:lnTo>
                  <a:lnTo>
                    <a:pt x="1864" y="859"/>
                  </a:lnTo>
                  <a:lnTo>
                    <a:pt x="1862" y="859"/>
                  </a:lnTo>
                  <a:lnTo>
                    <a:pt x="1862" y="859"/>
                  </a:lnTo>
                  <a:lnTo>
                    <a:pt x="1862" y="859"/>
                  </a:lnTo>
                  <a:lnTo>
                    <a:pt x="1862" y="861"/>
                  </a:lnTo>
                  <a:lnTo>
                    <a:pt x="1864" y="861"/>
                  </a:lnTo>
                  <a:lnTo>
                    <a:pt x="1864" y="861"/>
                  </a:lnTo>
                  <a:lnTo>
                    <a:pt x="1864" y="861"/>
                  </a:lnTo>
                  <a:lnTo>
                    <a:pt x="1862" y="861"/>
                  </a:lnTo>
                  <a:lnTo>
                    <a:pt x="1862" y="861"/>
                  </a:lnTo>
                  <a:lnTo>
                    <a:pt x="1862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6"/>
                  </a:lnTo>
                  <a:lnTo>
                    <a:pt x="1864" y="866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4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7" y="864"/>
                  </a:lnTo>
                  <a:lnTo>
                    <a:pt x="1869" y="864"/>
                  </a:lnTo>
                  <a:lnTo>
                    <a:pt x="1869" y="864"/>
                  </a:lnTo>
                  <a:lnTo>
                    <a:pt x="1869" y="864"/>
                  </a:lnTo>
                  <a:lnTo>
                    <a:pt x="1869" y="861"/>
                  </a:lnTo>
                  <a:lnTo>
                    <a:pt x="1869" y="861"/>
                  </a:lnTo>
                  <a:lnTo>
                    <a:pt x="1869" y="861"/>
                  </a:lnTo>
                  <a:lnTo>
                    <a:pt x="1869" y="859"/>
                  </a:lnTo>
                  <a:lnTo>
                    <a:pt x="1869" y="859"/>
                  </a:lnTo>
                  <a:close/>
                  <a:moveTo>
                    <a:pt x="1278" y="613"/>
                  </a:moveTo>
                  <a:lnTo>
                    <a:pt x="1280" y="613"/>
                  </a:lnTo>
                  <a:lnTo>
                    <a:pt x="1280" y="611"/>
                  </a:lnTo>
                  <a:lnTo>
                    <a:pt x="1280" y="611"/>
                  </a:lnTo>
                  <a:lnTo>
                    <a:pt x="1280" y="611"/>
                  </a:lnTo>
                  <a:lnTo>
                    <a:pt x="1278" y="611"/>
                  </a:lnTo>
                  <a:lnTo>
                    <a:pt x="1278" y="611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lnTo>
                    <a:pt x="1278" y="613"/>
                  </a:lnTo>
                  <a:close/>
                  <a:moveTo>
                    <a:pt x="902" y="272"/>
                  </a:moveTo>
                  <a:lnTo>
                    <a:pt x="902" y="272"/>
                  </a:lnTo>
                  <a:lnTo>
                    <a:pt x="904" y="272"/>
                  </a:lnTo>
                  <a:lnTo>
                    <a:pt x="904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09" y="272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1" y="270"/>
                  </a:lnTo>
                  <a:lnTo>
                    <a:pt x="913" y="270"/>
                  </a:lnTo>
                  <a:lnTo>
                    <a:pt x="913" y="270"/>
                  </a:lnTo>
                  <a:lnTo>
                    <a:pt x="911" y="270"/>
                  </a:lnTo>
                  <a:lnTo>
                    <a:pt x="897" y="275"/>
                  </a:lnTo>
                  <a:lnTo>
                    <a:pt x="899" y="275"/>
                  </a:lnTo>
                  <a:lnTo>
                    <a:pt x="902" y="272"/>
                  </a:lnTo>
                  <a:close/>
                  <a:moveTo>
                    <a:pt x="897" y="275"/>
                  </a:moveTo>
                  <a:lnTo>
                    <a:pt x="897" y="275"/>
                  </a:lnTo>
                  <a:lnTo>
                    <a:pt x="897" y="275"/>
                  </a:lnTo>
                  <a:lnTo>
                    <a:pt x="897" y="275"/>
                  </a:lnTo>
                  <a:close/>
                  <a:moveTo>
                    <a:pt x="897" y="275"/>
                  </a:moveTo>
                  <a:lnTo>
                    <a:pt x="897" y="275"/>
                  </a:lnTo>
                  <a:lnTo>
                    <a:pt x="895" y="275"/>
                  </a:lnTo>
                  <a:lnTo>
                    <a:pt x="897" y="275"/>
                  </a:lnTo>
                  <a:lnTo>
                    <a:pt x="897" y="275"/>
                  </a:lnTo>
                  <a:close/>
                  <a:moveTo>
                    <a:pt x="895" y="275"/>
                  </a:moveTo>
                  <a:lnTo>
                    <a:pt x="895" y="275"/>
                  </a:lnTo>
                  <a:lnTo>
                    <a:pt x="895" y="275"/>
                  </a:lnTo>
                  <a:lnTo>
                    <a:pt x="895" y="275"/>
                  </a:lnTo>
                  <a:lnTo>
                    <a:pt x="895" y="275"/>
                  </a:lnTo>
                  <a:close/>
                  <a:moveTo>
                    <a:pt x="890" y="277"/>
                  </a:moveTo>
                  <a:lnTo>
                    <a:pt x="890" y="277"/>
                  </a:lnTo>
                  <a:lnTo>
                    <a:pt x="890" y="277"/>
                  </a:lnTo>
                  <a:lnTo>
                    <a:pt x="890" y="277"/>
                  </a:lnTo>
                  <a:lnTo>
                    <a:pt x="892" y="275"/>
                  </a:lnTo>
                  <a:lnTo>
                    <a:pt x="892" y="275"/>
                  </a:lnTo>
                  <a:lnTo>
                    <a:pt x="895" y="275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87" y="277"/>
                  </a:lnTo>
                  <a:lnTo>
                    <a:pt x="890" y="277"/>
                  </a:lnTo>
                  <a:close/>
                  <a:moveTo>
                    <a:pt x="876" y="284"/>
                  </a:move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8" y="282"/>
                  </a:lnTo>
                  <a:lnTo>
                    <a:pt x="876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6" y="284"/>
                  </a:lnTo>
                  <a:close/>
                  <a:moveTo>
                    <a:pt x="880" y="282"/>
                  </a:moveTo>
                  <a:lnTo>
                    <a:pt x="883" y="279"/>
                  </a:lnTo>
                  <a:lnTo>
                    <a:pt x="883" y="279"/>
                  </a:lnTo>
                  <a:lnTo>
                    <a:pt x="885" y="279"/>
                  </a:lnTo>
                  <a:lnTo>
                    <a:pt x="885" y="279"/>
                  </a:lnTo>
                  <a:lnTo>
                    <a:pt x="883" y="279"/>
                  </a:lnTo>
                  <a:lnTo>
                    <a:pt x="880" y="279"/>
                  </a:lnTo>
                  <a:lnTo>
                    <a:pt x="880" y="279"/>
                  </a:lnTo>
                  <a:lnTo>
                    <a:pt x="880" y="282"/>
                  </a:lnTo>
                  <a:lnTo>
                    <a:pt x="880" y="282"/>
                  </a:lnTo>
                  <a:lnTo>
                    <a:pt x="880" y="282"/>
                  </a:lnTo>
                  <a:lnTo>
                    <a:pt x="880" y="282"/>
                  </a:lnTo>
                  <a:close/>
                  <a:moveTo>
                    <a:pt x="975" y="97"/>
                  </a:moveTo>
                  <a:lnTo>
                    <a:pt x="975" y="95"/>
                  </a:lnTo>
                  <a:lnTo>
                    <a:pt x="975" y="92"/>
                  </a:lnTo>
                  <a:lnTo>
                    <a:pt x="975" y="90"/>
                  </a:lnTo>
                  <a:lnTo>
                    <a:pt x="977" y="90"/>
                  </a:lnTo>
                  <a:lnTo>
                    <a:pt x="977" y="90"/>
                  </a:lnTo>
                  <a:lnTo>
                    <a:pt x="975" y="90"/>
                  </a:lnTo>
                  <a:lnTo>
                    <a:pt x="975" y="92"/>
                  </a:lnTo>
                  <a:lnTo>
                    <a:pt x="975" y="95"/>
                  </a:lnTo>
                  <a:lnTo>
                    <a:pt x="975" y="97"/>
                  </a:lnTo>
                  <a:lnTo>
                    <a:pt x="975" y="99"/>
                  </a:lnTo>
                  <a:lnTo>
                    <a:pt x="975" y="99"/>
                  </a:lnTo>
                  <a:lnTo>
                    <a:pt x="975" y="102"/>
                  </a:lnTo>
                  <a:lnTo>
                    <a:pt x="975" y="97"/>
                  </a:lnTo>
                  <a:lnTo>
                    <a:pt x="975" y="97"/>
                  </a:lnTo>
                  <a:close/>
                  <a:moveTo>
                    <a:pt x="977" y="746"/>
                  </a:moveTo>
                  <a:lnTo>
                    <a:pt x="977" y="748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lnTo>
                    <a:pt x="977" y="746"/>
                  </a:lnTo>
                  <a:close/>
                  <a:moveTo>
                    <a:pt x="1427" y="73"/>
                  </a:moveTo>
                  <a:lnTo>
                    <a:pt x="1427" y="73"/>
                  </a:lnTo>
                  <a:lnTo>
                    <a:pt x="1427" y="73"/>
                  </a:lnTo>
                  <a:lnTo>
                    <a:pt x="1429" y="73"/>
                  </a:lnTo>
                  <a:lnTo>
                    <a:pt x="1431" y="73"/>
                  </a:lnTo>
                  <a:lnTo>
                    <a:pt x="1434" y="76"/>
                  </a:lnTo>
                  <a:lnTo>
                    <a:pt x="1434" y="78"/>
                  </a:lnTo>
                  <a:lnTo>
                    <a:pt x="1436" y="78"/>
                  </a:lnTo>
                  <a:lnTo>
                    <a:pt x="1436" y="78"/>
                  </a:lnTo>
                  <a:lnTo>
                    <a:pt x="1434" y="76"/>
                  </a:lnTo>
                  <a:lnTo>
                    <a:pt x="1434" y="76"/>
                  </a:lnTo>
                  <a:lnTo>
                    <a:pt x="1431" y="73"/>
                  </a:lnTo>
                  <a:lnTo>
                    <a:pt x="1424" y="71"/>
                  </a:lnTo>
                  <a:lnTo>
                    <a:pt x="1424" y="71"/>
                  </a:lnTo>
                  <a:lnTo>
                    <a:pt x="1424" y="73"/>
                  </a:lnTo>
                  <a:lnTo>
                    <a:pt x="1427" y="73"/>
                  </a:lnTo>
                  <a:close/>
                  <a:moveTo>
                    <a:pt x="1008" y="54"/>
                  </a:moveTo>
                  <a:lnTo>
                    <a:pt x="1015" y="57"/>
                  </a:lnTo>
                  <a:lnTo>
                    <a:pt x="1008" y="54"/>
                  </a:lnTo>
                  <a:lnTo>
                    <a:pt x="1006" y="54"/>
                  </a:lnTo>
                  <a:lnTo>
                    <a:pt x="1006" y="57"/>
                  </a:lnTo>
                  <a:lnTo>
                    <a:pt x="1006" y="57"/>
                  </a:lnTo>
                  <a:lnTo>
                    <a:pt x="1006" y="54"/>
                  </a:lnTo>
                  <a:lnTo>
                    <a:pt x="1008" y="54"/>
                  </a:lnTo>
                  <a:close/>
                  <a:moveTo>
                    <a:pt x="989" y="73"/>
                  </a:moveTo>
                  <a:lnTo>
                    <a:pt x="989" y="71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91" y="69"/>
                  </a:lnTo>
                  <a:lnTo>
                    <a:pt x="989" y="69"/>
                  </a:lnTo>
                  <a:lnTo>
                    <a:pt x="989" y="71"/>
                  </a:lnTo>
                  <a:lnTo>
                    <a:pt x="989" y="71"/>
                  </a:lnTo>
                  <a:lnTo>
                    <a:pt x="987" y="73"/>
                  </a:lnTo>
                  <a:lnTo>
                    <a:pt x="984" y="76"/>
                  </a:lnTo>
                  <a:lnTo>
                    <a:pt x="987" y="73"/>
                  </a:lnTo>
                  <a:lnTo>
                    <a:pt x="989" y="73"/>
                  </a:lnTo>
                  <a:close/>
                  <a:moveTo>
                    <a:pt x="994" y="66"/>
                  </a:moveTo>
                  <a:lnTo>
                    <a:pt x="994" y="64"/>
                  </a:lnTo>
                  <a:lnTo>
                    <a:pt x="996" y="61"/>
                  </a:lnTo>
                  <a:lnTo>
                    <a:pt x="1001" y="59"/>
                  </a:lnTo>
                  <a:lnTo>
                    <a:pt x="999" y="59"/>
                  </a:lnTo>
                  <a:lnTo>
                    <a:pt x="994" y="64"/>
                  </a:lnTo>
                  <a:lnTo>
                    <a:pt x="994" y="64"/>
                  </a:lnTo>
                  <a:lnTo>
                    <a:pt x="991" y="66"/>
                  </a:lnTo>
                  <a:lnTo>
                    <a:pt x="991" y="66"/>
                  </a:lnTo>
                  <a:lnTo>
                    <a:pt x="994" y="66"/>
                  </a:lnTo>
                  <a:close/>
                  <a:moveTo>
                    <a:pt x="980" y="83"/>
                  </a:moveTo>
                  <a:lnTo>
                    <a:pt x="980" y="83"/>
                  </a:lnTo>
                  <a:lnTo>
                    <a:pt x="984" y="78"/>
                  </a:lnTo>
                  <a:lnTo>
                    <a:pt x="984" y="76"/>
                  </a:lnTo>
                  <a:lnTo>
                    <a:pt x="980" y="80"/>
                  </a:lnTo>
                  <a:lnTo>
                    <a:pt x="980" y="83"/>
                  </a:lnTo>
                  <a:lnTo>
                    <a:pt x="980" y="83"/>
                  </a:lnTo>
                  <a:lnTo>
                    <a:pt x="977" y="90"/>
                  </a:lnTo>
                  <a:lnTo>
                    <a:pt x="977" y="88"/>
                  </a:lnTo>
                  <a:lnTo>
                    <a:pt x="980" y="83"/>
                  </a:lnTo>
                  <a:close/>
                  <a:moveTo>
                    <a:pt x="861" y="289"/>
                  </a:moveTo>
                  <a:lnTo>
                    <a:pt x="864" y="289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6" y="286"/>
                  </a:lnTo>
                  <a:lnTo>
                    <a:pt x="868" y="286"/>
                  </a:lnTo>
                  <a:lnTo>
                    <a:pt x="871" y="284"/>
                  </a:lnTo>
                  <a:lnTo>
                    <a:pt x="873" y="284"/>
                  </a:lnTo>
                  <a:lnTo>
                    <a:pt x="873" y="284"/>
                  </a:lnTo>
                  <a:lnTo>
                    <a:pt x="873" y="284"/>
                  </a:lnTo>
                  <a:lnTo>
                    <a:pt x="876" y="284"/>
                  </a:lnTo>
                  <a:lnTo>
                    <a:pt x="873" y="284"/>
                  </a:lnTo>
                  <a:lnTo>
                    <a:pt x="871" y="284"/>
                  </a:lnTo>
                  <a:lnTo>
                    <a:pt x="859" y="289"/>
                  </a:lnTo>
                  <a:lnTo>
                    <a:pt x="859" y="289"/>
                  </a:lnTo>
                  <a:lnTo>
                    <a:pt x="859" y="291"/>
                  </a:lnTo>
                  <a:lnTo>
                    <a:pt x="859" y="289"/>
                  </a:lnTo>
                  <a:lnTo>
                    <a:pt x="861" y="289"/>
                  </a:lnTo>
                  <a:close/>
                  <a:moveTo>
                    <a:pt x="1268" y="50"/>
                  </a:moveTo>
                  <a:lnTo>
                    <a:pt x="1271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5" y="52"/>
                  </a:lnTo>
                  <a:lnTo>
                    <a:pt x="1275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73" y="52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6" y="50"/>
                  </a:lnTo>
                  <a:lnTo>
                    <a:pt x="1268" y="50"/>
                  </a:lnTo>
                  <a:close/>
                  <a:moveTo>
                    <a:pt x="835" y="530"/>
                  </a:moveTo>
                  <a:lnTo>
                    <a:pt x="835" y="530"/>
                  </a:lnTo>
                  <a:lnTo>
                    <a:pt x="835" y="530"/>
                  </a:lnTo>
                  <a:lnTo>
                    <a:pt x="835" y="530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3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2"/>
                  </a:lnTo>
                  <a:lnTo>
                    <a:pt x="835" y="530"/>
                  </a:lnTo>
                  <a:lnTo>
                    <a:pt x="835" y="530"/>
                  </a:lnTo>
                  <a:lnTo>
                    <a:pt x="835" y="530"/>
                  </a:lnTo>
                  <a:close/>
                  <a:moveTo>
                    <a:pt x="833" y="540"/>
                  </a:moveTo>
                  <a:lnTo>
                    <a:pt x="833" y="540"/>
                  </a:lnTo>
                  <a:lnTo>
                    <a:pt x="833" y="542"/>
                  </a:lnTo>
                  <a:lnTo>
                    <a:pt x="833" y="542"/>
                  </a:lnTo>
                  <a:lnTo>
                    <a:pt x="833" y="542"/>
                  </a:lnTo>
                  <a:lnTo>
                    <a:pt x="833" y="540"/>
                  </a:lnTo>
                  <a:lnTo>
                    <a:pt x="833" y="537"/>
                  </a:lnTo>
                  <a:lnTo>
                    <a:pt x="833" y="535"/>
                  </a:lnTo>
                  <a:lnTo>
                    <a:pt x="835" y="535"/>
                  </a:lnTo>
                  <a:lnTo>
                    <a:pt x="833" y="535"/>
                  </a:lnTo>
                  <a:lnTo>
                    <a:pt x="833" y="537"/>
                  </a:lnTo>
                  <a:lnTo>
                    <a:pt x="833" y="540"/>
                  </a:lnTo>
                  <a:close/>
                  <a:moveTo>
                    <a:pt x="866" y="502"/>
                  </a:moveTo>
                  <a:lnTo>
                    <a:pt x="866" y="502"/>
                  </a:lnTo>
                  <a:lnTo>
                    <a:pt x="866" y="502"/>
                  </a:lnTo>
                  <a:lnTo>
                    <a:pt x="868" y="502"/>
                  </a:lnTo>
                  <a:lnTo>
                    <a:pt x="866" y="502"/>
                  </a:lnTo>
                  <a:close/>
                  <a:moveTo>
                    <a:pt x="991" y="878"/>
                  </a:move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lnTo>
                    <a:pt x="991" y="878"/>
                  </a:lnTo>
                  <a:close/>
                  <a:moveTo>
                    <a:pt x="984" y="762"/>
                  </a:moveTo>
                  <a:lnTo>
                    <a:pt x="984" y="762"/>
                  </a:lnTo>
                  <a:lnTo>
                    <a:pt x="984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0"/>
                  </a:lnTo>
                  <a:lnTo>
                    <a:pt x="982" y="762"/>
                  </a:lnTo>
                  <a:lnTo>
                    <a:pt x="984" y="762"/>
                  </a:lnTo>
                  <a:close/>
                  <a:moveTo>
                    <a:pt x="994" y="876"/>
                  </a:moveTo>
                  <a:lnTo>
                    <a:pt x="994" y="876"/>
                  </a:lnTo>
                  <a:lnTo>
                    <a:pt x="994" y="876"/>
                  </a:lnTo>
                  <a:lnTo>
                    <a:pt x="994" y="876"/>
                  </a:lnTo>
                  <a:lnTo>
                    <a:pt x="994" y="876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94" y="878"/>
                  </a:lnTo>
                  <a:lnTo>
                    <a:pt x="994" y="876"/>
                  </a:lnTo>
                  <a:close/>
                  <a:moveTo>
                    <a:pt x="871" y="502"/>
                  </a:moveTo>
                  <a:lnTo>
                    <a:pt x="871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68" y="502"/>
                  </a:lnTo>
                  <a:lnTo>
                    <a:pt x="871" y="504"/>
                  </a:lnTo>
                  <a:lnTo>
                    <a:pt x="871" y="504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close/>
                  <a:moveTo>
                    <a:pt x="871" y="502"/>
                  </a:move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lnTo>
                    <a:pt x="871" y="502"/>
                  </a:lnTo>
                  <a:close/>
                  <a:moveTo>
                    <a:pt x="871" y="506"/>
                  </a:move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lnTo>
                    <a:pt x="871" y="506"/>
                  </a:lnTo>
                  <a:close/>
                  <a:moveTo>
                    <a:pt x="1070" y="890"/>
                  </a:moveTo>
                  <a:lnTo>
                    <a:pt x="1070" y="890"/>
                  </a:lnTo>
                  <a:lnTo>
                    <a:pt x="1070" y="888"/>
                  </a:lnTo>
                  <a:lnTo>
                    <a:pt x="1067" y="888"/>
                  </a:lnTo>
                  <a:lnTo>
                    <a:pt x="1065" y="888"/>
                  </a:lnTo>
                  <a:lnTo>
                    <a:pt x="1062" y="888"/>
                  </a:lnTo>
                  <a:lnTo>
                    <a:pt x="1062" y="888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0"/>
                  </a:lnTo>
                  <a:lnTo>
                    <a:pt x="1060" y="892"/>
                  </a:lnTo>
                  <a:lnTo>
                    <a:pt x="1060" y="892"/>
                  </a:lnTo>
                  <a:lnTo>
                    <a:pt x="1062" y="892"/>
                  </a:lnTo>
                  <a:lnTo>
                    <a:pt x="1065" y="890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2"/>
                  </a:lnTo>
                  <a:lnTo>
                    <a:pt x="1065" y="890"/>
                  </a:lnTo>
                  <a:lnTo>
                    <a:pt x="1065" y="890"/>
                  </a:lnTo>
                  <a:lnTo>
                    <a:pt x="1070" y="890"/>
                  </a:lnTo>
                  <a:lnTo>
                    <a:pt x="1070" y="890"/>
                  </a:lnTo>
                  <a:lnTo>
                    <a:pt x="1070" y="892"/>
                  </a:lnTo>
                  <a:lnTo>
                    <a:pt x="1070" y="892"/>
                  </a:lnTo>
                  <a:lnTo>
                    <a:pt x="1072" y="892"/>
                  </a:lnTo>
                  <a:lnTo>
                    <a:pt x="1070" y="890"/>
                  </a:lnTo>
                  <a:lnTo>
                    <a:pt x="1070" y="890"/>
                  </a:lnTo>
                  <a:close/>
                  <a:moveTo>
                    <a:pt x="883" y="478"/>
                  </a:move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lnTo>
                    <a:pt x="883" y="478"/>
                  </a:lnTo>
                  <a:close/>
                  <a:moveTo>
                    <a:pt x="942" y="452"/>
                  </a:move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9" y="452"/>
                  </a:lnTo>
                  <a:lnTo>
                    <a:pt x="937" y="454"/>
                  </a:lnTo>
                  <a:lnTo>
                    <a:pt x="939" y="454"/>
                  </a:lnTo>
                  <a:lnTo>
                    <a:pt x="939" y="454"/>
                  </a:lnTo>
                  <a:lnTo>
                    <a:pt x="939" y="457"/>
                  </a:lnTo>
                  <a:lnTo>
                    <a:pt x="939" y="457"/>
                  </a:lnTo>
                  <a:lnTo>
                    <a:pt x="942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7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7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4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lnTo>
                    <a:pt x="942" y="452"/>
                  </a:lnTo>
                  <a:close/>
                  <a:moveTo>
                    <a:pt x="883" y="473"/>
                  </a:move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6"/>
                  </a:lnTo>
                  <a:lnTo>
                    <a:pt x="883" y="473"/>
                  </a:lnTo>
                  <a:close/>
                  <a:moveTo>
                    <a:pt x="868" y="506"/>
                  </a:move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lnTo>
                    <a:pt x="868" y="506"/>
                  </a:lnTo>
                  <a:close/>
                  <a:moveTo>
                    <a:pt x="847" y="296"/>
                  </a:moveTo>
                  <a:lnTo>
                    <a:pt x="847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0" y="296"/>
                  </a:lnTo>
                  <a:lnTo>
                    <a:pt x="852" y="293"/>
                  </a:lnTo>
                  <a:lnTo>
                    <a:pt x="852" y="293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57" y="291"/>
                  </a:lnTo>
                  <a:lnTo>
                    <a:pt x="847" y="296"/>
                  </a:lnTo>
                  <a:lnTo>
                    <a:pt x="845" y="296"/>
                  </a:lnTo>
                  <a:lnTo>
                    <a:pt x="847" y="296"/>
                  </a:lnTo>
                  <a:lnTo>
                    <a:pt x="847" y="296"/>
                  </a:lnTo>
                  <a:close/>
                  <a:moveTo>
                    <a:pt x="833" y="305"/>
                  </a:moveTo>
                  <a:lnTo>
                    <a:pt x="833" y="303"/>
                  </a:lnTo>
                  <a:lnTo>
                    <a:pt x="835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5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8" y="301"/>
                  </a:lnTo>
                  <a:lnTo>
                    <a:pt x="833" y="301"/>
                  </a:lnTo>
                  <a:lnTo>
                    <a:pt x="833" y="301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3"/>
                  </a:lnTo>
                  <a:lnTo>
                    <a:pt x="833" y="305"/>
                  </a:lnTo>
                  <a:close/>
                  <a:moveTo>
                    <a:pt x="1219" y="767"/>
                  </a:moveTo>
                  <a:lnTo>
                    <a:pt x="1219" y="767"/>
                  </a:lnTo>
                  <a:lnTo>
                    <a:pt x="1219" y="767"/>
                  </a:lnTo>
                  <a:lnTo>
                    <a:pt x="1216" y="767"/>
                  </a:lnTo>
                  <a:lnTo>
                    <a:pt x="1216" y="769"/>
                  </a:lnTo>
                  <a:lnTo>
                    <a:pt x="1216" y="769"/>
                  </a:lnTo>
                  <a:lnTo>
                    <a:pt x="1214" y="769"/>
                  </a:lnTo>
                  <a:lnTo>
                    <a:pt x="1214" y="769"/>
                  </a:lnTo>
                  <a:lnTo>
                    <a:pt x="1214" y="772"/>
                  </a:lnTo>
                  <a:lnTo>
                    <a:pt x="1214" y="772"/>
                  </a:lnTo>
                  <a:lnTo>
                    <a:pt x="1211" y="772"/>
                  </a:lnTo>
                  <a:lnTo>
                    <a:pt x="1211" y="772"/>
                  </a:lnTo>
                  <a:lnTo>
                    <a:pt x="1211" y="772"/>
                  </a:lnTo>
                  <a:lnTo>
                    <a:pt x="1211" y="774"/>
                  </a:lnTo>
                  <a:lnTo>
                    <a:pt x="1211" y="774"/>
                  </a:lnTo>
                  <a:lnTo>
                    <a:pt x="1211" y="774"/>
                  </a:lnTo>
                  <a:lnTo>
                    <a:pt x="1216" y="776"/>
                  </a:lnTo>
                  <a:lnTo>
                    <a:pt x="1216" y="776"/>
                  </a:lnTo>
                  <a:lnTo>
                    <a:pt x="1216" y="776"/>
                  </a:lnTo>
                  <a:lnTo>
                    <a:pt x="1219" y="774"/>
                  </a:lnTo>
                  <a:lnTo>
                    <a:pt x="1221" y="772"/>
                  </a:lnTo>
                  <a:lnTo>
                    <a:pt x="1221" y="772"/>
                  </a:lnTo>
                  <a:lnTo>
                    <a:pt x="1221" y="769"/>
                  </a:lnTo>
                  <a:lnTo>
                    <a:pt x="1221" y="769"/>
                  </a:lnTo>
                  <a:lnTo>
                    <a:pt x="1221" y="769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21" y="767"/>
                  </a:lnTo>
                  <a:lnTo>
                    <a:pt x="1219" y="767"/>
                  </a:lnTo>
                  <a:close/>
                  <a:moveTo>
                    <a:pt x="1869" y="798"/>
                  </a:moveTo>
                  <a:lnTo>
                    <a:pt x="1869" y="800"/>
                  </a:lnTo>
                  <a:lnTo>
                    <a:pt x="1869" y="800"/>
                  </a:lnTo>
                  <a:lnTo>
                    <a:pt x="1869" y="800"/>
                  </a:lnTo>
                  <a:lnTo>
                    <a:pt x="1869" y="802"/>
                  </a:lnTo>
                  <a:lnTo>
                    <a:pt x="1869" y="802"/>
                  </a:lnTo>
                  <a:lnTo>
                    <a:pt x="1869" y="802"/>
                  </a:lnTo>
                  <a:lnTo>
                    <a:pt x="1869" y="805"/>
                  </a:lnTo>
                  <a:lnTo>
                    <a:pt x="1871" y="805"/>
                  </a:lnTo>
                  <a:lnTo>
                    <a:pt x="1871" y="807"/>
                  </a:lnTo>
                  <a:lnTo>
                    <a:pt x="1871" y="807"/>
                  </a:lnTo>
                  <a:lnTo>
                    <a:pt x="1874" y="807"/>
                  </a:lnTo>
                  <a:lnTo>
                    <a:pt x="1874" y="809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4" y="807"/>
                  </a:lnTo>
                  <a:lnTo>
                    <a:pt x="1876" y="807"/>
                  </a:lnTo>
                  <a:lnTo>
                    <a:pt x="1876" y="807"/>
                  </a:lnTo>
                  <a:lnTo>
                    <a:pt x="1876" y="807"/>
                  </a:lnTo>
                  <a:lnTo>
                    <a:pt x="1881" y="805"/>
                  </a:lnTo>
                  <a:lnTo>
                    <a:pt x="1881" y="807"/>
                  </a:lnTo>
                  <a:lnTo>
                    <a:pt x="1881" y="807"/>
                  </a:lnTo>
                  <a:lnTo>
                    <a:pt x="1881" y="807"/>
                  </a:lnTo>
                  <a:lnTo>
                    <a:pt x="1883" y="807"/>
                  </a:lnTo>
                  <a:lnTo>
                    <a:pt x="1883" y="807"/>
                  </a:lnTo>
                  <a:lnTo>
                    <a:pt x="1883" y="807"/>
                  </a:lnTo>
                  <a:lnTo>
                    <a:pt x="1883" y="809"/>
                  </a:lnTo>
                  <a:lnTo>
                    <a:pt x="1883" y="809"/>
                  </a:lnTo>
                  <a:lnTo>
                    <a:pt x="1883" y="809"/>
                  </a:lnTo>
                  <a:lnTo>
                    <a:pt x="1883" y="812"/>
                  </a:lnTo>
                  <a:lnTo>
                    <a:pt x="1883" y="812"/>
                  </a:lnTo>
                  <a:lnTo>
                    <a:pt x="1883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6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88" y="812"/>
                  </a:lnTo>
                  <a:lnTo>
                    <a:pt x="1890" y="812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0" y="809"/>
                  </a:lnTo>
                  <a:lnTo>
                    <a:pt x="1893" y="809"/>
                  </a:lnTo>
                  <a:lnTo>
                    <a:pt x="1893" y="809"/>
                  </a:lnTo>
                  <a:lnTo>
                    <a:pt x="1893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7"/>
                  </a:lnTo>
                  <a:lnTo>
                    <a:pt x="1890" y="805"/>
                  </a:lnTo>
                  <a:lnTo>
                    <a:pt x="1890" y="805"/>
                  </a:lnTo>
                  <a:lnTo>
                    <a:pt x="1888" y="805"/>
                  </a:lnTo>
                  <a:lnTo>
                    <a:pt x="1888" y="805"/>
                  </a:lnTo>
                  <a:lnTo>
                    <a:pt x="1888" y="805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88" y="802"/>
                  </a:lnTo>
                  <a:lnTo>
                    <a:pt x="1890" y="802"/>
                  </a:lnTo>
                  <a:lnTo>
                    <a:pt x="1888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90" y="800"/>
                  </a:lnTo>
                  <a:lnTo>
                    <a:pt x="1888" y="798"/>
                  </a:lnTo>
                  <a:lnTo>
                    <a:pt x="1888" y="798"/>
                  </a:lnTo>
                  <a:lnTo>
                    <a:pt x="1886" y="798"/>
                  </a:lnTo>
                  <a:lnTo>
                    <a:pt x="1886" y="798"/>
                  </a:lnTo>
                  <a:lnTo>
                    <a:pt x="1883" y="798"/>
                  </a:lnTo>
                  <a:lnTo>
                    <a:pt x="1881" y="798"/>
                  </a:lnTo>
                  <a:lnTo>
                    <a:pt x="1881" y="795"/>
                  </a:lnTo>
                  <a:lnTo>
                    <a:pt x="1878" y="795"/>
                  </a:lnTo>
                  <a:lnTo>
                    <a:pt x="1878" y="798"/>
                  </a:lnTo>
                  <a:lnTo>
                    <a:pt x="1878" y="798"/>
                  </a:lnTo>
                  <a:lnTo>
                    <a:pt x="1876" y="800"/>
                  </a:lnTo>
                  <a:lnTo>
                    <a:pt x="1876" y="798"/>
                  </a:lnTo>
                  <a:lnTo>
                    <a:pt x="1876" y="798"/>
                  </a:lnTo>
                  <a:lnTo>
                    <a:pt x="1878" y="798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5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78" y="793"/>
                  </a:lnTo>
                  <a:lnTo>
                    <a:pt x="1876" y="793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90"/>
                  </a:lnTo>
                  <a:lnTo>
                    <a:pt x="1876" y="788"/>
                  </a:lnTo>
                  <a:lnTo>
                    <a:pt x="1874" y="788"/>
                  </a:lnTo>
                  <a:lnTo>
                    <a:pt x="1871" y="790"/>
                  </a:lnTo>
                  <a:lnTo>
                    <a:pt x="1871" y="790"/>
                  </a:lnTo>
                  <a:lnTo>
                    <a:pt x="1871" y="790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3"/>
                  </a:lnTo>
                  <a:lnTo>
                    <a:pt x="1871" y="798"/>
                  </a:lnTo>
                  <a:lnTo>
                    <a:pt x="1871" y="798"/>
                  </a:lnTo>
                  <a:lnTo>
                    <a:pt x="1869" y="798"/>
                  </a:lnTo>
                  <a:close/>
                  <a:moveTo>
                    <a:pt x="1207" y="788"/>
                  </a:moveTo>
                  <a:lnTo>
                    <a:pt x="1209" y="788"/>
                  </a:lnTo>
                  <a:lnTo>
                    <a:pt x="1207" y="788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7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4" y="786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close/>
                  <a:moveTo>
                    <a:pt x="1237" y="788"/>
                  </a:moveTo>
                  <a:lnTo>
                    <a:pt x="1237" y="788"/>
                  </a:lnTo>
                  <a:lnTo>
                    <a:pt x="1235" y="793"/>
                  </a:lnTo>
                  <a:lnTo>
                    <a:pt x="1235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37" y="793"/>
                  </a:lnTo>
                  <a:lnTo>
                    <a:pt x="1240" y="790"/>
                  </a:lnTo>
                  <a:lnTo>
                    <a:pt x="1240" y="790"/>
                  </a:lnTo>
                  <a:lnTo>
                    <a:pt x="1240" y="788"/>
                  </a:lnTo>
                  <a:lnTo>
                    <a:pt x="1237" y="788"/>
                  </a:lnTo>
                  <a:close/>
                  <a:moveTo>
                    <a:pt x="1228" y="663"/>
                  </a:moveTo>
                  <a:lnTo>
                    <a:pt x="1226" y="663"/>
                  </a:lnTo>
                  <a:lnTo>
                    <a:pt x="1226" y="663"/>
                  </a:lnTo>
                  <a:lnTo>
                    <a:pt x="1226" y="663"/>
                  </a:lnTo>
                  <a:lnTo>
                    <a:pt x="1226" y="663"/>
                  </a:lnTo>
                  <a:lnTo>
                    <a:pt x="1228" y="663"/>
                  </a:lnTo>
                  <a:lnTo>
                    <a:pt x="1228" y="663"/>
                  </a:lnTo>
                  <a:lnTo>
                    <a:pt x="1230" y="660"/>
                  </a:lnTo>
                  <a:lnTo>
                    <a:pt x="1230" y="660"/>
                  </a:lnTo>
                  <a:lnTo>
                    <a:pt x="1230" y="660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0" y="658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6"/>
                  </a:lnTo>
                  <a:lnTo>
                    <a:pt x="1233" y="653"/>
                  </a:lnTo>
                  <a:lnTo>
                    <a:pt x="1233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3"/>
                  </a:lnTo>
                  <a:lnTo>
                    <a:pt x="1230" y="656"/>
                  </a:lnTo>
                  <a:lnTo>
                    <a:pt x="1230" y="656"/>
                  </a:lnTo>
                  <a:lnTo>
                    <a:pt x="1230" y="656"/>
                  </a:lnTo>
                  <a:lnTo>
                    <a:pt x="1230" y="658"/>
                  </a:lnTo>
                  <a:lnTo>
                    <a:pt x="1228" y="658"/>
                  </a:lnTo>
                  <a:lnTo>
                    <a:pt x="1228" y="658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0"/>
                  </a:lnTo>
                  <a:lnTo>
                    <a:pt x="1228" y="663"/>
                  </a:lnTo>
                  <a:lnTo>
                    <a:pt x="1228" y="663"/>
                  </a:lnTo>
                  <a:close/>
                  <a:moveTo>
                    <a:pt x="1233" y="786"/>
                  </a:move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3"/>
                  </a:lnTo>
                  <a:lnTo>
                    <a:pt x="1233" y="786"/>
                  </a:lnTo>
                  <a:lnTo>
                    <a:pt x="1233" y="786"/>
                  </a:lnTo>
                  <a:lnTo>
                    <a:pt x="1230" y="788"/>
                  </a:lnTo>
                  <a:lnTo>
                    <a:pt x="1230" y="788"/>
                  </a:lnTo>
                  <a:lnTo>
                    <a:pt x="1230" y="786"/>
                  </a:lnTo>
                  <a:lnTo>
                    <a:pt x="1230" y="786"/>
                  </a:lnTo>
                  <a:lnTo>
                    <a:pt x="1230" y="786"/>
                  </a:lnTo>
                  <a:lnTo>
                    <a:pt x="1228" y="786"/>
                  </a:lnTo>
                  <a:lnTo>
                    <a:pt x="1228" y="788"/>
                  </a:lnTo>
                  <a:lnTo>
                    <a:pt x="1228" y="788"/>
                  </a:lnTo>
                  <a:lnTo>
                    <a:pt x="1228" y="790"/>
                  </a:lnTo>
                  <a:lnTo>
                    <a:pt x="1228" y="790"/>
                  </a:lnTo>
                  <a:lnTo>
                    <a:pt x="1228" y="788"/>
                  </a:lnTo>
                  <a:lnTo>
                    <a:pt x="1228" y="786"/>
                  </a:lnTo>
                  <a:lnTo>
                    <a:pt x="1230" y="783"/>
                  </a:lnTo>
                  <a:lnTo>
                    <a:pt x="1230" y="781"/>
                  </a:lnTo>
                  <a:lnTo>
                    <a:pt x="1230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8" y="781"/>
                  </a:lnTo>
                  <a:lnTo>
                    <a:pt x="1226" y="783"/>
                  </a:lnTo>
                  <a:lnTo>
                    <a:pt x="1226" y="783"/>
                  </a:lnTo>
                  <a:lnTo>
                    <a:pt x="1226" y="783"/>
                  </a:lnTo>
                  <a:lnTo>
                    <a:pt x="1223" y="783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6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81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79"/>
                  </a:lnTo>
                  <a:lnTo>
                    <a:pt x="1223" y="781"/>
                  </a:lnTo>
                  <a:lnTo>
                    <a:pt x="1221" y="779"/>
                  </a:lnTo>
                  <a:lnTo>
                    <a:pt x="1221" y="779"/>
                  </a:lnTo>
                  <a:lnTo>
                    <a:pt x="1221" y="781"/>
                  </a:lnTo>
                  <a:lnTo>
                    <a:pt x="1221" y="781"/>
                  </a:lnTo>
                  <a:lnTo>
                    <a:pt x="1221" y="783"/>
                  </a:lnTo>
                  <a:lnTo>
                    <a:pt x="1221" y="783"/>
                  </a:lnTo>
                  <a:lnTo>
                    <a:pt x="1221" y="783"/>
                  </a:lnTo>
                  <a:lnTo>
                    <a:pt x="1221" y="786"/>
                  </a:lnTo>
                  <a:lnTo>
                    <a:pt x="1219" y="786"/>
                  </a:lnTo>
                  <a:lnTo>
                    <a:pt x="1221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1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9" y="783"/>
                  </a:lnTo>
                  <a:lnTo>
                    <a:pt x="1216" y="783"/>
                  </a:lnTo>
                  <a:lnTo>
                    <a:pt x="1216" y="781"/>
                  </a:lnTo>
                  <a:lnTo>
                    <a:pt x="1219" y="781"/>
                  </a:lnTo>
                  <a:lnTo>
                    <a:pt x="1219" y="781"/>
                  </a:lnTo>
                  <a:lnTo>
                    <a:pt x="1216" y="781"/>
                  </a:lnTo>
                  <a:lnTo>
                    <a:pt x="1216" y="781"/>
                  </a:lnTo>
                  <a:lnTo>
                    <a:pt x="1216" y="779"/>
                  </a:lnTo>
                  <a:lnTo>
                    <a:pt x="1216" y="779"/>
                  </a:lnTo>
                  <a:lnTo>
                    <a:pt x="1216" y="776"/>
                  </a:lnTo>
                  <a:lnTo>
                    <a:pt x="1214" y="776"/>
                  </a:lnTo>
                  <a:lnTo>
                    <a:pt x="1214" y="776"/>
                  </a:lnTo>
                  <a:lnTo>
                    <a:pt x="1214" y="779"/>
                  </a:lnTo>
                  <a:lnTo>
                    <a:pt x="1214" y="776"/>
                  </a:lnTo>
                  <a:lnTo>
                    <a:pt x="1214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6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11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79"/>
                  </a:lnTo>
                  <a:lnTo>
                    <a:pt x="1209" y="781"/>
                  </a:lnTo>
                  <a:lnTo>
                    <a:pt x="1207" y="781"/>
                  </a:lnTo>
                  <a:lnTo>
                    <a:pt x="1204" y="781"/>
                  </a:lnTo>
                  <a:lnTo>
                    <a:pt x="1204" y="781"/>
                  </a:lnTo>
                  <a:lnTo>
                    <a:pt x="1204" y="781"/>
                  </a:lnTo>
                  <a:lnTo>
                    <a:pt x="1207" y="783"/>
                  </a:lnTo>
                  <a:lnTo>
                    <a:pt x="1209" y="783"/>
                  </a:lnTo>
                  <a:lnTo>
                    <a:pt x="1209" y="783"/>
                  </a:lnTo>
                  <a:lnTo>
                    <a:pt x="1209" y="783"/>
                  </a:lnTo>
                  <a:lnTo>
                    <a:pt x="1207" y="783"/>
                  </a:lnTo>
                  <a:lnTo>
                    <a:pt x="1207" y="783"/>
                  </a:lnTo>
                  <a:lnTo>
                    <a:pt x="1207" y="783"/>
                  </a:lnTo>
                  <a:lnTo>
                    <a:pt x="1209" y="786"/>
                  </a:lnTo>
                  <a:lnTo>
                    <a:pt x="1209" y="786"/>
                  </a:lnTo>
                  <a:lnTo>
                    <a:pt x="1209" y="786"/>
                  </a:lnTo>
                  <a:lnTo>
                    <a:pt x="1209" y="788"/>
                  </a:lnTo>
                  <a:lnTo>
                    <a:pt x="1209" y="788"/>
                  </a:lnTo>
                  <a:lnTo>
                    <a:pt x="1209" y="788"/>
                  </a:lnTo>
                  <a:lnTo>
                    <a:pt x="1209" y="790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7" y="788"/>
                  </a:lnTo>
                  <a:lnTo>
                    <a:pt x="1204" y="788"/>
                  </a:lnTo>
                  <a:lnTo>
                    <a:pt x="1202" y="788"/>
                  </a:lnTo>
                  <a:lnTo>
                    <a:pt x="1202" y="788"/>
                  </a:lnTo>
                  <a:lnTo>
                    <a:pt x="1202" y="786"/>
                  </a:lnTo>
                  <a:lnTo>
                    <a:pt x="1200" y="786"/>
                  </a:lnTo>
                  <a:lnTo>
                    <a:pt x="1200" y="786"/>
                  </a:lnTo>
                  <a:lnTo>
                    <a:pt x="1200" y="788"/>
                  </a:lnTo>
                  <a:lnTo>
                    <a:pt x="1197" y="788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0"/>
                  </a:lnTo>
                  <a:lnTo>
                    <a:pt x="1200" y="793"/>
                  </a:lnTo>
                  <a:lnTo>
                    <a:pt x="1202" y="793"/>
                  </a:lnTo>
                  <a:lnTo>
                    <a:pt x="1204" y="795"/>
                  </a:lnTo>
                  <a:lnTo>
                    <a:pt x="1204" y="795"/>
                  </a:lnTo>
                  <a:lnTo>
                    <a:pt x="1204" y="795"/>
                  </a:lnTo>
                  <a:lnTo>
                    <a:pt x="1202" y="795"/>
                  </a:lnTo>
                  <a:lnTo>
                    <a:pt x="1202" y="793"/>
                  </a:lnTo>
                  <a:lnTo>
                    <a:pt x="1202" y="793"/>
                  </a:lnTo>
                  <a:lnTo>
                    <a:pt x="1202" y="795"/>
                  </a:lnTo>
                  <a:lnTo>
                    <a:pt x="1202" y="795"/>
                  </a:lnTo>
                  <a:lnTo>
                    <a:pt x="1202" y="795"/>
                  </a:lnTo>
                  <a:lnTo>
                    <a:pt x="1200" y="795"/>
                  </a:lnTo>
                  <a:lnTo>
                    <a:pt x="1200" y="793"/>
                  </a:lnTo>
                  <a:lnTo>
                    <a:pt x="1200" y="793"/>
                  </a:lnTo>
                  <a:lnTo>
                    <a:pt x="1195" y="793"/>
                  </a:lnTo>
                  <a:lnTo>
                    <a:pt x="1195" y="793"/>
                  </a:lnTo>
                  <a:lnTo>
                    <a:pt x="1195" y="795"/>
                  </a:lnTo>
                  <a:lnTo>
                    <a:pt x="1195" y="795"/>
                  </a:lnTo>
                  <a:lnTo>
                    <a:pt x="1195" y="798"/>
                  </a:lnTo>
                  <a:lnTo>
                    <a:pt x="1195" y="798"/>
                  </a:lnTo>
                  <a:lnTo>
                    <a:pt x="1197" y="798"/>
                  </a:lnTo>
                  <a:lnTo>
                    <a:pt x="1200" y="798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200" y="802"/>
                  </a:lnTo>
                  <a:lnTo>
                    <a:pt x="1202" y="802"/>
                  </a:lnTo>
                  <a:lnTo>
                    <a:pt x="1204" y="805"/>
                  </a:lnTo>
                  <a:lnTo>
                    <a:pt x="1207" y="805"/>
                  </a:lnTo>
                  <a:lnTo>
                    <a:pt x="1209" y="805"/>
                  </a:lnTo>
                  <a:lnTo>
                    <a:pt x="1209" y="805"/>
                  </a:lnTo>
                  <a:lnTo>
                    <a:pt x="1209" y="802"/>
                  </a:lnTo>
                  <a:lnTo>
                    <a:pt x="1209" y="800"/>
                  </a:lnTo>
                  <a:lnTo>
                    <a:pt x="1209" y="802"/>
                  </a:lnTo>
                  <a:lnTo>
                    <a:pt x="1209" y="802"/>
                  </a:lnTo>
                  <a:lnTo>
                    <a:pt x="1211" y="802"/>
                  </a:lnTo>
                  <a:lnTo>
                    <a:pt x="1211" y="800"/>
                  </a:lnTo>
                  <a:lnTo>
                    <a:pt x="1211" y="800"/>
                  </a:lnTo>
                  <a:lnTo>
                    <a:pt x="1211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800"/>
                  </a:lnTo>
                  <a:lnTo>
                    <a:pt x="1214" y="798"/>
                  </a:lnTo>
                  <a:lnTo>
                    <a:pt x="1214" y="798"/>
                  </a:lnTo>
                  <a:lnTo>
                    <a:pt x="1214" y="795"/>
                  </a:lnTo>
                  <a:lnTo>
                    <a:pt x="1214" y="793"/>
                  </a:lnTo>
                  <a:lnTo>
                    <a:pt x="1214" y="793"/>
                  </a:lnTo>
                  <a:lnTo>
                    <a:pt x="1214" y="793"/>
                  </a:lnTo>
                  <a:lnTo>
                    <a:pt x="1216" y="793"/>
                  </a:lnTo>
                  <a:lnTo>
                    <a:pt x="1216" y="793"/>
                  </a:lnTo>
                  <a:lnTo>
                    <a:pt x="1216" y="795"/>
                  </a:lnTo>
                  <a:lnTo>
                    <a:pt x="1216" y="798"/>
                  </a:lnTo>
                  <a:lnTo>
                    <a:pt x="1216" y="800"/>
                  </a:lnTo>
                  <a:lnTo>
                    <a:pt x="1216" y="800"/>
                  </a:lnTo>
                  <a:lnTo>
                    <a:pt x="1216" y="798"/>
                  </a:lnTo>
                  <a:lnTo>
                    <a:pt x="1219" y="798"/>
                  </a:lnTo>
                  <a:lnTo>
                    <a:pt x="1219" y="798"/>
                  </a:lnTo>
                  <a:lnTo>
                    <a:pt x="1219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1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8"/>
                  </a:lnTo>
                  <a:lnTo>
                    <a:pt x="1223" y="795"/>
                  </a:lnTo>
                  <a:lnTo>
                    <a:pt x="1223" y="795"/>
                  </a:lnTo>
                  <a:lnTo>
                    <a:pt x="1223" y="795"/>
                  </a:lnTo>
                  <a:lnTo>
                    <a:pt x="1223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1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3"/>
                  </a:lnTo>
                  <a:lnTo>
                    <a:pt x="1223" y="790"/>
                  </a:lnTo>
                  <a:lnTo>
                    <a:pt x="1223" y="790"/>
                  </a:lnTo>
                  <a:lnTo>
                    <a:pt x="1223" y="788"/>
                  </a:lnTo>
                  <a:lnTo>
                    <a:pt x="1223" y="790"/>
                  </a:lnTo>
                  <a:lnTo>
                    <a:pt x="1223" y="788"/>
                  </a:lnTo>
                  <a:lnTo>
                    <a:pt x="1223" y="788"/>
                  </a:lnTo>
                  <a:lnTo>
                    <a:pt x="1223" y="788"/>
                  </a:lnTo>
                  <a:lnTo>
                    <a:pt x="1226" y="788"/>
                  </a:lnTo>
                  <a:lnTo>
                    <a:pt x="1226" y="788"/>
                  </a:lnTo>
                  <a:lnTo>
                    <a:pt x="1226" y="790"/>
                  </a:lnTo>
                  <a:lnTo>
                    <a:pt x="1226" y="793"/>
                  </a:lnTo>
                  <a:lnTo>
                    <a:pt x="1226" y="793"/>
                  </a:lnTo>
                  <a:lnTo>
                    <a:pt x="1228" y="795"/>
                  </a:lnTo>
                  <a:lnTo>
                    <a:pt x="1228" y="795"/>
                  </a:lnTo>
                  <a:lnTo>
                    <a:pt x="1230" y="795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0" y="793"/>
                  </a:lnTo>
                  <a:lnTo>
                    <a:pt x="1233" y="793"/>
                  </a:lnTo>
                  <a:lnTo>
                    <a:pt x="1233" y="790"/>
                  </a:lnTo>
                  <a:lnTo>
                    <a:pt x="1233" y="790"/>
                  </a:lnTo>
                  <a:lnTo>
                    <a:pt x="1233" y="788"/>
                  </a:lnTo>
                  <a:lnTo>
                    <a:pt x="1233" y="788"/>
                  </a:lnTo>
                  <a:lnTo>
                    <a:pt x="1233" y="786"/>
                  </a:lnTo>
                  <a:lnTo>
                    <a:pt x="1233" y="786"/>
                  </a:lnTo>
                  <a:lnTo>
                    <a:pt x="1233" y="786"/>
                  </a:lnTo>
                  <a:close/>
                  <a:moveTo>
                    <a:pt x="1221" y="750"/>
                  </a:moveTo>
                  <a:lnTo>
                    <a:pt x="1221" y="750"/>
                  </a:lnTo>
                  <a:lnTo>
                    <a:pt x="1221" y="750"/>
                  </a:lnTo>
                  <a:lnTo>
                    <a:pt x="1221" y="750"/>
                  </a:lnTo>
                  <a:lnTo>
                    <a:pt x="1223" y="750"/>
                  </a:lnTo>
                  <a:lnTo>
                    <a:pt x="1223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6" y="748"/>
                  </a:lnTo>
                  <a:lnTo>
                    <a:pt x="1223" y="748"/>
                  </a:lnTo>
                  <a:lnTo>
                    <a:pt x="1223" y="748"/>
                  </a:lnTo>
                  <a:lnTo>
                    <a:pt x="1221" y="746"/>
                  </a:lnTo>
                  <a:lnTo>
                    <a:pt x="1221" y="746"/>
                  </a:lnTo>
                  <a:lnTo>
                    <a:pt x="1221" y="748"/>
                  </a:lnTo>
                  <a:lnTo>
                    <a:pt x="1221" y="748"/>
                  </a:lnTo>
                  <a:lnTo>
                    <a:pt x="1221" y="750"/>
                  </a:lnTo>
                  <a:close/>
                  <a:moveTo>
                    <a:pt x="1230" y="748"/>
                  </a:moveTo>
                  <a:lnTo>
                    <a:pt x="1228" y="750"/>
                  </a:lnTo>
                  <a:lnTo>
                    <a:pt x="1230" y="750"/>
                  </a:lnTo>
                  <a:lnTo>
                    <a:pt x="1230" y="750"/>
                  </a:lnTo>
                  <a:lnTo>
                    <a:pt x="1230" y="750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lnTo>
                    <a:pt x="1230" y="748"/>
                  </a:lnTo>
                  <a:close/>
                  <a:moveTo>
                    <a:pt x="1282" y="715"/>
                  </a:moveTo>
                  <a:lnTo>
                    <a:pt x="1282" y="715"/>
                  </a:lnTo>
                  <a:lnTo>
                    <a:pt x="1280" y="715"/>
                  </a:lnTo>
                  <a:lnTo>
                    <a:pt x="1280" y="715"/>
                  </a:lnTo>
                  <a:lnTo>
                    <a:pt x="1278" y="717"/>
                  </a:lnTo>
                  <a:lnTo>
                    <a:pt x="1278" y="717"/>
                  </a:lnTo>
                  <a:lnTo>
                    <a:pt x="1278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7"/>
                  </a:lnTo>
                  <a:lnTo>
                    <a:pt x="1280" y="715"/>
                  </a:lnTo>
                  <a:lnTo>
                    <a:pt x="1282" y="715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7"/>
                  </a:lnTo>
                  <a:lnTo>
                    <a:pt x="1282" y="715"/>
                  </a:lnTo>
                  <a:lnTo>
                    <a:pt x="1282" y="715"/>
                  </a:lnTo>
                  <a:lnTo>
                    <a:pt x="1282" y="715"/>
                  </a:lnTo>
                  <a:close/>
                  <a:moveTo>
                    <a:pt x="1346" y="637"/>
                  </a:moveTo>
                  <a:lnTo>
                    <a:pt x="1346" y="637"/>
                  </a:lnTo>
                  <a:lnTo>
                    <a:pt x="1349" y="637"/>
                  </a:lnTo>
                  <a:lnTo>
                    <a:pt x="1349" y="637"/>
                  </a:lnTo>
                  <a:lnTo>
                    <a:pt x="1349" y="637"/>
                  </a:lnTo>
                  <a:lnTo>
                    <a:pt x="1349" y="634"/>
                  </a:lnTo>
                  <a:lnTo>
                    <a:pt x="1349" y="634"/>
                  </a:lnTo>
                  <a:lnTo>
                    <a:pt x="1351" y="634"/>
                  </a:lnTo>
                  <a:lnTo>
                    <a:pt x="1349" y="634"/>
                  </a:lnTo>
                  <a:lnTo>
                    <a:pt x="1349" y="634"/>
                  </a:lnTo>
                  <a:lnTo>
                    <a:pt x="1349" y="632"/>
                  </a:lnTo>
                  <a:lnTo>
                    <a:pt x="1349" y="632"/>
                  </a:lnTo>
                  <a:lnTo>
                    <a:pt x="1349" y="632"/>
                  </a:lnTo>
                  <a:lnTo>
                    <a:pt x="1346" y="632"/>
                  </a:lnTo>
                  <a:lnTo>
                    <a:pt x="1346" y="634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6" y="634"/>
                  </a:lnTo>
                  <a:lnTo>
                    <a:pt x="1346" y="634"/>
                  </a:lnTo>
                  <a:lnTo>
                    <a:pt x="1346" y="632"/>
                  </a:lnTo>
                  <a:lnTo>
                    <a:pt x="1346" y="632"/>
                  </a:lnTo>
                  <a:lnTo>
                    <a:pt x="1344" y="634"/>
                  </a:lnTo>
                  <a:lnTo>
                    <a:pt x="1346" y="637"/>
                  </a:lnTo>
                  <a:lnTo>
                    <a:pt x="1346" y="637"/>
                  </a:lnTo>
                  <a:close/>
                  <a:moveTo>
                    <a:pt x="1353" y="658"/>
                  </a:moveTo>
                  <a:lnTo>
                    <a:pt x="1351" y="658"/>
                  </a:lnTo>
                  <a:lnTo>
                    <a:pt x="1351" y="658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0"/>
                  </a:lnTo>
                  <a:lnTo>
                    <a:pt x="1351" y="663"/>
                  </a:lnTo>
                  <a:lnTo>
                    <a:pt x="1351" y="663"/>
                  </a:lnTo>
                  <a:lnTo>
                    <a:pt x="1353" y="663"/>
                  </a:lnTo>
                  <a:lnTo>
                    <a:pt x="1353" y="663"/>
                  </a:lnTo>
                  <a:lnTo>
                    <a:pt x="1353" y="660"/>
                  </a:lnTo>
                  <a:lnTo>
                    <a:pt x="1353" y="663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3" y="665"/>
                  </a:lnTo>
                  <a:lnTo>
                    <a:pt x="1356" y="665"/>
                  </a:lnTo>
                  <a:lnTo>
                    <a:pt x="1356" y="665"/>
                  </a:lnTo>
                  <a:lnTo>
                    <a:pt x="1356" y="663"/>
                  </a:lnTo>
                  <a:lnTo>
                    <a:pt x="1356" y="660"/>
                  </a:lnTo>
                  <a:lnTo>
                    <a:pt x="1356" y="660"/>
                  </a:lnTo>
                  <a:lnTo>
                    <a:pt x="1356" y="660"/>
                  </a:lnTo>
                  <a:lnTo>
                    <a:pt x="1356" y="658"/>
                  </a:lnTo>
                  <a:lnTo>
                    <a:pt x="1358" y="656"/>
                  </a:lnTo>
                  <a:lnTo>
                    <a:pt x="1358" y="653"/>
                  </a:lnTo>
                  <a:lnTo>
                    <a:pt x="1358" y="653"/>
                  </a:lnTo>
                  <a:lnTo>
                    <a:pt x="1358" y="651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3"/>
                  </a:lnTo>
                  <a:lnTo>
                    <a:pt x="1356" y="651"/>
                  </a:lnTo>
                  <a:lnTo>
                    <a:pt x="1356" y="651"/>
                  </a:lnTo>
                  <a:lnTo>
                    <a:pt x="1358" y="651"/>
                  </a:lnTo>
                  <a:lnTo>
                    <a:pt x="1358" y="651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8"/>
                  </a:lnTo>
                  <a:lnTo>
                    <a:pt x="1358" y="646"/>
                  </a:lnTo>
                  <a:lnTo>
                    <a:pt x="1358" y="646"/>
                  </a:lnTo>
                  <a:lnTo>
                    <a:pt x="1358" y="646"/>
                  </a:lnTo>
                  <a:lnTo>
                    <a:pt x="1356" y="646"/>
                  </a:lnTo>
                  <a:lnTo>
                    <a:pt x="1356" y="648"/>
                  </a:lnTo>
                  <a:lnTo>
                    <a:pt x="1356" y="646"/>
                  </a:lnTo>
                  <a:lnTo>
                    <a:pt x="1356" y="646"/>
                  </a:lnTo>
                  <a:lnTo>
                    <a:pt x="1356" y="646"/>
                  </a:lnTo>
                  <a:lnTo>
                    <a:pt x="1356" y="648"/>
                  </a:lnTo>
                  <a:lnTo>
                    <a:pt x="1356" y="648"/>
                  </a:lnTo>
                  <a:lnTo>
                    <a:pt x="1356" y="648"/>
                  </a:lnTo>
                  <a:lnTo>
                    <a:pt x="1353" y="651"/>
                  </a:lnTo>
                  <a:lnTo>
                    <a:pt x="1353" y="648"/>
                  </a:lnTo>
                  <a:lnTo>
                    <a:pt x="1353" y="648"/>
                  </a:lnTo>
                  <a:lnTo>
                    <a:pt x="1353" y="646"/>
                  </a:lnTo>
                  <a:lnTo>
                    <a:pt x="1353" y="648"/>
                  </a:lnTo>
                  <a:lnTo>
                    <a:pt x="1353" y="648"/>
                  </a:lnTo>
                  <a:lnTo>
                    <a:pt x="1351" y="653"/>
                  </a:lnTo>
                  <a:lnTo>
                    <a:pt x="1353" y="653"/>
                  </a:lnTo>
                  <a:lnTo>
                    <a:pt x="1353" y="651"/>
                  </a:lnTo>
                  <a:lnTo>
                    <a:pt x="1353" y="651"/>
                  </a:lnTo>
                  <a:lnTo>
                    <a:pt x="1353" y="653"/>
                  </a:lnTo>
                  <a:lnTo>
                    <a:pt x="1353" y="653"/>
                  </a:lnTo>
                  <a:lnTo>
                    <a:pt x="1353" y="653"/>
                  </a:lnTo>
                  <a:lnTo>
                    <a:pt x="1351" y="653"/>
                  </a:lnTo>
                  <a:lnTo>
                    <a:pt x="1351" y="653"/>
                  </a:lnTo>
                  <a:lnTo>
                    <a:pt x="1351" y="653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1" y="656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3" y="656"/>
                  </a:lnTo>
                  <a:lnTo>
                    <a:pt x="1353" y="658"/>
                  </a:lnTo>
                  <a:lnTo>
                    <a:pt x="1353" y="658"/>
                  </a:lnTo>
                  <a:close/>
                  <a:moveTo>
                    <a:pt x="1349" y="670"/>
                  </a:moveTo>
                  <a:lnTo>
                    <a:pt x="1349" y="670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5"/>
                  </a:lnTo>
                  <a:lnTo>
                    <a:pt x="1344" y="675"/>
                  </a:lnTo>
                  <a:lnTo>
                    <a:pt x="1344" y="677"/>
                  </a:lnTo>
                  <a:lnTo>
                    <a:pt x="1346" y="677"/>
                  </a:lnTo>
                  <a:lnTo>
                    <a:pt x="1346" y="677"/>
                  </a:lnTo>
                  <a:lnTo>
                    <a:pt x="1349" y="675"/>
                  </a:lnTo>
                  <a:lnTo>
                    <a:pt x="1346" y="675"/>
                  </a:lnTo>
                  <a:lnTo>
                    <a:pt x="1346" y="675"/>
                  </a:lnTo>
                  <a:lnTo>
                    <a:pt x="1346" y="672"/>
                  </a:lnTo>
                  <a:lnTo>
                    <a:pt x="1349" y="672"/>
                  </a:lnTo>
                  <a:lnTo>
                    <a:pt x="1349" y="672"/>
                  </a:lnTo>
                  <a:lnTo>
                    <a:pt x="1351" y="672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51" y="670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67"/>
                  </a:lnTo>
                  <a:lnTo>
                    <a:pt x="1349" y="670"/>
                  </a:lnTo>
                  <a:lnTo>
                    <a:pt x="1349" y="670"/>
                  </a:lnTo>
                  <a:close/>
                  <a:moveTo>
                    <a:pt x="1344" y="675"/>
                  </a:moveTo>
                  <a:lnTo>
                    <a:pt x="1344" y="672"/>
                  </a:lnTo>
                  <a:lnTo>
                    <a:pt x="1344" y="672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2"/>
                  </a:lnTo>
                  <a:lnTo>
                    <a:pt x="1346" y="670"/>
                  </a:lnTo>
                  <a:lnTo>
                    <a:pt x="1346" y="670"/>
                  </a:lnTo>
                  <a:lnTo>
                    <a:pt x="1346" y="667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5"/>
                  </a:lnTo>
                  <a:lnTo>
                    <a:pt x="1346" y="667"/>
                  </a:lnTo>
                  <a:lnTo>
                    <a:pt x="1346" y="667"/>
                  </a:lnTo>
                  <a:lnTo>
                    <a:pt x="1346" y="670"/>
                  </a:lnTo>
                  <a:lnTo>
                    <a:pt x="1344" y="670"/>
                  </a:lnTo>
                  <a:lnTo>
                    <a:pt x="1344" y="667"/>
                  </a:lnTo>
                  <a:lnTo>
                    <a:pt x="1344" y="667"/>
                  </a:lnTo>
                  <a:lnTo>
                    <a:pt x="1342" y="672"/>
                  </a:lnTo>
                  <a:lnTo>
                    <a:pt x="1339" y="672"/>
                  </a:lnTo>
                  <a:lnTo>
                    <a:pt x="1342" y="672"/>
                  </a:lnTo>
                  <a:lnTo>
                    <a:pt x="1344" y="672"/>
                  </a:lnTo>
                  <a:lnTo>
                    <a:pt x="1342" y="672"/>
                  </a:lnTo>
                  <a:lnTo>
                    <a:pt x="1342" y="675"/>
                  </a:lnTo>
                  <a:lnTo>
                    <a:pt x="1339" y="675"/>
                  </a:lnTo>
                  <a:lnTo>
                    <a:pt x="1339" y="675"/>
                  </a:lnTo>
                  <a:lnTo>
                    <a:pt x="1342" y="675"/>
                  </a:lnTo>
                  <a:lnTo>
                    <a:pt x="1344" y="675"/>
                  </a:lnTo>
                  <a:lnTo>
                    <a:pt x="1342" y="675"/>
                  </a:lnTo>
                  <a:lnTo>
                    <a:pt x="1339" y="675"/>
                  </a:lnTo>
                  <a:lnTo>
                    <a:pt x="1339" y="675"/>
                  </a:lnTo>
                  <a:lnTo>
                    <a:pt x="1342" y="677"/>
                  </a:lnTo>
                  <a:lnTo>
                    <a:pt x="1342" y="677"/>
                  </a:lnTo>
                  <a:lnTo>
                    <a:pt x="1344" y="675"/>
                  </a:lnTo>
                  <a:lnTo>
                    <a:pt x="1344" y="675"/>
                  </a:lnTo>
                  <a:close/>
                  <a:moveTo>
                    <a:pt x="1344" y="630"/>
                  </a:move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7"/>
                  </a:lnTo>
                  <a:lnTo>
                    <a:pt x="1346" y="625"/>
                  </a:lnTo>
                  <a:lnTo>
                    <a:pt x="1346" y="622"/>
                  </a:lnTo>
                  <a:lnTo>
                    <a:pt x="1346" y="622"/>
                  </a:lnTo>
                  <a:lnTo>
                    <a:pt x="1344" y="620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2"/>
                  </a:lnTo>
                  <a:lnTo>
                    <a:pt x="1342" y="625"/>
                  </a:lnTo>
                  <a:lnTo>
                    <a:pt x="1342" y="625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27"/>
                  </a:lnTo>
                  <a:lnTo>
                    <a:pt x="1342" y="630"/>
                  </a:lnTo>
                  <a:lnTo>
                    <a:pt x="1342" y="630"/>
                  </a:lnTo>
                  <a:lnTo>
                    <a:pt x="1342" y="630"/>
                  </a:lnTo>
                  <a:lnTo>
                    <a:pt x="1344" y="630"/>
                  </a:lnTo>
                  <a:lnTo>
                    <a:pt x="1344" y="630"/>
                  </a:lnTo>
                  <a:close/>
                  <a:moveTo>
                    <a:pt x="1339" y="634"/>
                  </a:moveTo>
                  <a:lnTo>
                    <a:pt x="1339" y="637"/>
                  </a:lnTo>
                  <a:lnTo>
                    <a:pt x="1342" y="637"/>
                  </a:lnTo>
                  <a:lnTo>
                    <a:pt x="1342" y="639"/>
                  </a:lnTo>
                  <a:lnTo>
                    <a:pt x="1342" y="639"/>
                  </a:lnTo>
                  <a:lnTo>
                    <a:pt x="1342" y="639"/>
                  </a:lnTo>
                  <a:lnTo>
                    <a:pt x="1342" y="637"/>
                  </a:lnTo>
                  <a:lnTo>
                    <a:pt x="1342" y="637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4"/>
                  </a:lnTo>
                  <a:lnTo>
                    <a:pt x="1342" y="632"/>
                  </a:lnTo>
                  <a:lnTo>
                    <a:pt x="1342" y="632"/>
                  </a:lnTo>
                  <a:lnTo>
                    <a:pt x="1342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2"/>
                  </a:lnTo>
                  <a:lnTo>
                    <a:pt x="1339" y="634"/>
                  </a:lnTo>
                  <a:lnTo>
                    <a:pt x="1339" y="634"/>
                  </a:lnTo>
                  <a:close/>
                  <a:moveTo>
                    <a:pt x="1169" y="892"/>
                  </a:moveTo>
                  <a:lnTo>
                    <a:pt x="1169" y="895"/>
                  </a:lnTo>
                  <a:lnTo>
                    <a:pt x="1167" y="892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4" y="895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7" y="895"/>
                  </a:lnTo>
                  <a:lnTo>
                    <a:pt x="1169" y="895"/>
                  </a:lnTo>
                  <a:lnTo>
                    <a:pt x="1169" y="895"/>
                  </a:lnTo>
                  <a:lnTo>
                    <a:pt x="1169" y="895"/>
                  </a:lnTo>
                  <a:lnTo>
                    <a:pt x="1171" y="895"/>
                  </a:lnTo>
                  <a:lnTo>
                    <a:pt x="1171" y="895"/>
                  </a:lnTo>
                  <a:lnTo>
                    <a:pt x="1174" y="895"/>
                  </a:lnTo>
                  <a:lnTo>
                    <a:pt x="1174" y="892"/>
                  </a:lnTo>
                  <a:lnTo>
                    <a:pt x="1174" y="892"/>
                  </a:lnTo>
                  <a:lnTo>
                    <a:pt x="1169" y="892"/>
                  </a:lnTo>
                  <a:lnTo>
                    <a:pt x="1169" y="892"/>
                  </a:lnTo>
                  <a:close/>
                  <a:moveTo>
                    <a:pt x="1216" y="809"/>
                  </a:moveTo>
                  <a:lnTo>
                    <a:pt x="1219" y="809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1" y="812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3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21" y="809"/>
                  </a:lnTo>
                  <a:lnTo>
                    <a:pt x="1219" y="807"/>
                  </a:lnTo>
                  <a:lnTo>
                    <a:pt x="1221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7"/>
                  </a:lnTo>
                  <a:lnTo>
                    <a:pt x="1219" y="809"/>
                  </a:lnTo>
                  <a:lnTo>
                    <a:pt x="1216" y="809"/>
                  </a:lnTo>
                  <a:close/>
                  <a:moveTo>
                    <a:pt x="1157" y="890"/>
                  </a:moveTo>
                  <a:lnTo>
                    <a:pt x="1155" y="890"/>
                  </a:lnTo>
                  <a:lnTo>
                    <a:pt x="1155" y="890"/>
                  </a:lnTo>
                  <a:lnTo>
                    <a:pt x="1155" y="890"/>
                  </a:lnTo>
                  <a:lnTo>
                    <a:pt x="1152" y="890"/>
                  </a:lnTo>
                  <a:lnTo>
                    <a:pt x="1152" y="890"/>
                  </a:lnTo>
                  <a:lnTo>
                    <a:pt x="1145" y="895"/>
                  </a:lnTo>
                  <a:lnTo>
                    <a:pt x="1145" y="895"/>
                  </a:lnTo>
                  <a:lnTo>
                    <a:pt x="1143" y="897"/>
                  </a:lnTo>
                  <a:lnTo>
                    <a:pt x="1143" y="899"/>
                  </a:lnTo>
                  <a:lnTo>
                    <a:pt x="1145" y="902"/>
                  </a:lnTo>
                  <a:lnTo>
                    <a:pt x="1145" y="902"/>
                  </a:lnTo>
                  <a:lnTo>
                    <a:pt x="1145" y="902"/>
                  </a:lnTo>
                  <a:lnTo>
                    <a:pt x="1145" y="899"/>
                  </a:lnTo>
                  <a:lnTo>
                    <a:pt x="1148" y="899"/>
                  </a:lnTo>
                  <a:lnTo>
                    <a:pt x="1150" y="897"/>
                  </a:lnTo>
                  <a:lnTo>
                    <a:pt x="1150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5"/>
                  </a:lnTo>
                  <a:lnTo>
                    <a:pt x="1152" y="892"/>
                  </a:lnTo>
                  <a:lnTo>
                    <a:pt x="1152" y="890"/>
                  </a:lnTo>
                  <a:lnTo>
                    <a:pt x="1155" y="890"/>
                  </a:lnTo>
                  <a:lnTo>
                    <a:pt x="1155" y="890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5" y="892"/>
                  </a:lnTo>
                  <a:lnTo>
                    <a:pt x="1157" y="892"/>
                  </a:lnTo>
                  <a:lnTo>
                    <a:pt x="1157" y="892"/>
                  </a:lnTo>
                  <a:lnTo>
                    <a:pt x="1157" y="892"/>
                  </a:lnTo>
                  <a:lnTo>
                    <a:pt x="1157" y="890"/>
                  </a:lnTo>
                  <a:close/>
                  <a:moveTo>
                    <a:pt x="1167" y="892"/>
                  </a:moveTo>
                  <a:lnTo>
                    <a:pt x="1167" y="892"/>
                  </a:lnTo>
                  <a:lnTo>
                    <a:pt x="1167" y="892"/>
                  </a:lnTo>
                  <a:lnTo>
                    <a:pt x="1167" y="892"/>
                  </a:lnTo>
                  <a:lnTo>
                    <a:pt x="1167" y="890"/>
                  </a:lnTo>
                  <a:lnTo>
                    <a:pt x="1167" y="892"/>
                  </a:lnTo>
                  <a:lnTo>
                    <a:pt x="1169" y="892"/>
                  </a:lnTo>
                  <a:lnTo>
                    <a:pt x="1167" y="892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7" y="890"/>
                  </a:lnTo>
                  <a:lnTo>
                    <a:pt x="1164" y="890"/>
                  </a:lnTo>
                  <a:lnTo>
                    <a:pt x="1162" y="890"/>
                  </a:lnTo>
                  <a:lnTo>
                    <a:pt x="1162" y="890"/>
                  </a:lnTo>
                  <a:lnTo>
                    <a:pt x="1159" y="890"/>
                  </a:lnTo>
                  <a:lnTo>
                    <a:pt x="1159" y="890"/>
                  </a:lnTo>
                  <a:lnTo>
                    <a:pt x="1159" y="892"/>
                  </a:lnTo>
                  <a:lnTo>
                    <a:pt x="1157" y="892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59" y="895"/>
                  </a:lnTo>
                  <a:lnTo>
                    <a:pt x="1162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4" y="895"/>
                  </a:lnTo>
                  <a:lnTo>
                    <a:pt x="1167" y="892"/>
                  </a:lnTo>
                  <a:lnTo>
                    <a:pt x="1167" y="892"/>
                  </a:lnTo>
                  <a:close/>
                  <a:moveTo>
                    <a:pt x="1167" y="883"/>
                  </a:moveTo>
                  <a:lnTo>
                    <a:pt x="1167" y="885"/>
                  </a:lnTo>
                  <a:lnTo>
                    <a:pt x="1169" y="885"/>
                  </a:lnTo>
                  <a:lnTo>
                    <a:pt x="1169" y="885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9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4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lnTo>
                    <a:pt x="1167" y="883"/>
                  </a:lnTo>
                  <a:close/>
                  <a:moveTo>
                    <a:pt x="1077" y="911"/>
                  </a:move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1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4"/>
                  </a:lnTo>
                  <a:lnTo>
                    <a:pt x="1077" y="911"/>
                  </a:lnTo>
                  <a:close/>
                  <a:moveTo>
                    <a:pt x="1079" y="921"/>
                  </a:move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7" y="921"/>
                  </a:lnTo>
                  <a:lnTo>
                    <a:pt x="1077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3"/>
                  </a:lnTo>
                  <a:lnTo>
                    <a:pt x="1079" y="921"/>
                  </a:lnTo>
                  <a:lnTo>
                    <a:pt x="1079" y="921"/>
                  </a:lnTo>
                  <a:lnTo>
                    <a:pt x="1079" y="921"/>
                  </a:lnTo>
                  <a:close/>
                  <a:moveTo>
                    <a:pt x="1096" y="843"/>
                  </a:move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lnTo>
                    <a:pt x="1096" y="843"/>
                  </a:lnTo>
                  <a:close/>
                  <a:moveTo>
                    <a:pt x="1114" y="930"/>
                  </a:moveTo>
                  <a:lnTo>
                    <a:pt x="1114" y="930"/>
                  </a:lnTo>
                  <a:lnTo>
                    <a:pt x="1114" y="932"/>
                  </a:lnTo>
                  <a:lnTo>
                    <a:pt x="1112" y="932"/>
                  </a:lnTo>
                  <a:lnTo>
                    <a:pt x="1112" y="935"/>
                  </a:lnTo>
                  <a:lnTo>
                    <a:pt x="1110" y="935"/>
                  </a:lnTo>
                  <a:lnTo>
                    <a:pt x="1112" y="935"/>
                  </a:lnTo>
                  <a:lnTo>
                    <a:pt x="1112" y="935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2" y="937"/>
                  </a:lnTo>
                  <a:lnTo>
                    <a:pt x="1114" y="937"/>
                  </a:lnTo>
                  <a:lnTo>
                    <a:pt x="1114" y="940"/>
                  </a:lnTo>
                  <a:lnTo>
                    <a:pt x="1117" y="940"/>
                  </a:lnTo>
                  <a:lnTo>
                    <a:pt x="1117" y="937"/>
                  </a:lnTo>
                  <a:lnTo>
                    <a:pt x="1117" y="937"/>
                  </a:lnTo>
                  <a:lnTo>
                    <a:pt x="1117" y="937"/>
                  </a:lnTo>
                  <a:lnTo>
                    <a:pt x="1117" y="935"/>
                  </a:lnTo>
                  <a:lnTo>
                    <a:pt x="1117" y="932"/>
                  </a:lnTo>
                  <a:lnTo>
                    <a:pt x="1117" y="932"/>
                  </a:lnTo>
                  <a:lnTo>
                    <a:pt x="1117" y="930"/>
                  </a:lnTo>
                  <a:lnTo>
                    <a:pt x="1117" y="930"/>
                  </a:lnTo>
                  <a:lnTo>
                    <a:pt x="1114" y="930"/>
                  </a:lnTo>
                  <a:close/>
                  <a:moveTo>
                    <a:pt x="1190" y="802"/>
                  </a:moveTo>
                  <a:lnTo>
                    <a:pt x="1190" y="802"/>
                  </a:lnTo>
                  <a:lnTo>
                    <a:pt x="1193" y="802"/>
                  </a:lnTo>
                  <a:lnTo>
                    <a:pt x="1193" y="802"/>
                  </a:lnTo>
                  <a:lnTo>
                    <a:pt x="1193" y="800"/>
                  </a:lnTo>
                  <a:lnTo>
                    <a:pt x="1193" y="800"/>
                  </a:lnTo>
                  <a:lnTo>
                    <a:pt x="1193" y="800"/>
                  </a:lnTo>
                  <a:lnTo>
                    <a:pt x="1195" y="802"/>
                  </a:lnTo>
                  <a:lnTo>
                    <a:pt x="1195" y="805"/>
                  </a:lnTo>
                  <a:lnTo>
                    <a:pt x="1195" y="802"/>
                  </a:lnTo>
                  <a:lnTo>
                    <a:pt x="1197" y="805"/>
                  </a:lnTo>
                  <a:lnTo>
                    <a:pt x="1200" y="805"/>
                  </a:lnTo>
                  <a:lnTo>
                    <a:pt x="1200" y="807"/>
                  </a:lnTo>
                  <a:lnTo>
                    <a:pt x="1202" y="807"/>
                  </a:lnTo>
                  <a:lnTo>
                    <a:pt x="1202" y="807"/>
                  </a:lnTo>
                  <a:lnTo>
                    <a:pt x="1202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4" y="805"/>
                  </a:lnTo>
                  <a:lnTo>
                    <a:pt x="1202" y="802"/>
                  </a:lnTo>
                  <a:lnTo>
                    <a:pt x="1200" y="802"/>
                  </a:lnTo>
                  <a:lnTo>
                    <a:pt x="1200" y="802"/>
                  </a:lnTo>
                  <a:lnTo>
                    <a:pt x="1200" y="802"/>
                  </a:lnTo>
                  <a:lnTo>
                    <a:pt x="1200" y="800"/>
                  </a:lnTo>
                  <a:lnTo>
                    <a:pt x="1200" y="800"/>
                  </a:lnTo>
                  <a:lnTo>
                    <a:pt x="1197" y="800"/>
                  </a:lnTo>
                  <a:lnTo>
                    <a:pt x="1197" y="800"/>
                  </a:lnTo>
                  <a:lnTo>
                    <a:pt x="1197" y="800"/>
                  </a:lnTo>
                  <a:lnTo>
                    <a:pt x="1195" y="800"/>
                  </a:lnTo>
                  <a:lnTo>
                    <a:pt x="1195" y="800"/>
                  </a:lnTo>
                  <a:lnTo>
                    <a:pt x="1195" y="798"/>
                  </a:lnTo>
                  <a:lnTo>
                    <a:pt x="1193" y="798"/>
                  </a:lnTo>
                  <a:lnTo>
                    <a:pt x="1193" y="798"/>
                  </a:lnTo>
                  <a:lnTo>
                    <a:pt x="1193" y="798"/>
                  </a:lnTo>
                  <a:lnTo>
                    <a:pt x="1190" y="798"/>
                  </a:lnTo>
                  <a:lnTo>
                    <a:pt x="1190" y="798"/>
                  </a:lnTo>
                  <a:lnTo>
                    <a:pt x="1190" y="798"/>
                  </a:lnTo>
                  <a:lnTo>
                    <a:pt x="1188" y="802"/>
                  </a:lnTo>
                  <a:lnTo>
                    <a:pt x="1190" y="802"/>
                  </a:lnTo>
                  <a:close/>
                  <a:moveTo>
                    <a:pt x="1188" y="807"/>
                  </a:moveTo>
                  <a:lnTo>
                    <a:pt x="1185" y="807"/>
                  </a:lnTo>
                  <a:lnTo>
                    <a:pt x="1185" y="807"/>
                  </a:lnTo>
                  <a:lnTo>
                    <a:pt x="1185" y="807"/>
                  </a:lnTo>
                  <a:lnTo>
                    <a:pt x="1183" y="809"/>
                  </a:lnTo>
                  <a:lnTo>
                    <a:pt x="1185" y="809"/>
                  </a:lnTo>
                  <a:lnTo>
                    <a:pt x="1188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3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0" y="814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3" y="817"/>
                  </a:lnTo>
                  <a:lnTo>
                    <a:pt x="1195" y="817"/>
                  </a:lnTo>
                  <a:lnTo>
                    <a:pt x="1195" y="817"/>
                  </a:lnTo>
                  <a:lnTo>
                    <a:pt x="1195" y="817"/>
                  </a:lnTo>
                  <a:lnTo>
                    <a:pt x="1195" y="814"/>
                  </a:lnTo>
                  <a:lnTo>
                    <a:pt x="1193" y="812"/>
                  </a:lnTo>
                  <a:lnTo>
                    <a:pt x="1193" y="812"/>
                  </a:lnTo>
                  <a:lnTo>
                    <a:pt x="1190" y="809"/>
                  </a:lnTo>
                  <a:lnTo>
                    <a:pt x="1188" y="807"/>
                  </a:lnTo>
                  <a:lnTo>
                    <a:pt x="1188" y="807"/>
                  </a:lnTo>
                  <a:close/>
                  <a:moveTo>
                    <a:pt x="1209" y="807"/>
                  </a:move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7" y="807"/>
                  </a:lnTo>
                  <a:lnTo>
                    <a:pt x="1207" y="807"/>
                  </a:lnTo>
                  <a:lnTo>
                    <a:pt x="1207" y="807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9" y="809"/>
                  </a:lnTo>
                  <a:lnTo>
                    <a:pt x="1209" y="809"/>
                  </a:lnTo>
                  <a:lnTo>
                    <a:pt x="1209" y="809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lnTo>
                    <a:pt x="1209" y="807"/>
                  </a:lnTo>
                  <a:close/>
                  <a:moveTo>
                    <a:pt x="1344" y="656"/>
                  </a:moveTo>
                  <a:lnTo>
                    <a:pt x="1344" y="658"/>
                  </a:lnTo>
                  <a:lnTo>
                    <a:pt x="1344" y="658"/>
                  </a:lnTo>
                  <a:lnTo>
                    <a:pt x="1344" y="658"/>
                  </a:lnTo>
                  <a:lnTo>
                    <a:pt x="1344" y="660"/>
                  </a:lnTo>
                  <a:lnTo>
                    <a:pt x="1346" y="660"/>
                  </a:lnTo>
                  <a:lnTo>
                    <a:pt x="1346" y="660"/>
                  </a:lnTo>
                  <a:lnTo>
                    <a:pt x="1346" y="658"/>
                  </a:lnTo>
                  <a:lnTo>
                    <a:pt x="1346" y="658"/>
                  </a:lnTo>
                  <a:lnTo>
                    <a:pt x="1346" y="656"/>
                  </a:lnTo>
                  <a:lnTo>
                    <a:pt x="1346" y="656"/>
                  </a:lnTo>
                  <a:lnTo>
                    <a:pt x="1349" y="656"/>
                  </a:lnTo>
                  <a:lnTo>
                    <a:pt x="1349" y="653"/>
                  </a:lnTo>
                  <a:lnTo>
                    <a:pt x="1346" y="653"/>
                  </a:lnTo>
                  <a:lnTo>
                    <a:pt x="1344" y="656"/>
                  </a:lnTo>
                  <a:close/>
                  <a:moveTo>
                    <a:pt x="1204" y="854"/>
                  </a:moveTo>
                  <a:lnTo>
                    <a:pt x="1204" y="854"/>
                  </a:lnTo>
                  <a:lnTo>
                    <a:pt x="1204" y="857"/>
                  </a:lnTo>
                  <a:lnTo>
                    <a:pt x="1204" y="857"/>
                  </a:lnTo>
                  <a:lnTo>
                    <a:pt x="1204" y="854"/>
                  </a:lnTo>
                  <a:lnTo>
                    <a:pt x="1202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200" y="854"/>
                  </a:lnTo>
                  <a:lnTo>
                    <a:pt x="1197" y="854"/>
                  </a:lnTo>
                  <a:lnTo>
                    <a:pt x="1197" y="857"/>
                  </a:lnTo>
                  <a:lnTo>
                    <a:pt x="1195" y="857"/>
                  </a:lnTo>
                  <a:lnTo>
                    <a:pt x="1197" y="854"/>
                  </a:lnTo>
                  <a:lnTo>
                    <a:pt x="1195" y="854"/>
                  </a:lnTo>
                  <a:lnTo>
                    <a:pt x="1195" y="854"/>
                  </a:lnTo>
                  <a:lnTo>
                    <a:pt x="1195" y="854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3" y="852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3" y="854"/>
                  </a:lnTo>
                  <a:lnTo>
                    <a:pt x="1190" y="857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59"/>
                  </a:lnTo>
                  <a:lnTo>
                    <a:pt x="1190" y="861"/>
                  </a:lnTo>
                  <a:lnTo>
                    <a:pt x="1188" y="861"/>
                  </a:lnTo>
                  <a:lnTo>
                    <a:pt x="1190" y="861"/>
                  </a:lnTo>
                  <a:lnTo>
                    <a:pt x="1190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3" y="861"/>
                  </a:lnTo>
                  <a:lnTo>
                    <a:pt x="1190" y="861"/>
                  </a:lnTo>
                  <a:lnTo>
                    <a:pt x="1190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3" y="864"/>
                  </a:lnTo>
                  <a:lnTo>
                    <a:pt x="1190" y="866"/>
                  </a:lnTo>
                  <a:lnTo>
                    <a:pt x="1193" y="866"/>
                  </a:lnTo>
                  <a:lnTo>
                    <a:pt x="1193" y="866"/>
                  </a:lnTo>
                  <a:lnTo>
                    <a:pt x="1195" y="864"/>
                  </a:lnTo>
                  <a:lnTo>
                    <a:pt x="1195" y="864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5" y="861"/>
                  </a:lnTo>
                  <a:lnTo>
                    <a:pt x="1197" y="859"/>
                  </a:lnTo>
                  <a:lnTo>
                    <a:pt x="1197" y="859"/>
                  </a:lnTo>
                  <a:lnTo>
                    <a:pt x="1200" y="859"/>
                  </a:lnTo>
                  <a:lnTo>
                    <a:pt x="1200" y="859"/>
                  </a:lnTo>
                  <a:lnTo>
                    <a:pt x="1200" y="859"/>
                  </a:lnTo>
                  <a:lnTo>
                    <a:pt x="1202" y="857"/>
                  </a:lnTo>
                  <a:lnTo>
                    <a:pt x="1202" y="857"/>
                  </a:lnTo>
                  <a:lnTo>
                    <a:pt x="1202" y="859"/>
                  </a:lnTo>
                  <a:lnTo>
                    <a:pt x="1202" y="859"/>
                  </a:lnTo>
                  <a:lnTo>
                    <a:pt x="1202" y="859"/>
                  </a:lnTo>
                  <a:lnTo>
                    <a:pt x="1204" y="857"/>
                  </a:lnTo>
                  <a:lnTo>
                    <a:pt x="1204" y="857"/>
                  </a:lnTo>
                  <a:lnTo>
                    <a:pt x="1207" y="857"/>
                  </a:lnTo>
                  <a:lnTo>
                    <a:pt x="1207" y="857"/>
                  </a:lnTo>
                  <a:lnTo>
                    <a:pt x="1204" y="854"/>
                  </a:lnTo>
                  <a:close/>
                  <a:moveTo>
                    <a:pt x="1176" y="833"/>
                  </a:moveTo>
                  <a:lnTo>
                    <a:pt x="1174" y="833"/>
                  </a:lnTo>
                  <a:lnTo>
                    <a:pt x="1174" y="833"/>
                  </a:lnTo>
                  <a:lnTo>
                    <a:pt x="1174" y="833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5"/>
                  </a:lnTo>
                  <a:lnTo>
                    <a:pt x="1174" y="838"/>
                  </a:lnTo>
                  <a:lnTo>
                    <a:pt x="1174" y="838"/>
                  </a:lnTo>
                  <a:lnTo>
                    <a:pt x="1174" y="840"/>
                  </a:lnTo>
                  <a:lnTo>
                    <a:pt x="1176" y="838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3"/>
                  </a:lnTo>
                  <a:close/>
                  <a:moveTo>
                    <a:pt x="1223" y="826"/>
                  </a:moveTo>
                  <a:lnTo>
                    <a:pt x="1221" y="828"/>
                  </a:lnTo>
                  <a:lnTo>
                    <a:pt x="1221" y="828"/>
                  </a:lnTo>
                  <a:lnTo>
                    <a:pt x="1221" y="826"/>
                  </a:lnTo>
                  <a:lnTo>
                    <a:pt x="1221" y="826"/>
                  </a:lnTo>
                  <a:lnTo>
                    <a:pt x="1221" y="824"/>
                  </a:lnTo>
                  <a:lnTo>
                    <a:pt x="1221" y="824"/>
                  </a:lnTo>
                  <a:lnTo>
                    <a:pt x="1221" y="824"/>
                  </a:lnTo>
                  <a:lnTo>
                    <a:pt x="1219" y="826"/>
                  </a:lnTo>
                  <a:lnTo>
                    <a:pt x="1219" y="826"/>
                  </a:lnTo>
                  <a:lnTo>
                    <a:pt x="1219" y="826"/>
                  </a:lnTo>
                  <a:lnTo>
                    <a:pt x="1219" y="824"/>
                  </a:lnTo>
                  <a:lnTo>
                    <a:pt x="1219" y="824"/>
                  </a:lnTo>
                  <a:lnTo>
                    <a:pt x="1219" y="824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9" y="821"/>
                  </a:lnTo>
                  <a:lnTo>
                    <a:pt x="1216" y="824"/>
                  </a:lnTo>
                  <a:lnTo>
                    <a:pt x="1216" y="824"/>
                  </a:lnTo>
                  <a:lnTo>
                    <a:pt x="1216" y="824"/>
                  </a:lnTo>
                  <a:lnTo>
                    <a:pt x="1216" y="821"/>
                  </a:lnTo>
                  <a:lnTo>
                    <a:pt x="1219" y="821"/>
                  </a:lnTo>
                  <a:lnTo>
                    <a:pt x="1219" y="819"/>
                  </a:lnTo>
                  <a:lnTo>
                    <a:pt x="1221" y="817"/>
                  </a:lnTo>
                  <a:lnTo>
                    <a:pt x="1223" y="814"/>
                  </a:lnTo>
                  <a:lnTo>
                    <a:pt x="1223" y="814"/>
                  </a:lnTo>
                  <a:lnTo>
                    <a:pt x="1223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21" y="817"/>
                  </a:lnTo>
                  <a:lnTo>
                    <a:pt x="1221" y="817"/>
                  </a:lnTo>
                  <a:lnTo>
                    <a:pt x="1219" y="814"/>
                  </a:lnTo>
                  <a:lnTo>
                    <a:pt x="1221" y="814"/>
                  </a:lnTo>
                  <a:lnTo>
                    <a:pt x="1221" y="814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12"/>
                  </a:lnTo>
                  <a:lnTo>
                    <a:pt x="1219" y="809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6" y="812"/>
                  </a:lnTo>
                  <a:lnTo>
                    <a:pt x="1216" y="812"/>
                  </a:lnTo>
                  <a:lnTo>
                    <a:pt x="1216" y="809"/>
                  </a:lnTo>
                  <a:lnTo>
                    <a:pt x="1216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09"/>
                  </a:lnTo>
                  <a:lnTo>
                    <a:pt x="1214" y="812"/>
                  </a:lnTo>
                  <a:lnTo>
                    <a:pt x="1214" y="812"/>
                  </a:lnTo>
                  <a:lnTo>
                    <a:pt x="1214" y="812"/>
                  </a:lnTo>
                  <a:lnTo>
                    <a:pt x="1214" y="814"/>
                  </a:lnTo>
                  <a:lnTo>
                    <a:pt x="1214" y="812"/>
                  </a:lnTo>
                  <a:lnTo>
                    <a:pt x="1211" y="812"/>
                  </a:lnTo>
                  <a:lnTo>
                    <a:pt x="1211" y="812"/>
                  </a:lnTo>
                  <a:lnTo>
                    <a:pt x="1211" y="812"/>
                  </a:lnTo>
                  <a:lnTo>
                    <a:pt x="1211" y="814"/>
                  </a:lnTo>
                  <a:lnTo>
                    <a:pt x="1209" y="814"/>
                  </a:lnTo>
                  <a:lnTo>
                    <a:pt x="1209" y="817"/>
                  </a:lnTo>
                  <a:lnTo>
                    <a:pt x="1209" y="814"/>
                  </a:lnTo>
                  <a:lnTo>
                    <a:pt x="1209" y="814"/>
                  </a:lnTo>
                  <a:lnTo>
                    <a:pt x="1209" y="814"/>
                  </a:lnTo>
                  <a:lnTo>
                    <a:pt x="1207" y="814"/>
                  </a:lnTo>
                  <a:lnTo>
                    <a:pt x="1207" y="814"/>
                  </a:lnTo>
                  <a:lnTo>
                    <a:pt x="1207" y="817"/>
                  </a:lnTo>
                  <a:lnTo>
                    <a:pt x="1207" y="819"/>
                  </a:lnTo>
                  <a:lnTo>
                    <a:pt x="1207" y="819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7" y="821"/>
                  </a:lnTo>
                  <a:lnTo>
                    <a:pt x="1204" y="821"/>
                  </a:lnTo>
                  <a:lnTo>
                    <a:pt x="1204" y="821"/>
                  </a:lnTo>
                  <a:lnTo>
                    <a:pt x="1204" y="821"/>
                  </a:lnTo>
                  <a:lnTo>
                    <a:pt x="1204" y="819"/>
                  </a:lnTo>
                  <a:lnTo>
                    <a:pt x="1204" y="819"/>
                  </a:lnTo>
                  <a:lnTo>
                    <a:pt x="1204" y="817"/>
                  </a:lnTo>
                  <a:lnTo>
                    <a:pt x="1204" y="814"/>
                  </a:lnTo>
                  <a:lnTo>
                    <a:pt x="1204" y="814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4" y="812"/>
                  </a:lnTo>
                  <a:lnTo>
                    <a:pt x="1204" y="812"/>
                  </a:lnTo>
                  <a:lnTo>
                    <a:pt x="1207" y="812"/>
                  </a:lnTo>
                  <a:lnTo>
                    <a:pt x="1207" y="812"/>
                  </a:lnTo>
                  <a:lnTo>
                    <a:pt x="1207" y="809"/>
                  </a:lnTo>
                  <a:lnTo>
                    <a:pt x="1207" y="809"/>
                  </a:lnTo>
                  <a:lnTo>
                    <a:pt x="1202" y="807"/>
                  </a:lnTo>
                  <a:lnTo>
                    <a:pt x="1202" y="809"/>
                  </a:lnTo>
                  <a:lnTo>
                    <a:pt x="1202" y="809"/>
                  </a:lnTo>
                  <a:lnTo>
                    <a:pt x="1202" y="809"/>
                  </a:lnTo>
                  <a:lnTo>
                    <a:pt x="1200" y="809"/>
                  </a:lnTo>
                  <a:lnTo>
                    <a:pt x="1200" y="809"/>
                  </a:lnTo>
                  <a:lnTo>
                    <a:pt x="1197" y="807"/>
                  </a:lnTo>
                  <a:lnTo>
                    <a:pt x="1197" y="807"/>
                  </a:lnTo>
                  <a:lnTo>
                    <a:pt x="1195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5"/>
                  </a:lnTo>
                  <a:lnTo>
                    <a:pt x="1193" y="807"/>
                  </a:lnTo>
                  <a:lnTo>
                    <a:pt x="1193" y="807"/>
                  </a:lnTo>
                  <a:lnTo>
                    <a:pt x="1195" y="807"/>
                  </a:lnTo>
                  <a:lnTo>
                    <a:pt x="1195" y="809"/>
                  </a:lnTo>
                  <a:lnTo>
                    <a:pt x="1197" y="812"/>
                  </a:lnTo>
                  <a:lnTo>
                    <a:pt x="1197" y="812"/>
                  </a:lnTo>
                  <a:lnTo>
                    <a:pt x="1197" y="812"/>
                  </a:lnTo>
                  <a:lnTo>
                    <a:pt x="1197" y="814"/>
                  </a:lnTo>
                  <a:lnTo>
                    <a:pt x="1197" y="814"/>
                  </a:lnTo>
                  <a:lnTo>
                    <a:pt x="1200" y="814"/>
                  </a:lnTo>
                  <a:lnTo>
                    <a:pt x="1200" y="814"/>
                  </a:lnTo>
                  <a:lnTo>
                    <a:pt x="1200" y="814"/>
                  </a:lnTo>
                  <a:lnTo>
                    <a:pt x="1200" y="817"/>
                  </a:lnTo>
                  <a:lnTo>
                    <a:pt x="1200" y="814"/>
                  </a:lnTo>
                  <a:lnTo>
                    <a:pt x="1197" y="814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2"/>
                  </a:lnTo>
                  <a:lnTo>
                    <a:pt x="1195" y="814"/>
                  </a:lnTo>
                  <a:lnTo>
                    <a:pt x="1195" y="814"/>
                  </a:lnTo>
                  <a:lnTo>
                    <a:pt x="1195" y="817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24"/>
                  </a:lnTo>
                  <a:lnTo>
                    <a:pt x="1195" y="824"/>
                  </a:lnTo>
                  <a:lnTo>
                    <a:pt x="1195" y="824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21"/>
                  </a:lnTo>
                  <a:lnTo>
                    <a:pt x="1195" y="819"/>
                  </a:lnTo>
                  <a:lnTo>
                    <a:pt x="1195" y="819"/>
                  </a:lnTo>
                  <a:lnTo>
                    <a:pt x="1195" y="819"/>
                  </a:lnTo>
                  <a:lnTo>
                    <a:pt x="1193" y="817"/>
                  </a:lnTo>
                  <a:lnTo>
                    <a:pt x="1190" y="817"/>
                  </a:lnTo>
                  <a:lnTo>
                    <a:pt x="1188" y="814"/>
                  </a:lnTo>
                  <a:lnTo>
                    <a:pt x="1188" y="814"/>
                  </a:lnTo>
                  <a:lnTo>
                    <a:pt x="1185" y="814"/>
                  </a:lnTo>
                  <a:lnTo>
                    <a:pt x="1185" y="817"/>
                  </a:lnTo>
                  <a:lnTo>
                    <a:pt x="1188" y="817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19"/>
                  </a:lnTo>
                  <a:lnTo>
                    <a:pt x="1190" y="821"/>
                  </a:lnTo>
                  <a:lnTo>
                    <a:pt x="1190" y="821"/>
                  </a:lnTo>
                  <a:lnTo>
                    <a:pt x="1190" y="824"/>
                  </a:lnTo>
                  <a:lnTo>
                    <a:pt x="1190" y="824"/>
                  </a:lnTo>
                  <a:lnTo>
                    <a:pt x="1190" y="821"/>
                  </a:lnTo>
                  <a:lnTo>
                    <a:pt x="1188" y="821"/>
                  </a:lnTo>
                  <a:lnTo>
                    <a:pt x="1188" y="821"/>
                  </a:lnTo>
                  <a:lnTo>
                    <a:pt x="1188" y="819"/>
                  </a:lnTo>
                  <a:lnTo>
                    <a:pt x="1188" y="819"/>
                  </a:lnTo>
                  <a:lnTo>
                    <a:pt x="1185" y="819"/>
                  </a:lnTo>
                  <a:lnTo>
                    <a:pt x="1185" y="819"/>
                  </a:lnTo>
                  <a:lnTo>
                    <a:pt x="1185" y="821"/>
                  </a:lnTo>
                  <a:lnTo>
                    <a:pt x="1185" y="821"/>
                  </a:lnTo>
                  <a:lnTo>
                    <a:pt x="1188" y="824"/>
                  </a:lnTo>
                  <a:lnTo>
                    <a:pt x="1188" y="824"/>
                  </a:lnTo>
                  <a:lnTo>
                    <a:pt x="1188" y="824"/>
                  </a:lnTo>
                  <a:lnTo>
                    <a:pt x="1185" y="824"/>
                  </a:lnTo>
                  <a:lnTo>
                    <a:pt x="1185" y="821"/>
                  </a:lnTo>
                  <a:lnTo>
                    <a:pt x="1185" y="824"/>
                  </a:lnTo>
                  <a:lnTo>
                    <a:pt x="1185" y="826"/>
                  </a:lnTo>
                  <a:lnTo>
                    <a:pt x="1185" y="828"/>
                  </a:lnTo>
                  <a:lnTo>
                    <a:pt x="1185" y="826"/>
                  </a:lnTo>
                  <a:lnTo>
                    <a:pt x="1183" y="824"/>
                  </a:lnTo>
                  <a:lnTo>
                    <a:pt x="1183" y="821"/>
                  </a:lnTo>
                  <a:lnTo>
                    <a:pt x="1183" y="819"/>
                  </a:lnTo>
                  <a:lnTo>
                    <a:pt x="1183" y="817"/>
                  </a:lnTo>
                  <a:lnTo>
                    <a:pt x="1183" y="817"/>
                  </a:lnTo>
                  <a:lnTo>
                    <a:pt x="1183" y="814"/>
                  </a:lnTo>
                  <a:lnTo>
                    <a:pt x="1183" y="814"/>
                  </a:lnTo>
                  <a:lnTo>
                    <a:pt x="1181" y="814"/>
                  </a:lnTo>
                  <a:lnTo>
                    <a:pt x="1181" y="814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8" y="812"/>
                  </a:lnTo>
                  <a:lnTo>
                    <a:pt x="1176" y="812"/>
                  </a:lnTo>
                  <a:lnTo>
                    <a:pt x="1176" y="812"/>
                  </a:lnTo>
                  <a:lnTo>
                    <a:pt x="1176" y="814"/>
                  </a:lnTo>
                  <a:lnTo>
                    <a:pt x="1176" y="814"/>
                  </a:lnTo>
                  <a:lnTo>
                    <a:pt x="1176" y="812"/>
                  </a:lnTo>
                  <a:lnTo>
                    <a:pt x="1176" y="814"/>
                  </a:lnTo>
                  <a:lnTo>
                    <a:pt x="1174" y="814"/>
                  </a:lnTo>
                  <a:lnTo>
                    <a:pt x="1174" y="814"/>
                  </a:lnTo>
                  <a:lnTo>
                    <a:pt x="1171" y="817"/>
                  </a:lnTo>
                  <a:lnTo>
                    <a:pt x="1171" y="819"/>
                  </a:lnTo>
                  <a:lnTo>
                    <a:pt x="1171" y="821"/>
                  </a:lnTo>
                  <a:lnTo>
                    <a:pt x="1174" y="824"/>
                  </a:lnTo>
                  <a:lnTo>
                    <a:pt x="1174" y="824"/>
                  </a:lnTo>
                  <a:lnTo>
                    <a:pt x="1178" y="824"/>
                  </a:lnTo>
                  <a:lnTo>
                    <a:pt x="1178" y="824"/>
                  </a:lnTo>
                  <a:lnTo>
                    <a:pt x="1181" y="826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3" y="828"/>
                  </a:lnTo>
                  <a:lnTo>
                    <a:pt x="1181" y="831"/>
                  </a:lnTo>
                  <a:lnTo>
                    <a:pt x="1181" y="828"/>
                  </a:lnTo>
                  <a:lnTo>
                    <a:pt x="1181" y="826"/>
                  </a:lnTo>
                  <a:lnTo>
                    <a:pt x="1176" y="826"/>
                  </a:lnTo>
                  <a:lnTo>
                    <a:pt x="1174" y="826"/>
                  </a:lnTo>
                  <a:lnTo>
                    <a:pt x="1174" y="826"/>
                  </a:lnTo>
                  <a:lnTo>
                    <a:pt x="1174" y="828"/>
                  </a:lnTo>
                  <a:lnTo>
                    <a:pt x="1178" y="831"/>
                  </a:lnTo>
                  <a:lnTo>
                    <a:pt x="1178" y="833"/>
                  </a:lnTo>
                  <a:lnTo>
                    <a:pt x="1178" y="833"/>
                  </a:lnTo>
                  <a:lnTo>
                    <a:pt x="1181" y="833"/>
                  </a:lnTo>
                  <a:lnTo>
                    <a:pt x="1181" y="833"/>
                  </a:lnTo>
                  <a:lnTo>
                    <a:pt x="1178" y="833"/>
                  </a:lnTo>
                  <a:lnTo>
                    <a:pt x="1178" y="833"/>
                  </a:lnTo>
                  <a:lnTo>
                    <a:pt x="1176" y="833"/>
                  </a:lnTo>
                  <a:lnTo>
                    <a:pt x="1176" y="831"/>
                  </a:lnTo>
                  <a:lnTo>
                    <a:pt x="1176" y="831"/>
                  </a:lnTo>
                  <a:lnTo>
                    <a:pt x="1174" y="831"/>
                  </a:lnTo>
                  <a:lnTo>
                    <a:pt x="1174" y="831"/>
                  </a:lnTo>
                  <a:lnTo>
                    <a:pt x="1174" y="833"/>
                  </a:lnTo>
                  <a:lnTo>
                    <a:pt x="1174" y="833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35"/>
                  </a:lnTo>
                  <a:lnTo>
                    <a:pt x="1176" y="840"/>
                  </a:lnTo>
                  <a:lnTo>
                    <a:pt x="1176" y="843"/>
                  </a:lnTo>
                  <a:lnTo>
                    <a:pt x="1176" y="843"/>
                  </a:lnTo>
                  <a:lnTo>
                    <a:pt x="1176" y="843"/>
                  </a:lnTo>
                  <a:lnTo>
                    <a:pt x="1178" y="845"/>
                  </a:lnTo>
                  <a:lnTo>
                    <a:pt x="1178" y="845"/>
                  </a:lnTo>
                  <a:lnTo>
                    <a:pt x="1178" y="847"/>
                  </a:lnTo>
                  <a:lnTo>
                    <a:pt x="1178" y="847"/>
                  </a:lnTo>
                  <a:lnTo>
                    <a:pt x="1181" y="847"/>
                  </a:lnTo>
                  <a:lnTo>
                    <a:pt x="1181" y="850"/>
                  </a:lnTo>
                  <a:lnTo>
                    <a:pt x="1181" y="850"/>
                  </a:lnTo>
                  <a:lnTo>
                    <a:pt x="1178" y="847"/>
                  </a:lnTo>
                  <a:lnTo>
                    <a:pt x="1176" y="847"/>
                  </a:lnTo>
                  <a:lnTo>
                    <a:pt x="1176" y="843"/>
                  </a:lnTo>
                  <a:lnTo>
                    <a:pt x="1174" y="843"/>
                  </a:lnTo>
                  <a:lnTo>
                    <a:pt x="1174" y="843"/>
                  </a:lnTo>
                  <a:lnTo>
                    <a:pt x="1174" y="840"/>
                  </a:lnTo>
                  <a:lnTo>
                    <a:pt x="1174" y="840"/>
                  </a:lnTo>
                  <a:lnTo>
                    <a:pt x="1171" y="835"/>
                  </a:lnTo>
                  <a:lnTo>
                    <a:pt x="1171" y="833"/>
                  </a:lnTo>
                  <a:lnTo>
                    <a:pt x="1171" y="833"/>
                  </a:lnTo>
                  <a:lnTo>
                    <a:pt x="1167" y="833"/>
                  </a:lnTo>
                  <a:lnTo>
                    <a:pt x="1167" y="833"/>
                  </a:lnTo>
                  <a:lnTo>
                    <a:pt x="1169" y="833"/>
                  </a:lnTo>
                  <a:lnTo>
                    <a:pt x="1171" y="831"/>
                  </a:lnTo>
                  <a:lnTo>
                    <a:pt x="1169" y="828"/>
                  </a:lnTo>
                  <a:lnTo>
                    <a:pt x="1169" y="826"/>
                  </a:lnTo>
                  <a:lnTo>
                    <a:pt x="1169" y="826"/>
                  </a:lnTo>
                  <a:lnTo>
                    <a:pt x="1164" y="826"/>
                  </a:lnTo>
                  <a:lnTo>
                    <a:pt x="1164" y="826"/>
                  </a:lnTo>
                  <a:lnTo>
                    <a:pt x="1164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62" y="826"/>
                  </a:lnTo>
                  <a:lnTo>
                    <a:pt x="1159" y="826"/>
                  </a:lnTo>
                  <a:lnTo>
                    <a:pt x="1159" y="826"/>
                  </a:lnTo>
                  <a:lnTo>
                    <a:pt x="1159" y="826"/>
                  </a:lnTo>
                  <a:lnTo>
                    <a:pt x="1157" y="826"/>
                  </a:lnTo>
                  <a:lnTo>
                    <a:pt x="1157" y="826"/>
                  </a:lnTo>
                  <a:lnTo>
                    <a:pt x="1157" y="828"/>
                  </a:lnTo>
                  <a:lnTo>
                    <a:pt x="1157" y="828"/>
                  </a:lnTo>
                  <a:lnTo>
                    <a:pt x="1157" y="828"/>
                  </a:lnTo>
                  <a:lnTo>
                    <a:pt x="1155" y="831"/>
                  </a:lnTo>
                  <a:lnTo>
                    <a:pt x="1157" y="831"/>
                  </a:lnTo>
                  <a:lnTo>
                    <a:pt x="1157" y="831"/>
                  </a:lnTo>
                  <a:lnTo>
                    <a:pt x="1155" y="831"/>
                  </a:lnTo>
                  <a:lnTo>
                    <a:pt x="1152" y="831"/>
                  </a:lnTo>
                  <a:lnTo>
                    <a:pt x="1152" y="831"/>
                  </a:lnTo>
                  <a:lnTo>
                    <a:pt x="1152" y="833"/>
                  </a:lnTo>
                  <a:lnTo>
                    <a:pt x="1152" y="835"/>
                  </a:lnTo>
                  <a:lnTo>
                    <a:pt x="1152" y="833"/>
                  </a:lnTo>
                  <a:lnTo>
                    <a:pt x="1152" y="833"/>
                  </a:lnTo>
                  <a:lnTo>
                    <a:pt x="1152" y="833"/>
                  </a:lnTo>
                  <a:lnTo>
                    <a:pt x="1150" y="833"/>
                  </a:lnTo>
                  <a:lnTo>
                    <a:pt x="1150" y="833"/>
                  </a:lnTo>
                  <a:lnTo>
                    <a:pt x="1150" y="835"/>
                  </a:lnTo>
                  <a:lnTo>
                    <a:pt x="1148" y="835"/>
                  </a:lnTo>
                  <a:lnTo>
                    <a:pt x="1148" y="838"/>
                  </a:lnTo>
                  <a:lnTo>
                    <a:pt x="1150" y="838"/>
                  </a:lnTo>
                  <a:lnTo>
                    <a:pt x="1148" y="838"/>
                  </a:lnTo>
                  <a:lnTo>
                    <a:pt x="1148" y="838"/>
                  </a:lnTo>
                  <a:lnTo>
                    <a:pt x="1145" y="840"/>
                  </a:lnTo>
                  <a:lnTo>
                    <a:pt x="1148" y="840"/>
                  </a:lnTo>
                  <a:lnTo>
                    <a:pt x="1148" y="843"/>
                  </a:lnTo>
                  <a:lnTo>
                    <a:pt x="1148" y="843"/>
                  </a:lnTo>
                  <a:lnTo>
                    <a:pt x="1145" y="843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8" y="845"/>
                  </a:lnTo>
                  <a:lnTo>
                    <a:pt x="1148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5" y="845"/>
                  </a:lnTo>
                  <a:lnTo>
                    <a:pt x="1143" y="845"/>
                  </a:lnTo>
                  <a:lnTo>
                    <a:pt x="1143" y="845"/>
                  </a:lnTo>
                  <a:lnTo>
                    <a:pt x="1145" y="845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5" y="847"/>
                  </a:lnTo>
                  <a:lnTo>
                    <a:pt x="1143" y="847"/>
                  </a:lnTo>
                  <a:lnTo>
                    <a:pt x="1145" y="850"/>
                  </a:lnTo>
                  <a:lnTo>
                    <a:pt x="1145" y="850"/>
                  </a:lnTo>
                  <a:lnTo>
                    <a:pt x="1145" y="850"/>
                  </a:lnTo>
                  <a:lnTo>
                    <a:pt x="1148" y="847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48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0"/>
                  </a:lnTo>
                  <a:lnTo>
                    <a:pt x="1150" y="852"/>
                  </a:lnTo>
                  <a:lnTo>
                    <a:pt x="1152" y="854"/>
                  </a:lnTo>
                  <a:lnTo>
                    <a:pt x="1152" y="854"/>
                  </a:lnTo>
                  <a:lnTo>
                    <a:pt x="1152" y="857"/>
                  </a:lnTo>
                  <a:lnTo>
                    <a:pt x="1152" y="859"/>
                  </a:lnTo>
                  <a:lnTo>
                    <a:pt x="1152" y="861"/>
                  </a:lnTo>
                  <a:lnTo>
                    <a:pt x="1152" y="861"/>
                  </a:lnTo>
                  <a:lnTo>
                    <a:pt x="1152" y="864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2" y="866"/>
                  </a:lnTo>
                  <a:lnTo>
                    <a:pt x="1155" y="866"/>
                  </a:lnTo>
                  <a:lnTo>
                    <a:pt x="1155" y="866"/>
                  </a:lnTo>
                  <a:lnTo>
                    <a:pt x="1155" y="866"/>
                  </a:lnTo>
                  <a:lnTo>
                    <a:pt x="1157" y="866"/>
                  </a:lnTo>
                  <a:lnTo>
                    <a:pt x="1157" y="869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62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3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1"/>
                  </a:lnTo>
                  <a:lnTo>
                    <a:pt x="1159" y="873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71"/>
                  </a:lnTo>
                  <a:lnTo>
                    <a:pt x="1162" y="869"/>
                  </a:lnTo>
                  <a:lnTo>
                    <a:pt x="1162" y="869"/>
                  </a:lnTo>
                  <a:lnTo>
                    <a:pt x="1164" y="869"/>
                  </a:lnTo>
                  <a:lnTo>
                    <a:pt x="1164" y="869"/>
                  </a:lnTo>
                  <a:lnTo>
                    <a:pt x="1164" y="869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4"/>
                  </a:lnTo>
                  <a:lnTo>
                    <a:pt x="1164" y="864"/>
                  </a:lnTo>
                  <a:lnTo>
                    <a:pt x="1167" y="861"/>
                  </a:lnTo>
                  <a:lnTo>
                    <a:pt x="1167" y="859"/>
                  </a:lnTo>
                  <a:lnTo>
                    <a:pt x="1167" y="859"/>
                  </a:lnTo>
                  <a:lnTo>
                    <a:pt x="1167" y="859"/>
                  </a:lnTo>
                  <a:lnTo>
                    <a:pt x="1162" y="859"/>
                  </a:lnTo>
                  <a:lnTo>
                    <a:pt x="1159" y="859"/>
                  </a:lnTo>
                  <a:lnTo>
                    <a:pt x="1159" y="859"/>
                  </a:lnTo>
                  <a:lnTo>
                    <a:pt x="1159" y="861"/>
                  </a:lnTo>
                  <a:lnTo>
                    <a:pt x="1157" y="861"/>
                  </a:lnTo>
                  <a:lnTo>
                    <a:pt x="1157" y="861"/>
                  </a:lnTo>
                  <a:lnTo>
                    <a:pt x="1157" y="861"/>
                  </a:lnTo>
                  <a:lnTo>
                    <a:pt x="1155" y="861"/>
                  </a:lnTo>
                  <a:lnTo>
                    <a:pt x="1155" y="861"/>
                  </a:lnTo>
                  <a:lnTo>
                    <a:pt x="1155" y="859"/>
                  </a:lnTo>
                  <a:lnTo>
                    <a:pt x="1152" y="859"/>
                  </a:lnTo>
                  <a:lnTo>
                    <a:pt x="1155" y="859"/>
                  </a:lnTo>
                  <a:lnTo>
                    <a:pt x="1157" y="859"/>
                  </a:lnTo>
                  <a:lnTo>
                    <a:pt x="1157" y="857"/>
                  </a:lnTo>
                  <a:lnTo>
                    <a:pt x="1157" y="857"/>
                  </a:lnTo>
                  <a:lnTo>
                    <a:pt x="1157" y="857"/>
                  </a:lnTo>
                  <a:lnTo>
                    <a:pt x="1159" y="857"/>
                  </a:lnTo>
                  <a:lnTo>
                    <a:pt x="1162" y="857"/>
                  </a:lnTo>
                  <a:lnTo>
                    <a:pt x="1164" y="857"/>
                  </a:lnTo>
                  <a:lnTo>
                    <a:pt x="1167" y="857"/>
                  </a:lnTo>
                  <a:lnTo>
                    <a:pt x="1167" y="857"/>
                  </a:lnTo>
                  <a:lnTo>
                    <a:pt x="1167" y="857"/>
                  </a:lnTo>
                  <a:lnTo>
                    <a:pt x="1167" y="859"/>
                  </a:lnTo>
                  <a:lnTo>
                    <a:pt x="1171" y="859"/>
                  </a:lnTo>
                  <a:lnTo>
                    <a:pt x="1167" y="861"/>
                  </a:lnTo>
                  <a:lnTo>
                    <a:pt x="1167" y="864"/>
                  </a:lnTo>
                  <a:lnTo>
                    <a:pt x="1167" y="864"/>
                  </a:lnTo>
                  <a:lnTo>
                    <a:pt x="1167" y="864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4" y="866"/>
                  </a:lnTo>
                  <a:lnTo>
                    <a:pt x="1167" y="866"/>
                  </a:lnTo>
                  <a:lnTo>
                    <a:pt x="1167" y="869"/>
                  </a:lnTo>
                  <a:lnTo>
                    <a:pt x="1167" y="866"/>
                  </a:lnTo>
                  <a:lnTo>
                    <a:pt x="1169" y="866"/>
                  </a:lnTo>
                  <a:lnTo>
                    <a:pt x="1169" y="864"/>
                  </a:lnTo>
                  <a:lnTo>
                    <a:pt x="1171" y="861"/>
                  </a:lnTo>
                  <a:lnTo>
                    <a:pt x="1174" y="859"/>
                  </a:lnTo>
                  <a:lnTo>
                    <a:pt x="1176" y="859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6" y="857"/>
                  </a:lnTo>
                  <a:lnTo>
                    <a:pt x="1178" y="857"/>
                  </a:lnTo>
                  <a:lnTo>
                    <a:pt x="1178" y="859"/>
                  </a:lnTo>
                  <a:lnTo>
                    <a:pt x="1178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6" y="859"/>
                  </a:lnTo>
                  <a:lnTo>
                    <a:pt x="1174" y="861"/>
                  </a:lnTo>
                  <a:lnTo>
                    <a:pt x="1174" y="861"/>
                  </a:lnTo>
                  <a:lnTo>
                    <a:pt x="1174" y="861"/>
                  </a:lnTo>
                  <a:lnTo>
                    <a:pt x="1171" y="864"/>
                  </a:lnTo>
                  <a:lnTo>
                    <a:pt x="1171" y="866"/>
                  </a:lnTo>
                  <a:lnTo>
                    <a:pt x="1171" y="866"/>
                  </a:lnTo>
                  <a:lnTo>
                    <a:pt x="1171" y="866"/>
                  </a:lnTo>
                  <a:lnTo>
                    <a:pt x="1171" y="869"/>
                  </a:lnTo>
                  <a:lnTo>
                    <a:pt x="1171" y="869"/>
                  </a:lnTo>
                  <a:lnTo>
                    <a:pt x="1174" y="869"/>
                  </a:lnTo>
                  <a:lnTo>
                    <a:pt x="1174" y="866"/>
                  </a:lnTo>
                  <a:lnTo>
                    <a:pt x="1174" y="866"/>
                  </a:lnTo>
                  <a:lnTo>
                    <a:pt x="1174" y="864"/>
                  </a:lnTo>
                  <a:lnTo>
                    <a:pt x="1174" y="864"/>
                  </a:lnTo>
                  <a:lnTo>
                    <a:pt x="1176" y="864"/>
                  </a:lnTo>
                  <a:lnTo>
                    <a:pt x="1176" y="866"/>
                  </a:lnTo>
                  <a:lnTo>
                    <a:pt x="1174" y="866"/>
                  </a:lnTo>
                  <a:lnTo>
                    <a:pt x="1174" y="869"/>
                  </a:lnTo>
                  <a:lnTo>
                    <a:pt x="1176" y="866"/>
                  </a:lnTo>
                  <a:lnTo>
                    <a:pt x="1176" y="866"/>
                  </a:lnTo>
                  <a:lnTo>
                    <a:pt x="1176" y="866"/>
                  </a:lnTo>
                  <a:lnTo>
                    <a:pt x="1176" y="869"/>
                  </a:lnTo>
                  <a:lnTo>
                    <a:pt x="1174" y="871"/>
                  </a:lnTo>
                  <a:lnTo>
                    <a:pt x="1171" y="871"/>
                  </a:lnTo>
                  <a:lnTo>
                    <a:pt x="1171" y="871"/>
                  </a:lnTo>
                  <a:lnTo>
                    <a:pt x="1171" y="871"/>
                  </a:lnTo>
                  <a:lnTo>
                    <a:pt x="1171" y="873"/>
                  </a:lnTo>
                  <a:lnTo>
                    <a:pt x="1169" y="873"/>
                  </a:lnTo>
                  <a:lnTo>
                    <a:pt x="1167" y="876"/>
                  </a:lnTo>
                  <a:lnTo>
                    <a:pt x="1164" y="878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4" y="880"/>
                  </a:lnTo>
                  <a:lnTo>
                    <a:pt x="1167" y="880"/>
                  </a:lnTo>
                  <a:lnTo>
                    <a:pt x="1167" y="880"/>
                  </a:lnTo>
                  <a:lnTo>
                    <a:pt x="1167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69" y="880"/>
                  </a:lnTo>
                  <a:lnTo>
                    <a:pt x="1171" y="880"/>
                  </a:lnTo>
                  <a:lnTo>
                    <a:pt x="1171" y="880"/>
                  </a:lnTo>
                  <a:lnTo>
                    <a:pt x="1174" y="878"/>
                  </a:lnTo>
                  <a:lnTo>
                    <a:pt x="1174" y="878"/>
                  </a:lnTo>
                  <a:lnTo>
                    <a:pt x="1174" y="876"/>
                  </a:lnTo>
                  <a:lnTo>
                    <a:pt x="1174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8" y="876"/>
                  </a:lnTo>
                  <a:lnTo>
                    <a:pt x="1178" y="873"/>
                  </a:lnTo>
                  <a:lnTo>
                    <a:pt x="1178" y="873"/>
                  </a:lnTo>
                  <a:lnTo>
                    <a:pt x="1181" y="873"/>
                  </a:lnTo>
                  <a:lnTo>
                    <a:pt x="1181" y="873"/>
                  </a:lnTo>
                  <a:lnTo>
                    <a:pt x="1178" y="873"/>
                  </a:lnTo>
                  <a:lnTo>
                    <a:pt x="1178" y="873"/>
                  </a:lnTo>
                  <a:lnTo>
                    <a:pt x="1176" y="873"/>
                  </a:lnTo>
                  <a:lnTo>
                    <a:pt x="1178" y="871"/>
                  </a:lnTo>
                  <a:lnTo>
                    <a:pt x="1178" y="873"/>
                  </a:lnTo>
                  <a:lnTo>
                    <a:pt x="1178" y="871"/>
                  </a:lnTo>
                  <a:lnTo>
                    <a:pt x="1181" y="866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1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9"/>
                  </a:lnTo>
                  <a:lnTo>
                    <a:pt x="1183" y="866"/>
                  </a:lnTo>
                  <a:lnTo>
                    <a:pt x="1183" y="866"/>
                  </a:lnTo>
                  <a:lnTo>
                    <a:pt x="1183" y="866"/>
                  </a:lnTo>
                  <a:lnTo>
                    <a:pt x="1181" y="866"/>
                  </a:lnTo>
                  <a:lnTo>
                    <a:pt x="1181" y="864"/>
                  </a:lnTo>
                  <a:lnTo>
                    <a:pt x="1181" y="864"/>
                  </a:lnTo>
                  <a:lnTo>
                    <a:pt x="1181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4"/>
                  </a:lnTo>
                  <a:lnTo>
                    <a:pt x="1183" y="861"/>
                  </a:lnTo>
                  <a:lnTo>
                    <a:pt x="1178" y="864"/>
                  </a:lnTo>
                  <a:lnTo>
                    <a:pt x="1178" y="861"/>
                  </a:lnTo>
                  <a:lnTo>
                    <a:pt x="1178" y="861"/>
                  </a:lnTo>
                  <a:lnTo>
                    <a:pt x="1183" y="861"/>
                  </a:lnTo>
                  <a:lnTo>
                    <a:pt x="1185" y="861"/>
                  </a:lnTo>
                  <a:lnTo>
                    <a:pt x="1185" y="861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9"/>
                  </a:lnTo>
                  <a:lnTo>
                    <a:pt x="1185" y="857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7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4"/>
                  </a:lnTo>
                  <a:lnTo>
                    <a:pt x="1185" y="857"/>
                  </a:lnTo>
                  <a:lnTo>
                    <a:pt x="1185" y="857"/>
                  </a:lnTo>
                  <a:lnTo>
                    <a:pt x="1188" y="859"/>
                  </a:lnTo>
                  <a:lnTo>
                    <a:pt x="1188" y="859"/>
                  </a:lnTo>
                  <a:lnTo>
                    <a:pt x="1188" y="859"/>
                  </a:lnTo>
                  <a:lnTo>
                    <a:pt x="1188" y="857"/>
                  </a:lnTo>
                  <a:lnTo>
                    <a:pt x="1188" y="857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2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0" y="854"/>
                  </a:lnTo>
                  <a:lnTo>
                    <a:pt x="1193" y="854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3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195" y="852"/>
                  </a:lnTo>
                  <a:lnTo>
                    <a:pt x="1200" y="852"/>
                  </a:lnTo>
                  <a:lnTo>
                    <a:pt x="1200" y="852"/>
                  </a:lnTo>
                  <a:lnTo>
                    <a:pt x="1204" y="850"/>
                  </a:lnTo>
                  <a:lnTo>
                    <a:pt x="1202" y="850"/>
                  </a:lnTo>
                  <a:lnTo>
                    <a:pt x="1202" y="847"/>
                  </a:lnTo>
                  <a:lnTo>
                    <a:pt x="1202" y="847"/>
                  </a:lnTo>
                  <a:lnTo>
                    <a:pt x="1200" y="847"/>
                  </a:lnTo>
                  <a:lnTo>
                    <a:pt x="1200" y="847"/>
                  </a:lnTo>
                  <a:lnTo>
                    <a:pt x="1197" y="847"/>
                  </a:lnTo>
                  <a:lnTo>
                    <a:pt x="1195" y="847"/>
                  </a:lnTo>
                  <a:lnTo>
                    <a:pt x="1197" y="847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5"/>
                  </a:lnTo>
                  <a:lnTo>
                    <a:pt x="1197" y="847"/>
                  </a:lnTo>
                  <a:lnTo>
                    <a:pt x="1197" y="847"/>
                  </a:lnTo>
                  <a:lnTo>
                    <a:pt x="1200" y="847"/>
                  </a:lnTo>
                  <a:lnTo>
                    <a:pt x="1200" y="845"/>
                  </a:lnTo>
                  <a:lnTo>
                    <a:pt x="1202" y="845"/>
                  </a:lnTo>
                  <a:lnTo>
                    <a:pt x="1202" y="845"/>
                  </a:lnTo>
                  <a:lnTo>
                    <a:pt x="1202" y="845"/>
                  </a:lnTo>
                  <a:lnTo>
                    <a:pt x="1204" y="845"/>
                  </a:lnTo>
                  <a:lnTo>
                    <a:pt x="1204" y="845"/>
                  </a:lnTo>
                  <a:lnTo>
                    <a:pt x="1207" y="845"/>
                  </a:lnTo>
                  <a:lnTo>
                    <a:pt x="1207" y="845"/>
                  </a:lnTo>
                  <a:lnTo>
                    <a:pt x="1207" y="845"/>
                  </a:lnTo>
                  <a:lnTo>
                    <a:pt x="1204" y="847"/>
                  </a:lnTo>
                  <a:lnTo>
                    <a:pt x="1204" y="847"/>
                  </a:lnTo>
                  <a:lnTo>
                    <a:pt x="1207" y="847"/>
                  </a:lnTo>
                  <a:lnTo>
                    <a:pt x="1207" y="847"/>
                  </a:lnTo>
                  <a:lnTo>
                    <a:pt x="1207" y="850"/>
                  </a:lnTo>
                  <a:lnTo>
                    <a:pt x="1207" y="850"/>
                  </a:lnTo>
                  <a:lnTo>
                    <a:pt x="1209" y="850"/>
                  </a:lnTo>
                  <a:lnTo>
                    <a:pt x="1209" y="847"/>
                  </a:lnTo>
                  <a:lnTo>
                    <a:pt x="1211" y="847"/>
                  </a:lnTo>
                  <a:lnTo>
                    <a:pt x="1211" y="847"/>
                  </a:lnTo>
                  <a:lnTo>
                    <a:pt x="1211" y="850"/>
                  </a:lnTo>
                  <a:lnTo>
                    <a:pt x="1211" y="847"/>
                  </a:lnTo>
                  <a:lnTo>
                    <a:pt x="1214" y="847"/>
                  </a:lnTo>
                  <a:lnTo>
                    <a:pt x="1214" y="845"/>
                  </a:lnTo>
                  <a:lnTo>
                    <a:pt x="1214" y="845"/>
                  </a:lnTo>
                  <a:lnTo>
                    <a:pt x="1214" y="845"/>
                  </a:lnTo>
                  <a:lnTo>
                    <a:pt x="1214" y="843"/>
                  </a:lnTo>
                  <a:lnTo>
                    <a:pt x="1216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3"/>
                  </a:lnTo>
                  <a:lnTo>
                    <a:pt x="1214" y="840"/>
                  </a:lnTo>
                  <a:lnTo>
                    <a:pt x="1211" y="840"/>
                  </a:lnTo>
                  <a:lnTo>
                    <a:pt x="1209" y="838"/>
                  </a:lnTo>
                  <a:lnTo>
                    <a:pt x="1207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40"/>
                  </a:lnTo>
                  <a:lnTo>
                    <a:pt x="1200" y="840"/>
                  </a:lnTo>
                  <a:lnTo>
                    <a:pt x="1200" y="840"/>
                  </a:lnTo>
                  <a:lnTo>
                    <a:pt x="1200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2" y="838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2" y="835"/>
                  </a:lnTo>
                  <a:lnTo>
                    <a:pt x="1202" y="833"/>
                  </a:lnTo>
                  <a:lnTo>
                    <a:pt x="1204" y="833"/>
                  </a:lnTo>
                  <a:lnTo>
                    <a:pt x="1204" y="833"/>
                  </a:lnTo>
                  <a:lnTo>
                    <a:pt x="1204" y="835"/>
                  </a:lnTo>
                  <a:lnTo>
                    <a:pt x="1204" y="835"/>
                  </a:lnTo>
                  <a:lnTo>
                    <a:pt x="1207" y="833"/>
                  </a:lnTo>
                  <a:lnTo>
                    <a:pt x="1207" y="833"/>
                  </a:lnTo>
                  <a:lnTo>
                    <a:pt x="1207" y="835"/>
                  </a:lnTo>
                  <a:lnTo>
                    <a:pt x="1207" y="835"/>
                  </a:lnTo>
                  <a:lnTo>
                    <a:pt x="1209" y="835"/>
                  </a:lnTo>
                  <a:lnTo>
                    <a:pt x="1209" y="835"/>
                  </a:lnTo>
                  <a:lnTo>
                    <a:pt x="1209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5"/>
                  </a:lnTo>
                  <a:lnTo>
                    <a:pt x="1211" y="838"/>
                  </a:lnTo>
                  <a:lnTo>
                    <a:pt x="1211" y="838"/>
                  </a:lnTo>
                  <a:lnTo>
                    <a:pt x="1211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5"/>
                  </a:lnTo>
                  <a:lnTo>
                    <a:pt x="1214" y="835"/>
                  </a:lnTo>
                  <a:lnTo>
                    <a:pt x="1214" y="835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4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6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40"/>
                  </a:lnTo>
                  <a:lnTo>
                    <a:pt x="1219" y="838"/>
                  </a:lnTo>
                  <a:lnTo>
                    <a:pt x="1219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1" y="838"/>
                  </a:lnTo>
                  <a:lnTo>
                    <a:pt x="1223" y="840"/>
                  </a:lnTo>
                  <a:lnTo>
                    <a:pt x="1223" y="838"/>
                  </a:lnTo>
                  <a:lnTo>
                    <a:pt x="1223" y="838"/>
                  </a:lnTo>
                  <a:lnTo>
                    <a:pt x="1223" y="838"/>
                  </a:lnTo>
                  <a:lnTo>
                    <a:pt x="1223" y="835"/>
                  </a:lnTo>
                  <a:lnTo>
                    <a:pt x="1223" y="835"/>
                  </a:lnTo>
                  <a:lnTo>
                    <a:pt x="1226" y="833"/>
                  </a:lnTo>
                  <a:lnTo>
                    <a:pt x="1226" y="833"/>
                  </a:lnTo>
                  <a:lnTo>
                    <a:pt x="1226" y="833"/>
                  </a:lnTo>
                  <a:lnTo>
                    <a:pt x="1228" y="828"/>
                  </a:lnTo>
                  <a:lnTo>
                    <a:pt x="1228" y="828"/>
                  </a:lnTo>
                  <a:lnTo>
                    <a:pt x="1228" y="828"/>
                  </a:lnTo>
                  <a:lnTo>
                    <a:pt x="1228" y="826"/>
                  </a:lnTo>
                  <a:lnTo>
                    <a:pt x="1223" y="826"/>
                  </a:lnTo>
                  <a:close/>
                  <a:moveTo>
                    <a:pt x="1271" y="717"/>
                  </a:moveTo>
                  <a:lnTo>
                    <a:pt x="1271" y="717"/>
                  </a:lnTo>
                  <a:lnTo>
                    <a:pt x="1271" y="719"/>
                  </a:lnTo>
                  <a:lnTo>
                    <a:pt x="1271" y="719"/>
                  </a:lnTo>
                  <a:lnTo>
                    <a:pt x="1271" y="719"/>
                  </a:lnTo>
                  <a:lnTo>
                    <a:pt x="1268" y="722"/>
                  </a:lnTo>
                  <a:lnTo>
                    <a:pt x="1268" y="722"/>
                  </a:lnTo>
                  <a:lnTo>
                    <a:pt x="1268" y="724"/>
                  </a:lnTo>
                  <a:lnTo>
                    <a:pt x="1271" y="724"/>
                  </a:lnTo>
                  <a:lnTo>
                    <a:pt x="1271" y="724"/>
                  </a:lnTo>
                  <a:lnTo>
                    <a:pt x="1271" y="724"/>
                  </a:lnTo>
                  <a:lnTo>
                    <a:pt x="1273" y="722"/>
                  </a:lnTo>
                  <a:lnTo>
                    <a:pt x="1273" y="719"/>
                  </a:lnTo>
                  <a:lnTo>
                    <a:pt x="1273" y="719"/>
                  </a:lnTo>
                  <a:lnTo>
                    <a:pt x="1271" y="717"/>
                  </a:lnTo>
                  <a:close/>
                  <a:moveTo>
                    <a:pt x="1722" y="734"/>
                  </a:moveTo>
                  <a:lnTo>
                    <a:pt x="1722" y="731"/>
                  </a:lnTo>
                  <a:lnTo>
                    <a:pt x="1722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2" y="729"/>
                  </a:lnTo>
                  <a:lnTo>
                    <a:pt x="1720" y="729"/>
                  </a:lnTo>
                  <a:lnTo>
                    <a:pt x="1720" y="727"/>
                  </a:lnTo>
                  <a:lnTo>
                    <a:pt x="1718" y="727"/>
                  </a:lnTo>
                  <a:lnTo>
                    <a:pt x="1718" y="727"/>
                  </a:lnTo>
                  <a:lnTo>
                    <a:pt x="1718" y="727"/>
                  </a:lnTo>
                  <a:lnTo>
                    <a:pt x="1718" y="729"/>
                  </a:lnTo>
                  <a:lnTo>
                    <a:pt x="1718" y="729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18" y="731"/>
                  </a:lnTo>
                  <a:lnTo>
                    <a:pt x="1720" y="731"/>
                  </a:lnTo>
                  <a:lnTo>
                    <a:pt x="1718" y="734"/>
                  </a:lnTo>
                  <a:lnTo>
                    <a:pt x="1718" y="734"/>
                  </a:lnTo>
                  <a:lnTo>
                    <a:pt x="1718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18" y="736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6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0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38"/>
                  </a:lnTo>
                  <a:lnTo>
                    <a:pt x="1722" y="741"/>
                  </a:lnTo>
                  <a:lnTo>
                    <a:pt x="1722" y="741"/>
                  </a:lnTo>
                  <a:lnTo>
                    <a:pt x="1722" y="741"/>
                  </a:lnTo>
                  <a:lnTo>
                    <a:pt x="1725" y="741"/>
                  </a:lnTo>
                  <a:lnTo>
                    <a:pt x="1725" y="738"/>
                  </a:lnTo>
                  <a:lnTo>
                    <a:pt x="1725" y="736"/>
                  </a:lnTo>
                  <a:lnTo>
                    <a:pt x="1722" y="734"/>
                  </a:lnTo>
                  <a:close/>
                  <a:moveTo>
                    <a:pt x="1457" y="665"/>
                  </a:moveTo>
                  <a:lnTo>
                    <a:pt x="1457" y="665"/>
                  </a:lnTo>
                  <a:lnTo>
                    <a:pt x="1457" y="665"/>
                  </a:lnTo>
                  <a:lnTo>
                    <a:pt x="1457" y="665"/>
                  </a:lnTo>
                  <a:lnTo>
                    <a:pt x="1457" y="665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0"/>
                  </a:lnTo>
                  <a:lnTo>
                    <a:pt x="1457" y="660"/>
                  </a:lnTo>
                  <a:lnTo>
                    <a:pt x="1455" y="660"/>
                  </a:lnTo>
                  <a:lnTo>
                    <a:pt x="1455" y="660"/>
                  </a:lnTo>
                  <a:lnTo>
                    <a:pt x="1455" y="660"/>
                  </a:lnTo>
                  <a:lnTo>
                    <a:pt x="1455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3"/>
                  </a:lnTo>
                  <a:lnTo>
                    <a:pt x="1457" y="665"/>
                  </a:lnTo>
                  <a:lnTo>
                    <a:pt x="1457" y="665"/>
                  </a:lnTo>
                  <a:close/>
                  <a:moveTo>
                    <a:pt x="1755" y="762"/>
                  </a:moveTo>
                  <a:lnTo>
                    <a:pt x="1755" y="762"/>
                  </a:lnTo>
                  <a:lnTo>
                    <a:pt x="1755" y="762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60"/>
                  </a:lnTo>
                  <a:lnTo>
                    <a:pt x="1755" y="757"/>
                  </a:lnTo>
                  <a:lnTo>
                    <a:pt x="1755" y="757"/>
                  </a:lnTo>
                  <a:lnTo>
                    <a:pt x="1755" y="757"/>
                  </a:lnTo>
                  <a:lnTo>
                    <a:pt x="1758" y="757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3"/>
                  </a:lnTo>
                  <a:lnTo>
                    <a:pt x="1755" y="750"/>
                  </a:lnTo>
                  <a:lnTo>
                    <a:pt x="1755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3" y="750"/>
                  </a:lnTo>
                  <a:lnTo>
                    <a:pt x="1755" y="750"/>
                  </a:lnTo>
                  <a:lnTo>
                    <a:pt x="1755" y="750"/>
                  </a:lnTo>
                  <a:lnTo>
                    <a:pt x="1753" y="748"/>
                  </a:lnTo>
                  <a:lnTo>
                    <a:pt x="1753" y="748"/>
                  </a:lnTo>
                  <a:lnTo>
                    <a:pt x="1753" y="748"/>
                  </a:lnTo>
                  <a:lnTo>
                    <a:pt x="1751" y="748"/>
                  </a:lnTo>
                  <a:lnTo>
                    <a:pt x="1748" y="746"/>
                  </a:lnTo>
                  <a:lnTo>
                    <a:pt x="1748" y="746"/>
                  </a:lnTo>
                  <a:lnTo>
                    <a:pt x="1746" y="748"/>
                  </a:lnTo>
                  <a:lnTo>
                    <a:pt x="1746" y="746"/>
                  </a:lnTo>
                  <a:lnTo>
                    <a:pt x="1748" y="746"/>
                  </a:lnTo>
                  <a:lnTo>
                    <a:pt x="1748" y="746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3"/>
                  </a:lnTo>
                  <a:lnTo>
                    <a:pt x="1748" y="741"/>
                  </a:lnTo>
                  <a:lnTo>
                    <a:pt x="1746" y="741"/>
                  </a:lnTo>
                  <a:lnTo>
                    <a:pt x="1746" y="743"/>
                  </a:lnTo>
                  <a:lnTo>
                    <a:pt x="1746" y="743"/>
                  </a:lnTo>
                  <a:lnTo>
                    <a:pt x="1746" y="741"/>
                  </a:lnTo>
                  <a:lnTo>
                    <a:pt x="1746" y="741"/>
                  </a:lnTo>
                  <a:lnTo>
                    <a:pt x="1744" y="741"/>
                  </a:lnTo>
                  <a:lnTo>
                    <a:pt x="1744" y="741"/>
                  </a:lnTo>
                  <a:lnTo>
                    <a:pt x="1746" y="741"/>
                  </a:lnTo>
                  <a:lnTo>
                    <a:pt x="1751" y="743"/>
                  </a:lnTo>
                  <a:lnTo>
                    <a:pt x="1753" y="743"/>
                  </a:lnTo>
                  <a:lnTo>
                    <a:pt x="1753" y="743"/>
                  </a:lnTo>
                  <a:lnTo>
                    <a:pt x="1753" y="743"/>
                  </a:lnTo>
                  <a:lnTo>
                    <a:pt x="1755" y="746"/>
                  </a:lnTo>
                  <a:lnTo>
                    <a:pt x="1758" y="746"/>
                  </a:lnTo>
                  <a:lnTo>
                    <a:pt x="1763" y="746"/>
                  </a:lnTo>
                  <a:lnTo>
                    <a:pt x="1767" y="750"/>
                  </a:lnTo>
                  <a:lnTo>
                    <a:pt x="1772" y="750"/>
                  </a:lnTo>
                  <a:lnTo>
                    <a:pt x="1774" y="750"/>
                  </a:lnTo>
                  <a:lnTo>
                    <a:pt x="1777" y="750"/>
                  </a:lnTo>
                  <a:lnTo>
                    <a:pt x="1779" y="750"/>
                  </a:lnTo>
                  <a:lnTo>
                    <a:pt x="1779" y="748"/>
                  </a:lnTo>
                  <a:lnTo>
                    <a:pt x="1777" y="748"/>
                  </a:lnTo>
                  <a:lnTo>
                    <a:pt x="1779" y="748"/>
                  </a:lnTo>
                  <a:lnTo>
                    <a:pt x="1779" y="748"/>
                  </a:lnTo>
                  <a:lnTo>
                    <a:pt x="1779" y="748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9" y="746"/>
                  </a:lnTo>
                  <a:lnTo>
                    <a:pt x="1777" y="743"/>
                  </a:lnTo>
                  <a:lnTo>
                    <a:pt x="1777" y="743"/>
                  </a:lnTo>
                  <a:lnTo>
                    <a:pt x="1777" y="743"/>
                  </a:lnTo>
                  <a:lnTo>
                    <a:pt x="1777" y="741"/>
                  </a:lnTo>
                  <a:lnTo>
                    <a:pt x="1774" y="738"/>
                  </a:lnTo>
                  <a:lnTo>
                    <a:pt x="1774" y="738"/>
                  </a:lnTo>
                  <a:lnTo>
                    <a:pt x="1774" y="736"/>
                  </a:lnTo>
                  <a:lnTo>
                    <a:pt x="1774" y="736"/>
                  </a:lnTo>
                  <a:lnTo>
                    <a:pt x="1772" y="734"/>
                  </a:lnTo>
                  <a:lnTo>
                    <a:pt x="1772" y="734"/>
                  </a:lnTo>
                  <a:lnTo>
                    <a:pt x="1772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70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7" y="736"/>
                  </a:lnTo>
                  <a:lnTo>
                    <a:pt x="1767" y="736"/>
                  </a:lnTo>
                  <a:lnTo>
                    <a:pt x="1765" y="736"/>
                  </a:lnTo>
                  <a:lnTo>
                    <a:pt x="1765" y="736"/>
                  </a:lnTo>
                  <a:lnTo>
                    <a:pt x="1765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3" y="738"/>
                  </a:lnTo>
                  <a:lnTo>
                    <a:pt x="1760" y="738"/>
                  </a:lnTo>
                  <a:lnTo>
                    <a:pt x="1760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58" y="738"/>
                  </a:lnTo>
                  <a:lnTo>
                    <a:pt x="1760" y="736"/>
                  </a:lnTo>
                  <a:lnTo>
                    <a:pt x="1760" y="736"/>
                  </a:lnTo>
                  <a:lnTo>
                    <a:pt x="1758" y="736"/>
                  </a:lnTo>
                  <a:lnTo>
                    <a:pt x="1758" y="734"/>
                  </a:lnTo>
                  <a:lnTo>
                    <a:pt x="1755" y="734"/>
                  </a:lnTo>
                  <a:lnTo>
                    <a:pt x="1755" y="734"/>
                  </a:lnTo>
                  <a:lnTo>
                    <a:pt x="1753" y="734"/>
                  </a:lnTo>
                  <a:lnTo>
                    <a:pt x="1753" y="734"/>
                  </a:lnTo>
                  <a:lnTo>
                    <a:pt x="1753" y="734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48" y="731"/>
                  </a:lnTo>
                  <a:lnTo>
                    <a:pt x="1748" y="731"/>
                  </a:lnTo>
                  <a:lnTo>
                    <a:pt x="1741" y="731"/>
                  </a:lnTo>
                  <a:lnTo>
                    <a:pt x="1741" y="729"/>
                  </a:lnTo>
                  <a:lnTo>
                    <a:pt x="1741" y="729"/>
                  </a:lnTo>
                  <a:lnTo>
                    <a:pt x="1739" y="729"/>
                  </a:lnTo>
                  <a:lnTo>
                    <a:pt x="1739" y="729"/>
                  </a:lnTo>
                  <a:lnTo>
                    <a:pt x="1739" y="727"/>
                  </a:lnTo>
                  <a:lnTo>
                    <a:pt x="1739" y="727"/>
                  </a:lnTo>
                  <a:lnTo>
                    <a:pt x="1739" y="727"/>
                  </a:lnTo>
                  <a:lnTo>
                    <a:pt x="1746" y="729"/>
                  </a:lnTo>
                  <a:lnTo>
                    <a:pt x="1751" y="731"/>
                  </a:lnTo>
                  <a:lnTo>
                    <a:pt x="1753" y="731"/>
                  </a:lnTo>
                  <a:lnTo>
                    <a:pt x="1753" y="731"/>
                  </a:lnTo>
                  <a:lnTo>
                    <a:pt x="1753" y="731"/>
                  </a:lnTo>
                  <a:lnTo>
                    <a:pt x="1755" y="731"/>
                  </a:lnTo>
                  <a:lnTo>
                    <a:pt x="1760" y="734"/>
                  </a:lnTo>
                  <a:lnTo>
                    <a:pt x="1763" y="734"/>
                  </a:lnTo>
                  <a:lnTo>
                    <a:pt x="1767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31"/>
                  </a:lnTo>
                  <a:lnTo>
                    <a:pt x="1770" y="729"/>
                  </a:lnTo>
                  <a:lnTo>
                    <a:pt x="1770" y="729"/>
                  </a:lnTo>
                  <a:lnTo>
                    <a:pt x="1770" y="729"/>
                  </a:lnTo>
                  <a:lnTo>
                    <a:pt x="1767" y="729"/>
                  </a:lnTo>
                  <a:lnTo>
                    <a:pt x="1767" y="729"/>
                  </a:lnTo>
                  <a:lnTo>
                    <a:pt x="1767" y="729"/>
                  </a:lnTo>
                  <a:lnTo>
                    <a:pt x="1767" y="727"/>
                  </a:lnTo>
                  <a:lnTo>
                    <a:pt x="1765" y="727"/>
                  </a:lnTo>
                  <a:lnTo>
                    <a:pt x="1765" y="727"/>
                  </a:lnTo>
                  <a:lnTo>
                    <a:pt x="1763" y="727"/>
                  </a:lnTo>
                  <a:lnTo>
                    <a:pt x="1763" y="727"/>
                  </a:lnTo>
                  <a:lnTo>
                    <a:pt x="1760" y="727"/>
                  </a:lnTo>
                  <a:lnTo>
                    <a:pt x="1760" y="724"/>
                  </a:lnTo>
                  <a:lnTo>
                    <a:pt x="1760" y="724"/>
                  </a:lnTo>
                  <a:lnTo>
                    <a:pt x="1763" y="724"/>
                  </a:lnTo>
                  <a:lnTo>
                    <a:pt x="1763" y="724"/>
                  </a:lnTo>
                  <a:lnTo>
                    <a:pt x="1763" y="724"/>
                  </a:lnTo>
                  <a:lnTo>
                    <a:pt x="1765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70" y="727"/>
                  </a:lnTo>
                  <a:lnTo>
                    <a:pt x="1767" y="727"/>
                  </a:lnTo>
                  <a:lnTo>
                    <a:pt x="1767" y="724"/>
                  </a:lnTo>
                  <a:lnTo>
                    <a:pt x="1770" y="724"/>
                  </a:lnTo>
                  <a:lnTo>
                    <a:pt x="1770" y="724"/>
                  </a:lnTo>
                  <a:lnTo>
                    <a:pt x="1770" y="722"/>
                  </a:lnTo>
                  <a:lnTo>
                    <a:pt x="1770" y="722"/>
                  </a:lnTo>
                  <a:lnTo>
                    <a:pt x="1767" y="722"/>
                  </a:lnTo>
                  <a:lnTo>
                    <a:pt x="1767" y="722"/>
                  </a:lnTo>
                  <a:lnTo>
                    <a:pt x="1767" y="722"/>
                  </a:lnTo>
                  <a:lnTo>
                    <a:pt x="1767" y="719"/>
                  </a:lnTo>
                  <a:lnTo>
                    <a:pt x="1770" y="719"/>
                  </a:lnTo>
                  <a:lnTo>
                    <a:pt x="1770" y="719"/>
                  </a:lnTo>
                  <a:lnTo>
                    <a:pt x="1767" y="717"/>
                  </a:lnTo>
                  <a:lnTo>
                    <a:pt x="1765" y="717"/>
                  </a:lnTo>
                  <a:lnTo>
                    <a:pt x="1760" y="717"/>
                  </a:lnTo>
                  <a:lnTo>
                    <a:pt x="1760" y="717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60" y="715"/>
                  </a:lnTo>
                  <a:lnTo>
                    <a:pt x="1758" y="715"/>
                  </a:lnTo>
                  <a:lnTo>
                    <a:pt x="1758" y="717"/>
                  </a:lnTo>
                  <a:lnTo>
                    <a:pt x="1755" y="715"/>
                  </a:lnTo>
                  <a:lnTo>
                    <a:pt x="1755" y="715"/>
                  </a:lnTo>
                  <a:lnTo>
                    <a:pt x="1755" y="717"/>
                  </a:lnTo>
                  <a:lnTo>
                    <a:pt x="1753" y="717"/>
                  </a:lnTo>
                  <a:lnTo>
                    <a:pt x="1753" y="717"/>
                  </a:lnTo>
                  <a:lnTo>
                    <a:pt x="1753" y="715"/>
                  </a:lnTo>
                  <a:lnTo>
                    <a:pt x="1753" y="715"/>
                  </a:lnTo>
                  <a:lnTo>
                    <a:pt x="1753" y="715"/>
                  </a:lnTo>
                  <a:lnTo>
                    <a:pt x="1751" y="715"/>
                  </a:lnTo>
                  <a:lnTo>
                    <a:pt x="1751" y="715"/>
                  </a:lnTo>
                  <a:lnTo>
                    <a:pt x="1751" y="715"/>
                  </a:lnTo>
                  <a:lnTo>
                    <a:pt x="1751" y="717"/>
                  </a:lnTo>
                  <a:lnTo>
                    <a:pt x="1748" y="717"/>
                  </a:lnTo>
                  <a:lnTo>
                    <a:pt x="1751" y="717"/>
                  </a:lnTo>
                  <a:lnTo>
                    <a:pt x="1751" y="717"/>
                  </a:lnTo>
                  <a:lnTo>
                    <a:pt x="1751" y="717"/>
                  </a:lnTo>
                  <a:lnTo>
                    <a:pt x="1751" y="719"/>
                  </a:lnTo>
                  <a:lnTo>
                    <a:pt x="1748" y="722"/>
                  </a:lnTo>
                  <a:lnTo>
                    <a:pt x="1748" y="724"/>
                  </a:lnTo>
                  <a:lnTo>
                    <a:pt x="1748" y="724"/>
                  </a:lnTo>
                  <a:lnTo>
                    <a:pt x="1748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7"/>
                  </a:lnTo>
                  <a:lnTo>
                    <a:pt x="1746" y="729"/>
                  </a:lnTo>
                  <a:lnTo>
                    <a:pt x="1746" y="729"/>
                  </a:lnTo>
                  <a:lnTo>
                    <a:pt x="1746" y="727"/>
                  </a:lnTo>
                  <a:lnTo>
                    <a:pt x="1744" y="727"/>
                  </a:lnTo>
                  <a:lnTo>
                    <a:pt x="1741" y="727"/>
                  </a:lnTo>
                  <a:lnTo>
                    <a:pt x="1741" y="727"/>
                  </a:lnTo>
                  <a:lnTo>
                    <a:pt x="1744" y="727"/>
                  </a:lnTo>
                  <a:lnTo>
                    <a:pt x="1746" y="727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6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4" y="724"/>
                  </a:lnTo>
                  <a:lnTo>
                    <a:pt x="1741" y="724"/>
                  </a:lnTo>
                  <a:lnTo>
                    <a:pt x="1741" y="724"/>
                  </a:lnTo>
                  <a:lnTo>
                    <a:pt x="1741" y="724"/>
                  </a:lnTo>
                  <a:lnTo>
                    <a:pt x="1744" y="722"/>
                  </a:lnTo>
                  <a:lnTo>
                    <a:pt x="1746" y="722"/>
                  </a:lnTo>
                  <a:lnTo>
                    <a:pt x="1746" y="722"/>
                  </a:lnTo>
                  <a:lnTo>
                    <a:pt x="1746" y="719"/>
                  </a:lnTo>
                  <a:lnTo>
                    <a:pt x="1746" y="719"/>
                  </a:lnTo>
                  <a:lnTo>
                    <a:pt x="1746" y="719"/>
                  </a:lnTo>
                  <a:lnTo>
                    <a:pt x="1748" y="719"/>
                  </a:lnTo>
                  <a:lnTo>
                    <a:pt x="1748" y="719"/>
                  </a:lnTo>
                  <a:lnTo>
                    <a:pt x="1748" y="717"/>
                  </a:lnTo>
                  <a:lnTo>
                    <a:pt x="1748" y="717"/>
                  </a:lnTo>
                  <a:lnTo>
                    <a:pt x="1748" y="717"/>
                  </a:lnTo>
                  <a:lnTo>
                    <a:pt x="1748" y="715"/>
                  </a:lnTo>
                  <a:lnTo>
                    <a:pt x="1748" y="715"/>
                  </a:lnTo>
                  <a:lnTo>
                    <a:pt x="1746" y="715"/>
                  </a:lnTo>
                  <a:lnTo>
                    <a:pt x="1746" y="715"/>
                  </a:lnTo>
                  <a:lnTo>
                    <a:pt x="1746" y="712"/>
                  </a:lnTo>
                  <a:lnTo>
                    <a:pt x="1746" y="712"/>
                  </a:lnTo>
                  <a:lnTo>
                    <a:pt x="1746" y="712"/>
                  </a:lnTo>
                  <a:lnTo>
                    <a:pt x="1744" y="712"/>
                  </a:lnTo>
                  <a:lnTo>
                    <a:pt x="1744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41" y="712"/>
                  </a:lnTo>
                  <a:lnTo>
                    <a:pt x="1739" y="712"/>
                  </a:lnTo>
                  <a:lnTo>
                    <a:pt x="1737" y="710"/>
                  </a:lnTo>
                  <a:lnTo>
                    <a:pt x="1737" y="710"/>
                  </a:lnTo>
                  <a:lnTo>
                    <a:pt x="1737" y="710"/>
                  </a:lnTo>
                  <a:lnTo>
                    <a:pt x="1734" y="715"/>
                  </a:lnTo>
                  <a:lnTo>
                    <a:pt x="1732" y="715"/>
                  </a:lnTo>
                  <a:lnTo>
                    <a:pt x="1732" y="717"/>
                  </a:lnTo>
                  <a:lnTo>
                    <a:pt x="1732" y="717"/>
                  </a:lnTo>
                  <a:lnTo>
                    <a:pt x="1734" y="717"/>
                  </a:lnTo>
                  <a:lnTo>
                    <a:pt x="1734" y="719"/>
                  </a:lnTo>
                  <a:lnTo>
                    <a:pt x="1732" y="719"/>
                  </a:lnTo>
                  <a:lnTo>
                    <a:pt x="1729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7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19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7" y="724"/>
                  </a:lnTo>
                  <a:lnTo>
                    <a:pt x="1729" y="724"/>
                  </a:lnTo>
                  <a:lnTo>
                    <a:pt x="1729" y="724"/>
                  </a:lnTo>
                  <a:lnTo>
                    <a:pt x="1729" y="727"/>
                  </a:lnTo>
                  <a:lnTo>
                    <a:pt x="1729" y="727"/>
                  </a:lnTo>
                  <a:lnTo>
                    <a:pt x="1727" y="724"/>
                  </a:lnTo>
                  <a:lnTo>
                    <a:pt x="1727" y="724"/>
                  </a:lnTo>
                  <a:lnTo>
                    <a:pt x="1727" y="724"/>
                  </a:lnTo>
                  <a:lnTo>
                    <a:pt x="1727" y="722"/>
                  </a:lnTo>
                  <a:lnTo>
                    <a:pt x="1727" y="722"/>
                  </a:lnTo>
                  <a:lnTo>
                    <a:pt x="1725" y="722"/>
                  </a:lnTo>
                  <a:lnTo>
                    <a:pt x="1725" y="722"/>
                  </a:lnTo>
                  <a:lnTo>
                    <a:pt x="1725" y="719"/>
                  </a:lnTo>
                  <a:lnTo>
                    <a:pt x="1725" y="719"/>
                  </a:lnTo>
                  <a:lnTo>
                    <a:pt x="1722" y="719"/>
                  </a:lnTo>
                  <a:lnTo>
                    <a:pt x="1722" y="717"/>
                  </a:lnTo>
                  <a:lnTo>
                    <a:pt x="1722" y="717"/>
                  </a:lnTo>
                  <a:lnTo>
                    <a:pt x="1722" y="717"/>
                  </a:lnTo>
                  <a:lnTo>
                    <a:pt x="1720" y="719"/>
                  </a:lnTo>
                  <a:lnTo>
                    <a:pt x="1720" y="719"/>
                  </a:lnTo>
                  <a:lnTo>
                    <a:pt x="1722" y="722"/>
                  </a:lnTo>
                  <a:lnTo>
                    <a:pt x="1722" y="722"/>
                  </a:lnTo>
                  <a:lnTo>
                    <a:pt x="1722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5" y="724"/>
                  </a:lnTo>
                  <a:lnTo>
                    <a:pt x="1722" y="724"/>
                  </a:lnTo>
                  <a:lnTo>
                    <a:pt x="1722" y="724"/>
                  </a:lnTo>
                  <a:lnTo>
                    <a:pt x="1720" y="724"/>
                  </a:lnTo>
                  <a:lnTo>
                    <a:pt x="1720" y="724"/>
                  </a:lnTo>
                  <a:lnTo>
                    <a:pt x="1720" y="724"/>
                  </a:lnTo>
                  <a:lnTo>
                    <a:pt x="1720" y="727"/>
                  </a:lnTo>
                  <a:lnTo>
                    <a:pt x="1720" y="727"/>
                  </a:lnTo>
                  <a:lnTo>
                    <a:pt x="1725" y="729"/>
                  </a:lnTo>
                  <a:lnTo>
                    <a:pt x="1725" y="731"/>
                  </a:lnTo>
                  <a:lnTo>
                    <a:pt x="1727" y="731"/>
                  </a:lnTo>
                  <a:lnTo>
                    <a:pt x="1727" y="731"/>
                  </a:lnTo>
                  <a:lnTo>
                    <a:pt x="1729" y="731"/>
                  </a:lnTo>
                  <a:lnTo>
                    <a:pt x="1732" y="736"/>
                  </a:lnTo>
                  <a:lnTo>
                    <a:pt x="1734" y="736"/>
                  </a:lnTo>
                  <a:lnTo>
                    <a:pt x="1737" y="738"/>
                  </a:lnTo>
                  <a:lnTo>
                    <a:pt x="1737" y="738"/>
                  </a:lnTo>
                  <a:lnTo>
                    <a:pt x="1734" y="738"/>
                  </a:lnTo>
                  <a:lnTo>
                    <a:pt x="1732" y="736"/>
                  </a:lnTo>
                  <a:lnTo>
                    <a:pt x="1727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1"/>
                  </a:lnTo>
                  <a:lnTo>
                    <a:pt x="1725" y="734"/>
                  </a:lnTo>
                  <a:lnTo>
                    <a:pt x="1725" y="734"/>
                  </a:lnTo>
                  <a:lnTo>
                    <a:pt x="1725" y="734"/>
                  </a:lnTo>
                  <a:lnTo>
                    <a:pt x="1725" y="736"/>
                  </a:lnTo>
                  <a:lnTo>
                    <a:pt x="1725" y="736"/>
                  </a:lnTo>
                  <a:lnTo>
                    <a:pt x="1725" y="736"/>
                  </a:lnTo>
                  <a:lnTo>
                    <a:pt x="1725" y="738"/>
                  </a:lnTo>
                  <a:lnTo>
                    <a:pt x="1725" y="741"/>
                  </a:lnTo>
                  <a:lnTo>
                    <a:pt x="1725" y="741"/>
                  </a:lnTo>
                  <a:lnTo>
                    <a:pt x="1725" y="743"/>
                  </a:lnTo>
                  <a:lnTo>
                    <a:pt x="1725" y="743"/>
                  </a:lnTo>
                  <a:lnTo>
                    <a:pt x="1725" y="743"/>
                  </a:lnTo>
                  <a:lnTo>
                    <a:pt x="1725" y="741"/>
                  </a:lnTo>
                  <a:lnTo>
                    <a:pt x="1725" y="741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27" y="743"/>
                  </a:lnTo>
                  <a:lnTo>
                    <a:pt x="1727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29" y="743"/>
                  </a:lnTo>
                  <a:lnTo>
                    <a:pt x="1732" y="743"/>
                  </a:lnTo>
                  <a:lnTo>
                    <a:pt x="1732" y="743"/>
                  </a:lnTo>
                  <a:lnTo>
                    <a:pt x="1732" y="743"/>
                  </a:lnTo>
                  <a:lnTo>
                    <a:pt x="1732" y="746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48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7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7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39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0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3"/>
                  </a:lnTo>
                  <a:lnTo>
                    <a:pt x="1741" y="750"/>
                  </a:lnTo>
                  <a:lnTo>
                    <a:pt x="1739" y="750"/>
                  </a:lnTo>
                  <a:lnTo>
                    <a:pt x="1739" y="753"/>
                  </a:lnTo>
                  <a:lnTo>
                    <a:pt x="1739" y="753"/>
                  </a:lnTo>
                  <a:lnTo>
                    <a:pt x="1741" y="753"/>
                  </a:lnTo>
                  <a:lnTo>
                    <a:pt x="1748" y="757"/>
                  </a:lnTo>
                  <a:lnTo>
                    <a:pt x="1748" y="757"/>
                  </a:lnTo>
                  <a:lnTo>
                    <a:pt x="1751" y="760"/>
                  </a:lnTo>
                  <a:lnTo>
                    <a:pt x="1751" y="760"/>
                  </a:lnTo>
                  <a:lnTo>
                    <a:pt x="1748" y="760"/>
                  </a:lnTo>
                  <a:lnTo>
                    <a:pt x="1746" y="757"/>
                  </a:lnTo>
                  <a:lnTo>
                    <a:pt x="1744" y="755"/>
                  </a:lnTo>
                  <a:lnTo>
                    <a:pt x="1744" y="755"/>
                  </a:lnTo>
                  <a:lnTo>
                    <a:pt x="1741" y="757"/>
                  </a:lnTo>
                  <a:lnTo>
                    <a:pt x="1744" y="757"/>
                  </a:lnTo>
                  <a:lnTo>
                    <a:pt x="1744" y="757"/>
                  </a:lnTo>
                  <a:lnTo>
                    <a:pt x="1744" y="760"/>
                  </a:lnTo>
                  <a:lnTo>
                    <a:pt x="1746" y="760"/>
                  </a:lnTo>
                  <a:lnTo>
                    <a:pt x="1746" y="760"/>
                  </a:lnTo>
                  <a:lnTo>
                    <a:pt x="1746" y="760"/>
                  </a:lnTo>
                  <a:lnTo>
                    <a:pt x="1748" y="760"/>
                  </a:lnTo>
                  <a:lnTo>
                    <a:pt x="1748" y="762"/>
                  </a:lnTo>
                  <a:lnTo>
                    <a:pt x="1748" y="762"/>
                  </a:lnTo>
                  <a:lnTo>
                    <a:pt x="1751" y="762"/>
                  </a:lnTo>
                  <a:lnTo>
                    <a:pt x="1753" y="762"/>
                  </a:lnTo>
                  <a:lnTo>
                    <a:pt x="1755" y="762"/>
                  </a:lnTo>
                  <a:close/>
                  <a:moveTo>
                    <a:pt x="1439" y="653"/>
                  </a:move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6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lnTo>
                    <a:pt x="1439" y="653"/>
                  </a:lnTo>
                  <a:close/>
                  <a:moveTo>
                    <a:pt x="1349" y="675"/>
                  </a:move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9" y="675"/>
                  </a:lnTo>
                  <a:lnTo>
                    <a:pt x="1346" y="677"/>
                  </a:lnTo>
                  <a:lnTo>
                    <a:pt x="1346" y="677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7"/>
                  </a:lnTo>
                  <a:lnTo>
                    <a:pt x="1344" y="677"/>
                  </a:lnTo>
                  <a:lnTo>
                    <a:pt x="1342" y="677"/>
                  </a:lnTo>
                  <a:lnTo>
                    <a:pt x="1342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4" y="679"/>
                  </a:lnTo>
                  <a:lnTo>
                    <a:pt x="1342" y="679"/>
                  </a:lnTo>
                  <a:lnTo>
                    <a:pt x="1342" y="682"/>
                  </a:lnTo>
                  <a:lnTo>
                    <a:pt x="1344" y="682"/>
                  </a:lnTo>
                  <a:lnTo>
                    <a:pt x="1346" y="679"/>
                  </a:lnTo>
                  <a:lnTo>
                    <a:pt x="1346" y="679"/>
                  </a:lnTo>
                  <a:lnTo>
                    <a:pt x="1346" y="679"/>
                  </a:lnTo>
                  <a:lnTo>
                    <a:pt x="1349" y="675"/>
                  </a:lnTo>
                  <a:lnTo>
                    <a:pt x="1349" y="675"/>
                  </a:lnTo>
                  <a:close/>
                  <a:moveTo>
                    <a:pt x="1770" y="703"/>
                  </a:moveTo>
                  <a:lnTo>
                    <a:pt x="1767" y="701"/>
                  </a:lnTo>
                  <a:lnTo>
                    <a:pt x="1767" y="701"/>
                  </a:lnTo>
                  <a:lnTo>
                    <a:pt x="1767" y="701"/>
                  </a:lnTo>
                  <a:lnTo>
                    <a:pt x="1767" y="701"/>
                  </a:lnTo>
                  <a:lnTo>
                    <a:pt x="1765" y="701"/>
                  </a:lnTo>
                  <a:lnTo>
                    <a:pt x="1765" y="698"/>
                  </a:lnTo>
                  <a:lnTo>
                    <a:pt x="1765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3" y="698"/>
                  </a:lnTo>
                  <a:lnTo>
                    <a:pt x="1760" y="698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6"/>
                  </a:lnTo>
                  <a:lnTo>
                    <a:pt x="1760" y="698"/>
                  </a:lnTo>
                  <a:lnTo>
                    <a:pt x="1760" y="698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3" y="703"/>
                  </a:lnTo>
                  <a:lnTo>
                    <a:pt x="1765" y="703"/>
                  </a:lnTo>
                  <a:lnTo>
                    <a:pt x="1765" y="705"/>
                  </a:lnTo>
                  <a:lnTo>
                    <a:pt x="1765" y="705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5" y="708"/>
                  </a:lnTo>
                  <a:lnTo>
                    <a:pt x="1767" y="708"/>
                  </a:lnTo>
                  <a:lnTo>
                    <a:pt x="1767" y="708"/>
                  </a:lnTo>
                  <a:lnTo>
                    <a:pt x="1767" y="710"/>
                  </a:lnTo>
                  <a:lnTo>
                    <a:pt x="1770" y="712"/>
                  </a:lnTo>
                  <a:lnTo>
                    <a:pt x="1770" y="712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5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08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0" y="710"/>
                  </a:lnTo>
                  <a:lnTo>
                    <a:pt x="1772" y="710"/>
                  </a:lnTo>
                  <a:lnTo>
                    <a:pt x="1772" y="712"/>
                  </a:lnTo>
                  <a:lnTo>
                    <a:pt x="1770" y="715"/>
                  </a:lnTo>
                  <a:lnTo>
                    <a:pt x="1770" y="715"/>
                  </a:lnTo>
                  <a:lnTo>
                    <a:pt x="1770" y="715"/>
                  </a:lnTo>
                  <a:lnTo>
                    <a:pt x="1772" y="717"/>
                  </a:lnTo>
                  <a:lnTo>
                    <a:pt x="1772" y="717"/>
                  </a:lnTo>
                  <a:lnTo>
                    <a:pt x="1772" y="717"/>
                  </a:lnTo>
                  <a:lnTo>
                    <a:pt x="1772" y="719"/>
                  </a:lnTo>
                  <a:lnTo>
                    <a:pt x="1772" y="719"/>
                  </a:lnTo>
                  <a:lnTo>
                    <a:pt x="1774" y="719"/>
                  </a:lnTo>
                  <a:lnTo>
                    <a:pt x="1774" y="724"/>
                  </a:lnTo>
                  <a:lnTo>
                    <a:pt x="1777" y="724"/>
                  </a:lnTo>
                  <a:lnTo>
                    <a:pt x="1777" y="727"/>
                  </a:lnTo>
                  <a:lnTo>
                    <a:pt x="1779" y="729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1"/>
                  </a:lnTo>
                  <a:lnTo>
                    <a:pt x="1779" y="734"/>
                  </a:lnTo>
                  <a:lnTo>
                    <a:pt x="1779" y="734"/>
                  </a:lnTo>
                  <a:lnTo>
                    <a:pt x="1782" y="736"/>
                  </a:lnTo>
                  <a:lnTo>
                    <a:pt x="1782" y="736"/>
                  </a:lnTo>
                  <a:lnTo>
                    <a:pt x="1782" y="738"/>
                  </a:lnTo>
                  <a:lnTo>
                    <a:pt x="1782" y="738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4" y="741"/>
                  </a:lnTo>
                  <a:lnTo>
                    <a:pt x="1786" y="743"/>
                  </a:lnTo>
                  <a:lnTo>
                    <a:pt x="1786" y="743"/>
                  </a:lnTo>
                  <a:lnTo>
                    <a:pt x="1789" y="743"/>
                  </a:lnTo>
                  <a:lnTo>
                    <a:pt x="1789" y="741"/>
                  </a:lnTo>
                  <a:lnTo>
                    <a:pt x="1791" y="741"/>
                  </a:lnTo>
                  <a:lnTo>
                    <a:pt x="1793" y="741"/>
                  </a:lnTo>
                  <a:lnTo>
                    <a:pt x="1791" y="741"/>
                  </a:lnTo>
                  <a:lnTo>
                    <a:pt x="1791" y="743"/>
                  </a:lnTo>
                  <a:lnTo>
                    <a:pt x="1791" y="743"/>
                  </a:lnTo>
                  <a:lnTo>
                    <a:pt x="1789" y="743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6" y="746"/>
                  </a:lnTo>
                  <a:lnTo>
                    <a:pt x="1786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89" y="746"/>
                  </a:lnTo>
                  <a:lnTo>
                    <a:pt x="1791" y="748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93" y="750"/>
                  </a:lnTo>
                  <a:lnTo>
                    <a:pt x="1796" y="748"/>
                  </a:lnTo>
                  <a:lnTo>
                    <a:pt x="1798" y="748"/>
                  </a:lnTo>
                  <a:lnTo>
                    <a:pt x="1796" y="748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6" y="750"/>
                  </a:lnTo>
                  <a:lnTo>
                    <a:pt x="1798" y="750"/>
                  </a:lnTo>
                  <a:lnTo>
                    <a:pt x="1798" y="753"/>
                  </a:lnTo>
                  <a:lnTo>
                    <a:pt x="1798" y="753"/>
                  </a:lnTo>
                  <a:lnTo>
                    <a:pt x="1796" y="750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91" y="750"/>
                  </a:lnTo>
                  <a:lnTo>
                    <a:pt x="1789" y="750"/>
                  </a:lnTo>
                  <a:lnTo>
                    <a:pt x="1789" y="750"/>
                  </a:lnTo>
                  <a:lnTo>
                    <a:pt x="1789" y="750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1" y="753"/>
                  </a:lnTo>
                  <a:lnTo>
                    <a:pt x="1793" y="753"/>
                  </a:lnTo>
                  <a:lnTo>
                    <a:pt x="1793" y="755"/>
                  </a:lnTo>
                  <a:lnTo>
                    <a:pt x="1793" y="755"/>
                  </a:lnTo>
                  <a:lnTo>
                    <a:pt x="1791" y="755"/>
                  </a:lnTo>
                  <a:lnTo>
                    <a:pt x="1791" y="755"/>
                  </a:lnTo>
                  <a:lnTo>
                    <a:pt x="1791" y="757"/>
                  </a:lnTo>
                  <a:lnTo>
                    <a:pt x="1791" y="757"/>
                  </a:lnTo>
                  <a:lnTo>
                    <a:pt x="1791" y="757"/>
                  </a:lnTo>
                  <a:lnTo>
                    <a:pt x="1791" y="760"/>
                  </a:lnTo>
                  <a:lnTo>
                    <a:pt x="1791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3" y="760"/>
                  </a:lnTo>
                  <a:lnTo>
                    <a:pt x="1791" y="760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2"/>
                  </a:lnTo>
                  <a:lnTo>
                    <a:pt x="1791" y="764"/>
                  </a:lnTo>
                  <a:lnTo>
                    <a:pt x="1793" y="764"/>
                  </a:lnTo>
                  <a:lnTo>
                    <a:pt x="1793" y="764"/>
                  </a:lnTo>
                  <a:lnTo>
                    <a:pt x="1791" y="767"/>
                  </a:lnTo>
                  <a:lnTo>
                    <a:pt x="1791" y="767"/>
                  </a:lnTo>
                  <a:lnTo>
                    <a:pt x="1793" y="769"/>
                  </a:lnTo>
                  <a:lnTo>
                    <a:pt x="1793" y="772"/>
                  </a:lnTo>
                  <a:lnTo>
                    <a:pt x="1793" y="774"/>
                  </a:lnTo>
                  <a:lnTo>
                    <a:pt x="1796" y="772"/>
                  </a:lnTo>
                  <a:lnTo>
                    <a:pt x="1796" y="772"/>
                  </a:lnTo>
                  <a:lnTo>
                    <a:pt x="1798" y="772"/>
                  </a:lnTo>
                  <a:lnTo>
                    <a:pt x="1798" y="772"/>
                  </a:lnTo>
                  <a:lnTo>
                    <a:pt x="1798" y="769"/>
                  </a:lnTo>
                  <a:lnTo>
                    <a:pt x="1798" y="769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7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4"/>
                  </a:lnTo>
                  <a:lnTo>
                    <a:pt x="1800" y="762"/>
                  </a:lnTo>
                  <a:lnTo>
                    <a:pt x="1803" y="762"/>
                  </a:lnTo>
                  <a:lnTo>
                    <a:pt x="1803" y="762"/>
                  </a:lnTo>
                  <a:lnTo>
                    <a:pt x="1803" y="762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3" y="760"/>
                  </a:lnTo>
                  <a:lnTo>
                    <a:pt x="1805" y="760"/>
                  </a:lnTo>
                  <a:lnTo>
                    <a:pt x="1805" y="760"/>
                  </a:lnTo>
                  <a:lnTo>
                    <a:pt x="1805" y="760"/>
                  </a:lnTo>
                  <a:lnTo>
                    <a:pt x="1805" y="757"/>
                  </a:lnTo>
                  <a:lnTo>
                    <a:pt x="1805" y="757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5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5" y="753"/>
                  </a:lnTo>
                  <a:lnTo>
                    <a:pt x="1803" y="753"/>
                  </a:lnTo>
                  <a:lnTo>
                    <a:pt x="1803" y="753"/>
                  </a:lnTo>
                  <a:lnTo>
                    <a:pt x="1803" y="750"/>
                  </a:lnTo>
                  <a:lnTo>
                    <a:pt x="1803" y="750"/>
                  </a:lnTo>
                  <a:lnTo>
                    <a:pt x="1800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3" y="748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50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5" y="748"/>
                  </a:lnTo>
                  <a:lnTo>
                    <a:pt x="1808" y="750"/>
                  </a:lnTo>
                  <a:lnTo>
                    <a:pt x="1810" y="750"/>
                  </a:lnTo>
                  <a:lnTo>
                    <a:pt x="1810" y="750"/>
                  </a:lnTo>
                  <a:lnTo>
                    <a:pt x="1810" y="748"/>
                  </a:lnTo>
                  <a:lnTo>
                    <a:pt x="1810" y="748"/>
                  </a:lnTo>
                  <a:lnTo>
                    <a:pt x="1812" y="748"/>
                  </a:lnTo>
                  <a:lnTo>
                    <a:pt x="1812" y="746"/>
                  </a:lnTo>
                  <a:lnTo>
                    <a:pt x="1810" y="746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3"/>
                  </a:lnTo>
                  <a:lnTo>
                    <a:pt x="1810" y="741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8" y="743"/>
                  </a:lnTo>
                  <a:lnTo>
                    <a:pt x="1805" y="743"/>
                  </a:lnTo>
                  <a:lnTo>
                    <a:pt x="1805" y="741"/>
                  </a:lnTo>
                  <a:lnTo>
                    <a:pt x="1805" y="741"/>
                  </a:lnTo>
                  <a:lnTo>
                    <a:pt x="1803" y="743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3" y="738"/>
                  </a:lnTo>
                  <a:lnTo>
                    <a:pt x="1803" y="738"/>
                  </a:lnTo>
                  <a:lnTo>
                    <a:pt x="1803" y="741"/>
                  </a:lnTo>
                  <a:lnTo>
                    <a:pt x="1803" y="741"/>
                  </a:lnTo>
                  <a:lnTo>
                    <a:pt x="1805" y="741"/>
                  </a:lnTo>
                  <a:lnTo>
                    <a:pt x="1808" y="741"/>
                  </a:lnTo>
                  <a:lnTo>
                    <a:pt x="1808" y="741"/>
                  </a:lnTo>
                  <a:lnTo>
                    <a:pt x="1808" y="741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08" y="738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10" y="738"/>
                  </a:lnTo>
                  <a:lnTo>
                    <a:pt x="1808" y="738"/>
                  </a:lnTo>
                  <a:lnTo>
                    <a:pt x="1805" y="736"/>
                  </a:lnTo>
                  <a:lnTo>
                    <a:pt x="1805" y="736"/>
                  </a:lnTo>
                  <a:lnTo>
                    <a:pt x="1805" y="734"/>
                  </a:lnTo>
                  <a:lnTo>
                    <a:pt x="1805" y="731"/>
                  </a:lnTo>
                  <a:lnTo>
                    <a:pt x="1803" y="731"/>
                  </a:lnTo>
                  <a:lnTo>
                    <a:pt x="1803" y="731"/>
                  </a:lnTo>
                  <a:lnTo>
                    <a:pt x="1803" y="731"/>
                  </a:lnTo>
                  <a:lnTo>
                    <a:pt x="1800" y="731"/>
                  </a:lnTo>
                  <a:lnTo>
                    <a:pt x="1800" y="731"/>
                  </a:lnTo>
                  <a:lnTo>
                    <a:pt x="1798" y="731"/>
                  </a:lnTo>
                  <a:lnTo>
                    <a:pt x="1800" y="729"/>
                  </a:lnTo>
                  <a:lnTo>
                    <a:pt x="1800" y="729"/>
                  </a:lnTo>
                  <a:lnTo>
                    <a:pt x="1800" y="729"/>
                  </a:lnTo>
                  <a:lnTo>
                    <a:pt x="1791" y="722"/>
                  </a:lnTo>
                  <a:lnTo>
                    <a:pt x="1791" y="722"/>
                  </a:lnTo>
                  <a:lnTo>
                    <a:pt x="1791" y="724"/>
                  </a:lnTo>
                  <a:lnTo>
                    <a:pt x="1789" y="722"/>
                  </a:lnTo>
                  <a:lnTo>
                    <a:pt x="1789" y="722"/>
                  </a:lnTo>
                  <a:lnTo>
                    <a:pt x="1789" y="719"/>
                  </a:lnTo>
                  <a:lnTo>
                    <a:pt x="1789" y="719"/>
                  </a:lnTo>
                  <a:lnTo>
                    <a:pt x="1789" y="719"/>
                  </a:lnTo>
                  <a:lnTo>
                    <a:pt x="1789" y="717"/>
                  </a:lnTo>
                  <a:lnTo>
                    <a:pt x="1789" y="717"/>
                  </a:lnTo>
                  <a:lnTo>
                    <a:pt x="1786" y="715"/>
                  </a:lnTo>
                  <a:lnTo>
                    <a:pt x="1786" y="715"/>
                  </a:lnTo>
                  <a:lnTo>
                    <a:pt x="1786" y="715"/>
                  </a:lnTo>
                  <a:lnTo>
                    <a:pt x="1789" y="715"/>
                  </a:lnTo>
                  <a:lnTo>
                    <a:pt x="1789" y="715"/>
                  </a:lnTo>
                  <a:lnTo>
                    <a:pt x="1789" y="715"/>
                  </a:lnTo>
                  <a:lnTo>
                    <a:pt x="1789" y="712"/>
                  </a:lnTo>
                  <a:lnTo>
                    <a:pt x="1789" y="712"/>
                  </a:lnTo>
                  <a:lnTo>
                    <a:pt x="1786" y="712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2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10"/>
                  </a:lnTo>
                  <a:lnTo>
                    <a:pt x="1786" y="708"/>
                  </a:lnTo>
                  <a:lnTo>
                    <a:pt x="1784" y="708"/>
                  </a:lnTo>
                  <a:lnTo>
                    <a:pt x="1784" y="708"/>
                  </a:lnTo>
                  <a:lnTo>
                    <a:pt x="1784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6" y="708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91" y="712"/>
                  </a:lnTo>
                  <a:lnTo>
                    <a:pt x="1791" y="712"/>
                  </a:lnTo>
                  <a:lnTo>
                    <a:pt x="1789" y="712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89" y="710"/>
                  </a:lnTo>
                  <a:lnTo>
                    <a:pt x="1791" y="712"/>
                  </a:lnTo>
                  <a:lnTo>
                    <a:pt x="1791" y="712"/>
                  </a:lnTo>
                  <a:lnTo>
                    <a:pt x="1791" y="715"/>
                  </a:lnTo>
                  <a:lnTo>
                    <a:pt x="1793" y="715"/>
                  </a:lnTo>
                  <a:lnTo>
                    <a:pt x="1793" y="719"/>
                  </a:lnTo>
                  <a:lnTo>
                    <a:pt x="1796" y="719"/>
                  </a:lnTo>
                  <a:lnTo>
                    <a:pt x="1796" y="719"/>
                  </a:lnTo>
                  <a:lnTo>
                    <a:pt x="1796" y="722"/>
                  </a:lnTo>
                  <a:lnTo>
                    <a:pt x="1798" y="722"/>
                  </a:lnTo>
                  <a:lnTo>
                    <a:pt x="1798" y="722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4"/>
                  </a:lnTo>
                  <a:lnTo>
                    <a:pt x="1800" y="727"/>
                  </a:lnTo>
                  <a:lnTo>
                    <a:pt x="1800" y="727"/>
                  </a:lnTo>
                  <a:lnTo>
                    <a:pt x="1803" y="727"/>
                  </a:lnTo>
                  <a:lnTo>
                    <a:pt x="1803" y="729"/>
                  </a:lnTo>
                  <a:lnTo>
                    <a:pt x="1805" y="729"/>
                  </a:lnTo>
                  <a:lnTo>
                    <a:pt x="1808" y="731"/>
                  </a:lnTo>
                  <a:lnTo>
                    <a:pt x="1808" y="731"/>
                  </a:lnTo>
                  <a:lnTo>
                    <a:pt x="1808" y="734"/>
                  </a:lnTo>
                  <a:lnTo>
                    <a:pt x="1810" y="734"/>
                  </a:lnTo>
                  <a:lnTo>
                    <a:pt x="1810" y="731"/>
                  </a:lnTo>
                  <a:lnTo>
                    <a:pt x="1808" y="731"/>
                  </a:lnTo>
                  <a:lnTo>
                    <a:pt x="1805" y="729"/>
                  </a:lnTo>
                  <a:lnTo>
                    <a:pt x="1805" y="729"/>
                  </a:lnTo>
                  <a:lnTo>
                    <a:pt x="1805" y="727"/>
                  </a:lnTo>
                  <a:lnTo>
                    <a:pt x="1805" y="727"/>
                  </a:lnTo>
                  <a:lnTo>
                    <a:pt x="1805" y="724"/>
                  </a:lnTo>
                  <a:lnTo>
                    <a:pt x="1803" y="724"/>
                  </a:lnTo>
                  <a:lnTo>
                    <a:pt x="1803" y="724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3" y="722"/>
                  </a:lnTo>
                  <a:lnTo>
                    <a:pt x="1800" y="719"/>
                  </a:lnTo>
                  <a:lnTo>
                    <a:pt x="1800" y="719"/>
                  </a:lnTo>
                  <a:lnTo>
                    <a:pt x="1798" y="717"/>
                  </a:lnTo>
                  <a:lnTo>
                    <a:pt x="1796" y="715"/>
                  </a:lnTo>
                  <a:lnTo>
                    <a:pt x="1796" y="712"/>
                  </a:lnTo>
                  <a:lnTo>
                    <a:pt x="1793" y="712"/>
                  </a:lnTo>
                  <a:lnTo>
                    <a:pt x="1793" y="710"/>
                  </a:lnTo>
                  <a:lnTo>
                    <a:pt x="1789" y="708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6" y="705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9" y="705"/>
                  </a:lnTo>
                  <a:lnTo>
                    <a:pt x="1789" y="703"/>
                  </a:lnTo>
                  <a:lnTo>
                    <a:pt x="1789" y="703"/>
                  </a:lnTo>
                  <a:lnTo>
                    <a:pt x="1786" y="703"/>
                  </a:lnTo>
                  <a:lnTo>
                    <a:pt x="1786" y="703"/>
                  </a:lnTo>
                  <a:lnTo>
                    <a:pt x="1784" y="705"/>
                  </a:lnTo>
                  <a:lnTo>
                    <a:pt x="1782" y="705"/>
                  </a:lnTo>
                  <a:lnTo>
                    <a:pt x="1782" y="705"/>
                  </a:lnTo>
                  <a:lnTo>
                    <a:pt x="1779" y="705"/>
                  </a:lnTo>
                  <a:lnTo>
                    <a:pt x="1779" y="705"/>
                  </a:lnTo>
                  <a:lnTo>
                    <a:pt x="1777" y="705"/>
                  </a:lnTo>
                  <a:lnTo>
                    <a:pt x="1774" y="705"/>
                  </a:lnTo>
                  <a:lnTo>
                    <a:pt x="1774" y="705"/>
                  </a:lnTo>
                  <a:lnTo>
                    <a:pt x="1774" y="705"/>
                  </a:lnTo>
                  <a:lnTo>
                    <a:pt x="1772" y="708"/>
                  </a:lnTo>
                  <a:lnTo>
                    <a:pt x="1772" y="708"/>
                  </a:lnTo>
                  <a:lnTo>
                    <a:pt x="1770" y="705"/>
                  </a:lnTo>
                  <a:lnTo>
                    <a:pt x="1770" y="705"/>
                  </a:lnTo>
                  <a:lnTo>
                    <a:pt x="1770" y="703"/>
                  </a:lnTo>
                  <a:lnTo>
                    <a:pt x="1770" y="703"/>
                  </a:lnTo>
                  <a:lnTo>
                    <a:pt x="1770" y="703"/>
                  </a:lnTo>
                  <a:close/>
                  <a:moveTo>
                    <a:pt x="1443" y="653"/>
                  </a:move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1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lnTo>
                    <a:pt x="1443" y="653"/>
                  </a:lnTo>
                  <a:close/>
                  <a:moveTo>
                    <a:pt x="1826" y="833"/>
                  </a:moveTo>
                  <a:lnTo>
                    <a:pt x="1826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4" y="833"/>
                  </a:lnTo>
                  <a:lnTo>
                    <a:pt x="1822" y="833"/>
                  </a:lnTo>
                  <a:lnTo>
                    <a:pt x="1822" y="833"/>
                  </a:lnTo>
                  <a:lnTo>
                    <a:pt x="1822" y="835"/>
                  </a:lnTo>
                  <a:lnTo>
                    <a:pt x="1824" y="835"/>
                  </a:lnTo>
                  <a:lnTo>
                    <a:pt x="1824" y="835"/>
                  </a:lnTo>
                  <a:lnTo>
                    <a:pt x="1824" y="838"/>
                  </a:lnTo>
                  <a:lnTo>
                    <a:pt x="1824" y="838"/>
                  </a:lnTo>
                  <a:lnTo>
                    <a:pt x="1824" y="838"/>
                  </a:lnTo>
                  <a:lnTo>
                    <a:pt x="1826" y="838"/>
                  </a:lnTo>
                  <a:lnTo>
                    <a:pt x="1826" y="838"/>
                  </a:lnTo>
                  <a:lnTo>
                    <a:pt x="1826" y="835"/>
                  </a:lnTo>
                  <a:lnTo>
                    <a:pt x="1826" y="835"/>
                  </a:lnTo>
                  <a:lnTo>
                    <a:pt x="1829" y="833"/>
                  </a:lnTo>
                  <a:lnTo>
                    <a:pt x="1829" y="833"/>
                  </a:lnTo>
                  <a:lnTo>
                    <a:pt x="1829" y="831"/>
                  </a:lnTo>
                  <a:lnTo>
                    <a:pt x="1829" y="831"/>
                  </a:lnTo>
                  <a:lnTo>
                    <a:pt x="1826" y="833"/>
                  </a:lnTo>
                  <a:close/>
                  <a:moveTo>
                    <a:pt x="1838" y="795"/>
                  </a:moveTo>
                  <a:lnTo>
                    <a:pt x="1841" y="793"/>
                  </a:lnTo>
                  <a:lnTo>
                    <a:pt x="1841" y="793"/>
                  </a:lnTo>
                  <a:lnTo>
                    <a:pt x="1841" y="793"/>
                  </a:lnTo>
                  <a:lnTo>
                    <a:pt x="1841" y="793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1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3" y="790"/>
                  </a:lnTo>
                  <a:lnTo>
                    <a:pt x="1845" y="790"/>
                  </a:lnTo>
                  <a:lnTo>
                    <a:pt x="1845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48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90"/>
                  </a:lnTo>
                  <a:lnTo>
                    <a:pt x="1850" y="788"/>
                  </a:lnTo>
                  <a:lnTo>
                    <a:pt x="1850" y="788"/>
                  </a:lnTo>
                  <a:lnTo>
                    <a:pt x="1850" y="786"/>
                  </a:lnTo>
                  <a:lnTo>
                    <a:pt x="1850" y="786"/>
                  </a:lnTo>
                  <a:lnTo>
                    <a:pt x="1850" y="786"/>
                  </a:lnTo>
                  <a:lnTo>
                    <a:pt x="1850" y="783"/>
                  </a:lnTo>
                  <a:lnTo>
                    <a:pt x="1850" y="783"/>
                  </a:lnTo>
                  <a:lnTo>
                    <a:pt x="1848" y="783"/>
                  </a:lnTo>
                  <a:lnTo>
                    <a:pt x="1848" y="783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50" y="781"/>
                  </a:lnTo>
                  <a:lnTo>
                    <a:pt x="1848" y="781"/>
                  </a:lnTo>
                  <a:lnTo>
                    <a:pt x="1848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5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81"/>
                  </a:lnTo>
                  <a:lnTo>
                    <a:pt x="1843" y="779"/>
                  </a:lnTo>
                  <a:lnTo>
                    <a:pt x="1843" y="779"/>
                  </a:lnTo>
                  <a:lnTo>
                    <a:pt x="1843" y="776"/>
                  </a:lnTo>
                  <a:lnTo>
                    <a:pt x="1843" y="776"/>
                  </a:lnTo>
                  <a:lnTo>
                    <a:pt x="1843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41" y="776"/>
                  </a:lnTo>
                  <a:lnTo>
                    <a:pt x="1838" y="776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8" y="774"/>
                  </a:lnTo>
                  <a:lnTo>
                    <a:pt x="1836" y="772"/>
                  </a:lnTo>
                  <a:lnTo>
                    <a:pt x="1836" y="772"/>
                  </a:lnTo>
                  <a:lnTo>
                    <a:pt x="1838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1" y="772"/>
                  </a:lnTo>
                  <a:lnTo>
                    <a:pt x="1843" y="774"/>
                  </a:lnTo>
                  <a:lnTo>
                    <a:pt x="1843" y="774"/>
                  </a:lnTo>
                  <a:lnTo>
                    <a:pt x="1843" y="776"/>
                  </a:lnTo>
                  <a:lnTo>
                    <a:pt x="1848" y="779"/>
                  </a:lnTo>
                  <a:lnTo>
                    <a:pt x="1848" y="779"/>
                  </a:lnTo>
                  <a:lnTo>
                    <a:pt x="1850" y="779"/>
                  </a:lnTo>
                  <a:lnTo>
                    <a:pt x="1850" y="779"/>
                  </a:lnTo>
                  <a:lnTo>
                    <a:pt x="1850" y="781"/>
                  </a:lnTo>
                  <a:lnTo>
                    <a:pt x="1852" y="781"/>
                  </a:lnTo>
                  <a:lnTo>
                    <a:pt x="1852" y="781"/>
                  </a:lnTo>
                  <a:lnTo>
                    <a:pt x="1852" y="781"/>
                  </a:lnTo>
                  <a:lnTo>
                    <a:pt x="1852" y="779"/>
                  </a:lnTo>
                  <a:lnTo>
                    <a:pt x="1852" y="779"/>
                  </a:lnTo>
                  <a:lnTo>
                    <a:pt x="1852" y="779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6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2" y="774"/>
                  </a:lnTo>
                  <a:lnTo>
                    <a:pt x="1850" y="772"/>
                  </a:lnTo>
                  <a:lnTo>
                    <a:pt x="1850" y="772"/>
                  </a:lnTo>
                  <a:lnTo>
                    <a:pt x="1850" y="769"/>
                  </a:lnTo>
                  <a:lnTo>
                    <a:pt x="1848" y="769"/>
                  </a:lnTo>
                  <a:lnTo>
                    <a:pt x="1848" y="769"/>
                  </a:lnTo>
                  <a:lnTo>
                    <a:pt x="1850" y="767"/>
                  </a:lnTo>
                  <a:lnTo>
                    <a:pt x="1850" y="767"/>
                  </a:lnTo>
                  <a:lnTo>
                    <a:pt x="1850" y="767"/>
                  </a:lnTo>
                  <a:lnTo>
                    <a:pt x="1850" y="764"/>
                  </a:lnTo>
                  <a:lnTo>
                    <a:pt x="1848" y="762"/>
                  </a:lnTo>
                  <a:lnTo>
                    <a:pt x="1848" y="762"/>
                  </a:lnTo>
                  <a:lnTo>
                    <a:pt x="1845" y="762"/>
                  </a:lnTo>
                  <a:lnTo>
                    <a:pt x="1845" y="762"/>
                  </a:lnTo>
                  <a:lnTo>
                    <a:pt x="1845" y="762"/>
                  </a:lnTo>
                  <a:lnTo>
                    <a:pt x="1843" y="760"/>
                  </a:lnTo>
                  <a:lnTo>
                    <a:pt x="1843" y="760"/>
                  </a:lnTo>
                  <a:lnTo>
                    <a:pt x="1841" y="760"/>
                  </a:lnTo>
                  <a:lnTo>
                    <a:pt x="1838" y="760"/>
                  </a:lnTo>
                  <a:lnTo>
                    <a:pt x="1836" y="760"/>
                  </a:lnTo>
                  <a:lnTo>
                    <a:pt x="1836" y="762"/>
                  </a:lnTo>
                  <a:lnTo>
                    <a:pt x="1836" y="762"/>
                  </a:lnTo>
                  <a:lnTo>
                    <a:pt x="1838" y="764"/>
                  </a:lnTo>
                  <a:lnTo>
                    <a:pt x="1838" y="764"/>
                  </a:lnTo>
                  <a:lnTo>
                    <a:pt x="1838" y="764"/>
                  </a:lnTo>
                  <a:lnTo>
                    <a:pt x="1836" y="764"/>
                  </a:lnTo>
                  <a:lnTo>
                    <a:pt x="1836" y="762"/>
                  </a:lnTo>
                  <a:lnTo>
                    <a:pt x="1836" y="762"/>
                  </a:lnTo>
                  <a:lnTo>
                    <a:pt x="1834" y="762"/>
                  </a:lnTo>
                  <a:lnTo>
                    <a:pt x="1834" y="762"/>
                  </a:lnTo>
                  <a:lnTo>
                    <a:pt x="1831" y="762"/>
                  </a:lnTo>
                  <a:lnTo>
                    <a:pt x="1829" y="762"/>
                  </a:lnTo>
                  <a:lnTo>
                    <a:pt x="1829" y="762"/>
                  </a:lnTo>
                  <a:lnTo>
                    <a:pt x="1826" y="762"/>
                  </a:lnTo>
                  <a:lnTo>
                    <a:pt x="1826" y="762"/>
                  </a:lnTo>
                  <a:lnTo>
                    <a:pt x="1822" y="762"/>
                  </a:lnTo>
                  <a:lnTo>
                    <a:pt x="1819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2"/>
                  </a:lnTo>
                  <a:lnTo>
                    <a:pt x="1815" y="764"/>
                  </a:lnTo>
                  <a:lnTo>
                    <a:pt x="1815" y="764"/>
                  </a:lnTo>
                  <a:lnTo>
                    <a:pt x="1812" y="764"/>
                  </a:lnTo>
                  <a:lnTo>
                    <a:pt x="1812" y="764"/>
                  </a:lnTo>
                  <a:lnTo>
                    <a:pt x="1812" y="764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2" y="767"/>
                  </a:lnTo>
                  <a:lnTo>
                    <a:pt x="1817" y="769"/>
                  </a:lnTo>
                  <a:lnTo>
                    <a:pt x="1819" y="772"/>
                  </a:lnTo>
                  <a:lnTo>
                    <a:pt x="1824" y="772"/>
                  </a:lnTo>
                  <a:lnTo>
                    <a:pt x="1824" y="772"/>
                  </a:lnTo>
                  <a:lnTo>
                    <a:pt x="1824" y="772"/>
                  </a:lnTo>
                  <a:lnTo>
                    <a:pt x="1822" y="774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19" y="774"/>
                  </a:lnTo>
                  <a:lnTo>
                    <a:pt x="1819" y="774"/>
                  </a:lnTo>
                  <a:lnTo>
                    <a:pt x="1819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4"/>
                  </a:lnTo>
                  <a:lnTo>
                    <a:pt x="1822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4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4"/>
                  </a:lnTo>
                  <a:lnTo>
                    <a:pt x="1826" y="776"/>
                  </a:lnTo>
                  <a:lnTo>
                    <a:pt x="1829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6"/>
                  </a:lnTo>
                  <a:lnTo>
                    <a:pt x="1826" y="779"/>
                  </a:lnTo>
                  <a:lnTo>
                    <a:pt x="1829" y="779"/>
                  </a:lnTo>
                  <a:lnTo>
                    <a:pt x="1829" y="779"/>
                  </a:lnTo>
                  <a:lnTo>
                    <a:pt x="1826" y="779"/>
                  </a:lnTo>
                  <a:lnTo>
                    <a:pt x="1829" y="781"/>
                  </a:lnTo>
                  <a:lnTo>
                    <a:pt x="1829" y="781"/>
                  </a:lnTo>
                  <a:lnTo>
                    <a:pt x="1829" y="783"/>
                  </a:lnTo>
                  <a:lnTo>
                    <a:pt x="1829" y="783"/>
                  </a:lnTo>
                  <a:lnTo>
                    <a:pt x="1829" y="783"/>
                  </a:lnTo>
                  <a:lnTo>
                    <a:pt x="1829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6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88"/>
                  </a:lnTo>
                  <a:lnTo>
                    <a:pt x="1831" y="790"/>
                  </a:lnTo>
                  <a:lnTo>
                    <a:pt x="1831" y="790"/>
                  </a:lnTo>
                  <a:lnTo>
                    <a:pt x="1834" y="795"/>
                  </a:lnTo>
                  <a:lnTo>
                    <a:pt x="1836" y="795"/>
                  </a:lnTo>
                  <a:lnTo>
                    <a:pt x="1838" y="795"/>
                  </a:lnTo>
                  <a:close/>
                  <a:moveTo>
                    <a:pt x="1831" y="817"/>
                  </a:moveTo>
                  <a:lnTo>
                    <a:pt x="1831" y="817"/>
                  </a:lnTo>
                  <a:lnTo>
                    <a:pt x="1831" y="817"/>
                  </a:lnTo>
                  <a:lnTo>
                    <a:pt x="1831" y="817"/>
                  </a:lnTo>
                  <a:lnTo>
                    <a:pt x="1831" y="814"/>
                  </a:lnTo>
                  <a:lnTo>
                    <a:pt x="1831" y="814"/>
                  </a:lnTo>
                  <a:lnTo>
                    <a:pt x="1829" y="814"/>
                  </a:lnTo>
                  <a:lnTo>
                    <a:pt x="1829" y="812"/>
                  </a:lnTo>
                  <a:lnTo>
                    <a:pt x="1831" y="812"/>
                  </a:lnTo>
                  <a:lnTo>
                    <a:pt x="1831" y="812"/>
                  </a:lnTo>
                  <a:lnTo>
                    <a:pt x="1829" y="809"/>
                  </a:lnTo>
                  <a:lnTo>
                    <a:pt x="1829" y="809"/>
                  </a:lnTo>
                  <a:lnTo>
                    <a:pt x="1829" y="809"/>
                  </a:lnTo>
                  <a:lnTo>
                    <a:pt x="1826" y="809"/>
                  </a:lnTo>
                  <a:lnTo>
                    <a:pt x="1826" y="809"/>
                  </a:lnTo>
                  <a:lnTo>
                    <a:pt x="1826" y="807"/>
                  </a:lnTo>
                  <a:lnTo>
                    <a:pt x="1826" y="807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6" y="805"/>
                  </a:lnTo>
                  <a:lnTo>
                    <a:pt x="1829" y="807"/>
                  </a:lnTo>
                  <a:lnTo>
                    <a:pt x="1831" y="807"/>
                  </a:lnTo>
                  <a:lnTo>
                    <a:pt x="1831" y="807"/>
                  </a:lnTo>
                  <a:lnTo>
                    <a:pt x="1831" y="807"/>
                  </a:lnTo>
                  <a:lnTo>
                    <a:pt x="1831" y="805"/>
                  </a:lnTo>
                  <a:lnTo>
                    <a:pt x="1831" y="805"/>
                  </a:lnTo>
                  <a:lnTo>
                    <a:pt x="1829" y="802"/>
                  </a:lnTo>
                  <a:lnTo>
                    <a:pt x="1826" y="802"/>
                  </a:lnTo>
                  <a:lnTo>
                    <a:pt x="1826" y="802"/>
                  </a:lnTo>
                  <a:lnTo>
                    <a:pt x="1826" y="802"/>
                  </a:lnTo>
                  <a:lnTo>
                    <a:pt x="1829" y="802"/>
                  </a:lnTo>
                  <a:lnTo>
                    <a:pt x="1829" y="802"/>
                  </a:lnTo>
                  <a:lnTo>
                    <a:pt x="1829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6" y="800"/>
                  </a:lnTo>
                  <a:lnTo>
                    <a:pt x="1829" y="800"/>
                  </a:lnTo>
                  <a:lnTo>
                    <a:pt x="1829" y="798"/>
                  </a:lnTo>
                  <a:lnTo>
                    <a:pt x="1829" y="798"/>
                  </a:lnTo>
                  <a:lnTo>
                    <a:pt x="1829" y="798"/>
                  </a:lnTo>
                  <a:lnTo>
                    <a:pt x="1826" y="798"/>
                  </a:lnTo>
                  <a:lnTo>
                    <a:pt x="1826" y="798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6" y="795"/>
                  </a:lnTo>
                  <a:lnTo>
                    <a:pt x="1824" y="795"/>
                  </a:lnTo>
                  <a:lnTo>
                    <a:pt x="1824" y="795"/>
                  </a:lnTo>
                  <a:lnTo>
                    <a:pt x="1824" y="795"/>
                  </a:lnTo>
                  <a:lnTo>
                    <a:pt x="1826" y="795"/>
                  </a:lnTo>
                  <a:lnTo>
                    <a:pt x="1826" y="793"/>
                  </a:lnTo>
                  <a:lnTo>
                    <a:pt x="1826" y="793"/>
                  </a:lnTo>
                  <a:lnTo>
                    <a:pt x="1826" y="790"/>
                  </a:lnTo>
                  <a:lnTo>
                    <a:pt x="1826" y="790"/>
                  </a:lnTo>
                  <a:lnTo>
                    <a:pt x="1826" y="790"/>
                  </a:lnTo>
                  <a:lnTo>
                    <a:pt x="1824" y="790"/>
                  </a:lnTo>
                  <a:lnTo>
                    <a:pt x="1822" y="788"/>
                  </a:lnTo>
                  <a:lnTo>
                    <a:pt x="1824" y="788"/>
                  </a:lnTo>
                  <a:lnTo>
                    <a:pt x="1826" y="788"/>
                  </a:lnTo>
                  <a:lnTo>
                    <a:pt x="1826" y="788"/>
                  </a:lnTo>
                  <a:lnTo>
                    <a:pt x="1826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90"/>
                  </a:lnTo>
                  <a:lnTo>
                    <a:pt x="1829" y="788"/>
                  </a:lnTo>
                  <a:lnTo>
                    <a:pt x="1829" y="788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9" y="786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83"/>
                  </a:lnTo>
                  <a:lnTo>
                    <a:pt x="1826" y="779"/>
                  </a:lnTo>
                  <a:lnTo>
                    <a:pt x="1826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4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79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19" y="788"/>
                  </a:lnTo>
                  <a:lnTo>
                    <a:pt x="1822" y="786"/>
                  </a:lnTo>
                  <a:lnTo>
                    <a:pt x="1822" y="786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3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22" y="781"/>
                  </a:lnTo>
                  <a:lnTo>
                    <a:pt x="1819" y="781"/>
                  </a:lnTo>
                  <a:lnTo>
                    <a:pt x="1819" y="781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9" y="779"/>
                  </a:lnTo>
                  <a:lnTo>
                    <a:pt x="1817" y="776"/>
                  </a:lnTo>
                  <a:lnTo>
                    <a:pt x="1817" y="776"/>
                  </a:lnTo>
                  <a:lnTo>
                    <a:pt x="1817" y="779"/>
                  </a:lnTo>
                  <a:lnTo>
                    <a:pt x="1817" y="776"/>
                  </a:lnTo>
                  <a:lnTo>
                    <a:pt x="1815" y="774"/>
                  </a:lnTo>
                  <a:lnTo>
                    <a:pt x="1815" y="774"/>
                  </a:lnTo>
                  <a:lnTo>
                    <a:pt x="1812" y="774"/>
                  </a:lnTo>
                  <a:lnTo>
                    <a:pt x="1812" y="774"/>
                  </a:lnTo>
                  <a:lnTo>
                    <a:pt x="1810" y="774"/>
                  </a:lnTo>
                  <a:lnTo>
                    <a:pt x="1810" y="774"/>
                  </a:lnTo>
                  <a:lnTo>
                    <a:pt x="1808" y="774"/>
                  </a:lnTo>
                  <a:lnTo>
                    <a:pt x="1805" y="774"/>
                  </a:lnTo>
                  <a:lnTo>
                    <a:pt x="1808" y="774"/>
                  </a:lnTo>
                  <a:lnTo>
                    <a:pt x="1808" y="774"/>
                  </a:lnTo>
                  <a:lnTo>
                    <a:pt x="1808" y="776"/>
                  </a:lnTo>
                  <a:lnTo>
                    <a:pt x="1810" y="776"/>
                  </a:lnTo>
                  <a:lnTo>
                    <a:pt x="1810" y="776"/>
                  </a:lnTo>
                  <a:lnTo>
                    <a:pt x="1812" y="776"/>
                  </a:lnTo>
                  <a:lnTo>
                    <a:pt x="1812" y="776"/>
                  </a:lnTo>
                  <a:lnTo>
                    <a:pt x="1812" y="776"/>
                  </a:lnTo>
                  <a:lnTo>
                    <a:pt x="1812" y="779"/>
                  </a:lnTo>
                  <a:lnTo>
                    <a:pt x="1812" y="779"/>
                  </a:lnTo>
                  <a:lnTo>
                    <a:pt x="1812" y="779"/>
                  </a:lnTo>
                  <a:lnTo>
                    <a:pt x="1810" y="779"/>
                  </a:lnTo>
                  <a:lnTo>
                    <a:pt x="1810" y="779"/>
                  </a:lnTo>
                  <a:lnTo>
                    <a:pt x="1808" y="776"/>
                  </a:lnTo>
                  <a:lnTo>
                    <a:pt x="1808" y="776"/>
                  </a:lnTo>
                  <a:lnTo>
                    <a:pt x="1805" y="776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8" y="779"/>
                  </a:lnTo>
                  <a:lnTo>
                    <a:pt x="1808" y="781"/>
                  </a:lnTo>
                  <a:lnTo>
                    <a:pt x="1808" y="781"/>
                  </a:lnTo>
                  <a:lnTo>
                    <a:pt x="1808" y="781"/>
                  </a:lnTo>
                  <a:lnTo>
                    <a:pt x="1808" y="783"/>
                  </a:lnTo>
                  <a:lnTo>
                    <a:pt x="1808" y="781"/>
                  </a:lnTo>
                  <a:lnTo>
                    <a:pt x="1805" y="781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5" y="779"/>
                  </a:lnTo>
                  <a:lnTo>
                    <a:pt x="1803" y="779"/>
                  </a:lnTo>
                  <a:lnTo>
                    <a:pt x="1803" y="779"/>
                  </a:lnTo>
                  <a:lnTo>
                    <a:pt x="1803" y="781"/>
                  </a:lnTo>
                  <a:lnTo>
                    <a:pt x="1803" y="781"/>
                  </a:lnTo>
                  <a:lnTo>
                    <a:pt x="1805" y="783"/>
                  </a:lnTo>
                  <a:lnTo>
                    <a:pt x="1805" y="783"/>
                  </a:lnTo>
                  <a:lnTo>
                    <a:pt x="1805" y="786"/>
                  </a:lnTo>
                  <a:lnTo>
                    <a:pt x="1805" y="786"/>
                  </a:lnTo>
                  <a:lnTo>
                    <a:pt x="1805" y="788"/>
                  </a:lnTo>
                  <a:lnTo>
                    <a:pt x="1805" y="788"/>
                  </a:lnTo>
                  <a:lnTo>
                    <a:pt x="1808" y="788"/>
                  </a:lnTo>
                  <a:lnTo>
                    <a:pt x="1808" y="790"/>
                  </a:lnTo>
                  <a:lnTo>
                    <a:pt x="1810" y="790"/>
                  </a:lnTo>
                  <a:lnTo>
                    <a:pt x="1810" y="790"/>
                  </a:lnTo>
                  <a:lnTo>
                    <a:pt x="1812" y="790"/>
                  </a:lnTo>
                  <a:lnTo>
                    <a:pt x="1812" y="788"/>
                  </a:lnTo>
                  <a:lnTo>
                    <a:pt x="1810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88"/>
                  </a:lnTo>
                  <a:lnTo>
                    <a:pt x="1812" y="790"/>
                  </a:lnTo>
                  <a:lnTo>
                    <a:pt x="1812" y="790"/>
                  </a:lnTo>
                  <a:lnTo>
                    <a:pt x="1812" y="790"/>
                  </a:lnTo>
                  <a:lnTo>
                    <a:pt x="1810" y="790"/>
                  </a:lnTo>
                  <a:lnTo>
                    <a:pt x="1812" y="793"/>
                  </a:lnTo>
                  <a:lnTo>
                    <a:pt x="1812" y="793"/>
                  </a:lnTo>
                  <a:lnTo>
                    <a:pt x="1812" y="793"/>
                  </a:lnTo>
                  <a:lnTo>
                    <a:pt x="1815" y="790"/>
                  </a:lnTo>
                  <a:lnTo>
                    <a:pt x="1817" y="788"/>
                  </a:lnTo>
                  <a:lnTo>
                    <a:pt x="1817" y="788"/>
                  </a:lnTo>
                  <a:lnTo>
                    <a:pt x="1817" y="790"/>
                  </a:lnTo>
                  <a:lnTo>
                    <a:pt x="1817" y="790"/>
                  </a:lnTo>
                  <a:lnTo>
                    <a:pt x="1815" y="790"/>
                  </a:lnTo>
                  <a:lnTo>
                    <a:pt x="1815" y="790"/>
                  </a:lnTo>
                  <a:lnTo>
                    <a:pt x="1815" y="793"/>
                  </a:lnTo>
                  <a:lnTo>
                    <a:pt x="1812" y="793"/>
                  </a:lnTo>
                  <a:lnTo>
                    <a:pt x="1812" y="795"/>
                  </a:lnTo>
                  <a:lnTo>
                    <a:pt x="1812" y="795"/>
                  </a:lnTo>
                  <a:lnTo>
                    <a:pt x="1812" y="795"/>
                  </a:lnTo>
                  <a:lnTo>
                    <a:pt x="1815" y="795"/>
                  </a:lnTo>
                  <a:lnTo>
                    <a:pt x="1815" y="795"/>
                  </a:lnTo>
                  <a:lnTo>
                    <a:pt x="1815" y="795"/>
                  </a:lnTo>
                  <a:lnTo>
                    <a:pt x="1817" y="798"/>
                  </a:lnTo>
                  <a:lnTo>
                    <a:pt x="1817" y="798"/>
                  </a:lnTo>
                  <a:lnTo>
                    <a:pt x="1817" y="798"/>
                  </a:lnTo>
                  <a:lnTo>
                    <a:pt x="1819" y="798"/>
                  </a:lnTo>
                  <a:lnTo>
                    <a:pt x="1819" y="798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5"/>
                  </a:lnTo>
                  <a:lnTo>
                    <a:pt x="1819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798"/>
                  </a:lnTo>
                  <a:lnTo>
                    <a:pt x="1822" y="800"/>
                  </a:lnTo>
                  <a:lnTo>
                    <a:pt x="1822" y="800"/>
                  </a:lnTo>
                  <a:lnTo>
                    <a:pt x="1822" y="800"/>
                  </a:lnTo>
                  <a:lnTo>
                    <a:pt x="1822" y="802"/>
                  </a:lnTo>
                  <a:lnTo>
                    <a:pt x="1822" y="802"/>
                  </a:lnTo>
                  <a:lnTo>
                    <a:pt x="1824" y="805"/>
                  </a:lnTo>
                  <a:lnTo>
                    <a:pt x="1824" y="805"/>
                  </a:lnTo>
                  <a:lnTo>
                    <a:pt x="1824" y="805"/>
                  </a:lnTo>
                  <a:lnTo>
                    <a:pt x="1822" y="805"/>
                  </a:lnTo>
                  <a:lnTo>
                    <a:pt x="1822" y="805"/>
                  </a:lnTo>
                  <a:lnTo>
                    <a:pt x="1822" y="802"/>
                  </a:lnTo>
                  <a:lnTo>
                    <a:pt x="1822" y="802"/>
                  </a:lnTo>
                  <a:lnTo>
                    <a:pt x="1819" y="802"/>
                  </a:lnTo>
                  <a:lnTo>
                    <a:pt x="1819" y="805"/>
                  </a:lnTo>
                  <a:lnTo>
                    <a:pt x="1822" y="805"/>
                  </a:lnTo>
                  <a:lnTo>
                    <a:pt x="1822" y="805"/>
                  </a:lnTo>
                  <a:lnTo>
                    <a:pt x="1819" y="805"/>
                  </a:lnTo>
                  <a:lnTo>
                    <a:pt x="1819" y="807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7" y="802"/>
                  </a:lnTo>
                  <a:lnTo>
                    <a:pt x="1817" y="802"/>
                  </a:lnTo>
                  <a:lnTo>
                    <a:pt x="1817" y="802"/>
                  </a:lnTo>
                  <a:lnTo>
                    <a:pt x="1819" y="802"/>
                  </a:lnTo>
                  <a:lnTo>
                    <a:pt x="1819" y="802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2"/>
                  </a:lnTo>
                  <a:lnTo>
                    <a:pt x="1817" y="805"/>
                  </a:lnTo>
                  <a:lnTo>
                    <a:pt x="1817" y="805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7"/>
                  </a:lnTo>
                  <a:lnTo>
                    <a:pt x="1817" y="809"/>
                  </a:lnTo>
                  <a:lnTo>
                    <a:pt x="1817" y="809"/>
                  </a:lnTo>
                  <a:lnTo>
                    <a:pt x="1817" y="809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7" y="812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07"/>
                  </a:lnTo>
                  <a:lnTo>
                    <a:pt x="1822" y="809"/>
                  </a:lnTo>
                  <a:lnTo>
                    <a:pt x="1822" y="809"/>
                  </a:lnTo>
                  <a:lnTo>
                    <a:pt x="1819" y="809"/>
                  </a:lnTo>
                  <a:lnTo>
                    <a:pt x="1819" y="809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2"/>
                  </a:lnTo>
                  <a:lnTo>
                    <a:pt x="1819" y="814"/>
                  </a:lnTo>
                  <a:lnTo>
                    <a:pt x="1819" y="814"/>
                  </a:lnTo>
                  <a:lnTo>
                    <a:pt x="1819" y="814"/>
                  </a:lnTo>
                  <a:lnTo>
                    <a:pt x="1819" y="817"/>
                  </a:lnTo>
                  <a:lnTo>
                    <a:pt x="1819" y="817"/>
                  </a:lnTo>
                  <a:lnTo>
                    <a:pt x="1819" y="817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19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2" y="821"/>
                  </a:lnTo>
                  <a:lnTo>
                    <a:pt x="1824" y="821"/>
                  </a:lnTo>
                  <a:lnTo>
                    <a:pt x="1824" y="824"/>
                  </a:lnTo>
                  <a:lnTo>
                    <a:pt x="1822" y="824"/>
                  </a:lnTo>
                  <a:lnTo>
                    <a:pt x="1824" y="824"/>
                  </a:lnTo>
                  <a:lnTo>
                    <a:pt x="1824" y="824"/>
                  </a:lnTo>
                  <a:lnTo>
                    <a:pt x="1826" y="824"/>
                  </a:lnTo>
                  <a:lnTo>
                    <a:pt x="1826" y="826"/>
                  </a:lnTo>
                  <a:lnTo>
                    <a:pt x="1826" y="826"/>
                  </a:lnTo>
                  <a:lnTo>
                    <a:pt x="1826" y="826"/>
                  </a:lnTo>
                  <a:lnTo>
                    <a:pt x="1829" y="826"/>
                  </a:lnTo>
                  <a:lnTo>
                    <a:pt x="1829" y="826"/>
                  </a:lnTo>
                  <a:lnTo>
                    <a:pt x="1826" y="824"/>
                  </a:lnTo>
                  <a:lnTo>
                    <a:pt x="1826" y="824"/>
                  </a:lnTo>
                  <a:lnTo>
                    <a:pt x="1826" y="824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21"/>
                  </a:lnTo>
                  <a:lnTo>
                    <a:pt x="1826" y="819"/>
                  </a:lnTo>
                  <a:lnTo>
                    <a:pt x="1826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4" y="819"/>
                  </a:lnTo>
                  <a:lnTo>
                    <a:pt x="1822" y="817"/>
                  </a:lnTo>
                  <a:lnTo>
                    <a:pt x="1822" y="817"/>
                  </a:lnTo>
                  <a:lnTo>
                    <a:pt x="1824" y="817"/>
                  </a:lnTo>
                  <a:lnTo>
                    <a:pt x="1824" y="814"/>
                  </a:lnTo>
                  <a:lnTo>
                    <a:pt x="1824" y="812"/>
                  </a:lnTo>
                  <a:lnTo>
                    <a:pt x="1824" y="812"/>
                  </a:lnTo>
                  <a:lnTo>
                    <a:pt x="1824" y="809"/>
                  </a:lnTo>
                  <a:lnTo>
                    <a:pt x="1824" y="809"/>
                  </a:lnTo>
                  <a:lnTo>
                    <a:pt x="1824" y="807"/>
                  </a:lnTo>
                  <a:lnTo>
                    <a:pt x="1824" y="807"/>
                  </a:lnTo>
                  <a:lnTo>
                    <a:pt x="1826" y="809"/>
                  </a:lnTo>
                  <a:lnTo>
                    <a:pt x="1826" y="812"/>
                  </a:lnTo>
                  <a:lnTo>
                    <a:pt x="1826" y="814"/>
                  </a:lnTo>
                  <a:lnTo>
                    <a:pt x="1826" y="814"/>
                  </a:lnTo>
                  <a:lnTo>
                    <a:pt x="1826" y="814"/>
                  </a:lnTo>
                  <a:lnTo>
                    <a:pt x="1829" y="814"/>
                  </a:lnTo>
                  <a:lnTo>
                    <a:pt x="1829" y="819"/>
                  </a:lnTo>
                  <a:lnTo>
                    <a:pt x="1829" y="819"/>
                  </a:lnTo>
                  <a:lnTo>
                    <a:pt x="1829" y="819"/>
                  </a:lnTo>
                  <a:lnTo>
                    <a:pt x="1829" y="821"/>
                  </a:lnTo>
                  <a:lnTo>
                    <a:pt x="1831" y="821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9"/>
                  </a:lnTo>
                  <a:lnTo>
                    <a:pt x="1831" y="817"/>
                  </a:lnTo>
                  <a:close/>
                  <a:moveTo>
                    <a:pt x="1869" y="788"/>
                  </a:moveTo>
                  <a:lnTo>
                    <a:pt x="1867" y="788"/>
                  </a:lnTo>
                  <a:lnTo>
                    <a:pt x="1867" y="786"/>
                  </a:lnTo>
                  <a:lnTo>
                    <a:pt x="1867" y="786"/>
                  </a:lnTo>
                  <a:lnTo>
                    <a:pt x="1867" y="786"/>
                  </a:lnTo>
                  <a:lnTo>
                    <a:pt x="1864" y="786"/>
                  </a:lnTo>
                  <a:lnTo>
                    <a:pt x="1862" y="786"/>
                  </a:lnTo>
                  <a:lnTo>
                    <a:pt x="1862" y="788"/>
                  </a:lnTo>
                  <a:lnTo>
                    <a:pt x="1862" y="788"/>
                  </a:lnTo>
                  <a:lnTo>
                    <a:pt x="1860" y="788"/>
                  </a:lnTo>
                  <a:lnTo>
                    <a:pt x="1860" y="788"/>
                  </a:lnTo>
                  <a:lnTo>
                    <a:pt x="1860" y="788"/>
                  </a:lnTo>
                  <a:lnTo>
                    <a:pt x="1857" y="788"/>
                  </a:lnTo>
                  <a:lnTo>
                    <a:pt x="1857" y="788"/>
                  </a:lnTo>
                  <a:lnTo>
                    <a:pt x="1857" y="790"/>
                  </a:lnTo>
                  <a:lnTo>
                    <a:pt x="1855" y="790"/>
                  </a:lnTo>
                  <a:lnTo>
                    <a:pt x="1855" y="795"/>
                  </a:lnTo>
                  <a:lnTo>
                    <a:pt x="1855" y="795"/>
                  </a:lnTo>
                  <a:lnTo>
                    <a:pt x="1855" y="798"/>
                  </a:lnTo>
                  <a:lnTo>
                    <a:pt x="1857" y="798"/>
                  </a:lnTo>
                  <a:lnTo>
                    <a:pt x="1862" y="800"/>
                  </a:lnTo>
                  <a:lnTo>
                    <a:pt x="1864" y="800"/>
                  </a:lnTo>
                  <a:lnTo>
                    <a:pt x="1867" y="798"/>
                  </a:lnTo>
                  <a:lnTo>
                    <a:pt x="1869" y="798"/>
                  </a:lnTo>
                  <a:lnTo>
                    <a:pt x="1869" y="795"/>
                  </a:lnTo>
                  <a:lnTo>
                    <a:pt x="1869" y="795"/>
                  </a:lnTo>
                  <a:lnTo>
                    <a:pt x="1869" y="793"/>
                  </a:lnTo>
                  <a:lnTo>
                    <a:pt x="1867" y="793"/>
                  </a:lnTo>
                  <a:lnTo>
                    <a:pt x="1867" y="790"/>
                  </a:lnTo>
                  <a:lnTo>
                    <a:pt x="1867" y="790"/>
                  </a:lnTo>
                  <a:lnTo>
                    <a:pt x="1869" y="788"/>
                  </a:lnTo>
                  <a:lnTo>
                    <a:pt x="1869" y="788"/>
                  </a:lnTo>
                  <a:close/>
                  <a:moveTo>
                    <a:pt x="1763" y="774"/>
                  </a:moveTo>
                  <a:lnTo>
                    <a:pt x="1763" y="774"/>
                  </a:lnTo>
                  <a:lnTo>
                    <a:pt x="1760" y="774"/>
                  </a:lnTo>
                  <a:lnTo>
                    <a:pt x="1760" y="774"/>
                  </a:lnTo>
                  <a:lnTo>
                    <a:pt x="1760" y="772"/>
                  </a:lnTo>
                  <a:lnTo>
                    <a:pt x="1760" y="772"/>
                  </a:lnTo>
                  <a:lnTo>
                    <a:pt x="1760" y="769"/>
                  </a:lnTo>
                  <a:lnTo>
                    <a:pt x="1758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60" y="769"/>
                  </a:lnTo>
                  <a:lnTo>
                    <a:pt x="1758" y="767"/>
                  </a:lnTo>
                  <a:lnTo>
                    <a:pt x="1758" y="767"/>
                  </a:lnTo>
                  <a:lnTo>
                    <a:pt x="1753" y="764"/>
                  </a:lnTo>
                  <a:lnTo>
                    <a:pt x="1751" y="764"/>
                  </a:lnTo>
                  <a:lnTo>
                    <a:pt x="1751" y="767"/>
                  </a:lnTo>
                  <a:lnTo>
                    <a:pt x="1751" y="767"/>
                  </a:lnTo>
                  <a:lnTo>
                    <a:pt x="1751" y="769"/>
                  </a:lnTo>
                  <a:lnTo>
                    <a:pt x="1751" y="769"/>
                  </a:lnTo>
                  <a:lnTo>
                    <a:pt x="1751" y="769"/>
                  </a:lnTo>
                  <a:lnTo>
                    <a:pt x="1751" y="772"/>
                  </a:lnTo>
                  <a:lnTo>
                    <a:pt x="1751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2"/>
                  </a:lnTo>
                  <a:lnTo>
                    <a:pt x="1753" y="774"/>
                  </a:lnTo>
                  <a:lnTo>
                    <a:pt x="1753" y="774"/>
                  </a:lnTo>
                  <a:lnTo>
                    <a:pt x="1753" y="774"/>
                  </a:lnTo>
                  <a:lnTo>
                    <a:pt x="1755" y="774"/>
                  </a:lnTo>
                  <a:lnTo>
                    <a:pt x="1758" y="774"/>
                  </a:lnTo>
                  <a:lnTo>
                    <a:pt x="1758" y="774"/>
                  </a:lnTo>
                  <a:lnTo>
                    <a:pt x="1758" y="776"/>
                  </a:lnTo>
                  <a:lnTo>
                    <a:pt x="1755" y="779"/>
                  </a:lnTo>
                  <a:lnTo>
                    <a:pt x="1755" y="779"/>
                  </a:lnTo>
                  <a:lnTo>
                    <a:pt x="1755" y="779"/>
                  </a:lnTo>
                  <a:lnTo>
                    <a:pt x="1755" y="781"/>
                  </a:lnTo>
                  <a:lnTo>
                    <a:pt x="1755" y="781"/>
                  </a:lnTo>
                  <a:lnTo>
                    <a:pt x="1755" y="786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0" y="783"/>
                  </a:lnTo>
                  <a:lnTo>
                    <a:pt x="1763" y="783"/>
                  </a:lnTo>
                  <a:lnTo>
                    <a:pt x="1763" y="783"/>
                  </a:lnTo>
                  <a:lnTo>
                    <a:pt x="1763" y="781"/>
                  </a:lnTo>
                  <a:lnTo>
                    <a:pt x="1763" y="776"/>
                  </a:lnTo>
                  <a:lnTo>
                    <a:pt x="1763" y="774"/>
                  </a:lnTo>
                  <a:lnTo>
                    <a:pt x="1763" y="774"/>
                  </a:lnTo>
                  <a:close/>
                  <a:moveTo>
                    <a:pt x="1431" y="653"/>
                  </a:move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29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lnTo>
                    <a:pt x="1431" y="653"/>
                  </a:lnTo>
                  <a:close/>
                  <a:moveTo>
                    <a:pt x="1772" y="701"/>
                  </a:moveTo>
                  <a:lnTo>
                    <a:pt x="1772" y="703"/>
                  </a:lnTo>
                  <a:lnTo>
                    <a:pt x="1774" y="703"/>
                  </a:lnTo>
                  <a:lnTo>
                    <a:pt x="1774" y="703"/>
                  </a:lnTo>
                  <a:lnTo>
                    <a:pt x="1774" y="703"/>
                  </a:lnTo>
                  <a:lnTo>
                    <a:pt x="1777" y="703"/>
                  </a:lnTo>
                  <a:lnTo>
                    <a:pt x="1777" y="703"/>
                  </a:lnTo>
                  <a:lnTo>
                    <a:pt x="1784" y="701"/>
                  </a:lnTo>
                  <a:lnTo>
                    <a:pt x="1784" y="701"/>
                  </a:lnTo>
                  <a:lnTo>
                    <a:pt x="1779" y="698"/>
                  </a:lnTo>
                  <a:lnTo>
                    <a:pt x="1777" y="696"/>
                  </a:lnTo>
                  <a:lnTo>
                    <a:pt x="1774" y="696"/>
                  </a:lnTo>
                  <a:lnTo>
                    <a:pt x="1772" y="696"/>
                  </a:lnTo>
                  <a:lnTo>
                    <a:pt x="1772" y="696"/>
                  </a:lnTo>
                  <a:lnTo>
                    <a:pt x="1772" y="698"/>
                  </a:lnTo>
                  <a:lnTo>
                    <a:pt x="1772" y="698"/>
                  </a:lnTo>
                  <a:lnTo>
                    <a:pt x="1770" y="698"/>
                  </a:lnTo>
                  <a:lnTo>
                    <a:pt x="1770" y="698"/>
                  </a:lnTo>
                  <a:lnTo>
                    <a:pt x="1770" y="701"/>
                  </a:lnTo>
                  <a:lnTo>
                    <a:pt x="1772" y="701"/>
                  </a:lnTo>
                  <a:close/>
                  <a:moveTo>
                    <a:pt x="1808" y="819"/>
                  </a:moveTo>
                  <a:lnTo>
                    <a:pt x="1808" y="819"/>
                  </a:lnTo>
                  <a:lnTo>
                    <a:pt x="1808" y="817"/>
                  </a:lnTo>
                  <a:lnTo>
                    <a:pt x="1805" y="817"/>
                  </a:lnTo>
                  <a:lnTo>
                    <a:pt x="1805" y="817"/>
                  </a:lnTo>
                  <a:lnTo>
                    <a:pt x="1805" y="814"/>
                  </a:lnTo>
                  <a:lnTo>
                    <a:pt x="1805" y="812"/>
                  </a:lnTo>
                  <a:lnTo>
                    <a:pt x="1805" y="812"/>
                  </a:lnTo>
                  <a:lnTo>
                    <a:pt x="1805" y="812"/>
                  </a:lnTo>
                  <a:lnTo>
                    <a:pt x="1805" y="809"/>
                  </a:lnTo>
                  <a:lnTo>
                    <a:pt x="1805" y="809"/>
                  </a:lnTo>
                  <a:lnTo>
                    <a:pt x="1805" y="807"/>
                  </a:lnTo>
                  <a:lnTo>
                    <a:pt x="1803" y="807"/>
                  </a:lnTo>
                  <a:lnTo>
                    <a:pt x="1803" y="807"/>
                  </a:lnTo>
                  <a:lnTo>
                    <a:pt x="1803" y="805"/>
                  </a:lnTo>
                  <a:lnTo>
                    <a:pt x="1803" y="805"/>
                  </a:lnTo>
                  <a:lnTo>
                    <a:pt x="1803" y="805"/>
                  </a:lnTo>
                  <a:lnTo>
                    <a:pt x="1800" y="800"/>
                  </a:lnTo>
                  <a:lnTo>
                    <a:pt x="1800" y="798"/>
                  </a:lnTo>
                  <a:lnTo>
                    <a:pt x="1800" y="798"/>
                  </a:lnTo>
                  <a:lnTo>
                    <a:pt x="1800" y="798"/>
                  </a:lnTo>
                  <a:lnTo>
                    <a:pt x="1800" y="800"/>
                  </a:lnTo>
                  <a:lnTo>
                    <a:pt x="1800" y="800"/>
                  </a:lnTo>
                  <a:lnTo>
                    <a:pt x="1800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3" y="800"/>
                  </a:lnTo>
                  <a:lnTo>
                    <a:pt x="1800" y="798"/>
                  </a:lnTo>
                  <a:lnTo>
                    <a:pt x="1798" y="790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8"/>
                  </a:lnTo>
                  <a:lnTo>
                    <a:pt x="1798" y="786"/>
                  </a:lnTo>
                  <a:lnTo>
                    <a:pt x="1796" y="783"/>
                  </a:lnTo>
                  <a:lnTo>
                    <a:pt x="1796" y="783"/>
                  </a:lnTo>
                  <a:lnTo>
                    <a:pt x="1793" y="781"/>
                  </a:lnTo>
                  <a:lnTo>
                    <a:pt x="1793" y="781"/>
                  </a:lnTo>
                  <a:lnTo>
                    <a:pt x="1793" y="779"/>
                  </a:lnTo>
                  <a:lnTo>
                    <a:pt x="1793" y="779"/>
                  </a:lnTo>
                  <a:lnTo>
                    <a:pt x="1791" y="779"/>
                  </a:lnTo>
                  <a:lnTo>
                    <a:pt x="1791" y="779"/>
                  </a:lnTo>
                  <a:lnTo>
                    <a:pt x="1791" y="776"/>
                  </a:lnTo>
                  <a:lnTo>
                    <a:pt x="1791" y="776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91" y="774"/>
                  </a:lnTo>
                  <a:lnTo>
                    <a:pt x="1789" y="774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9" y="772"/>
                  </a:lnTo>
                  <a:lnTo>
                    <a:pt x="1786" y="772"/>
                  </a:lnTo>
                  <a:lnTo>
                    <a:pt x="1789" y="769"/>
                  </a:lnTo>
                  <a:lnTo>
                    <a:pt x="1786" y="769"/>
                  </a:lnTo>
                  <a:lnTo>
                    <a:pt x="1786" y="767"/>
                  </a:lnTo>
                  <a:lnTo>
                    <a:pt x="1784" y="767"/>
                  </a:lnTo>
                  <a:lnTo>
                    <a:pt x="1786" y="767"/>
                  </a:lnTo>
                  <a:lnTo>
                    <a:pt x="1786" y="764"/>
                  </a:lnTo>
                  <a:lnTo>
                    <a:pt x="1784" y="764"/>
                  </a:lnTo>
                  <a:lnTo>
                    <a:pt x="1784" y="764"/>
                  </a:lnTo>
                  <a:lnTo>
                    <a:pt x="1784" y="764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4" y="762"/>
                  </a:lnTo>
                  <a:lnTo>
                    <a:pt x="1782" y="762"/>
                  </a:lnTo>
                  <a:lnTo>
                    <a:pt x="1782" y="762"/>
                  </a:lnTo>
                  <a:lnTo>
                    <a:pt x="1779" y="762"/>
                  </a:lnTo>
                  <a:lnTo>
                    <a:pt x="1779" y="762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9" y="760"/>
                  </a:lnTo>
                  <a:lnTo>
                    <a:pt x="1777" y="760"/>
                  </a:lnTo>
                  <a:lnTo>
                    <a:pt x="1777" y="760"/>
                  </a:lnTo>
                  <a:lnTo>
                    <a:pt x="1777" y="760"/>
                  </a:lnTo>
                  <a:lnTo>
                    <a:pt x="1779" y="757"/>
                  </a:lnTo>
                  <a:lnTo>
                    <a:pt x="1779" y="757"/>
                  </a:lnTo>
                  <a:lnTo>
                    <a:pt x="1777" y="757"/>
                  </a:lnTo>
                  <a:lnTo>
                    <a:pt x="1777" y="757"/>
                  </a:lnTo>
                  <a:lnTo>
                    <a:pt x="1777" y="757"/>
                  </a:lnTo>
                  <a:lnTo>
                    <a:pt x="1779" y="757"/>
                  </a:lnTo>
                  <a:lnTo>
                    <a:pt x="1779" y="757"/>
                  </a:lnTo>
                  <a:lnTo>
                    <a:pt x="1777" y="755"/>
                  </a:lnTo>
                  <a:lnTo>
                    <a:pt x="1774" y="755"/>
                  </a:lnTo>
                  <a:lnTo>
                    <a:pt x="1774" y="755"/>
                  </a:lnTo>
                  <a:lnTo>
                    <a:pt x="1774" y="753"/>
                  </a:lnTo>
                  <a:lnTo>
                    <a:pt x="1772" y="753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70" y="755"/>
                  </a:lnTo>
                  <a:lnTo>
                    <a:pt x="1770" y="755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70" y="753"/>
                  </a:lnTo>
                  <a:lnTo>
                    <a:pt x="1767" y="750"/>
                  </a:lnTo>
                  <a:lnTo>
                    <a:pt x="1767" y="753"/>
                  </a:lnTo>
                  <a:lnTo>
                    <a:pt x="1767" y="753"/>
                  </a:lnTo>
                  <a:lnTo>
                    <a:pt x="1767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5" y="753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5"/>
                  </a:lnTo>
                  <a:lnTo>
                    <a:pt x="1763" y="753"/>
                  </a:lnTo>
                  <a:lnTo>
                    <a:pt x="1765" y="753"/>
                  </a:lnTo>
                  <a:lnTo>
                    <a:pt x="1765" y="750"/>
                  </a:lnTo>
                  <a:lnTo>
                    <a:pt x="1763" y="750"/>
                  </a:lnTo>
                  <a:lnTo>
                    <a:pt x="1760" y="748"/>
                  </a:lnTo>
                  <a:lnTo>
                    <a:pt x="1760" y="750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3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5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57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58" y="760"/>
                  </a:lnTo>
                  <a:lnTo>
                    <a:pt x="1760" y="760"/>
                  </a:lnTo>
                  <a:lnTo>
                    <a:pt x="1760" y="760"/>
                  </a:lnTo>
                  <a:lnTo>
                    <a:pt x="1760" y="760"/>
                  </a:lnTo>
                  <a:lnTo>
                    <a:pt x="1763" y="762"/>
                  </a:lnTo>
                  <a:lnTo>
                    <a:pt x="1760" y="762"/>
                  </a:lnTo>
                  <a:lnTo>
                    <a:pt x="1758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2"/>
                  </a:lnTo>
                  <a:lnTo>
                    <a:pt x="1755" y="764"/>
                  </a:lnTo>
                  <a:lnTo>
                    <a:pt x="1758" y="764"/>
                  </a:lnTo>
                  <a:lnTo>
                    <a:pt x="1760" y="767"/>
                  </a:lnTo>
                  <a:lnTo>
                    <a:pt x="1760" y="769"/>
                  </a:lnTo>
                  <a:lnTo>
                    <a:pt x="1763" y="769"/>
                  </a:lnTo>
                  <a:lnTo>
                    <a:pt x="1763" y="769"/>
                  </a:lnTo>
                  <a:lnTo>
                    <a:pt x="1763" y="767"/>
                  </a:lnTo>
                  <a:lnTo>
                    <a:pt x="1763" y="767"/>
                  </a:lnTo>
                  <a:lnTo>
                    <a:pt x="1765" y="767"/>
                  </a:lnTo>
                  <a:lnTo>
                    <a:pt x="1765" y="767"/>
                  </a:lnTo>
                  <a:lnTo>
                    <a:pt x="1767" y="767"/>
                  </a:lnTo>
                  <a:lnTo>
                    <a:pt x="1767" y="769"/>
                  </a:lnTo>
                  <a:lnTo>
                    <a:pt x="1767" y="769"/>
                  </a:lnTo>
                  <a:lnTo>
                    <a:pt x="1767" y="769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67" y="772"/>
                  </a:lnTo>
                  <a:lnTo>
                    <a:pt x="1770" y="769"/>
                  </a:lnTo>
                  <a:lnTo>
                    <a:pt x="1770" y="769"/>
                  </a:lnTo>
                  <a:lnTo>
                    <a:pt x="1770" y="769"/>
                  </a:lnTo>
                  <a:lnTo>
                    <a:pt x="1772" y="769"/>
                  </a:lnTo>
                  <a:lnTo>
                    <a:pt x="1772" y="772"/>
                  </a:lnTo>
                  <a:lnTo>
                    <a:pt x="1770" y="772"/>
                  </a:lnTo>
                  <a:lnTo>
                    <a:pt x="1770" y="772"/>
                  </a:lnTo>
                  <a:lnTo>
                    <a:pt x="1767" y="774"/>
                  </a:lnTo>
                  <a:lnTo>
                    <a:pt x="1770" y="776"/>
                  </a:lnTo>
                  <a:lnTo>
                    <a:pt x="1770" y="776"/>
                  </a:lnTo>
                  <a:lnTo>
                    <a:pt x="1772" y="779"/>
                  </a:lnTo>
                  <a:lnTo>
                    <a:pt x="1772" y="779"/>
                  </a:lnTo>
                  <a:lnTo>
                    <a:pt x="1774" y="776"/>
                  </a:lnTo>
                  <a:lnTo>
                    <a:pt x="1777" y="776"/>
                  </a:lnTo>
                  <a:lnTo>
                    <a:pt x="1777" y="776"/>
                  </a:lnTo>
                  <a:lnTo>
                    <a:pt x="1777" y="779"/>
                  </a:lnTo>
                  <a:lnTo>
                    <a:pt x="1777" y="779"/>
                  </a:lnTo>
                  <a:lnTo>
                    <a:pt x="1777" y="779"/>
                  </a:lnTo>
                  <a:lnTo>
                    <a:pt x="1774" y="779"/>
                  </a:lnTo>
                  <a:lnTo>
                    <a:pt x="1774" y="779"/>
                  </a:lnTo>
                  <a:lnTo>
                    <a:pt x="1774" y="779"/>
                  </a:lnTo>
                  <a:lnTo>
                    <a:pt x="1774" y="781"/>
                  </a:lnTo>
                  <a:lnTo>
                    <a:pt x="1774" y="781"/>
                  </a:lnTo>
                  <a:lnTo>
                    <a:pt x="1774" y="781"/>
                  </a:lnTo>
                  <a:lnTo>
                    <a:pt x="1772" y="781"/>
                  </a:lnTo>
                  <a:lnTo>
                    <a:pt x="1772" y="781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2" y="783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6"/>
                  </a:lnTo>
                  <a:lnTo>
                    <a:pt x="1774" y="788"/>
                  </a:lnTo>
                  <a:lnTo>
                    <a:pt x="1772" y="788"/>
                  </a:lnTo>
                  <a:lnTo>
                    <a:pt x="1772" y="788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0"/>
                  </a:lnTo>
                  <a:lnTo>
                    <a:pt x="1774" y="793"/>
                  </a:lnTo>
                  <a:lnTo>
                    <a:pt x="1777" y="793"/>
                  </a:lnTo>
                  <a:lnTo>
                    <a:pt x="1779" y="788"/>
                  </a:lnTo>
                  <a:lnTo>
                    <a:pt x="1782" y="788"/>
                  </a:lnTo>
                  <a:lnTo>
                    <a:pt x="1782" y="788"/>
                  </a:lnTo>
                  <a:lnTo>
                    <a:pt x="1782" y="788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0"/>
                  </a:lnTo>
                  <a:lnTo>
                    <a:pt x="1782" y="793"/>
                  </a:lnTo>
                  <a:lnTo>
                    <a:pt x="1782" y="793"/>
                  </a:lnTo>
                  <a:lnTo>
                    <a:pt x="1782" y="793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5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2" y="798"/>
                  </a:lnTo>
                  <a:lnTo>
                    <a:pt x="1784" y="795"/>
                  </a:lnTo>
                  <a:lnTo>
                    <a:pt x="1784" y="793"/>
                  </a:lnTo>
                  <a:lnTo>
                    <a:pt x="1784" y="790"/>
                  </a:lnTo>
                  <a:lnTo>
                    <a:pt x="1784" y="790"/>
                  </a:lnTo>
                  <a:lnTo>
                    <a:pt x="1786" y="790"/>
                  </a:lnTo>
                  <a:lnTo>
                    <a:pt x="1786" y="790"/>
                  </a:lnTo>
                  <a:lnTo>
                    <a:pt x="1786" y="790"/>
                  </a:lnTo>
                  <a:lnTo>
                    <a:pt x="1786" y="793"/>
                  </a:lnTo>
                  <a:lnTo>
                    <a:pt x="1784" y="795"/>
                  </a:lnTo>
                  <a:lnTo>
                    <a:pt x="1784" y="795"/>
                  </a:lnTo>
                  <a:lnTo>
                    <a:pt x="1784" y="798"/>
                  </a:lnTo>
                  <a:lnTo>
                    <a:pt x="1784" y="798"/>
                  </a:lnTo>
                  <a:lnTo>
                    <a:pt x="1784" y="800"/>
                  </a:lnTo>
                  <a:lnTo>
                    <a:pt x="1784" y="800"/>
                  </a:lnTo>
                  <a:lnTo>
                    <a:pt x="1786" y="802"/>
                  </a:lnTo>
                  <a:lnTo>
                    <a:pt x="1786" y="802"/>
                  </a:lnTo>
                  <a:lnTo>
                    <a:pt x="1786" y="800"/>
                  </a:lnTo>
                  <a:lnTo>
                    <a:pt x="1786" y="800"/>
                  </a:lnTo>
                  <a:lnTo>
                    <a:pt x="1789" y="800"/>
                  </a:lnTo>
                  <a:lnTo>
                    <a:pt x="1789" y="798"/>
                  </a:lnTo>
                  <a:lnTo>
                    <a:pt x="1786" y="795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3"/>
                  </a:lnTo>
                  <a:lnTo>
                    <a:pt x="1789" y="795"/>
                  </a:lnTo>
                  <a:lnTo>
                    <a:pt x="1789" y="795"/>
                  </a:lnTo>
                  <a:lnTo>
                    <a:pt x="1789" y="798"/>
                  </a:lnTo>
                  <a:lnTo>
                    <a:pt x="1789" y="798"/>
                  </a:lnTo>
                  <a:lnTo>
                    <a:pt x="1789" y="798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1" y="795"/>
                  </a:lnTo>
                  <a:lnTo>
                    <a:pt x="1793" y="793"/>
                  </a:lnTo>
                  <a:lnTo>
                    <a:pt x="1791" y="798"/>
                  </a:lnTo>
                  <a:lnTo>
                    <a:pt x="1791" y="798"/>
                  </a:lnTo>
                  <a:lnTo>
                    <a:pt x="1791" y="800"/>
                  </a:lnTo>
                  <a:lnTo>
                    <a:pt x="1791" y="800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2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89" y="805"/>
                  </a:lnTo>
                  <a:lnTo>
                    <a:pt x="1791" y="807"/>
                  </a:lnTo>
                  <a:lnTo>
                    <a:pt x="1791" y="807"/>
                  </a:lnTo>
                  <a:lnTo>
                    <a:pt x="1791" y="807"/>
                  </a:lnTo>
                  <a:lnTo>
                    <a:pt x="1793" y="809"/>
                  </a:lnTo>
                  <a:lnTo>
                    <a:pt x="1793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2"/>
                  </a:lnTo>
                  <a:lnTo>
                    <a:pt x="1796" y="814"/>
                  </a:lnTo>
                  <a:lnTo>
                    <a:pt x="1796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798" y="814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7"/>
                  </a:lnTo>
                  <a:lnTo>
                    <a:pt x="1800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19"/>
                  </a:lnTo>
                  <a:lnTo>
                    <a:pt x="1803" y="821"/>
                  </a:lnTo>
                  <a:lnTo>
                    <a:pt x="1803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19"/>
                  </a:lnTo>
                  <a:lnTo>
                    <a:pt x="1805" y="821"/>
                  </a:lnTo>
                  <a:lnTo>
                    <a:pt x="1805" y="821"/>
                  </a:lnTo>
                  <a:lnTo>
                    <a:pt x="1808" y="821"/>
                  </a:lnTo>
                  <a:lnTo>
                    <a:pt x="1808" y="821"/>
                  </a:lnTo>
                  <a:lnTo>
                    <a:pt x="1808" y="819"/>
                  </a:lnTo>
                  <a:lnTo>
                    <a:pt x="1808" y="819"/>
                  </a:lnTo>
                  <a:close/>
                  <a:moveTo>
                    <a:pt x="1460" y="665"/>
                  </a:moveTo>
                  <a:lnTo>
                    <a:pt x="1457" y="665"/>
                  </a:lnTo>
                  <a:lnTo>
                    <a:pt x="1457" y="667"/>
                  </a:lnTo>
                  <a:lnTo>
                    <a:pt x="1455" y="667"/>
                  </a:lnTo>
                  <a:lnTo>
                    <a:pt x="1455" y="672"/>
                  </a:lnTo>
                  <a:lnTo>
                    <a:pt x="1453" y="672"/>
                  </a:lnTo>
                  <a:lnTo>
                    <a:pt x="1453" y="672"/>
                  </a:lnTo>
                  <a:lnTo>
                    <a:pt x="1453" y="677"/>
                  </a:lnTo>
                  <a:lnTo>
                    <a:pt x="1453" y="677"/>
                  </a:lnTo>
                  <a:lnTo>
                    <a:pt x="1453" y="675"/>
                  </a:lnTo>
                  <a:lnTo>
                    <a:pt x="1457" y="670"/>
                  </a:lnTo>
                  <a:lnTo>
                    <a:pt x="1457" y="670"/>
                  </a:lnTo>
                  <a:lnTo>
                    <a:pt x="1457" y="670"/>
                  </a:lnTo>
                  <a:lnTo>
                    <a:pt x="1457" y="667"/>
                  </a:lnTo>
                  <a:lnTo>
                    <a:pt x="1457" y="667"/>
                  </a:lnTo>
                  <a:lnTo>
                    <a:pt x="1462" y="665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2" y="663"/>
                  </a:lnTo>
                  <a:lnTo>
                    <a:pt x="1460" y="663"/>
                  </a:lnTo>
                  <a:lnTo>
                    <a:pt x="1460" y="665"/>
                  </a:lnTo>
                  <a:close/>
                  <a:moveTo>
                    <a:pt x="1431" y="648"/>
                  </a:moveTo>
                  <a:lnTo>
                    <a:pt x="1431" y="648"/>
                  </a:lnTo>
                  <a:lnTo>
                    <a:pt x="1431" y="648"/>
                  </a:lnTo>
                  <a:lnTo>
                    <a:pt x="1431" y="648"/>
                  </a:lnTo>
                  <a:lnTo>
                    <a:pt x="1431" y="648"/>
                  </a:lnTo>
                  <a:lnTo>
                    <a:pt x="1431" y="646"/>
                  </a:lnTo>
                  <a:lnTo>
                    <a:pt x="1431" y="646"/>
                  </a:lnTo>
                  <a:lnTo>
                    <a:pt x="1431" y="644"/>
                  </a:lnTo>
                  <a:lnTo>
                    <a:pt x="1431" y="644"/>
                  </a:lnTo>
                  <a:lnTo>
                    <a:pt x="1431" y="641"/>
                  </a:lnTo>
                  <a:lnTo>
                    <a:pt x="1431" y="644"/>
                  </a:lnTo>
                  <a:lnTo>
                    <a:pt x="1429" y="644"/>
                  </a:lnTo>
                  <a:lnTo>
                    <a:pt x="1427" y="648"/>
                  </a:lnTo>
                  <a:lnTo>
                    <a:pt x="1427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29" y="648"/>
                  </a:lnTo>
                  <a:lnTo>
                    <a:pt x="1431" y="648"/>
                  </a:lnTo>
                  <a:lnTo>
                    <a:pt x="1431" y="648"/>
                  </a:lnTo>
                  <a:close/>
                  <a:moveTo>
                    <a:pt x="1368" y="658"/>
                  </a:moveTo>
                  <a:lnTo>
                    <a:pt x="1365" y="658"/>
                  </a:lnTo>
                  <a:lnTo>
                    <a:pt x="1365" y="658"/>
                  </a:lnTo>
                  <a:lnTo>
                    <a:pt x="1363" y="658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0"/>
                  </a:lnTo>
                  <a:lnTo>
                    <a:pt x="1363" y="663"/>
                  </a:lnTo>
                  <a:lnTo>
                    <a:pt x="1363" y="660"/>
                  </a:lnTo>
                  <a:lnTo>
                    <a:pt x="1365" y="660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lnTo>
                    <a:pt x="1368" y="658"/>
                  </a:lnTo>
                  <a:close/>
                  <a:moveTo>
                    <a:pt x="1379" y="620"/>
                  </a:move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lnTo>
                    <a:pt x="1379" y="620"/>
                  </a:lnTo>
                  <a:close/>
                  <a:moveTo>
                    <a:pt x="1353" y="675"/>
                  </a:move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3" y="672"/>
                  </a:lnTo>
                  <a:lnTo>
                    <a:pt x="1351" y="672"/>
                  </a:lnTo>
                  <a:lnTo>
                    <a:pt x="1351" y="675"/>
                  </a:lnTo>
                  <a:lnTo>
                    <a:pt x="1349" y="677"/>
                  </a:lnTo>
                  <a:lnTo>
                    <a:pt x="1349" y="679"/>
                  </a:lnTo>
                  <a:lnTo>
                    <a:pt x="1349" y="679"/>
                  </a:lnTo>
                  <a:lnTo>
                    <a:pt x="1349" y="679"/>
                  </a:lnTo>
                  <a:lnTo>
                    <a:pt x="1351" y="679"/>
                  </a:lnTo>
                  <a:lnTo>
                    <a:pt x="1351" y="679"/>
                  </a:lnTo>
                  <a:lnTo>
                    <a:pt x="1353" y="677"/>
                  </a:lnTo>
                  <a:lnTo>
                    <a:pt x="1353" y="677"/>
                  </a:lnTo>
                  <a:lnTo>
                    <a:pt x="1353" y="675"/>
                  </a:lnTo>
                  <a:close/>
                  <a:moveTo>
                    <a:pt x="1360" y="637"/>
                  </a:moveTo>
                  <a:lnTo>
                    <a:pt x="1360" y="637"/>
                  </a:lnTo>
                  <a:lnTo>
                    <a:pt x="1360" y="634"/>
                  </a:lnTo>
                  <a:lnTo>
                    <a:pt x="1360" y="637"/>
                  </a:lnTo>
                  <a:lnTo>
                    <a:pt x="1360" y="637"/>
                  </a:lnTo>
                  <a:lnTo>
                    <a:pt x="1360" y="637"/>
                  </a:lnTo>
                  <a:lnTo>
                    <a:pt x="1363" y="637"/>
                  </a:lnTo>
                  <a:lnTo>
                    <a:pt x="1363" y="637"/>
                  </a:lnTo>
                  <a:lnTo>
                    <a:pt x="1363" y="637"/>
                  </a:lnTo>
                  <a:lnTo>
                    <a:pt x="1365" y="637"/>
                  </a:lnTo>
                  <a:lnTo>
                    <a:pt x="1365" y="637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5" y="634"/>
                  </a:lnTo>
                  <a:lnTo>
                    <a:pt x="1363" y="634"/>
                  </a:lnTo>
                  <a:lnTo>
                    <a:pt x="1363" y="634"/>
                  </a:lnTo>
                  <a:lnTo>
                    <a:pt x="1363" y="634"/>
                  </a:lnTo>
                  <a:lnTo>
                    <a:pt x="1363" y="632"/>
                  </a:lnTo>
                  <a:lnTo>
                    <a:pt x="1363" y="632"/>
                  </a:lnTo>
                  <a:lnTo>
                    <a:pt x="1363" y="632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4"/>
                  </a:lnTo>
                  <a:lnTo>
                    <a:pt x="1360" y="637"/>
                  </a:lnTo>
                  <a:lnTo>
                    <a:pt x="1360" y="637"/>
                  </a:lnTo>
                  <a:close/>
                  <a:moveTo>
                    <a:pt x="1403" y="705"/>
                  </a:moveTo>
                  <a:lnTo>
                    <a:pt x="1403" y="705"/>
                  </a:lnTo>
                  <a:lnTo>
                    <a:pt x="1403" y="708"/>
                  </a:lnTo>
                  <a:lnTo>
                    <a:pt x="1403" y="708"/>
                  </a:lnTo>
                  <a:lnTo>
                    <a:pt x="1403" y="705"/>
                  </a:lnTo>
                  <a:lnTo>
                    <a:pt x="1403" y="705"/>
                  </a:lnTo>
                  <a:lnTo>
                    <a:pt x="1403" y="705"/>
                  </a:lnTo>
                  <a:lnTo>
                    <a:pt x="1403" y="705"/>
                  </a:lnTo>
                  <a:close/>
                  <a:moveTo>
                    <a:pt x="1375" y="658"/>
                  </a:moveTo>
                  <a:lnTo>
                    <a:pt x="1375" y="658"/>
                  </a:lnTo>
                  <a:lnTo>
                    <a:pt x="1377" y="653"/>
                  </a:lnTo>
                  <a:lnTo>
                    <a:pt x="1377" y="653"/>
                  </a:lnTo>
                  <a:lnTo>
                    <a:pt x="1372" y="653"/>
                  </a:lnTo>
                  <a:lnTo>
                    <a:pt x="1372" y="653"/>
                  </a:lnTo>
                  <a:lnTo>
                    <a:pt x="1375" y="653"/>
                  </a:lnTo>
                  <a:lnTo>
                    <a:pt x="1375" y="651"/>
                  </a:lnTo>
                  <a:lnTo>
                    <a:pt x="1372" y="651"/>
                  </a:lnTo>
                  <a:lnTo>
                    <a:pt x="1372" y="651"/>
                  </a:lnTo>
                  <a:lnTo>
                    <a:pt x="1370" y="653"/>
                  </a:lnTo>
                  <a:lnTo>
                    <a:pt x="1370" y="653"/>
                  </a:lnTo>
                  <a:lnTo>
                    <a:pt x="1370" y="653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2" y="656"/>
                  </a:lnTo>
                  <a:lnTo>
                    <a:pt x="1370" y="656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0" y="658"/>
                  </a:lnTo>
                  <a:lnTo>
                    <a:pt x="1372" y="658"/>
                  </a:lnTo>
                  <a:lnTo>
                    <a:pt x="1372" y="658"/>
                  </a:lnTo>
                  <a:lnTo>
                    <a:pt x="1372" y="660"/>
                  </a:lnTo>
                  <a:lnTo>
                    <a:pt x="1372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70" y="660"/>
                  </a:lnTo>
                  <a:lnTo>
                    <a:pt x="1368" y="660"/>
                  </a:lnTo>
                  <a:lnTo>
                    <a:pt x="1368" y="660"/>
                  </a:lnTo>
                  <a:lnTo>
                    <a:pt x="1368" y="663"/>
                  </a:lnTo>
                  <a:lnTo>
                    <a:pt x="1368" y="665"/>
                  </a:lnTo>
                  <a:lnTo>
                    <a:pt x="1368" y="665"/>
                  </a:lnTo>
                  <a:lnTo>
                    <a:pt x="1368" y="665"/>
                  </a:lnTo>
                  <a:lnTo>
                    <a:pt x="1368" y="667"/>
                  </a:lnTo>
                  <a:lnTo>
                    <a:pt x="1365" y="667"/>
                  </a:lnTo>
                  <a:lnTo>
                    <a:pt x="1363" y="672"/>
                  </a:lnTo>
                  <a:lnTo>
                    <a:pt x="1363" y="672"/>
                  </a:lnTo>
                  <a:lnTo>
                    <a:pt x="1358" y="675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7"/>
                  </a:lnTo>
                  <a:lnTo>
                    <a:pt x="1358" y="679"/>
                  </a:lnTo>
                  <a:lnTo>
                    <a:pt x="1356" y="679"/>
                  </a:lnTo>
                  <a:lnTo>
                    <a:pt x="1356" y="679"/>
                  </a:lnTo>
                  <a:lnTo>
                    <a:pt x="1356" y="682"/>
                  </a:lnTo>
                  <a:lnTo>
                    <a:pt x="1356" y="682"/>
                  </a:lnTo>
                  <a:lnTo>
                    <a:pt x="1356" y="682"/>
                  </a:lnTo>
                  <a:lnTo>
                    <a:pt x="1358" y="682"/>
                  </a:lnTo>
                  <a:lnTo>
                    <a:pt x="1356" y="684"/>
                  </a:lnTo>
                  <a:lnTo>
                    <a:pt x="1356" y="684"/>
                  </a:lnTo>
                  <a:lnTo>
                    <a:pt x="1356" y="684"/>
                  </a:lnTo>
                  <a:lnTo>
                    <a:pt x="1353" y="684"/>
                  </a:lnTo>
                  <a:lnTo>
                    <a:pt x="1353" y="684"/>
                  </a:lnTo>
                  <a:lnTo>
                    <a:pt x="1353" y="686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3" y="689"/>
                  </a:lnTo>
                  <a:lnTo>
                    <a:pt x="1356" y="689"/>
                  </a:lnTo>
                  <a:lnTo>
                    <a:pt x="1356" y="689"/>
                  </a:lnTo>
                  <a:lnTo>
                    <a:pt x="1358" y="686"/>
                  </a:lnTo>
                  <a:lnTo>
                    <a:pt x="1360" y="686"/>
                  </a:lnTo>
                  <a:lnTo>
                    <a:pt x="1360" y="686"/>
                  </a:lnTo>
                  <a:lnTo>
                    <a:pt x="1360" y="684"/>
                  </a:lnTo>
                  <a:lnTo>
                    <a:pt x="1363" y="684"/>
                  </a:lnTo>
                  <a:lnTo>
                    <a:pt x="1365" y="684"/>
                  </a:lnTo>
                  <a:lnTo>
                    <a:pt x="1365" y="684"/>
                  </a:lnTo>
                  <a:lnTo>
                    <a:pt x="1365" y="682"/>
                  </a:lnTo>
                  <a:lnTo>
                    <a:pt x="1365" y="682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9"/>
                  </a:lnTo>
                  <a:lnTo>
                    <a:pt x="1365" y="677"/>
                  </a:lnTo>
                  <a:lnTo>
                    <a:pt x="1365" y="677"/>
                  </a:lnTo>
                  <a:lnTo>
                    <a:pt x="1368" y="677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5"/>
                  </a:lnTo>
                  <a:lnTo>
                    <a:pt x="1368" y="672"/>
                  </a:lnTo>
                  <a:lnTo>
                    <a:pt x="1370" y="670"/>
                  </a:lnTo>
                  <a:lnTo>
                    <a:pt x="1372" y="667"/>
                  </a:lnTo>
                  <a:lnTo>
                    <a:pt x="1377" y="660"/>
                  </a:lnTo>
                  <a:lnTo>
                    <a:pt x="1377" y="658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9" y="656"/>
                  </a:lnTo>
                  <a:lnTo>
                    <a:pt x="1375" y="658"/>
                  </a:lnTo>
                  <a:close/>
                  <a:moveTo>
                    <a:pt x="1368" y="620"/>
                  </a:moveTo>
                  <a:lnTo>
                    <a:pt x="1368" y="620"/>
                  </a:lnTo>
                  <a:lnTo>
                    <a:pt x="1368" y="620"/>
                  </a:lnTo>
                  <a:lnTo>
                    <a:pt x="1365" y="620"/>
                  </a:lnTo>
                  <a:lnTo>
                    <a:pt x="1365" y="620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5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68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2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2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70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lnTo>
                    <a:pt x="1368" y="620"/>
                  </a:lnTo>
                  <a:close/>
                  <a:moveTo>
                    <a:pt x="1422" y="651"/>
                  </a:move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48"/>
                  </a:lnTo>
                  <a:lnTo>
                    <a:pt x="1420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17" y="648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0" y="651"/>
                  </a:lnTo>
                  <a:lnTo>
                    <a:pt x="1422" y="651"/>
                  </a:lnTo>
                  <a:lnTo>
                    <a:pt x="1422" y="651"/>
                  </a:lnTo>
                  <a:lnTo>
                    <a:pt x="1422" y="651"/>
                  </a:lnTo>
                  <a:lnTo>
                    <a:pt x="1422" y="651"/>
                  </a:lnTo>
                  <a:close/>
                  <a:moveTo>
                    <a:pt x="1429" y="653"/>
                  </a:moveTo>
                  <a:lnTo>
                    <a:pt x="1427" y="653"/>
                  </a:lnTo>
                  <a:lnTo>
                    <a:pt x="1427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4" y="651"/>
                  </a:lnTo>
                  <a:lnTo>
                    <a:pt x="1427" y="653"/>
                  </a:lnTo>
                  <a:lnTo>
                    <a:pt x="1427" y="653"/>
                  </a:lnTo>
                  <a:lnTo>
                    <a:pt x="1427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lnTo>
                    <a:pt x="1429" y="653"/>
                  </a:lnTo>
                  <a:close/>
                  <a:moveTo>
                    <a:pt x="1413" y="648"/>
                  </a:moveTo>
                  <a:lnTo>
                    <a:pt x="1415" y="648"/>
                  </a:lnTo>
                  <a:lnTo>
                    <a:pt x="1415" y="648"/>
                  </a:lnTo>
                  <a:lnTo>
                    <a:pt x="1415" y="648"/>
                  </a:lnTo>
                  <a:lnTo>
                    <a:pt x="1415" y="648"/>
                  </a:lnTo>
                  <a:lnTo>
                    <a:pt x="1413" y="648"/>
                  </a:lnTo>
                  <a:close/>
                  <a:moveTo>
                    <a:pt x="1413" y="648"/>
                  </a:moveTo>
                  <a:lnTo>
                    <a:pt x="1413" y="648"/>
                  </a:lnTo>
                  <a:lnTo>
                    <a:pt x="1413" y="648"/>
                  </a:lnTo>
                  <a:lnTo>
                    <a:pt x="1413" y="648"/>
                  </a:lnTo>
                  <a:lnTo>
                    <a:pt x="1413" y="648"/>
                  </a:lnTo>
                  <a:close/>
                  <a:moveTo>
                    <a:pt x="1408" y="637"/>
                  </a:moveTo>
                  <a:lnTo>
                    <a:pt x="1410" y="634"/>
                  </a:lnTo>
                  <a:lnTo>
                    <a:pt x="1410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3" y="634"/>
                  </a:lnTo>
                  <a:lnTo>
                    <a:pt x="1410" y="634"/>
                  </a:lnTo>
                  <a:lnTo>
                    <a:pt x="1410" y="632"/>
                  </a:lnTo>
                  <a:lnTo>
                    <a:pt x="1413" y="632"/>
                  </a:lnTo>
                  <a:lnTo>
                    <a:pt x="1410" y="632"/>
                  </a:lnTo>
                  <a:lnTo>
                    <a:pt x="1410" y="634"/>
                  </a:lnTo>
                  <a:lnTo>
                    <a:pt x="1408" y="634"/>
                  </a:lnTo>
                  <a:lnTo>
                    <a:pt x="1405" y="634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5" y="637"/>
                  </a:lnTo>
                  <a:lnTo>
                    <a:pt x="1403" y="637"/>
                  </a:lnTo>
                  <a:lnTo>
                    <a:pt x="1401" y="639"/>
                  </a:lnTo>
                  <a:lnTo>
                    <a:pt x="1403" y="639"/>
                  </a:lnTo>
                  <a:lnTo>
                    <a:pt x="1403" y="639"/>
                  </a:lnTo>
                  <a:lnTo>
                    <a:pt x="1401" y="639"/>
                  </a:lnTo>
                  <a:lnTo>
                    <a:pt x="1396" y="641"/>
                  </a:lnTo>
                  <a:lnTo>
                    <a:pt x="1396" y="641"/>
                  </a:lnTo>
                  <a:lnTo>
                    <a:pt x="1396" y="641"/>
                  </a:lnTo>
                  <a:lnTo>
                    <a:pt x="1396" y="644"/>
                  </a:lnTo>
                  <a:lnTo>
                    <a:pt x="1396" y="644"/>
                  </a:lnTo>
                  <a:lnTo>
                    <a:pt x="1403" y="641"/>
                  </a:lnTo>
                  <a:lnTo>
                    <a:pt x="1403" y="641"/>
                  </a:lnTo>
                  <a:lnTo>
                    <a:pt x="1405" y="639"/>
                  </a:lnTo>
                  <a:lnTo>
                    <a:pt x="1405" y="639"/>
                  </a:lnTo>
                  <a:lnTo>
                    <a:pt x="1408" y="639"/>
                  </a:lnTo>
                  <a:lnTo>
                    <a:pt x="1408" y="637"/>
                  </a:lnTo>
                  <a:close/>
                  <a:moveTo>
                    <a:pt x="1410" y="646"/>
                  </a:move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lnTo>
                    <a:pt x="1410" y="646"/>
                  </a:lnTo>
                  <a:close/>
                  <a:moveTo>
                    <a:pt x="1401" y="646"/>
                  </a:moveTo>
                  <a:lnTo>
                    <a:pt x="1401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1" y="644"/>
                  </a:lnTo>
                  <a:lnTo>
                    <a:pt x="1401" y="644"/>
                  </a:lnTo>
                  <a:lnTo>
                    <a:pt x="1398" y="646"/>
                  </a:lnTo>
                  <a:lnTo>
                    <a:pt x="1396" y="646"/>
                  </a:lnTo>
                  <a:lnTo>
                    <a:pt x="1396" y="646"/>
                  </a:lnTo>
                  <a:lnTo>
                    <a:pt x="1396" y="646"/>
                  </a:lnTo>
                  <a:lnTo>
                    <a:pt x="1396" y="644"/>
                  </a:lnTo>
                  <a:lnTo>
                    <a:pt x="1396" y="644"/>
                  </a:lnTo>
                  <a:lnTo>
                    <a:pt x="1394" y="644"/>
                  </a:lnTo>
                  <a:lnTo>
                    <a:pt x="1394" y="644"/>
                  </a:lnTo>
                  <a:lnTo>
                    <a:pt x="1394" y="644"/>
                  </a:lnTo>
                  <a:lnTo>
                    <a:pt x="1391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9" y="644"/>
                  </a:lnTo>
                  <a:lnTo>
                    <a:pt x="1386" y="644"/>
                  </a:lnTo>
                  <a:lnTo>
                    <a:pt x="1386" y="644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6" y="646"/>
                  </a:lnTo>
                  <a:lnTo>
                    <a:pt x="1384" y="648"/>
                  </a:lnTo>
                  <a:lnTo>
                    <a:pt x="1384" y="651"/>
                  </a:lnTo>
                  <a:lnTo>
                    <a:pt x="1386" y="651"/>
                  </a:lnTo>
                  <a:lnTo>
                    <a:pt x="1386" y="653"/>
                  </a:lnTo>
                  <a:lnTo>
                    <a:pt x="1389" y="651"/>
                  </a:lnTo>
                  <a:lnTo>
                    <a:pt x="1386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89" y="651"/>
                  </a:lnTo>
                  <a:lnTo>
                    <a:pt x="1391" y="651"/>
                  </a:lnTo>
                  <a:lnTo>
                    <a:pt x="1391" y="651"/>
                  </a:lnTo>
                  <a:lnTo>
                    <a:pt x="1386" y="653"/>
                  </a:lnTo>
                  <a:lnTo>
                    <a:pt x="1386" y="656"/>
                  </a:lnTo>
                  <a:lnTo>
                    <a:pt x="1386" y="656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89" y="658"/>
                  </a:lnTo>
                  <a:lnTo>
                    <a:pt x="1391" y="656"/>
                  </a:lnTo>
                  <a:lnTo>
                    <a:pt x="1391" y="653"/>
                  </a:lnTo>
                  <a:lnTo>
                    <a:pt x="1396" y="651"/>
                  </a:lnTo>
                  <a:lnTo>
                    <a:pt x="1398" y="651"/>
                  </a:lnTo>
                  <a:lnTo>
                    <a:pt x="1398" y="651"/>
                  </a:lnTo>
                  <a:lnTo>
                    <a:pt x="1401" y="651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1" y="648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3" y="646"/>
                  </a:lnTo>
                  <a:lnTo>
                    <a:pt x="1401" y="646"/>
                  </a:lnTo>
                  <a:close/>
                </a:path>
              </a:pathLst>
            </a:custGeom>
            <a:grpFill/>
            <a:ln w="6350" cap="flat">
              <a:solidFill>
                <a:schemeClr val="accent3">
                  <a:lumMod val="60000"/>
                  <a:lumOff val="40000"/>
                  <a:alpha val="3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4E1E9F-E350-48AD-8396-E0FC9646D99E}"/>
              </a:ext>
            </a:extLst>
          </p:cNvPr>
          <p:cNvGrpSpPr/>
          <p:nvPr/>
        </p:nvGrpSpPr>
        <p:grpSpPr>
          <a:xfrm>
            <a:off x="4507713" y="3165211"/>
            <a:ext cx="3316380" cy="1275089"/>
            <a:chOff x="4507713" y="3165211"/>
            <a:chExt cx="3316380" cy="1275089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876ACB66-DE36-431D-BD88-7EC1563F9834}"/>
                </a:ext>
              </a:extLst>
            </p:cNvPr>
            <p:cNvGrpSpPr/>
            <p:nvPr/>
          </p:nvGrpSpPr>
          <p:grpSpPr>
            <a:xfrm>
              <a:off x="5656481" y="3955484"/>
              <a:ext cx="204692" cy="204686"/>
              <a:chOff x="5688290" y="3559386"/>
              <a:chExt cx="163092" cy="163092"/>
            </a:xfrm>
          </p:grpSpPr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88218B88-437D-4B41-9B73-A467C2DC61F0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50EC00C0-863F-487D-9836-D5B2A767DFF9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07490A6-3108-4C35-B9D0-8A490F92A3A1}"/>
                </a:ext>
              </a:extLst>
            </p:cNvPr>
            <p:cNvGrpSpPr/>
            <p:nvPr/>
          </p:nvGrpSpPr>
          <p:grpSpPr>
            <a:xfrm>
              <a:off x="6707148" y="4235614"/>
              <a:ext cx="204692" cy="204686"/>
              <a:chOff x="5688290" y="3559386"/>
              <a:chExt cx="163092" cy="163092"/>
            </a:xfrm>
          </p:grpSpPr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46292BE3-0743-4385-96F0-B15F040CD153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F47A633D-10A8-4B78-93E1-B45F52FCCC46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36D129E6-E1B1-443C-A0EF-ADB46BD355D5}"/>
                </a:ext>
              </a:extLst>
            </p:cNvPr>
            <p:cNvGrpSpPr/>
            <p:nvPr/>
          </p:nvGrpSpPr>
          <p:grpSpPr>
            <a:xfrm>
              <a:off x="4507713" y="3358306"/>
              <a:ext cx="204692" cy="204686"/>
              <a:chOff x="5688290" y="3559386"/>
              <a:chExt cx="163092" cy="163092"/>
            </a:xfrm>
          </p:grpSpPr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7DB392A1-3D90-417C-A46B-85C2782EBED9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40A6E0A3-0975-4F69-8D0D-E05C5B1D5219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42BEAAC2-B93C-4D28-878B-A64D89ABD32A}"/>
                </a:ext>
              </a:extLst>
            </p:cNvPr>
            <p:cNvGrpSpPr/>
            <p:nvPr/>
          </p:nvGrpSpPr>
          <p:grpSpPr>
            <a:xfrm>
              <a:off x="6481664" y="3353180"/>
              <a:ext cx="204692" cy="204686"/>
              <a:chOff x="5688290" y="3559386"/>
              <a:chExt cx="163092" cy="163092"/>
            </a:xfrm>
          </p:grpSpPr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40A8021-2FD7-48D0-B5A4-0F88C87C07E0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F5A469F9-9DC7-4697-AC1E-F37A8184827A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E9CC4E2B-CFE6-48E9-8775-2AC696E2EDC5}"/>
                </a:ext>
              </a:extLst>
            </p:cNvPr>
            <p:cNvGrpSpPr/>
            <p:nvPr/>
          </p:nvGrpSpPr>
          <p:grpSpPr>
            <a:xfrm>
              <a:off x="7619401" y="3529709"/>
              <a:ext cx="204692" cy="204686"/>
              <a:chOff x="5688290" y="3559386"/>
              <a:chExt cx="163092" cy="163092"/>
            </a:xfrm>
          </p:grpSpPr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9EE2084A-36AE-4017-AFD1-20DA8E6D0BB8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2A3D217E-C86F-42B8-BD8F-D388B9F25083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3B9C49C8-8D2E-483E-B29B-FD16BC61481D}"/>
                </a:ext>
              </a:extLst>
            </p:cNvPr>
            <p:cNvGrpSpPr/>
            <p:nvPr/>
          </p:nvGrpSpPr>
          <p:grpSpPr>
            <a:xfrm>
              <a:off x="4986903" y="3165211"/>
              <a:ext cx="204692" cy="204686"/>
              <a:chOff x="5688290" y="3559386"/>
              <a:chExt cx="163092" cy="163092"/>
            </a:xfrm>
          </p:grpSpPr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D5723130-EB10-4019-8D60-FE1F8717B51D}"/>
                  </a:ext>
                </a:extLst>
              </p:cNvPr>
              <p:cNvSpPr/>
              <p:nvPr/>
            </p:nvSpPr>
            <p:spPr>
              <a:xfrm>
                <a:off x="5688290" y="3559386"/>
                <a:ext cx="163092" cy="163092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8CEC8D79-38C0-4195-97AE-014AAD204B2D}"/>
                  </a:ext>
                </a:extLst>
              </p:cNvPr>
              <p:cNvSpPr/>
              <p:nvPr/>
            </p:nvSpPr>
            <p:spPr>
              <a:xfrm>
                <a:off x="5716932" y="3588028"/>
                <a:ext cx="105808" cy="105808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80" name="Rectangle 179">
            <a:extLst>
              <a:ext uri="{FF2B5EF4-FFF2-40B4-BE49-F238E27FC236}">
                <a16:creationId xmlns:a16="http://schemas.microsoft.com/office/drawing/2014/main" id="{E62C3247-FB41-464F-9499-23930B810511}"/>
              </a:ext>
            </a:extLst>
          </p:cNvPr>
          <p:cNvSpPr/>
          <p:nvPr/>
        </p:nvSpPr>
        <p:spPr>
          <a:xfrm>
            <a:off x="2564464" y="1079998"/>
            <a:ext cx="706307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36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Detailed Information From United State</a:t>
            </a:r>
          </a:p>
        </p:txBody>
      </p:sp>
      <p:sp>
        <p:nvSpPr>
          <p:cNvPr id="181" name="Rectangle: Rounded Corners 180">
            <a:extLst>
              <a:ext uri="{FF2B5EF4-FFF2-40B4-BE49-F238E27FC236}">
                <a16:creationId xmlns:a16="http://schemas.microsoft.com/office/drawing/2014/main" id="{B93B449E-AE73-44A4-834D-180297A01829}"/>
              </a:ext>
            </a:extLst>
          </p:cNvPr>
          <p:cNvSpPr/>
          <p:nvPr/>
        </p:nvSpPr>
        <p:spPr>
          <a:xfrm>
            <a:off x="8685852" y="2756659"/>
            <a:ext cx="1791673" cy="2601951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10000"/>
                </a:schemeClr>
              </a:gs>
              <a:gs pos="34000">
                <a:schemeClr val="accent2">
                  <a:alpha val="10000"/>
                </a:schemeClr>
              </a:gs>
              <a:gs pos="1000">
                <a:schemeClr val="accent2">
                  <a:alpha val="10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200"/>
          </a:p>
        </p:txBody>
      </p:sp>
      <p:sp>
        <p:nvSpPr>
          <p:cNvPr id="182" name="Rectangle: Rounded Corners 181">
            <a:extLst>
              <a:ext uri="{FF2B5EF4-FFF2-40B4-BE49-F238E27FC236}">
                <a16:creationId xmlns:a16="http://schemas.microsoft.com/office/drawing/2014/main" id="{C77A4DFD-7406-4297-88F6-AB5A47D29E91}"/>
              </a:ext>
            </a:extLst>
          </p:cNvPr>
          <p:cNvSpPr/>
          <p:nvPr/>
        </p:nvSpPr>
        <p:spPr>
          <a:xfrm>
            <a:off x="8938031" y="2506767"/>
            <a:ext cx="2135818" cy="3101734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25000"/>
                </a:schemeClr>
              </a:gs>
              <a:gs pos="34000">
                <a:schemeClr val="accent2">
                  <a:alpha val="25000"/>
                </a:schemeClr>
              </a:gs>
              <a:gs pos="1000">
                <a:schemeClr val="accent2">
                  <a:alpha val="25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2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20169BD-82F7-4ADD-A0E8-CAF92307C7C0}"/>
              </a:ext>
            </a:extLst>
          </p:cNvPr>
          <p:cNvGrpSpPr/>
          <p:nvPr/>
        </p:nvGrpSpPr>
        <p:grpSpPr>
          <a:xfrm>
            <a:off x="9293025" y="2379043"/>
            <a:ext cx="2311717" cy="3357182"/>
            <a:chOff x="9293025" y="2379043"/>
            <a:chExt cx="2311717" cy="3357182"/>
          </a:xfrm>
        </p:grpSpPr>
        <p:sp>
          <p:nvSpPr>
            <p:cNvPr id="183" name="Rectangle: Rounded Corners 182">
              <a:extLst>
                <a:ext uri="{FF2B5EF4-FFF2-40B4-BE49-F238E27FC236}">
                  <a16:creationId xmlns:a16="http://schemas.microsoft.com/office/drawing/2014/main" id="{C40B212C-A2C4-4DC2-A21D-27BD73A6A9BB}"/>
                </a:ext>
              </a:extLst>
            </p:cNvPr>
            <p:cNvSpPr/>
            <p:nvPr/>
          </p:nvSpPr>
          <p:spPr>
            <a:xfrm>
              <a:off x="9293025" y="2379043"/>
              <a:ext cx="2311717" cy="3357182"/>
            </a:xfrm>
            <a:prstGeom prst="roundRect">
              <a:avLst>
                <a:gd name="adj" fmla="val 4002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634579FD-6692-462C-A026-89D23AE80129}"/>
                </a:ext>
              </a:extLst>
            </p:cNvPr>
            <p:cNvSpPr/>
            <p:nvPr/>
          </p:nvSpPr>
          <p:spPr>
            <a:xfrm>
              <a:off x="9640874" y="4355623"/>
              <a:ext cx="1616018" cy="8463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679</a:t>
              </a:r>
              <a:r>
                <a:rPr lang="en-US" sz="24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K</a:t>
              </a:r>
            </a:p>
          </p:txBody>
        </p:sp>
        <p:sp>
          <p:nvSpPr>
            <p:cNvPr id="185" name="Rectangle: Rounded Corners 184">
              <a:extLst>
                <a:ext uri="{FF2B5EF4-FFF2-40B4-BE49-F238E27FC236}">
                  <a16:creationId xmlns:a16="http://schemas.microsoft.com/office/drawing/2014/main" id="{45A19532-EFC8-44C3-993A-BC472564C4DA}"/>
                </a:ext>
              </a:extLst>
            </p:cNvPr>
            <p:cNvSpPr/>
            <p:nvPr/>
          </p:nvSpPr>
          <p:spPr>
            <a:xfrm>
              <a:off x="9899649" y="5133155"/>
              <a:ext cx="1098468" cy="317996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3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900" dirty="0">
                  <a:latin typeface="Poppins" panose="02000000000000000000" pitchFamily="2" charset="0"/>
                  <a:cs typeface="Poppins" panose="02000000000000000000" pitchFamily="2" charset="0"/>
                </a:rPr>
                <a:t>Read More</a:t>
              </a:r>
            </a:p>
          </p:txBody>
        </p: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3628CFE9-14FB-4CB2-8CF7-DC2588A376BD}"/>
                </a:ext>
              </a:extLst>
            </p:cNvPr>
            <p:cNvGrpSpPr/>
            <p:nvPr/>
          </p:nvGrpSpPr>
          <p:grpSpPr>
            <a:xfrm>
              <a:off x="9503197" y="2591184"/>
              <a:ext cx="1971179" cy="903663"/>
              <a:chOff x="7750527" y="1551911"/>
              <a:chExt cx="2927744" cy="1342188"/>
            </a:xfrm>
          </p:grpSpPr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97A354EA-3D7B-4A8C-981A-CD09A851825D}"/>
                  </a:ext>
                </a:extLst>
              </p:cNvPr>
              <p:cNvSpPr/>
              <p:nvPr/>
            </p:nvSpPr>
            <p:spPr>
              <a:xfrm>
                <a:off x="7750527" y="2179829"/>
                <a:ext cx="2927744" cy="7142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and their most common words. </a:t>
                </a:r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0686987C-64B5-45F0-90E4-F1A19DDEA13C}"/>
                  </a:ext>
                </a:extLst>
              </p:cNvPr>
              <p:cNvSpPr/>
              <p:nvPr/>
            </p:nvSpPr>
            <p:spPr>
              <a:xfrm>
                <a:off x="7750527" y="1551911"/>
                <a:ext cx="2629618" cy="69712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New York</a:t>
                </a:r>
                <a:endParaRPr lang="en-US" sz="12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A09E9898-64C8-4E45-9472-79AD6F297465}"/>
                </a:ext>
              </a:extLst>
            </p:cNvPr>
            <p:cNvGrpSpPr/>
            <p:nvPr/>
          </p:nvGrpSpPr>
          <p:grpSpPr>
            <a:xfrm>
              <a:off x="9561989" y="3612885"/>
              <a:ext cx="1832581" cy="746861"/>
              <a:chOff x="7598002" y="2894944"/>
              <a:chExt cx="2721888" cy="1109294"/>
            </a:xfrm>
          </p:grpSpPr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31F6C7F1-A53A-4F00-9B29-F1E05653DB4A}"/>
                  </a:ext>
                </a:extLst>
              </p:cNvPr>
              <p:cNvGrpSpPr/>
              <p:nvPr/>
            </p:nvGrpSpPr>
            <p:grpSpPr>
              <a:xfrm>
                <a:off x="7598002" y="2894944"/>
                <a:ext cx="2721888" cy="365706"/>
                <a:chOff x="1366574" y="4621169"/>
                <a:chExt cx="2721888" cy="365706"/>
              </a:xfrm>
            </p:grpSpPr>
            <p:sp>
              <p:nvSpPr>
                <p:cNvPr id="196" name="Freeform 229">
                  <a:extLst>
                    <a:ext uri="{FF2B5EF4-FFF2-40B4-BE49-F238E27FC236}">
                      <a16:creationId xmlns:a16="http://schemas.microsoft.com/office/drawing/2014/main" id="{1BBB01CA-FA76-4CA0-8738-82B76906F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4692311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197" name="TextBox 196">
                  <a:extLst>
                    <a:ext uri="{FF2B5EF4-FFF2-40B4-BE49-F238E27FC236}">
                      <a16:creationId xmlns:a16="http://schemas.microsoft.com/office/drawing/2014/main" id="{45E19668-9179-4092-9A44-04E308E58553}"/>
                    </a:ext>
                  </a:extLst>
                </p:cNvPr>
                <p:cNvSpPr txBox="1"/>
                <p:nvPr/>
              </p:nvSpPr>
              <p:spPr>
                <a:xfrm>
                  <a:off x="1658141" y="4621169"/>
                  <a:ext cx="2430321" cy="36570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  <p:grpSp>
            <p:nvGrpSpPr>
              <p:cNvPr id="190" name="Group 189">
                <a:extLst>
                  <a:ext uri="{FF2B5EF4-FFF2-40B4-BE49-F238E27FC236}">
                    <a16:creationId xmlns:a16="http://schemas.microsoft.com/office/drawing/2014/main" id="{9121054D-836E-4FB6-8B0C-B0F830ACE06C}"/>
                  </a:ext>
                </a:extLst>
              </p:cNvPr>
              <p:cNvGrpSpPr/>
              <p:nvPr/>
            </p:nvGrpSpPr>
            <p:grpSpPr>
              <a:xfrm>
                <a:off x="7598002" y="3264079"/>
                <a:ext cx="2621595" cy="365706"/>
                <a:chOff x="1366574" y="4990304"/>
                <a:chExt cx="2621595" cy="365706"/>
              </a:xfrm>
            </p:grpSpPr>
            <p:sp>
              <p:nvSpPr>
                <p:cNvPr id="194" name="Freeform 229">
                  <a:extLst>
                    <a:ext uri="{FF2B5EF4-FFF2-40B4-BE49-F238E27FC236}">
                      <a16:creationId xmlns:a16="http://schemas.microsoft.com/office/drawing/2014/main" id="{DA0CDF42-9CD8-4BDC-81C5-8610928C5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5061446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195" name="TextBox 194">
                  <a:extLst>
                    <a:ext uri="{FF2B5EF4-FFF2-40B4-BE49-F238E27FC236}">
                      <a16:creationId xmlns:a16="http://schemas.microsoft.com/office/drawing/2014/main" id="{602650E5-CDD0-4FC8-B5D2-9D153DD7BABB}"/>
                    </a:ext>
                  </a:extLst>
                </p:cNvPr>
                <p:cNvSpPr txBox="1"/>
                <p:nvPr/>
              </p:nvSpPr>
              <p:spPr>
                <a:xfrm>
                  <a:off x="1658141" y="4990304"/>
                  <a:ext cx="2330028" cy="36570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0C94B27-A240-4613-B282-C6E672BCE9E6}"/>
                  </a:ext>
                </a:extLst>
              </p:cNvPr>
              <p:cNvGrpSpPr/>
              <p:nvPr/>
            </p:nvGrpSpPr>
            <p:grpSpPr>
              <a:xfrm>
                <a:off x="7598002" y="3638532"/>
                <a:ext cx="2721888" cy="365706"/>
                <a:chOff x="1366574" y="5364757"/>
                <a:chExt cx="2721888" cy="365706"/>
              </a:xfrm>
            </p:grpSpPr>
            <p:sp>
              <p:nvSpPr>
                <p:cNvPr id="192" name="Freeform 229">
                  <a:extLst>
                    <a:ext uri="{FF2B5EF4-FFF2-40B4-BE49-F238E27FC236}">
                      <a16:creationId xmlns:a16="http://schemas.microsoft.com/office/drawing/2014/main" id="{B6975B35-3541-4EE1-88B8-521945271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5435899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193" name="TextBox 192">
                  <a:extLst>
                    <a:ext uri="{FF2B5EF4-FFF2-40B4-BE49-F238E27FC236}">
                      <a16:creationId xmlns:a16="http://schemas.microsoft.com/office/drawing/2014/main" id="{8139DF3D-9EA7-4699-89D4-BF14392503A6}"/>
                    </a:ext>
                  </a:extLst>
                </p:cNvPr>
                <p:cNvSpPr txBox="1"/>
                <p:nvPr/>
              </p:nvSpPr>
              <p:spPr>
                <a:xfrm>
                  <a:off x="1658141" y="5364757"/>
                  <a:ext cx="2430321" cy="36570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</p:grpSp>
      </p:grp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BF27ADA5-7A97-414B-9A74-E170AA5FE0D8}"/>
              </a:ext>
            </a:extLst>
          </p:cNvPr>
          <p:cNvSpPr/>
          <p:nvPr/>
        </p:nvSpPr>
        <p:spPr>
          <a:xfrm>
            <a:off x="1714474" y="2756659"/>
            <a:ext cx="1791674" cy="2601951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10000"/>
                </a:schemeClr>
              </a:gs>
              <a:gs pos="34000">
                <a:schemeClr val="accent2">
                  <a:alpha val="10000"/>
                </a:schemeClr>
              </a:gs>
              <a:gs pos="1000">
                <a:schemeClr val="accent2">
                  <a:alpha val="10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200"/>
          </a:p>
        </p:txBody>
      </p:sp>
      <p:sp>
        <p:nvSpPr>
          <p:cNvPr id="203" name="Rectangle: Rounded Corners 202">
            <a:extLst>
              <a:ext uri="{FF2B5EF4-FFF2-40B4-BE49-F238E27FC236}">
                <a16:creationId xmlns:a16="http://schemas.microsoft.com/office/drawing/2014/main" id="{64B39D7B-8651-4558-B417-26AE1D672026}"/>
              </a:ext>
            </a:extLst>
          </p:cNvPr>
          <p:cNvSpPr/>
          <p:nvPr/>
        </p:nvSpPr>
        <p:spPr>
          <a:xfrm>
            <a:off x="1118150" y="2506767"/>
            <a:ext cx="2135818" cy="3101734"/>
          </a:xfrm>
          <a:prstGeom prst="roundRect">
            <a:avLst>
              <a:gd name="adj" fmla="val 4002"/>
            </a:avLst>
          </a:prstGeom>
          <a:gradFill flip="none" rotWithShape="1">
            <a:gsLst>
              <a:gs pos="100000">
                <a:schemeClr val="accent1">
                  <a:alpha val="25000"/>
                </a:schemeClr>
              </a:gs>
              <a:gs pos="34000">
                <a:schemeClr val="accent2">
                  <a:alpha val="25000"/>
                </a:schemeClr>
              </a:gs>
              <a:gs pos="1000">
                <a:schemeClr val="accent2">
                  <a:alpha val="25000"/>
                </a:schemeClr>
              </a:gs>
            </a:gsLst>
            <a:lin ang="162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2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9247842-9852-4CA0-87EC-2AC979A91EBA}"/>
              </a:ext>
            </a:extLst>
          </p:cNvPr>
          <p:cNvGrpSpPr/>
          <p:nvPr/>
        </p:nvGrpSpPr>
        <p:grpSpPr>
          <a:xfrm>
            <a:off x="587258" y="2379043"/>
            <a:ext cx="2311717" cy="3357182"/>
            <a:chOff x="587258" y="2379043"/>
            <a:chExt cx="2311717" cy="3357182"/>
          </a:xfrm>
        </p:grpSpPr>
        <p:sp>
          <p:nvSpPr>
            <p:cNvPr id="204" name="Rectangle: Rounded Corners 203">
              <a:extLst>
                <a:ext uri="{FF2B5EF4-FFF2-40B4-BE49-F238E27FC236}">
                  <a16:creationId xmlns:a16="http://schemas.microsoft.com/office/drawing/2014/main" id="{396D8875-9396-4A8F-8069-09A3902E8AEF}"/>
                </a:ext>
              </a:extLst>
            </p:cNvPr>
            <p:cNvSpPr/>
            <p:nvPr/>
          </p:nvSpPr>
          <p:spPr>
            <a:xfrm>
              <a:off x="587258" y="2379043"/>
              <a:ext cx="2311717" cy="3357182"/>
            </a:xfrm>
            <a:prstGeom prst="roundRect">
              <a:avLst>
                <a:gd name="adj" fmla="val 4002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200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9385F95F-DCC9-4828-9F94-9486BB354942}"/>
                </a:ext>
              </a:extLst>
            </p:cNvPr>
            <p:cNvSpPr/>
            <p:nvPr/>
          </p:nvSpPr>
          <p:spPr>
            <a:xfrm>
              <a:off x="935107" y="4355623"/>
              <a:ext cx="1616018" cy="8463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en-US" sz="4000" b="1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509</a:t>
              </a:r>
              <a:r>
                <a:rPr lang="en-US" sz="2400" b="1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 K</a:t>
              </a:r>
            </a:p>
          </p:txBody>
        </p:sp>
        <p:sp>
          <p:nvSpPr>
            <p:cNvPr id="206" name="Rectangle: Rounded Corners 205">
              <a:extLst>
                <a:ext uri="{FF2B5EF4-FFF2-40B4-BE49-F238E27FC236}">
                  <a16:creationId xmlns:a16="http://schemas.microsoft.com/office/drawing/2014/main" id="{B9AED9E2-2E1F-48DD-9CAF-1E0DC30C2C5C}"/>
                </a:ext>
              </a:extLst>
            </p:cNvPr>
            <p:cNvSpPr/>
            <p:nvPr/>
          </p:nvSpPr>
          <p:spPr>
            <a:xfrm>
              <a:off x="1193882" y="5133155"/>
              <a:ext cx="1098468" cy="317996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3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900" dirty="0">
                  <a:latin typeface="Poppins" panose="02000000000000000000" pitchFamily="2" charset="0"/>
                  <a:cs typeface="Poppins" panose="02000000000000000000" pitchFamily="2" charset="0"/>
                </a:rPr>
                <a:t>Read More</a:t>
              </a:r>
            </a:p>
          </p:txBody>
        </p: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B417F232-CCEE-4744-84ED-506F559700EA}"/>
                </a:ext>
              </a:extLst>
            </p:cNvPr>
            <p:cNvGrpSpPr/>
            <p:nvPr/>
          </p:nvGrpSpPr>
          <p:grpSpPr>
            <a:xfrm>
              <a:off x="797428" y="2591184"/>
              <a:ext cx="1994308" cy="903663"/>
              <a:chOff x="7750527" y="1551911"/>
              <a:chExt cx="2962097" cy="1342188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04410B1C-1671-4A87-847E-EEED27ED79CD}"/>
                  </a:ext>
                </a:extLst>
              </p:cNvPr>
              <p:cNvSpPr/>
              <p:nvPr/>
            </p:nvSpPr>
            <p:spPr>
              <a:xfrm>
                <a:off x="7750527" y="2179829"/>
                <a:ext cx="2962097" cy="7142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0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and their most common words. </a:t>
                </a:r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8833E55F-A446-44A1-BE39-B718CDD74737}"/>
                  </a:ext>
                </a:extLst>
              </p:cNvPr>
              <p:cNvSpPr/>
              <p:nvPr/>
            </p:nvSpPr>
            <p:spPr>
              <a:xfrm>
                <a:off x="7750527" y="1551911"/>
                <a:ext cx="2629618" cy="69712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2000" b="1" dirty="0">
                    <a:solidFill>
                      <a:schemeClr val="bg1"/>
                    </a:solidFill>
                    <a:latin typeface="Poppins" panose="02000000000000000000" pitchFamily="2" charset="0"/>
                    <a:ea typeface="Open Sans Light" panose="020B0306030504020204" pitchFamily="34" charset="0"/>
                    <a:cs typeface="Poppins" panose="02000000000000000000" pitchFamily="2" charset="0"/>
                  </a:rPr>
                  <a:t>California</a:t>
                </a:r>
                <a:endParaRPr lang="en-US" sz="1200" baseline="70000" dirty="0">
                  <a:solidFill>
                    <a:schemeClr val="bg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E162F0E5-E475-42B9-BA46-B88A0BC480B8}"/>
                </a:ext>
              </a:extLst>
            </p:cNvPr>
            <p:cNvGrpSpPr/>
            <p:nvPr/>
          </p:nvGrpSpPr>
          <p:grpSpPr>
            <a:xfrm>
              <a:off x="856220" y="3612885"/>
              <a:ext cx="1832581" cy="746860"/>
              <a:chOff x="7598002" y="2894944"/>
              <a:chExt cx="2721888" cy="1109293"/>
            </a:xfrm>
          </p:grpSpPr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1F5D6D8D-9D47-4389-8FFF-CEAF6716A8F3}"/>
                  </a:ext>
                </a:extLst>
              </p:cNvPr>
              <p:cNvGrpSpPr/>
              <p:nvPr/>
            </p:nvGrpSpPr>
            <p:grpSpPr>
              <a:xfrm>
                <a:off x="7598002" y="2894944"/>
                <a:ext cx="2721888" cy="365706"/>
                <a:chOff x="1366574" y="4621169"/>
                <a:chExt cx="2721888" cy="365706"/>
              </a:xfrm>
            </p:grpSpPr>
            <p:sp>
              <p:nvSpPr>
                <p:cNvPr id="217" name="Freeform 229">
                  <a:extLst>
                    <a:ext uri="{FF2B5EF4-FFF2-40B4-BE49-F238E27FC236}">
                      <a16:creationId xmlns:a16="http://schemas.microsoft.com/office/drawing/2014/main" id="{F871F602-9551-4233-848A-834334B55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4692311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218" name="TextBox 217">
                  <a:extLst>
                    <a:ext uri="{FF2B5EF4-FFF2-40B4-BE49-F238E27FC236}">
                      <a16:creationId xmlns:a16="http://schemas.microsoft.com/office/drawing/2014/main" id="{190C294F-8036-4E15-BC02-CF46C1450651}"/>
                    </a:ext>
                  </a:extLst>
                </p:cNvPr>
                <p:cNvSpPr txBox="1"/>
                <p:nvPr/>
              </p:nvSpPr>
              <p:spPr>
                <a:xfrm>
                  <a:off x="1658141" y="4621169"/>
                  <a:ext cx="2430321" cy="36570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C5D8FE06-6F18-4989-B02B-5C8166F248BA}"/>
                  </a:ext>
                </a:extLst>
              </p:cNvPr>
              <p:cNvGrpSpPr/>
              <p:nvPr/>
            </p:nvGrpSpPr>
            <p:grpSpPr>
              <a:xfrm>
                <a:off x="7598002" y="3264079"/>
                <a:ext cx="2721888" cy="365706"/>
                <a:chOff x="1366574" y="4990304"/>
                <a:chExt cx="2721888" cy="365706"/>
              </a:xfrm>
            </p:grpSpPr>
            <p:sp>
              <p:nvSpPr>
                <p:cNvPr id="215" name="Freeform 229">
                  <a:extLst>
                    <a:ext uri="{FF2B5EF4-FFF2-40B4-BE49-F238E27FC236}">
                      <a16:creationId xmlns:a16="http://schemas.microsoft.com/office/drawing/2014/main" id="{E09E6123-325B-4FAB-8519-72BD0E603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5061446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0D85A1D3-02E5-4F0B-9307-0B6CD4B3A923}"/>
                    </a:ext>
                  </a:extLst>
                </p:cNvPr>
                <p:cNvSpPr txBox="1"/>
                <p:nvPr/>
              </p:nvSpPr>
              <p:spPr>
                <a:xfrm>
                  <a:off x="1658141" y="4990304"/>
                  <a:ext cx="2430321" cy="36570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EA51DF56-8322-416A-BC56-9441D7DDF36D}"/>
                  </a:ext>
                </a:extLst>
              </p:cNvPr>
              <p:cNvGrpSpPr/>
              <p:nvPr/>
            </p:nvGrpSpPr>
            <p:grpSpPr>
              <a:xfrm>
                <a:off x="7598002" y="3638532"/>
                <a:ext cx="2614868" cy="365705"/>
                <a:chOff x="1366574" y="5364757"/>
                <a:chExt cx="2614868" cy="365705"/>
              </a:xfrm>
            </p:grpSpPr>
            <p:sp>
              <p:nvSpPr>
                <p:cNvPr id="213" name="Freeform 229">
                  <a:extLst>
                    <a:ext uri="{FF2B5EF4-FFF2-40B4-BE49-F238E27FC236}">
                      <a16:creationId xmlns:a16="http://schemas.microsoft.com/office/drawing/2014/main" id="{D17DA622-F6B0-4D46-BFBB-1BEF66F93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6574" y="5435899"/>
                  <a:ext cx="225130" cy="154676"/>
                </a:xfrm>
                <a:custGeom>
                  <a:avLst/>
                  <a:gdLst>
                    <a:gd name="T0" fmla="*/ 124 w 16128"/>
                    <a:gd name="T1" fmla="*/ 7223 h 11872"/>
                    <a:gd name="T2" fmla="*/ 59 w 16128"/>
                    <a:gd name="T3" fmla="*/ 7113 h 11872"/>
                    <a:gd name="T4" fmla="*/ 18 w 16128"/>
                    <a:gd name="T5" fmla="*/ 6994 h 11872"/>
                    <a:gd name="T6" fmla="*/ 1 w 16128"/>
                    <a:gd name="T7" fmla="*/ 6871 h 11872"/>
                    <a:gd name="T8" fmla="*/ 7 w 16128"/>
                    <a:gd name="T9" fmla="*/ 6747 h 11872"/>
                    <a:gd name="T10" fmla="*/ 36 w 16128"/>
                    <a:gd name="T11" fmla="*/ 6626 h 11872"/>
                    <a:gd name="T12" fmla="*/ 90 w 16128"/>
                    <a:gd name="T13" fmla="*/ 6512 h 11872"/>
                    <a:gd name="T14" fmla="*/ 165 w 16128"/>
                    <a:gd name="T15" fmla="*/ 6408 h 11872"/>
                    <a:gd name="T16" fmla="*/ 1850 w 16128"/>
                    <a:gd name="T17" fmla="*/ 4727 h 11872"/>
                    <a:gd name="T18" fmla="*/ 1957 w 16128"/>
                    <a:gd name="T19" fmla="*/ 4656 h 11872"/>
                    <a:gd name="T20" fmla="*/ 2073 w 16128"/>
                    <a:gd name="T21" fmla="*/ 4609 h 11872"/>
                    <a:gd name="T22" fmla="*/ 2195 w 16128"/>
                    <a:gd name="T23" fmla="*/ 4586 h 11872"/>
                    <a:gd name="T24" fmla="*/ 2319 w 16128"/>
                    <a:gd name="T25" fmla="*/ 4586 h 11872"/>
                    <a:gd name="T26" fmla="*/ 2441 w 16128"/>
                    <a:gd name="T27" fmla="*/ 4609 h 11872"/>
                    <a:gd name="T28" fmla="*/ 2558 w 16128"/>
                    <a:gd name="T29" fmla="*/ 4656 h 11872"/>
                    <a:gd name="T30" fmla="*/ 2665 w 16128"/>
                    <a:gd name="T31" fmla="*/ 4727 h 11872"/>
                    <a:gd name="T32" fmla="*/ 5357 w 16128"/>
                    <a:gd name="T33" fmla="*/ 7406 h 11872"/>
                    <a:gd name="T34" fmla="*/ 5460 w 16128"/>
                    <a:gd name="T35" fmla="*/ 7483 h 11872"/>
                    <a:gd name="T36" fmla="*/ 5575 w 16128"/>
                    <a:gd name="T37" fmla="*/ 7535 h 11872"/>
                    <a:gd name="T38" fmla="*/ 5696 w 16128"/>
                    <a:gd name="T39" fmla="*/ 7565 h 11872"/>
                    <a:gd name="T40" fmla="*/ 5819 w 16128"/>
                    <a:gd name="T41" fmla="*/ 7571 h 11872"/>
                    <a:gd name="T42" fmla="*/ 5942 w 16128"/>
                    <a:gd name="T43" fmla="*/ 7552 h 11872"/>
                    <a:gd name="T44" fmla="*/ 6060 w 16128"/>
                    <a:gd name="T45" fmla="*/ 7512 h 11872"/>
                    <a:gd name="T46" fmla="*/ 6170 w 16128"/>
                    <a:gd name="T47" fmla="*/ 7447 h 11872"/>
                    <a:gd name="T48" fmla="*/ 13421 w 16128"/>
                    <a:gd name="T49" fmla="*/ 190 h 11872"/>
                    <a:gd name="T50" fmla="*/ 13521 w 16128"/>
                    <a:gd name="T51" fmla="*/ 107 h 11872"/>
                    <a:gd name="T52" fmla="*/ 13634 w 16128"/>
                    <a:gd name="T53" fmla="*/ 47 h 11872"/>
                    <a:gd name="T54" fmla="*/ 13753 w 16128"/>
                    <a:gd name="T55" fmla="*/ 12 h 11872"/>
                    <a:gd name="T56" fmla="*/ 13877 w 16128"/>
                    <a:gd name="T57" fmla="*/ 0 h 11872"/>
                    <a:gd name="T58" fmla="*/ 14000 w 16128"/>
                    <a:gd name="T59" fmla="*/ 11 h 11872"/>
                    <a:gd name="T60" fmla="*/ 14120 w 16128"/>
                    <a:gd name="T61" fmla="*/ 46 h 11872"/>
                    <a:gd name="T62" fmla="*/ 14233 w 16128"/>
                    <a:gd name="T63" fmla="*/ 105 h 11872"/>
                    <a:gd name="T64" fmla="*/ 14334 w 16128"/>
                    <a:gd name="T65" fmla="*/ 186 h 11872"/>
                    <a:gd name="T66" fmla="*/ 16003 w 16128"/>
                    <a:gd name="T67" fmla="*/ 1855 h 11872"/>
                    <a:gd name="T68" fmla="*/ 16068 w 16128"/>
                    <a:gd name="T69" fmla="*/ 1964 h 11872"/>
                    <a:gd name="T70" fmla="*/ 16109 w 16128"/>
                    <a:gd name="T71" fmla="*/ 2082 h 11872"/>
                    <a:gd name="T72" fmla="*/ 16127 w 16128"/>
                    <a:gd name="T73" fmla="*/ 2205 h 11872"/>
                    <a:gd name="T74" fmla="*/ 16122 w 16128"/>
                    <a:gd name="T75" fmla="*/ 2328 h 11872"/>
                    <a:gd name="T76" fmla="*/ 16093 w 16128"/>
                    <a:gd name="T77" fmla="*/ 2449 h 11872"/>
                    <a:gd name="T78" fmla="*/ 16039 w 16128"/>
                    <a:gd name="T79" fmla="*/ 2564 h 11872"/>
                    <a:gd name="T80" fmla="*/ 15964 w 16128"/>
                    <a:gd name="T81" fmla="*/ 2667 h 11872"/>
                    <a:gd name="T82" fmla="*/ 7188 w 16128"/>
                    <a:gd name="T83" fmla="*/ 11462 h 11872"/>
                    <a:gd name="T84" fmla="*/ 7074 w 16128"/>
                    <a:gd name="T85" fmla="*/ 11550 h 11872"/>
                    <a:gd name="T86" fmla="*/ 6943 w 16128"/>
                    <a:gd name="T87" fmla="*/ 11632 h 11872"/>
                    <a:gd name="T88" fmla="*/ 6801 w 16128"/>
                    <a:gd name="T89" fmla="*/ 11706 h 11872"/>
                    <a:gd name="T90" fmla="*/ 6652 w 16128"/>
                    <a:gd name="T91" fmla="*/ 11767 h 11872"/>
                    <a:gd name="T92" fmla="*/ 6500 w 16128"/>
                    <a:gd name="T93" fmla="*/ 11817 h 11872"/>
                    <a:gd name="T94" fmla="*/ 6349 w 16128"/>
                    <a:gd name="T95" fmla="*/ 11852 h 11872"/>
                    <a:gd name="T96" fmla="*/ 6205 w 16128"/>
                    <a:gd name="T97" fmla="*/ 11870 h 11872"/>
                    <a:gd name="T98" fmla="*/ 5352 w 16128"/>
                    <a:gd name="T99" fmla="*/ 11871 h 11872"/>
                    <a:gd name="T100" fmla="*/ 5210 w 16128"/>
                    <a:gd name="T101" fmla="*/ 11858 h 11872"/>
                    <a:gd name="T102" fmla="*/ 5062 w 16128"/>
                    <a:gd name="T103" fmla="*/ 11827 h 11872"/>
                    <a:gd name="T104" fmla="*/ 4910 w 16128"/>
                    <a:gd name="T105" fmla="*/ 11780 h 11872"/>
                    <a:gd name="T106" fmla="*/ 4760 w 16128"/>
                    <a:gd name="T107" fmla="*/ 11722 h 11872"/>
                    <a:gd name="T108" fmla="*/ 4615 w 16128"/>
                    <a:gd name="T109" fmla="*/ 11651 h 11872"/>
                    <a:gd name="T110" fmla="*/ 4481 w 16128"/>
                    <a:gd name="T111" fmla="*/ 11572 h 11872"/>
                    <a:gd name="T112" fmla="*/ 4363 w 16128"/>
                    <a:gd name="T113" fmla="*/ 11484 h 11872"/>
                    <a:gd name="T114" fmla="*/ 187 w 16128"/>
                    <a:gd name="T115" fmla="*/ 7297 h 11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128" h="11872">
                      <a:moveTo>
                        <a:pt x="187" y="7297"/>
                      </a:moveTo>
                      <a:lnTo>
                        <a:pt x="164" y="7273"/>
                      </a:lnTo>
                      <a:lnTo>
                        <a:pt x="143" y="7248"/>
                      </a:lnTo>
                      <a:lnTo>
                        <a:pt x="124" y="7223"/>
                      </a:lnTo>
                      <a:lnTo>
                        <a:pt x="106" y="7196"/>
                      </a:lnTo>
                      <a:lnTo>
                        <a:pt x="89" y="7168"/>
                      </a:lnTo>
                      <a:lnTo>
                        <a:pt x="74" y="7141"/>
                      </a:lnTo>
                      <a:lnTo>
                        <a:pt x="59" y="7113"/>
                      </a:lnTo>
                      <a:lnTo>
                        <a:pt x="46" y="7084"/>
                      </a:lnTo>
                      <a:lnTo>
                        <a:pt x="35" y="7054"/>
                      </a:lnTo>
                      <a:lnTo>
                        <a:pt x="26" y="7024"/>
                      </a:lnTo>
                      <a:lnTo>
                        <a:pt x="18" y="6994"/>
                      </a:lnTo>
                      <a:lnTo>
                        <a:pt x="12" y="6964"/>
                      </a:lnTo>
                      <a:lnTo>
                        <a:pt x="6" y="6933"/>
                      </a:lnTo>
                      <a:lnTo>
                        <a:pt x="3" y="6902"/>
                      </a:lnTo>
                      <a:lnTo>
                        <a:pt x="1" y="6871"/>
                      </a:lnTo>
                      <a:lnTo>
                        <a:pt x="0" y="6841"/>
                      </a:lnTo>
                      <a:lnTo>
                        <a:pt x="1" y="6809"/>
                      </a:lnTo>
                      <a:lnTo>
                        <a:pt x="3" y="6778"/>
                      </a:lnTo>
                      <a:lnTo>
                        <a:pt x="7" y="6747"/>
                      </a:lnTo>
                      <a:lnTo>
                        <a:pt x="12" y="6717"/>
                      </a:lnTo>
                      <a:lnTo>
                        <a:pt x="18" y="6687"/>
                      </a:lnTo>
                      <a:lnTo>
                        <a:pt x="26" y="6656"/>
                      </a:lnTo>
                      <a:lnTo>
                        <a:pt x="36" y="6626"/>
                      </a:lnTo>
                      <a:lnTo>
                        <a:pt x="47" y="6597"/>
                      </a:lnTo>
                      <a:lnTo>
                        <a:pt x="59" y="6569"/>
                      </a:lnTo>
                      <a:lnTo>
                        <a:pt x="74" y="6539"/>
                      </a:lnTo>
                      <a:lnTo>
                        <a:pt x="90" y="6512"/>
                      </a:lnTo>
                      <a:lnTo>
                        <a:pt x="106" y="6485"/>
                      </a:lnTo>
                      <a:lnTo>
                        <a:pt x="125" y="6459"/>
                      </a:lnTo>
                      <a:lnTo>
                        <a:pt x="144" y="6432"/>
                      </a:lnTo>
                      <a:lnTo>
                        <a:pt x="165" y="6408"/>
                      </a:lnTo>
                      <a:lnTo>
                        <a:pt x="188" y="6384"/>
                      </a:lnTo>
                      <a:lnTo>
                        <a:pt x="1801" y="4771"/>
                      </a:lnTo>
                      <a:lnTo>
                        <a:pt x="1824" y="4748"/>
                      </a:lnTo>
                      <a:lnTo>
                        <a:pt x="1850" y="4727"/>
                      </a:lnTo>
                      <a:lnTo>
                        <a:pt x="1876" y="4707"/>
                      </a:lnTo>
                      <a:lnTo>
                        <a:pt x="1902" y="4689"/>
                      </a:lnTo>
                      <a:lnTo>
                        <a:pt x="1929" y="4671"/>
                      </a:lnTo>
                      <a:lnTo>
                        <a:pt x="1957" y="4656"/>
                      </a:lnTo>
                      <a:lnTo>
                        <a:pt x="1985" y="4642"/>
                      </a:lnTo>
                      <a:lnTo>
                        <a:pt x="2014" y="4630"/>
                      </a:lnTo>
                      <a:lnTo>
                        <a:pt x="2043" y="4619"/>
                      </a:lnTo>
                      <a:lnTo>
                        <a:pt x="2073" y="4609"/>
                      </a:lnTo>
                      <a:lnTo>
                        <a:pt x="2104" y="4601"/>
                      </a:lnTo>
                      <a:lnTo>
                        <a:pt x="2134" y="4595"/>
                      </a:lnTo>
                      <a:lnTo>
                        <a:pt x="2164" y="4590"/>
                      </a:lnTo>
                      <a:lnTo>
                        <a:pt x="2195" y="4586"/>
                      </a:lnTo>
                      <a:lnTo>
                        <a:pt x="2227" y="4584"/>
                      </a:lnTo>
                      <a:lnTo>
                        <a:pt x="2257" y="4583"/>
                      </a:lnTo>
                      <a:lnTo>
                        <a:pt x="2288" y="4584"/>
                      </a:lnTo>
                      <a:lnTo>
                        <a:pt x="2319" y="4586"/>
                      </a:lnTo>
                      <a:lnTo>
                        <a:pt x="2350" y="4590"/>
                      </a:lnTo>
                      <a:lnTo>
                        <a:pt x="2381" y="4595"/>
                      </a:lnTo>
                      <a:lnTo>
                        <a:pt x="2411" y="4601"/>
                      </a:lnTo>
                      <a:lnTo>
                        <a:pt x="2441" y="4609"/>
                      </a:lnTo>
                      <a:lnTo>
                        <a:pt x="2472" y="4619"/>
                      </a:lnTo>
                      <a:lnTo>
                        <a:pt x="2501" y="4630"/>
                      </a:lnTo>
                      <a:lnTo>
                        <a:pt x="2529" y="4642"/>
                      </a:lnTo>
                      <a:lnTo>
                        <a:pt x="2558" y="4656"/>
                      </a:lnTo>
                      <a:lnTo>
                        <a:pt x="2586" y="4671"/>
                      </a:lnTo>
                      <a:lnTo>
                        <a:pt x="2613" y="4689"/>
                      </a:lnTo>
                      <a:lnTo>
                        <a:pt x="2639" y="4707"/>
                      </a:lnTo>
                      <a:lnTo>
                        <a:pt x="2665" y="4727"/>
                      </a:lnTo>
                      <a:lnTo>
                        <a:pt x="2689" y="4748"/>
                      </a:lnTo>
                      <a:lnTo>
                        <a:pt x="2714" y="4770"/>
                      </a:lnTo>
                      <a:lnTo>
                        <a:pt x="5332" y="7384"/>
                      </a:lnTo>
                      <a:lnTo>
                        <a:pt x="5357" y="7406"/>
                      </a:lnTo>
                      <a:lnTo>
                        <a:pt x="5382" y="7427"/>
                      </a:lnTo>
                      <a:lnTo>
                        <a:pt x="5407" y="7448"/>
                      </a:lnTo>
                      <a:lnTo>
                        <a:pt x="5433" y="7466"/>
                      </a:lnTo>
                      <a:lnTo>
                        <a:pt x="5460" y="7483"/>
                      </a:lnTo>
                      <a:lnTo>
                        <a:pt x="5489" y="7498"/>
                      </a:lnTo>
                      <a:lnTo>
                        <a:pt x="5517" y="7512"/>
                      </a:lnTo>
                      <a:lnTo>
                        <a:pt x="5546" y="7524"/>
                      </a:lnTo>
                      <a:lnTo>
                        <a:pt x="5575" y="7535"/>
                      </a:lnTo>
                      <a:lnTo>
                        <a:pt x="5604" y="7545"/>
                      </a:lnTo>
                      <a:lnTo>
                        <a:pt x="5635" y="7553"/>
                      </a:lnTo>
                      <a:lnTo>
                        <a:pt x="5665" y="7559"/>
                      </a:lnTo>
                      <a:lnTo>
                        <a:pt x="5696" y="7565"/>
                      </a:lnTo>
                      <a:lnTo>
                        <a:pt x="5726" y="7569"/>
                      </a:lnTo>
                      <a:lnTo>
                        <a:pt x="5758" y="7571"/>
                      </a:lnTo>
                      <a:lnTo>
                        <a:pt x="5789" y="7572"/>
                      </a:lnTo>
                      <a:lnTo>
                        <a:pt x="5819" y="7571"/>
                      </a:lnTo>
                      <a:lnTo>
                        <a:pt x="5850" y="7569"/>
                      </a:lnTo>
                      <a:lnTo>
                        <a:pt x="5882" y="7565"/>
                      </a:lnTo>
                      <a:lnTo>
                        <a:pt x="5912" y="7559"/>
                      </a:lnTo>
                      <a:lnTo>
                        <a:pt x="5942" y="7552"/>
                      </a:lnTo>
                      <a:lnTo>
                        <a:pt x="5972" y="7544"/>
                      </a:lnTo>
                      <a:lnTo>
                        <a:pt x="6003" y="7535"/>
                      </a:lnTo>
                      <a:lnTo>
                        <a:pt x="6032" y="7524"/>
                      </a:lnTo>
                      <a:lnTo>
                        <a:pt x="6060" y="7512"/>
                      </a:lnTo>
                      <a:lnTo>
                        <a:pt x="6089" y="7498"/>
                      </a:lnTo>
                      <a:lnTo>
                        <a:pt x="6117" y="7482"/>
                      </a:lnTo>
                      <a:lnTo>
                        <a:pt x="6144" y="7465"/>
                      </a:lnTo>
                      <a:lnTo>
                        <a:pt x="6170" y="7447"/>
                      </a:lnTo>
                      <a:lnTo>
                        <a:pt x="6196" y="7426"/>
                      </a:lnTo>
                      <a:lnTo>
                        <a:pt x="6220" y="7405"/>
                      </a:lnTo>
                      <a:lnTo>
                        <a:pt x="6245" y="7383"/>
                      </a:lnTo>
                      <a:lnTo>
                        <a:pt x="13421" y="190"/>
                      </a:lnTo>
                      <a:lnTo>
                        <a:pt x="13445" y="166"/>
                      </a:lnTo>
                      <a:lnTo>
                        <a:pt x="13470" y="145"/>
                      </a:lnTo>
                      <a:lnTo>
                        <a:pt x="13495" y="125"/>
                      </a:lnTo>
                      <a:lnTo>
                        <a:pt x="13521" y="107"/>
                      </a:lnTo>
                      <a:lnTo>
                        <a:pt x="13549" y="90"/>
                      </a:lnTo>
                      <a:lnTo>
                        <a:pt x="13577" y="75"/>
                      </a:lnTo>
                      <a:lnTo>
                        <a:pt x="13605" y="60"/>
                      </a:lnTo>
                      <a:lnTo>
                        <a:pt x="13634" y="47"/>
                      </a:lnTo>
                      <a:lnTo>
                        <a:pt x="13663" y="36"/>
                      </a:lnTo>
                      <a:lnTo>
                        <a:pt x="13693" y="27"/>
                      </a:lnTo>
                      <a:lnTo>
                        <a:pt x="13723" y="19"/>
                      </a:lnTo>
                      <a:lnTo>
                        <a:pt x="13753" y="12"/>
                      </a:lnTo>
                      <a:lnTo>
                        <a:pt x="13784" y="7"/>
                      </a:lnTo>
                      <a:lnTo>
                        <a:pt x="13815" y="3"/>
                      </a:lnTo>
                      <a:lnTo>
                        <a:pt x="13846" y="1"/>
                      </a:lnTo>
                      <a:lnTo>
                        <a:pt x="13877" y="0"/>
                      </a:lnTo>
                      <a:lnTo>
                        <a:pt x="13908" y="1"/>
                      </a:lnTo>
                      <a:lnTo>
                        <a:pt x="13939" y="3"/>
                      </a:lnTo>
                      <a:lnTo>
                        <a:pt x="13970" y="6"/>
                      </a:lnTo>
                      <a:lnTo>
                        <a:pt x="14000" y="11"/>
                      </a:lnTo>
                      <a:lnTo>
                        <a:pt x="14031" y="18"/>
                      </a:lnTo>
                      <a:lnTo>
                        <a:pt x="14062" y="26"/>
                      </a:lnTo>
                      <a:lnTo>
                        <a:pt x="14091" y="35"/>
                      </a:lnTo>
                      <a:lnTo>
                        <a:pt x="14120" y="46"/>
                      </a:lnTo>
                      <a:lnTo>
                        <a:pt x="14149" y="58"/>
                      </a:lnTo>
                      <a:lnTo>
                        <a:pt x="14178" y="73"/>
                      </a:lnTo>
                      <a:lnTo>
                        <a:pt x="14206" y="88"/>
                      </a:lnTo>
                      <a:lnTo>
                        <a:pt x="14233" y="105"/>
                      </a:lnTo>
                      <a:lnTo>
                        <a:pt x="14259" y="123"/>
                      </a:lnTo>
                      <a:lnTo>
                        <a:pt x="14285" y="143"/>
                      </a:lnTo>
                      <a:lnTo>
                        <a:pt x="14310" y="164"/>
                      </a:lnTo>
                      <a:lnTo>
                        <a:pt x="14334" y="186"/>
                      </a:lnTo>
                      <a:lnTo>
                        <a:pt x="15938" y="1780"/>
                      </a:lnTo>
                      <a:lnTo>
                        <a:pt x="15962" y="1804"/>
                      </a:lnTo>
                      <a:lnTo>
                        <a:pt x="15983" y="1829"/>
                      </a:lnTo>
                      <a:lnTo>
                        <a:pt x="16003" y="1855"/>
                      </a:lnTo>
                      <a:lnTo>
                        <a:pt x="16021" y="1881"/>
                      </a:lnTo>
                      <a:lnTo>
                        <a:pt x="16038" y="1908"/>
                      </a:lnTo>
                      <a:lnTo>
                        <a:pt x="16053" y="1935"/>
                      </a:lnTo>
                      <a:lnTo>
                        <a:pt x="16068" y="1964"/>
                      </a:lnTo>
                      <a:lnTo>
                        <a:pt x="16081" y="1993"/>
                      </a:lnTo>
                      <a:lnTo>
                        <a:pt x="16092" y="2022"/>
                      </a:lnTo>
                      <a:lnTo>
                        <a:pt x="16101" y="2051"/>
                      </a:lnTo>
                      <a:lnTo>
                        <a:pt x="16109" y="2082"/>
                      </a:lnTo>
                      <a:lnTo>
                        <a:pt x="16116" y="2112"/>
                      </a:lnTo>
                      <a:lnTo>
                        <a:pt x="16121" y="2143"/>
                      </a:lnTo>
                      <a:lnTo>
                        <a:pt x="16125" y="2173"/>
                      </a:lnTo>
                      <a:lnTo>
                        <a:pt x="16127" y="2205"/>
                      </a:lnTo>
                      <a:lnTo>
                        <a:pt x="16128" y="2236"/>
                      </a:lnTo>
                      <a:lnTo>
                        <a:pt x="16127" y="2266"/>
                      </a:lnTo>
                      <a:lnTo>
                        <a:pt x="16125" y="2297"/>
                      </a:lnTo>
                      <a:lnTo>
                        <a:pt x="16122" y="2328"/>
                      </a:lnTo>
                      <a:lnTo>
                        <a:pt x="16117" y="2359"/>
                      </a:lnTo>
                      <a:lnTo>
                        <a:pt x="16110" y="2389"/>
                      </a:lnTo>
                      <a:lnTo>
                        <a:pt x="16102" y="2419"/>
                      </a:lnTo>
                      <a:lnTo>
                        <a:pt x="16093" y="2449"/>
                      </a:lnTo>
                      <a:lnTo>
                        <a:pt x="16082" y="2478"/>
                      </a:lnTo>
                      <a:lnTo>
                        <a:pt x="16069" y="2507"/>
                      </a:lnTo>
                      <a:lnTo>
                        <a:pt x="16055" y="2535"/>
                      </a:lnTo>
                      <a:lnTo>
                        <a:pt x="16039" y="2564"/>
                      </a:lnTo>
                      <a:lnTo>
                        <a:pt x="16023" y="2591"/>
                      </a:lnTo>
                      <a:lnTo>
                        <a:pt x="16004" y="2617"/>
                      </a:lnTo>
                      <a:lnTo>
                        <a:pt x="15985" y="2642"/>
                      </a:lnTo>
                      <a:lnTo>
                        <a:pt x="15964" y="2667"/>
                      </a:lnTo>
                      <a:lnTo>
                        <a:pt x="15941" y="2692"/>
                      </a:lnTo>
                      <a:lnTo>
                        <a:pt x="7238" y="11415"/>
                      </a:lnTo>
                      <a:lnTo>
                        <a:pt x="7214" y="11439"/>
                      </a:lnTo>
                      <a:lnTo>
                        <a:pt x="7188" y="11462"/>
                      </a:lnTo>
                      <a:lnTo>
                        <a:pt x="7162" y="11485"/>
                      </a:lnTo>
                      <a:lnTo>
                        <a:pt x="7134" y="11507"/>
                      </a:lnTo>
                      <a:lnTo>
                        <a:pt x="7104" y="11529"/>
                      </a:lnTo>
                      <a:lnTo>
                        <a:pt x="7074" y="11550"/>
                      </a:lnTo>
                      <a:lnTo>
                        <a:pt x="7043" y="11572"/>
                      </a:lnTo>
                      <a:lnTo>
                        <a:pt x="7011" y="11593"/>
                      </a:lnTo>
                      <a:lnTo>
                        <a:pt x="6977" y="11613"/>
                      </a:lnTo>
                      <a:lnTo>
                        <a:pt x="6943" y="11632"/>
                      </a:lnTo>
                      <a:lnTo>
                        <a:pt x="6909" y="11651"/>
                      </a:lnTo>
                      <a:lnTo>
                        <a:pt x="6874" y="11670"/>
                      </a:lnTo>
                      <a:lnTo>
                        <a:pt x="6837" y="11688"/>
                      </a:lnTo>
                      <a:lnTo>
                        <a:pt x="6801" y="11706"/>
                      </a:lnTo>
                      <a:lnTo>
                        <a:pt x="6765" y="11722"/>
                      </a:lnTo>
                      <a:lnTo>
                        <a:pt x="6727" y="11738"/>
                      </a:lnTo>
                      <a:lnTo>
                        <a:pt x="6689" y="11753"/>
                      </a:lnTo>
                      <a:lnTo>
                        <a:pt x="6652" y="11767"/>
                      </a:lnTo>
                      <a:lnTo>
                        <a:pt x="6613" y="11781"/>
                      </a:lnTo>
                      <a:lnTo>
                        <a:pt x="6576" y="11793"/>
                      </a:lnTo>
                      <a:lnTo>
                        <a:pt x="6538" y="11805"/>
                      </a:lnTo>
                      <a:lnTo>
                        <a:pt x="6500" y="11817"/>
                      </a:lnTo>
                      <a:lnTo>
                        <a:pt x="6461" y="11827"/>
                      </a:lnTo>
                      <a:lnTo>
                        <a:pt x="6424" y="11836"/>
                      </a:lnTo>
                      <a:lnTo>
                        <a:pt x="6387" y="11844"/>
                      </a:lnTo>
                      <a:lnTo>
                        <a:pt x="6349" y="11852"/>
                      </a:lnTo>
                      <a:lnTo>
                        <a:pt x="6313" y="11858"/>
                      </a:lnTo>
                      <a:lnTo>
                        <a:pt x="6277" y="11863"/>
                      </a:lnTo>
                      <a:lnTo>
                        <a:pt x="6241" y="11867"/>
                      </a:lnTo>
                      <a:lnTo>
                        <a:pt x="6205" y="11870"/>
                      </a:lnTo>
                      <a:lnTo>
                        <a:pt x="6171" y="11871"/>
                      </a:lnTo>
                      <a:lnTo>
                        <a:pt x="6138" y="11872"/>
                      </a:lnTo>
                      <a:lnTo>
                        <a:pt x="5386" y="11872"/>
                      </a:lnTo>
                      <a:lnTo>
                        <a:pt x="5352" y="11871"/>
                      </a:lnTo>
                      <a:lnTo>
                        <a:pt x="5318" y="11870"/>
                      </a:lnTo>
                      <a:lnTo>
                        <a:pt x="5283" y="11867"/>
                      </a:lnTo>
                      <a:lnTo>
                        <a:pt x="5247" y="11863"/>
                      </a:lnTo>
                      <a:lnTo>
                        <a:pt x="5210" y="11858"/>
                      </a:lnTo>
                      <a:lnTo>
                        <a:pt x="5174" y="11851"/>
                      </a:lnTo>
                      <a:lnTo>
                        <a:pt x="5137" y="11844"/>
                      </a:lnTo>
                      <a:lnTo>
                        <a:pt x="5099" y="11836"/>
                      </a:lnTo>
                      <a:lnTo>
                        <a:pt x="5062" y="11827"/>
                      </a:lnTo>
                      <a:lnTo>
                        <a:pt x="5024" y="11817"/>
                      </a:lnTo>
                      <a:lnTo>
                        <a:pt x="4986" y="11805"/>
                      </a:lnTo>
                      <a:lnTo>
                        <a:pt x="4948" y="11793"/>
                      </a:lnTo>
                      <a:lnTo>
                        <a:pt x="4910" y="11780"/>
                      </a:lnTo>
                      <a:lnTo>
                        <a:pt x="4872" y="11767"/>
                      </a:lnTo>
                      <a:lnTo>
                        <a:pt x="4834" y="11753"/>
                      </a:lnTo>
                      <a:lnTo>
                        <a:pt x="4796" y="11738"/>
                      </a:lnTo>
                      <a:lnTo>
                        <a:pt x="4760" y="11722"/>
                      </a:lnTo>
                      <a:lnTo>
                        <a:pt x="4722" y="11705"/>
                      </a:lnTo>
                      <a:lnTo>
                        <a:pt x="4686" y="11688"/>
                      </a:lnTo>
                      <a:lnTo>
                        <a:pt x="4650" y="11669"/>
                      </a:lnTo>
                      <a:lnTo>
                        <a:pt x="4615" y="11651"/>
                      </a:lnTo>
                      <a:lnTo>
                        <a:pt x="4580" y="11632"/>
                      </a:lnTo>
                      <a:lnTo>
                        <a:pt x="4546" y="11612"/>
                      </a:lnTo>
                      <a:lnTo>
                        <a:pt x="4513" y="11592"/>
                      </a:lnTo>
                      <a:lnTo>
                        <a:pt x="4481" y="11572"/>
                      </a:lnTo>
                      <a:lnTo>
                        <a:pt x="4449" y="11550"/>
                      </a:lnTo>
                      <a:lnTo>
                        <a:pt x="4419" y="11528"/>
                      </a:lnTo>
                      <a:lnTo>
                        <a:pt x="4390" y="11506"/>
                      </a:lnTo>
                      <a:lnTo>
                        <a:pt x="4363" y="11484"/>
                      </a:lnTo>
                      <a:lnTo>
                        <a:pt x="4335" y="11462"/>
                      </a:lnTo>
                      <a:lnTo>
                        <a:pt x="4310" y="11439"/>
                      </a:lnTo>
                      <a:lnTo>
                        <a:pt x="4286" y="11414"/>
                      </a:lnTo>
                      <a:lnTo>
                        <a:pt x="187" y="729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1200">
                    <a:solidFill>
                      <a:schemeClr val="bg1"/>
                    </a:solidFill>
                    <a:latin typeface="Poppins Light" panose="02000000000000000000" pitchFamily="2" charset="0"/>
                    <a:ea typeface="Open Sans" panose="020B0606030504020204" pitchFamily="34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BCFF450F-DF34-4A5A-83C7-6AD757D9AA72}"/>
                    </a:ext>
                  </a:extLst>
                </p:cNvPr>
                <p:cNvSpPr txBox="1"/>
                <p:nvPr/>
              </p:nvSpPr>
              <p:spPr>
                <a:xfrm>
                  <a:off x="1658141" y="5364757"/>
                  <a:ext cx="2323301" cy="36570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" dirty="0">
                      <a:solidFill>
                        <a:schemeClr val="bg1"/>
                      </a:solidFill>
                      <a:latin typeface="Poppins Light" panose="02000000000000000000" pitchFamily="2" charset="0"/>
                      <a:ea typeface="Open Sans" panose="020B0606030504020204" pitchFamily="34" charset="0"/>
                      <a:cs typeface="Poppins Light" panose="02000000000000000000" pitchFamily="2" charset="0"/>
                    </a:rPr>
                    <a:t>Insert Statement Here</a:t>
                  </a:r>
                </a:p>
              </p:txBody>
            </p:sp>
          </p:grpSp>
        </p:grpSp>
      </p:grpSp>
      <p:sp>
        <p:nvSpPr>
          <p:cNvPr id="225" name="Oval 224">
            <a:extLst>
              <a:ext uri="{FF2B5EF4-FFF2-40B4-BE49-F238E27FC236}">
                <a16:creationId xmlns:a16="http://schemas.microsoft.com/office/drawing/2014/main" id="{752B1458-C31D-408C-8126-7B0875C778C6}"/>
              </a:ext>
            </a:extLst>
          </p:cNvPr>
          <p:cNvSpPr/>
          <p:nvPr/>
        </p:nvSpPr>
        <p:spPr>
          <a:xfrm>
            <a:off x="10670412" y="1690432"/>
            <a:ext cx="269507" cy="269507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>
                  <a:alpha val="99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6" name="Oval 225">
            <a:extLst>
              <a:ext uri="{FF2B5EF4-FFF2-40B4-BE49-F238E27FC236}">
                <a16:creationId xmlns:a16="http://schemas.microsoft.com/office/drawing/2014/main" id="{117E72CA-3CBE-4E2A-B0D4-4251D1FEE7B3}"/>
              </a:ext>
            </a:extLst>
          </p:cNvPr>
          <p:cNvSpPr/>
          <p:nvPr/>
        </p:nvSpPr>
        <p:spPr>
          <a:xfrm>
            <a:off x="2898975" y="6376336"/>
            <a:ext cx="839069" cy="8390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7" name="Oval 226">
            <a:extLst>
              <a:ext uri="{FF2B5EF4-FFF2-40B4-BE49-F238E27FC236}">
                <a16:creationId xmlns:a16="http://schemas.microsoft.com/office/drawing/2014/main" id="{298E7F45-6068-40DC-A5C8-F70589FFA409}"/>
              </a:ext>
            </a:extLst>
          </p:cNvPr>
          <p:cNvSpPr/>
          <p:nvPr/>
        </p:nvSpPr>
        <p:spPr>
          <a:xfrm>
            <a:off x="4770426" y="611056"/>
            <a:ext cx="145254" cy="145254"/>
          </a:xfrm>
          <a:prstGeom prst="ellipse">
            <a:avLst/>
          </a:prstGeom>
          <a:gradFill>
            <a:gsLst>
              <a:gs pos="2000">
                <a:schemeClr val="accent1"/>
              </a:gs>
              <a:gs pos="100000">
                <a:schemeClr val="accent2">
                  <a:alpha val="99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375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12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13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2" decel="10000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8" decel="10000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2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2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1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3.33333E-6 1.48148E-6 L -3.33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1.66667E-6 -2.22222E-6 L 1.66667E-6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1.48148E-6 L -3.33333E-6 0.02847 " pathEditMode="relative" rAng="0" ptsTypes="AA">
                                          <p:cBhvr>
                                            <p:cTn id="67" dur="100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7" grpId="0" animBg="1"/>
          <p:bldP spid="180" grpId="0"/>
          <p:bldP spid="180" grpId="1"/>
          <p:bldP spid="181" grpId="0" animBg="1"/>
          <p:bldP spid="182" grpId="0" animBg="1"/>
          <p:bldP spid="202" grpId="0" animBg="1"/>
          <p:bldP spid="203" grpId="0" animBg="1"/>
          <p:bldP spid="225" grpId="0" animBg="1"/>
          <p:bldP spid="225" grpId="1" animBg="1"/>
          <p:bldP spid="226" grpId="0" animBg="1"/>
          <p:bldP spid="226" grpId="1" animBg="1"/>
          <p:bldP spid="227" grpId="0" animBg="1"/>
          <p:bldP spid="22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" presetClass="entr" presetSubtype="4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1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2.5E-6 4.07407E-6 L 2.5E-6 0.00949 " pathEditMode="relative" rAng="0" ptsTypes="AA">
                                          <p:cBhvr>
                                            <p:cTn id="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2" decel="10000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8" decel="10000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750"/>
                                            <p:tgtEl>
                                              <p:spTgt spid="2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750"/>
                                            <p:tgtEl>
                                              <p:spTgt spid="1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750"/>
                                            <p:tgtEl>
                                              <p:spTgt spid="2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10" presetClass="entr" presetSubtype="0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9" dur="750"/>
                                            <p:tgtEl>
                                              <p:spTgt spid="1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accel="50000" decel="50000" autoRev="1" fill="hold" grpId="1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animMotion origin="layout" path="M -3.33333E-6 1.48148E-6 L -3.33333E-6 0.02847 " pathEditMode="relative" rAng="0" ptsTypes="AA">
                                          <p:cBhvr>
                                            <p:cTn id="55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decel="100000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75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42" presetClass="path" presetSubtype="0" repeatCount="indefinite" accel="50000" decel="50000" autoRev="1" fill="hold" grpId="1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Motion origin="layout" path="M 1.66667E-6 -2.22222E-6 L 1.66667E-6 0.02847 " pathEditMode="relative" rAng="0" ptsTypes="AA">
                                          <p:cBhvr>
                                            <p:cTn id="61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decel="100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75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75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-3.33333E-6 1.48148E-6 L -3.33333E-6 0.02847 " pathEditMode="relative" rAng="0" ptsTypes="AA">
                                          <p:cBhvr>
                                            <p:cTn id="67" dur="1000" fill="hold"/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7" grpId="0" animBg="1"/>
          <p:bldP spid="180" grpId="0"/>
          <p:bldP spid="180" grpId="1"/>
          <p:bldP spid="181" grpId="0" animBg="1"/>
          <p:bldP spid="182" grpId="0" animBg="1"/>
          <p:bldP spid="202" grpId="0" animBg="1"/>
          <p:bldP spid="203" grpId="0" animBg="1"/>
          <p:bldP spid="225" grpId="0" animBg="1"/>
          <p:bldP spid="225" grpId="1" animBg="1"/>
          <p:bldP spid="226" grpId="0" animBg="1"/>
          <p:bldP spid="226" grpId="1" animBg="1"/>
          <p:bldP spid="227" grpId="0" animBg="1"/>
          <p:bldP spid="227" grpId="1" animBg="1"/>
        </p:bldLst>
      </p:timing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>
            <a:extLst>
              <a:ext uri="{FF2B5EF4-FFF2-40B4-BE49-F238E27FC236}">
                <a16:creationId xmlns:a16="http://schemas.microsoft.com/office/drawing/2014/main" id="{745036B2-DD0A-46C9-A694-8B41ACEA3952}"/>
              </a:ext>
            </a:extLst>
          </p:cNvPr>
          <p:cNvGrpSpPr/>
          <p:nvPr/>
        </p:nvGrpSpPr>
        <p:grpSpPr>
          <a:xfrm>
            <a:off x="9175756" y="-2821"/>
            <a:ext cx="3016243" cy="3451968"/>
            <a:chOff x="8708710" y="-2821"/>
            <a:chExt cx="3483290" cy="3986484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C4B2172-A80A-474B-9806-A6C38D78CCFE}"/>
                </a:ext>
              </a:extLst>
            </p:cNvPr>
            <p:cNvSpPr/>
            <p:nvPr/>
          </p:nvSpPr>
          <p:spPr>
            <a:xfrm>
              <a:off x="8708710" y="-2821"/>
              <a:ext cx="3477018" cy="2951157"/>
            </a:xfrm>
            <a:custGeom>
              <a:avLst/>
              <a:gdLst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671011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671011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839453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27927"/>
                <a:gd name="connsiteX1" fmla="*/ 2502569 w 6039853"/>
                <a:gd name="connsiteY1" fmla="*/ 1925053 h 6327927"/>
                <a:gd name="connsiteX2" fmla="*/ 2839453 w 6039853"/>
                <a:gd name="connsiteY2" fmla="*/ 4932948 h 6327927"/>
                <a:gd name="connsiteX3" fmla="*/ 6039853 w 6039853"/>
                <a:gd name="connsiteY3" fmla="*/ 6304548 h 6327927"/>
                <a:gd name="connsiteX4" fmla="*/ 5967664 w 6039853"/>
                <a:gd name="connsiteY4" fmla="*/ 0 h 6327927"/>
                <a:gd name="connsiteX5" fmla="*/ 0 w 6039853"/>
                <a:gd name="connsiteY5" fmla="*/ 0 h 6327927"/>
                <a:gd name="connsiteX0" fmla="*/ 0 w 6039853"/>
                <a:gd name="connsiteY0" fmla="*/ 0 h 6354071"/>
                <a:gd name="connsiteX1" fmla="*/ 2502569 w 6039853"/>
                <a:gd name="connsiteY1" fmla="*/ 1925053 h 6354071"/>
                <a:gd name="connsiteX2" fmla="*/ 2839453 w 6039853"/>
                <a:gd name="connsiteY2" fmla="*/ 4932948 h 6354071"/>
                <a:gd name="connsiteX3" fmla="*/ 6039853 w 6039853"/>
                <a:gd name="connsiteY3" fmla="*/ 6304548 h 6354071"/>
                <a:gd name="connsiteX4" fmla="*/ 5967664 w 6039853"/>
                <a:gd name="connsiteY4" fmla="*/ 0 h 6354071"/>
                <a:gd name="connsiteX5" fmla="*/ 0 w 6039853"/>
                <a:gd name="connsiteY5" fmla="*/ 0 h 6354071"/>
                <a:gd name="connsiteX0" fmla="*/ 0 w 6039853"/>
                <a:gd name="connsiteY0" fmla="*/ 0 h 6354071"/>
                <a:gd name="connsiteX1" fmla="*/ 2502569 w 6039853"/>
                <a:gd name="connsiteY1" fmla="*/ 1925053 h 6354071"/>
                <a:gd name="connsiteX2" fmla="*/ 2839453 w 6039853"/>
                <a:gd name="connsiteY2" fmla="*/ 4932948 h 6354071"/>
                <a:gd name="connsiteX3" fmla="*/ 6039853 w 6039853"/>
                <a:gd name="connsiteY3" fmla="*/ 6304548 h 6354071"/>
                <a:gd name="connsiteX4" fmla="*/ 6005764 w 6039853"/>
                <a:gd name="connsiteY4" fmla="*/ 0 h 6354071"/>
                <a:gd name="connsiteX5" fmla="*/ 0 w 6039853"/>
                <a:gd name="connsiteY5" fmla="*/ 0 h 6354071"/>
                <a:gd name="connsiteX0" fmla="*/ 0 w 6005764"/>
                <a:gd name="connsiteY0" fmla="*/ 0 h 6290613"/>
                <a:gd name="connsiteX1" fmla="*/ 2502569 w 6005764"/>
                <a:gd name="connsiteY1" fmla="*/ 1925053 h 6290613"/>
                <a:gd name="connsiteX2" fmla="*/ 2839453 w 6005764"/>
                <a:gd name="connsiteY2" fmla="*/ 4932948 h 6290613"/>
                <a:gd name="connsiteX3" fmla="*/ 6001753 w 6005764"/>
                <a:gd name="connsiteY3" fmla="*/ 6266448 h 6290613"/>
                <a:gd name="connsiteX4" fmla="*/ 6005764 w 6005764"/>
                <a:gd name="connsiteY4" fmla="*/ 0 h 6290613"/>
                <a:gd name="connsiteX5" fmla="*/ 0 w 6005764"/>
                <a:gd name="connsiteY5" fmla="*/ 0 h 6290613"/>
                <a:gd name="connsiteX0" fmla="*/ 0 w 6005764"/>
                <a:gd name="connsiteY0" fmla="*/ 0 h 6300010"/>
                <a:gd name="connsiteX1" fmla="*/ 2502569 w 6005764"/>
                <a:gd name="connsiteY1" fmla="*/ 1925053 h 6300010"/>
                <a:gd name="connsiteX2" fmla="*/ 2839453 w 6005764"/>
                <a:gd name="connsiteY2" fmla="*/ 4932948 h 6300010"/>
                <a:gd name="connsiteX3" fmla="*/ 6001753 w 6005764"/>
                <a:gd name="connsiteY3" fmla="*/ 6266448 h 6300010"/>
                <a:gd name="connsiteX4" fmla="*/ 6005764 w 6005764"/>
                <a:gd name="connsiteY4" fmla="*/ 0 h 6300010"/>
                <a:gd name="connsiteX5" fmla="*/ 0 w 6005764"/>
                <a:gd name="connsiteY5" fmla="*/ 0 h 6300010"/>
                <a:gd name="connsiteX0" fmla="*/ 0 w 6005764"/>
                <a:gd name="connsiteY0" fmla="*/ 0 h 6301252"/>
                <a:gd name="connsiteX1" fmla="*/ 2502569 w 6005764"/>
                <a:gd name="connsiteY1" fmla="*/ 1925053 h 6301252"/>
                <a:gd name="connsiteX2" fmla="*/ 2839453 w 6005764"/>
                <a:gd name="connsiteY2" fmla="*/ 4932948 h 6301252"/>
                <a:gd name="connsiteX3" fmla="*/ 6001753 w 6005764"/>
                <a:gd name="connsiteY3" fmla="*/ 6266448 h 6301252"/>
                <a:gd name="connsiteX4" fmla="*/ 6005764 w 6005764"/>
                <a:gd name="connsiteY4" fmla="*/ 0 h 6301252"/>
                <a:gd name="connsiteX5" fmla="*/ 0 w 6005764"/>
                <a:gd name="connsiteY5" fmla="*/ 0 h 6301252"/>
                <a:gd name="connsiteX0" fmla="*/ 0 w 6005764"/>
                <a:gd name="connsiteY0" fmla="*/ 0 h 6328404"/>
                <a:gd name="connsiteX1" fmla="*/ 2502569 w 6005764"/>
                <a:gd name="connsiteY1" fmla="*/ 1925053 h 6328404"/>
                <a:gd name="connsiteX2" fmla="*/ 2839453 w 6005764"/>
                <a:gd name="connsiteY2" fmla="*/ 4932948 h 6328404"/>
                <a:gd name="connsiteX3" fmla="*/ 6001753 w 6005764"/>
                <a:gd name="connsiteY3" fmla="*/ 6266448 h 6328404"/>
                <a:gd name="connsiteX4" fmla="*/ 6005764 w 6005764"/>
                <a:gd name="connsiteY4" fmla="*/ 0 h 6328404"/>
                <a:gd name="connsiteX5" fmla="*/ 0 w 6005764"/>
                <a:gd name="connsiteY5" fmla="*/ 0 h 6328404"/>
                <a:gd name="connsiteX0" fmla="*/ 0 w 6005764"/>
                <a:gd name="connsiteY0" fmla="*/ 0 h 6321734"/>
                <a:gd name="connsiteX1" fmla="*/ 2502569 w 6005764"/>
                <a:gd name="connsiteY1" fmla="*/ 1925053 h 6321734"/>
                <a:gd name="connsiteX2" fmla="*/ 3273143 w 6005764"/>
                <a:gd name="connsiteY2" fmla="*/ 4856415 h 6321734"/>
                <a:gd name="connsiteX3" fmla="*/ 6001753 w 6005764"/>
                <a:gd name="connsiteY3" fmla="*/ 6266448 h 6321734"/>
                <a:gd name="connsiteX4" fmla="*/ 6005764 w 6005764"/>
                <a:gd name="connsiteY4" fmla="*/ 0 h 6321734"/>
                <a:gd name="connsiteX5" fmla="*/ 0 w 6005764"/>
                <a:gd name="connsiteY5" fmla="*/ 0 h 6321734"/>
                <a:gd name="connsiteX0" fmla="*/ 0 w 6005764"/>
                <a:gd name="connsiteY0" fmla="*/ 0 h 6312022"/>
                <a:gd name="connsiteX1" fmla="*/ 2502569 w 6005764"/>
                <a:gd name="connsiteY1" fmla="*/ 1925053 h 6312022"/>
                <a:gd name="connsiteX2" fmla="*/ 3273143 w 6005764"/>
                <a:gd name="connsiteY2" fmla="*/ 4856415 h 6312022"/>
                <a:gd name="connsiteX3" fmla="*/ 6001753 w 6005764"/>
                <a:gd name="connsiteY3" fmla="*/ 6266448 h 6312022"/>
                <a:gd name="connsiteX4" fmla="*/ 6005764 w 6005764"/>
                <a:gd name="connsiteY4" fmla="*/ 0 h 6312022"/>
                <a:gd name="connsiteX5" fmla="*/ 0 w 6005764"/>
                <a:gd name="connsiteY5" fmla="*/ 0 h 6312022"/>
                <a:gd name="connsiteX0" fmla="*/ 0 w 6005764"/>
                <a:gd name="connsiteY0" fmla="*/ 0 h 6312023"/>
                <a:gd name="connsiteX1" fmla="*/ 2502569 w 6005764"/>
                <a:gd name="connsiteY1" fmla="*/ 1925053 h 6312023"/>
                <a:gd name="connsiteX2" fmla="*/ 3145587 w 6005764"/>
                <a:gd name="connsiteY2" fmla="*/ 4856415 h 6312023"/>
                <a:gd name="connsiteX3" fmla="*/ 6001753 w 6005764"/>
                <a:gd name="connsiteY3" fmla="*/ 6266448 h 6312023"/>
                <a:gd name="connsiteX4" fmla="*/ 6005764 w 6005764"/>
                <a:gd name="connsiteY4" fmla="*/ 0 h 6312023"/>
                <a:gd name="connsiteX5" fmla="*/ 0 w 6005764"/>
                <a:gd name="connsiteY5" fmla="*/ 0 h 6312023"/>
                <a:gd name="connsiteX0" fmla="*/ 0 w 6005764"/>
                <a:gd name="connsiteY0" fmla="*/ 0 h 6318150"/>
                <a:gd name="connsiteX1" fmla="*/ 2502569 w 6005764"/>
                <a:gd name="connsiteY1" fmla="*/ 1925053 h 6318150"/>
                <a:gd name="connsiteX2" fmla="*/ 3145587 w 6005764"/>
                <a:gd name="connsiteY2" fmla="*/ 4856415 h 6318150"/>
                <a:gd name="connsiteX3" fmla="*/ 6001753 w 6005764"/>
                <a:gd name="connsiteY3" fmla="*/ 6266448 h 6318150"/>
                <a:gd name="connsiteX4" fmla="*/ 6005764 w 6005764"/>
                <a:gd name="connsiteY4" fmla="*/ 0 h 6318150"/>
                <a:gd name="connsiteX5" fmla="*/ 0 w 6005764"/>
                <a:gd name="connsiteY5" fmla="*/ 0 h 631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5764" h="6318150">
                  <a:moveTo>
                    <a:pt x="0" y="0"/>
                  </a:moveTo>
                  <a:cubicBezTo>
                    <a:pt x="66174" y="1417720"/>
                    <a:pt x="1978305" y="1115651"/>
                    <a:pt x="2502569" y="1925053"/>
                  </a:cubicBezTo>
                  <a:cubicBezTo>
                    <a:pt x="3026834" y="2734456"/>
                    <a:pt x="2714790" y="3661059"/>
                    <a:pt x="3145587" y="4856415"/>
                  </a:cubicBezTo>
                  <a:cubicBezTo>
                    <a:pt x="3576384" y="6051771"/>
                    <a:pt x="4643187" y="6477001"/>
                    <a:pt x="6001753" y="6266448"/>
                  </a:cubicBezTo>
                  <a:lnTo>
                    <a:pt x="6005764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rgbClr val="3D1E66">
                    <a:alpha val="0"/>
                  </a:srgbClr>
                </a:gs>
                <a:gs pos="33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B7DE160-987F-43B9-8B99-6C5B8FECA3AA}"/>
                </a:ext>
              </a:extLst>
            </p:cNvPr>
            <p:cNvSpPr/>
            <p:nvPr/>
          </p:nvSpPr>
          <p:spPr>
            <a:xfrm>
              <a:off x="11151742" y="668073"/>
              <a:ext cx="1040258" cy="3315590"/>
            </a:xfrm>
            <a:custGeom>
              <a:avLst/>
              <a:gdLst>
                <a:gd name="connsiteX0" fmla="*/ 2561234 w 2585297"/>
                <a:gd name="connsiteY0" fmla="*/ 0 h 6906127"/>
                <a:gd name="connsiteX1" fmla="*/ 780560 w 2585297"/>
                <a:gd name="connsiteY1" fmla="*/ 1852863 h 6906127"/>
                <a:gd name="connsiteX2" fmla="*/ 82728 w 2585297"/>
                <a:gd name="connsiteY2" fmla="*/ 4932948 h 6906127"/>
                <a:gd name="connsiteX3" fmla="*/ 2585297 w 2585297"/>
                <a:gd name="connsiteY3" fmla="*/ 6906127 h 6906127"/>
                <a:gd name="connsiteX4" fmla="*/ 2561234 w 2585297"/>
                <a:gd name="connsiteY4" fmla="*/ 0 h 6906127"/>
                <a:gd name="connsiteX0" fmla="*/ 2561234 w 2585297"/>
                <a:gd name="connsiteY0" fmla="*/ 10370 h 6916497"/>
                <a:gd name="connsiteX1" fmla="*/ 780560 w 2585297"/>
                <a:gd name="connsiteY1" fmla="*/ 1863233 h 6916497"/>
                <a:gd name="connsiteX2" fmla="*/ 82728 w 2585297"/>
                <a:gd name="connsiteY2" fmla="*/ 4943318 h 6916497"/>
                <a:gd name="connsiteX3" fmla="*/ 2585297 w 2585297"/>
                <a:gd name="connsiteY3" fmla="*/ 6916497 h 6916497"/>
                <a:gd name="connsiteX4" fmla="*/ 2561234 w 2585297"/>
                <a:gd name="connsiteY4" fmla="*/ 10370 h 6916497"/>
                <a:gd name="connsiteX0" fmla="*/ 2547392 w 2571455"/>
                <a:gd name="connsiteY0" fmla="*/ 8277 h 6914404"/>
                <a:gd name="connsiteX1" fmla="*/ 938168 w 2571455"/>
                <a:gd name="connsiteY1" fmla="*/ 2184990 h 6914404"/>
                <a:gd name="connsiteX2" fmla="*/ 68886 w 2571455"/>
                <a:gd name="connsiteY2" fmla="*/ 4941225 h 6914404"/>
                <a:gd name="connsiteX3" fmla="*/ 2571455 w 2571455"/>
                <a:gd name="connsiteY3" fmla="*/ 6914404 h 6914404"/>
                <a:gd name="connsiteX4" fmla="*/ 2547392 w 2571455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94895 w 2618958"/>
                <a:gd name="connsiteY0" fmla="*/ 8277 h 6914404"/>
                <a:gd name="connsiteX1" fmla="*/ 985671 w 2618958"/>
                <a:gd name="connsiteY1" fmla="*/ 2184990 h 6914404"/>
                <a:gd name="connsiteX2" fmla="*/ 116389 w 2618958"/>
                <a:gd name="connsiteY2" fmla="*/ 4941225 h 6914404"/>
                <a:gd name="connsiteX3" fmla="*/ 2618958 w 2618958"/>
                <a:gd name="connsiteY3" fmla="*/ 6914404 h 6914404"/>
                <a:gd name="connsiteX4" fmla="*/ 2594895 w 2618958"/>
                <a:gd name="connsiteY4" fmla="*/ 8277 h 6914404"/>
                <a:gd name="connsiteX0" fmla="*/ 2517149 w 2541212"/>
                <a:gd name="connsiteY0" fmla="*/ 8277 h 6914404"/>
                <a:gd name="connsiteX1" fmla="*/ 907925 w 2541212"/>
                <a:gd name="connsiteY1" fmla="*/ 2184990 h 6914404"/>
                <a:gd name="connsiteX2" fmla="*/ 38643 w 2541212"/>
                <a:gd name="connsiteY2" fmla="*/ 4941225 h 6914404"/>
                <a:gd name="connsiteX3" fmla="*/ 2541212 w 2541212"/>
                <a:gd name="connsiteY3" fmla="*/ 6914404 h 6914404"/>
                <a:gd name="connsiteX4" fmla="*/ 2517149 w 2541212"/>
                <a:gd name="connsiteY4" fmla="*/ 8277 h 691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212" h="6914404">
                  <a:moveTo>
                    <a:pt x="2517149" y="8277"/>
                  </a:moveTo>
                  <a:cubicBezTo>
                    <a:pt x="614154" y="-124071"/>
                    <a:pt x="1321009" y="1362832"/>
                    <a:pt x="907925" y="2184990"/>
                  </a:cubicBezTo>
                  <a:cubicBezTo>
                    <a:pt x="494841" y="3007148"/>
                    <a:pt x="-166896" y="3508464"/>
                    <a:pt x="38643" y="4941225"/>
                  </a:cubicBezTo>
                  <a:cubicBezTo>
                    <a:pt x="358482" y="6183486"/>
                    <a:pt x="1573672" y="6806120"/>
                    <a:pt x="2541212" y="6914404"/>
                  </a:cubicBezTo>
                  <a:lnTo>
                    <a:pt x="2517149" y="8277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31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688D7D71-4016-483B-B9F4-3EDCF585F1A1}"/>
              </a:ext>
            </a:extLst>
          </p:cNvPr>
          <p:cNvSpPr/>
          <p:nvPr/>
        </p:nvSpPr>
        <p:spPr>
          <a:xfrm>
            <a:off x="2966765" y="5128563"/>
            <a:ext cx="3050004" cy="727890"/>
          </a:xfrm>
          <a:custGeom>
            <a:avLst/>
            <a:gdLst>
              <a:gd name="connsiteX0" fmla="*/ 2485 w 2314596"/>
              <a:gd name="connsiteY0" fmla="*/ 162288 h 545544"/>
              <a:gd name="connsiteX1" fmla="*/ 1116910 w 2314596"/>
              <a:gd name="connsiteY1" fmla="*/ 363 h 545544"/>
              <a:gd name="connsiteX2" fmla="*/ 2269435 w 2314596"/>
              <a:gd name="connsiteY2" fmla="*/ 200388 h 545544"/>
              <a:gd name="connsiteX3" fmla="*/ 2040835 w 2314596"/>
              <a:gd name="connsiteY3" fmla="*/ 371838 h 545544"/>
              <a:gd name="connsiteX4" fmla="*/ 1659835 w 2314596"/>
              <a:gd name="connsiteY4" fmla="*/ 343263 h 545544"/>
              <a:gd name="connsiteX5" fmla="*/ 1431235 w 2314596"/>
              <a:gd name="connsiteY5" fmla="*/ 543288 h 545544"/>
              <a:gd name="connsiteX6" fmla="*/ 2485 w 2314596"/>
              <a:gd name="connsiteY6" fmla="*/ 162288 h 545544"/>
              <a:gd name="connsiteX0" fmla="*/ 7443 w 2319554"/>
              <a:gd name="connsiteY0" fmla="*/ 163931 h 547187"/>
              <a:gd name="connsiteX1" fmla="*/ 1121868 w 2319554"/>
              <a:gd name="connsiteY1" fmla="*/ 2006 h 547187"/>
              <a:gd name="connsiteX2" fmla="*/ 2274393 w 2319554"/>
              <a:gd name="connsiteY2" fmla="*/ 202031 h 547187"/>
              <a:gd name="connsiteX3" fmla="*/ 2045793 w 2319554"/>
              <a:gd name="connsiteY3" fmla="*/ 373481 h 547187"/>
              <a:gd name="connsiteX4" fmla="*/ 1664793 w 2319554"/>
              <a:gd name="connsiteY4" fmla="*/ 344906 h 547187"/>
              <a:gd name="connsiteX5" fmla="*/ 1436193 w 2319554"/>
              <a:gd name="connsiteY5" fmla="*/ 544931 h 547187"/>
              <a:gd name="connsiteX6" fmla="*/ 7443 w 2319554"/>
              <a:gd name="connsiteY6" fmla="*/ 163931 h 547187"/>
              <a:gd name="connsiteX0" fmla="*/ 14975 w 2327086"/>
              <a:gd name="connsiteY0" fmla="*/ 163237 h 546493"/>
              <a:gd name="connsiteX1" fmla="*/ 1129400 w 2327086"/>
              <a:gd name="connsiteY1" fmla="*/ 1312 h 546493"/>
              <a:gd name="connsiteX2" fmla="*/ 2281925 w 2327086"/>
              <a:gd name="connsiteY2" fmla="*/ 201337 h 546493"/>
              <a:gd name="connsiteX3" fmla="*/ 2053325 w 2327086"/>
              <a:gd name="connsiteY3" fmla="*/ 372787 h 546493"/>
              <a:gd name="connsiteX4" fmla="*/ 1672325 w 2327086"/>
              <a:gd name="connsiteY4" fmla="*/ 344212 h 546493"/>
              <a:gd name="connsiteX5" fmla="*/ 1443725 w 2327086"/>
              <a:gd name="connsiteY5" fmla="*/ 544237 h 546493"/>
              <a:gd name="connsiteX6" fmla="*/ 14975 w 2327086"/>
              <a:gd name="connsiteY6" fmla="*/ 163237 h 546493"/>
              <a:gd name="connsiteX0" fmla="*/ 14975 w 2327086"/>
              <a:gd name="connsiteY0" fmla="*/ 162472 h 545728"/>
              <a:gd name="connsiteX1" fmla="*/ 1129400 w 2327086"/>
              <a:gd name="connsiteY1" fmla="*/ 547 h 545728"/>
              <a:gd name="connsiteX2" fmla="*/ 2281925 w 2327086"/>
              <a:gd name="connsiteY2" fmla="*/ 200572 h 545728"/>
              <a:gd name="connsiteX3" fmla="*/ 2053325 w 2327086"/>
              <a:gd name="connsiteY3" fmla="*/ 372022 h 545728"/>
              <a:gd name="connsiteX4" fmla="*/ 1672325 w 2327086"/>
              <a:gd name="connsiteY4" fmla="*/ 343447 h 545728"/>
              <a:gd name="connsiteX5" fmla="*/ 1443725 w 2327086"/>
              <a:gd name="connsiteY5" fmla="*/ 543472 h 545728"/>
              <a:gd name="connsiteX6" fmla="*/ 14975 w 2327086"/>
              <a:gd name="connsiteY6" fmla="*/ 162472 h 545728"/>
              <a:gd name="connsiteX0" fmla="*/ 20336 w 2332447"/>
              <a:gd name="connsiteY0" fmla="*/ 162472 h 545728"/>
              <a:gd name="connsiteX1" fmla="*/ 1134761 w 2332447"/>
              <a:gd name="connsiteY1" fmla="*/ 547 h 545728"/>
              <a:gd name="connsiteX2" fmla="*/ 2287286 w 2332447"/>
              <a:gd name="connsiteY2" fmla="*/ 200572 h 545728"/>
              <a:gd name="connsiteX3" fmla="*/ 2058686 w 2332447"/>
              <a:gd name="connsiteY3" fmla="*/ 372022 h 545728"/>
              <a:gd name="connsiteX4" fmla="*/ 1677686 w 2332447"/>
              <a:gd name="connsiteY4" fmla="*/ 343447 h 545728"/>
              <a:gd name="connsiteX5" fmla="*/ 1449086 w 2332447"/>
              <a:gd name="connsiteY5" fmla="*/ 543472 h 545728"/>
              <a:gd name="connsiteX6" fmla="*/ 20336 w 2332447"/>
              <a:gd name="connsiteY6" fmla="*/ 162472 h 545728"/>
              <a:gd name="connsiteX0" fmla="*/ 21162 w 2333273"/>
              <a:gd name="connsiteY0" fmla="*/ 162472 h 543472"/>
              <a:gd name="connsiteX1" fmla="*/ 1135587 w 2333273"/>
              <a:gd name="connsiteY1" fmla="*/ 547 h 543472"/>
              <a:gd name="connsiteX2" fmla="*/ 2288112 w 2333273"/>
              <a:gd name="connsiteY2" fmla="*/ 200572 h 543472"/>
              <a:gd name="connsiteX3" fmla="*/ 2059512 w 2333273"/>
              <a:gd name="connsiteY3" fmla="*/ 372022 h 543472"/>
              <a:gd name="connsiteX4" fmla="*/ 1678512 w 2333273"/>
              <a:gd name="connsiteY4" fmla="*/ 343447 h 543472"/>
              <a:gd name="connsiteX5" fmla="*/ 1449912 w 2333273"/>
              <a:gd name="connsiteY5" fmla="*/ 543472 h 543472"/>
              <a:gd name="connsiteX6" fmla="*/ 21162 w 2333273"/>
              <a:gd name="connsiteY6" fmla="*/ 162472 h 543472"/>
              <a:gd name="connsiteX0" fmla="*/ 20008 w 2332119"/>
              <a:gd name="connsiteY0" fmla="*/ 162472 h 544515"/>
              <a:gd name="connsiteX1" fmla="*/ 1134433 w 2332119"/>
              <a:gd name="connsiteY1" fmla="*/ 547 h 544515"/>
              <a:gd name="connsiteX2" fmla="*/ 2286958 w 2332119"/>
              <a:gd name="connsiteY2" fmla="*/ 200572 h 544515"/>
              <a:gd name="connsiteX3" fmla="*/ 2058358 w 2332119"/>
              <a:gd name="connsiteY3" fmla="*/ 372022 h 544515"/>
              <a:gd name="connsiteX4" fmla="*/ 1677358 w 2332119"/>
              <a:gd name="connsiteY4" fmla="*/ 343447 h 544515"/>
              <a:gd name="connsiteX5" fmla="*/ 1448758 w 2332119"/>
              <a:gd name="connsiteY5" fmla="*/ 543472 h 544515"/>
              <a:gd name="connsiteX6" fmla="*/ 20008 w 2332119"/>
              <a:gd name="connsiteY6" fmla="*/ 162472 h 544515"/>
              <a:gd name="connsiteX0" fmla="*/ 20329 w 2332821"/>
              <a:gd name="connsiteY0" fmla="*/ 162472 h 548800"/>
              <a:gd name="connsiteX1" fmla="*/ 1134754 w 2332821"/>
              <a:gd name="connsiteY1" fmla="*/ 547 h 548800"/>
              <a:gd name="connsiteX2" fmla="*/ 2287279 w 2332821"/>
              <a:gd name="connsiteY2" fmla="*/ 200572 h 548800"/>
              <a:gd name="connsiteX3" fmla="*/ 2058679 w 2332821"/>
              <a:gd name="connsiteY3" fmla="*/ 372022 h 548800"/>
              <a:gd name="connsiteX4" fmla="*/ 1655454 w 2332821"/>
              <a:gd name="connsiteY4" fmla="*/ 384722 h 548800"/>
              <a:gd name="connsiteX5" fmla="*/ 1449079 w 2332821"/>
              <a:gd name="connsiteY5" fmla="*/ 543472 h 548800"/>
              <a:gd name="connsiteX6" fmla="*/ 20329 w 2332821"/>
              <a:gd name="connsiteY6" fmla="*/ 162472 h 548800"/>
              <a:gd name="connsiteX0" fmla="*/ 19565 w 2332057"/>
              <a:gd name="connsiteY0" fmla="*/ 162472 h 543475"/>
              <a:gd name="connsiteX1" fmla="*/ 1133990 w 2332057"/>
              <a:gd name="connsiteY1" fmla="*/ 547 h 543475"/>
              <a:gd name="connsiteX2" fmla="*/ 2286515 w 2332057"/>
              <a:gd name="connsiteY2" fmla="*/ 200572 h 543475"/>
              <a:gd name="connsiteX3" fmla="*/ 2057915 w 2332057"/>
              <a:gd name="connsiteY3" fmla="*/ 372022 h 543475"/>
              <a:gd name="connsiteX4" fmla="*/ 1654690 w 2332057"/>
              <a:gd name="connsiteY4" fmla="*/ 384722 h 543475"/>
              <a:gd name="connsiteX5" fmla="*/ 1448315 w 2332057"/>
              <a:gd name="connsiteY5" fmla="*/ 543472 h 543475"/>
              <a:gd name="connsiteX6" fmla="*/ 19565 w 2332057"/>
              <a:gd name="connsiteY6" fmla="*/ 162472 h 543475"/>
              <a:gd name="connsiteX0" fmla="*/ 20843 w 2333335"/>
              <a:gd name="connsiteY0" fmla="*/ 162472 h 543813"/>
              <a:gd name="connsiteX1" fmla="*/ 1135268 w 2333335"/>
              <a:gd name="connsiteY1" fmla="*/ 547 h 543813"/>
              <a:gd name="connsiteX2" fmla="*/ 2287793 w 2333335"/>
              <a:gd name="connsiteY2" fmla="*/ 200572 h 543813"/>
              <a:gd name="connsiteX3" fmla="*/ 2059193 w 2333335"/>
              <a:gd name="connsiteY3" fmla="*/ 372022 h 543813"/>
              <a:gd name="connsiteX4" fmla="*/ 1655968 w 2333335"/>
              <a:gd name="connsiteY4" fmla="*/ 384722 h 543813"/>
              <a:gd name="connsiteX5" fmla="*/ 1449593 w 2333335"/>
              <a:gd name="connsiteY5" fmla="*/ 543472 h 543813"/>
              <a:gd name="connsiteX6" fmla="*/ 20843 w 2333335"/>
              <a:gd name="connsiteY6" fmla="*/ 162472 h 543813"/>
              <a:gd name="connsiteX0" fmla="*/ 20843 w 2327163"/>
              <a:gd name="connsiteY0" fmla="*/ 162472 h 543813"/>
              <a:gd name="connsiteX1" fmla="*/ 1135268 w 2327163"/>
              <a:gd name="connsiteY1" fmla="*/ 547 h 543813"/>
              <a:gd name="connsiteX2" fmla="*/ 2287793 w 2327163"/>
              <a:gd name="connsiteY2" fmla="*/ 200572 h 543813"/>
              <a:gd name="connsiteX3" fmla="*/ 2059193 w 2327163"/>
              <a:gd name="connsiteY3" fmla="*/ 372022 h 543813"/>
              <a:gd name="connsiteX4" fmla="*/ 1655968 w 2327163"/>
              <a:gd name="connsiteY4" fmla="*/ 384722 h 543813"/>
              <a:gd name="connsiteX5" fmla="*/ 1449593 w 2327163"/>
              <a:gd name="connsiteY5" fmla="*/ 543472 h 543813"/>
              <a:gd name="connsiteX6" fmla="*/ 20843 w 2327163"/>
              <a:gd name="connsiteY6" fmla="*/ 162472 h 543813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297526"/>
              <a:gd name="connsiteY0" fmla="*/ 162460 h 543801"/>
              <a:gd name="connsiteX1" fmla="*/ 1135268 w 2297526"/>
              <a:gd name="connsiteY1" fmla="*/ 535 h 543801"/>
              <a:gd name="connsiteX2" fmla="*/ 2259218 w 2297526"/>
              <a:gd name="connsiteY2" fmla="*/ 184685 h 543801"/>
              <a:gd name="connsiteX3" fmla="*/ 2059193 w 2297526"/>
              <a:gd name="connsiteY3" fmla="*/ 372010 h 543801"/>
              <a:gd name="connsiteX4" fmla="*/ 1655968 w 2297526"/>
              <a:gd name="connsiteY4" fmla="*/ 384710 h 543801"/>
              <a:gd name="connsiteX5" fmla="*/ 1449593 w 2297526"/>
              <a:gd name="connsiteY5" fmla="*/ 543460 h 543801"/>
              <a:gd name="connsiteX6" fmla="*/ 20843 w 2297526"/>
              <a:gd name="connsiteY6" fmla="*/ 162460 h 543801"/>
              <a:gd name="connsiteX0" fmla="*/ 20843 w 2268377"/>
              <a:gd name="connsiteY0" fmla="*/ 162460 h 543801"/>
              <a:gd name="connsiteX1" fmla="*/ 1135268 w 2268377"/>
              <a:gd name="connsiteY1" fmla="*/ 535 h 543801"/>
              <a:gd name="connsiteX2" fmla="*/ 2259218 w 2268377"/>
              <a:gd name="connsiteY2" fmla="*/ 184685 h 543801"/>
              <a:gd name="connsiteX3" fmla="*/ 1655968 w 2268377"/>
              <a:gd name="connsiteY3" fmla="*/ 384710 h 543801"/>
              <a:gd name="connsiteX4" fmla="*/ 1449593 w 2268377"/>
              <a:gd name="connsiteY4" fmla="*/ 543460 h 543801"/>
              <a:gd name="connsiteX5" fmla="*/ 20843 w 2268377"/>
              <a:gd name="connsiteY5" fmla="*/ 162460 h 543801"/>
              <a:gd name="connsiteX0" fmla="*/ 20843 w 2278632"/>
              <a:gd name="connsiteY0" fmla="*/ 162460 h 543801"/>
              <a:gd name="connsiteX1" fmla="*/ 1135268 w 2278632"/>
              <a:gd name="connsiteY1" fmla="*/ 535 h 543801"/>
              <a:gd name="connsiteX2" fmla="*/ 2259218 w 2278632"/>
              <a:gd name="connsiteY2" fmla="*/ 184685 h 543801"/>
              <a:gd name="connsiteX3" fmla="*/ 1655968 w 2278632"/>
              <a:gd name="connsiteY3" fmla="*/ 384710 h 543801"/>
              <a:gd name="connsiteX4" fmla="*/ 1449593 w 2278632"/>
              <a:gd name="connsiteY4" fmla="*/ 543460 h 543801"/>
              <a:gd name="connsiteX5" fmla="*/ 20843 w 2278632"/>
              <a:gd name="connsiteY5" fmla="*/ 162460 h 543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78632" h="543801">
                <a:moveTo>
                  <a:pt x="20843" y="162460"/>
                </a:moveTo>
                <a:cubicBezTo>
                  <a:pt x="222455" y="8472"/>
                  <a:pt x="762206" y="-3169"/>
                  <a:pt x="1135268" y="535"/>
                </a:cubicBezTo>
                <a:cubicBezTo>
                  <a:pt x="1508330" y="4239"/>
                  <a:pt x="2124810" y="69856"/>
                  <a:pt x="2259218" y="184685"/>
                </a:cubicBezTo>
                <a:cubicBezTo>
                  <a:pt x="2393626" y="299514"/>
                  <a:pt x="1790905" y="324914"/>
                  <a:pt x="1655968" y="384710"/>
                </a:cubicBezTo>
                <a:cubicBezTo>
                  <a:pt x="1521031" y="444506"/>
                  <a:pt x="1760214" y="532877"/>
                  <a:pt x="1449593" y="543460"/>
                </a:cubicBezTo>
                <a:cubicBezTo>
                  <a:pt x="1138972" y="554043"/>
                  <a:pt x="-180769" y="316448"/>
                  <a:pt x="20843" y="16246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41000">
                <a:schemeClr val="accent2">
                  <a:alpha val="44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21DBA81-090E-4552-BFD0-D682AFE0803A}"/>
              </a:ext>
            </a:extLst>
          </p:cNvPr>
          <p:cNvGrpSpPr/>
          <p:nvPr/>
        </p:nvGrpSpPr>
        <p:grpSpPr>
          <a:xfrm rot="848203" flipH="1">
            <a:off x="1177575" y="2325326"/>
            <a:ext cx="4927878" cy="3007660"/>
            <a:chOff x="5956300" y="1812925"/>
            <a:chExt cx="5842001" cy="450215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12305A07-D0CE-41DD-8CC1-68D7AF81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6300" y="3278188"/>
              <a:ext cx="5842000" cy="3036888"/>
            </a:xfrm>
            <a:custGeom>
              <a:avLst/>
              <a:gdLst>
                <a:gd name="T0" fmla="*/ 5680 w 18400"/>
                <a:gd name="T1" fmla="*/ 7648 h 7651"/>
                <a:gd name="T2" fmla="*/ 5344 w 18400"/>
                <a:gd name="T3" fmla="*/ 7605 h 7651"/>
                <a:gd name="T4" fmla="*/ 5174 w 18400"/>
                <a:gd name="T5" fmla="*/ 7562 h 7651"/>
                <a:gd name="T6" fmla="*/ 5034 w 18400"/>
                <a:gd name="T7" fmla="*/ 7513 h 7651"/>
                <a:gd name="T8" fmla="*/ 4935 w 18400"/>
                <a:gd name="T9" fmla="*/ 7470 h 7651"/>
                <a:gd name="T10" fmla="*/ 446 w 18400"/>
                <a:gd name="T11" fmla="*/ 4898 h 7651"/>
                <a:gd name="T12" fmla="*/ 292 w 18400"/>
                <a:gd name="T13" fmla="*/ 4785 h 7651"/>
                <a:gd name="T14" fmla="*/ 161 w 18400"/>
                <a:gd name="T15" fmla="*/ 4643 h 7651"/>
                <a:gd name="T16" fmla="*/ 86 w 18400"/>
                <a:gd name="T17" fmla="*/ 4521 h 7651"/>
                <a:gd name="T18" fmla="*/ 22 w 18400"/>
                <a:gd name="T19" fmla="*/ 4341 h 7651"/>
                <a:gd name="T20" fmla="*/ 0 w 18400"/>
                <a:gd name="T21" fmla="*/ 4143 h 7651"/>
                <a:gd name="T22" fmla="*/ 3 w 18400"/>
                <a:gd name="T23" fmla="*/ 4202 h 7651"/>
                <a:gd name="T24" fmla="*/ 0 w 18400"/>
                <a:gd name="T25" fmla="*/ 4141 h 7651"/>
                <a:gd name="T26" fmla="*/ 3 w 18400"/>
                <a:gd name="T27" fmla="*/ 3997 h 7651"/>
                <a:gd name="T28" fmla="*/ 28 w 18400"/>
                <a:gd name="T29" fmla="*/ 4031 h 7651"/>
                <a:gd name="T30" fmla="*/ 76 w 18400"/>
                <a:gd name="T31" fmla="*/ 4166 h 7651"/>
                <a:gd name="T32" fmla="*/ 140 w 18400"/>
                <a:gd name="T33" fmla="*/ 4096 h 7651"/>
                <a:gd name="T34" fmla="*/ 209 w 18400"/>
                <a:gd name="T35" fmla="*/ 4015 h 7651"/>
                <a:gd name="T36" fmla="*/ 314 w 18400"/>
                <a:gd name="T37" fmla="*/ 3942 h 7651"/>
                <a:gd name="T38" fmla="*/ 462 w 18400"/>
                <a:gd name="T39" fmla="*/ 3892 h 7651"/>
                <a:gd name="T40" fmla="*/ 668 w 18400"/>
                <a:gd name="T41" fmla="*/ 3879 h 7651"/>
                <a:gd name="T42" fmla="*/ 905 w 18400"/>
                <a:gd name="T43" fmla="*/ 3914 h 7651"/>
                <a:gd name="T44" fmla="*/ 1103 w 18400"/>
                <a:gd name="T45" fmla="*/ 3996 h 7651"/>
                <a:gd name="T46" fmla="*/ 1270 w 18400"/>
                <a:gd name="T47" fmla="*/ 4138 h 7651"/>
                <a:gd name="T48" fmla="*/ 1410 w 18400"/>
                <a:gd name="T49" fmla="*/ 4344 h 7651"/>
                <a:gd name="T50" fmla="*/ 1531 w 18400"/>
                <a:gd name="T51" fmla="*/ 4625 h 7651"/>
                <a:gd name="T52" fmla="*/ 1566 w 18400"/>
                <a:gd name="T53" fmla="*/ 4794 h 7651"/>
                <a:gd name="T54" fmla="*/ 1525 w 18400"/>
                <a:gd name="T55" fmla="*/ 4884 h 7651"/>
                <a:gd name="T56" fmla="*/ 1427 w 18400"/>
                <a:gd name="T57" fmla="*/ 4930 h 7651"/>
                <a:gd name="T58" fmla="*/ 1286 w 18400"/>
                <a:gd name="T59" fmla="*/ 4939 h 7651"/>
                <a:gd name="T60" fmla="*/ 1082 w 18400"/>
                <a:gd name="T61" fmla="*/ 4910 h 7651"/>
                <a:gd name="T62" fmla="*/ 4592 w 18400"/>
                <a:gd name="T63" fmla="*/ 6492 h 7651"/>
                <a:gd name="T64" fmla="*/ 4884 w 18400"/>
                <a:gd name="T65" fmla="*/ 5556 h 7651"/>
                <a:gd name="T66" fmla="*/ 5341 w 18400"/>
                <a:gd name="T67" fmla="*/ 4459 h 7651"/>
                <a:gd name="T68" fmla="*/ 5882 w 18400"/>
                <a:gd name="T69" fmla="*/ 3442 h 7651"/>
                <a:gd name="T70" fmla="*/ 6427 w 18400"/>
                <a:gd name="T71" fmla="*/ 2744 h 7651"/>
                <a:gd name="T72" fmla="*/ 7027 w 18400"/>
                <a:gd name="T73" fmla="*/ 2531 h 7651"/>
                <a:gd name="T74" fmla="*/ 8903 w 18400"/>
                <a:gd name="T75" fmla="*/ 2128 h 7651"/>
                <a:gd name="T76" fmla="*/ 13807 w 18400"/>
                <a:gd name="T77" fmla="*/ 1009 h 7651"/>
                <a:gd name="T78" fmla="*/ 16535 w 18400"/>
                <a:gd name="T79" fmla="*/ 420 h 7651"/>
                <a:gd name="T80" fmla="*/ 18142 w 18400"/>
                <a:gd name="T81" fmla="*/ 159 h 7651"/>
                <a:gd name="T82" fmla="*/ 18318 w 18400"/>
                <a:gd name="T83" fmla="*/ 234 h 7651"/>
                <a:gd name="T84" fmla="*/ 18378 w 18400"/>
                <a:gd name="T85" fmla="*/ 59 h 7651"/>
                <a:gd name="T86" fmla="*/ 18399 w 18400"/>
                <a:gd name="T87" fmla="*/ 83 h 7651"/>
                <a:gd name="T88" fmla="*/ 18398 w 18400"/>
                <a:gd name="T89" fmla="*/ 257 h 7651"/>
                <a:gd name="T90" fmla="*/ 18385 w 18400"/>
                <a:gd name="T91" fmla="*/ 359 h 7651"/>
                <a:gd name="T92" fmla="*/ 18352 w 18400"/>
                <a:gd name="T93" fmla="*/ 487 h 7651"/>
                <a:gd name="T94" fmla="*/ 18286 w 18400"/>
                <a:gd name="T95" fmla="*/ 629 h 7651"/>
                <a:gd name="T96" fmla="*/ 18192 w 18400"/>
                <a:gd name="T97" fmla="*/ 757 h 7651"/>
                <a:gd name="T98" fmla="*/ 18048 w 18400"/>
                <a:gd name="T99" fmla="*/ 889 h 7651"/>
                <a:gd name="T100" fmla="*/ 13153 w 18400"/>
                <a:gd name="T101" fmla="*/ 3728 h 7651"/>
                <a:gd name="T102" fmla="*/ 6765 w 18400"/>
                <a:gd name="T103" fmla="*/ 7419 h 7651"/>
                <a:gd name="T104" fmla="*/ 6800 w 18400"/>
                <a:gd name="T105" fmla="*/ 7371 h 7651"/>
                <a:gd name="T106" fmla="*/ 6765 w 18400"/>
                <a:gd name="T107" fmla="*/ 7419 h 7651"/>
                <a:gd name="T108" fmla="*/ 6664 w 18400"/>
                <a:gd name="T109" fmla="*/ 7473 h 7651"/>
                <a:gd name="T110" fmla="*/ 6526 w 18400"/>
                <a:gd name="T111" fmla="*/ 7529 h 7651"/>
                <a:gd name="T112" fmla="*/ 6388 w 18400"/>
                <a:gd name="T113" fmla="*/ 7574 h 7651"/>
                <a:gd name="T114" fmla="*/ 6141 w 18400"/>
                <a:gd name="T115" fmla="*/ 7626 h 7651"/>
                <a:gd name="T116" fmla="*/ 5816 w 18400"/>
                <a:gd name="T117" fmla="*/ 7651 h 7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400" h="7651">
                  <a:moveTo>
                    <a:pt x="5802" y="7651"/>
                  </a:moveTo>
                  <a:lnTo>
                    <a:pt x="5802" y="7651"/>
                  </a:lnTo>
                  <a:lnTo>
                    <a:pt x="5801" y="7651"/>
                  </a:lnTo>
                  <a:lnTo>
                    <a:pt x="5802" y="7651"/>
                  </a:lnTo>
                  <a:lnTo>
                    <a:pt x="5737" y="7650"/>
                  </a:lnTo>
                  <a:lnTo>
                    <a:pt x="5680" y="7648"/>
                  </a:lnTo>
                  <a:lnTo>
                    <a:pt x="5621" y="7644"/>
                  </a:lnTo>
                  <a:lnTo>
                    <a:pt x="5564" y="7638"/>
                  </a:lnTo>
                  <a:lnTo>
                    <a:pt x="5507" y="7633"/>
                  </a:lnTo>
                  <a:lnTo>
                    <a:pt x="5451" y="7625"/>
                  </a:lnTo>
                  <a:lnTo>
                    <a:pt x="5397" y="7616"/>
                  </a:lnTo>
                  <a:lnTo>
                    <a:pt x="5344" y="7605"/>
                  </a:lnTo>
                  <a:lnTo>
                    <a:pt x="5292" y="7594"/>
                  </a:lnTo>
                  <a:lnTo>
                    <a:pt x="5269" y="7588"/>
                  </a:lnTo>
                  <a:lnTo>
                    <a:pt x="5244" y="7582"/>
                  </a:lnTo>
                  <a:lnTo>
                    <a:pt x="5219" y="7576"/>
                  </a:lnTo>
                  <a:lnTo>
                    <a:pt x="5195" y="7569"/>
                  </a:lnTo>
                  <a:lnTo>
                    <a:pt x="5174" y="7562"/>
                  </a:lnTo>
                  <a:lnTo>
                    <a:pt x="5151" y="7554"/>
                  </a:lnTo>
                  <a:lnTo>
                    <a:pt x="5127" y="7546"/>
                  </a:lnTo>
                  <a:lnTo>
                    <a:pt x="5103" y="7538"/>
                  </a:lnTo>
                  <a:lnTo>
                    <a:pt x="5080" y="7530"/>
                  </a:lnTo>
                  <a:lnTo>
                    <a:pt x="5055" y="7522"/>
                  </a:lnTo>
                  <a:lnTo>
                    <a:pt x="5034" y="7513"/>
                  </a:lnTo>
                  <a:lnTo>
                    <a:pt x="5012" y="7506"/>
                  </a:lnTo>
                  <a:lnTo>
                    <a:pt x="5008" y="7503"/>
                  </a:lnTo>
                  <a:lnTo>
                    <a:pt x="4998" y="7500"/>
                  </a:lnTo>
                  <a:lnTo>
                    <a:pt x="4982" y="7492"/>
                  </a:lnTo>
                  <a:lnTo>
                    <a:pt x="4960" y="7483"/>
                  </a:lnTo>
                  <a:lnTo>
                    <a:pt x="4935" y="7470"/>
                  </a:lnTo>
                  <a:lnTo>
                    <a:pt x="4905" y="7457"/>
                  </a:lnTo>
                  <a:lnTo>
                    <a:pt x="4871" y="7438"/>
                  </a:lnTo>
                  <a:lnTo>
                    <a:pt x="4836" y="7419"/>
                  </a:lnTo>
                  <a:lnTo>
                    <a:pt x="481" y="4919"/>
                  </a:lnTo>
                  <a:lnTo>
                    <a:pt x="465" y="4910"/>
                  </a:lnTo>
                  <a:lnTo>
                    <a:pt x="446" y="4898"/>
                  </a:lnTo>
                  <a:lnTo>
                    <a:pt x="429" y="4888"/>
                  </a:lnTo>
                  <a:lnTo>
                    <a:pt x="413" y="4876"/>
                  </a:lnTo>
                  <a:lnTo>
                    <a:pt x="383" y="4856"/>
                  </a:lnTo>
                  <a:lnTo>
                    <a:pt x="351" y="4833"/>
                  </a:lnTo>
                  <a:lnTo>
                    <a:pt x="320" y="4809"/>
                  </a:lnTo>
                  <a:lnTo>
                    <a:pt x="292" y="4785"/>
                  </a:lnTo>
                  <a:lnTo>
                    <a:pt x="267" y="4762"/>
                  </a:lnTo>
                  <a:lnTo>
                    <a:pt x="242" y="4736"/>
                  </a:lnTo>
                  <a:lnTo>
                    <a:pt x="215" y="4709"/>
                  </a:lnTo>
                  <a:lnTo>
                    <a:pt x="193" y="4684"/>
                  </a:lnTo>
                  <a:lnTo>
                    <a:pt x="178" y="4666"/>
                  </a:lnTo>
                  <a:lnTo>
                    <a:pt x="161" y="4643"/>
                  </a:lnTo>
                  <a:lnTo>
                    <a:pt x="143" y="4619"/>
                  </a:lnTo>
                  <a:lnTo>
                    <a:pt x="128" y="4595"/>
                  </a:lnTo>
                  <a:lnTo>
                    <a:pt x="121" y="4584"/>
                  </a:lnTo>
                  <a:lnTo>
                    <a:pt x="110" y="4567"/>
                  </a:lnTo>
                  <a:lnTo>
                    <a:pt x="99" y="4546"/>
                  </a:lnTo>
                  <a:lnTo>
                    <a:pt x="86" y="4521"/>
                  </a:lnTo>
                  <a:lnTo>
                    <a:pt x="72" y="4492"/>
                  </a:lnTo>
                  <a:lnTo>
                    <a:pt x="59" y="4460"/>
                  </a:lnTo>
                  <a:lnTo>
                    <a:pt x="46" y="4425"/>
                  </a:lnTo>
                  <a:lnTo>
                    <a:pt x="35" y="4387"/>
                  </a:lnTo>
                  <a:lnTo>
                    <a:pt x="28" y="4365"/>
                  </a:lnTo>
                  <a:lnTo>
                    <a:pt x="22" y="4341"/>
                  </a:lnTo>
                  <a:lnTo>
                    <a:pt x="16" y="4314"/>
                  </a:lnTo>
                  <a:lnTo>
                    <a:pt x="12" y="4285"/>
                  </a:lnTo>
                  <a:lnTo>
                    <a:pt x="7" y="4254"/>
                  </a:lnTo>
                  <a:lnTo>
                    <a:pt x="3" y="4220"/>
                  </a:lnTo>
                  <a:lnTo>
                    <a:pt x="1" y="4183"/>
                  </a:lnTo>
                  <a:lnTo>
                    <a:pt x="0" y="4143"/>
                  </a:lnTo>
                  <a:lnTo>
                    <a:pt x="1" y="4173"/>
                  </a:lnTo>
                  <a:lnTo>
                    <a:pt x="3" y="4202"/>
                  </a:lnTo>
                  <a:lnTo>
                    <a:pt x="8" y="4230"/>
                  </a:lnTo>
                  <a:lnTo>
                    <a:pt x="15" y="4260"/>
                  </a:lnTo>
                  <a:lnTo>
                    <a:pt x="8" y="4230"/>
                  </a:lnTo>
                  <a:lnTo>
                    <a:pt x="3" y="4202"/>
                  </a:lnTo>
                  <a:lnTo>
                    <a:pt x="1" y="4173"/>
                  </a:lnTo>
                  <a:lnTo>
                    <a:pt x="0" y="4143"/>
                  </a:lnTo>
                  <a:lnTo>
                    <a:pt x="0" y="4141"/>
                  </a:lnTo>
                  <a:lnTo>
                    <a:pt x="0" y="4139"/>
                  </a:lnTo>
                  <a:lnTo>
                    <a:pt x="0" y="4140"/>
                  </a:lnTo>
                  <a:lnTo>
                    <a:pt x="0" y="4141"/>
                  </a:lnTo>
                  <a:lnTo>
                    <a:pt x="0" y="4140"/>
                  </a:lnTo>
                  <a:lnTo>
                    <a:pt x="0" y="4139"/>
                  </a:lnTo>
                  <a:lnTo>
                    <a:pt x="0" y="4079"/>
                  </a:lnTo>
                  <a:lnTo>
                    <a:pt x="1" y="4050"/>
                  </a:lnTo>
                  <a:lnTo>
                    <a:pt x="2" y="4023"/>
                  </a:lnTo>
                  <a:lnTo>
                    <a:pt x="3" y="3997"/>
                  </a:lnTo>
                  <a:lnTo>
                    <a:pt x="7" y="3970"/>
                  </a:lnTo>
                  <a:lnTo>
                    <a:pt x="9" y="3958"/>
                  </a:lnTo>
                  <a:lnTo>
                    <a:pt x="10" y="3947"/>
                  </a:lnTo>
                  <a:lnTo>
                    <a:pt x="16" y="3978"/>
                  </a:lnTo>
                  <a:lnTo>
                    <a:pt x="22" y="4006"/>
                  </a:lnTo>
                  <a:lnTo>
                    <a:pt x="28" y="4031"/>
                  </a:lnTo>
                  <a:lnTo>
                    <a:pt x="35" y="4055"/>
                  </a:lnTo>
                  <a:lnTo>
                    <a:pt x="40" y="4076"/>
                  </a:lnTo>
                  <a:lnTo>
                    <a:pt x="47" y="4095"/>
                  </a:lnTo>
                  <a:lnTo>
                    <a:pt x="54" y="4115"/>
                  </a:lnTo>
                  <a:lnTo>
                    <a:pt x="61" y="4133"/>
                  </a:lnTo>
                  <a:lnTo>
                    <a:pt x="76" y="4166"/>
                  </a:lnTo>
                  <a:lnTo>
                    <a:pt x="90" y="4197"/>
                  </a:lnTo>
                  <a:lnTo>
                    <a:pt x="97" y="4179"/>
                  </a:lnTo>
                  <a:lnTo>
                    <a:pt x="106" y="4158"/>
                  </a:lnTo>
                  <a:lnTo>
                    <a:pt x="117" y="4134"/>
                  </a:lnTo>
                  <a:lnTo>
                    <a:pt x="132" y="4109"/>
                  </a:lnTo>
                  <a:lnTo>
                    <a:pt x="140" y="4096"/>
                  </a:lnTo>
                  <a:lnTo>
                    <a:pt x="150" y="4083"/>
                  </a:lnTo>
                  <a:lnTo>
                    <a:pt x="160" y="4070"/>
                  </a:lnTo>
                  <a:lnTo>
                    <a:pt x="170" y="4056"/>
                  </a:lnTo>
                  <a:lnTo>
                    <a:pt x="183" y="4043"/>
                  </a:lnTo>
                  <a:lnTo>
                    <a:pt x="196" y="4029"/>
                  </a:lnTo>
                  <a:lnTo>
                    <a:pt x="209" y="4015"/>
                  </a:lnTo>
                  <a:lnTo>
                    <a:pt x="224" y="4003"/>
                  </a:lnTo>
                  <a:lnTo>
                    <a:pt x="240" y="3990"/>
                  </a:lnTo>
                  <a:lnTo>
                    <a:pt x="256" y="3978"/>
                  </a:lnTo>
                  <a:lnTo>
                    <a:pt x="275" y="3965"/>
                  </a:lnTo>
                  <a:lnTo>
                    <a:pt x="294" y="3954"/>
                  </a:lnTo>
                  <a:lnTo>
                    <a:pt x="314" y="3942"/>
                  </a:lnTo>
                  <a:lnTo>
                    <a:pt x="336" y="3932"/>
                  </a:lnTo>
                  <a:lnTo>
                    <a:pt x="359" y="3922"/>
                  </a:lnTo>
                  <a:lnTo>
                    <a:pt x="383" y="3914"/>
                  </a:lnTo>
                  <a:lnTo>
                    <a:pt x="408" y="3906"/>
                  </a:lnTo>
                  <a:lnTo>
                    <a:pt x="435" y="3897"/>
                  </a:lnTo>
                  <a:lnTo>
                    <a:pt x="462" y="3892"/>
                  </a:lnTo>
                  <a:lnTo>
                    <a:pt x="492" y="3886"/>
                  </a:lnTo>
                  <a:lnTo>
                    <a:pt x="523" y="3883"/>
                  </a:lnTo>
                  <a:lnTo>
                    <a:pt x="555" y="3880"/>
                  </a:lnTo>
                  <a:lnTo>
                    <a:pt x="589" y="3878"/>
                  </a:lnTo>
                  <a:lnTo>
                    <a:pt x="624" y="3878"/>
                  </a:lnTo>
                  <a:lnTo>
                    <a:pt x="668" y="3879"/>
                  </a:lnTo>
                  <a:lnTo>
                    <a:pt x="711" y="3883"/>
                  </a:lnTo>
                  <a:lnTo>
                    <a:pt x="752" y="3886"/>
                  </a:lnTo>
                  <a:lnTo>
                    <a:pt x="791" y="3891"/>
                  </a:lnTo>
                  <a:lnTo>
                    <a:pt x="830" y="3897"/>
                  </a:lnTo>
                  <a:lnTo>
                    <a:pt x="868" y="3904"/>
                  </a:lnTo>
                  <a:lnTo>
                    <a:pt x="905" y="3914"/>
                  </a:lnTo>
                  <a:lnTo>
                    <a:pt x="941" y="3924"/>
                  </a:lnTo>
                  <a:lnTo>
                    <a:pt x="975" y="3935"/>
                  </a:lnTo>
                  <a:lnTo>
                    <a:pt x="1009" y="3948"/>
                  </a:lnTo>
                  <a:lnTo>
                    <a:pt x="1041" y="3963"/>
                  </a:lnTo>
                  <a:lnTo>
                    <a:pt x="1073" y="3979"/>
                  </a:lnTo>
                  <a:lnTo>
                    <a:pt x="1103" y="3996"/>
                  </a:lnTo>
                  <a:lnTo>
                    <a:pt x="1133" y="4015"/>
                  </a:lnTo>
                  <a:lnTo>
                    <a:pt x="1162" y="4037"/>
                  </a:lnTo>
                  <a:lnTo>
                    <a:pt x="1190" y="4059"/>
                  </a:lnTo>
                  <a:lnTo>
                    <a:pt x="1218" y="4084"/>
                  </a:lnTo>
                  <a:lnTo>
                    <a:pt x="1244" y="4109"/>
                  </a:lnTo>
                  <a:lnTo>
                    <a:pt x="1270" y="4138"/>
                  </a:lnTo>
                  <a:lnTo>
                    <a:pt x="1295" y="4167"/>
                  </a:lnTo>
                  <a:lnTo>
                    <a:pt x="1319" y="4198"/>
                  </a:lnTo>
                  <a:lnTo>
                    <a:pt x="1343" y="4231"/>
                  </a:lnTo>
                  <a:lnTo>
                    <a:pt x="1366" y="4267"/>
                  </a:lnTo>
                  <a:lnTo>
                    <a:pt x="1388" y="4305"/>
                  </a:lnTo>
                  <a:lnTo>
                    <a:pt x="1410" y="4344"/>
                  </a:lnTo>
                  <a:lnTo>
                    <a:pt x="1432" y="4386"/>
                  </a:lnTo>
                  <a:lnTo>
                    <a:pt x="1452" y="4429"/>
                  </a:lnTo>
                  <a:lnTo>
                    <a:pt x="1472" y="4475"/>
                  </a:lnTo>
                  <a:lnTo>
                    <a:pt x="1493" y="4522"/>
                  </a:lnTo>
                  <a:lnTo>
                    <a:pt x="1511" y="4572"/>
                  </a:lnTo>
                  <a:lnTo>
                    <a:pt x="1531" y="4625"/>
                  </a:lnTo>
                  <a:lnTo>
                    <a:pt x="1549" y="4680"/>
                  </a:lnTo>
                  <a:lnTo>
                    <a:pt x="1557" y="4705"/>
                  </a:lnTo>
                  <a:lnTo>
                    <a:pt x="1562" y="4730"/>
                  </a:lnTo>
                  <a:lnTo>
                    <a:pt x="1565" y="4753"/>
                  </a:lnTo>
                  <a:lnTo>
                    <a:pt x="1567" y="4775"/>
                  </a:lnTo>
                  <a:lnTo>
                    <a:pt x="1566" y="4794"/>
                  </a:lnTo>
                  <a:lnTo>
                    <a:pt x="1564" y="4812"/>
                  </a:lnTo>
                  <a:lnTo>
                    <a:pt x="1559" y="4830"/>
                  </a:lnTo>
                  <a:lnTo>
                    <a:pt x="1554" y="4846"/>
                  </a:lnTo>
                  <a:lnTo>
                    <a:pt x="1546" y="4860"/>
                  </a:lnTo>
                  <a:lnTo>
                    <a:pt x="1536" y="4873"/>
                  </a:lnTo>
                  <a:lnTo>
                    <a:pt x="1525" y="4884"/>
                  </a:lnTo>
                  <a:lnTo>
                    <a:pt x="1512" y="4896"/>
                  </a:lnTo>
                  <a:lnTo>
                    <a:pt x="1497" y="4905"/>
                  </a:lnTo>
                  <a:lnTo>
                    <a:pt x="1482" y="4913"/>
                  </a:lnTo>
                  <a:lnTo>
                    <a:pt x="1465" y="4920"/>
                  </a:lnTo>
                  <a:lnTo>
                    <a:pt x="1447" y="4926"/>
                  </a:lnTo>
                  <a:lnTo>
                    <a:pt x="1427" y="4930"/>
                  </a:lnTo>
                  <a:lnTo>
                    <a:pt x="1405" y="4935"/>
                  </a:lnTo>
                  <a:lnTo>
                    <a:pt x="1383" y="4937"/>
                  </a:lnTo>
                  <a:lnTo>
                    <a:pt x="1360" y="4939"/>
                  </a:lnTo>
                  <a:lnTo>
                    <a:pt x="1336" y="4939"/>
                  </a:lnTo>
                  <a:lnTo>
                    <a:pt x="1311" y="4939"/>
                  </a:lnTo>
                  <a:lnTo>
                    <a:pt x="1286" y="4939"/>
                  </a:lnTo>
                  <a:lnTo>
                    <a:pt x="1258" y="4937"/>
                  </a:lnTo>
                  <a:lnTo>
                    <a:pt x="1231" y="4935"/>
                  </a:lnTo>
                  <a:lnTo>
                    <a:pt x="1202" y="4931"/>
                  </a:lnTo>
                  <a:lnTo>
                    <a:pt x="1173" y="4927"/>
                  </a:lnTo>
                  <a:lnTo>
                    <a:pt x="1143" y="4922"/>
                  </a:lnTo>
                  <a:lnTo>
                    <a:pt x="1082" y="4910"/>
                  </a:lnTo>
                  <a:lnTo>
                    <a:pt x="1019" y="4896"/>
                  </a:lnTo>
                  <a:lnTo>
                    <a:pt x="4528" y="6910"/>
                  </a:lnTo>
                  <a:lnTo>
                    <a:pt x="4532" y="6826"/>
                  </a:lnTo>
                  <a:lnTo>
                    <a:pt x="4545" y="6728"/>
                  </a:lnTo>
                  <a:lnTo>
                    <a:pt x="4564" y="6616"/>
                  </a:lnTo>
                  <a:lnTo>
                    <a:pt x="4592" y="6492"/>
                  </a:lnTo>
                  <a:lnTo>
                    <a:pt x="4625" y="6358"/>
                  </a:lnTo>
                  <a:lnTo>
                    <a:pt x="4666" y="6213"/>
                  </a:lnTo>
                  <a:lnTo>
                    <a:pt x="4713" y="6059"/>
                  </a:lnTo>
                  <a:lnTo>
                    <a:pt x="4764" y="5898"/>
                  </a:lnTo>
                  <a:lnTo>
                    <a:pt x="4822" y="5730"/>
                  </a:lnTo>
                  <a:lnTo>
                    <a:pt x="4884" y="5556"/>
                  </a:lnTo>
                  <a:lnTo>
                    <a:pt x="4951" y="5377"/>
                  </a:lnTo>
                  <a:lnTo>
                    <a:pt x="5022" y="5197"/>
                  </a:lnTo>
                  <a:lnTo>
                    <a:pt x="5097" y="5013"/>
                  </a:lnTo>
                  <a:lnTo>
                    <a:pt x="5175" y="4828"/>
                  </a:lnTo>
                  <a:lnTo>
                    <a:pt x="5257" y="4643"/>
                  </a:lnTo>
                  <a:lnTo>
                    <a:pt x="5341" y="4459"/>
                  </a:lnTo>
                  <a:lnTo>
                    <a:pt x="5428" y="4278"/>
                  </a:lnTo>
                  <a:lnTo>
                    <a:pt x="5517" y="4100"/>
                  </a:lnTo>
                  <a:lnTo>
                    <a:pt x="5606" y="3926"/>
                  </a:lnTo>
                  <a:lnTo>
                    <a:pt x="5697" y="3758"/>
                  </a:lnTo>
                  <a:lnTo>
                    <a:pt x="5790" y="3596"/>
                  </a:lnTo>
                  <a:lnTo>
                    <a:pt x="5882" y="3442"/>
                  </a:lnTo>
                  <a:lnTo>
                    <a:pt x="5975" y="3297"/>
                  </a:lnTo>
                  <a:lnTo>
                    <a:pt x="6067" y="3162"/>
                  </a:lnTo>
                  <a:lnTo>
                    <a:pt x="6159" y="3037"/>
                  </a:lnTo>
                  <a:lnTo>
                    <a:pt x="6250" y="2927"/>
                  </a:lnTo>
                  <a:lnTo>
                    <a:pt x="6340" y="2827"/>
                  </a:lnTo>
                  <a:lnTo>
                    <a:pt x="6427" y="2744"/>
                  </a:lnTo>
                  <a:lnTo>
                    <a:pt x="6514" y="2675"/>
                  </a:lnTo>
                  <a:lnTo>
                    <a:pt x="6596" y="2622"/>
                  </a:lnTo>
                  <a:lnTo>
                    <a:pt x="6677" y="2588"/>
                  </a:lnTo>
                  <a:lnTo>
                    <a:pt x="6754" y="2572"/>
                  </a:lnTo>
                  <a:lnTo>
                    <a:pt x="6864" y="2559"/>
                  </a:lnTo>
                  <a:lnTo>
                    <a:pt x="7027" y="2531"/>
                  </a:lnTo>
                  <a:lnTo>
                    <a:pt x="7238" y="2491"/>
                  </a:lnTo>
                  <a:lnTo>
                    <a:pt x="7496" y="2438"/>
                  </a:lnTo>
                  <a:lnTo>
                    <a:pt x="7794" y="2375"/>
                  </a:lnTo>
                  <a:lnTo>
                    <a:pt x="8131" y="2301"/>
                  </a:lnTo>
                  <a:lnTo>
                    <a:pt x="8501" y="2219"/>
                  </a:lnTo>
                  <a:lnTo>
                    <a:pt x="8903" y="2128"/>
                  </a:lnTo>
                  <a:lnTo>
                    <a:pt x="9783" y="1928"/>
                  </a:lnTo>
                  <a:lnTo>
                    <a:pt x="10743" y="1707"/>
                  </a:lnTo>
                  <a:lnTo>
                    <a:pt x="11753" y="1475"/>
                  </a:lnTo>
                  <a:lnTo>
                    <a:pt x="12785" y="1240"/>
                  </a:lnTo>
                  <a:lnTo>
                    <a:pt x="13299" y="1123"/>
                  </a:lnTo>
                  <a:lnTo>
                    <a:pt x="13807" y="1009"/>
                  </a:lnTo>
                  <a:lnTo>
                    <a:pt x="14306" y="897"/>
                  </a:lnTo>
                  <a:lnTo>
                    <a:pt x="14792" y="789"/>
                  </a:lnTo>
                  <a:lnTo>
                    <a:pt x="15262" y="687"/>
                  </a:lnTo>
                  <a:lnTo>
                    <a:pt x="15711" y="590"/>
                  </a:lnTo>
                  <a:lnTo>
                    <a:pt x="16137" y="501"/>
                  </a:lnTo>
                  <a:lnTo>
                    <a:pt x="16535" y="420"/>
                  </a:lnTo>
                  <a:lnTo>
                    <a:pt x="16902" y="348"/>
                  </a:lnTo>
                  <a:lnTo>
                    <a:pt x="17234" y="286"/>
                  </a:lnTo>
                  <a:lnTo>
                    <a:pt x="17527" y="235"/>
                  </a:lnTo>
                  <a:lnTo>
                    <a:pt x="17779" y="197"/>
                  </a:lnTo>
                  <a:lnTo>
                    <a:pt x="17985" y="170"/>
                  </a:lnTo>
                  <a:lnTo>
                    <a:pt x="18142" y="159"/>
                  </a:lnTo>
                  <a:lnTo>
                    <a:pt x="18246" y="162"/>
                  </a:lnTo>
                  <a:lnTo>
                    <a:pt x="18292" y="183"/>
                  </a:lnTo>
                  <a:lnTo>
                    <a:pt x="18300" y="195"/>
                  </a:lnTo>
                  <a:lnTo>
                    <a:pt x="18307" y="208"/>
                  </a:lnTo>
                  <a:lnTo>
                    <a:pt x="18313" y="222"/>
                  </a:lnTo>
                  <a:lnTo>
                    <a:pt x="18318" y="234"/>
                  </a:lnTo>
                  <a:lnTo>
                    <a:pt x="18333" y="202"/>
                  </a:lnTo>
                  <a:lnTo>
                    <a:pt x="18346" y="170"/>
                  </a:lnTo>
                  <a:lnTo>
                    <a:pt x="18357" y="138"/>
                  </a:lnTo>
                  <a:lnTo>
                    <a:pt x="18366" y="109"/>
                  </a:lnTo>
                  <a:lnTo>
                    <a:pt x="18372" y="85"/>
                  </a:lnTo>
                  <a:lnTo>
                    <a:pt x="18378" y="59"/>
                  </a:lnTo>
                  <a:lnTo>
                    <a:pt x="18384" y="32"/>
                  </a:lnTo>
                  <a:lnTo>
                    <a:pt x="18390" y="0"/>
                  </a:lnTo>
                  <a:lnTo>
                    <a:pt x="18391" y="10"/>
                  </a:lnTo>
                  <a:lnTo>
                    <a:pt x="18393" y="22"/>
                  </a:lnTo>
                  <a:lnTo>
                    <a:pt x="18397" y="55"/>
                  </a:lnTo>
                  <a:lnTo>
                    <a:pt x="18399" y="83"/>
                  </a:lnTo>
                  <a:lnTo>
                    <a:pt x="18400" y="112"/>
                  </a:lnTo>
                  <a:lnTo>
                    <a:pt x="18400" y="139"/>
                  </a:lnTo>
                  <a:lnTo>
                    <a:pt x="18400" y="199"/>
                  </a:lnTo>
                  <a:lnTo>
                    <a:pt x="18400" y="199"/>
                  </a:lnTo>
                  <a:lnTo>
                    <a:pt x="18399" y="229"/>
                  </a:lnTo>
                  <a:lnTo>
                    <a:pt x="18398" y="257"/>
                  </a:lnTo>
                  <a:lnTo>
                    <a:pt x="18395" y="287"/>
                  </a:lnTo>
                  <a:lnTo>
                    <a:pt x="18391" y="321"/>
                  </a:lnTo>
                  <a:lnTo>
                    <a:pt x="18390" y="335"/>
                  </a:lnTo>
                  <a:lnTo>
                    <a:pt x="18387" y="348"/>
                  </a:lnTo>
                  <a:lnTo>
                    <a:pt x="18380" y="351"/>
                  </a:lnTo>
                  <a:lnTo>
                    <a:pt x="18385" y="359"/>
                  </a:lnTo>
                  <a:lnTo>
                    <a:pt x="18380" y="382"/>
                  </a:lnTo>
                  <a:lnTo>
                    <a:pt x="18376" y="402"/>
                  </a:lnTo>
                  <a:lnTo>
                    <a:pt x="18371" y="422"/>
                  </a:lnTo>
                  <a:lnTo>
                    <a:pt x="18366" y="441"/>
                  </a:lnTo>
                  <a:lnTo>
                    <a:pt x="18360" y="463"/>
                  </a:lnTo>
                  <a:lnTo>
                    <a:pt x="18352" y="487"/>
                  </a:lnTo>
                  <a:lnTo>
                    <a:pt x="18341" y="512"/>
                  </a:lnTo>
                  <a:lnTo>
                    <a:pt x="18331" y="537"/>
                  </a:lnTo>
                  <a:lnTo>
                    <a:pt x="18321" y="563"/>
                  </a:lnTo>
                  <a:lnTo>
                    <a:pt x="18309" y="587"/>
                  </a:lnTo>
                  <a:lnTo>
                    <a:pt x="18298" y="608"/>
                  </a:lnTo>
                  <a:lnTo>
                    <a:pt x="18286" y="629"/>
                  </a:lnTo>
                  <a:lnTo>
                    <a:pt x="18271" y="651"/>
                  </a:lnTo>
                  <a:lnTo>
                    <a:pt x="18256" y="674"/>
                  </a:lnTo>
                  <a:lnTo>
                    <a:pt x="18240" y="698"/>
                  </a:lnTo>
                  <a:lnTo>
                    <a:pt x="18224" y="718"/>
                  </a:lnTo>
                  <a:lnTo>
                    <a:pt x="18209" y="736"/>
                  </a:lnTo>
                  <a:lnTo>
                    <a:pt x="18192" y="757"/>
                  </a:lnTo>
                  <a:lnTo>
                    <a:pt x="18175" y="776"/>
                  </a:lnTo>
                  <a:lnTo>
                    <a:pt x="18157" y="794"/>
                  </a:lnTo>
                  <a:lnTo>
                    <a:pt x="18132" y="818"/>
                  </a:lnTo>
                  <a:lnTo>
                    <a:pt x="18103" y="843"/>
                  </a:lnTo>
                  <a:lnTo>
                    <a:pt x="18075" y="867"/>
                  </a:lnTo>
                  <a:lnTo>
                    <a:pt x="18048" y="889"/>
                  </a:lnTo>
                  <a:lnTo>
                    <a:pt x="18018" y="910"/>
                  </a:lnTo>
                  <a:lnTo>
                    <a:pt x="17987" y="931"/>
                  </a:lnTo>
                  <a:lnTo>
                    <a:pt x="17954" y="951"/>
                  </a:lnTo>
                  <a:lnTo>
                    <a:pt x="17924" y="971"/>
                  </a:lnTo>
                  <a:lnTo>
                    <a:pt x="14391" y="3012"/>
                  </a:lnTo>
                  <a:lnTo>
                    <a:pt x="13153" y="3728"/>
                  </a:lnTo>
                  <a:lnTo>
                    <a:pt x="11229" y="4840"/>
                  </a:lnTo>
                  <a:lnTo>
                    <a:pt x="9976" y="5564"/>
                  </a:lnTo>
                  <a:lnTo>
                    <a:pt x="9944" y="5582"/>
                  </a:lnTo>
                  <a:lnTo>
                    <a:pt x="8167" y="6609"/>
                  </a:lnTo>
                  <a:lnTo>
                    <a:pt x="8134" y="6629"/>
                  </a:lnTo>
                  <a:lnTo>
                    <a:pt x="6765" y="7419"/>
                  </a:lnTo>
                  <a:lnTo>
                    <a:pt x="6771" y="7415"/>
                  </a:lnTo>
                  <a:lnTo>
                    <a:pt x="6776" y="7412"/>
                  </a:lnTo>
                  <a:lnTo>
                    <a:pt x="6780" y="7406"/>
                  </a:lnTo>
                  <a:lnTo>
                    <a:pt x="6785" y="7401"/>
                  </a:lnTo>
                  <a:lnTo>
                    <a:pt x="6793" y="7388"/>
                  </a:lnTo>
                  <a:lnTo>
                    <a:pt x="6800" y="7371"/>
                  </a:lnTo>
                  <a:lnTo>
                    <a:pt x="6793" y="7388"/>
                  </a:lnTo>
                  <a:lnTo>
                    <a:pt x="6785" y="7401"/>
                  </a:lnTo>
                  <a:lnTo>
                    <a:pt x="6780" y="7406"/>
                  </a:lnTo>
                  <a:lnTo>
                    <a:pt x="6776" y="7412"/>
                  </a:lnTo>
                  <a:lnTo>
                    <a:pt x="6771" y="7415"/>
                  </a:lnTo>
                  <a:lnTo>
                    <a:pt x="6765" y="7419"/>
                  </a:lnTo>
                  <a:lnTo>
                    <a:pt x="6765" y="7419"/>
                  </a:lnTo>
                  <a:lnTo>
                    <a:pt x="6747" y="7429"/>
                  </a:lnTo>
                  <a:lnTo>
                    <a:pt x="6726" y="7441"/>
                  </a:lnTo>
                  <a:lnTo>
                    <a:pt x="6706" y="7452"/>
                  </a:lnTo>
                  <a:lnTo>
                    <a:pt x="6686" y="7462"/>
                  </a:lnTo>
                  <a:lnTo>
                    <a:pt x="6664" y="7473"/>
                  </a:lnTo>
                  <a:lnTo>
                    <a:pt x="6640" y="7484"/>
                  </a:lnTo>
                  <a:lnTo>
                    <a:pt x="6616" y="7494"/>
                  </a:lnTo>
                  <a:lnTo>
                    <a:pt x="6593" y="7503"/>
                  </a:lnTo>
                  <a:lnTo>
                    <a:pt x="6572" y="7511"/>
                  </a:lnTo>
                  <a:lnTo>
                    <a:pt x="6550" y="7519"/>
                  </a:lnTo>
                  <a:lnTo>
                    <a:pt x="6526" y="7529"/>
                  </a:lnTo>
                  <a:lnTo>
                    <a:pt x="6503" y="7537"/>
                  </a:lnTo>
                  <a:lnTo>
                    <a:pt x="6479" y="7545"/>
                  </a:lnTo>
                  <a:lnTo>
                    <a:pt x="6456" y="7553"/>
                  </a:lnTo>
                  <a:lnTo>
                    <a:pt x="6433" y="7561"/>
                  </a:lnTo>
                  <a:lnTo>
                    <a:pt x="6411" y="7568"/>
                  </a:lnTo>
                  <a:lnTo>
                    <a:pt x="6388" y="7574"/>
                  </a:lnTo>
                  <a:lnTo>
                    <a:pt x="6362" y="7581"/>
                  </a:lnTo>
                  <a:lnTo>
                    <a:pt x="6335" y="7588"/>
                  </a:lnTo>
                  <a:lnTo>
                    <a:pt x="6311" y="7594"/>
                  </a:lnTo>
                  <a:lnTo>
                    <a:pt x="6256" y="7606"/>
                  </a:lnTo>
                  <a:lnTo>
                    <a:pt x="6200" y="7617"/>
                  </a:lnTo>
                  <a:lnTo>
                    <a:pt x="6141" y="7626"/>
                  </a:lnTo>
                  <a:lnTo>
                    <a:pt x="6081" y="7634"/>
                  </a:lnTo>
                  <a:lnTo>
                    <a:pt x="6020" y="7641"/>
                  </a:lnTo>
                  <a:lnTo>
                    <a:pt x="5958" y="7645"/>
                  </a:lnTo>
                  <a:lnTo>
                    <a:pt x="5896" y="7649"/>
                  </a:lnTo>
                  <a:lnTo>
                    <a:pt x="5834" y="7651"/>
                  </a:lnTo>
                  <a:lnTo>
                    <a:pt x="5816" y="7651"/>
                  </a:lnTo>
                  <a:lnTo>
                    <a:pt x="5817" y="7651"/>
                  </a:lnTo>
                  <a:lnTo>
                    <a:pt x="5809" y="7651"/>
                  </a:lnTo>
                  <a:lnTo>
                    <a:pt x="5802" y="7651"/>
                  </a:lnTo>
                  <a:lnTo>
                    <a:pt x="5802" y="76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4B33A6E6-1531-44A0-96F6-1DA2F7AC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9163" y="1812925"/>
              <a:ext cx="5756275" cy="4149725"/>
            </a:xfrm>
            <a:custGeom>
              <a:avLst/>
              <a:gdLst>
                <a:gd name="T0" fmla="*/ 17876 w 18132"/>
                <a:gd name="T1" fmla="*/ 2809 h 10458"/>
                <a:gd name="T2" fmla="*/ 18009 w 18132"/>
                <a:gd name="T3" fmla="*/ 2937 h 10458"/>
                <a:gd name="T4" fmla="*/ 18094 w 18132"/>
                <a:gd name="T5" fmla="*/ 3075 h 10458"/>
                <a:gd name="T6" fmla="*/ 18130 w 18132"/>
                <a:gd name="T7" fmla="*/ 3218 h 10458"/>
                <a:gd name="T8" fmla="*/ 18119 w 18132"/>
                <a:gd name="T9" fmla="*/ 3362 h 10458"/>
                <a:gd name="T10" fmla="*/ 18060 w 18132"/>
                <a:gd name="T11" fmla="*/ 3504 h 10458"/>
                <a:gd name="T12" fmla="*/ 17952 w 18132"/>
                <a:gd name="T13" fmla="*/ 3638 h 10458"/>
                <a:gd name="T14" fmla="*/ 17797 w 18132"/>
                <a:gd name="T15" fmla="*/ 3760 h 10458"/>
                <a:gd name="T16" fmla="*/ 15659 w 18132"/>
                <a:gd name="T17" fmla="*/ 4997 h 10458"/>
                <a:gd name="T18" fmla="*/ 12869 w 18132"/>
                <a:gd name="T19" fmla="*/ 6609 h 10458"/>
                <a:gd name="T20" fmla="*/ 10080 w 18132"/>
                <a:gd name="T21" fmla="*/ 8222 h 10458"/>
                <a:gd name="T22" fmla="*/ 7291 w 18132"/>
                <a:gd name="T23" fmla="*/ 9833 h 10458"/>
                <a:gd name="T24" fmla="*/ 6442 w 18132"/>
                <a:gd name="T25" fmla="*/ 10311 h 10458"/>
                <a:gd name="T26" fmla="*/ 6219 w 18132"/>
                <a:gd name="T27" fmla="*/ 10388 h 10458"/>
                <a:gd name="T28" fmla="*/ 5980 w 18132"/>
                <a:gd name="T29" fmla="*/ 10436 h 10458"/>
                <a:gd name="T30" fmla="*/ 5731 w 18132"/>
                <a:gd name="T31" fmla="*/ 10457 h 10458"/>
                <a:gd name="T32" fmla="*/ 5480 w 18132"/>
                <a:gd name="T33" fmla="*/ 10450 h 10458"/>
                <a:gd name="T34" fmla="*/ 5234 w 18132"/>
                <a:gd name="T35" fmla="*/ 10415 h 10458"/>
                <a:gd name="T36" fmla="*/ 5002 w 18132"/>
                <a:gd name="T37" fmla="*/ 10354 h 10458"/>
                <a:gd name="T38" fmla="*/ 4789 w 18132"/>
                <a:gd name="T39" fmla="*/ 10263 h 10458"/>
                <a:gd name="T40" fmla="*/ 3925 w 18132"/>
                <a:gd name="T41" fmla="*/ 9768 h 10458"/>
                <a:gd name="T42" fmla="*/ 2835 w 18132"/>
                <a:gd name="T43" fmla="*/ 9142 h 10458"/>
                <a:gd name="T44" fmla="*/ 1748 w 18132"/>
                <a:gd name="T45" fmla="*/ 8518 h 10458"/>
                <a:gd name="T46" fmla="*/ 659 w 18132"/>
                <a:gd name="T47" fmla="*/ 7892 h 10458"/>
                <a:gd name="T48" fmla="*/ 256 w 18132"/>
                <a:gd name="T49" fmla="*/ 7649 h 10458"/>
                <a:gd name="T50" fmla="*/ 123 w 18132"/>
                <a:gd name="T51" fmla="*/ 7521 h 10458"/>
                <a:gd name="T52" fmla="*/ 39 w 18132"/>
                <a:gd name="T53" fmla="*/ 7382 h 10458"/>
                <a:gd name="T54" fmla="*/ 2 w 18132"/>
                <a:gd name="T55" fmla="*/ 7239 h 10458"/>
                <a:gd name="T56" fmla="*/ 12 w 18132"/>
                <a:gd name="T57" fmla="*/ 7094 h 10458"/>
                <a:gd name="T58" fmla="*/ 72 w 18132"/>
                <a:gd name="T59" fmla="*/ 6953 h 10458"/>
                <a:gd name="T60" fmla="*/ 179 w 18132"/>
                <a:gd name="T61" fmla="*/ 6820 h 10458"/>
                <a:gd name="T62" fmla="*/ 334 w 18132"/>
                <a:gd name="T63" fmla="*/ 6697 h 10458"/>
                <a:gd name="T64" fmla="*/ 2472 w 18132"/>
                <a:gd name="T65" fmla="*/ 5460 h 10458"/>
                <a:gd name="T66" fmla="*/ 5262 w 18132"/>
                <a:gd name="T67" fmla="*/ 3848 h 10458"/>
                <a:gd name="T68" fmla="*/ 8052 w 18132"/>
                <a:gd name="T69" fmla="*/ 2236 h 10458"/>
                <a:gd name="T70" fmla="*/ 10841 w 18132"/>
                <a:gd name="T71" fmla="*/ 624 h 10458"/>
                <a:gd name="T72" fmla="*/ 11689 w 18132"/>
                <a:gd name="T73" fmla="*/ 146 h 10458"/>
                <a:gd name="T74" fmla="*/ 11912 w 18132"/>
                <a:gd name="T75" fmla="*/ 70 h 10458"/>
                <a:gd name="T76" fmla="*/ 12152 w 18132"/>
                <a:gd name="T77" fmla="*/ 22 h 10458"/>
                <a:gd name="T78" fmla="*/ 12401 w 18132"/>
                <a:gd name="T79" fmla="*/ 1 h 10458"/>
                <a:gd name="T80" fmla="*/ 12652 w 18132"/>
                <a:gd name="T81" fmla="*/ 8 h 10458"/>
                <a:gd name="T82" fmla="*/ 12897 w 18132"/>
                <a:gd name="T83" fmla="*/ 42 h 10458"/>
                <a:gd name="T84" fmla="*/ 13130 w 18132"/>
                <a:gd name="T85" fmla="*/ 104 h 10458"/>
                <a:gd name="T86" fmla="*/ 13342 w 18132"/>
                <a:gd name="T87" fmla="*/ 194 h 10458"/>
                <a:gd name="T88" fmla="*/ 14208 w 18132"/>
                <a:gd name="T89" fmla="*/ 690 h 10458"/>
                <a:gd name="T90" fmla="*/ 15296 w 18132"/>
                <a:gd name="T91" fmla="*/ 1315 h 10458"/>
                <a:gd name="T92" fmla="*/ 16385 w 18132"/>
                <a:gd name="T93" fmla="*/ 1940 h 10458"/>
                <a:gd name="T94" fmla="*/ 17473 w 18132"/>
                <a:gd name="T95" fmla="*/ 2565 h 10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132" h="10458">
                  <a:moveTo>
                    <a:pt x="17745" y="2721"/>
                  </a:moveTo>
                  <a:lnTo>
                    <a:pt x="17792" y="2749"/>
                  </a:lnTo>
                  <a:lnTo>
                    <a:pt x="17836" y="2778"/>
                  </a:lnTo>
                  <a:lnTo>
                    <a:pt x="17876" y="2809"/>
                  </a:lnTo>
                  <a:lnTo>
                    <a:pt x="17914" y="2840"/>
                  </a:lnTo>
                  <a:lnTo>
                    <a:pt x="17949" y="2871"/>
                  </a:lnTo>
                  <a:lnTo>
                    <a:pt x="17980" y="2904"/>
                  </a:lnTo>
                  <a:lnTo>
                    <a:pt x="18009" y="2937"/>
                  </a:lnTo>
                  <a:lnTo>
                    <a:pt x="18035" y="2970"/>
                  </a:lnTo>
                  <a:lnTo>
                    <a:pt x="18057" y="3004"/>
                  </a:lnTo>
                  <a:lnTo>
                    <a:pt x="18076" y="3040"/>
                  </a:lnTo>
                  <a:lnTo>
                    <a:pt x="18094" y="3075"/>
                  </a:lnTo>
                  <a:lnTo>
                    <a:pt x="18107" y="3111"/>
                  </a:lnTo>
                  <a:lnTo>
                    <a:pt x="18118" y="3146"/>
                  </a:lnTo>
                  <a:lnTo>
                    <a:pt x="18126" y="3182"/>
                  </a:lnTo>
                  <a:lnTo>
                    <a:pt x="18130" y="3218"/>
                  </a:lnTo>
                  <a:lnTo>
                    <a:pt x="18132" y="3255"/>
                  </a:lnTo>
                  <a:lnTo>
                    <a:pt x="18130" y="3290"/>
                  </a:lnTo>
                  <a:lnTo>
                    <a:pt x="18126" y="3327"/>
                  </a:lnTo>
                  <a:lnTo>
                    <a:pt x="18119" y="3362"/>
                  </a:lnTo>
                  <a:lnTo>
                    <a:pt x="18109" y="3399"/>
                  </a:lnTo>
                  <a:lnTo>
                    <a:pt x="18096" y="3434"/>
                  </a:lnTo>
                  <a:lnTo>
                    <a:pt x="18079" y="3470"/>
                  </a:lnTo>
                  <a:lnTo>
                    <a:pt x="18060" y="3504"/>
                  </a:lnTo>
                  <a:lnTo>
                    <a:pt x="18037" y="3538"/>
                  </a:lnTo>
                  <a:lnTo>
                    <a:pt x="18012" y="3573"/>
                  </a:lnTo>
                  <a:lnTo>
                    <a:pt x="17984" y="3606"/>
                  </a:lnTo>
                  <a:lnTo>
                    <a:pt x="17952" y="3638"/>
                  </a:lnTo>
                  <a:lnTo>
                    <a:pt x="17919" y="3670"/>
                  </a:lnTo>
                  <a:lnTo>
                    <a:pt x="17881" y="3701"/>
                  </a:lnTo>
                  <a:lnTo>
                    <a:pt x="17841" y="3731"/>
                  </a:lnTo>
                  <a:lnTo>
                    <a:pt x="17797" y="3760"/>
                  </a:lnTo>
                  <a:lnTo>
                    <a:pt x="17751" y="3788"/>
                  </a:lnTo>
                  <a:lnTo>
                    <a:pt x="17054" y="4192"/>
                  </a:lnTo>
                  <a:lnTo>
                    <a:pt x="16356" y="4594"/>
                  </a:lnTo>
                  <a:lnTo>
                    <a:pt x="15659" y="4997"/>
                  </a:lnTo>
                  <a:lnTo>
                    <a:pt x="14961" y="5400"/>
                  </a:lnTo>
                  <a:lnTo>
                    <a:pt x="14264" y="5803"/>
                  </a:lnTo>
                  <a:lnTo>
                    <a:pt x="13567" y="6207"/>
                  </a:lnTo>
                  <a:lnTo>
                    <a:pt x="12869" y="6609"/>
                  </a:lnTo>
                  <a:lnTo>
                    <a:pt x="12172" y="7012"/>
                  </a:lnTo>
                  <a:lnTo>
                    <a:pt x="11474" y="7416"/>
                  </a:lnTo>
                  <a:lnTo>
                    <a:pt x="10777" y="7818"/>
                  </a:lnTo>
                  <a:lnTo>
                    <a:pt x="10080" y="8222"/>
                  </a:lnTo>
                  <a:lnTo>
                    <a:pt x="9382" y="8624"/>
                  </a:lnTo>
                  <a:lnTo>
                    <a:pt x="8686" y="9027"/>
                  </a:lnTo>
                  <a:lnTo>
                    <a:pt x="7987" y="9431"/>
                  </a:lnTo>
                  <a:lnTo>
                    <a:pt x="7291" y="9833"/>
                  </a:lnTo>
                  <a:lnTo>
                    <a:pt x="6593" y="10237"/>
                  </a:lnTo>
                  <a:lnTo>
                    <a:pt x="6544" y="10263"/>
                  </a:lnTo>
                  <a:lnTo>
                    <a:pt x="6494" y="10288"/>
                  </a:lnTo>
                  <a:lnTo>
                    <a:pt x="6442" y="10311"/>
                  </a:lnTo>
                  <a:lnTo>
                    <a:pt x="6388" y="10333"/>
                  </a:lnTo>
                  <a:lnTo>
                    <a:pt x="6333" y="10354"/>
                  </a:lnTo>
                  <a:lnTo>
                    <a:pt x="6276" y="10371"/>
                  </a:lnTo>
                  <a:lnTo>
                    <a:pt x="6219" y="10388"/>
                  </a:lnTo>
                  <a:lnTo>
                    <a:pt x="6160" y="10403"/>
                  </a:lnTo>
                  <a:lnTo>
                    <a:pt x="6101" y="10415"/>
                  </a:lnTo>
                  <a:lnTo>
                    <a:pt x="6041" y="10427"/>
                  </a:lnTo>
                  <a:lnTo>
                    <a:pt x="5980" y="10436"/>
                  </a:lnTo>
                  <a:lnTo>
                    <a:pt x="5919" y="10444"/>
                  </a:lnTo>
                  <a:lnTo>
                    <a:pt x="5857" y="10450"/>
                  </a:lnTo>
                  <a:lnTo>
                    <a:pt x="5793" y="10454"/>
                  </a:lnTo>
                  <a:lnTo>
                    <a:pt x="5731" y="10457"/>
                  </a:lnTo>
                  <a:lnTo>
                    <a:pt x="5668" y="10458"/>
                  </a:lnTo>
                  <a:lnTo>
                    <a:pt x="5606" y="10457"/>
                  </a:lnTo>
                  <a:lnTo>
                    <a:pt x="5543" y="10454"/>
                  </a:lnTo>
                  <a:lnTo>
                    <a:pt x="5480" y="10450"/>
                  </a:lnTo>
                  <a:lnTo>
                    <a:pt x="5418" y="10444"/>
                  </a:lnTo>
                  <a:lnTo>
                    <a:pt x="5356" y="10436"/>
                  </a:lnTo>
                  <a:lnTo>
                    <a:pt x="5295" y="10427"/>
                  </a:lnTo>
                  <a:lnTo>
                    <a:pt x="5234" y="10415"/>
                  </a:lnTo>
                  <a:lnTo>
                    <a:pt x="5175" y="10403"/>
                  </a:lnTo>
                  <a:lnTo>
                    <a:pt x="5116" y="10388"/>
                  </a:lnTo>
                  <a:lnTo>
                    <a:pt x="5058" y="10371"/>
                  </a:lnTo>
                  <a:lnTo>
                    <a:pt x="5002" y="10354"/>
                  </a:lnTo>
                  <a:lnTo>
                    <a:pt x="4947" y="10333"/>
                  </a:lnTo>
                  <a:lnTo>
                    <a:pt x="4893" y="10311"/>
                  </a:lnTo>
                  <a:lnTo>
                    <a:pt x="4841" y="10288"/>
                  </a:lnTo>
                  <a:lnTo>
                    <a:pt x="4789" y="10263"/>
                  </a:lnTo>
                  <a:lnTo>
                    <a:pt x="4741" y="10237"/>
                  </a:lnTo>
                  <a:lnTo>
                    <a:pt x="4468" y="10080"/>
                  </a:lnTo>
                  <a:lnTo>
                    <a:pt x="4196" y="9924"/>
                  </a:lnTo>
                  <a:lnTo>
                    <a:pt x="3925" y="9768"/>
                  </a:lnTo>
                  <a:lnTo>
                    <a:pt x="3652" y="9611"/>
                  </a:lnTo>
                  <a:lnTo>
                    <a:pt x="3381" y="9456"/>
                  </a:lnTo>
                  <a:lnTo>
                    <a:pt x="3108" y="9299"/>
                  </a:lnTo>
                  <a:lnTo>
                    <a:pt x="2835" y="9142"/>
                  </a:lnTo>
                  <a:lnTo>
                    <a:pt x="2564" y="8987"/>
                  </a:lnTo>
                  <a:lnTo>
                    <a:pt x="2292" y="8830"/>
                  </a:lnTo>
                  <a:lnTo>
                    <a:pt x="2019" y="8674"/>
                  </a:lnTo>
                  <a:lnTo>
                    <a:pt x="1748" y="8518"/>
                  </a:lnTo>
                  <a:lnTo>
                    <a:pt x="1475" y="8361"/>
                  </a:lnTo>
                  <a:lnTo>
                    <a:pt x="1202" y="8206"/>
                  </a:lnTo>
                  <a:lnTo>
                    <a:pt x="931" y="8049"/>
                  </a:lnTo>
                  <a:lnTo>
                    <a:pt x="659" y="7892"/>
                  </a:lnTo>
                  <a:lnTo>
                    <a:pt x="386" y="7737"/>
                  </a:lnTo>
                  <a:lnTo>
                    <a:pt x="340" y="7708"/>
                  </a:lnTo>
                  <a:lnTo>
                    <a:pt x="296" y="7680"/>
                  </a:lnTo>
                  <a:lnTo>
                    <a:pt x="256" y="7649"/>
                  </a:lnTo>
                  <a:lnTo>
                    <a:pt x="218" y="7618"/>
                  </a:lnTo>
                  <a:lnTo>
                    <a:pt x="184" y="7586"/>
                  </a:lnTo>
                  <a:lnTo>
                    <a:pt x="151" y="7554"/>
                  </a:lnTo>
                  <a:lnTo>
                    <a:pt x="123" y="7521"/>
                  </a:lnTo>
                  <a:lnTo>
                    <a:pt x="97" y="7486"/>
                  </a:lnTo>
                  <a:lnTo>
                    <a:pt x="74" y="7452"/>
                  </a:lnTo>
                  <a:lnTo>
                    <a:pt x="55" y="7418"/>
                  </a:lnTo>
                  <a:lnTo>
                    <a:pt x="39" y="7382"/>
                  </a:lnTo>
                  <a:lnTo>
                    <a:pt x="25" y="7347"/>
                  </a:lnTo>
                  <a:lnTo>
                    <a:pt x="13" y="7311"/>
                  </a:lnTo>
                  <a:lnTo>
                    <a:pt x="6" y="7275"/>
                  </a:lnTo>
                  <a:lnTo>
                    <a:pt x="2" y="7239"/>
                  </a:lnTo>
                  <a:lnTo>
                    <a:pt x="0" y="7203"/>
                  </a:lnTo>
                  <a:lnTo>
                    <a:pt x="1" y="7167"/>
                  </a:lnTo>
                  <a:lnTo>
                    <a:pt x="5" y="7131"/>
                  </a:lnTo>
                  <a:lnTo>
                    <a:pt x="12" y="7094"/>
                  </a:lnTo>
                  <a:lnTo>
                    <a:pt x="23" y="7059"/>
                  </a:lnTo>
                  <a:lnTo>
                    <a:pt x="36" y="7023"/>
                  </a:lnTo>
                  <a:lnTo>
                    <a:pt x="52" y="6988"/>
                  </a:lnTo>
                  <a:lnTo>
                    <a:pt x="72" y="6953"/>
                  </a:lnTo>
                  <a:lnTo>
                    <a:pt x="94" y="6919"/>
                  </a:lnTo>
                  <a:lnTo>
                    <a:pt x="119" y="6885"/>
                  </a:lnTo>
                  <a:lnTo>
                    <a:pt x="148" y="6852"/>
                  </a:lnTo>
                  <a:lnTo>
                    <a:pt x="179" y="6820"/>
                  </a:lnTo>
                  <a:lnTo>
                    <a:pt x="213" y="6788"/>
                  </a:lnTo>
                  <a:lnTo>
                    <a:pt x="250" y="6757"/>
                  </a:lnTo>
                  <a:lnTo>
                    <a:pt x="291" y="6727"/>
                  </a:lnTo>
                  <a:lnTo>
                    <a:pt x="334" y="6697"/>
                  </a:lnTo>
                  <a:lnTo>
                    <a:pt x="380" y="6670"/>
                  </a:lnTo>
                  <a:lnTo>
                    <a:pt x="1077" y="6266"/>
                  </a:lnTo>
                  <a:lnTo>
                    <a:pt x="1775" y="5864"/>
                  </a:lnTo>
                  <a:lnTo>
                    <a:pt x="2472" y="5460"/>
                  </a:lnTo>
                  <a:lnTo>
                    <a:pt x="3170" y="5057"/>
                  </a:lnTo>
                  <a:lnTo>
                    <a:pt x="3867" y="4655"/>
                  </a:lnTo>
                  <a:lnTo>
                    <a:pt x="4564" y="4251"/>
                  </a:lnTo>
                  <a:lnTo>
                    <a:pt x="5262" y="3848"/>
                  </a:lnTo>
                  <a:lnTo>
                    <a:pt x="5959" y="3445"/>
                  </a:lnTo>
                  <a:lnTo>
                    <a:pt x="6657" y="3042"/>
                  </a:lnTo>
                  <a:lnTo>
                    <a:pt x="7354" y="2640"/>
                  </a:lnTo>
                  <a:lnTo>
                    <a:pt x="8052" y="2236"/>
                  </a:lnTo>
                  <a:lnTo>
                    <a:pt x="8749" y="1833"/>
                  </a:lnTo>
                  <a:lnTo>
                    <a:pt x="9446" y="1430"/>
                  </a:lnTo>
                  <a:lnTo>
                    <a:pt x="10144" y="1027"/>
                  </a:lnTo>
                  <a:lnTo>
                    <a:pt x="10841" y="624"/>
                  </a:lnTo>
                  <a:lnTo>
                    <a:pt x="11539" y="221"/>
                  </a:lnTo>
                  <a:lnTo>
                    <a:pt x="11587" y="194"/>
                  </a:lnTo>
                  <a:lnTo>
                    <a:pt x="11638" y="169"/>
                  </a:lnTo>
                  <a:lnTo>
                    <a:pt x="11689" y="146"/>
                  </a:lnTo>
                  <a:lnTo>
                    <a:pt x="11743" y="125"/>
                  </a:lnTo>
                  <a:lnTo>
                    <a:pt x="11799" y="104"/>
                  </a:lnTo>
                  <a:lnTo>
                    <a:pt x="11855" y="86"/>
                  </a:lnTo>
                  <a:lnTo>
                    <a:pt x="11912" y="70"/>
                  </a:lnTo>
                  <a:lnTo>
                    <a:pt x="11971" y="55"/>
                  </a:lnTo>
                  <a:lnTo>
                    <a:pt x="12030" y="42"/>
                  </a:lnTo>
                  <a:lnTo>
                    <a:pt x="12091" y="31"/>
                  </a:lnTo>
                  <a:lnTo>
                    <a:pt x="12152" y="22"/>
                  </a:lnTo>
                  <a:lnTo>
                    <a:pt x="12214" y="14"/>
                  </a:lnTo>
                  <a:lnTo>
                    <a:pt x="12276" y="8"/>
                  </a:lnTo>
                  <a:lnTo>
                    <a:pt x="12338" y="3"/>
                  </a:lnTo>
                  <a:lnTo>
                    <a:pt x="12401" y="1"/>
                  </a:lnTo>
                  <a:lnTo>
                    <a:pt x="12463" y="0"/>
                  </a:lnTo>
                  <a:lnTo>
                    <a:pt x="12527" y="1"/>
                  </a:lnTo>
                  <a:lnTo>
                    <a:pt x="12589" y="3"/>
                  </a:lnTo>
                  <a:lnTo>
                    <a:pt x="12652" y="8"/>
                  </a:lnTo>
                  <a:lnTo>
                    <a:pt x="12714" y="14"/>
                  </a:lnTo>
                  <a:lnTo>
                    <a:pt x="12775" y="22"/>
                  </a:lnTo>
                  <a:lnTo>
                    <a:pt x="12837" y="31"/>
                  </a:lnTo>
                  <a:lnTo>
                    <a:pt x="12897" y="42"/>
                  </a:lnTo>
                  <a:lnTo>
                    <a:pt x="12957" y="55"/>
                  </a:lnTo>
                  <a:lnTo>
                    <a:pt x="13015" y="70"/>
                  </a:lnTo>
                  <a:lnTo>
                    <a:pt x="13073" y="87"/>
                  </a:lnTo>
                  <a:lnTo>
                    <a:pt x="13130" y="104"/>
                  </a:lnTo>
                  <a:lnTo>
                    <a:pt x="13185" y="125"/>
                  </a:lnTo>
                  <a:lnTo>
                    <a:pt x="13238" y="146"/>
                  </a:lnTo>
                  <a:lnTo>
                    <a:pt x="13291" y="169"/>
                  </a:lnTo>
                  <a:lnTo>
                    <a:pt x="13342" y="194"/>
                  </a:lnTo>
                  <a:lnTo>
                    <a:pt x="13391" y="221"/>
                  </a:lnTo>
                  <a:lnTo>
                    <a:pt x="13663" y="377"/>
                  </a:lnTo>
                  <a:lnTo>
                    <a:pt x="13935" y="534"/>
                  </a:lnTo>
                  <a:lnTo>
                    <a:pt x="14208" y="690"/>
                  </a:lnTo>
                  <a:lnTo>
                    <a:pt x="14479" y="846"/>
                  </a:lnTo>
                  <a:lnTo>
                    <a:pt x="14752" y="1002"/>
                  </a:lnTo>
                  <a:lnTo>
                    <a:pt x="15024" y="1159"/>
                  </a:lnTo>
                  <a:lnTo>
                    <a:pt x="15296" y="1315"/>
                  </a:lnTo>
                  <a:lnTo>
                    <a:pt x="15568" y="1471"/>
                  </a:lnTo>
                  <a:lnTo>
                    <a:pt x="15841" y="1627"/>
                  </a:lnTo>
                  <a:lnTo>
                    <a:pt x="16112" y="1784"/>
                  </a:lnTo>
                  <a:lnTo>
                    <a:pt x="16385" y="1940"/>
                  </a:lnTo>
                  <a:lnTo>
                    <a:pt x="16657" y="2096"/>
                  </a:lnTo>
                  <a:lnTo>
                    <a:pt x="16929" y="2252"/>
                  </a:lnTo>
                  <a:lnTo>
                    <a:pt x="17201" y="2409"/>
                  </a:lnTo>
                  <a:lnTo>
                    <a:pt x="17473" y="2565"/>
                  </a:lnTo>
                  <a:lnTo>
                    <a:pt x="17745" y="2721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7F7919EA-4926-477D-933B-81FBC301A2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57888" y="2890838"/>
              <a:ext cx="5840413" cy="3292475"/>
            </a:xfrm>
            <a:custGeom>
              <a:avLst/>
              <a:gdLst>
                <a:gd name="T0" fmla="*/ 18363 w 18395"/>
                <a:gd name="T1" fmla="*/ 544 h 8296"/>
                <a:gd name="T2" fmla="*/ 18304 w 18395"/>
                <a:gd name="T3" fmla="*/ 392 h 8296"/>
                <a:gd name="T4" fmla="*/ 18231 w 18395"/>
                <a:gd name="T5" fmla="*/ 276 h 8296"/>
                <a:gd name="T6" fmla="*/ 18129 w 18395"/>
                <a:gd name="T7" fmla="*/ 164 h 8296"/>
                <a:gd name="T8" fmla="*/ 17983 w 18395"/>
                <a:gd name="T9" fmla="*/ 48 h 8296"/>
                <a:gd name="T10" fmla="*/ 17910 w 18395"/>
                <a:gd name="T11" fmla="*/ 2 h 8296"/>
                <a:gd name="T12" fmla="*/ 17886 w 18395"/>
                <a:gd name="T13" fmla="*/ 1 h 8296"/>
                <a:gd name="T14" fmla="*/ 18006 w 18395"/>
                <a:gd name="T15" fmla="*/ 94 h 8296"/>
                <a:gd name="T16" fmla="*/ 18165 w 18395"/>
                <a:gd name="T17" fmla="*/ 255 h 8296"/>
                <a:gd name="T18" fmla="*/ 18248 w 18395"/>
                <a:gd name="T19" fmla="*/ 431 h 8296"/>
                <a:gd name="T20" fmla="*/ 18256 w 18395"/>
                <a:gd name="T21" fmla="*/ 612 h 8296"/>
                <a:gd name="T22" fmla="*/ 18190 w 18395"/>
                <a:gd name="T23" fmla="*/ 789 h 8296"/>
                <a:gd name="T24" fmla="*/ 18049 w 18395"/>
                <a:gd name="T25" fmla="*/ 955 h 8296"/>
                <a:gd name="T26" fmla="*/ 6723 w 18395"/>
                <a:gd name="T27" fmla="*/ 7522 h 8296"/>
                <a:gd name="T28" fmla="*/ 6463 w 18395"/>
                <a:gd name="T29" fmla="*/ 7639 h 8296"/>
                <a:gd name="T30" fmla="*/ 6171 w 18395"/>
                <a:gd name="T31" fmla="*/ 7712 h 8296"/>
                <a:gd name="T32" fmla="*/ 5861 w 18395"/>
                <a:gd name="T33" fmla="*/ 7742 h 8296"/>
                <a:gd name="T34" fmla="*/ 5548 w 18395"/>
                <a:gd name="T35" fmla="*/ 7729 h 8296"/>
                <a:gd name="T36" fmla="*/ 5246 w 18395"/>
                <a:gd name="T37" fmla="*/ 7673 h 8296"/>
                <a:gd name="T38" fmla="*/ 4971 w 18395"/>
                <a:gd name="T39" fmla="*/ 7573 h 8296"/>
                <a:gd name="T40" fmla="*/ 440 w 18395"/>
                <a:gd name="T41" fmla="*/ 4974 h 8296"/>
                <a:gd name="T42" fmla="*/ 285 w 18395"/>
                <a:gd name="T43" fmla="*/ 4843 h 8296"/>
                <a:gd name="T44" fmla="*/ 184 w 18395"/>
                <a:gd name="T45" fmla="*/ 4701 h 8296"/>
                <a:gd name="T46" fmla="*/ 134 w 18395"/>
                <a:gd name="T47" fmla="*/ 4551 h 8296"/>
                <a:gd name="T48" fmla="*/ 139 w 18395"/>
                <a:gd name="T49" fmla="*/ 4399 h 8296"/>
                <a:gd name="T50" fmla="*/ 195 w 18395"/>
                <a:gd name="T51" fmla="*/ 4250 h 8296"/>
                <a:gd name="T52" fmla="*/ 304 w 18395"/>
                <a:gd name="T53" fmla="*/ 4109 h 8296"/>
                <a:gd name="T54" fmla="*/ 168 w 18395"/>
                <a:gd name="T55" fmla="*/ 4265 h 8296"/>
                <a:gd name="T56" fmla="*/ 100 w 18395"/>
                <a:gd name="T57" fmla="*/ 4375 h 8296"/>
                <a:gd name="T58" fmla="*/ 44 w 18395"/>
                <a:gd name="T59" fmla="*/ 4500 h 8296"/>
                <a:gd name="T60" fmla="*/ 10 w 18395"/>
                <a:gd name="T61" fmla="*/ 4642 h 8296"/>
                <a:gd name="T62" fmla="*/ 1 w 18395"/>
                <a:gd name="T63" fmla="*/ 4801 h 8296"/>
                <a:gd name="T64" fmla="*/ 16 w 18395"/>
                <a:gd name="T65" fmla="*/ 4950 h 8296"/>
                <a:gd name="T66" fmla="*/ 26 w 18395"/>
                <a:gd name="T67" fmla="*/ 5023 h 8296"/>
                <a:gd name="T68" fmla="*/ 81 w 18395"/>
                <a:gd name="T69" fmla="*/ 5166 h 8296"/>
                <a:gd name="T70" fmla="*/ 138 w 18395"/>
                <a:gd name="T71" fmla="*/ 5264 h 8296"/>
                <a:gd name="T72" fmla="*/ 237 w 18395"/>
                <a:gd name="T73" fmla="*/ 5382 h 8296"/>
                <a:gd name="T74" fmla="*/ 378 w 18395"/>
                <a:gd name="T75" fmla="*/ 5501 h 8296"/>
                <a:gd name="T76" fmla="*/ 476 w 18395"/>
                <a:gd name="T77" fmla="*/ 5565 h 8296"/>
                <a:gd name="T78" fmla="*/ 4930 w 18395"/>
                <a:gd name="T79" fmla="*/ 8117 h 8296"/>
                <a:gd name="T80" fmla="*/ 5007 w 18395"/>
                <a:gd name="T81" fmla="*/ 8151 h 8296"/>
                <a:gd name="T82" fmla="*/ 5122 w 18395"/>
                <a:gd name="T83" fmla="*/ 8192 h 8296"/>
                <a:gd name="T84" fmla="*/ 5239 w 18395"/>
                <a:gd name="T85" fmla="*/ 8228 h 8296"/>
                <a:gd name="T86" fmla="*/ 5470 w 18395"/>
                <a:gd name="T87" fmla="*/ 8273 h 8296"/>
                <a:gd name="T88" fmla="*/ 5797 w 18395"/>
                <a:gd name="T89" fmla="*/ 8296 h 8296"/>
                <a:gd name="T90" fmla="*/ 6125 w 18395"/>
                <a:gd name="T91" fmla="*/ 8273 h 8296"/>
                <a:gd name="T92" fmla="*/ 6357 w 18395"/>
                <a:gd name="T93" fmla="*/ 8226 h 8296"/>
                <a:gd name="T94" fmla="*/ 6474 w 18395"/>
                <a:gd name="T95" fmla="*/ 8191 h 8296"/>
                <a:gd name="T96" fmla="*/ 6588 w 18395"/>
                <a:gd name="T97" fmla="*/ 8150 h 8296"/>
                <a:gd name="T98" fmla="*/ 6701 w 18395"/>
                <a:gd name="T99" fmla="*/ 8097 h 8296"/>
                <a:gd name="T100" fmla="*/ 6771 w 18395"/>
                <a:gd name="T101" fmla="*/ 8057 h 8296"/>
                <a:gd name="T102" fmla="*/ 6788 w 18395"/>
                <a:gd name="T103" fmla="*/ 8033 h 8296"/>
                <a:gd name="T104" fmla="*/ 6760 w 18395"/>
                <a:gd name="T105" fmla="*/ 8064 h 8296"/>
                <a:gd name="T106" fmla="*/ 18013 w 18395"/>
                <a:gd name="T107" fmla="*/ 1555 h 8296"/>
                <a:gd name="T108" fmla="*/ 18152 w 18395"/>
                <a:gd name="T109" fmla="*/ 1439 h 8296"/>
                <a:gd name="T110" fmla="*/ 18235 w 18395"/>
                <a:gd name="T111" fmla="*/ 1343 h 8296"/>
                <a:gd name="T112" fmla="*/ 18304 w 18395"/>
                <a:gd name="T113" fmla="*/ 1232 h 8296"/>
                <a:gd name="T114" fmla="*/ 18355 w 18395"/>
                <a:gd name="T115" fmla="*/ 1109 h 8296"/>
                <a:gd name="T116" fmla="*/ 18386 w 18395"/>
                <a:gd name="T117" fmla="*/ 966 h 8296"/>
                <a:gd name="T118" fmla="*/ 18395 w 18395"/>
                <a:gd name="T119" fmla="*/ 785 h 8296"/>
                <a:gd name="T120" fmla="*/ 464 w 18395"/>
                <a:gd name="T121" fmla="*/ 3982 h 8296"/>
                <a:gd name="T122" fmla="*/ 507 w 18395"/>
                <a:gd name="T123" fmla="*/ 3956 h 8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95" h="8296">
                  <a:moveTo>
                    <a:pt x="18388" y="668"/>
                  </a:moveTo>
                  <a:lnTo>
                    <a:pt x="18381" y="626"/>
                  </a:lnTo>
                  <a:lnTo>
                    <a:pt x="18374" y="591"/>
                  </a:lnTo>
                  <a:lnTo>
                    <a:pt x="18369" y="564"/>
                  </a:lnTo>
                  <a:lnTo>
                    <a:pt x="18363" y="544"/>
                  </a:lnTo>
                  <a:lnTo>
                    <a:pt x="18356" y="520"/>
                  </a:lnTo>
                  <a:lnTo>
                    <a:pt x="18347" y="493"/>
                  </a:lnTo>
                  <a:lnTo>
                    <a:pt x="18334" y="459"/>
                  </a:lnTo>
                  <a:lnTo>
                    <a:pt x="18316" y="417"/>
                  </a:lnTo>
                  <a:lnTo>
                    <a:pt x="18304" y="392"/>
                  </a:lnTo>
                  <a:lnTo>
                    <a:pt x="18292" y="369"/>
                  </a:lnTo>
                  <a:lnTo>
                    <a:pt x="18277" y="344"/>
                  </a:lnTo>
                  <a:lnTo>
                    <a:pt x="18260" y="317"/>
                  </a:lnTo>
                  <a:lnTo>
                    <a:pt x="18247" y="296"/>
                  </a:lnTo>
                  <a:lnTo>
                    <a:pt x="18231" y="276"/>
                  </a:lnTo>
                  <a:lnTo>
                    <a:pt x="18214" y="254"/>
                  </a:lnTo>
                  <a:lnTo>
                    <a:pt x="18200" y="236"/>
                  </a:lnTo>
                  <a:lnTo>
                    <a:pt x="18178" y="213"/>
                  </a:lnTo>
                  <a:lnTo>
                    <a:pt x="18155" y="188"/>
                  </a:lnTo>
                  <a:lnTo>
                    <a:pt x="18129" y="164"/>
                  </a:lnTo>
                  <a:lnTo>
                    <a:pt x="18106" y="142"/>
                  </a:lnTo>
                  <a:lnTo>
                    <a:pt x="18079" y="118"/>
                  </a:lnTo>
                  <a:lnTo>
                    <a:pt x="18047" y="94"/>
                  </a:lnTo>
                  <a:lnTo>
                    <a:pt x="18014" y="70"/>
                  </a:lnTo>
                  <a:lnTo>
                    <a:pt x="17983" y="48"/>
                  </a:lnTo>
                  <a:lnTo>
                    <a:pt x="17967" y="37"/>
                  </a:lnTo>
                  <a:lnTo>
                    <a:pt x="17949" y="26"/>
                  </a:lnTo>
                  <a:lnTo>
                    <a:pt x="17930" y="15"/>
                  </a:lnTo>
                  <a:lnTo>
                    <a:pt x="17914" y="5"/>
                  </a:lnTo>
                  <a:lnTo>
                    <a:pt x="17910" y="2"/>
                  </a:lnTo>
                  <a:lnTo>
                    <a:pt x="17905" y="1"/>
                  </a:lnTo>
                  <a:lnTo>
                    <a:pt x="17901" y="0"/>
                  </a:lnTo>
                  <a:lnTo>
                    <a:pt x="17896" y="0"/>
                  </a:lnTo>
                  <a:lnTo>
                    <a:pt x="17890" y="0"/>
                  </a:lnTo>
                  <a:lnTo>
                    <a:pt x="17886" y="1"/>
                  </a:lnTo>
                  <a:lnTo>
                    <a:pt x="17881" y="3"/>
                  </a:lnTo>
                  <a:lnTo>
                    <a:pt x="17875" y="6"/>
                  </a:lnTo>
                  <a:lnTo>
                    <a:pt x="17922" y="34"/>
                  </a:lnTo>
                  <a:lnTo>
                    <a:pt x="17966" y="63"/>
                  </a:lnTo>
                  <a:lnTo>
                    <a:pt x="18006" y="94"/>
                  </a:lnTo>
                  <a:lnTo>
                    <a:pt x="18044" y="125"/>
                  </a:lnTo>
                  <a:lnTo>
                    <a:pt x="18079" y="156"/>
                  </a:lnTo>
                  <a:lnTo>
                    <a:pt x="18110" y="189"/>
                  </a:lnTo>
                  <a:lnTo>
                    <a:pt x="18139" y="222"/>
                  </a:lnTo>
                  <a:lnTo>
                    <a:pt x="18165" y="255"/>
                  </a:lnTo>
                  <a:lnTo>
                    <a:pt x="18187" y="289"/>
                  </a:lnTo>
                  <a:lnTo>
                    <a:pt x="18206" y="325"/>
                  </a:lnTo>
                  <a:lnTo>
                    <a:pt x="18224" y="360"/>
                  </a:lnTo>
                  <a:lnTo>
                    <a:pt x="18237" y="396"/>
                  </a:lnTo>
                  <a:lnTo>
                    <a:pt x="18248" y="431"/>
                  </a:lnTo>
                  <a:lnTo>
                    <a:pt x="18256" y="467"/>
                  </a:lnTo>
                  <a:lnTo>
                    <a:pt x="18260" y="503"/>
                  </a:lnTo>
                  <a:lnTo>
                    <a:pt x="18262" y="540"/>
                  </a:lnTo>
                  <a:lnTo>
                    <a:pt x="18260" y="575"/>
                  </a:lnTo>
                  <a:lnTo>
                    <a:pt x="18256" y="612"/>
                  </a:lnTo>
                  <a:lnTo>
                    <a:pt x="18249" y="647"/>
                  </a:lnTo>
                  <a:lnTo>
                    <a:pt x="18239" y="684"/>
                  </a:lnTo>
                  <a:lnTo>
                    <a:pt x="18226" y="719"/>
                  </a:lnTo>
                  <a:lnTo>
                    <a:pt x="18209" y="755"/>
                  </a:lnTo>
                  <a:lnTo>
                    <a:pt x="18190" y="789"/>
                  </a:lnTo>
                  <a:lnTo>
                    <a:pt x="18167" y="823"/>
                  </a:lnTo>
                  <a:lnTo>
                    <a:pt x="18142" y="858"/>
                  </a:lnTo>
                  <a:lnTo>
                    <a:pt x="18114" y="891"/>
                  </a:lnTo>
                  <a:lnTo>
                    <a:pt x="18082" y="923"/>
                  </a:lnTo>
                  <a:lnTo>
                    <a:pt x="18049" y="955"/>
                  </a:lnTo>
                  <a:lnTo>
                    <a:pt x="18011" y="986"/>
                  </a:lnTo>
                  <a:lnTo>
                    <a:pt x="17971" y="1016"/>
                  </a:lnTo>
                  <a:lnTo>
                    <a:pt x="17927" y="1045"/>
                  </a:lnTo>
                  <a:lnTo>
                    <a:pt x="17881" y="1073"/>
                  </a:lnTo>
                  <a:lnTo>
                    <a:pt x="6723" y="7522"/>
                  </a:lnTo>
                  <a:lnTo>
                    <a:pt x="6674" y="7548"/>
                  </a:lnTo>
                  <a:lnTo>
                    <a:pt x="6624" y="7573"/>
                  </a:lnTo>
                  <a:lnTo>
                    <a:pt x="6572" y="7596"/>
                  </a:lnTo>
                  <a:lnTo>
                    <a:pt x="6518" y="7618"/>
                  </a:lnTo>
                  <a:lnTo>
                    <a:pt x="6463" y="7639"/>
                  </a:lnTo>
                  <a:lnTo>
                    <a:pt x="6406" y="7656"/>
                  </a:lnTo>
                  <a:lnTo>
                    <a:pt x="6349" y="7673"/>
                  </a:lnTo>
                  <a:lnTo>
                    <a:pt x="6291" y="7688"/>
                  </a:lnTo>
                  <a:lnTo>
                    <a:pt x="6231" y="7700"/>
                  </a:lnTo>
                  <a:lnTo>
                    <a:pt x="6171" y="7712"/>
                  </a:lnTo>
                  <a:lnTo>
                    <a:pt x="6110" y="7721"/>
                  </a:lnTo>
                  <a:lnTo>
                    <a:pt x="6049" y="7729"/>
                  </a:lnTo>
                  <a:lnTo>
                    <a:pt x="5987" y="7735"/>
                  </a:lnTo>
                  <a:lnTo>
                    <a:pt x="5923" y="7739"/>
                  </a:lnTo>
                  <a:lnTo>
                    <a:pt x="5861" y="7742"/>
                  </a:lnTo>
                  <a:lnTo>
                    <a:pt x="5798" y="7743"/>
                  </a:lnTo>
                  <a:lnTo>
                    <a:pt x="5736" y="7742"/>
                  </a:lnTo>
                  <a:lnTo>
                    <a:pt x="5673" y="7739"/>
                  </a:lnTo>
                  <a:lnTo>
                    <a:pt x="5610" y="7735"/>
                  </a:lnTo>
                  <a:lnTo>
                    <a:pt x="5548" y="7729"/>
                  </a:lnTo>
                  <a:lnTo>
                    <a:pt x="5486" y="7721"/>
                  </a:lnTo>
                  <a:lnTo>
                    <a:pt x="5425" y="7712"/>
                  </a:lnTo>
                  <a:lnTo>
                    <a:pt x="5364" y="7700"/>
                  </a:lnTo>
                  <a:lnTo>
                    <a:pt x="5305" y="7688"/>
                  </a:lnTo>
                  <a:lnTo>
                    <a:pt x="5246" y="7673"/>
                  </a:lnTo>
                  <a:lnTo>
                    <a:pt x="5188" y="7656"/>
                  </a:lnTo>
                  <a:lnTo>
                    <a:pt x="5132" y="7639"/>
                  </a:lnTo>
                  <a:lnTo>
                    <a:pt x="5077" y="7618"/>
                  </a:lnTo>
                  <a:lnTo>
                    <a:pt x="5023" y="7596"/>
                  </a:lnTo>
                  <a:lnTo>
                    <a:pt x="4971" y="7573"/>
                  </a:lnTo>
                  <a:lnTo>
                    <a:pt x="4919" y="7548"/>
                  </a:lnTo>
                  <a:lnTo>
                    <a:pt x="4871" y="7522"/>
                  </a:lnTo>
                  <a:lnTo>
                    <a:pt x="516" y="5022"/>
                  </a:lnTo>
                  <a:lnTo>
                    <a:pt x="477" y="4998"/>
                  </a:lnTo>
                  <a:lnTo>
                    <a:pt x="440" y="4974"/>
                  </a:lnTo>
                  <a:lnTo>
                    <a:pt x="404" y="4949"/>
                  </a:lnTo>
                  <a:lnTo>
                    <a:pt x="372" y="4924"/>
                  </a:lnTo>
                  <a:lnTo>
                    <a:pt x="341" y="4897"/>
                  </a:lnTo>
                  <a:lnTo>
                    <a:pt x="312" y="4870"/>
                  </a:lnTo>
                  <a:lnTo>
                    <a:pt x="285" y="4843"/>
                  </a:lnTo>
                  <a:lnTo>
                    <a:pt x="261" y="4815"/>
                  </a:lnTo>
                  <a:lnTo>
                    <a:pt x="239" y="4787"/>
                  </a:lnTo>
                  <a:lnTo>
                    <a:pt x="218" y="4759"/>
                  </a:lnTo>
                  <a:lnTo>
                    <a:pt x="200" y="4729"/>
                  </a:lnTo>
                  <a:lnTo>
                    <a:pt x="184" y="4701"/>
                  </a:lnTo>
                  <a:lnTo>
                    <a:pt x="170" y="4671"/>
                  </a:lnTo>
                  <a:lnTo>
                    <a:pt x="157" y="4641"/>
                  </a:lnTo>
                  <a:lnTo>
                    <a:pt x="148" y="4611"/>
                  </a:lnTo>
                  <a:lnTo>
                    <a:pt x="140" y="4582"/>
                  </a:lnTo>
                  <a:lnTo>
                    <a:pt x="134" y="4551"/>
                  </a:lnTo>
                  <a:lnTo>
                    <a:pt x="131" y="4521"/>
                  </a:lnTo>
                  <a:lnTo>
                    <a:pt x="130" y="4490"/>
                  </a:lnTo>
                  <a:lnTo>
                    <a:pt x="131" y="4459"/>
                  </a:lnTo>
                  <a:lnTo>
                    <a:pt x="133" y="4429"/>
                  </a:lnTo>
                  <a:lnTo>
                    <a:pt x="139" y="4399"/>
                  </a:lnTo>
                  <a:lnTo>
                    <a:pt x="146" y="4369"/>
                  </a:lnTo>
                  <a:lnTo>
                    <a:pt x="155" y="4339"/>
                  </a:lnTo>
                  <a:lnTo>
                    <a:pt x="165" y="4309"/>
                  </a:lnTo>
                  <a:lnTo>
                    <a:pt x="179" y="4280"/>
                  </a:lnTo>
                  <a:lnTo>
                    <a:pt x="195" y="4250"/>
                  </a:lnTo>
                  <a:lnTo>
                    <a:pt x="212" y="4221"/>
                  </a:lnTo>
                  <a:lnTo>
                    <a:pt x="232" y="4193"/>
                  </a:lnTo>
                  <a:lnTo>
                    <a:pt x="254" y="4164"/>
                  </a:lnTo>
                  <a:lnTo>
                    <a:pt x="278" y="4137"/>
                  </a:lnTo>
                  <a:lnTo>
                    <a:pt x="304" y="4109"/>
                  </a:lnTo>
                  <a:lnTo>
                    <a:pt x="273" y="4139"/>
                  </a:lnTo>
                  <a:lnTo>
                    <a:pt x="242" y="4172"/>
                  </a:lnTo>
                  <a:lnTo>
                    <a:pt x="212" y="4206"/>
                  </a:lnTo>
                  <a:lnTo>
                    <a:pt x="182" y="4245"/>
                  </a:lnTo>
                  <a:lnTo>
                    <a:pt x="168" y="4265"/>
                  </a:lnTo>
                  <a:lnTo>
                    <a:pt x="153" y="4285"/>
                  </a:lnTo>
                  <a:lnTo>
                    <a:pt x="139" y="4306"/>
                  </a:lnTo>
                  <a:lnTo>
                    <a:pt x="125" y="4329"/>
                  </a:lnTo>
                  <a:lnTo>
                    <a:pt x="112" y="4351"/>
                  </a:lnTo>
                  <a:lnTo>
                    <a:pt x="100" y="4375"/>
                  </a:lnTo>
                  <a:lnTo>
                    <a:pt x="87" y="4397"/>
                  </a:lnTo>
                  <a:lnTo>
                    <a:pt x="76" y="4423"/>
                  </a:lnTo>
                  <a:lnTo>
                    <a:pt x="65" y="4448"/>
                  </a:lnTo>
                  <a:lnTo>
                    <a:pt x="55" y="4474"/>
                  </a:lnTo>
                  <a:lnTo>
                    <a:pt x="44" y="4500"/>
                  </a:lnTo>
                  <a:lnTo>
                    <a:pt x="36" y="4527"/>
                  </a:lnTo>
                  <a:lnTo>
                    <a:pt x="28" y="4555"/>
                  </a:lnTo>
                  <a:lnTo>
                    <a:pt x="21" y="4584"/>
                  </a:lnTo>
                  <a:lnTo>
                    <a:pt x="15" y="4612"/>
                  </a:lnTo>
                  <a:lnTo>
                    <a:pt x="10" y="4642"/>
                  </a:lnTo>
                  <a:lnTo>
                    <a:pt x="5" y="4673"/>
                  </a:lnTo>
                  <a:lnTo>
                    <a:pt x="3" y="4704"/>
                  </a:lnTo>
                  <a:lnTo>
                    <a:pt x="1" y="4736"/>
                  </a:lnTo>
                  <a:lnTo>
                    <a:pt x="0" y="4768"/>
                  </a:lnTo>
                  <a:lnTo>
                    <a:pt x="1" y="4801"/>
                  </a:lnTo>
                  <a:lnTo>
                    <a:pt x="2" y="4835"/>
                  </a:lnTo>
                  <a:lnTo>
                    <a:pt x="5" y="4870"/>
                  </a:lnTo>
                  <a:lnTo>
                    <a:pt x="10" y="4905"/>
                  </a:lnTo>
                  <a:lnTo>
                    <a:pt x="12" y="4928"/>
                  </a:lnTo>
                  <a:lnTo>
                    <a:pt x="16" y="4950"/>
                  </a:lnTo>
                  <a:lnTo>
                    <a:pt x="17" y="4970"/>
                  </a:lnTo>
                  <a:lnTo>
                    <a:pt x="18" y="4990"/>
                  </a:lnTo>
                  <a:lnTo>
                    <a:pt x="20" y="5001"/>
                  </a:lnTo>
                  <a:lnTo>
                    <a:pt x="24" y="5013"/>
                  </a:lnTo>
                  <a:lnTo>
                    <a:pt x="26" y="5023"/>
                  </a:lnTo>
                  <a:lnTo>
                    <a:pt x="30" y="5033"/>
                  </a:lnTo>
                  <a:lnTo>
                    <a:pt x="41" y="5070"/>
                  </a:lnTo>
                  <a:lnTo>
                    <a:pt x="54" y="5105"/>
                  </a:lnTo>
                  <a:lnTo>
                    <a:pt x="67" y="5137"/>
                  </a:lnTo>
                  <a:lnTo>
                    <a:pt x="81" y="5166"/>
                  </a:lnTo>
                  <a:lnTo>
                    <a:pt x="94" y="5191"/>
                  </a:lnTo>
                  <a:lnTo>
                    <a:pt x="105" y="5212"/>
                  </a:lnTo>
                  <a:lnTo>
                    <a:pt x="116" y="5229"/>
                  </a:lnTo>
                  <a:lnTo>
                    <a:pt x="123" y="5241"/>
                  </a:lnTo>
                  <a:lnTo>
                    <a:pt x="138" y="5264"/>
                  </a:lnTo>
                  <a:lnTo>
                    <a:pt x="156" y="5290"/>
                  </a:lnTo>
                  <a:lnTo>
                    <a:pt x="173" y="5311"/>
                  </a:lnTo>
                  <a:lnTo>
                    <a:pt x="188" y="5330"/>
                  </a:lnTo>
                  <a:lnTo>
                    <a:pt x="210" y="5355"/>
                  </a:lnTo>
                  <a:lnTo>
                    <a:pt x="237" y="5382"/>
                  </a:lnTo>
                  <a:lnTo>
                    <a:pt x="262" y="5407"/>
                  </a:lnTo>
                  <a:lnTo>
                    <a:pt x="287" y="5430"/>
                  </a:lnTo>
                  <a:lnTo>
                    <a:pt x="315" y="5454"/>
                  </a:lnTo>
                  <a:lnTo>
                    <a:pt x="346" y="5478"/>
                  </a:lnTo>
                  <a:lnTo>
                    <a:pt x="378" y="5501"/>
                  </a:lnTo>
                  <a:lnTo>
                    <a:pt x="408" y="5523"/>
                  </a:lnTo>
                  <a:lnTo>
                    <a:pt x="424" y="5533"/>
                  </a:lnTo>
                  <a:lnTo>
                    <a:pt x="441" y="5545"/>
                  </a:lnTo>
                  <a:lnTo>
                    <a:pt x="460" y="5555"/>
                  </a:lnTo>
                  <a:lnTo>
                    <a:pt x="476" y="5565"/>
                  </a:lnTo>
                  <a:lnTo>
                    <a:pt x="476" y="5565"/>
                  </a:lnTo>
                  <a:lnTo>
                    <a:pt x="4831" y="8065"/>
                  </a:lnTo>
                  <a:lnTo>
                    <a:pt x="4866" y="8085"/>
                  </a:lnTo>
                  <a:lnTo>
                    <a:pt x="4900" y="8102"/>
                  </a:lnTo>
                  <a:lnTo>
                    <a:pt x="4930" y="8117"/>
                  </a:lnTo>
                  <a:lnTo>
                    <a:pt x="4955" y="8128"/>
                  </a:lnTo>
                  <a:lnTo>
                    <a:pt x="4977" y="8138"/>
                  </a:lnTo>
                  <a:lnTo>
                    <a:pt x="4993" y="8145"/>
                  </a:lnTo>
                  <a:lnTo>
                    <a:pt x="5003" y="8150"/>
                  </a:lnTo>
                  <a:lnTo>
                    <a:pt x="5007" y="8151"/>
                  </a:lnTo>
                  <a:lnTo>
                    <a:pt x="5029" y="8159"/>
                  </a:lnTo>
                  <a:lnTo>
                    <a:pt x="5050" y="8167"/>
                  </a:lnTo>
                  <a:lnTo>
                    <a:pt x="5075" y="8175"/>
                  </a:lnTo>
                  <a:lnTo>
                    <a:pt x="5098" y="8184"/>
                  </a:lnTo>
                  <a:lnTo>
                    <a:pt x="5122" y="8192"/>
                  </a:lnTo>
                  <a:lnTo>
                    <a:pt x="5146" y="8200"/>
                  </a:lnTo>
                  <a:lnTo>
                    <a:pt x="5169" y="8207"/>
                  </a:lnTo>
                  <a:lnTo>
                    <a:pt x="5190" y="8214"/>
                  </a:lnTo>
                  <a:lnTo>
                    <a:pt x="5214" y="8221"/>
                  </a:lnTo>
                  <a:lnTo>
                    <a:pt x="5239" y="8228"/>
                  </a:lnTo>
                  <a:lnTo>
                    <a:pt x="5264" y="8234"/>
                  </a:lnTo>
                  <a:lnTo>
                    <a:pt x="5287" y="8240"/>
                  </a:lnTo>
                  <a:lnTo>
                    <a:pt x="5346" y="8253"/>
                  </a:lnTo>
                  <a:lnTo>
                    <a:pt x="5407" y="8264"/>
                  </a:lnTo>
                  <a:lnTo>
                    <a:pt x="5470" y="8273"/>
                  </a:lnTo>
                  <a:lnTo>
                    <a:pt x="5535" y="8281"/>
                  </a:lnTo>
                  <a:lnTo>
                    <a:pt x="5600" y="8288"/>
                  </a:lnTo>
                  <a:lnTo>
                    <a:pt x="5666" y="8293"/>
                  </a:lnTo>
                  <a:lnTo>
                    <a:pt x="5731" y="8296"/>
                  </a:lnTo>
                  <a:lnTo>
                    <a:pt x="5797" y="8296"/>
                  </a:lnTo>
                  <a:lnTo>
                    <a:pt x="5862" y="8296"/>
                  </a:lnTo>
                  <a:lnTo>
                    <a:pt x="5929" y="8293"/>
                  </a:lnTo>
                  <a:lnTo>
                    <a:pt x="5995" y="8288"/>
                  </a:lnTo>
                  <a:lnTo>
                    <a:pt x="6060" y="8281"/>
                  </a:lnTo>
                  <a:lnTo>
                    <a:pt x="6125" y="8273"/>
                  </a:lnTo>
                  <a:lnTo>
                    <a:pt x="6187" y="8264"/>
                  </a:lnTo>
                  <a:lnTo>
                    <a:pt x="6248" y="8253"/>
                  </a:lnTo>
                  <a:lnTo>
                    <a:pt x="6306" y="8239"/>
                  </a:lnTo>
                  <a:lnTo>
                    <a:pt x="6330" y="8233"/>
                  </a:lnTo>
                  <a:lnTo>
                    <a:pt x="6357" y="8226"/>
                  </a:lnTo>
                  <a:lnTo>
                    <a:pt x="6383" y="8220"/>
                  </a:lnTo>
                  <a:lnTo>
                    <a:pt x="6406" y="8213"/>
                  </a:lnTo>
                  <a:lnTo>
                    <a:pt x="6428" y="8206"/>
                  </a:lnTo>
                  <a:lnTo>
                    <a:pt x="6451" y="8199"/>
                  </a:lnTo>
                  <a:lnTo>
                    <a:pt x="6474" y="8191"/>
                  </a:lnTo>
                  <a:lnTo>
                    <a:pt x="6498" y="8182"/>
                  </a:lnTo>
                  <a:lnTo>
                    <a:pt x="6521" y="8174"/>
                  </a:lnTo>
                  <a:lnTo>
                    <a:pt x="6545" y="8166"/>
                  </a:lnTo>
                  <a:lnTo>
                    <a:pt x="6567" y="8158"/>
                  </a:lnTo>
                  <a:lnTo>
                    <a:pt x="6588" y="8150"/>
                  </a:lnTo>
                  <a:lnTo>
                    <a:pt x="6611" y="8140"/>
                  </a:lnTo>
                  <a:lnTo>
                    <a:pt x="6635" y="8129"/>
                  </a:lnTo>
                  <a:lnTo>
                    <a:pt x="6659" y="8118"/>
                  </a:lnTo>
                  <a:lnTo>
                    <a:pt x="6681" y="8107"/>
                  </a:lnTo>
                  <a:lnTo>
                    <a:pt x="6701" y="8097"/>
                  </a:lnTo>
                  <a:lnTo>
                    <a:pt x="6721" y="8086"/>
                  </a:lnTo>
                  <a:lnTo>
                    <a:pt x="6742" y="8075"/>
                  </a:lnTo>
                  <a:lnTo>
                    <a:pt x="6760" y="8064"/>
                  </a:lnTo>
                  <a:lnTo>
                    <a:pt x="6766" y="8062"/>
                  </a:lnTo>
                  <a:lnTo>
                    <a:pt x="6771" y="8057"/>
                  </a:lnTo>
                  <a:lnTo>
                    <a:pt x="6775" y="8053"/>
                  </a:lnTo>
                  <a:lnTo>
                    <a:pt x="6780" y="8047"/>
                  </a:lnTo>
                  <a:lnTo>
                    <a:pt x="6788" y="8033"/>
                  </a:lnTo>
                  <a:lnTo>
                    <a:pt x="6795" y="8017"/>
                  </a:lnTo>
                  <a:lnTo>
                    <a:pt x="6788" y="8033"/>
                  </a:lnTo>
                  <a:lnTo>
                    <a:pt x="6780" y="8047"/>
                  </a:lnTo>
                  <a:lnTo>
                    <a:pt x="6775" y="8053"/>
                  </a:lnTo>
                  <a:lnTo>
                    <a:pt x="6771" y="8057"/>
                  </a:lnTo>
                  <a:lnTo>
                    <a:pt x="6766" y="8062"/>
                  </a:lnTo>
                  <a:lnTo>
                    <a:pt x="6760" y="8064"/>
                  </a:lnTo>
                  <a:lnTo>
                    <a:pt x="11224" y="5485"/>
                  </a:lnTo>
                  <a:lnTo>
                    <a:pt x="17919" y="1616"/>
                  </a:lnTo>
                  <a:lnTo>
                    <a:pt x="17949" y="1598"/>
                  </a:lnTo>
                  <a:lnTo>
                    <a:pt x="17982" y="1577"/>
                  </a:lnTo>
                  <a:lnTo>
                    <a:pt x="18013" y="1555"/>
                  </a:lnTo>
                  <a:lnTo>
                    <a:pt x="18043" y="1535"/>
                  </a:lnTo>
                  <a:lnTo>
                    <a:pt x="18070" y="1513"/>
                  </a:lnTo>
                  <a:lnTo>
                    <a:pt x="18098" y="1488"/>
                  </a:lnTo>
                  <a:lnTo>
                    <a:pt x="18127" y="1463"/>
                  </a:lnTo>
                  <a:lnTo>
                    <a:pt x="18152" y="1439"/>
                  </a:lnTo>
                  <a:lnTo>
                    <a:pt x="18170" y="1422"/>
                  </a:lnTo>
                  <a:lnTo>
                    <a:pt x="18187" y="1402"/>
                  </a:lnTo>
                  <a:lnTo>
                    <a:pt x="18204" y="1383"/>
                  </a:lnTo>
                  <a:lnTo>
                    <a:pt x="18219" y="1363"/>
                  </a:lnTo>
                  <a:lnTo>
                    <a:pt x="18235" y="1343"/>
                  </a:lnTo>
                  <a:lnTo>
                    <a:pt x="18251" y="1320"/>
                  </a:lnTo>
                  <a:lnTo>
                    <a:pt x="18266" y="1296"/>
                  </a:lnTo>
                  <a:lnTo>
                    <a:pt x="18281" y="1274"/>
                  </a:lnTo>
                  <a:lnTo>
                    <a:pt x="18293" y="1254"/>
                  </a:lnTo>
                  <a:lnTo>
                    <a:pt x="18304" y="1232"/>
                  </a:lnTo>
                  <a:lnTo>
                    <a:pt x="18316" y="1208"/>
                  </a:lnTo>
                  <a:lnTo>
                    <a:pt x="18326" y="1184"/>
                  </a:lnTo>
                  <a:lnTo>
                    <a:pt x="18336" y="1159"/>
                  </a:lnTo>
                  <a:lnTo>
                    <a:pt x="18347" y="1133"/>
                  </a:lnTo>
                  <a:lnTo>
                    <a:pt x="18355" y="1109"/>
                  </a:lnTo>
                  <a:lnTo>
                    <a:pt x="18361" y="1087"/>
                  </a:lnTo>
                  <a:lnTo>
                    <a:pt x="18367" y="1060"/>
                  </a:lnTo>
                  <a:lnTo>
                    <a:pt x="18374" y="1033"/>
                  </a:lnTo>
                  <a:lnTo>
                    <a:pt x="18380" y="1003"/>
                  </a:lnTo>
                  <a:lnTo>
                    <a:pt x="18386" y="966"/>
                  </a:lnTo>
                  <a:lnTo>
                    <a:pt x="18390" y="933"/>
                  </a:lnTo>
                  <a:lnTo>
                    <a:pt x="18393" y="904"/>
                  </a:lnTo>
                  <a:lnTo>
                    <a:pt x="18394" y="874"/>
                  </a:lnTo>
                  <a:lnTo>
                    <a:pt x="18395" y="844"/>
                  </a:lnTo>
                  <a:lnTo>
                    <a:pt x="18395" y="785"/>
                  </a:lnTo>
                  <a:lnTo>
                    <a:pt x="18395" y="757"/>
                  </a:lnTo>
                  <a:lnTo>
                    <a:pt x="18394" y="730"/>
                  </a:lnTo>
                  <a:lnTo>
                    <a:pt x="18392" y="700"/>
                  </a:lnTo>
                  <a:lnTo>
                    <a:pt x="18388" y="668"/>
                  </a:lnTo>
                  <a:close/>
                  <a:moveTo>
                    <a:pt x="464" y="3982"/>
                  </a:moveTo>
                  <a:lnTo>
                    <a:pt x="476" y="3975"/>
                  </a:lnTo>
                  <a:lnTo>
                    <a:pt x="487" y="3969"/>
                  </a:lnTo>
                  <a:lnTo>
                    <a:pt x="499" y="3962"/>
                  </a:lnTo>
                  <a:lnTo>
                    <a:pt x="510" y="3955"/>
                  </a:lnTo>
                  <a:lnTo>
                    <a:pt x="507" y="3956"/>
                  </a:lnTo>
                  <a:lnTo>
                    <a:pt x="498" y="3962"/>
                  </a:lnTo>
                  <a:lnTo>
                    <a:pt x="484" y="3970"/>
                  </a:lnTo>
                  <a:lnTo>
                    <a:pt x="464" y="3982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3AFF426C-A37E-4085-A814-78A01804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5113" y="2409825"/>
              <a:ext cx="385763" cy="277813"/>
            </a:xfrm>
            <a:custGeom>
              <a:avLst/>
              <a:gdLst>
                <a:gd name="T0" fmla="*/ 1185 w 1216"/>
                <a:gd name="T1" fmla="*/ 573 h 698"/>
                <a:gd name="T2" fmla="*/ 1200 w 1216"/>
                <a:gd name="T3" fmla="*/ 586 h 698"/>
                <a:gd name="T4" fmla="*/ 1211 w 1216"/>
                <a:gd name="T5" fmla="*/ 599 h 698"/>
                <a:gd name="T6" fmla="*/ 1215 w 1216"/>
                <a:gd name="T7" fmla="*/ 614 h 698"/>
                <a:gd name="T8" fmla="*/ 1215 w 1216"/>
                <a:gd name="T9" fmla="*/ 629 h 698"/>
                <a:gd name="T10" fmla="*/ 1211 w 1216"/>
                <a:gd name="T11" fmla="*/ 643 h 698"/>
                <a:gd name="T12" fmla="*/ 1201 w 1216"/>
                <a:gd name="T13" fmla="*/ 657 h 698"/>
                <a:gd name="T14" fmla="*/ 1187 w 1216"/>
                <a:gd name="T15" fmla="*/ 670 h 698"/>
                <a:gd name="T16" fmla="*/ 1167 w 1216"/>
                <a:gd name="T17" fmla="*/ 681 h 698"/>
                <a:gd name="T18" fmla="*/ 1145 w 1216"/>
                <a:gd name="T19" fmla="*/ 690 h 698"/>
                <a:gd name="T20" fmla="*/ 1121 w 1216"/>
                <a:gd name="T21" fmla="*/ 695 h 698"/>
                <a:gd name="T22" fmla="*/ 1096 w 1216"/>
                <a:gd name="T23" fmla="*/ 698 h 698"/>
                <a:gd name="T24" fmla="*/ 1070 w 1216"/>
                <a:gd name="T25" fmla="*/ 698 h 698"/>
                <a:gd name="T26" fmla="*/ 1045 w 1216"/>
                <a:gd name="T27" fmla="*/ 695 h 698"/>
                <a:gd name="T28" fmla="*/ 1021 w 1216"/>
                <a:gd name="T29" fmla="*/ 690 h 698"/>
                <a:gd name="T30" fmla="*/ 998 w 1216"/>
                <a:gd name="T31" fmla="*/ 681 h 698"/>
                <a:gd name="T32" fmla="*/ 40 w 1216"/>
                <a:gd name="T33" fmla="*/ 132 h 698"/>
                <a:gd name="T34" fmla="*/ 23 w 1216"/>
                <a:gd name="T35" fmla="*/ 119 h 698"/>
                <a:gd name="T36" fmla="*/ 10 w 1216"/>
                <a:gd name="T37" fmla="*/ 105 h 698"/>
                <a:gd name="T38" fmla="*/ 2 w 1216"/>
                <a:gd name="T39" fmla="*/ 92 h 698"/>
                <a:gd name="T40" fmla="*/ 0 w 1216"/>
                <a:gd name="T41" fmla="*/ 77 h 698"/>
                <a:gd name="T42" fmla="*/ 2 w 1216"/>
                <a:gd name="T43" fmla="*/ 62 h 698"/>
                <a:gd name="T44" fmla="*/ 10 w 1216"/>
                <a:gd name="T45" fmla="*/ 48 h 698"/>
                <a:gd name="T46" fmla="*/ 22 w 1216"/>
                <a:gd name="T47" fmla="*/ 34 h 698"/>
                <a:gd name="T48" fmla="*/ 39 w 1216"/>
                <a:gd name="T49" fmla="*/ 22 h 698"/>
                <a:gd name="T50" fmla="*/ 60 w 1216"/>
                <a:gd name="T51" fmla="*/ 13 h 698"/>
                <a:gd name="T52" fmla="*/ 83 w 1216"/>
                <a:gd name="T53" fmla="*/ 5 h 698"/>
                <a:gd name="T54" fmla="*/ 108 w 1216"/>
                <a:gd name="T55" fmla="*/ 1 h 698"/>
                <a:gd name="T56" fmla="*/ 133 w 1216"/>
                <a:gd name="T57" fmla="*/ 0 h 698"/>
                <a:gd name="T58" fmla="*/ 158 w 1216"/>
                <a:gd name="T59" fmla="*/ 1 h 698"/>
                <a:gd name="T60" fmla="*/ 184 w 1216"/>
                <a:gd name="T61" fmla="*/ 5 h 698"/>
                <a:gd name="T62" fmla="*/ 207 w 1216"/>
                <a:gd name="T63" fmla="*/ 13 h 698"/>
                <a:gd name="T64" fmla="*/ 229 w 1216"/>
                <a:gd name="T65" fmla="*/ 22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6" h="698">
                  <a:moveTo>
                    <a:pt x="1176" y="566"/>
                  </a:moveTo>
                  <a:lnTo>
                    <a:pt x="1185" y="573"/>
                  </a:lnTo>
                  <a:lnTo>
                    <a:pt x="1193" y="579"/>
                  </a:lnTo>
                  <a:lnTo>
                    <a:pt x="1200" y="586"/>
                  </a:lnTo>
                  <a:lnTo>
                    <a:pt x="1206" y="592"/>
                  </a:lnTo>
                  <a:lnTo>
                    <a:pt x="1211" y="599"/>
                  </a:lnTo>
                  <a:lnTo>
                    <a:pt x="1214" y="606"/>
                  </a:lnTo>
                  <a:lnTo>
                    <a:pt x="1215" y="614"/>
                  </a:lnTo>
                  <a:lnTo>
                    <a:pt x="1216" y="621"/>
                  </a:lnTo>
                  <a:lnTo>
                    <a:pt x="1215" y="629"/>
                  </a:lnTo>
                  <a:lnTo>
                    <a:pt x="1214" y="636"/>
                  </a:lnTo>
                  <a:lnTo>
                    <a:pt x="1211" y="643"/>
                  </a:lnTo>
                  <a:lnTo>
                    <a:pt x="1206" y="651"/>
                  </a:lnTo>
                  <a:lnTo>
                    <a:pt x="1201" y="657"/>
                  </a:lnTo>
                  <a:lnTo>
                    <a:pt x="1195" y="663"/>
                  </a:lnTo>
                  <a:lnTo>
                    <a:pt x="1187" y="670"/>
                  </a:lnTo>
                  <a:lnTo>
                    <a:pt x="1177" y="676"/>
                  </a:lnTo>
                  <a:lnTo>
                    <a:pt x="1167" y="681"/>
                  </a:lnTo>
                  <a:lnTo>
                    <a:pt x="1157" y="685"/>
                  </a:lnTo>
                  <a:lnTo>
                    <a:pt x="1145" y="690"/>
                  </a:lnTo>
                  <a:lnTo>
                    <a:pt x="1134" y="693"/>
                  </a:lnTo>
                  <a:lnTo>
                    <a:pt x="1121" y="695"/>
                  </a:lnTo>
                  <a:lnTo>
                    <a:pt x="1108" y="697"/>
                  </a:lnTo>
                  <a:lnTo>
                    <a:pt x="1096" y="698"/>
                  </a:lnTo>
                  <a:lnTo>
                    <a:pt x="1083" y="698"/>
                  </a:lnTo>
                  <a:lnTo>
                    <a:pt x="1070" y="698"/>
                  </a:lnTo>
                  <a:lnTo>
                    <a:pt x="1058" y="697"/>
                  </a:lnTo>
                  <a:lnTo>
                    <a:pt x="1045" y="695"/>
                  </a:lnTo>
                  <a:lnTo>
                    <a:pt x="1032" y="693"/>
                  </a:lnTo>
                  <a:lnTo>
                    <a:pt x="1021" y="690"/>
                  </a:lnTo>
                  <a:lnTo>
                    <a:pt x="1009" y="685"/>
                  </a:lnTo>
                  <a:lnTo>
                    <a:pt x="998" y="681"/>
                  </a:lnTo>
                  <a:lnTo>
                    <a:pt x="988" y="676"/>
                  </a:lnTo>
                  <a:lnTo>
                    <a:pt x="40" y="132"/>
                  </a:lnTo>
                  <a:lnTo>
                    <a:pt x="31" y="125"/>
                  </a:lnTo>
                  <a:lnTo>
                    <a:pt x="23" y="119"/>
                  </a:lnTo>
                  <a:lnTo>
                    <a:pt x="16" y="112"/>
                  </a:lnTo>
                  <a:lnTo>
                    <a:pt x="10" y="105"/>
                  </a:lnTo>
                  <a:lnTo>
                    <a:pt x="5" y="98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5"/>
                  </a:lnTo>
                  <a:lnTo>
                    <a:pt x="10" y="48"/>
                  </a:lnTo>
                  <a:lnTo>
                    <a:pt x="15" y="41"/>
                  </a:lnTo>
                  <a:lnTo>
                    <a:pt x="22" y="34"/>
                  </a:lnTo>
                  <a:lnTo>
                    <a:pt x="30" y="28"/>
                  </a:lnTo>
                  <a:lnTo>
                    <a:pt x="39" y="22"/>
                  </a:lnTo>
                  <a:lnTo>
                    <a:pt x="49" y="17"/>
                  </a:lnTo>
                  <a:lnTo>
                    <a:pt x="60" y="13"/>
                  </a:lnTo>
                  <a:lnTo>
                    <a:pt x="71" y="8"/>
                  </a:lnTo>
                  <a:lnTo>
                    <a:pt x="83" y="5"/>
                  </a:lnTo>
                  <a:lnTo>
                    <a:pt x="95" y="2"/>
                  </a:lnTo>
                  <a:lnTo>
                    <a:pt x="108" y="1"/>
                  </a:lnTo>
                  <a:lnTo>
                    <a:pt x="120" y="0"/>
                  </a:lnTo>
                  <a:lnTo>
                    <a:pt x="133" y="0"/>
                  </a:lnTo>
                  <a:lnTo>
                    <a:pt x="146" y="0"/>
                  </a:lnTo>
                  <a:lnTo>
                    <a:pt x="158" y="1"/>
                  </a:lnTo>
                  <a:lnTo>
                    <a:pt x="171" y="2"/>
                  </a:lnTo>
                  <a:lnTo>
                    <a:pt x="184" y="5"/>
                  </a:lnTo>
                  <a:lnTo>
                    <a:pt x="195" y="8"/>
                  </a:lnTo>
                  <a:lnTo>
                    <a:pt x="207" y="13"/>
                  </a:lnTo>
                  <a:lnTo>
                    <a:pt x="218" y="17"/>
                  </a:lnTo>
                  <a:lnTo>
                    <a:pt x="229" y="22"/>
                  </a:lnTo>
                  <a:lnTo>
                    <a:pt x="1176" y="566"/>
                  </a:lnTo>
                  <a:close/>
                </a:path>
              </a:pathLst>
            </a:custGeom>
            <a:solidFill>
              <a:srgbClr val="6D7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074D7EFE-3C38-4C95-B02E-AA215BFBE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0488" y="2284413"/>
              <a:ext cx="85725" cy="61913"/>
            </a:xfrm>
            <a:custGeom>
              <a:avLst/>
              <a:gdLst>
                <a:gd name="T0" fmla="*/ 237 w 267"/>
                <a:gd name="T1" fmla="*/ 29 h 155"/>
                <a:gd name="T2" fmla="*/ 252 w 267"/>
                <a:gd name="T3" fmla="*/ 42 h 155"/>
                <a:gd name="T4" fmla="*/ 261 w 267"/>
                <a:gd name="T5" fmla="*/ 56 h 155"/>
                <a:gd name="T6" fmla="*/ 267 w 267"/>
                <a:gd name="T7" fmla="*/ 70 h 155"/>
                <a:gd name="T8" fmla="*/ 267 w 267"/>
                <a:gd name="T9" fmla="*/ 85 h 155"/>
                <a:gd name="T10" fmla="*/ 263 w 267"/>
                <a:gd name="T11" fmla="*/ 100 h 155"/>
                <a:gd name="T12" fmla="*/ 252 w 267"/>
                <a:gd name="T13" fmla="*/ 114 h 155"/>
                <a:gd name="T14" fmla="*/ 237 w 267"/>
                <a:gd name="T15" fmla="*/ 126 h 155"/>
                <a:gd name="T16" fmla="*/ 219 w 267"/>
                <a:gd name="T17" fmla="*/ 138 h 155"/>
                <a:gd name="T18" fmla="*/ 196 w 267"/>
                <a:gd name="T19" fmla="*/ 146 h 155"/>
                <a:gd name="T20" fmla="*/ 172 w 267"/>
                <a:gd name="T21" fmla="*/ 151 h 155"/>
                <a:gd name="T22" fmla="*/ 146 w 267"/>
                <a:gd name="T23" fmla="*/ 155 h 155"/>
                <a:gd name="T24" fmla="*/ 121 w 267"/>
                <a:gd name="T25" fmla="*/ 155 h 155"/>
                <a:gd name="T26" fmla="*/ 96 w 267"/>
                <a:gd name="T27" fmla="*/ 151 h 155"/>
                <a:gd name="T28" fmla="*/ 72 w 267"/>
                <a:gd name="T29" fmla="*/ 146 h 155"/>
                <a:gd name="T30" fmla="*/ 50 w 267"/>
                <a:gd name="T31" fmla="*/ 138 h 155"/>
                <a:gd name="T32" fmla="*/ 30 w 267"/>
                <a:gd name="T33" fmla="*/ 126 h 155"/>
                <a:gd name="T34" fmla="*/ 15 w 267"/>
                <a:gd name="T35" fmla="*/ 114 h 155"/>
                <a:gd name="T36" fmla="*/ 6 w 267"/>
                <a:gd name="T37" fmla="*/ 100 h 155"/>
                <a:gd name="T38" fmla="*/ 0 w 267"/>
                <a:gd name="T39" fmla="*/ 85 h 155"/>
                <a:gd name="T40" fmla="*/ 0 w 267"/>
                <a:gd name="T41" fmla="*/ 70 h 155"/>
                <a:gd name="T42" fmla="*/ 5 w 267"/>
                <a:gd name="T43" fmla="*/ 56 h 155"/>
                <a:gd name="T44" fmla="*/ 15 w 267"/>
                <a:gd name="T45" fmla="*/ 42 h 155"/>
                <a:gd name="T46" fmla="*/ 29 w 267"/>
                <a:gd name="T47" fmla="*/ 29 h 155"/>
                <a:gd name="T48" fmla="*/ 49 w 267"/>
                <a:gd name="T49" fmla="*/ 19 h 155"/>
                <a:gd name="T50" fmla="*/ 72 w 267"/>
                <a:gd name="T51" fmla="*/ 10 h 155"/>
                <a:gd name="T52" fmla="*/ 95 w 267"/>
                <a:gd name="T53" fmla="*/ 4 h 155"/>
                <a:gd name="T54" fmla="*/ 120 w 267"/>
                <a:gd name="T55" fmla="*/ 2 h 155"/>
                <a:gd name="T56" fmla="*/ 146 w 267"/>
                <a:gd name="T57" fmla="*/ 2 h 155"/>
                <a:gd name="T58" fmla="*/ 172 w 267"/>
                <a:gd name="T59" fmla="*/ 4 h 155"/>
                <a:gd name="T60" fmla="*/ 196 w 267"/>
                <a:gd name="T61" fmla="*/ 10 h 155"/>
                <a:gd name="T62" fmla="*/ 218 w 267"/>
                <a:gd name="T63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7" h="155">
                  <a:moveTo>
                    <a:pt x="228" y="23"/>
                  </a:moveTo>
                  <a:lnTo>
                    <a:pt x="237" y="29"/>
                  </a:lnTo>
                  <a:lnTo>
                    <a:pt x="245" y="36"/>
                  </a:lnTo>
                  <a:lnTo>
                    <a:pt x="252" y="42"/>
                  </a:lnTo>
                  <a:lnTo>
                    <a:pt x="258" y="48"/>
                  </a:lnTo>
                  <a:lnTo>
                    <a:pt x="261" y="56"/>
                  </a:lnTo>
                  <a:lnTo>
                    <a:pt x="265" y="63"/>
                  </a:lnTo>
                  <a:lnTo>
                    <a:pt x="267" y="70"/>
                  </a:lnTo>
                  <a:lnTo>
                    <a:pt x="267" y="78"/>
                  </a:lnTo>
                  <a:lnTo>
                    <a:pt x="267" y="85"/>
                  </a:lnTo>
                  <a:lnTo>
                    <a:pt x="265" y="93"/>
                  </a:lnTo>
                  <a:lnTo>
                    <a:pt x="263" y="100"/>
                  </a:lnTo>
                  <a:lnTo>
                    <a:pt x="258" y="107"/>
                  </a:lnTo>
                  <a:lnTo>
                    <a:pt x="252" y="114"/>
                  </a:lnTo>
                  <a:lnTo>
                    <a:pt x="245" y="120"/>
                  </a:lnTo>
                  <a:lnTo>
                    <a:pt x="237" y="126"/>
                  </a:lnTo>
                  <a:lnTo>
                    <a:pt x="228" y="132"/>
                  </a:lnTo>
                  <a:lnTo>
                    <a:pt x="219" y="138"/>
                  </a:lnTo>
                  <a:lnTo>
                    <a:pt x="207" y="142"/>
                  </a:lnTo>
                  <a:lnTo>
                    <a:pt x="196" y="146"/>
                  </a:lnTo>
                  <a:lnTo>
                    <a:pt x="184" y="149"/>
                  </a:lnTo>
                  <a:lnTo>
                    <a:pt x="172" y="151"/>
                  </a:lnTo>
                  <a:lnTo>
                    <a:pt x="160" y="154"/>
                  </a:lnTo>
                  <a:lnTo>
                    <a:pt x="146" y="155"/>
                  </a:lnTo>
                  <a:lnTo>
                    <a:pt x="134" y="155"/>
                  </a:lnTo>
                  <a:lnTo>
                    <a:pt x="121" y="155"/>
                  </a:lnTo>
                  <a:lnTo>
                    <a:pt x="108" y="154"/>
                  </a:lnTo>
                  <a:lnTo>
                    <a:pt x="96" y="151"/>
                  </a:lnTo>
                  <a:lnTo>
                    <a:pt x="84" y="149"/>
                  </a:lnTo>
                  <a:lnTo>
                    <a:pt x="72" y="146"/>
                  </a:lnTo>
                  <a:lnTo>
                    <a:pt x="60" y="142"/>
                  </a:lnTo>
                  <a:lnTo>
                    <a:pt x="50" y="138"/>
                  </a:lnTo>
                  <a:lnTo>
                    <a:pt x="39" y="132"/>
                  </a:lnTo>
                  <a:lnTo>
                    <a:pt x="30" y="126"/>
                  </a:lnTo>
                  <a:lnTo>
                    <a:pt x="22" y="120"/>
                  </a:lnTo>
                  <a:lnTo>
                    <a:pt x="15" y="114"/>
                  </a:lnTo>
                  <a:lnTo>
                    <a:pt x="10" y="107"/>
                  </a:lnTo>
                  <a:lnTo>
                    <a:pt x="6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3" y="63"/>
                  </a:lnTo>
                  <a:lnTo>
                    <a:pt x="5" y="56"/>
                  </a:lnTo>
                  <a:lnTo>
                    <a:pt x="10" y="48"/>
                  </a:lnTo>
                  <a:lnTo>
                    <a:pt x="15" y="42"/>
                  </a:lnTo>
                  <a:lnTo>
                    <a:pt x="22" y="36"/>
                  </a:lnTo>
                  <a:lnTo>
                    <a:pt x="29" y="29"/>
                  </a:lnTo>
                  <a:lnTo>
                    <a:pt x="38" y="23"/>
                  </a:lnTo>
                  <a:lnTo>
                    <a:pt x="49" y="19"/>
                  </a:lnTo>
                  <a:lnTo>
                    <a:pt x="60" y="14"/>
                  </a:lnTo>
                  <a:lnTo>
                    <a:pt x="72" y="10"/>
                  </a:lnTo>
                  <a:lnTo>
                    <a:pt x="83" y="6"/>
                  </a:lnTo>
                  <a:lnTo>
                    <a:pt x="95" y="4"/>
                  </a:lnTo>
                  <a:lnTo>
                    <a:pt x="107" y="3"/>
                  </a:lnTo>
                  <a:lnTo>
                    <a:pt x="120" y="2"/>
                  </a:lnTo>
                  <a:lnTo>
                    <a:pt x="134" y="0"/>
                  </a:lnTo>
                  <a:lnTo>
                    <a:pt x="146" y="2"/>
                  </a:lnTo>
                  <a:lnTo>
                    <a:pt x="159" y="3"/>
                  </a:lnTo>
                  <a:lnTo>
                    <a:pt x="172" y="4"/>
                  </a:lnTo>
                  <a:lnTo>
                    <a:pt x="183" y="6"/>
                  </a:lnTo>
                  <a:lnTo>
                    <a:pt x="196" y="10"/>
                  </a:lnTo>
                  <a:lnTo>
                    <a:pt x="207" y="14"/>
                  </a:lnTo>
                  <a:lnTo>
                    <a:pt x="218" y="19"/>
                  </a:lnTo>
                  <a:lnTo>
                    <a:pt x="228" y="23"/>
                  </a:lnTo>
                  <a:close/>
                </a:path>
              </a:pathLst>
            </a:custGeom>
            <a:solidFill>
              <a:srgbClr val="6D7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A744F1CB-2022-4C5E-A6F4-20C0BCA2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2425" y="4973638"/>
              <a:ext cx="425450" cy="306388"/>
            </a:xfrm>
            <a:custGeom>
              <a:avLst/>
              <a:gdLst>
                <a:gd name="T0" fmla="*/ 607 w 1337"/>
                <a:gd name="T1" fmla="*/ 768 h 769"/>
                <a:gd name="T2" fmla="*/ 511 w 1337"/>
                <a:gd name="T3" fmla="*/ 759 h 769"/>
                <a:gd name="T4" fmla="*/ 419 w 1337"/>
                <a:gd name="T5" fmla="*/ 742 h 769"/>
                <a:gd name="T6" fmla="*/ 331 w 1337"/>
                <a:gd name="T7" fmla="*/ 717 h 769"/>
                <a:gd name="T8" fmla="*/ 248 w 1337"/>
                <a:gd name="T9" fmla="*/ 684 h 769"/>
                <a:gd name="T10" fmla="*/ 173 w 1337"/>
                <a:gd name="T11" fmla="*/ 642 h 769"/>
                <a:gd name="T12" fmla="*/ 111 w 1337"/>
                <a:gd name="T13" fmla="*/ 597 h 769"/>
                <a:gd name="T14" fmla="*/ 63 w 1337"/>
                <a:gd name="T15" fmla="*/ 546 h 769"/>
                <a:gd name="T16" fmla="*/ 28 w 1337"/>
                <a:gd name="T17" fmla="*/ 494 h 769"/>
                <a:gd name="T18" fmla="*/ 8 w 1337"/>
                <a:gd name="T19" fmla="*/ 440 h 769"/>
                <a:gd name="T20" fmla="*/ 0 w 1337"/>
                <a:gd name="T21" fmla="*/ 385 h 769"/>
                <a:gd name="T22" fmla="*/ 7 w 1337"/>
                <a:gd name="T23" fmla="*/ 329 h 769"/>
                <a:gd name="T24" fmla="*/ 27 w 1337"/>
                <a:gd name="T25" fmla="*/ 275 h 769"/>
                <a:gd name="T26" fmla="*/ 62 w 1337"/>
                <a:gd name="T27" fmla="*/ 223 h 769"/>
                <a:gd name="T28" fmla="*/ 109 w 1337"/>
                <a:gd name="T29" fmla="*/ 172 h 769"/>
                <a:gd name="T30" fmla="*/ 171 w 1337"/>
                <a:gd name="T31" fmla="*/ 127 h 769"/>
                <a:gd name="T32" fmla="*/ 245 w 1337"/>
                <a:gd name="T33" fmla="*/ 85 h 769"/>
                <a:gd name="T34" fmla="*/ 327 w 1337"/>
                <a:gd name="T35" fmla="*/ 52 h 769"/>
                <a:gd name="T36" fmla="*/ 415 w 1337"/>
                <a:gd name="T37" fmla="*/ 27 h 769"/>
                <a:gd name="T38" fmla="*/ 508 w 1337"/>
                <a:gd name="T39" fmla="*/ 10 h 769"/>
                <a:gd name="T40" fmla="*/ 602 w 1337"/>
                <a:gd name="T41" fmla="*/ 1 h 769"/>
                <a:gd name="T42" fmla="*/ 699 w 1337"/>
                <a:gd name="T43" fmla="*/ 0 h 769"/>
                <a:gd name="T44" fmla="*/ 794 w 1337"/>
                <a:gd name="T45" fmla="*/ 6 h 769"/>
                <a:gd name="T46" fmla="*/ 887 w 1337"/>
                <a:gd name="T47" fmla="*/ 21 h 769"/>
                <a:gd name="T48" fmla="*/ 977 w 1337"/>
                <a:gd name="T49" fmla="*/ 43 h 769"/>
                <a:gd name="T50" fmla="*/ 1062 w 1337"/>
                <a:gd name="T51" fmla="*/ 74 h 769"/>
                <a:gd name="T52" fmla="*/ 1139 w 1337"/>
                <a:gd name="T53" fmla="*/ 112 h 769"/>
                <a:gd name="T54" fmla="*/ 1206 w 1337"/>
                <a:gd name="T55" fmla="*/ 156 h 769"/>
                <a:gd name="T56" fmla="*/ 1260 w 1337"/>
                <a:gd name="T57" fmla="*/ 205 h 769"/>
                <a:gd name="T58" fmla="*/ 1299 w 1337"/>
                <a:gd name="T59" fmla="*/ 257 h 769"/>
                <a:gd name="T60" fmla="*/ 1324 w 1337"/>
                <a:gd name="T61" fmla="*/ 311 h 769"/>
                <a:gd name="T62" fmla="*/ 1336 w 1337"/>
                <a:gd name="T63" fmla="*/ 366 h 769"/>
                <a:gd name="T64" fmla="*/ 1335 w 1337"/>
                <a:gd name="T65" fmla="*/ 422 h 769"/>
                <a:gd name="T66" fmla="*/ 1319 w 1337"/>
                <a:gd name="T67" fmla="*/ 477 h 769"/>
                <a:gd name="T68" fmla="*/ 1289 w 1337"/>
                <a:gd name="T69" fmla="*/ 529 h 769"/>
                <a:gd name="T70" fmla="*/ 1246 w 1337"/>
                <a:gd name="T71" fmla="*/ 581 h 769"/>
                <a:gd name="T72" fmla="*/ 1189 w 1337"/>
                <a:gd name="T73" fmla="*/ 627 h 769"/>
                <a:gd name="T74" fmla="*/ 1117 w 1337"/>
                <a:gd name="T75" fmla="*/ 671 h 769"/>
                <a:gd name="T76" fmla="*/ 1038 w 1337"/>
                <a:gd name="T77" fmla="*/ 706 h 769"/>
                <a:gd name="T78" fmla="*/ 952 w 1337"/>
                <a:gd name="T79" fmla="*/ 734 h 769"/>
                <a:gd name="T80" fmla="*/ 861 w 1337"/>
                <a:gd name="T81" fmla="*/ 753 h 769"/>
                <a:gd name="T82" fmla="*/ 767 w 1337"/>
                <a:gd name="T83" fmla="*/ 766 h 769"/>
                <a:gd name="T84" fmla="*/ 671 w 1337"/>
                <a:gd name="T85" fmla="*/ 769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7" h="769">
                  <a:moveTo>
                    <a:pt x="671" y="769"/>
                  </a:moveTo>
                  <a:lnTo>
                    <a:pt x="639" y="769"/>
                  </a:lnTo>
                  <a:lnTo>
                    <a:pt x="607" y="768"/>
                  </a:lnTo>
                  <a:lnTo>
                    <a:pt x="575" y="766"/>
                  </a:lnTo>
                  <a:lnTo>
                    <a:pt x="544" y="762"/>
                  </a:lnTo>
                  <a:lnTo>
                    <a:pt x="511" y="759"/>
                  </a:lnTo>
                  <a:lnTo>
                    <a:pt x="480" y="753"/>
                  </a:lnTo>
                  <a:lnTo>
                    <a:pt x="449" y="748"/>
                  </a:lnTo>
                  <a:lnTo>
                    <a:pt x="419" y="742"/>
                  </a:lnTo>
                  <a:lnTo>
                    <a:pt x="389" y="734"/>
                  </a:lnTo>
                  <a:lnTo>
                    <a:pt x="360" y="726"/>
                  </a:lnTo>
                  <a:lnTo>
                    <a:pt x="331" y="717"/>
                  </a:lnTo>
                  <a:lnTo>
                    <a:pt x="302" y="706"/>
                  </a:lnTo>
                  <a:lnTo>
                    <a:pt x="276" y="695"/>
                  </a:lnTo>
                  <a:lnTo>
                    <a:pt x="248" y="684"/>
                  </a:lnTo>
                  <a:lnTo>
                    <a:pt x="223" y="671"/>
                  </a:lnTo>
                  <a:lnTo>
                    <a:pt x="197" y="657"/>
                  </a:lnTo>
                  <a:lnTo>
                    <a:pt x="173" y="642"/>
                  </a:lnTo>
                  <a:lnTo>
                    <a:pt x="151" y="627"/>
                  </a:lnTo>
                  <a:lnTo>
                    <a:pt x="131" y="613"/>
                  </a:lnTo>
                  <a:lnTo>
                    <a:pt x="111" y="597"/>
                  </a:lnTo>
                  <a:lnTo>
                    <a:pt x="94" y="581"/>
                  </a:lnTo>
                  <a:lnTo>
                    <a:pt x="78" y="563"/>
                  </a:lnTo>
                  <a:lnTo>
                    <a:pt x="63" y="546"/>
                  </a:lnTo>
                  <a:lnTo>
                    <a:pt x="50" y="529"/>
                  </a:lnTo>
                  <a:lnTo>
                    <a:pt x="39" y="512"/>
                  </a:lnTo>
                  <a:lnTo>
                    <a:pt x="28" y="494"/>
                  </a:lnTo>
                  <a:lnTo>
                    <a:pt x="20" y="477"/>
                  </a:lnTo>
                  <a:lnTo>
                    <a:pt x="12" y="458"/>
                  </a:lnTo>
                  <a:lnTo>
                    <a:pt x="8" y="440"/>
                  </a:lnTo>
                  <a:lnTo>
                    <a:pt x="3" y="422"/>
                  </a:lnTo>
                  <a:lnTo>
                    <a:pt x="1" y="403"/>
                  </a:lnTo>
                  <a:lnTo>
                    <a:pt x="0" y="385"/>
                  </a:lnTo>
                  <a:lnTo>
                    <a:pt x="1" y="366"/>
                  </a:lnTo>
                  <a:lnTo>
                    <a:pt x="3" y="347"/>
                  </a:lnTo>
                  <a:lnTo>
                    <a:pt x="7" y="329"/>
                  </a:lnTo>
                  <a:lnTo>
                    <a:pt x="12" y="311"/>
                  </a:lnTo>
                  <a:lnTo>
                    <a:pt x="19" y="292"/>
                  </a:lnTo>
                  <a:lnTo>
                    <a:pt x="27" y="275"/>
                  </a:lnTo>
                  <a:lnTo>
                    <a:pt x="36" y="257"/>
                  </a:lnTo>
                  <a:lnTo>
                    <a:pt x="48" y="240"/>
                  </a:lnTo>
                  <a:lnTo>
                    <a:pt x="62" y="223"/>
                  </a:lnTo>
                  <a:lnTo>
                    <a:pt x="76" y="205"/>
                  </a:lnTo>
                  <a:lnTo>
                    <a:pt x="92" y="188"/>
                  </a:lnTo>
                  <a:lnTo>
                    <a:pt x="109" y="172"/>
                  </a:lnTo>
                  <a:lnTo>
                    <a:pt x="128" y="156"/>
                  </a:lnTo>
                  <a:lnTo>
                    <a:pt x="149" y="141"/>
                  </a:lnTo>
                  <a:lnTo>
                    <a:pt x="171" y="127"/>
                  </a:lnTo>
                  <a:lnTo>
                    <a:pt x="194" y="112"/>
                  </a:lnTo>
                  <a:lnTo>
                    <a:pt x="219" y="99"/>
                  </a:lnTo>
                  <a:lnTo>
                    <a:pt x="245" y="85"/>
                  </a:lnTo>
                  <a:lnTo>
                    <a:pt x="272" y="74"/>
                  </a:lnTo>
                  <a:lnTo>
                    <a:pt x="299" y="63"/>
                  </a:lnTo>
                  <a:lnTo>
                    <a:pt x="327" y="52"/>
                  </a:lnTo>
                  <a:lnTo>
                    <a:pt x="356" y="43"/>
                  </a:lnTo>
                  <a:lnTo>
                    <a:pt x="385" y="35"/>
                  </a:lnTo>
                  <a:lnTo>
                    <a:pt x="415" y="27"/>
                  </a:lnTo>
                  <a:lnTo>
                    <a:pt x="446" y="21"/>
                  </a:lnTo>
                  <a:lnTo>
                    <a:pt x="476" y="16"/>
                  </a:lnTo>
                  <a:lnTo>
                    <a:pt x="508" y="10"/>
                  </a:lnTo>
                  <a:lnTo>
                    <a:pt x="539" y="6"/>
                  </a:lnTo>
                  <a:lnTo>
                    <a:pt x="570" y="3"/>
                  </a:lnTo>
                  <a:lnTo>
                    <a:pt x="602" y="1"/>
                  </a:lnTo>
                  <a:lnTo>
                    <a:pt x="634" y="0"/>
                  </a:lnTo>
                  <a:lnTo>
                    <a:pt x="667" y="0"/>
                  </a:lnTo>
                  <a:lnTo>
                    <a:pt x="699" y="0"/>
                  </a:lnTo>
                  <a:lnTo>
                    <a:pt x="731" y="1"/>
                  </a:lnTo>
                  <a:lnTo>
                    <a:pt x="762" y="3"/>
                  </a:lnTo>
                  <a:lnTo>
                    <a:pt x="794" y="6"/>
                  </a:lnTo>
                  <a:lnTo>
                    <a:pt x="825" y="10"/>
                  </a:lnTo>
                  <a:lnTo>
                    <a:pt x="856" y="16"/>
                  </a:lnTo>
                  <a:lnTo>
                    <a:pt x="887" y="21"/>
                  </a:lnTo>
                  <a:lnTo>
                    <a:pt x="918" y="28"/>
                  </a:lnTo>
                  <a:lnTo>
                    <a:pt x="948" y="35"/>
                  </a:lnTo>
                  <a:lnTo>
                    <a:pt x="977" y="43"/>
                  </a:lnTo>
                  <a:lnTo>
                    <a:pt x="1006" y="52"/>
                  </a:lnTo>
                  <a:lnTo>
                    <a:pt x="1035" y="63"/>
                  </a:lnTo>
                  <a:lnTo>
                    <a:pt x="1062" y="74"/>
                  </a:lnTo>
                  <a:lnTo>
                    <a:pt x="1089" y="85"/>
                  </a:lnTo>
                  <a:lnTo>
                    <a:pt x="1115" y="99"/>
                  </a:lnTo>
                  <a:lnTo>
                    <a:pt x="1139" y="112"/>
                  </a:lnTo>
                  <a:lnTo>
                    <a:pt x="1163" y="127"/>
                  </a:lnTo>
                  <a:lnTo>
                    <a:pt x="1185" y="141"/>
                  </a:lnTo>
                  <a:lnTo>
                    <a:pt x="1206" y="156"/>
                  </a:lnTo>
                  <a:lnTo>
                    <a:pt x="1226" y="172"/>
                  </a:lnTo>
                  <a:lnTo>
                    <a:pt x="1244" y="188"/>
                  </a:lnTo>
                  <a:lnTo>
                    <a:pt x="1260" y="205"/>
                  </a:lnTo>
                  <a:lnTo>
                    <a:pt x="1274" y="223"/>
                  </a:lnTo>
                  <a:lnTo>
                    <a:pt x="1288" y="240"/>
                  </a:lnTo>
                  <a:lnTo>
                    <a:pt x="1299" y="257"/>
                  </a:lnTo>
                  <a:lnTo>
                    <a:pt x="1309" y="275"/>
                  </a:lnTo>
                  <a:lnTo>
                    <a:pt x="1318" y="292"/>
                  </a:lnTo>
                  <a:lnTo>
                    <a:pt x="1324" y="311"/>
                  </a:lnTo>
                  <a:lnTo>
                    <a:pt x="1330" y="329"/>
                  </a:lnTo>
                  <a:lnTo>
                    <a:pt x="1334" y="347"/>
                  </a:lnTo>
                  <a:lnTo>
                    <a:pt x="1336" y="366"/>
                  </a:lnTo>
                  <a:lnTo>
                    <a:pt x="1337" y="385"/>
                  </a:lnTo>
                  <a:lnTo>
                    <a:pt x="1336" y="403"/>
                  </a:lnTo>
                  <a:lnTo>
                    <a:pt x="1335" y="422"/>
                  </a:lnTo>
                  <a:lnTo>
                    <a:pt x="1330" y="440"/>
                  </a:lnTo>
                  <a:lnTo>
                    <a:pt x="1326" y="458"/>
                  </a:lnTo>
                  <a:lnTo>
                    <a:pt x="1319" y="477"/>
                  </a:lnTo>
                  <a:lnTo>
                    <a:pt x="1311" y="494"/>
                  </a:lnTo>
                  <a:lnTo>
                    <a:pt x="1300" y="512"/>
                  </a:lnTo>
                  <a:lnTo>
                    <a:pt x="1289" y="529"/>
                  </a:lnTo>
                  <a:lnTo>
                    <a:pt x="1276" y="546"/>
                  </a:lnTo>
                  <a:lnTo>
                    <a:pt x="1261" y="563"/>
                  </a:lnTo>
                  <a:lnTo>
                    <a:pt x="1246" y="581"/>
                  </a:lnTo>
                  <a:lnTo>
                    <a:pt x="1228" y="597"/>
                  </a:lnTo>
                  <a:lnTo>
                    <a:pt x="1209" y="613"/>
                  </a:lnTo>
                  <a:lnTo>
                    <a:pt x="1189" y="627"/>
                  </a:lnTo>
                  <a:lnTo>
                    <a:pt x="1167" y="642"/>
                  </a:lnTo>
                  <a:lnTo>
                    <a:pt x="1143" y="657"/>
                  </a:lnTo>
                  <a:lnTo>
                    <a:pt x="1117" y="671"/>
                  </a:lnTo>
                  <a:lnTo>
                    <a:pt x="1092" y="684"/>
                  </a:lnTo>
                  <a:lnTo>
                    <a:pt x="1066" y="695"/>
                  </a:lnTo>
                  <a:lnTo>
                    <a:pt x="1038" y="706"/>
                  </a:lnTo>
                  <a:lnTo>
                    <a:pt x="1010" y="717"/>
                  </a:lnTo>
                  <a:lnTo>
                    <a:pt x="982" y="726"/>
                  </a:lnTo>
                  <a:lnTo>
                    <a:pt x="952" y="734"/>
                  </a:lnTo>
                  <a:lnTo>
                    <a:pt x="922" y="742"/>
                  </a:lnTo>
                  <a:lnTo>
                    <a:pt x="892" y="748"/>
                  </a:lnTo>
                  <a:lnTo>
                    <a:pt x="861" y="753"/>
                  </a:lnTo>
                  <a:lnTo>
                    <a:pt x="830" y="759"/>
                  </a:lnTo>
                  <a:lnTo>
                    <a:pt x="799" y="762"/>
                  </a:lnTo>
                  <a:lnTo>
                    <a:pt x="767" y="766"/>
                  </a:lnTo>
                  <a:lnTo>
                    <a:pt x="734" y="768"/>
                  </a:lnTo>
                  <a:lnTo>
                    <a:pt x="703" y="769"/>
                  </a:lnTo>
                  <a:lnTo>
                    <a:pt x="671" y="76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E793A98-8A1A-4F61-B0AF-3D540D39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2425" y="4973638"/>
              <a:ext cx="406400" cy="242888"/>
            </a:xfrm>
            <a:custGeom>
              <a:avLst/>
              <a:gdLst>
                <a:gd name="T0" fmla="*/ 310 w 1276"/>
                <a:gd name="T1" fmla="*/ 152 h 608"/>
                <a:gd name="T2" fmla="*/ 393 w 1276"/>
                <a:gd name="T3" fmla="*/ 120 h 608"/>
                <a:gd name="T4" fmla="*/ 480 w 1276"/>
                <a:gd name="T5" fmla="*/ 95 h 608"/>
                <a:gd name="T6" fmla="*/ 572 w 1276"/>
                <a:gd name="T7" fmla="*/ 77 h 608"/>
                <a:gd name="T8" fmla="*/ 668 w 1276"/>
                <a:gd name="T9" fmla="*/ 68 h 608"/>
                <a:gd name="T10" fmla="*/ 765 w 1276"/>
                <a:gd name="T11" fmla="*/ 66 h 608"/>
                <a:gd name="T12" fmla="*/ 860 w 1276"/>
                <a:gd name="T13" fmla="*/ 73 h 608"/>
                <a:gd name="T14" fmla="*/ 953 w 1276"/>
                <a:gd name="T15" fmla="*/ 88 h 608"/>
                <a:gd name="T16" fmla="*/ 1043 w 1276"/>
                <a:gd name="T17" fmla="*/ 111 h 608"/>
                <a:gd name="T18" fmla="*/ 1128 w 1276"/>
                <a:gd name="T19" fmla="*/ 140 h 608"/>
                <a:gd name="T20" fmla="*/ 1205 w 1276"/>
                <a:gd name="T21" fmla="*/ 179 h 608"/>
                <a:gd name="T22" fmla="*/ 1259 w 1276"/>
                <a:gd name="T23" fmla="*/ 215 h 608"/>
                <a:gd name="T24" fmla="*/ 1249 w 1276"/>
                <a:gd name="T25" fmla="*/ 196 h 608"/>
                <a:gd name="T26" fmla="*/ 1199 w 1276"/>
                <a:gd name="T27" fmla="*/ 153 h 608"/>
                <a:gd name="T28" fmla="*/ 1138 w 1276"/>
                <a:gd name="T29" fmla="*/ 112 h 608"/>
                <a:gd name="T30" fmla="*/ 1061 w 1276"/>
                <a:gd name="T31" fmla="*/ 74 h 608"/>
                <a:gd name="T32" fmla="*/ 976 w 1276"/>
                <a:gd name="T33" fmla="*/ 43 h 608"/>
                <a:gd name="T34" fmla="*/ 886 w 1276"/>
                <a:gd name="T35" fmla="*/ 21 h 608"/>
                <a:gd name="T36" fmla="*/ 793 w 1276"/>
                <a:gd name="T37" fmla="*/ 6 h 608"/>
                <a:gd name="T38" fmla="*/ 697 w 1276"/>
                <a:gd name="T39" fmla="*/ 0 h 608"/>
                <a:gd name="T40" fmla="*/ 601 w 1276"/>
                <a:gd name="T41" fmla="*/ 1 h 608"/>
                <a:gd name="T42" fmla="*/ 506 w 1276"/>
                <a:gd name="T43" fmla="*/ 10 h 608"/>
                <a:gd name="T44" fmla="*/ 414 w 1276"/>
                <a:gd name="T45" fmla="*/ 27 h 608"/>
                <a:gd name="T46" fmla="*/ 325 w 1276"/>
                <a:gd name="T47" fmla="*/ 52 h 608"/>
                <a:gd name="T48" fmla="*/ 244 w 1276"/>
                <a:gd name="T49" fmla="*/ 85 h 608"/>
                <a:gd name="T50" fmla="*/ 171 w 1276"/>
                <a:gd name="T51" fmla="*/ 125 h 608"/>
                <a:gd name="T52" fmla="*/ 115 w 1276"/>
                <a:gd name="T53" fmla="*/ 167 h 608"/>
                <a:gd name="T54" fmla="*/ 70 w 1276"/>
                <a:gd name="T55" fmla="*/ 210 h 608"/>
                <a:gd name="T56" fmla="*/ 35 w 1276"/>
                <a:gd name="T57" fmla="*/ 257 h 608"/>
                <a:gd name="T58" fmla="*/ 12 w 1276"/>
                <a:gd name="T59" fmla="*/ 305 h 608"/>
                <a:gd name="T60" fmla="*/ 1 w 1276"/>
                <a:gd name="T61" fmla="*/ 354 h 608"/>
                <a:gd name="T62" fmla="*/ 0 w 1276"/>
                <a:gd name="T63" fmla="*/ 404 h 608"/>
                <a:gd name="T64" fmla="*/ 10 w 1276"/>
                <a:gd name="T65" fmla="*/ 454 h 608"/>
                <a:gd name="T66" fmla="*/ 32 w 1276"/>
                <a:gd name="T67" fmla="*/ 503 h 608"/>
                <a:gd name="T68" fmla="*/ 65 w 1276"/>
                <a:gd name="T69" fmla="*/ 550 h 608"/>
                <a:gd name="T70" fmla="*/ 109 w 1276"/>
                <a:gd name="T71" fmla="*/ 594 h 608"/>
                <a:gd name="T72" fmla="*/ 107 w 1276"/>
                <a:gd name="T73" fmla="*/ 582 h 608"/>
                <a:gd name="T74" fmla="*/ 85 w 1276"/>
                <a:gd name="T75" fmla="*/ 541 h 608"/>
                <a:gd name="T76" fmla="*/ 71 w 1276"/>
                <a:gd name="T77" fmla="*/ 498 h 608"/>
                <a:gd name="T78" fmla="*/ 66 w 1276"/>
                <a:gd name="T79" fmla="*/ 455 h 608"/>
                <a:gd name="T80" fmla="*/ 69 w 1276"/>
                <a:gd name="T81" fmla="*/ 412 h 608"/>
                <a:gd name="T82" fmla="*/ 80 w 1276"/>
                <a:gd name="T83" fmla="*/ 370 h 608"/>
                <a:gd name="T84" fmla="*/ 100 w 1276"/>
                <a:gd name="T85" fmla="*/ 329 h 608"/>
                <a:gd name="T86" fmla="*/ 127 w 1276"/>
                <a:gd name="T87" fmla="*/ 288 h 608"/>
                <a:gd name="T88" fmla="*/ 163 w 1276"/>
                <a:gd name="T89" fmla="*/ 249 h 608"/>
                <a:gd name="T90" fmla="*/ 208 w 1276"/>
                <a:gd name="T91" fmla="*/ 212 h 608"/>
                <a:gd name="T92" fmla="*/ 260 w 1276"/>
                <a:gd name="T93" fmla="*/ 17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76" h="608">
                  <a:moveTo>
                    <a:pt x="260" y="179"/>
                  </a:moveTo>
                  <a:lnTo>
                    <a:pt x="285" y="165"/>
                  </a:lnTo>
                  <a:lnTo>
                    <a:pt x="310" y="152"/>
                  </a:lnTo>
                  <a:lnTo>
                    <a:pt x="337" y="140"/>
                  </a:lnTo>
                  <a:lnTo>
                    <a:pt x="364" y="129"/>
                  </a:lnTo>
                  <a:lnTo>
                    <a:pt x="393" y="120"/>
                  </a:lnTo>
                  <a:lnTo>
                    <a:pt x="422" y="109"/>
                  </a:lnTo>
                  <a:lnTo>
                    <a:pt x="451" y="101"/>
                  </a:lnTo>
                  <a:lnTo>
                    <a:pt x="480" y="95"/>
                  </a:lnTo>
                  <a:lnTo>
                    <a:pt x="510" y="88"/>
                  </a:lnTo>
                  <a:lnTo>
                    <a:pt x="541" y="82"/>
                  </a:lnTo>
                  <a:lnTo>
                    <a:pt x="572" y="77"/>
                  </a:lnTo>
                  <a:lnTo>
                    <a:pt x="605" y="73"/>
                  </a:lnTo>
                  <a:lnTo>
                    <a:pt x="636" y="69"/>
                  </a:lnTo>
                  <a:lnTo>
                    <a:pt x="668" y="68"/>
                  </a:lnTo>
                  <a:lnTo>
                    <a:pt x="700" y="66"/>
                  </a:lnTo>
                  <a:lnTo>
                    <a:pt x="732" y="66"/>
                  </a:lnTo>
                  <a:lnTo>
                    <a:pt x="765" y="66"/>
                  </a:lnTo>
                  <a:lnTo>
                    <a:pt x="796" y="68"/>
                  </a:lnTo>
                  <a:lnTo>
                    <a:pt x="828" y="69"/>
                  </a:lnTo>
                  <a:lnTo>
                    <a:pt x="860" y="73"/>
                  </a:lnTo>
                  <a:lnTo>
                    <a:pt x="891" y="77"/>
                  </a:lnTo>
                  <a:lnTo>
                    <a:pt x="922" y="82"/>
                  </a:lnTo>
                  <a:lnTo>
                    <a:pt x="953" y="88"/>
                  </a:lnTo>
                  <a:lnTo>
                    <a:pt x="984" y="95"/>
                  </a:lnTo>
                  <a:lnTo>
                    <a:pt x="1014" y="101"/>
                  </a:lnTo>
                  <a:lnTo>
                    <a:pt x="1043" y="111"/>
                  </a:lnTo>
                  <a:lnTo>
                    <a:pt x="1072" y="120"/>
                  </a:lnTo>
                  <a:lnTo>
                    <a:pt x="1100" y="129"/>
                  </a:lnTo>
                  <a:lnTo>
                    <a:pt x="1128" y="140"/>
                  </a:lnTo>
                  <a:lnTo>
                    <a:pt x="1154" y="153"/>
                  </a:lnTo>
                  <a:lnTo>
                    <a:pt x="1180" y="165"/>
                  </a:lnTo>
                  <a:lnTo>
                    <a:pt x="1205" y="179"/>
                  </a:lnTo>
                  <a:lnTo>
                    <a:pt x="1225" y="191"/>
                  </a:lnTo>
                  <a:lnTo>
                    <a:pt x="1243" y="202"/>
                  </a:lnTo>
                  <a:lnTo>
                    <a:pt x="1259" y="215"/>
                  </a:lnTo>
                  <a:lnTo>
                    <a:pt x="1276" y="227"/>
                  </a:lnTo>
                  <a:lnTo>
                    <a:pt x="1262" y="211"/>
                  </a:lnTo>
                  <a:lnTo>
                    <a:pt x="1249" y="196"/>
                  </a:lnTo>
                  <a:lnTo>
                    <a:pt x="1234" y="181"/>
                  </a:lnTo>
                  <a:lnTo>
                    <a:pt x="1218" y="167"/>
                  </a:lnTo>
                  <a:lnTo>
                    <a:pt x="1199" y="153"/>
                  </a:lnTo>
                  <a:lnTo>
                    <a:pt x="1181" y="139"/>
                  </a:lnTo>
                  <a:lnTo>
                    <a:pt x="1160" y="125"/>
                  </a:lnTo>
                  <a:lnTo>
                    <a:pt x="1138" y="112"/>
                  </a:lnTo>
                  <a:lnTo>
                    <a:pt x="1113" y="99"/>
                  </a:lnTo>
                  <a:lnTo>
                    <a:pt x="1088" y="85"/>
                  </a:lnTo>
                  <a:lnTo>
                    <a:pt x="1061" y="74"/>
                  </a:lnTo>
                  <a:lnTo>
                    <a:pt x="1034" y="63"/>
                  </a:lnTo>
                  <a:lnTo>
                    <a:pt x="1005" y="52"/>
                  </a:lnTo>
                  <a:lnTo>
                    <a:pt x="976" y="43"/>
                  </a:lnTo>
                  <a:lnTo>
                    <a:pt x="946" y="35"/>
                  </a:lnTo>
                  <a:lnTo>
                    <a:pt x="916" y="28"/>
                  </a:lnTo>
                  <a:lnTo>
                    <a:pt x="886" y="21"/>
                  </a:lnTo>
                  <a:lnTo>
                    <a:pt x="855" y="16"/>
                  </a:lnTo>
                  <a:lnTo>
                    <a:pt x="824" y="10"/>
                  </a:lnTo>
                  <a:lnTo>
                    <a:pt x="793" y="6"/>
                  </a:lnTo>
                  <a:lnTo>
                    <a:pt x="761" y="3"/>
                  </a:lnTo>
                  <a:lnTo>
                    <a:pt x="729" y="1"/>
                  </a:lnTo>
                  <a:lnTo>
                    <a:pt x="697" y="0"/>
                  </a:lnTo>
                  <a:lnTo>
                    <a:pt x="666" y="0"/>
                  </a:lnTo>
                  <a:lnTo>
                    <a:pt x="633" y="0"/>
                  </a:lnTo>
                  <a:lnTo>
                    <a:pt x="601" y="1"/>
                  </a:lnTo>
                  <a:lnTo>
                    <a:pt x="569" y="3"/>
                  </a:lnTo>
                  <a:lnTo>
                    <a:pt x="538" y="6"/>
                  </a:lnTo>
                  <a:lnTo>
                    <a:pt x="506" y="10"/>
                  </a:lnTo>
                  <a:lnTo>
                    <a:pt x="475" y="16"/>
                  </a:lnTo>
                  <a:lnTo>
                    <a:pt x="444" y="21"/>
                  </a:lnTo>
                  <a:lnTo>
                    <a:pt x="414" y="27"/>
                  </a:lnTo>
                  <a:lnTo>
                    <a:pt x="384" y="35"/>
                  </a:lnTo>
                  <a:lnTo>
                    <a:pt x="354" y="43"/>
                  </a:lnTo>
                  <a:lnTo>
                    <a:pt x="325" y="52"/>
                  </a:lnTo>
                  <a:lnTo>
                    <a:pt x="298" y="63"/>
                  </a:lnTo>
                  <a:lnTo>
                    <a:pt x="270" y="74"/>
                  </a:lnTo>
                  <a:lnTo>
                    <a:pt x="244" y="85"/>
                  </a:lnTo>
                  <a:lnTo>
                    <a:pt x="218" y="99"/>
                  </a:lnTo>
                  <a:lnTo>
                    <a:pt x="193" y="112"/>
                  </a:lnTo>
                  <a:lnTo>
                    <a:pt x="171" y="125"/>
                  </a:lnTo>
                  <a:lnTo>
                    <a:pt x="152" y="138"/>
                  </a:lnTo>
                  <a:lnTo>
                    <a:pt x="133" y="152"/>
                  </a:lnTo>
                  <a:lnTo>
                    <a:pt x="115" y="167"/>
                  </a:lnTo>
                  <a:lnTo>
                    <a:pt x="99" y="180"/>
                  </a:lnTo>
                  <a:lnTo>
                    <a:pt x="84" y="195"/>
                  </a:lnTo>
                  <a:lnTo>
                    <a:pt x="70" y="210"/>
                  </a:lnTo>
                  <a:lnTo>
                    <a:pt x="57" y="226"/>
                  </a:lnTo>
                  <a:lnTo>
                    <a:pt x="46" y="241"/>
                  </a:lnTo>
                  <a:lnTo>
                    <a:pt x="35" y="257"/>
                  </a:lnTo>
                  <a:lnTo>
                    <a:pt x="27" y="273"/>
                  </a:lnTo>
                  <a:lnTo>
                    <a:pt x="19" y="289"/>
                  </a:lnTo>
                  <a:lnTo>
                    <a:pt x="12" y="305"/>
                  </a:lnTo>
                  <a:lnTo>
                    <a:pt x="8" y="322"/>
                  </a:lnTo>
                  <a:lnTo>
                    <a:pt x="3" y="338"/>
                  </a:lnTo>
                  <a:lnTo>
                    <a:pt x="1" y="354"/>
                  </a:lnTo>
                  <a:lnTo>
                    <a:pt x="0" y="371"/>
                  </a:lnTo>
                  <a:lnTo>
                    <a:pt x="0" y="387"/>
                  </a:lnTo>
                  <a:lnTo>
                    <a:pt x="0" y="404"/>
                  </a:lnTo>
                  <a:lnTo>
                    <a:pt x="2" y="420"/>
                  </a:lnTo>
                  <a:lnTo>
                    <a:pt x="6" y="438"/>
                  </a:lnTo>
                  <a:lnTo>
                    <a:pt x="10" y="454"/>
                  </a:lnTo>
                  <a:lnTo>
                    <a:pt x="17" y="471"/>
                  </a:lnTo>
                  <a:lnTo>
                    <a:pt x="24" y="487"/>
                  </a:lnTo>
                  <a:lnTo>
                    <a:pt x="32" y="503"/>
                  </a:lnTo>
                  <a:lnTo>
                    <a:pt x="42" y="519"/>
                  </a:lnTo>
                  <a:lnTo>
                    <a:pt x="53" y="534"/>
                  </a:lnTo>
                  <a:lnTo>
                    <a:pt x="65" y="550"/>
                  </a:lnTo>
                  <a:lnTo>
                    <a:pt x="78" y="565"/>
                  </a:lnTo>
                  <a:lnTo>
                    <a:pt x="93" y="579"/>
                  </a:lnTo>
                  <a:lnTo>
                    <a:pt x="109" y="594"/>
                  </a:lnTo>
                  <a:lnTo>
                    <a:pt x="125" y="608"/>
                  </a:lnTo>
                  <a:lnTo>
                    <a:pt x="116" y="595"/>
                  </a:lnTo>
                  <a:lnTo>
                    <a:pt x="107" y="582"/>
                  </a:lnTo>
                  <a:lnTo>
                    <a:pt x="99" y="568"/>
                  </a:lnTo>
                  <a:lnTo>
                    <a:pt x="92" y="554"/>
                  </a:lnTo>
                  <a:lnTo>
                    <a:pt x="85" y="541"/>
                  </a:lnTo>
                  <a:lnTo>
                    <a:pt x="79" y="526"/>
                  </a:lnTo>
                  <a:lnTo>
                    <a:pt x="75" y="512"/>
                  </a:lnTo>
                  <a:lnTo>
                    <a:pt x="71" y="498"/>
                  </a:lnTo>
                  <a:lnTo>
                    <a:pt x="69" y="483"/>
                  </a:lnTo>
                  <a:lnTo>
                    <a:pt x="68" y="470"/>
                  </a:lnTo>
                  <a:lnTo>
                    <a:pt x="66" y="455"/>
                  </a:lnTo>
                  <a:lnTo>
                    <a:pt x="66" y="441"/>
                  </a:lnTo>
                  <a:lnTo>
                    <a:pt x="68" y="426"/>
                  </a:lnTo>
                  <a:lnTo>
                    <a:pt x="69" y="412"/>
                  </a:lnTo>
                  <a:lnTo>
                    <a:pt x="72" y="399"/>
                  </a:lnTo>
                  <a:lnTo>
                    <a:pt x="76" y="384"/>
                  </a:lnTo>
                  <a:lnTo>
                    <a:pt x="80" y="370"/>
                  </a:lnTo>
                  <a:lnTo>
                    <a:pt x="86" y="356"/>
                  </a:lnTo>
                  <a:lnTo>
                    <a:pt x="92" y="343"/>
                  </a:lnTo>
                  <a:lnTo>
                    <a:pt x="100" y="329"/>
                  </a:lnTo>
                  <a:lnTo>
                    <a:pt x="108" y="315"/>
                  </a:lnTo>
                  <a:lnTo>
                    <a:pt x="117" y="302"/>
                  </a:lnTo>
                  <a:lnTo>
                    <a:pt x="127" y="288"/>
                  </a:lnTo>
                  <a:lnTo>
                    <a:pt x="139" y="275"/>
                  </a:lnTo>
                  <a:lnTo>
                    <a:pt x="150" y="263"/>
                  </a:lnTo>
                  <a:lnTo>
                    <a:pt x="163" y="249"/>
                  </a:lnTo>
                  <a:lnTo>
                    <a:pt x="177" y="237"/>
                  </a:lnTo>
                  <a:lnTo>
                    <a:pt x="192" y="225"/>
                  </a:lnTo>
                  <a:lnTo>
                    <a:pt x="208" y="212"/>
                  </a:lnTo>
                  <a:lnTo>
                    <a:pt x="224" y="201"/>
                  </a:lnTo>
                  <a:lnTo>
                    <a:pt x="241" y="189"/>
                  </a:lnTo>
                  <a:lnTo>
                    <a:pt x="260" y="17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8752818F-5950-422C-97CE-D84AFF75D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91" y="2120899"/>
              <a:ext cx="4895850" cy="3529015"/>
            </a:xfrm>
            <a:custGeom>
              <a:avLst/>
              <a:gdLst>
                <a:gd name="T0" fmla="*/ 15374 w 15420"/>
                <a:gd name="T1" fmla="*/ 3146 h 8889"/>
                <a:gd name="T2" fmla="*/ 15397 w 15420"/>
                <a:gd name="T3" fmla="*/ 3165 h 8889"/>
                <a:gd name="T4" fmla="*/ 15412 w 15420"/>
                <a:gd name="T5" fmla="*/ 3186 h 8889"/>
                <a:gd name="T6" fmla="*/ 15419 w 15420"/>
                <a:gd name="T7" fmla="*/ 3208 h 8889"/>
                <a:gd name="T8" fmla="*/ 15419 w 15420"/>
                <a:gd name="T9" fmla="*/ 3230 h 8889"/>
                <a:gd name="T10" fmla="*/ 15412 w 15420"/>
                <a:gd name="T11" fmla="*/ 3252 h 8889"/>
                <a:gd name="T12" fmla="*/ 15397 w 15420"/>
                <a:gd name="T13" fmla="*/ 3273 h 8889"/>
                <a:gd name="T14" fmla="*/ 15375 w 15420"/>
                <a:gd name="T15" fmla="*/ 3292 h 8889"/>
                <a:gd name="T16" fmla="*/ 5750 w 15420"/>
                <a:gd name="T17" fmla="*/ 8856 h 8889"/>
                <a:gd name="T18" fmla="*/ 5719 w 15420"/>
                <a:gd name="T19" fmla="*/ 8871 h 8889"/>
                <a:gd name="T20" fmla="*/ 5683 w 15420"/>
                <a:gd name="T21" fmla="*/ 8881 h 8889"/>
                <a:gd name="T22" fmla="*/ 5646 w 15420"/>
                <a:gd name="T23" fmla="*/ 8888 h 8889"/>
                <a:gd name="T24" fmla="*/ 5608 w 15420"/>
                <a:gd name="T25" fmla="*/ 8889 h 8889"/>
                <a:gd name="T26" fmla="*/ 5569 w 15420"/>
                <a:gd name="T27" fmla="*/ 8888 h 8889"/>
                <a:gd name="T28" fmla="*/ 5532 w 15420"/>
                <a:gd name="T29" fmla="*/ 8881 h 8889"/>
                <a:gd name="T30" fmla="*/ 5498 w 15420"/>
                <a:gd name="T31" fmla="*/ 8871 h 8889"/>
                <a:gd name="T32" fmla="*/ 5466 w 15420"/>
                <a:gd name="T33" fmla="*/ 8856 h 8889"/>
                <a:gd name="T34" fmla="*/ 46 w 15420"/>
                <a:gd name="T35" fmla="*/ 5743 h 8889"/>
                <a:gd name="T36" fmla="*/ 24 w 15420"/>
                <a:gd name="T37" fmla="*/ 5724 h 8889"/>
                <a:gd name="T38" fmla="*/ 9 w 15420"/>
                <a:gd name="T39" fmla="*/ 5703 h 8889"/>
                <a:gd name="T40" fmla="*/ 1 w 15420"/>
                <a:gd name="T41" fmla="*/ 5681 h 8889"/>
                <a:gd name="T42" fmla="*/ 1 w 15420"/>
                <a:gd name="T43" fmla="*/ 5658 h 8889"/>
                <a:gd name="T44" fmla="*/ 8 w 15420"/>
                <a:gd name="T45" fmla="*/ 5637 h 8889"/>
                <a:gd name="T46" fmla="*/ 23 w 15420"/>
                <a:gd name="T47" fmla="*/ 5616 h 8889"/>
                <a:gd name="T48" fmla="*/ 45 w 15420"/>
                <a:gd name="T49" fmla="*/ 5597 h 8889"/>
                <a:gd name="T50" fmla="*/ 9670 w 15420"/>
                <a:gd name="T51" fmla="*/ 33 h 8889"/>
                <a:gd name="T52" fmla="*/ 9702 w 15420"/>
                <a:gd name="T53" fmla="*/ 18 h 8889"/>
                <a:gd name="T54" fmla="*/ 9737 w 15420"/>
                <a:gd name="T55" fmla="*/ 8 h 8889"/>
                <a:gd name="T56" fmla="*/ 9774 w 15420"/>
                <a:gd name="T57" fmla="*/ 1 h 8889"/>
                <a:gd name="T58" fmla="*/ 9813 w 15420"/>
                <a:gd name="T59" fmla="*/ 0 h 8889"/>
                <a:gd name="T60" fmla="*/ 9851 w 15420"/>
                <a:gd name="T61" fmla="*/ 1 h 8889"/>
                <a:gd name="T62" fmla="*/ 9888 w 15420"/>
                <a:gd name="T63" fmla="*/ 8 h 8889"/>
                <a:gd name="T64" fmla="*/ 9923 w 15420"/>
                <a:gd name="T65" fmla="*/ 18 h 8889"/>
                <a:gd name="T66" fmla="*/ 9954 w 15420"/>
                <a:gd name="T67" fmla="*/ 33 h 8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20" h="8889">
                  <a:moveTo>
                    <a:pt x="15360" y="3138"/>
                  </a:moveTo>
                  <a:lnTo>
                    <a:pt x="15374" y="3146"/>
                  </a:lnTo>
                  <a:lnTo>
                    <a:pt x="15387" y="3155"/>
                  </a:lnTo>
                  <a:lnTo>
                    <a:pt x="15397" y="3165"/>
                  </a:lnTo>
                  <a:lnTo>
                    <a:pt x="15405" y="3176"/>
                  </a:lnTo>
                  <a:lnTo>
                    <a:pt x="15412" y="3186"/>
                  </a:lnTo>
                  <a:lnTo>
                    <a:pt x="15417" y="3197"/>
                  </a:lnTo>
                  <a:lnTo>
                    <a:pt x="15419" y="3208"/>
                  </a:lnTo>
                  <a:lnTo>
                    <a:pt x="15420" y="3219"/>
                  </a:lnTo>
                  <a:lnTo>
                    <a:pt x="15419" y="3230"/>
                  </a:lnTo>
                  <a:lnTo>
                    <a:pt x="15417" y="3241"/>
                  </a:lnTo>
                  <a:lnTo>
                    <a:pt x="15412" y="3252"/>
                  </a:lnTo>
                  <a:lnTo>
                    <a:pt x="15405" y="3262"/>
                  </a:lnTo>
                  <a:lnTo>
                    <a:pt x="15397" y="3273"/>
                  </a:lnTo>
                  <a:lnTo>
                    <a:pt x="15388" y="3283"/>
                  </a:lnTo>
                  <a:lnTo>
                    <a:pt x="15375" y="3292"/>
                  </a:lnTo>
                  <a:lnTo>
                    <a:pt x="15362" y="3300"/>
                  </a:lnTo>
                  <a:lnTo>
                    <a:pt x="5750" y="8856"/>
                  </a:lnTo>
                  <a:lnTo>
                    <a:pt x="5735" y="8864"/>
                  </a:lnTo>
                  <a:lnTo>
                    <a:pt x="5719" y="8871"/>
                  </a:lnTo>
                  <a:lnTo>
                    <a:pt x="5702" y="8877"/>
                  </a:lnTo>
                  <a:lnTo>
                    <a:pt x="5683" y="8881"/>
                  </a:lnTo>
                  <a:lnTo>
                    <a:pt x="5665" y="8885"/>
                  </a:lnTo>
                  <a:lnTo>
                    <a:pt x="5646" y="8888"/>
                  </a:lnTo>
                  <a:lnTo>
                    <a:pt x="5627" y="8889"/>
                  </a:lnTo>
                  <a:lnTo>
                    <a:pt x="5608" y="8889"/>
                  </a:lnTo>
                  <a:lnTo>
                    <a:pt x="5589" y="8889"/>
                  </a:lnTo>
                  <a:lnTo>
                    <a:pt x="5569" y="8888"/>
                  </a:lnTo>
                  <a:lnTo>
                    <a:pt x="5551" y="8885"/>
                  </a:lnTo>
                  <a:lnTo>
                    <a:pt x="5532" y="8881"/>
                  </a:lnTo>
                  <a:lnTo>
                    <a:pt x="5515" y="8877"/>
                  </a:lnTo>
                  <a:lnTo>
                    <a:pt x="5498" y="8871"/>
                  </a:lnTo>
                  <a:lnTo>
                    <a:pt x="5481" y="8864"/>
                  </a:lnTo>
                  <a:lnTo>
                    <a:pt x="5466" y="8856"/>
                  </a:lnTo>
                  <a:lnTo>
                    <a:pt x="60" y="5751"/>
                  </a:lnTo>
                  <a:lnTo>
                    <a:pt x="46" y="5743"/>
                  </a:lnTo>
                  <a:lnTo>
                    <a:pt x="33" y="5734"/>
                  </a:lnTo>
                  <a:lnTo>
                    <a:pt x="24" y="5724"/>
                  </a:lnTo>
                  <a:lnTo>
                    <a:pt x="15" y="5713"/>
                  </a:lnTo>
                  <a:lnTo>
                    <a:pt x="9" y="5703"/>
                  </a:lnTo>
                  <a:lnTo>
                    <a:pt x="4" y="5692"/>
                  </a:lnTo>
                  <a:lnTo>
                    <a:pt x="1" y="5681"/>
                  </a:lnTo>
                  <a:lnTo>
                    <a:pt x="0" y="5670"/>
                  </a:lnTo>
                  <a:lnTo>
                    <a:pt x="1" y="5658"/>
                  </a:lnTo>
                  <a:lnTo>
                    <a:pt x="3" y="5648"/>
                  </a:lnTo>
                  <a:lnTo>
                    <a:pt x="8" y="5637"/>
                  </a:lnTo>
                  <a:lnTo>
                    <a:pt x="15" y="5626"/>
                  </a:lnTo>
                  <a:lnTo>
                    <a:pt x="23" y="5616"/>
                  </a:lnTo>
                  <a:lnTo>
                    <a:pt x="33" y="5606"/>
                  </a:lnTo>
                  <a:lnTo>
                    <a:pt x="45" y="5597"/>
                  </a:lnTo>
                  <a:lnTo>
                    <a:pt x="58" y="5589"/>
                  </a:lnTo>
                  <a:lnTo>
                    <a:pt x="9670" y="33"/>
                  </a:lnTo>
                  <a:lnTo>
                    <a:pt x="9686" y="25"/>
                  </a:lnTo>
                  <a:lnTo>
                    <a:pt x="9702" y="18"/>
                  </a:lnTo>
                  <a:lnTo>
                    <a:pt x="9720" y="12"/>
                  </a:lnTo>
                  <a:lnTo>
                    <a:pt x="9737" y="8"/>
                  </a:lnTo>
                  <a:lnTo>
                    <a:pt x="9755" y="4"/>
                  </a:lnTo>
                  <a:lnTo>
                    <a:pt x="9774" y="1"/>
                  </a:lnTo>
                  <a:lnTo>
                    <a:pt x="9793" y="0"/>
                  </a:lnTo>
                  <a:lnTo>
                    <a:pt x="9813" y="0"/>
                  </a:lnTo>
                  <a:lnTo>
                    <a:pt x="9831" y="0"/>
                  </a:lnTo>
                  <a:lnTo>
                    <a:pt x="9851" y="1"/>
                  </a:lnTo>
                  <a:lnTo>
                    <a:pt x="9869" y="4"/>
                  </a:lnTo>
                  <a:lnTo>
                    <a:pt x="9888" y="8"/>
                  </a:lnTo>
                  <a:lnTo>
                    <a:pt x="9906" y="12"/>
                  </a:lnTo>
                  <a:lnTo>
                    <a:pt x="9923" y="18"/>
                  </a:lnTo>
                  <a:lnTo>
                    <a:pt x="9939" y="25"/>
                  </a:lnTo>
                  <a:lnTo>
                    <a:pt x="9954" y="33"/>
                  </a:lnTo>
                  <a:lnTo>
                    <a:pt x="15360" y="31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sz="1400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91CB50E-DF13-4A11-9FC5-44680210450B}"/>
              </a:ext>
            </a:extLst>
          </p:cNvPr>
          <p:cNvGrpSpPr/>
          <p:nvPr/>
        </p:nvGrpSpPr>
        <p:grpSpPr>
          <a:xfrm>
            <a:off x="4439956" y="2026848"/>
            <a:ext cx="6574469" cy="2804304"/>
            <a:chOff x="3126907" y="2259821"/>
            <a:chExt cx="6574469" cy="2804304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A42ACAC-D7BC-4127-90F3-1308FCF3A6D4}"/>
                </a:ext>
              </a:extLst>
            </p:cNvPr>
            <p:cNvSpPr/>
            <p:nvPr/>
          </p:nvSpPr>
          <p:spPr>
            <a:xfrm>
              <a:off x="3126907" y="2737334"/>
              <a:ext cx="6574469" cy="232679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>
                <a:lnSpc>
                  <a:spcPct val="80000"/>
                </a:lnSpc>
              </a:pPr>
              <a:r>
                <a:rPr lang="en-US" sz="8800" b="1" i="0" spc="-150" dirty="0">
                  <a:gradFill flip="none" rotWithShape="1">
                    <a:gsLst>
                      <a:gs pos="0">
                        <a:schemeClr val="bg1">
                          <a:alpha val="20000"/>
                        </a:schemeClr>
                      </a:gs>
                      <a:gs pos="100000">
                        <a:schemeClr val="bg1"/>
                      </a:gs>
                      <a:gs pos="46000">
                        <a:schemeClr val="bg1"/>
                      </a:gs>
                    </a:gsLst>
                    <a:lin ang="5400000" scaled="0"/>
                    <a:tileRect/>
                  </a:gra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-Smart 				People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F9315A6-8CF3-453E-8F33-AB7D7244FBE7}"/>
                </a:ext>
              </a:extLst>
            </p:cNvPr>
            <p:cNvSpPr/>
            <p:nvPr/>
          </p:nvSpPr>
          <p:spPr>
            <a:xfrm>
              <a:off x="3126907" y="2259821"/>
              <a:ext cx="489262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 Light" panose="02000000000000000000" pitchFamily="2" charset="0"/>
                  <a:ea typeface="Roboto Condensed" panose="02000000000000000000" pitchFamily="2" charset="0"/>
                  <a:cs typeface="Poppins Light" panose="02000000000000000000" pitchFamily="2" charset="0"/>
                </a:rPr>
                <a:t>Space High Design Quality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F5D76ED-79A8-44EA-AAC8-C08695212DAA}"/>
              </a:ext>
            </a:extLst>
          </p:cNvPr>
          <p:cNvGrpSpPr/>
          <p:nvPr/>
        </p:nvGrpSpPr>
        <p:grpSpPr>
          <a:xfrm>
            <a:off x="1" y="4230668"/>
            <a:ext cx="2094310" cy="2630154"/>
            <a:chOff x="-2861" y="5931257"/>
            <a:chExt cx="4014423" cy="5041543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6CAAC61-4326-4635-AD8C-951D27FFE462}"/>
                </a:ext>
              </a:extLst>
            </p:cNvPr>
            <p:cNvSpPr/>
            <p:nvPr userDrawn="1"/>
          </p:nvSpPr>
          <p:spPr>
            <a:xfrm>
              <a:off x="-2861" y="7093454"/>
              <a:ext cx="4014423" cy="3879346"/>
            </a:xfrm>
            <a:custGeom>
              <a:avLst/>
              <a:gdLst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16138"/>
                <a:gd name="connsiteY0" fmla="*/ 0 h 3981450"/>
                <a:gd name="connsiteX1" fmla="*/ 3238500 w 3816138"/>
                <a:gd name="connsiteY1" fmla="*/ 1809750 h 3981450"/>
                <a:gd name="connsiteX2" fmla="*/ 3657600 w 3816138"/>
                <a:gd name="connsiteY2" fmla="*/ 3981450 h 3981450"/>
                <a:gd name="connsiteX3" fmla="*/ 38100 w 3816138"/>
                <a:gd name="connsiteY3" fmla="*/ 3962400 h 3981450"/>
                <a:gd name="connsiteX4" fmla="*/ 0 w 3816138"/>
                <a:gd name="connsiteY4" fmla="*/ 0 h 3981450"/>
                <a:gd name="connsiteX0" fmla="*/ 0 w 3876554"/>
                <a:gd name="connsiteY0" fmla="*/ 0 h 3981450"/>
                <a:gd name="connsiteX1" fmla="*/ 3409950 w 3876554"/>
                <a:gd name="connsiteY1" fmla="*/ 2076450 h 3981450"/>
                <a:gd name="connsiteX2" fmla="*/ 3657600 w 3876554"/>
                <a:gd name="connsiteY2" fmla="*/ 3981450 h 3981450"/>
                <a:gd name="connsiteX3" fmla="*/ 38100 w 3876554"/>
                <a:gd name="connsiteY3" fmla="*/ 3962400 h 3981450"/>
                <a:gd name="connsiteX4" fmla="*/ 0 w 3876554"/>
                <a:gd name="connsiteY4" fmla="*/ 0 h 3981450"/>
                <a:gd name="connsiteX0" fmla="*/ 0 w 3916378"/>
                <a:gd name="connsiteY0" fmla="*/ 0 h 3981450"/>
                <a:gd name="connsiteX1" fmla="*/ 3409950 w 3916378"/>
                <a:gd name="connsiteY1" fmla="*/ 2076450 h 3981450"/>
                <a:gd name="connsiteX2" fmla="*/ 3657600 w 3916378"/>
                <a:gd name="connsiteY2" fmla="*/ 3981450 h 3981450"/>
                <a:gd name="connsiteX3" fmla="*/ 38100 w 3916378"/>
                <a:gd name="connsiteY3" fmla="*/ 3962400 h 3981450"/>
                <a:gd name="connsiteX4" fmla="*/ 0 w 3916378"/>
                <a:gd name="connsiteY4" fmla="*/ 0 h 3981450"/>
                <a:gd name="connsiteX0" fmla="*/ 0 w 3873335"/>
                <a:gd name="connsiteY0" fmla="*/ 0 h 3981450"/>
                <a:gd name="connsiteX1" fmla="*/ 3409950 w 3873335"/>
                <a:gd name="connsiteY1" fmla="*/ 2076450 h 3981450"/>
                <a:gd name="connsiteX2" fmla="*/ 3657600 w 3873335"/>
                <a:gd name="connsiteY2" fmla="*/ 3981450 h 3981450"/>
                <a:gd name="connsiteX3" fmla="*/ 38100 w 3873335"/>
                <a:gd name="connsiteY3" fmla="*/ 3962400 h 3981450"/>
                <a:gd name="connsiteX4" fmla="*/ 0 w 3873335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38100 w 3786126"/>
                <a:gd name="connsiteY3" fmla="*/ 396240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3786126"/>
                <a:gd name="connsiteY0" fmla="*/ 0 h 3981450"/>
                <a:gd name="connsiteX1" fmla="*/ 3409950 w 3786126"/>
                <a:gd name="connsiteY1" fmla="*/ 2076450 h 3981450"/>
                <a:gd name="connsiteX2" fmla="*/ 3657600 w 3786126"/>
                <a:gd name="connsiteY2" fmla="*/ 3981450 h 3981450"/>
                <a:gd name="connsiteX3" fmla="*/ 0 w 3786126"/>
                <a:gd name="connsiteY3" fmla="*/ 3981450 h 3981450"/>
                <a:gd name="connsiteX4" fmla="*/ 0 w 3786126"/>
                <a:gd name="connsiteY4" fmla="*/ 0 h 3981450"/>
                <a:gd name="connsiteX0" fmla="*/ 0 w 4032226"/>
                <a:gd name="connsiteY0" fmla="*/ 0 h 4003693"/>
                <a:gd name="connsiteX1" fmla="*/ 3409950 w 4032226"/>
                <a:gd name="connsiteY1" fmla="*/ 2076450 h 4003693"/>
                <a:gd name="connsiteX2" fmla="*/ 3943350 w 4032226"/>
                <a:gd name="connsiteY2" fmla="*/ 4003693 h 4003693"/>
                <a:gd name="connsiteX3" fmla="*/ 0 w 4032226"/>
                <a:gd name="connsiteY3" fmla="*/ 3981450 h 4003693"/>
                <a:gd name="connsiteX4" fmla="*/ 0 w 4032226"/>
                <a:gd name="connsiteY4" fmla="*/ 0 h 4003693"/>
                <a:gd name="connsiteX0" fmla="*/ 0 w 3948509"/>
                <a:gd name="connsiteY0" fmla="*/ 0 h 4003693"/>
                <a:gd name="connsiteX1" fmla="*/ 3409950 w 3948509"/>
                <a:gd name="connsiteY1" fmla="*/ 2076450 h 4003693"/>
                <a:gd name="connsiteX2" fmla="*/ 3943350 w 3948509"/>
                <a:gd name="connsiteY2" fmla="*/ 4003693 h 4003693"/>
                <a:gd name="connsiteX3" fmla="*/ 0 w 3948509"/>
                <a:gd name="connsiteY3" fmla="*/ 3981450 h 4003693"/>
                <a:gd name="connsiteX4" fmla="*/ 0 w 3948509"/>
                <a:gd name="connsiteY4" fmla="*/ 0 h 4003693"/>
                <a:gd name="connsiteX0" fmla="*/ 0 w 3943350"/>
                <a:gd name="connsiteY0" fmla="*/ 0 h 4003693"/>
                <a:gd name="connsiteX1" fmla="*/ 3333750 w 3943350"/>
                <a:gd name="connsiteY1" fmla="*/ 1942994 h 4003693"/>
                <a:gd name="connsiteX2" fmla="*/ 3943350 w 3943350"/>
                <a:gd name="connsiteY2" fmla="*/ 4003693 h 4003693"/>
                <a:gd name="connsiteX3" fmla="*/ 0 w 3943350"/>
                <a:gd name="connsiteY3" fmla="*/ 3981450 h 4003693"/>
                <a:gd name="connsiteX4" fmla="*/ 0 w 3943350"/>
                <a:gd name="connsiteY4" fmla="*/ 0 h 4003693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333750 w 4152900"/>
                <a:gd name="connsiteY1" fmla="*/ 1942994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  <a:gd name="connsiteX0" fmla="*/ 0 w 4152900"/>
                <a:gd name="connsiteY0" fmla="*/ 0 h 3981450"/>
                <a:gd name="connsiteX1" fmla="*/ 3200400 w 4152900"/>
                <a:gd name="connsiteY1" fmla="*/ 1720566 h 3981450"/>
                <a:gd name="connsiteX2" fmla="*/ 4152900 w 4152900"/>
                <a:gd name="connsiteY2" fmla="*/ 3981450 h 3981450"/>
                <a:gd name="connsiteX3" fmla="*/ 0 w 4152900"/>
                <a:gd name="connsiteY3" fmla="*/ 3981450 h 3981450"/>
                <a:gd name="connsiteX4" fmla="*/ 0 w 4152900"/>
                <a:gd name="connsiteY4" fmla="*/ 0 h 398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900" h="3981450">
                  <a:moveTo>
                    <a:pt x="0" y="0"/>
                  </a:moveTo>
                  <a:cubicBezTo>
                    <a:pt x="762000" y="1189072"/>
                    <a:pt x="2584450" y="1190447"/>
                    <a:pt x="3200400" y="1720566"/>
                  </a:cubicBezTo>
                  <a:cubicBezTo>
                    <a:pt x="3816350" y="2250685"/>
                    <a:pt x="3971925" y="2641175"/>
                    <a:pt x="4152900" y="3981450"/>
                  </a:cubicBezTo>
                  <a:lnTo>
                    <a:pt x="0" y="398145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rgbClr val="3D1E66">
                    <a:alpha val="0"/>
                  </a:srgbClr>
                </a:gs>
                <a:gs pos="60000">
                  <a:schemeClr val="accent2">
                    <a:alpha val="44000"/>
                  </a:schemeClr>
                </a:gs>
              </a:gsLst>
              <a:lin ang="9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EEF815C-8CE7-4023-9F95-CF44159442A3}"/>
                </a:ext>
              </a:extLst>
            </p:cNvPr>
            <p:cNvSpPr/>
            <p:nvPr userDrawn="1"/>
          </p:nvSpPr>
          <p:spPr>
            <a:xfrm>
              <a:off x="0" y="5931257"/>
              <a:ext cx="1189942" cy="2524513"/>
            </a:xfrm>
            <a:custGeom>
              <a:avLst/>
              <a:gdLst>
                <a:gd name="connsiteX0" fmla="*/ 0 w 1189942"/>
                <a:gd name="connsiteY0" fmla="*/ 0 h 2524513"/>
                <a:gd name="connsiteX1" fmla="*/ 175601 w 1189942"/>
                <a:gd name="connsiteY1" fmla="*/ 17702 h 2524513"/>
                <a:gd name="connsiteX2" fmla="*/ 1189942 w 1189942"/>
                <a:gd name="connsiteY2" fmla="*/ 1262256 h 2524513"/>
                <a:gd name="connsiteX3" fmla="*/ 175601 w 1189942"/>
                <a:gd name="connsiteY3" fmla="*/ 2506811 h 2524513"/>
                <a:gd name="connsiteX4" fmla="*/ 0 w 1189942"/>
                <a:gd name="connsiteY4" fmla="*/ 2524513 h 25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42" h="2524513">
                  <a:moveTo>
                    <a:pt x="0" y="0"/>
                  </a:moveTo>
                  <a:lnTo>
                    <a:pt x="175601" y="17702"/>
                  </a:lnTo>
                  <a:cubicBezTo>
                    <a:pt x="754484" y="136158"/>
                    <a:pt x="1189942" y="648354"/>
                    <a:pt x="1189942" y="1262256"/>
                  </a:cubicBezTo>
                  <a:cubicBezTo>
                    <a:pt x="1189942" y="1876159"/>
                    <a:pt x="754484" y="2388354"/>
                    <a:pt x="175601" y="2506811"/>
                  </a:cubicBezTo>
                  <a:lnTo>
                    <a:pt x="0" y="2524513"/>
                  </a:lnTo>
                  <a:close/>
                </a:path>
              </a:pathLst>
            </a:custGeom>
            <a:gradFill>
              <a:gsLst>
                <a:gs pos="2000">
                  <a:schemeClr val="accent1">
                    <a:alpha val="7900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1270000" dist="622300" dir="2700000" algn="tl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61505643-3C3F-46E6-8D12-69B839794A79}"/>
              </a:ext>
            </a:extLst>
          </p:cNvPr>
          <p:cNvSpPr txBox="1"/>
          <p:nvPr/>
        </p:nvSpPr>
        <p:spPr>
          <a:xfrm flipH="1">
            <a:off x="5355435" y="6322401"/>
            <a:ext cx="1481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100" i="0" smtClean="0">
                <a:solidFill>
                  <a:schemeClr val="bg1"/>
                </a:solidFill>
                <a:latin typeface="Poppins" panose="02000000000000000000" pitchFamily="2" charset="0"/>
                <a:ea typeface="Open Sans" panose="020B0606030504020204" pitchFamily="34" charset="0"/>
                <a:cs typeface="Poppins" panose="02000000000000000000" pitchFamily="2" charset="0"/>
              </a:rPr>
              <a:pPr algn="ctr"/>
              <a:t>62</a:t>
            </a:fld>
            <a:endParaRPr lang="id-ID" sz="1200" i="0" dirty="0">
              <a:solidFill>
                <a:schemeClr val="bg1"/>
              </a:solidFill>
              <a:latin typeface="Poppins" panose="02000000000000000000" pitchFamily="2" charset="0"/>
              <a:ea typeface="Open Sans" panose="020B0606030504020204" pitchFamily="34" charset="0"/>
              <a:cs typeface="Poppins" panose="02000000000000000000" pitchFamily="2" charset="0"/>
            </a:endParaRPr>
          </a:p>
        </p:txBody>
      </p:sp>
      <p:pic>
        <p:nvPicPr>
          <p:cNvPr id="2" name="Picture Placeholder 1">
            <a:extLst>
              <a:ext uri="{FF2B5EF4-FFF2-40B4-BE49-F238E27FC236}">
                <a16:creationId xmlns:a16="http://schemas.microsoft.com/office/drawing/2014/main" id="{447CB5CE-D8B9-4AE9-92CB-7238F009CBBC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494" r="13494"/>
          <a:stretch/>
        </p:blipFill>
        <p:spPr/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84D7B0EA-C76A-47CB-99E7-AE5C5A419AF2}"/>
              </a:ext>
            </a:extLst>
          </p:cNvPr>
          <p:cNvSpPr txBox="1"/>
          <p:nvPr/>
        </p:nvSpPr>
        <p:spPr>
          <a:xfrm>
            <a:off x="4908242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Project</a:t>
            </a:r>
            <a:endParaRPr lang="en-US" sz="1100" baseline="0" dirty="0">
              <a:solidFill>
                <a:schemeClr val="bg1"/>
              </a:solidFill>
              <a:latin typeface="Poppins Light" panose="02000000000000000000" pitchFamily="2" charset="0"/>
              <a:ea typeface="Open Sans Light" panose="020B0306030504020204" pitchFamily="34" charset="0"/>
              <a:cs typeface="Poppins Light" panose="02000000000000000000" pitchFamily="2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0478C6C-DED6-48DE-8C58-32AE43EFDC30}"/>
              </a:ext>
            </a:extLst>
          </p:cNvPr>
          <p:cNvSpPr txBox="1"/>
          <p:nvPr/>
        </p:nvSpPr>
        <p:spPr>
          <a:xfrm>
            <a:off x="6234565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Connection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8F54459-89A6-4260-9AD4-F4762824C667}"/>
              </a:ext>
            </a:extLst>
          </p:cNvPr>
          <p:cNvSpPr txBox="1"/>
          <p:nvPr/>
        </p:nvSpPr>
        <p:spPr>
          <a:xfrm>
            <a:off x="7560887" y="244621"/>
            <a:ext cx="11239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Others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6F8A21B-F570-4564-A542-3911328FB591}"/>
              </a:ext>
            </a:extLst>
          </p:cNvPr>
          <p:cNvSpPr txBox="1"/>
          <p:nvPr/>
        </p:nvSpPr>
        <p:spPr>
          <a:xfrm>
            <a:off x="3507199" y="244621"/>
            <a:ext cx="11986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Who we are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AE7AA27-B1D2-4548-8EC9-428CD2BC3458}"/>
              </a:ext>
            </a:extLst>
          </p:cNvPr>
          <p:cNvCxnSpPr/>
          <p:nvPr/>
        </p:nvCxnSpPr>
        <p:spPr>
          <a:xfrm>
            <a:off x="0" y="690438"/>
            <a:ext cx="12192000" cy="0"/>
          </a:xfrm>
          <a:prstGeom prst="line">
            <a:avLst/>
          </a:prstGeom>
          <a:ln>
            <a:solidFill>
              <a:schemeClr val="bg1">
                <a:lumMod val="95000"/>
                <a:alpha val="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E3CE146A-DC8B-40C0-871E-F52D785E1CC3}"/>
              </a:ext>
            </a:extLst>
          </p:cNvPr>
          <p:cNvSpPr txBox="1"/>
          <p:nvPr/>
        </p:nvSpPr>
        <p:spPr>
          <a:xfrm>
            <a:off x="10121205" y="244621"/>
            <a:ext cx="18783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7132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aseline="0" dirty="0">
                <a:solidFill>
                  <a:schemeClr val="bg1"/>
                </a:solidFill>
                <a:latin typeface="Poppins Light" panose="02000000000000000000" pitchFamily="2" charset="0"/>
                <a:ea typeface="Open Sans Light" panose="020B0306030504020204" pitchFamily="34" charset="0"/>
                <a:cs typeface="Poppins Light" panose="02000000000000000000" pitchFamily="2" charset="0"/>
              </a:rPr>
              <a:t>-18(352)-078-332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7083B88-5F6B-4AF9-8743-7E31FDC06ADC}"/>
              </a:ext>
            </a:extLst>
          </p:cNvPr>
          <p:cNvGrpSpPr/>
          <p:nvPr/>
        </p:nvGrpSpPr>
        <p:grpSpPr>
          <a:xfrm>
            <a:off x="9903352" y="249960"/>
            <a:ext cx="189972" cy="189972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51" name="Freeform 426">
              <a:extLst>
                <a:ext uri="{FF2B5EF4-FFF2-40B4-BE49-F238E27FC236}">
                  <a16:creationId xmlns:a16="http://schemas.microsoft.com/office/drawing/2014/main" id="{8BD4F38A-973D-4C7F-B689-B749086E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/>
            </a:p>
          </p:txBody>
        </p:sp>
        <p:sp>
          <p:nvSpPr>
            <p:cNvPr id="52" name="Freeform 427">
              <a:extLst>
                <a:ext uri="{FF2B5EF4-FFF2-40B4-BE49-F238E27FC236}">
                  <a16:creationId xmlns:a16="http://schemas.microsoft.com/office/drawing/2014/main" id="{0932CD8D-BFE5-4DBE-89C6-44F8E796D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/>
            </a:p>
          </p:txBody>
        </p:sp>
        <p:sp>
          <p:nvSpPr>
            <p:cNvPr id="53" name="Freeform 428">
              <a:extLst>
                <a:ext uri="{FF2B5EF4-FFF2-40B4-BE49-F238E27FC236}">
                  <a16:creationId xmlns:a16="http://schemas.microsoft.com/office/drawing/2014/main" id="{3393831B-1C9F-46CF-91C8-FE27C61D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/>
            </a:p>
          </p:txBody>
        </p:sp>
        <p:sp>
          <p:nvSpPr>
            <p:cNvPr id="54" name="Freeform 429">
              <a:extLst>
                <a:ext uri="{FF2B5EF4-FFF2-40B4-BE49-F238E27FC236}">
                  <a16:creationId xmlns:a16="http://schemas.microsoft.com/office/drawing/2014/main" id="{231C7561-23F7-4E75-86DD-84920417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/>
            </a:p>
          </p:txBody>
        </p: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F0E9074-C6FA-45DD-AB22-B278F0E91C66}"/>
              </a:ext>
            </a:extLst>
          </p:cNvPr>
          <p:cNvSpPr/>
          <p:nvPr/>
        </p:nvSpPr>
        <p:spPr>
          <a:xfrm>
            <a:off x="466850" y="221228"/>
            <a:ext cx="197520" cy="308396"/>
          </a:xfrm>
          <a:custGeom>
            <a:avLst/>
            <a:gdLst>
              <a:gd name="connsiteX0" fmla="*/ 836318 w 1094728"/>
              <a:gd name="connsiteY0" fmla="*/ 0 h 1709251"/>
              <a:gd name="connsiteX1" fmla="*/ 1094728 w 1094728"/>
              <a:gd name="connsiteY1" fmla="*/ 258410 h 1709251"/>
              <a:gd name="connsiteX2" fmla="*/ 948380 w 1094728"/>
              <a:gd name="connsiteY2" fmla="*/ 258410 h 1709251"/>
              <a:gd name="connsiteX3" fmla="*/ 948380 w 1094728"/>
              <a:gd name="connsiteY3" fmla="*/ 558335 h 1709251"/>
              <a:gd name="connsiteX4" fmla="*/ 948238 w 1094728"/>
              <a:gd name="connsiteY4" fmla="*/ 558335 h 1709251"/>
              <a:gd name="connsiteX5" fmla="*/ 948238 w 1094728"/>
              <a:gd name="connsiteY5" fmla="*/ 1029467 h 1709251"/>
              <a:gd name="connsiteX6" fmla="*/ 724586 w 1094728"/>
              <a:gd name="connsiteY6" fmla="*/ 1253119 h 1709251"/>
              <a:gd name="connsiteX7" fmla="*/ 724586 w 1094728"/>
              <a:gd name="connsiteY7" fmla="*/ 933100 h 1709251"/>
              <a:gd name="connsiteX8" fmla="*/ 370142 w 1094728"/>
              <a:gd name="connsiteY8" fmla="*/ 933100 h 1709251"/>
              <a:gd name="connsiteX9" fmla="*/ 370142 w 1094728"/>
              <a:gd name="connsiteY9" fmla="*/ 1150916 h 1709251"/>
              <a:gd name="connsiteX10" fmla="*/ 370472 w 1094728"/>
              <a:gd name="connsiteY10" fmla="*/ 1150916 h 1709251"/>
              <a:gd name="connsiteX11" fmla="*/ 370472 w 1094728"/>
              <a:gd name="connsiteY11" fmla="*/ 1450841 h 1709251"/>
              <a:gd name="connsiteX12" fmla="*/ 516820 w 1094728"/>
              <a:gd name="connsiteY12" fmla="*/ 1450841 h 1709251"/>
              <a:gd name="connsiteX13" fmla="*/ 258410 w 1094728"/>
              <a:gd name="connsiteY13" fmla="*/ 1709251 h 1709251"/>
              <a:gd name="connsiteX14" fmla="*/ 0 w 1094728"/>
              <a:gd name="connsiteY14" fmla="*/ 1450841 h 1709251"/>
              <a:gd name="connsiteX15" fmla="*/ 146348 w 1094728"/>
              <a:gd name="connsiteY15" fmla="*/ 1450841 h 1709251"/>
              <a:gd name="connsiteX16" fmla="*/ 146348 w 1094728"/>
              <a:gd name="connsiteY16" fmla="*/ 1150916 h 1709251"/>
              <a:gd name="connsiteX17" fmla="*/ 146490 w 1094728"/>
              <a:gd name="connsiteY17" fmla="*/ 1150916 h 1709251"/>
              <a:gd name="connsiteX18" fmla="*/ 146490 w 1094728"/>
              <a:gd name="connsiteY18" fmla="*/ 679784 h 1709251"/>
              <a:gd name="connsiteX19" fmla="*/ 370142 w 1094728"/>
              <a:gd name="connsiteY19" fmla="*/ 456132 h 1709251"/>
              <a:gd name="connsiteX20" fmla="*/ 370142 w 1094728"/>
              <a:gd name="connsiteY20" fmla="*/ 763072 h 1709251"/>
              <a:gd name="connsiteX21" fmla="*/ 724586 w 1094728"/>
              <a:gd name="connsiteY21" fmla="*/ 763072 h 1709251"/>
              <a:gd name="connsiteX22" fmla="*/ 724586 w 1094728"/>
              <a:gd name="connsiteY22" fmla="*/ 558335 h 1709251"/>
              <a:gd name="connsiteX23" fmla="*/ 724256 w 1094728"/>
              <a:gd name="connsiteY23" fmla="*/ 558335 h 1709251"/>
              <a:gd name="connsiteX24" fmla="*/ 724256 w 1094728"/>
              <a:gd name="connsiteY24" fmla="*/ 258410 h 1709251"/>
              <a:gd name="connsiteX25" fmla="*/ 577908 w 1094728"/>
              <a:gd name="connsiteY25" fmla="*/ 258410 h 170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094728" h="1709251">
                <a:moveTo>
                  <a:pt x="836318" y="0"/>
                </a:moveTo>
                <a:lnTo>
                  <a:pt x="1094728" y="258410"/>
                </a:lnTo>
                <a:lnTo>
                  <a:pt x="948380" y="258410"/>
                </a:lnTo>
                <a:lnTo>
                  <a:pt x="948380" y="558335"/>
                </a:lnTo>
                <a:lnTo>
                  <a:pt x="948238" y="558335"/>
                </a:lnTo>
                <a:lnTo>
                  <a:pt x="948238" y="1029467"/>
                </a:lnTo>
                <a:lnTo>
                  <a:pt x="724586" y="1253119"/>
                </a:lnTo>
                <a:lnTo>
                  <a:pt x="724586" y="933100"/>
                </a:lnTo>
                <a:lnTo>
                  <a:pt x="370142" y="933100"/>
                </a:lnTo>
                <a:lnTo>
                  <a:pt x="370142" y="1150916"/>
                </a:lnTo>
                <a:lnTo>
                  <a:pt x="370472" y="1150916"/>
                </a:lnTo>
                <a:lnTo>
                  <a:pt x="370472" y="1450841"/>
                </a:lnTo>
                <a:lnTo>
                  <a:pt x="516820" y="1450841"/>
                </a:lnTo>
                <a:lnTo>
                  <a:pt x="258410" y="1709251"/>
                </a:lnTo>
                <a:lnTo>
                  <a:pt x="0" y="1450841"/>
                </a:lnTo>
                <a:lnTo>
                  <a:pt x="146348" y="1450841"/>
                </a:lnTo>
                <a:lnTo>
                  <a:pt x="146348" y="1150916"/>
                </a:lnTo>
                <a:lnTo>
                  <a:pt x="146490" y="1150916"/>
                </a:lnTo>
                <a:lnTo>
                  <a:pt x="146490" y="679784"/>
                </a:lnTo>
                <a:lnTo>
                  <a:pt x="370142" y="456132"/>
                </a:lnTo>
                <a:lnTo>
                  <a:pt x="370142" y="763072"/>
                </a:lnTo>
                <a:lnTo>
                  <a:pt x="724586" y="763072"/>
                </a:lnTo>
                <a:lnTo>
                  <a:pt x="724586" y="558335"/>
                </a:lnTo>
                <a:lnTo>
                  <a:pt x="724256" y="558335"/>
                </a:lnTo>
                <a:lnTo>
                  <a:pt x="724256" y="258410"/>
                </a:lnTo>
                <a:lnTo>
                  <a:pt x="577908" y="258410"/>
                </a:lnTo>
                <a:close/>
              </a:path>
            </a:pathLst>
          </a:custGeom>
          <a:gradFill>
            <a:gsLst>
              <a:gs pos="38000">
                <a:schemeClr val="accent1"/>
              </a:gs>
              <a:gs pos="100000">
                <a:schemeClr val="accent1">
                  <a:alpha val="0"/>
                </a:schemeClr>
              </a:gs>
            </a:gsLst>
            <a:path path="circle">
              <a:fillToRect l="50000" t="130000" r="50000" b="-3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6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A79AB1D-D5B9-FBAF-BAD8-9198A3A97A2F}"/>
              </a:ext>
            </a:extLst>
          </p:cNvPr>
          <p:cNvSpPr/>
          <p:nvPr/>
        </p:nvSpPr>
        <p:spPr>
          <a:xfrm>
            <a:off x="711014" y="190760"/>
            <a:ext cx="153034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rPr>
              <a:t>Space High</a:t>
            </a:r>
            <a:endParaRPr lang="id-ID" b="1" dirty="0">
              <a:solidFill>
                <a:schemeClr val="bg1"/>
              </a:solidFill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4533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0D2AB538-C825-42DB-B43C-462E7C9CB7FA}"/>
              </a:ext>
            </a:extLst>
          </p:cNvPr>
          <p:cNvSpPr/>
          <p:nvPr/>
        </p:nvSpPr>
        <p:spPr>
          <a:xfrm flipH="1">
            <a:off x="8048565" y="5195865"/>
            <a:ext cx="3050004" cy="727890"/>
          </a:xfrm>
          <a:custGeom>
            <a:avLst/>
            <a:gdLst>
              <a:gd name="connsiteX0" fmla="*/ 2485 w 2314596"/>
              <a:gd name="connsiteY0" fmla="*/ 162288 h 545544"/>
              <a:gd name="connsiteX1" fmla="*/ 1116910 w 2314596"/>
              <a:gd name="connsiteY1" fmla="*/ 363 h 545544"/>
              <a:gd name="connsiteX2" fmla="*/ 2269435 w 2314596"/>
              <a:gd name="connsiteY2" fmla="*/ 200388 h 545544"/>
              <a:gd name="connsiteX3" fmla="*/ 2040835 w 2314596"/>
              <a:gd name="connsiteY3" fmla="*/ 371838 h 545544"/>
              <a:gd name="connsiteX4" fmla="*/ 1659835 w 2314596"/>
              <a:gd name="connsiteY4" fmla="*/ 343263 h 545544"/>
              <a:gd name="connsiteX5" fmla="*/ 1431235 w 2314596"/>
              <a:gd name="connsiteY5" fmla="*/ 543288 h 545544"/>
              <a:gd name="connsiteX6" fmla="*/ 2485 w 2314596"/>
              <a:gd name="connsiteY6" fmla="*/ 162288 h 545544"/>
              <a:gd name="connsiteX0" fmla="*/ 7443 w 2319554"/>
              <a:gd name="connsiteY0" fmla="*/ 163931 h 547187"/>
              <a:gd name="connsiteX1" fmla="*/ 1121868 w 2319554"/>
              <a:gd name="connsiteY1" fmla="*/ 2006 h 547187"/>
              <a:gd name="connsiteX2" fmla="*/ 2274393 w 2319554"/>
              <a:gd name="connsiteY2" fmla="*/ 202031 h 547187"/>
              <a:gd name="connsiteX3" fmla="*/ 2045793 w 2319554"/>
              <a:gd name="connsiteY3" fmla="*/ 373481 h 547187"/>
              <a:gd name="connsiteX4" fmla="*/ 1664793 w 2319554"/>
              <a:gd name="connsiteY4" fmla="*/ 344906 h 547187"/>
              <a:gd name="connsiteX5" fmla="*/ 1436193 w 2319554"/>
              <a:gd name="connsiteY5" fmla="*/ 544931 h 547187"/>
              <a:gd name="connsiteX6" fmla="*/ 7443 w 2319554"/>
              <a:gd name="connsiteY6" fmla="*/ 163931 h 547187"/>
              <a:gd name="connsiteX0" fmla="*/ 14975 w 2327086"/>
              <a:gd name="connsiteY0" fmla="*/ 163237 h 546493"/>
              <a:gd name="connsiteX1" fmla="*/ 1129400 w 2327086"/>
              <a:gd name="connsiteY1" fmla="*/ 1312 h 546493"/>
              <a:gd name="connsiteX2" fmla="*/ 2281925 w 2327086"/>
              <a:gd name="connsiteY2" fmla="*/ 201337 h 546493"/>
              <a:gd name="connsiteX3" fmla="*/ 2053325 w 2327086"/>
              <a:gd name="connsiteY3" fmla="*/ 372787 h 546493"/>
              <a:gd name="connsiteX4" fmla="*/ 1672325 w 2327086"/>
              <a:gd name="connsiteY4" fmla="*/ 344212 h 546493"/>
              <a:gd name="connsiteX5" fmla="*/ 1443725 w 2327086"/>
              <a:gd name="connsiteY5" fmla="*/ 544237 h 546493"/>
              <a:gd name="connsiteX6" fmla="*/ 14975 w 2327086"/>
              <a:gd name="connsiteY6" fmla="*/ 163237 h 546493"/>
              <a:gd name="connsiteX0" fmla="*/ 14975 w 2327086"/>
              <a:gd name="connsiteY0" fmla="*/ 162472 h 545728"/>
              <a:gd name="connsiteX1" fmla="*/ 1129400 w 2327086"/>
              <a:gd name="connsiteY1" fmla="*/ 547 h 545728"/>
              <a:gd name="connsiteX2" fmla="*/ 2281925 w 2327086"/>
              <a:gd name="connsiteY2" fmla="*/ 200572 h 545728"/>
              <a:gd name="connsiteX3" fmla="*/ 2053325 w 2327086"/>
              <a:gd name="connsiteY3" fmla="*/ 372022 h 545728"/>
              <a:gd name="connsiteX4" fmla="*/ 1672325 w 2327086"/>
              <a:gd name="connsiteY4" fmla="*/ 343447 h 545728"/>
              <a:gd name="connsiteX5" fmla="*/ 1443725 w 2327086"/>
              <a:gd name="connsiteY5" fmla="*/ 543472 h 545728"/>
              <a:gd name="connsiteX6" fmla="*/ 14975 w 2327086"/>
              <a:gd name="connsiteY6" fmla="*/ 162472 h 545728"/>
              <a:gd name="connsiteX0" fmla="*/ 20336 w 2332447"/>
              <a:gd name="connsiteY0" fmla="*/ 162472 h 545728"/>
              <a:gd name="connsiteX1" fmla="*/ 1134761 w 2332447"/>
              <a:gd name="connsiteY1" fmla="*/ 547 h 545728"/>
              <a:gd name="connsiteX2" fmla="*/ 2287286 w 2332447"/>
              <a:gd name="connsiteY2" fmla="*/ 200572 h 545728"/>
              <a:gd name="connsiteX3" fmla="*/ 2058686 w 2332447"/>
              <a:gd name="connsiteY3" fmla="*/ 372022 h 545728"/>
              <a:gd name="connsiteX4" fmla="*/ 1677686 w 2332447"/>
              <a:gd name="connsiteY4" fmla="*/ 343447 h 545728"/>
              <a:gd name="connsiteX5" fmla="*/ 1449086 w 2332447"/>
              <a:gd name="connsiteY5" fmla="*/ 543472 h 545728"/>
              <a:gd name="connsiteX6" fmla="*/ 20336 w 2332447"/>
              <a:gd name="connsiteY6" fmla="*/ 162472 h 545728"/>
              <a:gd name="connsiteX0" fmla="*/ 21162 w 2333273"/>
              <a:gd name="connsiteY0" fmla="*/ 162472 h 543472"/>
              <a:gd name="connsiteX1" fmla="*/ 1135587 w 2333273"/>
              <a:gd name="connsiteY1" fmla="*/ 547 h 543472"/>
              <a:gd name="connsiteX2" fmla="*/ 2288112 w 2333273"/>
              <a:gd name="connsiteY2" fmla="*/ 200572 h 543472"/>
              <a:gd name="connsiteX3" fmla="*/ 2059512 w 2333273"/>
              <a:gd name="connsiteY3" fmla="*/ 372022 h 543472"/>
              <a:gd name="connsiteX4" fmla="*/ 1678512 w 2333273"/>
              <a:gd name="connsiteY4" fmla="*/ 343447 h 543472"/>
              <a:gd name="connsiteX5" fmla="*/ 1449912 w 2333273"/>
              <a:gd name="connsiteY5" fmla="*/ 543472 h 543472"/>
              <a:gd name="connsiteX6" fmla="*/ 21162 w 2333273"/>
              <a:gd name="connsiteY6" fmla="*/ 162472 h 543472"/>
              <a:gd name="connsiteX0" fmla="*/ 20008 w 2332119"/>
              <a:gd name="connsiteY0" fmla="*/ 162472 h 544515"/>
              <a:gd name="connsiteX1" fmla="*/ 1134433 w 2332119"/>
              <a:gd name="connsiteY1" fmla="*/ 547 h 544515"/>
              <a:gd name="connsiteX2" fmla="*/ 2286958 w 2332119"/>
              <a:gd name="connsiteY2" fmla="*/ 200572 h 544515"/>
              <a:gd name="connsiteX3" fmla="*/ 2058358 w 2332119"/>
              <a:gd name="connsiteY3" fmla="*/ 372022 h 544515"/>
              <a:gd name="connsiteX4" fmla="*/ 1677358 w 2332119"/>
              <a:gd name="connsiteY4" fmla="*/ 343447 h 544515"/>
              <a:gd name="connsiteX5" fmla="*/ 1448758 w 2332119"/>
              <a:gd name="connsiteY5" fmla="*/ 543472 h 544515"/>
              <a:gd name="connsiteX6" fmla="*/ 20008 w 2332119"/>
              <a:gd name="connsiteY6" fmla="*/ 162472 h 544515"/>
              <a:gd name="connsiteX0" fmla="*/ 20329 w 2332821"/>
              <a:gd name="connsiteY0" fmla="*/ 162472 h 548800"/>
              <a:gd name="connsiteX1" fmla="*/ 1134754 w 2332821"/>
              <a:gd name="connsiteY1" fmla="*/ 547 h 548800"/>
              <a:gd name="connsiteX2" fmla="*/ 2287279 w 2332821"/>
              <a:gd name="connsiteY2" fmla="*/ 200572 h 548800"/>
              <a:gd name="connsiteX3" fmla="*/ 2058679 w 2332821"/>
              <a:gd name="connsiteY3" fmla="*/ 372022 h 548800"/>
              <a:gd name="connsiteX4" fmla="*/ 1655454 w 2332821"/>
              <a:gd name="connsiteY4" fmla="*/ 384722 h 548800"/>
              <a:gd name="connsiteX5" fmla="*/ 1449079 w 2332821"/>
              <a:gd name="connsiteY5" fmla="*/ 543472 h 548800"/>
              <a:gd name="connsiteX6" fmla="*/ 20329 w 2332821"/>
              <a:gd name="connsiteY6" fmla="*/ 162472 h 548800"/>
              <a:gd name="connsiteX0" fmla="*/ 19565 w 2332057"/>
              <a:gd name="connsiteY0" fmla="*/ 162472 h 543475"/>
              <a:gd name="connsiteX1" fmla="*/ 1133990 w 2332057"/>
              <a:gd name="connsiteY1" fmla="*/ 547 h 543475"/>
              <a:gd name="connsiteX2" fmla="*/ 2286515 w 2332057"/>
              <a:gd name="connsiteY2" fmla="*/ 200572 h 543475"/>
              <a:gd name="connsiteX3" fmla="*/ 2057915 w 2332057"/>
              <a:gd name="connsiteY3" fmla="*/ 372022 h 543475"/>
              <a:gd name="connsiteX4" fmla="*/ 1654690 w 2332057"/>
              <a:gd name="connsiteY4" fmla="*/ 384722 h 543475"/>
              <a:gd name="connsiteX5" fmla="*/ 1448315 w 2332057"/>
              <a:gd name="connsiteY5" fmla="*/ 543472 h 543475"/>
              <a:gd name="connsiteX6" fmla="*/ 19565 w 2332057"/>
              <a:gd name="connsiteY6" fmla="*/ 162472 h 543475"/>
              <a:gd name="connsiteX0" fmla="*/ 20843 w 2333335"/>
              <a:gd name="connsiteY0" fmla="*/ 162472 h 543813"/>
              <a:gd name="connsiteX1" fmla="*/ 1135268 w 2333335"/>
              <a:gd name="connsiteY1" fmla="*/ 547 h 543813"/>
              <a:gd name="connsiteX2" fmla="*/ 2287793 w 2333335"/>
              <a:gd name="connsiteY2" fmla="*/ 200572 h 543813"/>
              <a:gd name="connsiteX3" fmla="*/ 2059193 w 2333335"/>
              <a:gd name="connsiteY3" fmla="*/ 372022 h 543813"/>
              <a:gd name="connsiteX4" fmla="*/ 1655968 w 2333335"/>
              <a:gd name="connsiteY4" fmla="*/ 384722 h 543813"/>
              <a:gd name="connsiteX5" fmla="*/ 1449593 w 2333335"/>
              <a:gd name="connsiteY5" fmla="*/ 543472 h 543813"/>
              <a:gd name="connsiteX6" fmla="*/ 20843 w 2333335"/>
              <a:gd name="connsiteY6" fmla="*/ 162472 h 543813"/>
              <a:gd name="connsiteX0" fmla="*/ 20843 w 2327163"/>
              <a:gd name="connsiteY0" fmla="*/ 162472 h 543813"/>
              <a:gd name="connsiteX1" fmla="*/ 1135268 w 2327163"/>
              <a:gd name="connsiteY1" fmla="*/ 547 h 543813"/>
              <a:gd name="connsiteX2" fmla="*/ 2287793 w 2327163"/>
              <a:gd name="connsiteY2" fmla="*/ 200572 h 543813"/>
              <a:gd name="connsiteX3" fmla="*/ 2059193 w 2327163"/>
              <a:gd name="connsiteY3" fmla="*/ 372022 h 543813"/>
              <a:gd name="connsiteX4" fmla="*/ 1655968 w 2327163"/>
              <a:gd name="connsiteY4" fmla="*/ 384722 h 543813"/>
              <a:gd name="connsiteX5" fmla="*/ 1449593 w 2327163"/>
              <a:gd name="connsiteY5" fmla="*/ 543472 h 543813"/>
              <a:gd name="connsiteX6" fmla="*/ 20843 w 2327163"/>
              <a:gd name="connsiteY6" fmla="*/ 162472 h 543813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297526"/>
              <a:gd name="connsiteY0" fmla="*/ 162460 h 543801"/>
              <a:gd name="connsiteX1" fmla="*/ 1135268 w 2297526"/>
              <a:gd name="connsiteY1" fmla="*/ 535 h 543801"/>
              <a:gd name="connsiteX2" fmla="*/ 2259218 w 2297526"/>
              <a:gd name="connsiteY2" fmla="*/ 184685 h 543801"/>
              <a:gd name="connsiteX3" fmla="*/ 2059193 w 2297526"/>
              <a:gd name="connsiteY3" fmla="*/ 372010 h 543801"/>
              <a:gd name="connsiteX4" fmla="*/ 1655968 w 2297526"/>
              <a:gd name="connsiteY4" fmla="*/ 384710 h 543801"/>
              <a:gd name="connsiteX5" fmla="*/ 1449593 w 2297526"/>
              <a:gd name="connsiteY5" fmla="*/ 543460 h 543801"/>
              <a:gd name="connsiteX6" fmla="*/ 20843 w 2297526"/>
              <a:gd name="connsiteY6" fmla="*/ 162460 h 543801"/>
              <a:gd name="connsiteX0" fmla="*/ 20843 w 2268377"/>
              <a:gd name="connsiteY0" fmla="*/ 162460 h 543801"/>
              <a:gd name="connsiteX1" fmla="*/ 1135268 w 2268377"/>
              <a:gd name="connsiteY1" fmla="*/ 535 h 543801"/>
              <a:gd name="connsiteX2" fmla="*/ 2259218 w 2268377"/>
              <a:gd name="connsiteY2" fmla="*/ 184685 h 543801"/>
              <a:gd name="connsiteX3" fmla="*/ 1655968 w 2268377"/>
              <a:gd name="connsiteY3" fmla="*/ 384710 h 543801"/>
              <a:gd name="connsiteX4" fmla="*/ 1449593 w 2268377"/>
              <a:gd name="connsiteY4" fmla="*/ 543460 h 543801"/>
              <a:gd name="connsiteX5" fmla="*/ 20843 w 2268377"/>
              <a:gd name="connsiteY5" fmla="*/ 162460 h 543801"/>
              <a:gd name="connsiteX0" fmla="*/ 20843 w 2278632"/>
              <a:gd name="connsiteY0" fmla="*/ 162460 h 543801"/>
              <a:gd name="connsiteX1" fmla="*/ 1135268 w 2278632"/>
              <a:gd name="connsiteY1" fmla="*/ 535 h 543801"/>
              <a:gd name="connsiteX2" fmla="*/ 2259218 w 2278632"/>
              <a:gd name="connsiteY2" fmla="*/ 184685 h 543801"/>
              <a:gd name="connsiteX3" fmla="*/ 1655968 w 2278632"/>
              <a:gd name="connsiteY3" fmla="*/ 384710 h 543801"/>
              <a:gd name="connsiteX4" fmla="*/ 1449593 w 2278632"/>
              <a:gd name="connsiteY4" fmla="*/ 543460 h 543801"/>
              <a:gd name="connsiteX5" fmla="*/ 20843 w 2278632"/>
              <a:gd name="connsiteY5" fmla="*/ 162460 h 543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78632" h="543801">
                <a:moveTo>
                  <a:pt x="20843" y="162460"/>
                </a:moveTo>
                <a:cubicBezTo>
                  <a:pt x="222455" y="8472"/>
                  <a:pt x="762206" y="-3169"/>
                  <a:pt x="1135268" y="535"/>
                </a:cubicBezTo>
                <a:cubicBezTo>
                  <a:pt x="1508330" y="4239"/>
                  <a:pt x="2124810" y="69856"/>
                  <a:pt x="2259218" y="184685"/>
                </a:cubicBezTo>
                <a:cubicBezTo>
                  <a:pt x="2393626" y="299514"/>
                  <a:pt x="1790905" y="324914"/>
                  <a:pt x="1655968" y="384710"/>
                </a:cubicBezTo>
                <a:cubicBezTo>
                  <a:pt x="1521031" y="444506"/>
                  <a:pt x="1760214" y="532877"/>
                  <a:pt x="1449593" y="543460"/>
                </a:cubicBezTo>
                <a:cubicBezTo>
                  <a:pt x="1138972" y="554043"/>
                  <a:pt x="-180769" y="316448"/>
                  <a:pt x="20843" y="16246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52000">
                <a:schemeClr val="accent2">
                  <a:alpha val="44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5DC4B8A-AA7A-4B33-B0AC-570B7D231B53}"/>
              </a:ext>
            </a:extLst>
          </p:cNvPr>
          <p:cNvGrpSpPr/>
          <p:nvPr/>
        </p:nvGrpSpPr>
        <p:grpSpPr>
          <a:xfrm>
            <a:off x="8590496" y="1378096"/>
            <a:ext cx="2030054" cy="4101808"/>
            <a:chOff x="7106980" y="1143000"/>
            <a:chExt cx="2602174" cy="5257800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1C11BEF-2689-4E6A-83FF-DC8DEF1AB54B}"/>
                </a:ext>
              </a:extLst>
            </p:cNvPr>
            <p:cNvGrpSpPr/>
            <p:nvPr/>
          </p:nvGrpSpPr>
          <p:grpSpPr>
            <a:xfrm>
              <a:off x="7106980" y="1143000"/>
              <a:ext cx="2602174" cy="5257800"/>
              <a:chOff x="7106980" y="1143000"/>
              <a:chExt cx="2602174" cy="5257800"/>
            </a:xfrm>
          </p:grpSpPr>
          <p:sp>
            <p:nvSpPr>
              <p:cNvPr id="6" name="Rectangle: Rounded Corners 5">
                <a:extLst>
                  <a:ext uri="{FF2B5EF4-FFF2-40B4-BE49-F238E27FC236}">
                    <a16:creationId xmlns:a16="http://schemas.microsoft.com/office/drawing/2014/main" id="{C801BA42-EB74-432E-9FF4-8B5FFBB08189}"/>
                  </a:ext>
                </a:extLst>
              </p:cNvPr>
              <p:cNvSpPr/>
              <p:nvPr/>
            </p:nvSpPr>
            <p:spPr>
              <a:xfrm>
                <a:off x="7143837" y="1143000"/>
                <a:ext cx="2529317" cy="5257800"/>
              </a:xfrm>
              <a:prstGeom prst="roundRect">
                <a:avLst>
                  <a:gd name="adj" fmla="val 13869"/>
                </a:avLst>
              </a:prstGeom>
              <a:gradFill>
                <a:gsLst>
                  <a:gs pos="0">
                    <a:schemeClr val="bg1"/>
                  </a:gs>
                  <a:gs pos="3900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889000" dist="6985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lt1"/>
                  </a:solidFill>
                </a:endParaRPr>
              </a:p>
            </p:txBody>
          </p:sp>
          <p:sp>
            <p:nvSpPr>
              <p:cNvPr id="7" name="Rectangle: Top Corners Rounded 6">
                <a:extLst>
                  <a:ext uri="{FF2B5EF4-FFF2-40B4-BE49-F238E27FC236}">
                    <a16:creationId xmlns:a16="http://schemas.microsoft.com/office/drawing/2014/main" id="{5AC87A7B-1592-474A-8E73-D4DA10B4E3A0}"/>
                  </a:ext>
                </a:extLst>
              </p:cNvPr>
              <p:cNvSpPr/>
              <p:nvPr/>
            </p:nvSpPr>
            <p:spPr>
              <a:xfrm rot="5400000">
                <a:off x="7016980" y="1918800"/>
                <a:ext cx="216000" cy="36000"/>
              </a:xfrm>
              <a:prstGeom prst="round2SameRect">
                <a:avLst>
                  <a:gd name="adj1" fmla="val 0"/>
                  <a:gd name="adj2" fmla="val 32813"/>
                </a:avLst>
              </a:prstGeom>
              <a:solidFill>
                <a:srgbClr val="6D73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8" name="Rectangle: Top Corners Rounded 7">
                <a:extLst>
                  <a:ext uri="{FF2B5EF4-FFF2-40B4-BE49-F238E27FC236}">
                    <a16:creationId xmlns:a16="http://schemas.microsoft.com/office/drawing/2014/main" id="{F591CB01-A1FD-4BE1-BA53-0F51F4EF6390}"/>
                  </a:ext>
                </a:extLst>
              </p:cNvPr>
              <p:cNvSpPr/>
              <p:nvPr/>
            </p:nvSpPr>
            <p:spPr>
              <a:xfrm rot="5400000">
                <a:off x="6926980" y="2920125"/>
                <a:ext cx="396000" cy="36000"/>
              </a:xfrm>
              <a:prstGeom prst="round2SameRect">
                <a:avLst>
                  <a:gd name="adj1" fmla="val 0"/>
                  <a:gd name="adj2" fmla="val 32813"/>
                </a:avLst>
              </a:prstGeom>
              <a:solidFill>
                <a:srgbClr val="6D73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9" name="Rectangle: Top Corners Rounded 8">
                <a:extLst>
                  <a:ext uri="{FF2B5EF4-FFF2-40B4-BE49-F238E27FC236}">
                    <a16:creationId xmlns:a16="http://schemas.microsoft.com/office/drawing/2014/main" id="{409A9888-B458-45F5-B1D0-734653BAD658}"/>
                  </a:ext>
                </a:extLst>
              </p:cNvPr>
              <p:cNvSpPr/>
              <p:nvPr/>
            </p:nvSpPr>
            <p:spPr>
              <a:xfrm rot="5400000">
                <a:off x="6926980" y="2439808"/>
                <a:ext cx="396000" cy="36000"/>
              </a:xfrm>
              <a:prstGeom prst="round2SameRect">
                <a:avLst>
                  <a:gd name="adj1" fmla="val 0"/>
                  <a:gd name="adj2" fmla="val 32813"/>
                </a:avLst>
              </a:prstGeom>
              <a:solidFill>
                <a:srgbClr val="6D73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0" name="Rectangle: Top Corners Rounded 9">
                <a:extLst>
                  <a:ext uri="{FF2B5EF4-FFF2-40B4-BE49-F238E27FC236}">
                    <a16:creationId xmlns:a16="http://schemas.microsoft.com/office/drawing/2014/main" id="{7513E5F1-7914-4F42-904C-0D3FBEE712CD}"/>
                  </a:ext>
                </a:extLst>
              </p:cNvPr>
              <p:cNvSpPr/>
              <p:nvPr/>
            </p:nvSpPr>
            <p:spPr>
              <a:xfrm rot="16200000" flipH="1">
                <a:off x="9493154" y="2439808"/>
                <a:ext cx="396000" cy="36000"/>
              </a:xfrm>
              <a:prstGeom prst="round2SameRect">
                <a:avLst>
                  <a:gd name="adj1" fmla="val 0"/>
                  <a:gd name="adj2" fmla="val 32813"/>
                </a:avLst>
              </a:prstGeom>
              <a:solidFill>
                <a:srgbClr val="6D73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74CA0D1-9BBC-4F9B-9170-4FD21534E503}"/>
                </a:ext>
              </a:extLst>
            </p:cNvPr>
            <p:cNvSpPr/>
            <p:nvPr/>
          </p:nvSpPr>
          <p:spPr>
            <a:xfrm>
              <a:off x="7266408" y="1280731"/>
              <a:ext cx="2284175" cy="4982338"/>
            </a:xfrm>
            <a:custGeom>
              <a:avLst/>
              <a:gdLst>
                <a:gd name="connsiteX0" fmla="*/ 213822 w 2284175"/>
                <a:gd name="connsiteY0" fmla="*/ 0 h 4982338"/>
                <a:gd name="connsiteX1" fmla="*/ 506631 w 2284175"/>
                <a:gd name="connsiteY1" fmla="*/ 0 h 4982338"/>
                <a:gd name="connsiteX2" fmla="*/ 506631 w 2284175"/>
                <a:gd name="connsiteY2" fmla="*/ 85464 h 4982338"/>
                <a:gd name="connsiteX3" fmla="*/ 603901 w 2284175"/>
                <a:gd name="connsiteY3" fmla="*/ 183132 h 4982338"/>
                <a:gd name="connsiteX4" fmla="*/ 1677380 w 2284175"/>
                <a:gd name="connsiteY4" fmla="*/ 183132 h 4982338"/>
                <a:gd name="connsiteX5" fmla="*/ 1774651 w 2284175"/>
                <a:gd name="connsiteY5" fmla="*/ 85464 h 4982338"/>
                <a:gd name="connsiteX6" fmla="*/ 1774651 w 2284175"/>
                <a:gd name="connsiteY6" fmla="*/ 0 h 4982338"/>
                <a:gd name="connsiteX7" fmla="*/ 2070354 w 2284175"/>
                <a:gd name="connsiteY7" fmla="*/ 0 h 4982338"/>
                <a:gd name="connsiteX8" fmla="*/ 2284175 w 2284175"/>
                <a:gd name="connsiteY8" fmla="*/ 214694 h 4982338"/>
                <a:gd name="connsiteX9" fmla="*/ 2284175 w 2284175"/>
                <a:gd name="connsiteY9" fmla="*/ 4767644 h 4982338"/>
                <a:gd name="connsiteX10" fmla="*/ 2070354 w 2284175"/>
                <a:gd name="connsiteY10" fmla="*/ 4982338 h 4982338"/>
                <a:gd name="connsiteX11" fmla="*/ 213822 w 2284175"/>
                <a:gd name="connsiteY11" fmla="*/ 4982338 h 4982338"/>
                <a:gd name="connsiteX12" fmla="*/ 0 w 2284175"/>
                <a:gd name="connsiteY12" fmla="*/ 4767644 h 4982338"/>
                <a:gd name="connsiteX13" fmla="*/ 0 w 2284175"/>
                <a:gd name="connsiteY13" fmla="*/ 214694 h 4982338"/>
                <a:gd name="connsiteX14" fmla="*/ 213822 w 2284175"/>
                <a:gd name="connsiteY14" fmla="*/ 0 h 498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84175" h="4982338">
                  <a:moveTo>
                    <a:pt x="213822" y="0"/>
                  </a:moveTo>
                  <a:lnTo>
                    <a:pt x="506631" y="0"/>
                  </a:lnTo>
                  <a:lnTo>
                    <a:pt x="506631" y="85464"/>
                  </a:lnTo>
                  <a:cubicBezTo>
                    <a:pt x="506631" y="139404"/>
                    <a:pt x="550181" y="183132"/>
                    <a:pt x="603901" y="183132"/>
                  </a:cubicBezTo>
                  <a:lnTo>
                    <a:pt x="1677380" y="183132"/>
                  </a:lnTo>
                  <a:cubicBezTo>
                    <a:pt x="1731101" y="183132"/>
                    <a:pt x="1774651" y="139404"/>
                    <a:pt x="1774651" y="85464"/>
                  </a:cubicBezTo>
                  <a:lnTo>
                    <a:pt x="1774651" y="0"/>
                  </a:lnTo>
                  <a:lnTo>
                    <a:pt x="2070354" y="0"/>
                  </a:lnTo>
                  <a:cubicBezTo>
                    <a:pt x="2188444" y="0"/>
                    <a:pt x="2284175" y="96123"/>
                    <a:pt x="2284175" y="214694"/>
                  </a:cubicBezTo>
                  <a:lnTo>
                    <a:pt x="2284175" y="4767644"/>
                  </a:lnTo>
                  <a:cubicBezTo>
                    <a:pt x="2284175" y="4886217"/>
                    <a:pt x="2188444" y="4982338"/>
                    <a:pt x="2070354" y="4982338"/>
                  </a:cubicBezTo>
                  <a:lnTo>
                    <a:pt x="213822" y="4982338"/>
                  </a:lnTo>
                  <a:cubicBezTo>
                    <a:pt x="95731" y="4982338"/>
                    <a:pt x="0" y="4886217"/>
                    <a:pt x="0" y="4767644"/>
                  </a:cubicBezTo>
                  <a:lnTo>
                    <a:pt x="0" y="214694"/>
                  </a:lnTo>
                  <a:cubicBezTo>
                    <a:pt x="0" y="96123"/>
                    <a:pt x="95731" y="0"/>
                    <a:pt x="213822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60000"/>
                    <a:lumOff val="40000"/>
                  </a:schemeClr>
                </a:gs>
                <a:gs pos="99000">
                  <a:schemeClr val="accent1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8FC65667-68B3-41A3-94DB-BD44800E6D5D}"/>
              </a:ext>
            </a:extLst>
          </p:cNvPr>
          <p:cNvSpPr/>
          <p:nvPr/>
        </p:nvSpPr>
        <p:spPr>
          <a:xfrm>
            <a:off x="1785096" y="1555464"/>
            <a:ext cx="8494283" cy="26468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16600" b="1" i="0" dirty="0">
                <a:solidFill>
                  <a:schemeClr val="bg1">
                    <a:alpha val="5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Mobile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AC6671E-146F-4F07-9FA1-931A6B6F3387}"/>
              </a:ext>
            </a:extLst>
          </p:cNvPr>
          <p:cNvSpPr/>
          <p:nvPr/>
        </p:nvSpPr>
        <p:spPr>
          <a:xfrm>
            <a:off x="1571450" y="2324139"/>
            <a:ext cx="504280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01. Application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7B20089-731D-4709-B96A-D0DF262E856E}"/>
              </a:ext>
            </a:extLst>
          </p:cNvPr>
          <p:cNvGrpSpPr/>
          <p:nvPr/>
        </p:nvGrpSpPr>
        <p:grpSpPr>
          <a:xfrm>
            <a:off x="1658534" y="3874966"/>
            <a:ext cx="2613418" cy="1427570"/>
            <a:chOff x="2474776" y="3811234"/>
            <a:chExt cx="2357574" cy="1287816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EB9F6DC-7CD6-47B7-8494-3DF1F2CC31A7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25" name="Rectangle: Rounded Corners 24">
                <a:extLst>
                  <a:ext uri="{FF2B5EF4-FFF2-40B4-BE49-F238E27FC236}">
                    <a16:creationId xmlns:a16="http://schemas.microsoft.com/office/drawing/2014/main" id="{B2C3347A-896B-4F9F-97B4-4B783CFAF348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A88BBAEB-BA98-4FF9-8E17-3668406BCE8A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27" name="Rectangle: Rounded Corners 26">
                  <a:extLst>
                    <a:ext uri="{FF2B5EF4-FFF2-40B4-BE49-F238E27FC236}">
                      <a16:creationId xmlns:a16="http://schemas.microsoft.com/office/drawing/2014/main" id="{A6694E00-F518-4136-8D60-FBE0D0341A69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28" name="Rectangle: Rounded Corners 27">
                  <a:extLst>
                    <a:ext uri="{FF2B5EF4-FFF2-40B4-BE49-F238E27FC236}">
                      <a16:creationId xmlns:a16="http://schemas.microsoft.com/office/drawing/2014/main" id="{B61BB391-2CA0-4265-83EC-AFF241F278BD}"/>
                    </a:ext>
                  </a:extLst>
                </p:cNvPr>
                <p:cNvSpPr/>
                <p:nvPr/>
              </p:nvSpPr>
              <p:spPr>
                <a:xfrm flipV="1">
                  <a:off x="10576560" y="4794740"/>
                  <a:ext cx="213360" cy="600219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9EDACD7-AF9C-48F8-81F2-B4A54A881A3C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437A6F2-43E9-43B1-9649-6538C8F1C85A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A2A35A5F-643E-4D02-BD62-854C8DDA3551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Investment</a:t>
                  </a:r>
                </a:p>
              </p:txBody>
            </p:sp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8022D76F-C86D-4E0E-B23F-DFDCBD066C36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1674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9A77A8F0-A119-4F8D-A8DA-E8CE2E28172A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9C5DBF05-DC75-44B2-B25F-8C3F3C23CFCA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8794AE0-B155-4C62-87A4-8BACB085C72B}"/>
              </a:ext>
            </a:extLst>
          </p:cNvPr>
          <p:cNvGrpSpPr/>
          <p:nvPr/>
        </p:nvGrpSpPr>
        <p:grpSpPr>
          <a:xfrm>
            <a:off x="4620535" y="3981638"/>
            <a:ext cx="2427779" cy="1214227"/>
            <a:chOff x="4475812" y="3510407"/>
            <a:chExt cx="2427779" cy="1214227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FC1609C-56DE-4B75-A4F5-19DAE8B4F97F}"/>
                </a:ext>
              </a:extLst>
            </p:cNvPr>
            <p:cNvSpPr/>
            <p:nvPr/>
          </p:nvSpPr>
          <p:spPr>
            <a:xfrm>
              <a:off x="4475812" y="4166020"/>
              <a:ext cx="2427779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“Their pronunciation and their most common words. </a:t>
              </a: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0FEA3F10-EF57-40AD-A894-1D57D5F783C7}"/>
                </a:ext>
              </a:extLst>
            </p:cNvPr>
            <p:cNvSpPr/>
            <p:nvPr/>
          </p:nvSpPr>
          <p:spPr>
            <a:xfrm>
              <a:off x="4475812" y="3510407"/>
              <a:ext cx="1872673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accent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01 </a:t>
              </a:r>
              <a:r>
                <a:rPr lang="en-US" sz="3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/ 10</a:t>
              </a:r>
            </a:p>
          </p:txBody>
        </p:sp>
      </p:grpSp>
      <p:sp>
        <p:nvSpPr>
          <p:cNvPr id="55" name="Oval 54">
            <a:extLst>
              <a:ext uri="{FF2B5EF4-FFF2-40B4-BE49-F238E27FC236}">
                <a16:creationId xmlns:a16="http://schemas.microsoft.com/office/drawing/2014/main" id="{9FD9F8C0-E3B3-47F6-BFA0-FD1ABD252C6C}"/>
              </a:ext>
            </a:extLst>
          </p:cNvPr>
          <p:cNvSpPr/>
          <p:nvPr/>
        </p:nvSpPr>
        <p:spPr>
          <a:xfrm>
            <a:off x="7665522" y="918330"/>
            <a:ext cx="383043" cy="38304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pic>
        <p:nvPicPr>
          <p:cNvPr id="60" name="Picture Placeholder 59">
            <a:extLst>
              <a:ext uri="{FF2B5EF4-FFF2-40B4-BE49-F238E27FC236}">
                <a16:creationId xmlns:a16="http://schemas.microsoft.com/office/drawing/2014/main" id="{0BD02872-965C-4172-ABE0-8E0062D647B9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936" r="20936"/>
          <a:stretch/>
        </p:blipFill>
        <p:spPr/>
      </p:pic>
      <p:sp>
        <p:nvSpPr>
          <p:cNvPr id="33" name="Oval 32">
            <a:extLst>
              <a:ext uri="{FF2B5EF4-FFF2-40B4-BE49-F238E27FC236}">
                <a16:creationId xmlns:a16="http://schemas.microsoft.com/office/drawing/2014/main" id="{B50B57B2-A580-4B5F-BD3C-FE2671038C07}"/>
              </a:ext>
            </a:extLst>
          </p:cNvPr>
          <p:cNvSpPr/>
          <p:nvPr/>
        </p:nvSpPr>
        <p:spPr>
          <a:xfrm>
            <a:off x="644015" y="5930565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96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2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3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1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2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2" grpId="0" animBg="1"/>
          <p:bldP spid="14" grpId="0"/>
          <p:bldP spid="13" grpId="0"/>
          <p:bldP spid="55" grpId="0" animBg="1"/>
          <p:bldP spid="55" grpId="1" animBg="1"/>
          <p:bldP spid="33" grpId="0" animBg="1"/>
          <p:bldP spid="3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2" grpId="0" animBg="1"/>
          <p:bldP spid="14" grpId="0"/>
          <p:bldP spid="13" grpId="0"/>
          <p:bldP spid="55" grpId="0" animBg="1"/>
          <p:bldP spid="55" grpId="1" animBg="1"/>
          <p:bldP spid="33" grpId="0" animBg="1"/>
          <p:bldP spid="33" grpId="1" animBg="1"/>
        </p:bldLst>
      </p:timing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E4125748-C58D-48C8-B6CE-ECF1D603A932}"/>
              </a:ext>
            </a:extLst>
          </p:cNvPr>
          <p:cNvSpPr/>
          <p:nvPr/>
        </p:nvSpPr>
        <p:spPr>
          <a:xfrm flipH="1">
            <a:off x="1033305" y="4541251"/>
            <a:ext cx="4224599" cy="1008210"/>
          </a:xfrm>
          <a:custGeom>
            <a:avLst/>
            <a:gdLst>
              <a:gd name="connsiteX0" fmla="*/ 2485 w 2314596"/>
              <a:gd name="connsiteY0" fmla="*/ 162288 h 545544"/>
              <a:gd name="connsiteX1" fmla="*/ 1116910 w 2314596"/>
              <a:gd name="connsiteY1" fmla="*/ 363 h 545544"/>
              <a:gd name="connsiteX2" fmla="*/ 2269435 w 2314596"/>
              <a:gd name="connsiteY2" fmla="*/ 200388 h 545544"/>
              <a:gd name="connsiteX3" fmla="*/ 2040835 w 2314596"/>
              <a:gd name="connsiteY3" fmla="*/ 371838 h 545544"/>
              <a:gd name="connsiteX4" fmla="*/ 1659835 w 2314596"/>
              <a:gd name="connsiteY4" fmla="*/ 343263 h 545544"/>
              <a:gd name="connsiteX5" fmla="*/ 1431235 w 2314596"/>
              <a:gd name="connsiteY5" fmla="*/ 543288 h 545544"/>
              <a:gd name="connsiteX6" fmla="*/ 2485 w 2314596"/>
              <a:gd name="connsiteY6" fmla="*/ 162288 h 545544"/>
              <a:gd name="connsiteX0" fmla="*/ 7443 w 2319554"/>
              <a:gd name="connsiteY0" fmla="*/ 163931 h 547187"/>
              <a:gd name="connsiteX1" fmla="*/ 1121868 w 2319554"/>
              <a:gd name="connsiteY1" fmla="*/ 2006 h 547187"/>
              <a:gd name="connsiteX2" fmla="*/ 2274393 w 2319554"/>
              <a:gd name="connsiteY2" fmla="*/ 202031 h 547187"/>
              <a:gd name="connsiteX3" fmla="*/ 2045793 w 2319554"/>
              <a:gd name="connsiteY3" fmla="*/ 373481 h 547187"/>
              <a:gd name="connsiteX4" fmla="*/ 1664793 w 2319554"/>
              <a:gd name="connsiteY4" fmla="*/ 344906 h 547187"/>
              <a:gd name="connsiteX5" fmla="*/ 1436193 w 2319554"/>
              <a:gd name="connsiteY5" fmla="*/ 544931 h 547187"/>
              <a:gd name="connsiteX6" fmla="*/ 7443 w 2319554"/>
              <a:gd name="connsiteY6" fmla="*/ 163931 h 547187"/>
              <a:gd name="connsiteX0" fmla="*/ 14975 w 2327086"/>
              <a:gd name="connsiteY0" fmla="*/ 163237 h 546493"/>
              <a:gd name="connsiteX1" fmla="*/ 1129400 w 2327086"/>
              <a:gd name="connsiteY1" fmla="*/ 1312 h 546493"/>
              <a:gd name="connsiteX2" fmla="*/ 2281925 w 2327086"/>
              <a:gd name="connsiteY2" fmla="*/ 201337 h 546493"/>
              <a:gd name="connsiteX3" fmla="*/ 2053325 w 2327086"/>
              <a:gd name="connsiteY3" fmla="*/ 372787 h 546493"/>
              <a:gd name="connsiteX4" fmla="*/ 1672325 w 2327086"/>
              <a:gd name="connsiteY4" fmla="*/ 344212 h 546493"/>
              <a:gd name="connsiteX5" fmla="*/ 1443725 w 2327086"/>
              <a:gd name="connsiteY5" fmla="*/ 544237 h 546493"/>
              <a:gd name="connsiteX6" fmla="*/ 14975 w 2327086"/>
              <a:gd name="connsiteY6" fmla="*/ 163237 h 546493"/>
              <a:gd name="connsiteX0" fmla="*/ 14975 w 2327086"/>
              <a:gd name="connsiteY0" fmla="*/ 162472 h 545728"/>
              <a:gd name="connsiteX1" fmla="*/ 1129400 w 2327086"/>
              <a:gd name="connsiteY1" fmla="*/ 547 h 545728"/>
              <a:gd name="connsiteX2" fmla="*/ 2281925 w 2327086"/>
              <a:gd name="connsiteY2" fmla="*/ 200572 h 545728"/>
              <a:gd name="connsiteX3" fmla="*/ 2053325 w 2327086"/>
              <a:gd name="connsiteY3" fmla="*/ 372022 h 545728"/>
              <a:gd name="connsiteX4" fmla="*/ 1672325 w 2327086"/>
              <a:gd name="connsiteY4" fmla="*/ 343447 h 545728"/>
              <a:gd name="connsiteX5" fmla="*/ 1443725 w 2327086"/>
              <a:gd name="connsiteY5" fmla="*/ 543472 h 545728"/>
              <a:gd name="connsiteX6" fmla="*/ 14975 w 2327086"/>
              <a:gd name="connsiteY6" fmla="*/ 162472 h 545728"/>
              <a:gd name="connsiteX0" fmla="*/ 20336 w 2332447"/>
              <a:gd name="connsiteY0" fmla="*/ 162472 h 545728"/>
              <a:gd name="connsiteX1" fmla="*/ 1134761 w 2332447"/>
              <a:gd name="connsiteY1" fmla="*/ 547 h 545728"/>
              <a:gd name="connsiteX2" fmla="*/ 2287286 w 2332447"/>
              <a:gd name="connsiteY2" fmla="*/ 200572 h 545728"/>
              <a:gd name="connsiteX3" fmla="*/ 2058686 w 2332447"/>
              <a:gd name="connsiteY3" fmla="*/ 372022 h 545728"/>
              <a:gd name="connsiteX4" fmla="*/ 1677686 w 2332447"/>
              <a:gd name="connsiteY4" fmla="*/ 343447 h 545728"/>
              <a:gd name="connsiteX5" fmla="*/ 1449086 w 2332447"/>
              <a:gd name="connsiteY5" fmla="*/ 543472 h 545728"/>
              <a:gd name="connsiteX6" fmla="*/ 20336 w 2332447"/>
              <a:gd name="connsiteY6" fmla="*/ 162472 h 545728"/>
              <a:gd name="connsiteX0" fmla="*/ 21162 w 2333273"/>
              <a:gd name="connsiteY0" fmla="*/ 162472 h 543472"/>
              <a:gd name="connsiteX1" fmla="*/ 1135587 w 2333273"/>
              <a:gd name="connsiteY1" fmla="*/ 547 h 543472"/>
              <a:gd name="connsiteX2" fmla="*/ 2288112 w 2333273"/>
              <a:gd name="connsiteY2" fmla="*/ 200572 h 543472"/>
              <a:gd name="connsiteX3" fmla="*/ 2059512 w 2333273"/>
              <a:gd name="connsiteY3" fmla="*/ 372022 h 543472"/>
              <a:gd name="connsiteX4" fmla="*/ 1678512 w 2333273"/>
              <a:gd name="connsiteY4" fmla="*/ 343447 h 543472"/>
              <a:gd name="connsiteX5" fmla="*/ 1449912 w 2333273"/>
              <a:gd name="connsiteY5" fmla="*/ 543472 h 543472"/>
              <a:gd name="connsiteX6" fmla="*/ 21162 w 2333273"/>
              <a:gd name="connsiteY6" fmla="*/ 162472 h 543472"/>
              <a:gd name="connsiteX0" fmla="*/ 20008 w 2332119"/>
              <a:gd name="connsiteY0" fmla="*/ 162472 h 544515"/>
              <a:gd name="connsiteX1" fmla="*/ 1134433 w 2332119"/>
              <a:gd name="connsiteY1" fmla="*/ 547 h 544515"/>
              <a:gd name="connsiteX2" fmla="*/ 2286958 w 2332119"/>
              <a:gd name="connsiteY2" fmla="*/ 200572 h 544515"/>
              <a:gd name="connsiteX3" fmla="*/ 2058358 w 2332119"/>
              <a:gd name="connsiteY3" fmla="*/ 372022 h 544515"/>
              <a:gd name="connsiteX4" fmla="*/ 1677358 w 2332119"/>
              <a:gd name="connsiteY4" fmla="*/ 343447 h 544515"/>
              <a:gd name="connsiteX5" fmla="*/ 1448758 w 2332119"/>
              <a:gd name="connsiteY5" fmla="*/ 543472 h 544515"/>
              <a:gd name="connsiteX6" fmla="*/ 20008 w 2332119"/>
              <a:gd name="connsiteY6" fmla="*/ 162472 h 544515"/>
              <a:gd name="connsiteX0" fmla="*/ 20329 w 2332821"/>
              <a:gd name="connsiteY0" fmla="*/ 162472 h 548800"/>
              <a:gd name="connsiteX1" fmla="*/ 1134754 w 2332821"/>
              <a:gd name="connsiteY1" fmla="*/ 547 h 548800"/>
              <a:gd name="connsiteX2" fmla="*/ 2287279 w 2332821"/>
              <a:gd name="connsiteY2" fmla="*/ 200572 h 548800"/>
              <a:gd name="connsiteX3" fmla="*/ 2058679 w 2332821"/>
              <a:gd name="connsiteY3" fmla="*/ 372022 h 548800"/>
              <a:gd name="connsiteX4" fmla="*/ 1655454 w 2332821"/>
              <a:gd name="connsiteY4" fmla="*/ 384722 h 548800"/>
              <a:gd name="connsiteX5" fmla="*/ 1449079 w 2332821"/>
              <a:gd name="connsiteY5" fmla="*/ 543472 h 548800"/>
              <a:gd name="connsiteX6" fmla="*/ 20329 w 2332821"/>
              <a:gd name="connsiteY6" fmla="*/ 162472 h 548800"/>
              <a:gd name="connsiteX0" fmla="*/ 19565 w 2332057"/>
              <a:gd name="connsiteY0" fmla="*/ 162472 h 543475"/>
              <a:gd name="connsiteX1" fmla="*/ 1133990 w 2332057"/>
              <a:gd name="connsiteY1" fmla="*/ 547 h 543475"/>
              <a:gd name="connsiteX2" fmla="*/ 2286515 w 2332057"/>
              <a:gd name="connsiteY2" fmla="*/ 200572 h 543475"/>
              <a:gd name="connsiteX3" fmla="*/ 2057915 w 2332057"/>
              <a:gd name="connsiteY3" fmla="*/ 372022 h 543475"/>
              <a:gd name="connsiteX4" fmla="*/ 1654690 w 2332057"/>
              <a:gd name="connsiteY4" fmla="*/ 384722 h 543475"/>
              <a:gd name="connsiteX5" fmla="*/ 1448315 w 2332057"/>
              <a:gd name="connsiteY5" fmla="*/ 543472 h 543475"/>
              <a:gd name="connsiteX6" fmla="*/ 19565 w 2332057"/>
              <a:gd name="connsiteY6" fmla="*/ 162472 h 543475"/>
              <a:gd name="connsiteX0" fmla="*/ 20843 w 2333335"/>
              <a:gd name="connsiteY0" fmla="*/ 162472 h 543813"/>
              <a:gd name="connsiteX1" fmla="*/ 1135268 w 2333335"/>
              <a:gd name="connsiteY1" fmla="*/ 547 h 543813"/>
              <a:gd name="connsiteX2" fmla="*/ 2287793 w 2333335"/>
              <a:gd name="connsiteY2" fmla="*/ 200572 h 543813"/>
              <a:gd name="connsiteX3" fmla="*/ 2059193 w 2333335"/>
              <a:gd name="connsiteY3" fmla="*/ 372022 h 543813"/>
              <a:gd name="connsiteX4" fmla="*/ 1655968 w 2333335"/>
              <a:gd name="connsiteY4" fmla="*/ 384722 h 543813"/>
              <a:gd name="connsiteX5" fmla="*/ 1449593 w 2333335"/>
              <a:gd name="connsiteY5" fmla="*/ 543472 h 543813"/>
              <a:gd name="connsiteX6" fmla="*/ 20843 w 2333335"/>
              <a:gd name="connsiteY6" fmla="*/ 162472 h 543813"/>
              <a:gd name="connsiteX0" fmla="*/ 20843 w 2327163"/>
              <a:gd name="connsiteY0" fmla="*/ 162472 h 543813"/>
              <a:gd name="connsiteX1" fmla="*/ 1135268 w 2327163"/>
              <a:gd name="connsiteY1" fmla="*/ 547 h 543813"/>
              <a:gd name="connsiteX2" fmla="*/ 2287793 w 2327163"/>
              <a:gd name="connsiteY2" fmla="*/ 200572 h 543813"/>
              <a:gd name="connsiteX3" fmla="*/ 2059193 w 2327163"/>
              <a:gd name="connsiteY3" fmla="*/ 372022 h 543813"/>
              <a:gd name="connsiteX4" fmla="*/ 1655968 w 2327163"/>
              <a:gd name="connsiteY4" fmla="*/ 384722 h 543813"/>
              <a:gd name="connsiteX5" fmla="*/ 1449593 w 2327163"/>
              <a:gd name="connsiteY5" fmla="*/ 543472 h 543813"/>
              <a:gd name="connsiteX6" fmla="*/ 20843 w 2327163"/>
              <a:gd name="connsiteY6" fmla="*/ 162472 h 543813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301295"/>
              <a:gd name="connsiteY0" fmla="*/ 162460 h 543801"/>
              <a:gd name="connsiteX1" fmla="*/ 1135268 w 2301295"/>
              <a:gd name="connsiteY1" fmla="*/ 535 h 543801"/>
              <a:gd name="connsiteX2" fmla="*/ 2259218 w 2301295"/>
              <a:gd name="connsiteY2" fmla="*/ 184685 h 543801"/>
              <a:gd name="connsiteX3" fmla="*/ 2059193 w 2301295"/>
              <a:gd name="connsiteY3" fmla="*/ 372010 h 543801"/>
              <a:gd name="connsiteX4" fmla="*/ 1655968 w 2301295"/>
              <a:gd name="connsiteY4" fmla="*/ 384710 h 543801"/>
              <a:gd name="connsiteX5" fmla="*/ 1449593 w 2301295"/>
              <a:gd name="connsiteY5" fmla="*/ 543460 h 543801"/>
              <a:gd name="connsiteX6" fmla="*/ 20843 w 2301295"/>
              <a:gd name="connsiteY6" fmla="*/ 162460 h 543801"/>
              <a:gd name="connsiteX0" fmla="*/ 20843 w 2297526"/>
              <a:gd name="connsiteY0" fmla="*/ 162460 h 543801"/>
              <a:gd name="connsiteX1" fmla="*/ 1135268 w 2297526"/>
              <a:gd name="connsiteY1" fmla="*/ 535 h 543801"/>
              <a:gd name="connsiteX2" fmla="*/ 2259218 w 2297526"/>
              <a:gd name="connsiteY2" fmla="*/ 184685 h 543801"/>
              <a:gd name="connsiteX3" fmla="*/ 2059193 w 2297526"/>
              <a:gd name="connsiteY3" fmla="*/ 372010 h 543801"/>
              <a:gd name="connsiteX4" fmla="*/ 1655968 w 2297526"/>
              <a:gd name="connsiteY4" fmla="*/ 384710 h 543801"/>
              <a:gd name="connsiteX5" fmla="*/ 1449593 w 2297526"/>
              <a:gd name="connsiteY5" fmla="*/ 543460 h 543801"/>
              <a:gd name="connsiteX6" fmla="*/ 20843 w 2297526"/>
              <a:gd name="connsiteY6" fmla="*/ 162460 h 543801"/>
              <a:gd name="connsiteX0" fmla="*/ 20843 w 2268377"/>
              <a:gd name="connsiteY0" fmla="*/ 162460 h 543801"/>
              <a:gd name="connsiteX1" fmla="*/ 1135268 w 2268377"/>
              <a:gd name="connsiteY1" fmla="*/ 535 h 543801"/>
              <a:gd name="connsiteX2" fmla="*/ 2259218 w 2268377"/>
              <a:gd name="connsiteY2" fmla="*/ 184685 h 543801"/>
              <a:gd name="connsiteX3" fmla="*/ 1655968 w 2268377"/>
              <a:gd name="connsiteY3" fmla="*/ 384710 h 543801"/>
              <a:gd name="connsiteX4" fmla="*/ 1449593 w 2268377"/>
              <a:gd name="connsiteY4" fmla="*/ 543460 h 543801"/>
              <a:gd name="connsiteX5" fmla="*/ 20843 w 2268377"/>
              <a:gd name="connsiteY5" fmla="*/ 162460 h 543801"/>
              <a:gd name="connsiteX0" fmla="*/ 20843 w 2278632"/>
              <a:gd name="connsiteY0" fmla="*/ 162460 h 543801"/>
              <a:gd name="connsiteX1" fmla="*/ 1135268 w 2278632"/>
              <a:gd name="connsiteY1" fmla="*/ 535 h 543801"/>
              <a:gd name="connsiteX2" fmla="*/ 2259218 w 2278632"/>
              <a:gd name="connsiteY2" fmla="*/ 184685 h 543801"/>
              <a:gd name="connsiteX3" fmla="*/ 1655968 w 2278632"/>
              <a:gd name="connsiteY3" fmla="*/ 384710 h 543801"/>
              <a:gd name="connsiteX4" fmla="*/ 1449593 w 2278632"/>
              <a:gd name="connsiteY4" fmla="*/ 543460 h 543801"/>
              <a:gd name="connsiteX5" fmla="*/ 20843 w 2278632"/>
              <a:gd name="connsiteY5" fmla="*/ 162460 h 543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78632" h="543801">
                <a:moveTo>
                  <a:pt x="20843" y="162460"/>
                </a:moveTo>
                <a:cubicBezTo>
                  <a:pt x="222455" y="8472"/>
                  <a:pt x="762206" y="-3169"/>
                  <a:pt x="1135268" y="535"/>
                </a:cubicBezTo>
                <a:cubicBezTo>
                  <a:pt x="1508330" y="4239"/>
                  <a:pt x="2124810" y="69856"/>
                  <a:pt x="2259218" y="184685"/>
                </a:cubicBezTo>
                <a:cubicBezTo>
                  <a:pt x="2393626" y="299514"/>
                  <a:pt x="1790905" y="324914"/>
                  <a:pt x="1655968" y="384710"/>
                </a:cubicBezTo>
                <a:cubicBezTo>
                  <a:pt x="1521031" y="444506"/>
                  <a:pt x="1760214" y="532877"/>
                  <a:pt x="1449593" y="543460"/>
                </a:cubicBezTo>
                <a:cubicBezTo>
                  <a:pt x="1138972" y="554043"/>
                  <a:pt x="-180769" y="316448"/>
                  <a:pt x="20843" y="16246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52000">
                <a:schemeClr val="accent2">
                  <a:alpha val="44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EACDEF3-AA00-42F2-9536-4A34A57E946E}"/>
              </a:ext>
            </a:extLst>
          </p:cNvPr>
          <p:cNvSpPr/>
          <p:nvPr/>
        </p:nvSpPr>
        <p:spPr>
          <a:xfrm>
            <a:off x="1053193" y="1229088"/>
            <a:ext cx="10085614" cy="26468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16600" b="1" i="0" dirty="0">
                <a:solidFill>
                  <a:schemeClr val="bg1">
                    <a:alpha val="5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Desktop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ED8AA1A-E9FC-49C0-8FBB-556343C4EB23}"/>
              </a:ext>
            </a:extLst>
          </p:cNvPr>
          <p:cNvGrpSpPr/>
          <p:nvPr/>
        </p:nvGrpSpPr>
        <p:grpSpPr>
          <a:xfrm>
            <a:off x="780176" y="2066929"/>
            <a:ext cx="4764073" cy="2724142"/>
            <a:chOff x="138112" y="44450"/>
            <a:chExt cx="11915769" cy="6813545"/>
          </a:xfrm>
          <a:effectLst>
            <a:outerShdw blurRad="1143000" dist="952500" dir="5400000" sx="80000" sy="80000" algn="t" rotWithShape="0">
              <a:prstClr val="black">
                <a:alpha val="40000"/>
              </a:prstClr>
            </a:outerShdw>
          </a:effectLst>
        </p:grpSpPr>
        <p:sp>
          <p:nvSpPr>
            <p:cNvPr id="3" name="Freeform 6">
              <a:extLst>
                <a:ext uri="{FF2B5EF4-FFF2-40B4-BE49-F238E27FC236}">
                  <a16:creationId xmlns:a16="http://schemas.microsoft.com/office/drawing/2014/main" id="{6B73CE21-372F-4DBA-82DE-1177054B5D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2700" y="44450"/>
              <a:ext cx="9637708" cy="6751634"/>
            </a:xfrm>
            <a:custGeom>
              <a:avLst/>
              <a:gdLst>
                <a:gd name="T0" fmla="*/ 592 w 18213"/>
                <a:gd name="T1" fmla="*/ 5 h 12759"/>
                <a:gd name="T2" fmla="*/ 497 w 18213"/>
                <a:gd name="T3" fmla="*/ 29 h 12759"/>
                <a:gd name="T4" fmla="*/ 406 w 18213"/>
                <a:gd name="T5" fmla="*/ 64 h 12759"/>
                <a:gd name="T6" fmla="*/ 323 w 18213"/>
                <a:gd name="T7" fmla="*/ 110 h 12759"/>
                <a:gd name="T8" fmla="*/ 247 w 18213"/>
                <a:gd name="T9" fmla="*/ 168 h 12759"/>
                <a:gd name="T10" fmla="*/ 180 w 18213"/>
                <a:gd name="T11" fmla="*/ 234 h 12759"/>
                <a:gd name="T12" fmla="*/ 121 w 18213"/>
                <a:gd name="T13" fmla="*/ 309 h 12759"/>
                <a:gd name="T14" fmla="*/ 73 w 18213"/>
                <a:gd name="T15" fmla="*/ 390 h 12759"/>
                <a:gd name="T16" fmla="*/ 36 w 18213"/>
                <a:gd name="T17" fmla="*/ 479 h 12759"/>
                <a:gd name="T18" fmla="*/ 12 w 18213"/>
                <a:gd name="T19" fmla="*/ 573 h 12759"/>
                <a:gd name="T20" fmla="*/ 0 w 18213"/>
                <a:gd name="T21" fmla="*/ 673 h 12759"/>
                <a:gd name="T22" fmla="*/ 0 w 18213"/>
                <a:gd name="T23" fmla="*/ 12087 h 12759"/>
                <a:gd name="T24" fmla="*/ 12 w 18213"/>
                <a:gd name="T25" fmla="*/ 12187 h 12759"/>
                <a:gd name="T26" fmla="*/ 36 w 18213"/>
                <a:gd name="T27" fmla="*/ 12281 h 12759"/>
                <a:gd name="T28" fmla="*/ 73 w 18213"/>
                <a:gd name="T29" fmla="*/ 12369 h 12759"/>
                <a:gd name="T30" fmla="*/ 121 w 18213"/>
                <a:gd name="T31" fmla="*/ 12451 h 12759"/>
                <a:gd name="T32" fmla="*/ 180 w 18213"/>
                <a:gd name="T33" fmla="*/ 12526 h 12759"/>
                <a:gd name="T34" fmla="*/ 247 w 18213"/>
                <a:gd name="T35" fmla="*/ 12592 h 12759"/>
                <a:gd name="T36" fmla="*/ 323 w 18213"/>
                <a:gd name="T37" fmla="*/ 12649 h 12759"/>
                <a:gd name="T38" fmla="*/ 406 w 18213"/>
                <a:gd name="T39" fmla="*/ 12696 h 12759"/>
                <a:gd name="T40" fmla="*/ 497 w 18213"/>
                <a:gd name="T41" fmla="*/ 12731 h 12759"/>
                <a:gd name="T42" fmla="*/ 592 w 18213"/>
                <a:gd name="T43" fmla="*/ 12755 h 12759"/>
                <a:gd name="T44" fmla="*/ 17620 w 18213"/>
                <a:gd name="T45" fmla="*/ 12755 h 12759"/>
                <a:gd name="T46" fmla="*/ 17716 w 18213"/>
                <a:gd name="T47" fmla="*/ 12731 h 12759"/>
                <a:gd name="T48" fmla="*/ 17806 w 18213"/>
                <a:gd name="T49" fmla="*/ 12696 h 12759"/>
                <a:gd name="T50" fmla="*/ 17889 w 18213"/>
                <a:gd name="T51" fmla="*/ 12649 h 12759"/>
                <a:gd name="T52" fmla="*/ 17965 w 18213"/>
                <a:gd name="T53" fmla="*/ 12592 h 12759"/>
                <a:gd name="T54" fmla="*/ 18032 w 18213"/>
                <a:gd name="T55" fmla="*/ 12526 h 12759"/>
                <a:gd name="T56" fmla="*/ 18090 w 18213"/>
                <a:gd name="T57" fmla="*/ 12451 h 12759"/>
                <a:gd name="T58" fmla="*/ 18138 w 18213"/>
                <a:gd name="T59" fmla="*/ 12369 h 12759"/>
                <a:gd name="T60" fmla="*/ 18176 w 18213"/>
                <a:gd name="T61" fmla="*/ 12281 h 12759"/>
                <a:gd name="T62" fmla="*/ 18200 w 18213"/>
                <a:gd name="T63" fmla="*/ 12187 h 12759"/>
                <a:gd name="T64" fmla="*/ 18211 w 18213"/>
                <a:gd name="T65" fmla="*/ 12087 h 12759"/>
                <a:gd name="T66" fmla="*/ 18211 w 18213"/>
                <a:gd name="T67" fmla="*/ 673 h 12759"/>
                <a:gd name="T68" fmla="*/ 18200 w 18213"/>
                <a:gd name="T69" fmla="*/ 573 h 12759"/>
                <a:gd name="T70" fmla="*/ 18176 w 18213"/>
                <a:gd name="T71" fmla="*/ 479 h 12759"/>
                <a:gd name="T72" fmla="*/ 18138 w 18213"/>
                <a:gd name="T73" fmla="*/ 390 h 12759"/>
                <a:gd name="T74" fmla="*/ 18090 w 18213"/>
                <a:gd name="T75" fmla="*/ 309 h 12759"/>
                <a:gd name="T76" fmla="*/ 18032 w 18213"/>
                <a:gd name="T77" fmla="*/ 234 h 12759"/>
                <a:gd name="T78" fmla="*/ 17965 w 18213"/>
                <a:gd name="T79" fmla="*/ 168 h 12759"/>
                <a:gd name="T80" fmla="*/ 17889 w 18213"/>
                <a:gd name="T81" fmla="*/ 110 h 12759"/>
                <a:gd name="T82" fmla="*/ 17806 w 18213"/>
                <a:gd name="T83" fmla="*/ 64 h 12759"/>
                <a:gd name="T84" fmla="*/ 17716 w 18213"/>
                <a:gd name="T85" fmla="*/ 29 h 12759"/>
                <a:gd name="T86" fmla="*/ 17620 w 18213"/>
                <a:gd name="T87" fmla="*/ 5 h 12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213" h="12759">
                  <a:moveTo>
                    <a:pt x="17588" y="0"/>
                  </a:moveTo>
                  <a:lnTo>
                    <a:pt x="625" y="0"/>
                  </a:lnTo>
                  <a:lnTo>
                    <a:pt x="592" y="5"/>
                  </a:lnTo>
                  <a:lnTo>
                    <a:pt x="560" y="12"/>
                  </a:lnTo>
                  <a:lnTo>
                    <a:pt x="527" y="19"/>
                  </a:lnTo>
                  <a:lnTo>
                    <a:pt x="497" y="29"/>
                  </a:lnTo>
                  <a:lnTo>
                    <a:pt x="466" y="38"/>
                  </a:lnTo>
                  <a:lnTo>
                    <a:pt x="436" y="50"/>
                  </a:lnTo>
                  <a:lnTo>
                    <a:pt x="406" y="64"/>
                  </a:lnTo>
                  <a:lnTo>
                    <a:pt x="378" y="78"/>
                  </a:lnTo>
                  <a:lnTo>
                    <a:pt x="350" y="93"/>
                  </a:lnTo>
                  <a:lnTo>
                    <a:pt x="323" y="110"/>
                  </a:lnTo>
                  <a:lnTo>
                    <a:pt x="297" y="128"/>
                  </a:lnTo>
                  <a:lnTo>
                    <a:pt x="271" y="147"/>
                  </a:lnTo>
                  <a:lnTo>
                    <a:pt x="247" y="168"/>
                  </a:lnTo>
                  <a:lnTo>
                    <a:pt x="224" y="189"/>
                  </a:lnTo>
                  <a:lnTo>
                    <a:pt x="201" y="210"/>
                  </a:lnTo>
                  <a:lnTo>
                    <a:pt x="180" y="234"/>
                  </a:lnTo>
                  <a:lnTo>
                    <a:pt x="159" y="258"/>
                  </a:lnTo>
                  <a:lnTo>
                    <a:pt x="140" y="282"/>
                  </a:lnTo>
                  <a:lnTo>
                    <a:pt x="121" y="309"/>
                  </a:lnTo>
                  <a:lnTo>
                    <a:pt x="104" y="335"/>
                  </a:lnTo>
                  <a:lnTo>
                    <a:pt x="88" y="362"/>
                  </a:lnTo>
                  <a:lnTo>
                    <a:pt x="73" y="390"/>
                  </a:lnTo>
                  <a:lnTo>
                    <a:pt x="60" y="420"/>
                  </a:lnTo>
                  <a:lnTo>
                    <a:pt x="48" y="449"/>
                  </a:lnTo>
                  <a:lnTo>
                    <a:pt x="36" y="479"/>
                  </a:lnTo>
                  <a:lnTo>
                    <a:pt x="26" y="510"/>
                  </a:lnTo>
                  <a:lnTo>
                    <a:pt x="18" y="542"/>
                  </a:lnTo>
                  <a:lnTo>
                    <a:pt x="12" y="573"/>
                  </a:lnTo>
                  <a:lnTo>
                    <a:pt x="7" y="605"/>
                  </a:lnTo>
                  <a:lnTo>
                    <a:pt x="3" y="639"/>
                  </a:lnTo>
                  <a:lnTo>
                    <a:pt x="0" y="673"/>
                  </a:lnTo>
                  <a:lnTo>
                    <a:pt x="0" y="707"/>
                  </a:lnTo>
                  <a:lnTo>
                    <a:pt x="0" y="12053"/>
                  </a:lnTo>
                  <a:lnTo>
                    <a:pt x="0" y="12087"/>
                  </a:lnTo>
                  <a:lnTo>
                    <a:pt x="3" y="12120"/>
                  </a:lnTo>
                  <a:lnTo>
                    <a:pt x="7" y="12153"/>
                  </a:lnTo>
                  <a:lnTo>
                    <a:pt x="12" y="12187"/>
                  </a:lnTo>
                  <a:lnTo>
                    <a:pt x="18" y="12218"/>
                  </a:lnTo>
                  <a:lnTo>
                    <a:pt x="26" y="12250"/>
                  </a:lnTo>
                  <a:lnTo>
                    <a:pt x="36" y="12281"/>
                  </a:lnTo>
                  <a:lnTo>
                    <a:pt x="48" y="12310"/>
                  </a:lnTo>
                  <a:lnTo>
                    <a:pt x="60" y="12340"/>
                  </a:lnTo>
                  <a:lnTo>
                    <a:pt x="73" y="12369"/>
                  </a:lnTo>
                  <a:lnTo>
                    <a:pt x="88" y="12398"/>
                  </a:lnTo>
                  <a:lnTo>
                    <a:pt x="104" y="12424"/>
                  </a:lnTo>
                  <a:lnTo>
                    <a:pt x="121" y="12451"/>
                  </a:lnTo>
                  <a:lnTo>
                    <a:pt x="140" y="12476"/>
                  </a:lnTo>
                  <a:lnTo>
                    <a:pt x="159" y="12502"/>
                  </a:lnTo>
                  <a:lnTo>
                    <a:pt x="180" y="12526"/>
                  </a:lnTo>
                  <a:lnTo>
                    <a:pt x="201" y="12550"/>
                  </a:lnTo>
                  <a:lnTo>
                    <a:pt x="224" y="12571"/>
                  </a:lnTo>
                  <a:lnTo>
                    <a:pt x="247" y="12592"/>
                  </a:lnTo>
                  <a:lnTo>
                    <a:pt x="271" y="12613"/>
                  </a:lnTo>
                  <a:lnTo>
                    <a:pt x="297" y="12631"/>
                  </a:lnTo>
                  <a:lnTo>
                    <a:pt x="323" y="12649"/>
                  </a:lnTo>
                  <a:lnTo>
                    <a:pt x="350" y="12666"/>
                  </a:lnTo>
                  <a:lnTo>
                    <a:pt x="378" y="12682"/>
                  </a:lnTo>
                  <a:lnTo>
                    <a:pt x="406" y="12696"/>
                  </a:lnTo>
                  <a:lnTo>
                    <a:pt x="436" y="12709"/>
                  </a:lnTo>
                  <a:lnTo>
                    <a:pt x="466" y="12721"/>
                  </a:lnTo>
                  <a:lnTo>
                    <a:pt x="497" y="12731"/>
                  </a:lnTo>
                  <a:lnTo>
                    <a:pt x="527" y="12741"/>
                  </a:lnTo>
                  <a:lnTo>
                    <a:pt x="560" y="12748"/>
                  </a:lnTo>
                  <a:lnTo>
                    <a:pt x="592" y="12755"/>
                  </a:lnTo>
                  <a:lnTo>
                    <a:pt x="625" y="12759"/>
                  </a:lnTo>
                  <a:lnTo>
                    <a:pt x="17588" y="12759"/>
                  </a:lnTo>
                  <a:lnTo>
                    <a:pt x="17620" y="12755"/>
                  </a:lnTo>
                  <a:lnTo>
                    <a:pt x="17652" y="12748"/>
                  </a:lnTo>
                  <a:lnTo>
                    <a:pt x="17685" y="12741"/>
                  </a:lnTo>
                  <a:lnTo>
                    <a:pt x="17716" y="12731"/>
                  </a:lnTo>
                  <a:lnTo>
                    <a:pt x="17745" y="12721"/>
                  </a:lnTo>
                  <a:lnTo>
                    <a:pt x="17776" y="12709"/>
                  </a:lnTo>
                  <a:lnTo>
                    <a:pt x="17806" y="12696"/>
                  </a:lnTo>
                  <a:lnTo>
                    <a:pt x="17834" y="12682"/>
                  </a:lnTo>
                  <a:lnTo>
                    <a:pt x="17862" y="12666"/>
                  </a:lnTo>
                  <a:lnTo>
                    <a:pt x="17889" y="12649"/>
                  </a:lnTo>
                  <a:lnTo>
                    <a:pt x="17914" y="12631"/>
                  </a:lnTo>
                  <a:lnTo>
                    <a:pt x="17940" y="12613"/>
                  </a:lnTo>
                  <a:lnTo>
                    <a:pt x="17965" y="12592"/>
                  </a:lnTo>
                  <a:lnTo>
                    <a:pt x="17987" y="12571"/>
                  </a:lnTo>
                  <a:lnTo>
                    <a:pt x="18010" y="12550"/>
                  </a:lnTo>
                  <a:lnTo>
                    <a:pt x="18032" y="12526"/>
                  </a:lnTo>
                  <a:lnTo>
                    <a:pt x="18052" y="12502"/>
                  </a:lnTo>
                  <a:lnTo>
                    <a:pt x="18072" y="12476"/>
                  </a:lnTo>
                  <a:lnTo>
                    <a:pt x="18090" y="12451"/>
                  </a:lnTo>
                  <a:lnTo>
                    <a:pt x="18107" y="12424"/>
                  </a:lnTo>
                  <a:lnTo>
                    <a:pt x="18124" y="12398"/>
                  </a:lnTo>
                  <a:lnTo>
                    <a:pt x="18138" y="12369"/>
                  </a:lnTo>
                  <a:lnTo>
                    <a:pt x="18152" y="12340"/>
                  </a:lnTo>
                  <a:lnTo>
                    <a:pt x="18165" y="12310"/>
                  </a:lnTo>
                  <a:lnTo>
                    <a:pt x="18176" y="12281"/>
                  </a:lnTo>
                  <a:lnTo>
                    <a:pt x="18184" y="12250"/>
                  </a:lnTo>
                  <a:lnTo>
                    <a:pt x="18193" y="12218"/>
                  </a:lnTo>
                  <a:lnTo>
                    <a:pt x="18200" y="12187"/>
                  </a:lnTo>
                  <a:lnTo>
                    <a:pt x="18206" y="12153"/>
                  </a:lnTo>
                  <a:lnTo>
                    <a:pt x="18210" y="12120"/>
                  </a:lnTo>
                  <a:lnTo>
                    <a:pt x="18211" y="12087"/>
                  </a:lnTo>
                  <a:lnTo>
                    <a:pt x="18213" y="12053"/>
                  </a:lnTo>
                  <a:lnTo>
                    <a:pt x="18213" y="707"/>
                  </a:lnTo>
                  <a:lnTo>
                    <a:pt x="18211" y="673"/>
                  </a:lnTo>
                  <a:lnTo>
                    <a:pt x="18210" y="639"/>
                  </a:lnTo>
                  <a:lnTo>
                    <a:pt x="18206" y="605"/>
                  </a:lnTo>
                  <a:lnTo>
                    <a:pt x="18200" y="573"/>
                  </a:lnTo>
                  <a:lnTo>
                    <a:pt x="18193" y="542"/>
                  </a:lnTo>
                  <a:lnTo>
                    <a:pt x="18184" y="510"/>
                  </a:lnTo>
                  <a:lnTo>
                    <a:pt x="18176" y="479"/>
                  </a:lnTo>
                  <a:lnTo>
                    <a:pt x="18165" y="449"/>
                  </a:lnTo>
                  <a:lnTo>
                    <a:pt x="18152" y="420"/>
                  </a:lnTo>
                  <a:lnTo>
                    <a:pt x="18138" y="390"/>
                  </a:lnTo>
                  <a:lnTo>
                    <a:pt x="18124" y="362"/>
                  </a:lnTo>
                  <a:lnTo>
                    <a:pt x="18107" y="335"/>
                  </a:lnTo>
                  <a:lnTo>
                    <a:pt x="18090" y="309"/>
                  </a:lnTo>
                  <a:lnTo>
                    <a:pt x="18072" y="282"/>
                  </a:lnTo>
                  <a:lnTo>
                    <a:pt x="18052" y="258"/>
                  </a:lnTo>
                  <a:lnTo>
                    <a:pt x="18032" y="234"/>
                  </a:lnTo>
                  <a:lnTo>
                    <a:pt x="18010" y="210"/>
                  </a:lnTo>
                  <a:lnTo>
                    <a:pt x="17987" y="189"/>
                  </a:lnTo>
                  <a:lnTo>
                    <a:pt x="17965" y="168"/>
                  </a:lnTo>
                  <a:lnTo>
                    <a:pt x="17940" y="147"/>
                  </a:lnTo>
                  <a:lnTo>
                    <a:pt x="17914" y="128"/>
                  </a:lnTo>
                  <a:lnTo>
                    <a:pt x="17889" y="110"/>
                  </a:lnTo>
                  <a:lnTo>
                    <a:pt x="17862" y="93"/>
                  </a:lnTo>
                  <a:lnTo>
                    <a:pt x="17834" y="78"/>
                  </a:lnTo>
                  <a:lnTo>
                    <a:pt x="17806" y="64"/>
                  </a:lnTo>
                  <a:lnTo>
                    <a:pt x="17776" y="50"/>
                  </a:lnTo>
                  <a:lnTo>
                    <a:pt x="17745" y="38"/>
                  </a:lnTo>
                  <a:lnTo>
                    <a:pt x="17716" y="29"/>
                  </a:lnTo>
                  <a:lnTo>
                    <a:pt x="17685" y="19"/>
                  </a:lnTo>
                  <a:lnTo>
                    <a:pt x="17652" y="12"/>
                  </a:lnTo>
                  <a:lnTo>
                    <a:pt x="17620" y="5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">
              <a:extLst>
                <a:ext uri="{FF2B5EF4-FFF2-40B4-BE49-F238E27FC236}">
                  <a16:creationId xmlns:a16="http://schemas.microsoft.com/office/drawing/2014/main" id="{303363E8-655E-4332-997C-BE57857315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8112" y="6578595"/>
              <a:ext cx="11915769" cy="279400"/>
            </a:xfrm>
            <a:custGeom>
              <a:avLst/>
              <a:gdLst>
                <a:gd name="T0" fmla="*/ 11259 w 22518"/>
                <a:gd name="T1" fmla="*/ 0 h 528"/>
                <a:gd name="T2" fmla="*/ 11 w 22518"/>
                <a:gd name="T3" fmla="*/ 2 h 528"/>
                <a:gd name="T4" fmla="*/ 1 w 22518"/>
                <a:gd name="T5" fmla="*/ 7 h 528"/>
                <a:gd name="T6" fmla="*/ 0 w 22518"/>
                <a:gd name="T7" fmla="*/ 14 h 528"/>
                <a:gd name="T8" fmla="*/ 4 w 22518"/>
                <a:gd name="T9" fmla="*/ 21 h 528"/>
                <a:gd name="T10" fmla="*/ 118 w 22518"/>
                <a:gd name="T11" fmla="*/ 82 h 528"/>
                <a:gd name="T12" fmla="*/ 390 w 22518"/>
                <a:gd name="T13" fmla="*/ 185 h 528"/>
                <a:gd name="T14" fmla="*/ 728 w 22518"/>
                <a:gd name="T15" fmla="*/ 271 h 528"/>
                <a:gd name="T16" fmla="*/ 1130 w 22518"/>
                <a:gd name="T17" fmla="*/ 341 h 528"/>
                <a:gd name="T18" fmla="*/ 1595 w 22518"/>
                <a:gd name="T19" fmla="*/ 399 h 528"/>
                <a:gd name="T20" fmla="*/ 2124 w 22518"/>
                <a:gd name="T21" fmla="*/ 442 h 528"/>
                <a:gd name="T22" fmla="*/ 2715 w 22518"/>
                <a:gd name="T23" fmla="*/ 476 h 528"/>
                <a:gd name="T24" fmla="*/ 3366 w 22518"/>
                <a:gd name="T25" fmla="*/ 500 h 528"/>
                <a:gd name="T26" fmla="*/ 4079 w 22518"/>
                <a:gd name="T27" fmla="*/ 515 h 528"/>
                <a:gd name="T28" fmla="*/ 4850 w 22518"/>
                <a:gd name="T29" fmla="*/ 525 h 528"/>
                <a:gd name="T30" fmla="*/ 5680 w 22518"/>
                <a:gd name="T31" fmla="*/ 528 h 528"/>
                <a:gd name="T32" fmla="*/ 6568 w 22518"/>
                <a:gd name="T33" fmla="*/ 527 h 528"/>
                <a:gd name="T34" fmla="*/ 8007 w 22518"/>
                <a:gd name="T35" fmla="*/ 521 h 528"/>
                <a:gd name="T36" fmla="*/ 10120 w 22518"/>
                <a:gd name="T37" fmla="*/ 513 h 528"/>
                <a:gd name="T38" fmla="*/ 12398 w 22518"/>
                <a:gd name="T39" fmla="*/ 513 h 528"/>
                <a:gd name="T40" fmla="*/ 14510 w 22518"/>
                <a:gd name="T41" fmla="*/ 521 h 528"/>
                <a:gd name="T42" fmla="*/ 15950 w 22518"/>
                <a:gd name="T43" fmla="*/ 527 h 528"/>
                <a:gd name="T44" fmla="*/ 16838 w 22518"/>
                <a:gd name="T45" fmla="*/ 528 h 528"/>
                <a:gd name="T46" fmla="*/ 17668 w 22518"/>
                <a:gd name="T47" fmla="*/ 524 h 528"/>
                <a:gd name="T48" fmla="*/ 18439 w 22518"/>
                <a:gd name="T49" fmla="*/ 515 h 528"/>
                <a:gd name="T50" fmla="*/ 19152 w 22518"/>
                <a:gd name="T51" fmla="*/ 500 h 528"/>
                <a:gd name="T52" fmla="*/ 19803 w 22518"/>
                <a:gd name="T53" fmla="*/ 476 h 528"/>
                <a:gd name="T54" fmla="*/ 20394 w 22518"/>
                <a:gd name="T55" fmla="*/ 442 h 528"/>
                <a:gd name="T56" fmla="*/ 20922 w 22518"/>
                <a:gd name="T57" fmla="*/ 399 h 528"/>
                <a:gd name="T58" fmla="*/ 21388 w 22518"/>
                <a:gd name="T59" fmla="*/ 341 h 528"/>
                <a:gd name="T60" fmla="*/ 21790 w 22518"/>
                <a:gd name="T61" fmla="*/ 271 h 528"/>
                <a:gd name="T62" fmla="*/ 22128 w 22518"/>
                <a:gd name="T63" fmla="*/ 185 h 528"/>
                <a:gd name="T64" fmla="*/ 22400 w 22518"/>
                <a:gd name="T65" fmla="*/ 82 h 528"/>
                <a:gd name="T66" fmla="*/ 22514 w 22518"/>
                <a:gd name="T67" fmla="*/ 21 h 528"/>
                <a:gd name="T68" fmla="*/ 22518 w 22518"/>
                <a:gd name="T69" fmla="*/ 14 h 528"/>
                <a:gd name="T70" fmla="*/ 22517 w 22518"/>
                <a:gd name="T71" fmla="*/ 7 h 528"/>
                <a:gd name="T72" fmla="*/ 22507 w 22518"/>
                <a:gd name="T73" fmla="*/ 2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518" h="528">
                  <a:moveTo>
                    <a:pt x="22497" y="0"/>
                  </a:moveTo>
                  <a:lnTo>
                    <a:pt x="11259" y="0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18" y="82"/>
                  </a:lnTo>
                  <a:lnTo>
                    <a:pt x="246" y="135"/>
                  </a:lnTo>
                  <a:lnTo>
                    <a:pt x="390" y="185"/>
                  </a:lnTo>
                  <a:lnTo>
                    <a:pt x="550" y="230"/>
                  </a:lnTo>
                  <a:lnTo>
                    <a:pt x="728" y="271"/>
                  </a:lnTo>
                  <a:lnTo>
                    <a:pt x="920" y="307"/>
                  </a:lnTo>
                  <a:lnTo>
                    <a:pt x="1130" y="341"/>
                  </a:lnTo>
                  <a:lnTo>
                    <a:pt x="1354" y="372"/>
                  </a:lnTo>
                  <a:lnTo>
                    <a:pt x="1595" y="399"/>
                  </a:lnTo>
                  <a:lnTo>
                    <a:pt x="1852" y="422"/>
                  </a:lnTo>
                  <a:lnTo>
                    <a:pt x="2124" y="442"/>
                  </a:lnTo>
                  <a:lnTo>
                    <a:pt x="2411" y="460"/>
                  </a:lnTo>
                  <a:lnTo>
                    <a:pt x="2715" y="476"/>
                  </a:lnTo>
                  <a:lnTo>
                    <a:pt x="3033" y="489"/>
                  </a:lnTo>
                  <a:lnTo>
                    <a:pt x="3366" y="500"/>
                  </a:lnTo>
                  <a:lnTo>
                    <a:pt x="3714" y="508"/>
                  </a:lnTo>
                  <a:lnTo>
                    <a:pt x="4079" y="515"/>
                  </a:lnTo>
                  <a:lnTo>
                    <a:pt x="4456" y="521"/>
                  </a:lnTo>
                  <a:lnTo>
                    <a:pt x="4850" y="525"/>
                  </a:lnTo>
                  <a:lnTo>
                    <a:pt x="5258" y="527"/>
                  </a:lnTo>
                  <a:lnTo>
                    <a:pt x="5680" y="528"/>
                  </a:lnTo>
                  <a:lnTo>
                    <a:pt x="6116" y="528"/>
                  </a:lnTo>
                  <a:lnTo>
                    <a:pt x="6568" y="527"/>
                  </a:lnTo>
                  <a:lnTo>
                    <a:pt x="7034" y="525"/>
                  </a:lnTo>
                  <a:lnTo>
                    <a:pt x="8007" y="521"/>
                  </a:lnTo>
                  <a:lnTo>
                    <a:pt x="9037" y="517"/>
                  </a:lnTo>
                  <a:lnTo>
                    <a:pt x="10120" y="513"/>
                  </a:lnTo>
                  <a:lnTo>
                    <a:pt x="11259" y="511"/>
                  </a:lnTo>
                  <a:lnTo>
                    <a:pt x="12398" y="513"/>
                  </a:lnTo>
                  <a:lnTo>
                    <a:pt x="13481" y="517"/>
                  </a:lnTo>
                  <a:lnTo>
                    <a:pt x="14510" y="521"/>
                  </a:lnTo>
                  <a:lnTo>
                    <a:pt x="15484" y="525"/>
                  </a:lnTo>
                  <a:lnTo>
                    <a:pt x="15950" y="527"/>
                  </a:lnTo>
                  <a:lnTo>
                    <a:pt x="16402" y="528"/>
                  </a:lnTo>
                  <a:lnTo>
                    <a:pt x="16838" y="528"/>
                  </a:lnTo>
                  <a:lnTo>
                    <a:pt x="17260" y="527"/>
                  </a:lnTo>
                  <a:lnTo>
                    <a:pt x="17668" y="524"/>
                  </a:lnTo>
                  <a:lnTo>
                    <a:pt x="18061" y="521"/>
                  </a:lnTo>
                  <a:lnTo>
                    <a:pt x="18439" y="515"/>
                  </a:lnTo>
                  <a:lnTo>
                    <a:pt x="18804" y="508"/>
                  </a:lnTo>
                  <a:lnTo>
                    <a:pt x="19152" y="500"/>
                  </a:lnTo>
                  <a:lnTo>
                    <a:pt x="19485" y="489"/>
                  </a:lnTo>
                  <a:lnTo>
                    <a:pt x="19803" y="476"/>
                  </a:lnTo>
                  <a:lnTo>
                    <a:pt x="20107" y="460"/>
                  </a:lnTo>
                  <a:lnTo>
                    <a:pt x="20394" y="442"/>
                  </a:lnTo>
                  <a:lnTo>
                    <a:pt x="20666" y="422"/>
                  </a:lnTo>
                  <a:lnTo>
                    <a:pt x="20922" y="399"/>
                  </a:lnTo>
                  <a:lnTo>
                    <a:pt x="21164" y="372"/>
                  </a:lnTo>
                  <a:lnTo>
                    <a:pt x="21388" y="341"/>
                  </a:lnTo>
                  <a:lnTo>
                    <a:pt x="21598" y="307"/>
                  </a:lnTo>
                  <a:lnTo>
                    <a:pt x="21790" y="271"/>
                  </a:lnTo>
                  <a:lnTo>
                    <a:pt x="21966" y="230"/>
                  </a:lnTo>
                  <a:lnTo>
                    <a:pt x="22128" y="185"/>
                  </a:lnTo>
                  <a:lnTo>
                    <a:pt x="22272" y="135"/>
                  </a:lnTo>
                  <a:lnTo>
                    <a:pt x="22400" y="82"/>
                  </a:lnTo>
                  <a:lnTo>
                    <a:pt x="22511" y="24"/>
                  </a:lnTo>
                  <a:lnTo>
                    <a:pt x="22514" y="21"/>
                  </a:lnTo>
                  <a:lnTo>
                    <a:pt x="22515" y="19"/>
                  </a:lnTo>
                  <a:lnTo>
                    <a:pt x="22518" y="14"/>
                  </a:lnTo>
                  <a:lnTo>
                    <a:pt x="22518" y="10"/>
                  </a:lnTo>
                  <a:lnTo>
                    <a:pt x="22517" y="7"/>
                  </a:lnTo>
                  <a:lnTo>
                    <a:pt x="22514" y="3"/>
                  </a:lnTo>
                  <a:lnTo>
                    <a:pt x="22507" y="2"/>
                  </a:lnTo>
                  <a:lnTo>
                    <a:pt x="224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8">
              <a:extLst>
                <a:ext uri="{FF2B5EF4-FFF2-40B4-BE49-F238E27FC236}">
                  <a16:creationId xmlns:a16="http://schemas.microsoft.com/office/drawing/2014/main" id="{3C3DE800-5EA5-471E-ADF6-DEEAA95734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8112" y="6578595"/>
              <a:ext cx="11915769" cy="42862"/>
            </a:xfrm>
            <a:custGeom>
              <a:avLst/>
              <a:gdLst>
                <a:gd name="T0" fmla="*/ 7 w 22518"/>
                <a:gd name="T1" fmla="*/ 24 h 81"/>
                <a:gd name="T2" fmla="*/ 32 w 22518"/>
                <a:gd name="T3" fmla="*/ 38 h 81"/>
                <a:gd name="T4" fmla="*/ 59 w 22518"/>
                <a:gd name="T5" fmla="*/ 52 h 81"/>
                <a:gd name="T6" fmla="*/ 87 w 22518"/>
                <a:gd name="T7" fmla="*/ 66 h 81"/>
                <a:gd name="T8" fmla="*/ 115 w 22518"/>
                <a:gd name="T9" fmla="*/ 81 h 81"/>
                <a:gd name="T10" fmla="*/ 22403 w 22518"/>
                <a:gd name="T11" fmla="*/ 81 h 81"/>
                <a:gd name="T12" fmla="*/ 22431 w 22518"/>
                <a:gd name="T13" fmla="*/ 66 h 81"/>
                <a:gd name="T14" fmla="*/ 22459 w 22518"/>
                <a:gd name="T15" fmla="*/ 52 h 81"/>
                <a:gd name="T16" fmla="*/ 22486 w 22518"/>
                <a:gd name="T17" fmla="*/ 38 h 81"/>
                <a:gd name="T18" fmla="*/ 22511 w 22518"/>
                <a:gd name="T19" fmla="*/ 24 h 81"/>
                <a:gd name="T20" fmla="*/ 22514 w 22518"/>
                <a:gd name="T21" fmla="*/ 21 h 81"/>
                <a:gd name="T22" fmla="*/ 22515 w 22518"/>
                <a:gd name="T23" fmla="*/ 19 h 81"/>
                <a:gd name="T24" fmla="*/ 22518 w 22518"/>
                <a:gd name="T25" fmla="*/ 14 h 81"/>
                <a:gd name="T26" fmla="*/ 22518 w 22518"/>
                <a:gd name="T27" fmla="*/ 10 h 81"/>
                <a:gd name="T28" fmla="*/ 22517 w 22518"/>
                <a:gd name="T29" fmla="*/ 7 h 81"/>
                <a:gd name="T30" fmla="*/ 22514 w 22518"/>
                <a:gd name="T31" fmla="*/ 3 h 81"/>
                <a:gd name="T32" fmla="*/ 22507 w 22518"/>
                <a:gd name="T33" fmla="*/ 2 h 81"/>
                <a:gd name="T34" fmla="*/ 22497 w 22518"/>
                <a:gd name="T35" fmla="*/ 0 h 81"/>
                <a:gd name="T36" fmla="*/ 11259 w 22518"/>
                <a:gd name="T37" fmla="*/ 0 h 81"/>
                <a:gd name="T38" fmla="*/ 21 w 22518"/>
                <a:gd name="T39" fmla="*/ 0 h 81"/>
                <a:gd name="T40" fmla="*/ 11 w 22518"/>
                <a:gd name="T41" fmla="*/ 2 h 81"/>
                <a:gd name="T42" fmla="*/ 4 w 22518"/>
                <a:gd name="T43" fmla="*/ 3 h 81"/>
                <a:gd name="T44" fmla="*/ 1 w 22518"/>
                <a:gd name="T45" fmla="*/ 7 h 81"/>
                <a:gd name="T46" fmla="*/ 0 w 22518"/>
                <a:gd name="T47" fmla="*/ 10 h 81"/>
                <a:gd name="T48" fmla="*/ 0 w 22518"/>
                <a:gd name="T49" fmla="*/ 14 h 81"/>
                <a:gd name="T50" fmla="*/ 3 w 22518"/>
                <a:gd name="T51" fmla="*/ 19 h 81"/>
                <a:gd name="T52" fmla="*/ 4 w 22518"/>
                <a:gd name="T53" fmla="*/ 21 h 81"/>
                <a:gd name="T54" fmla="*/ 7 w 22518"/>
                <a:gd name="T55" fmla="*/ 2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518" h="81">
                  <a:moveTo>
                    <a:pt x="7" y="24"/>
                  </a:moveTo>
                  <a:lnTo>
                    <a:pt x="32" y="38"/>
                  </a:lnTo>
                  <a:lnTo>
                    <a:pt x="59" y="52"/>
                  </a:lnTo>
                  <a:lnTo>
                    <a:pt x="87" y="66"/>
                  </a:lnTo>
                  <a:lnTo>
                    <a:pt x="115" y="81"/>
                  </a:lnTo>
                  <a:lnTo>
                    <a:pt x="22403" y="81"/>
                  </a:lnTo>
                  <a:lnTo>
                    <a:pt x="22431" y="66"/>
                  </a:lnTo>
                  <a:lnTo>
                    <a:pt x="22459" y="52"/>
                  </a:lnTo>
                  <a:lnTo>
                    <a:pt x="22486" y="38"/>
                  </a:lnTo>
                  <a:lnTo>
                    <a:pt x="22511" y="24"/>
                  </a:lnTo>
                  <a:lnTo>
                    <a:pt x="22514" y="21"/>
                  </a:lnTo>
                  <a:lnTo>
                    <a:pt x="22515" y="19"/>
                  </a:lnTo>
                  <a:lnTo>
                    <a:pt x="22518" y="14"/>
                  </a:lnTo>
                  <a:lnTo>
                    <a:pt x="22518" y="10"/>
                  </a:lnTo>
                  <a:lnTo>
                    <a:pt x="22517" y="7"/>
                  </a:lnTo>
                  <a:lnTo>
                    <a:pt x="22514" y="3"/>
                  </a:lnTo>
                  <a:lnTo>
                    <a:pt x="22507" y="2"/>
                  </a:lnTo>
                  <a:lnTo>
                    <a:pt x="22497" y="0"/>
                  </a:lnTo>
                  <a:lnTo>
                    <a:pt x="11259" y="0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chemeClr val="bg1">
                <a:lumMod val="85000"/>
                <a:alpha val="54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9">
              <a:extLst>
                <a:ext uri="{FF2B5EF4-FFF2-40B4-BE49-F238E27FC236}">
                  <a16:creationId xmlns:a16="http://schemas.microsoft.com/office/drawing/2014/main" id="{BE91D39C-A486-4CE5-AA2A-39C8855A9E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81583" y="6578595"/>
              <a:ext cx="1968499" cy="85725"/>
            </a:xfrm>
            <a:custGeom>
              <a:avLst/>
              <a:gdLst>
                <a:gd name="T0" fmla="*/ 0 w 3720"/>
                <a:gd name="T1" fmla="*/ 0 h 161"/>
                <a:gd name="T2" fmla="*/ 2 w 3720"/>
                <a:gd name="T3" fmla="*/ 17 h 161"/>
                <a:gd name="T4" fmla="*/ 3 w 3720"/>
                <a:gd name="T5" fmla="*/ 33 h 161"/>
                <a:gd name="T6" fmla="*/ 7 w 3720"/>
                <a:gd name="T7" fmla="*/ 48 h 161"/>
                <a:gd name="T8" fmla="*/ 11 w 3720"/>
                <a:gd name="T9" fmla="*/ 62 h 161"/>
                <a:gd name="T10" fmla="*/ 17 w 3720"/>
                <a:gd name="T11" fmla="*/ 76 h 161"/>
                <a:gd name="T12" fmla="*/ 24 w 3720"/>
                <a:gd name="T13" fmla="*/ 90 h 161"/>
                <a:gd name="T14" fmla="*/ 33 w 3720"/>
                <a:gd name="T15" fmla="*/ 102 h 161"/>
                <a:gd name="T16" fmla="*/ 41 w 3720"/>
                <a:gd name="T17" fmla="*/ 113 h 161"/>
                <a:gd name="T18" fmla="*/ 51 w 3720"/>
                <a:gd name="T19" fmla="*/ 124 h 161"/>
                <a:gd name="T20" fmla="*/ 61 w 3720"/>
                <a:gd name="T21" fmla="*/ 133 h 161"/>
                <a:gd name="T22" fmla="*/ 72 w 3720"/>
                <a:gd name="T23" fmla="*/ 141 h 161"/>
                <a:gd name="T24" fmla="*/ 85 w 3720"/>
                <a:gd name="T25" fmla="*/ 148 h 161"/>
                <a:gd name="T26" fmla="*/ 97 w 3720"/>
                <a:gd name="T27" fmla="*/ 152 h 161"/>
                <a:gd name="T28" fmla="*/ 110 w 3720"/>
                <a:gd name="T29" fmla="*/ 157 h 161"/>
                <a:gd name="T30" fmla="*/ 123 w 3720"/>
                <a:gd name="T31" fmla="*/ 159 h 161"/>
                <a:gd name="T32" fmla="*/ 137 w 3720"/>
                <a:gd name="T33" fmla="*/ 161 h 161"/>
                <a:gd name="T34" fmla="*/ 3583 w 3720"/>
                <a:gd name="T35" fmla="*/ 161 h 161"/>
                <a:gd name="T36" fmla="*/ 3597 w 3720"/>
                <a:gd name="T37" fmla="*/ 159 h 161"/>
                <a:gd name="T38" fmla="*/ 3610 w 3720"/>
                <a:gd name="T39" fmla="*/ 157 h 161"/>
                <a:gd name="T40" fmla="*/ 3623 w 3720"/>
                <a:gd name="T41" fmla="*/ 152 h 161"/>
                <a:gd name="T42" fmla="*/ 3635 w 3720"/>
                <a:gd name="T43" fmla="*/ 148 h 161"/>
                <a:gd name="T44" fmla="*/ 3648 w 3720"/>
                <a:gd name="T45" fmla="*/ 141 h 161"/>
                <a:gd name="T46" fmla="*/ 3659 w 3720"/>
                <a:gd name="T47" fmla="*/ 133 h 161"/>
                <a:gd name="T48" fmla="*/ 3669 w 3720"/>
                <a:gd name="T49" fmla="*/ 124 h 161"/>
                <a:gd name="T50" fmla="*/ 3679 w 3720"/>
                <a:gd name="T51" fmla="*/ 113 h 161"/>
                <a:gd name="T52" fmla="*/ 3687 w 3720"/>
                <a:gd name="T53" fmla="*/ 102 h 161"/>
                <a:gd name="T54" fmla="*/ 3696 w 3720"/>
                <a:gd name="T55" fmla="*/ 90 h 161"/>
                <a:gd name="T56" fmla="*/ 3703 w 3720"/>
                <a:gd name="T57" fmla="*/ 76 h 161"/>
                <a:gd name="T58" fmla="*/ 3709 w 3720"/>
                <a:gd name="T59" fmla="*/ 62 h 161"/>
                <a:gd name="T60" fmla="*/ 3713 w 3720"/>
                <a:gd name="T61" fmla="*/ 48 h 161"/>
                <a:gd name="T62" fmla="*/ 3717 w 3720"/>
                <a:gd name="T63" fmla="*/ 33 h 161"/>
                <a:gd name="T64" fmla="*/ 3718 w 3720"/>
                <a:gd name="T65" fmla="*/ 17 h 161"/>
                <a:gd name="T66" fmla="*/ 3720 w 3720"/>
                <a:gd name="T67" fmla="*/ 0 h 161"/>
                <a:gd name="T68" fmla="*/ 0 w 3720"/>
                <a:gd name="T6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0" h="161">
                  <a:moveTo>
                    <a:pt x="0" y="0"/>
                  </a:moveTo>
                  <a:lnTo>
                    <a:pt x="2" y="17"/>
                  </a:lnTo>
                  <a:lnTo>
                    <a:pt x="3" y="33"/>
                  </a:lnTo>
                  <a:lnTo>
                    <a:pt x="7" y="48"/>
                  </a:lnTo>
                  <a:lnTo>
                    <a:pt x="11" y="62"/>
                  </a:lnTo>
                  <a:lnTo>
                    <a:pt x="17" y="76"/>
                  </a:lnTo>
                  <a:lnTo>
                    <a:pt x="24" y="90"/>
                  </a:lnTo>
                  <a:lnTo>
                    <a:pt x="33" y="102"/>
                  </a:lnTo>
                  <a:lnTo>
                    <a:pt x="41" y="113"/>
                  </a:lnTo>
                  <a:lnTo>
                    <a:pt x="51" y="124"/>
                  </a:lnTo>
                  <a:lnTo>
                    <a:pt x="61" y="133"/>
                  </a:lnTo>
                  <a:lnTo>
                    <a:pt x="72" y="141"/>
                  </a:lnTo>
                  <a:lnTo>
                    <a:pt x="85" y="148"/>
                  </a:lnTo>
                  <a:lnTo>
                    <a:pt x="97" y="152"/>
                  </a:lnTo>
                  <a:lnTo>
                    <a:pt x="110" y="157"/>
                  </a:lnTo>
                  <a:lnTo>
                    <a:pt x="123" y="159"/>
                  </a:lnTo>
                  <a:lnTo>
                    <a:pt x="137" y="161"/>
                  </a:lnTo>
                  <a:lnTo>
                    <a:pt x="3583" y="161"/>
                  </a:lnTo>
                  <a:lnTo>
                    <a:pt x="3597" y="159"/>
                  </a:lnTo>
                  <a:lnTo>
                    <a:pt x="3610" y="157"/>
                  </a:lnTo>
                  <a:lnTo>
                    <a:pt x="3623" y="152"/>
                  </a:lnTo>
                  <a:lnTo>
                    <a:pt x="3635" y="148"/>
                  </a:lnTo>
                  <a:lnTo>
                    <a:pt x="3648" y="141"/>
                  </a:lnTo>
                  <a:lnTo>
                    <a:pt x="3659" y="133"/>
                  </a:lnTo>
                  <a:lnTo>
                    <a:pt x="3669" y="124"/>
                  </a:lnTo>
                  <a:lnTo>
                    <a:pt x="3679" y="113"/>
                  </a:lnTo>
                  <a:lnTo>
                    <a:pt x="3687" y="102"/>
                  </a:lnTo>
                  <a:lnTo>
                    <a:pt x="3696" y="90"/>
                  </a:lnTo>
                  <a:lnTo>
                    <a:pt x="3703" y="76"/>
                  </a:lnTo>
                  <a:lnTo>
                    <a:pt x="3709" y="62"/>
                  </a:lnTo>
                  <a:lnTo>
                    <a:pt x="3713" y="48"/>
                  </a:lnTo>
                  <a:lnTo>
                    <a:pt x="3717" y="33"/>
                  </a:lnTo>
                  <a:lnTo>
                    <a:pt x="3718" y="17"/>
                  </a:lnTo>
                  <a:lnTo>
                    <a:pt x="3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: Top Corners Rounded 6">
              <a:extLst>
                <a:ext uri="{FF2B5EF4-FFF2-40B4-BE49-F238E27FC236}">
                  <a16:creationId xmlns:a16="http://schemas.microsoft.com/office/drawing/2014/main" id="{CF24CFBD-59E0-4BDA-A7F8-2E9CEB43D87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flipH="1">
              <a:off x="1543634" y="323850"/>
              <a:ext cx="9112668" cy="5868000"/>
            </a:xfrm>
            <a:prstGeom prst="round2SameRect">
              <a:avLst>
                <a:gd name="adj1" fmla="val 4232"/>
                <a:gd name="adj2" fmla="val 0"/>
              </a:avLst>
            </a:prstGeom>
            <a:gradFill>
              <a:gsLst>
                <a:gs pos="0">
                  <a:schemeClr val="accent1">
                    <a:lumMod val="60000"/>
                    <a:lumOff val="40000"/>
                  </a:schemeClr>
                </a:gs>
                <a:gs pos="99000">
                  <a:schemeClr val="accent1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1">
              <a:extLst>
                <a:ext uri="{FF2B5EF4-FFF2-40B4-BE49-F238E27FC236}">
                  <a16:creationId xmlns:a16="http://schemas.microsoft.com/office/drawing/2014/main" id="{56D2998B-8713-425B-98D9-A378883DFA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54459" y="144434"/>
              <a:ext cx="102140" cy="102135"/>
            </a:xfrm>
            <a:custGeom>
              <a:avLst/>
              <a:gdLst>
                <a:gd name="T0" fmla="*/ 238 w 239"/>
                <a:gd name="T1" fmla="*/ 132 h 241"/>
                <a:gd name="T2" fmla="*/ 233 w 239"/>
                <a:gd name="T3" fmla="*/ 156 h 241"/>
                <a:gd name="T4" fmla="*/ 225 w 239"/>
                <a:gd name="T5" fmla="*/ 178 h 241"/>
                <a:gd name="T6" fmla="*/ 211 w 239"/>
                <a:gd name="T7" fmla="*/ 197 h 241"/>
                <a:gd name="T8" fmla="*/ 195 w 239"/>
                <a:gd name="T9" fmla="*/ 213 h 241"/>
                <a:gd name="T10" fmla="*/ 176 w 239"/>
                <a:gd name="T11" fmla="*/ 225 h 241"/>
                <a:gd name="T12" fmla="*/ 154 w 239"/>
                <a:gd name="T13" fmla="*/ 235 h 241"/>
                <a:gd name="T14" fmla="*/ 131 w 239"/>
                <a:gd name="T15" fmla="*/ 239 h 241"/>
                <a:gd name="T16" fmla="*/ 107 w 239"/>
                <a:gd name="T17" fmla="*/ 239 h 241"/>
                <a:gd name="T18" fmla="*/ 83 w 239"/>
                <a:gd name="T19" fmla="*/ 235 h 241"/>
                <a:gd name="T20" fmla="*/ 62 w 239"/>
                <a:gd name="T21" fmla="*/ 225 h 241"/>
                <a:gd name="T22" fmla="*/ 43 w 239"/>
                <a:gd name="T23" fmla="*/ 213 h 241"/>
                <a:gd name="T24" fmla="*/ 26 w 239"/>
                <a:gd name="T25" fmla="*/ 197 h 241"/>
                <a:gd name="T26" fmla="*/ 14 w 239"/>
                <a:gd name="T27" fmla="*/ 178 h 241"/>
                <a:gd name="T28" fmla="*/ 5 w 239"/>
                <a:gd name="T29" fmla="*/ 156 h 241"/>
                <a:gd name="T30" fmla="*/ 0 w 239"/>
                <a:gd name="T31" fmla="*/ 132 h 241"/>
                <a:gd name="T32" fmla="*/ 0 w 239"/>
                <a:gd name="T33" fmla="*/ 109 h 241"/>
                <a:gd name="T34" fmla="*/ 5 w 239"/>
                <a:gd name="T35" fmla="*/ 85 h 241"/>
                <a:gd name="T36" fmla="*/ 14 w 239"/>
                <a:gd name="T37" fmla="*/ 64 h 241"/>
                <a:gd name="T38" fmla="*/ 26 w 239"/>
                <a:gd name="T39" fmla="*/ 44 h 241"/>
                <a:gd name="T40" fmla="*/ 43 w 239"/>
                <a:gd name="T41" fmla="*/ 28 h 241"/>
                <a:gd name="T42" fmla="*/ 62 w 239"/>
                <a:gd name="T43" fmla="*/ 16 h 241"/>
                <a:gd name="T44" fmla="*/ 83 w 239"/>
                <a:gd name="T45" fmla="*/ 6 h 241"/>
                <a:gd name="T46" fmla="*/ 107 w 239"/>
                <a:gd name="T47" fmla="*/ 2 h 241"/>
                <a:gd name="T48" fmla="*/ 131 w 239"/>
                <a:gd name="T49" fmla="*/ 2 h 241"/>
                <a:gd name="T50" fmla="*/ 154 w 239"/>
                <a:gd name="T51" fmla="*/ 6 h 241"/>
                <a:gd name="T52" fmla="*/ 176 w 239"/>
                <a:gd name="T53" fmla="*/ 16 h 241"/>
                <a:gd name="T54" fmla="*/ 195 w 239"/>
                <a:gd name="T55" fmla="*/ 28 h 241"/>
                <a:gd name="T56" fmla="*/ 211 w 239"/>
                <a:gd name="T57" fmla="*/ 44 h 241"/>
                <a:gd name="T58" fmla="*/ 225 w 239"/>
                <a:gd name="T59" fmla="*/ 64 h 241"/>
                <a:gd name="T60" fmla="*/ 233 w 239"/>
                <a:gd name="T61" fmla="*/ 85 h 241"/>
                <a:gd name="T62" fmla="*/ 238 w 239"/>
                <a:gd name="T63" fmla="*/ 10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9" h="241">
                  <a:moveTo>
                    <a:pt x="239" y="121"/>
                  </a:moveTo>
                  <a:lnTo>
                    <a:pt x="238" y="132"/>
                  </a:lnTo>
                  <a:lnTo>
                    <a:pt x="236" y="145"/>
                  </a:lnTo>
                  <a:lnTo>
                    <a:pt x="233" y="156"/>
                  </a:lnTo>
                  <a:lnTo>
                    <a:pt x="229" y="168"/>
                  </a:lnTo>
                  <a:lnTo>
                    <a:pt x="225" y="178"/>
                  </a:lnTo>
                  <a:lnTo>
                    <a:pt x="218" y="187"/>
                  </a:lnTo>
                  <a:lnTo>
                    <a:pt x="211" y="197"/>
                  </a:lnTo>
                  <a:lnTo>
                    <a:pt x="204" y="206"/>
                  </a:lnTo>
                  <a:lnTo>
                    <a:pt x="195" y="213"/>
                  </a:lnTo>
                  <a:lnTo>
                    <a:pt x="185" y="220"/>
                  </a:lnTo>
                  <a:lnTo>
                    <a:pt x="176" y="225"/>
                  </a:lnTo>
                  <a:lnTo>
                    <a:pt x="166" y="231"/>
                  </a:lnTo>
                  <a:lnTo>
                    <a:pt x="154" y="235"/>
                  </a:lnTo>
                  <a:lnTo>
                    <a:pt x="143" y="238"/>
                  </a:lnTo>
                  <a:lnTo>
                    <a:pt x="131" y="239"/>
                  </a:lnTo>
                  <a:lnTo>
                    <a:pt x="119" y="241"/>
                  </a:lnTo>
                  <a:lnTo>
                    <a:pt x="107" y="239"/>
                  </a:lnTo>
                  <a:lnTo>
                    <a:pt x="95" y="238"/>
                  </a:lnTo>
                  <a:lnTo>
                    <a:pt x="83" y="235"/>
                  </a:lnTo>
                  <a:lnTo>
                    <a:pt x="73" y="231"/>
                  </a:lnTo>
                  <a:lnTo>
                    <a:pt x="62" y="225"/>
                  </a:lnTo>
                  <a:lnTo>
                    <a:pt x="52" y="220"/>
                  </a:lnTo>
                  <a:lnTo>
                    <a:pt x="43" y="213"/>
                  </a:lnTo>
                  <a:lnTo>
                    <a:pt x="35" y="206"/>
                  </a:lnTo>
                  <a:lnTo>
                    <a:pt x="26" y="197"/>
                  </a:lnTo>
                  <a:lnTo>
                    <a:pt x="19" y="187"/>
                  </a:lnTo>
                  <a:lnTo>
                    <a:pt x="14" y="178"/>
                  </a:lnTo>
                  <a:lnTo>
                    <a:pt x="8" y="168"/>
                  </a:lnTo>
                  <a:lnTo>
                    <a:pt x="5" y="156"/>
                  </a:lnTo>
                  <a:lnTo>
                    <a:pt x="1" y="145"/>
                  </a:lnTo>
                  <a:lnTo>
                    <a:pt x="0" y="132"/>
                  </a:lnTo>
                  <a:lnTo>
                    <a:pt x="0" y="121"/>
                  </a:lnTo>
                  <a:lnTo>
                    <a:pt x="0" y="109"/>
                  </a:lnTo>
                  <a:lnTo>
                    <a:pt x="1" y="96"/>
                  </a:lnTo>
                  <a:lnTo>
                    <a:pt x="5" y="85"/>
                  </a:lnTo>
                  <a:lnTo>
                    <a:pt x="8" y="73"/>
                  </a:lnTo>
                  <a:lnTo>
                    <a:pt x="14" y="64"/>
                  </a:lnTo>
                  <a:lnTo>
                    <a:pt x="19" y="54"/>
                  </a:lnTo>
                  <a:lnTo>
                    <a:pt x="26" y="44"/>
                  </a:lnTo>
                  <a:lnTo>
                    <a:pt x="35" y="35"/>
                  </a:lnTo>
                  <a:lnTo>
                    <a:pt x="43" y="28"/>
                  </a:lnTo>
                  <a:lnTo>
                    <a:pt x="52" y="21"/>
                  </a:lnTo>
                  <a:lnTo>
                    <a:pt x="62" y="16"/>
                  </a:lnTo>
                  <a:lnTo>
                    <a:pt x="73" y="10"/>
                  </a:lnTo>
                  <a:lnTo>
                    <a:pt x="83" y="6"/>
                  </a:lnTo>
                  <a:lnTo>
                    <a:pt x="95" y="3"/>
                  </a:lnTo>
                  <a:lnTo>
                    <a:pt x="107" y="2"/>
                  </a:lnTo>
                  <a:lnTo>
                    <a:pt x="119" y="0"/>
                  </a:lnTo>
                  <a:lnTo>
                    <a:pt x="131" y="2"/>
                  </a:lnTo>
                  <a:lnTo>
                    <a:pt x="143" y="3"/>
                  </a:lnTo>
                  <a:lnTo>
                    <a:pt x="154" y="6"/>
                  </a:lnTo>
                  <a:lnTo>
                    <a:pt x="166" y="10"/>
                  </a:lnTo>
                  <a:lnTo>
                    <a:pt x="176" y="16"/>
                  </a:lnTo>
                  <a:lnTo>
                    <a:pt x="185" y="21"/>
                  </a:lnTo>
                  <a:lnTo>
                    <a:pt x="195" y="28"/>
                  </a:lnTo>
                  <a:lnTo>
                    <a:pt x="204" y="35"/>
                  </a:lnTo>
                  <a:lnTo>
                    <a:pt x="211" y="44"/>
                  </a:lnTo>
                  <a:lnTo>
                    <a:pt x="218" y="54"/>
                  </a:lnTo>
                  <a:lnTo>
                    <a:pt x="225" y="64"/>
                  </a:lnTo>
                  <a:lnTo>
                    <a:pt x="229" y="73"/>
                  </a:lnTo>
                  <a:lnTo>
                    <a:pt x="233" y="85"/>
                  </a:lnTo>
                  <a:lnTo>
                    <a:pt x="236" y="96"/>
                  </a:lnTo>
                  <a:lnTo>
                    <a:pt x="238" y="109"/>
                  </a:lnTo>
                  <a:lnTo>
                    <a:pt x="239" y="12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32" name="Picture Placeholder 31">
            <a:extLst>
              <a:ext uri="{FF2B5EF4-FFF2-40B4-BE49-F238E27FC236}">
                <a16:creationId xmlns:a16="http://schemas.microsoft.com/office/drawing/2014/main" id="{6423981A-9898-4CD7-9193-E24473D77C3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202" b="39010"/>
          <a:stretch/>
        </p:blipFill>
        <p:spPr>
          <a:xfrm>
            <a:off x="1342121" y="2178637"/>
            <a:ext cx="3643358" cy="2346101"/>
          </a:xfrm>
        </p:spPr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2B0FF949-7B80-41AD-AC1A-0B7A2719B3C5}"/>
              </a:ext>
            </a:extLst>
          </p:cNvPr>
          <p:cNvSpPr/>
          <p:nvPr/>
        </p:nvSpPr>
        <p:spPr>
          <a:xfrm>
            <a:off x="6000453" y="2137029"/>
            <a:ext cx="504280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8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02. Website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E05DEFB-9E7B-4B65-A8E0-21DCEA15C853}"/>
              </a:ext>
            </a:extLst>
          </p:cNvPr>
          <p:cNvGrpSpPr/>
          <p:nvPr/>
        </p:nvGrpSpPr>
        <p:grpSpPr>
          <a:xfrm>
            <a:off x="6118859" y="3258192"/>
            <a:ext cx="2613418" cy="1427570"/>
            <a:chOff x="2474776" y="3811234"/>
            <a:chExt cx="2357574" cy="1287816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12170F6D-5716-41CF-B1EB-27C8F15CABA2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42" name="Rectangle: Rounded Corners 41">
                <a:extLst>
                  <a:ext uri="{FF2B5EF4-FFF2-40B4-BE49-F238E27FC236}">
                    <a16:creationId xmlns:a16="http://schemas.microsoft.com/office/drawing/2014/main" id="{C3247C3C-B94F-4BFD-9D5C-2DA73648DB9B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9F87C751-39C7-4B0D-B95D-57451CFAC7B7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D10C4F6B-48F4-4426-9895-2F3D36B54201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45" name="Rectangle: Rounded Corners 44">
                  <a:extLst>
                    <a:ext uri="{FF2B5EF4-FFF2-40B4-BE49-F238E27FC236}">
                      <a16:creationId xmlns:a16="http://schemas.microsoft.com/office/drawing/2014/main" id="{D8B4066C-EBC5-43CF-AA77-459FE9797C49}"/>
                    </a:ext>
                  </a:extLst>
                </p:cNvPr>
                <p:cNvSpPr/>
                <p:nvPr/>
              </p:nvSpPr>
              <p:spPr>
                <a:xfrm flipV="1">
                  <a:off x="10576560" y="4794740"/>
                  <a:ext cx="213360" cy="600219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2">
                        <a:alpha val="0"/>
                      </a:schemeClr>
                    </a:gs>
                    <a:gs pos="100000">
                      <a:schemeClr val="accent2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CE64AC4F-1FCD-42C1-9F24-6C3F15373CC0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256BB799-7167-4F07-B86D-062B2E9903D2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216EEE1-57E5-4254-A06D-23DACE407622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2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Investment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1F64629-F1A8-4272-82CA-8ADE8AFA3D14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1674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02759BFF-C84E-4C8C-B897-7E22D517F75E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D2BC73B7-74E6-4C13-9721-64FF846638C8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7B5214A-3979-4AE5-8314-0B37BC41AFF8}"/>
              </a:ext>
            </a:extLst>
          </p:cNvPr>
          <p:cNvGrpSpPr/>
          <p:nvPr/>
        </p:nvGrpSpPr>
        <p:grpSpPr>
          <a:xfrm>
            <a:off x="8984046" y="3364864"/>
            <a:ext cx="2154761" cy="1214227"/>
            <a:chOff x="4475812" y="3510407"/>
            <a:chExt cx="2154761" cy="1214227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228BB2C8-7F36-4CA0-A717-3CC9E7BAAD50}"/>
                </a:ext>
              </a:extLst>
            </p:cNvPr>
            <p:cNvSpPr/>
            <p:nvPr/>
          </p:nvSpPr>
          <p:spPr>
            <a:xfrm>
              <a:off x="4475812" y="4166020"/>
              <a:ext cx="2154761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“Their pronunciation and their most words. 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9ADDBCF7-2157-4EB5-81E7-02783616F8A6}"/>
                </a:ext>
              </a:extLst>
            </p:cNvPr>
            <p:cNvSpPr/>
            <p:nvPr/>
          </p:nvSpPr>
          <p:spPr>
            <a:xfrm>
              <a:off x="4475812" y="3510407"/>
              <a:ext cx="1872673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accent2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02 </a:t>
              </a:r>
              <a:r>
                <a:rPr lang="en-US" sz="3200" dirty="0">
                  <a:solidFill>
                    <a:schemeClr val="accent2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/ 10</a:t>
              </a:r>
            </a:p>
          </p:txBody>
        </p:sp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E55B3C7D-4F90-4E9A-BC3C-9AC8A97F3550}"/>
              </a:ext>
            </a:extLst>
          </p:cNvPr>
          <p:cNvSpPr/>
          <p:nvPr/>
        </p:nvSpPr>
        <p:spPr>
          <a:xfrm>
            <a:off x="870918" y="1035453"/>
            <a:ext cx="364550" cy="36454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D21DB18-3F4D-41AE-AD92-85A6C445F418}"/>
              </a:ext>
            </a:extLst>
          </p:cNvPr>
          <p:cNvSpPr/>
          <p:nvPr/>
        </p:nvSpPr>
        <p:spPr>
          <a:xfrm>
            <a:off x="9418122" y="5328640"/>
            <a:ext cx="383043" cy="38304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BF07E11F-2B66-4210-ACF1-11BD5827A228}"/>
              </a:ext>
            </a:extLst>
          </p:cNvPr>
          <p:cNvSpPr/>
          <p:nvPr/>
        </p:nvSpPr>
        <p:spPr>
          <a:xfrm>
            <a:off x="9418122" y="5828965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61158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3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41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42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6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7" grpId="0" animBg="1"/>
          <p:bldP spid="26" grpId="0"/>
          <p:bldP spid="27" grpId="0"/>
          <p:bldP spid="56" grpId="0" animBg="1"/>
          <p:bldP spid="56" grpId="1" animBg="1"/>
          <p:bldP spid="58" grpId="0" animBg="1"/>
          <p:bldP spid="58" grpId="1" animBg="1"/>
          <p:bldP spid="33" grpId="0" animBg="1"/>
          <p:bldP spid="3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7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5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6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7" grpId="0" animBg="1"/>
          <p:bldP spid="26" grpId="0"/>
          <p:bldP spid="27" grpId="0"/>
          <p:bldP spid="56" grpId="0" animBg="1"/>
          <p:bldP spid="56" grpId="1" animBg="1"/>
          <p:bldP spid="58" grpId="0" animBg="1"/>
          <p:bldP spid="58" grpId="1" animBg="1"/>
          <p:bldP spid="33" grpId="0" animBg="1"/>
          <p:bldP spid="33" grpId="1" animBg="1"/>
        </p:bldLst>
      </p:timing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ectangle 30">
            <a:extLst>
              <a:ext uri="{FF2B5EF4-FFF2-40B4-BE49-F238E27FC236}">
                <a16:creationId xmlns:a16="http://schemas.microsoft.com/office/drawing/2014/main" id="{E016FE69-7FD9-4057-865E-CC645D5AE144}"/>
              </a:ext>
            </a:extLst>
          </p:cNvPr>
          <p:cNvSpPr/>
          <p:nvPr/>
        </p:nvSpPr>
        <p:spPr>
          <a:xfrm>
            <a:off x="928916" y="1087288"/>
            <a:ext cx="10634434" cy="31547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19900" b="1" i="0" dirty="0">
                <a:solidFill>
                  <a:schemeClr val="bg1">
                    <a:alpha val="5000"/>
                  </a:schemeClr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Smart</a:t>
            </a: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8ACF2D7-0695-4642-A1D3-D451A94D2564}"/>
              </a:ext>
            </a:extLst>
          </p:cNvPr>
          <p:cNvSpPr/>
          <p:nvPr userDrawn="1"/>
        </p:nvSpPr>
        <p:spPr>
          <a:xfrm>
            <a:off x="0" y="4452079"/>
            <a:ext cx="12195819" cy="2405921"/>
          </a:xfrm>
          <a:custGeom>
            <a:avLst/>
            <a:gdLst>
              <a:gd name="connsiteX0" fmla="*/ 0 w 12192000"/>
              <a:gd name="connsiteY0" fmla="*/ 0 h 2491961"/>
              <a:gd name="connsiteX1" fmla="*/ 155486 w 12192000"/>
              <a:gd name="connsiteY1" fmla="*/ 162926 h 2491961"/>
              <a:gd name="connsiteX2" fmla="*/ 2241755 w 12192000"/>
              <a:gd name="connsiteY2" fmla="*/ 987626 h 2491961"/>
              <a:gd name="connsiteX3" fmla="*/ 8465574 w 12192000"/>
              <a:gd name="connsiteY3" fmla="*/ 677909 h 2491961"/>
              <a:gd name="connsiteX4" fmla="*/ 12145019 w 12192000"/>
              <a:gd name="connsiteY4" fmla="*/ 1628274 h 2491961"/>
              <a:gd name="connsiteX5" fmla="*/ 12192000 w 12192000"/>
              <a:gd name="connsiteY5" fmla="*/ 1647915 h 2491961"/>
              <a:gd name="connsiteX6" fmla="*/ 12192000 w 12192000"/>
              <a:gd name="connsiteY6" fmla="*/ 2491961 h 2491961"/>
              <a:gd name="connsiteX7" fmla="*/ 0 w 12192000"/>
              <a:gd name="connsiteY7" fmla="*/ 2491961 h 2491961"/>
              <a:gd name="connsiteX0" fmla="*/ 15240 w 12192000"/>
              <a:gd name="connsiteY0" fmla="*/ 0 h 3389297"/>
              <a:gd name="connsiteX1" fmla="*/ 155486 w 12192000"/>
              <a:gd name="connsiteY1" fmla="*/ 1060262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45019 w 12192000"/>
              <a:gd name="connsiteY4" fmla="*/ 2525610 h 3389297"/>
              <a:gd name="connsiteX5" fmla="*/ 12192000 w 12192000"/>
              <a:gd name="connsiteY5" fmla="*/ 2545251 h 3389297"/>
              <a:gd name="connsiteX6" fmla="*/ 12192000 w 12192000"/>
              <a:gd name="connsiteY6" fmla="*/ 3389297 h 3389297"/>
              <a:gd name="connsiteX7" fmla="*/ 0 w 12192000"/>
              <a:gd name="connsiteY7" fmla="*/ 3389297 h 3389297"/>
              <a:gd name="connsiteX8" fmla="*/ 15240 w 12192000"/>
              <a:gd name="connsiteY8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45019 w 12192000"/>
              <a:gd name="connsiteY4" fmla="*/ 2525610 h 3389297"/>
              <a:gd name="connsiteX5" fmla="*/ 12192000 w 12192000"/>
              <a:gd name="connsiteY5" fmla="*/ 2545251 h 3389297"/>
              <a:gd name="connsiteX6" fmla="*/ 12192000 w 12192000"/>
              <a:gd name="connsiteY6" fmla="*/ 3389297 h 3389297"/>
              <a:gd name="connsiteX7" fmla="*/ 0 w 12192000"/>
              <a:gd name="connsiteY7" fmla="*/ 3389297 h 3389297"/>
              <a:gd name="connsiteX8" fmla="*/ 15240 w 12192000"/>
              <a:gd name="connsiteY8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45019 w 12192000"/>
              <a:gd name="connsiteY4" fmla="*/ 2525610 h 3389297"/>
              <a:gd name="connsiteX5" fmla="*/ 12192000 w 12192000"/>
              <a:gd name="connsiteY5" fmla="*/ 2545251 h 3389297"/>
              <a:gd name="connsiteX6" fmla="*/ 12192000 w 12192000"/>
              <a:gd name="connsiteY6" fmla="*/ 3389297 h 3389297"/>
              <a:gd name="connsiteX7" fmla="*/ 0 w 12192000"/>
              <a:gd name="connsiteY7" fmla="*/ 3389297 h 3389297"/>
              <a:gd name="connsiteX8" fmla="*/ 15240 w 12192000"/>
              <a:gd name="connsiteY8" fmla="*/ 0 h 3389297"/>
              <a:gd name="connsiteX0" fmla="*/ 15240 w 12207240"/>
              <a:gd name="connsiteY0" fmla="*/ 0 h 3389297"/>
              <a:gd name="connsiteX1" fmla="*/ 323126 w 12207240"/>
              <a:gd name="connsiteY1" fmla="*/ 611593 h 3389297"/>
              <a:gd name="connsiteX2" fmla="*/ 2241755 w 12207240"/>
              <a:gd name="connsiteY2" fmla="*/ 1884962 h 3389297"/>
              <a:gd name="connsiteX3" fmla="*/ 8465574 w 12207240"/>
              <a:gd name="connsiteY3" fmla="*/ 1575245 h 3389297"/>
              <a:gd name="connsiteX4" fmla="*/ 12145019 w 12207240"/>
              <a:gd name="connsiteY4" fmla="*/ 2525610 h 3389297"/>
              <a:gd name="connsiteX5" fmla="*/ 12207240 w 12207240"/>
              <a:gd name="connsiteY5" fmla="*/ 2202152 h 3389297"/>
              <a:gd name="connsiteX6" fmla="*/ 12192000 w 12207240"/>
              <a:gd name="connsiteY6" fmla="*/ 3389297 h 3389297"/>
              <a:gd name="connsiteX7" fmla="*/ 0 w 12207240"/>
              <a:gd name="connsiteY7" fmla="*/ 3389297 h 3389297"/>
              <a:gd name="connsiteX8" fmla="*/ 15240 w 12207240"/>
              <a:gd name="connsiteY8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45019 w 12192000"/>
              <a:gd name="connsiteY4" fmla="*/ 2525610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41755 w 12192000"/>
              <a:gd name="connsiteY2" fmla="*/ 1884962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56995 w 12192000"/>
              <a:gd name="connsiteY2" fmla="*/ 2096100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56995 w 12192000"/>
              <a:gd name="connsiteY2" fmla="*/ 2096100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0 h 3389297"/>
              <a:gd name="connsiteX1" fmla="*/ 323126 w 12192000"/>
              <a:gd name="connsiteY1" fmla="*/ 611593 h 3389297"/>
              <a:gd name="connsiteX2" fmla="*/ 2256995 w 12192000"/>
              <a:gd name="connsiteY2" fmla="*/ 2096100 h 3389297"/>
              <a:gd name="connsiteX3" fmla="*/ 8465574 w 12192000"/>
              <a:gd name="connsiteY3" fmla="*/ 1575245 h 3389297"/>
              <a:gd name="connsiteX4" fmla="*/ 12175499 w 12192000"/>
              <a:gd name="connsiteY4" fmla="*/ 1997766 h 3389297"/>
              <a:gd name="connsiteX5" fmla="*/ 12192000 w 12192000"/>
              <a:gd name="connsiteY5" fmla="*/ 3389297 h 3389297"/>
              <a:gd name="connsiteX6" fmla="*/ 0 w 12192000"/>
              <a:gd name="connsiteY6" fmla="*/ 3389297 h 3389297"/>
              <a:gd name="connsiteX7" fmla="*/ 15240 w 12192000"/>
              <a:gd name="connsiteY7" fmla="*/ 0 h 3389297"/>
              <a:gd name="connsiteX0" fmla="*/ 15240 w 12192000"/>
              <a:gd name="connsiteY0" fmla="*/ 15851 h 3405148"/>
              <a:gd name="connsiteX1" fmla="*/ 2256995 w 12192000"/>
              <a:gd name="connsiteY1" fmla="*/ 2111951 h 3405148"/>
              <a:gd name="connsiteX2" fmla="*/ 8465574 w 12192000"/>
              <a:gd name="connsiteY2" fmla="*/ 1591096 h 3405148"/>
              <a:gd name="connsiteX3" fmla="*/ 12175499 w 12192000"/>
              <a:gd name="connsiteY3" fmla="*/ 2013617 h 3405148"/>
              <a:gd name="connsiteX4" fmla="*/ 12192000 w 12192000"/>
              <a:gd name="connsiteY4" fmla="*/ 3405148 h 3405148"/>
              <a:gd name="connsiteX5" fmla="*/ 0 w 12192000"/>
              <a:gd name="connsiteY5" fmla="*/ 3405148 h 3405148"/>
              <a:gd name="connsiteX6" fmla="*/ 15240 w 12192000"/>
              <a:gd name="connsiteY6" fmla="*/ 15851 h 3405148"/>
              <a:gd name="connsiteX0" fmla="*/ 15240 w 12192000"/>
              <a:gd name="connsiteY0" fmla="*/ 0 h 3389297"/>
              <a:gd name="connsiteX1" fmla="*/ 2256995 w 12192000"/>
              <a:gd name="connsiteY1" fmla="*/ 2096100 h 3389297"/>
              <a:gd name="connsiteX2" fmla="*/ 8465574 w 12192000"/>
              <a:gd name="connsiteY2" fmla="*/ 1575245 h 3389297"/>
              <a:gd name="connsiteX3" fmla="*/ 12175499 w 12192000"/>
              <a:gd name="connsiteY3" fmla="*/ 1997766 h 3389297"/>
              <a:gd name="connsiteX4" fmla="*/ 12192000 w 12192000"/>
              <a:gd name="connsiteY4" fmla="*/ 3389297 h 3389297"/>
              <a:gd name="connsiteX5" fmla="*/ 0 w 12192000"/>
              <a:gd name="connsiteY5" fmla="*/ 3389297 h 3389297"/>
              <a:gd name="connsiteX6" fmla="*/ 15240 w 12192000"/>
              <a:gd name="connsiteY6" fmla="*/ 0 h 3389297"/>
              <a:gd name="connsiteX0" fmla="*/ 15240 w 12192000"/>
              <a:gd name="connsiteY0" fmla="*/ 0 h 3389297"/>
              <a:gd name="connsiteX1" fmla="*/ 2256995 w 12192000"/>
              <a:gd name="connsiteY1" fmla="*/ 2096100 h 3389297"/>
              <a:gd name="connsiteX2" fmla="*/ 8465574 w 12192000"/>
              <a:gd name="connsiteY2" fmla="*/ 1575245 h 3389297"/>
              <a:gd name="connsiteX3" fmla="*/ 12175499 w 12192000"/>
              <a:gd name="connsiteY3" fmla="*/ 1997766 h 3389297"/>
              <a:gd name="connsiteX4" fmla="*/ 12192000 w 12192000"/>
              <a:gd name="connsiteY4" fmla="*/ 3389297 h 3389297"/>
              <a:gd name="connsiteX5" fmla="*/ 0 w 12192000"/>
              <a:gd name="connsiteY5" fmla="*/ 3389297 h 3389297"/>
              <a:gd name="connsiteX6" fmla="*/ 15240 w 12192000"/>
              <a:gd name="connsiteY6" fmla="*/ 0 h 3389297"/>
              <a:gd name="connsiteX0" fmla="*/ 15240 w 12192000"/>
              <a:gd name="connsiteY0" fmla="*/ 0 h 3389297"/>
              <a:gd name="connsiteX1" fmla="*/ 2256995 w 12192000"/>
              <a:gd name="connsiteY1" fmla="*/ 2096100 h 3389297"/>
              <a:gd name="connsiteX2" fmla="*/ 8846574 w 12192000"/>
              <a:gd name="connsiteY2" fmla="*/ 1258538 h 3389297"/>
              <a:gd name="connsiteX3" fmla="*/ 12175499 w 12192000"/>
              <a:gd name="connsiteY3" fmla="*/ 1997766 h 3389297"/>
              <a:gd name="connsiteX4" fmla="*/ 12192000 w 12192000"/>
              <a:gd name="connsiteY4" fmla="*/ 3389297 h 3389297"/>
              <a:gd name="connsiteX5" fmla="*/ 0 w 12192000"/>
              <a:gd name="connsiteY5" fmla="*/ 3389297 h 3389297"/>
              <a:gd name="connsiteX6" fmla="*/ 15240 w 12192000"/>
              <a:gd name="connsiteY6" fmla="*/ 0 h 3389297"/>
              <a:gd name="connsiteX0" fmla="*/ 15240 w 12221219"/>
              <a:gd name="connsiteY0" fmla="*/ 0 h 3389297"/>
              <a:gd name="connsiteX1" fmla="*/ 2256995 w 12221219"/>
              <a:gd name="connsiteY1" fmla="*/ 2096100 h 3389297"/>
              <a:gd name="connsiteX2" fmla="*/ 8846574 w 12221219"/>
              <a:gd name="connsiteY2" fmla="*/ 1258538 h 3389297"/>
              <a:gd name="connsiteX3" fmla="*/ 12221219 w 12221219"/>
              <a:gd name="connsiteY3" fmla="*/ 2261689 h 3389297"/>
              <a:gd name="connsiteX4" fmla="*/ 12192000 w 12221219"/>
              <a:gd name="connsiteY4" fmla="*/ 3389297 h 3389297"/>
              <a:gd name="connsiteX5" fmla="*/ 0 w 12221219"/>
              <a:gd name="connsiteY5" fmla="*/ 3389297 h 3389297"/>
              <a:gd name="connsiteX6" fmla="*/ 15240 w 12221219"/>
              <a:gd name="connsiteY6" fmla="*/ 0 h 3389297"/>
              <a:gd name="connsiteX0" fmla="*/ 15240 w 12221219"/>
              <a:gd name="connsiteY0" fmla="*/ 0 h 3389297"/>
              <a:gd name="connsiteX1" fmla="*/ 2256995 w 12221219"/>
              <a:gd name="connsiteY1" fmla="*/ 2096100 h 3389297"/>
              <a:gd name="connsiteX2" fmla="*/ 8846574 w 12221219"/>
              <a:gd name="connsiteY2" fmla="*/ 1258538 h 3389297"/>
              <a:gd name="connsiteX3" fmla="*/ 12221219 w 12221219"/>
              <a:gd name="connsiteY3" fmla="*/ 2261689 h 3389297"/>
              <a:gd name="connsiteX4" fmla="*/ 12192000 w 12221219"/>
              <a:gd name="connsiteY4" fmla="*/ 3389297 h 3389297"/>
              <a:gd name="connsiteX5" fmla="*/ 0 w 12221219"/>
              <a:gd name="connsiteY5" fmla="*/ 3389297 h 3389297"/>
              <a:gd name="connsiteX6" fmla="*/ 15240 w 12221219"/>
              <a:gd name="connsiteY6" fmla="*/ 0 h 3389297"/>
              <a:gd name="connsiteX0" fmla="*/ 15240 w 12221219"/>
              <a:gd name="connsiteY0" fmla="*/ 0 h 2887844"/>
              <a:gd name="connsiteX1" fmla="*/ 2256995 w 12221219"/>
              <a:gd name="connsiteY1" fmla="*/ 1594647 h 2887844"/>
              <a:gd name="connsiteX2" fmla="*/ 8846574 w 12221219"/>
              <a:gd name="connsiteY2" fmla="*/ 757085 h 2887844"/>
              <a:gd name="connsiteX3" fmla="*/ 12221219 w 12221219"/>
              <a:gd name="connsiteY3" fmla="*/ 1760236 h 2887844"/>
              <a:gd name="connsiteX4" fmla="*/ 12192000 w 12221219"/>
              <a:gd name="connsiteY4" fmla="*/ 2887844 h 2887844"/>
              <a:gd name="connsiteX5" fmla="*/ 0 w 12221219"/>
              <a:gd name="connsiteY5" fmla="*/ 2887844 h 2887844"/>
              <a:gd name="connsiteX6" fmla="*/ 15240 w 12221219"/>
              <a:gd name="connsiteY6" fmla="*/ 0 h 2887844"/>
              <a:gd name="connsiteX0" fmla="*/ 15240 w 12221219"/>
              <a:gd name="connsiteY0" fmla="*/ 0 h 2518353"/>
              <a:gd name="connsiteX1" fmla="*/ 2256995 w 12221219"/>
              <a:gd name="connsiteY1" fmla="*/ 1225156 h 2518353"/>
              <a:gd name="connsiteX2" fmla="*/ 8846574 w 12221219"/>
              <a:gd name="connsiteY2" fmla="*/ 387594 h 2518353"/>
              <a:gd name="connsiteX3" fmla="*/ 12221219 w 12221219"/>
              <a:gd name="connsiteY3" fmla="*/ 1390745 h 2518353"/>
              <a:gd name="connsiteX4" fmla="*/ 12192000 w 12221219"/>
              <a:gd name="connsiteY4" fmla="*/ 2518353 h 2518353"/>
              <a:gd name="connsiteX5" fmla="*/ 0 w 12221219"/>
              <a:gd name="connsiteY5" fmla="*/ 2518353 h 2518353"/>
              <a:gd name="connsiteX6" fmla="*/ 15240 w 12221219"/>
              <a:gd name="connsiteY6" fmla="*/ 0 h 2518353"/>
              <a:gd name="connsiteX0" fmla="*/ 15240 w 12221219"/>
              <a:gd name="connsiteY0" fmla="*/ 0 h 2518353"/>
              <a:gd name="connsiteX1" fmla="*/ 2256995 w 12221219"/>
              <a:gd name="connsiteY1" fmla="*/ 1225156 h 2518353"/>
              <a:gd name="connsiteX2" fmla="*/ 8846574 w 12221219"/>
              <a:gd name="connsiteY2" fmla="*/ 387594 h 2518353"/>
              <a:gd name="connsiteX3" fmla="*/ 12221219 w 12221219"/>
              <a:gd name="connsiteY3" fmla="*/ 1390745 h 2518353"/>
              <a:gd name="connsiteX4" fmla="*/ 12192000 w 12221219"/>
              <a:gd name="connsiteY4" fmla="*/ 2518353 h 2518353"/>
              <a:gd name="connsiteX5" fmla="*/ 0 w 12221219"/>
              <a:gd name="connsiteY5" fmla="*/ 2518353 h 2518353"/>
              <a:gd name="connsiteX6" fmla="*/ 15240 w 12221219"/>
              <a:gd name="connsiteY6" fmla="*/ 0 h 2518353"/>
              <a:gd name="connsiteX0" fmla="*/ 952 w 12221219"/>
              <a:gd name="connsiteY0" fmla="*/ 0 h 2493609"/>
              <a:gd name="connsiteX1" fmla="*/ 2256995 w 12221219"/>
              <a:gd name="connsiteY1" fmla="*/ 1200412 h 2493609"/>
              <a:gd name="connsiteX2" fmla="*/ 8846574 w 12221219"/>
              <a:gd name="connsiteY2" fmla="*/ 362850 h 2493609"/>
              <a:gd name="connsiteX3" fmla="*/ 12221219 w 12221219"/>
              <a:gd name="connsiteY3" fmla="*/ 1366001 h 2493609"/>
              <a:gd name="connsiteX4" fmla="*/ 12192000 w 12221219"/>
              <a:gd name="connsiteY4" fmla="*/ 2493609 h 2493609"/>
              <a:gd name="connsiteX5" fmla="*/ 0 w 12221219"/>
              <a:gd name="connsiteY5" fmla="*/ 2493609 h 2493609"/>
              <a:gd name="connsiteX6" fmla="*/ 952 w 12221219"/>
              <a:gd name="connsiteY6" fmla="*/ 0 h 2493609"/>
              <a:gd name="connsiteX0" fmla="*/ 952 w 12221219"/>
              <a:gd name="connsiteY0" fmla="*/ 0 h 2493609"/>
              <a:gd name="connsiteX1" fmla="*/ 2256995 w 12221219"/>
              <a:gd name="connsiteY1" fmla="*/ 1200412 h 2493609"/>
              <a:gd name="connsiteX2" fmla="*/ 8846574 w 12221219"/>
              <a:gd name="connsiteY2" fmla="*/ 362850 h 2493609"/>
              <a:gd name="connsiteX3" fmla="*/ 12221219 w 12221219"/>
              <a:gd name="connsiteY3" fmla="*/ 1366001 h 2493609"/>
              <a:gd name="connsiteX4" fmla="*/ 12192000 w 12221219"/>
              <a:gd name="connsiteY4" fmla="*/ 2493609 h 2493609"/>
              <a:gd name="connsiteX5" fmla="*/ 0 w 12221219"/>
              <a:gd name="connsiteY5" fmla="*/ 2493609 h 2493609"/>
              <a:gd name="connsiteX6" fmla="*/ 952 w 12221219"/>
              <a:gd name="connsiteY6" fmla="*/ 0 h 2493609"/>
              <a:gd name="connsiteX0" fmla="*/ 952 w 12221219"/>
              <a:gd name="connsiteY0" fmla="*/ 0 h 2493609"/>
              <a:gd name="connsiteX1" fmla="*/ 2605338 w 12221219"/>
              <a:gd name="connsiteY1" fmla="*/ 1200412 h 2493609"/>
              <a:gd name="connsiteX2" fmla="*/ 8846574 w 12221219"/>
              <a:gd name="connsiteY2" fmla="*/ 362850 h 2493609"/>
              <a:gd name="connsiteX3" fmla="*/ 12221219 w 12221219"/>
              <a:gd name="connsiteY3" fmla="*/ 1366001 h 2493609"/>
              <a:gd name="connsiteX4" fmla="*/ 12192000 w 12221219"/>
              <a:gd name="connsiteY4" fmla="*/ 2493609 h 2493609"/>
              <a:gd name="connsiteX5" fmla="*/ 0 w 12221219"/>
              <a:gd name="connsiteY5" fmla="*/ 2493609 h 2493609"/>
              <a:gd name="connsiteX6" fmla="*/ 952 w 12221219"/>
              <a:gd name="connsiteY6" fmla="*/ 0 h 2493609"/>
              <a:gd name="connsiteX0" fmla="*/ 952 w 12192000"/>
              <a:gd name="connsiteY0" fmla="*/ 0 h 2493609"/>
              <a:gd name="connsiteX1" fmla="*/ 2605338 w 12192000"/>
              <a:gd name="connsiteY1" fmla="*/ 1200412 h 2493609"/>
              <a:gd name="connsiteX2" fmla="*/ 8846574 w 12192000"/>
              <a:gd name="connsiteY2" fmla="*/ 362850 h 2493609"/>
              <a:gd name="connsiteX3" fmla="*/ 12186294 w 12192000"/>
              <a:gd name="connsiteY3" fmla="*/ 1352936 h 2493609"/>
              <a:gd name="connsiteX4" fmla="*/ 12192000 w 12192000"/>
              <a:gd name="connsiteY4" fmla="*/ 2493609 h 2493609"/>
              <a:gd name="connsiteX5" fmla="*/ 0 w 12192000"/>
              <a:gd name="connsiteY5" fmla="*/ 2493609 h 2493609"/>
              <a:gd name="connsiteX6" fmla="*/ 952 w 12192000"/>
              <a:gd name="connsiteY6" fmla="*/ 0 h 2493609"/>
              <a:gd name="connsiteX0" fmla="*/ 952 w 12195819"/>
              <a:gd name="connsiteY0" fmla="*/ 0 h 2493609"/>
              <a:gd name="connsiteX1" fmla="*/ 2605338 w 12195819"/>
              <a:gd name="connsiteY1" fmla="*/ 1200412 h 2493609"/>
              <a:gd name="connsiteX2" fmla="*/ 8846574 w 12195819"/>
              <a:gd name="connsiteY2" fmla="*/ 362850 h 2493609"/>
              <a:gd name="connsiteX3" fmla="*/ 12195819 w 12195819"/>
              <a:gd name="connsiteY3" fmla="*/ 1366001 h 2493609"/>
              <a:gd name="connsiteX4" fmla="*/ 12192000 w 12195819"/>
              <a:gd name="connsiteY4" fmla="*/ 2493609 h 2493609"/>
              <a:gd name="connsiteX5" fmla="*/ 0 w 12195819"/>
              <a:gd name="connsiteY5" fmla="*/ 2493609 h 2493609"/>
              <a:gd name="connsiteX6" fmla="*/ 952 w 12195819"/>
              <a:gd name="connsiteY6" fmla="*/ 0 h 2493609"/>
              <a:gd name="connsiteX0" fmla="*/ 952 w 12192644"/>
              <a:gd name="connsiteY0" fmla="*/ 0 h 2493609"/>
              <a:gd name="connsiteX1" fmla="*/ 2605338 w 12192644"/>
              <a:gd name="connsiteY1" fmla="*/ 1200412 h 2493609"/>
              <a:gd name="connsiteX2" fmla="*/ 8846574 w 12192644"/>
              <a:gd name="connsiteY2" fmla="*/ 362850 h 2493609"/>
              <a:gd name="connsiteX3" fmla="*/ 12192644 w 12192644"/>
              <a:gd name="connsiteY3" fmla="*/ 1366001 h 2493609"/>
              <a:gd name="connsiteX4" fmla="*/ 12192000 w 12192644"/>
              <a:gd name="connsiteY4" fmla="*/ 2493609 h 2493609"/>
              <a:gd name="connsiteX5" fmla="*/ 0 w 12192644"/>
              <a:gd name="connsiteY5" fmla="*/ 2493609 h 2493609"/>
              <a:gd name="connsiteX6" fmla="*/ 952 w 12192644"/>
              <a:gd name="connsiteY6" fmla="*/ 0 h 2493609"/>
              <a:gd name="connsiteX0" fmla="*/ 952 w 12192644"/>
              <a:gd name="connsiteY0" fmla="*/ 0 h 2266917"/>
              <a:gd name="connsiteX1" fmla="*/ 2605338 w 12192644"/>
              <a:gd name="connsiteY1" fmla="*/ 973720 h 2266917"/>
              <a:gd name="connsiteX2" fmla="*/ 8846574 w 12192644"/>
              <a:gd name="connsiteY2" fmla="*/ 136158 h 2266917"/>
              <a:gd name="connsiteX3" fmla="*/ 12192644 w 12192644"/>
              <a:gd name="connsiteY3" fmla="*/ 1139309 h 2266917"/>
              <a:gd name="connsiteX4" fmla="*/ 12192000 w 12192644"/>
              <a:gd name="connsiteY4" fmla="*/ 2266917 h 2266917"/>
              <a:gd name="connsiteX5" fmla="*/ 0 w 12192644"/>
              <a:gd name="connsiteY5" fmla="*/ 2266917 h 2266917"/>
              <a:gd name="connsiteX6" fmla="*/ 952 w 12192644"/>
              <a:gd name="connsiteY6" fmla="*/ 0 h 2266917"/>
              <a:gd name="connsiteX0" fmla="*/ 952 w 12192644"/>
              <a:gd name="connsiteY0" fmla="*/ 0 h 2266917"/>
              <a:gd name="connsiteX1" fmla="*/ 2605338 w 12192644"/>
              <a:gd name="connsiteY1" fmla="*/ 973720 h 2266917"/>
              <a:gd name="connsiteX2" fmla="*/ 8846574 w 12192644"/>
              <a:gd name="connsiteY2" fmla="*/ 136158 h 2266917"/>
              <a:gd name="connsiteX3" fmla="*/ 12192644 w 12192644"/>
              <a:gd name="connsiteY3" fmla="*/ 1139309 h 2266917"/>
              <a:gd name="connsiteX4" fmla="*/ 12192000 w 12192644"/>
              <a:gd name="connsiteY4" fmla="*/ 2266917 h 2266917"/>
              <a:gd name="connsiteX5" fmla="*/ 0 w 12192644"/>
              <a:gd name="connsiteY5" fmla="*/ 2266917 h 2266917"/>
              <a:gd name="connsiteX6" fmla="*/ 952 w 12192644"/>
              <a:gd name="connsiteY6" fmla="*/ 0 h 2266917"/>
              <a:gd name="connsiteX0" fmla="*/ 952 w 12205344"/>
              <a:gd name="connsiteY0" fmla="*/ 0 h 2266917"/>
              <a:gd name="connsiteX1" fmla="*/ 2605338 w 12205344"/>
              <a:gd name="connsiteY1" fmla="*/ 973720 h 2266917"/>
              <a:gd name="connsiteX2" fmla="*/ 8846574 w 12205344"/>
              <a:gd name="connsiteY2" fmla="*/ 136158 h 2266917"/>
              <a:gd name="connsiteX3" fmla="*/ 12205344 w 12205344"/>
              <a:gd name="connsiteY3" fmla="*/ 1063746 h 2266917"/>
              <a:gd name="connsiteX4" fmla="*/ 12192000 w 12205344"/>
              <a:gd name="connsiteY4" fmla="*/ 2266917 h 2266917"/>
              <a:gd name="connsiteX5" fmla="*/ 0 w 12205344"/>
              <a:gd name="connsiteY5" fmla="*/ 2266917 h 2266917"/>
              <a:gd name="connsiteX6" fmla="*/ 952 w 12205344"/>
              <a:gd name="connsiteY6" fmla="*/ 0 h 2266917"/>
              <a:gd name="connsiteX0" fmla="*/ 952 w 12205344"/>
              <a:gd name="connsiteY0" fmla="*/ 0 h 2266917"/>
              <a:gd name="connsiteX1" fmla="*/ 2605338 w 12205344"/>
              <a:gd name="connsiteY1" fmla="*/ 973720 h 2266917"/>
              <a:gd name="connsiteX2" fmla="*/ 8846574 w 12205344"/>
              <a:gd name="connsiteY2" fmla="*/ 136158 h 2266917"/>
              <a:gd name="connsiteX3" fmla="*/ 12205344 w 12205344"/>
              <a:gd name="connsiteY3" fmla="*/ 1063746 h 2266917"/>
              <a:gd name="connsiteX4" fmla="*/ 12192000 w 12205344"/>
              <a:gd name="connsiteY4" fmla="*/ 2266917 h 2266917"/>
              <a:gd name="connsiteX5" fmla="*/ 0 w 12205344"/>
              <a:gd name="connsiteY5" fmla="*/ 2266917 h 2266917"/>
              <a:gd name="connsiteX6" fmla="*/ 952 w 12205344"/>
              <a:gd name="connsiteY6" fmla="*/ 0 h 2266917"/>
              <a:gd name="connsiteX0" fmla="*/ 952 w 12210106"/>
              <a:gd name="connsiteY0" fmla="*/ 0 h 2266917"/>
              <a:gd name="connsiteX1" fmla="*/ 2605338 w 12210106"/>
              <a:gd name="connsiteY1" fmla="*/ 973720 h 2266917"/>
              <a:gd name="connsiteX2" fmla="*/ 8846574 w 12210106"/>
              <a:gd name="connsiteY2" fmla="*/ 136158 h 2266917"/>
              <a:gd name="connsiteX3" fmla="*/ 12210106 w 12210106"/>
              <a:gd name="connsiteY3" fmla="*/ 1177089 h 2266917"/>
              <a:gd name="connsiteX4" fmla="*/ 12192000 w 12210106"/>
              <a:gd name="connsiteY4" fmla="*/ 2266917 h 2266917"/>
              <a:gd name="connsiteX5" fmla="*/ 0 w 12210106"/>
              <a:gd name="connsiteY5" fmla="*/ 2266917 h 2266917"/>
              <a:gd name="connsiteX6" fmla="*/ 952 w 12210106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8846574 w 12195819"/>
              <a:gd name="connsiteY2" fmla="*/ 136158 h 2266917"/>
              <a:gd name="connsiteX3" fmla="*/ 12195819 w 12195819"/>
              <a:gd name="connsiteY3" fmla="*/ 1209473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8846574 w 12195819"/>
              <a:gd name="connsiteY2" fmla="*/ 136158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7990231 w 12195819"/>
              <a:gd name="connsiteY2" fmla="*/ 148929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7990231 w 12195819"/>
              <a:gd name="connsiteY2" fmla="*/ 148929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7990231 w 12195819"/>
              <a:gd name="connsiteY2" fmla="*/ 148929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7990231 w 12195819"/>
              <a:gd name="connsiteY2" fmla="*/ 148929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952 w 12195819"/>
              <a:gd name="connsiteY0" fmla="*/ 0 h 2266917"/>
              <a:gd name="connsiteX1" fmla="*/ 2605338 w 12195819"/>
              <a:gd name="connsiteY1" fmla="*/ 973720 h 2266917"/>
              <a:gd name="connsiteX2" fmla="*/ 7990231 w 12195819"/>
              <a:gd name="connsiteY2" fmla="*/ 148929 h 2266917"/>
              <a:gd name="connsiteX3" fmla="*/ 12195819 w 12195819"/>
              <a:gd name="connsiteY3" fmla="*/ 982787 h 2266917"/>
              <a:gd name="connsiteX4" fmla="*/ 12192000 w 12195819"/>
              <a:gd name="connsiteY4" fmla="*/ 2266917 h 2266917"/>
              <a:gd name="connsiteX5" fmla="*/ 0 w 12195819"/>
              <a:gd name="connsiteY5" fmla="*/ 2266917 h 2266917"/>
              <a:gd name="connsiteX6" fmla="*/ 952 w 12195819"/>
              <a:gd name="connsiteY6" fmla="*/ 0 h 2266917"/>
              <a:gd name="connsiteX0" fmla="*/ 15466 w 12195819"/>
              <a:gd name="connsiteY0" fmla="*/ 288422 h 2117991"/>
              <a:gd name="connsiteX1" fmla="*/ 2605338 w 12195819"/>
              <a:gd name="connsiteY1" fmla="*/ 824794 h 2117991"/>
              <a:gd name="connsiteX2" fmla="*/ 7990231 w 12195819"/>
              <a:gd name="connsiteY2" fmla="*/ 3 h 2117991"/>
              <a:gd name="connsiteX3" fmla="*/ 12195819 w 12195819"/>
              <a:gd name="connsiteY3" fmla="*/ 833861 h 2117991"/>
              <a:gd name="connsiteX4" fmla="*/ 12192000 w 12195819"/>
              <a:gd name="connsiteY4" fmla="*/ 2117991 h 2117991"/>
              <a:gd name="connsiteX5" fmla="*/ 0 w 12195819"/>
              <a:gd name="connsiteY5" fmla="*/ 2117991 h 2117991"/>
              <a:gd name="connsiteX6" fmla="*/ 15466 w 12195819"/>
              <a:gd name="connsiteY6" fmla="*/ 288422 h 2117991"/>
              <a:gd name="connsiteX0" fmla="*/ 15466 w 12195819"/>
              <a:gd name="connsiteY0" fmla="*/ 288687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15466 w 12195819"/>
              <a:gd name="connsiteY6" fmla="*/ 288687 h 2118256"/>
              <a:gd name="connsiteX0" fmla="*/ 15466 w 12195819"/>
              <a:gd name="connsiteY0" fmla="*/ 288687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15466 w 12195819"/>
              <a:gd name="connsiteY6" fmla="*/ 288687 h 2118256"/>
              <a:gd name="connsiteX0" fmla="*/ 15466 w 12195819"/>
              <a:gd name="connsiteY0" fmla="*/ 288687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15466 w 12195819"/>
              <a:gd name="connsiteY6" fmla="*/ 288687 h 2118256"/>
              <a:gd name="connsiteX0" fmla="*/ 15466 w 12195819"/>
              <a:gd name="connsiteY0" fmla="*/ 288687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15466 w 12195819"/>
              <a:gd name="connsiteY6" fmla="*/ 288687 h 2118256"/>
              <a:gd name="connsiteX0" fmla="*/ 15466 w 12195819"/>
              <a:gd name="connsiteY0" fmla="*/ 288687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15466 w 12195819"/>
              <a:gd name="connsiteY6" fmla="*/ 288687 h 2118256"/>
              <a:gd name="connsiteX0" fmla="*/ 952 w 12195819"/>
              <a:gd name="connsiteY0" fmla="*/ 419891 h 2118256"/>
              <a:gd name="connsiteX1" fmla="*/ 3229452 w 12195819"/>
              <a:gd name="connsiteY1" fmla="*/ 854216 h 2118256"/>
              <a:gd name="connsiteX2" fmla="*/ 7990231 w 12195819"/>
              <a:gd name="connsiteY2" fmla="*/ 268 h 2118256"/>
              <a:gd name="connsiteX3" fmla="*/ 12195819 w 12195819"/>
              <a:gd name="connsiteY3" fmla="*/ 834126 h 2118256"/>
              <a:gd name="connsiteX4" fmla="*/ 12192000 w 12195819"/>
              <a:gd name="connsiteY4" fmla="*/ 2118256 h 2118256"/>
              <a:gd name="connsiteX5" fmla="*/ 0 w 12195819"/>
              <a:gd name="connsiteY5" fmla="*/ 2118256 h 2118256"/>
              <a:gd name="connsiteX6" fmla="*/ 952 w 12195819"/>
              <a:gd name="connsiteY6" fmla="*/ 419891 h 2118256"/>
              <a:gd name="connsiteX0" fmla="*/ 952 w 12195819"/>
              <a:gd name="connsiteY0" fmla="*/ 424101 h 2122466"/>
              <a:gd name="connsiteX1" fmla="*/ 3258481 w 12195819"/>
              <a:gd name="connsiteY1" fmla="*/ 975052 h 2122466"/>
              <a:gd name="connsiteX2" fmla="*/ 7990231 w 12195819"/>
              <a:gd name="connsiteY2" fmla="*/ 4478 h 2122466"/>
              <a:gd name="connsiteX3" fmla="*/ 12195819 w 12195819"/>
              <a:gd name="connsiteY3" fmla="*/ 838336 h 2122466"/>
              <a:gd name="connsiteX4" fmla="*/ 12192000 w 12195819"/>
              <a:gd name="connsiteY4" fmla="*/ 2122466 h 2122466"/>
              <a:gd name="connsiteX5" fmla="*/ 0 w 12195819"/>
              <a:gd name="connsiteY5" fmla="*/ 2122466 h 2122466"/>
              <a:gd name="connsiteX6" fmla="*/ 952 w 12195819"/>
              <a:gd name="connsiteY6" fmla="*/ 424101 h 2122466"/>
              <a:gd name="connsiteX0" fmla="*/ 952 w 12195819"/>
              <a:gd name="connsiteY0" fmla="*/ 424101 h 2122466"/>
              <a:gd name="connsiteX1" fmla="*/ 3258481 w 12195819"/>
              <a:gd name="connsiteY1" fmla="*/ 975052 h 2122466"/>
              <a:gd name="connsiteX2" fmla="*/ 7990231 w 12195819"/>
              <a:gd name="connsiteY2" fmla="*/ 4478 h 2122466"/>
              <a:gd name="connsiteX3" fmla="*/ 12195819 w 12195819"/>
              <a:gd name="connsiteY3" fmla="*/ 838336 h 2122466"/>
              <a:gd name="connsiteX4" fmla="*/ 12192000 w 12195819"/>
              <a:gd name="connsiteY4" fmla="*/ 2122466 h 2122466"/>
              <a:gd name="connsiteX5" fmla="*/ 0 w 12195819"/>
              <a:gd name="connsiteY5" fmla="*/ 2122466 h 2122466"/>
              <a:gd name="connsiteX6" fmla="*/ 952 w 12195819"/>
              <a:gd name="connsiteY6" fmla="*/ 424101 h 2122466"/>
              <a:gd name="connsiteX0" fmla="*/ 952 w 12195819"/>
              <a:gd name="connsiteY0" fmla="*/ 424101 h 2122466"/>
              <a:gd name="connsiteX1" fmla="*/ 3258481 w 12195819"/>
              <a:gd name="connsiteY1" fmla="*/ 975052 h 2122466"/>
              <a:gd name="connsiteX2" fmla="*/ 7990231 w 12195819"/>
              <a:gd name="connsiteY2" fmla="*/ 4478 h 2122466"/>
              <a:gd name="connsiteX3" fmla="*/ 12195819 w 12195819"/>
              <a:gd name="connsiteY3" fmla="*/ 838336 h 2122466"/>
              <a:gd name="connsiteX4" fmla="*/ 12192000 w 12195819"/>
              <a:gd name="connsiteY4" fmla="*/ 2122466 h 2122466"/>
              <a:gd name="connsiteX5" fmla="*/ 0 w 12195819"/>
              <a:gd name="connsiteY5" fmla="*/ 2122466 h 2122466"/>
              <a:gd name="connsiteX6" fmla="*/ 952 w 12195819"/>
              <a:gd name="connsiteY6" fmla="*/ 424101 h 2122466"/>
              <a:gd name="connsiteX0" fmla="*/ 952 w 12195819"/>
              <a:gd name="connsiteY0" fmla="*/ 424101 h 2122466"/>
              <a:gd name="connsiteX1" fmla="*/ 3258481 w 12195819"/>
              <a:gd name="connsiteY1" fmla="*/ 975052 h 2122466"/>
              <a:gd name="connsiteX2" fmla="*/ 7990231 w 12195819"/>
              <a:gd name="connsiteY2" fmla="*/ 4478 h 2122466"/>
              <a:gd name="connsiteX3" fmla="*/ 12195819 w 12195819"/>
              <a:gd name="connsiteY3" fmla="*/ 838336 h 2122466"/>
              <a:gd name="connsiteX4" fmla="*/ 12192000 w 12195819"/>
              <a:gd name="connsiteY4" fmla="*/ 2122466 h 2122466"/>
              <a:gd name="connsiteX5" fmla="*/ 0 w 12195819"/>
              <a:gd name="connsiteY5" fmla="*/ 2122466 h 2122466"/>
              <a:gd name="connsiteX6" fmla="*/ 952 w 12195819"/>
              <a:gd name="connsiteY6" fmla="*/ 424101 h 2122466"/>
              <a:gd name="connsiteX0" fmla="*/ 952 w 12195819"/>
              <a:gd name="connsiteY0" fmla="*/ 424101 h 2122466"/>
              <a:gd name="connsiteX1" fmla="*/ 3258481 w 12195819"/>
              <a:gd name="connsiteY1" fmla="*/ 975052 h 2122466"/>
              <a:gd name="connsiteX2" fmla="*/ 7990231 w 12195819"/>
              <a:gd name="connsiteY2" fmla="*/ 4478 h 2122466"/>
              <a:gd name="connsiteX3" fmla="*/ 12195819 w 12195819"/>
              <a:gd name="connsiteY3" fmla="*/ 838336 h 2122466"/>
              <a:gd name="connsiteX4" fmla="*/ 12192000 w 12195819"/>
              <a:gd name="connsiteY4" fmla="*/ 2122466 h 2122466"/>
              <a:gd name="connsiteX5" fmla="*/ 0 w 12195819"/>
              <a:gd name="connsiteY5" fmla="*/ 2122466 h 2122466"/>
              <a:gd name="connsiteX6" fmla="*/ 952 w 12195819"/>
              <a:gd name="connsiteY6" fmla="*/ 424101 h 2122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5819" h="2122466">
                <a:moveTo>
                  <a:pt x="952" y="424101"/>
                </a:moveTo>
                <a:cubicBezTo>
                  <a:pt x="1193183" y="1204162"/>
                  <a:pt x="2347849" y="1044989"/>
                  <a:pt x="3258481" y="975052"/>
                </a:cubicBezTo>
                <a:cubicBezTo>
                  <a:pt x="4602400" y="871838"/>
                  <a:pt x="6500675" y="27264"/>
                  <a:pt x="7990231" y="4478"/>
                </a:cubicBezTo>
                <a:cubicBezTo>
                  <a:pt x="9479787" y="-18308"/>
                  <a:pt x="10579201" y="16175"/>
                  <a:pt x="12195819" y="838336"/>
                </a:cubicBezTo>
                <a:cubicBezTo>
                  <a:pt x="12195604" y="1214205"/>
                  <a:pt x="12192215" y="1746597"/>
                  <a:pt x="12192000" y="2122466"/>
                </a:cubicBezTo>
                <a:lnTo>
                  <a:pt x="0" y="2122466"/>
                </a:lnTo>
                <a:cubicBezTo>
                  <a:pt x="0" y="1291812"/>
                  <a:pt x="952" y="1254755"/>
                  <a:pt x="952" y="4241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F28C6EF2-DF4E-41C1-A52D-80CD66A0D3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22313" y="986521"/>
            <a:ext cx="6169687" cy="5243014"/>
          </a:xfrm>
          <a:prstGeom prst="rect">
            <a:avLst/>
          </a:prstGeom>
        </p:spPr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F7FCCBB6-D45B-4AD0-BE95-9CC668DCD76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27" r="7327"/>
          <a:stretch/>
        </p:blipFill>
        <p:spPr/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4AA2DF63-F5F7-4F21-904C-366AF269BDA0}"/>
              </a:ext>
            </a:extLst>
          </p:cNvPr>
          <p:cNvSpPr/>
          <p:nvPr/>
        </p:nvSpPr>
        <p:spPr>
          <a:xfrm>
            <a:off x="1046410" y="1941368"/>
            <a:ext cx="5659190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Design Smartwatch.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343C59D-AD22-4EDB-BAE0-FD0EB5E6A5A8}"/>
              </a:ext>
            </a:extLst>
          </p:cNvPr>
          <p:cNvGrpSpPr/>
          <p:nvPr/>
        </p:nvGrpSpPr>
        <p:grpSpPr>
          <a:xfrm>
            <a:off x="1168022" y="3874966"/>
            <a:ext cx="2613418" cy="1427570"/>
            <a:chOff x="2474776" y="3811234"/>
            <a:chExt cx="2357574" cy="1287816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07F10E49-C071-4B64-AA77-F003C97D386A}"/>
                </a:ext>
              </a:extLst>
            </p:cNvPr>
            <p:cNvGrpSpPr/>
            <p:nvPr/>
          </p:nvGrpSpPr>
          <p:grpSpPr>
            <a:xfrm rot="5400000">
              <a:off x="3009655" y="3276355"/>
              <a:ext cx="1287816" cy="2357574"/>
              <a:chOff x="10317480" y="3977640"/>
              <a:chExt cx="2440306" cy="1417320"/>
            </a:xfrm>
          </p:grpSpPr>
          <p:sp>
            <p:nvSpPr>
              <p:cNvPr id="41" name="Rectangle: Rounded Corners 40">
                <a:extLst>
                  <a:ext uri="{FF2B5EF4-FFF2-40B4-BE49-F238E27FC236}">
                    <a16:creationId xmlns:a16="http://schemas.microsoft.com/office/drawing/2014/main" id="{C6B8B518-D3E0-42C2-BE1A-FAA153C0059B}"/>
                  </a:ext>
                </a:extLst>
              </p:cNvPr>
              <p:cNvSpPr/>
              <p:nvPr/>
            </p:nvSpPr>
            <p:spPr>
              <a:xfrm>
                <a:off x="10317480" y="3977640"/>
                <a:ext cx="2440306" cy="1417319"/>
              </a:xfrm>
              <a:prstGeom prst="roundRect">
                <a:avLst>
                  <a:gd name="adj" fmla="val 4570"/>
                </a:avLst>
              </a:prstGeom>
              <a:solidFill>
                <a:schemeClr val="bg1">
                  <a:alpha val="8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6E37F96F-C8E5-4351-B870-B60DD1F0F6D4}"/>
                  </a:ext>
                </a:extLst>
              </p:cNvPr>
              <p:cNvGrpSpPr/>
              <p:nvPr/>
            </p:nvGrpSpPr>
            <p:grpSpPr>
              <a:xfrm>
                <a:off x="10317480" y="3977640"/>
                <a:ext cx="129540" cy="1417320"/>
                <a:chOff x="10576560" y="3977640"/>
                <a:chExt cx="213360" cy="1417320"/>
              </a:xfrm>
            </p:grpSpPr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B7D4E571-71B1-4E9D-B9E5-F42D131E8E68}"/>
                    </a:ext>
                  </a:extLst>
                </p:cNvPr>
                <p:cNvSpPr/>
                <p:nvPr/>
              </p:nvSpPr>
              <p:spPr>
                <a:xfrm>
                  <a:off x="10576560" y="3977640"/>
                  <a:ext cx="213360" cy="141732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4BA5F733-2F79-44EC-90C4-22C305CFBF85}"/>
                    </a:ext>
                  </a:extLst>
                </p:cNvPr>
                <p:cNvSpPr/>
                <p:nvPr/>
              </p:nvSpPr>
              <p:spPr>
                <a:xfrm flipV="1">
                  <a:off x="10576560" y="4794740"/>
                  <a:ext cx="213360" cy="600219"/>
                </a:xfrm>
                <a:prstGeom prst="roundRect">
                  <a:avLst>
                    <a:gd name="adj" fmla="val 50000"/>
                  </a:avLst>
                </a:prstGeom>
                <a:gradFill>
                  <a:gsLst>
                    <a:gs pos="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path path="circle">
                    <a:fillToRect l="50000" t="130000" r="50000" b="-30000"/>
                  </a:path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/>
                </a:p>
              </p:txBody>
            </p:sp>
          </p:grp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5D9F6158-A5D0-49C9-84D6-4F0EEB1A3562}"/>
                </a:ext>
              </a:extLst>
            </p:cNvPr>
            <p:cNvGrpSpPr/>
            <p:nvPr/>
          </p:nvGrpSpPr>
          <p:grpSpPr>
            <a:xfrm>
              <a:off x="2647496" y="3946317"/>
              <a:ext cx="1993409" cy="1022369"/>
              <a:chOff x="2639344" y="4006230"/>
              <a:chExt cx="1993409" cy="1022369"/>
            </a:xfrm>
          </p:grpSpPr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6E88B075-35B9-4F91-AA66-6EF431C86B36}"/>
                  </a:ext>
                </a:extLst>
              </p:cNvPr>
              <p:cNvGrpSpPr/>
              <p:nvPr/>
            </p:nvGrpSpPr>
            <p:grpSpPr>
              <a:xfrm>
                <a:off x="2639344" y="4006230"/>
                <a:ext cx="1684090" cy="690847"/>
                <a:chOff x="1682114" y="4217295"/>
                <a:chExt cx="1884046" cy="772873"/>
              </a:xfrm>
            </p:grpSpPr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CEC62BB-54F1-4845-A6D3-3555C08A852D}"/>
                    </a:ext>
                  </a:extLst>
                </p:cNvPr>
                <p:cNvSpPr/>
                <p:nvPr/>
              </p:nvSpPr>
              <p:spPr>
                <a:xfrm>
                  <a:off x="1682114" y="4217295"/>
                  <a:ext cx="1884046" cy="356371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400" b="1" dirty="0">
                      <a:solidFill>
                        <a:schemeClr val="accent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Investment</a:t>
                  </a: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8233892C-58E3-47E4-9B22-8C4CFB25ED10}"/>
                    </a:ext>
                  </a:extLst>
                </p:cNvPr>
                <p:cNvSpPr/>
                <p:nvPr/>
              </p:nvSpPr>
              <p:spPr>
                <a:xfrm>
                  <a:off x="1682114" y="4507259"/>
                  <a:ext cx="1884046" cy="482909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2000" dirty="0">
                      <a:solidFill>
                        <a:schemeClr val="bg1"/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1674 </a:t>
                  </a:r>
                  <a:r>
                    <a:rPr lang="en-US" sz="2000" dirty="0">
                      <a:solidFill>
                        <a:schemeClr val="bg1">
                          <a:alpha val="25000"/>
                        </a:schemeClr>
                      </a:solidFill>
                      <a:latin typeface="Poppins" panose="02000000000000000000" pitchFamily="2" charset="0"/>
                      <a:ea typeface="Open Sans Light" panose="020B0306030504020204" pitchFamily="34" charset="0"/>
                      <a:cs typeface="Poppins" panose="02000000000000000000" pitchFamily="2" charset="0"/>
                    </a:rPr>
                    <a:t>/ 2098</a:t>
                  </a:r>
                </a:p>
              </p:txBody>
            </p:sp>
          </p:grp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83BEA748-A512-4FDC-8037-E632008E41E1}"/>
                  </a:ext>
                </a:extLst>
              </p:cNvPr>
              <p:cNvCxnSpPr/>
              <p:nvPr/>
            </p:nvCxnSpPr>
            <p:spPr>
              <a:xfrm>
                <a:off x="2693747" y="4711695"/>
                <a:ext cx="1939006" cy="0"/>
              </a:xfrm>
              <a:prstGeom prst="line">
                <a:avLst/>
              </a:prstGeom>
              <a:ln>
                <a:solidFill>
                  <a:schemeClr val="bg1">
                    <a:alpha val="2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DE900BE9-BCB8-43B2-A249-29B272ADB38D}"/>
                  </a:ext>
                </a:extLst>
              </p:cNvPr>
              <p:cNvSpPr/>
              <p:nvPr/>
            </p:nvSpPr>
            <p:spPr>
              <a:xfrm>
                <a:off x="2639344" y="4741235"/>
                <a:ext cx="1894556" cy="2873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en-US" sz="1200" dirty="0">
                    <a:solidFill>
                      <a:schemeClr val="bg1"/>
                    </a:solidFill>
                    <a:latin typeface="Poppins Light" panose="02000000000000000000" pitchFamily="2" charset="0"/>
                    <a:ea typeface="Open Sans Light" panose="020B0306030504020204" pitchFamily="34" charset="0"/>
                    <a:cs typeface="Poppins Light" panose="02000000000000000000" pitchFamily="2" charset="0"/>
                  </a:rPr>
                  <a:t>Their pronunciation </a:t>
                </a:r>
              </a:p>
            </p:txBody>
          </p:sp>
        </p:grp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980DBFD0-9548-46AF-AD6C-04E1EB8679D6}"/>
              </a:ext>
            </a:extLst>
          </p:cNvPr>
          <p:cNvGrpSpPr/>
          <p:nvPr/>
        </p:nvGrpSpPr>
        <p:grpSpPr>
          <a:xfrm>
            <a:off x="4130023" y="3981638"/>
            <a:ext cx="2427779" cy="1214227"/>
            <a:chOff x="4475812" y="3510407"/>
            <a:chExt cx="2427779" cy="121422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3776D60-6034-4304-8F5A-5956D1EBB133}"/>
                </a:ext>
              </a:extLst>
            </p:cNvPr>
            <p:cNvSpPr/>
            <p:nvPr/>
          </p:nvSpPr>
          <p:spPr>
            <a:xfrm>
              <a:off x="4475812" y="4166020"/>
              <a:ext cx="2427779" cy="55861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1200" dirty="0">
                  <a:solidFill>
                    <a:schemeClr val="bg1"/>
                  </a:solidFill>
                  <a:latin typeface="Poppins Light" panose="02000000000000000000" pitchFamily="2" charset="0"/>
                  <a:ea typeface="Open Sans Light" panose="020B0306030504020204" pitchFamily="34" charset="0"/>
                  <a:cs typeface="Poppins Light" panose="02000000000000000000" pitchFamily="2" charset="0"/>
                </a:rPr>
                <a:t>“Their pronunciation and their most common words. 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341E6DF7-0DF2-483B-9F41-ACA75282F5E4}"/>
                </a:ext>
              </a:extLst>
            </p:cNvPr>
            <p:cNvSpPr/>
            <p:nvPr/>
          </p:nvSpPr>
          <p:spPr>
            <a:xfrm>
              <a:off x="4475812" y="3510407"/>
              <a:ext cx="1872673" cy="6955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sz="3200" b="1" dirty="0">
                  <a:solidFill>
                    <a:schemeClr val="accent1"/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03 </a:t>
              </a:r>
              <a:r>
                <a:rPr lang="en-US" sz="3200" dirty="0">
                  <a:solidFill>
                    <a:schemeClr val="bg1">
                      <a:alpha val="25000"/>
                    </a:schemeClr>
                  </a:solidFill>
                  <a:latin typeface="Poppins" panose="02000000000000000000" pitchFamily="2" charset="0"/>
                  <a:ea typeface="Open Sans Light" panose="020B0306030504020204" pitchFamily="34" charset="0"/>
                  <a:cs typeface="Poppins" panose="02000000000000000000" pitchFamily="2" charset="0"/>
                </a:rPr>
                <a:t>/ 10</a:t>
              </a:r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B798A262-C8C6-442F-984F-F345C91A0989}"/>
              </a:ext>
            </a:extLst>
          </p:cNvPr>
          <p:cNvSpPr/>
          <p:nvPr/>
        </p:nvSpPr>
        <p:spPr>
          <a:xfrm>
            <a:off x="3950324" y="1005217"/>
            <a:ext cx="239383" cy="239383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C44B4E7-A9EC-421F-94CB-D89E2FF56A45}"/>
              </a:ext>
            </a:extLst>
          </p:cNvPr>
          <p:cNvSpPr/>
          <p:nvPr/>
        </p:nvSpPr>
        <p:spPr>
          <a:xfrm>
            <a:off x="1755458" y="6183863"/>
            <a:ext cx="1854869" cy="1854869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19A76B39-A609-439E-BD39-2B2E80AA1F2E}"/>
              </a:ext>
            </a:extLst>
          </p:cNvPr>
          <p:cNvSpPr/>
          <p:nvPr/>
        </p:nvSpPr>
        <p:spPr>
          <a:xfrm>
            <a:off x="11890229" y="2745143"/>
            <a:ext cx="642775" cy="642775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99820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 p14:presetBounceEnd="66667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9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0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fill="hold" nodeType="withEffect" p14:presetBounceEnd="66667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8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9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/>
          <p:bldP spid="27" grpId="0"/>
          <p:bldP spid="50" grpId="0" animBg="1"/>
          <p:bldP spid="50" grpId="1" animBg="1"/>
          <p:bldP spid="51" grpId="0" animBg="1"/>
          <p:bldP spid="51" grpId="1" animBg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7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" dur="75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53" presetClass="entr" presetSubtype="16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decel="100000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1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6.25E-7 -1.48148E-6 L 6.25E-7 0.02847 " pathEditMode="relative" rAng="0" ptsTypes="AA">
                                          <p:cBhvr>
                                            <p:cTn id="45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1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5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decel="100000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accel="50000" decel="50000" autoRev="1" fill="hold" grpId="1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57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/>
          <p:bldP spid="27" grpId="0"/>
          <p:bldP spid="50" grpId="0" animBg="1"/>
          <p:bldP spid="50" grpId="1" animBg="1"/>
          <p:bldP spid="51" grpId="0" animBg="1"/>
          <p:bldP spid="51" grpId="1" animBg="1"/>
          <p:bldP spid="52" grpId="0" animBg="1"/>
          <p:bldP spid="52" grpId="1" animBg="1"/>
        </p:bldLst>
      </p:timing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6327AEC-BB29-82CF-0CCC-9E6AD002B05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C225BE39-AF6D-4B95-8338-5BC8CD0F8AF5}"/>
              </a:ext>
            </a:extLst>
          </p:cNvPr>
          <p:cNvSpPr/>
          <p:nvPr/>
        </p:nvSpPr>
        <p:spPr>
          <a:xfrm flipH="1" flipV="1">
            <a:off x="0" y="0"/>
            <a:ext cx="6096000" cy="6858000"/>
          </a:xfrm>
          <a:prstGeom prst="round2SameRect">
            <a:avLst>
              <a:gd name="adj1" fmla="val 0"/>
              <a:gd name="adj2" fmla="val 0"/>
            </a:avLst>
          </a:prstGeom>
          <a:gradFill flip="none" rotWithShape="1">
            <a:gsLst>
              <a:gs pos="0">
                <a:schemeClr val="accent1"/>
              </a:gs>
              <a:gs pos="100000">
                <a:srgbClr val="573983"/>
              </a:gs>
              <a:gs pos="50000">
                <a:schemeClr val="accent2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9591FAD-1E49-4C17-BD37-682DF173398B}"/>
              </a:ext>
            </a:extLst>
          </p:cNvPr>
          <p:cNvSpPr/>
          <p:nvPr/>
        </p:nvSpPr>
        <p:spPr>
          <a:xfrm>
            <a:off x="1968709" y="2439499"/>
            <a:ext cx="8254583" cy="30664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lnSpc>
                <a:spcPct val="90000"/>
              </a:lnSpc>
            </a:pPr>
            <a:r>
              <a:rPr lang="en-US" sz="5400" i="0" dirty="0">
                <a:solidFill>
                  <a:schemeClr val="bg1"/>
                </a:solidFill>
                <a:effectLst>
                  <a:outerShdw blurRad="1270000" dist="1066800" dir="5400000" sx="90000" sy="90000" algn="t" rotWithShape="0">
                    <a:prstClr val="black">
                      <a:alpha val="25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Section-</a:t>
            </a:r>
          </a:p>
          <a:p>
            <a:pPr fontAlgn="base">
              <a:lnSpc>
                <a:spcPct val="90000"/>
              </a:lnSpc>
            </a:pPr>
            <a:r>
              <a:rPr lang="en-US" sz="8000" b="1" i="0" dirty="0">
                <a:solidFill>
                  <a:schemeClr val="bg1"/>
                </a:solidFill>
                <a:effectLst>
                  <a:outerShdw blurRad="1270000" dist="1066800" dir="5400000" sx="90000" sy="90000" algn="t" rotWithShape="0">
                    <a:prstClr val="black">
                      <a:alpha val="25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Space High </a:t>
            </a:r>
            <a:r>
              <a:rPr lang="en-US" sz="8000" b="1" dirty="0">
                <a:solidFill>
                  <a:schemeClr val="bg1"/>
                </a:solidFill>
                <a:effectLst>
                  <a:outerShdw blurRad="1270000" dist="1066800" dir="5400000" sx="90000" sy="90000" algn="t" rotWithShape="0">
                    <a:prstClr val="black">
                      <a:alpha val="25000"/>
                    </a:prstClr>
                  </a:outerShdw>
                </a:effectLst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History</a:t>
            </a:r>
            <a:endParaRPr lang="en-US" sz="8000" b="1" i="0" dirty="0">
              <a:solidFill>
                <a:schemeClr val="bg1"/>
              </a:solidFill>
              <a:effectLst>
                <a:outerShdw blurRad="1270000" dist="1066800" dir="5400000" sx="90000" sy="90000" algn="t" rotWithShape="0">
                  <a:prstClr val="black">
                    <a:alpha val="25000"/>
                  </a:prstClr>
                </a:outerShdw>
              </a:effectLst>
              <a:latin typeface="Poppins" panose="02000000000000000000" pitchFamily="2" charset="0"/>
              <a:ea typeface="Roboto Condensed" panose="02000000000000000000" pitchFamily="2" charset="0"/>
              <a:cs typeface="Poppins" panose="02000000000000000000" pitchFamily="2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C078FE9-FD6C-4566-9FA5-FCB86FD12FFF}"/>
              </a:ext>
            </a:extLst>
          </p:cNvPr>
          <p:cNvGrpSpPr/>
          <p:nvPr/>
        </p:nvGrpSpPr>
        <p:grpSpPr>
          <a:xfrm>
            <a:off x="743201" y="762073"/>
            <a:ext cx="2013251" cy="400110"/>
            <a:chOff x="743201" y="850419"/>
            <a:chExt cx="2018996" cy="401252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08E7FDE4-B02F-43E8-851F-B105AA509ECA}"/>
                </a:ext>
              </a:extLst>
            </p:cNvPr>
            <p:cNvSpPr/>
            <p:nvPr/>
          </p:nvSpPr>
          <p:spPr>
            <a:xfrm>
              <a:off x="940722" y="850419"/>
              <a:ext cx="1821475" cy="40125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2000" b="1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Space High</a:t>
              </a:r>
              <a:endParaRPr lang="id-ID" sz="2000" b="1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2F3E075-CFF6-4727-9C75-C2B5B3121268}"/>
                </a:ext>
              </a:extLst>
            </p:cNvPr>
            <p:cNvSpPr/>
            <p:nvPr/>
          </p:nvSpPr>
          <p:spPr>
            <a:xfrm>
              <a:off x="743201" y="880886"/>
              <a:ext cx="197520" cy="308396"/>
            </a:xfrm>
            <a:custGeom>
              <a:avLst/>
              <a:gdLst>
                <a:gd name="connsiteX0" fmla="*/ 836318 w 1094728"/>
                <a:gd name="connsiteY0" fmla="*/ 0 h 1709251"/>
                <a:gd name="connsiteX1" fmla="*/ 1094728 w 1094728"/>
                <a:gd name="connsiteY1" fmla="*/ 258410 h 1709251"/>
                <a:gd name="connsiteX2" fmla="*/ 948380 w 1094728"/>
                <a:gd name="connsiteY2" fmla="*/ 258410 h 1709251"/>
                <a:gd name="connsiteX3" fmla="*/ 948380 w 1094728"/>
                <a:gd name="connsiteY3" fmla="*/ 558335 h 1709251"/>
                <a:gd name="connsiteX4" fmla="*/ 948238 w 1094728"/>
                <a:gd name="connsiteY4" fmla="*/ 558335 h 1709251"/>
                <a:gd name="connsiteX5" fmla="*/ 948238 w 1094728"/>
                <a:gd name="connsiteY5" fmla="*/ 1029467 h 1709251"/>
                <a:gd name="connsiteX6" fmla="*/ 724586 w 1094728"/>
                <a:gd name="connsiteY6" fmla="*/ 1253119 h 1709251"/>
                <a:gd name="connsiteX7" fmla="*/ 724586 w 1094728"/>
                <a:gd name="connsiteY7" fmla="*/ 933100 h 1709251"/>
                <a:gd name="connsiteX8" fmla="*/ 370142 w 1094728"/>
                <a:gd name="connsiteY8" fmla="*/ 933100 h 1709251"/>
                <a:gd name="connsiteX9" fmla="*/ 370142 w 1094728"/>
                <a:gd name="connsiteY9" fmla="*/ 1150916 h 1709251"/>
                <a:gd name="connsiteX10" fmla="*/ 370472 w 1094728"/>
                <a:gd name="connsiteY10" fmla="*/ 1150916 h 1709251"/>
                <a:gd name="connsiteX11" fmla="*/ 370472 w 1094728"/>
                <a:gd name="connsiteY11" fmla="*/ 1450841 h 1709251"/>
                <a:gd name="connsiteX12" fmla="*/ 516820 w 1094728"/>
                <a:gd name="connsiteY12" fmla="*/ 1450841 h 1709251"/>
                <a:gd name="connsiteX13" fmla="*/ 258410 w 1094728"/>
                <a:gd name="connsiteY13" fmla="*/ 1709251 h 1709251"/>
                <a:gd name="connsiteX14" fmla="*/ 0 w 1094728"/>
                <a:gd name="connsiteY14" fmla="*/ 1450841 h 1709251"/>
                <a:gd name="connsiteX15" fmla="*/ 146348 w 1094728"/>
                <a:gd name="connsiteY15" fmla="*/ 1450841 h 1709251"/>
                <a:gd name="connsiteX16" fmla="*/ 146348 w 1094728"/>
                <a:gd name="connsiteY16" fmla="*/ 1150916 h 1709251"/>
                <a:gd name="connsiteX17" fmla="*/ 146490 w 1094728"/>
                <a:gd name="connsiteY17" fmla="*/ 1150916 h 1709251"/>
                <a:gd name="connsiteX18" fmla="*/ 146490 w 1094728"/>
                <a:gd name="connsiteY18" fmla="*/ 679784 h 1709251"/>
                <a:gd name="connsiteX19" fmla="*/ 370142 w 1094728"/>
                <a:gd name="connsiteY19" fmla="*/ 456132 h 1709251"/>
                <a:gd name="connsiteX20" fmla="*/ 370142 w 1094728"/>
                <a:gd name="connsiteY20" fmla="*/ 763072 h 1709251"/>
                <a:gd name="connsiteX21" fmla="*/ 724586 w 1094728"/>
                <a:gd name="connsiteY21" fmla="*/ 763072 h 1709251"/>
                <a:gd name="connsiteX22" fmla="*/ 724586 w 1094728"/>
                <a:gd name="connsiteY22" fmla="*/ 558335 h 1709251"/>
                <a:gd name="connsiteX23" fmla="*/ 724256 w 1094728"/>
                <a:gd name="connsiteY23" fmla="*/ 558335 h 1709251"/>
                <a:gd name="connsiteX24" fmla="*/ 724256 w 1094728"/>
                <a:gd name="connsiteY24" fmla="*/ 258410 h 1709251"/>
                <a:gd name="connsiteX25" fmla="*/ 577908 w 1094728"/>
                <a:gd name="connsiteY25" fmla="*/ 258410 h 170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94728" h="1709251">
                  <a:moveTo>
                    <a:pt x="836318" y="0"/>
                  </a:moveTo>
                  <a:lnTo>
                    <a:pt x="1094728" y="258410"/>
                  </a:lnTo>
                  <a:lnTo>
                    <a:pt x="948380" y="258410"/>
                  </a:lnTo>
                  <a:lnTo>
                    <a:pt x="948380" y="558335"/>
                  </a:lnTo>
                  <a:lnTo>
                    <a:pt x="948238" y="558335"/>
                  </a:lnTo>
                  <a:lnTo>
                    <a:pt x="948238" y="1029467"/>
                  </a:lnTo>
                  <a:lnTo>
                    <a:pt x="724586" y="1253119"/>
                  </a:lnTo>
                  <a:lnTo>
                    <a:pt x="724586" y="933100"/>
                  </a:lnTo>
                  <a:lnTo>
                    <a:pt x="370142" y="933100"/>
                  </a:lnTo>
                  <a:lnTo>
                    <a:pt x="370142" y="1150916"/>
                  </a:lnTo>
                  <a:lnTo>
                    <a:pt x="370472" y="1150916"/>
                  </a:lnTo>
                  <a:lnTo>
                    <a:pt x="370472" y="1450841"/>
                  </a:lnTo>
                  <a:lnTo>
                    <a:pt x="516820" y="1450841"/>
                  </a:lnTo>
                  <a:lnTo>
                    <a:pt x="258410" y="1709251"/>
                  </a:lnTo>
                  <a:lnTo>
                    <a:pt x="0" y="1450841"/>
                  </a:lnTo>
                  <a:lnTo>
                    <a:pt x="146348" y="1450841"/>
                  </a:lnTo>
                  <a:lnTo>
                    <a:pt x="146348" y="1150916"/>
                  </a:lnTo>
                  <a:lnTo>
                    <a:pt x="146490" y="1150916"/>
                  </a:lnTo>
                  <a:lnTo>
                    <a:pt x="146490" y="679784"/>
                  </a:lnTo>
                  <a:lnTo>
                    <a:pt x="370142" y="456132"/>
                  </a:lnTo>
                  <a:lnTo>
                    <a:pt x="370142" y="763072"/>
                  </a:lnTo>
                  <a:lnTo>
                    <a:pt x="724586" y="763072"/>
                  </a:lnTo>
                  <a:lnTo>
                    <a:pt x="724586" y="558335"/>
                  </a:lnTo>
                  <a:lnTo>
                    <a:pt x="724256" y="558335"/>
                  </a:lnTo>
                  <a:lnTo>
                    <a:pt x="724256" y="258410"/>
                  </a:lnTo>
                  <a:lnTo>
                    <a:pt x="577908" y="258410"/>
                  </a:lnTo>
                  <a:close/>
                </a:path>
              </a:pathLst>
            </a:custGeom>
            <a:gradFill>
              <a:gsLst>
                <a:gs pos="38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9B2A5ECF-0DC4-4B13-B687-C32132E99B5F}"/>
              </a:ext>
            </a:extLst>
          </p:cNvPr>
          <p:cNvSpPr/>
          <p:nvPr/>
        </p:nvSpPr>
        <p:spPr>
          <a:xfrm>
            <a:off x="743201" y="5416060"/>
            <a:ext cx="3740360" cy="636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4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</a:t>
            </a:r>
            <a:endParaRPr lang="id-ID" sz="14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C3FCD5CC-E340-4657-A839-619610EECEA2}"/>
              </a:ext>
            </a:extLst>
          </p:cNvPr>
          <p:cNvCxnSpPr/>
          <p:nvPr/>
        </p:nvCxnSpPr>
        <p:spPr>
          <a:xfrm>
            <a:off x="830043" y="5296066"/>
            <a:ext cx="65314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0150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6C828CE3-968D-44F4-90BC-0573A30F4BBA}"/>
              </a:ext>
            </a:extLst>
          </p:cNvPr>
          <p:cNvSpPr/>
          <p:nvPr/>
        </p:nvSpPr>
        <p:spPr>
          <a:xfrm rot="5400000" flipH="1">
            <a:off x="9938885" y="-1176941"/>
            <a:ext cx="1076171" cy="3430056"/>
          </a:xfrm>
          <a:custGeom>
            <a:avLst/>
            <a:gdLst>
              <a:gd name="connsiteX0" fmla="*/ 2561234 w 2585297"/>
              <a:gd name="connsiteY0" fmla="*/ 0 h 6906127"/>
              <a:gd name="connsiteX1" fmla="*/ 780560 w 2585297"/>
              <a:gd name="connsiteY1" fmla="*/ 1852863 h 6906127"/>
              <a:gd name="connsiteX2" fmla="*/ 82728 w 2585297"/>
              <a:gd name="connsiteY2" fmla="*/ 4932948 h 6906127"/>
              <a:gd name="connsiteX3" fmla="*/ 2585297 w 2585297"/>
              <a:gd name="connsiteY3" fmla="*/ 6906127 h 6906127"/>
              <a:gd name="connsiteX4" fmla="*/ 2561234 w 2585297"/>
              <a:gd name="connsiteY4" fmla="*/ 0 h 6906127"/>
              <a:gd name="connsiteX0" fmla="*/ 2561234 w 2585297"/>
              <a:gd name="connsiteY0" fmla="*/ 10370 h 6916497"/>
              <a:gd name="connsiteX1" fmla="*/ 780560 w 2585297"/>
              <a:gd name="connsiteY1" fmla="*/ 1863233 h 6916497"/>
              <a:gd name="connsiteX2" fmla="*/ 82728 w 2585297"/>
              <a:gd name="connsiteY2" fmla="*/ 4943318 h 6916497"/>
              <a:gd name="connsiteX3" fmla="*/ 2585297 w 2585297"/>
              <a:gd name="connsiteY3" fmla="*/ 6916497 h 6916497"/>
              <a:gd name="connsiteX4" fmla="*/ 2561234 w 2585297"/>
              <a:gd name="connsiteY4" fmla="*/ 10370 h 6916497"/>
              <a:gd name="connsiteX0" fmla="*/ 2547392 w 2571455"/>
              <a:gd name="connsiteY0" fmla="*/ 8277 h 6914404"/>
              <a:gd name="connsiteX1" fmla="*/ 938168 w 2571455"/>
              <a:gd name="connsiteY1" fmla="*/ 2184990 h 6914404"/>
              <a:gd name="connsiteX2" fmla="*/ 68886 w 2571455"/>
              <a:gd name="connsiteY2" fmla="*/ 4941225 h 6914404"/>
              <a:gd name="connsiteX3" fmla="*/ 2571455 w 2571455"/>
              <a:gd name="connsiteY3" fmla="*/ 6914404 h 6914404"/>
              <a:gd name="connsiteX4" fmla="*/ 2547392 w 2571455"/>
              <a:gd name="connsiteY4" fmla="*/ 8277 h 6914404"/>
              <a:gd name="connsiteX0" fmla="*/ 2594895 w 2618958"/>
              <a:gd name="connsiteY0" fmla="*/ 8277 h 6914404"/>
              <a:gd name="connsiteX1" fmla="*/ 985671 w 2618958"/>
              <a:gd name="connsiteY1" fmla="*/ 2184990 h 6914404"/>
              <a:gd name="connsiteX2" fmla="*/ 116389 w 2618958"/>
              <a:gd name="connsiteY2" fmla="*/ 4941225 h 6914404"/>
              <a:gd name="connsiteX3" fmla="*/ 2618958 w 2618958"/>
              <a:gd name="connsiteY3" fmla="*/ 6914404 h 6914404"/>
              <a:gd name="connsiteX4" fmla="*/ 2594895 w 2618958"/>
              <a:gd name="connsiteY4" fmla="*/ 8277 h 6914404"/>
              <a:gd name="connsiteX0" fmla="*/ 2594895 w 2618958"/>
              <a:gd name="connsiteY0" fmla="*/ 8277 h 6914404"/>
              <a:gd name="connsiteX1" fmla="*/ 985671 w 2618958"/>
              <a:gd name="connsiteY1" fmla="*/ 2184990 h 6914404"/>
              <a:gd name="connsiteX2" fmla="*/ 116389 w 2618958"/>
              <a:gd name="connsiteY2" fmla="*/ 4941225 h 6914404"/>
              <a:gd name="connsiteX3" fmla="*/ 2618958 w 2618958"/>
              <a:gd name="connsiteY3" fmla="*/ 6914404 h 6914404"/>
              <a:gd name="connsiteX4" fmla="*/ 2594895 w 2618958"/>
              <a:gd name="connsiteY4" fmla="*/ 8277 h 6914404"/>
              <a:gd name="connsiteX0" fmla="*/ 2594895 w 2618958"/>
              <a:gd name="connsiteY0" fmla="*/ 8277 h 6914404"/>
              <a:gd name="connsiteX1" fmla="*/ 985671 w 2618958"/>
              <a:gd name="connsiteY1" fmla="*/ 2184990 h 6914404"/>
              <a:gd name="connsiteX2" fmla="*/ 116389 w 2618958"/>
              <a:gd name="connsiteY2" fmla="*/ 4941225 h 6914404"/>
              <a:gd name="connsiteX3" fmla="*/ 2618958 w 2618958"/>
              <a:gd name="connsiteY3" fmla="*/ 6914404 h 6914404"/>
              <a:gd name="connsiteX4" fmla="*/ 2594895 w 2618958"/>
              <a:gd name="connsiteY4" fmla="*/ 8277 h 6914404"/>
              <a:gd name="connsiteX0" fmla="*/ 2594895 w 2618958"/>
              <a:gd name="connsiteY0" fmla="*/ 8277 h 6914404"/>
              <a:gd name="connsiteX1" fmla="*/ 985671 w 2618958"/>
              <a:gd name="connsiteY1" fmla="*/ 2184990 h 6914404"/>
              <a:gd name="connsiteX2" fmla="*/ 116389 w 2618958"/>
              <a:gd name="connsiteY2" fmla="*/ 4941225 h 6914404"/>
              <a:gd name="connsiteX3" fmla="*/ 2618958 w 2618958"/>
              <a:gd name="connsiteY3" fmla="*/ 6914404 h 6914404"/>
              <a:gd name="connsiteX4" fmla="*/ 2594895 w 2618958"/>
              <a:gd name="connsiteY4" fmla="*/ 8277 h 6914404"/>
              <a:gd name="connsiteX0" fmla="*/ 2517149 w 2541212"/>
              <a:gd name="connsiteY0" fmla="*/ 8277 h 6914404"/>
              <a:gd name="connsiteX1" fmla="*/ 907925 w 2541212"/>
              <a:gd name="connsiteY1" fmla="*/ 2184990 h 6914404"/>
              <a:gd name="connsiteX2" fmla="*/ 38643 w 2541212"/>
              <a:gd name="connsiteY2" fmla="*/ 4941225 h 6914404"/>
              <a:gd name="connsiteX3" fmla="*/ 2541212 w 2541212"/>
              <a:gd name="connsiteY3" fmla="*/ 6914404 h 6914404"/>
              <a:gd name="connsiteX4" fmla="*/ 2517149 w 2541212"/>
              <a:gd name="connsiteY4" fmla="*/ 8277 h 6914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1212" h="6914404">
                <a:moveTo>
                  <a:pt x="2517149" y="8277"/>
                </a:moveTo>
                <a:cubicBezTo>
                  <a:pt x="614154" y="-124071"/>
                  <a:pt x="1321009" y="1362832"/>
                  <a:pt x="907925" y="2184990"/>
                </a:cubicBezTo>
                <a:cubicBezTo>
                  <a:pt x="494841" y="3007148"/>
                  <a:pt x="-166896" y="3508464"/>
                  <a:pt x="38643" y="4941225"/>
                </a:cubicBezTo>
                <a:cubicBezTo>
                  <a:pt x="358482" y="6183486"/>
                  <a:pt x="1573672" y="6806120"/>
                  <a:pt x="2541212" y="6914404"/>
                </a:cubicBezTo>
                <a:lnTo>
                  <a:pt x="2517149" y="8277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rgbClr val="3D1E66">
                  <a:alpha val="0"/>
                </a:srgbClr>
              </a:gs>
              <a:gs pos="41000">
                <a:schemeClr val="accent2">
                  <a:alpha val="20000"/>
                </a:scheme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60D59F1-BBA4-4A40-A886-3D4EB15FDB5C}"/>
              </a:ext>
            </a:extLst>
          </p:cNvPr>
          <p:cNvSpPr/>
          <p:nvPr/>
        </p:nvSpPr>
        <p:spPr>
          <a:xfrm>
            <a:off x="4014740" y="3610870"/>
            <a:ext cx="229398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Office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AA19896-E091-4CB9-9484-AAC995EBEFBC}"/>
              </a:ext>
            </a:extLst>
          </p:cNvPr>
          <p:cNvGrpSpPr/>
          <p:nvPr/>
        </p:nvGrpSpPr>
        <p:grpSpPr>
          <a:xfrm>
            <a:off x="1025351" y="3610870"/>
            <a:ext cx="2513057" cy="400110"/>
            <a:chOff x="1025351" y="3610870"/>
            <a:chExt cx="2513057" cy="40011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A2F9120-DBE7-42BF-A5AF-90FD5090F066}"/>
                </a:ext>
              </a:extLst>
            </p:cNvPr>
            <p:cNvSpPr/>
            <p:nvPr/>
          </p:nvSpPr>
          <p:spPr>
            <a:xfrm>
              <a:off x="1244426" y="3610870"/>
              <a:ext cx="2293982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20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Space High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F6D2601-5E7C-4A4B-94D8-8D47B97B8CE4}"/>
                </a:ext>
              </a:extLst>
            </p:cNvPr>
            <p:cNvSpPr/>
            <p:nvPr/>
          </p:nvSpPr>
          <p:spPr>
            <a:xfrm>
              <a:off x="1025351" y="3656727"/>
              <a:ext cx="197520" cy="308396"/>
            </a:xfrm>
            <a:custGeom>
              <a:avLst/>
              <a:gdLst>
                <a:gd name="connsiteX0" fmla="*/ 836318 w 1094728"/>
                <a:gd name="connsiteY0" fmla="*/ 0 h 1709251"/>
                <a:gd name="connsiteX1" fmla="*/ 1094728 w 1094728"/>
                <a:gd name="connsiteY1" fmla="*/ 258410 h 1709251"/>
                <a:gd name="connsiteX2" fmla="*/ 948380 w 1094728"/>
                <a:gd name="connsiteY2" fmla="*/ 258410 h 1709251"/>
                <a:gd name="connsiteX3" fmla="*/ 948380 w 1094728"/>
                <a:gd name="connsiteY3" fmla="*/ 558335 h 1709251"/>
                <a:gd name="connsiteX4" fmla="*/ 948238 w 1094728"/>
                <a:gd name="connsiteY4" fmla="*/ 558335 h 1709251"/>
                <a:gd name="connsiteX5" fmla="*/ 948238 w 1094728"/>
                <a:gd name="connsiteY5" fmla="*/ 1029467 h 1709251"/>
                <a:gd name="connsiteX6" fmla="*/ 724586 w 1094728"/>
                <a:gd name="connsiteY6" fmla="*/ 1253119 h 1709251"/>
                <a:gd name="connsiteX7" fmla="*/ 724586 w 1094728"/>
                <a:gd name="connsiteY7" fmla="*/ 933100 h 1709251"/>
                <a:gd name="connsiteX8" fmla="*/ 370142 w 1094728"/>
                <a:gd name="connsiteY8" fmla="*/ 933100 h 1709251"/>
                <a:gd name="connsiteX9" fmla="*/ 370142 w 1094728"/>
                <a:gd name="connsiteY9" fmla="*/ 1150916 h 1709251"/>
                <a:gd name="connsiteX10" fmla="*/ 370472 w 1094728"/>
                <a:gd name="connsiteY10" fmla="*/ 1150916 h 1709251"/>
                <a:gd name="connsiteX11" fmla="*/ 370472 w 1094728"/>
                <a:gd name="connsiteY11" fmla="*/ 1450841 h 1709251"/>
                <a:gd name="connsiteX12" fmla="*/ 516820 w 1094728"/>
                <a:gd name="connsiteY12" fmla="*/ 1450841 h 1709251"/>
                <a:gd name="connsiteX13" fmla="*/ 258410 w 1094728"/>
                <a:gd name="connsiteY13" fmla="*/ 1709251 h 1709251"/>
                <a:gd name="connsiteX14" fmla="*/ 0 w 1094728"/>
                <a:gd name="connsiteY14" fmla="*/ 1450841 h 1709251"/>
                <a:gd name="connsiteX15" fmla="*/ 146348 w 1094728"/>
                <a:gd name="connsiteY15" fmla="*/ 1450841 h 1709251"/>
                <a:gd name="connsiteX16" fmla="*/ 146348 w 1094728"/>
                <a:gd name="connsiteY16" fmla="*/ 1150916 h 1709251"/>
                <a:gd name="connsiteX17" fmla="*/ 146490 w 1094728"/>
                <a:gd name="connsiteY17" fmla="*/ 1150916 h 1709251"/>
                <a:gd name="connsiteX18" fmla="*/ 146490 w 1094728"/>
                <a:gd name="connsiteY18" fmla="*/ 679784 h 1709251"/>
                <a:gd name="connsiteX19" fmla="*/ 370142 w 1094728"/>
                <a:gd name="connsiteY19" fmla="*/ 456132 h 1709251"/>
                <a:gd name="connsiteX20" fmla="*/ 370142 w 1094728"/>
                <a:gd name="connsiteY20" fmla="*/ 763072 h 1709251"/>
                <a:gd name="connsiteX21" fmla="*/ 724586 w 1094728"/>
                <a:gd name="connsiteY21" fmla="*/ 763072 h 1709251"/>
                <a:gd name="connsiteX22" fmla="*/ 724586 w 1094728"/>
                <a:gd name="connsiteY22" fmla="*/ 558335 h 1709251"/>
                <a:gd name="connsiteX23" fmla="*/ 724256 w 1094728"/>
                <a:gd name="connsiteY23" fmla="*/ 558335 h 1709251"/>
                <a:gd name="connsiteX24" fmla="*/ 724256 w 1094728"/>
                <a:gd name="connsiteY24" fmla="*/ 258410 h 1709251"/>
                <a:gd name="connsiteX25" fmla="*/ 577908 w 1094728"/>
                <a:gd name="connsiteY25" fmla="*/ 258410 h 170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94728" h="1709251">
                  <a:moveTo>
                    <a:pt x="836318" y="0"/>
                  </a:moveTo>
                  <a:lnTo>
                    <a:pt x="1094728" y="258410"/>
                  </a:lnTo>
                  <a:lnTo>
                    <a:pt x="948380" y="258410"/>
                  </a:lnTo>
                  <a:lnTo>
                    <a:pt x="948380" y="558335"/>
                  </a:lnTo>
                  <a:lnTo>
                    <a:pt x="948238" y="558335"/>
                  </a:lnTo>
                  <a:lnTo>
                    <a:pt x="948238" y="1029467"/>
                  </a:lnTo>
                  <a:lnTo>
                    <a:pt x="724586" y="1253119"/>
                  </a:lnTo>
                  <a:lnTo>
                    <a:pt x="724586" y="933100"/>
                  </a:lnTo>
                  <a:lnTo>
                    <a:pt x="370142" y="933100"/>
                  </a:lnTo>
                  <a:lnTo>
                    <a:pt x="370142" y="1150916"/>
                  </a:lnTo>
                  <a:lnTo>
                    <a:pt x="370472" y="1150916"/>
                  </a:lnTo>
                  <a:lnTo>
                    <a:pt x="370472" y="1450841"/>
                  </a:lnTo>
                  <a:lnTo>
                    <a:pt x="516820" y="1450841"/>
                  </a:lnTo>
                  <a:lnTo>
                    <a:pt x="258410" y="1709251"/>
                  </a:lnTo>
                  <a:lnTo>
                    <a:pt x="0" y="1450841"/>
                  </a:lnTo>
                  <a:lnTo>
                    <a:pt x="146348" y="1450841"/>
                  </a:lnTo>
                  <a:lnTo>
                    <a:pt x="146348" y="1150916"/>
                  </a:lnTo>
                  <a:lnTo>
                    <a:pt x="146490" y="1150916"/>
                  </a:lnTo>
                  <a:lnTo>
                    <a:pt x="146490" y="679784"/>
                  </a:lnTo>
                  <a:lnTo>
                    <a:pt x="370142" y="456132"/>
                  </a:lnTo>
                  <a:lnTo>
                    <a:pt x="370142" y="763072"/>
                  </a:lnTo>
                  <a:lnTo>
                    <a:pt x="724586" y="763072"/>
                  </a:lnTo>
                  <a:lnTo>
                    <a:pt x="724586" y="558335"/>
                  </a:lnTo>
                  <a:lnTo>
                    <a:pt x="724256" y="558335"/>
                  </a:lnTo>
                  <a:lnTo>
                    <a:pt x="724256" y="258410"/>
                  </a:lnTo>
                  <a:lnTo>
                    <a:pt x="577908" y="258410"/>
                  </a:lnTo>
                  <a:close/>
                </a:path>
              </a:pathLst>
            </a:custGeom>
            <a:gradFill>
              <a:gsLst>
                <a:gs pos="38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solidFill>
                  <a:schemeClr val="bg1"/>
                </a:solidFill>
              </a:endParaRP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C92818B4-383E-4CD4-A00C-C679E5C4CFF3}"/>
              </a:ext>
            </a:extLst>
          </p:cNvPr>
          <p:cNvSpPr/>
          <p:nvPr/>
        </p:nvSpPr>
        <p:spPr>
          <a:xfrm>
            <a:off x="936451" y="4153889"/>
            <a:ext cx="2123727" cy="798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The European languages are members of the same family. 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19BC79-B962-4F5F-9F69-A99769A92417}"/>
              </a:ext>
            </a:extLst>
          </p:cNvPr>
          <p:cNvSpPr/>
          <p:nvPr/>
        </p:nvSpPr>
        <p:spPr>
          <a:xfrm>
            <a:off x="6468581" y="3610870"/>
            <a:ext cx="229398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Contact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3B73E3F-B053-451E-BB1E-C3A1A7EFEEC6}"/>
              </a:ext>
            </a:extLst>
          </p:cNvPr>
          <p:cNvSpPr/>
          <p:nvPr/>
        </p:nvSpPr>
        <p:spPr>
          <a:xfrm>
            <a:off x="8922423" y="3610870"/>
            <a:ext cx="229398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/>
            <a:r>
              <a:rPr lang="en-US" b="1" dirty="0">
                <a:solidFill>
                  <a:schemeClr val="bg1"/>
                </a:solidFill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Social Media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2E809B3-7D59-47BF-9B9D-3CFB88A17EA0}"/>
              </a:ext>
            </a:extLst>
          </p:cNvPr>
          <p:cNvSpPr/>
          <p:nvPr/>
        </p:nvSpPr>
        <p:spPr>
          <a:xfrm>
            <a:off x="4014740" y="4153889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#1 Indonesia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17888BF-999D-43D8-9966-47660F4D4D93}"/>
              </a:ext>
            </a:extLst>
          </p:cNvPr>
          <p:cNvSpPr/>
          <p:nvPr/>
        </p:nvSpPr>
        <p:spPr>
          <a:xfrm>
            <a:off x="4014740" y="4492603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#2 Japan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54FF872-73E1-49E2-9D31-D0A9A71F3D0B}"/>
              </a:ext>
            </a:extLst>
          </p:cNvPr>
          <p:cNvSpPr/>
          <p:nvPr/>
        </p:nvSpPr>
        <p:spPr>
          <a:xfrm>
            <a:off x="4014740" y="4831318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#3 Germany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912CF32-1D4F-4F18-A7E3-7486AC434F1F}"/>
              </a:ext>
            </a:extLst>
          </p:cNvPr>
          <p:cNvSpPr/>
          <p:nvPr/>
        </p:nvSpPr>
        <p:spPr>
          <a:xfrm>
            <a:off x="6468581" y="4153889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#1 Indonesia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47903D2-E125-4DEB-B254-20F522138F4C}"/>
              </a:ext>
            </a:extLst>
          </p:cNvPr>
          <p:cNvSpPr/>
          <p:nvPr/>
        </p:nvSpPr>
        <p:spPr>
          <a:xfrm>
            <a:off x="6468581" y="4492603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#2 Japan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601D26F-430A-454E-97ED-4B3145272008}"/>
              </a:ext>
            </a:extLst>
          </p:cNvPr>
          <p:cNvSpPr/>
          <p:nvPr/>
        </p:nvSpPr>
        <p:spPr>
          <a:xfrm>
            <a:off x="6468581" y="4831318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Office #3 Germany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9F0F795-D614-4B59-8CE5-3AE617FE805A}"/>
              </a:ext>
            </a:extLst>
          </p:cNvPr>
          <p:cNvSpPr/>
          <p:nvPr/>
        </p:nvSpPr>
        <p:spPr>
          <a:xfrm>
            <a:off x="8922423" y="4153889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Facebook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6AFC200-916F-416D-9709-ADF4BC242782}"/>
              </a:ext>
            </a:extLst>
          </p:cNvPr>
          <p:cNvSpPr/>
          <p:nvPr/>
        </p:nvSpPr>
        <p:spPr>
          <a:xfrm>
            <a:off x="8922423" y="4492603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Instagram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DF2A3E8-99EB-4388-A960-CE55722B3F1F}"/>
              </a:ext>
            </a:extLst>
          </p:cNvPr>
          <p:cNvSpPr/>
          <p:nvPr/>
        </p:nvSpPr>
        <p:spPr>
          <a:xfrm>
            <a:off x="8922423" y="4831318"/>
            <a:ext cx="1962541" cy="3185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YouTube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CE1A90F-AA83-4A9E-80B6-9055EC64F70E}"/>
              </a:ext>
            </a:extLst>
          </p:cNvPr>
          <p:cNvSpPr/>
          <p:nvPr/>
        </p:nvSpPr>
        <p:spPr>
          <a:xfrm>
            <a:off x="911573" y="5703050"/>
            <a:ext cx="1962541" cy="5555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sz="1200" dirty="0">
                <a:solidFill>
                  <a:schemeClr val="bg1"/>
                </a:solidFill>
                <a:latin typeface="Poppins Light" panose="02000000000000000000" pitchFamily="2" charset="0"/>
                <a:cs typeface="Poppins Light" panose="02000000000000000000" pitchFamily="2" charset="0"/>
              </a:rPr>
              <a:t>2023 All Rights Reserved</a:t>
            </a:r>
            <a:endParaRPr lang="id-ID" sz="1200" dirty="0">
              <a:solidFill>
                <a:schemeClr val="bg1"/>
              </a:solidFill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04E2106-29E2-43CF-9DA7-5D69F1D2724F}"/>
              </a:ext>
            </a:extLst>
          </p:cNvPr>
          <p:cNvCxnSpPr>
            <a:cxnSpLocks/>
          </p:cNvCxnSpPr>
          <p:nvPr/>
        </p:nvCxnSpPr>
        <p:spPr>
          <a:xfrm>
            <a:off x="950717" y="2826222"/>
            <a:ext cx="10290566" cy="0"/>
          </a:xfrm>
          <a:prstGeom prst="line">
            <a:avLst/>
          </a:prstGeom>
          <a:ln>
            <a:solidFill>
              <a:schemeClr val="bg1">
                <a:alpha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E8730F1-F4C4-44E2-BEF6-563FCD6DF66B}"/>
              </a:ext>
            </a:extLst>
          </p:cNvPr>
          <p:cNvCxnSpPr>
            <a:cxnSpLocks/>
          </p:cNvCxnSpPr>
          <p:nvPr/>
        </p:nvCxnSpPr>
        <p:spPr>
          <a:xfrm>
            <a:off x="3175000" y="5863338"/>
            <a:ext cx="8066283" cy="0"/>
          </a:xfrm>
          <a:prstGeom prst="line">
            <a:avLst/>
          </a:prstGeom>
          <a:ln>
            <a:solidFill>
              <a:schemeClr val="bg1">
                <a:alpha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78B603A-3377-4933-9C38-C5F1FCCC3CD6}"/>
              </a:ext>
            </a:extLst>
          </p:cNvPr>
          <p:cNvGrpSpPr/>
          <p:nvPr/>
        </p:nvGrpSpPr>
        <p:grpSpPr>
          <a:xfrm>
            <a:off x="860351" y="1275605"/>
            <a:ext cx="5616165" cy="1178974"/>
            <a:chOff x="860351" y="985674"/>
            <a:chExt cx="5616165" cy="1178974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94F579B-954A-4E67-A4D2-7885CFD00D3C}"/>
                </a:ext>
              </a:extLst>
            </p:cNvPr>
            <p:cNvSpPr/>
            <p:nvPr/>
          </p:nvSpPr>
          <p:spPr>
            <a:xfrm>
              <a:off x="860351" y="1395207"/>
              <a:ext cx="5616165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sz="4400" b="1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Get In Touch.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8F6439B5-A367-4E4C-87A6-C93722FBB840}"/>
                </a:ext>
              </a:extLst>
            </p:cNvPr>
            <p:cNvSpPr/>
            <p:nvPr/>
          </p:nvSpPr>
          <p:spPr>
            <a:xfrm>
              <a:off x="860351" y="985674"/>
              <a:ext cx="5616165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base"/>
              <a:r>
                <a:rPr lang="en-US" i="0" dirty="0">
                  <a:solidFill>
                    <a:schemeClr val="bg1"/>
                  </a:solidFill>
                  <a:effectLst/>
                  <a:latin typeface="Poppins" panose="02000000000000000000" pitchFamily="2" charset="0"/>
                  <a:ea typeface="Roboto Condensed" panose="02000000000000000000" pitchFamily="2" charset="0"/>
                  <a:cs typeface="Poppins" panose="02000000000000000000" pitchFamily="2" charset="0"/>
                </a:rPr>
                <a:t>Ready To Get Started?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67649DE-99B0-4467-AF16-7E64885D3BB4}"/>
              </a:ext>
            </a:extLst>
          </p:cNvPr>
          <p:cNvGrpSpPr/>
          <p:nvPr/>
        </p:nvGrpSpPr>
        <p:grpSpPr>
          <a:xfrm>
            <a:off x="8761944" y="1586178"/>
            <a:ext cx="2198688" cy="557828"/>
            <a:chOff x="8761944" y="1482728"/>
            <a:chExt cx="2198688" cy="557828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6F7B3E7B-8935-4749-A3CE-1EC4DD6F4B24}"/>
                </a:ext>
              </a:extLst>
            </p:cNvPr>
            <p:cNvSpPr/>
            <p:nvPr/>
          </p:nvSpPr>
          <p:spPr>
            <a:xfrm>
              <a:off x="8761944" y="1482728"/>
              <a:ext cx="2198688" cy="557828"/>
            </a:xfrm>
            <a:prstGeom prst="roundRect">
              <a:avLst>
                <a:gd name="adj" fmla="val 11582"/>
              </a:avLst>
            </a:prstGeom>
            <a:gradFill flip="none" rotWithShape="1">
              <a:gsLst>
                <a:gs pos="0">
                  <a:schemeClr val="accent1"/>
                </a:gs>
                <a:gs pos="99000">
                  <a:schemeClr val="accent2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889000" dist="254000" dir="5400000" sx="80000" sy="8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400" dirty="0">
                  <a:latin typeface="Poppins Light" panose="02000000000000000000" pitchFamily="2" charset="0"/>
                  <a:cs typeface="Poppins Light" panose="02000000000000000000" pitchFamily="2" charset="0"/>
                </a:rPr>
                <a:t> Let’s Try It</a:t>
              </a:r>
              <a:endParaRPr lang="id-ID" sz="1400" dirty="0">
                <a:latin typeface="Poppins Light" panose="02000000000000000000" pitchFamily="2" charset="0"/>
                <a:cs typeface="Poppins Light" panose="02000000000000000000" pitchFamily="2" charset="0"/>
              </a:endParaRPr>
            </a:p>
          </p:txBody>
        </p:sp>
        <p:sp>
          <p:nvSpPr>
            <p:cNvPr id="37" name="Freeform 234">
              <a:extLst>
                <a:ext uri="{FF2B5EF4-FFF2-40B4-BE49-F238E27FC236}">
                  <a16:creationId xmlns:a16="http://schemas.microsoft.com/office/drawing/2014/main" id="{FED4A718-FB95-4B49-AC43-B04F53935B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58718" y="1579018"/>
              <a:ext cx="182625" cy="365249"/>
            </a:xfrm>
            <a:custGeom>
              <a:avLst/>
              <a:gdLst>
                <a:gd name="T0" fmla="*/ 175 w 350"/>
                <a:gd name="T1" fmla="*/ 704 h 704"/>
                <a:gd name="T2" fmla="*/ 178 w 350"/>
                <a:gd name="T3" fmla="*/ 704 h 704"/>
                <a:gd name="T4" fmla="*/ 182 w 350"/>
                <a:gd name="T5" fmla="*/ 703 h 704"/>
                <a:gd name="T6" fmla="*/ 185 w 350"/>
                <a:gd name="T7" fmla="*/ 701 h 704"/>
                <a:gd name="T8" fmla="*/ 187 w 350"/>
                <a:gd name="T9" fmla="*/ 699 h 704"/>
                <a:gd name="T10" fmla="*/ 189 w 350"/>
                <a:gd name="T11" fmla="*/ 696 h 704"/>
                <a:gd name="T12" fmla="*/ 191 w 350"/>
                <a:gd name="T13" fmla="*/ 693 h 704"/>
                <a:gd name="T14" fmla="*/ 192 w 350"/>
                <a:gd name="T15" fmla="*/ 690 h 704"/>
                <a:gd name="T16" fmla="*/ 192 w 350"/>
                <a:gd name="T17" fmla="*/ 687 h 704"/>
                <a:gd name="T18" fmla="*/ 192 w 350"/>
                <a:gd name="T19" fmla="*/ 59 h 704"/>
                <a:gd name="T20" fmla="*/ 321 w 350"/>
                <a:gd name="T21" fmla="*/ 187 h 704"/>
                <a:gd name="T22" fmla="*/ 323 w 350"/>
                <a:gd name="T23" fmla="*/ 190 h 704"/>
                <a:gd name="T24" fmla="*/ 326 w 350"/>
                <a:gd name="T25" fmla="*/ 191 h 704"/>
                <a:gd name="T26" fmla="*/ 330 w 350"/>
                <a:gd name="T27" fmla="*/ 192 h 704"/>
                <a:gd name="T28" fmla="*/ 333 w 350"/>
                <a:gd name="T29" fmla="*/ 192 h 704"/>
                <a:gd name="T30" fmla="*/ 336 w 350"/>
                <a:gd name="T31" fmla="*/ 192 h 704"/>
                <a:gd name="T32" fmla="*/ 339 w 350"/>
                <a:gd name="T33" fmla="*/ 191 h 704"/>
                <a:gd name="T34" fmla="*/ 342 w 350"/>
                <a:gd name="T35" fmla="*/ 190 h 704"/>
                <a:gd name="T36" fmla="*/ 345 w 350"/>
                <a:gd name="T37" fmla="*/ 187 h 704"/>
                <a:gd name="T38" fmla="*/ 347 w 350"/>
                <a:gd name="T39" fmla="*/ 185 h 704"/>
                <a:gd name="T40" fmla="*/ 349 w 350"/>
                <a:gd name="T41" fmla="*/ 182 h 704"/>
                <a:gd name="T42" fmla="*/ 350 w 350"/>
                <a:gd name="T43" fmla="*/ 179 h 704"/>
                <a:gd name="T44" fmla="*/ 350 w 350"/>
                <a:gd name="T45" fmla="*/ 175 h 704"/>
                <a:gd name="T46" fmla="*/ 350 w 350"/>
                <a:gd name="T47" fmla="*/ 172 h 704"/>
                <a:gd name="T48" fmla="*/ 349 w 350"/>
                <a:gd name="T49" fmla="*/ 169 h 704"/>
                <a:gd name="T50" fmla="*/ 347 w 350"/>
                <a:gd name="T51" fmla="*/ 166 h 704"/>
                <a:gd name="T52" fmla="*/ 345 w 350"/>
                <a:gd name="T53" fmla="*/ 163 h 704"/>
                <a:gd name="T54" fmla="*/ 187 w 350"/>
                <a:gd name="T55" fmla="*/ 5 h 704"/>
                <a:gd name="T56" fmla="*/ 184 w 350"/>
                <a:gd name="T57" fmla="*/ 3 h 704"/>
                <a:gd name="T58" fmla="*/ 181 w 350"/>
                <a:gd name="T59" fmla="*/ 2 h 704"/>
                <a:gd name="T60" fmla="*/ 178 w 350"/>
                <a:gd name="T61" fmla="*/ 1 h 704"/>
                <a:gd name="T62" fmla="*/ 175 w 350"/>
                <a:gd name="T63" fmla="*/ 0 h 704"/>
                <a:gd name="T64" fmla="*/ 172 w 350"/>
                <a:gd name="T65" fmla="*/ 1 h 704"/>
                <a:gd name="T66" fmla="*/ 169 w 350"/>
                <a:gd name="T67" fmla="*/ 2 h 704"/>
                <a:gd name="T68" fmla="*/ 166 w 350"/>
                <a:gd name="T69" fmla="*/ 3 h 704"/>
                <a:gd name="T70" fmla="*/ 163 w 350"/>
                <a:gd name="T71" fmla="*/ 5 h 704"/>
                <a:gd name="T72" fmla="*/ 5 w 350"/>
                <a:gd name="T73" fmla="*/ 163 h 704"/>
                <a:gd name="T74" fmla="*/ 3 w 350"/>
                <a:gd name="T75" fmla="*/ 166 h 704"/>
                <a:gd name="T76" fmla="*/ 1 w 350"/>
                <a:gd name="T77" fmla="*/ 169 h 704"/>
                <a:gd name="T78" fmla="*/ 0 w 350"/>
                <a:gd name="T79" fmla="*/ 172 h 704"/>
                <a:gd name="T80" fmla="*/ 0 w 350"/>
                <a:gd name="T81" fmla="*/ 175 h 704"/>
                <a:gd name="T82" fmla="*/ 0 w 350"/>
                <a:gd name="T83" fmla="*/ 179 h 704"/>
                <a:gd name="T84" fmla="*/ 1 w 350"/>
                <a:gd name="T85" fmla="*/ 182 h 704"/>
                <a:gd name="T86" fmla="*/ 3 w 350"/>
                <a:gd name="T87" fmla="*/ 185 h 704"/>
                <a:gd name="T88" fmla="*/ 5 w 350"/>
                <a:gd name="T89" fmla="*/ 187 h 704"/>
                <a:gd name="T90" fmla="*/ 8 w 350"/>
                <a:gd name="T91" fmla="*/ 190 h 704"/>
                <a:gd name="T92" fmla="*/ 11 w 350"/>
                <a:gd name="T93" fmla="*/ 191 h 704"/>
                <a:gd name="T94" fmla="*/ 14 w 350"/>
                <a:gd name="T95" fmla="*/ 192 h 704"/>
                <a:gd name="T96" fmla="*/ 17 w 350"/>
                <a:gd name="T97" fmla="*/ 192 h 704"/>
                <a:gd name="T98" fmla="*/ 20 w 350"/>
                <a:gd name="T99" fmla="*/ 192 h 704"/>
                <a:gd name="T100" fmla="*/ 24 w 350"/>
                <a:gd name="T101" fmla="*/ 191 h 704"/>
                <a:gd name="T102" fmla="*/ 26 w 350"/>
                <a:gd name="T103" fmla="*/ 190 h 704"/>
                <a:gd name="T104" fmla="*/ 29 w 350"/>
                <a:gd name="T105" fmla="*/ 187 h 704"/>
                <a:gd name="T106" fmla="*/ 158 w 350"/>
                <a:gd name="T107" fmla="*/ 59 h 704"/>
                <a:gd name="T108" fmla="*/ 158 w 350"/>
                <a:gd name="T109" fmla="*/ 687 h 704"/>
                <a:gd name="T110" fmla="*/ 158 w 350"/>
                <a:gd name="T111" fmla="*/ 690 h 704"/>
                <a:gd name="T112" fmla="*/ 159 w 350"/>
                <a:gd name="T113" fmla="*/ 693 h 704"/>
                <a:gd name="T114" fmla="*/ 161 w 350"/>
                <a:gd name="T115" fmla="*/ 696 h 704"/>
                <a:gd name="T116" fmla="*/ 163 w 350"/>
                <a:gd name="T117" fmla="*/ 699 h 704"/>
                <a:gd name="T118" fmla="*/ 165 w 350"/>
                <a:gd name="T119" fmla="*/ 701 h 704"/>
                <a:gd name="T120" fmla="*/ 168 w 350"/>
                <a:gd name="T121" fmla="*/ 703 h 704"/>
                <a:gd name="T122" fmla="*/ 171 w 350"/>
                <a:gd name="T123" fmla="*/ 704 h 704"/>
                <a:gd name="T124" fmla="*/ 175 w 350"/>
                <a:gd name="T125" fmla="*/ 70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" h="704">
                  <a:moveTo>
                    <a:pt x="175" y="704"/>
                  </a:moveTo>
                  <a:lnTo>
                    <a:pt x="178" y="704"/>
                  </a:lnTo>
                  <a:lnTo>
                    <a:pt x="182" y="703"/>
                  </a:lnTo>
                  <a:lnTo>
                    <a:pt x="185" y="701"/>
                  </a:lnTo>
                  <a:lnTo>
                    <a:pt x="187" y="699"/>
                  </a:lnTo>
                  <a:lnTo>
                    <a:pt x="189" y="696"/>
                  </a:lnTo>
                  <a:lnTo>
                    <a:pt x="191" y="693"/>
                  </a:lnTo>
                  <a:lnTo>
                    <a:pt x="192" y="690"/>
                  </a:lnTo>
                  <a:lnTo>
                    <a:pt x="192" y="687"/>
                  </a:lnTo>
                  <a:lnTo>
                    <a:pt x="192" y="59"/>
                  </a:lnTo>
                  <a:lnTo>
                    <a:pt x="321" y="187"/>
                  </a:lnTo>
                  <a:lnTo>
                    <a:pt x="323" y="190"/>
                  </a:lnTo>
                  <a:lnTo>
                    <a:pt x="326" y="191"/>
                  </a:lnTo>
                  <a:lnTo>
                    <a:pt x="330" y="192"/>
                  </a:lnTo>
                  <a:lnTo>
                    <a:pt x="333" y="192"/>
                  </a:lnTo>
                  <a:lnTo>
                    <a:pt x="336" y="192"/>
                  </a:lnTo>
                  <a:lnTo>
                    <a:pt x="339" y="191"/>
                  </a:lnTo>
                  <a:lnTo>
                    <a:pt x="342" y="190"/>
                  </a:lnTo>
                  <a:lnTo>
                    <a:pt x="345" y="187"/>
                  </a:lnTo>
                  <a:lnTo>
                    <a:pt x="347" y="185"/>
                  </a:lnTo>
                  <a:lnTo>
                    <a:pt x="349" y="182"/>
                  </a:lnTo>
                  <a:lnTo>
                    <a:pt x="350" y="179"/>
                  </a:lnTo>
                  <a:lnTo>
                    <a:pt x="350" y="175"/>
                  </a:lnTo>
                  <a:lnTo>
                    <a:pt x="350" y="172"/>
                  </a:lnTo>
                  <a:lnTo>
                    <a:pt x="349" y="169"/>
                  </a:lnTo>
                  <a:lnTo>
                    <a:pt x="347" y="166"/>
                  </a:lnTo>
                  <a:lnTo>
                    <a:pt x="345" y="163"/>
                  </a:lnTo>
                  <a:lnTo>
                    <a:pt x="187" y="5"/>
                  </a:lnTo>
                  <a:lnTo>
                    <a:pt x="184" y="3"/>
                  </a:lnTo>
                  <a:lnTo>
                    <a:pt x="181" y="2"/>
                  </a:lnTo>
                  <a:lnTo>
                    <a:pt x="178" y="1"/>
                  </a:lnTo>
                  <a:lnTo>
                    <a:pt x="175" y="0"/>
                  </a:lnTo>
                  <a:lnTo>
                    <a:pt x="172" y="1"/>
                  </a:lnTo>
                  <a:lnTo>
                    <a:pt x="169" y="2"/>
                  </a:lnTo>
                  <a:lnTo>
                    <a:pt x="166" y="3"/>
                  </a:lnTo>
                  <a:lnTo>
                    <a:pt x="163" y="5"/>
                  </a:lnTo>
                  <a:lnTo>
                    <a:pt x="5" y="163"/>
                  </a:lnTo>
                  <a:lnTo>
                    <a:pt x="3" y="166"/>
                  </a:lnTo>
                  <a:lnTo>
                    <a:pt x="1" y="169"/>
                  </a:lnTo>
                  <a:lnTo>
                    <a:pt x="0" y="172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1" y="182"/>
                  </a:lnTo>
                  <a:lnTo>
                    <a:pt x="3" y="185"/>
                  </a:lnTo>
                  <a:lnTo>
                    <a:pt x="5" y="187"/>
                  </a:lnTo>
                  <a:lnTo>
                    <a:pt x="8" y="190"/>
                  </a:lnTo>
                  <a:lnTo>
                    <a:pt x="11" y="191"/>
                  </a:lnTo>
                  <a:lnTo>
                    <a:pt x="14" y="192"/>
                  </a:lnTo>
                  <a:lnTo>
                    <a:pt x="17" y="192"/>
                  </a:lnTo>
                  <a:lnTo>
                    <a:pt x="20" y="192"/>
                  </a:lnTo>
                  <a:lnTo>
                    <a:pt x="24" y="191"/>
                  </a:lnTo>
                  <a:lnTo>
                    <a:pt x="26" y="190"/>
                  </a:lnTo>
                  <a:lnTo>
                    <a:pt x="29" y="187"/>
                  </a:lnTo>
                  <a:lnTo>
                    <a:pt x="158" y="59"/>
                  </a:lnTo>
                  <a:lnTo>
                    <a:pt x="158" y="687"/>
                  </a:lnTo>
                  <a:lnTo>
                    <a:pt x="158" y="690"/>
                  </a:lnTo>
                  <a:lnTo>
                    <a:pt x="159" y="693"/>
                  </a:lnTo>
                  <a:lnTo>
                    <a:pt x="161" y="696"/>
                  </a:lnTo>
                  <a:lnTo>
                    <a:pt x="163" y="699"/>
                  </a:lnTo>
                  <a:lnTo>
                    <a:pt x="165" y="701"/>
                  </a:lnTo>
                  <a:lnTo>
                    <a:pt x="168" y="703"/>
                  </a:lnTo>
                  <a:lnTo>
                    <a:pt x="171" y="704"/>
                  </a:lnTo>
                  <a:lnTo>
                    <a:pt x="175" y="70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1277078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1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0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32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6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6" presetClass="entr" presetSubtype="32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9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6" presetClass="entr" presetSubtype="32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4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ntr" presetSubtype="32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8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ntr" presetSubtype="32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1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6" presetClass="entr" presetSubtype="32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4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5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" presetClass="entr" presetSubtype="32" fill="hold" grpId="0" nodeType="withEffect">
                                  <p:stCondLst>
                                    <p:cond delay="5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0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6" presetClass="entr" presetSubtype="32" fill="hold" grpId="0" nodeType="withEffect">
                                  <p:stCondLst>
                                    <p:cond delay="57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3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6" presetClass="entr" presetSubtype="32" fill="hold" grpId="0" nodeType="withEffect">
                                  <p:stCondLst>
                                    <p:cond delay="5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6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6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  <p:bldP spid="15" grpId="0"/>
      <p:bldP spid="16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99B6C4B4-FE44-4522-9D8C-CE0B727B0AB6}"/>
              </a:ext>
            </a:extLst>
          </p:cNvPr>
          <p:cNvSpPr/>
          <p:nvPr/>
        </p:nvSpPr>
        <p:spPr>
          <a:xfrm>
            <a:off x="1538514" y="-910776"/>
            <a:ext cx="9114972" cy="9114972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10000"/>
                </a:schemeClr>
              </a:gs>
              <a:gs pos="99000">
                <a:schemeClr val="accent2">
                  <a:alpha val="0"/>
                </a:schemeClr>
              </a:gs>
            </a:gsLst>
            <a:lin ang="7200000" scaled="0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 sz="140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A6D269BE-CE0A-4710-8774-2FAF6554C681}"/>
              </a:ext>
            </a:extLst>
          </p:cNvPr>
          <p:cNvSpPr/>
          <p:nvPr/>
        </p:nvSpPr>
        <p:spPr>
          <a:xfrm>
            <a:off x="3181350" y="644980"/>
            <a:ext cx="5829300" cy="5829298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0CE4A481-AC29-46AE-9CC4-831F1F9B4718}"/>
              </a:ext>
            </a:extLst>
          </p:cNvPr>
          <p:cNvSpPr/>
          <p:nvPr/>
        </p:nvSpPr>
        <p:spPr>
          <a:xfrm>
            <a:off x="2876550" y="4381500"/>
            <a:ext cx="1524000" cy="1524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A91DC6DF-3B16-4E7D-A0AF-6152E79FA2E4}"/>
              </a:ext>
            </a:extLst>
          </p:cNvPr>
          <p:cNvSpPr/>
          <p:nvPr/>
        </p:nvSpPr>
        <p:spPr>
          <a:xfrm>
            <a:off x="8288564" y="1727200"/>
            <a:ext cx="838200" cy="8382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8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A1B288D-C818-4C24-A1D1-9709AD8E11D6}"/>
              </a:ext>
            </a:extLst>
          </p:cNvPr>
          <p:cNvSpPr/>
          <p:nvPr/>
        </p:nvSpPr>
        <p:spPr>
          <a:xfrm>
            <a:off x="1912374" y="2565400"/>
            <a:ext cx="836725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en-US" sz="4400" b="1" i="0" dirty="0">
                <a:solidFill>
                  <a:schemeClr val="bg1"/>
                </a:solidFill>
                <a:effectLst/>
                <a:latin typeface="Poppins" panose="02000000000000000000" pitchFamily="2" charset="0"/>
                <a:ea typeface="Roboto Condensed" panose="02000000000000000000" pitchFamily="2" charset="0"/>
                <a:cs typeface="Poppins" panose="02000000000000000000" pitchFamily="2" charset="0"/>
              </a:rPr>
              <a:t>Thankyou For Your Precious Time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643CDC2A-A307-4004-BB5E-B5C8474C55AF}"/>
              </a:ext>
            </a:extLst>
          </p:cNvPr>
          <p:cNvSpPr/>
          <p:nvPr/>
        </p:nvSpPr>
        <p:spPr>
          <a:xfrm>
            <a:off x="4813300" y="4195817"/>
            <a:ext cx="2565400" cy="438012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/>
              </a:gs>
              <a:gs pos="99000">
                <a:schemeClr val="accent2"/>
              </a:gs>
            </a:gsLst>
            <a:lin ang="2700000" scaled="1"/>
            <a:tileRect/>
          </a:gradFill>
          <a:ln>
            <a:noFill/>
          </a:ln>
          <a:effectLst>
            <a:outerShdw blurRad="889000" dist="254000" dir="5400000" sx="80000" sy="8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latin typeface="Poppins Light" panose="02000000000000000000" pitchFamily="2" charset="0"/>
                <a:cs typeface="Poppins Light" panose="02000000000000000000" pitchFamily="2" charset="0"/>
              </a:rPr>
              <a:t>Join Project</a:t>
            </a:r>
            <a:endParaRPr lang="id-ID" sz="1400" dirty="0">
              <a:latin typeface="Poppins Light" panose="02000000000000000000" pitchFamily="2" charset="0"/>
              <a:cs typeface="Poppins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2066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 p14:presetBounceEnd="66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0" dur="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3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4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  <p:bldP spid="6" grpId="1" animBg="1"/>
          <p:bldP spid="6" grpId="2" animBg="1"/>
          <p:bldP spid="2" grpId="0" animBg="1"/>
          <p:bldP spid="2" grpId="1" animBg="1"/>
          <p:bldP spid="3" grpId="0" animBg="1"/>
          <p:bldP spid="3" grpId="1" animBg="1"/>
          <p:bldP spid="4" grpId="0" animBg="1"/>
          <p:bldP spid="4" grpId="1" animBg="1"/>
          <p:bldP spid="5" grpId="0"/>
          <p:bldP spid="5" grpId="1"/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10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07000" y="107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repeatCount="indefinite" decel="4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50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130000" y="13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indefinite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6" presetClass="entr" presetSubtype="32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30" dur="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decel="10000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3.75E-6 0 L 3.75E-6 0.02847 " pathEditMode="relative" rAng="0" ptsTypes="AA">
                                          <p:cBhvr>
                                            <p:cTn id="36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decel="10000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2.29167E-6 4.81481E-6 L 2.29167E-6 0.02847 " pathEditMode="relative" rAng="0" ptsTypes="AA">
                                          <p:cBhvr>
                                            <p:cTn id="42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  <p:bldP spid="6" grpId="1" animBg="1"/>
          <p:bldP spid="6" grpId="2" animBg="1"/>
          <p:bldP spid="2" grpId="0" animBg="1"/>
          <p:bldP spid="2" grpId="1" animBg="1"/>
          <p:bldP spid="3" grpId="0" animBg="1"/>
          <p:bldP spid="3" grpId="1" animBg="1"/>
          <p:bldP spid="4" grpId="0" animBg="1"/>
          <p:bldP spid="4" grpId="1" animBg="1"/>
          <p:bldP spid="5" grpId="0"/>
          <p:bldP spid="5" grpId="1"/>
          <p:bldP spid="7" grpId="0" animBg="1"/>
        </p:bldLst>
      </p:timing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D606AE4F-246C-464F-8A7D-75903F828BC8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AE2479B0-A3FB-4098-A1E0-A4C0035398FC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DD950715-0C1D-4602-9946-C8B56F08BC6B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21D68CF-A9DB-43A9-94BA-30FF54C1E0F0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January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09 Jan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22 Jan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4D67C2F9-8250-4858-922E-0543D3306057}"/>
                </a:ext>
              </a:extLst>
            </p:cNvPr>
            <p:cNvGrpSpPr/>
            <p:nvPr/>
          </p:nvGrpSpPr>
          <p:grpSpPr>
            <a:xfrm>
              <a:off x="4967305" y="1865524"/>
              <a:ext cx="5407614" cy="3526338"/>
              <a:chOff x="4762024" y="1581941"/>
              <a:chExt cx="6389155" cy="4166408"/>
            </a:xfrm>
          </p:grpSpPr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D0EF0CBB-C6B9-432A-ADE1-B4A82BDC4D19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CFE023D6-9644-49C2-AD0E-6EA05C6F2966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4EA70CAA-3484-42BC-8B51-DD3BFC13D8EA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580CC245-508B-4A59-A40F-625C0C39B0A9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F64E0C59-1676-41CE-9537-E06F98AE72F0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BD9964E8-7885-49D2-9296-00F78CF3C853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40DF8F88-C42D-4F2D-BCDE-0281DC2C0462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72FCDB3B-4E29-4096-83B8-7760F103EB79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64ED47BB-F284-4AB2-87B3-A00ADE481421}"/>
                  </a:ext>
                </a:extLst>
              </p:cNvPr>
              <p:cNvSpPr/>
              <p:nvPr/>
            </p:nvSpPr>
            <p:spPr>
              <a:xfrm>
                <a:off x="668780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760C36C6-F64D-4245-99C8-FA85AEA43F7E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2EBA4A4F-A186-4E60-8DBC-4C55DBB5AF77}"/>
                  </a:ext>
                </a:extLst>
              </p:cNvPr>
              <p:cNvSpPr/>
              <p:nvPr/>
            </p:nvSpPr>
            <p:spPr>
              <a:xfrm>
                <a:off x="861358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C1C6675C-486B-4084-A336-10724050130F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0BBFB32B-CB81-4BED-AFED-93818B05AD0F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94CD6CE6-1193-401A-AE48-AC5AD68C8096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D7B93D6F-0E95-43DA-8DCB-B737768B1AA0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AF83367D-FB0E-472C-894B-C90E6106FF22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A7A923C2-3BE5-4ABC-924B-AC8371C4C74C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AA64045B-AD9A-4299-9422-C8BC0EE7498E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E2EB2F8C-A2C8-427A-BBAC-7610AE585D36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D8B640B2-5883-4C57-876E-AF002CAFFE19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323D8E84-51F6-4F0A-A376-F7AA578566E8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0E6428F6-74C7-4376-8AB3-34B9842C6F04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2B9F3500-AF19-4652-A13F-908D4429028C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F90B3FBE-D7D8-45C4-B3A0-D436770B74F3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731AFCDB-0213-4FBB-8161-C5F7FCCE0A19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DF6D033A-C56C-41EA-B671-302CCFABEAA9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A1861B1E-FE9E-492D-9940-4EDA65157875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FB314FDB-88D5-41EE-8278-563D8EBA07EC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6B3F4FCE-3079-4AF1-89B4-1D3A60E9825B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E5C853DC-7D00-4808-873F-75397DE115E1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1104497D-A836-47C3-B56C-48F58FAC8F40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E66ACF1E-444E-4119-B220-503596D38EF7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1B01F215-FED4-4688-BF75-F37F3E8F3098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814AEACF-6A0B-4F5C-858E-25EB176D2A05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6B9067E9-8554-4A59-847A-93F4E1C18616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C2F24231-69CD-428D-BCEC-1E9F8048C0A3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AA128782-324A-49FC-A40D-5E41141BD514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6C0E19AA-015B-4575-9A3A-7A7E5653DC59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94DCAE2-5B07-4604-BF21-C169E31553D7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F6B6CFB5-FBC3-4F32-B132-5FA325B7CE0F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40CD8446-5A8D-4D0E-8ED0-D14B240051AB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98D2EE7B-4D5A-4DC5-84E4-B1EF90850311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18221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62959CC7-5B7F-490F-9F65-0823FB849F7B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390358-6E87-40E7-B3DD-78F727389604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2F1B5103-A1DE-46D1-B5F8-9A1D0DD88C19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EE578D34-C698-4C8B-8B46-23728FAC54D1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February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7389F6BA-ED15-4047-842A-9ADA188C2B74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D859EF6A-D586-4AEB-879B-32C0B7C8AAF9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B01EF274-E837-451E-89DD-6E691120A38D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A41064A4-3F25-45B7-BED7-28B6035C507C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7A09A39F-668B-4A78-AB38-EF62A3E1F3EA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1B9160B0-2019-4A81-9A81-C02DF8E98B37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63DAD651-5A2D-4BD0-A114-812EAF35BA73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843A70F-2650-4E7A-BD0A-71D49DABFB78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29E4B09B-A765-4567-9E5E-33773DB1D4EA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6A537DAC-985D-4058-805D-35D5672AD02D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7E555EE0-FC34-4001-8910-A1D3751E37C4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B3F4BC34-9982-4295-BF64-6153D028DEAD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9AF37BC4-A5A1-403D-B9F6-AC8300AEAD42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889B2D8C-5AF3-463E-8C45-3E60766B5324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02DABB15-E8E8-4FB0-A6FD-D59FBF2F666D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39742E25-65E1-4A79-9908-6291186BFC88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2FA897B4-BD2D-4D98-9269-462FF63114D1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DC8122E1-E4FB-40FE-A3C8-53DBADD628CA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0C70D6B6-6039-42A3-9A37-206A9F59C4E2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4A60AC3F-D029-4D5D-912F-B99D86CD1D7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B683F20B-7B16-4A20-A01B-7E2E6EC88D29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383B951A-3FCD-4DD9-9630-A49147ECAC21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0C616E55-64C3-418F-993C-E7319F838C39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5FDE0057-D85D-4777-B7BC-BBAA2068FE92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D6301F70-F3A2-46EB-8752-C7EB1D677A00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ADBAEDF-E130-4AD9-9A2D-726010142719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5D63CB86-1D23-4DF4-AD8E-B47CE5C9E9F5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90D39E2B-0D3F-4424-B31F-39860701F494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1"/>
                <a:r>
                  <a:rPr lang="en-US"/>
                  <a:t>1</a:t>
                </a:r>
                <a:endParaRPr lang="id-ID" dirty="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549A50A-44D6-416B-9A20-826145045AC8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CA415A2C-07B7-493F-BDD6-ACC426A9C760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CC9562C2-21D6-4259-B857-D84CFFF6C6A4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0EF2426C-B5FB-4681-8AE6-E1A156137528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8F293AD-8A76-4BC1-BE79-B89B282C62A7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9816D4AA-C778-43B7-9B0F-781BBD136BEE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37B43FD0-B77A-4CD2-B190-1FB2D43CFD96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AD4A4BB8-27A0-4205-BD78-54D451F77F5D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8B93B43E-DFB6-4AA3-A367-24ED53486DEA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D271A59B-ED21-463A-88F9-08E047474E06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CD1937F3-3A7D-4F4F-BAE3-24C15DBAD222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CD56732A-7FDF-45C5-BED3-E8CE30586EA8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E643748D-229E-4011-A1FF-DE4824951399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A1590415-F077-4DF8-A3C1-00BBEB472D6D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4D10E185-E970-4EF5-97B0-13BE074DC79C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06 Feb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19 Feb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95548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0DB8602E-BC12-4257-ABA5-DE4FF9A97904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40B4092F-0C66-405B-B69B-7B5CFF1F022C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1E00EF97-5ED1-4C19-B3BE-45A111B283DC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6D9632A-32EB-430E-BEC6-099FBE43A84A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March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7389F6BA-ED15-4047-842A-9ADA188C2B74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D859EF6A-D586-4AEB-879B-32C0B7C8AAF9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B01EF274-E837-451E-89DD-6E691120A38D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A41064A4-3F25-45B7-BED7-28B6035C507C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7A09A39F-668B-4A78-AB38-EF62A3E1F3EA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1B9160B0-2019-4A81-9A81-C02DF8E98B37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63DAD651-5A2D-4BD0-A114-812EAF35BA73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843A70F-2650-4E7A-BD0A-71D49DABFB78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29E4B09B-A765-4567-9E5E-33773DB1D4EA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6A537DAC-985D-4058-805D-35D5672AD02D}"/>
                  </a:ext>
                </a:extLst>
              </p:cNvPr>
              <p:cNvSpPr/>
              <p:nvPr/>
            </p:nvSpPr>
            <p:spPr>
              <a:xfrm>
                <a:off x="668780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7E555EE0-FC34-4001-8910-A1D3751E37C4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B3F4BC34-9982-4295-BF64-6153D028DEAD}"/>
                  </a:ext>
                </a:extLst>
              </p:cNvPr>
              <p:cNvSpPr/>
              <p:nvPr/>
            </p:nvSpPr>
            <p:spPr>
              <a:xfrm>
                <a:off x="861358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9AF37BC4-A5A1-403D-B9F6-AC8300AEAD42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889B2D8C-5AF3-463E-8C45-3E60766B5324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02DABB15-E8E8-4FB0-A6FD-D59FBF2F666D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39742E25-65E1-4A79-9908-6291186BFC88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2FA897B4-BD2D-4D98-9269-462FF63114D1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DC8122E1-E4FB-40FE-A3C8-53DBADD628CA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0C70D6B6-6039-42A3-9A37-206A9F59C4E2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4A60AC3F-D029-4D5D-912F-B99D86CD1D7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B683F20B-7B16-4A20-A01B-7E2E6EC88D29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383B951A-3FCD-4DD9-9630-A49147ECAC21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0C616E55-64C3-418F-993C-E7319F838C39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5FDE0057-D85D-4777-B7BC-BBAA2068FE92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D6301F70-F3A2-46EB-8752-C7EB1D677A00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ADBAEDF-E130-4AD9-9A2D-726010142719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5D63CB86-1D23-4DF4-AD8E-B47CE5C9E9F5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90D39E2B-0D3F-4424-B31F-39860701F494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549A50A-44D6-416B-9A20-826145045AC8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CA415A2C-07B7-493F-BDD6-ACC426A9C760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CC9562C2-21D6-4259-B857-D84CFFF6C6A4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0EF2426C-B5FB-4681-8AE6-E1A156137528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8F293AD-8A76-4BC1-BE79-B89B282C62A7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9816D4AA-C778-43B7-9B0F-781BBD136BEE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37B43FD0-B77A-4CD2-B190-1FB2D43CFD96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AD4A4BB8-27A0-4205-BD78-54D451F77F5D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8B93B43E-DFB6-4AA3-A367-24ED53486DEA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D271A59B-ED21-463A-88F9-08E047474E06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CD1937F3-3A7D-4F4F-BAE3-24C15DBAD222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CD56732A-7FDF-45C5-BED3-E8CE30586EA8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6" name="Rectangle: Rounded Corners 55">
                <a:extLst>
                  <a:ext uri="{FF2B5EF4-FFF2-40B4-BE49-F238E27FC236}">
                    <a16:creationId xmlns:a16="http://schemas.microsoft.com/office/drawing/2014/main" id="{798A179D-8AC7-406F-A151-262E84FA8B24}"/>
                  </a:ext>
                </a:extLst>
              </p:cNvPr>
              <p:cNvSpPr/>
              <p:nvPr/>
            </p:nvSpPr>
            <p:spPr>
              <a:xfrm>
                <a:off x="6682510" y="3024012"/>
                <a:ext cx="2548183" cy="617111"/>
              </a:xfrm>
              <a:prstGeom prst="roundRect">
                <a:avLst>
                  <a:gd name="adj" fmla="val 500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E643748D-229E-4011-A1FF-DE4824951399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12 Mar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14 Mar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CF6FE62-FCB0-44E3-8317-2AED03B7880A}"/>
                </a:ext>
              </a:extLst>
            </p:cNvPr>
            <p:cNvSpPr/>
            <p:nvPr/>
          </p:nvSpPr>
          <p:spPr>
            <a:xfrm>
              <a:off x="6596998" y="3086153"/>
              <a:ext cx="522421" cy="522422"/>
            </a:xfrm>
            <a:prstGeom prst="ellipse">
              <a:avLst/>
            </a:prstGeom>
            <a:gradFill>
              <a:gsLst>
                <a:gs pos="99000">
                  <a:schemeClr val="accent1"/>
                </a:gs>
                <a:gs pos="1000">
                  <a:schemeClr val="accent2"/>
                </a:gs>
              </a:gsLst>
              <a:lin ang="2700000" scaled="0"/>
            </a:gradFill>
            <a:ln w="2222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12</a:t>
              </a:r>
              <a:endParaRPr lang="id-ID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6F708873-44FB-428A-A014-BCBA81F6111A}"/>
                </a:ext>
              </a:extLst>
            </p:cNvPr>
            <p:cNvSpPr/>
            <p:nvPr/>
          </p:nvSpPr>
          <p:spPr>
            <a:xfrm>
              <a:off x="8227287" y="3086153"/>
              <a:ext cx="522421" cy="522422"/>
            </a:xfrm>
            <a:prstGeom prst="ellipse">
              <a:avLst/>
            </a:prstGeom>
            <a:gradFill>
              <a:gsLst>
                <a:gs pos="99000">
                  <a:schemeClr val="accent1"/>
                </a:gs>
                <a:gs pos="1000">
                  <a:schemeClr val="accent2"/>
                </a:gs>
              </a:gsLst>
              <a:lin ang="2700000" scaled="0"/>
            </a:gradFill>
            <a:ln w="2222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lvl="1" algn="ctr"/>
              <a:r>
                <a:rPr lang="en-US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rPr>
                <a:t>14</a:t>
              </a:r>
              <a:endParaRPr lang="id-ID" sz="1200" dirty="0">
                <a:solidFill>
                  <a:schemeClr val="bg1"/>
                </a:solidFill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2304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1" grpId="0" animBg="1"/>
      <p:bldP spid="81" grpId="1" animBg="1"/>
      <p:bldP spid="81" grpId="2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0D56628-EDCF-4A4F-88B9-92EF2F4F9F37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A248768-5F30-492D-9072-08797BE469F3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38026F08-04F4-4C0C-883A-3F6625AE727F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279FC4B-42D8-4026-9BD2-365CD60DE49B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April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24 Apr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>
                          <a:alpha val="50000"/>
                        </a:schemeClr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>
                        <a:alpha val="50000"/>
                      </a:schemeClr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>
                          <a:alpha val="50000"/>
                        </a:schemeClr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Upcoming</a:t>
                  </a:r>
                  <a:endParaRPr lang="id-ID" sz="1200" b="1" dirty="0">
                    <a:solidFill>
                      <a:schemeClr val="bg1">
                        <a:alpha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AB52CACC-994B-416E-820C-FED24DAA65DB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38A68EF-FD90-49AA-97B8-A21FC40451FB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FD098237-BC5A-44CF-B523-8C11E0A9B20E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1F99A4BC-2315-4E91-B13F-1D0E68E39E74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FE390074-C237-45C5-B180-9CA6933893D4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7ACECBDD-072F-41F5-8EC8-FA1409660AA1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25895820-4C23-438A-AFA6-FEE7F81DA3B6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3CB3613D-C093-42F3-A23C-DDBB18C82317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77E2D79F-8C70-475B-9148-ACADC51CFA36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2FFB8EA1-A9D9-4B31-B0C9-67DA346030FC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0814EABF-B438-4851-8196-32307CD2FBF7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676D4D82-4128-4CE9-84B7-0BF9E130B2AE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14C034F4-9507-46FC-B9C6-9D029C1BB3FF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5CD32AD7-A4EE-4954-8429-54FFEDC7EC4D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96F04666-E55E-4A6B-B6FE-0BB1A7FABDB8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3EC80AA2-92C9-4779-84FA-C31DF39623C6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A7624E9B-973A-4313-86C7-6BF1C71D9EF7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E2EA2E39-1D1C-45CE-85EF-2F9ED0B15F1B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2939EC45-6150-4606-9102-8EF2F256C5D7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1311F8FE-B3E4-4D98-A09E-D6E6E80F00AD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9B7A0EE6-9AC1-482F-9EC1-0D59BB1D069F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61CCFBE9-C91F-4DFF-BCA0-9DE65557E3AB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E99F76DD-9D4D-4ED9-BCBF-47D445B933AE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FE5D3077-1985-4685-96C9-EAEE7A606256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F1466559-FFBC-4DB0-8735-4D79C337370D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FB9445FA-4D5D-49ED-9FFF-B6378067E557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F5CFE208-4A97-46A5-B81A-7CBBD67632EA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94DC8AB-B7C0-4F85-8068-0E0DDE3D233F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1"/>
                <a:r>
                  <a:rPr lang="en-US"/>
                  <a:t>3</a:t>
                </a:r>
                <a:endParaRPr lang="id-ID" dirty="0"/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5686D452-5DE9-44C4-9426-3D3460A30DE9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9E9BE28F-C72E-4045-8A8A-3131A3EE9F98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898D6CF4-64C5-4FC2-B33C-7078521811A7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05AE7D9B-4F2D-4D10-9544-4DFC2188D157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DBC30293-0519-48DC-A42F-D3FFACE99A0A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C780366C-C7D5-48DA-B51B-E071FBE1E893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2866074F-2D34-4EF5-985D-6B6733FBCE2E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F2C7D24A-3EA9-4B06-A9EB-AE17B0149610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F6DB3052-91AF-45F0-AE2A-05E4FC83010A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70B11C3E-2F20-4F7F-B087-698536896CC5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FEF8518B-16D6-4B0A-9D01-8D3B04287BDE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85F38A4E-6DBA-4FE1-84E5-102C8AA49ADA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35F5CF0D-A909-46FA-A2BD-7AD6A0B40E41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93B3919D-502C-4490-AB2B-A155A8E36AC3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4B94288D-20B5-425B-9D25-95C6C88972A1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7504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129" grpId="0" animBg="1"/>
      <p:bldP spid="129" grpId="1" animBg="1"/>
      <p:bldP spid="129" grpId="2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12FDA7B7-963F-4F38-910D-887F7B5FCD31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DB291748-BF5E-4387-9254-62B72B1F6B72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6D230064-B364-4F01-9A3F-CB15C1945B62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CA93368-98A0-4CDE-B929-6D89E7257C57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May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07 May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24 May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B31AF004-3B45-418F-A7CE-CAEE941D2CC2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BFC70C52-BE83-4684-A708-E03062E0498B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77F83A12-13D2-45DF-8553-4DF3C80041E2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17B7EEF0-5692-434C-AE73-513C2677B68D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8E36D2C7-44E4-4A68-9A33-66E40E849039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8F3C6766-4472-46AD-8FBA-6F821C41A769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F0430FB6-EFB0-4926-BEA6-09D613B749A5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FA598B98-722B-4A3D-9665-87A9689772E2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3AE20915-1AF6-4300-AA72-91142ACB6B85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5078F68C-0CE5-42AA-971A-FC4F922FB984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518C1DF7-A2CB-44BC-8638-249FC02B585A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E6300C3A-51FD-4228-94BB-3F12AC70FBFC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B7CF085A-ACAD-4982-B330-0B8478DD9B08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1FC3DF33-B25B-423D-85FB-CC48FB1F5DA9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CFFDFABA-23E7-4E72-9D7C-5D799A67FB2F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D65C3236-7EE5-45E3-83C2-A15321CBD911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F0CDE756-03D1-4F1E-AFDF-3F29D96CE569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AFAD542F-C34A-47B1-8813-50E854D93F1D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514221D9-F226-4F32-A065-8250BBB87941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B9FBFA1-D718-4D16-9F19-652D727FFBF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A435162B-49F0-4BA2-8912-C37F0587839D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7708291D-CEB9-4C53-B7A3-8D0BF1318653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61360B7A-456C-423E-9E86-B7A0D4C94B68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02396F54-9FE3-4942-BEA7-21F25975254C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225D2575-D994-4C73-AA24-DC0CB0D9D627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1076543A-B881-420A-96FF-8330732EBF1C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11BA71B1-763A-4810-A1D3-511D640A194B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7BBB2F25-F010-49D2-8D9B-9DA9ED8D7C78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3B9C21A1-7765-4FFB-AFAE-2F63F4124E4E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9E6D756D-91CF-48F9-AEF7-B16E172AF950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D6936BCB-64A4-466A-9957-E9F94963A4F7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F68849FD-6F84-459C-85AA-8DE43CD6BFDF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EDE77BFA-D24C-499E-9516-271261003DCA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B92F2E59-8F7D-43DE-BDF5-92C19F2AED3F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871FDC45-DEB9-4002-B261-F98DBD36FD5A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74F5ED95-B8AB-4F50-92F6-2047C7A5AF65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7EE521F9-A4A4-401A-83E9-BAD593CF745E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9012B0B8-19A7-4B59-8CF3-09DE43D61A5C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6BDEE28B-0FF1-43D9-B714-76E4A469F486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A175071-FDC0-432E-8697-A1BCCB87A388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E31FECE4-31B8-4435-8368-B05991566044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C62CA606-222D-4701-AFEB-3C0A30B13E97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63B65AF0-5709-46AC-BC91-4B4D944E3ECB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252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F5B538A1-25DA-4675-B620-11CEBFF4B224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409BA139-3EAD-4E75-8C36-E35DA513BD8D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14CAFA50-0A94-4B3D-988D-9B2224EB715C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6B1402B-7043-4C23-8931-2977B5CF0F78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June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17 Jun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20 Jun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021E5BD3-B47D-4F0C-B299-A1FE09DF0E44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069FFBBD-CF26-4E28-B022-985FED264A2F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4226A7D-0308-4360-910E-2EE0F3A34662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C60A5516-9141-4594-B510-B5B19C2B9EC5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9E853A34-4C70-4D84-ADEB-82CAF22CF704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F9FFDD62-83ED-414F-909A-1C9B3A1692CE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022646F3-9D5E-49C0-8848-6C7C8823802C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1"/>
                <a:r>
                  <a:rPr lang="en-US"/>
                  <a:t>31</a:t>
                </a:r>
                <a:endParaRPr lang="id-ID" dirty="0"/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FD9D9C84-2505-4807-A37A-EE59A0D48DA5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09F11B21-8E7E-48A5-8A7D-515ECFDB6CED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B82D70D0-24A2-41E7-B7BE-5245EC405B8B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1FA527E7-AE99-4360-A8CB-EA43EA1E3A1F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0CFB1475-0301-4966-AD25-A2D601170B31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CFD609F9-5BD6-4723-839E-FAEE285F77EA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0CA8C333-FF73-4DB5-A9D2-6900A7DB8A34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124252EE-869D-4407-A36D-9146730E50A7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6F4C5DE-CAE0-4A4F-B3E0-28B030027E99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779C6A37-4F74-40E4-B8B6-751FA1703564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83543839-513B-48B2-8692-7313BD9DC74C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CD29EDE1-6931-458C-9F1C-A503D9CD786C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C9A5910-97F2-4BC6-A408-1B3028DA203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AEF981E3-10D0-4366-9FCB-A17BB3504EF2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F31001E0-DB3D-4757-B891-D0B332C8D9F2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2A653FF4-A33A-4D3C-80BD-A32D8AECA599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7A06B80B-04F7-4598-890D-4CFC96294216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9BC51140-8CF6-4FB5-B56B-AAAAF2D7F782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CB86E3F6-3E11-4DFE-8FE4-F03C5A6C3ABA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FF9ABE70-BF0E-41C0-9ADA-6D81EE25FD4D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D33117B8-A959-4BAA-9291-BFAFD8D9D8F5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41FDD6BE-C2FD-4701-8989-CE2AA4B1E90E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3A93AADB-971C-4C49-BD04-23C9107931F6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B7A606B5-3BD3-4159-AABF-DAA218019DBA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FDCD52F2-E24B-4CD4-AB50-0946A844BB94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D8E7A378-B442-4A08-B4B9-340862545E32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6C5D938F-BBA0-4DC6-8AE1-989E6E810B75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A1B6A849-3969-4288-BA28-062B8CCBDDC6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C21334DF-9F51-4960-8CED-4A1F95581C27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1109B26C-B2F1-4AD8-A4BF-458AAD1AD62B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754FEBE9-8AA6-4EC0-BDF4-A7FFBE39BC86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31E3952A-9AFD-40B9-BCEA-65EB609FCCFA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7FE849F4-795B-4A9A-8C66-82D673D5202C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4B104077-6F08-4811-ABC5-EBE198AE0718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F2E5B369-07F6-4720-BD03-F68B5BDA4C12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E6DEDCF0-95AB-48C2-8BD5-D8DA86EF1649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57594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D6F265C1-B450-4252-B3C4-2F5256C53DBB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E7056100-BF2C-47D6-9F62-902651D326E5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14232FC9-43C7-47C5-B2F9-40DAF9861825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C8F711A-3589-47C7-9750-96019804D30F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July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20 Jul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31 Jul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9F7461D-22E8-4076-868A-628C2C5086A2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8004763F-0348-403F-87FD-1D7EBC6901CD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035472B-47F0-43B4-8B15-8480AABBA4E7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BEFAE584-9218-4087-AA18-B0AF1844B317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8CA6FFCF-F17E-44F7-BAF5-2851CC6A0E65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3E8F825F-1228-46AE-815D-5AD57E983E4C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62CAE484-356D-4B6F-9083-34B92D0AE9EC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215BFD9E-F6B6-4108-8620-797341CDBB38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BBBFCA6C-10F3-43AB-BF06-4964C7644A42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5C81199D-A8F2-4331-AE58-570926020F40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BE11297B-8DFC-4AD4-95C6-8BEE92F8ADDE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D160E61F-C939-4CD0-81CB-F783E36384CB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C49C90B7-ABA1-4F66-86BB-B934B45977C2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FAEED6DA-1511-49AB-AC3A-CED0D3615EC1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3C3AF198-0F79-4265-BCC3-78657DA8F9D8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D90D62C7-24B3-4EAD-BD60-31621AC4ACF7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FD11CB15-E180-40AD-9679-399AA299A3C1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97D504FA-32C0-4ECD-9BB9-344A9AA27E46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E0F1664D-1175-44DB-A6B3-AF54F4B68FAD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329A960D-1408-42FF-B732-AD147323CE1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3B96C8C3-6912-4EE7-B756-97E0BE8470CE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03ED31AF-7D30-473C-8646-01DAFF5984AB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778962F9-3D46-4A4F-AAEC-46B21FFD8E65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724229B9-C37D-418D-8227-74B6BA877137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0617F76A-0C69-4E48-B5C3-968A731FAA55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6AD06246-E3A1-4A72-B9D1-6F4B0495F00A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A43FA416-F3FF-4287-94FB-ED5E7DA2D16D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69625E20-665D-4185-91E1-C1D0DAEC465B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1"/>
                <a:r>
                  <a:rPr lang="en-US"/>
                  <a:t>2</a:t>
                </a:r>
                <a:endParaRPr lang="id-ID" dirty="0"/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F800388-ED8E-4675-B311-30B666FEEF84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489A969A-D36B-4A65-AD5A-EC62E2246E8F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1CCEA980-154D-4E56-BFCC-980A139155F6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6E0C0143-B7FA-47CA-B644-0AE4960C2CB1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94B65379-6A69-4FA4-A2FB-99B6227D3CE4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8658A8B6-6BC7-49A6-81AB-2CFC30422078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D6476899-F7CA-4A53-A986-050DAB02F4E2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C32EF47-7B7E-41CF-BD3D-36C6C13CCD86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6091C88E-5EFC-491C-8BC6-A7715917C533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A40F33FB-28C9-4E0A-A3E4-A9C880B30A85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93CD99EC-7EE7-48AF-B135-4D2E04ACE57D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65DF8EEF-AAD7-4F36-85F3-E1F42C910567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647D5020-93EB-4194-9AE2-C2B4D50474D0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169E24E0-D8BE-40F2-827C-0B7216AD375A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3EE23DE7-C59C-4F2F-B899-4E1B772B1570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6710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F743E889-EB00-473D-AF33-89F169ECA4F2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336A2D09-C604-4927-AB13-B84B1C7D4772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3CCAF212-8E9B-4E63-B4BD-72FB7A1430C2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DC0C825-208B-4BD1-8C6C-0ECAF2B9664A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August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17 Aug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27 Aug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FCD6ED77-A207-4509-81C3-1BA07B7630E8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706B2436-DD45-4968-BFE7-051828A40A3D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3C6FA9F8-0B09-4673-B167-2108B214E15B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7B8D7C41-5D95-46BC-A467-619DC84ED39D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AE8D867B-919B-485C-8285-7D456866B1CF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DDDF806C-DA71-4AB8-A633-EFA3DFA14CA6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85141019-C4BB-4D36-BFF1-951430F2801C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21F76BBF-1DC4-4CC9-B94A-4EA5D43D17E0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09D8099A-C3EF-434D-9C61-29563754B59A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F2A28CB4-B14C-4E89-A6FE-6B719A40BC99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9A82B3A8-03FD-4BFF-9E61-0D56F0093875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1DAB6FD-AABC-412A-94E9-7C3124C69657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4EC60C80-3867-478B-80AE-C3F113405872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A14B03BB-85FD-4A81-8076-6E8D8142BCE7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7880BB02-EAA6-4553-B8CF-99F5E0F9059A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C6842B36-8773-4E17-A609-69A301320A3E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5DA4AF53-54AE-4120-B810-E49A29C15B99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5694DB4F-9196-4934-8FA1-8F29C3293999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6BAF8DB1-4E1A-4C1B-98F6-3151F283E4CB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E4BAA2B-A85A-4F5E-B7BA-C7264E782B8A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9892A96D-C18A-401E-85E2-4D3052428D58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B83B7AE9-DB67-497B-B4DD-3C8EA4183DEF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A4888AF9-9128-4104-8204-220E96EBD2C2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4732314A-1957-446D-AAE1-A6B9CA5468CB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457EAA80-587B-448D-93C9-F06F673DD721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FE1C7ACD-0639-4FCB-8BE4-2F6B516759B3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1E7231FB-ED64-4696-875F-F7F06C87F3B5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C8F5371E-8B95-4DE1-B51F-96EFB64877EB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99CD6936-EDFE-45DD-BC0E-16833755BDFE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A34E32C1-A402-405F-A113-005CEE02B313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3A5B336D-35F1-4540-BC05-EC9B34003FF4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16920967-768D-49AB-9392-CB6F1AEB3DB7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5E64F926-E7D6-42F2-BD14-668B114532EB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FECA4F88-77D5-42A3-B0C1-ABEF4154F268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3FF779C8-4A2D-4C12-86D0-27150921D017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2ABC750B-B9D8-4C26-AF24-55DA51E75DD3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1CB0F7C2-BB4E-40FB-AB3F-F3D33B27DE20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F8F3A122-AAD1-44CC-B82C-70A049953675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F234BFC5-6025-4C16-973F-999703DCDA09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88DF5C5-0A7F-4E23-9D76-700292610AAC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32C27CB5-1C15-4661-A427-C48CD950D8DD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BE9E9E4D-E123-414C-886D-61EC36019CF6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650021AF-7843-4D0D-B5F0-866ACEC8CA27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9852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84F52C4A-02A2-4F29-8A17-B541427E9114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CFFE14EB-AE62-4E23-B30B-D901FC11EB80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BFF5D3F8-5F91-4A41-B6E3-7E7E99D1BA96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CE8D337-94C8-420F-8CE8-015D0F6CAE86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4" y="1777375"/>
              <a:ext cx="2772861" cy="980020"/>
              <a:chOff x="916547" y="1109655"/>
              <a:chExt cx="3275443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7" y="1503825"/>
                <a:ext cx="3275443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September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02 Aug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12 Aug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CC777DBD-BBB9-4AAD-89C1-AFC3B67D3AAE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6858C56F-CCF6-4794-A1A4-B5B7B4A48024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03F77837-BD4B-4518-AC41-932B98A730D5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EE7B7295-649A-4161-8E46-E978B371D546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37912CA4-BA82-4176-B8C5-C061A2944776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190928BB-50E5-498E-AC0F-2F54E4E799CA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E10E0DD4-5FD1-4F4D-9F19-68432F460631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90B48A5D-133B-41B1-B5C7-2A3E98034507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6E7E3413-1179-4124-AFF5-6F3329D46BB2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49392D99-956C-4F11-AEE8-34107EDE4209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5E9F2CA8-8265-4EB5-8887-050E472407BC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E9C26689-55E2-499E-936E-1DE8FB136F59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C7DACDE6-7C32-4958-BF51-E0854DC7A2B6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5A2831FE-E42A-4541-8340-5A572EF78350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FAADF063-5D73-45E1-8D16-CC9EBA7715BC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5497D89-C036-4C6C-B6E6-A3FD14763464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D61E817D-0B34-48EA-84D1-C7497014B7BC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09515391-704F-49BD-BEA4-CD7D90ACB770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9D5D4EE0-33A8-47A4-B64F-FE43412B69EA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9A3286DE-4A68-4FFD-8A7D-6B787DF48979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AEA9C06E-E3F6-4E0D-8173-C4003863CA42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758E2868-DE28-4A23-A00C-CAEDFD943210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4E8F9DCA-859E-4AE4-A2CF-AD328BD7C84D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F0B4AFE0-8E3F-4C79-AC91-D141B6975829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C7391092-3A40-4BE5-AF47-9D05B1B90CAD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AF5AF5B3-AA2F-4642-B7A0-7127BC075592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F7CEA510-2C79-4DA6-B36F-486FD27A44C3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B9398912-BE26-4150-B820-A0A0B227C7A3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1"/>
                <a:r>
                  <a:rPr lang="en-US"/>
                  <a:t>4</a:t>
                </a:r>
                <a:endParaRPr lang="id-ID" dirty="0"/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2741273C-42A0-4445-AC0E-5D3804BCD8BA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211C94E7-B115-4C1E-9E8E-962F0E50375F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3893AF8-456E-4EE9-A54E-DF7E9F4DFB09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FA3EA973-4D77-4AE8-B228-2EEBCFEDF581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0048602-3F6D-47EF-8CBB-9A627DE86898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0675DB19-452C-4340-A7AB-B909CF4E9703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A5DC073E-B324-45B3-AE3B-17A1927BF1D4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4DB79912-5813-40C0-9D09-64A2FE968568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088CE4FA-33B0-42DA-8FDE-0523902F5A1E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DEE48346-82D9-4A10-8CA2-2034008531D0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33B62201-EEBE-4BE8-9D73-19CDDAE2423B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FCF3EE13-AD94-4E6E-807A-3CE8F2035E26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5474E942-C3D1-4143-969C-5364EAE564B2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0C6621A7-BB18-4BAC-A81C-7E0C306B8971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853716F2-4951-4085-AF0C-1EBF35F5E996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42489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D9ADB324-646A-412B-AE01-AE1A1B2F9485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BC65A11D-8FD9-44BF-8990-011115CD1E34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DCBA70CE-F7B7-44DC-905D-69ACD957A40B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2F4A2E5-DA58-40A7-90E0-665F59C1ED5D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October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10 Oct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21 Oct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413B2E7B-4737-466F-BDB4-8DE4B7F07DDB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36EE3F9E-B2E1-43E6-8EC7-36486B9E44B5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536ADDA4-54A1-457B-8517-6948D6475296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30B96A34-5181-4C21-A5CA-47A9F7D93707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AA178A7A-1639-49CC-ABC8-E9B908D63864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240AEF0C-B09A-481F-9727-3544D2EB5560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F75B7339-E543-46B1-9591-5E5AD407E5AB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0431CDB9-DBA6-4596-9B6A-C0BDFF039FAB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2DCC6660-7165-427D-98AC-F95C9E155668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A820D7D1-4EBE-4315-BB9E-201A13A6B837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A327167E-4BDE-450B-83C6-B51A25920C4E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80FC814A-103F-443C-9199-2F7B0D4590C1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26DF4B90-98C3-4624-B071-7AC09B124204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B33AD615-34A7-460A-8036-445F86E97D4B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52C2D2E4-1993-4C24-B146-D940826BC9FC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43E9B11F-8C0C-4332-A248-B2B078A3B17C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3841AE37-4AC5-4DE1-803F-44FB8814AE3C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854DC784-3A00-42D4-B974-4BB3069329E9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10742316-6BE7-465F-80E6-2BBC46901E6C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AD0EB30E-96EF-4D70-B2D5-7D78DD60E602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381F7D7F-C589-437B-A253-57ACF45A8101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E8AE39E9-5E27-4264-B0CD-25B1319518EC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349F7814-0928-403C-8197-EDFECF843A16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ADFF2836-2E3B-47E5-9688-6A5AF430D783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7218C8D1-95E0-4F4A-AD76-CCEEFBC91CF2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783829C4-47DF-43BB-BC38-B7DA9F35B5AB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719F89C5-C899-41D4-8547-E989C29A028D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8F36BFE2-E6D2-485C-97F3-F94C5249468B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10092C20-A855-4CD4-8788-0C089C3C3852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D4382B4F-4964-43A9-877C-25AAE58CE4C4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FFE3AA87-70B8-4EDA-84A8-CE28657A9314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EC772C84-FEED-4AC4-9B70-DD50381A1133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167BA4DD-277E-4BA6-90BB-CC82B01EDCA3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6325763B-9816-41E3-A88D-AB82CBA58008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F2945F8-9D64-4F12-AC2E-12C0DF2CE13C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F350B679-A217-46AC-BD63-B56B4EBD82A8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36E5F140-CC68-4037-A1D4-5FFE3B6D19B8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FA2EC0C-87E7-4225-A979-DF97BE9C39C8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F01AA5B4-98CE-40C1-8719-F98095C9C361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254B0985-9F88-4536-A7C0-205D186F1121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68C3F58D-26FA-4CEE-9754-F876AAE09DE8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21E1D576-66E5-4D5D-90D6-ACFB85F94FC4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BF683D6A-0042-49A0-A0C5-3F598FE09745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546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B38182BA-607B-4532-81FE-530734FD4C37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939E8CE4-2C40-4547-ACD2-AA210DE6755E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F3A590E8-0C64-4F0D-A2F9-DCD66E492C37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4E87E42-2C75-4F79-A4A3-C3A67DF900B2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November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05 Nov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15 Nov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186B66FD-C828-4401-8EAE-A4EA2309BBA7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50F8A448-0505-4FBC-A84E-1EBEAF8FA6DC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FDE880E-4C50-46B4-930A-BC30F1B314E0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0FC222D2-3F21-4ADC-81CB-95DA21C01B62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19932B7B-125F-4192-92F3-3C1683E8D806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8474D877-8722-4E9B-BCA4-E393CF45DD57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9DADE450-9781-469F-82CA-FC1257F013B6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0CB6A5BF-EA06-4A09-8D10-2CB2D6F88CEC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496876E9-446B-4568-88E5-929C5A4D6B54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A66BF89D-D730-4827-A8D3-35319E2B4216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2CAB943F-AA62-4562-9434-BAE0C1FEB1BE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1DEFCA26-6695-4A7A-85E0-D8B3DA25F71C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7AA75862-100E-4132-A00C-2F55EFE8FE98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8DD6F11B-B839-47F7-AF27-B1CEB8CB16F0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5B947462-2F0E-48DC-B599-D20D8C05D57C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259A62A5-088A-4C81-88B8-44DA066E7B70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F833DDC3-A6FD-4713-B86A-236F9B352347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5E17EE7C-D4C7-4155-A0D4-CDC02AAA1E0A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53B6F6D1-B527-4EB0-9571-3CCBF06757EC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ADCD81DF-9C4B-46BA-8A97-D112F7186EDC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F3930C64-BF74-46CB-9157-CC47AEE81850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C675485B-30D3-4F5A-BE97-A17127B5C06E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319E9AF4-2078-44CF-9109-2C6FF5CBF4CC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1604EB0F-63F9-45EC-9E9E-972E147AD422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CB9E07AB-E414-4105-B2FF-BD90D05B3474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DE43E38E-142C-4644-8EB8-A4E2F7EFA1BA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F3AFEB17-1FA8-40FE-B96E-A081D481E6A0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29F9F82A-FBCB-42C4-8EB7-3543421AFB15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F5344BF7-A8C6-4E79-9AAE-3DDFB771BC2A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502F899D-94AD-42F0-9AC5-D91C45E1B402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36D8D40F-955B-408C-A68B-79162F6EBDAB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25B0C2F6-C907-40F4-ACAC-74351F0A09DB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B9BB4211-48EC-4F52-B944-D495528F0C10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A46865F7-A475-499B-B7F3-B637E6DF3D64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4A392E44-78AB-4F5B-9A8A-B289868313B4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DCBCA13-3CED-4069-B247-A3F8DC01920A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4EBCF0DE-B3EB-444D-949E-468352542D3E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0DFA21EA-2167-4AF7-93D1-50C0FE74C31D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7C4CA926-FF91-4567-BE42-4391A66028A4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591E92BA-084C-4632-A48F-0349850738E0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6C185110-6733-4D28-861D-2D78872FECF1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BAA7FF93-7E3F-4E6B-BDBB-ECE8FEF8D57F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982E887E-BFC2-4907-B90B-F254753A5F2C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2808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0AE63E6E-D56D-4D05-BE82-20A41A7B10CF}"/>
              </a:ext>
            </a:extLst>
          </p:cNvPr>
          <p:cNvSpPr/>
          <p:nvPr userDrawn="1"/>
        </p:nvSpPr>
        <p:spPr>
          <a:xfrm flipH="1">
            <a:off x="0" y="4891441"/>
            <a:ext cx="12191998" cy="19693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25408 w 5420344"/>
              <a:gd name="connsiteY0" fmla="*/ 1194613 h 2723098"/>
              <a:gd name="connsiteX1" fmla="*/ 2748706 w 5420344"/>
              <a:gd name="connsiteY1" fmla="*/ 12319 h 2723098"/>
              <a:gd name="connsiteX2" fmla="*/ 5420344 w 5420344"/>
              <a:gd name="connsiteY2" fmla="*/ 2699418 h 2723098"/>
              <a:gd name="connsiteX3" fmla="*/ 0 w 5420344"/>
              <a:gd name="connsiteY3" fmla="*/ 2723098 h 2723098"/>
              <a:gd name="connsiteX4" fmla="*/ 25408 w 5420344"/>
              <a:gd name="connsiteY4" fmla="*/ 1194613 h 2723098"/>
              <a:gd name="connsiteX0" fmla="*/ 25408 w 5420344"/>
              <a:gd name="connsiteY0" fmla="*/ 2617305 h 4145790"/>
              <a:gd name="connsiteX1" fmla="*/ 2748706 w 5420344"/>
              <a:gd name="connsiteY1" fmla="*/ 1435011 h 4145790"/>
              <a:gd name="connsiteX2" fmla="*/ 5420344 w 5420344"/>
              <a:gd name="connsiteY2" fmla="*/ 4122110 h 4145790"/>
              <a:gd name="connsiteX3" fmla="*/ 0 w 5420344"/>
              <a:gd name="connsiteY3" fmla="*/ 4145790 h 4145790"/>
              <a:gd name="connsiteX4" fmla="*/ 25408 w 5420344"/>
              <a:gd name="connsiteY4" fmla="*/ 2617305 h 4145790"/>
              <a:gd name="connsiteX0" fmla="*/ 25408 w 5420344"/>
              <a:gd name="connsiteY0" fmla="*/ 2318403 h 3846888"/>
              <a:gd name="connsiteX1" fmla="*/ 2867276 w 5420344"/>
              <a:gd name="connsiteY1" fmla="*/ 2060414 h 3846888"/>
              <a:gd name="connsiteX2" fmla="*/ 5420344 w 5420344"/>
              <a:gd name="connsiteY2" fmla="*/ 3823208 h 3846888"/>
              <a:gd name="connsiteX3" fmla="*/ 0 w 5420344"/>
              <a:gd name="connsiteY3" fmla="*/ 3846888 h 3846888"/>
              <a:gd name="connsiteX4" fmla="*/ 25408 w 5420344"/>
              <a:gd name="connsiteY4" fmla="*/ 2318403 h 3846888"/>
              <a:gd name="connsiteX0" fmla="*/ 25408 w 5420344"/>
              <a:gd name="connsiteY0" fmla="*/ 2146685 h 3675170"/>
              <a:gd name="connsiteX1" fmla="*/ 2867276 w 5420344"/>
              <a:gd name="connsiteY1" fmla="*/ 1888696 h 3675170"/>
              <a:gd name="connsiteX2" fmla="*/ 5420344 w 5420344"/>
              <a:gd name="connsiteY2" fmla="*/ 3651490 h 3675170"/>
              <a:gd name="connsiteX3" fmla="*/ 0 w 5420344"/>
              <a:gd name="connsiteY3" fmla="*/ 3675170 h 3675170"/>
              <a:gd name="connsiteX4" fmla="*/ 25408 w 5420344"/>
              <a:gd name="connsiteY4" fmla="*/ 2146685 h 3675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20344" h="3675170">
                <a:moveTo>
                  <a:pt x="25408" y="2146685"/>
                </a:moveTo>
                <a:cubicBezTo>
                  <a:pt x="1265017" y="-2779850"/>
                  <a:pt x="1612410" y="2384449"/>
                  <a:pt x="2867276" y="1888696"/>
                </a:cubicBezTo>
                <a:cubicBezTo>
                  <a:pt x="4122142" y="1392943"/>
                  <a:pt x="3769674" y="3092611"/>
                  <a:pt x="5420344" y="3651490"/>
                </a:cubicBezTo>
                <a:lnTo>
                  <a:pt x="0" y="3675170"/>
                </a:lnTo>
                <a:cubicBezTo>
                  <a:pt x="0" y="2348020"/>
                  <a:pt x="25408" y="3473835"/>
                  <a:pt x="25408" y="214668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6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08FFBFC-F23C-43F8-B1B9-29AD0A99FA02}"/>
              </a:ext>
            </a:extLst>
          </p:cNvPr>
          <p:cNvSpPr/>
          <p:nvPr/>
        </p:nvSpPr>
        <p:spPr>
          <a:xfrm flipH="1">
            <a:off x="0" y="4489681"/>
            <a:ext cx="12192000" cy="2368321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2465553 w 4152900"/>
              <a:gd name="connsiteY1" fmla="*/ 962849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465553 w 5420344"/>
              <a:gd name="connsiteY1" fmla="*/ 962849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64083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2748706 w 5420344"/>
              <a:gd name="connsiteY1" fmla="*/ 1270671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5420344 w 5420344"/>
              <a:gd name="connsiteY2" fmla="*/ 3957770 h 3981450"/>
              <a:gd name="connsiteX3" fmla="*/ 0 w 5420344"/>
              <a:gd name="connsiteY3" fmla="*/ 3981450 h 3981450"/>
              <a:gd name="connsiteX4" fmla="*/ 0 w 5420344"/>
              <a:gd name="connsiteY4" fmla="*/ 0 h 3981450"/>
              <a:gd name="connsiteX0" fmla="*/ 0 w 5504564"/>
              <a:gd name="connsiteY0" fmla="*/ 0 h 3981450"/>
              <a:gd name="connsiteX1" fmla="*/ 1737448 w 5504564"/>
              <a:gd name="connsiteY1" fmla="*/ 773420 h 3981450"/>
              <a:gd name="connsiteX2" fmla="*/ 3195575 w 5504564"/>
              <a:gd name="connsiteY2" fmla="*/ 2335785 h 3981450"/>
              <a:gd name="connsiteX3" fmla="*/ 5420344 w 5504564"/>
              <a:gd name="connsiteY3" fmla="*/ 3957770 h 3981450"/>
              <a:gd name="connsiteX4" fmla="*/ 0 w 5504564"/>
              <a:gd name="connsiteY4" fmla="*/ 3981450 h 3981450"/>
              <a:gd name="connsiteX5" fmla="*/ 0 w 5504564"/>
              <a:gd name="connsiteY5" fmla="*/ 0 h 3981450"/>
              <a:gd name="connsiteX0" fmla="*/ 0 w 5518813"/>
              <a:gd name="connsiteY0" fmla="*/ 0 h 3981450"/>
              <a:gd name="connsiteX1" fmla="*/ 1737448 w 5518813"/>
              <a:gd name="connsiteY1" fmla="*/ 773420 h 3981450"/>
              <a:gd name="connsiteX2" fmla="*/ 3566370 w 5518813"/>
              <a:gd name="connsiteY2" fmla="*/ 3306607 h 3981450"/>
              <a:gd name="connsiteX3" fmla="*/ 5420344 w 5518813"/>
              <a:gd name="connsiteY3" fmla="*/ 3957770 h 3981450"/>
              <a:gd name="connsiteX4" fmla="*/ 0 w 5518813"/>
              <a:gd name="connsiteY4" fmla="*/ 3981450 h 3981450"/>
              <a:gd name="connsiteX5" fmla="*/ 0 w 5518813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566370 w 5420344"/>
              <a:gd name="connsiteY2" fmla="*/ 3306607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737448 w 5420344"/>
              <a:gd name="connsiteY1" fmla="*/ 773420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0 w 5420344"/>
              <a:gd name="connsiteY0" fmla="*/ 0 h 3981450"/>
              <a:gd name="connsiteX1" fmla="*/ 1810448 w 5420344"/>
              <a:gd name="connsiteY1" fmla="*/ 307247 h 3981450"/>
              <a:gd name="connsiteX2" fmla="*/ 3261097 w 5420344"/>
              <a:gd name="connsiteY2" fmla="*/ 3120138 h 3981450"/>
              <a:gd name="connsiteX3" fmla="*/ 5420344 w 5420344"/>
              <a:gd name="connsiteY3" fmla="*/ 3957770 h 3981450"/>
              <a:gd name="connsiteX4" fmla="*/ 0 w 5420344"/>
              <a:gd name="connsiteY4" fmla="*/ 3981450 h 3981450"/>
              <a:gd name="connsiteX5" fmla="*/ 0 w 5420344"/>
              <a:gd name="connsiteY5" fmla="*/ 0 h 3981450"/>
              <a:gd name="connsiteX0" fmla="*/ 13484 w 5420344"/>
              <a:gd name="connsiteY0" fmla="*/ 1222007 h 3688023"/>
              <a:gd name="connsiteX1" fmla="*/ 1810448 w 5420344"/>
              <a:gd name="connsiteY1" fmla="*/ 13820 h 3688023"/>
              <a:gd name="connsiteX2" fmla="*/ 3261097 w 5420344"/>
              <a:gd name="connsiteY2" fmla="*/ 2826711 h 3688023"/>
              <a:gd name="connsiteX3" fmla="*/ 5420344 w 5420344"/>
              <a:gd name="connsiteY3" fmla="*/ 3664343 h 3688023"/>
              <a:gd name="connsiteX4" fmla="*/ 0 w 5420344"/>
              <a:gd name="connsiteY4" fmla="*/ 3688023 h 3688023"/>
              <a:gd name="connsiteX5" fmla="*/ 13484 w 5420344"/>
              <a:gd name="connsiteY5" fmla="*/ 1222007 h 3688023"/>
              <a:gd name="connsiteX0" fmla="*/ 13484 w 5420344"/>
              <a:gd name="connsiteY0" fmla="*/ 1222005 h 3688021"/>
              <a:gd name="connsiteX1" fmla="*/ 1810448 w 5420344"/>
              <a:gd name="connsiteY1" fmla="*/ 13818 h 3688021"/>
              <a:gd name="connsiteX2" fmla="*/ 3261097 w 5420344"/>
              <a:gd name="connsiteY2" fmla="*/ 2826709 h 3688021"/>
              <a:gd name="connsiteX3" fmla="*/ 5420344 w 5420344"/>
              <a:gd name="connsiteY3" fmla="*/ 3664341 h 3688021"/>
              <a:gd name="connsiteX4" fmla="*/ 0 w 5420344"/>
              <a:gd name="connsiteY4" fmla="*/ 3688021 h 3688021"/>
              <a:gd name="connsiteX5" fmla="*/ 13484 w 5420344"/>
              <a:gd name="connsiteY5" fmla="*/ 1222005 h 3688021"/>
              <a:gd name="connsiteX0" fmla="*/ 5015 w 5420344"/>
              <a:gd name="connsiteY0" fmla="*/ 1558081 h 3682236"/>
              <a:gd name="connsiteX1" fmla="*/ 1810448 w 5420344"/>
              <a:gd name="connsiteY1" fmla="*/ 8033 h 3682236"/>
              <a:gd name="connsiteX2" fmla="*/ 3261097 w 5420344"/>
              <a:gd name="connsiteY2" fmla="*/ 2820924 h 3682236"/>
              <a:gd name="connsiteX3" fmla="*/ 5420344 w 5420344"/>
              <a:gd name="connsiteY3" fmla="*/ 3658556 h 3682236"/>
              <a:gd name="connsiteX4" fmla="*/ 0 w 5420344"/>
              <a:gd name="connsiteY4" fmla="*/ 3682236 h 3682236"/>
              <a:gd name="connsiteX5" fmla="*/ 5015 w 5420344"/>
              <a:gd name="connsiteY5" fmla="*/ 1558081 h 3682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20344" h="3682236">
                <a:moveTo>
                  <a:pt x="5015" y="1558081"/>
                </a:moveTo>
                <a:cubicBezTo>
                  <a:pt x="1117585" y="3812690"/>
                  <a:pt x="1267768" y="-202441"/>
                  <a:pt x="1810448" y="8033"/>
                </a:cubicBezTo>
                <a:cubicBezTo>
                  <a:pt x="2353128" y="218507"/>
                  <a:pt x="2647281" y="2290199"/>
                  <a:pt x="3261097" y="2820924"/>
                </a:cubicBezTo>
                <a:cubicBezTo>
                  <a:pt x="3874913" y="3351649"/>
                  <a:pt x="3982356" y="1370487"/>
                  <a:pt x="5420344" y="3658556"/>
                </a:cubicBezTo>
                <a:lnTo>
                  <a:pt x="0" y="3682236"/>
                </a:lnTo>
                <a:cubicBezTo>
                  <a:pt x="0" y="2355086"/>
                  <a:pt x="5015" y="2885231"/>
                  <a:pt x="5015" y="155808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rgbClr val="3D1E66">
                  <a:alpha val="0"/>
                </a:srgbClr>
              </a:gs>
              <a:gs pos="60000">
                <a:schemeClr val="accent2">
                  <a:alpha val="4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BDE7D1C6-7D5D-48D9-A9EE-04BF939A2451}"/>
              </a:ext>
            </a:extLst>
          </p:cNvPr>
          <p:cNvSpPr/>
          <p:nvPr/>
        </p:nvSpPr>
        <p:spPr>
          <a:xfrm>
            <a:off x="12302238" y="1572970"/>
            <a:ext cx="1789796" cy="1789792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4F443C34-1DE9-46DF-95C8-CC1849CDA97F}"/>
              </a:ext>
            </a:extLst>
          </p:cNvPr>
          <p:cNvSpPr/>
          <p:nvPr/>
        </p:nvSpPr>
        <p:spPr>
          <a:xfrm>
            <a:off x="4273199" y="7273260"/>
            <a:ext cx="936976" cy="936976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01FE6F61-34F1-4183-A2F9-C5F500C6BFDC}"/>
              </a:ext>
            </a:extLst>
          </p:cNvPr>
          <p:cNvSpPr/>
          <p:nvPr/>
        </p:nvSpPr>
        <p:spPr>
          <a:xfrm>
            <a:off x="-690463" y="5814031"/>
            <a:ext cx="408000" cy="408000"/>
          </a:xfrm>
          <a:prstGeom prst="ellipse">
            <a:avLst/>
          </a:prstGeom>
          <a:gradFill>
            <a:gsLst>
              <a:gs pos="2000">
                <a:schemeClr val="accent1">
                  <a:alpha val="79000"/>
                </a:schemeClr>
              </a:gs>
              <a:gs pos="100000">
                <a:schemeClr val="accent2">
                  <a:alpha val="50000"/>
                </a:schemeClr>
              </a:gs>
            </a:gsLst>
            <a:path path="circle">
              <a:fillToRect l="50000" t="-80000" r="50000" b="18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AAA16A4-4F6D-4FEE-9D62-966A01B6B06C}"/>
              </a:ext>
            </a:extLst>
          </p:cNvPr>
          <p:cNvGrpSpPr/>
          <p:nvPr/>
        </p:nvGrpSpPr>
        <p:grpSpPr>
          <a:xfrm>
            <a:off x="1451429" y="1208083"/>
            <a:ext cx="9289142" cy="4441834"/>
            <a:chOff x="1451429" y="1208083"/>
            <a:chExt cx="9289142" cy="4441834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9A1A09B8-31BA-4A59-9E79-A088D4D10B32}"/>
                </a:ext>
              </a:extLst>
            </p:cNvPr>
            <p:cNvSpPr/>
            <p:nvPr/>
          </p:nvSpPr>
          <p:spPr>
            <a:xfrm>
              <a:off x="1451429" y="1208087"/>
              <a:ext cx="9289142" cy="4441830"/>
            </a:xfrm>
            <a:prstGeom prst="roundRect">
              <a:avLst>
                <a:gd name="adj" fmla="val 4099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1143000" dir="5400000" sx="85000" sy="85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  <p:sp>
          <p:nvSpPr>
            <p:cNvPr id="3" name="Rectangle: Top Corners Rounded 2">
              <a:extLst>
                <a:ext uri="{FF2B5EF4-FFF2-40B4-BE49-F238E27FC236}">
                  <a16:creationId xmlns:a16="http://schemas.microsoft.com/office/drawing/2014/main" id="{AA092F3D-EEC2-4639-86A8-09F785F5E621}"/>
                </a:ext>
              </a:extLst>
            </p:cNvPr>
            <p:cNvSpPr/>
            <p:nvPr/>
          </p:nvSpPr>
          <p:spPr>
            <a:xfrm rot="16200000">
              <a:off x="809424" y="1850089"/>
              <a:ext cx="4441830" cy="3157817"/>
            </a:xfrm>
            <a:prstGeom prst="round2SameRect">
              <a:avLst>
                <a:gd name="adj1" fmla="val 4920"/>
                <a:gd name="adj2" fmla="val 0"/>
              </a:avLst>
            </a:prstGeom>
            <a:gradFill flip="none" rotWithShape="1">
              <a:gsLst>
                <a:gs pos="100000">
                  <a:schemeClr val="accent1"/>
                </a:gs>
                <a:gs pos="34000">
                  <a:schemeClr val="accent2"/>
                </a:gs>
                <a:gs pos="1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8B24C15-6E02-48C4-8428-4EAA8900CACD}"/>
                </a:ext>
              </a:extLst>
            </p:cNvPr>
            <p:cNvGrpSpPr/>
            <p:nvPr/>
          </p:nvGrpSpPr>
          <p:grpSpPr>
            <a:xfrm>
              <a:off x="4861503" y="1465534"/>
              <a:ext cx="5619218" cy="311841"/>
              <a:chOff x="4637750" y="1109655"/>
              <a:chExt cx="6637702" cy="368362"/>
            </a:xfrm>
          </p:grpSpPr>
          <p:sp>
            <p:nvSpPr>
              <p:cNvPr id="5" name="Rectangle 203">
                <a:extLst>
                  <a:ext uri="{FF2B5EF4-FFF2-40B4-BE49-F238E27FC236}">
                    <a16:creationId xmlns:a16="http://schemas.microsoft.com/office/drawing/2014/main" id="{614508C8-EF36-4F4C-9AE9-328D3525B668}"/>
                  </a:ext>
                </a:extLst>
              </p:cNvPr>
              <p:cNvSpPr/>
              <p:nvPr/>
            </p:nvSpPr>
            <p:spPr>
              <a:xfrm>
                <a:off x="463775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Sun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6" name="Rectangle 203">
                <a:extLst>
                  <a:ext uri="{FF2B5EF4-FFF2-40B4-BE49-F238E27FC236}">
                    <a16:creationId xmlns:a16="http://schemas.microsoft.com/office/drawing/2014/main" id="{ABD7B40D-850B-4344-B236-985B56C1109E}"/>
                  </a:ext>
                </a:extLst>
              </p:cNvPr>
              <p:cNvSpPr/>
              <p:nvPr/>
            </p:nvSpPr>
            <p:spPr>
              <a:xfrm>
                <a:off x="560064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Mon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" name="Rectangle 203">
                <a:extLst>
                  <a:ext uri="{FF2B5EF4-FFF2-40B4-BE49-F238E27FC236}">
                    <a16:creationId xmlns:a16="http://schemas.microsoft.com/office/drawing/2014/main" id="{746BC4E4-0B50-4590-8ACE-44F209CA8EE4}"/>
                  </a:ext>
                </a:extLst>
              </p:cNvPr>
              <p:cNvSpPr/>
              <p:nvPr/>
            </p:nvSpPr>
            <p:spPr>
              <a:xfrm>
                <a:off x="6563530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Tue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" name="Rectangle 203">
                <a:extLst>
                  <a:ext uri="{FF2B5EF4-FFF2-40B4-BE49-F238E27FC236}">
                    <a16:creationId xmlns:a16="http://schemas.microsoft.com/office/drawing/2014/main" id="{F1FD949D-2EF3-460D-98B0-502B883D129C}"/>
                  </a:ext>
                </a:extLst>
              </p:cNvPr>
              <p:cNvSpPr/>
              <p:nvPr/>
            </p:nvSpPr>
            <p:spPr>
              <a:xfrm>
                <a:off x="752641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Wed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" name="Rectangle 203">
                <a:extLst>
                  <a:ext uri="{FF2B5EF4-FFF2-40B4-BE49-F238E27FC236}">
                    <a16:creationId xmlns:a16="http://schemas.microsoft.com/office/drawing/2014/main" id="{5E04A09A-D3C1-4EEF-880C-E2F6BCBC48B3}"/>
                  </a:ext>
                </a:extLst>
              </p:cNvPr>
              <p:cNvSpPr/>
              <p:nvPr/>
            </p:nvSpPr>
            <p:spPr>
              <a:xfrm>
                <a:off x="848930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Thu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" name="Rectangle 203">
                <a:extLst>
                  <a:ext uri="{FF2B5EF4-FFF2-40B4-BE49-F238E27FC236}">
                    <a16:creationId xmlns:a16="http://schemas.microsoft.com/office/drawing/2014/main" id="{0B871A25-46CB-41D9-8913-C7A9E6C0FE08}"/>
                  </a:ext>
                </a:extLst>
              </p:cNvPr>
              <p:cNvSpPr/>
              <p:nvPr/>
            </p:nvSpPr>
            <p:spPr>
              <a:xfrm>
                <a:off x="9452199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Fri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" name="Rectangle 203">
                <a:extLst>
                  <a:ext uri="{FF2B5EF4-FFF2-40B4-BE49-F238E27FC236}">
                    <a16:creationId xmlns:a16="http://schemas.microsoft.com/office/drawing/2014/main" id="{F0D94D9C-A3E0-4A38-A01D-7045A20078C3}"/>
                  </a:ext>
                </a:extLst>
              </p:cNvPr>
              <p:cNvSpPr/>
              <p:nvPr/>
            </p:nvSpPr>
            <p:spPr>
              <a:xfrm>
                <a:off x="10409795" y="1109655"/>
                <a:ext cx="865657" cy="368362"/>
              </a:xfrm>
              <a:prstGeom prst="roundRect">
                <a:avLst>
                  <a:gd name="adj" fmla="val 46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solidFill>
                      <a:schemeClr val="accent3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Sat</a:t>
                </a:r>
                <a:endParaRPr lang="id-ID" sz="1200" dirty="0">
                  <a:solidFill>
                    <a:schemeClr val="accent3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BC6E7ED-EA69-41DE-821B-6ABE4E53ACA3}"/>
                </a:ext>
              </a:extLst>
            </p:cNvPr>
            <p:cNvGrpSpPr/>
            <p:nvPr/>
          </p:nvGrpSpPr>
          <p:grpSpPr>
            <a:xfrm>
              <a:off x="1836385" y="1777375"/>
              <a:ext cx="2652222" cy="980020"/>
              <a:chOff x="916548" y="1109655"/>
              <a:chExt cx="3132938" cy="115764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7B6F7D9-22E8-4F0B-98B9-286EFED92C40}"/>
                  </a:ext>
                </a:extLst>
              </p:cNvPr>
              <p:cNvSpPr txBox="1"/>
              <p:nvPr/>
            </p:nvSpPr>
            <p:spPr>
              <a:xfrm>
                <a:off x="916548" y="1503825"/>
                <a:ext cx="3132938" cy="7634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December</a:t>
                </a:r>
                <a:endParaRPr lang="id-ID" sz="40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03310524-F81E-474A-B40B-35D719B6A0BD}"/>
                  </a:ext>
                </a:extLst>
              </p:cNvPr>
              <p:cNvSpPr/>
              <p:nvPr/>
            </p:nvSpPr>
            <p:spPr>
              <a:xfrm>
                <a:off x="1017659" y="1109655"/>
                <a:ext cx="1005330" cy="31981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30000"/>
                </a:scheme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 dirty="0">
                    <a:latin typeface="Poppins" panose="02000000000000000000" pitchFamily="2" charset="0"/>
                    <a:cs typeface="Poppins" panose="02000000000000000000" pitchFamily="2" charset="0"/>
                  </a:rPr>
                  <a:t>2023</a:t>
                </a: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F98B9DD9-ECA1-4B94-B192-97AC540B5FE9}"/>
                </a:ext>
              </a:extLst>
            </p:cNvPr>
            <p:cNvGrpSpPr/>
            <p:nvPr/>
          </p:nvGrpSpPr>
          <p:grpSpPr>
            <a:xfrm>
              <a:off x="2106023" y="2917375"/>
              <a:ext cx="2652224" cy="1809075"/>
              <a:chOff x="1836385" y="2917375"/>
              <a:chExt cx="2652224" cy="1809075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DA2B673D-5A02-43BD-AF4C-874934BCCEFD}"/>
                  </a:ext>
                </a:extLst>
              </p:cNvPr>
              <p:cNvGrpSpPr/>
              <p:nvPr/>
            </p:nvGrpSpPr>
            <p:grpSpPr>
              <a:xfrm>
                <a:off x="1836385" y="2917375"/>
                <a:ext cx="2652224" cy="756765"/>
                <a:chOff x="916548" y="2844250"/>
                <a:chExt cx="3132940" cy="893929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958E4D06-00D7-412B-86A3-82B97E0D89AC}"/>
                    </a:ext>
                  </a:extLst>
                </p:cNvPr>
                <p:cNvSpPr/>
                <p:nvPr/>
              </p:nvSpPr>
              <p:spPr>
                <a:xfrm>
                  <a:off x="916548" y="3147164"/>
                  <a:ext cx="3132940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66A8027-0804-4C3A-A436-4786250197CD}"/>
                    </a:ext>
                  </a:extLst>
                </p:cNvPr>
                <p:cNvSpPr/>
                <p:nvPr/>
              </p:nvSpPr>
              <p:spPr>
                <a:xfrm>
                  <a:off x="916548" y="284425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09 Dec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585AB85-AE3B-4589-B193-0BDAA65ABC6D}"/>
                  </a:ext>
                </a:extLst>
              </p:cNvPr>
              <p:cNvGrpSpPr/>
              <p:nvPr/>
            </p:nvGrpSpPr>
            <p:grpSpPr>
              <a:xfrm>
                <a:off x="1836385" y="3969684"/>
                <a:ext cx="2652222" cy="756766"/>
                <a:chOff x="916548" y="2616390"/>
                <a:chExt cx="3132938" cy="89393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BC984775-3472-414D-90F5-DAAC4C6C6F36}"/>
                    </a:ext>
                  </a:extLst>
                </p:cNvPr>
                <p:cNvSpPr/>
                <p:nvPr/>
              </p:nvSpPr>
              <p:spPr>
                <a:xfrm>
                  <a:off x="916548" y="2919305"/>
                  <a:ext cx="3132938" cy="59101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050" dirty="0">
                      <a:solidFill>
                        <a:schemeClr val="bg1"/>
                      </a:solidFill>
                      <a:latin typeface="Poppins Light" panose="02000000000000000000" pitchFamily="2" charset="0"/>
                      <a:cs typeface="Poppins Light" panose="02000000000000000000" pitchFamily="2" charset="0"/>
                    </a:rPr>
                    <a:t>The European languages are members of the same</a:t>
                  </a:r>
                  <a:endParaRPr lang="id-ID" sz="1050" dirty="0">
                    <a:solidFill>
                      <a:schemeClr val="bg1"/>
                    </a:solidFill>
                    <a:latin typeface="Poppins Light" panose="02000000000000000000" pitchFamily="2" charset="0"/>
                    <a:cs typeface="Poppins Light" panose="02000000000000000000" pitchFamily="2" charset="0"/>
                  </a:endParaRPr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B53FA693-A9C3-43A8-90D9-876142CB861C}"/>
                    </a:ext>
                  </a:extLst>
                </p:cNvPr>
                <p:cNvSpPr/>
                <p:nvPr/>
              </p:nvSpPr>
              <p:spPr>
                <a:xfrm>
                  <a:off x="916548" y="2616390"/>
                  <a:ext cx="3132938" cy="376286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>
                    <a:lnSpc>
                      <a:spcPct val="130000"/>
                    </a:lnSpc>
                  </a:pPr>
                  <a:r>
                    <a:rPr lang="en-US" sz="1200" b="1" dirty="0">
                      <a:solidFill>
                        <a:schemeClr val="bg1"/>
                      </a:solidFill>
                      <a:latin typeface="Poppins" panose="02000000000000000000" pitchFamily="2" charset="0"/>
                      <a:cs typeface="Poppins" panose="02000000000000000000" pitchFamily="2" charset="0"/>
                    </a:rPr>
                    <a:t>28 Dec 2023</a:t>
                  </a:r>
                  <a:endParaRPr lang="id-ID" sz="1200" b="1" dirty="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endParaRPr>
                </a:p>
              </p:txBody>
            </p:sp>
          </p:grp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BE6EDF-6406-4D98-B86D-2E873B97E530}"/>
                </a:ext>
              </a:extLst>
            </p:cNvPr>
            <p:cNvGrpSpPr/>
            <p:nvPr/>
          </p:nvGrpSpPr>
          <p:grpSpPr>
            <a:xfrm>
              <a:off x="1927123" y="3040871"/>
              <a:ext cx="70664" cy="1996593"/>
              <a:chOff x="806334" y="2602161"/>
              <a:chExt cx="83472" cy="2358476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48BF445C-37A4-44DC-A029-59B86DC3FAAE}"/>
                  </a:ext>
                </a:extLst>
              </p:cNvPr>
              <p:cNvCxnSpPr>
                <a:cxnSpLocks/>
                <a:stCxn id="72" idx="4"/>
              </p:cNvCxnSpPr>
              <p:nvPr/>
            </p:nvCxnSpPr>
            <p:spPr>
              <a:xfrm>
                <a:off x="848070" y="3927181"/>
                <a:ext cx="0" cy="1033456"/>
              </a:xfrm>
              <a:prstGeom prst="line">
                <a:avLst/>
              </a:prstGeom>
              <a:ln w="6350">
                <a:gradFill flip="none" rotWithShape="1">
                  <a:gsLst>
                    <a:gs pos="0">
                      <a:schemeClr val="accent1">
                        <a:lumMod val="5000"/>
                        <a:lumOff val="95000"/>
                        <a:alpha val="40000"/>
                      </a:schemeClr>
                    </a:gs>
                    <a:gs pos="75000">
                      <a:srgbClr val="FDFEFF">
                        <a:alpha val="34000"/>
                      </a:srgbClr>
                    </a:gs>
                    <a:gs pos="99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B9B0081-F881-45A0-B95C-30955A76469B}"/>
                  </a:ext>
                </a:extLst>
              </p:cNvPr>
              <p:cNvCxnSpPr>
                <a:cxnSpLocks/>
                <a:stCxn id="71" idx="4"/>
                <a:endCxn id="72" idx="0"/>
              </p:cNvCxnSpPr>
              <p:nvPr/>
            </p:nvCxnSpPr>
            <p:spPr>
              <a:xfrm>
                <a:off x="848070" y="2685633"/>
                <a:ext cx="0" cy="1158078"/>
              </a:xfrm>
              <a:prstGeom prst="line">
                <a:avLst/>
              </a:prstGeom>
              <a:ln w="28575" cap="rnd">
                <a:solidFill>
                  <a:schemeClr val="bg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A061638E-0494-4F61-BA91-DB2417D51632}"/>
                  </a:ext>
                </a:extLst>
              </p:cNvPr>
              <p:cNvSpPr/>
              <p:nvPr/>
            </p:nvSpPr>
            <p:spPr>
              <a:xfrm>
                <a:off x="806334" y="2602161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F0672858-FCD9-4D6E-BCA2-303FD6B984B8}"/>
                  </a:ext>
                </a:extLst>
              </p:cNvPr>
              <p:cNvSpPr/>
              <p:nvPr/>
            </p:nvSpPr>
            <p:spPr>
              <a:xfrm>
                <a:off x="806334" y="3843710"/>
                <a:ext cx="83472" cy="8347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C83DCBF-9330-4D9F-8254-146A23FD0A73}"/>
                </a:ext>
              </a:extLst>
            </p:cNvPr>
            <p:cNvGrpSpPr/>
            <p:nvPr/>
          </p:nvGrpSpPr>
          <p:grpSpPr>
            <a:xfrm>
              <a:off x="4966708" y="1865353"/>
              <a:ext cx="5408808" cy="3527116"/>
              <a:chOff x="4762024" y="1581941"/>
              <a:chExt cx="6389155" cy="4166408"/>
            </a:xfrm>
          </p:grpSpPr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AF084D11-40AF-4B02-8F36-B44466E67CF1}"/>
                  </a:ext>
                </a:extLst>
              </p:cNvPr>
              <p:cNvSpPr/>
              <p:nvPr/>
            </p:nvSpPr>
            <p:spPr>
              <a:xfrm>
                <a:off x="476202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B78ECAA7-A287-428B-8489-6BC6FD407BFA}"/>
                  </a:ext>
                </a:extLst>
              </p:cNvPr>
              <p:cNvSpPr/>
              <p:nvPr/>
            </p:nvSpPr>
            <p:spPr>
              <a:xfrm>
                <a:off x="572491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5C91CA0E-5AAA-4D3A-AC87-59C28B2B5175}"/>
                  </a:ext>
                </a:extLst>
              </p:cNvPr>
              <p:cNvSpPr/>
              <p:nvPr/>
            </p:nvSpPr>
            <p:spPr>
              <a:xfrm>
                <a:off x="6687804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731EE6BF-1A1D-46BA-93B6-96F9CAA0CF6A}"/>
                  </a:ext>
                </a:extLst>
              </p:cNvPr>
              <p:cNvSpPr/>
              <p:nvPr/>
            </p:nvSpPr>
            <p:spPr>
              <a:xfrm>
                <a:off x="765069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78FBC982-0723-4807-B8BD-9036C9E8EB07}"/>
                  </a:ext>
                </a:extLst>
              </p:cNvPr>
              <p:cNvSpPr/>
              <p:nvPr/>
            </p:nvSpPr>
            <p:spPr>
              <a:xfrm>
                <a:off x="861358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45A74E14-30C5-4A6D-A755-853CC3D18A6A}"/>
                  </a:ext>
                </a:extLst>
              </p:cNvPr>
              <p:cNvSpPr/>
              <p:nvPr/>
            </p:nvSpPr>
            <p:spPr>
              <a:xfrm>
                <a:off x="9576473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A4758794-8B06-4589-B4AE-AB6E29F3BE79}"/>
                  </a:ext>
                </a:extLst>
              </p:cNvPr>
              <p:cNvSpPr/>
              <p:nvPr/>
            </p:nvSpPr>
            <p:spPr>
              <a:xfrm>
                <a:off x="4762024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BC69F645-997F-441D-9AE3-47FCA48E7C38}"/>
                  </a:ext>
                </a:extLst>
              </p:cNvPr>
              <p:cNvSpPr/>
              <p:nvPr/>
            </p:nvSpPr>
            <p:spPr>
              <a:xfrm>
                <a:off x="5724914" y="2302977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C92FE6C7-82A8-468C-8E2A-E18BFC36219C}"/>
                  </a:ext>
                </a:extLst>
              </p:cNvPr>
              <p:cNvSpPr/>
              <p:nvPr/>
            </p:nvSpPr>
            <p:spPr>
              <a:xfrm>
                <a:off x="6687804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022F9D75-7761-48D3-ABD6-DC9D7DF24342}"/>
                  </a:ext>
                </a:extLst>
              </p:cNvPr>
              <p:cNvSpPr/>
              <p:nvPr/>
            </p:nvSpPr>
            <p:spPr>
              <a:xfrm>
                <a:off x="765069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62F49C61-3EED-476A-AE16-4E77A40C0023}"/>
                  </a:ext>
                </a:extLst>
              </p:cNvPr>
              <p:cNvSpPr/>
              <p:nvPr/>
            </p:nvSpPr>
            <p:spPr>
              <a:xfrm>
                <a:off x="8613583" y="230297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E8FF7BAC-A200-4668-91FC-858C98A859B8}"/>
                  </a:ext>
                </a:extLst>
              </p:cNvPr>
              <p:cNvSpPr/>
              <p:nvPr/>
            </p:nvSpPr>
            <p:spPr>
              <a:xfrm>
                <a:off x="9576473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B374EECC-610D-40CF-839C-D65EA12ADC02}"/>
                  </a:ext>
                </a:extLst>
              </p:cNvPr>
              <p:cNvSpPr/>
              <p:nvPr/>
            </p:nvSpPr>
            <p:spPr>
              <a:xfrm>
                <a:off x="476202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CC346F53-E26E-495E-82E9-E1E323E75939}"/>
                  </a:ext>
                </a:extLst>
              </p:cNvPr>
              <p:cNvSpPr/>
              <p:nvPr/>
            </p:nvSpPr>
            <p:spPr>
              <a:xfrm>
                <a:off x="572491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D86802EA-FD5B-4481-87D2-082E4387F882}"/>
                  </a:ext>
                </a:extLst>
              </p:cNvPr>
              <p:cNvSpPr/>
              <p:nvPr/>
            </p:nvSpPr>
            <p:spPr>
              <a:xfrm>
                <a:off x="957647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CB098B57-7EA5-47B6-BDAA-A36B31DA42FF}"/>
                  </a:ext>
                </a:extLst>
              </p:cNvPr>
              <p:cNvSpPr/>
              <p:nvPr/>
            </p:nvSpPr>
            <p:spPr>
              <a:xfrm>
                <a:off x="476202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22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51776353-25D2-4180-932E-FBF14ECAC28C}"/>
                  </a:ext>
                </a:extLst>
              </p:cNvPr>
              <p:cNvSpPr/>
              <p:nvPr/>
            </p:nvSpPr>
            <p:spPr>
              <a:xfrm>
                <a:off x="572491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23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9DCEC234-584C-4612-9AC0-123AC5783B61}"/>
                  </a:ext>
                </a:extLst>
              </p:cNvPr>
              <p:cNvSpPr/>
              <p:nvPr/>
            </p:nvSpPr>
            <p:spPr>
              <a:xfrm>
                <a:off x="6687804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A0D1037-8855-47E2-9137-78FD145239DB}"/>
                  </a:ext>
                </a:extLst>
              </p:cNvPr>
              <p:cNvSpPr/>
              <p:nvPr/>
            </p:nvSpPr>
            <p:spPr>
              <a:xfrm>
                <a:off x="765069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25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47B68FC0-D923-468D-9B6A-D0F502B8B8D3}"/>
                  </a:ext>
                </a:extLst>
              </p:cNvPr>
              <p:cNvSpPr/>
              <p:nvPr/>
            </p:nvSpPr>
            <p:spPr>
              <a:xfrm>
                <a:off x="861358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26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14452FC4-624B-49EF-9E2E-E4854DDAEAF9}"/>
                  </a:ext>
                </a:extLst>
              </p:cNvPr>
              <p:cNvSpPr/>
              <p:nvPr/>
            </p:nvSpPr>
            <p:spPr>
              <a:xfrm>
                <a:off x="9576473" y="3761904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5477A1C7-BC92-4D9F-A0A1-E0C7B99FD83D}"/>
                  </a:ext>
                </a:extLst>
              </p:cNvPr>
              <p:cNvSpPr/>
              <p:nvPr/>
            </p:nvSpPr>
            <p:spPr>
              <a:xfrm>
                <a:off x="476202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14A8A8DD-3142-4FD8-98BD-CE811028C703}"/>
                  </a:ext>
                </a:extLst>
              </p:cNvPr>
              <p:cNvSpPr/>
              <p:nvPr/>
            </p:nvSpPr>
            <p:spPr>
              <a:xfrm>
                <a:off x="572491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30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2D1E08BB-91AD-4973-B532-18FE24D51576}"/>
                  </a:ext>
                </a:extLst>
              </p:cNvPr>
              <p:cNvSpPr/>
              <p:nvPr/>
            </p:nvSpPr>
            <p:spPr>
              <a:xfrm>
                <a:off x="6687804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B9DC4965-4064-4690-8338-B704699DCC02}"/>
                  </a:ext>
                </a:extLst>
              </p:cNvPr>
              <p:cNvSpPr/>
              <p:nvPr/>
            </p:nvSpPr>
            <p:spPr>
              <a:xfrm>
                <a:off x="765069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E6B72540-54CE-4988-BE19-8D06055B15E0}"/>
                  </a:ext>
                </a:extLst>
              </p:cNvPr>
              <p:cNvSpPr/>
              <p:nvPr/>
            </p:nvSpPr>
            <p:spPr>
              <a:xfrm>
                <a:off x="861358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F9A4C6A3-E0E5-46F0-9BA4-467C81B33FA4}"/>
                  </a:ext>
                </a:extLst>
              </p:cNvPr>
              <p:cNvSpPr/>
              <p:nvPr/>
            </p:nvSpPr>
            <p:spPr>
              <a:xfrm>
                <a:off x="9576473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3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FB6DFF85-934A-44EE-8DA9-2E06E8EB1501}"/>
                  </a:ext>
                </a:extLst>
              </p:cNvPr>
              <p:cNvSpPr/>
              <p:nvPr/>
            </p:nvSpPr>
            <p:spPr>
              <a:xfrm>
                <a:off x="10534069" y="1581941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C7609CA4-F834-4B9F-9BB1-F6ECD9935E0F}"/>
                  </a:ext>
                </a:extLst>
              </p:cNvPr>
              <p:cNvSpPr/>
              <p:nvPr/>
            </p:nvSpPr>
            <p:spPr>
              <a:xfrm>
                <a:off x="10534069" y="2302977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14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A8C86DC2-4845-431F-830F-A8614A5BCE19}"/>
                  </a:ext>
                </a:extLst>
              </p:cNvPr>
              <p:cNvSpPr/>
              <p:nvPr/>
            </p:nvSpPr>
            <p:spPr>
              <a:xfrm>
                <a:off x="10534069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21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E6C4AB43-A71B-454B-AB91-F1A53A860EED}"/>
                  </a:ext>
                </a:extLst>
              </p:cNvPr>
              <p:cNvSpPr/>
              <p:nvPr/>
            </p:nvSpPr>
            <p:spPr>
              <a:xfrm>
                <a:off x="10534069" y="3761904"/>
                <a:ext cx="617110" cy="617111"/>
              </a:xfrm>
              <a:prstGeom prst="ellipse">
                <a:avLst/>
              </a:prstGeom>
              <a:gradFill>
                <a:gsLst>
                  <a:gs pos="99000">
                    <a:schemeClr val="accent1"/>
                  </a:gs>
                  <a:gs pos="1000">
                    <a:schemeClr val="accent2"/>
                  </a:gs>
                </a:gsLst>
                <a:lin ang="2700000" scaled="0"/>
              </a:gra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200">
                    <a:solidFill>
                      <a:schemeClr val="bg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28</a:t>
                </a:r>
                <a:endParaRPr lang="id-ID" sz="1200" dirty="0">
                  <a:solidFill>
                    <a:schemeClr val="bg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DE04747B-4AEB-46D6-87E7-10D0EFB292FA}"/>
                  </a:ext>
                </a:extLst>
              </p:cNvPr>
              <p:cNvSpPr/>
              <p:nvPr/>
            </p:nvSpPr>
            <p:spPr>
              <a:xfrm>
                <a:off x="10534069" y="4445340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4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E768FB2F-3630-47FF-90A0-DB60C26DC385}"/>
                  </a:ext>
                </a:extLst>
              </p:cNvPr>
              <p:cNvSpPr/>
              <p:nvPr/>
            </p:nvSpPr>
            <p:spPr>
              <a:xfrm>
                <a:off x="476202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5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E1F5118-A8D7-4697-BF3C-3C3E956662CF}"/>
                  </a:ext>
                </a:extLst>
              </p:cNvPr>
              <p:cNvSpPr/>
              <p:nvPr/>
            </p:nvSpPr>
            <p:spPr>
              <a:xfrm>
                <a:off x="572491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6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B67EC12A-5638-40EF-8081-F3906FF62A97}"/>
                  </a:ext>
                </a:extLst>
              </p:cNvPr>
              <p:cNvSpPr/>
              <p:nvPr/>
            </p:nvSpPr>
            <p:spPr>
              <a:xfrm>
                <a:off x="6687804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7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65E160B7-B1C1-414F-B1AC-4011AC2C2823}"/>
                  </a:ext>
                </a:extLst>
              </p:cNvPr>
              <p:cNvSpPr/>
              <p:nvPr/>
            </p:nvSpPr>
            <p:spPr>
              <a:xfrm>
                <a:off x="765069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8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CD815A4A-2ED1-4D45-B3CF-C8A4A77830E6}"/>
                  </a:ext>
                </a:extLst>
              </p:cNvPr>
              <p:cNvSpPr/>
              <p:nvPr/>
            </p:nvSpPr>
            <p:spPr>
              <a:xfrm>
                <a:off x="861358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9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626537F4-9D0D-4B53-A29D-916D466C4210}"/>
                  </a:ext>
                </a:extLst>
              </p:cNvPr>
              <p:cNvSpPr/>
              <p:nvPr/>
            </p:nvSpPr>
            <p:spPr>
              <a:xfrm>
                <a:off x="9576473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10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0DBC13C5-3A60-41CE-91FD-93929AA38EB9}"/>
                  </a:ext>
                </a:extLst>
              </p:cNvPr>
              <p:cNvSpPr/>
              <p:nvPr/>
            </p:nvSpPr>
            <p:spPr>
              <a:xfrm>
                <a:off x="10534069" y="5131238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chemeClr val="bg1">
                        <a:lumMod val="85000"/>
                      </a:schemeClr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11</a:t>
                </a:r>
                <a:endParaRPr lang="id-ID" sz="1100" dirty="0">
                  <a:solidFill>
                    <a:schemeClr val="bg1">
                      <a:lumMod val="85000"/>
                    </a:schemeClr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3B784FB5-3485-4F9E-A8F9-26A00CDBF78D}"/>
                  </a:ext>
                </a:extLst>
              </p:cNvPr>
              <p:cNvSpPr/>
              <p:nvPr/>
            </p:nvSpPr>
            <p:spPr>
              <a:xfrm>
                <a:off x="765069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18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BBC389D3-8785-4CB5-838F-C8658314D3C5}"/>
                  </a:ext>
                </a:extLst>
              </p:cNvPr>
              <p:cNvSpPr/>
              <p:nvPr/>
            </p:nvSpPr>
            <p:spPr>
              <a:xfrm>
                <a:off x="6687804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lvl="1"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17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A081D49E-53E6-4307-879B-F5C2F4701224}"/>
                  </a:ext>
                </a:extLst>
              </p:cNvPr>
              <p:cNvSpPr/>
              <p:nvPr/>
            </p:nvSpPr>
            <p:spPr>
              <a:xfrm>
                <a:off x="8613583" y="3024012"/>
                <a:ext cx="617110" cy="617111"/>
              </a:xfrm>
              <a:prstGeom prst="ellipse">
                <a:avLst/>
              </a:prstGeom>
              <a:solidFill>
                <a:schemeClr val="bg1"/>
              </a:solidFill>
              <a:ln w="222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100" dirty="0">
                    <a:solidFill>
                      <a:srgbClr val="6D7381"/>
                    </a:solidFill>
                    <a:latin typeface="Poppins" panose="02000000000000000000" pitchFamily="2" charset="0"/>
                    <a:cs typeface="Poppins" panose="02000000000000000000" pitchFamily="2" charset="0"/>
                  </a:rPr>
                  <a:t>19</a:t>
                </a:r>
                <a:endParaRPr lang="id-ID" sz="1100" dirty="0">
                  <a:solidFill>
                    <a:srgbClr val="6D7381"/>
                  </a:solidFill>
                  <a:latin typeface="Poppins" panose="02000000000000000000" pitchFamily="2" charset="0"/>
                  <a:cs typeface="Poppins" panose="02000000000000000000" pitchFamily="2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02246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9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4.81481E-6 C -0.01549 -0.21991 0.01563 -0.18889 0.04245 -0.25718 C 0.04987 -0.34561 0.00117 -0.4419 -0.01172 -0.5301 C -0.01549 -0.6132 0.00808 -0.67663 0.05313 -0.75903 C 0.08711 -0.85695 0.02461 -1.17061 -0.07448 -1.24561 " pathEditMode="relative" rAng="0" ptsTypes="AAAAA">
                                      <p:cBhvr>
                                        <p:cTn id="15" dur="7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73" y="-6229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9" presetClass="path" presetSubtype="0" repeatCount="indefinite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0547 0.65232 C -0.02721 0.57431 -0.11302 0.3956 -0.12929 0.28634 C -0.13607 0.19236 -0.1444 0.13658 -0.11002 -0.00926 C -0.0901 -0.18657 -0.04596 -0.4037 -0.21862 -0.48935 " pathEditMode="relative" rAng="0" ptsTypes="AAAA">
                                      <p:cBhvr>
                                        <p:cTn id="20" dur="7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64" y="-5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9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44 0.2169 C 0.12122 -0.00231 0.05013 -0.07453 0.00312 -0.14282 C -0.01003 -0.23125 0.03984 -0.20486 0.0625 -0.29351 C 0.06927 -0.37615 0.07981 -0.45972 0.00078 -0.54189 C -0.05899 -0.63935 -0.07813 -0.83125 0.09648 -0.90648 " pathEditMode="relative" rAng="0" ptsTypes="AAAAA">
                                      <p:cBhvr>
                                        <p:cTn id="25" dur="10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0" y="-5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xit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7" grpId="1" animBg="1"/>
      <p:bldP spid="7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Freeform 5">
            <a:extLst>
              <a:ext uri="{FF2B5EF4-FFF2-40B4-BE49-F238E27FC236}">
                <a16:creationId xmlns:a16="http://schemas.microsoft.com/office/drawing/2014/main" id="{B5CC5DEE-303F-46E9-B2D3-0CA5A581E31F}"/>
              </a:ext>
            </a:extLst>
          </p:cNvPr>
          <p:cNvSpPr>
            <a:spLocks noEditPoints="1"/>
          </p:cNvSpPr>
          <p:nvPr/>
        </p:nvSpPr>
        <p:spPr bwMode="auto">
          <a:xfrm>
            <a:off x="1554163" y="5438776"/>
            <a:ext cx="376238" cy="376238"/>
          </a:xfrm>
          <a:custGeom>
            <a:avLst/>
            <a:gdLst>
              <a:gd name="T0" fmla="*/ 553 w 711"/>
              <a:gd name="T1" fmla="*/ 60 h 712"/>
              <a:gd name="T2" fmla="*/ 475 w 711"/>
              <a:gd name="T3" fmla="*/ 22 h 712"/>
              <a:gd name="T4" fmla="*/ 391 w 711"/>
              <a:gd name="T5" fmla="*/ 2 h 712"/>
              <a:gd name="T6" fmla="*/ 303 w 711"/>
              <a:gd name="T7" fmla="*/ 5 h 712"/>
              <a:gd name="T8" fmla="*/ 219 w 711"/>
              <a:gd name="T9" fmla="*/ 28 h 712"/>
              <a:gd name="T10" fmla="*/ 144 w 711"/>
              <a:gd name="T11" fmla="*/ 70 h 712"/>
              <a:gd name="T12" fmla="*/ 80 w 711"/>
              <a:gd name="T13" fmla="*/ 131 h 712"/>
              <a:gd name="T14" fmla="*/ 34 w 711"/>
              <a:gd name="T15" fmla="*/ 204 h 712"/>
              <a:gd name="T16" fmla="*/ 6 w 711"/>
              <a:gd name="T17" fmla="*/ 287 h 712"/>
              <a:gd name="T18" fmla="*/ 0 w 711"/>
              <a:gd name="T19" fmla="*/ 374 h 712"/>
              <a:gd name="T20" fmla="*/ 15 w 711"/>
              <a:gd name="T21" fmla="*/ 460 h 712"/>
              <a:gd name="T22" fmla="*/ 50 w 711"/>
              <a:gd name="T23" fmla="*/ 539 h 712"/>
              <a:gd name="T24" fmla="*/ 104 w 711"/>
              <a:gd name="T25" fmla="*/ 608 h 712"/>
              <a:gd name="T26" fmla="*/ 173 w 711"/>
              <a:gd name="T27" fmla="*/ 662 h 712"/>
              <a:gd name="T28" fmla="*/ 252 w 711"/>
              <a:gd name="T29" fmla="*/ 697 h 712"/>
              <a:gd name="T30" fmla="*/ 338 w 711"/>
              <a:gd name="T31" fmla="*/ 712 h 712"/>
              <a:gd name="T32" fmla="*/ 425 w 711"/>
              <a:gd name="T33" fmla="*/ 706 h 712"/>
              <a:gd name="T34" fmla="*/ 507 w 711"/>
              <a:gd name="T35" fmla="*/ 678 h 712"/>
              <a:gd name="T36" fmla="*/ 580 w 711"/>
              <a:gd name="T37" fmla="*/ 631 h 712"/>
              <a:gd name="T38" fmla="*/ 642 w 711"/>
              <a:gd name="T39" fmla="*/ 568 h 712"/>
              <a:gd name="T40" fmla="*/ 683 w 711"/>
              <a:gd name="T41" fmla="*/ 493 h 712"/>
              <a:gd name="T42" fmla="*/ 707 w 711"/>
              <a:gd name="T43" fmla="*/ 409 h 712"/>
              <a:gd name="T44" fmla="*/ 709 w 711"/>
              <a:gd name="T45" fmla="*/ 321 h 712"/>
              <a:gd name="T46" fmla="*/ 690 w 711"/>
              <a:gd name="T47" fmla="*/ 236 h 712"/>
              <a:gd name="T48" fmla="*/ 651 w 711"/>
              <a:gd name="T49" fmla="*/ 159 h 712"/>
              <a:gd name="T50" fmla="*/ 355 w 711"/>
              <a:gd name="T51" fmla="*/ 684 h 712"/>
              <a:gd name="T52" fmla="*/ 274 w 711"/>
              <a:gd name="T53" fmla="*/ 673 h 712"/>
              <a:gd name="T54" fmla="*/ 200 w 711"/>
              <a:gd name="T55" fmla="*/ 644 h 712"/>
              <a:gd name="T56" fmla="*/ 135 w 711"/>
              <a:gd name="T57" fmla="*/ 599 h 712"/>
              <a:gd name="T58" fmla="*/ 84 w 711"/>
              <a:gd name="T59" fmla="*/ 539 h 712"/>
              <a:gd name="T60" fmla="*/ 47 w 711"/>
              <a:gd name="T61" fmla="*/ 469 h 712"/>
              <a:gd name="T62" fmla="*/ 29 w 711"/>
              <a:gd name="T63" fmla="*/ 390 h 712"/>
              <a:gd name="T64" fmla="*/ 31 w 711"/>
              <a:gd name="T65" fmla="*/ 306 h 712"/>
              <a:gd name="T66" fmla="*/ 54 w 711"/>
              <a:gd name="T67" fmla="*/ 229 h 712"/>
              <a:gd name="T68" fmla="*/ 93 w 711"/>
              <a:gd name="T69" fmla="*/ 160 h 712"/>
              <a:gd name="T70" fmla="*/ 147 w 711"/>
              <a:gd name="T71" fmla="*/ 103 h 712"/>
              <a:gd name="T72" fmla="*/ 214 w 711"/>
              <a:gd name="T73" fmla="*/ 61 h 712"/>
              <a:gd name="T74" fmla="*/ 290 w 711"/>
              <a:gd name="T75" fmla="*/ 36 h 712"/>
              <a:gd name="T76" fmla="*/ 372 w 711"/>
              <a:gd name="T77" fmla="*/ 29 h 712"/>
              <a:gd name="T78" fmla="*/ 453 w 711"/>
              <a:gd name="T79" fmla="*/ 43 h 712"/>
              <a:gd name="T80" fmla="*/ 525 w 711"/>
              <a:gd name="T81" fmla="*/ 76 h 712"/>
              <a:gd name="T82" fmla="*/ 587 w 711"/>
              <a:gd name="T83" fmla="*/ 125 h 712"/>
              <a:gd name="T84" fmla="*/ 635 w 711"/>
              <a:gd name="T85" fmla="*/ 187 h 712"/>
              <a:gd name="T86" fmla="*/ 668 w 711"/>
              <a:gd name="T87" fmla="*/ 259 h 712"/>
              <a:gd name="T88" fmla="*/ 682 w 711"/>
              <a:gd name="T89" fmla="*/ 339 h 712"/>
              <a:gd name="T90" fmla="*/ 676 w 711"/>
              <a:gd name="T91" fmla="*/ 422 h 712"/>
              <a:gd name="T92" fmla="*/ 650 w 711"/>
              <a:gd name="T93" fmla="*/ 498 h 712"/>
              <a:gd name="T94" fmla="*/ 608 w 711"/>
              <a:gd name="T95" fmla="*/ 565 h 712"/>
              <a:gd name="T96" fmla="*/ 551 w 711"/>
              <a:gd name="T97" fmla="*/ 619 h 712"/>
              <a:gd name="T98" fmla="*/ 483 w 711"/>
              <a:gd name="T99" fmla="*/ 658 h 712"/>
              <a:gd name="T100" fmla="*/ 406 w 711"/>
              <a:gd name="T101" fmla="*/ 681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11" h="712">
                <a:moveTo>
                  <a:pt x="606" y="105"/>
                </a:moveTo>
                <a:lnTo>
                  <a:pt x="594" y="93"/>
                </a:lnTo>
                <a:lnTo>
                  <a:pt x="580" y="81"/>
                </a:lnTo>
                <a:lnTo>
                  <a:pt x="566" y="70"/>
                </a:lnTo>
                <a:lnTo>
                  <a:pt x="553" y="60"/>
                </a:lnTo>
                <a:lnTo>
                  <a:pt x="538" y="51"/>
                </a:lnTo>
                <a:lnTo>
                  <a:pt x="522" y="42"/>
                </a:lnTo>
                <a:lnTo>
                  <a:pt x="507" y="35"/>
                </a:lnTo>
                <a:lnTo>
                  <a:pt x="491" y="28"/>
                </a:lnTo>
                <a:lnTo>
                  <a:pt x="475" y="22"/>
                </a:lnTo>
                <a:lnTo>
                  <a:pt x="459" y="16"/>
                </a:lnTo>
                <a:lnTo>
                  <a:pt x="442" y="11"/>
                </a:lnTo>
                <a:lnTo>
                  <a:pt x="425" y="8"/>
                </a:lnTo>
                <a:lnTo>
                  <a:pt x="408" y="5"/>
                </a:lnTo>
                <a:lnTo>
                  <a:pt x="391" y="2"/>
                </a:lnTo>
                <a:lnTo>
                  <a:pt x="373" y="1"/>
                </a:lnTo>
                <a:lnTo>
                  <a:pt x="355" y="0"/>
                </a:lnTo>
                <a:lnTo>
                  <a:pt x="338" y="1"/>
                </a:lnTo>
                <a:lnTo>
                  <a:pt x="320" y="2"/>
                </a:lnTo>
                <a:lnTo>
                  <a:pt x="303" y="5"/>
                </a:lnTo>
                <a:lnTo>
                  <a:pt x="285" y="8"/>
                </a:lnTo>
                <a:lnTo>
                  <a:pt x="268" y="11"/>
                </a:lnTo>
                <a:lnTo>
                  <a:pt x="252" y="16"/>
                </a:lnTo>
                <a:lnTo>
                  <a:pt x="235" y="22"/>
                </a:lnTo>
                <a:lnTo>
                  <a:pt x="219" y="28"/>
                </a:lnTo>
                <a:lnTo>
                  <a:pt x="204" y="35"/>
                </a:lnTo>
                <a:lnTo>
                  <a:pt x="188" y="42"/>
                </a:lnTo>
                <a:lnTo>
                  <a:pt x="173" y="51"/>
                </a:lnTo>
                <a:lnTo>
                  <a:pt x="159" y="60"/>
                </a:lnTo>
                <a:lnTo>
                  <a:pt x="144" y="70"/>
                </a:lnTo>
                <a:lnTo>
                  <a:pt x="130" y="81"/>
                </a:lnTo>
                <a:lnTo>
                  <a:pt x="117" y="93"/>
                </a:lnTo>
                <a:lnTo>
                  <a:pt x="104" y="105"/>
                </a:lnTo>
                <a:lnTo>
                  <a:pt x="92" y="117"/>
                </a:lnTo>
                <a:lnTo>
                  <a:pt x="80" y="131"/>
                </a:lnTo>
                <a:lnTo>
                  <a:pt x="70" y="145"/>
                </a:lnTo>
                <a:lnTo>
                  <a:pt x="59" y="159"/>
                </a:lnTo>
                <a:lnTo>
                  <a:pt x="50" y="174"/>
                </a:lnTo>
                <a:lnTo>
                  <a:pt x="42" y="189"/>
                </a:lnTo>
                <a:lnTo>
                  <a:pt x="34" y="204"/>
                </a:lnTo>
                <a:lnTo>
                  <a:pt x="27" y="220"/>
                </a:lnTo>
                <a:lnTo>
                  <a:pt x="20" y="236"/>
                </a:lnTo>
                <a:lnTo>
                  <a:pt x="15" y="253"/>
                </a:lnTo>
                <a:lnTo>
                  <a:pt x="11" y="270"/>
                </a:lnTo>
                <a:lnTo>
                  <a:pt x="6" y="287"/>
                </a:lnTo>
                <a:lnTo>
                  <a:pt x="4" y="304"/>
                </a:lnTo>
                <a:lnTo>
                  <a:pt x="2" y="321"/>
                </a:lnTo>
                <a:lnTo>
                  <a:pt x="0" y="338"/>
                </a:lnTo>
                <a:lnTo>
                  <a:pt x="0" y="357"/>
                </a:lnTo>
                <a:lnTo>
                  <a:pt x="0" y="374"/>
                </a:lnTo>
                <a:lnTo>
                  <a:pt x="2" y="392"/>
                </a:lnTo>
                <a:lnTo>
                  <a:pt x="4" y="409"/>
                </a:lnTo>
                <a:lnTo>
                  <a:pt x="6" y="426"/>
                </a:lnTo>
                <a:lnTo>
                  <a:pt x="11" y="444"/>
                </a:lnTo>
                <a:lnTo>
                  <a:pt x="15" y="460"/>
                </a:lnTo>
                <a:lnTo>
                  <a:pt x="20" y="477"/>
                </a:lnTo>
                <a:lnTo>
                  <a:pt x="27" y="493"/>
                </a:lnTo>
                <a:lnTo>
                  <a:pt x="34" y="508"/>
                </a:lnTo>
                <a:lnTo>
                  <a:pt x="42" y="524"/>
                </a:lnTo>
                <a:lnTo>
                  <a:pt x="50" y="539"/>
                </a:lnTo>
                <a:lnTo>
                  <a:pt x="59" y="553"/>
                </a:lnTo>
                <a:lnTo>
                  <a:pt x="70" y="568"/>
                </a:lnTo>
                <a:lnTo>
                  <a:pt x="80" y="582"/>
                </a:lnTo>
                <a:lnTo>
                  <a:pt x="92" y="595"/>
                </a:lnTo>
                <a:lnTo>
                  <a:pt x="104" y="608"/>
                </a:lnTo>
                <a:lnTo>
                  <a:pt x="117" y="620"/>
                </a:lnTo>
                <a:lnTo>
                  <a:pt x="130" y="631"/>
                </a:lnTo>
                <a:lnTo>
                  <a:pt x="144" y="642"/>
                </a:lnTo>
                <a:lnTo>
                  <a:pt x="159" y="653"/>
                </a:lnTo>
                <a:lnTo>
                  <a:pt x="173" y="662"/>
                </a:lnTo>
                <a:lnTo>
                  <a:pt x="188" y="670"/>
                </a:lnTo>
                <a:lnTo>
                  <a:pt x="204" y="678"/>
                </a:lnTo>
                <a:lnTo>
                  <a:pt x="219" y="685"/>
                </a:lnTo>
                <a:lnTo>
                  <a:pt x="235" y="692"/>
                </a:lnTo>
                <a:lnTo>
                  <a:pt x="252" y="697"/>
                </a:lnTo>
                <a:lnTo>
                  <a:pt x="268" y="701"/>
                </a:lnTo>
                <a:lnTo>
                  <a:pt x="285" y="706"/>
                </a:lnTo>
                <a:lnTo>
                  <a:pt x="303" y="708"/>
                </a:lnTo>
                <a:lnTo>
                  <a:pt x="320" y="710"/>
                </a:lnTo>
                <a:lnTo>
                  <a:pt x="338" y="712"/>
                </a:lnTo>
                <a:lnTo>
                  <a:pt x="355" y="712"/>
                </a:lnTo>
                <a:lnTo>
                  <a:pt x="373" y="712"/>
                </a:lnTo>
                <a:lnTo>
                  <a:pt x="391" y="710"/>
                </a:lnTo>
                <a:lnTo>
                  <a:pt x="408" y="708"/>
                </a:lnTo>
                <a:lnTo>
                  <a:pt x="425" y="706"/>
                </a:lnTo>
                <a:lnTo>
                  <a:pt x="442" y="701"/>
                </a:lnTo>
                <a:lnTo>
                  <a:pt x="459" y="697"/>
                </a:lnTo>
                <a:lnTo>
                  <a:pt x="475" y="692"/>
                </a:lnTo>
                <a:lnTo>
                  <a:pt x="491" y="685"/>
                </a:lnTo>
                <a:lnTo>
                  <a:pt x="507" y="678"/>
                </a:lnTo>
                <a:lnTo>
                  <a:pt x="522" y="670"/>
                </a:lnTo>
                <a:lnTo>
                  <a:pt x="538" y="662"/>
                </a:lnTo>
                <a:lnTo>
                  <a:pt x="553" y="653"/>
                </a:lnTo>
                <a:lnTo>
                  <a:pt x="566" y="642"/>
                </a:lnTo>
                <a:lnTo>
                  <a:pt x="580" y="631"/>
                </a:lnTo>
                <a:lnTo>
                  <a:pt x="594" y="620"/>
                </a:lnTo>
                <a:lnTo>
                  <a:pt x="606" y="608"/>
                </a:lnTo>
                <a:lnTo>
                  <a:pt x="619" y="595"/>
                </a:lnTo>
                <a:lnTo>
                  <a:pt x="631" y="582"/>
                </a:lnTo>
                <a:lnTo>
                  <a:pt x="642" y="568"/>
                </a:lnTo>
                <a:lnTo>
                  <a:pt x="651" y="553"/>
                </a:lnTo>
                <a:lnTo>
                  <a:pt x="661" y="539"/>
                </a:lnTo>
                <a:lnTo>
                  <a:pt x="669" y="524"/>
                </a:lnTo>
                <a:lnTo>
                  <a:pt x="677" y="508"/>
                </a:lnTo>
                <a:lnTo>
                  <a:pt x="683" y="493"/>
                </a:lnTo>
                <a:lnTo>
                  <a:pt x="690" y="477"/>
                </a:lnTo>
                <a:lnTo>
                  <a:pt x="695" y="460"/>
                </a:lnTo>
                <a:lnTo>
                  <a:pt x="701" y="444"/>
                </a:lnTo>
                <a:lnTo>
                  <a:pt x="704" y="426"/>
                </a:lnTo>
                <a:lnTo>
                  <a:pt x="707" y="409"/>
                </a:lnTo>
                <a:lnTo>
                  <a:pt x="709" y="392"/>
                </a:lnTo>
                <a:lnTo>
                  <a:pt x="710" y="374"/>
                </a:lnTo>
                <a:lnTo>
                  <a:pt x="711" y="357"/>
                </a:lnTo>
                <a:lnTo>
                  <a:pt x="710" y="338"/>
                </a:lnTo>
                <a:lnTo>
                  <a:pt x="709" y="321"/>
                </a:lnTo>
                <a:lnTo>
                  <a:pt x="707" y="304"/>
                </a:lnTo>
                <a:lnTo>
                  <a:pt x="704" y="287"/>
                </a:lnTo>
                <a:lnTo>
                  <a:pt x="701" y="270"/>
                </a:lnTo>
                <a:lnTo>
                  <a:pt x="695" y="253"/>
                </a:lnTo>
                <a:lnTo>
                  <a:pt x="690" y="236"/>
                </a:lnTo>
                <a:lnTo>
                  <a:pt x="683" y="220"/>
                </a:lnTo>
                <a:lnTo>
                  <a:pt x="677" y="204"/>
                </a:lnTo>
                <a:lnTo>
                  <a:pt x="669" y="189"/>
                </a:lnTo>
                <a:lnTo>
                  <a:pt x="661" y="174"/>
                </a:lnTo>
                <a:lnTo>
                  <a:pt x="651" y="159"/>
                </a:lnTo>
                <a:lnTo>
                  <a:pt x="642" y="145"/>
                </a:lnTo>
                <a:lnTo>
                  <a:pt x="631" y="131"/>
                </a:lnTo>
                <a:lnTo>
                  <a:pt x="619" y="117"/>
                </a:lnTo>
                <a:lnTo>
                  <a:pt x="606" y="105"/>
                </a:lnTo>
                <a:close/>
                <a:moveTo>
                  <a:pt x="355" y="684"/>
                </a:moveTo>
                <a:lnTo>
                  <a:pt x="339" y="684"/>
                </a:lnTo>
                <a:lnTo>
                  <a:pt x="322" y="683"/>
                </a:lnTo>
                <a:lnTo>
                  <a:pt x="306" y="681"/>
                </a:lnTo>
                <a:lnTo>
                  <a:pt x="290" y="678"/>
                </a:lnTo>
                <a:lnTo>
                  <a:pt x="274" y="673"/>
                </a:lnTo>
                <a:lnTo>
                  <a:pt x="259" y="669"/>
                </a:lnTo>
                <a:lnTo>
                  <a:pt x="242" y="665"/>
                </a:lnTo>
                <a:lnTo>
                  <a:pt x="229" y="658"/>
                </a:lnTo>
                <a:lnTo>
                  <a:pt x="214" y="652"/>
                </a:lnTo>
                <a:lnTo>
                  <a:pt x="200" y="644"/>
                </a:lnTo>
                <a:lnTo>
                  <a:pt x="186" y="637"/>
                </a:lnTo>
                <a:lnTo>
                  <a:pt x="173" y="628"/>
                </a:lnTo>
                <a:lnTo>
                  <a:pt x="160" y="619"/>
                </a:lnTo>
                <a:lnTo>
                  <a:pt x="147" y="609"/>
                </a:lnTo>
                <a:lnTo>
                  <a:pt x="135" y="599"/>
                </a:lnTo>
                <a:lnTo>
                  <a:pt x="123" y="589"/>
                </a:lnTo>
                <a:lnTo>
                  <a:pt x="113" y="577"/>
                </a:lnTo>
                <a:lnTo>
                  <a:pt x="103" y="565"/>
                </a:lnTo>
                <a:lnTo>
                  <a:pt x="93" y="552"/>
                </a:lnTo>
                <a:lnTo>
                  <a:pt x="84" y="539"/>
                </a:lnTo>
                <a:lnTo>
                  <a:pt x="75" y="526"/>
                </a:lnTo>
                <a:lnTo>
                  <a:pt x="68" y="512"/>
                </a:lnTo>
                <a:lnTo>
                  <a:pt x="60" y="498"/>
                </a:lnTo>
                <a:lnTo>
                  <a:pt x="54" y="483"/>
                </a:lnTo>
                <a:lnTo>
                  <a:pt x="47" y="469"/>
                </a:lnTo>
                <a:lnTo>
                  <a:pt x="43" y="453"/>
                </a:lnTo>
                <a:lnTo>
                  <a:pt x="39" y="438"/>
                </a:lnTo>
                <a:lnTo>
                  <a:pt x="34" y="422"/>
                </a:lnTo>
                <a:lnTo>
                  <a:pt x="31" y="406"/>
                </a:lnTo>
                <a:lnTo>
                  <a:pt x="29" y="390"/>
                </a:lnTo>
                <a:lnTo>
                  <a:pt x="28" y="373"/>
                </a:lnTo>
                <a:lnTo>
                  <a:pt x="28" y="357"/>
                </a:lnTo>
                <a:lnTo>
                  <a:pt x="28" y="339"/>
                </a:lnTo>
                <a:lnTo>
                  <a:pt x="29" y="323"/>
                </a:lnTo>
                <a:lnTo>
                  <a:pt x="31" y="306"/>
                </a:lnTo>
                <a:lnTo>
                  <a:pt x="34" y="290"/>
                </a:lnTo>
                <a:lnTo>
                  <a:pt x="39" y="275"/>
                </a:lnTo>
                <a:lnTo>
                  <a:pt x="43" y="259"/>
                </a:lnTo>
                <a:lnTo>
                  <a:pt x="47" y="244"/>
                </a:lnTo>
                <a:lnTo>
                  <a:pt x="54" y="229"/>
                </a:lnTo>
                <a:lnTo>
                  <a:pt x="60" y="214"/>
                </a:lnTo>
                <a:lnTo>
                  <a:pt x="68" y="200"/>
                </a:lnTo>
                <a:lnTo>
                  <a:pt x="75" y="187"/>
                </a:lnTo>
                <a:lnTo>
                  <a:pt x="84" y="173"/>
                </a:lnTo>
                <a:lnTo>
                  <a:pt x="93" y="160"/>
                </a:lnTo>
                <a:lnTo>
                  <a:pt x="103" y="148"/>
                </a:lnTo>
                <a:lnTo>
                  <a:pt x="113" y="137"/>
                </a:lnTo>
                <a:lnTo>
                  <a:pt x="123" y="125"/>
                </a:lnTo>
                <a:lnTo>
                  <a:pt x="135" y="114"/>
                </a:lnTo>
                <a:lnTo>
                  <a:pt x="147" y="103"/>
                </a:lnTo>
                <a:lnTo>
                  <a:pt x="160" y="94"/>
                </a:lnTo>
                <a:lnTo>
                  <a:pt x="173" y="85"/>
                </a:lnTo>
                <a:lnTo>
                  <a:pt x="186" y="76"/>
                </a:lnTo>
                <a:lnTo>
                  <a:pt x="200" y="68"/>
                </a:lnTo>
                <a:lnTo>
                  <a:pt x="214" y="61"/>
                </a:lnTo>
                <a:lnTo>
                  <a:pt x="229" y="54"/>
                </a:lnTo>
                <a:lnTo>
                  <a:pt x="242" y="49"/>
                </a:lnTo>
                <a:lnTo>
                  <a:pt x="259" y="43"/>
                </a:lnTo>
                <a:lnTo>
                  <a:pt x="274" y="39"/>
                </a:lnTo>
                <a:lnTo>
                  <a:pt x="290" y="36"/>
                </a:lnTo>
                <a:lnTo>
                  <a:pt x="306" y="32"/>
                </a:lnTo>
                <a:lnTo>
                  <a:pt x="322" y="30"/>
                </a:lnTo>
                <a:lnTo>
                  <a:pt x="339" y="29"/>
                </a:lnTo>
                <a:lnTo>
                  <a:pt x="355" y="28"/>
                </a:lnTo>
                <a:lnTo>
                  <a:pt x="372" y="29"/>
                </a:lnTo>
                <a:lnTo>
                  <a:pt x="388" y="30"/>
                </a:lnTo>
                <a:lnTo>
                  <a:pt x="406" y="32"/>
                </a:lnTo>
                <a:lnTo>
                  <a:pt x="422" y="36"/>
                </a:lnTo>
                <a:lnTo>
                  <a:pt x="437" y="39"/>
                </a:lnTo>
                <a:lnTo>
                  <a:pt x="453" y="43"/>
                </a:lnTo>
                <a:lnTo>
                  <a:pt x="468" y="49"/>
                </a:lnTo>
                <a:lnTo>
                  <a:pt x="483" y="54"/>
                </a:lnTo>
                <a:lnTo>
                  <a:pt x="498" y="61"/>
                </a:lnTo>
                <a:lnTo>
                  <a:pt x="512" y="68"/>
                </a:lnTo>
                <a:lnTo>
                  <a:pt x="525" y="76"/>
                </a:lnTo>
                <a:lnTo>
                  <a:pt x="539" y="85"/>
                </a:lnTo>
                <a:lnTo>
                  <a:pt x="551" y="94"/>
                </a:lnTo>
                <a:lnTo>
                  <a:pt x="563" y="103"/>
                </a:lnTo>
                <a:lnTo>
                  <a:pt x="575" y="114"/>
                </a:lnTo>
                <a:lnTo>
                  <a:pt x="587" y="125"/>
                </a:lnTo>
                <a:lnTo>
                  <a:pt x="598" y="137"/>
                </a:lnTo>
                <a:lnTo>
                  <a:pt x="608" y="148"/>
                </a:lnTo>
                <a:lnTo>
                  <a:pt x="618" y="160"/>
                </a:lnTo>
                <a:lnTo>
                  <a:pt x="627" y="173"/>
                </a:lnTo>
                <a:lnTo>
                  <a:pt x="635" y="187"/>
                </a:lnTo>
                <a:lnTo>
                  <a:pt x="644" y="200"/>
                </a:lnTo>
                <a:lnTo>
                  <a:pt x="650" y="214"/>
                </a:lnTo>
                <a:lnTo>
                  <a:pt x="658" y="229"/>
                </a:lnTo>
                <a:lnTo>
                  <a:pt x="663" y="244"/>
                </a:lnTo>
                <a:lnTo>
                  <a:pt x="668" y="259"/>
                </a:lnTo>
                <a:lnTo>
                  <a:pt x="673" y="275"/>
                </a:lnTo>
                <a:lnTo>
                  <a:pt x="676" y="290"/>
                </a:lnTo>
                <a:lnTo>
                  <a:pt x="679" y="306"/>
                </a:lnTo>
                <a:lnTo>
                  <a:pt x="681" y="323"/>
                </a:lnTo>
                <a:lnTo>
                  <a:pt x="682" y="339"/>
                </a:lnTo>
                <a:lnTo>
                  <a:pt x="683" y="357"/>
                </a:lnTo>
                <a:lnTo>
                  <a:pt x="682" y="373"/>
                </a:lnTo>
                <a:lnTo>
                  <a:pt x="681" y="390"/>
                </a:lnTo>
                <a:lnTo>
                  <a:pt x="679" y="406"/>
                </a:lnTo>
                <a:lnTo>
                  <a:pt x="676" y="422"/>
                </a:lnTo>
                <a:lnTo>
                  <a:pt x="673" y="438"/>
                </a:lnTo>
                <a:lnTo>
                  <a:pt x="668" y="453"/>
                </a:lnTo>
                <a:lnTo>
                  <a:pt x="663" y="469"/>
                </a:lnTo>
                <a:lnTo>
                  <a:pt x="658" y="483"/>
                </a:lnTo>
                <a:lnTo>
                  <a:pt x="650" y="498"/>
                </a:lnTo>
                <a:lnTo>
                  <a:pt x="644" y="512"/>
                </a:lnTo>
                <a:lnTo>
                  <a:pt x="635" y="526"/>
                </a:lnTo>
                <a:lnTo>
                  <a:pt x="627" y="539"/>
                </a:lnTo>
                <a:lnTo>
                  <a:pt x="618" y="552"/>
                </a:lnTo>
                <a:lnTo>
                  <a:pt x="608" y="565"/>
                </a:lnTo>
                <a:lnTo>
                  <a:pt x="598" y="577"/>
                </a:lnTo>
                <a:lnTo>
                  <a:pt x="587" y="589"/>
                </a:lnTo>
                <a:lnTo>
                  <a:pt x="575" y="599"/>
                </a:lnTo>
                <a:lnTo>
                  <a:pt x="563" y="609"/>
                </a:lnTo>
                <a:lnTo>
                  <a:pt x="551" y="619"/>
                </a:lnTo>
                <a:lnTo>
                  <a:pt x="539" y="628"/>
                </a:lnTo>
                <a:lnTo>
                  <a:pt x="525" y="637"/>
                </a:lnTo>
                <a:lnTo>
                  <a:pt x="512" y="644"/>
                </a:lnTo>
                <a:lnTo>
                  <a:pt x="498" y="652"/>
                </a:lnTo>
                <a:lnTo>
                  <a:pt x="483" y="658"/>
                </a:lnTo>
                <a:lnTo>
                  <a:pt x="468" y="665"/>
                </a:lnTo>
                <a:lnTo>
                  <a:pt x="453" y="669"/>
                </a:lnTo>
                <a:lnTo>
                  <a:pt x="437" y="673"/>
                </a:lnTo>
                <a:lnTo>
                  <a:pt x="422" y="678"/>
                </a:lnTo>
                <a:lnTo>
                  <a:pt x="406" y="681"/>
                </a:lnTo>
                <a:lnTo>
                  <a:pt x="388" y="683"/>
                </a:lnTo>
                <a:lnTo>
                  <a:pt x="372" y="684"/>
                </a:lnTo>
                <a:lnTo>
                  <a:pt x="355" y="6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8" name="Freeform 6">
            <a:extLst>
              <a:ext uri="{FF2B5EF4-FFF2-40B4-BE49-F238E27FC236}">
                <a16:creationId xmlns:a16="http://schemas.microsoft.com/office/drawing/2014/main" id="{43E9528D-414F-4523-B286-54A0AECB835A}"/>
              </a:ext>
            </a:extLst>
          </p:cNvPr>
          <p:cNvSpPr>
            <a:spLocks/>
          </p:cNvSpPr>
          <p:nvPr/>
        </p:nvSpPr>
        <p:spPr bwMode="auto">
          <a:xfrm>
            <a:off x="1646238" y="5529263"/>
            <a:ext cx="14288" cy="15875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4 w 28"/>
              <a:gd name="T11" fmla="*/ 4 h 28"/>
              <a:gd name="T12" fmla="*/ 1 w 28"/>
              <a:gd name="T13" fmla="*/ 9 h 28"/>
              <a:gd name="T14" fmla="*/ 0 w 28"/>
              <a:gd name="T15" fmla="*/ 14 h 28"/>
              <a:gd name="T16" fmla="*/ 1 w 28"/>
              <a:gd name="T17" fmla="*/ 19 h 28"/>
              <a:gd name="T18" fmla="*/ 4 w 28"/>
              <a:gd name="T19" fmla="*/ 24 h 28"/>
              <a:gd name="T20" fmla="*/ 8 w 28"/>
              <a:gd name="T21" fmla="*/ 27 h 28"/>
              <a:gd name="T22" fmla="*/ 14 w 28"/>
              <a:gd name="T23" fmla="*/ 28 h 28"/>
              <a:gd name="T24" fmla="*/ 19 w 28"/>
              <a:gd name="T25" fmla="*/ 27 h 28"/>
              <a:gd name="T26" fmla="*/ 23 w 28"/>
              <a:gd name="T27" fmla="*/ 25 h 28"/>
              <a:gd name="T28" fmla="*/ 23 w 28"/>
              <a:gd name="T29" fmla="*/ 24 h 28"/>
              <a:gd name="T30" fmla="*/ 27 w 28"/>
              <a:gd name="T31" fmla="*/ 19 h 28"/>
              <a:gd name="T32" fmla="*/ 28 w 28"/>
              <a:gd name="T33" fmla="*/ 14 h 28"/>
              <a:gd name="T34" fmla="*/ 27 w 28"/>
              <a:gd name="T35" fmla="*/ 9 h 28"/>
              <a:gd name="T36" fmla="*/ 23 w 28"/>
              <a:gd name="T37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5"/>
                </a:lnTo>
                <a:lnTo>
                  <a:pt x="23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9" name="Freeform 7">
            <a:extLst>
              <a:ext uri="{FF2B5EF4-FFF2-40B4-BE49-F238E27FC236}">
                <a16:creationId xmlns:a16="http://schemas.microsoft.com/office/drawing/2014/main" id="{41F40055-9012-43B0-8432-6349F4CEC6B2}"/>
              </a:ext>
            </a:extLst>
          </p:cNvPr>
          <p:cNvSpPr>
            <a:spLocks/>
          </p:cNvSpPr>
          <p:nvPr/>
        </p:nvSpPr>
        <p:spPr bwMode="auto">
          <a:xfrm>
            <a:off x="1824038" y="5708651"/>
            <a:ext cx="15875" cy="14288"/>
          </a:xfrm>
          <a:custGeom>
            <a:avLst/>
            <a:gdLst>
              <a:gd name="T0" fmla="*/ 24 w 29"/>
              <a:gd name="T1" fmla="*/ 5 h 28"/>
              <a:gd name="T2" fmla="*/ 20 w 29"/>
              <a:gd name="T3" fmla="*/ 1 h 28"/>
              <a:gd name="T4" fmla="*/ 15 w 29"/>
              <a:gd name="T5" fmla="*/ 0 h 28"/>
              <a:gd name="T6" fmla="*/ 9 w 29"/>
              <a:gd name="T7" fmla="*/ 1 h 28"/>
              <a:gd name="T8" fmla="*/ 4 w 29"/>
              <a:gd name="T9" fmla="*/ 5 h 28"/>
              <a:gd name="T10" fmla="*/ 4 w 29"/>
              <a:gd name="T11" fmla="*/ 5 h 28"/>
              <a:gd name="T12" fmla="*/ 1 w 29"/>
              <a:gd name="T13" fmla="*/ 10 h 28"/>
              <a:gd name="T14" fmla="*/ 0 w 29"/>
              <a:gd name="T15" fmla="*/ 15 h 28"/>
              <a:gd name="T16" fmla="*/ 1 w 29"/>
              <a:gd name="T17" fmla="*/ 20 h 28"/>
              <a:gd name="T18" fmla="*/ 4 w 29"/>
              <a:gd name="T19" fmla="*/ 25 h 28"/>
              <a:gd name="T20" fmla="*/ 8 w 29"/>
              <a:gd name="T21" fmla="*/ 28 h 28"/>
              <a:gd name="T22" fmla="*/ 14 w 29"/>
              <a:gd name="T23" fmla="*/ 28 h 28"/>
              <a:gd name="T24" fmla="*/ 19 w 29"/>
              <a:gd name="T25" fmla="*/ 28 h 28"/>
              <a:gd name="T26" fmla="*/ 23 w 29"/>
              <a:gd name="T27" fmla="*/ 25 h 28"/>
              <a:gd name="T28" fmla="*/ 24 w 29"/>
              <a:gd name="T29" fmla="*/ 24 h 28"/>
              <a:gd name="T30" fmla="*/ 28 w 29"/>
              <a:gd name="T31" fmla="*/ 20 h 28"/>
              <a:gd name="T32" fmla="*/ 29 w 29"/>
              <a:gd name="T33" fmla="*/ 14 h 28"/>
              <a:gd name="T34" fmla="*/ 28 w 29"/>
              <a:gd name="T35" fmla="*/ 9 h 28"/>
              <a:gd name="T36" fmla="*/ 24 w 29"/>
              <a:gd name="T37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" h="28">
                <a:moveTo>
                  <a:pt x="24" y="5"/>
                </a:moveTo>
                <a:lnTo>
                  <a:pt x="20" y="1"/>
                </a:lnTo>
                <a:lnTo>
                  <a:pt x="15" y="0"/>
                </a:lnTo>
                <a:lnTo>
                  <a:pt x="9" y="1"/>
                </a:lnTo>
                <a:lnTo>
                  <a:pt x="4" y="5"/>
                </a:lnTo>
                <a:lnTo>
                  <a:pt x="4" y="5"/>
                </a:lnTo>
                <a:lnTo>
                  <a:pt x="1" y="10"/>
                </a:lnTo>
                <a:lnTo>
                  <a:pt x="0" y="15"/>
                </a:lnTo>
                <a:lnTo>
                  <a:pt x="1" y="20"/>
                </a:lnTo>
                <a:lnTo>
                  <a:pt x="4" y="25"/>
                </a:lnTo>
                <a:lnTo>
                  <a:pt x="8" y="28"/>
                </a:lnTo>
                <a:lnTo>
                  <a:pt x="14" y="28"/>
                </a:lnTo>
                <a:lnTo>
                  <a:pt x="19" y="28"/>
                </a:lnTo>
                <a:lnTo>
                  <a:pt x="23" y="25"/>
                </a:lnTo>
                <a:lnTo>
                  <a:pt x="24" y="24"/>
                </a:lnTo>
                <a:lnTo>
                  <a:pt x="28" y="20"/>
                </a:lnTo>
                <a:lnTo>
                  <a:pt x="29" y="14"/>
                </a:lnTo>
                <a:lnTo>
                  <a:pt x="28" y="9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80" name="Freeform 8">
            <a:extLst>
              <a:ext uri="{FF2B5EF4-FFF2-40B4-BE49-F238E27FC236}">
                <a16:creationId xmlns:a16="http://schemas.microsoft.com/office/drawing/2014/main" id="{FB3378D3-9DEF-4838-BC85-A7798D8EEEC1}"/>
              </a:ext>
            </a:extLst>
          </p:cNvPr>
          <p:cNvSpPr>
            <a:spLocks noEditPoints="1"/>
          </p:cNvSpPr>
          <p:nvPr/>
        </p:nvSpPr>
        <p:spPr bwMode="auto">
          <a:xfrm>
            <a:off x="1608138" y="5468938"/>
            <a:ext cx="185738" cy="254000"/>
          </a:xfrm>
          <a:custGeom>
            <a:avLst/>
            <a:gdLst>
              <a:gd name="T0" fmla="*/ 259 w 349"/>
              <a:gd name="T1" fmla="*/ 1 h 480"/>
              <a:gd name="T2" fmla="*/ 247 w 349"/>
              <a:gd name="T3" fmla="*/ 0 h 480"/>
              <a:gd name="T4" fmla="*/ 239 w 349"/>
              <a:gd name="T5" fmla="*/ 10 h 480"/>
              <a:gd name="T6" fmla="*/ 222 w 349"/>
              <a:gd name="T7" fmla="*/ 46 h 480"/>
              <a:gd name="T8" fmla="*/ 175 w 349"/>
              <a:gd name="T9" fmla="*/ 57 h 480"/>
              <a:gd name="T10" fmla="*/ 131 w 349"/>
              <a:gd name="T11" fmla="*/ 75 h 480"/>
              <a:gd name="T12" fmla="*/ 111 w 349"/>
              <a:gd name="T13" fmla="*/ 93 h 480"/>
              <a:gd name="T14" fmla="*/ 115 w 349"/>
              <a:gd name="T15" fmla="*/ 107 h 480"/>
              <a:gd name="T16" fmla="*/ 124 w 349"/>
              <a:gd name="T17" fmla="*/ 110 h 480"/>
              <a:gd name="T18" fmla="*/ 144 w 349"/>
              <a:gd name="T19" fmla="*/ 100 h 480"/>
              <a:gd name="T20" fmla="*/ 182 w 349"/>
              <a:gd name="T21" fmla="*/ 83 h 480"/>
              <a:gd name="T22" fmla="*/ 224 w 349"/>
              <a:gd name="T23" fmla="*/ 74 h 480"/>
              <a:gd name="T24" fmla="*/ 222 w 349"/>
              <a:gd name="T25" fmla="*/ 123 h 480"/>
              <a:gd name="T26" fmla="*/ 174 w 349"/>
              <a:gd name="T27" fmla="*/ 138 h 480"/>
              <a:gd name="T28" fmla="*/ 134 w 349"/>
              <a:gd name="T29" fmla="*/ 165 h 480"/>
              <a:gd name="T30" fmla="*/ 102 w 349"/>
              <a:gd name="T31" fmla="*/ 202 h 480"/>
              <a:gd name="T32" fmla="*/ 82 w 349"/>
              <a:gd name="T33" fmla="*/ 247 h 480"/>
              <a:gd name="T34" fmla="*/ 75 w 349"/>
              <a:gd name="T35" fmla="*/ 298 h 480"/>
              <a:gd name="T36" fmla="*/ 80 w 349"/>
              <a:gd name="T37" fmla="*/ 344 h 480"/>
              <a:gd name="T38" fmla="*/ 99 w 349"/>
              <a:gd name="T39" fmla="*/ 388 h 480"/>
              <a:gd name="T40" fmla="*/ 84 w 349"/>
              <a:gd name="T41" fmla="*/ 447 h 480"/>
              <a:gd name="T42" fmla="*/ 50 w 349"/>
              <a:gd name="T43" fmla="*/ 395 h 480"/>
              <a:gd name="T44" fmla="*/ 31 w 349"/>
              <a:gd name="T45" fmla="*/ 338 h 480"/>
              <a:gd name="T46" fmla="*/ 28 w 349"/>
              <a:gd name="T47" fmla="*/ 282 h 480"/>
              <a:gd name="T48" fmla="*/ 36 w 349"/>
              <a:gd name="T49" fmla="*/ 234 h 480"/>
              <a:gd name="T50" fmla="*/ 55 w 349"/>
              <a:gd name="T51" fmla="*/ 190 h 480"/>
              <a:gd name="T52" fmla="*/ 64 w 349"/>
              <a:gd name="T53" fmla="*/ 166 h 480"/>
              <a:gd name="T54" fmla="*/ 54 w 349"/>
              <a:gd name="T55" fmla="*/ 155 h 480"/>
              <a:gd name="T56" fmla="*/ 40 w 349"/>
              <a:gd name="T57" fmla="*/ 161 h 480"/>
              <a:gd name="T58" fmla="*/ 15 w 349"/>
              <a:gd name="T59" fmla="*/ 210 h 480"/>
              <a:gd name="T60" fmla="*/ 2 w 349"/>
              <a:gd name="T61" fmla="*/ 261 h 480"/>
              <a:gd name="T62" fmla="*/ 0 w 349"/>
              <a:gd name="T63" fmla="*/ 309 h 480"/>
              <a:gd name="T64" fmla="*/ 4 w 349"/>
              <a:gd name="T65" fmla="*/ 347 h 480"/>
              <a:gd name="T66" fmla="*/ 14 w 349"/>
              <a:gd name="T67" fmla="*/ 382 h 480"/>
              <a:gd name="T68" fmla="*/ 29 w 349"/>
              <a:gd name="T69" fmla="*/ 417 h 480"/>
              <a:gd name="T70" fmla="*/ 49 w 349"/>
              <a:gd name="T71" fmla="*/ 448 h 480"/>
              <a:gd name="T72" fmla="*/ 74 w 349"/>
              <a:gd name="T73" fmla="*/ 476 h 480"/>
              <a:gd name="T74" fmla="*/ 89 w 349"/>
              <a:gd name="T75" fmla="*/ 479 h 480"/>
              <a:gd name="T76" fmla="*/ 149 w 349"/>
              <a:gd name="T77" fmla="*/ 419 h 480"/>
              <a:gd name="T78" fmla="*/ 146 w 349"/>
              <a:gd name="T79" fmla="*/ 404 h 480"/>
              <a:gd name="T80" fmla="*/ 120 w 349"/>
              <a:gd name="T81" fmla="*/ 369 h 480"/>
              <a:gd name="T82" fmla="*/ 105 w 349"/>
              <a:gd name="T83" fmla="*/ 327 h 480"/>
              <a:gd name="T84" fmla="*/ 103 w 349"/>
              <a:gd name="T85" fmla="*/ 283 h 480"/>
              <a:gd name="T86" fmla="*/ 113 w 349"/>
              <a:gd name="T87" fmla="*/ 242 h 480"/>
              <a:gd name="T88" fmla="*/ 133 w 349"/>
              <a:gd name="T89" fmla="*/ 206 h 480"/>
              <a:gd name="T90" fmla="*/ 162 w 349"/>
              <a:gd name="T91" fmla="*/ 177 h 480"/>
              <a:gd name="T92" fmla="*/ 197 w 349"/>
              <a:gd name="T93" fmla="*/ 158 h 480"/>
              <a:gd name="T94" fmla="*/ 238 w 349"/>
              <a:gd name="T95" fmla="*/ 148 h 480"/>
              <a:gd name="T96" fmla="*/ 240 w 349"/>
              <a:gd name="T97" fmla="*/ 186 h 480"/>
              <a:gd name="T98" fmla="*/ 250 w 349"/>
              <a:gd name="T99" fmla="*/ 192 h 480"/>
              <a:gd name="T100" fmla="*/ 262 w 349"/>
              <a:gd name="T101" fmla="*/ 188 h 480"/>
              <a:gd name="T102" fmla="*/ 349 w 349"/>
              <a:gd name="T103" fmla="*/ 96 h 480"/>
              <a:gd name="T104" fmla="*/ 266 w 349"/>
              <a:gd name="T105" fmla="*/ 144 h 480"/>
              <a:gd name="T106" fmla="*/ 266 w 349"/>
              <a:gd name="T107" fmla="*/ 144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9" h="480">
                <a:moveTo>
                  <a:pt x="344" y="86"/>
                </a:moveTo>
                <a:lnTo>
                  <a:pt x="262" y="3"/>
                </a:lnTo>
                <a:lnTo>
                  <a:pt x="259" y="1"/>
                </a:lnTo>
                <a:lnTo>
                  <a:pt x="255" y="0"/>
                </a:lnTo>
                <a:lnTo>
                  <a:pt x="251" y="0"/>
                </a:lnTo>
                <a:lnTo>
                  <a:pt x="247" y="0"/>
                </a:lnTo>
                <a:lnTo>
                  <a:pt x="244" y="2"/>
                </a:lnTo>
                <a:lnTo>
                  <a:pt x="240" y="6"/>
                </a:lnTo>
                <a:lnTo>
                  <a:pt x="239" y="10"/>
                </a:lnTo>
                <a:lnTo>
                  <a:pt x="238" y="13"/>
                </a:lnTo>
                <a:lnTo>
                  <a:pt x="238" y="45"/>
                </a:lnTo>
                <a:lnTo>
                  <a:pt x="222" y="46"/>
                </a:lnTo>
                <a:lnTo>
                  <a:pt x="206" y="49"/>
                </a:lnTo>
                <a:lnTo>
                  <a:pt x="191" y="52"/>
                </a:lnTo>
                <a:lnTo>
                  <a:pt x="175" y="57"/>
                </a:lnTo>
                <a:lnTo>
                  <a:pt x="160" y="63"/>
                </a:lnTo>
                <a:lnTo>
                  <a:pt x="145" y="69"/>
                </a:lnTo>
                <a:lnTo>
                  <a:pt x="131" y="75"/>
                </a:lnTo>
                <a:lnTo>
                  <a:pt x="117" y="84"/>
                </a:lnTo>
                <a:lnTo>
                  <a:pt x="113" y="88"/>
                </a:lnTo>
                <a:lnTo>
                  <a:pt x="111" y="93"/>
                </a:lnTo>
                <a:lnTo>
                  <a:pt x="111" y="98"/>
                </a:lnTo>
                <a:lnTo>
                  <a:pt x="113" y="103"/>
                </a:lnTo>
                <a:lnTo>
                  <a:pt x="115" y="107"/>
                </a:lnTo>
                <a:lnTo>
                  <a:pt x="117" y="109"/>
                </a:lnTo>
                <a:lnTo>
                  <a:pt x="120" y="110"/>
                </a:lnTo>
                <a:lnTo>
                  <a:pt x="124" y="110"/>
                </a:lnTo>
                <a:lnTo>
                  <a:pt x="128" y="110"/>
                </a:lnTo>
                <a:lnTo>
                  <a:pt x="131" y="108"/>
                </a:lnTo>
                <a:lnTo>
                  <a:pt x="144" y="100"/>
                </a:lnTo>
                <a:lnTo>
                  <a:pt x="157" y="94"/>
                </a:lnTo>
                <a:lnTo>
                  <a:pt x="170" y="88"/>
                </a:lnTo>
                <a:lnTo>
                  <a:pt x="182" y="83"/>
                </a:lnTo>
                <a:lnTo>
                  <a:pt x="196" y="80"/>
                </a:lnTo>
                <a:lnTo>
                  <a:pt x="210" y="76"/>
                </a:lnTo>
                <a:lnTo>
                  <a:pt x="224" y="74"/>
                </a:lnTo>
                <a:lnTo>
                  <a:pt x="238" y="73"/>
                </a:lnTo>
                <a:lnTo>
                  <a:pt x="238" y="121"/>
                </a:lnTo>
                <a:lnTo>
                  <a:pt x="222" y="123"/>
                </a:lnTo>
                <a:lnTo>
                  <a:pt x="205" y="126"/>
                </a:lnTo>
                <a:lnTo>
                  <a:pt x="190" y="131"/>
                </a:lnTo>
                <a:lnTo>
                  <a:pt x="174" y="138"/>
                </a:lnTo>
                <a:lnTo>
                  <a:pt x="160" y="145"/>
                </a:lnTo>
                <a:lnTo>
                  <a:pt x="147" y="155"/>
                </a:lnTo>
                <a:lnTo>
                  <a:pt x="134" y="165"/>
                </a:lnTo>
                <a:lnTo>
                  <a:pt x="122" y="176"/>
                </a:lnTo>
                <a:lnTo>
                  <a:pt x="112" y="189"/>
                </a:lnTo>
                <a:lnTo>
                  <a:pt x="102" y="202"/>
                </a:lnTo>
                <a:lnTo>
                  <a:pt x="94" y="216"/>
                </a:lnTo>
                <a:lnTo>
                  <a:pt x="87" y="231"/>
                </a:lnTo>
                <a:lnTo>
                  <a:pt x="82" y="247"/>
                </a:lnTo>
                <a:lnTo>
                  <a:pt x="78" y="263"/>
                </a:lnTo>
                <a:lnTo>
                  <a:pt x="75" y="280"/>
                </a:lnTo>
                <a:lnTo>
                  <a:pt x="75" y="298"/>
                </a:lnTo>
                <a:lnTo>
                  <a:pt x="75" y="314"/>
                </a:lnTo>
                <a:lnTo>
                  <a:pt x="77" y="329"/>
                </a:lnTo>
                <a:lnTo>
                  <a:pt x="80" y="344"/>
                </a:lnTo>
                <a:lnTo>
                  <a:pt x="86" y="359"/>
                </a:lnTo>
                <a:lnTo>
                  <a:pt x="91" y="374"/>
                </a:lnTo>
                <a:lnTo>
                  <a:pt x="99" y="388"/>
                </a:lnTo>
                <a:lnTo>
                  <a:pt x="107" y="401"/>
                </a:lnTo>
                <a:lnTo>
                  <a:pt x="117" y="413"/>
                </a:lnTo>
                <a:lnTo>
                  <a:pt x="84" y="447"/>
                </a:lnTo>
                <a:lnTo>
                  <a:pt x="71" y="431"/>
                </a:lnTo>
                <a:lnTo>
                  <a:pt x="60" y="414"/>
                </a:lnTo>
                <a:lnTo>
                  <a:pt x="50" y="395"/>
                </a:lnTo>
                <a:lnTo>
                  <a:pt x="42" y="377"/>
                </a:lnTo>
                <a:lnTo>
                  <a:pt x="35" y="358"/>
                </a:lnTo>
                <a:lnTo>
                  <a:pt x="31" y="338"/>
                </a:lnTo>
                <a:lnTo>
                  <a:pt x="28" y="318"/>
                </a:lnTo>
                <a:lnTo>
                  <a:pt x="28" y="298"/>
                </a:lnTo>
                <a:lnTo>
                  <a:pt x="28" y="282"/>
                </a:lnTo>
                <a:lnTo>
                  <a:pt x="30" y="265"/>
                </a:lnTo>
                <a:lnTo>
                  <a:pt x="32" y="249"/>
                </a:lnTo>
                <a:lnTo>
                  <a:pt x="36" y="234"/>
                </a:lnTo>
                <a:lnTo>
                  <a:pt x="42" y="219"/>
                </a:lnTo>
                <a:lnTo>
                  <a:pt x="47" y="204"/>
                </a:lnTo>
                <a:lnTo>
                  <a:pt x="55" y="190"/>
                </a:lnTo>
                <a:lnTo>
                  <a:pt x="63" y="176"/>
                </a:lnTo>
                <a:lnTo>
                  <a:pt x="65" y="171"/>
                </a:lnTo>
                <a:lnTo>
                  <a:pt x="64" y="166"/>
                </a:lnTo>
                <a:lnTo>
                  <a:pt x="62" y="160"/>
                </a:lnTo>
                <a:lnTo>
                  <a:pt x="59" y="157"/>
                </a:lnTo>
                <a:lnTo>
                  <a:pt x="54" y="155"/>
                </a:lnTo>
                <a:lnTo>
                  <a:pt x="48" y="155"/>
                </a:lnTo>
                <a:lnTo>
                  <a:pt x="43" y="157"/>
                </a:lnTo>
                <a:lnTo>
                  <a:pt x="40" y="161"/>
                </a:lnTo>
                <a:lnTo>
                  <a:pt x="30" y="176"/>
                </a:lnTo>
                <a:lnTo>
                  <a:pt x="23" y="192"/>
                </a:lnTo>
                <a:lnTo>
                  <a:pt x="15" y="210"/>
                </a:lnTo>
                <a:lnTo>
                  <a:pt x="10" y="227"/>
                </a:lnTo>
                <a:lnTo>
                  <a:pt x="5" y="244"/>
                </a:lnTo>
                <a:lnTo>
                  <a:pt x="2" y="261"/>
                </a:lnTo>
                <a:lnTo>
                  <a:pt x="0" y="279"/>
                </a:lnTo>
                <a:lnTo>
                  <a:pt x="0" y="298"/>
                </a:lnTo>
                <a:lnTo>
                  <a:pt x="0" y="309"/>
                </a:lnTo>
                <a:lnTo>
                  <a:pt x="1" y="322"/>
                </a:lnTo>
                <a:lnTo>
                  <a:pt x="2" y="335"/>
                </a:lnTo>
                <a:lnTo>
                  <a:pt x="4" y="347"/>
                </a:lnTo>
                <a:lnTo>
                  <a:pt x="8" y="359"/>
                </a:lnTo>
                <a:lnTo>
                  <a:pt x="11" y="371"/>
                </a:lnTo>
                <a:lnTo>
                  <a:pt x="14" y="382"/>
                </a:lnTo>
                <a:lnTo>
                  <a:pt x="19" y="394"/>
                </a:lnTo>
                <a:lnTo>
                  <a:pt x="24" y="405"/>
                </a:lnTo>
                <a:lnTo>
                  <a:pt x="29" y="417"/>
                </a:lnTo>
                <a:lnTo>
                  <a:pt x="35" y="428"/>
                </a:lnTo>
                <a:lnTo>
                  <a:pt x="42" y="437"/>
                </a:lnTo>
                <a:lnTo>
                  <a:pt x="49" y="448"/>
                </a:lnTo>
                <a:lnTo>
                  <a:pt x="57" y="458"/>
                </a:lnTo>
                <a:lnTo>
                  <a:pt x="65" y="467"/>
                </a:lnTo>
                <a:lnTo>
                  <a:pt x="74" y="476"/>
                </a:lnTo>
                <a:lnTo>
                  <a:pt x="78" y="479"/>
                </a:lnTo>
                <a:lnTo>
                  <a:pt x="84" y="480"/>
                </a:lnTo>
                <a:lnTo>
                  <a:pt x="89" y="479"/>
                </a:lnTo>
                <a:lnTo>
                  <a:pt x="93" y="476"/>
                </a:lnTo>
                <a:lnTo>
                  <a:pt x="146" y="423"/>
                </a:lnTo>
                <a:lnTo>
                  <a:pt x="149" y="419"/>
                </a:lnTo>
                <a:lnTo>
                  <a:pt x="150" y="414"/>
                </a:lnTo>
                <a:lnTo>
                  <a:pt x="149" y="408"/>
                </a:lnTo>
                <a:lnTo>
                  <a:pt x="146" y="404"/>
                </a:lnTo>
                <a:lnTo>
                  <a:pt x="136" y="392"/>
                </a:lnTo>
                <a:lnTo>
                  <a:pt x="128" y="380"/>
                </a:lnTo>
                <a:lnTo>
                  <a:pt x="120" y="369"/>
                </a:lnTo>
                <a:lnTo>
                  <a:pt x="114" y="355"/>
                </a:lnTo>
                <a:lnTo>
                  <a:pt x="108" y="341"/>
                </a:lnTo>
                <a:lnTo>
                  <a:pt x="105" y="327"/>
                </a:lnTo>
                <a:lnTo>
                  <a:pt x="103" y="313"/>
                </a:lnTo>
                <a:lnTo>
                  <a:pt x="103" y="298"/>
                </a:lnTo>
                <a:lnTo>
                  <a:pt x="103" y="283"/>
                </a:lnTo>
                <a:lnTo>
                  <a:pt x="105" y="269"/>
                </a:lnTo>
                <a:lnTo>
                  <a:pt x="108" y="255"/>
                </a:lnTo>
                <a:lnTo>
                  <a:pt x="113" y="242"/>
                </a:lnTo>
                <a:lnTo>
                  <a:pt x="119" y="230"/>
                </a:lnTo>
                <a:lnTo>
                  <a:pt x="126" y="218"/>
                </a:lnTo>
                <a:lnTo>
                  <a:pt x="133" y="206"/>
                </a:lnTo>
                <a:lnTo>
                  <a:pt x="142" y="196"/>
                </a:lnTo>
                <a:lnTo>
                  <a:pt x="151" y="186"/>
                </a:lnTo>
                <a:lnTo>
                  <a:pt x="162" y="177"/>
                </a:lnTo>
                <a:lnTo>
                  <a:pt x="173" y="170"/>
                </a:lnTo>
                <a:lnTo>
                  <a:pt x="186" y="163"/>
                </a:lnTo>
                <a:lnTo>
                  <a:pt x="197" y="158"/>
                </a:lnTo>
                <a:lnTo>
                  <a:pt x="210" y="153"/>
                </a:lnTo>
                <a:lnTo>
                  <a:pt x="224" y="149"/>
                </a:lnTo>
                <a:lnTo>
                  <a:pt x="238" y="148"/>
                </a:lnTo>
                <a:lnTo>
                  <a:pt x="238" y="178"/>
                </a:lnTo>
                <a:lnTo>
                  <a:pt x="239" y="183"/>
                </a:lnTo>
                <a:lnTo>
                  <a:pt x="240" y="186"/>
                </a:lnTo>
                <a:lnTo>
                  <a:pt x="244" y="189"/>
                </a:lnTo>
                <a:lnTo>
                  <a:pt x="247" y="191"/>
                </a:lnTo>
                <a:lnTo>
                  <a:pt x="250" y="192"/>
                </a:lnTo>
                <a:lnTo>
                  <a:pt x="252" y="192"/>
                </a:lnTo>
                <a:lnTo>
                  <a:pt x="257" y="191"/>
                </a:lnTo>
                <a:lnTo>
                  <a:pt x="262" y="188"/>
                </a:lnTo>
                <a:lnTo>
                  <a:pt x="344" y="105"/>
                </a:lnTo>
                <a:lnTo>
                  <a:pt x="348" y="101"/>
                </a:lnTo>
                <a:lnTo>
                  <a:pt x="349" y="96"/>
                </a:lnTo>
                <a:lnTo>
                  <a:pt x="348" y="90"/>
                </a:lnTo>
                <a:lnTo>
                  <a:pt x="344" y="86"/>
                </a:lnTo>
                <a:close/>
                <a:moveTo>
                  <a:pt x="266" y="144"/>
                </a:moveTo>
                <a:lnTo>
                  <a:pt x="266" y="48"/>
                </a:lnTo>
                <a:lnTo>
                  <a:pt x="314" y="96"/>
                </a:lnTo>
                <a:lnTo>
                  <a:pt x="266" y="1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81" name="Freeform 9">
            <a:extLst>
              <a:ext uri="{FF2B5EF4-FFF2-40B4-BE49-F238E27FC236}">
                <a16:creationId xmlns:a16="http://schemas.microsoft.com/office/drawing/2014/main" id="{2E556934-2FB8-490F-8185-BBAFC9ECE63B}"/>
              </a:ext>
            </a:extLst>
          </p:cNvPr>
          <p:cNvSpPr>
            <a:spLocks noEditPoints="1"/>
          </p:cNvSpPr>
          <p:nvPr/>
        </p:nvSpPr>
        <p:spPr bwMode="auto">
          <a:xfrm>
            <a:off x="1692276" y="5529263"/>
            <a:ext cx="184150" cy="255588"/>
          </a:xfrm>
          <a:custGeom>
            <a:avLst/>
            <a:gdLst>
              <a:gd name="T0" fmla="*/ 265 w 348"/>
              <a:gd name="T1" fmla="*/ 0 h 481"/>
              <a:gd name="T2" fmla="*/ 201 w 348"/>
              <a:gd name="T3" fmla="*/ 58 h 481"/>
              <a:gd name="T4" fmla="*/ 198 w 348"/>
              <a:gd name="T5" fmla="*/ 73 h 481"/>
              <a:gd name="T6" fmla="*/ 221 w 348"/>
              <a:gd name="T7" fmla="*/ 100 h 481"/>
              <a:gd name="T8" fmla="*/ 239 w 348"/>
              <a:gd name="T9" fmla="*/ 140 h 481"/>
              <a:gd name="T10" fmla="*/ 245 w 348"/>
              <a:gd name="T11" fmla="*/ 184 h 481"/>
              <a:gd name="T12" fmla="*/ 239 w 348"/>
              <a:gd name="T13" fmla="*/ 226 h 481"/>
              <a:gd name="T14" fmla="*/ 223 w 348"/>
              <a:gd name="T15" fmla="*/ 263 h 481"/>
              <a:gd name="T16" fmla="*/ 196 w 348"/>
              <a:gd name="T17" fmla="*/ 294 h 481"/>
              <a:gd name="T18" fmla="*/ 163 w 348"/>
              <a:gd name="T19" fmla="*/ 318 h 481"/>
              <a:gd name="T20" fmla="*/ 123 w 348"/>
              <a:gd name="T21" fmla="*/ 331 h 481"/>
              <a:gd name="T22" fmla="*/ 109 w 348"/>
              <a:gd name="T23" fmla="*/ 299 h 481"/>
              <a:gd name="T24" fmla="*/ 100 w 348"/>
              <a:gd name="T25" fmla="*/ 290 h 481"/>
              <a:gd name="T26" fmla="*/ 89 w 348"/>
              <a:gd name="T27" fmla="*/ 290 h 481"/>
              <a:gd name="T28" fmla="*/ 1 w 348"/>
              <a:gd name="T29" fmla="*/ 379 h 481"/>
              <a:gd name="T30" fmla="*/ 4 w 348"/>
              <a:gd name="T31" fmla="*/ 394 h 481"/>
              <a:gd name="T32" fmla="*/ 95 w 348"/>
              <a:gd name="T33" fmla="*/ 481 h 481"/>
              <a:gd name="T34" fmla="*/ 104 w 348"/>
              <a:gd name="T35" fmla="*/ 478 h 481"/>
              <a:gd name="T36" fmla="*/ 109 w 348"/>
              <a:gd name="T37" fmla="*/ 467 h 481"/>
              <a:gd name="T38" fmla="*/ 140 w 348"/>
              <a:gd name="T39" fmla="*/ 433 h 481"/>
              <a:gd name="T40" fmla="*/ 184 w 348"/>
              <a:gd name="T41" fmla="*/ 420 h 481"/>
              <a:gd name="T42" fmla="*/ 226 w 348"/>
              <a:gd name="T43" fmla="*/ 399 h 481"/>
              <a:gd name="T44" fmla="*/ 232 w 348"/>
              <a:gd name="T45" fmla="*/ 385 h 481"/>
              <a:gd name="T46" fmla="*/ 222 w 348"/>
              <a:gd name="T47" fmla="*/ 375 h 481"/>
              <a:gd name="T48" fmla="*/ 200 w 348"/>
              <a:gd name="T49" fmla="*/ 382 h 481"/>
              <a:gd name="T50" fmla="*/ 163 w 348"/>
              <a:gd name="T51" fmla="*/ 398 h 481"/>
              <a:gd name="T52" fmla="*/ 123 w 348"/>
              <a:gd name="T53" fmla="*/ 407 h 481"/>
              <a:gd name="T54" fmla="*/ 126 w 348"/>
              <a:gd name="T55" fmla="*/ 359 h 481"/>
              <a:gd name="T56" fmla="*/ 173 w 348"/>
              <a:gd name="T57" fmla="*/ 344 h 481"/>
              <a:gd name="T58" fmla="*/ 214 w 348"/>
              <a:gd name="T59" fmla="*/ 316 h 481"/>
              <a:gd name="T60" fmla="*/ 245 w 348"/>
              <a:gd name="T61" fmla="*/ 278 h 481"/>
              <a:gd name="T62" fmla="*/ 266 w 348"/>
              <a:gd name="T63" fmla="*/ 234 h 481"/>
              <a:gd name="T64" fmla="*/ 273 w 348"/>
              <a:gd name="T65" fmla="*/ 184 h 481"/>
              <a:gd name="T66" fmla="*/ 267 w 348"/>
              <a:gd name="T67" fmla="*/ 136 h 481"/>
              <a:gd name="T68" fmla="*/ 249 w 348"/>
              <a:gd name="T69" fmla="*/ 93 h 481"/>
              <a:gd name="T70" fmla="*/ 264 w 348"/>
              <a:gd name="T71" fmla="*/ 34 h 481"/>
              <a:gd name="T72" fmla="*/ 298 w 348"/>
              <a:gd name="T73" fmla="*/ 85 h 481"/>
              <a:gd name="T74" fmla="*/ 316 w 348"/>
              <a:gd name="T75" fmla="*/ 143 h 481"/>
              <a:gd name="T76" fmla="*/ 319 w 348"/>
              <a:gd name="T77" fmla="*/ 199 h 481"/>
              <a:gd name="T78" fmla="*/ 312 w 348"/>
              <a:gd name="T79" fmla="*/ 244 h 481"/>
              <a:gd name="T80" fmla="*/ 296 w 348"/>
              <a:gd name="T81" fmla="*/ 287 h 481"/>
              <a:gd name="T82" fmla="*/ 286 w 348"/>
              <a:gd name="T83" fmla="*/ 310 h 481"/>
              <a:gd name="T84" fmla="*/ 298 w 348"/>
              <a:gd name="T85" fmla="*/ 321 h 481"/>
              <a:gd name="T86" fmla="*/ 312 w 348"/>
              <a:gd name="T87" fmla="*/ 315 h 481"/>
              <a:gd name="T88" fmla="*/ 333 w 348"/>
              <a:gd name="T89" fmla="*/ 267 h 481"/>
              <a:gd name="T90" fmla="*/ 346 w 348"/>
              <a:gd name="T91" fmla="*/ 218 h 481"/>
              <a:gd name="T92" fmla="*/ 347 w 348"/>
              <a:gd name="T93" fmla="*/ 171 h 481"/>
              <a:gd name="T94" fmla="*/ 343 w 348"/>
              <a:gd name="T95" fmla="*/ 133 h 481"/>
              <a:gd name="T96" fmla="*/ 333 w 348"/>
              <a:gd name="T97" fmla="*/ 98 h 481"/>
              <a:gd name="T98" fmla="*/ 318 w 348"/>
              <a:gd name="T99" fmla="*/ 64 h 481"/>
              <a:gd name="T100" fmla="*/ 299 w 348"/>
              <a:gd name="T101" fmla="*/ 33 h 481"/>
              <a:gd name="T102" fmla="*/ 274 w 348"/>
              <a:gd name="T103" fmla="*/ 4 h 481"/>
              <a:gd name="T104" fmla="*/ 81 w 348"/>
              <a:gd name="T105" fmla="*/ 336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481">
                <a:moveTo>
                  <a:pt x="274" y="4"/>
                </a:moveTo>
                <a:lnTo>
                  <a:pt x="270" y="1"/>
                </a:lnTo>
                <a:lnTo>
                  <a:pt x="265" y="0"/>
                </a:lnTo>
                <a:lnTo>
                  <a:pt x="259" y="1"/>
                </a:lnTo>
                <a:lnTo>
                  <a:pt x="254" y="4"/>
                </a:lnTo>
                <a:lnTo>
                  <a:pt x="201" y="58"/>
                </a:lnTo>
                <a:lnTo>
                  <a:pt x="198" y="62"/>
                </a:lnTo>
                <a:lnTo>
                  <a:pt x="197" y="68"/>
                </a:lnTo>
                <a:lnTo>
                  <a:pt x="198" y="73"/>
                </a:lnTo>
                <a:lnTo>
                  <a:pt x="201" y="77"/>
                </a:lnTo>
                <a:lnTo>
                  <a:pt x="211" y="88"/>
                </a:lnTo>
                <a:lnTo>
                  <a:pt x="221" y="100"/>
                </a:lnTo>
                <a:lnTo>
                  <a:pt x="228" y="113"/>
                </a:lnTo>
                <a:lnTo>
                  <a:pt x="234" y="126"/>
                </a:lnTo>
                <a:lnTo>
                  <a:pt x="239" y="140"/>
                </a:lnTo>
                <a:lnTo>
                  <a:pt x="242" y="154"/>
                </a:lnTo>
                <a:lnTo>
                  <a:pt x="244" y="169"/>
                </a:lnTo>
                <a:lnTo>
                  <a:pt x="245" y="184"/>
                </a:lnTo>
                <a:lnTo>
                  <a:pt x="244" y="198"/>
                </a:lnTo>
                <a:lnTo>
                  <a:pt x="242" y="212"/>
                </a:lnTo>
                <a:lnTo>
                  <a:pt x="239" y="226"/>
                </a:lnTo>
                <a:lnTo>
                  <a:pt x="235" y="238"/>
                </a:lnTo>
                <a:lnTo>
                  <a:pt x="229" y="251"/>
                </a:lnTo>
                <a:lnTo>
                  <a:pt x="223" y="263"/>
                </a:lnTo>
                <a:lnTo>
                  <a:pt x="214" y="274"/>
                </a:lnTo>
                <a:lnTo>
                  <a:pt x="206" y="285"/>
                </a:lnTo>
                <a:lnTo>
                  <a:pt x="196" y="294"/>
                </a:lnTo>
                <a:lnTo>
                  <a:pt x="186" y="303"/>
                </a:lnTo>
                <a:lnTo>
                  <a:pt x="175" y="310"/>
                </a:lnTo>
                <a:lnTo>
                  <a:pt x="163" y="318"/>
                </a:lnTo>
                <a:lnTo>
                  <a:pt x="150" y="323"/>
                </a:lnTo>
                <a:lnTo>
                  <a:pt x="137" y="328"/>
                </a:lnTo>
                <a:lnTo>
                  <a:pt x="123" y="331"/>
                </a:lnTo>
                <a:lnTo>
                  <a:pt x="109" y="333"/>
                </a:lnTo>
                <a:lnTo>
                  <a:pt x="109" y="303"/>
                </a:lnTo>
                <a:lnTo>
                  <a:pt x="109" y="299"/>
                </a:lnTo>
                <a:lnTo>
                  <a:pt x="107" y="294"/>
                </a:lnTo>
                <a:lnTo>
                  <a:pt x="104" y="292"/>
                </a:lnTo>
                <a:lnTo>
                  <a:pt x="100" y="290"/>
                </a:lnTo>
                <a:lnTo>
                  <a:pt x="96" y="289"/>
                </a:lnTo>
                <a:lnTo>
                  <a:pt x="93" y="289"/>
                </a:lnTo>
                <a:lnTo>
                  <a:pt x="89" y="290"/>
                </a:lnTo>
                <a:lnTo>
                  <a:pt x="85" y="293"/>
                </a:lnTo>
                <a:lnTo>
                  <a:pt x="4" y="375"/>
                </a:lnTo>
                <a:lnTo>
                  <a:pt x="1" y="379"/>
                </a:lnTo>
                <a:lnTo>
                  <a:pt x="0" y="384"/>
                </a:lnTo>
                <a:lnTo>
                  <a:pt x="1" y="390"/>
                </a:lnTo>
                <a:lnTo>
                  <a:pt x="4" y="394"/>
                </a:lnTo>
                <a:lnTo>
                  <a:pt x="85" y="477"/>
                </a:lnTo>
                <a:lnTo>
                  <a:pt x="90" y="480"/>
                </a:lnTo>
                <a:lnTo>
                  <a:pt x="95" y="481"/>
                </a:lnTo>
                <a:lnTo>
                  <a:pt x="98" y="481"/>
                </a:lnTo>
                <a:lnTo>
                  <a:pt x="100" y="480"/>
                </a:lnTo>
                <a:lnTo>
                  <a:pt x="104" y="478"/>
                </a:lnTo>
                <a:lnTo>
                  <a:pt x="107" y="475"/>
                </a:lnTo>
                <a:lnTo>
                  <a:pt x="109" y="471"/>
                </a:lnTo>
                <a:lnTo>
                  <a:pt x="109" y="467"/>
                </a:lnTo>
                <a:lnTo>
                  <a:pt x="109" y="436"/>
                </a:lnTo>
                <a:lnTo>
                  <a:pt x="125" y="435"/>
                </a:lnTo>
                <a:lnTo>
                  <a:pt x="140" y="433"/>
                </a:lnTo>
                <a:lnTo>
                  <a:pt x="155" y="429"/>
                </a:lnTo>
                <a:lnTo>
                  <a:pt x="170" y="425"/>
                </a:lnTo>
                <a:lnTo>
                  <a:pt x="184" y="420"/>
                </a:lnTo>
                <a:lnTo>
                  <a:pt x="199" y="414"/>
                </a:lnTo>
                <a:lnTo>
                  <a:pt x="213" y="407"/>
                </a:lnTo>
                <a:lnTo>
                  <a:pt x="226" y="399"/>
                </a:lnTo>
                <a:lnTo>
                  <a:pt x="230" y="396"/>
                </a:lnTo>
                <a:lnTo>
                  <a:pt x="232" y="391"/>
                </a:lnTo>
                <a:lnTo>
                  <a:pt x="232" y="385"/>
                </a:lnTo>
                <a:lnTo>
                  <a:pt x="230" y="381"/>
                </a:lnTo>
                <a:lnTo>
                  <a:pt x="227" y="377"/>
                </a:lnTo>
                <a:lnTo>
                  <a:pt x="222" y="375"/>
                </a:lnTo>
                <a:lnTo>
                  <a:pt x="217" y="374"/>
                </a:lnTo>
                <a:lnTo>
                  <a:pt x="212" y="376"/>
                </a:lnTo>
                <a:lnTo>
                  <a:pt x="200" y="382"/>
                </a:lnTo>
                <a:lnTo>
                  <a:pt x="187" y="389"/>
                </a:lnTo>
                <a:lnTo>
                  <a:pt x="176" y="394"/>
                </a:lnTo>
                <a:lnTo>
                  <a:pt x="163" y="398"/>
                </a:lnTo>
                <a:lnTo>
                  <a:pt x="150" y="402"/>
                </a:lnTo>
                <a:lnTo>
                  <a:pt x="136" y="405"/>
                </a:lnTo>
                <a:lnTo>
                  <a:pt x="123" y="407"/>
                </a:lnTo>
                <a:lnTo>
                  <a:pt x="109" y="408"/>
                </a:lnTo>
                <a:lnTo>
                  <a:pt x="109" y="361"/>
                </a:lnTo>
                <a:lnTo>
                  <a:pt x="126" y="359"/>
                </a:lnTo>
                <a:lnTo>
                  <a:pt x="142" y="354"/>
                </a:lnTo>
                <a:lnTo>
                  <a:pt x="158" y="350"/>
                </a:lnTo>
                <a:lnTo>
                  <a:pt x="173" y="344"/>
                </a:lnTo>
                <a:lnTo>
                  <a:pt x="187" y="335"/>
                </a:lnTo>
                <a:lnTo>
                  <a:pt x="201" y="326"/>
                </a:lnTo>
                <a:lnTo>
                  <a:pt x="214" y="316"/>
                </a:lnTo>
                <a:lnTo>
                  <a:pt x="226" y="304"/>
                </a:lnTo>
                <a:lnTo>
                  <a:pt x="236" y="292"/>
                </a:lnTo>
                <a:lnTo>
                  <a:pt x="245" y="278"/>
                </a:lnTo>
                <a:lnTo>
                  <a:pt x="254" y="264"/>
                </a:lnTo>
                <a:lnTo>
                  <a:pt x="260" y="249"/>
                </a:lnTo>
                <a:lnTo>
                  <a:pt x="266" y="234"/>
                </a:lnTo>
                <a:lnTo>
                  <a:pt x="270" y="218"/>
                </a:lnTo>
                <a:lnTo>
                  <a:pt x="272" y="201"/>
                </a:lnTo>
                <a:lnTo>
                  <a:pt x="273" y="184"/>
                </a:lnTo>
                <a:lnTo>
                  <a:pt x="272" y="168"/>
                </a:lnTo>
                <a:lnTo>
                  <a:pt x="270" y="151"/>
                </a:lnTo>
                <a:lnTo>
                  <a:pt x="267" y="136"/>
                </a:lnTo>
                <a:lnTo>
                  <a:pt x="262" y="121"/>
                </a:lnTo>
                <a:lnTo>
                  <a:pt x="256" y="107"/>
                </a:lnTo>
                <a:lnTo>
                  <a:pt x="249" y="93"/>
                </a:lnTo>
                <a:lnTo>
                  <a:pt x="240" y="81"/>
                </a:lnTo>
                <a:lnTo>
                  <a:pt x="230" y="68"/>
                </a:lnTo>
                <a:lnTo>
                  <a:pt x="264" y="34"/>
                </a:lnTo>
                <a:lnTo>
                  <a:pt x="276" y="51"/>
                </a:lnTo>
                <a:lnTo>
                  <a:pt x="288" y="68"/>
                </a:lnTo>
                <a:lnTo>
                  <a:pt x="298" y="85"/>
                </a:lnTo>
                <a:lnTo>
                  <a:pt x="305" y="103"/>
                </a:lnTo>
                <a:lnTo>
                  <a:pt x="312" y="122"/>
                </a:lnTo>
                <a:lnTo>
                  <a:pt x="316" y="143"/>
                </a:lnTo>
                <a:lnTo>
                  <a:pt x="319" y="163"/>
                </a:lnTo>
                <a:lnTo>
                  <a:pt x="320" y="184"/>
                </a:lnTo>
                <a:lnTo>
                  <a:pt x="319" y="199"/>
                </a:lnTo>
                <a:lnTo>
                  <a:pt x="318" y="214"/>
                </a:lnTo>
                <a:lnTo>
                  <a:pt x="316" y="229"/>
                </a:lnTo>
                <a:lnTo>
                  <a:pt x="312" y="244"/>
                </a:lnTo>
                <a:lnTo>
                  <a:pt x="308" y="259"/>
                </a:lnTo>
                <a:lnTo>
                  <a:pt x="302" y="273"/>
                </a:lnTo>
                <a:lnTo>
                  <a:pt x="296" y="287"/>
                </a:lnTo>
                <a:lnTo>
                  <a:pt x="288" y="300"/>
                </a:lnTo>
                <a:lnTo>
                  <a:pt x="286" y="305"/>
                </a:lnTo>
                <a:lnTo>
                  <a:pt x="286" y="310"/>
                </a:lnTo>
                <a:lnTo>
                  <a:pt x="288" y="316"/>
                </a:lnTo>
                <a:lnTo>
                  <a:pt x="293" y="319"/>
                </a:lnTo>
                <a:lnTo>
                  <a:pt x="298" y="321"/>
                </a:lnTo>
                <a:lnTo>
                  <a:pt x="303" y="321"/>
                </a:lnTo>
                <a:lnTo>
                  <a:pt x="308" y="319"/>
                </a:lnTo>
                <a:lnTo>
                  <a:pt x="312" y="315"/>
                </a:lnTo>
                <a:lnTo>
                  <a:pt x="320" y="300"/>
                </a:lnTo>
                <a:lnTo>
                  <a:pt x="327" y="283"/>
                </a:lnTo>
                <a:lnTo>
                  <a:pt x="333" y="267"/>
                </a:lnTo>
                <a:lnTo>
                  <a:pt x="339" y="251"/>
                </a:lnTo>
                <a:lnTo>
                  <a:pt x="343" y="235"/>
                </a:lnTo>
                <a:lnTo>
                  <a:pt x="346" y="218"/>
                </a:lnTo>
                <a:lnTo>
                  <a:pt x="347" y="201"/>
                </a:lnTo>
                <a:lnTo>
                  <a:pt x="348" y="184"/>
                </a:lnTo>
                <a:lnTo>
                  <a:pt x="347" y="171"/>
                </a:lnTo>
                <a:lnTo>
                  <a:pt x="347" y="158"/>
                </a:lnTo>
                <a:lnTo>
                  <a:pt x="345" y="146"/>
                </a:lnTo>
                <a:lnTo>
                  <a:pt x="343" y="133"/>
                </a:lnTo>
                <a:lnTo>
                  <a:pt x="341" y="121"/>
                </a:lnTo>
                <a:lnTo>
                  <a:pt x="338" y="110"/>
                </a:lnTo>
                <a:lnTo>
                  <a:pt x="333" y="98"/>
                </a:lnTo>
                <a:lnTo>
                  <a:pt x="329" y="87"/>
                </a:lnTo>
                <a:lnTo>
                  <a:pt x="324" y="75"/>
                </a:lnTo>
                <a:lnTo>
                  <a:pt x="318" y="64"/>
                </a:lnTo>
                <a:lnTo>
                  <a:pt x="312" y="54"/>
                </a:lnTo>
                <a:lnTo>
                  <a:pt x="305" y="43"/>
                </a:lnTo>
                <a:lnTo>
                  <a:pt x="299" y="33"/>
                </a:lnTo>
                <a:lnTo>
                  <a:pt x="291" y="24"/>
                </a:lnTo>
                <a:lnTo>
                  <a:pt x="283" y="14"/>
                </a:lnTo>
                <a:lnTo>
                  <a:pt x="274" y="4"/>
                </a:lnTo>
                <a:close/>
                <a:moveTo>
                  <a:pt x="81" y="434"/>
                </a:moveTo>
                <a:lnTo>
                  <a:pt x="33" y="384"/>
                </a:lnTo>
                <a:lnTo>
                  <a:pt x="81" y="336"/>
                </a:lnTo>
                <a:lnTo>
                  <a:pt x="81" y="4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06" name="Group 505">
            <a:extLst>
              <a:ext uri="{FF2B5EF4-FFF2-40B4-BE49-F238E27FC236}">
                <a16:creationId xmlns:a16="http://schemas.microsoft.com/office/drawing/2014/main" id="{3FAB731C-2E4F-4B0C-8A70-85777EC73206}"/>
              </a:ext>
            </a:extLst>
          </p:cNvPr>
          <p:cNvGrpSpPr/>
          <p:nvPr/>
        </p:nvGrpSpPr>
        <p:grpSpPr>
          <a:xfrm>
            <a:off x="1554163" y="4741863"/>
            <a:ext cx="376238" cy="304800"/>
            <a:chOff x="1554163" y="4741863"/>
            <a:chExt cx="376238" cy="304800"/>
          </a:xfrm>
          <a:solidFill>
            <a:schemeClr val="bg1"/>
          </a:solidFill>
        </p:grpSpPr>
        <p:sp>
          <p:nvSpPr>
            <p:cNvPr id="282" name="Freeform 10">
              <a:extLst>
                <a:ext uri="{FF2B5EF4-FFF2-40B4-BE49-F238E27FC236}">
                  <a16:creationId xmlns:a16="http://schemas.microsoft.com/office/drawing/2014/main" id="{835CD4FA-0A2C-4E5B-9F2F-8401367A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738" y="4883151"/>
              <a:ext cx="14288" cy="15875"/>
            </a:xfrm>
            <a:custGeom>
              <a:avLst/>
              <a:gdLst>
                <a:gd name="T0" fmla="*/ 14 w 28"/>
                <a:gd name="T1" fmla="*/ 0 h 30"/>
                <a:gd name="T2" fmla="*/ 9 w 28"/>
                <a:gd name="T3" fmla="*/ 1 h 30"/>
                <a:gd name="T4" fmla="*/ 5 w 28"/>
                <a:gd name="T5" fmla="*/ 5 h 30"/>
                <a:gd name="T6" fmla="*/ 1 w 28"/>
                <a:gd name="T7" fmla="*/ 9 h 30"/>
                <a:gd name="T8" fmla="*/ 0 w 28"/>
                <a:gd name="T9" fmla="*/ 14 h 30"/>
                <a:gd name="T10" fmla="*/ 0 w 28"/>
                <a:gd name="T11" fmla="*/ 16 h 30"/>
                <a:gd name="T12" fmla="*/ 1 w 28"/>
                <a:gd name="T13" fmla="*/ 22 h 30"/>
                <a:gd name="T14" fmla="*/ 5 w 28"/>
                <a:gd name="T15" fmla="*/ 26 h 30"/>
                <a:gd name="T16" fmla="*/ 9 w 28"/>
                <a:gd name="T17" fmla="*/ 29 h 30"/>
                <a:gd name="T18" fmla="*/ 14 w 28"/>
                <a:gd name="T19" fmla="*/ 30 h 30"/>
                <a:gd name="T20" fmla="*/ 20 w 28"/>
                <a:gd name="T21" fmla="*/ 29 h 30"/>
                <a:gd name="T22" fmla="*/ 24 w 28"/>
                <a:gd name="T23" fmla="*/ 26 h 30"/>
                <a:gd name="T24" fmla="*/ 27 w 28"/>
                <a:gd name="T25" fmla="*/ 22 h 30"/>
                <a:gd name="T26" fmla="*/ 28 w 28"/>
                <a:gd name="T27" fmla="*/ 16 h 30"/>
                <a:gd name="T28" fmla="*/ 28 w 28"/>
                <a:gd name="T29" fmla="*/ 14 h 30"/>
                <a:gd name="T30" fmla="*/ 27 w 28"/>
                <a:gd name="T31" fmla="*/ 9 h 30"/>
                <a:gd name="T32" fmla="*/ 24 w 28"/>
                <a:gd name="T33" fmla="*/ 5 h 30"/>
                <a:gd name="T34" fmla="*/ 20 w 28"/>
                <a:gd name="T35" fmla="*/ 1 h 30"/>
                <a:gd name="T36" fmla="*/ 14 w 28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30">
                  <a:moveTo>
                    <a:pt x="14" y="0"/>
                  </a:moveTo>
                  <a:lnTo>
                    <a:pt x="9" y="1"/>
                  </a:lnTo>
                  <a:lnTo>
                    <a:pt x="5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22"/>
                  </a:lnTo>
                  <a:lnTo>
                    <a:pt x="5" y="26"/>
                  </a:lnTo>
                  <a:lnTo>
                    <a:pt x="9" y="29"/>
                  </a:lnTo>
                  <a:lnTo>
                    <a:pt x="14" y="30"/>
                  </a:lnTo>
                  <a:lnTo>
                    <a:pt x="20" y="29"/>
                  </a:lnTo>
                  <a:lnTo>
                    <a:pt x="24" y="26"/>
                  </a:lnTo>
                  <a:lnTo>
                    <a:pt x="27" y="22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3" name="Freeform 11">
              <a:extLst>
                <a:ext uri="{FF2B5EF4-FFF2-40B4-BE49-F238E27FC236}">
                  <a16:creationId xmlns:a16="http://schemas.microsoft.com/office/drawing/2014/main" id="{34A421D3-AE22-4E1F-9AF7-EAE0D422CF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4163" y="4741863"/>
              <a:ext cx="376238" cy="304800"/>
            </a:xfrm>
            <a:custGeom>
              <a:avLst/>
              <a:gdLst>
                <a:gd name="T0" fmla="*/ 632 w 711"/>
                <a:gd name="T1" fmla="*/ 32 h 575"/>
                <a:gd name="T2" fmla="*/ 604 w 711"/>
                <a:gd name="T3" fmla="*/ 4 h 575"/>
                <a:gd name="T4" fmla="*/ 568 w 711"/>
                <a:gd name="T5" fmla="*/ 3 h 575"/>
                <a:gd name="T6" fmla="*/ 400 w 711"/>
                <a:gd name="T7" fmla="*/ 70 h 575"/>
                <a:gd name="T8" fmla="*/ 398 w 711"/>
                <a:gd name="T9" fmla="*/ 89 h 575"/>
                <a:gd name="T10" fmla="*/ 412 w 711"/>
                <a:gd name="T11" fmla="*/ 93 h 575"/>
                <a:gd name="T12" fmla="*/ 533 w 711"/>
                <a:gd name="T13" fmla="*/ 52 h 575"/>
                <a:gd name="T14" fmla="*/ 542 w 711"/>
                <a:gd name="T15" fmla="*/ 225 h 575"/>
                <a:gd name="T16" fmla="*/ 560 w 711"/>
                <a:gd name="T17" fmla="*/ 218 h 575"/>
                <a:gd name="T18" fmla="*/ 562 w 711"/>
                <a:gd name="T19" fmla="*/ 43 h 575"/>
                <a:gd name="T20" fmla="*/ 575 w 711"/>
                <a:gd name="T21" fmla="*/ 30 h 575"/>
                <a:gd name="T22" fmla="*/ 593 w 711"/>
                <a:gd name="T23" fmla="*/ 30 h 575"/>
                <a:gd name="T24" fmla="*/ 606 w 711"/>
                <a:gd name="T25" fmla="*/ 43 h 575"/>
                <a:gd name="T26" fmla="*/ 607 w 711"/>
                <a:gd name="T27" fmla="*/ 515 h 575"/>
                <a:gd name="T28" fmla="*/ 598 w 711"/>
                <a:gd name="T29" fmla="*/ 530 h 575"/>
                <a:gd name="T30" fmla="*/ 579 w 711"/>
                <a:gd name="T31" fmla="*/ 534 h 575"/>
                <a:gd name="T32" fmla="*/ 565 w 711"/>
                <a:gd name="T33" fmla="*/ 524 h 575"/>
                <a:gd name="T34" fmla="*/ 561 w 711"/>
                <a:gd name="T35" fmla="*/ 342 h 575"/>
                <a:gd name="T36" fmla="*/ 547 w 711"/>
                <a:gd name="T37" fmla="*/ 329 h 575"/>
                <a:gd name="T38" fmla="*/ 533 w 711"/>
                <a:gd name="T39" fmla="*/ 342 h 575"/>
                <a:gd name="T40" fmla="*/ 183 w 711"/>
                <a:gd name="T41" fmla="*/ 382 h 575"/>
                <a:gd name="T42" fmla="*/ 332 w 711"/>
                <a:gd name="T43" fmla="*/ 119 h 575"/>
                <a:gd name="T44" fmla="*/ 325 w 711"/>
                <a:gd name="T45" fmla="*/ 101 h 575"/>
                <a:gd name="T46" fmla="*/ 82 w 711"/>
                <a:gd name="T47" fmla="*/ 156 h 575"/>
                <a:gd name="T48" fmla="*/ 50 w 711"/>
                <a:gd name="T49" fmla="*/ 162 h 575"/>
                <a:gd name="T50" fmla="*/ 24 w 711"/>
                <a:gd name="T51" fmla="*/ 180 h 575"/>
                <a:gd name="T52" fmla="*/ 6 w 711"/>
                <a:gd name="T53" fmla="*/ 206 h 575"/>
                <a:gd name="T54" fmla="*/ 0 w 711"/>
                <a:gd name="T55" fmla="*/ 238 h 575"/>
                <a:gd name="T56" fmla="*/ 3 w 711"/>
                <a:gd name="T57" fmla="*/ 348 h 575"/>
                <a:gd name="T58" fmla="*/ 18 w 711"/>
                <a:gd name="T59" fmla="*/ 376 h 575"/>
                <a:gd name="T60" fmla="*/ 42 w 711"/>
                <a:gd name="T61" fmla="*/ 395 h 575"/>
                <a:gd name="T62" fmla="*/ 71 w 711"/>
                <a:gd name="T63" fmla="*/ 406 h 575"/>
                <a:gd name="T64" fmla="*/ 146 w 711"/>
                <a:gd name="T65" fmla="*/ 573 h 575"/>
                <a:gd name="T66" fmla="*/ 237 w 711"/>
                <a:gd name="T67" fmla="*/ 575 h 575"/>
                <a:gd name="T68" fmla="*/ 247 w 711"/>
                <a:gd name="T69" fmla="*/ 567 h 575"/>
                <a:gd name="T70" fmla="*/ 193 w 711"/>
                <a:gd name="T71" fmla="*/ 415 h 575"/>
                <a:gd name="T72" fmla="*/ 576 w 711"/>
                <a:gd name="T73" fmla="*/ 560 h 575"/>
                <a:gd name="T74" fmla="*/ 614 w 711"/>
                <a:gd name="T75" fmla="*/ 553 h 575"/>
                <a:gd name="T76" fmla="*/ 635 w 711"/>
                <a:gd name="T77" fmla="*/ 521 h 575"/>
                <a:gd name="T78" fmla="*/ 651 w 711"/>
                <a:gd name="T79" fmla="*/ 365 h 575"/>
                <a:gd name="T80" fmla="*/ 678 w 711"/>
                <a:gd name="T81" fmla="*/ 350 h 575"/>
                <a:gd name="T82" fmla="*/ 698 w 711"/>
                <a:gd name="T83" fmla="*/ 326 h 575"/>
                <a:gd name="T84" fmla="*/ 709 w 711"/>
                <a:gd name="T85" fmla="*/ 297 h 575"/>
                <a:gd name="T86" fmla="*/ 709 w 711"/>
                <a:gd name="T87" fmla="*/ 265 h 575"/>
                <a:gd name="T88" fmla="*/ 698 w 711"/>
                <a:gd name="T89" fmla="*/ 235 h 575"/>
                <a:gd name="T90" fmla="*/ 678 w 711"/>
                <a:gd name="T91" fmla="*/ 213 h 575"/>
                <a:gd name="T92" fmla="*/ 651 w 711"/>
                <a:gd name="T93" fmla="*/ 198 h 575"/>
                <a:gd name="T94" fmla="*/ 76 w 711"/>
                <a:gd name="T95" fmla="*/ 378 h 575"/>
                <a:gd name="T96" fmla="*/ 51 w 711"/>
                <a:gd name="T97" fmla="*/ 369 h 575"/>
                <a:gd name="T98" fmla="*/ 30 w 711"/>
                <a:gd name="T99" fmla="*/ 340 h 575"/>
                <a:gd name="T100" fmla="*/ 28 w 711"/>
                <a:gd name="T101" fmla="*/ 238 h 575"/>
                <a:gd name="T102" fmla="*/ 32 w 711"/>
                <a:gd name="T103" fmla="*/ 217 h 575"/>
                <a:gd name="T104" fmla="*/ 61 w 711"/>
                <a:gd name="T105" fmla="*/ 188 h 575"/>
                <a:gd name="T106" fmla="*/ 82 w 711"/>
                <a:gd name="T107" fmla="*/ 184 h 575"/>
                <a:gd name="T108" fmla="*/ 214 w 711"/>
                <a:gd name="T109" fmla="*/ 548 h 575"/>
                <a:gd name="T110" fmla="*/ 214 w 711"/>
                <a:gd name="T111" fmla="*/ 548 h 575"/>
                <a:gd name="T112" fmla="*/ 654 w 711"/>
                <a:gd name="T113" fmla="*/ 230 h 575"/>
                <a:gd name="T114" fmla="*/ 679 w 711"/>
                <a:gd name="T115" fmla="*/ 261 h 575"/>
                <a:gd name="T116" fmla="*/ 679 w 711"/>
                <a:gd name="T117" fmla="*/ 302 h 575"/>
                <a:gd name="T118" fmla="*/ 654 w 711"/>
                <a:gd name="T119" fmla="*/ 333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1" h="575">
                  <a:moveTo>
                    <a:pt x="636" y="193"/>
                  </a:moveTo>
                  <a:lnTo>
                    <a:pt x="636" y="52"/>
                  </a:lnTo>
                  <a:lnTo>
                    <a:pt x="635" y="42"/>
                  </a:lnTo>
                  <a:lnTo>
                    <a:pt x="632" y="32"/>
                  </a:lnTo>
                  <a:lnTo>
                    <a:pt x="627" y="24"/>
                  </a:lnTo>
                  <a:lnTo>
                    <a:pt x="621" y="15"/>
                  </a:lnTo>
                  <a:lnTo>
                    <a:pt x="614" y="10"/>
                  </a:lnTo>
                  <a:lnTo>
                    <a:pt x="604" y="4"/>
                  </a:lnTo>
                  <a:lnTo>
                    <a:pt x="594" y="1"/>
                  </a:lnTo>
                  <a:lnTo>
                    <a:pt x="585" y="0"/>
                  </a:lnTo>
                  <a:lnTo>
                    <a:pt x="576" y="1"/>
                  </a:lnTo>
                  <a:lnTo>
                    <a:pt x="568" y="3"/>
                  </a:lnTo>
                  <a:lnTo>
                    <a:pt x="560" y="6"/>
                  </a:lnTo>
                  <a:lnTo>
                    <a:pt x="553" y="12"/>
                  </a:lnTo>
                  <a:lnTo>
                    <a:pt x="404" y="67"/>
                  </a:lnTo>
                  <a:lnTo>
                    <a:pt x="400" y="70"/>
                  </a:lnTo>
                  <a:lnTo>
                    <a:pt x="397" y="74"/>
                  </a:lnTo>
                  <a:lnTo>
                    <a:pt x="395" y="79"/>
                  </a:lnTo>
                  <a:lnTo>
                    <a:pt x="396" y="85"/>
                  </a:lnTo>
                  <a:lnTo>
                    <a:pt x="398" y="89"/>
                  </a:lnTo>
                  <a:lnTo>
                    <a:pt x="401" y="91"/>
                  </a:lnTo>
                  <a:lnTo>
                    <a:pt x="406" y="93"/>
                  </a:lnTo>
                  <a:lnTo>
                    <a:pt x="409" y="93"/>
                  </a:lnTo>
                  <a:lnTo>
                    <a:pt x="412" y="93"/>
                  </a:lnTo>
                  <a:lnTo>
                    <a:pt x="414" y="93"/>
                  </a:lnTo>
                  <a:lnTo>
                    <a:pt x="533" y="48"/>
                  </a:lnTo>
                  <a:lnTo>
                    <a:pt x="533" y="50"/>
                  </a:lnTo>
                  <a:lnTo>
                    <a:pt x="533" y="52"/>
                  </a:lnTo>
                  <a:lnTo>
                    <a:pt x="533" y="213"/>
                  </a:lnTo>
                  <a:lnTo>
                    <a:pt x="534" y="218"/>
                  </a:lnTo>
                  <a:lnTo>
                    <a:pt x="538" y="223"/>
                  </a:lnTo>
                  <a:lnTo>
                    <a:pt x="542" y="225"/>
                  </a:lnTo>
                  <a:lnTo>
                    <a:pt x="547" y="227"/>
                  </a:lnTo>
                  <a:lnTo>
                    <a:pt x="553" y="225"/>
                  </a:lnTo>
                  <a:lnTo>
                    <a:pt x="557" y="223"/>
                  </a:lnTo>
                  <a:lnTo>
                    <a:pt x="560" y="218"/>
                  </a:lnTo>
                  <a:lnTo>
                    <a:pt x="561" y="213"/>
                  </a:lnTo>
                  <a:lnTo>
                    <a:pt x="561" y="52"/>
                  </a:lnTo>
                  <a:lnTo>
                    <a:pt x="561" y="47"/>
                  </a:lnTo>
                  <a:lnTo>
                    <a:pt x="562" y="43"/>
                  </a:lnTo>
                  <a:lnTo>
                    <a:pt x="565" y="39"/>
                  </a:lnTo>
                  <a:lnTo>
                    <a:pt x="568" y="35"/>
                  </a:lnTo>
                  <a:lnTo>
                    <a:pt x="571" y="32"/>
                  </a:lnTo>
                  <a:lnTo>
                    <a:pt x="575" y="30"/>
                  </a:lnTo>
                  <a:lnTo>
                    <a:pt x="579" y="29"/>
                  </a:lnTo>
                  <a:lnTo>
                    <a:pt x="585" y="28"/>
                  </a:lnTo>
                  <a:lnTo>
                    <a:pt x="589" y="29"/>
                  </a:lnTo>
                  <a:lnTo>
                    <a:pt x="593" y="30"/>
                  </a:lnTo>
                  <a:lnTo>
                    <a:pt x="598" y="32"/>
                  </a:lnTo>
                  <a:lnTo>
                    <a:pt x="601" y="35"/>
                  </a:lnTo>
                  <a:lnTo>
                    <a:pt x="604" y="39"/>
                  </a:lnTo>
                  <a:lnTo>
                    <a:pt x="606" y="43"/>
                  </a:lnTo>
                  <a:lnTo>
                    <a:pt x="607" y="47"/>
                  </a:lnTo>
                  <a:lnTo>
                    <a:pt x="608" y="52"/>
                  </a:lnTo>
                  <a:lnTo>
                    <a:pt x="608" y="510"/>
                  </a:lnTo>
                  <a:lnTo>
                    <a:pt x="607" y="515"/>
                  </a:lnTo>
                  <a:lnTo>
                    <a:pt x="606" y="520"/>
                  </a:lnTo>
                  <a:lnTo>
                    <a:pt x="604" y="524"/>
                  </a:lnTo>
                  <a:lnTo>
                    <a:pt x="601" y="527"/>
                  </a:lnTo>
                  <a:lnTo>
                    <a:pt x="598" y="530"/>
                  </a:lnTo>
                  <a:lnTo>
                    <a:pt x="593" y="533"/>
                  </a:lnTo>
                  <a:lnTo>
                    <a:pt x="589" y="534"/>
                  </a:lnTo>
                  <a:lnTo>
                    <a:pt x="585" y="534"/>
                  </a:lnTo>
                  <a:lnTo>
                    <a:pt x="579" y="534"/>
                  </a:lnTo>
                  <a:lnTo>
                    <a:pt x="575" y="533"/>
                  </a:lnTo>
                  <a:lnTo>
                    <a:pt x="571" y="530"/>
                  </a:lnTo>
                  <a:lnTo>
                    <a:pt x="568" y="527"/>
                  </a:lnTo>
                  <a:lnTo>
                    <a:pt x="565" y="524"/>
                  </a:lnTo>
                  <a:lnTo>
                    <a:pt x="562" y="520"/>
                  </a:lnTo>
                  <a:lnTo>
                    <a:pt x="561" y="515"/>
                  </a:lnTo>
                  <a:lnTo>
                    <a:pt x="561" y="510"/>
                  </a:lnTo>
                  <a:lnTo>
                    <a:pt x="561" y="342"/>
                  </a:lnTo>
                  <a:lnTo>
                    <a:pt x="560" y="337"/>
                  </a:lnTo>
                  <a:lnTo>
                    <a:pt x="557" y="333"/>
                  </a:lnTo>
                  <a:lnTo>
                    <a:pt x="553" y="330"/>
                  </a:lnTo>
                  <a:lnTo>
                    <a:pt x="547" y="329"/>
                  </a:lnTo>
                  <a:lnTo>
                    <a:pt x="542" y="330"/>
                  </a:lnTo>
                  <a:lnTo>
                    <a:pt x="538" y="333"/>
                  </a:lnTo>
                  <a:lnTo>
                    <a:pt x="534" y="337"/>
                  </a:lnTo>
                  <a:lnTo>
                    <a:pt x="533" y="342"/>
                  </a:lnTo>
                  <a:lnTo>
                    <a:pt x="533" y="510"/>
                  </a:lnTo>
                  <a:lnTo>
                    <a:pt x="533" y="512"/>
                  </a:lnTo>
                  <a:lnTo>
                    <a:pt x="533" y="514"/>
                  </a:lnTo>
                  <a:lnTo>
                    <a:pt x="183" y="382"/>
                  </a:lnTo>
                  <a:lnTo>
                    <a:pt x="183" y="179"/>
                  </a:lnTo>
                  <a:lnTo>
                    <a:pt x="324" y="127"/>
                  </a:lnTo>
                  <a:lnTo>
                    <a:pt x="329" y="123"/>
                  </a:lnTo>
                  <a:lnTo>
                    <a:pt x="332" y="119"/>
                  </a:lnTo>
                  <a:lnTo>
                    <a:pt x="334" y="114"/>
                  </a:lnTo>
                  <a:lnTo>
                    <a:pt x="333" y="108"/>
                  </a:lnTo>
                  <a:lnTo>
                    <a:pt x="329" y="104"/>
                  </a:lnTo>
                  <a:lnTo>
                    <a:pt x="325" y="101"/>
                  </a:lnTo>
                  <a:lnTo>
                    <a:pt x="320" y="100"/>
                  </a:lnTo>
                  <a:lnTo>
                    <a:pt x="314" y="101"/>
                  </a:lnTo>
                  <a:lnTo>
                    <a:pt x="167" y="156"/>
                  </a:lnTo>
                  <a:lnTo>
                    <a:pt x="82" y="156"/>
                  </a:lnTo>
                  <a:lnTo>
                    <a:pt x="74" y="157"/>
                  </a:lnTo>
                  <a:lnTo>
                    <a:pt x="65" y="158"/>
                  </a:lnTo>
                  <a:lnTo>
                    <a:pt x="58" y="160"/>
                  </a:lnTo>
                  <a:lnTo>
                    <a:pt x="50" y="162"/>
                  </a:lnTo>
                  <a:lnTo>
                    <a:pt x="43" y="166"/>
                  </a:lnTo>
                  <a:lnTo>
                    <a:pt x="36" y="170"/>
                  </a:lnTo>
                  <a:lnTo>
                    <a:pt x="30" y="175"/>
                  </a:lnTo>
                  <a:lnTo>
                    <a:pt x="24" y="180"/>
                  </a:lnTo>
                  <a:lnTo>
                    <a:pt x="18" y="186"/>
                  </a:lnTo>
                  <a:lnTo>
                    <a:pt x="14" y="192"/>
                  </a:lnTo>
                  <a:lnTo>
                    <a:pt x="10" y="199"/>
                  </a:lnTo>
                  <a:lnTo>
                    <a:pt x="6" y="206"/>
                  </a:lnTo>
                  <a:lnTo>
                    <a:pt x="3" y="214"/>
                  </a:lnTo>
                  <a:lnTo>
                    <a:pt x="2" y="221"/>
                  </a:lnTo>
                  <a:lnTo>
                    <a:pt x="0" y="230"/>
                  </a:lnTo>
                  <a:lnTo>
                    <a:pt x="0" y="238"/>
                  </a:lnTo>
                  <a:lnTo>
                    <a:pt x="0" y="324"/>
                  </a:lnTo>
                  <a:lnTo>
                    <a:pt x="0" y="333"/>
                  </a:lnTo>
                  <a:lnTo>
                    <a:pt x="1" y="340"/>
                  </a:lnTo>
                  <a:lnTo>
                    <a:pt x="3" y="348"/>
                  </a:lnTo>
                  <a:lnTo>
                    <a:pt x="6" y="355"/>
                  </a:lnTo>
                  <a:lnTo>
                    <a:pt x="10" y="363"/>
                  </a:lnTo>
                  <a:lnTo>
                    <a:pt x="14" y="369"/>
                  </a:lnTo>
                  <a:lnTo>
                    <a:pt x="18" y="376"/>
                  </a:lnTo>
                  <a:lnTo>
                    <a:pt x="24" y="381"/>
                  </a:lnTo>
                  <a:lnTo>
                    <a:pt x="29" y="387"/>
                  </a:lnTo>
                  <a:lnTo>
                    <a:pt x="35" y="391"/>
                  </a:lnTo>
                  <a:lnTo>
                    <a:pt x="42" y="395"/>
                  </a:lnTo>
                  <a:lnTo>
                    <a:pt x="48" y="399"/>
                  </a:lnTo>
                  <a:lnTo>
                    <a:pt x="56" y="402"/>
                  </a:lnTo>
                  <a:lnTo>
                    <a:pt x="63" y="404"/>
                  </a:lnTo>
                  <a:lnTo>
                    <a:pt x="71" y="406"/>
                  </a:lnTo>
                  <a:lnTo>
                    <a:pt x="79" y="406"/>
                  </a:lnTo>
                  <a:lnTo>
                    <a:pt x="141" y="567"/>
                  </a:lnTo>
                  <a:lnTo>
                    <a:pt x="143" y="570"/>
                  </a:lnTo>
                  <a:lnTo>
                    <a:pt x="146" y="573"/>
                  </a:lnTo>
                  <a:lnTo>
                    <a:pt x="149" y="574"/>
                  </a:lnTo>
                  <a:lnTo>
                    <a:pt x="153" y="575"/>
                  </a:lnTo>
                  <a:lnTo>
                    <a:pt x="234" y="575"/>
                  </a:lnTo>
                  <a:lnTo>
                    <a:pt x="237" y="575"/>
                  </a:lnTo>
                  <a:lnTo>
                    <a:pt x="240" y="573"/>
                  </a:lnTo>
                  <a:lnTo>
                    <a:pt x="244" y="572"/>
                  </a:lnTo>
                  <a:lnTo>
                    <a:pt x="246" y="569"/>
                  </a:lnTo>
                  <a:lnTo>
                    <a:pt x="247" y="567"/>
                  </a:lnTo>
                  <a:lnTo>
                    <a:pt x="248" y="564"/>
                  </a:lnTo>
                  <a:lnTo>
                    <a:pt x="248" y="559"/>
                  </a:lnTo>
                  <a:lnTo>
                    <a:pt x="247" y="556"/>
                  </a:lnTo>
                  <a:lnTo>
                    <a:pt x="193" y="415"/>
                  </a:lnTo>
                  <a:lnTo>
                    <a:pt x="553" y="551"/>
                  </a:lnTo>
                  <a:lnTo>
                    <a:pt x="560" y="555"/>
                  </a:lnTo>
                  <a:lnTo>
                    <a:pt x="568" y="558"/>
                  </a:lnTo>
                  <a:lnTo>
                    <a:pt x="576" y="560"/>
                  </a:lnTo>
                  <a:lnTo>
                    <a:pt x="585" y="562"/>
                  </a:lnTo>
                  <a:lnTo>
                    <a:pt x="594" y="560"/>
                  </a:lnTo>
                  <a:lnTo>
                    <a:pt x="604" y="557"/>
                  </a:lnTo>
                  <a:lnTo>
                    <a:pt x="614" y="553"/>
                  </a:lnTo>
                  <a:lnTo>
                    <a:pt x="621" y="546"/>
                  </a:lnTo>
                  <a:lnTo>
                    <a:pt x="627" y="539"/>
                  </a:lnTo>
                  <a:lnTo>
                    <a:pt x="632" y="530"/>
                  </a:lnTo>
                  <a:lnTo>
                    <a:pt x="635" y="521"/>
                  </a:lnTo>
                  <a:lnTo>
                    <a:pt x="636" y="510"/>
                  </a:lnTo>
                  <a:lnTo>
                    <a:pt x="636" y="369"/>
                  </a:lnTo>
                  <a:lnTo>
                    <a:pt x="644" y="367"/>
                  </a:lnTo>
                  <a:lnTo>
                    <a:pt x="651" y="365"/>
                  </a:lnTo>
                  <a:lnTo>
                    <a:pt x="659" y="362"/>
                  </a:lnTo>
                  <a:lnTo>
                    <a:pt x="665" y="359"/>
                  </a:lnTo>
                  <a:lnTo>
                    <a:pt x="672" y="354"/>
                  </a:lnTo>
                  <a:lnTo>
                    <a:pt x="678" y="350"/>
                  </a:lnTo>
                  <a:lnTo>
                    <a:pt x="683" y="345"/>
                  </a:lnTo>
                  <a:lnTo>
                    <a:pt x="689" y="339"/>
                  </a:lnTo>
                  <a:lnTo>
                    <a:pt x="694" y="333"/>
                  </a:lnTo>
                  <a:lnTo>
                    <a:pt x="698" y="326"/>
                  </a:lnTo>
                  <a:lnTo>
                    <a:pt x="702" y="320"/>
                  </a:lnTo>
                  <a:lnTo>
                    <a:pt x="705" y="312"/>
                  </a:lnTo>
                  <a:lnTo>
                    <a:pt x="707" y="305"/>
                  </a:lnTo>
                  <a:lnTo>
                    <a:pt x="709" y="297"/>
                  </a:lnTo>
                  <a:lnTo>
                    <a:pt x="710" y="289"/>
                  </a:lnTo>
                  <a:lnTo>
                    <a:pt x="711" y="281"/>
                  </a:lnTo>
                  <a:lnTo>
                    <a:pt x="710" y="273"/>
                  </a:lnTo>
                  <a:lnTo>
                    <a:pt x="709" y="265"/>
                  </a:lnTo>
                  <a:lnTo>
                    <a:pt x="707" y="257"/>
                  </a:lnTo>
                  <a:lnTo>
                    <a:pt x="705" y="249"/>
                  </a:lnTo>
                  <a:lnTo>
                    <a:pt x="702" y="243"/>
                  </a:lnTo>
                  <a:lnTo>
                    <a:pt x="698" y="235"/>
                  </a:lnTo>
                  <a:lnTo>
                    <a:pt x="694" y="229"/>
                  </a:lnTo>
                  <a:lnTo>
                    <a:pt x="689" y="223"/>
                  </a:lnTo>
                  <a:lnTo>
                    <a:pt x="683" y="218"/>
                  </a:lnTo>
                  <a:lnTo>
                    <a:pt x="678" y="213"/>
                  </a:lnTo>
                  <a:lnTo>
                    <a:pt x="672" y="207"/>
                  </a:lnTo>
                  <a:lnTo>
                    <a:pt x="665" y="204"/>
                  </a:lnTo>
                  <a:lnTo>
                    <a:pt x="659" y="200"/>
                  </a:lnTo>
                  <a:lnTo>
                    <a:pt x="651" y="198"/>
                  </a:lnTo>
                  <a:lnTo>
                    <a:pt x="644" y="194"/>
                  </a:lnTo>
                  <a:lnTo>
                    <a:pt x="636" y="193"/>
                  </a:lnTo>
                  <a:close/>
                  <a:moveTo>
                    <a:pt x="82" y="378"/>
                  </a:moveTo>
                  <a:lnTo>
                    <a:pt x="76" y="378"/>
                  </a:lnTo>
                  <a:lnTo>
                    <a:pt x="71" y="377"/>
                  </a:lnTo>
                  <a:lnTo>
                    <a:pt x="65" y="376"/>
                  </a:lnTo>
                  <a:lnTo>
                    <a:pt x="61" y="374"/>
                  </a:lnTo>
                  <a:lnTo>
                    <a:pt x="51" y="369"/>
                  </a:lnTo>
                  <a:lnTo>
                    <a:pt x="44" y="363"/>
                  </a:lnTo>
                  <a:lnTo>
                    <a:pt x="38" y="354"/>
                  </a:lnTo>
                  <a:lnTo>
                    <a:pt x="32" y="346"/>
                  </a:lnTo>
                  <a:lnTo>
                    <a:pt x="30" y="340"/>
                  </a:lnTo>
                  <a:lnTo>
                    <a:pt x="29" y="335"/>
                  </a:lnTo>
                  <a:lnTo>
                    <a:pt x="28" y="330"/>
                  </a:lnTo>
                  <a:lnTo>
                    <a:pt x="28" y="324"/>
                  </a:lnTo>
                  <a:lnTo>
                    <a:pt x="28" y="238"/>
                  </a:lnTo>
                  <a:lnTo>
                    <a:pt x="28" y="233"/>
                  </a:lnTo>
                  <a:lnTo>
                    <a:pt x="29" y="228"/>
                  </a:lnTo>
                  <a:lnTo>
                    <a:pt x="30" y="222"/>
                  </a:lnTo>
                  <a:lnTo>
                    <a:pt x="32" y="217"/>
                  </a:lnTo>
                  <a:lnTo>
                    <a:pt x="38" y="207"/>
                  </a:lnTo>
                  <a:lnTo>
                    <a:pt x="44" y="200"/>
                  </a:lnTo>
                  <a:lnTo>
                    <a:pt x="51" y="193"/>
                  </a:lnTo>
                  <a:lnTo>
                    <a:pt x="61" y="188"/>
                  </a:lnTo>
                  <a:lnTo>
                    <a:pt x="65" y="186"/>
                  </a:lnTo>
                  <a:lnTo>
                    <a:pt x="71" y="185"/>
                  </a:lnTo>
                  <a:lnTo>
                    <a:pt x="76" y="184"/>
                  </a:lnTo>
                  <a:lnTo>
                    <a:pt x="82" y="184"/>
                  </a:lnTo>
                  <a:lnTo>
                    <a:pt x="156" y="184"/>
                  </a:lnTo>
                  <a:lnTo>
                    <a:pt x="156" y="378"/>
                  </a:lnTo>
                  <a:lnTo>
                    <a:pt x="82" y="378"/>
                  </a:lnTo>
                  <a:close/>
                  <a:moveTo>
                    <a:pt x="214" y="548"/>
                  </a:moveTo>
                  <a:lnTo>
                    <a:pt x="163" y="548"/>
                  </a:lnTo>
                  <a:lnTo>
                    <a:pt x="109" y="406"/>
                  </a:lnTo>
                  <a:lnTo>
                    <a:pt x="160" y="406"/>
                  </a:lnTo>
                  <a:lnTo>
                    <a:pt x="214" y="548"/>
                  </a:lnTo>
                  <a:close/>
                  <a:moveTo>
                    <a:pt x="636" y="340"/>
                  </a:moveTo>
                  <a:lnTo>
                    <a:pt x="636" y="221"/>
                  </a:lnTo>
                  <a:lnTo>
                    <a:pt x="646" y="224"/>
                  </a:lnTo>
                  <a:lnTo>
                    <a:pt x="654" y="230"/>
                  </a:lnTo>
                  <a:lnTo>
                    <a:pt x="663" y="235"/>
                  </a:lnTo>
                  <a:lnTo>
                    <a:pt x="669" y="243"/>
                  </a:lnTo>
                  <a:lnTo>
                    <a:pt x="675" y="251"/>
                  </a:lnTo>
                  <a:lnTo>
                    <a:pt x="679" y="261"/>
                  </a:lnTo>
                  <a:lnTo>
                    <a:pt x="682" y="271"/>
                  </a:lnTo>
                  <a:lnTo>
                    <a:pt x="683" y="281"/>
                  </a:lnTo>
                  <a:lnTo>
                    <a:pt x="682" y="292"/>
                  </a:lnTo>
                  <a:lnTo>
                    <a:pt x="679" y="302"/>
                  </a:lnTo>
                  <a:lnTo>
                    <a:pt x="675" y="311"/>
                  </a:lnTo>
                  <a:lnTo>
                    <a:pt x="669" y="319"/>
                  </a:lnTo>
                  <a:lnTo>
                    <a:pt x="663" y="326"/>
                  </a:lnTo>
                  <a:lnTo>
                    <a:pt x="654" y="333"/>
                  </a:lnTo>
                  <a:lnTo>
                    <a:pt x="646" y="337"/>
                  </a:lnTo>
                  <a:lnTo>
                    <a:pt x="636" y="3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4" name="Freeform 12">
              <a:extLst>
                <a:ext uri="{FF2B5EF4-FFF2-40B4-BE49-F238E27FC236}">
                  <a16:creationId xmlns:a16="http://schemas.microsoft.com/office/drawing/2014/main" id="{45A5CAA1-6148-428E-AD9E-97940DB46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901" y="478631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5" name="Freeform 13">
              <a:extLst>
                <a:ext uri="{FF2B5EF4-FFF2-40B4-BE49-F238E27FC236}">
                  <a16:creationId xmlns:a16="http://schemas.microsoft.com/office/drawing/2014/main" id="{7ED891E6-5A53-4547-924F-5BAA55BF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438" y="4865688"/>
              <a:ext cx="14288" cy="14288"/>
            </a:xfrm>
            <a:custGeom>
              <a:avLst/>
              <a:gdLst>
                <a:gd name="T0" fmla="*/ 25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5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5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5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5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6" name="Freeform 14">
              <a:extLst>
                <a:ext uri="{FF2B5EF4-FFF2-40B4-BE49-F238E27FC236}">
                  <a16:creationId xmlns:a16="http://schemas.microsoft.com/office/drawing/2014/main" id="{135379B2-3BB9-4195-A8EE-2CCB5704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326" y="4908551"/>
              <a:ext cx="39688" cy="12700"/>
            </a:xfrm>
            <a:custGeom>
              <a:avLst/>
              <a:gdLst>
                <a:gd name="T0" fmla="*/ 59 w 73"/>
                <a:gd name="T1" fmla="*/ 0 h 26"/>
                <a:gd name="T2" fmla="*/ 14 w 73"/>
                <a:gd name="T3" fmla="*/ 0 h 26"/>
                <a:gd name="T4" fmla="*/ 9 w 73"/>
                <a:gd name="T5" fmla="*/ 1 h 26"/>
                <a:gd name="T6" fmla="*/ 4 w 73"/>
                <a:gd name="T7" fmla="*/ 3 h 26"/>
                <a:gd name="T8" fmla="*/ 1 w 73"/>
                <a:gd name="T9" fmla="*/ 7 h 26"/>
                <a:gd name="T10" fmla="*/ 0 w 73"/>
                <a:gd name="T11" fmla="*/ 12 h 26"/>
                <a:gd name="T12" fmla="*/ 1 w 73"/>
                <a:gd name="T13" fmla="*/ 19 h 26"/>
                <a:gd name="T14" fmla="*/ 4 w 73"/>
                <a:gd name="T15" fmla="*/ 23 h 26"/>
                <a:gd name="T16" fmla="*/ 9 w 73"/>
                <a:gd name="T17" fmla="*/ 25 h 26"/>
                <a:gd name="T18" fmla="*/ 14 w 73"/>
                <a:gd name="T19" fmla="*/ 26 h 26"/>
                <a:gd name="T20" fmla="*/ 59 w 73"/>
                <a:gd name="T21" fmla="*/ 26 h 26"/>
                <a:gd name="T22" fmla="*/ 64 w 73"/>
                <a:gd name="T23" fmla="*/ 25 h 26"/>
                <a:gd name="T24" fmla="*/ 69 w 73"/>
                <a:gd name="T25" fmla="*/ 23 h 26"/>
                <a:gd name="T26" fmla="*/ 72 w 73"/>
                <a:gd name="T27" fmla="*/ 19 h 26"/>
                <a:gd name="T28" fmla="*/ 73 w 73"/>
                <a:gd name="T29" fmla="*/ 12 h 26"/>
                <a:gd name="T30" fmla="*/ 72 w 73"/>
                <a:gd name="T31" fmla="*/ 7 h 26"/>
                <a:gd name="T32" fmla="*/ 69 w 73"/>
                <a:gd name="T33" fmla="*/ 3 h 26"/>
                <a:gd name="T34" fmla="*/ 64 w 73"/>
                <a:gd name="T35" fmla="*/ 1 h 26"/>
                <a:gd name="T36" fmla="*/ 59 w 73"/>
                <a:gd name="T3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26">
                  <a:moveTo>
                    <a:pt x="5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5"/>
                  </a:lnTo>
                  <a:lnTo>
                    <a:pt x="14" y="26"/>
                  </a:lnTo>
                  <a:lnTo>
                    <a:pt x="59" y="26"/>
                  </a:lnTo>
                  <a:lnTo>
                    <a:pt x="64" y="25"/>
                  </a:lnTo>
                  <a:lnTo>
                    <a:pt x="69" y="23"/>
                  </a:lnTo>
                  <a:lnTo>
                    <a:pt x="72" y="19"/>
                  </a:lnTo>
                  <a:lnTo>
                    <a:pt x="73" y="12"/>
                  </a:lnTo>
                  <a:lnTo>
                    <a:pt x="72" y="7"/>
                  </a:lnTo>
                  <a:lnTo>
                    <a:pt x="69" y="3"/>
                  </a:lnTo>
                  <a:lnTo>
                    <a:pt x="64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87" name="Freeform 15">
            <a:extLst>
              <a:ext uri="{FF2B5EF4-FFF2-40B4-BE49-F238E27FC236}">
                <a16:creationId xmlns:a16="http://schemas.microsoft.com/office/drawing/2014/main" id="{12F34BDD-3FBC-4181-A5FA-59A564F86955}"/>
              </a:ext>
            </a:extLst>
          </p:cNvPr>
          <p:cNvSpPr>
            <a:spLocks noEditPoints="1"/>
          </p:cNvSpPr>
          <p:nvPr/>
        </p:nvSpPr>
        <p:spPr bwMode="auto">
          <a:xfrm>
            <a:off x="1619251" y="3973513"/>
            <a:ext cx="244475" cy="376238"/>
          </a:xfrm>
          <a:custGeom>
            <a:avLst/>
            <a:gdLst>
              <a:gd name="T0" fmla="*/ 359 w 462"/>
              <a:gd name="T1" fmla="*/ 62 h 712"/>
              <a:gd name="T2" fmla="*/ 358 w 462"/>
              <a:gd name="T3" fmla="*/ 40 h 712"/>
              <a:gd name="T4" fmla="*/ 351 w 462"/>
              <a:gd name="T5" fmla="*/ 22 h 712"/>
              <a:gd name="T6" fmla="*/ 337 w 462"/>
              <a:gd name="T7" fmla="*/ 9 h 712"/>
              <a:gd name="T8" fmla="*/ 320 w 462"/>
              <a:gd name="T9" fmla="*/ 2 h 712"/>
              <a:gd name="T10" fmla="*/ 152 w 462"/>
              <a:gd name="T11" fmla="*/ 0 h 712"/>
              <a:gd name="T12" fmla="*/ 133 w 462"/>
              <a:gd name="T13" fmla="*/ 5 h 712"/>
              <a:gd name="T14" fmla="*/ 117 w 462"/>
              <a:gd name="T15" fmla="*/ 16 h 712"/>
              <a:gd name="T16" fmla="*/ 108 w 462"/>
              <a:gd name="T17" fmla="*/ 31 h 712"/>
              <a:gd name="T18" fmla="*/ 103 w 462"/>
              <a:gd name="T19" fmla="*/ 50 h 712"/>
              <a:gd name="T20" fmla="*/ 42 w 462"/>
              <a:gd name="T21" fmla="*/ 62 h 712"/>
              <a:gd name="T22" fmla="*/ 26 w 462"/>
              <a:gd name="T23" fmla="*/ 65 h 712"/>
              <a:gd name="T24" fmla="*/ 13 w 462"/>
              <a:gd name="T25" fmla="*/ 75 h 712"/>
              <a:gd name="T26" fmla="*/ 5 w 462"/>
              <a:gd name="T27" fmla="*/ 87 h 712"/>
              <a:gd name="T28" fmla="*/ 0 w 462"/>
              <a:gd name="T29" fmla="*/ 104 h 712"/>
              <a:gd name="T30" fmla="*/ 2 w 462"/>
              <a:gd name="T31" fmla="*/ 258 h 712"/>
              <a:gd name="T32" fmla="*/ 9 w 462"/>
              <a:gd name="T33" fmla="*/ 266 h 712"/>
              <a:gd name="T34" fmla="*/ 20 w 462"/>
              <a:gd name="T35" fmla="*/ 266 h 712"/>
              <a:gd name="T36" fmla="*/ 27 w 462"/>
              <a:gd name="T37" fmla="*/ 258 h 712"/>
              <a:gd name="T38" fmla="*/ 28 w 462"/>
              <a:gd name="T39" fmla="*/ 104 h 712"/>
              <a:gd name="T40" fmla="*/ 33 w 462"/>
              <a:gd name="T41" fmla="*/ 94 h 712"/>
              <a:gd name="T42" fmla="*/ 42 w 462"/>
              <a:gd name="T43" fmla="*/ 90 h 712"/>
              <a:gd name="T44" fmla="*/ 425 w 462"/>
              <a:gd name="T45" fmla="*/ 91 h 712"/>
              <a:gd name="T46" fmla="*/ 433 w 462"/>
              <a:gd name="T47" fmla="*/ 98 h 712"/>
              <a:gd name="T48" fmla="*/ 434 w 462"/>
              <a:gd name="T49" fmla="*/ 670 h 712"/>
              <a:gd name="T50" fmla="*/ 430 w 462"/>
              <a:gd name="T51" fmla="*/ 680 h 712"/>
              <a:gd name="T52" fmla="*/ 420 w 462"/>
              <a:gd name="T53" fmla="*/ 684 h 712"/>
              <a:gd name="T54" fmla="*/ 37 w 462"/>
              <a:gd name="T55" fmla="*/ 683 h 712"/>
              <a:gd name="T56" fmla="*/ 29 w 462"/>
              <a:gd name="T57" fmla="*/ 676 h 712"/>
              <a:gd name="T58" fmla="*/ 28 w 462"/>
              <a:gd name="T59" fmla="*/ 357 h 712"/>
              <a:gd name="T60" fmla="*/ 25 w 462"/>
              <a:gd name="T61" fmla="*/ 346 h 712"/>
              <a:gd name="T62" fmla="*/ 14 w 462"/>
              <a:gd name="T63" fmla="*/ 343 h 712"/>
              <a:gd name="T64" fmla="*/ 5 w 462"/>
              <a:gd name="T65" fmla="*/ 346 h 712"/>
              <a:gd name="T66" fmla="*/ 0 w 462"/>
              <a:gd name="T67" fmla="*/ 357 h 712"/>
              <a:gd name="T68" fmla="*/ 2 w 462"/>
              <a:gd name="T69" fmla="*/ 679 h 712"/>
              <a:gd name="T70" fmla="*/ 8 w 462"/>
              <a:gd name="T71" fmla="*/ 694 h 712"/>
              <a:gd name="T72" fmla="*/ 20 w 462"/>
              <a:gd name="T73" fmla="*/ 705 h 712"/>
              <a:gd name="T74" fmla="*/ 34 w 462"/>
              <a:gd name="T75" fmla="*/ 711 h 712"/>
              <a:gd name="T76" fmla="*/ 420 w 462"/>
              <a:gd name="T77" fmla="*/ 712 h 712"/>
              <a:gd name="T78" fmla="*/ 436 w 462"/>
              <a:gd name="T79" fmla="*/ 709 h 712"/>
              <a:gd name="T80" fmla="*/ 450 w 462"/>
              <a:gd name="T81" fmla="*/ 699 h 712"/>
              <a:gd name="T82" fmla="*/ 459 w 462"/>
              <a:gd name="T83" fmla="*/ 686 h 712"/>
              <a:gd name="T84" fmla="*/ 462 w 462"/>
              <a:gd name="T85" fmla="*/ 670 h 712"/>
              <a:gd name="T86" fmla="*/ 461 w 462"/>
              <a:gd name="T87" fmla="*/ 95 h 712"/>
              <a:gd name="T88" fmla="*/ 454 w 462"/>
              <a:gd name="T89" fmla="*/ 80 h 712"/>
              <a:gd name="T90" fmla="*/ 444 w 462"/>
              <a:gd name="T91" fmla="*/ 69 h 712"/>
              <a:gd name="T92" fmla="*/ 429 w 462"/>
              <a:gd name="T93" fmla="*/ 63 h 712"/>
              <a:gd name="T94" fmla="*/ 331 w 462"/>
              <a:gd name="T95" fmla="*/ 62 h 712"/>
              <a:gd name="T96" fmla="*/ 131 w 462"/>
              <a:gd name="T97" fmla="*/ 50 h 712"/>
              <a:gd name="T98" fmla="*/ 133 w 462"/>
              <a:gd name="T99" fmla="*/ 41 h 712"/>
              <a:gd name="T100" fmla="*/ 138 w 462"/>
              <a:gd name="T101" fmla="*/ 35 h 712"/>
              <a:gd name="T102" fmla="*/ 144 w 462"/>
              <a:gd name="T103" fmla="*/ 31 h 712"/>
              <a:gd name="T104" fmla="*/ 152 w 462"/>
              <a:gd name="T105" fmla="*/ 28 h 712"/>
              <a:gd name="T106" fmla="*/ 315 w 462"/>
              <a:gd name="T107" fmla="*/ 29 h 712"/>
              <a:gd name="T108" fmla="*/ 322 w 462"/>
              <a:gd name="T109" fmla="*/ 33 h 712"/>
              <a:gd name="T110" fmla="*/ 328 w 462"/>
              <a:gd name="T111" fmla="*/ 38 h 712"/>
              <a:gd name="T112" fmla="*/ 331 w 462"/>
              <a:gd name="T113" fmla="*/ 46 h 712"/>
              <a:gd name="T114" fmla="*/ 331 w 462"/>
              <a:gd name="T115" fmla="*/ 62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62" h="712">
                <a:moveTo>
                  <a:pt x="420" y="62"/>
                </a:moveTo>
                <a:lnTo>
                  <a:pt x="359" y="62"/>
                </a:lnTo>
                <a:lnTo>
                  <a:pt x="359" y="50"/>
                </a:lnTo>
                <a:lnTo>
                  <a:pt x="358" y="40"/>
                </a:lnTo>
                <a:lnTo>
                  <a:pt x="356" y="31"/>
                </a:lnTo>
                <a:lnTo>
                  <a:pt x="351" y="22"/>
                </a:lnTo>
                <a:lnTo>
                  <a:pt x="345" y="16"/>
                </a:lnTo>
                <a:lnTo>
                  <a:pt x="337" y="9"/>
                </a:lnTo>
                <a:lnTo>
                  <a:pt x="330" y="5"/>
                </a:lnTo>
                <a:lnTo>
                  <a:pt x="320" y="2"/>
                </a:lnTo>
                <a:lnTo>
                  <a:pt x="311" y="0"/>
                </a:lnTo>
                <a:lnTo>
                  <a:pt x="152" y="0"/>
                </a:lnTo>
                <a:lnTo>
                  <a:pt x="142" y="2"/>
                </a:lnTo>
                <a:lnTo>
                  <a:pt x="133" y="5"/>
                </a:lnTo>
                <a:lnTo>
                  <a:pt x="125" y="9"/>
                </a:lnTo>
                <a:lnTo>
                  <a:pt x="117" y="16"/>
                </a:lnTo>
                <a:lnTo>
                  <a:pt x="112" y="22"/>
                </a:lnTo>
                <a:lnTo>
                  <a:pt x="108" y="31"/>
                </a:lnTo>
                <a:lnTo>
                  <a:pt x="105" y="40"/>
                </a:lnTo>
                <a:lnTo>
                  <a:pt x="103" y="50"/>
                </a:lnTo>
                <a:lnTo>
                  <a:pt x="103" y="62"/>
                </a:lnTo>
                <a:lnTo>
                  <a:pt x="42" y="62"/>
                </a:lnTo>
                <a:lnTo>
                  <a:pt x="34" y="63"/>
                </a:lnTo>
                <a:lnTo>
                  <a:pt x="26" y="65"/>
                </a:lnTo>
                <a:lnTo>
                  <a:pt x="20" y="69"/>
                </a:lnTo>
                <a:lnTo>
                  <a:pt x="13" y="75"/>
                </a:lnTo>
                <a:lnTo>
                  <a:pt x="8" y="80"/>
                </a:lnTo>
                <a:lnTo>
                  <a:pt x="5" y="87"/>
                </a:lnTo>
                <a:lnTo>
                  <a:pt x="2" y="95"/>
                </a:lnTo>
                <a:lnTo>
                  <a:pt x="0" y="104"/>
                </a:lnTo>
                <a:lnTo>
                  <a:pt x="0" y="253"/>
                </a:lnTo>
                <a:lnTo>
                  <a:pt x="2" y="258"/>
                </a:lnTo>
                <a:lnTo>
                  <a:pt x="5" y="264"/>
                </a:lnTo>
                <a:lnTo>
                  <a:pt x="9" y="266"/>
                </a:lnTo>
                <a:lnTo>
                  <a:pt x="14" y="267"/>
                </a:lnTo>
                <a:lnTo>
                  <a:pt x="20" y="266"/>
                </a:lnTo>
                <a:lnTo>
                  <a:pt x="25" y="264"/>
                </a:lnTo>
                <a:lnTo>
                  <a:pt x="27" y="258"/>
                </a:lnTo>
                <a:lnTo>
                  <a:pt x="28" y="253"/>
                </a:lnTo>
                <a:lnTo>
                  <a:pt x="28" y="104"/>
                </a:lnTo>
                <a:lnTo>
                  <a:pt x="29" y="98"/>
                </a:lnTo>
                <a:lnTo>
                  <a:pt x="33" y="94"/>
                </a:lnTo>
                <a:lnTo>
                  <a:pt x="37" y="91"/>
                </a:lnTo>
                <a:lnTo>
                  <a:pt x="42" y="90"/>
                </a:lnTo>
                <a:lnTo>
                  <a:pt x="420" y="90"/>
                </a:lnTo>
                <a:lnTo>
                  <a:pt x="425" y="91"/>
                </a:lnTo>
                <a:lnTo>
                  <a:pt x="430" y="94"/>
                </a:lnTo>
                <a:lnTo>
                  <a:pt x="433" y="98"/>
                </a:lnTo>
                <a:lnTo>
                  <a:pt x="434" y="104"/>
                </a:lnTo>
                <a:lnTo>
                  <a:pt x="434" y="670"/>
                </a:lnTo>
                <a:lnTo>
                  <a:pt x="433" y="676"/>
                </a:lnTo>
                <a:lnTo>
                  <a:pt x="430" y="680"/>
                </a:lnTo>
                <a:lnTo>
                  <a:pt x="425" y="683"/>
                </a:lnTo>
                <a:lnTo>
                  <a:pt x="420" y="684"/>
                </a:lnTo>
                <a:lnTo>
                  <a:pt x="42" y="684"/>
                </a:lnTo>
                <a:lnTo>
                  <a:pt x="37" y="683"/>
                </a:lnTo>
                <a:lnTo>
                  <a:pt x="33" y="680"/>
                </a:lnTo>
                <a:lnTo>
                  <a:pt x="29" y="676"/>
                </a:lnTo>
                <a:lnTo>
                  <a:pt x="28" y="670"/>
                </a:lnTo>
                <a:lnTo>
                  <a:pt x="28" y="357"/>
                </a:lnTo>
                <a:lnTo>
                  <a:pt x="27" y="352"/>
                </a:lnTo>
                <a:lnTo>
                  <a:pt x="25" y="346"/>
                </a:lnTo>
                <a:lnTo>
                  <a:pt x="20" y="344"/>
                </a:lnTo>
                <a:lnTo>
                  <a:pt x="14" y="343"/>
                </a:lnTo>
                <a:lnTo>
                  <a:pt x="9" y="344"/>
                </a:lnTo>
                <a:lnTo>
                  <a:pt x="5" y="346"/>
                </a:lnTo>
                <a:lnTo>
                  <a:pt x="2" y="352"/>
                </a:lnTo>
                <a:lnTo>
                  <a:pt x="0" y="357"/>
                </a:lnTo>
                <a:lnTo>
                  <a:pt x="0" y="670"/>
                </a:lnTo>
                <a:lnTo>
                  <a:pt x="2" y="679"/>
                </a:lnTo>
                <a:lnTo>
                  <a:pt x="5" y="686"/>
                </a:lnTo>
                <a:lnTo>
                  <a:pt x="8" y="694"/>
                </a:lnTo>
                <a:lnTo>
                  <a:pt x="13" y="699"/>
                </a:lnTo>
                <a:lnTo>
                  <a:pt x="20" y="705"/>
                </a:lnTo>
                <a:lnTo>
                  <a:pt x="26" y="709"/>
                </a:lnTo>
                <a:lnTo>
                  <a:pt x="34" y="711"/>
                </a:lnTo>
                <a:lnTo>
                  <a:pt x="42" y="712"/>
                </a:lnTo>
                <a:lnTo>
                  <a:pt x="420" y="712"/>
                </a:lnTo>
                <a:lnTo>
                  <a:pt x="429" y="711"/>
                </a:lnTo>
                <a:lnTo>
                  <a:pt x="436" y="709"/>
                </a:lnTo>
                <a:lnTo>
                  <a:pt x="444" y="705"/>
                </a:lnTo>
                <a:lnTo>
                  <a:pt x="450" y="699"/>
                </a:lnTo>
                <a:lnTo>
                  <a:pt x="454" y="694"/>
                </a:lnTo>
                <a:lnTo>
                  <a:pt x="459" y="686"/>
                </a:lnTo>
                <a:lnTo>
                  <a:pt x="461" y="679"/>
                </a:lnTo>
                <a:lnTo>
                  <a:pt x="462" y="670"/>
                </a:lnTo>
                <a:lnTo>
                  <a:pt x="462" y="104"/>
                </a:lnTo>
                <a:lnTo>
                  <a:pt x="461" y="95"/>
                </a:lnTo>
                <a:lnTo>
                  <a:pt x="459" y="87"/>
                </a:lnTo>
                <a:lnTo>
                  <a:pt x="454" y="80"/>
                </a:lnTo>
                <a:lnTo>
                  <a:pt x="450" y="75"/>
                </a:lnTo>
                <a:lnTo>
                  <a:pt x="444" y="69"/>
                </a:lnTo>
                <a:lnTo>
                  <a:pt x="436" y="65"/>
                </a:lnTo>
                <a:lnTo>
                  <a:pt x="429" y="63"/>
                </a:lnTo>
                <a:lnTo>
                  <a:pt x="420" y="62"/>
                </a:lnTo>
                <a:close/>
                <a:moveTo>
                  <a:pt x="331" y="62"/>
                </a:moveTo>
                <a:lnTo>
                  <a:pt x="131" y="62"/>
                </a:lnTo>
                <a:lnTo>
                  <a:pt x="131" y="50"/>
                </a:lnTo>
                <a:lnTo>
                  <a:pt x="131" y="46"/>
                </a:lnTo>
                <a:lnTo>
                  <a:pt x="133" y="41"/>
                </a:lnTo>
                <a:lnTo>
                  <a:pt x="135" y="38"/>
                </a:lnTo>
                <a:lnTo>
                  <a:pt x="138" y="35"/>
                </a:lnTo>
                <a:lnTo>
                  <a:pt x="141" y="33"/>
                </a:lnTo>
                <a:lnTo>
                  <a:pt x="144" y="31"/>
                </a:lnTo>
                <a:lnTo>
                  <a:pt x="149" y="29"/>
                </a:lnTo>
                <a:lnTo>
                  <a:pt x="152" y="28"/>
                </a:lnTo>
                <a:lnTo>
                  <a:pt x="311" y="28"/>
                </a:lnTo>
                <a:lnTo>
                  <a:pt x="315" y="29"/>
                </a:lnTo>
                <a:lnTo>
                  <a:pt x="319" y="31"/>
                </a:lnTo>
                <a:lnTo>
                  <a:pt x="322" y="33"/>
                </a:lnTo>
                <a:lnTo>
                  <a:pt x="326" y="35"/>
                </a:lnTo>
                <a:lnTo>
                  <a:pt x="328" y="38"/>
                </a:lnTo>
                <a:lnTo>
                  <a:pt x="330" y="41"/>
                </a:lnTo>
                <a:lnTo>
                  <a:pt x="331" y="46"/>
                </a:lnTo>
                <a:lnTo>
                  <a:pt x="331" y="50"/>
                </a:lnTo>
                <a:lnTo>
                  <a:pt x="331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88" name="Freeform 16">
            <a:extLst>
              <a:ext uri="{FF2B5EF4-FFF2-40B4-BE49-F238E27FC236}">
                <a16:creationId xmlns:a16="http://schemas.microsoft.com/office/drawing/2014/main" id="{16C38A97-C4D9-41DB-B6A6-37CBB1C73F14}"/>
              </a:ext>
            </a:extLst>
          </p:cNvPr>
          <p:cNvSpPr>
            <a:spLocks noEditPoints="1"/>
          </p:cNvSpPr>
          <p:nvPr/>
        </p:nvSpPr>
        <p:spPr bwMode="auto">
          <a:xfrm>
            <a:off x="1649413" y="4035426"/>
            <a:ext cx="185738" cy="284163"/>
          </a:xfrm>
          <a:custGeom>
            <a:avLst/>
            <a:gdLst>
              <a:gd name="T0" fmla="*/ 336 w 350"/>
              <a:gd name="T1" fmla="*/ 0 h 538"/>
              <a:gd name="T2" fmla="*/ 14 w 350"/>
              <a:gd name="T3" fmla="*/ 0 h 538"/>
              <a:gd name="T4" fmla="*/ 9 w 350"/>
              <a:gd name="T5" fmla="*/ 1 h 538"/>
              <a:gd name="T6" fmla="*/ 5 w 350"/>
              <a:gd name="T7" fmla="*/ 4 h 538"/>
              <a:gd name="T8" fmla="*/ 1 w 350"/>
              <a:gd name="T9" fmla="*/ 8 h 538"/>
              <a:gd name="T10" fmla="*/ 0 w 350"/>
              <a:gd name="T11" fmla="*/ 13 h 538"/>
              <a:gd name="T12" fmla="*/ 0 w 350"/>
              <a:gd name="T13" fmla="*/ 524 h 538"/>
              <a:gd name="T14" fmla="*/ 1 w 350"/>
              <a:gd name="T15" fmla="*/ 530 h 538"/>
              <a:gd name="T16" fmla="*/ 5 w 350"/>
              <a:gd name="T17" fmla="*/ 534 h 538"/>
              <a:gd name="T18" fmla="*/ 9 w 350"/>
              <a:gd name="T19" fmla="*/ 537 h 538"/>
              <a:gd name="T20" fmla="*/ 14 w 350"/>
              <a:gd name="T21" fmla="*/ 538 h 538"/>
              <a:gd name="T22" fmla="*/ 336 w 350"/>
              <a:gd name="T23" fmla="*/ 538 h 538"/>
              <a:gd name="T24" fmla="*/ 341 w 350"/>
              <a:gd name="T25" fmla="*/ 537 h 538"/>
              <a:gd name="T26" fmla="*/ 347 w 350"/>
              <a:gd name="T27" fmla="*/ 534 h 538"/>
              <a:gd name="T28" fmla="*/ 349 w 350"/>
              <a:gd name="T29" fmla="*/ 530 h 538"/>
              <a:gd name="T30" fmla="*/ 350 w 350"/>
              <a:gd name="T31" fmla="*/ 524 h 538"/>
              <a:gd name="T32" fmla="*/ 350 w 350"/>
              <a:gd name="T33" fmla="*/ 13 h 538"/>
              <a:gd name="T34" fmla="*/ 349 w 350"/>
              <a:gd name="T35" fmla="*/ 8 h 538"/>
              <a:gd name="T36" fmla="*/ 347 w 350"/>
              <a:gd name="T37" fmla="*/ 4 h 538"/>
              <a:gd name="T38" fmla="*/ 341 w 350"/>
              <a:gd name="T39" fmla="*/ 1 h 538"/>
              <a:gd name="T40" fmla="*/ 336 w 350"/>
              <a:gd name="T41" fmla="*/ 0 h 538"/>
              <a:gd name="T42" fmla="*/ 322 w 350"/>
              <a:gd name="T43" fmla="*/ 511 h 538"/>
              <a:gd name="T44" fmla="*/ 28 w 350"/>
              <a:gd name="T45" fmla="*/ 511 h 538"/>
              <a:gd name="T46" fmla="*/ 28 w 350"/>
              <a:gd name="T47" fmla="*/ 431 h 538"/>
              <a:gd name="T48" fmla="*/ 223 w 350"/>
              <a:gd name="T49" fmla="*/ 431 h 538"/>
              <a:gd name="T50" fmla="*/ 229 w 350"/>
              <a:gd name="T51" fmla="*/ 430 h 538"/>
              <a:gd name="T52" fmla="*/ 233 w 350"/>
              <a:gd name="T53" fmla="*/ 428 h 538"/>
              <a:gd name="T54" fmla="*/ 236 w 350"/>
              <a:gd name="T55" fmla="*/ 424 h 538"/>
              <a:gd name="T56" fmla="*/ 237 w 350"/>
              <a:gd name="T57" fmla="*/ 418 h 538"/>
              <a:gd name="T58" fmla="*/ 236 w 350"/>
              <a:gd name="T59" fmla="*/ 412 h 538"/>
              <a:gd name="T60" fmla="*/ 233 w 350"/>
              <a:gd name="T61" fmla="*/ 407 h 538"/>
              <a:gd name="T62" fmla="*/ 229 w 350"/>
              <a:gd name="T63" fmla="*/ 405 h 538"/>
              <a:gd name="T64" fmla="*/ 223 w 350"/>
              <a:gd name="T65" fmla="*/ 404 h 538"/>
              <a:gd name="T66" fmla="*/ 28 w 350"/>
              <a:gd name="T67" fmla="*/ 404 h 538"/>
              <a:gd name="T68" fmla="*/ 28 w 350"/>
              <a:gd name="T69" fmla="*/ 27 h 538"/>
              <a:gd name="T70" fmla="*/ 322 w 350"/>
              <a:gd name="T71" fmla="*/ 27 h 538"/>
              <a:gd name="T72" fmla="*/ 322 w 350"/>
              <a:gd name="T73" fmla="*/ 511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0" h="538">
                <a:moveTo>
                  <a:pt x="336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3"/>
                </a:lnTo>
                <a:lnTo>
                  <a:pt x="0" y="524"/>
                </a:lnTo>
                <a:lnTo>
                  <a:pt x="1" y="530"/>
                </a:lnTo>
                <a:lnTo>
                  <a:pt x="5" y="534"/>
                </a:lnTo>
                <a:lnTo>
                  <a:pt x="9" y="537"/>
                </a:lnTo>
                <a:lnTo>
                  <a:pt x="14" y="538"/>
                </a:lnTo>
                <a:lnTo>
                  <a:pt x="336" y="538"/>
                </a:lnTo>
                <a:lnTo>
                  <a:pt x="341" y="537"/>
                </a:lnTo>
                <a:lnTo>
                  <a:pt x="347" y="534"/>
                </a:lnTo>
                <a:lnTo>
                  <a:pt x="349" y="530"/>
                </a:lnTo>
                <a:lnTo>
                  <a:pt x="350" y="524"/>
                </a:lnTo>
                <a:lnTo>
                  <a:pt x="350" y="13"/>
                </a:lnTo>
                <a:lnTo>
                  <a:pt x="349" y="8"/>
                </a:lnTo>
                <a:lnTo>
                  <a:pt x="347" y="4"/>
                </a:lnTo>
                <a:lnTo>
                  <a:pt x="341" y="1"/>
                </a:lnTo>
                <a:lnTo>
                  <a:pt x="336" y="0"/>
                </a:lnTo>
                <a:close/>
                <a:moveTo>
                  <a:pt x="322" y="511"/>
                </a:moveTo>
                <a:lnTo>
                  <a:pt x="28" y="511"/>
                </a:lnTo>
                <a:lnTo>
                  <a:pt x="28" y="431"/>
                </a:lnTo>
                <a:lnTo>
                  <a:pt x="223" y="431"/>
                </a:lnTo>
                <a:lnTo>
                  <a:pt x="229" y="430"/>
                </a:lnTo>
                <a:lnTo>
                  <a:pt x="233" y="428"/>
                </a:lnTo>
                <a:lnTo>
                  <a:pt x="236" y="424"/>
                </a:lnTo>
                <a:lnTo>
                  <a:pt x="237" y="418"/>
                </a:lnTo>
                <a:lnTo>
                  <a:pt x="236" y="412"/>
                </a:lnTo>
                <a:lnTo>
                  <a:pt x="233" y="407"/>
                </a:lnTo>
                <a:lnTo>
                  <a:pt x="229" y="405"/>
                </a:lnTo>
                <a:lnTo>
                  <a:pt x="223" y="404"/>
                </a:lnTo>
                <a:lnTo>
                  <a:pt x="28" y="404"/>
                </a:lnTo>
                <a:lnTo>
                  <a:pt x="28" y="27"/>
                </a:lnTo>
                <a:lnTo>
                  <a:pt x="322" y="27"/>
                </a:lnTo>
                <a:lnTo>
                  <a:pt x="322" y="5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89" name="Freeform 17">
            <a:extLst>
              <a:ext uri="{FF2B5EF4-FFF2-40B4-BE49-F238E27FC236}">
                <a16:creationId xmlns:a16="http://schemas.microsoft.com/office/drawing/2014/main" id="{8F0A769D-7CDB-4C9D-B631-5B044B0D52AA}"/>
              </a:ext>
            </a:extLst>
          </p:cNvPr>
          <p:cNvSpPr>
            <a:spLocks noEditPoints="1"/>
          </p:cNvSpPr>
          <p:nvPr/>
        </p:nvSpPr>
        <p:spPr bwMode="auto">
          <a:xfrm>
            <a:off x="1695451" y="4079876"/>
            <a:ext cx="93663" cy="155575"/>
          </a:xfrm>
          <a:custGeom>
            <a:avLst/>
            <a:gdLst>
              <a:gd name="T0" fmla="*/ 175 w 177"/>
              <a:gd name="T1" fmla="*/ 105 h 293"/>
              <a:gd name="T2" fmla="*/ 173 w 177"/>
              <a:gd name="T3" fmla="*/ 102 h 293"/>
              <a:gd name="T4" fmla="*/ 170 w 177"/>
              <a:gd name="T5" fmla="*/ 100 h 293"/>
              <a:gd name="T6" fmla="*/ 166 w 177"/>
              <a:gd name="T7" fmla="*/ 99 h 293"/>
              <a:gd name="T8" fmla="*/ 163 w 177"/>
              <a:gd name="T9" fmla="*/ 98 h 293"/>
              <a:gd name="T10" fmla="*/ 102 w 177"/>
              <a:gd name="T11" fmla="*/ 98 h 293"/>
              <a:gd name="T12" fmla="*/ 102 w 177"/>
              <a:gd name="T13" fmla="*/ 14 h 293"/>
              <a:gd name="T14" fmla="*/ 101 w 177"/>
              <a:gd name="T15" fmla="*/ 10 h 293"/>
              <a:gd name="T16" fmla="*/ 99 w 177"/>
              <a:gd name="T17" fmla="*/ 6 h 293"/>
              <a:gd name="T18" fmla="*/ 96 w 177"/>
              <a:gd name="T19" fmla="*/ 3 h 293"/>
              <a:gd name="T20" fmla="*/ 91 w 177"/>
              <a:gd name="T21" fmla="*/ 1 h 293"/>
              <a:gd name="T22" fmla="*/ 87 w 177"/>
              <a:gd name="T23" fmla="*/ 0 h 293"/>
              <a:gd name="T24" fmla="*/ 82 w 177"/>
              <a:gd name="T25" fmla="*/ 3 h 293"/>
              <a:gd name="T26" fmla="*/ 78 w 177"/>
              <a:gd name="T27" fmla="*/ 5 h 293"/>
              <a:gd name="T28" fmla="*/ 75 w 177"/>
              <a:gd name="T29" fmla="*/ 9 h 293"/>
              <a:gd name="T30" fmla="*/ 1 w 177"/>
              <a:gd name="T31" fmla="*/ 176 h 293"/>
              <a:gd name="T32" fmla="*/ 0 w 177"/>
              <a:gd name="T33" fmla="*/ 180 h 293"/>
              <a:gd name="T34" fmla="*/ 0 w 177"/>
              <a:gd name="T35" fmla="*/ 184 h 293"/>
              <a:gd name="T36" fmla="*/ 0 w 177"/>
              <a:gd name="T37" fmla="*/ 187 h 293"/>
              <a:gd name="T38" fmla="*/ 2 w 177"/>
              <a:gd name="T39" fmla="*/ 190 h 293"/>
              <a:gd name="T40" fmla="*/ 4 w 177"/>
              <a:gd name="T41" fmla="*/ 193 h 293"/>
              <a:gd name="T42" fmla="*/ 7 w 177"/>
              <a:gd name="T43" fmla="*/ 195 h 293"/>
              <a:gd name="T44" fmla="*/ 10 w 177"/>
              <a:gd name="T45" fmla="*/ 196 h 293"/>
              <a:gd name="T46" fmla="*/ 13 w 177"/>
              <a:gd name="T47" fmla="*/ 196 h 293"/>
              <a:gd name="T48" fmla="*/ 74 w 177"/>
              <a:gd name="T49" fmla="*/ 196 h 293"/>
              <a:gd name="T50" fmla="*/ 74 w 177"/>
              <a:gd name="T51" fmla="*/ 280 h 293"/>
              <a:gd name="T52" fmla="*/ 75 w 177"/>
              <a:gd name="T53" fmla="*/ 285 h 293"/>
              <a:gd name="T54" fmla="*/ 77 w 177"/>
              <a:gd name="T55" fmla="*/ 289 h 293"/>
              <a:gd name="T56" fmla="*/ 81 w 177"/>
              <a:gd name="T57" fmla="*/ 291 h 293"/>
              <a:gd name="T58" fmla="*/ 86 w 177"/>
              <a:gd name="T59" fmla="*/ 293 h 293"/>
              <a:gd name="T60" fmla="*/ 87 w 177"/>
              <a:gd name="T61" fmla="*/ 293 h 293"/>
              <a:gd name="T62" fmla="*/ 88 w 177"/>
              <a:gd name="T63" fmla="*/ 293 h 293"/>
              <a:gd name="T64" fmla="*/ 92 w 177"/>
              <a:gd name="T65" fmla="*/ 293 h 293"/>
              <a:gd name="T66" fmla="*/ 96 w 177"/>
              <a:gd name="T67" fmla="*/ 291 h 293"/>
              <a:gd name="T68" fmla="*/ 99 w 177"/>
              <a:gd name="T69" fmla="*/ 289 h 293"/>
              <a:gd name="T70" fmla="*/ 101 w 177"/>
              <a:gd name="T71" fmla="*/ 286 h 293"/>
              <a:gd name="T72" fmla="*/ 176 w 177"/>
              <a:gd name="T73" fmla="*/ 118 h 293"/>
              <a:gd name="T74" fmla="*/ 177 w 177"/>
              <a:gd name="T75" fmla="*/ 114 h 293"/>
              <a:gd name="T76" fmla="*/ 177 w 177"/>
              <a:gd name="T77" fmla="*/ 111 h 293"/>
              <a:gd name="T78" fmla="*/ 176 w 177"/>
              <a:gd name="T79" fmla="*/ 108 h 293"/>
              <a:gd name="T80" fmla="*/ 175 w 177"/>
              <a:gd name="T81" fmla="*/ 105 h 293"/>
              <a:gd name="T82" fmla="*/ 102 w 177"/>
              <a:gd name="T83" fmla="*/ 215 h 293"/>
              <a:gd name="T84" fmla="*/ 102 w 177"/>
              <a:gd name="T85" fmla="*/ 183 h 293"/>
              <a:gd name="T86" fmla="*/ 101 w 177"/>
              <a:gd name="T87" fmla="*/ 176 h 293"/>
              <a:gd name="T88" fmla="*/ 98 w 177"/>
              <a:gd name="T89" fmla="*/ 172 h 293"/>
              <a:gd name="T90" fmla="*/ 93 w 177"/>
              <a:gd name="T91" fmla="*/ 170 h 293"/>
              <a:gd name="T92" fmla="*/ 88 w 177"/>
              <a:gd name="T93" fmla="*/ 169 h 293"/>
              <a:gd name="T94" fmla="*/ 34 w 177"/>
              <a:gd name="T95" fmla="*/ 169 h 293"/>
              <a:gd name="T96" fmla="*/ 74 w 177"/>
              <a:gd name="T97" fmla="*/ 80 h 293"/>
              <a:gd name="T98" fmla="*/ 74 w 177"/>
              <a:gd name="T99" fmla="*/ 112 h 293"/>
              <a:gd name="T100" fmla="*/ 75 w 177"/>
              <a:gd name="T101" fmla="*/ 117 h 293"/>
              <a:gd name="T102" fmla="*/ 78 w 177"/>
              <a:gd name="T103" fmla="*/ 122 h 293"/>
              <a:gd name="T104" fmla="*/ 83 w 177"/>
              <a:gd name="T105" fmla="*/ 125 h 293"/>
              <a:gd name="T106" fmla="*/ 88 w 177"/>
              <a:gd name="T107" fmla="*/ 126 h 293"/>
              <a:gd name="T108" fmla="*/ 142 w 177"/>
              <a:gd name="T109" fmla="*/ 126 h 293"/>
              <a:gd name="T110" fmla="*/ 102 w 177"/>
              <a:gd name="T111" fmla="*/ 215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7" h="293">
                <a:moveTo>
                  <a:pt x="175" y="105"/>
                </a:moveTo>
                <a:lnTo>
                  <a:pt x="173" y="102"/>
                </a:lnTo>
                <a:lnTo>
                  <a:pt x="170" y="100"/>
                </a:lnTo>
                <a:lnTo>
                  <a:pt x="166" y="99"/>
                </a:lnTo>
                <a:lnTo>
                  <a:pt x="163" y="98"/>
                </a:lnTo>
                <a:lnTo>
                  <a:pt x="102" y="98"/>
                </a:lnTo>
                <a:lnTo>
                  <a:pt x="102" y="14"/>
                </a:lnTo>
                <a:lnTo>
                  <a:pt x="101" y="10"/>
                </a:lnTo>
                <a:lnTo>
                  <a:pt x="99" y="6"/>
                </a:lnTo>
                <a:lnTo>
                  <a:pt x="96" y="3"/>
                </a:lnTo>
                <a:lnTo>
                  <a:pt x="91" y="1"/>
                </a:lnTo>
                <a:lnTo>
                  <a:pt x="87" y="0"/>
                </a:lnTo>
                <a:lnTo>
                  <a:pt x="82" y="3"/>
                </a:lnTo>
                <a:lnTo>
                  <a:pt x="78" y="5"/>
                </a:lnTo>
                <a:lnTo>
                  <a:pt x="75" y="9"/>
                </a:lnTo>
                <a:lnTo>
                  <a:pt x="1" y="176"/>
                </a:lnTo>
                <a:lnTo>
                  <a:pt x="0" y="180"/>
                </a:lnTo>
                <a:lnTo>
                  <a:pt x="0" y="184"/>
                </a:lnTo>
                <a:lnTo>
                  <a:pt x="0" y="187"/>
                </a:lnTo>
                <a:lnTo>
                  <a:pt x="2" y="190"/>
                </a:lnTo>
                <a:lnTo>
                  <a:pt x="4" y="193"/>
                </a:lnTo>
                <a:lnTo>
                  <a:pt x="7" y="195"/>
                </a:lnTo>
                <a:lnTo>
                  <a:pt x="10" y="196"/>
                </a:lnTo>
                <a:lnTo>
                  <a:pt x="13" y="196"/>
                </a:lnTo>
                <a:lnTo>
                  <a:pt x="74" y="196"/>
                </a:lnTo>
                <a:lnTo>
                  <a:pt x="74" y="280"/>
                </a:lnTo>
                <a:lnTo>
                  <a:pt x="75" y="285"/>
                </a:lnTo>
                <a:lnTo>
                  <a:pt x="77" y="289"/>
                </a:lnTo>
                <a:lnTo>
                  <a:pt x="81" y="291"/>
                </a:lnTo>
                <a:lnTo>
                  <a:pt x="86" y="293"/>
                </a:lnTo>
                <a:lnTo>
                  <a:pt x="87" y="293"/>
                </a:lnTo>
                <a:lnTo>
                  <a:pt x="88" y="293"/>
                </a:lnTo>
                <a:lnTo>
                  <a:pt x="92" y="293"/>
                </a:lnTo>
                <a:lnTo>
                  <a:pt x="96" y="291"/>
                </a:lnTo>
                <a:lnTo>
                  <a:pt x="99" y="289"/>
                </a:lnTo>
                <a:lnTo>
                  <a:pt x="101" y="286"/>
                </a:lnTo>
                <a:lnTo>
                  <a:pt x="176" y="118"/>
                </a:lnTo>
                <a:lnTo>
                  <a:pt x="177" y="114"/>
                </a:lnTo>
                <a:lnTo>
                  <a:pt x="177" y="111"/>
                </a:lnTo>
                <a:lnTo>
                  <a:pt x="176" y="108"/>
                </a:lnTo>
                <a:lnTo>
                  <a:pt x="175" y="105"/>
                </a:lnTo>
                <a:close/>
                <a:moveTo>
                  <a:pt x="102" y="215"/>
                </a:moveTo>
                <a:lnTo>
                  <a:pt x="102" y="183"/>
                </a:lnTo>
                <a:lnTo>
                  <a:pt x="101" y="176"/>
                </a:lnTo>
                <a:lnTo>
                  <a:pt x="98" y="172"/>
                </a:lnTo>
                <a:lnTo>
                  <a:pt x="93" y="170"/>
                </a:lnTo>
                <a:lnTo>
                  <a:pt x="88" y="169"/>
                </a:lnTo>
                <a:lnTo>
                  <a:pt x="34" y="169"/>
                </a:lnTo>
                <a:lnTo>
                  <a:pt x="74" y="80"/>
                </a:lnTo>
                <a:lnTo>
                  <a:pt x="74" y="112"/>
                </a:lnTo>
                <a:lnTo>
                  <a:pt x="75" y="117"/>
                </a:lnTo>
                <a:lnTo>
                  <a:pt x="78" y="122"/>
                </a:lnTo>
                <a:lnTo>
                  <a:pt x="83" y="125"/>
                </a:lnTo>
                <a:lnTo>
                  <a:pt x="88" y="126"/>
                </a:lnTo>
                <a:lnTo>
                  <a:pt x="142" y="126"/>
                </a:lnTo>
                <a:lnTo>
                  <a:pt x="102" y="2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0" name="Freeform 18">
            <a:extLst>
              <a:ext uri="{FF2B5EF4-FFF2-40B4-BE49-F238E27FC236}">
                <a16:creationId xmlns:a16="http://schemas.microsoft.com/office/drawing/2014/main" id="{4E85C576-CF7D-484A-A90C-1ABB260856E4}"/>
              </a:ext>
            </a:extLst>
          </p:cNvPr>
          <p:cNvSpPr>
            <a:spLocks/>
          </p:cNvSpPr>
          <p:nvPr/>
        </p:nvSpPr>
        <p:spPr bwMode="auto">
          <a:xfrm>
            <a:off x="1790701" y="4249738"/>
            <a:ext cx="14288" cy="14288"/>
          </a:xfrm>
          <a:custGeom>
            <a:avLst/>
            <a:gdLst>
              <a:gd name="T0" fmla="*/ 24 w 28"/>
              <a:gd name="T1" fmla="*/ 3 h 27"/>
              <a:gd name="T2" fmla="*/ 20 w 28"/>
              <a:gd name="T3" fmla="*/ 1 h 27"/>
              <a:gd name="T4" fmla="*/ 14 w 28"/>
              <a:gd name="T5" fmla="*/ 0 h 27"/>
              <a:gd name="T6" fmla="*/ 9 w 28"/>
              <a:gd name="T7" fmla="*/ 1 h 27"/>
              <a:gd name="T8" fmla="*/ 4 w 28"/>
              <a:gd name="T9" fmla="*/ 3 h 27"/>
              <a:gd name="T10" fmla="*/ 1 w 28"/>
              <a:gd name="T11" fmla="*/ 9 h 27"/>
              <a:gd name="T12" fmla="*/ 0 w 28"/>
              <a:gd name="T13" fmla="*/ 14 h 27"/>
              <a:gd name="T14" fmla="*/ 1 w 28"/>
              <a:gd name="T15" fmla="*/ 18 h 27"/>
              <a:gd name="T16" fmla="*/ 4 w 28"/>
              <a:gd name="T17" fmla="*/ 24 h 27"/>
              <a:gd name="T18" fmla="*/ 9 w 28"/>
              <a:gd name="T19" fmla="*/ 26 h 27"/>
              <a:gd name="T20" fmla="*/ 14 w 28"/>
              <a:gd name="T21" fmla="*/ 27 h 27"/>
              <a:gd name="T22" fmla="*/ 20 w 28"/>
              <a:gd name="T23" fmla="*/ 26 h 27"/>
              <a:gd name="T24" fmla="*/ 24 w 28"/>
              <a:gd name="T25" fmla="*/ 24 h 27"/>
              <a:gd name="T26" fmla="*/ 27 w 28"/>
              <a:gd name="T27" fmla="*/ 18 h 27"/>
              <a:gd name="T28" fmla="*/ 28 w 28"/>
              <a:gd name="T29" fmla="*/ 14 h 27"/>
              <a:gd name="T30" fmla="*/ 27 w 28"/>
              <a:gd name="T31" fmla="*/ 9 h 27"/>
              <a:gd name="T32" fmla="*/ 24 w 28"/>
              <a:gd name="T33" fmla="*/ 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4" y="3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4" y="3"/>
                </a:lnTo>
                <a:lnTo>
                  <a:pt x="1" y="9"/>
                </a:lnTo>
                <a:lnTo>
                  <a:pt x="0" y="14"/>
                </a:lnTo>
                <a:lnTo>
                  <a:pt x="1" y="18"/>
                </a:lnTo>
                <a:lnTo>
                  <a:pt x="4" y="24"/>
                </a:lnTo>
                <a:lnTo>
                  <a:pt x="9" y="26"/>
                </a:lnTo>
                <a:lnTo>
                  <a:pt x="14" y="27"/>
                </a:lnTo>
                <a:lnTo>
                  <a:pt x="20" y="26"/>
                </a:lnTo>
                <a:lnTo>
                  <a:pt x="24" y="24"/>
                </a:lnTo>
                <a:lnTo>
                  <a:pt x="27" y="18"/>
                </a:lnTo>
                <a:lnTo>
                  <a:pt x="28" y="14"/>
                </a:lnTo>
                <a:lnTo>
                  <a:pt x="27" y="9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1" name="Freeform 19">
            <a:extLst>
              <a:ext uri="{FF2B5EF4-FFF2-40B4-BE49-F238E27FC236}">
                <a16:creationId xmlns:a16="http://schemas.microsoft.com/office/drawing/2014/main" id="{0F1D31B5-48A9-49C3-8193-02493376C272}"/>
              </a:ext>
            </a:extLst>
          </p:cNvPr>
          <p:cNvSpPr>
            <a:spLocks/>
          </p:cNvSpPr>
          <p:nvPr/>
        </p:nvSpPr>
        <p:spPr bwMode="auto">
          <a:xfrm>
            <a:off x="1619251" y="4127501"/>
            <a:ext cx="15875" cy="14288"/>
          </a:xfrm>
          <a:custGeom>
            <a:avLst/>
            <a:gdLst>
              <a:gd name="T0" fmla="*/ 25 w 28"/>
              <a:gd name="T1" fmla="*/ 4 h 28"/>
              <a:gd name="T2" fmla="*/ 20 w 28"/>
              <a:gd name="T3" fmla="*/ 2 h 28"/>
              <a:gd name="T4" fmla="*/ 14 w 28"/>
              <a:gd name="T5" fmla="*/ 0 h 28"/>
              <a:gd name="T6" fmla="*/ 9 w 28"/>
              <a:gd name="T7" fmla="*/ 2 h 28"/>
              <a:gd name="T8" fmla="*/ 5 w 28"/>
              <a:gd name="T9" fmla="*/ 4 h 28"/>
              <a:gd name="T10" fmla="*/ 2 w 28"/>
              <a:gd name="T11" fmla="*/ 9 h 28"/>
              <a:gd name="T12" fmla="*/ 0 w 28"/>
              <a:gd name="T13" fmla="*/ 14 h 28"/>
              <a:gd name="T14" fmla="*/ 2 w 28"/>
              <a:gd name="T15" fmla="*/ 20 h 28"/>
              <a:gd name="T16" fmla="*/ 5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5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5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5" y="4"/>
                </a:moveTo>
                <a:lnTo>
                  <a:pt x="20" y="2"/>
                </a:lnTo>
                <a:lnTo>
                  <a:pt x="14" y="0"/>
                </a:lnTo>
                <a:lnTo>
                  <a:pt x="9" y="2"/>
                </a:lnTo>
                <a:lnTo>
                  <a:pt x="5" y="4"/>
                </a:lnTo>
                <a:lnTo>
                  <a:pt x="2" y="9"/>
                </a:lnTo>
                <a:lnTo>
                  <a:pt x="0" y="14"/>
                </a:lnTo>
                <a:lnTo>
                  <a:pt x="2" y="20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5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5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2" name="Freeform 20">
            <a:extLst>
              <a:ext uri="{FF2B5EF4-FFF2-40B4-BE49-F238E27FC236}">
                <a16:creationId xmlns:a16="http://schemas.microsoft.com/office/drawing/2014/main" id="{A1F9A501-6D0A-428B-B00F-B5253CAE3067}"/>
              </a:ext>
            </a:extLst>
          </p:cNvPr>
          <p:cNvSpPr>
            <a:spLocks noEditPoints="1"/>
          </p:cNvSpPr>
          <p:nvPr/>
        </p:nvSpPr>
        <p:spPr bwMode="auto">
          <a:xfrm>
            <a:off x="1554163" y="3284538"/>
            <a:ext cx="376238" cy="317500"/>
          </a:xfrm>
          <a:custGeom>
            <a:avLst/>
            <a:gdLst>
              <a:gd name="T0" fmla="*/ 518 w 711"/>
              <a:gd name="T1" fmla="*/ 271 h 600"/>
              <a:gd name="T2" fmla="*/ 530 w 711"/>
              <a:gd name="T3" fmla="*/ 290 h 600"/>
              <a:gd name="T4" fmla="*/ 597 w 711"/>
              <a:gd name="T5" fmla="*/ 301 h 600"/>
              <a:gd name="T6" fmla="*/ 651 w 711"/>
              <a:gd name="T7" fmla="*/ 342 h 600"/>
              <a:gd name="T8" fmla="*/ 680 w 711"/>
              <a:gd name="T9" fmla="*/ 403 h 600"/>
              <a:gd name="T10" fmla="*/ 677 w 711"/>
              <a:gd name="T11" fmla="*/ 473 h 600"/>
              <a:gd name="T12" fmla="*/ 642 w 711"/>
              <a:gd name="T13" fmla="*/ 531 h 600"/>
              <a:gd name="T14" fmla="*/ 584 w 711"/>
              <a:gd name="T15" fmla="*/ 566 h 600"/>
              <a:gd name="T16" fmla="*/ 522 w 711"/>
              <a:gd name="T17" fmla="*/ 571 h 600"/>
              <a:gd name="T18" fmla="*/ 476 w 711"/>
              <a:gd name="T19" fmla="*/ 556 h 600"/>
              <a:gd name="T20" fmla="*/ 439 w 711"/>
              <a:gd name="T21" fmla="*/ 529 h 600"/>
              <a:gd name="T22" fmla="*/ 414 w 711"/>
              <a:gd name="T23" fmla="*/ 494 h 600"/>
              <a:gd name="T24" fmla="*/ 303 w 711"/>
              <a:gd name="T25" fmla="*/ 490 h 600"/>
              <a:gd name="T26" fmla="*/ 284 w 711"/>
              <a:gd name="T27" fmla="*/ 513 h 600"/>
              <a:gd name="T28" fmla="*/ 250 w 711"/>
              <a:gd name="T29" fmla="*/ 547 h 600"/>
              <a:gd name="T30" fmla="*/ 207 w 711"/>
              <a:gd name="T31" fmla="*/ 567 h 600"/>
              <a:gd name="T32" fmla="*/ 154 w 711"/>
              <a:gd name="T33" fmla="*/ 571 h 600"/>
              <a:gd name="T34" fmla="*/ 90 w 711"/>
              <a:gd name="T35" fmla="*/ 549 h 600"/>
              <a:gd name="T36" fmla="*/ 45 w 711"/>
              <a:gd name="T37" fmla="*/ 498 h 600"/>
              <a:gd name="T38" fmla="*/ 28 w 711"/>
              <a:gd name="T39" fmla="*/ 431 h 600"/>
              <a:gd name="T40" fmla="*/ 45 w 711"/>
              <a:gd name="T41" fmla="*/ 364 h 600"/>
              <a:gd name="T42" fmla="*/ 90 w 711"/>
              <a:gd name="T43" fmla="*/ 314 h 600"/>
              <a:gd name="T44" fmla="*/ 154 w 711"/>
              <a:gd name="T45" fmla="*/ 290 h 600"/>
              <a:gd name="T46" fmla="*/ 443 w 711"/>
              <a:gd name="T47" fmla="*/ 282 h 600"/>
              <a:gd name="T48" fmla="*/ 430 w 711"/>
              <a:gd name="T49" fmla="*/ 262 h 600"/>
              <a:gd name="T50" fmla="*/ 399 w 711"/>
              <a:gd name="T51" fmla="*/ 228 h 600"/>
              <a:gd name="T52" fmla="*/ 369 w 711"/>
              <a:gd name="T53" fmla="*/ 136 h 600"/>
              <a:gd name="T54" fmla="*/ 352 w 711"/>
              <a:gd name="T55" fmla="*/ 103 h 600"/>
              <a:gd name="T56" fmla="*/ 276 w 711"/>
              <a:gd name="T57" fmla="*/ 96 h 600"/>
              <a:gd name="T58" fmla="*/ 268 w 711"/>
              <a:gd name="T59" fmla="*/ 9 h 600"/>
              <a:gd name="T60" fmla="*/ 246 w 711"/>
              <a:gd name="T61" fmla="*/ 5 h 600"/>
              <a:gd name="T62" fmla="*/ 245 w 711"/>
              <a:gd name="T63" fmla="*/ 101 h 600"/>
              <a:gd name="T64" fmla="*/ 271 w 711"/>
              <a:gd name="T65" fmla="*/ 124 h 600"/>
              <a:gd name="T66" fmla="*/ 340 w 711"/>
              <a:gd name="T67" fmla="*/ 131 h 600"/>
              <a:gd name="T68" fmla="*/ 313 w 711"/>
              <a:gd name="T69" fmla="*/ 219 h 600"/>
              <a:gd name="T70" fmla="*/ 289 w 711"/>
              <a:gd name="T71" fmla="*/ 262 h 600"/>
              <a:gd name="T72" fmla="*/ 103 w 711"/>
              <a:gd name="T73" fmla="*/ 275 h 600"/>
              <a:gd name="T74" fmla="*/ 39 w 711"/>
              <a:gd name="T75" fmla="*/ 323 h 600"/>
              <a:gd name="T76" fmla="*/ 3 w 711"/>
              <a:gd name="T77" fmla="*/ 398 h 600"/>
              <a:gd name="T78" fmla="*/ 8 w 711"/>
              <a:gd name="T79" fmla="*/ 481 h 600"/>
              <a:gd name="T80" fmla="*/ 49 w 711"/>
              <a:gd name="T81" fmla="*/ 551 h 600"/>
              <a:gd name="T82" fmla="*/ 119 w 711"/>
              <a:gd name="T83" fmla="*/ 593 h 600"/>
              <a:gd name="T84" fmla="*/ 191 w 711"/>
              <a:gd name="T85" fmla="*/ 599 h 600"/>
              <a:gd name="T86" fmla="*/ 244 w 711"/>
              <a:gd name="T87" fmla="*/ 583 h 600"/>
              <a:gd name="T88" fmla="*/ 288 w 711"/>
              <a:gd name="T89" fmla="*/ 552 h 600"/>
              <a:gd name="T90" fmla="*/ 396 w 711"/>
              <a:gd name="T91" fmla="*/ 517 h 600"/>
              <a:gd name="T92" fmla="*/ 431 w 711"/>
              <a:gd name="T93" fmla="*/ 560 h 600"/>
              <a:gd name="T94" fmla="*/ 477 w 711"/>
              <a:gd name="T95" fmla="*/ 588 h 600"/>
              <a:gd name="T96" fmla="*/ 530 w 711"/>
              <a:gd name="T97" fmla="*/ 600 h 600"/>
              <a:gd name="T98" fmla="*/ 607 w 711"/>
              <a:gd name="T99" fmla="*/ 588 h 600"/>
              <a:gd name="T100" fmla="*/ 672 w 711"/>
              <a:gd name="T101" fmla="*/ 539 h 600"/>
              <a:gd name="T102" fmla="*/ 707 w 711"/>
              <a:gd name="T103" fmla="*/ 465 h 600"/>
              <a:gd name="T104" fmla="*/ 703 w 711"/>
              <a:gd name="T105" fmla="*/ 380 h 600"/>
              <a:gd name="T106" fmla="*/ 661 w 711"/>
              <a:gd name="T107" fmla="*/ 312 h 600"/>
              <a:gd name="T108" fmla="*/ 592 w 711"/>
              <a:gd name="T109" fmla="*/ 270 h 600"/>
              <a:gd name="T110" fmla="*/ 357 w 711"/>
              <a:gd name="T111" fmla="*/ 234 h 600"/>
              <a:gd name="T112" fmla="*/ 382 w 711"/>
              <a:gd name="T113" fmla="*/ 250 h 600"/>
              <a:gd name="T114" fmla="*/ 321 w 711"/>
              <a:gd name="T115" fmla="*/ 250 h 600"/>
              <a:gd name="T116" fmla="*/ 345 w 711"/>
              <a:gd name="T117" fmla="*/ 23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11" h="600">
                <a:moveTo>
                  <a:pt x="542" y="262"/>
                </a:moveTo>
                <a:lnTo>
                  <a:pt x="530" y="262"/>
                </a:lnTo>
                <a:lnTo>
                  <a:pt x="525" y="263"/>
                </a:lnTo>
                <a:lnTo>
                  <a:pt x="520" y="265"/>
                </a:lnTo>
                <a:lnTo>
                  <a:pt x="518" y="271"/>
                </a:lnTo>
                <a:lnTo>
                  <a:pt x="517" y="276"/>
                </a:lnTo>
                <a:lnTo>
                  <a:pt x="518" y="282"/>
                </a:lnTo>
                <a:lnTo>
                  <a:pt x="520" y="286"/>
                </a:lnTo>
                <a:lnTo>
                  <a:pt x="525" y="288"/>
                </a:lnTo>
                <a:lnTo>
                  <a:pt x="530" y="290"/>
                </a:lnTo>
                <a:lnTo>
                  <a:pt x="542" y="290"/>
                </a:lnTo>
                <a:lnTo>
                  <a:pt x="556" y="290"/>
                </a:lnTo>
                <a:lnTo>
                  <a:pt x="570" y="292"/>
                </a:lnTo>
                <a:lnTo>
                  <a:pt x="584" y="296"/>
                </a:lnTo>
                <a:lnTo>
                  <a:pt x="597" y="301"/>
                </a:lnTo>
                <a:lnTo>
                  <a:pt x="609" y="306"/>
                </a:lnTo>
                <a:lnTo>
                  <a:pt x="621" y="314"/>
                </a:lnTo>
                <a:lnTo>
                  <a:pt x="632" y="322"/>
                </a:lnTo>
                <a:lnTo>
                  <a:pt x="642" y="331"/>
                </a:lnTo>
                <a:lnTo>
                  <a:pt x="651" y="342"/>
                </a:lnTo>
                <a:lnTo>
                  <a:pt x="659" y="352"/>
                </a:lnTo>
                <a:lnTo>
                  <a:pt x="666" y="364"/>
                </a:lnTo>
                <a:lnTo>
                  <a:pt x="672" y="376"/>
                </a:lnTo>
                <a:lnTo>
                  <a:pt x="677" y="389"/>
                </a:lnTo>
                <a:lnTo>
                  <a:pt x="680" y="403"/>
                </a:lnTo>
                <a:lnTo>
                  <a:pt x="682" y="417"/>
                </a:lnTo>
                <a:lnTo>
                  <a:pt x="683" y="431"/>
                </a:lnTo>
                <a:lnTo>
                  <a:pt x="682" y="446"/>
                </a:lnTo>
                <a:lnTo>
                  <a:pt x="680" y="460"/>
                </a:lnTo>
                <a:lnTo>
                  <a:pt x="677" y="473"/>
                </a:lnTo>
                <a:lnTo>
                  <a:pt x="672" y="487"/>
                </a:lnTo>
                <a:lnTo>
                  <a:pt x="666" y="498"/>
                </a:lnTo>
                <a:lnTo>
                  <a:pt x="659" y="510"/>
                </a:lnTo>
                <a:lnTo>
                  <a:pt x="651" y="521"/>
                </a:lnTo>
                <a:lnTo>
                  <a:pt x="642" y="531"/>
                </a:lnTo>
                <a:lnTo>
                  <a:pt x="632" y="540"/>
                </a:lnTo>
                <a:lnTo>
                  <a:pt x="621" y="549"/>
                </a:lnTo>
                <a:lnTo>
                  <a:pt x="609" y="555"/>
                </a:lnTo>
                <a:lnTo>
                  <a:pt x="597" y="562"/>
                </a:lnTo>
                <a:lnTo>
                  <a:pt x="584" y="566"/>
                </a:lnTo>
                <a:lnTo>
                  <a:pt x="570" y="569"/>
                </a:lnTo>
                <a:lnTo>
                  <a:pt x="556" y="571"/>
                </a:lnTo>
                <a:lnTo>
                  <a:pt x="542" y="573"/>
                </a:lnTo>
                <a:lnTo>
                  <a:pt x="532" y="573"/>
                </a:lnTo>
                <a:lnTo>
                  <a:pt x="522" y="571"/>
                </a:lnTo>
                <a:lnTo>
                  <a:pt x="513" y="569"/>
                </a:lnTo>
                <a:lnTo>
                  <a:pt x="503" y="567"/>
                </a:lnTo>
                <a:lnTo>
                  <a:pt x="495" y="564"/>
                </a:lnTo>
                <a:lnTo>
                  <a:pt x="485" y="561"/>
                </a:lnTo>
                <a:lnTo>
                  <a:pt x="476" y="556"/>
                </a:lnTo>
                <a:lnTo>
                  <a:pt x="469" y="552"/>
                </a:lnTo>
                <a:lnTo>
                  <a:pt x="460" y="547"/>
                </a:lnTo>
                <a:lnTo>
                  <a:pt x="453" y="541"/>
                </a:lnTo>
                <a:lnTo>
                  <a:pt x="445" y="535"/>
                </a:lnTo>
                <a:lnTo>
                  <a:pt x="439" y="529"/>
                </a:lnTo>
                <a:lnTo>
                  <a:pt x="432" y="521"/>
                </a:lnTo>
                <a:lnTo>
                  <a:pt x="427" y="513"/>
                </a:lnTo>
                <a:lnTo>
                  <a:pt x="422" y="505"/>
                </a:lnTo>
                <a:lnTo>
                  <a:pt x="416" y="496"/>
                </a:lnTo>
                <a:lnTo>
                  <a:pt x="414" y="494"/>
                </a:lnTo>
                <a:lnTo>
                  <a:pt x="411" y="491"/>
                </a:lnTo>
                <a:lnTo>
                  <a:pt x="408" y="490"/>
                </a:lnTo>
                <a:lnTo>
                  <a:pt x="404" y="490"/>
                </a:lnTo>
                <a:lnTo>
                  <a:pt x="307" y="490"/>
                </a:lnTo>
                <a:lnTo>
                  <a:pt x="303" y="490"/>
                </a:lnTo>
                <a:lnTo>
                  <a:pt x="299" y="491"/>
                </a:lnTo>
                <a:lnTo>
                  <a:pt x="296" y="494"/>
                </a:lnTo>
                <a:lnTo>
                  <a:pt x="294" y="496"/>
                </a:lnTo>
                <a:lnTo>
                  <a:pt x="290" y="505"/>
                </a:lnTo>
                <a:lnTo>
                  <a:pt x="284" y="513"/>
                </a:lnTo>
                <a:lnTo>
                  <a:pt x="278" y="521"/>
                </a:lnTo>
                <a:lnTo>
                  <a:pt x="271" y="529"/>
                </a:lnTo>
                <a:lnTo>
                  <a:pt x="265" y="535"/>
                </a:lnTo>
                <a:lnTo>
                  <a:pt x="257" y="541"/>
                </a:lnTo>
                <a:lnTo>
                  <a:pt x="250" y="547"/>
                </a:lnTo>
                <a:lnTo>
                  <a:pt x="242" y="552"/>
                </a:lnTo>
                <a:lnTo>
                  <a:pt x="234" y="556"/>
                </a:lnTo>
                <a:lnTo>
                  <a:pt x="225" y="561"/>
                </a:lnTo>
                <a:lnTo>
                  <a:pt x="217" y="564"/>
                </a:lnTo>
                <a:lnTo>
                  <a:pt x="207" y="567"/>
                </a:lnTo>
                <a:lnTo>
                  <a:pt x="198" y="569"/>
                </a:lnTo>
                <a:lnTo>
                  <a:pt x="189" y="571"/>
                </a:lnTo>
                <a:lnTo>
                  <a:pt x="179" y="573"/>
                </a:lnTo>
                <a:lnTo>
                  <a:pt x="170" y="573"/>
                </a:lnTo>
                <a:lnTo>
                  <a:pt x="154" y="571"/>
                </a:lnTo>
                <a:lnTo>
                  <a:pt x="141" y="569"/>
                </a:lnTo>
                <a:lnTo>
                  <a:pt x="127" y="566"/>
                </a:lnTo>
                <a:lnTo>
                  <a:pt x="114" y="562"/>
                </a:lnTo>
                <a:lnTo>
                  <a:pt x="102" y="555"/>
                </a:lnTo>
                <a:lnTo>
                  <a:pt x="90" y="549"/>
                </a:lnTo>
                <a:lnTo>
                  <a:pt x="79" y="540"/>
                </a:lnTo>
                <a:lnTo>
                  <a:pt x="69" y="531"/>
                </a:lnTo>
                <a:lnTo>
                  <a:pt x="60" y="521"/>
                </a:lnTo>
                <a:lnTo>
                  <a:pt x="51" y="510"/>
                </a:lnTo>
                <a:lnTo>
                  <a:pt x="45" y="498"/>
                </a:lnTo>
                <a:lnTo>
                  <a:pt x="39" y="487"/>
                </a:lnTo>
                <a:lnTo>
                  <a:pt x="34" y="473"/>
                </a:lnTo>
                <a:lnTo>
                  <a:pt x="31" y="460"/>
                </a:lnTo>
                <a:lnTo>
                  <a:pt x="29" y="446"/>
                </a:lnTo>
                <a:lnTo>
                  <a:pt x="28" y="431"/>
                </a:lnTo>
                <a:lnTo>
                  <a:pt x="29" y="417"/>
                </a:lnTo>
                <a:lnTo>
                  <a:pt x="31" y="403"/>
                </a:lnTo>
                <a:lnTo>
                  <a:pt x="34" y="389"/>
                </a:lnTo>
                <a:lnTo>
                  <a:pt x="39" y="376"/>
                </a:lnTo>
                <a:lnTo>
                  <a:pt x="45" y="364"/>
                </a:lnTo>
                <a:lnTo>
                  <a:pt x="51" y="352"/>
                </a:lnTo>
                <a:lnTo>
                  <a:pt x="60" y="342"/>
                </a:lnTo>
                <a:lnTo>
                  <a:pt x="69" y="331"/>
                </a:lnTo>
                <a:lnTo>
                  <a:pt x="79" y="322"/>
                </a:lnTo>
                <a:lnTo>
                  <a:pt x="90" y="314"/>
                </a:lnTo>
                <a:lnTo>
                  <a:pt x="102" y="306"/>
                </a:lnTo>
                <a:lnTo>
                  <a:pt x="114" y="301"/>
                </a:lnTo>
                <a:lnTo>
                  <a:pt x="127" y="296"/>
                </a:lnTo>
                <a:lnTo>
                  <a:pt x="141" y="292"/>
                </a:lnTo>
                <a:lnTo>
                  <a:pt x="154" y="290"/>
                </a:lnTo>
                <a:lnTo>
                  <a:pt x="170" y="290"/>
                </a:lnTo>
                <a:lnTo>
                  <a:pt x="430" y="290"/>
                </a:lnTo>
                <a:lnTo>
                  <a:pt x="436" y="288"/>
                </a:lnTo>
                <a:lnTo>
                  <a:pt x="440" y="286"/>
                </a:lnTo>
                <a:lnTo>
                  <a:pt x="443" y="282"/>
                </a:lnTo>
                <a:lnTo>
                  <a:pt x="444" y="276"/>
                </a:lnTo>
                <a:lnTo>
                  <a:pt x="443" y="271"/>
                </a:lnTo>
                <a:lnTo>
                  <a:pt x="440" y="265"/>
                </a:lnTo>
                <a:lnTo>
                  <a:pt x="436" y="263"/>
                </a:lnTo>
                <a:lnTo>
                  <a:pt x="430" y="262"/>
                </a:lnTo>
                <a:lnTo>
                  <a:pt x="414" y="262"/>
                </a:lnTo>
                <a:lnTo>
                  <a:pt x="413" y="253"/>
                </a:lnTo>
                <a:lnTo>
                  <a:pt x="410" y="244"/>
                </a:lnTo>
                <a:lnTo>
                  <a:pt x="406" y="235"/>
                </a:lnTo>
                <a:lnTo>
                  <a:pt x="399" y="228"/>
                </a:lnTo>
                <a:lnTo>
                  <a:pt x="393" y="221"/>
                </a:lnTo>
                <a:lnTo>
                  <a:pt x="385" y="216"/>
                </a:lnTo>
                <a:lnTo>
                  <a:pt x="378" y="212"/>
                </a:lnTo>
                <a:lnTo>
                  <a:pt x="369" y="209"/>
                </a:lnTo>
                <a:lnTo>
                  <a:pt x="369" y="136"/>
                </a:lnTo>
                <a:lnTo>
                  <a:pt x="368" y="128"/>
                </a:lnTo>
                <a:lnTo>
                  <a:pt x="366" y="121"/>
                </a:lnTo>
                <a:lnTo>
                  <a:pt x="363" y="114"/>
                </a:lnTo>
                <a:lnTo>
                  <a:pt x="357" y="108"/>
                </a:lnTo>
                <a:lnTo>
                  <a:pt x="352" y="103"/>
                </a:lnTo>
                <a:lnTo>
                  <a:pt x="345" y="100"/>
                </a:lnTo>
                <a:lnTo>
                  <a:pt x="338" y="98"/>
                </a:lnTo>
                <a:lnTo>
                  <a:pt x="330" y="97"/>
                </a:lnTo>
                <a:lnTo>
                  <a:pt x="280" y="97"/>
                </a:lnTo>
                <a:lnTo>
                  <a:pt x="276" y="96"/>
                </a:lnTo>
                <a:lnTo>
                  <a:pt x="273" y="94"/>
                </a:lnTo>
                <a:lnTo>
                  <a:pt x="269" y="90"/>
                </a:lnTo>
                <a:lnTo>
                  <a:pt x="269" y="86"/>
                </a:lnTo>
                <a:lnTo>
                  <a:pt x="269" y="14"/>
                </a:lnTo>
                <a:lnTo>
                  <a:pt x="268" y="9"/>
                </a:lnTo>
                <a:lnTo>
                  <a:pt x="265" y="5"/>
                </a:lnTo>
                <a:lnTo>
                  <a:pt x="261" y="1"/>
                </a:lnTo>
                <a:lnTo>
                  <a:pt x="255" y="0"/>
                </a:lnTo>
                <a:lnTo>
                  <a:pt x="250" y="1"/>
                </a:lnTo>
                <a:lnTo>
                  <a:pt x="246" y="5"/>
                </a:lnTo>
                <a:lnTo>
                  <a:pt x="242" y="9"/>
                </a:lnTo>
                <a:lnTo>
                  <a:pt x="241" y="14"/>
                </a:lnTo>
                <a:lnTo>
                  <a:pt x="241" y="86"/>
                </a:lnTo>
                <a:lnTo>
                  <a:pt x="242" y="94"/>
                </a:lnTo>
                <a:lnTo>
                  <a:pt x="245" y="101"/>
                </a:lnTo>
                <a:lnTo>
                  <a:pt x="248" y="108"/>
                </a:lnTo>
                <a:lnTo>
                  <a:pt x="252" y="113"/>
                </a:lnTo>
                <a:lnTo>
                  <a:pt x="259" y="118"/>
                </a:lnTo>
                <a:lnTo>
                  <a:pt x="265" y="122"/>
                </a:lnTo>
                <a:lnTo>
                  <a:pt x="271" y="124"/>
                </a:lnTo>
                <a:lnTo>
                  <a:pt x="280" y="125"/>
                </a:lnTo>
                <a:lnTo>
                  <a:pt x="330" y="125"/>
                </a:lnTo>
                <a:lnTo>
                  <a:pt x="335" y="126"/>
                </a:lnTo>
                <a:lnTo>
                  <a:pt x="338" y="128"/>
                </a:lnTo>
                <a:lnTo>
                  <a:pt x="340" y="131"/>
                </a:lnTo>
                <a:lnTo>
                  <a:pt x="341" y="136"/>
                </a:lnTo>
                <a:lnTo>
                  <a:pt x="341" y="208"/>
                </a:lnTo>
                <a:lnTo>
                  <a:pt x="332" y="210"/>
                </a:lnTo>
                <a:lnTo>
                  <a:pt x="322" y="214"/>
                </a:lnTo>
                <a:lnTo>
                  <a:pt x="313" y="219"/>
                </a:lnTo>
                <a:lnTo>
                  <a:pt x="306" y="226"/>
                </a:lnTo>
                <a:lnTo>
                  <a:pt x="299" y="233"/>
                </a:lnTo>
                <a:lnTo>
                  <a:pt x="294" y="242"/>
                </a:lnTo>
                <a:lnTo>
                  <a:pt x="291" y="252"/>
                </a:lnTo>
                <a:lnTo>
                  <a:pt x="289" y="262"/>
                </a:lnTo>
                <a:lnTo>
                  <a:pt x="170" y="262"/>
                </a:lnTo>
                <a:lnTo>
                  <a:pt x="152" y="262"/>
                </a:lnTo>
                <a:lnTo>
                  <a:pt x="135" y="265"/>
                </a:lnTo>
                <a:lnTo>
                  <a:pt x="119" y="270"/>
                </a:lnTo>
                <a:lnTo>
                  <a:pt x="103" y="275"/>
                </a:lnTo>
                <a:lnTo>
                  <a:pt x="89" y="283"/>
                </a:lnTo>
                <a:lnTo>
                  <a:pt x="75" y="291"/>
                </a:lnTo>
                <a:lnTo>
                  <a:pt x="61" y="301"/>
                </a:lnTo>
                <a:lnTo>
                  <a:pt x="49" y="312"/>
                </a:lnTo>
                <a:lnTo>
                  <a:pt x="39" y="323"/>
                </a:lnTo>
                <a:lnTo>
                  <a:pt x="29" y="336"/>
                </a:lnTo>
                <a:lnTo>
                  <a:pt x="20" y="350"/>
                </a:lnTo>
                <a:lnTo>
                  <a:pt x="13" y="365"/>
                </a:lnTo>
                <a:lnTo>
                  <a:pt x="8" y="380"/>
                </a:lnTo>
                <a:lnTo>
                  <a:pt x="3" y="398"/>
                </a:lnTo>
                <a:lnTo>
                  <a:pt x="1" y="414"/>
                </a:lnTo>
                <a:lnTo>
                  <a:pt x="0" y="431"/>
                </a:lnTo>
                <a:lnTo>
                  <a:pt x="1" y="448"/>
                </a:lnTo>
                <a:lnTo>
                  <a:pt x="3" y="465"/>
                </a:lnTo>
                <a:lnTo>
                  <a:pt x="8" y="481"/>
                </a:lnTo>
                <a:lnTo>
                  <a:pt x="13" y="497"/>
                </a:lnTo>
                <a:lnTo>
                  <a:pt x="20" y="511"/>
                </a:lnTo>
                <a:lnTo>
                  <a:pt x="29" y="525"/>
                </a:lnTo>
                <a:lnTo>
                  <a:pt x="39" y="539"/>
                </a:lnTo>
                <a:lnTo>
                  <a:pt x="49" y="551"/>
                </a:lnTo>
                <a:lnTo>
                  <a:pt x="61" y="562"/>
                </a:lnTo>
                <a:lnTo>
                  <a:pt x="75" y="571"/>
                </a:lnTo>
                <a:lnTo>
                  <a:pt x="89" y="580"/>
                </a:lnTo>
                <a:lnTo>
                  <a:pt x="103" y="588"/>
                </a:lnTo>
                <a:lnTo>
                  <a:pt x="119" y="593"/>
                </a:lnTo>
                <a:lnTo>
                  <a:pt x="135" y="597"/>
                </a:lnTo>
                <a:lnTo>
                  <a:pt x="152" y="599"/>
                </a:lnTo>
                <a:lnTo>
                  <a:pt x="170" y="600"/>
                </a:lnTo>
                <a:lnTo>
                  <a:pt x="180" y="600"/>
                </a:lnTo>
                <a:lnTo>
                  <a:pt x="191" y="599"/>
                </a:lnTo>
                <a:lnTo>
                  <a:pt x="203" y="597"/>
                </a:lnTo>
                <a:lnTo>
                  <a:pt x="214" y="595"/>
                </a:lnTo>
                <a:lnTo>
                  <a:pt x="223" y="592"/>
                </a:lnTo>
                <a:lnTo>
                  <a:pt x="234" y="588"/>
                </a:lnTo>
                <a:lnTo>
                  <a:pt x="244" y="583"/>
                </a:lnTo>
                <a:lnTo>
                  <a:pt x="253" y="578"/>
                </a:lnTo>
                <a:lnTo>
                  <a:pt x="263" y="573"/>
                </a:lnTo>
                <a:lnTo>
                  <a:pt x="271" y="566"/>
                </a:lnTo>
                <a:lnTo>
                  <a:pt x="280" y="560"/>
                </a:lnTo>
                <a:lnTo>
                  <a:pt x="288" y="552"/>
                </a:lnTo>
                <a:lnTo>
                  <a:pt x="295" y="544"/>
                </a:lnTo>
                <a:lnTo>
                  <a:pt x="303" y="536"/>
                </a:lnTo>
                <a:lnTo>
                  <a:pt x="309" y="526"/>
                </a:lnTo>
                <a:lnTo>
                  <a:pt x="314" y="517"/>
                </a:lnTo>
                <a:lnTo>
                  <a:pt x="396" y="517"/>
                </a:lnTo>
                <a:lnTo>
                  <a:pt x="402" y="526"/>
                </a:lnTo>
                <a:lnTo>
                  <a:pt x="409" y="536"/>
                </a:lnTo>
                <a:lnTo>
                  <a:pt x="415" y="544"/>
                </a:lnTo>
                <a:lnTo>
                  <a:pt x="423" y="552"/>
                </a:lnTo>
                <a:lnTo>
                  <a:pt x="431" y="560"/>
                </a:lnTo>
                <a:lnTo>
                  <a:pt x="440" y="566"/>
                </a:lnTo>
                <a:lnTo>
                  <a:pt x="448" y="573"/>
                </a:lnTo>
                <a:lnTo>
                  <a:pt x="458" y="578"/>
                </a:lnTo>
                <a:lnTo>
                  <a:pt x="467" y="583"/>
                </a:lnTo>
                <a:lnTo>
                  <a:pt x="477" y="588"/>
                </a:lnTo>
                <a:lnTo>
                  <a:pt x="487" y="592"/>
                </a:lnTo>
                <a:lnTo>
                  <a:pt x="498" y="595"/>
                </a:lnTo>
                <a:lnTo>
                  <a:pt x="509" y="597"/>
                </a:lnTo>
                <a:lnTo>
                  <a:pt x="519" y="599"/>
                </a:lnTo>
                <a:lnTo>
                  <a:pt x="530" y="600"/>
                </a:lnTo>
                <a:lnTo>
                  <a:pt x="542" y="600"/>
                </a:lnTo>
                <a:lnTo>
                  <a:pt x="559" y="599"/>
                </a:lnTo>
                <a:lnTo>
                  <a:pt x="576" y="597"/>
                </a:lnTo>
                <a:lnTo>
                  <a:pt x="592" y="593"/>
                </a:lnTo>
                <a:lnTo>
                  <a:pt x="607" y="588"/>
                </a:lnTo>
                <a:lnTo>
                  <a:pt x="622" y="580"/>
                </a:lnTo>
                <a:lnTo>
                  <a:pt x="636" y="571"/>
                </a:lnTo>
                <a:lnTo>
                  <a:pt x="649" y="562"/>
                </a:lnTo>
                <a:lnTo>
                  <a:pt x="661" y="551"/>
                </a:lnTo>
                <a:lnTo>
                  <a:pt x="672" y="539"/>
                </a:lnTo>
                <a:lnTo>
                  <a:pt x="682" y="525"/>
                </a:lnTo>
                <a:lnTo>
                  <a:pt x="690" y="511"/>
                </a:lnTo>
                <a:lnTo>
                  <a:pt x="697" y="497"/>
                </a:lnTo>
                <a:lnTo>
                  <a:pt x="703" y="481"/>
                </a:lnTo>
                <a:lnTo>
                  <a:pt x="707" y="465"/>
                </a:lnTo>
                <a:lnTo>
                  <a:pt x="710" y="448"/>
                </a:lnTo>
                <a:lnTo>
                  <a:pt x="711" y="431"/>
                </a:lnTo>
                <a:lnTo>
                  <a:pt x="710" y="414"/>
                </a:lnTo>
                <a:lnTo>
                  <a:pt x="707" y="398"/>
                </a:lnTo>
                <a:lnTo>
                  <a:pt x="703" y="380"/>
                </a:lnTo>
                <a:lnTo>
                  <a:pt x="697" y="365"/>
                </a:lnTo>
                <a:lnTo>
                  <a:pt x="690" y="350"/>
                </a:lnTo>
                <a:lnTo>
                  <a:pt x="682" y="336"/>
                </a:lnTo>
                <a:lnTo>
                  <a:pt x="672" y="323"/>
                </a:lnTo>
                <a:lnTo>
                  <a:pt x="661" y="312"/>
                </a:lnTo>
                <a:lnTo>
                  <a:pt x="649" y="301"/>
                </a:lnTo>
                <a:lnTo>
                  <a:pt x="636" y="291"/>
                </a:lnTo>
                <a:lnTo>
                  <a:pt x="622" y="283"/>
                </a:lnTo>
                <a:lnTo>
                  <a:pt x="607" y="275"/>
                </a:lnTo>
                <a:lnTo>
                  <a:pt x="592" y="270"/>
                </a:lnTo>
                <a:lnTo>
                  <a:pt x="576" y="265"/>
                </a:lnTo>
                <a:lnTo>
                  <a:pt x="559" y="262"/>
                </a:lnTo>
                <a:lnTo>
                  <a:pt x="542" y="262"/>
                </a:lnTo>
                <a:close/>
                <a:moveTo>
                  <a:pt x="352" y="234"/>
                </a:moveTo>
                <a:lnTo>
                  <a:pt x="357" y="234"/>
                </a:lnTo>
                <a:lnTo>
                  <a:pt x="364" y="236"/>
                </a:lnTo>
                <a:lnTo>
                  <a:pt x="369" y="239"/>
                </a:lnTo>
                <a:lnTo>
                  <a:pt x="374" y="242"/>
                </a:lnTo>
                <a:lnTo>
                  <a:pt x="379" y="246"/>
                </a:lnTo>
                <a:lnTo>
                  <a:pt x="382" y="250"/>
                </a:lnTo>
                <a:lnTo>
                  <a:pt x="384" y="256"/>
                </a:lnTo>
                <a:lnTo>
                  <a:pt x="386" y="262"/>
                </a:lnTo>
                <a:lnTo>
                  <a:pt x="316" y="262"/>
                </a:lnTo>
                <a:lnTo>
                  <a:pt x="319" y="256"/>
                </a:lnTo>
                <a:lnTo>
                  <a:pt x="321" y="250"/>
                </a:lnTo>
                <a:lnTo>
                  <a:pt x="325" y="246"/>
                </a:lnTo>
                <a:lnTo>
                  <a:pt x="329" y="242"/>
                </a:lnTo>
                <a:lnTo>
                  <a:pt x="334" y="239"/>
                </a:lnTo>
                <a:lnTo>
                  <a:pt x="339" y="236"/>
                </a:lnTo>
                <a:lnTo>
                  <a:pt x="345" y="234"/>
                </a:lnTo>
                <a:lnTo>
                  <a:pt x="352" y="2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3" name="Freeform 21">
            <a:extLst>
              <a:ext uri="{FF2B5EF4-FFF2-40B4-BE49-F238E27FC236}">
                <a16:creationId xmlns:a16="http://schemas.microsoft.com/office/drawing/2014/main" id="{66C59E8F-8CEF-4CD9-8A48-3F2BAACB8916}"/>
              </a:ext>
            </a:extLst>
          </p:cNvPr>
          <p:cNvSpPr>
            <a:spLocks/>
          </p:cNvSpPr>
          <p:nvPr/>
        </p:nvSpPr>
        <p:spPr bwMode="auto">
          <a:xfrm>
            <a:off x="1800226" y="3422651"/>
            <a:ext cx="14288" cy="15875"/>
          </a:xfrm>
          <a:custGeom>
            <a:avLst/>
            <a:gdLst>
              <a:gd name="T0" fmla="*/ 23 w 27"/>
              <a:gd name="T1" fmla="*/ 3 h 28"/>
              <a:gd name="T2" fmla="*/ 19 w 27"/>
              <a:gd name="T3" fmla="*/ 1 h 28"/>
              <a:gd name="T4" fmla="*/ 14 w 27"/>
              <a:gd name="T5" fmla="*/ 0 h 28"/>
              <a:gd name="T6" fmla="*/ 8 w 27"/>
              <a:gd name="T7" fmla="*/ 1 h 28"/>
              <a:gd name="T8" fmla="*/ 4 w 27"/>
              <a:gd name="T9" fmla="*/ 3 h 28"/>
              <a:gd name="T10" fmla="*/ 1 w 27"/>
              <a:gd name="T11" fmla="*/ 9 h 28"/>
              <a:gd name="T12" fmla="*/ 0 w 27"/>
              <a:gd name="T13" fmla="*/ 14 h 28"/>
              <a:gd name="T14" fmla="*/ 1 w 27"/>
              <a:gd name="T15" fmla="*/ 20 h 28"/>
              <a:gd name="T16" fmla="*/ 4 w 27"/>
              <a:gd name="T17" fmla="*/ 24 h 28"/>
              <a:gd name="T18" fmla="*/ 8 w 27"/>
              <a:gd name="T19" fmla="*/ 27 h 28"/>
              <a:gd name="T20" fmla="*/ 14 w 27"/>
              <a:gd name="T21" fmla="*/ 28 h 28"/>
              <a:gd name="T22" fmla="*/ 19 w 27"/>
              <a:gd name="T23" fmla="*/ 27 h 28"/>
              <a:gd name="T24" fmla="*/ 23 w 27"/>
              <a:gd name="T25" fmla="*/ 24 h 28"/>
              <a:gd name="T26" fmla="*/ 26 w 27"/>
              <a:gd name="T27" fmla="*/ 20 h 28"/>
              <a:gd name="T28" fmla="*/ 27 w 27"/>
              <a:gd name="T29" fmla="*/ 14 h 28"/>
              <a:gd name="T30" fmla="*/ 26 w 27"/>
              <a:gd name="T31" fmla="*/ 9 h 28"/>
              <a:gd name="T32" fmla="*/ 23 w 27"/>
              <a:gd name="T33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8">
                <a:moveTo>
                  <a:pt x="23" y="3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3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6" y="20"/>
                </a:lnTo>
                <a:lnTo>
                  <a:pt x="27" y="14"/>
                </a:lnTo>
                <a:lnTo>
                  <a:pt x="26" y="9"/>
                </a:lnTo>
                <a:lnTo>
                  <a:pt x="23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4" name="Freeform 22">
            <a:extLst>
              <a:ext uri="{FF2B5EF4-FFF2-40B4-BE49-F238E27FC236}">
                <a16:creationId xmlns:a16="http://schemas.microsoft.com/office/drawing/2014/main" id="{B3F785AA-CA9C-4698-BA01-65A1CD52FD72}"/>
              </a:ext>
            </a:extLst>
          </p:cNvPr>
          <p:cNvSpPr>
            <a:spLocks noEditPoints="1"/>
          </p:cNvSpPr>
          <p:nvPr/>
        </p:nvSpPr>
        <p:spPr bwMode="auto">
          <a:xfrm>
            <a:off x="1595438" y="3463926"/>
            <a:ext cx="96838" cy="96838"/>
          </a:xfrm>
          <a:custGeom>
            <a:avLst/>
            <a:gdLst>
              <a:gd name="T0" fmla="*/ 133 w 184"/>
              <a:gd name="T1" fmla="*/ 41 h 183"/>
              <a:gd name="T2" fmla="*/ 127 w 184"/>
              <a:gd name="T3" fmla="*/ 18 h 183"/>
              <a:gd name="T4" fmla="*/ 109 w 184"/>
              <a:gd name="T5" fmla="*/ 3 h 183"/>
              <a:gd name="T6" fmla="*/ 84 w 184"/>
              <a:gd name="T7" fmla="*/ 1 h 183"/>
              <a:gd name="T8" fmla="*/ 62 w 184"/>
              <a:gd name="T9" fmla="*/ 12 h 183"/>
              <a:gd name="T10" fmla="*/ 52 w 184"/>
              <a:gd name="T11" fmla="*/ 33 h 183"/>
              <a:gd name="T12" fmla="*/ 42 w 184"/>
              <a:gd name="T13" fmla="*/ 50 h 183"/>
              <a:gd name="T14" fmla="*/ 18 w 184"/>
              <a:gd name="T15" fmla="*/ 56 h 183"/>
              <a:gd name="T16" fmla="*/ 3 w 184"/>
              <a:gd name="T17" fmla="*/ 75 h 183"/>
              <a:gd name="T18" fmla="*/ 1 w 184"/>
              <a:gd name="T19" fmla="*/ 99 h 183"/>
              <a:gd name="T20" fmla="*/ 13 w 184"/>
              <a:gd name="T21" fmla="*/ 121 h 183"/>
              <a:gd name="T22" fmla="*/ 34 w 184"/>
              <a:gd name="T23" fmla="*/ 132 h 183"/>
              <a:gd name="T24" fmla="*/ 51 w 184"/>
              <a:gd name="T25" fmla="*/ 141 h 183"/>
              <a:gd name="T26" fmla="*/ 58 w 184"/>
              <a:gd name="T27" fmla="*/ 165 h 183"/>
              <a:gd name="T28" fmla="*/ 76 w 184"/>
              <a:gd name="T29" fmla="*/ 180 h 183"/>
              <a:gd name="T30" fmla="*/ 100 w 184"/>
              <a:gd name="T31" fmla="*/ 182 h 183"/>
              <a:gd name="T32" fmla="*/ 121 w 184"/>
              <a:gd name="T33" fmla="*/ 170 h 183"/>
              <a:gd name="T34" fmla="*/ 133 w 184"/>
              <a:gd name="T35" fmla="*/ 150 h 183"/>
              <a:gd name="T36" fmla="*/ 142 w 184"/>
              <a:gd name="T37" fmla="*/ 133 h 183"/>
              <a:gd name="T38" fmla="*/ 165 w 184"/>
              <a:gd name="T39" fmla="*/ 126 h 183"/>
              <a:gd name="T40" fmla="*/ 180 w 184"/>
              <a:gd name="T41" fmla="*/ 108 h 183"/>
              <a:gd name="T42" fmla="*/ 183 w 184"/>
              <a:gd name="T43" fmla="*/ 83 h 183"/>
              <a:gd name="T44" fmla="*/ 172 w 184"/>
              <a:gd name="T45" fmla="*/ 62 h 183"/>
              <a:gd name="T46" fmla="*/ 150 w 184"/>
              <a:gd name="T47" fmla="*/ 50 h 183"/>
              <a:gd name="T48" fmla="*/ 119 w 184"/>
              <a:gd name="T49" fmla="*/ 105 h 183"/>
              <a:gd name="T50" fmla="*/ 108 w 184"/>
              <a:gd name="T51" fmla="*/ 113 h 183"/>
              <a:gd name="T52" fmla="*/ 105 w 184"/>
              <a:gd name="T53" fmla="*/ 147 h 183"/>
              <a:gd name="T54" fmla="*/ 93 w 184"/>
              <a:gd name="T55" fmla="*/ 155 h 183"/>
              <a:gd name="T56" fmla="*/ 80 w 184"/>
              <a:gd name="T57" fmla="*/ 147 h 183"/>
              <a:gd name="T58" fmla="*/ 77 w 184"/>
              <a:gd name="T59" fmla="*/ 113 h 183"/>
              <a:gd name="T60" fmla="*/ 65 w 184"/>
              <a:gd name="T61" fmla="*/ 105 h 183"/>
              <a:gd name="T62" fmla="*/ 32 w 184"/>
              <a:gd name="T63" fmla="*/ 102 h 183"/>
              <a:gd name="T64" fmla="*/ 29 w 184"/>
              <a:gd name="T65" fmla="*/ 85 h 183"/>
              <a:gd name="T66" fmla="*/ 42 w 184"/>
              <a:gd name="T67" fmla="*/ 78 h 183"/>
              <a:gd name="T68" fmla="*/ 74 w 184"/>
              <a:gd name="T69" fmla="*/ 74 h 183"/>
              <a:gd name="T70" fmla="*/ 79 w 184"/>
              <a:gd name="T71" fmla="*/ 41 h 183"/>
              <a:gd name="T72" fmla="*/ 87 w 184"/>
              <a:gd name="T73" fmla="*/ 29 h 183"/>
              <a:gd name="T74" fmla="*/ 102 w 184"/>
              <a:gd name="T75" fmla="*/ 32 h 183"/>
              <a:gd name="T76" fmla="*/ 106 w 184"/>
              <a:gd name="T77" fmla="*/ 64 h 183"/>
              <a:gd name="T78" fmla="*/ 114 w 184"/>
              <a:gd name="T79" fmla="*/ 77 h 183"/>
              <a:gd name="T80" fmla="*/ 147 w 184"/>
              <a:gd name="T81" fmla="*/ 79 h 183"/>
              <a:gd name="T82" fmla="*/ 156 w 184"/>
              <a:gd name="T83" fmla="*/ 91 h 183"/>
              <a:gd name="T84" fmla="*/ 147 w 184"/>
              <a:gd name="T85" fmla="*/ 104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4" h="183">
                <a:moveTo>
                  <a:pt x="142" y="50"/>
                </a:moveTo>
                <a:lnTo>
                  <a:pt x="133" y="50"/>
                </a:lnTo>
                <a:lnTo>
                  <a:pt x="133" y="41"/>
                </a:lnTo>
                <a:lnTo>
                  <a:pt x="133" y="33"/>
                </a:lnTo>
                <a:lnTo>
                  <a:pt x="130" y="25"/>
                </a:lnTo>
                <a:lnTo>
                  <a:pt x="127" y="18"/>
                </a:lnTo>
                <a:lnTo>
                  <a:pt x="121" y="12"/>
                </a:lnTo>
                <a:lnTo>
                  <a:pt x="115" y="7"/>
                </a:lnTo>
                <a:lnTo>
                  <a:pt x="109" y="3"/>
                </a:lnTo>
                <a:lnTo>
                  <a:pt x="100" y="1"/>
                </a:lnTo>
                <a:lnTo>
                  <a:pt x="93" y="0"/>
                </a:lnTo>
                <a:lnTo>
                  <a:pt x="84" y="1"/>
                </a:lnTo>
                <a:lnTo>
                  <a:pt x="76" y="3"/>
                </a:lnTo>
                <a:lnTo>
                  <a:pt x="69" y="7"/>
                </a:lnTo>
                <a:lnTo>
                  <a:pt x="62" y="12"/>
                </a:lnTo>
                <a:lnTo>
                  <a:pt x="58" y="18"/>
                </a:lnTo>
                <a:lnTo>
                  <a:pt x="54" y="25"/>
                </a:lnTo>
                <a:lnTo>
                  <a:pt x="52" y="33"/>
                </a:lnTo>
                <a:lnTo>
                  <a:pt x="51" y="41"/>
                </a:lnTo>
                <a:lnTo>
                  <a:pt x="51" y="50"/>
                </a:lnTo>
                <a:lnTo>
                  <a:pt x="42" y="50"/>
                </a:lnTo>
                <a:lnTo>
                  <a:pt x="34" y="50"/>
                </a:lnTo>
                <a:lnTo>
                  <a:pt x="26" y="53"/>
                </a:lnTo>
                <a:lnTo>
                  <a:pt x="18" y="56"/>
                </a:lnTo>
                <a:lnTo>
                  <a:pt x="13" y="62"/>
                </a:lnTo>
                <a:lnTo>
                  <a:pt x="8" y="68"/>
                </a:lnTo>
                <a:lnTo>
                  <a:pt x="3" y="75"/>
                </a:lnTo>
                <a:lnTo>
                  <a:pt x="1" y="83"/>
                </a:lnTo>
                <a:lnTo>
                  <a:pt x="0" y="91"/>
                </a:lnTo>
                <a:lnTo>
                  <a:pt x="1" y="99"/>
                </a:lnTo>
                <a:lnTo>
                  <a:pt x="3" y="108"/>
                </a:lnTo>
                <a:lnTo>
                  <a:pt x="8" y="114"/>
                </a:lnTo>
                <a:lnTo>
                  <a:pt x="13" y="121"/>
                </a:lnTo>
                <a:lnTo>
                  <a:pt x="18" y="126"/>
                </a:lnTo>
                <a:lnTo>
                  <a:pt x="26" y="129"/>
                </a:lnTo>
                <a:lnTo>
                  <a:pt x="34" y="132"/>
                </a:lnTo>
                <a:lnTo>
                  <a:pt x="42" y="133"/>
                </a:lnTo>
                <a:lnTo>
                  <a:pt x="51" y="133"/>
                </a:lnTo>
                <a:lnTo>
                  <a:pt x="51" y="141"/>
                </a:lnTo>
                <a:lnTo>
                  <a:pt x="52" y="150"/>
                </a:lnTo>
                <a:lnTo>
                  <a:pt x="54" y="157"/>
                </a:lnTo>
                <a:lnTo>
                  <a:pt x="58" y="165"/>
                </a:lnTo>
                <a:lnTo>
                  <a:pt x="62" y="170"/>
                </a:lnTo>
                <a:lnTo>
                  <a:pt x="69" y="176"/>
                </a:lnTo>
                <a:lnTo>
                  <a:pt x="76" y="180"/>
                </a:lnTo>
                <a:lnTo>
                  <a:pt x="84" y="182"/>
                </a:lnTo>
                <a:lnTo>
                  <a:pt x="93" y="183"/>
                </a:lnTo>
                <a:lnTo>
                  <a:pt x="100" y="182"/>
                </a:lnTo>
                <a:lnTo>
                  <a:pt x="109" y="180"/>
                </a:lnTo>
                <a:lnTo>
                  <a:pt x="115" y="176"/>
                </a:lnTo>
                <a:lnTo>
                  <a:pt x="121" y="170"/>
                </a:lnTo>
                <a:lnTo>
                  <a:pt x="127" y="165"/>
                </a:lnTo>
                <a:lnTo>
                  <a:pt x="130" y="157"/>
                </a:lnTo>
                <a:lnTo>
                  <a:pt x="133" y="150"/>
                </a:lnTo>
                <a:lnTo>
                  <a:pt x="133" y="141"/>
                </a:lnTo>
                <a:lnTo>
                  <a:pt x="133" y="133"/>
                </a:lnTo>
                <a:lnTo>
                  <a:pt x="142" y="133"/>
                </a:lnTo>
                <a:lnTo>
                  <a:pt x="150" y="132"/>
                </a:lnTo>
                <a:lnTo>
                  <a:pt x="158" y="129"/>
                </a:lnTo>
                <a:lnTo>
                  <a:pt x="165" y="126"/>
                </a:lnTo>
                <a:lnTo>
                  <a:pt x="172" y="121"/>
                </a:lnTo>
                <a:lnTo>
                  <a:pt x="176" y="114"/>
                </a:lnTo>
                <a:lnTo>
                  <a:pt x="180" y="108"/>
                </a:lnTo>
                <a:lnTo>
                  <a:pt x="183" y="99"/>
                </a:lnTo>
                <a:lnTo>
                  <a:pt x="184" y="91"/>
                </a:lnTo>
                <a:lnTo>
                  <a:pt x="183" y="83"/>
                </a:lnTo>
                <a:lnTo>
                  <a:pt x="180" y="75"/>
                </a:lnTo>
                <a:lnTo>
                  <a:pt x="176" y="68"/>
                </a:lnTo>
                <a:lnTo>
                  <a:pt x="172" y="62"/>
                </a:lnTo>
                <a:lnTo>
                  <a:pt x="165" y="56"/>
                </a:lnTo>
                <a:lnTo>
                  <a:pt x="158" y="53"/>
                </a:lnTo>
                <a:lnTo>
                  <a:pt x="150" y="50"/>
                </a:lnTo>
                <a:lnTo>
                  <a:pt x="142" y="50"/>
                </a:lnTo>
                <a:close/>
                <a:moveTo>
                  <a:pt x="142" y="105"/>
                </a:moveTo>
                <a:lnTo>
                  <a:pt x="119" y="105"/>
                </a:lnTo>
                <a:lnTo>
                  <a:pt x="114" y="106"/>
                </a:lnTo>
                <a:lnTo>
                  <a:pt x="110" y="109"/>
                </a:lnTo>
                <a:lnTo>
                  <a:pt x="108" y="113"/>
                </a:lnTo>
                <a:lnTo>
                  <a:pt x="106" y="119"/>
                </a:lnTo>
                <a:lnTo>
                  <a:pt x="106" y="141"/>
                </a:lnTo>
                <a:lnTo>
                  <a:pt x="105" y="147"/>
                </a:lnTo>
                <a:lnTo>
                  <a:pt x="102" y="151"/>
                </a:lnTo>
                <a:lnTo>
                  <a:pt x="98" y="154"/>
                </a:lnTo>
                <a:lnTo>
                  <a:pt x="93" y="155"/>
                </a:lnTo>
                <a:lnTo>
                  <a:pt x="87" y="154"/>
                </a:lnTo>
                <a:lnTo>
                  <a:pt x="83" y="151"/>
                </a:lnTo>
                <a:lnTo>
                  <a:pt x="80" y="147"/>
                </a:lnTo>
                <a:lnTo>
                  <a:pt x="79" y="141"/>
                </a:lnTo>
                <a:lnTo>
                  <a:pt x="79" y="119"/>
                </a:lnTo>
                <a:lnTo>
                  <a:pt x="77" y="113"/>
                </a:lnTo>
                <a:lnTo>
                  <a:pt x="74" y="109"/>
                </a:lnTo>
                <a:lnTo>
                  <a:pt x="70" y="106"/>
                </a:lnTo>
                <a:lnTo>
                  <a:pt x="65" y="105"/>
                </a:lnTo>
                <a:lnTo>
                  <a:pt x="42" y="105"/>
                </a:lnTo>
                <a:lnTo>
                  <a:pt x="37" y="104"/>
                </a:lnTo>
                <a:lnTo>
                  <a:pt x="32" y="102"/>
                </a:lnTo>
                <a:lnTo>
                  <a:pt x="29" y="96"/>
                </a:lnTo>
                <a:lnTo>
                  <a:pt x="28" y="91"/>
                </a:lnTo>
                <a:lnTo>
                  <a:pt x="29" y="85"/>
                </a:lnTo>
                <a:lnTo>
                  <a:pt x="32" y="81"/>
                </a:lnTo>
                <a:lnTo>
                  <a:pt x="37" y="79"/>
                </a:lnTo>
                <a:lnTo>
                  <a:pt x="42" y="78"/>
                </a:lnTo>
                <a:lnTo>
                  <a:pt x="65" y="78"/>
                </a:lnTo>
                <a:lnTo>
                  <a:pt x="70" y="77"/>
                </a:lnTo>
                <a:lnTo>
                  <a:pt x="74" y="74"/>
                </a:lnTo>
                <a:lnTo>
                  <a:pt x="77" y="69"/>
                </a:lnTo>
                <a:lnTo>
                  <a:pt x="79" y="64"/>
                </a:lnTo>
                <a:lnTo>
                  <a:pt x="79" y="41"/>
                </a:lnTo>
                <a:lnTo>
                  <a:pt x="80" y="36"/>
                </a:lnTo>
                <a:lnTo>
                  <a:pt x="83" y="32"/>
                </a:lnTo>
                <a:lnTo>
                  <a:pt x="87" y="29"/>
                </a:lnTo>
                <a:lnTo>
                  <a:pt x="93" y="27"/>
                </a:lnTo>
                <a:lnTo>
                  <a:pt x="98" y="29"/>
                </a:lnTo>
                <a:lnTo>
                  <a:pt x="102" y="32"/>
                </a:lnTo>
                <a:lnTo>
                  <a:pt x="105" y="36"/>
                </a:lnTo>
                <a:lnTo>
                  <a:pt x="106" y="41"/>
                </a:lnTo>
                <a:lnTo>
                  <a:pt x="106" y="64"/>
                </a:lnTo>
                <a:lnTo>
                  <a:pt x="108" y="69"/>
                </a:lnTo>
                <a:lnTo>
                  <a:pt x="110" y="74"/>
                </a:lnTo>
                <a:lnTo>
                  <a:pt x="114" y="77"/>
                </a:lnTo>
                <a:lnTo>
                  <a:pt x="119" y="78"/>
                </a:lnTo>
                <a:lnTo>
                  <a:pt x="142" y="78"/>
                </a:lnTo>
                <a:lnTo>
                  <a:pt x="147" y="79"/>
                </a:lnTo>
                <a:lnTo>
                  <a:pt x="152" y="81"/>
                </a:lnTo>
                <a:lnTo>
                  <a:pt x="155" y="85"/>
                </a:lnTo>
                <a:lnTo>
                  <a:pt x="156" y="91"/>
                </a:lnTo>
                <a:lnTo>
                  <a:pt x="155" y="96"/>
                </a:lnTo>
                <a:lnTo>
                  <a:pt x="152" y="102"/>
                </a:lnTo>
                <a:lnTo>
                  <a:pt x="147" y="104"/>
                </a:lnTo>
                <a:lnTo>
                  <a:pt x="142" y="1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5" name="Freeform 23">
            <a:extLst>
              <a:ext uri="{FF2B5EF4-FFF2-40B4-BE49-F238E27FC236}">
                <a16:creationId xmlns:a16="http://schemas.microsoft.com/office/drawing/2014/main" id="{A534BD4D-AFBE-4118-811A-963A744EB609}"/>
              </a:ext>
            </a:extLst>
          </p:cNvPr>
          <p:cNvSpPr>
            <a:spLocks noEditPoints="1"/>
          </p:cNvSpPr>
          <p:nvPr/>
        </p:nvSpPr>
        <p:spPr bwMode="auto">
          <a:xfrm>
            <a:off x="1817688" y="3457576"/>
            <a:ext cx="42863" cy="44450"/>
          </a:xfrm>
          <a:custGeom>
            <a:avLst/>
            <a:gdLst>
              <a:gd name="T0" fmla="*/ 42 w 82"/>
              <a:gd name="T1" fmla="*/ 0 h 82"/>
              <a:gd name="T2" fmla="*/ 33 w 82"/>
              <a:gd name="T3" fmla="*/ 0 h 82"/>
              <a:gd name="T4" fmla="*/ 26 w 82"/>
              <a:gd name="T5" fmla="*/ 3 h 82"/>
              <a:gd name="T6" fmla="*/ 18 w 82"/>
              <a:gd name="T7" fmla="*/ 6 h 82"/>
              <a:gd name="T8" fmla="*/ 12 w 82"/>
              <a:gd name="T9" fmla="*/ 12 h 82"/>
              <a:gd name="T10" fmla="*/ 6 w 82"/>
              <a:gd name="T11" fmla="*/ 18 h 82"/>
              <a:gd name="T12" fmla="*/ 3 w 82"/>
              <a:gd name="T13" fmla="*/ 24 h 82"/>
              <a:gd name="T14" fmla="*/ 1 w 82"/>
              <a:gd name="T15" fmla="*/ 32 h 82"/>
              <a:gd name="T16" fmla="*/ 0 w 82"/>
              <a:gd name="T17" fmla="*/ 41 h 82"/>
              <a:gd name="T18" fmla="*/ 1 w 82"/>
              <a:gd name="T19" fmla="*/ 49 h 82"/>
              <a:gd name="T20" fmla="*/ 3 w 82"/>
              <a:gd name="T21" fmla="*/ 57 h 82"/>
              <a:gd name="T22" fmla="*/ 6 w 82"/>
              <a:gd name="T23" fmla="*/ 64 h 82"/>
              <a:gd name="T24" fmla="*/ 12 w 82"/>
              <a:gd name="T25" fmla="*/ 71 h 82"/>
              <a:gd name="T26" fmla="*/ 18 w 82"/>
              <a:gd name="T27" fmla="*/ 75 h 82"/>
              <a:gd name="T28" fmla="*/ 26 w 82"/>
              <a:gd name="T29" fmla="*/ 79 h 82"/>
              <a:gd name="T30" fmla="*/ 33 w 82"/>
              <a:gd name="T31" fmla="*/ 81 h 82"/>
              <a:gd name="T32" fmla="*/ 42 w 82"/>
              <a:gd name="T33" fmla="*/ 82 h 82"/>
              <a:gd name="T34" fmla="*/ 49 w 82"/>
              <a:gd name="T35" fmla="*/ 81 h 82"/>
              <a:gd name="T36" fmla="*/ 58 w 82"/>
              <a:gd name="T37" fmla="*/ 79 h 82"/>
              <a:gd name="T38" fmla="*/ 64 w 82"/>
              <a:gd name="T39" fmla="*/ 75 h 82"/>
              <a:gd name="T40" fmla="*/ 71 w 82"/>
              <a:gd name="T41" fmla="*/ 71 h 82"/>
              <a:gd name="T42" fmla="*/ 76 w 82"/>
              <a:gd name="T43" fmla="*/ 64 h 82"/>
              <a:gd name="T44" fmla="*/ 79 w 82"/>
              <a:gd name="T45" fmla="*/ 57 h 82"/>
              <a:gd name="T46" fmla="*/ 82 w 82"/>
              <a:gd name="T47" fmla="*/ 49 h 82"/>
              <a:gd name="T48" fmla="*/ 82 w 82"/>
              <a:gd name="T49" fmla="*/ 41 h 82"/>
              <a:gd name="T50" fmla="*/ 82 w 82"/>
              <a:gd name="T51" fmla="*/ 32 h 82"/>
              <a:gd name="T52" fmla="*/ 79 w 82"/>
              <a:gd name="T53" fmla="*/ 24 h 82"/>
              <a:gd name="T54" fmla="*/ 76 w 82"/>
              <a:gd name="T55" fmla="*/ 18 h 82"/>
              <a:gd name="T56" fmla="*/ 71 w 82"/>
              <a:gd name="T57" fmla="*/ 12 h 82"/>
              <a:gd name="T58" fmla="*/ 64 w 82"/>
              <a:gd name="T59" fmla="*/ 6 h 82"/>
              <a:gd name="T60" fmla="*/ 58 w 82"/>
              <a:gd name="T61" fmla="*/ 3 h 82"/>
              <a:gd name="T62" fmla="*/ 49 w 82"/>
              <a:gd name="T63" fmla="*/ 0 h 82"/>
              <a:gd name="T64" fmla="*/ 42 w 82"/>
              <a:gd name="T65" fmla="*/ 0 h 82"/>
              <a:gd name="T66" fmla="*/ 42 w 82"/>
              <a:gd name="T67" fmla="*/ 55 h 82"/>
              <a:gd name="T68" fmla="*/ 36 w 82"/>
              <a:gd name="T69" fmla="*/ 53 h 82"/>
              <a:gd name="T70" fmla="*/ 31 w 82"/>
              <a:gd name="T71" fmla="*/ 50 h 82"/>
              <a:gd name="T72" fmla="*/ 29 w 82"/>
              <a:gd name="T73" fmla="*/ 46 h 82"/>
              <a:gd name="T74" fmla="*/ 28 w 82"/>
              <a:gd name="T75" fmla="*/ 41 h 82"/>
              <a:gd name="T76" fmla="*/ 29 w 82"/>
              <a:gd name="T77" fmla="*/ 35 h 82"/>
              <a:gd name="T78" fmla="*/ 31 w 82"/>
              <a:gd name="T79" fmla="*/ 31 h 82"/>
              <a:gd name="T80" fmla="*/ 36 w 82"/>
              <a:gd name="T81" fmla="*/ 28 h 82"/>
              <a:gd name="T82" fmla="*/ 42 w 82"/>
              <a:gd name="T83" fmla="*/ 27 h 82"/>
              <a:gd name="T84" fmla="*/ 47 w 82"/>
              <a:gd name="T85" fmla="*/ 28 h 82"/>
              <a:gd name="T86" fmla="*/ 51 w 82"/>
              <a:gd name="T87" fmla="*/ 31 h 82"/>
              <a:gd name="T88" fmla="*/ 55 w 82"/>
              <a:gd name="T89" fmla="*/ 35 h 82"/>
              <a:gd name="T90" fmla="*/ 56 w 82"/>
              <a:gd name="T91" fmla="*/ 41 h 82"/>
              <a:gd name="T92" fmla="*/ 55 w 82"/>
              <a:gd name="T93" fmla="*/ 46 h 82"/>
              <a:gd name="T94" fmla="*/ 51 w 82"/>
              <a:gd name="T95" fmla="*/ 50 h 82"/>
              <a:gd name="T96" fmla="*/ 47 w 82"/>
              <a:gd name="T97" fmla="*/ 53 h 82"/>
              <a:gd name="T98" fmla="*/ 42 w 82"/>
              <a:gd name="T99" fmla="*/ 5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82">
                <a:moveTo>
                  <a:pt x="42" y="0"/>
                </a:moveTo>
                <a:lnTo>
                  <a:pt x="33" y="0"/>
                </a:lnTo>
                <a:lnTo>
                  <a:pt x="26" y="3"/>
                </a:lnTo>
                <a:lnTo>
                  <a:pt x="18" y="6"/>
                </a:lnTo>
                <a:lnTo>
                  <a:pt x="12" y="12"/>
                </a:lnTo>
                <a:lnTo>
                  <a:pt x="6" y="18"/>
                </a:lnTo>
                <a:lnTo>
                  <a:pt x="3" y="24"/>
                </a:lnTo>
                <a:lnTo>
                  <a:pt x="1" y="32"/>
                </a:lnTo>
                <a:lnTo>
                  <a:pt x="0" y="41"/>
                </a:lnTo>
                <a:lnTo>
                  <a:pt x="1" y="49"/>
                </a:lnTo>
                <a:lnTo>
                  <a:pt x="3" y="57"/>
                </a:lnTo>
                <a:lnTo>
                  <a:pt x="6" y="64"/>
                </a:lnTo>
                <a:lnTo>
                  <a:pt x="12" y="71"/>
                </a:lnTo>
                <a:lnTo>
                  <a:pt x="18" y="75"/>
                </a:lnTo>
                <a:lnTo>
                  <a:pt x="26" y="79"/>
                </a:lnTo>
                <a:lnTo>
                  <a:pt x="33" y="81"/>
                </a:lnTo>
                <a:lnTo>
                  <a:pt x="42" y="82"/>
                </a:lnTo>
                <a:lnTo>
                  <a:pt x="49" y="81"/>
                </a:lnTo>
                <a:lnTo>
                  <a:pt x="58" y="79"/>
                </a:lnTo>
                <a:lnTo>
                  <a:pt x="64" y="75"/>
                </a:lnTo>
                <a:lnTo>
                  <a:pt x="71" y="71"/>
                </a:lnTo>
                <a:lnTo>
                  <a:pt x="76" y="64"/>
                </a:lnTo>
                <a:lnTo>
                  <a:pt x="79" y="57"/>
                </a:lnTo>
                <a:lnTo>
                  <a:pt x="82" y="49"/>
                </a:lnTo>
                <a:lnTo>
                  <a:pt x="82" y="41"/>
                </a:lnTo>
                <a:lnTo>
                  <a:pt x="82" y="32"/>
                </a:lnTo>
                <a:lnTo>
                  <a:pt x="79" y="24"/>
                </a:lnTo>
                <a:lnTo>
                  <a:pt x="76" y="18"/>
                </a:lnTo>
                <a:lnTo>
                  <a:pt x="71" y="12"/>
                </a:lnTo>
                <a:lnTo>
                  <a:pt x="64" y="6"/>
                </a:lnTo>
                <a:lnTo>
                  <a:pt x="58" y="3"/>
                </a:lnTo>
                <a:lnTo>
                  <a:pt x="49" y="0"/>
                </a:lnTo>
                <a:lnTo>
                  <a:pt x="42" y="0"/>
                </a:lnTo>
                <a:close/>
                <a:moveTo>
                  <a:pt x="42" y="55"/>
                </a:moveTo>
                <a:lnTo>
                  <a:pt x="36" y="53"/>
                </a:lnTo>
                <a:lnTo>
                  <a:pt x="31" y="50"/>
                </a:lnTo>
                <a:lnTo>
                  <a:pt x="29" y="46"/>
                </a:lnTo>
                <a:lnTo>
                  <a:pt x="28" y="41"/>
                </a:lnTo>
                <a:lnTo>
                  <a:pt x="29" y="35"/>
                </a:lnTo>
                <a:lnTo>
                  <a:pt x="31" y="31"/>
                </a:lnTo>
                <a:lnTo>
                  <a:pt x="36" y="28"/>
                </a:lnTo>
                <a:lnTo>
                  <a:pt x="42" y="27"/>
                </a:lnTo>
                <a:lnTo>
                  <a:pt x="47" y="28"/>
                </a:lnTo>
                <a:lnTo>
                  <a:pt x="51" y="31"/>
                </a:lnTo>
                <a:lnTo>
                  <a:pt x="55" y="35"/>
                </a:lnTo>
                <a:lnTo>
                  <a:pt x="56" y="41"/>
                </a:lnTo>
                <a:lnTo>
                  <a:pt x="55" y="46"/>
                </a:lnTo>
                <a:lnTo>
                  <a:pt x="51" y="50"/>
                </a:lnTo>
                <a:lnTo>
                  <a:pt x="47" y="53"/>
                </a:lnTo>
                <a:lnTo>
                  <a:pt x="42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6" name="Freeform 24">
            <a:extLst>
              <a:ext uri="{FF2B5EF4-FFF2-40B4-BE49-F238E27FC236}">
                <a16:creationId xmlns:a16="http://schemas.microsoft.com/office/drawing/2014/main" id="{BFF28389-7A22-49AE-ABD2-B82D0B2A2F27}"/>
              </a:ext>
            </a:extLst>
          </p:cNvPr>
          <p:cNvSpPr>
            <a:spLocks noEditPoints="1"/>
          </p:cNvSpPr>
          <p:nvPr/>
        </p:nvSpPr>
        <p:spPr bwMode="auto">
          <a:xfrm>
            <a:off x="1817688" y="3524251"/>
            <a:ext cx="42863" cy="42863"/>
          </a:xfrm>
          <a:custGeom>
            <a:avLst/>
            <a:gdLst>
              <a:gd name="T0" fmla="*/ 42 w 82"/>
              <a:gd name="T1" fmla="*/ 0 h 83"/>
              <a:gd name="T2" fmla="*/ 33 w 82"/>
              <a:gd name="T3" fmla="*/ 1 h 83"/>
              <a:gd name="T4" fmla="*/ 26 w 82"/>
              <a:gd name="T5" fmla="*/ 4 h 83"/>
              <a:gd name="T6" fmla="*/ 18 w 82"/>
              <a:gd name="T7" fmla="*/ 8 h 83"/>
              <a:gd name="T8" fmla="*/ 12 w 82"/>
              <a:gd name="T9" fmla="*/ 12 h 83"/>
              <a:gd name="T10" fmla="*/ 6 w 82"/>
              <a:gd name="T11" fmla="*/ 19 h 83"/>
              <a:gd name="T12" fmla="*/ 3 w 82"/>
              <a:gd name="T13" fmla="*/ 26 h 83"/>
              <a:gd name="T14" fmla="*/ 1 w 82"/>
              <a:gd name="T15" fmla="*/ 34 h 83"/>
              <a:gd name="T16" fmla="*/ 0 w 82"/>
              <a:gd name="T17" fmla="*/ 42 h 83"/>
              <a:gd name="T18" fmla="*/ 1 w 82"/>
              <a:gd name="T19" fmla="*/ 50 h 83"/>
              <a:gd name="T20" fmla="*/ 3 w 82"/>
              <a:gd name="T21" fmla="*/ 58 h 83"/>
              <a:gd name="T22" fmla="*/ 6 w 82"/>
              <a:gd name="T23" fmla="*/ 65 h 83"/>
              <a:gd name="T24" fmla="*/ 12 w 82"/>
              <a:gd name="T25" fmla="*/ 71 h 83"/>
              <a:gd name="T26" fmla="*/ 18 w 82"/>
              <a:gd name="T27" fmla="*/ 77 h 83"/>
              <a:gd name="T28" fmla="*/ 26 w 82"/>
              <a:gd name="T29" fmla="*/ 80 h 83"/>
              <a:gd name="T30" fmla="*/ 33 w 82"/>
              <a:gd name="T31" fmla="*/ 83 h 83"/>
              <a:gd name="T32" fmla="*/ 42 w 82"/>
              <a:gd name="T33" fmla="*/ 83 h 83"/>
              <a:gd name="T34" fmla="*/ 49 w 82"/>
              <a:gd name="T35" fmla="*/ 83 h 83"/>
              <a:gd name="T36" fmla="*/ 58 w 82"/>
              <a:gd name="T37" fmla="*/ 80 h 83"/>
              <a:gd name="T38" fmla="*/ 64 w 82"/>
              <a:gd name="T39" fmla="*/ 77 h 83"/>
              <a:gd name="T40" fmla="*/ 71 w 82"/>
              <a:gd name="T41" fmla="*/ 71 h 83"/>
              <a:gd name="T42" fmla="*/ 76 w 82"/>
              <a:gd name="T43" fmla="*/ 65 h 83"/>
              <a:gd name="T44" fmla="*/ 79 w 82"/>
              <a:gd name="T45" fmla="*/ 58 h 83"/>
              <a:gd name="T46" fmla="*/ 82 w 82"/>
              <a:gd name="T47" fmla="*/ 50 h 83"/>
              <a:gd name="T48" fmla="*/ 82 w 82"/>
              <a:gd name="T49" fmla="*/ 42 h 83"/>
              <a:gd name="T50" fmla="*/ 82 w 82"/>
              <a:gd name="T51" fmla="*/ 34 h 83"/>
              <a:gd name="T52" fmla="*/ 79 w 82"/>
              <a:gd name="T53" fmla="*/ 26 h 83"/>
              <a:gd name="T54" fmla="*/ 76 w 82"/>
              <a:gd name="T55" fmla="*/ 19 h 83"/>
              <a:gd name="T56" fmla="*/ 71 w 82"/>
              <a:gd name="T57" fmla="*/ 12 h 83"/>
              <a:gd name="T58" fmla="*/ 64 w 82"/>
              <a:gd name="T59" fmla="*/ 8 h 83"/>
              <a:gd name="T60" fmla="*/ 58 w 82"/>
              <a:gd name="T61" fmla="*/ 4 h 83"/>
              <a:gd name="T62" fmla="*/ 49 w 82"/>
              <a:gd name="T63" fmla="*/ 1 h 83"/>
              <a:gd name="T64" fmla="*/ 42 w 82"/>
              <a:gd name="T65" fmla="*/ 0 h 83"/>
              <a:gd name="T66" fmla="*/ 42 w 82"/>
              <a:gd name="T67" fmla="*/ 56 h 83"/>
              <a:gd name="T68" fmla="*/ 36 w 82"/>
              <a:gd name="T69" fmla="*/ 55 h 83"/>
              <a:gd name="T70" fmla="*/ 31 w 82"/>
              <a:gd name="T71" fmla="*/ 52 h 83"/>
              <a:gd name="T72" fmla="*/ 29 w 82"/>
              <a:gd name="T73" fmla="*/ 48 h 83"/>
              <a:gd name="T74" fmla="*/ 28 w 82"/>
              <a:gd name="T75" fmla="*/ 42 h 83"/>
              <a:gd name="T76" fmla="*/ 29 w 82"/>
              <a:gd name="T77" fmla="*/ 37 h 83"/>
              <a:gd name="T78" fmla="*/ 31 w 82"/>
              <a:gd name="T79" fmla="*/ 32 h 83"/>
              <a:gd name="T80" fmla="*/ 36 w 82"/>
              <a:gd name="T81" fmla="*/ 29 h 83"/>
              <a:gd name="T82" fmla="*/ 42 w 82"/>
              <a:gd name="T83" fmla="*/ 28 h 83"/>
              <a:gd name="T84" fmla="*/ 47 w 82"/>
              <a:gd name="T85" fmla="*/ 29 h 83"/>
              <a:gd name="T86" fmla="*/ 51 w 82"/>
              <a:gd name="T87" fmla="*/ 32 h 83"/>
              <a:gd name="T88" fmla="*/ 55 w 82"/>
              <a:gd name="T89" fmla="*/ 37 h 83"/>
              <a:gd name="T90" fmla="*/ 56 w 82"/>
              <a:gd name="T91" fmla="*/ 42 h 83"/>
              <a:gd name="T92" fmla="*/ 55 w 82"/>
              <a:gd name="T93" fmla="*/ 48 h 83"/>
              <a:gd name="T94" fmla="*/ 51 w 82"/>
              <a:gd name="T95" fmla="*/ 52 h 83"/>
              <a:gd name="T96" fmla="*/ 47 w 82"/>
              <a:gd name="T97" fmla="*/ 55 h 83"/>
              <a:gd name="T98" fmla="*/ 42 w 82"/>
              <a:gd name="T99" fmla="*/ 56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83">
                <a:moveTo>
                  <a:pt x="42" y="0"/>
                </a:moveTo>
                <a:lnTo>
                  <a:pt x="33" y="1"/>
                </a:lnTo>
                <a:lnTo>
                  <a:pt x="26" y="4"/>
                </a:lnTo>
                <a:lnTo>
                  <a:pt x="18" y="8"/>
                </a:lnTo>
                <a:lnTo>
                  <a:pt x="12" y="12"/>
                </a:lnTo>
                <a:lnTo>
                  <a:pt x="6" y="19"/>
                </a:lnTo>
                <a:lnTo>
                  <a:pt x="3" y="26"/>
                </a:lnTo>
                <a:lnTo>
                  <a:pt x="1" y="34"/>
                </a:lnTo>
                <a:lnTo>
                  <a:pt x="0" y="42"/>
                </a:lnTo>
                <a:lnTo>
                  <a:pt x="1" y="50"/>
                </a:lnTo>
                <a:lnTo>
                  <a:pt x="3" y="58"/>
                </a:lnTo>
                <a:lnTo>
                  <a:pt x="6" y="65"/>
                </a:lnTo>
                <a:lnTo>
                  <a:pt x="12" y="71"/>
                </a:lnTo>
                <a:lnTo>
                  <a:pt x="18" y="77"/>
                </a:lnTo>
                <a:lnTo>
                  <a:pt x="26" y="80"/>
                </a:lnTo>
                <a:lnTo>
                  <a:pt x="33" y="83"/>
                </a:lnTo>
                <a:lnTo>
                  <a:pt x="42" y="83"/>
                </a:lnTo>
                <a:lnTo>
                  <a:pt x="49" y="83"/>
                </a:lnTo>
                <a:lnTo>
                  <a:pt x="58" y="80"/>
                </a:lnTo>
                <a:lnTo>
                  <a:pt x="64" y="77"/>
                </a:lnTo>
                <a:lnTo>
                  <a:pt x="71" y="71"/>
                </a:lnTo>
                <a:lnTo>
                  <a:pt x="76" y="65"/>
                </a:lnTo>
                <a:lnTo>
                  <a:pt x="79" y="58"/>
                </a:lnTo>
                <a:lnTo>
                  <a:pt x="82" y="50"/>
                </a:lnTo>
                <a:lnTo>
                  <a:pt x="82" y="42"/>
                </a:lnTo>
                <a:lnTo>
                  <a:pt x="82" y="34"/>
                </a:lnTo>
                <a:lnTo>
                  <a:pt x="79" y="26"/>
                </a:lnTo>
                <a:lnTo>
                  <a:pt x="76" y="19"/>
                </a:lnTo>
                <a:lnTo>
                  <a:pt x="71" y="12"/>
                </a:lnTo>
                <a:lnTo>
                  <a:pt x="64" y="8"/>
                </a:lnTo>
                <a:lnTo>
                  <a:pt x="58" y="4"/>
                </a:lnTo>
                <a:lnTo>
                  <a:pt x="49" y="1"/>
                </a:lnTo>
                <a:lnTo>
                  <a:pt x="42" y="0"/>
                </a:lnTo>
                <a:close/>
                <a:moveTo>
                  <a:pt x="42" y="56"/>
                </a:moveTo>
                <a:lnTo>
                  <a:pt x="36" y="55"/>
                </a:lnTo>
                <a:lnTo>
                  <a:pt x="31" y="52"/>
                </a:lnTo>
                <a:lnTo>
                  <a:pt x="29" y="48"/>
                </a:lnTo>
                <a:lnTo>
                  <a:pt x="28" y="42"/>
                </a:lnTo>
                <a:lnTo>
                  <a:pt x="29" y="37"/>
                </a:lnTo>
                <a:lnTo>
                  <a:pt x="31" y="32"/>
                </a:lnTo>
                <a:lnTo>
                  <a:pt x="36" y="29"/>
                </a:lnTo>
                <a:lnTo>
                  <a:pt x="42" y="28"/>
                </a:lnTo>
                <a:lnTo>
                  <a:pt x="47" y="29"/>
                </a:lnTo>
                <a:lnTo>
                  <a:pt x="51" y="32"/>
                </a:lnTo>
                <a:lnTo>
                  <a:pt x="55" y="37"/>
                </a:lnTo>
                <a:lnTo>
                  <a:pt x="56" y="42"/>
                </a:lnTo>
                <a:lnTo>
                  <a:pt x="55" y="48"/>
                </a:lnTo>
                <a:lnTo>
                  <a:pt x="51" y="52"/>
                </a:lnTo>
                <a:lnTo>
                  <a:pt x="47" y="55"/>
                </a:lnTo>
                <a:lnTo>
                  <a:pt x="42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7" name="Freeform 25">
            <a:extLst>
              <a:ext uri="{FF2B5EF4-FFF2-40B4-BE49-F238E27FC236}">
                <a16:creationId xmlns:a16="http://schemas.microsoft.com/office/drawing/2014/main" id="{AF04B58C-1D08-4B74-919E-30B48F05DCDC}"/>
              </a:ext>
            </a:extLst>
          </p:cNvPr>
          <p:cNvSpPr>
            <a:spLocks noEditPoints="1"/>
          </p:cNvSpPr>
          <p:nvPr/>
        </p:nvSpPr>
        <p:spPr bwMode="auto">
          <a:xfrm>
            <a:off x="1851026" y="3490913"/>
            <a:ext cx="44450" cy="44450"/>
          </a:xfrm>
          <a:custGeom>
            <a:avLst/>
            <a:gdLst>
              <a:gd name="T0" fmla="*/ 42 w 84"/>
              <a:gd name="T1" fmla="*/ 0 h 83"/>
              <a:gd name="T2" fmla="*/ 33 w 84"/>
              <a:gd name="T3" fmla="*/ 0 h 83"/>
              <a:gd name="T4" fmla="*/ 26 w 84"/>
              <a:gd name="T5" fmla="*/ 3 h 83"/>
              <a:gd name="T6" fmla="*/ 18 w 84"/>
              <a:gd name="T7" fmla="*/ 6 h 83"/>
              <a:gd name="T8" fmla="*/ 12 w 84"/>
              <a:gd name="T9" fmla="*/ 12 h 83"/>
              <a:gd name="T10" fmla="*/ 8 w 84"/>
              <a:gd name="T11" fmla="*/ 18 h 83"/>
              <a:gd name="T12" fmla="*/ 3 w 84"/>
              <a:gd name="T13" fmla="*/ 25 h 83"/>
              <a:gd name="T14" fmla="*/ 1 w 84"/>
              <a:gd name="T15" fmla="*/ 33 h 83"/>
              <a:gd name="T16" fmla="*/ 0 w 84"/>
              <a:gd name="T17" fmla="*/ 41 h 83"/>
              <a:gd name="T18" fmla="*/ 1 w 84"/>
              <a:gd name="T19" fmla="*/ 49 h 83"/>
              <a:gd name="T20" fmla="*/ 3 w 84"/>
              <a:gd name="T21" fmla="*/ 58 h 83"/>
              <a:gd name="T22" fmla="*/ 8 w 84"/>
              <a:gd name="T23" fmla="*/ 64 h 83"/>
              <a:gd name="T24" fmla="*/ 12 w 84"/>
              <a:gd name="T25" fmla="*/ 71 h 83"/>
              <a:gd name="T26" fmla="*/ 18 w 84"/>
              <a:gd name="T27" fmla="*/ 76 h 83"/>
              <a:gd name="T28" fmla="*/ 26 w 84"/>
              <a:gd name="T29" fmla="*/ 79 h 83"/>
              <a:gd name="T30" fmla="*/ 33 w 84"/>
              <a:gd name="T31" fmla="*/ 82 h 83"/>
              <a:gd name="T32" fmla="*/ 42 w 84"/>
              <a:gd name="T33" fmla="*/ 83 h 83"/>
              <a:gd name="T34" fmla="*/ 50 w 84"/>
              <a:gd name="T35" fmla="*/ 82 h 83"/>
              <a:gd name="T36" fmla="*/ 58 w 84"/>
              <a:gd name="T37" fmla="*/ 79 h 83"/>
              <a:gd name="T38" fmla="*/ 64 w 84"/>
              <a:gd name="T39" fmla="*/ 76 h 83"/>
              <a:gd name="T40" fmla="*/ 71 w 84"/>
              <a:gd name="T41" fmla="*/ 71 h 83"/>
              <a:gd name="T42" fmla="*/ 76 w 84"/>
              <a:gd name="T43" fmla="*/ 64 h 83"/>
              <a:gd name="T44" fmla="*/ 81 w 84"/>
              <a:gd name="T45" fmla="*/ 58 h 83"/>
              <a:gd name="T46" fmla="*/ 83 w 84"/>
              <a:gd name="T47" fmla="*/ 49 h 83"/>
              <a:gd name="T48" fmla="*/ 84 w 84"/>
              <a:gd name="T49" fmla="*/ 41 h 83"/>
              <a:gd name="T50" fmla="*/ 83 w 84"/>
              <a:gd name="T51" fmla="*/ 33 h 83"/>
              <a:gd name="T52" fmla="*/ 81 w 84"/>
              <a:gd name="T53" fmla="*/ 25 h 83"/>
              <a:gd name="T54" fmla="*/ 76 w 84"/>
              <a:gd name="T55" fmla="*/ 18 h 83"/>
              <a:gd name="T56" fmla="*/ 71 w 84"/>
              <a:gd name="T57" fmla="*/ 12 h 83"/>
              <a:gd name="T58" fmla="*/ 64 w 84"/>
              <a:gd name="T59" fmla="*/ 6 h 83"/>
              <a:gd name="T60" fmla="*/ 58 w 84"/>
              <a:gd name="T61" fmla="*/ 3 h 83"/>
              <a:gd name="T62" fmla="*/ 50 w 84"/>
              <a:gd name="T63" fmla="*/ 0 h 83"/>
              <a:gd name="T64" fmla="*/ 42 w 84"/>
              <a:gd name="T65" fmla="*/ 0 h 83"/>
              <a:gd name="T66" fmla="*/ 42 w 84"/>
              <a:gd name="T67" fmla="*/ 55 h 83"/>
              <a:gd name="T68" fmla="*/ 37 w 84"/>
              <a:gd name="T69" fmla="*/ 54 h 83"/>
              <a:gd name="T70" fmla="*/ 32 w 84"/>
              <a:gd name="T71" fmla="*/ 52 h 83"/>
              <a:gd name="T72" fmla="*/ 29 w 84"/>
              <a:gd name="T73" fmla="*/ 46 h 83"/>
              <a:gd name="T74" fmla="*/ 28 w 84"/>
              <a:gd name="T75" fmla="*/ 41 h 83"/>
              <a:gd name="T76" fmla="*/ 29 w 84"/>
              <a:gd name="T77" fmla="*/ 35 h 83"/>
              <a:gd name="T78" fmla="*/ 32 w 84"/>
              <a:gd name="T79" fmla="*/ 31 h 83"/>
              <a:gd name="T80" fmla="*/ 37 w 84"/>
              <a:gd name="T81" fmla="*/ 29 h 83"/>
              <a:gd name="T82" fmla="*/ 42 w 84"/>
              <a:gd name="T83" fmla="*/ 28 h 83"/>
              <a:gd name="T84" fmla="*/ 47 w 84"/>
              <a:gd name="T85" fmla="*/ 29 h 83"/>
              <a:gd name="T86" fmla="*/ 52 w 84"/>
              <a:gd name="T87" fmla="*/ 31 h 83"/>
              <a:gd name="T88" fmla="*/ 55 w 84"/>
              <a:gd name="T89" fmla="*/ 35 h 83"/>
              <a:gd name="T90" fmla="*/ 56 w 84"/>
              <a:gd name="T91" fmla="*/ 41 h 83"/>
              <a:gd name="T92" fmla="*/ 55 w 84"/>
              <a:gd name="T93" fmla="*/ 46 h 83"/>
              <a:gd name="T94" fmla="*/ 52 w 84"/>
              <a:gd name="T95" fmla="*/ 52 h 83"/>
              <a:gd name="T96" fmla="*/ 47 w 84"/>
              <a:gd name="T97" fmla="*/ 54 h 83"/>
              <a:gd name="T98" fmla="*/ 42 w 84"/>
              <a:gd name="T99" fmla="*/ 55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4" h="83">
                <a:moveTo>
                  <a:pt x="42" y="0"/>
                </a:moveTo>
                <a:lnTo>
                  <a:pt x="33" y="0"/>
                </a:lnTo>
                <a:lnTo>
                  <a:pt x="26" y="3"/>
                </a:lnTo>
                <a:lnTo>
                  <a:pt x="18" y="6"/>
                </a:lnTo>
                <a:lnTo>
                  <a:pt x="12" y="12"/>
                </a:lnTo>
                <a:lnTo>
                  <a:pt x="8" y="18"/>
                </a:lnTo>
                <a:lnTo>
                  <a:pt x="3" y="25"/>
                </a:lnTo>
                <a:lnTo>
                  <a:pt x="1" y="33"/>
                </a:lnTo>
                <a:lnTo>
                  <a:pt x="0" y="41"/>
                </a:lnTo>
                <a:lnTo>
                  <a:pt x="1" y="49"/>
                </a:lnTo>
                <a:lnTo>
                  <a:pt x="3" y="58"/>
                </a:lnTo>
                <a:lnTo>
                  <a:pt x="8" y="64"/>
                </a:lnTo>
                <a:lnTo>
                  <a:pt x="12" y="71"/>
                </a:lnTo>
                <a:lnTo>
                  <a:pt x="18" y="76"/>
                </a:lnTo>
                <a:lnTo>
                  <a:pt x="26" y="79"/>
                </a:lnTo>
                <a:lnTo>
                  <a:pt x="33" y="82"/>
                </a:lnTo>
                <a:lnTo>
                  <a:pt x="42" y="83"/>
                </a:lnTo>
                <a:lnTo>
                  <a:pt x="50" y="82"/>
                </a:lnTo>
                <a:lnTo>
                  <a:pt x="58" y="79"/>
                </a:lnTo>
                <a:lnTo>
                  <a:pt x="64" y="76"/>
                </a:lnTo>
                <a:lnTo>
                  <a:pt x="71" y="71"/>
                </a:lnTo>
                <a:lnTo>
                  <a:pt x="76" y="64"/>
                </a:lnTo>
                <a:lnTo>
                  <a:pt x="81" y="58"/>
                </a:lnTo>
                <a:lnTo>
                  <a:pt x="83" y="49"/>
                </a:lnTo>
                <a:lnTo>
                  <a:pt x="84" y="41"/>
                </a:lnTo>
                <a:lnTo>
                  <a:pt x="83" y="33"/>
                </a:lnTo>
                <a:lnTo>
                  <a:pt x="81" y="25"/>
                </a:lnTo>
                <a:lnTo>
                  <a:pt x="76" y="18"/>
                </a:lnTo>
                <a:lnTo>
                  <a:pt x="71" y="12"/>
                </a:lnTo>
                <a:lnTo>
                  <a:pt x="64" y="6"/>
                </a:lnTo>
                <a:lnTo>
                  <a:pt x="58" y="3"/>
                </a:lnTo>
                <a:lnTo>
                  <a:pt x="50" y="0"/>
                </a:lnTo>
                <a:lnTo>
                  <a:pt x="42" y="0"/>
                </a:lnTo>
                <a:close/>
                <a:moveTo>
                  <a:pt x="42" y="55"/>
                </a:moveTo>
                <a:lnTo>
                  <a:pt x="37" y="54"/>
                </a:lnTo>
                <a:lnTo>
                  <a:pt x="32" y="52"/>
                </a:lnTo>
                <a:lnTo>
                  <a:pt x="29" y="46"/>
                </a:lnTo>
                <a:lnTo>
                  <a:pt x="28" y="41"/>
                </a:lnTo>
                <a:lnTo>
                  <a:pt x="29" y="35"/>
                </a:lnTo>
                <a:lnTo>
                  <a:pt x="32" y="31"/>
                </a:lnTo>
                <a:lnTo>
                  <a:pt x="37" y="29"/>
                </a:lnTo>
                <a:lnTo>
                  <a:pt x="42" y="28"/>
                </a:lnTo>
                <a:lnTo>
                  <a:pt x="47" y="29"/>
                </a:lnTo>
                <a:lnTo>
                  <a:pt x="52" y="31"/>
                </a:lnTo>
                <a:lnTo>
                  <a:pt x="55" y="35"/>
                </a:lnTo>
                <a:lnTo>
                  <a:pt x="56" y="41"/>
                </a:lnTo>
                <a:lnTo>
                  <a:pt x="55" y="46"/>
                </a:lnTo>
                <a:lnTo>
                  <a:pt x="52" y="52"/>
                </a:lnTo>
                <a:lnTo>
                  <a:pt x="47" y="54"/>
                </a:lnTo>
                <a:lnTo>
                  <a:pt x="42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8" name="Freeform 26">
            <a:extLst>
              <a:ext uri="{FF2B5EF4-FFF2-40B4-BE49-F238E27FC236}">
                <a16:creationId xmlns:a16="http://schemas.microsoft.com/office/drawing/2014/main" id="{43354A50-84BB-444D-873E-92B410E5060F}"/>
              </a:ext>
            </a:extLst>
          </p:cNvPr>
          <p:cNvSpPr>
            <a:spLocks noEditPoints="1"/>
          </p:cNvSpPr>
          <p:nvPr/>
        </p:nvSpPr>
        <p:spPr bwMode="auto">
          <a:xfrm>
            <a:off x="1784351" y="3490913"/>
            <a:ext cx="44450" cy="44450"/>
          </a:xfrm>
          <a:custGeom>
            <a:avLst/>
            <a:gdLst>
              <a:gd name="T0" fmla="*/ 40 w 82"/>
              <a:gd name="T1" fmla="*/ 0 h 83"/>
              <a:gd name="T2" fmla="*/ 33 w 82"/>
              <a:gd name="T3" fmla="*/ 0 h 83"/>
              <a:gd name="T4" fmla="*/ 24 w 82"/>
              <a:gd name="T5" fmla="*/ 3 h 83"/>
              <a:gd name="T6" fmla="*/ 18 w 82"/>
              <a:gd name="T7" fmla="*/ 6 h 83"/>
              <a:gd name="T8" fmla="*/ 11 w 82"/>
              <a:gd name="T9" fmla="*/ 12 h 83"/>
              <a:gd name="T10" fmla="*/ 6 w 82"/>
              <a:gd name="T11" fmla="*/ 18 h 83"/>
              <a:gd name="T12" fmla="*/ 3 w 82"/>
              <a:gd name="T13" fmla="*/ 25 h 83"/>
              <a:gd name="T14" fmla="*/ 0 w 82"/>
              <a:gd name="T15" fmla="*/ 33 h 83"/>
              <a:gd name="T16" fmla="*/ 0 w 82"/>
              <a:gd name="T17" fmla="*/ 41 h 83"/>
              <a:gd name="T18" fmla="*/ 0 w 82"/>
              <a:gd name="T19" fmla="*/ 49 h 83"/>
              <a:gd name="T20" fmla="*/ 3 w 82"/>
              <a:gd name="T21" fmla="*/ 58 h 83"/>
              <a:gd name="T22" fmla="*/ 6 w 82"/>
              <a:gd name="T23" fmla="*/ 64 h 83"/>
              <a:gd name="T24" fmla="*/ 11 w 82"/>
              <a:gd name="T25" fmla="*/ 71 h 83"/>
              <a:gd name="T26" fmla="*/ 18 w 82"/>
              <a:gd name="T27" fmla="*/ 76 h 83"/>
              <a:gd name="T28" fmla="*/ 24 w 82"/>
              <a:gd name="T29" fmla="*/ 79 h 83"/>
              <a:gd name="T30" fmla="*/ 33 w 82"/>
              <a:gd name="T31" fmla="*/ 82 h 83"/>
              <a:gd name="T32" fmla="*/ 40 w 82"/>
              <a:gd name="T33" fmla="*/ 83 h 83"/>
              <a:gd name="T34" fmla="*/ 49 w 82"/>
              <a:gd name="T35" fmla="*/ 82 h 83"/>
              <a:gd name="T36" fmla="*/ 58 w 82"/>
              <a:gd name="T37" fmla="*/ 79 h 83"/>
              <a:gd name="T38" fmla="*/ 64 w 82"/>
              <a:gd name="T39" fmla="*/ 76 h 83"/>
              <a:gd name="T40" fmla="*/ 70 w 82"/>
              <a:gd name="T41" fmla="*/ 71 h 83"/>
              <a:gd name="T42" fmla="*/ 76 w 82"/>
              <a:gd name="T43" fmla="*/ 64 h 83"/>
              <a:gd name="T44" fmla="*/ 79 w 82"/>
              <a:gd name="T45" fmla="*/ 58 h 83"/>
              <a:gd name="T46" fmla="*/ 81 w 82"/>
              <a:gd name="T47" fmla="*/ 49 h 83"/>
              <a:gd name="T48" fmla="*/ 82 w 82"/>
              <a:gd name="T49" fmla="*/ 41 h 83"/>
              <a:gd name="T50" fmla="*/ 81 w 82"/>
              <a:gd name="T51" fmla="*/ 33 h 83"/>
              <a:gd name="T52" fmla="*/ 79 w 82"/>
              <a:gd name="T53" fmla="*/ 25 h 83"/>
              <a:gd name="T54" fmla="*/ 76 w 82"/>
              <a:gd name="T55" fmla="*/ 18 h 83"/>
              <a:gd name="T56" fmla="*/ 70 w 82"/>
              <a:gd name="T57" fmla="*/ 12 h 83"/>
              <a:gd name="T58" fmla="*/ 64 w 82"/>
              <a:gd name="T59" fmla="*/ 6 h 83"/>
              <a:gd name="T60" fmla="*/ 58 w 82"/>
              <a:gd name="T61" fmla="*/ 3 h 83"/>
              <a:gd name="T62" fmla="*/ 49 w 82"/>
              <a:gd name="T63" fmla="*/ 0 h 83"/>
              <a:gd name="T64" fmla="*/ 40 w 82"/>
              <a:gd name="T65" fmla="*/ 0 h 83"/>
              <a:gd name="T66" fmla="*/ 40 w 82"/>
              <a:gd name="T67" fmla="*/ 55 h 83"/>
              <a:gd name="T68" fmla="*/ 35 w 82"/>
              <a:gd name="T69" fmla="*/ 54 h 83"/>
              <a:gd name="T70" fmla="*/ 31 w 82"/>
              <a:gd name="T71" fmla="*/ 52 h 83"/>
              <a:gd name="T72" fmla="*/ 29 w 82"/>
              <a:gd name="T73" fmla="*/ 46 h 83"/>
              <a:gd name="T74" fmla="*/ 27 w 82"/>
              <a:gd name="T75" fmla="*/ 41 h 83"/>
              <a:gd name="T76" fmla="*/ 29 w 82"/>
              <a:gd name="T77" fmla="*/ 35 h 83"/>
              <a:gd name="T78" fmla="*/ 31 w 82"/>
              <a:gd name="T79" fmla="*/ 31 h 83"/>
              <a:gd name="T80" fmla="*/ 35 w 82"/>
              <a:gd name="T81" fmla="*/ 29 h 83"/>
              <a:gd name="T82" fmla="*/ 40 w 82"/>
              <a:gd name="T83" fmla="*/ 28 h 83"/>
              <a:gd name="T84" fmla="*/ 46 w 82"/>
              <a:gd name="T85" fmla="*/ 29 h 83"/>
              <a:gd name="T86" fmla="*/ 51 w 82"/>
              <a:gd name="T87" fmla="*/ 31 h 83"/>
              <a:gd name="T88" fmla="*/ 53 w 82"/>
              <a:gd name="T89" fmla="*/ 35 h 83"/>
              <a:gd name="T90" fmla="*/ 54 w 82"/>
              <a:gd name="T91" fmla="*/ 41 h 83"/>
              <a:gd name="T92" fmla="*/ 53 w 82"/>
              <a:gd name="T93" fmla="*/ 46 h 83"/>
              <a:gd name="T94" fmla="*/ 51 w 82"/>
              <a:gd name="T95" fmla="*/ 52 h 83"/>
              <a:gd name="T96" fmla="*/ 46 w 82"/>
              <a:gd name="T97" fmla="*/ 54 h 83"/>
              <a:gd name="T98" fmla="*/ 40 w 82"/>
              <a:gd name="T99" fmla="*/ 55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83">
                <a:moveTo>
                  <a:pt x="40" y="0"/>
                </a:moveTo>
                <a:lnTo>
                  <a:pt x="33" y="0"/>
                </a:lnTo>
                <a:lnTo>
                  <a:pt x="24" y="3"/>
                </a:lnTo>
                <a:lnTo>
                  <a:pt x="18" y="6"/>
                </a:lnTo>
                <a:lnTo>
                  <a:pt x="11" y="12"/>
                </a:lnTo>
                <a:lnTo>
                  <a:pt x="6" y="18"/>
                </a:lnTo>
                <a:lnTo>
                  <a:pt x="3" y="25"/>
                </a:lnTo>
                <a:lnTo>
                  <a:pt x="0" y="33"/>
                </a:lnTo>
                <a:lnTo>
                  <a:pt x="0" y="41"/>
                </a:lnTo>
                <a:lnTo>
                  <a:pt x="0" y="49"/>
                </a:lnTo>
                <a:lnTo>
                  <a:pt x="3" y="58"/>
                </a:lnTo>
                <a:lnTo>
                  <a:pt x="6" y="64"/>
                </a:lnTo>
                <a:lnTo>
                  <a:pt x="11" y="71"/>
                </a:lnTo>
                <a:lnTo>
                  <a:pt x="18" y="76"/>
                </a:lnTo>
                <a:lnTo>
                  <a:pt x="24" y="79"/>
                </a:lnTo>
                <a:lnTo>
                  <a:pt x="33" y="82"/>
                </a:lnTo>
                <a:lnTo>
                  <a:pt x="40" y="83"/>
                </a:lnTo>
                <a:lnTo>
                  <a:pt x="49" y="82"/>
                </a:lnTo>
                <a:lnTo>
                  <a:pt x="58" y="79"/>
                </a:lnTo>
                <a:lnTo>
                  <a:pt x="64" y="76"/>
                </a:lnTo>
                <a:lnTo>
                  <a:pt x="70" y="71"/>
                </a:lnTo>
                <a:lnTo>
                  <a:pt x="76" y="64"/>
                </a:lnTo>
                <a:lnTo>
                  <a:pt x="79" y="58"/>
                </a:lnTo>
                <a:lnTo>
                  <a:pt x="81" y="49"/>
                </a:lnTo>
                <a:lnTo>
                  <a:pt x="82" y="41"/>
                </a:lnTo>
                <a:lnTo>
                  <a:pt x="81" y="33"/>
                </a:lnTo>
                <a:lnTo>
                  <a:pt x="79" y="25"/>
                </a:lnTo>
                <a:lnTo>
                  <a:pt x="76" y="18"/>
                </a:lnTo>
                <a:lnTo>
                  <a:pt x="70" y="12"/>
                </a:lnTo>
                <a:lnTo>
                  <a:pt x="64" y="6"/>
                </a:lnTo>
                <a:lnTo>
                  <a:pt x="58" y="3"/>
                </a:lnTo>
                <a:lnTo>
                  <a:pt x="49" y="0"/>
                </a:lnTo>
                <a:lnTo>
                  <a:pt x="40" y="0"/>
                </a:lnTo>
                <a:close/>
                <a:moveTo>
                  <a:pt x="40" y="55"/>
                </a:moveTo>
                <a:lnTo>
                  <a:pt x="35" y="54"/>
                </a:lnTo>
                <a:lnTo>
                  <a:pt x="31" y="52"/>
                </a:lnTo>
                <a:lnTo>
                  <a:pt x="29" y="46"/>
                </a:lnTo>
                <a:lnTo>
                  <a:pt x="27" y="41"/>
                </a:lnTo>
                <a:lnTo>
                  <a:pt x="29" y="35"/>
                </a:lnTo>
                <a:lnTo>
                  <a:pt x="31" y="31"/>
                </a:lnTo>
                <a:lnTo>
                  <a:pt x="35" y="29"/>
                </a:lnTo>
                <a:lnTo>
                  <a:pt x="40" y="28"/>
                </a:lnTo>
                <a:lnTo>
                  <a:pt x="46" y="29"/>
                </a:lnTo>
                <a:lnTo>
                  <a:pt x="51" y="31"/>
                </a:lnTo>
                <a:lnTo>
                  <a:pt x="53" y="35"/>
                </a:lnTo>
                <a:lnTo>
                  <a:pt x="54" y="41"/>
                </a:lnTo>
                <a:lnTo>
                  <a:pt x="53" y="46"/>
                </a:lnTo>
                <a:lnTo>
                  <a:pt x="51" y="52"/>
                </a:lnTo>
                <a:lnTo>
                  <a:pt x="46" y="54"/>
                </a:lnTo>
                <a:lnTo>
                  <a:pt x="40" y="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99" name="Freeform 27">
            <a:extLst>
              <a:ext uri="{FF2B5EF4-FFF2-40B4-BE49-F238E27FC236}">
                <a16:creationId xmlns:a16="http://schemas.microsoft.com/office/drawing/2014/main" id="{9E0ED26A-CDD7-45BA-B125-B4397229B461}"/>
              </a:ext>
            </a:extLst>
          </p:cNvPr>
          <p:cNvSpPr>
            <a:spLocks/>
          </p:cNvSpPr>
          <p:nvPr/>
        </p:nvSpPr>
        <p:spPr bwMode="auto">
          <a:xfrm>
            <a:off x="1681163" y="3255963"/>
            <a:ext cx="15875" cy="14288"/>
          </a:xfrm>
          <a:custGeom>
            <a:avLst/>
            <a:gdLst>
              <a:gd name="T0" fmla="*/ 24 w 28"/>
              <a:gd name="T1" fmla="*/ 4 h 27"/>
              <a:gd name="T2" fmla="*/ 20 w 28"/>
              <a:gd name="T3" fmla="*/ 1 h 27"/>
              <a:gd name="T4" fmla="*/ 14 w 28"/>
              <a:gd name="T5" fmla="*/ 0 h 27"/>
              <a:gd name="T6" fmla="*/ 9 w 28"/>
              <a:gd name="T7" fmla="*/ 1 h 27"/>
              <a:gd name="T8" fmla="*/ 5 w 28"/>
              <a:gd name="T9" fmla="*/ 4 h 27"/>
              <a:gd name="T10" fmla="*/ 1 w 28"/>
              <a:gd name="T11" fmla="*/ 8 h 27"/>
              <a:gd name="T12" fmla="*/ 0 w 28"/>
              <a:gd name="T13" fmla="*/ 14 h 27"/>
              <a:gd name="T14" fmla="*/ 1 w 28"/>
              <a:gd name="T15" fmla="*/ 19 h 27"/>
              <a:gd name="T16" fmla="*/ 5 w 28"/>
              <a:gd name="T17" fmla="*/ 23 h 27"/>
              <a:gd name="T18" fmla="*/ 9 w 28"/>
              <a:gd name="T19" fmla="*/ 26 h 27"/>
              <a:gd name="T20" fmla="*/ 14 w 28"/>
              <a:gd name="T21" fmla="*/ 27 h 27"/>
              <a:gd name="T22" fmla="*/ 20 w 28"/>
              <a:gd name="T23" fmla="*/ 26 h 27"/>
              <a:gd name="T24" fmla="*/ 24 w 28"/>
              <a:gd name="T25" fmla="*/ 23 h 27"/>
              <a:gd name="T26" fmla="*/ 27 w 28"/>
              <a:gd name="T27" fmla="*/ 19 h 27"/>
              <a:gd name="T28" fmla="*/ 28 w 28"/>
              <a:gd name="T29" fmla="*/ 14 h 27"/>
              <a:gd name="T30" fmla="*/ 27 w 28"/>
              <a:gd name="T31" fmla="*/ 8 h 27"/>
              <a:gd name="T32" fmla="*/ 24 w 28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3"/>
                </a:lnTo>
                <a:lnTo>
                  <a:pt x="9" y="26"/>
                </a:lnTo>
                <a:lnTo>
                  <a:pt x="14" y="27"/>
                </a:lnTo>
                <a:lnTo>
                  <a:pt x="20" y="26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399A2B42-2FFE-46A0-8BEA-DDA9799E8364}"/>
              </a:ext>
            </a:extLst>
          </p:cNvPr>
          <p:cNvGrpSpPr/>
          <p:nvPr/>
        </p:nvGrpSpPr>
        <p:grpSpPr>
          <a:xfrm>
            <a:off x="1554163" y="2508251"/>
            <a:ext cx="376238" cy="376238"/>
            <a:chOff x="1554163" y="2508251"/>
            <a:chExt cx="376238" cy="376238"/>
          </a:xfrm>
          <a:solidFill>
            <a:schemeClr val="bg1"/>
          </a:solidFill>
        </p:grpSpPr>
        <p:sp>
          <p:nvSpPr>
            <p:cNvPr id="300" name="Freeform 28">
              <a:extLst>
                <a:ext uri="{FF2B5EF4-FFF2-40B4-BE49-F238E27FC236}">
                  <a16:creationId xmlns:a16="http://schemas.microsoft.com/office/drawing/2014/main" id="{00A71905-1D64-4F62-9513-11F386058D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3851" y="2508251"/>
              <a:ext cx="336550" cy="327025"/>
            </a:xfrm>
            <a:custGeom>
              <a:avLst/>
              <a:gdLst>
                <a:gd name="T0" fmla="*/ 626 w 636"/>
                <a:gd name="T1" fmla="*/ 1 h 618"/>
                <a:gd name="T2" fmla="*/ 618 w 636"/>
                <a:gd name="T3" fmla="*/ 1 h 618"/>
                <a:gd name="T4" fmla="*/ 361 w 636"/>
                <a:gd name="T5" fmla="*/ 152 h 618"/>
                <a:gd name="T6" fmla="*/ 354 w 636"/>
                <a:gd name="T7" fmla="*/ 161 h 618"/>
                <a:gd name="T8" fmla="*/ 355 w 636"/>
                <a:gd name="T9" fmla="*/ 172 h 618"/>
                <a:gd name="T10" fmla="*/ 364 w 636"/>
                <a:gd name="T11" fmla="*/ 178 h 618"/>
                <a:gd name="T12" fmla="*/ 375 w 636"/>
                <a:gd name="T13" fmla="*/ 176 h 618"/>
                <a:gd name="T14" fmla="*/ 217 w 636"/>
                <a:gd name="T15" fmla="*/ 422 h 618"/>
                <a:gd name="T16" fmla="*/ 268 w 636"/>
                <a:gd name="T17" fmla="*/ 239 h 618"/>
                <a:gd name="T18" fmla="*/ 275 w 636"/>
                <a:gd name="T19" fmla="*/ 231 h 618"/>
                <a:gd name="T20" fmla="*/ 274 w 636"/>
                <a:gd name="T21" fmla="*/ 220 h 618"/>
                <a:gd name="T22" fmla="*/ 265 w 636"/>
                <a:gd name="T23" fmla="*/ 213 h 618"/>
                <a:gd name="T24" fmla="*/ 254 w 636"/>
                <a:gd name="T25" fmla="*/ 216 h 618"/>
                <a:gd name="T26" fmla="*/ 3 w 636"/>
                <a:gd name="T27" fmla="*/ 364 h 618"/>
                <a:gd name="T28" fmla="*/ 0 w 636"/>
                <a:gd name="T29" fmla="*/ 371 h 618"/>
                <a:gd name="T30" fmla="*/ 1 w 636"/>
                <a:gd name="T31" fmla="*/ 379 h 618"/>
                <a:gd name="T32" fmla="*/ 7 w 636"/>
                <a:gd name="T33" fmla="*/ 385 h 618"/>
                <a:gd name="T34" fmla="*/ 211 w 636"/>
                <a:gd name="T35" fmla="*/ 448 h 618"/>
                <a:gd name="T36" fmla="*/ 301 w 636"/>
                <a:gd name="T37" fmla="*/ 612 h 618"/>
                <a:gd name="T38" fmla="*/ 304 w 636"/>
                <a:gd name="T39" fmla="*/ 615 h 618"/>
                <a:gd name="T40" fmla="*/ 310 w 636"/>
                <a:gd name="T41" fmla="*/ 618 h 618"/>
                <a:gd name="T42" fmla="*/ 318 w 636"/>
                <a:gd name="T43" fmla="*/ 617 h 618"/>
                <a:gd name="T44" fmla="*/ 425 w 636"/>
                <a:gd name="T45" fmla="*/ 514 h 618"/>
                <a:gd name="T46" fmla="*/ 620 w 636"/>
                <a:gd name="T47" fmla="*/ 573 h 618"/>
                <a:gd name="T48" fmla="*/ 627 w 636"/>
                <a:gd name="T49" fmla="*/ 573 h 618"/>
                <a:gd name="T50" fmla="*/ 632 w 636"/>
                <a:gd name="T51" fmla="*/ 569 h 618"/>
                <a:gd name="T52" fmla="*/ 635 w 636"/>
                <a:gd name="T53" fmla="*/ 563 h 618"/>
                <a:gd name="T54" fmla="*/ 636 w 636"/>
                <a:gd name="T55" fmla="*/ 14 h 618"/>
                <a:gd name="T56" fmla="*/ 634 w 636"/>
                <a:gd name="T57" fmla="*/ 7 h 618"/>
                <a:gd name="T58" fmla="*/ 629 w 636"/>
                <a:gd name="T59" fmla="*/ 2 h 618"/>
                <a:gd name="T60" fmla="*/ 299 w 636"/>
                <a:gd name="T61" fmla="*/ 461 h 618"/>
                <a:gd name="T62" fmla="*/ 299 w 636"/>
                <a:gd name="T63" fmla="*/ 550 h 618"/>
                <a:gd name="T64" fmla="*/ 508 w 636"/>
                <a:gd name="T65" fmla="*/ 160 h 618"/>
                <a:gd name="T66" fmla="*/ 327 w 636"/>
                <a:gd name="T67" fmla="*/ 571 h 618"/>
                <a:gd name="T68" fmla="*/ 395 w 636"/>
                <a:gd name="T69" fmla="*/ 504 h 618"/>
                <a:gd name="T70" fmla="*/ 608 w 636"/>
                <a:gd name="T71" fmla="*/ 541 h 618"/>
                <a:gd name="T72" fmla="*/ 608 w 636"/>
                <a:gd name="T73" fmla="*/ 6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6" h="618">
                  <a:moveTo>
                    <a:pt x="629" y="2"/>
                  </a:moveTo>
                  <a:lnTo>
                    <a:pt x="626" y="1"/>
                  </a:lnTo>
                  <a:lnTo>
                    <a:pt x="621" y="0"/>
                  </a:lnTo>
                  <a:lnTo>
                    <a:pt x="618" y="1"/>
                  </a:lnTo>
                  <a:lnTo>
                    <a:pt x="615" y="2"/>
                  </a:lnTo>
                  <a:lnTo>
                    <a:pt x="361" y="152"/>
                  </a:lnTo>
                  <a:lnTo>
                    <a:pt x="356" y="156"/>
                  </a:lnTo>
                  <a:lnTo>
                    <a:pt x="354" y="161"/>
                  </a:lnTo>
                  <a:lnTo>
                    <a:pt x="354" y="166"/>
                  </a:lnTo>
                  <a:lnTo>
                    <a:pt x="355" y="172"/>
                  </a:lnTo>
                  <a:lnTo>
                    <a:pt x="360" y="176"/>
                  </a:lnTo>
                  <a:lnTo>
                    <a:pt x="364" y="178"/>
                  </a:lnTo>
                  <a:lnTo>
                    <a:pt x="369" y="178"/>
                  </a:lnTo>
                  <a:lnTo>
                    <a:pt x="375" y="176"/>
                  </a:lnTo>
                  <a:lnTo>
                    <a:pt x="557" y="68"/>
                  </a:lnTo>
                  <a:lnTo>
                    <a:pt x="217" y="422"/>
                  </a:lnTo>
                  <a:lnTo>
                    <a:pt x="48" y="369"/>
                  </a:lnTo>
                  <a:lnTo>
                    <a:pt x="268" y="239"/>
                  </a:lnTo>
                  <a:lnTo>
                    <a:pt x="273" y="235"/>
                  </a:lnTo>
                  <a:lnTo>
                    <a:pt x="275" y="231"/>
                  </a:lnTo>
                  <a:lnTo>
                    <a:pt x="276" y="225"/>
                  </a:lnTo>
                  <a:lnTo>
                    <a:pt x="274" y="220"/>
                  </a:lnTo>
                  <a:lnTo>
                    <a:pt x="269" y="216"/>
                  </a:lnTo>
                  <a:lnTo>
                    <a:pt x="265" y="213"/>
                  </a:lnTo>
                  <a:lnTo>
                    <a:pt x="260" y="213"/>
                  </a:lnTo>
                  <a:lnTo>
                    <a:pt x="254" y="216"/>
                  </a:lnTo>
                  <a:lnTo>
                    <a:pt x="7" y="362"/>
                  </a:lnTo>
                  <a:lnTo>
                    <a:pt x="3" y="364"/>
                  </a:lnTo>
                  <a:lnTo>
                    <a:pt x="1" y="368"/>
                  </a:lnTo>
                  <a:lnTo>
                    <a:pt x="0" y="371"/>
                  </a:lnTo>
                  <a:lnTo>
                    <a:pt x="0" y="375"/>
                  </a:lnTo>
                  <a:lnTo>
                    <a:pt x="1" y="379"/>
                  </a:lnTo>
                  <a:lnTo>
                    <a:pt x="3" y="383"/>
                  </a:lnTo>
                  <a:lnTo>
                    <a:pt x="7" y="385"/>
                  </a:lnTo>
                  <a:lnTo>
                    <a:pt x="10" y="387"/>
                  </a:lnTo>
                  <a:lnTo>
                    <a:pt x="211" y="448"/>
                  </a:lnTo>
                  <a:lnTo>
                    <a:pt x="301" y="611"/>
                  </a:lnTo>
                  <a:lnTo>
                    <a:pt x="301" y="612"/>
                  </a:lnTo>
                  <a:lnTo>
                    <a:pt x="302" y="612"/>
                  </a:lnTo>
                  <a:lnTo>
                    <a:pt x="304" y="615"/>
                  </a:lnTo>
                  <a:lnTo>
                    <a:pt x="308" y="617"/>
                  </a:lnTo>
                  <a:lnTo>
                    <a:pt x="310" y="618"/>
                  </a:lnTo>
                  <a:lnTo>
                    <a:pt x="313" y="618"/>
                  </a:lnTo>
                  <a:lnTo>
                    <a:pt x="318" y="617"/>
                  </a:lnTo>
                  <a:lnTo>
                    <a:pt x="323" y="614"/>
                  </a:lnTo>
                  <a:lnTo>
                    <a:pt x="425" y="514"/>
                  </a:lnTo>
                  <a:lnTo>
                    <a:pt x="618" y="573"/>
                  </a:lnTo>
                  <a:lnTo>
                    <a:pt x="620" y="573"/>
                  </a:lnTo>
                  <a:lnTo>
                    <a:pt x="622" y="574"/>
                  </a:lnTo>
                  <a:lnTo>
                    <a:pt x="627" y="573"/>
                  </a:lnTo>
                  <a:lnTo>
                    <a:pt x="630" y="571"/>
                  </a:lnTo>
                  <a:lnTo>
                    <a:pt x="632" y="569"/>
                  </a:lnTo>
                  <a:lnTo>
                    <a:pt x="634" y="566"/>
                  </a:lnTo>
                  <a:lnTo>
                    <a:pt x="635" y="563"/>
                  </a:lnTo>
                  <a:lnTo>
                    <a:pt x="636" y="560"/>
                  </a:lnTo>
                  <a:lnTo>
                    <a:pt x="636" y="14"/>
                  </a:lnTo>
                  <a:lnTo>
                    <a:pt x="635" y="10"/>
                  </a:lnTo>
                  <a:lnTo>
                    <a:pt x="634" y="7"/>
                  </a:lnTo>
                  <a:lnTo>
                    <a:pt x="632" y="4"/>
                  </a:lnTo>
                  <a:lnTo>
                    <a:pt x="629" y="2"/>
                  </a:lnTo>
                  <a:close/>
                  <a:moveTo>
                    <a:pt x="302" y="457"/>
                  </a:moveTo>
                  <a:lnTo>
                    <a:pt x="299" y="461"/>
                  </a:lnTo>
                  <a:lnTo>
                    <a:pt x="299" y="466"/>
                  </a:lnTo>
                  <a:lnTo>
                    <a:pt x="299" y="550"/>
                  </a:lnTo>
                  <a:lnTo>
                    <a:pt x="238" y="439"/>
                  </a:lnTo>
                  <a:lnTo>
                    <a:pt x="508" y="160"/>
                  </a:lnTo>
                  <a:lnTo>
                    <a:pt x="302" y="457"/>
                  </a:lnTo>
                  <a:close/>
                  <a:moveTo>
                    <a:pt x="327" y="571"/>
                  </a:moveTo>
                  <a:lnTo>
                    <a:pt x="327" y="484"/>
                  </a:lnTo>
                  <a:lnTo>
                    <a:pt x="395" y="504"/>
                  </a:lnTo>
                  <a:lnTo>
                    <a:pt x="327" y="571"/>
                  </a:lnTo>
                  <a:close/>
                  <a:moveTo>
                    <a:pt x="608" y="541"/>
                  </a:moveTo>
                  <a:lnTo>
                    <a:pt x="335" y="457"/>
                  </a:lnTo>
                  <a:lnTo>
                    <a:pt x="608" y="63"/>
                  </a:lnTo>
                  <a:lnTo>
                    <a:pt x="608" y="5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1" name="Freeform 29">
              <a:extLst>
                <a:ext uri="{FF2B5EF4-FFF2-40B4-BE49-F238E27FC236}">
                  <a16:creationId xmlns:a16="http://schemas.microsoft.com/office/drawing/2014/main" id="{3E878EF0-3B6C-4D11-B269-68FA0F76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762251"/>
              <a:ext cx="84138" cy="82550"/>
            </a:xfrm>
            <a:custGeom>
              <a:avLst/>
              <a:gdLst>
                <a:gd name="T0" fmla="*/ 154 w 158"/>
                <a:gd name="T1" fmla="*/ 4 h 157"/>
                <a:gd name="T2" fmla="*/ 148 w 158"/>
                <a:gd name="T3" fmla="*/ 1 h 157"/>
                <a:gd name="T4" fmla="*/ 144 w 158"/>
                <a:gd name="T5" fmla="*/ 0 h 157"/>
                <a:gd name="T6" fmla="*/ 139 w 158"/>
                <a:gd name="T7" fmla="*/ 1 h 157"/>
                <a:gd name="T8" fmla="*/ 133 w 158"/>
                <a:gd name="T9" fmla="*/ 4 h 157"/>
                <a:gd name="T10" fmla="*/ 4 w 158"/>
                <a:gd name="T11" fmla="*/ 134 h 157"/>
                <a:gd name="T12" fmla="*/ 1 w 158"/>
                <a:gd name="T13" fmla="*/ 138 h 157"/>
                <a:gd name="T14" fmla="*/ 0 w 158"/>
                <a:gd name="T15" fmla="*/ 143 h 157"/>
                <a:gd name="T16" fmla="*/ 1 w 158"/>
                <a:gd name="T17" fmla="*/ 149 h 157"/>
                <a:gd name="T18" fmla="*/ 4 w 158"/>
                <a:gd name="T19" fmla="*/ 153 h 157"/>
                <a:gd name="T20" fmla="*/ 9 w 158"/>
                <a:gd name="T21" fmla="*/ 156 h 157"/>
                <a:gd name="T22" fmla="*/ 14 w 158"/>
                <a:gd name="T23" fmla="*/ 157 h 157"/>
                <a:gd name="T24" fmla="*/ 19 w 158"/>
                <a:gd name="T25" fmla="*/ 156 h 157"/>
                <a:gd name="T26" fmla="*/ 24 w 158"/>
                <a:gd name="T27" fmla="*/ 153 h 157"/>
                <a:gd name="T28" fmla="*/ 154 w 158"/>
                <a:gd name="T29" fmla="*/ 23 h 157"/>
                <a:gd name="T30" fmla="*/ 157 w 158"/>
                <a:gd name="T31" fmla="*/ 19 h 157"/>
                <a:gd name="T32" fmla="*/ 158 w 158"/>
                <a:gd name="T33" fmla="*/ 14 h 157"/>
                <a:gd name="T34" fmla="*/ 157 w 158"/>
                <a:gd name="T35" fmla="*/ 8 h 157"/>
                <a:gd name="T36" fmla="*/ 154 w 158"/>
                <a:gd name="T37" fmla="*/ 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8" h="157">
                  <a:moveTo>
                    <a:pt x="154" y="4"/>
                  </a:moveTo>
                  <a:lnTo>
                    <a:pt x="148" y="1"/>
                  </a:lnTo>
                  <a:lnTo>
                    <a:pt x="144" y="0"/>
                  </a:lnTo>
                  <a:lnTo>
                    <a:pt x="139" y="1"/>
                  </a:lnTo>
                  <a:lnTo>
                    <a:pt x="133" y="4"/>
                  </a:lnTo>
                  <a:lnTo>
                    <a:pt x="4" y="134"/>
                  </a:lnTo>
                  <a:lnTo>
                    <a:pt x="1" y="138"/>
                  </a:lnTo>
                  <a:lnTo>
                    <a:pt x="0" y="143"/>
                  </a:lnTo>
                  <a:lnTo>
                    <a:pt x="1" y="149"/>
                  </a:lnTo>
                  <a:lnTo>
                    <a:pt x="4" y="153"/>
                  </a:lnTo>
                  <a:lnTo>
                    <a:pt x="9" y="156"/>
                  </a:lnTo>
                  <a:lnTo>
                    <a:pt x="14" y="157"/>
                  </a:lnTo>
                  <a:lnTo>
                    <a:pt x="19" y="156"/>
                  </a:lnTo>
                  <a:lnTo>
                    <a:pt x="24" y="153"/>
                  </a:lnTo>
                  <a:lnTo>
                    <a:pt x="154" y="23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7" y="8"/>
                  </a:lnTo>
                  <a:lnTo>
                    <a:pt x="15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2" name="Freeform 30">
              <a:extLst>
                <a:ext uri="{FF2B5EF4-FFF2-40B4-BE49-F238E27FC236}">
                  <a16:creationId xmlns:a16="http://schemas.microsoft.com/office/drawing/2014/main" id="{0F289E76-D796-406E-9396-EC9DB33B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163" y="2852738"/>
              <a:ext cx="31750" cy="31750"/>
            </a:xfrm>
            <a:custGeom>
              <a:avLst/>
              <a:gdLst>
                <a:gd name="T0" fmla="*/ 56 w 60"/>
                <a:gd name="T1" fmla="*/ 5 h 61"/>
                <a:gd name="T2" fmla="*/ 51 w 60"/>
                <a:gd name="T3" fmla="*/ 1 h 61"/>
                <a:gd name="T4" fmla="*/ 46 w 60"/>
                <a:gd name="T5" fmla="*/ 0 h 61"/>
                <a:gd name="T6" fmla="*/ 41 w 60"/>
                <a:gd name="T7" fmla="*/ 1 h 61"/>
                <a:gd name="T8" fmla="*/ 36 w 60"/>
                <a:gd name="T9" fmla="*/ 5 h 61"/>
                <a:gd name="T10" fmla="*/ 4 w 60"/>
                <a:gd name="T11" fmla="*/ 37 h 61"/>
                <a:gd name="T12" fmla="*/ 1 w 60"/>
                <a:gd name="T13" fmla="*/ 41 h 61"/>
                <a:gd name="T14" fmla="*/ 0 w 60"/>
                <a:gd name="T15" fmla="*/ 47 h 61"/>
                <a:gd name="T16" fmla="*/ 1 w 60"/>
                <a:gd name="T17" fmla="*/ 52 h 61"/>
                <a:gd name="T18" fmla="*/ 4 w 60"/>
                <a:gd name="T19" fmla="*/ 56 h 61"/>
                <a:gd name="T20" fmla="*/ 9 w 60"/>
                <a:gd name="T21" fmla="*/ 59 h 61"/>
                <a:gd name="T22" fmla="*/ 14 w 60"/>
                <a:gd name="T23" fmla="*/ 61 h 61"/>
                <a:gd name="T24" fmla="*/ 19 w 60"/>
                <a:gd name="T25" fmla="*/ 59 h 61"/>
                <a:gd name="T26" fmla="*/ 24 w 60"/>
                <a:gd name="T27" fmla="*/ 56 h 61"/>
                <a:gd name="T28" fmla="*/ 56 w 60"/>
                <a:gd name="T29" fmla="*/ 24 h 61"/>
                <a:gd name="T30" fmla="*/ 59 w 60"/>
                <a:gd name="T31" fmla="*/ 20 h 61"/>
                <a:gd name="T32" fmla="*/ 60 w 60"/>
                <a:gd name="T33" fmla="*/ 14 h 61"/>
                <a:gd name="T34" fmla="*/ 59 w 60"/>
                <a:gd name="T35" fmla="*/ 9 h 61"/>
                <a:gd name="T36" fmla="*/ 56 w 60"/>
                <a:gd name="T3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61">
                  <a:moveTo>
                    <a:pt x="56" y="5"/>
                  </a:moveTo>
                  <a:lnTo>
                    <a:pt x="51" y="1"/>
                  </a:lnTo>
                  <a:lnTo>
                    <a:pt x="46" y="0"/>
                  </a:lnTo>
                  <a:lnTo>
                    <a:pt x="41" y="1"/>
                  </a:lnTo>
                  <a:lnTo>
                    <a:pt x="36" y="5"/>
                  </a:lnTo>
                  <a:lnTo>
                    <a:pt x="4" y="37"/>
                  </a:lnTo>
                  <a:lnTo>
                    <a:pt x="1" y="41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4" y="56"/>
                  </a:lnTo>
                  <a:lnTo>
                    <a:pt x="9" y="59"/>
                  </a:lnTo>
                  <a:lnTo>
                    <a:pt x="14" y="61"/>
                  </a:lnTo>
                  <a:lnTo>
                    <a:pt x="19" y="59"/>
                  </a:lnTo>
                  <a:lnTo>
                    <a:pt x="24" y="56"/>
                  </a:lnTo>
                  <a:lnTo>
                    <a:pt x="56" y="24"/>
                  </a:lnTo>
                  <a:lnTo>
                    <a:pt x="59" y="20"/>
                  </a:lnTo>
                  <a:lnTo>
                    <a:pt x="60" y="14"/>
                  </a:lnTo>
                  <a:lnTo>
                    <a:pt x="59" y="9"/>
                  </a:lnTo>
                  <a:lnTo>
                    <a:pt x="5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3" name="Freeform 31">
              <a:extLst>
                <a:ext uri="{FF2B5EF4-FFF2-40B4-BE49-F238E27FC236}">
                  <a16:creationId xmlns:a16="http://schemas.microsoft.com/office/drawing/2014/main" id="{4C1E3961-25C6-4221-AA1E-26B16E28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238" y="2870201"/>
              <a:ext cx="14288" cy="14288"/>
            </a:xfrm>
            <a:custGeom>
              <a:avLst/>
              <a:gdLst>
                <a:gd name="T0" fmla="*/ 24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4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3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3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8 h 27"/>
                <a:gd name="T32" fmla="*/ 24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4" name="Freeform 32">
              <a:extLst>
                <a:ext uri="{FF2B5EF4-FFF2-40B4-BE49-F238E27FC236}">
                  <a16:creationId xmlns:a16="http://schemas.microsoft.com/office/drawing/2014/main" id="{272DF947-2469-41A6-AA17-25AC18A3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88" y="2814638"/>
              <a:ext cx="50800" cy="50800"/>
            </a:xfrm>
            <a:custGeom>
              <a:avLst/>
              <a:gdLst>
                <a:gd name="T0" fmla="*/ 92 w 97"/>
                <a:gd name="T1" fmla="*/ 5 h 97"/>
                <a:gd name="T2" fmla="*/ 88 w 97"/>
                <a:gd name="T3" fmla="*/ 2 h 97"/>
                <a:gd name="T4" fmla="*/ 83 w 97"/>
                <a:gd name="T5" fmla="*/ 0 h 97"/>
                <a:gd name="T6" fmla="*/ 77 w 97"/>
                <a:gd name="T7" fmla="*/ 2 h 97"/>
                <a:gd name="T8" fmla="*/ 73 w 97"/>
                <a:gd name="T9" fmla="*/ 5 h 97"/>
                <a:gd name="T10" fmla="*/ 5 w 97"/>
                <a:gd name="T11" fmla="*/ 73 h 97"/>
                <a:gd name="T12" fmla="*/ 1 w 97"/>
                <a:gd name="T13" fmla="*/ 78 h 97"/>
                <a:gd name="T14" fmla="*/ 0 w 97"/>
                <a:gd name="T15" fmla="*/ 83 h 97"/>
                <a:gd name="T16" fmla="*/ 1 w 97"/>
                <a:gd name="T17" fmla="*/ 89 h 97"/>
                <a:gd name="T18" fmla="*/ 5 w 97"/>
                <a:gd name="T19" fmla="*/ 93 h 97"/>
                <a:gd name="T20" fmla="*/ 9 w 97"/>
                <a:gd name="T21" fmla="*/ 96 h 97"/>
                <a:gd name="T22" fmla="*/ 14 w 97"/>
                <a:gd name="T23" fmla="*/ 97 h 97"/>
                <a:gd name="T24" fmla="*/ 20 w 97"/>
                <a:gd name="T25" fmla="*/ 96 h 97"/>
                <a:gd name="T26" fmla="*/ 24 w 97"/>
                <a:gd name="T27" fmla="*/ 93 h 97"/>
                <a:gd name="T28" fmla="*/ 92 w 97"/>
                <a:gd name="T29" fmla="*/ 24 h 97"/>
                <a:gd name="T30" fmla="*/ 96 w 97"/>
                <a:gd name="T31" fmla="*/ 20 h 97"/>
                <a:gd name="T32" fmla="*/ 97 w 97"/>
                <a:gd name="T33" fmla="*/ 14 h 97"/>
                <a:gd name="T34" fmla="*/ 96 w 97"/>
                <a:gd name="T35" fmla="*/ 9 h 97"/>
                <a:gd name="T36" fmla="*/ 92 w 97"/>
                <a:gd name="T37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97">
                  <a:moveTo>
                    <a:pt x="92" y="5"/>
                  </a:moveTo>
                  <a:lnTo>
                    <a:pt x="88" y="2"/>
                  </a:lnTo>
                  <a:lnTo>
                    <a:pt x="83" y="0"/>
                  </a:lnTo>
                  <a:lnTo>
                    <a:pt x="77" y="2"/>
                  </a:lnTo>
                  <a:lnTo>
                    <a:pt x="73" y="5"/>
                  </a:lnTo>
                  <a:lnTo>
                    <a:pt x="5" y="73"/>
                  </a:lnTo>
                  <a:lnTo>
                    <a:pt x="1" y="78"/>
                  </a:lnTo>
                  <a:lnTo>
                    <a:pt x="0" y="83"/>
                  </a:lnTo>
                  <a:lnTo>
                    <a:pt x="1" y="89"/>
                  </a:lnTo>
                  <a:lnTo>
                    <a:pt x="5" y="93"/>
                  </a:lnTo>
                  <a:lnTo>
                    <a:pt x="9" y="96"/>
                  </a:lnTo>
                  <a:lnTo>
                    <a:pt x="14" y="97"/>
                  </a:lnTo>
                  <a:lnTo>
                    <a:pt x="20" y="96"/>
                  </a:lnTo>
                  <a:lnTo>
                    <a:pt x="24" y="93"/>
                  </a:lnTo>
                  <a:lnTo>
                    <a:pt x="92" y="24"/>
                  </a:lnTo>
                  <a:lnTo>
                    <a:pt x="96" y="20"/>
                  </a:lnTo>
                  <a:lnTo>
                    <a:pt x="97" y="14"/>
                  </a:lnTo>
                  <a:lnTo>
                    <a:pt x="96" y="9"/>
                  </a:lnTo>
                  <a:lnTo>
                    <a:pt x="9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5" name="Freeform 33">
              <a:extLst>
                <a:ext uri="{FF2B5EF4-FFF2-40B4-BE49-F238E27FC236}">
                  <a16:creationId xmlns:a16="http://schemas.microsoft.com/office/drawing/2014/main" id="{B89EBAA8-5777-4E7F-8EC7-5D8E35D2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2811463"/>
              <a:ext cx="52388" cy="52388"/>
            </a:xfrm>
            <a:custGeom>
              <a:avLst/>
              <a:gdLst>
                <a:gd name="T0" fmla="*/ 94 w 97"/>
                <a:gd name="T1" fmla="*/ 4 h 97"/>
                <a:gd name="T2" fmla="*/ 88 w 97"/>
                <a:gd name="T3" fmla="*/ 1 h 97"/>
                <a:gd name="T4" fmla="*/ 84 w 97"/>
                <a:gd name="T5" fmla="*/ 0 h 97"/>
                <a:gd name="T6" fmla="*/ 79 w 97"/>
                <a:gd name="T7" fmla="*/ 1 h 97"/>
                <a:gd name="T8" fmla="*/ 73 w 97"/>
                <a:gd name="T9" fmla="*/ 4 h 97"/>
                <a:gd name="T10" fmla="*/ 5 w 97"/>
                <a:gd name="T11" fmla="*/ 73 h 97"/>
                <a:gd name="T12" fmla="*/ 1 w 97"/>
                <a:gd name="T13" fmla="*/ 77 h 97"/>
                <a:gd name="T14" fmla="*/ 0 w 97"/>
                <a:gd name="T15" fmla="*/ 83 h 97"/>
                <a:gd name="T16" fmla="*/ 1 w 97"/>
                <a:gd name="T17" fmla="*/ 88 h 97"/>
                <a:gd name="T18" fmla="*/ 5 w 97"/>
                <a:gd name="T19" fmla="*/ 92 h 97"/>
                <a:gd name="T20" fmla="*/ 9 w 97"/>
                <a:gd name="T21" fmla="*/ 96 h 97"/>
                <a:gd name="T22" fmla="*/ 14 w 97"/>
                <a:gd name="T23" fmla="*/ 97 h 97"/>
                <a:gd name="T24" fmla="*/ 20 w 97"/>
                <a:gd name="T25" fmla="*/ 96 h 97"/>
                <a:gd name="T26" fmla="*/ 25 w 97"/>
                <a:gd name="T27" fmla="*/ 92 h 97"/>
                <a:gd name="T28" fmla="*/ 94 w 97"/>
                <a:gd name="T29" fmla="*/ 24 h 97"/>
                <a:gd name="T30" fmla="*/ 97 w 97"/>
                <a:gd name="T31" fmla="*/ 19 h 97"/>
                <a:gd name="T32" fmla="*/ 97 w 97"/>
                <a:gd name="T33" fmla="*/ 14 h 97"/>
                <a:gd name="T34" fmla="*/ 97 w 97"/>
                <a:gd name="T35" fmla="*/ 9 h 97"/>
                <a:gd name="T36" fmla="*/ 94 w 97"/>
                <a:gd name="T37" fmla="*/ 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97">
                  <a:moveTo>
                    <a:pt x="94" y="4"/>
                  </a:moveTo>
                  <a:lnTo>
                    <a:pt x="88" y="1"/>
                  </a:lnTo>
                  <a:lnTo>
                    <a:pt x="84" y="0"/>
                  </a:lnTo>
                  <a:lnTo>
                    <a:pt x="79" y="1"/>
                  </a:lnTo>
                  <a:lnTo>
                    <a:pt x="73" y="4"/>
                  </a:lnTo>
                  <a:lnTo>
                    <a:pt x="5" y="73"/>
                  </a:lnTo>
                  <a:lnTo>
                    <a:pt x="1" y="77"/>
                  </a:lnTo>
                  <a:lnTo>
                    <a:pt x="0" y="83"/>
                  </a:lnTo>
                  <a:lnTo>
                    <a:pt x="1" y="88"/>
                  </a:lnTo>
                  <a:lnTo>
                    <a:pt x="5" y="92"/>
                  </a:lnTo>
                  <a:lnTo>
                    <a:pt x="9" y="96"/>
                  </a:lnTo>
                  <a:lnTo>
                    <a:pt x="14" y="97"/>
                  </a:lnTo>
                  <a:lnTo>
                    <a:pt x="20" y="96"/>
                  </a:lnTo>
                  <a:lnTo>
                    <a:pt x="25" y="92"/>
                  </a:lnTo>
                  <a:lnTo>
                    <a:pt x="94" y="24"/>
                  </a:lnTo>
                  <a:lnTo>
                    <a:pt x="97" y="19"/>
                  </a:lnTo>
                  <a:lnTo>
                    <a:pt x="97" y="14"/>
                  </a:lnTo>
                  <a:lnTo>
                    <a:pt x="97" y="9"/>
                  </a:lnTo>
                  <a:lnTo>
                    <a:pt x="9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6" name="Freeform 34">
              <a:extLst>
                <a:ext uri="{FF2B5EF4-FFF2-40B4-BE49-F238E27FC236}">
                  <a16:creationId xmlns:a16="http://schemas.microsoft.com/office/drawing/2014/main" id="{C7859DFE-9243-48D4-82B8-403BDD1A6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426" y="2606676"/>
              <a:ext cx="15875" cy="14288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3A043335-DF90-46AB-8338-A97AC4D02FA9}"/>
              </a:ext>
            </a:extLst>
          </p:cNvPr>
          <p:cNvGrpSpPr/>
          <p:nvPr/>
        </p:nvGrpSpPr>
        <p:grpSpPr>
          <a:xfrm>
            <a:off x="1593851" y="1776413"/>
            <a:ext cx="296863" cy="376238"/>
            <a:chOff x="1593851" y="1776413"/>
            <a:chExt cx="296863" cy="376238"/>
          </a:xfrm>
          <a:solidFill>
            <a:schemeClr val="bg1"/>
          </a:solidFill>
        </p:grpSpPr>
        <p:sp>
          <p:nvSpPr>
            <p:cNvPr id="307" name="Freeform 35">
              <a:extLst>
                <a:ext uri="{FF2B5EF4-FFF2-40B4-BE49-F238E27FC236}">
                  <a16:creationId xmlns:a16="http://schemas.microsoft.com/office/drawing/2014/main" id="{9DDB306D-C927-44FF-99DF-C3E51934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12938"/>
              <a:ext cx="296863" cy="239713"/>
            </a:xfrm>
            <a:custGeom>
              <a:avLst/>
              <a:gdLst>
                <a:gd name="T0" fmla="*/ 547 w 561"/>
                <a:gd name="T1" fmla="*/ 229 h 452"/>
                <a:gd name="T2" fmla="*/ 542 w 561"/>
                <a:gd name="T3" fmla="*/ 230 h 452"/>
                <a:gd name="T4" fmla="*/ 538 w 561"/>
                <a:gd name="T5" fmla="*/ 233 h 452"/>
                <a:gd name="T6" fmla="*/ 534 w 561"/>
                <a:gd name="T7" fmla="*/ 238 h 452"/>
                <a:gd name="T8" fmla="*/ 533 w 561"/>
                <a:gd name="T9" fmla="*/ 243 h 452"/>
                <a:gd name="T10" fmla="*/ 533 w 561"/>
                <a:gd name="T11" fmla="*/ 415 h 452"/>
                <a:gd name="T12" fmla="*/ 287 w 561"/>
                <a:gd name="T13" fmla="*/ 286 h 452"/>
                <a:gd name="T14" fmla="*/ 283 w 561"/>
                <a:gd name="T15" fmla="*/ 285 h 452"/>
                <a:gd name="T16" fmla="*/ 280 w 561"/>
                <a:gd name="T17" fmla="*/ 285 h 452"/>
                <a:gd name="T18" fmla="*/ 277 w 561"/>
                <a:gd name="T19" fmla="*/ 285 h 452"/>
                <a:gd name="T20" fmla="*/ 274 w 561"/>
                <a:gd name="T21" fmla="*/ 286 h 452"/>
                <a:gd name="T22" fmla="*/ 28 w 561"/>
                <a:gd name="T23" fmla="*/ 415 h 452"/>
                <a:gd name="T24" fmla="*/ 28 w 561"/>
                <a:gd name="T25" fmla="*/ 14 h 452"/>
                <a:gd name="T26" fmla="*/ 27 w 561"/>
                <a:gd name="T27" fmla="*/ 8 h 452"/>
                <a:gd name="T28" fmla="*/ 24 w 561"/>
                <a:gd name="T29" fmla="*/ 4 h 452"/>
                <a:gd name="T30" fmla="*/ 19 w 561"/>
                <a:gd name="T31" fmla="*/ 1 h 452"/>
                <a:gd name="T32" fmla="*/ 14 w 561"/>
                <a:gd name="T33" fmla="*/ 0 h 452"/>
                <a:gd name="T34" fmla="*/ 9 w 561"/>
                <a:gd name="T35" fmla="*/ 1 h 452"/>
                <a:gd name="T36" fmla="*/ 4 w 561"/>
                <a:gd name="T37" fmla="*/ 4 h 452"/>
                <a:gd name="T38" fmla="*/ 1 w 561"/>
                <a:gd name="T39" fmla="*/ 8 h 452"/>
                <a:gd name="T40" fmla="*/ 0 w 561"/>
                <a:gd name="T41" fmla="*/ 14 h 452"/>
                <a:gd name="T42" fmla="*/ 0 w 561"/>
                <a:gd name="T43" fmla="*/ 438 h 452"/>
                <a:gd name="T44" fmla="*/ 0 w 561"/>
                <a:gd name="T45" fmla="*/ 441 h 452"/>
                <a:gd name="T46" fmla="*/ 2 w 561"/>
                <a:gd name="T47" fmla="*/ 444 h 452"/>
                <a:gd name="T48" fmla="*/ 4 w 561"/>
                <a:gd name="T49" fmla="*/ 447 h 452"/>
                <a:gd name="T50" fmla="*/ 7 w 561"/>
                <a:gd name="T51" fmla="*/ 449 h 452"/>
                <a:gd name="T52" fmla="*/ 10 w 561"/>
                <a:gd name="T53" fmla="*/ 452 h 452"/>
                <a:gd name="T54" fmla="*/ 13 w 561"/>
                <a:gd name="T55" fmla="*/ 452 h 452"/>
                <a:gd name="T56" fmla="*/ 17 w 561"/>
                <a:gd name="T57" fmla="*/ 452 h 452"/>
                <a:gd name="T58" fmla="*/ 20 w 561"/>
                <a:gd name="T59" fmla="*/ 451 h 452"/>
                <a:gd name="T60" fmla="*/ 280 w 561"/>
                <a:gd name="T61" fmla="*/ 314 h 452"/>
                <a:gd name="T62" fmla="*/ 541 w 561"/>
                <a:gd name="T63" fmla="*/ 451 h 452"/>
                <a:gd name="T64" fmla="*/ 544 w 561"/>
                <a:gd name="T65" fmla="*/ 452 h 452"/>
                <a:gd name="T66" fmla="*/ 547 w 561"/>
                <a:gd name="T67" fmla="*/ 452 h 452"/>
                <a:gd name="T68" fmla="*/ 550 w 561"/>
                <a:gd name="T69" fmla="*/ 452 h 452"/>
                <a:gd name="T70" fmla="*/ 554 w 561"/>
                <a:gd name="T71" fmla="*/ 449 h 452"/>
                <a:gd name="T72" fmla="*/ 557 w 561"/>
                <a:gd name="T73" fmla="*/ 447 h 452"/>
                <a:gd name="T74" fmla="*/ 559 w 561"/>
                <a:gd name="T75" fmla="*/ 444 h 452"/>
                <a:gd name="T76" fmla="*/ 560 w 561"/>
                <a:gd name="T77" fmla="*/ 441 h 452"/>
                <a:gd name="T78" fmla="*/ 561 w 561"/>
                <a:gd name="T79" fmla="*/ 438 h 452"/>
                <a:gd name="T80" fmla="*/ 561 w 561"/>
                <a:gd name="T81" fmla="*/ 243 h 452"/>
                <a:gd name="T82" fmla="*/ 560 w 561"/>
                <a:gd name="T83" fmla="*/ 238 h 452"/>
                <a:gd name="T84" fmla="*/ 557 w 561"/>
                <a:gd name="T85" fmla="*/ 233 h 452"/>
                <a:gd name="T86" fmla="*/ 553 w 561"/>
                <a:gd name="T87" fmla="*/ 230 h 452"/>
                <a:gd name="T88" fmla="*/ 547 w 561"/>
                <a:gd name="T89" fmla="*/ 229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1" h="452">
                  <a:moveTo>
                    <a:pt x="547" y="229"/>
                  </a:moveTo>
                  <a:lnTo>
                    <a:pt x="542" y="230"/>
                  </a:lnTo>
                  <a:lnTo>
                    <a:pt x="538" y="233"/>
                  </a:lnTo>
                  <a:lnTo>
                    <a:pt x="534" y="238"/>
                  </a:lnTo>
                  <a:lnTo>
                    <a:pt x="533" y="243"/>
                  </a:lnTo>
                  <a:lnTo>
                    <a:pt x="533" y="415"/>
                  </a:lnTo>
                  <a:lnTo>
                    <a:pt x="287" y="286"/>
                  </a:lnTo>
                  <a:lnTo>
                    <a:pt x="283" y="285"/>
                  </a:lnTo>
                  <a:lnTo>
                    <a:pt x="280" y="285"/>
                  </a:lnTo>
                  <a:lnTo>
                    <a:pt x="277" y="285"/>
                  </a:lnTo>
                  <a:lnTo>
                    <a:pt x="274" y="286"/>
                  </a:lnTo>
                  <a:lnTo>
                    <a:pt x="28" y="415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438"/>
                  </a:lnTo>
                  <a:lnTo>
                    <a:pt x="0" y="441"/>
                  </a:lnTo>
                  <a:lnTo>
                    <a:pt x="2" y="444"/>
                  </a:lnTo>
                  <a:lnTo>
                    <a:pt x="4" y="447"/>
                  </a:lnTo>
                  <a:lnTo>
                    <a:pt x="7" y="449"/>
                  </a:lnTo>
                  <a:lnTo>
                    <a:pt x="10" y="452"/>
                  </a:lnTo>
                  <a:lnTo>
                    <a:pt x="13" y="452"/>
                  </a:lnTo>
                  <a:lnTo>
                    <a:pt x="17" y="452"/>
                  </a:lnTo>
                  <a:lnTo>
                    <a:pt x="20" y="451"/>
                  </a:lnTo>
                  <a:lnTo>
                    <a:pt x="280" y="314"/>
                  </a:lnTo>
                  <a:lnTo>
                    <a:pt x="541" y="451"/>
                  </a:lnTo>
                  <a:lnTo>
                    <a:pt x="544" y="452"/>
                  </a:lnTo>
                  <a:lnTo>
                    <a:pt x="547" y="452"/>
                  </a:lnTo>
                  <a:lnTo>
                    <a:pt x="550" y="452"/>
                  </a:lnTo>
                  <a:lnTo>
                    <a:pt x="554" y="449"/>
                  </a:lnTo>
                  <a:lnTo>
                    <a:pt x="557" y="447"/>
                  </a:lnTo>
                  <a:lnTo>
                    <a:pt x="559" y="444"/>
                  </a:lnTo>
                  <a:lnTo>
                    <a:pt x="560" y="441"/>
                  </a:lnTo>
                  <a:lnTo>
                    <a:pt x="561" y="438"/>
                  </a:lnTo>
                  <a:lnTo>
                    <a:pt x="561" y="243"/>
                  </a:lnTo>
                  <a:lnTo>
                    <a:pt x="560" y="238"/>
                  </a:lnTo>
                  <a:lnTo>
                    <a:pt x="557" y="233"/>
                  </a:lnTo>
                  <a:lnTo>
                    <a:pt x="553" y="230"/>
                  </a:lnTo>
                  <a:lnTo>
                    <a:pt x="547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0B73BF87-0121-468C-BC79-0AA9E87E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776413"/>
              <a:ext cx="296863" cy="217488"/>
            </a:xfrm>
            <a:custGeom>
              <a:avLst/>
              <a:gdLst>
                <a:gd name="T0" fmla="*/ 547 w 561"/>
                <a:gd name="T1" fmla="*/ 0 h 411"/>
                <a:gd name="T2" fmla="*/ 14 w 561"/>
                <a:gd name="T3" fmla="*/ 0 h 411"/>
                <a:gd name="T4" fmla="*/ 9 w 561"/>
                <a:gd name="T5" fmla="*/ 1 h 411"/>
                <a:gd name="T6" fmla="*/ 4 w 561"/>
                <a:gd name="T7" fmla="*/ 3 h 411"/>
                <a:gd name="T8" fmla="*/ 1 w 561"/>
                <a:gd name="T9" fmla="*/ 7 h 411"/>
                <a:gd name="T10" fmla="*/ 0 w 561"/>
                <a:gd name="T11" fmla="*/ 14 h 411"/>
                <a:gd name="T12" fmla="*/ 0 w 561"/>
                <a:gd name="T13" fmla="*/ 161 h 411"/>
                <a:gd name="T14" fmla="*/ 1 w 561"/>
                <a:gd name="T15" fmla="*/ 166 h 411"/>
                <a:gd name="T16" fmla="*/ 4 w 561"/>
                <a:gd name="T17" fmla="*/ 171 h 411"/>
                <a:gd name="T18" fmla="*/ 9 w 561"/>
                <a:gd name="T19" fmla="*/ 174 h 411"/>
                <a:gd name="T20" fmla="*/ 14 w 561"/>
                <a:gd name="T21" fmla="*/ 175 h 411"/>
                <a:gd name="T22" fmla="*/ 19 w 561"/>
                <a:gd name="T23" fmla="*/ 174 h 411"/>
                <a:gd name="T24" fmla="*/ 24 w 561"/>
                <a:gd name="T25" fmla="*/ 171 h 411"/>
                <a:gd name="T26" fmla="*/ 27 w 561"/>
                <a:gd name="T27" fmla="*/ 166 h 411"/>
                <a:gd name="T28" fmla="*/ 28 w 561"/>
                <a:gd name="T29" fmla="*/ 161 h 411"/>
                <a:gd name="T30" fmla="*/ 28 w 561"/>
                <a:gd name="T31" fmla="*/ 27 h 411"/>
                <a:gd name="T32" fmla="*/ 533 w 561"/>
                <a:gd name="T33" fmla="*/ 27 h 411"/>
                <a:gd name="T34" fmla="*/ 533 w 561"/>
                <a:gd name="T35" fmla="*/ 397 h 411"/>
                <a:gd name="T36" fmla="*/ 534 w 561"/>
                <a:gd name="T37" fmla="*/ 402 h 411"/>
                <a:gd name="T38" fmla="*/ 538 w 561"/>
                <a:gd name="T39" fmla="*/ 407 h 411"/>
                <a:gd name="T40" fmla="*/ 542 w 561"/>
                <a:gd name="T41" fmla="*/ 410 h 411"/>
                <a:gd name="T42" fmla="*/ 547 w 561"/>
                <a:gd name="T43" fmla="*/ 411 h 411"/>
                <a:gd name="T44" fmla="*/ 553 w 561"/>
                <a:gd name="T45" fmla="*/ 410 h 411"/>
                <a:gd name="T46" fmla="*/ 557 w 561"/>
                <a:gd name="T47" fmla="*/ 407 h 411"/>
                <a:gd name="T48" fmla="*/ 560 w 561"/>
                <a:gd name="T49" fmla="*/ 402 h 411"/>
                <a:gd name="T50" fmla="*/ 561 w 561"/>
                <a:gd name="T51" fmla="*/ 397 h 411"/>
                <a:gd name="T52" fmla="*/ 561 w 561"/>
                <a:gd name="T53" fmla="*/ 14 h 411"/>
                <a:gd name="T54" fmla="*/ 560 w 561"/>
                <a:gd name="T55" fmla="*/ 7 h 411"/>
                <a:gd name="T56" fmla="*/ 557 w 561"/>
                <a:gd name="T57" fmla="*/ 3 h 411"/>
                <a:gd name="T58" fmla="*/ 553 w 561"/>
                <a:gd name="T59" fmla="*/ 1 h 411"/>
                <a:gd name="T60" fmla="*/ 547 w 561"/>
                <a:gd name="T61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1" h="411">
                  <a:moveTo>
                    <a:pt x="547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4"/>
                  </a:lnTo>
                  <a:lnTo>
                    <a:pt x="0" y="161"/>
                  </a:lnTo>
                  <a:lnTo>
                    <a:pt x="1" y="166"/>
                  </a:lnTo>
                  <a:lnTo>
                    <a:pt x="4" y="171"/>
                  </a:lnTo>
                  <a:lnTo>
                    <a:pt x="9" y="174"/>
                  </a:lnTo>
                  <a:lnTo>
                    <a:pt x="14" y="175"/>
                  </a:lnTo>
                  <a:lnTo>
                    <a:pt x="19" y="174"/>
                  </a:lnTo>
                  <a:lnTo>
                    <a:pt x="24" y="171"/>
                  </a:lnTo>
                  <a:lnTo>
                    <a:pt x="27" y="166"/>
                  </a:lnTo>
                  <a:lnTo>
                    <a:pt x="28" y="161"/>
                  </a:lnTo>
                  <a:lnTo>
                    <a:pt x="28" y="27"/>
                  </a:lnTo>
                  <a:lnTo>
                    <a:pt x="533" y="27"/>
                  </a:lnTo>
                  <a:lnTo>
                    <a:pt x="533" y="397"/>
                  </a:lnTo>
                  <a:lnTo>
                    <a:pt x="534" y="402"/>
                  </a:lnTo>
                  <a:lnTo>
                    <a:pt x="538" y="407"/>
                  </a:lnTo>
                  <a:lnTo>
                    <a:pt x="542" y="410"/>
                  </a:lnTo>
                  <a:lnTo>
                    <a:pt x="547" y="411"/>
                  </a:lnTo>
                  <a:lnTo>
                    <a:pt x="553" y="410"/>
                  </a:lnTo>
                  <a:lnTo>
                    <a:pt x="557" y="407"/>
                  </a:lnTo>
                  <a:lnTo>
                    <a:pt x="560" y="402"/>
                  </a:lnTo>
                  <a:lnTo>
                    <a:pt x="561" y="397"/>
                  </a:lnTo>
                  <a:lnTo>
                    <a:pt x="561" y="14"/>
                  </a:lnTo>
                  <a:lnTo>
                    <a:pt x="560" y="7"/>
                  </a:lnTo>
                  <a:lnTo>
                    <a:pt x="557" y="3"/>
                  </a:lnTo>
                  <a:lnTo>
                    <a:pt x="553" y="1"/>
                  </a:lnTo>
                  <a:lnTo>
                    <a:pt x="5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9" name="Freeform 37">
              <a:extLst>
                <a:ext uri="{FF2B5EF4-FFF2-40B4-BE49-F238E27FC236}">
                  <a16:creationId xmlns:a16="http://schemas.microsoft.com/office/drawing/2014/main" id="{2460CA6E-6A6A-4B64-8C12-CC794BE21A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7826" y="1836738"/>
              <a:ext cx="188913" cy="180975"/>
            </a:xfrm>
            <a:custGeom>
              <a:avLst/>
              <a:gdLst>
                <a:gd name="T0" fmla="*/ 355 w 357"/>
                <a:gd name="T1" fmla="*/ 125 h 341"/>
                <a:gd name="T2" fmla="*/ 349 w 357"/>
                <a:gd name="T3" fmla="*/ 121 h 341"/>
                <a:gd name="T4" fmla="*/ 238 w 357"/>
                <a:gd name="T5" fmla="*/ 104 h 341"/>
                <a:gd name="T6" fmla="*/ 189 w 357"/>
                <a:gd name="T7" fmla="*/ 4 h 341"/>
                <a:gd name="T8" fmla="*/ 182 w 357"/>
                <a:gd name="T9" fmla="*/ 1 h 341"/>
                <a:gd name="T10" fmla="*/ 175 w 357"/>
                <a:gd name="T11" fmla="*/ 1 h 341"/>
                <a:gd name="T12" fmla="*/ 168 w 357"/>
                <a:gd name="T13" fmla="*/ 4 h 341"/>
                <a:gd name="T14" fmla="*/ 118 w 357"/>
                <a:gd name="T15" fmla="*/ 104 h 341"/>
                <a:gd name="T16" fmla="*/ 8 w 357"/>
                <a:gd name="T17" fmla="*/ 121 h 341"/>
                <a:gd name="T18" fmla="*/ 2 w 357"/>
                <a:gd name="T19" fmla="*/ 126 h 341"/>
                <a:gd name="T20" fmla="*/ 0 w 357"/>
                <a:gd name="T21" fmla="*/ 133 h 341"/>
                <a:gd name="T22" fmla="*/ 1 w 357"/>
                <a:gd name="T23" fmla="*/ 140 h 341"/>
                <a:gd name="T24" fmla="*/ 82 w 357"/>
                <a:gd name="T25" fmla="*/ 219 h 341"/>
                <a:gd name="T26" fmla="*/ 63 w 357"/>
                <a:gd name="T27" fmla="*/ 329 h 341"/>
                <a:gd name="T28" fmla="*/ 65 w 357"/>
                <a:gd name="T29" fmla="*/ 336 h 341"/>
                <a:gd name="T30" fmla="*/ 72 w 357"/>
                <a:gd name="T31" fmla="*/ 341 h 341"/>
                <a:gd name="T32" fmla="*/ 79 w 357"/>
                <a:gd name="T33" fmla="*/ 341 h 341"/>
                <a:gd name="T34" fmla="*/ 178 w 357"/>
                <a:gd name="T35" fmla="*/ 290 h 341"/>
                <a:gd name="T36" fmla="*/ 278 w 357"/>
                <a:gd name="T37" fmla="*/ 341 h 341"/>
                <a:gd name="T38" fmla="*/ 285 w 357"/>
                <a:gd name="T39" fmla="*/ 340 h 341"/>
                <a:gd name="T40" fmla="*/ 291 w 357"/>
                <a:gd name="T41" fmla="*/ 336 h 341"/>
                <a:gd name="T42" fmla="*/ 294 w 357"/>
                <a:gd name="T43" fmla="*/ 329 h 341"/>
                <a:gd name="T44" fmla="*/ 276 w 357"/>
                <a:gd name="T45" fmla="*/ 219 h 341"/>
                <a:gd name="T46" fmla="*/ 355 w 357"/>
                <a:gd name="T47" fmla="*/ 140 h 341"/>
                <a:gd name="T48" fmla="*/ 357 w 357"/>
                <a:gd name="T49" fmla="*/ 133 h 341"/>
                <a:gd name="T50" fmla="*/ 251 w 357"/>
                <a:gd name="T51" fmla="*/ 204 h 341"/>
                <a:gd name="T52" fmla="*/ 248 w 357"/>
                <a:gd name="T53" fmla="*/ 210 h 341"/>
                <a:gd name="T54" fmla="*/ 247 w 357"/>
                <a:gd name="T55" fmla="*/ 217 h 341"/>
                <a:gd name="T56" fmla="*/ 185 w 357"/>
                <a:gd name="T57" fmla="*/ 262 h 341"/>
                <a:gd name="T58" fmla="*/ 178 w 357"/>
                <a:gd name="T59" fmla="*/ 260 h 341"/>
                <a:gd name="T60" fmla="*/ 172 w 357"/>
                <a:gd name="T61" fmla="*/ 262 h 341"/>
                <a:gd name="T62" fmla="*/ 109 w 357"/>
                <a:gd name="T63" fmla="*/ 217 h 341"/>
                <a:gd name="T64" fmla="*/ 109 w 357"/>
                <a:gd name="T65" fmla="*/ 210 h 341"/>
                <a:gd name="T66" fmla="*/ 106 w 357"/>
                <a:gd name="T67" fmla="*/ 204 h 341"/>
                <a:gd name="T68" fmla="*/ 130 w 357"/>
                <a:gd name="T69" fmla="*/ 131 h 341"/>
                <a:gd name="T70" fmla="*/ 135 w 357"/>
                <a:gd name="T71" fmla="*/ 129 h 341"/>
                <a:gd name="T72" fmla="*/ 139 w 357"/>
                <a:gd name="T73" fmla="*/ 123 h 341"/>
                <a:gd name="T74" fmla="*/ 217 w 357"/>
                <a:gd name="T75" fmla="*/ 123 h 341"/>
                <a:gd name="T76" fmla="*/ 221 w 357"/>
                <a:gd name="T77" fmla="*/ 129 h 341"/>
                <a:gd name="T78" fmla="*/ 227 w 357"/>
                <a:gd name="T79" fmla="*/ 131 h 341"/>
                <a:gd name="T80" fmla="*/ 251 w 357"/>
                <a:gd name="T81" fmla="*/ 20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7" h="341">
                  <a:moveTo>
                    <a:pt x="356" y="130"/>
                  </a:moveTo>
                  <a:lnTo>
                    <a:pt x="355" y="125"/>
                  </a:lnTo>
                  <a:lnTo>
                    <a:pt x="352" y="123"/>
                  </a:lnTo>
                  <a:lnTo>
                    <a:pt x="349" y="121"/>
                  </a:lnTo>
                  <a:lnTo>
                    <a:pt x="345" y="120"/>
                  </a:lnTo>
                  <a:lnTo>
                    <a:pt x="238" y="104"/>
                  </a:lnTo>
                  <a:lnTo>
                    <a:pt x="191" y="7"/>
                  </a:lnTo>
                  <a:lnTo>
                    <a:pt x="189" y="4"/>
                  </a:lnTo>
                  <a:lnTo>
                    <a:pt x="186" y="2"/>
                  </a:lnTo>
                  <a:lnTo>
                    <a:pt x="182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1" y="2"/>
                  </a:lnTo>
                  <a:lnTo>
                    <a:pt x="168" y="4"/>
                  </a:lnTo>
                  <a:lnTo>
                    <a:pt x="166" y="7"/>
                  </a:lnTo>
                  <a:lnTo>
                    <a:pt x="118" y="104"/>
                  </a:lnTo>
                  <a:lnTo>
                    <a:pt x="12" y="120"/>
                  </a:lnTo>
                  <a:lnTo>
                    <a:pt x="8" y="121"/>
                  </a:lnTo>
                  <a:lnTo>
                    <a:pt x="4" y="123"/>
                  </a:lnTo>
                  <a:lnTo>
                    <a:pt x="2" y="126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4" y="144"/>
                  </a:lnTo>
                  <a:lnTo>
                    <a:pt x="82" y="219"/>
                  </a:lnTo>
                  <a:lnTo>
                    <a:pt x="63" y="325"/>
                  </a:lnTo>
                  <a:lnTo>
                    <a:pt x="63" y="329"/>
                  </a:lnTo>
                  <a:lnTo>
                    <a:pt x="63" y="333"/>
                  </a:lnTo>
                  <a:lnTo>
                    <a:pt x="65" y="336"/>
                  </a:lnTo>
                  <a:lnTo>
                    <a:pt x="69" y="339"/>
                  </a:lnTo>
                  <a:lnTo>
                    <a:pt x="72" y="341"/>
                  </a:lnTo>
                  <a:lnTo>
                    <a:pt x="76" y="341"/>
                  </a:lnTo>
                  <a:lnTo>
                    <a:pt x="79" y="341"/>
                  </a:lnTo>
                  <a:lnTo>
                    <a:pt x="83" y="340"/>
                  </a:lnTo>
                  <a:lnTo>
                    <a:pt x="178" y="290"/>
                  </a:lnTo>
                  <a:lnTo>
                    <a:pt x="274" y="340"/>
                  </a:lnTo>
                  <a:lnTo>
                    <a:pt x="278" y="341"/>
                  </a:lnTo>
                  <a:lnTo>
                    <a:pt x="281" y="341"/>
                  </a:lnTo>
                  <a:lnTo>
                    <a:pt x="285" y="340"/>
                  </a:lnTo>
                  <a:lnTo>
                    <a:pt x="289" y="339"/>
                  </a:lnTo>
                  <a:lnTo>
                    <a:pt x="291" y="336"/>
                  </a:lnTo>
                  <a:lnTo>
                    <a:pt x="293" y="333"/>
                  </a:lnTo>
                  <a:lnTo>
                    <a:pt x="294" y="329"/>
                  </a:lnTo>
                  <a:lnTo>
                    <a:pt x="294" y="325"/>
                  </a:lnTo>
                  <a:lnTo>
                    <a:pt x="276" y="219"/>
                  </a:lnTo>
                  <a:lnTo>
                    <a:pt x="353" y="144"/>
                  </a:lnTo>
                  <a:lnTo>
                    <a:pt x="355" y="140"/>
                  </a:lnTo>
                  <a:lnTo>
                    <a:pt x="356" y="137"/>
                  </a:lnTo>
                  <a:lnTo>
                    <a:pt x="357" y="133"/>
                  </a:lnTo>
                  <a:lnTo>
                    <a:pt x="356" y="130"/>
                  </a:lnTo>
                  <a:close/>
                  <a:moveTo>
                    <a:pt x="251" y="204"/>
                  </a:moveTo>
                  <a:lnTo>
                    <a:pt x="249" y="207"/>
                  </a:lnTo>
                  <a:lnTo>
                    <a:pt x="248" y="210"/>
                  </a:lnTo>
                  <a:lnTo>
                    <a:pt x="247" y="213"/>
                  </a:lnTo>
                  <a:lnTo>
                    <a:pt x="247" y="217"/>
                  </a:lnTo>
                  <a:lnTo>
                    <a:pt x="262" y="303"/>
                  </a:lnTo>
                  <a:lnTo>
                    <a:pt x="185" y="262"/>
                  </a:lnTo>
                  <a:lnTo>
                    <a:pt x="181" y="261"/>
                  </a:lnTo>
                  <a:lnTo>
                    <a:pt x="178" y="260"/>
                  </a:lnTo>
                  <a:lnTo>
                    <a:pt x="175" y="261"/>
                  </a:lnTo>
                  <a:lnTo>
                    <a:pt x="172" y="262"/>
                  </a:lnTo>
                  <a:lnTo>
                    <a:pt x="96" y="303"/>
                  </a:lnTo>
                  <a:lnTo>
                    <a:pt x="109" y="217"/>
                  </a:lnTo>
                  <a:lnTo>
                    <a:pt x="109" y="213"/>
                  </a:lnTo>
                  <a:lnTo>
                    <a:pt x="109" y="210"/>
                  </a:lnTo>
                  <a:lnTo>
                    <a:pt x="107" y="207"/>
                  </a:lnTo>
                  <a:lnTo>
                    <a:pt x="106" y="204"/>
                  </a:lnTo>
                  <a:lnTo>
                    <a:pt x="44" y="144"/>
                  </a:lnTo>
                  <a:lnTo>
                    <a:pt x="130" y="131"/>
                  </a:lnTo>
                  <a:lnTo>
                    <a:pt x="133" y="130"/>
                  </a:lnTo>
                  <a:lnTo>
                    <a:pt x="135" y="129"/>
                  </a:lnTo>
                  <a:lnTo>
                    <a:pt x="138" y="126"/>
                  </a:lnTo>
                  <a:lnTo>
                    <a:pt x="139" y="123"/>
                  </a:lnTo>
                  <a:lnTo>
                    <a:pt x="178" y="45"/>
                  </a:lnTo>
                  <a:lnTo>
                    <a:pt x="217" y="123"/>
                  </a:lnTo>
                  <a:lnTo>
                    <a:pt x="219" y="126"/>
                  </a:lnTo>
                  <a:lnTo>
                    <a:pt x="221" y="129"/>
                  </a:lnTo>
                  <a:lnTo>
                    <a:pt x="224" y="130"/>
                  </a:lnTo>
                  <a:lnTo>
                    <a:pt x="227" y="131"/>
                  </a:lnTo>
                  <a:lnTo>
                    <a:pt x="313" y="144"/>
                  </a:lnTo>
                  <a:lnTo>
                    <a:pt x="251" y="2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0" name="Freeform 38">
              <a:extLst>
                <a:ext uri="{FF2B5EF4-FFF2-40B4-BE49-F238E27FC236}">
                  <a16:creationId xmlns:a16="http://schemas.microsoft.com/office/drawing/2014/main" id="{C56A3130-DE06-4DA3-8B5E-DDCCDFF9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882776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1" name="Freeform 39">
              <a:extLst>
                <a:ext uri="{FF2B5EF4-FFF2-40B4-BE49-F238E27FC236}">
                  <a16:creationId xmlns:a16="http://schemas.microsoft.com/office/drawing/2014/main" id="{600386D7-4965-4C40-A637-ABA12A6B0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426" y="2006601"/>
              <a:ext cx="14288" cy="14288"/>
            </a:xfrm>
            <a:custGeom>
              <a:avLst/>
              <a:gdLst>
                <a:gd name="T0" fmla="*/ 24 w 28"/>
                <a:gd name="T1" fmla="*/ 3 h 27"/>
                <a:gd name="T2" fmla="*/ 20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5 w 28"/>
                <a:gd name="T9" fmla="*/ 3 h 27"/>
                <a:gd name="T10" fmla="*/ 1 w 28"/>
                <a:gd name="T11" fmla="*/ 8 h 27"/>
                <a:gd name="T12" fmla="*/ 0 w 28"/>
                <a:gd name="T13" fmla="*/ 14 h 27"/>
                <a:gd name="T14" fmla="*/ 1 w 28"/>
                <a:gd name="T15" fmla="*/ 18 h 27"/>
                <a:gd name="T16" fmla="*/ 5 w 28"/>
                <a:gd name="T17" fmla="*/ 23 h 27"/>
                <a:gd name="T18" fmla="*/ 9 w 28"/>
                <a:gd name="T19" fmla="*/ 25 h 27"/>
                <a:gd name="T20" fmla="*/ 14 w 28"/>
                <a:gd name="T21" fmla="*/ 27 h 27"/>
                <a:gd name="T22" fmla="*/ 20 w 28"/>
                <a:gd name="T23" fmla="*/ 25 h 27"/>
                <a:gd name="T24" fmla="*/ 24 w 28"/>
                <a:gd name="T25" fmla="*/ 23 h 27"/>
                <a:gd name="T26" fmla="*/ 27 w 28"/>
                <a:gd name="T27" fmla="*/ 18 h 27"/>
                <a:gd name="T28" fmla="*/ 28 w 28"/>
                <a:gd name="T29" fmla="*/ 14 h 27"/>
                <a:gd name="T30" fmla="*/ 27 w 28"/>
                <a:gd name="T31" fmla="*/ 8 h 27"/>
                <a:gd name="T32" fmla="*/ 24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3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5" y="23"/>
                  </a:lnTo>
                  <a:lnTo>
                    <a:pt x="9" y="25"/>
                  </a:lnTo>
                  <a:lnTo>
                    <a:pt x="14" y="27"/>
                  </a:lnTo>
                  <a:lnTo>
                    <a:pt x="20" y="25"/>
                  </a:lnTo>
                  <a:lnTo>
                    <a:pt x="24" y="23"/>
                  </a:lnTo>
                  <a:lnTo>
                    <a:pt x="27" y="18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047D362E-A0C1-4FCD-A493-49AB95A5B2A7}"/>
              </a:ext>
            </a:extLst>
          </p:cNvPr>
          <p:cNvGrpSpPr/>
          <p:nvPr/>
        </p:nvGrpSpPr>
        <p:grpSpPr>
          <a:xfrm>
            <a:off x="1554163" y="1042988"/>
            <a:ext cx="376238" cy="376238"/>
            <a:chOff x="1554163" y="1042988"/>
            <a:chExt cx="376238" cy="376238"/>
          </a:xfrm>
          <a:solidFill>
            <a:schemeClr val="bg1"/>
          </a:solidFill>
        </p:grpSpPr>
        <p:sp>
          <p:nvSpPr>
            <p:cNvPr id="312" name="Freeform 40">
              <a:extLst>
                <a:ext uri="{FF2B5EF4-FFF2-40B4-BE49-F238E27FC236}">
                  <a16:creationId xmlns:a16="http://schemas.microsoft.com/office/drawing/2014/main" id="{16B910B2-38F4-4465-B7A0-624AD8BD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163" y="1042988"/>
              <a:ext cx="336550" cy="376238"/>
            </a:xfrm>
            <a:custGeom>
              <a:avLst/>
              <a:gdLst>
                <a:gd name="T0" fmla="*/ 635 w 636"/>
                <a:gd name="T1" fmla="*/ 53 h 711"/>
                <a:gd name="T2" fmla="*/ 619 w 636"/>
                <a:gd name="T3" fmla="*/ 17 h 711"/>
                <a:gd name="T4" fmla="*/ 584 w 636"/>
                <a:gd name="T5" fmla="*/ 0 h 711"/>
                <a:gd name="T6" fmla="*/ 105 w 636"/>
                <a:gd name="T7" fmla="*/ 8 h 711"/>
                <a:gd name="T8" fmla="*/ 79 w 636"/>
                <a:gd name="T9" fmla="*/ 35 h 711"/>
                <a:gd name="T10" fmla="*/ 43 w 636"/>
                <a:gd name="T11" fmla="*/ 156 h 711"/>
                <a:gd name="T12" fmla="*/ 28 w 636"/>
                <a:gd name="T13" fmla="*/ 136 h 711"/>
                <a:gd name="T14" fmla="*/ 43 w 636"/>
                <a:gd name="T15" fmla="*/ 117 h 711"/>
                <a:gd name="T16" fmla="*/ 57 w 636"/>
                <a:gd name="T17" fmla="*/ 93 h 711"/>
                <a:gd name="T18" fmla="*/ 9 w 636"/>
                <a:gd name="T19" fmla="*/ 111 h 711"/>
                <a:gd name="T20" fmla="*/ 14 w 636"/>
                <a:gd name="T21" fmla="*/ 170 h 711"/>
                <a:gd name="T22" fmla="*/ 47 w 636"/>
                <a:gd name="T23" fmla="*/ 376 h 711"/>
                <a:gd name="T24" fmla="*/ 28 w 636"/>
                <a:gd name="T25" fmla="*/ 360 h 711"/>
                <a:gd name="T26" fmla="*/ 40 w 636"/>
                <a:gd name="T27" fmla="*/ 338 h 711"/>
                <a:gd name="T28" fmla="*/ 60 w 636"/>
                <a:gd name="T29" fmla="*/ 317 h 711"/>
                <a:gd name="T30" fmla="*/ 14 w 636"/>
                <a:gd name="T31" fmla="*/ 322 h 711"/>
                <a:gd name="T32" fmla="*/ 9 w 636"/>
                <a:gd name="T33" fmla="*/ 382 h 711"/>
                <a:gd name="T34" fmla="*/ 75 w 636"/>
                <a:gd name="T35" fmla="*/ 595 h 711"/>
                <a:gd name="T36" fmla="*/ 29 w 636"/>
                <a:gd name="T37" fmla="*/ 583 h 711"/>
                <a:gd name="T38" fmla="*/ 36 w 636"/>
                <a:gd name="T39" fmla="*/ 559 h 711"/>
                <a:gd name="T40" fmla="*/ 61 w 636"/>
                <a:gd name="T41" fmla="*/ 542 h 711"/>
                <a:gd name="T42" fmla="*/ 20 w 636"/>
                <a:gd name="T43" fmla="*/ 536 h 711"/>
                <a:gd name="T44" fmla="*/ 3 w 636"/>
                <a:gd name="T45" fmla="*/ 594 h 711"/>
                <a:gd name="T46" fmla="*/ 75 w 636"/>
                <a:gd name="T47" fmla="*/ 623 h 711"/>
                <a:gd name="T48" fmla="*/ 85 w 636"/>
                <a:gd name="T49" fmla="*/ 686 h 711"/>
                <a:gd name="T50" fmla="*/ 116 w 636"/>
                <a:gd name="T51" fmla="*/ 709 h 711"/>
                <a:gd name="T52" fmla="*/ 594 w 636"/>
                <a:gd name="T53" fmla="*/ 709 h 711"/>
                <a:gd name="T54" fmla="*/ 625 w 636"/>
                <a:gd name="T55" fmla="*/ 686 h 711"/>
                <a:gd name="T56" fmla="*/ 636 w 636"/>
                <a:gd name="T57" fmla="*/ 455 h 711"/>
                <a:gd name="T58" fmla="*/ 609 w 636"/>
                <a:gd name="T59" fmla="*/ 450 h 711"/>
                <a:gd name="T60" fmla="*/ 594 w 636"/>
                <a:gd name="T61" fmla="*/ 678 h 711"/>
                <a:gd name="T62" fmla="*/ 116 w 636"/>
                <a:gd name="T63" fmla="*/ 678 h 711"/>
                <a:gd name="T64" fmla="*/ 136 w 636"/>
                <a:gd name="T65" fmla="*/ 623 h 711"/>
                <a:gd name="T66" fmla="*/ 182 w 636"/>
                <a:gd name="T67" fmla="*/ 585 h 711"/>
                <a:gd name="T68" fmla="*/ 154 w 636"/>
                <a:gd name="T69" fmla="*/ 531 h 711"/>
                <a:gd name="T70" fmla="*/ 121 w 636"/>
                <a:gd name="T71" fmla="*/ 542 h 711"/>
                <a:gd name="T72" fmla="*/ 144 w 636"/>
                <a:gd name="T73" fmla="*/ 557 h 711"/>
                <a:gd name="T74" fmla="*/ 156 w 636"/>
                <a:gd name="T75" fmla="*/ 579 h 711"/>
                <a:gd name="T76" fmla="*/ 136 w 636"/>
                <a:gd name="T77" fmla="*/ 595 h 711"/>
                <a:gd name="T78" fmla="*/ 170 w 636"/>
                <a:gd name="T79" fmla="*/ 390 h 711"/>
                <a:gd name="T80" fmla="*/ 175 w 636"/>
                <a:gd name="T81" fmla="*/ 330 h 711"/>
                <a:gd name="T82" fmla="*/ 130 w 636"/>
                <a:gd name="T83" fmla="*/ 309 h 711"/>
                <a:gd name="T84" fmla="*/ 135 w 636"/>
                <a:gd name="T85" fmla="*/ 336 h 711"/>
                <a:gd name="T86" fmla="*/ 154 w 636"/>
                <a:gd name="T87" fmla="*/ 348 h 711"/>
                <a:gd name="T88" fmla="*/ 147 w 636"/>
                <a:gd name="T89" fmla="*/ 371 h 711"/>
                <a:gd name="T90" fmla="*/ 146 w 636"/>
                <a:gd name="T91" fmla="*/ 183 h 711"/>
                <a:gd name="T92" fmla="*/ 183 w 636"/>
                <a:gd name="T93" fmla="*/ 136 h 711"/>
                <a:gd name="T94" fmla="*/ 146 w 636"/>
                <a:gd name="T95" fmla="*/ 90 h 711"/>
                <a:gd name="T96" fmla="*/ 122 w 636"/>
                <a:gd name="T97" fmla="*/ 108 h 711"/>
                <a:gd name="T98" fmla="*/ 147 w 636"/>
                <a:gd name="T99" fmla="*/ 120 h 711"/>
                <a:gd name="T100" fmla="*/ 154 w 636"/>
                <a:gd name="T101" fmla="*/ 144 h 711"/>
                <a:gd name="T102" fmla="*/ 103 w 636"/>
                <a:gd name="T103" fmla="*/ 156 h 711"/>
                <a:gd name="T104" fmla="*/ 121 w 636"/>
                <a:gd name="T105" fmla="*/ 30 h 711"/>
                <a:gd name="T106" fmla="*/ 599 w 636"/>
                <a:gd name="T107" fmla="*/ 37 h 711"/>
                <a:gd name="T108" fmla="*/ 613 w 636"/>
                <a:gd name="T109" fmla="*/ 9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6" h="711">
                  <a:moveTo>
                    <a:pt x="622" y="97"/>
                  </a:moveTo>
                  <a:lnTo>
                    <a:pt x="628" y="96"/>
                  </a:lnTo>
                  <a:lnTo>
                    <a:pt x="632" y="92"/>
                  </a:lnTo>
                  <a:lnTo>
                    <a:pt x="635" y="88"/>
                  </a:lnTo>
                  <a:lnTo>
                    <a:pt x="636" y="83"/>
                  </a:lnTo>
                  <a:lnTo>
                    <a:pt x="636" y="58"/>
                  </a:lnTo>
                  <a:lnTo>
                    <a:pt x="635" y="53"/>
                  </a:lnTo>
                  <a:lnTo>
                    <a:pt x="635" y="46"/>
                  </a:lnTo>
                  <a:lnTo>
                    <a:pt x="633" y="41"/>
                  </a:lnTo>
                  <a:lnTo>
                    <a:pt x="631" y="35"/>
                  </a:lnTo>
                  <a:lnTo>
                    <a:pt x="629" y="30"/>
                  </a:lnTo>
                  <a:lnTo>
                    <a:pt x="625" y="26"/>
                  </a:lnTo>
                  <a:lnTo>
                    <a:pt x="622" y="21"/>
                  </a:lnTo>
                  <a:lnTo>
                    <a:pt x="619" y="17"/>
                  </a:lnTo>
                  <a:lnTo>
                    <a:pt x="615" y="13"/>
                  </a:lnTo>
                  <a:lnTo>
                    <a:pt x="610" y="10"/>
                  </a:lnTo>
                  <a:lnTo>
                    <a:pt x="605" y="8"/>
                  </a:lnTo>
                  <a:lnTo>
                    <a:pt x="600" y="4"/>
                  </a:lnTo>
                  <a:lnTo>
                    <a:pt x="594" y="2"/>
                  </a:lnTo>
                  <a:lnTo>
                    <a:pt x="589" y="1"/>
                  </a:lnTo>
                  <a:lnTo>
                    <a:pt x="584" y="0"/>
                  </a:lnTo>
                  <a:lnTo>
                    <a:pt x="577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1" y="1"/>
                  </a:lnTo>
                  <a:lnTo>
                    <a:pt x="116" y="2"/>
                  </a:lnTo>
                  <a:lnTo>
                    <a:pt x="111" y="4"/>
                  </a:lnTo>
                  <a:lnTo>
                    <a:pt x="105" y="8"/>
                  </a:lnTo>
                  <a:lnTo>
                    <a:pt x="101" y="10"/>
                  </a:lnTo>
                  <a:lnTo>
                    <a:pt x="97" y="13"/>
                  </a:lnTo>
                  <a:lnTo>
                    <a:pt x="92" y="17"/>
                  </a:lnTo>
                  <a:lnTo>
                    <a:pt x="88" y="21"/>
                  </a:lnTo>
                  <a:lnTo>
                    <a:pt x="85" y="26"/>
                  </a:lnTo>
                  <a:lnTo>
                    <a:pt x="82" y="30"/>
                  </a:lnTo>
                  <a:lnTo>
                    <a:pt x="79" y="35"/>
                  </a:lnTo>
                  <a:lnTo>
                    <a:pt x="77" y="41"/>
                  </a:lnTo>
                  <a:lnTo>
                    <a:pt x="76" y="46"/>
                  </a:lnTo>
                  <a:lnTo>
                    <a:pt x="75" y="53"/>
                  </a:lnTo>
                  <a:lnTo>
                    <a:pt x="75" y="58"/>
                  </a:lnTo>
                  <a:lnTo>
                    <a:pt x="75" y="156"/>
                  </a:lnTo>
                  <a:lnTo>
                    <a:pt x="47" y="156"/>
                  </a:lnTo>
                  <a:lnTo>
                    <a:pt x="43" y="156"/>
                  </a:lnTo>
                  <a:lnTo>
                    <a:pt x="40" y="155"/>
                  </a:lnTo>
                  <a:lnTo>
                    <a:pt x="36" y="152"/>
                  </a:lnTo>
                  <a:lnTo>
                    <a:pt x="33" y="150"/>
                  </a:lnTo>
                  <a:lnTo>
                    <a:pt x="31" y="147"/>
                  </a:lnTo>
                  <a:lnTo>
                    <a:pt x="29" y="144"/>
                  </a:lnTo>
                  <a:lnTo>
                    <a:pt x="28" y="141"/>
                  </a:lnTo>
                  <a:lnTo>
                    <a:pt x="28" y="136"/>
                  </a:lnTo>
                  <a:lnTo>
                    <a:pt x="28" y="132"/>
                  </a:lnTo>
                  <a:lnTo>
                    <a:pt x="29" y="129"/>
                  </a:lnTo>
                  <a:lnTo>
                    <a:pt x="31" y="126"/>
                  </a:lnTo>
                  <a:lnTo>
                    <a:pt x="33" y="122"/>
                  </a:lnTo>
                  <a:lnTo>
                    <a:pt x="36" y="120"/>
                  </a:lnTo>
                  <a:lnTo>
                    <a:pt x="40" y="118"/>
                  </a:lnTo>
                  <a:lnTo>
                    <a:pt x="43" y="117"/>
                  </a:lnTo>
                  <a:lnTo>
                    <a:pt x="47" y="117"/>
                  </a:lnTo>
                  <a:lnTo>
                    <a:pt x="53" y="116"/>
                  </a:lnTo>
                  <a:lnTo>
                    <a:pt x="57" y="113"/>
                  </a:lnTo>
                  <a:lnTo>
                    <a:pt x="60" y="108"/>
                  </a:lnTo>
                  <a:lnTo>
                    <a:pt x="61" y="103"/>
                  </a:lnTo>
                  <a:lnTo>
                    <a:pt x="60" y="98"/>
                  </a:lnTo>
                  <a:lnTo>
                    <a:pt x="57" y="93"/>
                  </a:lnTo>
                  <a:lnTo>
                    <a:pt x="53" y="90"/>
                  </a:lnTo>
                  <a:lnTo>
                    <a:pt x="47" y="89"/>
                  </a:lnTo>
                  <a:lnTo>
                    <a:pt x="38" y="90"/>
                  </a:lnTo>
                  <a:lnTo>
                    <a:pt x="29" y="93"/>
                  </a:lnTo>
                  <a:lnTo>
                    <a:pt x="20" y="98"/>
                  </a:lnTo>
                  <a:lnTo>
                    <a:pt x="14" y="103"/>
                  </a:lnTo>
                  <a:lnTo>
                    <a:pt x="9" y="111"/>
                  </a:lnTo>
                  <a:lnTo>
                    <a:pt x="3" y="118"/>
                  </a:lnTo>
                  <a:lnTo>
                    <a:pt x="1" y="127"/>
                  </a:lnTo>
                  <a:lnTo>
                    <a:pt x="0" y="136"/>
                  </a:lnTo>
                  <a:lnTo>
                    <a:pt x="1" y="146"/>
                  </a:lnTo>
                  <a:lnTo>
                    <a:pt x="3" y="155"/>
                  </a:lnTo>
                  <a:lnTo>
                    <a:pt x="9" y="163"/>
                  </a:lnTo>
                  <a:lnTo>
                    <a:pt x="14" y="170"/>
                  </a:lnTo>
                  <a:lnTo>
                    <a:pt x="20" y="176"/>
                  </a:lnTo>
                  <a:lnTo>
                    <a:pt x="29" y="180"/>
                  </a:lnTo>
                  <a:lnTo>
                    <a:pt x="38" y="183"/>
                  </a:lnTo>
                  <a:lnTo>
                    <a:pt x="47" y="184"/>
                  </a:lnTo>
                  <a:lnTo>
                    <a:pt x="75" y="184"/>
                  </a:lnTo>
                  <a:lnTo>
                    <a:pt x="75" y="376"/>
                  </a:lnTo>
                  <a:lnTo>
                    <a:pt x="47" y="376"/>
                  </a:lnTo>
                  <a:lnTo>
                    <a:pt x="43" y="375"/>
                  </a:lnTo>
                  <a:lnTo>
                    <a:pt x="40" y="374"/>
                  </a:lnTo>
                  <a:lnTo>
                    <a:pt x="36" y="371"/>
                  </a:lnTo>
                  <a:lnTo>
                    <a:pt x="33" y="369"/>
                  </a:lnTo>
                  <a:lnTo>
                    <a:pt x="31" y="367"/>
                  </a:lnTo>
                  <a:lnTo>
                    <a:pt x="29" y="363"/>
                  </a:lnTo>
                  <a:lnTo>
                    <a:pt x="28" y="360"/>
                  </a:lnTo>
                  <a:lnTo>
                    <a:pt x="28" y="355"/>
                  </a:lnTo>
                  <a:lnTo>
                    <a:pt x="28" y="352"/>
                  </a:lnTo>
                  <a:lnTo>
                    <a:pt x="29" y="348"/>
                  </a:lnTo>
                  <a:lnTo>
                    <a:pt x="31" y="345"/>
                  </a:lnTo>
                  <a:lnTo>
                    <a:pt x="33" y="342"/>
                  </a:lnTo>
                  <a:lnTo>
                    <a:pt x="36" y="339"/>
                  </a:lnTo>
                  <a:lnTo>
                    <a:pt x="40" y="338"/>
                  </a:lnTo>
                  <a:lnTo>
                    <a:pt x="43" y="337"/>
                  </a:lnTo>
                  <a:lnTo>
                    <a:pt x="47" y="336"/>
                  </a:lnTo>
                  <a:lnTo>
                    <a:pt x="53" y="335"/>
                  </a:lnTo>
                  <a:lnTo>
                    <a:pt x="57" y="333"/>
                  </a:lnTo>
                  <a:lnTo>
                    <a:pt x="60" y="327"/>
                  </a:lnTo>
                  <a:lnTo>
                    <a:pt x="61" y="322"/>
                  </a:lnTo>
                  <a:lnTo>
                    <a:pt x="60" y="317"/>
                  </a:lnTo>
                  <a:lnTo>
                    <a:pt x="57" y="312"/>
                  </a:lnTo>
                  <a:lnTo>
                    <a:pt x="53" y="309"/>
                  </a:lnTo>
                  <a:lnTo>
                    <a:pt x="47" y="308"/>
                  </a:lnTo>
                  <a:lnTo>
                    <a:pt x="38" y="309"/>
                  </a:lnTo>
                  <a:lnTo>
                    <a:pt x="29" y="312"/>
                  </a:lnTo>
                  <a:lnTo>
                    <a:pt x="20" y="317"/>
                  </a:lnTo>
                  <a:lnTo>
                    <a:pt x="14" y="322"/>
                  </a:lnTo>
                  <a:lnTo>
                    <a:pt x="9" y="330"/>
                  </a:lnTo>
                  <a:lnTo>
                    <a:pt x="3" y="337"/>
                  </a:lnTo>
                  <a:lnTo>
                    <a:pt x="1" y="347"/>
                  </a:lnTo>
                  <a:lnTo>
                    <a:pt x="0" y="355"/>
                  </a:lnTo>
                  <a:lnTo>
                    <a:pt x="1" y="365"/>
                  </a:lnTo>
                  <a:lnTo>
                    <a:pt x="3" y="375"/>
                  </a:lnTo>
                  <a:lnTo>
                    <a:pt x="9" y="382"/>
                  </a:lnTo>
                  <a:lnTo>
                    <a:pt x="14" y="390"/>
                  </a:lnTo>
                  <a:lnTo>
                    <a:pt x="20" y="395"/>
                  </a:lnTo>
                  <a:lnTo>
                    <a:pt x="29" y="399"/>
                  </a:lnTo>
                  <a:lnTo>
                    <a:pt x="38" y="403"/>
                  </a:lnTo>
                  <a:lnTo>
                    <a:pt x="47" y="403"/>
                  </a:lnTo>
                  <a:lnTo>
                    <a:pt x="75" y="403"/>
                  </a:lnTo>
                  <a:lnTo>
                    <a:pt x="75" y="595"/>
                  </a:lnTo>
                  <a:lnTo>
                    <a:pt x="47" y="595"/>
                  </a:lnTo>
                  <a:lnTo>
                    <a:pt x="43" y="594"/>
                  </a:lnTo>
                  <a:lnTo>
                    <a:pt x="40" y="593"/>
                  </a:lnTo>
                  <a:lnTo>
                    <a:pt x="36" y="592"/>
                  </a:lnTo>
                  <a:lnTo>
                    <a:pt x="33" y="588"/>
                  </a:lnTo>
                  <a:lnTo>
                    <a:pt x="31" y="586"/>
                  </a:lnTo>
                  <a:lnTo>
                    <a:pt x="29" y="583"/>
                  </a:lnTo>
                  <a:lnTo>
                    <a:pt x="28" y="579"/>
                  </a:lnTo>
                  <a:lnTo>
                    <a:pt x="28" y="575"/>
                  </a:lnTo>
                  <a:lnTo>
                    <a:pt x="28" y="571"/>
                  </a:lnTo>
                  <a:lnTo>
                    <a:pt x="29" y="568"/>
                  </a:lnTo>
                  <a:lnTo>
                    <a:pt x="31" y="565"/>
                  </a:lnTo>
                  <a:lnTo>
                    <a:pt x="33" y="561"/>
                  </a:lnTo>
                  <a:lnTo>
                    <a:pt x="36" y="559"/>
                  </a:lnTo>
                  <a:lnTo>
                    <a:pt x="40" y="557"/>
                  </a:lnTo>
                  <a:lnTo>
                    <a:pt x="43" y="556"/>
                  </a:lnTo>
                  <a:lnTo>
                    <a:pt x="47" y="556"/>
                  </a:lnTo>
                  <a:lnTo>
                    <a:pt x="53" y="555"/>
                  </a:lnTo>
                  <a:lnTo>
                    <a:pt x="57" y="552"/>
                  </a:lnTo>
                  <a:lnTo>
                    <a:pt x="60" y="548"/>
                  </a:lnTo>
                  <a:lnTo>
                    <a:pt x="61" y="542"/>
                  </a:lnTo>
                  <a:lnTo>
                    <a:pt x="60" y="537"/>
                  </a:lnTo>
                  <a:lnTo>
                    <a:pt x="57" y="531"/>
                  </a:lnTo>
                  <a:lnTo>
                    <a:pt x="53" y="529"/>
                  </a:lnTo>
                  <a:lnTo>
                    <a:pt x="47" y="528"/>
                  </a:lnTo>
                  <a:lnTo>
                    <a:pt x="38" y="529"/>
                  </a:lnTo>
                  <a:lnTo>
                    <a:pt x="29" y="531"/>
                  </a:lnTo>
                  <a:lnTo>
                    <a:pt x="20" y="536"/>
                  </a:lnTo>
                  <a:lnTo>
                    <a:pt x="14" y="542"/>
                  </a:lnTo>
                  <a:lnTo>
                    <a:pt x="9" y="549"/>
                  </a:lnTo>
                  <a:lnTo>
                    <a:pt x="3" y="557"/>
                  </a:lnTo>
                  <a:lnTo>
                    <a:pt x="1" y="566"/>
                  </a:lnTo>
                  <a:lnTo>
                    <a:pt x="0" y="575"/>
                  </a:lnTo>
                  <a:lnTo>
                    <a:pt x="1" y="585"/>
                  </a:lnTo>
                  <a:lnTo>
                    <a:pt x="3" y="594"/>
                  </a:lnTo>
                  <a:lnTo>
                    <a:pt x="9" y="601"/>
                  </a:lnTo>
                  <a:lnTo>
                    <a:pt x="14" y="609"/>
                  </a:lnTo>
                  <a:lnTo>
                    <a:pt x="20" y="614"/>
                  </a:lnTo>
                  <a:lnTo>
                    <a:pt x="29" y="618"/>
                  </a:lnTo>
                  <a:lnTo>
                    <a:pt x="38" y="622"/>
                  </a:lnTo>
                  <a:lnTo>
                    <a:pt x="47" y="623"/>
                  </a:lnTo>
                  <a:lnTo>
                    <a:pt x="75" y="623"/>
                  </a:lnTo>
                  <a:lnTo>
                    <a:pt x="75" y="653"/>
                  </a:lnTo>
                  <a:lnTo>
                    <a:pt x="75" y="659"/>
                  </a:lnTo>
                  <a:lnTo>
                    <a:pt x="76" y="665"/>
                  </a:lnTo>
                  <a:lnTo>
                    <a:pt x="77" y="670"/>
                  </a:lnTo>
                  <a:lnTo>
                    <a:pt x="79" y="675"/>
                  </a:lnTo>
                  <a:lnTo>
                    <a:pt x="82" y="681"/>
                  </a:lnTo>
                  <a:lnTo>
                    <a:pt x="85" y="686"/>
                  </a:lnTo>
                  <a:lnTo>
                    <a:pt x="88" y="690"/>
                  </a:lnTo>
                  <a:lnTo>
                    <a:pt x="92" y="695"/>
                  </a:lnTo>
                  <a:lnTo>
                    <a:pt x="97" y="698"/>
                  </a:lnTo>
                  <a:lnTo>
                    <a:pt x="101" y="701"/>
                  </a:lnTo>
                  <a:lnTo>
                    <a:pt x="105" y="704"/>
                  </a:lnTo>
                  <a:lnTo>
                    <a:pt x="111" y="706"/>
                  </a:lnTo>
                  <a:lnTo>
                    <a:pt x="116" y="709"/>
                  </a:lnTo>
                  <a:lnTo>
                    <a:pt x="121" y="710"/>
                  </a:lnTo>
                  <a:lnTo>
                    <a:pt x="128" y="711"/>
                  </a:lnTo>
                  <a:lnTo>
                    <a:pt x="133" y="711"/>
                  </a:lnTo>
                  <a:lnTo>
                    <a:pt x="577" y="711"/>
                  </a:lnTo>
                  <a:lnTo>
                    <a:pt x="584" y="711"/>
                  </a:lnTo>
                  <a:lnTo>
                    <a:pt x="589" y="710"/>
                  </a:lnTo>
                  <a:lnTo>
                    <a:pt x="594" y="709"/>
                  </a:lnTo>
                  <a:lnTo>
                    <a:pt x="600" y="706"/>
                  </a:lnTo>
                  <a:lnTo>
                    <a:pt x="605" y="704"/>
                  </a:lnTo>
                  <a:lnTo>
                    <a:pt x="610" y="701"/>
                  </a:lnTo>
                  <a:lnTo>
                    <a:pt x="615" y="698"/>
                  </a:lnTo>
                  <a:lnTo>
                    <a:pt x="619" y="695"/>
                  </a:lnTo>
                  <a:lnTo>
                    <a:pt x="622" y="690"/>
                  </a:lnTo>
                  <a:lnTo>
                    <a:pt x="625" y="686"/>
                  </a:lnTo>
                  <a:lnTo>
                    <a:pt x="629" y="681"/>
                  </a:lnTo>
                  <a:lnTo>
                    <a:pt x="631" y="675"/>
                  </a:lnTo>
                  <a:lnTo>
                    <a:pt x="633" y="670"/>
                  </a:lnTo>
                  <a:lnTo>
                    <a:pt x="635" y="665"/>
                  </a:lnTo>
                  <a:lnTo>
                    <a:pt x="635" y="659"/>
                  </a:lnTo>
                  <a:lnTo>
                    <a:pt x="636" y="653"/>
                  </a:lnTo>
                  <a:lnTo>
                    <a:pt x="636" y="455"/>
                  </a:lnTo>
                  <a:lnTo>
                    <a:pt x="635" y="450"/>
                  </a:lnTo>
                  <a:lnTo>
                    <a:pt x="632" y="446"/>
                  </a:lnTo>
                  <a:lnTo>
                    <a:pt x="628" y="442"/>
                  </a:lnTo>
                  <a:lnTo>
                    <a:pt x="622" y="441"/>
                  </a:lnTo>
                  <a:lnTo>
                    <a:pt x="617" y="442"/>
                  </a:lnTo>
                  <a:lnTo>
                    <a:pt x="613" y="446"/>
                  </a:lnTo>
                  <a:lnTo>
                    <a:pt x="609" y="450"/>
                  </a:lnTo>
                  <a:lnTo>
                    <a:pt x="608" y="455"/>
                  </a:lnTo>
                  <a:lnTo>
                    <a:pt x="608" y="653"/>
                  </a:lnTo>
                  <a:lnTo>
                    <a:pt x="607" y="659"/>
                  </a:lnTo>
                  <a:lnTo>
                    <a:pt x="605" y="665"/>
                  </a:lnTo>
                  <a:lnTo>
                    <a:pt x="603" y="670"/>
                  </a:lnTo>
                  <a:lnTo>
                    <a:pt x="599" y="674"/>
                  </a:lnTo>
                  <a:lnTo>
                    <a:pt x="594" y="678"/>
                  </a:lnTo>
                  <a:lnTo>
                    <a:pt x="589" y="681"/>
                  </a:lnTo>
                  <a:lnTo>
                    <a:pt x="584" y="683"/>
                  </a:lnTo>
                  <a:lnTo>
                    <a:pt x="577" y="684"/>
                  </a:lnTo>
                  <a:lnTo>
                    <a:pt x="133" y="684"/>
                  </a:lnTo>
                  <a:lnTo>
                    <a:pt x="127" y="683"/>
                  </a:lnTo>
                  <a:lnTo>
                    <a:pt x="121" y="681"/>
                  </a:lnTo>
                  <a:lnTo>
                    <a:pt x="116" y="678"/>
                  </a:lnTo>
                  <a:lnTo>
                    <a:pt x="112" y="674"/>
                  </a:lnTo>
                  <a:lnTo>
                    <a:pt x="108" y="670"/>
                  </a:lnTo>
                  <a:lnTo>
                    <a:pt x="105" y="665"/>
                  </a:lnTo>
                  <a:lnTo>
                    <a:pt x="103" y="659"/>
                  </a:lnTo>
                  <a:lnTo>
                    <a:pt x="103" y="653"/>
                  </a:lnTo>
                  <a:lnTo>
                    <a:pt x="103" y="623"/>
                  </a:lnTo>
                  <a:lnTo>
                    <a:pt x="136" y="623"/>
                  </a:lnTo>
                  <a:lnTo>
                    <a:pt x="146" y="622"/>
                  </a:lnTo>
                  <a:lnTo>
                    <a:pt x="154" y="618"/>
                  </a:lnTo>
                  <a:lnTo>
                    <a:pt x="163" y="614"/>
                  </a:lnTo>
                  <a:lnTo>
                    <a:pt x="170" y="609"/>
                  </a:lnTo>
                  <a:lnTo>
                    <a:pt x="175" y="601"/>
                  </a:lnTo>
                  <a:lnTo>
                    <a:pt x="180" y="594"/>
                  </a:lnTo>
                  <a:lnTo>
                    <a:pt x="182" y="585"/>
                  </a:lnTo>
                  <a:lnTo>
                    <a:pt x="183" y="575"/>
                  </a:lnTo>
                  <a:lnTo>
                    <a:pt x="182" y="566"/>
                  </a:lnTo>
                  <a:lnTo>
                    <a:pt x="180" y="557"/>
                  </a:lnTo>
                  <a:lnTo>
                    <a:pt x="175" y="549"/>
                  </a:lnTo>
                  <a:lnTo>
                    <a:pt x="170" y="542"/>
                  </a:lnTo>
                  <a:lnTo>
                    <a:pt x="163" y="536"/>
                  </a:lnTo>
                  <a:lnTo>
                    <a:pt x="154" y="531"/>
                  </a:lnTo>
                  <a:lnTo>
                    <a:pt x="146" y="529"/>
                  </a:lnTo>
                  <a:lnTo>
                    <a:pt x="136" y="528"/>
                  </a:lnTo>
                  <a:lnTo>
                    <a:pt x="135" y="528"/>
                  </a:lnTo>
                  <a:lnTo>
                    <a:pt x="130" y="529"/>
                  </a:lnTo>
                  <a:lnTo>
                    <a:pt x="126" y="531"/>
                  </a:lnTo>
                  <a:lnTo>
                    <a:pt x="122" y="537"/>
                  </a:lnTo>
                  <a:lnTo>
                    <a:pt x="121" y="542"/>
                  </a:lnTo>
                  <a:lnTo>
                    <a:pt x="122" y="548"/>
                  </a:lnTo>
                  <a:lnTo>
                    <a:pt x="126" y="552"/>
                  </a:lnTo>
                  <a:lnTo>
                    <a:pt x="130" y="555"/>
                  </a:lnTo>
                  <a:lnTo>
                    <a:pt x="135" y="556"/>
                  </a:lnTo>
                  <a:lnTo>
                    <a:pt x="136" y="556"/>
                  </a:lnTo>
                  <a:lnTo>
                    <a:pt x="141" y="556"/>
                  </a:lnTo>
                  <a:lnTo>
                    <a:pt x="144" y="557"/>
                  </a:lnTo>
                  <a:lnTo>
                    <a:pt x="147" y="559"/>
                  </a:lnTo>
                  <a:lnTo>
                    <a:pt x="150" y="561"/>
                  </a:lnTo>
                  <a:lnTo>
                    <a:pt x="152" y="565"/>
                  </a:lnTo>
                  <a:lnTo>
                    <a:pt x="154" y="568"/>
                  </a:lnTo>
                  <a:lnTo>
                    <a:pt x="156" y="571"/>
                  </a:lnTo>
                  <a:lnTo>
                    <a:pt x="156" y="575"/>
                  </a:lnTo>
                  <a:lnTo>
                    <a:pt x="156" y="579"/>
                  </a:lnTo>
                  <a:lnTo>
                    <a:pt x="154" y="583"/>
                  </a:lnTo>
                  <a:lnTo>
                    <a:pt x="152" y="586"/>
                  </a:lnTo>
                  <a:lnTo>
                    <a:pt x="150" y="588"/>
                  </a:lnTo>
                  <a:lnTo>
                    <a:pt x="147" y="592"/>
                  </a:lnTo>
                  <a:lnTo>
                    <a:pt x="144" y="593"/>
                  </a:lnTo>
                  <a:lnTo>
                    <a:pt x="141" y="594"/>
                  </a:lnTo>
                  <a:lnTo>
                    <a:pt x="136" y="595"/>
                  </a:lnTo>
                  <a:lnTo>
                    <a:pt x="103" y="595"/>
                  </a:lnTo>
                  <a:lnTo>
                    <a:pt x="103" y="403"/>
                  </a:lnTo>
                  <a:lnTo>
                    <a:pt x="136" y="403"/>
                  </a:lnTo>
                  <a:lnTo>
                    <a:pt x="146" y="403"/>
                  </a:lnTo>
                  <a:lnTo>
                    <a:pt x="154" y="399"/>
                  </a:lnTo>
                  <a:lnTo>
                    <a:pt x="163" y="395"/>
                  </a:lnTo>
                  <a:lnTo>
                    <a:pt x="170" y="390"/>
                  </a:lnTo>
                  <a:lnTo>
                    <a:pt x="175" y="382"/>
                  </a:lnTo>
                  <a:lnTo>
                    <a:pt x="180" y="375"/>
                  </a:lnTo>
                  <a:lnTo>
                    <a:pt x="182" y="365"/>
                  </a:lnTo>
                  <a:lnTo>
                    <a:pt x="183" y="355"/>
                  </a:lnTo>
                  <a:lnTo>
                    <a:pt x="182" y="347"/>
                  </a:lnTo>
                  <a:lnTo>
                    <a:pt x="180" y="337"/>
                  </a:lnTo>
                  <a:lnTo>
                    <a:pt x="175" y="330"/>
                  </a:lnTo>
                  <a:lnTo>
                    <a:pt x="170" y="322"/>
                  </a:lnTo>
                  <a:lnTo>
                    <a:pt x="163" y="317"/>
                  </a:lnTo>
                  <a:lnTo>
                    <a:pt x="154" y="312"/>
                  </a:lnTo>
                  <a:lnTo>
                    <a:pt x="146" y="309"/>
                  </a:lnTo>
                  <a:lnTo>
                    <a:pt x="136" y="308"/>
                  </a:lnTo>
                  <a:lnTo>
                    <a:pt x="135" y="308"/>
                  </a:lnTo>
                  <a:lnTo>
                    <a:pt x="130" y="309"/>
                  </a:lnTo>
                  <a:lnTo>
                    <a:pt x="126" y="312"/>
                  </a:lnTo>
                  <a:lnTo>
                    <a:pt x="122" y="317"/>
                  </a:lnTo>
                  <a:lnTo>
                    <a:pt x="121" y="322"/>
                  </a:lnTo>
                  <a:lnTo>
                    <a:pt x="122" y="327"/>
                  </a:lnTo>
                  <a:lnTo>
                    <a:pt x="126" y="333"/>
                  </a:lnTo>
                  <a:lnTo>
                    <a:pt x="130" y="335"/>
                  </a:lnTo>
                  <a:lnTo>
                    <a:pt x="135" y="336"/>
                  </a:lnTo>
                  <a:lnTo>
                    <a:pt x="136" y="336"/>
                  </a:lnTo>
                  <a:lnTo>
                    <a:pt x="141" y="337"/>
                  </a:lnTo>
                  <a:lnTo>
                    <a:pt x="144" y="338"/>
                  </a:lnTo>
                  <a:lnTo>
                    <a:pt x="147" y="339"/>
                  </a:lnTo>
                  <a:lnTo>
                    <a:pt x="150" y="342"/>
                  </a:lnTo>
                  <a:lnTo>
                    <a:pt x="152" y="345"/>
                  </a:lnTo>
                  <a:lnTo>
                    <a:pt x="154" y="348"/>
                  </a:lnTo>
                  <a:lnTo>
                    <a:pt x="156" y="352"/>
                  </a:lnTo>
                  <a:lnTo>
                    <a:pt x="156" y="355"/>
                  </a:lnTo>
                  <a:lnTo>
                    <a:pt x="156" y="360"/>
                  </a:lnTo>
                  <a:lnTo>
                    <a:pt x="154" y="363"/>
                  </a:lnTo>
                  <a:lnTo>
                    <a:pt x="152" y="367"/>
                  </a:lnTo>
                  <a:lnTo>
                    <a:pt x="150" y="369"/>
                  </a:lnTo>
                  <a:lnTo>
                    <a:pt x="147" y="371"/>
                  </a:lnTo>
                  <a:lnTo>
                    <a:pt x="144" y="374"/>
                  </a:lnTo>
                  <a:lnTo>
                    <a:pt x="141" y="375"/>
                  </a:lnTo>
                  <a:lnTo>
                    <a:pt x="136" y="376"/>
                  </a:lnTo>
                  <a:lnTo>
                    <a:pt x="103" y="376"/>
                  </a:lnTo>
                  <a:lnTo>
                    <a:pt x="103" y="184"/>
                  </a:lnTo>
                  <a:lnTo>
                    <a:pt x="136" y="184"/>
                  </a:lnTo>
                  <a:lnTo>
                    <a:pt x="146" y="183"/>
                  </a:lnTo>
                  <a:lnTo>
                    <a:pt x="154" y="180"/>
                  </a:lnTo>
                  <a:lnTo>
                    <a:pt x="163" y="176"/>
                  </a:lnTo>
                  <a:lnTo>
                    <a:pt x="170" y="170"/>
                  </a:lnTo>
                  <a:lnTo>
                    <a:pt x="175" y="163"/>
                  </a:lnTo>
                  <a:lnTo>
                    <a:pt x="180" y="155"/>
                  </a:lnTo>
                  <a:lnTo>
                    <a:pt x="182" y="146"/>
                  </a:lnTo>
                  <a:lnTo>
                    <a:pt x="183" y="136"/>
                  </a:lnTo>
                  <a:lnTo>
                    <a:pt x="182" y="127"/>
                  </a:lnTo>
                  <a:lnTo>
                    <a:pt x="180" y="118"/>
                  </a:lnTo>
                  <a:lnTo>
                    <a:pt x="175" y="111"/>
                  </a:lnTo>
                  <a:lnTo>
                    <a:pt x="170" y="103"/>
                  </a:lnTo>
                  <a:lnTo>
                    <a:pt x="163" y="98"/>
                  </a:lnTo>
                  <a:lnTo>
                    <a:pt x="154" y="93"/>
                  </a:lnTo>
                  <a:lnTo>
                    <a:pt x="146" y="90"/>
                  </a:lnTo>
                  <a:lnTo>
                    <a:pt x="136" y="89"/>
                  </a:lnTo>
                  <a:lnTo>
                    <a:pt x="135" y="89"/>
                  </a:lnTo>
                  <a:lnTo>
                    <a:pt x="130" y="90"/>
                  </a:lnTo>
                  <a:lnTo>
                    <a:pt x="126" y="93"/>
                  </a:lnTo>
                  <a:lnTo>
                    <a:pt x="122" y="98"/>
                  </a:lnTo>
                  <a:lnTo>
                    <a:pt x="121" y="103"/>
                  </a:lnTo>
                  <a:lnTo>
                    <a:pt x="122" y="108"/>
                  </a:lnTo>
                  <a:lnTo>
                    <a:pt x="126" y="113"/>
                  </a:lnTo>
                  <a:lnTo>
                    <a:pt x="130" y="116"/>
                  </a:lnTo>
                  <a:lnTo>
                    <a:pt x="135" y="117"/>
                  </a:lnTo>
                  <a:lnTo>
                    <a:pt x="136" y="117"/>
                  </a:lnTo>
                  <a:lnTo>
                    <a:pt x="141" y="117"/>
                  </a:lnTo>
                  <a:lnTo>
                    <a:pt x="144" y="118"/>
                  </a:lnTo>
                  <a:lnTo>
                    <a:pt x="147" y="120"/>
                  </a:lnTo>
                  <a:lnTo>
                    <a:pt x="150" y="122"/>
                  </a:lnTo>
                  <a:lnTo>
                    <a:pt x="152" y="126"/>
                  </a:lnTo>
                  <a:lnTo>
                    <a:pt x="154" y="129"/>
                  </a:lnTo>
                  <a:lnTo>
                    <a:pt x="156" y="133"/>
                  </a:lnTo>
                  <a:lnTo>
                    <a:pt x="156" y="136"/>
                  </a:lnTo>
                  <a:lnTo>
                    <a:pt x="156" y="141"/>
                  </a:lnTo>
                  <a:lnTo>
                    <a:pt x="154" y="144"/>
                  </a:lnTo>
                  <a:lnTo>
                    <a:pt x="152" y="147"/>
                  </a:lnTo>
                  <a:lnTo>
                    <a:pt x="150" y="150"/>
                  </a:lnTo>
                  <a:lnTo>
                    <a:pt x="147" y="152"/>
                  </a:lnTo>
                  <a:lnTo>
                    <a:pt x="144" y="155"/>
                  </a:lnTo>
                  <a:lnTo>
                    <a:pt x="141" y="156"/>
                  </a:lnTo>
                  <a:lnTo>
                    <a:pt x="136" y="156"/>
                  </a:lnTo>
                  <a:lnTo>
                    <a:pt x="103" y="156"/>
                  </a:lnTo>
                  <a:lnTo>
                    <a:pt x="103" y="58"/>
                  </a:lnTo>
                  <a:lnTo>
                    <a:pt x="103" y="53"/>
                  </a:lnTo>
                  <a:lnTo>
                    <a:pt x="105" y="46"/>
                  </a:lnTo>
                  <a:lnTo>
                    <a:pt x="108" y="41"/>
                  </a:lnTo>
                  <a:lnTo>
                    <a:pt x="112" y="37"/>
                  </a:lnTo>
                  <a:lnTo>
                    <a:pt x="116" y="33"/>
                  </a:lnTo>
                  <a:lnTo>
                    <a:pt x="121" y="30"/>
                  </a:lnTo>
                  <a:lnTo>
                    <a:pt x="127" y="28"/>
                  </a:lnTo>
                  <a:lnTo>
                    <a:pt x="133" y="28"/>
                  </a:lnTo>
                  <a:lnTo>
                    <a:pt x="577" y="28"/>
                  </a:lnTo>
                  <a:lnTo>
                    <a:pt x="584" y="28"/>
                  </a:lnTo>
                  <a:lnTo>
                    <a:pt x="589" y="30"/>
                  </a:lnTo>
                  <a:lnTo>
                    <a:pt x="594" y="33"/>
                  </a:lnTo>
                  <a:lnTo>
                    <a:pt x="599" y="37"/>
                  </a:lnTo>
                  <a:lnTo>
                    <a:pt x="603" y="41"/>
                  </a:lnTo>
                  <a:lnTo>
                    <a:pt x="606" y="46"/>
                  </a:lnTo>
                  <a:lnTo>
                    <a:pt x="607" y="53"/>
                  </a:lnTo>
                  <a:lnTo>
                    <a:pt x="608" y="58"/>
                  </a:lnTo>
                  <a:lnTo>
                    <a:pt x="608" y="83"/>
                  </a:lnTo>
                  <a:lnTo>
                    <a:pt x="609" y="88"/>
                  </a:lnTo>
                  <a:lnTo>
                    <a:pt x="613" y="92"/>
                  </a:lnTo>
                  <a:lnTo>
                    <a:pt x="617" y="96"/>
                  </a:lnTo>
                  <a:lnTo>
                    <a:pt x="622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3" name="Freeform 41">
              <a:extLst>
                <a:ext uri="{FF2B5EF4-FFF2-40B4-BE49-F238E27FC236}">
                  <a16:creationId xmlns:a16="http://schemas.microsoft.com/office/drawing/2014/main" id="{C97CBE12-EC08-421C-A924-09CEDACC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1" y="1319213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4" name="Freeform 42">
              <a:extLst>
                <a:ext uri="{FF2B5EF4-FFF2-40B4-BE49-F238E27FC236}">
                  <a16:creationId xmlns:a16="http://schemas.microsoft.com/office/drawing/2014/main" id="{4D082966-A06E-443A-8E76-486EF79A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1" y="1319213"/>
              <a:ext cx="44450" cy="15875"/>
            </a:xfrm>
            <a:custGeom>
              <a:avLst/>
              <a:gdLst>
                <a:gd name="T0" fmla="*/ 69 w 83"/>
                <a:gd name="T1" fmla="*/ 0 h 28"/>
                <a:gd name="T2" fmla="*/ 14 w 83"/>
                <a:gd name="T3" fmla="*/ 0 h 28"/>
                <a:gd name="T4" fmla="*/ 9 w 83"/>
                <a:gd name="T5" fmla="*/ 1 h 28"/>
                <a:gd name="T6" fmla="*/ 4 w 83"/>
                <a:gd name="T7" fmla="*/ 4 h 28"/>
                <a:gd name="T8" fmla="*/ 1 w 83"/>
                <a:gd name="T9" fmla="*/ 8 h 28"/>
                <a:gd name="T10" fmla="*/ 0 w 83"/>
                <a:gd name="T11" fmla="*/ 14 h 28"/>
                <a:gd name="T12" fmla="*/ 1 w 83"/>
                <a:gd name="T13" fmla="*/ 19 h 28"/>
                <a:gd name="T14" fmla="*/ 4 w 83"/>
                <a:gd name="T15" fmla="*/ 23 h 28"/>
                <a:gd name="T16" fmla="*/ 9 w 83"/>
                <a:gd name="T17" fmla="*/ 27 h 28"/>
                <a:gd name="T18" fmla="*/ 14 w 83"/>
                <a:gd name="T19" fmla="*/ 28 h 28"/>
                <a:gd name="T20" fmla="*/ 69 w 83"/>
                <a:gd name="T21" fmla="*/ 28 h 28"/>
                <a:gd name="T22" fmla="*/ 75 w 83"/>
                <a:gd name="T23" fmla="*/ 27 h 28"/>
                <a:gd name="T24" fmla="*/ 79 w 83"/>
                <a:gd name="T25" fmla="*/ 23 h 28"/>
                <a:gd name="T26" fmla="*/ 82 w 83"/>
                <a:gd name="T27" fmla="*/ 19 h 28"/>
                <a:gd name="T28" fmla="*/ 83 w 83"/>
                <a:gd name="T29" fmla="*/ 14 h 28"/>
                <a:gd name="T30" fmla="*/ 82 w 83"/>
                <a:gd name="T31" fmla="*/ 8 h 28"/>
                <a:gd name="T32" fmla="*/ 79 w 83"/>
                <a:gd name="T33" fmla="*/ 4 h 28"/>
                <a:gd name="T34" fmla="*/ 75 w 83"/>
                <a:gd name="T35" fmla="*/ 1 h 28"/>
                <a:gd name="T36" fmla="*/ 69 w 83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28">
                  <a:moveTo>
                    <a:pt x="6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69" y="28"/>
                  </a:lnTo>
                  <a:lnTo>
                    <a:pt x="75" y="27"/>
                  </a:lnTo>
                  <a:lnTo>
                    <a:pt x="79" y="23"/>
                  </a:lnTo>
                  <a:lnTo>
                    <a:pt x="82" y="19"/>
                  </a:lnTo>
                  <a:lnTo>
                    <a:pt x="83" y="14"/>
                  </a:lnTo>
                  <a:lnTo>
                    <a:pt x="82" y="8"/>
                  </a:lnTo>
                  <a:lnTo>
                    <a:pt x="79" y="4"/>
                  </a:lnTo>
                  <a:lnTo>
                    <a:pt x="75" y="1"/>
                  </a:lnTo>
                  <a:lnTo>
                    <a:pt x="6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5" name="Freeform 43">
              <a:extLst>
                <a:ext uri="{FF2B5EF4-FFF2-40B4-BE49-F238E27FC236}">
                  <a16:creationId xmlns:a16="http://schemas.microsoft.com/office/drawing/2014/main" id="{2E3379A0-EDF7-49EC-B353-12D93D67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1" y="1254126"/>
              <a:ext cx="85725" cy="15875"/>
            </a:xfrm>
            <a:custGeom>
              <a:avLst/>
              <a:gdLst>
                <a:gd name="T0" fmla="*/ 148 w 162"/>
                <a:gd name="T1" fmla="*/ 0 h 28"/>
                <a:gd name="T2" fmla="*/ 14 w 162"/>
                <a:gd name="T3" fmla="*/ 0 h 28"/>
                <a:gd name="T4" fmla="*/ 9 w 162"/>
                <a:gd name="T5" fmla="*/ 2 h 28"/>
                <a:gd name="T6" fmla="*/ 4 w 162"/>
                <a:gd name="T7" fmla="*/ 5 h 28"/>
                <a:gd name="T8" fmla="*/ 1 w 162"/>
                <a:gd name="T9" fmla="*/ 9 h 28"/>
                <a:gd name="T10" fmla="*/ 0 w 162"/>
                <a:gd name="T11" fmla="*/ 14 h 28"/>
                <a:gd name="T12" fmla="*/ 1 w 162"/>
                <a:gd name="T13" fmla="*/ 20 h 28"/>
                <a:gd name="T14" fmla="*/ 4 w 162"/>
                <a:gd name="T15" fmla="*/ 24 h 28"/>
                <a:gd name="T16" fmla="*/ 9 w 162"/>
                <a:gd name="T17" fmla="*/ 27 h 28"/>
                <a:gd name="T18" fmla="*/ 14 w 162"/>
                <a:gd name="T19" fmla="*/ 28 h 28"/>
                <a:gd name="T20" fmla="*/ 148 w 162"/>
                <a:gd name="T21" fmla="*/ 28 h 28"/>
                <a:gd name="T22" fmla="*/ 153 w 162"/>
                <a:gd name="T23" fmla="*/ 27 h 28"/>
                <a:gd name="T24" fmla="*/ 158 w 162"/>
                <a:gd name="T25" fmla="*/ 24 h 28"/>
                <a:gd name="T26" fmla="*/ 161 w 162"/>
                <a:gd name="T27" fmla="*/ 20 h 28"/>
                <a:gd name="T28" fmla="*/ 162 w 162"/>
                <a:gd name="T29" fmla="*/ 14 h 28"/>
                <a:gd name="T30" fmla="*/ 161 w 162"/>
                <a:gd name="T31" fmla="*/ 9 h 28"/>
                <a:gd name="T32" fmla="*/ 158 w 162"/>
                <a:gd name="T33" fmla="*/ 5 h 28"/>
                <a:gd name="T34" fmla="*/ 153 w 162"/>
                <a:gd name="T35" fmla="*/ 2 h 28"/>
                <a:gd name="T36" fmla="*/ 148 w 16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28">
                  <a:moveTo>
                    <a:pt x="148" y="0"/>
                  </a:moveTo>
                  <a:lnTo>
                    <a:pt x="14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48" y="28"/>
                  </a:lnTo>
                  <a:lnTo>
                    <a:pt x="153" y="27"/>
                  </a:lnTo>
                  <a:lnTo>
                    <a:pt x="158" y="24"/>
                  </a:lnTo>
                  <a:lnTo>
                    <a:pt x="161" y="20"/>
                  </a:lnTo>
                  <a:lnTo>
                    <a:pt x="162" y="14"/>
                  </a:lnTo>
                  <a:lnTo>
                    <a:pt x="161" y="9"/>
                  </a:lnTo>
                  <a:lnTo>
                    <a:pt x="158" y="5"/>
                  </a:lnTo>
                  <a:lnTo>
                    <a:pt x="153" y="2"/>
                  </a:lnTo>
                  <a:lnTo>
                    <a:pt x="14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6" name="Freeform 44">
              <a:extLst>
                <a:ext uri="{FF2B5EF4-FFF2-40B4-BE49-F238E27FC236}">
                  <a16:creationId xmlns:a16="http://schemas.microsoft.com/office/drawing/2014/main" id="{F0AB6DA0-9D79-445E-8B65-E0C51D89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1" y="1190626"/>
              <a:ext cx="114300" cy="14288"/>
            </a:xfrm>
            <a:custGeom>
              <a:avLst/>
              <a:gdLst>
                <a:gd name="T0" fmla="*/ 201 w 215"/>
                <a:gd name="T1" fmla="*/ 0 h 28"/>
                <a:gd name="T2" fmla="*/ 14 w 215"/>
                <a:gd name="T3" fmla="*/ 0 h 28"/>
                <a:gd name="T4" fmla="*/ 9 w 215"/>
                <a:gd name="T5" fmla="*/ 1 h 28"/>
                <a:gd name="T6" fmla="*/ 4 w 215"/>
                <a:gd name="T7" fmla="*/ 4 h 28"/>
                <a:gd name="T8" fmla="*/ 1 w 215"/>
                <a:gd name="T9" fmla="*/ 9 h 28"/>
                <a:gd name="T10" fmla="*/ 0 w 215"/>
                <a:gd name="T11" fmla="*/ 14 h 28"/>
                <a:gd name="T12" fmla="*/ 1 w 215"/>
                <a:gd name="T13" fmla="*/ 19 h 28"/>
                <a:gd name="T14" fmla="*/ 4 w 215"/>
                <a:gd name="T15" fmla="*/ 24 h 28"/>
                <a:gd name="T16" fmla="*/ 9 w 215"/>
                <a:gd name="T17" fmla="*/ 27 h 28"/>
                <a:gd name="T18" fmla="*/ 14 w 215"/>
                <a:gd name="T19" fmla="*/ 28 h 28"/>
                <a:gd name="T20" fmla="*/ 201 w 215"/>
                <a:gd name="T21" fmla="*/ 28 h 28"/>
                <a:gd name="T22" fmla="*/ 206 w 215"/>
                <a:gd name="T23" fmla="*/ 27 h 28"/>
                <a:gd name="T24" fmla="*/ 211 w 215"/>
                <a:gd name="T25" fmla="*/ 24 h 28"/>
                <a:gd name="T26" fmla="*/ 214 w 215"/>
                <a:gd name="T27" fmla="*/ 19 h 28"/>
                <a:gd name="T28" fmla="*/ 215 w 215"/>
                <a:gd name="T29" fmla="*/ 14 h 28"/>
                <a:gd name="T30" fmla="*/ 214 w 215"/>
                <a:gd name="T31" fmla="*/ 9 h 28"/>
                <a:gd name="T32" fmla="*/ 211 w 215"/>
                <a:gd name="T33" fmla="*/ 4 h 28"/>
                <a:gd name="T34" fmla="*/ 206 w 215"/>
                <a:gd name="T35" fmla="*/ 1 h 28"/>
                <a:gd name="T36" fmla="*/ 201 w 21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28">
                  <a:moveTo>
                    <a:pt x="20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1" y="28"/>
                  </a:lnTo>
                  <a:lnTo>
                    <a:pt x="206" y="27"/>
                  </a:lnTo>
                  <a:lnTo>
                    <a:pt x="211" y="24"/>
                  </a:lnTo>
                  <a:lnTo>
                    <a:pt x="214" y="19"/>
                  </a:lnTo>
                  <a:lnTo>
                    <a:pt x="215" y="14"/>
                  </a:lnTo>
                  <a:lnTo>
                    <a:pt x="214" y="9"/>
                  </a:lnTo>
                  <a:lnTo>
                    <a:pt x="211" y="4"/>
                  </a:lnTo>
                  <a:lnTo>
                    <a:pt x="206" y="1"/>
                  </a:lnTo>
                  <a:lnTo>
                    <a:pt x="20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7" name="Freeform 45">
              <a:extLst>
                <a:ext uri="{FF2B5EF4-FFF2-40B4-BE49-F238E27FC236}">
                  <a16:creationId xmlns:a16="http://schemas.microsoft.com/office/drawing/2014/main" id="{1E1BD828-A964-42A8-A190-9F88D0E3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701" y="1125538"/>
              <a:ext cx="139700" cy="14288"/>
            </a:xfrm>
            <a:custGeom>
              <a:avLst/>
              <a:gdLst>
                <a:gd name="T0" fmla="*/ 250 w 264"/>
                <a:gd name="T1" fmla="*/ 0 h 28"/>
                <a:gd name="T2" fmla="*/ 14 w 264"/>
                <a:gd name="T3" fmla="*/ 0 h 28"/>
                <a:gd name="T4" fmla="*/ 9 w 264"/>
                <a:gd name="T5" fmla="*/ 1 h 28"/>
                <a:gd name="T6" fmla="*/ 4 w 264"/>
                <a:gd name="T7" fmla="*/ 4 h 28"/>
                <a:gd name="T8" fmla="*/ 1 w 264"/>
                <a:gd name="T9" fmla="*/ 8 h 28"/>
                <a:gd name="T10" fmla="*/ 0 w 264"/>
                <a:gd name="T11" fmla="*/ 14 h 28"/>
                <a:gd name="T12" fmla="*/ 1 w 264"/>
                <a:gd name="T13" fmla="*/ 19 h 28"/>
                <a:gd name="T14" fmla="*/ 4 w 264"/>
                <a:gd name="T15" fmla="*/ 23 h 28"/>
                <a:gd name="T16" fmla="*/ 9 w 264"/>
                <a:gd name="T17" fmla="*/ 27 h 28"/>
                <a:gd name="T18" fmla="*/ 14 w 264"/>
                <a:gd name="T19" fmla="*/ 28 h 28"/>
                <a:gd name="T20" fmla="*/ 250 w 264"/>
                <a:gd name="T21" fmla="*/ 28 h 28"/>
                <a:gd name="T22" fmla="*/ 255 w 264"/>
                <a:gd name="T23" fmla="*/ 27 h 28"/>
                <a:gd name="T24" fmla="*/ 260 w 264"/>
                <a:gd name="T25" fmla="*/ 23 h 28"/>
                <a:gd name="T26" fmla="*/ 263 w 264"/>
                <a:gd name="T27" fmla="*/ 19 h 28"/>
                <a:gd name="T28" fmla="*/ 264 w 264"/>
                <a:gd name="T29" fmla="*/ 14 h 28"/>
                <a:gd name="T30" fmla="*/ 263 w 264"/>
                <a:gd name="T31" fmla="*/ 8 h 28"/>
                <a:gd name="T32" fmla="*/ 260 w 264"/>
                <a:gd name="T33" fmla="*/ 4 h 28"/>
                <a:gd name="T34" fmla="*/ 255 w 264"/>
                <a:gd name="T35" fmla="*/ 1 h 28"/>
                <a:gd name="T36" fmla="*/ 250 w 26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4" h="28">
                  <a:moveTo>
                    <a:pt x="250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50" y="28"/>
                  </a:lnTo>
                  <a:lnTo>
                    <a:pt x="255" y="27"/>
                  </a:lnTo>
                  <a:lnTo>
                    <a:pt x="260" y="23"/>
                  </a:lnTo>
                  <a:lnTo>
                    <a:pt x="263" y="19"/>
                  </a:lnTo>
                  <a:lnTo>
                    <a:pt x="264" y="14"/>
                  </a:lnTo>
                  <a:lnTo>
                    <a:pt x="263" y="8"/>
                  </a:lnTo>
                  <a:lnTo>
                    <a:pt x="260" y="4"/>
                  </a:lnTo>
                  <a:lnTo>
                    <a:pt x="255" y="1"/>
                  </a:lnTo>
                  <a:lnTo>
                    <a:pt x="2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042F7639-76C7-47B5-B6B3-005A1C2EFC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4188" y="1114426"/>
              <a:ext cx="176213" cy="265113"/>
            </a:xfrm>
            <a:custGeom>
              <a:avLst/>
              <a:gdLst>
                <a:gd name="T0" fmla="*/ 328 w 332"/>
                <a:gd name="T1" fmla="*/ 57 h 502"/>
                <a:gd name="T2" fmla="*/ 316 w 332"/>
                <a:gd name="T3" fmla="*/ 42 h 502"/>
                <a:gd name="T4" fmla="*/ 256 w 332"/>
                <a:gd name="T5" fmla="*/ 7 h 502"/>
                <a:gd name="T6" fmla="*/ 238 w 332"/>
                <a:gd name="T7" fmla="*/ 0 h 502"/>
                <a:gd name="T8" fmla="*/ 220 w 332"/>
                <a:gd name="T9" fmla="*/ 1 h 502"/>
                <a:gd name="T10" fmla="*/ 202 w 332"/>
                <a:gd name="T11" fmla="*/ 10 h 502"/>
                <a:gd name="T12" fmla="*/ 190 w 332"/>
                <a:gd name="T13" fmla="*/ 24 h 502"/>
                <a:gd name="T14" fmla="*/ 0 w 332"/>
                <a:gd name="T15" fmla="*/ 353 h 502"/>
                <a:gd name="T16" fmla="*/ 0 w 332"/>
                <a:gd name="T17" fmla="*/ 488 h 502"/>
                <a:gd name="T18" fmla="*/ 2 w 332"/>
                <a:gd name="T19" fmla="*/ 494 h 502"/>
                <a:gd name="T20" fmla="*/ 6 w 332"/>
                <a:gd name="T21" fmla="*/ 499 h 502"/>
                <a:gd name="T22" fmla="*/ 14 w 332"/>
                <a:gd name="T23" fmla="*/ 502 h 502"/>
                <a:gd name="T24" fmla="*/ 20 w 332"/>
                <a:gd name="T25" fmla="*/ 499 h 502"/>
                <a:gd name="T26" fmla="*/ 136 w 332"/>
                <a:gd name="T27" fmla="*/ 432 h 502"/>
                <a:gd name="T28" fmla="*/ 326 w 332"/>
                <a:gd name="T29" fmla="*/ 103 h 502"/>
                <a:gd name="T30" fmla="*/ 332 w 332"/>
                <a:gd name="T31" fmla="*/ 85 h 502"/>
                <a:gd name="T32" fmla="*/ 331 w 332"/>
                <a:gd name="T33" fmla="*/ 66 h 502"/>
                <a:gd name="T34" fmla="*/ 28 w 332"/>
                <a:gd name="T35" fmla="*/ 433 h 502"/>
                <a:gd name="T36" fmla="*/ 28 w 332"/>
                <a:gd name="T37" fmla="*/ 463 h 502"/>
                <a:gd name="T38" fmla="*/ 28 w 332"/>
                <a:gd name="T39" fmla="*/ 401 h 502"/>
                <a:gd name="T40" fmla="*/ 98 w 332"/>
                <a:gd name="T41" fmla="*/ 422 h 502"/>
                <a:gd name="T42" fmla="*/ 121 w 332"/>
                <a:gd name="T43" fmla="*/ 403 h 502"/>
                <a:gd name="T44" fmla="*/ 179 w 332"/>
                <a:gd name="T45" fmla="*/ 99 h 502"/>
                <a:gd name="T46" fmla="*/ 121 w 332"/>
                <a:gd name="T47" fmla="*/ 403 h 502"/>
                <a:gd name="T48" fmla="*/ 281 w 332"/>
                <a:gd name="T49" fmla="*/ 126 h 502"/>
                <a:gd name="T50" fmla="*/ 213 w 332"/>
                <a:gd name="T51" fmla="*/ 38 h 502"/>
                <a:gd name="T52" fmla="*/ 219 w 332"/>
                <a:gd name="T53" fmla="*/ 31 h 502"/>
                <a:gd name="T54" fmla="*/ 226 w 332"/>
                <a:gd name="T55" fmla="*/ 28 h 502"/>
                <a:gd name="T56" fmla="*/ 235 w 332"/>
                <a:gd name="T57" fmla="*/ 28 h 502"/>
                <a:gd name="T58" fmla="*/ 242 w 332"/>
                <a:gd name="T59" fmla="*/ 30 h 502"/>
                <a:gd name="T60" fmla="*/ 298 w 332"/>
                <a:gd name="T61" fmla="*/ 63 h 502"/>
                <a:gd name="T62" fmla="*/ 303 w 332"/>
                <a:gd name="T63" fmla="*/ 69 h 502"/>
                <a:gd name="T64" fmla="*/ 305 w 332"/>
                <a:gd name="T65" fmla="*/ 78 h 502"/>
                <a:gd name="T66" fmla="*/ 304 w 332"/>
                <a:gd name="T67" fmla="*/ 85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2" h="502">
                  <a:moveTo>
                    <a:pt x="331" y="66"/>
                  </a:moveTo>
                  <a:lnTo>
                    <a:pt x="328" y="57"/>
                  </a:lnTo>
                  <a:lnTo>
                    <a:pt x="323" y="49"/>
                  </a:lnTo>
                  <a:lnTo>
                    <a:pt x="316" y="42"/>
                  </a:lnTo>
                  <a:lnTo>
                    <a:pt x="309" y="37"/>
                  </a:lnTo>
                  <a:lnTo>
                    <a:pt x="256" y="7"/>
                  </a:lnTo>
                  <a:lnTo>
                    <a:pt x="247" y="2"/>
                  </a:lnTo>
                  <a:lnTo>
                    <a:pt x="238" y="0"/>
                  </a:lnTo>
                  <a:lnTo>
                    <a:pt x="228" y="0"/>
                  </a:lnTo>
                  <a:lnTo>
                    <a:pt x="220" y="1"/>
                  </a:lnTo>
                  <a:lnTo>
                    <a:pt x="210" y="5"/>
                  </a:lnTo>
                  <a:lnTo>
                    <a:pt x="202" y="10"/>
                  </a:lnTo>
                  <a:lnTo>
                    <a:pt x="195" y="16"/>
                  </a:lnTo>
                  <a:lnTo>
                    <a:pt x="190" y="24"/>
                  </a:lnTo>
                  <a:lnTo>
                    <a:pt x="2" y="350"/>
                  </a:lnTo>
                  <a:lnTo>
                    <a:pt x="0" y="353"/>
                  </a:lnTo>
                  <a:lnTo>
                    <a:pt x="0" y="357"/>
                  </a:lnTo>
                  <a:lnTo>
                    <a:pt x="0" y="488"/>
                  </a:lnTo>
                  <a:lnTo>
                    <a:pt x="0" y="491"/>
                  </a:lnTo>
                  <a:lnTo>
                    <a:pt x="2" y="494"/>
                  </a:lnTo>
                  <a:lnTo>
                    <a:pt x="4" y="497"/>
                  </a:lnTo>
                  <a:lnTo>
                    <a:pt x="6" y="499"/>
                  </a:lnTo>
                  <a:lnTo>
                    <a:pt x="9" y="501"/>
                  </a:lnTo>
                  <a:lnTo>
                    <a:pt x="14" y="502"/>
                  </a:lnTo>
                  <a:lnTo>
                    <a:pt x="17" y="501"/>
                  </a:lnTo>
                  <a:lnTo>
                    <a:pt x="20" y="499"/>
                  </a:lnTo>
                  <a:lnTo>
                    <a:pt x="133" y="434"/>
                  </a:lnTo>
                  <a:lnTo>
                    <a:pt x="136" y="432"/>
                  </a:lnTo>
                  <a:lnTo>
                    <a:pt x="138" y="430"/>
                  </a:lnTo>
                  <a:lnTo>
                    <a:pt x="326" y="103"/>
                  </a:lnTo>
                  <a:lnTo>
                    <a:pt x="330" y="95"/>
                  </a:lnTo>
                  <a:lnTo>
                    <a:pt x="332" y="85"/>
                  </a:lnTo>
                  <a:lnTo>
                    <a:pt x="332" y="75"/>
                  </a:lnTo>
                  <a:lnTo>
                    <a:pt x="331" y="66"/>
                  </a:lnTo>
                  <a:close/>
                  <a:moveTo>
                    <a:pt x="28" y="463"/>
                  </a:moveTo>
                  <a:lnTo>
                    <a:pt x="28" y="433"/>
                  </a:lnTo>
                  <a:lnTo>
                    <a:pt x="53" y="448"/>
                  </a:lnTo>
                  <a:lnTo>
                    <a:pt x="28" y="463"/>
                  </a:lnTo>
                  <a:close/>
                  <a:moveTo>
                    <a:pt x="81" y="432"/>
                  </a:moveTo>
                  <a:lnTo>
                    <a:pt x="28" y="401"/>
                  </a:lnTo>
                  <a:lnTo>
                    <a:pt x="28" y="381"/>
                  </a:lnTo>
                  <a:lnTo>
                    <a:pt x="98" y="422"/>
                  </a:lnTo>
                  <a:lnTo>
                    <a:pt x="81" y="432"/>
                  </a:lnTo>
                  <a:close/>
                  <a:moveTo>
                    <a:pt x="121" y="403"/>
                  </a:moveTo>
                  <a:lnTo>
                    <a:pt x="32" y="352"/>
                  </a:lnTo>
                  <a:lnTo>
                    <a:pt x="179" y="99"/>
                  </a:lnTo>
                  <a:lnTo>
                    <a:pt x="267" y="151"/>
                  </a:lnTo>
                  <a:lnTo>
                    <a:pt x="121" y="403"/>
                  </a:lnTo>
                  <a:close/>
                  <a:moveTo>
                    <a:pt x="302" y="89"/>
                  </a:moveTo>
                  <a:lnTo>
                    <a:pt x="281" y="126"/>
                  </a:lnTo>
                  <a:lnTo>
                    <a:pt x="193" y="74"/>
                  </a:lnTo>
                  <a:lnTo>
                    <a:pt x="213" y="38"/>
                  </a:lnTo>
                  <a:lnTo>
                    <a:pt x="216" y="35"/>
                  </a:lnTo>
                  <a:lnTo>
                    <a:pt x="219" y="31"/>
                  </a:lnTo>
                  <a:lnTo>
                    <a:pt x="223" y="29"/>
                  </a:lnTo>
                  <a:lnTo>
                    <a:pt x="226" y="28"/>
                  </a:lnTo>
                  <a:lnTo>
                    <a:pt x="230" y="27"/>
                  </a:lnTo>
                  <a:lnTo>
                    <a:pt x="235" y="28"/>
                  </a:lnTo>
                  <a:lnTo>
                    <a:pt x="238" y="28"/>
                  </a:lnTo>
                  <a:lnTo>
                    <a:pt x="242" y="30"/>
                  </a:lnTo>
                  <a:lnTo>
                    <a:pt x="295" y="60"/>
                  </a:lnTo>
                  <a:lnTo>
                    <a:pt x="298" y="63"/>
                  </a:lnTo>
                  <a:lnTo>
                    <a:pt x="301" y="66"/>
                  </a:lnTo>
                  <a:lnTo>
                    <a:pt x="303" y="69"/>
                  </a:lnTo>
                  <a:lnTo>
                    <a:pt x="304" y="73"/>
                  </a:lnTo>
                  <a:lnTo>
                    <a:pt x="305" y="78"/>
                  </a:lnTo>
                  <a:lnTo>
                    <a:pt x="304" y="82"/>
                  </a:lnTo>
                  <a:lnTo>
                    <a:pt x="304" y="85"/>
                  </a:lnTo>
                  <a:lnTo>
                    <a:pt x="302" y="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19" name="Freeform 47">
            <a:extLst>
              <a:ext uri="{FF2B5EF4-FFF2-40B4-BE49-F238E27FC236}">
                <a16:creationId xmlns:a16="http://schemas.microsoft.com/office/drawing/2014/main" id="{331FC050-1A4E-4328-94E7-D5D69CC40CFC}"/>
              </a:ext>
            </a:extLst>
          </p:cNvPr>
          <p:cNvSpPr>
            <a:spLocks/>
          </p:cNvSpPr>
          <p:nvPr/>
        </p:nvSpPr>
        <p:spPr bwMode="auto">
          <a:xfrm>
            <a:off x="2606676" y="5649913"/>
            <a:ext cx="14288" cy="14288"/>
          </a:xfrm>
          <a:custGeom>
            <a:avLst/>
            <a:gdLst>
              <a:gd name="T0" fmla="*/ 24 w 28"/>
              <a:gd name="T1" fmla="*/ 3 h 26"/>
              <a:gd name="T2" fmla="*/ 19 w 28"/>
              <a:gd name="T3" fmla="*/ 1 h 26"/>
              <a:gd name="T4" fmla="*/ 14 w 28"/>
              <a:gd name="T5" fmla="*/ 0 h 26"/>
              <a:gd name="T6" fmla="*/ 9 w 28"/>
              <a:gd name="T7" fmla="*/ 1 h 26"/>
              <a:gd name="T8" fmla="*/ 4 w 28"/>
              <a:gd name="T9" fmla="*/ 3 h 26"/>
              <a:gd name="T10" fmla="*/ 1 w 28"/>
              <a:gd name="T11" fmla="*/ 8 h 26"/>
              <a:gd name="T12" fmla="*/ 0 w 28"/>
              <a:gd name="T13" fmla="*/ 12 h 26"/>
              <a:gd name="T14" fmla="*/ 1 w 28"/>
              <a:gd name="T15" fmla="*/ 18 h 26"/>
              <a:gd name="T16" fmla="*/ 4 w 28"/>
              <a:gd name="T17" fmla="*/ 23 h 26"/>
              <a:gd name="T18" fmla="*/ 9 w 28"/>
              <a:gd name="T19" fmla="*/ 25 h 26"/>
              <a:gd name="T20" fmla="*/ 14 w 28"/>
              <a:gd name="T21" fmla="*/ 26 h 26"/>
              <a:gd name="T22" fmla="*/ 19 w 28"/>
              <a:gd name="T23" fmla="*/ 25 h 26"/>
              <a:gd name="T24" fmla="*/ 24 w 28"/>
              <a:gd name="T25" fmla="*/ 23 h 26"/>
              <a:gd name="T26" fmla="*/ 27 w 28"/>
              <a:gd name="T27" fmla="*/ 18 h 26"/>
              <a:gd name="T28" fmla="*/ 28 w 28"/>
              <a:gd name="T29" fmla="*/ 12 h 26"/>
              <a:gd name="T30" fmla="*/ 27 w 28"/>
              <a:gd name="T31" fmla="*/ 8 h 26"/>
              <a:gd name="T32" fmla="*/ 24 w 28"/>
              <a:gd name="T33" fmla="*/ 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6">
                <a:moveTo>
                  <a:pt x="24" y="3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3"/>
                </a:lnTo>
                <a:lnTo>
                  <a:pt x="1" y="8"/>
                </a:lnTo>
                <a:lnTo>
                  <a:pt x="0" y="12"/>
                </a:lnTo>
                <a:lnTo>
                  <a:pt x="1" y="18"/>
                </a:lnTo>
                <a:lnTo>
                  <a:pt x="4" y="23"/>
                </a:lnTo>
                <a:lnTo>
                  <a:pt x="9" y="25"/>
                </a:lnTo>
                <a:lnTo>
                  <a:pt x="14" y="26"/>
                </a:lnTo>
                <a:lnTo>
                  <a:pt x="19" y="25"/>
                </a:lnTo>
                <a:lnTo>
                  <a:pt x="24" y="23"/>
                </a:lnTo>
                <a:lnTo>
                  <a:pt x="27" y="18"/>
                </a:lnTo>
                <a:lnTo>
                  <a:pt x="28" y="12"/>
                </a:lnTo>
                <a:lnTo>
                  <a:pt x="27" y="8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0" name="Freeform 48">
            <a:extLst>
              <a:ext uri="{FF2B5EF4-FFF2-40B4-BE49-F238E27FC236}">
                <a16:creationId xmlns:a16="http://schemas.microsoft.com/office/drawing/2014/main" id="{B0742973-45C3-4F44-B9EB-B2C8106BC8F3}"/>
              </a:ext>
            </a:extLst>
          </p:cNvPr>
          <p:cNvSpPr>
            <a:spLocks noEditPoints="1"/>
          </p:cNvSpPr>
          <p:nvPr/>
        </p:nvSpPr>
        <p:spPr bwMode="auto">
          <a:xfrm>
            <a:off x="2584451" y="5438776"/>
            <a:ext cx="74613" cy="73025"/>
          </a:xfrm>
          <a:custGeom>
            <a:avLst/>
            <a:gdLst>
              <a:gd name="T0" fmla="*/ 64 w 140"/>
              <a:gd name="T1" fmla="*/ 1 h 140"/>
              <a:gd name="T2" fmla="*/ 50 w 140"/>
              <a:gd name="T3" fmla="*/ 3 h 140"/>
              <a:gd name="T4" fmla="*/ 38 w 140"/>
              <a:gd name="T5" fmla="*/ 9 h 140"/>
              <a:gd name="T6" fmla="*/ 26 w 140"/>
              <a:gd name="T7" fmla="*/ 16 h 140"/>
              <a:gd name="T8" fmla="*/ 16 w 140"/>
              <a:gd name="T9" fmla="*/ 26 h 140"/>
              <a:gd name="T10" fmla="*/ 9 w 140"/>
              <a:gd name="T11" fmla="*/ 38 h 140"/>
              <a:gd name="T12" fmla="*/ 3 w 140"/>
              <a:gd name="T13" fmla="*/ 50 h 140"/>
              <a:gd name="T14" fmla="*/ 1 w 140"/>
              <a:gd name="T15" fmla="*/ 64 h 140"/>
              <a:gd name="T16" fmla="*/ 1 w 140"/>
              <a:gd name="T17" fmla="*/ 78 h 140"/>
              <a:gd name="T18" fmla="*/ 3 w 140"/>
              <a:gd name="T19" fmla="*/ 90 h 140"/>
              <a:gd name="T20" fmla="*/ 9 w 140"/>
              <a:gd name="T21" fmla="*/ 103 h 140"/>
              <a:gd name="T22" fmla="*/ 16 w 140"/>
              <a:gd name="T23" fmla="*/ 114 h 140"/>
              <a:gd name="T24" fmla="*/ 26 w 140"/>
              <a:gd name="T25" fmla="*/ 124 h 140"/>
              <a:gd name="T26" fmla="*/ 37 w 140"/>
              <a:gd name="T27" fmla="*/ 131 h 140"/>
              <a:gd name="T28" fmla="*/ 50 w 140"/>
              <a:gd name="T29" fmla="*/ 137 h 140"/>
              <a:gd name="T30" fmla="*/ 64 w 140"/>
              <a:gd name="T31" fmla="*/ 140 h 140"/>
              <a:gd name="T32" fmla="*/ 78 w 140"/>
              <a:gd name="T33" fmla="*/ 140 h 140"/>
              <a:gd name="T34" fmla="*/ 90 w 140"/>
              <a:gd name="T35" fmla="*/ 137 h 140"/>
              <a:gd name="T36" fmla="*/ 103 w 140"/>
              <a:gd name="T37" fmla="*/ 131 h 140"/>
              <a:gd name="T38" fmla="*/ 114 w 140"/>
              <a:gd name="T39" fmla="*/ 124 h 140"/>
              <a:gd name="T40" fmla="*/ 124 w 140"/>
              <a:gd name="T41" fmla="*/ 114 h 140"/>
              <a:gd name="T42" fmla="*/ 131 w 140"/>
              <a:gd name="T43" fmla="*/ 103 h 140"/>
              <a:gd name="T44" fmla="*/ 137 w 140"/>
              <a:gd name="T45" fmla="*/ 90 h 140"/>
              <a:gd name="T46" fmla="*/ 140 w 140"/>
              <a:gd name="T47" fmla="*/ 78 h 140"/>
              <a:gd name="T48" fmla="*/ 140 w 140"/>
              <a:gd name="T49" fmla="*/ 64 h 140"/>
              <a:gd name="T50" fmla="*/ 137 w 140"/>
              <a:gd name="T51" fmla="*/ 50 h 140"/>
              <a:gd name="T52" fmla="*/ 131 w 140"/>
              <a:gd name="T53" fmla="*/ 37 h 140"/>
              <a:gd name="T54" fmla="*/ 124 w 140"/>
              <a:gd name="T55" fmla="*/ 26 h 140"/>
              <a:gd name="T56" fmla="*/ 114 w 140"/>
              <a:gd name="T57" fmla="*/ 16 h 140"/>
              <a:gd name="T58" fmla="*/ 103 w 140"/>
              <a:gd name="T59" fmla="*/ 9 h 140"/>
              <a:gd name="T60" fmla="*/ 90 w 140"/>
              <a:gd name="T61" fmla="*/ 3 h 140"/>
              <a:gd name="T62" fmla="*/ 78 w 140"/>
              <a:gd name="T63" fmla="*/ 1 h 140"/>
              <a:gd name="T64" fmla="*/ 70 w 140"/>
              <a:gd name="T65" fmla="*/ 112 h 140"/>
              <a:gd name="T66" fmla="*/ 54 w 140"/>
              <a:gd name="T67" fmla="*/ 109 h 140"/>
              <a:gd name="T68" fmla="*/ 41 w 140"/>
              <a:gd name="T69" fmla="*/ 100 h 140"/>
              <a:gd name="T70" fmla="*/ 31 w 140"/>
              <a:gd name="T71" fmla="*/ 86 h 140"/>
              <a:gd name="T72" fmla="*/ 28 w 140"/>
              <a:gd name="T73" fmla="*/ 70 h 140"/>
              <a:gd name="T74" fmla="*/ 31 w 140"/>
              <a:gd name="T75" fmla="*/ 54 h 140"/>
              <a:gd name="T76" fmla="*/ 41 w 140"/>
              <a:gd name="T77" fmla="*/ 41 h 140"/>
              <a:gd name="T78" fmla="*/ 54 w 140"/>
              <a:gd name="T79" fmla="*/ 31 h 140"/>
              <a:gd name="T80" fmla="*/ 70 w 140"/>
              <a:gd name="T81" fmla="*/ 28 h 140"/>
              <a:gd name="T82" fmla="*/ 86 w 140"/>
              <a:gd name="T83" fmla="*/ 31 h 140"/>
              <a:gd name="T84" fmla="*/ 100 w 140"/>
              <a:gd name="T85" fmla="*/ 41 h 140"/>
              <a:gd name="T86" fmla="*/ 109 w 140"/>
              <a:gd name="T87" fmla="*/ 54 h 140"/>
              <a:gd name="T88" fmla="*/ 112 w 140"/>
              <a:gd name="T89" fmla="*/ 70 h 140"/>
              <a:gd name="T90" fmla="*/ 109 w 140"/>
              <a:gd name="T91" fmla="*/ 86 h 140"/>
              <a:gd name="T92" fmla="*/ 100 w 140"/>
              <a:gd name="T93" fmla="*/ 100 h 140"/>
              <a:gd name="T94" fmla="*/ 86 w 140"/>
              <a:gd name="T95" fmla="*/ 109 h 140"/>
              <a:gd name="T96" fmla="*/ 70 w 140"/>
              <a:gd name="T97" fmla="*/ 11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0" h="140">
                <a:moveTo>
                  <a:pt x="70" y="0"/>
                </a:moveTo>
                <a:lnTo>
                  <a:pt x="64" y="1"/>
                </a:lnTo>
                <a:lnTo>
                  <a:pt x="56" y="2"/>
                </a:lnTo>
                <a:lnTo>
                  <a:pt x="50" y="3"/>
                </a:lnTo>
                <a:lnTo>
                  <a:pt x="43" y="6"/>
                </a:lnTo>
                <a:lnTo>
                  <a:pt x="38" y="9"/>
                </a:lnTo>
                <a:lnTo>
                  <a:pt x="31" y="12"/>
                </a:lnTo>
                <a:lnTo>
                  <a:pt x="26" y="16"/>
                </a:lnTo>
                <a:lnTo>
                  <a:pt x="21" y="21"/>
                </a:lnTo>
                <a:lnTo>
                  <a:pt x="16" y="26"/>
                </a:lnTo>
                <a:lnTo>
                  <a:pt x="12" y="31"/>
                </a:lnTo>
                <a:lnTo>
                  <a:pt x="9" y="38"/>
                </a:lnTo>
                <a:lnTo>
                  <a:pt x="6" y="43"/>
                </a:lnTo>
                <a:lnTo>
                  <a:pt x="3" y="50"/>
                </a:lnTo>
                <a:lnTo>
                  <a:pt x="2" y="56"/>
                </a:lnTo>
                <a:lnTo>
                  <a:pt x="1" y="64"/>
                </a:lnTo>
                <a:lnTo>
                  <a:pt x="0" y="70"/>
                </a:lnTo>
                <a:lnTo>
                  <a:pt x="1" y="78"/>
                </a:lnTo>
                <a:lnTo>
                  <a:pt x="2" y="84"/>
                </a:lnTo>
                <a:lnTo>
                  <a:pt x="3" y="90"/>
                </a:lnTo>
                <a:lnTo>
                  <a:pt x="7" y="97"/>
                </a:lnTo>
                <a:lnTo>
                  <a:pt x="9" y="103"/>
                </a:lnTo>
                <a:lnTo>
                  <a:pt x="13" y="109"/>
                </a:lnTo>
                <a:lnTo>
                  <a:pt x="16" y="114"/>
                </a:lnTo>
                <a:lnTo>
                  <a:pt x="21" y="119"/>
                </a:lnTo>
                <a:lnTo>
                  <a:pt x="26" y="124"/>
                </a:lnTo>
                <a:lnTo>
                  <a:pt x="31" y="128"/>
                </a:lnTo>
                <a:lnTo>
                  <a:pt x="37" y="131"/>
                </a:lnTo>
                <a:lnTo>
                  <a:pt x="43" y="134"/>
                </a:lnTo>
                <a:lnTo>
                  <a:pt x="50" y="137"/>
                </a:lnTo>
                <a:lnTo>
                  <a:pt x="56" y="139"/>
                </a:lnTo>
                <a:lnTo>
                  <a:pt x="64" y="140"/>
                </a:lnTo>
                <a:lnTo>
                  <a:pt x="70" y="140"/>
                </a:lnTo>
                <a:lnTo>
                  <a:pt x="78" y="140"/>
                </a:lnTo>
                <a:lnTo>
                  <a:pt x="84" y="139"/>
                </a:lnTo>
                <a:lnTo>
                  <a:pt x="90" y="137"/>
                </a:lnTo>
                <a:lnTo>
                  <a:pt x="97" y="134"/>
                </a:lnTo>
                <a:lnTo>
                  <a:pt x="103" y="131"/>
                </a:lnTo>
                <a:lnTo>
                  <a:pt x="109" y="128"/>
                </a:lnTo>
                <a:lnTo>
                  <a:pt x="114" y="124"/>
                </a:lnTo>
                <a:lnTo>
                  <a:pt x="119" y="119"/>
                </a:lnTo>
                <a:lnTo>
                  <a:pt x="124" y="114"/>
                </a:lnTo>
                <a:lnTo>
                  <a:pt x="128" y="109"/>
                </a:lnTo>
                <a:lnTo>
                  <a:pt x="131" y="103"/>
                </a:lnTo>
                <a:lnTo>
                  <a:pt x="134" y="97"/>
                </a:lnTo>
                <a:lnTo>
                  <a:pt x="137" y="90"/>
                </a:lnTo>
                <a:lnTo>
                  <a:pt x="139" y="84"/>
                </a:lnTo>
                <a:lnTo>
                  <a:pt x="140" y="78"/>
                </a:lnTo>
                <a:lnTo>
                  <a:pt x="140" y="70"/>
                </a:lnTo>
                <a:lnTo>
                  <a:pt x="140" y="64"/>
                </a:lnTo>
                <a:lnTo>
                  <a:pt x="139" y="56"/>
                </a:lnTo>
                <a:lnTo>
                  <a:pt x="137" y="50"/>
                </a:lnTo>
                <a:lnTo>
                  <a:pt x="134" y="43"/>
                </a:lnTo>
                <a:lnTo>
                  <a:pt x="131" y="37"/>
                </a:lnTo>
                <a:lnTo>
                  <a:pt x="128" y="31"/>
                </a:lnTo>
                <a:lnTo>
                  <a:pt x="124" y="26"/>
                </a:lnTo>
                <a:lnTo>
                  <a:pt x="119" y="21"/>
                </a:lnTo>
                <a:lnTo>
                  <a:pt x="114" y="16"/>
                </a:lnTo>
                <a:lnTo>
                  <a:pt x="109" y="13"/>
                </a:lnTo>
                <a:lnTo>
                  <a:pt x="103" y="9"/>
                </a:lnTo>
                <a:lnTo>
                  <a:pt x="97" y="7"/>
                </a:lnTo>
                <a:lnTo>
                  <a:pt x="90" y="3"/>
                </a:lnTo>
                <a:lnTo>
                  <a:pt x="84" y="2"/>
                </a:lnTo>
                <a:lnTo>
                  <a:pt x="78" y="1"/>
                </a:lnTo>
                <a:lnTo>
                  <a:pt x="70" y="0"/>
                </a:lnTo>
                <a:close/>
                <a:moveTo>
                  <a:pt x="70" y="112"/>
                </a:moveTo>
                <a:lnTo>
                  <a:pt x="61" y="111"/>
                </a:lnTo>
                <a:lnTo>
                  <a:pt x="54" y="109"/>
                </a:lnTo>
                <a:lnTo>
                  <a:pt x="46" y="104"/>
                </a:lnTo>
                <a:lnTo>
                  <a:pt x="41" y="100"/>
                </a:lnTo>
                <a:lnTo>
                  <a:pt x="36" y="94"/>
                </a:lnTo>
                <a:lnTo>
                  <a:pt x="31" y="86"/>
                </a:lnTo>
                <a:lnTo>
                  <a:pt x="29" y="79"/>
                </a:lnTo>
                <a:lnTo>
                  <a:pt x="28" y="70"/>
                </a:lnTo>
                <a:lnTo>
                  <a:pt x="29" y="62"/>
                </a:lnTo>
                <a:lnTo>
                  <a:pt x="31" y="54"/>
                </a:lnTo>
                <a:lnTo>
                  <a:pt x="36" y="47"/>
                </a:lnTo>
                <a:lnTo>
                  <a:pt x="41" y="41"/>
                </a:lnTo>
                <a:lnTo>
                  <a:pt x="47" y="36"/>
                </a:lnTo>
                <a:lnTo>
                  <a:pt x="54" y="31"/>
                </a:lnTo>
                <a:lnTo>
                  <a:pt x="62" y="29"/>
                </a:lnTo>
                <a:lnTo>
                  <a:pt x="70" y="28"/>
                </a:lnTo>
                <a:lnTo>
                  <a:pt x="79" y="29"/>
                </a:lnTo>
                <a:lnTo>
                  <a:pt x="86" y="31"/>
                </a:lnTo>
                <a:lnTo>
                  <a:pt x="94" y="36"/>
                </a:lnTo>
                <a:lnTo>
                  <a:pt x="100" y="41"/>
                </a:lnTo>
                <a:lnTo>
                  <a:pt x="104" y="47"/>
                </a:lnTo>
                <a:lnTo>
                  <a:pt x="109" y="54"/>
                </a:lnTo>
                <a:lnTo>
                  <a:pt x="111" y="61"/>
                </a:lnTo>
                <a:lnTo>
                  <a:pt x="112" y="70"/>
                </a:lnTo>
                <a:lnTo>
                  <a:pt x="111" y="79"/>
                </a:lnTo>
                <a:lnTo>
                  <a:pt x="109" y="86"/>
                </a:lnTo>
                <a:lnTo>
                  <a:pt x="104" y="94"/>
                </a:lnTo>
                <a:lnTo>
                  <a:pt x="100" y="100"/>
                </a:lnTo>
                <a:lnTo>
                  <a:pt x="94" y="104"/>
                </a:lnTo>
                <a:lnTo>
                  <a:pt x="86" y="109"/>
                </a:lnTo>
                <a:lnTo>
                  <a:pt x="79" y="111"/>
                </a:lnTo>
                <a:lnTo>
                  <a:pt x="70" y="1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1" name="Freeform 49">
            <a:extLst>
              <a:ext uri="{FF2B5EF4-FFF2-40B4-BE49-F238E27FC236}">
                <a16:creationId xmlns:a16="http://schemas.microsoft.com/office/drawing/2014/main" id="{BFE509E6-3BCB-4F79-B34C-762ED8CA7084}"/>
              </a:ext>
            </a:extLst>
          </p:cNvPr>
          <p:cNvSpPr>
            <a:spLocks noEditPoints="1"/>
          </p:cNvSpPr>
          <p:nvPr/>
        </p:nvSpPr>
        <p:spPr bwMode="auto">
          <a:xfrm>
            <a:off x="2528888" y="5465763"/>
            <a:ext cx="360363" cy="349250"/>
          </a:xfrm>
          <a:custGeom>
            <a:avLst/>
            <a:gdLst>
              <a:gd name="T0" fmla="*/ 574 w 680"/>
              <a:gd name="T1" fmla="*/ 117 h 661"/>
              <a:gd name="T2" fmla="*/ 584 w 680"/>
              <a:gd name="T3" fmla="*/ 92 h 661"/>
              <a:gd name="T4" fmla="*/ 584 w 680"/>
              <a:gd name="T5" fmla="*/ 62 h 661"/>
              <a:gd name="T6" fmla="*/ 572 w 680"/>
              <a:gd name="T7" fmla="*/ 34 h 661"/>
              <a:gd name="T8" fmla="*/ 551 w 680"/>
              <a:gd name="T9" fmla="*/ 13 h 661"/>
              <a:gd name="T10" fmla="*/ 523 w 680"/>
              <a:gd name="T11" fmla="*/ 2 h 661"/>
              <a:gd name="T12" fmla="*/ 492 w 680"/>
              <a:gd name="T13" fmla="*/ 1 h 661"/>
              <a:gd name="T14" fmla="*/ 464 w 680"/>
              <a:gd name="T15" fmla="*/ 13 h 661"/>
              <a:gd name="T16" fmla="*/ 442 w 680"/>
              <a:gd name="T17" fmla="*/ 34 h 661"/>
              <a:gd name="T18" fmla="*/ 431 w 680"/>
              <a:gd name="T19" fmla="*/ 62 h 661"/>
              <a:gd name="T20" fmla="*/ 430 w 680"/>
              <a:gd name="T21" fmla="*/ 91 h 661"/>
              <a:gd name="T22" fmla="*/ 440 w 680"/>
              <a:gd name="T23" fmla="*/ 117 h 661"/>
              <a:gd name="T24" fmla="*/ 422 w 680"/>
              <a:gd name="T25" fmla="*/ 121 h 661"/>
              <a:gd name="T26" fmla="*/ 410 w 680"/>
              <a:gd name="T27" fmla="*/ 96 h 661"/>
              <a:gd name="T28" fmla="*/ 392 w 680"/>
              <a:gd name="T29" fmla="*/ 78 h 661"/>
              <a:gd name="T30" fmla="*/ 368 w 680"/>
              <a:gd name="T31" fmla="*/ 66 h 661"/>
              <a:gd name="T32" fmla="*/ 339 w 680"/>
              <a:gd name="T33" fmla="*/ 64 h 661"/>
              <a:gd name="T34" fmla="*/ 310 w 680"/>
              <a:gd name="T35" fmla="*/ 73 h 661"/>
              <a:gd name="T36" fmla="*/ 285 w 680"/>
              <a:gd name="T37" fmla="*/ 95 h 661"/>
              <a:gd name="T38" fmla="*/ 14 w 680"/>
              <a:gd name="T39" fmla="*/ 127 h 661"/>
              <a:gd name="T40" fmla="*/ 0 w 680"/>
              <a:gd name="T41" fmla="*/ 141 h 661"/>
              <a:gd name="T42" fmla="*/ 114 w 680"/>
              <a:gd name="T43" fmla="*/ 336 h 661"/>
              <a:gd name="T44" fmla="*/ 133 w 680"/>
              <a:gd name="T45" fmla="*/ 336 h 661"/>
              <a:gd name="T46" fmla="*/ 133 w 680"/>
              <a:gd name="T47" fmla="*/ 316 h 661"/>
              <a:gd name="T48" fmla="*/ 537 w 680"/>
              <a:gd name="T49" fmla="*/ 226 h 661"/>
              <a:gd name="T50" fmla="*/ 537 w 680"/>
              <a:gd name="T51" fmla="*/ 207 h 661"/>
              <a:gd name="T52" fmla="*/ 28 w 680"/>
              <a:gd name="T53" fmla="*/ 155 h 661"/>
              <a:gd name="T54" fmla="*/ 395 w 680"/>
              <a:gd name="T55" fmla="*/ 471 h 661"/>
              <a:gd name="T56" fmla="*/ 288 w 680"/>
              <a:gd name="T57" fmla="*/ 476 h 661"/>
              <a:gd name="T58" fmla="*/ 200 w 680"/>
              <a:gd name="T59" fmla="*/ 384 h 661"/>
              <a:gd name="T60" fmla="*/ 183 w 680"/>
              <a:gd name="T61" fmla="*/ 392 h 661"/>
              <a:gd name="T62" fmla="*/ 260 w 680"/>
              <a:gd name="T63" fmla="*/ 482 h 661"/>
              <a:gd name="T64" fmla="*/ 264 w 680"/>
              <a:gd name="T65" fmla="*/ 657 h 661"/>
              <a:gd name="T66" fmla="*/ 276 w 680"/>
              <a:gd name="T67" fmla="*/ 661 h 661"/>
              <a:gd name="T68" fmla="*/ 419 w 680"/>
              <a:gd name="T69" fmla="*/ 608 h 661"/>
              <a:gd name="T70" fmla="*/ 677 w 680"/>
              <a:gd name="T71" fmla="*/ 226 h 661"/>
              <a:gd name="T72" fmla="*/ 679 w 680"/>
              <a:gd name="T73" fmla="*/ 136 h 661"/>
              <a:gd name="T74" fmla="*/ 300 w 680"/>
              <a:gd name="T75" fmla="*/ 127 h 661"/>
              <a:gd name="T76" fmla="*/ 311 w 680"/>
              <a:gd name="T77" fmla="*/ 106 h 661"/>
              <a:gd name="T78" fmla="*/ 347 w 680"/>
              <a:gd name="T79" fmla="*/ 91 h 661"/>
              <a:gd name="T80" fmla="*/ 377 w 680"/>
              <a:gd name="T81" fmla="*/ 102 h 661"/>
              <a:gd name="T82" fmla="*/ 395 w 680"/>
              <a:gd name="T83" fmla="*/ 127 h 661"/>
              <a:gd name="T84" fmla="*/ 488 w 680"/>
              <a:gd name="T85" fmla="*/ 124 h 661"/>
              <a:gd name="T86" fmla="*/ 462 w 680"/>
              <a:gd name="T87" fmla="*/ 96 h 661"/>
              <a:gd name="T88" fmla="*/ 462 w 680"/>
              <a:gd name="T89" fmla="*/ 59 h 661"/>
              <a:gd name="T90" fmla="*/ 488 w 680"/>
              <a:gd name="T91" fmla="*/ 31 h 661"/>
              <a:gd name="T92" fmla="*/ 527 w 680"/>
              <a:gd name="T93" fmla="*/ 32 h 661"/>
              <a:gd name="T94" fmla="*/ 554 w 680"/>
              <a:gd name="T95" fmla="*/ 58 h 661"/>
              <a:gd name="T96" fmla="*/ 554 w 680"/>
              <a:gd name="T97" fmla="*/ 97 h 661"/>
              <a:gd name="T98" fmla="*/ 527 w 680"/>
              <a:gd name="T99" fmla="*/ 123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80" h="661">
                <a:moveTo>
                  <a:pt x="668" y="127"/>
                </a:moveTo>
                <a:lnTo>
                  <a:pt x="567" y="127"/>
                </a:lnTo>
                <a:lnTo>
                  <a:pt x="571" y="122"/>
                </a:lnTo>
                <a:lnTo>
                  <a:pt x="574" y="117"/>
                </a:lnTo>
                <a:lnTo>
                  <a:pt x="577" y="111"/>
                </a:lnTo>
                <a:lnTo>
                  <a:pt x="581" y="105"/>
                </a:lnTo>
                <a:lnTo>
                  <a:pt x="583" y="98"/>
                </a:lnTo>
                <a:lnTo>
                  <a:pt x="584" y="92"/>
                </a:lnTo>
                <a:lnTo>
                  <a:pt x="585" y="84"/>
                </a:lnTo>
                <a:lnTo>
                  <a:pt x="585" y="78"/>
                </a:lnTo>
                <a:lnTo>
                  <a:pt x="585" y="69"/>
                </a:lnTo>
                <a:lnTo>
                  <a:pt x="584" y="62"/>
                </a:lnTo>
                <a:lnTo>
                  <a:pt x="582" y="54"/>
                </a:lnTo>
                <a:lnTo>
                  <a:pt x="578" y="47"/>
                </a:lnTo>
                <a:lnTo>
                  <a:pt x="575" y="40"/>
                </a:lnTo>
                <a:lnTo>
                  <a:pt x="572" y="34"/>
                </a:lnTo>
                <a:lnTo>
                  <a:pt x="568" y="28"/>
                </a:lnTo>
                <a:lnTo>
                  <a:pt x="562" y="22"/>
                </a:lnTo>
                <a:lnTo>
                  <a:pt x="557" y="18"/>
                </a:lnTo>
                <a:lnTo>
                  <a:pt x="551" y="13"/>
                </a:lnTo>
                <a:lnTo>
                  <a:pt x="544" y="9"/>
                </a:lnTo>
                <a:lnTo>
                  <a:pt x="538" y="6"/>
                </a:lnTo>
                <a:lnTo>
                  <a:pt x="530" y="3"/>
                </a:lnTo>
                <a:lnTo>
                  <a:pt x="523" y="2"/>
                </a:lnTo>
                <a:lnTo>
                  <a:pt x="515" y="0"/>
                </a:lnTo>
                <a:lnTo>
                  <a:pt x="508" y="0"/>
                </a:lnTo>
                <a:lnTo>
                  <a:pt x="499" y="0"/>
                </a:lnTo>
                <a:lnTo>
                  <a:pt x="492" y="1"/>
                </a:lnTo>
                <a:lnTo>
                  <a:pt x="485" y="3"/>
                </a:lnTo>
                <a:lnTo>
                  <a:pt x="478" y="6"/>
                </a:lnTo>
                <a:lnTo>
                  <a:pt x="471" y="9"/>
                </a:lnTo>
                <a:lnTo>
                  <a:pt x="464" y="13"/>
                </a:lnTo>
                <a:lnTo>
                  <a:pt x="458" y="17"/>
                </a:lnTo>
                <a:lnTo>
                  <a:pt x="452" y="22"/>
                </a:lnTo>
                <a:lnTo>
                  <a:pt x="448" y="29"/>
                </a:lnTo>
                <a:lnTo>
                  <a:pt x="442" y="34"/>
                </a:lnTo>
                <a:lnTo>
                  <a:pt x="439" y="40"/>
                </a:lnTo>
                <a:lnTo>
                  <a:pt x="436" y="48"/>
                </a:lnTo>
                <a:lnTo>
                  <a:pt x="433" y="54"/>
                </a:lnTo>
                <a:lnTo>
                  <a:pt x="431" y="62"/>
                </a:lnTo>
                <a:lnTo>
                  <a:pt x="430" y="69"/>
                </a:lnTo>
                <a:lnTo>
                  <a:pt x="429" y="78"/>
                </a:lnTo>
                <a:lnTo>
                  <a:pt x="429" y="84"/>
                </a:lnTo>
                <a:lnTo>
                  <a:pt x="430" y="91"/>
                </a:lnTo>
                <a:lnTo>
                  <a:pt x="433" y="97"/>
                </a:lnTo>
                <a:lnTo>
                  <a:pt x="435" y="104"/>
                </a:lnTo>
                <a:lnTo>
                  <a:pt x="437" y="110"/>
                </a:lnTo>
                <a:lnTo>
                  <a:pt x="440" y="117"/>
                </a:lnTo>
                <a:lnTo>
                  <a:pt x="443" y="122"/>
                </a:lnTo>
                <a:lnTo>
                  <a:pt x="448" y="127"/>
                </a:lnTo>
                <a:lnTo>
                  <a:pt x="424" y="127"/>
                </a:lnTo>
                <a:lnTo>
                  <a:pt x="422" y="121"/>
                </a:lnTo>
                <a:lnTo>
                  <a:pt x="420" y="115"/>
                </a:lnTo>
                <a:lnTo>
                  <a:pt x="418" y="108"/>
                </a:lnTo>
                <a:lnTo>
                  <a:pt x="414" y="103"/>
                </a:lnTo>
                <a:lnTo>
                  <a:pt x="410" y="96"/>
                </a:lnTo>
                <a:lnTo>
                  <a:pt x="407" y="91"/>
                </a:lnTo>
                <a:lnTo>
                  <a:pt x="403" y="87"/>
                </a:lnTo>
                <a:lnTo>
                  <a:pt x="397" y="82"/>
                </a:lnTo>
                <a:lnTo>
                  <a:pt x="392" y="78"/>
                </a:lnTo>
                <a:lnTo>
                  <a:pt x="386" y="75"/>
                </a:lnTo>
                <a:lnTo>
                  <a:pt x="380" y="72"/>
                </a:lnTo>
                <a:lnTo>
                  <a:pt x="375" y="68"/>
                </a:lnTo>
                <a:lnTo>
                  <a:pt x="368" y="66"/>
                </a:lnTo>
                <a:lnTo>
                  <a:pt x="361" y="65"/>
                </a:lnTo>
                <a:lnTo>
                  <a:pt x="354" y="64"/>
                </a:lnTo>
                <a:lnTo>
                  <a:pt x="347" y="64"/>
                </a:lnTo>
                <a:lnTo>
                  <a:pt x="339" y="64"/>
                </a:lnTo>
                <a:lnTo>
                  <a:pt x="332" y="65"/>
                </a:lnTo>
                <a:lnTo>
                  <a:pt x="324" y="67"/>
                </a:lnTo>
                <a:lnTo>
                  <a:pt x="318" y="69"/>
                </a:lnTo>
                <a:lnTo>
                  <a:pt x="310" y="73"/>
                </a:lnTo>
                <a:lnTo>
                  <a:pt x="304" y="77"/>
                </a:lnTo>
                <a:lnTo>
                  <a:pt x="297" y="81"/>
                </a:lnTo>
                <a:lnTo>
                  <a:pt x="292" y="87"/>
                </a:lnTo>
                <a:lnTo>
                  <a:pt x="285" y="95"/>
                </a:lnTo>
                <a:lnTo>
                  <a:pt x="278" y="106"/>
                </a:lnTo>
                <a:lnTo>
                  <a:pt x="274" y="117"/>
                </a:lnTo>
                <a:lnTo>
                  <a:pt x="271" y="127"/>
                </a:lnTo>
                <a:lnTo>
                  <a:pt x="14" y="127"/>
                </a:lnTo>
                <a:lnTo>
                  <a:pt x="9" y="129"/>
                </a:lnTo>
                <a:lnTo>
                  <a:pt x="4" y="132"/>
                </a:lnTo>
                <a:lnTo>
                  <a:pt x="1" y="136"/>
                </a:lnTo>
                <a:lnTo>
                  <a:pt x="0" y="141"/>
                </a:lnTo>
                <a:lnTo>
                  <a:pt x="0" y="217"/>
                </a:lnTo>
                <a:lnTo>
                  <a:pt x="1" y="222"/>
                </a:lnTo>
                <a:lnTo>
                  <a:pt x="4" y="226"/>
                </a:lnTo>
                <a:lnTo>
                  <a:pt x="114" y="336"/>
                </a:lnTo>
                <a:lnTo>
                  <a:pt x="118" y="339"/>
                </a:lnTo>
                <a:lnTo>
                  <a:pt x="124" y="340"/>
                </a:lnTo>
                <a:lnTo>
                  <a:pt x="129" y="339"/>
                </a:lnTo>
                <a:lnTo>
                  <a:pt x="133" y="336"/>
                </a:lnTo>
                <a:lnTo>
                  <a:pt x="136" y="331"/>
                </a:lnTo>
                <a:lnTo>
                  <a:pt x="138" y="326"/>
                </a:lnTo>
                <a:lnTo>
                  <a:pt x="136" y="321"/>
                </a:lnTo>
                <a:lnTo>
                  <a:pt x="133" y="316"/>
                </a:lnTo>
                <a:lnTo>
                  <a:pt x="48" y="230"/>
                </a:lnTo>
                <a:lnTo>
                  <a:pt x="527" y="230"/>
                </a:lnTo>
                <a:lnTo>
                  <a:pt x="532" y="229"/>
                </a:lnTo>
                <a:lnTo>
                  <a:pt x="537" y="226"/>
                </a:lnTo>
                <a:lnTo>
                  <a:pt x="540" y="222"/>
                </a:lnTo>
                <a:lnTo>
                  <a:pt x="541" y="217"/>
                </a:lnTo>
                <a:lnTo>
                  <a:pt x="540" y="211"/>
                </a:lnTo>
                <a:lnTo>
                  <a:pt x="537" y="207"/>
                </a:lnTo>
                <a:lnTo>
                  <a:pt x="532" y="204"/>
                </a:lnTo>
                <a:lnTo>
                  <a:pt x="527" y="203"/>
                </a:lnTo>
                <a:lnTo>
                  <a:pt x="28" y="203"/>
                </a:lnTo>
                <a:lnTo>
                  <a:pt x="28" y="155"/>
                </a:lnTo>
                <a:lnTo>
                  <a:pt x="654" y="155"/>
                </a:lnTo>
                <a:lnTo>
                  <a:pt x="654" y="211"/>
                </a:lnTo>
                <a:lnTo>
                  <a:pt x="397" y="467"/>
                </a:lnTo>
                <a:lnTo>
                  <a:pt x="395" y="471"/>
                </a:lnTo>
                <a:lnTo>
                  <a:pt x="394" y="476"/>
                </a:lnTo>
                <a:lnTo>
                  <a:pt x="394" y="590"/>
                </a:lnTo>
                <a:lnTo>
                  <a:pt x="288" y="628"/>
                </a:lnTo>
                <a:lnTo>
                  <a:pt x="288" y="476"/>
                </a:lnTo>
                <a:lnTo>
                  <a:pt x="287" y="471"/>
                </a:lnTo>
                <a:lnTo>
                  <a:pt x="283" y="467"/>
                </a:lnTo>
                <a:lnTo>
                  <a:pt x="205" y="387"/>
                </a:lnTo>
                <a:lnTo>
                  <a:pt x="200" y="384"/>
                </a:lnTo>
                <a:lnTo>
                  <a:pt x="195" y="383"/>
                </a:lnTo>
                <a:lnTo>
                  <a:pt x="190" y="384"/>
                </a:lnTo>
                <a:lnTo>
                  <a:pt x="185" y="387"/>
                </a:lnTo>
                <a:lnTo>
                  <a:pt x="183" y="392"/>
                </a:lnTo>
                <a:lnTo>
                  <a:pt x="182" y="397"/>
                </a:lnTo>
                <a:lnTo>
                  <a:pt x="183" y="402"/>
                </a:lnTo>
                <a:lnTo>
                  <a:pt x="185" y="407"/>
                </a:lnTo>
                <a:lnTo>
                  <a:pt x="260" y="482"/>
                </a:lnTo>
                <a:lnTo>
                  <a:pt x="260" y="647"/>
                </a:lnTo>
                <a:lnTo>
                  <a:pt x="261" y="650"/>
                </a:lnTo>
                <a:lnTo>
                  <a:pt x="262" y="653"/>
                </a:lnTo>
                <a:lnTo>
                  <a:pt x="264" y="657"/>
                </a:lnTo>
                <a:lnTo>
                  <a:pt x="266" y="659"/>
                </a:lnTo>
                <a:lnTo>
                  <a:pt x="269" y="660"/>
                </a:lnTo>
                <a:lnTo>
                  <a:pt x="274" y="661"/>
                </a:lnTo>
                <a:lnTo>
                  <a:pt x="276" y="661"/>
                </a:lnTo>
                <a:lnTo>
                  <a:pt x="279" y="660"/>
                </a:lnTo>
                <a:lnTo>
                  <a:pt x="412" y="613"/>
                </a:lnTo>
                <a:lnTo>
                  <a:pt x="415" y="611"/>
                </a:lnTo>
                <a:lnTo>
                  <a:pt x="419" y="608"/>
                </a:lnTo>
                <a:lnTo>
                  <a:pt x="421" y="604"/>
                </a:lnTo>
                <a:lnTo>
                  <a:pt x="421" y="600"/>
                </a:lnTo>
                <a:lnTo>
                  <a:pt x="421" y="482"/>
                </a:lnTo>
                <a:lnTo>
                  <a:pt x="677" y="226"/>
                </a:lnTo>
                <a:lnTo>
                  <a:pt x="679" y="222"/>
                </a:lnTo>
                <a:lnTo>
                  <a:pt x="680" y="217"/>
                </a:lnTo>
                <a:lnTo>
                  <a:pt x="680" y="141"/>
                </a:lnTo>
                <a:lnTo>
                  <a:pt x="679" y="136"/>
                </a:lnTo>
                <a:lnTo>
                  <a:pt x="677" y="132"/>
                </a:lnTo>
                <a:lnTo>
                  <a:pt x="673" y="129"/>
                </a:lnTo>
                <a:lnTo>
                  <a:pt x="668" y="127"/>
                </a:lnTo>
                <a:close/>
                <a:moveTo>
                  <a:pt x="300" y="127"/>
                </a:moveTo>
                <a:lnTo>
                  <a:pt x="301" y="122"/>
                </a:lnTo>
                <a:lnTo>
                  <a:pt x="304" y="116"/>
                </a:lnTo>
                <a:lnTo>
                  <a:pt x="307" y="111"/>
                </a:lnTo>
                <a:lnTo>
                  <a:pt x="311" y="106"/>
                </a:lnTo>
                <a:lnTo>
                  <a:pt x="319" y="100"/>
                </a:lnTo>
                <a:lnTo>
                  <a:pt x="327" y="95"/>
                </a:lnTo>
                <a:lnTo>
                  <a:pt x="337" y="92"/>
                </a:lnTo>
                <a:lnTo>
                  <a:pt x="347" y="91"/>
                </a:lnTo>
                <a:lnTo>
                  <a:pt x="355" y="92"/>
                </a:lnTo>
                <a:lnTo>
                  <a:pt x="363" y="94"/>
                </a:lnTo>
                <a:lnTo>
                  <a:pt x="370" y="97"/>
                </a:lnTo>
                <a:lnTo>
                  <a:pt x="377" y="102"/>
                </a:lnTo>
                <a:lnTo>
                  <a:pt x="383" y="107"/>
                </a:lnTo>
                <a:lnTo>
                  <a:pt x="389" y="113"/>
                </a:lnTo>
                <a:lnTo>
                  <a:pt x="392" y="120"/>
                </a:lnTo>
                <a:lnTo>
                  <a:pt x="395" y="127"/>
                </a:lnTo>
                <a:lnTo>
                  <a:pt x="300" y="127"/>
                </a:lnTo>
                <a:close/>
                <a:moveTo>
                  <a:pt x="508" y="127"/>
                </a:moveTo>
                <a:lnTo>
                  <a:pt x="498" y="126"/>
                </a:lnTo>
                <a:lnTo>
                  <a:pt x="488" y="124"/>
                </a:lnTo>
                <a:lnTo>
                  <a:pt x="480" y="119"/>
                </a:lnTo>
                <a:lnTo>
                  <a:pt x="472" y="112"/>
                </a:lnTo>
                <a:lnTo>
                  <a:pt x="466" y="105"/>
                </a:lnTo>
                <a:lnTo>
                  <a:pt x="462" y="96"/>
                </a:lnTo>
                <a:lnTo>
                  <a:pt x="458" y="88"/>
                </a:lnTo>
                <a:lnTo>
                  <a:pt x="457" y="78"/>
                </a:lnTo>
                <a:lnTo>
                  <a:pt x="458" y="67"/>
                </a:lnTo>
                <a:lnTo>
                  <a:pt x="462" y="59"/>
                </a:lnTo>
                <a:lnTo>
                  <a:pt x="466" y="50"/>
                </a:lnTo>
                <a:lnTo>
                  <a:pt x="472" y="43"/>
                </a:lnTo>
                <a:lnTo>
                  <a:pt x="480" y="36"/>
                </a:lnTo>
                <a:lnTo>
                  <a:pt x="488" y="31"/>
                </a:lnTo>
                <a:lnTo>
                  <a:pt x="498" y="29"/>
                </a:lnTo>
                <a:lnTo>
                  <a:pt x="508" y="28"/>
                </a:lnTo>
                <a:lnTo>
                  <a:pt x="517" y="29"/>
                </a:lnTo>
                <a:lnTo>
                  <a:pt x="527" y="32"/>
                </a:lnTo>
                <a:lnTo>
                  <a:pt x="536" y="36"/>
                </a:lnTo>
                <a:lnTo>
                  <a:pt x="543" y="43"/>
                </a:lnTo>
                <a:lnTo>
                  <a:pt x="548" y="50"/>
                </a:lnTo>
                <a:lnTo>
                  <a:pt x="554" y="58"/>
                </a:lnTo>
                <a:lnTo>
                  <a:pt x="556" y="67"/>
                </a:lnTo>
                <a:lnTo>
                  <a:pt x="557" y="78"/>
                </a:lnTo>
                <a:lnTo>
                  <a:pt x="556" y="88"/>
                </a:lnTo>
                <a:lnTo>
                  <a:pt x="554" y="97"/>
                </a:lnTo>
                <a:lnTo>
                  <a:pt x="548" y="106"/>
                </a:lnTo>
                <a:lnTo>
                  <a:pt x="543" y="112"/>
                </a:lnTo>
                <a:lnTo>
                  <a:pt x="536" y="119"/>
                </a:lnTo>
                <a:lnTo>
                  <a:pt x="527" y="123"/>
                </a:lnTo>
                <a:lnTo>
                  <a:pt x="517" y="126"/>
                </a:lnTo>
                <a:lnTo>
                  <a:pt x="508" y="1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2" name="Freeform 50">
            <a:extLst>
              <a:ext uri="{FF2B5EF4-FFF2-40B4-BE49-F238E27FC236}">
                <a16:creationId xmlns:a16="http://schemas.microsoft.com/office/drawing/2014/main" id="{E3429E5B-095D-4278-996E-56A305891FF5}"/>
              </a:ext>
            </a:extLst>
          </p:cNvPr>
          <p:cNvSpPr>
            <a:spLocks/>
          </p:cNvSpPr>
          <p:nvPr/>
        </p:nvSpPr>
        <p:spPr bwMode="auto">
          <a:xfrm>
            <a:off x="2828926" y="5572126"/>
            <a:ext cx="14288" cy="14288"/>
          </a:xfrm>
          <a:custGeom>
            <a:avLst/>
            <a:gdLst>
              <a:gd name="T0" fmla="*/ 23 w 27"/>
              <a:gd name="T1" fmla="*/ 4 h 27"/>
              <a:gd name="T2" fmla="*/ 19 w 27"/>
              <a:gd name="T3" fmla="*/ 1 h 27"/>
              <a:gd name="T4" fmla="*/ 13 w 27"/>
              <a:gd name="T5" fmla="*/ 0 h 27"/>
              <a:gd name="T6" fmla="*/ 8 w 27"/>
              <a:gd name="T7" fmla="*/ 1 h 27"/>
              <a:gd name="T8" fmla="*/ 4 w 27"/>
              <a:gd name="T9" fmla="*/ 4 h 27"/>
              <a:gd name="T10" fmla="*/ 1 w 27"/>
              <a:gd name="T11" fmla="*/ 8 h 27"/>
              <a:gd name="T12" fmla="*/ 0 w 27"/>
              <a:gd name="T13" fmla="*/ 14 h 27"/>
              <a:gd name="T14" fmla="*/ 1 w 27"/>
              <a:gd name="T15" fmla="*/ 19 h 27"/>
              <a:gd name="T16" fmla="*/ 4 w 27"/>
              <a:gd name="T17" fmla="*/ 23 h 27"/>
              <a:gd name="T18" fmla="*/ 8 w 27"/>
              <a:gd name="T19" fmla="*/ 26 h 27"/>
              <a:gd name="T20" fmla="*/ 13 w 27"/>
              <a:gd name="T21" fmla="*/ 27 h 27"/>
              <a:gd name="T22" fmla="*/ 19 w 27"/>
              <a:gd name="T23" fmla="*/ 26 h 27"/>
              <a:gd name="T24" fmla="*/ 23 w 27"/>
              <a:gd name="T25" fmla="*/ 23 h 27"/>
              <a:gd name="T26" fmla="*/ 26 w 27"/>
              <a:gd name="T27" fmla="*/ 19 h 27"/>
              <a:gd name="T28" fmla="*/ 27 w 27"/>
              <a:gd name="T29" fmla="*/ 14 h 27"/>
              <a:gd name="T30" fmla="*/ 26 w 27"/>
              <a:gd name="T31" fmla="*/ 8 h 27"/>
              <a:gd name="T32" fmla="*/ 23 w 27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7">
                <a:moveTo>
                  <a:pt x="23" y="4"/>
                </a:moveTo>
                <a:lnTo>
                  <a:pt x="19" y="1"/>
                </a:lnTo>
                <a:lnTo>
                  <a:pt x="13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3" y="27"/>
                </a:lnTo>
                <a:lnTo>
                  <a:pt x="19" y="26"/>
                </a:lnTo>
                <a:lnTo>
                  <a:pt x="23" y="23"/>
                </a:lnTo>
                <a:lnTo>
                  <a:pt x="26" y="19"/>
                </a:lnTo>
                <a:lnTo>
                  <a:pt x="27" y="14"/>
                </a:lnTo>
                <a:lnTo>
                  <a:pt x="26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3" name="Freeform 51">
            <a:extLst>
              <a:ext uri="{FF2B5EF4-FFF2-40B4-BE49-F238E27FC236}">
                <a16:creationId xmlns:a16="http://schemas.microsoft.com/office/drawing/2014/main" id="{46BA24AF-4189-49FB-8DF3-4A01C7C02E8A}"/>
              </a:ext>
            </a:extLst>
          </p:cNvPr>
          <p:cNvSpPr>
            <a:spLocks noEditPoints="1"/>
          </p:cNvSpPr>
          <p:nvPr/>
        </p:nvSpPr>
        <p:spPr bwMode="auto">
          <a:xfrm>
            <a:off x="2520951" y="4705351"/>
            <a:ext cx="376238" cy="376238"/>
          </a:xfrm>
          <a:custGeom>
            <a:avLst/>
            <a:gdLst>
              <a:gd name="T0" fmla="*/ 566 w 711"/>
              <a:gd name="T1" fmla="*/ 95 h 711"/>
              <a:gd name="T2" fmla="*/ 590 w 711"/>
              <a:gd name="T3" fmla="*/ 14 h 711"/>
              <a:gd name="T4" fmla="*/ 571 w 711"/>
              <a:gd name="T5" fmla="*/ 1 h 711"/>
              <a:gd name="T6" fmla="*/ 561 w 711"/>
              <a:gd name="T7" fmla="*/ 33 h 711"/>
              <a:gd name="T8" fmla="*/ 546 w 711"/>
              <a:gd name="T9" fmla="*/ 74 h 711"/>
              <a:gd name="T10" fmla="*/ 517 w 711"/>
              <a:gd name="T11" fmla="*/ 107 h 711"/>
              <a:gd name="T12" fmla="*/ 493 w 711"/>
              <a:gd name="T13" fmla="*/ 114 h 711"/>
              <a:gd name="T14" fmla="*/ 499 w 711"/>
              <a:gd name="T15" fmla="*/ 64 h 711"/>
              <a:gd name="T16" fmla="*/ 482 w 711"/>
              <a:gd name="T17" fmla="*/ 29 h 711"/>
              <a:gd name="T18" fmla="*/ 452 w 711"/>
              <a:gd name="T19" fmla="*/ 7 h 711"/>
              <a:gd name="T20" fmla="*/ 411 w 711"/>
              <a:gd name="T21" fmla="*/ 1 h 711"/>
              <a:gd name="T22" fmla="*/ 368 w 711"/>
              <a:gd name="T23" fmla="*/ 21 h 711"/>
              <a:gd name="T24" fmla="*/ 336 w 711"/>
              <a:gd name="T25" fmla="*/ 14 h 711"/>
              <a:gd name="T26" fmla="*/ 291 w 711"/>
              <a:gd name="T27" fmla="*/ 0 h 711"/>
              <a:gd name="T28" fmla="*/ 252 w 711"/>
              <a:gd name="T29" fmla="*/ 10 h 711"/>
              <a:gd name="T30" fmla="*/ 224 w 711"/>
              <a:gd name="T31" fmla="*/ 35 h 711"/>
              <a:gd name="T32" fmla="*/ 212 w 711"/>
              <a:gd name="T33" fmla="*/ 71 h 711"/>
              <a:gd name="T34" fmla="*/ 225 w 711"/>
              <a:gd name="T35" fmla="*/ 124 h 711"/>
              <a:gd name="T36" fmla="*/ 188 w 711"/>
              <a:gd name="T37" fmla="*/ 101 h 711"/>
              <a:gd name="T38" fmla="*/ 161 w 711"/>
              <a:gd name="T39" fmla="*/ 67 h 711"/>
              <a:gd name="T40" fmla="*/ 149 w 711"/>
              <a:gd name="T41" fmla="*/ 24 h 711"/>
              <a:gd name="T42" fmla="*/ 134 w 711"/>
              <a:gd name="T43" fmla="*/ 0 h 711"/>
              <a:gd name="T44" fmla="*/ 121 w 711"/>
              <a:gd name="T45" fmla="*/ 33 h 711"/>
              <a:gd name="T46" fmla="*/ 156 w 711"/>
              <a:gd name="T47" fmla="*/ 109 h 711"/>
              <a:gd name="T48" fmla="*/ 62 w 711"/>
              <a:gd name="T49" fmla="*/ 132 h 711"/>
              <a:gd name="T50" fmla="*/ 28 w 711"/>
              <a:gd name="T51" fmla="*/ 149 h 711"/>
              <a:gd name="T52" fmla="*/ 7 w 711"/>
              <a:gd name="T53" fmla="*/ 178 h 711"/>
              <a:gd name="T54" fmla="*/ 0 w 711"/>
              <a:gd name="T55" fmla="*/ 328 h 711"/>
              <a:gd name="T56" fmla="*/ 37 w 711"/>
              <a:gd name="T57" fmla="*/ 342 h 711"/>
              <a:gd name="T58" fmla="*/ 42 w 711"/>
              <a:gd name="T59" fmla="*/ 669 h 711"/>
              <a:gd name="T60" fmla="*/ 61 w 711"/>
              <a:gd name="T61" fmla="*/ 696 h 711"/>
              <a:gd name="T62" fmla="*/ 91 w 711"/>
              <a:gd name="T63" fmla="*/ 710 h 711"/>
              <a:gd name="T64" fmla="*/ 619 w 711"/>
              <a:gd name="T65" fmla="*/ 710 h 711"/>
              <a:gd name="T66" fmla="*/ 649 w 711"/>
              <a:gd name="T67" fmla="*/ 696 h 711"/>
              <a:gd name="T68" fmla="*/ 670 w 711"/>
              <a:gd name="T69" fmla="*/ 669 h 711"/>
              <a:gd name="T70" fmla="*/ 675 w 711"/>
              <a:gd name="T71" fmla="*/ 439 h 711"/>
              <a:gd name="T72" fmla="*/ 656 w 711"/>
              <a:gd name="T73" fmla="*/ 427 h 711"/>
              <a:gd name="T74" fmla="*/ 646 w 711"/>
              <a:gd name="T75" fmla="*/ 651 h 711"/>
              <a:gd name="T76" fmla="*/ 621 w 711"/>
              <a:gd name="T77" fmla="*/ 680 h 711"/>
              <a:gd name="T78" fmla="*/ 89 w 711"/>
              <a:gd name="T79" fmla="*/ 680 h 711"/>
              <a:gd name="T80" fmla="*/ 65 w 711"/>
              <a:gd name="T81" fmla="*/ 651 h 711"/>
              <a:gd name="T82" fmla="*/ 707 w 711"/>
              <a:gd name="T83" fmla="*/ 337 h 711"/>
              <a:gd name="T84" fmla="*/ 709 w 711"/>
              <a:gd name="T85" fmla="*/ 193 h 711"/>
              <a:gd name="T86" fmla="*/ 693 w 711"/>
              <a:gd name="T87" fmla="*/ 159 h 711"/>
              <a:gd name="T88" fmla="*/ 664 w 711"/>
              <a:gd name="T89" fmla="*/ 137 h 711"/>
              <a:gd name="T90" fmla="*/ 250 w 711"/>
              <a:gd name="T91" fmla="*/ 314 h 711"/>
              <a:gd name="T92" fmla="*/ 37 w 711"/>
              <a:gd name="T93" fmla="*/ 181 h 711"/>
              <a:gd name="T94" fmla="*/ 77 w 711"/>
              <a:gd name="T95" fmla="*/ 158 h 711"/>
              <a:gd name="T96" fmla="*/ 243 w 711"/>
              <a:gd name="T97" fmla="*/ 59 h 711"/>
              <a:gd name="T98" fmla="*/ 280 w 711"/>
              <a:gd name="T99" fmla="*/ 29 h 711"/>
              <a:gd name="T100" fmla="*/ 326 w 711"/>
              <a:gd name="T101" fmla="*/ 43 h 711"/>
              <a:gd name="T102" fmla="*/ 341 w 711"/>
              <a:gd name="T103" fmla="*/ 131 h 711"/>
              <a:gd name="T104" fmla="*/ 254 w 711"/>
              <a:gd name="T105" fmla="*/ 116 h 711"/>
              <a:gd name="T106" fmla="*/ 434 w 711"/>
              <a:gd name="T107" fmla="*/ 314 h 711"/>
              <a:gd name="T108" fmla="*/ 421 w 711"/>
              <a:gd name="T109" fmla="*/ 131 h 711"/>
              <a:gd name="T110" fmla="*/ 379 w 711"/>
              <a:gd name="T111" fmla="*/ 51 h 711"/>
              <a:gd name="T112" fmla="*/ 421 w 711"/>
              <a:gd name="T113" fmla="*/ 28 h 711"/>
              <a:gd name="T114" fmla="*/ 464 w 711"/>
              <a:gd name="T115" fmla="*/ 51 h 711"/>
              <a:gd name="T116" fmla="*/ 469 w 711"/>
              <a:gd name="T117" fmla="*/ 99 h 711"/>
              <a:gd name="T118" fmla="*/ 431 w 711"/>
              <a:gd name="T119" fmla="*/ 130 h 711"/>
              <a:gd name="T120" fmla="*/ 634 w 711"/>
              <a:gd name="T121" fmla="*/ 158 h 711"/>
              <a:gd name="T122" fmla="*/ 675 w 711"/>
              <a:gd name="T123" fmla="*/ 181 h 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1" h="711">
                <a:moveTo>
                  <a:pt x="634" y="131"/>
                </a:moveTo>
                <a:lnTo>
                  <a:pt x="531" y="131"/>
                </a:lnTo>
                <a:lnTo>
                  <a:pt x="544" y="121"/>
                </a:lnTo>
                <a:lnTo>
                  <a:pt x="556" y="109"/>
                </a:lnTo>
                <a:lnTo>
                  <a:pt x="566" y="95"/>
                </a:lnTo>
                <a:lnTo>
                  <a:pt x="574" y="81"/>
                </a:lnTo>
                <a:lnTo>
                  <a:pt x="582" y="66"/>
                </a:lnTo>
                <a:lnTo>
                  <a:pt x="586" y="49"/>
                </a:lnTo>
                <a:lnTo>
                  <a:pt x="589" y="33"/>
                </a:lnTo>
                <a:lnTo>
                  <a:pt x="590" y="14"/>
                </a:lnTo>
                <a:lnTo>
                  <a:pt x="589" y="9"/>
                </a:lnTo>
                <a:lnTo>
                  <a:pt x="587" y="5"/>
                </a:lnTo>
                <a:lnTo>
                  <a:pt x="582" y="1"/>
                </a:lnTo>
                <a:lnTo>
                  <a:pt x="576" y="0"/>
                </a:lnTo>
                <a:lnTo>
                  <a:pt x="571" y="1"/>
                </a:lnTo>
                <a:lnTo>
                  <a:pt x="567" y="5"/>
                </a:lnTo>
                <a:lnTo>
                  <a:pt x="563" y="9"/>
                </a:lnTo>
                <a:lnTo>
                  <a:pt x="562" y="14"/>
                </a:lnTo>
                <a:lnTo>
                  <a:pt x="562" y="24"/>
                </a:lnTo>
                <a:lnTo>
                  <a:pt x="561" y="33"/>
                </a:lnTo>
                <a:lnTo>
                  <a:pt x="559" y="42"/>
                </a:lnTo>
                <a:lnTo>
                  <a:pt x="557" y="51"/>
                </a:lnTo>
                <a:lnTo>
                  <a:pt x="554" y="58"/>
                </a:lnTo>
                <a:lnTo>
                  <a:pt x="551" y="67"/>
                </a:lnTo>
                <a:lnTo>
                  <a:pt x="546" y="74"/>
                </a:lnTo>
                <a:lnTo>
                  <a:pt x="542" y="82"/>
                </a:lnTo>
                <a:lnTo>
                  <a:pt x="537" y="88"/>
                </a:lnTo>
                <a:lnTo>
                  <a:pt x="530" y="95"/>
                </a:lnTo>
                <a:lnTo>
                  <a:pt x="524" y="101"/>
                </a:lnTo>
                <a:lnTo>
                  <a:pt x="517" y="107"/>
                </a:lnTo>
                <a:lnTo>
                  <a:pt x="510" y="112"/>
                </a:lnTo>
                <a:lnTo>
                  <a:pt x="502" y="116"/>
                </a:lnTo>
                <a:lnTo>
                  <a:pt x="495" y="121"/>
                </a:lnTo>
                <a:lnTo>
                  <a:pt x="487" y="124"/>
                </a:lnTo>
                <a:lnTo>
                  <a:pt x="493" y="114"/>
                </a:lnTo>
                <a:lnTo>
                  <a:pt x="497" y="103"/>
                </a:lnTo>
                <a:lnTo>
                  <a:pt x="499" y="92"/>
                </a:lnTo>
                <a:lnTo>
                  <a:pt x="500" y="80"/>
                </a:lnTo>
                <a:lnTo>
                  <a:pt x="500" y="71"/>
                </a:lnTo>
                <a:lnTo>
                  <a:pt x="499" y="64"/>
                </a:lnTo>
                <a:lnTo>
                  <a:pt x="497" y="56"/>
                </a:lnTo>
                <a:lnTo>
                  <a:pt x="494" y="49"/>
                </a:lnTo>
                <a:lnTo>
                  <a:pt x="490" y="42"/>
                </a:lnTo>
                <a:lnTo>
                  <a:pt x="487" y="35"/>
                </a:lnTo>
                <a:lnTo>
                  <a:pt x="482" y="29"/>
                </a:lnTo>
                <a:lnTo>
                  <a:pt x="478" y="24"/>
                </a:lnTo>
                <a:lnTo>
                  <a:pt x="471" y="19"/>
                </a:lnTo>
                <a:lnTo>
                  <a:pt x="466" y="14"/>
                </a:lnTo>
                <a:lnTo>
                  <a:pt x="459" y="10"/>
                </a:lnTo>
                <a:lnTo>
                  <a:pt x="452" y="7"/>
                </a:lnTo>
                <a:lnTo>
                  <a:pt x="444" y="4"/>
                </a:lnTo>
                <a:lnTo>
                  <a:pt x="437" y="1"/>
                </a:lnTo>
                <a:lnTo>
                  <a:pt x="429" y="0"/>
                </a:lnTo>
                <a:lnTo>
                  <a:pt x="421" y="0"/>
                </a:lnTo>
                <a:lnTo>
                  <a:pt x="411" y="1"/>
                </a:lnTo>
                <a:lnTo>
                  <a:pt x="401" y="3"/>
                </a:lnTo>
                <a:lnTo>
                  <a:pt x="393" y="6"/>
                </a:lnTo>
                <a:lnTo>
                  <a:pt x="383" y="10"/>
                </a:lnTo>
                <a:lnTo>
                  <a:pt x="376" y="14"/>
                </a:lnTo>
                <a:lnTo>
                  <a:pt x="368" y="21"/>
                </a:lnTo>
                <a:lnTo>
                  <a:pt x="362" y="27"/>
                </a:lnTo>
                <a:lnTo>
                  <a:pt x="355" y="35"/>
                </a:lnTo>
                <a:lnTo>
                  <a:pt x="350" y="27"/>
                </a:lnTo>
                <a:lnTo>
                  <a:pt x="343" y="21"/>
                </a:lnTo>
                <a:lnTo>
                  <a:pt x="336" y="14"/>
                </a:lnTo>
                <a:lnTo>
                  <a:pt x="328" y="10"/>
                </a:lnTo>
                <a:lnTo>
                  <a:pt x="319" y="6"/>
                </a:lnTo>
                <a:lnTo>
                  <a:pt x="310" y="3"/>
                </a:lnTo>
                <a:lnTo>
                  <a:pt x="301" y="1"/>
                </a:lnTo>
                <a:lnTo>
                  <a:pt x="291" y="0"/>
                </a:lnTo>
                <a:lnTo>
                  <a:pt x="282" y="0"/>
                </a:lnTo>
                <a:lnTo>
                  <a:pt x="275" y="1"/>
                </a:lnTo>
                <a:lnTo>
                  <a:pt x="267" y="4"/>
                </a:lnTo>
                <a:lnTo>
                  <a:pt x="260" y="7"/>
                </a:lnTo>
                <a:lnTo>
                  <a:pt x="252" y="10"/>
                </a:lnTo>
                <a:lnTo>
                  <a:pt x="246" y="14"/>
                </a:lnTo>
                <a:lnTo>
                  <a:pt x="241" y="19"/>
                </a:lnTo>
                <a:lnTo>
                  <a:pt x="234" y="24"/>
                </a:lnTo>
                <a:lnTo>
                  <a:pt x="230" y="29"/>
                </a:lnTo>
                <a:lnTo>
                  <a:pt x="224" y="35"/>
                </a:lnTo>
                <a:lnTo>
                  <a:pt x="221" y="42"/>
                </a:lnTo>
                <a:lnTo>
                  <a:pt x="218" y="49"/>
                </a:lnTo>
                <a:lnTo>
                  <a:pt x="215" y="56"/>
                </a:lnTo>
                <a:lnTo>
                  <a:pt x="213" y="64"/>
                </a:lnTo>
                <a:lnTo>
                  <a:pt x="212" y="71"/>
                </a:lnTo>
                <a:lnTo>
                  <a:pt x="212" y="80"/>
                </a:lnTo>
                <a:lnTo>
                  <a:pt x="213" y="92"/>
                </a:lnTo>
                <a:lnTo>
                  <a:pt x="215" y="103"/>
                </a:lnTo>
                <a:lnTo>
                  <a:pt x="219" y="114"/>
                </a:lnTo>
                <a:lnTo>
                  <a:pt x="225" y="124"/>
                </a:lnTo>
                <a:lnTo>
                  <a:pt x="217" y="121"/>
                </a:lnTo>
                <a:lnTo>
                  <a:pt x="209" y="116"/>
                </a:lnTo>
                <a:lnTo>
                  <a:pt x="202" y="112"/>
                </a:lnTo>
                <a:lnTo>
                  <a:pt x="194" y="107"/>
                </a:lnTo>
                <a:lnTo>
                  <a:pt x="188" y="101"/>
                </a:lnTo>
                <a:lnTo>
                  <a:pt x="181" y="95"/>
                </a:lnTo>
                <a:lnTo>
                  <a:pt x="175" y="88"/>
                </a:lnTo>
                <a:lnTo>
                  <a:pt x="170" y="82"/>
                </a:lnTo>
                <a:lnTo>
                  <a:pt x="165" y="74"/>
                </a:lnTo>
                <a:lnTo>
                  <a:pt x="161" y="67"/>
                </a:lnTo>
                <a:lnTo>
                  <a:pt x="158" y="58"/>
                </a:lnTo>
                <a:lnTo>
                  <a:pt x="155" y="51"/>
                </a:lnTo>
                <a:lnTo>
                  <a:pt x="151" y="42"/>
                </a:lnTo>
                <a:lnTo>
                  <a:pt x="150" y="33"/>
                </a:lnTo>
                <a:lnTo>
                  <a:pt x="149" y="24"/>
                </a:lnTo>
                <a:lnTo>
                  <a:pt x="148" y="14"/>
                </a:lnTo>
                <a:lnTo>
                  <a:pt x="147" y="9"/>
                </a:lnTo>
                <a:lnTo>
                  <a:pt x="145" y="5"/>
                </a:lnTo>
                <a:lnTo>
                  <a:pt x="140" y="1"/>
                </a:lnTo>
                <a:lnTo>
                  <a:pt x="134" y="0"/>
                </a:lnTo>
                <a:lnTo>
                  <a:pt x="129" y="1"/>
                </a:lnTo>
                <a:lnTo>
                  <a:pt x="125" y="5"/>
                </a:lnTo>
                <a:lnTo>
                  <a:pt x="121" y="9"/>
                </a:lnTo>
                <a:lnTo>
                  <a:pt x="120" y="14"/>
                </a:lnTo>
                <a:lnTo>
                  <a:pt x="121" y="33"/>
                </a:lnTo>
                <a:lnTo>
                  <a:pt x="125" y="49"/>
                </a:lnTo>
                <a:lnTo>
                  <a:pt x="130" y="66"/>
                </a:lnTo>
                <a:lnTo>
                  <a:pt x="138" y="81"/>
                </a:lnTo>
                <a:lnTo>
                  <a:pt x="145" y="95"/>
                </a:lnTo>
                <a:lnTo>
                  <a:pt x="156" y="109"/>
                </a:lnTo>
                <a:lnTo>
                  <a:pt x="168" y="121"/>
                </a:lnTo>
                <a:lnTo>
                  <a:pt x="180" y="131"/>
                </a:lnTo>
                <a:lnTo>
                  <a:pt x="77" y="131"/>
                </a:lnTo>
                <a:lnTo>
                  <a:pt x="70" y="131"/>
                </a:lnTo>
                <a:lnTo>
                  <a:pt x="62" y="132"/>
                </a:lnTo>
                <a:lnTo>
                  <a:pt x="55" y="135"/>
                </a:lnTo>
                <a:lnTo>
                  <a:pt x="47" y="137"/>
                </a:lnTo>
                <a:lnTo>
                  <a:pt x="41" y="140"/>
                </a:lnTo>
                <a:lnTo>
                  <a:pt x="35" y="144"/>
                </a:lnTo>
                <a:lnTo>
                  <a:pt x="28" y="149"/>
                </a:lnTo>
                <a:lnTo>
                  <a:pt x="23" y="154"/>
                </a:lnTo>
                <a:lnTo>
                  <a:pt x="18" y="159"/>
                </a:lnTo>
                <a:lnTo>
                  <a:pt x="13" y="165"/>
                </a:lnTo>
                <a:lnTo>
                  <a:pt x="10" y="171"/>
                </a:lnTo>
                <a:lnTo>
                  <a:pt x="7" y="178"/>
                </a:lnTo>
                <a:lnTo>
                  <a:pt x="3" y="185"/>
                </a:lnTo>
                <a:lnTo>
                  <a:pt x="2" y="193"/>
                </a:lnTo>
                <a:lnTo>
                  <a:pt x="1" y="200"/>
                </a:lnTo>
                <a:lnTo>
                  <a:pt x="0" y="208"/>
                </a:lnTo>
                <a:lnTo>
                  <a:pt x="0" y="328"/>
                </a:lnTo>
                <a:lnTo>
                  <a:pt x="1" y="333"/>
                </a:lnTo>
                <a:lnTo>
                  <a:pt x="4" y="337"/>
                </a:lnTo>
                <a:lnTo>
                  <a:pt x="9" y="341"/>
                </a:lnTo>
                <a:lnTo>
                  <a:pt x="14" y="342"/>
                </a:lnTo>
                <a:lnTo>
                  <a:pt x="37" y="342"/>
                </a:lnTo>
                <a:lnTo>
                  <a:pt x="37" y="642"/>
                </a:lnTo>
                <a:lnTo>
                  <a:pt x="37" y="649"/>
                </a:lnTo>
                <a:lnTo>
                  <a:pt x="38" y="656"/>
                </a:lnTo>
                <a:lnTo>
                  <a:pt x="40" y="663"/>
                </a:lnTo>
                <a:lnTo>
                  <a:pt x="42" y="669"/>
                </a:lnTo>
                <a:lnTo>
                  <a:pt x="45" y="676"/>
                </a:lnTo>
                <a:lnTo>
                  <a:pt x="48" y="681"/>
                </a:lnTo>
                <a:lnTo>
                  <a:pt x="53" y="686"/>
                </a:lnTo>
                <a:lnTo>
                  <a:pt x="57" y="691"/>
                </a:lnTo>
                <a:lnTo>
                  <a:pt x="61" y="696"/>
                </a:lnTo>
                <a:lnTo>
                  <a:pt x="67" y="699"/>
                </a:lnTo>
                <a:lnTo>
                  <a:pt x="73" y="704"/>
                </a:lnTo>
                <a:lnTo>
                  <a:pt x="78" y="706"/>
                </a:lnTo>
                <a:lnTo>
                  <a:pt x="85" y="709"/>
                </a:lnTo>
                <a:lnTo>
                  <a:pt x="91" y="710"/>
                </a:lnTo>
                <a:lnTo>
                  <a:pt x="99" y="711"/>
                </a:lnTo>
                <a:lnTo>
                  <a:pt x="106" y="711"/>
                </a:lnTo>
                <a:lnTo>
                  <a:pt x="605" y="711"/>
                </a:lnTo>
                <a:lnTo>
                  <a:pt x="613" y="711"/>
                </a:lnTo>
                <a:lnTo>
                  <a:pt x="619" y="710"/>
                </a:lnTo>
                <a:lnTo>
                  <a:pt x="627" y="709"/>
                </a:lnTo>
                <a:lnTo>
                  <a:pt x="632" y="706"/>
                </a:lnTo>
                <a:lnTo>
                  <a:pt x="639" y="704"/>
                </a:lnTo>
                <a:lnTo>
                  <a:pt x="644" y="699"/>
                </a:lnTo>
                <a:lnTo>
                  <a:pt x="649" y="696"/>
                </a:lnTo>
                <a:lnTo>
                  <a:pt x="655" y="691"/>
                </a:lnTo>
                <a:lnTo>
                  <a:pt x="659" y="686"/>
                </a:lnTo>
                <a:lnTo>
                  <a:pt x="663" y="681"/>
                </a:lnTo>
                <a:lnTo>
                  <a:pt x="666" y="676"/>
                </a:lnTo>
                <a:lnTo>
                  <a:pt x="670" y="669"/>
                </a:lnTo>
                <a:lnTo>
                  <a:pt x="672" y="663"/>
                </a:lnTo>
                <a:lnTo>
                  <a:pt x="674" y="656"/>
                </a:lnTo>
                <a:lnTo>
                  <a:pt x="675" y="649"/>
                </a:lnTo>
                <a:lnTo>
                  <a:pt x="675" y="642"/>
                </a:lnTo>
                <a:lnTo>
                  <a:pt x="675" y="439"/>
                </a:lnTo>
                <a:lnTo>
                  <a:pt x="674" y="434"/>
                </a:lnTo>
                <a:lnTo>
                  <a:pt x="671" y="430"/>
                </a:lnTo>
                <a:lnTo>
                  <a:pt x="666" y="427"/>
                </a:lnTo>
                <a:lnTo>
                  <a:pt x="661" y="426"/>
                </a:lnTo>
                <a:lnTo>
                  <a:pt x="656" y="427"/>
                </a:lnTo>
                <a:lnTo>
                  <a:pt x="651" y="430"/>
                </a:lnTo>
                <a:lnTo>
                  <a:pt x="648" y="434"/>
                </a:lnTo>
                <a:lnTo>
                  <a:pt x="647" y="439"/>
                </a:lnTo>
                <a:lnTo>
                  <a:pt x="647" y="642"/>
                </a:lnTo>
                <a:lnTo>
                  <a:pt x="646" y="651"/>
                </a:lnTo>
                <a:lnTo>
                  <a:pt x="644" y="658"/>
                </a:lnTo>
                <a:lnTo>
                  <a:pt x="641" y="665"/>
                </a:lnTo>
                <a:lnTo>
                  <a:pt x="635" y="671"/>
                </a:lnTo>
                <a:lnTo>
                  <a:pt x="629" y="677"/>
                </a:lnTo>
                <a:lnTo>
                  <a:pt x="621" y="680"/>
                </a:lnTo>
                <a:lnTo>
                  <a:pt x="614" y="683"/>
                </a:lnTo>
                <a:lnTo>
                  <a:pt x="605" y="684"/>
                </a:lnTo>
                <a:lnTo>
                  <a:pt x="106" y="684"/>
                </a:lnTo>
                <a:lnTo>
                  <a:pt x="98" y="683"/>
                </a:lnTo>
                <a:lnTo>
                  <a:pt x="89" y="680"/>
                </a:lnTo>
                <a:lnTo>
                  <a:pt x="83" y="677"/>
                </a:lnTo>
                <a:lnTo>
                  <a:pt x="76" y="671"/>
                </a:lnTo>
                <a:lnTo>
                  <a:pt x="71" y="665"/>
                </a:lnTo>
                <a:lnTo>
                  <a:pt x="68" y="658"/>
                </a:lnTo>
                <a:lnTo>
                  <a:pt x="65" y="651"/>
                </a:lnTo>
                <a:lnTo>
                  <a:pt x="65" y="642"/>
                </a:lnTo>
                <a:lnTo>
                  <a:pt x="65" y="342"/>
                </a:lnTo>
                <a:lnTo>
                  <a:pt x="698" y="342"/>
                </a:lnTo>
                <a:lnTo>
                  <a:pt x="703" y="341"/>
                </a:lnTo>
                <a:lnTo>
                  <a:pt x="707" y="337"/>
                </a:lnTo>
                <a:lnTo>
                  <a:pt x="710" y="333"/>
                </a:lnTo>
                <a:lnTo>
                  <a:pt x="711" y="328"/>
                </a:lnTo>
                <a:lnTo>
                  <a:pt x="711" y="208"/>
                </a:lnTo>
                <a:lnTo>
                  <a:pt x="710" y="200"/>
                </a:lnTo>
                <a:lnTo>
                  <a:pt x="709" y="193"/>
                </a:lnTo>
                <a:lnTo>
                  <a:pt x="707" y="185"/>
                </a:lnTo>
                <a:lnTo>
                  <a:pt x="705" y="178"/>
                </a:lnTo>
                <a:lnTo>
                  <a:pt x="702" y="171"/>
                </a:lnTo>
                <a:lnTo>
                  <a:pt x="698" y="165"/>
                </a:lnTo>
                <a:lnTo>
                  <a:pt x="693" y="159"/>
                </a:lnTo>
                <a:lnTo>
                  <a:pt x="689" y="154"/>
                </a:lnTo>
                <a:lnTo>
                  <a:pt x="684" y="149"/>
                </a:lnTo>
                <a:lnTo>
                  <a:pt x="677" y="144"/>
                </a:lnTo>
                <a:lnTo>
                  <a:pt x="671" y="140"/>
                </a:lnTo>
                <a:lnTo>
                  <a:pt x="664" y="137"/>
                </a:lnTo>
                <a:lnTo>
                  <a:pt x="657" y="135"/>
                </a:lnTo>
                <a:lnTo>
                  <a:pt x="649" y="132"/>
                </a:lnTo>
                <a:lnTo>
                  <a:pt x="642" y="131"/>
                </a:lnTo>
                <a:lnTo>
                  <a:pt x="634" y="131"/>
                </a:lnTo>
                <a:close/>
                <a:moveTo>
                  <a:pt x="250" y="314"/>
                </a:moveTo>
                <a:lnTo>
                  <a:pt x="28" y="314"/>
                </a:lnTo>
                <a:lnTo>
                  <a:pt x="28" y="208"/>
                </a:lnTo>
                <a:lnTo>
                  <a:pt x="29" y="198"/>
                </a:lnTo>
                <a:lnTo>
                  <a:pt x="32" y="188"/>
                </a:lnTo>
                <a:lnTo>
                  <a:pt x="37" y="181"/>
                </a:lnTo>
                <a:lnTo>
                  <a:pt x="43" y="173"/>
                </a:lnTo>
                <a:lnTo>
                  <a:pt x="50" y="167"/>
                </a:lnTo>
                <a:lnTo>
                  <a:pt x="58" y="162"/>
                </a:lnTo>
                <a:lnTo>
                  <a:pt x="68" y="159"/>
                </a:lnTo>
                <a:lnTo>
                  <a:pt x="77" y="158"/>
                </a:lnTo>
                <a:lnTo>
                  <a:pt x="250" y="158"/>
                </a:lnTo>
                <a:lnTo>
                  <a:pt x="250" y="314"/>
                </a:lnTo>
                <a:close/>
                <a:moveTo>
                  <a:pt x="239" y="80"/>
                </a:moveTo>
                <a:lnTo>
                  <a:pt x="241" y="69"/>
                </a:lnTo>
                <a:lnTo>
                  <a:pt x="243" y="59"/>
                </a:lnTo>
                <a:lnTo>
                  <a:pt x="248" y="51"/>
                </a:lnTo>
                <a:lnTo>
                  <a:pt x="254" y="43"/>
                </a:lnTo>
                <a:lnTo>
                  <a:pt x="262" y="37"/>
                </a:lnTo>
                <a:lnTo>
                  <a:pt x="271" y="33"/>
                </a:lnTo>
                <a:lnTo>
                  <a:pt x="280" y="29"/>
                </a:lnTo>
                <a:lnTo>
                  <a:pt x="291" y="28"/>
                </a:lnTo>
                <a:lnTo>
                  <a:pt x="301" y="29"/>
                </a:lnTo>
                <a:lnTo>
                  <a:pt x="310" y="33"/>
                </a:lnTo>
                <a:lnTo>
                  <a:pt x="319" y="37"/>
                </a:lnTo>
                <a:lnTo>
                  <a:pt x="326" y="43"/>
                </a:lnTo>
                <a:lnTo>
                  <a:pt x="333" y="51"/>
                </a:lnTo>
                <a:lnTo>
                  <a:pt x="338" y="59"/>
                </a:lnTo>
                <a:lnTo>
                  <a:pt x="341" y="69"/>
                </a:lnTo>
                <a:lnTo>
                  <a:pt x="341" y="80"/>
                </a:lnTo>
                <a:lnTo>
                  <a:pt x="341" y="131"/>
                </a:lnTo>
                <a:lnTo>
                  <a:pt x="291" y="131"/>
                </a:lnTo>
                <a:lnTo>
                  <a:pt x="280" y="130"/>
                </a:lnTo>
                <a:lnTo>
                  <a:pt x="271" y="127"/>
                </a:lnTo>
                <a:lnTo>
                  <a:pt x="262" y="122"/>
                </a:lnTo>
                <a:lnTo>
                  <a:pt x="254" y="116"/>
                </a:lnTo>
                <a:lnTo>
                  <a:pt x="248" y="108"/>
                </a:lnTo>
                <a:lnTo>
                  <a:pt x="243" y="99"/>
                </a:lnTo>
                <a:lnTo>
                  <a:pt x="241" y="89"/>
                </a:lnTo>
                <a:lnTo>
                  <a:pt x="239" y="80"/>
                </a:lnTo>
                <a:close/>
                <a:moveTo>
                  <a:pt x="434" y="314"/>
                </a:moveTo>
                <a:lnTo>
                  <a:pt x="278" y="314"/>
                </a:lnTo>
                <a:lnTo>
                  <a:pt x="278" y="158"/>
                </a:lnTo>
                <a:lnTo>
                  <a:pt x="434" y="158"/>
                </a:lnTo>
                <a:lnTo>
                  <a:pt x="434" y="314"/>
                </a:lnTo>
                <a:close/>
                <a:moveTo>
                  <a:pt x="421" y="131"/>
                </a:moveTo>
                <a:lnTo>
                  <a:pt x="370" y="131"/>
                </a:lnTo>
                <a:lnTo>
                  <a:pt x="370" y="80"/>
                </a:lnTo>
                <a:lnTo>
                  <a:pt x="370" y="69"/>
                </a:lnTo>
                <a:lnTo>
                  <a:pt x="374" y="59"/>
                </a:lnTo>
                <a:lnTo>
                  <a:pt x="379" y="51"/>
                </a:lnTo>
                <a:lnTo>
                  <a:pt x="385" y="43"/>
                </a:lnTo>
                <a:lnTo>
                  <a:pt x="393" y="37"/>
                </a:lnTo>
                <a:lnTo>
                  <a:pt x="401" y="33"/>
                </a:lnTo>
                <a:lnTo>
                  <a:pt x="411" y="29"/>
                </a:lnTo>
                <a:lnTo>
                  <a:pt x="421" y="28"/>
                </a:lnTo>
                <a:lnTo>
                  <a:pt x="431" y="29"/>
                </a:lnTo>
                <a:lnTo>
                  <a:pt x="441" y="33"/>
                </a:lnTo>
                <a:lnTo>
                  <a:pt x="450" y="37"/>
                </a:lnTo>
                <a:lnTo>
                  <a:pt x="457" y="43"/>
                </a:lnTo>
                <a:lnTo>
                  <a:pt x="464" y="51"/>
                </a:lnTo>
                <a:lnTo>
                  <a:pt x="469" y="59"/>
                </a:lnTo>
                <a:lnTo>
                  <a:pt x="471" y="69"/>
                </a:lnTo>
                <a:lnTo>
                  <a:pt x="472" y="80"/>
                </a:lnTo>
                <a:lnTo>
                  <a:pt x="471" y="89"/>
                </a:lnTo>
                <a:lnTo>
                  <a:pt x="469" y="99"/>
                </a:lnTo>
                <a:lnTo>
                  <a:pt x="464" y="108"/>
                </a:lnTo>
                <a:lnTo>
                  <a:pt x="457" y="116"/>
                </a:lnTo>
                <a:lnTo>
                  <a:pt x="450" y="122"/>
                </a:lnTo>
                <a:lnTo>
                  <a:pt x="441" y="127"/>
                </a:lnTo>
                <a:lnTo>
                  <a:pt x="431" y="130"/>
                </a:lnTo>
                <a:lnTo>
                  <a:pt x="421" y="131"/>
                </a:lnTo>
                <a:close/>
                <a:moveTo>
                  <a:pt x="684" y="314"/>
                </a:moveTo>
                <a:lnTo>
                  <a:pt x="462" y="314"/>
                </a:lnTo>
                <a:lnTo>
                  <a:pt x="462" y="158"/>
                </a:lnTo>
                <a:lnTo>
                  <a:pt x="634" y="158"/>
                </a:lnTo>
                <a:lnTo>
                  <a:pt x="644" y="159"/>
                </a:lnTo>
                <a:lnTo>
                  <a:pt x="654" y="162"/>
                </a:lnTo>
                <a:lnTo>
                  <a:pt x="662" y="167"/>
                </a:lnTo>
                <a:lnTo>
                  <a:pt x="669" y="173"/>
                </a:lnTo>
                <a:lnTo>
                  <a:pt x="675" y="181"/>
                </a:lnTo>
                <a:lnTo>
                  <a:pt x="679" y="188"/>
                </a:lnTo>
                <a:lnTo>
                  <a:pt x="683" y="198"/>
                </a:lnTo>
                <a:lnTo>
                  <a:pt x="684" y="208"/>
                </a:lnTo>
                <a:lnTo>
                  <a:pt x="684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4" name="Freeform 52">
            <a:extLst>
              <a:ext uri="{FF2B5EF4-FFF2-40B4-BE49-F238E27FC236}">
                <a16:creationId xmlns:a16="http://schemas.microsoft.com/office/drawing/2014/main" id="{512CAFC5-7BA1-4BC4-B235-1A3C3DA570DC}"/>
              </a:ext>
            </a:extLst>
          </p:cNvPr>
          <p:cNvSpPr>
            <a:spLocks/>
          </p:cNvSpPr>
          <p:nvPr/>
        </p:nvSpPr>
        <p:spPr bwMode="auto">
          <a:xfrm>
            <a:off x="2863851" y="4899026"/>
            <a:ext cx="14288" cy="14288"/>
          </a:xfrm>
          <a:custGeom>
            <a:avLst/>
            <a:gdLst>
              <a:gd name="T0" fmla="*/ 24 w 28"/>
              <a:gd name="T1" fmla="*/ 5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5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5" name="Freeform 53">
            <a:extLst>
              <a:ext uri="{FF2B5EF4-FFF2-40B4-BE49-F238E27FC236}">
                <a16:creationId xmlns:a16="http://schemas.microsoft.com/office/drawing/2014/main" id="{6AA60B0B-AF2B-4B15-BDDD-88064CB22160}"/>
              </a:ext>
            </a:extLst>
          </p:cNvPr>
          <p:cNvSpPr>
            <a:spLocks noEditPoints="1"/>
          </p:cNvSpPr>
          <p:nvPr/>
        </p:nvSpPr>
        <p:spPr bwMode="auto">
          <a:xfrm>
            <a:off x="2557463" y="4008438"/>
            <a:ext cx="219075" cy="220663"/>
          </a:xfrm>
          <a:custGeom>
            <a:avLst/>
            <a:gdLst>
              <a:gd name="T0" fmla="*/ 166 w 416"/>
              <a:gd name="T1" fmla="*/ 4 h 418"/>
              <a:gd name="T2" fmla="*/ 109 w 416"/>
              <a:gd name="T3" fmla="*/ 26 h 418"/>
              <a:gd name="T4" fmla="*/ 61 w 416"/>
              <a:gd name="T5" fmla="*/ 61 h 418"/>
              <a:gd name="T6" fmla="*/ 25 w 416"/>
              <a:gd name="T7" fmla="*/ 110 h 418"/>
              <a:gd name="T8" fmla="*/ 4 w 416"/>
              <a:gd name="T9" fmla="*/ 166 h 418"/>
              <a:gd name="T10" fmla="*/ 1 w 416"/>
              <a:gd name="T11" fmla="*/ 230 h 418"/>
              <a:gd name="T12" fmla="*/ 17 w 416"/>
              <a:gd name="T13" fmla="*/ 290 h 418"/>
              <a:gd name="T14" fmla="*/ 48 w 416"/>
              <a:gd name="T15" fmla="*/ 341 h 418"/>
              <a:gd name="T16" fmla="*/ 92 w 416"/>
              <a:gd name="T17" fmla="*/ 381 h 418"/>
              <a:gd name="T18" fmla="*/ 147 w 416"/>
              <a:gd name="T19" fmla="*/ 408 h 418"/>
              <a:gd name="T20" fmla="*/ 208 w 416"/>
              <a:gd name="T21" fmla="*/ 418 h 418"/>
              <a:gd name="T22" fmla="*/ 270 w 416"/>
              <a:gd name="T23" fmla="*/ 408 h 418"/>
              <a:gd name="T24" fmla="*/ 325 w 416"/>
              <a:gd name="T25" fmla="*/ 381 h 418"/>
              <a:gd name="T26" fmla="*/ 369 w 416"/>
              <a:gd name="T27" fmla="*/ 341 h 418"/>
              <a:gd name="T28" fmla="*/ 400 w 416"/>
              <a:gd name="T29" fmla="*/ 290 h 418"/>
              <a:gd name="T30" fmla="*/ 415 w 416"/>
              <a:gd name="T31" fmla="*/ 230 h 418"/>
              <a:gd name="T32" fmla="*/ 413 w 416"/>
              <a:gd name="T33" fmla="*/ 166 h 418"/>
              <a:gd name="T34" fmla="*/ 391 w 416"/>
              <a:gd name="T35" fmla="*/ 110 h 418"/>
              <a:gd name="T36" fmla="*/ 356 w 416"/>
              <a:gd name="T37" fmla="*/ 61 h 418"/>
              <a:gd name="T38" fmla="*/ 308 w 416"/>
              <a:gd name="T39" fmla="*/ 26 h 418"/>
              <a:gd name="T40" fmla="*/ 250 w 416"/>
              <a:gd name="T41" fmla="*/ 4 h 418"/>
              <a:gd name="T42" fmla="*/ 208 w 416"/>
              <a:gd name="T43" fmla="*/ 390 h 418"/>
              <a:gd name="T44" fmla="*/ 154 w 416"/>
              <a:gd name="T45" fmla="*/ 381 h 418"/>
              <a:gd name="T46" fmla="*/ 107 w 416"/>
              <a:gd name="T47" fmla="*/ 359 h 418"/>
              <a:gd name="T48" fmla="*/ 69 w 416"/>
              <a:gd name="T49" fmla="*/ 323 h 418"/>
              <a:gd name="T50" fmla="*/ 42 w 416"/>
              <a:gd name="T51" fmla="*/ 279 h 418"/>
              <a:gd name="T52" fmla="*/ 29 w 416"/>
              <a:gd name="T53" fmla="*/ 228 h 418"/>
              <a:gd name="T54" fmla="*/ 32 w 416"/>
              <a:gd name="T55" fmla="*/ 173 h 418"/>
              <a:gd name="T56" fmla="*/ 49 w 416"/>
              <a:gd name="T57" fmla="*/ 122 h 418"/>
              <a:gd name="T58" fmla="*/ 80 w 416"/>
              <a:gd name="T59" fmla="*/ 82 h 418"/>
              <a:gd name="T60" fmla="*/ 122 w 416"/>
              <a:gd name="T61" fmla="*/ 51 h 418"/>
              <a:gd name="T62" fmla="*/ 172 w 416"/>
              <a:gd name="T63" fmla="*/ 32 h 418"/>
              <a:gd name="T64" fmla="*/ 227 w 416"/>
              <a:gd name="T65" fmla="*/ 29 h 418"/>
              <a:gd name="T66" fmla="*/ 279 w 416"/>
              <a:gd name="T67" fmla="*/ 42 h 418"/>
              <a:gd name="T68" fmla="*/ 323 w 416"/>
              <a:gd name="T69" fmla="*/ 70 h 418"/>
              <a:gd name="T70" fmla="*/ 358 w 416"/>
              <a:gd name="T71" fmla="*/ 107 h 418"/>
              <a:gd name="T72" fmla="*/ 381 w 416"/>
              <a:gd name="T73" fmla="*/ 155 h 418"/>
              <a:gd name="T74" fmla="*/ 389 w 416"/>
              <a:gd name="T75" fmla="*/ 208 h 418"/>
              <a:gd name="T76" fmla="*/ 381 w 416"/>
              <a:gd name="T77" fmla="*/ 262 h 418"/>
              <a:gd name="T78" fmla="*/ 358 w 416"/>
              <a:gd name="T79" fmla="*/ 309 h 418"/>
              <a:gd name="T80" fmla="*/ 323 w 416"/>
              <a:gd name="T81" fmla="*/ 348 h 418"/>
              <a:gd name="T82" fmla="*/ 279 w 416"/>
              <a:gd name="T83" fmla="*/ 375 h 418"/>
              <a:gd name="T84" fmla="*/ 227 w 416"/>
              <a:gd name="T85" fmla="*/ 389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16" h="418">
                <a:moveTo>
                  <a:pt x="208" y="0"/>
                </a:moveTo>
                <a:lnTo>
                  <a:pt x="187" y="1"/>
                </a:lnTo>
                <a:lnTo>
                  <a:pt x="166" y="4"/>
                </a:lnTo>
                <a:lnTo>
                  <a:pt x="147" y="10"/>
                </a:lnTo>
                <a:lnTo>
                  <a:pt x="127" y="17"/>
                </a:lnTo>
                <a:lnTo>
                  <a:pt x="109" y="26"/>
                </a:lnTo>
                <a:lnTo>
                  <a:pt x="92" y="37"/>
                </a:lnTo>
                <a:lnTo>
                  <a:pt x="76" y="48"/>
                </a:lnTo>
                <a:lnTo>
                  <a:pt x="61" y="61"/>
                </a:lnTo>
                <a:lnTo>
                  <a:pt x="48" y="76"/>
                </a:lnTo>
                <a:lnTo>
                  <a:pt x="35" y="92"/>
                </a:lnTo>
                <a:lnTo>
                  <a:pt x="25" y="110"/>
                </a:lnTo>
                <a:lnTo>
                  <a:pt x="17" y="128"/>
                </a:lnTo>
                <a:lnTo>
                  <a:pt x="9" y="147"/>
                </a:lnTo>
                <a:lnTo>
                  <a:pt x="4" y="166"/>
                </a:lnTo>
                <a:lnTo>
                  <a:pt x="1" y="188"/>
                </a:lnTo>
                <a:lnTo>
                  <a:pt x="0" y="208"/>
                </a:lnTo>
                <a:lnTo>
                  <a:pt x="1" y="230"/>
                </a:lnTo>
                <a:lnTo>
                  <a:pt x="4" y="251"/>
                </a:lnTo>
                <a:lnTo>
                  <a:pt x="9" y="271"/>
                </a:lnTo>
                <a:lnTo>
                  <a:pt x="17" y="290"/>
                </a:lnTo>
                <a:lnTo>
                  <a:pt x="25" y="308"/>
                </a:lnTo>
                <a:lnTo>
                  <a:pt x="35" y="325"/>
                </a:lnTo>
                <a:lnTo>
                  <a:pt x="48" y="341"/>
                </a:lnTo>
                <a:lnTo>
                  <a:pt x="61" y="356"/>
                </a:lnTo>
                <a:lnTo>
                  <a:pt x="76" y="369"/>
                </a:lnTo>
                <a:lnTo>
                  <a:pt x="92" y="381"/>
                </a:lnTo>
                <a:lnTo>
                  <a:pt x="109" y="392"/>
                </a:lnTo>
                <a:lnTo>
                  <a:pt x="127" y="400"/>
                </a:lnTo>
                <a:lnTo>
                  <a:pt x="147" y="408"/>
                </a:lnTo>
                <a:lnTo>
                  <a:pt x="166" y="413"/>
                </a:lnTo>
                <a:lnTo>
                  <a:pt x="187" y="417"/>
                </a:lnTo>
                <a:lnTo>
                  <a:pt x="208" y="418"/>
                </a:lnTo>
                <a:lnTo>
                  <a:pt x="229" y="417"/>
                </a:lnTo>
                <a:lnTo>
                  <a:pt x="250" y="413"/>
                </a:lnTo>
                <a:lnTo>
                  <a:pt x="270" y="408"/>
                </a:lnTo>
                <a:lnTo>
                  <a:pt x="289" y="400"/>
                </a:lnTo>
                <a:lnTo>
                  <a:pt x="308" y="392"/>
                </a:lnTo>
                <a:lnTo>
                  <a:pt x="325" y="381"/>
                </a:lnTo>
                <a:lnTo>
                  <a:pt x="341" y="369"/>
                </a:lnTo>
                <a:lnTo>
                  <a:pt x="356" y="356"/>
                </a:lnTo>
                <a:lnTo>
                  <a:pt x="369" y="341"/>
                </a:lnTo>
                <a:lnTo>
                  <a:pt x="381" y="325"/>
                </a:lnTo>
                <a:lnTo>
                  <a:pt x="391" y="308"/>
                </a:lnTo>
                <a:lnTo>
                  <a:pt x="400" y="290"/>
                </a:lnTo>
                <a:lnTo>
                  <a:pt x="407" y="271"/>
                </a:lnTo>
                <a:lnTo>
                  <a:pt x="413" y="251"/>
                </a:lnTo>
                <a:lnTo>
                  <a:pt x="415" y="230"/>
                </a:lnTo>
                <a:lnTo>
                  <a:pt x="416" y="208"/>
                </a:lnTo>
                <a:lnTo>
                  <a:pt x="415" y="188"/>
                </a:lnTo>
                <a:lnTo>
                  <a:pt x="413" y="166"/>
                </a:lnTo>
                <a:lnTo>
                  <a:pt x="407" y="147"/>
                </a:lnTo>
                <a:lnTo>
                  <a:pt x="400" y="128"/>
                </a:lnTo>
                <a:lnTo>
                  <a:pt x="391" y="110"/>
                </a:lnTo>
                <a:lnTo>
                  <a:pt x="381" y="92"/>
                </a:lnTo>
                <a:lnTo>
                  <a:pt x="369" y="76"/>
                </a:lnTo>
                <a:lnTo>
                  <a:pt x="356" y="61"/>
                </a:lnTo>
                <a:lnTo>
                  <a:pt x="341" y="48"/>
                </a:lnTo>
                <a:lnTo>
                  <a:pt x="325" y="37"/>
                </a:lnTo>
                <a:lnTo>
                  <a:pt x="308" y="26"/>
                </a:lnTo>
                <a:lnTo>
                  <a:pt x="289" y="17"/>
                </a:lnTo>
                <a:lnTo>
                  <a:pt x="270" y="10"/>
                </a:lnTo>
                <a:lnTo>
                  <a:pt x="250" y="4"/>
                </a:lnTo>
                <a:lnTo>
                  <a:pt x="229" y="1"/>
                </a:lnTo>
                <a:lnTo>
                  <a:pt x="208" y="0"/>
                </a:lnTo>
                <a:close/>
                <a:moveTo>
                  <a:pt x="208" y="390"/>
                </a:moveTo>
                <a:lnTo>
                  <a:pt x="190" y="389"/>
                </a:lnTo>
                <a:lnTo>
                  <a:pt x="172" y="385"/>
                </a:lnTo>
                <a:lnTo>
                  <a:pt x="154" y="381"/>
                </a:lnTo>
                <a:lnTo>
                  <a:pt x="138" y="375"/>
                </a:lnTo>
                <a:lnTo>
                  <a:pt x="122" y="367"/>
                </a:lnTo>
                <a:lnTo>
                  <a:pt x="107" y="359"/>
                </a:lnTo>
                <a:lnTo>
                  <a:pt x="93" y="348"/>
                </a:lnTo>
                <a:lnTo>
                  <a:pt x="80" y="336"/>
                </a:lnTo>
                <a:lnTo>
                  <a:pt x="69" y="323"/>
                </a:lnTo>
                <a:lnTo>
                  <a:pt x="59" y="309"/>
                </a:lnTo>
                <a:lnTo>
                  <a:pt x="49" y="295"/>
                </a:lnTo>
                <a:lnTo>
                  <a:pt x="42" y="279"/>
                </a:lnTo>
                <a:lnTo>
                  <a:pt x="36" y="262"/>
                </a:lnTo>
                <a:lnTo>
                  <a:pt x="32" y="245"/>
                </a:lnTo>
                <a:lnTo>
                  <a:pt x="29" y="228"/>
                </a:lnTo>
                <a:lnTo>
                  <a:pt x="28" y="208"/>
                </a:lnTo>
                <a:lnTo>
                  <a:pt x="29" y="190"/>
                </a:lnTo>
                <a:lnTo>
                  <a:pt x="32" y="173"/>
                </a:lnTo>
                <a:lnTo>
                  <a:pt x="36" y="155"/>
                </a:lnTo>
                <a:lnTo>
                  <a:pt x="42" y="139"/>
                </a:lnTo>
                <a:lnTo>
                  <a:pt x="49" y="122"/>
                </a:lnTo>
                <a:lnTo>
                  <a:pt x="59" y="107"/>
                </a:lnTo>
                <a:lnTo>
                  <a:pt x="69" y="95"/>
                </a:lnTo>
                <a:lnTo>
                  <a:pt x="80" y="82"/>
                </a:lnTo>
                <a:lnTo>
                  <a:pt x="93" y="70"/>
                </a:lnTo>
                <a:lnTo>
                  <a:pt x="107" y="59"/>
                </a:lnTo>
                <a:lnTo>
                  <a:pt x="122" y="51"/>
                </a:lnTo>
                <a:lnTo>
                  <a:pt x="138" y="42"/>
                </a:lnTo>
                <a:lnTo>
                  <a:pt x="154" y="37"/>
                </a:lnTo>
                <a:lnTo>
                  <a:pt x="172" y="32"/>
                </a:lnTo>
                <a:lnTo>
                  <a:pt x="190" y="29"/>
                </a:lnTo>
                <a:lnTo>
                  <a:pt x="208" y="28"/>
                </a:lnTo>
                <a:lnTo>
                  <a:pt x="227" y="29"/>
                </a:lnTo>
                <a:lnTo>
                  <a:pt x="244" y="32"/>
                </a:lnTo>
                <a:lnTo>
                  <a:pt x="261" y="37"/>
                </a:lnTo>
                <a:lnTo>
                  <a:pt x="279" y="42"/>
                </a:lnTo>
                <a:lnTo>
                  <a:pt x="294" y="51"/>
                </a:lnTo>
                <a:lnTo>
                  <a:pt x="309" y="59"/>
                </a:lnTo>
                <a:lnTo>
                  <a:pt x="323" y="70"/>
                </a:lnTo>
                <a:lnTo>
                  <a:pt x="336" y="82"/>
                </a:lnTo>
                <a:lnTo>
                  <a:pt x="347" y="95"/>
                </a:lnTo>
                <a:lnTo>
                  <a:pt x="358" y="107"/>
                </a:lnTo>
                <a:lnTo>
                  <a:pt x="367" y="122"/>
                </a:lnTo>
                <a:lnTo>
                  <a:pt x="374" y="139"/>
                </a:lnTo>
                <a:lnTo>
                  <a:pt x="381" y="155"/>
                </a:lnTo>
                <a:lnTo>
                  <a:pt x="385" y="173"/>
                </a:lnTo>
                <a:lnTo>
                  <a:pt x="388" y="190"/>
                </a:lnTo>
                <a:lnTo>
                  <a:pt x="389" y="208"/>
                </a:lnTo>
                <a:lnTo>
                  <a:pt x="388" y="228"/>
                </a:lnTo>
                <a:lnTo>
                  <a:pt x="385" y="245"/>
                </a:lnTo>
                <a:lnTo>
                  <a:pt x="381" y="262"/>
                </a:lnTo>
                <a:lnTo>
                  <a:pt x="374" y="279"/>
                </a:lnTo>
                <a:lnTo>
                  <a:pt x="367" y="295"/>
                </a:lnTo>
                <a:lnTo>
                  <a:pt x="358" y="309"/>
                </a:lnTo>
                <a:lnTo>
                  <a:pt x="347" y="323"/>
                </a:lnTo>
                <a:lnTo>
                  <a:pt x="336" y="336"/>
                </a:lnTo>
                <a:lnTo>
                  <a:pt x="323" y="348"/>
                </a:lnTo>
                <a:lnTo>
                  <a:pt x="309" y="359"/>
                </a:lnTo>
                <a:lnTo>
                  <a:pt x="294" y="367"/>
                </a:lnTo>
                <a:lnTo>
                  <a:pt x="279" y="375"/>
                </a:lnTo>
                <a:lnTo>
                  <a:pt x="261" y="381"/>
                </a:lnTo>
                <a:lnTo>
                  <a:pt x="244" y="385"/>
                </a:lnTo>
                <a:lnTo>
                  <a:pt x="227" y="389"/>
                </a:lnTo>
                <a:lnTo>
                  <a:pt x="208" y="3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6" name="Freeform 54">
            <a:extLst>
              <a:ext uri="{FF2B5EF4-FFF2-40B4-BE49-F238E27FC236}">
                <a16:creationId xmlns:a16="http://schemas.microsoft.com/office/drawing/2014/main" id="{A5575F9E-BFD1-43C5-95A7-0AE274995319}"/>
              </a:ext>
            </a:extLst>
          </p:cNvPr>
          <p:cNvSpPr>
            <a:spLocks/>
          </p:cNvSpPr>
          <p:nvPr/>
        </p:nvSpPr>
        <p:spPr bwMode="auto">
          <a:xfrm>
            <a:off x="2562226" y="4210051"/>
            <a:ext cx="14288" cy="14288"/>
          </a:xfrm>
          <a:custGeom>
            <a:avLst/>
            <a:gdLst>
              <a:gd name="T0" fmla="*/ 26 w 29"/>
              <a:gd name="T1" fmla="*/ 4 h 29"/>
              <a:gd name="T2" fmla="*/ 24 w 29"/>
              <a:gd name="T3" fmla="*/ 3 h 29"/>
              <a:gd name="T4" fmla="*/ 20 w 29"/>
              <a:gd name="T5" fmla="*/ 1 h 29"/>
              <a:gd name="T6" fmla="*/ 14 w 29"/>
              <a:gd name="T7" fmla="*/ 0 h 29"/>
              <a:gd name="T8" fmla="*/ 9 w 29"/>
              <a:gd name="T9" fmla="*/ 1 h 29"/>
              <a:gd name="T10" fmla="*/ 5 w 29"/>
              <a:gd name="T11" fmla="*/ 3 h 29"/>
              <a:gd name="T12" fmla="*/ 1 w 29"/>
              <a:gd name="T13" fmla="*/ 9 h 29"/>
              <a:gd name="T14" fmla="*/ 0 w 29"/>
              <a:gd name="T15" fmla="*/ 13 h 29"/>
              <a:gd name="T16" fmla="*/ 1 w 29"/>
              <a:gd name="T17" fmla="*/ 18 h 29"/>
              <a:gd name="T18" fmla="*/ 5 w 29"/>
              <a:gd name="T19" fmla="*/ 24 h 29"/>
              <a:gd name="T20" fmla="*/ 6 w 29"/>
              <a:gd name="T21" fmla="*/ 25 h 29"/>
              <a:gd name="T22" fmla="*/ 11 w 29"/>
              <a:gd name="T23" fmla="*/ 28 h 29"/>
              <a:gd name="T24" fmla="*/ 15 w 29"/>
              <a:gd name="T25" fmla="*/ 29 h 29"/>
              <a:gd name="T26" fmla="*/ 21 w 29"/>
              <a:gd name="T27" fmla="*/ 28 h 29"/>
              <a:gd name="T28" fmla="*/ 26 w 29"/>
              <a:gd name="T29" fmla="*/ 25 h 29"/>
              <a:gd name="T30" fmla="*/ 29 w 29"/>
              <a:gd name="T31" fmla="*/ 19 h 29"/>
              <a:gd name="T32" fmla="*/ 29 w 29"/>
              <a:gd name="T33" fmla="*/ 15 h 29"/>
              <a:gd name="T34" fmla="*/ 28 w 29"/>
              <a:gd name="T35" fmla="*/ 10 h 29"/>
              <a:gd name="T36" fmla="*/ 26 w 29"/>
              <a:gd name="T37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" h="29">
                <a:moveTo>
                  <a:pt x="26" y="4"/>
                </a:moveTo>
                <a:lnTo>
                  <a:pt x="24" y="3"/>
                </a:ln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1" y="9"/>
                </a:lnTo>
                <a:lnTo>
                  <a:pt x="0" y="13"/>
                </a:lnTo>
                <a:lnTo>
                  <a:pt x="1" y="18"/>
                </a:lnTo>
                <a:lnTo>
                  <a:pt x="5" y="24"/>
                </a:lnTo>
                <a:lnTo>
                  <a:pt x="6" y="25"/>
                </a:lnTo>
                <a:lnTo>
                  <a:pt x="11" y="28"/>
                </a:lnTo>
                <a:lnTo>
                  <a:pt x="15" y="29"/>
                </a:lnTo>
                <a:lnTo>
                  <a:pt x="21" y="28"/>
                </a:lnTo>
                <a:lnTo>
                  <a:pt x="26" y="25"/>
                </a:lnTo>
                <a:lnTo>
                  <a:pt x="29" y="19"/>
                </a:lnTo>
                <a:lnTo>
                  <a:pt x="29" y="15"/>
                </a:lnTo>
                <a:lnTo>
                  <a:pt x="28" y="10"/>
                </a:lnTo>
                <a:lnTo>
                  <a:pt x="26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7" name="Freeform 55">
            <a:extLst>
              <a:ext uri="{FF2B5EF4-FFF2-40B4-BE49-F238E27FC236}">
                <a16:creationId xmlns:a16="http://schemas.microsoft.com/office/drawing/2014/main" id="{1C57AF62-64F1-44D7-A2C6-CA87DD33EF47}"/>
              </a:ext>
            </a:extLst>
          </p:cNvPr>
          <p:cNvSpPr>
            <a:spLocks noEditPoints="1"/>
          </p:cNvSpPr>
          <p:nvPr/>
        </p:nvSpPr>
        <p:spPr bwMode="auto">
          <a:xfrm>
            <a:off x="2520951" y="3973513"/>
            <a:ext cx="376238" cy="376238"/>
          </a:xfrm>
          <a:custGeom>
            <a:avLst/>
            <a:gdLst>
              <a:gd name="T0" fmla="*/ 536 w 711"/>
              <a:gd name="T1" fmla="*/ 362 h 712"/>
              <a:gd name="T2" fmla="*/ 548 w 711"/>
              <a:gd name="T3" fmla="*/ 248 h 712"/>
              <a:gd name="T4" fmla="*/ 514 w 711"/>
              <a:gd name="T5" fmla="*/ 139 h 712"/>
              <a:gd name="T6" fmla="*/ 470 w 711"/>
              <a:gd name="T7" fmla="*/ 81 h 712"/>
              <a:gd name="T8" fmla="*/ 415 w 711"/>
              <a:gd name="T9" fmla="*/ 39 h 712"/>
              <a:gd name="T10" fmla="*/ 353 w 711"/>
              <a:gd name="T11" fmla="*/ 12 h 712"/>
              <a:gd name="T12" fmla="*/ 289 w 711"/>
              <a:gd name="T13" fmla="*/ 2 h 712"/>
              <a:gd name="T14" fmla="*/ 222 w 711"/>
              <a:gd name="T15" fmla="*/ 6 h 712"/>
              <a:gd name="T16" fmla="*/ 159 w 711"/>
              <a:gd name="T17" fmla="*/ 26 h 712"/>
              <a:gd name="T18" fmla="*/ 102 w 711"/>
              <a:gd name="T19" fmla="*/ 63 h 712"/>
              <a:gd name="T20" fmla="*/ 38 w 711"/>
              <a:gd name="T21" fmla="*/ 137 h 712"/>
              <a:gd name="T22" fmla="*/ 2 w 711"/>
              <a:gd name="T23" fmla="*/ 247 h 712"/>
              <a:gd name="T24" fmla="*/ 14 w 711"/>
              <a:gd name="T25" fmla="*/ 361 h 712"/>
              <a:gd name="T26" fmla="*/ 52 w 711"/>
              <a:gd name="T27" fmla="*/ 430 h 712"/>
              <a:gd name="T28" fmla="*/ 69 w 711"/>
              <a:gd name="T29" fmla="*/ 414 h 712"/>
              <a:gd name="T30" fmla="*/ 35 w 711"/>
              <a:gd name="T31" fmla="*/ 331 h 712"/>
              <a:gd name="T32" fmla="*/ 33 w 711"/>
              <a:gd name="T33" fmla="*/ 228 h 712"/>
              <a:gd name="T34" fmla="*/ 73 w 711"/>
              <a:gd name="T35" fmla="*/ 134 h 712"/>
              <a:gd name="T36" fmla="*/ 129 w 711"/>
              <a:gd name="T37" fmla="*/ 77 h 712"/>
              <a:gd name="T38" fmla="*/ 183 w 711"/>
              <a:gd name="T39" fmla="*/ 47 h 712"/>
              <a:gd name="T40" fmla="*/ 239 w 711"/>
              <a:gd name="T41" fmla="*/ 32 h 712"/>
              <a:gd name="T42" fmla="*/ 298 w 711"/>
              <a:gd name="T43" fmla="*/ 29 h 712"/>
              <a:gd name="T44" fmla="*/ 357 w 711"/>
              <a:gd name="T45" fmla="*/ 42 h 712"/>
              <a:gd name="T46" fmla="*/ 411 w 711"/>
              <a:gd name="T47" fmla="*/ 69 h 712"/>
              <a:gd name="T48" fmla="*/ 458 w 711"/>
              <a:gd name="T49" fmla="*/ 110 h 712"/>
              <a:gd name="T50" fmla="*/ 494 w 711"/>
              <a:gd name="T51" fmla="*/ 160 h 712"/>
              <a:gd name="T52" fmla="*/ 515 w 711"/>
              <a:gd name="T53" fmla="*/ 217 h 712"/>
              <a:gd name="T54" fmla="*/ 523 w 711"/>
              <a:gd name="T55" fmla="*/ 275 h 712"/>
              <a:gd name="T56" fmla="*/ 515 w 711"/>
              <a:gd name="T57" fmla="*/ 334 h 712"/>
              <a:gd name="T58" fmla="*/ 494 w 711"/>
              <a:gd name="T59" fmla="*/ 391 h 712"/>
              <a:gd name="T60" fmla="*/ 458 w 711"/>
              <a:gd name="T61" fmla="*/ 442 h 712"/>
              <a:gd name="T62" fmla="*/ 380 w 711"/>
              <a:gd name="T63" fmla="*/ 500 h 712"/>
              <a:gd name="T64" fmla="*/ 279 w 711"/>
              <a:gd name="T65" fmla="*/ 523 h 712"/>
              <a:gd name="T66" fmla="*/ 176 w 711"/>
              <a:gd name="T67" fmla="*/ 503 h 712"/>
              <a:gd name="T68" fmla="*/ 122 w 711"/>
              <a:gd name="T69" fmla="*/ 481 h 712"/>
              <a:gd name="T70" fmla="*/ 122 w 711"/>
              <a:gd name="T71" fmla="*/ 505 h 712"/>
              <a:gd name="T72" fmla="*/ 216 w 711"/>
              <a:gd name="T73" fmla="*/ 545 h 712"/>
              <a:gd name="T74" fmla="*/ 315 w 711"/>
              <a:gd name="T75" fmla="*/ 548 h 712"/>
              <a:gd name="T76" fmla="*/ 408 w 711"/>
              <a:gd name="T77" fmla="*/ 517 h 712"/>
              <a:gd name="T78" fmla="*/ 471 w 711"/>
              <a:gd name="T79" fmla="*/ 552 h 712"/>
              <a:gd name="T80" fmla="*/ 628 w 711"/>
              <a:gd name="T81" fmla="*/ 706 h 712"/>
              <a:gd name="T82" fmla="*/ 655 w 711"/>
              <a:gd name="T83" fmla="*/ 712 h 712"/>
              <a:gd name="T84" fmla="*/ 681 w 711"/>
              <a:gd name="T85" fmla="*/ 706 h 712"/>
              <a:gd name="T86" fmla="*/ 702 w 711"/>
              <a:gd name="T87" fmla="*/ 686 h 712"/>
              <a:gd name="T88" fmla="*/ 710 w 711"/>
              <a:gd name="T89" fmla="*/ 645 h 712"/>
              <a:gd name="T90" fmla="*/ 694 w 711"/>
              <a:gd name="T91" fmla="*/ 616 h 712"/>
              <a:gd name="T92" fmla="*/ 489 w 711"/>
              <a:gd name="T93" fmla="*/ 449 h 712"/>
              <a:gd name="T94" fmla="*/ 449 w 711"/>
              <a:gd name="T95" fmla="*/ 490 h 712"/>
              <a:gd name="T96" fmla="*/ 655 w 711"/>
              <a:gd name="T97" fmla="*/ 684 h 712"/>
              <a:gd name="T98" fmla="*/ 501 w 711"/>
              <a:gd name="T99" fmla="*/ 543 h 712"/>
              <a:gd name="T100" fmla="*/ 678 w 711"/>
              <a:gd name="T101" fmla="*/ 639 h 712"/>
              <a:gd name="T102" fmla="*/ 681 w 711"/>
              <a:gd name="T103" fmla="*/ 666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11" h="712">
                <a:moveTo>
                  <a:pt x="694" y="616"/>
                </a:moveTo>
                <a:lnTo>
                  <a:pt x="506" y="426"/>
                </a:lnTo>
                <a:lnTo>
                  <a:pt x="517" y="405"/>
                </a:lnTo>
                <a:lnTo>
                  <a:pt x="528" y="385"/>
                </a:lnTo>
                <a:lnTo>
                  <a:pt x="536" y="362"/>
                </a:lnTo>
                <a:lnTo>
                  <a:pt x="542" y="341"/>
                </a:lnTo>
                <a:lnTo>
                  <a:pt x="546" y="318"/>
                </a:lnTo>
                <a:lnTo>
                  <a:pt x="549" y="295"/>
                </a:lnTo>
                <a:lnTo>
                  <a:pt x="549" y="272"/>
                </a:lnTo>
                <a:lnTo>
                  <a:pt x="548" y="248"/>
                </a:lnTo>
                <a:lnTo>
                  <a:pt x="545" y="226"/>
                </a:lnTo>
                <a:lnTo>
                  <a:pt x="541" y="203"/>
                </a:lnTo>
                <a:lnTo>
                  <a:pt x="533" y="181"/>
                </a:lnTo>
                <a:lnTo>
                  <a:pt x="525" y="159"/>
                </a:lnTo>
                <a:lnTo>
                  <a:pt x="514" y="139"/>
                </a:lnTo>
                <a:lnTo>
                  <a:pt x="501" y="119"/>
                </a:lnTo>
                <a:lnTo>
                  <a:pt x="494" y="109"/>
                </a:lnTo>
                <a:lnTo>
                  <a:pt x="486" y="99"/>
                </a:lnTo>
                <a:lnTo>
                  <a:pt x="478" y="91"/>
                </a:lnTo>
                <a:lnTo>
                  <a:pt x="470" y="81"/>
                </a:lnTo>
                <a:lnTo>
                  <a:pt x="459" y="71"/>
                </a:lnTo>
                <a:lnTo>
                  <a:pt x="449" y="63"/>
                </a:lnTo>
                <a:lnTo>
                  <a:pt x="438" y="54"/>
                </a:lnTo>
                <a:lnTo>
                  <a:pt x="426" y="47"/>
                </a:lnTo>
                <a:lnTo>
                  <a:pt x="415" y="39"/>
                </a:lnTo>
                <a:lnTo>
                  <a:pt x="404" y="33"/>
                </a:lnTo>
                <a:lnTo>
                  <a:pt x="391" y="26"/>
                </a:lnTo>
                <a:lnTo>
                  <a:pt x="379" y="21"/>
                </a:lnTo>
                <a:lnTo>
                  <a:pt x="366" y="17"/>
                </a:lnTo>
                <a:lnTo>
                  <a:pt x="353" y="12"/>
                </a:lnTo>
                <a:lnTo>
                  <a:pt x="340" y="9"/>
                </a:lnTo>
                <a:lnTo>
                  <a:pt x="327" y="6"/>
                </a:lnTo>
                <a:lnTo>
                  <a:pt x="315" y="4"/>
                </a:lnTo>
                <a:lnTo>
                  <a:pt x="302" y="3"/>
                </a:lnTo>
                <a:lnTo>
                  <a:pt x="289" y="2"/>
                </a:lnTo>
                <a:lnTo>
                  <a:pt x="275" y="0"/>
                </a:lnTo>
                <a:lnTo>
                  <a:pt x="262" y="2"/>
                </a:lnTo>
                <a:lnTo>
                  <a:pt x="249" y="3"/>
                </a:lnTo>
                <a:lnTo>
                  <a:pt x="236" y="4"/>
                </a:lnTo>
                <a:lnTo>
                  <a:pt x="222" y="6"/>
                </a:lnTo>
                <a:lnTo>
                  <a:pt x="209" y="9"/>
                </a:lnTo>
                <a:lnTo>
                  <a:pt x="197" y="12"/>
                </a:lnTo>
                <a:lnTo>
                  <a:pt x="185" y="17"/>
                </a:lnTo>
                <a:lnTo>
                  <a:pt x="172" y="21"/>
                </a:lnTo>
                <a:lnTo>
                  <a:pt x="159" y="26"/>
                </a:lnTo>
                <a:lnTo>
                  <a:pt x="147" y="33"/>
                </a:lnTo>
                <a:lnTo>
                  <a:pt x="135" y="39"/>
                </a:lnTo>
                <a:lnTo>
                  <a:pt x="124" y="47"/>
                </a:lnTo>
                <a:lnTo>
                  <a:pt x="113" y="54"/>
                </a:lnTo>
                <a:lnTo>
                  <a:pt x="102" y="63"/>
                </a:lnTo>
                <a:lnTo>
                  <a:pt x="91" y="71"/>
                </a:lnTo>
                <a:lnTo>
                  <a:pt x="81" y="81"/>
                </a:lnTo>
                <a:lnTo>
                  <a:pt x="65" y="98"/>
                </a:lnTo>
                <a:lnTo>
                  <a:pt x="51" y="118"/>
                </a:lnTo>
                <a:lnTo>
                  <a:pt x="38" y="137"/>
                </a:lnTo>
                <a:lnTo>
                  <a:pt x="27" y="157"/>
                </a:lnTo>
                <a:lnTo>
                  <a:pt x="18" y="179"/>
                </a:lnTo>
                <a:lnTo>
                  <a:pt x="11" y="201"/>
                </a:lnTo>
                <a:lnTo>
                  <a:pt x="6" y="224"/>
                </a:lnTo>
                <a:lnTo>
                  <a:pt x="2" y="247"/>
                </a:lnTo>
                <a:lnTo>
                  <a:pt x="0" y="270"/>
                </a:lnTo>
                <a:lnTo>
                  <a:pt x="1" y="294"/>
                </a:lnTo>
                <a:lnTo>
                  <a:pt x="3" y="316"/>
                </a:lnTo>
                <a:lnTo>
                  <a:pt x="8" y="339"/>
                </a:lnTo>
                <a:lnTo>
                  <a:pt x="14" y="361"/>
                </a:lnTo>
                <a:lnTo>
                  <a:pt x="22" y="383"/>
                </a:lnTo>
                <a:lnTo>
                  <a:pt x="31" y="403"/>
                </a:lnTo>
                <a:lnTo>
                  <a:pt x="43" y="423"/>
                </a:lnTo>
                <a:lnTo>
                  <a:pt x="47" y="428"/>
                </a:lnTo>
                <a:lnTo>
                  <a:pt x="52" y="430"/>
                </a:lnTo>
                <a:lnTo>
                  <a:pt x="57" y="430"/>
                </a:lnTo>
                <a:lnTo>
                  <a:pt x="62" y="428"/>
                </a:lnTo>
                <a:lnTo>
                  <a:pt x="67" y="423"/>
                </a:lnTo>
                <a:lnTo>
                  <a:pt x="69" y="419"/>
                </a:lnTo>
                <a:lnTo>
                  <a:pt x="69" y="414"/>
                </a:lnTo>
                <a:lnTo>
                  <a:pt x="67" y="408"/>
                </a:lnTo>
                <a:lnTo>
                  <a:pt x="56" y="390"/>
                </a:lnTo>
                <a:lnTo>
                  <a:pt x="47" y="371"/>
                </a:lnTo>
                <a:lnTo>
                  <a:pt x="40" y="352"/>
                </a:lnTo>
                <a:lnTo>
                  <a:pt x="35" y="331"/>
                </a:lnTo>
                <a:lnTo>
                  <a:pt x="31" y="311"/>
                </a:lnTo>
                <a:lnTo>
                  <a:pt x="29" y="290"/>
                </a:lnTo>
                <a:lnTo>
                  <a:pt x="28" y="269"/>
                </a:lnTo>
                <a:lnTo>
                  <a:pt x="30" y="248"/>
                </a:lnTo>
                <a:lnTo>
                  <a:pt x="33" y="228"/>
                </a:lnTo>
                <a:lnTo>
                  <a:pt x="38" y="209"/>
                </a:lnTo>
                <a:lnTo>
                  <a:pt x="44" y="188"/>
                </a:lnTo>
                <a:lnTo>
                  <a:pt x="53" y="170"/>
                </a:lnTo>
                <a:lnTo>
                  <a:pt x="62" y="151"/>
                </a:lnTo>
                <a:lnTo>
                  <a:pt x="73" y="134"/>
                </a:lnTo>
                <a:lnTo>
                  <a:pt x="86" y="116"/>
                </a:lnTo>
                <a:lnTo>
                  <a:pt x="100" y="101"/>
                </a:lnTo>
                <a:lnTo>
                  <a:pt x="110" y="92"/>
                </a:lnTo>
                <a:lnTo>
                  <a:pt x="119" y="84"/>
                </a:lnTo>
                <a:lnTo>
                  <a:pt x="129" y="77"/>
                </a:lnTo>
                <a:lnTo>
                  <a:pt x="140" y="69"/>
                </a:lnTo>
                <a:lnTo>
                  <a:pt x="149" y="63"/>
                </a:lnTo>
                <a:lnTo>
                  <a:pt x="160" y="57"/>
                </a:lnTo>
                <a:lnTo>
                  <a:pt x="171" y="52"/>
                </a:lnTo>
                <a:lnTo>
                  <a:pt x="183" y="47"/>
                </a:lnTo>
                <a:lnTo>
                  <a:pt x="193" y="42"/>
                </a:lnTo>
                <a:lnTo>
                  <a:pt x="205" y="39"/>
                </a:lnTo>
                <a:lnTo>
                  <a:pt x="217" y="36"/>
                </a:lnTo>
                <a:lnTo>
                  <a:pt x="228" y="33"/>
                </a:lnTo>
                <a:lnTo>
                  <a:pt x="239" y="32"/>
                </a:lnTo>
                <a:lnTo>
                  <a:pt x="251" y="29"/>
                </a:lnTo>
                <a:lnTo>
                  <a:pt x="263" y="29"/>
                </a:lnTo>
                <a:lnTo>
                  <a:pt x="275" y="28"/>
                </a:lnTo>
                <a:lnTo>
                  <a:pt x="287" y="29"/>
                </a:lnTo>
                <a:lnTo>
                  <a:pt x="298" y="29"/>
                </a:lnTo>
                <a:lnTo>
                  <a:pt x="310" y="32"/>
                </a:lnTo>
                <a:lnTo>
                  <a:pt x="322" y="33"/>
                </a:lnTo>
                <a:lnTo>
                  <a:pt x="334" y="36"/>
                </a:lnTo>
                <a:lnTo>
                  <a:pt x="346" y="39"/>
                </a:lnTo>
                <a:lnTo>
                  <a:pt x="357" y="42"/>
                </a:lnTo>
                <a:lnTo>
                  <a:pt x="368" y="47"/>
                </a:lnTo>
                <a:lnTo>
                  <a:pt x="379" y="52"/>
                </a:lnTo>
                <a:lnTo>
                  <a:pt x="391" y="57"/>
                </a:lnTo>
                <a:lnTo>
                  <a:pt x="400" y="63"/>
                </a:lnTo>
                <a:lnTo>
                  <a:pt x="411" y="69"/>
                </a:lnTo>
                <a:lnTo>
                  <a:pt x="422" y="77"/>
                </a:lnTo>
                <a:lnTo>
                  <a:pt x="431" y="84"/>
                </a:lnTo>
                <a:lnTo>
                  <a:pt x="441" y="92"/>
                </a:lnTo>
                <a:lnTo>
                  <a:pt x="450" y="101"/>
                </a:lnTo>
                <a:lnTo>
                  <a:pt x="458" y="110"/>
                </a:lnTo>
                <a:lnTo>
                  <a:pt x="467" y="120"/>
                </a:lnTo>
                <a:lnTo>
                  <a:pt x="474" y="129"/>
                </a:lnTo>
                <a:lnTo>
                  <a:pt x="482" y="140"/>
                </a:lnTo>
                <a:lnTo>
                  <a:pt x="488" y="150"/>
                </a:lnTo>
                <a:lnTo>
                  <a:pt x="494" y="160"/>
                </a:lnTo>
                <a:lnTo>
                  <a:pt x="499" y="171"/>
                </a:lnTo>
                <a:lnTo>
                  <a:pt x="504" y="183"/>
                </a:lnTo>
                <a:lnTo>
                  <a:pt x="509" y="194"/>
                </a:lnTo>
                <a:lnTo>
                  <a:pt x="512" y="206"/>
                </a:lnTo>
                <a:lnTo>
                  <a:pt x="515" y="217"/>
                </a:lnTo>
                <a:lnTo>
                  <a:pt x="517" y="228"/>
                </a:lnTo>
                <a:lnTo>
                  <a:pt x="519" y="240"/>
                </a:lnTo>
                <a:lnTo>
                  <a:pt x="522" y="252"/>
                </a:lnTo>
                <a:lnTo>
                  <a:pt x="522" y="264"/>
                </a:lnTo>
                <a:lnTo>
                  <a:pt x="523" y="275"/>
                </a:lnTo>
                <a:lnTo>
                  <a:pt x="522" y="288"/>
                </a:lnTo>
                <a:lnTo>
                  <a:pt x="522" y="300"/>
                </a:lnTo>
                <a:lnTo>
                  <a:pt x="519" y="312"/>
                </a:lnTo>
                <a:lnTo>
                  <a:pt x="517" y="323"/>
                </a:lnTo>
                <a:lnTo>
                  <a:pt x="515" y="334"/>
                </a:lnTo>
                <a:lnTo>
                  <a:pt x="512" y="346"/>
                </a:lnTo>
                <a:lnTo>
                  <a:pt x="509" y="358"/>
                </a:lnTo>
                <a:lnTo>
                  <a:pt x="504" y="369"/>
                </a:lnTo>
                <a:lnTo>
                  <a:pt x="499" y="379"/>
                </a:lnTo>
                <a:lnTo>
                  <a:pt x="494" y="391"/>
                </a:lnTo>
                <a:lnTo>
                  <a:pt x="488" y="402"/>
                </a:lnTo>
                <a:lnTo>
                  <a:pt x="482" y="412"/>
                </a:lnTo>
                <a:lnTo>
                  <a:pt x="474" y="422"/>
                </a:lnTo>
                <a:lnTo>
                  <a:pt x="467" y="432"/>
                </a:lnTo>
                <a:lnTo>
                  <a:pt x="458" y="442"/>
                </a:lnTo>
                <a:lnTo>
                  <a:pt x="450" y="450"/>
                </a:lnTo>
                <a:lnTo>
                  <a:pt x="434" y="465"/>
                </a:lnTo>
                <a:lnTo>
                  <a:pt x="416" y="478"/>
                </a:lnTo>
                <a:lnTo>
                  <a:pt x="398" y="490"/>
                </a:lnTo>
                <a:lnTo>
                  <a:pt x="380" y="500"/>
                </a:lnTo>
                <a:lnTo>
                  <a:pt x="361" y="508"/>
                </a:lnTo>
                <a:lnTo>
                  <a:pt x="340" y="515"/>
                </a:lnTo>
                <a:lnTo>
                  <a:pt x="320" y="519"/>
                </a:lnTo>
                <a:lnTo>
                  <a:pt x="300" y="522"/>
                </a:lnTo>
                <a:lnTo>
                  <a:pt x="279" y="523"/>
                </a:lnTo>
                <a:lnTo>
                  <a:pt x="258" y="522"/>
                </a:lnTo>
                <a:lnTo>
                  <a:pt x="237" y="520"/>
                </a:lnTo>
                <a:lnTo>
                  <a:pt x="216" y="516"/>
                </a:lnTo>
                <a:lnTo>
                  <a:pt x="197" y="510"/>
                </a:lnTo>
                <a:lnTo>
                  <a:pt x="176" y="503"/>
                </a:lnTo>
                <a:lnTo>
                  <a:pt x="157" y="493"/>
                </a:lnTo>
                <a:lnTo>
                  <a:pt x="139" y="481"/>
                </a:lnTo>
                <a:lnTo>
                  <a:pt x="133" y="479"/>
                </a:lnTo>
                <a:lnTo>
                  <a:pt x="128" y="479"/>
                </a:lnTo>
                <a:lnTo>
                  <a:pt x="122" y="481"/>
                </a:lnTo>
                <a:lnTo>
                  <a:pt x="119" y="486"/>
                </a:lnTo>
                <a:lnTo>
                  <a:pt x="117" y="490"/>
                </a:lnTo>
                <a:lnTo>
                  <a:pt x="117" y="495"/>
                </a:lnTo>
                <a:lnTo>
                  <a:pt x="119" y="501"/>
                </a:lnTo>
                <a:lnTo>
                  <a:pt x="122" y="505"/>
                </a:lnTo>
                <a:lnTo>
                  <a:pt x="141" y="516"/>
                </a:lnTo>
                <a:lnTo>
                  <a:pt x="159" y="525"/>
                </a:lnTo>
                <a:lnTo>
                  <a:pt x="177" y="533"/>
                </a:lnTo>
                <a:lnTo>
                  <a:pt x="197" y="539"/>
                </a:lnTo>
                <a:lnTo>
                  <a:pt x="216" y="545"/>
                </a:lnTo>
                <a:lnTo>
                  <a:pt x="235" y="548"/>
                </a:lnTo>
                <a:lnTo>
                  <a:pt x="256" y="550"/>
                </a:lnTo>
                <a:lnTo>
                  <a:pt x="275" y="551"/>
                </a:lnTo>
                <a:lnTo>
                  <a:pt x="294" y="550"/>
                </a:lnTo>
                <a:lnTo>
                  <a:pt x="315" y="548"/>
                </a:lnTo>
                <a:lnTo>
                  <a:pt x="334" y="545"/>
                </a:lnTo>
                <a:lnTo>
                  <a:pt x="353" y="539"/>
                </a:lnTo>
                <a:lnTo>
                  <a:pt x="371" y="533"/>
                </a:lnTo>
                <a:lnTo>
                  <a:pt x="391" y="525"/>
                </a:lnTo>
                <a:lnTo>
                  <a:pt x="408" y="517"/>
                </a:lnTo>
                <a:lnTo>
                  <a:pt x="425" y="506"/>
                </a:lnTo>
                <a:lnTo>
                  <a:pt x="471" y="552"/>
                </a:lnTo>
                <a:lnTo>
                  <a:pt x="471" y="552"/>
                </a:lnTo>
                <a:lnTo>
                  <a:pt x="471" y="552"/>
                </a:lnTo>
                <a:lnTo>
                  <a:pt x="471" y="552"/>
                </a:lnTo>
                <a:lnTo>
                  <a:pt x="471" y="552"/>
                </a:lnTo>
                <a:lnTo>
                  <a:pt x="615" y="695"/>
                </a:lnTo>
                <a:lnTo>
                  <a:pt x="619" y="699"/>
                </a:lnTo>
                <a:lnTo>
                  <a:pt x="624" y="703"/>
                </a:lnTo>
                <a:lnTo>
                  <a:pt x="628" y="706"/>
                </a:lnTo>
                <a:lnTo>
                  <a:pt x="633" y="708"/>
                </a:lnTo>
                <a:lnTo>
                  <a:pt x="639" y="710"/>
                </a:lnTo>
                <a:lnTo>
                  <a:pt x="644" y="711"/>
                </a:lnTo>
                <a:lnTo>
                  <a:pt x="649" y="712"/>
                </a:lnTo>
                <a:lnTo>
                  <a:pt x="655" y="712"/>
                </a:lnTo>
                <a:lnTo>
                  <a:pt x="660" y="712"/>
                </a:lnTo>
                <a:lnTo>
                  <a:pt x="665" y="711"/>
                </a:lnTo>
                <a:lnTo>
                  <a:pt x="671" y="710"/>
                </a:lnTo>
                <a:lnTo>
                  <a:pt x="676" y="708"/>
                </a:lnTo>
                <a:lnTo>
                  <a:pt x="681" y="706"/>
                </a:lnTo>
                <a:lnTo>
                  <a:pt x="686" y="703"/>
                </a:lnTo>
                <a:lnTo>
                  <a:pt x="690" y="699"/>
                </a:lnTo>
                <a:lnTo>
                  <a:pt x="694" y="695"/>
                </a:lnTo>
                <a:lnTo>
                  <a:pt x="699" y="691"/>
                </a:lnTo>
                <a:lnTo>
                  <a:pt x="702" y="686"/>
                </a:lnTo>
                <a:lnTo>
                  <a:pt x="705" y="682"/>
                </a:lnTo>
                <a:lnTo>
                  <a:pt x="707" y="677"/>
                </a:lnTo>
                <a:lnTo>
                  <a:pt x="710" y="666"/>
                </a:lnTo>
                <a:lnTo>
                  <a:pt x="711" y="655"/>
                </a:lnTo>
                <a:lnTo>
                  <a:pt x="710" y="645"/>
                </a:lnTo>
                <a:lnTo>
                  <a:pt x="707" y="634"/>
                </a:lnTo>
                <a:lnTo>
                  <a:pt x="705" y="630"/>
                </a:lnTo>
                <a:lnTo>
                  <a:pt x="702" y="624"/>
                </a:lnTo>
                <a:lnTo>
                  <a:pt x="699" y="620"/>
                </a:lnTo>
                <a:lnTo>
                  <a:pt x="694" y="616"/>
                </a:lnTo>
                <a:close/>
                <a:moveTo>
                  <a:pt x="449" y="490"/>
                </a:moveTo>
                <a:lnTo>
                  <a:pt x="459" y="480"/>
                </a:lnTo>
                <a:lnTo>
                  <a:pt x="470" y="471"/>
                </a:lnTo>
                <a:lnTo>
                  <a:pt x="480" y="460"/>
                </a:lnTo>
                <a:lnTo>
                  <a:pt x="489" y="449"/>
                </a:lnTo>
                <a:lnTo>
                  <a:pt x="522" y="481"/>
                </a:lnTo>
                <a:lnTo>
                  <a:pt x="522" y="481"/>
                </a:lnTo>
                <a:lnTo>
                  <a:pt x="522" y="483"/>
                </a:lnTo>
                <a:lnTo>
                  <a:pt x="481" y="522"/>
                </a:lnTo>
                <a:lnTo>
                  <a:pt x="449" y="490"/>
                </a:lnTo>
                <a:close/>
                <a:moveTo>
                  <a:pt x="675" y="676"/>
                </a:moveTo>
                <a:lnTo>
                  <a:pt x="671" y="679"/>
                </a:lnTo>
                <a:lnTo>
                  <a:pt x="665" y="682"/>
                </a:lnTo>
                <a:lnTo>
                  <a:pt x="660" y="683"/>
                </a:lnTo>
                <a:lnTo>
                  <a:pt x="655" y="684"/>
                </a:lnTo>
                <a:lnTo>
                  <a:pt x="649" y="683"/>
                </a:lnTo>
                <a:lnTo>
                  <a:pt x="644" y="682"/>
                </a:lnTo>
                <a:lnTo>
                  <a:pt x="639" y="679"/>
                </a:lnTo>
                <a:lnTo>
                  <a:pt x="634" y="676"/>
                </a:lnTo>
                <a:lnTo>
                  <a:pt x="501" y="543"/>
                </a:lnTo>
                <a:lnTo>
                  <a:pt x="541" y="502"/>
                </a:lnTo>
                <a:lnTo>
                  <a:pt x="541" y="502"/>
                </a:lnTo>
                <a:lnTo>
                  <a:pt x="541" y="502"/>
                </a:lnTo>
                <a:lnTo>
                  <a:pt x="675" y="635"/>
                </a:lnTo>
                <a:lnTo>
                  <a:pt x="678" y="639"/>
                </a:lnTo>
                <a:lnTo>
                  <a:pt x="681" y="645"/>
                </a:lnTo>
                <a:lnTo>
                  <a:pt x="683" y="650"/>
                </a:lnTo>
                <a:lnTo>
                  <a:pt x="684" y="655"/>
                </a:lnTo>
                <a:lnTo>
                  <a:pt x="683" y="661"/>
                </a:lnTo>
                <a:lnTo>
                  <a:pt x="681" y="666"/>
                </a:lnTo>
                <a:lnTo>
                  <a:pt x="678" y="671"/>
                </a:lnTo>
                <a:lnTo>
                  <a:pt x="675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8" name="Freeform 56">
            <a:extLst>
              <a:ext uri="{FF2B5EF4-FFF2-40B4-BE49-F238E27FC236}">
                <a16:creationId xmlns:a16="http://schemas.microsoft.com/office/drawing/2014/main" id="{B8CFAF20-6DC5-4B97-8771-89D5AE88E349}"/>
              </a:ext>
            </a:extLst>
          </p:cNvPr>
          <p:cNvSpPr>
            <a:spLocks/>
          </p:cNvSpPr>
          <p:nvPr/>
        </p:nvSpPr>
        <p:spPr bwMode="auto">
          <a:xfrm>
            <a:off x="2684463" y="4049713"/>
            <a:ext cx="57150" cy="76200"/>
          </a:xfrm>
          <a:custGeom>
            <a:avLst/>
            <a:gdLst>
              <a:gd name="T0" fmla="*/ 19 w 106"/>
              <a:gd name="T1" fmla="*/ 1 h 144"/>
              <a:gd name="T2" fmla="*/ 14 w 106"/>
              <a:gd name="T3" fmla="*/ 0 h 144"/>
              <a:gd name="T4" fmla="*/ 9 w 106"/>
              <a:gd name="T5" fmla="*/ 1 h 144"/>
              <a:gd name="T6" fmla="*/ 4 w 106"/>
              <a:gd name="T7" fmla="*/ 4 h 144"/>
              <a:gd name="T8" fmla="*/ 1 w 106"/>
              <a:gd name="T9" fmla="*/ 9 h 144"/>
              <a:gd name="T10" fmla="*/ 0 w 106"/>
              <a:gd name="T11" fmla="*/ 14 h 144"/>
              <a:gd name="T12" fmla="*/ 1 w 106"/>
              <a:gd name="T13" fmla="*/ 20 h 144"/>
              <a:gd name="T14" fmla="*/ 4 w 106"/>
              <a:gd name="T15" fmla="*/ 24 h 144"/>
              <a:gd name="T16" fmla="*/ 9 w 106"/>
              <a:gd name="T17" fmla="*/ 27 h 144"/>
              <a:gd name="T18" fmla="*/ 17 w 106"/>
              <a:gd name="T19" fmla="*/ 30 h 144"/>
              <a:gd name="T20" fmla="*/ 24 w 106"/>
              <a:gd name="T21" fmla="*/ 35 h 144"/>
              <a:gd name="T22" fmla="*/ 31 w 106"/>
              <a:gd name="T23" fmla="*/ 39 h 144"/>
              <a:gd name="T24" fmla="*/ 38 w 106"/>
              <a:gd name="T25" fmla="*/ 44 h 144"/>
              <a:gd name="T26" fmla="*/ 44 w 106"/>
              <a:gd name="T27" fmla="*/ 50 h 144"/>
              <a:gd name="T28" fmla="*/ 50 w 106"/>
              <a:gd name="T29" fmla="*/ 55 h 144"/>
              <a:gd name="T30" fmla="*/ 55 w 106"/>
              <a:gd name="T31" fmla="*/ 62 h 144"/>
              <a:gd name="T32" fmla="*/ 60 w 106"/>
              <a:gd name="T33" fmla="*/ 68 h 144"/>
              <a:gd name="T34" fmla="*/ 65 w 106"/>
              <a:gd name="T35" fmla="*/ 76 h 144"/>
              <a:gd name="T36" fmla="*/ 68 w 106"/>
              <a:gd name="T37" fmla="*/ 82 h 144"/>
              <a:gd name="T38" fmla="*/ 71 w 106"/>
              <a:gd name="T39" fmla="*/ 90 h 144"/>
              <a:gd name="T40" fmla="*/ 74 w 106"/>
              <a:gd name="T41" fmla="*/ 98 h 144"/>
              <a:gd name="T42" fmla="*/ 76 w 106"/>
              <a:gd name="T43" fmla="*/ 106 h 144"/>
              <a:gd name="T44" fmla="*/ 77 w 106"/>
              <a:gd name="T45" fmla="*/ 114 h 144"/>
              <a:gd name="T46" fmla="*/ 78 w 106"/>
              <a:gd name="T47" fmla="*/ 123 h 144"/>
              <a:gd name="T48" fmla="*/ 78 w 106"/>
              <a:gd name="T49" fmla="*/ 130 h 144"/>
              <a:gd name="T50" fmla="*/ 80 w 106"/>
              <a:gd name="T51" fmla="*/ 137 h 144"/>
              <a:gd name="T52" fmla="*/ 83 w 106"/>
              <a:gd name="T53" fmla="*/ 141 h 144"/>
              <a:gd name="T54" fmla="*/ 87 w 106"/>
              <a:gd name="T55" fmla="*/ 143 h 144"/>
              <a:gd name="T56" fmla="*/ 92 w 106"/>
              <a:gd name="T57" fmla="*/ 144 h 144"/>
              <a:gd name="T58" fmla="*/ 98 w 106"/>
              <a:gd name="T59" fmla="*/ 143 h 144"/>
              <a:gd name="T60" fmla="*/ 102 w 106"/>
              <a:gd name="T61" fmla="*/ 141 h 144"/>
              <a:gd name="T62" fmla="*/ 105 w 106"/>
              <a:gd name="T63" fmla="*/ 137 h 144"/>
              <a:gd name="T64" fmla="*/ 106 w 106"/>
              <a:gd name="T65" fmla="*/ 130 h 144"/>
              <a:gd name="T66" fmla="*/ 106 w 106"/>
              <a:gd name="T67" fmla="*/ 121 h 144"/>
              <a:gd name="T68" fmla="*/ 105 w 106"/>
              <a:gd name="T69" fmla="*/ 110 h 144"/>
              <a:gd name="T70" fmla="*/ 103 w 106"/>
              <a:gd name="T71" fmla="*/ 99 h 144"/>
              <a:gd name="T72" fmla="*/ 100 w 106"/>
              <a:gd name="T73" fmla="*/ 90 h 144"/>
              <a:gd name="T74" fmla="*/ 97 w 106"/>
              <a:gd name="T75" fmla="*/ 80 h 144"/>
              <a:gd name="T76" fmla="*/ 92 w 106"/>
              <a:gd name="T77" fmla="*/ 70 h 144"/>
              <a:gd name="T78" fmla="*/ 88 w 106"/>
              <a:gd name="T79" fmla="*/ 62 h 144"/>
              <a:gd name="T80" fmla="*/ 83 w 106"/>
              <a:gd name="T81" fmla="*/ 53 h 144"/>
              <a:gd name="T82" fmla="*/ 77 w 106"/>
              <a:gd name="T83" fmla="*/ 44 h 144"/>
              <a:gd name="T84" fmla="*/ 70 w 106"/>
              <a:gd name="T85" fmla="*/ 37 h 144"/>
              <a:gd name="T86" fmla="*/ 63 w 106"/>
              <a:gd name="T87" fmla="*/ 29 h 144"/>
              <a:gd name="T88" fmla="*/ 56 w 106"/>
              <a:gd name="T89" fmla="*/ 23 h 144"/>
              <a:gd name="T90" fmla="*/ 47 w 106"/>
              <a:gd name="T91" fmla="*/ 17 h 144"/>
              <a:gd name="T92" fmla="*/ 39 w 106"/>
              <a:gd name="T93" fmla="*/ 10 h 144"/>
              <a:gd name="T94" fmla="*/ 29 w 106"/>
              <a:gd name="T95" fmla="*/ 6 h 144"/>
              <a:gd name="T96" fmla="*/ 19 w 106"/>
              <a:gd name="T97" fmla="*/ 1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6" h="144">
                <a:moveTo>
                  <a:pt x="19" y="1"/>
                </a:move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9" y="27"/>
                </a:lnTo>
                <a:lnTo>
                  <a:pt x="17" y="30"/>
                </a:lnTo>
                <a:lnTo>
                  <a:pt x="24" y="35"/>
                </a:lnTo>
                <a:lnTo>
                  <a:pt x="31" y="39"/>
                </a:lnTo>
                <a:lnTo>
                  <a:pt x="38" y="44"/>
                </a:lnTo>
                <a:lnTo>
                  <a:pt x="44" y="50"/>
                </a:lnTo>
                <a:lnTo>
                  <a:pt x="50" y="55"/>
                </a:lnTo>
                <a:lnTo>
                  <a:pt x="55" y="62"/>
                </a:lnTo>
                <a:lnTo>
                  <a:pt x="60" y="68"/>
                </a:lnTo>
                <a:lnTo>
                  <a:pt x="65" y="76"/>
                </a:lnTo>
                <a:lnTo>
                  <a:pt x="68" y="82"/>
                </a:lnTo>
                <a:lnTo>
                  <a:pt x="71" y="90"/>
                </a:lnTo>
                <a:lnTo>
                  <a:pt x="74" y="98"/>
                </a:lnTo>
                <a:lnTo>
                  <a:pt x="76" y="106"/>
                </a:lnTo>
                <a:lnTo>
                  <a:pt x="77" y="114"/>
                </a:lnTo>
                <a:lnTo>
                  <a:pt x="78" y="123"/>
                </a:lnTo>
                <a:lnTo>
                  <a:pt x="78" y="130"/>
                </a:lnTo>
                <a:lnTo>
                  <a:pt x="80" y="137"/>
                </a:lnTo>
                <a:lnTo>
                  <a:pt x="83" y="141"/>
                </a:lnTo>
                <a:lnTo>
                  <a:pt x="87" y="143"/>
                </a:lnTo>
                <a:lnTo>
                  <a:pt x="92" y="144"/>
                </a:lnTo>
                <a:lnTo>
                  <a:pt x="98" y="143"/>
                </a:lnTo>
                <a:lnTo>
                  <a:pt x="102" y="141"/>
                </a:lnTo>
                <a:lnTo>
                  <a:pt x="105" y="137"/>
                </a:lnTo>
                <a:lnTo>
                  <a:pt x="106" y="130"/>
                </a:lnTo>
                <a:lnTo>
                  <a:pt x="106" y="121"/>
                </a:lnTo>
                <a:lnTo>
                  <a:pt x="105" y="110"/>
                </a:lnTo>
                <a:lnTo>
                  <a:pt x="103" y="99"/>
                </a:lnTo>
                <a:lnTo>
                  <a:pt x="100" y="90"/>
                </a:lnTo>
                <a:lnTo>
                  <a:pt x="97" y="80"/>
                </a:lnTo>
                <a:lnTo>
                  <a:pt x="92" y="70"/>
                </a:lnTo>
                <a:lnTo>
                  <a:pt x="88" y="62"/>
                </a:lnTo>
                <a:lnTo>
                  <a:pt x="83" y="53"/>
                </a:lnTo>
                <a:lnTo>
                  <a:pt x="77" y="44"/>
                </a:lnTo>
                <a:lnTo>
                  <a:pt x="70" y="37"/>
                </a:lnTo>
                <a:lnTo>
                  <a:pt x="63" y="29"/>
                </a:lnTo>
                <a:lnTo>
                  <a:pt x="56" y="23"/>
                </a:lnTo>
                <a:lnTo>
                  <a:pt x="47" y="17"/>
                </a:lnTo>
                <a:lnTo>
                  <a:pt x="39" y="10"/>
                </a:lnTo>
                <a:lnTo>
                  <a:pt x="29" y="6"/>
                </a:lnTo>
                <a:lnTo>
                  <a:pt x="19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9" name="Freeform 57">
            <a:extLst>
              <a:ext uri="{FF2B5EF4-FFF2-40B4-BE49-F238E27FC236}">
                <a16:creationId xmlns:a16="http://schemas.microsoft.com/office/drawing/2014/main" id="{ACFBB1EF-86C0-478A-8F83-40E799496885}"/>
              </a:ext>
            </a:extLst>
          </p:cNvPr>
          <p:cNvSpPr>
            <a:spLocks/>
          </p:cNvSpPr>
          <p:nvPr/>
        </p:nvSpPr>
        <p:spPr bwMode="auto">
          <a:xfrm>
            <a:off x="2659063" y="4044951"/>
            <a:ext cx="15875" cy="14288"/>
          </a:xfrm>
          <a:custGeom>
            <a:avLst/>
            <a:gdLst>
              <a:gd name="T0" fmla="*/ 16 w 30"/>
              <a:gd name="T1" fmla="*/ 0 h 28"/>
              <a:gd name="T2" fmla="*/ 15 w 30"/>
              <a:gd name="T3" fmla="*/ 0 h 28"/>
              <a:gd name="T4" fmla="*/ 14 w 30"/>
              <a:gd name="T5" fmla="*/ 0 h 28"/>
              <a:gd name="T6" fmla="*/ 8 w 30"/>
              <a:gd name="T7" fmla="*/ 1 h 28"/>
              <a:gd name="T8" fmla="*/ 4 w 30"/>
              <a:gd name="T9" fmla="*/ 4 h 28"/>
              <a:gd name="T10" fmla="*/ 1 w 30"/>
              <a:gd name="T11" fmla="*/ 8 h 28"/>
              <a:gd name="T12" fmla="*/ 0 w 30"/>
              <a:gd name="T13" fmla="*/ 14 h 28"/>
              <a:gd name="T14" fmla="*/ 1 w 30"/>
              <a:gd name="T15" fmla="*/ 19 h 28"/>
              <a:gd name="T16" fmla="*/ 4 w 30"/>
              <a:gd name="T17" fmla="*/ 23 h 28"/>
              <a:gd name="T18" fmla="*/ 8 w 30"/>
              <a:gd name="T19" fmla="*/ 27 h 28"/>
              <a:gd name="T20" fmla="*/ 14 w 30"/>
              <a:gd name="T21" fmla="*/ 28 h 28"/>
              <a:gd name="T22" fmla="*/ 15 w 30"/>
              <a:gd name="T23" fmla="*/ 28 h 28"/>
              <a:gd name="T24" fmla="*/ 16 w 30"/>
              <a:gd name="T25" fmla="*/ 28 h 28"/>
              <a:gd name="T26" fmla="*/ 16 w 30"/>
              <a:gd name="T27" fmla="*/ 28 h 28"/>
              <a:gd name="T28" fmla="*/ 16 w 30"/>
              <a:gd name="T29" fmla="*/ 28 h 28"/>
              <a:gd name="T30" fmla="*/ 21 w 30"/>
              <a:gd name="T31" fmla="*/ 27 h 28"/>
              <a:gd name="T32" fmla="*/ 26 w 30"/>
              <a:gd name="T33" fmla="*/ 23 h 28"/>
              <a:gd name="T34" fmla="*/ 29 w 30"/>
              <a:gd name="T35" fmla="*/ 19 h 28"/>
              <a:gd name="T36" fmla="*/ 30 w 30"/>
              <a:gd name="T37" fmla="*/ 14 h 28"/>
              <a:gd name="T38" fmla="*/ 29 w 30"/>
              <a:gd name="T39" fmla="*/ 8 h 28"/>
              <a:gd name="T40" fmla="*/ 26 w 30"/>
              <a:gd name="T41" fmla="*/ 4 h 28"/>
              <a:gd name="T42" fmla="*/ 21 w 30"/>
              <a:gd name="T43" fmla="*/ 1 h 28"/>
              <a:gd name="T44" fmla="*/ 16 w 30"/>
              <a:gd name="T45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" h="28">
                <a:moveTo>
                  <a:pt x="16" y="0"/>
                </a:moveTo>
                <a:lnTo>
                  <a:pt x="15" y="0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7"/>
                </a:lnTo>
                <a:lnTo>
                  <a:pt x="14" y="28"/>
                </a:lnTo>
                <a:lnTo>
                  <a:pt x="15" y="28"/>
                </a:lnTo>
                <a:lnTo>
                  <a:pt x="16" y="28"/>
                </a:lnTo>
                <a:lnTo>
                  <a:pt x="16" y="28"/>
                </a:lnTo>
                <a:lnTo>
                  <a:pt x="16" y="28"/>
                </a:lnTo>
                <a:lnTo>
                  <a:pt x="21" y="27"/>
                </a:lnTo>
                <a:lnTo>
                  <a:pt x="26" y="23"/>
                </a:lnTo>
                <a:lnTo>
                  <a:pt x="29" y="19"/>
                </a:lnTo>
                <a:lnTo>
                  <a:pt x="30" y="14"/>
                </a:lnTo>
                <a:lnTo>
                  <a:pt x="29" y="8"/>
                </a:lnTo>
                <a:lnTo>
                  <a:pt x="26" y="4"/>
                </a:lnTo>
                <a:lnTo>
                  <a:pt x="21" y="1"/>
                </a:lnTo>
                <a:lnTo>
                  <a:pt x="1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7EFBB3B-4C36-4B63-B28B-29D2D76EE4EF}"/>
              </a:ext>
            </a:extLst>
          </p:cNvPr>
          <p:cNvGrpSpPr/>
          <p:nvPr/>
        </p:nvGrpSpPr>
        <p:grpSpPr>
          <a:xfrm>
            <a:off x="2520951" y="3241676"/>
            <a:ext cx="376237" cy="374650"/>
            <a:chOff x="2520951" y="3241676"/>
            <a:chExt cx="376237" cy="374650"/>
          </a:xfrm>
          <a:solidFill>
            <a:schemeClr val="bg1"/>
          </a:solidFill>
        </p:grpSpPr>
        <p:sp>
          <p:nvSpPr>
            <p:cNvPr id="330" name="Freeform 58">
              <a:extLst>
                <a:ext uri="{FF2B5EF4-FFF2-40B4-BE49-F238E27FC236}">
                  <a16:creationId xmlns:a16="http://schemas.microsoft.com/office/drawing/2014/main" id="{84531946-B7D8-43EF-988D-A7FEEBF60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901" y="3311526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1" name="Freeform 59">
              <a:extLst>
                <a:ext uri="{FF2B5EF4-FFF2-40B4-BE49-F238E27FC236}">
                  <a16:creationId xmlns:a16="http://schemas.microsoft.com/office/drawing/2014/main" id="{AFA11B71-45C4-4FB1-A726-F66B1E76C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951" y="3241676"/>
              <a:ext cx="100013" cy="98425"/>
            </a:xfrm>
            <a:custGeom>
              <a:avLst/>
              <a:gdLst>
                <a:gd name="T0" fmla="*/ 174 w 187"/>
                <a:gd name="T1" fmla="*/ 0 h 186"/>
                <a:gd name="T2" fmla="*/ 14 w 187"/>
                <a:gd name="T3" fmla="*/ 0 h 186"/>
                <a:gd name="T4" fmla="*/ 9 w 187"/>
                <a:gd name="T5" fmla="*/ 1 h 186"/>
                <a:gd name="T6" fmla="*/ 4 w 187"/>
                <a:gd name="T7" fmla="*/ 4 h 186"/>
                <a:gd name="T8" fmla="*/ 1 w 187"/>
                <a:gd name="T9" fmla="*/ 8 h 186"/>
                <a:gd name="T10" fmla="*/ 0 w 187"/>
                <a:gd name="T11" fmla="*/ 14 h 186"/>
                <a:gd name="T12" fmla="*/ 0 w 187"/>
                <a:gd name="T13" fmla="*/ 172 h 186"/>
                <a:gd name="T14" fmla="*/ 1 w 187"/>
                <a:gd name="T15" fmla="*/ 178 h 186"/>
                <a:gd name="T16" fmla="*/ 4 w 187"/>
                <a:gd name="T17" fmla="*/ 182 h 186"/>
                <a:gd name="T18" fmla="*/ 9 w 187"/>
                <a:gd name="T19" fmla="*/ 185 h 186"/>
                <a:gd name="T20" fmla="*/ 14 w 187"/>
                <a:gd name="T21" fmla="*/ 186 h 186"/>
                <a:gd name="T22" fmla="*/ 19 w 187"/>
                <a:gd name="T23" fmla="*/ 185 h 186"/>
                <a:gd name="T24" fmla="*/ 24 w 187"/>
                <a:gd name="T25" fmla="*/ 182 h 186"/>
                <a:gd name="T26" fmla="*/ 27 w 187"/>
                <a:gd name="T27" fmla="*/ 178 h 186"/>
                <a:gd name="T28" fmla="*/ 28 w 187"/>
                <a:gd name="T29" fmla="*/ 172 h 186"/>
                <a:gd name="T30" fmla="*/ 28 w 187"/>
                <a:gd name="T31" fmla="*/ 28 h 186"/>
                <a:gd name="T32" fmla="*/ 174 w 187"/>
                <a:gd name="T33" fmla="*/ 28 h 186"/>
                <a:gd name="T34" fmla="*/ 179 w 187"/>
                <a:gd name="T35" fmla="*/ 26 h 186"/>
                <a:gd name="T36" fmla="*/ 184 w 187"/>
                <a:gd name="T37" fmla="*/ 23 h 186"/>
                <a:gd name="T38" fmla="*/ 186 w 187"/>
                <a:gd name="T39" fmla="*/ 19 h 186"/>
                <a:gd name="T40" fmla="*/ 187 w 187"/>
                <a:gd name="T41" fmla="*/ 14 h 186"/>
                <a:gd name="T42" fmla="*/ 186 w 187"/>
                <a:gd name="T43" fmla="*/ 8 h 186"/>
                <a:gd name="T44" fmla="*/ 184 w 187"/>
                <a:gd name="T45" fmla="*/ 4 h 186"/>
                <a:gd name="T46" fmla="*/ 179 w 187"/>
                <a:gd name="T47" fmla="*/ 1 h 186"/>
                <a:gd name="T48" fmla="*/ 174 w 187"/>
                <a:gd name="T4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186">
                  <a:moveTo>
                    <a:pt x="17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72"/>
                  </a:lnTo>
                  <a:lnTo>
                    <a:pt x="1" y="178"/>
                  </a:lnTo>
                  <a:lnTo>
                    <a:pt x="4" y="182"/>
                  </a:lnTo>
                  <a:lnTo>
                    <a:pt x="9" y="185"/>
                  </a:lnTo>
                  <a:lnTo>
                    <a:pt x="14" y="186"/>
                  </a:lnTo>
                  <a:lnTo>
                    <a:pt x="19" y="185"/>
                  </a:lnTo>
                  <a:lnTo>
                    <a:pt x="24" y="182"/>
                  </a:lnTo>
                  <a:lnTo>
                    <a:pt x="27" y="178"/>
                  </a:lnTo>
                  <a:lnTo>
                    <a:pt x="28" y="172"/>
                  </a:lnTo>
                  <a:lnTo>
                    <a:pt x="28" y="28"/>
                  </a:lnTo>
                  <a:lnTo>
                    <a:pt x="174" y="28"/>
                  </a:lnTo>
                  <a:lnTo>
                    <a:pt x="179" y="26"/>
                  </a:lnTo>
                  <a:lnTo>
                    <a:pt x="184" y="23"/>
                  </a:lnTo>
                  <a:lnTo>
                    <a:pt x="186" y="19"/>
                  </a:lnTo>
                  <a:lnTo>
                    <a:pt x="187" y="14"/>
                  </a:lnTo>
                  <a:lnTo>
                    <a:pt x="186" y="8"/>
                  </a:lnTo>
                  <a:lnTo>
                    <a:pt x="184" y="4"/>
                  </a:lnTo>
                  <a:lnTo>
                    <a:pt x="179" y="1"/>
                  </a:lnTo>
                  <a:lnTo>
                    <a:pt x="17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2" name="Freeform 60">
              <a:extLst>
                <a:ext uri="{FF2B5EF4-FFF2-40B4-BE49-F238E27FC236}">
                  <a16:creationId xmlns:a16="http://schemas.microsoft.com/office/drawing/2014/main" id="{648D116D-9662-4B14-BF3E-6E549375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763" y="3241676"/>
              <a:ext cx="98425" cy="98425"/>
            </a:xfrm>
            <a:custGeom>
              <a:avLst/>
              <a:gdLst>
                <a:gd name="T0" fmla="*/ 174 w 187"/>
                <a:gd name="T1" fmla="*/ 0 h 186"/>
                <a:gd name="T2" fmla="*/ 14 w 187"/>
                <a:gd name="T3" fmla="*/ 0 h 186"/>
                <a:gd name="T4" fmla="*/ 8 w 187"/>
                <a:gd name="T5" fmla="*/ 1 h 186"/>
                <a:gd name="T6" fmla="*/ 4 w 187"/>
                <a:gd name="T7" fmla="*/ 4 h 186"/>
                <a:gd name="T8" fmla="*/ 1 w 187"/>
                <a:gd name="T9" fmla="*/ 8 h 186"/>
                <a:gd name="T10" fmla="*/ 0 w 187"/>
                <a:gd name="T11" fmla="*/ 14 h 186"/>
                <a:gd name="T12" fmla="*/ 1 w 187"/>
                <a:gd name="T13" fmla="*/ 19 h 186"/>
                <a:gd name="T14" fmla="*/ 4 w 187"/>
                <a:gd name="T15" fmla="*/ 23 h 186"/>
                <a:gd name="T16" fmla="*/ 8 w 187"/>
                <a:gd name="T17" fmla="*/ 26 h 186"/>
                <a:gd name="T18" fmla="*/ 14 w 187"/>
                <a:gd name="T19" fmla="*/ 28 h 186"/>
                <a:gd name="T20" fmla="*/ 160 w 187"/>
                <a:gd name="T21" fmla="*/ 28 h 186"/>
                <a:gd name="T22" fmla="*/ 160 w 187"/>
                <a:gd name="T23" fmla="*/ 172 h 186"/>
                <a:gd name="T24" fmla="*/ 161 w 187"/>
                <a:gd name="T25" fmla="*/ 178 h 186"/>
                <a:gd name="T26" fmla="*/ 164 w 187"/>
                <a:gd name="T27" fmla="*/ 182 h 186"/>
                <a:gd name="T28" fmla="*/ 168 w 187"/>
                <a:gd name="T29" fmla="*/ 185 h 186"/>
                <a:gd name="T30" fmla="*/ 174 w 187"/>
                <a:gd name="T31" fmla="*/ 186 h 186"/>
                <a:gd name="T32" fmla="*/ 179 w 187"/>
                <a:gd name="T33" fmla="*/ 185 h 186"/>
                <a:gd name="T34" fmla="*/ 183 w 187"/>
                <a:gd name="T35" fmla="*/ 182 h 186"/>
                <a:gd name="T36" fmla="*/ 186 w 187"/>
                <a:gd name="T37" fmla="*/ 178 h 186"/>
                <a:gd name="T38" fmla="*/ 187 w 187"/>
                <a:gd name="T39" fmla="*/ 172 h 186"/>
                <a:gd name="T40" fmla="*/ 187 w 187"/>
                <a:gd name="T41" fmla="*/ 14 h 186"/>
                <a:gd name="T42" fmla="*/ 186 w 187"/>
                <a:gd name="T43" fmla="*/ 8 h 186"/>
                <a:gd name="T44" fmla="*/ 183 w 187"/>
                <a:gd name="T45" fmla="*/ 4 h 186"/>
                <a:gd name="T46" fmla="*/ 179 w 187"/>
                <a:gd name="T47" fmla="*/ 1 h 186"/>
                <a:gd name="T48" fmla="*/ 174 w 187"/>
                <a:gd name="T4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186">
                  <a:moveTo>
                    <a:pt x="174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8"/>
                  </a:lnTo>
                  <a:lnTo>
                    <a:pt x="160" y="28"/>
                  </a:lnTo>
                  <a:lnTo>
                    <a:pt x="160" y="172"/>
                  </a:lnTo>
                  <a:lnTo>
                    <a:pt x="161" y="178"/>
                  </a:lnTo>
                  <a:lnTo>
                    <a:pt x="164" y="182"/>
                  </a:lnTo>
                  <a:lnTo>
                    <a:pt x="168" y="185"/>
                  </a:lnTo>
                  <a:lnTo>
                    <a:pt x="174" y="186"/>
                  </a:lnTo>
                  <a:lnTo>
                    <a:pt x="179" y="185"/>
                  </a:lnTo>
                  <a:lnTo>
                    <a:pt x="183" y="182"/>
                  </a:lnTo>
                  <a:lnTo>
                    <a:pt x="186" y="178"/>
                  </a:lnTo>
                  <a:lnTo>
                    <a:pt x="187" y="172"/>
                  </a:lnTo>
                  <a:lnTo>
                    <a:pt x="187" y="14"/>
                  </a:lnTo>
                  <a:lnTo>
                    <a:pt x="186" y="8"/>
                  </a:lnTo>
                  <a:lnTo>
                    <a:pt x="183" y="4"/>
                  </a:lnTo>
                  <a:lnTo>
                    <a:pt x="179" y="1"/>
                  </a:lnTo>
                  <a:lnTo>
                    <a:pt x="17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3" name="Freeform 61">
              <a:extLst>
                <a:ext uri="{FF2B5EF4-FFF2-40B4-BE49-F238E27FC236}">
                  <a16:creationId xmlns:a16="http://schemas.microsoft.com/office/drawing/2014/main" id="{C85589D2-AF53-4992-A076-351DBC98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763" y="3517901"/>
              <a:ext cx="98425" cy="98425"/>
            </a:xfrm>
            <a:custGeom>
              <a:avLst/>
              <a:gdLst>
                <a:gd name="T0" fmla="*/ 174 w 187"/>
                <a:gd name="T1" fmla="*/ 0 h 186"/>
                <a:gd name="T2" fmla="*/ 168 w 187"/>
                <a:gd name="T3" fmla="*/ 1 h 186"/>
                <a:gd name="T4" fmla="*/ 164 w 187"/>
                <a:gd name="T5" fmla="*/ 4 h 186"/>
                <a:gd name="T6" fmla="*/ 161 w 187"/>
                <a:gd name="T7" fmla="*/ 8 h 186"/>
                <a:gd name="T8" fmla="*/ 160 w 187"/>
                <a:gd name="T9" fmla="*/ 14 h 186"/>
                <a:gd name="T10" fmla="*/ 160 w 187"/>
                <a:gd name="T11" fmla="*/ 158 h 186"/>
                <a:gd name="T12" fmla="*/ 14 w 187"/>
                <a:gd name="T13" fmla="*/ 158 h 186"/>
                <a:gd name="T14" fmla="*/ 8 w 187"/>
                <a:gd name="T15" fmla="*/ 160 h 186"/>
                <a:gd name="T16" fmla="*/ 4 w 187"/>
                <a:gd name="T17" fmla="*/ 163 h 186"/>
                <a:gd name="T18" fmla="*/ 1 w 187"/>
                <a:gd name="T19" fmla="*/ 167 h 186"/>
                <a:gd name="T20" fmla="*/ 0 w 187"/>
                <a:gd name="T21" fmla="*/ 172 h 186"/>
                <a:gd name="T22" fmla="*/ 1 w 187"/>
                <a:gd name="T23" fmla="*/ 178 h 186"/>
                <a:gd name="T24" fmla="*/ 4 w 187"/>
                <a:gd name="T25" fmla="*/ 182 h 186"/>
                <a:gd name="T26" fmla="*/ 8 w 187"/>
                <a:gd name="T27" fmla="*/ 185 h 186"/>
                <a:gd name="T28" fmla="*/ 14 w 187"/>
                <a:gd name="T29" fmla="*/ 186 h 186"/>
                <a:gd name="T30" fmla="*/ 174 w 187"/>
                <a:gd name="T31" fmla="*/ 186 h 186"/>
                <a:gd name="T32" fmla="*/ 179 w 187"/>
                <a:gd name="T33" fmla="*/ 185 h 186"/>
                <a:gd name="T34" fmla="*/ 183 w 187"/>
                <a:gd name="T35" fmla="*/ 182 h 186"/>
                <a:gd name="T36" fmla="*/ 186 w 187"/>
                <a:gd name="T37" fmla="*/ 178 h 186"/>
                <a:gd name="T38" fmla="*/ 187 w 187"/>
                <a:gd name="T39" fmla="*/ 172 h 186"/>
                <a:gd name="T40" fmla="*/ 187 w 187"/>
                <a:gd name="T41" fmla="*/ 14 h 186"/>
                <a:gd name="T42" fmla="*/ 186 w 187"/>
                <a:gd name="T43" fmla="*/ 8 h 186"/>
                <a:gd name="T44" fmla="*/ 183 w 187"/>
                <a:gd name="T45" fmla="*/ 4 h 186"/>
                <a:gd name="T46" fmla="*/ 179 w 187"/>
                <a:gd name="T47" fmla="*/ 1 h 186"/>
                <a:gd name="T48" fmla="*/ 174 w 187"/>
                <a:gd name="T4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186">
                  <a:moveTo>
                    <a:pt x="174" y="0"/>
                  </a:moveTo>
                  <a:lnTo>
                    <a:pt x="168" y="1"/>
                  </a:lnTo>
                  <a:lnTo>
                    <a:pt x="164" y="4"/>
                  </a:lnTo>
                  <a:lnTo>
                    <a:pt x="161" y="8"/>
                  </a:lnTo>
                  <a:lnTo>
                    <a:pt x="160" y="14"/>
                  </a:lnTo>
                  <a:lnTo>
                    <a:pt x="160" y="158"/>
                  </a:lnTo>
                  <a:lnTo>
                    <a:pt x="14" y="158"/>
                  </a:lnTo>
                  <a:lnTo>
                    <a:pt x="8" y="160"/>
                  </a:lnTo>
                  <a:lnTo>
                    <a:pt x="4" y="163"/>
                  </a:lnTo>
                  <a:lnTo>
                    <a:pt x="1" y="167"/>
                  </a:lnTo>
                  <a:lnTo>
                    <a:pt x="0" y="172"/>
                  </a:lnTo>
                  <a:lnTo>
                    <a:pt x="1" y="178"/>
                  </a:lnTo>
                  <a:lnTo>
                    <a:pt x="4" y="182"/>
                  </a:lnTo>
                  <a:lnTo>
                    <a:pt x="8" y="185"/>
                  </a:lnTo>
                  <a:lnTo>
                    <a:pt x="14" y="186"/>
                  </a:lnTo>
                  <a:lnTo>
                    <a:pt x="174" y="186"/>
                  </a:lnTo>
                  <a:lnTo>
                    <a:pt x="179" y="185"/>
                  </a:lnTo>
                  <a:lnTo>
                    <a:pt x="183" y="182"/>
                  </a:lnTo>
                  <a:lnTo>
                    <a:pt x="186" y="178"/>
                  </a:lnTo>
                  <a:lnTo>
                    <a:pt x="187" y="172"/>
                  </a:lnTo>
                  <a:lnTo>
                    <a:pt x="187" y="14"/>
                  </a:lnTo>
                  <a:lnTo>
                    <a:pt x="186" y="8"/>
                  </a:lnTo>
                  <a:lnTo>
                    <a:pt x="183" y="4"/>
                  </a:lnTo>
                  <a:lnTo>
                    <a:pt x="179" y="1"/>
                  </a:lnTo>
                  <a:lnTo>
                    <a:pt x="17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4" name="Freeform 62">
              <a:extLst>
                <a:ext uri="{FF2B5EF4-FFF2-40B4-BE49-F238E27FC236}">
                  <a16:creationId xmlns:a16="http://schemas.microsoft.com/office/drawing/2014/main" id="{16991879-9622-46CE-8E35-27838475C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951" y="3517901"/>
              <a:ext cx="100013" cy="98425"/>
            </a:xfrm>
            <a:custGeom>
              <a:avLst/>
              <a:gdLst>
                <a:gd name="T0" fmla="*/ 174 w 187"/>
                <a:gd name="T1" fmla="*/ 158 h 186"/>
                <a:gd name="T2" fmla="*/ 28 w 187"/>
                <a:gd name="T3" fmla="*/ 158 h 186"/>
                <a:gd name="T4" fmla="*/ 28 w 187"/>
                <a:gd name="T5" fmla="*/ 14 h 186"/>
                <a:gd name="T6" fmla="*/ 27 w 187"/>
                <a:gd name="T7" fmla="*/ 8 h 186"/>
                <a:gd name="T8" fmla="*/ 24 w 187"/>
                <a:gd name="T9" fmla="*/ 4 h 186"/>
                <a:gd name="T10" fmla="*/ 19 w 187"/>
                <a:gd name="T11" fmla="*/ 1 h 186"/>
                <a:gd name="T12" fmla="*/ 14 w 187"/>
                <a:gd name="T13" fmla="*/ 0 h 186"/>
                <a:gd name="T14" fmla="*/ 9 w 187"/>
                <a:gd name="T15" fmla="*/ 1 h 186"/>
                <a:gd name="T16" fmla="*/ 4 w 187"/>
                <a:gd name="T17" fmla="*/ 4 h 186"/>
                <a:gd name="T18" fmla="*/ 1 w 187"/>
                <a:gd name="T19" fmla="*/ 8 h 186"/>
                <a:gd name="T20" fmla="*/ 0 w 187"/>
                <a:gd name="T21" fmla="*/ 14 h 186"/>
                <a:gd name="T22" fmla="*/ 0 w 187"/>
                <a:gd name="T23" fmla="*/ 172 h 186"/>
                <a:gd name="T24" fmla="*/ 1 w 187"/>
                <a:gd name="T25" fmla="*/ 178 h 186"/>
                <a:gd name="T26" fmla="*/ 4 w 187"/>
                <a:gd name="T27" fmla="*/ 182 h 186"/>
                <a:gd name="T28" fmla="*/ 9 w 187"/>
                <a:gd name="T29" fmla="*/ 185 h 186"/>
                <a:gd name="T30" fmla="*/ 14 w 187"/>
                <a:gd name="T31" fmla="*/ 186 h 186"/>
                <a:gd name="T32" fmla="*/ 174 w 187"/>
                <a:gd name="T33" fmla="*/ 186 h 186"/>
                <a:gd name="T34" fmla="*/ 179 w 187"/>
                <a:gd name="T35" fmla="*/ 185 h 186"/>
                <a:gd name="T36" fmla="*/ 184 w 187"/>
                <a:gd name="T37" fmla="*/ 182 h 186"/>
                <a:gd name="T38" fmla="*/ 186 w 187"/>
                <a:gd name="T39" fmla="*/ 178 h 186"/>
                <a:gd name="T40" fmla="*/ 187 w 187"/>
                <a:gd name="T41" fmla="*/ 172 h 186"/>
                <a:gd name="T42" fmla="*/ 186 w 187"/>
                <a:gd name="T43" fmla="*/ 167 h 186"/>
                <a:gd name="T44" fmla="*/ 184 w 187"/>
                <a:gd name="T45" fmla="*/ 163 h 186"/>
                <a:gd name="T46" fmla="*/ 179 w 187"/>
                <a:gd name="T47" fmla="*/ 160 h 186"/>
                <a:gd name="T48" fmla="*/ 174 w 187"/>
                <a:gd name="T49" fmla="*/ 15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186">
                  <a:moveTo>
                    <a:pt x="174" y="158"/>
                  </a:moveTo>
                  <a:lnTo>
                    <a:pt x="28" y="158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72"/>
                  </a:lnTo>
                  <a:lnTo>
                    <a:pt x="1" y="178"/>
                  </a:lnTo>
                  <a:lnTo>
                    <a:pt x="4" y="182"/>
                  </a:lnTo>
                  <a:lnTo>
                    <a:pt x="9" y="185"/>
                  </a:lnTo>
                  <a:lnTo>
                    <a:pt x="14" y="186"/>
                  </a:lnTo>
                  <a:lnTo>
                    <a:pt x="174" y="186"/>
                  </a:lnTo>
                  <a:lnTo>
                    <a:pt x="179" y="185"/>
                  </a:lnTo>
                  <a:lnTo>
                    <a:pt x="184" y="182"/>
                  </a:lnTo>
                  <a:lnTo>
                    <a:pt x="186" y="178"/>
                  </a:lnTo>
                  <a:lnTo>
                    <a:pt x="187" y="172"/>
                  </a:lnTo>
                  <a:lnTo>
                    <a:pt x="186" y="167"/>
                  </a:lnTo>
                  <a:lnTo>
                    <a:pt x="184" y="163"/>
                  </a:lnTo>
                  <a:lnTo>
                    <a:pt x="179" y="160"/>
                  </a:lnTo>
                  <a:lnTo>
                    <a:pt x="174" y="15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5" name="Freeform 63">
              <a:extLst>
                <a:ext uri="{FF2B5EF4-FFF2-40B4-BE49-F238E27FC236}">
                  <a16:creationId xmlns:a16="http://schemas.microsoft.com/office/drawing/2014/main" id="{2DBF0D5F-7683-47EC-B515-EA4DC69C3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7463" y="3276601"/>
              <a:ext cx="304800" cy="304800"/>
            </a:xfrm>
            <a:custGeom>
              <a:avLst/>
              <a:gdLst>
                <a:gd name="T0" fmla="*/ 55 w 578"/>
                <a:gd name="T1" fmla="*/ 1 h 578"/>
                <a:gd name="T2" fmla="*/ 31 w 578"/>
                <a:gd name="T3" fmla="*/ 12 h 578"/>
                <a:gd name="T4" fmla="*/ 11 w 578"/>
                <a:gd name="T5" fmla="*/ 30 h 578"/>
                <a:gd name="T6" fmla="*/ 2 w 578"/>
                <a:gd name="T7" fmla="*/ 55 h 578"/>
                <a:gd name="T8" fmla="*/ 0 w 578"/>
                <a:gd name="T9" fmla="*/ 510 h 578"/>
                <a:gd name="T10" fmla="*/ 1 w 578"/>
                <a:gd name="T11" fmla="*/ 521 h 578"/>
                <a:gd name="T12" fmla="*/ 10 w 578"/>
                <a:gd name="T13" fmla="*/ 545 h 578"/>
                <a:gd name="T14" fmla="*/ 27 w 578"/>
                <a:gd name="T15" fmla="*/ 564 h 578"/>
                <a:gd name="T16" fmla="*/ 49 w 578"/>
                <a:gd name="T17" fmla="*/ 576 h 578"/>
                <a:gd name="T18" fmla="*/ 221 w 578"/>
                <a:gd name="T19" fmla="*/ 578 h 578"/>
                <a:gd name="T20" fmla="*/ 235 w 578"/>
                <a:gd name="T21" fmla="*/ 564 h 578"/>
                <a:gd name="T22" fmla="*/ 221 w 578"/>
                <a:gd name="T23" fmla="*/ 550 h 578"/>
                <a:gd name="T24" fmla="*/ 48 w 578"/>
                <a:gd name="T25" fmla="*/ 545 h 578"/>
                <a:gd name="T26" fmla="*/ 30 w 578"/>
                <a:gd name="T27" fmla="*/ 522 h 578"/>
                <a:gd name="T28" fmla="*/ 192 w 578"/>
                <a:gd name="T29" fmla="*/ 236 h 578"/>
                <a:gd name="T30" fmla="*/ 215 w 578"/>
                <a:gd name="T31" fmla="*/ 236 h 578"/>
                <a:gd name="T32" fmla="*/ 359 w 578"/>
                <a:gd name="T33" fmla="*/ 478 h 578"/>
                <a:gd name="T34" fmla="*/ 378 w 578"/>
                <a:gd name="T35" fmla="*/ 475 h 578"/>
                <a:gd name="T36" fmla="*/ 348 w 578"/>
                <a:gd name="T37" fmla="*/ 406 h 578"/>
                <a:gd name="T38" fmla="*/ 417 w 578"/>
                <a:gd name="T39" fmla="*/ 319 h 578"/>
                <a:gd name="T40" fmla="*/ 439 w 578"/>
                <a:gd name="T41" fmla="*/ 323 h 578"/>
                <a:gd name="T42" fmla="*/ 549 w 578"/>
                <a:gd name="T43" fmla="*/ 518 h 578"/>
                <a:gd name="T44" fmla="*/ 532 w 578"/>
                <a:gd name="T45" fmla="*/ 543 h 578"/>
                <a:gd name="T46" fmla="*/ 353 w 578"/>
                <a:gd name="T47" fmla="*/ 550 h 578"/>
                <a:gd name="T48" fmla="*/ 339 w 578"/>
                <a:gd name="T49" fmla="*/ 564 h 578"/>
                <a:gd name="T50" fmla="*/ 353 w 578"/>
                <a:gd name="T51" fmla="*/ 578 h 578"/>
                <a:gd name="T52" fmla="*/ 529 w 578"/>
                <a:gd name="T53" fmla="*/ 575 h 578"/>
                <a:gd name="T54" fmla="*/ 552 w 578"/>
                <a:gd name="T55" fmla="*/ 562 h 578"/>
                <a:gd name="T56" fmla="*/ 569 w 578"/>
                <a:gd name="T57" fmla="*/ 541 h 578"/>
                <a:gd name="T58" fmla="*/ 577 w 578"/>
                <a:gd name="T59" fmla="*/ 516 h 578"/>
                <a:gd name="T60" fmla="*/ 576 w 578"/>
                <a:gd name="T61" fmla="*/ 55 h 578"/>
                <a:gd name="T62" fmla="*/ 566 w 578"/>
                <a:gd name="T63" fmla="*/ 30 h 578"/>
                <a:gd name="T64" fmla="*/ 547 w 578"/>
                <a:gd name="T65" fmla="*/ 12 h 578"/>
                <a:gd name="T66" fmla="*/ 522 w 578"/>
                <a:gd name="T67" fmla="*/ 1 h 578"/>
                <a:gd name="T68" fmla="*/ 464 w 578"/>
                <a:gd name="T69" fmla="*/ 312 h 578"/>
                <a:gd name="T70" fmla="*/ 446 w 578"/>
                <a:gd name="T71" fmla="*/ 295 h 578"/>
                <a:gd name="T72" fmla="*/ 422 w 578"/>
                <a:gd name="T73" fmla="*/ 290 h 578"/>
                <a:gd name="T74" fmla="*/ 399 w 578"/>
                <a:gd name="T75" fmla="*/ 295 h 578"/>
                <a:gd name="T76" fmla="*/ 381 w 578"/>
                <a:gd name="T77" fmla="*/ 312 h 578"/>
                <a:gd name="T78" fmla="*/ 240 w 578"/>
                <a:gd name="T79" fmla="*/ 220 h 578"/>
                <a:gd name="T80" fmla="*/ 217 w 578"/>
                <a:gd name="T81" fmla="*/ 207 h 578"/>
                <a:gd name="T82" fmla="*/ 191 w 578"/>
                <a:gd name="T83" fmla="*/ 207 h 578"/>
                <a:gd name="T84" fmla="*/ 168 w 578"/>
                <a:gd name="T85" fmla="*/ 220 h 578"/>
                <a:gd name="T86" fmla="*/ 28 w 578"/>
                <a:gd name="T87" fmla="*/ 95 h 578"/>
                <a:gd name="T88" fmla="*/ 104 w 578"/>
                <a:gd name="T89" fmla="*/ 86 h 578"/>
                <a:gd name="T90" fmla="*/ 96 w 578"/>
                <a:gd name="T91" fmla="*/ 68 h 578"/>
                <a:gd name="T92" fmla="*/ 32 w 578"/>
                <a:gd name="T93" fmla="*/ 52 h 578"/>
                <a:gd name="T94" fmla="*/ 53 w 578"/>
                <a:gd name="T95" fmla="*/ 31 h 578"/>
                <a:gd name="T96" fmla="*/ 517 w 578"/>
                <a:gd name="T97" fmla="*/ 29 h 578"/>
                <a:gd name="T98" fmla="*/ 543 w 578"/>
                <a:gd name="T99" fmla="*/ 46 h 578"/>
                <a:gd name="T100" fmla="*/ 550 w 578"/>
                <a:gd name="T101" fmla="*/ 434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8" h="578">
                  <a:moveTo>
                    <a:pt x="508" y="0"/>
                  </a:moveTo>
                  <a:lnTo>
                    <a:pt x="69" y="0"/>
                  </a:lnTo>
                  <a:lnTo>
                    <a:pt x="62" y="0"/>
                  </a:lnTo>
                  <a:lnTo>
                    <a:pt x="55" y="1"/>
                  </a:lnTo>
                  <a:lnTo>
                    <a:pt x="49" y="3"/>
                  </a:lnTo>
                  <a:lnTo>
                    <a:pt x="43" y="6"/>
                  </a:lnTo>
                  <a:lnTo>
                    <a:pt x="36" y="9"/>
                  </a:lnTo>
                  <a:lnTo>
                    <a:pt x="31" y="12"/>
                  </a:lnTo>
                  <a:lnTo>
                    <a:pt x="25" y="16"/>
                  </a:lnTo>
                  <a:lnTo>
                    <a:pt x="20" y="21"/>
                  </a:lnTo>
                  <a:lnTo>
                    <a:pt x="16" y="25"/>
                  </a:lnTo>
                  <a:lnTo>
                    <a:pt x="11" y="30"/>
                  </a:lnTo>
                  <a:lnTo>
                    <a:pt x="8" y="37"/>
                  </a:lnTo>
                  <a:lnTo>
                    <a:pt x="5" y="42"/>
                  </a:lnTo>
                  <a:lnTo>
                    <a:pt x="3" y="49"/>
                  </a:lnTo>
                  <a:lnTo>
                    <a:pt x="2" y="55"/>
                  </a:lnTo>
                  <a:lnTo>
                    <a:pt x="1" y="62"/>
                  </a:lnTo>
                  <a:lnTo>
                    <a:pt x="0" y="69"/>
                  </a:lnTo>
                  <a:lnTo>
                    <a:pt x="0" y="509"/>
                  </a:lnTo>
                  <a:lnTo>
                    <a:pt x="0" y="510"/>
                  </a:lnTo>
                  <a:lnTo>
                    <a:pt x="0" y="511"/>
                  </a:lnTo>
                  <a:lnTo>
                    <a:pt x="0" y="512"/>
                  </a:lnTo>
                  <a:lnTo>
                    <a:pt x="1" y="514"/>
                  </a:lnTo>
                  <a:lnTo>
                    <a:pt x="1" y="521"/>
                  </a:lnTo>
                  <a:lnTo>
                    <a:pt x="3" y="527"/>
                  </a:lnTo>
                  <a:lnTo>
                    <a:pt x="5" y="534"/>
                  </a:lnTo>
                  <a:lnTo>
                    <a:pt x="7" y="539"/>
                  </a:lnTo>
                  <a:lnTo>
                    <a:pt x="10" y="545"/>
                  </a:lnTo>
                  <a:lnTo>
                    <a:pt x="14" y="550"/>
                  </a:lnTo>
                  <a:lnTo>
                    <a:pt x="18" y="555"/>
                  </a:lnTo>
                  <a:lnTo>
                    <a:pt x="22" y="560"/>
                  </a:lnTo>
                  <a:lnTo>
                    <a:pt x="27" y="564"/>
                  </a:lnTo>
                  <a:lnTo>
                    <a:pt x="32" y="567"/>
                  </a:lnTo>
                  <a:lnTo>
                    <a:pt x="37" y="570"/>
                  </a:lnTo>
                  <a:lnTo>
                    <a:pt x="44" y="573"/>
                  </a:lnTo>
                  <a:lnTo>
                    <a:pt x="49" y="576"/>
                  </a:lnTo>
                  <a:lnTo>
                    <a:pt x="55" y="577"/>
                  </a:lnTo>
                  <a:lnTo>
                    <a:pt x="62" y="578"/>
                  </a:lnTo>
                  <a:lnTo>
                    <a:pt x="69" y="578"/>
                  </a:lnTo>
                  <a:lnTo>
                    <a:pt x="221" y="578"/>
                  </a:lnTo>
                  <a:lnTo>
                    <a:pt x="226" y="577"/>
                  </a:lnTo>
                  <a:lnTo>
                    <a:pt x="230" y="573"/>
                  </a:lnTo>
                  <a:lnTo>
                    <a:pt x="234" y="569"/>
                  </a:lnTo>
                  <a:lnTo>
                    <a:pt x="235" y="564"/>
                  </a:lnTo>
                  <a:lnTo>
                    <a:pt x="234" y="558"/>
                  </a:lnTo>
                  <a:lnTo>
                    <a:pt x="230" y="554"/>
                  </a:lnTo>
                  <a:lnTo>
                    <a:pt x="226" y="551"/>
                  </a:lnTo>
                  <a:lnTo>
                    <a:pt x="221" y="550"/>
                  </a:lnTo>
                  <a:lnTo>
                    <a:pt x="69" y="550"/>
                  </a:lnTo>
                  <a:lnTo>
                    <a:pt x="62" y="550"/>
                  </a:lnTo>
                  <a:lnTo>
                    <a:pt x="54" y="548"/>
                  </a:lnTo>
                  <a:lnTo>
                    <a:pt x="48" y="545"/>
                  </a:lnTo>
                  <a:lnTo>
                    <a:pt x="42" y="540"/>
                  </a:lnTo>
                  <a:lnTo>
                    <a:pt x="37" y="535"/>
                  </a:lnTo>
                  <a:lnTo>
                    <a:pt x="33" y="528"/>
                  </a:lnTo>
                  <a:lnTo>
                    <a:pt x="30" y="522"/>
                  </a:lnTo>
                  <a:lnTo>
                    <a:pt x="29" y="514"/>
                  </a:lnTo>
                  <a:lnTo>
                    <a:pt x="183" y="245"/>
                  </a:lnTo>
                  <a:lnTo>
                    <a:pt x="187" y="241"/>
                  </a:lnTo>
                  <a:lnTo>
                    <a:pt x="192" y="236"/>
                  </a:lnTo>
                  <a:lnTo>
                    <a:pt x="198" y="234"/>
                  </a:lnTo>
                  <a:lnTo>
                    <a:pt x="204" y="234"/>
                  </a:lnTo>
                  <a:lnTo>
                    <a:pt x="210" y="234"/>
                  </a:lnTo>
                  <a:lnTo>
                    <a:pt x="215" y="236"/>
                  </a:lnTo>
                  <a:lnTo>
                    <a:pt x="220" y="241"/>
                  </a:lnTo>
                  <a:lnTo>
                    <a:pt x="224" y="245"/>
                  </a:lnTo>
                  <a:lnTo>
                    <a:pt x="356" y="474"/>
                  </a:lnTo>
                  <a:lnTo>
                    <a:pt x="359" y="478"/>
                  </a:lnTo>
                  <a:lnTo>
                    <a:pt x="364" y="480"/>
                  </a:lnTo>
                  <a:lnTo>
                    <a:pt x="370" y="480"/>
                  </a:lnTo>
                  <a:lnTo>
                    <a:pt x="374" y="479"/>
                  </a:lnTo>
                  <a:lnTo>
                    <a:pt x="378" y="475"/>
                  </a:lnTo>
                  <a:lnTo>
                    <a:pt x="381" y="470"/>
                  </a:lnTo>
                  <a:lnTo>
                    <a:pt x="382" y="465"/>
                  </a:lnTo>
                  <a:lnTo>
                    <a:pt x="379" y="460"/>
                  </a:lnTo>
                  <a:lnTo>
                    <a:pt x="348" y="406"/>
                  </a:lnTo>
                  <a:lnTo>
                    <a:pt x="404" y="328"/>
                  </a:lnTo>
                  <a:lnTo>
                    <a:pt x="407" y="323"/>
                  </a:lnTo>
                  <a:lnTo>
                    <a:pt x="412" y="320"/>
                  </a:lnTo>
                  <a:lnTo>
                    <a:pt x="417" y="319"/>
                  </a:lnTo>
                  <a:lnTo>
                    <a:pt x="422" y="318"/>
                  </a:lnTo>
                  <a:lnTo>
                    <a:pt x="428" y="319"/>
                  </a:lnTo>
                  <a:lnTo>
                    <a:pt x="433" y="320"/>
                  </a:lnTo>
                  <a:lnTo>
                    <a:pt x="439" y="323"/>
                  </a:lnTo>
                  <a:lnTo>
                    <a:pt x="442" y="328"/>
                  </a:lnTo>
                  <a:lnTo>
                    <a:pt x="550" y="482"/>
                  </a:lnTo>
                  <a:lnTo>
                    <a:pt x="550" y="509"/>
                  </a:lnTo>
                  <a:lnTo>
                    <a:pt x="549" y="518"/>
                  </a:lnTo>
                  <a:lnTo>
                    <a:pt x="547" y="525"/>
                  </a:lnTo>
                  <a:lnTo>
                    <a:pt x="543" y="532"/>
                  </a:lnTo>
                  <a:lnTo>
                    <a:pt x="537" y="538"/>
                  </a:lnTo>
                  <a:lnTo>
                    <a:pt x="532" y="543"/>
                  </a:lnTo>
                  <a:lnTo>
                    <a:pt x="524" y="547"/>
                  </a:lnTo>
                  <a:lnTo>
                    <a:pt x="517" y="549"/>
                  </a:lnTo>
                  <a:lnTo>
                    <a:pt x="508" y="550"/>
                  </a:lnTo>
                  <a:lnTo>
                    <a:pt x="353" y="550"/>
                  </a:lnTo>
                  <a:lnTo>
                    <a:pt x="347" y="551"/>
                  </a:lnTo>
                  <a:lnTo>
                    <a:pt x="343" y="554"/>
                  </a:lnTo>
                  <a:lnTo>
                    <a:pt x="340" y="558"/>
                  </a:lnTo>
                  <a:lnTo>
                    <a:pt x="339" y="564"/>
                  </a:lnTo>
                  <a:lnTo>
                    <a:pt x="340" y="569"/>
                  </a:lnTo>
                  <a:lnTo>
                    <a:pt x="343" y="573"/>
                  </a:lnTo>
                  <a:lnTo>
                    <a:pt x="347" y="577"/>
                  </a:lnTo>
                  <a:lnTo>
                    <a:pt x="353" y="578"/>
                  </a:lnTo>
                  <a:lnTo>
                    <a:pt x="508" y="578"/>
                  </a:lnTo>
                  <a:lnTo>
                    <a:pt x="516" y="578"/>
                  </a:lnTo>
                  <a:lnTo>
                    <a:pt x="522" y="577"/>
                  </a:lnTo>
                  <a:lnTo>
                    <a:pt x="529" y="575"/>
                  </a:lnTo>
                  <a:lnTo>
                    <a:pt x="535" y="572"/>
                  </a:lnTo>
                  <a:lnTo>
                    <a:pt x="541" y="569"/>
                  </a:lnTo>
                  <a:lnTo>
                    <a:pt x="547" y="566"/>
                  </a:lnTo>
                  <a:lnTo>
                    <a:pt x="552" y="562"/>
                  </a:lnTo>
                  <a:lnTo>
                    <a:pt x="558" y="557"/>
                  </a:lnTo>
                  <a:lnTo>
                    <a:pt x="562" y="553"/>
                  </a:lnTo>
                  <a:lnTo>
                    <a:pt x="566" y="548"/>
                  </a:lnTo>
                  <a:lnTo>
                    <a:pt x="569" y="541"/>
                  </a:lnTo>
                  <a:lnTo>
                    <a:pt x="572" y="536"/>
                  </a:lnTo>
                  <a:lnTo>
                    <a:pt x="575" y="529"/>
                  </a:lnTo>
                  <a:lnTo>
                    <a:pt x="576" y="523"/>
                  </a:lnTo>
                  <a:lnTo>
                    <a:pt x="577" y="516"/>
                  </a:lnTo>
                  <a:lnTo>
                    <a:pt x="578" y="509"/>
                  </a:lnTo>
                  <a:lnTo>
                    <a:pt x="578" y="69"/>
                  </a:lnTo>
                  <a:lnTo>
                    <a:pt x="577" y="62"/>
                  </a:lnTo>
                  <a:lnTo>
                    <a:pt x="576" y="55"/>
                  </a:lnTo>
                  <a:lnTo>
                    <a:pt x="575" y="49"/>
                  </a:lnTo>
                  <a:lnTo>
                    <a:pt x="572" y="42"/>
                  </a:lnTo>
                  <a:lnTo>
                    <a:pt x="569" y="37"/>
                  </a:lnTo>
                  <a:lnTo>
                    <a:pt x="566" y="30"/>
                  </a:lnTo>
                  <a:lnTo>
                    <a:pt x="562" y="25"/>
                  </a:lnTo>
                  <a:lnTo>
                    <a:pt x="558" y="21"/>
                  </a:lnTo>
                  <a:lnTo>
                    <a:pt x="552" y="16"/>
                  </a:lnTo>
                  <a:lnTo>
                    <a:pt x="547" y="12"/>
                  </a:lnTo>
                  <a:lnTo>
                    <a:pt x="541" y="9"/>
                  </a:lnTo>
                  <a:lnTo>
                    <a:pt x="535" y="6"/>
                  </a:lnTo>
                  <a:lnTo>
                    <a:pt x="529" y="3"/>
                  </a:lnTo>
                  <a:lnTo>
                    <a:pt x="522" y="1"/>
                  </a:lnTo>
                  <a:lnTo>
                    <a:pt x="516" y="0"/>
                  </a:lnTo>
                  <a:lnTo>
                    <a:pt x="508" y="0"/>
                  </a:lnTo>
                  <a:close/>
                  <a:moveTo>
                    <a:pt x="550" y="434"/>
                  </a:moveTo>
                  <a:lnTo>
                    <a:pt x="464" y="312"/>
                  </a:lnTo>
                  <a:lnTo>
                    <a:pt x="461" y="307"/>
                  </a:lnTo>
                  <a:lnTo>
                    <a:pt x="457" y="303"/>
                  </a:lnTo>
                  <a:lnTo>
                    <a:pt x="451" y="299"/>
                  </a:lnTo>
                  <a:lnTo>
                    <a:pt x="446" y="295"/>
                  </a:lnTo>
                  <a:lnTo>
                    <a:pt x="441" y="293"/>
                  </a:lnTo>
                  <a:lnTo>
                    <a:pt x="435" y="291"/>
                  </a:lnTo>
                  <a:lnTo>
                    <a:pt x="429" y="290"/>
                  </a:lnTo>
                  <a:lnTo>
                    <a:pt x="422" y="290"/>
                  </a:lnTo>
                  <a:lnTo>
                    <a:pt x="417" y="290"/>
                  </a:lnTo>
                  <a:lnTo>
                    <a:pt x="411" y="291"/>
                  </a:lnTo>
                  <a:lnTo>
                    <a:pt x="404" y="293"/>
                  </a:lnTo>
                  <a:lnTo>
                    <a:pt x="399" y="295"/>
                  </a:lnTo>
                  <a:lnTo>
                    <a:pt x="393" y="299"/>
                  </a:lnTo>
                  <a:lnTo>
                    <a:pt x="389" y="303"/>
                  </a:lnTo>
                  <a:lnTo>
                    <a:pt x="385" y="307"/>
                  </a:lnTo>
                  <a:lnTo>
                    <a:pt x="381" y="312"/>
                  </a:lnTo>
                  <a:lnTo>
                    <a:pt x="333" y="380"/>
                  </a:lnTo>
                  <a:lnTo>
                    <a:pt x="248" y="231"/>
                  </a:lnTo>
                  <a:lnTo>
                    <a:pt x="244" y="226"/>
                  </a:lnTo>
                  <a:lnTo>
                    <a:pt x="240" y="220"/>
                  </a:lnTo>
                  <a:lnTo>
                    <a:pt x="235" y="216"/>
                  </a:lnTo>
                  <a:lnTo>
                    <a:pt x="229" y="213"/>
                  </a:lnTo>
                  <a:lnTo>
                    <a:pt x="224" y="210"/>
                  </a:lnTo>
                  <a:lnTo>
                    <a:pt x="217" y="207"/>
                  </a:lnTo>
                  <a:lnTo>
                    <a:pt x="211" y="206"/>
                  </a:lnTo>
                  <a:lnTo>
                    <a:pt x="204" y="206"/>
                  </a:lnTo>
                  <a:lnTo>
                    <a:pt x="197" y="206"/>
                  </a:lnTo>
                  <a:lnTo>
                    <a:pt x="191" y="207"/>
                  </a:lnTo>
                  <a:lnTo>
                    <a:pt x="184" y="210"/>
                  </a:lnTo>
                  <a:lnTo>
                    <a:pt x="178" y="213"/>
                  </a:lnTo>
                  <a:lnTo>
                    <a:pt x="172" y="216"/>
                  </a:lnTo>
                  <a:lnTo>
                    <a:pt x="168" y="220"/>
                  </a:lnTo>
                  <a:lnTo>
                    <a:pt x="164" y="226"/>
                  </a:lnTo>
                  <a:lnTo>
                    <a:pt x="160" y="231"/>
                  </a:lnTo>
                  <a:lnTo>
                    <a:pt x="28" y="460"/>
                  </a:lnTo>
                  <a:lnTo>
                    <a:pt x="28" y="95"/>
                  </a:lnTo>
                  <a:lnTo>
                    <a:pt x="91" y="95"/>
                  </a:lnTo>
                  <a:lnTo>
                    <a:pt x="96" y="94"/>
                  </a:lnTo>
                  <a:lnTo>
                    <a:pt x="102" y="90"/>
                  </a:lnTo>
                  <a:lnTo>
                    <a:pt x="104" y="86"/>
                  </a:lnTo>
                  <a:lnTo>
                    <a:pt x="105" y="81"/>
                  </a:lnTo>
                  <a:lnTo>
                    <a:pt x="104" y="75"/>
                  </a:lnTo>
                  <a:lnTo>
                    <a:pt x="102" y="71"/>
                  </a:lnTo>
                  <a:lnTo>
                    <a:pt x="96" y="68"/>
                  </a:lnTo>
                  <a:lnTo>
                    <a:pt x="91" y="67"/>
                  </a:lnTo>
                  <a:lnTo>
                    <a:pt x="28" y="67"/>
                  </a:lnTo>
                  <a:lnTo>
                    <a:pt x="29" y="59"/>
                  </a:lnTo>
                  <a:lnTo>
                    <a:pt x="32" y="52"/>
                  </a:lnTo>
                  <a:lnTo>
                    <a:pt x="36" y="45"/>
                  </a:lnTo>
                  <a:lnTo>
                    <a:pt x="40" y="39"/>
                  </a:lnTo>
                  <a:lnTo>
                    <a:pt x="47" y="35"/>
                  </a:lnTo>
                  <a:lnTo>
                    <a:pt x="53" y="31"/>
                  </a:lnTo>
                  <a:lnTo>
                    <a:pt x="61" y="28"/>
                  </a:lnTo>
                  <a:lnTo>
                    <a:pt x="69" y="28"/>
                  </a:lnTo>
                  <a:lnTo>
                    <a:pt x="508" y="28"/>
                  </a:lnTo>
                  <a:lnTo>
                    <a:pt x="517" y="29"/>
                  </a:lnTo>
                  <a:lnTo>
                    <a:pt x="524" y="31"/>
                  </a:lnTo>
                  <a:lnTo>
                    <a:pt x="532" y="35"/>
                  </a:lnTo>
                  <a:lnTo>
                    <a:pt x="537" y="40"/>
                  </a:lnTo>
                  <a:lnTo>
                    <a:pt x="543" y="46"/>
                  </a:lnTo>
                  <a:lnTo>
                    <a:pt x="547" y="53"/>
                  </a:lnTo>
                  <a:lnTo>
                    <a:pt x="549" y="60"/>
                  </a:lnTo>
                  <a:lnTo>
                    <a:pt x="550" y="69"/>
                  </a:lnTo>
                  <a:lnTo>
                    <a:pt x="550" y="4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6" name="Freeform 64">
              <a:extLst>
                <a:ext uri="{FF2B5EF4-FFF2-40B4-BE49-F238E27FC236}">
                  <a16:creationId xmlns:a16="http://schemas.microsoft.com/office/drawing/2014/main" id="{BA33ACFF-7935-4B6D-8AEC-8B67FD33D1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0501" y="3325813"/>
              <a:ext cx="69850" cy="69850"/>
            </a:xfrm>
            <a:custGeom>
              <a:avLst/>
              <a:gdLst>
                <a:gd name="T0" fmla="*/ 58 w 131"/>
                <a:gd name="T1" fmla="*/ 1 h 132"/>
                <a:gd name="T2" fmla="*/ 46 w 131"/>
                <a:gd name="T3" fmla="*/ 3 h 132"/>
                <a:gd name="T4" fmla="*/ 34 w 131"/>
                <a:gd name="T5" fmla="*/ 8 h 132"/>
                <a:gd name="T6" fmla="*/ 24 w 131"/>
                <a:gd name="T7" fmla="*/ 15 h 132"/>
                <a:gd name="T8" fmla="*/ 15 w 131"/>
                <a:gd name="T9" fmla="*/ 24 h 132"/>
                <a:gd name="T10" fmla="*/ 8 w 131"/>
                <a:gd name="T11" fmla="*/ 34 h 132"/>
                <a:gd name="T12" fmla="*/ 2 w 131"/>
                <a:gd name="T13" fmla="*/ 46 h 132"/>
                <a:gd name="T14" fmla="*/ 0 w 131"/>
                <a:gd name="T15" fmla="*/ 59 h 132"/>
                <a:gd name="T16" fmla="*/ 0 w 131"/>
                <a:gd name="T17" fmla="*/ 73 h 132"/>
                <a:gd name="T18" fmla="*/ 2 w 131"/>
                <a:gd name="T19" fmla="*/ 85 h 132"/>
                <a:gd name="T20" fmla="*/ 8 w 131"/>
                <a:gd name="T21" fmla="*/ 97 h 132"/>
                <a:gd name="T22" fmla="*/ 15 w 131"/>
                <a:gd name="T23" fmla="*/ 107 h 132"/>
                <a:gd name="T24" fmla="*/ 24 w 131"/>
                <a:gd name="T25" fmla="*/ 117 h 132"/>
                <a:gd name="T26" fmla="*/ 34 w 131"/>
                <a:gd name="T27" fmla="*/ 123 h 132"/>
                <a:gd name="T28" fmla="*/ 46 w 131"/>
                <a:gd name="T29" fmla="*/ 128 h 132"/>
                <a:gd name="T30" fmla="*/ 58 w 131"/>
                <a:gd name="T31" fmla="*/ 131 h 132"/>
                <a:gd name="T32" fmla="*/ 72 w 131"/>
                <a:gd name="T33" fmla="*/ 131 h 132"/>
                <a:gd name="T34" fmla="*/ 85 w 131"/>
                <a:gd name="T35" fmla="*/ 128 h 132"/>
                <a:gd name="T36" fmla="*/ 97 w 131"/>
                <a:gd name="T37" fmla="*/ 123 h 132"/>
                <a:gd name="T38" fmla="*/ 107 w 131"/>
                <a:gd name="T39" fmla="*/ 117 h 132"/>
                <a:gd name="T40" fmla="*/ 116 w 131"/>
                <a:gd name="T41" fmla="*/ 107 h 132"/>
                <a:gd name="T42" fmla="*/ 122 w 131"/>
                <a:gd name="T43" fmla="*/ 97 h 132"/>
                <a:gd name="T44" fmla="*/ 128 w 131"/>
                <a:gd name="T45" fmla="*/ 85 h 132"/>
                <a:gd name="T46" fmla="*/ 131 w 131"/>
                <a:gd name="T47" fmla="*/ 73 h 132"/>
                <a:gd name="T48" fmla="*/ 131 w 131"/>
                <a:gd name="T49" fmla="*/ 59 h 132"/>
                <a:gd name="T50" fmla="*/ 128 w 131"/>
                <a:gd name="T51" fmla="*/ 46 h 132"/>
                <a:gd name="T52" fmla="*/ 122 w 131"/>
                <a:gd name="T53" fmla="*/ 34 h 132"/>
                <a:gd name="T54" fmla="*/ 116 w 131"/>
                <a:gd name="T55" fmla="*/ 24 h 132"/>
                <a:gd name="T56" fmla="*/ 107 w 131"/>
                <a:gd name="T57" fmla="*/ 15 h 132"/>
                <a:gd name="T58" fmla="*/ 97 w 131"/>
                <a:gd name="T59" fmla="*/ 8 h 132"/>
                <a:gd name="T60" fmla="*/ 85 w 131"/>
                <a:gd name="T61" fmla="*/ 3 h 132"/>
                <a:gd name="T62" fmla="*/ 72 w 131"/>
                <a:gd name="T63" fmla="*/ 1 h 132"/>
                <a:gd name="T64" fmla="*/ 65 w 131"/>
                <a:gd name="T65" fmla="*/ 104 h 132"/>
                <a:gd name="T66" fmla="*/ 50 w 131"/>
                <a:gd name="T67" fmla="*/ 100 h 132"/>
                <a:gd name="T68" fmla="*/ 39 w 131"/>
                <a:gd name="T69" fmla="*/ 92 h 132"/>
                <a:gd name="T70" fmla="*/ 30 w 131"/>
                <a:gd name="T71" fmla="*/ 80 h 132"/>
                <a:gd name="T72" fmla="*/ 27 w 131"/>
                <a:gd name="T73" fmla="*/ 65 h 132"/>
                <a:gd name="T74" fmla="*/ 30 w 131"/>
                <a:gd name="T75" fmla="*/ 51 h 132"/>
                <a:gd name="T76" fmla="*/ 39 w 131"/>
                <a:gd name="T77" fmla="*/ 38 h 132"/>
                <a:gd name="T78" fmla="*/ 50 w 131"/>
                <a:gd name="T79" fmla="*/ 31 h 132"/>
                <a:gd name="T80" fmla="*/ 65 w 131"/>
                <a:gd name="T81" fmla="*/ 27 h 132"/>
                <a:gd name="T82" fmla="*/ 79 w 131"/>
                <a:gd name="T83" fmla="*/ 31 h 132"/>
                <a:gd name="T84" fmla="*/ 92 w 131"/>
                <a:gd name="T85" fmla="*/ 38 h 132"/>
                <a:gd name="T86" fmla="*/ 100 w 131"/>
                <a:gd name="T87" fmla="*/ 51 h 132"/>
                <a:gd name="T88" fmla="*/ 103 w 131"/>
                <a:gd name="T89" fmla="*/ 65 h 132"/>
                <a:gd name="T90" fmla="*/ 100 w 131"/>
                <a:gd name="T91" fmla="*/ 80 h 132"/>
                <a:gd name="T92" fmla="*/ 92 w 131"/>
                <a:gd name="T93" fmla="*/ 92 h 132"/>
                <a:gd name="T94" fmla="*/ 79 w 131"/>
                <a:gd name="T95" fmla="*/ 100 h 132"/>
                <a:gd name="T96" fmla="*/ 65 w 131"/>
                <a:gd name="T97" fmla="*/ 10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1" h="132">
                  <a:moveTo>
                    <a:pt x="65" y="0"/>
                  </a:moveTo>
                  <a:lnTo>
                    <a:pt x="58" y="1"/>
                  </a:lnTo>
                  <a:lnTo>
                    <a:pt x="51" y="1"/>
                  </a:lnTo>
                  <a:lnTo>
                    <a:pt x="46" y="3"/>
                  </a:lnTo>
                  <a:lnTo>
                    <a:pt x="40" y="5"/>
                  </a:lnTo>
                  <a:lnTo>
                    <a:pt x="34" y="8"/>
                  </a:lnTo>
                  <a:lnTo>
                    <a:pt x="29" y="11"/>
                  </a:lnTo>
                  <a:lnTo>
                    <a:pt x="24" y="15"/>
                  </a:lnTo>
                  <a:lnTo>
                    <a:pt x="18" y="19"/>
                  </a:lnTo>
                  <a:lnTo>
                    <a:pt x="15" y="24"/>
                  </a:lnTo>
                  <a:lnTo>
                    <a:pt x="11" y="29"/>
                  </a:lnTo>
                  <a:lnTo>
                    <a:pt x="8" y="34"/>
                  </a:lnTo>
                  <a:lnTo>
                    <a:pt x="4" y="40"/>
                  </a:lnTo>
                  <a:lnTo>
                    <a:pt x="2" y="46"/>
                  </a:lnTo>
                  <a:lnTo>
                    <a:pt x="1" y="52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0" y="73"/>
                  </a:lnTo>
                  <a:lnTo>
                    <a:pt x="1" y="79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8" y="97"/>
                  </a:lnTo>
                  <a:lnTo>
                    <a:pt x="11" y="103"/>
                  </a:lnTo>
                  <a:lnTo>
                    <a:pt x="15" y="107"/>
                  </a:lnTo>
                  <a:lnTo>
                    <a:pt x="18" y="112"/>
                  </a:lnTo>
                  <a:lnTo>
                    <a:pt x="24" y="117"/>
                  </a:lnTo>
                  <a:lnTo>
                    <a:pt x="29" y="120"/>
                  </a:lnTo>
                  <a:lnTo>
                    <a:pt x="34" y="123"/>
                  </a:lnTo>
                  <a:lnTo>
                    <a:pt x="40" y="126"/>
                  </a:lnTo>
                  <a:lnTo>
                    <a:pt x="46" y="128"/>
                  </a:lnTo>
                  <a:lnTo>
                    <a:pt x="51" y="129"/>
                  </a:lnTo>
                  <a:lnTo>
                    <a:pt x="58" y="131"/>
                  </a:lnTo>
                  <a:lnTo>
                    <a:pt x="65" y="132"/>
                  </a:lnTo>
                  <a:lnTo>
                    <a:pt x="72" y="131"/>
                  </a:lnTo>
                  <a:lnTo>
                    <a:pt x="78" y="129"/>
                  </a:lnTo>
                  <a:lnTo>
                    <a:pt x="85" y="128"/>
                  </a:lnTo>
                  <a:lnTo>
                    <a:pt x="90" y="126"/>
                  </a:lnTo>
                  <a:lnTo>
                    <a:pt x="97" y="123"/>
                  </a:lnTo>
                  <a:lnTo>
                    <a:pt x="102" y="120"/>
                  </a:lnTo>
                  <a:lnTo>
                    <a:pt x="107" y="117"/>
                  </a:lnTo>
                  <a:lnTo>
                    <a:pt x="112" y="112"/>
                  </a:lnTo>
                  <a:lnTo>
                    <a:pt x="116" y="107"/>
                  </a:lnTo>
                  <a:lnTo>
                    <a:pt x="119" y="103"/>
                  </a:lnTo>
                  <a:lnTo>
                    <a:pt x="122" y="97"/>
                  </a:lnTo>
                  <a:lnTo>
                    <a:pt x="126" y="91"/>
                  </a:lnTo>
                  <a:lnTo>
                    <a:pt x="128" y="85"/>
                  </a:lnTo>
                  <a:lnTo>
                    <a:pt x="130" y="79"/>
                  </a:lnTo>
                  <a:lnTo>
                    <a:pt x="131" y="73"/>
                  </a:lnTo>
                  <a:lnTo>
                    <a:pt x="131" y="65"/>
                  </a:lnTo>
                  <a:lnTo>
                    <a:pt x="131" y="59"/>
                  </a:lnTo>
                  <a:lnTo>
                    <a:pt x="130" y="52"/>
                  </a:lnTo>
                  <a:lnTo>
                    <a:pt x="128" y="46"/>
                  </a:lnTo>
                  <a:lnTo>
                    <a:pt x="126" y="40"/>
                  </a:lnTo>
                  <a:lnTo>
                    <a:pt x="122" y="34"/>
                  </a:lnTo>
                  <a:lnTo>
                    <a:pt x="119" y="29"/>
                  </a:lnTo>
                  <a:lnTo>
                    <a:pt x="116" y="24"/>
                  </a:lnTo>
                  <a:lnTo>
                    <a:pt x="112" y="19"/>
                  </a:lnTo>
                  <a:lnTo>
                    <a:pt x="107" y="15"/>
                  </a:lnTo>
                  <a:lnTo>
                    <a:pt x="102" y="11"/>
                  </a:lnTo>
                  <a:lnTo>
                    <a:pt x="97" y="8"/>
                  </a:lnTo>
                  <a:lnTo>
                    <a:pt x="90" y="5"/>
                  </a:lnTo>
                  <a:lnTo>
                    <a:pt x="85" y="3"/>
                  </a:lnTo>
                  <a:lnTo>
                    <a:pt x="78" y="1"/>
                  </a:lnTo>
                  <a:lnTo>
                    <a:pt x="72" y="1"/>
                  </a:lnTo>
                  <a:lnTo>
                    <a:pt x="65" y="0"/>
                  </a:lnTo>
                  <a:close/>
                  <a:moveTo>
                    <a:pt x="65" y="104"/>
                  </a:moveTo>
                  <a:lnTo>
                    <a:pt x="58" y="103"/>
                  </a:lnTo>
                  <a:lnTo>
                    <a:pt x="50" y="100"/>
                  </a:lnTo>
                  <a:lnTo>
                    <a:pt x="44" y="97"/>
                  </a:lnTo>
                  <a:lnTo>
                    <a:pt x="39" y="92"/>
                  </a:lnTo>
                  <a:lnTo>
                    <a:pt x="33" y="86"/>
                  </a:lnTo>
                  <a:lnTo>
                    <a:pt x="30" y="80"/>
                  </a:lnTo>
                  <a:lnTo>
                    <a:pt x="28" y="74"/>
                  </a:lnTo>
                  <a:lnTo>
                    <a:pt x="27" y="65"/>
                  </a:lnTo>
                  <a:lnTo>
                    <a:pt x="28" y="58"/>
                  </a:lnTo>
                  <a:lnTo>
                    <a:pt x="30" y="51"/>
                  </a:lnTo>
                  <a:lnTo>
                    <a:pt x="33" y="45"/>
                  </a:lnTo>
                  <a:lnTo>
                    <a:pt x="39" y="38"/>
                  </a:lnTo>
                  <a:lnTo>
                    <a:pt x="44" y="34"/>
                  </a:lnTo>
                  <a:lnTo>
                    <a:pt x="50" y="31"/>
                  </a:lnTo>
                  <a:lnTo>
                    <a:pt x="58" y="29"/>
                  </a:lnTo>
                  <a:lnTo>
                    <a:pt x="65" y="27"/>
                  </a:lnTo>
                  <a:lnTo>
                    <a:pt x="73" y="29"/>
                  </a:lnTo>
                  <a:lnTo>
                    <a:pt x="79" y="31"/>
                  </a:lnTo>
                  <a:lnTo>
                    <a:pt x="86" y="34"/>
                  </a:lnTo>
                  <a:lnTo>
                    <a:pt x="92" y="38"/>
                  </a:lnTo>
                  <a:lnTo>
                    <a:pt x="97" y="45"/>
                  </a:lnTo>
                  <a:lnTo>
                    <a:pt x="100" y="51"/>
                  </a:lnTo>
                  <a:lnTo>
                    <a:pt x="102" y="58"/>
                  </a:lnTo>
                  <a:lnTo>
                    <a:pt x="103" y="65"/>
                  </a:lnTo>
                  <a:lnTo>
                    <a:pt x="102" y="74"/>
                  </a:lnTo>
                  <a:lnTo>
                    <a:pt x="100" y="80"/>
                  </a:lnTo>
                  <a:lnTo>
                    <a:pt x="97" y="86"/>
                  </a:lnTo>
                  <a:lnTo>
                    <a:pt x="92" y="92"/>
                  </a:lnTo>
                  <a:lnTo>
                    <a:pt x="86" y="97"/>
                  </a:lnTo>
                  <a:lnTo>
                    <a:pt x="79" y="100"/>
                  </a:lnTo>
                  <a:lnTo>
                    <a:pt x="73" y="103"/>
                  </a:lnTo>
                  <a:lnTo>
                    <a:pt x="65" y="10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7" name="Freeform 65">
              <a:extLst>
                <a:ext uri="{FF2B5EF4-FFF2-40B4-BE49-F238E27FC236}">
                  <a16:creationId xmlns:a16="http://schemas.microsoft.com/office/drawing/2014/main" id="{917B8879-B180-4773-BCEC-5B4F6312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6" y="3567113"/>
              <a:ext cx="14288" cy="14288"/>
            </a:xfrm>
            <a:custGeom>
              <a:avLst/>
              <a:gdLst>
                <a:gd name="T0" fmla="*/ 25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5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5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5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5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19EFF60-3C15-461A-9D54-A710A55DEEBE}"/>
              </a:ext>
            </a:extLst>
          </p:cNvPr>
          <p:cNvGrpSpPr/>
          <p:nvPr/>
        </p:nvGrpSpPr>
        <p:grpSpPr>
          <a:xfrm>
            <a:off x="2520951" y="2508251"/>
            <a:ext cx="376238" cy="376238"/>
            <a:chOff x="2520951" y="2508251"/>
            <a:chExt cx="376238" cy="376238"/>
          </a:xfrm>
          <a:solidFill>
            <a:schemeClr val="bg1"/>
          </a:solidFill>
        </p:grpSpPr>
        <p:sp>
          <p:nvSpPr>
            <p:cNvPr id="338" name="Freeform 66">
              <a:extLst>
                <a:ext uri="{FF2B5EF4-FFF2-40B4-BE49-F238E27FC236}">
                  <a16:creationId xmlns:a16="http://schemas.microsoft.com/office/drawing/2014/main" id="{FFFEF460-0EA2-4868-90DD-93EDC71AA3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0951" y="2508251"/>
              <a:ext cx="376238" cy="376238"/>
            </a:xfrm>
            <a:custGeom>
              <a:avLst/>
              <a:gdLst>
                <a:gd name="T0" fmla="*/ 382 w 711"/>
                <a:gd name="T1" fmla="*/ 1 h 712"/>
                <a:gd name="T2" fmla="*/ 276 w 711"/>
                <a:gd name="T3" fmla="*/ 116 h 712"/>
                <a:gd name="T4" fmla="*/ 273 w 711"/>
                <a:gd name="T5" fmla="*/ 151 h 712"/>
                <a:gd name="T6" fmla="*/ 300 w 711"/>
                <a:gd name="T7" fmla="*/ 131 h 712"/>
                <a:gd name="T8" fmla="*/ 604 w 711"/>
                <a:gd name="T9" fmla="*/ 396 h 712"/>
                <a:gd name="T10" fmla="*/ 516 w 711"/>
                <a:gd name="T11" fmla="*/ 437 h 712"/>
                <a:gd name="T12" fmla="*/ 416 w 711"/>
                <a:gd name="T13" fmla="*/ 431 h 712"/>
                <a:gd name="T14" fmla="*/ 332 w 711"/>
                <a:gd name="T15" fmla="*/ 380 h 712"/>
                <a:gd name="T16" fmla="*/ 279 w 711"/>
                <a:gd name="T17" fmla="*/ 292 h 712"/>
                <a:gd name="T18" fmla="*/ 267 w 711"/>
                <a:gd name="T19" fmla="*/ 220 h 712"/>
                <a:gd name="T20" fmla="*/ 245 w 711"/>
                <a:gd name="T21" fmla="*/ 223 h 712"/>
                <a:gd name="T22" fmla="*/ 252 w 711"/>
                <a:gd name="T23" fmla="*/ 299 h 712"/>
                <a:gd name="T24" fmla="*/ 191 w 711"/>
                <a:gd name="T25" fmla="*/ 320 h 712"/>
                <a:gd name="T26" fmla="*/ 164 w 711"/>
                <a:gd name="T27" fmla="*/ 316 h 712"/>
                <a:gd name="T28" fmla="*/ 124 w 711"/>
                <a:gd name="T29" fmla="*/ 357 h 712"/>
                <a:gd name="T30" fmla="*/ 127 w 711"/>
                <a:gd name="T31" fmla="*/ 384 h 712"/>
                <a:gd name="T32" fmla="*/ 19 w 711"/>
                <a:gd name="T33" fmla="*/ 535 h 712"/>
                <a:gd name="T34" fmla="*/ 1 w 711"/>
                <a:gd name="T35" fmla="*/ 587 h 712"/>
                <a:gd name="T36" fmla="*/ 9 w 711"/>
                <a:gd name="T37" fmla="*/ 642 h 712"/>
                <a:gd name="T38" fmla="*/ 42 w 711"/>
                <a:gd name="T39" fmla="*/ 686 h 712"/>
                <a:gd name="T40" fmla="*/ 91 w 711"/>
                <a:gd name="T41" fmla="*/ 709 h 712"/>
                <a:gd name="T42" fmla="*/ 146 w 711"/>
                <a:gd name="T43" fmla="*/ 706 h 712"/>
                <a:gd name="T44" fmla="*/ 193 w 711"/>
                <a:gd name="T45" fmla="*/ 678 h 712"/>
                <a:gd name="T46" fmla="*/ 412 w 711"/>
                <a:gd name="T47" fmla="*/ 459 h 712"/>
                <a:gd name="T48" fmla="*/ 477 w 711"/>
                <a:gd name="T49" fmla="*/ 468 h 712"/>
                <a:gd name="T50" fmla="*/ 533 w 711"/>
                <a:gd name="T51" fmla="*/ 461 h 712"/>
                <a:gd name="T52" fmla="*/ 587 w 711"/>
                <a:gd name="T53" fmla="*/ 441 h 712"/>
                <a:gd name="T54" fmla="*/ 633 w 711"/>
                <a:gd name="T55" fmla="*/ 408 h 712"/>
                <a:gd name="T56" fmla="*/ 710 w 711"/>
                <a:gd name="T57" fmla="*/ 319 h 712"/>
                <a:gd name="T58" fmla="*/ 175 w 711"/>
                <a:gd name="T59" fmla="*/ 342 h 712"/>
                <a:gd name="T60" fmla="*/ 149 w 711"/>
                <a:gd name="T61" fmla="*/ 369 h 712"/>
                <a:gd name="T62" fmla="*/ 114 w 711"/>
                <a:gd name="T63" fmla="*/ 684 h 712"/>
                <a:gd name="T64" fmla="*/ 73 w 711"/>
                <a:gd name="T65" fmla="*/ 673 h 712"/>
                <a:gd name="T66" fmla="*/ 43 w 711"/>
                <a:gd name="T67" fmla="*/ 646 h 712"/>
                <a:gd name="T68" fmla="*/ 29 w 711"/>
                <a:gd name="T69" fmla="*/ 612 h 712"/>
                <a:gd name="T70" fmla="*/ 31 w 711"/>
                <a:gd name="T71" fmla="*/ 575 h 712"/>
                <a:gd name="T72" fmla="*/ 163 w 711"/>
                <a:gd name="T73" fmla="*/ 668 h 712"/>
                <a:gd name="T74" fmla="*/ 224 w 711"/>
                <a:gd name="T75" fmla="*/ 607 h 712"/>
                <a:gd name="T76" fmla="*/ 198 w 711"/>
                <a:gd name="T77" fmla="*/ 570 h 712"/>
                <a:gd name="T78" fmla="*/ 268 w 711"/>
                <a:gd name="T79" fmla="*/ 488 h 712"/>
                <a:gd name="T80" fmla="*/ 293 w 711"/>
                <a:gd name="T81" fmla="*/ 481 h 712"/>
                <a:gd name="T82" fmla="*/ 224 w 711"/>
                <a:gd name="T83" fmla="*/ 607 h 712"/>
                <a:gd name="T84" fmla="*/ 298 w 711"/>
                <a:gd name="T85" fmla="*/ 454 h 712"/>
                <a:gd name="T86" fmla="*/ 249 w 711"/>
                <a:gd name="T87" fmla="*/ 469 h 712"/>
                <a:gd name="T88" fmla="*/ 174 w 711"/>
                <a:gd name="T89" fmla="*/ 549 h 712"/>
                <a:gd name="T90" fmla="*/ 176 w 711"/>
                <a:gd name="T91" fmla="*/ 596 h 712"/>
                <a:gd name="T92" fmla="*/ 184 w 711"/>
                <a:gd name="T93" fmla="*/ 648 h 712"/>
                <a:gd name="T94" fmla="*/ 297 w 711"/>
                <a:gd name="T95" fmla="*/ 383 h 712"/>
                <a:gd name="T96" fmla="*/ 383 w 711"/>
                <a:gd name="T97" fmla="*/ 448 h 712"/>
                <a:gd name="T98" fmla="*/ 391 w 711"/>
                <a:gd name="T99" fmla="*/ 115 h 712"/>
                <a:gd name="T100" fmla="*/ 453 w 711"/>
                <a:gd name="T101" fmla="*/ 177 h 712"/>
                <a:gd name="T102" fmla="*/ 515 w 711"/>
                <a:gd name="T103" fmla="*/ 239 h 712"/>
                <a:gd name="T104" fmla="*/ 577 w 711"/>
                <a:gd name="T105" fmla="*/ 301 h 712"/>
                <a:gd name="T106" fmla="*/ 677 w 711"/>
                <a:gd name="T107" fmla="*/ 32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11" h="712">
                  <a:moveTo>
                    <a:pt x="707" y="314"/>
                  </a:moveTo>
                  <a:lnTo>
                    <a:pt x="397" y="4"/>
                  </a:lnTo>
                  <a:lnTo>
                    <a:pt x="392" y="1"/>
                  </a:lnTo>
                  <a:lnTo>
                    <a:pt x="387" y="0"/>
                  </a:lnTo>
                  <a:lnTo>
                    <a:pt x="382" y="1"/>
                  </a:lnTo>
                  <a:lnTo>
                    <a:pt x="377" y="4"/>
                  </a:lnTo>
                  <a:lnTo>
                    <a:pt x="312" y="70"/>
                  </a:lnTo>
                  <a:lnTo>
                    <a:pt x="298" y="83"/>
                  </a:lnTo>
                  <a:lnTo>
                    <a:pt x="287" y="100"/>
                  </a:lnTo>
                  <a:lnTo>
                    <a:pt x="276" y="116"/>
                  </a:lnTo>
                  <a:lnTo>
                    <a:pt x="266" y="133"/>
                  </a:lnTo>
                  <a:lnTo>
                    <a:pt x="265" y="138"/>
                  </a:lnTo>
                  <a:lnTo>
                    <a:pt x="266" y="144"/>
                  </a:lnTo>
                  <a:lnTo>
                    <a:pt x="268" y="148"/>
                  </a:lnTo>
                  <a:lnTo>
                    <a:pt x="273" y="151"/>
                  </a:lnTo>
                  <a:lnTo>
                    <a:pt x="278" y="152"/>
                  </a:lnTo>
                  <a:lnTo>
                    <a:pt x="283" y="152"/>
                  </a:lnTo>
                  <a:lnTo>
                    <a:pt x="289" y="149"/>
                  </a:lnTo>
                  <a:lnTo>
                    <a:pt x="292" y="145"/>
                  </a:lnTo>
                  <a:lnTo>
                    <a:pt x="300" y="131"/>
                  </a:lnTo>
                  <a:lnTo>
                    <a:pt x="308" y="117"/>
                  </a:lnTo>
                  <a:lnTo>
                    <a:pt x="318" y="104"/>
                  </a:lnTo>
                  <a:lnTo>
                    <a:pt x="328" y="92"/>
                  </a:lnTo>
                  <a:lnTo>
                    <a:pt x="619" y="383"/>
                  </a:lnTo>
                  <a:lnTo>
                    <a:pt x="604" y="396"/>
                  </a:lnTo>
                  <a:lnTo>
                    <a:pt x="588" y="408"/>
                  </a:lnTo>
                  <a:lnTo>
                    <a:pt x="571" y="417"/>
                  </a:lnTo>
                  <a:lnTo>
                    <a:pt x="554" y="425"/>
                  </a:lnTo>
                  <a:lnTo>
                    <a:pt x="536" y="431"/>
                  </a:lnTo>
                  <a:lnTo>
                    <a:pt x="516" y="437"/>
                  </a:lnTo>
                  <a:lnTo>
                    <a:pt x="497" y="439"/>
                  </a:lnTo>
                  <a:lnTo>
                    <a:pt x="477" y="440"/>
                  </a:lnTo>
                  <a:lnTo>
                    <a:pt x="456" y="439"/>
                  </a:lnTo>
                  <a:lnTo>
                    <a:pt x="437" y="436"/>
                  </a:lnTo>
                  <a:lnTo>
                    <a:pt x="416" y="431"/>
                  </a:lnTo>
                  <a:lnTo>
                    <a:pt x="398" y="425"/>
                  </a:lnTo>
                  <a:lnTo>
                    <a:pt x="380" y="416"/>
                  </a:lnTo>
                  <a:lnTo>
                    <a:pt x="363" y="406"/>
                  </a:lnTo>
                  <a:lnTo>
                    <a:pt x="347" y="394"/>
                  </a:lnTo>
                  <a:lnTo>
                    <a:pt x="332" y="380"/>
                  </a:lnTo>
                  <a:lnTo>
                    <a:pt x="318" y="364"/>
                  </a:lnTo>
                  <a:lnTo>
                    <a:pt x="305" y="348"/>
                  </a:lnTo>
                  <a:lnTo>
                    <a:pt x="294" y="329"/>
                  </a:lnTo>
                  <a:lnTo>
                    <a:pt x="286" y="311"/>
                  </a:lnTo>
                  <a:lnTo>
                    <a:pt x="279" y="292"/>
                  </a:lnTo>
                  <a:lnTo>
                    <a:pt x="275" y="271"/>
                  </a:lnTo>
                  <a:lnTo>
                    <a:pt x="272" y="251"/>
                  </a:lnTo>
                  <a:lnTo>
                    <a:pt x="272" y="229"/>
                  </a:lnTo>
                  <a:lnTo>
                    <a:pt x="271" y="224"/>
                  </a:lnTo>
                  <a:lnTo>
                    <a:pt x="267" y="220"/>
                  </a:lnTo>
                  <a:lnTo>
                    <a:pt x="263" y="217"/>
                  </a:lnTo>
                  <a:lnTo>
                    <a:pt x="258" y="216"/>
                  </a:lnTo>
                  <a:lnTo>
                    <a:pt x="252" y="217"/>
                  </a:lnTo>
                  <a:lnTo>
                    <a:pt x="248" y="219"/>
                  </a:lnTo>
                  <a:lnTo>
                    <a:pt x="245" y="223"/>
                  </a:lnTo>
                  <a:lnTo>
                    <a:pt x="244" y="228"/>
                  </a:lnTo>
                  <a:lnTo>
                    <a:pt x="244" y="247"/>
                  </a:lnTo>
                  <a:lnTo>
                    <a:pt x="246" y="265"/>
                  </a:lnTo>
                  <a:lnTo>
                    <a:pt x="248" y="282"/>
                  </a:lnTo>
                  <a:lnTo>
                    <a:pt x="252" y="299"/>
                  </a:lnTo>
                  <a:lnTo>
                    <a:pt x="251" y="299"/>
                  </a:lnTo>
                  <a:lnTo>
                    <a:pt x="251" y="300"/>
                  </a:lnTo>
                  <a:lnTo>
                    <a:pt x="212" y="339"/>
                  </a:lnTo>
                  <a:lnTo>
                    <a:pt x="195" y="323"/>
                  </a:lnTo>
                  <a:lnTo>
                    <a:pt x="191" y="320"/>
                  </a:lnTo>
                  <a:lnTo>
                    <a:pt x="186" y="316"/>
                  </a:lnTo>
                  <a:lnTo>
                    <a:pt x="180" y="315"/>
                  </a:lnTo>
                  <a:lnTo>
                    <a:pt x="175" y="314"/>
                  </a:lnTo>
                  <a:lnTo>
                    <a:pt x="170" y="315"/>
                  </a:lnTo>
                  <a:lnTo>
                    <a:pt x="164" y="316"/>
                  </a:lnTo>
                  <a:lnTo>
                    <a:pt x="159" y="320"/>
                  </a:lnTo>
                  <a:lnTo>
                    <a:pt x="155" y="323"/>
                  </a:lnTo>
                  <a:lnTo>
                    <a:pt x="130" y="348"/>
                  </a:lnTo>
                  <a:lnTo>
                    <a:pt x="127" y="353"/>
                  </a:lnTo>
                  <a:lnTo>
                    <a:pt x="124" y="357"/>
                  </a:lnTo>
                  <a:lnTo>
                    <a:pt x="122" y="363"/>
                  </a:lnTo>
                  <a:lnTo>
                    <a:pt x="121" y="368"/>
                  </a:lnTo>
                  <a:lnTo>
                    <a:pt x="122" y="373"/>
                  </a:lnTo>
                  <a:lnTo>
                    <a:pt x="124" y="379"/>
                  </a:lnTo>
                  <a:lnTo>
                    <a:pt x="127" y="384"/>
                  </a:lnTo>
                  <a:lnTo>
                    <a:pt x="130" y="388"/>
                  </a:lnTo>
                  <a:lnTo>
                    <a:pt x="146" y="404"/>
                  </a:lnTo>
                  <a:lnTo>
                    <a:pt x="33" y="518"/>
                  </a:lnTo>
                  <a:lnTo>
                    <a:pt x="26" y="526"/>
                  </a:lnTo>
                  <a:lnTo>
                    <a:pt x="19" y="535"/>
                  </a:lnTo>
                  <a:lnTo>
                    <a:pt x="14" y="545"/>
                  </a:lnTo>
                  <a:lnTo>
                    <a:pt x="9" y="555"/>
                  </a:lnTo>
                  <a:lnTo>
                    <a:pt x="6" y="564"/>
                  </a:lnTo>
                  <a:lnTo>
                    <a:pt x="2" y="575"/>
                  </a:lnTo>
                  <a:lnTo>
                    <a:pt x="1" y="587"/>
                  </a:lnTo>
                  <a:lnTo>
                    <a:pt x="0" y="598"/>
                  </a:lnTo>
                  <a:lnTo>
                    <a:pt x="1" y="610"/>
                  </a:lnTo>
                  <a:lnTo>
                    <a:pt x="2" y="620"/>
                  </a:lnTo>
                  <a:lnTo>
                    <a:pt x="6" y="631"/>
                  </a:lnTo>
                  <a:lnTo>
                    <a:pt x="9" y="642"/>
                  </a:lnTo>
                  <a:lnTo>
                    <a:pt x="14" y="651"/>
                  </a:lnTo>
                  <a:lnTo>
                    <a:pt x="19" y="661"/>
                  </a:lnTo>
                  <a:lnTo>
                    <a:pt x="26" y="670"/>
                  </a:lnTo>
                  <a:lnTo>
                    <a:pt x="33" y="678"/>
                  </a:lnTo>
                  <a:lnTo>
                    <a:pt x="42" y="686"/>
                  </a:lnTo>
                  <a:lnTo>
                    <a:pt x="51" y="692"/>
                  </a:lnTo>
                  <a:lnTo>
                    <a:pt x="60" y="698"/>
                  </a:lnTo>
                  <a:lnTo>
                    <a:pt x="70" y="703"/>
                  </a:lnTo>
                  <a:lnTo>
                    <a:pt x="81" y="706"/>
                  </a:lnTo>
                  <a:lnTo>
                    <a:pt x="91" y="709"/>
                  </a:lnTo>
                  <a:lnTo>
                    <a:pt x="102" y="710"/>
                  </a:lnTo>
                  <a:lnTo>
                    <a:pt x="114" y="712"/>
                  </a:lnTo>
                  <a:lnTo>
                    <a:pt x="125" y="710"/>
                  </a:lnTo>
                  <a:lnTo>
                    <a:pt x="135" y="709"/>
                  </a:lnTo>
                  <a:lnTo>
                    <a:pt x="146" y="706"/>
                  </a:lnTo>
                  <a:lnTo>
                    <a:pt x="157" y="703"/>
                  </a:lnTo>
                  <a:lnTo>
                    <a:pt x="166" y="698"/>
                  </a:lnTo>
                  <a:lnTo>
                    <a:pt x="176" y="692"/>
                  </a:lnTo>
                  <a:lnTo>
                    <a:pt x="185" y="686"/>
                  </a:lnTo>
                  <a:lnTo>
                    <a:pt x="193" y="678"/>
                  </a:lnTo>
                  <a:lnTo>
                    <a:pt x="234" y="637"/>
                  </a:lnTo>
                  <a:lnTo>
                    <a:pt x="234" y="637"/>
                  </a:lnTo>
                  <a:lnTo>
                    <a:pt x="234" y="637"/>
                  </a:lnTo>
                  <a:lnTo>
                    <a:pt x="411" y="460"/>
                  </a:lnTo>
                  <a:lnTo>
                    <a:pt x="412" y="459"/>
                  </a:lnTo>
                  <a:lnTo>
                    <a:pt x="412" y="459"/>
                  </a:lnTo>
                  <a:lnTo>
                    <a:pt x="428" y="462"/>
                  </a:lnTo>
                  <a:lnTo>
                    <a:pt x="444" y="466"/>
                  </a:lnTo>
                  <a:lnTo>
                    <a:pt x="460" y="467"/>
                  </a:lnTo>
                  <a:lnTo>
                    <a:pt x="477" y="468"/>
                  </a:lnTo>
                  <a:lnTo>
                    <a:pt x="488" y="468"/>
                  </a:lnTo>
                  <a:lnTo>
                    <a:pt x="500" y="467"/>
                  </a:lnTo>
                  <a:lnTo>
                    <a:pt x="511" y="466"/>
                  </a:lnTo>
                  <a:lnTo>
                    <a:pt x="523" y="464"/>
                  </a:lnTo>
                  <a:lnTo>
                    <a:pt x="533" y="461"/>
                  </a:lnTo>
                  <a:lnTo>
                    <a:pt x="545" y="458"/>
                  </a:lnTo>
                  <a:lnTo>
                    <a:pt x="556" y="454"/>
                  </a:lnTo>
                  <a:lnTo>
                    <a:pt x="567" y="451"/>
                  </a:lnTo>
                  <a:lnTo>
                    <a:pt x="576" y="445"/>
                  </a:lnTo>
                  <a:lnTo>
                    <a:pt x="587" y="441"/>
                  </a:lnTo>
                  <a:lnTo>
                    <a:pt x="597" y="435"/>
                  </a:lnTo>
                  <a:lnTo>
                    <a:pt x="606" y="429"/>
                  </a:lnTo>
                  <a:lnTo>
                    <a:pt x="616" y="422"/>
                  </a:lnTo>
                  <a:lnTo>
                    <a:pt x="625" y="415"/>
                  </a:lnTo>
                  <a:lnTo>
                    <a:pt x="633" y="408"/>
                  </a:lnTo>
                  <a:lnTo>
                    <a:pt x="642" y="399"/>
                  </a:lnTo>
                  <a:lnTo>
                    <a:pt x="707" y="334"/>
                  </a:lnTo>
                  <a:lnTo>
                    <a:pt x="710" y="329"/>
                  </a:lnTo>
                  <a:lnTo>
                    <a:pt x="711" y="324"/>
                  </a:lnTo>
                  <a:lnTo>
                    <a:pt x="710" y="319"/>
                  </a:lnTo>
                  <a:lnTo>
                    <a:pt x="707" y="314"/>
                  </a:lnTo>
                  <a:close/>
                  <a:moveTo>
                    <a:pt x="149" y="368"/>
                  </a:moveTo>
                  <a:lnTo>
                    <a:pt x="175" y="342"/>
                  </a:lnTo>
                  <a:lnTo>
                    <a:pt x="175" y="342"/>
                  </a:lnTo>
                  <a:lnTo>
                    <a:pt x="175" y="342"/>
                  </a:lnTo>
                  <a:lnTo>
                    <a:pt x="175" y="342"/>
                  </a:lnTo>
                  <a:lnTo>
                    <a:pt x="176" y="342"/>
                  </a:lnTo>
                  <a:lnTo>
                    <a:pt x="192" y="359"/>
                  </a:lnTo>
                  <a:lnTo>
                    <a:pt x="166" y="385"/>
                  </a:lnTo>
                  <a:lnTo>
                    <a:pt x="149" y="369"/>
                  </a:lnTo>
                  <a:lnTo>
                    <a:pt x="149" y="368"/>
                  </a:lnTo>
                  <a:lnTo>
                    <a:pt x="149" y="368"/>
                  </a:lnTo>
                  <a:lnTo>
                    <a:pt x="149" y="368"/>
                  </a:lnTo>
                  <a:lnTo>
                    <a:pt x="149" y="368"/>
                  </a:lnTo>
                  <a:close/>
                  <a:moveTo>
                    <a:pt x="114" y="684"/>
                  </a:moveTo>
                  <a:lnTo>
                    <a:pt x="105" y="683"/>
                  </a:lnTo>
                  <a:lnTo>
                    <a:pt x="97" y="681"/>
                  </a:lnTo>
                  <a:lnTo>
                    <a:pt x="88" y="679"/>
                  </a:lnTo>
                  <a:lnTo>
                    <a:pt x="81" y="677"/>
                  </a:lnTo>
                  <a:lnTo>
                    <a:pt x="73" y="673"/>
                  </a:lnTo>
                  <a:lnTo>
                    <a:pt x="67" y="669"/>
                  </a:lnTo>
                  <a:lnTo>
                    <a:pt x="59" y="664"/>
                  </a:lnTo>
                  <a:lnTo>
                    <a:pt x="53" y="658"/>
                  </a:lnTo>
                  <a:lnTo>
                    <a:pt x="47" y="652"/>
                  </a:lnTo>
                  <a:lnTo>
                    <a:pt x="43" y="646"/>
                  </a:lnTo>
                  <a:lnTo>
                    <a:pt x="39" y="640"/>
                  </a:lnTo>
                  <a:lnTo>
                    <a:pt x="36" y="633"/>
                  </a:lnTo>
                  <a:lnTo>
                    <a:pt x="33" y="627"/>
                  </a:lnTo>
                  <a:lnTo>
                    <a:pt x="31" y="619"/>
                  </a:lnTo>
                  <a:lnTo>
                    <a:pt x="29" y="612"/>
                  </a:lnTo>
                  <a:lnTo>
                    <a:pt x="28" y="604"/>
                  </a:lnTo>
                  <a:lnTo>
                    <a:pt x="28" y="597"/>
                  </a:lnTo>
                  <a:lnTo>
                    <a:pt x="28" y="590"/>
                  </a:lnTo>
                  <a:lnTo>
                    <a:pt x="29" y="583"/>
                  </a:lnTo>
                  <a:lnTo>
                    <a:pt x="31" y="575"/>
                  </a:lnTo>
                  <a:lnTo>
                    <a:pt x="33" y="568"/>
                  </a:lnTo>
                  <a:lnTo>
                    <a:pt x="37" y="561"/>
                  </a:lnTo>
                  <a:lnTo>
                    <a:pt x="40" y="555"/>
                  </a:lnTo>
                  <a:lnTo>
                    <a:pt x="44" y="548"/>
                  </a:lnTo>
                  <a:lnTo>
                    <a:pt x="163" y="668"/>
                  </a:lnTo>
                  <a:lnTo>
                    <a:pt x="151" y="674"/>
                  </a:lnTo>
                  <a:lnTo>
                    <a:pt x="140" y="679"/>
                  </a:lnTo>
                  <a:lnTo>
                    <a:pt x="127" y="683"/>
                  </a:lnTo>
                  <a:lnTo>
                    <a:pt x="114" y="684"/>
                  </a:lnTo>
                  <a:close/>
                  <a:moveTo>
                    <a:pt x="224" y="607"/>
                  </a:moveTo>
                  <a:lnTo>
                    <a:pt x="206" y="589"/>
                  </a:lnTo>
                  <a:lnTo>
                    <a:pt x="203" y="585"/>
                  </a:lnTo>
                  <a:lnTo>
                    <a:pt x="200" y="579"/>
                  </a:lnTo>
                  <a:lnTo>
                    <a:pt x="199" y="575"/>
                  </a:lnTo>
                  <a:lnTo>
                    <a:pt x="198" y="570"/>
                  </a:lnTo>
                  <a:lnTo>
                    <a:pt x="199" y="564"/>
                  </a:lnTo>
                  <a:lnTo>
                    <a:pt x="200" y="560"/>
                  </a:lnTo>
                  <a:lnTo>
                    <a:pt x="203" y="555"/>
                  </a:lnTo>
                  <a:lnTo>
                    <a:pt x="206" y="550"/>
                  </a:lnTo>
                  <a:lnTo>
                    <a:pt x="268" y="488"/>
                  </a:lnTo>
                  <a:lnTo>
                    <a:pt x="273" y="485"/>
                  </a:lnTo>
                  <a:lnTo>
                    <a:pt x="277" y="482"/>
                  </a:lnTo>
                  <a:lnTo>
                    <a:pt x="282" y="481"/>
                  </a:lnTo>
                  <a:lnTo>
                    <a:pt x="288" y="481"/>
                  </a:lnTo>
                  <a:lnTo>
                    <a:pt x="293" y="481"/>
                  </a:lnTo>
                  <a:lnTo>
                    <a:pt x="297" y="482"/>
                  </a:lnTo>
                  <a:lnTo>
                    <a:pt x="303" y="485"/>
                  </a:lnTo>
                  <a:lnTo>
                    <a:pt x="306" y="488"/>
                  </a:lnTo>
                  <a:lnTo>
                    <a:pt x="325" y="506"/>
                  </a:lnTo>
                  <a:lnTo>
                    <a:pt x="224" y="607"/>
                  </a:lnTo>
                  <a:close/>
                  <a:moveTo>
                    <a:pt x="345" y="487"/>
                  </a:moveTo>
                  <a:lnTo>
                    <a:pt x="326" y="469"/>
                  </a:lnTo>
                  <a:lnTo>
                    <a:pt x="318" y="461"/>
                  </a:lnTo>
                  <a:lnTo>
                    <a:pt x="308" y="457"/>
                  </a:lnTo>
                  <a:lnTo>
                    <a:pt x="298" y="454"/>
                  </a:lnTo>
                  <a:lnTo>
                    <a:pt x="288" y="453"/>
                  </a:lnTo>
                  <a:lnTo>
                    <a:pt x="277" y="454"/>
                  </a:lnTo>
                  <a:lnTo>
                    <a:pt x="266" y="457"/>
                  </a:lnTo>
                  <a:lnTo>
                    <a:pt x="258" y="461"/>
                  </a:lnTo>
                  <a:lnTo>
                    <a:pt x="249" y="469"/>
                  </a:lnTo>
                  <a:lnTo>
                    <a:pt x="186" y="531"/>
                  </a:lnTo>
                  <a:lnTo>
                    <a:pt x="183" y="535"/>
                  </a:lnTo>
                  <a:lnTo>
                    <a:pt x="179" y="540"/>
                  </a:lnTo>
                  <a:lnTo>
                    <a:pt x="176" y="544"/>
                  </a:lnTo>
                  <a:lnTo>
                    <a:pt x="174" y="549"/>
                  </a:lnTo>
                  <a:lnTo>
                    <a:pt x="172" y="559"/>
                  </a:lnTo>
                  <a:lnTo>
                    <a:pt x="171" y="570"/>
                  </a:lnTo>
                  <a:lnTo>
                    <a:pt x="172" y="581"/>
                  </a:lnTo>
                  <a:lnTo>
                    <a:pt x="174" y="590"/>
                  </a:lnTo>
                  <a:lnTo>
                    <a:pt x="176" y="596"/>
                  </a:lnTo>
                  <a:lnTo>
                    <a:pt x="179" y="600"/>
                  </a:lnTo>
                  <a:lnTo>
                    <a:pt x="183" y="604"/>
                  </a:lnTo>
                  <a:lnTo>
                    <a:pt x="186" y="608"/>
                  </a:lnTo>
                  <a:lnTo>
                    <a:pt x="205" y="627"/>
                  </a:lnTo>
                  <a:lnTo>
                    <a:pt x="184" y="648"/>
                  </a:lnTo>
                  <a:lnTo>
                    <a:pt x="63" y="528"/>
                  </a:lnTo>
                  <a:lnTo>
                    <a:pt x="263" y="327"/>
                  </a:lnTo>
                  <a:lnTo>
                    <a:pt x="273" y="348"/>
                  </a:lnTo>
                  <a:lnTo>
                    <a:pt x="283" y="366"/>
                  </a:lnTo>
                  <a:lnTo>
                    <a:pt x="297" y="383"/>
                  </a:lnTo>
                  <a:lnTo>
                    <a:pt x="312" y="399"/>
                  </a:lnTo>
                  <a:lnTo>
                    <a:pt x="328" y="414"/>
                  </a:lnTo>
                  <a:lnTo>
                    <a:pt x="346" y="427"/>
                  </a:lnTo>
                  <a:lnTo>
                    <a:pt x="364" y="439"/>
                  </a:lnTo>
                  <a:lnTo>
                    <a:pt x="383" y="448"/>
                  </a:lnTo>
                  <a:lnTo>
                    <a:pt x="345" y="487"/>
                  </a:lnTo>
                  <a:close/>
                  <a:moveTo>
                    <a:pt x="348" y="73"/>
                  </a:moveTo>
                  <a:lnTo>
                    <a:pt x="387" y="33"/>
                  </a:lnTo>
                  <a:lnTo>
                    <a:pt x="429" y="76"/>
                  </a:lnTo>
                  <a:lnTo>
                    <a:pt x="391" y="115"/>
                  </a:lnTo>
                  <a:lnTo>
                    <a:pt x="348" y="73"/>
                  </a:lnTo>
                  <a:close/>
                  <a:moveTo>
                    <a:pt x="410" y="135"/>
                  </a:moveTo>
                  <a:lnTo>
                    <a:pt x="449" y="95"/>
                  </a:lnTo>
                  <a:lnTo>
                    <a:pt x="492" y="138"/>
                  </a:lnTo>
                  <a:lnTo>
                    <a:pt x="453" y="177"/>
                  </a:lnTo>
                  <a:lnTo>
                    <a:pt x="410" y="135"/>
                  </a:lnTo>
                  <a:close/>
                  <a:moveTo>
                    <a:pt x="472" y="197"/>
                  </a:moveTo>
                  <a:lnTo>
                    <a:pt x="511" y="158"/>
                  </a:lnTo>
                  <a:lnTo>
                    <a:pt x="554" y="200"/>
                  </a:lnTo>
                  <a:lnTo>
                    <a:pt x="515" y="239"/>
                  </a:lnTo>
                  <a:lnTo>
                    <a:pt x="472" y="197"/>
                  </a:lnTo>
                  <a:close/>
                  <a:moveTo>
                    <a:pt x="534" y="260"/>
                  </a:moveTo>
                  <a:lnTo>
                    <a:pt x="573" y="220"/>
                  </a:lnTo>
                  <a:lnTo>
                    <a:pt x="616" y="263"/>
                  </a:lnTo>
                  <a:lnTo>
                    <a:pt x="577" y="301"/>
                  </a:lnTo>
                  <a:lnTo>
                    <a:pt x="534" y="260"/>
                  </a:lnTo>
                  <a:close/>
                  <a:moveTo>
                    <a:pt x="639" y="364"/>
                  </a:moveTo>
                  <a:lnTo>
                    <a:pt x="597" y="321"/>
                  </a:lnTo>
                  <a:lnTo>
                    <a:pt x="635" y="282"/>
                  </a:lnTo>
                  <a:lnTo>
                    <a:pt x="677" y="324"/>
                  </a:lnTo>
                  <a:lnTo>
                    <a:pt x="639" y="3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9" name="Freeform 67">
              <a:extLst>
                <a:ext uri="{FF2B5EF4-FFF2-40B4-BE49-F238E27FC236}">
                  <a16:creationId xmlns:a16="http://schemas.microsoft.com/office/drawing/2014/main" id="{18F554D7-C0DF-4788-8E25-EF959C4D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1" y="2509838"/>
              <a:ext cx="14288" cy="34925"/>
            </a:xfrm>
            <a:custGeom>
              <a:avLst/>
              <a:gdLst>
                <a:gd name="T0" fmla="*/ 14 w 28"/>
                <a:gd name="T1" fmla="*/ 0 h 68"/>
                <a:gd name="T2" fmla="*/ 9 w 28"/>
                <a:gd name="T3" fmla="*/ 1 h 68"/>
                <a:gd name="T4" fmla="*/ 5 w 28"/>
                <a:gd name="T5" fmla="*/ 4 h 68"/>
                <a:gd name="T6" fmla="*/ 1 w 28"/>
                <a:gd name="T7" fmla="*/ 8 h 68"/>
                <a:gd name="T8" fmla="*/ 0 w 28"/>
                <a:gd name="T9" fmla="*/ 14 h 68"/>
                <a:gd name="T10" fmla="*/ 0 w 28"/>
                <a:gd name="T11" fmla="*/ 54 h 68"/>
                <a:gd name="T12" fmla="*/ 1 w 28"/>
                <a:gd name="T13" fmla="*/ 59 h 68"/>
                <a:gd name="T14" fmla="*/ 5 w 28"/>
                <a:gd name="T15" fmla="*/ 63 h 68"/>
                <a:gd name="T16" fmla="*/ 9 w 28"/>
                <a:gd name="T17" fmla="*/ 66 h 68"/>
                <a:gd name="T18" fmla="*/ 14 w 28"/>
                <a:gd name="T19" fmla="*/ 68 h 68"/>
                <a:gd name="T20" fmla="*/ 20 w 28"/>
                <a:gd name="T21" fmla="*/ 66 h 68"/>
                <a:gd name="T22" fmla="*/ 25 w 28"/>
                <a:gd name="T23" fmla="*/ 63 h 68"/>
                <a:gd name="T24" fmla="*/ 27 w 28"/>
                <a:gd name="T25" fmla="*/ 59 h 68"/>
                <a:gd name="T26" fmla="*/ 28 w 28"/>
                <a:gd name="T27" fmla="*/ 54 h 68"/>
                <a:gd name="T28" fmla="*/ 28 w 28"/>
                <a:gd name="T29" fmla="*/ 14 h 68"/>
                <a:gd name="T30" fmla="*/ 27 w 28"/>
                <a:gd name="T31" fmla="*/ 8 h 68"/>
                <a:gd name="T32" fmla="*/ 25 w 28"/>
                <a:gd name="T33" fmla="*/ 4 h 68"/>
                <a:gd name="T34" fmla="*/ 20 w 28"/>
                <a:gd name="T35" fmla="*/ 1 h 68"/>
                <a:gd name="T36" fmla="*/ 14 w 2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68">
                  <a:moveTo>
                    <a:pt x="14" y="0"/>
                  </a:move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54"/>
                  </a:lnTo>
                  <a:lnTo>
                    <a:pt x="1" y="59"/>
                  </a:lnTo>
                  <a:lnTo>
                    <a:pt x="5" y="63"/>
                  </a:lnTo>
                  <a:lnTo>
                    <a:pt x="9" y="66"/>
                  </a:lnTo>
                  <a:lnTo>
                    <a:pt x="14" y="68"/>
                  </a:lnTo>
                  <a:lnTo>
                    <a:pt x="20" y="66"/>
                  </a:lnTo>
                  <a:lnTo>
                    <a:pt x="25" y="63"/>
                  </a:lnTo>
                  <a:lnTo>
                    <a:pt x="27" y="59"/>
                  </a:lnTo>
                  <a:lnTo>
                    <a:pt x="28" y="54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5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0" name="Freeform 68">
              <a:extLst>
                <a:ext uri="{FF2B5EF4-FFF2-40B4-BE49-F238E27FC236}">
                  <a16:creationId xmlns:a16="http://schemas.microsoft.com/office/drawing/2014/main" id="{2D3DAB4B-C8A6-4E80-A7F2-60C9B95F8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801" y="2508251"/>
              <a:ext cx="52388" cy="52388"/>
            </a:xfrm>
            <a:custGeom>
              <a:avLst/>
              <a:gdLst>
                <a:gd name="T0" fmla="*/ 95 w 99"/>
                <a:gd name="T1" fmla="*/ 4 h 100"/>
                <a:gd name="T2" fmla="*/ 91 w 99"/>
                <a:gd name="T3" fmla="*/ 1 h 100"/>
                <a:gd name="T4" fmla="*/ 86 w 99"/>
                <a:gd name="T5" fmla="*/ 0 h 100"/>
                <a:gd name="T6" fmla="*/ 80 w 99"/>
                <a:gd name="T7" fmla="*/ 1 h 100"/>
                <a:gd name="T8" fmla="*/ 76 w 99"/>
                <a:gd name="T9" fmla="*/ 4 h 100"/>
                <a:gd name="T10" fmla="*/ 4 w 99"/>
                <a:gd name="T11" fmla="*/ 76 h 100"/>
                <a:gd name="T12" fmla="*/ 1 w 99"/>
                <a:gd name="T13" fmla="*/ 80 h 100"/>
                <a:gd name="T14" fmla="*/ 0 w 99"/>
                <a:gd name="T15" fmla="*/ 86 h 100"/>
                <a:gd name="T16" fmla="*/ 1 w 99"/>
                <a:gd name="T17" fmla="*/ 91 h 100"/>
                <a:gd name="T18" fmla="*/ 4 w 99"/>
                <a:gd name="T19" fmla="*/ 95 h 100"/>
                <a:gd name="T20" fmla="*/ 8 w 99"/>
                <a:gd name="T21" fmla="*/ 99 h 100"/>
                <a:gd name="T22" fmla="*/ 14 w 99"/>
                <a:gd name="T23" fmla="*/ 100 h 100"/>
                <a:gd name="T24" fmla="*/ 19 w 99"/>
                <a:gd name="T25" fmla="*/ 99 h 100"/>
                <a:gd name="T26" fmla="*/ 23 w 99"/>
                <a:gd name="T27" fmla="*/ 95 h 100"/>
                <a:gd name="T28" fmla="*/ 95 w 99"/>
                <a:gd name="T29" fmla="*/ 23 h 100"/>
                <a:gd name="T30" fmla="*/ 98 w 99"/>
                <a:gd name="T31" fmla="*/ 19 h 100"/>
                <a:gd name="T32" fmla="*/ 99 w 99"/>
                <a:gd name="T33" fmla="*/ 14 h 100"/>
                <a:gd name="T34" fmla="*/ 98 w 99"/>
                <a:gd name="T35" fmla="*/ 8 h 100"/>
                <a:gd name="T36" fmla="*/ 95 w 99"/>
                <a:gd name="T37" fmla="*/ 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100">
                  <a:moveTo>
                    <a:pt x="95" y="4"/>
                  </a:moveTo>
                  <a:lnTo>
                    <a:pt x="91" y="1"/>
                  </a:lnTo>
                  <a:lnTo>
                    <a:pt x="86" y="0"/>
                  </a:lnTo>
                  <a:lnTo>
                    <a:pt x="80" y="1"/>
                  </a:lnTo>
                  <a:lnTo>
                    <a:pt x="76" y="4"/>
                  </a:lnTo>
                  <a:lnTo>
                    <a:pt x="4" y="76"/>
                  </a:lnTo>
                  <a:lnTo>
                    <a:pt x="1" y="80"/>
                  </a:lnTo>
                  <a:lnTo>
                    <a:pt x="0" y="86"/>
                  </a:lnTo>
                  <a:lnTo>
                    <a:pt x="1" y="91"/>
                  </a:lnTo>
                  <a:lnTo>
                    <a:pt x="4" y="95"/>
                  </a:lnTo>
                  <a:lnTo>
                    <a:pt x="8" y="99"/>
                  </a:lnTo>
                  <a:lnTo>
                    <a:pt x="14" y="100"/>
                  </a:lnTo>
                  <a:lnTo>
                    <a:pt x="19" y="99"/>
                  </a:lnTo>
                  <a:lnTo>
                    <a:pt x="23" y="95"/>
                  </a:lnTo>
                  <a:lnTo>
                    <a:pt x="95" y="23"/>
                  </a:lnTo>
                  <a:lnTo>
                    <a:pt x="98" y="19"/>
                  </a:lnTo>
                  <a:lnTo>
                    <a:pt x="99" y="14"/>
                  </a:lnTo>
                  <a:lnTo>
                    <a:pt x="98" y="8"/>
                  </a:lnTo>
                  <a:lnTo>
                    <a:pt x="9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1" name="Freeform 69">
              <a:extLst>
                <a:ext uri="{FF2B5EF4-FFF2-40B4-BE49-F238E27FC236}">
                  <a16:creationId xmlns:a16="http://schemas.microsoft.com/office/drawing/2014/main" id="{E9A28C76-DD81-4406-B641-483387FC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263" y="2603501"/>
              <a:ext cx="34925" cy="14288"/>
            </a:xfrm>
            <a:custGeom>
              <a:avLst/>
              <a:gdLst>
                <a:gd name="T0" fmla="*/ 55 w 68"/>
                <a:gd name="T1" fmla="*/ 0 h 28"/>
                <a:gd name="T2" fmla="*/ 14 w 68"/>
                <a:gd name="T3" fmla="*/ 0 h 28"/>
                <a:gd name="T4" fmla="*/ 8 w 68"/>
                <a:gd name="T5" fmla="*/ 1 h 28"/>
                <a:gd name="T6" fmla="*/ 4 w 68"/>
                <a:gd name="T7" fmla="*/ 4 h 28"/>
                <a:gd name="T8" fmla="*/ 1 w 68"/>
                <a:gd name="T9" fmla="*/ 9 h 28"/>
                <a:gd name="T10" fmla="*/ 0 w 68"/>
                <a:gd name="T11" fmla="*/ 14 h 28"/>
                <a:gd name="T12" fmla="*/ 1 w 68"/>
                <a:gd name="T13" fmla="*/ 19 h 28"/>
                <a:gd name="T14" fmla="*/ 4 w 68"/>
                <a:gd name="T15" fmla="*/ 25 h 28"/>
                <a:gd name="T16" fmla="*/ 8 w 68"/>
                <a:gd name="T17" fmla="*/ 27 h 28"/>
                <a:gd name="T18" fmla="*/ 14 w 68"/>
                <a:gd name="T19" fmla="*/ 28 h 28"/>
                <a:gd name="T20" fmla="*/ 55 w 68"/>
                <a:gd name="T21" fmla="*/ 28 h 28"/>
                <a:gd name="T22" fmla="*/ 60 w 68"/>
                <a:gd name="T23" fmla="*/ 27 h 28"/>
                <a:gd name="T24" fmla="*/ 64 w 68"/>
                <a:gd name="T25" fmla="*/ 25 h 28"/>
                <a:gd name="T26" fmla="*/ 67 w 68"/>
                <a:gd name="T27" fmla="*/ 19 h 28"/>
                <a:gd name="T28" fmla="*/ 68 w 68"/>
                <a:gd name="T29" fmla="*/ 14 h 28"/>
                <a:gd name="T30" fmla="*/ 67 w 68"/>
                <a:gd name="T31" fmla="*/ 9 h 28"/>
                <a:gd name="T32" fmla="*/ 64 w 68"/>
                <a:gd name="T33" fmla="*/ 4 h 28"/>
                <a:gd name="T34" fmla="*/ 60 w 68"/>
                <a:gd name="T35" fmla="*/ 1 h 28"/>
                <a:gd name="T36" fmla="*/ 55 w 6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28">
                  <a:moveTo>
                    <a:pt x="55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55" y="28"/>
                  </a:lnTo>
                  <a:lnTo>
                    <a:pt x="60" y="27"/>
                  </a:lnTo>
                  <a:lnTo>
                    <a:pt x="64" y="25"/>
                  </a:lnTo>
                  <a:lnTo>
                    <a:pt x="67" y="19"/>
                  </a:lnTo>
                  <a:lnTo>
                    <a:pt x="68" y="14"/>
                  </a:lnTo>
                  <a:lnTo>
                    <a:pt x="67" y="9"/>
                  </a:lnTo>
                  <a:lnTo>
                    <a:pt x="64" y="4"/>
                  </a:lnTo>
                  <a:lnTo>
                    <a:pt x="60" y="1"/>
                  </a:lnTo>
                  <a:lnTo>
                    <a:pt x="5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2" name="Freeform 70">
              <a:extLst>
                <a:ext uri="{FF2B5EF4-FFF2-40B4-BE49-F238E27FC236}">
                  <a16:creationId xmlns:a16="http://schemas.microsoft.com/office/drawing/2014/main" id="{A5281E03-FD52-486B-A2B9-BE93A58A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751" y="2565401"/>
              <a:ext cx="15875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3" name="Freeform 71">
              <a:extLst>
                <a:ext uri="{FF2B5EF4-FFF2-40B4-BE49-F238E27FC236}">
                  <a16:creationId xmlns:a16="http://schemas.microsoft.com/office/drawing/2014/main" id="{206B9156-E5D5-46D2-AD69-EFF431A8D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1" y="2597151"/>
              <a:ext cx="14288" cy="14288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3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3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71C3B547-E647-4DD2-B160-12C77D3723BE}"/>
              </a:ext>
            </a:extLst>
          </p:cNvPr>
          <p:cNvGrpSpPr/>
          <p:nvPr/>
        </p:nvGrpSpPr>
        <p:grpSpPr>
          <a:xfrm>
            <a:off x="2520951" y="1776413"/>
            <a:ext cx="376238" cy="376238"/>
            <a:chOff x="2520951" y="1776413"/>
            <a:chExt cx="376238" cy="376238"/>
          </a:xfrm>
          <a:solidFill>
            <a:schemeClr val="bg1"/>
          </a:solidFill>
        </p:grpSpPr>
        <p:sp>
          <p:nvSpPr>
            <p:cNvPr id="344" name="Freeform 72">
              <a:extLst>
                <a:ext uri="{FF2B5EF4-FFF2-40B4-BE49-F238E27FC236}">
                  <a16:creationId xmlns:a16="http://schemas.microsoft.com/office/drawing/2014/main" id="{85A01575-C05B-43EE-91AE-5B667CE7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951" y="1776413"/>
              <a:ext cx="376238" cy="376238"/>
            </a:xfrm>
            <a:custGeom>
              <a:avLst/>
              <a:gdLst>
                <a:gd name="T0" fmla="*/ 546 w 711"/>
                <a:gd name="T1" fmla="*/ 521 h 711"/>
                <a:gd name="T2" fmla="*/ 555 w 711"/>
                <a:gd name="T3" fmla="*/ 422 h 711"/>
                <a:gd name="T4" fmla="*/ 581 w 711"/>
                <a:gd name="T5" fmla="*/ 384 h 711"/>
                <a:gd name="T6" fmla="*/ 611 w 711"/>
                <a:gd name="T7" fmla="*/ 302 h 711"/>
                <a:gd name="T8" fmla="*/ 613 w 711"/>
                <a:gd name="T9" fmla="*/ 232 h 711"/>
                <a:gd name="T10" fmla="*/ 602 w 711"/>
                <a:gd name="T11" fmla="*/ 181 h 711"/>
                <a:gd name="T12" fmla="*/ 583 w 711"/>
                <a:gd name="T13" fmla="*/ 135 h 711"/>
                <a:gd name="T14" fmla="*/ 555 w 711"/>
                <a:gd name="T15" fmla="*/ 93 h 711"/>
                <a:gd name="T16" fmla="*/ 519 w 711"/>
                <a:gd name="T17" fmla="*/ 59 h 711"/>
                <a:gd name="T18" fmla="*/ 479 w 711"/>
                <a:gd name="T19" fmla="*/ 31 h 711"/>
                <a:gd name="T20" fmla="*/ 433 w 711"/>
                <a:gd name="T21" fmla="*/ 11 h 711"/>
                <a:gd name="T22" fmla="*/ 382 w 711"/>
                <a:gd name="T23" fmla="*/ 1 h 711"/>
                <a:gd name="T24" fmla="*/ 324 w 711"/>
                <a:gd name="T25" fmla="*/ 1 h 711"/>
                <a:gd name="T26" fmla="*/ 262 w 711"/>
                <a:gd name="T27" fmla="*/ 17 h 711"/>
                <a:gd name="T28" fmla="*/ 227 w 711"/>
                <a:gd name="T29" fmla="*/ 39 h 711"/>
                <a:gd name="T30" fmla="*/ 236 w 711"/>
                <a:gd name="T31" fmla="*/ 56 h 711"/>
                <a:gd name="T32" fmla="*/ 273 w 711"/>
                <a:gd name="T33" fmla="*/ 43 h 711"/>
                <a:gd name="T34" fmla="*/ 327 w 711"/>
                <a:gd name="T35" fmla="*/ 29 h 711"/>
                <a:gd name="T36" fmla="*/ 379 w 711"/>
                <a:gd name="T37" fmla="*/ 29 h 711"/>
                <a:gd name="T38" fmla="*/ 424 w 711"/>
                <a:gd name="T39" fmla="*/ 37 h 711"/>
                <a:gd name="T40" fmla="*/ 466 w 711"/>
                <a:gd name="T41" fmla="*/ 55 h 711"/>
                <a:gd name="T42" fmla="*/ 518 w 711"/>
                <a:gd name="T43" fmla="*/ 94 h 711"/>
                <a:gd name="T44" fmla="*/ 558 w 711"/>
                <a:gd name="T45" fmla="*/ 148 h 711"/>
                <a:gd name="T46" fmla="*/ 576 w 711"/>
                <a:gd name="T47" fmla="*/ 189 h 711"/>
                <a:gd name="T48" fmla="*/ 585 w 711"/>
                <a:gd name="T49" fmla="*/ 234 h 711"/>
                <a:gd name="T50" fmla="*/ 583 w 711"/>
                <a:gd name="T51" fmla="*/ 297 h 711"/>
                <a:gd name="T52" fmla="*/ 556 w 711"/>
                <a:gd name="T53" fmla="*/ 371 h 711"/>
                <a:gd name="T54" fmla="*/ 532 w 711"/>
                <a:gd name="T55" fmla="*/ 407 h 711"/>
                <a:gd name="T56" fmla="*/ 177 w 711"/>
                <a:gd name="T57" fmla="*/ 404 h 711"/>
                <a:gd name="T58" fmla="*/ 139 w 711"/>
                <a:gd name="T59" fmla="*/ 335 h 711"/>
                <a:gd name="T60" fmla="*/ 126 w 711"/>
                <a:gd name="T61" fmla="*/ 258 h 711"/>
                <a:gd name="T62" fmla="*/ 136 w 711"/>
                <a:gd name="T63" fmla="*/ 188 h 711"/>
                <a:gd name="T64" fmla="*/ 169 w 711"/>
                <a:gd name="T65" fmla="*/ 123 h 711"/>
                <a:gd name="T66" fmla="*/ 165 w 711"/>
                <a:gd name="T67" fmla="*/ 104 h 711"/>
                <a:gd name="T68" fmla="*/ 146 w 711"/>
                <a:gd name="T69" fmla="*/ 107 h 711"/>
                <a:gd name="T70" fmla="*/ 110 w 711"/>
                <a:gd name="T71" fmla="*/ 179 h 711"/>
                <a:gd name="T72" fmla="*/ 98 w 711"/>
                <a:gd name="T73" fmla="*/ 258 h 711"/>
                <a:gd name="T74" fmla="*/ 113 w 711"/>
                <a:gd name="T75" fmla="*/ 345 h 711"/>
                <a:gd name="T76" fmla="*/ 155 w 711"/>
                <a:gd name="T77" fmla="*/ 421 h 711"/>
                <a:gd name="T78" fmla="*/ 170 w 711"/>
                <a:gd name="T79" fmla="*/ 520 h 711"/>
                <a:gd name="T80" fmla="*/ 160 w 711"/>
                <a:gd name="T81" fmla="*/ 524 h 711"/>
                <a:gd name="T82" fmla="*/ 0 w 711"/>
                <a:gd name="T83" fmla="*/ 699 h 711"/>
                <a:gd name="T84" fmla="*/ 10 w 711"/>
                <a:gd name="T85" fmla="*/ 711 h 711"/>
                <a:gd name="T86" fmla="*/ 481 w 711"/>
                <a:gd name="T87" fmla="*/ 706 h 711"/>
                <a:gd name="T88" fmla="*/ 481 w 711"/>
                <a:gd name="T89" fmla="*/ 687 h 711"/>
                <a:gd name="T90" fmla="*/ 175 w 711"/>
                <a:gd name="T91" fmla="*/ 546 h 711"/>
                <a:gd name="T92" fmla="*/ 350 w 711"/>
                <a:gd name="T93" fmla="*/ 668 h 711"/>
                <a:gd name="T94" fmla="*/ 362 w 711"/>
                <a:gd name="T95" fmla="*/ 668 h 711"/>
                <a:gd name="T96" fmla="*/ 536 w 711"/>
                <a:gd name="T97" fmla="*/ 546 h 711"/>
                <a:gd name="T98" fmla="*/ 570 w 711"/>
                <a:gd name="T99" fmla="*/ 687 h 711"/>
                <a:gd name="T100" fmla="*/ 570 w 711"/>
                <a:gd name="T101" fmla="*/ 706 h 711"/>
                <a:gd name="T102" fmla="*/ 701 w 711"/>
                <a:gd name="T103" fmla="*/ 711 h 711"/>
                <a:gd name="T104" fmla="*/ 711 w 711"/>
                <a:gd name="T105" fmla="*/ 69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11" h="711">
                  <a:moveTo>
                    <a:pt x="707" y="687"/>
                  </a:moveTo>
                  <a:lnTo>
                    <a:pt x="551" y="524"/>
                  </a:lnTo>
                  <a:lnTo>
                    <a:pt x="548" y="522"/>
                  </a:lnTo>
                  <a:lnTo>
                    <a:pt x="546" y="521"/>
                  </a:lnTo>
                  <a:lnTo>
                    <a:pt x="544" y="520"/>
                  </a:lnTo>
                  <a:lnTo>
                    <a:pt x="541" y="520"/>
                  </a:lnTo>
                  <a:lnTo>
                    <a:pt x="480" y="520"/>
                  </a:lnTo>
                  <a:lnTo>
                    <a:pt x="555" y="422"/>
                  </a:lnTo>
                  <a:lnTo>
                    <a:pt x="556" y="422"/>
                  </a:lnTo>
                  <a:lnTo>
                    <a:pt x="556" y="421"/>
                  </a:lnTo>
                  <a:lnTo>
                    <a:pt x="569" y="404"/>
                  </a:lnTo>
                  <a:lnTo>
                    <a:pt x="581" y="384"/>
                  </a:lnTo>
                  <a:lnTo>
                    <a:pt x="590" y="365"/>
                  </a:lnTo>
                  <a:lnTo>
                    <a:pt x="599" y="345"/>
                  </a:lnTo>
                  <a:lnTo>
                    <a:pt x="605" y="323"/>
                  </a:lnTo>
                  <a:lnTo>
                    <a:pt x="611" y="302"/>
                  </a:lnTo>
                  <a:lnTo>
                    <a:pt x="613" y="280"/>
                  </a:lnTo>
                  <a:lnTo>
                    <a:pt x="614" y="258"/>
                  </a:lnTo>
                  <a:lnTo>
                    <a:pt x="614" y="245"/>
                  </a:lnTo>
                  <a:lnTo>
                    <a:pt x="613" y="232"/>
                  </a:lnTo>
                  <a:lnTo>
                    <a:pt x="611" y="219"/>
                  </a:lnTo>
                  <a:lnTo>
                    <a:pt x="608" y="206"/>
                  </a:lnTo>
                  <a:lnTo>
                    <a:pt x="605" y="193"/>
                  </a:lnTo>
                  <a:lnTo>
                    <a:pt x="602" y="181"/>
                  </a:lnTo>
                  <a:lnTo>
                    <a:pt x="598" y="170"/>
                  </a:lnTo>
                  <a:lnTo>
                    <a:pt x="593" y="158"/>
                  </a:lnTo>
                  <a:lnTo>
                    <a:pt x="588" y="146"/>
                  </a:lnTo>
                  <a:lnTo>
                    <a:pt x="583" y="135"/>
                  </a:lnTo>
                  <a:lnTo>
                    <a:pt x="576" y="124"/>
                  </a:lnTo>
                  <a:lnTo>
                    <a:pt x="570" y="114"/>
                  </a:lnTo>
                  <a:lnTo>
                    <a:pt x="562" y="103"/>
                  </a:lnTo>
                  <a:lnTo>
                    <a:pt x="555" y="93"/>
                  </a:lnTo>
                  <a:lnTo>
                    <a:pt x="546" y="85"/>
                  </a:lnTo>
                  <a:lnTo>
                    <a:pt x="538" y="75"/>
                  </a:lnTo>
                  <a:lnTo>
                    <a:pt x="529" y="66"/>
                  </a:lnTo>
                  <a:lnTo>
                    <a:pt x="519" y="59"/>
                  </a:lnTo>
                  <a:lnTo>
                    <a:pt x="510" y="50"/>
                  </a:lnTo>
                  <a:lnTo>
                    <a:pt x="500" y="44"/>
                  </a:lnTo>
                  <a:lnTo>
                    <a:pt x="489" y="36"/>
                  </a:lnTo>
                  <a:lnTo>
                    <a:pt x="479" y="31"/>
                  </a:lnTo>
                  <a:lnTo>
                    <a:pt x="468" y="25"/>
                  </a:lnTo>
                  <a:lnTo>
                    <a:pt x="456" y="20"/>
                  </a:lnTo>
                  <a:lnTo>
                    <a:pt x="444" y="15"/>
                  </a:lnTo>
                  <a:lnTo>
                    <a:pt x="433" y="11"/>
                  </a:lnTo>
                  <a:lnTo>
                    <a:pt x="420" y="7"/>
                  </a:lnTo>
                  <a:lnTo>
                    <a:pt x="408" y="4"/>
                  </a:lnTo>
                  <a:lnTo>
                    <a:pt x="395" y="2"/>
                  </a:lnTo>
                  <a:lnTo>
                    <a:pt x="382" y="1"/>
                  </a:lnTo>
                  <a:lnTo>
                    <a:pt x="369" y="0"/>
                  </a:lnTo>
                  <a:lnTo>
                    <a:pt x="355" y="0"/>
                  </a:lnTo>
                  <a:lnTo>
                    <a:pt x="340" y="0"/>
                  </a:lnTo>
                  <a:lnTo>
                    <a:pt x="324" y="1"/>
                  </a:lnTo>
                  <a:lnTo>
                    <a:pt x="308" y="4"/>
                  </a:lnTo>
                  <a:lnTo>
                    <a:pt x="292" y="7"/>
                  </a:lnTo>
                  <a:lnTo>
                    <a:pt x="277" y="12"/>
                  </a:lnTo>
                  <a:lnTo>
                    <a:pt x="262" y="17"/>
                  </a:lnTo>
                  <a:lnTo>
                    <a:pt x="248" y="24"/>
                  </a:lnTo>
                  <a:lnTo>
                    <a:pt x="233" y="30"/>
                  </a:lnTo>
                  <a:lnTo>
                    <a:pt x="229" y="34"/>
                  </a:lnTo>
                  <a:lnTo>
                    <a:pt x="227" y="39"/>
                  </a:lnTo>
                  <a:lnTo>
                    <a:pt x="227" y="44"/>
                  </a:lnTo>
                  <a:lnTo>
                    <a:pt x="228" y="49"/>
                  </a:lnTo>
                  <a:lnTo>
                    <a:pt x="231" y="54"/>
                  </a:lnTo>
                  <a:lnTo>
                    <a:pt x="236" y="56"/>
                  </a:lnTo>
                  <a:lnTo>
                    <a:pt x="242" y="57"/>
                  </a:lnTo>
                  <a:lnTo>
                    <a:pt x="247" y="55"/>
                  </a:lnTo>
                  <a:lnTo>
                    <a:pt x="259" y="48"/>
                  </a:lnTo>
                  <a:lnTo>
                    <a:pt x="273" y="43"/>
                  </a:lnTo>
                  <a:lnTo>
                    <a:pt x="286" y="39"/>
                  </a:lnTo>
                  <a:lnTo>
                    <a:pt x="300" y="34"/>
                  </a:lnTo>
                  <a:lnTo>
                    <a:pt x="313" y="31"/>
                  </a:lnTo>
                  <a:lnTo>
                    <a:pt x="327" y="29"/>
                  </a:lnTo>
                  <a:lnTo>
                    <a:pt x="341" y="28"/>
                  </a:lnTo>
                  <a:lnTo>
                    <a:pt x="355" y="27"/>
                  </a:lnTo>
                  <a:lnTo>
                    <a:pt x="367" y="28"/>
                  </a:lnTo>
                  <a:lnTo>
                    <a:pt x="379" y="29"/>
                  </a:lnTo>
                  <a:lnTo>
                    <a:pt x="391" y="30"/>
                  </a:lnTo>
                  <a:lnTo>
                    <a:pt x="403" y="32"/>
                  </a:lnTo>
                  <a:lnTo>
                    <a:pt x="413" y="34"/>
                  </a:lnTo>
                  <a:lnTo>
                    <a:pt x="424" y="37"/>
                  </a:lnTo>
                  <a:lnTo>
                    <a:pt x="435" y="42"/>
                  </a:lnTo>
                  <a:lnTo>
                    <a:pt x="445" y="45"/>
                  </a:lnTo>
                  <a:lnTo>
                    <a:pt x="455" y="50"/>
                  </a:lnTo>
                  <a:lnTo>
                    <a:pt x="466" y="55"/>
                  </a:lnTo>
                  <a:lnTo>
                    <a:pt x="475" y="61"/>
                  </a:lnTo>
                  <a:lnTo>
                    <a:pt x="484" y="66"/>
                  </a:lnTo>
                  <a:lnTo>
                    <a:pt x="502" y="80"/>
                  </a:lnTo>
                  <a:lnTo>
                    <a:pt x="518" y="94"/>
                  </a:lnTo>
                  <a:lnTo>
                    <a:pt x="533" y="112"/>
                  </a:lnTo>
                  <a:lnTo>
                    <a:pt x="546" y="129"/>
                  </a:lnTo>
                  <a:lnTo>
                    <a:pt x="553" y="138"/>
                  </a:lnTo>
                  <a:lnTo>
                    <a:pt x="558" y="148"/>
                  </a:lnTo>
                  <a:lnTo>
                    <a:pt x="563" y="158"/>
                  </a:lnTo>
                  <a:lnTo>
                    <a:pt x="568" y="168"/>
                  </a:lnTo>
                  <a:lnTo>
                    <a:pt x="572" y="178"/>
                  </a:lnTo>
                  <a:lnTo>
                    <a:pt x="576" y="189"/>
                  </a:lnTo>
                  <a:lnTo>
                    <a:pt x="578" y="201"/>
                  </a:lnTo>
                  <a:lnTo>
                    <a:pt x="582" y="211"/>
                  </a:lnTo>
                  <a:lnTo>
                    <a:pt x="584" y="223"/>
                  </a:lnTo>
                  <a:lnTo>
                    <a:pt x="585" y="234"/>
                  </a:lnTo>
                  <a:lnTo>
                    <a:pt x="586" y="246"/>
                  </a:lnTo>
                  <a:lnTo>
                    <a:pt x="586" y="258"/>
                  </a:lnTo>
                  <a:lnTo>
                    <a:pt x="585" y="278"/>
                  </a:lnTo>
                  <a:lnTo>
                    <a:pt x="583" y="297"/>
                  </a:lnTo>
                  <a:lnTo>
                    <a:pt x="578" y="317"/>
                  </a:lnTo>
                  <a:lnTo>
                    <a:pt x="573" y="336"/>
                  </a:lnTo>
                  <a:lnTo>
                    <a:pt x="566" y="354"/>
                  </a:lnTo>
                  <a:lnTo>
                    <a:pt x="556" y="371"/>
                  </a:lnTo>
                  <a:lnTo>
                    <a:pt x="545" y="389"/>
                  </a:lnTo>
                  <a:lnTo>
                    <a:pt x="533" y="405"/>
                  </a:lnTo>
                  <a:lnTo>
                    <a:pt x="532" y="406"/>
                  </a:lnTo>
                  <a:lnTo>
                    <a:pt x="532" y="407"/>
                  </a:lnTo>
                  <a:lnTo>
                    <a:pt x="355" y="632"/>
                  </a:lnTo>
                  <a:lnTo>
                    <a:pt x="177" y="404"/>
                  </a:lnTo>
                  <a:lnTo>
                    <a:pt x="177" y="404"/>
                  </a:lnTo>
                  <a:lnTo>
                    <a:pt x="177" y="404"/>
                  </a:lnTo>
                  <a:lnTo>
                    <a:pt x="165" y="387"/>
                  </a:lnTo>
                  <a:lnTo>
                    <a:pt x="155" y="370"/>
                  </a:lnTo>
                  <a:lnTo>
                    <a:pt x="146" y="353"/>
                  </a:lnTo>
                  <a:lnTo>
                    <a:pt x="139" y="335"/>
                  </a:lnTo>
                  <a:lnTo>
                    <a:pt x="133" y="317"/>
                  </a:lnTo>
                  <a:lnTo>
                    <a:pt x="129" y="297"/>
                  </a:lnTo>
                  <a:lnTo>
                    <a:pt x="126" y="278"/>
                  </a:lnTo>
                  <a:lnTo>
                    <a:pt x="126" y="258"/>
                  </a:lnTo>
                  <a:lnTo>
                    <a:pt x="126" y="239"/>
                  </a:lnTo>
                  <a:lnTo>
                    <a:pt x="128" y="222"/>
                  </a:lnTo>
                  <a:lnTo>
                    <a:pt x="131" y="205"/>
                  </a:lnTo>
                  <a:lnTo>
                    <a:pt x="136" y="188"/>
                  </a:lnTo>
                  <a:lnTo>
                    <a:pt x="142" y="171"/>
                  </a:lnTo>
                  <a:lnTo>
                    <a:pt x="149" y="155"/>
                  </a:lnTo>
                  <a:lnTo>
                    <a:pt x="158" y="138"/>
                  </a:lnTo>
                  <a:lnTo>
                    <a:pt x="169" y="123"/>
                  </a:lnTo>
                  <a:lnTo>
                    <a:pt x="171" y="119"/>
                  </a:lnTo>
                  <a:lnTo>
                    <a:pt x="171" y="114"/>
                  </a:lnTo>
                  <a:lnTo>
                    <a:pt x="169" y="108"/>
                  </a:lnTo>
                  <a:lnTo>
                    <a:pt x="165" y="104"/>
                  </a:lnTo>
                  <a:lnTo>
                    <a:pt x="160" y="102"/>
                  </a:lnTo>
                  <a:lnTo>
                    <a:pt x="155" y="102"/>
                  </a:lnTo>
                  <a:lnTo>
                    <a:pt x="149" y="104"/>
                  </a:lnTo>
                  <a:lnTo>
                    <a:pt x="146" y="107"/>
                  </a:lnTo>
                  <a:lnTo>
                    <a:pt x="134" y="124"/>
                  </a:lnTo>
                  <a:lnTo>
                    <a:pt x="125" y="142"/>
                  </a:lnTo>
                  <a:lnTo>
                    <a:pt x="117" y="160"/>
                  </a:lnTo>
                  <a:lnTo>
                    <a:pt x="110" y="179"/>
                  </a:lnTo>
                  <a:lnTo>
                    <a:pt x="104" y="199"/>
                  </a:lnTo>
                  <a:lnTo>
                    <a:pt x="101" y="218"/>
                  </a:lnTo>
                  <a:lnTo>
                    <a:pt x="99" y="237"/>
                  </a:lnTo>
                  <a:lnTo>
                    <a:pt x="98" y="258"/>
                  </a:lnTo>
                  <a:lnTo>
                    <a:pt x="99" y="280"/>
                  </a:lnTo>
                  <a:lnTo>
                    <a:pt x="101" y="302"/>
                  </a:lnTo>
                  <a:lnTo>
                    <a:pt x="106" y="323"/>
                  </a:lnTo>
                  <a:lnTo>
                    <a:pt x="113" y="345"/>
                  </a:lnTo>
                  <a:lnTo>
                    <a:pt x="120" y="365"/>
                  </a:lnTo>
                  <a:lnTo>
                    <a:pt x="130" y="384"/>
                  </a:lnTo>
                  <a:lnTo>
                    <a:pt x="142" y="402"/>
                  </a:lnTo>
                  <a:lnTo>
                    <a:pt x="155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232" y="520"/>
                  </a:lnTo>
                  <a:lnTo>
                    <a:pt x="170" y="520"/>
                  </a:lnTo>
                  <a:lnTo>
                    <a:pt x="166" y="520"/>
                  </a:lnTo>
                  <a:lnTo>
                    <a:pt x="164" y="521"/>
                  </a:lnTo>
                  <a:lnTo>
                    <a:pt x="162" y="522"/>
                  </a:lnTo>
                  <a:lnTo>
                    <a:pt x="160" y="524"/>
                  </a:lnTo>
                  <a:lnTo>
                    <a:pt x="4" y="687"/>
                  </a:lnTo>
                  <a:lnTo>
                    <a:pt x="2" y="690"/>
                  </a:lnTo>
                  <a:lnTo>
                    <a:pt x="0" y="695"/>
                  </a:lnTo>
                  <a:lnTo>
                    <a:pt x="0" y="699"/>
                  </a:lnTo>
                  <a:lnTo>
                    <a:pt x="1" y="702"/>
                  </a:lnTo>
                  <a:lnTo>
                    <a:pt x="3" y="705"/>
                  </a:lnTo>
                  <a:lnTo>
                    <a:pt x="7" y="708"/>
                  </a:lnTo>
                  <a:lnTo>
                    <a:pt x="10" y="711"/>
                  </a:lnTo>
                  <a:lnTo>
                    <a:pt x="14" y="711"/>
                  </a:lnTo>
                  <a:lnTo>
                    <a:pt x="471" y="711"/>
                  </a:lnTo>
                  <a:lnTo>
                    <a:pt x="477" y="710"/>
                  </a:lnTo>
                  <a:lnTo>
                    <a:pt x="481" y="706"/>
                  </a:lnTo>
                  <a:lnTo>
                    <a:pt x="484" y="702"/>
                  </a:lnTo>
                  <a:lnTo>
                    <a:pt x="485" y="697"/>
                  </a:lnTo>
                  <a:lnTo>
                    <a:pt x="484" y="691"/>
                  </a:lnTo>
                  <a:lnTo>
                    <a:pt x="481" y="687"/>
                  </a:lnTo>
                  <a:lnTo>
                    <a:pt x="477" y="684"/>
                  </a:lnTo>
                  <a:lnTo>
                    <a:pt x="471" y="683"/>
                  </a:lnTo>
                  <a:lnTo>
                    <a:pt x="46" y="683"/>
                  </a:lnTo>
                  <a:lnTo>
                    <a:pt x="175" y="546"/>
                  </a:lnTo>
                  <a:lnTo>
                    <a:pt x="253" y="546"/>
                  </a:lnTo>
                  <a:lnTo>
                    <a:pt x="345" y="663"/>
                  </a:lnTo>
                  <a:lnTo>
                    <a:pt x="347" y="666"/>
                  </a:lnTo>
                  <a:lnTo>
                    <a:pt x="350" y="668"/>
                  </a:lnTo>
                  <a:lnTo>
                    <a:pt x="352" y="669"/>
                  </a:lnTo>
                  <a:lnTo>
                    <a:pt x="355" y="669"/>
                  </a:lnTo>
                  <a:lnTo>
                    <a:pt x="359" y="669"/>
                  </a:lnTo>
                  <a:lnTo>
                    <a:pt x="362" y="668"/>
                  </a:lnTo>
                  <a:lnTo>
                    <a:pt x="365" y="666"/>
                  </a:lnTo>
                  <a:lnTo>
                    <a:pt x="367" y="663"/>
                  </a:lnTo>
                  <a:lnTo>
                    <a:pt x="458" y="546"/>
                  </a:lnTo>
                  <a:lnTo>
                    <a:pt x="536" y="546"/>
                  </a:lnTo>
                  <a:lnTo>
                    <a:pt x="665" y="683"/>
                  </a:lnTo>
                  <a:lnTo>
                    <a:pt x="580" y="683"/>
                  </a:lnTo>
                  <a:lnTo>
                    <a:pt x="574" y="684"/>
                  </a:lnTo>
                  <a:lnTo>
                    <a:pt x="570" y="687"/>
                  </a:lnTo>
                  <a:lnTo>
                    <a:pt x="567" y="691"/>
                  </a:lnTo>
                  <a:lnTo>
                    <a:pt x="566" y="697"/>
                  </a:lnTo>
                  <a:lnTo>
                    <a:pt x="567" y="702"/>
                  </a:lnTo>
                  <a:lnTo>
                    <a:pt x="570" y="706"/>
                  </a:lnTo>
                  <a:lnTo>
                    <a:pt x="574" y="710"/>
                  </a:lnTo>
                  <a:lnTo>
                    <a:pt x="580" y="711"/>
                  </a:lnTo>
                  <a:lnTo>
                    <a:pt x="698" y="711"/>
                  </a:lnTo>
                  <a:lnTo>
                    <a:pt x="701" y="711"/>
                  </a:lnTo>
                  <a:lnTo>
                    <a:pt x="705" y="708"/>
                  </a:lnTo>
                  <a:lnTo>
                    <a:pt x="708" y="705"/>
                  </a:lnTo>
                  <a:lnTo>
                    <a:pt x="710" y="702"/>
                  </a:lnTo>
                  <a:lnTo>
                    <a:pt x="711" y="699"/>
                  </a:lnTo>
                  <a:lnTo>
                    <a:pt x="710" y="695"/>
                  </a:lnTo>
                  <a:lnTo>
                    <a:pt x="709" y="690"/>
                  </a:lnTo>
                  <a:lnTo>
                    <a:pt x="707" y="6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5" name="Freeform 73">
              <a:extLst>
                <a:ext uri="{FF2B5EF4-FFF2-40B4-BE49-F238E27FC236}">
                  <a16:creationId xmlns:a16="http://schemas.microsoft.com/office/drawing/2014/main" id="{5DC7165B-FD5F-4640-9BC6-718B34491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2076" y="1825626"/>
              <a:ext cx="153988" cy="152400"/>
            </a:xfrm>
            <a:custGeom>
              <a:avLst/>
              <a:gdLst>
                <a:gd name="T0" fmla="*/ 155 w 291"/>
                <a:gd name="T1" fmla="*/ 4 h 288"/>
                <a:gd name="T2" fmla="*/ 145 w 291"/>
                <a:gd name="T3" fmla="*/ 0 h 288"/>
                <a:gd name="T4" fmla="*/ 137 w 291"/>
                <a:gd name="T5" fmla="*/ 4 h 288"/>
                <a:gd name="T6" fmla="*/ 3 w 291"/>
                <a:gd name="T7" fmla="*/ 117 h 288"/>
                <a:gd name="T8" fmla="*/ 0 w 291"/>
                <a:gd name="T9" fmla="*/ 126 h 288"/>
                <a:gd name="T10" fmla="*/ 4 w 291"/>
                <a:gd name="T11" fmla="*/ 134 h 288"/>
                <a:gd name="T12" fmla="*/ 10 w 291"/>
                <a:gd name="T13" fmla="*/ 139 h 288"/>
                <a:gd name="T14" fmla="*/ 35 w 291"/>
                <a:gd name="T15" fmla="*/ 139 h 288"/>
                <a:gd name="T16" fmla="*/ 32 w 291"/>
                <a:gd name="T17" fmla="*/ 260 h 288"/>
                <a:gd name="T18" fmla="*/ 22 w 291"/>
                <a:gd name="T19" fmla="*/ 265 h 288"/>
                <a:gd name="T20" fmla="*/ 19 w 291"/>
                <a:gd name="T21" fmla="*/ 274 h 288"/>
                <a:gd name="T22" fmla="*/ 22 w 291"/>
                <a:gd name="T23" fmla="*/ 284 h 288"/>
                <a:gd name="T24" fmla="*/ 32 w 291"/>
                <a:gd name="T25" fmla="*/ 288 h 288"/>
                <a:gd name="T26" fmla="*/ 270 w 291"/>
                <a:gd name="T27" fmla="*/ 287 h 288"/>
                <a:gd name="T28" fmla="*/ 277 w 291"/>
                <a:gd name="T29" fmla="*/ 280 h 288"/>
                <a:gd name="T30" fmla="*/ 277 w 291"/>
                <a:gd name="T31" fmla="*/ 269 h 288"/>
                <a:gd name="T32" fmla="*/ 270 w 291"/>
                <a:gd name="T33" fmla="*/ 261 h 288"/>
                <a:gd name="T34" fmla="*/ 257 w 291"/>
                <a:gd name="T35" fmla="*/ 260 h 288"/>
                <a:gd name="T36" fmla="*/ 277 w 291"/>
                <a:gd name="T37" fmla="*/ 139 h 288"/>
                <a:gd name="T38" fmla="*/ 285 w 291"/>
                <a:gd name="T39" fmla="*/ 137 h 288"/>
                <a:gd name="T40" fmla="*/ 290 w 291"/>
                <a:gd name="T41" fmla="*/ 130 h 288"/>
                <a:gd name="T42" fmla="*/ 291 w 291"/>
                <a:gd name="T43" fmla="*/ 122 h 288"/>
                <a:gd name="T44" fmla="*/ 286 w 291"/>
                <a:gd name="T45" fmla="*/ 114 h 288"/>
                <a:gd name="T46" fmla="*/ 124 w 291"/>
                <a:gd name="T47" fmla="*/ 260 h 288"/>
                <a:gd name="T48" fmla="*/ 124 w 291"/>
                <a:gd name="T49" fmla="*/ 221 h 288"/>
                <a:gd name="T50" fmla="*/ 127 w 291"/>
                <a:gd name="T51" fmla="*/ 213 h 288"/>
                <a:gd name="T52" fmla="*/ 133 w 291"/>
                <a:gd name="T53" fmla="*/ 207 h 288"/>
                <a:gd name="T54" fmla="*/ 141 w 291"/>
                <a:gd name="T55" fmla="*/ 203 h 288"/>
                <a:gd name="T56" fmla="*/ 151 w 291"/>
                <a:gd name="T57" fmla="*/ 203 h 288"/>
                <a:gd name="T58" fmla="*/ 158 w 291"/>
                <a:gd name="T59" fmla="*/ 207 h 288"/>
                <a:gd name="T60" fmla="*/ 165 w 291"/>
                <a:gd name="T61" fmla="*/ 213 h 288"/>
                <a:gd name="T62" fmla="*/ 168 w 291"/>
                <a:gd name="T63" fmla="*/ 221 h 288"/>
                <a:gd name="T64" fmla="*/ 168 w 291"/>
                <a:gd name="T65" fmla="*/ 260 h 288"/>
                <a:gd name="T66" fmla="*/ 196 w 291"/>
                <a:gd name="T67" fmla="*/ 260 h 288"/>
                <a:gd name="T68" fmla="*/ 195 w 291"/>
                <a:gd name="T69" fmla="*/ 215 h 288"/>
                <a:gd name="T70" fmla="*/ 187 w 291"/>
                <a:gd name="T71" fmla="*/ 197 h 288"/>
                <a:gd name="T72" fmla="*/ 173 w 291"/>
                <a:gd name="T73" fmla="*/ 184 h 288"/>
                <a:gd name="T74" fmla="*/ 156 w 291"/>
                <a:gd name="T75" fmla="*/ 177 h 288"/>
                <a:gd name="T76" fmla="*/ 136 w 291"/>
                <a:gd name="T77" fmla="*/ 177 h 288"/>
                <a:gd name="T78" fmla="*/ 117 w 291"/>
                <a:gd name="T79" fmla="*/ 184 h 288"/>
                <a:gd name="T80" fmla="*/ 105 w 291"/>
                <a:gd name="T81" fmla="*/ 197 h 288"/>
                <a:gd name="T82" fmla="*/ 97 w 291"/>
                <a:gd name="T83" fmla="*/ 215 h 288"/>
                <a:gd name="T84" fmla="*/ 96 w 291"/>
                <a:gd name="T85" fmla="*/ 260 h 288"/>
                <a:gd name="T86" fmla="*/ 63 w 291"/>
                <a:gd name="T87" fmla="*/ 139 h 288"/>
                <a:gd name="T88" fmla="*/ 229 w 291"/>
                <a:gd name="T89" fmla="*/ 260 h 288"/>
                <a:gd name="T90" fmla="*/ 145 w 291"/>
                <a:gd name="T91" fmla="*/ 33 h 288"/>
                <a:gd name="T92" fmla="*/ 52 w 291"/>
                <a:gd name="T93" fmla="*/ 11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1" h="288">
                  <a:moveTo>
                    <a:pt x="286" y="114"/>
                  </a:moveTo>
                  <a:lnTo>
                    <a:pt x="155" y="4"/>
                  </a:lnTo>
                  <a:lnTo>
                    <a:pt x="151" y="2"/>
                  </a:lnTo>
                  <a:lnTo>
                    <a:pt x="145" y="0"/>
                  </a:lnTo>
                  <a:lnTo>
                    <a:pt x="141" y="2"/>
                  </a:lnTo>
                  <a:lnTo>
                    <a:pt x="137" y="4"/>
                  </a:lnTo>
                  <a:lnTo>
                    <a:pt x="5" y="114"/>
                  </a:lnTo>
                  <a:lnTo>
                    <a:pt x="3" y="117"/>
                  </a:lnTo>
                  <a:lnTo>
                    <a:pt x="0" y="122"/>
                  </a:lnTo>
                  <a:lnTo>
                    <a:pt x="0" y="126"/>
                  </a:lnTo>
                  <a:lnTo>
                    <a:pt x="2" y="130"/>
                  </a:lnTo>
                  <a:lnTo>
                    <a:pt x="4" y="134"/>
                  </a:lnTo>
                  <a:lnTo>
                    <a:pt x="6" y="137"/>
                  </a:lnTo>
                  <a:lnTo>
                    <a:pt x="10" y="139"/>
                  </a:lnTo>
                  <a:lnTo>
                    <a:pt x="14" y="139"/>
                  </a:lnTo>
                  <a:lnTo>
                    <a:pt x="35" y="139"/>
                  </a:lnTo>
                  <a:lnTo>
                    <a:pt x="35" y="260"/>
                  </a:lnTo>
                  <a:lnTo>
                    <a:pt x="32" y="260"/>
                  </a:lnTo>
                  <a:lnTo>
                    <a:pt x="26" y="261"/>
                  </a:lnTo>
                  <a:lnTo>
                    <a:pt x="22" y="265"/>
                  </a:lnTo>
                  <a:lnTo>
                    <a:pt x="20" y="269"/>
                  </a:lnTo>
                  <a:lnTo>
                    <a:pt x="19" y="274"/>
                  </a:lnTo>
                  <a:lnTo>
                    <a:pt x="20" y="280"/>
                  </a:lnTo>
                  <a:lnTo>
                    <a:pt x="22" y="284"/>
                  </a:lnTo>
                  <a:lnTo>
                    <a:pt x="26" y="287"/>
                  </a:lnTo>
                  <a:lnTo>
                    <a:pt x="32" y="288"/>
                  </a:lnTo>
                  <a:lnTo>
                    <a:pt x="264" y="288"/>
                  </a:lnTo>
                  <a:lnTo>
                    <a:pt x="270" y="287"/>
                  </a:lnTo>
                  <a:lnTo>
                    <a:pt x="274" y="284"/>
                  </a:lnTo>
                  <a:lnTo>
                    <a:pt x="277" y="280"/>
                  </a:lnTo>
                  <a:lnTo>
                    <a:pt x="278" y="274"/>
                  </a:lnTo>
                  <a:lnTo>
                    <a:pt x="277" y="269"/>
                  </a:lnTo>
                  <a:lnTo>
                    <a:pt x="274" y="265"/>
                  </a:lnTo>
                  <a:lnTo>
                    <a:pt x="270" y="261"/>
                  </a:lnTo>
                  <a:lnTo>
                    <a:pt x="264" y="260"/>
                  </a:lnTo>
                  <a:lnTo>
                    <a:pt x="257" y="260"/>
                  </a:lnTo>
                  <a:lnTo>
                    <a:pt x="257" y="139"/>
                  </a:lnTo>
                  <a:lnTo>
                    <a:pt x="277" y="139"/>
                  </a:lnTo>
                  <a:lnTo>
                    <a:pt x="282" y="139"/>
                  </a:lnTo>
                  <a:lnTo>
                    <a:pt x="285" y="137"/>
                  </a:lnTo>
                  <a:lnTo>
                    <a:pt x="288" y="134"/>
                  </a:lnTo>
                  <a:lnTo>
                    <a:pt x="290" y="130"/>
                  </a:lnTo>
                  <a:lnTo>
                    <a:pt x="291" y="126"/>
                  </a:lnTo>
                  <a:lnTo>
                    <a:pt x="291" y="122"/>
                  </a:lnTo>
                  <a:lnTo>
                    <a:pt x="289" y="117"/>
                  </a:lnTo>
                  <a:lnTo>
                    <a:pt x="286" y="114"/>
                  </a:lnTo>
                  <a:close/>
                  <a:moveTo>
                    <a:pt x="168" y="260"/>
                  </a:moveTo>
                  <a:lnTo>
                    <a:pt x="124" y="260"/>
                  </a:lnTo>
                  <a:lnTo>
                    <a:pt x="124" y="226"/>
                  </a:lnTo>
                  <a:lnTo>
                    <a:pt x="124" y="221"/>
                  </a:lnTo>
                  <a:lnTo>
                    <a:pt x="125" y="216"/>
                  </a:lnTo>
                  <a:lnTo>
                    <a:pt x="127" y="213"/>
                  </a:lnTo>
                  <a:lnTo>
                    <a:pt x="130" y="210"/>
                  </a:lnTo>
                  <a:lnTo>
                    <a:pt x="133" y="207"/>
                  </a:lnTo>
                  <a:lnTo>
                    <a:pt x="137" y="204"/>
                  </a:lnTo>
                  <a:lnTo>
                    <a:pt x="141" y="203"/>
                  </a:lnTo>
                  <a:lnTo>
                    <a:pt x="145" y="203"/>
                  </a:lnTo>
                  <a:lnTo>
                    <a:pt x="151" y="203"/>
                  </a:lnTo>
                  <a:lnTo>
                    <a:pt x="154" y="204"/>
                  </a:lnTo>
                  <a:lnTo>
                    <a:pt x="158" y="207"/>
                  </a:lnTo>
                  <a:lnTo>
                    <a:pt x="161" y="210"/>
                  </a:lnTo>
                  <a:lnTo>
                    <a:pt x="165" y="213"/>
                  </a:lnTo>
                  <a:lnTo>
                    <a:pt x="167" y="216"/>
                  </a:lnTo>
                  <a:lnTo>
                    <a:pt x="168" y="221"/>
                  </a:lnTo>
                  <a:lnTo>
                    <a:pt x="168" y="226"/>
                  </a:lnTo>
                  <a:lnTo>
                    <a:pt x="168" y="260"/>
                  </a:lnTo>
                  <a:close/>
                  <a:moveTo>
                    <a:pt x="229" y="260"/>
                  </a:moveTo>
                  <a:lnTo>
                    <a:pt x="196" y="260"/>
                  </a:lnTo>
                  <a:lnTo>
                    <a:pt x="196" y="226"/>
                  </a:lnTo>
                  <a:lnTo>
                    <a:pt x="195" y="215"/>
                  </a:lnTo>
                  <a:lnTo>
                    <a:pt x="191" y="206"/>
                  </a:lnTo>
                  <a:lnTo>
                    <a:pt x="187" y="197"/>
                  </a:lnTo>
                  <a:lnTo>
                    <a:pt x="181" y="190"/>
                  </a:lnTo>
                  <a:lnTo>
                    <a:pt x="173" y="184"/>
                  </a:lnTo>
                  <a:lnTo>
                    <a:pt x="166" y="180"/>
                  </a:lnTo>
                  <a:lnTo>
                    <a:pt x="156" y="177"/>
                  </a:lnTo>
                  <a:lnTo>
                    <a:pt x="145" y="175"/>
                  </a:lnTo>
                  <a:lnTo>
                    <a:pt x="136" y="177"/>
                  </a:lnTo>
                  <a:lnTo>
                    <a:pt x="126" y="180"/>
                  </a:lnTo>
                  <a:lnTo>
                    <a:pt x="117" y="184"/>
                  </a:lnTo>
                  <a:lnTo>
                    <a:pt x="110" y="190"/>
                  </a:lnTo>
                  <a:lnTo>
                    <a:pt x="105" y="197"/>
                  </a:lnTo>
                  <a:lnTo>
                    <a:pt x="99" y="206"/>
                  </a:lnTo>
                  <a:lnTo>
                    <a:pt x="97" y="215"/>
                  </a:lnTo>
                  <a:lnTo>
                    <a:pt x="96" y="226"/>
                  </a:lnTo>
                  <a:lnTo>
                    <a:pt x="96" y="260"/>
                  </a:lnTo>
                  <a:lnTo>
                    <a:pt x="63" y="260"/>
                  </a:lnTo>
                  <a:lnTo>
                    <a:pt x="63" y="139"/>
                  </a:lnTo>
                  <a:lnTo>
                    <a:pt x="229" y="139"/>
                  </a:lnTo>
                  <a:lnTo>
                    <a:pt x="229" y="260"/>
                  </a:lnTo>
                  <a:close/>
                  <a:moveTo>
                    <a:pt x="52" y="111"/>
                  </a:moveTo>
                  <a:lnTo>
                    <a:pt x="145" y="33"/>
                  </a:lnTo>
                  <a:lnTo>
                    <a:pt x="240" y="111"/>
                  </a:lnTo>
                  <a:lnTo>
                    <a:pt x="52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6" name="Freeform 74">
              <a:extLst>
                <a:ext uri="{FF2B5EF4-FFF2-40B4-BE49-F238E27FC236}">
                  <a16:creationId xmlns:a16="http://schemas.microsoft.com/office/drawing/2014/main" id="{503458FC-3C6F-4628-A9E9-673CF220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201" y="1808163"/>
              <a:ext cx="14288" cy="15875"/>
            </a:xfrm>
            <a:custGeom>
              <a:avLst/>
              <a:gdLst>
                <a:gd name="T0" fmla="*/ 24 w 27"/>
                <a:gd name="T1" fmla="*/ 3 h 28"/>
                <a:gd name="T2" fmla="*/ 19 w 27"/>
                <a:gd name="T3" fmla="*/ 1 h 28"/>
                <a:gd name="T4" fmla="*/ 13 w 27"/>
                <a:gd name="T5" fmla="*/ 0 h 28"/>
                <a:gd name="T6" fmla="*/ 9 w 27"/>
                <a:gd name="T7" fmla="*/ 1 h 28"/>
                <a:gd name="T8" fmla="*/ 4 w 27"/>
                <a:gd name="T9" fmla="*/ 3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19 h 28"/>
                <a:gd name="T16" fmla="*/ 4 w 27"/>
                <a:gd name="T17" fmla="*/ 24 h 28"/>
                <a:gd name="T18" fmla="*/ 9 w 27"/>
                <a:gd name="T19" fmla="*/ 27 h 28"/>
                <a:gd name="T20" fmla="*/ 13 w 27"/>
                <a:gd name="T21" fmla="*/ 28 h 28"/>
                <a:gd name="T22" fmla="*/ 19 w 27"/>
                <a:gd name="T23" fmla="*/ 27 h 28"/>
                <a:gd name="T24" fmla="*/ 24 w 27"/>
                <a:gd name="T25" fmla="*/ 24 h 28"/>
                <a:gd name="T26" fmla="*/ 26 w 27"/>
                <a:gd name="T27" fmla="*/ 19 h 28"/>
                <a:gd name="T28" fmla="*/ 27 w 27"/>
                <a:gd name="T29" fmla="*/ 14 h 28"/>
                <a:gd name="T30" fmla="*/ 26 w 27"/>
                <a:gd name="T31" fmla="*/ 9 h 28"/>
                <a:gd name="T32" fmla="*/ 24 w 27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4" y="3"/>
                  </a:moveTo>
                  <a:lnTo>
                    <a:pt x="19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3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7" name="Freeform 75">
              <a:extLst>
                <a:ext uri="{FF2B5EF4-FFF2-40B4-BE49-F238E27FC236}">
                  <a16:creationId xmlns:a16="http://schemas.microsoft.com/office/drawing/2014/main" id="{84B80399-FF27-4B66-8A48-53C65E27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413" y="2136776"/>
              <a:ext cx="15875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1E21DE17-516D-4DBF-B491-F82B43D47679}"/>
              </a:ext>
            </a:extLst>
          </p:cNvPr>
          <p:cNvGrpSpPr/>
          <p:nvPr/>
        </p:nvGrpSpPr>
        <p:grpSpPr>
          <a:xfrm>
            <a:off x="2520951" y="1042988"/>
            <a:ext cx="376238" cy="376238"/>
            <a:chOff x="2520951" y="1042988"/>
            <a:chExt cx="376238" cy="376238"/>
          </a:xfrm>
          <a:solidFill>
            <a:schemeClr val="bg1"/>
          </a:solidFill>
        </p:grpSpPr>
        <p:sp>
          <p:nvSpPr>
            <p:cNvPr id="348" name="Freeform 76">
              <a:extLst>
                <a:ext uri="{FF2B5EF4-FFF2-40B4-BE49-F238E27FC236}">
                  <a16:creationId xmlns:a16="http://schemas.microsoft.com/office/drawing/2014/main" id="{230EF59D-9388-4A39-A84E-3E8415F7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1" y="1233488"/>
              <a:ext cx="111125" cy="111125"/>
            </a:xfrm>
            <a:custGeom>
              <a:avLst/>
              <a:gdLst>
                <a:gd name="T0" fmla="*/ 192 w 212"/>
                <a:gd name="T1" fmla="*/ 92 h 211"/>
                <a:gd name="T2" fmla="*/ 185 w 212"/>
                <a:gd name="T3" fmla="*/ 99 h 211"/>
                <a:gd name="T4" fmla="*/ 184 w 212"/>
                <a:gd name="T5" fmla="*/ 113 h 211"/>
                <a:gd name="T6" fmla="*/ 180 w 212"/>
                <a:gd name="T7" fmla="*/ 128 h 211"/>
                <a:gd name="T8" fmla="*/ 174 w 212"/>
                <a:gd name="T9" fmla="*/ 142 h 211"/>
                <a:gd name="T10" fmla="*/ 165 w 212"/>
                <a:gd name="T11" fmla="*/ 154 h 211"/>
                <a:gd name="T12" fmla="*/ 155 w 212"/>
                <a:gd name="T13" fmla="*/ 165 h 211"/>
                <a:gd name="T14" fmla="*/ 143 w 212"/>
                <a:gd name="T15" fmla="*/ 173 h 211"/>
                <a:gd name="T16" fmla="*/ 129 w 212"/>
                <a:gd name="T17" fmla="*/ 179 h 211"/>
                <a:gd name="T18" fmla="*/ 114 w 212"/>
                <a:gd name="T19" fmla="*/ 182 h 211"/>
                <a:gd name="T20" fmla="*/ 98 w 212"/>
                <a:gd name="T21" fmla="*/ 182 h 211"/>
                <a:gd name="T22" fmla="*/ 83 w 212"/>
                <a:gd name="T23" fmla="*/ 179 h 211"/>
                <a:gd name="T24" fmla="*/ 69 w 212"/>
                <a:gd name="T25" fmla="*/ 173 h 211"/>
                <a:gd name="T26" fmla="*/ 56 w 212"/>
                <a:gd name="T27" fmla="*/ 165 h 211"/>
                <a:gd name="T28" fmla="*/ 46 w 212"/>
                <a:gd name="T29" fmla="*/ 154 h 211"/>
                <a:gd name="T30" fmla="*/ 38 w 212"/>
                <a:gd name="T31" fmla="*/ 142 h 211"/>
                <a:gd name="T32" fmla="*/ 31 w 212"/>
                <a:gd name="T33" fmla="*/ 128 h 211"/>
                <a:gd name="T34" fmla="*/ 28 w 212"/>
                <a:gd name="T35" fmla="*/ 113 h 211"/>
                <a:gd name="T36" fmla="*/ 28 w 212"/>
                <a:gd name="T37" fmla="*/ 97 h 211"/>
                <a:gd name="T38" fmla="*/ 31 w 212"/>
                <a:gd name="T39" fmla="*/ 82 h 211"/>
                <a:gd name="T40" fmla="*/ 38 w 212"/>
                <a:gd name="T41" fmla="*/ 68 h 211"/>
                <a:gd name="T42" fmla="*/ 46 w 212"/>
                <a:gd name="T43" fmla="*/ 55 h 211"/>
                <a:gd name="T44" fmla="*/ 56 w 212"/>
                <a:gd name="T45" fmla="*/ 45 h 211"/>
                <a:gd name="T46" fmla="*/ 69 w 212"/>
                <a:gd name="T47" fmla="*/ 36 h 211"/>
                <a:gd name="T48" fmla="*/ 83 w 212"/>
                <a:gd name="T49" fmla="*/ 31 h 211"/>
                <a:gd name="T50" fmla="*/ 98 w 212"/>
                <a:gd name="T51" fmla="*/ 27 h 211"/>
                <a:gd name="T52" fmla="*/ 111 w 212"/>
                <a:gd name="T53" fmla="*/ 26 h 211"/>
                <a:gd name="T54" fmla="*/ 118 w 212"/>
                <a:gd name="T55" fmla="*/ 19 h 211"/>
                <a:gd name="T56" fmla="*/ 118 w 212"/>
                <a:gd name="T57" fmla="*/ 8 h 211"/>
                <a:gd name="T58" fmla="*/ 111 w 212"/>
                <a:gd name="T59" fmla="*/ 1 h 211"/>
                <a:gd name="T60" fmla="*/ 95 w 212"/>
                <a:gd name="T61" fmla="*/ 0 h 211"/>
                <a:gd name="T62" fmla="*/ 74 w 212"/>
                <a:gd name="T63" fmla="*/ 4 h 211"/>
                <a:gd name="T64" fmla="*/ 56 w 212"/>
                <a:gd name="T65" fmla="*/ 12 h 211"/>
                <a:gd name="T66" fmla="*/ 39 w 212"/>
                <a:gd name="T67" fmla="*/ 23 h 211"/>
                <a:gd name="T68" fmla="*/ 25 w 212"/>
                <a:gd name="T69" fmla="*/ 38 h 211"/>
                <a:gd name="T70" fmla="*/ 13 w 212"/>
                <a:gd name="T71" fmla="*/ 54 h 211"/>
                <a:gd name="T72" fmla="*/ 6 w 212"/>
                <a:gd name="T73" fmla="*/ 74 h 211"/>
                <a:gd name="T74" fmla="*/ 1 w 212"/>
                <a:gd name="T75" fmla="*/ 94 h 211"/>
                <a:gd name="T76" fmla="*/ 1 w 212"/>
                <a:gd name="T77" fmla="*/ 116 h 211"/>
                <a:gd name="T78" fmla="*/ 6 w 212"/>
                <a:gd name="T79" fmla="*/ 136 h 211"/>
                <a:gd name="T80" fmla="*/ 13 w 212"/>
                <a:gd name="T81" fmla="*/ 155 h 211"/>
                <a:gd name="T82" fmla="*/ 25 w 212"/>
                <a:gd name="T83" fmla="*/ 172 h 211"/>
                <a:gd name="T84" fmla="*/ 39 w 212"/>
                <a:gd name="T85" fmla="*/ 186 h 211"/>
                <a:gd name="T86" fmla="*/ 56 w 212"/>
                <a:gd name="T87" fmla="*/ 198 h 211"/>
                <a:gd name="T88" fmla="*/ 74 w 212"/>
                <a:gd name="T89" fmla="*/ 206 h 211"/>
                <a:gd name="T90" fmla="*/ 95 w 212"/>
                <a:gd name="T91" fmla="*/ 210 h 211"/>
                <a:gd name="T92" fmla="*/ 116 w 212"/>
                <a:gd name="T93" fmla="*/ 210 h 211"/>
                <a:gd name="T94" fmla="*/ 137 w 212"/>
                <a:gd name="T95" fmla="*/ 206 h 211"/>
                <a:gd name="T96" fmla="*/ 156 w 212"/>
                <a:gd name="T97" fmla="*/ 198 h 211"/>
                <a:gd name="T98" fmla="*/ 173 w 212"/>
                <a:gd name="T99" fmla="*/ 186 h 211"/>
                <a:gd name="T100" fmla="*/ 187 w 212"/>
                <a:gd name="T101" fmla="*/ 172 h 211"/>
                <a:gd name="T102" fmla="*/ 199 w 212"/>
                <a:gd name="T103" fmla="*/ 155 h 211"/>
                <a:gd name="T104" fmla="*/ 206 w 212"/>
                <a:gd name="T105" fmla="*/ 136 h 211"/>
                <a:gd name="T106" fmla="*/ 210 w 212"/>
                <a:gd name="T107" fmla="*/ 116 h 211"/>
                <a:gd name="T108" fmla="*/ 210 w 212"/>
                <a:gd name="T109" fmla="*/ 99 h 211"/>
                <a:gd name="T110" fmla="*/ 203 w 212"/>
                <a:gd name="T111" fmla="*/ 92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2" h="211">
                  <a:moveTo>
                    <a:pt x="198" y="91"/>
                  </a:moveTo>
                  <a:lnTo>
                    <a:pt x="192" y="92"/>
                  </a:lnTo>
                  <a:lnTo>
                    <a:pt x="188" y="95"/>
                  </a:lnTo>
                  <a:lnTo>
                    <a:pt x="185" y="99"/>
                  </a:lnTo>
                  <a:lnTo>
                    <a:pt x="184" y="105"/>
                  </a:lnTo>
                  <a:lnTo>
                    <a:pt x="184" y="113"/>
                  </a:lnTo>
                  <a:lnTo>
                    <a:pt x="181" y="121"/>
                  </a:lnTo>
                  <a:lnTo>
                    <a:pt x="180" y="128"/>
                  </a:lnTo>
                  <a:lnTo>
                    <a:pt x="177" y="135"/>
                  </a:lnTo>
                  <a:lnTo>
                    <a:pt x="174" y="142"/>
                  </a:lnTo>
                  <a:lnTo>
                    <a:pt x="170" y="149"/>
                  </a:lnTo>
                  <a:lnTo>
                    <a:pt x="165" y="154"/>
                  </a:lnTo>
                  <a:lnTo>
                    <a:pt x="161" y="160"/>
                  </a:lnTo>
                  <a:lnTo>
                    <a:pt x="155" y="165"/>
                  </a:lnTo>
                  <a:lnTo>
                    <a:pt x="149" y="169"/>
                  </a:lnTo>
                  <a:lnTo>
                    <a:pt x="143" y="173"/>
                  </a:lnTo>
                  <a:lnTo>
                    <a:pt x="136" y="177"/>
                  </a:lnTo>
                  <a:lnTo>
                    <a:pt x="129" y="179"/>
                  </a:lnTo>
                  <a:lnTo>
                    <a:pt x="121" y="181"/>
                  </a:lnTo>
                  <a:lnTo>
                    <a:pt x="114" y="182"/>
                  </a:lnTo>
                  <a:lnTo>
                    <a:pt x="105" y="183"/>
                  </a:lnTo>
                  <a:lnTo>
                    <a:pt x="98" y="182"/>
                  </a:lnTo>
                  <a:lnTo>
                    <a:pt x="90" y="181"/>
                  </a:lnTo>
                  <a:lnTo>
                    <a:pt x="83" y="179"/>
                  </a:lnTo>
                  <a:lnTo>
                    <a:pt x="75" y="177"/>
                  </a:lnTo>
                  <a:lnTo>
                    <a:pt x="69" y="173"/>
                  </a:lnTo>
                  <a:lnTo>
                    <a:pt x="62" y="169"/>
                  </a:lnTo>
                  <a:lnTo>
                    <a:pt x="56" y="165"/>
                  </a:lnTo>
                  <a:lnTo>
                    <a:pt x="51" y="160"/>
                  </a:lnTo>
                  <a:lnTo>
                    <a:pt x="46" y="154"/>
                  </a:lnTo>
                  <a:lnTo>
                    <a:pt x="41" y="149"/>
                  </a:lnTo>
                  <a:lnTo>
                    <a:pt x="38" y="142"/>
                  </a:lnTo>
                  <a:lnTo>
                    <a:pt x="34" y="135"/>
                  </a:lnTo>
                  <a:lnTo>
                    <a:pt x="31" y="128"/>
                  </a:lnTo>
                  <a:lnTo>
                    <a:pt x="29" y="121"/>
                  </a:lnTo>
                  <a:lnTo>
                    <a:pt x="28" y="113"/>
                  </a:lnTo>
                  <a:lnTo>
                    <a:pt x="28" y="105"/>
                  </a:lnTo>
                  <a:lnTo>
                    <a:pt x="28" y="97"/>
                  </a:lnTo>
                  <a:lnTo>
                    <a:pt x="29" y="90"/>
                  </a:lnTo>
                  <a:lnTo>
                    <a:pt x="31" y="82"/>
                  </a:lnTo>
                  <a:lnTo>
                    <a:pt x="34" y="75"/>
                  </a:lnTo>
                  <a:lnTo>
                    <a:pt x="38" y="68"/>
                  </a:lnTo>
                  <a:lnTo>
                    <a:pt x="41" y="62"/>
                  </a:lnTo>
                  <a:lnTo>
                    <a:pt x="46" y="55"/>
                  </a:lnTo>
                  <a:lnTo>
                    <a:pt x="51" y="50"/>
                  </a:lnTo>
                  <a:lnTo>
                    <a:pt x="56" y="45"/>
                  </a:lnTo>
                  <a:lnTo>
                    <a:pt x="62" y="40"/>
                  </a:lnTo>
                  <a:lnTo>
                    <a:pt x="69" y="36"/>
                  </a:lnTo>
                  <a:lnTo>
                    <a:pt x="75" y="33"/>
                  </a:lnTo>
                  <a:lnTo>
                    <a:pt x="83" y="31"/>
                  </a:lnTo>
                  <a:lnTo>
                    <a:pt x="90" y="29"/>
                  </a:lnTo>
                  <a:lnTo>
                    <a:pt x="98" y="27"/>
                  </a:lnTo>
                  <a:lnTo>
                    <a:pt x="105" y="27"/>
                  </a:lnTo>
                  <a:lnTo>
                    <a:pt x="111" y="26"/>
                  </a:lnTo>
                  <a:lnTo>
                    <a:pt x="116" y="23"/>
                  </a:lnTo>
                  <a:lnTo>
                    <a:pt x="118" y="19"/>
                  </a:lnTo>
                  <a:lnTo>
                    <a:pt x="119" y="14"/>
                  </a:lnTo>
                  <a:lnTo>
                    <a:pt x="118" y="8"/>
                  </a:lnTo>
                  <a:lnTo>
                    <a:pt x="116" y="4"/>
                  </a:lnTo>
                  <a:lnTo>
                    <a:pt x="111" y="1"/>
                  </a:lnTo>
                  <a:lnTo>
                    <a:pt x="105" y="0"/>
                  </a:lnTo>
                  <a:lnTo>
                    <a:pt x="95" y="0"/>
                  </a:lnTo>
                  <a:lnTo>
                    <a:pt x="85" y="2"/>
                  </a:lnTo>
                  <a:lnTo>
                    <a:pt x="74" y="4"/>
                  </a:lnTo>
                  <a:lnTo>
                    <a:pt x="65" y="8"/>
                  </a:lnTo>
                  <a:lnTo>
                    <a:pt x="56" y="12"/>
                  </a:lnTo>
                  <a:lnTo>
                    <a:pt x="46" y="18"/>
                  </a:lnTo>
                  <a:lnTo>
                    <a:pt x="39" y="23"/>
                  </a:lnTo>
                  <a:lnTo>
                    <a:pt x="31" y="31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4"/>
                  </a:lnTo>
                  <a:lnTo>
                    <a:pt x="9" y="64"/>
                  </a:lnTo>
                  <a:lnTo>
                    <a:pt x="6" y="74"/>
                  </a:lnTo>
                  <a:lnTo>
                    <a:pt x="2" y="83"/>
                  </a:lnTo>
                  <a:lnTo>
                    <a:pt x="1" y="94"/>
                  </a:lnTo>
                  <a:lnTo>
                    <a:pt x="0" y="105"/>
                  </a:lnTo>
                  <a:lnTo>
                    <a:pt x="1" y="116"/>
                  </a:lnTo>
                  <a:lnTo>
                    <a:pt x="2" y="126"/>
                  </a:lnTo>
                  <a:lnTo>
                    <a:pt x="6" y="136"/>
                  </a:lnTo>
                  <a:lnTo>
                    <a:pt x="9" y="146"/>
                  </a:lnTo>
                  <a:lnTo>
                    <a:pt x="13" y="155"/>
                  </a:lnTo>
                  <a:lnTo>
                    <a:pt x="18" y="164"/>
                  </a:lnTo>
                  <a:lnTo>
                    <a:pt x="25" y="172"/>
                  </a:lnTo>
                  <a:lnTo>
                    <a:pt x="31" y="180"/>
                  </a:lnTo>
                  <a:lnTo>
                    <a:pt x="39" y="186"/>
                  </a:lnTo>
                  <a:lnTo>
                    <a:pt x="46" y="193"/>
                  </a:lnTo>
                  <a:lnTo>
                    <a:pt x="56" y="198"/>
                  </a:lnTo>
                  <a:lnTo>
                    <a:pt x="65" y="202"/>
                  </a:lnTo>
                  <a:lnTo>
                    <a:pt x="74" y="206"/>
                  </a:lnTo>
                  <a:lnTo>
                    <a:pt x="85" y="209"/>
                  </a:lnTo>
                  <a:lnTo>
                    <a:pt x="95" y="210"/>
                  </a:lnTo>
                  <a:lnTo>
                    <a:pt x="105" y="211"/>
                  </a:lnTo>
                  <a:lnTo>
                    <a:pt x="116" y="210"/>
                  </a:lnTo>
                  <a:lnTo>
                    <a:pt x="127" y="209"/>
                  </a:lnTo>
                  <a:lnTo>
                    <a:pt x="137" y="206"/>
                  </a:lnTo>
                  <a:lnTo>
                    <a:pt x="147" y="202"/>
                  </a:lnTo>
                  <a:lnTo>
                    <a:pt x="156" y="198"/>
                  </a:lnTo>
                  <a:lnTo>
                    <a:pt x="164" y="193"/>
                  </a:lnTo>
                  <a:lnTo>
                    <a:pt x="173" y="186"/>
                  </a:lnTo>
                  <a:lnTo>
                    <a:pt x="180" y="180"/>
                  </a:lnTo>
                  <a:lnTo>
                    <a:pt x="187" y="172"/>
                  </a:lnTo>
                  <a:lnTo>
                    <a:pt x="193" y="164"/>
                  </a:lnTo>
                  <a:lnTo>
                    <a:pt x="199" y="155"/>
                  </a:lnTo>
                  <a:lnTo>
                    <a:pt x="203" y="146"/>
                  </a:lnTo>
                  <a:lnTo>
                    <a:pt x="206" y="136"/>
                  </a:lnTo>
                  <a:lnTo>
                    <a:pt x="209" y="126"/>
                  </a:lnTo>
                  <a:lnTo>
                    <a:pt x="210" y="116"/>
                  </a:lnTo>
                  <a:lnTo>
                    <a:pt x="212" y="105"/>
                  </a:lnTo>
                  <a:lnTo>
                    <a:pt x="210" y="99"/>
                  </a:lnTo>
                  <a:lnTo>
                    <a:pt x="207" y="95"/>
                  </a:lnTo>
                  <a:lnTo>
                    <a:pt x="203" y="92"/>
                  </a:lnTo>
                  <a:lnTo>
                    <a:pt x="198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9" name="Freeform 77">
              <a:extLst>
                <a:ext uri="{FF2B5EF4-FFF2-40B4-BE49-F238E27FC236}">
                  <a16:creationId xmlns:a16="http://schemas.microsoft.com/office/drawing/2014/main" id="{BA27FD2E-1480-4766-A6C3-F10FA484F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4463" y="1263651"/>
              <a:ext cx="50800" cy="49213"/>
            </a:xfrm>
            <a:custGeom>
              <a:avLst/>
              <a:gdLst>
                <a:gd name="T0" fmla="*/ 39 w 95"/>
                <a:gd name="T1" fmla="*/ 1 h 94"/>
                <a:gd name="T2" fmla="*/ 22 w 95"/>
                <a:gd name="T3" fmla="*/ 8 h 94"/>
                <a:gd name="T4" fmla="*/ 9 w 95"/>
                <a:gd name="T5" fmla="*/ 21 h 94"/>
                <a:gd name="T6" fmla="*/ 1 w 95"/>
                <a:gd name="T7" fmla="*/ 37 h 94"/>
                <a:gd name="T8" fmla="*/ 1 w 95"/>
                <a:gd name="T9" fmla="*/ 56 h 94"/>
                <a:gd name="T10" fmla="*/ 9 w 95"/>
                <a:gd name="T11" fmla="*/ 74 h 94"/>
                <a:gd name="T12" fmla="*/ 22 w 95"/>
                <a:gd name="T13" fmla="*/ 87 h 94"/>
                <a:gd name="T14" fmla="*/ 39 w 95"/>
                <a:gd name="T15" fmla="*/ 93 h 94"/>
                <a:gd name="T16" fmla="*/ 57 w 95"/>
                <a:gd name="T17" fmla="*/ 93 h 94"/>
                <a:gd name="T18" fmla="*/ 74 w 95"/>
                <a:gd name="T19" fmla="*/ 87 h 94"/>
                <a:gd name="T20" fmla="*/ 87 w 95"/>
                <a:gd name="T21" fmla="*/ 74 h 94"/>
                <a:gd name="T22" fmla="*/ 95 w 95"/>
                <a:gd name="T23" fmla="*/ 56 h 94"/>
                <a:gd name="T24" fmla="*/ 95 w 95"/>
                <a:gd name="T25" fmla="*/ 37 h 94"/>
                <a:gd name="T26" fmla="*/ 87 w 95"/>
                <a:gd name="T27" fmla="*/ 21 h 94"/>
                <a:gd name="T28" fmla="*/ 74 w 95"/>
                <a:gd name="T29" fmla="*/ 8 h 94"/>
                <a:gd name="T30" fmla="*/ 57 w 95"/>
                <a:gd name="T31" fmla="*/ 1 h 94"/>
                <a:gd name="T32" fmla="*/ 47 w 95"/>
                <a:gd name="T33" fmla="*/ 66 h 94"/>
                <a:gd name="T34" fmla="*/ 40 w 95"/>
                <a:gd name="T35" fmla="*/ 65 h 94"/>
                <a:gd name="T36" fmla="*/ 34 w 95"/>
                <a:gd name="T37" fmla="*/ 61 h 94"/>
                <a:gd name="T38" fmla="*/ 30 w 95"/>
                <a:gd name="T39" fmla="*/ 54 h 94"/>
                <a:gd name="T40" fmla="*/ 28 w 95"/>
                <a:gd name="T41" fmla="*/ 47 h 94"/>
                <a:gd name="T42" fmla="*/ 30 w 95"/>
                <a:gd name="T43" fmla="*/ 39 h 94"/>
                <a:gd name="T44" fmla="*/ 34 w 95"/>
                <a:gd name="T45" fmla="*/ 33 h 94"/>
                <a:gd name="T46" fmla="*/ 40 w 95"/>
                <a:gd name="T47" fmla="*/ 29 h 94"/>
                <a:gd name="T48" fmla="*/ 47 w 95"/>
                <a:gd name="T49" fmla="*/ 27 h 94"/>
                <a:gd name="T50" fmla="*/ 55 w 95"/>
                <a:gd name="T51" fmla="*/ 29 h 94"/>
                <a:gd name="T52" fmla="*/ 61 w 95"/>
                <a:gd name="T53" fmla="*/ 33 h 94"/>
                <a:gd name="T54" fmla="*/ 66 w 95"/>
                <a:gd name="T55" fmla="*/ 39 h 94"/>
                <a:gd name="T56" fmla="*/ 68 w 95"/>
                <a:gd name="T57" fmla="*/ 47 h 94"/>
                <a:gd name="T58" fmla="*/ 66 w 95"/>
                <a:gd name="T59" fmla="*/ 54 h 94"/>
                <a:gd name="T60" fmla="*/ 61 w 95"/>
                <a:gd name="T61" fmla="*/ 61 h 94"/>
                <a:gd name="T62" fmla="*/ 55 w 95"/>
                <a:gd name="T63" fmla="*/ 65 h 94"/>
                <a:gd name="T64" fmla="*/ 47 w 95"/>
                <a:gd name="T65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" h="94">
                  <a:moveTo>
                    <a:pt x="47" y="0"/>
                  </a:moveTo>
                  <a:lnTo>
                    <a:pt x="39" y="1"/>
                  </a:lnTo>
                  <a:lnTo>
                    <a:pt x="29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9" y="21"/>
                  </a:lnTo>
                  <a:lnTo>
                    <a:pt x="4" y="29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1" y="56"/>
                  </a:lnTo>
                  <a:lnTo>
                    <a:pt x="4" y="65"/>
                  </a:lnTo>
                  <a:lnTo>
                    <a:pt x="9" y="74"/>
                  </a:lnTo>
                  <a:lnTo>
                    <a:pt x="14" y="80"/>
                  </a:lnTo>
                  <a:lnTo>
                    <a:pt x="22" y="87"/>
                  </a:lnTo>
                  <a:lnTo>
                    <a:pt x="29" y="91"/>
                  </a:lnTo>
                  <a:lnTo>
                    <a:pt x="39" y="93"/>
                  </a:lnTo>
                  <a:lnTo>
                    <a:pt x="47" y="94"/>
                  </a:lnTo>
                  <a:lnTo>
                    <a:pt x="57" y="93"/>
                  </a:lnTo>
                  <a:lnTo>
                    <a:pt x="67" y="91"/>
                  </a:lnTo>
                  <a:lnTo>
                    <a:pt x="74" y="87"/>
                  </a:lnTo>
                  <a:lnTo>
                    <a:pt x="82" y="80"/>
                  </a:lnTo>
                  <a:lnTo>
                    <a:pt x="87" y="74"/>
                  </a:lnTo>
                  <a:lnTo>
                    <a:pt x="91" y="65"/>
                  </a:lnTo>
                  <a:lnTo>
                    <a:pt x="95" y="56"/>
                  </a:lnTo>
                  <a:lnTo>
                    <a:pt x="95" y="47"/>
                  </a:lnTo>
                  <a:lnTo>
                    <a:pt x="95" y="37"/>
                  </a:lnTo>
                  <a:lnTo>
                    <a:pt x="91" y="29"/>
                  </a:lnTo>
                  <a:lnTo>
                    <a:pt x="87" y="21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7" y="4"/>
                  </a:lnTo>
                  <a:lnTo>
                    <a:pt x="57" y="1"/>
                  </a:lnTo>
                  <a:lnTo>
                    <a:pt x="47" y="0"/>
                  </a:lnTo>
                  <a:close/>
                  <a:moveTo>
                    <a:pt x="47" y="66"/>
                  </a:moveTo>
                  <a:lnTo>
                    <a:pt x="44" y="66"/>
                  </a:lnTo>
                  <a:lnTo>
                    <a:pt x="40" y="65"/>
                  </a:lnTo>
                  <a:lnTo>
                    <a:pt x="37" y="63"/>
                  </a:lnTo>
                  <a:lnTo>
                    <a:pt x="34" y="61"/>
                  </a:lnTo>
                  <a:lnTo>
                    <a:pt x="31" y="58"/>
                  </a:lnTo>
                  <a:lnTo>
                    <a:pt x="30" y="54"/>
                  </a:lnTo>
                  <a:lnTo>
                    <a:pt x="29" y="51"/>
                  </a:lnTo>
                  <a:lnTo>
                    <a:pt x="28" y="47"/>
                  </a:lnTo>
                  <a:lnTo>
                    <a:pt x="29" y="44"/>
                  </a:lnTo>
                  <a:lnTo>
                    <a:pt x="30" y="39"/>
                  </a:lnTo>
                  <a:lnTo>
                    <a:pt x="31" y="36"/>
                  </a:lnTo>
                  <a:lnTo>
                    <a:pt x="34" y="33"/>
                  </a:lnTo>
                  <a:lnTo>
                    <a:pt x="37" y="31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7"/>
                  </a:lnTo>
                  <a:lnTo>
                    <a:pt x="52" y="27"/>
                  </a:lnTo>
                  <a:lnTo>
                    <a:pt x="55" y="29"/>
                  </a:lnTo>
                  <a:lnTo>
                    <a:pt x="59" y="31"/>
                  </a:lnTo>
                  <a:lnTo>
                    <a:pt x="61" y="33"/>
                  </a:lnTo>
                  <a:lnTo>
                    <a:pt x="63" y="36"/>
                  </a:lnTo>
                  <a:lnTo>
                    <a:pt x="66" y="39"/>
                  </a:lnTo>
                  <a:lnTo>
                    <a:pt x="67" y="44"/>
                  </a:lnTo>
                  <a:lnTo>
                    <a:pt x="68" y="47"/>
                  </a:lnTo>
                  <a:lnTo>
                    <a:pt x="67" y="51"/>
                  </a:lnTo>
                  <a:lnTo>
                    <a:pt x="66" y="54"/>
                  </a:lnTo>
                  <a:lnTo>
                    <a:pt x="63" y="58"/>
                  </a:lnTo>
                  <a:lnTo>
                    <a:pt x="61" y="61"/>
                  </a:lnTo>
                  <a:lnTo>
                    <a:pt x="59" y="63"/>
                  </a:lnTo>
                  <a:lnTo>
                    <a:pt x="55" y="65"/>
                  </a:lnTo>
                  <a:lnTo>
                    <a:pt x="52" y="66"/>
                  </a:lnTo>
                  <a:lnTo>
                    <a:pt x="47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0" name="Freeform 78">
              <a:extLst>
                <a:ext uri="{FF2B5EF4-FFF2-40B4-BE49-F238E27FC236}">
                  <a16:creationId xmlns:a16="http://schemas.microsoft.com/office/drawing/2014/main" id="{6A9F8F03-F797-4024-BEEA-39C8F6F2D3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0951" y="1111251"/>
              <a:ext cx="376238" cy="307975"/>
            </a:xfrm>
            <a:custGeom>
              <a:avLst/>
              <a:gdLst>
                <a:gd name="T0" fmla="*/ 684 w 711"/>
                <a:gd name="T1" fmla="*/ 495 h 584"/>
                <a:gd name="T2" fmla="*/ 673 w 711"/>
                <a:gd name="T3" fmla="*/ 528 h 584"/>
                <a:gd name="T4" fmla="*/ 646 w 711"/>
                <a:gd name="T5" fmla="*/ 550 h 584"/>
                <a:gd name="T6" fmla="*/ 83 w 711"/>
                <a:gd name="T7" fmla="*/ 555 h 584"/>
                <a:gd name="T8" fmla="*/ 51 w 711"/>
                <a:gd name="T9" fmla="*/ 542 h 584"/>
                <a:gd name="T10" fmla="*/ 31 w 711"/>
                <a:gd name="T11" fmla="*/ 513 h 584"/>
                <a:gd name="T12" fmla="*/ 195 w 711"/>
                <a:gd name="T13" fmla="*/ 300 h 584"/>
                <a:gd name="T14" fmla="*/ 200 w 711"/>
                <a:gd name="T15" fmla="*/ 385 h 584"/>
                <a:gd name="T16" fmla="*/ 251 w 711"/>
                <a:gd name="T17" fmla="*/ 462 h 584"/>
                <a:gd name="T18" fmla="*/ 339 w 711"/>
                <a:gd name="T19" fmla="*/ 499 h 584"/>
                <a:gd name="T20" fmla="*/ 434 w 711"/>
                <a:gd name="T21" fmla="*/ 480 h 584"/>
                <a:gd name="T22" fmla="*/ 500 w 711"/>
                <a:gd name="T23" fmla="*/ 414 h 584"/>
                <a:gd name="T24" fmla="*/ 519 w 711"/>
                <a:gd name="T25" fmla="*/ 324 h 584"/>
                <a:gd name="T26" fmla="*/ 685 w 711"/>
                <a:gd name="T27" fmla="*/ 334 h 584"/>
                <a:gd name="T28" fmla="*/ 710 w 711"/>
                <a:gd name="T29" fmla="*/ 334 h 584"/>
                <a:gd name="T30" fmla="*/ 704 w 711"/>
                <a:gd name="T31" fmla="*/ 143 h 584"/>
                <a:gd name="T32" fmla="*/ 672 w 711"/>
                <a:gd name="T33" fmla="*/ 104 h 584"/>
                <a:gd name="T34" fmla="*/ 622 w 711"/>
                <a:gd name="T35" fmla="*/ 89 h 584"/>
                <a:gd name="T36" fmla="*/ 495 w 711"/>
                <a:gd name="T37" fmla="*/ 14 h 584"/>
                <a:gd name="T38" fmla="*/ 259 w 711"/>
                <a:gd name="T39" fmla="*/ 1 h 584"/>
                <a:gd name="T40" fmla="*/ 210 w 711"/>
                <a:gd name="T41" fmla="*/ 37 h 584"/>
                <a:gd name="T42" fmla="*/ 177 w 711"/>
                <a:gd name="T43" fmla="*/ 64 h 584"/>
                <a:gd name="T44" fmla="*/ 139 w 711"/>
                <a:gd name="T45" fmla="*/ 38 h 584"/>
                <a:gd name="T46" fmla="*/ 85 w 711"/>
                <a:gd name="T47" fmla="*/ 57 h 584"/>
                <a:gd name="T48" fmla="*/ 61 w 711"/>
                <a:gd name="T49" fmla="*/ 93 h 584"/>
                <a:gd name="T50" fmla="*/ 23 w 711"/>
                <a:gd name="T51" fmla="*/ 119 h 584"/>
                <a:gd name="T52" fmla="*/ 2 w 711"/>
                <a:gd name="T53" fmla="*/ 161 h 584"/>
                <a:gd name="T54" fmla="*/ 4 w 711"/>
                <a:gd name="T55" fmla="*/ 520 h 584"/>
                <a:gd name="T56" fmla="*/ 32 w 711"/>
                <a:gd name="T57" fmla="*/ 563 h 584"/>
                <a:gd name="T58" fmla="*/ 81 w 711"/>
                <a:gd name="T59" fmla="*/ 583 h 584"/>
                <a:gd name="T60" fmla="*/ 657 w 711"/>
                <a:gd name="T61" fmla="*/ 576 h 584"/>
                <a:gd name="T62" fmla="*/ 695 w 711"/>
                <a:gd name="T63" fmla="*/ 544 h 584"/>
                <a:gd name="T64" fmla="*/ 711 w 711"/>
                <a:gd name="T65" fmla="*/ 495 h 584"/>
                <a:gd name="T66" fmla="*/ 234 w 711"/>
                <a:gd name="T67" fmla="*/ 55 h 584"/>
                <a:gd name="T68" fmla="*/ 258 w 711"/>
                <a:gd name="T69" fmla="*/ 30 h 584"/>
                <a:gd name="T70" fmla="*/ 473 w 711"/>
                <a:gd name="T71" fmla="*/ 32 h 584"/>
                <a:gd name="T72" fmla="*/ 500 w 711"/>
                <a:gd name="T73" fmla="*/ 89 h 584"/>
                <a:gd name="T74" fmla="*/ 114 w 711"/>
                <a:gd name="T75" fmla="*/ 67 h 584"/>
                <a:gd name="T76" fmla="*/ 153 w 711"/>
                <a:gd name="T77" fmla="*/ 80 h 584"/>
                <a:gd name="T78" fmla="*/ 29 w 711"/>
                <a:gd name="T79" fmla="*/ 165 h 584"/>
                <a:gd name="T80" fmla="*/ 46 w 711"/>
                <a:gd name="T81" fmla="*/ 134 h 584"/>
                <a:gd name="T82" fmla="*/ 77 w 711"/>
                <a:gd name="T83" fmla="*/ 118 h 584"/>
                <a:gd name="T84" fmla="*/ 641 w 711"/>
                <a:gd name="T85" fmla="*/ 119 h 584"/>
                <a:gd name="T86" fmla="*/ 670 w 711"/>
                <a:gd name="T87" fmla="*/ 138 h 584"/>
                <a:gd name="T88" fmla="*/ 683 w 711"/>
                <a:gd name="T89" fmla="*/ 172 h 584"/>
                <a:gd name="T90" fmla="*/ 478 w 711"/>
                <a:gd name="T91" fmla="*/ 226 h 584"/>
                <a:gd name="T92" fmla="*/ 414 w 711"/>
                <a:gd name="T93" fmla="*/ 184 h 584"/>
                <a:gd name="T94" fmla="*/ 405 w 711"/>
                <a:gd name="T95" fmla="*/ 208 h 584"/>
                <a:gd name="T96" fmla="*/ 451 w 711"/>
                <a:gd name="T97" fmla="*/ 238 h 584"/>
                <a:gd name="T98" fmla="*/ 483 w 711"/>
                <a:gd name="T99" fmla="*/ 287 h 584"/>
                <a:gd name="T100" fmla="*/ 492 w 711"/>
                <a:gd name="T101" fmla="*/ 350 h 584"/>
                <a:gd name="T102" fmla="*/ 460 w 711"/>
                <a:gd name="T103" fmla="*/ 423 h 584"/>
                <a:gd name="T104" fmla="*/ 396 w 711"/>
                <a:gd name="T105" fmla="*/ 466 h 584"/>
                <a:gd name="T106" fmla="*/ 316 w 711"/>
                <a:gd name="T107" fmla="*/ 466 h 584"/>
                <a:gd name="T108" fmla="*/ 251 w 711"/>
                <a:gd name="T109" fmla="*/ 423 h 584"/>
                <a:gd name="T110" fmla="*/ 220 w 711"/>
                <a:gd name="T111" fmla="*/ 350 h 584"/>
                <a:gd name="T112" fmla="*/ 229 w 711"/>
                <a:gd name="T113" fmla="*/ 289 h 584"/>
                <a:gd name="T114" fmla="*/ 260 w 711"/>
                <a:gd name="T115" fmla="*/ 240 h 584"/>
                <a:gd name="T116" fmla="*/ 304 w 711"/>
                <a:gd name="T117" fmla="*/ 209 h 584"/>
                <a:gd name="T118" fmla="*/ 293 w 711"/>
                <a:gd name="T119" fmla="*/ 185 h 584"/>
                <a:gd name="T120" fmla="*/ 233 w 711"/>
                <a:gd name="T121" fmla="*/ 227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1" h="584">
                  <a:moveTo>
                    <a:pt x="698" y="436"/>
                  </a:moveTo>
                  <a:lnTo>
                    <a:pt x="692" y="437"/>
                  </a:lnTo>
                  <a:lnTo>
                    <a:pt x="688" y="440"/>
                  </a:lnTo>
                  <a:lnTo>
                    <a:pt x="685" y="444"/>
                  </a:lnTo>
                  <a:lnTo>
                    <a:pt x="684" y="450"/>
                  </a:lnTo>
                  <a:lnTo>
                    <a:pt x="684" y="495"/>
                  </a:lnTo>
                  <a:lnTo>
                    <a:pt x="683" y="501"/>
                  </a:lnTo>
                  <a:lnTo>
                    <a:pt x="683" y="506"/>
                  </a:lnTo>
                  <a:lnTo>
                    <a:pt x="680" y="513"/>
                  </a:lnTo>
                  <a:lnTo>
                    <a:pt x="678" y="518"/>
                  </a:lnTo>
                  <a:lnTo>
                    <a:pt x="676" y="524"/>
                  </a:lnTo>
                  <a:lnTo>
                    <a:pt x="673" y="528"/>
                  </a:lnTo>
                  <a:lnTo>
                    <a:pt x="670" y="533"/>
                  </a:lnTo>
                  <a:lnTo>
                    <a:pt x="665" y="538"/>
                  </a:lnTo>
                  <a:lnTo>
                    <a:pt x="661" y="542"/>
                  </a:lnTo>
                  <a:lnTo>
                    <a:pt x="657" y="545"/>
                  </a:lnTo>
                  <a:lnTo>
                    <a:pt x="651" y="548"/>
                  </a:lnTo>
                  <a:lnTo>
                    <a:pt x="646" y="550"/>
                  </a:lnTo>
                  <a:lnTo>
                    <a:pt x="641" y="553"/>
                  </a:lnTo>
                  <a:lnTo>
                    <a:pt x="634" y="554"/>
                  </a:lnTo>
                  <a:lnTo>
                    <a:pt x="629" y="555"/>
                  </a:lnTo>
                  <a:lnTo>
                    <a:pt x="622" y="556"/>
                  </a:lnTo>
                  <a:lnTo>
                    <a:pt x="89" y="556"/>
                  </a:lnTo>
                  <a:lnTo>
                    <a:pt x="83" y="555"/>
                  </a:lnTo>
                  <a:lnTo>
                    <a:pt x="77" y="554"/>
                  </a:lnTo>
                  <a:lnTo>
                    <a:pt x="71" y="553"/>
                  </a:lnTo>
                  <a:lnTo>
                    <a:pt x="66" y="550"/>
                  </a:lnTo>
                  <a:lnTo>
                    <a:pt x="60" y="548"/>
                  </a:lnTo>
                  <a:lnTo>
                    <a:pt x="55" y="545"/>
                  </a:lnTo>
                  <a:lnTo>
                    <a:pt x="51" y="542"/>
                  </a:lnTo>
                  <a:lnTo>
                    <a:pt x="46" y="538"/>
                  </a:lnTo>
                  <a:lnTo>
                    <a:pt x="42" y="533"/>
                  </a:lnTo>
                  <a:lnTo>
                    <a:pt x="39" y="529"/>
                  </a:lnTo>
                  <a:lnTo>
                    <a:pt x="36" y="524"/>
                  </a:lnTo>
                  <a:lnTo>
                    <a:pt x="33" y="518"/>
                  </a:lnTo>
                  <a:lnTo>
                    <a:pt x="31" y="513"/>
                  </a:lnTo>
                  <a:lnTo>
                    <a:pt x="29" y="506"/>
                  </a:lnTo>
                  <a:lnTo>
                    <a:pt x="28" y="501"/>
                  </a:lnTo>
                  <a:lnTo>
                    <a:pt x="28" y="495"/>
                  </a:lnTo>
                  <a:lnTo>
                    <a:pt x="28" y="289"/>
                  </a:lnTo>
                  <a:lnTo>
                    <a:pt x="199" y="289"/>
                  </a:lnTo>
                  <a:lnTo>
                    <a:pt x="195" y="300"/>
                  </a:lnTo>
                  <a:lnTo>
                    <a:pt x="193" y="312"/>
                  </a:lnTo>
                  <a:lnTo>
                    <a:pt x="192" y="324"/>
                  </a:lnTo>
                  <a:lnTo>
                    <a:pt x="192" y="336"/>
                  </a:lnTo>
                  <a:lnTo>
                    <a:pt x="193" y="353"/>
                  </a:lnTo>
                  <a:lnTo>
                    <a:pt x="195" y="369"/>
                  </a:lnTo>
                  <a:lnTo>
                    <a:pt x="200" y="385"/>
                  </a:lnTo>
                  <a:lnTo>
                    <a:pt x="205" y="400"/>
                  </a:lnTo>
                  <a:lnTo>
                    <a:pt x="212" y="414"/>
                  </a:lnTo>
                  <a:lnTo>
                    <a:pt x="220" y="427"/>
                  </a:lnTo>
                  <a:lnTo>
                    <a:pt x="230" y="440"/>
                  </a:lnTo>
                  <a:lnTo>
                    <a:pt x="239" y="452"/>
                  </a:lnTo>
                  <a:lnTo>
                    <a:pt x="251" y="462"/>
                  </a:lnTo>
                  <a:lnTo>
                    <a:pt x="264" y="472"/>
                  </a:lnTo>
                  <a:lnTo>
                    <a:pt x="278" y="480"/>
                  </a:lnTo>
                  <a:lnTo>
                    <a:pt x="292" y="487"/>
                  </a:lnTo>
                  <a:lnTo>
                    <a:pt x="307" y="493"/>
                  </a:lnTo>
                  <a:lnTo>
                    <a:pt x="323" y="497"/>
                  </a:lnTo>
                  <a:lnTo>
                    <a:pt x="339" y="499"/>
                  </a:lnTo>
                  <a:lnTo>
                    <a:pt x="355" y="500"/>
                  </a:lnTo>
                  <a:lnTo>
                    <a:pt x="372" y="499"/>
                  </a:lnTo>
                  <a:lnTo>
                    <a:pt x="389" y="497"/>
                  </a:lnTo>
                  <a:lnTo>
                    <a:pt x="405" y="493"/>
                  </a:lnTo>
                  <a:lnTo>
                    <a:pt x="420" y="487"/>
                  </a:lnTo>
                  <a:lnTo>
                    <a:pt x="434" y="480"/>
                  </a:lnTo>
                  <a:lnTo>
                    <a:pt x="448" y="472"/>
                  </a:lnTo>
                  <a:lnTo>
                    <a:pt x="459" y="462"/>
                  </a:lnTo>
                  <a:lnTo>
                    <a:pt x="471" y="452"/>
                  </a:lnTo>
                  <a:lnTo>
                    <a:pt x="482" y="440"/>
                  </a:lnTo>
                  <a:lnTo>
                    <a:pt x="492" y="427"/>
                  </a:lnTo>
                  <a:lnTo>
                    <a:pt x="500" y="414"/>
                  </a:lnTo>
                  <a:lnTo>
                    <a:pt x="507" y="400"/>
                  </a:lnTo>
                  <a:lnTo>
                    <a:pt x="512" y="385"/>
                  </a:lnTo>
                  <a:lnTo>
                    <a:pt x="516" y="369"/>
                  </a:lnTo>
                  <a:lnTo>
                    <a:pt x="518" y="353"/>
                  </a:lnTo>
                  <a:lnTo>
                    <a:pt x="519" y="336"/>
                  </a:lnTo>
                  <a:lnTo>
                    <a:pt x="519" y="324"/>
                  </a:lnTo>
                  <a:lnTo>
                    <a:pt x="517" y="312"/>
                  </a:lnTo>
                  <a:lnTo>
                    <a:pt x="515" y="300"/>
                  </a:lnTo>
                  <a:lnTo>
                    <a:pt x="513" y="289"/>
                  </a:lnTo>
                  <a:lnTo>
                    <a:pt x="684" y="289"/>
                  </a:lnTo>
                  <a:lnTo>
                    <a:pt x="684" y="328"/>
                  </a:lnTo>
                  <a:lnTo>
                    <a:pt x="685" y="334"/>
                  </a:lnTo>
                  <a:lnTo>
                    <a:pt x="688" y="338"/>
                  </a:lnTo>
                  <a:lnTo>
                    <a:pt x="692" y="341"/>
                  </a:lnTo>
                  <a:lnTo>
                    <a:pt x="698" y="342"/>
                  </a:lnTo>
                  <a:lnTo>
                    <a:pt x="703" y="341"/>
                  </a:lnTo>
                  <a:lnTo>
                    <a:pt x="707" y="338"/>
                  </a:lnTo>
                  <a:lnTo>
                    <a:pt x="710" y="334"/>
                  </a:lnTo>
                  <a:lnTo>
                    <a:pt x="711" y="328"/>
                  </a:lnTo>
                  <a:lnTo>
                    <a:pt x="711" y="178"/>
                  </a:lnTo>
                  <a:lnTo>
                    <a:pt x="710" y="168"/>
                  </a:lnTo>
                  <a:lnTo>
                    <a:pt x="709" y="160"/>
                  </a:lnTo>
                  <a:lnTo>
                    <a:pt x="707" y="151"/>
                  </a:lnTo>
                  <a:lnTo>
                    <a:pt x="704" y="143"/>
                  </a:lnTo>
                  <a:lnTo>
                    <a:pt x="701" y="135"/>
                  </a:lnTo>
                  <a:lnTo>
                    <a:pt x="695" y="128"/>
                  </a:lnTo>
                  <a:lnTo>
                    <a:pt x="691" y="121"/>
                  </a:lnTo>
                  <a:lnTo>
                    <a:pt x="685" y="115"/>
                  </a:lnTo>
                  <a:lnTo>
                    <a:pt x="678" y="109"/>
                  </a:lnTo>
                  <a:lnTo>
                    <a:pt x="672" y="104"/>
                  </a:lnTo>
                  <a:lnTo>
                    <a:pt x="664" y="100"/>
                  </a:lnTo>
                  <a:lnTo>
                    <a:pt x="657" y="95"/>
                  </a:lnTo>
                  <a:lnTo>
                    <a:pt x="648" y="93"/>
                  </a:lnTo>
                  <a:lnTo>
                    <a:pt x="641" y="91"/>
                  </a:lnTo>
                  <a:lnTo>
                    <a:pt x="631" y="89"/>
                  </a:lnTo>
                  <a:lnTo>
                    <a:pt x="622" y="89"/>
                  </a:lnTo>
                  <a:lnTo>
                    <a:pt x="529" y="89"/>
                  </a:lnTo>
                  <a:lnTo>
                    <a:pt x="518" y="48"/>
                  </a:lnTo>
                  <a:lnTo>
                    <a:pt x="514" y="37"/>
                  </a:lnTo>
                  <a:lnTo>
                    <a:pt x="509" y="29"/>
                  </a:lnTo>
                  <a:lnTo>
                    <a:pt x="502" y="20"/>
                  </a:lnTo>
                  <a:lnTo>
                    <a:pt x="495" y="14"/>
                  </a:lnTo>
                  <a:lnTo>
                    <a:pt x="486" y="7"/>
                  </a:lnTo>
                  <a:lnTo>
                    <a:pt x="477" y="3"/>
                  </a:lnTo>
                  <a:lnTo>
                    <a:pt x="467" y="1"/>
                  </a:lnTo>
                  <a:lnTo>
                    <a:pt x="456" y="0"/>
                  </a:lnTo>
                  <a:lnTo>
                    <a:pt x="269" y="0"/>
                  </a:lnTo>
                  <a:lnTo>
                    <a:pt x="259" y="1"/>
                  </a:lnTo>
                  <a:lnTo>
                    <a:pt x="248" y="3"/>
                  </a:lnTo>
                  <a:lnTo>
                    <a:pt x="239" y="7"/>
                  </a:lnTo>
                  <a:lnTo>
                    <a:pt x="230" y="14"/>
                  </a:lnTo>
                  <a:lnTo>
                    <a:pt x="222" y="20"/>
                  </a:lnTo>
                  <a:lnTo>
                    <a:pt x="216" y="29"/>
                  </a:lnTo>
                  <a:lnTo>
                    <a:pt x="210" y="37"/>
                  </a:lnTo>
                  <a:lnTo>
                    <a:pt x="207" y="48"/>
                  </a:lnTo>
                  <a:lnTo>
                    <a:pt x="197" y="89"/>
                  </a:lnTo>
                  <a:lnTo>
                    <a:pt x="180" y="89"/>
                  </a:lnTo>
                  <a:lnTo>
                    <a:pt x="180" y="80"/>
                  </a:lnTo>
                  <a:lnTo>
                    <a:pt x="179" y="72"/>
                  </a:lnTo>
                  <a:lnTo>
                    <a:pt x="177" y="64"/>
                  </a:lnTo>
                  <a:lnTo>
                    <a:pt x="173" y="57"/>
                  </a:lnTo>
                  <a:lnTo>
                    <a:pt x="168" y="51"/>
                  </a:lnTo>
                  <a:lnTo>
                    <a:pt x="162" y="46"/>
                  </a:lnTo>
                  <a:lnTo>
                    <a:pt x="155" y="42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18" y="38"/>
                  </a:lnTo>
                  <a:lnTo>
                    <a:pt x="111" y="39"/>
                  </a:lnTo>
                  <a:lnTo>
                    <a:pt x="102" y="42"/>
                  </a:lnTo>
                  <a:lnTo>
                    <a:pt x="96" y="46"/>
                  </a:lnTo>
                  <a:lnTo>
                    <a:pt x="89" y="51"/>
                  </a:lnTo>
                  <a:lnTo>
                    <a:pt x="85" y="57"/>
                  </a:lnTo>
                  <a:lnTo>
                    <a:pt x="81" y="64"/>
                  </a:lnTo>
                  <a:lnTo>
                    <a:pt x="78" y="72"/>
                  </a:lnTo>
                  <a:lnTo>
                    <a:pt x="77" y="80"/>
                  </a:lnTo>
                  <a:lnTo>
                    <a:pt x="77" y="90"/>
                  </a:lnTo>
                  <a:lnTo>
                    <a:pt x="70" y="91"/>
                  </a:lnTo>
                  <a:lnTo>
                    <a:pt x="61" y="93"/>
                  </a:lnTo>
                  <a:lnTo>
                    <a:pt x="54" y="96"/>
                  </a:lnTo>
                  <a:lnTo>
                    <a:pt x="47" y="100"/>
                  </a:lnTo>
                  <a:lnTo>
                    <a:pt x="40" y="104"/>
                  </a:lnTo>
                  <a:lnTo>
                    <a:pt x="33" y="108"/>
                  </a:lnTo>
                  <a:lnTo>
                    <a:pt x="28" y="114"/>
                  </a:lnTo>
                  <a:lnTo>
                    <a:pt x="23" y="119"/>
                  </a:lnTo>
                  <a:lnTo>
                    <a:pt x="17" y="125"/>
                  </a:lnTo>
                  <a:lnTo>
                    <a:pt x="13" y="132"/>
                  </a:lnTo>
                  <a:lnTo>
                    <a:pt x="10" y="138"/>
                  </a:lnTo>
                  <a:lnTo>
                    <a:pt x="7" y="146"/>
                  </a:lnTo>
                  <a:lnTo>
                    <a:pt x="3" y="153"/>
                  </a:lnTo>
                  <a:lnTo>
                    <a:pt x="2" y="161"/>
                  </a:lnTo>
                  <a:lnTo>
                    <a:pt x="1" y="169"/>
                  </a:lnTo>
                  <a:lnTo>
                    <a:pt x="0" y="178"/>
                  </a:lnTo>
                  <a:lnTo>
                    <a:pt x="0" y="495"/>
                  </a:lnTo>
                  <a:lnTo>
                    <a:pt x="1" y="503"/>
                  </a:lnTo>
                  <a:lnTo>
                    <a:pt x="2" y="512"/>
                  </a:lnTo>
                  <a:lnTo>
                    <a:pt x="4" y="520"/>
                  </a:lnTo>
                  <a:lnTo>
                    <a:pt x="8" y="529"/>
                  </a:lnTo>
                  <a:lnTo>
                    <a:pt x="11" y="537"/>
                  </a:lnTo>
                  <a:lnTo>
                    <a:pt x="15" y="544"/>
                  </a:lnTo>
                  <a:lnTo>
                    <a:pt x="21" y="550"/>
                  </a:lnTo>
                  <a:lnTo>
                    <a:pt x="26" y="557"/>
                  </a:lnTo>
                  <a:lnTo>
                    <a:pt x="32" y="563"/>
                  </a:lnTo>
                  <a:lnTo>
                    <a:pt x="40" y="568"/>
                  </a:lnTo>
                  <a:lnTo>
                    <a:pt x="47" y="572"/>
                  </a:lnTo>
                  <a:lnTo>
                    <a:pt x="55" y="576"/>
                  </a:lnTo>
                  <a:lnTo>
                    <a:pt x="62" y="579"/>
                  </a:lnTo>
                  <a:lnTo>
                    <a:pt x="71" y="582"/>
                  </a:lnTo>
                  <a:lnTo>
                    <a:pt x="81" y="583"/>
                  </a:lnTo>
                  <a:lnTo>
                    <a:pt x="89" y="584"/>
                  </a:lnTo>
                  <a:lnTo>
                    <a:pt x="622" y="584"/>
                  </a:lnTo>
                  <a:lnTo>
                    <a:pt x="631" y="583"/>
                  </a:lnTo>
                  <a:lnTo>
                    <a:pt x="641" y="582"/>
                  </a:lnTo>
                  <a:lnTo>
                    <a:pt x="648" y="579"/>
                  </a:lnTo>
                  <a:lnTo>
                    <a:pt x="657" y="576"/>
                  </a:lnTo>
                  <a:lnTo>
                    <a:pt x="664" y="572"/>
                  </a:lnTo>
                  <a:lnTo>
                    <a:pt x="672" y="568"/>
                  </a:lnTo>
                  <a:lnTo>
                    <a:pt x="678" y="563"/>
                  </a:lnTo>
                  <a:lnTo>
                    <a:pt x="685" y="557"/>
                  </a:lnTo>
                  <a:lnTo>
                    <a:pt x="691" y="550"/>
                  </a:lnTo>
                  <a:lnTo>
                    <a:pt x="695" y="544"/>
                  </a:lnTo>
                  <a:lnTo>
                    <a:pt x="701" y="537"/>
                  </a:lnTo>
                  <a:lnTo>
                    <a:pt x="704" y="529"/>
                  </a:lnTo>
                  <a:lnTo>
                    <a:pt x="707" y="520"/>
                  </a:lnTo>
                  <a:lnTo>
                    <a:pt x="709" y="512"/>
                  </a:lnTo>
                  <a:lnTo>
                    <a:pt x="710" y="503"/>
                  </a:lnTo>
                  <a:lnTo>
                    <a:pt x="711" y="495"/>
                  </a:lnTo>
                  <a:lnTo>
                    <a:pt x="711" y="450"/>
                  </a:lnTo>
                  <a:lnTo>
                    <a:pt x="710" y="444"/>
                  </a:lnTo>
                  <a:lnTo>
                    <a:pt x="707" y="440"/>
                  </a:lnTo>
                  <a:lnTo>
                    <a:pt x="703" y="437"/>
                  </a:lnTo>
                  <a:lnTo>
                    <a:pt x="698" y="436"/>
                  </a:lnTo>
                  <a:close/>
                  <a:moveTo>
                    <a:pt x="234" y="55"/>
                  </a:moveTo>
                  <a:lnTo>
                    <a:pt x="236" y="49"/>
                  </a:lnTo>
                  <a:lnTo>
                    <a:pt x="239" y="44"/>
                  </a:lnTo>
                  <a:lnTo>
                    <a:pt x="243" y="39"/>
                  </a:lnTo>
                  <a:lnTo>
                    <a:pt x="247" y="35"/>
                  </a:lnTo>
                  <a:lnTo>
                    <a:pt x="252" y="32"/>
                  </a:lnTo>
                  <a:lnTo>
                    <a:pt x="258" y="30"/>
                  </a:lnTo>
                  <a:lnTo>
                    <a:pt x="263" y="28"/>
                  </a:lnTo>
                  <a:lnTo>
                    <a:pt x="269" y="28"/>
                  </a:lnTo>
                  <a:lnTo>
                    <a:pt x="456" y="28"/>
                  </a:lnTo>
                  <a:lnTo>
                    <a:pt x="462" y="28"/>
                  </a:lnTo>
                  <a:lnTo>
                    <a:pt x="468" y="30"/>
                  </a:lnTo>
                  <a:lnTo>
                    <a:pt x="473" y="32"/>
                  </a:lnTo>
                  <a:lnTo>
                    <a:pt x="478" y="35"/>
                  </a:lnTo>
                  <a:lnTo>
                    <a:pt x="482" y="39"/>
                  </a:lnTo>
                  <a:lnTo>
                    <a:pt x="486" y="44"/>
                  </a:lnTo>
                  <a:lnTo>
                    <a:pt x="489" y="49"/>
                  </a:lnTo>
                  <a:lnTo>
                    <a:pt x="492" y="55"/>
                  </a:lnTo>
                  <a:lnTo>
                    <a:pt x="500" y="89"/>
                  </a:lnTo>
                  <a:lnTo>
                    <a:pt x="225" y="89"/>
                  </a:lnTo>
                  <a:lnTo>
                    <a:pt x="234" y="55"/>
                  </a:lnTo>
                  <a:close/>
                  <a:moveTo>
                    <a:pt x="105" y="80"/>
                  </a:moveTo>
                  <a:lnTo>
                    <a:pt x="106" y="75"/>
                  </a:lnTo>
                  <a:lnTo>
                    <a:pt x="110" y="71"/>
                  </a:lnTo>
                  <a:lnTo>
                    <a:pt x="114" y="67"/>
                  </a:lnTo>
                  <a:lnTo>
                    <a:pt x="118" y="66"/>
                  </a:lnTo>
                  <a:lnTo>
                    <a:pt x="139" y="66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1" y="75"/>
                  </a:lnTo>
                  <a:lnTo>
                    <a:pt x="153" y="80"/>
                  </a:lnTo>
                  <a:lnTo>
                    <a:pt x="153" y="89"/>
                  </a:lnTo>
                  <a:lnTo>
                    <a:pt x="105" y="89"/>
                  </a:lnTo>
                  <a:lnTo>
                    <a:pt x="105" y="80"/>
                  </a:lnTo>
                  <a:close/>
                  <a:moveTo>
                    <a:pt x="28" y="178"/>
                  </a:moveTo>
                  <a:lnTo>
                    <a:pt x="28" y="172"/>
                  </a:lnTo>
                  <a:lnTo>
                    <a:pt x="29" y="165"/>
                  </a:lnTo>
                  <a:lnTo>
                    <a:pt x="31" y="160"/>
                  </a:lnTo>
                  <a:lnTo>
                    <a:pt x="33" y="154"/>
                  </a:lnTo>
                  <a:lnTo>
                    <a:pt x="36" y="149"/>
                  </a:lnTo>
                  <a:lnTo>
                    <a:pt x="39" y="144"/>
                  </a:lnTo>
                  <a:lnTo>
                    <a:pt x="42" y="138"/>
                  </a:lnTo>
                  <a:lnTo>
                    <a:pt x="46" y="134"/>
                  </a:lnTo>
                  <a:lnTo>
                    <a:pt x="51" y="131"/>
                  </a:lnTo>
                  <a:lnTo>
                    <a:pt x="55" y="126"/>
                  </a:lnTo>
                  <a:lnTo>
                    <a:pt x="60" y="124"/>
                  </a:lnTo>
                  <a:lnTo>
                    <a:pt x="66" y="121"/>
                  </a:lnTo>
                  <a:lnTo>
                    <a:pt x="71" y="119"/>
                  </a:lnTo>
                  <a:lnTo>
                    <a:pt x="77" y="118"/>
                  </a:lnTo>
                  <a:lnTo>
                    <a:pt x="83" y="117"/>
                  </a:lnTo>
                  <a:lnTo>
                    <a:pt x="89" y="117"/>
                  </a:lnTo>
                  <a:lnTo>
                    <a:pt x="622" y="117"/>
                  </a:lnTo>
                  <a:lnTo>
                    <a:pt x="629" y="117"/>
                  </a:lnTo>
                  <a:lnTo>
                    <a:pt x="634" y="118"/>
                  </a:lnTo>
                  <a:lnTo>
                    <a:pt x="641" y="119"/>
                  </a:lnTo>
                  <a:lnTo>
                    <a:pt x="646" y="121"/>
                  </a:lnTo>
                  <a:lnTo>
                    <a:pt x="651" y="124"/>
                  </a:lnTo>
                  <a:lnTo>
                    <a:pt x="657" y="126"/>
                  </a:lnTo>
                  <a:lnTo>
                    <a:pt x="661" y="131"/>
                  </a:lnTo>
                  <a:lnTo>
                    <a:pt x="665" y="134"/>
                  </a:lnTo>
                  <a:lnTo>
                    <a:pt x="670" y="138"/>
                  </a:lnTo>
                  <a:lnTo>
                    <a:pt x="673" y="144"/>
                  </a:lnTo>
                  <a:lnTo>
                    <a:pt x="676" y="149"/>
                  </a:lnTo>
                  <a:lnTo>
                    <a:pt x="678" y="154"/>
                  </a:lnTo>
                  <a:lnTo>
                    <a:pt x="680" y="160"/>
                  </a:lnTo>
                  <a:lnTo>
                    <a:pt x="683" y="165"/>
                  </a:lnTo>
                  <a:lnTo>
                    <a:pt x="683" y="172"/>
                  </a:lnTo>
                  <a:lnTo>
                    <a:pt x="684" y="178"/>
                  </a:lnTo>
                  <a:lnTo>
                    <a:pt x="684" y="261"/>
                  </a:lnTo>
                  <a:lnTo>
                    <a:pt x="501" y="261"/>
                  </a:lnTo>
                  <a:lnTo>
                    <a:pt x="495" y="249"/>
                  </a:lnTo>
                  <a:lnTo>
                    <a:pt x="486" y="237"/>
                  </a:lnTo>
                  <a:lnTo>
                    <a:pt x="478" y="226"/>
                  </a:lnTo>
                  <a:lnTo>
                    <a:pt x="468" y="217"/>
                  </a:lnTo>
                  <a:lnTo>
                    <a:pt x="457" y="207"/>
                  </a:lnTo>
                  <a:lnTo>
                    <a:pt x="445" y="198"/>
                  </a:lnTo>
                  <a:lnTo>
                    <a:pt x="434" y="192"/>
                  </a:lnTo>
                  <a:lnTo>
                    <a:pt x="420" y="185"/>
                  </a:lnTo>
                  <a:lnTo>
                    <a:pt x="414" y="184"/>
                  </a:lnTo>
                  <a:lnTo>
                    <a:pt x="409" y="185"/>
                  </a:lnTo>
                  <a:lnTo>
                    <a:pt x="405" y="188"/>
                  </a:lnTo>
                  <a:lnTo>
                    <a:pt x="401" y="193"/>
                  </a:lnTo>
                  <a:lnTo>
                    <a:pt x="400" y="198"/>
                  </a:lnTo>
                  <a:lnTo>
                    <a:pt x="401" y="203"/>
                  </a:lnTo>
                  <a:lnTo>
                    <a:pt x="405" y="208"/>
                  </a:lnTo>
                  <a:lnTo>
                    <a:pt x="409" y="211"/>
                  </a:lnTo>
                  <a:lnTo>
                    <a:pt x="419" y="216"/>
                  </a:lnTo>
                  <a:lnTo>
                    <a:pt x="427" y="220"/>
                  </a:lnTo>
                  <a:lnTo>
                    <a:pt x="436" y="225"/>
                  </a:lnTo>
                  <a:lnTo>
                    <a:pt x="443" y="232"/>
                  </a:lnTo>
                  <a:lnTo>
                    <a:pt x="451" y="238"/>
                  </a:lnTo>
                  <a:lnTo>
                    <a:pt x="457" y="246"/>
                  </a:lnTo>
                  <a:lnTo>
                    <a:pt x="464" y="253"/>
                  </a:lnTo>
                  <a:lnTo>
                    <a:pt x="469" y="261"/>
                  </a:lnTo>
                  <a:lnTo>
                    <a:pt x="474" y="269"/>
                  </a:lnTo>
                  <a:lnTo>
                    <a:pt x="479" y="278"/>
                  </a:lnTo>
                  <a:lnTo>
                    <a:pt x="483" y="287"/>
                  </a:lnTo>
                  <a:lnTo>
                    <a:pt x="486" y="296"/>
                  </a:lnTo>
                  <a:lnTo>
                    <a:pt x="488" y="306"/>
                  </a:lnTo>
                  <a:lnTo>
                    <a:pt x="490" y="315"/>
                  </a:lnTo>
                  <a:lnTo>
                    <a:pt x="492" y="326"/>
                  </a:lnTo>
                  <a:lnTo>
                    <a:pt x="492" y="336"/>
                  </a:lnTo>
                  <a:lnTo>
                    <a:pt x="492" y="350"/>
                  </a:lnTo>
                  <a:lnTo>
                    <a:pt x="489" y="364"/>
                  </a:lnTo>
                  <a:lnTo>
                    <a:pt x="486" y="377"/>
                  </a:lnTo>
                  <a:lnTo>
                    <a:pt x="481" y="389"/>
                  </a:lnTo>
                  <a:lnTo>
                    <a:pt x="475" y="401"/>
                  </a:lnTo>
                  <a:lnTo>
                    <a:pt x="469" y="412"/>
                  </a:lnTo>
                  <a:lnTo>
                    <a:pt x="460" y="423"/>
                  </a:lnTo>
                  <a:lnTo>
                    <a:pt x="452" y="432"/>
                  </a:lnTo>
                  <a:lnTo>
                    <a:pt x="442" y="441"/>
                  </a:lnTo>
                  <a:lnTo>
                    <a:pt x="431" y="449"/>
                  </a:lnTo>
                  <a:lnTo>
                    <a:pt x="421" y="456"/>
                  </a:lnTo>
                  <a:lnTo>
                    <a:pt x="409" y="461"/>
                  </a:lnTo>
                  <a:lnTo>
                    <a:pt x="396" y="466"/>
                  </a:lnTo>
                  <a:lnTo>
                    <a:pt x="383" y="469"/>
                  </a:lnTo>
                  <a:lnTo>
                    <a:pt x="369" y="471"/>
                  </a:lnTo>
                  <a:lnTo>
                    <a:pt x="355" y="472"/>
                  </a:lnTo>
                  <a:lnTo>
                    <a:pt x="341" y="471"/>
                  </a:lnTo>
                  <a:lnTo>
                    <a:pt x="328" y="469"/>
                  </a:lnTo>
                  <a:lnTo>
                    <a:pt x="316" y="466"/>
                  </a:lnTo>
                  <a:lnTo>
                    <a:pt x="303" y="461"/>
                  </a:lnTo>
                  <a:lnTo>
                    <a:pt x="291" y="456"/>
                  </a:lnTo>
                  <a:lnTo>
                    <a:pt x="280" y="449"/>
                  </a:lnTo>
                  <a:lnTo>
                    <a:pt x="269" y="441"/>
                  </a:lnTo>
                  <a:lnTo>
                    <a:pt x="260" y="432"/>
                  </a:lnTo>
                  <a:lnTo>
                    <a:pt x="251" y="423"/>
                  </a:lnTo>
                  <a:lnTo>
                    <a:pt x="243" y="412"/>
                  </a:lnTo>
                  <a:lnTo>
                    <a:pt x="236" y="401"/>
                  </a:lnTo>
                  <a:lnTo>
                    <a:pt x="231" y="389"/>
                  </a:lnTo>
                  <a:lnTo>
                    <a:pt x="225" y="377"/>
                  </a:lnTo>
                  <a:lnTo>
                    <a:pt x="222" y="364"/>
                  </a:lnTo>
                  <a:lnTo>
                    <a:pt x="220" y="350"/>
                  </a:lnTo>
                  <a:lnTo>
                    <a:pt x="220" y="336"/>
                  </a:lnTo>
                  <a:lnTo>
                    <a:pt x="220" y="326"/>
                  </a:lnTo>
                  <a:lnTo>
                    <a:pt x="221" y="316"/>
                  </a:lnTo>
                  <a:lnTo>
                    <a:pt x="223" y="307"/>
                  </a:lnTo>
                  <a:lnTo>
                    <a:pt x="225" y="297"/>
                  </a:lnTo>
                  <a:lnTo>
                    <a:pt x="229" y="289"/>
                  </a:lnTo>
                  <a:lnTo>
                    <a:pt x="232" y="279"/>
                  </a:lnTo>
                  <a:lnTo>
                    <a:pt x="236" y="270"/>
                  </a:lnTo>
                  <a:lnTo>
                    <a:pt x="242" y="263"/>
                  </a:lnTo>
                  <a:lnTo>
                    <a:pt x="247" y="254"/>
                  </a:lnTo>
                  <a:lnTo>
                    <a:pt x="253" y="247"/>
                  </a:lnTo>
                  <a:lnTo>
                    <a:pt x="260" y="240"/>
                  </a:lnTo>
                  <a:lnTo>
                    <a:pt x="266" y="233"/>
                  </a:lnTo>
                  <a:lnTo>
                    <a:pt x="274" y="227"/>
                  </a:lnTo>
                  <a:lnTo>
                    <a:pt x="282" y="222"/>
                  </a:lnTo>
                  <a:lnTo>
                    <a:pt x="291" y="217"/>
                  </a:lnTo>
                  <a:lnTo>
                    <a:pt x="300" y="212"/>
                  </a:lnTo>
                  <a:lnTo>
                    <a:pt x="304" y="209"/>
                  </a:lnTo>
                  <a:lnTo>
                    <a:pt x="307" y="204"/>
                  </a:lnTo>
                  <a:lnTo>
                    <a:pt x="307" y="199"/>
                  </a:lnTo>
                  <a:lnTo>
                    <a:pt x="306" y="194"/>
                  </a:lnTo>
                  <a:lnTo>
                    <a:pt x="303" y="189"/>
                  </a:lnTo>
                  <a:lnTo>
                    <a:pt x="298" y="187"/>
                  </a:lnTo>
                  <a:lnTo>
                    <a:pt x="293" y="185"/>
                  </a:lnTo>
                  <a:lnTo>
                    <a:pt x="288" y="187"/>
                  </a:lnTo>
                  <a:lnTo>
                    <a:pt x="276" y="193"/>
                  </a:lnTo>
                  <a:lnTo>
                    <a:pt x="264" y="201"/>
                  </a:lnTo>
                  <a:lnTo>
                    <a:pt x="252" y="209"/>
                  </a:lnTo>
                  <a:lnTo>
                    <a:pt x="243" y="218"/>
                  </a:lnTo>
                  <a:lnTo>
                    <a:pt x="233" y="227"/>
                  </a:lnTo>
                  <a:lnTo>
                    <a:pt x="224" y="238"/>
                  </a:lnTo>
                  <a:lnTo>
                    <a:pt x="217" y="249"/>
                  </a:lnTo>
                  <a:lnTo>
                    <a:pt x="210" y="261"/>
                  </a:lnTo>
                  <a:lnTo>
                    <a:pt x="28" y="261"/>
                  </a:lnTo>
                  <a:lnTo>
                    <a:pt x="28" y="1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1" name="Freeform 79">
              <a:extLst>
                <a:ext uri="{FF2B5EF4-FFF2-40B4-BE49-F238E27FC236}">
                  <a16:creationId xmlns:a16="http://schemas.microsoft.com/office/drawing/2014/main" id="{6DD93985-B5B8-41D9-BB4C-F4FD202E29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6988" y="1189038"/>
              <a:ext cx="44450" cy="44450"/>
            </a:xfrm>
            <a:custGeom>
              <a:avLst/>
              <a:gdLst>
                <a:gd name="T0" fmla="*/ 42 w 84"/>
                <a:gd name="T1" fmla="*/ 0 h 84"/>
                <a:gd name="T2" fmla="*/ 33 w 84"/>
                <a:gd name="T3" fmla="*/ 1 h 84"/>
                <a:gd name="T4" fmla="*/ 26 w 84"/>
                <a:gd name="T5" fmla="*/ 3 h 84"/>
                <a:gd name="T6" fmla="*/ 18 w 84"/>
                <a:gd name="T7" fmla="*/ 7 h 84"/>
                <a:gd name="T8" fmla="*/ 12 w 84"/>
                <a:gd name="T9" fmla="*/ 13 h 84"/>
                <a:gd name="T10" fmla="*/ 8 w 84"/>
                <a:gd name="T11" fmla="*/ 18 h 84"/>
                <a:gd name="T12" fmla="*/ 3 w 84"/>
                <a:gd name="T13" fmla="*/ 26 h 84"/>
                <a:gd name="T14" fmla="*/ 1 w 84"/>
                <a:gd name="T15" fmla="*/ 33 h 84"/>
                <a:gd name="T16" fmla="*/ 0 w 84"/>
                <a:gd name="T17" fmla="*/ 42 h 84"/>
                <a:gd name="T18" fmla="*/ 1 w 84"/>
                <a:gd name="T19" fmla="*/ 50 h 84"/>
                <a:gd name="T20" fmla="*/ 3 w 84"/>
                <a:gd name="T21" fmla="*/ 58 h 84"/>
                <a:gd name="T22" fmla="*/ 8 w 84"/>
                <a:gd name="T23" fmla="*/ 65 h 84"/>
                <a:gd name="T24" fmla="*/ 12 w 84"/>
                <a:gd name="T25" fmla="*/ 71 h 84"/>
                <a:gd name="T26" fmla="*/ 18 w 84"/>
                <a:gd name="T27" fmla="*/ 76 h 84"/>
                <a:gd name="T28" fmla="*/ 26 w 84"/>
                <a:gd name="T29" fmla="*/ 80 h 84"/>
                <a:gd name="T30" fmla="*/ 33 w 84"/>
                <a:gd name="T31" fmla="*/ 82 h 84"/>
                <a:gd name="T32" fmla="*/ 42 w 84"/>
                <a:gd name="T33" fmla="*/ 84 h 84"/>
                <a:gd name="T34" fmla="*/ 51 w 84"/>
                <a:gd name="T35" fmla="*/ 82 h 84"/>
                <a:gd name="T36" fmla="*/ 58 w 84"/>
                <a:gd name="T37" fmla="*/ 80 h 84"/>
                <a:gd name="T38" fmla="*/ 64 w 84"/>
                <a:gd name="T39" fmla="*/ 76 h 84"/>
                <a:gd name="T40" fmla="*/ 71 w 84"/>
                <a:gd name="T41" fmla="*/ 71 h 84"/>
                <a:gd name="T42" fmla="*/ 76 w 84"/>
                <a:gd name="T43" fmla="*/ 65 h 84"/>
                <a:gd name="T44" fmla="*/ 81 w 84"/>
                <a:gd name="T45" fmla="*/ 58 h 84"/>
                <a:gd name="T46" fmla="*/ 83 w 84"/>
                <a:gd name="T47" fmla="*/ 50 h 84"/>
                <a:gd name="T48" fmla="*/ 84 w 84"/>
                <a:gd name="T49" fmla="*/ 42 h 84"/>
                <a:gd name="T50" fmla="*/ 83 w 84"/>
                <a:gd name="T51" fmla="*/ 33 h 84"/>
                <a:gd name="T52" fmla="*/ 81 w 84"/>
                <a:gd name="T53" fmla="*/ 26 h 84"/>
                <a:gd name="T54" fmla="*/ 76 w 84"/>
                <a:gd name="T55" fmla="*/ 18 h 84"/>
                <a:gd name="T56" fmla="*/ 71 w 84"/>
                <a:gd name="T57" fmla="*/ 13 h 84"/>
                <a:gd name="T58" fmla="*/ 64 w 84"/>
                <a:gd name="T59" fmla="*/ 7 h 84"/>
                <a:gd name="T60" fmla="*/ 58 w 84"/>
                <a:gd name="T61" fmla="*/ 3 h 84"/>
                <a:gd name="T62" fmla="*/ 51 w 84"/>
                <a:gd name="T63" fmla="*/ 1 h 84"/>
                <a:gd name="T64" fmla="*/ 42 w 84"/>
                <a:gd name="T65" fmla="*/ 0 h 84"/>
                <a:gd name="T66" fmla="*/ 42 w 84"/>
                <a:gd name="T67" fmla="*/ 56 h 84"/>
                <a:gd name="T68" fmla="*/ 37 w 84"/>
                <a:gd name="T69" fmla="*/ 55 h 84"/>
                <a:gd name="T70" fmla="*/ 32 w 84"/>
                <a:gd name="T71" fmla="*/ 51 h 84"/>
                <a:gd name="T72" fmla="*/ 29 w 84"/>
                <a:gd name="T73" fmla="*/ 47 h 84"/>
                <a:gd name="T74" fmla="*/ 28 w 84"/>
                <a:gd name="T75" fmla="*/ 42 h 84"/>
                <a:gd name="T76" fmla="*/ 29 w 84"/>
                <a:gd name="T77" fmla="*/ 36 h 84"/>
                <a:gd name="T78" fmla="*/ 32 w 84"/>
                <a:gd name="T79" fmla="*/ 32 h 84"/>
                <a:gd name="T80" fmla="*/ 37 w 84"/>
                <a:gd name="T81" fmla="*/ 29 h 84"/>
                <a:gd name="T82" fmla="*/ 42 w 84"/>
                <a:gd name="T83" fmla="*/ 28 h 84"/>
                <a:gd name="T84" fmla="*/ 47 w 84"/>
                <a:gd name="T85" fmla="*/ 29 h 84"/>
                <a:gd name="T86" fmla="*/ 52 w 84"/>
                <a:gd name="T87" fmla="*/ 32 h 84"/>
                <a:gd name="T88" fmla="*/ 55 w 84"/>
                <a:gd name="T89" fmla="*/ 36 h 84"/>
                <a:gd name="T90" fmla="*/ 56 w 84"/>
                <a:gd name="T91" fmla="*/ 42 h 84"/>
                <a:gd name="T92" fmla="*/ 55 w 84"/>
                <a:gd name="T93" fmla="*/ 47 h 84"/>
                <a:gd name="T94" fmla="*/ 52 w 84"/>
                <a:gd name="T95" fmla="*/ 51 h 84"/>
                <a:gd name="T96" fmla="*/ 47 w 84"/>
                <a:gd name="T97" fmla="*/ 55 h 84"/>
                <a:gd name="T98" fmla="*/ 42 w 84"/>
                <a:gd name="T99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lnTo>
                    <a:pt x="33" y="1"/>
                  </a:lnTo>
                  <a:lnTo>
                    <a:pt x="26" y="3"/>
                  </a:lnTo>
                  <a:lnTo>
                    <a:pt x="18" y="7"/>
                  </a:lnTo>
                  <a:lnTo>
                    <a:pt x="12" y="13"/>
                  </a:lnTo>
                  <a:lnTo>
                    <a:pt x="8" y="18"/>
                  </a:lnTo>
                  <a:lnTo>
                    <a:pt x="3" y="26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1" y="50"/>
                  </a:lnTo>
                  <a:lnTo>
                    <a:pt x="3" y="58"/>
                  </a:lnTo>
                  <a:lnTo>
                    <a:pt x="8" y="65"/>
                  </a:lnTo>
                  <a:lnTo>
                    <a:pt x="12" y="71"/>
                  </a:lnTo>
                  <a:lnTo>
                    <a:pt x="18" y="76"/>
                  </a:lnTo>
                  <a:lnTo>
                    <a:pt x="26" y="80"/>
                  </a:lnTo>
                  <a:lnTo>
                    <a:pt x="33" y="82"/>
                  </a:lnTo>
                  <a:lnTo>
                    <a:pt x="42" y="84"/>
                  </a:lnTo>
                  <a:lnTo>
                    <a:pt x="51" y="82"/>
                  </a:lnTo>
                  <a:lnTo>
                    <a:pt x="58" y="80"/>
                  </a:lnTo>
                  <a:lnTo>
                    <a:pt x="64" y="76"/>
                  </a:lnTo>
                  <a:lnTo>
                    <a:pt x="71" y="71"/>
                  </a:lnTo>
                  <a:lnTo>
                    <a:pt x="76" y="65"/>
                  </a:lnTo>
                  <a:lnTo>
                    <a:pt x="81" y="58"/>
                  </a:lnTo>
                  <a:lnTo>
                    <a:pt x="83" y="50"/>
                  </a:lnTo>
                  <a:lnTo>
                    <a:pt x="84" y="42"/>
                  </a:lnTo>
                  <a:lnTo>
                    <a:pt x="83" y="33"/>
                  </a:lnTo>
                  <a:lnTo>
                    <a:pt x="81" y="26"/>
                  </a:lnTo>
                  <a:lnTo>
                    <a:pt x="76" y="18"/>
                  </a:lnTo>
                  <a:lnTo>
                    <a:pt x="71" y="13"/>
                  </a:lnTo>
                  <a:lnTo>
                    <a:pt x="64" y="7"/>
                  </a:lnTo>
                  <a:lnTo>
                    <a:pt x="58" y="3"/>
                  </a:lnTo>
                  <a:lnTo>
                    <a:pt x="51" y="1"/>
                  </a:lnTo>
                  <a:lnTo>
                    <a:pt x="42" y="0"/>
                  </a:lnTo>
                  <a:close/>
                  <a:moveTo>
                    <a:pt x="42" y="56"/>
                  </a:moveTo>
                  <a:lnTo>
                    <a:pt x="37" y="55"/>
                  </a:lnTo>
                  <a:lnTo>
                    <a:pt x="32" y="51"/>
                  </a:lnTo>
                  <a:lnTo>
                    <a:pt x="29" y="47"/>
                  </a:lnTo>
                  <a:lnTo>
                    <a:pt x="28" y="42"/>
                  </a:lnTo>
                  <a:lnTo>
                    <a:pt x="29" y="36"/>
                  </a:lnTo>
                  <a:lnTo>
                    <a:pt x="32" y="32"/>
                  </a:lnTo>
                  <a:lnTo>
                    <a:pt x="37" y="29"/>
                  </a:lnTo>
                  <a:lnTo>
                    <a:pt x="42" y="28"/>
                  </a:lnTo>
                  <a:lnTo>
                    <a:pt x="47" y="29"/>
                  </a:lnTo>
                  <a:lnTo>
                    <a:pt x="52" y="32"/>
                  </a:lnTo>
                  <a:lnTo>
                    <a:pt x="55" y="36"/>
                  </a:lnTo>
                  <a:lnTo>
                    <a:pt x="56" y="42"/>
                  </a:lnTo>
                  <a:lnTo>
                    <a:pt x="55" y="47"/>
                  </a:lnTo>
                  <a:lnTo>
                    <a:pt x="52" y="51"/>
                  </a:lnTo>
                  <a:lnTo>
                    <a:pt x="47" y="55"/>
                  </a:lnTo>
                  <a:lnTo>
                    <a:pt x="42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2" name="Freeform 80">
              <a:extLst>
                <a:ext uri="{FF2B5EF4-FFF2-40B4-BE49-F238E27FC236}">
                  <a16:creationId xmlns:a16="http://schemas.microsoft.com/office/drawing/2014/main" id="{A19FBDCD-F1F5-4820-BBED-751DCBCA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203326"/>
              <a:ext cx="33338" cy="14288"/>
            </a:xfrm>
            <a:custGeom>
              <a:avLst/>
              <a:gdLst>
                <a:gd name="T0" fmla="*/ 50 w 64"/>
                <a:gd name="T1" fmla="*/ 0 h 28"/>
                <a:gd name="T2" fmla="*/ 14 w 64"/>
                <a:gd name="T3" fmla="*/ 0 h 28"/>
                <a:gd name="T4" fmla="*/ 8 w 64"/>
                <a:gd name="T5" fmla="*/ 1 h 28"/>
                <a:gd name="T6" fmla="*/ 4 w 64"/>
                <a:gd name="T7" fmla="*/ 4 h 28"/>
                <a:gd name="T8" fmla="*/ 1 w 64"/>
                <a:gd name="T9" fmla="*/ 8 h 28"/>
                <a:gd name="T10" fmla="*/ 0 w 64"/>
                <a:gd name="T11" fmla="*/ 14 h 28"/>
                <a:gd name="T12" fmla="*/ 1 w 64"/>
                <a:gd name="T13" fmla="*/ 19 h 28"/>
                <a:gd name="T14" fmla="*/ 4 w 64"/>
                <a:gd name="T15" fmla="*/ 23 h 28"/>
                <a:gd name="T16" fmla="*/ 8 w 64"/>
                <a:gd name="T17" fmla="*/ 27 h 28"/>
                <a:gd name="T18" fmla="*/ 14 w 64"/>
                <a:gd name="T19" fmla="*/ 28 h 28"/>
                <a:gd name="T20" fmla="*/ 50 w 64"/>
                <a:gd name="T21" fmla="*/ 28 h 28"/>
                <a:gd name="T22" fmla="*/ 56 w 64"/>
                <a:gd name="T23" fmla="*/ 27 h 28"/>
                <a:gd name="T24" fmla="*/ 60 w 64"/>
                <a:gd name="T25" fmla="*/ 23 h 28"/>
                <a:gd name="T26" fmla="*/ 63 w 64"/>
                <a:gd name="T27" fmla="*/ 19 h 28"/>
                <a:gd name="T28" fmla="*/ 64 w 64"/>
                <a:gd name="T29" fmla="*/ 14 h 28"/>
                <a:gd name="T30" fmla="*/ 63 w 64"/>
                <a:gd name="T31" fmla="*/ 8 h 28"/>
                <a:gd name="T32" fmla="*/ 60 w 64"/>
                <a:gd name="T33" fmla="*/ 4 h 28"/>
                <a:gd name="T34" fmla="*/ 56 w 64"/>
                <a:gd name="T35" fmla="*/ 1 h 28"/>
                <a:gd name="T36" fmla="*/ 50 w 6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28">
                  <a:moveTo>
                    <a:pt x="50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50" y="28"/>
                  </a:lnTo>
                  <a:lnTo>
                    <a:pt x="56" y="27"/>
                  </a:lnTo>
                  <a:lnTo>
                    <a:pt x="60" y="23"/>
                  </a:lnTo>
                  <a:lnTo>
                    <a:pt x="63" y="19"/>
                  </a:lnTo>
                  <a:lnTo>
                    <a:pt x="64" y="14"/>
                  </a:lnTo>
                  <a:lnTo>
                    <a:pt x="63" y="8"/>
                  </a:lnTo>
                  <a:lnTo>
                    <a:pt x="60" y="4"/>
                  </a:lnTo>
                  <a:lnTo>
                    <a:pt x="56" y="1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3" name="Freeform 81">
              <a:extLst>
                <a:ext uri="{FF2B5EF4-FFF2-40B4-BE49-F238E27FC236}">
                  <a16:creationId xmlns:a16="http://schemas.microsoft.com/office/drawing/2014/main" id="{03822727-C005-4E7E-B2C4-05CF345B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6" y="1042988"/>
              <a:ext cx="14288" cy="49213"/>
            </a:xfrm>
            <a:custGeom>
              <a:avLst/>
              <a:gdLst>
                <a:gd name="T0" fmla="*/ 14 w 28"/>
                <a:gd name="T1" fmla="*/ 0 h 94"/>
                <a:gd name="T2" fmla="*/ 9 w 28"/>
                <a:gd name="T3" fmla="*/ 1 h 94"/>
                <a:gd name="T4" fmla="*/ 5 w 28"/>
                <a:gd name="T5" fmla="*/ 4 h 94"/>
                <a:gd name="T6" fmla="*/ 1 w 28"/>
                <a:gd name="T7" fmla="*/ 9 h 94"/>
                <a:gd name="T8" fmla="*/ 0 w 28"/>
                <a:gd name="T9" fmla="*/ 14 h 94"/>
                <a:gd name="T10" fmla="*/ 0 w 28"/>
                <a:gd name="T11" fmla="*/ 81 h 94"/>
                <a:gd name="T12" fmla="*/ 1 w 28"/>
                <a:gd name="T13" fmla="*/ 86 h 94"/>
                <a:gd name="T14" fmla="*/ 5 w 28"/>
                <a:gd name="T15" fmla="*/ 90 h 94"/>
                <a:gd name="T16" fmla="*/ 9 w 28"/>
                <a:gd name="T17" fmla="*/ 93 h 94"/>
                <a:gd name="T18" fmla="*/ 14 w 28"/>
                <a:gd name="T19" fmla="*/ 94 h 94"/>
                <a:gd name="T20" fmla="*/ 20 w 28"/>
                <a:gd name="T21" fmla="*/ 93 h 94"/>
                <a:gd name="T22" fmla="*/ 24 w 28"/>
                <a:gd name="T23" fmla="*/ 90 h 94"/>
                <a:gd name="T24" fmla="*/ 27 w 28"/>
                <a:gd name="T25" fmla="*/ 86 h 94"/>
                <a:gd name="T26" fmla="*/ 28 w 28"/>
                <a:gd name="T27" fmla="*/ 81 h 94"/>
                <a:gd name="T28" fmla="*/ 28 w 28"/>
                <a:gd name="T29" fmla="*/ 14 h 94"/>
                <a:gd name="T30" fmla="*/ 27 w 28"/>
                <a:gd name="T31" fmla="*/ 9 h 94"/>
                <a:gd name="T32" fmla="*/ 24 w 28"/>
                <a:gd name="T33" fmla="*/ 4 h 94"/>
                <a:gd name="T34" fmla="*/ 20 w 28"/>
                <a:gd name="T35" fmla="*/ 1 h 94"/>
                <a:gd name="T36" fmla="*/ 14 w 2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94">
                  <a:moveTo>
                    <a:pt x="14" y="0"/>
                  </a:move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81"/>
                  </a:lnTo>
                  <a:lnTo>
                    <a:pt x="1" y="86"/>
                  </a:lnTo>
                  <a:lnTo>
                    <a:pt x="5" y="90"/>
                  </a:lnTo>
                  <a:lnTo>
                    <a:pt x="9" y="93"/>
                  </a:lnTo>
                  <a:lnTo>
                    <a:pt x="14" y="94"/>
                  </a:lnTo>
                  <a:lnTo>
                    <a:pt x="20" y="93"/>
                  </a:lnTo>
                  <a:lnTo>
                    <a:pt x="24" y="90"/>
                  </a:lnTo>
                  <a:lnTo>
                    <a:pt x="27" y="86"/>
                  </a:lnTo>
                  <a:lnTo>
                    <a:pt x="28" y="81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4" name="Freeform 82">
              <a:extLst>
                <a:ext uri="{FF2B5EF4-FFF2-40B4-BE49-F238E27FC236}">
                  <a16:creationId xmlns:a16="http://schemas.microsoft.com/office/drawing/2014/main" id="{A1CA5335-64BB-4C0E-949C-673E98FA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6" y="1071563"/>
              <a:ext cx="30163" cy="30163"/>
            </a:xfrm>
            <a:custGeom>
              <a:avLst/>
              <a:gdLst>
                <a:gd name="T0" fmla="*/ 50 w 55"/>
                <a:gd name="T1" fmla="*/ 4 h 55"/>
                <a:gd name="T2" fmla="*/ 46 w 55"/>
                <a:gd name="T3" fmla="*/ 1 h 55"/>
                <a:gd name="T4" fmla="*/ 41 w 55"/>
                <a:gd name="T5" fmla="*/ 0 h 55"/>
                <a:gd name="T6" fmla="*/ 35 w 55"/>
                <a:gd name="T7" fmla="*/ 1 h 55"/>
                <a:gd name="T8" fmla="*/ 31 w 55"/>
                <a:gd name="T9" fmla="*/ 4 h 55"/>
                <a:gd name="T10" fmla="*/ 4 w 55"/>
                <a:gd name="T11" fmla="*/ 31 h 55"/>
                <a:gd name="T12" fmla="*/ 1 w 55"/>
                <a:gd name="T13" fmla="*/ 35 h 55"/>
                <a:gd name="T14" fmla="*/ 0 w 55"/>
                <a:gd name="T15" fmla="*/ 41 h 55"/>
                <a:gd name="T16" fmla="*/ 1 w 55"/>
                <a:gd name="T17" fmla="*/ 46 h 55"/>
                <a:gd name="T18" fmla="*/ 4 w 55"/>
                <a:gd name="T19" fmla="*/ 50 h 55"/>
                <a:gd name="T20" fmla="*/ 8 w 55"/>
                <a:gd name="T21" fmla="*/ 53 h 55"/>
                <a:gd name="T22" fmla="*/ 14 w 55"/>
                <a:gd name="T23" fmla="*/ 55 h 55"/>
                <a:gd name="T24" fmla="*/ 19 w 55"/>
                <a:gd name="T25" fmla="*/ 53 h 55"/>
                <a:gd name="T26" fmla="*/ 24 w 55"/>
                <a:gd name="T27" fmla="*/ 50 h 55"/>
                <a:gd name="T28" fmla="*/ 50 w 55"/>
                <a:gd name="T29" fmla="*/ 23 h 55"/>
                <a:gd name="T30" fmla="*/ 54 w 55"/>
                <a:gd name="T31" fmla="*/ 19 h 55"/>
                <a:gd name="T32" fmla="*/ 55 w 55"/>
                <a:gd name="T33" fmla="*/ 14 h 55"/>
                <a:gd name="T34" fmla="*/ 54 w 55"/>
                <a:gd name="T35" fmla="*/ 8 h 55"/>
                <a:gd name="T36" fmla="*/ 50 w 55"/>
                <a:gd name="T3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5">
                  <a:moveTo>
                    <a:pt x="50" y="4"/>
                  </a:moveTo>
                  <a:lnTo>
                    <a:pt x="46" y="1"/>
                  </a:lnTo>
                  <a:lnTo>
                    <a:pt x="41" y="0"/>
                  </a:lnTo>
                  <a:lnTo>
                    <a:pt x="35" y="1"/>
                  </a:lnTo>
                  <a:lnTo>
                    <a:pt x="31" y="4"/>
                  </a:lnTo>
                  <a:lnTo>
                    <a:pt x="4" y="31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1" y="46"/>
                  </a:lnTo>
                  <a:lnTo>
                    <a:pt x="4" y="50"/>
                  </a:lnTo>
                  <a:lnTo>
                    <a:pt x="8" y="53"/>
                  </a:lnTo>
                  <a:lnTo>
                    <a:pt x="14" y="55"/>
                  </a:lnTo>
                  <a:lnTo>
                    <a:pt x="19" y="53"/>
                  </a:lnTo>
                  <a:lnTo>
                    <a:pt x="24" y="50"/>
                  </a:lnTo>
                  <a:lnTo>
                    <a:pt x="50" y="23"/>
                  </a:lnTo>
                  <a:lnTo>
                    <a:pt x="54" y="19"/>
                  </a:lnTo>
                  <a:lnTo>
                    <a:pt x="55" y="14"/>
                  </a:lnTo>
                  <a:lnTo>
                    <a:pt x="54" y="8"/>
                  </a:lnTo>
                  <a:lnTo>
                    <a:pt x="5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5" name="Freeform 83">
              <a:extLst>
                <a:ext uri="{FF2B5EF4-FFF2-40B4-BE49-F238E27FC236}">
                  <a16:creationId xmlns:a16="http://schemas.microsoft.com/office/drawing/2014/main" id="{3C40A032-8340-4303-9B49-9A72EA7B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1071563"/>
              <a:ext cx="30163" cy="30163"/>
            </a:xfrm>
            <a:custGeom>
              <a:avLst/>
              <a:gdLst>
                <a:gd name="T0" fmla="*/ 50 w 55"/>
                <a:gd name="T1" fmla="*/ 32 h 56"/>
                <a:gd name="T2" fmla="*/ 24 w 55"/>
                <a:gd name="T3" fmla="*/ 4 h 56"/>
                <a:gd name="T4" fmla="*/ 19 w 55"/>
                <a:gd name="T5" fmla="*/ 1 h 56"/>
                <a:gd name="T6" fmla="*/ 14 w 55"/>
                <a:gd name="T7" fmla="*/ 0 h 56"/>
                <a:gd name="T8" fmla="*/ 9 w 55"/>
                <a:gd name="T9" fmla="*/ 1 h 56"/>
                <a:gd name="T10" fmla="*/ 4 w 55"/>
                <a:gd name="T11" fmla="*/ 4 h 56"/>
                <a:gd name="T12" fmla="*/ 1 w 55"/>
                <a:gd name="T13" fmla="*/ 8 h 56"/>
                <a:gd name="T14" fmla="*/ 0 w 55"/>
                <a:gd name="T15" fmla="*/ 14 h 56"/>
                <a:gd name="T16" fmla="*/ 1 w 55"/>
                <a:gd name="T17" fmla="*/ 19 h 56"/>
                <a:gd name="T18" fmla="*/ 4 w 55"/>
                <a:gd name="T19" fmla="*/ 24 h 56"/>
                <a:gd name="T20" fmla="*/ 31 w 55"/>
                <a:gd name="T21" fmla="*/ 51 h 56"/>
                <a:gd name="T22" fmla="*/ 35 w 55"/>
                <a:gd name="T23" fmla="*/ 55 h 56"/>
                <a:gd name="T24" fmla="*/ 41 w 55"/>
                <a:gd name="T25" fmla="*/ 56 h 56"/>
                <a:gd name="T26" fmla="*/ 46 w 55"/>
                <a:gd name="T27" fmla="*/ 55 h 56"/>
                <a:gd name="T28" fmla="*/ 50 w 55"/>
                <a:gd name="T29" fmla="*/ 51 h 56"/>
                <a:gd name="T30" fmla="*/ 54 w 55"/>
                <a:gd name="T31" fmla="*/ 47 h 56"/>
                <a:gd name="T32" fmla="*/ 55 w 55"/>
                <a:gd name="T33" fmla="*/ 42 h 56"/>
                <a:gd name="T34" fmla="*/ 54 w 55"/>
                <a:gd name="T35" fmla="*/ 36 h 56"/>
                <a:gd name="T36" fmla="*/ 50 w 55"/>
                <a:gd name="T37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6">
                  <a:moveTo>
                    <a:pt x="50" y="32"/>
                  </a:moveTo>
                  <a:lnTo>
                    <a:pt x="24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31" y="51"/>
                  </a:lnTo>
                  <a:lnTo>
                    <a:pt x="35" y="55"/>
                  </a:lnTo>
                  <a:lnTo>
                    <a:pt x="41" y="56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5" y="42"/>
                  </a:lnTo>
                  <a:lnTo>
                    <a:pt x="54" y="36"/>
                  </a:lnTo>
                  <a:lnTo>
                    <a:pt x="5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6" name="Freeform 84">
              <a:extLst>
                <a:ext uri="{FF2B5EF4-FFF2-40B4-BE49-F238E27FC236}">
                  <a16:creationId xmlns:a16="http://schemas.microsoft.com/office/drawing/2014/main" id="{79502713-6318-4D57-84C2-785BBDB7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6" y="1201738"/>
              <a:ext cx="14288" cy="14288"/>
            </a:xfrm>
            <a:custGeom>
              <a:avLst/>
              <a:gdLst>
                <a:gd name="T0" fmla="*/ 25 w 28"/>
                <a:gd name="T1" fmla="*/ 3 h 26"/>
                <a:gd name="T2" fmla="*/ 20 w 28"/>
                <a:gd name="T3" fmla="*/ 0 h 26"/>
                <a:gd name="T4" fmla="*/ 14 w 28"/>
                <a:gd name="T5" fmla="*/ 0 h 26"/>
                <a:gd name="T6" fmla="*/ 9 w 28"/>
                <a:gd name="T7" fmla="*/ 0 h 26"/>
                <a:gd name="T8" fmla="*/ 5 w 28"/>
                <a:gd name="T9" fmla="*/ 3 h 26"/>
                <a:gd name="T10" fmla="*/ 1 w 28"/>
                <a:gd name="T11" fmla="*/ 7 h 26"/>
                <a:gd name="T12" fmla="*/ 0 w 28"/>
                <a:gd name="T13" fmla="*/ 12 h 26"/>
                <a:gd name="T14" fmla="*/ 1 w 28"/>
                <a:gd name="T15" fmla="*/ 18 h 26"/>
                <a:gd name="T16" fmla="*/ 5 w 28"/>
                <a:gd name="T17" fmla="*/ 23 h 26"/>
                <a:gd name="T18" fmla="*/ 9 w 28"/>
                <a:gd name="T19" fmla="*/ 25 h 26"/>
                <a:gd name="T20" fmla="*/ 14 w 28"/>
                <a:gd name="T21" fmla="*/ 26 h 26"/>
                <a:gd name="T22" fmla="*/ 20 w 28"/>
                <a:gd name="T23" fmla="*/ 25 h 26"/>
                <a:gd name="T24" fmla="*/ 25 w 28"/>
                <a:gd name="T25" fmla="*/ 23 h 26"/>
                <a:gd name="T26" fmla="*/ 27 w 28"/>
                <a:gd name="T27" fmla="*/ 18 h 26"/>
                <a:gd name="T28" fmla="*/ 28 w 28"/>
                <a:gd name="T29" fmla="*/ 12 h 26"/>
                <a:gd name="T30" fmla="*/ 27 w 28"/>
                <a:gd name="T31" fmla="*/ 7 h 26"/>
                <a:gd name="T32" fmla="*/ 25 w 28"/>
                <a:gd name="T3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6">
                  <a:moveTo>
                    <a:pt x="25" y="3"/>
                  </a:moveTo>
                  <a:lnTo>
                    <a:pt x="20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5" y="23"/>
                  </a:lnTo>
                  <a:lnTo>
                    <a:pt x="9" y="25"/>
                  </a:lnTo>
                  <a:lnTo>
                    <a:pt x="14" y="26"/>
                  </a:lnTo>
                  <a:lnTo>
                    <a:pt x="20" y="25"/>
                  </a:lnTo>
                  <a:lnTo>
                    <a:pt x="25" y="23"/>
                  </a:lnTo>
                  <a:lnTo>
                    <a:pt x="27" y="18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7" name="Freeform 85">
              <a:extLst>
                <a:ext uri="{FF2B5EF4-FFF2-40B4-BE49-F238E27FC236}">
                  <a16:creationId xmlns:a16="http://schemas.microsoft.com/office/drawing/2014/main" id="{38157C8A-906C-4637-BB08-B234DB754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901" y="1309688"/>
              <a:ext cx="14288" cy="14288"/>
            </a:xfrm>
            <a:custGeom>
              <a:avLst/>
              <a:gdLst>
                <a:gd name="T0" fmla="*/ 23 w 27"/>
                <a:gd name="T1" fmla="*/ 4 h 27"/>
                <a:gd name="T2" fmla="*/ 19 w 27"/>
                <a:gd name="T3" fmla="*/ 1 h 27"/>
                <a:gd name="T4" fmla="*/ 14 w 27"/>
                <a:gd name="T5" fmla="*/ 0 h 27"/>
                <a:gd name="T6" fmla="*/ 8 w 27"/>
                <a:gd name="T7" fmla="*/ 1 h 27"/>
                <a:gd name="T8" fmla="*/ 4 w 27"/>
                <a:gd name="T9" fmla="*/ 4 h 27"/>
                <a:gd name="T10" fmla="*/ 1 w 27"/>
                <a:gd name="T11" fmla="*/ 8 h 27"/>
                <a:gd name="T12" fmla="*/ 0 w 27"/>
                <a:gd name="T13" fmla="*/ 14 h 27"/>
                <a:gd name="T14" fmla="*/ 1 w 27"/>
                <a:gd name="T15" fmla="*/ 19 h 27"/>
                <a:gd name="T16" fmla="*/ 4 w 27"/>
                <a:gd name="T17" fmla="*/ 23 h 27"/>
                <a:gd name="T18" fmla="*/ 8 w 27"/>
                <a:gd name="T19" fmla="*/ 26 h 27"/>
                <a:gd name="T20" fmla="*/ 14 w 27"/>
                <a:gd name="T21" fmla="*/ 27 h 27"/>
                <a:gd name="T22" fmla="*/ 19 w 27"/>
                <a:gd name="T23" fmla="*/ 26 h 27"/>
                <a:gd name="T24" fmla="*/ 23 w 27"/>
                <a:gd name="T25" fmla="*/ 23 h 27"/>
                <a:gd name="T26" fmla="*/ 26 w 27"/>
                <a:gd name="T27" fmla="*/ 19 h 27"/>
                <a:gd name="T28" fmla="*/ 27 w 27"/>
                <a:gd name="T29" fmla="*/ 14 h 27"/>
                <a:gd name="T30" fmla="*/ 26 w 27"/>
                <a:gd name="T31" fmla="*/ 8 h 27"/>
                <a:gd name="T32" fmla="*/ 23 w 27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7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58" name="Freeform 86">
            <a:extLst>
              <a:ext uri="{FF2B5EF4-FFF2-40B4-BE49-F238E27FC236}">
                <a16:creationId xmlns:a16="http://schemas.microsoft.com/office/drawing/2014/main" id="{4902ECB6-58CD-41FC-A5B2-1371C5A2583A}"/>
              </a:ext>
            </a:extLst>
          </p:cNvPr>
          <p:cNvSpPr>
            <a:spLocks/>
          </p:cNvSpPr>
          <p:nvPr/>
        </p:nvSpPr>
        <p:spPr bwMode="auto">
          <a:xfrm>
            <a:off x="3733801" y="5641976"/>
            <a:ext cx="14288" cy="14288"/>
          </a:xfrm>
          <a:custGeom>
            <a:avLst/>
            <a:gdLst>
              <a:gd name="T0" fmla="*/ 23 w 28"/>
              <a:gd name="T1" fmla="*/ 4 h 27"/>
              <a:gd name="T2" fmla="*/ 19 w 28"/>
              <a:gd name="T3" fmla="*/ 1 h 27"/>
              <a:gd name="T4" fmla="*/ 14 w 28"/>
              <a:gd name="T5" fmla="*/ 0 h 27"/>
              <a:gd name="T6" fmla="*/ 8 w 28"/>
              <a:gd name="T7" fmla="*/ 1 h 27"/>
              <a:gd name="T8" fmla="*/ 4 w 28"/>
              <a:gd name="T9" fmla="*/ 4 h 27"/>
              <a:gd name="T10" fmla="*/ 1 w 28"/>
              <a:gd name="T11" fmla="*/ 8 h 27"/>
              <a:gd name="T12" fmla="*/ 0 w 28"/>
              <a:gd name="T13" fmla="*/ 14 h 27"/>
              <a:gd name="T14" fmla="*/ 1 w 28"/>
              <a:gd name="T15" fmla="*/ 19 h 27"/>
              <a:gd name="T16" fmla="*/ 4 w 28"/>
              <a:gd name="T17" fmla="*/ 23 h 27"/>
              <a:gd name="T18" fmla="*/ 8 w 28"/>
              <a:gd name="T19" fmla="*/ 26 h 27"/>
              <a:gd name="T20" fmla="*/ 14 w 28"/>
              <a:gd name="T21" fmla="*/ 27 h 27"/>
              <a:gd name="T22" fmla="*/ 19 w 28"/>
              <a:gd name="T23" fmla="*/ 26 h 27"/>
              <a:gd name="T24" fmla="*/ 23 w 28"/>
              <a:gd name="T25" fmla="*/ 23 h 27"/>
              <a:gd name="T26" fmla="*/ 27 w 28"/>
              <a:gd name="T27" fmla="*/ 19 h 27"/>
              <a:gd name="T28" fmla="*/ 28 w 28"/>
              <a:gd name="T29" fmla="*/ 14 h 27"/>
              <a:gd name="T30" fmla="*/ 27 w 28"/>
              <a:gd name="T31" fmla="*/ 8 h 27"/>
              <a:gd name="T32" fmla="*/ 23 w 28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4" y="27"/>
                </a:lnTo>
                <a:lnTo>
                  <a:pt x="19" y="26"/>
                </a:lnTo>
                <a:lnTo>
                  <a:pt x="23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59" name="Freeform 87">
            <a:extLst>
              <a:ext uri="{FF2B5EF4-FFF2-40B4-BE49-F238E27FC236}">
                <a16:creationId xmlns:a16="http://schemas.microsoft.com/office/drawing/2014/main" id="{B7ED8EC5-E316-472B-A7C3-597E90BC7114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478463"/>
            <a:ext cx="312738" cy="336550"/>
          </a:xfrm>
          <a:custGeom>
            <a:avLst/>
            <a:gdLst>
              <a:gd name="T0" fmla="*/ 133 w 592"/>
              <a:gd name="T1" fmla="*/ 0 h 636"/>
              <a:gd name="T2" fmla="*/ 124 w 592"/>
              <a:gd name="T3" fmla="*/ 4 h 636"/>
              <a:gd name="T4" fmla="*/ 121 w 592"/>
              <a:gd name="T5" fmla="*/ 14 h 636"/>
              <a:gd name="T6" fmla="*/ 122 w 592"/>
              <a:gd name="T7" fmla="*/ 242 h 636"/>
              <a:gd name="T8" fmla="*/ 128 w 592"/>
              <a:gd name="T9" fmla="*/ 248 h 636"/>
              <a:gd name="T10" fmla="*/ 342 w 592"/>
              <a:gd name="T11" fmla="*/ 250 h 636"/>
              <a:gd name="T12" fmla="*/ 105 w 592"/>
              <a:gd name="T13" fmla="*/ 309 h 636"/>
              <a:gd name="T14" fmla="*/ 95 w 592"/>
              <a:gd name="T15" fmla="*/ 313 h 636"/>
              <a:gd name="T16" fmla="*/ 92 w 592"/>
              <a:gd name="T17" fmla="*/ 323 h 636"/>
              <a:gd name="T18" fmla="*/ 14 w 592"/>
              <a:gd name="T19" fmla="*/ 431 h 636"/>
              <a:gd name="T20" fmla="*/ 5 w 592"/>
              <a:gd name="T21" fmla="*/ 434 h 636"/>
              <a:gd name="T22" fmla="*/ 0 w 592"/>
              <a:gd name="T23" fmla="*/ 445 h 636"/>
              <a:gd name="T24" fmla="*/ 1 w 592"/>
              <a:gd name="T25" fmla="*/ 627 h 636"/>
              <a:gd name="T26" fmla="*/ 9 w 592"/>
              <a:gd name="T27" fmla="*/ 635 h 636"/>
              <a:gd name="T28" fmla="*/ 192 w 592"/>
              <a:gd name="T29" fmla="*/ 636 h 636"/>
              <a:gd name="T30" fmla="*/ 202 w 592"/>
              <a:gd name="T31" fmla="*/ 632 h 636"/>
              <a:gd name="T32" fmla="*/ 206 w 592"/>
              <a:gd name="T33" fmla="*/ 622 h 636"/>
              <a:gd name="T34" fmla="*/ 205 w 592"/>
              <a:gd name="T35" fmla="*/ 438 h 636"/>
              <a:gd name="T36" fmla="*/ 198 w 592"/>
              <a:gd name="T37" fmla="*/ 432 h 636"/>
              <a:gd name="T38" fmla="*/ 118 w 592"/>
              <a:gd name="T39" fmla="*/ 431 h 636"/>
              <a:gd name="T40" fmla="*/ 342 w 592"/>
              <a:gd name="T41" fmla="*/ 336 h 636"/>
              <a:gd name="T42" fmla="*/ 268 w 592"/>
              <a:gd name="T43" fmla="*/ 431 h 636"/>
              <a:gd name="T44" fmla="*/ 258 w 592"/>
              <a:gd name="T45" fmla="*/ 434 h 636"/>
              <a:gd name="T46" fmla="*/ 254 w 592"/>
              <a:gd name="T47" fmla="*/ 445 h 636"/>
              <a:gd name="T48" fmla="*/ 255 w 592"/>
              <a:gd name="T49" fmla="*/ 627 h 636"/>
              <a:gd name="T50" fmla="*/ 262 w 592"/>
              <a:gd name="T51" fmla="*/ 635 h 636"/>
              <a:gd name="T52" fmla="*/ 445 w 592"/>
              <a:gd name="T53" fmla="*/ 636 h 636"/>
              <a:gd name="T54" fmla="*/ 455 w 592"/>
              <a:gd name="T55" fmla="*/ 632 h 636"/>
              <a:gd name="T56" fmla="*/ 458 w 592"/>
              <a:gd name="T57" fmla="*/ 622 h 636"/>
              <a:gd name="T58" fmla="*/ 457 w 592"/>
              <a:gd name="T59" fmla="*/ 438 h 636"/>
              <a:gd name="T60" fmla="*/ 450 w 592"/>
              <a:gd name="T61" fmla="*/ 432 h 636"/>
              <a:gd name="T62" fmla="*/ 369 w 592"/>
              <a:gd name="T63" fmla="*/ 431 h 636"/>
              <a:gd name="T64" fmla="*/ 425 w 592"/>
              <a:gd name="T65" fmla="*/ 336 h 636"/>
              <a:gd name="T66" fmla="*/ 435 w 592"/>
              <a:gd name="T67" fmla="*/ 332 h 636"/>
              <a:gd name="T68" fmla="*/ 439 w 592"/>
              <a:gd name="T69" fmla="*/ 323 h 636"/>
              <a:gd name="T70" fmla="*/ 435 w 592"/>
              <a:gd name="T71" fmla="*/ 313 h 636"/>
              <a:gd name="T72" fmla="*/ 425 w 592"/>
              <a:gd name="T73" fmla="*/ 309 h 636"/>
              <a:gd name="T74" fmla="*/ 369 w 592"/>
              <a:gd name="T75" fmla="*/ 250 h 636"/>
              <a:gd name="T76" fmla="*/ 583 w 592"/>
              <a:gd name="T77" fmla="*/ 248 h 636"/>
              <a:gd name="T78" fmla="*/ 590 w 592"/>
              <a:gd name="T79" fmla="*/ 242 h 636"/>
              <a:gd name="T80" fmla="*/ 592 w 592"/>
              <a:gd name="T81" fmla="*/ 14 h 636"/>
              <a:gd name="T82" fmla="*/ 587 w 592"/>
              <a:gd name="T83" fmla="*/ 4 h 636"/>
              <a:gd name="T84" fmla="*/ 578 w 592"/>
              <a:gd name="T85" fmla="*/ 0 h 636"/>
              <a:gd name="T86" fmla="*/ 178 w 592"/>
              <a:gd name="T87" fmla="*/ 608 h 636"/>
              <a:gd name="T88" fmla="*/ 28 w 592"/>
              <a:gd name="T89" fmla="*/ 458 h 636"/>
              <a:gd name="T90" fmla="*/ 431 w 592"/>
              <a:gd name="T91" fmla="*/ 458 h 636"/>
              <a:gd name="T92" fmla="*/ 281 w 592"/>
              <a:gd name="T93" fmla="*/ 608 h 636"/>
              <a:gd name="T94" fmla="*/ 431 w 592"/>
              <a:gd name="T95" fmla="*/ 458 h 636"/>
              <a:gd name="T96" fmla="*/ 147 w 592"/>
              <a:gd name="T97" fmla="*/ 223 h 636"/>
              <a:gd name="T98" fmla="*/ 242 w 592"/>
              <a:gd name="T99" fmla="*/ 83 h 636"/>
              <a:gd name="T100" fmla="*/ 251 w 592"/>
              <a:gd name="T101" fmla="*/ 79 h 636"/>
              <a:gd name="T102" fmla="*/ 256 w 592"/>
              <a:gd name="T103" fmla="*/ 69 h 636"/>
              <a:gd name="T104" fmla="*/ 251 w 592"/>
              <a:gd name="T105" fmla="*/ 59 h 636"/>
              <a:gd name="T106" fmla="*/ 242 w 592"/>
              <a:gd name="T107" fmla="*/ 55 h 636"/>
              <a:gd name="T108" fmla="*/ 147 w 592"/>
              <a:gd name="T109" fmla="*/ 28 h 636"/>
              <a:gd name="T110" fmla="*/ 564 w 592"/>
              <a:gd name="T111" fmla="*/ 223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2" h="636">
                <a:moveTo>
                  <a:pt x="578" y="0"/>
                </a:moveTo>
                <a:lnTo>
                  <a:pt x="133" y="0"/>
                </a:lnTo>
                <a:lnTo>
                  <a:pt x="128" y="2"/>
                </a:lnTo>
                <a:lnTo>
                  <a:pt x="124" y="4"/>
                </a:lnTo>
                <a:lnTo>
                  <a:pt x="122" y="9"/>
                </a:lnTo>
                <a:lnTo>
                  <a:pt x="121" y="14"/>
                </a:lnTo>
                <a:lnTo>
                  <a:pt x="121" y="237"/>
                </a:lnTo>
                <a:lnTo>
                  <a:pt x="122" y="242"/>
                </a:lnTo>
                <a:lnTo>
                  <a:pt x="124" y="246"/>
                </a:lnTo>
                <a:lnTo>
                  <a:pt x="128" y="248"/>
                </a:lnTo>
                <a:lnTo>
                  <a:pt x="133" y="250"/>
                </a:lnTo>
                <a:lnTo>
                  <a:pt x="342" y="250"/>
                </a:lnTo>
                <a:lnTo>
                  <a:pt x="342" y="309"/>
                </a:lnTo>
                <a:lnTo>
                  <a:pt x="105" y="309"/>
                </a:lnTo>
                <a:lnTo>
                  <a:pt x="100" y="310"/>
                </a:lnTo>
                <a:lnTo>
                  <a:pt x="95" y="313"/>
                </a:lnTo>
                <a:lnTo>
                  <a:pt x="93" y="317"/>
                </a:lnTo>
                <a:lnTo>
                  <a:pt x="92" y="323"/>
                </a:lnTo>
                <a:lnTo>
                  <a:pt x="92" y="431"/>
                </a:lnTo>
                <a:lnTo>
                  <a:pt x="14" y="431"/>
                </a:lnTo>
                <a:lnTo>
                  <a:pt x="9" y="432"/>
                </a:lnTo>
                <a:lnTo>
                  <a:pt x="5" y="434"/>
                </a:lnTo>
                <a:lnTo>
                  <a:pt x="1" y="438"/>
                </a:lnTo>
                <a:lnTo>
                  <a:pt x="0" y="445"/>
                </a:lnTo>
                <a:lnTo>
                  <a:pt x="0" y="622"/>
                </a:lnTo>
                <a:lnTo>
                  <a:pt x="1" y="627"/>
                </a:lnTo>
                <a:lnTo>
                  <a:pt x="5" y="632"/>
                </a:lnTo>
                <a:lnTo>
                  <a:pt x="9" y="635"/>
                </a:lnTo>
                <a:lnTo>
                  <a:pt x="14" y="636"/>
                </a:lnTo>
                <a:lnTo>
                  <a:pt x="192" y="636"/>
                </a:lnTo>
                <a:lnTo>
                  <a:pt x="198" y="635"/>
                </a:lnTo>
                <a:lnTo>
                  <a:pt x="202" y="632"/>
                </a:lnTo>
                <a:lnTo>
                  <a:pt x="205" y="627"/>
                </a:lnTo>
                <a:lnTo>
                  <a:pt x="206" y="622"/>
                </a:lnTo>
                <a:lnTo>
                  <a:pt x="206" y="445"/>
                </a:lnTo>
                <a:lnTo>
                  <a:pt x="205" y="438"/>
                </a:lnTo>
                <a:lnTo>
                  <a:pt x="202" y="434"/>
                </a:lnTo>
                <a:lnTo>
                  <a:pt x="198" y="432"/>
                </a:lnTo>
                <a:lnTo>
                  <a:pt x="192" y="431"/>
                </a:lnTo>
                <a:lnTo>
                  <a:pt x="118" y="431"/>
                </a:lnTo>
                <a:lnTo>
                  <a:pt x="118" y="336"/>
                </a:lnTo>
                <a:lnTo>
                  <a:pt x="342" y="336"/>
                </a:lnTo>
                <a:lnTo>
                  <a:pt x="342" y="431"/>
                </a:lnTo>
                <a:lnTo>
                  <a:pt x="268" y="431"/>
                </a:lnTo>
                <a:lnTo>
                  <a:pt x="262" y="432"/>
                </a:lnTo>
                <a:lnTo>
                  <a:pt x="258" y="434"/>
                </a:lnTo>
                <a:lnTo>
                  <a:pt x="255" y="438"/>
                </a:lnTo>
                <a:lnTo>
                  <a:pt x="254" y="445"/>
                </a:lnTo>
                <a:lnTo>
                  <a:pt x="254" y="622"/>
                </a:lnTo>
                <a:lnTo>
                  <a:pt x="255" y="627"/>
                </a:lnTo>
                <a:lnTo>
                  <a:pt x="258" y="632"/>
                </a:lnTo>
                <a:lnTo>
                  <a:pt x="262" y="635"/>
                </a:lnTo>
                <a:lnTo>
                  <a:pt x="268" y="636"/>
                </a:lnTo>
                <a:lnTo>
                  <a:pt x="445" y="636"/>
                </a:lnTo>
                <a:lnTo>
                  <a:pt x="450" y="635"/>
                </a:lnTo>
                <a:lnTo>
                  <a:pt x="455" y="632"/>
                </a:lnTo>
                <a:lnTo>
                  <a:pt x="457" y="627"/>
                </a:lnTo>
                <a:lnTo>
                  <a:pt x="458" y="622"/>
                </a:lnTo>
                <a:lnTo>
                  <a:pt x="458" y="445"/>
                </a:lnTo>
                <a:lnTo>
                  <a:pt x="457" y="438"/>
                </a:lnTo>
                <a:lnTo>
                  <a:pt x="455" y="434"/>
                </a:lnTo>
                <a:lnTo>
                  <a:pt x="450" y="432"/>
                </a:lnTo>
                <a:lnTo>
                  <a:pt x="445" y="431"/>
                </a:lnTo>
                <a:lnTo>
                  <a:pt x="369" y="431"/>
                </a:lnTo>
                <a:lnTo>
                  <a:pt x="369" y="336"/>
                </a:lnTo>
                <a:lnTo>
                  <a:pt x="425" y="336"/>
                </a:lnTo>
                <a:lnTo>
                  <a:pt x="431" y="335"/>
                </a:lnTo>
                <a:lnTo>
                  <a:pt x="435" y="332"/>
                </a:lnTo>
                <a:lnTo>
                  <a:pt x="438" y="328"/>
                </a:lnTo>
                <a:lnTo>
                  <a:pt x="439" y="323"/>
                </a:lnTo>
                <a:lnTo>
                  <a:pt x="438" y="317"/>
                </a:lnTo>
                <a:lnTo>
                  <a:pt x="435" y="313"/>
                </a:lnTo>
                <a:lnTo>
                  <a:pt x="431" y="310"/>
                </a:lnTo>
                <a:lnTo>
                  <a:pt x="425" y="309"/>
                </a:lnTo>
                <a:lnTo>
                  <a:pt x="369" y="309"/>
                </a:lnTo>
                <a:lnTo>
                  <a:pt x="369" y="250"/>
                </a:lnTo>
                <a:lnTo>
                  <a:pt x="578" y="250"/>
                </a:lnTo>
                <a:lnTo>
                  <a:pt x="583" y="248"/>
                </a:lnTo>
                <a:lnTo>
                  <a:pt x="587" y="246"/>
                </a:lnTo>
                <a:lnTo>
                  <a:pt x="590" y="242"/>
                </a:lnTo>
                <a:lnTo>
                  <a:pt x="592" y="237"/>
                </a:lnTo>
                <a:lnTo>
                  <a:pt x="592" y="14"/>
                </a:lnTo>
                <a:lnTo>
                  <a:pt x="590" y="9"/>
                </a:lnTo>
                <a:lnTo>
                  <a:pt x="587" y="4"/>
                </a:lnTo>
                <a:lnTo>
                  <a:pt x="583" y="2"/>
                </a:lnTo>
                <a:lnTo>
                  <a:pt x="578" y="0"/>
                </a:lnTo>
                <a:close/>
                <a:moveTo>
                  <a:pt x="178" y="458"/>
                </a:moveTo>
                <a:lnTo>
                  <a:pt x="178" y="608"/>
                </a:lnTo>
                <a:lnTo>
                  <a:pt x="28" y="608"/>
                </a:lnTo>
                <a:lnTo>
                  <a:pt x="28" y="458"/>
                </a:lnTo>
                <a:lnTo>
                  <a:pt x="178" y="458"/>
                </a:lnTo>
                <a:close/>
                <a:moveTo>
                  <a:pt x="431" y="458"/>
                </a:moveTo>
                <a:lnTo>
                  <a:pt x="431" y="608"/>
                </a:lnTo>
                <a:lnTo>
                  <a:pt x="281" y="608"/>
                </a:lnTo>
                <a:lnTo>
                  <a:pt x="281" y="458"/>
                </a:lnTo>
                <a:lnTo>
                  <a:pt x="431" y="458"/>
                </a:lnTo>
                <a:close/>
                <a:moveTo>
                  <a:pt x="564" y="223"/>
                </a:moveTo>
                <a:lnTo>
                  <a:pt x="147" y="223"/>
                </a:lnTo>
                <a:lnTo>
                  <a:pt x="147" y="83"/>
                </a:lnTo>
                <a:lnTo>
                  <a:pt x="242" y="83"/>
                </a:lnTo>
                <a:lnTo>
                  <a:pt x="247" y="82"/>
                </a:lnTo>
                <a:lnTo>
                  <a:pt x="251" y="79"/>
                </a:lnTo>
                <a:lnTo>
                  <a:pt x="255" y="75"/>
                </a:lnTo>
                <a:lnTo>
                  <a:pt x="256" y="69"/>
                </a:lnTo>
                <a:lnTo>
                  <a:pt x="255" y="64"/>
                </a:lnTo>
                <a:lnTo>
                  <a:pt x="251" y="59"/>
                </a:lnTo>
                <a:lnTo>
                  <a:pt x="247" y="56"/>
                </a:lnTo>
                <a:lnTo>
                  <a:pt x="242" y="55"/>
                </a:lnTo>
                <a:lnTo>
                  <a:pt x="147" y="55"/>
                </a:lnTo>
                <a:lnTo>
                  <a:pt x="147" y="28"/>
                </a:lnTo>
                <a:lnTo>
                  <a:pt x="564" y="28"/>
                </a:lnTo>
                <a:lnTo>
                  <a:pt x="564" y="2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0" name="Freeform 88">
            <a:extLst>
              <a:ext uri="{FF2B5EF4-FFF2-40B4-BE49-F238E27FC236}">
                <a16:creationId xmlns:a16="http://schemas.microsoft.com/office/drawing/2014/main" id="{F2186EA4-E647-41DC-84D5-8C2035F09043}"/>
              </a:ext>
            </a:extLst>
          </p:cNvPr>
          <p:cNvSpPr>
            <a:spLocks noEditPoints="1"/>
          </p:cNvSpPr>
          <p:nvPr/>
        </p:nvSpPr>
        <p:spPr bwMode="auto">
          <a:xfrm>
            <a:off x="3756026" y="5641976"/>
            <a:ext cx="109538" cy="173038"/>
          </a:xfrm>
          <a:custGeom>
            <a:avLst/>
            <a:gdLst>
              <a:gd name="T0" fmla="*/ 192 w 206"/>
              <a:gd name="T1" fmla="*/ 122 h 327"/>
              <a:gd name="T2" fmla="*/ 114 w 206"/>
              <a:gd name="T3" fmla="*/ 122 h 327"/>
              <a:gd name="T4" fmla="*/ 114 w 206"/>
              <a:gd name="T5" fmla="*/ 14 h 327"/>
              <a:gd name="T6" fmla="*/ 113 w 206"/>
              <a:gd name="T7" fmla="*/ 8 h 327"/>
              <a:gd name="T8" fmla="*/ 110 w 206"/>
              <a:gd name="T9" fmla="*/ 4 h 327"/>
              <a:gd name="T10" fmla="*/ 106 w 206"/>
              <a:gd name="T11" fmla="*/ 1 h 327"/>
              <a:gd name="T12" fmla="*/ 101 w 206"/>
              <a:gd name="T13" fmla="*/ 0 h 327"/>
              <a:gd name="T14" fmla="*/ 24 w 206"/>
              <a:gd name="T15" fmla="*/ 0 h 327"/>
              <a:gd name="T16" fmla="*/ 19 w 206"/>
              <a:gd name="T17" fmla="*/ 1 h 327"/>
              <a:gd name="T18" fmla="*/ 15 w 206"/>
              <a:gd name="T19" fmla="*/ 4 h 327"/>
              <a:gd name="T20" fmla="*/ 11 w 206"/>
              <a:gd name="T21" fmla="*/ 8 h 327"/>
              <a:gd name="T22" fmla="*/ 10 w 206"/>
              <a:gd name="T23" fmla="*/ 14 h 327"/>
              <a:gd name="T24" fmla="*/ 11 w 206"/>
              <a:gd name="T25" fmla="*/ 19 h 327"/>
              <a:gd name="T26" fmla="*/ 15 w 206"/>
              <a:gd name="T27" fmla="*/ 23 h 327"/>
              <a:gd name="T28" fmla="*/ 19 w 206"/>
              <a:gd name="T29" fmla="*/ 26 h 327"/>
              <a:gd name="T30" fmla="*/ 24 w 206"/>
              <a:gd name="T31" fmla="*/ 27 h 327"/>
              <a:gd name="T32" fmla="*/ 87 w 206"/>
              <a:gd name="T33" fmla="*/ 27 h 327"/>
              <a:gd name="T34" fmla="*/ 87 w 206"/>
              <a:gd name="T35" fmla="*/ 122 h 327"/>
              <a:gd name="T36" fmla="*/ 14 w 206"/>
              <a:gd name="T37" fmla="*/ 122 h 327"/>
              <a:gd name="T38" fmla="*/ 8 w 206"/>
              <a:gd name="T39" fmla="*/ 123 h 327"/>
              <a:gd name="T40" fmla="*/ 4 w 206"/>
              <a:gd name="T41" fmla="*/ 125 h 327"/>
              <a:gd name="T42" fmla="*/ 1 w 206"/>
              <a:gd name="T43" fmla="*/ 129 h 327"/>
              <a:gd name="T44" fmla="*/ 0 w 206"/>
              <a:gd name="T45" fmla="*/ 136 h 327"/>
              <a:gd name="T46" fmla="*/ 0 w 206"/>
              <a:gd name="T47" fmla="*/ 313 h 327"/>
              <a:gd name="T48" fmla="*/ 1 w 206"/>
              <a:gd name="T49" fmla="*/ 318 h 327"/>
              <a:gd name="T50" fmla="*/ 4 w 206"/>
              <a:gd name="T51" fmla="*/ 323 h 327"/>
              <a:gd name="T52" fmla="*/ 8 w 206"/>
              <a:gd name="T53" fmla="*/ 326 h 327"/>
              <a:gd name="T54" fmla="*/ 14 w 206"/>
              <a:gd name="T55" fmla="*/ 327 h 327"/>
              <a:gd name="T56" fmla="*/ 192 w 206"/>
              <a:gd name="T57" fmla="*/ 327 h 327"/>
              <a:gd name="T58" fmla="*/ 197 w 206"/>
              <a:gd name="T59" fmla="*/ 326 h 327"/>
              <a:gd name="T60" fmla="*/ 201 w 206"/>
              <a:gd name="T61" fmla="*/ 323 h 327"/>
              <a:gd name="T62" fmla="*/ 205 w 206"/>
              <a:gd name="T63" fmla="*/ 318 h 327"/>
              <a:gd name="T64" fmla="*/ 206 w 206"/>
              <a:gd name="T65" fmla="*/ 313 h 327"/>
              <a:gd name="T66" fmla="*/ 206 w 206"/>
              <a:gd name="T67" fmla="*/ 136 h 327"/>
              <a:gd name="T68" fmla="*/ 205 w 206"/>
              <a:gd name="T69" fmla="*/ 129 h 327"/>
              <a:gd name="T70" fmla="*/ 201 w 206"/>
              <a:gd name="T71" fmla="*/ 125 h 327"/>
              <a:gd name="T72" fmla="*/ 197 w 206"/>
              <a:gd name="T73" fmla="*/ 123 h 327"/>
              <a:gd name="T74" fmla="*/ 192 w 206"/>
              <a:gd name="T75" fmla="*/ 122 h 327"/>
              <a:gd name="T76" fmla="*/ 178 w 206"/>
              <a:gd name="T77" fmla="*/ 299 h 327"/>
              <a:gd name="T78" fmla="*/ 28 w 206"/>
              <a:gd name="T79" fmla="*/ 299 h 327"/>
              <a:gd name="T80" fmla="*/ 28 w 206"/>
              <a:gd name="T81" fmla="*/ 149 h 327"/>
              <a:gd name="T82" fmla="*/ 178 w 206"/>
              <a:gd name="T83" fmla="*/ 149 h 327"/>
              <a:gd name="T84" fmla="*/ 178 w 206"/>
              <a:gd name="T85" fmla="*/ 299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6" h="327">
                <a:moveTo>
                  <a:pt x="192" y="122"/>
                </a:moveTo>
                <a:lnTo>
                  <a:pt x="114" y="122"/>
                </a:lnTo>
                <a:lnTo>
                  <a:pt x="114" y="14"/>
                </a:lnTo>
                <a:lnTo>
                  <a:pt x="113" y="8"/>
                </a:lnTo>
                <a:lnTo>
                  <a:pt x="110" y="4"/>
                </a:lnTo>
                <a:lnTo>
                  <a:pt x="106" y="1"/>
                </a:lnTo>
                <a:lnTo>
                  <a:pt x="101" y="0"/>
                </a:lnTo>
                <a:lnTo>
                  <a:pt x="24" y="0"/>
                </a:lnTo>
                <a:lnTo>
                  <a:pt x="19" y="1"/>
                </a:lnTo>
                <a:lnTo>
                  <a:pt x="15" y="4"/>
                </a:lnTo>
                <a:lnTo>
                  <a:pt x="11" y="8"/>
                </a:lnTo>
                <a:lnTo>
                  <a:pt x="10" y="14"/>
                </a:lnTo>
                <a:lnTo>
                  <a:pt x="11" y="19"/>
                </a:lnTo>
                <a:lnTo>
                  <a:pt x="15" y="23"/>
                </a:lnTo>
                <a:lnTo>
                  <a:pt x="19" y="26"/>
                </a:lnTo>
                <a:lnTo>
                  <a:pt x="24" y="27"/>
                </a:lnTo>
                <a:lnTo>
                  <a:pt x="87" y="27"/>
                </a:lnTo>
                <a:lnTo>
                  <a:pt x="87" y="122"/>
                </a:lnTo>
                <a:lnTo>
                  <a:pt x="14" y="122"/>
                </a:lnTo>
                <a:lnTo>
                  <a:pt x="8" y="123"/>
                </a:lnTo>
                <a:lnTo>
                  <a:pt x="4" y="125"/>
                </a:lnTo>
                <a:lnTo>
                  <a:pt x="1" y="129"/>
                </a:lnTo>
                <a:lnTo>
                  <a:pt x="0" y="136"/>
                </a:lnTo>
                <a:lnTo>
                  <a:pt x="0" y="313"/>
                </a:lnTo>
                <a:lnTo>
                  <a:pt x="1" y="318"/>
                </a:lnTo>
                <a:lnTo>
                  <a:pt x="4" y="323"/>
                </a:lnTo>
                <a:lnTo>
                  <a:pt x="8" y="326"/>
                </a:lnTo>
                <a:lnTo>
                  <a:pt x="14" y="327"/>
                </a:lnTo>
                <a:lnTo>
                  <a:pt x="192" y="327"/>
                </a:lnTo>
                <a:lnTo>
                  <a:pt x="197" y="326"/>
                </a:lnTo>
                <a:lnTo>
                  <a:pt x="201" y="323"/>
                </a:lnTo>
                <a:lnTo>
                  <a:pt x="205" y="318"/>
                </a:lnTo>
                <a:lnTo>
                  <a:pt x="206" y="313"/>
                </a:lnTo>
                <a:lnTo>
                  <a:pt x="206" y="136"/>
                </a:lnTo>
                <a:lnTo>
                  <a:pt x="205" y="129"/>
                </a:lnTo>
                <a:lnTo>
                  <a:pt x="201" y="125"/>
                </a:lnTo>
                <a:lnTo>
                  <a:pt x="197" y="123"/>
                </a:lnTo>
                <a:lnTo>
                  <a:pt x="192" y="122"/>
                </a:lnTo>
                <a:close/>
                <a:moveTo>
                  <a:pt x="178" y="299"/>
                </a:moveTo>
                <a:lnTo>
                  <a:pt x="28" y="299"/>
                </a:lnTo>
                <a:lnTo>
                  <a:pt x="28" y="149"/>
                </a:lnTo>
                <a:lnTo>
                  <a:pt x="178" y="149"/>
                </a:lnTo>
                <a:lnTo>
                  <a:pt x="178" y="2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1" name="Freeform 89">
            <a:extLst>
              <a:ext uri="{FF2B5EF4-FFF2-40B4-BE49-F238E27FC236}">
                <a16:creationId xmlns:a16="http://schemas.microsoft.com/office/drawing/2014/main" id="{D1902AA8-59CA-4299-BBEC-1F4CADEA88D7}"/>
              </a:ext>
            </a:extLst>
          </p:cNvPr>
          <p:cNvSpPr>
            <a:spLocks/>
          </p:cNvSpPr>
          <p:nvPr/>
        </p:nvSpPr>
        <p:spPr bwMode="auto">
          <a:xfrm>
            <a:off x="3640138" y="5507038"/>
            <a:ext cx="14288" cy="15875"/>
          </a:xfrm>
          <a:custGeom>
            <a:avLst/>
            <a:gdLst>
              <a:gd name="T0" fmla="*/ 23 w 27"/>
              <a:gd name="T1" fmla="*/ 4 h 28"/>
              <a:gd name="T2" fmla="*/ 18 w 27"/>
              <a:gd name="T3" fmla="*/ 1 h 28"/>
              <a:gd name="T4" fmla="*/ 13 w 27"/>
              <a:gd name="T5" fmla="*/ 0 h 28"/>
              <a:gd name="T6" fmla="*/ 7 w 27"/>
              <a:gd name="T7" fmla="*/ 1 h 28"/>
              <a:gd name="T8" fmla="*/ 3 w 27"/>
              <a:gd name="T9" fmla="*/ 4 h 28"/>
              <a:gd name="T10" fmla="*/ 0 w 27"/>
              <a:gd name="T11" fmla="*/ 9 h 28"/>
              <a:gd name="T12" fmla="*/ 0 w 27"/>
              <a:gd name="T13" fmla="*/ 14 h 28"/>
              <a:gd name="T14" fmla="*/ 0 w 27"/>
              <a:gd name="T15" fmla="*/ 20 h 28"/>
              <a:gd name="T16" fmla="*/ 3 w 27"/>
              <a:gd name="T17" fmla="*/ 24 h 28"/>
              <a:gd name="T18" fmla="*/ 7 w 27"/>
              <a:gd name="T19" fmla="*/ 27 h 28"/>
              <a:gd name="T20" fmla="*/ 13 w 27"/>
              <a:gd name="T21" fmla="*/ 28 h 28"/>
              <a:gd name="T22" fmla="*/ 18 w 27"/>
              <a:gd name="T23" fmla="*/ 27 h 28"/>
              <a:gd name="T24" fmla="*/ 23 w 27"/>
              <a:gd name="T25" fmla="*/ 24 h 28"/>
              <a:gd name="T26" fmla="*/ 26 w 27"/>
              <a:gd name="T27" fmla="*/ 20 h 28"/>
              <a:gd name="T28" fmla="*/ 27 w 27"/>
              <a:gd name="T29" fmla="*/ 14 h 28"/>
              <a:gd name="T30" fmla="*/ 26 w 27"/>
              <a:gd name="T31" fmla="*/ 9 h 28"/>
              <a:gd name="T32" fmla="*/ 23 w 27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8">
                <a:moveTo>
                  <a:pt x="23" y="4"/>
                </a:moveTo>
                <a:lnTo>
                  <a:pt x="18" y="1"/>
                </a:lnTo>
                <a:lnTo>
                  <a:pt x="13" y="0"/>
                </a:lnTo>
                <a:lnTo>
                  <a:pt x="7" y="1"/>
                </a:lnTo>
                <a:lnTo>
                  <a:pt x="3" y="4"/>
                </a:lnTo>
                <a:lnTo>
                  <a:pt x="0" y="9"/>
                </a:lnTo>
                <a:lnTo>
                  <a:pt x="0" y="14"/>
                </a:lnTo>
                <a:lnTo>
                  <a:pt x="0" y="20"/>
                </a:lnTo>
                <a:lnTo>
                  <a:pt x="3" y="24"/>
                </a:lnTo>
                <a:lnTo>
                  <a:pt x="7" y="27"/>
                </a:lnTo>
                <a:lnTo>
                  <a:pt x="13" y="28"/>
                </a:lnTo>
                <a:lnTo>
                  <a:pt x="18" y="27"/>
                </a:lnTo>
                <a:lnTo>
                  <a:pt x="23" y="24"/>
                </a:lnTo>
                <a:lnTo>
                  <a:pt x="26" y="20"/>
                </a:lnTo>
                <a:lnTo>
                  <a:pt x="27" y="14"/>
                </a:lnTo>
                <a:lnTo>
                  <a:pt x="26" y="9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2" name="Freeform 90">
            <a:extLst>
              <a:ext uri="{FF2B5EF4-FFF2-40B4-BE49-F238E27FC236}">
                <a16:creationId xmlns:a16="http://schemas.microsoft.com/office/drawing/2014/main" id="{E443C84C-AF7C-4268-9A1D-5F68BB23635B}"/>
              </a:ext>
            </a:extLst>
          </p:cNvPr>
          <p:cNvSpPr>
            <a:spLocks/>
          </p:cNvSpPr>
          <p:nvPr/>
        </p:nvSpPr>
        <p:spPr bwMode="auto">
          <a:xfrm>
            <a:off x="3660776" y="4927601"/>
            <a:ext cx="14288" cy="14288"/>
          </a:xfrm>
          <a:custGeom>
            <a:avLst/>
            <a:gdLst>
              <a:gd name="T0" fmla="*/ 24 w 28"/>
              <a:gd name="T1" fmla="*/ 3 h 27"/>
              <a:gd name="T2" fmla="*/ 20 w 28"/>
              <a:gd name="T3" fmla="*/ 1 h 27"/>
              <a:gd name="T4" fmla="*/ 14 w 28"/>
              <a:gd name="T5" fmla="*/ 0 h 27"/>
              <a:gd name="T6" fmla="*/ 9 w 28"/>
              <a:gd name="T7" fmla="*/ 1 h 27"/>
              <a:gd name="T8" fmla="*/ 5 w 28"/>
              <a:gd name="T9" fmla="*/ 3 h 27"/>
              <a:gd name="T10" fmla="*/ 2 w 28"/>
              <a:gd name="T11" fmla="*/ 9 h 27"/>
              <a:gd name="T12" fmla="*/ 0 w 28"/>
              <a:gd name="T13" fmla="*/ 13 h 27"/>
              <a:gd name="T14" fmla="*/ 2 w 28"/>
              <a:gd name="T15" fmla="*/ 18 h 27"/>
              <a:gd name="T16" fmla="*/ 5 w 28"/>
              <a:gd name="T17" fmla="*/ 24 h 27"/>
              <a:gd name="T18" fmla="*/ 9 w 28"/>
              <a:gd name="T19" fmla="*/ 26 h 27"/>
              <a:gd name="T20" fmla="*/ 14 w 28"/>
              <a:gd name="T21" fmla="*/ 27 h 27"/>
              <a:gd name="T22" fmla="*/ 20 w 28"/>
              <a:gd name="T23" fmla="*/ 26 h 27"/>
              <a:gd name="T24" fmla="*/ 24 w 28"/>
              <a:gd name="T25" fmla="*/ 24 h 27"/>
              <a:gd name="T26" fmla="*/ 27 w 28"/>
              <a:gd name="T27" fmla="*/ 18 h 27"/>
              <a:gd name="T28" fmla="*/ 28 w 28"/>
              <a:gd name="T29" fmla="*/ 13 h 27"/>
              <a:gd name="T30" fmla="*/ 27 w 28"/>
              <a:gd name="T31" fmla="*/ 9 h 27"/>
              <a:gd name="T32" fmla="*/ 24 w 28"/>
              <a:gd name="T33" fmla="*/ 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4" y="3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2" y="9"/>
                </a:lnTo>
                <a:lnTo>
                  <a:pt x="0" y="13"/>
                </a:lnTo>
                <a:lnTo>
                  <a:pt x="2" y="18"/>
                </a:lnTo>
                <a:lnTo>
                  <a:pt x="5" y="24"/>
                </a:lnTo>
                <a:lnTo>
                  <a:pt x="9" y="26"/>
                </a:lnTo>
                <a:lnTo>
                  <a:pt x="14" y="27"/>
                </a:lnTo>
                <a:lnTo>
                  <a:pt x="20" y="26"/>
                </a:lnTo>
                <a:lnTo>
                  <a:pt x="24" y="24"/>
                </a:lnTo>
                <a:lnTo>
                  <a:pt x="27" y="18"/>
                </a:lnTo>
                <a:lnTo>
                  <a:pt x="28" y="13"/>
                </a:lnTo>
                <a:lnTo>
                  <a:pt x="27" y="9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3" name="Freeform 91">
            <a:extLst>
              <a:ext uri="{FF2B5EF4-FFF2-40B4-BE49-F238E27FC236}">
                <a16:creationId xmlns:a16="http://schemas.microsoft.com/office/drawing/2014/main" id="{CB4BFB98-1220-45B7-852A-B052769A04CC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849813"/>
            <a:ext cx="376238" cy="128588"/>
          </a:xfrm>
          <a:custGeom>
            <a:avLst/>
            <a:gdLst>
              <a:gd name="T0" fmla="*/ 617 w 712"/>
              <a:gd name="T1" fmla="*/ 55 h 245"/>
              <a:gd name="T2" fmla="*/ 595 w 712"/>
              <a:gd name="T3" fmla="*/ 30 h 245"/>
              <a:gd name="T4" fmla="*/ 566 w 712"/>
              <a:gd name="T5" fmla="*/ 12 h 245"/>
              <a:gd name="T6" fmla="*/ 533 w 712"/>
              <a:gd name="T7" fmla="*/ 2 h 245"/>
              <a:gd name="T8" fmla="*/ 497 w 712"/>
              <a:gd name="T9" fmla="*/ 2 h 245"/>
              <a:gd name="T10" fmla="*/ 464 w 712"/>
              <a:gd name="T11" fmla="*/ 12 h 245"/>
              <a:gd name="T12" fmla="*/ 436 w 712"/>
              <a:gd name="T13" fmla="*/ 30 h 245"/>
              <a:gd name="T14" fmla="*/ 413 w 712"/>
              <a:gd name="T15" fmla="*/ 55 h 245"/>
              <a:gd name="T16" fmla="*/ 43 w 712"/>
              <a:gd name="T17" fmla="*/ 71 h 245"/>
              <a:gd name="T18" fmla="*/ 10 w 712"/>
              <a:gd name="T19" fmla="*/ 93 h 245"/>
              <a:gd name="T20" fmla="*/ 1 w 712"/>
              <a:gd name="T21" fmla="*/ 133 h 245"/>
              <a:gd name="T22" fmla="*/ 24 w 712"/>
              <a:gd name="T23" fmla="*/ 166 h 245"/>
              <a:gd name="T24" fmla="*/ 276 w 712"/>
              <a:gd name="T25" fmla="*/ 175 h 245"/>
              <a:gd name="T26" fmla="*/ 290 w 712"/>
              <a:gd name="T27" fmla="*/ 161 h 245"/>
              <a:gd name="T28" fmla="*/ 276 w 712"/>
              <a:gd name="T29" fmla="*/ 148 h 245"/>
              <a:gd name="T30" fmla="*/ 39 w 712"/>
              <a:gd name="T31" fmla="*/ 144 h 245"/>
              <a:gd name="T32" fmla="*/ 29 w 712"/>
              <a:gd name="T33" fmla="*/ 128 h 245"/>
              <a:gd name="T34" fmla="*/ 33 w 712"/>
              <a:gd name="T35" fmla="*/ 108 h 245"/>
              <a:gd name="T36" fmla="*/ 49 w 712"/>
              <a:gd name="T37" fmla="*/ 98 h 245"/>
              <a:gd name="T38" fmla="*/ 393 w 712"/>
              <a:gd name="T39" fmla="*/ 122 h 245"/>
              <a:gd name="T40" fmla="*/ 403 w 712"/>
              <a:gd name="T41" fmla="*/ 171 h 245"/>
              <a:gd name="T42" fmla="*/ 428 w 712"/>
              <a:gd name="T43" fmla="*/ 209 h 245"/>
              <a:gd name="T44" fmla="*/ 467 w 712"/>
              <a:gd name="T45" fmla="*/ 235 h 245"/>
              <a:gd name="T46" fmla="*/ 515 w 712"/>
              <a:gd name="T47" fmla="*/ 245 h 245"/>
              <a:gd name="T48" fmla="*/ 550 w 712"/>
              <a:gd name="T49" fmla="*/ 239 h 245"/>
              <a:gd name="T50" fmla="*/ 581 w 712"/>
              <a:gd name="T51" fmla="*/ 225 h 245"/>
              <a:gd name="T52" fmla="*/ 607 w 712"/>
              <a:gd name="T53" fmla="*/ 204 h 245"/>
              <a:gd name="T54" fmla="*/ 625 w 712"/>
              <a:gd name="T55" fmla="*/ 175 h 245"/>
              <a:gd name="T56" fmla="*/ 688 w 712"/>
              <a:gd name="T57" fmla="*/ 166 h 245"/>
              <a:gd name="T58" fmla="*/ 711 w 712"/>
              <a:gd name="T59" fmla="*/ 133 h 245"/>
              <a:gd name="T60" fmla="*/ 702 w 712"/>
              <a:gd name="T61" fmla="*/ 93 h 245"/>
              <a:gd name="T62" fmla="*/ 670 w 712"/>
              <a:gd name="T63" fmla="*/ 71 h 245"/>
              <a:gd name="T64" fmla="*/ 496 w 712"/>
              <a:gd name="T65" fmla="*/ 215 h 245"/>
              <a:gd name="T66" fmla="*/ 463 w 712"/>
              <a:gd name="T67" fmla="*/ 201 h 245"/>
              <a:gd name="T68" fmla="*/ 437 w 712"/>
              <a:gd name="T69" fmla="*/ 175 h 245"/>
              <a:gd name="T70" fmla="*/ 423 w 712"/>
              <a:gd name="T71" fmla="*/ 142 h 245"/>
              <a:gd name="T72" fmla="*/ 423 w 712"/>
              <a:gd name="T73" fmla="*/ 104 h 245"/>
              <a:gd name="T74" fmla="*/ 437 w 712"/>
              <a:gd name="T75" fmla="*/ 70 h 245"/>
              <a:gd name="T76" fmla="*/ 463 w 712"/>
              <a:gd name="T77" fmla="*/ 44 h 245"/>
              <a:gd name="T78" fmla="*/ 496 w 712"/>
              <a:gd name="T79" fmla="*/ 30 h 245"/>
              <a:gd name="T80" fmla="*/ 534 w 712"/>
              <a:gd name="T81" fmla="*/ 30 h 245"/>
              <a:gd name="T82" fmla="*/ 568 w 712"/>
              <a:gd name="T83" fmla="*/ 44 h 245"/>
              <a:gd name="T84" fmla="*/ 594 w 712"/>
              <a:gd name="T85" fmla="*/ 70 h 245"/>
              <a:gd name="T86" fmla="*/ 608 w 712"/>
              <a:gd name="T87" fmla="*/ 104 h 245"/>
              <a:gd name="T88" fmla="*/ 608 w 712"/>
              <a:gd name="T89" fmla="*/ 142 h 245"/>
              <a:gd name="T90" fmla="*/ 594 w 712"/>
              <a:gd name="T91" fmla="*/ 175 h 245"/>
              <a:gd name="T92" fmla="*/ 568 w 712"/>
              <a:gd name="T93" fmla="*/ 201 h 245"/>
              <a:gd name="T94" fmla="*/ 534 w 712"/>
              <a:gd name="T95" fmla="*/ 215 h 245"/>
              <a:gd name="T96" fmla="*/ 634 w 712"/>
              <a:gd name="T97" fmla="*/ 148 h 245"/>
              <a:gd name="T98" fmla="*/ 634 w 712"/>
              <a:gd name="T99" fmla="*/ 98 h 245"/>
              <a:gd name="T100" fmla="*/ 673 w 712"/>
              <a:gd name="T101" fmla="*/ 102 h 245"/>
              <a:gd name="T102" fmla="*/ 683 w 712"/>
              <a:gd name="T103" fmla="*/ 118 h 245"/>
              <a:gd name="T104" fmla="*/ 679 w 712"/>
              <a:gd name="T105" fmla="*/ 136 h 245"/>
              <a:gd name="T106" fmla="*/ 663 w 712"/>
              <a:gd name="T107" fmla="*/ 147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12" h="245">
                <a:moveTo>
                  <a:pt x="659" y="70"/>
                </a:moveTo>
                <a:lnTo>
                  <a:pt x="625" y="70"/>
                </a:lnTo>
                <a:lnTo>
                  <a:pt x="622" y="62"/>
                </a:lnTo>
                <a:lnTo>
                  <a:pt x="617" y="55"/>
                </a:lnTo>
                <a:lnTo>
                  <a:pt x="612" y="48"/>
                </a:lnTo>
                <a:lnTo>
                  <a:pt x="607" y="42"/>
                </a:lnTo>
                <a:lnTo>
                  <a:pt x="601" y="35"/>
                </a:lnTo>
                <a:lnTo>
                  <a:pt x="595" y="30"/>
                </a:lnTo>
                <a:lnTo>
                  <a:pt x="588" y="25"/>
                </a:lnTo>
                <a:lnTo>
                  <a:pt x="581" y="19"/>
                </a:lnTo>
                <a:lnTo>
                  <a:pt x="573" y="15"/>
                </a:lnTo>
                <a:lnTo>
                  <a:pt x="566" y="12"/>
                </a:lnTo>
                <a:lnTo>
                  <a:pt x="558" y="9"/>
                </a:lnTo>
                <a:lnTo>
                  <a:pt x="550" y="5"/>
                </a:lnTo>
                <a:lnTo>
                  <a:pt x="541" y="3"/>
                </a:lnTo>
                <a:lnTo>
                  <a:pt x="533" y="2"/>
                </a:lnTo>
                <a:lnTo>
                  <a:pt x="524" y="1"/>
                </a:lnTo>
                <a:lnTo>
                  <a:pt x="515" y="0"/>
                </a:lnTo>
                <a:lnTo>
                  <a:pt x="506" y="1"/>
                </a:lnTo>
                <a:lnTo>
                  <a:pt x="497" y="2"/>
                </a:lnTo>
                <a:lnTo>
                  <a:pt x="489" y="3"/>
                </a:lnTo>
                <a:lnTo>
                  <a:pt x="480" y="5"/>
                </a:lnTo>
                <a:lnTo>
                  <a:pt x="472" y="9"/>
                </a:lnTo>
                <a:lnTo>
                  <a:pt x="464" y="12"/>
                </a:lnTo>
                <a:lnTo>
                  <a:pt x="456" y="15"/>
                </a:lnTo>
                <a:lnTo>
                  <a:pt x="449" y="19"/>
                </a:lnTo>
                <a:lnTo>
                  <a:pt x="442" y="25"/>
                </a:lnTo>
                <a:lnTo>
                  <a:pt x="436" y="30"/>
                </a:lnTo>
                <a:lnTo>
                  <a:pt x="430" y="35"/>
                </a:lnTo>
                <a:lnTo>
                  <a:pt x="424" y="42"/>
                </a:lnTo>
                <a:lnTo>
                  <a:pt x="419" y="48"/>
                </a:lnTo>
                <a:lnTo>
                  <a:pt x="413" y="55"/>
                </a:lnTo>
                <a:lnTo>
                  <a:pt x="409" y="62"/>
                </a:lnTo>
                <a:lnTo>
                  <a:pt x="405" y="70"/>
                </a:lnTo>
                <a:lnTo>
                  <a:pt x="54" y="70"/>
                </a:lnTo>
                <a:lnTo>
                  <a:pt x="43" y="71"/>
                </a:lnTo>
                <a:lnTo>
                  <a:pt x="33" y="74"/>
                </a:lnTo>
                <a:lnTo>
                  <a:pt x="24" y="78"/>
                </a:lnTo>
                <a:lnTo>
                  <a:pt x="16" y="85"/>
                </a:lnTo>
                <a:lnTo>
                  <a:pt x="10" y="93"/>
                </a:lnTo>
                <a:lnTo>
                  <a:pt x="5" y="102"/>
                </a:lnTo>
                <a:lnTo>
                  <a:pt x="1" y="112"/>
                </a:lnTo>
                <a:lnTo>
                  <a:pt x="0" y="122"/>
                </a:lnTo>
                <a:lnTo>
                  <a:pt x="1" y="133"/>
                </a:lnTo>
                <a:lnTo>
                  <a:pt x="5" y="143"/>
                </a:lnTo>
                <a:lnTo>
                  <a:pt x="10" y="152"/>
                </a:lnTo>
                <a:lnTo>
                  <a:pt x="16" y="160"/>
                </a:lnTo>
                <a:lnTo>
                  <a:pt x="24" y="166"/>
                </a:lnTo>
                <a:lnTo>
                  <a:pt x="33" y="172"/>
                </a:lnTo>
                <a:lnTo>
                  <a:pt x="43" y="174"/>
                </a:lnTo>
                <a:lnTo>
                  <a:pt x="54" y="175"/>
                </a:lnTo>
                <a:lnTo>
                  <a:pt x="276" y="175"/>
                </a:lnTo>
                <a:lnTo>
                  <a:pt x="281" y="174"/>
                </a:lnTo>
                <a:lnTo>
                  <a:pt x="286" y="172"/>
                </a:lnTo>
                <a:lnTo>
                  <a:pt x="289" y="167"/>
                </a:lnTo>
                <a:lnTo>
                  <a:pt x="290" y="161"/>
                </a:lnTo>
                <a:lnTo>
                  <a:pt x="289" y="156"/>
                </a:lnTo>
                <a:lnTo>
                  <a:pt x="286" y="151"/>
                </a:lnTo>
                <a:lnTo>
                  <a:pt x="281" y="149"/>
                </a:lnTo>
                <a:lnTo>
                  <a:pt x="276" y="148"/>
                </a:lnTo>
                <a:lnTo>
                  <a:pt x="54" y="148"/>
                </a:lnTo>
                <a:lnTo>
                  <a:pt x="49" y="147"/>
                </a:lnTo>
                <a:lnTo>
                  <a:pt x="43" y="146"/>
                </a:lnTo>
                <a:lnTo>
                  <a:pt x="39" y="144"/>
                </a:lnTo>
                <a:lnTo>
                  <a:pt x="36" y="141"/>
                </a:lnTo>
                <a:lnTo>
                  <a:pt x="33" y="136"/>
                </a:lnTo>
                <a:lnTo>
                  <a:pt x="30" y="132"/>
                </a:lnTo>
                <a:lnTo>
                  <a:pt x="29" y="128"/>
                </a:lnTo>
                <a:lnTo>
                  <a:pt x="28" y="122"/>
                </a:lnTo>
                <a:lnTo>
                  <a:pt x="29" y="118"/>
                </a:lnTo>
                <a:lnTo>
                  <a:pt x="30" y="113"/>
                </a:lnTo>
                <a:lnTo>
                  <a:pt x="33" y="108"/>
                </a:lnTo>
                <a:lnTo>
                  <a:pt x="36" y="105"/>
                </a:lnTo>
                <a:lnTo>
                  <a:pt x="39" y="102"/>
                </a:lnTo>
                <a:lnTo>
                  <a:pt x="43" y="100"/>
                </a:lnTo>
                <a:lnTo>
                  <a:pt x="49" y="98"/>
                </a:lnTo>
                <a:lnTo>
                  <a:pt x="54" y="98"/>
                </a:lnTo>
                <a:lnTo>
                  <a:pt x="395" y="98"/>
                </a:lnTo>
                <a:lnTo>
                  <a:pt x="394" y="109"/>
                </a:lnTo>
                <a:lnTo>
                  <a:pt x="393" y="122"/>
                </a:lnTo>
                <a:lnTo>
                  <a:pt x="393" y="135"/>
                </a:lnTo>
                <a:lnTo>
                  <a:pt x="395" y="147"/>
                </a:lnTo>
                <a:lnTo>
                  <a:pt x="398" y="159"/>
                </a:lnTo>
                <a:lnTo>
                  <a:pt x="403" y="171"/>
                </a:lnTo>
                <a:lnTo>
                  <a:pt x="408" y="180"/>
                </a:lnTo>
                <a:lnTo>
                  <a:pt x="413" y="191"/>
                </a:lnTo>
                <a:lnTo>
                  <a:pt x="421" y="201"/>
                </a:lnTo>
                <a:lnTo>
                  <a:pt x="428" y="209"/>
                </a:lnTo>
                <a:lnTo>
                  <a:pt x="437" y="217"/>
                </a:lnTo>
                <a:lnTo>
                  <a:pt x="447" y="224"/>
                </a:lnTo>
                <a:lnTo>
                  <a:pt x="457" y="230"/>
                </a:lnTo>
                <a:lnTo>
                  <a:pt x="467" y="235"/>
                </a:lnTo>
                <a:lnTo>
                  <a:pt x="479" y="239"/>
                </a:lnTo>
                <a:lnTo>
                  <a:pt x="491" y="243"/>
                </a:lnTo>
                <a:lnTo>
                  <a:pt x="502" y="245"/>
                </a:lnTo>
                <a:lnTo>
                  <a:pt x="515" y="245"/>
                </a:lnTo>
                <a:lnTo>
                  <a:pt x="524" y="245"/>
                </a:lnTo>
                <a:lnTo>
                  <a:pt x="533" y="244"/>
                </a:lnTo>
                <a:lnTo>
                  <a:pt x="541" y="241"/>
                </a:lnTo>
                <a:lnTo>
                  <a:pt x="550" y="239"/>
                </a:lnTo>
                <a:lnTo>
                  <a:pt x="558" y="237"/>
                </a:lnTo>
                <a:lnTo>
                  <a:pt x="566" y="234"/>
                </a:lnTo>
                <a:lnTo>
                  <a:pt x="573" y="230"/>
                </a:lnTo>
                <a:lnTo>
                  <a:pt x="581" y="225"/>
                </a:lnTo>
                <a:lnTo>
                  <a:pt x="588" y="221"/>
                </a:lnTo>
                <a:lnTo>
                  <a:pt x="595" y="216"/>
                </a:lnTo>
                <a:lnTo>
                  <a:pt x="601" y="209"/>
                </a:lnTo>
                <a:lnTo>
                  <a:pt x="607" y="204"/>
                </a:lnTo>
                <a:lnTo>
                  <a:pt x="612" y="197"/>
                </a:lnTo>
                <a:lnTo>
                  <a:pt x="617" y="190"/>
                </a:lnTo>
                <a:lnTo>
                  <a:pt x="622" y="182"/>
                </a:lnTo>
                <a:lnTo>
                  <a:pt x="625" y="175"/>
                </a:lnTo>
                <a:lnTo>
                  <a:pt x="659" y="175"/>
                </a:lnTo>
                <a:lnTo>
                  <a:pt x="670" y="174"/>
                </a:lnTo>
                <a:lnTo>
                  <a:pt x="679" y="172"/>
                </a:lnTo>
                <a:lnTo>
                  <a:pt x="688" y="166"/>
                </a:lnTo>
                <a:lnTo>
                  <a:pt x="696" y="160"/>
                </a:lnTo>
                <a:lnTo>
                  <a:pt x="702" y="152"/>
                </a:lnTo>
                <a:lnTo>
                  <a:pt x="707" y="143"/>
                </a:lnTo>
                <a:lnTo>
                  <a:pt x="711" y="133"/>
                </a:lnTo>
                <a:lnTo>
                  <a:pt x="712" y="122"/>
                </a:lnTo>
                <a:lnTo>
                  <a:pt x="711" y="112"/>
                </a:lnTo>
                <a:lnTo>
                  <a:pt x="707" y="102"/>
                </a:lnTo>
                <a:lnTo>
                  <a:pt x="702" y="93"/>
                </a:lnTo>
                <a:lnTo>
                  <a:pt x="696" y="85"/>
                </a:lnTo>
                <a:lnTo>
                  <a:pt x="688" y="78"/>
                </a:lnTo>
                <a:lnTo>
                  <a:pt x="679" y="74"/>
                </a:lnTo>
                <a:lnTo>
                  <a:pt x="670" y="71"/>
                </a:lnTo>
                <a:lnTo>
                  <a:pt x="659" y="70"/>
                </a:lnTo>
                <a:close/>
                <a:moveTo>
                  <a:pt x="515" y="217"/>
                </a:moveTo>
                <a:lnTo>
                  <a:pt x="506" y="217"/>
                </a:lnTo>
                <a:lnTo>
                  <a:pt x="496" y="215"/>
                </a:lnTo>
                <a:lnTo>
                  <a:pt x="487" y="212"/>
                </a:lnTo>
                <a:lnTo>
                  <a:pt x="479" y="209"/>
                </a:lnTo>
                <a:lnTo>
                  <a:pt x="470" y="206"/>
                </a:lnTo>
                <a:lnTo>
                  <a:pt x="463" y="201"/>
                </a:lnTo>
                <a:lnTo>
                  <a:pt x="455" y="195"/>
                </a:lnTo>
                <a:lnTo>
                  <a:pt x="449" y="189"/>
                </a:lnTo>
                <a:lnTo>
                  <a:pt x="442" y="182"/>
                </a:lnTo>
                <a:lnTo>
                  <a:pt x="437" y="175"/>
                </a:lnTo>
                <a:lnTo>
                  <a:pt x="432" y="167"/>
                </a:lnTo>
                <a:lnTo>
                  <a:pt x="428" y="159"/>
                </a:lnTo>
                <a:lnTo>
                  <a:pt x="425" y="150"/>
                </a:lnTo>
                <a:lnTo>
                  <a:pt x="423" y="142"/>
                </a:lnTo>
                <a:lnTo>
                  <a:pt x="421" y="132"/>
                </a:lnTo>
                <a:lnTo>
                  <a:pt x="421" y="122"/>
                </a:lnTo>
                <a:lnTo>
                  <a:pt x="421" y="113"/>
                </a:lnTo>
                <a:lnTo>
                  <a:pt x="423" y="104"/>
                </a:lnTo>
                <a:lnTo>
                  <a:pt x="425" y="94"/>
                </a:lnTo>
                <a:lnTo>
                  <a:pt x="428" y="86"/>
                </a:lnTo>
                <a:lnTo>
                  <a:pt x="432" y="77"/>
                </a:lnTo>
                <a:lnTo>
                  <a:pt x="437" y="70"/>
                </a:lnTo>
                <a:lnTo>
                  <a:pt x="442" y="62"/>
                </a:lnTo>
                <a:lnTo>
                  <a:pt x="449" y="56"/>
                </a:lnTo>
                <a:lnTo>
                  <a:pt x="455" y="49"/>
                </a:lnTo>
                <a:lnTo>
                  <a:pt x="463" y="44"/>
                </a:lnTo>
                <a:lnTo>
                  <a:pt x="470" y="40"/>
                </a:lnTo>
                <a:lnTo>
                  <a:pt x="479" y="35"/>
                </a:lnTo>
                <a:lnTo>
                  <a:pt x="487" y="32"/>
                </a:lnTo>
                <a:lnTo>
                  <a:pt x="496" y="30"/>
                </a:lnTo>
                <a:lnTo>
                  <a:pt x="506" y="29"/>
                </a:lnTo>
                <a:lnTo>
                  <a:pt x="515" y="28"/>
                </a:lnTo>
                <a:lnTo>
                  <a:pt x="525" y="29"/>
                </a:lnTo>
                <a:lnTo>
                  <a:pt x="534" y="30"/>
                </a:lnTo>
                <a:lnTo>
                  <a:pt x="543" y="32"/>
                </a:lnTo>
                <a:lnTo>
                  <a:pt x="552" y="35"/>
                </a:lnTo>
                <a:lnTo>
                  <a:pt x="560" y="40"/>
                </a:lnTo>
                <a:lnTo>
                  <a:pt x="568" y="44"/>
                </a:lnTo>
                <a:lnTo>
                  <a:pt x="575" y="49"/>
                </a:lnTo>
                <a:lnTo>
                  <a:pt x="582" y="56"/>
                </a:lnTo>
                <a:lnTo>
                  <a:pt x="588" y="62"/>
                </a:lnTo>
                <a:lnTo>
                  <a:pt x="594" y="70"/>
                </a:lnTo>
                <a:lnTo>
                  <a:pt x="598" y="77"/>
                </a:lnTo>
                <a:lnTo>
                  <a:pt x="602" y="86"/>
                </a:lnTo>
                <a:lnTo>
                  <a:pt x="605" y="94"/>
                </a:lnTo>
                <a:lnTo>
                  <a:pt x="608" y="104"/>
                </a:lnTo>
                <a:lnTo>
                  <a:pt x="609" y="113"/>
                </a:lnTo>
                <a:lnTo>
                  <a:pt x="610" y="122"/>
                </a:lnTo>
                <a:lnTo>
                  <a:pt x="609" y="132"/>
                </a:lnTo>
                <a:lnTo>
                  <a:pt x="608" y="142"/>
                </a:lnTo>
                <a:lnTo>
                  <a:pt x="605" y="150"/>
                </a:lnTo>
                <a:lnTo>
                  <a:pt x="602" y="159"/>
                </a:lnTo>
                <a:lnTo>
                  <a:pt x="598" y="167"/>
                </a:lnTo>
                <a:lnTo>
                  <a:pt x="594" y="175"/>
                </a:lnTo>
                <a:lnTo>
                  <a:pt x="588" y="182"/>
                </a:lnTo>
                <a:lnTo>
                  <a:pt x="582" y="189"/>
                </a:lnTo>
                <a:lnTo>
                  <a:pt x="575" y="195"/>
                </a:lnTo>
                <a:lnTo>
                  <a:pt x="568" y="201"/>
                </a:lnTo>
                <a:lnTo>
                  <a:pt x="560" y="206"/>
                </a:lnTo>
                <a:lnTo>
                  <a:pt x="552" y="209"/>
                </a:lnTo>
                <a:lnTo>
                  <a:pt x="543" y="212"/>
                </a:lnTo>
                <a:lnTo>
                  <a:pt x="534" y="215"/>
                </a:lnTo>
                <a:lnTo>
                  <a:pt x="525" y="217"/>
                </a:lnTo>
                <a:lnTo>
                  <a:pt x="515" y="217"/>
                </a:lnTo>
                <a:close/>
                <a:moveTo>
                  <a:pt x="659" y="148"/>
                </a:moveTo>
                <a:lnTo>
                  <a:pt x="634" y="148"/>
                </a:lnTo>
                <a:lnTo>
                  <a:pt x="637" y="135"/>
                </a:lnTo>
                <a:lnTo>
                  <a:pt x="638" y="122"/>
                </a:lnTo>
                <a:lnTo>
                  <a:pt x="637" y="109"/>
                </a:lnTo>
                <a:lnTo>
                  <a:pt x="634" y="98"/>
                </a:lnTo>
                <a:lnTo>
                  <a:pt x="659" y="98"/>
                </a:lnTo>
                <a:lnTo>
                  <a:pt x="663" y="98"/>
                </a:lnTo>
                <a:lnTo>
                  <a:pt x="669" y="100"/>
                </a:lnTo>
                <a:lnTo>
                  <a:pt x="673" y="102"/>
                </a:lnTo>
                <a:lnTo>
                  <a:pt x="676" y="105"/>
                </a:lnTo>
                <a:lnTo>
                  <a:pt x="679" y="108"/>
                </a:lnTo>
                <a:lnTo>
                  <a:pt x="682" y="113"/>
                </a:lnTo>
                <a:lnTo>
                  <a:pt x="683" y="118"/>
                </a:lnTo>
                <a:lnTo>
                  <a:pt x="684" y="122"/>
                </a:lnTo>
                <a:lnTo>
                  <a:pt x="683" y="128"/>
                </a:lnTo>
                <a:lnTo>
                  <a:pt x="682" y="132"/>
                </a:lnTo>
                <a:lnTo>
                  <a:pt x="679" y="136"/>
                </a:lnTo>
                <a:lnTo>
                  <a:pt x="676" y="141"/>
                </a:lnTo>
                <a:lnTo>
                  <a:pt x="673" y="144"/>
                </a:lnTo>
                <a:lnTo>
                  <a:pt x="669" y="146"/>
                </a:lnTo>
                <a:lnTo>
                  <a:pt x="663" y="147"/>
                </a:lnTo>
                <a:lnTo>
                  <a:pt x="659" y="1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4" name="Freeform 92">
            <a:extLst>
              <a:ext uri="{FF2B5EF4-FFF2-40B4-BE49-F238E27FC236}">
                <a16:creationId xmlns:a16="http://schemas.microsoft.com/office/drawing/2014/main" id="{9AA3B75A-39FD-4ECD-A1E6-7245484635AB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973638"/>
            <a:ext cx="376238" cy="128588"/>
          </a:xfrm>
          <a:custGeom>
            <a:avLst/>
            <a:gdLst>
              <a:gd name="T0" fmla="*/ 333 w 712"/>
              <a:gd name="T1" fmla="*/ 55 h 245"/>
              <a:gd name="T2" fmla="*/ 311 w 712"/>
              <a:gd name="T3" fmla="*/ 29 h 245"/>
              <a:gd name="T4" fmla="*/ 283 w 712"/>
              <a:gd name="T5" fmla="*/ 11 h 245"/>
              <a:gd name="T6" fmla="*/ 249 w 712"/>
              <a:gd name="T7" fmla="*/ 1 h 245"/>
              <a:gd name="T8" fmla="*/ 214 w 712"/>
              <a:gd name="T9" fmla="*/ 1 h 245"/>
              <a:gd name="T10" fmla="*/ 181 w 712"/>
              <a:gd name="T11" fmla="*/ 11 h 245"/>
              <a:gd name="T12" fmla="*/ 152 w 712"/>
              <a:gd name="T13" fmla="*/ 29 h 245"/>
              <a:gd name="T14" fmla="*/ 129 w 712"/>
              <a:gd name="T15" fmla="*/ 55 h 245"/>
              <a:gd name="T16" fmla="*/ 43 w 712"/>
              <a:gd name="T17" fmla="*/ 71 h 245"/>
              <a:gd name="T18" fmla="*/ 10 w 712"/>
              <a:gd name="T19" fmla="*/ 92 h 245"/>
              <a:gd name="T20" fmla="*/ 1 w 712"/>
              <a:gd name="T21" fmla="*/ 133 h 245"/>
              <a:gd name="T22" fmla="*/ 24 w 712"/>
              <a:gd name="T23" fmla="*/ 166 h 245"/>
              <a:gd name="T24" fmla="*/ 122 w 712"/>
              <a:gd name="T25" fmla="*/ 175 h 245"/>
              <a:gd name="T26" fmla="*/ 140 w 712"/>
              <a:gd name="T27" fmla="*/ 203 h 245"/>
              <a:gd name="T28" fmla="*/ 166 w 712"/>
              <a:gd name="T29" fmla="*/ 225 h 245"/>
              <a:gd name="T30" fmla="*/ 197 w 712"/>
              <a:gd name="T31" fmla="*/ 239 h 245"/>
              <a:gd name="T32" fmla="*/ 231 w 712"/>
              <a:gd name="T33" fmla="*/ 245 h 245"/>
              <a:gd name="T34" fmla="*/ 266 w 712"/>
              <a:gd name="T35" fmla="*/ 239 h 245"/>
              <a:gd name="T36" fmla="*/ 298 w 712"/>
              <a:gd name="T37" fmla="*/ 225 h 245"/>
              <a:gd name="T38" fmla="*/ 323 w 712"/>
              <a:gd name="T39" fmla="*/ 203 h 245"/>
              <a:gd name="T40" fmla="*/ 342 w 712"/>
              <a:gd name="T41" fmla="*/ 175 h 245"/>
              <a:gd name="T42" fmla="*/ 688 w 712"/>
              <a:gd name="T43" fmla="*/ 166 h 245"/>
              <a:gd name="T44" fmla="*/ 711 w 712"/>
              <a:gd name="T45" fmla="*/ 133 h 245"/>
              <a:gd name="T46" fmla="*/ 702 w 712"/>
              <a:gd name="T47" fmla="*/ 92 h 245"/>
              <a:gd name="T48" fmla="*/ 670 w 712"/>
              <a:gd name="T49" fmla="*/ 71 h 245"/>
              <a:gd name="T50" fmla="*/ 43 w 712"/>
              <a:gd name="T51" fmla="*/ 145 h 245"/>
              <a:gd name="T52" fmla="*/ 30 w 712"/>
              <a:gd name="T53" fmla="*/ 132 h 245"/>
              <a:gd name="T54" fmla="*/ 30 w 712"/>
              <a:gd name="T55" fmla="*/ 113 h 245"/>
              <a:gd name="T56" fmla="*/ 43 w 712"/>
              <a:gd name="T57" fmla="*/ 99 h 245"/>
              <a:gd name="T58" fmla="*/ 110 w 712"/>
              <a:gd name="T59" fmla="*/ 109 h 245"/>
              <a:gd name="T60" fmla="*/ 54 w 712"/>
              <a:gd name="T61" fmla="*/ 147 h 245"/>
              <a:gd name="T62" fmla="*/ 203 w 712"/>
              <a:gd name="T63" fmla="*/ 213 h 245"/>
              <a:gd name="T64" fmla="*/ 171 w 712"/>
              <a:gd name="T65" fmla="*/ 195 h 245"/>
              <a:gd name="T66" fmla="*/ 148 w 712"/>
              <a:gd name="T67" fmla="*/ 167 h 245"/>
              <a:gd name="T68" fmla="*/ 138 w 712"/>
              <a:gd name="T69" fmla="*/ 132 h 245"/>
              <a:gd name="T70" fmla="*/ 141 w 712"/>
              <a:gd name="T71" fmla="*/ 93 h 245"/>
              <a:gd name="T72" fmla="*/ 159 w 712"/>
              <a:gd name="T73" fmla="*/ 62 h 245"/>
              <a:gd name="T74" fmla="*/ 187 w 712"/>
              <a:gd name="T75" fmla="*/ 39 h 245"/>
              <a:gd name="T76" fmla="*/ 221 w 712"/>
              <a:gd name="T77" fmla="*/ 28 h 245"/>
              <a:gd name="T78" fmla="*/ 260 w 712"/>
              <a:gd name="T79" fmla="*/ 32 h 245"/>
              <a:gd name="T80" fmla="*/ 291 w 712"/>
              <a:gd name="T81" fmla="*/ 49 h 245"/>
              <a:gd name="T82" fmla="*/ 315 w 712"/>
              <a:gd name="T83" fmla="*/ 77 h 245"/>
              <a:gd name="T84" fmla="*/ 325 w 712"/>
              <a:gd name="T85" fmla="*/ 113 h 245"/>
              <a:gd name="T86" fmla="*/ 321 w 712"/>
              <a:gd name="T87" fmla="*/ 150 h 245"/>
              <a:gd name="T88" fmla="*/ 304 w 712"/>
              <a:gd name="T89" fmla="*/ 182 h 245"/>
              <a:gd name="T90" fmla="*/ 276 w 712"/>
              <a:gd name="T91" fmla="*/ 205 h 245"/>
              <a:gd name="T92" fmla="*/ 241 w 712"/>
              <a:gd name="T93" fmla="*/ 216 h 245"/>
              <a:gd name="T94" fmla="*/ 353 w 712"/>
              <a:gd name="T95" fmla="*/ 135 h 245"/>
              <a:gd name="T96" fmla="*/ 659 w 712"/>
              <a:gd name="T97" fmla="*/ 97 h 245"/>
              <a:gd name="T98" fmla="*/ 676 w 712"/>
              <a:gd name="T99" fmla="*/ 104 h 245"/>
              <a:gd name="T100" fmla="*/ 684 w 712"/>
              <a:gd name="T101" fmla="*/ 122 h 245"/>
              <a:gd name="T102" fmla="*/ 676 w 712"/>
              <a:gd name="T103" fmla="*/ 140 h 245"/>
              <a:gd name="T104" fmla="*/ 659 w 712"/>
              <a:gd name="T105" fmla="*/ 147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12" h="245">
                <a:moveTo>
                  <a:pt x="659" y="70"/>
                </a:moveTo>
                <a:lnTo>
                  <a:pt x="342" y="70"/>
                </a:lnTo>
                <a:lnTo>
                  <a:pt x="338" y="62"/>
                </a:lnTo>
                <a:lnTo>
                  <a:pt x="333" y="55"/>
                </a:lnTo>
                <a:lnTo>
                  <a:pt x="329" y="47"/>
                </a:lnTo>
                <a:lnTo>
                  <a:pt x="323" y="41"/>
                </a:lnTo>
                <a:lnTo>
                  <a:pt x="317" y="35"/>
                </a:lnTo>
                <a:lnTo>
                  <a:pt x="311" y="29"/>
                </a:lnTo>
                <a:lnTo>
                  <a:pt x="304" y="24"/>
                </a:lnTo>
                <a:lnTo>
                  <a:pt x="298" y="19"/>
                </a:lnTo>
                <a:lnTo>
                  <a:pt x="290" y="15"/>
                </a:lnTo>
                <a:lnTo>
                  <a:pt x="283" y="11"/>
                </a:lnTo>
                <a:lnTo>
                  <a:pt x="275" y="7"/>
                </a:lnTo>
                <a:lnTo>
                  <a:pt x="266" y="5"/>
                </a:lnTo>
                <a:lnTo>
                  <a:pt x="258" y="2"/>
                </a:lnTo>
                <a:lnTo>
                  <a:pt x="249" y="1"/>
                </a:lnTo>
                <a:lnTo>
                  <a:pt x="241" y="0"/>
                </a:lnTo>
                <a:lnTo>
                  <a:pt x="231" y="0"/>
                </a:lnTo>
                <a:lnTo>
                  <a:pt x="222" y="0"/>
                </a:lnTo>
                <a:lnTo>
                  <a:pt x="214" y="1"/>
                </a:lnTo>
                <a:lnTo>
                  <a:pt x="205" y="2"/>
                </a:lnTo>
                <a:lnTo>
                  <a:pt x="197" y="5"/>
                </a:lnTo>
                <a:lnTo>
                  <a:pt x="188" y="7"/>
                </a:lnTo>
                <a:lnTo>
                  <a:pt x="181" y="11"/>
                </a:lnTo>
                <a:lnTo>
                  <a:pt x="173" y="15"/>
                </a:lnTo>
                <a:lnTo>
                  <a:pt x="166" y="19"/>
                </a:lnTo>
                <a:lnTo>
                  <a:pt x="158" y="24"/>
                </a:lnTo>
                <a:lnTo>
                  <a:pt x="152" y="29"/>
                </a:lnTo>
                <a:lnTo>
                  <a:pt x="146" y="35"/>
                </a:lnTo>
                <a:lnTo>
                  <a:pt x="140" y="41"/>
                </a:lnTo>
                <a:lnTo>
                  <a:pt x="134" y="47"/>
                </a:lnTo>
                <a:lnTo>
                  <a:pt x="129" y="55"/>
                </a:lnTo>
                <a:lnTo>
                  <a:pt x="125" y="62"/>
                </a:lnTo>
                <a:lnTo>
                  <a:pt x="122" y="70"/>
                </a:lnTo>
                <a:lnTo>
                  <a:pt x="54" y="70"/>
                </a:lnTo>
                <a:lnTo>
                  <a:pt x="43" y="71"/>
                </a:lnTo>
                <a:lnTo>
                  <a:pt x="33" y="73"/>
                </a:lnTo>
                <a:lnTo>
                  <a:pt x="24" y="78"/>
                </a:lnTo>
                <a:lnTo>
                  <a:pt x="16" y="85"/>
                </a:lnTo>
                <a:lnTo>
                  <a:pt x="10" y="92"/>
                </a:lnTo>
                <a:lnTo>
                  <a:pt x="5" y="102"/>
                </a:lnTo>
                <a:lnTo>
                  <a:pt x="1" y="112"/>
                </a:lnTo>
                <a:lnTo>
                  <a:pt x="0" y="122"/>
                </a:lnTo>
                <a:lnTo>
                  <a:pt x="1" y="133"/>
                </a:lnTo>
                <a:lnTo>
                  <a:pt x="5" y="143"/>
                </a:lnTo>
                <a:lnTo>
                  <a:pt x="10" y="151"/>
                </a:lnTo>
                <a:lnTo>
                  <a:pt x="16" y="160"/>
                </a:lnTo>
                <a:lnTo>
                  <a:pt x="24" y="166"/>
                </a:lnTo>
                <a:lnTo>
                  <a:pt x="33" y="171"/>
                </a:lnTo>
                <a:lnTo>
                  <a:pt x="43" y="174"/>
                </a:lnTo>
                <a:lnTo>
                  <a:pt x="54" y="175"/>
                </a:lnTo>
                <a:lnTo>
                  <a:pt x="122" y="175"/>
                </a:lnTo>
                <a:lnTo>
                  <a:pt x="125" y="182"/>
                </a:lnTo>
                <a:lnTo>
                  <a:pt x="130" y="190"/>
                </a:lnTo>
                <a:lnTo>
                  <a:pt x="134" y="196"/>
                </a:lnTo>
                <a:lnTo>
                  <a:pt x="140" y="203"/>
                </a:lnTo>
                <a:lnTo>
                  <a:pt x="146" y="209"/>
                </a:lnTo>
                <a:lnTo>
                  <a:pt x="152" y="215"/>
                </a:lnTo>
                <a:lnTo>
                  <a:pt x="159" y="220"/>
                </a:lnTo>
                <a:lnTo>
                  <a:pt x="166" y="225"/>
                </a:lnTo>
                <a:lnTo>
                  <a:pt x="173" y="230"/>
                </a:lnTo>
                <a:lnTo>
                  <a:pt x="181" y="233"/>
                </a:lnTo>
                <a:lnTo>
                  <a:pt x="188" y="236"/>
                </a:lnTo>
                <a:lnTo>
                  <a:pt x="197" y="239"/>
                </a:lnTo>
                <a:lnTo>
                  <a:pt x="205" y="242"/>
                </a:lnTo>
                <a:lnTo>
                  <a:pt x="214" y="243"/>
                </a:lnTo>
                <a:lnTo>
                  <a:pt x="222" y="244"/>
                </a:lnTo>
                <a:lnTo>
                  <a:pt x="231" y="245"/>
                </a:lnTo>
                <a:lnTo>
                  <a:pt x="241" y="244"/>
                </a:lnTo>
                <a:lnTo>
                  <a:pt x="249" y="243"/>
                </a:lnTo>
                <a:lnTo>
                  <a:pt x="258" y="242"/>
                </a:lnTo>
                <a:lnTo>
                  <a:pt x="266" y="239"/>
                </a:lnTo>
                <a:lnTo>
                  <a:pt x="275" y="236"/>
                </a:lnTo>
                <a:lnTo>
                  <a:pt x="283" y="233"/>
                </a:lnTo>
                <a:lnTo>
                  <a:pt x="290" y="230"/>
                </a:lnTo>
                <a:lnTo>
                  <a:pt x="298" y="225"/>
                </a:lnTo>
                <a:lnTo>
                  <a:pt x="304" y="220"/>
                </a:lnTo>
                <a:lnTo>
                  <a:pt x="310" y="215"/>
                </a:lnTo>
                <a:lnTo>
                  <a:pt x="317" y="209"/>
                </a:lnTo>
                <a:lnTo>
                  <a:pt x="323" y="203"/>
                </a:lnTo>
                <a:lnTo>
                  <a:pt x="329" y="196"/>
                </a:lnTo>
                <a:lnTo>
                  <a:pt x="333" y="190"/>
                </a:lnTo>
                <a:lnTo>
                  <a:pt x="337" y="182"/>
                </a:lnTo>
                <a:lnTo>
                  <a:pt x="342" y="175"/>
                </a:lnTo>
                <a:lnTo>
                  <a:pt x="659" y="175"/>
                </a:lnTo>
                <a:lnTo>
                  <a:pt x="670" y="174"/>
                </a:lnTo>
                <a:lnTo>
                  <a:pt x="679" y="171"/>
                </a:lnTo>
                <a:lnTo>
                  <a:pt x="688" y="166"/>
                </a:lnTo>
                <a:lnTo>
                  <a:pt x="696" y="160"/>
                </a:lnTo>
                <a:lnTo>
                  <a:pt x="702" y="151"/>
                </a:lnTo>
                <a:lnTo>
                  <a:pt x="707" y="143"/>
                </a:lnTo>
                <a:lnTo>
                  <a:pt x="711" y="133"/>
                </a:lnTo>
                <a:lnTo>
                  <a:pt x="712" y="122"/>
                </a:lnTo>
                <a:lnTo>
                  <a:pt x="711" y="112"/>
                </a:lnTo>
                <a:lnTo>
                  <a:pt x="707" y="102"/>
                </a:lnTo>
                <a:lnTo>
                  <a:pt x="702" y="92"/>
                </a:lnTo>
                <a:lnTo>
                  <a:pt x="696" y="85"/>
                </a:lnTo>
                <a:lnTo>
                  <a:pt x="688" y="78"/>
                </a:lnTo>
                <a:lnTo>
                  <a:pt x="679" y="73"/>
                </a:lnTo>
                <a:lnTo>
                  <a:pt x="670" y="71"/>
                </a:lnTo>
                <a:lnTo>
                  <a:pt x="659" y="70"/>
                </a:lnTo>
                <a:close/>
                <a:moveTo>
                  <a:pt x="54" y="147"/>
                </a:moveTo>
                <a:lnTo>
                  <a:pt x="49" y="147"/>
                </a:lnTo>
                <a:lnTo>
                  <a:pt x="43" y="145"/>
                </a:lnTo>
                <a:lnTo>
                  <a:pt x="39" y="143"/>
                </a:lnTo>
                <a:lnTo>
                  <a:pt x="36" y="140"/>
                </a:lnTo>
                <a:lnTo>
                  <a:pt x="33" y="136"/>
                </a:lnTo>
                <a:lnTo>
                  <a:pt x="30" y="132"/>
                </a:lnTo>
                <a:lnTo>
                  <a:pt x="29" y="127"/>
                </a:lnTo>
                <a:lnTo>
                  <a:pt x="28" y="122"/>
                </a:lnTo>
                <a:lnTo>
                  <a:pt x="29" y="117"/>
                </a:lnTo>
                <a:lnTo>
                  <a:pt x="30" y="113"/>
                </a:lnTo>
                <a:lnTo>
                  <a:pt x="33" y="108"/>
                </a:lnTo>
                <a:lnTo>
                  <a:pt x="36" y="104"/>
                </a:lnTo>
                <a:lnTo>
                  <a:pt x="39" y="101"/>
                </a:lnTo>
                <a:lnTo>
                  <a:pt x="43" y="99"/>
                </a:lnTo>
                <a:lnTo>
                  <a:pt x="49" y="98"/>
                </a:lnTo>
                <a:lnTo>
                  <a:pt x="54" y="97"/>
                </a:lnTo>
                <a:lnTo>
                  <a:pt x="112" y="97"/>
                </a:lnTo>
                <a:lnTo>
                  <a:pt x="110" y="109"/>
                </a:lnTo>
                <a:lnTo>
                  <a:pt x="110" y="122"/>
                </a:lnTo>
                <a:lnTo>
                  <a:pt x="110" y="135"/>
                </a:lnTo>
                <a:lnTo>
                  <a:pt x="112" y="147"/>
                </a:lnTo>
                <a:lnTo>
                  <a:pt x="54" y="147"/>
                </a:lnTo>
                <a:close/>
                <a:moveTo>
                  <a:pt x="231" y="217"/>
                </a:moveTo>
                <a:lnTo>
                  <a:pt x="221" y="216"/>
                </a:lnTo>
                <a:lnTo>
                  <a:pt x="213" y="215"/>
                </a:lnTo>
                <a:lnTo>
                  <a:pt x="203" y="213"/>
                </a:lnTo>
                <a:lnTo>
                  <a:pt x="195" y="209"/>
                </a:lnTo>
                <a:lnTo>
                  <a:pt x="187" y="205"/>
                </a:lnTo>
                <a:lnTo>
                  <a:pt x="178" y="201"/>
                </a:lnTo>
                <a:lnTo>
                  <a:pt x="171" y="195"/>
                </a:lnTo>
                <a:lnTo>
                  <a:pt x="165" y="189"/>
                </a:lnTo>
                <a:lnTo>
                  <a:pt x="159" y="182"/>
                </a:lnTo>
                <a:lnTo>
                  <a:pt x="153" y="175"/>
                </a:lnTo>
                <a:lnTo>
                  <a:pt x="148" y="167"/>
                </a:lnTo>
                <a:lnTo>
                  <a:pt x="144" y="159"/>
                </a:lnTo>
                <a:lnTo>
                  <a:pt x="141" y="150"/>
                </a:lnTo>
                <a:lnTo>
                  <a:pt x="139" y="141"/>
                </a:lnTo>
                <a:lnTo>
                  <a:pt x="138" y="132"/>
                </a:lnTo>
                <a:lnTo>
                  <a:pt x="137" y="122"/>
                </a:lnTo>
                <a:lnTo>
                  <a:pt x="138" y="113"/>
                </a:lnTo>
                <a:lnTo>
                  <a:pt x="139" y="103"/>
                </a:lnTo>
                <a:lnTo>
                  <a:pt x="141" y="93"/>
                </a:lnTo>
                <a:lnTo>
                  <a:pt x="144" y="85"/>
                </a:lnTo>
                <a:lnTo>
                  <a:pt x="148" y="77"/>
                </a:lnTo>
                <a:lnTo>
                  <a:pt x="153" y="69"/>
                </a:lnTo>
                <a:lnTo>
                  <a:pt x="159" y="62"/>
                </a:lnTo>
                <a:lnTo>
                  <a:pt x="165" y="55"/>
                </a:lnTo>
                <a:lnTo>
                  <a:pt x="171" y="49"/>
                </a:lnTo>
                <a:lnTo>
                  <a:pt x="178" y="44"/>
                </a:lnTo>
                <a:lnTo>
                  <a:pt x="187" y="39"/>
                </a:lnTo>
                <a:lnTo>
                  <a:pt x="195" y="35"/>
                </a:lnTo>
                <a:lnTo>
                  <a:pt x="203" y="32"/>
                </a:lnTo>
                <a:lnTo>
                  <a:pt x="213" y="29"/>
                </a:lnTo>
                <a:lnTo>
                  <a:pt x="221" y="28"/>
                </a:lnTo>
                <a:lnTo>
                  <a:pt x="231" y="28"/>
                </a:lnTo>
                <a:lnTo>
                  <a:pt x="241" y="28"/>
                </a:lnTo>
                <a:lnTo>
                  <a:pt x="250" y="29"/>
                </a:lnTo>
                <a:lnTo>
                  <a:pt x="260" y="32"/>
                </a:lnTo>
                <a:lnTo>
                  <a:pt x="269" y="35"/>
                </a:lnTo>
                <a:lnTo>
                  <a:pt x="276" y="39"/>
                </a:lnTo>
                <a:lnTo>
                  <a:pt x="285" y="44"/>
                </a:lnTo>
                <a:lnTo>
                  <a:pt x="291" y="49"/>
                </a:lnTo>
                <a:lnTo>
                  <a:pt x="299" y="55"/>
                </a:lnTo>
                <a:lnTo>
                  <a:pt x="304" y="62"/>
                </a:lnTo>
                <a:lnTo>
                  <a:pt x="309" y="69"/>
                </a:lnTo>
                <a:lnTo>
                  <a:pt x="315" y="77"/>
                </a:lnTo>
                <a:lnTo>
                  <a:pt x="318" y="85"/>
                </a:lnTo>
                <a:lnTo>
                  <a:pt x="321" y="93"/>
                </a:lnTo>
                <a:lnTo>
                  <a:pt x="324" y="103"/>
                </a:lnTo>
                <a:lnTo>
                  <a:pt x="325" y="113"/>
                </a:lnTo>
                <a:lnTo>
                  <a:pt x="325" y="122"/>
                </a:lnTo>
                <a:lnTo>
                  <a:pt x="325" y="132"/>
                </a:lnTo>
                <a:lnTo>
                  <a:pt x="324" y="141"/>
                </a:lnTo>
                <a:lnTo>
                  <a:pt x="321" y="150"/>
                </a:lnTo>
                <a:lnTo>
                  <a:pt x="318" y="159"/>
                </a:lnTo>
                <a:lnTo>
                  <a:pt x="315" y="167"/>
                </a:lnTo>
                <a:lnTo>
                  <a:pt x="309" y="175"/>
                </a:lnTo>
                <a:lnTo>
                  <a:pt x="304" y="182"/>
                </a:lnTo>
                <a:lnTo>
                  <a:pt x="299" y="189"/>
                </a:lnTo>
                <a:lnTo>
                  <a:pt x="291" y="195"/>
                </a:lnTo>
                <a:lnTo>
                  <a:pt x="285" y="201"/>
                </a:lnTo>
                <a:lnTo>
                  <a:pt x="276" y="205"/>
                </a:lnTo>
                <a:lnTo>
                  <a:pt x="269" y="209"/>
                </a:lnTo>
                <a:lnTo>
                  <a:pt x="260" y="213"/>
                </a:lnTo>
                <a:lnTo>
                  <a:pt x="250" y="215"/>
                </a:lnTo>
                <a:lnTo>
                  <a:pt x="241" y="216"/>
                </a:lnTo>
                <a:lnTo>
                  <a:pt x="231" y="217"/>
                </a:lnTo>
                <a:close/>
                <a:moveTo>
                  <a:pt x="659" y="147"/>
                </a:moveTo>
                <a:lnTo>
                  <a:pt x="351" y="147"/>
                </a:lnTo>
                <a:lnTo>
                  <a:pt x="353" y="135"/>
                </a:lnTo>
                <a:lnTo>
                  <a:pt x="353" y="122"/>
                </a:lnTo>
                <a:lnTo>
                  <a:pt x="353" y="109"/>
                </a:lnTo>
                <a:lnTo>
                  <a:pt x="351" y="97"/>
                </a:lnTo>
                <a:lnTo>
                  <a:pt x="659" y="97"/>
                </a:lnTo>
                <a:lnTo>
                  <a:pt x="663" y="98"/>
                </a:lnTo>
                <a:lnTo>
                  <a:pt x="669" y="99"/>
                </a:lnTo>
                <a:lnTo>
                  <a:pt x="673" y="101"/>
                </a:lnTo>
                <a:lnTo>
                  <a:pt x="676" y="104"/>
                </a:lnTo>
                <a:lnTo>
                  <a:pt x="679" y="108"/>
                </a:lnTo>
                <a:lnTo>
                  <a:pt x="682" y="113"/>
                </a:lnTo>
                <a:lnTo>
                  <a:pt x="683" y="117"/>
                </a:lnTo>
                <a:lnTo>
                  <a:pt x="684" y="122"/>
                </a:lnTo>
                <a:lnTo>
                  <a:pt x="683" y="127"/>
                </a:lnTo>
                <a:lnTo>
                  <a:pt x="682" y="132"/>
                </a:lnTo>
                <a:lnTo>
                  <a:pt x="679" y="136"/>
                </a:lnTo>
                <a:lnTo>
                  <a:pt x="676" y="140"/>
                </a:lnTo>
                <a:lnTo>
                  <a:pt x="673" y="143"/>
                </a:lnTo>
                <a:lnTo>
                  <a:pt x="669" y="145"/>
                </a:lnTo>
                <a:lnTo>
                  <a:pt x="663" y="147"/>
                </a:lnTo>
                <a:lnTo>
                  <a:pt x="659" y="1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5" name="Freeform 93">
            <a:extLst>
              <a:ext uri="{FF2B5EF4-FFF2-40B4-BE49-F238E27FC236}">
                <a16:creationId xmlns:a16="http://schemas.microsoft.com/office/drawing/2014/main" id="{91919E70-8B50-4A61-AC71-37C018A95838}"/>
              </a:ext>
            </a:extLst>
          </p:cNvPr>
          <p:cNvSpPr>
            <a:spLocks/>
          </p:cNvSpPr>
          <p:nvPr/>
        </p:nvSpPr>
        <p:spPr bwMode="auto">
          <a:xfrm>
            <a:off x="3738563" y="4762501"/>
            <a:ext cx="14288" cy="15875"/>
          </a:xfrm>
          <a:custGeom>
            <a:avLst/>
            <a:gdLst>
              <a:gd name="T0" fmla="*/ 24 w 28"/>
              <a:gd name="T1" fmla="*/ 3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3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5 w 28"/>
              <a:gd name="T17" fmla="*/ 23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3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3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10F93158-9011-478B-8734-A89BB5DECC50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725988"/>
            <a:ext cx="376238" cy="130175"/>
          </a:xfrm>
          <a:custGeom>
            <a:avLst/>
            <a:gdLst>
              <a:gd name="T0" fmla="*/ 526 w 712"/>
              <a:gd name="T1" fmla="*/ 73 h 245"/>
              <a:gd name="T2" fmla="*/ 526 w 712"/>
              <a:gd name="T3" fmla="*/ 93 h 245"/>
              <a:gd name="T4" fmla="*/ 663 w 712"/>
              <a:gd name="T5" fmla="*/ 98 h 245"/>
              <a:gd name="T6" fmla="*/ 679 w 712"/>
              <a:gd name="T7" fmla="*/ 108 h 245"/>
              <a:gd name="T8" fmla="*/ 683 w 712"/>
              <a:gd name="T9" fmla="*/ 128 h 245"/>
              <a:gd name="T10" fmla="*/ 673 w 712"/>
              <a:gd name="T11" fmla="*/ 143 h 245"/>
              <a:gd name="T12" fmla="*/ 351 w 712"/>
              <a:gd name="T13" fmla="*/ 147 h 245"/>
              <a:gd name="T14" fmla="*/ 351 w 712"/>
              <a:gd name="T15" fmla="*/ 98 h 245"/>
              <a:gd name="T16" fmla="*/ 440 w 712"/>
              <a:gd name="T17" fmla="*/ 89 h 245"/>
              <a:gd name="T18" fmla="*/ 433 w 712"/>
              <a:gd name="T19" fmla="*/ 71 h 245"/>
              <a:gd name="T20" fmla="*/ 333 w 712"/>
              <a:gd name="T21" fmla="*/ 55 h 245"/>
              <a:gd name="T22" fmla="*/ 310 w 712"/>
              <a:gd name="T23" fmla="*/ 29 h 245"/>
              <a:gd name="T24" fmla="*/ 283 w 712"/>
              <a:gd name="T25" fmla="*/ 11 h 245"/>
              <a:gd name="T26" fmla="*/ 249 w 712"/>
              <a:gd name="T27" fmla="*/ 1 h 245"/>
              <a:gd name="T28" fmla="*/ 214 w 712"/>
              <a:gd name="T29" fmla="*/ 1 h 245"/>
              <a:gd name="T30" fmla="*/ 181 w 712"/>
              <a:gd name="T31" fmla="*/ 11 h 245"/>
              <a:gd name="T32" fmla="*/ 152 w 712"/>
              <a:gd name="T33" fmla="*/ 29 h 245"/>
              <a:gd name="T34" fmla="*/ 130 w 712"/>
              <a:gd name="T35" fmla="*/ 55 h 245"/>
              <a:gd name="T36" fmla="*/ 43 w 712"/>
              <a:gd name="T37" fmla="*/ 71 h 245"/>
              <a:gd name="T38" fmla="*/ 10 w 712"/>
              <a:gd name="T39" fmla="*/ 92 h 245"/>
              <a:gd name="T40" fmla="*/ 1 w 712"/>
              <a:gd name="T41" fmla="*/ 133 h 245"/>
              <a:gd name="T42" fmla="*/ 24 w 712"/>
              <a:gd name="T43" fmla="*/ 166 h 245"/>
              <a:gd name="T44" fmla="*/ 122 w 712"/>
              <a:gd name="T45" fmla="*/ 175 h 245"/>
              <a:gd name="T46" fmla="*/ 140 w 712"/>
              <a:gd name="T47" fmla="*/ 203 h 245"/>
              <a:gd name="T48" fmla="*/ 166 w 712"/>
              <a:gd name="T49" fmla="*/ 225 h 245"/>
              <a:gd name="T50" fmla="*/ 197 w 712"/>
              <a:gd name="T51" fmla="*/ 239 h 245"/>
              <a:gd name="T52" fmla="*/ 231 w 712"/>
              <a:gd name="T53" fmla="*/ 245 h 245"/>
              <a:gd name="T54" fmla="*/ 266 w 712"/>
              <a:gd name="T55" fmla="*/ 239 h 245"/>
              <a:gd name="T56" fmla="*/ 298 w 712"/>
              <a:gd name="T57" fmla="*/ 225 h 245"/>
              <a:gd name="T58" fmla="*/ 323 w 712"/>
              <a:gd name="T59" fmla="*/ 203 h 245"/>
              <a:gd name="T60" fmla="*/ 342 w 712"/>
              <a:gd name="T61" fmla="*/ 175 h 245"/>
              <a:gd name="T62" fmla="*/ 688 w 712"/>
              <a:gd name="T63" fmla="*/ 166 h 245"/>
              <a:gd name="T64" fmla="*/ 711 w 712"/>
              <a:gd name="T65" fmla="*/ 133 h 245"/>
              <a:gd name="T66" fmla="*/ 702 w 712"/>
              <a:gd name="T67" fmla="*/ 92 h 245"/>
              <a:gd name="T68" fmla="*/ 670 w 712"/>
              <a:gd name="T69" fmla="*/ 71 h 245"/>
              <a:gd name="T70" fmla="*/ 49 w 712"/>
              <a:gd name="T71" fmla="*/ 147 h 245"/>
              <a:gd name="T72" fmla="*/ 33 w 712"/>
              <a:gd name="T73" fmla="*/ 136 h 245"/>
              <a:gd name="T74" fmla="*/ 29 w 712"/>
              <a:gd name="T75" fmla="*/ 117 h 245"/>
              <a:gd name="T76" fmla="*/ 39 w 712"/>
              <a:gd name="T77" fmla="*/ 102 h 245"/>
              <a:gd name="T78" fmla="*/ 112 w 712"/>
              <a:gd name="T79" fmla="*/ 98 h 245"/>
              <a:gd name="T80" fmla="*/ 112 w 712"/>
              <a:gd name="T81" fmla="*/ 147 h 245"/>
              <a:gd name="T82" fmla="*/ 203 w 712"/>
              <a:gd name="T83" fmla="*/ 213 h 245"/>
              <a:gd name="T84" fmla="*/ 171 w 712"/>
              <a:gd name="T85" fmla="*/ 195 h 245"/>
              <a:gd name="T86" fmla="*/ 148 w 712"/>
              <a:gd name="T87" fmla="*/ 167 h 245"/>
              <a:gd name="T88" fmla="*/ 138 w 712"/>
              <a:gd name="T89" fmla="*/ 132 h 245"/>
              <a:gd name="T90" fmla="*/ 141 w 712"/>
              <a:gd name="T91" fmla="*/ 94 h 245"/>
              <a:gd name="T92" fmla="*/ 159 w 712"/>
              <a:gd name="T93" fmla="*/ 62 h 245"/>
              <a:gd name="T94" fmla="*/ 187 w 712"/>
              <a:gd name="T95" fmla="*/ 40 h 245"/>
              <a:gd name="T96" fmla="*/ 221 w 712"/>
              <a:gd name="T97" fmla="*/ 28 h 245"/>
              <a:gd name="T98" fmla="*/ 260 w 712"/>
              <a:gd name="T99" fmla="*/ 32 h 245"/>
              <a:gd name="T100" fmla="*/ 291 w 712"/>
              <a:gd name="T101" fmla="*/ 49 h 245"/>
              <a:gd name="T102" fmla="*/ 315 w 712"/>
              <a:gd name="T103" fmla="*/ 77 h 245"/>
              <a:gd name="T104" fmla="*/ 325 w 712"/>
              <a:gd name="T105" fmla="*/ 113 h 245"/>
              <a:gd name="T106" fmla="*/ 321 w 712"/>
              <a:gd name="T107" fmla="*/ 150 h 245"/>
              <a:gd name="T108" fmla="*/ 304 w 712"/>
              <a:gd name="T109" fmla="*/ 182 h 245"/>
              <a:gd name="T110" fmla="*/ 276 w 712"/>
              <a:gd name="T111" fmla="*/ 205 h 245"/>
              <a:gd name="T112" fmla="*/ 241 w 712"/>
              <a:gd name="T113" fmla="*/ 216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12" h="245">
                <a:moveTo>
                  <a:pt x="659" y="70"/>
                </a:moveTo>
                <a:lnTo>
                  <a:pt x="536" y="70"/>
                </a:lnTo>
                <a:lnTo>
                  <a:pt x="530" y="71"/>
                </a:lnTo>
                <a:lnTo>
                  <a:pt x="526" y="73"/>
                </a:lnTo>
                <a:lnTo>
                  <a:pt x="523" y="78"/>
                </a:lnTo>
                <a:lnTo>
                  <a:pt x="522" y="84"/>
                </a:lnTo>
                <a:lnTo>
                  <a:pt x="523" y="89"/>
                </a:lnTo>
                <a:lnTo>
                  <a:pt x="526" y="93"/>
                </a:lnTo>
                <a:lnTo>
                  <a:pt x="530" y="97"/>
                </a:lnTo>
                <a:lnTo>
                  <a:pt x="536" y="98"/>
                </a:lnTo>
                <a:lnTo>
                  <a:pt x="659" y="98"/>
                </a:lnTo>
                <a:lnTo>
                  <a:pt x="663" y="98"/>
                </a:lnTo>
                <a:lnTo>
                  <a:pt x="669" y="99"/>
                </a:lnTo>
                <a:lnTo>
                  <a:pt x="673" y="102"/>
                </a:lnTo>
                <a:lnTo>
                  <a:pt x="676" y="104"/>
                </a:lnTo>
                <a:lnTo>
                  <a:pt x="679" y="108"/>
                </a:lnTo>
                <a:lnTo>
                  <a:pt x="682" y="113"/>
                </a:lnTo>
                <a:lnTo>
                  <a:pt x="683" y="117"/>
                </a:lnTo>
                <a:lnTo>
                  <a:pt x="684" y="122"/>
                </a:lnTo>
                <a:lnTo>
                  <a:pt x="683" y="128"/>
                </a:lnTo>
                <a:lnTo>
                  <a:pt x="682" y="132"/>
                </a:lnTo>
                <a:lnTo>
                  <a:pt x="679" y="136"/>
                </a:lnTo>
                <a:lnTo>
                  <a:pt x="676" y="140"/>
                </a:lnTo>
                <a:lnTo>
                  <a:pt x="673" y="143"/>
                </a:lnTo>
                <a:lnTo>
                  <a:pt x="669" y="145"/>
                </a:lnTo>
                <a:lnTo>
                  <a:pt x="663" y="147"/>
                </a:lnTo>
                <a:lnTo>
                  <a:pt x="659" y="147"/>
                </a:lnTo>
                <a:lnTo>
                  <a:pt x="351" y="147"/>
                </a:lnTo>
                <a:lnTo>
                  <a:pt x="353" y="135"/>
                </a:lnTo>
                <a:lnTo>
                  <a:pt x="353" y="122"/>
                </a:lnTo>
                <a:lnTo>
                  <a:pt x="353" y="109"/>
                </a:lnTo>
                <a:lnTo>
                  <a:pt x="351" y="98"/>
                </a:lnTo>
                <a:lnTo>
                  <a:pt x="427" y="98"/>
                </a:lnTo>
                <a:lnTo>
                  <a:pt x="433" y="97"/>
                </a:lnTo>
                <a:lnTo>
                  <a:pt x="437" y="93"/>
                </a:lnTo>
                <a:lnTo>
                  <a:pt x="440" y="89"/>
                </a:lnTo>
                <a:lnTo>
                  <a:pt x="441" y="84"/>
                </a:lnTo>
                <a:lnTo>
                  <a:pt x="440" y="78"/>
                </a:lnTo>
                <a:lnTo>
                  <a:pt x="437" y="73"/>
                </a:lnTo>
                <a:lnTo>
                  <a:pt x="433" y="71"/>
                </a:lnTo>
                <a:lnTo>
                  <a:pt x="427" y="70"/>
                </a:lnTo>
                <a:lnTo>
                  <a:pt x="342" y="70"/>
                </a:lnTo>
                <a:lnTo>
                  <a:pt x="337" y="62"/>
                </a:lnTo>
                <a:lnTo>
                  <a:pt x="333" y="55"/>
                </a:lnTo>
                <a:lnTo>
                  <a:pt x="329" y="48"/>
                </a:lnTo>
                <a:lnTo>
                  <a:pt x="323" y="41"/>
                </a:lnTo>
                <a:lnTo>
                  <a:pt x="317" y="35"/>
                </a:lnTo>
                <a:lnTo>
                  <a:pt x="310" y="29"/>
                </a:lnTo>
                <a:lnTo>
                  <a:pt x="304" y="24"/>
                </a:lnTo>
                <a:lnTo>
                  <a:pt x="298" y="19"/>
                </a:lnTo>
                <a:lnTo>
                  <a:pt x="290" y="15"/>
                </a:lnTo>
                <a:lnTo>
                  <a:pt x="283" y="11"/>
                </a:lnTo>
                <a:lnTo>
                  <a:pt x="275" y="7"/>
                </a:lnTo>
                <a:lnTo>
                  <a:pt x="266" y="5"/>
                </a:lnTo>
                <a:lnTo>
                  <a:pt x="258" y="3"/>
                </a:lnTo>
                <a:lnTo>
                  <a:pt x="249" y="1"/>
                </a:lnTo>
                <a:lnTo>
                  <a:pt x="241" y="0"/>
                </a:lnTo>
                <a:lnTo>
                  <a:pt x="231" y="0"/>
                </a:lnTo>
                <a:lnTo>
                  <a:pt x="222" y="0"/>
                </a:lnTo>
                <a:lnTo>
                  <a:pt x="214" y="1"/>
                </a:lnTo>
                <a:lnTo>
                  <a:pt x="205" y="3"/>
                </a:lnTo>
                <a:lnTo>
                  <a:pt x="197" y="5"/>
                </a:lnTo>
                <a:lnTo>
                  <a:pt x="188" y="7"/>
                </a:lnTo>
                <a:lnTo>
                  <a:pt x="181" y="11"/>
                </a:lnTo>
                <a:lnTo>
                  <a:pt x="173" y="15"/>
                </a:lnTo>
                <a:lnTo>
                  <a:pt x="166" y="19"/>
                </a:lnTo>
                <a:lnTo>
                  <a:pt x="159" y="24"/>
                </a:lnTo>
                <a:lnTo>
                  <a:pt x="152" y="29"/>
                </a:lnTo>
                <a:lnTo>
                  <a:pt x="146" y="35"/>
                </a:lnTo>
                <a:lnTo>
                  <a:pt x="140" y="41"/>
                </a:lnTo>
                <a:lnTo>
                  <a:pt x="134" y="48"/>
                </a:lnTo>
                <a:lnTo>
                  <a:pt x="130" y="55"/>
                </a:lnTo>
                <a:lnTo>
                  <a:pt x="125" y="62"/>
                </a:lnTo>
                <a:lnTo>
                  <a:pt x="122" y="70"/>
                </a:lnTo>
                <a:lnTo>
                  <a:pt x="54" y="70"/>
                </a:lnTo>
                <a:lnTo>
                  <a:pt x="43" y="71"/>
                </a:lnTo>
                <a:lnTo>
                  <a:pt x="33" y="74"/>
                </a:lnTo>
                <a:lnTo>
                  <a:pt x="24" y="78"/>
                </a:lnTo>
                <a:lnTo>
                  <a:pt x="16" y="85"/>
                </a:lnTo>
                <a:lnTo>
                  <a:pt x="10" y="92"/>
                </a:lnTo>
                <a:lnTo>
                  <a:pt x="5" y="102"/>
                </a:lnTo>
                <a:lnTo>
                  <a:pt x="1" y="112"/>
                </a:lnTo>
                <a:lnTo>
                  <a:pt x="0" y="122"/>
                </a:lnTo>
                <a:lnTo>
                  <a:pt x="1" y="133"/>
                </a:lnTo>
                <a:lnTo>
                  <a:pt x="5" y="143"/>
                </a:lnTo>
                <a:lnTo>
                  <a:pt x="10" y="151"/>
                </a:lnTo>
                <a:lnTo>
                  <a:pt x="16" y="160"/>
                </a:lnTo>
                <a:lnTo>
                  <a:pt x="24" y="166"/>
                </a:lnTo>
                <a:lnTo>
                  <a:pt x="33" y="171"/>
                </a:lnTo>
                <a:lnTo>
                  <a:pt x="43" y="174"/>
                </a:lnTo>
                <a:lnTo>
                  <a:pt x="54" y="175"/>
                </a:lnTo>
                <a:lnTo>
                  <a:pt x="122" y="175"/>
                </a:lnTo>
                <a:lnTo>
                  <a:pt x="125" y="182"/>
                </a:lnTo>
                <a:lnTo>
                  <a:pt x="130" y="190"/>
                </a:lnTo>
                <a:lnTo>
                  <a:pt x="134" y="196"/>
                </a:lnTo>
                <a:lnTo>
                  <a:pt x="140" y="203"/>
                </a:lnTo>
                <a:lnTo>
                  <a:pt x="146" y="209"/>
                </a:lnTo>
                <a:lnTo>
                  <a:pt x="152" y="215"/>
                </a:lnTo>
                <a:lnTo>
                  <a:pt x="159" y="220"/>
                </a:lnTo>
                <a:lnTo>
                  <a:pt x="166" y="225"/>
                </a:lnTo>
                <a:lnTo>
                  <a:pt x="173" y="230"/>
                </a:lnTo>
                <a:lnTo>
                  <a:pt x="181" y="233"/>
                </a:lnTo>
                <a:lnTo>
                  <a:pt x="188" y="236"/>
                </a:lnTo>
                <a:lnTo>
                  <a:pt x="197" y="239"/>
                </a:lnTo>
                <a:lnTo>
                  <a:pt x="205" y="242"/>
                </a:lnTo>
                <a:lnTo>
                  <a:pt x="214" y="244"/>
                </a:lnTo>
                <a:lnTo>
                  <a:pt x="222" y="244"/>
                </a:lnTo>
                <a:lnTo>
                  <a:pt x="231" y="245"/>
                </a:lnTo>
                <a:lnTo>
                  <a:pt x="241" y="244"/>
                </a:lnTo>
                <a:lnTo>
                  <a:pt x="249" y="244"/>
                </a:lnTo>
                <a:lnTo>
                  <a:pt x="258" y="242"/>
                </a:lnTo>
                <a:lnTo>
                  <a:pt x="266" y="239"/>
                </a:lnTo>
                <a:lnTo>
                  <a:pt x="275" y="236"/>
                </a:lnTo>
                <a:lnTo>
                  <a:pt x="283" y="233"/>
                </a:lnTo>
                <a:lnTo>
                  <a:pt x="290" y="230"/>
                </a:lnTo>
                <a:lnTo>
                  <a:pt x="298" y="225"/>
                </a:lnTo>
                <a:lnTo>
                  <a:pt x="304" y="220"/>
                </a:lnTo>
                <a:lnTo>
                  <a:pt x="310" y="215"/>
                </a:lnTo>
                <a:lnTo>
                  <a:pt x="317" y="209"/>
                </a:lnTo>
                <a:lnTo>
                  <a:pt x="323" y="203"/>
                </a:lnTo>
                <a:lnTo>
                  <a:pt x="329" y="196"/>
                </a:lnTo>
                <a:lnTo>
                  <a:pt x="333" y="190"/>
                </a:lnTo>
                <a:lnTo>
                  <a:pt x="337" y="182"/>
                </a:lnTo>
                <a:lnTo>
                  <a:pt x="342" y="175"/>
                </a:lnTo>
                <a:lnTo>
                  <a:pt x="659" y="175"/>
                </a:lnTo>
                <a:lnTo>
                  <a:pt x="670" y="174"/>
                </a:lnTo>
                <a:lnTo>
                  <a:pt x="679" y="171"/>
                </a:lnTo>
                <a:lnTo>
                  <a:pt x="688" y="166"/>
                </a:lnTo>
                <a:lnTo>
                  <a:pt x="696" y="160"/>
                </a:lnTo>
                <a:lnTo>
                  <a:pt x="702" y="151"/>
                </a:lnTo>
                <a:lnTo>
                  <a:pt x="707" y="143"/>
                </a:lnTo>
                <a:lnTo>
                  <a:pt x="711" y="133"/>
                </a:lnTo>
                <a:lnTo>
                  <a:pt x="712" y="122"/>
                </a:lnTo>
                <a:lnTo>
                  <a:pt x="711" y="112"/>
                </a:lnTo>
                <a:lnTo>
                  <a:pt x="707" y="102"/>
                </a:lnTo>
                <a:lnTo>
                  <a:pt x="702" y="92"/>
                </a:lnTo>
                <a:lnTo>
                  <a:pt x="696" y="85"/>
                </a:lnTo>
                <a:lnTo>
                  <a:pt x="688" y="78"/>
                </a:lnTo>
                <a:lnTo>
                  <a:pt x="679" y="74"/>
                </a:lnTo>
                <a:lnTo>
                  <a:pt x="670" y="71"/>
                </a:lnTo>
                <a:lnTo>
                  <a:pt x="659" y="70"/>
                </a:lnTo>
                <a:close/>
                <a:moveTo>
                  <a:pt x="112" y="147"/>
                </a:moveTo>
                <a:lnTo>
                  <a:pt x="54" y="147"/>
                </a:lnTo>
                <a:lnTo>
                  <a:pt x="49" y="147"/>
                </a:lnTo>
                <a:lnTo>
                  <a:pt x="43" y="145"/>
                </a:lnTo>
                <a:lnTo>
                  <a:pt x="39" y="143"/>
                </a:lnTo>
                <a:lnTo>
                  <a:pt x="36" y="140"/>
                </a:lnTo>
                <a:lnTo>
                  <a:pt x="33" y="136"/>
                </a:lnTo>
                <a:lnTo>
                  <a:pt x="30" y="132"/>
                </a:lnTo>
                <a:lnTo>
                  <a:pt x="29" y="128"/>
                </a:lnTo>
                <a:lnTo>
                  <a:pt x="28" y="122"/>
                </a:lnTo>
                <a:lnTo>
                  <a:pt x="29" y="117"/>
                </a:lnTo>
                <a:lnTo>
                  <a:pt x="30" y="113"/>
                </a:lnTo>
                <a:lnTo>
                  <a:pt x="33" y="108"/>
                </a:lnTo>
                <a:lnTo>
                  <a:pt x="36" y="104"/>
                </a:lnTo>
                <a:lnTo>
                  <a:pt x="39" y="102"/>
                </a:lnTo>
                <a:lnTo>
                  <a:pt x="43" y="99"/>
                </a:lnTo>
                <a:lnTo>
                  <a:pt x="49" y="98"/>
                </a:lnTo>
                <a:lnTo>
                  <a:pt x="54" y="98"/>
                </a:lnTo>
                <a:lnTo>
                  <a:pt x="112" y="98"/>
                </a:lnTo>
                <a:lnTo>
                  <a:pt x="110" y="109"/>
                </a:lnTo>
                <a:lnTo>
                  <a:pt x="110" y="122"/>
                </a:lnTo>
                <a:lnTo>
                  <a:pt x="110" y="135"/>
                </a:lnTo>
                <a:lnTo>
                  <a:pt x="112" y="147"/>
                </a:lnTo>
                <a:close/>
                <a:moveTo>
                  <a:pt x="231" y="217"/>
                </a:moveTo>
                <a:lnTo>
                  <a:pt x="221" y="216"/>
                </a:lnTo>
                <a:lnTo>
                  <a:pt x="213" y="215"/>
                </a:lnTo>
                <a:lnTo>
                  <a:pt x="203" y="213"/>
                </a:lnTo>
                <a:lnTo>
                  <a:pt x="195" y="209"/>
                </a:lnTo>
                <a:lnTo>
                  <a:pt x="187" y="205"/>
                </a:lnTo>
                <a:lnTo>
                  <a:pt x="178" y="201"/>
                </a:lnTo>
                <a:lnTo>
                  <a:pt x="171" y="195"/>
                </a:lnTo>
                <a:lnTo>
                  <a:pt x="165" y="189"/>
                </a:lnTo>
                <a:lnTo>
                  <a:pt x="159" y="182"/>
                </a:lnTo>
                <a:lnTo>
                  <a:pt x="153" y="175"/>
                </a:lnTo>
                <a:lnTo>
                  <a:pt x="148" y="167"/>
                </a:lnTo>
                <a:lnTo>
                  <a:pt x="144" y="159"/>
                </a:lnTo>
                <a:lnTo>
                  <a:pt x="141" y="150"/>
                </a:lnTo>
                <a:lnTo>
                  <a:pt x="139" y="142"/>
                </a:lnTo>
                <a:lnTo>
                  <a:pt x="138" y="132"/>
                </a:lnTo>
                <a:lnTo>
                  <a:pt x="137" y="122"/>
                </a:lnTo>
                <a:lnTo>
                  <a:pt x="138" y="113"/>
                </a:lnTo>
                <a:lnTo>
                  <a:pt x="139" y="103"/>
                </a:lnTo>
                <a:lnTo>
                  <a:pt x="141" y="94"/>
                </a:lnTo>
                <a:lnTo>
                  <a:pt x="144" y="86"/>
                </a:lnTo>
                <a:lnTo>
                  <a:pt x="148" y="77"/>
                </a:lnTo>
                <a:lnTo>
                  <a:pt x="153" y="70"/>
                </a:lnTo>
                <a:lnTo>
                  <a:pt x="159" y="62"/>
                </a:lnTo>
                <a:lnTo>
                  <a:pt x="165" y="56"/>
                </a:lnTo>
                <a:lnTo>
                  <a:pt x="171" y="49"/>
                </a:lnTo>
                <a:lnTo>
                  <a:pt x="178" y="44"/>
                </a:lnTo>
                <a:lnTo>
                  <a:pt x="187" y="40"/>
                </a:lnTo>
                <a:lnTo>
                  <a:pt x="195" y="35"/>
                </a:lnTo>
                <a:lnTo>
                  <a:pt x="203" y="32"/>
                </a:lnTo>
                <a:lnTo>
                  <a:pt x="213" y="30"/>
                </a:lnTo>
                <a:lnTo>
                  <a:pt x="221" y="28"/>
                </a:lnTo>
                <a:lnTo>
                  <a:pt x="231" y="28"/>
                </a:lnTo>
                <a:lnTo>
                  <a:pt x="241" y="28"/>
                </a:lnTo>
                <a:lnTo>
                  <a:pt x="250" y="30"/>
                </a:lnTo>
                <a:lnTo>
                  <a:pt x="260" y="32"/>
                </a:lnTo>
                <a:lnTo>
                  <a:pt x="269" y="35"/>
                </a:lnTo>
                <a:lnTo>
                  <a:pt x="276" y="40"/>
                </a:lnTo>
                <a:lnTo>
                  <a:pt x="285" y="44"/>
                </a:lnTo>
                <a:lnTo>
                  <a:pt x="291" y="49"/>
                </a:lnTo>
                <a:lnTo>
                  <a:pt x="299" y="56"/>
                </a:lnTo>
                <a:lnTo>
                  <a:pt x="304" y="62"/>
                </a:lnTo>
                <a:lnTo>
                  <a:pt x="309" y="70"/>
                </a:lnTo>
                <a:lnTo>
                  <a:pt x="315" y="77"/>
                </a:lnTo>
                <a:lnTo>
                  <a:pt x="318" y="86"/>
                </a:lnTo>
                <a:lnTo>
                  <a:pt x="321" y="94"/>
                </a:lnTo>
                <a:lnTo>
                  <a:pt x="324" y="103"/>
                </a:lnTo>
                <a:lnTo>
                  <a:pt x="325" y="113"/>
                </a:lnTo>
                <a:lnTo>
                  <a:pt x="325" y="122"/>
                </a:lnTo>
                <a:lnTo>
                  <a:pt x="325" y="132"/>
                </a:lnTo>
                <a:lnTo>
                  <a:pt x="324" y="142"/>
                </a:lnTo>
                <a:lnTo>
                  <a:pt x="321" y="150"/>
                </a:lnTo>
                <a:lnTo>
                  <a:pt x="318" y="159"/>
                </a:lnTo>
                <a:lnTo>
                  <a:pt x="315" y="167"/>
                </a:lnTo>
                <a:lnTo>
                  <a:pt x="309" y="175"/>
                </a:lnTo>
                <a:lnTo>
                  <a:pt x="304" y="182"/>
                </a:lnTo>
                <a:lnTo>
                  <a:pt x="299" y="189"/>
                </a:lnTo>
                <a:lnTo>
                  <a:pt x="291" y="195"/>
                </a:lnTo>
                <a:lnTo>
                  <a:pt x="285" y="201"/>
                </a:lnTo>
                <a:lnTo>
                  <a:pt x="276" y="205"/>
                </a:lnTo>
                <a:lnTo>
                  <a:pt x="269" y="209"/>
                </a:lnTo>
                <a:lnTo>
                  <a:pt x="260" y="213"/>
                </a:lnTo>
                <a:lnTo>
                  <a:pt x="250" y="215"/>
                </a:lnTo>
                <a:lnTo>
                  <a:pt x="241" y="216"/>
                </a:lnTo>
                <a:lnTo>
                  <a:pt x="231" y="2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7" name="Freeform 95">
            <a:extLst>
              <a:ext uri="{FF2B5EF4-FFF2-40B4-BE49-F238E27FC236}">
                <a16:creationId xmlns:a16="http://schemas.microsoft.com/office/drawing/2014/main" id="{AAA11D75-7C6D-45D6-AEAE-B87734A9FEF3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992563"/>
            <a:ext cx="376238" cy="377825"/>
          </a:xfrm>
          <a:custGeom>
            <a:avLst/>
            <a:gdLst>
              <a:gd name="T0" fmla="*/ 553 w 712"/>
              <a:gd name="T1" fmla="*/ 60 h 712"/>
              <a:gd name="T2" fmla="*/ 476 w 712"/>
              <a:gd name="T3" fmla="*/ 22 h 712"/>
              <a:gd name="T4" fmla="*/ 391 w 712"/>
              <a:gd name="T5" fmla="*/ 2 h 712"/>
              <a:gd name="T6" fmla="*/ 303 w 712"/>
              <a:gd name="T7" fmla="*/ 4 h 712"/>
              <a:gd name="T8" fmla="*/ 220 w 712"/>
              <a:gd name="T9" fmla="*/ 27 h 712"/>
              <a:gd name="T10" fmla="*/ 145 w 712"/>
              <a:gd name="T11" fmla="*/ 70 h 712"/>
              <a:gd name="T12" fmla="*/ 81 w 712"/>
              <a:gd name="T13" fmla="*/ 131 h 712"/>
              <a:gd name="T14" fmla="*/ 35 w 712"/>
              <a:gd name="T15" fmla="*/ 204 h 712"/>
              <a:gd name="T16" fmla="*/ 8 w 712"/>
              <a:gd name="T17" fmla="*/ 287 h 712"/>
              <a:gd name="T18" fmla="*/ 1 w 712"/>
              <a:gd name="T19" fmla="*/ 374 h 712"/>
              <a:gd name="T20" fmla="*/ 16 w 712"/>
              <a:gd name="T21" fmla="*/ 460 h 712"/>
              <a:gd name="T22" fmla="*/ 51 w 712"/>
              <a:gd name="T23" fmla="*/ 539 h 712"/>
              <a:gd name="T24" fmla="*/ 104 w 712"/>
              <a:gd name="T25" fmla="*/ 608 h 712"/>
              <a:gd name="T26" fmla="*/ 174 w 712"/>
              <a:gd name="T27" fmla="*/ 661 h 712"/>
              <a:gd name="T28" fmla="*/ 252 w 712"/>
              <a:gd name="T29" fmla="*/ 697 h 712"/>
              <a:gd name="T30" fmla="*/ 338 w 712"/>
              <a:gd name="T31" fmla="*/ 712 h 712"/>
              <a:gd name="T32" fmla="*/ 426 w 712"/>
              <a:gd name="T33" fmla="*/ 705 h 712"/>
              <a:gd name="T34" fmla="*/ 508 w 712"/>
              <a:gd name="T35" fmla="*/ 677 h 712"/>
              <a:gd name="T36" fmla="*/ 581 w 712"/>
              <a:gd name="T37" fmla="*/ 631 h 712"/>
              <a:gd name="T38" fmla="*/ 642 w 712"/>
              <a:gd name="T39" fmla="*/ 568 h 712"/>
              <a:gd name="T40" fmla="*/ 685 w 712"/>
              <a:gd name="T41" fmla="*/ 492 h 712"/>
              <a:gd name="T42" fmla="*/ 707 w 712"/>
              <a:gd name="T43" fmla="*/ 409 h 712"/>
              <a:gd name="T44" fmla="*/ 710 w 712"/>
              <a:gd name="T45" fmla="*/ 321 h 712"/>
              <a:gd name="T46" fmla="*/ 691 w 712"/>
              <a:gd name="T47" fmla="*/ 236 h 712"/>
              <a:gd name="T48" fmla="*/ 652 w 712"/>
              <a:gd name="T49" fmla="*/ 159 h 712"/>
              <a:gd name="T50" fmla="*/ 357 w 712"/>
              <a:gd name="T51" fmla="*/ 684 h 712"/>
              <a:gd name="T52" fmla="*/ 274 w 712"/>
              <a:gd name="T53" fmla="*/ 673 h 712"/>
              <a:gd name="T54" fmla="*/ 200 w 712"/>
              <a:gd name="T55" fmla="*/ 644 h 712"/>
              <a:gd name="T56" fmla="*/ 136 w 712"/>
              <a:gd name="T57" fmla="*/ 599 h 712"/>
              <a:gd name="T58" fmla="*/ 84 w 712"/>
              <a:gd name="T59" fmla="*/ 539 h 712"/>
              <a:gd name="T60" fmla="*/ 49 w 712"/>
              <a:gd name="T61" fmla="*/ 469 h 712"/>
              <a:gd name="T62" fmla="*/ 30 w 712"/>
              <a:gd name="T63" fmla="*/ 390 h 712"/>
              <a:gd name="T64" fmla="*/ 33 w 712"/>
              <a:gd name="T65" fmla="*/ 306 h 712"/>
              <a:gd name="T66" fmla="*/ 54 w 712"/>
              <a:gd name="T67" fmla="*/ 229 h 712"/>
              <a:gd name="T68" fmla="*/ 94 w 712"/>
              <a:gd name="T69" fmla="*/ 160 h 712"/>
              <a:gd name="T70" fmla="*/ 147 w 712"/>
              <a:gd name="T71" fmla="*/ 103 h 712"/>
              <a:gd name="T72" fmla="*/ 214 w 712"/>
              <a:gd name="T73" fmla="*/ 60 h 712"/>
              <a:gd name="T74" fmla="*/ 290 w 712"/>
              <a:gd name="T75" fmla="*/ 35 h 712"/>
              <a:gd name="T76" fmla="*/ 373 w 712"/>
              <a:gd name="T77" fmla="*/ 29 h 712"/>
              <a:gd name="T78" fmla="*/ 453 w 712"/>
              <a:gd name="T79" fmla="*/ 43 h 712"/>
              <a:gd name="T80" fmla="*/ 526 w 712"/>
              <a:gd name="T81" fmla="*/ 76 h 712"/>
              <a:gd name="T82" fmla="*/ 587 w 712"/>
              <a:gd name="T83" fmla="*/ 125 h 712"/>
              <a:gd name="T84" fmla="*/ 637 w 712"/>
              <a:gd name="T85" fmla="*/ 186 h 712"/>
              <a:gd name="T86" fmla="*/ 669 w 712"/>
              <a:gd name="T87" fmla="*/ 259 h 712"/>
              <a:gd name="T88" fmla="*/ 684 w 712"/>
              <a:gd name="T89" fmla="*/ 339 h 712"/>
              <a:gd name="T90" fmla="*/ 677 w 712"/>
              <a:gd name="T91" fmla="*/ 422 h 712"/>
              <a:gd name="T92" fmla="*/ 652 w 712"/>
              <a:gd name="T93" fmla="*/ 498 h 712"/>
              <a:gd name="T94" fmla="*/ 609 w 712"/>
              <a:gd name="T95" fmla="*/ 565 h 712"/>
              <a:gd name="T96" fmla="*/ 552 w 712"/>
              <a:gd name="T97" fmla="*/ 618 h 712"/>
              <a:gd name="T98" fmla="*/ 483 w 712"/>
              <a:gd name="T99" fmla="*/ 658 h 712"/>
              <a:gd name="T100" fmla="*/ 406 w 712"/>
              <a:gd name="T101" fmla="*/ 681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12" h="712">
                <a:moveTo>
                  <a:pt x="608" y="104"/>
                </a:moveTo>
                <a:lnTo>
                  <a:pt x="595" y="92"/>
                </a:lnTo>
                <a:lnTo>
                  <a:pt x="581" y="81"/>
                </a:lnTo>
                <a:lnTo>
                  <a:pt x="568" y="70"/>
                </a:lnTo>
                <a:lnTo>
                  <a:pt x="553" y="60"/>
                </a:lnTo>
                <a:lnTo>
                  <a:pt x="539" y="51"/>
                </a:lnTo>
                <a:lnTo>
                  <a:pt x="524" y="42"/>
                </a:lnTo>
                <a:lnTo>
                  <a:pt x="508" y="34"/>
                </a:lnTo>
                <a:lnTo>
                  <a:pt x="492" y="27"/>
                </a:lnTo>
                <a:lnTo>
                  <a:pt x="476" y="22"/>
                </a:lnTo>
                <a:lnTo>
                  <a:pt x="460" y="16"/>
                </a:lnTo>
                <a:lnTo>
                  <a:pt x="443" y="11"/>
                </a:lnTo>
                <a:lnTo>
                  <a:pt x="426" y="8"/>
                </a:lnTo>
                <a:lnTo>
                  <a:pt x="409" y="4"/>
                </a:lnTo>
                <a:lnTo>
                  <a:pt x="391" y="2"/>
                </a:lnTo>
                <a:lnTo>
                  <a:pt x="374" y="1"/>
                </a:lnTo>
                <a:lnTo>
                  <a:pt x="357" y="0"/>
                </a:lnTo>
                <a:lnTo>
                  <a:pt x="338" y="1"/>
                </a:lnTo>
                <a:lnTo>
                  <a:pt x="321" y="2"/>
                </a:lnTo>
                <a:lnTo>
                  <a:pt x="303" y="4"/>
                </a:lnTo>
                <a:lnTo>
                  <a:pt x="286" y="8"/>
                </a:lnTo>
                <a:lnTo>
                  <a:pt x="270" y="11"/>
                </a:lnTo>
                <a:lnTo>
                  <a:pt x="252" y="16"/>
                </a:lnTo>
                <a:lnTo>
                  <a:pt x="236" y="22"/>
                </a:lnTo>
                <a:lnTo>
                  <a:pt x="220" y="27"/>
                </a:lnTo>
                <a:lnTo>
                  <a:pt x="204" y="34"/>
                </a:lnTo>
                <a:lnTo>
                  <a:pt x="189" y="42"/>
                </a:lnTo>
                <a:lnTo>
                  <a:pt x="174" y="51"/>
                </a:lnTo>
                <a:lnTo>
                  <a:pt x="159" y="60"/>
                </a:lnTo>
                <a:lnTo>
                  <a:pt x="145" y="70"/>
                </a:lnTo>
                <a:lnTo>
                  <a:pt x="131" y="81"/>
                </a:lnTo>
                <a:lnTo>
                  <a:pt x="117" y="92"/>
                </a:lnTo>
                <a:lnTo>
                  <a:pt x="104" y="104"/>
                </a:lnTo>
                <a:lnTo>
                  <a:pt x="93" y="117"/>
                </a:lnTo>
                <a:lnTo>
                  <a:pt x="81" y="131"/>
                </a:lnTo>
                <a:lnTo>
                  <a:pt x="70" y="145"/>
                </a:lnTo>
                <a:lnTo>
                  <a:pt x="60" y="159"/>
                </a:lnTo>
                <a:lnTo>
                  <a:pt x="51" y="174"/>
                </a:lnTo>
                <a:lnTo>
                  <a:pt x="42" y="189"/>
                </a:lnTo>
                <a:lnTo>
                  <a:pt x="35" y="204"/>
                </a:lnTo>
                <a:lnTo>
                  <a:pt x="27" y="220"/>
                </a:lnTo>
                <a:lnTo>
                  <a:pt x="22" y="236"/>
                </a:lnTo>
                <a:lnTo>
                  <a:pt x="16" y="252"/>
                </a:lnTo>
                <a:lnTo>
                  <a:pt x="11" y="270"/>
                </a:lnTo>
                <a:lnTo>
                  <a:pt x="8" y="287"/>
                </a:lnTo>
                <a:lnTo>
                  <a:pt x="5" y="304"/>
                </a:lnTo>
                <a:lnTo>
                  <a:pt x="3" y="321"/>
                </a:lnTo>
                <a:lnTo>
                  <a:pt x="1" y="338"/>
                </a:lnTo>
                <a:lnTo>
                  <a:pt x="0" y="356"/>
                </a:lnTo>
                <a:lnTo>
                  <a:pt x="1" y="374"/>
                </a:lnTo>
                <a:lnTo>
                  <a:pt x="3" y="392"/>
                </a:lnTo>
                <a:lnTo>
                  <a:pt x="5" y="409"/>
                </a:lnTo>
                <a:lnTo>
                  <a:pt x="8" y="426"/>
                </a:lnTo>
                <a:lnTo>
                  <a:pt x="11" y="443"/>
                </a:lnTo>
                <a:lnTo>
                  <a:pt x="16" y="460"/>
                </a:lnTo>
                <a:lnTo>
                  <a:pt x="22" y="476"/>
                </a:lnTo>
                <a:lnTo>
                  <a:pt x="27" y="492"/>
                </a:lnTo>
                <a:lnTo>
                  <a:pt x="35" y="508"/>
                </a:lnTo>
                <a:lnTo>
                  <a:pt x="42" y="524"/>
                </a:lnTo>
                <a:lnTo>
                  <a:pt x="51" y="539"/>
                </a:lnTo>
                <a:lnTo>
                  <a:pt x="60" y="553"/>
                </a:lnTo>
                <a:lnTo>
                  <a:pt x="70" y="568"/>
                </a:lnTo>
                <a:lnTo>
                  <a:pt x="81" y="581"/>
                </a:lnTo>
                <a:lnTo>
                  <a:pt x="93" y="595"/>
                </a:lnTo>
                <a:lnTo>
                  <a:pt x="104" y="608"/>
                </a:lnTo>
                <a:lnTo>
                  <a:pt x="117" y="620"/>
                </a:lnTo>
                <a:lnTo>
                  <a:pt x="131" y="631"/>
                </a:lnTo>
                <a:lnTo>
                  <a:pt x="145" y="642"/>
                </a:lnTo>
                <a:lnTo>
                  <a:pt x="159" y="652"/>
                </a:lnTo>
                <a:lnTo>
                  <a:pt x="174" y="661"/>
                </a:lnTo>
                <a:lnTo>
                  <a:pt x="189" y="670"/>
                </a:lnTo>
                <a:lnTo>
                  <a:pt x="204" y="677"/>
                </a:lnTo>
                <a:lnTo>
                  <a:pt x="220" y="685"/>
                </a:lnTo>
                <a:lnTo>
                  <a:pt x="236" y="691"/>
                </a:lnTo>
                <a:lnTo>
                  <a:pt x="252" y="697"/>
                </a:lnTo>
                <a:lnTo>
                  <a:pt x="270" y="701"/>
                </a:lnTo>
                <a:lnTo>
                  <a:pt x="286" y="705"/>
                </a:lnTo>
                <a:lnTo>
                  <a:pt x="303" y="708"/>
                </a:lnTo>
                <a:lnTo>
                  <a:pt x="321" y="710"/>
                </a:lnTo>
                <a:lnTo>
                  <a:pt x="338" y="712"/>
                </a:lnTo>
                <a:lnTo>
                  <a:pt x="357" y="712"/>
                </a:lnTo>
                <a:lnTo>
                  <a:pt x="374" y="712"/>
                </a:lnTo>
                <a:lnTo>
                  <a:pt x="391" y="710"/>
                </a:lnTo>
                <a:lnTo>
                  <a:pt x="409" y="708"/>
                </a:lnTo>
                <a:lnTo>
                  <a:pt x="426" y="705"/>
                </a:lnTo>
                <a:lnTo>
                  <a:pt x="443" y="701"/>
                </a:lnTo>
                <a:lnTo>
                  <a:pt x="460" y="697"/>
                </a:lnTo>
                <a:lnTo>
                  <a:pt x="476" y="691"/>
                </a:lnTo>
                <a:lnTo>
                  <a:pt x="492" y="685"/>
                </a:lnTo>
                <a:lnTo>
                  <a:pt x="508" y="677"/>
                </a:lnTo>
                <a:lnTo>
                  <a:pt x="524" y="670"/>
                </a:lnTo>
                <a:lnTo>
                  <a:pt x="539" y="661"/>
                </a:lnTo>
                <a:lnTo>
                  <a:pt x="553" y="652"/>
                </a:lnTo>
                <a:lnTo>
                  <a:pt x="568" y="642"/>
                </a:lnTo>
                <a:lnTo>
                  <a:pt x="581" y="631"/>
                </a:lnTo>
                <a:lnTo>
                  <a:pt x="595" y="620"/>
                </a:lnTo>
                <a:lnTo>
                  <a:pt x="608" y="608"/>
                </a:lnTo>
                <a:lnTo>
                  <a:pt x="619" y="595"/>
                </a:lnTo>
                <a:lnTo>
                  <a:pt x="631" y="581"/>
                </a:lnTo>
                <a:lnTo>
                  <a:pt x="642" y="568"/>
                </a:lnTo>
                <a:lnTo>
                  <a:pt x="652" y="553"/>
                </a:lnTo>
                <a:lnTo>
                  <a:pt x="661" y="539"/>
                </a:lnTo>
                <a:lnTo>
                  <a:pt x="670" y="524"/>
                </a:lnTo>
                <a:lnTo>
                  <a:pt x="677" y="508"/>
                </a:lnTo>
                <a:lnTo>
                  <a:pt x="685" y="492"/>
                </a:lnTo>
                <a:lnTo>
                  <a:pt x="691" y="476"/>
                </a:lnTo>
                <a:lnTo>
                  <a:pt x="697" y="460"/>
                </a:lnTo>
                <a:lnTo>
                  <a:pt x="701" y="443"/>
                </a:lnTo>
                <a:lnTo>
                  <a:pt x="704" y="426"/>
                </a:lnTo>
                <a:lnTo>
                  <a:pt x="707" y="409"/>
                </a:lnTo>
                <a:lnTo>
                  <a:pt x="710" y="392"/>
                </a:lnTo>
                <a:lnTo>
                  <a:pt x="711" y="374"/>
                </a:lnTo>
                <a:lnTo>
                  <a:pt x="712" y="356"/>
                </a:lnTo>
                <a:lnTo>
                  <a:pt x="711" y="338"/>
                </a:lnTo>
                <a:lnTo>
                  <a:pt x="710" y="321"/>
                </a:lnTo>
                <a:lnTo>
                  <a:pt x="707" y="304"/>
                </a:lnTo>
                <a:lnTo>
                  <a:pt x="704" y="287"/>
                </a:lnTo>
                <a:lnTo>
                  <a:pt x="701" y="270"/>
                </a:lnTo>
                <a:lnTo>
                  <a:pt x="697" y="252"/>
                </a:lnTo>
                <a:lnTo>
                  <a:pt x="691" y="236"/>
                </a:lnTo>
                <a:lnTo>
                  <a:pt x="685" y="220"/>
                </a:lnTo>
                <a:lnTo>
                  <a:pt x="677" y="204"/>
                </a:lnTo>
                <a:lnTo>
                  <a:pt x="670" y="189"/>
                </a:lnTo>
                <a:lnTo>
                  <a:pt x="661" y="174"/>
                </a:lnTo>
                <a:lnTo>
                  <a:pt x="652" y="159"/>
                </a:lnTo>
                <a:lnTo>
                  <a:pt x="642" y="145"/>
                </a:lnTo>
                <a:lnTo>
                  <a:pt x="631" y="131"/>
                </a:lnTo>
                <a:lnTo>
                  <a:pt x="619" y="117"/>
                </a:lnTo>
                <a:lnTo>
                  <a:pt x="608" y="104"/>
                </a:lnTo>
                <a:close/>
                <a:moveTo>
                  <a:pt x="357" y="684"/>
                </a:moveTo>
                <a:lnTo>
                  <a:pt x="339" y="684"/>
                </a:lnTo>
                <a:lnTo>
                  <a:pt x="322" y="682"/>
                </a:lnTo>
                <a:lnTo>
                  <a:pt x="306" y="681"/>
                </a:lnTo>
                <a:lnTo>
                  <a:pt x="290" y="677"/>
                </a:lnTo>
                <a:lnTo>
                  <a:pt x="274" y="673"/>
                </a:lnTo>
                <a:lnTo>
                  <a:pt x="259" y="669"/>
                </a:lnTo>
                <a:lnTo>
                  <a:pt x="244" y="664"/>
                </a:lnTo>
                <a:lnTo>
                  <a:pt x="229" y="658"/>
                </a:lnTo>
                <a:lnTo>
                  <a:pt x="214" y="652"/>
                </a:lnTo>
                <a:lnTo>
                  <a:pt x="200" y="644"/>
                </a:lnTo>
                <a:lnTo>
                  <a:pt x="186" y="637"/>
                </a:lnTo>
                <a:lnTo>
                  <a:pt x="173" y="628"/>
                </a:lnTo>
                <a:lnTo>
                  <a:pt x="160" y="618"/>
                </a:lnTo>
                <a:lnTo>
                  <a:pt x="147" y="609"/>
                </a:lnTo>
                <a:lnTo>
                  <a:pt x="136" y="599"/>
                </a:lnTo>
                <a:lnTo>
                  <a:pt x="125" y="588"/>
                </a:lnTo>
                <a:lnTo>
                  <a:pt x="114" y="577"/>
                </a:lnTo>
                <a:lnTo>
                  <a:pt x="103" y="565"/>
                </a:lnTo>
                <a:lnTo>
                  <a:pt x="94" y="552"/>
                </a:lnTo>
                <a:lnTo>
                  <a:pt x="84" y="539"/>
                </a:lnTo>
                <a:lnTo>
                  <a:pt x="75" y="526"/>
                </a:lnTo>
                <a:lnTo>
                  <a:pt x="68" y="512"/>
                </a:lnTo>
                <a:lnTo>
                  <a:pt x="60" y="498"/>
                </a:lnTo>
                <a:lnTo>
                  <a:pt x="54" y="483"/>
                </a:lnTo>
                <a:lnTo>
                  <a:pt x="49" y="469"/>
                </a:lnTo>
                <a:lnTo>
                  <a:pt x="43" y="453"/>
                </a:lnTo>
                <a:lnTo>
                  <a:pt x="39" y="438"/>
                </a:lnTo>
                <a:lnTo>
                  <a:pt x="35" y="422"/>
                </a:lnTo>
                <a:lnTo>
                  <a:pt x="33" y="406"/>
                </a:lnTo>
                <a:lnTo>
                  <a:pt x="30" y="390"/>
                </a:lnTo>
                <a:lnTo>
                  <a:pt x="29" y="373"/>
                </a:lnTo>
                <a:lnTo>
                  <a:pt x="28" y="356"/>
                </a:lnTo>
                <a:lnTo>
                  <a:pt x="29" y="339"/>
                </a:lnTo>
                <a:lnTo>
                  <a:pt x="30" y="322"/>
                </a:lnTo>
                <a:lnTo>
                  <a:pt x="33" y="306"/>
                </a:lnTo>
                <a:lnTo>
                  <a:pt x="35" y="290"/>
                </a:lnTo>
                <a:lnTo>
                  <a:pt x="39" y="274"/>
                </a:lnTo>
                <a:lnTo>
                  <a:pt x="43" y="259"/>
                </a:lnTo>
                <a:lnTo>
                  <a:pt x="49" y="244"/>
                </a:lnTo>
                <a:lnTo>
                  <a:pt x="54" y="229"/>
                </a:lnTo>
                <a:lnTo>
                  <a:pt x="60" y="214"/>
                </a:lnTo>
                <a:lnTo>
                  <a:pt x="68" y="200"/>
                </a:lnTo>
                <a:lnTo>
                  <a:pt x="75" y="186"/>
                </a:lnTo>
                <a:lnTo>
                  <a:pt x="84" y="173"/>
                </a:lnTo>
                <a:lnTo>
                  <a:pt x="94" y="160"/>
                </a:lnTo>
                <a:lnTo>
                  <a:pt x="103" y="148"/>
                </a:lnTo>
                <a:lnTo>
                  <a:pt x="114" y="135"/>
                </a:lnTo>
                <a:lnTo>
                  <a:pt x="125" y="125"/>
                </a:lnTo>
                <a:lnTo>
                  <a:pt x="136" y="114"/>
                </a:lnTo>
                <a:lnTo>
                  <a:pt x="147" y="103"/>
                </a:lnTo>
                <a:lnTo>
                  <a:pt x="160" y="93"/>
                </a:lnTo>
                <a:lnTo>
                  <a:pt x="173" y="85"/>
                </a:lnTo>
                <a:lnTo>
                  <a:pt x="186" y="76"/>
                </a:lnTo>
                <a:lnTo>
                  <a:pt x="200" y="68"/>
                </a:lnTo>
                <a:lnTo>
                  <a:pt x="214" y="60"/>
                </a:lnTo>
                <a:lnTo>
                  <a:pt x="229" y="54"/>
                </a:lnTo>
                <a:lnTo>
                  <a:pt x="244" y="48"/>
                </a:lnTo>
                <a:lnTo>
                  <a:pt x="259" y="43"/>
                </a:lnTo>
                <a:lnTo>
                  <a:pt x="274" y="39"/>
                </a:lnTo>
                <a:lnTo>
                  <a:pt x="290" y="35"/>
                </a:lnTo>
                <a:lnTo>
                  <a:pt x="306" y="32"/>
                </a:lnTo>
                <a:lnTo>
                  <a:pt x="322" y="30"/>
                </a:lnTo>
                <a:lnTo>
                  <a:pt x="339" y="29"/>
                </a:lnTo>
                <a:lnTo>
                  <a:pt x="357" y="28"/>
                </a:lnTo>
                <a:lnTo>
                  <a:pt x="373" y="29"/>
                </a:lnTo>
                <a:lnTo>
                  <a:pt x="390" y="30"/>
                </a:lnTo>
                <a:lnTo>
                  <a:pt x="406" y="32"/>
                </a:lnTo>
                <a:lnTo>
                  <a:pt x="422" y="35"/>
                </a:lnTo>
                <a:lnTo>
                  <a:pt x="438" y="39"/>
                </a:lnTo>
                <a:lnTo>
                  <a:pt x="453" y="43"/>
                </a:lnTo>
                <a:lnTo>
                  <a:pt x="468" y="48"/>
                </a:lnTo>
                <a:lnTo>
                  <a:pt x="483" y="54"/>
                </a:lnTo>
                <a:lnTo>
                  <a:pt x="498" y="60"/>
                </a:lnTo>
                <a:lnTo>
                  <a:pt x="512" y="68"/>
                </a:lnTo>
                <a:lnTo>
                  <a:pt x="526" y="76"/>
                </a:lnTo>
                <a:lnTo>
                  <a:pt x="539" y="85"/>
                </a:lnTo>
                <a:lnTo>
                  <a:pt x="552" y="93"/>
                </a:lnTo>
                <a:lnTo>
                  <a:pt x="565" y="103"/>
                </a:lnTo>
                <a:lnTo>
                  <a:pt x="576" y="114"/>
                </a:lnTo>
                <a:lnTo>
                  <a:pt x="587" y="125"/>
                </a:lnTo>
                <a:lnTo>
                  <a:pt x="599" y="135"/>
                </a:lnTo>
                <a:lnTo>
                  <a:pt x="609" y="148"/>
                </a:lnTo>
                <a:lnTo>
                  <a:pt x="618" y="160"/>
                </a:lnTo>
                <a:lnTo>
                  <a:pt x="628" y="173"/>
                </a:lnTo>
                <a:lnTo>
                  <a:pt x="637" y="186"/>
                </a:lnTo>
                <a:lnTo>
                  <a:pt x="644" y="200"/>
                </a:lnTo>
                <a:lnTo>
                  <a:pt x="652" y="214"/>
                </a:lnTo>
                <a:lnTo>
                  <a:pt x="658" y="229"/>
                </a:lnTo>
                <a:lnTo>
                  <a:pt x="663" y="244"/>
                </a:lnTo>
                <a:lnTo>
                  <a:pt x="669" y="259"/>
                </a:lnTo>
                <a:lnTo>
                  <a:pt x="673" y="274"/>
                </a:lnTo>
                <a:lnTo>
                  <a:pt x="677" y="290"/>
                </a:lnTo>
                <a:lnTo>
                  <a:pt x="679" y="306"/>
                </a:lnTo>
                <a:lnTo>
                  <a:pt x="682" y="322"/>
                </a:lnTo>
                <a:lnTo>
                  <a:pt x="684" y="339"/>
                </a:lnTo>
                <a:lnTo>
                  <a:pt x="684" y="356"/>
                </a:lnTo>
                <a:lnTo>
                  <a:pt x="684" y="373"/>
                </a:lnTo>
                <a:lnTo>
                  <a:pt x="682" y="390"/>
                </a:lnTo>
                <a:lnTo>
                  <a:pt x="679" y="406"/>
                </a:lnTo>
                <a:lnTo>
                  <a:pt x="677" y="422"/>
                </a:lnTo>
                <a:lnTo>
                  <a:pt x="673" y="438"/>
                </a:lnTo>
                <a:lnTo>
                  <a:pt x="669" y="453"/>
                </a:lnTo>
                <a:lnTo>
                  <a:pt x="663" y="469"/>
                </a:lnTo>
                <a:lnTo>
                  <a:pt x="658" y="483"/>
                </a:lnTo>
                <a:lnTo>
                  <a:pt x="652" y="498"/>
                </a:lnTo>
                <a:lnTo>
                  <a:pt x="644" y="512"/>
                </a:lnTo>
                <a:lnTo>
                  <a:pt x="637" y="526"/>
                </a:lnTo>
                <a:lnTo>
                  <a:pt x="628" y="539"/>
                </a:lnTo>
                <a:lnTo>
                  <a:pt x="618" y="552"/>
                </a:lnTo>
                <a:lnTo>
                  <a:pt x="609" y="565"/>
                </a:lnTo>
                <a:lnTo>
                  <a:pt x="599" y="577"/>
                </a:lnTo>
                <a:lnTo>
                  <a:pt x="587" y="588"/>
                </a:lnTo>
                <a:lnTo>
                  <a:pt x="576" y="599"/>
                </a:lnTo>
                <a:lnTo>
                  <a:pt x="565" y="609"/>
                </a:lnTo>
                <a:lnTo>
                  <a:pt x="552" y="618"/>
                </a:lnTo>
                <a:lnTo>
                  <a:pt x="539" y="628"/>
                </a:lnTo>
                <a:lnTo>
                  <a:pt x="526" y="637"/>
                </a:lnTo>
                <a:lnTo>
                  <a:pt x="512" y="644"/>
                </a:lnTo>
                <a:lnTo>
                  <a:pt x="498" y="652"/>
                </a:lnTo>
                <a:lnTo>
                  <a:pt x="483" y="658"/>
                </a:lnTo>
                <a:lnTo>
                  <a:pt x="468" y="664"/>
                </a:lnTo>
                <a:lnTo>
                  <a:pt x="453" y="669"/>
                </a:lnTo>
                <a:lnTo>
                  <a:pt x="438" y="673"/>
                </a:lnTo>
                <a:lnTo>
                  <a:pt x="422" y="677"/>
                </a:lnTo>
                <a:lnTo>
                  <a:pt x="406" y="681"/>
                </a:lnTo>
                <a:lnTo>
                  <a:pt x="390" y="682"/>
                </a:lnTo>
                <a:lnTo>
                  <a:pt x="373" y="684"/>
                </a:lnTo>
                <a:lnTo>
                  <a:pt x="357" y="6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8" name="Freeform 96">
            <a:extLst>
              <a:ext uri="{FF2B5EF4-FFF2-40B4-BE49-F238E27FC236}">
                <a16:creationId xmlns:a16="http://schemas.microsoft.com/office/drawing/2014/main" id="{B8A3A219-5DB1-4394-88FD-C0C227FC7881}"/>
              </a:ext>
            </a:extLst>
          </p:cNvPr>
          <p:cNvSpPr>
            <a:spLocks noEditPoints="1"/>
          </p:cNvSpPr>
          <p:nvPr/>
        </p:nvSpPr>
        <p:spPr bwMode="auto">
          <a:xfrm>
            <a:off x="3609976" y="4114801"/>
            <a:ext cx="134938" cy="134938"/>
          </a:xfrm>
          <a:custGeom>
            <a:avLst/>
            <a:gdLst>
              <a:gd name="T0" fmla="*/ 102 w 255"/>
              <a:gd name="T1" fmla="*/ 2 h 255"/>
              <a:gd name="T2" fmla="*/ 66 w 255"/>
              <a:gd name="T3" fmla="*/ 15 h 255"/>
              <a:gd name="T4" fmla="*/ 36 w 255"/>
              <a:gd name="T5" fmla="*/ 37 h 255"/>
              <a:gd name="T6" fmla="*/ 15 w 255"/>
              <a:gd name="T7" fmla="*/ 66 h 255"/>
              <a:gd name="T8" fmla="*/ 2 w 255"/>
              <a:gd name="T9" fmla="*/ 102 h 255"/>
              <a:gd name="T10" fmla="*/ 0 w 255"/>
              <a:gd name="T11" fmla="*/ 140 h 255"/>
              <a:gd name="T12" fmla="*/ 10 w 255"/>
              <a:gd name="T13" fmla="*/ 177 h 255"/>
              <a:gd name="T14" fmla="*/ 29 w 255"/>
              <a:gd name="T15" fmla="*/ 208 h 255"/>
              <a:gd name="T16" fmla="*/ 56 w 255"/>
              <a:gd name="T17" fmla="*/ 233 h 255"/>
              <a:gd name="T18" fmla="*/ 89 w 255"/>
              <a:gd name="T19" fmla="*/ 249 h 255"/>
              <a:gd name="T20" fmla="*/ 128 w 255"/>
              <a:gd name="T21" fmla="*/ 255 h 255"/>
              <a:gd name="T22" fmla="*/ 165 w 255"/>
              <a:gd name="T23" fmla="*/ 249 h 255"/>
              <a:gd name="T24" fmla="*/ 198 w 255"/>
              <a:gd name="T25" fmla="*/ 233 h 255"/>
              <a:gd name="T26" fmla="*/ 225 w 255"/>
              <a:gd name="T27" fmla="*/ 208 h 255"/>
              <a:gd name="T28" fmla="*/ 244 w 255"/>
              <a:gd name="T29" fmla="*/ 177 h 255"/>
              <a:gd name="T30" fmla="*/ 254 w 255"/>
              <a:gd name="T31" fmla="*/ 140 h 255"/>
              <a:gd name="T32" fmla="*/ 252 w 255"/>
              <a:gd name="T33" fmla="*/ 102 h 255"/>
              <a:gd name="T34" fmla="*/ 239 w 255"/>
              <a:gd name="T35" fmla="*/ 66 h 255"/>
              <a:gd name="T36" fmla="*/ 218 w 255"/>
              <a:gd name="T37" fmla="*/ 37 h 255"/>
              <a:gd name="T38" fmla="*/ 188 w 255"/>
              <a:gd name="T39" fmla="*/ 15 h 255"/>
              <a:gd name="T40" fmla="*/ 153 w 255"/>
              <a:gd name="T41" fmla="*/ 2 h 255"/>
              <a:gd name="T42" fmla="*/ 128 w 255"/>
              <a:gd name="T43" fmla="*/ 227 h 255"/>
              <a:gd name="T44" fmla="*/ 98 w 255"/>
              <a:gd name="T45" fmla="*/ 223 h 255"/>
              <a:gd name="T46" fmla="*/ 72 w 255"/>
              <a:gd name="T47" fmla="*/ 210 h 255"/>
              <a:gd name="T48" fmla="*/ 50 w 255"/>
              <a:gd name="T49" fmla="*/ 191 h 255"/>
              <a:gd name="T50" fmla="*/ 35 w 255"/>
              <a:gd name="T51" fmla="*/ 166 h 255"/>
              <a:gd name="T52" fmla="*/ 28 w 255"/>
              <a:gd name="T53" fmla="*/ 137 h 255"/>
              <a:gd name="T54" fmla="*/ 29 w 255"/>
              <a:gd name="T55" fmla="*/ 107 h 255"/>
              <a:gd name="T56" fmla="*/ 40 w 255"/>
              <a:gd name="T57" fmla="*/ 79 h 255"/>
              <a:gd name="T58" fmla="*/ 57 w 255"/>
              <a:gd name="T59" fmla="*/ 57 h 255"/>
              <a:gd name="T60" fmla="*/ 79 w 255"/>
              <a:gd name="T61" fmla="*/ 39 h 255"/>
              <a:gd name="T62" fmla="*/ 107 w 255"/>
              <a:gd name="T63" fmla="*/ 29 h 255"/>
              <a:gd name="T64" fmla="*/ 137 w 255"/>
              <a:gd name="T65" fmla="*/ 28 h 255"/>
              <a:gd name="T66" fmla="*/ 166 w 255"/>
              <a:gd name="T67" fmla="*/ 35 h 255"/>
              <a:gd name="T68" fmla="*/ 191 w 255"/>
              <a:gd name="T69" fmla="*/ 50 h 255"/>
              <a:gd name="T70" fmla="*/ 210 w 255"/>
              <a:gd name="T71" fmla="*/ 72 h 255"/>
              <a:gd name="T72" fmla="*/ 223 w 255"/>
              <a:gd name="T73" fmla="*/ 97 h 255"/>
              <a:gd name="T74" fmla="*/ 227 w 255"/>
              <a:gd name="T75" fmla="*/ 127 h 255"/>
              <a:gd name="T76" fmla="*/ 223 w 255"/>
              <a:gd name="T77" fmla="*/ 156 h 255"/>
              <a:gd name="T78" fmla="*/ 210 w 255"/>
              <a:gd name="T79" fmla="*/ 183 h 255"/>
              <a:gd name="T80" fmla="*/ 191 w 255"/>
              <a:gd name="T81" fmla="*/ 205 h 255"/>
              <a:gd name="T82" fmla="*/ 166 w 255"/>
              <a:gd name="T83" fmla="*/ 219 h 255"/>
              <a:gd name="T84" fmla="*/ 137 w 255"/>
              <a:gd name="T85" fmla="*/ 226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5" h="255">
                <a:moveTo>
                  <a:pt x="128" y="0"/>
                </a:moveTo>
                <a:lnTo>
                  <a:pt x="114" y="0"/>
                </a:lnTo>
                <a:lnTo>
                  <a:pt x="102" y="2"/>
                </a:lnTo>
                <a:lnTo>
                  <a:pt x="89" y="5"/>
                </a:lnTo>
                <a:lnTo>
                  <a:pt x="77" y="9"/>
                </a:lnTo>
                <a:lnTo>
                  <a:pt x="66" y="15"/>
                </a:lnTo>
                <a:lnTo>
                  <a:pt x="56" y="21"/>
                </a:lnTo>
                <a:lnTo>
                  <a:pt x="46" y="29"/>
                </a:lnTo>
                <a:lnTo>
                  <a:pt x="36" y="37"/>
                </a:lnTo>
                <a:lnTo>
                  <a:pt x="29" y="46"/>
                </a:lnTo>
                <a:lnTo>
                  <a:pt x="21" y="56"/>
                </a:lnTo>
                <a:lnTo>
                  <a:pt x="15" y="66"/>
                </a:lnTo>
                <a:lnTo>
                  <a:pt x="10" y="77"/>
                </a:lnTo>
                <a:lnTo>
                  <a:pt x="5" y="89"/>
                </a:lnTo>
                <a:lnTo>
                  <a:pt x="2" y="102"/>
                </a:lnTo>
                <a:lnTo>
                  <a:pt x="0" y="115"/>
                </a:lnTo>
                <a:lnTo>
                  <a:pt x="0" y="127"/>
                </a:lnTo>
                <a:lnTo>
                  <a:pt x="0" y="140"/>
                </a:lnTo>
                <a:lnTo>
                  <a:pt x="2" y="153"/>
                </a:lnTo>
                <a:lnTo>
                  <a:pt x="5" y="165"/>
                </a:lnTo>
                <a:lnTo>
                  <a:pt x="10" y="177"/>
                </a:lnTo>
                <a:lnTo>
                  <a:pt x="15" y="188"/>
                </a:lnTo>
                <a:lnTo>
                  <a:pt x="21" y="198"/>
                </a:lnTo>
                <a:lnTo>
                  <a:pt x="29" y="208"/>
                </a:lnTo>
                <a:lnTo>
                  <a:pt x="36" y="218"/>
                </a:lnTo>
                <a:lnTo>
                  <a:pt x="46" y="225"/>
                </a:lnTo>
                <a:lnTo>
                  <a:pt x="56" y="233"/>
                </a:lnTo>
                <a:lnTo>
                  <a:pt x="66" y="239"/>
                </a:lnTo>
                <a:lnTo>
                  <a:pt x="77" y="245"/>
                </a:lnTo>
                <a:lnTo>
                  <a:pt x="89" y="249"/>
                </a:lnTo>
                <a:lnTo>
                  <a:pt x="102" y="252"/>
                </a:lnTo>
                <a:lnTo>
                  <a:pt x="114" y="254"/>
                </a:lnTo>
                <a:lnTo>
                  <a:pt x="128" y="255"/>
                </a:lnTo>
                <a:lnTo>
                  <a:pt x="140" y="254"/>
                </a:lnTo>
                <a:lnTo>
                  <a:pt x="153" y="252"/>
                </a:lnTo>
                <a:lnTo>
                  <a:pt x="165" y="249"/>
                </a:lnTo>
                <a:lnTo>
                  <a:pt x="177" y="245"/>
                </a:lnTo>
                <a:lnTo>
                  <a:pt x="188" y="239"/>
                </a:lnTo>
                <a:lnTo>
                  <a:pt x="198" y="233"/>
                </a:lnTo>
                <a:lnTo>
                  <a:pt x="208" y="225"/>
                </a:lnTo>
                <a:lnTo>
                  <a:pt x="218" y="218"/>
                </a:lnTo>
                <a:lnTo>
                  <a:pt x="225" y="208"/>
                </a:lnTo>
                <a:lnTo>
                  <a:pt x="233" y="198"/>
                </a:lnTo>
                <a:lnTo>
                  <a:pt x="239" y="188"/>
                </a:lnTo>
                <a:lnTo>
                  <a:pt x="244" y="177"/>
                </a:lnTo>
                <a:lnTo>
                  <a:pt x="249" y="165"/>
                </a:lnTo>
                <a:lnTo>
                  <a:pt x="252" y="153"/>
                </a:lnTo>
                <a:lnTo>
                  <a:pt x="254" y="140"/>
                </a:lnTo>
                <a:lnTo>
                  <a:pt x="255" y="127"/>
                </a:lnTo>
                <a:lnTo>
                  <a:pt x="254" y="115"/>
                </a:lnTo>
                <a:lnTo>
                  <a:pt x="252" y="102"/>
                </a:lnTo>
                <a:lnTo>
                  <a:pt x="249" y="89"/>
                </a:lnTo>
                <a:lnTo>
                  <a:pt x="244" y="77"/>
                </a:lnTo>
                <a:lnTo>
                  <a:pt x="239" y="66"/>
                </a:lnTo>
                <a:lnTo>
                  <a:pt x="233" y="56"/>
                </a:lnTo>
                <a:lnTo>
                  <a:pt x="225" y="46"/>
                </a:lnTo>
                <a:lnTo>
                  <a:pt x="218" y="37"/>
                </a:lnTo>
                <a:lnTo>
                  <a:pt x="208" y="29"/>
                </a:lnTo>
                <a:lnTo>
                  <a:pt x="198" y="21"/>
                </a:lnTo>
                <a:lnTo>
                  <a:pt x="188" y="15"/>
                </a:lnTo>
                <a:lnTo>
                  <a:pt x="177" y="9"/>
                </a:lnTo>
                <a:lnTo>
                  <a:pt x="165" y="5"/>
                </a:lnTo>
                <a:lnTo>
                  <a:pt x="153" y="2"/>
                </a:lnTo>
                <a:lnTo>
                  <a:pt x="140" y="0"/>
                </a:lnTo>
                <a:lnTo>
                  <a:pt x="128" y="0"/>
                </a:lnTo>
                <a:close/>
                <a:moveTo>
                  <a:pt x="128" y="227"/>
                </a:moveTo>
                <a:lnTo>
                  <a:pt x="117" y="226"/>
                </a:lnTo>
                <a:lnTo>
                  <a:pt x="107" y="225"/>
                </a:lnTo>
                <a:lnTo>
                  <a:pt x="98" y="223"/>
                </a:lnTo>
                <a:lnTo>
                  <a:pt x="88" y="219"/>
                </a:lnTo>
                <a:lnTo>
                  <a:pt x="79" y="216"/>
                </a:lnTo>
                <a:lnTo>
                  <a:pt x="72" y="210"/>
                </a:lnTo>
                <a:lnTo>
                  <a:pt x="63" y="205"/>
                </a:lnTo>
                <a:lnTo>
                  <a:pt x="57" y="198"/>
                </a:lnTo>
                <a:lnTo>
                  <a:pt x="50" y="191"/>
                </a:lnTo>
                <a:lnTo>
                  <a:pt x="44" y="183"/>
                </a:lnTo>
                <a:lnTo>
                  <a:pt x="40" y="175"/>
                </a:lnTo>
                <a:lnTo>
                  <a:pt x="35" y="166"/>
                </a:lnTo>
                <a:lnTo>
                  <a:pt x="32" y="156"/>
                </a:lnTo>
                <a:lnTo>
                  <a:pt x="29" y="147"/>
                </a:lnTo>
                <a:lnTo>
                  <a:pt x="28" y="137"/>
                </a:lnTo>
                <a:lnTo>
                  <a:pt x="27" y="127"/>
                </a:lnTo>
                <a:lnTo>
                  <a:pt x="28" y="117"/>
                </a:lnTo>
                <a:lnTo>
                  <a:pt x="29" y="107"/>
                </a:lnTo>
                <a:lnTo>
                  <a:pt x="32" y="97"/>
                </a:lnTo>
                <a:lnTo>
                  <a:pt x="35" y="88"/>
                </a:lnTo>
                <a:lnTo>
                  <a:pt x="40" y="79"/>
                </a:lnTo>
                <a:lnTo>
                  <a:pt x="44" y="72"/>
                </a:lnTo>
                <a:lnTo>
                  <a:pt x="50" y="63"/>
                </a:lnTo>
                <a:lnTo>
                  <a:pt x="57" y="57"/>
                </a:lnTo>
                <a:lnTo>
                  <a:pt x="63" y="50"/>
                </a:lnTo>
                <a:lnTo>
                  <a:pt x="72" y="44"/>
                </a:lnTo>
                <a:lnTo>
                  <a:pt x="79" y="39"/>
                </a:lnTo>
                <a:lnTo>
                  <a:pt x="88" y="35"/>
                </a:lnTo>
                <a:lnTo>
                  <a:pt x="98" y="32"/>
                </a:lnTo>
                <a:lnTo>
                  <a:pt x="107" y="29"/>
                </a:lnTo>
                <a:lnTo>
                  <a:pt x="117" y="28"/>
                </a:lnTo>
                <a:lnTo>
                  <a:pt x="128" y="27"/>
                </a:lnTo>
                <a:lnTo>
                  <a:pt x="137" y="28"/>
                </a:lnTo>
                <a:lnTo>
                  <a:pt x="147" y="29"/>
                </a:lnTo>
                <a:lnTo>
                  <a:pt x="157" y="32"/>
                </a:lnTo>
                <a:lnTo>
                  <a:pt x="166" y="35"/>
                </a:lnTo>
                <a:lnTo>
                  <a:pt x="175" y="39"/>
                </a:lnTo>
                <a:lnTo>
                  <a:pt x="183" y="44"/>
                </a:lnTo>
                <a:lnTo>
                  <a:pt x="191" y="50"/>
                </a:lnTo>
                <a:lnTo>
                  <a:pt x="197" y="57"/>
                </a:lnTo>
                <a:lnTo>
                  <a:pt x="204" y="63"/>
                </a:lnTo>
                <a:lnTo>
                  <a:pt x="210" y="72"/>
                </a:lnTo>
                <a:lnTo>
                  <a:pt x="214" y="79"/>
                </a:lnTo>
                <a:lnTo>
                  <a:pt x="219" y="88"/>
                </a:lnTo>
                <a:lnTo>
                  <a:pt x="223" y="97"/>
                </a:lnTo>
                <a:lnTo>
                  <a:pt x="225" y="107"/>
                </a:lnTo>
                <a:lnTo>
                  <a:pt x="226" y="117"/>
                </a:lnTo>
                <a:lnTo>
                  <a:pt x="227" y="127"/>
                </a:lnTo>
                <a:lnTo>
                  <a:pt x="226" y="137"/>
                </a:lnTo>
                <a:lnTo>
                  <a:pt x="225" y="147"/>
                </a:lnTo>
                <a:lnTo>
                  <a:pt x="223" y="156"/>
                </a:lnTo>
                <a:lnTo>
                  <a:pt x="219" y="166"/>
                </a:lnTo>
                <a:lnTo>
                  <a:pt x="214" y="175"/>
                </a:lnTo>
                <a:lnTo>
                  <a:pt x="210" y="183"/>
                </a:lnTo>
                <a:lnTo>
                  <a:pt x="204" y="191"/>
                </a:lnTo>
                <a:lnTo>
                  <a:pt x="197" y="198"/>
                </a:lnTo>
                <a:lnTo>
                  <a:pt x="191" y="205"/>
                </a:lnTo>
                <a:lnTo>
                  <a:pt x="183" y="210"/>
                </a:lnTo>
                <a:lnTo>
                  <a:pt x="175" y="216"/>
                </a:lnTo>
                <a:lnTo>
                  <a:pt x="166" y="219"/>
                </a:lnTo>
                <a:lnTo>
                  <a:pt x="157" y="223"/>
                </a:lnTo>
                <a:lnTo>
                  <a:pt x="147" y="225"/>
                </a:lnTo>
                <a:lnTo>
                  <a:pt x="137" y="226"/>
                </a:lnTo>
                <a:lnTo>
                  <a:pt x="128" y="22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9" name="Freeform 97">
            <a:extLst>
              <a:ext uri="{FF2B5EF4-FFF2-40B4-BE49-F238E27FC236}">
                <a16:creationId xmlns:a16="http://schemas.microsoft.com/office/drawing/2014/main" id="{F8ECB0FB-465C-4F04-BC0E-875B213E8BB0}"/>
              </a:ext>
            </a:extLst>
          </p:cNvPr>
          <p:cNvSpPr>
            <a:spLocks noEditPoints="1"/>
          </p:cNvSpPr>
          <p:nvPr/>
        </p:nvSpPr>
        <p:spPr bwMode="auto">
          <a:xfrm>
            <a:off x="3652838" y="4156076"/>
            <a:ext cx="49213" cy="50800"/>
          </a:xfrm>
          <a:custGeom>
            <a:avLst/>
            <a:gdLst>
              <a:gd name="T0" fmla="*/ 38 w 95"/>
              <a:gd name="T1" fmla="*/ 1 h 95"/>
              <a:gd name="T2" fmla="*/ 21 w 95"/>
              <a:gd name="T3" fmla="*/ 8 h 95"/>
              <a:gd name="T4" fmla="*/ 8 w 95"/>
              <a:gd name="T5" fmla="*/ 21 h 95"/>
              <a:gd name="T6" fmla="*/ 0 w 95"/>
              <a:gd name="T7" fmla="*/ 38 h 95"/>
              <a:gd name="T8" fmla="*/ 0 w 95"/>
              <a:gd name="T9" fmla="*/ 57 h 95"/>
              <a:gd name="T10" fmla="*/ 8 w 95"/>
              <a:gd name="T11" fmla="*/ 73 h 95"/>
              <a:gd name="T12" fmla="*/ 21 w 95"/>
              <a:gd name="T13" fmla="*/ 86 h 95"/>
              <a:gd name="T14" fmla="*/ 38 w 95"/>
              <a:gd name="T15" fmla="*/ 94 h 95"/>
              <a:gd name="T16" fmla="*/ 56 w 95"/>
              <a:gd name="T17" fmla="*/ 94 h 95"/>
              <a:gd name="T18" fmla="*/ 73 w 95"/>
              <a:gd name="T19" fmla="*/ 86 h 95"/>
              <a:gd name="T20" fmla="*/ 86 w 95"/>
              <a:gd name="T21" fmla="*/ 73 h 95"/>
              <a:gd name="T22" fmla="*/ 94 w 95"/>
              <a:gd name="T23" fmla="*/ 57 h 95"/>
              <a:gd name="T24" fmla="*/ 94 w 95"/>
              <a:gd name="T25" fmla="*/ 38 h 95"/>
              <a:gd name="T26" fmla="*/ 86 w 95"/>
              <a:gd name="T27" fmla="*/ 21 h 95"/>
              <a:gd name="T28" fmla="*/ 73 w 95"/>
              <a:gd name="T29" fmla="*/ 8 h 95"/>
              <a:gd name="T30" fmla="*/ 56 w 95"/>
              <a:gd name="T31" fmla="*/ 1 h 95"/>
              <a:gd name="T32" fmla="*/ 48 w 95"/>
              <a:gd name="T33" fmla="*/ 67 h 95"/>
              <a:gd name="T34" fmla="*/ 40 w 95"/>
              <a:gd name="T35" fmla="*/ 65 h 95"/>
              <a:gd name="T36" fmla="*/ 34 w 95"/>
              <a:gd name="T37" fmla="*/ 60 h 95"/>
              <a:gd name="T38" fmla="*/ 29 w 95"/>
              <a:gd name="T39" fmla="*/ 55 h 95"/>
              <a:gd name="T40" fmla="*/ 27 w 95"/>
              <a:gd name="T41" fmla="*/ 47 h 95"/>
              <a:gd name="T42" fmla="*/ 29 w 95"/>
              <a:gd name="T43" fmla="*/ 40 h 95"/>
              <a:gd name="T44" fmla="*/ 34 w 95"/>
              <a:gd name="T45" fmla="*/ 34 h 95"/>
              <a:gd name="T46" fmla="*/ 40 w 95"/>
              <a:gd name="T47" fmla="*/ 29 h 95"/>
              <a:gd name="T48" fmla="*/ 48 w 95"/>
              <a:gd name="T49" fmla="*/ 28 h 95"/>
              <a:gd name="T50" fmla="*/ 55 w 95"/>
              <a:gd name="T51" fmla="*/ 29 h 95"/>
              <a:gd name="T52" fmla="*/ 60 w 95"/>
              <a:gd name="T53" fmla="*/ 34 h 95"/>
              <a:gd name="T54" fmla="*/ 65 w 95"/>
              <a:gd name="T55" fmla="*/ 40 h 95"/>
              <a:gd name="T56" fmla="*/ 67 w 95"/>
              <a:gd name="T57" fmla="*/ 47 h 95"/>
              <a:gd name="T58" fmla="*/ 65 w 95"/>
              <a:gd name="T59" fmla="*/ 55 h 95"/>
              <a:gd name="T60" fmla="*/ 60 w 95"/>
              <a:gd name="T61" fmla="*/ 60 h 95"/>
              <a:gd name="T62" fmla="*/ 55 w 95"/>
              <a:gd name="T63" fmla="*/ 65 h 95"/>
              <a:gd name="T64" fmla="*/ 48 w 95"/>
              <a:gd name="T65" fmla="*/ 67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5" h="95">
                <a:moveTo>
                  <a:pt x="48" y="0"/>
                </a:moveTo>
                <a:lnTo>
                  <a:pt x="38" y="1"/>
                </a:lnTo>
                <a:lnTo>
                  <a:pt x="28" y="3"/>
                </a:lnTo>
                <a:lnTo>
                  <a:pt x="21" y="8"/>
                </a:lnTo>
                <a:lnTo>
                  <a:pt x="13" y="14"/>
                </a:lnTo>
                <a:lnTo>
                  <a:pt x="8" y="21"/>
                </a:lnTo>
                <a:lnTo>
                  <a:pt x="4" y="29"/>
                </a:lnTo>
                <a:lnTo>
                  <a:pt x="0" y="38"/>
                </a:lnTo>
                <a:lnTo>
                  <a:pt x="0" y="47"/>
                </a:lnTo>
                <a:lnTo>
                  <a:pt x="0" y="57"/>
                </a:lnTo>
                <a:lnTo>
                  <a:pt x="4" y="66"/>
                </a:lnTo>
                <a:lnTo>
                  <a:pt x="8" y="73"/>
                </a:lnTo>
                <a:lnTo>
                  <a:pt x="13" y="81"/>
                </a:lnTo>
                <a:lnTo>
                  <a:pt x="21" y="86"/>
                </a:lnTo>
                <a:lnTo>
                  <a:pt x="28" y="90"/>
                </a:lnTo>
                <a:lnTo>
                  <a:pt x="38" y="94"/>
                </a:lnTo>
                <a:lnTo>
                  <a:pt x="48" y="95"/>
                </a:lnTo>
                <a:lnTo>
                  <a:pt x="56" y="94"/>
                </a:lnTo>
                <a:lnTo>
                  <a:pt x="66" y="90"/>
                </a:lnTo>
                <a:lnTo>
                  <a:pt x="73" y="86"/>
                </a:lnTo>
                <a:lnTo>
                  <a:pt x="81" y="81"/>
                </a:lnTo>
                <a:lnTo>
                  <a:pt x="86" y="73"/>
                </a:lnTo>
                <a:lnTo>
                  <a:pt x="90" y="66"/>
                </a:lnTo>
                <a:lnTo>
                  <a:pt x="94" y="57"/>
                </a:lnTo>
                <a:lnTo>
                  <a:pt x="95" y="47"/>
                </a:lnTo>
                <a:lnTo>
                  <a:pt x="94" y="38"/>
                </a:lnTo>
                <a:lnTo>
                  <a:pt x="90" y="29"/>
                </a:lnTo>
                <a:lnTo>
                  <a:pt x="86" y="21"/>
                </a:lnTo>
                <a:lnTo>
                  <a:pt x="81" y="14"/>
                </a:lnTo>
                <a:lnTo>
                  <a:pt x="73" y="8"/>
                </a:lnTo>
                <a:lnTo>
                  <a:pt x="66" y="3"/>
                </a:lnTo>
                <a:lnTo>
                  <a:pt x="56" y="1"/>
                </a:lnTo>
                <a:lnTo>
                  <a:pt x="48" y="0"/>
                </a:lnTo>
                <a:close/>
                <a:moveTo>
                  <a:pt x="48" y="67"/>
                </a:moveTo>
                <a:lnTo>
                  <a:pt x="43" y="66"/>
                </a:lnTo>
                <a:lnTo>
                  <a:pt x="40" y="65"/>
                </a:lnTo>
                <a:lnTo>
                  <a:pt x="36" y="64"/>
                </a:lnTo>
                <a:lnTo>
                  <a:pt x="34" y="60"/>
                </a:lnTo>
                <a:lnTo>
                  <a:pt x="31" y="58"/>
                </a:lnTo>
                <a:lnTo>
                  <a:pt x="29" y="55"/>
                </a:lnTo>
                <a:lnTo>
                  <a:pt x="28" y="51"/>
                </a:lnTo>
                <a:lnTo>
                  <a:pt x="27" y="47"/>
                </a:lnTo>
                <a:lnTo>
                  <a:pt x="28" y="43"/>
                </a:lnTo>
                <a:lnTo>
                  <a:pt x="29" y="40"/>
                </a:lnTo>
                <a:lnTo>
                  <a:pt x="31" y="37"/>
                </a:lnTo>
                <a:lnTo>
                  <a:pt x="34" y="34"/>
                </a:lnTo>
                <a:lnTo>
                  <a:pt x="36" y="31"/>
                </a:lnTo>
                <a:lnTo>
                  <a:pt x="40" y="29"/>
                </a:lnTo>
                <a:lnTo>
                  <a:pt x="43" y="28"/>
                </a:lnTo>
                <a:lnTo>
                  <a:pt x="48" y="28"/>
                </a:lnTo>
                <a:lnTo>
                  <a:pt x="51" y="28"/>
                </a:lnTo>
                <a:lnTo>
                  <a:pt x="55" y="29"/>
                </a:lnTo>
                <a:lnTo>
                  <a:pt x="58" y="31"/>
                </a:lnTo>
                <a:lnTo>
                  <a:pt x="60" y="34"/>
                </a:lnTo>
                <a:lnTo>
                  <a:pt x="64" y="37"/>
                </a:lnTo>
                <a:lnTo>
                  <a:pt x="65" y="40"/>
                </a:lnTo>
                <a:lnTo>
                  <a:pt x="66" y="43"/>
                </a:lnTo>
                <a:lnTo>
                  <a:pt x="67" y="47"/>
                </a:lnTo>
                <a:lnTo>
                  <a:pt x="66" y="51"/>
                </a:lnTo>
                <a:lnTo>
                  <a:pt x="65" y="55"/>
                </a:lnTo>
                <a:lnTo>
                  <a:pt x="64" y="58"/>
                </a:lnTo>
                <a:lnTo>
                  <a:pt x="60" y="60"/>
                </a:lnTo>
                <a:lnTo>
                  <a:pt x="58" y="64"/>
                </a:lnTo>
                <a:lnTo>
                  <a:pt x="55" y="65"/>
                </a:lnTo>
                <a:lnTo>
                  <a:pt x="51" y="66"/>
                </a:lnTo>
                <a:lnTo>
                  <a:pt x="48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0" name="Freeform 98">
            <a:extLst>
              <a:ext uri="{FF2B5EF4-FFF2-40B4-BE49-F238E27FC236}">
                <a16:creationId xmlns:a16="http://schemas.microsoft.com/office/drawing/2014/main" id="{DD3E2075-5D74-4A2B-BCD7-24CDA53772A8}"/>
              </a:ext>
            </a:extLst>
          </p:cNvPr>
          <p:cNvSpPr>
            <a:spLocks/>
          </p:cNvSpPr>
          <p:nvPr/>
        </p:nvSpPr>
        <p:spPr bwMode="auto">
          <a:xfrm>
            <a:off x="3670301" y="4033838"/>
            <a:ext cx="14288" cy="15875"/>
          </a:xfrm>
          <a:custGeom>
            <a:avLst/>
            <a:gdLst>
              <a:gd name="T0" fmla="*/ 15 w 28"/>
              <a:gd name="T1" fmla="*/ 0 h 28"/>
              <a:gd name="T2" fmla="*/ 13 w 28"/>
              <a:gd name="T3" fmla="*/ 0 h 28"/>
              <a:gd name="T4" fmla="*/ 10 w 28"/>
              <a:gd name="T5" fmla="*/ 0 h 28"/>
              <a:gd name="T6" fmla="*/ 8 w 28"/>
              <a:gd name="T7" fmla="*/ 2 h 28"/>
              <a:gd name="T8" fmla="*/ 5 w 28"/>
              <a:gd name="T9" fmla="*/ 3 h 28"/>
              <a:gd name="T10" fmla="*/ 4 w 28"/>
              <a:gd name="T11" fmla="*/ 5 h 28"/>
              <a:gd name="T12" fmla="*/ 1 w 28"/>
              <a:gd name="T13" fmla="*/ 9 h 28"/>
              <a:gd name="T14" fmla="*/ 0 w 28"/>
              <a:gd name="T15" fmla="*/ 14 h 28"/>
              <a:gd name="T16" fmla="*/ 1 w 28"/>
              <a:gd name="T17" fmla="*/ 20 h 28"/>
              <a:gd name="T18" fmla="*/ 4 w 28"/>
              <a:gd name="T19" fmla="*/ 24 h 28"/>
              <a:gd name="T20" fmla="*/ 6 w 28"/>
              <a:gd name="T21" fmla="*/ 25 h 28"/>
              <a:gd name="T22" fmla="*/ 8 w 28"/>
              <a:gd name="T23" fmla="*/ 27 h 28"/>
              <a:gd name="T24" fmla="*/ 11 w 28"/>
              <a:gd name="T25" fmla="*/ 27 h 28"/>
              <a:gd name="T26" fmla="*/ 15 w 28"/>
              <a:gd name="T27" fmla="*/ 28 h 28"/>
              <a:gd name="T28" fmla="*/ 15 w 28"/>
              <a:gd name="T29" fmla="*/ 28 h 28"/>
              <a:gd name="T30" fmla="*/ 15 w 28"/>
              <a:gd name="T31" fmla="*/ 28 h 28"/>
              <a:gd name="T32" fmla="*/ 18 w 28"/>
              <a:gd name="T33" fmla="*/ 27 h 28"/>
              <a:gd name="T34" fmla="*/ 21 w 28"/>
              <a:gd name="T35" fmla="*/ 27 h 28"/>
              <a:gd name="T36" fmla="*/ 23 w 28"/>
              <a:gd name="T37" fmla="*/ 25 h 28"/>
              <a:gd name="T38" fmla="*/ 25 w 28"/>
              <a:gd name="T39" fmla="*/ 23 h 28"/>
              <a:gd name="T40" fmla="*/ 27 w 28"/>
              <a:gd name="T41" fmla="*/ 19 h 28"/>
              <a:gd name="T42" fmla="*/ 28 w 28"/>
              <a:gd name="T43" fmla="*/ 14 h 28"/>
              <a:gd name="T44" fmla="*/ 27 w 28"/>
              <a:gd name="T45" fmla="*/ 9 h 28"/>
              <a:gd name="T46" fmla="*/ 24 w 28"/>
              <a:gd name="T47" fmla="*/ 5 h 28"/>
              <a:gd name="T48" fmla="*/ 23 w 28"/>
              <a:gd name="T49" fmla="*/ 3 h 28"/>
              <a:gd name="T50" fmla="*/ 20 w 28"/>
              <a:gd name="T51" fmla="*/ 2 h 28"/>
              <a:gd name="T52" fmla="*/ 18 w 28"/>
              <a:gd name="T53" fmla="*/ 0 h 28"/>
              <a:gd name="T54" fmla="*/ 15 w 28"/>
              <a:gd name="T55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8" h="28">
                <a:moveTo>
                  <a:pt x="15" y="0"/>
                </a:moveTo>
                <a:lnTo>
                  <a:pt x="13" y="0"/>
                </a:lnTo>
                <a:lnTo>
                  <a:pt x="10" y="0"/>
                </a:lnTo>
                <a:lnTo>
                  <a:pt x="8" y="2"/>
                </a:lnTo>
                <a:lnTo>
                  <a:pt x="5" y="3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6" y="25"/>
                </a:lnTo>
                <a:lnTo>
                  <a:pt x="8" y="27"/>
                </a:lnTo>
                <a:lnTo>
                  <a:pt x="11" y="27"/>
                </a:lnTo>
                <a:lnTo>
                  <a:pt x="15" y="28"/>
                </a:lnTo>
                <a:lnTo>
                  <a:pt x="15" y="28"/>
                </a:lnTo>
                <a:lnTo>
                  <a:pt x="15" y="28"/>
                </a:lnTo>
                <a:lnTo>
                  <a:pt x="18" y="27"/>
                </a:lnTo>
                <a:lnTo>
                  <a:pt x="21" y="27"/>
                </a:lnTo>
                <a:lnTo>
                  <a:pt x="23" y="25"/>
                </a:lnTo>
                <a:lnTo>
                  <a:pt x="25" y="23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lnTo>
                  <a:pt x="23" y="3"/>
                </a:lnTo>
                <a:lnTo>
                  <a:pt x="20" y="2"/>
                </a:lnTo>
                <a:lnTo>
                  <a:pt x="18" y="0"/>
                </a:lnTo>
                <a:lnTo>
                  <a:pt x="1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1" name="Freeform 99">
            <a:extLst>
              <a:ext uri="{FF2B5EF4-FFF2-40B4-BE49-F238E27FC236}">
                <a16:creationId xmlns:a16="http://schemas.microsoft.com/office/drawing/2014/main" id="{56F0D80C-7EA2-47EA-B4D5-C82BAD612DCA}"/>
              </a:ext>
            </a:extLst>
          </p:cNvPr>
          <p:cNvSpPr>
            <a:spLocks/>
          </p:cNvSpPr>
          <p:nvPr/>
        </p:nvSpPr>
        <p:spPr bwMode="auto">
          <a:xfrm>
            <a:off x="3530601" y="4037013"/>
            <a:ext cx="131763" cy="152400"/>
          </a:xfrm>
          <a:custGeom>
            <a:avLst/>
            <a:gdLst>
              <a:gd name="T0" fmla="*/ 249 w 249"/>
              <a:gd name="T1" fmla="*/ 11 h 288"/>
              <a:gd name="T2" fmla="*/ 246 w 249"/>
              <a:gd name="T3" fmla="*/ 6 h 288"/>
              <a:gd name="T4" fmla="*/ 243 w 249"/>
              <a:gd name="T5" fmla="*/ 2 h 288"/>
              <a:gd name="T6" fmla="*/ 238 w 249"/>
              <a:gd name="T7" fmla="*/ 0 h 288"/>
              <a:gd name="T8" fmla="*/ 232 w 249"/>
              <a:gd name="T9" fmla="*/ 0 h 288"/>
              <a:gd name="T10" fmla="*/ 221 w 249"/>
              <a:gd name="T11" fmla="*/ 2 h 288"/>
              <a:gd name="T12" fmla="*/ 209 w 249"/>
              <a:gd name="T13" fmla="*/ 5 h 288"/>
              <a:gd name="T14" fmla="*/ 197 w 249"/>
              <a:gd name="T15" fmla="*/ 8 h 288"/>
              <a:gd name="T16" fmla="*/ 185 w 249"/>
              <a:gd name="T17" fmla="*/ 11 h 288"/>
              <a:gd name="T18" fmla="*/ 163 w 249"/>
              <a:gd name="T19" fmla="*/ 21 h 288"/>
              <a:gd name="T20" fmla="*/ 141 w 249"/>
              <a:gd name="T21" fmla="*/ 32 h 288"/>
              <a:gd name="T22" fmla="*/ 121 w 249"/>
              <a:gd name="T23" fmla="*/ 45 h 288"/>
              <a:gd name="T24" fmla="*/ 102 w 249"/>
              <a:gd name="T25" fmla="*/ 59 h 288"/>
              <a:gd name="T26" fmla="*/ 83 w 249"/>
              <a:gd name="T27" fmla="*/ 75 h 288"/>
              <a:gd name="T28" fmla="*/ 66 w 249"/>
              <a:gd name="T29" fmla="*/ 93 h 288"/>
              <a:gd name="T30" fmla="*/ 59 w 249"/>
              <a:gd name="T31" fmla="*/ 103 h 288"/>
              <a:gd name="T32" fmla="*/ 51 w 249"/>
              <a:gd name="T33" fmla="*/ 112 h 288"/>
              <a:gd name="T34" fmla="*/ 44 w 249"/>
              <a:gd name="T35" fmla="*/ 123 h 288"/>
              <a:gd name="T36" fmla="*/ 37 w 249"/>
              <a:gd name="T37" fmla="*/ 134 h 288"/>
              <a:gd name="T38" fmla="*/ 32 w 249"/>
              <a:gd name="T39" fmla="*/ 145 h 288"/>
              <a:gd name="T40" fmla="*/ 26 w 249"/>
              <a:gd name="T41" fmla="*/ 155 h 288"/>
              <a:gd name="T42" fmla="*/ 21 w 249"/>
              <a:gd name="T43" fmla="*/ 166 h 288"/>
              <a:gd name="T44" fmla="*/ 17 w 249"/>
              <a:gd name="T45" fmla="*/ 178 h 288"/>
              <a:gd name="T46" fmla="*/ 13 w 249"/>
              <a:gd name="T47" fmla="*/ 190 h 288"/>
              <a:gd name="T48" fmla="*/ 9 w 249"/>
              <a:gd name="T49" fmla="*/ 201 h 288"/>
              <a:gd name="T50" fmla="*/ 6 w 249"/>
              <a:gd name="T51" fmla="*/ 213 h 288"/>
              <a:gd name="T52" fmla="*/ 4 w 249"/>
              <a:gd name="T53" fmla="*/ 225 h 288"/>
              <a:gd name="T54" fmla="*/ 2 w 249"/>
              <a:gd name="T55" fmla="*/ 237 h 288"/>
              <a:gd name="T56" fmla="*/ 1 w 249"/>
              <a:gd name="T57" fmla="*/ 250 h 288"/>
              <a:gd name="T58" fmla="*/ 0 w 249"/>
              <a:gd name="T59" fmla="*/ 262 h 288"/>
              <a:gd name="T60" fmla="*/ 0 w 249"/>
              <a:gd name="T61" fmla="*/ 274 h 288"/>
              <a:gd name="T62" fmla="*/ 1 w 249"/>
              <a:gd name="T63" fmla="*/ 280 h 288"/>
              <a:gd name="T64" fmla="*/ 4 w 249"/>
              <a:gd name="T65" fmla="*/ 284 h 288"/>
              <a:gd name="T66" fmla="*/ 8 w 249"/>
              <a:gd name="T67" fmla="*/ 287 h 288"/>
              <a:gd name="T68" fmla="*/ 14 w 249"/>
              <a:gd name="T69" fmla="*/ 288 h 288"/>
              <a:gd name="T70" fmla="*/ 19 w 249"/>
              <a:gd name="T71" fmla="*/ 287 h 288"/>
              <a:gd name="T72" fmla="*/ 23 w 249"/>
              <a:gd name="T73" fmla="*/ 284 h 288"/>
              <a:gd name="T74" fmla="*/ 26 w 249"/>
              <a:gd name="T75" fmla="*/ 280 h 288"/>
              <a:gd name="T76" fmla="*/ 28 w 249"/>
              <a:gd name="T77" fmla="*/ 274 h 288"/>
              <a:gd name="T78" fmla="*/ 29 w 249"/>
              <a:gd name="T79" fmla="*/ 251 h 288"/>
              <a:gd name="T80" fmla="*/ 31 w 249"/>
              <a:gd name="T81" fmla="*/ 229 h 288"/>
              <a:gd name="T82" fmla="*/ 36 w 249"/>
              <a:gd name="T83" fmla="*/ 207 h 288"/>
              <a:gd name="T84" fmla="*/ 43 w 249"/>
              <a:gd name="T85" fmla="*/ 186 h 288"/>
              <a:gd name="T86" fmla="*/ 51 w 249"/>
              <a:gd name="T87" fmla="*/ 166 h 288"/>
              <a:gd name="T88" fmla="*/ 62 w 249"/>
              <a:gd name="T89" fmla="*/ 147 h 288"/>
              <a:gd name="T90" fmla="*/ 74 w 249"/>
              <a:gd name="T91" fmla="*/ 128 h 288"/>
              <a:gd name="T92" fmla="*/ 87 w 249"/>
              <a:gd name="T93" fmla="*/ 112 h 288"/>
              <a:gd name="T94" fmla="*/ 102 w 249"/>
              <a:gd name="T95" fmla="*/ 96 h 288"/>
              <a:gd name="T96" fmla="*/ 117 w 249"/>
              <a:gd name="T97" fmla="*/ 81 h 288"/>
              <a:gd name="T98" fmla="*/ 135 w 249"/>
              <a:gd name="T99" fmla="*/ 68 h 288"/>
              <a:gd name="T100" fmla="*/ 153 w 249"/>
              <a:gd name="T101" fmla="*/ 57 h 288"/>
              <a:gd name="T102" fmla="*/ 172 w 249"/>
              <a:gd name="T103" fmla="*/ 47 h 288"/>
              <a:gd name="T104" fmla="*/ 193 w 249"/>
              <a:gd name="T105" fmla="*/ 38 h 288"/>
              <a:gd name="T106" fmla="*/ 214 w 249"/>
              <a:gd name="T107" fmla="*/ 32 h 288"/>
              <a:gd name="T108" fmla="*/ 237 w 249"/>
              <a:gd name="T109" fmla="*/ 28 h 288"/>
              <a:gd name="T110" fmla="*/ 242 w 249"/>
              <a:gd name="T111" fmla="*/ 25 h 288"/>
              <a:gd name="T112" fmla="*/ 245 w 249"/>
              <a:gd name="T113" fmla="*/ 22 h 288"/>
              <a:gd name="T114" fmla="*/ 249 w 249"/>
              <a:gd name="T115" fmla="*/ 17 h 288"/>
              <a:gd name="T116" fmla="*/ 249 w 249"/>
              <a:gd name="T117" fmla="*/ 11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9" h="288">
                <a:moveTo>
                  <a:pt x="249" y="11"/>
                </a:moveTo>
                <a:lnTo>
                  <a:pt x="246" y="6"/>
                </a:lnTo>
                <a:lnTo>
                  <a:pt x="243" y="2"/>
                </a:lnTo>
                <a:lnTo>
                  <a:pt x="238" y="0"/>
                </a:lnTo>
                <a:lnTo>
                  <a:pt x="232" y="0"/>
                </a:lnTo>
                <a:lnTo>
                  <a:pt x="221" y="2"/>
                </a:lnTo>
                <a:lnTo>
                  <a:pt x="209" y="5"/>
                </a:lnTo>
                <a:lnTo>
                  <a:pt x="197" y="8"/>
                </a:lnTo>
                <a:lnTo>
                  <a:pt x="185" y="11"/>
                </a:lnTo>
                <a:lnTo>
                  <a:pt x="163" y="21"/>
                </a:lnTo>
                <a:lnTo>
                  <a:pt x="141" y="32"/>
                </a:lnTo>
                <a:lnTo>
                  <a:pt x="121" y="45"/>
                </a:lnTo>
                <a:lnTo>
                  <a:pt x="102" y="59"/>
                </a:lnTo>
                <a:lnTo>
                  <a:pt x="83" y="75"/>
                </a:lnTo>
                <a:lnTo>
                  <a:pt x="66" y="93"/>
                </a:lnTo>
                <a:lnTo>
                  <a:pt x="59" y="103"/>
                </a:lnTo>
                <a:lnTo>
                  <a:pt x="51" y="112"/>
                </a:lnTo>
                <a:lnTo>
                  <a:pt x="44" y="123"/>
                </a:lnTo>
                <a:lnTo>
                  <a:pt x="37" y="134"/>
                </a:lnTo>
                <a:lnTo>
                  <a:pt x="32" y="145"/>
                </a:lnTo>
                <a:lnTo>
                  <a:pt x="26" y="155"/>
                </a:lnTo>
                <a:lnTo>
                  <a:pt x="21" y="166"/>
                </a:lnTo>
                <a:lnTo>
                  <a:pt x="17" y="178"/>
                </a:lnTo>
                <a:lnTo>
                  <a:pt x="13" y="190"/>
                </a:lnTo>
                <a:lnTo>
                  <a:pt x="9" y="201"/>
                </a:lnTo>
                <a:lnTo>
                  <a:pt x="6" y="213"/>
                </a:lnTo>
                <a:lnTo>
                  <a:pt x="4" y="225"/>
                </a:lnTo>
                <a:lnTo>
                  <a:pt x="2" y="237"/>
                </a:lnTo>
                <a:lnTo>
                  <a:pt x="1" y="250"/>
                </a:lnTo>
                <a:lnTo>
                  <a:pt x="0" y="262"/>
                </a:lnTo>
                <a:lnTo>
                  <a:pt x="0" y="274"/>
                </a:lnTo>
                <a:lnTo>
                  <a:pt x="1" y="280"/>
                </a:lnTo>
                <a:lnTo>
                  <a:pt x="4" y="284"/>
                </a:lnTo>
                <a:lnTo>
                  <a:pt x="8" y="287"/>
                </a:lnTo>
                <a:lnTo>
                  <a:pt x="14" y="288"/>
                </a:lnTo>
                <a:lnTo>
                  <a:pt x="19" y="287"/>
                </a:lnTo>
                <a:lnTo>
                  <a:pt x="23" y="284"/>
                </a:lnTo>
                <a:lnTo>
                  <a:pt x="26" y="280"/>
                </a:lnTo>
                <a:lnTo>
                  <a:pt x="28" y="274"/>
                </a:lnTo>
                <a:lnTo>
                  <a:pt x="29" y="251"/>
                </a:lnTo>
                <a:lnTo>
                  <a:pt x="31" y="229"/>
                </a:lnTo>
                <a:lnTo>
                  <a:pt x="36" y="207"/>
                </a:lnTo>
                <a:lnTo>
                  <a:pt x="43" y="186"/>
                </a:lnTo>
                <a:lnTo>
                  <a:pt x="51" y="166"/>
                </a:lnTo>
                <a:lnTo>
                  <a:pt x="62" y="147"/>
                </a:lnTo>
                <a:lnTo>
                  <a:pt x="74" y="128"/>
                </a:lnTo>
                <a:lnTo>
                  <a:pt x="87" y="112"/>
                </a:lnTo>
                <a:lnTo>
                  <a:pt x="102" y="96"/>
                </a:lnTo>
                <a:lnTo>
                  <a:pt x="117" y="81"/>
                </a:lnTo>
                <a:lnTo>
                  <a:pt x="135" y="68"/>
                </a:lnTo>
                <a:lnTo>
                  <a:pt x="153" y="57"/>
                </a:lnTo>
                <a:lnTo>
                  <a:pt x="172" y="47"/>
                </a:lnTo>
                <a:lnTo>
                  <a:pt x="193" y="38"/>
                </a:lnTo>
                <a:lnTo>
                  <a:pt x="214" y="32"/>
                </a:lnTo>
                <a:lnTo>
                  <a:pt x="237" y="28"/>
                </a:lnTo>
                <a:lnTo>
                  <a:pt x="242" y="25"/>
                </a:lnTo>
                <a:lnTo>
                  <a:pt x="245" y="22"/>
                </a:lnTo>
                <a:lnTo>
                  <a:pt x="249" y="17"/>
                </a:lnTo>
                <a:lnTo>
                  <a:pt x="249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2" name="Freeform 100">
            <a:extLst>
              <a:ext uri="{FF2B5EF4-FFF2-40B4-BE49-F238E27FC236}">
                <a16:creationId xmlns:a16="http://schemas.microsoft.com/office/drawing/2014/main" id="{2320828F-217D-47BE-847C-A4AF126D9E47}"/>
              </a:ext>
            </a:extLst>
          </p:cNvPr>
          <p:cNvSpPr>
            <a:spLocks/>
          </p:cNvSpPr>
          <p:nvPr/>
        </p:nvSpPr>
        <p:spPr bwMode="auto">
          <a:xfrm>
            <a:off x="3571876" y="4075113"/>
            <a:ext cx="112713" cy="114300"/>
          </a:xfrm>
          <a:custGeom>
            <a:avLst/>
            <a:gdLst>
              <a:gd name="T0" fmla="*/ 201 w 214"/>
              <a:gd name="T1" fmla="*/ 0 h 214"/>
              <a:gd name="T2" fmla="*/ 180 w 214"/>
              <a:gd name="T3" fmla="*/ 1 h 214"/>
              <a:gd name="T4" fmla="*/ 160 w 214"/>
              <a:gd name="T5" fmla="*/ 4 h 214"/>
              <a:gd name="T6" fmla="*/ 140 w 214"/>
              <a:gd name="T7" fmla="*/ 9 h 214"/>
              <a:gd name="T8" fmla="*/ 122 w 214"/>
              <a:gd name="T9" fmla="*/ 16 h 214"/>
              <a:gd name="T10" fmla="*/ 105 w 214"/>
              <a:gd name="T11" fmla="*/ 24 h 214"/>
              <a:gd name="T12" fmla="*/ 88 w 214"/>
              <a:gd name="T13" fmla="*/ 34 h 214"/>
              <a:gd name="T14" fmla="*/ 73 w 214"/>
              <a:gd name="T15" fmla="*/ 46 h 214"/>
              <a:gd name="T16" fmla="*/ 59 w 214"/>
              <a:gd name="T17" fmla="*/ 59 h 214"/>
              <a:gd name="T18" fmla="*/ 46 w 214"/>
              <a:gd name="T19" fmla="*/ 73 h 214"/>
              <a:gd name="T20" fmla="*/ 34 w 214"/>
              <a:gd name="T21" fmla="*/ 89 h 214"/>
              <a:gd name="T22" fmla="*/ 25 w 214"/>
              <a:gd name="T23" fmla="*/ 105 h 214"/>
              <a:gd name="T24" fmla="*/ 16 w 214"/>
              <a:gd name="T25" fmla="*/ 122 h 214"/>
              <a:gd name="T26" fmla="*/ 10 w 214"/>
              <a:gd name="T27" fmla="*/ 140 h 214"/>
              <a:gd name="T28" fmla="*/ 4 w 214"/>
              <a:gd name="T29" fmla="*/ 160 h 214"/>
              <a:gd name="T30" fmla="*/ 1 w 214"/>
              <a:gd name="T31" fmla="*/ 180 h 214"/>
              <a:gd name="T32" fmla="*/ 0 w 214"/>
              <a:gd name="T33" fmla="*/ 200 h 214"/>
              <a:gd name="T34" fmla="*/ 1 w 214"/>
              <a:gd name="T35" fmla="*/ 206 h 214"/>
              <a:gd name="T36" fmla="*/ 4 w 214"/>
              <a:gd name="T37" fmla="*/ 210 h 214"/>
              <a:gd name="T38" fmla="*/ 9 w 214"/>
              <a:gd name="T39" fmla="*/ 213 h 214"/>
              <a:gd name="T40" fmla="*/ 14 w 214"/>
              <a:gd name="T41" fmla="*/ 214 h 214"/>
              <a:gd name="T42" fmla="*/ 19 w 214"/>
              <a:gd name="T43" fmla="*/ 213 h 214"/>
              <a:gd name="T44" fmla="*/ 24 w 214"/>
              <a:gd name="T45" fmla="*/ 210 h 214"/>
              <a:gd name="T46" fmla="*/ 27 w 214"/>
              <a:gd name="T47" fmla="*/ 206 h 214"/>
              <a:gd name="T48" fmla="*/ 28 w 214"/>
              <a:gd name="T49" fmla="*/ 200 h 214"/>
              <a:gd name="T50" fmla="*/ 29 w 214"/>
              <a:gd name="T51" fmla="*/ 182 h 214"/>
              <a:gd name="T52" fmla="*/ 31 w 214"/>
              <a:gd name="T53" fmla="*/ 165 h 214"/>
              <a:gd name="T54" fmla="*/ 35 w 214"/>
              <a:gd name="T55" fmla="*/ 149 h 214"/>
              <a:gd name="T56" fmla="*/ 42 w 214"/>
              <a:gd name="T57" fmla="*/ 133 h 214"/>
              <a:gd name="T58" fmla="*/ 49 w 214"/>
              <a:gd name="T59" fmla="*/ 118 h 214"/>
              <a:gd name="T60" fmla="*/ 58 w 214"/>
              <a:gd name="T61" fmla="*/ 104 h 214"/>
              <a:gd name="T62" fmla="*/ 68 w 214"/>
              <a:gd name="T63" fmla="*/ 91 h 214"/>
              <a:gd name="T64" fmla="*/ 78 w 214"/>
              <a:gd name="T65" fmla="*/ 78 h 214"/>
              <a:gd name="T66" fmla="*/ 91 w 214"/>
              <a:gd name="T67" fmla="*/ 67 h 214"/>
              <a:gd name="T68" fmla="*/ 104 w 214"/>
              <a:gd name="T69" fmla="*/ 58 h 214"/>
              <a:gd name="T70" fmla="*/ 118 w 214"/>
              <a:gd name="T71" fmla="*/ 49 h 214"/>
              <a:gd name="T72" fmla="*/ 133 w 214"/>
              <a:gd name="T73" fmla="*/ 42 h 214"/>
              <a:gd name="T74" fmla="*/ 149 w 214"/>
              <a:gd name="T75" fmla="*/ 35 h 214"/>
              <a:gd name="T76" fmla="*/ 165 w 214"/>
              <a:gd name="T77" fmla="*/ 31 h 214"/>
              <a:gd name="T78" fmla="*/ 182 w 214"/>
              <a:gd name="T79" fmla="*/ 29 h 214"/>
              <a:gd name="T80" fmla="*/ 201 w 214"/>
              <a:gd name="T81" fmla="*/ 28 h 214"/>
              <a:gd name="T82" fmla="*/ 206 w 214"/>
              <a:gd name="T83" fmla="*/ 27 h 214"/>
              <a:gd name="T84" fmla="*/ 210 w 214"/>
              <a:gd name="T85" fmla="*/ 23 h 214"/>
              <a:gd name="T86" fmla="*/ 213 w 214"/>
              <a:gd name="T87" fmla="*/ 19 h 214"/>
              <a:gd name="T88" fmla="*/ 214 w 214"/>
              <a:gd name="T89" fmla="*/ 14 h 214"/>
              <a:gd name="T90" fmla="*/ 213 w 214"/>
              <a:gd name="T91" fmla="*/ 8 h 214"/>
              <a:gd name="T92" fmla="*/ 210 w 214"/>
              <a:gd name="T93" fmla="*/ 4 h 214"/>
              <a:gd name="T94" fmla="*/ 206 w 214"/>
              <a:gd name="T95" fmla="*/ 1 h 214"/>
              <a:gd name="T96" fmla="*/ 201 w 214"/>
              <a:gd name="T97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14" h="214">
                <a:moveTo>
                  <a:pt x="201" y="0"/>
                </a:moveTo>
                <a:lnTo>
                  <a:pt x="180" y="1"/>
                </a:lnTo>
                <a:lnTo>
                  <a:pt x="160" y="4"/>
                </a:lnTo>
                <a:lnTo>
                  <a:pt x="140" y="9"/>
                </a:lnTo>
                <a:lnTo>
                  <a:pt x="122" y="16"/>
                </a:lnTo>
                <a:lnTo>
                  <a:pt x="105" y="24"/>
                </a:lnTo>
                <a:lnTo>
                  <a:pt x="88" y="34"/>
                </a:lnTo>
                <a:lnTo>
                  <a:pt x="73" y="46"/>
                </a:lnTo>
                <a:lnTo>
                  <a:pt x="59" y="59"/>
                </a:lnTo>
                <a:lnTo>
                  <a:pt x="46" y="73"/>
                </a:lnTo>
                <a:lnTo>
                  <a:pt x="34" y="89"/>
                </a:lnTo>
                <a:lnTo>
                  <a:pt x="25" y="105"/>
                </a:lnTo>
                <a:lnTo>
                  <a:pt x="16" y="122"/>
                </a:lnTo>
                <a:lnTo>
                  <a:pt x="10" y="140"/>
                </a:lnTo>
                <a:lnTo>
                  <a:pt x="4" y="160"/>
                </a:lnTo>
                <a:lnTo>
                  <a:pt x="1" y="180"/>
                </a:lnTo>
                <a:lnTo>
                  <a:pt x="0" y="200"/>
                </a:lnTo>
                <a:lnTo>
                  <a:pt x="1" y="206"/>
                </a:lnTo>
                <a:lnTo>
                  <a:pt x="4" y="210"/>
                </a:lnTo>
                <a:lnTo>
                  <a:pt x="9" y="213"/>
                </a:lnTo>
                <a:lnTo>
                  <a:pt x="14" y="214"/>
                </a:lnTo>
                <a:lnTo>
                  <a:pt x="19" y="213"/>
                </a:lnTo>
                <a:lnTo>
                  <a:pt x="24" y="210"/>
                </a:lnTo>
                <a:lnTo>
                  <a:pt x="27" y="206"/>
                </a:lnTo>
                <a:lnTo>
                  <a:pt x="28" y="200"/>
                </a:lnTo>
                <a:lnTo>
                  <a:pt x="29" y="182"/>
                </a:lnTo>
                <a:lnTo>
                  <a:pt x="31" y="165"/>
                </a:lnTo>
                <a:lnTo>
                  <a:pt x="35" y="149"/>
                </a:lnTo>
                <a:lnTo>
                  <a:pt x="42" y="133"/>
                </a:lnTo>
                <a:lnTo>
                  <a:pt x="49" y="118"/>
                </a:lnTo>
                <a:lnTo>
                  <a:pt x="58" y="104"/>
                </a:lnTo>
                <a:lnTo>
                  <a:pt x="68" y="91"/>
                </a:lnTo>
                <a:lnTo>
                  <a:pt x="78" y="78"/>
                </a:lnTo>
                <a:lnTo>
                  <a:pt x="91" y="67"/>
                </a:lnTo>
                <a:lnTo>
                  <a:pt x="104" y="58"/>
                </a:lnTo>
                <a:lnTo>
                  <a:pt x="118" y="49"/>
                </a:lnTo>
                <a:lnTo>
                  <a:pt x="133" y="42"/>
                </a:lnTo>
                <a:lnTo>
                  <a:pt x="149" y="35"/>
                </a:lnTo>
                <a:lnTo>
                  <a:pt x="165" y="31"/>
                </a:lnTo>
                <a:lnTo>
                  <a:pt x="182" y="29"/>
                </a:lnTo>
                <a:lnTo>
                  <a:pt x="201" y="28"/>
                </a:lnTo>
                <a:lnTo>
                  <a:pt x="206" y="27"/>
                </a:lnTo>
                <a:lnTo>
                  <a:pt x="210" y="23"/>
                </a:lnTo>
                <a:lnTo>
                  <a:pt x="213" y="19"/>
                </a:lnTo>
                <a:lnTo>
                  <a:pt x="214" y="14"/>
                </a:lnTo>
                <a:lnTo>
                  <a:pt x="213" y="8"/>
                </a:lnTo>
                <a:lnTo>
                  <a:pt x="210" y="4"/>
                </a:lnTo>
                <a:lnTo>
                  <a:pt x="206" y="1"/>
                </a:lnTo>
                <a:lnTo>
                  <a:pt x="20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3" name="Freeform 101">
            <a:extLst>
              <a:ext uri="{FF2B5EF4-FFF2-40B4-BE49-F238E27FC236}">
                <a16:creationId xmlns:a16="http://schemas.microsoft.com/office/drawing/2014/main" id="{DF2BB953-61F2-4FC1-A6D1-CDC169922C61}"/>
              </a:ext>
            </a:extLst>
          </p:cNvPr>
          <p:cNvSpPr>
            <a:spLocks/>
          </p:cNvSpPr>
          <p:nvPr/>
        </p:nvSpPr>
        <p:spPr bwMode="auto">
          <a:xfrm>
            <a:off x="3670301" y="4175126"/>
            <a:ext cx="153988" cy="152400"/>
          </a:xfrm>
          <a:custGeom>
            <a:avLst/>
            <a:gdLst>
              <a:gd name="T0" fmla="*/ 271 w 290"/>
              <a:gd name="T1" fmla="*/ 1 h 290"/>
              <a:gd name="T2" fmla="*/ 265 w 290"/>
              <a:gd name="T3" fmla="*/ 8 h 290"/>
              <a:gd name="T4" fmla="*/ 262 w 290"/>
              <a:gd name="T5" fmla="*/ 26 h 290"/>
              <a:gd name="T6" fmla="*/ 260 w 290"/>
              <a:gd name="T7" fmla="*/ 51 h 290"/>
              <a:gd name="T8" fmla="*/ 255 w 290"/>
              <a:gd name="T9" fmla="*/ 76 h 290"/>
              <a:gd name="T10" fmla="*/ 247 w 290"/>
              <a:gd name="T11" fmla="*/ 99 h 290"/>
              <a:gd name="T12" fmla="*/ 238 w 290"/>
              <a:gd name="T13" fmla="*/ 122 h 290"/>
              <a:gd name="T14" fmla="*/ 227 w 290"/>
              <a:gd name="T15" fmla="*/ 142 h 290"/>
              <a:gd name="T16" fmla="*/ 213 w 290"/>
              <a:gd name="T17" fmla="*/ 163 h 290"/>
              <a:gd name="T18" fmla="*/ 198 w 290"/>
              <a:gd name="T19" fmla="*/ 181 h 290"/>
              <a:gd name="T20" fmla="*/ 181 w 290"/>
              <a:gd name="T21" fmla="*/ 198 h 290"/>
              <a:gd name="T22" fmla="*/ 163 w 290"/>
              <a:gd name="T23" fmla="*/ 213 h 290"/>
              <a:gd name="T24" fmla="*/ 142 w 290"/>
              <a:gd name="T25" fmla="*/ 227 h 290"/>
              <a:gd name="T26" fmla="*/ 121 w 290"/>
              <a:gd name="T27" fmla="*/ 239 h 290"/>
              <a:gd name="T28" fmla="*/ 99 w 290"/>
              <a:gd name="T29" fmla="*/ 248 h 290"/>
              <a:gd name="T30" fmla="*/ 76 w 290"/>
              <a:gd name="T31" fmla="*/ 255 h 290"/>
              <a:gd name="T32" fmla="*/ 51 w 290"/>
              <a:gd name="T33" fmla="*/ 260 h 290"/>
              <a:gd name="T34" fmla="*/ 26 w 290"/>
              <a:gd name="T35" fmla="*/ 263 h 290"/>
              <a:gd name="T36" fmla="*/ 8 w 290"/>
              <a:gd name="T37" fmla="*/ 265 h 290"/>
              <a:gd name="T38" fmla="*/ 1 w 290"/>
              <a:gd name="T39" fmla="*/ 271 h 290"/>
              <a:gd name="T40" fmla="*/ 1 w 290"/>
              <a:gd name="T41" fmla="*/ 283 h 290"/>
              <a:gd name="T42" fmla="*/ 8 w 290"/>
              <a:gd name="T43" fmla="*/ 289 h 290"/>
              <a:gd name="T44" fmla="*/ 27 w 290"/>
              <a:gd name="T45" fmla="*/ 290 h 290"/>
              <a:gd name="T46" fmla="*/ 55 w 290"/>
              <a:gd name="T47" fmla="*/ 287 h 290"/>
              <a:gd name="T48" fmla="*/ 82 w 290"/>
              <a:gd name="T49" fmla="*/ 282 h 290"/>
              <a:gd name="T50" fmla="*/ 108 w 290"/>
              <a:gd name="T51" fmla="*/ 274 h 290"/>
              <a:gd name="T52" fmla="*/ 134 w 290"/>
              <a:gd name="T53" fmla="*/ 264 h 290"/>
              <a:gd name="T54" fmla="*/ 157 w 290"/>
              <a:gd name="T55" fmla="*/ 251 h 290"/>
              <a:gd name="T56" fmla="*/ 179 w 290"/>
              <a:gd name="T57" fmla="*/ 236 h 290"/>
              <a:gd name="T58" fmla="*/ 200 w 290"/>
              <a:gd name="T59" fmla="*/ 219 h 290"/>
              <a:gd name="T60" fmla="*/ 218 w 290"/>
              <a:gd name="T61" fmla="*/ 200 h 290"/>
              <a:gd name="T62" fmla="*/ 236 w 290"/>
              <a:gd name="T63" fmla="*/ 179 h 290"/>
              <a:gd name="T64" fmla="*/ 251 w 290"/>
              <a:gd name="T65" fmla="*/ 157 h 290"/>
              <a:gd name="T66" fmla="*/ 264 w 290"/>
              <a:gd name="T67" fmla="*/ 134 h 290"/>
              <a:gd name="T68" fmla="*/ 274 w 290"/>
              <a:gd name="T69" fmla="*/ 109 h 290"/>
              <a:gd name="T70" fmla="*/ 282 w 290"/>
              <a:gd name="T71" fmla="*/ 82 h 290"/>
              <a:gd name="T72" fmla="*/ 287 w 290"/>
              <a:gd name="T73" fmla="*/ 55 h 290"/>
              <a:gd name="T74" fmla="*/ 290 w 290"/>
              <a:gd name="T75" fmla="*/ 27 h 290"/>
              <a:gd name="T76" fmla="*/ 289 w 290"/>
              <a:gd name="T77" fmla="*/ 8 h 290"/>
              <a:gd name="T78" fmla="*/ 282 w 290"/>
              <a:gd name="T79" fmla="*/ 1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0" h="290">
                <a:moveTo>
                  <a:pt x="276" y="0"/>
                </a:moveTo>
                <a:lnTo>
                  <a:pt x="271" y="1"/>
                </a:lnTo>
                <a:lnTo>
                  <a:pt x="267" y="4"/>
                </a:lnTo>
                <a:lnTo>
                  <a:pt x="265" y="8"/>
                </a:lnTo>
                <a:lnTo>
                  <a:pt x="264" y="13"/>
                </a:lnTo>
                <a:lnTo>
                  <a:pt x="262" y="26"/>
                </a:lnTo>
                <a:lnTo>
                  <a:pt x="261" y="38"/>
                </a:lnTo>
                <a:lnTo>
                  <a:pt x="260" y="51"/>
                </a:lnTo>
                <a:lnTo>
                  <a:pt x="258" y="64"/>
                </a:lnTo>
                <a:lnTo>
                  <a:pt x="255" y="76"/>
                </a:lnTo>
                <a:lnTo>
                  <a:pt x="252" y="88"/>
                </a:lnTo>
                <a:lnTo>
                  <a:pt x="247" y="99"/>
                </a:lnTo>
                <a:lnTo>
                  <a:pt x="243" y="110"/>
                </a:lnTo>
                <a:lnTo>
                  <a:pt x="238" y="122"/>
                </a:lnTo>
                <a:lnTo>
                  <a:pt x="232" y="133"/>
                </a:lnTo>
                <a:lnTo>
                  <a:pt x="227" y="142"/>
                </a:lnTo>
                <a:lnTo>
                  <a:pt x="221" y="153"/>
                </a:lnTo>
                <a:lnTo>
                  <a:pt x="213" y="163"/>
                </a:lnTo>
                <a:lnTo>
                  <a:pt x="206" y="172"/>
                </a:lnTo>
                <a:lnTo>
                  <a:pt x="198" y="181"/>
                </a:lnTo>
                <a:lnTo>
                  <a:pt x="190" y="190"/>
                </a:lnTo>
                <a:lnTo>
                  <a:pt x="181" y="198"/>
                </a:lnTo>
                <a:lnTo>
                  <a:pt x="172" y="206"/>
                </a:lnTo>
                <a:lnTo>
                  <a:pt x="163" y="213"/>
                </a:lnTo>
                <a:lnTo>
                  <a:pt x="153" y="221"/>
                </a:lnTo>
                <a:lnTo>
                  <a:pt x="142" y="227"/>
                </a:lnTo>
                <a:lnTo>
                  <a:pt x="133" y="232"/>
                </a:lnTo>
                <a:lnTo>
                  <a:pt x="121" y="239"/>
                </a:lnTo>
                <a:lnTo>
                  <a:pt x="110" y="243"/>
                </a:lnTo>
                <a:lnTo>
                  <a:pt x="99" y="248"/>
                </a:lnTo>
                <a:lnTo>
                  <a:pt x="88" y="252"/>
                </a:lnTo>
                <a:lnTo>
                  <a:pt x="76" y="255"/>
                </a:lnTo>
                <a:lnTo>
                  <a:pt x="63" y="258"/>
                </a:lnTo>
                <a:lnTo>
                  <a:pt x="51" y="260"/>
                </a:lnTo>
                <a:lnTo>
                  <a:pt x="38" y="261"/>
                </a:lnTo>
                <a:lnTo>
                  <a:pt x="26" y="263"/>
                </a:lnTo>
                <a:lnTo>
                  <a:pt x="14" y="264"/>
                </a:lnTo>
                <a:lnTo>
                  <a:pt x="8" y="265"/>
                </a:lnTo>
                <a:lnTo>
                  <a:pt x="3" y="267"/>
                </a:lnTo>
                <a:lnTo>
                  <a:pt x="1" y="271"/>
                </a:lnTo>
                <a:lnTo>
                  <a:pt x="0" y="278"/>
                </a:lnTo>
                <a:lnTo>
                  <a:pt x="1" y="283"/>
                </a:lnTo>
                <a:lnTo>
                  <a:pt x="3" y="287"/>
                </a:lnTo>
                <a:lnTo>
                  <a:pt x="8" y="289"/>
                </a:lnTo>
                <a:lnTo>
                  <a:pt x="14" y="290"/>
                </a:lnTo>
                <a:lnTo>
                  <a:pt x="27" y="290"/>
                </a:lnTo>
                <a:lnTo>
                  <a:pt x="41" y="289"/>
                </a:lnTo>
                <a:lnTo>
                  <a:pt x="55" y="287"/>
                </a:lnTo>
                <a:lnTo>
                  <a:pt x="69" y="285"/>
                </a:lnTo>
                <a:lnTo>
                  <a:pt x="82" y="282"/>
                </a:lnTo>
                <a:lnTo>
                  <a:pt x="95" y="279"/>
                </a:lnTo>
                <a:lnTo>
                  <a:pt x="108" y="274"/>
                </a:lnTo>
                <a:lnTo>
                  <a:pt x="121" y="269"/>
                </a:lnTo>
                <a:lnTo>
                  <a:pt x="134" y="264"/>
                </a:lnTo>
                <a:lnTo>
                  <a:pt x="146" y="257"/>
                </a:lnTo>
                <a:lnTo>
                  <a:pt x="157" y="251"/>
                </a:lnTo>
                <a:lnTo>
                  <a:pt x="168" y="243"/>
                </a:lnTo>
                <a:lnTo>
                  <a:pt x="179" y="236"/>
                </a:lnTo>
                <a:lnTo>
                  <a:pt x="190" y="227"/>
                </a:lnTo>
                <a:lnTo>
                  <a:pt x="200" y="219"/>
                </a:lnTo>
                <a:lnTo>
                  <a:pt x="209" y="210"/>
                </a:lnTo>
                <a:lnTo>
                  <a:pt x="218" y="200"/>
                </a:lnTo>
                <a:lnTo>
                  <a:pt x="227" y="190"/>
                </a:lnTo>
                <a:lnTo>
                  <a:pt x="236" y="179"/>
                </a:lnTo>
                <a:lnTo>
                  <a:pt x="243" y="168"/>
                </a:lnTo>
                <a:lnTo>
                  <a:pt x="251" y="157"/>
                </a:lnTo>
                <a:lnTo>
                  <a:pt x="257" y="146"/>
                </a:lnTo>
                <a:lnTo>
                  <a:pt x="264" y="134"/>
                </a:lnTo>
                <a:lnTo>
                  <a:pt x="269" y="121"/>
                </a:lnTo>
                <a:lnTo>
                  <a:pt x="274" y="109"/>
                </a:lnTo>
                <a:lnTo>
                  <a:pt x="279" y="96"/>
                </a:lnTo>
                <a:lnTo>
                  <a:pt x="282" y="82"/>
                </a:lnTo>
                <a:lnTo>
                  <a:pt x="285" y="69"/>
                </a:lnTo>
                <a:lnTo>
                  <a:pt x="287" y="55"/>
                </a:lnTo>
                <a:lnTo>
                  <a:pt x="289" y="41"/>
                </a:lnTo>
                <a:lnTo>
                  <a:pt x="290" y="27"/>
                </a:lnTo>
                <a:lnTo>
                  <a:pt x="290" y="13"/>
                </a:lnTo>
                <a:lnTo>
                  <a:pt x="289" y="8"/>
                </a:lnTo>
                <a:lnTo>
                  <a:pt x="287" y="4"/>
                </a:lnTo>
                <a:lnTo>
                  <a:pt x="282" y="1"/>
                </a:lnTo>
                <a:lnTo>
                  <a:pt x="2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4" name="Freeform 102">
            <a:extLst>
              <a:ext uri="{FF2B5EF4-FFF2-40B4-BE49-F238E27FC236}">
                <a16:creationId xmlns:a16="http://schemas.microsoft.com/office/drawing/2014/main" id="{234A25B6-38CE-48E9-9D58-AB802AEC776C}"/>
              </a:ext>
            </a:extLst>
          </p:cNvPr>
          <p:cNvSpPr>
            <a:spLocks/>
          </p:cNvSpPr>
          <p:nvPr/>
        </p:nvSpPr>
        <p:spPr bwMode="auto">
          <a:xfrm>
            <a:off x="3670301" y="4271963"/>
            <a:ext cx="15875" cy="15875"/>
          </a:xfrm>
          <a:custGeom>
            <a:avLst/>
            <a:gdLst>
              <a:gd name="T0" fmla="*/ 15 w 29"/>
              <a:gd name="T1" fmla="*/ 0 h 28"/>
              <a:gd name="T2" fmla="*/ 15 w 29"/>
              <a:gd name="T3" fmla="*/ 0 h 28"/>
              <a:gd name="T4" fmla="*/ 14 w 29"/>
              <a:gd name="T5" fmla="*/ 0 h 28"/>
              <a:gd name="T6" fmla="*/ 8 w 29"/>
              <a:gd name="T7" fmla="*/ 1 h 28"/>
              <a:gd name="T8" fmla="*/ 3 w 29"/>
              <a:gd name="T9" fmla="*/ 5 h 28"/>
              <a:gd name="T10" fmla="*/ 1 w 29"/>
              <a:gd name="T11" fmla="*/ 9 h 28"/>
              <a:gd name="T12" fmla="*/ 0 w 29"/>
              <a:gd name="T13" fmla="*/ 14 h 28"/>
              <a:gd name="T14" fmla="*/ 1 w 29"/>
              <a:gd name="T15" fmla="*/ 20 h 28"/>
              <a:gd name="T16" fmla="*/ 3 w 29"/>
              <a:gd name="T17" fmla="*/ 24 h 28"/>
              <a:gd name="T18" fmla="*/ 8 w 29"/>
              <a:gd name="T19" fmla="*/ 27 h 28"/>
              <a:gd name="T20" fmla="*/ 14 w 29"/>
              <a:gd name="T21" fmla="*/ 28 h 28"/>
              <a:gd name="T22" fmla="*/ 15 w 29"/>
              <a:gd name="T23" fmla="*/ 28 h 28"/>
              <a:gd name="T24" fmla="*/ 20 w 29"/>
              <a:gd name="T25" fmla="*/ 27 h 28"/>
              <a:gd name="T26" fmla="*/ 24 w 29"/>
              <a:gd name="T27" fmla="*/ 24 h 28"/>
              <a:gd name="T28" fmla="*/ 27 w 29"/>
              <a:gd name="T29" fmla="*/ 20 h 28"/>
              <a:gd name="T30" fmla="*/ 29 w 29"/>
              <a:gd name="T31" fmla="*/ 14 h 28"/>
              <a:gd name="T32" fmla="*/ 27 w 29"/>
              <a:gd name="T33" fmla="*/ 9 h 28"/>
              <a:gd name="T34" fmla="*/ 24 w 29"/>
              <a:gd name="T35" fmla="*/ 5 h 28"/>
              <a:gd name="T36" fmla="*/ 20 w 29"/>
              <a:gd name="T37" fmla="*/ 1 h 28"/>
              <a:gd name="T38" fmla="*/ 15 w 29"/>
              <a:gd name="T3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" h="28">
                <a:moveTo>
                  <a:pt x="15" y="0"/>
                </a:moveTo>
                <a:lnTo>
                  <a:pt x="15" y="0"/>
                </a:lnTo>
                <a:lnTo>
                  <a:pt x="14" y="0"/>
                </a:lnTo>
                <a:lnTo>
                  <a:pt x="8" y="1"/>
                </a:lnTo>
                <a:lnTo>
                  <a:pt x="3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3" y="24"/>
                </a:lnTo>
                <a:lnTo>
                  <a:pt x="8" y="27"/>
                </a:lnTo>
                <a:lnTo>
                  <a:pt x="14" y="28"/>
                </a:lnTo>
                <a:lnTo>
                  <a:pt x="15" y="28"/>
                </a:lnTo>
                <a:lnTo>
                  <a:pt x="20" y="27"/>
                </a:lnTo>
                <a:lnTo>
                  <a:pt x="24" y="24"/>
                </a:lnTo>
                <a:lnTo>
                  <a:pt x="27" y="20"/>
                </a:lnTo>
                <a:lnTo>
                  <a:pt x="29" y="14"/>
                </a:lnTo>
                <a:lnTo>
                  <a:pt x="27" y="9"/>
                </a:lnTo>
                <a:lnTo>
                  <a:pt x="24" y="5"/>
                </a:lnTo>
                <a:lnTo>
                  <a:pt x="20" y="1"/>
                </a:lnTo>
                <a:lnTo>
                  <a:pt x="1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5" name="Freeform 103">
            <a:extLst>
              <a:ext uri="{FF2B5EF4-FFF2-40B4-BE49-F238E27FC236}">
                <a16:creationId xmlns:a16="http://schemas.microsoft.com/office/drawing/2014/main" id="{72B9E5C6-7DFF-4140-A480-72B32B03F58D}"/>
              </a:ext>
            </a:extLst>
          </p:cNvPr>
          <p:cNvSpPr>
            <a:spLocks/>
          </p:cNvSpPr>
          <p:nvPr/>
        </p:nvSpPr>
        <p:spPr bwMode="auto">
          <a:xfrm>
            <a:off x="3695701" y="4175126"/>
            <a:ext cx="87313" cy="109538"/>
          </a:xfrm>
          <a:custGeom>
            <a:avLst/>
            <a:gdLst>
              <a:gd name="T0" fmla="*/ 150 w 164"/>
              <a:gd name="T1" fmla="*/ 0 h 207"/>
              <a:gd name="T2" fmla="*/ 145 w 164"/>
              <a:gd name="T3" fmla="*/ 1 h 207"/>
              <a:gd name="T4" fmla="*/ 141 w 164"/>
              <a:gd name="T5" fmla="*/ 4 h 207"/>
              <a:gd name="T6" fmla="*/ 137 w 164"/>
              <a:gd name="T7" fmla="*/ 8 h 207"/>
              <a:gd name="T8" fmla="*/ 136 w 164"/>
              <a:gd name="T9" fmla="*/ 13 h 207"/>
              <a:gd name="T10" fmla="*/ 135 w 164"/>
              <a:gd name="T11" fmla="*/ 27 h 207"/>
              <a:gd name="T12" fmla="*/ 134 w 164"/>
              <a:gd name="T13" fmla="*/ 41 h 207"/>
              <a:gd name="T14" fmla="*/ 131 w 164"/>
              <a:gd name="T15" fmla="*/ 55 h 207"/>
              <a:gd name="T16" fmla="*/ 127 w 164"/>
              <a:gd name="T17" fmla="*/ 69 h 207"/>
              <a:gd name="T18" fmla="*/ 122 w 164"/>
              <a:gd name="T19" fmla="*/ 82 h 207"/>
              <a:gd name="T20" fmla="*/ 116 w 164"/>
              <a:gd name="T21" fmla="*/ 94 h 207"/>
              <a:gd name="T22" fmla="*/ 109 w 164"/>
              <a:gd name="T23" fmla="*/ 106 h 207"/>
              <a:gd name="T24" fmla="*/ 101 w 164"/>
              <a:gd name="T25" fmla="*/ 118 h 207"/>
              <a:gd name="T26" fmla="*/ 92 w 164"/>
              <a:gd name="T27" fmla="*/ 128 h 207"/>
              <a:gd name="T28" fmla="*/ 83 w 164"/>
              <a:gd name="T29" fmla="*/ 138 h 207"/>
              <a:gd name="T30" fmla="*/ 72 w 164"/>
              <a:gd name="T31" fmla="*/ 148 h 207"/>
              <a:gd name="T32" fmla="*/ 61 w 164"/>
              <a:gd name="T33" fmla="*/ 155 h 207"/>
              <a:gd name="T34" fmla="*/ 49 w 164"/>
              <a:gd name="T35" fmla="*/ 163 h 207"/>
              <a:gd name="T36" fmla="*/ 36 w 164"/>
              <a:gd name="T37" fmla="*/ 169 h 207"/>
              <a:gd name="T38" fmla="*/ 24 w 164"/>
              <a:gd name="T39" fmla="*/ 175 h 207"/>
              <a:gd name="T40" fmla="*/ 10 w 164"/>
              <a:gd name="T41" fmla="*/ 179 h 207"/>
              <a:gd name="T42" fmla="*/ 5 w 164"/>
              <a:gd name="T43" fmla="*/ 182 h 207"/>
              <a:gd name="T44" fmla="*/ 2 w 164"/>
              <a:gd name="T45" fmla="*/ 185 h 207"/>
              <a:gd name="T46" fmla="*/ 0 w 164"/>
              <a:gd name="T47" fmla="*/ 191 h 207"/>
              <a:gd name="T48" fmla="*/ 0 w 164"/>
              <a:gd name="T49" fmla="*/ 196 h 207"/>
              <a:gd name="T50" fmla="*/ 2 w 164"/>
              <a:gd name="T51" fmla="*/ 200 h 207"/>
              <a:gd name="T52" fmla="*/ 5 w 164"/>
              <a:gd name="T53" fmla="*/ 204 h 207"/>
              <a:gd name="T54" fmla="*/ 10 w 164"/>
              <a:gd name="T55" fmla="*/ 206 h 207"/>
              <a:gd name="T56" fmla="*/ 14 w 164"/>
              <a:gd name="T57" fmla="*/ 207 h 207"/>
              <a:gd name="T58" fmla="*/ 15 w 164"/>
              <a:gd name="T59" fmla="*/ 207 h 207"/>
              <a:gd name="T60" fmla="*/ 17 w 164"/>
              <a:gd name="T61" fmla="*/ 206 h 207"/>
              <a:gd name="T62" fmla="*/ 33 w 164"/>
              <a:gd name="T63" fmla="*/ 201 h 207"/>
              <a:gd name="T64" fmla="*/ 48 w 164"/>
              <a:gd name="T65" fmla="*/ 195 h 207"/>
              <a:gd name="T66" fmla="*/ 63 w 164"/>
              <a:gd name="T67" fmla="*/ 187 h 207"/>
              <a:gd name="T68" fmla="*/ 77 w 164"/>
              <a:gd name="T69" fmla="*/ 179 h 207"/>
              <a:gd name="T70" fmla="*/ 90 w 164"/>
              <a:gd name="T71" fmla="*/ 169 h 207"/>
              <a:gd name="T72" fmla="*/ 102 w 164"/>
              <a:gd name="T73" fmla="*/ 158 h 207"/>
              <a:gd name="T74" fmla="*/ 113 w 164"/>
              <a:gd name="T75" fmla="*/ 147 h 207"/>
              <a:gd name="T76" fmla="*/ 123 w 164"/>
              <a:gd name="T77" fmla="*/ 135 h 207"/>
              <a:gd name="T78" fmla="*/ 132 w 164"/>
              <a:gd name="T79" fmla="*/ 121 h 207"/>
              <a:gd name="T80" fmla="*/ 141 w 164"/>
              <a:gd name="T81" fmla="*/ 107 h 207"/>
              <a:gd name="T82" fmla="*/ 147 w 164"/>
              <a:gd name="T83" fmla="*/ 93 h 207"/>
              <a:gd name="T84" fmla="*/ 153 w 164"/>
              <a:gd name="T85" fmla="*/ 78 h 207"/>
              <a:gd name="T86" fmla="*/ 158 w 164"/>
              <a:gd name="T87" fmla="*/ 62 h 207"/>
              <a:gd name="T88" fmla="*/ 161 w 164"/>
              <a:gd name="T89" fmla="*/ 46 h 207"/>
              <a:gd name="T90" fmla="*/ 163 w 164"/>
              <a:gd name="T91" fmla="*/ 30 h 207"/>
              <a:gd name="T92" fmla="*/ 164 w 164"/>
              <a:gd name="T93" fmla="*/ 13 h 207"/>
              <a:gd name="T94" fmla="*/ 163 w 164"/>
              <a:gd name="T95" fmla="*/ 8 h 207"/>
              <a:gd name="T96" fmla="*/ 160 w 164"/>
              <a:gd name="T97" fmla="*/ 4 h 207"/>
              <a:gd name="T98" fmla="*/ 156 w 164"/>
              <a:gd name="T99" fmla="*/ 1 h 207"/>
              <a:gd name="T100" fmla="*/ 150 w 164"/>
              <a:gd name="T101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4" h="207">
                <a:moveTo>
                  <a:pt x="150" y="0"/>
                </a:moveTo>
                <a:lnTo>
                  <a:pt x="145" y="1"/>
                </a:lnTo>
                <a:lnTo>
                  <a:pt x="141" y="4"/>
                </a:lnTo>
                <a:lnTo>
                  <a:pt x="137" y="8"/>
                </a:lnTo>
                <a:lnTo>
                  <a:pt x="136" y="13"/>
                </a:lnTo>
                <a:lnTo>
                  <a:pt x="135" y="27"/>
                </a:lnTo>
                <a:lnTo>
                  <a:pt x="134" y="41"/>
                </a:lnTo>
                <a:lnTo>
                  <a:pt x="131" y="55"/>
                </a:lnTo>
                <a:lnTo>
                  <a:pt x="127" y="69"/>
                </a:lnTo>
                <a:lnTo>
                  <a:pt x="122" y="82"/>
                </a:lnTo>
                <a:lnTo>
                  <a:pt x="116" y="94"/>
                </a:lnTo>
                <a:lnTo>
                  <a:pt x="109" y="106"/>
                </a:lnTo>
                <a:lnTo>
                  <a:pt x="101" y="118"/>
                </a:lnTo>
                <a:lnTo>
                  <a:pt x="92" y="128"/>
                </a:lnTo>
                <a:lnTo>
                  <a:pt x="83" y="138"/>
                </a:lnTo>
                <a:lnTo>
                  <a:pt x="72" y="148"/>
                </a:lnTo>
                <a:lnTo>
                  <a:pt x="61" y="155"/>
                </a:lnTo>
                <a:lnTo>
                  <a:pt x="49" y="163"/>
                </a:lnTo>
                <a:lnTo>
                  <a:pt x="36" y="169"/>
                </a:lnTo>
                <a:lnTo>
                  <a:pt x="24" y="175"/>
                </a:lnTo>
                <a:lnTo>
                  <a:pt x="10" y="179"/>
                </a:lnTo>
                <a:lnTo>
                  <a:pt x="5" y="182"/>
                </a:lnTo>
                <a:lnTo>
                  <a:pt x="2" y="185"/>
                </a:lnTo>
                <a:lnTo>
                  <a:pt x="0" y="191"/>
                </a:lnTo>
                <a:lnTo>
                  <a:pt x="0" y="196"/>
                </a:lnTo>
                <a:lnTo>
                  <a:pt x="2" y="200"/>
                </a:lnTo>
                <a:lnTo>
                  <a:pt x="5" y="204"/>
                </a:lnTo>
                <a:lnTo>
                  <a:pt x="10" y="206"/>
                </a:lnTo>
                <a:lnTo>
                  <a:pt x="14" y="207"/>
                </a:lnTo>
                <a:lnTo>
                  <a:pt x="15" y="207"/>
                </a:lnTo>
                <a:lnTo>
                  <a:pt x="17" y="206"/>
                </a:lnTo>
                <a:lnTo>
                  <a:pt x="33" y="201"/>
                </a:lnTo>
                <a:lnTo>
                  <a:pt x="48" y="195"/>
                </a:lnTo>
                <a:lnTo>
                  <a:pt x="63" y="187"/>
                </a:lnTo>
                <a:lnTo>
                  <a:pt x="77" y="179"/>
                </a:lnTo>
                <a:lnTo>
                  <a:pt x="90" y="169"/>
                </a:lnTo>
                <a:lnTo>
                  <a:pt x="102" y="158"/>
                </a:lnTo>
                <a:lnTo>
                  <a:pt x="113" y="147"/>
                </a:lnTo>
                <a:lnTo>
                  <a:pt x="123" y="135"/>
                </a:lnTo>
                <a:lnTo>
                  <a:pt x="132" y="121"/>
                </a:lnTo>
                <a:lnTo>
                  <a:pt x="141" y="107"/>
                </a:lnTo>
                <a:lnTo>
                  <a:pt x="147" y="93"/>
                </a:lnTo>
                <a:lnTo>
                  <a:pt x="153" y="78"/>
                </a:lnTo>
                <a:lnTo>
                  <a:pt x="158" y="62"/>
                </a:lnTo>
                <a:lnTo>
                  <a:pt x="161" y="46"/>
                </a:lnTo>
                <a:lnTo>
                  <a:pt x="163" y="30"/>
                </a:lnTo>
                <a:lnTo>
                  <a:pt x="164" y="13"/>
                </a:lnTo>
                <a:lnTo>
                  <a:pt x="163" y="8"/>
                </a:lnTo>
                <a:lnTo>
                  <a:pt x="160" y="4"/>
                </a:lnTo>
                <a:lnTo>
                  <a:pt x="156" y="1"/>
                </a:lnTo>
                <a:lnTo>
                  <a:pt x="1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6" name="Freeform 104">
            <a:extLst>
              <a:ext uri="{FF2B5EF4-FFF2-40B4-BE49-F238E27FC236}">
                <a16:creationId xmlns:a16="http://schemas.microsoft.com/office/drawing/2014/main" id="{23490B33-2F21-4C10-A20D-D893D6B23285}"/>
              </a:ext>
            </a:extLst>
          </p:cNvPr>
          <p:cNvSpPr>
            <a:spLocks noEditPoints="1"/>
          </p:cNvSpPr>
          <p:nvPr/>
        </p:nvSpPr>
        <p:spPr bwMode="auto">
          <a:xfrm>
            <a:off x="3589338" y="3275013"/>
            <a:ext cx="276225" cy="279400"/>
          </a:xfrm>
          <a:custGeom>
            <a:avLst/>
            <a:gdLst>
              <a:gd name="T0" fmla="*/ 515 w 521"/>
              <a:gd name="T1" fmla="*/ 44 h 526"/>
              <a:gd name="T2" fmla="*/ 494 w 521"/>
              <a:gd name="T3" fmla="*/ 16 h 526"/>
              <a:gd name="T4" fmla="*/ 463 w 521"/>
              <a:gd name="T5" fmla="*/ 1 h 526"/>
              <a:gd name="T6" fmla="*/ 428 w 521"/>
              <a:gd name="T7" fmla="*/ 3 h 526"/>
              <a:gd name="T8" fmla="*/ 398 w 521"/>
              <a:gd name="T9" fmla="*/ 21 h 526"/>
              <a:gd name="T10" fmla="*/ 396 w 521"/>
              <a:gd name="T11" fmla="*/ 23 h 526"/>
              <a:gd name="T12" fmla="*/ 335 w 521"/>
              <a:gd name="T13" fmla="*/ 85 h 526"/>
              <a:gd name="T14" fmla="*/ 102 w 521"/>
              <a:gd name="T15" fmla="*/ 259 h 526"/>
              <a:gd name="T16" fmla="*/ 41 w 521"/>
              <a:gd name="T17" fmla="*/ 299 h 526"/>
              <a:gd name="T18" fmla="*/ 20 w 521"/>
              <a:gd name="T19" fmla="*/ 335 h 526"/>
              <a:gd name="T20" fmla="*/ 13 w 521"/>
              <a:gd name="T21" fmla="*/ 391 h 526"/>
              <a:gd name="T22" fmla="*/ 11 w 521"/>
              <a:gd name="T23" fmla="*/ 475 h 526"/>
              <a:gd name="T24" fmla="*/ 0 w 521"/>
              <a:gd name="T25" fmla="*/ 510 h 526"/>
              <a:gd name="T26" fmla="*/ 12 w 521"/>
              <a:gd name="T27" fmla="*/ 521 h 526"/>
              <a:gd name="T28" fmla="*/ 103 w 521"/>
              <a:gd name="T29" fmla="*/ 525 h 526"/>
              <a:gd name="T30" fmla="*/ 201 w 521"/>
              <a:gd name="T31" fmla="*/ 496 h 526"/>
              <a:gd name="T32" fmla="*/ 230 w 521"/>
              <a:gd name="T33" fmla="*/ 473 h 526"/>
              <a:gd name="T34" fmla="*/ 250 w 521"/>
              <a:gd name="T35" fmla="*/ 447 h 526"/>
              <a:gd name="T36" fmla="*/ 267 w 521"/>
              <a:gd name="T37" fmla="*/ 372 h 526"/>
              <a:gd name="T38" fmla="*/ 512 w 521"/>
              <a:gd name="T39" fmla="*/ 105 h 526"/>
              <a:gd name="T40" fmla="*/ 521 w 521"/>
              <a:gd name="T41" fmla="*/ 71 h 526"/>
              <a:gd name="T42" fmla="*/ 43 w 521"/>
              <a:gd name="T43" fmla="*/ 446 h 526"/>
              <a:gd name="T44" fmla="*/ 40 w 521"/>
              <a:gd name="T45" fmla="*/ 368 h 526"/>
              <a:gd name="T46" fmla="*/ 53 w 521"/>
              <a:gd name="T47" fmla="*/ 354 h 526"/>
              <a:gd name="T48" fmla="*/ 84 w 521"/>
              <a:gd name="T49" fmla="*/ 358 h 526"/>
              <a:gd name="T50" fmla="*/ 112 w 521"/>
              <a:gd name="T51" fmla="*/ 386 h 526"/>
              <a:gd name="T52" fmla="*/ 143 w 521"/>
              <a:gd name="T53" fmla="*/ 441 h 526"/>
              <a:gd name="T54" fmla="*/ 184 w 521"/>
              <a:gd name="T55" fmla="*/ 470 h 526"/>
              <a:gd name="T56" fmla="*/ 139 w 521"/>
              <a:gd name="T57" fmla="*/ 492 h 526"/>
              <a:gd name="T58" fmla="*/ 34 w 521"/>
              <a:gd name="T59" fmla="*/ 495 h 526"/>
              <a:gd name="T60" fmla="*/ 184 w 521"/>
              <a:gd name="T61" fmla="*/ 440 h 526"/>
              <a:gd name="T62" fmla="*/ 159 w 521"/>
              <a:gd name="T63" fmla="*/ 417 h 526"/>
              <a:gd name="T64" fmla="*/ 134 w 521"/>
              <a:gd name="T65" fmla="*/ 369 h 526"/>
              <a:gd name="T66" fmla="*/ 96 w 521"/>
              <a:gd name="T67" fmla="*/ 333 h 526"/>
              <a:gd name="T68" fmla="*/ 55 w 521"/>
              <a:gd name="T69" fmla="*/ 325 h 526"/>
              <a:gd name="T70" fmla="*/ 99 w 521"/>
              <a:gd name="T71" fmla="*/ 289 h 526"/>
              <a:gd name="T72" fmla="*/ 161 w 521"/>
              <a:gd name="T73" fmla="*/ 284 h 526"/>
              <a:gd name="T74" fmla="*/ 236 w 521"/>
              <a:gd name="T75" fmla="*/ 407 h 526"/>
              <a:gd name="T76" fmla="*/ 250 w 521"/>
              <a:gd name="T77" fmla="*/ 333 h 526"/>
              <a:gd name="T78" fmla="*/ 314 w 521"/>
              <a:gd name="T79" fmla="*/ 269 h 526"/>
              <a:gd name="T80" fmla="*/ 299 w 521"/>
              <a:gd name="T81" fmla="*/ 185 h 526"/>
              <a:gd name="T82" fmla="*/ 315 w 521"/>
              <a:gd name="T83" fmla="*/ 237 h 526"/>
              <a:gd name="T84" fmla="*/ 343 w 521"/>
              <a:gd name="T85" fmla="*/ 229 h 526"/>
              <a:gd name="T86" fmla="*/ 328 w 521"/>
              <a:gd name="T87" fmla="*/ 191 h 526"/>
              <a:gd name="T88" fmla="*/ 331 w 521"/>
              <a:gd name="T89" fmla="*/ 145 h 526"/>
              <a:gd name="T90" fmla="*/ 355 w 521"/>
              <a:gd name="T91" fmla="*/ 104 h 526"/>
              <a:gd name="T92" fmla="*/ 362 w 521"/>
              <a:gd name="T93" fmla="*/ 135 h 526"/>
              <a:gd name="T94" fmla="*/ 382 w 521"/>
              <a:gd name="T95" fmla="*/ 185 h 526"/>
              <a:gd name="T96" fmla="*/ 399 w 521"/>
              <a:gd name="T97" fmla="*/ 160 h 526"/>
              <a:gd name="T98" fmla="*/ 388 w 521"/>
              <a:gd name="T99" fmla="*/ 121 h 526"/>
              <a:gd name="T100" fmla="*/ 395 w 521"/>
              <a:gd name="T101" fmla="*/ 75 h 526"/>
              <a:gd name="T102" fmla="*/ 419 w 521"/>
              <a:gd name="T103" fmla="*/ 41 h 526"/>
              <a:gd name="T104" fmla="*/ 423 w 521"/>
              <a:gd name="T105" fmla="*/ 75 h 526"/>
              <a:gd name="T106" fmla="*/ 450 w 521"/>
              <a:gd name="T107" fmla="*/ 132 h 526"/>
              <a:gd name="T108" fmla="*/ 457 w 521"/>
              <a:gd name="T109" fmla="*/ 94 h 526"/>
              <a:gd name="T110" fmla="*/ 449 w 521"/>
              <a:gd name="T111" fmla="*/ 39 h 526"/>
              <a:gd name="T112" fmla="*/ 480 w 521"/>
              <a:gd name="T113" fmla="*/ 41 h 526"/>
              <a:gd name="T114" fmla="*/ 492 w 521"/>
              <a:gd name="T115" fmla="*/ 80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21" h="526">
                <a:moveTo>
                  <a:pt x="521" y="71"/>
                </a:moveTo>
                <a:lnTo>
                  <a:pt x="521" y="65"/>
                </a:lnTo>
                <a:lnTo>
                  <a:pt x="520" y="57"/>
                </a:lnTo>
                <a:lnTo>
                  <a:pt x="517" y="51"/>
                </a:lnTo>
                <a:lnTo>
                  <a:pt x="515" y="44"/>
                </a:lnTo>
                <a:lnTo>
                  <a:pt x="512" y="38"/>
                </a:lnTo>
                <a:lnTo>
                  <a:pt x="509" y="32"/>
                </a:lnTo>
                <a:lnTo>
                  <a:pt x="505" y="26"/>
                </a:lnTo>
                <a:lnTo>
                  <a:pt x="499" y="21"/>
                </a:lnTo>
                <a:lnTo>
                  <a:pt x="494" y="16"/>
                </a:lnTo>
                <a:lnTo>
                  <a:pt x="488" y="12"/>
                </a:lnTo>
                <a:lnTo>
                  <a:pt x="482" y="9"/>
                </a:lnTo>
                <a:lnTo>
                  <a:pt x="476" y="6"/>
                </a:lnTo>
                <a:lnTo>
                  <a:pt x="469" y="3"/>
                </a:lnTo>
                <a:lnTo>
                  <a:pt x="463" y="1"/>
                </a:lnTo>
                <a:lnTo>
                  <a:pt x="456" y="0"/>
                </a:lnTo>
                <a:lnTo>
                  <a:pt x="449" y="0"/>
                </a:lnTo>
                <a:lnTo>
                  <a:pt x="442" y="0"/>
                </a:lnTo>
                <a:lnTo>
                  <a:pt x="436" y="1"/>
                </a:lnTo>
                <a:lnTo>
                  <a:pt x="428" y="3"/>
                </a:lnTo>
                <a:lnTo>
                  <a:pt x="422" y="6"/>
                </a:lnTo>
                <a:lnTo>
                  <a:pt x="416" y="9"/>
                </a:lnTo>
                <a:lnTo>
                  <a:pt x="410" y="12"/>
                </a:lnTo>
                <a:lnTo>
                  <a:pt x="404" y="16"/>
                </a:lnTo>
                <a:lnTo>
                  <a:pt x="398" y="21"/>
                </a:lnTo>
                <a:lnTo>
                  <a:pt x="396" y="23"/>
                </a:lnTo>
                <a:lnTo>
                  <a:pt x="396" y="23"/>
                </a:lnTo>
                <a:lnTo>
                  <a:pt x="396" y="23"/>
                </a:lnTo>
                <a:lnTo>
                  <a:pt x="396" y="23"/>
                </a:lnTo>
                <a:lnTo>
                  <a:pt x="396" y="23"/>
                </a:lnTo>
                <a:lnTo>
                  <a:pt x="335" y="85"/>
                </a:lnTo>
                <a:lnTo>
                  <a:pt x="335" y="85"/>
                </a:lnTo>
                <a:lnTo>
                  <a:pt x="335" y="85"/>
                </a:lnTo>
                <a:lnTo>
                  <a:pt x="335" y="85"/>
                </a:lnTo>
                <a:lnTo>
                  <a:pt x="335" y="85"/>
                </a:lnTo>
                <a:lnTo>
                  <a:pt x="164" y="256"/>
                </a:lnTo>
                <a:lnTo>
                  <a:pt x="148" y="253"/>
                </a:lnTo>
                <a:lnTo>
                  <a:pt x="132" y="253"/>
                </a:lnTo>
                <a:lnTo>
                  <a:pt x="117" y="256"/>
                </a:lnTo>
                <a:lnTo>
                  <a:pt x="102" y="259"/>
                </a:lnTo>
                <a:lnTo>
                  <a:pt x="87" y="264"/>
                </a:lnTo>
                <a:lnTo>
                  <a:pt x="73" y="272"/>
                </a:lnTo>
                <a:lnTo>
                  <a:pt x="60" y="280"/>
                </a:lnTo>
                <a:lnTo>
                  <a:pt x="49" y="291"/>
                </a:lnTo>
                <a:lnTo>
                  <a:pt x="41" y="299"/>
                </a:lnTo>
                <a:lnTo>
                  <a:pt x="35" y="306"/>
                </a:lnTo>
                <a:lnTo>
                  <a:pt x="30" y="313"/>
                </a:lnTo>
                <a:lnTo>
                  <a:pt x="26" y="320"/>
                </a:lnTo>
                <a:lnTo>
                  <a:pt x="22" y="328"/>
                </a:lnTo>
                <a:lnTo>
                  <a:pt x="20" y="335"/>
                </a:lnTo>
                <a:lnTo>
                  <a:pt x="16" y="342"/>
                </a:lnTo>
                <a:lnTo>
                  <a:pt x="15" y="349"/>
                </a:lnTo>
                <a:lnTo>
                  <a:pt x="13" y="363"/>
                </a:lnTo>
                <a:lnTo>
                  <a:pt x="12" y="377"/>
                </a:lnTo>
                <a:lnTo>
                  <a:pt x="13" y="391"/>
                </a:lnTo>
                <a:lnTo>
                  <a:pt x="14" y="405"/>
                </a:lnTo>
                <a:lnTo>
                  <a:pt x="15" y="427"/>
                </a:lnTo>
                <a:lnTo>
                  <a:pt x="15" y="450"/>
                </a:lnTo>
                <a:lnTo>
                  <a:pt x="13" y="462"/>
                </a:lnTo>
                <a:lnTo>
                  <a:pt x="11" y="475"/>
                </a:lnTo>
                <a:lnTo>
                  <a:pt x="7" y="488"/>
                </a:lnTo>
                <a:lnTo>
                  <a:pt x="1" y="501"/>
                </a:lnTo>
                <a:lnTo>
                  <a:pt x="0" y="504"/>
                </a:lnTo>
                <a:lnTo>
                  <a:pt x="0" y="507"/>
                </a:lnTo>
                <a:lnTo>
                  <a:pt x="0" y="510"/>
                </a:lnTo>
                <a:lnTo>
                  <a:pt x="2" y="513"/>
                </a:lnTo>
                <a:lnTo>
                  <a:pt x="4" y="515"/>
                </a:lnTo>
                <a:lnTo>
                  <a:pt x="6" y="518"/>
                </a:lnTo>
                <a:lnTo>
                  <a:pt x="9" y="520"/>
                </a:lnTo>
                <a:lnTo>
                  <a:pt x="12" y="521"/>
                </a:lnTo>
                <a:lnTo>
                  <a:pt x="30" y="523"/>
                </a:lnTo>
                <a:lnTo>
                  <a:pt x="48" y="525"/>
                </a:lnTo>
                <a:lnTo>
                  <a:pt x="64" y="526"/>
                </a:lnTo>
                <a:lnTo>
                  <a:pt x="80" y="526"/>
                </a:lnTo>
                <a:lnTo>
                  <a:pt x="103" y="525"/>
                </a:lnTo>
                <a:lnTo>
                  <a:pt x="126" y="523"/>
                </a:lnTo>
                <a:lnTo>
                  <a:pt x="146" y="519"/>
                </a:lnTo>
                <a:lnTo>
                  <a:pt x="166" y="513"/>
                </a:lnTo>
                <a:lnTo>
                  <a:pt x="184" y="506"/>
                </a:lnTo>
                <a:lnTo>
                  <a:pt x="201" y="496"/>
                </a:lnTo>
                <a:lnTo>
                  <a:pt x="208" y="491"/>
                </a:lnTo>
                <a:lnTo>
                  <a:pt x="216" y="485"/>
                </a:lnTo>
                <a:lnTo>
                  <a:pt x="223" y="479"/>
                </a:lnTo>
                <a:lnTo>
                  <a:pt x="230" y="473"/>
                </a:lnTo>
                <a:lnTo>
                  <a:pt x="230" y="473"/>
                </a:lnTo>
                <a:lnTo>
                  <a:pt x="231" y="473"/>
                </a:lnTo>
                <a:lnTo>
                  <a:pt x="231" y="471"/>
                </a:lnTo>
                <a:lnTo>
                  <a:pt x="232" y="471"/>
                </a:lnTo>
                <a:lnTo>
                  <a:pt x="242" y="460"/>
                </a:lnTo>
                <a:lnTo>
                  <a:pt x="250" y="447"/>
                </a:lnTo>
                <a:lnTo>
                  <a:pt x="257" y="433"/>
                </a:lnTo>
                <a:lnTo>
                  <a:pt x="262" y="418"/>
                </a:lnTo>
                <a:lnTo>
                  <a:pt x="265" y="403"/>
                </a:lnTo>
                <a:lnTo>
                  <a:pt x="267" y="388"/>
                </a:lnTo>
                <a:lnTo>
                  <a:pt x="267" y="372"/>
                </a:lnTo>
                <a:lnTo>
                  <a:pt x="265" y="357"/>
                </a:lnTo>
                <a:lnTo>
                  <a:pt x="499" y="121"/>
                </a:lnTo>
                <a:lnTo>
                  <a:pt x="505" y="117"/>
                </a:lnTo>
                <a:lnTo>
                  <a:pt x="509" y="111"/>
                </a:lnTo>
                <a:lnTo>
                  <a:pt x="512" y="105"/>
                </a:lnTo>
                <a:lnTo>
                  <a:pt x="515" y="99"/>
                </a:lnTo>
                <a:lnTo>
                  <a:pt x="517" y="92"/>
                </a:lnTo>
                <a:lnTo>
                  <a:pt x="520" y="86"/>
                </a:lnTo>
                <a:lnTo>
                  <a:pt x="521" y="79"/>
                </a:lnTo>
                <a:lnTo>
                  <a:pt x="521" y="71"/>
                </a:lnTo>
                <a:close/>
                <a:moveTo>
                  <a:pt x="34" y="495"/>
                </a:moveTo>
                <a:lnTo>
                  <a:pt x="38" y="482"/>
                </a:lnTo>
                <a:lnTo>
                  <a:pt x="40" y="469"/>
                </a:lnTo>
                <a:lnTo>
                  <a:pt x="42" y="457"/>
                </a:lnTo>
                <a:lnTo>
                  <a:pt x="43" y="446"/>
                </a:lnTo>
                <a:lnTo>
                  <a:pt x="43" y="423"/>
                </a:lnTo>
                <a:lnTo>
                  <a:pt x="42" y="403"/>
                </a:lnTo>
                <a:lnTo>
                  <a:pt x="41" y="391"/>
                </a:lnTo>
                <a:lnTo>
                  <a:pt x="40" y="379"/>
                </a:lnTo>
                <a:lnTo>
                  <a:pt x="40" y="368"/>
                </a:lnTo>
                <a:lnTo>
                  <a:pt x="41" y="359"/>
                </a:lnTo>
                <a:lnTo>
                  <a:pt x="42" y="359"/>
                </a:lnTo>
                <a:lnTo>
                  <a:pt x="42" y="359"/>
                </a:lnTo>
                <a:lnTo>
                  <a:pt x="44" y="357"/>
                </a:lnTo>
                <a:lnTo>
                  <a:pt x="53" y="354"/>
                </a:lnTo>
                <a:lnTo>
                  <a:pt x="58" y="353"/>
                </a:lnTo>
                <a:lnTo>
                  <a:pt x="65" y="353"/>
                </a:lnTo>
                <a:lnTo>
                  <a:pt x="71" y="353"/>
                </a:lnTo>
                <a:lnTo>
                  <a:pt x="79" y="355"/>
                </a:lnTo>
                <a:lnTo>
                  <a:pt x="84" y="358"/>
                </a:lnTo>
                <a:lnTo>
                  <a:pt x="90" y="361"/>
                </a:lnTo>
                <a:lnTo>
                  <a:pt x="96" y="366"/>
                </a:lnTo>
                <a:lnTo>
                  <a:pt x="101" y="372"/>
                </a:lnTo>
                <a:lnTo>
                  <a:pt x="107" y="378"/>
                </a:lnTo>
                <a:lnTo>
                  <a:pt x="112" y="386"/>
                </a:lnTo>
                <a:lnTo>
                  <a:pt x="116" y="394"/>
                </a:lnTo>
                <a:lnTo>
                  <a:pt x="120" y="404"/>
                </a:lnTo>
                <a:lnTo>
                  <a:pt x="127" y="418"/>
                </a:lnTo>
                <a:lnTo>
                  <a:pt x="136" y="431"/>
                </a:lnTo>
                <a:lnTo>
                  <a:pt x="143" y="441"/>
                </a:lnTo>
                <a:lnTo>
                  <a:pt x="152" y="450"/>
                </a:lnTo>
                <a:lnTo>
                  <a:pt x="160" y="457"/>
                </a:lnTo>
                <a:lnTo>
                  <a:pt x="169" y="463"/>
                </a:lnTo>
                <a:lnTo>
                  <a:pt x="176" y="467"/>
                </a:lnTo>
                <a:lnTo>
                  <a:pt x="184" y="470"/>
                </a:lnTo>
                <a:lnTo>
                  <a:pt x="186" y="471"/>
                </a:lnTo>
                <a:lnTo>
                  <a:pt x="187" y="471"/>
                </a:lnTo>
                <a:lnTo>
                  <a:pt x="172" y="480"/>
                </a:lnTo>
                <a:lnTo>
                  <a:pt x="157" y="486"/>
                </a:lnTo>
                <a:lnTo>
                  <a:pt x="139" y="492"/>
                </a:lnTo>
                <a:lnTo>
                  <a:pt x="120" y="496"/>
                </a:lnTo>
                <a:lnTo>
                  <a:pt x="101" y="498"/>
                </a:lnTo>
                <a:lnTo>
                  <a:pt x="80" y="498"/>
                </a:lnTo>
                <a:lnTo>
                  <a:pt x="57" y="498"/>
                </a:lnTo>
                <a:lnTo>
                  <a:pt x="34" y="495"/>
                </a:lnTo>
                <a:close/>
                <a:moveTo>
                  <a:pt x="215" y="449"/>
                </a:moveTo>
                <a:lnTo>
                  <a:pt x="210" y="448"/>
                </a:lnTo>
                <a:lnTo>
                  <a:pt x="202" y="447"/>
                </a:lnTo>
                <a:lnTo>
                  <a:pt x="193" y="445"/>
                </a:lnTo>
                <a:lnTo>
                  <a:pt x="184" y="440"/>
                </a:lnTo>
                <a:lnTo>
                  <a:pt x="178" y="437"/>
                </a:lnTo>
                <a:lnTo>
                  <a:pt x="174" y="433"/>
                </a:lnTo>
                <a:lnTo>
                  <a:pt x="169" y="428"/>
                </a:lnTo>
                <a:lnTo>
                  <a:pt x="164" y="423"/>
                </a:lnTo>
                <a:lnTo>
                  <a:pt x="159" y="417"/>
                </a:lnTo>
                <a:lnTo>
                  <a:pt x="155" y="410"/>
                </a:lnTo>
                <a:lnTo>
                  <a:pt x="151" y="402"/>
                </a:lnTo>
                <a:lnTo>
                  <a:pt x="146" y="393"/>
                </a:lnTo>
                <a:lnTo>
                  <a:pt x="140" y="380"/>
                </a:lnTo>
                <a:lnTo>
                  <a:pt x="134" y="369"/>
                </a:lnTo>
                <a:lnTo>
                  <a:pt x="128" y="360"/>
                </a:lnTo>
                <a:lnTo>
                  <a:pt x="120" y="351"/>
                </a:lnTo>
                <a:lnTo>
                  <a:pt x="113" y="344"/>
                </a:lnTo>
                <a:lnTo>
                  <a:pt x="104" y="337"/>
                </a:lnTo>
                <a:lnTo>
                  <a:pt x="96" y="333"/>
                </a:lnTo>
                <a:lnTo>
                  <a:pt x="87" y="329"/>
                </a:lnTo>
                <a:lnTo>
                  <a:pt x="79" y="327"/>
                </a:lnTo>
                <a:lnTo>
                  <a:pt x="70" y="325"/>
                </a:lnTo>
                <a:lnTo>
                  <a:pt x="63" y="325"/>
                </a:lnTo>
                <a:lnTo>
                  <a:pt x="55" y="325"/>
                </a:lnTo>
                <a:lnTo>
                  <a:pt x="60" y="318"/>
                </a:lnTo>
                <a:lnTo>
                  <a:pt x="68" y="310"/>
                </a:lnTo>
                <a:lnTo>
                  <a:pt x="78" y="302"/>
                </a:lnTo>
                <a:lnTo>
                  <a:pt x="88" y="295"/>
                </a:lnTo>
                <a:lnTo>
                  <a:pt x="99" y="289"/>
                </a:lnTo>
                <a:lnTo>
                  <a:pt x="111" y="285"/>
                </a:lnTo>
                <a:lnTo>
                  <a:pt x="124" y="282"/>
                </a:lnTo>
                <a:lnTo>
                  <a:pt x="137" y="281"/>
                </a:lnTo>
                <a:lnTo>
                  <a:pt x="148" y="281"/>
                </a:lnTo>
                <a:lnTo>
                  <a:pt x="161" y="284"/>
                </a:lnTo>
                <a:lnTo>
                  <a:pt x="237" y="360"/>
                </a:lnTo>
                <a:lnTo>
                  <a:pt x="240" y="372"/>
                </a:lnTo>
                <a:lnTo>
                  <a:pt x="240" y="383"/>
                </a:lnTo>
                <a:lnTo>
                  <a:pt x="239" y="395"/>
                </a:lnTo>
                <a:lnTo>
                  <a:pt x="236" y="407"/>
                </a:lnTo>
                <a:lnTo>
                  <a:pt x="233" y="418"/>
                </a:lnTo>
                <a:lnTo>
                  <a:pt x="228" y="428"/>
                </a:lnTo>
                <a:lnTo>
                  <a:pt x="222" y="439"/>
                </a:lnTo>
                <a:lnTo>
                  <a:pt x="215" y="449"/>
                </a:lnTo>
                <a:close/>
                <a:moveTo>
                  <a:pt x="250" y="333"/>
                </a:moveTo>
                <a:lnTo>
                  <a:pt x="188" y="271"/>
                </a:lnTo>
                <a:lnTo>
                  <a:pt x="233" y="227"/>
                </a:lnTo>
                <a:lnTo>
                  <a:pt x="294" y="288"/>
                </a:lnTo>
                <a:lnTo>
                  <a:pt x="250" y="333"/>
                </a:lnTo>
                <a:close/>
                <a:moveTo>
                  <a:pt x="314" y="269"/>
                </a:moveTo>
                <a:lnTo>
                  <a:pt x="252" y="207"/>
                </a:lnTo>
                <a:lnTo>
                  <a:pt x="299" y="160"/>
                </a:lnTo>
                <a:lnTo>
                  <a:pt x="299" y="168"/>
                </a:lnTo>
                <a:lnTo>
                  <a:pt x="299" y="174"/>
                </a:lnTo>
                <a:lnTo>
                  <a:pt x="299" y="185"/>
                </a:lnTo>
                <a:lnTo>
                  <a:pt x="300" y="197"/>
                </a:lnTo>
                <a:lnTo>
                  <a:pt x="303" y="207"/>
                </a:lnTo>
                <a:lnTo>
                  <a:pt x="306" y="217"/>
                </a:lnTo>
                <a:lnTo>
                  <a:pt x="309" y="228"/>
                </a:lnTo>
                <a:lnTo>
                  <a:pt x="315" y="237"/>
                </a:lnTo>
                <a:lnTo>
                  <a:pt x="321" y="246"/>
                </a:lnTo>
                <a:lnTo>
                  <a:pt x="328" y="255"/>
                </a:lnTo>
                <a:lnTo>
                  <a:pt x="314" y="269"/>
                </a:lnTo>
                <a:close/>
                <a:moveTo>
                  <a:pt x="347" y="235"/>
                </a:moveTo>
                <a:lnTo>
                  <a:pt x="343" y="229"/>
                </a:lnTo>
                <a:lnTo>
                  <a:pt x="338" y="221"/>
                </a:lnTo>
                <a:lnTo>
                  <a:pt x="334" y="214"/>
                </a:lnTo>
                <a:lnTo>
                  <a:pt x="332" y="206"/>
                </a:lnTo>
                <a:lnTo>
                  <a:pt x="329" y="199"/>
                </a:lnTo>
                <a:lnTo>
                  <a:pt x="328" y="191"/>
                </a:lnTo>
                <a:lnTo>
                  <a:pt x="326" y="183"/>
                </a:lnTo>
                <a:lnTo>
                  <a:pt x="326" y="174"/>
                </a:lnTo>
                <a:lnTo>
                  <a:pt x="326" y="164"/>
                </a:lnTo>
                <a:lnTo>
                  <a:pt x="328" y="155"/>
                </a:lnTo>
                <a:lnTo>
                  <a:pt x="331" y="145"/>
                </a:lnTo>
                <a:lnTo>
                  <a:pt x="334" y="136"/>
                </a:lnTo>
                <a:lnTo>
                  <a:pt x="337" y="128"/>
                </a:lnTo>
                <a:lnTo>
                  <a:pt x="343" y="119"/>
                </a:lnTo>
                <a:lnTo>
                  <a:pt x="348" y="112"/>
                </a:lnTo>
                <a:lnTo>
                  <a:pt x="355" y="104"/>
                </a:lnTo>
                <a:lnTo>
                  <a:pt x="361" y="99"/>
                </a:lnTo>
                <a:lnTo>
                  <a:pt x="360" y="105"/>
                </a:lnTo>
                <a:lnTo>
                  <a:pt x="360" y="113"/>
                </a:lnTo>
                <a:lnTo>
                  <a:pt x="360" y="124"/>
                </a:lnTo>
                <a:lnTo>
                  <a:pt x="362" y="135"/>
                </a:lnTo>
                <a:lnTo>
                  <a:pt x="364" y="146"/>
                </a:lnTo>
                <a:lnTo>
                  <a:pt x="367" y="156"/>
                </a:lnTo>
                <a:lnTo>
                  <a:pt x="372" y="167"/>
                </a:lnTo>
                <a:lnTo>
                  <a:pt x="376" y="176"/>
                </a:lnTo>
                <a:lnTo>
                  <a:pt x="382" y="185"/>
                </a:lnTo>
                <a:lnTo>
                  <a:pt x="389" y="193"/>
                </a:lnTo>
                <a:lnTo>
                  <a:pt x="347" y="235"/>
                </a:lnTo>
                <a:close/>
                <a:moveTo>
                  <a:pt x="408" y="174"/>
                </a:moveTo>
                <a:lnTo>
                  <a:pt x="404" y="168"/>
                </a:lnTo>
                <a:lnTo>
                  <a:pt x="399" y="160"/>
                </a:lnTo>
                <a:lnTo>
                  <a:pt x="395" y="153"/>
                </a:lnTo>
                <a:lnTo>
                  <a:pt x="393" y="145"/>
                </a:lnTo>
                <a:lnTo>
                  <a:pt x="391" y="138"/>
                </a:lnTo>
                <a:lnTo>
                  <a:pt x="389" y="129"/>
                </a:lnTo>
                <a:lnTo>
                  <a:pt x="388" y="121"/>
                </a:lnTo>
                <a:lnTo>
                  <a:pt x="388" y="113"/>
                </a:lnTo>
                <a:lnTo>
                  <a:pt x="388" y="103"/>
                </a:lnTo>
                <a:lnTo>
                  <a:pt x="389" y="94"/>
                </a:lnTo>
                <a:lnTo>
                  <a:pt x="392" y="84"/>
                </a:lnTo>
                <a:lnTo>
                  <a:pt x="395" y="75"/>
                </a:lnTo>
                <a:lnTo>
                  <a:pt x="398" y="67"/>
                </a:lnTo>
                <a:lnTo>
                  <a:pt x="404" y="58"/>
                </a:lnTo>
                <a:lnTo>
                  <a:pt x="410" y="51"/>
                </a:lnTo>
                <a:lnTo>
                  <a:pt x="417" y="43"/>
                </a:lnTo>
                <a:lnTo>
                  <a:pt x="419" y="41"/>
                </a:lnTo>
                <a:lnTo>
                  <a:pt x="420" y="39"/>
                </a:lnTo>
                <a:lnTo>
                  <a:pt x="422" y="38"/>
                </a:lnTo>
                <a:lnTo>
                  <a:pt x="421" y="51"/>
                </a:lnTo>
                <a:lnTo>
                  <a:pt x="421" y="63"/>
                </a:lnTo>
                <a:lnTo>
                  <a:pt x="423" y="75"/>
                </a:lnTo>
                <a:lnTo>
                  <a:pt x="426" y="88"/>
                </a:lnTo>
                <a:lnTo>
                  <a:pt x="431" y="100"/>
                </a:lnTo>
                <a:lnTo>
                  <a:pt x="436" y="111"/>
                </a:lnTo>
                <a:lnTo>
                  <a:pt x="442" y="123"/>
                </a:lnTo>
                <a:lnTo>
                  <a:pt x="450" y="132"/>
                </a:lnTo>
                <a:lnTo>
                  <a:pt x="408" y="174"/>
                </a:lnTo>
                <a:close/>
                <a:moveTo>
                  <a:pt x="480" y="102"/>
                </a:moveTo>
                <a:lnTo>
                  <a:pt x="469" y="113"/>
                </a:lnTo>
                <a:lnTo>
                  <a:pt x="463" y="103"/>
                </a:lnTo>
                <a:lnTo>
                  <a:pt x="457" y="94"/>
                </a:lnTo>
                <a:lnTo>
                  <a:pt x="454" y="83"/>
                </a:lnTo>
                <a:lnTo>
                  <a:pt x="451" y="72"/>
                </a:lnTo>
                <a:lnTo>
                  <a:pt x="449" y="61"/>
                </a:lnTo>
                <a:lnTo>
                  <a:pt x="449" y="51"/>
                </a:lnTo>
                <a:lnTo>
                  <a:pt x="449" y="39"/>
                </a:lnTo>
                <a:lnTo>
                  <a:pt x="451" y="28"/>
                </a:lnTo>
                <a:lnTo>
                  <a:pt x="460" y="29"/>
                </a:lnTo>
                <a:lnTo>
                  <a:pt x="467" y="31"/>
                </a:lnTo>
                <a:lnTo>
                  <a:pt x="473" y="36"/>
                </a:lnTo>
                <a:lnTo>
                  <a:pt x="480" y="41"/>
                </a:lnTo>
                <a:lnTo>
                  <a:pt x="485" y="47"/>
                </a:lnTo>
                <a:lnTo>
                  <a:pt x="490" y="55"/>
                </a:lnTo>
                <a:lnTo>
                  <a:pt x="492" y="62"/>
                </a:lnTo>
                <a:lnTo>
                  <a:pt x="493" y="71"/>
                </a:lnTo>
                <a:lnTo>
                  <a:pt x="492" y="80"/>
                </a:lnTo>
                <a:lnTo>
                  <a:pt x="490" y="88"/>
                </a:lnTo>
                <a:lnTo>
                  <a:pt x="485" y="96"/>
                </a:lnTo>
                <a:lnTo>
                  <a:pt x="480" y="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7" name="Freeform 105">
            <a:extLst>
              <a:ext uri="{FF2B5EF4-FFF2-40B4-BE49-F238E27FC236}">
                <a16:creationId xmlns:a16="http://schemas.microsoft.com/office/drawing/2014/main" id="{FE690EAC-0FBB-4667-9D3B-058FCE890ACD}"/>
              </a:ext>
            </a:extLst>
          </p:cNvPr>
          <p:cNvSpPr>
            <a:spLocks/>
          </p:cNvSpPr>
          <p:nvPr/>
        </p:nvSpPr>
        <p:spPr bwMode="auto">
          <a:xfrm>
            <a:off x="3775076" y="3441701"/>
            <a:ext cx="15875" cy="14288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9 w 28"/>
              <a:gd name="T19" fmla="*/ 26 h 28"/>
              <a:gd name="T20" fmla="*/ 14 w 28"/>
              <a:gd name="T21" fmla="*/ 28 h 28"/>
              <a:gd name="T22" fmla="*/ 19 w 28"/>
              <a:gd name="T23" fmla="*/ 26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9" y="26"/>
                </a:lnTo>
                <a:lnTo>
                  <a:pt x="14" y="28"/>
                </a:lnTo>
                <a:lnTo>
                  <a:pt x="19" y="26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8" name="Freeform 106">
            <a:extLst>
              <a:ext uri="{FF2B5EF4-FFF2-40B4-BE49-F238E27FC236}">
                <a16:creationId xmlns:a16="http://schemas.microsoft.com/office/drawing/2014/main" id="{A5377E9F-1A41-4EBC-8176-B34F34522D5B}"/>
              </a:ext>
            </a:extLst>
          </p:cNvPr>
          <p:cNvSpPr>
            <a:spLocks/>
          </p:cNvSpPr>
          <p:nvPr/>
        </p:nvSpPr>
        <p:spPr bwMode="auto">
          <a:xfrm>
            <a:off x="3625851" y="3295651"/>
            <a:ext cx="14288" cy="15875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9" name="Freeform 107">
            <a:extLst>
              <a:ext uri="{FF2B5EF4-FFF2-40B4-BE49-F238E27FC236}">
                <a16:creationId xmlns:a16="http://schemas.microsoft.com/office/drawing/2014/main" id="{69CF838F-4D98-4CC4-B093-A080526B64C0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260726"/>
            <a:ext cx="346075" cy="376238"/>
          </a:xfrm>
          <a:custGeom>
            <a:avLst/>
            <a:gdLst>
              <a:gd name="T0" fmla="*/ 570 w 656"/>
              <a:gd name="T1" fmla="*/ 412 h 711"/>
              <a:gd name="T2" fmla="*/ 561 w 656"/>
              <a:gd name="T3" fmla="*/ 400 h 711"/>
              <a:gd name="T4" fmla="*/ 546 w 656"/>
              <a:gd name="T5" fmla="*/ 403 h 711"/>
              <a:gd name="T6" fmla="*/ 542 w 656"/>
              <a:gd name="T7" fmla="*/ 606 h 711"/>
              <a:gd name="T8" fmla="*/ 160 w 656"/>
              <a:gd name="T9" fmla="*/ 610 h 711"/>
              <a:gd name="T10" fmla="*/ 156 w 656"/>
              <a:gd name="T11" fmla="*/ 626 h 711"/>
              <a:gd name="T12" fmla="*/ 152 w 656"/>
              <a:gd name="T13" fmla="*/ 644 h 711"/>
              <a:gd name="T14" fmla="*/ 142 w 656"/>
              <a:gd name="T15" fmla="*/ 660 h 711"/>
              <a:gd name="T16" fmla="*/ 128 w 656"/>
              <a:gd name="T17" fmla="*/ 672 h 711"/>
              <a:gd name="T18" fmla="*/ 111 w 656"/>
              <a:gd name="T19" fmla="*/ 681 h 711"/>
              <a:gd name="T20" fmla="*/ 93 w 656"/>
              <a:gd name="T21" fmla="*/ 683 h 711"/>
              <a:gd name="T22" fmla="*/ 73 w 656"/>
              <a:gd name="T23" fmla="*/ 681 h 711"/>
              <a:gd name="T24" fmla="*/ 56 w 656"/>
              <a:gd name="T25" fmla="*/ 672 h 711"/>
              <a:gd name="T26" fmla="*/ 43 w 656"/>
              <a:gd name="T27" fmla="*/ 660 h 711"/>
              <a:gd name="T28" fmla="*/ 34 w 656"/>
              <a:gd name="T29" fmla="*/ 644 h 711"/>
              <a:gd name="T30" fmla="*/ 29 w 656"/>
              <a:gd name="T31" fmla="*/ 626 h 711"/>
              <a:gd name="T32" fmla="*/ 214 w 656"/>
              <a:gd name="T33" fmla="*/ 95 h 711"/>
              <a:gd name="T34" fmla="*/ 227 w 656"/>
              <a:gd name="T35" fmla="*/ 86 h 711"/>
              <a:gd name="T36" fmla="*/ 224 w 656"/>
              <a:gd name="T37" fmla="*/ 71 h 711"/>
              <a:gd name="T38" fmla="*/ 28 w 656"/>
              <a:gd name="T39" fmla="*/ 67 h 711"/>
              <a:gd name="T40" fmla="*/ 542 w 656"/>
              <a:gd name="T41" fmla="*/ 42 h 711"/>
              <a:gd name="T42" fmla="*/ 551 w 656"/>
              <a:gd name="T43" fmla="*/ 55 h 711"/>
              <a:gd name="T44" fmla="*/ 566 w 656"/>
              <a:gd name="T45" fmla="*/ 52 h 711"/>
              <a:gd name="T46" fmla="*/ 570 w 656"/>
              <a:gd name="T47" fmla="*/ 14 h 711"/>
              <a:gd name="T48" fmla="*/ 561 w 656"/>
              <a:gd name="T49" fmla="*/ 1 h 711"/>
              <a:gd name="T50" fmla="*/ 9 w 656"/>
              <a:gd name="T51" fmla="*/ 1 h 711"/>
              <a:gd name="T52" fmla="*/ 0 w 656"/>
              <a:gd name="T53" fmla="*/ 14 h 711"/>
              <a:gd name="T54" fmla="*/ 3 w 656"/>
              <a:gd name="T55" fmla="*/ 638 h 711"/>
              <a:gd name="T56" fmla="*/ 11 w 656"/>
              <a:gd name="T57" fmla="*/ 662 h 711"/>
              <a:gd name="T58" fmla="*/ 26 w 656"/>
              <a:gd name="T59" fmla="*/ 683 h 711"/>
              <a:gd name="T60" fmla="*/ 46 w 656"/>
              <a:gd name="T61" fmla="*/ 699 h 711"/>
              <a:gd name="T62" fmla="*/ 70 w 656"/>
              <a:gd name="T63" fmla="*/ 709 h 711"/>
              <a:gd name="T64" fmla="*/ 88 w 656"/>
              <a:gd name="T65" fmla="*/ 711 h 711"/>
              <a:gd name="T66" fmla="*/ 573 w 656"/>
              <a:gd name="T67" fmla="*/ 711 h 711"/>
              <a:gd name="T68" fmla="*/ 600 w 656"/>
              <a:gd name="T69" fmla="*/ 704 h 711"/>
              <a:gd name="T70" fmla="*/ 623 w 656"/>
              <a:gd name="T71" fmla="*/ 691 h 711"/>
              <a:gd name="T72" fmla="*/ 640 w 656"/>
              <a:gd name="T73" fmla="*/ 671 h 711"/>
              <a:gd name="T74" fmla="*/ 652 w 656"/>
              <a:gd name="T75" fmla="*/ 647 h 711"/>
              <a:gd name="T76" fmla="*/ 656 w 656"/>
              <a:gd name="T77" fmla="*/ 620 h 711"/>
              <a:gd name="T78" fmla="*/ 647 w 656"/>
              <a:gd name="T79" fmla="*/ 607 h 711"/>
              <a:gd name="T80" fmla="*/ 158 w 656"/>
              <a:gd name="T81" fmla="*/ 683 h 711"/>
              <a:gd name="T82" fmla="*/ 177 w 656"/>
              <a:gd name="T83" fmla="*/ 654 h 711"/>
              <a:gd name="T84" fmla="*/ 183 w 656"/>
              <a:gd name="T85" fmla="*/ 634 h 711"/>
              <a:gd name="T86" fmla="*/ 618 w 656"/>
              <a:gd name="T87" fmla="*/ 653 h 711"/>
              <a:gd name="T88" fmla="*/ 596 w 656"/>
              <a:gd name="T89" fmla="*/ 675 h 711"/>
              <a:gd name="T90" fmla="*/ 564 w 656"/>
              <a:gd name="T91" fmla="*/ 683 h 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6" h="711">
                <a:moveTo>
                  <a:pt x="642" y="606"/>
                </a:moveTo>
                <a:lnTo>
                  <a:pt x="570" y="606"/>
                </a:lnTo>
                <a:lnTo>
                  <a:pt x="570" y="412"/>
                </a:lnTo>
                <a:lnTo>
                  <a:pt x="569" y="407"/>
                </a:lnTo>
                <a:lnTo>
                  <a:pt x="566" y="403"/>
                </a:lnTo>
                <a:lnTo>
                  <a:pt x="561" y="400"/>
                </a:lnTo>
                <a:lnTo>
                  <a:pt x="556" y="399"/>
                </a:lnTo>
                <a:lnTo>
                  <a:pt x="551" y="400"/>
                </a:lnTo>
                <a:lnTo>
                  <a:pt x="546" y="403"/>
                </a:lnTo>
                <a:lnTo>
                  <a:pt x="543" y="407"/>
                </a:lnTo>
                <a:lnTo>
                  <a:pt x="542" y="412"/>
                </a:lnTo>
                <a:lnTo>
                  <a:pt x="542" y="606"/>
                </a:lnTo>
                <a:lnTo>
                  <a:pt x="170" y="606"/>
                </a:lnTo>
                <a:lnTo>
                  <a:pt x="165" y="607"/>
                </a:lnTo>
                <a:lnTo>
                  <a:pt x="160" y="610"/>
                </a:lnTo>
                <a:lnTo>
                  <a:pt x="157" y="614"/>
                </a:lnTo>
                <a:lnTo>
                  <a:pt x="156" y="620"/>
                </a:lnTo>
                <a:lnTo>
                  <a:pt x="156" y="626"/>
                </a:lnTo>
                <a:lnTo>
                  <a:pt x="155" y="633"/>
                </a:lnTo>
                <a:lnTo>
                  <a:pt x="154" y="639"/>
                </a:lnTo>
                <a:lnTo>
                  <a:pt x="152" y="644"/>
                </a:lnTo>
                <a:lnTo>
                  <a:pt x="148" y="650"/>
                </a:lnTo>
                <a:lnTo>
                  <a:pt x="145" y="655"/>
                </a:lnTo>
                <a:lnTo>
                  <a:pt x="142" y="660"/>
                </a:lnTo>
                <a:lnTo>
                  <a:pt x="138" y="665"/>
                </a:lnTo>
                <a:lnTo>
                  <a:pt x="133" y="669"/>
                </a:lnTo>
                <a:lnTo>
                  <a:pt x="128" y="672"/>
                </a:lnTo>
                <a:lnTo>
                  <a:pt x="123" y="675"/>
                </a:lnTo>
                <a:lnTo>
                  <a:pt x="117" y="679"/>
                </a:lnTo>
                <a:lnTo>
                  <a:pt x="111" y="681"/>
                </a:lnTo>
                <a:lnTo>
                  <a:pt x="105" y="682"/>
                </a:lnTo>
                <a:lnTo>
                  <a:pt x="99" y="683"/>
                </a:lnTo>
                <a:lnTo>
                  <a:pt x="93" y="683"/>
                </a:lnTo>
                <a:lnTo>
                  <a:pt x="86" y="683"/>
                </a:lnTo>
                <a:lnTo>
                  <a:pt x="80" y="682"/>
                </a:lnTo>
                <a:lnTo>
                  <a:pt x="73" y="681"/>
                </a:lnTo>
                <a:lnTo>
                  <a:pt x="68" y="679"/>
                </a:lnTo>
                <a:lnTo>
                  <a:pt x="62" y="675"/>
                </a:lnTo>
                <a:lnTo>
                  <a:pt x="56" y="672"/>
                </a:lnTo>
                <a:lnTo>
                  <a:pt x="52" y="669"/>
                </a:lnTo>
                <a:lnTo>
                  <a:pt x="48" y="665"/>
                </a:lnTo>
                <a:lnTo>
                  <a:pt x="43" y="660"/>
                </a:lnTo>
                <a:lnTo>
                  <a:pt x="39" y="655"/>
                </a:lnTo>
                <a:lnTo>
                  <a:pt x="36" y="650"/>
                </a:lnTo>
                <a:lnTo>
                  <a:pt x="34" y="644"/>
                </a:lnTo>
                <a:lnTo>
                  <a:pt x="31" y="639"/>
                </a:lnTo>
                <a:lnTo>
                  <a:pt x="29" y="633"/>
                </a:lnTo>
                <a:lnTo>
                  <a:pt x="29" y="626"/>
                </a:lnTo>
                <a:lnTo>
                  <a:pt x="28" y="620"/>
                </a:lnTo>
                <a:lnTo>
                  <a:pt x="28" y="95"/>
                </a:lnTo>
                <a:lnTo>
                  <a:pt x="214" y="95"/>
                </a:lnTo>
                <a:lnTo>
                  <a:pt x="219" y="94"/>
                </a:lnTo>
                <a:lnTo>
                  <a:pt x="224" y="90"/>
                </a:lnTo>
                <a:lnTo>
                  <a:pt x="227" y="86"/>
                </a:lnTo>
                <a:lnTo>
                  <a:pt x="228" y="81"/>
                </a:lnTo>
                <a:lnTo>
                  <a:pt x="227" y="75"/>
                </a:lnTo>
                <a:lnTo>
                  <a:pt x="224" y="71"/>
                </a:lnTo>
                <a:lnTo>
                  <a:pt x="219" y="68"/>
                </a:lnTo>
                <a:lnTo>
                  <a:pt x="214" y="67"/>
                </a:lnTo>
                <a:lnTo>
                  <a:pt x="28" y="67"/>
                </a:lnTo>
                <a:lnTo>
                  <a:pt x="28" y="28"/>
                </a:lnTo>
                <a:lnTo>
                  <a:pt x="542" y="28"/>
                </a:lnTo>
                <a:lnTo>
                  <a:pt x="542" y="42"/>
                </a:lnTo>
                <a:lnTo>
                  <a:pt x="543" y="47"/>
                </a:lnTo>
                <a:lnTo>
                  <a:pt x="546" y="52"/>
                </a:lnTo>
                <a:lnTo>
                  <a:pt x="551" y="55"/>
                </a:lnTo>
                <a:lnTo>
                  <a:pt x="556" y="56"/>
                </a:lnTo>
                <a:lnTo>
                  <a:pt x="561" y="55"/>
                </a:lnTo>
                <a:lnTo>
                  <a:pt x="566" y="52"/>
                </a:lnTo>
                <a:lnTo>
                  <a:pt x="569" y="47"/>
                </a:lnTo>
                <a:lnTo>
                  <a:pt x="570" y="42"/>
                </a:lnTo>
                <a:lnTo>
                  <a:pt x="570" y="14"/>
                </a:lnTo>
                <a:lnTo>
                  <a:pt x="569" y="9"/>
                </a:lnTo>
                <a:lnTo>
                  <a:pt x="566" y="5"/>
                </a:lnTo>
                <a:lnTo>
                  <a:pt x="561" y="1"/>
                </a:lnTo>
                <a:lnTo>
                  <a:pt x="556" y="0"/>
                </a:lnTo>
                <a:lnTo>
                  <a:pt x="14" y="0"/>
                </a:lnTo>
                <a:lnTo>
                  <a:pt x="9" y="1"/>
                </a:lnTo>
                <a:lnTo>
                  <a:pt x="5" y="5"/>
                </a:lnTo>
                <a:lnTo>
                  <a:pt x="1" y="9"/>
                </a:lnTo>
                <a:lnTo>
                  <a:pt x="0" y="14"/>
                </a:lnTo>
                <a:lnTo>
                  <a:pt x="0" y="620"/>
                </a:lnTo>
                <a:lnTo>
                  <a:pt x="1" y="628"/>
                </a:lnTo>
                <a:lnTo>
                  <a:pt x="3" y="638"/>
                </a:lnTo>
                <a:lnTo>
                  <a:pt x="5" y="647"/>
                </a:lnTo>
                <a:lnTo>
                  <a:pt x="8" y="654"/>
                </a:lnTo>
                <a:lnTo>
                  <a:pt x="11" y="662"/>
                </a:lnTo>
                <a:lnTo>
                  <a:pt x="15" y="669"/>
                </a:lnTo>
                <a:lnTo>
                  <a:pt x="21" y="677"/>
                </a:lnTo>
                <a:lnTo>
                  <a:pt x="26" y="683"/>
                </a:lnTo>
                <a:lnTo>
                  <a:pt x="33" y="688"/>
                </a:lnTo>
                <a:lnTo>
                  <a:pt x="39" y="694"/>
                </a:lnTo>
                <a:lnTo>
                  <a:pt x="46" y="699"/>
                </a:lnTo>
                <a:lnTo>
                  <a:pt x="54" y="702"/>
                </a:lnTo>
                <a:lnTo>
                  <a:pt x="62" y="706"/>
                </a:lnTo>
                <a:lnTo>
                  <a:pt x="70" y="709"/>
                </a:lnTo>
                <a:lnTo>
                  <a:pt x="79" y="710"/>
                </a:lnTo>
                <a:lnTo>
                  <a:pt x="87" y="711"/>
                </a:lnTo>
                <a:lnTo>
                  <a:pt x="88" y="711"/>
                </a:lnTo>
                <a:lnTo>
                  <a:pt x="89" y="711"/>
                </a:lnTo>
                <a:lnTo>
                  <a:pt x="564" y="711"/>
                </a:lnTo>
                <a:lnTo>
                  <a:pt x="573" y="711"/>
                </a:lnTo>
                <a:lnTo>
                  <a:pt x="583" y="710"/>
                </a:lnTo>
                <a:lnTo>
                  <a:pt x="592" y="707"/>
                </a:lnTo>
                <a:lnTo>
                  <a:pt x="600" y="704"/>
                </a:lnTo>
                <a:lnTo>
                  <a:pt x="608" y="700"/>
                </a:lnTo>
                <a:lnTo>
                  <a:pt x="615" y="696"/>
                </a:lnTo>
                <a:lnTo>
                  <a:pt x="623" y="691"/>
                </a:lnTo>
                <a:lnTo>
                  <a:pt x="629" y="684"/>
                </a:lnTo>
                <a:lnTo>
                  <a:pt x="634" y="678"/>
                </a:lnTo>
                <a:lnTo>
                  <a:pt x="640" y="671"/>
                </a:lnTo>
                <a:lnTo>
                  <a:pt x="644" y="664"/>
                </a:lnTo>
                <a:lnTo>
                  <a:pt x="648" y="655"/>
                </a:lnTo>
                <a:lnTo>
                  <a:pt x="652" y="647"/>
                </a:lnTo>
                <a:lnTo>
                  <a:pt x="654" y="638"/>
                </a:lnTo>
                <a:lnTo>
                  <a:pt x="655" y="629"/>
                </a:lnTo>
                <a:lnTo>
                  <a:pt x="656" y="620"/>
                </a:lnTo>
                <a:lnTo>
                  <a:pt x="655" y="614"/>
                </a:lnTo>
                <a:lnTo>
                  <a:pt x="652" y="610"/>
                </a:lnTo>
                <a:lnTo>
                  <a:pt x="647" y="607"/>
                </a:lnTo>
                <a:lnTo>
                  <a:pt x="642" y="606"/>
                </a:lnTo>
                <a:close/>
                <a:moveTo>
                  <a:pt x="564" y="683"/>
                </a:moveTo>
                <a:lnTo>
                  <a:pt x="158" y="683"/>
                </a:lnTo>
                <a:lnTo>
                  <a:pt x="167" y="672"/>
                </a:lnTo>
                <a:lnTo>
                  <a:pt x="174" y="660"/>
                </a:lnTo>
                <a:lnTo>
                  <a:pt x="177" y="654"/>
                </a:lnTo>
                <a:lnTo>
                  <a:pt x="180" y="648"/>
                </a:lnTo>
                <a:lnTo>
                  <a:pt x="182" y="641"/>
                </a:lnTo>
                <a:lnTo>
                  <a:pt x="183" y="634"/>
                </a:lnTo>
                <a:lnTo>
                  <a:pt x="627" y="634"/>
                </a:lnTo>
                <a:lnTo>
                  <a:pt x="623" y="643"/>
                </a:lnTo>
                <a:lnTo>
                  <a:pt x="618" y="653"/>
                </a:lnTo>
                <a:lnTo>
                  <a:pt x="612" y="662"/>
                </a:lnTo>
                <a:lnTo>
                  <a:pt x="604" y="669"/>
                </a:lnTo>
                <a:lnTo>
                  <a:pt x="596" y="675"/>
                </a:lnTo>
                <a:lnTo>
                  <a:pt x="586" y="680"/>
                </a:lnTo>
                <a:lnTo>
                  <a:pt x="575" y="683"/>
                </a:lnTo>
                <a:lnTo>
                  <a:pt x="564" y="6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A26E9AA0-B9F3-4136-9943-4E0B812157F4}"/>
              </a:ext>
            </a:extLst>
          </p:cNvPr>
          <p:cNvGrpSpPr/>
          <p:nvPr/>
        </p:nvGrpSpPr>
        <p:grpSpPr>
          <a:xfrm>
            <a:off x="3489326" y="2527301"/>
            <a:ext cx="376238" cy="377825"/>
            <a:chOff x="3489326" y="2527301"/>
            <a:chExt cx="376238" cy="377825"/>
          </a:xfrm>
        </p:grpSpPr>
        <p:sp>
          <p:nvSpPr>
            <p:cNvPr id="380" name="Freeform 108">
              <a:extLst>
                <a:ext uri="{FF2B5EF4-FFF2-40B4-BE49-F238E27FC236}">
                  <a16:creationId xmlns:a16="http://schemas.microsoft.com/office/drawing/2014/main" id="{3DE4BE5B-F738-4E06-8A53-80E8A778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6" y="2803526"/>
              <a:ext cx="15875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1" name="Freeform 109">
              <a:extLst>
                <a:ext uri="{FF2B5EF4-FFF2-40B4-BE49-F238E27FC236}">
                  <a16:creationId xmlns:a16="http://schemas.microsoft.com/office/drawing/2014/main" id="{563CD24D-B6E9-495C-9F61-ACC775BA8E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9326" y="2527301"/>
              <a:ext cx="376238" cy="377825"/>
            </a:xfrm>
            <a:custGeom>
              <a:avLst/>
              <a:gdLst>
                <a:gd name="T0" fmla="*/ 51 w 712"/>
                <a:gd name="T1" fmla="*/ 1 h 712"/>
                <a:gd name="T2" fmla="*/ 35 w 712"/>
                <a:gd name="T3" fmla="*/ 5 h 712"/>
                <a:gd name="T4" fmla="*/ 10 w 712"/>
                <a:gd name="T5" fmla="*/ 25 h 712"/>
                <a:gd name="T6" fmla="*/ 1 w 712"/>
                <a:gd name="T7" fmla="*/ 45 h 712"/>
                <a:gd name="T8" fmla="*/ 0 w 712"/>
                <a:gd name="T9" fmla="*/ 492 h 712"/>
                <a:gd name="T10" fmla="*/ 4 w 712"/>
                <a:gd name="T11" fmla="*/ 509 h 712"/>
                <a:gd name="T12" fmla="*/ 18 w 712"/>
                <a:gd name="T13" fmla="*/ 532 h 712"/>
                <a:gd name="T14" fmla="*/ 40 w 712"/>
                <a:gd name="T15" fmla="*/ 546 h 712"/>
                <a:gd name="T16" fmla="*/ 56 w 712"/>
                <a:gd name="T17" fmla="*/ 548 h 712"/>
                <a:gd name="T18" fmla="*/ 266 w 712"/>
                <a:gd name="T19" fmla="*/ 619 h 712"/>
                <a:gd name="T20" fmla="*/ 246 w 712"/>
                <a:gd name="T21" fmla="*/ 626 h 712"/>
                <a:gd name="T22" fmla="*/ 228 w 712"/>
                <a:gd name="T23" fmla="*/ 638 h 712"/>
                <a:gd name="T24" fmla="*/ 214 w 712"/>
                <a:gd name="T25" fmla="*/ 655 h 712"/>
                <a:gd name="T26" fmla="*/ 205 w 712"/>
                <a:gd name="T27" fmla="*/ 676 h 712"/>
                <a:gd name="T28" fmla="*/ 202 w 712"/>
                <a:gd name="T29" fmla="*/ 698 h 712"/>
                <a:gd name="T30" fmla="*/ 210 w 712"/>
                <a:gd name="T31" fmla="*/ 711 h 712"/>
                <a:gd name="T32" fmla="*/ 502 w 712"/>
                <a:gd name="T33" fmla="*/ 711 h 712"/>
                <a:gd name="T34" fmla="*/ 511 w 712"/>
                <a:gd name="T35" fmla="*/ 698 h 712"/>
                <a:gd name="T36" fmla="*/ 508 w 712"/>
                <a:gd name="T37" fmla="*/ 675 h 712"/>
                <a:gd name="T38" fmla="*/ 498 w 712"/>
                <a:gd name="T39" fmla="*/ 654 h 712"/>
                <a:gd name="T40" fmla="*/ 483 w 712"/>
                <a:gd name="T41" fmla="*/ 638 h 712"/>
                <a:gd name="T42" fmla="*/ 465 w 712"/>
                <a:gd name="T43" fmla="*/ 625 h 712"/>
                <a:gd name="T44" fmla="*/ 443 w 712"/>
                <a:gd name="T45" fmla="*/ 619 h 712"/>
                <a:gd name="T46" fmla="*/ 500 w 712"/>
                <a:gd name="T47" fmla="*/ 548 h 712"/>
                <a:gd name="T48" fmla="*/ 513 w 712"/>
                <a:gd name="T49" fmla="*/ 539 h 712"/>
                <a:gd name="T50" fmla="*/ 510 w 712"/>
                <a:gd name="T51" fmla="*/ 524 h 712"/>
                <a:gd name="T52" fmla="*/ 56 w 712"/>
                <a:gd name="T53" fmla="*/ 520 h 712"/>
                <a:gd name="T54" fmla="*/ 41 w 712"/>
                <a:gd name="T55" fmla="*/ 516 h 712"/>
                <a:gd name="T56" fmla="*/ 30 w 712"/>
                <a:gd name="T57" fmla="*/ 503 h 712"/>
                <a:gd name="T58" fmla="*/ 28 w 712"/>
                <a:gd name="T59" fmla="*/ 56 h 712"/>
                <a:gd name="T60" fmla="*/ 34 w 712"/>
                <a:gd name="T61" fmla="*/ 41 h 712"/>
                <a:gd name="T62" fmla="*/ 45 w 712"/>
                <a:gd name="T63" fmla="*/ 30 h 712"/>
                <a:gd name="T64" fmla="*/ 656 w 712"/>
                <a:gd name="T65" fmla="*/ 28 h 712"/>
                <a:gd name="T66" fmla="*/ 672 w 712"/>
                <a:gd name="T67" fmla="*/ 34 h 712"/>
                <a:gd name="T68" fmla="*/ 682 w 712"/>
                <a:gd name="T69" fmla="*/ 45 h 712"/>
                <a:gd name="T70" fmla="*/ 684 w 712"/>
                <a:gd name="T71" fmla="*/ 492 h 712"/>
                <a:gd name="T72" fmla="*/ 679 w 712"/>
                <a:gd name="T73" fmla="*/ 508 h 712"/>
                <a:gd name="T74" fmla="*/ 667 w 712"/>
                <a:gd name="T75" fmla="*/ 518 h 712"/>
                <a:gd name="T76" fmla="*/ 604 w 712"/>
                <a:gd name="T77" fmla="*/ 520 h 712"/>
                <a:gd name="T78" fmla="*/ 592 w 712"/>
                <a:gd name="T79" fmla="*/ 529 h 712"/>
                <a:gd name="T80" fmla="*/ 595 w 712"/>
                <a:gd name="T81" fmla="*/ 544 h 712"/>
                <a:gd name="T82" fmla="*/ 656 w 712"/>
                <a:gd name="T83" fmla="*/ 548 h 712"/>
                <a:gd name="T84" fmla="*/ 672 w 712"/>
                <a:gd name="T85" fmla="*/ 546 h 712"/>
                <a:gd name="T86" fmla="*/ 696 w 712"/>
                <a:gd name="T87" fmla="*/ 532 h 712"/>
                <a:gd name="T88" fmla="*/ 710 w 712"/>
                <a:gd name="T89" fmla="*/ 509 h 712"/>
                <a:gd name="T90" fmla="*/ 712 w 712"/>
                <a:gd name="T91" fmla="*/ 492 h 712"/>
                <a:gd name="T92" fmla="*/ 711 w 712"/>
                <a:gd name="T93" fmla="*/ 45 h 712"/>
                <a:gd name="T94" fmla="*/ 702 w 712"/>
                <a:gd name="T95" fmla="*/ 25 h 712"/>
                <a:gd name="T96" fmla="*/ 677 w 712"/>
                <a:gd name="T97" fmla="*/ 5 h 712"/>
                <a:gd name="T98" fmla="*/ 661 w 712"/>
                <a:gd name="T99" fmla="*/ 1 h 712"/>
                <a:gd name="T100" fmla="*/ 407 w 712"/>
                <a:gd name="T101" fmla="*/ 548 h 712"/>
                <a:gd name="T102" fmla="*/ 302 w 712"/>
                <a:gd name="T103" fmla="*/ 548 h 712"/>
                <a:gd name="T104" fmla="*/ 448 w 712"/>
                <a:gd name="T105" fmla="*/ 648 h 712"/>
                <a:gd name="T106" fmla="*/ 468 w 712"/>
                <a:gd name="T107" fmla="*/ 662 h 712"/>
                <a:gd name="T108" fmla="*/ 481 w 712"/>
                <a:gd name="T109" fmla="*/ 684 h 712"/>
                <a:gd name="T110" fmla="*/ 239 w 712"/>
                <a:gd name="T111" fmla="*/ 668 h 712"/>
                <a:gd name="T112" fmla="*/ 257 w 712"/>
                <a:gd name="T113" fmla="*/ 652 h 712"/>
                <a:gd name="T114" fmla="*/ 283 w 712"/>
                <a:gd name="T115" fmla="*/ 64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2" h="712">
                  <a:moveTo>
                    <a:pt x="656" y="0"/>
                  </a:moveTo>
                  <a:lnTo>
                    <a:pt x="56" y="0"/>
                  </a:lnTo>
                  <a:lnTo>
                    <a:pt x="51" y="1"/>
                  </a:lnTo>
                  <a:lnTo>
                    <a:pt x="45" y="1"/>
                  </a:lnTo>
                  <a:lnTo>
                    <a:pt x="40" y="4"/>
                  </a:lnTo>
                  <a:lnTo>
                    <a:pt x="35" y="5"/>
                  </a:lnTo>
                  <a:lnTo>
                    <a:pt x="25" y="10"/>
                  </a:lnTo>
                  <a:lnTo>
                    <a:pt x="18" y="16"/>
                  </a:lnTo>
                  <a:lnTo>
                    <a:pt x="10" y="25"/>
                  </a:lnTo>
                  <a:lnTo>
                    <a:pt x="5" y="35"/>
                  </a:lnTo>
                  <a:lnTo>
                    <a:pt x="4" y="40"/>
                  </a:lnTo>
                  <a:lnTo>
                    <a:pt x="1" y="45"/>
                  </a:lnTo>
                  <a:lnTo>
                    <a:pt x="1" y="51"/>
                  </a:lnTo>
                  <a:lnTo>
                    <a:pt x="0" y="56"/>
                  </a:lnTo>
                  <a:lnTo>
                    <a:pt x="0" y="492"/>
                  </a:lnTo>
                  <a:lnTo>
                    <a:pt x="1" y="498"/>
                  </a:lnTo>
                  <a:lnTo>
                    <a:pt x="1" y="504"/>
                  </a:lnTo>
                  <a:lnTo>
                    <a:pt x="4" y="509"/>
                  </a:lnTo>
                  <a:lnTo>
                    <a:pt x="5" y="515"/>
                  </a:lnTo>
                  <a:lnTo>
                    <a:pt x="10" y="523"/>
                  </a:lnTo>
                  <a:lnTo>
                    <a:pt x="18" y="532"/>
                  </a:lnTo>
                  <a:lnTo>
                    <a:pt x="25" y="538"/>
                  </a:lnTo>
                  <a:lnTo>
                    <a:pt x="35" y="544"/>
                  </a:lnTo>
                  <a:lnTo>
                    <a:pt x="40" y="546"/>
                  </a:lnTo>
                  <a:lnTo>
                    <a:pt x="45" y="547"/>
                  </a:lnTo>
                  <a:lnTo>
                    <a:pt x="51" y="548"/>
                  </a:lnTo>
                  <a:lnTo>
                    <a:pt x="56" y="548"/>
                  </a:lnTo>
                  <a:lnTo>
                    <a:pt x="274" y="548"/>
                  </a:lnTo>
                  <a:lnTo>
                    <a:pt x="274" y="618"/>
                  </a:lnTo>
                  <a:lnTo>
                    <a:pt x="266" y="619"/>
                  </a:lnTo>
                  <a:lnTo>
                    <a:pt x="259" y="621"/>
                  </a:lnTo>
                  <a:lnTo>
                    <a:pt x="252" y="623"/>
                  </a:lnTo>
                  <a:lnTo>
                    <a:pt x="246" y="626"/>
                  </a:lnTo>
                  <a:lnTo>
                    <a:pt x="240" y="629"/>
                  </a:lnTo>
                  <a:lnTo>
                    <a:pt x="233" y="634"/>
                  </a:lnTo>
                  <a:lnTo>
                    <a:pt x="228" y="638"/>
                  </a:lnTo>
                  <a:lnTo>
                    <a:pt x="222" y="643"/>
                  </a:lnTo>
                  <a:lnTo>
                    <a:pt x="218" y="649"/>
                  </a:lnTo>
                  <a:lnTo>
                    <a:pt x="214" y="655"/>
                  </a:lnTo>
                  <a:lnTo>
                    <a:pt x="211" y="662"/>
                  </a:lnTo>
                  <a:lnTo>
                    <a:pt x="207" y="668"/>
                  </a:lnTo>
                  <a:lnTo>
                    <a:pt x="205" y="676"/>
                  </a:lnTo>
                  <a:lnTo>
                    <a:pt x="203" y="683"/>
                  </a:lnTo>
                  <a:lnTo>
                    <a:pt x="202" y="691"/>
                  </a:lnTo>
                  <a:lnTo>
                    <a:pt x="202" y="698"/>
                  </a:lnTo>
                  <a:lnTo>
                    <a:pt x="203" y="704"/>
                  </a:lnTo>
                  <a:lnTo>
                    <a:pt x="205" y="708"/>
                  </a:lnTo>
                  <a:lnTo>
                    <a:pt x="210" y="711"/>
                  </a:lnTo>
                  <a:lnTo>
                    <a:pt x="215" y="712"/>
                  </a:lnTo>
                  <a:lnTo>
                    <a:pt x="497" y="712"/>
                  </a:lnTo>
                  <a:lnTo>
                    <a:pt x="502" y="711"/>
                  </a:lnTo>
                  <a:lnTo>
                    <a:pt x="507" y="708"/>
                  </a:lnTo>
                  <a:lnTo>
                    <a:pt x="510" y="704"/>
                  </a:lnTo>
                  <a:lnTo>
                    <a:pt x="511" y="698"/>
                  </a:lnTo>
                  <a:lnTo>
                    <a:pt x="510" y="690"/>
                  </a:lnTo>
                  <a:lnTo>
                    <a:pt x="509" y="682"/>
                  </a:lnTo>
                  <a:lnTo>
                    <a:pt x="508" y="675"/>
                  </a:lnTo>
                  <a:lnTo>
                    <a:pt x="505" y="668"/>
                  </a:lnTo>
                  <a:lnTo>
                    <a:pt x="501" y="661"/>
                  </a:lnTo>
                  <a:lnTo>
                    <a:pt x="498" y="654"/>
                  </a:lnTo>
                  <a:lnTo>
                    <a:pt x="494" y="649"/>
                  </a:lnTo>
                  <a:lnTo>
                    <a:pt x="489" y="642"/>
                  </a:lnTo>
                  <a:lnTo>
                    <a:pt x="483" y="638"/>
                  </a:lnTo>
                  <a:lnTo>
                    <a:pt x="478" y="633"/>
                  </a:lnTo>
                  <a:lnTo>
                    <a:pt x="471" y="628"/>
                  </a:lnTo>
                  <a:lnTo>
                    <a:pt x="465" y="625"/>
                  </a:lnTo>
                  <a:lnTo>
                    <a:pt x="457" y="622"/>
                  </a:lnTo>
                  <a:lnTo>
                    <a:pt x="451" y="620"/>
                  </a:lnTo>
                  <a:lnTo>
                    <a:pt x="443" y="619"/>
                  </a:lnTo>
                  <a:lnTo>
                    <a:pt x="435" y="618"/>
                  </a:lnTo>
                  <a:lnTo>
                    <a:pt x="435" y="548"/>
                  </a:lnTo>
                  <a:lnTo>
                    <a:pt x="500" y="548"/>
                  </a:lnTo>
                  <a:lnTo>
                    <a:pt x="506" y="547"/>
                  </a:lnTo>
                  <a:lnTo>
                    <a:pt x="510" y="544"/>
                  </a:lnTo>
                  <a:lnTo>
                    <a:pt x="513" y="539"/>
                  </a:lnTo>
                  <a:lnTo>
                    <a:pt x="514" y="534"/>
                  </a:lnTo>
                  <a:lnTo>
                    <a:pt x="513" y="529"/>
                  </a:lnTo>
                  <a:lnTo>
                    <a:pt x="510" y="524"/>
                  </a:lnTo>
                  <a:lnTo>
                    <a:pt x="506" y="521"/>
                  </a:lnTo>
                  <a:lnTo>
                    <a:pt x="500" y="520"/>
                  </a:lnTo>
                  <a:lnTo>
                    <a:pt x="56" y="520"/>
                  </a:lnTo>
                  <a:lnTo>
                    <a:pt x="51" y="520"/>
                  </a:lnTo>
                  <a:lnTo>
                    <a:pt x="45" y="518"/>
                  </a:lnTo>
                  <a:lnTo>
                    <a:pt x="41" y="516"/>
                  </a:lnTo>
                  <a:lnTo>
                    <a:pt x="37" y="512"/>
                  </a:lnTo>
                  <a:lnTo>
                    <a:pt x="34" y="508"/>
                  </a:lnTo>
                  <a:lnTo>
                    <a:pt x="30" y="503"/>
                  </a:lnTo>
                  <a:lnTo>
                    <a:pt x="29" y="498"/>
                  </a:lnTo>
                  <a:lnTo>
                    <a:pt x="28" y="492"/>
                  </a:lnTo>
                  <a:lnTo>
                    <a:pt x="28" y="56"/>
                  </a:lnTo>
                  <a:lnTo>
                    <a:pt x="29" y="51"/>
                  </a:lnTo>
                  <a:lnTo>
                    <a:pt x="30" y="45"/>
                  </a:lnTo>
                  <a:lnTo>
                    <a:pt x="34" y="41"/>
                  </a:lnTo>
                  <a:lnTo>
                    <a:pt x="37" y="37"/>
                  </a:lnTo>
                  <a:lnTo>
                    <a:pt x="41" y="34"/>
                  </a:lnTo>
                  <a:lnTo>
                    <a:pt x="45" y="30"/>
                  </a:lnTo>
                  <a:lnTo>
                    <a:pt x="51" y="29"/>
                  </a:lnTo>
                  <a:lnTo>
                    <a:pt x="56" y="28"/>
                  </a:lnTo>
                  <a:lnTo>
                    <a:pt x="656" y="28"/>
                  </a:lnTo>
                  <a:lnTo>
                    <a:pt x="661" y="29"/>
                  </a:lnTo>
                  <a:lnTo>
                    <a:pt x="667" y="30"/>
                  </a:lnTo>
                  <a:lnTo>
                    <a:pt x="672" y="34"/>
                  </a:lnTo>
                  <a:lnTo>
                    <a:pt x="675" y="37"/>
                  </a:lnTo>
                  <a:lnTo>
                    <a:pt x="679" y="41"/>
                  </a:lnTo>
                  <a:lnTo>
                    <a:pt x="682" y="45"/>
                  </a:lnTo>
                  <a:lnTo>
                    <a:pt x="683" y="51"/>
                  </a:lnTo>
                  <a:lnTo>
                    <a:pt x="684" y="56"/>
                  </a:lnTo>
                  <a:lnTo>
                    <a:pt x="684" y="492"/>
                  </a:lnTo>
                  <a:lnTo>
                    <a:pt x="683" y="498"/>
                  </a:lnTo>
                  <a:lnTo>
                    <a:pt x="682" y="503"/>
                  </a:lnTo>
                  <a:lnTo>
                    <a:pt x="679" y="508"/>
                  </a:lnTo>
                  <a:lnTo>
                    <a:pt x="675" y="512"/>
                  </a:lnTo>
                  <a:lnTo>
                    <a:pt x="672" y="516"/>
                  </a:lnTo>
                  <a:lnTo>
                    <a:pt x="667" y="518"/>
                  </a:lnTo>
                  <a:lnTo>
                    <a:pt x="661" y="520"/>
                  </a:lnTo>
                  <a:lnTo>
                    <a:pt x="656" y="520"/>
                  </a:lnTo>
                  <a:lnTo>
                    <a:pt x="604" y="520"/>
                  </a:lnTo>
                  <a:lnTo>
                    <a:pt x="599" y="521"/>
                  </a:lnTo>
                  <a:lnTo>
                    <a:pt x="595" y="524"/>
                  </a:lnTo>
                  <a:lnTo>
                    <a:pt x="592" y="529"/>
                  </a:lnTo>
                  <a:lnTo>
                    <a:pt x="590" y="534"/>
                  </a:lnTo>
                  <a:lnTo>
                    <a:pt x="592" y="539"/>
                  </a:lnTo>
                  <a:lnTo>
                    <a:pt x="595" y="544"/>
                  </a:lnTo>
                  <a:lnTo>
                    <a:pt x="599" y="547"/>
                  </a:lnTo>
                  <a:lnTo>
                    <a:pt x="604" y="548"/>
                  </a:lnTo>
                  <a:lnTo>
                    <a:pt x="656" y="548"/>
                  </a:lnTo>
                  <a:lnTo>
                    <a:pt x="661" y="548"/>
                  </a:lnTo>
                  <a:lnTo>
                    <a:pt x="667" y="547"/>
                  </a:lnTo>
                  <a:lnTo>
                    <a:pt x="672" y="546"/>
                  </a:lnTo>
                  <a:lnTo>
                    <a:pt x="677" y="544"/>
                  </a:lnTo>
                  <a:lnTo>
                    <a:pt x="687" y="538"/>
                  </a:lnTo>
                  <a:lnTo>
                    <a:pt x="696" y="532"/>
                  </a:lnTo>
                  <a:lnTo>
                    <a:pt x="702" y="523"/>
                  </a:lnTo>
                  <a:lnTo>
                    <a:pt x="707" y="515"/>
                  </a:lnTo>
                  <a:lnTo>
                    <a:pt x="710" y="509"/>
                  </a:lnTo>
                  <a:lnTo>
                    <a:pt x="711" y="504"/>
                  </a:lnTo>
                  <a:lnTo>
                    <a:pt x="712" y="498"/>
                  </a:lnTo>
                  <a:lnTo>
                    <a:pt x="712" y="492"/>
                  </a:lnTo>
                  <a:lnTo>
                    <a:pt x="712" y="56"/>
                  </a:lnTo>
                  <a:lnTo>
                    <a:pt x="712" y="51"/>
                  </a:lnTo>
                  <a:lnTo>
                    <a:pt x="711" y="45"/>
                  </a:lnTo>
                  <a:lnTo>
                    <a:pt x="710" y="40"/>
                  </a:lnTo>
                  <a:lnTo>
                    <a:pt x="707" y="35"/>
                  </a:lnTo>
                  <a:lnTo>
                    <a:pt x="702" y="25"/>
                  </a:lnTo>
                  <a:lnTo>
                    <a:pt x="696" y="16"/>
                  </a:lnTo>
                  <a:lnTo>
                    <a:pt x="687" y="10"/>
                  </a:lnTo>
                  <a:lnTo>
                    <a:pt x="677" y="5"/>
                  </a:lnTo>
                  <a:lnTo>
                    <a:pt x="672" y="4"/>
                  </a:lnTo>
                  <a:lnTo>
                    <a:pt x="667" y="1"/>
                  </a:lnTo>
                  <a:lnTo>
                    <a:pt x="661" y="1"/>
                  </a:lnTo>
                  <a:lnTo>
                    <a:pt x="656" y="0"/>
                  </a:lnTo>
                  <a:close/>
                  <a:moveTo>
                    <a:pt x="302" y="548"/>
                  </a:moveTo>
                  <a:lnTo>
                    <a:pt x="407" y="548"/>
                  </a:lnTo>
                  <a:lnTo>
                    <a:pt x="407" y="618"/>
                  </a:lnTo>
                  <a:lnTo>
                    <a:pt x="302" y="618"/>
                  </a:lnTo>
                  <a:lnTo>
                    <a:pt x="302" y="548"/>
                  </a:lnTo>
                  <a:close/>
                  <a:moveTo>
                    <a:pt x="431" y="646"/>
                  </a:moveTo>
                  <a:lnTo>
                    <a:pt x="439" y="646"/>
                  </a:lnTo>
                  <a:lnTo>
                    <a:pt x="448" y="648"/>
                  </a:lnTo>
                  <a:lnTo>
                    <a:pt x="455" y="652"/>
                  </a:lnTo>
                  <a:lnTo>
                    <a:pt x="463" y="656"/>
                  </a:lnTo>
                  <a:lnTo>
                    <a:pt x="468" y="662"/>
                  </a:lnTo>
                  <a:lnTo>
                    <a:pt x="473" y="668"/>
                  </a:lnTo>
                  <a:lnTo>
                    <a:pt x="478" y="676"/>
                  </a:lnTo>
                  <a:lnTo>
                    <a:pt x="481" y="684"/>
                  </a:lnTo>
                  <a:lnTo>
                    <a:pt x="231" y="684"/>
                  </a:lnTo>
                  <a:lnTo>
                    <a:pt x="234" y="676"/>
                  </a:lnTo>
                  <a:lnTo>
                    <a:pt x="239" y="668"/>
                  </a:lnTo>
                  <a:lnTo>
                    <a:pt x="244" y="662"/>
                  </a:lnTo>
                  <a:lnTo>
                    <a:pt x="249" y="656"/>
                  </a:lnTo>
                  <a:lnTo>
                    <a:pt x="257" y="652"/>
                  </a:lnTo>
                  <a:lnTo>
                    <a:pt x="264" y="648"/>
                  </a:lnTo>
                  <a:lnTo>
                    <a:pt x="273" y="646"/>
                  </a:lnTo>
                  <a:lnTo>
                    <a:pt x="283" y="646"/>
                  </a:lnTo>
                  <a:lnTo>
                    <a:pt x="431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2" name="Freeform 110">
              <a:extLst>
                <a:ext uri="{FF2B5EF4-FFF2-40B4-BE49-F238E27FC236}">
                  <a16:creationId xmlns:a16="http://schemas.microsoft.com/office/drawing/2014/main" id="{1129A220-155C-4091-94AD-D09ACBE33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713" y="2779713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2 w 28"/>
                <a:gd name="T11" fmla="*/ 8 h 28"/>
                <a:gd name="T12" fmla="*/ 0 w 28"/>
                <a:gd name="T13" fmla="*/ 14 h 28"/>
                <a:gd name="T14" fmla="*/ 2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3" name="Freeform 111">
              <a:extLst>
                <a:ext uri="{FF2B5EF4-FFF2-40B4-BE49-F238E27FC236}">
                  <a16:creationId xmlns:a16="http://schemas.microsoft.com/office/drawing/2014/main" id="{4A7330A5-BD5E-42C5-BE96-40F1EF50F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226" y="2614613"/>
              <a:ext cx="57150" cy="96838"/>
            </a:xfrm>
            <a:custGeom>
              <a:avLst/>
              <a:gdLst>
                <a:gd name="T0" fmla="*/ 34 w 106"/>
                <a:gd name="T1" fmla="*/ 92 h 184"/>
                <a:gd name="T2" fmla="*/ 102 w 106"/>
                <a:gd name="T3" fmla="*/ 24 h 184"/>
                <a:gd name="T4" fmla="*/ 105 w 106"/>
                <a:gd name="T5" fmla="*/ 20 h 184"/>
                <a:gd name="T6" fmla="*/ 106 w 106"/>
                <a:gd name="T7" fmla="*/ 14 h 184"/>
                <a:gd name="T8" fmla="*/ 105 w 106"/>
                <a:gd name="T9" fmla="*/ 9 h 184"/>
                <a:gd name="T10" fmla="*/ 102 w 106"/>
                <a:gd name="T11" fmla="*/ 5 h 184"/>
                <a:gd name="T12" fmla="*/ 98 w 106"/>
                <a:gd name="T13" fmla="*/ 2 h 184"/>
                <a:gd name="T14" fmla="*/ 92 w 106"/>
                <a:gd name="T15" fmla="*/ 0 h 184"/>
                <a:gd name="T16" fmla="*/ 87 w 106"/>
                <a:gd name="T17" fmla="*/ 2 h 184"/>
                <a:gd name="T18" fmla="*/ 82 w 106"/>
                <a:gd name="T19" fmla="*/ 5 h 184"/>
                <a:gd name="T20" fmla="*/ 4 w 106"/>
                <a:gd name="T21" fmla="*/ 82 h 184"/>
                <a:gd name="T22" fmla="*/ 1 w 106"/>
                <a:gd name="T23" fmla="*/ 87 h 184"/>
                <a:gd name="T24" fmla="*/ 0 w 106"/>
                <a:gd name="T25" fmla="*/ 92 h 184"/>
                <a:gd name="T26" fmla="*/ 1 w 106"/>
                <a:gd name="T27" fmla="*/ 97 h 184"/>
                <a:gd name="T28" fmla="*/ 4 w 106"/>
                <a:gd name="T29" fmla="*/ 102 h 184"/>
                <a:gd name="T30" fmla="*/ 82 w 106"/>
                <a:gd name="T31" fmla="*/ 180 h 184"/>
                <a:gd name="T32" fmla="*/ 87 w 106"/>
                <a:gd name="T33" fmla="*/ 183 h 184"/>
                <a:gd name="T34" fmla="*/ 92 w 106"/>
                <a:gd name="T35" fmla="*/ 184 h 184"/>
                <a:gd name="T36" fmla="*/ 98 w 106"/>
                <a:gd name="T37" fmla="*/ 183 h 184"/>
                <a:gd name="T38" fmla="*/ 102 w 106"/>
                <a:gd name="T39" fmla="*/ 180 h 184"/>
                <a:gd name="T40" fmla="*/ 105 w 106"/>
                <a:gd name="T41" fmla="*/ 175 h 184"/>
                <a:gd name="T42" fmla="*/ 106 w 106"/>
                <a:gd name="T43" fmla="*/ 170 h 184"/>
                <a:gd name="T44" fmla="*/ 105 w 106"/>
                <a:gd name="T45" fmla="*/ 165 h 184"/>
                <a:gd name="T46" fmla="*/ 102 w 106"/>
                <a:gd name="T47" fmla="*/ 160 h 184"/>
                <a:gd name="T48" fmla="*/ 34 w 106"/>
                <a:gd name="T49" fmla="*/ 9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" h="184">
                  <a:moveTo>
                    <a:pt x="34" y="92"/>
                  </a:moveTo>
                  <a:lnTo>
                    <a:pt x="102" y="24"/>
                  </a:lnTo>
                  <a:lnTo>
                    <a:pt x="105" y="20"/>
                  </a:lnTo>
                  <a:lnTo>
                    <a:pt x="106" y="14"/>
                  </a:lnTo>
                  <a:lnTo>
                    <a:pt x="105" y="9"/>
                  </a:lnTo>
                  <a:lnTo>
                    <a:pt x="102" y="5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7" y="2"/>
                  </a:lnTo>
                  <a:lnTo>
                    <a:pt x="82" y="5"/>
                  </a:lnTo>
                  <a:lnTo>
                    <a:pt x="4" y="82"/>
                  </a:lnTo>
                  <a:lnTo>
                    <a:pt x="1" y="87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4" y="102"/>
                  </a:lnTo>
                  <a:lnTo>
                    <a:pt x="82" y="180"/>
                  </a:lnTo>
                  <a:lnTo>
                    <a:pt x="87" y="183"/>
                  </a:lnTo>
                  <a:lnTo>
                    <a:pt x="92" y="184"/>
                  </a:lnTo>
                  <a:lnTo>
                    <a:pt x="98" y="183"/>
                  </a:lnTo>
                  <a:lnTo>
                    <a:pt x="102" y="180"/>
                  </a:lnTo>
                  <a:lnTo>
                    <a:pt x="105" y="175"/>
                  </a:lnTo>
                  <a:lnTo>
                    <a:pt x="106" y="170"/>
                  </a:lnTo>
                  <a:lnTo>
                    <a:pt x="105" y="165"/>
                  </a:lnTo>
                  <a:lnTo>
                    <a:pt x="102" y="160"/>
                  </a:lnTo>
                  <a:lnTo>
                    <a:pt x="34" y="9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4" name="Freeform 112">
              <a:extLst>
                <a:ext uri="{FF2B5EF4-FFF2-40B4-BE49-F238E27FC236}">
                  <a16:creationId xmlns:a16="http://schemas.microsoft.com/office/drawing/2014/main" id="{82CB68B7-D398-4E79-84D7-E9D0B37F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513" y="2614613"/>
              <a:ext cx="55563" cy="96838"/>
            </a:xfrm>
            <a:custGeom>
              <a:avLst/>
              <a:gdLst>
                <a:gd name="T0" fmla="*/ 102 w 106"/>
                <a:gd name="T1" fmla="*/ 82 h 184"/>
                <a:gd name="T2" fmla="*/ 25 w 106"/>
                <a:gd name="T3" fmla="*/ 5 h 184"/>
                <a:gd name="T4" fmla="*/ 19 w 106"/>
                <a:gd name="T5" fmla="*/ 2 h 184"/>
                <a:gd name="T6" fmla="*/ 14 w 106"/>
                <a:gd name="T7" fmla="*/ 0 h 184"/>
                <a:gd name="T8" fmla="*/ 10 w 106"/>
                <a:gd name="T9" fmla="*/ 2 h 184"/>
                <a:gd name="T10" fmla="*/ 4 w 106"/>
                <a:gd name="T11" fmla="*/ 5 h 184"/>
                <a:gd name="T12" fmla="*/ 1 w 106"/>
                <a:gd name="T13" fmla="*/ 9 h 184"/>
                <a:gd name="T14" fmla="*/ 0 w 106"/>
                <a:gd name="T15" fmla="*/ 14 h 184"/>
                <a:gd name="T16" fmla="*/ 1 w 106"/>
                <a:gd name="T17" fmla="*/ 20 h 184"/>
                <a:gd name="T18" fmla="*/ 4 w 106"/>
                <a:gd name="T19" fmla="*/ 24 h 184"/>
                <a:gd name="T20" fmla="*/ 73 w 106"/>
                <a:gd name="T21" fmla="*/ 92 h 184"/>
                <a:gd name="T22" fmla="*/ 4 w 106"/>
                <a:gd name="T23" fmla="*/ 160 h 184"/>
                <a:gd name="T24" fmla="*/ 1 w 106"/>
                <a:gd name="T25" fmla="*/ 165 h 184"/>
                <a:gd name="T26" fmla="*/ 0 w 106"/>
                <a:gd name="T27" fmla="*/ 170 h 184"/>
                <a:gd name="T28" fmla="*/ 1 w 106"/>
                <a:gd name="T29" fmla="*/ 175 h 184"/>
                <a:gd name="T30" fmla="*/ 4 w 106"/>
                <a:gd name="T31" fmla="*/ 180 h 184"/>
                <a:gd name="T32" fmla="*/ 10 w 106"/>
                <a:gd name="T33" fmla="*/ 183 h 184"/>
                <a:gd name="T34" fmla="*/ 14 w 106"/>
                <a:gd name="T35" fmla="*/ 184 h 184"/>
                <a:gd name="T36" fmla="*/ 19 w 106"/>
                <a:gd name="T37" fmla="*/ 183 h 184"/>
                <a:gd name="T38" fmla="*/ 25 w 106"/>
                <a:gd name="T39" fmla="*/ 180 h 184"/>
                <a:gd name="T40" fmla="*/ 102 w 106"/>
                <a:gd name="T41" fmla="*/ 102 h 184"/>
                <a:gd name="T42" fmla="*/ 105 w 106"/>
                <a:gd name="T43" fmla="*/ 97 h 184"/>
                <a:gd name="T44" fmla="*/ 106 w 106"/>
                <a:gd name="T45" fmla="*/ 92 h 184"/>
                <a:gd name="T46" fmla="*/ 105 w 106"/>
                <a:gd name="T47" fmla="*/ 87 h 184"/>
                <a:gd name="T48" fmla="*/ 102 w 106"/>
                <a:gd name="T49" fmla="*/ 8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" h="184">
                  <a:moveTo>
                    <a:pt x="102" y="82"/>
                  </a:moveTo>
                  <a:lnTo>
                    <a:pt x="25" y="5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73" y="92"/>
                  </a:lnTo>
                  <a:lnTo>
                    <a:pt x="4" y="160"/>
                  </a:lnTo>
                  <a:lnTo>
                    <a:pt x="1" y="165"/>
                  </a:lnTo>
                  <a:lnTo>
                    <a:pt x="0" y="170"/>
                  </a:lnTo>
                  <a:lnTo>
                    <a:pt x="1" y="175"/>
                  </a:lnTo>
                  <a:lnTo>
                    <a:pt x="4" y="180"/>
                  </a:lnTo>
                  <a:lnTo>
                    <a:pt x="10" y="183"/>
                  </a:lnTo>
                  <a:lnTo>
                    <a:pt x="14" y="184"/>
                  </a:lnTo>
                  <a:lnTo>
                    <a:pt x="19" y="183"/>
                  </a:lnTo>
                  <a:lnTo>
                    <a:pt x="25" y="180"/>
                  </a:lnTo>
                  <a:lnTo>
                    <a:pt x="102" y="102"/>
                  </a:lnTo>
                  <a:lnTo>
                    <a:pt x="105" y="97"/>
                  </a:lnTo>
                  <a:lnTo>
                    <a:pt x="106" y="92"/>
                  </a:lnTo>
                  <a:lnTo>
                    <a:pt x="105" y="87"/>
                  </a:lnTo>
                  <a:lnTo>
                    <a:pt x="102" y="8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5" name="Freeform 113">
              <a:extLst>
                <a:ext uri="{FF2B5EF4-FFF2-40B4-BE49-F238E27FC236}">
                  <a16:creationId xmlns:a16="http://schemas.microsoft.com/office/drawing/2014/main" id="{4F5212CE-A602-489A-867C-146F64EC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188" y="2617788"/>
              <a:ext cx="36513" cy="96838"/>
            </a:xfrm>
            <a:custGeom>
              <a:avLst/>
              <a:gdLst>
                <a:gd name="T0" fmla="*/ 59 w 70"/>
                <a:gd name="T1" fmla="*/ 0 h 183"/>
                <a:gd name="T2" fmla="*/ 54 w 70"/>
                <a:gd name="T3" fmla="*/ 0 h 183"/>
                <a:gd name="T4" fmla="*/ 48 w 70"/>
                <a:gd name="T5" fmla="*/ 2 h 183"/>
                <a:gd name="T6" fmla="*/ 45 w 70"/>
                <a:gd name="T7" fmla="*/ 5 h 183"/>
                <a:gd name="T8" fmla="*/ 42 w 70"/>
                <a:gd name="T9" fmla="*/ 11 h 183"/>
                <a:gd name="T10" fmla="*/ 1 w 70"/>
                <a:gd name="T11" fmla="*/ 165 h 183"/>
                <a:gd name="T12" fmla="*/ 0 w 70"/>
                <a:gd name="T13" fmla="*/ 171 h 183"/>
                <a:gd name="T14" fmla="*/ 2 w 70"/>
                <a:gd name="T15" fmla="*/ 176 h 183"/>
                <a:gd name="T16" fmla="*/ 6 w 70"/>
                <a:gd name="T17" fmla="*/ 180 h 183"/>
                <a:gd name="T18" fmla="*/ 11 w 70"/>
                <a:gd name="T19" fmla="*/ 182 h 183"/>
                <a:gd name="T20" fmla="*/ 13 w 70"/>
                <a:gd name="T21" fmla="*/ 182 h 183"/>
                <a:gd name="T22" fmla="*/ 14 w 70"/>
                <a:gd name="T23" fmla="*/ 183 h 183"/>
                <a:gd name="T24" fmla="*/ 18 w 70"/>
                <a:gd name="T25" fmla="*/ 182 h 183"/>
                <a:gd name="T26" fmla="*/ 23 w 70"/>
                <a:gd name="T27" fmla="*/ 180 h 183"/>
                <a:gd name="T28" fmla="*/ 26 w 70"/>
                <a:gd name="T29" fmla="*/ 177 h 183"/>
                <a:gd name="T30" fmla="*/ 28 w 70"/>
                <a:gd name="T31" fmla="*/ 173 h 183"/>
                <a:gd name="T32" fmla="*/ 69 w 70"/>
                <a:gd name="T33" fmla="*/ 17 h 183"/>
                <a:gd name="T34" fmla="*/ 70 w 70"/>
                <a:gd name="T35" fmla="*/ 12 h 183"/>
                <a:gd name="T36" fmla="*/ 68 w 70"/>
                <a:gd name="T37" fmla="*/ 7 h 183"/>
                <a:gd name="T38" fmla="*/ 65 w 70"/>
                <a:gd name="T39" fmla="*/ 3 h 183"/>
                <a:gd name="T40" fmla="*/ 59 w 70"/>
                <a:gd name="T4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0" h="183">
                  <a:moveTo>
                    <a:pt x="59" y="0"/>
                  </a:moveTo>
                  <a:lnTo>
                    <a:pt x="54" y="0"/>
                  </a:lnTo>
                  <a:lnTo>
                    <a:pt x="48" y="2"/>
                  </a:lnTo>
                  <a:lnTo>
                    <a:pt x="45" y="5"/>
                  </a:lnTo>
                  <a:lnTo>
                    <a:pt x="42" y="11"/>
                  </a:lnTo>
                  <a:lnTo>
                    <a:pt x="1" y="165"/>
                  </a:lnTo>
                  <a:lnTo>
                    <a:pt x="0" y="171"/>
                  </a:lnTo>
                  <a:lnTo>
                    <a:pt x="2" y="176"/>
                  </a:lnTo>
                  <a:lnTo>
                    <a:pt x="6" y="180"/>
                  </a:lnTo>
                  <a:lnTo>
                    <a:pt x="11" y="182"/>
                  </a:lnTo>
                  <a:lnTo>
                    <a:pt x="13" y="182"/>
                  </a:lnTo>
                  <a:lnTo>
                    <a:pt x="14" y="183"/>
                  </a:lnTo>
                  <a:lnTo>
                    <a:pt x="18" y="182"/>
                  </a:lnTo>
                  <a:lnTo>
                    <a:pt x="23" y="180"/>
                  </a:lnTo>
                  <a:lnTo>
                    <a:pt x="26" y="177"/>
                  </a:lnTo>
                  <a:lnTo>
                    <a:pt x="28" y="173"/>
                  </a:lnTo>
                  <a:lnTo>
                    <a:pt x="69" y="17"/>
                  </a:lnTo>
                  <a:lnTo>
                    <a:pt x="70" y="12"/>
                  </a:lnTo>
                  <a:lnTo>
                    <a:pt x="68" y="7"/>
                  </a:lnTo>
                  <a:lnTo>
                    <a:pt x="65" y="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6" name="Freeform 114">
              <a:extLst>
                <a:ext uri="{FF2B5EF4-FFF2-40B4-BE49-F238E27FC236}">
                  <a16:creationId xmlns:a16="http://schemas.microsoft.com/office/drawing/2014/main" id="{A7D73B0C-3B98-434F-930D-45530D2F5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1" y="2557463"/>
              <a:ext cx="317500" cy="212725"/>
            </a:xfrm>
            <a:custGeom>
              <a:avLst/>
              <a:gdLst>
                <a:gd name="T0" fmla="*/ 586 w 600"/>
                <a:gd name="T1" fmla="*/ 0 h 403"/>
                <a:gd name="T2" fmla="*/ 365 w 600"/>
                <a:gd name="T3" fmla="*/ 0 h 403"/>
                <a:gd name="T4" fmla="*/ 360 w 600"/>
                <a:gd name="T5" fmla="*/ 1 h 403"/>
                <a:gd name="T6" fmla="*/ 355 w 600"/>
                <a:gd name="T7" fmla="*/ 4 h 403"/>
                <a:gd name="T8" fmla="*/ 352 w 600"/>
                <a:gd name="T9" fmla="*/ 9 h 403"/>
                <a:gd name="T10" fmla="*/ 351 w 600"/>
                <a:gd name="T11" fmla="*/ 14 h 403"/>
                <a:gd name="T12" fmla="*/ 352 w 600"/>
                <a:gd name="T13" fmla="*/ 19 h 403"/>
                <a:gd name="T14" fmla="*/ 355 w 600"/>
                <a:gd name="T15" fmla="*/ 24 h 403"/>
                <a:gd name="T16" fmla="*/ 360 w 600"/>
                <a:gd name="T17" fmla="*/ 27 h 403"/>
                <a:gd name="T18" fmla="*/ 365 w 600"/>
                <a:gd name="T19" fmla="*/ 28 h 403"/>
                <a:gd name="T20" fmla="*/ 572 w 600"/>
                <a:gd name="T21" fmla="*/ 28 h 403"/>
                <a:gd name="T22" fmla="*/ 572 w 600"/>
                <a:gd name="T23" fmla="*/ 375 h 403"/>
                <a:gd name="T24" fmla="*/ 28 w 600"/>
                <a:gd name="T25" fmla="*/ 375 h 403"/>
                <a:gd name="T26" fmla="*/ 28 w 600"/>
                <a:gd name="T27" fmla="*/ 28 h 403"/>
                <a:gd name="T28" fmla="*/ 242 w 600"/>
                <a:gd name="T29" fmla="*/ 28 h 403"/>
                <a:gd name="T30" fmla="*/ 247 w 600"/>
                <a:gd name="T31" fmla="*/ 27 h 403"/>
                <a:gd name="T32" fmla="*/ 251 w 600"/>
                <a:gd name="T33" fmla="*/ 24 h 403"/>
                <a:gd name="T34" fmla="*/ 254 w 600"/>
                <a:gd name="T35" fmla="*/ 19 h 403"/>
                <a:gd name="T36" fmla="*/ 255 w 600"/>
                <a:gd name="T37" fmla="*/ 14 h 403"/>
                <a:gd name="T38" fmla="*/ 254 w 600"/>
                <a:gd name="T39" fmla="*/ 9 h 403"/>
                <a:gd name="T40" fmla="*/ 251 w 600"/>
                <a:gd name="T41" fmla="*/ 4 h 403"/>
                <a:gd name="T42" fmla="*/ 247 w 600"/>
                <a:gd name="T43" fmla="*/ 1 h 403"/>
                <a:gd name="T44" fmla="*/ 242 w 600"/>
                <a:gd name="T45" fmla="*/ 0 h 403"/>
                <a:gd name="T46" fmla="*/ 14 w 600"/>
                <a:gd name="T47" fmla="*/ 0 h 403"/>
                <a:gd name="T48" fmla="*/ 9 w 600"/>
                <a:gd name="T49" fmla="*/ 1 h 403"/>
                <a:gd name="T50" fmla="*/ 4 w 600"/>
                <a:gd name="T51" fmla="*/ 4 h 403"/>
                <a:gd name="T52" fmla="*/ 1 w 600"/>
                <a:gd name="T53" fmla="*/ 9 h 403"/>
                <a:gd name="T54" fmla="*/ 0 w 600"/>
                <a:gd name="T55" fmla="*/ 14 h 403"/>
                <a:gd name="T56" fmla="*/ 0 w 600"/>
                <a:gd name="T57" fmla="*/ 389 h 403"/>
                <a:gd name="T58" fmla="*/ 1 w 600"/>
                <a:gd name="T59" fmla="*/ 394 h 403"/>
                <a:gd name="T60" fmla="*/ 4 w 600"/>
                <a:gd name="T61" fmla="*/ 400 h 403"/>
                <a:gd name="T62" fmla="*/ 9 w 600"/>
                <a:gd name="T63" fmla="*/ 402 h 403"/>
                <a:gd name="T64" fmla="*/ 14 w 600"/>
                <a:gd name="T65" fmla="*/ 403 h 403"/>
                <a:gd name="T66" fmla="*/ 586 w 600"/>
                <a:gd name="T67" fmla="*/ 403 h 403"/>
                <a:gd name="T68" fmla="*/ 591 w 600"/>
                <a:gd name="T69" fmla="*/ 402 h 403"/>
                <a:gd name="T70" fmla="*/ 596 w 600"/>
                <a:gd name="T71" fmla="*/ 400 h 403"/>
                <a:gd name="T72" fmla="*/ 599 w 600"/>
                <a:gd name="T73" fmla="*/ 394 h 403"/>
                <a:gd name="T74" fmla="*/ 600 w 600"/>
                <a:gd name="T75" fmla="*/ 389 h 403"/>
                <a:gd name="T76" fmla="*/ 600 w 600"/>
                <a:gd name="T77" fmla="*/ 14 h 403"/>
                <a:gd name="T78" fmla="*/ 599 w 600"/>
                <a:gd name="T79" fmla="*/ 9 h 403"/>
                <a:gd name="T80" fmla="*/ 596 w 600"/>
                <a:gd name="T81" fmla="*/ 4 h 403"/>
                <a:gd name="T82" fmla="*/ 591 w 600"/>
                <a:gd name="T83" fmla="*/ 1 h 403"/>
                <a:gd name="T84" fmla="*/ 586 w 600"/>
                <a:gd name="T8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0" h="403">
                  <a:moveTo>
                    <a:pt x="586" y="0"/>
                  </a:moveTo>
                  <a:lnTo>
                    <a:pt x="365" y="0"/>
                  </a:lnTo>
                  <a:lnTo>
                    <a:pt x="360" y="1"/>
                  </a:lnTo>
                  <a:lnTo>
                    <a:pt x="355" y="4"/>
                  </a:lnTo>
                  <a:lnTo>
                    <a:pt x="352" y="9"/>
                  </a:lnTo>
                  <a:lnTo>
                    <a:pt x="351" y="14"/>
                  </a:lnTo>
                  <a:lnTo>
                    <a:pt x="352" y="19"/>
                  </a:lnTo>
                  <a:lnTo>
                    <a:pt x="355" y="24"/>
                  </a:lnTo>
                  <a:lnTo>
                    <a:pt x="360" y="27"/>
                  </a:lnTo>
                  <a:lnTo>
                    <a:pt x="365" y="28"/>
                  </a:lnTo>
                  <a:lnTo>
                    <a:pt x="572" y="28"/>
                  </a:lnTo>
                  <a:lnTo>
                    <a:pt x="572" y="375"/>
                  </a:lnTo>
                  <a:lnTo>
                    <a:pt x="28" y="375"/>
                  </a:lnTo>
                  <a:lnTo>
                    <a:pt x="28" y="28"/>
                  </a:lnTo>
                  <a:lnTo>
                    <a:pt x="242" y="28"/>
                  </a:lnTo>
                  <a:lnTo>
                    <a:pt x="247" y="27"/>
                  </a:lnTo>
                  <a:lnTo>
                    <a:pt x="251" y="24"/>
                  </a:lnTo>
                  <a:lnTo>
                    <a:pt x="254" y="19"/>
                  </a:lnTo>
                  <a:lnTo>
                    <a:pt x="255" y="14"/>
                  </a:lnTo>
                  <a:lnTo>
                    <a:pt x="254" y="9"/>
                  </a:lnTo>
                  <a:lnTo>
                    <a:pt x="251" y="4"/>
                  </a:lnTo>
                  <a:lnTo>
                    <a:pt x="247" y="1"/>
                  </a:lnTo>
                  <a:lnTo>
                    <a:pt x="242" y="0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389"/>
                  </a:lnTo>
                  <a:lnTo>
                    <a:pt x="1" y="394"/>
                  </a:lnTo>
                  <a:lnTo>
                    <a:pt x="4" y="400"/>
                  </a:lnTo>
                  <a:lnTo>
                    <a:pt x="9" y="402"/>
                  </a:lnTo>
                  <a:lnTo>
                    <a:pt x="14" y="403"/>
                  </a:lnTo>
                  <a:lnTo>
                    <a:pt x="586" y="403"/>
                  </a:lnTo>
                  <a:lnTo>
                    <a:pt x="591" y="402"/>
                  </a:lnTo>
                  <a:lnTo>
                    <a:pt x="596" y="400"/>
                  </a:lnTo>
                  <a:lnTo>
                    <a:pt x="599" y="394"/>
                  </a:lnTo>
                  <a:lnTo>
                    <a:pt x="600" y="389"/>
                  </a:lnTo>
                  <a:lnTo>
                    <a:pt x="600" y="14"/>
                  </a:lnTo>
                  <a:lnTo>
                    <a:pt x="599" y="9"/>
                  </a:lnTo>
                  <a:lnTo>
                    <a:pt x="596" y="4"/>
                  </a:lnTo>
                  <a:lnTo>
                    <a:pt x="591" y="1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7" name="Freeform 115">
              <a:extLst>
                <a:ext uri="{FF2B5EF4-FFF2-40B4-BE49-F238E27FC236}">
                  <a16:creationId xmlns:a16="http://schemas.microsoft.com/office/drawing/2014/main" id="{B39F01B8-9CC4-4DD4-8EC4-34274853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888" y="255746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3F52F8EE-B9F6-4ED6-84D9-C7F05816E2DF}"/>
              </a:ext>
            </a:extLst>
          </p:cNvPr>
          <p:cNvGrpSpPr/>
          <p:nvPr/>
        </p:nvGrpSpPr>
        <p:grpSpPr>
          <a:xfrm>
            <a:off x="3529013" y="1795463"/>
            <a:ext cx="296863" cy="376238"/>
            <a:chOff x="3529013" y="1795463"/>
            <a:chExt cx="296863" cy="376238"/>
          </a:xfrm>
          <a:solidFill>
            <a:schemeClr val="bg1"/>
          </a:solidFill>
        </p:grpSpPr>
        <p:sp>
          <p:nvSpPr>
            <p:cNvPr id="388" name="Freeform 116">
              <a:extLst>
                <a:ext uri="{FF2B5EF4-FFF2-40B4-BE49-F238E27FC236}">
                  <a16:creationId xmlns:a16="http://schemas.microsoft.com/office/drawing/2014/main" id="{2D470ED4-FEC0-4FCB-8598-4191BB2B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013" y="1952626"/>
              <a:ext cx="14288" cy="14288"/>
            </a:xfrm>
            <a:custGeom>
              <a:avLst/>
              <a:gdLst>
                <a:gd name="T0" fmla="*/ 14 w 28"/>
                <a:gd name="T1" fmla="*/ 0 h 28"/>
                <a:gd name="T2" fmla="*/ 9 w 28"/>
                <a:gd name="T3" fmla="*/ 1 h 28"/>
                <a:gd name="T4" fmla="*/ 5 w 28"/>
                <a:gd name="T5" fmla="*/ 4 h 28"/>
                <a:gd name="T6" fmla="*/ 2 w 28"/>
                <a:gd name="T7" fmla="*/ 8 h 28"/>
                <a:gd name="T8" fmla="*/ 0 w 28"/>
                <a:gd name="T9" fmla="*/ 14 h 28"/>
                <a:gd name="T10" fmla="*/ 2 w 28"/>
                <a:gd name="T11" fmla="*/ 19 h 28"/>
                <a:gd name="T12" fmla="*/ 5 w 28"/>
                <a:gd name="T13" fmla="*/ 23 h 28"/>
                <a:gd name="T14" fmla="*/ 9 w 28"/>
                <a:gd name="T15" fmla="*/ 27 h 28"/>
                <a:gd name="T16" fmla="*/ 14 w 28"/>
                <a:gd name="T17" fmla="*/ 28 h 28"/>
                <a:gd name="T18" fmla="*/ 20 w 28"/>
                <a:gd name="T19" fmla="*/ 27 h 28"/>
                <a:gd name="T20" fmla="*/ 24 w 28"/>
                <a:gd name="T21" fmla="*/ 23 h 28"/>
                <a:gd name="T22" fmla="*/ 27 w 28"/>
                <a:gd name="T23" fmla="*/ 19 h 28"/>
                <a:gd name="T24" fmla="*/ 28 w 28"/>
                <a:gd name="T25" fmla="*/ 14 h 28"/>
                <a:gd name="T26" fmla="*/ 28 w 28"/>
                <a:gd name="T27" fmla="*/ 14 h 28"/>
                <a:gd name="T28" fmla="*/ 27 w 28"/>
                <a:gd name="T29" fmla="*/ 8 h 28"/>
                <a:gd name="T30" fmla="*/ 24 w 28"/>
                <a:gd name="T31" fmla="*/ 4 h 28"/>
                <a:gd name="T32" fmla="*/ 20 w 28"/>
                <a:gd name="T33" fmla="*/ 1 h 28"/>
                <a:gd name="T34" fmla="*/ 14 w 28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9" y="1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9" name="Freeform 117">
              <a:extLst>
                <a:ext uri="{FF2B5EF4-FFF2-40B4-BE49-F238E27FC236}">
                  <a16:creationId xmlns:a16="http://schemas.microsoft.com/office/drawing/2014/main" id="{DB5F3604-2798-4349-835F-DE69075C60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9013" y="1795463"/>
              <a:ext cx="296863" cy="376238"/>
            </a:xfrm>
            <a:custGeom>
              <a:avLst/>
              <a:gdLst>
                <a:gd name="T0" fmla="*/ 63 w 562"/>
                <a:gd name="T1" fmla="*/ 0 h 711"/>
                <a:gd name="T2" fmla="*/ 43 w 562"/>
                <a:gd name="T3" fmla="*/ 6 h 711"/>
                <a:gd name="T4" fmla="*/ 26 w 562"/>
                <a:gd name="T5" fmla="*/ 16 h 711"/>
                <a:gd name="T6" fmla="*/ 12 w 562"/>
                <a:gd name="T7" fmla="*/ 31 h 711"/>
                <a:gd name="T8" fmla="*/ 4 w 562"/>
                <a:gd name="T9" fmla="*/ 49 h 711"/>
                <a:gd name="T10" fmla="*/ 0 w 562"/>
                <a:gd name="T11" fmla="*/ 69 h 711"/>
                <a:gd name="T12" fmla="*/ 5 w 562"/>
                <a:gd name="T13" fmla="*/ 265 h 711"/>
                <a:gd name="T14" fmla="*/ 20 w 562"/>
                <a:gd name="T15" fmla="*/ 268 h 711"/>
                <a:gd name="T16" fmla="*/ 28 w 562"/>
                <a:gd name="T17" fmla="*/ 255 h 711"/>
                <a:gd name="T18" fmla="*/ 32 w 562"/>
                <a:gd name="T19" fmla="*/ 53 h 711"/>
                <a:gd name="T20" fmla="*/ 47 w 562"/>
                <a:gd name="T21" fmla="*/ 35 h 711"/>
                <a:gd name="T22" fmla="*/ 70 w 562"/>
                <a:gd name="T23" fmla="*/ 28 h 711"/>
                <a:gd name="T24" fmla="*/ 508 w 562"/>
                <a:gd name="T25" fmla="*/ 32 h 711"/>
                <a:gd name="T26" fmla="*/ 526 w 562"/>
                <a:gd name="T27" fmla="*/ 47 h 711"/>
                <a:gd name="T28" fmla="*/ 534 w 562"/>
                <a:gd name="T29" fmla="*/ 69 h 711"/>
                <a:gd name="T30" fmla="*/ 530 w 562"/>
                <a:gd name="T31" fmla="*/ 547 h 711"/>
                <a:gd name="T32" fmla="*/ 515 w 562"/>
                <a:gd name="T33" fmla="*/ 565 h 711"/>
                <a:gd name="T34" fmla="*/ 492 w 562"/>
                <a:gd name="T35" fmla="*/ 573 h 711"/>
                <a:gd name="T36" fmla="*/ 48 w 562"/>
                <a:gd name="T37" fmla="*/ 576 h 711"/>
                <a:gd name="T38" fmla="*/ 28 w 562"/>
                <a:gd name="T39" fmla="*/ 363 h 711"/>
                <a:gd name="T40" fmla="*/ 20 w 562"/>
                <a:gd name="T41" fmla="*/ 350 h 711"/>
                <a:gd name="T42" fmla="*/ 5 w 562"/>
                <a:gd name="T43" fmla="*/ 354 h 711"/>
                <a:gd name="T44" fmla="*/ 0 w 562"/>
                <a:gd name="T45" fmla="*/ 641 h 711"/>
                <a:gd name="T46" fmla="*/ 4 w 562"/>
                <a:gd name="T47" fmla="*/ 663 h 711"/>
                <a:gd name="T48" fmla="*/ 12 w 562"/>
                <a:gd name="T49" fmla="*/ 681 h 711"/>
                <a:gd name="T50" fmla="*/ 26 w 562"/>
                <a:gd name="T51" fmla="*/ 695 h 711"/>
                <a:gd name="T52" fmla="*/ 43 w 562"/>
                <a:gd name="T53" fmla="*/ 706 h 711"/>
                <a:gd name="T54" fmla="*/ 63 w 562"/>
                <a:gd name="T55" fmla="*/ 711 h 711"/>
                <a:gd name="T56" fmla="*/ 499 w 562"/>
                <a:gd name="T57" fmla="*/ 711 h 711"/>
                <a:gd name="T58" fmla="*/ 519 w 562"/>
                <a:gd name="T59" fmla="*/ 706 h 711"/>
                <a:gd name="T60" fmla="*/ 536 w 562"/>
                <a:gd name="T61" fmla="*/ 695 h 711"/>
                <a:gd name="T62" fmla="*/ 550 w 562"/>
                <a:gd name="T63" fmla="*/ 681 h 711"/>
                <a:gd name="T64" fmla="*/ 558 w 562"/>
                <a:gd name="T65" fmla="*/ 663 h 711"/>
                <a:gd name="T66" fmla="*/ 562 w 562"/>
                <a:gd name="T67" fmla="*/ 641 h 711"/>
                <a:gd name="T68" fmla="*/ 561 w 562"/>
                <a:gd name="T69" fmla="*/ 55 h 711"/>
                <a:gd name="T70" fmla="*/ 553 w 562"/>
                <a:gd name="T71" fmla="*/ 37 h 711"/>
                <a:gd name="T72" fmla="*/ 541 w 562"/>
                <a:gd name="T73" fmla="*/ 21 h 711"/>
                <a:gd name="T74" fmla="*/ 525 w 562"/>
                <a:gd name="T75" fmla="*/ 8 h 711"/>
                <a:gd name="T76" fmla="*/ 506 w 562"/>
                <a:gd name="T77" fmla="*/ 2 h 711"/>
                <a:gd name="T78" fmla="*/ 534 w 562"/>
                <a:gd name="T79" fmla="*/ 641 h 711"/>
                <a:gd name="T80" fmla="*/ 526 w 562"/>
                <a:gd name="T81" fmla="*/ 665 h 711"/>
                <a:gd name="T82" fmla="*/ 508 w 562"/>
                <a:gd name="T83" fmla="*/ 680 h 711"/>
                <a:gd name="T84" fmla="*/ 70 w 562"/>
                <a:gd name="T85" fmla="*/ 683 h 711"/>
                <a:gd name="T86" fmla="*/ 47 w 562"/>
                <a:gd name="T87" fmla="*/ 677 h 711"/>
                <a:gd name="T88" fmla="*/ 32 w 562"/>
                <a:gd name="T89" fmla="*/ 659 h 711"/>
                <a:gd name="T90" fmla="*/ 29 w 562"/>
                <a:gd name="T91" fmla="*/ 634 h 711"/>
                <a:gd name="T92" fmla="*/ 40 w 562"/>
                <a:gd name="T93" fmla="*/ 612 h 711"/>
                <a:gd name="T94" fmla="*/ 62 w 562"/>
                <a:gd name="T95" fmla="*/ 601 h 711"/>
                <a:gd name="T96" fmla="*/ 504 w 562"/>
                <a:gd name="T97" fmla="*/ 600 h 711"/>
                <a:gd name="T98" fmla="*/ 534 w 562"/>
                <a:gd name="T99" fmla="*/ 587 h 711"/>
                <a:gd name="T100" fmla="*/ 526 w 562"/>
                <a:gd name="T101" fmla="*/ 609 h 711"/>
                <a:gd name="T102" fmla="*/ 508 w 562"/>
                <a:gd name="T103" fmla="*/ 624 h 711"/>
                <a:gd name="T104" fmla="*/ 140 w 562"/>
                <a:gd name="T105" fmla="*/ 627 h 711"/>
                <a:gd name="T106" fmla="*/ 127 w 562"/>
                <a:gd name="T107" fmla="*/ 636 h 711"/>
                <a:gd name="T108" fmla="*/ 130 w 562"/>
                <a:gd name="T109" fmla="*/ 651 h 711"/>
                <a:gd name="T110" fmla="*/ 492 w 562"/>
                <a:gd name="T111" fmla="*/ 655 h 711"/>
                <a:gd name="T112" fmla="*/ 524 w 562"/>
                <a:gd name="T113" fmla="*/ 648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2" h="711">
                  <a:moveTo>
                    <a:pt x="492" y="0"/>
                  </a:moveTo>
                  <a:lnTo>
                    <a:pt x="70" y="0"/>
                  </a:lnTo>
                  <a:lnTo>
                    <a:pt x="63" y="0"/>
                  </a:lnTo>
                  <a:lnTo>
                    <a:pt x="56" y="2"/>
                  </a:lnTo>
                  <a:lnTo>
                    <a:pt x="50" y="4"/>
                  </a:lnTo>
                  <a:lnTo>
                    <a:pt x="43" y="6"/>
                  </a:lnTo>
                  <a:lnTo>
                    <a:pt x="37" y="8"/>
                  </a:lnTo>
                  <a:lnTo>
                    <a:pt x="32" y="12"/>
                  </a:lnTo>
                  <a:lnTo>
                    <a:pt x="26" y="16"/>
                  </a:lnTo>
                  <a:lnTo>
                    <a:pt x="21" y="21"/>
                  </a:lnTo>
                  <a:lnTo>
                    <a:pt x="17" y="25"/>
                  </a:lnTo>
                  <a:lnTo>
                    <a:pt x="12" y="31"/>
                  </a:lnTo>
                  <a:lnTo>
                    <a:pt x="9" y="37"/>
                  </a:lnTo>
                  <a:lnTo>
                    <a:pt x="6" y="42"/>
                  </a:lnTo>
                  <a:lnTo>
                    <a:pt x="4" y="49"/>
                  </a:lnTo>
                  <a:lnTo>
                    <a:pt x="3" y="55"/>
                  </a:lnTo>
                  <a:lnTo>
                    <a:pt x="2" y="63"/>
                  </a:lnTo>
                  <a:lnTo>
                    <a:pt x="0" y="69"/>
                  </a:lnTo>
                  <a:lnTo>
                    <a:pt x="0" y="255"/>
                  </a:lnTo>
                  <a:lnTo>
                    <a:pt x="2" y="260"/>
                  </a:lnTo>
                  <a:lnTo>
                    <a:pt x="5" y="265"/>
                  </a:lnTo>
                  <a:lnTo>
                    <a:pt x="9" y="268"/>
                  </a:lnTo>
                  <a:lnTo>
                    <a:pt x="14" y="269"/>
                  </a:lnTo>
                  <a:lnTo>
                    <a:pt x="20" y="268"/>
                  </a:lnTo>
                  <a:lnTo>
                    <a:pt x="24" y="265"/>
                  </a:lnTo>
                  <a:lnTo>
                    <a:pt x="27" y="260"/>
                  </a:lnTo>
                  <a:lnTo>
                    <a:pt x="28" y="255"/>
                  </a:lnTo>
                  <a:lnTo>
                    <a:pt x="28" y="69"/>
                  </a:lnTo>
                  <a:lnTo>
                    <a:pt x="29" y="62"/>
                  </a:lnTo>
                  <a:lnTo>
                    <a:pt x="32" y="53"/>
                  </a:lnTo>
                  <a:lnTo>
                    <a:pt x="36" y="47"/>
                  </a:lnTo>
                  <a:lnTo>
                    <a:pt x="40" y="40"/>
                  </a:lnTo>
                  <a:lnTo>
                    <a:pt x="47" y="35"/>
                  </a:lnTo>
                  <a:lnTo>
                    <a:pt x="54" y="32"/>
                  </a:lnTo>
                  <a:lnTo>
                    <a:pt x="62" y="28"/>
                  </a:lnTo>
                  <a:lnTo>
                    <a:pt x="70" y="28"/>
                  </a:lnTo>
                  <a:lnTo>
                    <a:pt x="492" y="28"/>
                  </a:lnTo>
                  <a:lnTo>
                    <a:pt x="500" y="28"/>
                  </a:lnTo>
                  <a:lnTo>
                    <a:pt x="508" y="32"/>
                  </a:lnTo>
                  <a:lnTo>
                    <a:pt x="515" y="35"/>
                  </a:lnTo>
                  <a:lnTo>
                    <a:pt x="522" y="40"/>
                  </a:lnTo>
                  <a:lnTo>
                    <a:pt x="526" y="47"/>
                  </a:lnTo>
                  <a:lnTo>
                    <a:pt x="530" y="53"/>
                  </a:lnTo>
                  <a:lnTo>
                    <a:pt x="533" y="62"/>
                  </a:lnTo>
                  <a:lnTo>
                    <a:pt x="534" y="69"/>
                  </a:lnTo>
                  <a:lnTo>
                    <a:pt x="534" y="531"/>
                  </a:lnTo>
                  <a:lnTo>
                    <a:pt x="533" y="539"/>
                  </a:lnTo>
                  <a:lnTo>
                    <a:pt x="530" y="547"/>
                  </a:lnTo>
                  <a:lnTo>
                    <a:pt x="526" y="554"/>
                  </a:lnTo>
                  <a:lnTo>
                    <a:pt x="522" y="560"/>
                  </a:lnTo>
                  <a:lnTo>
                    <a:pt x="515" y="565"/>
                  </a:lnTo>
                  <a:lnTo>
                    <a:pt x="508" y="569"/>
                  </a:lnTo>
                  <a:lnTo>
                    <a:pt x="500" y="572"/>
                  </a:lnTo>
                  <a:lnTo>
                    <a:pt x="492" y="573"/>
                  </a:lnTo>
                  <a:lnTo>
                    <a:pt x="70" y="573"/>
                  </a:lnTo>
                  <a:lnTo>
                    <a:pt x="58" y="574"/>
                  </a:lnTo>
                  <a:lnTo>
                    <a:pt x="48" y="576"/>
                  </a:lnTo>
                  <a:lnTo>
                    <a:pt x="38" y="580"/>
                  </a:lnTo>
                  <a:lnTo>
                    <a:pt x="28" y="587"/>
                  </a:lnTo>
                  <a:lnTo>
                    <a:pt x="28" y="363"/>
                  </a:lnTo>
                  <a:lnTo>
                    <a:pt x="27" y="358"/>
                  </a:lnTo>
                  <a:lnTo>
                    <a:pt x="24" y="354"/>
                  </a:lnTo>
                  <a:lnTo>
                    <a:pt x="20" y="350"/>
                  </a:lnTo>
                  <a:lnTo>
                    <a:pt x="14" y="349"/>
                  </a:lnTo>
                  <a:lnTo>
                    <a:pt x="9" y="350"/>
                  </a:lnTo>
                  <a:lnTo>
                    <a:pt x="5" y="354"/>
                  </a:lnTo>
                  <a:lnTo>
                    <a:pt x="2" y="358"/>
                  </a:lnTo>
                  <a:lnTo>
                    <a:pt x="0" y="363"/>
                  </a:lnTo>
                  <a:lnTo>
                    <a:pt x="0" y="641"/>
                  </a:lnTo>
                  <a:lnTo>
                    <a:pt x="2" y="649"/>
                  </a:lnTo>
                  <a:lnTo>
                    <a:pt x="3" y="655"/>
                  </a:lnTo>
                  <a:lnTo>
                    <a:pt x="4" y="663"/>
                  </a:lnTo>
                  <a:lnTo>
                    <a:pt x="6" y="669"/>
                  </a:lnTo>
                  <a:lnTo>
                    <a:pt x="9" y="675"/>
                  </a:lnTo>
                  <a:lnTo>
                    <a:pt x="12" y="681"/>
                  </a:lnTo>
                  <a:lnTo>
                    <a:pt x="17" y="686"/>
                  </a:lnTo>
                  <a:lnTo>
                    <a:pt x="21" y="691"/>
                  </a:lnTo>
                  <a:lnTo>
                    <a:pt x="26" y="695"/>
                  </a:lnTo>
                  <a:lnTo>
                    <a:pt x="32" y="699"/>
                  </a:lnTo>
                  <a:lnTo>
                    <a:pt x="37" y="703"/>
                  </a:lnTo>
                  <a:lnTo>
                    <a:pt x="43" y="706"/>
                  </a:lnTo>
                  <a:lnTo>
                    <a:pt x="50" y="708"/>
                  </a:lnTo>
                  <a:lnTo>
                    <a:pt x="56" y="710"/>
                  </a:lnTo>
                  <a:lnTo>
                    <a:pt x="63" y="711"/>
                  </a:lnTo>
                  <a:lnTo>
                    <a:pt x="70" y="711"/>
                  </a:lnTo>
                  <a:lnTo>
                    <a:pt x="492" y="711"/>
                  </a:lnTo>
                  <a:lnTo>
                    <a:pt x="499" y="711"/>
                  </a:lnTo>
                  <a:lnTo>
                    <a:pt x="506" y="710"/>
                  </a:lnTo>
                  <a:lnTo>
                    <a:pt x="512" y="708"/>
                  </a:lnTo>
                  <a:lnTo>
                    <a:pt x="519" y="706"/>
                  </a:lnTo>
                  <a:lnTo>
                    <a:pt x="525" y="703"/>
                  </a:lnTo>
                  <a:lnTo>
                    <a:pt x="530" y="699"/>
                  </a:lnTo>
                  <a:lnTo>
                    <a:pt x="536" y="695"/>
                  </a:lnTo>
                  <a:lnTo>
                    <a:pt x="541" y="691"/>
                  </a:lnTo>
                  <a:lnTo>
                    <a:pt x="545" y="686"/>
                  </a:lnTo>
                  <a:lnTo>
                    <a:pt x="550" y="681"/>
                  </a:lnTo>
                  <a:lnTo>
                    <a:pt x="553" y="675"/>
                  </a:lnTo>
                  <a:lnTo>
                    <a:pt x="556" y="669"/>
                  </a:lnTo>
                  <a:lnTo>
                    <a:pt x="558" y="663"/>
                  </a:lnTo>
                  <a:lnTo>
                    <a:pt x="561" y="655"/>
                  </a:lnTo>
                  <a:lnTo>
                    <a:pt x="562" y="649"/>
                  </a:lnTo>
                  <a:lnTo>
                    <a:pt x="562" y="641"/>
                  </a:lnTo>
                  <a:lnTo>
                    <a:pt x="562" y="69"/>
                  </a:lnTo>
                  <a:lnTo>
                    <a:pt x="562" y="63"/>
                  </a:lnTo>
                  <a:lnTo>
                    <a:pt x="561" y="55"/>
                  </a:lnTo>
                  <a:lnTo>
                    <a:pt x="558" y="49"/>
                  </a:lnTo>
                  <a:lnTo>
                    <a:pt x="556" y="42"/>
                  </a:lnTo>
                  <a:lnTo>
                    <a:pt x="553" y="37"/>
                  </a:lnTo>
                  <a:lnTo>
                    <a:pt x="550" y="31"/>
                  </a:lnTo>
                  <a:lnTo>
                    <a:pt x="545" y="25"/>
                  </a:lnTo>
                  <a:lnTo>
                    <a:pt x="541" y="21"/>
                  </a:lnTo>
                  <a:lnTo>
                    <a:pt x="536" y="16"/>
                  </a:lnTo>
                  <a:lnTo>
                    <a:pt x="530" y="12"/>
                  </a:lnTo>
                  <a:lnTo>
                    <a:pt x="525" y="8"/>
                  </a:lnTo>
                  <a:lnTo>
                    <a:pt x="519" y="6"/>
                  </a:lnTo>
                  <a:lnTo>
                    <a:pt x="512" y="4"/>
                  </a:lnTo>
                  <a:lnTo>
                    <a:pt x="506" y="2"/>
                  </a:lnTo>
                  <a:lnTo>
                    <a:pt x="499" y="0"/>
                  </a:lnTo>
                  <a:lnTo>
                    <a:pt x="492" y="0"/>
                  </a:lnTo>
                  <a:close/>
                  <a:moveTo>
                    <a:pt x="534" y="641"/>
                  </a:moveTo>
                  <a:lnTo>
                    <a:pt x="533" y="650"/>
                  </a:lnTo>
                  <a:lnTo>
                    <a:pt x="530" y="659"/>
                  </a:lnTo>
                  <a:lnTo>
                    <a:pt x="526" y="665"/>
                  </a:lnTo>
                  <a:lnTo>
                    <a:pt x="522" y="671"/>
                  </a:lnTo>
                  <a:lnTo>
                    <a:pt x="515" y="677"/>
                  </a:lnTo>
                  <a:lnTo>
                    <a:pt x="508" y="680"/>
                  </a:lnTo>
                  <a:lnTo>
                    <a:pt x="500" y="682"/>
                  </a:lnTo>
                  <a:lnTo>
                    <a:pt x="492" y="683"/>
                  </a:lnTo>
                  <a:lnTo>
                    <a:pt x="70" y="683"/>
                  </a:lnTo>
                  <a:lnTo>
                    <a:pt x="62" y="682"/>
                  </a:lnTo>
                  <a:lnTo>
                    <a:pt x="54" y="680"/>
                  </a:lnTo>
                  <a:lnTo>
                    <a:pt x="47" y="677"/>
                  </a:lnTo>
                  <a:lnTo>
                    <a:pt x="40" y="671"/>
                  </a:lnTo>
                  <a:lnTo>
                    <a:pt x="36" y="665"/>
                  </a:lnTo>
                  <a:lnTo>
                    <a:pt x="32" y="659"/>
                  </a:lnTo>
                  <a:lnTo>
                    <a:pt x="29" y="650"/>
                  </a:lnTo>
                  <a:lnTo>
                    <a:pt x="28" y="641"/>
                  </a:lnTo>
                  <a:lnTo>
                    <a:pt x="29" y="634"/>
                  </a:lnTo>
                  <a:lnTo>
                    <a:pt x="32" y="625"/>
                  </a:lnTo>
                  <a:lnTo>
                    <a:pt x="36" y="619"/>
                  </a:lnTo>
                  <a:lnTo>
                    <a:pt x="40" y="612"/>
                  </a:lnTo>
                  <a:lnTo>
                    <a:pt x="47" y="607"/>
                  </a:lnTo>
                  <a:lnTo>
                    <a:pt x="54" y="604"/>
                  </a:lnTo>
                  <a:lnTo>
                    <a:pt x="62" y="601"/>
                  </a:lnTo>
                  <a:lnTo>
                    <a:pt x="70" y="601"/>
                  </a:lnTo>
                  <a:lnTo>
                    <a:pt x="492" y="601"/>
                  </a:lnTo>
                  <a:lnTo>
                    <a:pt x="504" y="600"/>
                  </a:lnTo>
                  <a:lnTo>
                    <a:pt x="514" y="596"/>
                  </a:lnTo>
                  <a:lnTo>
                    <a:pt x="524" y="592"/>
                  </a:lnTo>
                  <a:lnTo>
                    <a:pt x="534" y="587"/>
                  </a:lnTo>
                  <a:lnTo>
                    <a:pt x="533" y="594"/>
                  </a:lnTo>
                  <a:lnTo>
                    <a:pt x="530" y="603"/>
                  </a:lnTo>
                  <a:lnTo>
                    <a:pt x="526" y="609"/>
                  </a:lnTo>
                  <a:lnTo>
                    <a:pt x="522" y="616"/>
                  </a:lnTo>
                  <a:lnTo>
                    <a:pt x="515" y="621"/>
                  </a:lnTo>
                  <a:lnTo>
                    <a:pt x="508" y="624"/>
                  </a:lnTo>
                  <a:lnTo>
                    <a:pt x="500" y="627"/>
                  </a:lnTo>
                  <a:lnTo>
                    <a:pt x="492" y="627"/>
                  </a:lnTo>
                  <a:lnTo>
                    <a:pt x="140" y="627"/>
                  </a:lnTo>
                  <a:lnTo>
                    <a:pt x="135" y="629"/>
                  </a:lnTo>
                  <a:lnTo>
                    <a:pt x="130" y="632"/>
                  </a:lnTo>
                  <a:lnTo>
                    <a:pt x="127" y="636"/>
                  </a:lnTo>
                  <a:lnTo>
                    <a:pt x="126" y="641"/>
                  </a:lnTo>
                  <a:lnTo>
                    <a:pt x="127" y="647"/>
                  </a:lnTo>
                  <a:lnTo>
                    <a:pt x="130" y="651"/>
                  </a:lnTo>
                  <a:lnTo>
                    <a:pt x="135" y="654"/>
                  </a:lnTo>
                  <a:lnTo>
                    <a:pt x="140" y="655"/>
                  </a:lnTo>
                  <a:lnTo>
                    <a:pt x="492" y="655"/>
                  </a:lnTo>
                  <a:lnTo>
                    <a:pt x="504" y="654"/>
                  </a:lnTo>
                  <a:lnTo>
                    <a:pt x="514" y="652"/>
                  </a:lnTo>
                  <a:lnTo>
                    <a:pt x="524" y="648"/>
                  </a:lnTo>
                  <a:lnTo>
                    <a:pt x="534" y="641"/>
                  </a:lnTo>
                  <a:lnTo>
                    <a:pt x="534" y="6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0" name="Freeform 118">
              <a:extLst>
                <a:ext uri="{FF2B5EF4-FFF2-40B4-BE49-F238E27FC236}">
                  <a16:creationId xmlns:a16="http://schemas.microsoft.com/office/drawing/2014/main" id="{35346D23-B28E-4C90-9117-2CF38310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288" y="2128838"/>
              <a:ext cx="14288" cy="14288"/>
            </a:xfrm>
            <a:custGeom>
              <a:avLst/>
              <a:gdLst>
                <a:gd name="T0" fmla="*/ 23 w 27"/>
                <a:gd name="T1" fmla="*/ 3 h 27"/>
                <a:gd name="T2" fmla="*/ 18 w 27"/>
                <a:gd name="T3" fmla="*/ 1 h 27"/>
                <a:gd name="T4" fmla="*/ 14 w 27"/>
                <a:gd name="T5" fmla="*/ 0 h 27"/>
                <a:gd name="T6" fmla="*/ 8 w 27"/>
                <a:gd name="T7" fmla="*/ 1 h 27"/>
                <a:gd name="T8" fmla="*/ 3 w 27"/>
                <a:gd name="T9" fmla="*/ 3 h 27"/>
                <a:gd name="T10" fmla="*/ 1 w 27"/>
                <a:gd name="T11" fmla="*/ 8 h 27"/>
                <a:gd name="T12" fmla="*/ 0 w 27"/>
                <a:gd name="T13" fmla="*/ 13 h 27"/>
                <a:gd name="T14" fmla="*/ 1 w 27"/>
                <a:gd name="T15" fmla="*/ 19 h 27"/>
                <a:gd name="T16" fmla="*/ 3 w 27"/>
                <a:gd name="T17" fmla="*/ 23 h 27"/>
                <a:gd name="T18" fmla="*/ 8 w 27"/>
                <a:gd name="T19" fmla="*/ 26 h 27"/>
                <a:gd name="T20" fmla="*/ 14 w 27"/>
                <a:gd name="T21" fmla="*/ 27 h 27"/>
                <a:gd name="T22" fmla="*/ 18 w 27"/>
                <a:gd name="T23" fmla="*/ 26 h 27"/>
                <a:gd name="T24" fmla="*/ 23 w 27"/>
                <a:gd name="T25" fmla="*/ 23 h 27"/>
                <a:gd name="T26" fmla="*/ 26 w 27"/>
                <a:gd name="T27" fmla="*/ 19 h 27"/>
                <a:gd name="T28" fmla="*/ 27 w 27"/>
                <a:gd name="T29" fmla="*/ 13 h 27"/>
                <a:gd name="T30" fmla="*/ 26 w 27"/>
                <a:gd name="T31" fmla="*/ 8 h 27"/>
                <a:gd name="T32" fmla="*/ 23 w 27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7">
                  <a:moveTo>
                    <a:pt x="23" y="3"/>
                  </a:moveTo>
                  <a:lnTo>
                    <a:pt x="18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3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8" y="26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7" y="13"/>
                  </a:lnTo>
                  <a:lnTo>
                    <a:pt x="26" y="8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1" name="Freeform 119">
              <a:extLst>
                <a:ext uri="{FF2B5EF4-FFF2-40B4-BE49-F238E27FC236}">
                  <a16:creationId xmlns:a16="http://schemas.microsoft.com/office/drawing/2014/main" id="{11B05282-42E8-48DD-80A4-3D0CFE2B7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2513" y="1852613"/>
              <a:ext cx="176213" cy="177800"/>
            </a:xfrm>
            <a:custGeom>
              <a:avLst/>
              <a:gdLst>
                <a:gd name="T0" fmla="*/ 264 w 333"/>
                <a:gd name="T1" fmla="*/ 177 h 335"/>
                <a:gd name="T2" fmla="*/ 241 w 333"/>
                <a:gd name="T3" fmla="*/ 170 h 335"/>
                <a:gd name="T4" fmla="*/ 219 w 333"/>
                <a:gd name="T5" fmla="*/ 177 h 335"/>
                <a:gd name="T6" fmla="*/ 193 w 333"/>
                <a:gd name="T7" fmla="*/ 201 h 335"/>
                <a:gd name="T8" fmla="*/ 185 w 333"/>
                <a:gd name="T9" fmla="*/ 199 h 335"/>
                <a:gd name="T10" fmla="*/ 133 w 333"/>
                <a:gd name="T11" fmla="*/ 144 h 335"/>
                <a:gd name="T12" fmla="*/ 152 w 333"/>
                <a:gd name="T13" fmla="*/ 122 h 335"/>
                <a:gd name="T14" fmla="*/ 163 w 333"/>
                <a:gd name="T15" fmla="*/ 101 h 335"/>
                <a:gd name="T16" fmla="*/ 161 w 333"/>
                <a:gd name="T17" fmla="*/ 77 h 335"/>
                <a:gd name="T18" fmla="*/ 99 w 333"/>
                <a:gd name="T19" fmla="*/ 12 h 335"/>
                <a:gd name="T20" fmla="*/ 77 w 333"/>
                <a:gd name="T21" fmla="*/ 0 h 335"/>
                <a:gd name="T22" fmla="*/ 52 w 333"/>
                <a:gd name="T23" fmla="*/ 4 h 335"/>
                <a:gd name="T24" fmla="*/ 28 w 333"/>
                <a:gd name="T25" fmla="*/ 30 h 335"/>
                <a:gd name="T26" fmla="*/ 9 w 333"/>
                <a:gd name="T27" fmla="*/ 61 h 335"/>
                <a:gd name="T28" fmla="*/ 0 w 333"/>
                <a:gd name="T29" fmla="*/ 95 h 335"/>
                <a:gd name="T30" fmla="*/ 1 w 333"/>
                <a:gd name="T31" fmla="*/ 131 h 335"/>
                <a:gd name="T32" fmla="*/ 10 w 333"/>
                <a:gd name="T33" fmla="*/ 165 h 335"/>
                <a:gd name="T34" fmla="*/ 30 w 333"/>
                <a:gd name="T35" fmla="*/ 196 h 335"/>
                <a:gd name="T36" fmla="*/ 139 w 333"/>
                <a:gd name="T37" fmla="*/ 305 h 335"/>
                <a:gd name="T38" fmla="*/ 172 w 333"/>
                <a:gd name="T39" fmla="*/ 325 h 335"/>
                <a:gd name="T40" fmla="*/ 210 w 333"/>
                <a:gd name="T41" fmla="*/ 334 h 335"/>
                <a:gd name="T42" fmla="*/ 244 w 333"/>
                <a:gd name="T43" fmla="*/ 333 h 335"/>
                <a:gd name="T44" fmla="*/ 275 w 333"/>
                <a:gd name="T45" fmla="*/ 324 h 335"/>
                <a:gd name="T46" fmla="*/ 304 w 333"/>
                <a:gd name="T47" fmla="*/ 307 h 335"/>
                <a:gd name="T48" fmla="*/ 329 w 333"/>
                <a:gd name="T49" fmla="*/ 282 h 335"/>
                <a:gd name="T50" fmla="*/ 333 w 333"/>
                <a:gd name="T51" fmla="*/ 256 h 335"/>
                <a:gd name="T52" fmla="*/ 322 w 333"/>
                <a:gd name="T53" fmla="*/ 234 h 335"/>
                <a:gd name="T54" fmla="*/ 304 w 333"/>
                <a:gd name="T55" fmla="*/ 269 h 335"/>
                <a:gd name="T56" fmla="*/ 287 w 333"/>
                <a:gd name="T57" fmla="*/ 284 h 335"/>
                <a:gd name="T58" fmla="*/ 261 w 333"/>
                <a:gd name="T59" fmla="*/ 299 h 335"/>
                <a:gd name="T60" fmla="*/ 235 w 333"/>
                <a:gd name="T61" fmla="*/ 306 h 335"/>
                <a:gd name="T62" fmla="*/ 207 w 333"/>
                <a:gd name="T63" fmla="*/ 306 h 335"/>
                <a:gd name="T64" fmla="*/ 180 w 333"/>
                <a:gd name="T65" fmla="*/ 298 h 335"/>
                <a:gd name="T66" fmla="*/ 155 w 333"/>
                <a:gd name="T67" fmla="*/ 283 h 335"/>
                <a:gd name="T68" fmla="*/ 51 w 333"/>
                <a:gd name="T69" fmla="*/ 178 h 335"/>
                <a:gd name="T70" fmla="*/ 36 w 333"/>
                <a:gd name="T71" fmla="*/ 153 h 335"/>
                <a:gd name="T72" fmla="*/ 28 w 333"/>
                <a:gd name="T73" fmla="*/ 127 h 335"/>
                <a:gd name="T74" fmla="*/ 28 w 333"/>
                <a:gd name="T75" fmla="*/ 99 h 335"/>
                <a:gd name="T76" fmla="*/ 35 w 333"/>
                <a:gd name="T77" fmla="*/ 72 h 335"/>
                <a:gd name="T78" fmla="*/ 49 w 333"/>
                <a:gd name="T79" fmla="*/ 47 h 335"/>
                <a:gd name="T80" fmla="*/ 65 w 333"/>
                <a:gd name="T81" fmla="*/ 29 h 335"/>
                <a:gd name="T82" fmla="*/ 73 w 333"/>
                <a:gd name="T83" fmla="*/ 28 h 335"/>
                <a:gd name="T84" fmla="*/ 80 w 333"/>
                <a:gd name="T85" fmla="*/ 31 h 335"/>
                <a:gd name="T86" fmla="*/ 136 w 333"/>
                <a:gd name="T87" fmla="*/ 93 h 335"/>
                <a:gd name="T88" fmla="*/ 116 w 333"/>
                <a:gd name="T89" fmla="*/ 119 h 335"/>
                <a:gd name="T90" fmla="*/ 106 w 333"/>
                <a:gd name="T91" fmla="*/ 137 h 335"/>
                <a:gd name="T92" fmla="*/ 108 w 333"/>
                <a:gd name="T93" fmla="*/ 157 h 335"/>
                <a:gd name="T94" fmla="*/ 166 w 333"/>
                <a:gd name="T95" fmla="*/ 219 h 335"/>
                <a:gd name="T96" fmla="*/ 183 w 333"/>
                <a:gd name="T97" fmla="*/ 228 h 335"/>
                <a:gd name="T98" fmla="*/ 204 w 333"/>
                <a:gd name="T99" fmla="*/ 226 h 335"/>
                <a:gd name="T100" fmla="*/ 231 w 333"/>
                <a:gd name="T101" fmla="*/ 202 h 335"/>
                <a:gd name="T102" fmla="*/ 245 w 333"/>
                <a:gd name="T103" fmla="*/ 199 h 335"/>
                <a:gd name="T104" fmla="*/ 304 w 333"/>
                <a:gd name="T105" fmla="*/ 255 h 335"/>
                <a:gd name="T106" fmla="*/ 307 w 333"/>
                <a:gd name="T107" fmla="*/ 26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" h="335">
                  <a:moveTo>
                    <a:pt x="322" y="234"/>
                  </a:moveTo>
                  <a:lnTo>
                    <a:pt x="270" y="182"/>
                  </a:lnTo>
                  <a:lnTo>
                    <a:pt x="264" y="177"/>
                  </a:lnTo>
                  <a:lnTo>
                    <a:pt x="256" y="173"/>
                  </a:lnTo>
                  <a:lnTo>
                    <a:pt x="249" y="171"/>
                  </a:lnTo>
                  <a:lnTo>
                    <a:pt x="241" y="170"/>
                  </a:lnTo>
                  <a:lnTo>
                    <a:pt x="233" y="171"/>
                  </a:lnTo>
                  <a:lnTo>
                    <a:pt x="225" y="173"/>
                  </a:lnTo>
                  <a:lnTo>
                    <a:pt x="219" y="177"/>
                  </a:lnTo>
                  <a:lnTo>
                    <a:pt x="212" y="182"/>
                  </a:lnTo>
                  <a:lnTo>
                    <a:pt x="195" y="199"/>
                  </a:lnTo>
                  <a:lnTo>
                    <a:pt x="193" y="201"/>
                  </a:lnTo>
                  <a:lnTo>
                    <a:pt x="191" y="201"/>
                  </a:lnTo>
                  <a:lnTo>
                    <a:pt x="189" y="201"/>
                  </a:lnTo>
                  <a:lnTo>
                    <a:pt x="185" y="199"/>
                  </a:lnTo>
                  <a:lnTo>
                    <a:pt x="135" y="148"/>
                  </a:lnTo>
                  <a:lnTo>
                    <a:pt x="134" y="146"/>
                  </a:lnTo>
                  <a:lnTo>
                    <a:pt x="133" y="144"/>
                  </a:lnTo>
                  <a:lnTo>
                    <a:pt x="134" y="141"/>
                  </a:lnTo>
                  <a:lnTo>
                    <a:pt x="135" y="138"/>
                  </a:lnTo>
                  <a:lnTo>
                    <a:pt x="152" y="122"/>
                  </a:lnTo>
                  <a:lnTo>
                    <a:pt x="157" y="116"/>
                  </a:lnTo>
                  <a:lnTo>
                    <a:pt x="161" y="108"/>
                  </a:lnTo>
                  <a:lnTo>
                    <a:pt x="163" y="101"/>
                  </a:lnTo>
                  <a:lnTo>
                    <a:pt x="164" y="93"/>
                  </a:lnTo>
                  <a:lnTo>
                    <a:pt x="163" y="85"/>
                  </a:lnTo>
                  <a:lnTo>
                    <a:pt x="161" y="77"/>
                  </a:lnTo>
                  <a:lnTo>
                    <a:pt x="157" y="71"/>
                  </a:lnTo>
                  <a:lnTo>
                    <a:pt x="152" y="64"/>
                  </a:lnTo>
                  <a:lnTo>
                    <a:pt x="99" y="12"/>
                  </a:lnTo>
                  <a:lnTo>
                    <a:pt x="93" y="6"/>
                  </a:lnTo>
                  <a:lnTo>
                    <a:pt x="86" y="2"/>
                  </a:lnTo>
                  <a:lnTo>
                    <a:pt x="77" y="0"/>
                  </a:lnTo>
                  <a:lnTo>
                    <a:pt x="68" y="0"/>
                  </a:lnTo>
                  <a:lnTo>
                    <a:pt x="60" y="1"/>
                  </a:lnTo>
                  <a:lnTo>
                    <a:pt x="52" y="4"/>
                  </a:lnTo>
                  <a:lnTo>
                    <a:pt x="45" y="10"/>
                  </a:lnTo>
                  <a:lnTo>
                    <a:pt x="38" y="16"/>
                  </a:lnTo>
                  <a:lnTo>
                    <a:pt x="28" y="30"/>
                  </a:lnTo>
                  <a:lnTo>
                    <a:pt x="20" y="40"/>
                  </a:lnTo>
                  <a:lnTo>
                    <a:pt x="14" y="50"/>
                  </a:lnTo>
                  <a:lnTo>
                    <a:pt x="9" y="61"/>
                  </a:lnTo>
                  <a:lnTo>
                    <a:pt x="5" y="73"/>
                  </a:lnTo>
                  <a:lnTo>
                    <a:pt x="2" y="85"/>
                  </a:lnTo>
                  <a:lnTo>
                    <a:pt x="0" y="95"/>
                  </a:lnTo>
                  <a:lnTo>
                    <a:pt x="0" y="107"/>
                  </a:lnTo>
                  <a:lnTo>
                    <a:pt x="0" y="119"/>
                  </a:lnTo>
                  <a:lnTo>
                    <a:pt x="1" y="131"/>
                  </a:lnTo>
                  <a:lnTo>
                    <a:pt x="3" y="143"/>
                  </a:lnTo>
                  <a:lnTo>
                    <a:pt x="6" y="155"/>
                  </a:lnTo>
                  <a:lnTo>
                    <a:pt x="10" y="165"/>
                  </a:lnTo>
                  <a:lnTo>
                    <a:pt x="16" y="176"/>
                  </a:lnTo>
                  <a:lnTo>
                    <a:pt x="22" y="187"/>
                  </a:lnTo>
                  <a:lnTo>
                    <a:pt x="30" y="196"/>
                  </a:lnTo>
                  <a:lnTo>
                    <a:pt x="38" y="205"/>
                  </a:lnTo>
                  <a:lnTo>
                    <a:pt x="128" y="296"/>
                  </a:lnTo>
                  <a:lnTo>
                    <a:pt x="139" y="305"/>
                  </a:lnTo>
                  <a:lnTo>
                    <a:pt x="150" y="313"/>
                  </a:lnTo>
                  <a:lnTo>
                    <a:pt x="161" y="320"/>
                  </a:lnTo>
                  <a:lnTo>
                    <a:pt x="172" y="325"/>
                  </a:lnTo>
                  <a:lnTo>
                    <a:pt x="184" y="329"/>
                  </a:lnTo>
                  <a:lnTo>
                    <a:pt x="197" y="333"/>
                  </a:lnTo>
                  <a:lnTo>
                    <a:pt x="210" y="334"/>
                  </a:lnTo>
                  <a:lnTo>
                    <a:pt x="222" y="335"/>
                  </a:lnTo>
                  <a:lnTo>
                    <a:pt x="234" y="335"/>
                  </a:lnTo>
                  <a:lnTo>
                    <a:pt x="244" y="333"/>
                  </a:lnTo>
                  <a:lnTo>
                    <a:pt x="254" y="331"/>
                  </a:lnTo>
                  <a:lnTo>
                    <a:pt x="265" y="327"/>
                  </a:lnTo>
                  <a:lnTo>
                    <a:pt x="275" y="324"/>
                  </a:lnTo>
                  <a:lnTo>
                    <a:pt x="285" y="319"/>
                  </a:lnTo>
                  <a:lnTo>
                    <a:pt x="295" y="313"/>
                  </a:lnTo>
                  <a:lnTo>
                    <a:pt x="304" y="307"/>
                  </a:lnTo>
                  <a:lnTo>
                    <a:pt x="318" y="295"/>
                  </a:lnTo>
                  <a:lnTo>
                    <a:pt x="325" y="290"/>
                  </a:lnTo>
                  <a:lnTo>
                    <a:pt x="329" y="282"/>
                  </a:lnTo>
                  <a:lnTo>
                    <a:pt x="332" y="274"/>
                  </a:lnTo>
                  <a:lnTo>
                    <a:pt x="333" y="265"/>
                  </a:lnTo>
                  <a:lnTo>
                    <a:pt x="333" y="256"/>
                  </a:lnTo>
                  <a:lnTo>
                    <a:pt x="331" y="249"/>
                  </a:lnTo>
                  <a:lnTo>
                    <a:pt x="327" y="240"/>
                  </a:lnTo>
                  <a:lnTo>
                    <a:pt x="322" y="234"/>
                  </a:lnTo>
                  <a:close/>
                  <a:moveTo>
                    <a:pt x="307" y="264"/>
                  </a:moveTo>
                  <a:lnTo>
                    <a:pt x="305" y="266"/>
                  </a:lnTo>
                  <a:lnTo>
                    <a:pt x="304" y="269"/>
                  </a:lnTo>
                  <a:lnTo>
                    <a:pt x="303" y="272"/>
                  </a:lnTo>
                  <a:lnTo>
                    <a:pt x="301" y="274"/>
                  </a:lnTo>
                  <a:lnTo>
                    <a:pt x="287" y="284"/>
                  </a:lnTo>
                  <a:lnTo>
                    <a:pt x="279" y="291"/>
                  </a:lnTo>
                  <a:lnTo>
                    <a:pt x="270" y="295"/>
                  </a:lnTo>
                  <a:lnTo>
                    <a:pt x="261" y="299"/>
                  </a:lnTo>
                  <a:lnTo>
                    <a:pt x="253" y="303"/>
                  </a:lnTo>
                  <a:lnTo>
                    <a:pt x="244" y="305"/>
                  </a:lnTo>
                  <a:lnTo>
                    <a:pt x="235" y="306"/>
                  </a:lnTo>
                  <a:lnTo>
                    <a:pt x="225" y="307"/>
                  </a:lnTo>
                  <a:lnTo>
                    <a:pt x="216" y="307"/>
                  </a:lnTo>
                  <a:lnTo>
                    <a:pt x="207" y="306"/>
                  </a:lnTo>
                  <a:lnTo>
                    <a:pt x="197" y="304"/>
                  </a:lnTo>
                  <a:lnTo>
                    <a:pt x="189" y="302"/>
                  </a:lnTo>
                  <a:lnTo>
                    <a:pt x="180" y="298"/>
                  </a:lnTo>
                  <a:lnTo>
                    <a:pt x="171" y="294"/>
                  </a:lnTo>
                  <a:lnTo>
                    <a:pt x="164" y="289"/>
                  </a:lnTo>
                  <a:lnTo>
                    <a:pt x="155" y="283"/>
                  </a:lnTo>
                  <a:lnTo>
                    <a:pt x="149" y="277"/>
                  </a:lnTo>
                  <a:lnTo>
                    <a:pt x="58" y="186"/>
                  </a:lnTo>
                  <a:lnTo>
                    <a:pt x="51" y="178"/>
                  </a:lnTo>
                  <a:lnTo>
                    <a:pt x="45" y="171"/>
                  </a:lnTo>
                  <a:lnTo>
                    <a:pt x="40" y="162"/>
                  </a:lnTo>
                  <a:lnTo>
                    <a:pt x="36" y="153"/>
                  </a:lnTo>
                  <a:lnTo>
                    <a:pt x="33" y="145"/>
                  </a:lnTo>
                  <a:lnTo>
                    <a:pt x="30" y="136"/>
                  </a:lnTo>
                  <a:lnTo>
                    <a:pt x="28" y="127"/>
                  </a:lnTo>
                  <a:lnTo>
                    <a:pt x="28" y="118"/>
                  </a:lnTo>
                  <a:lnTo>
                    <a:pt x="27" y="108"/>
                  </a:lnTo>
                  <a:lnTo>
                    <a:pt x="28" y="99"/>
                  </a:lnTo>
                  <a:lnTo>
                    <a:pt x="29" y="90"/>
                  </a:lnTo>
                  <a:lnTo>
                    <a:pt x="32" y="80"/>
                  </a:lnTo>
                  <a:lnTo>
                    <a:pt x="35" y="72"/>
                  </a:lnTo>
                  <a:lnTo>
                    <a:pt x="38" y="63"/>
                  </a:lnTo>
                  <a:lnTo>
                    <a:pt x="44" y="55"/>
                  </a:lnTo>
                  <a:lnTo>
                    <a:pt x="49" y="47"/>
                  </a:lnTo>
                  <a:lnTo>
                    <a:pt x="61" y="33"/>
                  </a:lnTo>
                  <a:lnTo>
                    <a:pt x="62" y="31"/>
                  </a:lnTo>
                  <a:lnTo>
                    <a:pt x="65" y="29"/>
                  </a:lnTo>
                  <a:lnTo>
                    <a:pt x="67" y="28"/>
                  </a:lnTo>
                  <a:lnTo>
                    <a:pt x="71" y="28"/>
                  </a:lnTo>
                  <a:lnTo>
                    <a:pt x="73" y="28"/>
                  </a:lnTo>
                  <a:lnTo>
                    <a:pt x="76" y="29"/>
                  </a:lnTo>
                  <a:lnTo>
                    <a:pt x="78" y="30"/>
                  </a:lnTo>
                  <a:lnTo>
                    <a:pt x="80" y="31"/>
                  </a:lnTo>
                  <a:lnTo>
                    <a:pt x="132" y="84"/>
                  </a:lnTo>
                  <a:lnTo>
                    <a:pt x="135" y="88"/>
                  </a:lnTo>
                  <a:lnTo>
                    <a:pt x="136" y="93"/>
                  </a:lnTo>
                  <a:lnTo>
                    <a:pt x="135" y="98"/>
                  </a:lnTo>
                  <a:lnTo>
                    <a:pt x="132" y="102"/>
                  </a:lnTo>
                  <a:lnTo>
                    <a:pt x="116" y="119"/>
                  </a:lnTo>
                  <a:lnTo>
                    <a:pt x="111" y="124"/>
                  </a:lnTo>
                  <a:lnTo>
                    <a:pt x="108" y="131"/>
                  </a:lnTo>
                  <a:lnTo>
                    <a:pt x="106" y="137"/>
                  </a:lnTo>
                  <a:lnTo>
                    <a:pt x="105" y="144"/>
                  </a:lnTo>
                  <a:lnTo>
                    <a:pt x="106" y="150"/>
                  </a:lnTo>
                  <a:lnTo>
                    <a:pt x="108" y="157"/>
                  </a:lnTo>
                  <a:lnTo>
                    <a:pt x="111" y="162"/>
                  </a:lnTo>
                  <a:lnTo>
                    <a:pt x="116" y="167"/>
                  </a:lnTo>
                  <a:lnTo>
                    <a:pt x="166" y="219"/>
                  </a:lnTo>
                  <a:lnTo>
                    <a:pt x="171" y="223"/>
                  </a:lnTo>
                  <a:lnTo>
                    <a:pt x="177" y="226"/>
                  </a:lnTo>
                  <a:lnTo>
                    <a:pt x="183" y="228"/>
                  </a:lnTo>
                  <a:lnTo>
                    <a:pt x="191" y="229"/>
                  </a:lnTo>
                  <a:lnTo>
                    <a:pt x="197" y="228"/>
                  </a:lnTo>
                  <a:lnTo>
                    <a:pt x="204" y="226"/>
                  </a:lnTo>
                  <a:lnTo>
                    <a:pt x="209" y="223"/>
                  </a:lnTo>
                  <a:lnTo>
                    <a:pt x="214" y="219"/>
                  </a:lnTo>
                  <a:lnTo>
                    <a:pt x="231" y="202"/>
                  </a:lnTo>
                  <a:lnTo>
                    <a:pt x="236" y="199"/>
                  </a:lnTo>
                  <a:lnTo>
                    <a:pt x="241" y="197"/>
                  </a:lnTo>
                  <a:lnTo>
                    <a:pt x="245" y="199"/>
                  </a:lnTo>
                  <a:lnTo>
                    <a:pt x="251" y="202"/>
                  </a:lnTo>
                  <a:lnTo>
                    <a:pt x="302" y="253"/>
                  </a:lnTo>
                  <a:lnTo>
                    <a:pt x="304" y="255"/>
                  </a:lnTo>
                  <a:lnTo>
                    <a:pt x="305" y="259"/>
                  </a:lnTo>
                  <a:lnTo>
                    <a:pt x="305" y="261"/>
                  </a:lnTo>
                  <a:lnTo>
                    <a:pt x="307" y="2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60FE90C-D53A-4933-B5C2-1481F9AB0CDD}"/>
              </a:ext>
            </a:extLst>
          </p:cNvPr>
          <p:cNvGrpSpPr/>
          <p:nvPr/>
        </p:nvGrpSpPr>
        <p:grpSpPr>
          <a:xfrm>
            <a:off x="3489326" y="1090613"/>
            <a:ext cx="376238" cy="322263"/>
            <a:chOff x="3489326" y="1090613"/>
            <a:chExt cx="376238" cy="322263"/>
          </a:xfrm>
          <a:solidFill>
            <a:schemeClr val="bg1"/>
          </a:solidFill>
        </p:grpSpPr>
        <p:sp>
          <p:nvSpPr>
            <p:cNvPr id="392" name="Freeform 120">
              <a:extLst>
                <a:ext uri="{FF2B5EF4-FFF2-40B4-BE49-F238E27FC236}">
                  <a16:creationId xmlns:a16="http://schemas.microsoft.com/office/drawing/2014/main" id="{3B2CDA58-1045-4616-9637-AA77EA0F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6" y="1090613"/>
              <a:ext cx="376238" cy="322263"/>
            </a:xfrm>
            <a:custGeom>
              <a:avLst/>
              <a:gdLst>
                <a:gd name="T0" fmla="*/ 671 w 712"/>
                <a:gd name="T1" fmla="*/ 99 h 609"/>
                <a:gd name="T2" fmla="*/ 654 w 712"/>
                <a:gd name="T3" fmla="*/ 94 h 609"/>
                <a:gd name="T4" fmla="*/ 485 w 712"/>
                <a:gd name="T5" fmla="*/ 183 h 609"/>
                <a:gd name="T6" fmla="*/ 681 w 712"/>
                <a:gd name="T7" fmla="*/ 357 h 609"/>
                <a:gd name="T8" fmla="*/ 677 w 712"/>
                <a:gd name="T9" fmla="*/ 436 h 609"/>
                <a:gd name="T10" fmla="*/ 625 w 712"/>
                <a:gd name="T11" fmla="*/ 523 h 609"/>
                <a:gd name="T12" fmla="*/ 528 w 712"/>
                <a:gd name="T13" fmla="*/ 571 h 609"/>
                <a:gd name="T14" fmla="*/ 422 w 712"/>
                <a:gd name="T15" fmla="*/ 556 h 609"/>
                <a:gd name="T16" fmla="*/ 593 w 712"/>
                <a:gd name="T17" fmla="*/ 481 h 609"/>
                <a:gd name="T18" fmla="*/ 597 w 712"/>
                <a:gd name="T19" fmla="*/ 456 h 609"/>
                <a:gd name="T20" fmla="*/ 486 w 712"/>
                <a:gd name="T21" fmla="*/ 439 h 609"/>
                <a:gd name="T22" fmla="*/ 614 w 712"/>
                <a:gd name="T23" fmla="*/ 374 h 609"/>
                <a:gd name="T24" fmla="*/ 545 w 712"/>
                <a:gd name="T25" fmla="*/ 333 h 609"/>
                <a:gd name="T26" fmla="*/ 618 w 712"/>
                <a:gd name="T27" fmla="*/ 293 h 609"/>
                <a:gd name="T28" fmla="*/ 597 w 712"/>
                <a:gd name="T29" fmla="*/ 243 h 609"/>
                <a:gd name="T30" fmla="*/ 574 w 712"/>
                <a:gd name="T31" fmla="*/ 230 h 609"/>
                <a:gd name="T32" fmla="*/ 520 w 712"/>
                <a:gd name="T33" fmla="*/ 236 h 609"/>
                <a:gd name="T34" fmla="*/ 522 w 712"/>
                <a:gd name="T35" fmla="*/ 319 h 609"/>
                <a:gd name="T36" fmla="*/ 491 w 712"/>
                <a:gd name="T37" fmla="*/ 268 h 609"/>
                <a:gd name="T38" fmla="*/ 432 w 712"/>
                <a:gd name="T39" fmla="*/ 171 h 609"/>
                <a:gd name="T40" fmla="*/ 343 w 712"/>
                <a:gd name="T41" fmla="*/ 113 h 609"/>
                <a:gd name="T42" fmla="*/ 261 w 712"/>
                <a:gd name="T43" fmla="*/ 96 h 609"/>
                <a:gd name="T44" fmla="*/ 332 w 712"/>
                <a:gd name="T45" fmla="*/ 139 h 609"/>
                <a:gd name="T46" fmla="*/ 411 w 712"/>
                <a:gd name="T47" fmla="*/ 191 h 609"/>
                <a:gd name="T48" fmla="*/ 461 w 712"/>
                <a:gd name="T49" fmla="*/ 266 h 609"/>
                <a:gd name="T50" fmla="*/ 475 w 712"/>
                <a:gd name="T51" fmla="*/ 373 h 609"/>
                <a:gd name="T52" fmla="*/ 445 w 712"/>
                <a:gd name="T53" fmla="*/ 462 h 609"/>
                <a:gd name="T54" fmla="*/ 352 w 712"/>
                <a:gd name="T55" fmla="*/ 494 h 609"/>
                <a:gd name="T56" fmla="*/ 388 w 712"/>
                <a:gd name="T57" fmla="*/ 288 h 609"/>
                <a:gd name="T58" fmla="*/ 317 w 712"/>
                <a:gd name="T59" fmla="*/ 240 h 609"/>
                <a:gd name="T60" fmla="*/ 296 w 712"/>
                <a:gd name="T61" fmla="*/ 224 h 609"/>
                <a:gd name="T62" fmla="*/ 243 w 712"/>
                <a:gd name="T63" fmla="*/ 183 h 609"/>
                <a:gd name="T64" fmla="*/ 218 w 712"/>
                <a:gd name="T65" fmla="*/ 175 h 609"/>
                <a:gd name="T66" fmla="*/ 149 w 712"/>
                <a:gd name="T67" fmla="*/ 159 h 609"/>
                <a:gd name="T68" fmla="*/ 177 w 712"/>
                <a:gd name="T69" fmla="*/ 246 h 609"/>
                <a:gd name="T70" fmla="*/ 108 w 712"/>
                <a:gd name="T71" fmla="*/ 248 h 609"/>
                <a:gd name="T72" fmla="*/ 133 w 712"/>
                <a:gd name="T73" fmla="*/ 323 h 609"/>
                <a:gd name="T74" fmla="*/ 118 w 712"/>
                <a:gd name="T75" fmla="*/ 343 h 609"/>
                <a:gd name="T76" fmla="*/ 141 w 712"/>
                <a:gd name="T77" fmla="*/ 430 h 609"/>
                <a:gd name="T78" fmla="*/ 134 w 712"/>
                <a:gd name="T79" fmla="*/ 454 h 609"/>
                <a:gd name="T80" fmla="*/ 291 w 712"/>
                <a:gd name="T81" fmla="*/ 568 h 609"/>
                <a:gd name="T82" fmla="*/ 169 w 712"/>
                <a:gd name="T83" fmla="*/ 555 h 609"/>
                <a:gd name="T84" fmla="*/ 70 w 712"/>
                <a:gd name="T85" fmla="*/ 479 h 609"/>
                <a:gd name="T86" fmla="*/ 29 w 712"/>
                <a:gd name="T87" fmla="*/ 369 h 609"/>
                <a:gd name="T88" fmla="*/ 71 w 712"/>
                <a:gd name="T89" fmla="*/ 33 h 609"/>
                <a:gd name="T90" fmla="*/ 183 w 712"/>
                <a:gd name="T91" fmla="*/ 58 h 609"/>
                <a:gd name="T92" fmla="*/ 59 w 712"/>
                <a:gd name="T93" fmla="*/ 0 h 609"/>
                <a:gd name="T94" fmla="*/ 46 w 712"/>
                <a:gd name="T95" fmla="*/ 12 h 609"/>
                <a:gd name="T96" fmla="*/ 1 w 712"/>
                <a:gd name="T97" fmla="*/ 373 h 609"/>
                <a:gd name="T98" fmla="*/ 43 w 712"/>
                <a:gd name="T99" fmla="*/ 489 h 609"/>
                <a:gd name="T100" fmla="*/ 114 w 712"/>
                <a:gd name="T101" fmla="*/ 558 h 609"/>
                <a:gd name="T102" fmla="*/ 203 w 712"/>
                <a:gd name="T103" fmla="*/ 595 h 609"/>
                <a:gd name="T104" fmla="*/ 295 w 712"/>
                <a:gd name="T105" fmla="*/ 596 h 609"/>
                <a:gd name="T106" fmla="*/ 382 w 712"/>
                <a:gd name="T107" fmla="*/ 601 h 609"/>
                <a:gd name="T108" fmla="*/ 402 w 712"/>
                <a:gd name="T109" fmla="*/ 607 h 609"/>
                <a:gd name="T110" fmla="*/ 412 w 712"/>
                <a:gd name="T111" fmla="*/ 583 h 609"/>
                <a:gd name="T112" fmla="*/ 485 w 712"/>
                <a:gd name="T113" fmla="*/ 600 h 609"/>
                <a:gd name="T114" fmla="*/ 573 w 712"/>
                <a:gd name="T115" fmla="*/ 587 h 609"/>
                <a:gd name="T116" fmla="*/ 672 w 712"/>
                <a:gd name="T117" fmla="*/ 512 h 609"/>
                <a:gd name="T118" fmla="*/ 711 w 712"/>
                <a:gd name="T119" fmla="*/ 409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2" h="609">
                  <a:moveTo>
                    <a:pt x="708" y="354"/>
                  </a:moveTo>
                  <a:lnTo>
                    <a:pt x="708" y="353"/>
                  </a:lnTo>
                  <a:lnTo>
                    <a:pt x="708" y="353"/>
                  </a:lnTo>
                  <a:lnTo>
                    <a:pt x="673" y="105"/>
                  </a:lnTo>
                  <a:lnTo>
                    <a:pt x="672" y="102"/>
                  </a:lnTo>
                  <a:lnTo>
                    <a:pt x="671" y="99"/>
                  </a:lnTo>
                  <a:lnTo>
                    <a:pt x="669" y="97"/>
                  </a:lnTo>
                  <a:lnTo>
                    <a:pt x="667" y="95"/>
                  </a:lnTo>
                  <a:lnTo>
                    <a:pt x="663" y="94"/>
                  </a:lnTo>
                  <a:lnTo>
                    <a:pt x="660" y="94"/>
                  </a:lnTo>
                  <a:lnTo>
                    <a:pt x="657" y="94"/>
                  </a:lnTo>
                  <a:lnTo>
                    <a:pt x="654" y="94"/>
                  </a:lnTo>
                  <a:lnTo>
                    <a:pt x="491" y="160"/>
                  </a:lnTo>
                  <a:lnTo>
                    <a:pt x="485" y="163"/>
                  </a:lnTo>
                  <a:lnTo>
                    <a:pt x="482" y="168"/>
                  </a:lnTo>
                  <a:lnTo>
                    <a:pt x="481" y="173"/>
                  </a:lnTo>
                  <a:lnTo>
                    <a:pt x="482" y="178"/>
                  </a:lnTo>
                  <a:lnTo>
                    <a:pt x="485" y="183"/>
                  </a:lnTo>
                  <a:lnTo>
                    <a:pt x="490" y="186"/>
                  </a:lnTo>
                  <a:lnTo>
                    <a:pt x="495" y="187"/>
                  </a:lnTo>
                  <a:lnTo>
                    <a:pt x="500" y="186"/>
                  </a:lnTo>
                  <a:lnTo>
                    <a:pt x="648" y="127"/>
                  </a:lnTo>
                  <a:lnTo>
                    <a:pt x="681" y="355"/>
                  </a:lnTo>
                  <a:lnTo>
                    <a:pt x="681" y="357"/>
                  </a:lnTo>
                  <a:lnTo>
                    <a:pt x="682" y="358"/>
                  </a:lnTo>
                  <a:lnTo>
                    <a:pt x="683" y="374"/>
                  </a:lnTo>
                  <a:lnTo>
                    <a:pt x="684" y="389"/>
                  </a:lnTo>
                  <a:lnTo>
                    <a:pt x="683" y="405"/>
                  </a:lnTo>
                  <a:lnTo>
                    <a:pt x="681" y="421"/>
                  </a:lnTo>
                  <a:lnTo>
                    <a:pt x="677" y="436"/>
                  </a:lnTo>
                  <a:lnTo>
                    <a:pt x="672" y="452"/>
                  </a:lnTo>
                  <a:lnTo>
                    <a:pt x="667" y="466"/>
                  </a:lnTo>
                  <a:lnTo>
                    <a:pt x="659" y="481"/>
                  </a:lnTo>
                  <a:lnTo>
                    <a:pt x="649" y="496"/>
                  </a:lnTo>
                  <a:lnTo>
                    <a:pt x="638" y="510"/>
                  </a:lnTo>
                  <a:lnTo>
                    <a:pt x="625" y="523"/>
                  </a:lnTo>
                  <a:lnTo>
                    <a:pt x="612" y="535"/>
                  </a:lnTo>
                  <a:lnTo>
                    <a:pt x="597" y="545"/>
                  </a:lnTo>
                  <a:lnTo>
                    <a:pt x="581" y="554"/>
                  </a:lnTo>
                  <a:lnTo>
                    <a:pt x="564" y="562"/>
                  </a:lnTo>
                  <a:lnTo>
                    <a:pt x="546" y="567"/>
                  </a:lnTo>
                  <a:lnTo>
                    <a:pt x="528" y="571"/>
                  </a:lnTo>
                  <a:lnTo>
                    <a:pt x="510" y="572"/>
                  </a:lnTo>
                  <a:lnTo>
                    <a:pt x="492" y="573"/>
                  </a:lnTo>
                  <a:lnTo>
                    <a:pt x="475" y="571"/>
                  </a:lnTo>
                  <a:lnTo>
                    <a:pt x="456" y="568"/>
                  </a:lnTo>
                  <a:lnTo>
                    <a:pt x="439" y="564"/>
                  </a:lnTo>
                  <a:lnTo>
                    <a:pt x="422" y="556"/>
                  </a:lnTo>
                  <a:lnTo>
                    <a:pt x="406" y="549"/>
                  </a:lnTo>
                  <a:lnTo>
                    <a:pt x="405" y="548"/>
                  </a:lnTo>
                  <a:lnTo>
                    <a:pt x="405" y="548"/>
                  </a:lnTo>
                  <a:lnTo>
                    <a:pt x="418" y="537"/>
                  </a:lnTo>
                  <a:lnTo>
                    <a:pt x="431" y="525"/>
                  </a:lnTo>
                  <a:lnTo>
                    <a:pt x="593" y="481"/>
                  </a:lnTo>
                  <a:lnTo>
                    <a:pt x="598" y="479"/>
                  </a:lnTo>
                  <a:lnTo>
                    <a:pt x="601" y="475"/>
                  </a:lnTo>
                  <a:lnTo>
                    <a:pt x="603" y="470"/>
                  </a:lnTo>
                  <a:lnTo>
                    <a:pt x="603" y="464"/>
                  </a:lnTo>
                  <a:lnTo>
                    <a:pt x="600" y="460"/>
                  </a:lnTo>
                  <a:lnTo>
                    <a:pt x="597" y="456"/>
                  </a:lnTo>
                  <a:lnTo>
                    <a:pt x="592" y="454"/>
                  </a:lnTo>
                  <a:lnTo>
                    <a:pt x="586" y="454"/>
                  </a:lnTo>
                  <a:lnTo>
                    <a:pt x="461" y="489"/>
                  </a:lnTo>
                  <a:lnTo>
                    <a:pt x="470" y="472"/>
                  </a:lnTo>
                  <a:lnTo>
                    <a:pt x="479" y="456"/>
                  </a:lnTo>
                  <a:lnTo>
                    <a:pt x="486" y="439"/>
                  </a:lnTo>
                  <a:lnTo>
                    <a:pt x="493" y="421"/>
                  </a:lnTo>
                  <a:lnTo>
                    <a:pt x="604" y="391"/>
                  </a:lnTo>
                  <a:lnTo>
                    <a:pt x="609" y="389"/>
                  </a:lnTo>
                  <a:lnTo>
                    <a:pt x="613" y="384"/>
                  </a:lnTo>
                  <a:lnTo>
                    <a:pt x="614" y="379"/>
                  </a:lnTo>
                  <a:lnTo>
                    <a:pt x="614" y="374"/>
                  </a:lnTo>
                  <a:lnTo>
                    <a:pt x="612" y="369"/>
                  </a:lnTo>
                  <a:lnTo>
                    <a:pt x="608" y="365"/>
                  </a:lnTo>
                  <a:lnTo>
                    <a:pt x="602" y="364"/>
                  </a:lnTo>
                  <a:lnTo>
                    <a:pt x="597" y="364"/>
                  </a:lnTo>
                  <a:lnTo>
                    <a:pt x="515" y="387"/>
                  </a:lnTo>
                  <a:lnTo>
                    <a:pt x="545" y="333"/>
                  </a:lnTo>
                  <a:lnTo>
                    <a:pt x="611" y="316"/>
                  </a:lnTo>
                  <a:lnTo>
                    <a:pt x="616" y="313"/>
                  </a:lnTo>
                  <a:lnTo>
                    <a:pt x="619" y="309"/>
                  </a:lnTo>
                  <a:lnTo>
                    <a:pt x="622" y="304"/>
                  </a:lnTo>
                  <a:lnTo>
                    <a:pt x="620" y="299"/>
                  </a:lnTo>
                  <a:lnTo>
                    <a:pt x="618" y="293"/>
                  </a:lnTo>
                  <a:lnTo>
                    <a:pt x="614" y="290"/>
                  </a:lnTo>
                  <a:lnTo>
                    <a:pt x="610" y="288"/>
                  </a:lnTo>
                  <a:lnTo>
                    <a:pt x="604" y="289"/>
                  </a:lnTo>
                  <a:lnTo>
                    <a:pt x="566" y="299"/>
                  </a:lnTo>
                  <a:lnTo>
                    <a:pt x="595" y="247"/>
                  </a:lnTo>
                  <a:lnTo>
                    <a:pt x="597" y="243"/>
                  </a:lnTo>
                  <a:lnTo>
                    <a:pt x="597" y="237"/>
                  </a:lnTo>
                  <a:lnTo>
                    <a:pt x="594" y="232"/>
                  </a:lnTo>
                  <a:lnTo>
                    <a:pt x="590" y="229"/>
                  </a:lnTo>
                  <a:lnTo>
                    <a:pt x="585" y="227"/>
                  </a:lnTo>
                  <a:lnTo>
                    <a:pt x="580" y="227"/>
                  </a:lnTo>
                  <a:lnTo>
                    <a:pt x="574" y="230"/>
                  </a:lnTo>
                  <a:lnTo>
                    <a:pt x="571" y="233"/>
                  </a:lnTo>
                  <a:lnTo>
                    <a:pt x="541" y="285"/>
                  </a:lnTo>
                  <a:lnTo>
                    <a:pt x="531" y="246"/>
                  </a:lnTo>
                  <a:lnTo>
                    <a:pt x="528" y="242"/>
                  </a:lnTo>
                  <a:lnTo>
                    <a:pt x="525" y="238"/>
                  </a:lnTo>
                  <a:lnTo>
                    <a:pt x="520" y="236"/>
                  </a:lnTo>
                  <a:lnTo>
                    <a:pt x="514" y="236"/>
                  </a:lnTo>
                  <a:lnTo>
                    <a:pt x="509" y="240"/>
                  </a:lnTo>
                  <a:lnTo>
                    <a:pt x="506" y="243"/>
                  </a:lnTo>
                  <a:lnTo>
                    <a:pt x="504" y="248"/>
                  </a:lnTo>
                  <a:lnTo>
                    <a:pt x="505" y="253"/>
                  </a:lnTo>
                  <a:lnTo>
                    <a:pt x="522" y="319"/>
                  </a:lnTo>
                  <a:lnTo>
                    <a:pt x="504" y="350"/>
                  </a:lnTo>
                  <a:lnTo>
                    <a:pt x="504" y="334"/>
                  </a:lnTo>
                  <a:lnTo>
                    <a:pt x="502" y="317"/>
                  </a:lnTo>
                  <a:lnTo>
                    <a:pt x="499" y="301"/>
                  </a:lnTo>
                  <a:lnTo>
                    <a:pt x="496" y="285"/>
                  </a:lnTo>
                  <a:lnTo>
                    <a:pt x="491" y="268"/>
                  </a:lnTo>
                  <a:lnTo>
                    <a:pt x="485" y="252"/>
                  </a:lnTo>
                  <a:lnTo>
                    <a:pt x="478" y="237"/>
                  </a:lnTo>
                  <a:lnTo>
                    <a:pt x="470" y="222"/>
                  </a:lnTo>
                  <a:lnTo>
                    <a:pt x="458" y="204"/>
                  </a:lnTo>
                  <a:lnTo>
                    <a:pt x="446" y="187"/>
                  </a:lnTo>
                  <a:lnTo>
                    <a:pt x="432" y="171"/>
                  </a:lnTo>
                  <a:lnTo>
                    <a:pt x="416" y="157"/>
                  </a:lnTo>
                  <a:lnTo>
                    <a:pt x="398" y="144"/>
                  </a:lnTo>
                  <a:lnTo>
                    <a:pt x="381" y="132"/>
                  </a:lnTo>
                  <a:lnTo>
                    <a:pt x="362" y="121"/>
                  </a:lnTo>
                  <a:lnTo>
                    <a:pt x="343" y="114"/>
                  </a:lnTo>
                  <a:lnTo>
                    <a:pt x="343" y="113"/>
                  </a:lnTo>
                  <a:lnTo>
                    <a:pt x="343" y="113"/>
                  </a:lnTo>
                  <a:lnTo>
                    <a:pt x="279" y="88"/>
                  </a:lnTo>
                  <a:lnTo>
                    <a:pt x="274" y="87"/>
                  </a:lnTo>
                  <a:lnTo>
                    <a:pt x="269" y="88"/>
                  </a:lnTo>
                  <a:lnTo>
                    <a:pt x="264" y="90"/>
                  </a:lnTo>
                  <a:lnTo>
                    <a:pt x="261" y="96"/>
                  </a:lnTo>
                  <a:lnTo>
                    <a:pt x="260" y="101"/>
                  </a:lnTo>
                  <a:lnTo>
                    <a:pt x="261" y="106"/>
                  </a:lnTo>
                  <a:lnTo>
                    <a:pt x="264" y="111"/>
                  </a:lnTo>
                  <a:lnTo>
                    <a:pt x="269" y="114"/>
                  </a:lnTo>
                  <a:lnTo>
                    <a:pt x="331" y="139"/>
                  </a:lnTo>
                  <a:lnTo>
                    <a:pt x="332" y="139"/>
                  </a:lnTo>
                  <a:lnTo>
                    <a:pt x="332" y="140"/>
                  </a:lnTo>
                  <a:lnTo>
                    <a:pt x="350" y="147"/>
                  </a:lnTo>
                  <a:lnTo>
                    <a:pt x="366" y="156"/>
                  </a:lnTo>
                  <a:lnTo>
                    <a:pt x="382" y="167"/>
                  </a:lnTo>
                  <a:lnTo>
                    <a:pt x="397" y="178"/>
                  </a:lnTo>
                  <a:lnTo>
                    <a:pt x="411" y="191"/>
                  </a:lnTo>
                  <a:lnTo>
                    <a:pt x="424" y="205"/>
                  </a:lnTo>
                  <a:lnTo>
                    <a:pt x="436" y="220"/>
                  </a:lnTo>
                  <a:lnTo>
                    <a:pt x="446" y="236"/>
                  </a:lnTo>
                  <a:lnTo>
                    <a:pt x="451" y="246"/>
                  </a:lnTo>
                  <a:lnTo>
                    <a:pt x="456" y="256"/>
                  </a:lnTo>
                  <a:lnTo>
                    <a:pt x="461" y="266"/>
                  </a:lnTo>
                  <a:lnTo>
                    <a:pt x="464" y="276"/>
                  </a:lnTo>
                  <a:lnTo>
                    <a:pt x="470" y="297"/>
                  </a:lnTo>
                  <a:lnTo>
                    <a:pt x="475" y="319"/>
                  </a:lnTo>
                  <a:lnTo>
                    <a:pt x="476" y="340"/>
                  </a:lnTo>
                  <a:lnTo>
                    <a:pt x="476" y="362"/>
                  </a:lnTo>
                  <a:lnTo>
                    <a:pt x="475" y="373"/>
                  </a:lnTo>
                  <a:lnTo>
                    <a:pt x="472" y="384"/>
                  </a:lnTo>
                  <a:lnTo>
                    <a:pt x="471" y="395"/>
                  </a:lnTo>
                  <a:lnTo>
                    <a:pt x="468" y="406"/>
                  </a:lnTo>
                  <a:lnTo>
                    <a:pt x="462" y="425"/>
                  </a:lnTo>
                  <a:lnTo>
                    <a:pt x="454" y="443"/>
                  </a:lnTo>
                  <a:lnTo>
                    <a:pt x="445" y="462"/>
                  </a:lnTo>
                  <a:lnTo>
                    <a:pt x="434" y="479"/>
                  </a:lnTo>
                  <a:lnTo>
                    <a:pt x="421" y="494"/>
                  </a:lnTo>
                  <a:lnTo>
                    <a:pt x="407" y="509"/>
                  </a:lnTo>
                  <a:lnTo>
                    <a:pt x="392" y="522"/>
                  </a:lnTo>
                  <a:lnTo>
                    <a:pt x="376" y="535"/>
                  </a:lnTo>
                  <a:lnTo>
                    <a:pt x="352" y="494"/>
                  </a:lnTo>
                  <a:lnTo>
                    <a:pt x="403" y="305"/>
                  </a:lnTo>
                  <a:lnTo>
                    <a:pt x="403" y="300"/>
                  </a:lnTo>
                  <a:lnTo>
                    <a:pt x="402" y="294"/>
                  </a:lnTo>
                  <a:lnTo>
                    <a:pt x="398" y="291"/>
                  </a:lnTo>
                  <a:lnTo>
                    <a:pt x="393" y="288"/>
                  </a:lnTo>
                  <a:lnTo>
                    <a:pt x="388" y="288"/>
                  </a:lnTo>
                  <a:lnTo>
                    <a:pt x="382" y="290"/>
                  </a:lnTo>
                  <a:lnTo>
                    <a:pt x="378" y="293"/>
                  </a:lnTo>
                  <a:lnTo>
                    <a:pt x="376" y="299"/>
                  </a:lnTo>
                  <a:lnTo>
                    <a:pt x="333" y="460"/>
                  </a:lnTo>
                  <a:lnTo>
                    <a:pt x="281" y="370"/>
                  </a:lnTo>
                  <a:lnTo>
                    <a:pt x="317" y="240"/>
                  </a:lnTo>
                  <a:lnTo>
                    <a:pt x="317" y="234"/>
                  </a:lnTo>
                  <a:lnTo>
                    <a:pt x="315" y="230"/>
                  </a:lnTo>
                  <a:lnTo>
                    <a:pt x="311" y="226"/>
                  </a:lnTo>
                  <a:lnTo>
                    <a:pt x="306" y="222"/>
                  </a:lnTo>
                  <a:lnTo>
                    <a:pt x="301" y="222"/>
                  </a:lnTo>
                  <a:lnTo>
                    <a:pt x="296" y="224"/>
                  </a:lnTo>
                  <a:lnTo>
                    <a:pt x="292" y="228"/>
                  </a:lnTo>
                  <a:lnTo>
                    <a:pt x="290" y="233"/>
                  </a:lnTo>
                  <a:lnTo>
                    <a:pt x="262" y="337"/>
                  </a:lnTo>
                  <a:lnTo>
                    <a:pt x="221" y="266"/>
                  </a:lnTo>
                  <a:lnTo>
                    <a:pt x="242" y="188"/>
                  </a:lnTo>
                  <a:lnTo>
                    <a:pt x="243" y="183"/>
                  </a:lnTo>
                  <a:lnTo>
                    <a:pt x="241" y="177"/>
                  </a:lnTo>
                  <a:lnTo>
                    <a:pt x="237" y="173"/>
                  </a:lnTo>
                  <a:lnTo>
                    <a:pt x="232" y="171"/>
                  </a:lnTo>
                  <a:lnTo>
                    <a:pt x="227" y="171"/>
                  </a:lnTo>
                  <a:lnTo>
                    <a:pt x="221" y="172"/>
                  </a:lnTo>
                  <a:lnTo>
                    <a:pt x="218" y="175"/>
                  </a:lnTo>
                  <a:lnTo>
                    <a:pt x="215" y="180"/>
                  </a:lnTo>
                  <a:lnTo>
                    <a:pt x="201" y="232"/>
                  </a:lnTo>
                  <a:lnTo>
                    <a:pt x="163" y="165"/>
                  </a:lnTo>
                  <a:lnTo>
                    <a:pt x="159" y="162"/>
                  </a:lnTo>
                  <a:lnTo>
                    <a:pt x="155" y="159"/>
                  </a:lnTo>
                  <a:lnTo>
                    <a:pt x="149" y="159"/>
                  </a:lnTo>
                  <a:lnTo>
                    <a:pt x="144" y="161"/>
                  </a:lnTo>
                  <a:lnTo>
                    <a:pt x="140" y="164"/>
                  </a:lnTo>
                  <a:lnTo>
                    <a:pt x="138" y="170"/>
                  </a:lnTo>
                  <a:lnTo>
                    <a:pt x="138" y="175"/>
                  </a:lnTo>
                  <a:lnTo>
                    <a:pt x="139" y="179"/>
                  </a:lnTo>
                  <a:lnTo>
                    <a:pt x="177" y="246"/>
                  </a:lnTo>
                  <a:lnTo>
                    <a:pt x="126" y="232"/>
                  </a:lnTo>
                  <a:lnTo>
                    <a:pt x="121" y="232"/>
                  </a:lnTo>
                  <a:lnTo>
                    <a:pt x="115" y="234"/>
                  </a:lnTo>
                  <a:lnTo>
                    <a:pt x="111" y="237"/>
                  </a:lnTo>
                  <a:lnTo>
                    <a:pt x="109" y="243"/>
                  </a:lnTo>
                  <a:lnTo>
                    <a:pt x="108" y="248"/>
                  </a:lnTo>
                  <a:lnTo>
                    <a:pt x="110" y="252"/>
                  </a:lnTo>
                  <a:lnTo>
                    <a:pt x="113" y="257"/>
                  </a:lnTo>
                  <a:lnTo>
                    <a:pt x="118" y="259"/>
                  </a:lnTo>
                  <a:lnTo>
                    <a:pt x="197" y="280"/>
                  </a:lnTo>
                  <a:lnTo>
                    <a:pt x="237" y="350"/>
                  </a:lnTo>
                  <a:lnTo>
                    <a:pt x="133" y="323"/>
                  </a:lnTo>
                  <a:lnTo>
                    <a:pt x="128" y="322"/>
                  </a:lnTo>
                  <a:lnTo>
                    <a:pt x="123" y="324"/>
                  </a:lnTo>
                  <a:lnTo>
                    <a:pt x="119" y="328"/>
                  </a:lnTo>
                  <a:lnTo>
                    <a:pt x="116" y="333"/>
                  </a:lnTo>
                  <a:lnTo>
                    <a:pt x="116" y="338"/>
                  </a:lnTo>
                  <a:lnTo>
                    <a:pt x="118" y="343"/>
                  </a:lnTo>
                  <a:lnTo>
                    <a:pt x="122" y="347"/>
                  </a:lnTo>
                  <a:lnTo>
                    <a:pt x="127" y="350"/>
                  </a:lnTo>
                  <a:lnTo>
                    <a:pt x="257" y="384"/>
                  </a:lnTo>
                  <a:lnTo>
                    <a:pt x="308" y="474"/>
                  </a:lnTo>
                  <a:lnTo>
                    <a:pt x="147" y="431"/>
                  </a:lnTo>
                  <a:lnTo>
                    <a:pt x="141" y="430"/>
                  </a:lnTo>
                  <a:lnTo>
                    <a:pt x="137" y="432"/>
                  </a:lnTo>
                  <a:lnTo>
                    <a:pt x="132" y="435"/>
                  </a:lnTo>
                  <a:lnTo>
                    <a:pt x="130" y="440"/>
                  </a:lnTo>
                  <a:lnTo>
                    <a:pt x="129" y="446"/>
                  </a:lnTo>
                  <a:lnTo>
                    <a:pt x="131" y="451"/>
                  </a:lnTo>
                  <a:lnTo>
                    <a:pt x="134" y="454"/>
                  </a:lnTo>
                  <a:lnTo>
                    <a:pt x="140" y="457"/>
                  </a:lnTo>
                  <a:lnTo>
                    <a:pt x="329" y="508"/>
                  </a:lnTo>
                  <a:lnTo>
                    <a:pt x="351" y="548"/>
                  </a:lnTo>
                  <a:lnTo>
                    <a:pt x="332" y="557"/>
                  </a:lnTo>
                  <a:lnTo>
                    <a:pt x="311" y="564"/>
                  </a:lnTo>
                  <a:lnTo>
                    <a:pt x="291" y="568"/>
                  </a:lnTo>
                  <a:lnTo>
                    <a:pt x="270" y="571"/>
                  </a:lnTo>
                  <a:lnTo>
                    <a:pt x="249" y="571"/>
                  </a:lnTo>
                  <a:lnTo>
                    <a:pt x="228" y="570"/>
                  </a:lnTo>
                  <a:lnTo>
                    <a:pt x="207" y="567"/>
                  </a:lnTo>
                  <a:lnTo>
                    <a:pt x="188" y="563"/>
                  </a:lnTo>
                  <a:lnTo>
                    <a:pt x="169" y="555"/>
                  </a:lnTo>
                  <a:lnTo>
                    <a:pt x="149" y="547"/>
                  </a:lnTo>
                  <a:lnTo>
                    <a:pt x="131" y="537"/>
                  </a:lnTo>
                  <a:lnTo>
                    <a:pt x="114" y="525"/>
                  </a:lnTo>
                  <a:lnTo>
                    <a:pt x="98" y="511"/>
                  </a:lnTo>
                  <a:lnTo>
                    <a:pt x="84" y="495"/>
                  </a:lnTo>
                  <a:lnTo>
                    <a:pt x="70" y="479"/>
                  </a:lnTo>
                  <a:lnTo>
                    <a:pt x="58" y="461"/>
                  </a:lnTo>
                  <a:lnTo>
                    <a:pt x="50" y="443"/>
                  </a:lnTo>
                  <a:lnTo>
                    <a:pt x="42" y="425"/>
                  </a:lnTo>
                  <a:lnTo>
                    <a:pt x="36" y="407"/>
                  </a:lnTo>
                  <a:lnTo>
                    <a:pt x="31" y="388"/>
                  </a:lnTo>
                  <a:lnTo>
                    <a:pt x="29" y="369"/>
                  </a:lnTo>
                  <a:lnTo>
                    <a:pt x="28" y="350"/>
                  </a:lnTo>
                  <a:lnTo>
                    <a:pt x="29" y="331"/>
                  </a:lnTo>
                  <a:lnTo>
                    <a:pt x="31" y="311"/>
                  </a:lnTo>
                  <a:lnTo>
                    <a:pt x="31" y="310"/>
                  </a:lnTo>
                  <a:lnTo>
                    <a:pt x="31" y="309"/>
                  </a:lnTo>
                  <a:lnTo>
                    <a:pt x="71" y="33"/>
                  </a:lnTo>
                  <a:lnTo>
                    <a:pt x="163" y="71"/>
                  </a:lnTo>
                  <a:lnTo>
                    <a:pt x="169" y="72"/>
                  </a:lnTo>
                  <a:lnTo>
                    <a:pt x="174" y="71"/>
                  </a:lnTo>
                  <a:lnTo>
                    <a:pt x="178" y="68"/>
                  </a:lnTo>
                  <a:lnTo>
                    <a:pt x="182" y="63"/>
                  </a:lnTo>
                  <a:lnTo>
                    <a:pt x="183" y="58"/>
                  </a:lnTo>
                  <a:lnTo>
                    <a:pt x="182" y="53"/>
                  </a:lnTo>
                  <a:lnTo>
                    <a:pt x="178" y="48"/>
                  </a:lnTo>
                  <a:lnTo>
                    <a:pt x="174" y="45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1" y="3"/>
                  </a:lnTo>
                  <a:lnTo>
                    <a:pt x="49" y="5"/>
                  </a:lnTo>
                  <a:lnTo>
                    <a:pt x="48" y="9"/>
                  </a:lnTo>
                  <a:lnTo>
                    <a:pt x="46" y="12"/>
                  </a:lnTo>
                  <a:lnTo>
                    <a:pt x="4" y="307"/>
                  </a:lnTo>
                  <a:lnTo>
                    <a:pt x="4" y="308"/>
                  </a:lnTo>
                  <a:lnTo>
                    <a:pt x="4" y="308"/>
                  </a:lnTo>
                  <a:lnTo>
                    <a:pt x="1" y="330"/>
                  </a:lnTo>
                  <a:lnTo>
                    <a:pt x="0" y="351"/>
                  </a:lnTo>
                  <a:lnTo>
                    <a:pt x="1" y="373"/>
                  </a:lnTo>
                  <a:lnTo>
                    <a:pt x="5" y="394"/>
                  </a:lnTo>
                  <a:lnTo>
                    <a:pt x="10" y="415"/>
                  </a:lnTo>
                  <a:lnTo>
                    <a:pt x="16" y="435"/>
                  </a:lnTo>
                  <a:lnTo>
                    <a:pt x="24" y="455"/>
                  </a:lnTo>
                  <a:lnTo>
                    <a:pt x="35" y="474"/>
                  </a:lnTo>
                  <a:lnTo>
                    <a:pt x="43" y="489"/>
                  </a:lnTo>
                  <a:lnTo>
                    <a:pt x="53" y="503"/>
                  </a:lnTo>
                  <a:lnTo>
                    <a:pt x="64" y="515"/>
                  </a:lnTo>
                  <a:lnTo>
                    <a:pt x="75" y="527"/>
                  </a:lnTo>
                  <a:lnTo>
                    <a:pt x="88" y="539"/>
                  </a:lnTo>
                  <a:lnTo>
                    <a:pt x="100" y="549"/>
                  </a:lnTo>
                  <a:lnTo>
                    <a:pt x="114" y="558"/>
                  </a:lnTo>
                  <a:lnTo>
                    <a:pt x="128" y="567"/>
                  </a:lnTo>
                  <a:lnTo>
                    <a:pt x="142" y="574"/>
                  </a:lnTo>
                  <a:lnTo>
                    <a:pt x="157" y="581"/>
                  </a:lnTo>
                  <a:lnTo>
                    <a:pt x="172" y="586"/>
                  </a:lnTo>
                  <a:lnTo>
                    <a:pt x="188" y="592"/>
                  </a:lnTo>
                  <a:lnTo>
                    <a:pt x="203" y="595"/>
                  </a:lnTo>
                  <a:lnTo>
                    <a:pt x="219" y="597"/>
                  </a:lnTo>
                  <a:lnTo>
                    <a:pt x="235" y="599"/>
                  </a:lnTo>
                  <a:lnTo>
                    <a:pt x="252" y="599"/>
                  </a:lnTo>
                  <a:lnTo>
                    <a:pt x="266" y="599"/>
                  </a:lnTo>
                  <a:lnTo>
                    <a:pt x="280" y="598"/>
                  </a:lnTo>
                  <a:lnTo>
                    <a:pt x="295" y="596"/>
                  </a:lnTo>
                  <a:lnTo>
                    <a:pt x="309" y="593"/>
                  </a:lnTo>
                  <a:lnTo>
                    <a:pt x="323" y="588"/>
                  </a:lnTo>
                  <a:lnTo>
                    <a:pt x="338" y="584"/>
                  </a:lnTo>
                  <a:lnTo>
                    <a:pt x="352" y="579"/>
                  </a:lnTo>
                  <a:lnTo>
                    <a:pt x="365" y="572"/>
                  </a:lnTo>
                  <a:lnTo>
                    <a:pt x="382" y="601"/>
                  </a:lnTo>
                  <a:lnTo>
                    <a:pt x="384" y="605"/>
                  </a:lnTo>
                  <a:lnTo>
                    <a:pt x="388" y="607"/>
                  </a:lnTo>
                  <a:lnTo>
                    <a:pt x="391" y="609"/>
                  </a:lnTo>
                  <a:lnTo>
                    <a:pt x="394" y="609"/>
                  </a:lnTo>
                  <a:lnTo>
                    <a:pt x="398" y="609"/>
                  </a:lnTo>
                  <a:lnTo>
                    <a:pt x="402" y="607"/>
                  </a:lnTo>
                  <a:lnTo>
                    <a:pt x="406" y="603"/>
                  </a:lnTo>
                  <a:lnTo>
                    <a:pt x="408" y="598"/>
                  </a:lnTo>
                  <a:lnTo>
                    <a:pt x="408" y="593"/>
                  </a:lnTo>
                  <a:lnTo>
                    <a:pt x="407" y="588"/>
                  </a:lnTo>
                  <a:lnTo>
                    <a:pt x="401" y="577"/>
                  </a:lnTo>
                  <a:lnTo>
                    <a:pt x="412" y="583"/>
                  </a:lnTo>
                  <a:lnTo>
                    <a:pt x="424" y="587"/>
                  </a:lnTo>
                  <a:lnTo>
                    <a:pt x="436" y="592"/>
                  </a:lnTo>
                  <a:lnTo>
                    <a:pt x="448" y="595"/>
                  </a:lnTo>
                  <a:lnTo>
                    <a:pt x="461" y="598"/>
                  </a:lnTo>
                  <a:lnTo>
                    <a:pt x="472" y="599"/>
                  </a:lnTo>
                  <a:lnTo>
                    <a:pt x="485" y="600"/>
                  </a:lnTo>
                  <a:lnTo>
                    <a:pt x="498" y="601"/>
                  </a:lnTo>
                  <a:lnTo>
                    <a:pt x="512" y="600"/>
                  </a:lnTo>
                  <a:lnTo>
                    <a:pt x="526" y="599"/>
                  </a:lnTo>
                  <a:lnTo>
                    <a:pt x="540" y="597"/>
                  </a:lnTo>
                  <a:lnTo>
                    <a:pt x="554" y="594"/>
                  </a:lnTo>
                  <a:lnTo>
                    <a:pt x="573" y="587"/>
                  </a:lnTo>
                  <a:lnTo>
                    <a:pt x="593" y="579"/>
                  </a:lnTo>
                  <a:lnTo>
                    <a:pt x="611" y="569"/>
                  </a:lnTo>
                  <a:lnTo>
                    <a:pt x="628" y="557"/>
                  </a:lnTo>
                  <a:lnTo>
                    <a:pt x="644" y="543"/>
                  </a:lnTo>
                  <a:lnTo>
                    <a:pt x="658" y="528"/>
                  </a:lnTo>
                  <a:lnTo>
                    <a:pt x="672" y="512"/>
                  </a:lnTo>
                  <a:lnTo>
                    <a:pt x="683" y="495"/>
                  </a:lnTo>
                  <a:lnTo>
                    <a:pt x="691" y="478"/>
                  </a:lnTo>
                  <a:lnTo>
                    <a:pt x="699" y="462"/>
                  </a:lnTo>
                  <a:lnTo>
                    <a:pt x="704" y="445"/>
                  </a:lnTo>
                  <a:lnTo>
                    <a:pt x="708" y="426"/>
                  </a:lnTo>
                  <a:lnTo>
                    <a:pt x="711" y="409"/>
                  </a:lnTo>
                  <a:lnTo>
                    <a:pt x="712" y="391"/>
                  </a:lnTo>
                  <a:lnTo>
                    <a:pt x="711" y="373"/>
                  </a:lnTo>
                  <a:lnTo>
                    <a:pt x="708" y="3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3" name="Freeform 121">
              <a:extLst>
                <a:ext uri="{FF2B5EF4-FFF2-40B4-BE49-F238E27FC236}">
                  <a16:creationId xmlns:a16="http://schemas.microsoft.com/office/drawing/2014/main" id="{F7CC4134-EB54-4A8F-B4A4-D100AC222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276" y="1123951"/>
              <a:ext cx="15875" cy="14288"/>
            </a:xfrm>
            <a:custGeom>
              <a:avLst/>
              <a:gdLst>
                <a:gd name="T0" fmla="*/ 24 w 28"/>
                <a:gd name="T1" fmla="*/ 4 h 27"/>
                <a:gd name="T2" fmla="*/ 20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5 w 28"/>
                <a:gd name="T9" fmla="*/ 4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9 h 27"/>
                <a:gd name="T16" fmla="*/ 5 w 28"/>
                <a:gd name="T17" fmla="*/ 23 h 27"/>
                <a:gd name="T18" fmla="*/ 9 w 28"/>
                <a:gd name="T19" fmla="*/ 26 h 27"/>
                <a:gd name="T20" fmla="*/ 14 w 28"/>
                <a:gd name="T21" fmla="*/ 27 h 27"/>
                <a:gd name="T22" fmla="*/ 20 w 28"/>
                <a:gd name="T23" fmla="*/ 26 h 27"/>
                <a:gd name="T24" fmla="*/ 24 w 28"/>
                <a:gd name="T25" fmla="*/ 23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8 h 27"/>
                <a:gd name="T32" fmla="*/ 24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20" y="26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4" name="Freeform 122">
              <a:extLst>
                <a:ext uri="{FF2B5EF4-FFF2-40B4-BE49-F238E27FC236}">
                  <a16:creationId xmlns:a16="http://schemas.microsoft.com/office/drawing/2014/main" id="{7D8FA00D-6BCD-4157-8221-EAFC7B54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063" y="1187451"/>
              <a:ext cx="14288" cy="15875"/>
            </a:xfrm>
            <a:custGeom>
              <a:avLst/>
              <a:gdLst>
                <a:gd name="T0" fmla="*/ 25 w 27"/>
                <a:gd name="T1" fmla="*/ 6 h 28"/>
                <a:gd name="T2" fmla="*/ 25 w 27"/>
                <a:gd name="T3" fmla="*/ 6 h 28"/>
                <a:gd name="T4" fmla="*/ 21 w 27"/>
                <a:gd name="T5" fmla="*/ 2 h 28"/>
                <a:gd name="T6" fmla="*/ 16 w 27"/>
                <a:gd name="T7" fmla="*/ 0 h 28"/>
                <a:gd name="T8" fmla="*/ 10 w 27"/>
                <a:gd name="T9" fmla="*/ 1 h 28"/>
                <a:gd name="T10" fmla="*/ 6 w 27"/>
                <a:gd name="T11" fmla="*/ 3 h 28"/>
                <a:gd name="T12" fmla="*/ 2 w 27"/>
                <a:gd name="T13" fmla="*/ 7 h 28"/>
                <a:gd name="T14" fmla="*/ 0 w 27"/>
                <a:gd name="T15" fmla="*/ 12 h 28"/>
                <a:gd name="T16" fmla="*/ 1 w 27"/>
                <a:gd name="T17" fmla="*/ 17 h 28"/>
                <a:gd name="T18" fmla="*/ 3 w 27"/>
                <a:gd name="T19" fmla="*/ 22 h 28"/>
                <a:gd name="T20" fmla="*/ 3 w 27"/>
                <a:gd name="T21" fmla="*/ 22 h 28"/>
                <a:gd name="T22" fmla="*/ 5 w 27"/>
                <a:gd name="T23" fmla="*/ 24 h 28"/>
                <a:gd name="T24" fmla="*/ 7 w 27"/>
                <a:gd name="T25" fmla="*/ 27 h 28"/>
                <a:gd name="T26" fmla="*/ 10 w 27"/>
                <a:gd name="T27" fmla="*/ 28 h 28"/>
                <a:gd name="T28" fmla="*/ 13 w 27"/>
                <a:gd name="T29" fmla="*/ 28 h 28"/>
                <a:gd name="T30" fmla="*/ 18 w 27"/>
                <a:gd name="T31" fmla="*/ 28 h 28"/>
                <a:gd name="T32" fmla="*/ 22 w 27"/>
                <a:gd name="T33" fmla="*/ 26 h 28"/>
                <a:gd name="T34" fmla="*/ 25 w 27"/>
                <a:gd name="T35" fmla="*/ 21 h 28"/>
                <a:gd name="T36" fmla="*/ 27 w 27"/>
                <a:gd name="T37" fmla="*/ 16 h 28"/>
                <a:gd name="T38" fmla="*/ 27 w 27"/>
                <a:gd name="T39" fmla="*/ 10 h 28"/>
                <a:gd name="T40" fmla="*/ 25 w 27"/>
                <a:gd name="T41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28">
                  <a:moveTo>
                    <a:pt x="25" y="6"/>
                  </a:moveTo>
                  <a:lnTo>
                    <a:pt x="25" y="6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6" y="3"/>
                  </a:lnTo>
                  <a:lnTo>
                    <a:pt x="2" y="7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7"/>
                  </a:lnTo>
                  <a:lnTo>
                    <a:pt x="10" y="28"/>
                  </a:lnTo>
                  <a:lnTo>
                    <a:pt x="13" y="28"/>
                  </a:lnTo>
                  <a:lnTo>
                    <a:pt x="18" y="28"/>
                  </a:lnTo>
                  <a:lnTo>
                    <a:pt x="22" y="26"/>
                  </a:lnTo>
                  <a:lnTo>
                    <a:pt x="25" y="21"/>
                  </a:lnTo>
                  <a:lnTo>
                    <a:pt x="27" y="16"/>
                  </a:lnTo>
                  <a:lnTo>
                    <a:pt x="27" y="10"/>
                  </a:lnTo>
                  <a:lnTo>
                    <a:pt x="2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C4E7AACC-4AAB-4827-A83E-A030AC9EA20D}"/>
              </a:ext>
            </a:extLst>
          </p:cNvPr>
          <p:cNvGrpSpPr/>
          <p:nvPr/>
        </p:nvGrpSpPr>
        <p:grpSpPr>
          <a:xfrm>
            <a:off x="4456113" y="5438776"/>
            <a:ext cx="376238" cy="376238"/>
            <a:chOff x="4456113" y="5438776"/>
            <a:chExt cx="376238" cy="376238"/>
          </a:xfrm>
          <a:solidFill>
            <a:schemeClr val="bg1"/>
          </a:solidFill>
        </p:grpSpPr>
        <p:sp>
          <p:nvSpPr>
            <p:cNvPr id="395" name="Freeform 123">
              <a:extLst>
                <a:ext uri="{FF2B5EF4-FFF2-40B4-BE49-F238E27FC236}">
                  <a16:creationId xmlns:a16="http://schemas.microsoft.com/office/drawing/2014/main" id="{5224AC36-61B4-45AB-AD60-2538483A92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5438776"/>
              <a:ext cx="376238" cy="376238"/>
            </a:xfrm>
            <a:custGeom>
              <a:avLst/>
              <a:gdLst>
                <a:gd name="T0" fmla="*/ 696 w 711"/>
                <a:gd name="T1" fmla="*/ 15 h 711"/>
                <a:gd name="T2" fmla="*/ 631 w 711"/>
                <a:gd name="T3" fmla="*/ 2 h 711"/>
                <a:gd name="T4" fmla="*/ 519 w 711"/>
                <a:gd name="T5" fmla="*/ 5 h 711"/>
                <a:gd name="T6" fmla="*/ 409 w 711"/>
                <a:gd name="T7" fmla="*/ 37 h 711"/>
                <a:gd name="T8" fmla="*/ 312 w 711"/>
                <a:gd name="T9" fmla="*/ 94 h 711"/>
                <a:gd name="T10" fmla="*/ 133 w 711"/>
                <a:gd name="T11" fmla="*/ 141 h 711"/>
                <a:gd name="T12" fmla="*/ 1 w 711"/>
                <a:gd name="T13" fmla="*/ 269 h 711"/>
                <a:gd name="T14" fmla="*/ 61 w 711"/>
                <a:gd name="T15" fmla="*/ 340 h 711"/>
                <a:gd name="T16" fmla="*/ 45 w 711"/>
                <a:gd name="T17" fmla="*/ 367 h 711"/>
                <a:gd name="T18" fmla="*/ 56 w 711"/>
                <a:gd name="T19" fmla="*/ 492 h 711"/>
                <a:gd name="T20" fmla="*/ 78 w 711"/>
                <a:gd name="T21" fmla="*/ 521 h 711"/>
                <a:gd name="T22" fmla="*/ 40 w 711"/>
                <a:gd name="T23" fmla="*/ 575 h 711"/>
                <a:gd name="T24" fmla="*/ 16 w 711"/>
                <a:gd name="T25" fmla="*/ 636 h 711"/>
                <a:gd name="T26" fmla="*/ 1 w 711"/>
                <a:gd name="T27" fmla="*/ 702 h 711"/>
                <a:gd name="T28" fmla="*/ 16 w 711"/>
                <a:gd name="T29" fmla="*/ 711 h 711"/>
                <a:gd name="T30" fmla="*/ 107 w 711"/>
                <a:gd name="T31" fmla="*/ 685 h 711"/>
                <a:gd name="T32" fmla="*/ 164 w 711"/>
                <a:gd name="T33" fmla="*/ 653 h 711"/>
                <a:gd name="T34" fmla="*/ 212 w 711"/>
                <a:gd name="T35" fmla="*/ 653 h 711"/>
                <a:gd name="T36" fmla="*/ 290 w 711"/>
                <a:gd name="T37" fmla="*/ 615 h 711"/>
                <a:gd name="T38" fmla="*/ 354 w 711"/>
                <a:gd name="T39" fmla="*/ 666 h 711"/>
                <a:gd name="T40" fmla="*/ 432 w 711"/>
                <a:gd name="T41" fmla="*/ 710 h 711"/>
                <a:gd name="T42" fmla="*/ 565 w 711"/>
                <a:gd name="T43" fmla="*/ 589 h 711"/>
                <a:gd name="T44" fmla="*/ 579 w 711"/>
                <a:gd name="T45" fmla="*/ 443 h 711"/>
                <a:gd name="T46" fmla="*/ 649 w 711"/>
                <a:gd name="T47" fmla="*/ 352 h 711"/>
                <a:gd name="T48" fmla="*/ 694 w 711"/>
                <a:gd name="T49" fmla="*/ 248 h 711"/>
                <a:gd name="T50" fmla="*/ 711 w 711"/>
                <a:gd name="T51" fmla="*/ 137 h 711"/>
                <a:gd name="T52" fmla="*/ 700 w 711"/>
                <a:gd name="T53" fmla="*/ 24 h 711"/>
                <a:gd name="T54" fmla="*/ 106 w 711"/>
                <a:gd name="T55" fmla="*/ 294 h 711"/>
                <a:gd name="T56" fmla="*/ 106 w 711"/>
                <a:gd name="T57" fmla="*/ 294 h 711"/>
                <a:gd name="T58" fmla="*/ 34 w 711"/>
                <a:gd name="T59" fmla="*/ 678 h 711"/>
                <a:gd name="T60" fmla="*/ 57 w 711"/>
                <a:gd name="T61" fmla="*/ 601 h 711"/>
                <a:gd name="T62" fmla="*/ 89 w 711"/>
                <a:gd name="T63" fmla="*/ 552 h 711"/>
                <a:gd name="T64" fmla="*/ 147 w 711"/>
                <a:gd name="T65" fmla="*/ 632 h 711"/>
                <a:gd name="T66" fmla="*/ 96 w 711"/>
                <a:gd name="T67" fmla="*/ 659 h 711"/>
                <a:gd name="T68" fmla="*/ 201 w 711"/>
                <a:gd name="T69" fmla="*/ 605 h 711"/>
                <a:gd name="T70" fmla="*/ 198 w 711"/>
                <a:gd name="T71" fmla="*/ 603 h 711"/>
                <a:gd name="T72" fmla="*/ 107 w 711"/>
                <a:gd name="T73" fmla="*/ 510 h 711"/>
                <a:gd name="T74" fmla="*/ 270 w 711"/>
                <a:gd name="T75" fmla="*/ 595 h 711"/>
                <a:gd name="T76" fmla="*/ 391 w 711"/>
                <a:gd name="T77" fmla="*/ 630 h 711"/>
                <a:gd name="T78" fmla="*/ 361 w 711"/>
                <a:gd name="T79" fmla="*/ 621 h 711"/>
                <a:gd name="T80" fmla="*/ 361 w 711"/>
                <a:gd name="T81" fmla="*/ 621 h 711"/>
                <a:gd name="T82" fmla="*/ 123 w 711"/>
                <a:gd name="T83" fmla="*/ 408 h 711"/>
                <a:gd name="T84" fmla="*/ 301 w 711"/>
                <a:gd name="T85" fmla="*/ 510 h 711"/>
                <a:gd name="T86" fmla="*/ 320 w 711"/>
                <a:gd name="T87" fmla="*/ 510 h 711"/>
                <a:gd name="T88" fmla="*/ 320 w 711"/>
                <a:gd name="T89" fmla="*/ 490 h 711"/>
                <a:gd name="T90" fmla="*/ 328 w 711"/>
                <a:gd name="T91" fmla="*/ 116 h 711"/>
                <a:gd name="T92" fmla="*/ 418 w 711"/>
                <a:gd name="T93" fmla="*/ 63 h 711"/>
                <a:gd name="T94" fmla="*/ 517 w 711"/>
                <a:gd name="T95" fmla="*/ 34 h 711"/>
                <a:gd name="T96" fmla="*/ 622 w 711"/>
                <a:gd name="T97" fmla="*/ 29 h 711"/>
                <a:gd name="T98" fmla="*/ 682 w 711"/>
                <a:gd name="T99" fmla="*/ 89 h 711"/>
                <a:gd name="T100" fmla="*/ 678 w 711"/>
                <a:gd name="T101" fmla="*/ 194 h 711"/>
                <a:gd name="T102" fmla="*/ 649 w 711"/>
                <a:gd name="T103" fmla="*/ 293 h 711"/>
                <a:gd name="T104" fmla="*/ 595 w 711"/>
                <a:gd name="T105" fmla="*/ 38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11" h="711">
                  <a:moveTo>
                    <a:pt x="700" y="24"/>
                  </a:moveTo>
                  <a:lnTo>
                    <a:pt x="698" y="20"/>
                  </a:lnTo>
                  <a:lnTo>
                    <a:pt x="696" y="15"/>
                  </a:lnTo>
                  <a:lnTo>
                    <a:pt x="696" y="15"/>
                  </a:lnTo>
                  <a:lnTo>
                    <a:pt x="692" y="12"/>
                  </a:lnTo>
                  <a:lnTo>
                    <a:pt x="687" y="11"/>
                  </a:lnTo>
                  <a:lnTo>
                    <a:pt x="659" y="6"/>
                  </a:lnTo>
                  <a:lnTo>
                    <a:pt x="631" y="2"/>
                  </a:lnTo>
                  <a:lnTo>
                    <a:pt x="602" y="0"/>
                  </a:lnTo>
                  <a:lnTo>
                    <a:pt x="575" y="0"/>
                  </a:lnTo>
                  <a:lnTo>
                    <a:pt x="547" y="1"/>
                  </a:lnTo>
                  <a:lnTo>
                    <a:pt x="519" y="5"/>
                  </a:lnTo>
                  <a:lnTo>
                    <a:pt x="491" y="10"/>
                  </a:lnTo>
                  <a:lnTo>
                    <a:pt x="463" y="17"/>
                  </a:lnTo>
                  <a:lnTo>
                    <a:pt x="436" y="26"/>
                  </a:lnTo>
                  <a:lnTo>
                    <a:pt x="409" y="37"/>
                  </a:lnTo>
                  <a:lnTo>
                    <a:pt x="384" y="49"/>
                  </a:lnTo>
                  <a:lnTo>
                    <a:pt x="359" y="63"/>
                  </a:lnTo>
                  <a:lnTo>
                    <a:pt x="334" y="78"/>
                  </a:lnTo>
                  <a:lnTo>
                    <a:pt x="312" y="94"/>
                  </a:lnTo>
                  <a:lnTo>
                    <a:pt x="289" y="112"/>
                  </a:lnTo>
                  <a:lnTo>
                    <a:pt x="269" y="132"/>
                  </a:lnTo>
                  <a:lnTo>
                    <a:pt x="259" y="141"/>
                  </a:lnTo>
                  <a:lnTo>
                    <a:pt x="133" y="141"/>
                  </a:lnTo>
                  <a:lnTo>
                    <a:pt x="127" y="142"/>
                  </a:lnTo>
                  <a:lnTo>
                    <a:pt x="123" y="145"/>
                  </a:lnTo>
                  <a:lnTo>
                    <a:pt x="4" y="264"/>
                  </a:lnTo>
                  <a:lnTo>
                    <a:pt x="1" y="269"/>
                  </a:lnTo>
                  <a:lnTo>
                    <a:pt x="0" y="274"/>
                  </a:lnTo>
                  <a:lnTo>
                    <a:pt x="1" y="279"/>
                  </a:lnTo>
                  <a:lnTo>
                    <a:pt x="4" y="284"/>
                  </a:lnTo>
                  <a:lnTo>
                    <a:pt x="61" y="340"/>
                  </a:lnTo>
                  <a:lnTo>
                    <a:pt x="48" y="352"/>
                  </a:lnTo>
                  <a:lnTo>
                    <a:pt x="45" y="357"/>
                  </a:lnTo>
                  <a:lnTo>
                    <a:pt x="44" y="362"/>
                  </a:lnTo>
                  <a:lnTo>
                    <a:pt x="45" y="367"/>
                  </a:lnTo>
                  <a:lnTo>
                    <a:pt x="48" y="372"/>
                  </a:lnTo>
                  <a:lnTo>
                    <a:pt x="96" y="420"/>
                  </a:lnTo>
                  <a:lnTo>
                    <a:pt x="59" y="488"/>
                  </a:lnTo>
                  <a:lnTo>
                    <a:pt x="56" y="492"/>
                  </a:lnTo>
                  <a:lnTo>
                    <a:pt x="56" y="496"/>
                  </a:lnTo>
                  <a:lnTo>
                    <a:pt x="57" y="501"/>
                  </a:lnTo>
                  <a:lnTo>
                    <a:pt x="61" y="504"/>
                  </a:lnTo>
                  <a:lnTo>
                    <a:pt x="78" y="521"/>
                  </a:lnTo>
                  <a:lnTo>
                    <a:pt x="67" y="534"/>
                  </a:lnTo>
                  <a:lnTo>
                    <a:pt x="57" y="547"/>
                  </a:lnTo>
                  <a:lnTo>
                    <a:pt x="49" y="561"/>
                  </a:lnTo>
                  <a:lnTo>
                    <a:pt x="40" y="575"/>
                  </a:lnTo>
                  <a:lnTo>
                    <a:pt x="33" y="590"/>
                  </a:lnTo>
                  <a:lnTo>
                    <a:pt x="26" y="605"/>
                  </a:lnTo>
                  <a:lnTo>
                    <a:pt x="21" y="620"/>
                  </a:lnTo>
                  <a:lnTo>
                    <a:pt x="16" y="636"/>
                  </a:lnTo>
                  <a:lnTo>
                    <a:pt x="1" y="694"/>
                  </a:lnTo>
                  <a:lnTo>
                    <a:pt x="1" y="695"/>
                  </a:lnTo>
                  <a:lnTo>
                    <a:pt x="1" y="697"/>
                  </a:lnTo>
                  <a:lnTo>
                    <a:pt x="1" y="702"/>
                  </a:lnTo>
                  <a:lnTo>
                    <a:pt x="4" y="707"/>
                  </a:lnTo>
                  <a:lnTo>
                    <a:pt x="9" y="710"/>
                  </a:lnTo>
                  <a:lnTo>
                    <a:pt x="13" y="711"/>
                  </a:lnTo>
                  <a:lnTo>
                    <a:pt x="16" y="711"/>
                  </a:lnTo>
                  <a:lnTo>
                    <a:pt x="18" y="711"/>
                  </a:lnTo>
                  <a:lnTo>
                    <a:pt x="76" y="695"/>
                  </a:lnTo>
                  <a:lnTo>
                    <a:pt x="91" y="691"/>
                  </a:lnTo>
                  <a:lnTo>
                    <a:pt x="107" y="685"/>
                  </a:lnTo>
                  <a:lnTo>
                    <a:pt x="122" y="678"/>
                  </a:lnTo>
                  <a:lnTo>
                    <a:pt x="136" y="671"/>
                  </a:lnTo>
                  <a:lnTo>
                    <a:pt x="150" y="663"/>
                  </a:lnTo>
                  <a:lnTo>
                    <a:pt x="164" y="653"/>
                  </a:lnTo>
                  <a:lnTo>
                    <a:pt x="177" y="643"/>
                  </a:lnTo>
                  <a:lnTo>
                    <a:pt x="189" y="633"/>
                  </a:lnTo>
                  <a:lnTo>
                    <a:pt x="207" y="651"/>
                  </a:lnTo>
                  <a:lnTo>
                    <a:pt x="212" y="653"/>
                  </a:lnTo>
                  <a:lnTo>
                    <a:pt x="217" y="654"/>
                  </a:lnTo>
                  <a:lnTo>
                    <a:pt x="221" y="654"/>
                  </a:lnTo>
                  <a:lnTo>
                    <a:pt x="224" y="653"/>
                  </a:lnTo>
                  <a:lnTo>
                    <a:pt x="290" y="615"/>
                  </a:lnTo>
                  <a:lnTo>
                    <a:pt x="339" y="664"/>
                  </a:lnTo>
                  <a:lnTo>
                    <a:pt x="343" y="666"/>
                  </a:lnTo>
                  <a:lnTo>
                    <a:pt x="348" y="667"/>
                  </a:lnTo>
                  <a:lnTo>
                    <a:pt x="354" y="666"/>
                  </a:lnTo>
                  <a:lnTo>
                    <a:pt x="359" y="664"/>
                  </a:lnTo>
                  <a:lnTo>
                    <a:pt x="371" y="651"/>
                  </a:lnTo>
                  <a:lnTo>
                    <a:pt x="428" y="707"/>
                  </a:lnTo>
                  <a:lnTo>
                    <a:pt x="432" y="710"/>
                  </a:lnTo>
                  <a:lnTo>
                    <a:pt x="437" y="711"/>
                  </a:lnTo>
                  <a:lnTo>
                    <a:pt x="443" y="710"/>
                  </a:lnTo>
                  <a:lnTo>
                    <a:pt x="447" y="707"/>
                  </a:lnTo>
                  <a:lnTo>
                    <a:pt x="565" y="589"/>
                  </a:lnTo>
                  <a:lnTo>
                    <a:pt x="568" y="583"/>
                  </a:lnTo>
                  <a:lnTo>
                    <a:pt x="569" y="578"/>
                  </a:lnTo>
                  <a:lnTo>
                    <a:pt x="569" y="452"/>
                  </a:lnTo>
                  <a:lnTo>
                    <a:pt x="579" y="443"/>
                  </a:lnTo>
                  <a:lnTo>
                    <a:pt x="598" y="422"/>
                  </a:lnTo>
                  <a:lnTo>
                    <a:pt x="616" y="400"/>
                  </a:lnTo>
                  <a:lnTo>
                    <a:pt x="634" y="377"/>
                  </a:lnTo>
                  <a:lnTo>
                    <a:pt x="649" y="352"/>
                  </a:lnTo>
                  <a:lnTo>
                    <a:pt x="663" y="328"/>
                  </a:lnTo>
                  <a:lnTo>
                    <a:pt x="674" y="302"/>
                  </a:lnTo>
                  <a:lnTo>
                    <a:pt x="685" y="275"/>
                  </a:lnTo>
                  <a:lnTo>
                    <a:pt x="694" y="248"/>
                  </a:lnTo>
                  <a:lnTo>
                    <a:pt x="700" y="220"/>
                  </a:lnTo>
                  <a:lnTo>
                    <a:pt x="705" y="192"/>
                  </a:lnTo>
                  <a:lnTo>
                    <a:pt x="709" y="165"/>
                  </a:lnTo>
                  <a:lnTo>
                    <a:pt x="711" y="137"/>
                  </a:lnTo>
                  <a:lnTo>
                    <a:pt x="711" y="108"/>
                  </a:lnTo>
                  <a:lnTo>
                    <a:pt x="709" y="80"/>
                  </a:lnTo>
                  <a:lnTo>
                    <a:pt x="705" y="52"/>
                  </a:lnTo>
                  <a:lnTo>
                    <a:pt x="700" y="24"/>
                  </a:lnTo>
                  <a:close/>
                  <a:moveTo>
                    <a:pt x="34" y="274"/>
                  </a:moveTo>
                  <a:lnTo>
                    <a:pt x="138" y="169"/>
                  </a:lnTo>
                  <a:lnTo>
                    <a:pt x="231" y="169"/>
                  </a:lnTo>
                  <a:lnTo>
                    <a:pt x="106" y="294"/>
                  </a:lnTo>
                  <a:lnTo>
                    <a:pt x="106" y="294"/>
                  </a:lnTo>
                  <a:lnTo>
                    <a:pt x="106" y="294"/>
                  </a:lnTo>
                  <a:lnTo>
                    <a:pt x="106" y="294"/>
                  </a:lnTo>
                  <a:lnTo>
                    <a:pt x="106" y="294"/>
                  </a:lnTo>
                  <a:lnTo>
                    <a:pt x="80" y="320"/>
                  </a:lnTo>
                  <a:lnTo>
                    <a:pt x="34" y="274"/>
                  </a:lnTo>
                  <a:close/>
                  <a:moveTo>
                    <a:pt x="68" y="668"/>
                  </a:moveTo>
                  <a:lnTo>
                    <a:pt x="34" y="678"/>
                  </a:lnTo>
                  <a:lnTo>
                    <a:pt x="42" y="643"/>
                  </a:lnTo>
                  <a:lnTo>
                    <a:pt x="47" y="629"/>
                  </a:lnTo>
                  <a:lnTo>
                    <a:pt x="52" y="615"/>
                  </a:lnTo>
                  <a:lnTo>
                    <a:pt x="57" y="601"/>
                  </a:lnTo>
                  <a:lnTo>
                    <a:pt x="64" y="589"/>
                  </a:lnTo>
                  <a:lnTo>
                    <a:pt x="71" y="576"/>
                  </a:lnTo>
                  <a:lnTo>
                    <a:pt x="80" y="564"/>
                  </a:lnTo>
                  <a:lnTo>
                    <a:pt x="89" y="552"/>
                  </a:lnTo>
                  <a:lnTo>
                    <a:pt x="98" y="541"/>
                  </a:lnTo>
                  <a:lnTo>
                    <a:pt x="170" y="613"/>
                  </a:lnTo>
                  <a:lnTo>
                    <a:pt x="158" y="623"/>
                  </a:lnTo>
                  <a:lnTo>
                    <a:pt x="147" y="632"/>
                  </a:lnTo>
                  <a:lnTo>
                    <a:pt x="135" y="639"/>
                  </a:lnTo>
                  <a:lnTo>
                    <a:pt x="122" y="647"/>
                  </a:lnTo>
                  <a:lnTo>
                    <a:pt x="109" y="653"/>
                  </a:lnTo>
                  <a:lnTo>
                    <a:pt x="96" y="659"/>
                  </a:lnTo>
                  <a:lnTo>
                    <a:pt x="82" y="664"/>
                  </a:lnTo>
                  <a:lnTo>
                    <a:pt x="68" y="668"/>
                  </a:lnTo>
                  <a:close/>
                  <a:moveTo>
                    <a:pt x="219" y="623"/>
                  </a:moveTo>
                  <a:lnTo>
                    <a:pt x="201" y="605"/>
                  </a:lnTo>
                  <a:lnTo>
                    <a:pt x="200" y="605"/>
                  </a:lnTo>
                  <a:lnTo>
                    <a:pt x="200" y="604"/>
                  </a:lnTo>
                  <a:lnTo>
                    <a:pt x="199" y="604"/>
                  </a:lnTo>
                  <a:lnTo>
                    <a:pt x="198" y="603"/>
                  </a:lnTo>
                  <a:lnTo>
                    <a:pt x="108" y="512"/>
                  </a:lnTo>
                  <a:lnTo>
                    <a:pt x="108" y="511"/>
                  </a:lnTo>
                  <a:lnTo>
                    <a:pt x="107" y="511"/>
                  </a:lnTo>
                  <a:lnTo>
                    <a:pt x="107" y="510"/>
                  </a:lnTo>
                  <a:lnTo>
                    <a:pt x="106" y="510"/>
                  </a:lnTo>
                  <a:lnTo>
                    <a:pt x="88" y="492"/>
                  </a:lnTo>
                  <a:lnTo>
                    <a:pt x="116" y="440"/>
                  </a:lnTo>
                  <a:lnTo>
                    <a:pt x="270" y="595"/>
                  </a:lnTo>
                  <a:lnTo>
                    <a:pt x="219" y="623"/>
                  </a:lnTo>
                  <a:close/>
                  <a:moveTo>
                    <a:pt x="541" y="573"/>
                  </a:moveTo>
                  <a:lnTo>
                    <a:pt x="437" y="678"/>
                  </a:lnTo>
                  <a:lnTo>
                    <a:pt x="391" y="630"/>
                  </a:lnTo>
                  <a:lnTo>
                    <a:pt x="541" y="480"/>
                  </a:lnTo>
                  <a:lnTo>
                    <a:pt x="541" y="573"/>
                  </a:lnTo>
                  <a:close/>
                  <a:moveTo>
                    <a:pt x="560" y="423"/>
                  </a:moveTo>
                  <a:lnTo>
                    <a:pt x="361" y="621"/>
                  </a:lnTo>
                  <a:lnTo>
                    <a:pt x="361" y="621"/>
                  </a:lnTo>
                  <a:lnTo>
                    <a:pt x="361" y="621"/>
                  </a:lnTo>
                  <a:lnTo>
                    <a:pt x="361" y="621"/>
                  </a:lnTo>
                  <a:lnTo>
                    <a:pt x="361" y="621"/>
                  </a:lnTo>
                  <a:lnTo>
                    <a:pt x="348" y="634"/>
                  </a:lnTo>
                  <a:lnTo>
                    <a:pt x="303" y="588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78" y="362"/>
                  </a:lnTo>
                  <a:lnTo>
                    <a:pt x="115" y="325"/>
                  </a:lnTo>
                  <a:lnTo>
                    <a:pt x="301" y="510"/>
                  </a:lnTo>
                  <a:lnTo>
                    <a:pt x="305" y="512"/>
                  </a:lnTo>
                  <a:lnTo>
                    <a:pt x="311" y="513"/>
                  </a:lnTo>
                  <a:lnTo>
                    <a:pt x="316" y="512"/>
                  </a:lnTo>
                  <a:lnTo>
                    <a:pt x="320" y="510"/>
                  </a:lnTo>
                  <a:lnTo>
                    <a:pt x="324" y="505"/>
                  </a:lnTo>
                  <a:lnTo>
                    <a:pt x="325" y="500"/>
                  </a:lnTo>
                  <a:lnTo>
                    <a:pt x="324" y="495"/>
                  </a:lnTo>
                  <a:lnTo>
                    <a:pt x="320" y="490"/>
                  </a:lnTo>
                  <a:lnTo>
                    <a:pt x="135" y="305"/>
                  </a:lnTo>
                  <a:lnTo>
                    <a:pt x="288" y="152"/>
                  </a:lnTo>
                  <a:lnTo>
                    <a:pt x="307" y="133"/>
                  </a:lnTo>
                  <a:lnTo>
                    <a:pt x="328" y="116"/>
                  </a:lnTo>
                  <a:lnTo>
                    <a:pt x="349" y="100"/>
                  </a:lnTo>
                  <a:lnTo>
                    <a:pt x="372" y="86"/>
                  </a:lnTo>
                  <a:lnTo>
                    <a:pt x="394" y="73"/>
                  </a:lnTo>
                  <a:lnTo>
                    <a:pt x="418" y="63"/>
                  </a:lnTo>
                  <a:lnTo>
                    <a:pt x="442" y="53"/>
                  </a:lnTo>
                  <a:lnTo>
                    <a:pt x="466" y="44"/>
                  </a:lnTo>
                  <a:lnTo>
                    <a:pt x="492" y="38"/>
                  </a:lnTo>
                  <a:lnTo>
                    <a:pt x="517" y="34"/>
                  </a:lnTo>
                  <a:lnTo>
                    <a:pt x="542" y="29"/>
                  </a:lnTo>
                  <a:lnTo>
                    <a:pt x="569" y="28"/>
                  </a:lnTo>
                  <a:lnTo>
                    <a:pt x="595" y="27"/>
                  </a:lnTo>
                  <a:lnTo>
                    <a:pt x="622" y="29"/>
                  </a:lnTo>
                  <a:lnTo>
                    <a:pt x="648" y="31"/>
                  </a:lnTo>
                  <a:lnTo>
                    <a:pt x="674" y="37"/>
                  </a:lnTo>
                  <a:lnTo>
                    <a:pt x="679" y="63"/>
                  </a:lnTo>
                  <a:lnTo>
                    <a:pt x="682" y="89"/>
                  </a:lnTo>
                  <a:lnTo>
                    <a:pt x="683" y="116"/>
                  </a:lnTo>
                  <a:lnTo>
                    <a:pt x="683" y="142"/>
                  </a:lnTo>
                  <a:lnTo>
                    <a:pt x="681" y="168"/>
                  </a:lnTo>
                  <a:lnTo>
                    <a:pt x="678" y="194"/>
                  </a:lnTo>
                  <a:lnTo>
                    <a:pt x="672" y="219"/>
                  </a:lnTo>
                  <a:lnTo>
                    <a:pt x="666" y="244"/>
                  </a:lnTo>
                  <a:lnTo>
                    <a:pt x="658" y="269"/>
                  </a:lnTo>
                  <a:lnTo>
                    <a:pt x="649" y="293"/>
                  </a:lnTo>
                  <a:lnTo>
                    <a:pt x="637" y="317"/>
                  </a:lnTo>
                  <a:lnTo>
                    <a:pt x="624" y="340"/>
                  </a:lnTo>
                  <a:lnTo>
                    <a:pt x="610" y="361"/>
                  </a:lnTo>
                  <a:lnTo>
                    <a:pt x="595" y="382"/>
                  </a:lnTo>
                  <a:lnTo>
                    <a:pt x="578" y="403"/>
                  </a:lnTo>
                  <a:lnTo>
                    <a:pt x="560" y="4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6" name="Freeform 124">
              <a:extLst>
                <a:ext uri="{FF2B5EF4-FFF2-40B4-BE49-F238E27FC236}">
                  <a16:creationId xmlns:a16="http://schemas.microsoft.com/office/drawing/2014/main" id="{33BBAE6D-FE85-4A53-9B8B-4637F679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813" y="5588001"/>
              <a:ext cx="15875" cy="15875"/>
            </a:xfrm>
            <a:custGeom>
              <a:avLst/>
              <a:gdLst>
                <a:gd name="T0" fmla="*/ 14 w 28"/>
                <a:gd name="T1" fmla="*/ 0 h 28"/>
                <a:gd name="T2" fmla="*/ 8 w 28"/>
                <a:gd name="T3" fmla="*/ 1 h 28"/>
                <a:gd name="T4" fmla="*/ 4 w 28"/>
                <a:gd name="T5" fmla="*/ 3 h 28"/>
                <a:gd name="T6" fmla="*/ 1 w 28"/>
                <a:gd name="T7" fmla="*/ 8 h 28"/>
                <a:gd name="T8" fmla="*/ 0 w 28"/>
                <a:gd name="T9" fmla="*/ 14 h 28"/>
                <a:gd name="T10" fmla="*/ 0 w 28"/>
                <a:gd name="T11" fmla="*/ 14 h 28"/>
                <a:gd name="T12" fmla="*/ 1 w 28"/>
                <a:gd name="T13" fmla="*/ 19 h 28"/>
                <a:gd name="T14" fmla="*/ 3 w 28"/>
                <a:gd name="T15" fmla="*/ 24 h 28"/>
                <a:gd name="T16" fmla="*/ 8 w 28"/>
                <a:gd name="T17" fmla="*/ 26 h 28"/>
                <a:gd name="T18" fmla="*/ 14 w 28"/>
                <a:gd name="T19" fmla="*/ 28 h 28"/>
                <a:gd name="T20" fmla="*/ 14 w 28"/>
                <a:gd name="T21" fmla="*/ 28 h 28"/>
                <a:gd name="T22" fmla="*/ 14 w 28"/>
                <a:gd name="T23" fmla="*/ 28 h 28"/>
                <a:gd name="T24" fmla="*/ 19 w 28"/>
                <a:gd name="T25" fmla="*/ 26 h 28"/>
                <a:gd name="T26" fmla="*/ 23 w 28"/>
                <a:gd name="T27" fmla="*/ 24 h 28"/>
                <a:gd name="T28" fmla="*/ 27 w 28"/>
                <a:gd name="T29" fmla="*/ 20 h 28"/>
                <a:gd name="T30" fmla="*/ 28 w 28"/>
                <a:gd name="T31" fmla="*/ 15 h 28"/>
                <a:gd name="T32" fmla="*/ 28 w 28"/>
                <a:gd name="T33" fmla="*/ 14 h 28"/>
                <a:gd name="T34" fmla="*/ 27 w 28"/>
                <a:gd name="T35" fmla="*/ 8 h 28"/>
                <a:gd name="T36" fmla="*/ 23 w 28"/>
                <a:gd name="T37" fmla="*/ 3 h 28"/>
                <a:gd name="T38" fmla="*/ 19 w 28"/>
                <a:gd name="T39" fmla="*/ 1 h 28"/>
                <a:gd name="T40" fmla="*/ 14 w 28"/>
                <a:gd name="T4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8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8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9" y="26"/>
                  </a:lnTo>
                  <a:lnTo>
                    <a:pt x="23" y="24"/>
                  </a:lnTo>
                  <a:lnTo>
                    <a:pt x="27" y="20"/>
                  </a:lnTo>
                  <a:lnTo>
                    <a:pt x="28" y="15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3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7" name="Freeform 125">
              <a:extLst>
                <a:ext uri="{FF2B5EF4-FFF2-40B4-BE49-F238E27FC236}">
                  <a16:creationId xmlns:a16="http://schemas.microsoft.com/office/drawing/2014/main" id="{34722393-0D53-411A-A541-E6ACAD53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863" y="5534026"/>
              <a:ext cx="115888" cy="123825"/>
            </a:xfrm>
            <a:custGeom>
              <a:avLst/>
              <a:gdLst>
                <a:gd name="T0" fmla="*/ 207 w 219"/>
                <a:gd name="T1" fmla="*/ 154 h 233"/>
                <a:gd name="T2" fmla="*/ 197 w 219"/>
                <a:gd name="T3" fmla="*/ 156 h 233"/>
                <a:gd name="T4" fmla="*/ 186 w 219"/>
                <a:gd name="T5" fmla="*/ 170 h 233"/>
                <a:gd name="T6" fmla="*/ 170 w 219"/>
                <a:gd name="T7" fmla="*/ 186 h 233"/>
                <a:gd name="T8" fmla="*/ 151 w 219"/>
                <a:gd name="T9" fmla="*/ 198 h 233"/>
                <a:gd name="T10" fmla="*/ 129 w 219"/>
                <a:gd name="T11" fmla="*/ 205 h 233"/>
                <a:gd name="T12" fmla="*/ 107 w 219"/>
                <a:gd name="T13" fmla="*/ 205 h 233"/>
                <a:gd name="T14" fmla="*/ 90 w 219"/>
                <a:gd name="T15" fmla="*/ 201 h 233"/>
                <a:gd name="T16" fmla="*/ 74 w 219"/>
                <a:gd name="T17" fmla="*/ 194 h 233"/>
                <a:gd name="T18" fmla="*/ 60 w 219"/>
                <a:gd name="T19" fmla="*/ 184 h 233"/>
                <a:gd name="T20" fmla="*/ 48 w 219"/>
                <a:gd name="T21" fmla="*/ 172 h 233"/>
                <a:gd name="T22" fmla="*/ 38 w 219"/>
                <a:gd name="T23" fmla="*/ 158 h 233"/>
                <a:gd name="T24" fmla="*/ 32 w 219"/>
                <a:gd name="T25" fmla="*/ 142 h 233"/>
                <a:gd name="T26" fmla="*/ 29 w 219"/>
                <a:gd name="T27" fmla="*/ 125 h 233"/>
                <a:gd name="T28" fmla="*/ 29 w 219"/>
                <a:gd name="T29" fmla="*/ 107 h 233"/>
                <a:gd name="T30" fmla="*/ 32 w 219"/>
                <a:gd name="T31" fmla="*/ 90 h 233"/>
                <a:gd name="T32" fmla="*/ 38 w 219"/>
                <a:gd name="T33" fmla="*/ 74 h 233"/>
                <a:gd name="T34" fmla="*/ 48 w 219"/>
                <a:gd name="T35" fmla="*/ 60 h 233"/>
                <a:gd name="T36" fmla="*/ 60 w 219"/>
                <a:gd name="T37" fmla="*/ 48 h 233"/>
                <a:gd name="T38" fmla="*/ 74 w 219"/>
                <a:gd name="T39" fmla="*/ 38 h 233"/>
                <a:gd name="T40" fmla="*/ 90 w 219"/>
                <a:gd name="T41" fmla="*/ 31 h 233"/>
                <a:gd name="T42" fmla="*/ 107 w 219"/>
                <a:gd name="T43" fmla="*/ 27 h 233"/>
                <a:gd name="T44" fmla="*/ 126 w 219"/>
                <a:gd name="T45" fmla="*/ 27 h 233"/>
                <a:gd name="T46" fmla="*/ 146 w 219"/>
                <a:gd name="T47" fmla="*/ 32 h 233"/>
                <a:gd name="T48" fmla="*/ 163 w 219"/>
                <a:gd name="T49" fmla="*/ 40 h 233"/>
                <a:gd name="T50" fmla="*/ 178 w 219"/>
                <a:gd name="T51" fmla="*/ 52 h 233"/>
                <a:gd name="T52" fmla="*/ 189 w 219"/>
                <a:gd name="T53" fmla="*/ 63 h 233"/>
                <a:gd name="T54" fmla="*/ 199 w 219"/>
                <a:gd name="T55" fmla="*/ 63 h 233"/>
                <a:gd name="T56" fmla="*/ 208 w 219"/>
                <a:gd name="T57" fmla="*/ 56 h 233"/>
                <a:gd name="T58" fmla="*/ 209 w 219"/>
                <a:gd name="T59" fmla="*/ 46 h 233"/>
                <a:gd name="T60" fmla="*/ 197 w 219"/>
                <a:gd name="T61" fmla="*/ 32 h 233"/>
                <a:gd name="T62" fmla="*/ 177 w 219"/>
                <a:gd name="T63" fmla="*/ 17 h 233"/>
                <a:gd name="T64" fmla="*/ 154 w 219"/>
                <a:gd name="T65" fmla="*/ 6 h 233"/>
                <a:gd name="T66" fmla="*/ 130 w 219"/>
                <a:gd name="T67" fmla="*/ 1 h 233"/>
                <a:gd name="T68" fmla="*/ 105 w 219"/>
                <a:gd name="T69" fmla="*/ 0 h 233"/>
                <a:gd name="T70" fmla="*/ 82 w 219"/>
                <a:gd name="T71" fmla="*/ 5 h 233"/>
                <a:gd name="T72" fmla="*/ 61 w 219"/>
                <a:gd name="T73" fmla="*/ 14 h 233"/>
                <a:gd name="T74" fmla="*/ 43 w 219"/>
                <a:gd name="T75" fmla="*/ 26 h 233"/>
                <a:gd name="T76" fmla="*/ 27 w 219"/>
                <a:gd name="T77" fmla="*/ 41 h 233"/>
                <a:gd name="T78" fmla="*/ 14 w 219"/>
                <a:gd name="T79" fmla="*/ 61 h 233"/>
                <a:gd name="T80" fmla="*/ 5 w 219"/>
                <a:gd name="T81" fmla="*/ 81 h 233"/>
                <a:gd name="T82" fmla="*/ 1 w 219"/>
                <a:gd name="T83" fmla="*/ 104 h 233"/>
                <a:gd name="T84" fmla="*/ 1 w 219"/>
                <a:gd name="T85" fmla="*/ 128 h 233"/>
                <a:gd name="T86" fmla="*/ 5 w 219"/>
                <a:gd name="T87" fmla="*/ 151 h 233"/>
                <a:gd name="T88" fmla="*/ 14 w 219"/>
                <a:gd name="T89" fmla="*/ 171 h 233"/>
                <a:gd name="T90" fmla="*/ 27 w 219"/>
                <a:gd name="T91" fmla="*/ 191 h 233"/>
                <a:gd name="T92" fmla="*/ 43 w 219"/>
                <a:gd name="T93" fmla="*/ 206 h 233"/>
                <a:gd name="T94" fmla="*/ 61 w 219"/>
                <a:gd name="T95" fmla="*/ 219 h 233"/>
                <a:gd name="T96" fmla="*/ 82 w 219"/>
                <a:gd name="T97" fmla="*/ 227 h 233"/>
                <a:gd name="T98" fmla="*/ 105 w 219"/>
                <a:gd name="T99" fmla="*/ 233 h 233"/>
                <a:gd name="T100" fmla="*/ 132 w 219"/>
                <a:gd name="T101" fmla="*/ 231 h 233"/>
                <a:gd name="T102" fmla="*/ 161 w 219"/>
                <a:gd name="T103" fmla="*/ 224 h 233"/>
                <a:gd name="T104" fmla="*/ 188 w 219"/>
                <a:gd name="T105" fmla="*/ 209 h 233"/>
                <a:gd name="T106" fmla="*/ 209 w 219"/>
                <a:gd name="T107" fmla="*/ 187 h 233"/>
                <a:gd name="T108" fmla="*/ 219 w 219"/>
                <a:gd name="T109" fmla="*/ 169 h 233"/>
                <a:gd name="T110" fmla="*/ 217 w 219"/>
                <a:gd name="T111" fmla="*/ 16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9" h="233">
                  <a:moveTo>
                    <a:pt x="212" y="156"/>
                  </a:moveTo>
                  <a:lnTo>
                    <a:pt x="207" y="154"/>
                  </a:lnTo>
                  <a:lnTo>
                    <a:pt x="201" y="154"/>
                  </a:lnTo>
                  <a:lnTo>
                    <a:pt x="197" y="156"/>
                  </a:lnTo>
                  <a:lnTo>
                    <a:pt x="193" y="161"/>
                  </a:lnTo>
                  <a:lnTo>
                    <a:pt x="186" y="170"/>
                  </a:lnTo>
                  <a:lnTo>
                    <a:pt x="179" y="179"/>
                  </a:lnTo>
                  <a:lnTo>
                    <a:pt x="170" y="186"/>
                  </a:lnTo>
                  <a:lnTo>
                    <a:pt x="161" y="193"/>
                  </a:lnTo>
                  <a:lnTo>
                    <a:pt x="151" y="198"/>
                  </a:lnTo>
                  <a:lnTo>
                    <a:pt x="139" y="202"/>
                  </a:lnTo>
                  <a:lnTo>
                    <a:pt x="129" y="205"/>
                  </a:lnTo>
                  <a:lnTo>
                    <a:pt x="117" y="205"/>
                  </a:lnTo>
                  <a:lnTo>
                    <a:pt x="107" y="205"/>
                  </a:lnTo>
                  <a:lnTo>
                    <a:pt x="99" y="204"/>
                  </a:lnTo>
                  <a:lnTo>
                    <a:pt x="90" y="201"/>
                  </a:lnTo>
                  <a:lnTo>
                    <a:pt x="82" y="198"/>
                  </a:lnTo>
                  <a:lnTo>
                    <a:pt x="74" y="194"/>
                  </a:lnTo>
                  <a:lnTo>
                    <a:pt x="67" y="190"/>
                  </a:lnTo>
                  <a:lnTo>
                    <a:pt x="60" y="184"/>
                  </a:lnTo>
                  <a:lnTo>
                    <a:pt x="53" y="179"/>
                  </a:lnTo>
                  <a:lnTo>
                    <a:pt x="48" y="172"/>
                  </a:lnTo>
                  <a:lnTo>
                    <a:pt x="43" y="166"/>
                  </a:lnTo>
                  <a:lnTo>
                    <a:pt x="38" y="158"/>
                  </a:lnTo>
                  <a:lnTo>
                    <a:pt x="35" y="151"/>
                  </a:lnTo>
                  <a:lnTo>
                    <a:pt x="32" y="142"/>
                  </a:lnTo>
                  <a:lnTo>
                    <a:pt x="30" y="134"/>
                  </a:lnTo>
                  <a:lnTo>
                    <a:pt x="29" y="125"/>
                  </a:lnTo>
                  <a:lnTo>
                    <a:pt x="28" y="117"/>
                  </a:lnTo>
                  <a:lnTo>
                    <a:pt x="29" y="107"/>
                  </a:lnTo>
                  <a:lnTo>
                    <a:pt x="30" y="98"/>
                  </a:lnTo>
                  <a:lnTo>
                    <a:pt x="32" y="90"/>
                  </a:lnTo>
                  <a:lnTo>
                    <a:pt x="35" y="81"/>
                  </a:lnTo>
                  <a:lnTo>
                    <a:pt x="38" y="74"/>
                  </a:lnTo>
                  <a:lnTo>
                    <a:pt x="43" y="66"/>
                  </a:lnTo>
                  <a:lnTo>
                    <a:pt x="48" y="60"/>
                  </a:lnTo>
                  <a:lnTo>
                    <a:pt x="53" y="53"/>
                  </a:lnTo>
                  <a:lnTo>
                    <a:pt x="60" y="48"/>
                  </a:lnTo>
                  <a:lnTo>
                    <a:pt x="67" y="43"/>
                  </a:lnTo>
                  <a:lnTo>
                    <a:pt x="74" y="38"/>
                  </a:lnTo>
                  <a:lnTo>
                    <a:pt x="82" y="34"/>
                  </a:lnTo>
                  <a:lnTo>
                    <a:pt x="90" y="31"/>
                  </a:lnTo>
                  <a:lnTo>
                    <a:pt x="99" y="29"/>
                  </a:lnTo>
                  <a:lnTo>
                    <a:pt x="107" y="27"/>
                  </a:lnTo>
                  <a:lnTo>
                    <a:pt x="117" y="27"/>
                  </a:lnTo>
                  <a:lnTo>
                    <a:pt x="126" y="27"/>
                  </a:lnTo>
                  <a:lnTo>
                    <a:pt x="136" y="30"/>
                  </a:lnTo>
                  <a:lnTo>
                    <a:pt x="146" y="32"/>
                  </a:lnTo>
                  <a:lnTo>
                    <a:pt x="154" y="35"/>
                  </a:lnTo>
                  <a:lnTo>
                    <a:pt x="163" y="40"/>
                  </a:lnTo>
                  <a:lnTo>
                    <a:pt x="170" y="46"/>
                  </a:lnTo>
                  <a:lnTo>
                    <a:pt x="178" y="52"/>
                  </a:lnTo>
                  <a:lnTo>
                    <a:pt x="184" y="59"/>
                  </a:lnTo>
                  <a:lnTo>
                    <a:pt x="189" y="63"/>
                  </a:lnTo>
                  <a:lnTo>
                    <a:pt x="194" y="64"/>
                  </a:lnTo>
                  <a:lnTo>
                    <a:pt x="199" y="63"/>
                  </a:lnTo>
                  <a:lnTo>
                    <a:pt x="205" y="61"/>
                  </a:lnTo>
                  <a:lnTo>
                    <a:pt x="208" y="56"/>
                  </a:lnTo>
                  <a:lnTo>
                    <a:pt x="209" y="51"/>
                  </a:lnTo>
                  <a:lnTo>
                    <a:pt x="209" y="46"/>
                  </a:lnTo>
                  <a:lnTo>
                    <a:pt x="206" y="41"/>
                  </a:lnTo>
                  <a:lnTo>
                    <a:pt x="197" y="32"/>
                  </a:lnTo>
                  <a:lnTo>
                    <a:pt x="188" y="23"/>
                  </a:lnTo>
                  <a:lnTo>
                    <a:pt x="177" y="17"/>
                  </a:lnTo>
                  <a:lnTo>
                    <a:pt x="166" y="10"/>
                  </a:lnTo>
                  <a:lnTo>
                    <a:pt x="154" y="6"/>
                  </a:lnTo>
                  <a:lnTo>
                    <a:pt x="142" y="2"/>
                  </a:lnTo>
                  <a:lnTo>
                    <a:pt x="130" y="1"/>
                  </a:lnTo>
                  <a:lnTo>
                    <a:pt x="117" y="0"/>
                  </a:lnTo>
                  <a:lnTo>
                    <a:pt x="105" y="0"/>
                  </a:lnTo>
                  <a:lnTo>
                    <a:pt x="93" y="2"/>
                  </a:lnTo>
                  <a:lnTo>
                    <a:pt x="82" y="5"/>
                  </a:lnTo>
                  <a:lnTo>
                    <a:pt x="72" y="8"/>
                  </a:lnTo>
                  <a:lnTo>
                    <a:pt x="61" y="14"/>
                  </a:lnTo>
                  <a:lnTo>
                    <a:pt x="51" y="19"/>
                  </a:lnTo>
                  <a:lnTo>
                    <a:pt x="43" y="26"/>
                  </a:lnTo>
                  <a:lnTo>
                    <a:pt x="34" y="34"/>
                  </a:lnTo>
                  <a:lnTo>
                    <a:pt x="27" y="41"/>
                  </a:lnTo>
                  <a:lnTo>
                    <a:pt x="20" y="51"/>
                  </a:lnTo>
                  <a:lnTo>
                    <a:pt x="14" y="61"/>
                  </a:lnTo>
                  <a:lnTo>
                    <a:pt x="9" y="70"/>
                  </a:lnTo>
                  <a:lnTo>
                    <a:pt x="5" y="81"/>
                  </a:lnTo>
                  <a:lnTo>
                    <a:pt x="2" y="93"/>
                  </a:lnTo>
                  <a:lnTo>
                    <a:pt x="1" y="104"/>
                  </a:lnTo>
                  <a:lnTo>
                    <a:pt x="0" y="117"/>
                  </a:lnTo>
                  <a:lnTo>
                    <a:pt x="1" y="128"/>
                  </a:lnTo>
                  <a:lnTo>
                    <a:pt x="2" y="139"/>
                  </a:lnTo>
                  <a:lnTo>
                    <a:pt x="5" y="151"/>
                  </a:lnTo>
                  <a:lnTo>
                    <a:pt x="9" y="162"/>
                  </a:lnTo>
                  <a:lnTo>
                    <a:pt x="14" y="171"/>
                  </a:lnTo>
                  <a:lnTo>
                    <a:pt x="20" y="181"/>
                  </a:lnTo>
                  <a:lnTo>
                    <a:pt x="27" y="191"/>
                  </a:lnTo>
                  <a:lnTo>
                    <a:pt x="34" y="198"/>
                  </a:lnTo>
                  <a:lnTo>
                    <a:pt x="43" y="206"/>
                  </a:lnTo>
                  <a:lnTo>
                    <a:pt x="51" y="213"/>
                  </a:lnTo>
                  <a:lnTo>
                    <a:pt x="61" y="219"/>
                  </a:lnTo>
                  <a:lnTo>
                    <a:pt x="72" y="224"/>
                  </a:lnTo>
                  <a:lnTo>
                    <a:pt x="82" y="227"/>
                  </a:lnTo>
                  <a:lnTo>
                    <a:pt x="93" y="230"/>
                  </a:lnTo>
                  <a:lnTo>
                    <a:pt x="105" y="233"/>
                  </a:lnTo>
                  <a:lnTo>
                    <a:pt x="117" y="233"/>
                  </a:lnTo>
                  <a:lnTo>
                    <a:pt x="132" y="231"/>
                  </a:lnTo>
                  <a:lnTo>
                    <a:pt x="147" y="228"/>
                  </a:lnTo>
                  <a:lnTo>
                    <a:pt x="161" y="224"/>
                  </a:lnTo>
                  <a:lnTo>
                    <a:pt x="175" y="218"/>
                  </a:lnTo>
                  <a:lnTo>
                    <a:pt x="188" y="209"/>
                  </a:lnTo>
                  <a:lnTo>
                    <a:pt x="198" y="199"/>
                  </a:lnTo>
                  <a:lnTo>
                    <a:pt x="209" y="187"/>
                  </a:lnTo>
                  <a:lnTo>
                    <a:pt x="218" y="175"/>
                  </a:lnTo>
                  <a:lnTo>
                    <a:pt x="219" y="169"/>
                  </a:lnTo>
                  <a:lnTo>
                    <a:pt x="219" y="164"/>
                  </a:lnTo>
                  <a:lnTo>
                    <a:pt x="217" y="160"/>
                  </a:lnTo>
                  <a:lnTo>
                    <a:pt x="212" y="1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8" name="Freeform 126">
              <a:extLst>
                <a:ext uri="{FF2B5EF4-FFF2-40B4-BE49-F238E27FC236}">
                  <a16:creationId xmlns:a16="http://schemas.microsoft.com/office/drawing/2014/main" id="{02F6940E-C3DC-4EF7-AE9B-535327E9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5713413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99" name="Freeform 127">
            <a:extLst>
              <a:ext uri="{FF2B5EF4-FFF2-40B4-BE49-F238E27FC236}">
                <a16:creationId xmlns:a16="http://schemas.microsoft.com/office/drawing/2014/main" id="{CD828AAB-0DED-4AE9-A5F8-1B18A2017EF1}"/>
              </a:ext>
            </a:extLst>
          </p:cNvPr>
          <p:cNvSpPr>
            <a:spLocks/>
          </p:cNvSpPr>
          <p:nvPr/>
        </p:nvSpPr>
        <p:spPr bwMode="auto">
          <a:xfrm>
            <a:off x="4778376" y="4886326"/>
            <a:ext cx="14288" cy="15875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3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3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00" name="Freeform 128">
            <a:extLst>
              <a:ext uri="{FF2B5EF4-FFF2-40B4-BE49-F238E27FC236}">
                <a16:creationId xmlns:a16="http://schemas.microsoft.com/office/drawing/2014/main" id="{8802E52B-D4D3-4D02-9362-7D6DCBE680F5}"/>
              </a:ext>
            </a:extLst>
          </p:cNvPr>
          <p:cNvSpPr>
            <a:spLocks noEditPoints="1"/>
          </p:cNvSpPr>
          <p:nvPr/>
        </p:nvSpPr>
        <p:spPr bwMode="auto">
          <a:xfrm>
            <a:off x="4554538" y="4803776"/>
            <a:ext cx="179388" cy="179388"/>
          </a:xfrm>
          <a:custGeom>
            <a:avLst/>
            <a:gdLst>
              <a:gd name="T0" fmla="*/ 233 w 339"/>
              <a:gd name="T1" fmla="*/ 106 h 339"/>
              <a:gd name="T2" fmla="*/ 232 w 339"/>
              <a:gd name="T3" fmla="*/ 9 h 339"/>
              <a:gd name="T4" fmla="*/ 224 w 339"/>
              <a:gd name="T5" fmla="*/ 1 h 339"/>
              <a:gd name="T6" fmla="*/ 119 w 339"/>
              <a:gd name="T7" fmla="*/ 0 h 339"/>
              <a:gd name="T8" fmla="*/ 110 w 339"/>
              <a:gd name="T9" fmla="*/ 4 h 339"/>
              <a:gd name="T10" fmla="*/ 105 w 339"/>
              <a:gd name="T11" fmla="*/ 14 h 339"/>
              <a:gd name="T12" fmla="*/ 14 w 339"/>
              <a:gd name="T13" fmla="*/ 106 h 339"/>
              <a:gd name="T14" fmla="*/ 5 w 339"/>
              <a:gd name="T15" fmla="*/ 110 h 339"/>
              <a:gd name="T16" fmla="*/ 0 w 339"/>
              <a:gd name="T17" fmla="*/ 120 h 339"/>
              <a:gd name="T18" fmla="*/ 1 w 339"/>
              <a:gd name="T19" fmla="*/ 226 h 339"/>
              <a:gd name="T20" fmla="*/ 9 w 339"/>
              <a:gd name="T21" fmla="*/ 233 h 339"/>
              <a:gd name="T22" fmla="*/ 105 w 339"/>
              <a:gd name="T23" fmla="*/ 234 h 339"/>
              <a:gd name="T24" fmla="*/ 106 w 339"/>
              <a:gd name="T25" fmla="*/ 331 h 339"/>
              <a:gd name="T26" fmla="*/ 114 w 339"/>
              <a:gd name="T27" fmla="*/ 338 h 339"/>
              <a:gd name="T28" fmla="*/ 219 w 339"/>
              <a:gd name="T29" fmla="*/ 339 h 339"/>
              <a:gd name="T30" fmla="*/ 229 w 339"/>
              <a:gd name="T31" fmla="*/ 335 h 339"/>
              <a:gd name="T32" fmla="*/ 233 w 339"/>
              <a:gd name="T33" fmla="*/ 325 h 339"/>
              <a:gd name="T34" fmla="*/ 325 w 339"/>
              <a:gd name="T35" fmla="*/ 234 h 339"/>
              <a:gd name="T36" fmla="*/ 335 w 339"/>
              <a:gd name="T37" fmla="*/ 230 h 339"/>
              <a:gd name="T38" fmla="*/ 339 w 339"/>
              <a:gd name="T39" fmla="*/ 220 h 339"/>
              <a:gd name="T40" fmla="*/ 338 w 339"/>
              <a:gd name="T41" fmla="*/ 115 h 339"/>
              <a:gd name="T42" fmla="*/ 331 w 339"/>
              <a:gd name="T43" fmla="*/ 107 h 339"/>
              <a:gd name="T44" fmla="*/ 311 w 339"/>
              <a:gd name="T45" fmla="*/ 206 h 339"/>
              <a:gd name="T46" fmla="*/ 214 w 339"/>
              <a:gd name="T47" fmla="*/ 207 h 339"/>
              <a:gd name="T48" fmla="*/ 206 w 339"/>
              <a:gd name="T49" fmla="*/ 215 h 339"/>
              <a:gd name="T50" fmla="*/ 205 w 339"/>
              <a:gd name="T51" fmla="*/ 311 h 339"/>
              <a:gd name="T52" fmla="*/ 133 w 339"/>
              <a:gd name="T53" fmla="*/ 220 h 339"/>
              <a:gd name="T54" fmla="*/ 129 w 339"/>
              <a:gd name="T55" fmla="*/ 211 h 339"/>
              <a:gd name="T56" fmla="*/ 119 w 339"/>
              <a:gd name="T57" fmla="*/ 206 h 339"/>
              <a:gd name="T58" fmla="*/ 28 w 339"/>
              <a:gd name="T59" fmla="*/ 134 h 339"/>
              <a:gd name="T60" fmla="*/ 125 w 339"/>
              <a:gd name="T61" fmla="*/ 133 h 339"/>
              <a:gd name="T62" fmla="*/ 132 w 339"/>
              <a:gd name="T63" fmla="*/ 126 h 339"/>
              <a:gd name="T64" fmla="*/ 133 w 339"/>
              <a:gd name="T65" fmla="*/ 28 h 339"/>
              <a:gd name="T66" fmla="*/ 205 w 339"/>
              <a:gd name="T67" fmla="*/ 120 h 339"/>
              <a:gd name="T68" fmla="*/ 209 w 339"/>
              <a:gd name="T69" fmla="*/ 130 h 339"/>
              <a:gd name="T70" fmla="*/ 219 w 339"/>
              <a:gd name="T71" fmla="*/ 134 h 339"/>
              <a:gd name="T72" fmla="*/ 311 w 339"/>
              <a:gd name="T73" fmla="*/ 206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39" h="339">
                <a:moveTo>
                  <a:pt x="325" y="106"/>
                </a:moveTo>
                <a:lnTo>
                  <a:pt x="233" y="106"/>
                </a:lnTo>
                <a:lnTo>
                  <a:pt x="233" y="14"/>
                </a:lnTo>
                <a:lnTo>
                  <a:pt x="232" y="9"/>
                </a:lnTo>
                <a:lnTo>
                  <a:pt x="229" y="4"/>
                </a:lnTo>
                <a:lnTo>
                  <a:pt x="224" y="1"/>
                </a:lnTo>
                <a:lnTo>
                  <a:pt x="219" y="0"/>
                </a:lnTo>
                <a:lnTo>
                  <a:pt x="119" y="0"/>
                </a:lnTo>
                <a:lnTo>
                  <a:pt x="114" y="1"/>
                </a:lnTo>
                <a:lnTo>
                  <a:pt x="110" y="4"/>
                </a:lnTo>
                <a:lnTo>
                  <a:pt x="106" y="9"/>
                </a:lnTo>
                <a:lnTo>
                  <a:pt x="105" y="14"/>
                </a:lnTo>
                <a:lnTo>
                  <a:pt x="105" y="106"/>
                </a:lnTo>
                <a:lnTo>
                  <a:pt x="14" y="106"/>
                </a:lnTo>
                <a:lnTo>
                  <a:pt x="9" y="107"/>
                </a:lnTo>
                <a:lnTo>
                  <a:pt x="5" y="110"/>
                </a:lnTo>
                <a:lnTo>
                  <a:pt x="1" y="115"/>
                </a:lnTo>
                <a:lnTo>
                  <a:pt x="0" y="120"/>
                </a:lnTo>
                <a:lnTo>
                  <a:pt x="0" y="220"/>
                </a:lnTo>
                <a:lnTo>
                  <a:pt x="1" y="226"/>
                </a:lnTo>
                <a:lnTo>
                  <a:pt x="5" y="230"/>
                </a:lnTo>
                <a:lnTo>
                  <a:pt x="9" y="233"/>
                </a:lnTo>
                <a:lnTo>
                  <a:pt x="14" y="234"/>
                </a:lnTo>
                <a:lnTo>
                  <a:pt x="105" y="234"/>
                </a:lnTo>
                <a:lnTo>
                  <a:pt x="105" y="325"/>
                </a:lnTo>
                <a:lnTo>
                  <a:pt x="106" y="331"/>
                </a:lnTo>
                <a:lnTo>
                  <a:pt x="110" y="335"/>
                </a:lnTo>
                <a:lnTo>
                  <a:pt x="114" y="338"/>
                </a:lnTo>
                <a:lnTo>
                  <a:pt x="119" y="339"/>
                </a:lnTo>
                <a:lnTo>
                  <a:pt x="219" y="339"/>
                </a:lnTo>
                <a:lnTo>
                  <a:pt x="224" y="338"/>
                </a:lnTo>
                <a:lnTo>
                  <a:pt x="229" y="335"/>
                </a:lnTo>
                <a:lnTo>
                  <a:pt x="232" y="331"/>
                </a:lnTo>
                <a:lnTo>
                  <a:pt x="233" y="325"/>
                </a:lnTo>
                <a:lnTo>
                  <a:pt x="233" y="234"/>
                </a:lnTo>
                <a:lnTo>
                  <a:pt x="325" y="234"/>
                </a:lnTo>
                <a:lnTo>
                  <a:pt x="331" y="233"/>
                </a:lnTo>
                <a:lnTo>
                  <a:pt x="335" y="230"/>
                </a:lnTo>
                <a:lnTo>
                  <a:pt x="338" y="226"/>
                </a:lnTo>
                <a:lnTo>
                  <a:pt x="339" y="220"/>
                </a:lnTo>
                <a:lnTo>
                  <a:pt x="339" y="120"/>
                </a:lnTo>
                <a:lnTo>
                  <a:pt x="338" y="115"/>
                </a:lnTo>
                <a:lnTo>
                  <a:pt x="335" y="110"/>
                </a:lnTo>
                <a:lnTo>
                  <a:pt x="331" y="107"/>
                </a:lnTo>
                <a:lnTo>
                  <a:pt x="325" y="106"/>
                </a:lnTo>
                <a:close/>
                <a:moveTo>
                  <a:pt x="311" y="206"/>
                </a:moveTo>
                <a:lnTo>
                  <a:pt x="219" y="206"/>
                </a:lnTo>
                <a:lnTo>
                  <a:pt x="214" y="207"/>
                </a:lnTo>
                <a:lnTo>
                  <a:pt x="209" y="211"/>
                </a:lnTo>
                <a:lnTo>
                  <a:pt x="206" y="215"/>
                </a:lnTo>
                <a:lnTo>
                  <a:pt x="205" y="220"/>
                </a:lnTo>
                <a:lnTo>
                  <a:pt x="205" y="311"/>
                </a:lnTo>
                <a:lnTo>
                  <a:pt x="133" y="311"/>
                </a:lnTo>
                <a:lnTo>
                  <a:pt x="133" y="220"/>
                </a:lnTo>
                <a:lnTo>
                  <a:pt x="132" y="215"/>
                </a:lnTo>
                <a:lnTo>
                  <a:pt x="129" y="211"/>
                </a:lnTo>
                <a:lnTo>
                  <a:pt x="125" y="207"/>
                </a:lnTo>
                <a:lnTo>
                  <a:pt x="119" y="206"/>
                </a:lnTo>
                <a:lnTo>
                  <a:pt x="28" y="206"/>
                </a:lnTo>
                <a:lnTo>
                  <a:pt x="28" y="134"/>
                </a:lnTo>
                <a:lnTo>
                  <a:pt x="119" y="134"/>
                </a:lnTo>
                <a:lnTo>
                  <a:pt x="125" y="133"/>
                </a:lnTo>
                <a:lnTo>
                  <a:pt x="129" y="130"/>
                </a:lnTo>
                <a:lnTo>
                  <a:pt x="132" y="126"/>
                </a:lnTo>
                <a:lnTo>
                  <a:pt x="133" y="120"/>
                </a:lnTo>
                <a:lnTo>
                  <a:pt x="133" y="28"/>
                </a:lnTo>
                <a:lnTo>
                  <a:pt x="205" y="28"/>
                </a:lnTo>
                <a:lnTo>
                  <a:pt x="205" y="120"/>
                </a:lnTo>
                <a:lnTo>
                  <a:pt x="206" y="126"/>
                </a:lnTo>
                <a:lnTo>
                  <a:pt x="209" y="130"/>
                </a:lnTo>
                <a:lnTo>
                  <a:pt x="214" y="133"/>
                </a:lnTo>
                <a:lnTo>
                  <a:pt x="219" y="134"/>
                </a:lnTo>
                <a:lnTo>
                  <a:pt x="311" y="134"/>
                </a:lnTo>
                <a:lnTo>
                  <a:pt x="311" y="2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01" name="Freeform 129">
            <a:extLst>
              <a:ext uri="{FF2B5EF4-FFF2-40B4-BE49-F238E27FC236}">
                <a16:creationId xmlns:a16="http://schemas.microsoft.com/office/drawing/2014/main" id="{1655BAEE-D00D-4C63-8B3E-DAF4476302D4}"/>
              </a:ext>
            </a:extLst>
          </p:cNvPr>
          <p:cNvSpPr>
            <a:spLocks/>
          </p:cNvSpPr>
          <p:nvPr/>
        </p:nvSpPr>
        <p:spPr bwMode="auto">
          <a:xfrm>
            <a:off x="4583113" y="5032376"/>
            <a:ext cx="14288" cy="14288"/>
          </a:xfrm>
          <a:custGeom>
            <a:avLst/>
            <a:gdLst>
              <a:gd name="T0" fmla="*/ 23 w 27"/>
              <a:gd name="T1" fmla="*/ 4 h 28"/>
              <a:gd name="T2" fmla="*/ 18 w 27"/>
              <a:gd name="T3" fmla="*/ 1 h 28"/>
              <a:gd name="T4" fmla="*/ 13 w 27"/>
              <a:gd name="T5" fmla="*/ 0 h 28"/>
              <a:gd name="T6" fmla="*/ 8 w 27"/>
              <a:gd name="T7" fmla="*/ 1 h 28"/>
              <a:gd name="T8" fmla="*/ 3 w 27"/>
              <a:gd name="T9" fmla="*/ 4 h 28"/>
              <a:gd name="T10" fmla="*/ 1 w 27"/>
              <a:gd name="T11" fmla="*/ 8 h 28"/>
              <a:gd name="T12" fmla="*/ 0 w 27"/>
              <a:gd name="T13" fmla="*/ 14 h 28"/>
              <a:gd name="T14" fmla="*/ 1 w 27"/>
              <a:gd name="T15" fmla="*/ 19 h 28"/>
              <a:gd name="T16" fmla="*/ 3 w 27"/>
              <a:gd name="T17" fmla="*/ 24 h 28"/>
              <a:gd name="T18" fmla="*/ 8 w 27"/>
              <a:gd name="T19" fmla="*/ 26 h 28"/>
              <a:gd name="T20" fmla="*/ 13 w 27"/>
              <a:gd name="T21" fmla="*/ 28 h 28"/>
              <a:gd name="T22" fmla="*/ 18 w 27"/>
              <a:gd name="T23" fmla="*/ 26 h 28"/>
              <a:gd name="T24" fmla="*/ 23 w 27"/>
              <a:gd name="T25" fmla="*/ 24 h 28"/>
              <a:gd name="T26" fmla="*/ 25 w 27"/>
              <a:gd name="T27" fmla="*/ 19 h 28"/>
              <a:gd name="T28" fmla="*/ 27 w 27"/>
              <a:gd name="T29" fmla="*/ 14 h 28"/>
              <a:gd name="T30" fmla="*/ 25 w 27"/>
              <a:gd name="T31" fmla="*/ 8 h 28"/>
              <a:gd name="T32" fmla="*/ 23 w 27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8">
                <a:moveTo>
                  <a:pt x="23" y="4"/>
                </a:moveTo>
                <a:lnTo>
                  <a:pt x="18" y="1"/>
                </a:lnTo>
                <a:lnTo>
                  <a:pt x="13" y="0"/>
                </a:lnTo>
                <a:lnTo>
                  <a:pt x="8" y="1"/>
                </a:lnTo>
                <a:lnTo>
                  <a:pt x="3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3" y="24"/>
                </a:lnTo>
                <a:lnTo>
                  <a:pt x="8" y="26"/>
                </a:lnTo>
                <a:lnTo>
                  <a:pt x="13" y="28"/>
                </a:lnTo>
                <a:lnTo>
                  <a:pt x="18" y="26"/>
                </a:lnTo>
                <a:lnTo>
                  <a:pt x="23" y="24"/>
                </a:lnTo>
                <a:lnTo>
                  <a:pt x="25" y="19"/>
                </a:lnTo>
                <a:lnTo>
                  <a:pt x="27" y="14"/>
                </a:lnTo>
                <a:lnTo>
                  <a:pt x="25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02" name="Freeform 130">
            <a:extLst>
              <a:ext uri="{FF2B5EF4-FFF2-40B4-BE49-F238E27FC236}">
                <a16:creationId xmlns:a16="http://schemas.microsoft.com/office/drawing/2014/main" id="{DA744C4B-645C-4DDB-BA0F-44D6667A9AB6}"/>
              </a:ext>
            </a:extLst>
          </p:cNvPr>
          <p:cNvSpPr>
            <a:spLocks noEditPoints="1"/>
          </p:cNvSpPr>
          <p:nvPr/>
        </p:nvSpPr>
        <p:spPr bwMode="auto">
          <a:xfrm>
            <a:off x="4495801" y="4705351"/>
            <a:ext cx="296863" cy="376238"/>
          </a:xfrm>
          <a:custGeom>
            <a:avLst/>
            <a:gdLst>
              <a:gd name="T0" fmla="*/ 552 w 561"/>
              <a:gd name="T1" fmla="*/ 298 h 711"/>
              <a:gd name="T2" fmla="*/ 560 w 561"/>
              <a:gd name="T3" fmla="*/ 290 h 711"/>
              <a:gd name="T4" fmla="*/ 561 w 561"/>
              <a:gd name="T5" fmla="*/ 151 h 711"/>
              <a:gd name="T6" fmla="*/ 561 w 561"/>
              <a:gd name="T7" fmla="*/ 151 h 711"/>
              <a:gd name="T8" fmla="*/ 556 w 561"/>
              <a:gd name="T9" fmla="*/ 141 h 711"/>
              <a:gd name="T10" fmla="*/ 417 w 561"/>
              <a:gd name="T11" fmla="*/ 1 h 711"/>
              <a:gd name="T12" fmla="*/ 412 w 561"/>
              <a:gd name="T13" fmla="*/ 0 h 711"/>
              <a:gd name="T14" fmla="*/ 412 w 561"/>
              <a:gd name="T15" fmla="*/ 0 h 711"/>
              <a:gd name="T16" fmla="*/ 412 w 561"/>
              <a:gd name="T17" fmla="*/ 0 h 711"/>
              <a:gd name="T18" fmla="*/ 41 w 561"/>
              <a:gd name="T19" fmla="*/ 0 h 711"/>
              <a:gd name="T20" fmla="*/ 25 w 561"/>
              <a:gd name="T21" fmla="*/ 4 h 711"/>
              <a:gd name="T22" fmla="*/ 13 w 561"/>
              <a:gd name="T23" fmla="*/ 12 h 711"/>
              <a:gd name="T24" fmla="*/ 3 w 561"/>
              <a:gd name="T25" fmla="*/ 26 h 711"/>
              <a:gd name="T26" fmla="*/ 0 w 561"/>
              <a:gd name="T27" fmla="*/ 42 h 711"/>
              <a:gd name="T28" fmla="*/ 1 w 561"/>
              <a:gd name="T29" fmla="*/ 678 h 711"/>
              <a:gd name="T30" fmla="*/ 7 w 561"/>
              <a:gd name="T31" fmla="*/ 693 h 711"/>
              <a:gd name="T32" fmla="*/ 19 w 561"/>
              <a:gd name="T33" fmla="*/ 705 h 711"/>
              <a:gd name="T34" fmla="*/ 33 w 561"/>
              <a:gd name="T35" fmla="*/ 711 h 711"/>
              <a:gd name="T36" fmla="*/ 519 w 561"/>
              <a:gd name="T37" fmla="*/ 711 h 711"/>
              <a:gd name="T38" fmla="*/ 535 w 561"/>
              <a:gd name="T39" fmla="*/ 708 h 711"/>
              <a:gd name="T40" fmla="*/ 549 w 561"/>
              <a:gd name="T41" fmla="*/ 699 h 711"/>
              <a:gd name="T42" fmla="*/ 558 w 561"/>
              <a:gd name="T43" fmla="*/ 686 h 711"/>
              <a:gd name="T44" fmla="*/ 561 w 561"/>
              <a:gd name="T45" fmla="*/ 670 h 711"/>
              <a:gd name="T46" fmla="*/ 560 w 561"/>
              <a:gd name="T47" fmla="*/ 419 h 711"/>
              <a:gd name="T48" fmla="*/ 552 w 561"/>
              <a:gd name="T49" fmla="*/ 412 h 711"/>
              <a:gd name="T50" fmla="*/ 541 w 561"/>
              <a:gd name="T51" fmla="*/ 412 h 711"/>
              <a:gd name="T52" fmla="*/ 534 w 561"/>
              <a:gd name="T53" fmla="*/ 419 h 711"/>
              <a:gd name="T54" fmla="*/ 533 w 561"/>
              <a:gd name="T55" fmla="*/ 670 h 711"/>
              <a:gd name="T56" fmla="*/ 529 w 561"/>
              <a:gd name="T57" fmla="*/ 680 h 711"/>
              <a:gd name="T58" fmla="*/ 519 w 561"/>
              <a:gd name="T59" fmla="*/ 684 h 711"/>
              <a:gd name="T60" fmla="*/ 36 w 561"/>
              <a:gd name="T61" fmla="*/ 683 h 711"/>
              <a:gd name="T62" fmla="*/ 29 w 561"/>
              <a:gd name="T63" fmla="*/ 676 h 711"/>
              <a:gd name="T64" fmla="*/ 28 w 561"/>
              <a:gd name="T65" fmla="*/ 645 h 711"/>
              <a:gd name="T66" fmla="*/ 123 w 561"/>
              <a:gd name="T67" fmla="*/ 643 h 711"/>
              <a:gd name="T68" fmla="*/ 131 w 561"/>
              <a:gd name="T69" fmla="*/ 636 h 711"/>
              <a:gd name="T70" fmla="*/ 131 w 561"/>
              <a:gd name="T71" fmla="*/ 625 h 711"/>
              <a:gd name="T72" fmla="*/ 123 w 561"/>
              <a:gd name="T73" fmla="*/ 618 h 711"/>
              <a:gd name="T74" fmla="*/ 28 w 561"/>
              <a:gd name="T75" fmla="*/ 617 h 711"/>
              <a:gd name="T76" fmla="*/ 29 w 561"/>
              <a:gd name="T77" fmla="*/ 37 h 711"/>
              <a:gd name="T78" fmla="*/ 36 w 561"/>
              <a:gd name="T79" fmla="*/ 29 h 711"/>
              <a:gd name="T80" fmla="*/ 397 w 561"/>
              <a:gd name="T81" fmla="*/ 28 h 711"/>
              <a:gd name="T82" fmla="*/ 398 w 561"/>
              <a:gd name="T83" fmla="*/ 131 h 711"/>
              <a:gd name="T84" fmla="*/ 404 w 561"/>
              <a:gd name="T85" fmla="*/ 146 h 711"/>
              <a:gd name="T86" fmla="*/ 416 w 561"/>
              <a:gd name="T87" fmla="*/ 157 h 711"/>
              <a:gd name="T88" fmla="*/ 430 w 561"/>
              <a:gd name="T89" fmla="*/ 164 h 711"/>
              <a:gd name="T90" fmla="*/ 533 w 561"/>
              <a:gd name="T91" fmla="*/ 165 h 711"/>
              <a:gd name="T92" fmla="*/ 534 w 561"/>
              <a:gd name="T93" fmla="*/ 290 h 711"/>
              <a:gd name="T94" fmla="*/ 541 w 561"/>
              <a:gd name="T95" fmla="*/ 298 h 711"/>
              <a:gd name="T96" fmla="*/ 438 w 561"/>
              <a:gd name="T97" fmla="*/ 137 h 711"/>
              <a:gd name="T98" fmla="*/ 429 w 561"/>
              <a:gd name="T99" fmla="*/ 132 h 711"/>
              <a:gd name="T100" fmla="*/ 424 w 561"/>
              <a:gd name="T101" fmla="*/ 123 h 711"/>
              <a:gd name="T102" fmla="*/ 514 w 561"/>
              <a:gd name="T103" fmla="*/ 137 h 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1" h="711">
                <a:moveTo>
                  <a:pt x="547" y="299"/>
                </a:moveTo>
                <a:lnTo>
                  <a:pt x="552" y="298"/>
                </a:lnTo>
                <a:lnTo>
                  <a:pt x="556" y="295"/>
                </a:lnTo>
                <a:lnTo>
                  <a:pt x="560" y="290"/>
                </a:lnTo>
                <a:lnTo>
                  <a:pt x="561" y="285"/>
                </a:lnTo>
                <a:lnTo>
                  <a:pt x="561" y="151"/>
                </a:lnTo>
                <a:lnTo>
                  <a:pt x="561" y="151"/>
                </a:lnTo>
                <a:lnTo>
                  <a:pt x="561" y="151"/>
                </a:lnTo>
                <a:lnTo>
                  <a:pt x="560" y="145"/>
                </a:lnTo>
                <a:lnTo>
                  <a:pt x="556" y="141"/>
                </a:lnTo>
                <a:lnTo>
                  <a:pt x="421" y="5"/>
                </a:lnTo>
                <a:lnTo>
                  <a:pt x="417" y="1"/>
                </a:lnTo>
                <a:lnTo>
                  <a:pt x="413" y="0"/>
                </a:lnTo>
                <a:lnTo>
                  <a:pt x="412" y="0"/>
                </a:lnTo>
                <a:lnTo>
                  <a:pt x="412" y="0"/>
                </a:lnTo>
                <a:lnTo>
                  <a:pt x="412" y="0"/>
                </a:lnTo>
                <a:lnTo>
                  <a:pt x="412" y="0"/>
                </a:lnTo>
                <a:lnTo>
                  <a:pt x="412" y="0"/>
                </a:lnTo>
                <a:lnTo>
                  <a:pt x="411" y="0"/>
                </a:lnTo>
                <a:lnTo>
                  <a:pt x="41" y="0"/>
                </a:lnTo>
                <a:lnTo>
                  <a:pt x="33" y="1"/>
                </a:lnTo>
                <a:lnTo>
                  <a:pt x="25" y="4"/>
                </a:lnTo>
                <a:lnTo>
                  <a:pt x="19" y="8"/>
                </a:lnTo>
                <a:lnTo>
                  <a:pt x="13" y="12"/>
                </a:lnTo>
                <a:lnTo>
                  <a:pt x="7" y="19"/>
                </a:lnTo>
                <a:lnTo>
                  <a:pt x="3" y="26"/>
                </a:lnTo>
                <a:lnTo>
                  <a:pt x="1" y="34"/>
                </a:lnTo>
                <a:lnTo>
                  <a:pt x="0" y="42"/>
                </a:lnTo>
                <a:lnTo>
                  <a:pt x="0" y="670"/>
                </a:lnTo>
                <a:lnTo>
                  <a:pt x="1" y="678"/>
                </a:lnTo>
                <a:lnTo>
                  <a:pt x="3" y="686"/>
                </a:lnTo>
                <a:lnTo>
                  <a:pt x="7" y="693"/>
                </a:lnTo>
                <a:lnTo>
                  <a:pt x="13" y="699"/>
                </a:lnTo>
                <a:lnTo>
                  <a:pt x="19" y="705"/>
                </a:lnTo>
                <a:lnTo>
                  <a:pt x="25" y="708"/>
                </a:lnTo>
                <a:lnTo>
                  <a:pt x="33" y="711"/>
                </a:lnTo>
                <a:lnTo>
                  <a:pt x="41" y="711"/>
                </a:lnTo>
                <a:lnTo>
                  <a:pt x="519" y="711"/>
                </a:lnTo>
                <a:lnTo>
                  <a:pt x="527" y="711"/>
                </a:lnTo>
                <a:lnTo>
                  <a:pt x="535" y="708"/>
                </a:lnTo>
                <a:lnTo>
                  <a:pt x="543" y="705"/>
                </a:lnTo>
                <a:lnTo>
                  <a:pt x="549" y="699"/>
                </a:lnTo>
                <a:lnTo>
                  <a:pt x="553" y="693"/>
                </a:lnTo>
                <a:lnTo>
                  <a:pt x="558" y="686"/>
                </a:lnTo>
                <a:lnTo>
                  <a:pt x="560" y="678"/>
                </a:lnTo>
                <a:lnTo>
                  <a:pt x="561" y="670"/>
                </a:lnTo>
                <a:lnTo>
                  <a:pt x="561" y="424"/>
                </a:lnTo>
                <a:lnTo>
                  <a:pt x="560" y="419"/>
                </a:lnTo>
                <a:lnTo>
                  <a:pt x="556" y="415"/>
                </a:lnTo>
                <a:lnTo>
                  <a:pt x="552" y="412"/>
                </a:lnTo>
                <a:lnTo>
                  <a:pt x="547" y="410"/>
                </a:lnTo>
                <a:lnTo>
                  <a:pt x="541" y="412"/>
                </a:lnTo>
                <a:lnTo>
                  <a:pt x="537" y="415"/>
                </a:lnTo>
                <a:lnTo>
                  <a:pt x="534" y="419"/>
                </a:lnTo>
                <a:lnTo>
                  <a:pt x="533" y="424"/>
                </a:lnTo>
                <a:lnTo>
                  <a:pt x="533" y="670"/>
                </a:lnTo>
                <a:lnTo>
                  <a:pt x="532" y="676"/>
                </a:lnTo>
                <a:lnTo>
                  <a:pt x="529" y="680"/>
                </a:lnTo>
                <a:lnTo>
                  <a:pt x="524" y="683"/>
                </a:lnTo>
                <a:lnTo>
                  <a:pt x="519" y="684"/>
                </a:lnTo>
                <a:lnTo>
                  <a:pt x="41" y="684"/>
                </a:lnTo>
                <a:lnTo>
                  <a:pt x="36" y="683"/>
                </a:lnTo>
                <a:lnTo>
                  <a:pt x="32" y="680"/>
                </a:lnTo>
                <a:lnTo>
                  <a:pt x="29" y="676"/>
                </a:lnTo>
                <a:lnTo>
                  <a:pt x="28" y="670"/>
                </a:lnTo>
                <a:lnTo>
                  <a:pt x="28" y="645"/>
                </a:lnTo>
                <a:lnTo>
                  <a:pt x="118" y="645"/>
                </a:lnTo>
                <a:lnTo>
                  <a:pt x="123" y="643"/>
                </a:lnTo>
                <a:lnTo>
                  <a:pt x="127" y="641"/>
                </a:lnTo>
                <a:lnTo>
                  <a:pt x="131" y="636"/>
                </a:lnTo>
                <a:lnTo>
                  <a:pt x="132" y="631"/>
                </a:lnTo>
                <a:lnTo>
                  <a:pt x="131" y="625"/>
                </a:lnTo>
                <a:lnTo>
                  <a:pt x="127" y="621"/>
                </a:lnTo>
                <a:lnTo>
                  <a:pt x="123" y="618"/>
                </a:lnTo>
                <a:lnTo>
                  <a:pt x="118" y="617"/>
                </a:lnTo>
                <a:lnTo>
                  <a:pt x="28" y="617"/>
                </a:lnTo>
                <a:lnTo>
                  <a:pt x="28" y="42"/>
                </a:lnTo>
                <a:lnTo>
                  <a:pt x="29" y="37"/>
                </a:lnTo>
                <a:lnTo>
                  <a:pt x="32" y="33"/>
                </a:lnTo>
                <a:lnTo>
                  <a:pt x="36" y="29"/>
                </a:lnTo>
                <a:lnTo>
                  <a:pt x="41" y="28"/>
                </a:lnTo>
                <a:lnTo>
                  <a:pt x="397" y="28"/>
                </a:lnTo>
                <a:lnTo>
                  <a:pt x="397" y="123"/>
                </a:lnTo>
                <a:lnTo>
                  <a:pt x="398" y="131"/>
                </a:lnTo>
                <a:lnTo>
                  <a:pt x="400" y="139"/>
                </a:lnTo>
                <a:lnTo>
                  <a:pt x="404" y="146"/>
                </a:lnTo>
                <a:lnTo>
                  <a:pt x="409" y="152"/>
                </a:lnTo>
                <a:lnTo>
                  <a:pt x="416" y="157"/>
                </a:lnTo>
                <a:lnTo>
                  <a:pt x="422" y="161"/>
                </a:lnTo>
                <a:lnTo>
                  <a:pt x="430" y="164"/>
                </a:lnTo>
                <a:lnTo>
                  <a:pt x="438" y="165"/>
                </a:lnTo>
                <a:lnTo>
                  <a:pt x="533" y="165"/>
                </a:lnTo>
                <a:lnTo>
                  <a:pt x="533" y="285"/>
                </a:lnTo>
                <a:lnTo>
                  <a:pt x="534" y="290"/>
                </a:lnTo>
                <a:lnTo>
                  <a:pt x="537" y="295"/>
                </a:lnTo>
                <a:lnTo>
                  <a:pt x="541" y="298"/>
                </a:lnTo>
                <a:lnTo>
                  <a:pt x="547" y="299"/>
                </a:lnTo>
                <a:close/>
                <a:moveTo>
                  <a:pt x="438" y="137"/>
                </a:moveTo>
                <a:lnTo>
                  <a:pt x="433" y="136"/>
                </a:lnTo>
                <a:lnTo>
                  <a:pt x="429" y="132"/>
                </a:lnTo>
                <a:lnTo>
                  <a:pt x="426" y="128"/>
                </a:lnTo>
                <a:lnTo>
                  <a:pt x="424" y="123"/>
                </a:lnTo>
                <a:lnTo>
                  <a:pt x="424" y="48"/>
                </a:lnTo>
                <a:lnTo>
                  <a:pt x="514" y="137"/>
                </a:lnTo>
                <a:lnTo>
                  <a:pt x="438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DD47EFAD-3619-453C-A1CF-31FD17803C63}"/>
              </a:ext>
            </a:extLst>
          </p:cNvPr>
          <p:cNvGrpSpPr/>
          <p:nvPr/>
        </p:nvGrpSpPr>
        <p:grpSpPr>
          <a:xfrm>
            <a:off x="4456113" y="3973513"/>
            <a:ext cx="376238" cy="376238"/>
            <a:chOff x="4456113" y="3973513"/>
            <a:chExt cx="376238" cy="376238"/>
          </a:xfrm>
          <a:solidFill>
            <a:schemeClr val="bg1"/>
          </a:solidFill>
        </p:grpSpPr>
        <p:sp>
          <p:nvSpPr>
            <p:cNvPr id="403" name="Freeform 131">
              <a:extLst>
                <a:ext uri="{FF2B5EF4-FFF2-40B4-BE49-F238E27FC236}">
                  <a16:creationId xmlns:a16="http://schemas.microsoft.com/office/drawing/2014/main" id="{FEDCD2F7-FF91-4DAF-996A-03E5EC21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401" y="4335463"/>
              <a:ext cx="14288" cy="14288"/>
            </a:xfrm>
            <a:custGeom>
              <a:avLst/>
              <a:gdLst>
                <a:gd name="T0" fmla="*/ 14 w 28"/>
                <a:gd name="T1" fmla="*/ 0 h 28"/>
                <a:gd name="T2" fmla="*/ 14 w 28"/>
                <a:gd name="T3" fmla="*/ 0 h 28"/>
                <a:gd name="T4" fmla="*/ 9 w 28"/>
                <a:gd name="T5" fmla="*/ 1 h 28"/>
                <a:gd name="T6" fmla="*/ 4 w 28"/>
                <a:gd name="T7" fmla="*/ 5 h 28"/>
                <a:gd name="T8" fmla="*/ 1 w 28"/>
                <a:gd name="T9" fmla="*/ 9 h 28"/>
                <a:gd name="T10" fmla="*/ 0 w 28"/>
                <a:gd name="T11" fmla="*/ 14 h 28"/>
                <a:gd name="T12" fmla="*/ 1 w 28"/>
                <a:gd name="T13" fmla="*/ 20 h 28"/>
                <a:gd name="T14" fmla="*/ 4 w 28"/>
                <a:gd name="T15" fmla="*/ 24 h 28"/>
                <a:gd name="T16" fmla="*/ 9 w 28"/>
                <a:gd name="T17" fmla="*/ 27 h 28"/>
                <a:gd name="T18" fmla="*/ 14 w 28"/>
                <a:gd name="T19" fmla="*/ 28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  <a:gd name="T34" fmla="*/ 19 w 28"/>
                <a:gd name="T35" fmla="*/ 1 h 28"/>
                <a:gd name="T36" fmla="*/ 14 w 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4" name="Freeform 132">
              <a:extLst>
                <a:ext uri="{FF2B5EF4-FFF2-40B4-BE49-F238E27FC236}">
                  <a16:creationId xmlns:a16="http://schemas.microsoft.com/office/drawing/2014/main" id="{8BB4DF37-2AF6-4963-8A84-3E2CF79ED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3973513"/>
              <a:ext cx="376238" cy="376238"/>
            </a:xfrm>
            <a:custGeom>
              <a:avLst/>
              <a:gdLst>
                <a:gd name="T0" fmla="*/ 608 w 711"/>
                <a:gd name="T1" fmla="*/ 51 h 712"/>
                <a:gd name="T2" fmla="*/ 598 w 711"/>
                <a:gd name="T3" fmla="*/ 25 h 712"/>
                <a:gd name="T4" fmla="*/ 569 w 711"/>
                <a:gd name="T5" fmla="*/ 4 h 712"/>
                <a:gd name="T6" fmla="*/ 158 w 711"/>
                <a:gd name="T7" fmla="*/ 0 h 712"/>
                <a:gd name="T8" fmla="*/ 137 w 711"/>
                <a:gd name="T9" fmla="*/ 5 h 712"/>
                <a:gd name="T10" fmla="*/ 107 w 711"/>
                <a:gd name="T11" fmla="*/ 35 h 712"/>
                <a:gd name="T12" fmla="*/ 103 w 711"/>
                <a:gd name="T13" fmla="*/ 56 h 712"/>
                <a:gd name="T14" fmla="*/ 0 w 711"/>
                <a:gd name="T15" fmla="*/ 245 h 712"/>
                <a:gd name="T16" fmla="*/ 5 w 711"/>
                <a:gd name="T17" fmla="*/ 635 h 712"/>
                <a:gd name="T18" fmla="*/ 25 w 711"/>
                <a:gd name="T19" fmla="*/ 671 h 712"/>
                <a:gd name="T20" fmla="*/ 57 w 711"/>
                <a:gd name="T21" fmla="*/ 698 h 712"/>
                <a:gd name="T22" fmla="*/ 99 w 711"/>
                <a:gd name="T23" fmla="*/ 711 h 712"/>
                <a:gd name="T24" fmla="*/ 468 w 711"/>
                <a:gd name="T25" fmla="*/ 708 h 712"/>
                <a:gd name="T26" fmla="*/ 468 w 711"/>
                <a:gd name="T27" fmla="*/ 689 h 712"/>
                <a:gd name="T28" fmla="*/ 98 w 711"/>
                <a:gd name="T29" fmla="*/ 683 h 712"/>
                <a:gd name="T30" fmla="*/ 92 w 711"/>
                <a:gd name="T31" fmla="*/ 646 h 712"/>
                <a:gd name="T32" fmla="*/ 318 w 711"/>
                <a:gd name="T33" fmla="*/ 637 h 712"/>
                <a:gd name="T34" fmla="*/ 311 w 711"/>
                <a:gd name="T35" fmla="*/ 619 h 712"/>
                <a:gd name="T36" fmla="*/ 294 w 711"/>
                <a:gd name="T37" fmla="*/ 445 h 712"/>
                <a:gd name="T38" fmla="*/ 328 w 711"/>
                <a:gd name="T39" fmla="*/ 427 h 712"/>
                <a:gd name="T40" fmla="*/ 365 w 711"/>
                <a:gd name="T41" fmla="*/ 423 h 712"/>
                <a:gd name="T42" fmla="*/ 402 w 711"/>
                <a:gd name="T43" fmla="*/ 434 h 712"/>
                <a:gd name="T44" fmla="*/ 644 w 711"/>
                <a:gd name="T45" fmla="*/ 671 h 712"/>
                <a:gd name="T46" fmla="*/ 600 w 711"/>
                <a:gd name="T47" fmla="*/ 684 h 712"/>
                <a:gd name="T48" fmla="*/ 569 w 711"/>
                <a:gd name="T49" fmla="*/ 693 h 712"/>
                <a:gd name="T50" fmla="*/ 577 w 711"/>
                <a:gd name="T51" fmla="*/ 711 h 712"/>
                <a:gd name="T52" fmla="*/ 621 w 711"/>
                <a:gd name="T53" fmla="*/ 710 h 712"/>
                <a:gd name="T54" fmla="*/ 658 w 711"/>
                <a:gd name="T55" fmla="*/ 696 h 712"/>
                <a:gd name="T56" fmla="*/ 675 w 711"/>
                <a:gd name="T57" fmla="*/ 682 h 712"/>
                <a:gd name="T58" fmla="*/ 690 w 711"/>
                <a:gd name="T59" fmla="*/ 665 h 712"/>
                <a:gd name="T60" fmla="*/ 709 w 711"/>
                <a:gd name="T61" fmla="*/ 625 h 712"/>
                <a:gd name="T62" fmla="*/ 710 w 711"/>
                <a:gd name="T63" fmla="*/ 240 h 712"/>
                <a:gd name="T64" fmla="*/ 608 w 711"/>
                <a:gd name="T65" fmla="*/ 315 h 712"/>
                <a:gd name="T66" fmla="*/ 34 w 711"/>
                <a:gd name="T67" fmla="*/ 245 h 712"/>
                <a:gd name="T68" fmla="*/ 38 w 711"/>
                <a:gd name="T69" fmla="*/ 641 h 712"/>
                <a:gd name="T70" fmla="*/ 30 w 711"/>
                <a:gd name="T71" fmla="*/ 616 h 712"/>
                <a:gd name="T72" fmla="*/ 224 w 711"/>
                <a:gd name="T73" fmla="*/ 475 h 712"/>
                <a:gd name="T74" fmla="*/ 425 w 711"/>
                <a:gd name="T75" fmla="*/ 416 h 712"/>
                <a:gd name="T76" fmla="*/ 379 w 711"/>
                <a:gd name="T77" fmla="*/ 398 h 712"/>
                <a:gd name="T78" fmla="*/ 331 w 711"/>
                <a:gd name="T79" fmla="*/ 398 h 712"/>
                <a:gd name="T80" fmla="*/ 286 w 711"/>
                <a:gd name="T81" fmla="*/ 416 h 712"/>
                <a:gd name="T82" fmla="*/ 130 w 711"/>
                <a:gd name="T83" fmla="*/ 342 h 712"/>
                <a:gd name="T84" fmla="*/ 136 w 711"/>
                <a:gd name="T85" fmla="*/ 41 h 712"/>
                <a:gd name="T86" fmla="*/ 153 w 711"/>
                <a:gd name="T87" fmla="*/ 29 h 712"/>
                <a:gd name="T88" fmla="*/ 564 w 711"/>
                <a:gd name="T89" fmla="*/ 31 h 712"/>
                <a:gd name="T90" fmla="*/ 578 w 711"/>
                <a:gd name="T91" fmla="*/ 46 h 712"/>
                <a:gd name="T92" fmla="*/ 467 w 711"/>
                <a:gd name="T93" fmla="*/ 455 h 712"/>
                <a:gd name="T94" fmla="*/ 682 w 711"/>
                <a:gd name="T95" fmla="*/ 616 h 712"/>
                <a:gd name="T96" fmla="*/ 673 w 711"/>
                <a:gd name="T97" fmla="*/ 641 h 712"/>
                <a:gd name="T98" fmla="*/ 683 w 711"/>
                <a:gd name="T99" fmla="*/ 27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1" h="712">
                  <a:moveTo>
                    <a:pt x="707" y="236"/>
                  </a:moveTo>
                  <a:lnTo>
                    <a:pt x="608" y="138"/>
                  </a:lnTo>
                  <a:lnTo>
                    <a:pt x="608" y="56"/>
                  </a:lnTo>
                  <a:lnTo>
                    <a:pt x="608" y="51"/>
                  </a:lnTo>
                  <a:lnTo>
                    <a:pt x="607" y="46"/>
                  </a:lnTo>
                  <a:lnTo>
                    <a:pt x="606" y="40"/>
                  </a:lnTo>
                  <a:lnTo>
                    <a:pt x="604" y="35"/>
                  </a:lnTo>
                  <a:lnTo>
                    <a:pt x="598" y="25"/>
                  </a:lnTo>
                  <a:lnTo>
                    <a:pt x="592" y="18"/>
                  </a:lnTo>
                  <a:lnTo>
                    <a:pt x="583" y="10"/>
                  </a:lnTo>
                  <a:lnTo>
                    <a:pt x="575" y="5"/>
                  </a:lnTo>
                  <a:lnTo>
                    <a:pt x="569" y="4"/>
                  </a:lnTo>
                  <a:lnTo>
                    <a:pt x="564" y="2"/>
                  </a:lnTo>
                  <a:lnTo>
                    <a:pt x="559" y="2"/>
                  </a:lnTo>
                  <a:lnTo>
                    <a:pt x="552" y="0"/>
                  </a:lnTo>
                  <a:lnTo>
                    <a:pt x="158" y="0"/>
                  </a:lnTo>
                  <a:lnTo>
                    <a:pt x="153" y="2"/>
                  </a:lnTo>
                  <a:lnTo>
                    <a:pt x="148" y="2"/>
                  </a:lnTo>
                  <a:lnTo>
                    <a:pt x="142" y="4"/>
                  </a:lnTo>
                  <a:lnTo>
                    <a:pt x="137" y="5"/>
                  </a:lnTo>
                  <a:lnTo>
                    <a:pt x="127" y="10"/>
                  </a:lnTo>
                  <a:lnTo>
                    <a:pt x="119" y="18"/>
                  </a:lnTo>
                  <a:lnTo>
                    <a:pt x="112" y="25"/>
                  </a:lnTo>
                  <a:lnTo>
                    <a:pt x="107" y="35"/>
                  </a:lnTo>
                  <a:lnTo>
                    <a:pt x="106" y="40"/>
                  </a:lnTo>
                  <a:lnTo>
                    <a:pt x="104" y="46"/>
                  </a:lnTo>
                  <a:lnTo>
                    <a:pt x="104" y="51"/>
                  </a:lnTo>
                  <a:lnTo>
                    <a:pt x="103" y="56"/>
                  </a:lnTo>
                  <a:lnTo>
                    <a:pt x="103" y="137"/>
                  </a:lnTo>
                  <a:lnTo>
                    <a:pt x="4" y="236"/>
                  </a:lnTo>
                  <a:lnTo>
                    <a:pt x="1" y="240"/>
                  </a:lnTo>
                  <a:lnTo>
                    <a:pt x="0" y="245"/>
                  </a:lnTo>
                  <a:lnTo>
                    <a:pt x="0" y="602"/>
                  </a:lnTo>
                  <a:lnTo>
                    <a:pt x="1" y="613"/>
                  </a:lnTo>
                  <a:lnTo>
                    <a:pt x="3" y="624"/>
                  </a:lnTo>
                  <a:lnTo>
                    <a:pt x="5" y="635"/>
                  </a:lnTo>
                  <a:lnTo>
                    <a:pt x="9" y="645"/>
                  </a:lnTo>
                  <a:lnTo>
                    <a:pt x="13" y="654"/>
                  </a:lnTo>
                  <a:lnTo>
                    <a:pt x="19" y="663"/>
                  </a:lnTo>
                  <a:lnTo>
                    <a:pt x="25" y="671"/>
                  </a:lnTo>
                  <a:lnTo>
                    <a:pt x="33" y="680"/>
                  </a:lnTo>
                  <a:lnTo>
                    <a:pt x="40" y="686"/>
                  </a:lnTo>
                  <a:lnTo>
                    <a:pt x="49" y="693"/>
                  </a:lnTo>
                  <a:lnTo>
                    <a:pt x="57" y="698"/>
                  </a:lnTo>
                  <a:lnTo>
                    <a:pt x="67" y="704"/>
                  </a:lnTo>
                  <a:lnTo>
                    <a:pt x="78" y="707"/>
                  </a:lnTo>
                  <a:lnTo>
                    <a:pt x="89" y="710"/>
                  </a:lnTo>
                  <a:lnTo>
                    <a:pt x="99" y="711"/>
                  </a:lnTo>
                  <a:lnTo>
                    <a:pt x="110" y="712"/>
                  </a:lnTo>
                  <a:lnTo>
                    <a:pt x="458" y="712"/>
                  </a:lnTo>
                  <a:lnTo>
                    <a:pt x="463" y="711"/>
                  </a:lnTo>
                  <a:lnTo>
                    <a:pt x="468" y="708"/>
                  </a:lnTo>
                  <a:lnTo>
                    <a:pt x="471" y="704"/>
                  </a:lnTo>
                  <a:lnTo>
                    <a:pt x="472" y="698"/>
                  </a:lnTo>
                  <a:lnTo>
                    <a:pt x="471" y="693"/>
                  </a:lnTo>
                  <a:lnTo>
                    <a:pt x="468" y="689"/>
                  </a:lnTo>
                  <a:lnTo>
                    <a:pt x="463" y="685"/>
                  </a:lnTo>
                  <a:lnTo>
                    <a:pt x="458" y="684"/>
                  </a:lnTo>
                  <a:lnTo>
                    <a:pt x="110" y="684"/>
                  </a:lnTo>
                  <a:lnTo>
                    <a:pt x="98" y="683"/>
                  </a:lnTo>
                  <a:lnTo>
                    <a:pt x="88" y="681"/>
                  </a:lnTo>
                  <a:lnTo>
                    <a:pt x="77" y="677"/>
                  </a:lnTo>
                  <a:lnTo>
                    <a:pt x="66" y="671"/>
                  </a:lnTo>
                  <a:lnTo>
                    <a:pt x="92" y="646"/>
                  </a:lnTo>
                  <a:lnTo>
                    <a:pt x="305" y="646"/>
                  </a:lnTo>
                  <a:lnTo>
                    <a:pt x="311" y="645"/>
                  </a:lnTo>
                  <a:lnTo>
                    <a:pt x="315" y="641"/>
                  </a:lnTo>
                  <a:lnTo>
                    <a:pt x="318" y="637"/>
                  </a:lnTo>
                  <a:lnTo>
                    <a:pt x="319" y="632"/>
                  </a:lnTo>
                  <a:lnTo>
                    <a:pt x="318" y="626"/>
                  </a:lnTo>
                  <a:lnTo>
                    <a:pt x="315" y="622"/>
                  </a:lnTo>
                  <a:lnTo>
                    <a:pt x="311" y="619"/>
                  </a:lnTo>
                  <a:lnTo>
                    <a:pt x="305" y="618"/>
                  </a:lnTo>
                  <a:lnTo>
                    <a:pt x="120" y="618"/>
                  </a:lnTo>
                  <a:lnTo>
                    <a:pt x="286" y="452"/>
                  </a:lnTo>
                  <a:lnTo>
                    <a:pt x="294" y="445"/>
                  </a:lnTo>
                  <a:lnTo>
                    <a:pt x="301" y="440"/>
                  </a:lnTo>
                  <a:lnTo>
                    <a:pt x="310" y="434"/>
                  </a:lnTo>
                  <a:lnTo>
                    <a:pt x="318" y="430"/>
                  </a:lnTo>
                  <a:lnTo>
                    <a:pt x="328" y="427"/>
                  </a:lnTo>
                  <a:lnTo>
                    <a:pt x="336" y="425"/>
                  </a:lnTo>
                  <a:lnTo>
                    <a:pt x="346" y="423"/>
                  </a:lnTo>
                  <a:lnTo>
                    <a:pt x="356" y="423"/>
                  </a:lnTo>
                  <a:lnTo>
                    <a:pt x="365" y="423"/>
                  </a:lnTo>
                  <a:lnTo>
                    <a:pt x="374" y="425"/>
                  </a:lnTo>
                  <a:lnTo>
                    <a:pt x="384" y="427"/>
                  </a:lnTo>
                  <a:lnTo>
                    <a:pt x="392" y="430"/>
                  </a:lnTo>
                  <a:lnTo>
                    <a:pt x="402" y="434"/>
                  </a:lnTo>
                  <a:lnTo>
                    <a:pt x="409" y="440"/>
                  </a:lnTo>
                  <a:lnTo>
                    <a:pt x="418" y="445"/>
                  </a:lnTo>
                  <a:lnTo>
                    <a:pt x="425" y="452"/>
                  </a:lnTo>
                  <a:lnTo>
                    <a:pt x="644" y="671"/>
                  </a:lnTo>
                  <a:lnTo>
                    <a:pt x="635" y="677"/>
                  </a:lnTo>
                  <a:lnTo>
                    <a:pt x="624" y="681"/>
                  </a:lnTo>
                  <a:lnTo>
                    <a:pt x="612" y="683"/>
                  </a:lnTo>
                  <a:lnTo>
                    <a:pt x="600" y="684"/>
                  </a:lnTo>
                  <a:lnTo>
                    <a:pt x="582" y="684"/>
                  </a:lnTo>
                  <a:lnTo>
                    <a:pt x="577" y="685"/>
                  </a:lnTo>
                  <a:lnTo>
                    <a:pt x="572" y="689"/>
                  </a:lnTo>
                  <a:lnTo>
                    <a:pt x="569" y="693"/>
                  </a:lnTo>
                  <a:lnTo>
                    <a:pt x="568" y="698"/>
                  </a:lnTo>
                  <a:lnTo>
                    <a:pt x="569" y="704"/>
                  </a:lnTo>
                  <a:lnTo>
                    <a:pt x="572" y="708"/>
                  </a:lnTo>
                  <a:lnTo>
                    <a:pt x="577" y="711"/>
                  </a:lnTo>
                  <a:lnTo>
                    <a:pt x="582" y="712"/>
                  </a:lnTo>
                  <a:lnTo>
                    <a:pt x="600" y="712"/>
                  </a:lnTo>
                  <a:lnTo>
                    <a:pt x="611" y="711"/>
                  </a:lnTo>
                  <a:lnTo>
                    <a:pt x="621" y="710"/>
                  </a:lnTo>
                  <a:lnTo>
                    <a:pt x="631" y="708"/>
                  </a:lnTo>
                  <a:lnTo>
                    <a:pt x="641" y="705"/>
                  </a:lnTo>
                  <a:lnTo>
                    <a:pt x="650" y="700"/>
                  </a:lnTo>
                  <a:lnTo>
                    <a:pt x="658" y="696"/>
                  </a:lnTo>
                  <a:lnTo>
                    <a:pt x="667" y="690"/>
                  </a:lnTo>
                  <a:lnTo>
                    <a:pt x="674" y="684"/>
                  </a:lnTo>
                  <a:lnTo>
                    <a:pt x="674" y="683"/>
                  </a:lnTo>
                  <a:lnTo>
                    <a:pt x="675" y="682"/>
                  </a:lnTo>
                  <a:lnTo>
                    <a:pt x="675" y="682"/>
                  </a:lnTo>
                  <a:lnTo>
                    <a:pt x="677" y="682"/>
                  </a:lnTo>
                  <a:lnTo>
                    <a:pt x="684" y="675"/>
                  </a:lnTo>
                  <a:lnTo>
                    <a:pt x="690" y="665"/>
                  </a:lnTo>
                  <a:lnTo>
                    <a:pt x="697" y="656"/>
                  </a:lnTo>
                  <a:lnTo>
                    <a:pt x="701" y="646"/>
                  </a:lnTo>
                  <a:lnTo>
                    <a:pt x="705" y="636"/>
                  </a:lnTo>
                  <a:lnTo>
                    <a:pt x="709" y="625"/>
                  </a:lnTo>
                  <a:lnTo>
                    <a:pt x="710" y="613"/>
                  </a:lnTo>
                  <a:lnTo>
                    <a:pt x="711" y="602"/>
                  </a:lnTo>
                  <a:lnTo>
                    <a:pt x="711" y="245"/>
                  </a:lnTo>
                  <a:lnTo>
                    <a:pt x="710" y="240"/>
                  </a:lnTo>
                  <a:lnTo>
                    <a:pt x="707" y="236"/>
                  </a:lnTo>
                  <a:close/>
                  <a:moveTo>
                    <a:pt x="608" y="177"/>
                  </a:moveTo>
                  <a:lnTo>
                    <a:pt x="678" y="245"/>
                  </a:lnTo>
                  <a:lnTo>
                    <a:pt x="608" y="315"/>
                  </a:lnTo>
                  <a:lnTo>
                    <a:pt x="608" y="177"/>
                  </a:lnTo>
                  <a:close/>
                  <a:moveTo>
                    <a:pt x="103" y="177"/>
                  </a:moveTo>
                  <a:lnTo>
                    <a:pt x="103" y="315"/>
                  </a:lnTo>
                  <a:lnTo>
                    <a:pt x="34" y="245"/>
                  </a:lnTo>
                  <a:lnTo>
                    <a:pt x="103" y="177"/>
                  </a:lnTo>
                  <a:close/>
                  <a:moveTo>
                    <a:pt x="46" y="653"/>
                  </a:moveTo>
                  <a:lnTo>
                    <a:pt x="41" y="648"/>
                  </a:lnTo>
                  <a:lnTo>
                    <a:pt x="38" y="641"/>
                  </a:lnTo>
                  <a:lnTo>
                    <a:pt x="35" y="636"/>
                  </a:lnTo>
                  <a:lnTo>
                    <a:pt x="33" y="630"/>
                  </a:lnTo>
                  <a:lnTo>
                    <a:pt x="31" y="623"/>
                  </a:lnTo>
                  <a:lnTo>
                    <a:pt x="30" y="616"/>
                  </a:lnTo>
                  <a:lnTo>
                    <a:pt x="29" y="609"/>
                  </a:lnTo>
                  <a:lnTo>
                    <a:pt x="27" y="602"/>
                  </a:lnTo>
                  <a:lnTo>
                    <a:pt x="27" y="279"/>
                  </a:lnTo>
                  <a:lnTo>
                    <a:pt x="224" y="475"/>
                  </a:lnTo>
                  <a:lnTo>
                    <a:pt x="46" y="653"/>
                  </a:lnTo>
                  <a:close/>
                  <a:moveTo>
                    <a:pt x="445" y="432"/>
                  </a:moveTo>
                  <a:lnTo>
                    <a:pt x="435" y="423"/>
                  </a:lnTo>
                  <a:lnTo>
                    <a:pt x="425" y="416"/>
                  </a:lnTo>
                  <a:lnTo>
                    <a:pt x="415" y="410"/>
                  </a:lnTo>
                  <a:lnTo>
                    <a:pt x="403" y="404"/>
                  </a:lnTo>
                  <a:lnTo>
                    <a:pt x="391" y="401"/>
                  </a:lnTo>
                  <a:lnTo>
                    <a:pt x="379" y="398"/>
                  </a:lnTo>
                  <a:lnTo>
                    <a:pt x="368" y="396"/>
                  </a:lnTo>
                  <a:lnTo>
                    <a:pt x="356" y="396"/>
                  </a:lnTo>
                  <a:lnTo>
                    <a:pt x="343" y="396"/>
                  </a:lnTo>
                  <a:lnTo>
                    <a:pt x="331" y="398"/>
                  </a:lnTo>
                  <a:lnTo>
                    <a:pt x="319" y="401"/>
                  </a:lnTo>
                  <a:lnTo>
                    <a:pt x="307" y="404"/>
                  </a:lnTo>
                  <a:lnTo>
                    <a:pt x="297" y="410"/>
                  </a:lnTo>
                  <a:lnTo>
                    <a:pt x="286" y="416"/>
                  </a:lnTo>
                  <a:lnTo>
                    <a:pt x="275" y="423"/>
                  </a:lnTo>
                  <a:lnTo>
                    <a:pt x="266" y="432"/>
                  </a:lnTo>
                  <a:lnTo>
                    <a:pt x="243" y="455"/>
                  </a:lnTo>
                  <a:lnTo>
                    <a:pt x="130" y="342"/>
                  </a:lnTo>
                  <a:lnTo>
                    <a:pt x="130" y="56"/>
                  </a:lnTo>
                  <a:lnTo>
                    <a:pt x="132" y="51"/>
                  </a:lnTo>
                  <a:lnTo>
                    <a:pt x="133" y="46"/>
                  </a:lnTo>
                  <a:lnTo>
                    <a:pt x="136" y="41"/>
                  </a:lnTo>
                  <a:lnTo>
                    <a:pt x="139" y="37"/>
                  </a:lnTo>
                  <a:lnTo>
                    <a:pt x="143" y="34"/>
                  </a:lnTo>
                  <a:lnTo>
                    <a:pt x="148" y="31"/>
                  </a:lnTo>
                  <a:lnTo>
                    <a:pt x="153" y="29"/>
                  </a:lnTo>
                  <a:lnTo>
                    <a:pt x="158" y="28"/>
                  </a:lnTo>
                  <a:lnTo>
                    <a:pt x="552" y="28"/>
                  </a:lnTo>
                  <a:lnTo>
                    <a:pt x="559" y="29"/>
                  </a:lnTo>
                  <a:lnTo>
                    <a:pt x="564" y="31"/>
                  </a:lnTo>
                  <a:lnTo>
                    <a:pt x="568" y="34"/>
                  </a:lnTo>
                  <a:lnTo>
                    <a:pt x="572" y="37"/>
                  </a:lnTo>
                  <a:lnTo>
                    <a:pt x="576" y="41"/>
                  </a:lnTo>
                  <a:lnTo>
                    <a:pt x="578" y="46"/>
                  </a:lnTo>
                  <a:lnTo>
                    <a:pt x="580" y="51"/>
                  </a:lnTo>
                  <a:lnTo>
                    <a:pt x="580" y="56"/>
                  </a:lnTo>
                  <a:lnTo>
                    <a:pt x="580" y="342"/>
                  </a:lnTo>
                  <a:lnTo>
                    <a:pt x="467" y="455"/>
                  </a:lnTo>
                  <a:lnTo>
                    <a:pt x="445" y="432"/>
                  </a:lnTo>
                  <a:close/>
                  <a:moveTo>
                    <a:pt x="683" y="602"/>
                  </a:moveTo>
                  <a:lnTo>
                    <a:pt x="683" y="609"/>
                  </a:lnTo>
                  <a:lnTo>
                    <a:pt x="682" y="616"/>
                  </a:lnTo>
                  <a:lnTo>
                    <a:pt x="681" y="623"/>
                  </a:lnTo>
                  <a:lnTo>
                    <a:pt x="679" y="630"/>
                  </a:lnTo>
                  <a:lnTo>
                    <a:pt x="675" y="636"/>
                  </a:lnTo>
                  <a:lnTo>
                    <a:pt x="673" y="641"/>
                  </a:lnTo>
                  <a:lnTo>
                    <a:pt x="669" y="648"/>
                  </a:lnTo>
                  <a:lnTo>
                    <a:pt x="666" y="653"/>
                  </a:lnTo>
                  <a:lnTo>
                    <a:pt x="488" y="475"/>
                  </a:lnTo>
                  <a:lnTo>
                    <a:pt x="683" y="279"/>
                  </a:lnTo>
                  <a:lnTo>
                    <a:pt x="683" y="6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5" name="Freeform 133">
              <a:extLst>
                <a:ext uri="{FF2B5EF4-FFF2-40B4-BE49-F238E27FC236}">
                  <a16:creationId xmlns:a16="http://schemas.microsoft.com/office/drawing/2014/main" id="{13D75D1B-EDE1-4517-AAC0-C8E7CD07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6" y="4040188"/>
              <a:ext cx="87313" cy="15875"/>
            </a:xfrm>
            <a:custGeom>
              <a:avLst/>
              <a:gdLst>
                <a:gd name="T0" fmla="*/ 153 w 166"/>
                <a:gd name="T1" fmla="*/ 0 h 28"/>
                <a:gd name="T2" fmla="*/ 14 w 166"/>
                <a:gd name="T3" fmla="*/ 0 h 28"/>
                <a:gd name="T4" fmla="*/ 7 w 166"/>
                <a:gd name="T5" fmla="*/ 1 h 28"/>
                <a:gd name="T6" fmla="*/ 3 w 166"/>
                <a:gd name="T7" fmla="*/ 5 h 28"/>
                <a:gd name="T8" fmla="*/ 1 w 166"/>
                <a:gd name="T9" fmla="*/ 9 h 28"/>
                <a:gd name="T10" fmla="*/ 0 w 166"/>
                <a:gd name="T11" fmla="*/ 14 h 28"/>
                <a:gd name="T12" fmla="*/ 1 w 166"/>
                <a:gd name="T13" fmla="*/ 20 h 28"/>
                <a:gd name="T14" fmla="*/ 3 w 166"/>
                <a:gd name="T15" fmla="*/ 25 h 28"/>
                <a:gd name="T16" fmla="*/ 7 w 166"/>
                <a:gd name="T17" fmla="*/ 27 h 28"/>
                <a:gd name="T18" fmla="*/ 14 w 166"/>
                <a:gd name="T19" fmla="*/ 28 h 28"/>
                <a:gd name="T20" fmla="*/ 153 w 166"/>
                <a:gd name="T21" fmla="*/ 28 h 28"/>
                <a:gd name="T22" fmla="*/ 159 w 166"/>
                <a:gd name="T23" fmla="*/ 27 h 28"/>
                <a:gd name="T24" fmla="*/ 163 w 166"/>
                <a:gd name="T25" fmla="*/ 25 h 28"/>
                <a:gd name="T26" fmla="*/ 165 w 166"/>
                <a:gd name="T27" fmla="*/ 20 h 28"/>
                <a:gd name="T28" fmla="*/ 166 w 166"/>
                <a:gd name="T29" fmla="*/ 14 h 28"/>
                <a:gd name="T30" fmla="*/ 165 w 166"/>
                <a:gd name="T31" fmla="*/ 9 h 28"/>
                <a:gd name="T32" fmla="*/ 163 w 166"/>
                <a:gd name="T33" fmla="*/ 5 h 28"/>
                <a:gd name="T34" fmla="*/ 159 w 166"/>
                <a:gd name="T35" fmla="*/ 1 h 28"/>
                <a:gd name="T36" fmla="*/ 153 w 166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28">
                  <a:moveTo>
                    <a:pt x="153" y="0"/>
                  </a:moveTo>
                  <a:lnTo>
                    <a:pt x="14" y="0"/>
                  </a:lnTo>
                  <a:lnTo>
                    <a:pt x="7" y="1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5"/>
                  </a:lnTo>
                  <a:lnTo>
                    <a:pt x="7" y="27"/>
                  </a:lnTo>
                  <a:lnTo>
                    <a:pt x="14" y="28"/>
                  </a:lnTo>
                  <a:lnTo>
                    <a:pt x="153" y="28"/>
                  </a:lnTo>
                  <a:lnTo>
                    <a:pt x="159" y="27"/>
                  </a:lnTo>
                  <a:lnTo>
                    <a:pt x="163" y="25"/>
                  </a:lnTo>
                  <a:lnTo>
                    <a:pt x="165" y="20"/>
                  </a:lnTo>
                  <a:lnTo>
                    <a:pt x="166" y="14"/>
                  </a:lnTo>
                  <a:lnTo>
                    <a:pt x="165" y="9"/>
                  </a:lnTo>
                  <a:lnTo>
                    <a:pt x="163" y="5"/>
                  </a:lnTo>
                  <a:lnTo>
                    <a:pt x="159" y="1"/>
                  </a:lnTo>
                  <a:lnTo>
                    <a:pt x="15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6" name="Freeform 134">
              <a:extLst>
                <a:ext uri="{FF2B5EF4-FFF2-40B4-BE49-F238E27FC236}">
                  <a16:creationId xmlns:a16="http://schemas.microsoft.com/office/drawing/2014/main" id="{B251003D-FB57-400C-AE7C-AEA0049B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776" y="4040188"/>
              <a:ext cx="14288" cy="15875"/>
            </a:xfrm>
            <a:custGeom>
              <a:avLst/>
              <a:gdLst>
                <a:gd name="T0" fmla="*/ 23 w 27"/>
                <a:gd name="T1" fmla="*/ 5 h 28"/>
                <a:gd name="T2" fmla="*/ 18 w 27"/>
                <a:gd name="T3" fmla="*/ 1 h 28"/>
                <a:gd name="T4" fmla="*/ 13 w 27"/>
                <a:gd name="T5" fmla="*/ 0 h 28"/>
                <a:gd name="T6" fmla="*/ 8 w 27"/>
                <a:gd name="T7" fmla="*/ 1 h 28"/>
                <a:gd name="T8" fmla="*/ 3 w 27"/>
                <a:gd name="T9" fmla="*/ 5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20 h 28"/>
                <a:gd name="T16" fmla="*/ 3 w 27"/>
                <a:gd name="T17" fmla="*/ 25 h 28"/>
                <a:gd name="T18" fmla="*/ 8 w 27"/>
                <a:gd name="T19" fmla="*/ 27 h 28"/>
                <a:gd name="T20" fmla="*/ 13 w 27"/>
                <a:gd name="T21" fmla="*/ 28 h 28"/>
                <a:gd name="T22" fmla="*/ 18 w 27"/>
                <a:gd name="T23" fmla="*/ 27 h 28"/>
                <a:gd name="T24" fmla="*/ 23 w 27"/>
                <a:gd name="T25" fmla="*/ 25 h 28"/>
                <a:gd name="T26" fmla="*/ 25 w 27"/>
                <a:gd name="T27" fmla="*/ 20 h 28"/>
                <a:gd name="T28" fmla="*/ 27 w 27"/>
                <a:gd name="T29" fmla="*/ 14 h 28"/>
                <a:gd name="T30" fmla="*/ 25 w 27"/>
                <a:gd name="T31" fmla="*/ 9 h 28"/>
                <a:gd name="T32" fmla="*/ 23 w 2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3" y="5"/>
                  </a:moveTo>
                  <a:lnTo>
                    <a:pt x="18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5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8" y="27"/>
                  </a:lnTo>
                  <a:lnTo>
                    <a:pt x="23" y="25"/>
                  </a:lnTo>
                  <a:lnTo>
                    <a:pt x="25" y="20"/>
                  </a:lnTo>
                  <a:lnTo>
                    <a:pt x="27" y="14"/>
                  </a:lnTo>
                  <a:lnTo>
                    <a:pt x="25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7" name="Freeform 135">
              <a:extLst>
                <a:ext uri="{FF2B5EF4-FFF2-40B4-BE49-F238E27FC236}">
                  <a16:creationId xmlns:a16="http://schemas.microsoft.com/office/drawing/2014/main" id="{05A51669-2D45-42EB-8C05-339535BE1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6" y="4094163"/>
              <a:ext cx="152400" cy="14288"/>
            </a:xfrm>
            <a:custGeom>
              <a:avLst/>
              <a:gdLst>
                <a:gd name="T0" fmla="*/ 276 w 290"/>
                <a:gd name="T1" fmla="*/ 0 h 27"/>
                <a:gd name="T2" fmla="*/ 14 w 290"/>
                <a:gd name="T3" fmla="*/ 0 h 27"/>
                <a:gd name="T4" fmla="*/ 7 w 290"/>
                <a:gd name="T5" fmla="*/ 1 h 27"/>
                <a:gd name="T6" fmla="*/ 3 w 290"/>
                <a:gd name="T7" fmla="*/ 3 h 27"/>
                <a:gd name="T8" fmla="*/ 1 w 290"/>
                <a:gd name="T9" fmla="*/ 8 h 27"/>
                <a:gd name="T10" fmla="*/ 0 w 290"/>
                <a:gd name="T11" fmla="*/ 14 h 27"/>
                <a:gd name="T12" fmla="*/ 1 w 290"/>
                <a:gd name="T13" fmla="*/ 19 h 27"/>
                <a:gd name="T14" fmla="*/ 3 w 290"/>
                <a:gd name="T15" fmla="*/ 24 h 27"/>
                <a:gd name="T16" fmla="*/ 7 w 290"/>
                <a:gd name="T17" fmla="*/ 26 h 27"/>
                <a:gd name="T18" fmla="*/ 14 w 290"/>
                <a:gd name="T19" fmla="*/ 27 h 27"/>
                <a:gd name="T20" fmla="*/ 276 w 290"/>
                <a:gd name="T21" fmla="*/ 27 h 27"/>
                <a:gd name="T22" fmla="*/ 281 w 290"/>
                <a:gd name="T23" fmla="*/ 26 h 27"/>
                <a:gd name="T24" fmla="*/ 285 w 290"/>
                <a:gd name="T25" fmla="*/ 24 h 27"/>
                <a:gd name="T26" fmla="*/ 288 w 290"/>
                <a:gd name="T27" fmla="*/ 19 h 27"/>
                <a:gd name="T28" fmla="*/ 290 w 290"/>
                <a:gd name="T29" fmla="*/ 14 h 27"/>
                <a:gd name="T30" fmla="*/ 288 w 290"/>
                <a:gd name="T31" fmla="*/ 8 h 27"/>
                <a:gd name="T32" fmla="*/ 285 w 290"/>
                <a:gd name="T33" fmla="*/ 3 h 27"/>
                <a:gd name="T34" fmla="*/ 281 w 290"/>
                <a:gd name="T35" fmla="*/ 1 h 27"/>
                <a:gd name="T36" fmla="*/ 276 w 290"/>
                <a:gd name="T3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0" h="27">
                  <a:moveTo>
                    <a:pt x="276" y="0"/>
                  </a:moveTo>
                  <a:lnTo>
                    <a:pt x="14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7" y="26"/>
                  </a:lnTo>
                  <a:lnTo>
                    <a:pt x="14" y="27"/>
                  </a:lnTo>
                  <a:lnTo>
                    <a:pt x="276" y="27"/>
                  </a:lnTo>
                  <a:lnTo>
                    <a:pt x="281" y="26"/>
                  </a:lnTo>
                  <a:lnTo>
                    <a:pt x="285" y="24"/>
                  </a:lnTo>
                  <a:lnTo>
                    <a:pt x="288" y="19"/>
                  </a:lnTo>
                  <a:lnTo>
                    <a:pt x="290" y="14"/>
                  </a:lnTo>
                  <a:lnTo>
                    <a:pt x="288" y="8"/>
                  </a:lnTo>
                  <a:lnTo>
                    <a:pt x="285" y="3"/>
                  </a:lnTo>
                  <a:lnTo>
                    <a:pt x="281" y="1"/>
                  </a:lnTo>
                  <a:lnTo>
                    <a:pt x="2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8" name="Freeform 136">
              <a:extLst>
                <a:ext uri="{FF2B5EF4-FFF2-40B4-BE49-F238E27FC236}">
                  <a16:creationId xmlns:a16="http://schemas.microsoft.com/office/drawing/2014/main" id="{06B45A13-E5FD-484B-AECA-BDFF8BC9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6" y="4146551"/>
              <a:ext cx="152400" cy="15875"/>
            </a:xfrm>
            <a:custGeom>
              <a:avLst/>
              <a:gdLst>
                <a:gd name="T0" fmla="*/ 276 w 290"/>
                <a:gd name="T1" fmla="*/ 0 h 28"/>
                <a:gd name="T2" fmla="*/ 14 w 290"/>
                <a:gd name="T3" fmla="*/ 0 h 28"/>
                <a:gd name="T4" fmla="*/ 7 w 290"/>
                <a:gd name="T5" fmla="*/ 1 h 28"/>
                <a:gd name="T6" fmla="*/ 3 w 290"/>
                <a:gd name="T7" fmla="*/ 4 h 28"/>
                <a:gd name="T8" fmla="*/ 1 w 290"/>
                <a:gd name="T9" fmla="*/ 9 h 28"/>
                <a:gd name="T10" fmla="*/ 0 w 290"/>
                <a:gd name="T11" fmla="*/ 14 h 28"/>
                <a:gd name="T12" fmla="*/ 1 w 290"/>
                <a:gd name="T13" fmla="*/ 19 h 28"/>
                <a:gd name="T14" fmla="*/ 3 w 290"/>
                <a:gd name="T15" fmla="*/ 24 h 28"/>
                <a:gd name="T16" fmla="*/ 7 w 290"/>
                <a:gd name="T17" fmla="*/ 27 h 28"/>
                <a:gd name="T18" fmla="*/ 14 w 290"/>
                <a:gd name="T19" fmla="*/ 28 h 28"/>
                <a:gd name="T20" fmla="*/ 276 w 290"/>
                <a:gd name="T21" fmla="*/ 28 h 28"/>
                <a:gd name="T22" fmla="*/ 281 w 290"/>
                <a:gd name="T23" fmla="*/ 27 h 28"/>
                <a:gd name="T24" fmla="*/ 285 w 290"/>
                <a:gd name="T25" fmla="*/ 24 h 28"/>
                <a:gd name="T26" fmla="*/ 288 w 290"/>
                <a:gd name="T27" fmla="*/ 19 h 28"/>
                <a:gd name="T28" fmla="*/ 290 w 290"/>
                <a:gd name="T29" fmla="*/ 14 h 28"/>
                <a:gd name="T30" fmla="*/ 288 w 290"/>
                <a:gd name="T31" fmla="*/ 9 h 28"/>
                <a:gd name="T32" fmla="*/ 285 w 290"/>
                <a:gd name="T33" fmla="*/ 4 h 28"/>
                <a:gd name="T34" fmla="*/ 281 w 290"/>
                <a:gd name="T35" fmla="*/ 1 h 28"/>
                <a:gd name="T36" fmla="*/ 276 w 290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0" h="28">
                  <a:moveTo>
                    <a:pt x="276" y="0"/>
                  </a:moveTo>
                  <a:lnTo>
                    <a:pt x="14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7" y="27"/>
                  </a:lnTo>
                  <a:lnTo>
                    <a:pt x="14" y="28"/>
                  </a:lnTo>
                  <a:lnTo>
                    <a:pt x="276" y="28"/>
                  </a:lnTo>
                  <a:lnTo>
                    <a:pt x="281" y="27"/>
                  </a:lnTo>
                  <a:lnTo>
                    <a:pt x="285" y="24"/>
                  </a:lnTo>
                  <a:lnTo>
                    <a:pt x="288" y="19"/>
                  </a:lnTo>
                  <a:lnTo>
                    <a:pt x="290" y="14"/>
                  </a:lnTo>
                  <a:lnTo>
                    <a:pt x="288" y="9"/>
                  </a:lnTo>
                  <a:lnTo>
                    <a:pt x="285" y="4"/>
                  </a:lnTo>
                  <a:lnTo>
                    <a:pt x="281" y="1"/>
                  </a:lnTo>
                  <a:lnTo>
                    <a:pt x="2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1D2CCF3C-1236-4D2A-A33B-68BEA46AE085}"/>
              </a:ext>
            </a:extLst>
          </p:cNvPr>
          <p:cNvGrpSpPr/>
          <p:nvPr/>
        </p:nvGrpSpPr>
        <p:grpSpPr>
          <a:xfrm>
            <a:off x="4456113" y="3241676"/>
            <a:ext cx="376238" cy="374650"/>
            <a:chOff x="4456113" y="3241676"/>
            <a:chExt cx="376238" cy="374650"/>
          </a:xfrm>
          <a:solidFill>
            <a:schemeClr val="bg1"/>
          </a:solidFill>
        </p:grpSpPr>
        <p:sp>
          <p:nvSpPr>
            <p:cNvPr id="409" name="Freeform 137">
              <a:extLst>
                <a:ext uri="{FF2B5EF4-FFF2-40B4-BE49-F238E27FC236}">
                  <a16:creationId xmlns:a16="http://schemas.microsoft.com/office/drawing/2014/main" id="{0D7FE2A8-825F-4DE0-8D75-FF22FBB441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3241676"/>
              <a:ext cx="376238" cy="374650"/>
            </a:xfrm>
            <a:custGeom>
              <a:avLst/>
              <a:gdLst>
                <a:gd name="T0" fmla="*/ 620 w 711"/>
                <a:gd name="T1" fmla="*/ 222 h 710"/>
                <a:gd name="T2" fmla="*/ 640 w 711"/>
                <a:gd name="T3" fmla="*/ 138 h 710"/>
                <a:gd name="T4" fmla="*/ 564 w 711"/>
                <a:gd name="T5" fmla="*/ 69 h 710"/>
                <a:gd name="T6" fmla="*/ 448 w 711"/>
                <a:gd name="T7" fmla="*/ 74 h 710"/>
                <a:gd name="T8" fmla="*/ 403 w 711"/>
                <a:gd name="T9" fmla="*/ 1 h 710"/>
                <a:gd name="T10" fmla="*/ 301 w 711"/>
                <a:gd name="T11" fmla="*/ 6 h 710"/>
                <a:gd name="T12" fmla="*/ 222 w 711"/>
                <a:gd name="T13" fmla="*/ 91 h 710"/>
                <a:gd name="T14" fmla="*/ 138 w 711"/>
                <a:gd name="T15" fmla="*/ 71 h 710"/>
                <a:gd name="T16" fmla="*/ 70 w 711"/>
                <a:gd name="T17" fmla="*/ 147 h 710"/>
                <a:gd name="T18" fmla="*/ 75 w 711"/>
                <a:gd name="T19" fmla="*/ 263 h 710"/>
                <a:gd name="T20" fmla="*/ 1 w 711"/>
                <a:gd name="T21" fmla="*/ 308 h 710"/>
                <a:gd name="T22" fmla="*/ 6 w 711"/>
                <a:gd name="T23" fmla="*/ 410 h 710"/>
                <a:gd name="T24" fmla="*/ 92 w 711"/>
                <a:gd name="T25" fmla="*/ 488 h 710"/>
                <a:gd name="T26" fmla="*/ 71 w 711"/>
                <a:gd name="T27" fmla="*/ 573 h 710"/>
                <a:gd name="T28" fmla="*/ 148 w 711"/>
                <a:gd name="T29" fmla="*/ 641 h 710"/>
                <a:gd name="T30" fmla="*/ 263 w 711"/>
                <a:gd name="T31" fmla="*/ 636 h 710"/>
                <a:gd name="T32" fmla="*/ 309 w 711"/>
                <a:gd name="T33" fmla="*/ 710 h 710"/>
                <a:gd name="T34" fmla="*/ 409 w 711"/>
                <a:gd name="T35" fmla="*/ 704 h 710"/>
                <a:gd name="T36" fmla="*/ 489 w 711"/>
                <a:gd name="T37" fmla="*/ 619 h 710"/>
                <a:gd name="T38" fmla="*/ 572 w 711"/>
                <a:gd name="T39" fmla="*/ 639 h 710"/>
                <a:gd name="T40" fmla="*/ 641 w 711"/>
                <a:gd name="T41" fmla="*/ 563 h 710"/>
                <a:gd name="T42" fmla="*/ 637 w 711"/>
                <a:gd name="T43" fmla="*/ 447 h 710"/>
                <a:gd name="T44" fmla="*/ 710 w 711"/>
                <a:gd name="T45" fmla="*/ 402 h 710"/>
                <a:gd name="T46" fmla="*/ 704 w 711"/>
                <a:gd name="T47" fmla="*/ 300 h 710"/>
                <a:gd name="T48" fmla="*/ 621 w 711"/>
                <a:gd name="T49" fmla="*/ 404 h 710"/>
                <a:gd name="T50" fmla="*/ 608 w 711"/>
                <a:gd name="T51" fmla="*/ 446 h 710"/>
                <a:gd name="T52" fmla="*/ 581 w 711"/>
                <a:gd name="T53" fmla="*/ 501 h 710"/>
                <a:gd name="T54" fmla="*/ 610 w 711"/>
                <a:gd name="T55" fmla="*/ 564 h 710"/>
                <a:gd name="T56" fmla="*/ 505 w 711"/>
                <a:gd name="T57" fmla="*/ 578 h 710"/>
                <a:gd name="T58" fmla="*/ 458 w 711"/>
                <a:gd name="T59" fmla="*/ 603 h 710"/>
                <a:gd name="T60" fmla="*/ 408 w 711"/>
                <a:gd name="T61" fmla="*/ 618 h 710"/>
                <a:gd name="T62" fmla="*/ 324 w 711"/>
                <a:gd name="T63" fmla="*/ 682 h 710"/>
                <a:gd name="T64" fmla="*/ 299 w 711"/>
                <a:gd name="T65" fmla="*/ 617 h 710"/>
                <a:gd name="T66" fmla="*/ 242 w 711"/>
                <a:gd name="T67" fmla="*/ 598 h 710"/>
                <a:gd name="T68" fmla="*/ 202 w 711"/>
                <a:gd name="T69" fmla="*/ 578 h 710"/>
                <a:gd name="T70" fmla="*/ 130 w 711"/>
                <a:gd name="T71" fmla="*/ 515 h 710"/>
                <a:gd name="T72" fmla="*/ 124 w 711"/>
                <a:gd name="T73" fmla="*/ 490 h 710"/>
                <a:gd name="T74" fmla="*/ 99 w 711"/>
                <a:gd name="T75" fmla="*/ 434 h 710"/>
                <a:gd name="T76" fmla="*/ 86 w 711"/>
                <a:gd name="T77" fmla="*/ 402 h 710"/>
                <a:gd name="T78" fmla="*/ 86 w 711"/>
                <a:gd name="T79" fmla="*/ 308 h 710"/>
                <a:gd name="T80" fmla="*/ 99 w 711"/>
                <a:gd name="T81" fmla="*/ 276 h 710"/>
                <a:gd name="T82" fmla="*/ 124 w 711"/>
                <a:gd name="T83" fmla="*/ 220 h 710"/>
                <a:gd name="T84" fmla="*/ 130 w 711"/>
                <a:gd name="T85" fmla="*/ 195 h 710"/>
                <a:gd name="T86" fmla="*/ 202 w 711"/>
                <a:gd name="T87" fmla="*/ 132 h 710"/>
                <a:gd name="T88" fmla="*/ 242 w 711"/>
                <a:gd name="T89" fmla="*/ 112 h 710"/>
                <a:gd name="T90" fmla="*/ 299 w 711"/>
                <a:gd name="T91" fmla="*/ 93 h 710"/>
                <a:gd name="T92" fmla="*/ 324 w 711"/>
                <a:gd name="T93" fmla="*/ 28 h 710"/>
                <a:gd name="T94" fmla="*/ 408 w 711"/>
                <a:gd name="T95" fmla="*/ 92 h 710"/>
                <a:gd name="T96" fmla="*/ 458 w 711"/>
                <a:gd name="T97" fmla="*/ 107 h 710"/>
                <a:gd name="T98" fmla="*/ 505 w 711"/>
                <a:gd name="T99" fmla="*/ 132 h 710"/>
                <a:gd name="T100" fmla="*/ 610 w 711"/>
                <a:gd name="T101" fmla="*/ 146 h 710"/>
                <a:gd name="T102" fmla="*/ 581 w 711"/>
                <a:gd name="T103" fmla="*/ 210 h 710"/>
                <a:gd name="T104" fmla="*/ 608 w 711"/>
                <a:gd name="T105" fmla="*/ 264 h 710"/>
                <a:gd name="T106" fmla="*/ 621 w 711"/>
                <a:gd name="T107" fmla="*/ 306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11" h="710">
                  <a:moveTo>
                    <a:pt x="700" y="299"/>
                  </a:moveTo>
                  <a:lnTo>
                    <a:pt x="642" y="284"/>
                  </a:lnTo>
                  <a:lnTo>
                    <a:pt x="637" y="263"/>
                  </a:lnTo>
                  <a:lnTo>
                    <a:pt x="628" y="242"/>
                  </a:lnTo>
                  <a:lnTo>
                    <a:pt x="620" y="222"/>
                  </a:lnTo>
                  <a:lnTo>
                    <a:pt x="609" y="201"/>
                  </a:lnTo>
                  <a:lnTo>
                    <a:pt x="639" y="151"/>
                  </a:lnTo>
                  <a:lnTo>
                    <a:pt x="641" y="147"/>
                  </a:lnTo>
                  <a:lnTo>
                    <a:pt x="641" y="142"/>
                  </a:lnTo>
                  <a:lnTo>
                    <a:pt x="640" y="138"/>
                  </a:lnTo>
                  <a:lnTo>
                    <a:pt x="637" y="134"/>
                  </a:lnTo>
                  <a:lnTo>
                    <a:pt x="577" y="74"/>
                  </a:lnTo>
                  <a:lnTo>
                    <a:pt x="572" y="71"/>
                  </a:lnTo>
                  <a:lnTo>
                    <a:pt x="568" y="69"/>
                  </a:lnTo>
                  <a:lnTo>
                    <a:pt x="564" y="69"/>
                  </a:lnTo>
                  <a:lnTo>
                    <a:pt x="560" y="72"/>
                  </a:lnTo>
                  <a:lnTo>
                    <a:pt x="508" y="102"/>
                  </a:lnTo>
                  <a:lnTo>
                    <a:pt x="489" y="91"/>
                  </a:lnTo>
                  <a:lnTo>
                    <a:pt x="468" y="81"/>
                  </a:lnTo>
                  <a:lnTo>
                    <a:pt x="448" y="74"/>
                  </a:lnTo>
                  <a:lnTo>
                    <a:pt x="427" y="67"/>
                  </a:lnTo>
                  <a:lnTo>
                    <a:pt x="412" y="10"/>
                  </a:lnTo>
                  <a:lnTo>
                    <a:pt x="409" y="6"/>
                  </a:lnTo>
                  <a:lnTo>
                    <a:pt x="407" y="3"/>
                  </a:lnTo>
                  <a:lnTo>
                    <a:pt x="403" y="1"/>
                  </a:lnTo>
                  <a:lnTo>
                    <a:pt x="399" y="0"/>
                  </a:lnTo>
                  <a:lnTo>
                    <a:pt x="313" y="0"/>
                  </a:lnTo>
                  <a:lnTo>
                    <a:pt x="309" y="1"/>
                  </a:lnTo>
                  <a:lnTo>
                    <a:pt x="304" y="3"/>
                  </a:lnTo>
                  <a:lnTo>
                    <a:pt x="301" y="6"/>
                  </a:lnTo>
                  <a:lnTo>
                    <a:pt x="299" y="10"/>
                  </a:lnTo>
                  <a:lnTo>
                    <a:pt x="285" y="67"/>
                  </a:lnTo>
                  <a:lnTo>
                    <a:pt x="263" y="74"/>
                  </a:lnTo>
                  <a:lnTo>
                    <a:pt x="242" y="81"/>
                  </a:lnTo>
                  <a:lnTo>
                    <a:pt x="222" y="91"/>
                  </a:lnTo>
                  <a:lnTo>
                    <a:pt x="202" y="102"/>
                  </a:lnTo>
                  <a:lnTo>
                    <a:pt x="152" y="72"/>
                  </a:lnTo>
                  <a:lnTo>
                    <a:pt x="148" y="69"/>
                  </a:lnTo>
                  <a:lnTo>
                    <a:pt x="142" y="69"/>
                  </a:lnTo>
                  <a:lnTo>
                    <a:pt x="138" y="71"/>
                  </a:lnTo>
                  <a:lnTo>
                    <a:pt x="135" y="74"/>
                  </a:lnTo>
                  <a:lnTo>
                    <a:pt x="74" y="134"/>
                  </a:lnTo>
                  <a:lnTo>
                    <a:pt x="71" y="138"/>
                  </a:lnTo>
                  <a:lnTo>
                    <a:pt x="70" y="142"/>
                  </a:lnTo>
                  <a:lnTo>
                    <a:pt x="70" y="147"/>
                  </a:lnTo>
                  <a:lnTo>
                    <a:pt x="71" y="151"/>
                  </a:lnTo>
                  <a:lnTo>
                    <a:pt x="103" y="201"/>
                  </a:lnTo>
                  <a:lnTo>
                    <a:pt x="92" y="222"/>
                  </a:lnTo>
                  <a:lnTo>
                    <a:pt x="82" y="242"/>
                  </a:lnTo>
                  <a:lnTo>
                    <a:pt x="75" y="263"/>
                  </a:lnTo>
                  <a:lnTo>
                    <a:pt x="68" y="284"/>
                  </a:lnTo>
                  <a:lnTo>
                    <a:pt x="10" y="299"/>
                  </a:lnTo>
                  <a:lnTo>
                    <a:pt x="6" y="300"/>
                  </a:lnTo>
                  <a:lnTo>
                    <a:pt x="3" y="303"/>
                  </a:lnTo>
                  <a:lnTo>
                    <a:pt x="1" y="308"/>
                  </a:lnTo>
                  <a:lnTo>
                    <a:pt x="0" y="312"/>
                  </a:lnTo>
                  <a:lnTo>
                    <a:pt x="0" y="398"/>
                  </a:lnTo>
                  <a:lnTo>
                    <a:pt x="1" y="402"/>
                  </a:lnTo>
                  <a:lnTo>
                    <a:pt x="3" y="407"/>
                  </a:lnTo>
                  <a:lnTo>
                    <a:pt x="6" y="410"/>
                  </a:lnTo>
                  <a:lnTo>
                    <a:pt x="10" y="412"/>
                  </a:lnTo>
                  <a:lnTo>
                    <a:pt x="68" y="426"/>
                  </a:lnTo>
                  <a:lnTo>
                    <a:pt x="75" y="447"/>
                  </a:lnTo>
                  <a:lnTo>
                    <a:pt x="82" y="469"/>
                  </a:lnTo>
                  <a:lnTo>
                    <a:pt x="92" y="488"/>
                  </a:lnTo>
                  <a:lnTo>
                    <a:pt x="103" y="509"/>
                  </a:lnTo>
                  <a:lnTo>
                    <a:pt x="71" y="559"/>
                  </a:lnTo>
                  <a:lnTo>
                    <a:pt x="70" y="563"/>
                  </a:lnTo>
                  <a:lnTo>
                    <a:pt x="70" y="568"/>
                  </a:lnTo>
                  <a:lnTo>
                    <a:pt x="71" y="573"/>
                  </a:lnTo>
                  <a:lnTo>
                    <a:pt x="74" y="576"/>
                  </a:lnTo>
                  <a:lnTo>
                    <a:pt x="135" y="637"/>
                  </a:lnTo>
                  <a:lnTo>
                    <a:pt x="138" y="639"/>
                  </a:lnTo>
                  <a:lnTo>
                    <a:pt x="142" y="641"/>
                  </a:lnTo>
                  <a:lnTo>
                    <a:pt x="148" y="641"/>
                  </a:lnTo>
                  <a:lnTo>
                    <a:pt x="152" y="638"/>
                  </a:lnTo>
                  <a:lnTo>
                    <a:pt x="202" y="608"/>
                  </a:lnTo>
                  <a:lnTo>
                    <a:pt x="222" y="619"/>
                  </a:lnTo>
                  <a:lnTo>
                    <a:pt x="242" y="629"/>
                  </a:lnTo>
                  <a:lnTo>
                    <a:pt x="263" y="636"/>
                  </a:lnTo>
                  <a:lnTo>
                    <a:pt x="285" y="643"/>
                  </a:lnTo>
                  <a:lnTo>
                    <a:pt x="299" y="700"/>
                  </a:lnTo>
                  <a:lnTo>
                    <a:pt x="301" y="704"/>
                  </a:lnTo>
                  <a:lnTo>
                    <a:pt x="304" y="708"/>
                  </a:lnTo>
                  <a:lnTo>
                    <a:pt x="309" y="710"/>
                  </a:lnTo>
                  <a:lnTo>
                    <a:pt x="313" y="710"/>
                  </a:lnTo>
                  <a:lnTo>
                    <a:pt x="399" y="710"/>
                  </a:lnTo>
                  <a:lnTo>
                    <a:pt x="403" y="710"/>
                  </a:lnTo>
                  <a:lnTo>
                    <a:pt x="407" y="708"/>
                  </a:lnTo>
                  <a:lnTo>
                    <a:pt x="409" y="704"/>
                  </a:lnTo>
                  <a:lnTo>
                    <a:pt x="412" y="700"/>
                  </a:lnTo>
                  <a:lnTo>
                    <a:pt x="427" y="643"/>
                  </a:lnTo>
                  <a:lnTo>
                    <a:pt x="448" y="636"/>
                  </a:lnTo>
                  <a:lnTo>
                    <a:pt x="468" y="629"/>
                  </a:lnTo>
                  <a:lnTo>
                    <a:pt x="489" y="619"/>
                  </a:lnTo>
                  <a:lnTo>
                    <a:pt x="508" y="608"/>
                  </a:lnTo>
                  <a:lnTo>
                    <a:pt x="560" y="638"/>
                  </a:lnTo>
                  <a:lnTo>
                    <a:pt x="564" y="641"/>
                  </a:lnTo>
                  <a:lnTo>
                    <a:pt x="568" y="641"/>
                  </a:lnTo>
                  <a:lnTo>
                    <a:pt x="572" y="639"/>
                  </a:lnTo>
                  <a:lnTo>
                    <a:pt x="577" y="637"/>
                  </a:lnTo>
                  <a:lnTo>
                    <a:pt x="637" y="576"/>
                  </a:lnTo>
                  <a:lnTo>
                    <a:pt x="640" y="573"/>
                  </a:lnTo>
                  <a:lnTo>
                    <a:pt x="641" y="568"/>
                  </a:lnTo>
                  <a:lnTo>
                    <a:pt x="641" y="563"/>
                  </a:lnTo>
                  <a:lnTo>
                    <a:pt x="639" y="559"/>
                  </a:lnTo>
                  <a:lnTo>
                    <a:pt x="609" y="509"/>
                  </a:lnTo>
                  <a:lnTo>
                    <a:pt x="620" y="488"/>
                  </a:lnTo>
                  <a:lnTo>
                    <a:pt x="628" y="469"/>
                  </a:lnTo>
                  <a:lnTo>
                    <a:pt x="637" y="447"/>
                  </a:lnTo>
                  <a:lnTo>
                    <a:pt x="642" y="426"/>
                  </a:lnTo>
                  <a:lnTo>
                    <a:pt x="700" y="412"/>
                  </a:lnTo>
                  <a:lnTo>
                    <a:pt x="704" y="410"/>
                  </a:lnTo>
                  <a:lnTo>
                    <a:pt x="708" y="407"/>
                  </a:lnTo>
                  <a:lnTo>
                    <a:pt x="710" y="402"/>
                  </a:lnTo>
                  <a:lnTo>
                    <a:pt x="711" y="398"/>
                  </a:lnTo>
                  <a:lnTo>
                    <a:pt x="711" y="312"/>
                  </a:lnTo>
                  <a:lnTo>
                    <a:pt x="710" y="308"/>
                  </a:lnTo>
                  <a:lnTo>
                    <a:pt x="708" y="303"/>
                  </a:lnTo>
                  <a:lnTo>
                    <a:pt x="704" y="300"/>
                  </a:lnTo>
                  <a:lnTo>
                    <a:pt x="700" y="299"/>
                  </a:lnTo>
                  <a:close/>
                  <a:moveTo>
                    <a:pt x="683" y="387"/>
                  </a:moveTo>
                  <a:lnTo>
                    <a:pt x="627" y="401"/>
                  </a:lnTo>
                  <a:lnTo>
                    <a:pt x="624" y="402"/>
                  </a:lnTo>
                  <a:lnTo>
                    <a:pt x="621" y="404"/>
                  </a:lnTo>
                  <a:lnTo>
                    <a:pt x="619" y="408"/>
                  </a:lnTo>
                  <a:lnTo>
                    <a:pt x="618" y="412"/>
                  </a:lnTo>
                  <a:lnTo>
                    <a:pt x="614" y="424"/>
                  </a:lnTo>
                  <a:lnTo>
                    <a:pt x="611" y="434"/>
                  </a:lnTo>
                  <a:lnTo>
                    <a:pt x="608" y="446"/>
                  </a:lnTo>
                  <a:lnTo>
                    <a:pt x="604" y="458"/>
                  </a:lnTo>
                  <a:lnTo>
                    <a:pt x="598" y="469"/>
                  </a:lnTo>
                  <a:lnTo>
                    <a:pt x="593" y="480"/>
                  </a:lnTo>
                  <a:lnTo>
                    <a:pt x="587" y="490"/>
                  </a:lnTo>
                  <a:lnTo>
                    <a:pt x="581" y="501"/>
                  </a:lnTo>
                  <a:lnTo>
                    <a:pt x="579" y="504"/>
                  </a:lnTo>
                  <a:lnTo>
                    <a:pt x="578" y="507"/>
                  </a:lnTo>
                  <a:lnTo>
                    <a:pt x="579" y="512"/>
                  </a:lnTo>
                  <a:lnTo>
                    <a:pt x="580" y="515"/>
                  </a:lnTo>
                  <a:lnTo>
                    <a:pt x="610" y="564"/>
                  </a:lnTo>
                  <a:lnTo>
                    <a:pt x="565" y="609"/>
                  </a:lnTo>
                  <a:lnTo>
                    <a:pt x="516" y="580"/>
                  </a:lnTo>
                  <a:lnTo>
                    <a:pt x="512" y="578"/>
                  </a:lnTo>
                  <a:lnTo>
                    <a:pt x="508" y="578"/>
                  </a:lnTo>
                  <a:lnTo>
                    <a:pt x="505" y="578"/>
                  </a:lnTo>
                  <a:lnTo>
                    <a:pt x="501" y="580"/>
                  </a:lnTo>
                  <a:lnTo>
                    <a:pt x="491" y="587"/>
                  </a:lnTo>
                  <a:lnTo>
                    <a:pt x="480" y="592"/>
                  </a:lnTo>
                  <a:lnTo>
                    <a:pt x="469" y="598"/>
                  </a:lnTo>
                  <a:lnTo>
                    <a:pt x="458" y="603"/>
                  </a:lnTo>
                  <a:lnTo>
                    <a:pt x="447" y="607"/>
                  </a:lnTo>
                  <a:lnTo>
                    <a:pt x="435" y="612"/>
                  </a:lnTo>
                  <a:lnTo>
                    <a:pt x="423" y="615"/>
                  </a:lnTo>
                  <a:lnTo>
                    <a:pt x="412" y="617"/>
                  </a:lnTo>
                  <a:lnTo>
                    <a:pt x="408" y="618"/>
                  </a:lnTo>
                  <a:lnTo>
                    <a:pt x="405" y="621"/>
                  </a:lnTo>
                  <a:lnTo>
                    <a:pt x="403" y="623"/>
                  </a:lnTo>
                  <a:lnTo>
                    <a:pt x="401" y="628"/>
                  </a:lnTo>
                  <a:lnTo>
                    <a:pt x="388" y="682"/>
                  </a:lnTo>
                  <a:lnTo>
                    <a:pt x="324" y="682"/>
                  </a:lnTo>
                  <a:lnTo>
                    <a:pt x="310" y="628"/>
                  </a:lnTo>
                  <a:lnTo>
                    <a:pt x="309" y="623"/>
                  </a:lnTo>
                  <a:lnTo>
                    <a:pt x="306" y="621"/>
                  </a:lnTo>
                  <a:lnTo>
                    <a:pt x="303" y="618"/>
                  </a:lnTo>
                  <a:lnTo>
                    <a:pt x="299" y="617"/>
                  </a:lnTo>
                  <a:lnTo>
                    <a:pt x="287" y="615"/>
                  </a:lnTo>
                  <a:lnTo>
                    <a:pt x="275" y="612"/>
                  </a:lnTo>
                  <a:lnTo>
                    <a:pt x="265" y="607"/>
                  </a:lnTo>
                  <a:lnTo>
                    <a:pt x="253" y="603"/>
                  </a:lnTo>
                  <a:lnTo>
                    <a:pt x="242" y="598"/>
                  </a:lnTo>
                  <a:lnTo>
                    <a:pt x="231" y="592"/>
                  </a:lnTo>
                  <a:lnTo>
                    <a:pt x="221" y="587"/>
                  </a:lnTo>
                  <a:lnTo>
                    <a:pt x="210" y="580"/>
                  </a:lnTo>
                  <a:lnTo>
                    <a:pt x="207" y="578"/>
                  </a:lnTo>
                  <a:lnTo>
                    <a:pt x="202" y="578"/>
                  </a:lnTo>
                  <a:lnTo>
                    <a:pt x="199" y="578"/>
                  </a:lnTo>
                  <a:lnTo>
                    <a:pt x="196" y="580"/>
                  </a:lnTo>
                  <a:lnTo>
                    <a:pt x="147" y="609"/>
                  </a:lnTo>
                  <a:lnTo>
                    <a:pt x="101" y="564"/>
                  </a:lnTo>
                  <a:lnTo>
                    <a:pt x="130" y="515"/>
                  </a:lnTo>
                  <a:lnTo>
                    <a:pt x="133" y="512"/>
                  </a:lnTo>
                  <a:lnTo>
                    <a:pt x="133" y="507"/>
                  </a:lnTo>
                  <a:lnTo>
                    <a:pt x="132" y="504"/>
                  </a:lnTo>
                  <a:lnTo>
                    <a:pt x="130" y="501"/>
                  </a:lnTo>
                  <a:lnTo>
                    <a:pt x="124" y="490"/>
                  </a:lnTo>
                  <a:lnTo>
                    <a:pt x="119" y="480"/>
                  </a:lnTo>
                  <a:lnTo>
                    <a:pt x="112" y="469"/>
                  </a:lnTo>
                  <a:lnTo>
                    <a:pt x="108" y="458"/>
                  </a:lnTo>
                  <a:lnTo>
                    <a:pt x="104" y="446"/>
                  </a:lnTo>
                  <a:lnTo>
                    <a:pt x="99" y="434"/>
                  </a:lnTo>
                  <a:lnTo>
                    <a:pt x="96" y="424"/>
                  </a:lnTo>
                  <a:lnTo>
                    <a:pt x="94" y="412"/>
                  </a:lnTo>
                  <a:lnTo>
                    <a:pt x="92" y="408"/>
                  </a:lnTo>
                  <a:lnTo>
                    <a:pt x="90" y="404"/>
                  </a:lnTo>
                  <a:lnTo>
                    <a:pt x="86" y="402"/>
                  </a:lnTo>
                  <a:lnTo>
                    <a:pt x="83" y="401"/>
                  </a:lnTo>
                  <a:lnTo>
                    <a:pt x="27" y="387"/>
                  </a:lnTo>
                  <a:lnTo>
                    <a:pt x="27" y="323"/>
                  </a:lnTo>
                  <a:lnTo>
                    <a:pt x="83" y="309"/>
                  </a:lnTo>
                  <a:lnTo>
                    <a:pt x="86" y="308"/>
                  </a:lnTo>
                  <a:lnTo>
                    <a:pt x="90" y="306"/>
                  </a:lnTo>
                  <a:lnTo>
                    <a:pt x="92" y="302"/>
                  </a:lnTo>
                  <a:lnTo>
                    <a:pt x="94" y="299"/>
                  </a:lnTo>
                  <a:lnTo>
                    <a:pt x="96" y="287"/>
                  </a:lnTo>
                  <a:lnTo>
                    <a:pt x="99" y="276"/>
                  </a:lnTo>
                  <a:lnTo>
                    <a:pt x="104" y="264"/>
                  </a:lnTo>
                  <a:lnTo>
                    <a:pt x="108" y="252"/>
                  </a:lnTo>
                  <a:lnTo>
                    <a:pt x="112" y="241"/>
                  </a:lnTo>
                  <a:lnTo>
                    <a:pt x="119" y="230"/>
                  </a:lnTo>
                  <a:lnTo>
                    <a:pt x="124" y="220"/>
                  </a:lnTo>
                  <a:lnTo>
                    <a:pt x="130" y="210"/>
                  </a:lnTo>
                  <a:lnTo>
                    <a:pt x="132" y="206"/>
                  </a:lnTo>
                  <a:lnTo>
                    <a:pt x="133" y="203"/>
                  </a:lnTo>
                  <a:lnTo>
                    <a:pt x="133" y="198"/>
                  </a:lnTo>
                  <a:lnTo>
                    <a:pt x="130" y="195"/>
                  </a:lnTo>
                  <a:lnTo>
                    <a:pt x="101" y="146"/>
                  </a:lnTo>
                  <a:lnTo>
                    <a:pt x="147" y="101"/>
                  </a:lnTo>
                  <a:lnTo>
                    <a:pt x="196" y="130"/>
                  </a:lnTo>
                  <a:lnTo>
                    <a:pt x="199" y="132"/>
                  </a:lnTo>
                  <a:lnTo>
                    <a:pt x="202" y="132"/>
                  </a:lnTo>
                  <a:lnTo>
                    <a:pt x="207" y="132"/>
                  </a:lnTo>
                  <a:lnTo>
                    <a:pt x="210" y="130"/>
                  </a:lnTo>
                  <a:lnTo>
                    <a:pt x="221" y="123"/>
                  </a:lnTo>
                  <a:lnTo>
                    <a:pt x="231" y="118"/>
                  </a:lnTo>
                  <a:lnTo>
                    <a:pt x="242" y="112"/>
                  </a:lnTo>
                  <a:lnTo>
                    <a:pt x="253" y="107"/>
                  </a:lnTo>
                  <a:lnTo>
                    <a:pt x="265" y="103"/>
                  </a:lnTo>
                  <a:lnTo>
                    <a:pt x="275" y="99"/>
                  </a:lnTo>
                  <a:lnTo>
                    <a:pt x="287" y="95"/>
                  </a:lnTo>
                  <a:lnTo>
                    <a:pt x="299" y="93"/>
                  </a:lnTo>
                  <a:lnTo>
                    <a:pt x="303" y="92"/>
                  </a:lnTo>
                  <a:lnTo>
                    <a:pt x="306" y="90"/>
                  </a:lnTo>
                  <a:lnTo>
                    <a:pt x="309" y="87"/>
                  </a:lnTo>
                  <a:lnTo>
                    <a:pt x="310" y="82"/>
                  </a:lnTo>
                  <a:lnTo>
                    <a:pt x="324" y="28"/>
                  </a:lnTo>
                  <a:lnTo>
                    <a:pt x="388" y="28"/>
                  </a:lnTo>
                  <a:lnTo>
                    <a:pt x="401" y="82"/>
                  </a:lnTo>
                  <a:lnTo>
                    <a:pt x="403" y="87"/>
                  </a:lnTo>
                  <a:lnTo>
                    <a:pt x="405" y="90"/>
                  </a:lnTo>
                  <a:lnTo>
                    <a:pt x="408" y="92"/>
                  </a:lnTo>
                  <a:lnTo>
                    <a:pt x="412" y="93"/>
                  </a:lnTo>
                  <a:lnTo>
                    <a:pt x="423" y="95"/>
                  </a:lnTo>
                  <a:lnTo>
                    <a:pt x="435" y="99"/>
                  </a:lnTo>
                  <a:lnTo>
                    <a:pt x="447" y="103"/>
                  </a:lnTo>
                  <a:lnTo>
                    <a:pt x="458" y="107"/>
                  </a:lnTo>
                  <a:lnTo>
                    <a:pt x="469" y="112"/>
                  </a:lnTo>
                  <a:lnTo>
                    <a:pt x="480" y="118"/>
                  </a:lnTo>
                  <a:lnTo>
                    <a:pt x="491" y="123"/>
                  </a:lnTo>
                  <a:lnTo>
                    <a:pt x="501" y="130"/>
                  </a:lnTo>
                  <a:lnTo>
                    <a:pt x="505" y="132"/>
                  </a:lnTo>
                  <a:lnTo>
                    <a:pt x="508" y="132"/>
                  </a:lnTo>
                  <a:lnTo>
                    <a:pt x="512" y="132"/>
                  </a:lnTo>
                  <a:lnTo>
                    <a:pt x="516" y="130"/>
                  </a:lnTo>
                  <a:lnTo>
                    <a:pt x="565" y="101"/>
                  </a:lnTo>
                  <a:lnTo>
                    <a:pt x="610" y="146"/>
                  </a:lnTo>
                  <a:lnTo>
                    <a:pt x="580" y="195"/>
                  </a:lnTo>
                  <a:lnTo>
                    <a:pt x="579" y="198"/>
                  </a:lnTo>
                  <a:lnTo>
                    <a:pt x="578" y="203"/>
                  </a:lnTo>
                  <a:lnTo>
                    <a:pt x="579" y="206"/>
                  </a:lnTo>
                  <a:lnTo>
                    <a:pt x="581" y="210"/>
                  </a:lnTo>
                  <a:lnTo>
                    <a:pt x="587" y="220"/>
                  </a:lnTo>
                  <a:lnTo>
                    <a:pt x="593" y="230"/>
                  </a:lnTo>
                  <a:lnTo>
                    <a:pt x="598" y="241"/>
                  </a:lnTo>
                  <a:lnTo>
                    <a:pt x="604" y="252"/>
                  </a:lnTo>
                  <a:lnTo>
                    <a:pt x="608" y="264"/>
                  </a:lnTo>
                  <a:lnTo>
                    <a:pt x="611" y="276"/>
                  </a:lnTo>
                  <a:lnTo>
                    <a:pt x="614" y="287"/>
                  </a:lnTo>
                  <a:lnTo>
                    <a:pt x="618" y="299"/>
                  </a:lnTo>
                  <a:lnTo>
                    <a:pt x="619" y="302"/>
                  </a:lnTo>
                  <a:lnTo>
                    <a:pt x="621" y="306"/>
                  </a:lnTo>
                  <a:lnTo>
                    <a:pt x="624" y="308"/>
                  </a:lnTo>
                  <a:lnTo>
                    <a:pt x="627" y="309"/>
                  </a:lnTo>
                  <a:lnTo>
                    <a:pt x="683" y="323"/>
                  </a:lnTo>
                  <a:lnTo>
                    <a:pt x="683" y="3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0" name="Freeform 138">
              <a:extLst>
                <a:ext uri="{FF2B5EF4-FFF2-40B4-BE49-F238E27FC236}">
                  <a16:creationId xmlns:a16="http://schemas.microsoft.com/office/drawing/2014/main" id="{616DFC41-F977-49B9-AB9F-0D7E0CC6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3319463"/>
              <a:ext cx="219075" cy="219075"/>
            </a:xfrm>
            <a:custGeom>
              <a:avLst/>
              <a:gdLst>
                <a:gd name="T0" fmla="*/ 183 w 416"/>
                <a:gd name="T1" fmla="*/ 1 h 416"/>
                <a:gd name="T2" fmla="*/ 149 w 416"/>
                <a:gd name="T3" fmla="*/ 8 h 416"/>
                <a:gd name="T4" fmla="*/ 115 w 416"/>
                <a:gd name="T5" fmla="*/ 21 h 416"/>
                <a:gd name="T6" fmla="*/ 108 w 416"/>
                <a:gd name="T7" fmla="*/ 34 h 416"/>
                <a:gd name="T8" fmla="*/ 117 w 416"/>
                <a:gd name="T9" fmla="*/ 47 h 416"/>
                <a:gd name="T10" fmla="*/ 137 w 416"/>
                <a:gd name="T11" fmla="*/ 42 h 416"/>
                <a:gd name="T12" fmla="*/ 166 w 416"/>
                <a:gd name="T13" fmla="*/ 32 h 416"/>
                <a:gd name="T14" fmla="*/ 197 w 416"/>
                <a:gd name="T15" fmla="*/ 28 h 416"/>
                <a:gd name="T16" fmla="*/ 244 w 416"/>
                <a:gd name="T17" fmla="*/ 31 h 416"/>
                <a:gd name="T18" fmla="*/ 294 w 416"/>
                <a:gd name="T19" fmla="*/ 49 h 416"/>
                <a:gd name="T20" fmla="*/ 335 w 416"/>
                <a:gd name="T21" fmla="*/ 80 h 416"/>
                <a:gd name="T22" fmla="*/ 367 w 416"/>
                <a:gd name="T23" fmla="*/ 122 h 416"/>
                <a:gd name="T24" fmla="*/ 385 w 416"/>
                <a:gd name="T25" fmla="*/ 171 h 416"/>
                <a:gd name="T26" fmla="*/ 387 w 416"/>
                <a:gd name="T27" fmla="*/ 226 h 416"/>
                <a:gd name="T28" fmla="*/ 374 w 416"/>
                <a:gd name="T29" fmla="*/ 278 h 416"/>
                <a:gd name="T30" fmla="*/ 347 w 416"/>
                <a:gd name="T31" fmla="*/ 323 h 416"/>
                <a:gd name="T32" fmla="*/ 309 w 416"/>
                <a:gd name="T33" fmla="*/ 358 h 416"/>
                <a:gd name="T34" fmla="*/ 261 w 416"/>
                <a:gd name="T35" fmla="*/ 381 h 416"/>
                <a:gd name="T36" fmla="*/ 208 w 416"/>
                <a:gd name="T37" fmla="*/ 388 h 416"/>
                <a:gd name="T38" fmla="*/ 154 w 416"/>
                <a:gd name="T39" fmla="*/ 381 h 416"/>
                <a:gd name="T40" fmla="*/ 107 w 416"/>
                <a:gd name="T41" fmla="*/ 358 h 416"/>
                <a:gd name="T42" fmla="*/ 68 w 416"/>
                <a:gd name="T43" fmla="*/ 323 h 416"/>
                <a:gd name="T44" fmla="*/ 41 w 416"/>
                <a:gd name="T45" fmla="*/ 278 h 416"/>
                <a:gd name="T46" fmla="*/ 27 w 416"/>
                <a:gd name="T47" fmla="*/ 226 h 416"/>
                <a:gd name="T48" fmla="*/ 29 w 416"/>
                <a:gd name="T49" fmla="*/ 184 h 416"/>
                <a:gd name="T50" fmla="*/ 37 w 416"/>
                <a:gd name="T51" fmla="*/ 149 h 416"/>
                <a:gd name="T52" fmla="*/ 52 w 416"/>
                <a:gd name="T53" fmla="*/ 117 h 416"/>
                <a:gd name="T54" fmla="*/ 51 w 416"/>
                <a:gd name="T55" fmla="*/ 101 h 416"/>
                <a:gd name="T56" fmla="*/ 37 w 416"/>
                <a:gd name="T57" fmla="*/ 95 h 416"/>
                <a:gd name="T58" fmla="*/ 21 w 416"/>
                <a:gd name="T59" fmla="*/ 115 h 416"/>
                <a:gd name="T60" fmla="*/ 7 w 416"/>
                <a:gd name="T61" fmla="*/ 153 h 416"/>
                <a:gd name="T62" fmla="*/ 0 w 416"/>
                <a:gd name="T63" fmla="*/ 194 h 416"/>
                <a:gd name="T64" fmla="*/ 4 w 416"/>
                <a:gd name="T65" fmla="*/ 250 h 416"/>
                <a:gd name="T66" fmla="*/ 24 w 416"/>
                <a:gd name="T67" fmla="*/ 307 h 416"/>
                <a:gd name="T68" fmla="*/ 61 w 416"/>
                <a:gd name="T69" fmla="*/ 355 h 416"/>
                <a:gd name="T70" fmla="*/ 108 w 416"/>
                <a:gd name="T71" fmla="*/ 392 h 416"/>
                <a:gd name="T72" fmla="*/ 166 w 416"/>
                <a:gd name="T73" fmla="*/ 412 h 416"/>
                <a:gd name="T74" fmla="*/ 229 w 416"/>
                <a:gd name="T75" fmla="*/ 415 h 416"/>
                <a:gd name="T76" fmla="*/ 288 w 416"/>
                <a:gd name="T77" fmla="*/ 400 h 416"/>
                <a:gd name="T78" fmla="*/ 340 w 416"/>
                <a:gd name="T79" fmla="*/ 369 h 416"/>
                <a:gd name="T80" fmla="*/ 380 w 416"/>
                <a:gd name="T81" fmla="*/ 324 h 416"/>
                <a:gd name="T82" fmla="*/ 406 w 416"/>
                <a:gd name="T83" fmla="*/ 270 h 416"/>
                <a:gd name="T84" fmla="*/ 416 w 416"/>
                <a:gd name="T85" fmla="*/ 208 h 416"/>
                <a:gd name="T86" fmla="*/ 406 w 416"/>
                <a:gd name="T87" fmla="*/ 146 h 416"/>
                <a:gd name="T88" fmla="*/ 380 w 416"/>
                <a:gd name="T89" fmla="*/ 92 h 416"/>
                <a:gd name="T90" fmla="*/ 340 w 416"/>
                <a:gd name="T91" fmla="*/ 47 h 416"/>
                <a:gd name="T92" fmla="*/ 288 w 416"/>
                <a:gd name="T93" fmla="*/ 16 h 416"/>
                <a:gd name="T94" fmla="*/ 229 w 416"/>
                <a:gd name="T95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6" h="416">
                  <a:moveTo>
                    <a:pt x="208" y="0"/>
                  </a:moveTo>
                  <a:lnTo>
                    <a:pt x="195" y="0"/>
                  </a:lnTo>
                  <a:lnTo>
                    <a:pt x="183" y="1"/>
                  </a:lnTo>
                  <a:lnTo>
                    <a:pt x="171" y="3"/>
                  </a:lnTo>
                  <a:lnTo>
                    <a:pt x="161" y="5"/>
                  </a:lnTo>
                  <a:lnTo>
                    <a:pt x="149" y="8"/>
                  </a:lnTo>
                  <a:lnTo>
                    <a:pt x="137" y="12"/>
                  </a:lnTo>
                  <a:lnTo>
                    <a:pt x="126" y="16"/>
                  </a:lnTo>
                  <a:lnTo>
                    <a:pt x="115" y="21"/>
                  </a:lnTo>
                  <a:lnTo>
                    <a:pt x="111" y="24"/>
                  </a:lnTo>
                  <a:lnTo>
                    <a:pt x="108" y="29"/>
                  </a:lnTo>
                  <a:lnTo>
                    <a:pt x="108" y="34"/>
                  </a:lnTo>
                  <a:lnTo>
                    <a:pt x="109" y="39"/>
                  </a:lnTo>
                  <a:lnTo>
                    <a:pt x="112" y="44"/>
                  </a:lnTo>
                  <a:lnTo>
                    <a:pt x="117" y="47"/>
                  </a:lnTo>
                  <a:lnTo>
                    <a:pt x="122" y="48"/>
                  </a:lnTo>
                  <a:lnTo>
                    <a:pt x="127" y="46"/>
                  </a:lnTo>
                  <a:lnTo>
                    <a:pt x="137" y="42"/>
                  </a:lnTo>
                  <a:lnTo>
                    <a:pt x="147" y="38"/>
                  </a:lnTo>
                  <a:lnTo>
                    <a:pt x="156" y="35"/>
                  </a:lnTo>
                  <a:lnTo>
                    <a:pt x="166" y="32"/>
                  </a:lnTo>
                  <a:lnTo>
                    <a:pt x="177" y="30"/>
                  </a:lnTo>
                  <a:lnTo>
                    <a:pt x="186" y="29"/>
                  </a:lnTo>
                  <a:lnTo>
                    <a:pt x="197" y="28"/>
                  </a:lnTo>
                  <a:lnTo>
                    <a:pt x="208" y="28"/>
                  </a:lnTo>
                  <a:lnTo>
                    <a:pt x="226" y="29"/>
                  </a:lnTo>
                  <a:lnTo>
                    <a:pt x="244" y="31"/>
                  </a:lnTo>
                  <a:lnTo>
                    <a:pt x="261" y="35"/>
                  </a:lnTo>
                  <a:lnTo>
                    <a:pt x="277" y="42"/>
                  </a:lnTo>
                  <a:lnTo>
                    <a:pt x="294" y="49"/>
                  </a:lnTo>
                  <a:lnTo>
                    <a:pt x="309" y="59"/>
                  </a:lnTo>
                  <a:lnTo>
                    <a:pt x="323" y="68"/>
                  </a:lnTo>
                  <a:lnTo>
                    <a:pt x="335" y="80"/>
                  </a:lnTo>
                  <a:lnTo>
                    <a:pt x="347" y="93"/>
                  </a:lnTo>
                  <a:lnTo>
                    <a:pt x="357" y="107"/>
                  </a:lnTo>
                  <a:lnTo>
                    <a:pt x="367" y="122"/>
                  </a:lnTo>
                  <a:lnTo>
                    <a:pt x="374" y="138"/>
                  </a:lnTo>
                  <a:lnTo>
                    <a:pt x="379" y="154"/>
                  </a:lnTo>
                  <a:lnTo>
                    <a:pt x="385" y="171"/>
                  </a:lnTo>
                  <a:lnTo>
                    <a:pt x="387" y="190"/>
                  </a:lnTo>
                  <a:lnTo>
                    <a:pt x="388" y="208"/>
                  </a:lnTo>
                  <a:lnTo>
                    <a:pt x="387" y="226"/>
                  </a:lnTo>
                  <a:lnTo>
                    <a:pt x="385" y="245"/>
                  </a:lnTo>
                  <a:lnTo>
                    <a:pt x="379" y="262"/>
                  </a:lnTo>
                  <a:lnTo>
                    <a:pt x="374" y="278"/>
                  </a:lnTo>
                  <a:lnTo>
                    <a:pt x="367" y="294"/>
                  </a:lnTo>
                  <a:lnTo>
                    <a:pt x="357" y="309"/>
                  </a:lnTo>
                  <a:lnTo>
                    <a:pt x="347" y="323"/>
                  </a:lnTo>
                  <a:lnTo>
                    <a:pt x="335" y="336"/>
                  </a:lnTo>
                  <a:lnTo>
                    <a:pt x="323" y="348"/>
                  </a:lnTo>
                  <a:lnTo>
                    <a:pt x="309" y="358"/>
                  </a:lnTo>
                  <a:lnTo>
                    <a:pt x="294" y="367"/>
                  </a:lnTo>
                  <a:lnTo>
                    <a:pt x="277" y="374"/>
                  </a:lnTo>
                  <a:lnTo>
                    <a:pt x="261" y="381"/>
                  </a:lnTo>
                  <a:lnTo>
                    <a:pt x="244" y="385"/>
                  </a:lnTo>
                  <a:lnTo>
                    <a:pt x="226" y="387"/>
                  </a:lnTo>
                  <a:lnTo>
                    <a:pt x="208" y="388"/>
                  </a:lnTo>
                  <a:lnTo>
                    <a:pt x="189" y="387"/>
                  </a:lnTo>
                  <a:lnTo>
                    <a:pt x="171" y="385"/>
                  </a:lnTo>
                  <a:lnTo>
                    <a:pt x="154" y="381"/>
                  </a:lnTo>
                  <a:lnTo>
                    <a:pt x="137" y="374"/>
                  </a:lnTo>
                  <a:lnTo>
                    <a:pt x="122" y="367"/>
                  </a:lnTo>
                  <a:lnTo>
                    <a:pt x="107" y="358"/>
                  </a:lnTo>
                  <a:lnTo>
                    <a:pt x="93" y="348"/>
                  </a:lnTo>
                  <a:lnTo>
                    <a:pt x="80" y="336"/>
                  </a:lnTo>
                  <a:lnTo>
                    <a:pt x="68" y="323"/>
                  </a:lnTo>
                  <a:lnTo>
                    <a:pt x="58" y="309"/>
                  </a:lnTo>
                  <a:lnTo>
                    <a:pt x="49" y="294"/>
                  </a:lnTo>
                  <a:lnTo>
                    <a:pt x="41" y="278"/>
                  </a:lnTo>
                  <a:lnTo>
                    <a:pt x="35" y="262"/>
                  </a:lnTo>
                  <a:lnTo>
                    <a:pt x="31" y="245"/>
                  </a:lnTo>
                  <a:lnTo>
                    <a:pt x="27" y="226"/>
                  </a:lnTo>
                  <a:lnTo>
                    <a:pt x="27" y="208"/>
                  </a:lnTo>
                  <a:lnTo>
                    <a:pt x="27" y="196"/>
                  </a:lnTo>
                  <a:lnTo>
                    <a:pt x="29" y="184"/>
                  </a:lnTo>
                  <a:lnTo>
                    <a:pt x="31" y="173"/>
                  </a:lnTo>
                  <a:lnTo>
                    <a:pt x="33" y="161"/>
                  </a:lnTo>
                  <a:lnTo>
                    <a:pt x="37" y="149"/>
                  </a:lnTo>
                  <a:lnTo>
                    <a:pt x="41" y="138"/>
                  </a:lnTo>
                  <a:lnTo>
                    <a:pt x="46" y="126"/>
                  </a:lnTo>
                  <a:lnTo>
                    <a:pt x="52" y="117"/>
                  </a:lnTo>
                  <a:lnTo>
                    <a:pt x="54" y="111"/>
                  </a:lnTo>
                  <a:lnTo>
                    <a:pt x="53" y="106"/>
                  </a:lnTo>
                  <a:lnTo>
                    <a:pt x="51" y="101"/>
                  </a:lnTo>
                  <a:lnTo>
                    <a:pt x="47" y="97"/>
                  </a:lnTo>
                  <a:lnTo>
                    <a:pt x="41" y="95"/>
                  </a:lnTo>
                  <a:lnTo>
                    <a:pt x="37" y="95"/>
                  </a:lnTo>
                  <a:lnTo>
                    <a:pt x="32" y="98"/>
                  </a:lnTo>
                  <a:lnTo>
                    <a:pt x="29" y="102"/>
                  </a:lnTo>
                  <a:lnTo>
                    <a:pt x="21" y="115"/>
                  </a:lnTo>
                  <a:lnTo>
                    <a:pt x="16" y="126"/>
                  </a:lnTo>
                  <a:lnTo>
                    <a:pt x="10" y="139"/>
                  </a:lnTo>
                  <a:lnTo>
                    <a:pt x="7" y="153"/>
                  </a:lnTo>
                  <a:lnTo>
                    <a:pt x="4" y="166"/>
                  </a:lnTo>
                  <a:lnTo>
                    <a:pt x="1" y="180"/>
                  </a:lnTo>
                  <a:lnTo>
                    <a:pt x="0" y="194"/>
                  </a:lnTo>
                  <a:lnTo>
                    <a:pt x="0" y="208"/>
                  </a:lnTo>
                  <a:lnTo>
                    <a:pt x="1" y="229"/>
                  </a:lnTo>
                  <a:lnTo>
                    <a:pt x="4" y="250"/>
                  </a:lnTo>
                  <a:lnTo>
                    <a:pt x="8" y="270"/>
                  </a:lnTo>
                  <a:lnTo>
                    <a:pt x="16" y="290"/>
                  </a:lnTo>
                  <a:lnTo>
                    <a:pt x="24" y="307"/>
                  </a:lnTo>
                  <a:lnTo>
                    <a:pt x="35" y="324"/>
                  </a:lnTo>
                  <a:lnTo>
                    <a:pt x="47" y="340"/>
                  </a:lnTo>
                  <a:lnTo>
                    <a:pt x="61" y="355"/>
                  </a:lnTo>
                  <a:lnTo>
                    <a:pt x="75" y="369"/>
                  </a:lnTo>
                  <a:lnTo>
                    <a:pt x="91" y="381"/>
                  </a:lnTo>
                  <a:lnTo>
                    <a:pt x="108" y="392"/>
                  </a:lnTo>
                  <a:lnTo>
                    <a:pt x="126" y="400"/>
                  </a:lnTo>
                  <a:lnTo>
                    <a:pt x="146" y="407"/>
                  </a:lnTo>
                  <a:lnTo>
                    <a:pt x="166" y="412"/>
                  </a:lnTo>
                  <a:lnTo>
                    <a:pt x="186" y="415"/>
                  </a:lnTo>
                  <a:lnTo>
                    <a:pt x="208" y="416"/>
                  </a:lnTo>
                  <a:lnTo>
                    <a:pt x="229" y="415"/>
                  </a:lnTo>
                  <a:lnTo>
                    <a:pt x="250" y="412"/>
                  </a:lnTo>
                  <a:lnTo>
                    <a:pt x="269" y="407"/>
                  </a:lnTo>
                  <a:lnTo>
                    <a:pt x="288" y="400"/>
                  </a:lnTo>
                  <a:lnTo>
                    <a:pt x="306" y="392"/>
                  </a:lnTo>
                  <a:lnTo>
                    <a:pt x="324" y="381"/>
                  </a:lnTo>
                  <a:lnTo>
                    <a:pt x="340" y="369"/>
                  </a:lnTo>
                  <a:lnTo>
                    <a:pt x="355" y="355"/>
                  </a:lnTo>
                  <a:lnTo>
                    <a:pt x="368" y="340"/>
                  </a:lnTo>
                  <a:lnTo>
                    <a:pt x="380" y="324"/>
                  </a:lnTo>
                  <a:lnTo>
                    <a:pt x="390" y="307"/>
                  </a:lnTo>
                  <a:lnTo>
                    <a:pt x="400" y="290"/>
                  </a:lnTo>
                  <a:lnTo>
                    <a:pt x="406" y="270"/>
                  </a:lnTo>
                  <a:lnTo>
                    <a:pt x="412" y="250"/>
                  </a:lnTo>
                  <a:lnTo>
                    <a:pt x="415" y="229"/>
                  </a:lnTo>
                  <a:lnTo>
                    <a:pt x="416" y="208"/>
                  </a:lnTo>
                  <a:lnTo>
                    <a:pt x="415" y="187"/>
                  </a:lnTo>
                  <a:lnTo>
                    <a:pt x="412" y="166"/>
                  </a:lnTo>
                  <a:lnTo>
                    <a:pt x="406" y="146"/>
                  </a:lnTo>
                  <a:lnTo>
                    <a:pt x="400" y="127"/>
                  </a:lnTo>
                  <a:lnTo>
                    <a:pt x="390" y="109"/>
                  </a:lnTo>
                  <a:lnTo>
                    <a:pt x="380" y="92"/>
                  </a:lnTo>
                  <a:lnTo>
                    <a:pt x="368" y="76"/>
                  </a:lnTo>
                  <a:lnTo>
                    <a:pt x="355" y="61"/>
                  </a:lnTo>
                  <a:lnTo>
                    <a:pt x="340" y="47"/>
                  </a:lnTo>
                  <a:lnTo>
                    <a:pt x="324" y="35"/>
                  </a:lnTo>
                  <a:lnTo>
                    <a:pt x="306" y="24"/>
                  </a:lnTo>
                  <a:lnTo>
                    <a:pt x="288" y="16"/>
                  </a:lnTo>
                  <a:lnTo>
                    <a:pt x="269" y="9"/>
                  </a:lnTo>
                  <a:lnTo>
                    <a:pt x="250" y="4"/>
                  </a:lnTo>
                  <a:lnTo>
                    <a:pt x="229" y="1"/>
                  </a:lnTo>
                  <a:lnTo>
                    <a:pt x="20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1" name="Freeform 139">
              <a:extLst>
                <a:ext uri="{FF2B5EF4-FFF2-40B4-BE49-F238E27FC236}">
                  <a16:creationId xmlns:a16="http://schemas.microsoft.com/office/drawing/2014/main" id="{BEC933C7-143E-45A6-9BD3-EF3833E69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2638" y="3376613"/>
              <a:ext cx="104775" cy="104775"/>
            </a:xfrm>
            <a:custGeom>
              <a:avLst/>
              <a:gdLst>
                <a:gd name="T0" fmla="*/ 79 w 200"/>
                <a:gd name="T1" fmla="*/ 2 h 200"/>
                <a:gd name="T2" fmla="*/ 51 w 200"/>
                <a:gd name="T3" fmla="*/ 12 h 200"/>
                <a:gd name="T4" fmla="*/ 29 w 200"/>
                <a:gd name="T5" fmla="*/ 29 h 200"/>
                <a:gd name="T6" fmla="*/ 12 w 200"/>
                <a:gd name="T7" fmla="*/ 53 h 200"/>
                <a:gd name="T8" fmla="*/ 1 w 200"/>
                <a:gd name="T9" fmla="*/ 80 h 200"/>
                <a:gd name="T10" fmla="*/ 0 w 200"/>
                <a:gd name="T11" fmla="*/ 111 h 200"/>
                <a:gd name="T12" fmla="*/ 7 w 200"/>
                <a:gd name="T13" fmla="*/ 139 h 200"/>
                <a:gd name="T14" fmla="*/ 22 w 200"/>
                <a:gd name="T15" fmla="*/ 163 h 200"/>
                <a:gd name="T16" fmla="*/ 44 w 200"/>
                <a:gd name="T17" fmla="*/ 183 h 200"/>
                <a:gd name="T18" fmla="*/ 70 w 200"/>
                <a:gd name="T19" fmla="*/ 196 h 200"/>
                <a:gd name="T20" fmla="*/ 100 w 200"/>
                <a:gd name="T21" fmla="*/ 200 h 200"/>
                <a:gd name="T22" fmla="*/ 129 w 200"/>
                <a:gd name="T23" fmla="*/ 196 h 200"/>
                <a:gd name="T24" fmla="*/ 156 w 200"/>
                <a:gd name="T25" fmla="*/ 183 h 200"/>
                <a:gd name="T26" fmla="*/ 177 w 200"/>
                <a:gd name="T27" fmla="*/ 163 h 200"/>
                <a:gd name="T28" fmla="*/ 192 w 200"/>
                <a:gd name="T29" fmla="*/ 139 h 200"/>
                <a:gd name="T30" fmla="*/ 198 w 200"/>
                <a:gd name="T31" fmla="*/ 111 h 200"/>
                <a:gd name="T32" fmla="*/ 197 w 200"/>
                <a:gd name="T33" fmla="*/ 80 h 200"/>
                <a:gd name="T34" fmla="*/ 188 w 200"/>
                <a:gd name="T35" fmla="*/ 53 h 200"/>
                <a:gd name="T36" fmla="*/ 171 w 200"/>
                <a:gd name="T37" fmla="*/ 29 h 200"/>
                <a:gd name="T38" fmla="*/ 147 w 200"/>
                <a:gd name="T39" fmla="*/ 12 h 200"/>
                <a:gd name="T40" fmla="*/ 120 w 200"/>
                <a:gd name="T41" fmla="*/ 2 h 200"/>
                <a:gd name="T42" fmla="*/ 100 w 200"/>
                <a:gd name="T43" fmla="*/ 172 h 200"/>
                <a:gd name="T44" fmla="*/ 78 w 200"/>
                <a:gd name="T45" fmla="*/ 169 h 200"/>
                <a:gd name="T46" fmla="*/ 59 w 200"/>
                <a:gd name="T47" fmla="*/ 160 h 200"/>
                <a:gd name="T48" fmla="*/ 44 w 200"/>
                <a:gd name="T49" fmla="*/ 146 h 200"/>
                <a:gd name="T50" fmla="*/ 33 w 200"/>
                <a:gd name="T51" fmla="*/ 128 h 200"/>
                <a:gd name="T52" fmla="*/ 28 w 200"/>
                <a:gd name="T53" fmla="*/ 108 h 200"/>
                <a:gd name="T54" fmla="*/ 29 w 200"/>
                <a:gd name="T55" fmla="*/ 86 h 200"/>
                <a:gd name="T56" fmla="*/ 36 w 200"/>
                <a:gd name="T57" fmla="*/ 66 h 200"/>
                <a:gd name="T58" fmla="*/ 48 w 200"/>
                <a:gd name="T59" fmla="*/ 48 h 200"/>
                <a:gd name="T60" fmla="*/ 65 w 200"/>
                <a:gd name="T61" fmla="*/ 37 h 200"/>
                <a:gd name="T62" fmla="*/ 85 w 200"/>
                <a:gd name="T63" fmla="*/ 29 h 200"/>
                <a:gd name="T64" fmla="*/ 107 w 200"/>
                <a:gd name="T65" fmla="*/ 28 h 200"/>
                <a:gd name="T66" fmla="*/ 128 w 200"/>
                <a:gd name="T67" fmla="*/ 33 h 200"/>
                <a:gd name="T68" fmla="*/ 146 w 200"/>
                <a:gd name="T69" fmla="*/ 44 h 200"/>
                <a:gd name="T70" fmla="*/ 160 w 200"/>
                <a:gd name="T71" fmla="*/ 59 h 200"/>
                <a:gd name="T72" fmla="*/ 168 w 200"/>
                <a:gd name="T73" fmla="*/ 79 h 200"/>
                <a:gd name="T74" fmla="*/ 172 w 200"/>
                <a:gd name="T75" fmla="*/ 100 h 200"/>
                <a:gd name="T76" fmla="*/ 168 w 200"/>
                <a:gd name="T77" fmla="*/ 121 h 200"/>
                <a:gd name="T78" fmla="*/ 160 w 200"/>
                <a:gd name="T79" fmla="*/ 141 h 200"/>
                <a:gd name="T80" fmla="*/ 146 w 200"/>
                <a:gd name="T81" fmla="*/ 156 h 200"/>
                <a:gd name="T82" fmla="*/ 128 w 200"/>
                <a:gd name="T83" fmla="*/ 167 h 200"/>
                <a:gd name="T84" fmla="*/ 107 w 200"/>
                <a:gd name="T85" fmla="*/ 172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lnTo>
                    <a:pt x="89" y="0"/>
                  </a:lnTo>
                  <a:lnTo>
                    <a:pt x="79" y="2"/>
                  </a:lnTo>
                  <a:lnTo>
                    <a:pt x="70" y="4"/>
                  </a:lnTo>
                  <a:lnTo>
                    <a:pt x="61" y="8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3"/>
                  </a:lnTo>
                  <a:lnTo>
                    <a:pt x="29" y="29"/>
                  </a:lnTo>
                  <a:lnTo>
                    <a:pt x="22" y="37"/>
                  </a:lnTo>
                  <a:lnTo>
                    <a:pt x="17" y="44"/>
                  </a:lnTo>
                  <a:lnTo>
                    <a:pt x="12" y="53"/>
                  </a:lnTo>
                  <a:lnTo>
                    <a:pt x="7" y="61"/>
                  </a:lnTo>
                  <a:lnTo>
                    <a:pt x="4" y="70"/>
                  </a:lnTo>
                  <a:lnTo>
                    <a:pt x="1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0" y="111"/>
                  </a:lnTo>
                  <a:lnTo>
                    <a:pt x="1" y="120"/>
                  </a:lnTo>
                  <a:lnTo>
                    <a:pt x="4" y="130"/>
                  </a:lnTo>
                  <a:lnTo>
                    <a:pt x="7" y="139"/>
                  </a:lnTo>
                  <a:lnTo>
                    <a:pt x="12" y="147"/>
                  </a:lnTo>
                  <a:lnTo>
                    <a:pt x="17" y="156"/>
                  </a:lnTo>
                  <a:lnTo>
                    <a:pt x="22" y="163"/>
                  </a:lnTo>
                  <a:lnTo>
                    <a:pt x="29" y="171"/>
                  </a:lnTo>
                  <a:lnTo>
                    <a:pt x="36" y="177"/>
                  </a:lnTo>
                  <a:lnTo>
                    <a:pt x="44" y="183"/>
                  </a:lnTo>
                  <a:lnTo>
                    <a:pt x="51" y="188"/>
                  </a:lnTo>
                  <a:lnTo>
                    <a:pt x="61" y="192"/>
                  </a:lnTo>
                  <a:lnTo>
                    <a:pt x="70" y="196"/>
                  </a:lnTo>
                  <a:lnTo>
                    <a:pt x="79" y="198"/>
                  </a:lnTo>
                  <a:lnTo>
                    <a:pt x="89" y="200"/>
                  </a:lnTo>
                  <a:lnTo>
                    <a:pt x="100" y="200"/>
                  </a:lnTo>
                  <a:lnTo>
                    <a:pt x="109" y="200"/>
                  </a:lnTo>
                  <a:lnTo>
                    <a:pt x="120" y="198"/>
                  </a:lnTo>
                  <a:lnTo>
                    <a:pt x="129" y="196"/>
                  </a:lnTo>
                  <a:lnTo>
                    <a:pt x="138" y="192"/>
                  </a:lnTo>
                  <a:lnTo>
                    <a:pt x="147" y="188"/>
                  </a:lnTo>
                  <a:lnTo>
                    <a:pt x="156" y="183"/>
                  </a:lnTo>
                  <a:lnTo>
                    <a:pt x="163" y="177"/>
                  </a:lnTo>
                  <a:lnTo>
                    <a:pt x="171" y="171"/>
                  </a:lnTo>
                  <a:lnTo>
                    <a:pt x="177" y="163"/>
                  </a:lnTo>
                  <a:lnTo>
                    <a:pt x="182" y="156"/>
                  </a:lnTo>
                  <a:lnTo>
                    <a:pt x="188" y="147"/>
                  </a:lnTo>
                  <a:lnTo>
                    <a:pt x="192" y="139"/>
                  </a:lnTo>
                  <a:lnTo>
                    <a:pt x="195" y="130"/>
                  </a:lnTo>
                  <a:lnTo>
                    <a:pt x="197" y="120"/>
                  </a:lnTo>
                  <a:lnTo>
                    <a:pt x="198" y="111"/>
                  </a:lnTo>
                  <a:lnTo>
                    <a:pt x="200" y="100"/>
                  </a:lnTo>
                  <a:lnTo>
                    <a:pt x="198" y="90"/>
                  </a:lnTo>
                  <a:lnTo>
                    <a:pt x="197" y="80"/>
                  </a:lnTo>
                  <a:lnTo>
                    <a:pt x="195" y="70"/>
                  </a:lnTo>
                  <a:lnTo>
                    <a:pt x="192" y="61"/>
                  </a:lnTo>
                  <a:lnTo>
                    <a:pt x="188" y="53"/>
                  </a:lnTo>
                  <a:lnTo>
                    <a:pt x="182" y="44"/>
                  </a:lnTo>
                  <a:lnTo>
                    <a:pt x="177" y="37"/>
                  </a:lnTo>
                  <a:lnTo>
                    <a:pt x="171" y="29"/>
                  </a:lnTo>
                  <a:lnTo>
                    <a:pt x="163" y="23"/>
                  </a:lnTo>
                  <a:lnTo>
                    <a:pt x="156" y="17"/>
                  </a:lnTo>
                  <a:lnTo>
                    <a:pt x="147" y="12"/>
                  </a:lnTo>
                  <a:lnTo>
                    <a:pt x="138" y="8"/>
                  </a:lnTo>
                  <a:lnTo>
                    <a:pt x="129" y="4"/>
                  </a:lnTo>
                  <a:lnTo>
                    <a:pt x="120" y="2"/>
                  </a:lnTo>
                  <a:lnTo>
                    <a:pt x="109" y="0"/>
                  </a:lnTo>
                  <a:lnTo>
                    <a:pt x="100" y="0"/>
                  </a:lnTo>
                  <a:close/>
                  <a:moveTo>
                    <a:pt x="100" y="172"/>
                  </a:moveTo>
                  <a:lnTo>
                    <a:pt x="92" y="172"/>
                  </a:lnTo>
                  <a:lnTo>
                    <a:pt x="85" y="171"/>
                  </a:lnTo>
                  <a:lnTo>
                    <a:pt x="78" y="169"/>
                  </a:lnTo>
                  <a:lnTo>
                    <a:pt x="72" y="167"/>
                  </a:lnTo>
                  <a:lnTo>
                    <a:pt x="65" y="163"/>
                  </a:lnTo>
                  <a:lnTo>
                    <a:pt x="59" y="160"/>
                  </a:lnTo>
                  <a:lnTo>
                    <a:pt x="54" y="156"/>
                  </a:lnTo>
                  <a:lnTo>
                    <a:pt x="48" y="152"/>
                  </a:lnTo>
                  <a:lnTo>
                    <a:pt x="44" y="146"/>
                  </a:lnTo>
                  <a:lnTo>
                    <a:pt x="40" y="141"/>
                  </a:lnTo>
                  <a:lnTo>
                    <a:pt x="36" y="134"/>
                  </a:lnTo>
                  <a:lnTo>
                    <a:pt x="33" y="128"/>
                  </a:lnTo>
                  <a:lnTo>
                    <a:pt x="30" y="121"/>
                  </a:lnTo>
                  <a:lnTo>
                    <a:pt x="29" y="115"/>
                  </a:lnTo>
                  <a:lnTo>
                    <a:pt x="28" y="108"/>
                  </a:lnTo>
                  <a:lnTo>
                    <a:pt x="27" y="100"/>
                  </a:lnTo>
                  <a:lnTo>
                    <a:pt x="28" y="92"/>
                  </a:lnTo>
                  <a:lnTo>
                    <a:pt x="29" y="86"/>
                  </a:lnTo>
                  <a:lnTo>
                    <a:pt x="30" y="79"/>
                  </a:lnTo>
                  <a:lnTo>
                    <a:pt x="33" y="72"/>
                  </a:lnTo>
                  <a:lnTo>
                    <a:pt x="36" y="66"/>
                  </a:lnTo>
                  <a:lnTo>
                    <a:pt x="40" y="59"/>
                  </a:lnTo>
                  <a:lnTo>
                    <a:pt x="44" y="54"/>
                  </a:lnTo>
                  <a:lnTo>
                    <a:pt x="48" y="48"/>
                  </a:lnTo>
                  <a:lnTo>
                    <a:pt x="54" y="44"/>
                  </a:lnTo>
                  <a:lnTo>
                    <a:pt x="59" y="40"/>
                  </a:lnTo>
                  <a:lnTo>
                    <a:pt x="65" y="37"/>
                  </a:lnTo>
                  <a:lnTo>
                    <a:pt x="72" y="33"/>
                  </a:lnTo>
                  <a:lnTo>
                    <a:pt x="78" y="31"/>
                  </a:lnTo>
                  <a:lnTo>
                    <a:pt x="85" y="29"/>
                  </a:lnTo>
                  <a:lnTo>
                    <a:pt x="92" y="28"/>
                  </a:lnTo>
                  <a:lnTo>
                    <a:pt x="100" y="28"/>
                  </a:lnTo>
                  <a:lnTo>
                    <a:pt x="107" y="28"/>
                  </a:lnTo>
                  <a:lnTo>
                    <a:pt x="114" y="29"/>
                  </a:lnTo>
                  <a:lnTo>
                    <a:pt x="121" y="31"/>
                  </a:lnTo>
                  <a:lnTo>
                    <a:pt x="128" y="33"/>
                  </a:lnTo>
                  <a:lnTo>
                    <a:pt x="134" y="37"/>
                  </a:lnTo>
                  <a:lnTo>
                    <a:pt x="139" y="40"/>
                  </a:lnTo>
                  <a:lnTo>
                    <a:pt x="146" y="44"/>
                  </a:lnTo>
                  <a:lnTo>
                    <a:pt x="150" y="48"/>
                  </a:lnTo>
                  <a:lnTo>
                    <a:pt x="156" y="54"/>
                  </a:lnTo>
                  <a:lnTo>
                    <a:pt x="160" y="59"/>
                  </a:lnTo>
                  <a:lnTo>
                    <a:pt x="163" y="66"/>
                  </a:lnTo>
                  <a:lnTo>
                    <a:pt x="166" y="72"/>
                  </a:lnTo>
                  <a:lnTo>
                    <a:pt x="168" y="79"/>
                  </a:lnTo>
                  <a:lnTo>
                    <a:pt x="171" y="86"/>
                  </a:lnTo>
                  <a:lnTo>
                    <a:pt x="172" y="92"/>
                  </a:lnTo>
                  <a:lnTo>
                    <a:pt x="172" y="100"/>
                  </a:lnTo>
                  <a:lnTo>
                    <a:pt x="172" y="108"/>
                  </a:lnTo>
                  <a:lnTo>
                    <a:pt x="171" y="115"/>
                  </a:lnTo>
                  <a:lnTo>
                    <a:pt x="168" y="121"/>
                  </a:lnTo>
                  <a:lnTo>
                    <a:pt x="166" y="128"/>
                  </a:lnTo>
                  <a:lnTo>
                    <a:pt x="163" y="134"/>
                  </a:lnTo>
                  <a:lnTo>
                    <a:pt x="160" y="141"/>
                  </a:lnTo>
                  <a:lnTo>
                    <a:pt x="156" y="146"/>
                  </a:lnTo>
                  <a:lnTo>
                    <a:pt x="150" y="152"/>
                  </a:lnTo>
                  <a:lnTo>
                    <a:pt x="146" y="156"/>
                  </a:lnTo>
                  <a:lnTo>
                    <a:pt x="139" y="160"/>
                  </a:lnTo>
                  <a:lnTo>
                    <a:pt x="134" y="163"/>
                  </a:lnTo>
                  <a:lnTo>
                    <a:pt x="128" y="167"/>
                  </a:lnTo>
                  <a:lnTo>
                    <a:pt x="121" y="169"/>
                  </a:lnTo>
                  <a:lnTo>
                    <a:pt x="114" y="171"/>
                  </a:lnTo>
                  <a:lnTo>
                    <a:pt x="107" y="172"/>
                  </a:lnTo>
                  <a:lnTo>
                    <a:pt x="100" y="17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2" name="Freeform 140">
              <a:extLst>
                <a:ext uri="{FF2B5EF4-FFF2-40B4-BE49-F238E27FC236}">
                  <a16:creationId xmlns:a16="http://schemas.microsoft.com/office/drawing/2014/main" id="{B7362A62-66D6-40CA-8D16-25A8FFE62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3346451"/>
              <a:ext cx="14288" cy="14288"/>
            </a:xfrm>
            <a:custGeom>
              <a:avLst/>
              <a:gdLst>
                <a:gd name="T0" fmla="*/ 23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4 h 27"/>
                <a:gd name="T10" fmla="*/ 1 w 28"/>
                <a:gd name="T11" fmla="*/ 9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4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3 w 28"/>
                <a:gd name="T25" fmla="*/ 24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9 h 27"/>
                <a:gd name="T32" fmla="*/ 23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195C4C8C-AB55-4B6C-A4B8-553DAAE074C9}"/>
              </a:ext>
            </a:extLst>
          </p:cNvPr>
          <p:cNvGrpSpPr/>
          <p:nvPr/>
        </p:nvGrpSpPr>
        <p:grpSpPr>
          <a:xfrm>
            <a:off x="4519613" y="2508251"/>
            <a:ext cx="250826" cy="376238"/>
            <a:chOff x="4519613" y="2508251"/>
            <a:chExt cx="250826" cy="376238"/>
          </a:xfrm>
        </p:grpSpPr>
        <p:sp>
          <p:nvSpPr>
            <p:cNvPr id="413" name="Freeform 141">
              <a:extLst>
                <a:ext uri="{FF2B5EF4-FFF2-40B4-BE49-F238E27FC236}">
                  <a16:creationId xmlns:a16="http://schemas.microsoft.com/office/drawing/2014/main" id="{D9AEB64F-EF3E-49F9-B329-620EDB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451" y="2508251"/>
              <a:ext cx="14288" cy="60325"/>
            </a:xfrm>
            <a:custGeom>
              <a:avLst/>
              <a:gdLst>
                <a:gd name="T0" fmla="*/ 14 w 28"/>
                <a:gd name="T1" fmla="*/ 0 h 114"/>
                <a:gd name="T2" fmla="*/ 9 w 28"/>
                <a:gd name="T3" fmla="*/ 1 h 114"/>
                <a:gd name="T4" fmla="*/ 4 w 28"/>
                <a:gd name="T5" fmla="*/ 4 h 114"/>
                <a:gd name="T6" fmla="*/ 1 w 28"/>
                <a:gd name="T7" fmla="*/ 8 h 114"/>
                <a:gd name="T8" fmla="*/ 0 w 28"/>
                <a:gd name="T9" fmla="*/ 14 h 114"/>
                <a:gd name="T10" fmla="*/ 0 w 28"/>
                <a:gd name="T11" fmla="*/ 100 h 114"/>
                <a:gd name="T12" fmla="*/ 1 w 28"/>
                <a:gd name="T13" fmla="*/ 105 h 114"/>
                <a:gd name="T14" fmla="*/ 4 w 28"/>
                <a:gd name="T15" fmla="*/ 109 h 114"/>
                <a:gd name="T16" fmla="*/ 9 w 28"/>
                <a:gd name="T17" fmla="*/ 112 h 114"/>
                <a:gd name="T18" fmla="*/ 14 w 28"/>
                <a:gd name="T19" fmla="*/ 114 h 114"/>
                <a:gd name="T20" fmla="*/ 19 w 28"/>
                <a:gd name="T21" fmla="*/ 112 h 114"/>
                <a:gd name="T22" fmla="*/ 25 w 28"/>
                <a:gd name="T23" fmla="*/ 109 h 114"/>
                <a:gd name="T24" fmla="*/ 27 w 28"/>
                <a:gd name="T25" fmla="*/ 105 h 114"/>
                <a:gd name="T26" fmla="*/ 28 w 28"/>
                <a:gd name="T27" fmla="*/ 100 h 114"/>
                <a:gd name="T28" fmla="*/ 28 w 28"/>
                <a:gd name="T29" fmla="*/ 14 h 114"/>
                <a:gd name="T30" fmla="*/ 27 w 28"/>
                <a:gd name="T31" fmla="*/ 8 h 114"/>
                <a:gd name="T32" fmla="*/ 25 w 28"/>
                <a:gd name="T33" fmla="*/ 4 h 114"/>
                <a:gd name="T34" fmla="*/ 19 w 28"/>
                <a:gd name="T35" fmla="*/ 1 h 114"/>
                <a:gd name="T36" fmla="*/ 14 w 28"/>
                <a:gd name="T3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14">
                  <a:moveTo>
                    <a:pt x="14" y="0"/>
                  </a:move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00"/>
                  </a:lnTo>
                  <a:lnTo>
                    <a:pt x="1" y="105"/>
                  </a:lnTo>
                  <a:lnTo>
                    <a:pt x="4" y="109"/>
                  </a:lnTo>
                  <a:lnTo>
                    <a:pt x="9" y="112"/>
                  </a:lnTo>
                  <a:lnTo>
                    <a:pt x="14" y="114"/>
                  </a:lnTo>
                  <a:lnTo>
                    <a:pt x="19" y="112"/>
                  </a:lnTo>
                  <a:lnTo>
                    <a:pt x="25" y="109"/>
                  </a:lnTo>
                  <a:lnTo>
                    <a:pt x="27" y="105"/>
                  </a:lnTo>
                  <a:lnTo>
                    <a:pt x="28" y="100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4" name="Freeform 142">
              <a:extLst>
                <a:ext uri="{FF2B5EF4-FFF2-40B4-BE49-F238E27FC236}">
                  <a16:creationId xmlns:a16="http://schemas.microsoft.com/office/drawing/2014/main" id="{74385330-FD8C-4DA6-AD5E-AFBD7C611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1" y="2605088"/>
              <a:ext cx="60325" cy="14288"/>
            </a:xfrm>
            <a:custGeom>
              <a:avLst/>
              <a:gdLst>
                <a:gd name="T0" fmla="*/ 99 w 113"/>
                <a:gd name="T1" fmla="*/ 0 h 28"/>
                <a:gd name="T2" fmla="*/ 14 w 113"/>
                <a:gd name="T3" fmla="*/ 0 h 28"/>
                <a:gd name="T4" fmla="*/ 8 w 113"/>
                <a:gd name="T5" fmla="*/ 1 h 28"/>
                <a:gd name="T6" fmla="*/ 4 w 113"/>
                <a:gd name="T7" fmla="*/ 5 h 28"/>
                <a:gd name="T8" fmla="*/ 1 w 113"/>
                <a:gd name="T9" fmla="*/ 9 h 28"/>
                <a:gd name="T10" fmla="*/ 0 w 113"/>
                <a:gd name="T11" fmla="*/ 14 h 28"/>
                <a:gd name="T12" fmla="*/ 1 w 113"/>
                <a:gd name="T13" fmla="*/ 20 h 28"/>
                <a:gd name="T14" fmla="*/ 4 w 113"/>
                <a:gd name="T15" fmla="*/ 24 h 28"/>
                <a:gd name="T16" fmla="*/ 8 w 113"/>
                <a:gd name="T17" fmla="*/ 27 h 28"/>
                <a:gd name="T18" fmla="*/ 14 w 113"/>
                <a:gd name="T19" fmla="*/ 28 h 28"/>
                <a:gd name="T20" fmla="*/ 99 w 113"/>
                <a:gd name="T21" fmla="*/ 28 h 28"/>
                <a:gd name="T22" fmla="*/ 105 w 113"/>
                <a:gd name="T23" fmla="*/ 27 h 28"/>
                <a:gd name="T24" fmla="*/ 109 w 113"/>
                <a:gd name="T25" fmla="*/ 24 h 28"/>
                <a:gd name="T26" fmla="*/ 112 w 113"/>
                <a:gd name="T27" fmla="*/ 20 h 28"/>
                <a:gd name="T28" fmla="*/ 113 w 113"/>
                <a:gd name="T29" fmla="*/ 14 h 28"/>
                <a:gd name="T30" fmla="*/ 112 w 113"/>
                <a:gd name="T31" fmla="*/ 9 h 28"/>
                <a:gd name="T32" fmla="*/ 109 w 113"/>
                <a:gd name="T33" fmla="*/ 5 h 28"/>
                <a:gd name="T34" fmla="*/ 105 w 113"/>
                <a:gd name="T35" fmla="*/ 1 h 28"/>
                <a:gd name="T36" fmla="*/ 99 w 113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28">
                  <a:moveTo>
                    <a:pt x="99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99" y="28"/>
                  </a:lnTo>
                  <a:lnTo>
                    <a:pt x="105" y="27"/>
                  </a:lnTo>
                  <a:lnTo>
                    <a:pt x="109" y="24"/>
                  </a:lnTo>
                  <a:lnTo>
                    <a:pt x="112" y="20"/>
                  </a:lnTo>
                  <a:lnTo>
                    <a:pt x="113" y="14"/>
                  </a:lnTo>
                  <a:lnTo>
                    <a:pt x="112" y="9"/>
                  </a:lnTo>
                  <a:lnTo>
                    <a:pt x="109" y="5"/>
                  </a:lnTo>
                  <a:lnTo>
                    <a:pt x="105" y="1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5" name="Freeform 143">
              <a:extLst>
                <a:ext uri="{FF2B5EF4-FFF2-40B4-BE49-F238E27FC236}">
                  <a16:creationId xmlns:a16="http://schemas.microsoft.com/office/drawing/2014/main" id="{4C2F1D92-9815-4202-A7DD-B5BBDD241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613" y="2605088"/>
              <a:ext cx="60325" cy="14288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8 w 112"/>
                <a:gd name="T5" fmla="*/ 1 h 28"/>
                <a:gd name="T6" fmla="*/ 3 w 112"/>
                <a:gd name="T7" fmla="*/ 5 h 28"/>
                <a:gd name="T8" fmla="*/ 1 w 112"/>
                <a:gd name="T9" fmla="*/ 9 h 28"/>
                <a:gd name="T10" fmla="*/ 0 w 112"/>
                <a:gd name="T11" fmla="*/ 14 h 28"/>
                <a:gd name="T12" fmla="*/ 1 w 112"/>
                <a:gd name="T13" fmla="*/ 20 h 28"/>
                <a:gd name="T14" fmla="*/ 3 w 112"/>
                <a:gd name="T15" fmla="*/ 24 h 28"/>
                <a:gd name="T16" fmla="*/ 8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4 w 112"/>
                <a:gd name="T23" fmla="*/ 27 h 28"/>
                <a:gd name="T24" fmla="*/ 108 w 112"/>
                <a:gd name="T25" fmla="*/ 24 h 28"/>
                <a:gd name="T26" fmla="*/ 111 w 112"/>
                <a:gd name="T27" fmla="*/ 20 h 28"/>
                <a:gd name="T28" fmla="*/ 112 w 112"/>
                <a:gd name="T29" fmla="*/ 14 h 28"/>
                <a:gd name="T30" fmla="*/ 111 w 112"/>
                <a:gd name="T31" fmla="*/ 9 h 28"/>
                <a:gd name="T32" fmla="*/ 108 w 112"/>
                <a:gd name="T33" fmla="*/ 5 h 28"/>
                <a:gd name="T34" fmla="*/ 104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4" y="27"/>
                  </a:lnTo>
                  <a:lnTo>
                    <a:pt x="108" y="24"/>
                  </a:lnTo>
                  <a:lnTo>
                    <a:pt x="111" y="20"/>
                  </a:lnTo>
                  <a:lnTo>
                    <a:pt x="112" y="14"/>
                  </a:lnTo>
                  <a:lnTo>
                    <a:pt x="111" y="9"/>
                  </a:lnTo>
                  <a:lnTo>
                    <a:pt x="108" y="5"/>
                  </a:lnTo>
                  <a:lnTo>
                    <a:pt x="10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6" name="Freeform 144">
              <a:extLst>
                <a:ext uri="{FF2B5EF4-FFF2-40B4-BE49-F238E27FC236}">
                  <a16:creationId xmlns:a16="http://schemas.microsoft.com/office/drawing/2014/main" id="{A89DB2CF-7498-42E4-9C52-6B5891EB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951" y="2541588"/>
              <a:ext cx="36513" cy="36513"/>
            </a:xfrm>
            <a:custGeom>
              <a:avLst/>
              <a:gdLst>
                <a:gd name="T0" fmla="*/ 63 w 68"/>
                <a:gd name="T1" fmla="*/ 45 h 69"/>
                <a:gd name="T2" fmla="*/ 24 w 68"/>
                <a:gd name="T3" fmla="*/ 4 h 69"/>
                <a:gd name="T4" fmla="*/ 18 w 68"/>
                <a:gd name="T5" fmla="*/ 1 h 69"/>
                <a:gd name="T6" fmla="*/ 14 w 68"/>
                <a:gd name="T7" fmla="*/ 0 h 69"/>
                <a:gd name="T8" fmla="*/ 9 w 68"/>
                <a:gd name="T9" fmla="*/ 1 h 69"/>
                <a:gd name="T10" fmla="*/ 3 w 68"/>
                <a:gd name="T11" fmla="*/ 4 h 69"/>
                <a:gd name="T12" fmla="*/ 1 w 68"/>
                <a:gd name="T13" fmla="*/ 9 h 69"/>
                <a:gd name="T14" fmla="*/ 0 w 68"/>
                <a:gd name="T15" fmla="*/ 14 h 69"/>
                <a:gd name="T16" fmla="*/ 1 w 68"/>
                <a:gd name="T17" fmla="*/ 19 h 69"/>
                <a:gd name="T18" fmla="*/ 3 w 68"/>
                <a:gd name="T19" fmla="*/ 24 h 69"/>
                <a:gd name="T20" fmla="*/ 44 w 68"/>
                <a:gd name="T21" fmla="*/ 64 h 69"/>
                <a:gd name="T22" fmla="*/ 48 w 68"/>
                <a:gd name="T23" fmla="*/ 68 h 69"/>
                <a:gd name="T24" fmla="*/ 54 w 68"/>
                <a:gd name="T25" fmla="*/ 69 h 69"/>
                <a:gd name="T26" fmla="*/ 59 w 68"/>
                <a:gd name="T27" fmla="*/ 68 h 69"/>
                <a:gd name="T28" fmla="*/ 63 w 68"/>
                <a:gd name="T29" fmla="*/ 64 h 69"/>
                <a:gd name="T30" fmla="*/ 67 w 68"/>
                <a:gd name="T31" fmla="*/ 60 h 69"/>
                <a:gd name="T32" fmla="*/ 68 w 68"/>
                <a:gd name="T33" fmla="*/ 55 h 69"/>
                <a:gd name="T34" fmla="*/ 67 w 68"/>
                <a:gd name="T35" fmla="*/ 49 h 69"/>
                <a:gd name="T36" fmla="*/ 63 w 68"/>
                <a:gd name="T37" fmla="*/ 4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69">
                  <a:moveTo>
                    <a:pt x="63" y="45"/>
                  </a:moveTo>
                  <a:lnTo>
                    <a:pt x="24" y="4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44" y="64"/>
                  </a:lnTo>
                  <a:lnTo>
                    <a:pt x="48" y="68"/>
                  </a:lnTo>
                  <a:lnTo>
                    <a:pt x="54" y="69"/>
                  </a:lnTo>
                  <a:lnTo>
                    <a:pt x="59" y="68"/>
                  </a:lnTo>
                  <a:lnTo>
                    <a:pt x="63" y="64"/>
                  </a:lnTo>
                  <a:lnTo>
                    <a:pt x="67" y="60"/>
                  </a:lnTo>
                  <a:lnTo>
                    <a:pt x="68" y="55"/>
                  </a:lnTo>
                  <a:lnTo>
                    <a:pt x="67" y="49"/>
                  </a:lnTo>
                  <a:lnTo>
                    <a:pt x="63" y="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7" name="Freeform 145">
              <a:extLst>
                <a:ext uri="{FF2B5EF4-FFF2-40B4-BE49-F238E27FC236}">
                  <a16:creationId xmlns:a16="http://schemas.microsoft.com/office/drawing/2014/main" id="{3ABD8887-B561-4B46-8D1B-F3A772C8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726" y="2541588"/>
              <a:ext cx="36513" cy="36513"/>
            </a:xfrm>
            <a:custGeom>
              <a:avLst/>
              <a:gdLst>
                <a:gd name="T0" fmla="*/ 64 w 68"/>
                <a:gd name="T1" fmla="*/ 4 h 69"/>
                <a:gd name="T2" fmla="*/ 59 w 68"/>
                <a:gd name="T3" fmla="*/ 1 h 69"/>
                <a:gd name="T4" fmla="*/ 54 w 68"/>
                <a:gd name="T5" fmla="*/ 0 h 69"/>
                <a:gd name="T6" fmla="*/ 49 w 68"/>
                <a:gd name="T7" fmla="*/ 1 h 69"/>
                <a:gd name="T8" fmla="*/ 44 w 68"/>
                <a:gd name="T9" fmla="*/ 4 h 69"/>
                <a:gd name="T10" fmla="*/ 4 w 68"/>
                <a:gd name="T11" fmla="*/ 45 h 69"/>
                <a:gd name="T12" fmla="*/ 1 w 68"/>
                <a:gd name="T13" fmla="*/ 49 h 69"/>
                <a:gd name="T14" fmla="*/ 0 w 68"/>
                <a:gd name="T15" fmla="*/ 55 h 69"/>
                <a:gd name="T16" fmla="*/ 1 w 68"/>
                <a:gd name="T17" fmla="*/ 60 h 69"/>
                <a:gd name="T18" fmla="*/ 4 w 68"/>
                <a:gd name="T19" fmla="*/ 64 h 69"/>
                <a:gd name="T20" fmla="*/ 9 w 68"/>
                <a:gd name="T21" fmla="*/ 68 h 69"/>
                <a:gd name="T22" fmla="*/ 14 w 68"/>
                <a:gd name="T23" fmla="*/ 69 h 69"/>
                <a:gd name="T24" fmla="*/ 19 w 68"/>
                <a:gd name="T25" fmla="*/ 68 h 69"/>
                <a:gd name="T26" fmla="*/ 24 w 68"/>
                <a:gd name="T27" fmla="*/ 64 h 69"/>
                <a:gd name="T28" fmla="*/ 64 w 68"/>
                <a:gd name="T29" fmla="*/ 24 h 69"/>
                <a:gd name="T30" fmla="*/ 67 w 68"/>
                <a:gd name="T31" fmla="*/ 19 h 69"/>
                <a:gd name="T32" fmla="*/ 68 w 68"/>
                <a:gd name="T33" fmla="*/ 14 h 69"/>
                <a:gd name="T34" fmla="*/ 67 w 68"/>
                <a:gd name="T35" fmla="*/ 9 h 69"/>
                <a:gd name="T36" fmla="*/ 64 w 68"/>
                <a:gd name="T37" fmla="*/ 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69">
                  <a:moveTo>
                    <a:pt x="64" y="4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1"/>
                  </a:lnTo>
                  <a:lnTo>
                    <a:pt x="44" y="4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4" y="69"/>
                  </a:lnTo>
                  <a:lnTo>
                    <a:pt x="19" y="68"/>
                  </a:lnTo>
                  <a:lnTo>
                    <a:pt x="24" y="64"/>
                  </a:lnTo>
                  <a:lnTo>
                    <a:pt x="64" y="24"/>
                  </a:lnTo>
                  <a:lnTo>
                    <a:pt x="67" y="19"/>
                  </a:lnTo>
                  <a:lnTo>
                    <a:pt x="68" y="14"/>
                  </a:lnTo>
                  <a:lnTo>
                    <a:pt x="67" y="9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8" name="Freeform 146">
              <a:extLst>
                <a:ext uri="{FF2B5EF4-FFF2-40B4-BE49-F238E27FC236}">
                  <a16:creationId xmlns:a16="http://schemas.microsoft.com/office/drawing/2014/main" id="{0070116E-CA3F-4C81-81D7-B438A472C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401" y="2584451"/>
              <a:ext cx="173038" cy="220663"/>
            </a:xfrm>
            <a:custGeom>
              <a:avLst/>
              <a:gdLst>
                <a:gd name="T0" fmla="*/ 261 w 327"/>
                <a:gd name="T1" fmla="*/ 174 h 415"/>
                <a:gd name="T2" fmla="*/ 246 w 327"/>
                <a:gd name="T3" fmla="*/ 170 h 415"/>
                <a:gd name="T4" fmla="*/ 231 w 327"/>
                <a:gd name="T5" fmla="*/ 152 h 415"/>
                <a:gd name="T6" fmla="*/ 209 w 327"/>
                <a:gd name="T7" fmla="*/ 142 h 415"/>
                <a:gd name="T8" fmla="*/ 189 w 327"/>
                <a:gd name="T9" fmla="*/ 142 h 415"/>
                <a:gd name="T10" fmla="*/ 170 w 327"/>
                <a:gd name="T11" fmla="*/ 151 h 415"/>
                <a:gd name="T12" fmla="*/ 147 w 327"/>
                <a:gd name="T13" fmla="*/ 146 h 415"/>
                <a:gd name="T14" fmla="*/ 130 w 327"/>
                <a:gd name="T15" fmla="*/ 141 h 415"/>
                <a:gd name="T16" fmla="*/ 113 w 327"/>
                <a:gd name="T17" fmla="*/ 142 h 415"/>
                <a:gd name="T18" fmla="*/ 101 w 327"/>
                <a:gd name="T19" fmla="*/ 51 h 415"/>
                <a:gd name="T20" fmla="*/ 93 w 327"/>
                <a:gd name="T21" fmla="*/ 22 h 415"/>
                <a:gd name="T22" fmla="*/ 70 w 327"/>
                <a:gd name="T23" fmla="*/ 4 h 415"/>
                <a:gd name="T24" fmla="*/ 40 w 327"/>
                <a:gd name="T25" fmla="*/ 1 h 415"/>
                <a:gd name="T26" fmla="*/ 15 w 327"/>
                <a:gd name="T27" fmla="*/ 15 h 415"/>
                <a:gd name="T28" fmla="*/ 0 w 327"/>
                <a:gd name="T29" fmla="*/ 40 h 415"/>
                <a:gd name="T30" fmla="*/ 1 w 327"/>
                <a:gd name="T31" fmla="*/ 130 h 415"/>
                <a:gd name="T32" fmla="*/ 12 w 327"/>
                <a:gd name="T33" fmla="*/ 138 h 415"/>
                <a:gd name="T34" fmla="*/ 25 w 327"/>
                <a:gd name="T35" fmla="*/ 130 h 415"/>
                <a:gd name="T36" fmla="*/ 27 w 327"/>
                <a:gd name="T37" fmla="*/ 47 h 415"/>
                <a:gd name="T38" fmla="*/ 34 w 327"/>
                <a:gd name="T39" fmla="*/ 34 h 415"/>
                <a:gd name="T40" fmla="*/ 46 w 327"/>
                <a:gd name="T41" fmla="*/ 28 h 415"/>
                <a:gd name="T42" fmla="*/ 60 w 327"/>
                <a:gd name="T43" fmla="*/ 30 h 415"/>
                <a:gd name="T44" fmla="*/ 70 w 327"/>
                <a:gd name="T45" fmla="*/ 38 h 415"/>
                <a:gd name="T46" fmla="*/ 74 w 327"/>
                <a:gd name="T47" fmla="*/ 51 h 415"/>
                <a:gd name="T48" fmla="*/ 78 w 327"/>
                <a:gd name="T49" fmla="*/ 294 h 415"/>
                <a:gd name="T50" fmla="*/ 93 w 327"/>
                <a:gd name="T51" fmla="*/ 297 h 415"/>
                <a:gd name="T52" fmla="*/ 101 w 327"/>
                <a:gd name="T53" fmla="*/ 284 h 415"/>
                <a:gd name="T54" fmla="*/ 104 w 327"/>
                <a:gd name="T55" fmla="*/ 183 h 415"/>
                <a:gd name="T56" fmla="*/ 112 w 327"/>
                <a:gd name="T57" fmla="*/ 174 h 415"/>
                <a:gd name="T58" fmla="*/ 125 w 327"/>
                <a:gd name="T59" fmla="*/ 169 h 415"/>
                <a:gd name="T60" fmla="*/ 139 w 327"/>
                <a:gd name="T61" fmla="*/ 174 h 415"/>
                <a:gd name="T62" fmla="*/ 148 w 327"/>
                <a:gd name="T63" fmla="*/ 183 h 415"/>
                <a:gd name="T64" fmla="*/ 149 w 327"/>
                <a:gd name="T65" fmla="*/ 284 h 415"/>
                <a:gd name="T66" fmla="*/ 157 w 327"/>
                <a:gd name="T67" fmla="*/ 297 h 415"/>
                <a:gd name="T68" fmla="*/ 172 w 327"/>
                <a:gd name="T69" fmla="*/ 294 h 415"/>
                <a:gd name="T70" fmla="*/ 177 w 327"/>
                <a:gd name="T71" fmla="*/ 193 h 415"/>
                <a:gd name="T72" fmla="*/ 181 w 327"/>
                <a:gd name="T73" fmla="*/ 180 h 415"/>
                <a:gd name="T74" fmla="*/ 192 w 327"/>
                <a:gd name="T75" fmla="*/ 171 h 415"/>
                <a:gd name="T76" fmla="*/ 206 w 327"/>
                <a:gd name="T77" fmla="*/ 169 h 415"/>
                <a:gd name="T78" fmla="*/ 217 w 327"/>
                <a:gd name="T79" fmla="*/ 176 h 415"/>
                <a:gd name="T80" fmla="*/ 224 w 327"/>
                <a:gd name="T81" fmla="*/ 189 h 415"/>
                <a:gd name="T82" fmla="*/ 225 w 327"/>
                <a:gd name="T83" fmla="*/ 290 h 415"/>
                <a:gd name="T84" fmla="*/ 238 w 327"/>
                <a:gd name="T85" fmla="*/ 298 h 415"/>
                <a:gd name="T86" fmla="*/ 251 w 327"/>
                <a:gd name="T87" fmla="*/ 290 h 415"/>
                <a:gd name="T88" fmla="*/ 252 w 327"/>
                <a:gd name="T89" fmla="*/ 218 h 415"/>
                <a:gd name="T90" fmla="*/ 258 w 327"/>
                <a:gd name="T91" fmla="*/ 206 h 415"/>
                <a:gd name="T92" fmla="*/ 271 w 327"/>
                <a:gd name="T93" fmla="*/ 199 h 415"/>
                <a:gd name="T94" fmla="*/ 285 w 327"/>
                <a:gd name="T95" fmla="*/ 200 h 415"/>
                <a:gd name="T96" fmla="*/ 295 w 327"/>
                <a:gd name="T97" fmla="*/ 209 h 415"/>
                <a:gd name="T98" fmla="*/ 299 w 327"/>
                <a:gd name="T99" fmla="*/ 223 h 415"/>
                <a:gd name="T100" fmla="*/ 296 w 327"/>
                <a:gd name="T101" fmla="*/ 399 h 415"/>
                <a:gd name="T102" fmla="*/ 302 w 327"/>
                <a:gd name="T103" fmla="*/ 413 h 415"/>
                <a:gd name="T104" fmla="*/ 310 w 327"/>
                <a:gd name="T105" fmla="*/ 415 h 415"/>
                <a:gd name="T106" fmla="*/ 321 w 327"/>
                <a:gd name="T107" fmla="*/ 409 h 415"/>
                <a:gd name="T108" fmla="*/ 326 w 327"/>
                <a:gd name="T109" fmla="*/ 386 h 415"/>
                <a:gd name="T110" fmla="*/ 327 w 327"/>
                <a:gd name="T111" fmla="*/ 223 h 415"/>
                <a:gd name="T112" fmla="*/ 318 w 327"/>
                <a:gd name="T113" fmla="*/ 194 h 415"/>
                <a:gd name="T114" fmla="*/ 296 w 327"/>
                <a:gd name="T115" fmla="*/ 17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415">
                  <a:moveTo>
                    <a:pt x="275" y="171"/>
                  </a:moveTo>
                  <a:lnTo>
                    <a:pt x="269" y="171"/>
                  </a:lnTo>
                  <a:lnTo>
                    <a:pt x="261" y="174"/>
                  </a:lnTo>
                  <a:lnTo>
                    <a:pt x="256" y="176"/>
                  </a:lnTo>
                  <a:lnTo>
                    <a:pt x="250" y="178"/>
                  </a:lnTo>
                  <a:lnTo>
                    <a:pt x="246" y="170"/>
                  </a:lnTo>
                  <a:lnTo>
                    <a:pt x="242" y="164"/>
                  </a:lnTo>
                  <a:lnTo>
                    <a:pt x="238" y="157"/>
                  </a:lnTo>
                  <a:lnTo>
                    <a:pt x="231" y="152"/>
                  </a:lnTo>
                  <a:lnTo>
                    <a:pt x="225" y="148"/>
                  </a:lnTo>
                  <a:lnTo>
                    <a:pt x="217" y="145"/>
                  </a:lnTo>
                  <a:lnTo>
                    <a:pt x="209" y="142"/>
                  </a:lnTo>
                  <a:lnTo>
                    <a:pt x="200" y="141"/>
                  </a:lnTo>
                  <a:lnTo>
                    <a:pt x="195" y="141"/>
                  </a:lnTo>
                  <a:lnTo>
                    <a:pt x="189" y="142"/>
                  </a:lnTo>
                  <a:lnTo>
                    <a:pt x="184" y="144"/>
                  </a:lnTo>
                  <a:lnTo>
                    <a:pt x="180" y="146"/>
                  </a:lnTo>
                  <a:lnTo>
                    <a:pt x="170" y="151"/>
                  </a:lnTo>
                  <a:lnTo>
                    <a:pt x="163" y="157"/>
                  </a:lnTo>
                  <a:lnTo>
                    <a:pt x="155" y="151"/>
                  </a:lnTo>
                  <a:lnTo>
                    <a:pt x="147" y="146"/>
                  </a:lnTo>
                  <a:lnTo>
                    <a:pt x="141" y="144"/>
                  </a:lnTo>
                  <a:lnTo>
                    <a:pt x="136" y="142"/>
                  </a:lnTo>
                  <a:lnTo>
                    <a:pt x="130" y="141"/>
                  </a:lnTo>
                  <a:lnTo>
                    <a:pt x="125" y="141"/>
                  </a:lnTo>
                  <a:lnTo>
                    <a:pt x="119" y="141"/>
                  </a:lnTo>
                  <a:lnTo>
                    <a:pt x="113" y="142"/>
                  </a:lnTo>
                  <a:lnTo>
                    <a:pt x="107" y="145"/>
                  </a:lnTo>
                  <a:lnTo>
                    <a:pt x="101" y="147"/>
                  </a:lnTo>
                  <a:lnTo>
                    <a:pt x="101" y="51"/>
                  </a:lnTo>
                  <a:lnTo>
                    <a:pt x="100" y="40"/>
                  </a:lnTo>
                  <a:lnTo>
                    <a:pt x="98" y="31"/>
                  </a:lnTo>
                  <a:lnTo>
                    <a:pt x="93" y="22"/>
                  </a:lnTo>
                  <a:lnTo>
                    <a:pt x="86" y="15"/>
                  </a:lnTo>
                  <a:lnTo>
                    <a:pt x="79" y="8"/>
                  </a:lnTo>
                  <a:lnTo>
                    <a:pt x="70" y="4"/>
                  </a:lnTo>
                  <a:lnTo>
                    <a:pt x="61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31" y="4"/>
                  </a:lnTo>
                  <a:lnTo>
                    <a:pt x="22" y="8"/>
                  </a:lnTo>
                  <a:lnTo>
                    <a:pt x="15" y="15"/>
                  </a:lnTo>
                  <a:lnTo>
                    <a:pt x="8" y="22"/>
                  </a:lnTo>
                  <a:lnTo>
                    <a:pt x="3" y="31"/>
                  </a:lnTo>
                  <a:lnTo>
                    <a:pt x="0" y="40"/>
                  </a:lnTo>
                  <a:lnTo>
                    <a:pt x="0" y="51"/>
                  </a:lnTo>
                  <a:lnTo>
                    <a:pt x="0" y="124"/>
                  </a:lnTo>
                  <a:lnTo>
                    <a:pt x="1" y="130"/>
                  </a:lnTo>
                  <a:lnTo>
                    <a:pt x="3" y="134"/>
                  </a:lnTo>
                  <a:lnTo>
                    <a:pt x="7" y="137"/>
                  </a:lnTo>
                  <a:lnTo>
                    <a:pt x="12" y="138"/>
                  </a:lnTo>
                  <a:lnTo>
                    <a:pt x="18" y="137"/>
                  </a:lnTo>
                  <a:lnTo>
                    <a:pt x="23" y="134"/>
                  </a:lnTo>
                  <a:lnTo>
                    <a:pt x="25" y="130"/>
                  </a:lnTo>
                  <a:lnTo>
                    <a:pt x="26" y="124"/>
                  </a:lnTo>
                  <a:lnTo>
                    <a:pt x="26" y="51"/>
                  </a:lnTo>
                  <a:lnTo>
                    <a:pt x="27" y="47"/>
                  </a:lnTo>
                  <a:lnTo>
                    <a:pt x="29" y="42"/>
                  </a:lnTo>
                  <a:lnTo>
                    <a:pt x="31" y="38"/>
                  </a:lnTo>
                  <a:lnTo>
                    <a:pt x="34" y="34"/>
                  </a:lnTo>
                  <a:lnTo>
                    <a:pt x="37" y="32"/>
                  </a:lnTo>
                  <a:lnTo>
                    <a:pt x="41" y="30"/>
                  </a:lnTo>
                  <a:lnTo>
                    <a:pt x="46" y="28"/>
                  </a:lnTo>
                  <a:lnTo>
                    <a:pt x="50" y="28"/>
                  </a:lnTo>
                  <a:lnTo>
                    <a:pt x="55" y="28"/>
                  </a:lnTo>
                  <a:lnTo>
                    <a:pt x="60" y="30"/>
                  </a:lnTo>
                  <a:lnTo>
                    <a:pt x="64" y="32"/>
                  </a:lnTo>
                  <a:lnTo>
                    <a:pt x="67" y="34"/>
                  </a:lnTo>
                  <a:lnTo>
                    <a:pt x="70" y="38"/>
                  </a:lnTo>
                  <a:lnTo>
                    <a:pt x="72" y="42"/>
                  </a:lnTo>
                  <a:lnTo>
                    <a:pt x="74" y="47"/>
                  </a:lnTo>
                  <a:lnTo>
                    <a:pt x="74" y="51"/>
                  </a:lnTo>
                  <a:lnTo>
                    <a:pt x="74" y="284"/>
                  </a:lnTo>
                  <a:lnTo>
                    <a:pt x="75" y="290"/>
                  </a:lnTo>
                  <a:lnTo>
                    <a:pt x="78" y="294"/>
                  </a:lnTo>
                  <a:lnTo>
                    <a:pt x="82" y="297"/>
                  </a:lnTo>
                  <a:lnTo>
                    <a:pt x="88" y="298"/>
                  </a:lnTo>
                  <a:lnTo>
                    <a:pt x="93" y="297"/>
                  </a:lnTo>
                  <a:lnTo>
                    <a:pt x="97" y="294"/>
                  </a:lnTo>
                  <a:lnTo>
                    <a:pt x="100" y="290"/>
                  </a:lnTo>
                  <a:lnTo>
                    <a:pt x="101" y="284"/>
                  </a:lnTo>
                  <a:lnTo>
                    <a:pt x="101" y="193"/>
                  </a:lnTo>
                  <a:lnTo>
                    <a:pt x="103" y="189"/>
                  </a:lnTo>
                  <a:lnTo>
                    <a:pt x="104" y="183"/>
                  </a:lnTo>
                  <a:lnTo>
                    <a:pt x="106" y="180"/>
                  </a:lnTo>
                  <a:lnTo>
                    <a:pt x="109" y="176"/>
                  </a:lnTo>
                  <a:lnTo>
                    <a:pt x="112" y="174"/>
                  </a:lnTo>
                  <a:lnTo>
                    <a:pt x="116" y="171"/>
                  </a:lnTo>
                  <a:lnTo>
                    <a:pt x="121" y="169"/>
                  </a:lnTo>
                  <a:lnTo>
                    <a:pt x="125" y="169"/>
                  </a:lnTo>
                  <a:lnTo>
                    <a:pt x="130" y="169"/>
                  </a:lnTo>
                  <a:lnTo>
                    <a:pt x="135" y="171"/>
                  </a:lnTo>
                  <a:lnTo>
                    <a:pt x="139" y="174"/>
                  </a:lnTo>
                  <a:lnTo>
                    <a:pt x="142" y="176"/>
                  </a:lnTo>
                  <a:lnTo>
                    <a:pt x="145" y="180"/>
                  </a:lnTo>
                  <a:lnTo>
                    <a:pt x="148" y="183"/>
                  </a:lnTo>
                  <a:lnTo>
                    <a:pt x="149" y="189"/>
                  </a:lnTo>
                  <a:lnTo>
                    <a:pt x="149" y="193"/>
                  </a:lnTo>
                  <a:lnTo>
                    <a:pt x="149" y="284"/>
                  </a:lnTo>
                  <a:lnTo>
                    <a:pt x="150" y="290"/>
                  </a:lnTo>
                  <a:lnTo>
                    <a:pt x="153" y="294"/>
                  </a:lnTo>
                  <a:lnTo>
                    <a:pt x="157" y="297"/>
                  </a:lnTo>
                  <a:lnTo>
                    <a:pt x="163" y="298"/>
                  </a:lnTo>
                  <a:lnTo>
                    <a:pt x="168" y="297"/>
                  </a:lnTo>
                  <a:lnTo>
                    <a:pt x="172" y="294"/>
                  </a:lnTo>
                  <a:lnTo>
                    <a:pt x="175" y="290"/>
                  </a:lnTo>
                  <a:lnTo>
                    <a:pt x="177" y="284"/>
                  </a:lnTo>
                  <a:lnTo>
                    <a:pt x="177" y="193"/>
                  </a:lnTo>
                  <a:lnTo>
                    <a:pt x="178" y="189"/>
                  </a:lnTo>
                  <a:lnTo>
                    <a:pt x="179" y="183"/>
                  </a:lnTo>
                  <a:lnTo>
                    <a:pt x="181" y="180"/>
                  </a:lnTo>
                  <a:lnTo>
                    <a:pt x="184" y="176"/>
                  </a:lnTo>
                  <a:lnTo>
                    <a:pt x="187" y="174"/>
                  </a:lnTo>
                  <a:lnTo>
                    <a:pt x="192" y="171"/>
                  </a:lnTo>
                  <a:lnTo>
                    <a:pt x="196" y="169"/>
                  </a:lnTo>
                  <a:lnTo>
                    <a:pt x="200" y="169"/>
                  </a:lnTo>
                  <a:lnTo>
                    <a:pt x="206" y="169"/>
                  </a:lnTo>
                  <a:lnTo>
                    <a:pt x="210" y="171"/>
                  </a:lnTo>
                  <a:lnTo>
                    <a:pt x="213" y="174"/>
                  </a:lnTo>
                  <a:lnTo>
                    <a:pt x="217" y="176"/>
                  </a:lnTo>
                  <a:lnTo>
                    <a:pt x="219" y="180"/>
                  </a:lnTo>
                  <a:lnTo>
                    <a:pt x="222" y="183"/>
                  </a:lnTo>
                  <a:lnTo>
                    <a:pt x="224" y="189"/>
                  </a:lnTo>
                  <a:lnTo>
                    <a:pt x="224" y="193"/>
                  </a:lnTo>
                  <a:lnTo>
                    <a:pt x="224" y="284"/>
                  </a:lnTo>
                  <a:lnTo>
                    <a:pt x="225" y="290"/>
                  </a:lnTo>
                  <a:lnTo>
                    <a:pt x="228" y="294"/>
                  </a:lnTo>
                  <a:lnTo>
                    <a:pt x="232" y="297"/>
                  </a:lnTo>
                  <a:lnTo>
                    <a:pt x="238" y="298"/>
                  </a:lnTo>
                  <a:lnTo>
                    <a:pt x="243" y="297"/>
                  </a:lnTo>
                  <a:lnTo>
                    <a:pt x="247" y="294"/>
                  </a:lnTo>
                  <a:lnTo>
                    <a:pt x="251" y="290"/>
                  </a:lnTo>
                  <a:lnTo>
                    <a:pt x="252" y="284"/>
                  </a:lnTo>
                  <a:lnTo>
                    <a:pt x="252" y="223"/>
                  </a:lnTo>
                  <a:lnTo>
                    <a:pt x="252" y="218"/>
                  </a:lnTo>
                  <a:lnTo>
                    <a:pt x="254" y="213"/>
                  </a:lnTo>
                  <a:lnTo>
                    <a:pt x="256" y="209"/>
                  </a:lnTo>
                  <a:lnTo>
                    <a:pt x="258" y="206"/>
                  </a:lnTo>
                  <a:lnTo>
                    <a:pt x="262" y="204"/>
                  </a:lnTo>
                  <a:lnTo>
                    <a:pt x="266" y="200"/>
                  </a:lnTo>
                  <a:lnTo>
                    <a:pt x="271" y="199"/>
                  </a:lnTo>
                  <a:lnTo>
                    <a:pt x="275" y="199"/>
                  </a:lnTo>
                  <a:lnTo>
                    <a:pt x="280" y="199"/>
                  </a:lnTo>
                  <a:lnTo>
                    <a:pt x="285" y="200"/>
                  </a:lnTo>
                  <a:lnTo>
                    <a:pt x="288" y="204"/>
                  </a:lnTo>
                  <a:lnTo>
                    <a:pt x="292" y="206"/>
                  </a:lnTo>
                  <a:lnTo>
                    <a:pt x="295" y="209"/>
                  </a:lnTo>
                  <a:lnTo>
                    <a:pt x="297" y="213"/>
                  </a:lnTo>
                  <a:lnTo>
                    <a:pt x="299" y="218"/>
                  </a:lnTo>
                  <a:lnTo>
                    <a:pt x="299" y="223"/>
                  </a:lnTo>
                  <a:lnTo>
                    <a:pt x="299" y="368"/>
                  </a:lnTo>
                  <a:lnTo>
                    <a:pt x="298" y="383"/>
                  </a:lnTo>
                  <a:lnTo>
                    <a:pt x="296" y="399"/>
                  </a:lnTo>
                  <a:lnTo>
                    <a:pt x="297" y="404"/>
                  </a:lnTo>
                  <a:lnTo>
                    <a:pt x="299" y="409"/>
                  </a:lnTo>
                  <a:lnTo>
                    <a:pt x="302" y="413"/>
                  </a:lnTo>
                  <a:lnTo>
                    <a:pt x="307" y="415"/>
                  </a:lnTo>
                  <a:lnTo>
                    <a:pt x="309" y="415"/>
                  </a:lnTo>
                  <a:lnTo>
                    <a:pt x="310" y="415"/>
                  </a:lnTo>
                  <a:lnTo>
                    <a:pt x="315" y="414"/>
                  </a:lnTo>
                  <a:lnTo>
                    <a:pt x="318" y="412"/>
                  </a:lnTo>
                  <a:lnTo>
                    <a:pt x="321" y="409"/>
                  </a:lnTo>
                  <a:lnTo>
                    <a:pt x="324" y="403"/>
                  </a:lnTo>
                  <a:lnTo>
                    <a:pt x="325" y="395"/>
                  </a:lnTo>
                  <a:lnTo>
                    <a:pt x="326" y="386"/>
                  </a:lnTo>
                  <a:lnTo>
                    <a:pt x="327" y="376"/>
                  </a:lnTo>
                  <a:lnTo>
                    <a:pt x="327" y="368"/>
                  </a:lnTo>
                  <a:lnTo>
                    <a:pt x="327" y="223"/>
                  </a:lnTo>
                  <a:lnTo>
                    <a:pt x="326" y="212"/>
                  </a:lnTo>
                  <a:lnTo>
                    <a:pt x="322" y="203"/>
                  </a:lnTo>
                  <a:lnTo>
                    <a:pt x="318" y="194"/>
                  </a:lnTo>
                  <a:lnTo>
                    <a:pt x="312" y="186"/>
                  </a:lnTo>
                  <a:lnTo>
                    <a:pt x="304" y="180"/>
                  </a:lnTo>
                  <a:lnTo>
                    <a:pt x="296" y="176"/>
                  </a:lnTo>
                  <a:lnTo>
                    <a:pt x="286" y="173"/>
                  </a:lnTo>
                  <a:lnTo>
                    <a:pt x="275" y="17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9" name="Freeform 147">
              <a:extLst>
                <a:ext uri="{FF2B5EF4-FFF2-40B4-BE49-F238E27FC236}">
                  <a16:creationId xmlns:a16="http://schemas.microsoft.com/office/drawing/2014/main" id="{6E96B783-EA99-48E1-AF57-00F6A26A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901" y="2692401"/>
              <a:ext cx="204788" cy="192088"/>
            </a:xfrm>
            <a:custGeom>
              <a:avLst/>
              <a:gdLst>
                <a:gd name="T0" fmla="*/ 378 w 386"/>
                <a:gd name="T1" fmla="*/ 287 h 364"/>
                <a:gd name="T2" fmla="*/ 368 w 386"/>
                <a:gd name="T3" fmla="*/ 286 h 364"/>
                <a:gd name="T4" fmla="*/ 350 w 386"/>
                <a:gd name="T5" fmla="*/ 300 h 364"/>
                <a:gd name="T6" fmla="*/ 324 w 386"/>
                <a:gd name="T7" fmla="*/ 317 h 364"/>
                <a:gd name="T8" fmla="*/ 293 w 386"/>
                <a:gd name="T9" fmla="*/ 329 h 364"/>
                <a:gd name="T10" fmla="*/ 262 w 386"/>
                <a:gd name="T11" fmla="*/ 335 h 364"/>
                <a:gd name="T12" fmla="*/ 234 w 386"/>
                <a:gd name="T13" fmla="*/ 335 h 364"/>
                <a:gd name="T14" fmla="*/ 211 w 386"/>
                <a:gd name="T15" fmla="*/ 331 h 364"/>
                <a:gd name="T16" fmla="*/ 188 w 386"/>
                <a:gd name="T17" fmla="*/ 325 h 364"/>
                <a:gd name="T18" fmla="*/ 166 w 386"/>
                <a:gd name="T19" fmla="*/ 315 h 364"/>
                <a:gd name="T20" fmla="*/ 147 w 386"/>
                <a:gd name="T21" fmla="*/ 302 h 364"/>
                <a:gd name="T22" fmla="*/ 128 w 386"/>
                <a:gd name="T23" fmla="*/ 287 h 364"/>
                <a:gd name="T24" fmla="*/ 112 w 386"/>
                <a:gd name="T25" fmla="*/ 270 h 364"/>
                <a:gd name="T26" fmla="*/ 99 w 386"/>
                <a:gd name="T27" fmla="*/ 250 h 364"/>
                <a:gd name="T28" fmla="*/ 30 w 386"/>
                <a:gd name="T29" fmla="*/ 107 h 364"/>
                <a:gd name="T30" fmla="*/ 26 w 386"/>
                <a:gd name="T31" fmla="*/ 97 h 364"/>
                <a:gd name="T32" fmla="*/ 27 w 386"/>
                <a:gd name="T33" fmla="*/ 88 h 364"/>
                <a:gd name="T34" fmla="*/ 32 w 386"/>
                <a:gd name="T35" fmla="*/ 80 h 364"/>
                <a:gd name="T36" fmla="*/ 39 w 386"/>
                <a:gd name="T37" fmla="*/ 74 h 364"/>
                <a:gd name="T38" fmla="*/ 49 w 386"/>
                <a:gd name="T39" fmla="*/ 70 h 364"/>
                <a:gd name="T40" fmla="*/ 59 w 386"/>
                <a:gd name="T41" fmla="*/ 70 h 364"/>
                <a:gd name="T42" fmla="*/ 67 w 386"/>
                <a:gd name="T43" fmla="*/ 75 h 364"/>
                <a:gd name="T44" fmla="*/ 74 w 386"/>
                <a:gd name="T45" fmla="*/ 82 h 364"/>
                <a:gd name="T46" fmla="*/ 122 w 386"/>
                <a:gd name="T47" fmla="*/ 160 h 364"/>
                <a:gd name="T48" fmla="*/ 130 w 386"/>
                <a:gd name="T49" fmla="*/ 163 h 364"/>
                <a:gd name="T50" fmla="*/ 139 w 386"/>
                <a:gd name="T51" fmla="*/ 161 h 364"/>
                <a:gd name="T52" fmla="*/ 144 w 386"/>
                <a:gd name="T53" fmla="*/ 154 h 364"/>
                <a:gd name="T54" fmla="*/ 144 w 386"/>
                <a:gd name="T55" fmla="*/ 14 h 364"/>
                <a:gd name="T56" fmla="*/ 141 w 386"/>
                <a:gd name="T57" fmla="*/ 3 h 364"/>
                <a:gd name="T58" fmla="*/ 130 w 386"/>
                <a:gd name="T59" fmla="*/ 0 h 364"/>
                <a:gd name="T60" fmla="*/ 121 w 386"/>
                <a:gd name="T61" fmla="*/ 3 h 364"/>
                <a:gd name="T62" fmla="*/ 118 w 386"/>
                <a:gd name="T63" fmla="*/ 14 h 364"/>
                <a:gd name="T64" fmla="*/ 97 w 386"/>
                <a:gd name="T65" fmla="*/ 68 h 364"/>
                <a:gd name="T66" fmla="*/ 83 w 386"/>
                <a:gd name="T67" fmla="*/ 52 h 364"/>
                <a:gd name="T68" fmla="*/ 65 w 386"/>
                <a:gd name="T69" fmla="*/ 44 h 364"/>
                <a:gd name="T70" fmla="*/ 46 w 386"/>
                <a:gd name="T71" fmla="*/ 43 h 364"/>
                <a:gd name="T72" fmla="*/ 25 w 386"/>
                <a:gd name="T73" fmla="*/ 49 h 364"/>
                <a:gd name="T74" fmla="*/ 10 w 386"/>
                <a:gd name="T75" fmla="*/ 63 h 364"/>
                <a:gd name="T76" fmla="*/ 2 w 386"/>
                <a:gd name="T77" fmla="*/ 80 h 364"/>
                <a:gd name="T78" fmla="*/ 0 w 386"/>
                <a:gd name="T79" fmla="*/ 99 h 364"/>
                <a:gd name="T80" fmla="*/ 4 w 386"/>
                <a:gd name="T81" fmla="*/ 119 h 364"/>
                <a:gd name="T82" fmla="*/ 75 w 386"/>
                <a:gd name="T83" fmla="*/ 264 h 364"/>
                <a:gd name="T84" fmla="*/ 90 w 386"/>
                <a:gd name="T85" fmla="*/ 286 h 364"/>
                <a:gd name="T86" fmla="*/ 109 w 386"/>
                <a:gd name="T87" fmla="*/ 308 h 364"/>
                <a:gd name="T88" fmla="*/ 129 w 386"/>
                <a:gd name="T89" fmla="*/ 325 h 364"/>
                <a:gd name="T90" fmla="*/ 153 w 386"/>
                <a:gd name="T91" fmla="*/ 340 h 364"/>
                <a:gd name="T92" fmla="*/ 179 w 386"/>
                <a:gd name="T93" fmla="*/ 352 h 364"/>
                <a:gd name="T94" fmla="*/ 206 w 386"/>
                <a:gd name="T95" fmla="*/ 359 h 364"/>
                <a:gd name="T96" fmla="*/ 232 w 386"/>
                <a:gd name="T97" fmla="*/ 362 h 364"/>
                <a:gd name="T98" fmla="*/ 266 w 386"/>
                <a:gd name="T99" fmla="*/ 362 h 364"/>
                <a:gd name="T100" fmla="*/ 302 w 386"/>
                <a:gd name="T101" fmla="*/ 355 h 364"/>
                <a:gd name="T102" fmla="*/ 336 w 386"/>
                <a:gd name="T103" fmla="*/ 342 h 364"/>
                <a:gd name="T104" fmla="*/ 368 w 386"/>
                <a:gd name="T105" fmla="*/ 322 h 364"/>
                <a:gd name="T106" fmla="*/ 385 w 386"/>
                <a:gd name="T107" fmla="*/ 306 h 364"/>
                <a:gd name="T108" fmla="*/ 385 w 386"/>
                <a:gd name="T109" fmla="*/ 295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6" h="364">
                  <a:moveTo>
                    <a:pt x="383" y="291"/>
                  </a:moveTo>
                  <a:lnTo>
                    <a:pt x="378" y="287"/>
                  </a:lnTo>
                  <a:lnTo>
                    <a:pt x="373" y="286"/>
                  </a:lnTo>
                  <a:lnTo>
                    <a:pt x="368" y="286"/>
                  </a:lnTo>
                  <a:lnTo>
                    <a:pt x="363" y="289"/>
                  </a:lnTo>
                  <a:lnTo>
                    <a:pt x="350" y="300"/>
                  </a:lnTo>
                  <a:lnTo>
                    <a:pt x="337" y="309"/>
                  </a:lnTo>
                  <a:lnTo>
                    <a:pt x="324" y="317"/>
                  </a:lnTo>
                  <a:lnTo>
                    <a:pt x="309" y="324"/>
                  </a:lnTo>
                  <a:lnTo>
                    <a:pt x="293" y="329"/>
                  </a:lnTo>
                  <a:lnTo>
                    <a:pt x="278" y="332"/>
                  </a:lnTo>
                  <a:lnTo>
                    <a:pt x="262" y="335"/>
                  </a:lnTo>
                  <a:lnTo>
                    <a:pt x="246" y="336"/>
                  </a:lnTo>
                  <a:lnTo>
                    <a:pt x="234" y="335"/>
                  </a:lnTo>
                  <a:lnTo>
                    <a:pt x="223" y="333"/>
                  </a:lnTo>
                  <a:lnTo>
                    <a:pt x="211" y="331"/>
                  </a:lnTo>
                  <a:lnTo>
                    <a:pt x="199" y="328"/>
                  </a:lnTo>
                  <a:lnTo>
                    <a:pt x="188" y="325"/>
                  </a:lnTo>
                  <a:lnTo>
                    <a:pt x="177" y="321"/>
                  </a:lnTo>
                  <a:lnTo>
                    <a:pt x="166" y="315"/>
                  </a:lnTo>
                  <a:lnTo>
                    <a:pt x="156" y="309"/>
                  </a:lnTo>
                  <a:lnTo>
                    <a:pt x="147" y="302"/>
                  </a:lnTo>
                  <a:lnTo>
                    <a:pt x="137" y="295"/>
                  </a:lnTo>
                  <a:lnTo>
                    <a:pt x="128" y="287"/>
                  </a:lnTo>
                  <a:lnTo>
                    <a:pt x="120" y="279"/>
                  </a:lnTo>
                  <a:lnTo>
                    <a:pt x="112" y="270"/>
                  </a:lnTo>
                  <a:lnTo>
                    <a:pt x="105" y="260"/>
                  </a:lnTo>
                  <a:lnTo>
                    <a:pt x="99" y="250"/>
                  </a:lnTo>
                  <a:lnTo>
                    <a:pt x="93" y="239"/>
                  </a:lnTo>
                  <a:lnTo>
                    <a:pt x="30" y="107"/>
                  </a:lnTo>
                  <a:lnTo>
                    <a:pt x="27" y="102"/>
                  </a:lnTo>
                  <a:lnTo>
                    <a:pt x="26" y="97"/>
                  </a:lnTo>
                  <a:lnTo>
                    <a:pt x="26" y="93"/>
                  </a:lnTo>
                  <a:lnTo>
                    <a:pt x="27" y="88"/>
                  </a:lnTo>
                  <a:lnTo>
                    <a:pt x="30" y="83"/>
                  </a:lnTo>
                  <a:lnTo>
                    <a:pt x="32" y="80"/>
                  </a:lnTo>
                  <a:lnTo>
                    <a:pt x="35" y="76"/>
                  </a:lnTo>
                  <a:lnTo>
                    <a:pt x="39" y="74"/>
                  </a:lnTo>
                  <a:lnTo>
                    <a:pt x="44" y="72"/>
                  </a:lnTo>
                  <a:lnTo>
                    <a:pt x="49" y="70"/>
                  </a:lnTo>
                  <a:lnTo>
                    <a:pt x="53" y="70"/>
                  </a:lnTo>
                  <a:lnTo>
                    <a:pt x="59" y="70"/>
                  </a:lnTo>
                  <a:lnTo>
                    <a:pt x="63" y="73"/>
                  </a:lnTo>
                  <a:lnTo>
                    <a:pt x="67" y="75"/>
                  </a:lnTo>
                  <a:lnTo>
                    <a:pt x="70" y="78"/>
                  </a:lnTo>
                  <a:lnTo>
                    <a:pt x="74" y="82"/>
                  </a:lnTo>
                  <a:lnTo>
                    <a:pt x="119" y="156"/>
                  </a:lnTo>
                  <a:lnTo>
                    <a:pt x="122" y="160"/>
                  </a:lnTo>
                  <a:lnTo>
                    <a:pt x="126" y="162"/>
                  </a:lnTo>
                  <a:lnTo>
                    <a:pt x="130" y="163"/>
                  </a:lnTo>
                  <a:lnTo>
                    <a:pt x="135" y="163"/>
                  </a:lnTo>
                  <a:lnTo>
                    <a:pt x="139" y="161"/>
                  </a:lnTo>
                  <a:lnTo>
                    <a:pt x="142" y="157"/>
                  </a:lnTo>
                  <a:lnTo>
                    <a:pt x="144" y="154"/>
                  </a:lnTo>
                  <a:lnTo>
                    <a:pt x="144" y="149"/>
                  </a:lnTo>
                  <a:lnTo>
                    <a:pt x="144" y="14"/>
                  </a:lnTo>
                  <a:lnTo>
                    <a:pt x="143" y="8"/>
                  </a:lnTo>
                  <a:lnTo>
                    <a:pt x="141" y="3"/>
                  </a:lnTo>
                  <a:lnTo>
                    <a:pt x="136" y="1"/>
                  </a:lnTo>
                  <a:lnTo>
                    <a:pt x="130" y="0"/>
                  </a:lnTo>
                  <a:lnTo>
                    <a:pt x="125" y="1"/>
                  </a:lnTo>
                  <a:lnTo>
                    <a:pt x="121" y="3"/>
                  </a:lnTo>
                  <a:lnTo>
                    <a:pt x="119" y="8"/>
                  </a:lnTo>
                  <a:lnTo>
                    <a:pt x="118" y="14"/>
                  </a:lnTo>
                  <a:lnTo>
                    <a:pt x="118" y="99"/>
                  </a:lnTo>
                  <a:lnTo>
                    <a:pt x="97" y="68"/>
                  </a:lnTo>
                  <a:lnTo>
                    <a:pt x="91" y="60"/>
                  </a:lnTo>
                  <a:lnTo>
                    <a:pt x="83" y="52"/>
                  </a:lnTo>
                  <a:lnTo>
                    <a:pt x="75" y="47"/>
                  </a:lnTo>
                  <a:lnTo>
                    <a:pt x="65" y="44"/>
                  </a:lnTo>
                  <a:lnTo>
                    <a:pt x="55" y="43"/>
                  </a:lnTo>
                  <a:lnTo>
                    <a:pt x="46" y="43"/>
                  </a:lnTo>
                  <a:lnTo>
                    <a:pt x="35" y="45"/>
                  </a:lnTo>
                  <a:lnTo>
                    <a:pt x="25" y="49"/>
                  </a:lnTo>
                  <a:lnTo>
                    <a:pt x="17" y="55"/>
                  </a:lnTo>
                  <a:lnTo>
                    <a:pt x="10" y="63"/>
                  </a:lnTo>
                  <a:lnTo>
                    <a:pt x="5" y="70"/>
                  </a:lnTo>
                  <a:lnTo>
                    <a:pt x="2" y="80"/>
                  </a:lnTo>
                  <a:lnTo>
                    <a:pt x="0" y="90"/>
                  </a:lnTo>
                  <a:lnTo>
                    <a:pt x="0" y="99"/>
                  </a:lnTo>
                  <a:lnTo>
                    <a:pt x="1" y="109"/>
                  </a:lnTo>
                  <a:lnTo>
                    <a:pt x="4" y="119"/>
                  </a:lnTo>
                  <a:lnTo>
                    <a:pt x="68" y="251"/>
                  </a:lnTo>
                  <a:lnTo>
                    <a:pt x="75" y="264"/>
                  </a:lnTo>
                  <a:lnTo>
                    <a:pt x="82" y="275"/>
                  </a:lnTo>
                  <a:lnTo>
                    <a:pt x="90" y="286"/>
                  </a:lnTo>
                  <a:lnTo>
                    <a:pt x="99" y="297"/>
                  </a:lnTo>
                  <a:lnTo>
                    <a:pt x="109" y="308"/>
                  </a:lnTo>
                  <a:lnTo>
                    <a:pt x="119" y="316"/>
                  </a:lnTo>
                  <a:lnTo>
                    <a:pt x="129" y="325"/>
                  </a:lnTo>
                  <a:lnTo>
                    <a:pt x="141" y="332"/>
                  </a:lnTo>
                  <a:lnTo>
                    <a:pt x="153" y="340"/>
                  </a:lnTo>
                  <a:lnTo>
                    <a:pt x="166" y="346"/>
                  </a:lnTo>
                  <a:lnTo>
                    <a:pt x="179" y="352"/>
                  </a:lnTo>
                  <a:lnTo>
                    <a:pt x="192" y="356"/>
                  </a:lnTo>
                  <a:lnTo>
                    <a:pt x="206" y="359"/>
                  </a:lnTo>
                  <a:lnTo>
                    <a:pt x="218" y="361"/>
                  </a:lnTo>
                  <a:lnTo>
                    <a:pt x="232" y="362"/>
                  </a:lnTo>
                  <a:lnTo>
                    <a:pt x="246" y="364"/>
                  </a:lnTo>
                  <a:lnTo>
                    <a:pt x="266" y="362"/>
                  </a:lnTo>
                  <a:lnTo>
                    <a:pt x="284" y="359"/>
                  </a:lnTo>
                  <a:lnTo>
                    <a:pt x="302" y="355"/>
                  </a:lnTo>
                  <a:lnTo>
                    <a:pt x="319" y="350"/>
                  </a:lnTo>
                  <a:lnTo>
                    <a:pt x="336" y="342"/>
                  </a:lnTo>
                  <a:lnTo>
                    <a:pt x="352" y="332"/>
                  </a:lnTo>
                  <a:lnTo>
                    <a:pt x="368" y="322"/>
                  </a:lnTo>
                  <a:lnTo>
                    <a:pt x="381" y="310"/>
                  </a:lnTo>
                  <a:lnTo>
                    <a:pt x="385" y="306"/>
                  </a:lnTo>
                  <a:lnTo>
                    <a:pt x="386" y="300"/>
                  </a:lnTo>
                  <a:lnTo>
                    <a:pt x="385" y="295"/>
                  </a:lnTo>
                  <a:lnTo>
                    <a:pt x="383" y="2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0" name="Freeform 148">
              <a:extLst>
                <a:ext uri="{FF2B5EF4-FFF2-40B4-BE49-F238E27FC236}">
                  <a16:creationId xmlns:a16="http://schemas.microsoft.com/office/drawing/2014/main" id="{CFAD81DB-7983-4D10-9660-8F78033D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1" y="281940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1" name="Freeform 149">
              <a:extLst>
                <a:ext uri="{FF2B5EF4-FFF2-40B4-BE49-F238E27FC236}">
                  <a16:creationId xmlns:a16="http://schemas.microsoft.com/office/drawing/2014/main" id="{732B78C6-592B-4178-A7C4-9AEBCC8ED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401" y="2668588"/>
              <a:ext cx="12700" cy="14288"/>
            </a:xfrm>
            <a:custGeom>
              <a:avLst/>
              <a:gdLst>
                <a:gd name="T0" fmla="*/ 23 w 26"/>
                <a:gd name="T1" fmla="*/ 5 h 28"/>
                <a:gd name="T2" fmla="*/ 18 w 26"/>
                <a:gd name="T3" fmla="*/ 2 h 28"/>
                <a:gd name="T4" fmla="*/ 12 w 26"/>
                <a:gd name="T5" fmla="*/ 0 h 28"/>
                <a:gd name="T6" fmla="*/ 8 w 26"/>
                <a:gd name="T7" fmla="*/ 2 h 28"/>
                <a:gd name="T8" fmla="*/ 3 w 26"/>
                <a:gd name="T9" fmla="*/ 5 h 28"/>
                <a:gd name="T10" fmla="*/ 1 w 26"/>
                <a:gd name="T11" fmla="*/ 9 h 28"/>
                <a:gd name="T12" fmla="*/ 0 w 26"/>
                <a:gd name="T13" fmla="*/ 14 h 28"/>
                <a:gd name="T14" fmla="*/ 1 w 26"/>
                <a:gd name="T15" fmla="*/ 20 h 28"/>
                <a:gd name="T16" fmla="*/ 3 w 26"/>
                <a:gd name="T17" fmla="*/ 24 h 28"/>
                <a:gd name="T18" fmla="*/ 8 w 26"/>
                <a:gd name="T19" fmla="*/ 27 h 28"/>
                <a:gd name="T20" fmla="*/ 12 w 26"/>
                <a:gd name="T21" fmla="*/ 28 h 28"/>
                <a:gd name="T22" fmla="*/ 18 w 26"/>
                <a:gd name="T23" fmla="*/ 27 h 28"/>
                <a:gd name="T24" fmla="*/ 23 w 26"/>
                <a:gd name="T25" fmla="*/ 24 h 28"/>
                <a:gd name="T26" fmla="*/ 25 w 26"/>
                <a:gd name="T27" fmla="*/ 20 h 28"/>
                <a:gd name="T28" fmla="*/ 26 w 26"/>
                <a:gd name="T29" fmla="*/ 14 h 28"/>
                <a:gd name="T30" fmla="*/ 25 w 26"/>
                <a:gd name="T31" fmla="*/ 9 h 28"/>
                <a:gd name="T32" fmla="*/ 23 w 26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3" y="5"/>
                  </a:moveTo>
                  <a:lnTo>
                    <a:pt x="18" y="2"/>
                  </a:lnTo>
                  <a:lnTo>
                    <a:pt x="12" y="0"/>
                  </a:lnTo>
                  <a:lnTo>
                    <a:pt x="8" y="2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8" y="27"/>
                  </a:lnTo>
                  <a:lnTo>
                    <a:pt x="23" y="24"/>
                  </a:lnTo>
                  <a:lnTo>
                    <a:pt x="25" y="20"/>
                  </a:lnTo>
                  <a:lnTo>
                    <a:pt x="26" y="14"/>
                  </a:lnTo>
                  <a:lnTo>
                    <a:pt x="25" y="9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EF562C10-7956-4607-A6F6-266192A1711D}"/>
              </a:ext>
            </a:extLst>
          </p:cNvPr>
          <p:cNvGrpSpPr/>
          <p:nvPr/>
        </p:nvGrpSpPr>
        <p:grpSpPr>
          <a:xfrm>
            <a:off x="4456113" y="1776413"/>
            <a:ext cx="376238" cy="376238"/>
            <a:chOff x="4456113" y="1776413"/>
            <a:chExt cx="376238" cy="376238"/>
          </a:xfrm>
          <a:solidFill>
            <a:schemeClr val="bg1"/>
          </a:solidFill>
        </p:grpSpPr>
        <p:sp>
          <p:nvSpPr>
            <p:cNvPr id="422" name="Freeform 150">
              <a:extLst>
                <a:ext uri="{FF2B5EF4-FFF2-40B4-BE49-F238E27FC236}">
                  <a16:creationId xmlns:a16="http://schemas.microsoft.com/office/drawing/2014/main" id="{CC5D196D-3B16-4EBD-AC53-39CA68E779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1776413"/>
              <a:ext cx="376238" cy="376238"/>
            </a:xfrm>
            <a:custGeom>
              <a:avLst/>
              <a:gdLst>
                <a:gd name="T0" fmla="*/ 63 w 711"/>
                <a:gd name="T1" fmla="*/ 0 h 711"/>
                <a:gd name="T2" fmla="*/ 50 w 711"/>
                <a:gd name="T3" fmla="*/ 1 h 711"/>
                <a:gd name="T4" fmla="*/ 38 w 711"/>
                <a:gd name="T5" fmla="*/ 4 h 711"/>
                <a:gd name="T6" fmla="*/ 27 w 711"/>
                <a:gd name="T7" fmla="*/ 11 h 711"/>
                <a:gd name="T8" fmla="*/ 19 w 711"/>
                <a:gd name="T9" fmla="*/ 18 h 711"/>
                <a:gd name="T10" fmla="*/ 10 w 711"/>
                <a:gd name="T11" fmla="*/ 27 h 711"/>
                <a:gd name="T12" fmla="*/ 5 w 711"/>
                <a:gd name="T13" fmla="*/ 37 h 711"/>
                <a:gd name="T14" fmla="*/ 2 w 711"/>
                <a:gd name="T15" fmla="*/ 49 h 711"/>
                <a:gd name="T16" fmla="*/ 0 w 711"/>
                <a:gd name="T17" fmla="*/ 62 h 711"/>
                <a:gd name="T18" fmla="*/ 2 w 711"/>
                <a:gd name="T19" fmla="*/ 702 h 711"/>
                <a:gd name="T20" fmla="*/ 8 w 711"/>
                <a:gd name="T21" fmla="*/ 710 h 711"/>
                <a:gd name="T22" fmla="*/ 697 w 711"/>
                <a:gd name="T23" fmla="*/ 711 h 711"/>
                <a:gd name="T24" fmla="*/ 707 w 711"/>
                <a:gd name="T25" fmla="*/ 706 h 711"/>
                <a:gd name="T26" fmla="*/ 711 w 711"/>
                <a:gd name="T27" fmla="*/ 697 h 711"/>
                <a:gd name="T28" fmla="*/ 711 w 711"/>
                <a:gd name="T29" fmla="*/ 56 h 711"/>
                <a:gd name="T30" fmla="*/ 708 w 711"/>
                <a:gd name="T31" fmla="*/ 44 h 711"/>
                <a:gd name="T32" fmla="*/ 703 w 711"/>
                <a:gd name="T33" fmla="*/ 32 h 711"/>
                <a:gd name="T34" fmla="*/ 697 w 711"/>
                <a:gd name="T35" fmla="*/ 22 h 711"/>
                <a:gd name="T36" fmla="*/ 688 w 711"/>
                <a:gd name="T37" fmla="*/ 14 h 711"/>
                <a:gd name="T38" fmla="*/ 679 w 711"/>
                <a:gd name="T39" fmla="*/ 7 h 711"/>
                <a:gd name="T40" fmla="*/ 667 w 711"/>
                <a:gd name="T41" fmla="*/ 2 h 711"/>
                <a:gd name="T42" fmla="*/ 655 w 711"/>
                <a:gd name="T43" fmla="*/ 0 h 711"/>
                <a:gd name="T44" fmla="*/ 683 w 711"/>
                <a:gd name="T45" fmla="*/ 683 h 711"/>
                <a:gd name="T46" fmla="*/ 27 w 711"/>
                <a:gd name="T47" fmla="*/ 161 h 711"/>
                <a:gd name="T48" fmla="*/ 565 w 711"/>
                <a:gd name="T49" fmla="*/ 160 h 711"/>
                <a:gd name="T50" fmla="*/ 572 w 711"/>
                <a:gd name="T51" fmla="*/ 152 h 711"/>
                <a:gd name="T52" fmla="*/ 572 w 711"/>
                <a:gd name="T53" fmla="*/ 142 h 711"/>
                <a:gd name="T54" fmla="*/ 565 w 711"/>
                <a:gd name="T55" fmla="*/ 134 h 711"/>
                <a:gd name="T56" fmla="*/ 27 w 711"/>
                <a:gd name="T57" fmla="*/ 133 h 711"/>
                <a:gd name="T58" fmla="*/ 29 w 711"/>
                <a:gd name="T59" fmla="*/ 55 h 711"/>
                <a:gd name="T60" fmla="*/ 34 w 711"/>
                <a:gd name="T61" fmla="*/ 43 h 711"/>
                <a:gd name="T62" fmla="*/ 44 w 711"/>
                <a:gd name="T63" fmla="*/ 33 h 711"/>
                <a:gd name="T64" fmla="*/ 55 w 711"/>
                <a:gd name="T65" fmla="*/ 28 h 711"/>
                <a:gd name="T66" fmla="*/ 649 w 711"/>
                <a:gd name="T67" fmla="*/ 28 h 711"/>
                <a:gd name="T68" fmla="*/ 662 w 711"/>
                <a:gd name="T69" fmla="*/ 30 h 711"/>
                <a:gd name="T70" fmla="*/ 673 w 711"/>
                <a:gd name="T71" fmla="*/ 37 h 711"/>
                <a:gd name="T72" fmla="*/ 681 w 711"/>
                <a:gd name="T73" fmla="*/ 48 h 711"/>
                <a:gd name="T74" fmla="*/ 683 w 711"/>
                <a:gd name="T75" fmla="*/ 6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1" h="711">
                  <a:moveTo>
                    <a:pt x="649" y="0"/>
                  </a:moveTo>
                  <a:lnTo>
                    <a:pt x="63" y="0"/>
                  </a:lnTo>
                  <a:lnTo>
                    <a:pt x="56" y="0"/>
                  </a:lnTo>
                  <a:lnTo>
                    <a:pt x="50" y="1"/>
                  </a:lnTo>
                  <a:lnTo>
                    <a:pt x="44" y="2"/>
                  </a:lnTo>
                  <a:lnTo>
                    <a:pt x="38" y="4"/>
                  </a:lnTo>
                  <a:lnTo>
                    <a:pt x="33" y="7"/>
                  </a:lnTo>
                  <a:lnTo>
                    <a:pt x="27" y="11"/>
                  </a:lnTo>
                  <a:lnTo>
                    <a:pt x="23" y="14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0" y="27"/>
                  </a:lnTo>
                  <a:lnTo>
                    <a:pt x="8" y="32"/>
                  </a:lnTo>
                  <a:lnTo>
                    <a:pt x="5" y="37"/>
                  </a:lnTo>
                  <a:lnTo>
                    <a:pt x="3" y="44"/>
                  </a:lnTo>
                  <a:lnTo>
                    <a:pt x="2" y="49"/>
                  </a:lnTo>
                  <a:lnTo>
                    <a:pt x="1" y="56"/>
                  </a:lnTo>
                  <a:lnTo>
                    <a:pt x="0" y="62"/>
                  </a:lnTo>
                  <a:lnTo>
                    <a:pt x="0" y="697"/>
                  </a:lnTo>
                  <a:lnTo>
                    <a:pt x="2" y="702"/>
                  </a:lnTo>
                  <a:lnTo>
                    <a:pt x="4" y="706"/>
                  </a:lnTo>
                  <a:lnTo>
                    <a:pt x="8" y="710"/>
                  </a:lnTo>
                  <a:lnTo>
                    <a:pt x="13" y="711"/>
                  </a:lnTo>
                  <a:lnTo>
                    <a:pt x="697" y="711"/>
                  </a:lnTo>
                  <a:lnTo>
                    <a:pt x="702" y="710"/>
                  </a:lnTo>
                  <a:lnTo>
                    <a:pt x="707" y="706"/>
                  </a:lnTo>
                  <a:lnTo>
                    <a:pt x="710" y="702"/>
                  </a:lnTo>
                  <a:lnTo>
                    <a:pt x="711" y="697"/>
                  </a:lnTo>
                  <a:lnTo>
                    <a:pt x="711" y="62"/>
                  </a:lnTo>
                  <a:lnTo>
                    <a:pt x="711" y="56"/>
                  </a:lnTo>
                  <a:lnTo>
                    <a:pt x="710" y="49"/>
                  </a:lnTo>
                  <a:lnTo>
                    <a:pt x="708" y="44"/>
                  </a:lnTo>
                  <a:lnTo>
                    <a:pt x="705" y="37"/>
                  </a:lnTo>
                  <a:lnTo>
                    <a:pt x="703" y="32"/>
                  </a:lnTo>
                  <a:lnTo>
                    <a:pt x="700" y="27"/>
                  </a:lnTo>
                  <a:lnTo>
                    <a:pt x="697" y="22"/>
                  </a:lnTo>
                  <a:lnTo>
                    <a:pt x="693" y="18"/>
                  </a:lnTo>
                  <a:lnTo>
                    <a:pt x="688" y="14"/>
                  </a:lnTo>
                  <a:lnTo>
                    <a:pt x="683" y="11"/>
                  </a:lnTo>
                  <a:lnTo>
                    <a:pt x="679" y="7"/>
                  </a:lnTo>
                  <a:lnTo>
                    <a:pt x="672" y="4"/>
                  </a:lnTo>
                  <a:lnTo>
                    <a:pt x="667" y="2"/>
                  </a:lnTo>
                  <a:lnTo>
                    <a:pt x="660" y="1"/>
                  </a:lnTo>
                  <a:lnTo>
                    <a:pt x="655" y="0"/>
                  </a:lnTo>
                  <a:lnTo>
                    <a:pt x="649" y="0"/>
                  </a:lnTo>
                  <a:close/>
                  <a:moveTo>
                    <a:pt x="683" y="683"/>
                  </a:moveTo>
                  <a:lnTo>
                    <a:pt x="27" y="683"/>
                  </a:lnTo>
                  <a:lnTo>
                    <a:pt x="27" y="161"/>
                  </a:lnTo>
                  <a:lnTo>
                    <a:pt x="560" y="161"/>
                  </a:lnTo>
                  <a:lnTo>
                    <a:pt x="565" y="160"/>
                  </a:lnTo>
                  <a:lnTo>
                    <a:pt x="569" y="157"/>
                  </a:lnTo>
                  <a:lnTo>
                    <a:pt x="572" y="152"/>
                  </a:lnTo>
                  <a:lnTo>
                    <a:pt x="574" y="147"/>
                  </a:lnTo>
                  <a:lnTo>
                    <a:pt x="572" y="142"/>
                  </a:lnTo>
                  <a:lnTo>
                    <a:pt x="569" y="137"/>
                  </a:lnTo>
                  <a:lnTo>
                    <a:pt x="565" y="134"/>
                  </a:lnTo>
                  <a:lnTo>
                    <a:pt x="560" y="133"/>
                  </a:lnTo>
                  <a:lnTo>
                    <a:pt x="27" y="133"/>
                  </a:lnTo>
                  <a:lnTo>
                    <a:pt x="27" y="62"/>
                  </a:lnTo>
                  <a:lnTo>
                    <a:pt x="29" y="55"/>
                  </a:lnTo>
                  <a:lnTo>
                    <a:pt x="31" y="48"/>
                  </a:lnTo>
                  <a:lnTo>
                    <a:pt x="34" y="43"/>
                  </a:lnTo>
                  <a:lnTo>
                    <a:pt x="38" y="37"/>
                  </a:lnTo>
                  <a:lnTo>
                    <a:pt x="44" y="33"/>
                  </a:lnTo>
                  <a:lnTo>
                    <a:pt x="49" y="30"/>
                  </a:lnTo>
                  <a:lnTo>
                    <a:pt x="55" y="28"/>
                  </a:lnTo>
                  <a:lnTo>
                    <a:pt x="63" y="28"/>
                  </a:lnTo>
                  <a:lnTo>
                    <a:pt x="649" y="28"/>
                  </a:lnTo>
                  <a:lnTo>
                    <a:pt x="655" y="28"/>
                  </a:lnTo>
                  <a:lnTo>
                    <a:pt x="662" y="30"/>
                  </a:lnTo>
                  <a:lnTo>
                    <a:pt x="668" y="33"/>
                  </a:lnTo>
                  <a:lnTo>
                    <a:pt x="673" y="37"/>
                  </a:lnTo>
                  <a:lnTo>
                    <a:pt x="678" y="43"/>
                  </a:lnTo>
                  <a:lnTo>
                    <a:pt x="681" y="48"/>
                  </a:lnTo>
                  <a:lnTo>
                    <a:pt x="682" y="55"/>
                  </a:lnTo>
                  <a:lnTo>
                    <a:pt x="683" y="62"/>
                  </a:lnTo>
                  <a:lnTo>
                    <a:pt x="683" y="6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3" name="Freeform 151">
              <a:extLst>
                <a:ext uri="{FF2B5EF4-FFF2-40B4-BE49-F238E27FC236}">
                  <a16:creationId xmlns:a16="http://schemas.microsoft.com/office/drawing/2014/main" id="{257F8FF3-D41A-431C-8686-1B5ACE5531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5801" y="1797051"/>
              <a:ext cx="44450" cy="42863"/>
            </a:xfrm>
            <a:custGeom>
              <a:avLst/>
              <a:gdLst>
                <a:gd name="T0" fmla="*/ 41 w 83"/>
                <a:gd name="T1" fmla="*/ 0 h 82"/>
                <a:gd name="T2" fmla="*/ 33 w 83"/>
                <a:gd name="T3" fmla="*/ 1 h 82"/>
                <a:gd name="T4" fmla="*/ 25 w 83"/>
                <a:gd name="T5" fmla="*/ 3 h 82"/>
                <a:gd name="T6" fmla="*/ 18 w 83"/>
                <a:gd name="T7" fmla="*/ 7 h 82"/>
                <a:gd name="T8" fmla="*/ 13 w 83"/>
                <a:gd name="T9" fmla="*/ 11 h 82"/>
                <a:gd name="T10" fmla="*/ 7 w 83"/>
                <a:gd name="T11" fmla="*/ 18 h 82"/>
                <a:gd name="T12" fmla="*/ 3 w 83"/>
                <a:gd name="T13" fmla="*/ 25 h 82"/>
                <a:gd name="T14" fmla="*/ 1 w 83"/>
                <a:gd name="T15" fmla="*/ 33 h 82"/>
                <a:gd name="T16" fmla="*/ 0 w 83"/>
                <a:gd name="T17" fmla="*/ 41 h 82"/>
                <a:gd name="T18" fmla="*/ 1 w 83"/>
                <a:gd name="T19" fmla="*/ 49 h 82"/>
                <a:gd name="T20" fmla="*/ 3 w 83"/>
                <a:gd name="T21" fmla="*/ 58 h 82"/>
                <a:gd name="T22" fmla="*/ 7 w 83"/>
                <a:gd name="T23" fmla="*/ 64 h 82"/>
                <a:gd name="T24" fmla="*/ 13 w 83"/>
                <a:gd name="T25" fmla="*/ 70 h 82"/>
                <a:gd name="T26" fmla="*/ 18 w 83"/>
                <a:gd name="T27" fmla="*/ 76 h 82"/>
                <a:gd name="T28" fmla="*/ 25 w 83"/>
                <a:gd name="T29" fmla="*/ 79 h 82"/>
                <a:gd name="T30" fmla="*/ 33 w 83"/>
                <a:gd name="T31" fmla="*/ 82 h 82"/>
                <a:gd name="T32" fmla="*/ 41 w 83"/>
                <a:gd name="T33" fmla="*/ 82 h 82"/>
                <a:gd name="T34" fmla="*/ 50 w 83"/>
                <a:gd name="T35" fmla="*/ 82 h 82"/>
                <a:gd name="T36" fmla="*/ 58 w 83"/>
                <a:gd name="T37" fmla="*/ 79 h 82"/>
                <a:gd name="T38" fmla="*/ 65 w 83"/>
                <a:gd name="T39" fmla="*/ 76 h 82"/>
                <a:gd name="T40" fmla="*/ 72 w 83"/>
                <a:gd name="T41" fmla="*/ 70 h 82"/>
                <a:gd name="T42" fmla="*/ 76 w 83"/>
                <a:gd name="T43" fmla="*/ 64 h 82"/>
                <a:gd name="T44" fmla="*/ 80 w 83"/>
                <a:gd name="T45" fmla="*/ 58 h 82"/>
                <a:gd name="T46" fmla="*/ 82 w 83"/>
                <a:gd name="T47" fmla="*/ 49 h 82"/>
                <a:gd name="T48" fmla="*/ 83 w 83"/>
                <a:gd name="T49" fmla="*/ 41 h 82"/>
                <a:gd name="T50" fmla="*/ 82 w 83"/>
                <a:gd name="T51" fmla="*/ 33 h 82"/>
                <a:gd name="T52" fmla="*/ 80 w 83"/>
                <a:gd name="T53" fmla="*/ 25 h 82"/>
                <a:gd name="T54" fmla="*/ 76 w 83"/>
                <a:gd name="T55" fmla="*/ 18 h 82"/>
                <a:gd name="T56" fmla="*/ 72 w 83"/>
                <a:gd name="T57" fmla="*/ 11 h 82"/>
                <a:gd name="T58" fmla="*/ 65 w 83"/>
                <a:gd name="T59" fmla="*/ 7 h 82"/>
                <a:gd name="T60" fmla="*/ 58 w 83"/>
                <a:gd name="T61" fmla="*/ 3 h 82"/>
                <a:gd name="T62" fmla="*/ 50 w 83"/>
                <a:gd name="T63" fmla="*/ 1 h 82"/>
                <a:gd name="T64" fmla="*/ 41 w 83"/>
                <a:gd name="T65" fmla="*/ 0 h 82"/>
                <a:gd name="T66" fmla="*/ 41 w 83"/>
                <a:gd name="T67" fmla="*/ 55 h 82"/>
                <a:gd name="T68" fmla="*/ 36 w 83"/>
                <a:gd name="T69" fmla="*/ 54 h 82"/>
                <a:gd name="T70" fmla="*/ 32 w 83"/>
                <a:gd name="T71" fmla="*/ 51 h 82"/>
                <a:gd name="T72" fmla="*/ 29 w 83"/>
                <a:gd name="T73" fmla="*/ 47 h 82"/>
                <a:gd name="T74" fmla="*/ 28 w 83"/>
                <a:gd name="T75" fmla="*/ 41 h 82"/>
                <a:gd name="T76" fmla="*/ 29 w 83"/>
                <a:gd name="T77" fmla="*/ 36 h 82"/>
                <a:gd name="T78" fmla="*/ 32 w 83"/>
                <a:gd name="T79" fmla="*/ 32 h 82"/>
                <a:gd name="T80" fmla="*/ 36 w 83"/>
                <a:gd name="T81" fmla="*/ 29 h 82"/>
                <a:gd name="T82" fmla="*/ 41 w 83"/>
                <a:gd name="T83" fmla="*/ 27 h 82"/>
                <a:gd name="T84" fmla="*/ 47 w 83"/>
                <a:gd name="T85" fmla="*/ 29 h 82"/>
                <a:gd name="T86" fmla="*/ 51 w 83"/>
                <a:gd name="T87" fmla="*/ 32 h 82"/>
                <a:gd name="T88" fmla="*/ 54 w 83"/>
                <a:gd name="T89" fmla="*/ 36 h 82"/>
                <a:gd name="T90" fmla="*/ 55 w 83"/>
                <a:gd name="T91" fmla="*/ 41 h 82"/>
                <a:gd name="T92" fmla="*/ 54 w 83"/>
                <a:gd name="T93" fmla="*/ 47 h 82"/>
                <a:gd name="T94" fmla="*/ 51 w 83"/>
                <a:gd name="T95" fmla="*/ 51 h 82"/>
                <a:gd name="T96" fmla="*/ 47 w 83"/>
                <a:gd name="T97" fmla="*/ 54 h 82"/>
                <a:gd name="T98" fmla="*/ 41 w 83"/>
                <a:gd name="T99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82">
                  <a:moveTo>
                    <a:pt x="41" y="0"/>
                  </a:moveTo>
                  <a:lnTo>
                    <a:pt x="33" y="1"/>
                  </a:lnTo>
                  <a:lnTo>
                    <a:pt x="25" y="3"/>
                  </a:lnTo>
                  <a:lnTo>
                    <a:pt x="18" y="7"/>
                  </a:lnTo>
                  <a:lnTo>
                    <a:pt x="13" y="11"/>
                  </a:lnTo>
                  <a:lnTo>
                    <a:pt x="7" y="18"/>
                  </a:lnTo>
                  <a:lnTo>
                    <a:pt x="3" y="25"/>
                  </a:lnTo>
                  <a:lnTo>
                    <a:pt x="1" y="33"/>
                  </a:lnTo>
                  <a:lnTo>
                    <a:pt x="0" y="41"/>
                  </a:lnTo>
                  <a:lnTo>
                    <a:pt x="1" y="49"/>
                  </a:lnTo>
                  <a:lnTo>
                    <a:pt x="3" y="58"/>
                  </a:lnTo>
                  <a:lnTo>
                    <a:pt x="7" y="64"/>
                  </a:lnTo>
                  <a:lnTo>
                    <a:pt x="13" y="70"/>
                  </a:lnTo>
                  <a:lnTo>
                    <a:pt x="18" y="76"/>
                  </a:lnTo>
                  <a:lnTo>
                    <a:pt x="25" y="79"/>
                  </a:lnTo>
                  <a:lnTo>
                    <a:pt x="33" y="82"/>
                  </a:lnTo>
                  <a:lnTo>
                    <a:pt x="41" y="82"/>
                  </a:lnTo>
                  <a:lnTo>
                    <a:pt x="50" y="82"/>
                  </a:lnTo>
                  <a:lnTo>
                    <a:pt x="58" y="79"/>
                  </a:lnTo>
                  <a:lnTo>
                    <a:pt x="65" y="76"/>
                  </a:lnTo>
                  <a:lnTo>
                    <a:pt x="72" y="70"/>
                  </a:lnTo>
                  <a:lnTo>
                    <a:pt x="76" y="64"/>
                  </a:lnTo>
                  <a:lnTo>
                    <a:pt x="80" y="58"/>
                  </a:lnTo>
                  <a:lnTo>
                    <a:pt x="82" y="49"/>
                  </a:lnTo>
                  <a:lnTo>
                    <a:pt x="83" y="41"/>
                  </a:lnTo>
                  <a:lnTo>
                    <a:pt x="82" y="33"/>
                  </a:lnTo>
                  <a:lnTo>
                    <a:pt x="80" y="25"/>
                  </a:lnTo>
                  <a:lnTo>
                    <a:pt x="76" y="18"/>
                  </a:lnTo>
                  <a:lnTo>
                    <a:pt x="72" y="11"/>
                  </a:lnTo>
                  <a:lnTo>
                    <a:pt x="65" y="7"/>
                  </a:lnTo>
                  <a:lnTo>
                    <a:pt x="58" y="3"/>
                  </a:lnTo>
                  <a:lnTo>
                    <a:pt x="50" y="1"/>
                  </a:lnTo>
                  <a:lnTo>
                    <a:pt x="41" y="0"/>
                  </a:lnTo>
                  <a:close/>
                  <a:moveTo>
                    <a:pt x="41" y="55"/>
                  </a:moveTo>
                  <a:lnTo>
                    <a:pt x="36" y="54"/>
                  </a:lnTo>
                  <a:lnTo>
                    <a:pt x="32" y="51"/>
                  </a:lnTo>
                  <a:lnTo>
                    <a:pt x="29" y="47"/>
                  </a:lnTo>
                  <a:lnTo>
                    <a:pt x="28" y="41"/>
                  </a:lnTo>
                  <a:lnTo>
                    <a:pt x="29" y="36"/>
                  </a:lnTo>
                  <a:lnTo>
                    <a:pt x="32" y="32"/>
                  </a:lnTo>
                  <a:lnTo>
                    <a:pt x="36" y="29"/>
                  </a:lnTo>
                  <a:lnTo>
                    <a:pt x="41" y="27"/>
                  </a:lnTo>
                  <a:lnTo>
                    <a:pt x="47" y="29"/>
                  </a:lnTo>
                  <a:lnTo>
                    <a:pt x="51" y="32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4" y="47"/>
                  </a:lnTo>
                  <a:lnTo>
                    <a:pt x="51" y="51"/>
                  </a:lnTo>
                  <a:lnTo>
                    <a:pt x="47" y="54"/>
                  </a:lnTo>
                  <a:lnTo>
                    <a:pt x="41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4" name="Freeform 152">
              <a:extLst>
                <a:ext uri="{FF2B5EF4-FFF2-40B4-BE49-F238E27FC236}">
                  <a16:creationId xmlns:a16="http://schemas.microsoft.com/office/drawing/2014/main" id="{3E085C9D-D633-4FC6-99F6-99A081FD45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2951" y="1797051"/>
              <a:ext cx="44450" cy="42863"/>
            </a:xfrm>
            <a:custGeom>
              <a:avLst/>
              <a:gdLst>
                <a:gd name="T0" fmla="*/ 42 w 83"/>
                <a:gd name="T1" fmla="*/ 0 h 82"/>
                <a:gd name="T2" fmla="*/ 33 w 83"/>
                <a:gd name="T3" fmla="*/ 1 h 82"/>
                <a:gd name="T4" fmla="*/ 25 w 83"/>
                <a:gd name="T5" fmla="*/ 3 h 82"/>
                <a:gd name="T6" fmla="*/ 18 w 83"/>
                <a:gd name="T7" fmla="*/ 7 h 82"/>
                <a:gd name="T8" fmla="*/ 12 w 83"/>
                <a:gd name="T9" fmla="*/ 11 h 82"/>
                <a:gd name="T10" fmla="*/ 6 w 83"/>
                <a:gd name="T11" fmla="*/ 18 h 82"/>
                <a:gd name="T12" fmla="*/ 3 w 83"/>
                <a:gd name="T13" fmla="*/ 25 h 82"/>
                <a:gd name="T14" fmla="*/ 1 w 83"/>
                <a:gd name="T15" fmla="*/ 33 h 82"/>
                <a:gd name="T16" fmla="*/ 0 w 83"/>
                <a:gd name="T17" fmla="*/ 41 h 82"/>
                <a:gd name="T18" fmla="*/ 1 w 83"/>
                <a:gd name="T19" fmla="*/ 49 h 82"/>
                <a:gd name="T20" fmla="*/ 3 w 83"/>
                <a:gd name="T21" fmla="*/ 58 h 82"/>
                <a:gd name="T22" fmla="*/ 6 w 83"/>
                <a:gd name="T23" fmla="*/ 64 h 82"/>
                <a:gd name="T24" fmla="*/ 12 w 83"/>
                <a:gd name="T25" fmla="*/ 70 h 82"/>
                <a:gd name="T26" fmla="*/ 18 w 83"/>
                <a:gd name="T27" fmla="*/ 76 h 82"/>
                <a:gd name="T28" fmla="*/ 25 w 83"/>
                <a:gd name="T29" fmla="*/ 79 h 82"/>
                <a:gd name="T30" fmla="*/ 33 w 83"/>
                <a:gd name="T31" fmla="*/ 82 h 82"/>
                <a:gd name="T32" fmla="*/ 42 w 83"/>
                <a:gd name="T33" fmla="*/ 82 h 82"/>
                <a:gd name="T34" fmla="*/ 49 w 83"/>
                <a:gd name="T35" fmla="*/ 82 h 82"/>
                <a:gd name="T36" fmla="*/ 58 w 83"/>
                <a:gd name="T37" fmla="*/ 79 h 82"/>
                <a:gd name="T38" fmla="*/ 64 w 83"/>
                <a:gd name="T39" fmla="*/ 76 h 82"/>
                <a:gd name="T40" fmla="*/ 71 w 83"/>
                <a:gd name="T41" fmla="*/ 70 h 82"/>
                <a:gd name="T42" fmla="*/ 76 w 83"/>
                <a:gd name="T43" fmla="*/ 64 h 82"/>
                <a:gd name="T44" fmla="*/ 79 w 83"/>
                <a:gd name="T45" fmla="*/ 58 h 82"/>
                <a:gd name="T46" fmla="*/ 83 w 83"/>
                <a:gd name="T47" fmla="*/ 49 h 82"/>
                <a:gd name="T48" fmla="*/ 83 w 83"/>
                <a:gd name="T49" fmla="*/ 41 h 82"/>
                <a:gd name="T50" fmla="*/ 83 w 83"/>
                <a:gd name="T51" fmla="*/ 33 h 82"/>
                <a:gd name="T52" fmla="*/ 79 w 83"/>
                <a:gd name="T53" fmla="*/ 25 h 82"/>
                <a:gd name="T54" fmla="*/ 76 w 83"/>
                <a:gd name="T55" fmla="*/ 18 h 82"/>
                <a:gd name="T56" fmla="*/ 71 w 83"/>
                <a:gd name="T57" fmla="*/ 11 h 82"/>
                <a:gd name="T58" fmla="*/ 64 w 83"/>
                <a:gd name="T59" fmla="*/ 7 h 82"/>
                <a:gd name="T60" fmla="*/ 58 w 83"/>
                <a:gd name="T61" fmla="*/ 3 h 82"/>
                <a:gd name="T62" fmla="*/ 49 w 83"/>
                <a:gd name="T63" fmla="*/ 1 h 82"/>
                <a:gd name="T64" fmla="*/ 42 w 83"/>
                <a:gd name="T65" fmla="*/ 0 h 82"/>
                <a:gd name="T66" fmla="*/ 42 w 83"/>
                <a:gd name="T67" fmla="*/ 55 h 82"/>
                <a:gd name="T68" fmla="*/ 36 w 83"/>
                <a:gd name="T69" fmla="*/ 54 h 82"/>
                <a:gd name="T70" fmla="*/ 31 w 83"/>
                <a:gd name="T71" fmla="*/ 51 h 82"/>
                <a:gd name="T72" fmla="*/ 29 w 83"/>
                <a:gd name="T73" fmla="*/ 47 h 82"/>
                <a:gd name="T74" fmla="*/ 28 w 83"/>
                <a:gd name="T75" fmla="*/ 41 h 82"/>
                <a:gd name="T76" fmla="*/ 29 w 83"/>
                <a:gd name="T77" fmla="*/ 36 h 82"/>
                <a:gd name="T78" fmla="*/ 31 w 83"/>
                <a:gd name="T79" fmla="*/ 32 h 82"/>
                <a:gd name="T80" fmla="*/ 36 w 83"/>
                <a:gd name="T81" fmla="*/ 29 h 82"/>
                <a:gd name="T82" fmla="*/ 42 w 83"/>
                <a:gd name="T83" fmla="*/ 27 h 82"/>
                <a:gd name="T84" fmla="*/ 47 w 83"/>
                <a:gd name="T85" fmla="*/ 29 h 82"/>
                <a:gd name="T86" fmla="*/ 51 w 83"/>
                <a:gd name="T87" fmla="*/ 32 h 82"/>
                <a:gd name="T88" fmla="*/ 54 w 83"/>
                <a:gd name="T89" fmla="*/ 36 h 82"/>
                <a:gd name="T90" fmla="*/ 55 w 83"/>
                <a:gd name="T91" fmla="*/ 41 h 82"/>
                <a:gd name="T92" fmla="*/ 54 w 83"/>
                <a:gd name="T93" fmla="*/ 47 h 82"/>
                <a:gd name="T94" fmla="*/ 51 w 83"/>
                <a:gd name="T95" fmla="*/ 51 h 82"/>
                <a:gd name="T96" fmla="*/ 47 w 83"/>
                <a:gd name="T97" fmla="*/ 54 h 82"/>
                <a:gd name="T98" fmla="*/ 42 w 83"/>
                <a:gd name="T99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82">
                  <a:moveTo>
                    <a:pt x="42" y="0"/>
                  </a:moveTo>
                  <a:lnTo>
                    <a:pt x="33" y="1"/>
                  </a:lnTo>
                  <a:lnTo>
                    <a:pt x="25" y="3"/>
                  </a:lnTo>
                  <a:lnTo>
                    <a:pt x="18" y="7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5"/>
                  </a:lnTo>
                  <a:lnTo>
                    <a:pt x="1" y="33"/>
                  </a:lnTo>
                  <a:lnTo>
                    <a:pt x="0" y="41"/>
                  </a:lnTo>
                  <a:lnTo>
                    <a:pt x="1" y="49"/>
                  </a:lnTo>
                  <a:lnTo>
                    <a:pt x="3" y="58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6"/>
                  </a:lnTo>
                  <a:lnTo>
                    <a:pt x="25" y="79"/>
                  </a:lnTo>
                  <a:lnTo>
                    <a:pt x="33" y="82"/>
                  </a:lnTo>
                  <a:lnTo>
                    <a:pt x="42" y="82"/>
                  </a:lnTo>
                  <a:lnTo>
                    <a:pt x="49" y="82"/>
                  </a:lnTo>
                  <a:lnTo>
                    <a:pt x="58" y="79"/>
                  </a:lnTo>
                  <a:lnTo>
                    <a:pt x="64" y="76"/>
                  </a:lnTo>
                  <a:lnTo>
                    <a:pt x="71" y="70"/>
                  </a:lnTo>
                  <a:lnTo>
                    <a:pt x="76" y="64"/>
                  </a:lnTo>
                  <a:lnTo>
                    <a:pt x="79" y="58"/>
                  </a:lnTo>
                  <a:lnTo>
                    <a:pt x="83" y="49"/>
                  </a:lnTo>
                  <a:lnTo>
                    <a:pt x="83" y="41"/>
                  </a:lnTo>
                  <a:lnTo>
                    <a:pt x="83" y="33"/>
                  </a:lnTo>
                  <a:lnTo>
                    <a:pt x="79" y="25"/>
                  </a:lnTo>
                  <a:lnTo>
                    <a:pt x="76" y="18"/>
                  </a:lnTo>
                  <a:lnTo>
                    <a:pt x="71" y="11"/>
                  </a:lnTo>
                  <a:lnTo>
                    <a:pt x="64" y="7"/>
                  </a:lnTo>
                  <a:lnTo>
                    <a:pt x="58" y="3"/>
                  </a:lnTo>
                  <a:lnTo>
                    <a:pt x="49" y="1"/>
                  </a:lnTo>
                  <a:lnTo>
                    <a:pt x="42" y="0"/>
                  </a:lnTo>
                  <a:close/>
                  <a:moveTo>
                    <a:pt x="42" y="55"/>
                  </a:moveTo>
                  <a:lnTo>
                    <a:pt x="36" y="54"/>
                  </a:lnTo>
                  <a:lnTo>
                    <a:pt x="31" y="51"/>
                  </a:lnTo>
                  <a:lnTo>
                    <a:pt x="29" y="47"/>
                  </a:lnTo>
                  <a:lnTo>
                    <a:pt x="28" y="41"/>
                  </a:lnTo>
                  <a:lnTo>
                    <a:pt x="29" y="36"/>
                  </a:lnTo>
                  <a:lnTo>
                    <a:pt x="31" y="32"/>
                  </a:lnTo>
                  <a:lnTo>
                    <a:pt x="36" y="29"/>
                  </a:lnTo>
                  <a:lnTo>
                    <a:pt x="42" y="27"/>
                  </a:lnTo>
                  <a:lnTo>
                    <a:pt x="47" y="29"/>
                  </a:lnTo>
                  <a:lnTo>
                    <a:pt x="51" y="32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4" y="47"/>
                  </a:lnTo>
                  <a:lnTo>
                    <a:pt x="51" y="51"/>
                  </a:lnTo>
                  <a:lnTo>
                    <a:pt x="47" y="54"/>
                  </a:lnTo>
                  <a:lnTo>
                    <a:pt x="42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5" name="Freeform 153">
              <a:extLst>
                <a:ext uri="{FF2B5EF4-FFF2-40B4-BE49-F238E27FC236}">
                  <a16:creationId xmlns:a16="http://schemas.microsoft.com/office/drawing/2014/main" id="{2108C9C9-490F-471C-9894-F5C8F25A2C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8513" y="1797051"/>
              <a:ext cx="44450" cy="42863"/>
            </a:xfrm>
            <a:custGeom>
              <a:avLst/>
              <a:gdLst>
                <a:gd name="T0" fmla="*/ 42 w 84"/>
                <a:gd name="T1" fmla="*/ 0 h 82"/>
                <a:gd name="T2" fmla="*/ 33 w 84"/>
                <a:gd name="T3" fmla="*/ 1 h 82"/>
                <a:gd name="T4" fmla="*/ 26 w 84"/>
                <a:gd name="T5" fmla="*/ 3 h 82"/>
                <a:gd name="T6" fmla="*/ 18 w 84"/>
                <a:gd name="T7" fmla="*/ 7 h 82"/>
                <a:gd name="T8" fmla="*/ 12 w 84"/>
                <a:gd name="T9" fmla="*/ 11 h 82"/>
                <a:gd name="T10" fmla="*/ 8 w 84"/>
                <a:gd name="T11" fmla="*/ 18 h 82"/>
                <a:gd name="T12" fmla="*/ 3 w 84"/>
                <a:gd name="T13" fmla="*/ 25 h 82"/>
                <a:gd name="T14" fmla="*/ 1 w 84"/>
                <a:gd name="T15" fmla="*/ 33 h 82"/>
                <a:gd name="T16" fmla="*/ 0 w 84"/>
                <a:gd name="T17" fmla="*/ 41 h 82"/>
                <a:gd name="T18" fmla="*/ 1 w 84"/>
                <a:gd name="T19" fmla="*/ 49 h 82"/>
                <a:gd name="T20" fmla="*/ 3 w 84"/>
                <a:gd name="T21" fmla="*/ 58 h 82"/>
                <a:gd name="T22" fmla="*/ 8 w 84"/>
                <a:gd name="T23" fmla="*/ 64 h 82"/>
                <a:gd name="T24" fmla="*/ 12 w 84"/>
                <a:gd name="T25" fmla="*/ 70 h 82"/>
                <a:gd name="T26" fmla="*/ 18 w 84"/>
                <a:gd name="T27" fmla="*/ 76 h 82"/>
                <a:gd name="T28" fmla="*/ 26 w 84"/>
                <a:gd name="T29" fmla="*/ 79 h 82"/>
                <a:gd name="T30" fmla="*/ 33 w 84"/>
                <a:gd name="T31" fmla="*/ 82 h 82"/>
                <a:gd name="T32" fmla="*/ 42 w 84"/>
                <a:gd name="T33" fmla="*/ 82 h 82"/>
                <a:gd name="T34" fmla="*/ 51 w 84"/>
                <a:gd name="T35" fmla="*/ 82 h 82"/>
                <a:gd name="T36" fmla="*/ 58 w 84"/>
                <a:gd name="T37" fmla="*/ 79 h 82"/>
                <a:gd name="T38" fmla="*/ 66 w 84"/>
                <a:gd name="T39" fmla="*/ 76 h 82"/>
                <a:gd name="T40" fmla="*/ 71 w 84"/>
                <a:gd name="T41" fmla="*/ 70 h 82"/>
                <a:gd name="T42" fmla="*/ 76 w 84"/>
                <a:gd name="T43" fmla="*/ 64 h 82"/>
                <a:gd name="T44" fmla="*/ 81 w 84"/>
                <a:gd name="T45" fmla="*/ 58 h 82"/>
                <a:gd name="T46" fmla="*/ 83 w 84"/>
                <a:gd name="T47" fmla="*/ 49 h 82"/>
                <a:gd name="T48" fmla="*/ 84 w 84"/>
                <a:gd name="T49" fmla="*/ 41 h 82"/>
                <a:gd name="T50" fmla="*/ 83 w 84"/>
                <a:gd name="T51" fmla="*/ 33 h 82"/>
                <a:gd name="T52" fmla="*/ 81 w 84"/>
                <a:gd name="T53" fmla="*/ 25 h 82"/>
                <a:gd name="T54" fmla="*/ 76 w 84"/>
                <a:gd name="T55" fmla="*/ 18 h 82"/>
                <a:gd name="T56" fmla="*/ 71 w 84"/>
                <a:gd name="T57" fmla="*/ 11 h 82"/>
                <a:gd name="T58" fmla="*/ 66 w 84"/>
                <a:gd name="T59" fmla="*/ 7 h 82"/>
                <a:gd name="T60" fmla="*/ 58 w 84"/>
                <a:gd name="T61" fmla="*/ 3 h 82"/>
                <a:gd name="T62" fmla="*/ 51 w 84"/>
                <a:gd name="T63" fmla="*/ 1 h 82"/>
                <a:gd name="T64" fmla="*/ 42 w 84"/>
                <a:gd name="T65" fmla="*/ 0 h 82"/>
                <a:gd name="T66" fmla="*/ 42 w 84"/>
                <a:gd name="T67" fmla="*/ 55 h 82"/>
                <a:gd name="T68" fmla="*/ 37 w 84"/>
                <a:gd name="T69" fmla="*/ 54 h 82"/>
                <a:gd name="T70" fmla="*/ 32 w 84"/>
                <a:gd name="T71" fmla="*/ 51 h 82"/>
                <a:gd name="T72" fmla="*/ 29 w 84"/>
                <a:gd name="T73" fmla="*/ 47 h 82"/>
                <a:gd name="T74" fmla="*/ 28 w 84"/>
                <a:gd name="T75" fmla="*/ 41 h 82"/>
                <a:gd name="T76" fmla="*/ 29 w 84"/>
                <a:gd name="T77" fmla="*/ 36 h 82"/>
                <a:gd name="T78" fmla="*/ 32 w 84"/>
                <a:gd name="T79" fmla="*/ 32 h 82"/>
                <a:gd name="T80" fmla="*/ 37 w 84"/>
                <a:gd name="T81" fmla="*/ 29 h 82"/>
                <a:gd name="T82" fmla="*/ 42 w 84"/>
                <a:gd name="T83" fmla="*/ 27 h 82"/>
                <a:gd name="T84" fmla="*/ 47 w 84"/>
                <a:gd name="T85" fmla="*/ 29 h 82"/>
                <a:gd name="T86" fmla="*/ 52 w 84"/>
                <a:gd name="T87" fmla="*/ 32 h 82"/>
                <a:gd name="T88" fmla="*/ 55 w 84"/>
                <a:gd name="T89" fmla="*/ 36 h 82"/>
                <a:gd name="T90" fmla="*/ 56 w 84"/>
                <a:gd name="T91" fmla="*/ 41 h 82"/>
                <a:gd name="T92" fmla="*/ 55 w 84"/>
                <a:gd name="T93" fmla="*/ 47 h 82"/>
                <a:gd name="T94" fmla="*/ 52 w 84"/>
                <a:gd name="T95" fmla="*/ 51 h 82"/>
                <a:gd name="T96" fmla="*/ 47 w 84"/>
                <a:gd name="T97" fmla="*/ 54 h 82"/>
                <a:gd name="T98" fmla="*/ 42 w 84"/>
                <a:gd name="T99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4" h="82">
                  <a:moveTo>
                    <a:pt x="42" y="0"/>
                  </a:moveTo>
                  <a:lnTo>
                    <a:pt x="33" y="1"/>
                  </a:lnTo>
                  <a:lnTo>
                    <a:pt x="26" y="3"/>
                  </a:lnTo>
                  <a:lnTo>
                    <a:pt x="18" y="7"/>
                  </a:lnTo>
                  <a:lnTo>
                    <a:pt x="12" y="11"/>
                  </a:lnTo>
                  <a:lnTo>
                    <a:pt x="8" y="18"/>
                  </a:lnTo>
                  <a:lnTo>
                    <a:pt x="3" y="25"/>
                  </a:lnTo>
                  <a:lnTo>
                    <a:pt x="1" y="33"/>
                  </a:lnTo>
                  <a:lnTo>
                    <a:pt x="0" y="41"/>
                  </a:lnTo>
                  <a:lnTo>
                    <a:pt x="1" y="49"/>
                  </a:lnTo>
                  <a:lnTo>
                    <a:pt x="3" y="58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6"/>
                  </a:lnTo>
                  <a:lnTo>
                    <a:pt x="26" y="79"/>
                  </a:lnTo>
                  <a:lnTo>
                    <a:pt x="33" y="82"/>
                  </a:lnTo>
                  <a:lnTo>
                    <a:pt x="42" y="82"/>
                  </a:lnTo>
                  <a:lnTo>
                    <a:pt x="51" y="82"/>
                  </a:lnTo>
                  <a:lnTo>
                    <a:pt x="58" y="79"/>
                  </a:lnTo>
                  <a:lnTo>
                    <a:pt x="66" y="76"/>
                  </a:lnTo>
                  <a:lnTo>
                    <a:pt x="71" y="70"/>
                  </a:lnTo>
                  <a:lnTo>
                    <a:pt x="76" y="64"/>
                  </a:lnTo>
                  <a:lnTo>
                    <a:pt x="81" y="58"/>
                  </a:lnTo>
                  <a:lnTo>
                    <a:pt x="83" y="49"/>
                  </a:lnTo>
                  <a:lnTo>
                    <a:pt x="84" y="41"/>
                  </a:lnTo>
                  <a:lnTo>
                    <a:pt x="83" y="33"/>
                  </a:lnTo>
                  <a:lnTo>
                    <a:pt x="81" y="25"/>
                  </a:lnTo>
                  <a:lnTo>
                    <a:pt x="76" y="18"/>
                  </a:lnTo>
                  <a:lnTo>
                    <a:pt x="71" y="11"/>
                  </a:lnTo>
                  <a:lnTo>
                    <a:pt x="66" y="7"/>
                  </a:lnTo>
                  <a:lnTo>
                    <a:pt x="58" y="3"/>
                  </a:lnTo>
                  <a:lnTo>
                    <a:pt x="51" y="1"/>
                  </a:lnTo>
                  <a:lnTo>
                    <a:pt x="42" y="0"/>
                  </a:lnTo>
                  <a:close/>
                  <a:moveTo>
                    <a:pt x="42" y="55"/>
                  </a:moveTo>
                  <a:lnTo>
                    <a:pt x="37" y="54"/>
                  </a:lnTo>
                  <a:lnTo>
                    <a:pt x="32" y="51"/>
                  </a:lnTo>
                  <a:lnTo>
                    <a:pt x="29" y="47"/>
                  </a:lnTo>
                  <a:lnTo>
                    <a:pt x="28" y="41"/>
                  </a:lnTo>
                  <a:lnTo>
                    <a:pt x="29" y="36"/>
                  </a:lnTo>
                  <a:lnTo>
                    <a:pt x="32" y="32"/>
                  </a:lnTo>
                  <a:lnTo>
                    <a:pt x="37" y="29"/>
                  </a:lnTo>
                  <a:lnTo>
                    <a:pt x="42" y="27"/>
                  </a:lnTo>
                  <a:lnTo>
                    <a:pt x="47" y="29"/>
                  </a:lnTo>
                  <a:lnTo>
                    <a:pt x="52" y="32"/>
                  </a:lnTo>
                  <a:lnTo>
                    <a:pt x="55" y="36"/>
                  </a:lnTo>
                  <a:lnTo>
                    <a:pt x="56" y="41"/>
                  </a:lnTo>
                  <a:lnTo>
                    <a:pt x="55" y="47"/>
                  </a:lnTo>
                  <a:lnTo>
                    <a:pt x="52" y="51"/>
                  </a:lnTo>
                  <a:lnTo>
                    <a:pt x="47" y="54"/>
                  </a:lnTo>
                  <a:lnTo>
                    <a:pt x="42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6" name="Freeform 154">
              <a:extLst>
                <a:ext uri="{FF2B5EF4-FFF2-40B4-BE49-F238E27FC236}">
                  <a16:creationId xmlns:a16="http://schemas.microsoft.com/office/drawing/2014/main" id="{745B7ACB-521F-447A-9069-4872F9504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801" y="1879601"/>
              <a:ext cx="296863" cy="115888"/>
            </a:xfrm>
            <a:custGeom>
              <a:avLst/>
              <a:gdLst>
                <a:gd name="T0" fmla="*/ 547 w 561"/>
                <a:gd name="T1" fmla="*/ 0 h 217"/>
                <a:gd name="T2" fmla="*/ 346 w 561"/>
                <a:gd name="T3" fmla="*/ 0 h 217"/>
                <a:gd name="T4" fmla="*/ 341 w 561"/>
                <a:gd name="T5" fmla="*/ 2 h 217"/>
                <a:gd name="T6" fmla="*/ 335 w 561"/>
                <a:gd name="T7" fmla="*/ 5 h 217"/>
                <a:gd name="T8" fmla="*/ 333 w 561"/>
                <a:gd name="T9" fmla="*/ 9 h 217"/>
                <a:gd name="T10" fmla="*/ 332 w 561"/>
                <a:gd name="T11" fmla="*/ 14 h 217"/>
                <a:gd name="T12" fmla="*/ 333 w 561"/>
                <a:gd name="T13" fmla="*/ 20 h 217"/>
                <a:gd name="T14" fmla="*/ 335 w 561"/>
                <a:gd name="T15" fmla="*/ 24 h 217"/>
                <a:gd name="T16" fmla="*/ 341 w 561"/>
                <a:gd name="T17" fmla="*/ 27 h 217"/>
                <a:gd name="T18" fmla="*/ 346 w 561"/>
                <a:gd name="T19" fmla="*/ 28 h 217"/>
                <a:gd name="T20" fmla="*/ 533 w 561"/>
                <a:gd name="T21" fmla="*/ 28 h 217"/>
                <a:gd name="T22" fmla="*/ 533 w 561"/>
                <a:gd name="T23" fmla="*/ 189 h 217"/>
                <a:gd name="T24" fmla="*/ 28 w 561"/>
                <a:gd name="T25" fmla="*/ 189 h 217"/>
                <a:gd name="T26" fmla="*/ 28 w 561"/>
                <a:gd name="T27" fmla="*/ 28 h 217"/>
                <a:gd name="T28" fmla="*/ 216 w 561"/>
                <a:gd name="T29" fmla="*/ 28 h 217"/>
                <a:gd name="T30" fmla="*/ 222 w 561"/>
                <a:gd name="T31" fmla="*/ 27 h 217"/>
                <a:gd name="T32" fmla="*/ 226 w 561"/>
                <a:gd name="T33" fmla="*/ 24 h 217"/>
                <a:gd name="T34" fmla="*/ 229 w 561"/>
                <a:gd name="T35" fmla="*/ 20 h 217"/>
                <a:gd name="T36" fmla="*/ 230 w 561"/>
                <a:gd name="T37" fmla="*/ 14 h 217"/>
                <a:gd name="T38" fmla="*/ 229 w 561"/>
                <a:gd name="T39" fmla="*/ 9 h 217"/>
                <a:gd name="T40" fmla="*/ 226 w 561"/>
                <a:gd name="T41" fmla="*/ 5 h 217"/>
                <a:gd name="T42" fmla="*/ 222 w 561"/>
                <a:gd name="T43" fmla="*/ 2 h 217"/>
                <a:gd name="T44" fmla="*/ 216 w 561"/>
                <a:gd name="T45" fmla="*/ 0 h 217"/>
                <a:gd name="T46" fmla="*/ 14 w 561"/>
                <a:gd name="T47" fmla="*/ 0 h 217"/>
                <a:gd name="T48" fmla="*/ 8 w 561"/>
                <a:gd name="T49" fmla="*/ 2 h 217"/>
                <a:gd name="T50" fmla="*/ 4 w 561"/>
                <a:gd name="T51" fmla="*/ 5 h 217"/>
                <a:gd name="T52" fmla="*/ 1 w 561"/>
                <a:gd name="T53" fmla="*/ 9 h 217"/>
                <a:gd name="T54" fmla="*/ 0 w 561"/>
                <a:gd name="T55" fmla="*/ 14 h 217"/>
                <a:gd name="T56" fmla="*/ 0 w 561"/>
                <a:gd name="T57" fmla="*/ 203 h 217"/>
                <a:gd name="T58" fmla="*/ 1 w 561"/>
                <a:gd name="T59" fmla="*/ 209 h 217"/>
                <a:gd name="T60" fmla="*/ 4 w 561"/>
                <a:gd name="T61" fmla="*/ 213 h 217"/>
                <a:gd name="T62" fmla="*/ 8 w 561"/>
                <a:gd name="T63" fmla="*/ 216 h 217"/>
                <a:gd name="T64" fmla="*/ 14 w 561"/>
                <a:gd name="T65" fmla="*/ 217 h 217"/>
                <a:gd name="T66" fmla="*/ 547 w 561"/>
                <a:gd name="T67" fmla="*/ 217 h 217"/>
                <a:gd name="T68" fmla="*/ 552 w 561"/>
                <a:gd name="T69" fmla="*/ 216 h 217"/>
                <a:gd name="T70" fmla="*/ 556 w 561"/>
                <a:gd name="T71" fmla="*/ 213 h 217"/>
                <a:gd name="T72" fmla="*/ 560 w 561"/>
                <a:gd name="T73" fmla="*/ 209 h 217"/>
                <a:gd name="T74" fmla="*/ 561 w 561"/>
                <a:gd name="T75" fmla="*/ 203 h 217"/>
                <a:gd name="T76" fmla="*/ 561 w 561"/>
                <a:gd name="T77" fmla="*/ 14 h 217"/>
                <a:gd name="T78" fmla="*/ 560 w 561"/>
                <a:gd name="T79" fmla="*/ 9 h 217"/>
                <a:gd name="T80" fmla="*/ 556 w 561"/>
                <a:gd name="T81" fmla="*/ 5 h 217"/>
                <a:gd name="T82" fmla="*/ 552 w 561"/>
                <a:gd name="T83" fmla="*/ 2 h 217"/>
                <a:gd name="T84" fmla="*/ 547 w 561"/>
                <a:gd name="T85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1" h="217">
                  <a:moveTo>
                    <a:pt x="547" y="0"/>
                  </a:moveTo>
                  <a:lnTo>
                    <a:pt x="346" y="0"/>
                  </a:lnTo>
                  <a:lnTo>
                    <a:pt x="341" y="2"/>
                  </a:lnTo>
                  <a:lnTo>
                    <a:pt x="335" y="5"/>
                  </a:lnTo>
                  <a:lnTo>
                    <a:pt x="333" y="9"/>
                  </a:lnTo>
                  <a:lnTo>
                    <a:pt x="332" y="14"/>
                  </a:lnTo>
                  <a:lnTo>
                    <a:pt x="333" y="20"/>
                  </a:lnTo>
                  <a:lnTo>
                    <a:pt x="335" y="24"/>
                  </a:lnTo>
                  <a:lnTo>
                    <a:pt x="341" y="27"/>
                  </a:lnTo>
                  <a:lnTo>
                    <a:pt x="346" y="28"/>
                  </a:lnTo>
                  <a:lnTo>
                    <a:pt x="533" y="28"/>
                  </a:lnTo>
                  <a:lnTo>
                    <a:pt x="533" y="189"/>
                  </a:lnTo>
                  <a:lnTo>
                    <a:pt x="28" y="189"/>
                  </a:lnTo>
                  <a:lnTo>
                    <a:pt x="28" y="28"/>
                  </a:lnTo>
                  <a:lnTo>
                    <a:pt x="216" y="28"/>
                  </a:lnTo>
                  <a:lnTo>
                    <a:pt x="222" y="27"/>
                  </a:lnTo>
                  <a:lnTo>
                    <a:pt x="226" y="24"/>
                  </a:lnTo>
                  <a:lnTo>
                    <a:pt x="229" y="20"/>
                  </a:lnTo>
                  <a:lnTo>
                    <a:pt x="230" y="14"/>
                  </a:lnTo>
                  <a:lnTo>
                    <a:pt x="229" y="9"/>
                  </a:lnTo>
                  <a:lnTo>
                    <a:pt x="226" y="5"/>
                  </a:lnTo>
                  <a:lnTo>
                    <a:pt x="222" y="2"/>
                  </a:lnTo>
                  <a:lnTo>
                    <a:pt x="216" y="0"/>
                  </a:lnTo>
                  <a:lnTo>
                    <a:pt x="14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203"/>
                  </a:lnTo>
                  <a:lnTo>
                    <a:pt x="1" y="209"/>
                  </a:lnTo>
                  <a:lnTo>
                    <a:pt x="4" y="213"/>
                  </a:lnTo>
                  <a:lnTo>
                    <a:pt x="8" y="216"/>
                  </a:lnTo>
                  <a:lnTo>
                    <a:pt x="14" y="217"/>
                  </a:lnTo>
                  <a:lnTo>
                    <a:pt x="547" y="217"/>
                  </a:lnTo>
                  <a:lnTo>
                    <a:pt x="552" y="216"/>
                  </a:lnTo>
                  <a:lnTo>
                    <a:pt x="556" y="213"/>
                  </a:lnTo>
                  <a:lnTo>
                    <a:pt x="560" y="209"/>
                  </a:lnTo>
                  <a:lnTo>
                    <a:pt x="561" y="203"/>
                  </a:lnTo>
                  <a:lnTo>
                    <a:pt x="561" y="14"/>
                  </a:lnTo>
                  <a:lnTo>
                    <a:pt x="560" y="9"/>
                  </a:lnTo>
                  <a:lnTo>
                    <a:pt x="556" y="5"/>
                  </a:lnTo>
                  <a:lnTo>
                    <a:pt x="552" y="2"/>
                  </a:lnTo>
                  <a:lnTo>
                    <a:pt x="5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7" name="Freeform 155">
              <a:extLst>
                <a:ext uri="{FF2B5EF4-FFF2-40B4-BE49-F238E27FC236}">
                  <a16:creationId xmlns:a16="http://schemas.microsoft.com/office/drawing/2014/main" id="{326AE850-67AA-4A79-AE76-3A46ADF26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5801" y="2020888"/>
              <a:ext cx="92075" cy="90488"/>
            </a:xfrm>
            <a:custGeom>
              <a:avLst/>
              <a:gdLst>
                <a:gd name="T0" fmla="*/ 158 w 172"/>
                <a:gd name="T1" fmla="*/ 0 h 171"/>
                <a:gd name="T2" fmla="*/ 14 w 172"/>
                <a:gd name="T3" fmla="*/ 0 h 171"/>
                <a:gd name="T4" fmla="*/ 8 w 172"/>
                <a:gd name="T5" fmla="*/ 1 h 171"/>
                <a:gd name="T6" fmla="*/ 4 w 172"/>
                <a:gd name="T7" fmla="*/ 4 h 171"/>
                <a:gd name="T8" fmla="*/ 1 w 172"/>
                <a:gd name="T9" fmla="*/ 8 h 171"/>
                <a:gd name="T10" fmla="*/ 0 w 172"/>
                <a:gd name="T11" fmla="*/ 14 h 171"/>
                <a:gd name="T12" fmla="*/ 0 w 172"/>
                <a:gd name="T13" fmla="*/ 158 h 171"/>
                <a:gd name="T14" fmla="*/ 1 w 172"/>
                <a:gd name="T15" fmla="*/ 163 h 171"/>
                <a:gd name="T16" fmla="*/ 4 w 172"/>
                <a:gd name="T17" fmla="*/ 167 h 171"/>
                <a:gd name="T18" fmla="*/ 8 w 172"/>
                <a:gd name="T19" fmla="*/ 170 h 171"/>
                <a:gd name="T20" fmla="*/ 14 w 172"/>
                <a:gd name="T21" fmla="*/ 171 h 171"/>
                <a:gd name="T22" fmla="*/ 158 w 172"/>
                <a:gd name="T23" fmla="*/ 171 h 171"/>
                <a:gd name="T24" fmla="*/ 164 w 172"/>
                <a:gd name="T25" fmla="*/ 170 h 171"/>
                <a:gd name="T26" fmla="*/ 168 w 172"/>
                <a:gd name="T27" fmla="*/ 167 h 171"/>
                <a:gd name="T28" fmla="*/ 171 w 172"/>
                <a:gd name="T29" fmla="*/ 163 h 171"/>
                <a:gd name="T30" fmla="*/ 172 w 172"/>
                <a:gd name="T31" fmla="*/ 158 h 171"/>
                <a:gd name="T32" fmla="*/ 172 w 172"/>
                <a:gd name="T33" fmla="*/ 14 h 171"/>
                <a:gd name="T34" fmla="*/ 171 w 172"/>
                <a:gd name="T35" fmla="*/ 8 h 171"/>
                <a:gd name="T36" fmla="*/ 168 w 172"/>
                <a:gd name="T37" fmla="*/ 4 h 171"/>
                <a:gd name="T38" fmla="*/ 164 w 172"/>
                <a:gd name="T39" fmla="*/ 1 h 171"/>
                <a:gd name="T40" fmla="*/ 158 w 172"/>
                <a:gd name="T41" fmla="*/ 0 h 171"/>
                <a:gd name="T42" fmla="*/ 144 w 172"/>
                <a:gd name="T43" fmla="*/ 144 h 171"/>
                <a:gd name="T44" fmla="*/ 28 w 172"/>
                <a:gd name="T45" fmla="*/ 144 h 171"/>
                <a:gd name="T46" fmla="*/ 28 w 172"/>
                <a:gd name="T47" fmla="*/ 28 h 171"/>
                <a:gd name="T48" fmla="*/ 144 w 172"/>
                <a:gd name="T49" fmla="*/ 28 h 171"/>
                <a:gd name="T50" fmla="*/ 144 w 172"/>
                <a:gd name="T51" fmla="*/ 14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2" h="171">
                  <a:moveTo>
                    <a:pt x="158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8"/>
                  </a:lnTo>
                  <a:lnTo>
                    <a:pt x="1" y="163"/>
                  </a:lnTo>
                  <a:lnTo>
                    <a:pt x="4" y="167"/>
                  </a:lnTo>
                  <a:lnTo>
                    <a:pt x="8" y="170"/>
                  </a:lnTo>
                  <a:lnTo>
                    <a:pt x="14" y="171"/>
                  </a:lnTo>
                  <a:lnTo>
                    <a:pt x="158" y="171"/>
                  </a:lnTo>
                  <a:lnTo>
                    <a:pt x="164" y="170"/>
                  </a:lnTo>
                  <a:lnTo>
                    <a:pt x="168" y="167"/>
                  </a:lnTo>
                  <a:lnTo>
                    <a:pt x="171" y="163"/>
                  </a:lnTo>
                  <a:lnTo>
                    <a:pt x="172" y="158"/>
                  </a:lnTo>
                  <a:lnTo>
                    <a:pt x="172" y="14"/>
                  </a:lnTo>
                  <a:lnTo>
                    <a:pt x="171" y="8"/>
                  </a:lnTo>
                  <a:lnTo>
                    <a:pt x="168" y="4"/>
                  </a:lnTo>
                  <a:lnTo>
                    <a:pt x="164" y="1"/>
                  </a:lnTo>
                  <a:lnTo>
                    <a:pt x="158" y="0"/>
                  </a:lnTo>
                  <a:close/>
                  <a:moveTo>
                    <a:pt x="144" y="144"/>
                  </a:moveTo>
                  <a:lnTo>
                    <a:pt x="28" y="144"/>
                  </a:lnTo>
                  <a:lnTo>
                    <a:pt x="28" y="28"/>
                  </a:lnTo>
                  <a:lnTo>
                    <a:pt x="144" y="28"/>
                  </a:lnTo>
                  <a:lnTo>
                    <a:pt x="144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8" name="Freeform 156">
              <a:extLst>
                <a:ext uri="{FF2B5EF4-FFF2-40B4-BE49-F238E27FC236}">
                  <a16:creationId xmlns:a16="http://schemas.microsoft.com/office/drawing/2014/main" id="{274766E0-98D2-4F9C-8716-411D1D60D5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8988" y="2020888"/>
              <a:ext cx="92075" cy="90488"/>
            </a:xfrm>
            <a:custGeom>
              <a:avLst/>
              <a:gdLst>
                <a:gd name="T0" fmla="*/ 158 w 172"/>
                <a:gd name="T1" fmla="*/ 0 h 171"/>
                <a:gd name="T2" fmla="*/ 13 w 172"/>
                <a:gd name="T3" fmla="*/ 0 h 171"/>
                <a:gd name="T4" fmla="*/ 7 w 172"/>
                <a:gd name="T5" fmla="*/ 1 h 171"/>
                <a:gd name="T6" fmla="*/ 3 w 172"/>
                <a:gd name="T7" fmla="*/ 4 h 171"/>
                <a:gd name="T8" fmla="*/ 1 w 172"/>
                <a:gd name="T9" fmla="*/ 8 h 171"/>
                <a:gd name="T10" fmla="*/ 0 w 172"/>
                <a:gd name="T11" fmla="*/ 14 h 171"/>
                <a:gd name="T12" fmla="*/ 0 w 172"/>
                <a:gd name="T13" fmla="*/ 158 h 171"/>
                <a:gd name="T14" fmla="*/ 1 w 172"/>
                <a:gd name="T15" fmla="*/ 163 h 171"/>
                <a:gd name="T16" fmla="*/ 3 w 172"/>
                <a:gd name="T17" fmla="*/ 167 h 171"/>
                <a:gd name="T18" fmla="*/ 7 w 172"/>
                <a:gd name="T19" fmla="*/ 170 h 171"/>
                <a:gd name="T20" fmla="*/ 13 w 172"/>
                <a:gd name="T21" fmla="*/ 171 h 171"/>
                <a:gd name="T22" fmla="*/ 158 w 172"/>
                <a:gd name="T23" fmla="*/ 171 h 171"/>
                <a:gd name="T24" fmla="*/ 163 w 172"/>
                <a:gd name="T25" fmla="*/ 170 h 171"/>
                <a:gd name="T26" fmla="*/ 167 w 172"/>
                <a:gd name="T27" fmla="*/ 167 h 171"/>
                <a:gd name="T28" fmla="*/ 170 w 172"/>
                <a:gd name="T29" fmla="*/ 163 h 171"/>
                <a:gd name="T30" fmla="*/ 172 w 172"/>
                <a:gd name="T31" fmla="*/ 158 h 171"/>
                <a:gd name="T32" fmla="*/ 172 w 172"/>
                <a:gd name="T33" fmla="*/ 14 h 171"/>
                <a:gd name="T34" fmla="*/ 170 w 172"/>
                <a:gd name="T35" fmla="*/ 8 h 171"/>
                <a:gd name="T36" fmla="*/ 167 w 172"/>
                <a:gd name="T37" fmla="*/ 4 h 171"/>
                <a:gd name="T38" fmla="*/ 163 w 172"/>
                <a:gd name="T39" fmla="*/ 1 h 171"/>
                <a:gd name="T40" fmla="*/ 158 w 172"/>
                <a:gd name="T41" fmla="*/ 0 h 171"/>
                <a:gd name="T42" fmla="*/ 144 w 172"/>
                <a:gd name="T43" fmla="*/ 144 h 171"/>
                <a:gd name="T44" fmla="*/ 27 w 172"/>
                <a:gd name="T45" fmla="*/ 144 h 171"/>
                <a:gd name="T46" fmla="*/ 27 w 172"/>
                <a:gd name="T47" fmla="*/ 28 h 171"/>
                <a:gd name="T48" fmla="*/ 144 w 172"/>
                <a:gd name="T49" fmla="*/ 28 h 171"/>
                <a:gd name="T50" fmla="*/ 144 w 172"/>
                <a:gd name="T51" fmla="*/ 14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2" h="171">
                  <a:moveTo>
                    <a:pt x="158" y="0"/>
                  </a:moveTo>
                  <a:lnTo>
                    <a:pt x="13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8"/>
                  </a:lnTo>
                  <a:lnTo>
                    <a:pt x="1" y="163"/>
                  </a:lnTo>
                  <a:lnTo>
                    <a:pt x="3" y="167"/>
                  </a:lnTo>
                  <a:lnTo>
                    <a:pt x="7" y="170"/>
                  </a:lnTo>
                  <a:lnTo>
                    <a:pt x="13" y="171"/>
                  </a:lnTo>
                  <a:lnTo>
                    <a:pt x="158" y="171"/>
                  </a:lnTo>
                  <a:lnTo>
                    <a:pt x="163" y="170"/>
                  </a:lnTo>
                  <a:lnTo>
                    <a:pt x="167" y="167"/>
                  </a:lnTo>
                  <a:lnTo>
                    <a:pt x="170" y="163"/>
                  </a:lnTo>
                  <a:lnTo>
                    <a:pt x="172" y="158"/>
                  </a:lnTo>
                  <a:lnTo>
                    <a:pt x="172" y="14"/>
                  </a:lnTo>
                  <a:lnTo>
                    <a:pt x="170" y="8"/>
                  </a:lnTo>
                  <a:lnTo>
                    <a:pt x="167" y="4"/>
                  </a:lnTo>
                  <a:lnTo>
                    <a:pt x="163" y="1"/>
                  </a:lnTo>
                  <a:lnTo>
                    <a:pt x="158" y="0"/>
                  </a:lnTo>
                  <a:close/>
                  <a:moveTo>
                    <a:pt x="144" y="144"/>
                  </a:moveTo>
                  <a:lnTo>
                    <a:pt x="27" y="144"/>
                  </a:lnTo>
                  <a:lnTo>
                    <a:pt x="27" y="28"/>
                  </a:lnTo>
                  <a:lnTo>
                    <a:pt x="144" y="28"/>
                  </a:lnTo>
                  <a:lnTo>
                    <a:pt x="144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9" name="Freeform 157">
              <a:extLst>
                <a:ext uri="{FF2B5EF4-FFF2-40B4-BE49-F238E27FC236}">
                  <a16:creationId xmlns:a16="http://schemas.microsoft.com/office/drawing/2014/main" id="{225FB275-096D-4EAC-B08B-2071A17570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2176" y="2020888"/>
              <a:ext cx="90488" cy="90488"/>
            </a:xfrm>
            <a:custGeom>
              <a:avLst/>
              <a:gdLst>
                <a:gd name="T0" fmla="*/ 158 w 172"/>
                <a:gd name="T1" fmla="*/ 0 h 171"/>
                <a:gd name="T2" fmla="*/ 14 w 172"/>
                <a:gd name="T3" fmla="*/ 0 h 171"/>
                <a:gd name="T4" fmla="*/ 9 w 172"/>
                <a:gd name="T5" fmla="*/ 1 h 171"/>
                <a:gd name="T6" fmla="*/ 3 w 172"/>
                <a:gd name="T7" fmla="*/ 4 h 171"/>
                <a:gd name="T8" fmla="*/ 1 w 172"/>
                <a:gd name="T9" fmla="*/ 8 h 171"/>
                <a:gd name="T10" fmla="*/ 0 w 172"/>
                <a:gd name="T11" fmla="*/ 14 h 171"/>
                <a:gd name="T12" fmla="*/ 0 w 172"/>
                <a:gd name="T13" fmla="*/ 158 h 171"/>
                <a:gd name="T14" fmla="*/ 1 w 172"/>
                <a:gd name="T15" fmla="*/ 163 h 171"/>
                <a:gd name="T16" fmla="*/ 3 w 172"/>
                <a:gd name="T17" fmla="*/ 167 h 171"/>
                <a:gd name="T18" fmla="*/ 9 w 172"/>
                <a:gd name="T19" fmla="*/ 170 h 171"/>
                <a:gd name="T20" fmla="*/ 14 w 172"/>
                <a:gd name="T21" fmla="*/ 171 h 171"/>
                <a:gd name="T22" fmla="*/ 158 w 172"/>
                <a:gd name="T23" fmla="*/ 171 h 171"/>
                <a:gd name="T24" fmla="*/ 163 w 172"/>
                <a:gd name="T25" fmla="*/ 170 h 171"/>
                <a:gd name="T26" fmla="*/ 167 w 172"/>
                <a:gd name="T27" fmla="*/ 167 h 171"/>
                <a:gd name="T28" fmla="*/ 171 w 172"/>
                <a:gd name="T29" fmla="*/ 163 h 171"/>
                <a:gd name="T30" fmla="*/ 172 w 172"/>
                <a:gd name="T31" fmla="*/ 158 h 171"/>
                <a:gd name="T32" fmla="*/ 172 w 172"/>
                <a:gd name="T33" fmla="*/ 14 h 171"/>
                <a:gd name="T34" fmla="*/ 171 w 172"/>
                <a:gd name="T35" fmla="*/ 8 h 171"/>
                <a:gd name="T36" fmla="*/ 167 w 172"/>
                <a:gd name="T37" fmla="*/ 4 h 171"/>
                <a:gd name="T38" fmla="*/ 163 w 172"/>
                <a:gd name="T39" fmla="*/ 1 h 171"/>
                <a:gd name="T40" fmla="*/ 158 w 172"/>
                <a:gd name="T41" fmla="*/ 0 h 171"/>
                <a:gd name="T42" fmla="*/ 144 w 172"/>
                <a:gd name="T43" fmla="*/ 144 h 171"/>
                <a:gd name="T44" fmla="*/ 28 w 172"/>
                <a:gd name="T45" fmla="*/ 144 h 171"/>
                <a:gd name="T46" fmla="*/ 28 w 172"/>
                <a:gd name="T47" fmla="*/ 28 h 171"/>
                <a:gd name="T48" fmla="*/ 144 w 172"/>
                <a:gd name="T49" fmla="*/ 28 h 171"/>
                <a:gd name="T50" fmla="*/ 144 w 172"/>
                <a:gd name="T51" fmla="*/ 14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2" h="171">
                  <a:moveTo>
                    <a:pt x="15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8"/>
                  </a:lnTo>
                  <a:lnTo>
                    <a:pt x="1" y="163"/>
                  </a:lnTo>
                  <a:lnTo>
                    <a:pt x="3" y="167"/>
                  </a:lnTo>
                  <a:lnTo>
                    <a:pt x="9" y="170"/>
                  </a:lnTo>
                  <a:lnTo>
                    <a:pt x="14" y="171"/>
                  </a:lnTo>
                  <a:lnTo>
                    <a:pt x="158" y="171"/>
                  </a:lnTo>
                  <a:lnTo>
                    <a:pt x="163" y="170"/>
                  </a:lnTo>
                  <a:lnTo>
                    <a:pt x="167" y="167"/>
                  </a:lnTo>
                  <a:lnTo>
                    <a:pt x="171" y="163"/>
                  </a:lnTo>
                  <a:lnTo>
                    <a:pt x="172" y="158"/>
                  </a:lnTo>
                  <a:lnTo>
                    <a:pt x="172" y="14"/>
                  </a:lnTo>
                  <a:lnTo>
                    <a:pt x="171" y="8"/>
                  </a:lnTo>
                  <a:lnTo>
                    <a:pt x="167" y="4"/>
                  </a:lnTo>
                  <a:lnTo>
                    <a:pt x="163" y="1"/>
                  </a:lnTo>
                  <a:lnTo>
                    <a:pt x="158" y="0"/>
                  </a:lnTo>
                  <a:close/>
                  <a:moveTo>
                    <a:pt x="144" y="144"/>
                  </a:moveTo>
                  <a:lnTo>
                    <a:pt x="28" y="144"/>
                  </a:lnTo>
                  <a:lnTo>
                    <a:pt x="28" y="28"/>
                  </a:lnTo>
                  <a:lnTo>
                    <a:pt x="144" y="28"/>
                  </a:lnTo>
                  <a:lnTo>
                    <a:pt x="144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0" name="Freeform 158">
              <a:extLst>
                <a:ext uri="{FF2B5EF4-FFF2-40B4-BE49-F238E27FC236}">
                  <a16:creationId xmlns:a16="http://schemas.microsoft.com/office/drawing/2014/main" id="{09A12E4A-507D-4A94-A734-56462388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76" y="184626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1" name="Freeform 159">
              <a:extLst>
                <a:ext uri="{FF2B5EF4-FFF2-40B4-BE49-F238E27FC236}">
                  <a16:creationId xmlns:a16="http://schemas.microsoft.com/office/drawing/2014/main" id="{80EAB32B-4330-4A68-BD94-538E1CCA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6" y="1879601"/>
              <a:ext cx="14288" cy="15875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57BE42A-3F1B-4C77-B521-1DDF21BCFD6F}"/>
              </a:ext>
            </a:extLst>
          </p:cNvPr>
          <p:cNvGrpSpPr/>
          <p:nvPr/>
        </p:nvGrpSpPr>
        <p:grpSpPr>
          <a:xfrm>
            <a:off x="4456113" y="1058863"/>
            <a:ext cx="376238" cy="344488"/>
            <a:chOff x="4456113" y="1058863"/>
            <a:chExt cx="376238" cy="344488"/>
          </a:xfrm>
          <a:solidFill>
            <a:schemeClr val="bg1"/>
          </a:solidFill>
        </p:grpSpPr>
        <p:sp>
          <p:nvSpPr>
            <p:cNvPr id="432" name="Freeform 160">
              <a:extLst>
                <a:ext uri="{FF2B5EF4-FFF2-40B4-BE49-F238E27FC236}">
                  <a16:creationId xmlns:a16="http://schemas.microsoft.com/office/drawing/2014/main" id="{9F48277D-32F3-4CD0-8130-FF22E8AF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1247776"/>
              <a:ext cx="147638" cy="14288"/>
            </a:xfrm>
            <a:custGeom>
              <a:avLst/>
              <a:gdLst>
                <a:gd name="T0" fmla="*/ 265 w 279"/>
                <a:gd name="T1" fmla="*/ 0 h 28"/>
                <a:gd name="T2" fmla="*/ 14 w 279"/>
                <a:gd name="T3" fmla="*/ 0 h 28"/>
                <a:gd name="T4" fmla="*/ 9 w 279"/>
                <a:gd name="T5" fmla="*/ 2 h 28"/>
                <a:gd name="T6" fmla="*/ 3 w 279"/>
                <a:gd name="T7" fmla="*/ 5 h 28"/>
                <a:gd name="T8" fmla="*/ 1 w 279"/>
                <a:gd name="T9" fmla="*/ 9 h 28"/>
                <a:gd name="T10" fmla="*/ 0 w 279"/>
                <a:gd name="T11" fmla="*/ 14 h 28"/>
                <a:gd name="T12" fmla="*/ 1 w 279"/>
                <a:gd name="T13" fmla="*/ 20 h 28"/>
                <a:gd name="T14" fmla="*/ 3 w 279"/>
                <a:gd name="T15" fmla="*/ 24 h 28"/>
                <a:gd name="T16" fmla="*/ 9 w 279"/>
                <a:gd name="T17" fmla="*/ 27 h 28"/>
                <a:gd name="T18" fmla="*/ 14 w 279"/>
                <a:gd name="T19" fmla="*/ 28 h 28"/>
                <a:gd name="T20" fmla="*/ 265 w 279"/>
                <a:gd name="T21" fmla="*/ 28 h 28"/>
                <a:gd name="T22" fmla="*/ 271 w 279"/>
                <a:gd name="T23" fmla="*/ 27 h 28"/>
                <a:gd name="T24" fmla="*/ 275 w 279"/>
                <a:gd name="T25" fmla="*/ 24 h 28"/>
                <a:gd name="T26" fmla="*/ 278 w 279"/>
                <a:gd name="T27" fmla="*/ 20 h 28"/>
                <a:gd name="T28" fmla="*/ 279 w 279"/>
                <a:gd name="T29" fmla="*/ 14 h 28"/>
                <a:gd name="T30" fmla="*/ 278 w 279"/>
                <a:gd name="T31" fmla="*/ 9 h 28"/>
                <a:gd name="T32" fmla="*/ 275 w 279"/>
                <a:gd name="T33" fmla="*/ 5 h 28"/>
                <a:gd name="T34" fmla="*/ 271 w 279"/>
                <a:gd name="T35" fmla="*/ 2 h 28"/>
                <a:gd name="T36" fmla="*/ 265 w 279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9" h="28">
                  <a:moveTo>
                    <a:pt x="265" y="0"/>
                  </a:moveTo>
                  <a:lnTo>
                    <a:pt x="14" y="0"/>
                  </a:lnTo>
                  <a:lnTo>
                    <a:pt x="9" y="2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65" y="28"/>
                  </a:lnTo>
                  <a:lnTo>
                    <a:pt x="271" y="27"/>
                  </a:lnTo>
                  <a:lnTo>
                    <a:pt x="275" y="24"/>
                  </a:lnTo>
                  <a:lnTo>
                    <a:pt x="278" y="20"/>
                  </a:lnTo>
                  <a:lnTo>
                    <a:pt x="279" y="14"/>
                  </a:lnTo>
                  <a:lnTo>
                    <a:pt x="278" y="9"/>
                  </a:lnTo>
                  <a:lnTo>
                    <a:pt x="275" y="5"/>
                  </a:lnTo>
                  <a:lnTo>
                    <a:pt x="271" y="2"/>
                  </a:lnTo>
                  <a:lnTo>
                    <a:pt x="2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3" name="Freeform 161">
              <a:extLst>
                <a:ext uri="{FF2B5EF4-FFF2-40B4-BE49-F238E27FC236}">
                  <a16:creationId xmlns:a16="http://schemas.microsoft.com/office/drawing/2014/main" id="{9299E6D1-6A9D-4B54-95F8-083D6744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1282701"/>
              <a:ext cx="117475" cy="14288"/>
            </a:xfrm>
            <a:custGeom>
              <a:avLst/>
              <a:gdLst>
                <a:gd name="T0" fmla="*/ 208 w 222"/>
                <a:gd name="T1" fmla="*/ 0 h 28"/>
                <a:gd name="T2" fmla="*/ 14 w 222"/>
                <a:gd name="T3" fmla="*/ 0 h 28"/>
                <a:gd name="T4" fmla="*/ 9 w 222"/>
                <a:gd name="T5" fmla="*/ 1 h 28"/>
                <a:gd name="T6" fmla="*/ 3 w 222"/>
                <a:gd name="T7" fmla="*/ 4 h 28"/>
                <a:gd name="T8" fmla="*/ 1 w 222"/>
                <a:gd name="T9" fmla="*/ 9 h 28"/>
                <a:gd name="T10" fmla="*/ 0 w 222"/>
                <a:gd name="T11" fmla="*/ 14 h 28"/>
                <a:gd name="T12" fmla="*/ 1 w 222"/>
                <a:gd name="T13" fmla="*/ 19 h 28"/>
                <a:gd name="T14" fmla="*/ 3 w 222"/>
                <a:gd name="T15" fmla="*/ 24 h 28"/>
                <a:gd name="T16" fmla="*/ 9 w 222"/>
                <a:gd name="T17" fmla="*/ 27 h 28"/>
                <a:gd name="T18" fmla="*/ 14 w 222"/>
                <a:gd name="T19" fmla="*/ 28 h 28"/>
                <a:gd name="T20" fmla="*/ 208 w 222"/>
                <a:gd name="T21" fmla="*/ 28 h 28"/>
                <a:gd name="T22" fmla="*/ 214 w 222"/>
                <a:gd name="T23" fmla="*/ 27 h 28"/>
                <a:gd name="T24" fmla="*/ 218 w 222"/>
                <a:gd name="T25" fmla="*/ 24 h 28"/>
                <a:gd name="T26" fmla="*/ 221 w 222"/>
                <a:gd name="T27" fmla="*/ 19 h 28"/>
                <a:gd name="T28" fmla="*/ 222 w 222"/>
                <a:gd name="T29" fmla="*/ 14 h 28"/>
                <a:gd name="T30" fmla="*/ 221 w 222"/>
                <a:gd name="T31" fmla="*/ 9 h 28"/>
                <a:gd name="T32" fmla="*/ 218 w 222"/>
                <a:gd name="T33" fmla="*/ 4 h 28"/>
                <a:gd name="T34" fmla="*/ 214 w 222"/>
                <a:gd name="T35" fmla="*/ 1 h 28"/>
                <a:gd name="T36" fmla="*/ 208 w 22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2" h="28">
                  <a:moveTo>
                    <a:pt x="20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8" y="28"/>
                  </a:lnTo>
                  <a:lnTo>
                    <a:pt x="214" y="27"/>
                  </a:lnTo>
                  <a:lnTo>
                    <a:pt x="218" y="24"/>
                  </a:lnTo>
                  <a:lnTo>
                    <a:pt x="221" y="19"/>
                  </a:lnTo>
                  <a:lnTo>
                    <a:pt x="222" y="14"/>
                  </a:lnTo>
                  <a:lnTo>
                    <a:pt x="221" y="9"/>
                  </a:lnTo>
                  <a:lnTo>
                    <a:pt x="218" y="4"/>
                  </a:lnTo>
                  <a:lnTo>
                    <a:pt x="214" y="1"/>
                  </a:lnTo>
                  <a:lnTo>
                    <a:pt x="20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4" name="Freeform 162">
              <a:extLst>
                <a:ext uri="{FF2B5EF4-FFF2-40B4-BE49-F238E27FC236}">
                  <a16:creationId xmlns:a16="http://schemas.microsoft.com/office/drawing/2014/main" id="{B7CB6B3D-C7A1-4BAD-8B5F-7E24D1943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763" y="1282701"/>
              <a:ext cx="14288" cy="14288"/>
            </a:xfrm>
            <a:custGeom>
              <a:avLst/>
              <a:gdLst>
                <a:gd name="T0" fmla="*/ 14 w 28"/>
                <a:gd name="T1" fmla="*/ 0 h 28"/>
                <a:gd name="T2" fmla="*/ 14 w 28"/>
                <a:gd name="T3" fmla="*/ 0 h 28"/>
                <a:gd name="T4" fmla="*/ 9 w 28"/>
                <a:gd name="T5" fmla="*/ 1 h 28"/>
                <a:gd name="T6" fmla="*/ 5 w 28"/>
                <a:gd name="T7" fmla="*/ 4 h 28"/>
                <a:gd name="T8" fmla="*/ 1 w 28"/>
                <a:gd name="T9" fmla="*/ 9 h 28"/>
                <a:gd name="T10" fmla="*/ 0 w 28"/>
                <a:gd name="T11" fmla="*/ 14 h 28"/>
                <a:gd name="T12" fmla="*/ 1 w 28"/>
                <a:gd name="T13" fmla="*/ 19 h 28"/>
                <a:gd name="T14" fmla="*/ 5 w 28"/>
                <a:gd name="T15" fmla="*/ 24 h 28"/>
                <a:gd name="T16" fmla="*/ 9 w 28"/>
                <a:gd name="T17" fmla="*/ 27 h 28"/>
                <a:gd name="T18" fmla="*/ 14 w 28"/>
                <a:gd name="T19" fmla="*/ 28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  <a:gd name="T34" fmla="*/ 20 w 28"/>
                <a:gd name="T35" fmla="*/ 1 h 28"/>
                <a:gd name="T36" fmla="*/ 14 w 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5" name="Freeform 163">
              <a:extLst>
                <a:ext uri="{FF2B5EF4-FFF2-40B4-BE49-F238E27FC236}">
                  <a16:creationId xmlns:a16="http://schemas.microsoft.com/office/drawing/2014/main" id="{0E823A08-3C72-4434-B1F0-02C0CEA1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1211263"/>
              <a:ext cx="14288" cy="14288"/>
            </a:xfrm>
            <a:custGeom>
              <a:avLst/>
              <a:gdLst>
                <a:gd name="T0" fmla="*/ 14 w 28"/>
                <a:gd name="T1" fmla="*/ 0 h 28"/>
                <a:gd name="T2" fmla="*/ 14 w 28"/>
                <a:gd name="T3" fmla="*/ 0 h 28"/>
                <a:gd name="T4" fmla="*/ 8 w 28"/>
                <a:gd name="T5" fmla="*/ 1 h 28"/>
                <a:gd name="T6" fmla="*/ 4 w 28"/>
                <a:gd name="T7" fmla="*/ 4 h 28"/>
                <a:gd name="T8" fmla="*/ 1 w 28"/>
                <a:gd name="T9" fmla="*/ 8 h 28"/>
                <a:gd name="T10" fmla="*/ 0 w 28"/>
                <a:gd name="T11" fmla="*/ 14 h 28"/>
                <a:gd name="T12" fmla="*/ 1 w 28"/>
                <a:gd name="T13" fmla="*/ 19 h 28"/>
                <a:gd name="T14" fmla="*/ 4 w 28"/>
                <a:gd name="T15" fmla="*/ 23 h 28"/>
                <a:gd name="T16" fmla="*/ 8 w 28"/>
                <a:gd name="T17" fmla="*/ 27 h 28"/>
                <a:gd name="T18" fmla="*/ 14 w 28"/>
                <a:gd name="T19" fmla="*/ 28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6 w 28"/>
                <a:gd name="T27" fmla="*/ 19 h 28"/>
                <a:gd name="T28" fmla="*/ 28 w 28"/>
                <a:gd name="T29" fmla="*/ 14 h 28"/>
                <a:gd name="T30" fmla="*/ 26 w 28"/>
                <a:gd name="T31" fmla="*/ 8 h 28"/>
                <a:gd name="T32" fmla="*/ 23 w 28"/>
                <a:gd name="T33" fmla="*/ 4 h 28"/>
                <a:gd name="T34" fmla="*/ 19 w 28"/>
                <a:gd name="T35" fmla="*/ 1 h 28"/>
                <a:gd name="T36" fmla="*/ 14 w 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8" y="14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6" name="Freeform 164">
              <a:extLst>
                <a:ext uri="{FF2B5EF4-FFF2-40B4-BE49-F238E27FC236}">
                  <a16:creationId xmlns:a16="http://schemas.microsoft.com/office/drawing/2014/main" id="{B97984D2-97F7-4E2A-9573-9ADBC17F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1211263"/>
              <a:ext cx="231775" cy="122238"/>
            </a:xfrm>
            <a:custGeom>
              <a:avLst/>
              <a:gdLst>
                <a:gd name="T0" fmla="*/ 264 w 439"/>
                <a:gd name="T1" fmla="*/ 0 h 233"/>
                <a:gd name="T2" fmla="*/ 254 w 439"/>
                <a:gd name="T3" fmla="*/ 4 h 233"/>
                <a:gd name="T4" fmla="*/ 250 w 439"/>
                <a:gd name="T5" fmla="*/ 14 h 233"/>
                <a:gd name="T6" fmla="*/ 254 w 439"/>
                <a:gd name="T7" fmla="*/ 23 h 233"/>
                <a:gd name="T8" fmla="*/ 264 w 439"/>
                <a:gd name="T9" fmla="*/ 28 h 233"/>
                <a:gd name="T10" fmla="*/ 396 w 439"/>
                <a:gd name="T11" fmla="*/ 28 h 233"/>
                <a:gd name="T12" fmla="*/ 402 w 439"/>
                <a:gd name="T13" fmla="*/ 31 h 233"/>
                <a:gd name="T14" fmla="*/ 407 w 439"/>
                <a:gd name="T15" fmla="*/ 36 h 233"/>
                <a:gd name="T16" fmla="*/ 411 w 439"/>
                <a:gd name="T17" fmla="*/ 43 h 233"/>
                <a:gd name="T18" fmla="*/ 411 w 439"/>
                <a:gd name="T19" fmla="*/ 185 h 233"/>
                <a:gd name="T20" fmla="*/ 410 w 439"/>
                <a:gd name="T21" fmla="*/ 194 h 233"/>
                <a:gd name="T22" fmla="*/ 405 w 439"/>
                <a:gd name="T23" fmla="*/ 199 h 233"/>
                <a:gd name="T24" fmla="*/ 399 w 439"/>
                <a:gd name="T25" fmla="*/ 204 h 233"/>
                <a:gd name="T26" fmla="*/ 391 w 439"/>
                <a:gd name="T27" fmla="*/ 206 h 233"/>
                <a:gd name="T28" fmla="*/ 44 w 439"/>
                <a:gd name="T29" fmla="*/ 205 h 233"/>
                <a:gd name="T30" fmla="*/ 36 w 439"/>
                <a:gd name="T31" fmla="*/ 202 h 233"/>
                <a:gd name="T32" fmla="*/ 31 w 439"/>
                <a:gd name="T33" fmla="*/ 197 h 233"/>
                <a:gd name="T34" fmla="*/ 29 w 439"/>
                <a:gd name="T35" fmla="*/ 190 h 233"/>
                <a:gd name="T36" fmla="*/ 28 w 439"/>
                <a:gd name="T37" fmla="*/ 47 h 233"/>
                <a:gd name="T38" fmla="*/ 30 w 439"/>
                <a:gd name="T39" fmla="*/ 39 h 233"/>
                <a:gd name="T40" fmla="*/ 33 w 439"/>
                <a:gd name="T41" fmla="*/ 33 h 233"/>
                <a:gd name="T42" fmla="*/ 39 w 439"/>
                <a:gd name="T43" fmla="*/ 29 h 233"/>
                <a:gd name="T44" fmla="*/ 47 w 439"/>
                <a:gd name="T45" fmla="*/ 28 h 233"/>
                <a:gd name="T46" fmla="*/ 176 w 439"/>
                <a:gd name="T47" fmla="*/ 27 h 233"/>
                <a:gd name="T48" fmla="*/ 183 w 439"/>
                <a:gd name="T49" fmla="*/ 19 h 233"/>
                <a:gd name="T50" fmla="*/ 183 w 439"/>
                <a:gd name="T51" fmla="*/ 8 h 233"/>
                <a:gd name="T52" fmla="*/ 176 w 439"/>
                <a:gd name="T53" fmla="*/ 1 h 233"/>
                <a:gd name="T54" fmla="*/ 47 w 439"/>
                <a:gd name="T55" fmla="*/ 0 h 233"/>
                <a:gd name="T56" fmla="*/ 29 w 439"/>
                <a:gd name="T57" fmla="*/ 4 h 233"/>
                <a:gd name="T58" fmla="*/ 14 w 439"/>
                <a:gd name="T59" fmla="*/ 14 h 233"/>
                <a:gd name="T60" fmla="*/ 4 w 439"/>
                <a:gd name="T61" fmla="*/ 29 h 233"/>
                <a:gd name="T62" fmla="*/ 0 w 439"/>
                <a:gd name="T63" fmla="*/ 47 h 233"/>
                <a:gd name="T64" fmla="*/ 1 w 439"/>
                <a:gd name="T65" fmla="*/ 195 h 233"/>
                <a:gd name="T66" fmla="*/ 8 w 439"/>
                <a:gd name="T67" fmla="*/ 212 h 233"/>
                <a:gd name="T68" fmla="*/ 21 w 439"/>
                <a:gd name="T69" fmla="*/ 225 h 233"/>
                <a:gd name="T70" fmla="*/ 37 w 439"/>
                <a:gd name="T71" fmla="*/ 233 h 233"/>
                <a:gd name="T72" fmla="*/ 391 w 439"/>
                <a:gd name="T73" fmla="*/ 233 h 233"/>
                <a:gd name="T74" fmla="*/ 410 w 439"/>
                <a:gd name="T75" fmla="*/ 229 h 233"/>
                <a:gd name="T76" fmla="*/ 425 w 439"/>
                <a:gd name="T77" fmla="*/ 220 h 233"/>
                <a:gd name="T78" fmla="*/ 435 w 439"/>
                <a:gd name="T79" fmla="*/ 205 h 233"/>
                <a:gd name="T80" fmla="*/ 439 w 439"/>
                <a:gd name="T81" fmla="*/ 185 h 233"/>
                <a:gd name="T82" fmla="*/ 438 w 439"/>
                <a:gd name="T83" fmla="*/ 37 h 233"/>
                <a:gd name="T84" fmla="*/ 431 w 439"/>
                <a:gd name="T85" fmla="*/ 20 h 233"/>
                <a:gd name="T86" fmla="*/ 418 w 439"/>
                <a:gd name="T87" fmla="*/ 8 h 233"/>
                <a:gd name="T88" fmla="*/ 401 w 439"/>
                <a:gd name="T89" fmla="*/ 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9" h="233">
                  <a:moveTo>
                    <a:pt x="391" y="0"/>
                  </a:moveTo>
                  <a:lnTo>
                    <a:pt x="264" y="0"/>
                  </a:lnTo>
                  <a:lnTo>
                    <a:pt x="258" y="1"/>
                  </a:lnTo>
                  <a:lnTo>
                    <a:pt x="254" y="4"/>
                  </a:lnTo>
                  <a:lnTo>
                    <a:pt x="251" y="8"/>
                  </a:lnTo>
                  <a:lnTo>
                    <a:pt x="250" y="14"/>
                  </a:lnTo>
                  <a:lnTo>
                    <a:pt x="251" y="19"/>
                  </a:lnTo>
                  <a:lnTo>
                    <a:pt x="254" y="23"/>
                  </a:lnTo>
                  <a:lnTo>
                    <a:pt x="258" y="27"/>
                  </a:lnTo>
                  <a:lnTo>
                    <a:pt x="264" y="28"/>
                  </a:lnTo>
                  <a:lnTo>
                    <a:pt x="391" y="28"/>
                  </a:lnTo>
                  <a:lnTo>
                    <a:pt x="396" y="28"/>
                  </a:lnTo>
                  <a:lnTo>
                    <a:pt x="399" y="29"/>
                  </a:lnTo>
                  <a:lnTo>
                    <a:pt x="402" y="31"/>
                  </a:lnTo>
                  <a:lnTo>
                    <a:pt x="405" y="33"/>
                  </a:lnTo>
                  <a:lnTo>
                    <a:pt x="407" y="36"/>
                  </a:lnTo>
                  <a:lnTo>
                    <a:pt x="410" y="39"/>
                  </a:lnTo>
                  <a:lnTo>
                    <a:pt x="411" y="43"/>
                  </a:lnTo>
                  <a:lnTo>
                    <a:pt x="411" y="47"/>
                  </a:lnTo>
                  <a:lnTo>
                    <a:pt x="411" y="185"/>
                  </a:lnTo>
                  <a:lnTo>
                    <a:pt x="411" y="190"/>
                  </a:lnTo>
                  <a:lnTo>
                    <a:pt x="410" y="194"/>
                  </a:lnTo>
                  <a:lnTo>
                    <a:pt x="407" y="197"/>
                  </a:lnTo>
                  <a:lnTo>
                    <a:pt x="405" y="199"/>
                  </a:lnTo>
                  <a:lnTo>
                    <a:pt x="402" y="202"/>
                  </a:lnTo>
                  <a:lnTo>
                    <a:pt x="399" y="204"/>
                  </a:lnTo>
                  <a:lnTo>
                    <a:pt x="396" y="205"/>
                  </a:lnTo>
                  <a:lnTo>
                    <a:pt x="391" y="206"/>
                  </a:lnTo>
                  <a:lnTo>
                    <a:pt x="47" y="206"/>
                  </a:lnTo>
                  <a:lnTo>
                    <a:pt x="44" y="205"/>
                  </a:lnTo>
                  <a:lnTo>
                    <a:pt x="39" y="204"/>
                  </a:lnTo>
                  <a:lnTo>
                    <a:pt x="36" y="202"/>
                  </a:lnTo>
                  <a:lnTo>
                    <a:pt x="33" y="199"/>
                  </a:lnTo>
                  <a:lnTo>
                    <a:pt x="31" y="197"/>
                  </a:lnTo>
                  <a:lnTo>
                    <a:pt x="30" y="194"/>
                  </a:lnTo>
                  <a:lnTo>
                    <a:pt x="29" y="190"/>
                  </a:lnTo>
                  <a:lnTo>
                    <a:pt x="28" y="185"/>
                  </a:lnTo>
                  <a:lnTo>
                    <a:pt x="28" y="47"/>
                  </a:lnTo>
                  <a:lnTo>
                    <a:pt x="29" y="43"/>
                  </a:lnTo>
                  <a:lnTo>
                    <a:pt x="30" y="39"/>
                  </a:lnTo>
                  <a:lnTo>
                    <a:pt x="31" y="36"/>
                  </a:lnTo>
                  <a:lnTo>
                    <a:pt x="33" y="33"/>
                  </a:lnTo>
                  <a:lnTo>
                    <a:pt x="36" y="31"/>
                  </a:lnTo>
                  <a:lnTo>
                    <a:pt x="39" y="29"/>
                  </a:lnTo>
                  <a:lnTo>
                    <a:pt x="44" y="28"/>
                  </a:lnTo>
                  <a:lnTo>
                    <a:pt x="47" y="28"/>
                  </a:lnTo>
                  <a:lnTo>
                    <a:pt x="170" y="28"/>
                  </a:lnTo>
                  <a:lnTo>
                    <a:pt x="176" y="27"/>
                  </a:lnTo>
                  <a:lnTo>
                    <a:pt x="180" y="23"/>
                  </a:lnTo>
                  <a:lnTo>
                    <a:pt x="183" y="19"/>
                  </a:lnTo>
                  <a:lnTo>
                    <a:pt x="184" y="14"/>
                  </a:lnTo>
                  <a:lnTo>
                    <a:pt x="183" y="8"/>
                  </a:lnTo>
                  <a:lnTo>
                    <a:pt x="180" y="4"/>
                  </a:lnTo>
                  <a:lnTo>
                    <a:pt x="176" y="1"/>
                  </a:lnTo>
                  <a:lnTo>
                    <a:pt x="170" y="0"/>
                  </a:lnTo>
                  <a:lnTo>
                    <a:pt x="47" y="0"/>
                  </a:lnTo>
                  <a:lnTo>
                    <a:pt x="37" y="1"/>
                  </a:lnTo>
                  <a:lnTo>
                    <a:pt x="29" y="4"/>
                  </a:lnTo>
                  <a:lnTo>
                    <a:pt x="21" y="8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9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185"/>
                  </a:lnTo>
                  <a:lnTo>
                    <a:pt x="1" y="195"/>
                  </a:lnTo>
                  <a:lnTo>
                    <a:pt x="4" y="205"/>
                  </a:lnTo>
                  <a:lnTo>
                    <a:pt x="8" y="212"/>
                  </a:lnTo>
                  <a:lnTo>
                    <a:pt x="14" y="220"/>
                  </a:lnTo>
                  <a:lnTo>
                    <a:pt x="21" y="225"/>
                  </a:lnTo>
                  <a:lnTo>
                    <a:pt x="29" y="229"/>
                  </a:lnTo>
                  <a:lnTo>
                    <a:pt x="37" y="233"/>
                  </a:lnTo>
                  <a:lnTo>
                    <a:pt x="47" y="233"/>
                  </a:lnTo>
                  <a:lnTo>
                    <a:pt x="391" y="233"/>
                  </a:lnTo>
                  <a:lnTo>
                    <a:pt x="401" y="233"/>
                  </a:lnTo>
                  <a:lnTo>
                    <a:pt x="410" y="229"/>
                  </a:lnTo>
                  <a:lnTo>
                    <a:pt x="418" y="225"/>
                  </a:lnTo>
                  <a:lnTo>
                    <a:pt x="425" y="220"/>
                  </a:lnTo>
                  <a:lnTo>
                    <a:pt x="431" y="212"/>
                  </a:lnTo>
                  <a:lnTo>
                    <a:pt x="435" y="205"/>
                  </a:lnTo>
                  <a:lnTo>
                    <a:pt x="438" y="195"/>
                  </a:lnTo>
                  <a:lnTo>
                    <a:pt x="439" y="185"/>
                  </a:lnTo>
                  <a:lnTo>
                    <a:pt x="439" y="47"/>
                  </a:lnTo>
                  <a:lnTo>
                    <a:pt x="438" y="37"/>
                  </a:lnTo>
                  <a:lnTo>
                    <a:pt x="435" y="29"/>
                  </a:lnTo>
                  <a:lnTo>
                    <a:pt x="431" y="20"/>
                  </a:lnTo>
                  <a:lnTo>
                    <a:pt x="425" y="14"/>
                  </a:lnTo>
                  <a:lnTo>
                    <a:pt x="418" y="8"/>
                  </a:lnTo>
                  <a:lnTo>
                    <a:pt x="410" y="4"/>
                  </a:lnTo>
                  <a:lnTo>
                    <a:pt x="401" y="1"/>
                  </a:lnTo>
                  <a:lnTo>
                    <a:pt x="3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7" name="Freeform 165">
              <a:extLst>
                <a:ext uri="{FF2B5EF4-FFF2-40B4-BE49-F238E27FC236}">
                  <a16:creationId xmlns:a16="http://schemas.microsoft.com/office/drawing/2014/main" id="{FEFA0D7B-4236-413C-905D-08221FADF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113" y="1058863"/>
              <a:ext cx="376238" cy="344488"/>
            </a:xfrm>
            <a:custGeom>
              <a:avLst/>
              <a:gdLst>
                <a:gd name="T0" fmla="*/ 606 w 711"/>
                <a:gd name="T1" fmla="*/ 77 h 650"/>
                <a:gd name="T2" fmla="*/ 569 w 711"/>
                <a:gd name="T3" fmla="*/ 3 h 650"/>
                <a:gd name="T4" fmla="*/ 554 w 711"/>
                <a:gd name="T5" fmla="*/ 1 h 650"/>
                <a:gd name="T6" fmla="*/ 381 w 711"/>
                <a:gd name="T7" fmla="*/ 77 h 650"/>
                <a:gd name="T8" fmla="*/ 214 w 711"/>
                <a:gd name="T9" fmla="*/ 2 h 650"/>
                <a:gd name="T10" fmla="*/ 206 w 711"/>
                <a:gd name="T11" fmla="*/ 0 h 650"/>
                <a:gd name="T12" fmla="*/ 47 w 711"/>
                <a:gd name="T13" fmla="*/ 1 h 650"/>
                <a:gd name="T14" fmla="*/ 31 w 711"/>
                <a:gd name="T15" fmla="*/ 7 h 650"/>
                <a:gd name="T16" fmla="*/ 17 w 711"/>
                <a:gd name="T17" fmla="*/ 16 h 650"/>
                <a:gd name="T18" fmla="*/ 7 w 711"/>
                <a:gd name="T19" fmla="*/ 30 h 650"/>
                <a:gd name="T20" fmla="*/ 2 w 711"/>
                <a:gd name="T21" fmla="*/ 46 h 650"/>
                <a:gd name="T22" fmla="*/ 0 w 711"/>
                <a:gd name="T23" fmla="*/ 592 h 650"/>
                <a:gd name="T24" fmla="*/ 3 w 711"/>
                <a:gd name="T25" fmla="*/ 609 h 650"/>
                <a:gd name="T26" fmla="*/ 10 w 711"/>
                <a:gd name="T27" fmla="*/ 624 h 650"/>
                <a:gd name="T28" fmla="*/ 21 w 711"/>
                <a:gd name="T29" fmla="*/ 637 h 650"/>
                <a:gd name="T30" fmla="*/ 36 w 711"/>
                <a:gd name="T31" fmla="*/ 645 h 650"/>
                <a:gd name="T32" fmla="*/ 52 w 711"/>
                <a:gd name="T33" fmla="*/ 650 h 650"/>
                <a:gd name="T34" fmla="*/ 658 w 711"/>
                <a:gd name="T35" fmla="*/ 650 h 650"/>
                <a:gd name="T36" fmla="*/ 675 w 711"/>
                <a:gd name="T37" fmla="*/ 645 h 650"/>
                <a:gd name="T38" fmla="*/ 689 w 711"/>
                <a:gd name="T39" fmla="*/ 637 h 650"/>
                <a:gd name="T40" fmla="*/ 701 w 711"/>
                <a:gd name="T41" fmla="*/ 624 h 650"/>
                <a:gd name="T42" fmla="*/ 709 w 711"/>
                <a:gd name="T43" fmla="*/ 609 h 650"/>
                <a:gd name="T44" fmla="*/ 711 w 711"/>
                <a:gd name="T45" fmla="*/ 592 h 650"/>
                <a:gd name="T46" fmla="*/ 710 w 711"/>
                <a:gd name="T47" fmla="*/ 125 h 650"/>
                <a:gd name="T48" fmla="*/ 703 w 711"/>
                <a:gd name="T49" fmla="*/ 109 h 650"/>
                <a:gd name="T50" fmla="*/ 694 w 711"/>
                <a:gd name="T51" fmla="*/ 95 h 650"/>
                <a:gd name="T52" fmla="*/ 681 w 711"/>
                <a:gd name="T53" fmla="*/ 85 h 650"/>
                <a:gd name="T54" fmla="*/ 665 w 711"/>
                <a:gd name="T55" fmla="*/ 80 h 650"/>
                <a:gd name="T56" fmla="*/ 553 w 711"/>
                <a:gd name="T57" fmla="*/ 32 h 650"/>
                <a:gd name="T58" fmla="*/ 553 w 711"/>
                <a:gd name="T59" fmla="*/ 32 h 650"/>
                <a:gd name="T60" fmla="*/ 31 w 711"/>
                <a:gd name="T61" fmla="*/ 46 h 650"/>
                <a:gd name="T62" fmla="*/ 41 w 711"/>
                <a:gd name="T63" fmla="*/ 32 h 650"/>
                <a:gd name="T64" fmla="*/ 59 w 711"/>
                <a:gd name="T65" fmla="*/ 27 h 650"/>
                <a:gd name="T66" fmla="*/ 266 w 711"/>
                <a:gd name="T67" fmla="*/ 103 h 650"/>
                <a:gd name="T68" fmla="*/ 273 w 711"/>
                <a:gd name="T69" fmla="*/ 105 h 650"/>
                <a:gd name="T70" fmla="*/ 59 w 711"/>
                <a:gd name="T71" fmla="*/ 155 h 650"/>
                <a:gd name="T72" fmla="*/ 35 w 711"/>
                <a:gd name="T73" fmla="*/ 160 h 650"/>
                <a:gd name="T74" fmla="*/ 683 w 711"/>
                <a:gd name="T75" fmla="*/ 244 h 650"/>
                <a:gd name="T76" fmla="*/ 681 w 711"/>
                <a:gd name="T77" fmla="*/ 603 h 650"/>
                <a:gd name="T78" fmla="*/ 670 w 711"/>
                <a:gd name="T79" fmla="*/ 616 h 650"/>
                <a:gd name="T80" fmla="*/ 653 w 711"/>
                <a:gd name="T81" fmla="*/ 622 h 650"/>
                <a:gd name="T82" fmla="*/ 47 w 711"/>
                <a:gd name="T83" fmla="*/ 620 h 650"/>
                <a:gd name="T84" fmla="*/ 33 w 711"/>
                <a:gd name="T85" fmla="*/ 609 h 650"/>
                <a:gd name="T86" fmla="*/ 27 w 711"/>
                <a:gd name="T87" fmla="*/ 592 h 650"/>
                <a:gd name="T88" fmla="*/ 31 w 711"/>
                <a:gd name="T89" fmla="*/ 202 h 650"/>
                <a:gd name="T90" fmla="*/ 41 w 711"/>
                <a:gd name="T91" fmla="*/ 188 h 650"/>
                <a:gd name="T92" fmla="*/ 59 w 711"/>
                <a:gd name="T93" fmla="*/ 183 h 650"/>
                <a:gd name="T94" fmla="*/ 219 w 711"/>
                <a:gd name="T95" fmla="*/ 183 h 650"/>
                <a:gd name="T96" fmla="*/ 653 w 711"/>
                <a:gd name="T97" fmla="*/ 183 h 650"/>
                <a:gd name="T98" fmla="*/ 670 w 711"/>
                <a:gd name="T99" fmla="*/ 188 h 650"/>
                <a:gd name="T100" fmla="*/ 681 w 711"/>
                <a:gd name="T101" fmla="*/ 202 h 650"/>
                <a:gd name="T102" fmla="*/ 683 w 711"/>
                <a:gd name="T103" fmla="*/ 244 h 650"/>
                <a:gd name="T104" fmla="*/ 669 w 711"/>
                <a:gd name="T105" fmla="*/ 158 h 650"/>
                <a:gd name="T106" fmla="*/ 640 w 711"/>
                <a:gd name="T107" fmla="*/ 155 h 650"/>
                <a:gd name="T108" fmla="*/ 658 w 711"/>
                <a:gd name="T109" fmla="*/ 106 h 650"/>
                <a:gd name="T110" fmla="*/ 674 w 711"/>
                <a:gd name="T111" fmla="*/ 115 h 650"/>
                <a:gd name="T112" fmla="*/ 683 w 711"/>
                <a:gd name="T113" fmla="*/ 13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1" h="650">
                  <a:moveTo>
                    <a:pt x="653" y="77"/>
                  </a:moveTo>
                  <a:lnTo>
                    <a:pt x="607" y="77"/>
                  </a:lnTo>
                  <a:lnTo>
                    <a:pt x="606" y="77"/>
                  </a:lnTo>
                  <a:lnTo>
                    <a:pt x="605" y="79"/>
                  </a:lnTo>
                  <a:lnTo>
                    <a:pt x="572" y="8"/>
                  </a:lnTo>
                  <a:lnTo>
                    <a:pt x="569" y="3"/>
                  </a:lnTo>
                  <a:lnTo>
                    <a:pt x="565" y="1"/>
                  </a:lnTo>
                  <a:lnTo>
                    <a:pt x="560" y="0"/>
                  </a:lnTo>
                  <a:lnTo>
                    <a:pt x="554" y="1"/>
                  </a:lnTo>
                  <a:lnTo>
                    <a:pt x="385" y="79"/>
                  </a:lnTo>
                  <a:lnTo>
                    <a:pt x="384" y="79"/>
                  </a:lnTo>
                  <a:lnTo>
                    <a:pt x="381" y="77"/>
                  </a:lnTo>
                  <a:lnTo>
                    <a:pt x="280" y="77"/>
                  </a:lnTo>
                  <a:lnTo>
                    <a:pt x="216" y="4"/>
                  </a:lnTo>
                  <a:lnTo>
                    <a:pt x="214" y="2"/>
                  </a:lnTo>
                  <a:lnTo>
                    <a:pt x="212" y="1"/>
                  </a:lnTo>
                  <a:lnTo>
                    <a:pt x="209" y="0"/>
                  </a:lnTo>
                  <a:lnTo>
                    <a:pt x="206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7" y="1"/>
                  </a:lnTo>
                  <a:lnTo>
                    <a:pt x="41" y="2"/>
                  </a:lnTo>
                  <a:lnTo>
                    <a:pt x="36" y="4"/>
                  </a:lnTo>
                  <a:lnTo>
                    <a:pt x="31" y="7"/>
                  </a:lnTo>
                  <a:lnTo>
                    <a:pt x="25" y="10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3" y="21"/>
                  </a:lnTo>
                  <a:lnTo>
                    <a:pt x="10" y="26"/>
                  </a:lnTo>
                  <a:lnTo>
                    <a:pt x="7" y="30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2" y="46"/>
                  </a:lnTo>
                  <a:lnTo>
                    <a:pt x="1" y="52"/>
                  </a:lnTo>
                  <a:lnTo>
                    <a:pt x="0" y="58"/>
                  </a:lnTo>
                  <a:lnTo>
                    <a:pt x="0" y="592"/>
                  </a:lnTo>
                  <a:lnTo>
                    <a:pt x="1" y="597"/>
                  </a:lnTo>
                  <a:lnTo>
                    <a:pt x="2" y="603"/>
                  </a:lnTo>
                  <a:lnTo>
                    <a:pt x="3" y="609"/>
                  </a:lnTo>
                  <a:lnTo>
                    <a:pt x="5" y="614"/>
                  </a:lnTo>
                  <a:lnTo>
                    <a:pt x="7" y="620"/>
                  </a:lnTo>
                  <a:lnTo>
                    <a:pt x="10" y="624"/>
                  </a:lnTo>
                  <a:lnTo>
                    <a:pt x="13" y="628"/>
                  </a:lnTo>
                  <a:lnTo>
                    <a:pt x="17" y="632"/>
                  </a:lnTo>
                  <a:lnTo>
                    <a:pt x="21" y="637"/>
                  </a:lnTo>
                  <a:lnTo>
                    <a:pt x="25" y="640"/>
                  </a:lnTo>
                  <a:lnTo>
                    <a:pt x="31" y="643"/>
                  </a:lnTo>
                  <a:lnTo>
                    <a:pt x="36" y="645"/>
                  </a:lnTo>
                  <a:lnTo>
                    <a:pt x="41" y="647"/>
                  </a:lnTo>
                  <a:lnTo>
                    <a:pt x="47" y="649"/>
                  </a:lnTo>
                  <a:lnTo>
                    <a:pt x="52" y="650"/>
                  </a:lnTo>
                  <a:lnTo>
                    <a:pt x="59" y="650"/>
                  </a:lnTo>
                  <a:lnTo>
                    <a:pt x="653" y="650"/>
                  </a:lnTo>
                  <a:lnTo>
                    <a:pt x="658" y="650"/>
                  </a:lnTo>
                  <a:lnTo>
                    <a:pt x="665" y="649"/>
                  </a:lnTo>
                  <a:lnTo>
                    <a:pt x="670" y="647"/>
                  </a:lnTo>
                  <a:lnTo>
                    <a:pt x="675" y="645"/>
                  </a:lnTo>
                  <a:lnTo>
                    <a:pt x="681" y="643"/>
                  </a:lnTo>
                  <a:lnTo>
                    <a:pt x="685" y="640"/>
                  </a:lnTo>
                  <a:lnTo>
                    <a:pt x="689" y="637"/>
                  </a:lnTo>
                  <a:lnTo>
                    <a:pt x="694" y="632"/>
                  </a:lnTo>
                  <a:lnTo>
                    <a:pt x="698" y="628"/>
                  </a:lnTo>
                  <a:lnTo>
                    <a:pt x="701" y="624"/>
                  </a:lnTo>
                  <a:lnTo>
                    <a:pt x="703" y="620"/>
                  </a:lnTo>
                  <a:lnTo>
                    <a:pt x="707" y="614"/>
                  </a:lnTo>
                  <a:lnTo>
                    <a:pt x="709" y="609"/>
                  </a:lnTo>
                  <a:lnTo>
                    <a:pt x="710" y="603"/>
                  </a:lnTo>
                  <a:lnTo>
                    <a:pt x="711" y="597"/>
                  </a:lnTo>
                  <a:lnTo>
                    <a:pt x="711" y="592"/>
                  </a:lnTo>
                  <a:lnTo>
                    <a:pt x="711" y="136"/>
                  </a:lnTo>
                  <a:lnTo>
                    <a:pt x="711" y="130"/>
                  </a:lnTo>
                  <a:lnTo>
                    <a:pt x="710" y="125"/>
                  </a:lnTo>
                  <a:lnTo>
                    <a:pt x="709" y="119"/>
                  </a:lnTo>
                  <a:lnTo>
                    <a:pt x="707" y="114"/>
                  </a:lnTo>
                  <a:lnTo>
                    <a:pt x="703" y="109"/>
                  </a:lnTo>
                  <a:lnTo>
                    <a:pt x="701" y="103"/>
                  </a:lnTo>
                  <a:lnTo>
                    <a:pt x="698" y="99"/>
                  </a:lnTo>
                  <a:lnTo>
                    <a:pt x="694" y="95"/>
                  </a:lnTo>
                  <a:lnTo>
                    <a:pt x="689" y="91"/>
                  </a:lnTo>
                  <a:lnTo>
                    <a:pt x="685" y="88"/>
                  </a:lnTo>
                  <a:lnTo>
                    <a:pt x="681" y="85"/>
                  </a:lnTo>
                  <a:lnTo>
                    <a:pt x="675" y="83"/>
                  </a:lnTo>
                  <a:lnTo>
                    <a:pt x="670" y="81"/>
                  </a:lnTo>
                  <a:lnTo>
                    <a:pt x="665" y="80"/>
                  </a:lnTo>
                  <a:lnTo>
                    <a:pt x="658" y="79"/>
                  </a:lnTo>
                  <a:lnTo>
                    <a:pt x="653" y="77"/>
                  </a:lnTo>
                  <a:close/>
                  <a:moveTo>
                    <a:pt x="553" y="32"/>
                  </a:moveTo>
                  <a:lnTo>
                    <a:pt x="609" y="155"/>
                  </a:lnTo>
                  <a:lnTo>
                    <a:pt x="284" y="155"/>
                  </a:lnTo>
                  <a:lnTo>
                    <a:pt x="553" y="32"/>
                  </a:lnTo>
                  <a:close/>
                  <a:moveTo>
                    <a:pt x="27" y="58"/>
                  </a:moveTo>
                  <a:lnTo>
                    <a:pt x="29" y="52"/>
                  </a:lnTo>
                  <a:lnTo>
                    <a:pt x="31" y="46"/>
                  </a:lnTo>
                  <a:lnTo>
                    <a:pt x="33" y="41"/>
                  </a:lnTo>
                  <a:lnTo>
                    <a:pt x="37" y="37"/>
                  </a:lnTo>
                  <a:lnTo>
                    <a:pt x="41" y="32"/>
                  </a:lnTo>
                  <a:lnTo>
                    <a:pt x="47" y="30"/>
                  </a:lnTo>
                  <a:lnTo>
                    <a:pt x="52" y="28"/>
                  </a:lnTo>
                  <a:lnTo>
                    <a:pt x="59" y="27"/>
                  </a:lnTo>
                  <a:lnTo>
                    <a:pt x="200" y="27"/>
                  </a:lnTo>
                  <a:lnTo>
                    <a:pt x="263" y="101"/>
                  </a:lnTo>
                  <a:lnTo>
                    <a:pt x="266" y="103"/>
                  </a:lnTo>
                  <a:lnTo>
                    <a:pt x="268" y="104"/>
                  </a:lnTo>
                  <a:lnTo>
                    <a:pt x="271" y="105"/>
                  </a:lnTo>
                  <a:lnTo>
                    <a:pt x="273" y="105"/>
                  </a:lnTo>
                  <a:lnTo>
                    <a:pt x="326" y="105"/>
                  </a:lnTo>
                  <a:lnTo>
                    <a:pt x="217" y="155"/>
                  </a:lnTo>
                  <a:lnTo>
                    <a:pt x="59" y="155"/>
                  </a:lnTo>
                  <a:lnTo>
                    <a:pt x="50" y="156"/>
                  </a:lnTo>
                  <a:lnTo>
                    <a:pt x="42" y="158"/>
                  </a:lnTo>
                  <a:lnTo>
                    <a:pt x="35" y="160"/>
                  </a:lnTo>
                  <a:lnTo>
                    <a:pt x="27" y="164"/>
                  </a:lnTo>
                  <a:lnTo>
                    <a:pt x="27" y="58"/>
                  </a:lnTo>
                  <a:close/>
                  <a:moveTo>
                    <a:pt x="683" y="244"/>
                  </a:moveTo>
                  <a:lnTo>
                    <a:pt x="683" y="592"/>
                  </a:lnTo>
                  <a:lnTo>
                    <a:pt x="683" y="597"/>
                  </a:lnTo>
                  <a:lnTo>
                    <a:pt x="681" y="603"/>
                  </a:lnTo>
                  <a:lnTo>
                    <a:pt x="678" y="609"/>
                  </a:lnTo>
                  <a:lnTo>
                    <a:pt x="674" y="613"/>
                  </a:lnTo>
                  <a:lnTo>
                    <a:pt x="670" y="616"/>
                  </a:lnTo>
                  <a:lnTo>
                    <a:pt x="665" y="620"/>
                  </a:lnTo>
                  <a:lnTo>
                    <a:pt x="658" y="622"/>
                  </a:lnTo>
                  <a:lnTo>
                    <a:pt x="653" y="622"/>
                  </a:lnTo>
                  <a:lnTo>
                    <a:pt x="59" y="622"/>
                  </a:lnTo>
                  <a:lnTo>
                    <a:pt x="52" y="622"/>
                  </a:lnTo>
                  <a:lnTo>
                    <a:pt x="47" y="620"/>
                  </a:lnTo>
                  <a:lnTo>
                    <a:pt x="41" y="616"/>
                  </a:lnTo>
                  <a:lnTo>
                    <a:pt x="37" y="613"/>
                  </a:lnTo>
                  <a:lnTo>
                    <a:pt x="33" y="609"/>
                  </a:lnTo>
                  <a:lnTo>
                    <a:pt x="31" y="603"/>
                  </a:lnTo>
                  <a:lnTo>
                    <a:pt x="29" y="597"/>
                  </a:lnTo>
                  <a:lnTo>
                    <a:pt x="27" y="592"/>
                  </a:lnTo>
                  <a:lnTo>
                    <a:pt x="27" y="214"/>
                  </a:lnTo>
                  <a:lnTo>
                    <a:pt x="29" y="207"/>
                  </a:lnTo>
                  <a:lnTo>
                    <a:pt x="31" y="202"/>
                  </a:lnTo>
                  <a:lnTo>
                    <a:pt x="33" y="197"/>
                  </a:lnTo>
                  <a:lnTo>
                    <a:pt x="37" y="192"/>
                  </a:lnTo>
                  <a:lnTo>
                    <a:pt x="41" y="188"/>
                  </a:lnTo>
                  <a:lnTo>
                    <a:pt x="47" y="186"/>
                  </a:lnTo>
                  <a:lnTo>
                    <a:pt x="52" y="184"/>
                  </a:lnTo>
                  <a:lnTo>
                    <a:pt x="59" y="183"/>
                  </a:lnTo>
                  <a:lnTo>
                    <a:pt x="219" y="183"/>
                  </a:lnTo>
                  <a:lnTo>
                    <a:pt x="219" y="183"/>
                  </a:lnTo>
                  <a:lnTo>
                    <a:pt x="219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653" y="183"/>
                  </a:lnTo>
                  <a:lnTo>
                    <a:pt x="658" y="184"/>
                  </a:lnTo>
                  <a:lnTo>
                    <a:pt x="665" y="186"/>
                  </a:lnTo>
                  <a:lnTo>
                    <a:pt x="670" y="188"/>
                  </a:lnTo>
                  <a:lnTo>
                    <a:pt x="674" y="192"/>
                  </a:lnTo>
                  <a:lnTo>
                    <a:pt x="678" y="197"/>
                  </a:lnTo>
                  <a:lnTo>
                    <a:pt x="681" y="202"/>
                  </a:lnTo>
                  <a:lnTo>
                    <a:pt x="683" y="207"/>
                  </a:lnTo>
                  <a:lnTo>
                    <a:pt x="683" y="214"/>
                  </a:lnTo>
                  <a:lnTo>
                    <a:pt x="683" y="244"/>
                  </a:lnTo>
                  <a:close/>
                  <a:moveTo>
                    <a:pt x="683" y="164"/>
                  </a:moveTo>
                  <a:lnTo>
                    <a:pt x="677" y="160"/>
                  </a:lnTo>
                  <a:lnTo>
                    <a:pt x="669" y="158"/>
                  </a:lnTo>
                  <a:lnTo>
                    <a:pt x="660" y="156"/>
                  </a:lnTo>
                  <a:lnTo>
                    <a:pt x="653" y="155"/>
                  </a:lnTo>
                  <a:lnTo>
                    <a:pt x="640" y="155"/>
                  </a:lnTo>
                  <a:lnTo>
                    <a:pt x="618" y="105"/>
                  </a:lnTo>
                  <a:lnTo>
                    <a:pt x="653" y="105"/>
                  </a:lnTo>
                  <a:lnTo>
                    <a:pt x="658" y="106"/>
                  </a:lnTo>
                  <a:lnTo>
                    <a:pt x="665" y="109"/>
                  </a:lnTo>
                  <a:lnTo>
                    <a:pt x="670" y="111"/>
                  </a:lnTo>
                  <a:lnTo>
                    <a:pt x="674" y="115"/>
                  </a:lnTo>
                  <a:lnTo>
                    <a:pt x="678" y="119"/>
                  </a:lnTo>
                  <a:lnTo>
                    <a:pt x="681" y="125"/>
                  </a:lnTo>
                  <a:lnTo>
                    <a:pt x="683" y="130"/>
                  </a:lnTo>
                  <a:lnTo>
                    <a:pt x="683" y="136"/>
                  </a:lnTo>
                  <a:lnTo>
                    <a:pt x="683" y="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803645B-235D-4C1F-ADCD-DC1CF6245B39}"/>
              </a:ext>
            </a:extLst>
          </p:cNvPr>
          <p:cNvGrpSpPr/>
          <p:nvPr/>
        </p:nvGrpSpPr>
        <p:grpSpPr>
          <a:xfrm>
            <a:off x="9294813" y="5467351"/>
            <a:ext cx="376238" cy="347663"/>
            <a:chOff x="9294813" y="5467351"/>
            <a:chExt cx="376238" cy="347663"/>
          </a:xfrm>
          <a:solidFill>
            <a:schemeClr val="bg1"/>
          </a:solidFill>
        </p:grpSpPr>
        <p:sp>
          <p:nvSpPr>
            <p:cNvPr id="438" name="Freeform 166">
              <a:extLst>
                <a:ext uri="{FF2B5EF4-FFF2-40B4-BE49-F238E27FC236}">
                  <a16:creationId xmlns:a16="http://schemas.microsoft.com/office/drawing/2014/main" id="{C5F8D728-C03A-44F6-A606-937EAC9E4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3426" y="5589588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9" name="Freeform 167">
              <a:extLst>
                <a:ext uri="{FF2B5EF4-FFF2-40B4-BE49-F238E27FC236}">
                  <a16:creationId xmlns:a16="http://schemas.microsoft.com/office/drawing/2014/main" id="{B22627A0-E809-411C-A4FD-6F7D34481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4813" y="5467351"/>
              <a:ext cx="376238" cy="347663"/>
            </a:xfrm>
            <a:custGeom>
              <a:avLst/>
              <a:gdLst>
                <a:gd name="T0" fmla="*/ 621 w 711"/>
                <a:gd name="T1" fmla="*/ 38 h 656"/>
                <a:gd name="T2" fmla="*/ 584 w 711"/>
                <a:gd name="T3" fmla="*/ 1 h 656"/>
                <a:gd name="T4" fmla="*/ 535 w 711"/>
                <a:gd name="T5" fmla="*/ 22 h 656"/>
                <a:gd name="T6" fmla="*/ 401 w 711"/>
                <a:gd name="T7" fmla="*/ 71 h 656"/>
                <a:gd name="T8" fmla="*/ 389 w 711"/>
                <a:gd name="T9" fmla="*/ 14 h 656"/>
                <a:gd name="T10" fmla="*/ 336 w 711"/>
                <a:gd name="T11" fmla="*/ 4 h 656"/>
                <a:gd name="T12" fmla="*/ 307 w 711"/>
                <a:gd name="T13" fmla="*/ 47 h 656"/>
                <a:gd name="T14" fmla="*/ 182 w 711"/>
                <a:gd name="T15" fmla="*/ 38 h 656"/>
                <a:gd name="T16" fmla="*/ 145 w 711"/>
                <a:gd name="T17" fmla="*/ 1 h 656"/>
                <a:gd name="T18" fmla="*/ 97 w 711"/>
                <a:gd name="T19" fmla="*/ 22 h 656"/>
                <a:gd name="T20" fmla="*/ 69 w 711"/>
                <a:gd name="T21" fmla="*/ 76 h 656"/>
                <a:gd name="T22" fmla="*/ 28 w 711"/>
                <a:gd name="T23" fmla="*/ 93 h 656"/>
                <a:gd name="T24" fmla="*/ 4 w 711"/>
                <a:gd name="T25" fmla="*/ 130 h 656"/>
                <a:gd name="T26" fmla="*/ 3 w 711"/>
                <a:gd name="T27" fmla="*/ 630 h 656"/>
                <a:gd name="T28" fmla="*/ 41 w 711"/>
                <a:gd name="T29" fmla="*/ 656 h 656"/>
                <a:gd name="T30" fmla="*/ 293 w 711"/>
                <a:gd name="T31" fmla="*/ 637 h 656"/>
                <a:gd name="T32" fmla="*/ 32 w 711"/>
                <a:gd name="T33" fmla="*/ 624 h 656"/>
                <a:gd name="T34" fmla="*/ 578 w 711"/>
                <a:gd name="T35" fmla="*/ 254 h 656"/>
                <a:gd name="T36" fmla="*/ 568 w 711"/>
                <a:gd name="T37" fmla="*/ 231 h 656"/>
                <a:gd name="T38" fmla="*/ 42 w 711"/>
                <a:gd name="T39" fmla="*/ 118 h 656"/>
                <a:gd name="T40" fmla="*/ 89 w 711"/>
                <a:gd name="T41" fmla="*/ 136 h 656"/>
                <a:gd name="T42" fmla="*/ 118 w 711"/>
                <a:gd name="T43" fmla="*/ 180 h 656"/>
                <a:gd name="T44" fmla="*/ 169 w 711"/>
                <a:gd name="T45" fmla="*/ 170 h 656"/>
                <a:gd name="T46" fmla="*/ 179 w 711"/>
                <a:gd name="T47" fmla="*/ 127 h 656"/>
                <a:gd name="T48" fmla="*/ 155 w 711"/>
                <a:gd name="T49" fmla="*/ 136 h 656"/>
                <a:gd name="T50" fmla="*/ 143 w 711"/>
                <a:gd name="T51" fmla="*/ 155 h 656"/>
                <a:gd name="T52" fmla="*/ 122 w 711"/>
                <a:gd name="T53" fmla="*/ 150 h 656"/>
                <a:gd name="T54" fmla="*/ 307 w 711"/>
                <a:gd name="T55" fmla="*/ 103 h 656"/>
                <a:gd name="T56" fmla="*/ 329 w 711"/>
                <a:gd name="T57" fmla="*/ 176 h 656"/>
                <a:gd name="T58" fmla="*/ 381 w 711"/>
                <a:gd name="T59" fmla="*/ 176 h 656"/>
                <a:gd name="T60" fmla="*/ 401 w 711"/>
                <a:gd name="T61" fmla="*/ 131 h 656"/>
                <a:gd name="T62" fmla="*/ 376 w 711"/>
                <a:gd name="T63" fmla="*/ 131 h 656"/>
                <a:gd name="T64" fmla="*/ 366 w 711"/>
                <a:gd name="T65" fmla="*/ 152 h 656"/>
                <a:gd name="T66" fmla="*/ 344 w 711"/>
                <a:gd name="T67" fmla="*/ 152 h 656"/>
                <a:gd name="T68" fmla="*/ 335 w 711"/>
                <a:gd name="T69" fmla="*/ 103 h 656"/>
                <a:gd name="T70" fmla="*/ 541 w 711"/>
                <a:gd name="T71" fmla="*/ 170 h 656"/>
                <a:gd name="T72" fmla="*/ 593 w 711"/>
                <a:gd name="T73" fmla="*/ 180 h 656"/>
                <a:gd name="T74" fmla="*/ 622 w 711"/>
                <a:gd name="T75" fmla="*/ 136 h 656"/>
                <a:gd name="T76" fmla="*/ 598 w 711"/>
                <a:gd name="T77" fmla="*/ 127 h 656"/>
                <a:gd name="T78" fmla="*/ 587 w 711"/>
                <a:gd name="T79" fmla="*/ 150 h 656"/>
                <a:gd name="T80" fmla="*/ 567 w 711"/>
                <a:gd name="T81" fmla="*/ 155 h 656"/>
                <a:gd name="T82" fmla="*/ 555 w 711"/>
                <a:gd name="T83" fmla="*/ 136 h 656"/>
                <a:gd name="T84" fmla="*/ 668 w 711"/>
                <a:gd name="T85" fmla="*/ 118 h 656"/>
                <a:gd name="T86" fmla="*/ 682 w 711"/>
                <a:gd name="T87" fmla="*/ 619 h 656"/>
                <a:gd name="T88" fmla="*/ 419 w 711"/>
                <a:gd name="T89" fmla="*/ 632 h 656"/>
                <a:gd name="T90" fmla="*/ 430 w 711"/>
                <a:gd name="T91" fmla="*/ 656 h 656"/>
                <a:gd name="T92" fmla="*/ 703 w 711"/>
                <a:gd name="T93" fmla="*/ 638 h 656"/>
                <a:gd name="T94" fmla="*/ 709 w 711"/>
                <a:gd name="T95" fmla="*/ 137 h 656"/>
                <a:gd name="T96" fmla="*/ 688 w 711"/>
                <a:gd name="T97" fmla="*/ 98 h 656"/>
                <a:gd name="T98" fmla="*/ 649 w 711"/>
                <a:gd name="T99" fmla="*/ 77 h 656"/>
                <a:gd name="T100" fmla="*/ 118 w 711"/>
                <a:gd name="T101" fmla="*/ 40 h 656"/>
                <a:gd name="T102" fmla="*/ 136 w 711"/>
                <a:gd name="T103" fmla="*/ 28 h 656"/>
                <a:gd name="T104" fmla="*/ 154 w 711"/>
                <a:gd name="T105" fmla="*/ 40 h 656"/>
                <a:gd name="T106" fmla="*/ 116 w 711"/>
                <a:gd name="T107" fmla="*/ 75 h 656"/>
                <a:gd name="T108" fmla="*/ 342 w 711"/>
                <a:gd name="T109" fmla="*/ 33 h 656"/>
                <a:gd name="T110" fmla="*/ 362 w 711"/>
                <a:gd name="T111" fmla="*/ 30 h 656"/>
                <a:gd name="T112" fmla="*/ 375 w 711"/>
                <a:gd name="T113" fmla="*/ 47 h 656"/>
                <a:gd name="T114" fmla="*/ 555 w 711"/>
                <a:gd name="T115" fmla="*/ 47 h 656"/>
                <a:gd name="T116" fmla="*/ 567 w 711"/>
                <a:gd name="T117" fmla="*/ 30 h 656"/>
                <a:gd name="T118" fmla="*/ 587 w 711"/>
                <a:gd name="T119" fmla="*/ 33 h 656"/>
                <a:gd name="T120" fmla="*/ 595 w 711"/>
                <a:gd name="T121" fmla="*/ 71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1" h="656">
                  <a:moveTo>
                    <a:pt x="634" y="75"/>
                  </a:moveTo>
                  <a:lnTo>
                    <a:pt x="617" y="75"/>
                  </a:lnTo>
                  <a:lnTo>
                    <a:pt x="621" y="71"/>
                  </a:lnTo>
                  <a:lnTo>
                    <a:pt x="622" y="66"/>
                  </a:lnTo>
                  <a:lnTo>
                    <a:pt x="622" y="47"/>
                  </a:lnTo>
                  <a:lnTo>
                    <a:pt x="621" y="38"/>
                  </a:lnTo>
                  <a:lnTo>
                    <a:pt x="617" y="29"/>
                  </a:lnTo>
                  <a:lnTo>
                    <a:pt x="613" y="22"/>
                  </a:lnTo>
                  <a:lnTo>
                    <a:pt x="608" y="14"/>
                  </a:lnTo>
                  <a:lnTo>
                    <a:pt x="600" y="9"/>
                  </a:lnTo>
                  <a:lnTo>
                    <a:pt x="593" y="4"/>
                  </a:lnTo>
                  <a:lnTo>
                    <a:pt x="584" y="1"/>
                  </a:lnTo>
                  <a:lnTo>
                    <a:pt x="575" y="0"/>
                  </a:lnTo>
                  <a:lnTo>
                    <a:pt x="565" y="1"/>
                  </a:lnTo>
                  <a:lnTo>
                    <a:pt x="556" y="4"/>
                  </a:lnTo>
                  <a:lnTo>
                    <a:pt x="548" y="9"/>
                  </a:lnTo>
                  <a:lnTo>
                    <a:pt x="541" y="14"/>
                  </a:lnTo>
                  <a:lnTo>
                    <a:pt x="535" y="22"/>
                  </a:lnTo>
                  <a:lnTo>
                    <a:pt x="531" y="29"/>
                  </a:lnTo>
                  <a:lnTo>
                    <a:pt x="528" y="38"/>
                  </a:lnTo>
                  <a:lnTo>
                    <a:pt x="527" y="47"/>
                  </a:lnTo>
                  <a:lnTo>
                    <a:pt x="527" y="75"/>
                  </a:lnTo>
                  <a:lnTo>
                    <a:pt x="399" y="75"/>
                  </a:lnTo>
                  <a:lnTo>
                    <a:pt x="401" y="71"/>
                  </a:lnTo>
                  <a:lnTo>
                    <a:pt x="402" y="66"/>
                  </a:lnTo>
                  <a:lnTo>
                    <a:pt x="402" y="47"/>
                  </a:lnTo>
                  <a:lnTo>
                    <a:pt x="402" y="38"/>
                  </a:lnTo>
                  <a:lnTo>
                    <a:pt x="399" y="29"/>
                  </a:lnTo>
                  <a:lnTo>
                    <a:pt x="394" y="22"/>
                  </a:lnTo>
                  <a:lnTo>
                    <a:pt x="389" y="14"/>
                  </a:lnTo>
                  <a:lnTo>
                    <a:pt x="381" y="9"/>
                  </a:lnTo>
                  <a:lnTo>
                    <a:pt x="374" y="4"/>
                  </a:lnTo>
                  <a:lnTo>
                    <a:pt x="364" y="1"/>
                  </a:lnTo>
                  <a:lnTo>
                    <a:pt x="355" y="0"/>
                  </a:lnTo>
                  <a:lnTo>
                    <a:pt x="346" y="1"/>
                  </a:lnTo>
                  <a:lnTo>
                    <a:pt x="336" y="4"/>
                  </a:lnTo>
                  <a:lnTo>
                    <a:pt x="329" y="9"/>
                  </a:lnTo>
                  <a:lnTo>
                    <a:pt x="321" y="14"/>
                  </a:lnTo>
                  <a:lnTo>
                    <a:pt x="316" y="22"/>
                  </a:lnTo>
                  <a:lnTo>
                    <a:pt x="312" y="29"/>
                  </a:lnTo>
                  <a:lnTo>
                    <a:pt x="308" y="38"/>
                  </a:lnTo>
                  <a:lnTo>
                    <a:pt x="307" y="47"/>
                  </a:lnTo>
                  <a:lnTo>
                    <a:pt x="307" y="75"/>
                  </a:lnTo>
                  <a:lnTo>
                    <a:pt x="179" y="75"/>
                  </a:lnTo>
                  <a:lnTo>
                    <a:pt x="182" y="71"/>
                  </a:lnTo>
                  <a:lnTo>
                    <a:pt x="183" y="66"/>
                  </a:lnTo>
                  <a:lnTo>
                    <a:pt x="183" y="47"/>
                  </a:lnTo>
                  <a:lnTo>
                    <a:pt x="182" y="38"/>
                  </a:lnTo>
                  <a:lnTo>
                    <a:pt x="180" y="29"/>
                  </a:lnTo>
                  <a:lnTo>
                    <a:pt x="175" y="22"/>
                  </a:lnTo>
                  <a:lnTo>
                    <a:pt x="169" y="14"/>
                  </a:lnTo>
                  <a:lnTo>
                    <a:pt x="163" y="9"/>
                  </a:lnTo>
                  <a:lnTo>
                    <a:pt x="154" y="4"/>
                  </a:lnTo>
                  <a:lnTo>
                    <a:pt x="145" y="1"/>
                  </a:lnTo>
                  <a:lnTo>
                    <a:pt x="136" y="0"/>
                  </a:lnTo>
                  <a:lnTo>
                    <a:pt x="126" y="1"/>
                  </a:lnTo>
                  <a:lnTo>
                    <a:pt x="118" y="4"/>
                  </a:lnTo>
                  <a:lnTo>
                    <a:pt x="110" y="9"/>
                  </a:lnTo>
                  <a:lnTo>
                    <a:pt x="103" y="14"/>
                  </a:lnTo>
                  <a:lnTo>
                    <a:pt x="97" y="22"/>
                  </a:lnTo>
                  <a:lnTo>
                    <a:pt x="93" y="29"/>
                  </a:lnTo>
                  <a:lnTo>
                    <a:pt x="90" y="38"/>
                  </a:lnTo>
                  <a:lnTo>
                    <a:pt x="89" y="47"/>
                  </a:lnTo>
                  <a:lnTo>
                    <a:pt x="89" y="75"/>
                  </a:lnTo>
                  <a:lnTo>
                    <a:pt x="77" y="75"/>
                  </a:lnTo>
                  <a:lnTo>
                    <a:pt x="69" y="76"/>
                  </a:lnTo>
                  <a:lnTo>
                    <a:pt x="62" y="77"/>
                  </a:lnTo>
                  <a:lnTo>
                    <a:pt x="54" y="78"/>
                  </a:lnTo>
                  <a:lnTo>
                    <a:pt x="47" y="82"/>
                  </a:lnTo>
                  <a:lnTo>
                    <a:pt x="40" y="85"/>
                  </a:lnTo>
                  <a:lnTo>
                    <a:pt x="34" y="88"/>
                  </a:lnTo>
                  <a:lnTo>
                    <a:pt x="28" y="93"/>
                  </a:lnTo>
                  <a:lnTo>
                    <a:pt x="22" y="98"/>
                  </a:lnTo>
                  <a:lnTo>
                    <a:pt x="18" y="103"/>
                  </a:lnTo>
                  <a:lnTo>
                    <a:pt x="13" y="110"/>
                  </a:lnTo>
                  <a:lnTo>
                    <a:pt x="9" y="116"/>
                  </a:lnTo>
                  <a:lnTo>
                    <a:pt x="6" y="122"/>
                  </a:lnTo>
                  <a:lnTo>
                    <a:pt x="4" y="130"/>
                  </a:lnTo>
                  <a:lnTo>
                    <a:pt x="2" y="137"/>
                  </a:lnTo>
                  <a:lnTo>
                    <a:pt x="1" y="145"/>
                  </a:lnTo>
                  <a:lnTo>
                    <a:pt x="0" y="152"/>
                  </a:lnTo>
                  <a:lnTo>
                    <a:pt x="0" y="614"/>
                  </a:lnTo>
                  <a:lnTo>
                    <a:pt x="1" y="623"/>
                  </a:lnTo>
                  <a:lnTo>
                    <a:pt x="3" y="630"/>
                  </a:lnTo>
                  <a:lnTo>
                    <a:pt x="7" y="638"/>
                  </a:lnTo>
                  <a:lnTo>
                    <a:pt x="12" y="644"/>
                  </a:lnTo>
                  <a:lnTo>
                    <a:pt x="18" y="648"/>
                  </a:lnTo>
                  <a:lnTo>
                    <a:pt x="25" y="653"/>
                  </a:lnTo>
                  <a:lnTo>
                    <a:pt x="33" y="655"/>
                  </a:lnTo>
                  <a:lnTo>
                    <a:pt x="41" y="656"/>
                  </a:lnTo>
                  <a:lnTo>
                    <a:pt x="282" y="656"/>
                  </a:lnTo>
                  <a:lnTo>
                    <a:pt x="287" y="655"/>
                  </a:lnTo>
                  <a:lnTo>
                    <a:pt x="291" y="652"/>
                  </a:lnTo>
                  <a:lnTo>
                    <a:pt x="293" y="647"/>
                  </a:lnTo>
                  <a:lnTo>
                    <a:pt x="296" y="642"/>
                  </a:lnTo>
                  <a:lnTo>
                    <a:pt x="293" y="637"/>
                  </a:lnTo>
                  <a:lnTo>
                    <a:pt x="291" y="632"/>
                  </a:lnTo>
                  <a:lnTo>
                    <a:pt x="287" y="629"/>
                  </a:lnTo>
                  <a:lnTo>
                    <a:pt x="282" y="628"/>
                  </a:lnTo>
                  <a:lnTo>
                    <a:pt x="41" y="628"/>
                  </a:lnTo>
                  <a:lnTo>
                    <a:pt x="36" y="627"/>
                  </a:lnTo>
                  <a:lnTo>
                    <a:pt x="32" y="624"/>
                  </a:lnTo>
                  <a:lnTo>
                    <a:pt x="28" y="619"/>
                  </a:lnTo>
                  <a:lnTo>
                    <a:pt x="27" y="614"/>
                  </a:lnTo>
                  <a:lnTo>
                    <a:pt x="27" y="259"/>
                  </a:lnTo>
                  <a:lnTo>
                    <a:pt x="568" y="259"/>
                  </a:lnTo>
                  <a:lnTo>
                    <a:pt x="573" y="258"/>
                  </a:lnTo>
                  <a:lnTo>
                    <a:pt x="578" y="254"/>
                  </a:lnTo>
                  <a:lnTo>
                    <a:pt x="581" y="250"/>
                  </a:lnTo>
                  <a:lnTo>
                    <a:pt x="582" y="245"/>
                  </a:lnTo>
                  <a:lnTo>
                    <a:pt x="581" y="239"/>
                  </a:lnTo>
                  <a:lnTo>
                    <a:pt x="578" y="235"/>
                  </a:lnTo>
                  <a:lnTo>
                    <a:pt x="573" y="232"/>
                  </a:lnTo>
                  <a:lnTo>
                    <a:pt x="568" y="231"/>
                  </a:lnTo>
                  <a:lnTo>
                    <a:pt x="27" y="231"/>
                  </a:lnTo>
                  <a:lnTo>
                    <a:pt x="27" y="152"/>
                  </a:lnTo>
                  <a:lnTo>
                    <a:pt x="28" y="143"/>
                  </a:lnTo>
                  <a:lnTo>
                    <a:pt x="32" y="133"/>
                  </a:lnTo>
                  <a:lnTo>
                    <a:pt x="36" y="125"/>
                  </a:lnTo>
                  <a:lnTo>
                    <a:pt x="42" y="118"/>
                  </a:lnTo>
                  <a:lnTo>
                    <a:pt x="50" y="112"/>
                  </a:lnTo>
                  <a:lnTo>
                    <a:pt x="57" y="107"/>
                  </a:lnTo>
                  <a:lnTo>
                    <a:pt x="67" y="104"/>
                  </a:lnTo>
                  <a:lnTo>
                    <a:pt x="77" y="103"/>
                  </a:lnTo>
                  <a:lnTo>
                    <a:pt x="89" y="103"/>
                  </a:lnTo>
                  <a:lnTo>
                    <a:pt x="89" y="136"/>
                  </a:lnTo>
                  <a:lnTo>
                    <a:pt x="90" y="146"/>
                  </a:lnTo>
                  <a:lnTo>
                    <a:pt x="93" y="155"/>
                  </a:lnTo>
                  <a:lnTo>
                    <a:pt x="97" y="163"/>
                  </a:lnTo>
                  <a:lnTo>
                    <a:pt x="103" y="170"/>
                  </a:lnTo>
                  <a:lnTo>
                    <a:pt x="110" y="176"/>
                  </a:lnTo>
                  <a:lnTo>
                    <a:pt x="118" y="180"/>
                  </a:lnTo>
                  <a:lnTo>
                    <a:pt x="126" y="183"/>
                  </a:lnTo>
                  <a:lnTo>
                    <a:pt x="136" y="184"/>
                  </a:lnTo>
                  <a:lnTo>
                    <a:pt x="145" y="183"/>
                  </a:lnTo>
                  <a:lnTo>
                    <a:pt x="154" y="180"/>
                  </a:lnTo>
                  <a:lnTo>
                    <a:pt x="163" y="176"/>
                  </a:lnTo>
                  <a:lnTo>
                    <a:pt x="169" y="170"/>
                  </a:lnTo>
                  <a:lnTo>
                    <a:pt x="175" y="163"/>
                  </a:lnTo>
                  <a:lnTo>
                    <a:pt x="180" y="155"/>
                  </a:lnTo>
                  <a:lnTo>
                    <a:pt x="182" y="146"/>
                  </a:lnTo>
                  <a:lnTo>
                    <a:pt x="183" y="136"/>
                  </a:lnTo>
                  <a:lnTo>
                    <a:pt x="182" y="131"/>
                  </a:lnTo>
                  <a:lnTo>
                    <a:pt x="179" y="127"/>
                  </a:lnTo>
                  <a:lnTo>
                    <a:pt x="174" y="124"/>
                  </a:lnTo>
                  <a:lnTo>
                    <a:pt x="169" y="122"/>
                  </a:lnTo>
                  <a:lnTo>
                    <a:pt x="164" y="124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5" y="136"/>
                  </a:lnTo>
                  <a:lnTo>
                    <a:pt x="155" y="141"/>
                  </a:lnTo>
                  <a:lnTo>
                    <a:pt x="154" y="144"/>
                  </a:lnTo>
                  <a:lnTo>
                    <a:pt x="152" y="147"/>
                  </a:lnTo>
                  <a:lnTo>
                    <a:pt x="150" y="150"/>
                  </a:lnTo>
                  <a:lnTo>
                    <a:pt x="146" y="152"/>
                  </a:lnTo>
                  <a:lnTo>
                    <a:pt x="143" y="155"/>
                  </a:lnTo>
                  <a:lnTo>
                    <a:pt x="140" y="156"/>
                  </a:lnTo>
                  <a:lnTo>
                    <a:pt x="136" y="156"/>
                  </a:lnTo>
                  <a:lnTo>
                    <a:pt x="131" y="156"/>
                  </a:lnTo>
                  <a:lnTo>
                    <a:pt x="128" y="155"/>
                  </a:lnTo>
                  <a:lnTo>
                    <a:pt x="125" y="152"/>
                  </a:lnTo>
                  <a:lnTo>
                    <a:pt x="122" y="150"/>
                  </a:lnTo>
                  <a:lnTo>
                    <a:pt x="120" y="147"/>
                  </a:lnTo>
                  <a:lnTo>
                    <a:pt x="118" y="144"/>
                  </a:lnTo>
                  <a:lnTo>
                    <a:pt x="116" y="141"/>
                  </a:lnTo>
                  <a:lnTo>
                    <a:pt x="116" y="136"/>
                  </a:lnTo>
                  <a:lnTo>
                    <a:pt x="116" y="103"/>
                  </a:lnTo>
                  <a:lnTo>
                    <a:pt x="307" y="103"/>
                  </a:lnTo>
                  <a:lnTo>
                    <a:pt x="307" y="136"/>
                  </a:lnTo>
                  <a:lnTo>
                    <a:pt x="308" y="146"/>
                  </a:lnTo>
                  <a:lnTo>
                    <a:pt x="312" y="155"/>
                  </a:lnTo>
                  <a:lnTo>
                    <a:pt x="316" y="163"/>
                  </a:lnTo>
                  <a:lnTo>
                    <a:pt x="321" y="170"/>
                  </a:lnTo>
                  <a:lnTo>
                    <a:pt x="329" y="176"/>
                  </a:lnTo>
                  <a:lnTo>
                    <a:pt x="336" y="180"/>
                  </a:lnTo>
                  <a:lnTo>
                    <a:pt x="346" y="183"/>
                  </a:lnTo>
                  <a:lnTo>
                    <a:pt x="355" y="184"/>
                  </a:lnTo>
                  <a:lnTo>
                    <a:pt x="364" y="183"/>
                  </a:lnTo>
                  <a:lnTo>
                    <a:pt x="374" y="180"/>
                  </a:lnTo>
                  <a:lnTo>
                    <a:pt x="381" y="176"/>
                  </a:lnTo>
                  <a:lnTo>
                    <a:pt x="389" y="170"/>
                  </a:lnTo>
                  <a:lnTo>
                    <a:pt x="394" y="163"/>
                  </a:lnTo>
                  <a:lnTo>
                    <a:pt x="399" y="155"/>
                  </a:lnTo>
                  <a:lnTo>
                    <a:pt x="402" y="146"/>
                  </a:lnTo>
                  <a:lnTo>
                    <a:pt x="402" y="136"/>
                  </a:lnTo>
                  <a:lnTo>
                    <a:pt x="401" y="131"/>
                  </a:lnTo>
                  <a:lnTo>
                    <a:pt x="399" y="127"/>
                  </a:lnTo>
                  <a:lnTo>
                    <a:pt x="394" y="124"/>
                  </a:lnTo>
                  <a:lnTo>
                    <a:pt x="388" y="122"/>
                  </a:lnTo>
                  <a:lnTo>
                    <a:pt x="383" y="124"/>
                  </a:lnTo>
                  <a:lnTo>
                    <a:pt x="378" y="127"/>
                  </a:lnTo>
                  <a:lnTo>
                    <a:pt x="376" y="131"/>
                  </a:lnTo>
                  <a:lnTo>
                    <a:pt x="375" y="136"/>
                  </a:lnTo>
                  <a:lnTo>
                    <a:pt x="374" y="141"/>
                  </a:lnTo>
                  <a:lnTo>
                    <a:pt x="373" y="144"/>
                  </a:lnTo>
                  <a:lnTo>
                    <a:pt x="371" y="147"/>
                  </a:lnTo>
                  <a:lnTo>
                    <a:pt x="369" y="150"/>
                  </a:lnTo>
                  <a:lnTo>
                    <a:pt x="366" y="152"/>
                  </a:lnTo>
                  <a:lnTo>
                    <a:pt x="362" y="155"/>
                  </a:lnTo>
                  <a:lnTo>
                    <a:pt x="359" y="156"/>
                  </a:lnTo>
                  <a:lnTo>
                    <a:pt x="355" y="156"/>
                  </a:lnTo>
                  <a:lnTo>
                    <a:pt x="351" y="156"/>
                  </a:lnTo>
                  <a:lnTo>
                    <a:pt x="347" y="155"/>
                  </a:lnTo>
                  <a:lnTo>
                    <a:pt x="344" y="152"/>
                  </a:lnTo>
                  <a:lnTo>
                    <a:pt x="342" y="150"/>
                  </a:lnTo>
                  <a:lnTo>
                    <a:pt x="339" y="147"/>
                  </a:lnTo>
                  <a:lnTo>
                    <a:pt x="337" y="144"/>
                  </a:lnTo>
                  <a:lnTo>
                    <a:pt x="336" y="141"/>
                  </a:lnTo>
                  <a:lnTo>
                    <a:pt x="335" y="136"/>
                  </a:lnTo>
                  <a:lnTo>
                    <a:pt x="335" y="103"/>
                  </a:lnTo>
                  <a:lnTo>
                    <a:pt x="527" y="103"/>
                  </a:lnTo>
                  <a:lnTo>
                    <a:pt x="527" y="136"/>
                  </a:lnTo>
                  <a:lnTo>
                    <a:pt x="528" y="146"/>
                  </a:lnTo>
                  <a:lnTo>
                    <a:pt x="531" y="155"/>
                  </a:lnTo>
                  <a:lnTo>
                    <a:pt x="535" y="163"/>
                  </a:lnTo>
                  <a:lnTo>
                    <a:pt x="541" y="170"/>
                  </a:lnTo>
                  <a:lnTo>
                    <a:pt x="548" y="176"/>
                  </a:lnTo>
                  <a:lnTo>
                    <a:pt x="556" y="180"/>
                  </a:lnTo>
                  <a:lnTo>
                    <a:pt x="565" y="183"/>
                  </a:lnTo>
                  <a:lnTo>
                    <a:pt x="575" y="184"/>
                  </a:lnTo>
                  <a:lnTo>
                    <a:pt x="584" y="183"/>
                  </a:lnTo>
                  <a:lnTo>
                    <a:pt x="593" y="180"/>
                  </a:lnTo>
                  <a:lnTo>
                    <a:pt x="600" y="176"/>
                  </a:lnTo>
                  <a:lnTo>
                    <a:pt x="608" y="170"/>
                  </a:lnTo>
                  <a:lnTo>
                    <a:pt x="613" y="163"/>
                  </a:lnTo>
                  <a:lnTo>
                    <a:pt x="617" y="155"/>
                  </a:lnTo>
                  <a:lnTo>
                    <a:pt x="621" y="146"/>
                  </a:lnTo>
                  <a:lnTo>
                    <a:pt x="622" y="136"/>
                  </a:lnTo>
                  <a:lnTo>
                    <a:pt x="621" y="131"/>
                  </a:lnTo>
                  <a:lnTo>
                    <a:pt x="617" y="127"/>
                  </a:lnTo>
                  <a:lnTo>
                    <a:pt x="613" y="124"/>
                  </a:lnTo>
                  <a:lnTo>
                    <a:pt x="608" y="122"/>
                  </a:lnTo>
                  <a:lnTo>
                    <a:pt x="602" y="124"/>
                  </a:lnTo>
                  <a:lnTo>
                    <a:pt x="598" y="127"/>
                  </a:lnTo>
                  <a:lnTo>
                    <a:pt x="595" y="131"/>
                  </a:lnTo>
                  <a:lnTo>
                    <a:pt x="594" y="136"/>
                  </a:lnTo>
                  <a:lnTo>
                    <a:pt x="593" y="141"/>
                  </a:lnTo>
                  <a:lnTo>
                    <a:pt x="592" y="144"/>
                  </a:lnTo>
                  <a:lnTo>
                    <a:pt x="591" y="147"/>
                  </a:lnTo>
                  <a:lnTo>
                    <a:pt x="587" y="150"/>
                  </a:lnTo>
                  <a:lnTo>
                    <a:pt x="585" y="152"/>
                  </a:lnTo>
                  <a:lnTo>
                    <a:pt x="582" y="155"/>
                  </a:lnTo>
                  <a:lnTo>
                    <a:pt x="578" y="156"/>
                  </a:lnTo>
                  <a:lnTo>
                    <a:pt x="575" y="156"/>
                  </a:lnTo>
                  <a:lnTo>
                    <a:pt x="570" y="156"/>
                  </a:lnTo>
                  <a:lnTo>
                    <a:pt x="567" y="155"/>
                  </a:lnTo>
                  <a:lnTo>
                    <a:pt x="564" y="152"/>
                  </a:lnTo>
                  <a:lnTo>
                    <a:pt x="561" y="150"/>
                  </a:lnTo>
                  <a:lnTo>
                    <a:pt x="558" y="147"/>
                  </a:lnTo>
                  <a:lnTo>
                    <a:pt x="556" y="144"/>
                  </a:lnTo>
                  <a:lnTo>
                    <a:pt x="555" y="141"/>
                  </a:lnTo>
                  <a:lnTo>
                    <a:pt x="555" y="136"/>
                  </a:lnTo>
                  <a:lnTo>
                    <a:pt x="555" y="103"/>
                  </a:lnTo>
                  <a:lnTo>
                    <a:pt x="634" y="103"/>
                  </a:lnTo>
                  <a:lnTo>
                    <a:pt x="643" y="104"/>
                  </a:lnTo>
                  <a:lnTo>
                    <a:pt x="653" y="107"/>
                  </a:lnTo>
                  <a:lnTo>
                    <a:pt x="661" y="112"/>
                  </a:lnTo>
                  <a:lnTo>
                    <a:pt x="668" y="118"/>
                  </a:lnTo>
                  <a:lnTo>
                    <a:pt x="674" y="125"/>
                  </a:lnTo>
                  <a:lnTo>
                    <a:pt x="679" y="133"/>
                  </a:lnTo>
                  <a:lnTo>
                    <a:pt x="682" y="143"/>
                  </a:lnTo>
                  <a:lnTo>
                    <a:pt x="683" y="152"/>
                  </a:lnTo>
                  <a:lnTo>
                    <a:pt x="683" y="614"/>
                  </a:lnTo>
                  <a:lnTo>
                    <a:pt x="682" y="619"/>
                  </a:lnTo>
                  <a:lnTo>
                    <a:pt x="679" y="624"/>
                  </a:lnTo>
                  <a:lnTo>
                    <a:pt x="674" y="627"/>
                  </a:lnTo>
                  <a:lnTo>
                    <a:pt x="669" y="628"/>
                  </a:lnTo>
                  <a:lnTo>
                    <a:pt x="430" y="628"/>
                  </a:lnTo>
                  <a:lnTo>
                    <a:pt x="424" y="629"/>
                  </a:lnTo>
                  <a:lnTo>
                    <a:pt x="419" y="632"/>
                  </a:lnTo>
                  <a:lnTo>
                    <a:pt x="417" y="637"/>
                  </a:lnTo>
                  <a:lnTo>
                    <a:pt x="416" y="642"/>
                  </a:lnTo>
                  <a:lnTo>
                    <a:pt x="417" y="647"/>
                  </a:lnTo>
                  <a:lnTo>
                    <a:pt x="419" y="652"/>
                  </a:lnTo>
                  <a:lnTo>
                    <a:pt x="424" y="655"/>
                  </a:lnTo>
                  <a:lnTo>
                    <a:pt x="430" y="656"/>
                  </a:lnTo>
                  <a:lnTo>
                    <a:pt x="669" y="656"/>
                  </a:lnTo>
                  <a:lnTo>
                    <a:pt x="678" y="655"/>
                  </a:lnTo>
                  <a:lnTo>
                    <a:pt x="685" y="653"/>
                  </a:lnTo>
                  <a:lnTo>
                    <a:pt x="693" y="648"/>
                  </a:lnTo>
                  <a:lnTo>
                    <a:pt x="698" y="644"/>
                  </a:lnTo>
                  <a:lnTo>
                    <a:pt x="703" y="638"/>
                  </a:lnTo>
                  <a:lnTo>
                    <a:pt x="708" y="630"/>
                  </a:lnTo>
                  <a:lnTo>
                    <a:pt x="710" y="623"/>
                  </a:lnTo>
                  <a:lnTo>
                    <a:pt x="711" y="614"/>
                  </a:lnTo>
                  <a:lnTo>
                    <a:pt x="711" y="152"/>
                  </a:lnTo>
                  <a:lnTo>
                    <a:pt x="710" y="145"/>
                  </a:lnTo>
                  <a:lnTo>
                    <a:pt x="709" y="137"/>
                  </a:lnTo>
                  <a:lnTo>
                    <a:pt x="708" y="130"/>
                  </a:lnTo>
                  <a:lnTo>
                    <a:pt x="704" y="122"/>
                  </a:lnTo>
                  <a:lnTo>
                    <a:pt x="701" y="116"/>
                  </a:lnTo>
                  <a:lnTo>
                    <a:pt x="698" y="110"/>
                  </a:lnTo>
                  <a:lnTo>
                    <a:pt x="693" y="103"/>
                  </a:lnTo>
                  <a:lnTo>
                    <a:pt x="688" y="98"/>
                  </a:lnTo>
                  <a:lnTo>
                    <a:pt x="683" y="93"/>
                  </a:lnTo>
                  <a:lnTo>
                    <a:pt x="676" y="88"/>
                  </a:lnTo>
                  <a:lnTo>
                    <a:pt x="670" y="85"/>
                  </a:lnTo>
                  <a:lnTo>
                    <a:pt x="664" y="82"/>
                  </a:lnTo>
                  <a:lnTo>
                    <a:pt x="656" y="78"/>
                  </a:lnTo>
                  <a:lnTo>
                    <a:pt x="649" y="77"/>
                  </a:lnTo>
                  <a:lnTo>
                    <a:pt x="641" y="76"/>
                  </a:lnTo>
                  <a:lnTo>
                    <a:pt x="634" y="75"/>
                  </a:lnTo>
                  <a:close/>
                  <a:moveTo>
                    <a:pt x="116" y="75"/>
                  </a:moveTo>
                  <a:lnTo>
                    <a:pt x="116" y="47"/>
                  </a:lnTo>
                  <a:lnTo>
                    <a:pt x="116" y="44"/>
                  </a:lnTo>
                  <a:lnTo>
                    <a:pt x="118" y="40"/>
                  </a:lnTo>
                  <a:lnTo>
                    <a:pt x="120" y="37"/>
                  </a:lnTo>
                  <a:lnTo>
                    <a:pt x="122" y="33"/>
                  </a:lnTo>
                  <a:lnTo>
                    <a:pt x="125" y="31"/>
                  </a:lnTo>
                  <a:lnTo>
                    <a:pt x="128" y="30"/>
                  </a:lnTo>
                  <a:lnTo>
                    <a:pt x="131" y="29"/>
                  </a:lnTo>
                  <a:lnTo>
                    <a:pt x="136" y="28"/>
                  </a:lnTo>
                  <a:lnTo>
                    <a:pt x="140" y="29"/>
                  </a:lnTo>
                  <a:lnTo>
                    <a:pt x="143" y="30"/>
                  </a:lnTo>
                  <a:lnTo>
                    <a:pt x="146" y="31"/>
                  </a:lnTo>
                  <a:lnTo>
                    <a:pt x="150" y="33"/>
                  </a:lnTo>
                  <a:lnTo>
                    <a:pt x="152" y="37"/>
                  </a:lnTo>
                  <a:lnTo>
                    <a:pt x="154" y="40"/>
                  </a:lnTo>
                  <a:lnTo>
                    <a:pt x="155" y="44"/>
                  </a:lnTo>
                  <a:lnTo>
                    <a:pt x="155" y="47"/>
                  </a:lnTo>
                  <a:lnTo>
                    <a:pt x="155" y="66"/>
                  </a:lnTo>
                  <a:lnTo>
                    <a:pt x="156" y="71"/>
                  </a:lnTo>
                  <a:lnTo>
                    <a:pt x="159" y="75"/>
                  </a:lnTo>
                  <a:lnTo>
                    <a:pt x="116" y="75"/>
                  </a:lnTo>
                  <a:close/>
                  <a:moveTo>
                    <a:pt x="335" y="75"/>
                  </a:moveTo>
                  <a:lnTo>
                    <a:pt x="335" y="47"/>
                  </a:lnTo>
                  <a:lnTo>
                    <a:pt x="336" y="44"/>
                  </a:lnTo>
                  <a:lnTo>
                    <a:pt x="337" y="40"/>
                  </a:lnTo>
                  <a:lnTo>
                    <a:pt x="339" y="37"/>
                  </a:lnTo>
                  <a:lnTo>
                    <a:pt x="342" y="33"/>
                  </a:lnTo>
                  <a:lnTo>
                    <a:pt x="344" y="31"/>
                  </a:lnTo>
                  <a:lnTo>
                    <a:pt x="347" y="30"/>
                  </a:lnTo>
                  <a:lnTo>
                    <a:pt x="351" y="29"/>
                  </a:lnTo>
                  <a:lnTo>
                    <a:pt x="355" y="28"/>
                  </a:lnTo>
                  <a:lnTo>
                    <a:pt x="359" y="29"/>
                  </a:lnTo>
                  <a:lnTo>
                    <a:pt x="362" y="30"/>
                  </a:lnTo>
                  <a:lnTo>
                    <a:pt x="366" y="31"/>
                  </a:lnTo>
                  <a:lnTo>
                    <a:pt x="369" y="33"/>
                  </a:lnTo>
                  <a:lnTo>
                    <a:pt x="371" y="37"/>
                  </a:lnTo>
                  <a:lnTo>
                    <a:pt x="373" y="40"/>
                  </a:lnTo>
                  <a:lnTo>
                    <a:pt x="374" y="44"/>
                  </a:lnTo>
                  <a:lnTo>
                    <a:pt x="375" y="47"/>
                  </a:lnTo>
                  <a:lnTo>
                    <a:pt x="375" y="66"/>
                  </a:lnTo>
                  <a:lnTo>
                    <a:pt x="376" y="71"/>
                  </a:lnTo>
                  <a:lnTo>
                    <a:pt x="378" y="75"/>
                  </a:lnTo>
                  <a:lnTo>
                    <a:pt x="335" y="75"/>
                  </a:lnTo>
                  <a:close/>
                  <a:moveTo>
                    <a:pt x="555" y="75"/>
                  </a:moveTo>
                  <a:lnTo>
                    <a:pt x="555" y="47"/>
                  </a:lnTo>
                  <a:lnTo>
                    <a:pt x="555" y="44"/>
                  </a:lnTo>
                  <a:lnTo>
                    <a:pt x="556" y="40"/>
                  </a:lnTo>
                  <a:lnTo>
                    <a:pt x="558" y="37"/>
                  </a:lnTo>
                  <a:lnTo>
                    <a:pt x="561" y="33"/>
                  </a:lnTo>
                  <a:lnTo>
                    <a:pt x="564" y="31"/>
                  </a:lnTo>
                  <a:lnTo>
                    <a:pt x="567" y="30"/>
                  </a:lnTo>
                  <a:lnTo>
                    <a:pt x="570" y="29"/>
                  </a:lnTo>
                  <a:lnTo>
                    <a:pt x="575" y="28"/>
                  </a:lnTo>
                  <a:lnTo>
                    <a:pt x="578" y="29"/>
                  </a:lnTo>
                  <a:lnTo>
                    <a:pt x="582" y="30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7"/>
                  </a:lnTo>
                  <a:lnTo>
                    <a:pt x="592" y="40"/>
                  </a:lnTo>
                  <a:lnTo>
                    <a:pt x="593" y="44"/>
                  </a:lnTo>
                  <a:lnTo>
                    <a:pt x="594" y="47"/>
                  </a:lnTo>
                  <a:lnTo>
                    <a:pt x="594" y="66"/>
                  </a:lnTo>
                  <a:lnTo>
                    <a:pt x="595" y="71"/>
                  </a:lnTo>
                  <a:lnTo>
                    <a:pt x="598" y="75"/>
                  </a:lnTo>
                  <a:lnTo>
                    <a:pt x="555" y="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0" name="Freeform 168">
              <a:extLst>
                <a:ext uri="{FF2B5EF4-FFF2-40B4-BE49-F238E27FC236}">
                  <a16:creationId xmlns:a16="http://schemas.microsoft.com/office/drawing/2014/main" id="{FC4329DA-5C32-43E9-A098-F8CF2E0A2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4501" y="5627688"/>
              <a:ext cx="61913" cy="61913"/>
            </a:xfrm>
            <a:custGeom>
              <a:avLst/>
              <a:gdLst>
                <a:gd name="T0" fmla="*/ 52 w 117"/>
                <a:gd name="T1" fmla="*/ 1 h 117"/>
                <a:gd name="T2" fmla="*/ 40 w 117"/>
                <a:gd name="T3" fmla="*/ 3 h 117"/>
                <a:gd name="T4" fmla="*/ 31 w 117"/>
                <a:gd name="T5" fmla="*/ 7 h 117"/>
                <a:gd name="T6" fmla="*/ 21 w 117"/>
                <a:gd name="T7" fmla="*/ 14 h 117"/>
                <a:gd name="T8" fmla="*/ 14 w 117"/>
                <a:gd name="T9" fmla="*/ 21 h 117"/>
                <a:gd name="T10" fmla="*/ 7 w 117"/>
                <a:gd name="T11" fmla="*/ 31 h 117"/>
                <a:gd name="T12" fmla="*/ 3 w 117"/>
                <a:gd name="T13" fmla="*/ 42 h 117"/>
                <a:gd name="T14" fmla="*/ 0 w 117"/>
                <a:gd name="T15" fmla="*/ 52 h 117"/>
                <a:gd name="T16" fmla="*/ 0 w 117"/>
                <a:gd name="T17" fmla="*/ 64 h 117"/>
                <a:gd name="T18" fmla="*/ 3 w 117"/>
                <a:gd name="T19" fmla="*/ 76 h 117"/>
                <a:gd name="T20" fmla="*/ 7 w 117"/>
                <a:gd name="T21" fmla="*/ 87 h 117"/>
                <a:gd name="T22" fmla="*/ 14 w 117"/>
                <a:gd name="T23" fmla="*/ 95 h 117"/>
                <a:gd name="T24" fmla="*/ 21 w 117"/>
                <a:gd name="T25" fmla="*/ 104 h 117"/>
                <a:gd name="T26" fmla="*/ 31 w 117"/>
                <a:gd name="T27" fmla="*/ 109 h 117"/>
                <a:gd name="T28" fmla="*/ 40 w 117"/>
                <a:gd name="T29" fmla="*/ 115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5 h 117"/>
                <a:gd name="T36" fmla="*/ 85 w 117"/>
                <a:gd name="T37" fmla="*/ 109 h 117"/>
                <a:gd name="T38" fmla="*/ 95 w 117"/>
                <a:gd name="T39" fmla="*/ 104 h 117"/>
                <a:gd name="T40" fmla="*/ 103 w 117"/>
                <a:gd name="T41" fmla="*/ 95 h 117"/>
                <a:gd name="T42" fmla="*/ 109 w 117"/>
                <a:gd name="T43" fmla="*/ 87 h 117"/>
                <a:gd name="T44" fmla="*/ 113 w 117"/>
                <a:gd name="T45" fmla="*/ 76 h 117"/>
                <a:gd name="T46" fmla="*/ 117 w 117"/>
                <a:gd name="T47" fmla="*/ 64 h 117"/>
                <a:gd name="T48" fmla="*/ 117 w 117"/>
                <a:gd name="T49" fmla="*/ 52 h 117"/>
                <a:gd name="T50" fmla="*/ 113 w 117"/>
                <a:gd name="T51" fmla="*/ 42 h 117"/>
                <a:gd name="T52" fmla="*/ 109 w 117"/>
                <a:gd name="T53" fmla="*/ 31 h 117"/>
                <a:gd name="T54" fmla="*/ 103 w 117"/>
                <a:gd name="T55" fmla="*/ 21 h 117"/>
                <a:gd name="T56" fmla="*/ 95 w 117"/>
                <a:gd name="T57" fmla="*/ 14 h 117"/>
                <a:gd name="T58" fmla="*/ 85 w 117"/>
                <a:gd name="T59" fmla="*/ 7 h 117"/>
                <a:gd name="T60" fmla="*/ 76 w 117"/>
                <a:gd name="T61" fmla="*/ 3 h 117"/>
                <a:gd name="T62" fmla="*/ 64 w 117"/>
                <a:gd name="T63" fmla="*/ 1 h 117"/>
                <a:gd name="T64" fmla="*/ 59 w 117"/>
                <a:gd name="T65" fmla="*/ 89 h 117"/>
                <a:gd name="T66" fmla="*/ 46 w 117"/>
                <a:gd name="T67" fmla="*/ 87 h 117"/>
                <a:gd name="T68" fmla="*/ 36 w 117"/>
                <a:gd name="T69" fmla="*/ 80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6 w 117"/>
                <a:gd name="T79" fmla="*/ 30 h 117"/>
                <a:gd name="T80" fmla="*/ 59 w 117"/>
                <a:gd name="T81" fmla="*/ 28 h 117"/>
                <a:gd name="T82" fmla="*/ 70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0 h 117"/>
                <a:gd name="T94" fmla="*/ 70 w 117"/>
                <a:gd name="T95" fmla="*/ 87 h 117"/>
                <a:gd name="T96" fmla="*/ 59 w 117"/>
                <a:gd name="T97" fmla="*/ 8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1"/>
                  </a:lnTo>
                  <a:lnTo>
                    <a:pt x="47" y="1"/>
                  </a:lnTo>
                  <a:lnTo>
                    <a:pt x="40" y="3"/>
                  </a:lnTo>
                  <a:lnTo>
                    <a:pt x="35" y="5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21" y="14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9" y="26"/>
                  </a:lnTo>
                  <a:lnTo>
                    <a:pt x="7" y="31"/>
                  </a:lnTo>
                  <a:lnTo>
                    <a:pt x="4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4" y="81"/>
                  </a:lnTo>
                  <a:lnTo>
                    <a:pt x="7" y="87"/>
                  </a:lnTo>
                  <a:lnTo>
                    <a:pt x="9" y="91"/>
                  </a:lnTo>
                  <a:lnTo>
                    <a:pt x="14" y="95"/>
                  </a:lnTo>
                  <a:lnTo>
                    <a:pt x="17" y="100"/>
                  </a:lnTo>
                  <a:lnTo>
                    <a:pt x="21" y="104"/>
                  </a:lnTo>
                  <a:lnTo>
                    <a:pt x="25" y="107"/>
                  </a:lnTo>
                  <a:lnTo>
                    <a:pt x="31" y="109"/>
                  </a:lnTo>
                  <a:lnTo>
                    <a:pt x="35" y="113"/>
                  </a:lnTo>
                  <a:lnTo>
                    <a:pt x="40" y="115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69" y="116"/>
                  </a:lnTo>
                  <a:lnTo>
                    <a:pt x="76" y="115"/>
                  </a:lnTo>
                  <a:lnTo>
                    <a:pt x="81" y="113"/>
                  </a:lnTo>
                  <a:lnTo>
                    <a:pt x="85" y="109"/>
                  </a:lnTo>
                  <a:lnTo>
                    <a:pt x="91" y="107"/>
                  </a:lnTo>
                  <a:lnTo>
                    <a:pt x="95" y="104"/>
                  </a:lnTo>
                  <a:lnTo>
                    <a:pt x="99" y="100"/>
                  </a:lnTo>
                  <a:lnTo>
                    <a:pt x="103" y="95"/>
                  </a:lnTo>
                  <a:lnTo>
                    <a:pt x="107" y="91"/>
                  </a:lnTo>
                  <a:lnTo>
                    <a:pt x="109" y="87"/>
                  </a:lnTo>
                  <a:lnTo>
                    <a:pt x="112" y="81"/>
                  </a:lnTo>
                  <a:lnTo>
                    <a:pt x="113" y="76"/>
                  </a:lnTo>
                  <a:lnTo>
                    <a:pt x="115" y="71"/>
                  </a:lnTo>
                  <a:lnTo>
                    <a:pt x="117" y="64"/>
                  </a:lnTo>
                  <a:lnTo>
                    <a:pt x="117" y="59"/>
                  </a:lnTo>
                  <a:lnTo>
                    <a:pt x="117" y="52"/>
                  </a:lnTo>
                  <a:lnTo>
                    <a:pt x="115" y="47"/>
                  </a:lnTo>
                  <a:lnTo>
                    <a:pt x="113" y="42"/>
                  </a:lnTo>
                  <a:lnTo>
                    <a:pt x="112" y="36"/>
                  </a:lnTo>
                  <a:lnTo>
                    <a:pt x="109" y="31"/>
                  </a:lnTo>
                  <a:lnTo>
                    <a:pt x="107" y="26"/>
                  </a:lnTo>
                  <a:lnTo>
                    <a:pt x="103" y="21"/>
                  </a:lnTo>
                  <a:lnTo>
                    <a:pt x="99" y="17"/>
                  </a:lnTo>
                  <a:lnTo>
                    <a:pt x="95" y="14"/>
                  </a:lnTo>
                  <a:lnTo>
                    <a:pt x="91" y="11"/>
                  </a:lnTo>
                  <a:lnTo>
                    <a:pt x="85" y="7"/>
                  </a:lnTo>
                  <a:lnTo>
                    <a:pt x="81" y="5"/>
                  </a:lnTo>
                  <a:lnTo>
                    <a:pt x="76" y="3"/>
                  </a:lnTo>
                  <a:lnTo>
                    <a:pt x="69" y="1"/>
                  </a:lnTo>
                  <a:lnTo>
                    <a:pt x="64" y="1"/>
                  </a:lnTo>
                  <a:lnTo>
                    <a:pt x="59" y="0"/>
                  </a:lnTo>
                  <a:close/>
                  <a:moveTo>
                    <a:pt x="59" y="89"/>
                  </a:moveTo>
                  <a:lnTo>
                    <a:pt x="52" y="89"/>
                  </a:lnTo>
                  <a:lnTo>
                    <a:pt x="46" y="87"/>
                  </a:lnTo>
                  <a:lnTo>
                    <a:pt x="41" y="84"/>
                  </a:lnTo>
                  <a:lnTo>
                    <a:pt x="36" y="80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4"/>
                  </a:lnTo>
                  <a:lnTo>
                    <a:pt x="28" y="59"/>
                  </a:lnTo>
                  <a:lnTo>
                    <a:pt x="29" y="52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1" y="33"/>
                  </a:lnTo>
                  <a:lnTo>
                    <a:pt x="46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0" y="30"/>
                  </a:lnTo>
                  <a:lnTo>
                    <a:pt x="75" y="33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2"/>
                  </a:lnTo>
                  <a:lnTo>
                    <a:pt x="89" y="59"/>
                  </a:lnTo>
                  <a:lnTo>
                    <a:pt x="88" y="64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0"/>
                  </a:lnTo>
                  <a:lnTo>
                    <a:pt x="75" y="84"/>
                  </a:lnTo>
                  <a:lnTo>
                    <a:pt x="70" y="87"/>
                  </a:lnTo>
                  <a:lnTo>
                    <a:pt x="64" y="89"/>
                  </a:lnTo>
                  <a:lnTo>
                    <a:pt x="59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1" name="Freeform 169">
              <a:extLst>
                <a:ext uri="{FF2B5EF4-FFF2-40B4-BE49-F238E27FC236}">
                  <a16:creationId xmlns:a16="http://schemas.microsoft.com/office/drawing/2014/main" id="{60657030-9274-4B4D-8311-2BAAB21144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69451" y="5627688"/>
              <a:ext cx="61913" cy="61913"/>
            </a:xfrm>
            <a:custGeom>
              <a:avLst/>
              <a:gdLst>
                <a:gd name="T0" fmla="*/ 52 w 117"/>
                <a:gd name="T1" fmla="*/ 1 h 117"/>
                <a:gd name="T2" fmla="*/ 41 w 117"/>
                <a:gd name="T3" fmla="*/ 3 h 117"/>
                <a:gd name="T4" fmla="*/ 31 w 117"/>
                <a:gd name="T5" fmla="*/ 7 h 117"/>
                <a:gd name="T6" fmla="*/ 21 w 117"/>
                <a:gd name="T7" fmla="*/ 14 h 117"/>
                <a:gd name="T8" fmla="*/ 14 w 117"/>
                <a:gd name="T9" fmla="*/ 21 h 117"/>
                <a:gd name="T10" fmla="*/ 7 w 117"/>
                <a:gd name="T11" fmla="*/ 31 h 117"/>
                <a:gd name="T12" fmla="*/ 3 w 117"/>
                <a:gd name="T13" fmla="*/ 42 h 117"/>
                <a:gd name="T14" fmla="*/ 1 w 117"/>
                <a:gd name="T15" fmla="*/ 52 h 117"/>
                <a:gd name="T16" fmla="*/ 1 w 117"/>
                <a:gd name="T17" fmla="*/ 64 h 117"/>
                <a:gd name="T18" fmla="*/ 3 w 117"/>
                <a:gd name="T19" fmla="*/ 76 h 117"/>
                <a:gd name="T20" fmla="*/ 7 w 117"/>
                <a:gd name="T21" fmla="*/ 87 h 117"/>
                <a:gd name="T22" fmla="*/ 14 w 117"/>
                <a:gd name="T23" fmla="*/ 95 h 117"/>
                <a:gd name="T24" fmla="*/ 21 w 117"/>
                <a:gd name="T25" fmla="*/ 104 h 117"/>
                <a:gd name="T26" fmla="*/ 31 w 117"/>
                <a:gd name="T27" fmla="*/ 109 h 117"/>
                <a:gd name="T28" fmla="*/ 41 w 117"/>
                <a:gd name="T29" fmla="*/ 115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5 h 117"/>
                <a:gd name="T36" fmla="*/ 86 w 117"/>
                <a:gd name="T37" fmla="*/ 109 h 117"/>
                <a:gd name="T38" fmla="*/ 95 w 117"/>
                <a:gd name="T39" fmla="*/ 104 h 117"/>
                <a:gd name="T40" fmla="*/ 104 w 117"/>
                <a:gd name="T41" fmla="*/ 95 h 117"/>
                <a:gd name="T42" fmla="*/ 109 w 117"/>
                <a:gd name="T43" fmla="*/ 87 h 117"/>
                <a:gd name="T44" fmla="*/ 115 w 117"/>
                <a:gd name="T45" fmla="*/ 76 h 117"/>
                <a:gd name="T46" fmla="*/ 117 w 117"/>
                <a:gd name="T47" fmla="*/ 64 h 117"/>
                <a:gd name="T48" fmla="*/ 117 w 117"/>
                <a:gd name="T49" fmla="*/ 52 h 117"/>
                <a:gd name="T50" fmla="*/ 115 w 117"/>
                <a:gd name="T51" fmla="*/ 42 h 117"/>
                <a:gd name="T52" fmla="*/ 109 w 117"/>
                <a:gd name="T53" fmla="*/ 31 h 117"/>
                <a:gd name="T54" fmla="*/ 104 w 117"/>
                <a:gd name="T55" fmla="*/ 21 h 117"/>
                <a:gd name="T56" fmla="*/ 95 w 117"/>
                <a:gd name="T57" fmla="*/ 14 h 117"/>
                <a:gd name="T58" fmla="*/ 86 w 117"/>
                <a:gd name="T59" fmla="*/ 7 h 117"/>
                <a:gd name="T60" fmla="*/ 76 w 117"/>
                <a:gd name="T61" fmla="*/ 3 h 117"/>
                <a:gd name="T62" fmla="*/ 64 w 117"/>
                <a:gd name="T63" fmla="*/ 1 h 117"/>
                <a:gd name="T64" fmla="*/ 59 w 117"/>
                <a:gd name="T65" fmla="*/ 89 h 117"/>
                <a:gd name="T66" fmla="*/ 47 w 117"/>
                <a:gd name="T67" fmla="*/ 87 h 117"/>
                <a:gd name="T68" fmla="*/ 36 w 117"/>
                <a:gd name="T69" fmla="*/ 80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7 w 117"/>
                <a:gd name="T79" fmla="*/ 30 h 117"/>
                <a:gd name="T80" fmla="*/ 59 w 117"/>
                <a:gd name="T81" fmla="*/ 28 h 117"/>
                <a:gd name="T82" fmla="*/ 71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0 h 117"/>
                <a:gd name="T94" fmla="*/ 71 w 117"/>
                <a:gd name="T95" fmla="*/ 87 h 117"/>
                <a:gd name="T96" fmla="*/ 59 w 117"/>
                <a:gd name="T97" fmla="*/ 8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1"/>
                  </a:lnTo>
                  <a:lnTo>
                    <a:pt x="47" y="1"/>
                  </a:lnTo>
                  <a:lnTo>
                    <a:pt x="41" y="3"/>
                  </a:lnTo>
                  <a:lnTo>
                    <a:pt x="35" y="5"/>
                  </a:lnTo>
                  <a:lnTo>
                    <a:pt x="31" y="7"/>
                  </a:lnTo>
                  <a:lnTo>
                    <a:pt x="26" y="11"/>
                  </a:lnTo>
                  <a:lnTo>
                    <a:pt x="21" y="14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11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0" y="59"/>
                  </a:lnTo>
                  <a:lnTo>
                    <a:pt x="1" y="64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5" y="81"/>
                  </a:lnTo>
                  <a:lnTo>
                    <a:pt x="7" y="87"/>
                  </a:lnTo>
                  <a:lnTo>
                    <a:pt x="11" y="91"/>
                  </a:lnTo>
                  <a:lnTo>
                    <a:pt x="14" y="95"/>
                  </a:lnTo>
                  <a:lnTo>
                    <a:pt x="17" y="100"/>
                  </a:lnTo>
                  <a:lnTo>
                    <a:pt x="21" y="104"/>
                  </a:lnTo>
                  <a:lnTo>
                    <a:pt x="26" y="107"/>
                  </a:lnTo>
                  <a:lnTo>
                    <a:pt x="31" y="109"/>
                  </a:lnTo>
                  <a:lnTo>
                    <a:pt x="35" y="113"/>
                  </a:lnTo>
                  <a:lnTo>
                    <a:pt x="41" y="115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1" y="116"/>
                  </a:lnTo>
                  <a:lnTo>
                    <a:pt x="76" y="115"/>
                  </a:lnTo>
                  <a:lnTo>
                    <a:pt x="81" y="113"/>
                  </a:lnTo>
                  <a:lnTo>
                    <a:pt x="86" y="109"/>
                  </a:lnTo>
                  <a:lnTo>
                    <a:pt x="91" y="107"/>
                  </a:lnTo>
                  <a:lnTo>
                    <a:pt x="95" y="104"/>
                  </a:lnTo>
                  <a:lnTo>
                    <a:pt x="100" y="100"/>
                  </a:lnTo>
                  <a:lnTo>
                    <a:pt x="104" y="95"/>
                  </a:lnTo>
                  <a:lnTo>
                    <a:pt x="107" y="91"/>
                  </a:lnTo>
                  <a:lnTo>
                    <a:pt x="109" y="87"/>
                  </a:lnTo>
                  <a:lnTo>
                    <a:pt x="112" y="81"/>
                  </a:lnTo>
                  <a:lnTo>
                    <a:pt x="115" y="76"/>
                  </a:lnTo>
                  <a:lnTo>
                    <a:pt x="116" y="71"/>
                  </a:lnTo>
                  <a:lnTo>
                    <a:pt x="117" y="64"/>
                  </a:lnTo>
                  <a:lnTo>
                    <a:pt x="117" y="59"/>
                  </a:lnTo>
                  <a:lnTo>
                    <a:pt x="117" y="52"/>
                  </a:lnTo>
                  <a:lnTo>
                    <a:pt x="116" y="47"/>
                  </a:lnTo>
                  <a:lnTo>
                    <a:pt x="115" y="42"/>
                  </a:lnTo>
                  <a:lnTo>
                    <a:pt x="112" y="36"/>
                  </a:lnTo>
                  <a:lnTo>
                    <a:pt x="109" y="31"/>
                  </a:lnTo>
                  <a:lnTo>
                    <a:pt x="107" y="26"/>
                  </a:lnTo>
                  <a:lnTo>
                    <a:pt x="104" y="21"/>
                  </a:lnTo>
                  <a:lnTo>
                    <a:pt x="100" y="17"/>
                  </a:lnTo>
                  <a:lnTo>
                    <a:pt x="95" y="14"/>
                  </a:lnTo>
                  <a:lnTo>
                    <a:pt x="91" y="11"/>
                  </a:lnTo>
                  <a:lnTo>
                    <a:pt x="86" y="7"/>
                  </a:lnTo>
                  <a:lnTo>
                    <a:pt x="81" y="5"/>
                  </a:lnTo>
                  <a:lnTo>
                    <a:pt x="76" y="3"/>
                  </a:lnTo>
                  <a:lnTo>
                    <a:pt x="71" y="1"/>
                  </a:lnTo>
                  <a:lnTo>
                    <a:pt x="64" y="1"/>
                  </a:lnTo>
                  <a:lnTo>
                    <a:pt x="59" y="0"/>
                  </a:lnTo>
                  <a:close/>
                  <a:moveTo>
                    <a:pt x="59" y="89"/>
                  </a:moveTo>
                  <a:lnTo>
                    <a:pt x="52" y="89"/>
                  </a:lnTo>
                  <a:lnTo>
                    <a:pt x="47" y="87"/>
                  </a:lnTo>
                  <a:lnTo>
                    <a:pt x="42" y="84"/>
                  </a:lnTo>
                  <a:lnTo>
                    <a:pt x="36" y="80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4"/>
                  </a:lnTo>
                  <a:lnTo>
                    <a:pt x="28" y="59"/>
                  </a:lnTo>
                  <a:lnTo>
                    <a:pt x="29" y="52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3"/>
                  </a:lnTo>
                  <a:lnTo>
                    <a:pt x="47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1" y="30"/>
                  </a:lnTo>
                  <a:lnTo>
                    <a:pt x="76" y="33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9" y="52"/>
                  </a:lnTo>
                  <a:lnTo>
                    <a:pt x="89" y="59"/>
                  </a:lnTo>
                  <a:lnTo>
                    <a:pt x="89" y="64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0"/>
                  </a:lnTo>
                  <a:lnTo>
                    <a:pt x="76" y="84"/>
                  </a:lnTo>
                  <a:lnTo>
                    <a:pt x="71" y="87"/>
                  </a:lnTo>
                  <a:lnTo>
                    <a:pt x="64" y="89"/>
                  </a:lnTo>
                  <a:lnTo>
                    <a:pt x="59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2" name="Freeform 170">
              <a:extLst>
                <a:ext uri="{FF2B5EF4-FFF2-40B4-BE49-F238E27FC236}">
                  <a16:creationId xmlns:a16="http://schemas.microsoft.com/office/drawing/2014/main" id="{FAC68F58-ECA9-4BCB-8928-F998BC7F9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0076" y="5627688"/>
              <a:ext cx="61913" cy="61913"/>
            </a:xfrm>
            <a:custGeom>
              <a:avLst/>
              <a:gdLst>
                <a:gd name="T0" fmla="*/ 52 w 117"/>
                <a:gd name="T1" fmla="*/ 1 h 117"/>
                <a:gd name="T2" fmla="*/ 40 w 117"/>
                <a:gd name="T3" fmla="*/ 3 h 117"/>
                <a:gd name="T4" fmla="*/ 31 w 117"/>
                <a:gd name="T5" fmla="*/ 7 h 117"/>
                <a:gd name="T6" fmla="*/ 21 w 117"/>
                <a:gd name="T7" fmla="*/ 14 h 117"/>
                <a:gd name="T8" fmla="*/ 14 w 117"/>
                <a:gd name="T9" fmla="*/ 21 h 117"/>
                <a:gd name="T10" fmla="*/ 7 w 117"/>
                <a:gd name="T11" fmla="*/ 31 h 117"/>
                <a:gd name="T12" fmla="*/ 3 w 117"/>
                <a:gd name="T13" fmla="*/ 42 h 117"/>
                <a:gd name="T14" fmla="*/ 1 w 117"/>
                <a:gd name="T15" fmla="*/ 52 h 117"/>
                <a:gd name="T16" fmla="*/ 1 w 117"/>
                <a:gd name="T17" fmla="*/ 64 h 117"/>
                <a:gd name="T18" fmla="*/ 3 w 117"/>
                <a:gd name="T19" fmla="*/ 76 h 117"/>
                <a:gd name="T20" fmla="*/ 7 w 117"/>
                <a:gd name="T21" fmla="*/ 87 h 117"/>
                <a:gd name="T22" fmla="*/ 14 w 117"/>
                <a:gd name="T23" fmla="*/ 95 h 117"/>
                <a:gd name="T24" fmla="*/ 21 w 117"/>
                <a:gd name="T25" fmla="*/ 104 h 117"/>
                <a:gd name="T26" fmla="*/ 31 w 117"/>
                <a:gd name="T27" fmla="*/ 109 h 117"/>
                <a:gd name="T28" fmla="*/ 40 w 117"/>
                <a:gd name="T29" fmla="*/ 115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5 h 117"/>
                <a:gd name="T36" fmla="*/ 86 w 117"/>
                <a:gd name="T37" fmla="*/ 109 h 117"/>
                <a:gd name="T38" fmla="*/ 95 w 117"/>
                <a:gd name="T39" fmla="*/ 104 h 117"/>
                <a:gd name="T40" fmla="*/ 104 w 117"/>
                <a:gd name="T41" fmla="*/ 95 h 117"/>
                <a:gd name="T42" fmla="*/ 109 w 117"/>
                <a:gd name="T43" fmla="*/ 87 h 117"/>
                <a:gd name="T44" fmla="*/ 113 w 117"/>
                <a:gd name="T45" fmla="*/ 76 h 117"/>
                <a:gd name="T46" fmla="*/ 117 w 117"/>
                <a:gd name="T47" fmla="*/ 64 h 117"/>
                <a:gd name="T48" fmla="*/ 117 w 117"/>
                <a:gd name="T49" fmla="*/ 52 h 117"/>
                <a:gd name="T50" fmla="*/ 113 w 117"/>
                <a:gd name="T51" fmla="*/ 42 h 117"/>
                <a:gd name="T52" fmla="*/ 109 w 117"/>
                <a:gd name="T53" fmla="*/ 31 h 117"/>
                <a:gd name="T54" fmla="*/ 104 w 117"/>
                <a:gd name="T55" fmla="*/ 21 h 117"/>
                <a:gd name="T56" fmla="*/ 95 w 117"/>
                <a:gd name="T57" fmla="*/ 14 h 117"/>
                <a:gd name="T58" fmla="*/ 86 w 117"/>
                <a:gd name="T59" fmla="*/ 7 h 117"/>
                <a:gd name="T60" fmla="*/ 76 w 117"/>
                <a:gd name="T61" fmla="*/ 3 h 117"/>
                <a:gd name="T62" fmla="*/ 64 w 117"/>
                <a:gd name="T63" fmla="*/ 1 h 117"/>
                <a:gd name="T64" fmla="*/ 59 w 117"/>
                <a:gd name="T65" fmla="*/ 89 h 117"/>
                <a:gd name="T66" fmla="*/ 47 w 117"/>
                <a:gd name="T67" fmla="*/ 87 h 117"/>
                <a:gd name="T68" fmla="*/ 36 w 117"/>
                <a:gd name="T69" fmla="*/ 80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7 w 117"/>
                <a:gd name="T79" fmla="*/ 30 h 117"/>
                <a:gd name="T80" fmla="*/ 59 w 117"/>
                <a:gd name="T81" fmla="*/ 28 h 117"/>
                <a:gd name="T82" fmla="*/ 71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0 h 117"/>
                <a:gd name="T94" fmla="*/ 71 w 117"/>
                <a:gd name="T95" fmla="*/ 87 h 117"/>
                <a:gd name="T96" fmla="*/ 59 w 117"/>
                <a:gd name="T97" fmla="*/ 8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1"/>
                  </a:lnTo>
                  <a:lnTo>
                    <a:pt x="47" y="1"/>
                  </a:lnTo>
                  <a:lnTo>
                    <a:pt x="40" y="3"/>
                  </a:lnTo>
                  <a:lnTo>
                    <a:pt x="35" y="5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21" y="14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10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0" y="59"/>
                  </a:lnTo>
                  <a:lnTo>
                    <a:pt x="1" y="64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5" y="81"/>
                  </a:lnTo>
                  <a:lnTo>
                    <a:pt x="7" y="87"/>
                  </a:lnTo>
                  <a:lnTo>
                    <a:pt x="10" y="91"/>
                  </a:lnTo>
                  <a:lnTo>
                    <a:pt x="14" y="95"/>
                  </a:lnTo>
                  <a:lnTo>
                    <a:pt x="17" y="100"/>
                  </a:lnTo>
                  <a:lnTo>
                    <a:pt x="21" y="104"/>
                  </a:lnTo>
                  <a:lnTo>
                    <a:pt x="25" y="107"/>
                  </a:lnTo>
                  <a:lnTo>
                    <a:pt x="31" y="109"/>
                  </a:lnTo>
                  <a:lnTo>
                    <a:pt x="35" y="113"/>
                  </a:lnTo>
                  <a:lnTo>
                    <a:pt x="40" y="115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1" y="116"/>
                  </a:lnTo>
                  <a:lnTo>
                    <a:pt x="76" y="115"/>
                  </a:lnTo>
                  <a:lnTo>
                    <a:pt x="81" y="113"/>
                  </a:lnTo>
                  <a:lnTo>
                    <a:pt x="86" y="109"/>
                  </a:lnTo>
                  <a:lnTo>
                    <a:pt x="91" y="107"/>
                  </a:lnTo>
                  <a:lnTo>
                    <a:pt x="95" y="104"/>
                  </a:lnTo>
                  <a:lnTo>
                    <a:pt x="99" y="100"/>
                  </a:lnTo>
                  <a:lnTo>
                    <a:pt x="104" y="95"/>
                  </a:lnTo>
                  <a:lnTo>
                    <a:pt x="107" y="91"/>
                  </a:lnTo>
                  <a:lnTo>
                    <a:pt x="109" y="87"/>
                  </a:lnTo>
                  <a:lnTo>
                    <a:pt x="112" y="81"/>
                  </a:lnTo>
                  <a:lnTo>
                    <a:pt x="113" y="76"/>
                  </a:lnTo>
                  <a:lnTo>
                    <a:pt x="116" y="71"/>
                  </a:lnTo>
                  <a:lnTo>
                    <a:pt x="117" y="64"/>
                  </a:lnTo>
                  <a:lnTo>
                    <a:pt x="117" y="59"/>
                  </a:lnTo>
                  <a:lnTo>
                    <a:pt x="117" y="52"/>
                  </a:lnTo>
                  <a:lnTo>
                    <a:pt x="116" y="47"/>
                  </a:lnTo>
                  <a:lnTo>
                    <a:pt x="113" y="42"/>
                  </a:lnTo>
                  <a:lnTo>
                    <a:pt x="112" y="36"/>
                  </a:lnTo>
                  <a:lnTo>
                    <a:pt x="109" y="31"/>
                  </a:lnTo>
                  <a:lnTo>
                    <a:pt x="107" y="26"/>
                  </a:lnTo>
                  <a:lnTo>
                    <a:pt x="104" y="21"/>
                  </a:lnTo>
                  <a:lnTo>
                    <a:pt x="99" y="17"/>
                  </a:lnTo>
                  <a:lnTo>
                    <a:pt x="95" y="14"/>
                  </a:lnTo>
                  <a:lnTo>
                    <a:pt x="91" y="11"/>
                  </a:lnTo>
                  <a:lnTo>
                    <a:pt x="86" y="7"/>
                  </a:lnTo>
                  <a:lnTo>
                    <a:pt x="81" y="5"/>
                  </a:lnTo>
                  <a:lnTo>
                    <a:pt x="76" y="3"/>
                  </a:lnTo>
                  <a:lnTo>
                    <a:pt x="71" y="1"/>
                  </a:lnTo>
                  <a:lnTo>
                    <a:pt x="64" y="1"/>
                  </a:lnTo>
                  <a:lnTo>
                    <a:pt x="59" y="0"/>
                  </a:lnTo>
                  <a:close/>
                  <a:moveTo>
                    <a:pt x="59" y="89"/>
                  </a:moveTo>
                  <a:lnTo>
                    <a:pt x="52" y="89"/>
                  </a:lnTo>
                  <a:lnTo>
                    <a:pt x="47" y="87"/>
                  </a:lnTo>
                  <a:lnTo>
                    <a:pt x="42" y="84"/>
                  </a:lnTo>
                  <a:lnTo>
                    <a:pt x="36" y="80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4"/>
                  </a:lnTo>
                  <a:lnTo>
                    <a:pt x="28" y="59"/>
                  </a:lnTo>
                  <a:lnTo>
                    <a:pt x="29" y="52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3"/>
                  </a:lnTo>
                  <a:lnTo>
                    <a:pt x="47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1" y="30"/>
                  </a:lnTo>
                  <a:lnTo>
                    <a:pt x="75" y="33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2"/>
                  </a:lnTo>
                  <a:lnTo>
                    <a:pt x="89" y="59"/>
                  </a:lnTo>
                  <a:lnTo>
                    <a:pt x="88" y="64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0"/>
                  </a:lnTo>
                  <a:lnTo>
                    <a:pt x="75" y="84"/>
                  </a:lnTo>
                  <a:lnTo>
                    <a:pt x="71" y="87"/>
                  </a:lnTo>
                  <a:lnTo>
                    <a:pt x="64" y="89"/>
                  </a:lnTo>
                  <a:lnTo>
                    <a:pt x="59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3" name="Freeform 171">
              <a:extLst>
                <a:ext uri="{FF2B5EF4-FFF2-40B4-BE49-F238E27FC236}">
                  <a16:creationId xmlns:a16="http://schemas.microsoft.com/office/drawing/2014/main" id="{B4DB834C-9CC2-441F-BB21-B5A6D7212D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2288" y="5627688"/>
              <a:ext cx="61913" cy="61913"/>
            </a:xfrm>
            <a:custGeom>
              <a:avLst/>
              <a:gdLst>
                <a:gd name="T0" fmla="*/ 52 w 117"/>
                <a:gd name="T1" fmla="*/ 1 h 117"/>
                <a:gd name="T2" fmla="*/ 40 w 117"/>
                <a:gd name="T3" fmla="*/ 3 h 117"/>
                <a:gd name="T4" fmla="*/ 31 w 117"/>
                <a:gd name="T5" fmla="*/ 7 h 117"/>
                <a:gd name="T6" fmla="*/ 21 w 117"/>
                <a:gd name="T7" fmla="*/ 14 h 117"/>
                <a:gd name="T8" fmla="*/ 14 w 117"/>
                <a:gd name="T9" fmla="*/ 21 h 117"/>
                <a:gd name="T10" fmla="*/ 7 w 117"/>
                <a:gd name="T11" fmla="*/ 31 h 117"/>
                <a:gd name="T12" fmla="*/ 3 w 117"/>
                <a:gd name="T13" fmla="*/ 42 h 117"/>
                <a:gd name="T14" fmla="*/ 1 w 117"/>
                <a:gd name="T15" fmla="*/ 52 h 117"/>
                <a:gd name="T16" fmla="*/ 1 w 117"/>
                <a:gd name="T17" fmla="*/ 64 h 117"/>
                <a:gd name="T18" fmla="*/ 3 w 117"/>
                <a:gd name="T19" fmla="*/ 76 h 117"/>
                <a:gd name="T20" fmla="*/ 7 w 117"/>
                <a:gd name="T21" fmla="*/ 87 h 117"/>
                <a:gd name="T22" fmla="*/ 14 w 117"/>
                <a:gd name="T23" fmla="*/ 95 h 117"/>
                <a:gd name="T24" fmla="*/ 21 w 117"/>
                <a:gd name="T25" fmla="*/ 104 h 117"/>
                <a:gd name="T26" fmla="*/ 31 w 117"/>
                <a:gd name="T27" fmla="*/ 109 h 117"/>
                <a:gd name="T28" fmla="*/ 40 w 117"/>
                <a:gd name="T29" fmla="*/ 115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5 h 117"/>
                <a:gd name="T36" fmla="*/ 85 w 117"/>
                <a:gd name="T37" fmla="*/ 109 h 117"/>
                <a:gd name="T38" fmla="*/ 95 w 117"/>
                <a:gd name="T39" fmla="*/ 104 h 117"/>
                <a:gd name="T40" fmla="*/ 103 w 117"/>
                <a:gd name="T41" fmla="*/ 95 h 117"/>
                <a:gd name="T42" fmla="*/ 109 w 117"/>
                <a:gd name="T43" fmla="*/ 87 h 117"/>
                <a:gd name="T44" fmla="*/ 113 w 117"/>
                <a:gd name="T45" fmla="*/ 76 h 117"/>
                <a:gd name="T46" fmla="*/ 117 w 117"/>
                <a:gd name="T47" fmla="*/ 64 h 117"/>
                <a:gd name="T48" fmla="*/ 117 w 117"/>
                <a:gd name="T49" fmla="*/ 52 h 117"/>
                <a:gd name="T50" fmla="*/ 113 w 117"/>
                <a:gd name="T51" fmla="*/ 42 h 117"/>
                <a:gd name="T52" fmla="*/ 109 w 117"/>
                <a:gd name="T53" fmla="*/ 31 h 117"/>
                <a:gd name="T54" fmla="*/ 103 w 117"/>
                <a:gd name="T55" fmla="*/ 21 h 117"/>
                <a:gd name="T56" fmla="*/ 95 w 117"/>
                <a:gd name="T57" fmla="*/ 14 h 117"/>
                <a:gd name="T58" fmla="*/ 85 w 117"/>
                <a:gd name="T59" fmla="*/ 7 h 117"/>
                <a:gd name="T60" fmla="*/ 76 w 117"/>
                <a:gd name="T61" fmla="*/ 3 h 117"/>
                <a:gd name="T62" fmla="*/ 64 w 117"/>
                <a:gd name="T63" fmla="*/ 1 h 117"/>
                <a:gd name="T64" fmla="*/ 59 w 117"/>
                <a:gd name="T65" fmla="*/ 89 h 117"/>
                <a:gd name="T66" fmla="*/ 46 w 117"/>
                <a:gd name="T67" fmla="*/ 87 h 117"/>
                <a:gd name="T68" fmla="*/ 36 w 117"/>
                <a:gd name="T69" fmla="*/ 80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6 w 117"/>
                <a:gd name="T79" fmla="*/ 30 h 117"/>
                <a:gd name="T80" fmla="*/ 59 w 117"/>
                <a:gd name="T81" fmla="*/ 28 h 117"/>
                <a:gd name="T82" fmla="*/ 70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0 h 117"/>
                <a:gd name="T94" fmla="*/ 70 w 117"/>
                <a:gd name="T95" fmla="*/ 87 h 117"/>
                <a:gd name="T96" fmla="*/ 59 w 117"/>
                <a:gd name="T97" fmla="*/ 8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1"/>
                  </a:lnTo>
                  <a:lnTo>
                    <a:pt x="47" y="1"/>
                  </a:lnTo>
                  <a:lnTo>
                    <a:pt x="40" y="3"/>
                  </a:lnTo>
                  <a:lnTo>
                    <a:pt x="35" y="5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21" y="14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10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0" y="59"/>
                  </a:lnTo>
                  <a:lnTo>
                    <a:pt x="1" y="64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5" y="81"/>
                  </a:lnTo>
                  <a:lnTo>
                    <a:pt x="7" y="87"/>
                  </a:lnTo>
                  <a:lnTo>
                    <a:pt x="10" y="91"/>
                  </a:lnTo>
                  <a:lnTo>
                    <a:pt x="14" y="95"/>
                  </a:lnTo>
                  <a:lnTo>
                    <a:pt x="17" y="100"/>
                  </a:lnTo>
                  <a:lnTo>
                    <a:pt x="21" y="104"/>
                  </a:lnTo>
                  <a:lnTo>
                    <a:pt x="25" y="107"/>
                  </a:lnTo>
                  <a:lnTo>
                    <a:pt x="31" y="109"/>
                  </a:lnTo>
                  <a:lnTo>
                    <a:pt x="35" y="113"/>
                  </a:lnTo>
                  <a:lnTo>
                    <a:pt x="40" y="115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0" y="116"/>
                  </a:lnTo>
                  <a:lnTo>
                    <a:pt x="76" y="115"/>
                  </a:lnTo>
                  <a:lnTo>
                    <a:pt x="81" y="113"/>
                  </a:lnTo>
                  <a:lnTo>
                    <a:pt x="85" y="109"/>
                  </a:lnTo>
                  <a:lnTo>
                    <a:pt x="91" y="107"/>
                  </a:lnTo>
                  <a:lnTo>
                    <a:pt x="95" y="104"/>
                  </a:lnTo>
                  <a:lnTo>
                    <a:pt x="99" y="100"/>
                  </a:lnTo>
                  <a:lnTo>
                    <a:pt x="103" y="95"/>
                  </a:lnTo>
                  <a:lnTo>
                    <a:pt x="107" y="91"/>
                  </a:lnTo>
                  <a:lnTo>
                    <a:pt x="109" y="87"/>
                  </a:lnTo>
                  <a:lnTo>
                    <a:pt x="112" y="81"/>
                  </a:lnTo>
                  <a:lnTo>
                    <a:pt x="113" y="76"/>
                  </a:lnTo>
                  <a:lnTo>
                    <a:pt x="116" y="71"/>
                  </a:lnTo>
                  <a:lnTo>
                    <a:pt x="117" y="64"/>
                  </a:lnTo>
                  <a:lnTo>
                    <a:pt x="117" y="59"/>
                  </a:lnTo>
                  <a:lnTo>
                    <a:pt x="117" y="52"/>
                  </a:lnTo>
                  <a:lnTo>
                    <a:pt x="116" y="47"/>
                  </a:lnTo>
                  <a:lnTo>
                    <a:pt x="113" y="42"/>
                  </a:lnTo>
                  <a:lnTo>
                    <a:pt x="112" y="36"/>
                  </a:lnTo>
                  <a:lnTo>
                    <a:pt x="109" y="31"/>
                  </a:lnTo>
                  <a:lnTo>
                    <a:pt x="107" y="26"/>
                  </a:lnTo>
                  <a:lnTo>
                    <a:pt x="103" y="21"/>
                  </a:lnTo>
                  <a:lnTo>
                    <a:pt x="99" y="17"/>
                  </a:lnTo>
                  <a:lnTo>
                    <a:pt x="95" y="14"/>
                  </a:lnTo>
                  <a:lnTo>
                    <a:pt x="91" y="11"/>
                  </a:lnTo>
                  <a:lnTo>
                    <a:pt x="85" y="7"/>
                  </a:lnTo>
                  <a:lnTo>
                    <a:pt x="81" y="5"/>
                  </a:lnTo>
                  <a:lnTo>
                    <a:pt x="76" y="3"/>
                  </a:lnTo>
                  <a:lnTo>
                    <a:pt x="70" y="1"/>
                  </a:lnTo>
                  <a:lnTo>
                    <a:pt x="64" y="1"/>
                  </a:lnTo>
                  <a:lnTo>
                    <a:pt x="59" y="0"/>
                  </a:lnTo>
                  <a:close/>
                  <a:moveTo>
                    <a:pt x="59" y="89"/>
                  </a:moveTo>
                  <a:lnTo>
                    <a:pt x="52" y="89"/>
                  </a:lnTo>
                  <a:lnTo>
                    <a:pt x="46" y="87"/>
                  </a:lnTo>
                  <a:lnTo>
                    <a:pt x="42" y="84"/>
                  </a:lnTo>
                  <a:lnTo>
                    <a:pt x="36" y="80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4"/>
                  </a:lnTo>
                  <a:lnTo>
                    <a:pt x="28" y="59"/>
                  </a:lnTo>
                  <a:lnTo>
                    <a:pt x="29" y="52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3"/>
                  </a:lnTo>
                  <a:lnTo>
                    <a:pt x="46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0" y="30"/>
                  </a:lnTo>
                  <a:lnTo>
                    <a:pt x="75" y="33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2"/>
                  </a:lnTo>
                  <a:lnTo>
                    <a:pt x="89" y="59"/>
                  </a:lnTo>
                  <a:lnTo>
                    <a:pt x="88" y="64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0"/>
                  </a:lnTo>
                  <a:lnTo>
                    <a:pt x="75" y="84"/>
                  </a:lnTo>
                  <a:lnTo>
                    <a:pt x="70" y="87"/>
                  </a:lnTo>
                  <a:lnTo>
                    <a:pt x="64" y="89"/>
                  </a:lnTo>
                  <a:lnTo>
                    <a:pt x="59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4" name="Freeform 172">
              <a:extLst>
                <a:ext uri="{FF2B5EF4-FFF2-40B4-BE49-F238E27FC236}">
                  <a16:creationId xmlns:a16="http://schemas.microsoft.com/office/drawing/2014/main" id="{30E0EFD7-70E1-4AB1-A88E-0C3773B6C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4501" y="5718176"/>
              <a:ext cx="61913" cy="61913"/>
            </a:xfrm>
            <a:custGeom>
              <a:avLst/>
              <a:gdLst>
                <a:gd name="T0" fmla="*/ 52 w 117"/>
                <a:gd name="T1" fmla="*/ 0 h 117"/>
                <a:gd name="T2" fmla="*/ 40 w 117"/>
                <a:gd name="T3" fmla="*/ 4 h 117"/>
                <a:gd name="T4" fmla="*/ 31 w 117"/>
                <a:gd name="T5" fmla="*/ 8 h 117"/>
                <a:gd name="T6" fmla="*/ 21 w 117"/>
                <a:gd name="T7" fmla="*/ 14 h 117"/>
                <a:gd name="T8" fmla="*/ 14 w 117"/>
                <a:gd name="T9" fmla="*/ 22 h 117"/>
                <a:gd name="T10" fmla="*/ 7 w 117"/>
                <a:gd name="T11" fmla="*/ 32 h 117"/>
                <a:gd name="T12" fmla="*/ 3 w 117"/>
                <a:gd name="T13" fmla="*/ 41 h 117"/>
                <a:gd name="T14" fmla="*/ 0 w 117"/>
                <a:gd name="T15" fmla="*/ 53 h 117"/>
                <a:gd name="T16" fmla="*/ 0 w 117"/>
                <a:gd name="T17" fmla="*/ 65 h 117"/>
                <a:gd name="T18" fmla="*/ 3 w 117"/>
                <a:gd name="T19" fmla="*/ 77 h 117"/>
                <a:gd name="T20" fmla="*/ 7 w 117"/>
                <a:gd name="T21" fmla="*/ 86 h 117"/>
                <a:gd name="T22" fmla="*/ 14 w 117"/>
                <a:gd name="T23" fmla="*/ 96 h 117"/>
                <a:gd name="T24" fmla="*/ 21 w 117"/>
                <a:gd name="T25" fmla="*/ 103 h 117"/>
                <a:gd name="T26" fmla="*/ 31 w 117"/>
                <a:gd name="T27" fmla="*/ 110 h 117"/>
                <a:gd name="T28" fmla="*/ 40 w 117"/>
                <a:gd name="T29" fmla="*/ 114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4 h 117"/>
                <a:gd name="T36" fmla="*/ 85 w 117"/>
                <a:gd name="T37" fmla="*/ 110 h 117"/>
                <a:gd name="T38" fmla="*/ 95 w 117"/>
                <a:gd name="T39" fmla="*/ 103 h 117"/>
                <a:gd name="T40" fmla="*/ 103 w 117"/>
                <a:gd name="T41" fmla="*/ 96 h 117"/>
                <a:gd name="T42" fmla="*/ 109 w 117"/>
                <a:gd name="T43" fmla="*/ 86 h 117"/>
                <a:gd name="T44" fmla="*/ 113 w 117"/>
                <a:gd name="T45" fmla="*/ 77 h 117"/>
                <a:gd name="T46" fmla="*/ 117 w 117"/>
                <a:gd name="T47" fmla="*/ 65 h 117"/>
                <a:gd name="T48" fmla="*/ 117 w 117"/>
                <a:gd name="T49" fmla="*/ 53 h 117"/>
                <a:gd name="T50" fmla="*/ 113 w 117"/>
                <a:gd name="T51" fmla="*/ 41 h 117"/>
                <a:gd name="T52" fmla="*/ 109 w 117"/>
                <a:gd name="T53" fmla="*/ 32 h 117"/>
                <a:gd name="T54" fmla="*/ 103 w 117"/>
                <a:gd name="T55" fmla="*/ 22 h 117"/>
                <a:gd name="T56" fmla="*/ 95 w 117"/>
                <a:gd name="T57" fmla="*/ 14 h 117"/>
                <a:gd name="T58" fmla="*/ 85 w 117"/>
                <a:gd name="T59" fmla="*/ 8 h 117"/>
                <a:gd name="T60" fmla="*/ 76 w 117"/>
                <a:gd name="T61" fmla="*/ 4 h 117"/>
                <a:gd name="T62" fmla="*/ 64 w 117"/>
                <a:gd name="T63" fmla="*/ 0 h 117"/>
                <a:gd name="T64" fmla="*/ 59 w 117"/>
                <a:gd name="T65" fmla="*/ 90 h 117"/>
                <a:gd name="T66" fmla="*/ 46 w 117"/>
                <a:gd name="T67" fmla="*/ 87 h 117"/>
                <a:gd name="T68" fmla="*/ 36 w 117"/>
                <a:gd name="T69" fmla="*/ 81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6 w 117"/>
                <a:gd name="T79" fmla="*/ 30 h 117"/>
                <a:gd name="T80" fmla="*/ 59 w 117"/>
                <a:gd name="T81" fmla="*/ 28 h 117"/>
                <a:gd name="T82" fmla="*/ 70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1 h 117"/>
                <a:gd name="T94" fmla="*/ 70 w 117"/>
                <a:gd name="T95" fmla="*/ 87 h 117"/>
                <a:gd name="T96" fmla="*/ 59 w 117"/>
                <a:gd name="T9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0"/>
                  </a:lnTo>
                  <a:lnTo>
                    <a:pt x="47" y="1"/>
                  </a:lnTo>
                  <a:lnTo>
                    <a:pt x="40" y="4"/>
                  </a:lnTo>
                  <a:lnTo>
                    <a:pt x="35" y="5"/>
                  </a:lnTo>
                  <a:lnTo>
                    <a:pt x="31" y="8"/>
                  </a:lnTo>
                  <a:lnTo>
                    <a:pt x="25" y="10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4" y="22"/>
                  </a:lnTo>
                  <a:lnTo>
                    <a:pt x="9" y="26"/>
                  </a:lnTo>
                  <a:lnTo>
                    <a:pt x="7" y="32"/>
                  </a:lnTo>
                  <a:lnTo>
                    <a:pt x="4" y="36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1" y="70"/>
                  </a:lnTo>
                  <a:lnTo>
                    <a:pt x="3" y="77"/>
                  </a:lnTo>
                  <a:lnTo>
                    <a:pt x="4" y="82"/>
                  </a:lnTo>
                  <a:lnTo>
                    <a:pt x="7" y="86"/>
                  </a:lnTo>
                  <a:lnTo>
                    <a:pt x="9" y="92"/>
                  </a:lnTo>
                  <a:lnTo>
                    <a:pt x="14" y="96"/>
                  </a:lnTo>
                  <a:lnTo>
                    <a:pt x="17" y="100"/>
                  </a:lnTo>
                  <a:lnTo>
                    <a:pt x="21" y="103"/>
                  </a:lnTo>
                  <a:lnTo>
                    <a:pt x="25" y="108"/>
                  </a:lnTo>
                  <a:lnTo>
                    <a:pt x="31" y="110"/>
                  </a:lnTo>
                  <a:lnTo>
                    <a:pt x="35" y="113"/>
                  </a:lnTo>
                  <a:lnTo>
                    <a:pt x="40" y="114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69" y="116"/>
                  </a:lnTo>
                  <a:lnTo>
                    <a:pt x="76" y="114"/>
                  </a:lnTo>
                  <a:lnTo>
                    <a:pt x="81" y="113"/>
                  </a:lnTo>
                  <a:lnTo>
                    <a:pt x="85" y="110"/>
                  </a:lnTo>
                  <a:lnTo>
                    <a:pt x="91" y="108"/>
                  </a:lnTo>
                  <a:lnTo>
                    <a:pt x="95" y="103"/>
                  </a:lnTo>
                  <a:lnTo>
                    <a:pt x="99" y="100"/>
                  </a:lnTo>
                  <a:lnTo>
                    <a:pt x="103" y="96"/>
                  </a:lnTo>
                  <a:lnTo>
                    <a:pt x="107" y="92"/>
                  </a:lnTo>
                  <a:lnTo>
                    <a:pt x="109" y="86"/>
                  </a:lnTo>
                  <a:lnTo>
                    <a:pt x="112" y="82"/>
                  </a:lnTo>
                  <a:lnTo>
                    <a:pt x="113" y="77"/>
                  </a:lnTo>
                  <a:lnTo>
                    <a:pt x="115" y="70"/>
                  </a:lnTo>
                  <a:lnTo>
                    <a:pt x="117" y="65"/>
                  </a:lnTo>
                  <a:lnTo>
                    <a:pt x="117" y="59"/>
                  </a:lnTo>
                  <a:lnTo>
                    <a:pt x="117" y="53"/>
                  </a:lnTo>
                  <a:lnTo>
                    <a:pt x="115" y="48"/>
                  </a:lnTo>
                  <a:lnTo>
                    <a:pt x="113" y="41"/>
                  </a:lnTo>
                  <a:lnTo>
                    <a:pt x="112" y="36"/>
                  </a:lnTo>
                  <a:lnTo>
                    <a:pt x="109" y="32"/>
                  </a:lnTo>
                  <a:lnTo>
                    <a:pt x="107" y="26"/>
                  </a:lnTo>
                  <a:lnTo>
                    <a:pt x="103" y="22"/>
                  </a:lnTo>
                  <a:lnTo>
                    <a:pt x="99" y="18"/>
                  </a:lnTo>
                  <a:lnTo>
                    <a:pt x="95" y="14"/>
                  </a:lnTo>
                  <a:lnTo>
                    <a:pt x="91" y="10"/>
                  </a:lnTo>
                  <a:lnTo>
                    <a:pt x="85" y="8"/>
                  </a:lnTo>
                  <a:lnTo>
                    <a:pt x="81" y="5"/>
                  </a:lnTo>
                  <a:lnTo>
                    <a:pt x="76" y="4"/>
                  </a:lnTo>
                  <a:lnTo>
                    <a:pt x="69" y="1"/>
                  </a:lnTo>
                  <a:lnTo>
                    <a:pt x="64" y="0"/>
                  </a:lnTo>
                  <a:lnTo>
                    <a:pt x="59" y="0"/>
                  </a:lnTo>
                  <a:close/>
                  <a:moveTo>
                    <a:pt x="59" y="90"/>
                  </a:moveTo>
                  <a:lnTo>
                    <a:pt x="52" y="88"/>
                  </a:lnTo>
                  <a:lnTo>
                    <a:pt x="46" y="87"/>
                  </a:lnTo>
                  <a:lnTo>
                    <a:pt x="41" y="84"/>
                  </a:lnTo>
                  <a:lnTo>
                    <a:pt x="36" y="81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5"/>
                  </a:lnTo>
                  <a:lnTo>
                    <a:pt x="28" y="59"/>
                  </a:lnTo>
                  <a:lnTo>
                    <a:pt x="29" y="53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1" y="34"/>
                  </a:lnTo>
                  <a:lnTo>
                    <a:pt x="46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0" y="30"/>
                  </a:lnTo>
                  <a:lnTo>
                    <a:pt x="75" y="34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3"/>
                  </a:lnTo>
                  <a:lnTo>
                    <a:pt x="89" y="59"/>
                  </a:lnTo>
                  <a:lnTo>
                    <a:pt x="88" y="65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1"/>
                  </a:lnTo>
                  <a:lnTo>
                    <a:pt x="75" y="84"/>
                  </a:lnTo>
                  <a:lnTo>
                    <a:pt x="70" y="87"/>
                  </a:lnTo>
                  <a:lnTo>
                    <a:pt x="64" y="88"/>
                  </a:lnTo>
                  <a:lnTo>
                    <a:pt x="59" y="9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5" name="Freeform 173">
              <a:extLst>
                <a:ext uri="{FF2B5EF4-FFF2-40B4-BE49-F238E27FC236}">
                  <a16:creationId xmlns:a16="http://schemas.microsoft.com/office/drawing/2014/main" id="{CDB288E5-60E0-4200-8C6D-D2546965B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0076" y="5718176"/>
              <a:ext cx="61913" cy="61913"/>
            </a:xfrm>
            <a:custGeom>
              <a:avLst/>
              <a:gdLst>
                <a:gd name="T0" fmla="*/ 52 w 117"/>
                <a:gd name="T1" fmla="*/ 0 h 117"/>
                <a:gd name="T2" fmla="*/ 40 w 117"/>
                <a:gd name="T3" fmla="*/ 4 h 117"/>
                <a:gd name="T4" fmla="*/ 31 w 117"/>
                <a:gd name="T5" fmla="*/ 8 h 117"/>
                <a:gd name="T6" fmla="*/ 21 w 117"/>
                <a:gd name="T7" fmla="*/ 14 h 117"/>
                <a:gd name="T8" fmla="*/ 14 w 117"/>
                <a:gd name="T9" fmla="*/ 22 h 117"/>
                <a:gd name="T10" fmla="*/ 7 w 117"/>
                <a:gd name="T11" fmla="*/ 32 h 117"/>
                <a:gd name="T12" fmla="*/ 3 w 117"/>
                <a:gd name="T13" fmla="*/ 41 h 117"/>
                <a:gd name="T14" fmla="*/ 1 w 117"/>
                <a:gd name="T15" fmla="*/ 53 h 117"/>
                <a:gd name="T16" fmla="*/ 1 w 117"/>
                <a:gd name="T17" fmla="*/ 65 h 117"/>
                <a:gd name="T18" fmla="*/ 3 w 117"/>
                <a:gd name="T19" fmla="*/ 77 h 117"/>
                <a:gd name="T20" fmla="*/ 7 w 117"/>
                <a:gd name="T21" fmla="*/ 86 h 117"/>
                <a:gd name="T22" fmla="*/ 14 w 117"/>
                <a:gd name="T23" fmla="*/ 96 h 117"/>
                <a:gd name="T24" fmla="*/ 21 w 117"/>
                <a:gd name="T25" fmla="*/ 103 h 117"/>
                <a:gd name="T26" fmla="*/ 31 w 117"/>
                <a:gd name="T27" fmla="*/ 110 h 117"/>
                <a:gd name="T28" fmla="*/ 40 w 117"/>
                <a:gd name="T29" fmla="*/ 114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4 h 117"/>
                <a:gd name="T36" fmla="*/ 86 w 117"/>
                <a:gd name="T37" fmla="*/ 110 h 117"/>
                <a:gd name="T38" fmla="*/ 95 w 117"/>
                <a:gd name="T39" fmla="*/ 103 h 117"/>
                <a:gd name="T40" fmla="*/ 104 w 117"/>
                <a:gd name="T41" fmla="*/ 96 h 117"/>
                <a:gd name="T42" fmla="*/ 109 w 117"/>
                <a:gd name="T43" fmla="*/ 86 h 117"/>
                <a:gd name="T44" fmla="*/ 113 w 117"/>
                <a:gd name="T45" fmla="*/ 77 h 117"/>
                <a:gd name="T46" fmla="*/ 117 w 117"/>
                <a:gd name="T47" fmla="*/ 65 h 117"/>
                <a:gd name="T48" fmla="*/ 117 w 117"/>
                <a:gd name="T49" fmla="*/ 53 h 117"/>
                <a:gd name="T50" fmla="*/ 113 w 117"/>
                <a:gd name="T51" fmla="*/ 41 h 117"/>
                <a:gd name="T52" fmla="*/ 109 w 117"/>
                <a:gd name="T53" fmla="*/ 32 h 117"/>
                <a:gd name="T54" fmla="*/ 104 w 117"/>
                <a:gd name="T55" fmla="*/ 22 h 117"/>
                <a:gd name="T56" fmla="*/ 95 w 117"/>
                <a:gd name="T57" fmla="*/ 14 h 117"/>
                <a:gd name="T58" fmla="*/ 86 w 117"/>
                <a:gd name="T59" fmla="*/ 8 h 117"/>
                <a:gd name="T60" fmla="*/ 76 w 117"/>
                <a:gd name="T61" fmla="*/ 4 h 117"/>
                <a:gd name="T62" fmla="*/ 64 w 117"/>
                <a:gd name="T63" fmla="*/ 0 h 117"/>
                <a:gd name="T64" fmla="*/ 59 w 117"/>
                <a:gd name="T65" fmla="*/ 90 h 117"/>
                <a:gd name="T66" fmla="*/ 47 w 117"/>
                <a:gd name="T67" fmla="*/ 87 h 117"/>
                <a:gd name="T68" fmla="*/ 36 w 117"/>
                <a:gd name="T69" fmla="*/ 81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7 w 117"/>
                <a:gd name="T79" fmla="*/ 30 h 117"/>
                <a:gd name="T80" fmla="*/ 59 w 117"/>
                <a:gd name="T81" fmla="*/ 28 h 117"/>
                <a:gd name="T82" fmla="*/ 71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1 h 117"/>
                <a:gd name="T94" fmla="*/ 71 w 117"/>
                <a:gd name="T95" fmla="*/ 87 h 117"/>
                <a:gd name="T96" fmla="*/ 59 w 117"/>
                <a:gd name="T9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0"/>
                  </a:lnTo>
                  <a:lnTo>
                    <a:pt x="47" y="1"/>
                  </a:lnTo>
                  <a:lnTo>
                    <a:pt x="40" y="4"/>
                  </a:lnTo>
                  <a:lnTo>
                    <a:pt x="35" y="5"/>
                  </a:lnTo>
                  <a:lnTo>
                    <a:pt x="31" y="8"/>
                  </a:lnTo>
                  <a:lnTo>
                    <a:pt x="25" y="10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4" y="22"/>
                  </a:lnTo>
                  <a:lnTo>
                    <a:pt x="10" y="26"/>
                  </a:lnTo>
                  <a:lnTo>
                    <a:pt x="7" y="32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1" y="70"/>
                  </a:lnTo>
                  <a:lnTo>
                    <a:pt x="3" y="77"/>
                  </a:lnTo>
                  <a:lnTo>
                    <a:pt x="5" y="82"/>
                  </a:lnTo>
                  <a:lnTo>
                    <a:pt x="7" y="86"/>
                  </a:lnTo>
                  <a:lnTo>
                    <a:pt x="10" y="92"/>
                  </a:lnTo>
                  <a:lnTo>
                    <a:pt x="14" y="96"/>
                  </a:lnTo>
                  <a:lnTo>
                    <a:pt x="17" y="100"/>
                  </a:lnTo>
                  <a:lnTo>
                    <a:pt x="21" y="103"/>
                  </a:lnTo>
                  <a:lnTo>
                    <a:pt x="25" y="108"/>
                  </a:lnTo>
                  <a:lnTo>
                    <a:pt x="31" y="110"/>
                  </a:lnTo>
                  <a:lnTo>
                    <a:pt x="35" y="113"/>
                  </a:lnTo>
                  <a:lnTo>
                    <a:pt x="40" y="114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1" y="116"/>
                  </a:lnTo>
                  <a:lnTo>
                    <a:pt x="76" y="114"/>
                  </a:lnTo>
                  <a:lnTo>
                    <a:pt x="81" y="113"/>
                  </a:lnTo>
                  <a:lnTo>
                    <a:pt x="86" y="110"/>
                  </a:lnTo>
                  <a:lnTo>
                    <a:pt x="91" y="108"/>
                  </a:lnTo>
                  <a:lnTo>
                    <a:pt x="95" y="103"/>
                  </a:lnTo>
                  <a:lnTo>
                    <a:pt x="99" y="100"/>
                  </a:lnTo>
                  <a:lnTo>
                    <a:pt x="104" y="96"/>
                  </a:lnTo>
                  <a:lnTo>
                    <a:pt x="107" y="92"/>
                  </a:lnTo>
                  <a:lnTo>
                    <a:pt x="109" y="86"/>
                  </a:lnTo>
                  <a:lnTo>
                    <a:pt x="112" y="82"/>
                  </a:lnTo>
                  <a:lnTo>
                    <a:pt x="113" y="77"/>
                  </a:lnTo>
                  <a:lnTo>
                    <a:pt x="116" y="70"/>
                  </a:lnTo>
                  <a:lnTo>
                    <a:pt x="117" y="65"/>
                  </a:lnTo>
                  <a:lnTo>
                    <a:pt x="117" y="59"/>
                  </a:lnTo>
                  <a:lnTo>
                    <a:pt x="117" y="53"/>
                  </a:lnTo>
                  <a:lnTo>
                    <a:pt x="116" y="48"/>
                  </a:lnTo>
                  <a:lnTo>
                    <a:pt x="113" y="41"/>
                  </a:lnTo>
                  <a:lnTo>
                    <a:pt x="112" y="36"/>
                  </a:lnTo>
                  <a:lnTo>
                    <a:pt x="109" y="32"/>
                  </a:lnTo>
                  <a:lnTo>
                    <a:pt x="107" y="26"/>
                  </a:lnTo>
                  <a:lnTo>
                    <a:pt x="104" y="22"/>
                  </a:lnTo>
                  <a:lnTo>
                    <a:pt x="99" y="18"/>
                  </a:lnTo>
                  <a:lnTo>
                    <a:pt x="95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1" y="5"/>
                  </a:lnTo>
                  <a:lnTo>
                    <a:pt x="76" y="4"/>
                  </a:lnTo>
                  <a:lnTo>
                    <a:pt x="71" y="1"/>
                  </a:lnTo>
                  <a:lnTo>
                    <a:pt x="64" y="0"/>
                  </a:lnTo>
                  <a:lnTo>
                    <a:pt x="59" y="0"/>
                  </a:lnTo>
                  <a:close/>
                  <a:moveTo>
                    <a:pt x="59" y="90"/>
                  </a:moveTo>
                  <a:lnTo>
                    <a:pt x="52" y="88"/>
                  </a:lnTo>
                  <a:lnTo>
                    <a:pt x="47" y="87"/>
                  </a:lnTo>
                  <a:lnTo>
                    <a:pt x="42" y="84"/>
                  </a:lnTo>
                  <a:lnTo>
                    <a:pt x="36" y="81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5"/>
                  </a:lnTo>
                  <a:lnTo>
                    <a:pt x="28" y="59"/>
                  </a:lnTo>
                  <a:lnTo>
                    <a:pt x="29" y="53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4"/>
                  </a:lnTo>
                  <a:lnTo>
                    <a:pt x="47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1" y="30"/>
                  </a:lnTo>
                  <a:lnTo>
                    <a:pt x="75" y="34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3"/>
                  </a:lnTo>
                  <a:lnTo>
                    <a:pt x="89" y="59"/>
                  </a:lnTo>
                  <a:lnTo>
                    <a:pt x="88" y="65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1"/>
                  </a:lnTo>
                  <a:lnTo>
                    <a:pt x="75" y="84"/>
                  </a:lnTo>
                  <a:lnTo>
                    <a:pt x="71" y="87"/>
                  </a:lnTo>
                  <a:lnTo>
                    <a:pt x="64" y="88"/>
                  </a:lnTo>
                  <a:lnTo>
                    <a:pt x="59" y="9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6" name="Freeform 174">
              <a:extLst>
                <a:ext uri="{FF2B5EF4-FFF2-40B4-BE49-F238E27FC236}">
                  <a16:creationId xmlns:a16="http://schemas.microsoft.com/office/drawing/2014/main" id="{204493A1-EB68-49A9-B82F-9ADB6F0DD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69451" y="5718176"/>
              <a:ext cx="61913" cy="61913"/>
            </a:xfrm>
            <a:custGeom>
              <a:avLst/>
              <a:gdLst>
                <a:gd name="T0" fmla="*/ 52 w 117"/>
                <a:gd name="T1" fmla="*/ 0 h 117"/>
                <a:gd name="T2" fmla="*/ 41 w 117"/>
                <a:gd name="T3" fmla="*/ 4 h 117"/>
                <a:gd name="T4" fmla="*/ 31 w 117"/>
                <a:gd name="T5" fmla="*/ 8 h 117"/>
                <a:gd name="T6" fmla="*/ 21 w 117"/>
                <a:gd name="T7" fmla="*/ 14 h 117"/>
                <a:gd name="T8" fmla="*/ 14 w 117"/>
                <a:gd name="T9" fmla="*/ 22 h 117"/>
                <a:gd name="T10" fmla="*/ 7 w 117"/>
                <a:gd name="T11" fmla="*/ 32 h 117"/>
                <a:gd name="T12" fmla="*/ 3 w 117"/>
                <a:gd name="T13" fmla="*/ 41 h 117"/>
                <a:gd name="T14" fmla="*/ 1 w 117"/>
                <a:gd name="T15" fmla="*/ 53 h 117"/>
                <a:gd name="T16" fmla="*/ 1 w 117"/>
                <a:gd name="T17" fmla="*/ 65 h 117"/>
                <a:gd name="T18" fmla="*/ 3 w 117"/>
                <a:gd name="T19" fmla="*/ 77 h 117"/>
                <a:gd name="T20" fmla="*/ 7 w 117"/>
                <a:gd name="T21" fmla="*/ 86 h 117"/>
                <a:gd name="T22" fmla="*/ 14 w 117"/>
                <a:gd name="T23" fmla="*/ 96 h 117"/>
                <a:gd name="T24" fmla="*/ 21 w 117"/>
                <a:gd name="T25" fmla="*/ 103 h 117"/>
                <a:gd name="T26" fmla="*/ 31 w 117"/>
                <a:gd name="T27" fmla="*/ 110 h 117"/>
                <a:gd name="T28" fmla="*/ 41 w 117"/>
                <a:gd name="T29" fmla="*/ 114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4 h 117"/>
                <a:gd name="T36" fmla="*/ 86 w 117"/>
                <a:gd name="T37" fmla="*/ 110 h 117"/>
                <a:gd name="T38" fmla="*/ 95 w 117"/>
                <a:gd name="T39" fmla="*/ 103 h 117"/>
                <a:gd name="T40" fmla="*/ 104 w 117"/>
                <a:gd name="T41" fmla="*/ 96 h 117"/>
                <a:gd name="T42" fmla="*/ 109 w 117"/>
                <a:gd name="T43" fmla="*/ 86 h 117"/>
                <a:gd name="T44" fmla="*/ 115 w 117"/>
                <a:gd name="T45" fmla="*/ 77 h 117"/>
                <a:gd name="T46" fmla="*/ 117 w 117"/>
                <a:gd name="T47" fmla="*/ 65 h 117"/>
                <a:gd name="T48" fmla="*/ 117 w 117"/>
                <a:gd name="T49" fmla="*/ 53 h 117"/>
                <a:gd name="T50" fmla="*/ 115 w 117"/>
                <a:gd name="T51" fmla="*/ 41 h 117"/>
                <a:gd name="T52" fmla="*/ 109 w 117"/>
                <a:gd name="T53" fmla="*/ 32 h 117"/>
                <a:gd name="T54" fmla="*/ 104 w 117"/>
                <a:gd name="T55" fmla="*/ 22 h 117"/>
                <a:gd name="T56" fmla="*/ 95 w 117"/>
                <a:gd name="T57" fmla="*/ 14 h 117"/>
                <a:gd name="T58" fmla="*/ 86 w 117"/>
                <a:gd name="T59" fmla="*/ 8 h 117"/>
                <a:gd name="T60" fmla="*/ 76 w 117"/>
                <a:gd name="T61" fmla="*/ 4 h 117"/>
                <a:gd name="T62" fmla="*/ 64 w 117"/>
                <a:gd name="T63" fmla="*/ 0 h 117"/>
                <a:gd name="T64" fmla="*/ 59 w 117"/>
                <a:gd name="T65" fmla="*/ 90 h 117"/>
                <a:gd name="T66" fmla="*/ 47 w 117"/>
                <a:gd name="T67" fmla="*/ 87 h 117"/>
                <a:gd name="T68" fmla="*/ 36 w 117"/>
                <a:gd name="T69" fmla="*/ 81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7 w 117"/>
                <a:gd name="T79" fmla="*/ 30 h 117"/>
                <a:gd name="T80" fmla="*/ 59 w 117"/>
                <a:gd name="T81" fmla="*/ 28 h 117"/>
                <a:gd name="T82" fmla="*/ 71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1 h 117"/>
                <a:gd name="T94" fmla="*/ 71 w 117"/>
                <a:gd name="T95" fmla="*/ 87 h 117"/>
                <a:gd name="T96" fmla="*/ 59 w 117"/>
                <a:gd name="T9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0"/>
                  </a:lnTo>
                  <a:lnTo>
                    <a:pt x="47" y="1"/>
                  </a:lnTo>
                  <a:lnTo>
                    <a:pt x="41" y="4"/>
                  </a:lnTo>
                  <a:lnTo>
                    <a:pt x="35" y="5"/>
                  </a:lnTo>
                  <a:lnTo>
                    <a:pt x="31" y="8"/>
                  </a:lnTo>
                  <a:lnTo>
                    <a:pt x="26" y="10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4" y="22"/>
                  </a:lnTo>
                  <a:lnTo>
                    <a:pt x="11" y="26"/>
                  </a:lnTo>
                  <a:lnTo>
                    <a:pt x="7" y="32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1" y="70"/>
                  </a:lnTo>
                  <a:lnTo>
                    <a:pt x="3" y="77"/>
                  </a:lnTo>
                  <a:lnTo>
                    <a:pt x="5" y="82"/>
                  </a:lnTo>
                  <a:lnTo>
                    <a:pt x="7" y="86"/>
                  </a:lnTo>
                  <a:lnTo>
                    <a:pt x="11" y="92"/>
                  </a:lnTo>
                  <a:lnTo>
                    <a:pt x="14" y="96"/>
                  </a:lnTo>
                  <a:lnTo>
                    <a:pt x="17" y="100"/>
                  </a:lnTo>
                  <a:lnTo>
                    <a:pt x="21" y="103"/>
                  </a:lnTo>
                  <a:lnTo>
                    <a:pt x="26" y="108"/>
                  </a:lnTo>
                  <a:lnTo>
                    <a:pt x="31" y="110"/>
                  </a:lnTo>
                  <a:lnTo>
                    <a:pt x="35" y="113"/>
                  </a:lnTo>
                  <a:lnTo>
                    <a:pt x="41" y="114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1" y="116"/>
                  </a:lnTo>
                  <a:lnTo>
                    <a:pt x="76" y="114"/>
                  </a:lnTo>
                  <a:lnTo>
                    <a:pt x="81" y="113"/>
                  </a:lnTo>
                  <a:lnTo>
                    <a:pt x="86" y="110"/>
                  </a:lnTo>
                  <a:lnTo>
                    <a:pt x="91" y="108"/>
                  </a:lnTo>
                  <a:lnTo>
                    <a:pt x="95" y="103"/>
                  </a:lnTo>
                  <a:lnTo>
                    <a:pt x="100" y="100"/>
                  </a:lnTo>
                  <a:lnTo>
                    <a:pt x="104" y="96"/>
                  </a:lnTo>
                  <a:lnTo>
                    <a:pt x="107" y="92"/>
                  </a:lnTo>
                  <a:lnTo>
                    <a:pt x="109" y="86"/>
                  </a:lnTo>
                  <a:lnTo>
                    <a:pt x="112" y="82"/>
                  </a:lnTo>
                  <a:lnTo>
                    <a:pt x="115" y="77"/>
                  </a:lnTo>
                  <a:lnTo>
                    <a:pt x="116" y="70"/>
                  </a:lnTo>
                  <a:lnTo>
                    <a:pt x="117" y="65"/>
                  </a:lnTo>
                  <a:lnTo>
                    <a:pt x="117" y="59"/>
                  </a:lnTo>
                  <a:lnTo>
                    <a:pt x="117" y="53"/>
                  </a:lnTo>
                  <a:lnTo>
                    <a:pt x="116" y="48"/>
                  </a:lnTo>
                  <a:lnTo>
                    <a:pt x="115" y="41"/>
                  </a:lnTo>
                  <a:lnTo>
                    <a:pt x="112" y="36"/>
                  </a:lnTo>
                  <a:lnTo>
                    <a:pt x="109" y="32"/>
                  </a:lnTo>
                  <a:lnTo>
                    <a:pt x="107" y="26"/>
                  </a:lnTo>
                  <a:lnTo>
                    <a:pt x="104" y="22"/>
                  </a:lnTo>
                  <a:lnTo>
                    <a:pt x="100" y="18"/>
                  </a:lnTo>
                  <a:lnTo>
                    <a:pt x="95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1" y="5"/>
                  </a:lnTo>
                  <a:lnTo>
                    <a:pt x="76" y="4"/>
                  </a:lnTo>
                  <a:lnTo>
                    <a:pt x="71" y="1"/>
                  </a:lnTo>
                  <a:lnTo>
                    <a:pt x="64" y="0"/>
                  </a:lnTo>
                  <a:lnTo>
                    <a:pt x="59" y="0"/>
                  </a:lnTo>
                  <a:close/>
                  <a:moveTo>
                    <a:pt x="59" y="90"/>
                  </a:moveTo>
                  <a:lnTo>
                    <a:pt x="52" y="88"/>
                  </a:lnTo>
                  <a:lnTo>
                    <a:pt x="47" y="87"/>
                  </a:lnTo>
                  <a:lnTo>
                    <a:pt x="42" y="84"/>
                  </a:lnTo>
                  <a:lnTo>
                    <a:pt x="36" y="81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5"/>
                  </a:lnTo>
                  <a:lnTo>
                    <a:pt x="28" y="59"/>
                  </a:lnTo>
                  <a:lnTo>
                    <a:pt x="29" y="53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4"/>
                  </a:lnTo>
                  <a:lnTo>
                    <a:pt x="47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1" y="30"/>
                  </a:lnTo>
                  <a:lnTo>
                    <a:pt x="76" y="34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9" y="53"/>
                  </a:lnTo>
                  <a:lnTo>
                    <a:pt x="89" y="59"/>
                  </a:lnTo>
                  <a:lnTo>
                    <a:pt x="89" y="65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1"/>
                  </a:lnTo>
                  <a:lnTo>
                    <a:pt x="76" y="84"/>
                  </a:lnTo>
                  <a:lnTo>
                    <a:pt x="71" y="87"/>
                  </a:lnTo>
                  <a:lnTo>
                    <a:pt x="64" y="88"/>
                  </a:lnTo>
                  <a:lnTo>
                    <a:pt x="59" y="9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7" name="Freeform 175">
              <a:extLst>
                <a:ext uri="{FF2B5EF4-FFF2-40B4-BE49-F238E27FC236}">
                  <a16:creationId xmlns:a16="http://schemas.microsoft.com/office/drawing/2014/main" id="{B83CAF00-8EFB-4672-98A7-7D6F72D5F4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2288" y="5718176"/>
              <a:ext cx="61913" cy="61913"/>
            </a:xfrm>
            <a:custGeom>
              <a:avLst/>
              <a:gdLst>
                <a:gd name="T0" fmla="*/ 52 w 117"/>
                <a:gd name="T1" fmla="*/ 0 h 117"/>
                <a:gd name="T2" fmla="*/ 40 w 117"/>
                <a:gd name="T3" fmla="*/ 4 h 117"/>
                <a:gd name="T4" fmla="*/ 31 w 117"/>
                <a:gd name="T5" fmla="*/ 8 h 117"/>
                <a:gd name="T6" fmla="*/ 21 w 117"/>
                <a:gd name="T7" fmla="*/ 14 h 117"/>
                <a:gd name="T8" fmla="*/ 14 w 117"/>
                <a:gd name="T9" fmla="*/ 22 h 117"/>
                <a:gd name="T10" fmla="*/ 7 w 117"/>
                <a:gd name="T11" fmla="*/ 32 h 117"/>
                <a:gd name="T12" fmla="*/ 3 w 117"/>
                <a:gd name="T13" fmla="*/ 41 h 117"/>
                <a:gd name="T14" fmla="*/ 1 w 117"/>
                <a:gd name="T15" fmla="*/ 53 h 117"/>
                <a:gd name="T16" fmla="*/ 1 w 117"/>
                <a:gd name="T17" fmla="*/ 65 h 117"/>
                <a:gd name="T18" fmla="*/ 3 w 117"/>
                <a:gd name="T19" fmla="*/ 77 h 117"/>
                <a:gd name="T20" fmla="*/ 7 w 117"/>
                <a:gd name="T21" fmla="*/ 86 h 117"/>
                <a:gd name="T22" fmla="*/ 14 w 117"/>
                <a:gd name="T23" fmla="*/ 96 h 117"/>
                <a:gd name="T24" fmla="*/ 21 w 117"/>
                <a:gd name="T25" fmla="*/ 103 h 117"/>
                <a:gd name="T26" fmla="*/ 31 w 117"/>
                <a:gd name="T27" fmla="*/ 110 h 117"/>
                <a:gd name="T28" fmla="*/ 40 w 117"/>
                <a:gd name="T29" fmla="*/ 114 h 117"/>
                <a:gd name="T30" fmla="*/ 52 w 117"/>
                <a:gd name="T31" fmla="*/ 117 h 117"/>
                <a:gd name="T32" fmla="*/ 64 w 117"/>
                <a:gd name="T33" fmla="*/ 117 h 117"/>
                <a:gd name="T34" fmla="*/ 76 w 117"/>
                <a:gd name="T35" fmla="*/ 114 h 117"/>
                <a:gd name="T36" fmla="*/ 85 w 117"/>
                <a:gd name="T37" fmla="*/ 110 h 117"/>
                <a:gd name="T38" fmla="*/ 95 w 117"/>
                <a:gd name="T39" fmla="*/ 103 h 117"/>
                <a:gd name="T40" fmla="*/ 103 w 117"/>
                <a:gd name="T41" fmla="*/ 96 h 117"/>
                <a:gd name="T42" fmla="*/ 109 w 117"/>
                <a:gd name="T43" fmla="*/ 86 h 117"/>
                <a:gd name="T44" fmla="*/ 113 w 117"/>
                <a:gd name="T45" fmla="*/ 77 h 117"/>
                <a:gd name="T46" fmla="*/ 117 w 117"/>
                <a:gd name="T47" fmla="*/ 65 h 117"/>
                <a:gd name="T48" fmla="*/ 117 w 117"/>
                <a:gd name="T49" fmla="*/ 53 h 117"/>
                <a:gd name="T50" fmla="*/ 113 w 117"/>
                <a:gd name="T51" fmla="*/ 41 h 117"/>
                <a:gd name="T52" fmla="*/ 109 w 117"/>
                <a:gd name="T53" fmla="*/ 32 h 117"/>
                <a:gd name="T54" fmla="*/ 103 w 117"/>
                <a:gd name="T55" fmla="*/ 22 h 117"/>
                <a:gd name="T56" fmla="*/ 95 w 117"/>
                <a:gd name="T57" fmla="*/ 14 h 117"/>
                <a:gd name="T58" fmla="*/ 85 w 117"/>
                <a:gd name="T59" fmla="*/ 8 h 117"/>
                <a:gd name="T60" fmla="*/ 76 w 117"/>
                <a:gd name="T61" fmla="*/ 4 h 117"/>
                <a:gd name="T62" fmla="*/ 64 w 117"/>
                <a:gd name="T63" fmla="*/ 0 h 117"/>
                <a:gd name="T64" fmla="*/ 59 w 117"/>
                <a:gd name="T65" fmla="*/ 90 h 117"/>
                <a:gd name="T66" fmla="*/ 46 w 117"/>
                <a:gd name="T67" fmla="*/ 87 h 117"/>
                <a:gd name="T68" fmla="*/ 36 w 117"/>
                <a:gd name="T69" fmla="*/ 81 h 117"/>
                <a:gd name="T70" fmla="*/ 30 w 117"/>
                <a:gd name="T71" fmla="*/ 71 h 117"/>
                <a:gd name="T72" fmla="*/ 28 w 117"/>
                <a:gd name="T73" fmla="*/ 59 h 117"/>
                <a:gd name="T74" fmla="*/ 30 w 117"/>
                <a:gd name="T75" fmla="*/ 47 h 117"/>
                <a:gd name="T76" fmla="*/ 36 w 117"/>
                <a:gd name="T77" fmla="*/ 37 h 117"/>
                <a:gd name="T78" fmla="*/ 46 w 117"/>
                <a:gd name="T79" fmla="*/ 30 h 117"/>
                <a:gd name="T80" fmla="*/ 59 w 117"/>
                <a:gd name="T81" fmla="*/ 28 h 117"/>
                <a:gd name="T82" fmla="*/ 70 w 117"/>
                <a:gd name="T83" fmla="*/ 30 h 117"/>
                <a:gd name="T84" fmla="*/ 80 w 117"/>
                <a:gd name="T85" fmla="*/ 37 h 117"/>
                <a:gd name="T86" fmla="*/ 87 w 117"/>
                <a:gd name="T87" fmla="*/ 47 h 117"/>
                <a:gd name="T88" fmla="*/ 89 w 117"/>
                <a:gd name="T89" fmla="*/ 59 h 117"/>
                <a:gd name="T90" fmla="*/ 87 w 117"/>
                <a:gd name="T91" fmla="*/ 71 h 117"/>
                <a:gd name="T92" fmla="*/ 80 w 117"/>
                <a:gd name="T93" fmla="*/ 81 h 117"/>
                <a:gd name="T94" fmla="*/ 70 w 117"/>
                <a:gd name="T95" fmla="*/ 87 h 117"/>
                <a:gd name="T96" fmla="*/ 59 w 117"/>
                <a:gd name="T9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2" y="0"/>
                  </a:lnTo>
                  <a:lnTo>
                    <a:pt x="47" y="1"/>
                  </a:lnTo>
                  <a:lnTo>
                    <a:pt x="40" y="4"/>
                  </a:lnTo>
                  <a:lnTo>
                    <a:pt x="35" y="5"/>
                  </a:lnTo>
                  <a:lnTo>
                    <a:pt x="31" y="8"/>
                  </a:lnTo>
                  <a:lnTo>
                    <a:pt x="25" y="10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4" y="22"/>
                  </a:lnTo>
                  <a:lnTo>
                    <a:pt x="10" y="26"/>
                  </a:lnTo>
                  <a:lnTo>
                    <a:pt x="7" y="32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1" y="70"/>
                  </a:lnTo>
                  <a:lnTo>
                    <a:pt x="3" y="77"/>
                  </a:lnTo>
                  <a:lnTo>
                    <a:pt x="5" y="82"/>
                  </a:lnTo>
                  <a:lnTo>
                    <a:pt x="7" y="86"/>
                  </a:lnTo>
                  <a:lnTo>
                    <a:pt x="10" y="92"/>
                  </a:lnTo>
                  <a:lnTo>
                    <a:pt x="14" y="96"/>
                  </a:lnTo>
                  <a:lnTo>
                    <a:pt x="17" y="100"/>
                  </a:lnTo>
                  <a:lnTo>
                    <a:pt x="21" y="103"/>
                  </a:lnTo>
                  <a:lnTo>
                    <a:pt x="25" y="108"/>
                  </a:lnTo>
                  <a:lnTo>
                    <a:pt x="31" y="110"/>
                  </a:lnTo>
                  <a:lnTo>
                    <a:pt x="35" y="113"/>
                  </a:lnTo>
                  <a:lnTo>
                    <a:pt x="40" y="114"/>
                  </a:lnTo>
                  <a:lnTo>
                    <a:pt x="47" y="116"/>
                  </a:lnTo>
                  <a:lnTo>
                    <a:pt x="52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0" y="116"/>
                  </a:lnTo>
                  <a:lnTo>
                    <a:pt x="76" y="114"/>
                  </a:lnTo>
                  <a:lnTo>
                    <a:pt x="81" y="113"/>
                  </a:lnTo>
                  <a:lnTo>
                    <a:pt x="85" y="110"/>
                  </a:lnTo>
                  <a:lnTo>
                    <a:pt x="91" y="108"/>
                  </a:lnTo>
                  <a:lnTo>
                    <a:pt x="95" y="103"/>
                  </a:lnTo>
                  <a:lnTo>
                    <a:pt x="99" y="100"/>
                  </a:lnTo>
                  <a:lnTo>
                    <a:pt x="103" y="96"/>
                  </a:lnTo>
                  <a:lnTo>
                    <a:pt x="107" y="92"/>
                  </a:lnTo>
                  <a:lnTo>
                    <a:pt x="109" y="86"/>
                  </a:lnTo>
                  <a:lnTo>
                    <a:pt x="112" y="82"/>
                  </a:lnTo>
                  <a:lnTo>
                    <a:pt x="113" y="77"/>
                  </a:lnTo>
                  <a:lnTo>
                    <a:pt x="116" y="70"/>
                  </a:lnTo>
                  <a:lnTo>
                    <a:pt x="117" y="65"/>
                  </a:lnTo>
                  <a:lnTo>
                    <a:pt x="117" y="59"/>
                  </a:lnTo>
                  <a:lnTo>
                    <a:pt x="117" y="53"/>
                  </a:lnTo>
                  <a:lnTo>
                    <a:pt x="116" y="48"/>
                  </a:lnTo>
                  <a:lnTo>
                    <a:pt x="113" y="41"/>
                  </a:lnTo>
                  <a:lnTo>
                    <a:pt x="112" y="36"/>
                  </a:lnTo>
                  <a:lnTo>
                    <a:pt x="109" y="32"/>
                  </a:lnTo>
                  <a:lnTo>
                    <a:pt x="107" y="26"/>
                  </a:lnTo>
                  <a:lnTo>
                    <a:pt x="103" y="22"/>
                  </a:lnTo>
                  <a:lnTo>
                    <a:pt x="99" y="18"/>
                  </a:lnTo>
                  <a:lnTo>
                    <a:pt x="95" y="14"/>
                  </a:lnTo>
                  <a:lnTo>
                    <a:pt x="91" y="10"/>
                  </a:lnTo>
                  <a:lnTo>
                    <a:pt x="85" y="8"/>
                  </a:lnTo>
                  <a:lnTo>
                    <a:pt x="81" y="5"/>
                  </a:lnTo>
                  <a:lnTo>
                    <a:pt x="76" y="4"/>
                  </a:lnTo>
                  <a:lnTo>
                    <a:pt x="70" y="1"/>
                  </a:lnTo>
                  <a:lnTo>
                    <a:pt x="64" y="0"/>
                  </a:lnTo>
                  <a:lnTo>
                    <a:pt x="59" y="0"/>
                  </a:lnTo>
                  <a:close/>
                  <a:moveTo>
                    <a:pt x="59" y="90"/>
                  </a:moveTo>
                  <a:lnTo>
                    <a:pt x="52" y="88"/>
                  </a:lnTo>
                  <a:lnTo>
                    <a:pt x="46" y="87"/>
                  </a:lnTo>
                  <a:lnTo>
                    <a:pt x="42" y="84"/>
                  </a:lnTo>
                  <a:lnTo>
                    <a:pt x="36" y="81"/>
                  </a:lnTo>
                  <a:lnTo>
                    <a:pt x="33" y="76"/>
                  </a:lnTo>
                  <a:lnTo>
                    <a:pt x="30" y="71"/>
                  </a:lnTo>
                  <a:lnTo>
                    <a:pt x="29" y="65"/>
                  </a:lnTo>
                  <a:lnTo>
                    <a:pt x="28" y="59"/>
                  </a:lnTo>
                  <a:lnTo>
                    <a:pt x="29" y="53"/>
                  </a:lnTo>
                  <a:lnTo>
                    <a:pt x="30" y="47"/>
                  </a:lnTo>
                  <a:lnTo>
                    <a:pt x="33" y="42"/>
                  </a:lnTo>
                  <a:lnTo>
                    <a:pt x="36" y="37"/>
                  </a:lnTo>
                  <a:lnTo>
                    <a:pt x="42" y="34"/>
                  </a:lnTo>
                  <a:lnTo>
                    <a:pt x="46" y="30"/>
                  </a:lnTo>
                  <a:lnTo>
                    <a:pt x="52" y="29"/>
                  </a:lnTo>
                  <a:lnTo>
                    <a:pt x="59" y="28"/>
                  </a:lnTo>
                  <a:lnTo>
                    <a:pt x="64" y="29"/>
                  </a:lnTo>
                  <a:lnTo>
                    <a:pt x="70" y="30"/>
                  </a:lnTo>
                  <a:lnTo>
                    <a:pt x="75" y="34"/>
                  </a:lnTo>
                  <a:lnTo>
                    <a:pt x="80" y="37"/>
                  </a:lnTo>
                  <a:lnTo>
                    <a:pt x="83" y="42"/>
                  </a:lnTo>
                  <a:lnTo>
                    <a:pt x="87" y="47"/>
                  </a:lnTo>
                  <a:lnTo>
                    <a:pt x="88" y="53"/>
                  </a:lnTo>
                  <a:lnTo>
                    <a:pt x="89" y="59"/>
                  </a:lnTo>
                  <a:lnTo>
                    <a:pt x="88" y="65"/>
                  </a:lnTo>
                  <a:lnTo>
                    <a:pt x="87" y="71"/>
                  </a:lnTo>
                  <a:lnTo>
                    <a:pt x="83" y="76"/>
                  </a:lnTo>
                  <a:lnTo>
                    <a:pt x="80" y="81"/>
                  </a:lnTo>
                  <a:lnTo>
                    <a:pt x="75" y="84"/>
                  </a:lnTo>
                  <a:lnTo>
                    <a:pt x="70" y="87"/>
                  </a:lnTo>
                  <a:lnTo>
                    <a:pt x="64" y="88"/>
                  </a:lnTo>
                  <a:lnTo>
                    <a:pt x="59" y="9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8" name="Freeform 176">
              <a:extLst>
                <a:ext uri="{FF2B5EF4-FFF2-40B4-BE49-F238E27FC236}">
                  <a16:creationId xmlns:a16="http://schemas.microsoft.com/office/drawing/2014/main" id="{917B2AAC-E8DC-473F-82A2-B459B19A9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5788" y="5800726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3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3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31B5AC5B-FC87-4CFD-9CE3-F0B199EFF2B0}"/>
              </a:ext>
            </a:extLst>
          </p:cNvPr>
          <p:cNvGrpSpPr/>
          <p:nvPr/>
        </p:nvGrpSpPr>
        <p:grpSpPr>
          <a:xfrm>
            <a:off x="9334501" y="4721226"/>
            <a:ext cx="296863" cy="376238"/>
            <a:chOff x="9334501" y="4721226"/>
            <a:chExt cx="296863" cy="376238"/>
          </a:xfrm>
        </p:grpSpPr>
        <p:sp>
          <p:nvSpPr>
            <p:cNvPr id="449" name="Freeform 177">
              <a:extLst>
                <a:ext uri="{FF2B5EF4-FFF2-40B4-BE49-F238E27FC236}">
                  <a16:creationId xmlns:a16="http://schemas.microsoft.com/office/drawing/2014/main" id="{5CF771E8-F434-4C8E-AC92-5FC18A902B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4501" y="4721226"/>
              <a:ext cx="296863" cy="376238"/>
            </a:xfrm>
            <a:custGeom>
              <a:avLst/>
              <a:gdLst>
                <a:gd name="T0" fmla="*/ 518 w 561"/>
                <a:gd name="T1" fmla="*/ 487 h 711"/>
                <a:gd name="T2" fmla="*/ 502 w 561"/>
                <a:gd name="T3" fmla="*/ 319 h 711"/>
                <a:gd name="T4" fmla="*/ 491 w 561"/>
                <a:gd name="T5" fmla="*/ 492 h 711"/>
                <a:gd name="T6" fmla="*/ 526 w 561"/>
                <a:gd name="T7" fmla="*/ 551 h 711"/>
                <a:gd name="T8" fmla="*/ 522 w 561"/>
                <a:gd name="T9" fmla="*/ 598 h 711"/>
                <a:gd name="T10" fmla="*/ 49 w 561"/>
                <a:gd name="T11" fmla="*/ 606 h 711"/>
                <a:gd name="T12" fmla="*/ 29 w 561"/>
                <a:gd name="T13" fmla="*/ 565 h 711"/>
                <a:gd name="T14" fmla="*/ 63 w 561"/>
                <a:gd name="T15" fmla="*/ 512 h 711"/>
                <a:gd name="T16" fmla="*/ 76 w 561"/>
                <a:gd name="T17" fmla="*/ 270 h 711"/>
                <a:gd name="T18" fmla="*/ 148 w 561"/>
                <a:gd name="T19" fmla="*/ 151 h 711"/>
                <a:gd name="T20" fmla="*/ 280 w 561"/>
                <a:gd name="T21" fmla="*/ 103 h 711"/>
                <a:gd name="T22" fmla="*/ 360 w 561"/>
                <a:gd name="T23" fmla="*/ 118 h 711"/>
                <a:gd name="T24" fmla="*/ 358 w 561"/>
                <a:gd name="T25" fmla="*/ 199 h 711"/>
                <a:gd name="T26" fmla="*/ 393 w 561"/>
                <a:gd name="T27" fmla="*/ 257 h 711"/>
                <a:gd name="T28" fmla="*/ 458 w 561"/>
                <a:gd name="T29" fmla="*/ 281 h 711"/>
                <a:gd name="T30" fmla="*/ 523 w 561"/>
                <a:gd name="T31" fmla="*/ 257 h 711"/>
                <a:gd name="T32" fmla="*/ 559 w 561"/>
                <a:gd name="T33" fmla="*/ 199 h 711"/>
                <a:gd name="T34" fmla="*/ 549 w 561"/>
                <a:gd name="T35" fmla="*/ 129 h 711"/>
                <a:gd name="T36" fmla="*/ 498 w 561"/>
                <a:gd name="T37" fmla="*/ 83 h 711"/>
                <a:gd name="T38" fmla="*/ 430 w 561"/>
                <a:gd name="T39" fmla="*/ 79 h 711"/>
                <a:gd name="T40" fmla="*/ 357 w 561"/>
                <a:gd name="T41" fmla="*/ 88 h 711"/>
                <a:gd name="T42" fmla="*/ 330 w 561"/>
                <a:gd name="T43" fmla="*/ 41 h 711"/>
                <a:gd name="T44" fmla="*/ 280 w 561"/>
                <a:gd name="T45" fmla="*/ 0 h 711"/>
                <a:gd name="T46" fmla="*/ 229 w 561"/>
                <a:gd name="T47" fmla="*/ 41 h 711"/>
                <a:gd name="T48" fmla="*/ 197 w 561"/>
                <a:gd name="T49" fmla="*/ 90 h 711"/>
                <a:gd name="T50" fmla="*/ 87 w 561"/>
                <a:gd name="T51" fmla="*/ 175 h 711"/>
                <a:gd name="T52" fmla="*/ 44 w 561"/>
                <a:gd name="T53" fmla="*/ 312 h 711"/>
                <a:gd name="T54" fmla="*/ 31 w 561"/>
                <a:gd name="T55" fmla="*/ 513 h 711"/>
                <a:gd name="T56" fmla="*/ 3 w 561"/>
                <a:gd name="T57" fmla="*/ 553 h 711"/>
                <a:gd name="T58" fmla="*/ 5 w 561"/>
                <a:gd name="T59" fmla="*/ 597 h 711"/>
                <a:gd name="T60" fmla="*/ 33 w 561"/>
                <a:gd name="T61" fmla="*/ 628 h 711"/>
                <a:gd name="T62" fmla="*/ 194 w 561"/>
                <a:gd name="T63" fmla="*/ 644 h 711"/>
                <a:gd name="T64" fmla="*/ 222 w 561"/>
                <a:gd name="T65" fmla="*/ 690 h 711"/>
                <a:gd name="T66" fmla="*/ 272 w 561"/>
                <a:gd name="T67" fmla="*/ 711 h 711"/>
                <a:gd name="T68" fmla="*/ 326 w 561"/>
                <a:gd name="T69" fmla="*/ 699 h 711"/>
                <a:gd name="T70" fmla="*/ 361 w 561"/>
                <a:gd name="T71" fmla="*/ 659 h 711"/>
                <a:gd name="T72" fmla="*/ 516 w 561"/>
                <a:gd name="T73" fmla="*/ 634 h 711"/>
                <a:gd name="T74" fmla="*/ 550 w 561"/>
                <a:gd name="T75" fmla="*/ 608 h 711"/>
                <a:gd name="T76" fmla="*/ 560 w 561"/>
                <a:gd name="T77" fmla="*/ 566 h 711"/>
                <a:gd name="T78" fmla="*/ 539 w 561"/>
                <a:gd name="T79" fmla="*/ 525 h 711"/>
                <a:gd name="T80" fmla="*/ 500 w 561"/>
                <a:gd name="T81" fmla="*/ 115 h 711"/>
                <a:gd name="T82" fmla="*/ 530 w 561"/>
                <a:gd name="T83" fmla="*/ 156 h 711"/>
                <a:gd name="T84" fmla="*/ 527 w 561"/>
                <a:gd name="T85" fmla="*/ 208 h 711"/>
                <a:gd name="T86" fmla="*/ 494 w 561"/>
                <a:gd name="T87" fmla="*/ 244 h 711"/>
                <a:gd name="T88" fmla="*/ 443 w 561"/>
                <a:gd name="T89" fmla="*/ 252 h 711"/>
                <a:gd name="T90" fmla="*/ 401 w 561"/>
                <a:gd name="T91" fmla="*/ 226 h 711"/>
                <a:gd name="T92" fmla="*/ 384 w 561"/>
                <a:gd name="T93" fmla="*/ 177 h 711"/>
                <a:gd name="T94" fmla="*/ 401 w 561"/>
                <a:gd name="T95" fmla="*/ 130 h 711"/>
                <a:gd name="T96" fmla="*/ 443 w 561"/>
                <a:gd name="T97" fmla="*/ 104 h 711"/>
                <a:gd name="T98" fmla="*/ 297 w 561"/>
                <a:gd name="T99" fmla="*/ 35 h 711"/>
                <a:gd name="T100" fmla="*/ 300 w 561"/>
                <a:gd name="T101" fmla="*/ 65 h 711"/>
                <a:gd name="T102" fmla="*/ 271 w 561"/>
                <a:gd name="T103" fmla="*/ 73 h 711"/>
                <a:gd name="T104" fmla="*/ 257 w 561"/>
                <a:gd name="T105" fmla="*/ 46 h 711"/>
                <a:gd name="T106" fmla="*/ 280 w 561"/>
                <a:gd name="T107" fmla="*/ 28 h 711"/>
                <a:gd name="T108" fmla="*/ 228 w 561"/>
                <a:gd name="T109" fmla="*/ 655 h 711"/>
                <a:gd name="T110" fmla="*/ 318 w 561"/>
                <a:gd name="T111" fmla="*/ 67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61" h="711">
                  <a:moveTo>
                    <a:pt x="539" y="525"/>
                  </a:moveTo>
                  <a:lnTo>
                    <a:pt x="534" y="520"/>
                  </a:lnTo>
                  <a:lnTo>
                    <a:pt x="530" y="513"/>
                  </a:lnTo>
                  <a:lnTo>
                    <a:pt x="525" y="508"/>
                  </a:lnTo>
                  <a:lnTo>
                    <a:pt x="522" y="501"/>
                  </a:lnTo>
                  <a:lnTo>
                    <a:pt x="520" y="494"/>
                  </a:lnTo>
                  <a:lnTo>
                    <a:pt x="518" y="487"/>
                  </a:lnTo>
                  <a:lnTo>
                    <a:pt x="517" y="479"/>
                  </a:lnTo>
                  <a:lnTo>
                    <a:pt x="516" y="472"/>
                  </a:lnTo>
                  <a:lnTo>
                    <a:pt x="516" y="333"/>
                  </a:lnTo>
                  <a:lnTo>
                    <a:pt x="515" y="328"/>
                  </a:lnTo>
                  <a:lnTo>
                    <a:pt x="512" y="323"/>
                  </a:lnTo>
                  <a:lnTo>
                    <a:pt x="507" y="320"/>
                  </a:lnTo>
                  <a:lnTo>
                    <a:pt x="502" y="319"/>
                  </a:lnTo>
                  <a:lnTo>
                    <a:pt x="496" y="320"/>
                  </a:lnTo>
                  <a:lnTo>
                    <a:pt x="492" y="323"/>
                  </a:lnTo>
                  <a:lnTo>
                    <a:pt x="489" y="328"/>
                  </a:lnTo>
                  <a:lnTo>
                    <a:pt x="488" y="333"/>
                  </a:lnTo>
                  <a:lnTo>
                    <a:pt x="488" y="472"/>
                  </a:lnTo>
                  <a:lnTo>
                    <a:pt x="489" y="482"/>
                  </a:lnTo>
                  <a:lnTo>
                    <a:pt x="491" y="492"/>
                  </a:lnTo>
                  <a:lnTo>
                    <a:pt x="493" y="503"/>
                  </a:lnTo>
                  <a:lnTo>
                    <a:pt x="496" y="512"/>
                  </a:lnTo>
                  <a:lnTo>
                    <a:pt x="502" y="521"/>
                  </a:lnTo>
                  <a:lnTo>
                    <a:pt x="507" y="531"/>
                  </a:lnTo>
                  <a:lnTo>
                    <a:pt x="514" y="538"/>
                  </a:lnTo>
                  <a:lnTo>
                    <a:pt x="521" y="546"/>
                  </a:lnTo>
                  <a:lnTo>
                    <a:pt x="526" y="551"/>
                  </a:lnTo>
                  <a:lnTo>
                    <a:pt x="530" y="557"/>
                  </a:lnTo>
                  <a:lnTo>
                    <a:pt x="532" y="565"/>
                  </a:lnTo>
                  <a:lnTo>
                    <a:pt x="533" y="573"/>
                  </a:lnTo>
                  <a:lnTo>
                    <a:pt x="532" y="580"/>
                  </a:lnTo>
                  <a:lnTo>
                    <a:pt x="530" y="586"/>
                  </a:lnTo>
                  <a:lnTo>
                    <a:pt x="526" y="593"/>
                  </a:lnTo>
                  <a:lnTo>
                    <a:pt x="522" y="598"/>
                  </a:lnTo>
                  <a:lnTo>
                    <a:pt x="517" y="603"/>
                  </a:lnTo>
                  <a:lnTo>
                    <a:pt x="510" y="606"/>
                  </a:lnTo>
                  <a:lnTo>
                    <a:pt x="504" y="608"/>
                  </a:lnTo>
                  <a:lnTo>
                    <a:pt x="496" y="609"/>
                  </a:lnTo>
                  <a:lnTo>
                    <a:pt x="64" y="609"/>
                  </a:lnTo>
                  <a:lnTo>
                    <a:pt x="56" y="608"/>
                  </a:lnTo>
                  <a:lnTo>
                    <a:pt x="49" y="606"/>
                  </a:lnTo>
                  <a:lnTo>
                    <a:pt x="44" y="603"/>
                  </a:lnTo>
                  <a:lnTo>
                    <a:pt x="38" y="598"/>
                  </a:lnTo>
                  <a:lnTo>
                    <a:pt x="34" y="593"/>
                  </a:lnTo>
                  <a:lnTo>
                    <a:pt x="31" y="586"/>
                  </a:lnTo>
                  <a:lnTo>
                    <a:pt x="29" y="580"/>
                  </a:lnTo>
                  <a:lnTo>
                    <a:pt x="28" y="573"/>
                  </a:lnTo>
                  <a:lnTo>
                    <a:pt x="29" y="565"/>
                  </a:lnTo>
                  <a:lnTo>
                    <a:pt x="31" y="557"/>
                  </a:lnTo>
                  <a:lnTo>
                    <a:pt x="34" y="551"/>
                  </a:lnTo>
                  <a:lnTo>
                    <a:pt x="39" y="546"/>
                  </a:lnTo>
                  <a:lnTo>
                    <a:pt x="47" y="538"/>
                  </a:lnTo>
                  <a:lnTo>
                    <a:pt x="53" y="531"/>
                  </a:lnTo>
                  <a:lnTo>
                    <a:pt x="59" y="521"/>
                  </a:lnTo>
                  <a:lnTo>
                    <a:pt x="63" y="512"/>
                  </a:lnTo>
                  <a:lnTo>
                    <a:pt x="67" y="503"/>
                  </a:lnTo>
                  <a:lnTo>
                    <a:pt x="69" y="492"/>
                  </a:lnTo>
                  <a:lnTo>
                    <a:pt x="71" y="482"/>
                  </a:lnTo>
                  <a:lnTo>
                    <a:pt x="71" y="472"/>
                  </a:lnTo>
                  <a:lnTo>
                    <a:pt x="71" y="312"/>
                  </a:lnTo>
                  <a:lnTo>
                    <a:pt x="73" y="290"/>
                  </a:lnTo>
                  <a:lnTo>
                    <a:pt x="76" y="270"/>
                  </a:lnTo>
                  <a:lnTo>
                    <a:pt x="81" y="249"/>
                  </a:lnTo>
                  <a:lnTo>
                    <a:pt x="89" y="230"/>
                  </a:lnTo>
                  <a:lnTo>
                    <a:pt x="97" y="212"/>
                  </a:lnTo>
                  <a:lnTo>
                    <a:pt x="107" y="195"/>
                  </a:lnTo>
                  <a:lnTo>
                    <a:pt x="120" y="179"/>
                  </a:lnTo>
                  <a:lnTo>
                    <a:pt x="133" y="163"/>
                  </a:lnTo>
                  <a:lnTo>
                    <a:pt x="148" y="151"/>
                  </a:lnTo>
                  <a:lnTo>
                    <a:pt x="164" y="139"/>
                  </a:lnTo>
                  <a:lnTo>
                    <a:pt x="181" y="128"/>
                  </a:lnTo>
                  <a:lnTo>
                    <a:pt x="199" y="119"/>
                  </a:lnTo>
                  <a:lnTo>
                    <a:pt x="218" y="112"/>
                  </a:lnTo>
                  <a:lnTo>
                    <a:pt x="238" y="107"/>
                  </a:lnTo>
                  <a:lnTo>
                    <a:pt x="259" y="104"/>
                  </a:lnTo>
                  <a:lnTo>
                    <a:pt x="280" y="103"/>
                  </a:lnTo>
                  <a:lnTo>
                    <a:pt x="291" y="103"/>
                  </a:lnTo>
                  <a:lnTo>
                    <a:pt x="303" y="104"/>
                  </a:lnTo>
                  <a:lnTo>
                    <a:pt x="315" y="106"/>
                  </a:lnTo>
                  <a:lnTo>
                    <a:pt x="327" y="108"/>
                  </a:lnTo>
                  <a:lnTo>
                    <a:pt x="338" y="111"/>
                  </a:lnTo>
                  <a:lnTo>
                    <a:pt x="349" y="115"/>
                  </a:lnTo>
                  <a:lnTo>
                    <a:pt x="360" y="118"/>
                  </a:lnTo>
                  <a:lnTo>
                    <a:pt x="371" y="124"/>
                  </a:lnTo>
                  <a:lnTo>
                    <a:pt x="364" y="136"/>
                  </a:lnTo>
                  <a:lnTo>
                    <a:pt x="359" y="150"/>
                  </a:lnTo>
                  <a:lnTo>
                    <a:pt x="357" y="163"/>
                  </a:lnTo>
                  <a:lnTo>
                    <a:pt x="356" y="177"/>
                  </a:lnTo>
                  <a:lnTo>
                    <a:pt x="356" y="188"/>
                  </a:lnTo>
                  <a:lnTo>
                    <a:pt x="358" y="199"/>
                  </a:lnTo>
                  <a:lnTo>
                    <a:pt x="360" y="209"/>
                  </a:lnTo>
                  <a:lnTo>
                    <a:pt x="363" y="218"/>
                  </a:lnTo>
                  <a:lnTo>
                    <a:pt x="368" y="227"/>
                  </a:lnTo>
                  <a:lnTo>
                    <a:pt x="373" y="235"/>
                  </a:lnTo>
                  <a:lnTo>
                    <a:pt x="379" y="243"/>
                  </a:lnTo>
                  <a:lnTo>
                    <a:pt x="386" y="250"/>
                  </a:lnTo>
                  <a:lnTo>
                    <a:pt x="393" y="257"/>
                  </a:lnTo>
                  <a:lnTo>
                    <a:pt x="401" y="263"/>
                  </a:lnTo>
                  <a:lnTo>
                    <a:pt x="409" y="269"/>
                  </a:lnTo>
                  <a:lnTo>
                    <a:pt x="418" y="273"/>
                  </a:lnTo>
                  <a:lnTo>
                    <a:pt x="428" y="276"/>
                  </a:lnTo>
                  <a:lnTo>
                    <a:pt x="437" y="278"/>
                  </a:lnTo>
                  <a:lnTo>
                    <a:pt x="448" y="281"/>
                  </a:lnTo>
                  <a:lnTo>
                    <a:pt x="458" y="281"/>
                  </a:lnTo>
                  <a:lnTo>
                    <a:pt x="468" y="281"/>
                  </a:lnTo>
                  <a:lnTo>
                    <a:pt x="479" y="278"/>
                  </a:lnTo>
                  <a:lnTo>
                    <a:pt x="489" y="276"/>
                  </a:lnTo>
                  <a:lnTo>
                    <a:pt x="498" y="273"/>
                  </a:lnTo>
                  <a:lnTo>
                    <a:pt x="507" y="269"/>
                  </a:lnTo>
                  <a:lnTo>
                    <a:pt x="516" y="263"/>
                  </a:lnTo>
                  <a:lnTo>
                    <a:pt x="523" y="257"/>
                  </a:lnTo>
                  <a:lnTo>
                    <a:pt x="531" y="250"/>
                  </a:lnTo>
                  <a:lnTo>
                    <a:pt x="537" y="243"/>
                  </a:lnTo>
                  <a:lnTo>
                    <a:pt x="544" y="235"/>
                  </a:lnTo>
                  <a:lnTo>
                    <a:pt x="549" y="227"/>
                  </a:lnTo>
                  <a:lnTo>
                    <a:pt x="553" y="218"/>
                  </a:lnTo>
                  <a:lnTo>
                    <a:pt x="556" y="209"/>
                  </a:lnTo>
                  <a:lnTo>
                    <a:pt x="559" y="199"/>
                  </a:lnTo>
                  <a:lnTo>
                    <a:pt x="561" y="188"/>
                  </a:lnTo>
                  <a:lnTo>
                    <a:pt x="561" y="177"/>
                  </a:lnTo>
                  <a:lnTo>
                    <a:pt x="561" y="168"/>
                  </a:lnTo>
                  <a:lnTo>
                    <a:pt x="559" y="157"/>
                  </a:lnTo>
                  <a:lnTo>
                    <a:pt x="556" y="147"/>
                  </a:lnTo>
                  <a:lnTo>
                    <a:pt x="553" y="138"/>
                  </a:lnTo>
                  <a:lnTo>
                    <a:pt x="549" y="129"/>
                  </a:lnTo>
                  <a:lnTo>
                    <a:pt x="544" y="121"/>
                  </a:lnTo>
                  <a:lnTo>
                    <a:pt x="537" y="113"/>
                  </a:lnTo>
                  <a:lnTo>
                    <a:pt x="531" y="106"/>
                  </a:lnTo>
                  <a:lnTo>
                    <a:pt x="523" y="99"/>
                  </a:lnTo>
                  <a:lnTo>
                    <a:pt x="516" y="93"/>
                  </a:lnTo>
                  <a:lnTo>
                    <a:pt x="507" y="87"/>
                  </a:lnTo>
                  <a:lnTo>
                    <a:pt x="498" y="83"/>
                  </a:lnTo>
                  <a:lnTo>
                    <a:pt x="489" y="80"/>
                  </a:lnTo>
                  <a:lnTo>
                    <a:pt x="479" y="78"/>
                  </a:lnTo>
                  <a:lnTo>
                    <a:pt x="468" y="75"/>
                  </a:lnTo>
                  <a:lnTo>
                    <a:pt x="458" y="75"/>
                  </a:lnTo>
                  <a:lnTo>
                    <a:pt x="448" y="75"/>
                  </a:lnTo>
                  <a:lnTo>
                    <a:pt x="438" y="77"/>
                  </a:lnTo>
                  <a:lnTo>
                    <a:pt x="430" y="79"/>
                  </a:lnTo>
                  <a:lnTo>
                    <a:pt x="420" y="82"/>
                  </a:lnTo>
                  <a:lnTo>
                    <a:pt x="412" y="86"/>
                  </a:lnTo>
                  <a:lnTo>
                    <a:pt x="404" y="90"/>
                  </a:lnTo>
                  <a:lnTo>
                    <a:pt x="397" y="96"/>
                  </a:lnTo>
                  <a:lnTo>
                    <a:pt x="389" y="102"/>
                  </a:lnTo>
                  <a:lnTo>
                    <a:pt x="373" y="95"/>
                  </a:lnTo>
                  <a:lnTo>
                    <a:pt x="357" y="88"/>
                  </a:lnTo>
                  <a:lnTo>
                    <a:pt x="341" y="83"/>
                  </a:lnTo>
                  <a:lnTo>
                    <a:pt x="324" y="79"/>
                  </a:lnTo>
                  <a:lnTo>
                    <a:pt x="327" y="73"/>
                  </a:lnTo>
                  <a:lnTo>
                    <a:pt x="329" y="66"/>
                  </a:lnTo>
                  <a:lnTo>
                    <a:pt x="331" y="59"/>
                  </a:lnTo>
                  <a:lnTo>
                    <a:pt x="331" y="52"/>
                  </a:lnTo>
                  <a:lnTo>
                    <a:pt x="330" y="41"/>
                  </a:lnTo>
                  <a:lnTo>
                    <a:pt x="327" y="31"/>
                  </a:lnTo>
                  <a:lnTo>
                    <a:pt x="323" y="23"/>
                  </a:lnTo>
                  <a:lnTo>
                    <a:pt x="316" y="15"/>
                  </a:lnTo>
                  <a:lnTo>
                    <a:pt x="309" y="9"/>
                  </a:lnTo>
                  <a:lnTo>
                    <a:pt x="300" y="5"/>
                  </a:lnTo>
                  <a:lnTo>
                    <a:pt x="290" y="1"/>
                  </a:lnTo>
                  <a:lnTo>
                    <a:pt x="280" y="0"/>
                  </a:lnTo>
                  <a:lnTo>
                    <a:pt x="270" y="1"/>
                  </a:lnTo>
                  <a:lnTo>
                    <a:pt x="260" y="5"/>
                  </a:lnTo>
                  <a:lnTo>
                    <a:pt x="252" y="9"/>
                  </a:lnTo>
                  <a:lnTo>
                    <a:pt x="244" y="15"/>
                  </a:lnTo>
                  <a:lnTo>
                    <a:pt x="238" y="23"/>
                  </a:lnTo>
                  <a:lnTo>
                    <a:pt x="232" y="31"/>
                  </a:lnTo>
                  <a:lnTo>
                    <a:pt x="229" y="41"/>
                  </a:lnTo>
                  <a:lnTo>
                    <a:pt x="229" y="52"/>
                  </a:lnTo>
                  <a:lnTo>
                    <a:pt x="229" y="59"/>
                  </a:lnTo>
                  <a:lnTo>
                    <a:pt x="230" y="66"/>
                  </a:lnTo>
                  <a:lnTo>
                    <a:pt x="233" y="73"/>
                  </a:lnTo>
                  <a:lnTo>
                    <a:pt x="237" y="79"/>
                  </a:lnTo>
                  <a:lnTo>
                    <a:pt x="216" y="84"/>
                  </a:lnTo>
                  <a:lnTo>
                    <a:pt x="197" y="90"/>
                  </a:lnTo>
                  <a:lnTo>
                    <a:pt x="179" y="98"/>
                  </a:lnTo>
                  <a:lnTo>
                    <a:pt x="161" y="108"/>
                  </a:lnTo>
                  <a:lnTo>
                    <a:pt x="143" y="118"/>
                  </a:lnTo>
                  <a:lnTo>
                    <a:pt x="127" y="131"/>
                  </a:lnTo>
                  <a:lnTo>
                    <a:pt x="113" y="145"/>
                  </a:lnTo>
                  <a:lnTo>
                    <a:pt x="99" y="159"/>
                  </a:lnTo>
                  <a:lnTo>
                    <a:pt x="87" y="175"/>
                  </a:lnTo>
                  <a:lnTo>
                    <a:pt x="76" y="192"/>
                  </a:lnTo>
                  <a:lnTo>
                    <a:pt x="67" y="211"/>
                  </a:lnTo>
                  <a:lnTo>
                    <a:pt x="59" y="229"/>
                  </a:lnTo>
                  <a:lnTo>
                    <a:pt x="52" y="248"/>
                  </a:lnTo>
                  <a:lnTo>
                    <a:pt x="48" y="269"/>
                  </a:lnTo>
                  <a:lnTo>
                    <a:pt x="45" y="290"/>
                  </a:lnTo>
                  <a:lnTo>
                    <a:pt x="44" y="312"/>
                  </a:lnTo>
                  <a:lnTo>
                    <a:pt x="44" y="472"/>
                  </a:lnTo>
                  <a:lnTo>
                    <a:pt x="44" y="479"/>
                  </a:lnTo>
                  <a:lnTo>
                    <a:pt x="43" y="487"/>
                  </a:lnTo>
                  <a:lnTo>
                    <a:pt x="40" y="494"/>
                  </a:lnTo>
                  <a:lnTo>
                    <a:pt x="38" y="501"/>
                  </a:lnTo>
                  <a:lnTo>
                    <a:pt x="35" y="508"/>
                  </a:lnTo>
                  <a:lnTo>
                    <a:pt x="31" y="513"/>
                  </a:lnTo>
                  <a:lnTo>
                    <a:pt x="25" y="520"/>
                  </a:lnTo>
                  <a:lnTo>
                    <a:pt x="20" y="525"/>
                  </a:lnTo>
                  <a:lnTo>
                    <a:pt x="16" y="530"/>
                  </a:lnTo>
                  <a:lnTo>
                    <a:pt x="11" y="535"/>
                  </a:lnTo>
                  <a:lnTo>
                    <a:pt x="8" y="540"/>
                  </a:lnTo>
                  <a:lnTo>
                    <a:pt x="5" y="547"/>
                  </a:lnTo>
                  <a:lnTo>
                    <a:pt x="3" y="553"/>
                  </a:lnTo>
                  <a:lnTo>
                    <a:pt x="1" y="560"/>
                  </a:lnTo>
                  <a:lnTo>
                    <a:pt x="0" y="566"/>
                  </a:lnTo>
                  <a:lnTo>
                    <a:pt x="0" y="573"/>
                  </a:lnTo>
                  <a:lnTo>
                    <a:pt x="0" y="579"/>
                  </a:lnTo>
                  <a:lnTo>
                    <a:pt x="1" y="585"/>
                  </a:lnTo>
                  <a:lnTo>
                    <a:pt x="3" y="592"/>
                  </a:lnTo>
                  <a:lnTo>
                    <a:pt x="5" y="597"/>
                  </a:lnTo>
                  <a:lnTo>
                    <a:pt x="7" y="603"/>
                  </a:lnTo>
                  <a:lnTo>
                    <a:pt x="10" y="608"/>
                  </a:lnTo>
                  <a:lnTo>
                    <a:pt x="15" y="613"/>
                  </a:lnTo>
                  <a:lnTo>
                    <a:pt x="18" y="618"/>
                  </a:lnTo>
                  <a:lnTo>
                    <a:pt x="23" y="622"/>
                  </a:lnTo>
                  <a:lnTo>
                    <a:pt x="28" y="625"/>
                  </a:lnTo>
                  <a:lnTo>
                    <a:pt x="33" y="628"/>
                  </a:lnTo>
                  <a:lnTo>
                    <a:pt x="38" y="632"/>
                  </a:lnTo>
                  <a:lnTo>
                    <a:pt x="45" y="634"/>
                  </a:lnTo>
                  <a:lnTo>
                    <a:pt x="51" y="635"/>
                  </a:lnTo>
                  <a:lnTo>
                    <a:pt x="56" y="636"/>
                  </a:lnTo>
                  <a:lnTo>
                    <a:pt x="64" y="636"/>
                  </a:lnTo>
                  <a:lnTo>
                    <a:pt x="193" y="636"/>
                  </a:lnTo>
                  <a:lnTo>
                    <a:pt x="194" y="644"/>
                  </a:lnTo>
                  <a:lnTo>
                    <a:pt x="196" y="652"/>
                  </a:lnTo>
                  <a:lnTo>
                    <a:pt x="199" y="659"/>
                  </a:lnTo>
                  <a:lnTo>
                    <a:pt x="202" y="666"/>
                  </a:lnTo>
                  <a:lnTo>
                    <a:pt x="207" y="672"/>
                  </a:lnTo>
                  <a:lnTo>
                    <a:pt x="211" y="679"/>
                  </a:lnTo>
                  <a:lnTo>
                    <a:pt x="216" y="684"/>
                  </a:lnTo>
                  <a:lnTo>
                    <a:pt x="222" y="690"/>
                  </a:lnTo>
                  <a:lnTo>
                    <a:pt x="228" y="695"/>
                  </a:lnTo>
                  <a:lnTo>
                    <a:pt x="235" y="699"/>
                  </a:lnTo>
                  <a:lnTo>
                    <a:pt x="241" y="702"/>
                  </a:lnTo>
                  <a:lnTo>
                    <a:pt x="249" y="706"/>
                  </a:lnTo>
                  <a:lnTo>
                    <a:pt x="256" y="708"/>
                  </a:lnTo>
                  <a:lnTo>
                    <a:pt x="264" y="710"/>
                  </a:lnTo>
                  <a:lnTo>
                    <a:pt x="272" y="711"/>
                  </a:lnTo>
                  <a:lnTo>
                    <a:pt x="280" y="711"/>
                  </a:lnTo>
                  <a:lnTo>
                    <a:pt x="288" y="711"/>
                  </a:lnTo>
                  <a:lnTo>
                    <a:pt x="296" y="710"/>
                  </a:lnTo>
                  <a:lnTo>
                    <a:pt x="304" y="708"/>
                  </a:lnTo>
                  <a:lnTo>
                    <a:pt x="312" y="706"/>
                  </a:lnTo>
                  <a:lnTo>
                    <a:pt x="318" y="702"/>
                  </a:lnTo>
                  <a:lnTo>
                    <a:pt x="326" y="699"/>
                  </a:lnTo>
                  <a:lnTo>
                    <a:pt x="332" y="695"/>
                  </a:lnTo>
                  <a:lnTo>
                    <a:pt x="338" y="690"/>
                  </a:lnTo>
                  <a:lnTo>
                    <a:pt x="344" y="684"/>
                  </a:lnTo>
                  <a:lnTo>
                    <a:pt x="348" y="679"/>
                  </a:lnTo>
                  <a:lnTo>
                    <a:pt x="354" y="672"/>
                  </a:lnTo>
                  <a:lnTo>
                    <a:pt x="358" y="666"/>
                  </a:lnTo>
                  <a:lnTo>
                    <a:pt x="361" y="659"/>
                  </a:lnTo>
                  <a:lnTo>
                    <a:pt x="364" y="652"/>
                  </a:lnTo>
                  <a:lnTo>
                    <a:pt x="367" y="644"/>
                  </a:lnTo>
                  <a:lnTo>
                    <a:pt x="368" y="636"/>
                  </a:lnTo>
                  <a:lnTo>
                    <a:pt x="496" y="636"/>
                  </a:lnTo>
                  <a:lnTo>
                    <a:pt x="503" y="636"/>
                  </a:lnTo>
                  <a:lnTo>
                    <a:pt x="509" y="635"/>
                  </a:lnTo>
                  <a:lnTo>
                    <a:pt x="516" y="634"/>
                  </a:lnTo>
                  <a:lnTo>
                    <a:pt x="521" y="632"/>
                  </a:lnTo>
                  <a:lnTo>
                    <a:pt x="527" y="628"/>
                  </a:lnTo>
                  <a:lnTo>
                    <a:pt x="533" y="625"/>
                  </a:lnTo>
                  <a:lnTo>
                    <a:pt x="537" y="622"/>
                  </a:lnTo>
                  <a:lnTo>
                    <a:pt x="541" y="618"/>
                  </a:lnTo>
                  <a:lnTo>
                    <a:pt x="546" y="613"/>
                  </a:lnTo>
                  <a:lnTo>
                    <a:pt x="550" y="608"/>
                  </a:lnTo>
                  <a:lnTo>
                    <a:pt x="553" y="603"/>
                  </a:lnTo>
                  <a:lnTo>
                    <a:pt x="555" y="597"/>
                  </a:lnTo>
                  <a:lnTo>
                    <a:pt x="558" y="592"/>
                  </a:lnTo>
                  <a:lnTo>
                    <a:pt x="560" y="585"/>
                  </a:lnTo>
                  <a:lnTo>
                    <a:pt x="560" y="579"/>
                  </a:lnTo>
                  <a:lnTo>
                    <a:pt x="561" y="573"/>
                  </a:lnTo>
                  <a:lnTo>
                    <a:pt x="560" y="566"/>
                  </a:lnTo>
                  <a:lnTo>
                    <a:pt x="559" y="560"/>
                  </a:lnTo>
                  <a:lnTo>
                    <a:pt x="558" y="553"/>
                  </a:lnTo>
                  <a:lnTo>
                    <a:pt x="555" y="547"/>
                  </a:lnTo>
                  <a:lnTo>
                    <a:pt x="552" y="540"/>
                  </a:lnTo>
                  <a:lnTo>
                    <a:pt x="549" y="535"/>
                  </a:lnTo>
                  <a:lnTo>
                    <a:pt x="545" y="530"/>
                  </a:lnTo>
                  <a:lnTo>
                    <a:pt x="539" y="525"/>
                  </a:lnTo>
                  <a:close/>
                  <a:moveTo>
                    <a:pt x="458" y="103"/>
                  </a:moveTo>
                  <a:lnTo>
                    <a:pt x="466" y="103"/>
                  </a:lnTo>
                  <a:lnTo>
                    <a:pt x="473" y="104"/>
                  </a:lnTo>
                  <a:lnTo>
                    <a:pt x="480" y="107"/>
                  </a:lnTo>
                  <a:lnTo>
                    <a:pt x="488" y="109"/>
                  </a:lnTo>
                  <a:lnTo>
                    <a:pt x="494" y="112"/>
                  </a:lnTo>
                  <a:lnTo>
                    <a:pt x="500" y="115"/>
                  </a:lnTo>
                  <a:lnTo>
                    <a:pt x="506" y="121"/>
                  </a:lnTo>
                  <a:lnTo>
                    <a:pt x="511" y="125"/>
                  </a:lnTo>
                  <a:lnTo>
                    <a:pt x="516" y="130"/>
                  </a:lnTo>
                  <a:lnTo>
                    <a:pt x="520" y="136"/>
                  </a:lnTo>
                  <a:lnTo>
                    <a:pt x="524" y="142"/>
                  </a:lnTo>
                  <a:lnTo>
                    <a:pt x="527" y="148"/>
                  </a:lnTo>
                  <a:lnTo>
                    <a:pt x="530" y="156"/>
                  </a:lnTo>
                  <a:lnTo>
                    <a:pt x="532" y="162"/>
                  </a:lnTo>
                  <a:lnTo>
                    <a:pt x="533" y="170"/>
                  </a:lnTo>
                  <a:lnTo>
                    <a:pt x="533" y="177"/>
                  </a:lnTo>
                  <a:lnTo>
                    <a:pt x="533" y="186"/>
                  </a:lnTo>
                  <a:lnTo>
                    <a:pt x="532" y="192"/>
                  </a:lnTo>
                  <a:lnTo>
                    <a:pt x="530" y="200"/>
                  </a:lnTo>
                  <a:lnTo>
                    <a:pt x="527" y="208"/>
                  </a:lnTo>
                  <a:lnTo>
                    <a:pt x="524" y="214"/>
                  </a:lnTo>
                  <a:lnTo>
                    <a:pt x="520" y="219"/>
                  </a:lnTo>
                  <a:lnTo>
                    <a:pt x="516" y="226"/>
                  </a:lnTo>
                  <a:lnTo>
                    <a:pt x="511" y="231"/>
                  </a:lnTo>
                  <a:lnTo>
                    <a:pt x="506" y="235"/>
                  </a:lnTo>
                  <a:lnTo>
                    <a:pt x="500" y="240"/>
                  </a:lnTo>
                  <a:lnTo>
                    <a:pt x="494" y="244"/>
                  </a:lnTo>
                  <a:lnTo>
                    <a:pt x="488" y="247"/>
                  </a:lnTo>
                  <a:lnTo>
                    <a:pt x="480" y="249"/>
                  </a:lnTo>
                  <a:lnTo>
                    <a:pt x="473" y="252"/>
                  </a:lnTo>
                  <a:lnTo>
                    <a:pt x="466" y="253"/>
                  </a:lnTo>
                  <a:lnTo>
                    <a:pt x="458" y="253"/>
                  </a:lnTo>
                  <a:lnTo>
                    <a:pt x="450" y="253"/>
                  </a:lnTo>
                  <a:lnTo>
                    <a:pt x="443" y="252"/>
                  </a:lnTo>
                  <a:lnTo>
                    <a:pt x="436" y="249"/>
                  </a:lnTo>
                  <a:lnTo>
                    <a:pt x="429" y="247"/>
                  </a:lnTo>
                  <a:lnTo>
                    <a:pt x="422" y="244"/>
                  </a:lnTo>
                  <a:lnTo>
                    <a:pt x="416" y="240"/>
                  </a:lnTo>
                  <a:lnTo>
                    <a:pt x="411" y="235"/>
                  </a:lnTo>
                  <a:lnTo>
                    <a:pt x="405" y="231"/>
                  </a:lnTo>
                  <a:lnTo>
                    <a:pt x="401" y="226"/>
                  </a:lnTo>
                  <a:lnTo>
                    <a:pt x="395" y="219"/>
                  </a:lnTo>
                  <a:lnTo>
                    <a:pt x="392" y="214"/>
                  </a:lnTo>
                  <a:lnTo>
                    <a:pt x="389" y="208"/>
                  </a:lnTo>
                  <a:lnTo>
                    <a:pt x="387" y="200"/>
                  </a:lnTo>
                  <a:lnTo>
                    <a:pt x="385" y="192"/>
                  </a:lnTo>
                  <a:lnTo>
                    <a:pt x="384" y="186"/>
                  </a:lnTo>
                  <a:lnTo>
                    <a:pt x="384" y="177"/>
                  </a:lnTo>
                  <a:lnTo>
                    <a:pt x="384" y="170"/>
                  </a:lnTo>
                  <a:lnTo>
                    <a:pt x="385" y="162"/>
                  </a:lnTo>
                  <a:lnTo>
                    <a:pt x="387" y="156"/>
                  </a:lnTo>
                  <a:lnTo>
                    <a:pt x="389" y="148"/>
                  </a:lnTo>
                  <a:lnTo>
                    <a:pt x="392" y="142"/>
                  </a:lnTo>
                  <a:lnTo>
                    <a:pt x="395" y="136"/>
                  </a:lnTo>
                  <a:lnTo>
                    <a:pt x="401" y="130"/>
                  </a:lnTo>
                  <a:lnTo>
                    <a:pt x="405" y="125"/>
                  </a:lnTo>
                  <a:lnTo>
                    <a:pt x="411" y="121"/>
                  </a:lnTo>
                  <a:lnTo>
                    <a:pt x="416" y="115"/>
                  </a:lnTo>
                  <a:lnTo>
                    <a:pt x="422" y="112"/>
                  </a:lnTo>
                  <a:lnTo>
                    <a:pt x="429" y="109"/>
                  </a:lnTo>
                  <a:lnTo>
                    <a:pt x="436" y="107"/>
                  </a:lnTo>
                  <a:lnTo>
                    <a:pt x="443" y="104"/>
                  </a:lnTo>
                  <a:lnTo>
                    <a:pt x="450" y="103"/>
                  </a:lnTo>
                  <a:lnTo>
                    <a:pt x="458" y="103"/>
                  </a:lnTo>
                  <a:close/>
                  <a:moveTo>
                    <a:pt x="280" y="28"/>
                  </a:moveTo>
                  <a:lnTo>
                    <a:pt x="285" y="28"/>
                  </a:lnTo>
                  <a:lnTo>
                    <a:pt x="289" y="29"/>
                  </a:lnTo>
                  <a:lnTo>
                    <a:pt x="294" y="31"/>
                  </a:lnTo>
                  <a:lnTo>
                    <a:pt x="297" y="35"/>
                  </a:lnTo>
                  <a:lnTo>
                    <a:pt x="300" y="38"/>
                  </a:lnTo>
                  <a:lnTo>
                    <a:pt x="302" y="42"/>
                  </a:lnTo>
                  <a:lnTo>
                    <a:pt x="303" y="46"/>
                  </a:lnTo>
                  <a:lnTo>
                    <a:pt x="303" y="52"/>
                  </a:lnTo>
                  <a:lnTo>
                    <a:pt x="303" y="56"/>
                  </a:lnTo>
                  <a:lnTo>
                    <a:pt x="302" y="60"/>
                  </a:lnTo>
                  <a:lnTo>
                    <a:pt x="300" y="65"/>
                  </a:lnTo>
                  <a:lnTo>
                    <a:pt x="297" y="68"/>
                  </a:lnTo>
                  <a:lnTo>
                    <a:pt x="294" y="71"/>
                  </a:lnTo>
                  <a:lnTo>
                    <a:pt x="289" y="73"/>
                  </a:lnTo>
                  <a:lnTo>
                    <a:pt x="285" y="74"/>
                  </a:lnTo>
                  <a:lnTo>
                    <a:pt x="280" y="75"/>
                  </a:lnTo>
                  <a:lnTo>
                    <a:pt x="275" y="74"/>
                  </a:lnTo>
                  <a:lnTo>
                    <a:pt x="271" y="73"/>
                  </a:lnTo>
                  <a:lnTo>
                    <a:pt x="267" y="71"/>
                  </a:lnTo>
                  <a:lnTo>
                    <a:pt x="264" y="68"/>
                  </a:lnTo>
                  <a:lnTo>
                    <a:pt x="260" y="65"/>
                  </a:lnTo>
                  <a:lnTo>
                    <a:pt x="258" y="60"/>
                  </a:lnTo>
                  <a:lnTo>
                    <a:pt x="257" y="56"/>
                  </a:lnTo>
                  <a:lnTo>
                    <a:pt x="256" y="52"/>
                  </a:lnTo>
                  <a:lnTo>
                    <a:pt x="257" y="46"/>
                  </a:lnTo>
                  <a:lnTo>
                    <a:pt x="258" y="42"/>
                  </a:lnTo>
                  <a:lnTo>
                    <a:pt x="260" y="38"/>
                  </a:lnTo>
                  <a:lnTo>
                    <a:pt x="264" y="35"/>
                  </a:lnTo>
                  <a:lnTo>
                    <a:pt x="267" y="31"/>
                  </a:lnTo>
                  <a:lnTo>
                    <a:pt x="271" y="29"/>
                  </a:lnTo>
                  <a:lnTo>
                    <a:pt x="275" y="28"/>
                  </a:lnTo>
                  <a:lnTo>
                    <a:pt x="280" y="28"/>
                  </a:lnTo>
                  <a:close/>
                  <a:moveTo>
                    <a:pt x="280" y="683"/>
                  </a:moveTo>
                  <a:lnTo>
                    <a:pt x="270" y="683"/>
                  </a:lnTo>
                  <a:lnTo>
                    <a:pt x="259" y="680"/>
                  </a:lnTo>
                  <a:lnTo>
                    <a:pt x="251" y="676"/>
                  </a:lnTo>
                  <a:lnTo>
                    <a:pt x="242" y="670"/>
                  </a:lnTo>
                  <a:lnTo>
                    <a:pt x="235" y="663"/>
                  </a:lnTo>
                  <a:lnTo>
                    <a:pt x="228" y="655"/>
                  </a:lnTo>
                  <a:lnTo>
                    <a:pt x="224" y="647"/>
                  </a:lnTo>
                  <a:lnTo>
                    <a:pt x="221" y="636"/>
                  </a:lnTo>
                  <a:lnTo>
                    <a:pt x="340" y="636"/>
                  </a:lnTo>
                  <a:lnTo>
                    <a:pt x="336" y="647"/>
                  </a:lnTo>
                  <a:lnTo>
                    <a:pt x="331" y="655"/>
                  </a:lnTo>
                  <a:lnTo>
                    <a:pt x="326" y="663"/>
                  </a:lnTo>
                  <a:lnTo>
                    <a:pt x="318" y="670"/>
                  </a:lnTo>
                  <a:lnTo>
                    <a:pt x="310" y="676"/>
                  </a:lnTo>
                  <a:lnTo>
                    <a:pt x="301" y="680"/>
                  </a:lnTo>
                  <a:lnTo>
                    <a:pt x="290" y="683"/>
                  </a:lnTo>
                  <a:lnTo>
                    <a:pt x="280" y="68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0" name="Freeform 178">
              <a:extLst>
                <a:ext uri="{FF2B5EF4-FFF2-40B4-BE49-F238E27FC236}">
                  <a16:creationId xmlns:a16="http://schemas.microsoft.com/office/drawing/2014/main" id="{5C8EDE7F-1A69-4B8F-83B5-FB4450430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4878388"/>
              <a:ext cx="14288" cy="14288"/>
            </a:xfrm>
            <a:custGeom>
              <a:avLst/>
              <a:gdLst>
                <a:gd name="T0" fmla="*/ 13 w 27"/>
                <a:gd name="T1" fmla="*/ 0 h 29"/>
                <a:gd name="T2" fmla="*/ 8 w 27"/>
                <a:gd name="T3" fmla="*/ 1 h 29"/>
                <a:gd name="T4" fmla="*/ 3 w 27"/>
                <a:gd name="T5" fmla="*/ 4 h 29"/>
                <a:gd name="T6" fmla="*/ 1 w 27"/>
                <a:gd name="T7" fmla="*/ 8 h 29"/>
                <a:gd name="T8" fmla="*/ 0 w 27"/>
                <a:gd name="T9" fmla="*/ 14 h 29"/>
                <a:gd name="T10" fmla="*/ 0 w 27"/>
                <a:gd name="T11" fmla="*/ 15 h 29"/>
                <a:gd name="T12" fmla="*/ 1 w 27"/>
                <a:gd name="T13" fmla="*/ 20 h 29"/>
                <a:gd name="T14" fmla="*/ 3 w 27"/>
                <a:gd name="T15" fmla="*/ 24 h 29"/>
                <a:gd name="T16" fmla="*/ 8 w 27"/>
                <a:gd name="T17" fmla="*/ 28 h 29"/>
                <a:gd name="T18" fmla="*/ 13 w 27"/>
                <a:gd name="T19" fmla="*/ 29 h 29"/>
                <a:gd name="T20" fmla="*/ 18 w 27"/>
                <a:gd name="T21" fmla="*/ 28 h 29"/>
                <a:gd name="T22" fmla="*/ 24 w 27"/>
                <a:gd name="T23" fmla="*/ 24 h 29"/>
                <a:gd name="T24" fmla="*/ 26 w 27"/>
                <a:gd name="T25" fmla="*/ 20 h 29"/>
                <a:gd name="T26" fmla="*/ 27 w 27"/>
                <a:gd name="T27" fmla="*/ 15 h 29"/>
                <a:gd name="T28" fmla="*/ 27 w 27"/>
                <a:gd name="T29" fmla="*/ 14 h 29"/>
                <a:gd name="T30" fmla="*/ 26 w 27"/>
                <a:gd name="T31" fmla="*/ 8 h 29"/>
                <a:gd name="T32" fmla="*/ 24 w 27"/>
                <a:gd name="T33" fmla="*/ 4 h 29"/>
                <a:gd name="T34" fmla="*/ 18 w 27"/>
                <a:gd name="T35" fmla="*/ 1 h 29"/>
                <a:gd name="T36" fmla="*/ 13 w 27"/>
                <a:gd name="T3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9">
                  <a:moveTo>
                    <a:pt x="13" y="0"/>
                  </a:moveTo>
                  <a:lnTo>
                    <a:pt x="8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8" y="28"/>
                  </a:lnTo>
                  <a:lnTo>
                    <a:pt x="13" y="29"/>
                  </a:lnTo>
                  <a:lnTo>
                    <a:pt x="18" y="28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18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1" name="Freeform 179">
              <a:extLst>
                <a:ext uri="{FF2B5EF4-FFF2-40B4-BE49-F238E27FC236}">
                  <a16:creationId xmlns:a16="http://schemas.microsoft.com/office/drawing/2014/main" id="{F8EB3F69-8D75-485E-AAE0-4E47A9904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9588" y="4795838"/>
              <a:ext cx="90488" cy="65088"/>
            </a:xfrm>
            <a:custGeom>
              <a:avLst/>
              <a:gdLst>
                <a:gd name="T0" fmla="*/ 157 w 171"/>
                <a:gd name="T1" fmla="*/ 0 h 122"/>
                <a:gd name="T2" fmla="*/ 145 w 171"/>
                <a:gd name="T3" fmla="*/ 0 h 122"/>
                <a:gd name="T4" fmla="*/ 132 w 171"/>
                <a:gd name="T5" fmla="*/ 2 h 122"/>
                <a:gd name="T6" fmla="*/ 120 w 171"/>
                <a:gd name="T7" fmla="*/ 4 h 122"/>
                <a:gd name="T8" fmla="*/ 107 w 171"/>
                <a:gd name="T9" fmla="*/ 8 h 122"/>
                <a:gd name="T10" fmla="*/ 97 w 171"/>
                <a:gd name="T11" fmla="*/ 11 h 122"/>
                <a:gd name="T12" fmla="*/ 85 w 171"/>
                <a:gd name="T13" fmla="*/ 16 h 122"/>
                <a:gd name="T14" fmla="*/ 74 w 171"/>
                <a:gd name="T15" fmla="*/ 21 h 122"/>
                <a:gd name="T16" fmla="*/ 63 w 171"/>
                <a:gd name="T17" fmla="*/ 28 h 122"/>
                <a:gd name="T18" fmla="*/ 54 w 171"/>
                <a:gd name="T19" fmla="*/ 35 h 122"/>
                <a:gd name="T20" fmla="*/ 44 w 171"/>
                <a:gd name="T21" fmla="*/ 43 h 122"/>
                <a:gd name="T22" fmla="*/ 35 w 171"/>
                <a:gd name="T23" fmla="*/ 52 h 122"/>
                <a:gd name="T24" fmla="*/ 27 w 171"/>
                <a:gd name="T25" fmla="*/ 60 h 122"/>
                <a:gd name="T26" fmla="*/ 19 w 171"/>
                <a:gd name="T27" fmla="*/ 70 h 122"/>
                <a:gd name="T28" fmla="*/ 13 w 171"/>
                <a:gd name="T29" fmla="*/ 81 h 122"/>
                <a:gd name="T30" fmla="*/ 6 w 171"/>
                <a:gd name="T31" fmla="*/ 91 h 122"/>
                <a:gd name="T32" fmla="*/ 1 w 171"/>
                <a:gd name="T33" fmla="*/ 103 h 122"/>
                <a:gd name="T34" fmla="*/ 0 w 171"/>
                <a:gd name="T35" fmla="*/ 108 h 122"/>
                <a:gd name="T36" fmla="*/ 1 w 171"/>
                <a:gd name="T37" fmla="*/ 114 h 122"/>
                <a:gd name="T38" fmla="*/ 4 w 171"/>
                <a:gd name="T39" fmla="*/ 118 h 122"/>
                <a:gd name="T40" fmla="*/ 9 w 171"/>
                <a:gd name="T41" fmla="*/ 121 h 122"/>
                <a:gd name="T42" fmla="*/ 11 w 171"/>
                <a:gd name="T43" fmla="*/ 122 h 122"/>
                <a:gd name="T44" fmla="*/ 14 w 171"/>
                <a:gd name="T45" fmla="*/ 122 h 122"/>
                <a:gd name="T46" fmla="*/ 18 w 171"/>
                <a:gd name="T47" fmla="*/ 121 h 122"/>
                <a:gd name="T48" fmla="*/ 21 w 171"/>
                <a:gd name="T49" fmla="*/ 120 h 122"/>
                <a:gd name="T50" fmla="*/ 25 w 171"/>
                <a:gd name="T51" fmla="*/ 117 h 122"/>
                <a:gd name="T52" fmla="*/ 27 w 171"/>
                <a:gd name="T53" fmla="*/ 114 h 122"/>
                <a:gd name="T54" fmla="*/ 31 w 171"/>
                <a:gd name="T55" fmla="*/ 104 h 122"/>
                <a:gd name="T56" fmla="*/ 36 w 171"/>
                <a:gd name="T57" fmla="*/ 96 h 122"/>
                <a:gd name="T58" fmla="*/ 42 w 171"/>
                <a:gd name="T59" fmla="*/ 87 h 122"/>
                <a:gd name="T60" fmla="*/ 48 w 171"/>
                <a:gd name="T61" fmla="*/ 78 h 122"/>
                <a:gd name="T62" fmla="*/ 56 w 171"/>
                <a:gd name="T63" fmla="*/ 71 h 122"/>
                <a:gd name="T64" fmla="*/ 62 w 171"/>
                <a:gd name="T65" fmla="*/ 63 h 122"/>
                <a:gd name="T66" fmla="*/ 71 w 171"/>
                <a:gd name="T67" fmla="*/ 57 h 122"/>
                <a:gd name="T68" fmla="*/ 78 w 171"/>
                <a:gd name="T69" fmla="*/ 52 h 122"/>
                <a:gd name="T70" fmla="*/ 88 w 171"/>
                <a:gd name="T71" fmla="*/ 46 h 122"/>
                <a:gd name="T72" fmla="*/ 97 w 171"/>
                <a:gd name="T73" fmla="*/ 41 h 122"/>
                <a:gd name="T74" fmla="*/ 106 w 171"/>
                <a:gd name="T75" fmla="*/ 37 h 122"/>
                <a:gd name="T76" fmla="*/ 116 w 171"/>
                <a:gd name="T77" fmla="*/ 33 h 122"/>
                <a:gd name="T78" fmla="*/ 126 w 171"/>
                <a:gd name="T79" fmla="*/ 31 h 122"/>
                <a:gd name="T80" fmla="*/ 136 w 171"/>
                <a:gd name="T81" fmla="*/ 29 h 122"/>
                <a:gd name="T82" fmla="*/ 147 w 171"/>
                <a:gd name="T83" fmla="*/ 28 h 122"/>
                <a:gd name="T84" fmla="*/ 157 w 171"/>
                <a:gd name="T85" fmla="*/ 28 h 122"/>
                <a:gd name="T86" fmla="*/ 162 w 171"/>
                <a:gd name="T87" fmla="*/ 27 h 122"/>
                <a:gd name="T88" fmla="*/ 167 w 171"/>
                <a:gd name="T89" fmla="*/ 24 h 122"/>
                <a:gd name="T90" fmla="*/ 170 w 171"/>
                <a:gd name="T91" fmla="*/ 19 h 122"/>
                <a:gd name="T92" fmla="*/ 171 w 171"/>
                <a:gd name="T93" fmla="*/ 14 h 122"/>
                <a:gd name="T94" fmla="*/ 170 w 171"/>
                <a:gd name="T95" fmla="*/ 9 h 122"/>
                <a:gd name="T96" fmla="*/ 167 w 171"/>
                <a:gd name="T97" fmla="*/ 4 h 122"/>
                <a:gd name="T98" fmla="*/ 162 w 171"/>
                <a:gd name="T99" fmla="*/ 1 h 122"/>
                <a:gd name="T100" fmla="*/ 157 w 171"/>
                <a:gd name="T10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1" h="122">
                  <a:moveTo>
                    <a:pt x="157" y="0"/>
                  </a:moveTo>
                  <a:lnTo>
                    <a:pt x="145" y="0"/>
                  </a:lnTo>
                  <a:lnTo>
                    <a:pt x="132" y="2"/>
                  </a:lnTo>
                  <a:lnTo>
                    <a:pt x="120" y="4"/>
                  </a:lnTo>
                  <a:lnTo>
                    <a:pt x="107" y="8"/>
                  </a:lnTo>
                  <a:lnTo>
                    <a:pt x="97" y="11"/>
                  </a:lnTo>
                  <a:lnTo>
                    <a:pt x="85" y="16"/>
                  </a:lnTo>
                  <a:lnTo>
                    <a:pt x="74" y="21"/>
                  </a:lnTo>
                  <a:lnTo>
                    <a:pt x="63" y="28"/>
                  </a:lnTo>
                  <a:lnTo>
                    <a:pt x="54" y="35"/>
                  </a:lnTo>
                  <a:lnTo>
                    <a:pt x="44" y="43"/>
                  </a:lnTo>
                  <a:lnTo>
                    <a:pt x="35" y="52"/>
                  </a:lnTo>
                  <a:lnTo>
                    <a:pt x="27" y="60"/>
                  </a:lnTo>
                  <a:lnTo>
                    <a:pt x="19" y="70"/>
                  </a:lnTo>
                  <a:lnTo>
                    <a:pt x="13" y="81"/>
                  </a:lnTo>
                  <a:lnTo>
                    <a:pt x="6" y="91"/>
                  </a:lnTo>
                  <a:lnTo>
                    <a:pt x="1" y="103"/>
                  </a:lnTo>
                  <a:lnTo>
                    <a:pt x="0" y="108"/>
                  </a:lnTo>
                  <a:lnTo>
                    <a:pt x="1" y="114"/>
                  </a:lnTo>
                  <a:lnTo>
                    <a:pt x="4" y="118"/>
                  </a:lnTo>
                  <a:lnTo>
                    <a:pt x="9" y="121"/>
                  </a:lnTo>
                  <a:lnTo>
                    <a:pt x="11" y="122"/>
                  </a:lnTo>
                  <a:lnTo>
                    <a:pt x="14" y="122"/>
                  </a:lnTo>
                  <a:lnTo>
                    <a:pt x="18" y="121"/>
                  </a:lnTo>
                  <a:lnTo>
                    <a:pt x="21" y="120"/>
                  </a:lnTo>
                  <a:lnTo>
                    <a:pt x="25" y="117"/>
                  </a:lnTo>
                  <a:lnTo>
                    <a:pt x="27" y="114"/>
                  </a:lnTo>
                  <a:lnTo>
                    <a:pt x="31" y="104"/>
                  </a:lnTo>
                  <a:lnTo>
                    <a:pt x="36" y="96"/>
                  </a:lnTo>
                  <a:lnTo>
                    <a:pt x="42" y="87"/>
                  </a:lnTo>
                  <a:lnTo>
                    <a:pt x="48" y="78"/>
                  </a:lnTo>
                  <a:lnTo>
                    <a:pt x="56" y="71"/>
                  </a:lnTo>
                  <a:lnTo>
                    <a:pt x="62" y="63"/>
                  </a:lnTo>
                  <a:lnTo>
                    <a:pt x="71" y="57"/>
                  </a:lnTo>
                  <a:lnTo>
                    <a:pt x="78" y="52"/>
                  </a:lnTo>
                  <a:lnTo>
                    <a:pt x="88" y="46"/>
                  </a:lnTo>
                  <a:lnTo>
                    <a:pt x="97" y="41"/>
                  </a:lnTo>
                  <a:lnTo>
                    <a:pt x="106" y="37"/>
                  </a:lnTo>
                  <a:lnTo>
                    <a:pt x="116" y="33"/>
                  </a:lnTo>
                  <a:lnTo>
                    <a:pt x="126" y="31"/>
                  </a:lnTo>
                  <a:lnTo>
                    <a:pt x="136" y="29"/>
                  </a:lnTo>
                  <a:lnTo>
                    <a:pt x="147" y="28"/>
                  </a:lnTo>
                  <a:lnTo>
                    <a:pt x="157" y="28"/>
                  </a:lnTo>
                  <a:lnTo>
                    <a:pt x="162" y="27"/>
                  </a:lnTo>
                  <a:lnTo>
                    <a:pt x="167" y="24"/>
                  </a:lnTo>
                  <a:lnTo>
                    <a:pt x="170" y="19"/>
                  </a:lnTo>
                  <a:lnTo>
                    <a:pt x="171" y="14"/>
                  </a:lnTo>
                  <a:lnTo>
                    <a:pt x="170" y="9"/>
                  </a:lnTo>
                  <a:lnTo>
                    <a:pt x="167" y="4"/>
                  </a:lnTo>
                  <a:lnTo>
                    <a:pt x="162" y="1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2" name="Freeform 180">
              <a:extLst>
                <a:ext uri="{FF2B5EF4-FFF2-40B4-BE49-F238E27FC236}">
                  <a16:creationId xmlns:a16="http://schemas.microsoft.com/office/drawing/2014/main" id="{96F235D3-2105-40F1-8E6B-61CEDAC8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9926" y="4791076"/>
              <a:ext cx="23813" cy="42863"/>
            </a:xfrm>
            <a:custGeom>
              <a:avLst/>
              <a:gdLst>
                <a:gd name="T0" fmla="*/ 35 w 44"/>
                <a:gd name="T1" fmla="*/ 0 h 82"/>
                <a:gd name="T2" fmla="*/ 31 w 44"/>
                <a:gd name="T3" fmla="*/ 0 h 82"/>
                <a:gd name="T4" fmla="*/ 27 w 44"/>
                <a:gd name="T5" fmla="*/ 0 h 82"/>
                <a:gd name="T6" fmla="*/ 23 w 44"/>
                <a:gd name="T7" fmla="*/ 1 h 82"/>
                <a:gd name="T8" fmla="*/ 20 w 44"/>
                <a:gd name="T9" fmla="*/ 4 h 82"/>
                <a:gd name="T10" fmla="*/ 4 w 44"/>
                <a:gd name="T11" fmla="*/ 20 h 82"/>
                <a:gd name="T12" fmla="*/ 1 w 44"/>
                <a:gd name="T13" fmla="*/ 24 h 82"/>
                <a:gd name="T14" fmla="*/ 0 w 44"/>
                <a:gd name="T15" fmla="*/ 29 h 82"/>
                <a:gd name="T16" fmla="*/ 1 w 44"/>
                <a:gd name="T17" fmla="*/ 35 h 82"/>
                <a:gd name="T18" fmla="*/ 4 w 44"/>
                <a:gd name="T19" fmla="*/ 39 h 82"/>
                <a:gd name="T20" fmla="*/ 6 w 44"/>
                <a:gd name="T21" fmla="*/ 41 h 82"/>
                <a:gd name="T22" fmla="*/ 9 w 44"/>
                <a:gd name="T23" fmla="*/ 43 h 82"/>
                <a:gd name="T24" fmla="*/ 13 w 44"/>
                <a:gd name="T25" fmla="*/ 43 h 82"/>
                <a:gd name="T26" fmla="*/ 16 w 44"/>
                <a:gd name="T27" fmla="*/ 43 h 82"/>
                <a:gd name="T28" fmla="*/ 16 w 44"/>
                <a:gd name="T29" fmla="*/ 69 h 82"/>
                <a:gd name="T30" fmla="*/ 17 w 44"/>
                <a:gd name="T31" fmla="*/ 74 h 82"/>
                <a:gd name="T32" fmla="*/ 20 w 44"/>
                <a:gd name="T33" fmla="*/ 79 h 82"/>
                <a:gd name="T34" fmla="*/ 24 w 44"/>
                <a:gd name="T35" fmla="*/ 81 h 82"/>
                <a:gd name="T36" fmla="*/ 30 w 44"/>
                <a:gd name="T37" fmla="*/ 82 h 82"/>
                <a:gd name="T38" fmla="*/ 35 w 44"/>
                <a:gd name="T39" fmla="*/ 81 h 82"/>
                <a:gd name="T40" fmla="*/ 39 w 44"/>
                <a:gd name="T41" fmla="*/ 79 h 82"/>
                <a:gd name="T42" fmla="*/ 43 w 44"/>
                <a:gd name="T43" fmla="*/ 74 h 82"/>
                <a:gd name="T44" fmla="*/ 44 w 44"/>
                <a:gd name="T45" fmla="*/ 69 h 82"/>
                <a:gd name="T46" fmla="*/ 44 w 44"/>
                <a:gd name="T47" fmla="*/ 13 h 82"/>
                <a:gd name="T48" fmla="*/ 43 w 44"/>
                <a:gd name="T49" fmla="*/ 10 h 82"/>
                <a:gd name="T50" fmla="*/ 42 w 44"/>
                <a:gd name="T51" fmla="*/ 6 h 82"/>
                <a:gd name="T52" fmla="*/ 38 w 44"/>
                <a:gd name="T53" fmla="*/ 2 h 82"/>
                <a:gd name="T54" fmla="*/ 35 w 44"/>
                <a:gd name="T5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" h="82">
                  <a:moveTo>
                    <a:pt x="35" y="0"/>
                  </a:moveTo>
                  <a:lnTo>
                    <a:pt x="31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20" y="4"/>
                  </a:lnTo>
                  <a:lnTo>
                    <a:pt x="4" y="20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9" y="43"/>
                  </a:lnTo>
                  <a:lnTo>
                    <a:pt x="13" y="43"/>
                  </a:lnTo>
                  <a:lnTo>
                    <a:pt x="16" y="43"/>
                  </a:lnTo>
                  <a:lnTo>
                    <a:pt x="16" y="69"/>
                  </a:lnTo>
                  <a:lnTo>
                    <a:pt x="17" y="74"/>
                  </a:lnTo>
                  <a:lnTo>
                    <a:pt x="20" y="79"/>
                  </a:lnTo>
                  <a:lnTo>
                    <a:pt x="24" y="81"/>
                  </a:lnTo>
                  <a:lnTo>
                    <a:pt x="30" y="82"/>
                  </a:lnTo>
                  <a:lnTo>
                    <a:pt x="35" y="81"/>
                  </a:lnTo>
                  <a:lnTo>
                    <a:pt x="39" y="79"/>
                  </a:lnTo>
                  <a:lnTo>
                    <a:pt x="43" y="74"/>
                  </a:lnTo>
                  <a:lnTo>
                    <a:pt x="44" y="69"/>
                  </a:lnTo>
                  <a:lnTo>
                    <a:pt x="44" y="13"/>
                  </a:lnTo>
                  <a:lnTo>
                    <a:pt x="43" y="10"/>
                  </a:lnTo>
                  <a:lnTo>
                    <a:pt x="42" y="6"/>
                  </a:lnTo>
                  <a:lnTo>
                    <a:pt x="38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453" name="Freeform 181">
            <a:extLst>
              <a:ext uri="{FF2B5EF4-FFF2-40B4-BE49-F238E27FC236}">
                <a16:creationId xmlns:a16="http://schemas.microsoft.com/office/drawing/2014/main" id="{1F5FC95C-5609-4182-8FF7-275E8A613BF3}"/>
              </a:ext>
            </a:extLst>
          </p:cNvPr>
          <p:cNvSpPr>
            <a:spLocks noEditPoints="1"/>
          </p:cNvSpPr>
          <p:nvPr/>
        </p:nvSpPr>
        <p:spPr bwMode="auto">
          <a:xfrm>
            <a:off x="9313863" y="3987801"/>
            <a:ext cx="336550" cy="376238"/>
          </a:xfrm>
          <a:custGeom>
            <a:avLst/>
            <a:gdLst>
              <a:gd name="T0" fmla="*/ 268 w 636"/>
              <a:gd name="T1" fmla="*/ 341 h 712"/>
              <a:gd name="T2" fmla="*/ 270 w 636"/>
              <a:gd name="T3" fmla="*/ 465 h 712"/>
              <a:gd name="T4" fmla="*/ 292 w 636"/>
              <a:gd name="T5" fmla="*/ 494 h 712"/>
              <a:gd name="T6" fmla="*/ 317 w 636"/>
              <a:gd name="T7" fmla="*/ 503 h 712"/>
              <a:gd name="T8" fmla="*/ 413 w 636"/>
              <a:gd name="T9" fmla="*/ 500 h 712"/>
              <a:gd name="T10" fmla="*/ 413 w 636"/>
              <a:gd name="T11" fmla="*/ 480 h 712"/>
              <a:gd name="T12" fmla="*/ 317 w 636"/>
              <a:gd name="T13" fmla="*/ 475 h 712"/>
              <a:gd name="T14" fmla="*/ 300 w 636"/>
              <a:gd name="T15" fmla="*/ 464 h 712"/>
              <a:gd name="T16" fmla="*/ 295 w 636"/>
              <a:gd name="T17" fmla="*/ 259 h 712"/>
              <a:gd name="T18" fmla="*/ 322 w 636"/>
              <a:gd name="T19" fmla="*/ 267 h 712"/>
              <a:gd name="T20" fmla="*/ 505 w 636"/>
              <a:gd name="T21" fmla="*/ 477 h 712"/>
              <a:gd name="T22" fmla="*/ 498 w 636"/>
              <a:gd name="T23" fmla="*/ 495 h 712"/>
              <a:gd name="T24" fmla="*/ 567 w 636"/>
              <a:gd name="T25" fmla="*/ 504 h 712"/>
              <a:gd name="T26" fmla="*/ 580 w 636"/>
              <a:gd name="T27" fmla="*/ 490 h 712"/>
              <a:gd name="T28" fmla="*/ 572 w 636"/>
              <a:gd name="T29" fmla="*/ 240 h 712"/>
              <a:gd name="T30" fmla="*/ 453 w 636"/>
              <a:gd name="T31" fmla="*/ 125 h 712"/>
              <a:gd name="T32" fmla="*/ 444 w 636"/>
              <a:gd name="T33" fmla="*/ 100 h 712"/>
              <a:gd name="T34" fmla="*/ 415 w 636"/>
              <a:gd name="T35" fmla="*/ 78 h 712"/>
              <a:gd name="T36" fmla="*/ 313 w 636"/>
              <a:gd name="T37" fmla="*/ 76 h 712"/>
              <a:gd name="T38" fmla="*/ 299 w 636"/>
              <a:gd name="T39" fmla="*/ 90 h 712"/>
              <a:gd name="T40" fmla="*/ 313 w 636"/>
              <a:gd name="T41" fmla="*/ 103 h 712"/>
              <a:gd name="T42" fmla="*/ 413 w 636"/>
              <a:gd name="T43" fmla="*/ 108 h 712"/>
              <a:gd name="T44" fmla="*/ 425 w 636"/>
              <a:gd name="T45" fmla="*/ 125 h 712"/>
              <a:gd name="T46" fmla="*/ 421 w 636"/>
              <a:gd name="T47" fmla="*/ 145 h 712"/>
              <a:gd name="T48" fmla="*/ 405 w 636"/>
              <a:gd name="T49" fmla="*/ 156 h 712"/>
              <a:gd name="T50" fmla="*/ 311 w 636"/>
              <a:gd name="T51" fmla="*/ 158 h 712"/>
              <a:gd name="T52" fmla="*/ 284 w 636"/>
              <a:gd name="T53" fmla="*/ 173 h 712"/>
              <a:gd name="T54" fmla="*/ 269 w 636"/>
              <a:gd name="T55" fmla="*/ 200 h 712"/>
              <a:gd name="T56" fmla="*/ 103 w 636"/>
              <a:gd name="T57" fmla="*/ 313 h 712"/>
              <a:gd name="T58" fmla="*/ 204 w 636"/>
              <a:gd name="T59" fmla="*/ 99 h 712"/>
              <a:gd name="T60" fmla="*/ 204 w 636"/>
              <a:gd name="T61" fmla="*/ 80 h 712"/>
              <a:gd name="T62" fmla="*/ 121 w 636"/>
              <a:gd name="T63" fmla="*/ 69 h 712"/>
              <a:gd name="T64" fmla="*/ 131 w 636"/>
              <a:gd name="T65" fmla="*/ 48 h 712"/>
              <a:gd name="T66" fmla="*/ 123 w 636"/>
              <a:gd name="T67" fmla="*/ 19 h 712"/>
              <a:gd name="T68" fmla="*/ 98 w 636"/>
              <a:gd name="T69" fmla="*/ 1 h 712"/>
              <a:gd name="T70" fmla="*/ 66 w 636"/>
              <a:gd name="T71" fmla="*/ 8 h 712"/>
              <a:gd name="T72" fmla="*/ 48 w 636"/>
              <a:gd name="T73" fmla="*/ 34 h 712"/>
              <a:gd name="T74" fmla="*/ 52 w 636"/>
              <a:gd name="T75" fmla="*/ 62 h 712"/>
              <a:gd name="T76" fmla="*/ 70 w 636"/>
              <a:gd name="T77" fmla="*/ 79 h 712"/>
              <a:gd name="T78" fmla="*/ 9 w 636"/>
              <a:gd name="T79" fmla="*/ 685 h 712"/>
              <a:gd name="T80" fmla="*/ 1 w 636"/>
              <a:gd name="T81" fmla="*/ 704 h 712"/>
              <a:gd name="T82" fmla="*/ 622 w 636"/>
              <a:gd name="T83" fmla="*/ 712 h 712"/>
              <a:gd name="T84" fmla="*/ 636 w 636"/>
              <a:gd name="T85" fmla="*/ 698 h 712"/>
              <a:gd name="T86" fmla="*/ 622 w 636"/>
              <a:gd name="T87" fmla="*/ 684 h 712"/>
              <a:gd name="T88" fmla="*/ 413 w 636"/>
              <a:gd name="T89" fmla="*/ 183 h 712"/>
              <a:gd name="T90" fmla="*/ 322 w 636"/>
              <a:gd name="T91" fmla="*/ 239 h 712"/>
              <a:gd name="T92" fmla="*/ 304 w 636"/>
              <a:gd name="T93" fmla="*/ 230 h 712"/>
              <a:gd name="T94" fmla="*/ 295 w 636"/>
              <a:gd name="T95" fmla="*/ 212 h 712"/>
              <a:gd name="T96" fmla="*/ 304 w 636"/>
              <a:gd name="T97" fmla="*/ 193 h 712"/>
              <a:gd name="T98" fmla="*/ 322 w 636"/>
              <a:gd name="T99" fmla="*/ 185 h 712"/>
              <a:gd name="T100" fmla="*/ 76 w 636"/>
              <a:gd name="T101" fmla="*/ 48 h 712"/>
              <a:gd name="T102" fmla="*/ 84 w 636"/>
              <a:gd name="T103" fmla="*/ 29 h 712"/>
              <a:gd name="T104" fmla="*/ 102 w 636"/>
              <a:gd name="T105" fmla="*/ 37 h 712"/>
              <a:gd name="T106" fmla="*/ 94 w 636"/>
              <a:gd name="T107" fmla="*/ 55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36" h="712">
                <a:moveTo>
                  <a:pt x="622" y="684"/>
                </a:moveTo>
                <a:lnTo>
                  <a:pt x="103" y="684"/>
                </a:lnTo>
                <a:lnTo>
                  <a:pt x="103" y="341"/>
                </a:lnTo>
                <a:lnTo>
                  <a:pt x="268" y="341"/>
                </a:lnTo>
                <a:lnTo>
                  <a:pt x="268" y="449"/>
                </a:lnTo>
                <a:lnTo>
                  <a:pt x="268" y="455"/>
                </a:lnTo>
                <a:lnTo>
                  <a:pt x="269" y="460"/>
                </a:lnTo>
                <a:lnTo>
                  <a:pt x="270" y="465"/>
                </a:lnTo>
                <a:lnTo>
                  <a:pt x="273" y="471"/>
                </a:lnTo>
                <a:lnTo>
                  <a:pt x="277" y="479"/>
                </a:lnTo>
                <a:lnTo>
                  <a:pt x="284" y="488"/>
                </a:lnTo>
                <a:lnTo>
                  <a:pt x="292" y="494"/>
                </a:lnTo>
                <a:lnTo>
                  <a:pt x="302" y="500"/>
                </a:lnTo>
                <a:lnTo>
                  <a:pt x="306" y="501"/>
                </a:lnTo>
                <a:lnTo>
                  <a:pt x="311" y="503"/>
                </a:lnTo>
                <a:lnTo>
                  <a:pt x="317" y="503"/>
                </a:lnTo>
                <a:lnTo>
                  <a:pt x="322" y="504"/>
                </a:lnTo>
                <a:lnTo>
                  <a:pt x="403" y="504"/>
                </a:lnTo>
                <a:lnTo>
                  <a:pt x="409" y="503"/>
                </a:lnTo>
                <a:lnTo>
                  <a:pt x="413" y="500"/>
                </a:lnTo>
                <a:lnTo>
                  <a:pt x="416" y="495"/>
                </a:lnTo>
                <a:lnTo>
                  <a:pt x="417" y="490"/>
                </a:lnTo>
                <a:lnTo>
                  <a:pt x="416" y="485"/>
                </a:lnTo>
                <a:lnTo>
                  <a:pt x="413" y="480"/>
                </a:lnTo>
                <a:lnTo>
                  <a:pt x="409" y="477"/>
                </a:lnTo>
                <a:lnTo>
                  <a:pt x="403" y="476"/>
                </a:lnTo>
                <a:lnTo>
                  <a:pt x="322" y="476"/>
                </a:lnTo>
                <a:lnTo>
                  <a:pt x="317" y="475"/>
                </a:lnTo>
                <a:lnTo>
                  <a:pt x="312" y="474"/>
                </a:lnTo>
                <a:lnTo>
                  <a:pt x="307" y="471"/>
                </a:lnTo>
                <a:lnTo>
                  <a:pt x="304" y="467"/>
                </a:lnTo>
                <a:lnTo>
                  <a:pt x="300" y="464"/>
                </a:lnTo>
                <a:lnTo>
                  <a:pt x="297" y="459"/>
                </a:lnTo>
                <a:lnTo>
                  <a:pt x="296" y="455"/>
                </a:lnTo>
                <a:lnTo>
                  <a:pt x="295" y="449"/>
                </a:lnTo>
                <a:lnTo>
                  <a:pt x="295" y="259"/>
                </a:lnTo>
                <a:lnTo>
                  <a:pt x="302" y="262"/>
                </a:lnTo>
                <a:lnTo>
                  <a:pt x="308" y="264"/>
                </a:lnTo>
                <a:lnTo>
                  <a:pt x="315" y="266"/>
                </a:lnTo>
                <a:lnTo>
                  <a:pt x="322" y="267"/>
                </a:lnTo>
                <a:lnTo>
                  <a:pt x="553" y="267"/>
                </a:lnTo>
                <a:lnTo>
                  <a:pt x="553" y="476"/>
                </a:lnTo>
                <a:lnTo>
                  <a:pt x="511" y="476"/>
                </a:lnTo>
                <a:lnTo>
                  <a:pt x="505" y="477"/>
                </a:lnTo>
                <a:lnTo>
                  <a:pt x="501" y="480"/>
                </a:lnTo>
                <a:lnTo>
                  <a:pt x="498" y="485"/>
                </a:lnTo>
                <a:lnTo>
                  <a:pt x="497" y="490"/>
                </a:lnTo>
                <a:lnTo>
                  <a:pt x="498" y="495"/>
                </a:lnTo>
                <a:lnTo>
                  <a:pt x="501" y="500"/>
                </a:lnTo>
                <a:lnTo>
                  <a:pt x="505" y="503"/>
                </a:lnTo>
                <a:lnTo>
                  <a:pt x="511" y="504"/>
                </a:lnTo>
                <a:lnTo>
                  <a:pt x="567" y="504"/>
                </a:lnTo>
                <a:lnTo>
                  <a:pt x="572" y="503"/>
                </a:lnTo>
                <a:lnTo>
                  <a:pt x="576" y="500"/>
                </a:lnTo>
                <a:lnTo>
                  <a:pt x="579" y="495"/>
                </a:lnTo>
                <a:lnTo>
                  <a:pt x="580" y="490"/>
                </a:lnTo>
                <a:lnTo>
                  <a:pt x="580" y="253"/>
                </a:lnTo>
                <a:lnTo>
                  <a:pt x="579" y="247"/>
                </a:lnTo>
                <a:lnTo>
                  <a:pt x="576" y="242"/>
                </a:lnTo>
                <a:lnTo>
                  <a:pt x="572" y="240"/>
                </a:lnTo>
                <a:lnTo>
                  <a:pt x="567" y="239"/>
                </a:lnTo>
                <a:lnTo>
                  <a:pt x="453" y="239"/>
                </a:lnTo>
                <a:lnTo>
                  <a:pt x="453" y="130"/>
                </a:lnTo>
                <a:lnTo>
                  <a:pt x="453" y="125"/>
                </a:lnTo>
                <a:lnTo>
                  <a:pt x="452" y="120"/>
                </a:lnTo>
                <a:lnTo>
                  <a:pt x="451" y="114"/>
                </a:lnTo>
                <a:lnTo>
                  <a:pt x="449" y="109"/>
                </a:lnTo>
                <a:lnTo>
                  <a:pt x="444" y="100"/>
                </a:lnTo>
                <a:lnTo>
                  <a:pt x="437" y="92"/>
                </a:lnTo>
                <a:lnTo>
                  <a:pt x="429" y="85"/>
                </a:lnTo>
                <a:lnTo>
                  <a:pt x="420" y="80"/>
                </a:lnTo>
                <a:lnTo>
                  <a:pt x="415" y="78"/>
                </a:lnTo>
                <a:lnTo>
                  <a:pt x="410" y="77"/>
                </a:lnTo>
                <a:lnTo>
                  <a:pt x="405" y="76"/>
                </a:lnTo>
                <a:lnTo>
                  <a:pt x="398" y="76"/>
                </a:lnTo>
                <a:lnTo>
                  <a:pt x="313" y="76"/>
                </a:lnTo>
                <a:lnTo>
                  <a:pt x="308" y="77"/>
                </a:lnTo>
                <a:lnTo>
                  <a:pt x="304" y="80"/>
                </a:lnTo>
                <a:lnTo>
                  <a:pt x="300" y="84"/>
                </a:lnTo>
                <a:lnTo>
                  <a:pt x="299" y="90"/>
                </a:lnTo>
                <a:lnTo>
                  <a:pt x="300" y="95"/>
                </a:lnTo>
                <a:lnTo>
                  <a:pt x="304" y="99"/>
                </a:lnTo>
                <a:lnTo>
                  <a:pt x="308" y="102"/>
                </a:lnTo>
                <a:lnTo>
                  <a:pt x="313" y="103"/>
                </a:lnTo>
                <a:lnTo>
                  <a:pt x="398" y="103"/>
                </a:lnTo>
                <a:lnTo>
                  <a:pt x="405" y="103"/>
                </a:lnTo>
                <a:lnTo>
                  <a:pt x="409" y="106"/>
                </a:lnTo>
                <a:lnTo>
                  <a:pt x="413" y="108"/>
                </a:lnTo>
                <a:lnTo>
                  <a:pt x="417" y="111"/>
                </a:lnTo>
                <a:lnTo>
                  <a:pt x="421" y="115"/>
                </a:lnTo>
                <a:lnTo>
                  <a:pt x="423" y="120"/>
                </a:lnTo>
                <a:lnTo>
                  <a:pt x="425" y="125"/>
                </a:lnTo>
                <a:lnTo>
                  <a:pt x="425" y="130"/>
                </a:lnTo>
                <a:lnTo>
                  <a:pt x="425" y="136"/>
                </a:lnTo>
                <a:lnTo>
                  <a:pt x="423" y="141"/>
                </a:lnTo>
                <a:lnTo>
                  <a:pt x="421" y="145"/>
                </a:lnTo>
                <a:lnTo>
                  <a:pt x="417" y="150"/>
                </a:lnTo>
                <a:lnTo>
                  <a:pt x="413" y="153"/>
                </a:lnTo>
                <a:lnTo>
                  <a:pt x="409" y="155"/>
                </a:lnTo>
                <a:lnTo>
                  <a:pt x="405" y="156"/>
                </a:lnTo>
                <a:lnTo>
                  <a:pt x="398" y="157"/>
                </a:lnTo>
                <a:lnTo>
                  <a:pt x="322" y="157"/>
                </a:lnTo>
                <a:lnTo>
                  <a:pt x="317" y="157"/>
                </a:lnTo>
                <a:lnTo>
                  <a:pt x="311" y="158"/>
                </a:lnTo>
                <a:lnTo>
                  <a:pt x="306" y="159"/>
                </a:lnTo>
                <a:lnTo>
                  <a:pt x="302" y="161"/>
                </a:lnTo>
                <a:lnTo>
                  <a:pt x="292" y="167"/>
                </a:lnTo>
                <a:lnTo>
                  <a:pt x="284" y="173"/>
                </a:lnTo>
                <a:lnTo>
                  <a:pt x="277" y="181"/>
                </a:lnTo>
                <a:lnTo>
                  <a:pt x="273" y="190"/>
                </a:lnTo>
                <a:lnTo>
                  <a:pt x="270" y="196"/>
                </a:lnTo>
                <a:lnTo>
                  <a:pt x="269" y="200"/>
                </a:lnTo>
                <a:lnTo>
                  <a:pt x="268" y="207"/>
                </a:lnTo>
                <a:lnTo>
                  <a:pt x="268" y="212"/>
                </a:lnTo>
                <a:lnTo>
                  <a:pt x="268" y="313"/>
                </a:lnTo>
                <a:lnTo>
                  <a:pt x="103" y="313"/>
                </a:lnTo>
                <a:lnTo>
                  <a:pt x="103" y="103"/>
                </a:lnTo>
                <a:lnTo>
                  <a:pt x="194" y="103"/>
                </a:lnTo>
                <a:lnTo>
                  <a:pt x="200" y="102"/>
                </a:lnTo>
                <a:lnTo>
                  <a:pt x="204" y="99"/>
                </a:lnTo>
                <a:lnTo>
                  <a:pt x="207" y="95"/>
                </a:lnTo>
                <a:lnTo>
                  <a:pt x="208" y="90"/>
                </a:lnTo>
                <a:lnTo>
                  <a:pt x="207" y="84"/>
                </a:lnTo>
                <a:lnTo>
                  <a:pt x="204" y="80"/>
                </a:lnTo>
                <a:lnTo>
                  <a:pt x="200" y="77"/>
                </a:lnTo>
                <a:lnTo>
                  <a:pt x="194" y="76"/>
                </a:lnTo>
                <a:lnTo>
                  <a:pt x="114" y="76"/>
                </a:lnTo>
                <a:lnTo>
                  <a:pt x="121" y="69"/>
                </a:lnTo>
                <a:lnTo>
                  <a:pt x="127" y="62"/>
                </a:lnTo>
                <a:lnTo>
                  <a:pt x="128" y="57"/>
                </a:lnTo>
                <a:lnTo>
                  <a:pt x="130" y="52"/>
                </a:lnTo>
                <a:lnTo>
                  <a:pt x="131" y="48"/>
                </a:lnTo>
                <a:lnTo>
                  <a:pt x="131" y="42"/>
                </a:lnTo>
                <a:lnTo>
                  <a:pt x="130" y="34"/>
                </a:lnTo>
                <a:lnTo>
                  <a:pt x="128" y="26"/>
                </a:lnTo>
                <a:lnTo>
                  <a:pt x="123" y="19"/>
                </a:lnTo>
                <a:lnTo>
                  <a:pt x="119" y="13"/>
                </a:lnTo>
                <a:lnTo>
                  <a:pt x="113" y="8"/>
                </a:lnTo>
                <a:lnTo>
                  <a:pt x="105" y="4"/>
                </a:lnTo>
                <a:lnTo>
                  <a:pt x="98" y="1"/>
                </a:lnTo>
                <a:lnTo>
                  <a:pt x="89" y="0"/>
                </a:lnTo>
                <a:lnTo>
                  <a:pt x="81" y="1"/>
                </a:lnTo>
                <a:lnTo>
                  <a:pt x="73" y="4"/>
                </a:lnTo>
                <a:lnTo>
                  <a:pt x="66" y="8"/>
                </a:lnTo>
                <a:lnTo>
                  <a:pt x="60" y="13"/>
                </a:lnTo>
                <a:lnTo>
                  <a:pt x="55" y="19"/>
                </a:lnTo>
                <a:lnTo>
                  <a:pt x="50" y="26"/>
                </a:lnTo>
                <a:lnTo>
                  <a:pt x="48" y="34"/>
                </a:lnTo>
                <a:lnTo>
                  <a:pt x="47" y="42"/>
                </a:lnTo>
                <a:lnTo>
                  <a:pt x="48" y="49"/>
                </a:lnTo>
                <a:lnTo>
                  <a:pt x="49" y="55"/>
                </a:lnTo>
                <a:lnTo>
                  <a:pt x="52" y="62"/>
                </a:lnTo>
                <a:lnTo>
                  <a:pt x="56" y="67"/>
                </a:lnTo>
                <a:lnTo>
                  <a:pt x="59" y="71"/>
                </a:lnTo>
                <a:lnTo>
                  <a:pt x="64" y="76"/>
                </a:lnTo>
                <a:lnTo>
                  <a:pt x="70" y="79"/>
                </a:lnTo>
                <a:lnTo>
                  <a:pt x="75" y="82"/>
                </a:lnTo>
                <a:lnTo>
                  <a:pt x="75" y="684"/>
                </a:lnTo>
                <a:lnTo>
                  <a:pt x="14" y="684"/>
                </a:lnTo>
                <a:lnTo>
                  <a:pt x="9" y="685"/>
                </a:lnTo>
                <a:lnTo>
                  <a:pt x="4" y="689"/>
                </a:lnTo>
                <a:lnTo>
                  <a:pt x="1" y="693"/>
                </a:lnTo>
                <a:lnTo>
                  <a:pt x="0" y="698"/>
                </a:lnTo>
                <a:lnTo>
                  <a:pt x="1" y="704"/>
                </a:lnTo>
                <a:lnTo>
                  <a:pt x="4" y="708"/>
                </a:lnTo>
                <a:lnTo>
                  <a:pt x="9" y="711"/>
                </a:lnTo>
                <a:lnTo>
                  <a:pt x="14" y="712"/>
                </a:lnTo>
                <a:lnTo>
                  <a:pt x="622" y="712"/>
                </a:lnTo>
                <a:lnTo>
                  <a:pt x="628" y="711"/>
                </a:lnTo>
                <a:lnTo>
                  <a:pt x="632" y="708"/>
                </a:lnTo>
                <a:lnTo>
                  <a:pt x="635" y="704"/>
                </a:lnTo>
                <a:lnTo>
                  <a:pt x="636" y="698"/>
                </a:lnTo>
                <a:lnTo>
                  <a:pt x="635" y="693"/>
                </a:lnTo>
                <a:lnTo>
                  <a:pt x="632" y="689"/>
                </a:lnTo>
                <a:lnTo>
                  <a:pt x="628" y="685"/>
                </a:lnTo>
                <a:lnTo>
                  <a:pt x="622" y="684"/>
                </a:lnTo>
                <a:close/>
                <a:moveTo>
                  <a:pt x="322" y="185"/>
                </a:moveTo>
                <a:lnTo>
                  <a:pt x="398" y="185"/>
                </a:lnTo>
                <a:lnTo>
                  <a:pt x="406" y="184"/>
                </a:lnTo>
                <a:lnTo>
                  <a:pt x="413" y="183"/>
                </a:lnTo>
                <a:lnTo>
                  <a:pt x="420" y="181"/>
                </a:lnTo>
                <a:lnTo>
                  <a:pt x="425" y="178"/>
                </a:lnTo>
                <a:lnTo>
                  <a:pt x="425" y="239"/>
                </a:lnTo>
                <a:lnTo>
                  <a:pt x="322" y="239"/>
                </a:lnTo>
                <a:lnTo>
                  <a:pt x="317" y="238"/>
                </a:lnTo>
                <a:lnTo>
                  <a:pt x="312" y="237"/>
                </a:lnTo>
                <a:lnTo>
                  <a:pt x="307" y="233"/>
                </a:lnTo>
                <a:lnTo>
                  <a:pt x="304" y="230"/>
                </a:lnTo>
                <a:lnTo>
                  <a:pt x="300" y="227"/>
                </a:lnTo>
                <a:lnTo>
                  <a:pt x="297" y="222"/>
                </a:lnTo>
                <a:lnTo>
                  <a:pt x="296" y="217"/>
                </a:lnTo>
                <a:lnTo>
                  <a:pt x="295" y="212"/>
                </a:lnTo>
                <a:lnTo>
                  <a:pt x="296" y="207"/>
                </a:lnTo>
                <a:lnTo>
                  <a:pt x="297" y="201"/>
                </a:lnTo>
                <a:lnTo>
                  <a:pt x="300" y="197"/>
                </a:lnTo>
                <a:lnTo>
                  <a:pt x="304" y="193"/>
                </a:lnTo>
                <a:lnTo>
                  <a:pt x="307" y="189"/>
                </a:lnTo>
                <a:lnTo>
                  <a:pt x="312" y="187"/>
                </a:lnTo>
                <a:lnTo>
                  <a:pt x="317" y="185"/>
                </a:lnTo>
                <a:lnTo>
                  <a:pt x="322" y="185"/>
                </a:lnTo>
                <a:close/>
                <a:moveTo>
                  <a:pt x="89" y="56"/>
                </a:moveTo>
                <a:lnTo>
                  <a:pt x="84" y="55"/>
                </a:lnTo>
                <a:lnTo>
                  <a:pt x="79" y="52"/>
                </a:lnTo>
                <a:lnTo>
                  <a:pt x="76" y="48"/>
                </a:lnTo>
                <a:lnTo>
                  <a:pt x="75" y="42"/>
                </a:lnTo>
                <a:lnTo>
                  <a:pt x="76" y="37"/>
                </a:lnTo>
                <a:lnTo>
                  <a:pt x="79" y="33"/>
                </a:lnTo>
                <a:lnTo>
                  <a:pt x="84" y="29"/>
                </a:lnTo>
                <a:lnTo>
                  <a:pt x="89" y="28"/>
                </a:lnTo>
                <a:lnTo>
                  <a:pt x="94" y="29"/>
                </a:lnTo>
                <a:lnTo>
                  <a:pt x="99" y="33"/>
                </a:lnTo>
                <a:lnTo>
                  <a:pt x="102" y="37"/>
                </a:lnTo>
                <a:lnTo>
                  <a:pt x="103" y="42"/>
                </a:lnTo>
                <a:lnTo>
                  <a:pt x="102" y="48"/>
                </a:lnTo>
                <a:lnTo>
                  <a:pt x="99" y="52"/>
                </a:lnTo>
                <a:lnTo>
                  <a:pt x="94" y="55"/>
                </a:lnTo>
                <a:lnTo>
                  <a:pt x="89" y="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4" name="Freeform 182">
            <a:extLst>
              <a:ext uri="{FF2B5EF4-FFF2-40B4-BE49-F238E27FC236}">
                <a16:creationId xmlns:a16="http://schemas.microsoft.com/office/drawing/2014/main" id="{F92A3008-E863-4B49-8767-88D670CA1120}"/>
              </a:ext>
            </a:extLst>
          </p:cNvPr>
          <p:cNvSpPr>
            <a:spLocks/>
          </p:cNvSpPr>
          <p:nvPr/>
        </p:nvSpPr>
        <p:spPr bwMode="auto">
          <a:xfrm>
            <a:off x="9440863" y="4027488"/>
            <a:ext cx="14288" cy="14288"/>
          </a:xfrm>
          <a:custGeom>
            <a:avLst/>
            <a:gdLst>
              <a:gd name="T0" fmla="*/ 25 w 28"/>
              <a:gd name="T1" fmla="*/ 4 h 27"/>
              <a:gd name="T2" fmla="*/ 20 w 28"/>
              <a:gd name="T3" fmla="*/ 1 h 27"/>
              <a:gd name="T4" fmla="*/ 14 w 28"/>
              <a:gd name="T5" fmla="*/ 0 h 27"/>
              <a:gd name="T6" fmla="*/ 9 w 28"/>
              <a:gd name="T7" fmla="*/ 1 h 27"/>
              <a:gd name="T8" fmla="*/ 5 w 28"/>
              <a:gd name="T9" fmla="*/ 4 h 27"/>
              <a:gd name="T10" fmla="*/ 1 w 28"/>
              <a:gd name="T11" fmla="*/ 8 h 27"/>
              <a:gd name="T12" fmla="*/ 0 w 28"/>
              <a:gd name="T13" fmla="*/ 14 h 27"/>
              <a:gd name="T14" fmla="*/ 1 w 28"/>
              <a:gd name="T15" fmla="*/ 19 h 27"/>
              <a:gd name="T16" fmla="*/ 5 w 28"/>
              <a:gd name="T17" fmla="*/ 23 h 27"/>
              <a:gd name="T18" fmla="*/ 9 w 28"/>
              <a:gd name="T19" fmla="*/ 26 h 27"/>
              <a:gd name="T20" fmla="*/ 14 w 28"/>
              <a:gd name="T21" fmla="*/ 27 h 27"/>
              <a:gd name="T22" fmla="*/ 20 w 28"/>
              <a:gd name="T23" fmla="*/ 26 h 27"/>
              <a:gd name="T24" fmla="*/ 25 w 28"/>
              <a:gd name="T25" fmla="*/ 23 h 27"/>
              <a:gd name="T26" fmla="*/ 27 w 28"/>
              <a:gd name="T27" fmla="*/ 19 h 27"/>
              <a:gd name="T28" fmla="*/ 28 w 28"/>
              <a:gd name="T29" fmla="*/ 14 h 27"/>
              <a:gd name="T30" fmla="*/ 27 w 28"/>
              <a:gd name="T31" fmla="*/ 8 h 27"/>
              <a:gd name="T32" fmla="*/ 25 w 28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5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3"/>
                </a:lnTo>
                <a:lnTo>
                  <a:pt x="9" y="26"/>
                </a:lnTo>
                <a:lnTo>
                  <a:pt x="14" y="27"/>
                </a:lnTo>
                <a:lnTo>
                  <a:pt x="20" y="26"/>
                </a:lnTo>
                <a:lnTo>
                  <a:pt x="25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5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5" name="Freeform 183">
            <a:extLst>
              <a:ext uri="{FF2B5EF4-FFF2-40B4-BE49-F238E27FC236}">
                <a16:creationId xmlns:a16="http://schemas.microsoft.com/office/drawing/2014/main" id="{9C52C7F4-2916-4CA3-AD2B-8270216F2468}"/>
              </a:ext>
            </a:extLst>
          </p:cNvPr>
          <p:cNvSpPr>
            <a:spLocks/>
          </p:cNvSpPr>
          <p:nvPr/>
        </p:nvSpPr>
        <p:spPr bwMode="auto">
          <a:xfrm>
            <a:off x="9548813" y="4240213"/>
            <a:ext cx="14288" cy="14288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6" name="Freeform 184">
            <a:extLst>
              <a:ext uri="{FF2B5EF4-FFF2-40B4-BE49-F238E27FC236}">
                <a16:creationId xmlns:a16="http://schemas.microsoft.com/office/drawing/2014/main" id="{7427B0EE-2A49-4855-8385-D7D74CB19175}"/>
              </a:ext>
            </a:extLst>
          </p:cNvPr>
          <p:cNvSpPr>
            <a:spLocks noEditPoints="1"/>
          </p:cNvSpPr>
          <p:nvPr/>
        </p:nvSpPr>
        <p:spPr bwMode="auto">
          <a:xfrm>
            <a:off x="9377363" y="3316288"/>
            <a:ext cx="209550" cy="315913"/>
          </a:xfrm>
          <a:custGeom>
            <a:avLst/>
            <a:gdLst>
              <a:gd name="T0" fmla="*/ 274 w 397"/>
              <a:gd name="T1" fmla="*/ 15 h 596"/>
              <a:gd name="T2" fmla="*/ 198 w 397"/>
              <a:gd name="T3" fmla="*/ 0 h 596"/>
              <a:gd name="T4" fmla="*/ 155 w 397"/>
              <a:gd name="T5" fmla="*/ 6 h 596"/>
              <a:gd name="T6" fmla="*/ 105 w 397"/>
              <a:gd name="T7" fmla="*/ 24 h 596"/>
              <a:gd name="T8" fmla="*/ 62 w 397"/>
              <a:gd name="T9" fmla="*/ 54 h 596"/>
              <a:gd name="T10" fmla="*/ 46 w 397"/>
              <a:gd name="T11" fmla="*/ 85 h 596"/>
              <a:gd name="T12" fmla="*/ 69 w 397"/>
              <a:gd name="T13" fmla="*/ 87 h 596"/>
              <a:gd name="T14" fmla="*/ 144 w 397"/>
              <a:gd name="T15" fmla="*/ 37 h 596"/>
              <a:gd name="T16" fmla="*/ 199 w 397"/>
              <a:gd name="T17" fmla="*/ 28 h 596"/>
              <a:gd name="T18" fmla="*/ 278 w 397"/>
              <a:gd name="T19" fmla="*/ 48 h 596"/>
              <a:gd name="T20" fmla="*/ 340 w 397"/>
              <a:gd name="T21" fmla="*/ 103 h 596"/>
              <a:gd name="T22" fmla="*/ 368 w 397"/>
              <a:gd name="T23" fmla="*/ 182 h 596"/>
              <a:gd name="T24" fmla="*/ 357 w 397"/>
              <a:gd name="T25" fmla="*/ 262 h 596"/>
              <a:gd name="T26" fmla="*/ 311 w 397"/>
              <a:gd name="T27" fmla="*/ 329 h 596"/>
              <a:gd name="T28" fmla="*/ 275 w 397"/>
              <a:gd name="T29" fmla="*/ 404 h 596"/>
              <a:gd name="T30" fmla="*/ 251 w 397"/>
              <a:gd name="T31" fmla="*/ 289 h 596"/>
              <a:gd name="T32" fmla="*/ 281 w 397"/>
              <a:gd name="T33" fmla="*/ 273 h 596"/>
              <a:gd name="T34" fmla="*/ 288 w 397"/>
              <a:gd name="T35" fmla="*/ 244 h 596"/>
              <a:gd name="T36" fmla="*/ 265 w 397"/>
              <a:gd name="T37" fmla="*/ 217 h 596"/>
              <a:gd name="T38" fmla="*/ 231 w 397"/>
              <a:gd name="T39" fmla="*/ 221 h 596"/>
              <a:gd name="T40" fmla="*/ 215 w 397"/>
              <a:gd name="T41" fmla="*/ 251 h 596"/>
              <a:gd name="T42" fmla="*/ 178 w 397"/>
              <a:gd name="T43" fmla="*/ 237 h 596"/>
              <a:gd name="T44" fmla="*/ 153 w 397"/>
              <a:gd name="T45" fmla="*/ 215 h 596"/>
              <a:gd name="T46" fmla="*/ 123 w 397"/>
              <a:gd name="T47" fmla="*/ 221 h 596"/>
              <a:gd name="T48" fmla="*/ 106 w 397"/>
              <a:gd name="T49" fmla="*/ 251 h 596"/>
              <a:gd name="T50" fmla="*/ 117 w 397"/>
              <a:gd name="T51" fmla="*/ 278 h 596"/>
              <a:gd name="T52" fmla="*/ 154 w 397"/>
              <a:gd name="T53" fmla="*/ 289 h 596"/>
              <a:gd name="T54" fmla="*/ 117 w 397"/>
              <a:gd name="T55" fmla="*/ 388 h 596"/>
              <a:gd name="T56" fmla="*/ 75 w 397"/>
              <a:gd name="T57" fmla="*/ 317 h 596"/>
              <a:gd name="T58" fmla="*/ 33 w 397"/>
              <a:gd name="T59" fmla="*/ 245 h 596"/>
              <a:gd name="T60" fmla="*/ 24 w 397"/>
              <a:gd name="T61" fmla="*/ 184 h 596"/>
              <a:gd name="T62" fmla="*/ 1 w 397"/>
              <a:gd name="T63" fmla="*/ 188 h 596"/>
              <a:gd name="T64" fmla="*/ 13 w 397"/>
              <a:gd name="T65" fmla="*/ 271 h 596"/>
              <a:gd name="T66" fmla="*/ 66 w 397"/>
              <a:gd name="T67" fmla="*/ 348 h 596"/>
              <a:gd name="T68" fmla="*/ 97 w 397"/>
              <a:gd name="T69" fmla="*/ 417 h 596"/>
              <a:gd name="T70" fmla="*/ 103 w 397"/>
              <a:gd name="T71" fmla="*/ 509 h 596"/>
              <a:gd name="T72" fmla="*/ 141 w 397"/>
              <a:gd name="T73" fmla="*/ 544 h 596"/>
              <a:gd name="T74" fmla="*/ 159 w 397"/>
              <a:gd name="T75" fmla="*/ 576 h 596"/>
              <a:gd name="T76" fmla="*/ 199 w 397"/>
              <a:gd name="T77" fmla="*/ 596 h 596"/>
              <a:gd name="T78" fmla="*/ 237 w 397"/>
              <a:gd name="T79" fmla="*/ 576 h 596"/>
              <a:gd name="T80" fmla="*/ 256 w 397"/>
              <a:gd name="T81" fmla="*/ 544 h 596"/>
              <a:gd name="T82" fmla="*/ 293 w 397"/>
              <a:gd name="T83" fmla="*/ 509 h 596"/>
              <a:gd name="T84" fmla="*/ 301 w 397"/>
              <a:gd name="T85" fmla="*/ 418 h 596"/>
              <a:gd name="T86" fmla="*/ 333 w 397"/>
              <a:gd name="T87" fmla="*/ 347 h 596"/>
              <a:gd name="T88" fmla="*/ 383 w 397"/>
              <a:gd name="T89" fmla="*/ 272 h 596"/>
              <a:gd name="T90" fmla="*/ 396 w 397"/>
              <a:gd name="T91" fmla="*/ 180 h 596"/>
              <a:gd name="T92" fmla="*/ 364 w 397"/>
              <a:gd name="T93" fmla="*/ 88 h 596"/>
              <a:gd name="T94" fmla="*/ 245 w 397"/>
              <a:gd name="T95" fmla="*/ 245 h 596"/>
              <a:gd name="T96" fmla="*/ 260 w 397"/>
              <a:gd name="T97" fmla="*/ 247 h 596"/>
              <a:gd name="T98" fmla="*/ 254 w 397"/>
              <a:gd name="T99" fmla="*/ 261 h 596"/>
              <a:gd name="T100" fmla="*/ 215 w 397"/>
              <a:gd name="T101" fmla="*/ 289 h 596"/>
              <a:gd name="T102" fmla="*/ 140 w 397"/>
              <a:gd name="T103" fmla="*/ 261 h 596"/>
              <a:gd name="T104" fmla="*/ 134 w 397"/>
              <a:gd name="T105" fmla="*/ 247 h 596"/>
              <a:gd name="T106" fmla="*/ 148 w 397"/>
              <a:gd name="T107" fmla="*/ 243 h 596"/>
              <a:gd name="T108" fmla="*/ 143 w 397"/>
              <a:gd name="T109" fmla="*/ 261 h 596"/>
              <a:gd name="T110" fmla="*/ 212 w 397"/>
              <a:gd name="T111" fmla="*/ 563 h 596"/>
              <a:gd name="T112" fmla="*/ 194 w 397"/>
              <a:gd name="T113" fmla="*/ 568 h 596"/>
              <a:gd name="T114" fmla="*/ 180 w 397"/>
              <a:gd name="T115" fmla="*/ 557 h 596"/>
              <a:gd name="T116" fmla="*/ 218 w 397"/>
              <a:gd name="T117" fmla="*/ 549 h 596"/>
              <a:gd name="T118" fmla="*/ 261 w 397"/>
              <a:gd name="T119" fmla="*/ 509 h 596"/>
              <a:gd name="T120" fmla="*/ 158 w 397"/>
              <a:gd name="T121" fmla="*/ 519 h 596"/>
              <a:gd name="T122" fmla="*/ 132 w 397"/>
              <a:gd name="T123" fmla="*/ 505 h 596"/>
              <a:gd name="T124" fmla="*/ 270 w 397"/>
              <a:gd name="T125" fmla="*/ 464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7" h="596">
                <a:moveTo>
                  <a:pt x="338" y="58"/>
                </a:moveTo>
                <a:lnTo>
                  <a:pt x="324" y="44"/>
                </a:lnTo>
                <a:lnTo>
                  <a:pt x="308" y="34"/>
                </a:lnTo>
                <a:lnTo>
                  <a:pt x="291" y="24"/>
                </a:lnTo>
                <a:lnTo>
                  <a:pt x="274" y="15"/>
                </a:lnTo>
                <a:lnTo>
                  <a:pt x="256" y="9"/>
                </a:lnTo>
                <a:lnTo>
                  <a:pt x="237" y="5"/>
                </a:lnTo>
                <a:lnTo>
                  <a:pt x="218" y="2"/>
                </a:lnTo>
                <a:lnTo>
                  <a:pt x="199" y="0"/>
                </a:lnTo>
                <a:lnTo>
                  <a:pt x="198" y="0"/>
                </a:lnTo>
                <a:lnTo>
                  <a:pt x="197" y="0"/>
                </a:lnTo>
                <a:lnTo>
                  <a:pt x="186" y="0"/>
                </a:lnTo>
                <a:lnTo>
                  <a:pt x="176" y="2"/>
                </a:lnTo>
                <a:lnTo>
                  <a:pt x="165" y="4"/>
                </a:lnTo>
                <a:lnTo>
                  <a:pt x="155" y="6"/>
                </a:lnTo>
                <a:lnTo>
                  <a:pt x="145" y="8"/>
                </a:lnTo>
                <a:lnTo>
                  <a:pt x="134" y="11"/>
                </a:lnTo>
                <a:lnTo>
                  <a:pt x="125" y="14"/>
                </a:lnTo>
                <a:lnTo>
                  <a:pt x="115" y="19"/>
                </a:lnTo>
                <a:lnTo>
                  <a:pt x="105" y="24"/>
                </a:lnTo>
                <a:lnTo>
                  <a:pt x="97" y="28"/>
                </a:lnTo>
                <a:lnTo>
                  <a:pt x="88" y="35"/>
                </a:lnTo>
                <a:lnTo>
                  <a:pt x="80" y="40"/>
                </a:lnTo>
                <a:lnTo>
                  <a:pt x="71" y="47"/>
                </a:lnTo>
                <a:lnTo>
                  <a:pt x="62" y="54"/>
                </a:lnTo>
                <a:lnTo>
                  <a:pt x="55" y="62"/>
                </a:lnTo>
                <a:lnTo>
                  <a:pt x="48" y="69"/>
                </a:lnTo>
                <a:lnTo>
                  <a:pt x="45" y="75"/>
                </a:lnTo>
                <a:lnTo>
                  <a:pt x="44" y="80"/>
                </a:lnTo>
                <a:lnTo>
                  <a:pt x="46" y="85"/>
                </a:lnTo>
                <a:lnTo>
                  <a:pt x="50" y="90"/>
                </a:lnTo>
                <a:lnTo>
                  <a:pt x="54" y="92"/>
                </a:lnTo>
                <a:lnTo>
                  <a:pt x="59" y="93"/>
                </a:lnTo>
                <a:lnTo>
                  <a:pt x="65" y="92"/>
                </a:lnTo>
                <a:lnTo>
                  <a:pt x="69" y="87"/>
                </a:lnTo>
                <a:lnTo>
                  <a:pt x="82" y="75"/>
                </a:lnTo>
                <a:lnTo>
                  <a:pt x="96" y="63"/>
                </a:lnTo>
                <a:lnTo>
                  <a:pt x="111" y="53"/>
                </a:lnTo>
                <a:lnTo>
                  <a:pt x="127" y="44"/>
                </a:lnTo>
                <a:lnTo>
                  <a:pt x="144" y="37"/>
                </a:lnTo>
                <a:lnTo>
                  <a:pt x="161" y="33"/>
                </a:lnTo>
                <a:lnTo>
                  <a:pt x="179" y="29"/>
                </a:lnTo>
                <a:lnTo>
                  <a:pt x="198" y="28"/>
                </a:lnTo>
                <a:lnTo>
                  <a:pt x="198" y="28"/>
                </a:lnTo>
                <a:lnTo>
                  <a:pt x="199" y="28"/>
                </a:lnTo>
                <a:lnTo>
                  <a:pt x="215" y="29"/>
                </a:lnTo>
                <a:lnTo>
                  <a:pt x="232" y="32"/>
                </a:lnTo>
                <a:lnTo>
                  <a:pt x="248" y="36"/>
                </a:lnTo>
                <a:lnTo>
                  <a:pt x="263" y="41"/>
                </a:lnTo>
                <a:lnTo>
                  <a:pt x="278" y="48"/>
                </a:lnTo>
                <a:lnTo>
                  <a:pt x="293" y="56"/>
                </a:lnTo>
                <a:lnTo>
                  <a:pt x="306" y="67"/>
                </a:lnTo>
                <a:lnTo>
                  <a:pt x="319" y="78"/>
                </a:lnTo>
                <a:lnTo>
                  <a:pt x="331" y="91"/>
                </a:lnTo>
                <a:lnTo>
                  <a:pt x="340" y="103"/>
                </a:lnTo>
                <a:lnTo>
                  <a:pt x="349" y="119"/>
                </a:lnTo>
                <a:lnTo>
                  <a:pt x="356" y="134"/>
                </a:lnTo>
                <a:lnTo>
                  <a:pt x="362" y="150"/>
                </a:lnTo>
                <a:lnTo>
                  <a:pt x="366" y="166"/>
                </a:lnTo>
                <a:lnTo>
                  <a:pt x="368" y="182"/>
                </a:lnTo>
                <a:lnTo>
                  <a:pt x="369" y="199"/>
                </a:lnTo>
                <a:lnTo>
                  <a:pt x="368" y="215"/>
                </a:lnTo>
                <a:lnTo>
                  <a:pt x="366" y="231"/>
                </a:lnTo>
                <a:lnTo>
                  <a:pt x="363" y="247"/>
                </a:lnTo>
                <a:lnTo>
                  <a:pt x="357" y="262"/>
                </a:lnTo>
                <a:lnTo>
                  <a:pt x="351" y="277"/>
                </a:lnTo>
                <a:lnTo>
                  <a:pt x="342" y="291"/>
                </a:lnTo>
                <a:lnTo>
                  <a:pt x="333" y="304"/>
                </a:lnTo>
                <a:lnTo>
                  <a:pt x="322" y="316"/>
                </a:lnTo>
                <a:lnTo>
                  <a:pt x="311" y="329"/>
                </a:lnTo>
                <a:lnTo>
                  <a:pt x="302" y="343"/>
                </a:lnTo>
                <a:lnTo>
                  <a:pt x="293" y="358"/>
                </a:lnTo>
                <a:lnTo>
                  <a:pt x="286" y="372"/>
                </a:lnTo>
                <a:lnTo>
                  <a:pt x="279" y="388"/>
                </a:lnTo>
                <a:lnTo>
                  <a:pt x="275" y="404"/>
                </a:lnTo>
                <a:lnTo>
                  <a:pt x="272" y="420"/>
                </a:lnTo>
                <a:lnTo>
                  <a:pt x="270" y="436"/>
                </a:lnTo>
                <a:lnTo>
                  <a:pt x="243" y="436"/>
                </a:lnTo>
                <a:lnTo>
                  <a:pt x="243" y="289"/>
                </a:lnTo>
                <a:lnTo>
                  <a:pt x="251" y="289"/>
                </a:lnTo>
                <a:lnTo>
                  <a:pt x="259" y="288"/>
                </a:lnTo>
                <a:lnTo>
                  <a:pt x="265" y="286"/>
                </a:lnTo>
                <a:lnTo>
                  <a:pt x="272" y="283"/>
                </a:lnTo>
                <a:lnTo>
                  <a:pt x="277" y="278"/>
                </a:lnTo>
                <a:lnTo>
                  <a:pt x="281" y="273"/>
                </a:lnTo>
                <a:lnTo>
                  <a:pt x="286" y="267"/>
                </a:lnTo>
                <a:lnTo>
                  <a:pt x="288" y="260"/>
                </a:lnTo>
                <a:lnTo>
                  <a:pt x="288" y="253"/>
                </a:lnTo>
                <a:lnTo>
                  <a:pt x="288" y="251"/>
                </a:lnTo>
                <a:lnTo>
                  <a:pt x="288" y="244"/>
                </a:lnTo>
                <a:lnTo>
                  <a:pt x="286" y="237"/>
                </a:lnTo>
                <a:lnTo>
                  <a:pt x="281" y="230"/>
                </a:lnTo>
                <a:lnTo>
                  <a:pt x="277" y="225"/>
                </a:lnTo>
                <a:lnTo>
                  <a:pt x="272" y="221"/>
                </a:lnTo>
                <a:lnTo>
                  <a:pt x="265" y="217"/>
                </a:lnTo>
                <a:lnTo>
                  <a:pt x="259" y="215"/>
                </a:lnTo>
                <a:lnTo>
                  <a:pt x="251" y="214"/>
                </a:lnTo>
                <a:lnTo>
                  <a:pt x="244" y="215"/>
                </a:lnTo>
                <a:lnTo>
                  <a:pt x="237" y="217"/>
                </a:lnTo>
                <a:lnTo>
                  <a:pt x="231" y="221"/>
                </a:lnTo>
                <a:lnTo>
                  <a:pt x="226" y="225"/>
                </a:lnTo>
                <a:lnTo>
                  <a:pt x="221" y="230"/>
                </a:lnTo>
                <a:lnTo>
                  <a:pt x="218" y="237"/>
                </a:lnTo>
                <a:lnTo>
                  <a:pt x="216" y="244"/>
                </a:lnTo>
                <a:lnTo>
                  <a:pt x="215" y="251"/>
                </a:lnTo>
                <a:lnTo>
                  <a:pt x="215" y="261"/>
                </a:lnTo>
                <a:lnTo>
                  <a:pt x="182" y="261"/>
                </a:lnTo>
                <a:lnTo>
                  <a:pt x="182" y="251"/>
                </a:lnTo>
                <a:lnTo>
                  <a:pt x="180" y="244"/>
                </a:lnTo>
                <a:lnTo>
                  <a:pt x="178" y="237"/>
                </a:lnTo>
                <a:lnTo>
                  <a:pt x="175" y="230"/>
                </a:lnTo>
                <a:lnTo>
                  <a:pt x="171" y="225"/>
                </a:lnTo>
                <a:lnTo>
                  <a:pt x="165" y="221"/>
                </a:lnTo>
                <a:lnTo>
                  <a:pt x="159" y="217"/>
                </a:lnTo>
                <a:lnTo>
                  <a:pt x="153" y="215"/>
                </a:lnTo>
                <a:lnTo>
                  <a:pt x="145" y="214"/>
                </a:lnTo>
                <a:lnTo>
                  <a:pt x="143" y="214"/>
                </a:lnTo>
                <a:lnTo>
                  <a:pt x="135" y="215"/>
                </a:lnTo>
                <a:lnTo>
                  <a:pt x="129" y="217"/>
                </a:lnTo>
                <a:lnTo>
                  <a:pt x="123" y="221"/>
                </a:lnTo>
                <a:lnTo>
                  <a:pt x="117" y="225"/>
                </a:lnTo>
                <a:lnTo>
                  <a:pt x="113" y="230"/>
                </a:lnTo>
                <a:lnTo>
                  <a:pt x="109" y="237"/>
                </a:lnTo>
                <a:lnTo>
                  <a:pt x="106" y="244"/>
                </a:lnTo>
                <a:lnTo>
                  <a:pt x="106" y="251"/>
                </a:lnTo>
                <a:lnTo>
                  <a:pt x="106" y="253"/>
                </a:lnTo>
                <a:lnTo>
                  <a:pt x="106" y="260"/>
                </a:lnTo>
                <a:lnTo>
                  <a:pt x="109" y="267"/>
                </a:lnTo>
                <a:lnTo>
                  <a:pt x="113" y="273"/>
                </a:lnTo>
                <a:lnTo>
                  <a:pt x="117" y="278"/>
                </a:lnTo>
                <a:lnTo>
                  <a:pt x="123" y="283"/>
                </a:lnTo>
                <a:lnTo>
                  <a:pt x="129" y="286"/>
                </a:lnTo>
                <a:lnTo>
                  <a:pt x="135" y="288"/>
                </a:lnTo>
                <a:lnTo>
                  <a:pt x="143" y="289"/>
                </a:lnTo>
                <a:lnTo>
                  <a:pt x="154" y="289"/>
                </a:lnTo>
                <a:lnTo>
                  <a:pt x="154" y="436"/>
                </a:lnTo>
                <a:lnTo>
                  <a:pt x="127" y="436"/>
                </a:lnTo>
                <a:lnTo>
                  <a:pt x="126" y="420"/>
                </a:lnTo>
                <a:lnTo>
                  <a:pt x="123" y="404"/>
                </a:lnTo>
                <a:lnTo>
                  <a:pt x="117" y="388"/>
                </a:lnTo>
                <a:lnTo>
                  <a:pt x="112" y="372"/>
                </a:lnTo>
                <a:lnTo>
                  <a:pt x="104" y="358"/>
                </a:lnTo>
                <a:lnTo>
                  <a:pt x="96" y="344"/>
                </a:lnTo>
                <a:lnTo>
                  <a:pt x="86" y="330"/>
                </a:lnTo>
                <a:lnTo>
                  <a:pt x="75" y="317"/>
                </a:lnTo>
                <a:lnTo>
                  <a:pt x="64" y="304"/>
                </a:lnTo>
                <a:lnTo>
                  <a:pt x="54" y="290"/>
                </a:lnTo>
                <a:lnTo>
                  <a:pt x="46" y="276"/>
                </a:lnTo>
                <a:lnTo>
                  <a:pt x="39" y="261"/>
                </a:lnTo>
                <a:lnTo>
                  <a:pt x="33" y="245"/>
                </a:lnTo>
                <a:lnTo>
                  <a:pt x="30" y="228"/>
                </a:lnTo>
                <a:lnTo>
                  <a:pt x="28" y="212"/>
                </a:lnTo>
                <a:lnTo>
                  <a:pt x="28" y="195"/>
                </a:lnTo>
                <a:lnTo>
                  <a:pt x="27" y="189"/>
                </a:lnTo>
                <a:lnTo>
                  <a:pt x="24" y="184"/>
                </a:lnTo>
                <a:lnTo>
                  <a:pt x="20" y="182"/>
                </a:lnTo>
                <a:lnTo>
                  <a:pt x="14" y="180"/>
                </a:lnTo>
                <a:lnTo>
                  <a:pt x="9" y="181"/>
                </a:lnTo>
                <a:lnTo>
                  <a:pt x="5" y="184"/>
                </a:lnTo>
                <a:lnTo>
                  <a:pt x="1" y="188"/>
                </a:lnTo>
                <a:lnTo>
                  <a:pt x="0" y="194"/>
                </a:lnTo>
                <a:lnTo>
                  <a:pt x="0" y="214"/>
                </a:lnTo>
                <a:lnTo>
                  <a:pt x="2" y="233"/>
                </a:lnTo>
                <a:lnTo>
                  <a:pt x="7" y="253"/>
                </a:lnTo>
                <a:lnTo>
                  <a:pt x="13" y="271"/>
                </a:lnTo>
                <a:lnTo>
                  <a:pt x="21" y="289"/>
                </a:lnTo>
                <a:lnTo>
                  <a:pt x="30" y="305"/>
                </a:lnTo>
                <a:lnTo>
                  <a:pt x="42" y="321"/>
                </a:lnTo>
                <a:lnTo>
                  <a:pt x="55" y="336"/>
                </a:lnTo>
                <a:lnTo>
                  <a:pt x="66" y="348"/>
                </a:lnTo>
                <a:lnTo>
                  <a:pt x="74" y="361"/>
                </a:lnTo>
                <a:lnTo>
                  <a:pt x="82" y="374"/>
                </a:lnTo>
                <a:lnTo>
                  <a:pt x="88" y="388"/>
                </a:lnTo>
                <a:lnTo>
                  <a:pt x="94" y="402"/>
                </a:lnTo>
                <a:lnTo>
                  <a:pt x="97" y="417"/>
                </a:lnTo>
                <a:lnTo>
                  <a:pt x="99" y="433"/>
                </a:lnTo>
                <a:lnTo>
                  <a:pt x="100" y="448"/>
                </a:lnTo>
                <a:lnTo>
                  <a:pt x="100" y="489"/>
                </a:lnTo>
                <a:lnTo>
                  <a:pt x="101" y="500"/>
                </a:lnTo>
                <a:lnTo>
                  <a:pt x="103" y="509"/>
                </a:lnTo>
                <a:lnTo>
                  <a:pt x="109" y="519"/>
                </a:lnTo>
                <a:lnTo>
                  <a:pt x="115" y="528"/>
                </a:lnTo>
                <a:lnTo>
                  <a:pt x="123" y="534"/>
                </a:lnTo>
                <a:lnTo>
                  <a:pt x="131" y="539"/>
                </a:lnTo>
                <a:lnTo>
                  <a:pt x="141" y="544"/>
                </a:lnTo>
                <a:lnTo>
                  <a:pt x="151" y="546"/>
                </a:lnTo>
                <a:lnTo>
                  <a:pt x="151" y="549"/>
                </a:lnTo>
                <a:lnTo>
                  <a:pt x="151" y="559"/>
                </a:lnTo>
                <a:lnTo>
                  <a:pt x="155" y="567"/>
                </a:lnTo>
                <a:lnTo>
                  <a:pt x="159" y="576"/>
                </a:lnTo>
                <a:lnTo>
                  <a:pt x="164" y="582"/>
                </a:lnTo>
                <a:lnTo>
                  <a:pt x="172" y="589"/>
                </a:lnTo>
                <a:lnTo>
                  <a:pt x="179" y="593"/>
                </a:lnTo>
                <a:lnTo>
                  <a:pt x="189" y="595"/>
                </a:lnTo>
                <a:lnTo>
                  <a:pt x="199" y="596"/>
                </a:lnTo>
                <a:lnTo>
                  <a:pt x="207" y="595"/>
                </a:lnTo>
                <a:lnTo>
                  <a:pt x="217" y="593"/>
                </a:lnTo>
                <a:lnTo>
                  <a:pt x="224" y="589"/>
                </a:lnTo>
                <a:lnTo>
                  <a:pt x="232" y="582"/>
                </a:lnTo>
                <a:lnTo>
                  <a:pt x="237" y="576"/>
                </a:lnTo>
                <a:lnTo>
                  <a:pt x="242" y="567"/>
                </a:lnTo>
                <a:lnTo>
                  <a:pt x="245" y="559"/>
                </a:lnTo>
                <a:lnTo>
                  <a:pt x="246" y="549"/>
                </a:lnTo>
                <a:lnTo>
                  <a:pt x="246" y="546"/>
                </a:lnTo>
                <a:lnTo>
                  <a:pt x="256" y="544"/>
                </a:lnTo>
                <a:lnTo>
                  <a:pt x="266" y="540"/>
                </a:lnTo>
                <a:lnTo>
                  <a:pt x="275" y="534"/>
                </a:lnTo>
                <a:lnTo>
                  <a:pt x="282" y="528"/>
                </a:lnTo>
                <a:lnTo>
                  <a:pt x="289" y="519"/>
                </a:lnTo>
                <a:lnTo>
                  <a:pt x="293" y="509"/>
                </a:lnTo>
                <a:lnTo>
                  <a:pt x="296" y="500"/>
                </a:lnTo>
                <a:lnTo>
                  <a:pt x="297" y="489"/>
                </a:lnTo>
                <a:lnTo>
                  <a:pt x="297" y="448"/>
                </a:lnTo>
                <a:lnTo>
                  <a:pt x="297" y="433"/>
                </a:lnTo>
                <a:lnTo>
                  <a:pt x="301" y="418"/>
                </a:lnTo>
                <a:lnTo>
                  <a:pt x="304" y="403"/>
                </a:lnTo>
                <a:lnTo>
                  <a:pt x="309" y="388"/>
                </a:lnTo>
                <a:lnTo>
                  <a:pt x="316" y="374"/>
                </a:lnTo>
                <a:lnTo>
                  <a:pt x="323" y="360"/>
                </a:lnTo>
                <a:lnTo>
                  <a:pt x="333" y="347"/>
                </a:lnTo>
                <a:lnTo>
                  <a:pt x="342" y="335"/>
                </a:lnTo>
                <a:lnTo>
                  <a:pt x="355" y="321"/>
                </a:lnTo>
                <a:lnTo>
                  <a:pt x="366" y="305"/>
                </a:lnTo>
                <a:lnTo>
                  <a:pt x="376" y="289"/>
                </a:lnTo>
                <a:lnTo>
                  <a:pt x="383" y="272"/>
                </a:lnTo>
                <a:lnTo>
                  <a:pt x="389" y="255"/>
                </a:lnTo>
                <a:lnTo>
                  <a:pt x="393" y="237"/>
                </a:lnTo>
                <a:lnTo>
                  <a:pt x="396" y="218"/>
                </a:lnTo>
                <a:lnTo>
                  <a:pt x="397" y="199"/>
                </a:lnTo>
                <a:lnTo>
                  <a:pt x="396" y="180"/>
                </a:lnTo>
                <a:lnTo>
                  <a:pt x="393" y="160"/>
                </a:lnTo>
                <a:lnTo>
                  <a:pt x="389" y="141"/>
                </a:lnTo>
                <a:lnTo>
                  <a:pt x="382" y="123"/>
                </a:lnTo>
                <a:lnTo>
                  <a:pt x="374" y="106"/>
                </a:lnTo>
                <a:lnTo>
                  <a:pt x="364" y="88"/>
                </a:lnTo>
                <a:lnTo>
                  <a:pt x="352" y="72"/>
                </a:lnTo>
                <a:lnTo>
                  <a:pt x="338" y="58"/>
                </a:lnTo>
                <a:close/>
                <a:moveTo>
                  <a:pt x="243" y="251"/>
                </a:moveTo>
                <a:lnTo>
                  <a:pt x="244" y="247"/>
                </a:lnTo>
                <a:lnTo>
                  <a:pt x="245" y="245"/>
                </a:lnTo>
                <a:lnTo>
                  <a:pt x="248" y="243"/>
                </a:lnTo>
                <a:lnTo>
                  <a:pt x="251" y="242"/>
                </a:lnTo>
                <a:lnTo>
                  <a:pt x="254" y="243"/>
                </a:lnTo>
                <a:lnTo>
                  <a:pt x="258" y="245"/>
                </a:lnTo>
                <a:lnTo>
                  <a:pt x="260" y="247"/>
                </a:lnTo>
                <a:lnTo>
                  <a:pt x="260" y="251"/>
                </a:lnTo>
                <a:lnTo>
                  <a:pt x="260" y="253"/>
                </a:lnTo>
                <a:lnTo>
                  <a:pt x="260" y="256"/>
                </a:lnTo>
                <a:lnTo>
                  <a:pt x="258" y="259"/>
                </a:lnTo>
                <a:lnTo>
                  <a:pt x="254" y="261"/>
                </a:lnTo>
                <a:lnTo>
                  <a:pt x="251" y="261"/>
                </a:lnTo>
                <a:lnTo>
                  <a:pt x="243" y="261"/>
                </a:lnTo>
                <a:lnTo>
                  <a:pt x="243" y="251"/>
                </a:lnTo>
                <a:close/>
                <a:moveTo>
                  <a:pt x="182" y="289"/>
                </a:moveTo>
                <a:lnTo>
                  <a:pt x="215" y="289"/>
                </a:lnTo>
                <a:lnTo>
                  <a:pt x="215" y="436"/>
                </a:lnTo>
                <a:lnTo>
                  <a:pt x="182" y="436"/>
                </a:lnTo>
                <a:lnTo>
                  <a:pt x="182" y="289"/>
                </a:lnTo>
                <a:close/>
                <a:moveTo>
                  <a:pt x="143" y="261"/>
                </a:moveTo>
                <a:lnTo>
                  <a:pt x="140" y="261"/>
                </a:lnTo>
                <a:lnTo>
                  <a:pt x="136" y="259"/>
                </a:lnTo>
                <a:lnTo>
                  <a:pt x="134" y="256"/>
                </a:lnTo>
                <a:lnTo>
                  <a:pt x="134" y="253"/>
                </a:lnTo>
                <a:lnTo>
                  <a:pt x="134" y="251"/>
                </a:lnTo>
                <a:lnTo>
                  <a:pt x="134" y="247"/>
                </a:lnTo>
                <a:lnTo>
                  <a:pt x="136" y="245"/>
                </a:lnTo>
                <a:lnTo>
                  <a:pt x="140" y="243"/>
                </a:lnTo>
                <a:lnTo>
                  <a:pt x="143" y="242"/>
                </a:lnTo>
                <a:lnTo>
                  <a:pt x="145" y="242"/>
                </a:lnTo>
                <a:lnTo>
                  <a:pt x="148" y="243"/>
                </a:lnTo>
                <a:lnTo>
                  <a:pt x="151" y="245"/>
                </a:lnTo>
                <a:lnTo>
                  <a:pt x="154" y="247"/>
                </a:lnTo>
                <a:lnTo>
                  <a:pt x="154" y="251"/>
                </a:lnTo>
                <a:lnTo>
                  <a:pt x="154" y="261"/>
                </a:lnTo>
                <a:lnTo>
                  <a:pt x="143" y="261"/>
                </a:lnTo>
                <a:close/>
                <a:moveTo>
                  <a:pt x="218" y="549"/>
                </a:moveTo>
                <a:lnTo>
                  <a:pt x="217" y="553"/>
                </a:lnTo>
                <a:lnTo>
                  <a:pt x="216" y="557"/>
                </a:lnTo>
                <a:lnTo>
                  <a:pt x="215" y="560"/>
                </a:lnTo>
                <a:lnTo>
                  <a:pt x="212" y="563"/>
                </a:lnTo>
                <a:lnTo>
                  <a:pt x="209" y="565"/>
                </a:lnTo>
                <a:lnTo>
                  <a:pt x="206" y="567"/>
                </a:lnTo>
                <a:lnTo>
                  <a:pt x="202" y="568"/>
                </a:lnTo>
                <a:lnTo>
                  <a:pt x="199" y="568"/>
                </a:lnTo>
                <a:lnTo>
                  <a:pt x="194" y="568"/>
                </a:lnTo>
                <a:lnTo>
                  <a:pt x="191" y="567"/>
                </a:lnTo>
                <a:lnTo>
                  <a:pt x="187" y="565"/>
                </a:lnTo>
                <a:lnTo>
                  <a:pt x="185" y="563"/>
                </a:lnTo>
                <a:lnTo>
                  <a:pt x="183" y="560"/>
                </a:lnTo>
                <a:lnTo>
                  <a:pt x="180" y="557"/>
                </a:lnTo>
                <a:lnTo>
                  <a:pt x="179" y="553"/>
                </a:lnTo>
                <a:lnTo>
                  <a:pt x="178" y="549"/>
                </a:lnTo>
                <a:lnTo>
                  <a:pt x="178" y="547"/>
                </a:lnTo>
                <a:lnTo>
                  <a:pt x="218" y="547"/>
                </a:lnTo>
                <a:lnTo>
                  <a:pt x="218" y="549"/>
                </a:lnTo>
                <a:close/>
                <a:moveTo>
                  <a:pt x="270" y="489"/>
                </a:moveTo>
                <a:lnTo>
                  <a:pt x="268" y="494"/>
                </a:lnTo>
                <a:lnTo>
                  <a:pt x="267" y="501"/>
                </a:lnTo>
                <a:lnTo>
                  <a:pt x="264" y="505"/>
                </a:lnTo>
                <a:lnTo>
                  <a:pt x="261" y="509"/>
                </a:lnTo>
                <a:lnTo>
                  <a:pt x="257" y="514"/>
                </a:lnTo>
                <a:lnTo>
                  <a:pt x="251" y="516"/>
                </a:lnTo>
                <a:lnTo>
                  <a:pt x="246" y="518"/>
                </a:lnTo>
                <a:lnTo>
                  <a:pt x="239" y="519"/>
                </a:lnTo>
                <a:lnTo>
                  <a:pt x="158" y="519"/>
                </a:lnTo>
                <a:lnTo>
                  <a:pt x="151" y="518"/>
                </a:lnTo>
                <a:lnTo>
                  <a:pt x="146" y="516"/>
                </a:lnTo>
                <a:lnTo>
                  <a:pt x="141" y="514"/>
                </a:lnTo>
                <a:lnTo>
                  <a:pt x="136" y="509"/>
                </a:lnTo>
                <a:lnTo>
                  <a:pt x="132" y="505"/>
                </a:lnTo>
                <a:lnTo>
                  <a:pt x="130" y="501"/>
                </a:lnTo>
                <a:lnTo>
                  <a:pt x="128" y="494"/>
                </a:lnTo>
                <a:lnTo>
                  <a:pt x="128" y="489"/>
                </a:lnTo>
                <a:lnTo>
                  <a:pt x="128" y="464"/>
                </a:lnTo>
                <a:lnTo>
                  <a:pt x="270" y="464"/>
                </a:lnTo>
                <a:lnTo>
                  <a:pt x="270" y="4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7" name="Freeform 185">
            <a:extLst>
              <a:ext uri="{FF2B5EF4-FFF2-40B4-BE49-F238E27FC236}">
                <a16:creationId xmlns:a16="http://schemas.microsoft.com/office/drawing/2014/main" id="{36A12B66-6304-4DBB-8766-2505126E3B08}"/>
              </a:ext>
            </a:extLst>
          </p:cNvPr>
          <p:cNvSpPr>
            <a:spLocks/>
          </p:cNvSpPr>
          <p:nvPr/>
        </p:nvSpPr>
        <p:spPr bwMode="auto">
          <a:xfrm>
            <a:off x="9475788" y="3255963"/>
            <a:ext cx="14288" cy="41275"/>
          </a:xfrm>
          <a:custGeom>
            <a:avLst/>
            <a:gdLst>
              <a:gd name="T0" fmla="*/ 14 w 28"/>
              <a:gd name="T1" fmla="*/ 0 h 79"/>
              <a:gd name="T2" fmla="*/ 8 w 28"/>
              <a:gd name="T3" fmla="*/ 1 h 79"/>
              <a:gd name="T4" fmla="*/ 3 w 28"/>
              <a:gd name="T5" fmla="*/ 3 h 79"/>
              <a:gd name="T6" fmla="*/ 1 w 28"/>
              <a:gd name="T7" fmla="*/ 8 h 79"/>
              <a:gd name="T8" fmla="*/ 0 w 28"/>
              <a:gd name="T9" fmla="*/ 14 h 79"/>
              <a:gd name="T10" fmla="*/ 0 w 28"/>
              <a:gd name="T11" fmla="*/ 65 h 79"/>
              <a:gd name="T12" fmla="*/ 1 w 28"/>
              <a:gd name="T13" fmla="*/ 70 h 79"/>
              <a:gd name="T14" fmla="*/ 3 w 28"/>
              <a:gd name="T15" fmla="*/ 75 h 79"/>
              <a:gd name="T16" fmla="*/ 8 w 28"/>
              <a:gd name="T17" fmla="*/ 78 h 79"/>
              <a:gd name="T18" fmla="*/ 14 w 28"/>
              <a:gd name="T19" fmla="*/ 79 h 79"/>
              <a:gd name="T20" fmla="*/ 19 w 28"/>
              <a:gd name="T21" fmla="*/ 78 h 79"/>
              <a:gd name="T22" fmla="*/ 23 w 28"/>
              <a:gd name="T23" fmla="*/ 75 h 79"/>
              <a:gd name="T24" fmla="*/ 27 w 28"/>
              <a:gd name="T25" fmla="*/ 70 h 79"/>
              <a:gd name="T26" fmla="*/ 28 w 28"/>
              <a:gd name="T27" fmla="*/ 65 h 79"/>
              <a:gd name="T28" fmla="*/ 28 w 28"/>
              <a:gd name="T29" fmla="*/ 14 h 79"/>
              <a:gd name="T30" fmla="*/ 27 w 28"/>
              <a:gd name="T31" fmla="*/ 8 h 79"/>
              <a:gd name="T32" fmla="*/ 23 w 28"/>
              <a:gd name="T33" fmla="*/ 3 h 79"/>
              <a:gd name="T34" fmla="*/ 19 w 28"/>
              <a:gd name="T35" fmla="*/ 1 h 79"/>
              <a:gd name="T36" fmla="*/ 14 w 28"/>
              <a:gd name="T37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79">
                <a:moveTo>
                  <a:pt x="14" y="0"/>
                </a:moveTo>
                <a:lnTo>
                  <a:pt x="8" y="1"/>
                </a:lnTo>
                <a:lnTo>
                  <a:pt x="3" y="3"/>
                </a:lnTo>
                <a:lnTo>
                  <a:pt x="1" y="8"/>
                </a:lnTo>
                <a:lnTo>
                  <a:pt x="0" y="14"/>
                </a:lnTo>
                <a:lnTo>
                  <a:pt x="0" y="65"/>
                </a:lnTo>
                <a:lnTo>
                  <a:pt x="1" y="70"/>
                </a:lnTo>
                <a:lnTo>
                  <a:pt x="3" y="75"/>
                </a:lnTo>
                <a:lnTo>
                  <a:pt x="8" y="78"/>
                </a:lnTo>
                <a:lnTo>
                  <a:pt x="14" y="79"/>
                </a:lnTo>
                <a:lnTo>
                  <a:pt x="19" y="78"/>
                </a:lnTo>
                <a:lnTo>
                  <a:pt x="23" y="75"/>
                </a:lnTo>
                <a:lnTo>
                  <a:pt x="27" y="70"/>
                </a:lnTo>
                <a:lnTo>
                  <a:pt x="28" y="65"/>
                </a:lnTo>
                <a:lnTo>
                  <a:pt x="28" y="14"/>
                </a:lnTo>
                <a:lnTo>
                  <a:pt x="27" y="8"/>
                </a:lnTo>
                <a:lnTo>
                  <a:pt x="23" y="3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8" name="Freeform 186">
            <a:extLst>
              <a:ext uri="{FF2B5EF4-FFF2-40B4-BE49-F238E27FC236}">
                <a16:creationId xmlns:a16="http://schemas.microsoft.com/office/drawing/2014/main" id="{AFA3787B-F914-4C8B-82DA-071527115508}"/>
              </a:ext>
            </a:extLst>
          </p:cNvPr>
          <p:cNvSpPr>
            <a:spLocks/>
          </p:cNvSpPr>
          <p:nvPr/>
        </p:nvSpPr>
        <p:spPr bwMode="auto">
          <a:xfrm>
            <a:off x="9605963" y="3414713"/>
            <a:ext cx="42863" cy="14288"/>
          </a:xfrm>
          <a:custGeom>
            <a:avLst/>
            <a:gdLst>
              <a:gd name="T0" fmla="*/ 65 w 79"/>
              <a:gd name="T1" fmla="*/ 0 h 28"/>
              <a:gd name="T2" fmla="*/ 14 w 79"/>
              <a:gd name="T3" fmla="*/ 0 h 28"/>
              <a:gd name="T4" fmla="*/ 8 w 79"/>
              <a:gd name="T5" fmla="*/ 1 h 28"/>
              <a:gd name="T6" fmla="*/ 4 w 79"/>
              <a:gd name="T7" fmla="*/ 4 h 28"/>
              <a:gd name="T8" fmla="*/ 1 w 79"/>
              <a:gd name="T9" fmla="*/ 9 h 28"/>
              <a:gd name="T10" fmla="*/ 0 w 79"/>
              <a:gd name="T11" fmla="*/ 14 h 28"/>
              <a:gd name="T12" fmla="*/ 1 w 79"/>
              <a:gd name="T13" fmla="*/ 19 h 28"/>
              <a:gd name="T14" fmla="*/ 4 w 79"/>
              <a:gd name="T15" fmla="*/ 24 h 28"/>
              <a:gd name="T16" fmla="*/ 8 w 79"/>
              <a:gd name="T17" fmla="*/ 27 h 28"/>
              <a:gd name="T18" fmla="*/ 14 w 79"/>
              <a:gd name="T19" fmla="*/ 28 h 28"/>
              <a:gd name="T20" fmla="*/ 65 w 79"/>
              <a:gd name="T21" fmla="*/ 28 h 28"/>
              <a:gd name="T22" fmla="*/ 70 w 79"/>
              <a:gd name="T23" fmla="*/ 27 h 28"/>
              <a:gd name="T24" fmla="*/ 75 w 79"/>
              <a:gd name="T25" fmla="*/ 24 h 28"/>
              <a:gd name="T26" fmla="*/ 78 w 79"/>
              <a:gd name="T27" fmla="*/ 19 h 28"/>
              <a:gd name="T28" fmla="*/ 79 w 79"/>
              <a:gd name="T29" fmla="*/ 14 h 28"/>
              <a:gd name="T30" fmla="*/ 78 w 79"/>
              <a:gd name="T31" fmla="*/ 9 h 28"/>
              <a:gd name="T32" fmla="*/ 75 w 79"/>
              <a:gd name="T33" fmla="*/ 4 h 28"/>
              <a:gd name="T34" fmla="*/ 70 w 79"/>
              <a:gd name="T35" fmla="*/ 1 h 28"/>
              <a:gd name="T36" fmla="*/ 65 w 79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9" h="28">
                <a:moveTo>
                  <a:pt x="65" y="0"/>
                </a:move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65" y="28"/>
                </a:lnTo>
                <a:lnTo>
                  <a:pt x="70" y="27"/>
                </a:lnTo>
                <a:lnTo>
                  <a:pt x="75" y="24"/>
                </a:lnTo>
                <a:lnTo>
                  <a:pt x="78" y="19"/>
                </a:lnTo>
                <a:lnTo>
                  <a:pt x="79" y="14"/>
                </a:lnTo>
                <a:lnTo>
                  <a:pt x="78" y="9"/>
                </a:lnTo>
                <a:lnTo>
                  <a:pt x="75" y="4"/>
                </a:lnTo>
                <a:lnTo>
                  <a:pt x="70" y="1"/>
                </a:lnTo>
                <a:lnTo>
                  <a:pt x="6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9" name="Freeform 187">
            <a:extLst>
              <a:ext uri="{FF2B5EF4-FFF2-40B4-BE49-F238E27FC236}">
                <a16:creationId xmlns:a16="http://schemas.microsoft.com/office/drawing/2014/main" id="{137EC568-F52C-464D-A02D-6371142F1629}"/>
              </a:ext>
            </a:extLst>
          </p:cNvPr>
          <p:cNvSpPr>
            <a:spLocks/>
          </p:cNvSpPr>
          <p:nvPr/>
        </p:nvSpPr>
        <p:spPr bwMode="auto">
          <a:xfrm>
            <a:off x="9315451" y="3414713"/>
            <a:ext cx="42863" cy="14288"/>
          </a:xfrm>
          <a:custGeom>
            <a:avLst/>
            <a:gdLst>
              <a:gd name="T0" fmla="*/ 66 w 80"/>
              <a:gd name="T1" fmla="*/ 0 h 28"/>
              <a:gd name="T2" fmla="*/ 14 w 80"/>
              <a:gd name="T3" fmla="*/ 0 h 28"/>
              <a:gd name="T4" fmla="*/ 9 w 80"/>
              <a:gd name="T5" fmla="*/ 1 h 28"/>
              <a:gd name="T6" fmla="*/ 5 w 80"/>
              <a:gd name="T7" fmla="*/ 4 h 28"/>
              <a:gd name="T8" fmla="*/ 1 w 80"/>
              <a:gd name="T9" fmla="*/ 9 h 28"/>
              <a:gd name="T10" fmla="*/ 0 w 80"/>
              <a:gd name="T11" fmla="*/ 14 h 28"/>
              <a:gd name="T12" fmla="*/ 1 w 80"/>
              <a:gd name="T13" fmla="*/ 19 h 28"/>
              <a:gd name="T14" fmla="*/ 5 w 80"/>
              <a:gd name="T15" fmla="*/ 24 h 28"/>
              <a:gd name="T16" fmla="*/ 9 w 80"/>
              <a:gd name="T17" fmla="*/ 27 h 28"/>
              <a:gd name="T18" fmla="*/ 14 w 80"/>
              <a:gd name="T19" fmla="*/ 28 h 28"/>
              <a:gd name="T20" fmla="*/ 66 w 80"/>
              <a:gd name="T21" fmla="*/ 28 h 28"/>
              <a:gd name="T22" fmla="*/ 71 w 80"/>
              <a:gd name="T23" fmla="*/ 27 h 28"/>
              <a:gd name="T24" fmla="*/ 77 w 80"/>
              <a:gd name="T25" fmla="*/ 24 h 28"/>
              <a:gd name="T26" fmla="*/ 79 w 80"/>
              <a:gd name="T27" fmla="*/ 19 h 28"/>
              <a:gd name="T28" fmla="*/ 80 w 80"/>
              <a:gd name="T29" fmla="*/ 14 h 28"/>
              <a:gd name="T30" fmla="*/ 79 w 80"/>
              <a:gd name="T31" fmla="*/ 9 h 28"/>
              <a:gd name="T32" fmla="*/ 77 w 80"/>
              <a:gd name="T33" fmla="*/ 4 h 28"/>
              <a:gd name="T34" fmla="*/ 71 w 80"/>
              <a:gd name="T35" fmla="*/ 1 h 28"/>
              <a:gd name="T36" fmla="*/ 66 w 80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0" h="28">
                <a:moveTo>
                  <a:pt x="66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66" y="28"/>
                </a:lnTo>
                <a:lnTo>
                  <a:pt x="71" y="27"/>
                </a:lnTo>
                <a:lnTo>
                  <a:pt x="77" y="24"/>
                </a:lnTo>
                <a:lnTo>
                  <a:pt x="79" y="19"/>
                </a:lnTo>
                <a:lnTo>
                  <a:pt x="80" y="14"/>
                </a:lnTo>
                <a:lnTo>
                  <a:pt x="79" y="9"/>
                </a:lnTo>
                <a:lnTo>
                  <a:pt x="77" y="4"/>
                </a:lnTo>
                <a:lnTo>
                  <a:pt x="71" y="1"/>
                </a:lnTo>
                <a:lnTo>
                  <a:pt x="6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0" name="Freeform 188">
            <a:extLst>
              <a:ext uri="{FF2B5EF4-FFF2-40B4-BE49-F238E27FC236}">
                <a16:creationId xmlns:a16="http://schemas.microsoft.com/office/drawing/2014/main" id="{2620F038-0096-4610-87AF-C457C3D6918C}"/>
              </a:ext>
            </a:extLst>
          </p:cNvPr>
          <p:cNvSpPr>
            <a:spLocks/>
          </p:cNvSpPr>
          <p:nvPr/>
        </p:nvSpPr>
        <p:spPr bwMode="auto">
          <a:xfrm>
            <a:off x="9363076" y="3302001"/>
            <a:ext cx="33338" cy="34925"/>
          </a:xfrm>
          <a:custGeom>
            <a:avLst/>
            <a:gdLst>
              <a:gd name="T0" fmla="*/ 60 w 65"/>
              <a:gd name="T1" fmla="*/ 40 h 65"/>
              <a:gd name="T2" fmla="*/ 24 w 65"/>
              <a:gd name="T3" fmla="*/ 4 h 65"/>
              <a:gd name="T4" fmla="*/ 20 w 65"/>
              <a:gd name="T5" fmla="*/ 1 h 65"/>
              <a:gd name="T6" fmla="*/ 14 w 65"/>
              <a:gd name="T7" fmla="*/ 0 h 65"/>
              <a:gd name="T8" fmla="*/ 9 w 65"/>
              <a:gd name="T9" fmla="*/ 1 h 65"/>
              <a:gd name="T10" fmla="*/ 5 w 65"/>
              <a:gd name="T11" fmla="*/ 4 h 65"/>
              <a:gd name="T12" fmla="*/ 1 w 65"/>
              <a:gd name="T13" fmla="*/ 9 h 65"/>
              <a:gd name="T14" fmla="*/ 0 w 65"/>
              <a:gd name="T15" fmla="*/ 13 h 65"/>
              <a:gd name="T16" fmla="*/ 1 w 65"/>
              <a:gd name="T17" fmla="*/ 19 h 65"/>
              <a:gd name="T18" fmla="*/ 5 w 65"/>
              <a:gd name="T19" fmla="*/ 24 h 65"/>
              <a:gd name="T20" fmla="*/ 41 w 65"/>
              <a:gd name="T21" fmla="*/ 61 h 65"/>
              <a:gd name="T22" fmla="*/ 45 w 65"/>
              <a:gd name="T23" fmla="*/ 64 h 65"/>
              <a:gd name="T24" fmla="*/ 51 w 65"/>
              <a:gd name="T25" fmla="*/ 65 h 65"/>
              <a:gd name="T26" fmla="*/ 56 w 65"/>
              <a:gd name="T27" fmla="*/ 64 h 65"/>
              <a:gd name="T28" fmla="*/ 60 w 65"/>
              <a:gd name="T29" fmla="*/ 61 h 65"/>
              <a:gd name="T30" fmla="*/ 64 w 65"/>
              <a:gd name="T31" fmla="*/ 55 h 65"/>
              <a:gd name="T32" fmla="*/ 65 w 65"/>
              <a:gd name="T33" fmla="*/ 51 h 65"/>
              <a:gd name="T34" fmla="*/ 64 w 65"/>
              <a:gd name="T35" fmla="*/ 46 h 65"/>
              <a:gd name="T36" fmla="*/ 60 w 65"/>
              <a:gd name="T37" fmla="*/ 4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5" h="65">
                <a:moveTo>
                  <a:pt x="60" y="40"/>
                </a:moveTo>
                <a:lnTo>
                  <a:pt x="24" y="4"/>
                </a:ln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3"/>
                </a:lnTo>
                <a:lnTo>
                  <a:pt x="1" y="19"/>
                </a:lnTo>
                <a:lnTo>
                  <a:pt x="5" y="24"/>
                </a:lnTo>
                <a:lnTo>
                  <a:pt x="41" y="61"/>
                </a:lnTo>
                <a:lnTo>
                  <a:pt x="45" y="64"/>
                </a:lnTo>
                <a:lnTo>
                  <a:pt x="51" y="65"/>
                </a:lnTo>
                <a:lnTo>
                  <a:pt x="56" y="64"/>
                </a:lnTo>
                <a:lnTo>
                  <a:pt x="60" y="61"/>
                </a:lnTo>
                <a:lnTo>
                  <a:pt x="64" y="55"/>
                </a:lnTo>
                <a:lnTo>
                  <a:pt x="65" y="51"/>
                </a:lnTo>
                <a:lnTo>
                  <a:pt x="64" y="46"/>
                </a:lnTo>
                <a:lnTo>
                  <a:pt x="60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1" name="Freeform 189">
            <a:extLst>
              <a:ext uri="{FF2B5EF4-FFF2-40B4-BE49-F238E27FC236}">
                <a16:creationId xmlns:a16="http://schemas.microsoft.com/office/drawing/2014/main" id="{B8917D0C-6267-45FD-B9EC-0BFA186A8E40}"/>
              </a:ext>
            </a:extLst>
          </p:cNvPr>
          <p:cNvSpPr>
            <a:spLocks/>
          </p:cNvSpPr>
          <p:nvPr/>
        </p:nvSpPr>
        <p:spPr bwMode="auto">
          <a:xfrm>
            <a:off x="9567863" y="3302001"/>
            <a:ext cx="33338" cy="34925"/>
          </a:xfrm>
          <a:custGeom>
            <a:avLst/>
            <a:gdLst>
              <a:gd name="T0" fmla="*/ 60 w 64"/>
              <a:gd name="T1" fmla="*/ 4 h 65"/>
              <a:gd name="T2" fmla="*/ 55 w 64"/>
              <a:gd name="T3" fmla="*/ 1 h 65"/>
              <a:gd name="T4" fmla="*/ 50 w 64"/>
              <a:gd name="T5" fmla="*/ 0 h 65"/>
              <a:gd name="T6" fmla="*/ 45 w 64"/>
              <a:gd name="T7" fmla="*/ 1 h 65"/>
              <a:gd name="T8" fmla="*/ 40 w 64"/>
              <a:gd name="T9" fmla="*/ 4 h 65"/>
              <a:gd name="T10" fmla="*/ 4 w 64"/>
              <a:gd name="T11" fmla="*/ 40 h 65"/>
              <a:gd name="T12" fmla="*/ 1 w 64"/>
              <a:gd name="T13" fmla="*/ 46 h 65"/>
              <a:gd name="T14" fmla="*/ 0 w 64"/>
              <a:gd name="T15" fmla="*/ 51 h 65"/>
              <a:gd name="T16" fmla="*/ 1 w 64"/>
              <a:gd name="T17" fmla="*/ 55 h 65"/>
              <a:gd name="T18" fmla="*/ 4 w 64"/>
              <a:gd name="T19" fmla="*/ 61 h 65"/>
              <a:gd name="T20" fmla="*/ 8 w 64"/>
              <a:gd name="T21" fmla="*/ 64 h 65"/>
              <a:gd name="T22" fmla="*/ 14 w 64"/>
              <a:gd name="T23" fmla="*/ 65 h 65"/>
              <a:gd name="T24" fmla="*/ 19 w 64"/>
              <a:gd name="T25" fmla="*/ 64 h 65"/>
              <a:gd name="T26" fmla="*/ 23 w 64"/>
              <a:gd name="T27" fmla="*/ 61 h 65"/>
              <a:gd name="T28" fmla="*/ 60 w 64"/>
              <a:gd name="T29" fmla="*/ 24 h 65"/>
              <a:gd name="T30" fmla="*/ 63 w 64"/>
              <a:gd name="T31" fmla="*/ 19 h 65"/>
              <a:gd name="T32" fmla="*/ 64 w 64"/>
              <a:gd name="T33" fmla="*/ 13 h 65"/>
              <a:gd name="T34" fmla="*/ 63 w 64"/>
              <a:gd name="T35" fmla="*/ 9 h 65"/>
              <a:gd name="T36" fmla="*/ 60 w 64"/>
              <a:gd name="T37" fmla="*/ 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4" h="65">
                <a:moveTo>
                  <a:pt x="60" y="4"/>
                </a:moveTo>
                <a:lnTo>
                  <a:pt x="55" y="1"/>
                </a:lnTo>
                <a:lnTo>
                  <a:pt x="50" y="0"/>
                </a:lnTo>
                <a:lnTo>
                  <a:pt x="45" y="1"/>
                </a:lnTo>
                <a:lnTo>
                  <a:pt x="40" y="4"/>
                </a:lnTo>
                <a:lnTo>
                  <a:pt x="4" y="40"/>
                </a:lnTo>
                <a:lnTo>
                  <a:pt x="1" y="46"/>
                </a:lnTo>
                <a:lnTo>
                  <a:pt x="0" y="51"/>
                </a:lnTo>
                <a:lnTo>
                  <a:pt x="1" y="55"/>
                </a:lnTo>
                <a:lnTo>
                  <a:pt x="4" y="61"/>
                </a:lnTo>
                <a:lnTo>
                  <a:pt x="8" y="64"/>
                </a:lnTo>
                <a:lnTo>
                  <a:pt x="14" y="65"/>
                </a:lnTo>
                <a:lnTo>
                  <a:pt x="19" y="64"/>
                </a:lnTo>
                <a:lnTo>
                  <a:pt x="23" y="61"/>
                </a:lnTo>
                <a:lnTo>
                  <a:pt x="60" y="24"/>
                </a:lnTo>
                <a:lnTo>
                  <a:pt x="63" y="19"/>
                </a:lnTo>
                <a:lnTo>
                  <a:pt x="64" y="13"/>
                </a:lnTo>
                <a:lnTo>
                  <a:pt x="63" y="9"/>
                </a:lnTo>
                <a:lnTo>
                  <a:pt x="60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2" name="Freeform 190">
            <a:extLst>
              <a:ext uri="{FF2B5EF4-FFF2-40B4-BE49-F238E27FC236}">
                <a16:creationId xmlns:a16="http://schemas.microsoft.com/office/drawing/2014/main" id="{0B845F66-BE1F-4104-B80C-73B5E304A3D5}"/>
              </a:ext>
            </a:extLst>
          </p:cNvPr>
          <p:cNvSpPr>
            <a:spLocks/>
          </p:cNvSpPr>
          <p:nvPr/>
        </p:nvSpPr>
        <p:spPr bwMode="auto">
          <a:xfrm>
            <a:off x="9474201" y="3346451"/>
            <a:ext cx="77788" cy="57150"/>
          </a:xfrm>
          <a:custGeom>
            <a:avLst/>
            <a:gdLst>
              <a:gd name="T0" fmla="*/ 145 w 146"/>
              <a:gd name="T1" fmla="*/ 88 h 108"/>
              <a:gd name="T2" fmla="*/ 140 w 146"/>
              <a:gd name="T3" fmla="*/ 79 h 108"/>
              <a:gd name="T4" fmla="*/ 135 w 146"/>
              <a:gd name="T5" fmla="*/ 70 h 108"/>
              <a:gd name="T6" fmla="*/ 129 w 146"/>
              <a:gd name="T7" fmla="*/ 62 h 108"/>
              <a:gd name="T8" fmla="*/ 123 w 146"/>
              <a:gd name="T9" fmla="*/ 53 h 108"/>
              <a:gd name="T10" fmla="*/ 117 w 146"/>
              <a:gd name="T11" fmla="*/ 45 h 108"/>
              <a:gd name="T12" fmla="*/ 109 w 146"/>
              <a:gd name="T13" fmla="*/ 38 h 108"/>
              <a:gd name="T14" fmla="*/ 102 w 146"/>
              <a:gd name="T15" fmla="*/ 32 h 108"/>
              <a:gd name="T16" fmla="*/ 93 w 146"/>
              <a:gd name="T17" fmla="*/ 25 h 108"/>
              <a:gd name="T18" fmla="*/ 84 w 146"/>
              <a:gd name="T19" fmla="*/ 20 h 108"/>
              <a:gd name="T20" fmla="*/ 75 w 146"/>
              <a:gd name="T21" fmla="*/ 14 h 108"/>
              <a:gd name="T22" fmla="*/ 65 w 146"/>
              <a:gd name="T23" fmla="*/ 10 h 108"/>
              <a:gd name="T24" fmla="*/ 55 w 146"/>
              <a:gd name="T25" fmla="*/ 7 h 108"/>
              <a:gd name="T26" fmla="*/ 46 w 146"/>
              <a:gd name="T27" fmla="*/ 5 h 108"/>
              <a:gd name="T28" fmla="*/ 35 w 146"/>
              <a:gd name="T29" fmla="*/ 3 h 108"/>
              <a:gd name="T30" fmla="*/ 24 w 146"/>
              <a:gd name="T31" fmla="*/ 1 h 108"/>
              <a:gd name="T32" fmla="*/ 14 w 146"/>
              <a:gd name="T33" fmla="*/ 0 h 108"/>
              <a:gd name="T34" fmla="*/ 14 w 146"/>
              <a:gd name="T35" fmla="*/ 0 h 108"/>
              <a:gd name="T36" fmla="*/ 13 w 146"/>
              <a:gd name="T37" fmla="*/ 0 h 108"/>
              <a:gd name="T38" fmla="*/ 7 w 146"/>
              <a:gd name="T39" fmla="*/ 1 h 108"/>
              <a:gd name="T40" fmla="*/ 3 w 146"/>
              <a:gd name="T41" fmla="*/ 5 h 108"/>
              <a:gd name="T42" fmla="*/ 1 w 146"/>
              <a:gd name="T43" fmla="*/ 9 h 108"/>
              <a:gd name="T44" fmla="*/ 0 w 146"/>
              <a:gd name="T45" fmla="*/ 14 h 108"/>
              <a:gd name="T46" fmla="*/ 1 w 146"/>
              <a:gd name="T47" fmla="*/ 20 h 108"/>
              <a:gd name="T48" fmla="*/ 3 w 146"/>
              <a:gd name="T49" fmla="*/ 24 h 108"/>
              <a:gd name="T50" fmla="*/ 7 w 146"/>
              <a:gd name="T51" fmla="*/ 27 h 108"/>
              <a:gd name="T52" fmla="*/ 13 w 146"/>
              <a:gd name="T53" fmla="*/ 28 h 108"/>
              <a:gd name="T54" fmla="*/ 14 w 146"/>
              <a:gd name="T55" fmla="*/ 28 h 108"/>
              <a:gd name="T56" fmla="*/ 14 w 146"/>
              <a:gd name="T57" fmla="*/ 28 h 108"/>
              <a:gd name="T58" fmla="*/ 14 w 146"/>
              <a:gd name="T59" fmla="*/ 28 h 108"/>
              <a:gd name="T60" fmla="*/ 22 w 146"/>
              <a:gd name="T61" fmla="*/ 28 h 108"/>
              <a:gd name="T62" fmla="*/ 31 w 146"/>
              <a:gd name="T63" fmla="*/ 29 h 108"/>
              <a:gd name="T64" fmla="*/ 39 w 146"/>
              <a:gd name="T65" fmla="*/ 32 h 108"/>
              <a:gd name="T66" fmla="*/ 47 w 146"/>
              <a:gd name="T67" fmla="*/ 34 h 108"/>
              <a:gd name="T68" fmla="*/ 55 w 146"/>
              <a:gd name="T69" fmla="*/ 36 h 108"/>
              <a:gd name="T70" fmla="*/ 63 w 146"/>
              <a:gd name="T71" fmla="*/ 39 h 108"/>
              <a:gd name="T72" fmla="*/ 70 w 146"/>
              <a:gd name="T73" fmla="*/ 43 h 108"/>
              <a:gd name="T74" fmla="*/ 77 w 146"/>
              <a:gd name="T75" fmla="*/ 48 h 108"/>
              <a:gd name="T76" fmla="*/ 83 w 146"/>
              <a:gd name="T77" fmla="*/ 53 h 108"/>
              <a:gd name="T78" fmla="*/ 90 w 146"/>
              <a:gd name="T79" fmla="*/ 58 h 108"/>
              <a:gd name="T80" fmla="*/ 96 w 146"/>
              <a:gd name="T81" fmla="*/ 64 h 108"/>
              <a:gd name="T82" fmla="*/ 102 w 146"/>
              <a:gd name="T83" fmla="*/ 70 h 108"/>
              <a:gd name="T84" fmla="*/ 106 w 146"/>
              <a:gd name="T85" fmla="*/ 77 h 108"/>
              <a:gd name="T86" fmla="*/ 111 w 146"/>
              <a:gd name="T87" fmla="*/ 84 h 108"/>
              <a:gd name="T88" fmla="*/ 114 w 146"/>
              <a:gd name="T89" fmla="*/ 92 h 108"/>
              <a:gd name="T90" fmla="*/ 119 w 146"/>
              <a:gd name="T91" fmla="*/ 99 h 108"/>
              <a:gd name="T92" fmla="*/ 121 w 146"/>
              <a:gd name="T93" fmla="*/ 102 h 108"/>
              <a:gd name="T94" fmla="*/ 124 w 146"/>
              <a:gd name="T95" fmla="*/ 106 h 108"/>
              <a:gd name="T96" fmla="*/ 127 w 146"/>
              <a:gd name="T97" fmla="*/ 107 h 108"/>
              <a:gd name="T98" fmla="*/ 132 w 146"/>
              <a:gd name="T99" fmla="*/ 108 h 108"/>
              <a:gd name="T100" fmla="*/ 134 w 146"/>
              <a:gd name="T101" fmla="*/ 108 h 108"/>
              <a:gd name="T102" fmla="*/ 137 w 146"/>
              <a:gd name="T103" fmla="*/ 107 h 108"/>
              <a:gd name="T104" fmla="*/ 141 w 146"/>
              <a:gd name="T105" fmla="*/ 103 h 108"/>
              <a:gd name="T106" fmla="*/ 145 w 146"/>
              <a:gd name="T107" fmla="*/ 99 h 108"/>
              <a:gd name="T108" fmla="*/ 146 w 146"/>
              <a:gd name="T109" fmla="*/ 94 h 108"/>
              <a:gd name="T110" fmla="*/ 145 w 146"/>
              <a:gd name="T111" fmla="*/ 8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108">
                <a:moveTo>
                  <a:pt x="145" y="88"/>
                </a:moveTo>
                <a:lnTo>
                  <a:pt x="140" y="79"/>
                </a:lnTo>
                <a:lnTo>
                  <a:pt x="135" y="70"/>
                </a:lnTo>
                <a:lnTo>
                  <a:pt x="129" y="62"/>
                </a:lnTo>
                <a:lnTo>
                  <a:pt x="123" y="53"/>
                </a:lnTo>
                <a:lnTo>
                  <a:pt x="117" y="45"/>
                </a:lnTo>
                <a:lnTo>
                  <a:pt x="109" y="38"/>
                </a:lnTo>
                <a:lnTo>
                  <a:pt x="102" y="32"/>
                </a:lnTo>
                <a:lnTo>
                  <a:pt x="93" y="25"/>
                </a:lnTo>
                <a:lnTo>
                  <a:pt x="84" y="20"/>
                </a:lnTo>
                <a:lnTo>
                  <a:pt x="75" y="14"/>
                </a:lnTo>
                <a:lnTo>
                  <a:pt x="65" y="10"/>
                </a:lnTo>
                <a:lnTo>
                  <a:pt x="55" y="7"/>
                </a:lnTo>
                <a:lnTo>
                  <a:pt x="46" y="5"/>
                </a:lnTo>
                <a:lnTo>
                  <a:pt x="35" y="3"/>
                </a:lnTo>
                <a:lnTo>
                  <a:pt x="24" y="1"/>
                </a:lnTo>
                <a:lnTo>
                  <a:pt x="14" y="0"/>
                </a:lnTo>
                <a:lnTo>
                  <a:pt x="14" y="0"/>
                </a:lnTo>
                <a:lnTo>
                  <a:pt x="13" y="0"/>
                </a:lnTo>
                <a:lnTo>
                  <a:pt x="7" y="1"/>
                </a:lnTo>
                <a:lnTo>
                  <a:pt x="3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3" y="24"/>
                </a:lnTo>
                <a:lnTo>
                  <a:pt x="7" y="27"/>
                </a:lnTo>
                <a:lnTo>
                  <a:pt x="13" y="28"/>
                </a:lnTo>
                <a:lnTo>
                  <a:pt x="14" y="28"/>
                </a:lnTo>
                <a:lnTo>
                  <a:pt x="14" y="28"/>
                </a:lnTo>
                <a:lnTo>
                  <a:pt x="14" y="28"/>
                </a:lnTo>
                <a:lnTo>
                  <a:pt x="22" y="28"/>
                </a:lnTo>
                <a:lnTo>
                  <a:pt x="31" y="29"/>
                </a:lnTo>
                <a:lnTo>
                  <a:pt x="39" y="32"/>
                </a:lnTo>
                <a:lnTo>
                  <a:pt x="47" y="34"/>
                </a:lnTo>
                <a:lnTo>
                  <a:pt x="55" y="36"/>
                </a:lnTo>
                <a:lnTo>
                  <a:pt x="63" y="39"/>
                </a:lnTo>
                <a:lnTo>
                  <a:pt x="70" y="43"/>
                </a:lnTo>
                <a:lnTo>
                  <a:pt x="77" y="48"/>
                </a:lnTo>
                <a:lnTo>
                  <a:pt x="83" y="53"/>
                </a:lnTo>
                <a:lnTo>
                  <a:pt x="90" y="58"/>
                </a:lnTo>
                <a:lnTo>
                  <a:pt x="96" y="64"/>
                </a:lnTo>
                <a:lnTo>
                  <a:pt x="102" y="70"/>
                </a:lnTo>
                <a:lnTo>
                  <a:pt x="106" y="77"/>
                </a:lnTo>
                <a:lnTo>
                  <a:pt x="111" y="84"/>
                </a:lnTo>
                <a:lnTo>
                  <a:pt x="114" y="92"/>
                </a:lnTo>
                <a:lnTo>
                  <a:pt x="119" y="99"/>
                </a:lnTo>
                <a:lnTo>
                  <a:pt x="121" y="102"/>
                </a:lnTo>
                <a:lnTo>
                  <a:pt x="124" y="106"/>
                </a:lnTo>
                <a:lnTo>
                  <a:pt x="127" y="107"/>
                </a:lnTo>
                <a:lnTo>
                  <a:pt x="132" y="108"/>
                </a:lnTo>
                <a:lnTo>
                  <a:pt x="134" y="108"/>
                </a:lnTo>
                <a:lnTo>
                  <a:pt x="137" y="107"/>
                </a:lnTo>
                <a:lnTo>
                  <a:pt x="141" y="103"/>
                </a:lnTo>
                <a:lnTo>
                  <a:pt x="145" y="99"/>
                </a:lnTo>
                <a:lnTo>
                  <a:pt x="146" y="94"/>
                </a:lnTo>
                <a:lnTo>
                  <a:pt x="145" y="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3" name="Freeform 191">
            <a:extLst>
              <a:ext uri="{FF2B5EF4-FFF2-40B4-BE49-F238E27FC236}">
                <a16:creationId xmlns:a16="http://schemas.microsoft.com/office/drawing/2014/main" id="{6A288CBD-92C7-4185-B582-E6452F58C869}"/>
              </a:ext>
            </a:extLst>
          </p:cNvPr>
          <p:cNvSpPr>
            <a:spLocks/>
          </p:cNvSpPr>
          <p:nvPr/>
        </p:nvSpPr>
        <p:spPr bwMode="auto">
          <a:xfrm>
            <a:off x="9540876" y="3414713"/>
            <a:ext cx="15875" cy="14288"/>
          </a:xfrm>
          <a:custGeom>
            <a:avLst/>
            <a:gdLst>
              <a:gd name="T0" fmla="*/ 24 w 28"/>
              <a:gd name="T1" fmla="*/ 4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5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4" name="Freeform 192">
            <a:extLst>
              <a:ext uri="{FF2B5EF4-FFF2-40B4-BE49-F238E27FC236}">
                <a16:creationId xmlns:a16="http://schemas.microsoft.com/office/drawing/2014/main" id="{06B8410A-9073-49A4-9B9B-92FCA408FA41}"/>
              </a:ext>
            </a:extLst>
          </p:cNvPr>
          <p:cNvSpPr>
            <a:spLocks/>
          </p:cNvSpPr>
          <p:nvPr/>
        </p:nvSpPr>
        <p:spPr bwMode="auto">
          <a:xfrm>
            <a:off x="9385301" y="3376613"/>
            <a:ext cx="14288" cy="14288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5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5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5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5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5" name="Freeform 193">
            <a:extLst>
              <a:ext uri="{FF2B5EF4-FFF2-40B4-BE49-F238E27FC236}">
                <a16:creationId xmlns:a16="http://schemas.microsoft.com/office/drawing/2014/main" id="{91AE2BA6-BEE4-481C-9CA3-6C215F8CD4F5}"/>
              </a:ext>
            </a:extLst>
          </p:cNvPr>
          <p:cNvSpPr>
            <a:spLocks noEditPoints="1"/>
          </p:cNvSpPr>
          <p:nvPr/>
        </p:nvSpPr>
        <p:spPr bwMode="auto">
          <a:xfrm>
            <a:off x="9294813" y="2543176"/>
            <a:ext cx="376238" cy="336550"/>
          </a:xfrm>
          <a:custGeom>
            <a:avLst/>
            <a:gdLst>
              <a:gd name="T0" fmla="*/ 669 w 711"/>
              <a:gd name="T1" fmla="*/ 407 h 637"/>
              <a:gd name="T2" fmla="*/ 646 w 711"/>
              <a:gd name="T3" fmla="*/ 411 h 637"/>
              <a:gd name="T4" fmla="*/ 290 w 711"/>
              <a:gd name="T5" fmla="*/ 268 h 637"/>
              <a:gd name="T6" fmla="*/ 268 w 711"/>
              <a:gd name="T7" fmla="*/ 262 h 637"/>
              <a:gd name="T8" fmla="*/ 65 w 711"/>
              <a:gd name="T9" fmla="*/ 239 h 637"/>
              <a:gd name="T10" fmla="*/ 112 w 711"/>
              <a:gd name="T11" fmla="*/ 235 h 637"/>
              <a:gd name="T12" fmla="*/ 151 w 711"/>
              <a:gd name="T13" fmla="*/ 204 h 637"/>
              <a:gd name="T14" fmla="*/ 188 w 711"/>
              <a:gd name="T15" fmla="*/ 235 h 637"/>
              <a:gd name="T16" fmla="*/ 240 w 711"/>
              <a:gd name="T17" fmla="*/ 239 h 637"/>
              <a:gd name="T18" fmla="*/ 281 w 711"/>
              <a:gd name="T19" fmla="*/ 212 h 637"/>
              <a:gd name="T20" fmla="*/ 316 w 711"/>
              <a:gd name="T21" fmla="*/ 231 h 637"/>
              <a:gd name="T22" fmla="*/ 365 w 711"/>
              <a:gd name="T23" fmla="*/ 240 h 637"/>
              <a:gd name="T24" fmla="*/ 410 w 711"/>
              <a:gd name="T25" fmla="*/ 219 h 637"/>
              <a:gd name="T26" fmla="*/ 445 w 711"/>
              <a:gd name="T27" fmla="*/ 226 h 637"/>
              <a:gd name="T28" fmla="*/ 492 w 711"/>
              <a:gd name="T29" fmla="*/ 241 h 637"/>
              <a:gd name="T30" fmla="*/ 539 w 711"/>
              <a:gd name="T31" fmla="*/ 226 h 637"/>
              <a:gd name="T32" fmla="*/ 573 w 711"/>
              <a:gd name="T33" fmla="*/ 219 h 637"/>
              <a:gd name="T34" fmla="*/ 617 w 711"/>
              <a:gd name="T35" fmla="*/ 240 h 637"/>
              <a:gd name="T36" fmla="*/ 646 w 711"/>
              <a:gd name="T37" fmla="*/ 333 h 637"/>
              <a:gd name="T38" fmla="*/ 669 w 711"/>
              <a:gd name="T39" fmla="*/ 337 h 637"/>
              <a:gd name="T40" fmla="*/ 688 w 711"/>
              <a:gd name="T41" fmla="*/ 215 h 637"/>
              <a:gd name="T42" fmla="*/ 710 w 711"/>
              <a:gd name="T43" fmla="*/ 169 h 637"/>
              <a:gd name="T44" fmla="*/ 640 w 711"/>
              <a:gd name="T45" fmla="*/ 5 h 637"/>
              <a:gd name="T46" fmla="*/ 78 w 711"/>
              <a:gd name="T47" fmla="*/ 1 h 637"/>
              <a:gd name="T48" fmla="*/ 1 w 711"/>
              <a:gd name="T49" fmla="*/ 156 h 637"/>
              <a:gd name="T50" fmla="*/ 1 w 711"/>
              <a:gd name="T51" fmla="*/ 171 h 637"/>
              <a:gd name="T52" fmla="*/ 22 w 711"/>
              <a:gd name="T53" fmla="*/ 215 h 637"/>
              <a:gd name="T54" fmla="*/ 9 w 711"/>
              <a:gd name="T55" fmla="*/ 610 h 637"/>
              <a:gd name="T56" fmla="*/ 5 w 711"/>
              <a:gd name="T57" fmla="*/ 633 h 637"/>
              <a:gd name="T58" fmla="*/ 705 w 711"/>
              <a:gd name="T59" fmla="*/ 633 h 637"/>
              <a:gd name="T60" fmla="*/ 701 w 711"/>
              <a:gd name="T61" fmla="*/ 610 h 637"/>
              <a:gd name="T62" fmla="*/ 602 w 711"/>
              <a:gd name="T63" fmla="*/ 206 h 637"/>
              <a:gd name="T64" fmla="*/ 576 w 711"/>
              <a:gd name="T65" fmla="*/ 172 h 637"/>
              <a:gd name="T66" fmla="*/ 661 w 711"/>
              <a:gd name="T67" fmla="*/ 201 h 637"/>
              <a:gd name="T68" fmla="*/ 575 w 711"/>
              <a:gd name="T69" fmla="*/ 28 h 637"/>
              <a:gd name="T70" fmla="*/ 492 w 711"/>
              <a:gd name="T71" fmla="*/ 213 h 637"/>
              <a:gd name="T72" fmla="*/ 452 w 711"/>
              <a:gd name="T73" fmla="*/ 196 h 637"/>
              <a:gd name="T74" fmla="*/ 541 w 711"/>
              <a:gd name="T75" fmla="*/ 181 h 637"/>
              <a:gd name="T76" fmla="*/ 510 w 711"/>
              <a:gd name="T77" fmla="*/ 210 h 637"/>
              <a:gd name="T78" fmla="*/ 547 w 711"/>
              <a:gd name="T79" fmla="*/ 145 h 637"/>
              <a:gd name="T80" fmla="*/ 337 w 711"/>
              <a:gd name="T81" fmla="*/ 210 h 637"/>
              <a:gd name="T82" fmla="*/ 305 w 711"/>
              <a:gd name="T83" fmla="*/ 181 h 637"/>
              <a:gd name="T84" fmla="*/ 395 w 711"/>
              <a:gd name="T85" fmla="*/ 196 h 637"/>
              <a:gd name="T86" fmla="*/ 356 w 711"/>
              <a:gd name="T87" fmla="*/ 213 h 637"/>
              <a:gd name="T88" fmla="*/ 301 w 711"/>
              <a:gd name="T89" fmla="*/ 28 h 637"/>
              <a:gd name="T90" fmla="*/ 185 w 711"/>
              <a:gd name="T91" fmla="*/ 201 h 637"/>
              <a:gd name="T92" fmla="*/ 271 w 711"/>
              <a:gd name="T93" fmla="*/ 172 h 637"/>
              <a:gd name="T94" fmla="*/ 245 w 711"/>
              <a:gd name="T95" fmla="*/ 206 h 637"/>
              <a:gd name="T96" fmla="*/ 273 w 711"/>
              <a:gd name="T97" fmla="*/ 28 h 637"/>
              <a:gd name="T98" fmla="*/ 137 w 711"/>
              <a:gd name="T99" fmla="*/ 28 h 637"/>
              <a:gd name="T100" fmla="*/ 135 w 711"/>
              <a:gd name="T101" fmla="*/ 172 h 637"/>
              <a:gd name="T102" fmla="*/ 108 w 711"/>
              <a:gd name="T103" fmla="*/ 206 h 637"/>
              <a:gd name="T104" fmla="*/ 64 w 711"/>
              <a:gd name="T105" fmla="*/ 210 h 637"/>
              <a:gd name="T106" fmla="*/ 33 w 711"/>
              <a:gd name="T107" fmla="*/ 181 h 637"/>
              <a:gd name="T108" fmla="*/ 645 w 711"/>
              <a:gd name="T109" fmla="*/ 517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11" h="637">
                <a:moveTo>
                  <a:pt x="696" y="609"/>
                </a:moveTo>
                <a:lnTo>
                  <a:pt x="673" y="609"/>
                </a:lnTo>
                <a:lnTo>
                  <a:pt x="673" y="417"/>
                </a:lnTo>
                <a:lnTo>
                  <a:pt x="672" y="411"/>
                </a:lnTo>
                <a:lnTo>
                  <a:pt x="669" y="407"/>
                </a:lnTo>
                <a:lnTo>
                  <a:pt x="665" y="404"/>
                </a:lnTo>
                <a:lnTo>
                  <a:pt x="659" y="403"/>
                </a:lnTo>
                <a:lnTo>
                  <a:pt x="654" y="404"/>
                </a:lnTo>
                <a:lnTo>
                  <a:pt x="650" y="407"/>
                </a:lnTo>
                <a:lnTo>
                  <a:pt x="646" y="411"/>
                </a:lnTo>
                <a:lnTo>
                  <a:pt x="645" y="417"/>
                </a:lnTo>
                <a:lnTo>
                  <a:pt x="645" y="489"/>
                </a:lnTo>
                <a:lnTo>
                  <a:pt x="291" y="489"/>
                </a:lnTo>
                <a:lnTo>
                  <a:pt x="291" y="273"/>
                </a:lnTo>
                <a:lnTo>
                  <a:pt x="290" y="268"/>
                </a:lnTo>
                <a:lnTo>
                  <a:pt x="287" y="262"/>
                </a:lnTo>
                <a:lnTo>
                  <a:pt x="283" y="260"/>
                </a:lnTo>
                <a:lnTo>
                  <a:pt x="277" y="259"/>
                </a:lnTo>
                <a:lnTo>
                  <a:pt x="272" y="260"/>
                </a:lnTo>
                <a:lnTo>
                  <a:pt x="268" y="262"/>
                </a:lnTo>
                <a:lnTo>
                  <a:pt x="265" y="268"/>
                </a:lnTo>
                <a:lnTo>
                  <a:pt x="263" y="273"/>
                </a:lnTo>
                <a:lnTo>
                  <a:pt x="263" y="609"/>
                </a:lnTo>
                <a:lnTo>
                  <a:pt x="65" y="609"/>
                </a:lnTo>
                <a:lnTo>
                  <a:pt x="65" y="239"/>
                </a:lnTo>
                <a:lnTo>
                  <a:pt x="74" y="241"/>
                </a:lnTo>
                <a:lnTo>
                  <a:pt x="82" y="241"/>
                </a:lnTo>
                <a:lnTo>
                  <a:pt x="93" y="240"/>
                </a:lnTo>
                <a:lnTo>
                  <a:pt x="103" y="239"/>
                </a:lnTo>
                <a:lnTo>
                  <a:pt x="112" y="235"/>
                </a:lnTo>
                <a:lnTo>
                  <a:pt x="122" y="231"/>
                </a:lnTo>
                <a:lnTo>
                  <a:pt x="130" y="226"/>
                </a:lnTo>
                <a:lnTo>
                  <a:pt x="138" y="219"/>
                </a:lnTo>
                <a:lnTo>
                  <a:pt x="144" y="212"/>
                </a:lnTo>
                <a:lnTo>
                  <a:pt x="151" y="204"/>
                </a:lnTo>
                <a:lnTo>
                  <a:pt x="156" y="212"/>
                </a:lnTo>
                <a:lnTo>
                  <a:pt x="164" y="219"/>
                </a:lnTo>
                <a:lnTo>
                  <a:pt x="171" y="226"/>
                </a:lnTo>
                <a:lnTo>
                  <a:pt x="180" y="231"/>
                </a:lnTo>
                <a:lnTo>
                  <a:pt x="188" y="235"/>
                </a:lnTo>
                <a:lnTo>
                  <a:pt x="198" y="239"/>
                </a:lnTo>
                <a:lnTo>
                  <a:pt x="209" y="240"/>
                </a:lnTo>
                <a:lnTo>
                  <a:pt x="218" y="241"/>
                </a:lnTo>
                <a:lnTo>
                  <a:pt x="229" y="240"/>
                </a:lnTo>
                <a:lnTo>
                  <a:pt x="240" y="239"/>
                </a:lnTo>
                <a:lnTo>
                  <a:pt x="249" y="235"/>
                </a:lnTo>
                <a:lnTo>
                  <a:pt x="258" y="231"/>
                </a:lnTo>
                <a:lnTo>
                  <a:pt x="267" y="226"/>
                </a:lnTo>
                <a:lnTo>
                  <a:pt x="274" y="219"/>
                </a:lnTo>
                <a:lnTo>
                  <a:pt x="281" y="212"/>
                </a:lnTo>
                <a:lnTo>
                  <a:pt x="287" y="204"/>
                </a:lnTo>
                <a:lnTo>
                  <a:pt x="293" y="212"/>
                </a:lnTo>
                <a:lnTo>
                  <a:pt x="300" y="219"/>
                </a:lnTo>
                <a:lnTo>
                  <a:pt x="307" y="226"/>
                </a:lnTo>
                <a:lnTo>
                  <a:pt x="316" y="231"/>
                </a:lnTo>
                <a:lnTo>
                  <a:pt x="326" y="235"/>
                </a:lnTo>
                <a:lnTo>
                  <a:pt x="334" y="239"/>
                </a:lnTo>
                <a:lnTo>
                  <a:pt x="345" y="240"/>
                </a:lnTo>
                <a:lnTo>
                  <a:pt x="356" y="241"/>
                </a:lnTo>
                <a:lnTo>
                  <a:pt x="365" y="240"/>
                </a:lnTo>
                <a:lnTo>
                  <a:pt x="376" y="239"/>
                </a:lnTo>
                <a:lnTo>
                  <a:pt x="386" y="235"/>
                </a:lnTo>
                <a:lnTo>
                  <a:pt x="394" y="231"/>
                </a:lnTo>
                <a:lnTo>
                  <a:pt x="403" y="226"/>
                </a:lnTo>
                <a:lnTo>
                  <a:pt x="410" y="219"/>
                </a:lnTo>
                <a:lnTo>
                  <a:pt x="418" y="212"/>
                </a:lnTo>
                <a:lnTo>
                  <a:pt x="423" y="204"/>
                </a:lnTo>
                <a:lnTo>
                  <a:pt x="430" y="212"/>
                </a:lnTo>
                <a:lnTo>
                  <a:pt x="436" y="219"/>
                </a:lnTo>
                <a:lnTo>
                  <a:pt x="445" y="226"/>
                </a:lnTo>
                <a:lnTo>
                  <a:pt x="452" y="231"/>
                </a:lnTo>
                <a:lnTo>
                  <a:pt x="462" y="235"/>
                </a:lnTo>
                <a:lnTo>
                  <a:pt x="472" y="239"/>
                </a:lnTo>
                <a:lnTo>
                  <a:pt x="481" y="240"/>
                </a:lnTo>
                <a:lnTo>
                  <a:pt x="492" y="241"/>
                </a:lnTo>
                <a:lnTo>
                  <a:pt x="503" y="240"/>
                </a:lnTo>
                <a:lnTo>
                  <a:pt x="512" y="239"/>
                </a:lnTo>
                <a:lnTo>
                  <a:pt x="522" y="235"/>
                </a:lnTo>
                <a:lnTo>
                  <a:pt x="532" y="231"/>
                </a:lnTo>
                <a:lnTo>
                  <a:pt x="539" y="226"/>
                </a:lnTo>
                <a:lnTo>
                  <a:pt x="548" y="219"/>
                </a:lnTo>
                <a:lnTo>
                  <a:pt x="554" y="212"/>
                </a:lnTo>
                <a:lnTo>
                  <a:pt x="561" y="204"/>
                </a:lnTo>
                <a:lnTo>
                  <a:pt x="566" y="212"/>
                </a:lnTo>
                <a:lnTo>
                  <a:pt x="573" y="219"/>
                </a:lnTo>
                <a:lnTo>
                  <a:pt x="581" y="226"/>
                </a:lnTo>
                <a:lnTo>
                  <a:pt x="590" y="231"/>
                </a:lnTo>
                <a:lnTo>
                  <a:pt x="598" y="235"/>
                </a:lnTo>
                <a:lnTo>
                  <a:pt x="608" y="239"/>
                </a:lnTo>
                <a:lnTo>
                  <a:pt x="617" y="240"/>
                </a:lnTo>
                <a:lnTo>
                  <a:pt x="628" y="241"/>
                </a:lnTo>
                <a:lnTo>
                  <a:pt x="637" y="241"/>
                </a:lnTo>
                <a:lnTo>
                  <a:pt x="645" y="240"/>
                </a:lnTo>
                <a:lnTo>
                  <a:pt x="645" y="327"/>
                </a:lnTo>
                <a:lnTo>
                  <a:pt x="646" y="333"/>
                </a:lnTo>
                <a:lnTo>
                  <a:pt x="650" y="337"/>
                </a:lnTo>
                <a:lnTo>
                  <a:pt x="654" y="339"/>
                </a:lnTo>
                <a:lnTo>
                  <a:pt x="659" y="341"/>
                </a:lnTo>
                <a:lnTo>
                  <a:pt x="665" y="339"/>
                </a:lnTo>
                <a:lnTo>
                  <a:pt x="669" y="337"/>
                </a:lnTo>
                <a:lnTo>
                  <a:pt x="672" y="333"/>
                </a:lnTo>
                <a:lnTo>
                  <a:pt x="673" y="327"/>
                </a:lnTo>
                <a:lnTo>
                  <a:pt x="673" y="228"/>
                </a:lnTo>
                <a:lnTo>
                  <a:pt x="681" y="221"/>
                </a:lnTo>
                <a:lnTo>
                  <a:pt x="688" y="215"/>
                </a:lnTo>
                <a:lnTo>
                  <a:pt x="695" y="207"/>
                </a:lnTo>
                <a:lnTo>
                  <a:pt x="700" y="199"/>
                </a:lnTo>
                <a:lnTo>
                  <a:pt x="704" y="189"/>
                </a:lnTo>
                <a:lnTo>
                  <a:pt x="708" y="180"/>
                </a:lnTo>
                <a:lnTo>
                  <a:pt x="710" y="169"/>
                </a:lnTo>
                <a:lnTo>
                  <a:pt x="711" y="159"/>
                </a:lnTo>
                <a:lnTo>
                  <a:pt x="710" y="155"/>
                </a:lnTo>
                <a:lnTo>
                  <a:pt x="709" y="151"/>
                </a:lnTo>
                <a:lnTo>
                  <a:pt x="642" y="9"/>
                </a:lnTo>
                <a:lnTo>
                  <a:pt x="640" y="5"/>
                </a:lnTo>
                <a:lnTo>
                  <a:pt x="637" y="2"/>
                </a:lnTo>
                <a:lnTo>
                  <a:pt x="634" y="1"/>
                </a:lnTo>
                <a:lnTo>
                  <a:pt x="629" y="0"/>
                </a:lnTo>
                <a:lnTo>
                  <a:pt x="82" y="0"/>
                </a:lnTo>
                <a:lnTo>
                  <a:pt x="78" y="1"/>
                </a:lnTo>
                <a:lnTo>
                  <a:pt x="75" y="2"/>
                </a:lnTo>
                <a:lnTo>
                  <a:pt x="71" y="5"/>
                </a:lnTo>
                <a:lnTo>
                  <a:pt x="69" y="8"/>
                </a:lnTo>
                <a:lnTo>
                  <a:pt x="2" y="153"/>
                </a:lnTo>
                <a:lnTo>
                  <a:pt x="1" y="156"/>
                </a:lnTo>
                <a:lnTo>
                  <a:pt x="0" y="158"/>
                </a:lnTo>
                <a:lnTo>
                  <a:pt x="0" y="159"/>
                </a:lnTo>
                <a:lnTo>
                  <a:pt x="0" y="160"/>
                </a:lnTo>
                <a:lnTo>
                  <a:pt x="1" y="161"/>
                </a:lnTo>
                <a:lnTo>
                  <a:pt x="1" y="171"/>
                </a:lnTo>
                <a:lnTo>
                  <a:pt x="3" y="182"/>
                </a:lnTo>
                <a:lnTo>
                  <a:pt x="7" y="190"/>
                </a:lnTo>
                <a:lnTo>
                  <a:pt x="11" y="199"/>
                </a:lnTo>
                <a:lnTo>
                  <a:pt x="17" y="207"/>
                </a:lnTo>
                <a:lnTo>
                  <a:pt x="22" y="215"/>
                </a:lnTo>
                <a:lnTo>
                  <a:pt x="30" y="221"/>
                </a:lnTo>
                <a:lnTo>
                  <a:pt x="37" y="228"/>
                </a:lnTo>
                <a:lnTo>
                  <a:pt x="37" y="609"/>
                </a:lnTo>
                <a:lnTo>
                  <a:pt x="15" y="609"/>
                </a:lnTo>
                <a:lnTo>
                  <a:pt x="9" y="610"/>
                </a:lnTo>
                <a:lnTo>
                  <a:pt x="5" y="612"/>
                </a:lnTo>
                <a:lnTo>
                  <a:pt x="2" y="618"/>
                </a:lnTo>
                <a:lnTo>
                  <a:pt x="1" y="623"/>
                </a:lnTo>
                <a:lnTo>
                  <a:pt x="2" y="628"/>
                </a:lnTo>
                <a:lnTo>
                  <a:pt x="5" y="633"/>
                </a:lnTo>
                <a:lnTo>
                  <a:pt x="9" y="636"/>
                </a:lnTo>
                <a:lnTo>
                  <a:pt x="15" y="637"/>
                </a:lnTo>
                <a:lnTo>
                  <a:pt x="696" y="637"/>
                </a:lnTo>
                <a:lnTo>
                  <a:pt x="701" y="636"/>
                </a:lnTo>
                <a:lnTo>
                  <a:pt x="705" y="633"/>
                </a:lnTo>
                <a:lnTo>
                  <a:pt x="709" y="628"/>
                </a:lnTo>
                <a:lnTo>
                  <a:pt x="710" y="623"/>
                </a:lnTo>
                <a:lnTo>
                  <a:pt x="709" y="618"/>
                </a:lnTo>
                <a:lnTo>
                  <a:pt x="705" y="612"/>
                </a:lnTo>
                <a:lnTo>
                  <a:pt x="701" y="610"/>
                </a:lnTo>
                <a:lnTo>
                  <a:pt x="696" y="609"/>
                </a:lnTo>
                <a:close/>
                <a:moveTo>
                  <a:pt x="628" y="213"/>
                </a:moveTo>
                <a:lnTo>
                  <a:pt x="620" y="213"/>
                </a:lnTo>
                <a:lnTo>
                  <a:pt x="610" y="210"/>
                </a:lnTo>
                <a:lnTo>
                  <a:pt x="602" y="206"/>
                </a:lnTo>
                <a:lnTo>
                  <a:pt x="595" y="201"/>
                </a:lnTo>
                <a:lnTo>
                  <a:pt x="589" y="196"/>
                </a:lnTo>
                <a:lnTo>
                  <a:pt x="583" y="189"/>
                </a:lnTo>
                <a:lnTo>
                  <a:pt x="579" y="181"/>
                </a:lnTo>
                <a:lnTo>
                  <a:pt x="576" y="172"/>
                </a:lnTo>
                <a:lnTo>
                  <a:pt x="681" y="172"/>
                </a:lnTo>
                <a:lnTo>
                  <a:pt x="678" y="181"/>
                </a:lnTo>
                <a:lnTo>
                  <a:pt x="674" y="189"/>
                </a:lnTo>
                <a:lnTo>
                  <a:pt x="668" y="196"/>
                </a:lnTo>
                <a:lnTo>
                  <a:pt x="661" y="201"/>
                </a:lnTo>
                <a:lnTo>
                  <a:pt x="655" y="206"/>
                </a:lnTo>
                <a:lnTo>
                  <a:pt x="646" y="210"/>
                </a:lnTo>
                <a:lnTo>
                  <a:pt x="638" y="213"/>
                </a:lnTo>
                <a:lnTo>
                  <a:pt x="628" y="213"/>
                </a:lnTo>
                <a:close/>
                <a:moveTo>
                  <a:pt x="575" y="28"/>
                </a:moveTo>
                <a:lnTo>
                  <a:pt x="621" y="28"/>
                </a:lnTo>
                <a:lnTo>
                  <a:pt x="674" y="145"/>
                </a:lnTo>
                <a:lnTo>
                  <a:pt x="575" y="145"/>
                </a:lnTo>
                <a:lnTo>
                  <a:pt x="575" y="28"/>
                </a:lnTo>
                <a:close/>
                <a:moveTo>
                  <a:pt x="492" y="213"/>
                </a:moveTo>
                <a:lnTo>
                  <a:pt x="482" y="213"/>
                </a:lnTo>
                <a:lnTo>
                  <a:pt x="474" y="210"/>
                </a:lnTo>
                <a:lnTo>
                  <a:pt x="466" y="206"/>
                </a:lnTo>
                <a:lnTo>
                  <a:pt x="459" y="201"/>
                </a:lnTo>
                <a:lnTo>
                  <a:pt x="452" y="196"/>
                </a:lnTo>
                <a:lnTo>
                  <a:pt x="447" y="189"/>
                </a:lnTo>
                <a:lnTo>
                  <a:pt x="443" y="181"/>
                </a:lnTo>
                <a:lnTo>
                  <a:pt x="439" y="172"/>
                </a:lnTo>
                <a:lnTo>
                  <a:pt x="545" y="172"/>
                </a:lnTo>
                <a:lnTo>
                  <a:pt x="541" y="181"/>
                </a:lnTo>
                <a:lnTo>
                  <a:pt x="537" y="189"/>
                </a:lnTo>
                <a:lnTo>
                  <a:pt x="532" y="196"/>
                </a:lnTo>
                <a:lnTo>
                  <a:pt x="525" y="201"/>
                </a:lnTo>
                <a:lnTo>
                  <a:pt x="518" y="206"/>
                </a:lnTo>
                <a:lnTo>
                  <a:pt x="510" y="210"/>
                </a:lnTo>
                <a:lnTo>
                  <a:pt x="502" y="213"/>
                </a:lnTo>
                <a:lnTo>
                  <a:pt x="492" y="213"/>
                </a:lnTo>
                <a:close/>
                <a:moveTo>
                  <a:pt x="437" y="28"/>
                </a:moveTo>
                <a:lnTo>
                  <a:pt x="547" y="28"/>
                </a:lnTo>
                <a:lnTo>
                  <a:pt x="547" y="145"/>
                </a:lnTo>
                <a:lnTo>
                  <a:pt x="437" y="145"/>
                </a:lnTo>
                <a:lnTo>
                  <a:pt x="437" y="28"/>
                </a:lnTo>
                <a:close/>
                <a:moveTo>
                  <a:pt x="356" y="213"/>
                </a:moveTo>
                <a:lnTo>
                  <a:pt x="346" y="213"/>
                </a:lnTo>
                <a:lnTo>
                  <a:pt x="337" y="210"/>
                </a:lnTo>
                <a:lnTo>
                  <a:pt x="329" y="206"/>
                </a:lnTo>
                <a:lnTo>
                  <a:pt x="321" y="201"/>
                </a:lnTo>
                <a:lnTo>
                  <a:pt x="315" y="196"/>
                </a:lnTo>
                <a:lnTo>
                  <a:pt x="310" y="189"/>
                </a:lnTo>
                <a:lnTo>
                  <a:pt x="305" y="181"/>
                </a:lnTo>
                <a:lnTo>
                  <a:pt x="303" y="172"/>
                </a:lnTo>
                <a:lnTo>
                  <a:pt x="408" y="172"/>
                </a:lnTo>
                <a:lnTo>
                  <a:pt x="405" y="181"/>
                </a:lnTo>
                <a:lnTo>
                  <a:pt x="401" y="189"/>
                </a:lnTo>
                <a:lnTo>
                  <a:pt x="395" y="196"/>
                </a:lnTo>
                <a:lnTo>
                  <a:pt x="389" y="201"/>
                </a:lnTo>
                <a:lnTo>
                  <a:pt x="381" y="206"/>
                </a:lnTo>
                <a:lnTo>
                  <a:pt x="373" y="210"/>
                </a:lnTo>
                <a:lnTo>
                  <a:pt x="364" y="213"/>
                </a:lnTo>
                <a:lnTo>
                  <a:pt x="356" y="213"/>
                </a:lnTo>
                <a:close/>
                <a:moveTo>
                  <a:pt x="301" y="28"/>
                </a:moveTo>
                <a:lnTo>
                  <a:pt x="410" y="28"/>
                </a:lnTo>
                <a:lnTo>
                  <a:pt x="410" y="145"/>
                </a:lnTo>
                <a:lnTo>
                  <a:pt x="301" y="145"/>
                </a:lnTo>
                <a:lnTo>
                  <a:pt x="301" y="28"/>
                </a:lnTo>
                <a:close/>
                <a:moveTo>
                  <a:pt x="218" y="213"/>
                </a:moveTo>
                <a:lnTo>
                  <a:pt x="210" y="213"/>
                </a:lnTo>
                <a:lnTo>
                  <a:pt x="201" y="210"/>
                </a:lnTo>
                <a:lnTo>
                  <a:pt x="193" y="206"/>
                </a:lnTo>
                <a:lnTo>
                  <a:pt x="185" y="201"/>
                </a:lnTo>
                <a:lnTo>
                  <a:pt x="179" y="196"/>
                </a:lnTo>
                <a:lnTo>
                  <a:pt x="173" y="189"/>
                </a:lnTo>
                <a:lnTo>
                  <a:pt x="169" y="181"/>
                </a:lnTo>
                <a:lnTo>
                  <a:pt x="166" y="172"/>
                </a:lnTo>
                <a:lnTo>
                  <a:pt x="271" y="172"/>
                </a:lnTo>
                <a:lnTo>
                  <a:pt x="269" y="181"/>
                </a:lnTo>
                <a:lnTo>
                  <a:pt x="265" y="189"/>
                </a:lnTo>
                <a:lnTo>
                  <a:pt x="259" y="196"/>
                </a:lnTo>
                <a:lnTo>
                  <a:pt x="253" y="201"/>
                </a:lnTo>
                <a:lnTo>
                  <a:pt x="245" y="206"/>
                </a:lnTo>
                <a:lnTo>
                  <a:pt x="237" y="210"/>
                </a:lnTo>
                <a:lnTo>
                  <a:pt x="228" y="213"/>
                </a:lnTo>
                <a:lnTo>
                  <a:pt x="218" y="213"/>
                </a:lnTo>
                <a:close/>
                <a:moveTo>
                  <a:pt x="165" y="28"/>
                </a:moveTo>
                <a:lnTo>
                  <a:pt x="273" y="28"/>
                </a:lnTo>
                <a:lnTo>
                  <a:pt x="273" y="145"/>
                </a:lnTo>
                <a:lnTo>
                  <a:pt x="165" y="145"/>
                </a:lnTo>
                <a:lnTo>
                  <a:pt x="165" y="28"/>
                </a:lnTo>
                <a:close/>
                <a:moveTo>
                  <a:pt x="91" y="28"/>
                </a:moveTo>
                <a:lnTo>
                  <a:pt x="137" y="28"/>
                </a:lnTo>
                <a:lnTo>
                  <a:pt x="137" y="145"/>
                </a:lnTo>
                <a:lnTo>
                  <a:pt x="36" y="145"/>
                </a:lnTo>
                <a:lnTo>
                  <a:pt x="91" y="28"/>
                </a:lnTo>
                <a:close/>
                <a:moveTo>
                  <a:pt x="30" y="172"/>
                </a:moveTo>
                <a:lnTo>
                  <a:pt x="135" y="172"/>
                </a:lnTo>
                <a:lnTo>
                  <a:pt x="131" y="181"/>
                </a:lnTo>
                <a:lnTo>
                  <a:pt x="127" y="189"/>
                </a:lnTo>
                <a:lnTo>
                  <a:pt x="122" y="196"/>
                </a:lnTo>
                <a:lnTo>
                  <a:pt x="115" y="201"/>
                </a:lnTo>
                <a:lnTo>
                  <a:pt x="108" y="206"/>
                </a:lnTo>
                <a:lnTo>
                  <a:pt x="100" y="210"/>
                </a:lnTo>
                <a:lnTo>
                  <a:pt x="92" y="213"/>
                </a:lnTo>
                <a:lnTo>
                  <a:pt x="82" y="213"/>
                </a:lnTo>
                <a:lnTo>
                  <a:pt x="72" y="213"/>
                </a:lnTo>
                <a:lnTo>
                  <a:pt x="64" y="210"/>
                </a:lnTo>
                <a:lnTo>
                  <a:pt x="56" y="206"/>
                </a:lnTo>
                <a:lnTo>
                  <a:pt x="49" y="201"/>
                </a:lnTo>
                <a:lnTo>
                  <a:pt x="42" y="196"/>
                </a:lnTo>
                <a:lnTo>
                  <a:pt x="37" y="189"/>
                </a:lnTo>
                <a:lnTo>
                  <a:pt x="33" y="181"/>
                </a:lnTo>
                <a:lnTo>
                  <a:pt x="30" y="172"/>
                </a:lnTo>
                <a:close/>
                <a:moveTo>
                  <a:pt x="645" y="609"/>
                </a:moveTo>
                <a:lnTo>
                  <a:pt x="291" y="609"/>
                </a:lnTo>
                <a:lnTo>
                  <a:pt x="291" y="517"/>
                </a:lnTo>
                <a:lnTo>
                  <a:pt x="645" y="517"/>
                </a:lnTo>
                <a:lnTo>
                  <a:pt x="645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6" name="Freeform 194">
            <a:extLst>
              <a:ext uri="{FF2B5EF4-FFF2-40B4-BE49-F238E27FC236}">
                <a16:creationId xmlns:a16="http://schemas.microsoft.com/office/drawing/2014/main" id="{7BC6CBA4-CC8A-4801-B9E4-1A782E617286}"/>
              </a:ext>
            </a:extLst>
          </p:cNvPr>
          <p:cNvSpPr>
            <a:spLocks/>
          </p:cNvSpPr>
          <p:nvPr/>
        </p:nvSpPr>
        <p:spPr bwMode="auto">
          <a:xfrm>
            <a:off x="9402763" y="2755901"/>
            <a:ext cx="14288" cy="14288"/>
          </a:xfrm>
          <a:custGeom>
            <a:avLst/>
            <a:gdLst>
              <a:gd name="T0" fmla="*/ 24 w 28"/>
              <a:gd name="T1" fmla="*/ 4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4 h 28"/>
              <a:gd name="T10" fmla="*/ 2 w 28"/>
              <a:gd name="T11" fmla="*/ 8 h 28"/>
              <a:gd name="T12" fmla="*/ 0 w 28"/>
              <a:gd name="T13" fmla="*/ 14 h 28"/>
              <a:gd name="T14" fmla="*/ 2 w 28"/>
              <a:gd name="T15" fmla="*/ 19 h 28"/>
              <a:gd name="T16" fmla="*/ 5 w 28"/>
              <a:gd name="T17" fmla="*/ 23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2" y="8"/>
                </a:lnTo>
                <a:lnTo>
                  <a:pt x="0" y="14"/>
                </a:lnTo>
                <a:lnTo>
                  <a:pt x="2" y="19"/>
                </a:lnTo>
                <a:lnTo>
                  <a:pt x="5" y="23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7" name="Freeform 195">
            <a:extLst>
              <a:ext uri="{FF2B5EF4-FFF2-40B4-BE49-F238E27FC236}">
                <a16:creationId xmlns:a16="http://schemas.microsoft.com/office/drawing/2014/main" id="{1541060F-B995-4CB4-8800-70F9CE5699DC}"/>
              </a:ext>
            </a:extLst>
          </p:cNvPr>
          <p:cNvSpPr>
            <a:spLocks/>
          </p:cNvSpPr>
          <p:nvPr/>
        </p:nvSpPr>
        <p:spPr bwMode="auto">
          <a:xfrm>
            <a:off x="9486901" y="2698751"/>
            <a:ext cx="63500" cy="65088"/>
          </a:xfrm>
          <a:custGeom>
            <a:avLst/>
            <a:gdLst>
              <a:gd name="T0" fmla="*/ 117 w 121"/>
              <a:gd name="T1" fmla="*/ 5 h 123"/>
              <a:gd name="T2" fmla="*/ 113 w 121"/>
              <a:gd name="T3" fmla="*/ 1 h 123"/>
              <a:gd name="T4" fmla="*/ 107 w 121"/>
              <a:gd name="T5" fmla="*/ 0 h 123"/>
              <a:gd name="T6" fmla="*/ 102 w 121"/>
              <a:gd name="T7" fmla="*/ 1 h 123"/>
              <a:gd name="T8" fmla="*/ 98 w 121"/>
              <a:gd name="T9" fmla="*/ 5 h 123"/>
              <a:gd name="T10" fmla="*/ 3 w 121"/>
              <a:gd name="T11" fmla="*/ 98 h 123"/>
              <a:gd name="T12" fmla="*/ 1 w 121"/>
              <a:gd name="T13" fmla="*/ 103 h 123"/>
              <a:gd name="T14" fmla="*/ 0 w 121"/>
              <a:gd name="T15" fmla="*/ 109 h 123"/>
              <a:gd name="T16" fmla="*/ 1 w 121"/>
              <a:gd name="T17" fmla="*/ 113 h 123"/>
              <a:gd name="T18" fmla="*/ 3 w 121"/>
              <a:gd name="T19" fmla="*/ 118 h 123"/>
              <a:gd name="T20" fmla="*/ 9 w 121"/>
              <a:gd name="T21" fmla="*/ 122 h 123"/>
              <a:gd name="T22" fmla="*/ 14 w 121"/>
              <a:gd name="T23" fmla="*/ 123 h 123"/>
              <a:gd name="T24" fmla="*/ 18 w 121"/>
              <a:gd name="T25" fmla="*/ 122 h 123"/>
              <a:gd name="T26" fmla="*/ 24 w 121"/>
              <a:gd name="T27" fmla="*/ 118 h 123"/>
              <a:gd name="T28" fmla="*/ 117 w 121"/>
              <a:gd name="T29" fmla="*/ 24 h 123"/>
              <a:gd name="T30" fmla="*/ 120 w 121"/>
              <a:gd name="T31" fmla="*/ 20 h 123"/>
              <a:gd name="T32" fmla="*/ 121 w 121"/>
              <a:gd name="T33" fmla="*/ 14 h 123"/>
              <a:gd name="T34" fmla="*/ 120 w 121"/>
              <a:gd name="T35" fmla="*/ 9 h 123"/>
              <a:gd name="T36" fmla="*/ 117 w 121"/>
              <a:gd name="T37" fmla="*/ 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1" h="123">
                <a:moveTo>
                  <a:pt x="117" y="5"/>
                </a:moveTo>
                <a:lnTo>
                  <a:pt x="113" y="1"/>
                </a:lnTo>
                <a:lnTo>
                  <a:pt x="107" y="0"/>
                </a:lnTo>
                <a:lnTo>
                  <a:pt x="102" y="1"/>
                </a:lnTo>
                <a:lnTo>
                  <a:pt x="98" y="5"/>
                </a:lnTo>
                <a:lnTo>
                  <a:pt x="3" y="98"/>
                </a:lnTo>
                <a:lnTo>
                  <a:pt x="1" y="103"/>
                </a:lnTo>
                <a:lnTo>
                  <a:pt x="0" y="109"/>
                </a:lnTo>
                <a:lnTo>
                  <a:pt x="1" y="113"/>
                </a:lnTo>
                <a:lnTo>
                  <a:pt x="3" y="118"/>
                </a:lnTo>
                <a:lnTo>
                  <a:pt x="9" y="122"/>
                </a:lnTo>
                <a:lnTo>
                  <a:pt x="14" y="123"/>
                </a:lnTo>
                <a:lnTo>
                  <a:pt x="18" y="122"/>
                </a:lnTo>
                <a:lnTo>
                  <a:pt x="24" y="118"/>
                </a:lnTo>
                <a:lnTo>
                  <a:pt x="117" y="24"/>
                </a:lnTo>
                <a:lnTo>
                  <a:pt x="120" y="20"/>
                </a:lnTo>
                <a:lnTo>
                  <a:pt x="121" y="14"/>
                </a:lnTo>
                <a:lnTo>
                  <a:pt x="120" y="9"/>
                </a:lnTo>
                <a:lnTo>
                  <a:pt x="117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8" name="Freeform 196">
            <a:extLst>
              <a:ext uri="{FF2B5EF4-FFF2-40B4-BE49-F238E27FC236}">
                <a16:creationId xmlns:a16="http://schemas.microsoft.com/office/drawing/2014/main" id="{F10688FD-A4CB-4ABA-B3CB-C506F27C1506}"/>
              </a:ext>
            </a:extLst>
          </p:cNvPr>
          <p:cNvSpPr>
            <a:spLocks/>
          </p:cNvSpPr>
          <p:nvPr/>
        </p:nvSpPr>
        <p:spPr bwMode="auto">
          <a:xfrm>
            <a:off x="9469438" y="2765426"/>
            <a:ext cx="14288" cy="14288"/>
          </a:xfrm>
          <a:custGeom>
            <a:avLst/>
            <a:gdLst>
              <a:gd name="T0" fmla="*/ 25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5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5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5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5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5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9" name="Freeform 197">
            <a:extLst>
              <a:ext uri="{FF2B5EF4-FFF2-40B4-BE49-F238E27FC236}">
                <a16:creationId xmlns:a16="http://schemas.microsoft.com/office/drawing/2014/main" id="{076A0F72-E8FE-4DBC-A3D2-E6352F9DDCD6}"/>
              </a:ext>
            </a:extLst>
          </p:cNvPr>
          <p:cNvSpPr>
            <a:spLocks/>
          </p:cNvSpPr>
          <p:nvPr/>
        </p:nvSpPr>
        <p:spPr bwMode="auto">
          <a:xfrm>
            <a:off x="9547226" y="2692401"/>
            <a:ext cx="65088" cy="63500"/>
          </a:xfrm>
          <a:custGeom>
            <a:avLst/>
            <a:gdLst>
              <a:gd name="T0" fmla="*/ 118 w 122"/>
              <a:gd name="T1" fmla="*/ 4 h 122"/>
              <a:gd name="T2" fmla="*/ 114 w 122"/>
              <a:gd name="T3" fmla="*/ 1 h 122"/>
              <a:gd name="T4" fmla="*/ 108 w 122"/>
              <a:gd name="T5" fmla="*/ 0 h 122"/>
              <a:gd name="T6" fmla="*/ 103 w 122"/>
              <a:gd name="T7" fmla="*/ 1 h 122"/>
              <a:gd name="T8" fmla="*/ 99 w 122"/>
              <a:gd name="T9" fmla="*/ 4 h 122"/>
              <a:gd name="T10" fmla="*/ 3 w 122"/>
              <a:gd name="T11" fmla="*/ 98 h 122"/>
              <a:gd name="T12" fmla="*/ 1 w 122"/>
              <a:gd name="T13" fmla="*/ 104 h 122"/>
              <a:gd name="T14" fmla="*/ 0 w 122"/>
              <a:gd name="T15" fmla="*/ 109 h 122"/>
              <a:gd name="T16" fmla="*/ 1 w 122"/>
              <a:gd name="T17" fmla="*/ 113 h 122"/>
              <a:gd name="T18" fmla="*/ 3 w 122"/>
              <a:gd name="T19" fmla="*/ 119 h 122"/>
              <a:gd name="T20" fmla="*/ 9 w 122"/>
              <a:gd name="T21" fmla="*/ 122 h 122"/>
              <a:gd name="T22" fmla="*/ 14 w 122"/>
              <a:gd name="T23" fmla="*/ 122 h 122"/>
              <a:gd name="T24" fmla="*/ 18 w 122"/>
              <a:gd name="T25" fmla="*/ 122 h 122"/>
              <a:gd name="T26" fmla="*/ 24 w 122"/>
              <a:gd name="T27" fmla="*/ 119 h 122"/>
              <a:gd name="T28" fmla="*/ 118 w 122"/>
              <a:gd name="T29" fmla="*/ 23 h 122"/>
              <a:gd name="T30" fmla="*/ 121 w 122"/>
              <a:gd name="T31" fmla="*/ 19 h 122"/>
              <a:gd name="T32" fmla="*/ 122 w 122"/>
              <a:gd name="T33" fmla="*/ 13 h 122"/>
              <a:gd name="T34" fmla="*/ 121 w 122"/>
              <a:gd name="T35" fmla="*/ 8 h 122"/>
              <a:gd name="T36" fmla="*/ 118 w 122"/>
              <a:gd name="T37" fmla="*/ 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2" h="122">
                <a:moveTo>
                  <a:pt x="118" y="4"/>
                </a:moveTo>
                <a:lnTo>
                  <a:pt x="114" y="1"/>
                </a:lnTo>
                <a:lnTo>
                  <a:pt x="108" y="0"/>
                </a:lnTo>
                <a:lnTo>
                  <a:pt x="103" y="1"/>
                </a:lnTo>
                <a:lnTo>
                  <a:pt x="99" y="4"/>
                </a:lnTo>
                <a:lnTo>
                  <a:pt x="3" y="98"/>
                </a:lnTo>
                <a:lnTo>
                  <a:pt x="1" y="104"/>
                </a:lnTo>
                <a:lnTo>
                  <a:pt x="0" y="109"/>
                </a:lnTo>
                <a:lnTo>
                  <a:pt x="1" y="113"/>
                </a:lnTo>
                <a:lnTo>
                  <a:pt x="3" y="119"/>
                </a:lnTo>
                <a:lnTo>
                  <a:pt x="9" y="122"/>
                </a:lnTo>
                <a:lnTo>
                  <a:pt x="14" y="122"/>
                </a:lnTo>
                <a:lnTo>
                  <a:pt x="18" y="122"/>
                </a:lnTo>
                <a:lnTo>
                  <a:pt x="24" y="119"/>
                </a:lnTo>
                <a:lnTo>
                  <a:pt x="118" y="23"/>
                </a:lnTo>
                <a:lnTo>
                  <a:pt x="121" y="19"/>
                </a:lnTo>
                <a:lnTo>
                  <a:pt x="122" y="13"/>
                </a:lnTo>
                <a:lnTo>
                  <a:pt x="121" y="8"/>
                </a:lnTo>
                <a:lnTo>
                  <a:pt x="118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70" name="Freeform 198">
            <a:extLst>
              <a:ext uri="{FF2B5EF4-FFF2-40B4-BE49-F238E27FC236}">
                <a16:creationId xmlns:a16="http://schemas.microsoft.com/office/drawing/2014/main" id="{17CE0D7C-622A-4E92-9A08-28F232A17394}"/>
              </a:ext>
            </a:extLst>
          </p:cNvPr>
          <p:cNvSpPr>
            <a:spLocks/>
          </p:cNvSpPr>
          <p:nvPr/>
        </p:nvSpPr>
        <p:spPr bwMode="auto">
          <a:xfrm>
            <a:off x="9636126" y="2732088"/>
            <a:ext cx="14288" cy="14288"/>
          </a:xfrm>
          <a:custGeom>
            <a:avLst/>
            <a:gdLst>
              <a:gd name="T0" fmla="*/ 24 w 28"/>
              <a:gd name="T1" fmla="*/ 4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5 w 28"/>
              <a:gd name="T17" fmla="*/ 23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3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2559284A-6376-4080-9E2C-11F69848479C}"/>
              </a:ext>
            </a:extLst>
          </p:cNvPr>
          <p:cNvGrpSpPr/>
          <p:nvPr/>
        </p:nvGrpSpPr>
        <p:grpSpPr>
          <a:xfrm>
            <a:off x="9294813" y="1790701"/>
            <a:ext cx="376238" cy="376238"/>
            <a:chOff x="9294813" y="1790701"/>
            <a:chExt cx="376238" cy="376238"/>
          </a:xfrm>
          <a:solidFill>
            <a:schemeClr val="bg1"/>
          </a:solidFill>
        </p:grpSpPr>
        <p:sp>
          <p:nvSpPr>
            <p:cNvPr id="471" name="Freeform 199">
              <a:extLst>
                <a:ext uri="{FF2B5EF4-FFF2-40B4-BE49-F238E27FC236}">
                  <a16:creationId xmlns:a16="http://schemas.microsoft.com/office/drawing/2014/main" id="{F5AF02CA-1947-4E1E-B86E-BC3E0A2CAF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4813" y="1790701"/>
              <a:ext cx="376238" cy="376238"/>
            </a:xfrm>
            <a:custGeom>
              <a:avLst/>
              <a:gdLst>
                <a:gd name="T0" fmla="*/ 636 w 711"/>
                <a:gd name="T1" fmla="*/ 684 h 712"/>
                <a:gd name="T2" fmla="*/ 635 w 711"/>
                <a:gd name="T3" fmla="*/ 569 h 712"/>
                <a:gd name="T4" fmla="*/ 627 w 711"/>
                <a:gd name="T5" fmla="*/ 561 h 712"/>
                <a:gd name="T6" fmla="*/ 616 w 711"/>
                <a:gd name="T7" fmla="*/ 561 h 712"/>
                <a:gd name="T8" fmla="*/ 609 w 711"/>
                <a:gd name="T9" fmla="*/ 569 h 712"/>
                <a:gd name="T10" fmla="*/ 608 w 711"/>
                <a:gd name="T11" fmla="*/ 684 h 712"/>
                <a:gd name="T12" fmla="*/ 442 w 711"/>
                <a:gd name="T13" fmla="*/ 420 h 712"/>
                <a:gd name="T14" fmla="*/ 437 w 711"/>
                <a:gd name="T15" fmla="*/ 410 h 712"/>
                <a:gd name="T16" fmla="*/ 428 w 711"/>
                <a:gd name="T17" fmla="*/ 406 h 712"/>
                <a:gd name="T18" fmla="*/ 277 w 711"/>
                <a:gd name="T19" fmla="*/ 407 h 712"/>
                <a:gd name="T20" fmla="*/ 270 w 711"/>
                <a:gd name="T21" fmla="*/ 414 h 712"/>
                <a:gd name="T22" fmla="*/ 269 w 711"/>
                <a:gd name="T23" fmla="*/ 684 h 712"/>
                <a:gd name="T24" fmla="*/ 103 w 711"/>
                <a:gd name="T25" fmla="*/ 370 h 712"/>
                <a:gd name="T26" fmla="*/ 113 w 711"/>
                <a:gd name="T27" fmla="*/ 369 h 712"/>
                <a:gd name="T28" fmla="*/ 356 w 711"/>
                <a:gd name="T29" fmla="*/ 128 h 712"/>
                <a:gd name="T30" fmla="*/ 597 w 711"/>
                <a:gd name="T31" fmla="*/ 369 h 712"/>
                <a:gd name="T32" fmla="*/ 608 w 711"/>
                <a:gd name="T33" fmla="*/ 370 h 712"/>
                <a:gd name="T34" fmla="*/ 609 w 711"/>
                <a:gd name="T35" fmla="*/ 480 h 712"/>
                <a:gd name="T36" fmla="*/ 616 w 711"/>
                <a:gd name="T37" fmla="*/ 487 h 712"/>
                <a:gd name="T38" fmla="*/ 627 w 711"/>
                <a:gd name="T39" fmla="*/ 487 h 712"/>
                <a:gd name="T40" fmla="*/ 635 w 711"/>
                <a:gd name="T41" fmla="*/ 480 h 712"/>
                <a:gd name="T42" fmla="*/ 636 w 711"/>
                <a:gd name="T43" fmla="*/ 370 h 712"/>
                <a:gd name="T44" fmla="*/ 701 w 711"/>
                <a:gd name="T45" fmla="*/ 369 h 712"/>
                <a:gd name="T46" fmla="*/ 708 w 711"/>
                <a:gd name="T47" fmla="*/ 365 h 712"/>
                <a:gd name="T48" fmla="*/ 711 w 711"/>
                <a:gd name="T49" fmla="*/ 357 h 712"/>
                <a:gd name="T50" fmla="*/ 709 w 711"/>
                <a:gd name="T51" fmla="*/ 350 h 712"/>
                <a:gd name="T52" fmla="*/ 365 w 711"/>
                <a:gd name="T53" fmla="*/ 4 h 712"/>
                <a:gd name="T54" fmla="*/ 356 w 711"/>
                <a:gd name="T55" fmla="*/ 0 h 712"/>
                <a:gd name="T56" fmla="*/ 345 w 711"/>
                <a:gd name="T57" fmla="*/ 4 h 712"/>
                <a:gd name="T58" fmla="*/ 212 w 711"/>
                <a:gd name="T59" fmla="*/ 139 h 712"/>
                <a:gd name="T60" fmla="*/ 212 w 711"/>
                <a:gd name="T61" fmla="*/ 150 h 712"/>
                <a:gd name="T62" fmla="*/ 219 w 711"/>
                <a:gd name="T63" fmla="*/ 158 h 712"/>
                <a:gd name="T64" fmla="*/ 230 w 711"/>
                <a:gd name="T65" fmla="*/ 158 h 712"/>
                <a:gd name="T66" fmla="*/ 356 w 711"/>
                <a:gd name="T67" fmla="*/ 34 h 712"/>
                <a:gd name="T68" fmla="*/ 608 w 711"/>
                <a:gd name="T69" fmla="*/ 342 h 712"/>
                <a:gd name="T70" fmla="*/ 360 w 711"/>
                <a:gd name="T71" fmla="*/ 95 h 712"/>
                <a:gd name="T72" fmla="*/ 350 w 711"/>
                <a:gd name="T73" fmla="*/ 95 h 712"/>
                <a:gd name="T74" fmla="*/ 103 w 711"/>
                <a:gd name="T75" fmla="*/ 342 h 712"/>
                <a:gd name="T76" fmla="*/ 157 w 711"/>
                <a:gd name="T77" fmla="*/ 233 h 712"/>
                <a:gd name="T78" fmla="*/ 160 w 711"/>
                <a:gd name="T79" fmla="*/ 222 h 712"/>
                <a:gd name="T80" fmla="*/ 157 w 711"/>
                <a:gd name="T81" fmla="*/ 212 h 712"/>
                <a:gd name="T82" fmla="*/ 146 w 711"/>
                <a:gd name="T83" fmla="*/ 209 h 712"/>
                <a:gd name="T84" fmla="*/ 137 w 711"/>
                <a:gd name="T85" fmla="*/ 212 h 712"/>
                <a:gd name="T86" fmla="*/ 1 w 711"/>
                <a:gd name="T87" fmla="*/ 351 h 712"/>
                <a:gd name="T88" fmla="*/ 1 w 711"/>
                <a:gd name="T89" fmla="*/ 358 h 712"/>
                <a:gd name="T90" fmla="*/ 3 w 711"/>
                <a:gd name="T91" fmla="*/ 365 h 712"/>
                <a:gd name="T92" fmla="*/ 9 w 711"/>
                <a:gd name="T93" fmla="*/ 369 h 712"/>
                <a:gd name="T94" fmla="*/ 75 w 711"/>
                <a:gd name="T95" fmla="*/ 370 h 712"/>
                <a:gd name="T96" fmla="*/ 13 w 711"/>
                <a:gd name="T97" fmla="*/ 684 h 712"/>
                <a:gd name="T98" fmla="*/ 4 w 711"/>
                <a:gd name="T99" fmla="*/ 688 h 712"/>
                <a:gd name="T100" fmla="*/ 0 w 711"/>
                <a:gd name="T101" fmla="*/ 698 h 712"/>
                <a:gd name="T102" fmla="*/ 4 w 711"/>
                <a:gd name="T103" fmla="*/ 707 h 712"/>
                <a:gd name="T104" fmla="*/ 13 w 711"/>
                <a:gd name="T105" fmla="*/ 712 h 712"/>
                <a:gd name="T106" fmla="*/ 702 w 711"/>
                <a:gd name="T107" fmla="*/ 710 h 712"/>
                <a:gd name="T108" fmla="*/ 710 w 711"/>
                <a:gd name="T109" fmla="*/ 703 h 712"/>
                <a:gd name="T110" fmla="*/ 710 w 711"/>
                <a:gd name="T111" fmla="*/ 692 h 712"/>
                <a:gd name="T112" fmla="*/ 702 w 711"/>
                <a:gd name="T113" fmla="*/ 685 h 712"/>
                <a:gd name="T114" fmla="*/ 414 w 711"/>
                <a:gd name="T115" fmla="*/ 684 h 712"/>
                <a:gd name="T116" fmla="*/ 297 w 711"/>
                <a:gd name="T117" fmla="*/ 433 h 712"/>
                <a:gd name="T118" fmla="*/ 414 w 711"/>
                <a:gd name="T119" fmla="*/ 68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1" h="712">
                  <a:moveTo>
                    <a:pt x="697" y="684"/>
                  </a:moveTo>
                  <a:lnTo>
                    <a:pt x="636" y="684"/>
                  </a:lnTo>
                  <a:lnTo>
                    <a:pt x="636" y="574"/>
                  </a:lnTo>
                  <a:lnTo>
                    <a:pt x="635" y="569"/>
                  </a:lnTo>
                  <a:lnTo>
                    <a:pt x="631" y="564"/>
                  </a:lnTo>
                  <a:lnTo>
                    <a:pt x="627" y="561"/>
                  </a:lnTo>
                  <a:lnTo>
                    <a:pt x="622" y="560"/>
                  </a:lnTo>
                  <a:lnTo>
                    <a:pt x="616" y="561"/>
                  </a:lnTo>
                  <a:lnTo>
                    <a:pt x="612" y="564"/>
                  </a:lnTo>
                  <a:lnTo>
                    <a:pt x="609" y="569"/>
                  </a:lnTo>
                  <a:lnTo>
                    <a:pt x="608" y="574"/>
                  </a:lnTo>
                  <a:lnTo>
                    <a:pt x="608" y="684"/>
                  </a:lnTo>
                  <a:lnTo>
                    <a:pt x="442" y="684"/>
                  </a:lnTo>
                  <a:lnTo>
                    <a:pt x="442" y="420"/>
                  </a:lnTo>
                  <a:lnTo>
                    <a:pt x="440" y="414"/>
                  </a:lnTo>
                  <a:lnTo>
                    <a:pt x="437" y="410"/>
                  </a:lnTo>
                  <a:lnTo>
                    <a:pt x="433" y="407"/>
                  </a:lnTo>
                  <a:lnTo>
                    <a:pt x="428" y="406"/>
                  </a:lnTo>
                  <a:lnTo>
                    <a:pt x="283" y="406"/>
                  </a:lnTo>
                  <a:lnTo>
                    <a:pt x="277" y="407"/>
                  </a:lnTo>
                  <a:lnTo>
                    <a:pt x="273" y="410"/>
                  </a:lnTo>
                  <a:lnTo>
                    <a:pt x="270" y="414"/>
                  </a:lnTo>
                  <a:lnTo>
                    <a:pt x="269" y="420"/>
                  </a:lnTo>
                  <a:lnTo>
                    <a:pt x="269" y="684"/>
                  </a:lnTo>
                  <a:lnTo>
                    <a:pt x="103" y="684"/>
                  </a:lnTo>
                  <a:lnTo>
                    <a:pt x="103" y="370"/>
                  </a:lnTo>
                  <a:lnTo>
                    <a:pt x="108" y="370"/>
                  </a:lnTo>
                  <a:lnTo>
                    <a:pt x="113" y="369"/>
                  </a:lnTo>
                  <a:lnTo>
                    <a:pt x="118" y="366"/>
                  </a:lnTo>
                  <a:lnTo>
                    <a:pt x="356" y="128"/>
                  </a:lnTo>
                  <a:lnTo>
                    <a:pt x="593" y="366"/>
                  </a:lnTo>
                  <a:lnTo>
                    <a:pt x="597" y="369"/>
                  </a:lnTo>
                  <a:lnTo>
                    <a:pt x="602" y="370"/>
                  </a:lnTo>
                  <a:lnTo>
                    <a:pt x="608" y="370"/>
                  </a:lnTo>
                  <a:lnTo>
                    <a:pt x="608" y="474"/>
                  </a:lnTo>
                  <a:lnTo>
                    <a:pt x="609" y="480"/>
                  </a:lnTo>
                  <a:lnTo>
                    <a:pt x="612" y="484"/>
                  </a:lnTo>
                  <a:lnTo>
                    <a:pt x="616" y="487"/>
                  </a:lnTo>
                  <a:lnTo>
                    <a:pt x="622" y="488"/>
                  </a:lnTo>
                  <a:lnTo>
                    <a:pt x="627" y="487"/>
                  </a:lnTo>
                  <a:lnTo>
                    <a:pt x="631" y="484"/>
                  </a:lnTo>
                  <a:lnTo>
                    <a:pt x="635" y="480"/>
                  </a:lnTo>
                  <a:lnTo>
                    <a:pt x="636" y="474"/>
                  </a:lnTo>
                  <a:lnTo>
                    <a:pt x="636" y="370"/>
                  </a:lnTo>
                  <a:lnTo>
                    <a:pt x="697" y="370"/>
                  </a:lnTo>
                  <a:lnTo>
                    <a:pt x="701" y="369"/>
                  </a:lnTo>
                  <a:lnTo>
                    <a:pt x="704" y="367"/>
                  </a:lnTo>
                  <a:lnTo>
                    <a:pt x="708" y="365"/>
                  </a:lnTo>
                  <a:lnTo>
                    <a:pt x="710" y="362"/>
                  </a:lnTo>
                  <a:lnTo>
                    <a:pt x="711" y="357"/>
                  </a:lnTo>
                  <a:lnTo>
                    <a:pt x="711" y="353"/>
                  </a:lnTo>
                  <a:lnTo>
                    <a:pt x="709" y="350"/>
                  </a:lnTo>
                  <a:lnTo>
                    <a:pt x="707" y="347"/>
                  </a:lnTo>
                  <a:lnTo>
                    <a:pt x="365" y="4"/>
                  </a:lnTo>
                  <a:lnTo>
                    <a:pt x="360" y="1"/>
                  </a:lnTo>
                  <a:lnTo>
                    <a:pt x="356" y="0"/>
                  </a:lnTo>
                  <a:lnTo>
                    <a:pt x="350" y="1"/>
                  </a:lnTo>
                  <a:lnTo>
                    <a:pt x="345" y="4"/>
                  </a:lnTo>
                  <a:lnTo>
                    <a:pt x="215" y="135"/>
                  </a:lnTo>
                  <a:lnTo>
                    <a:pt x="212" y="139"/>
                  </a:lnTo>
                  <a:lnTo>
                    <a:pt x="211" y="145"/>
                  </a:lnTo>
                  <a:lnTo>
                    <a:pt x="212" y="150"/>
                  </a:lnTo>
                  <a:lnTo>
                    <a:pt x="215" y="154"/>
                  </a:lnTo>
                  <a:lnTo>
                    <a:pt x="219" y="158"/>
                  </a:lnTo>
                  <a:lnTo>
                    <a:pt x="225" y="159"/>
                  </a:lnTo>
                  <a:lnTo>
                    <a:pt x="230" y="158"/>
                  </a:lnTo>
                  <a:lnTo>
                    <a:pt x="234" y="154"/>
                  </a:lnTo>
                  <a:lnTo>
                    <a:pt x="356" y="34"/>
                  </a:lnTo>
                  <a:lnTo>
                    <a:pt x="664" y="342"/>
                  </a:lnTo>
                  <a:lnTo>
                    <a:pt x="608" y="342"/>
                  </a:lnTo>
                  <a:lnTo>
                    <a:pt x="365" y="99"/>
                  </a:lnTo>
                  <a:lnTo>
                    <a:pt x="360" y="95"/>
                  </a:lnTo>
                  <a:lnTo>
                    <a:pt x="356" y="94"/>
                  </a:lnTo>
                  <a:lnTo>
                    <a:pt x="350" y="95"/>
                  </a:lnTo>
                  <a:lnTo>
                    <a:pt x="345" y="99"/>
                  </a:lnTo>
                  <a:lnTo>
                    <a:pt x="103" y="342"/>
                  </a:lnTo>
                  <a:lnTo>
                    <a:pt x="48" y="342"/>
                  </a:lnTo>
                  <a:lnTo>
                    <a:pt x="157" y="233"/>
                  </a:lnTo>
                  <a:lnTo>
                    <a:pt x="159" y="227"/>
                  </a:lnTo>
                  <a:lnTo>
                    <a:pt x="160" y="222"/>
                  </a:lnTo>
                  <a:lnTo>
                    <a:pt x="159" y="218"/>
                  </a:lnTo>
                  <a:lnTo>
                    <a:pt x="157" y="212"/>
                  </a:lnTo>
                  <a:lnTo>
                    <a:pt x="152" y="210"/>
                  </a:lnTo>
                  <a:lnTo>
                    <a:pt x="146" y="209"/>
                  </a:lnTo>
                  <a:lnTo>
                    <a:pt x="142" y="210"/>
                  </a:lnTo>
                  <a:lnTo>
                    <a:pt x="137" y="212"/>
                  </a:lnTo>
                  <a:lnTo>
                    <a:pt x="4" y="347"/>
                  </a:lnTo>
                  <a:lnTo>
                    <a:pt x="1" y="351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1" y="362"/>
                  </a:lnTo>
                  <a:lnTo>
                    <a:pt x="3" y="365"/>
                  </a:lnTo>
                  <a:lnTo>
                    <a:pt x="6" y="367"/>
                  </a:lnTo>
                  <a:lnTo>
                    <a:pt x="9" y="369"/>
                  </a:lnTo>
                  <a:lnTo>
                    <a:pt x="13" y="370"/>
                  </a:lnTo>
                  <a:lnTo>
                    <a:pt x="75" y="370"/>
                  </a:lnTo>
                  <a:lnTo>
                    <a:pt x="75" y="684"/>
                  </a:lnTo>
                  <a:lnTo>
                    <a:pt x="13" y="684"/>
                  </a:lnTo>
                  <a:lnTo>
                    <a:pt x="8" y="685"/>
                  </a:lnTo>
                  <a:lnTo>
                    <a:pt x="4" y="688"/>
                  </a:lnTo>
                  <a:lnTo>
                    <a:pt x="1" y="692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4" y="707"/>
                  </a:lnTo>
                  <a:lnTo>
                    <a:pt x="8" y="710"/>
                  </a:lnTo>
                  <a:lnTo>
                    <a:pt x="13" y="712"/>
                  </a:lnTo>
                  <a:lnTo>
                    <a:pt x="697" y="712"/>
                  </a:lnTo>
                  <a:lnTo>
                    <a:pt x="702" y="710"/>
                  </a:lnTo>
                  <a:lnTo>
                    <a:pt x="707" y="707"/>
                  </a:lnTo>
                  <a:lnTo>
                    <a:pt x="710" y="703"/>
                  </a:lnTo>
                  <a:lnTo>
                    <a:pt x="711" y="698"/>
                  </a:lnTo>
                  <a:lnTo>
                    <a:pt x="710" y="692"/>
                  </a:lnTo>
                  <a:lnTo>
                    <a:pt x="707" y="688"/>
                  </a:lnTo>
                  <a:lnTo>
                    <a:pt x="702" y="685"/>
                  </a:lnTo>
                  <a:lnTo>
                    <a:pt x="697" y="684"/>
                  </a:lnTo>
                  <a:close/>
                  <a:moveTo>
                    <a:pt x="414" y="684"/>
                  </a:moveTo>
                  <a:lnTo>
                    <a:pt x="297" y="684"/>
                  </a:lnTo>
                  <a:lnTo>
                    <a:pt x="297" y="433"/>
                  </a:lnTo>
                  <a:lnTo>
                    <a:pt x="414" y="433"/>
                  </a:lnTo>
                  <a:lnTo>
                    <a:pt x="414" y="6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2" name="Freeform 200">
              <a:extLst>
                <a:ext uri="{FF2B5EF4-FFF2-40B4-BE49-F238E27FC236}">
                  <a16:creationId xmlns:a16="http://schemas.microsoft.com/office/drawing/2014/main" id="{CCCB8D32-E5FF-4242-AC2A-49B8D4261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4051" y="2005013"/>
              <a:ext cx="55563" cy="88900"/>
            </a:xfrm>
            <a:custGeom>
              <a:avLst/>
              <a:gdLst>
                <a:gd name="T0" fmla="*/ 92 w 106"/>
                <a:gd name="T1" fmla="*/ 0 h 167"/>
                <a:gd name="T2" fmla="*/ 14 w 106"/>
                <a:gd name="T3" fmla="*/ 0 h 167"/>
                <a:gd name="T4" fmla="*/ 8 w 106"/>
                <a:gd name="T5" fmla="*/ 1 h 167"/>
                <a:gd name="T6" fmla="*/ 4 w 106"/>
                <a:gd name="T7" fmla="*/ 4 h 167"/>
                <a:gd name="T8" fmla="*/ 1 w 106"/>
                <a:gd name="T9" fmla="*/ 8 h 167"/>
                <a:gd name="T10" fmla="*/ 0 w 106"/>
                <a:gd name="T11" fmla="*/ 14 h 167"/>
                <a:gd name="T12" fmla="*/ 0 w 106"/>
                <a:gd name="T13" fmla="*/ 153 h 167"/>
                <a:gd name="T14" fmla="*/ 1 w 106"/>
                <a:gd name="T15" fmla="*/ 158 h 167"/>
                <a:gd name="T16" fmla="*/ 4 w 106"/>
                <a:gd name="T17" fmla="*/ 163 h 167"/>
                <a:gd name="T18" fmla="*/ 8 w 106"/>
                <a:gd name="T19" fmla="*/ 166 h 167"/>
                <a:gd name="T20" fmla="*/ 14 w 106"/>
                <a:gd name="T21" fmla="*/ 167 h 167"/>
                <a:gd name="T22" fmla="*/ 92 w 106"/>
                <a:gd name="T23" fmla="*/ 167 h 167"/>
                <a:gd name="T24" fmla="*/ 97 w 106"/>
                <a:gd name="T25" fmla="*/ 166 h 167"/>
                <a:gd name="T26" fmla="*/ 101 w 106"/>
                <a:gd name="T27" fmla="*/ 163 h 167"/>
                <a:gd name="T28" fmla="*/ 105 w 106"/>
                <a:gd name="T29" fmla="*/ 158 h 167"/>
                <a:gd name="T30" fmla="*/ 106 w 106"/>
                <a:gd name="T31" fmla="*/ 153 h 167"/>
                <a:gd name="T32" fmla="*/ 106 w 106"/>
                <a:gd name="T33" fmla="*/ 14 h 167"/>
                <a:gd name="T34" fmla="*/ 105 w 106"/>
                <a:gd name="T35" fmla="*/ 8 h 167"/>
                <a:gd name="T36" fmla="*/ 101 w 106"/>
                <a:gd name="T37" fmla="*/ 4 h 167"/>
                <a:gd name="T38" fmla="*/ 97 w 106"/>
                <a:gd name="T39" fmla="*/ 1 h 167"/>
                <a:gd name="T40" fmla="*/ 92 w 106"/>
                <a:gd name="T41" fmla="*/ 0 h 167"/>
                <a:gd name="T42" fmla="*/ 78 w 106"/>
                <a:gd name="T43" fmla="*/ 139 h 167"/>
                <a:gd name="T44" fmla="*/ 27 w 106"/>
                <a:gd name="T45" fmla="*/ 139 h 167"/>
                <a:gd name="T46" fmla="*/ 27 w 106"/>
                <a:gd name="T47" fmla="*/ 27 h 167"/>
                <a:gd name="T48" fmla="*/ 78 w 106"/>
                <a:gd name="T49" fmla="*/ 27 h 167"/>
                <a:gd name="T50" fmla="*/ 78 w 106"/>
                <a:gd name="T51" fmla="*/ 13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6" h="167">
                  <a:moveTo>
                    <a:pt x="92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3"/>
                  </a:lnTo>
                  <a:lnTo>
                    <a:pt x="1" y="158"/>
                  </a:lnTo>
                  <a:lnTo>
                    <a:pt x="4" y="163"/>
                  </a:lnTo>
                  <a:lnTo>
                    <a:pt x="8" y="166"/>
                  </a:lnTo>
                  <a:lnTo>
                    <a:pt x="14" y="167"/>
                  </a:lnTo>
                  <a:lnTo>
                    <a:pt x="92" y="167"/>
                  </a:lnTo>
                  <a:lnTo>
                    <a:pt x="97" y="166"/>
                  </a:lnTo>
                  <a:lnTo>
                    <a:pt x="101" y="163"/>
                  </a:lnTo>
                  <a:lnTo>
                    <a:pt x="105" y="158"/>
                  </a:lnTo>
                  <a:lnTo>
                    <a:pt x="106" y="153"/>
                  </a:lnTo>
                  <a:lnTo>
                    <a:pt x="106" y="14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1"/>
                  </a:lnTo>
                  <a:lnTo>
                    <a:pt x="92" y="0"/>
                  </a:lnTo>
                  <a:close/>
                  <a:moveTo>
                    <a:pt x="78" y="139"/>
                  </a:moveTo>
                  <a:lnTo>
                    <a:pt x="27" y="139"/>
                  </a:lnTo>
                  <a:lnTo>
                    <a:pt x="27" y="27"/>
                  </a:lnTo>
                  <a:lnTo>
                    <a:pt x="78" y="27"/>
                  </a:lnTo>
                  <a:lnTo>
                    <a:pt x="78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3" name="Freeform 201">
              <a:extLst>
                <a:ext uri="{FF2B5EF4-FFF2-40B4-BE49-F238E27FC236}">
                  <a16:creationId xmlns:a16="http://schemas.microsoft.com/office/drawing/2014/main" id="{BE928880-9458-4DB7-A167-99359620BE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64663" y="2005013"/>
              <a:ext cx="55563" cy="88900"/>
            </a:xfrm>
            <a:custGeom>
              <a:avLst/>
              <a:gdLst>
                <a:gd name="T0" fmla="*/ 91 w 105"/>
                <a:gd name="T1" fmla="*/ 0 h 167"/>
                <a:gd name="T2" fmla="*/ 12 w 105"/>
                <a:gd name="T3" fmla="*/ 0 h 167"/>
                <a:gd name="T4" fmla="*/ 7 w 105"/>
                <a:gd name="T5" fmla="*/ 1 h 167"/>
                <a:gd name="T6" fmla="*/ 3 w 105"/>
                <a:gd name="T7" fmla="*/ 4 h 167"/>
                <a:gd name="T8" fmla="*/ 1 w 105"/>
                <a:gd name="T9" fmla="*/ 8 h 167"/>
                <a:gd name="T10" fmla="*/ 0 w 105"/>
                <a:gd name="T11" fmla="*/ 14 h 167"/>
                <a:gd name="T12" fmla="*/ 0 w 105"/>
                <a:gd name="T13" fmla="*/ 153 h 167"/>
                <a:gd name="T14" fmla="*/ 1 w 105"/>
                <a:gd name="T15" fmla="*/ 158 h 167"/>
                <a:gd name="T16" fmla="*/ 3 w 105"/>
                <a:gd name="T17" fmla="*/ 163 h 167"/>
                <a:gd name="T18" fmla="*/ 7 w 105"/>
                <a:gd name="T19" fmla="*/ 166 h 167"/>
                <a:gd name="T20" fmla="*/ 12 w 105"/>
                <a:gd name="T21" fmla="*/ 167 h 167"/>
                <a:gd name="T22" fmla="*/ 91 w 105"/>
                <a:gd name="T23" fmla="*/ 167 h 167"/>
                <a:gd name="T24" fmla="*/ 96 w 105"/>
                <a:gd name="T25" fmla="*/ 166 h 167"/>
                <a:gd name="T26" fmla="*/ 100 w 105"/>
                <a:gd name="T27" fmla="*/ 163 h 167"/>
                <a:gd name="T28" fmla="*/ 104 w 105"/>
                <a:gd name="T29" fmla="*/ 158 h 167"/>
                <a:gd name="T30" fmla="*/ 105 w 105"/>
                <a:gd name="T31" fmla="*/ 153 h 167"/>
                <a:gd name="T32" fmla="*/ 105 w 105"/>
                <a:gd name="T33" fmla="*/ 14 h 167"/>
                <a:gd name="T34" fmla="*/ 104 w 105"/>
                <a:gd name="T35" fmla="*/ 8 h 167"/>
                <a:gd name="T36" fmla="*/ 100 w 105"/>
                <a:gd name="T37" fmla="*/ 4 h 167"/>
                <a:gd name="T38" fmla="*/ 96 w 105"/>
                <a:gd name="T39" fmla="*/ 1 h 167"/>
                <a:gd name="T40" fmla="*/ 91 w 105"/>
                <a:gd name="T41" fmla="*/ 0 h 167"/>
                <a:gd name="T42" fmla="*/ 77 w 105"/>
                <a:gd name="T43" fmla="*/ 139 h 167"/>
                <a:gd name="T44" fmla="*/ 26 w 105"/>
                <a:gd name="T45" fmla="*/ 139 h 167"/>
                <a:gd name="T46" fmla="*/ 26 w 105"/>
                <a:gd name="T47" fmla="*/ 27 h 167"/>
                <a:gd name="T48" fmla="*/ 77 w 105"/>
                <a:gd name="T49" fmla="*/ 27 h 167"/>
                <a:gd name="T50" fmla="*/ 77 w 105"/>
                <a:gd name="T51" fmla="*/ 13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5" h="167">
                  <a:moveTo>
                    <a:pt x="91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53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7" y="166"/>
                  </a:lnTo>
                  <a:lnTo>
                    <a:pt x="12" y="167"/>
                  </a:lnTo>
                  <a:lnTo>
                    <a:pt x="91" y="167"/>
                  </a:lnTo>
                  <a:lnTo>
                    <a:pt x="96" y="166"/>
                  </a:lnTo>
                  <a:lnTo>
                    <a:pt x="100" y="163"/>
                  </a:lnTo>
                  <a:lnTo>
                    <a:pt x="104" y="158"/>
                  </a:lnTo>
                  <a:lnTo>
                    <a:pt x="105" y="153"/>
                  </a:lnTo>
                  <a:lnTo>
                    <a:pt x="105" y="14"/>
                  </a:lnTo>
                  <a:lnTo>
                    <a:pt x="104" y="8"/>
                  </a:lnTo>
                  <a:lnTo>
                    <a:pt x="100" y="4"/>
                  </a:lnTo>
                  <a:lnTo>
                    <a:pt x="96" y="1"/>
                  </a:lnTo>
                  <a:lnTo>
                    <a:pt x="91" y="0"/>
                  </a:lnTo>
                  <a:close/>
                  <a:moveTo>
                    <a:pt x="77" y="139"/>
                  </a:moveTo>
                  <a:lnTo>
                    <a:pt x="26" y="139"/>
                  </a:lnTo>
                  <a:lnTo>
                    <a:pt x="26" y="27"/>
                  </a:lnTo>
                  <a:lnTo>
                    <a:pt x="77" y="27"/>
                  </a:lnTo>
                  <a:lnTo>
                    <a:pt x="77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4" name="Freeform 202">
              <a:extLst>
                <a:ext uri="{FF2B5EF4-FFF2-40B4-BE49-F238E27FC236}">
                  <a16:creationId xmlns:a16="http://schemas.microsoft.com/office/drawing/2014/main" id="{3A0215AF-551C-465E-89DB-4A237B9100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48801" y="1911351"/>
              <a:ext cx="66675" cy="66675"/>
            </a:xfrm>
            <a:custGeom>
              <a:avLst/>
              <a:gdLst>
                <a:gd name="T0" fmla="*/ 58 w 128"/>
                <a:gd name="T1" fmla="*/ 0 h 128"/>
                <a:gd name="T2" fmla="*/ 45 w 128"/>
                <a:gd name="T3" fmla="*/ 4 h 128"/>
                <a:gd name="T4" fmla="*/ 34 w 128"/>
                <a:gd name="T5" fmla="*/ 8 h 128"/>
                <a:gd name="T6" fmla="*/ 24 w 128"/>
                <a:gd name="T7" fmla="*/ 15 h 128"/>
                <a:gd name="T8" fmla="*/ 15 w 128"/>
                <a:gd name="T9" fmla="*/ 24 h 128"/>
                <a:gd name="T10" fmla="*/ 8 w 128"/>
                <a:gd name="T11" fmla="*/ 34 h 128"/>
                <a:gd name="T12" fmla="*/ 4 w 128"/>
                <a:gd name="T13" fmla="*/ 46 h 128"/>
                <a:gd name="T14" fmla="*/ 0 w 128"/>
                <a:gd name="T15" fmla="*/ 58 h 128"/>
                <a:gd name="T16" fmla="*/ 0 w 128"/>
                <a:gd name="T17" fmla="*/ 71 h 128"/>
                <a:gd name="T18" fmla="*/ 4 w 128"/>
                <a:gd name="T19" fmla="*/ 83 h 128"/>
                <a:gd name="T20" fmla="*/ 8 w 128"/>
                <a:gd name="T21" fmla="*/ 95 h 128"/>
                <a:gd name="T22" fmla="*/ 15 w 128"/>
                <a:gd name="T23" fmla="*/ 105 h 128"/>
                <a:gd name="T24" fmla="*/ 24 w 128"/>
                <a:gd name="T25" fmla="*/ 114 h 128"/>
                <a:gd name="T26" fmla="*/ 34 w 128"/>
                <a:gd name="T27" fmla="*/ 121 h 128"/>
                <a:gd name="T28" fmla="*/ 45 w 128"/>
                <a:gd name="T29" fmla="*/ 125 h 128"/>
                <a:gd name="T30" fmla="*/ 58 w 128"/>
                <a:gd name="T31" fmla="*/ 128 h 128"/>
                <a:gd name="T32" fmla="*/ 71 w 128"/>
                <a:gd name="T33" fmla="*/ 128 h 128"/>
                <a:gd name="T34" fmla="*/ 83 w 128"/>
                <a:gd name="T35" fmla="*/ 125 h 128"/>
                <a:gd name="T36" fmla="*/ 95 w 128"/>
                <a:gd name="T37" fmla="*/ 121 h 128"/>
                <a:gd name="T38" fmla="*/ 104 w 128"/>
                <a:gd name="T39" fmla="*/ 114 h 128"/>
                <a:gd name="T40" fmla="*/ 113 w 128"/>
                <a:gd name="T41" fmla="*/ 105 h 128"/>
                <a:gd name="T42" fmla="*/ 120 w 128"/>
                <a:gd name="T43" fmla="*/ 95 h 128"/>
                <a:gd name="T44" fmla="*/ 125 w 128"/>
                <a:gd name="T45" fmla="*/ 83 h 128"/>
                <a:gd name="T46" fmla="*/ 128 w 128"/>
                <a:gd name="T47" fmla="*/ 71 h 128"/>
                <a:gd name="T48" fmla="*/ 128 w 128"/>
                <a:gd name="T49" fmla="*/ 58 h 128"/>
                <a:gd name="T50" fmla="*/ 125 w 128"/>
                <a:gd name="T51" fmla="*/ 46 h 128"/>
                <a:gd name="T52" fmla="*/ 120 w 128"/>
                <a:gd name="T53" fmla="*/ 34 h 128"/>
                <a:gd name="T54" fmla="*/ 113 w 128"/>
                <a:gd name="T55" fmla="*/ 24 h 128"/>
                <a:gd name="T56" fmla="*/ 104 w 128"/>
                <a:gd name="T57" fmla="*/ 15 h 128"/>
                <a:gd name="T58" fmla="*/ 95 w 128"/>
                <a:gd name="T59" fmla="*/ 8 h 128"/>
                <a:gd name="T60" fmla="*/ 83 w 128"/>
                <a:gd name="T61" fmla="*/ 4 h 128"/>
                <a:gd name="T62" fmla="*/ 71 w 128"/>
                <a:gd name="T63" fmla="*/ 0 h 128"/>
                <a:gd name="T64" fmla="*/ 65 w 128"/>
                <a:gd name="T65" fmla="*/ 100 h 128"/>
                <a:gd name="T66" fmla="*/ 50 w 128"/>
                <a:gd name="T67" fmla="*/ 98 h 128"/>
                <a:gd name="T68" fmla="*/ 39 w 128"/>
                <a:gd name="T69" fmla="*/ 90 h 128"/>
                <a:gd name="T70" fmla="*/ 31 w 128"/>
                <a:gd name="T71" fmla="*/ 79 h 128"/>
                <a:gd name="T72" fmla="*/ 28 w 128"/>
                <a:gd name="T73" fmla="*/ 65 h 128"/>
                <a:gd name="T74" fmla="*/ 31 w 128"/>
                <a:gd name="T75" fmla="*/ 51 h 128"/>
                <a:gd name="T76" fmla="*/ 39 w 128"/>
                <a:gd name="T77" fmla="*/ 39 h 128"/>
                <a:gd name="T78" fmla="*/ 50 w 128"/>
                <a:gd name="T79" fmla="*/ 32 h 128"/>
                <a:gd name="T80" fmla="*/ 65 w 128"/>
                <a:gd name="T81" fmla="*/ 28 h 128"/>
                <a:gd name="T82" fmla="*/ 79 w 128"/>
                <a:gd name="T83" fmla="*/ 32 h 128"/>
                <a:gd name="T84" fmla="*/ 89 w 128"/>
                <a:gd name="T85" fmla="*/ 39 h 128"/>
                <a:gd name="T86" fmla="*/ 98 w 128"/>
                <a:gd name="T87" fmla="*/ 51 h 128"/>
                <a:gd name="T88" fmla="*/ 100 w 128"/>
                <a:gd name="T89" fmla="*/ 65 h 128"/>
                <a:gd name="T90" fmla="*/ 98 w 128"/>
                <a:gd name="T91" fmla="*/ 79 h 128"/>
                <a:gd name="T92" fmla="*/ 89 w 128"/>
                <a:gd name="T93" fmla="*/ 90 h 128"/>
                <a:gd name="T94" fmla="*/ 79 w 128"/>
                <a:gd name="T95" fmla="*/ 98 h 128"/>
                <a:gd name="T96" fmla="*/ 65 w 128"/>
                <a:gd name="T97" fmla="*/ 10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8">
                  <a:moveTo>
                    <a:pt x="65" y="0"/>
                  </a:moveTo>
                  <a:lnTo>
                    <a:pt x="58" y="0"/>
                  </a:lnTo>
                  <a:lnTo>
                    <a:pt x="52" y="1"/>
                  </a:lnTo>
                  <a:lnTo>
                    <a:pt x="45" y="4"/>
                  </a:lnTo>
                  <a:lnTo>
                    <a:pt x="39" y="6"/>
                  </a:lnTo>
                  <a:lnTo>
                    <a:pt x="34" y="8"/>
                  </a:lnTo>
                  <a:lnTo>
                    <a:pt x="28" y="11"/>
                  </a:lnTo>
                  <a:lnTo>
                    <a:pt x="24" y="15"/>
                  </a:lnTo>
                  <a:lnTo>
                    <a:pt x="20" y="20"/>
                  </a:lnTo>
                  <a:lnTo>
                    <a:pt x="15" y="24"/>
                  </a:lnTo>
                  <a:lnTo>
                    <a:pt x="11" y="28"/>
                  </a:lnTo>
                  <a:lnTo>
                    <a:pt x="8" y="34"/>
                  </a:lnTo>
                  <a:lnTo>
                    <a:pt x="6" y="39"/>
                  </a:lnTo>
                  <a:lnTo>
                    <a:pt x="4" y="46"/>
                  </a:lnTo>
                  <a:lnTo>
                    <a:pt x="1" y="52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71"/>
                  </a:lnTo>
                  <a:lnTo>
                    <a:pt x="1" y="78"/>
                  </a:lnTo>
                  <a:lnTo>
                    <a:pt x="4" y="83"/>
                  </a:lnTo>
                  <a:lnTo>
                    <a:pt x="6" y="90"/>
                  </a:lnTo>
                  <a:lnTo>
                    <a:pt x="8" y="95"/>
                  </a:lnTo>
                  <a:lnTo>
                    <a:pt x="11" y="100"/>
                  </a:lnTo>
                  <a:lnTo>
                    <a:pt x="15" y="105"/>
                  </a:lnTo>
                  <a:lnTo>
                    <a:pt x="20" y="110"/>
                  </a:lnTo>
                  <a:lnTo>
                    <a:pt x="24" y="114"/>
                  </a:lnTo>
                  <a:lnTo>
                    <a:pt x="28" y="117"/>
                  </a:lnTo>
                  <a:lnTo>
                    <a:pt x="34" y="121"/>
                  </a:lnTo>
                  <a:lnTo>
                    <a:pt x="39" y="123"/>
                  </a:lnTo>
                  <a:lnTo>
                    <a:pt x="45" y="125"/>
                  </a:lnTo>
                  <a:lnTo>
                    <a:pt x="52" y="127"/>
                  </a:lnTo>
                  <a:lnTo>
                    <a:pt x="58" y="128"/>
                  </a:lnTo>
                  <a:lnTo>
                    <a:pt x="65" y="128"/>
                  </a:lnTo>
                  <a:lnTo>
                    <a:pt x="71" y="128"/>
                  </a:lnTo>
                  <a:lnTo>
                    <a:pt x="78" y="127"/>
                  </a:lnTo>
                  <a:lnTo>
                    <a:pt x="83" y="125"/>
                  </a:lnTo>
                  <a:lnTo>
                    <a:pt x="89" y="123"/>
                  </a:lnTo>
                  <a:lnTo>
                    <a:pt x="95" y="121"/>
                  </a:lnTo>
                  <a:lnTo>
                    <a:pt x="100" y="117"/>
                  </a:lnTo>
                  <a:lnTo>
                    <a:pt x="104" y="114"/>
                  </a:lnTo>
                  <a:lnTo>
                    <a:pt x="110" y="110"/>
                  </a:lnTo>
                  <a:lnTo>
                    <a:pt x="113" y="105"/>
                  </a:lnTo>
                  <a:lnTo>
                    <a:pt x="117" y="100"/>
                  </a:lnTo>
                  <a:lnTo>
                    <a:pt x="120" y="95"/>
                  </a:lnTo>
                  <a:lnTo>
                    <a:pt x="123" y="90"/>
                  </a:lnTo>
                  <a:lnTo>
                    <a:pt x="125" y="83"/>
                  </a:lnTo>
                  <a:lnTo>
                    <a:pt x="127" y="78"/>
                  </a:lnTo>
                  <a:lnTo>
                    <a:pt x="128" y="71"/>
                  </a:lnTo>
                  <a:lnTo>
                    <a:pt x="128" y="65"/>
                  </a:lnTo>
                  <a:lnTo>
                    <a:pt x="128" y="58"/>
                  </a:lnTo>
                  <a:lnTo>
                    <a:pt x="127" y="52"/>
                  </a:lnTo>
                  <a:lnTo>
                    <a:pt x="125" y="46"/>
                  </a:lnTo>
                  <a:lnTo>
                    <a:pt x="123" y="39"/>
                  </a:lnTo>
                  <a:lnTo>
                    <a:pt x="120" y="34"/>
                  </a:lnTo>
                  <a:lnTo>
                    <a:pt x="117" y="28"/>
                  </a:lnTo>
                  <a:lnTo>
                    <a:pt x="113" y="24"/>
                  </a:lnTo>
                  <a:lnTo>
                    <a:pt x="110" y="20"/>
                  </a:lnTo>
                  <a:lnTo>
                    <a:pt x="104" y="15"/>
                  </a:lnTo>
                  <a:lnTo>
                    <a:pt x="100" y="11"/>
                  </a:lnTo>
                  <a:lnTo>
                    <a:pt x="95" y="8"/>
                  </a:lnTo>
                  <a:lnTo>
                    <a:pt x="89" y="6"/>
                  </a:lnTo>
                  <a:lnTo>
                    <a:pt x="83" y="4"/>
                  </a:lnTo>
                  <a:lnTo>
                    <a:pt x="78" y="1"/>
                  </a:lnTo>
                  <a:lnTo>
                    <a:pt x="71" y="0"/>
                  </a:lnTo>
                  <a:lnTo>
                    <a:pt x="65" y="0"/>
                  </a:lnTo>
                  <a:close/>
                  <a:moveTo>
                    <a:pt x="65" y="100"/>
                  </a:moveTo>
                  <a:lnTo>
                    <a:pt x="57" y="100"/>
                  </a:lnTo>
                  <a:lnTo>
                    <a:pt x="50" y="98"/>
                  </a:lnTo>
                  <a:lnTo>
                    <a:pt x="44" y="95"/>
                  </a:lnTo>
                  <a:lnTo>
                    <a:pt x="39" y="90"/>
                  </a:lnTo>
                  <a:lnTo>
                    <a:pt x="35" y="84"/>
                  </a:lnTo>
                  <a:lnTo>
                    <a:pt x="31" y="79"/>
                  </a:lnTo>
                  <a:lnTo>
                    <a:pt x="29" y="71"/>
                  </a:lnTo>
                  <a:lnTo>
                    <a:pt x="28" y="65"/>
                  </a:lnTo>
                  <a:lnTo>
                    <a:pt x="29" y="57"/>
                  </a:lnTo>
                  <a:lnTo>
                    <a:pt x="31" y="51"/>
                  </a:lnTo>
                  <a:lnTo>
                    <a:pt x="35" y="44"/>
                  </a:lnTo>
                  <a:lnTo>
                    <a:pt x="39" y="39"/>
                  </a:lnTo>
                  <a:lnTo>
                    <a:pt x="44" y="35"/>
                  </a:lnTo>
                  <a:lnTo>
                    <a:pt x="50" y="32"/>
                  </a:lnTo>
                  <a:lnTo>
                    <a:pt x="57" y="29"/>
                  </a:lnTo>
                  <a:lnTo>
                    <a:pt x="65" y="28"/>
                  </a:lnTo>
                  <a:lnTo>
                    <a:pt x="71" y="29"/>
                  </a:lnTo>
                  <a:lnTo>
                    <a:pt x="79" y="32"/>
                  </a:lnTo>
                  <a:lnTo>
                    <a:pt x="84" y="35"/>
                  </a:lnTo>
                  <a:lnTo>
                    <a:pt x="89" y="39"/>
                  </a:lnTo>
                  <a:lnTo>
                    <a:pt x="94" y="44"/>
                  </a:lnTo>
                  <a:lnTo>
                    <a:pt x="98" y="51"/>
                  </a:lnTo>
                  <a:lnTo>
                    <a:pt x="100" y="57"/>
                  </a:lnTo>
                  <a:lnTo>
                    <a:pt x="100" y="65"/>
                  </a:lnTo>
                  <a:lnTo>
                    <a:pt x="100" y="71"/>
                  </a:lnTo>
                  <a:lnTo>
                    <a:pt x="98" y="79"/>
                  </a:lnTo>
                  <a:lnTo>
                    <a:pt x="94" y="84"/>
                  </a:lnTo>
                  <a:lnTo>
                    <a:pt x="89" y="90"/>
                  </a:lnTo>
                  <a:lnTo>
                    <a:pt x="84" y="95"/>
                  </a:lnTo>
                  <a:lnTo>
                    <a:pt x="79" y="98"/>
                  </a:lnTo>
                  <a:lnTo>
                    <a:pt x="71" y="100"/>
                  </a:lnTo>
                  <a:lnTo>
                    <a:pt x="65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5" name="Freeform 203">
              <a:extLst>
                <a:ext uri="{FF2B5EF4-FFF2-40B4-BE49-F238E27FC236}">
                  <a16:creationId xmlns:a16="http://schemas.microsoft.com/office/drawing/2014/main" id="{1137B144-2139-47B2-9763-2FA2D896B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1501" y="2078038"/>
              <a:ext cx="14288" cy="15875"/>
            </a:xfrm>
            <a:custGeom>
              <a:avLst/>
              <a:gdLst>
                <a:gd name="T0" fmla="*/ 24 w 28"/>
                <a:gd name="T1" fmla="*/ 3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3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6" name="Freeform 204">
              <a:extLst>
                <a:ext uri="{FF2B5EF4-FFF2-40B4-BE49-F238E27FC236}">
                  <a16:creationId xmlns:a16="http://schemas.microsoft.com/office/drawing/2014/main" id="{6616B2E9-4F0F-45BA-804D-513371DFD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1881188"/>
              <a:ext cx="15875" cy="14288"/>
            </a:xfrm>
            <a:custGeom>
              <a:avLst/>
              <a:gdLst>
                <a:gd name="T0" fmla="*/ 25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4 w 28"/>
                <a:gd name="T9" fmla="*/ 3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3 h 27"/>
                <a:gd name="T18" fmla="*/ 9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5 w 28"/>
                <a:gd name="T25" fmla="*/ 23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8 h 27"/>
                <a:gd name="T32" fmla="*/ 25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5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5" y="23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206">
              <a:extLst>
                <a:ext uri="{FF2B5EF4-FFF2-40B4-BE49-F238E27FC236}">
                  <a16:creationId xmlns:a16="http://schemas.microsoft.com/office/drawing/2014/main" id="{196738AC-6E38-4352-BEBC-FDF0CAEC2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9" y="2057401"/>
              <a:ext cx="15875" cy="15875"/>
            </a:xfrm>
            <a:custGeom>
              <a:avLst/>
              <a:gdLst>
                <a:gd name="T0" fmla="*/ 23 w 28"/>
                <a:gd name="T1" fmla="*/ 5 h 28"/>
                <a:gd name="T2" fmla="*/ 19 w 28"/>
                <a:gd name="T3" fmla="*/ 2 h 28"/>
                <a:gd name="T4" fmla="*/ 14 w 28"/>
                <a:gd name="T5" fmla="*/ 0 h 28"/>
                <a:gd name="T6" fmla="*/ 8 w 28"/>
                <a:gd name="T7" fmla="*/ 2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5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4B9E83FD-B0A5-43D9-B8DB-37457D8BB1CD}"/>
              </a:ext>
            </a:extLst>
          </p:cNvPr>
          <p:cNvGrpSpPr/>
          <p:nvPr/>
        </p:nvGrpSpPr>
        <p:grpSpPr>
          <a:xfrm>
            <a:off x="9294814" y="1087438"/>
            <a:ext cx="376238" cy="315913"/>
            <a:chOff x="9294814" y="1087438"/>
            <a:chExt cx="376238" cy="315913"/>
          </a:xfrm>
          <a:solidFill>
            <a:schemeClr val="bg1"/>
          </a:solidFill>
        </p:grpSpPr>
        <p:sp>
          <p:nvSpPr>
            <p:cNvPr id="78" name="Freeform 207">
              <a:extLst>
                <a:ext uri="{FF2B5EF4-FFF2-40B4-BE49-F238E27FC236}">
                  <a16:creationId xmlns:a16="http://schemas.microsoft.com/office/drawing/2014/main" id="{4C5F4EDC-3620-4F64-A3C9-94488F89F9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23389" y="1225551"/>
              <a:ext cx="111125" cy="73025"/>
            </a:xfrm>
            <a:custGeom>
              <a:avLst/>
              <a:gdLst>
                <a:gd name="T0" fmla="*/ 123 w 211"/>
                <a:gd name="T1" fmla="*/ 2 h 139"/>
                <a:gd name="T2" fmla="*/ 98 w 211"/>
                <a:gd name="T3" fmla="*/ 5 h 139"/>
                <a:gd name="T4" fmla="*/ 71 w 211"/>
                <a:gd name="T5" fmla="*/ 0 h 139"/>
                <a:gd name="T6" fmla="*/ 50 w 211"/>
                <a:gd name="T7" fmla="*/ 3 h 139"/>
                <a:gd name="T8" fmla="*/ 31 w 211"/>
                <a:gd name="T9" fmla="*/ 11 h 139"/>
                <a:gd name="T10" fmla="*/ 16 w 211"/>
                <a:gd name="T11" fmla="*/ 24 h 139"/>
                <a:gd name="T12" fmla="*/ 7 w 211"/>
                <a:gd name="T13" fmla="*/ 43 h 139"/>
                <a:gd name="T14" fmla="*/ 1 w 211"/>
                <a:gd name="T15" fmla="*/ 62 h 139"/>
                <a:gd name="T16" fmla="*/ 2 w 211"/>
                <a:gd name="T17" fmla="*/ 83 h 139"/>
                <a:gd name="T18" fmla="*/ 9 w 211"/>
                <a:gd name="T19" fmla="*/ 103 h 139"/>
                <a:gd name="T20" fmla="*/ 22 w 211"/>
                <a:gd name="T21" fmla="*/ 119 h 139"/>
                <a:gd name="T22" fmla="*/ 38 w 211"/>
                <a:gd name="T23" fmla="*/ 131 h 139"/>
                <a:gd name="T24" fmla="*/ 57 w 211"/>
                <a:gd name="T25" fmla="*/ 138 h 139"/>
                <a:gd name="T26" fmla="*/ 80 w 211"/>
                <a:gd name="T27" fmla="*/ 139 h 139"/>
                <a:gd name="T28" fmla="*/ 105 w 211"/>
                <a:gd name="T29" fmla="*/ 130 h 139"/>
                <a:gd name="T30" fmla="*/ 131 w 211"/>
                <a:gd name="T31" fmla="*/ 139 h 139"/>
                <a:gd name="T32" fmla="*/ 155 w 211"/>
                <a:gd name="T33" fmla="*/ 138 h 139"/>
                <a:gd name="T34" fmla="*/ 174 w 211"/>
                <a:gd name="T35" fmla="*/ 131 h 139"/>
                <a:gd name="T36" fmla="*/ 190 w 211"/>
                <a:gd name="T37" fmla="*/ 119 h 139"/>
                <a:gd name="T38" fmla="*/ 202 w 211"/>
                <a:gd name="T39" fmla="*/ 103 h 139"/>
                <a:gd name="T40" fmla="*/ 210 w 211"/>
                <a:gd name="T41" fmla="*/ 83 h 139"/>
                <a:gd name="T42" fmla="*/ 211 w 211"/>
                <a:gd name="T43" fmla="*/ 62 h 139"/>
                <a:gd name="T44" fmla="*/ 205 w 211"/>
                <a:gd name="T45" fmla="*/ 43 h 139"/>
                <a:gd name="T46" fmla="*/ 194 w 211"/>
                <a:gd name="T47" fmla="*/ 24 h 139"/>
                <a:gd name="T48" fmla="*/ 179 w 211"/>
                <a:gd name="T49" fmla="*/ 11 h 139"/>
                <a:gd name="T50" fmla="*/ 161 w 211"/>
                <a:gd name="T51" fmla="*/ 3 h 139"/>
                <a:gd name="T52" fmla="*/ 141 w 211"/>
                <a:gd name="T53" fmla="*/ 0 h 139"/>
                <a:gd name="T54" fmla="*/ 71 w 211"/>
                <a:gd name="T55" fmla="*/ 111 h 139"/>
                <a:gd name="T56" fmla="*/ 48 w 211"/>
                <a:gd name="T57" fmla="*/ 105 h 139"/>
                <a:gd name="T58" fmla="*/ 31 w 211"/>
                <a:gd name="T59" fmla="*/ 86 h 139"/>
                <a:gd name="T60" fmla="*/ 29 w 211"/>
                <a:gd name="T61" fmla="*/ 61 h 139"/>
                <a:gd name="T62" fmla="*/ 41 w 211"/>
                <a:gd name="T63" fmla="*/ 39 h 139"/>
                <a:gd name="T64" fmla="*/ 63 w 211"/>
                <a:gd name="T65" fmla="*/ 28 h 139"/>
                <a:gd name="T66" fmla="*/ 84 w 211"/>
                <a:gd name="T67" fmla="*/ 29 h 139"/>
                <a:gd name="T68" fmla="*/ 72 w 211"/>
                <a:gd name="T69" fmla="*/ 59 h 139"/>
                <a:gd name="T70" fmla="*/ 74 w 211"/>
                <a:gd name="T71" fmla="*/ 91 h 139"/>
                <a:gd name="T72" fmla="*/ 105 w 211"/>
                <a:gd name="T73" fmla="*/ 93 h 139"/>
                <a:gd name="T74" fmla="*/ 99 w 211"/>
                <a:gd name="T75" fmla="*/ 76 h 139"/>
                <a:gd name="T76" fmla="*/ 100 w 211"/>
                <a:gd name="T77" fmla="*/ 57 h 139"/>
                <a:gd name="T78" fmla="*/ 109 w 211"/>
                <a:gd name="T79" fmla="*/ 51 h 139"/>
                <a:gd name="T80" fmla="*/ 113 w 211"/>
                <a:gd name="T81" fmla="*/ 69 h 139"/>
                <a:gd name="T82" fmla="*/ 109 w 211"/>
                <a:gd name="T83" fmla="*/ 88 h 139"/>
                <a:gd name="T84" fmla="*/ 134 w 211"/>
                <a:gd name="T85" fmla="*/ 111 h 139"/>
                <a:gd name="T86" fmla="*/ 138 w 211"/>
                <a:gd name="T87" fmla="*/ 91 h 139"/>
                <a:gd name="T88" fmla="*/ 140 w 211"/>
                <a:gd name="T89" fmla="*/ 59 h 139"/>
                <a:gd name="T90" fmla="*/ 128 w 211"/>
                <a:gd name="T91" fmla="*/ 29 h 139"/>
                <a:gd name="T92" fmla="*/ 149 w 211"/>
                <a:gd name="T93" fmla="*/ 28 h 139"/>
                <a:gd name="T94" fmla="*/ 171 w 211"/>
                <a:gd name="T95" fmla="*/ 39 h 139"/>
                <a:gd name="T96" fmla="*/ 183 w 211"/>
                <a:gd name="T97" fmla="*/ 61 h 139"/>
                <a:gd name="T98" fmla="*/ 179 w 211"/>
                <a:gd name="T99" fmla="*/ 86 h 139"/>
                <a:gd name="T100" fmla="*/ 164 w 211"/>
                <a:gd name="T101" fmla="*/ 105 h 139"/>
                <a:gd name="T102" fmla="*/ 141 w 211"/>
                <a:gd name="T103" fmla="*/ 11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1" h="139">
                  <a:moveTo>
                    <a:pt x="141" y="0"/>
                  </a:moveTo>
                  <a:lnTo>
                    <a:pt x="131" y="0"/>
                  </a:lnTo>
                  <a:lnTo>
                    <a:pt x="123" y="2"/>
                  </a:lnTo>
                  <a:lnTo>
                    <a:pt x="114" y="5"/>
                  </a:lnTo>
                  <a:lnTo>
                    <a:pt x="105" y="8"/>
                  </a:lnTo>
                  <a:lnTo>
                    <a:pt x="98" y="5"/>
                  </a:lnTo>
                  <a:lnTo>
                    <a:pt x="89" y="2"/>
                  </a:lnTo>
                  <a:lnTo>
                    <a:pt x="80" y="0"/>
                  </a:lnTo>
                  <a:lnTo>
                    <a:pt x="71" y="0"/>
                  </a:lnTo>
                  <a:lnTo>
                    <a:pt x="64" y="0"/>
                  </a:lnTo>
                  <a:lnTo>
                    <a:pt x="57" y="1"/>
                  </a:lnTo>
                  <a:lnTo>
                    <a:pt x="50" y="3"/>
                  </a:lnTo>
                  <a:lnTo>
                    <a:pt x="43" y="5"/>
                  </a:lnTo>
                  <a:lnTo>
                    <a:pt x="38" y="8"/>
                  </a:lnTo>
                  <a:lnTo>
                    <a:pt x="31" y="11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6" y="24"/>
                  </a:lnTo>
                  <a:lnTo>
                    <a:pt x="13" y="30"/>
                  </a:lnTo>
                  <a:lnTo>
                    <a:pt x="9" y="36"/>
                  </a:lnTo>
                  <a:lnTo>
                    <a:pt x="7" y="43"/>
                  </a:lnTo>
                  <a:lnTo>
                    <a:pt x="4" y="49"/>
                  </a:lnTo>
                  <a:lnTo>
                    <a:pt x="2" y="55"/>
                  </a:lnTo>
                  <a:lnTo>
                    <a:pt x="1" y="62"/>
                  </a:lnTo>
                  <a:lnTo>
                    <a:pt x="0" y="69"/>
                  </a:lnTo>
                  <a:lnTo>
                    <a:pt x="1" y="77"/>
                  </a:lnTo>
                  <a:lnTo>
                    <a:pt x="2" y="83"/>
                  </a:lnTo>
                  <a:lnTo>
                    <a:pt x="4" y="90"/>
                  </a:lnTo>
                  <a:lnTo>
                    <a:pt x="7" y="96"/>
                  </a:lnTo>
                  <a:lnTo>
                    <a:pt x="9" y="103"/>
                  </a:lnTo>
                  <a:lnTo>
                    <a:pt x="13" y="108"/>
                  </a:lnTo>
                  <a:lnTo>
                    <a:pt x="16" y="113"/>
                  </a:lnTo>
                  <a:lnTo>
                    <a:pt x="22" y="119"/>
                  </a:lnTo>
                  <a:lnTo>
                    <a:pt x="26" y="123"/>
                  </a:lnTo>
                  <a:lnTo>
                    <a:pt x="31" y="127"/>
                  </a:lnTo>
                  <a:lnTo>
                    <a:pt x="38" y="131"/>
                  </a:lnTo>
                  <a:lnTo>
                    <a:pt x="43" y="134"/>
                  </a:lnTo>
                  <a:lnTo>
                    <a:pt x="50" y="136"/>
                  </a:lnTo>
                  <a:lnTo>
                    <a:pt x="57" y="138"/>
                  </a:lnTo>
                  <a:lnTo>
                    <a:pt x="64" y="139"/>
                  </a:lnTo>
                  <a:lnTo>
                    <a:pt x="71" y="139"/>
                  </a:lnTo>
                  <a:lnTo>
                    <a:pt x="80" y="139"/>
                  </a:lnTo>
                  <a:lnTo>
                    <a:pt x="89" y="137"/>
                  </a:lnTo>
                  <a:lnTo>
                    <a:pt x="98" y="134"/>
                  </a:lnTo>
                  <a:lnTo>
                    <a:pt x="105" y="130"/>
                  </a:lnTo>
                  <a:lnTo>
                    <a:pt x="114" y="134"/>
                  </a:lnTo>
                  <a:lnTo>
                    <a:pt x="123" y="137"/>
                  </a:lnTo>
                  <a:lnTo>
                    <a:pt x="131" y="139"/>
                  </a:lnTo>
                  <a:lnTo>
                    <a:pt x="141" y="139"/>
                  </a:lnTo>
                  <a:lnTo>
                    <a:pt x="148" y="139"/>
                  </a:lnTo>
                  <a:lnTo>
                    <a:pt x="155" y="138"/>
                  </a:lnTo>
                  <a:lnTo>
                    <a:pt x="161" y="136"/>
                  </a:lnTo>
                  <a:lnTo>
                    <a:pt x="168" y="134"/>
                  </a:lnTo>
                  <a:lnTo>
                    <a:pt x="174" y="131"/>
                  </a:lnTo>
                  <a:lnTo>
                    <a:pt x="179" y="127"/>
                  </a:lnTo>
                  <a:lnTo>
                    <a:pt x="185" y="123"/>
                  </a:lnTo>
                  <a:lnTo>
                    <a:pt x="190" y="119"/>
                  </a:lnTo>
                  <a:lnTo>
                    <a:pt x="194" y="113"/>
                  </a:lnTo>
                  <a:lnTo>
                    <a:pt x="199" y="108"/>
                  </a:lnTo>
                  <a:lnTo>
                    <a:pt x="202" y="103"/>
                  </a:lnTo>
                  <a:lnTo>
                    <a:pt x="205" y="96"/>
                  </a:lnTo>
                  <a:lnTo>
                    <a:pt x="207" y="90"/>
                  </a:lnTo>
                  <a:lnTo>
                    <a:pt x="210" y="83"/>
                  </a:lnTo>
                  <a:lnTo>
                    <a:pt x="211" y="77"/>
                  </a:lnTo>
                  <a:lnTo>
                    <a:pt x="211" y="69"/>
                  </a:lnTo>
                  <a:lnTo>
                    <a:pt x="211" y="62"/>
                  </a:lnTo>
                  <a:lnTo>
                    <a:pt x="210" y="55"/>
                  </a:lnTo>
                  <a:lnTo>
                    <a:pt x="207" y="49"/>
                  </a:lnTo>
                  <a:lnTo>
                    <a:pt x="205" y="43"/>
                  </a:lnTo>
                  <a:lnTo>
                    <a:pt x="202" y="36"/>
                  </a:lnTo>
                  <a:lnTo>
                    <a:pt x="199" y="30"/>
                  </a:lnTo>
                  <a:lnTo>
                    <a:pt x="194" y="24"/>
                  </a:lnTo>
                  <a:lnTo>
                    <a:pt x="190" y="20"/>
                  </a:lnTo>
                  <a:lnTo>
                    <a:pt x="185" y="16"/>
                  </a:lnTo>
                  <a:lnTo>
                    <a:pt x="179" y="11"/>
                  </a:lnTo>
                  <a:lnTo>
                    <a:pt x="174" y="8"/>
                  </a:lnTo>
                  <a:lnTo>
                    <a:pt x="168" y="5"/>
                  </a:lnTo>
                  <a:lnTo>
                    <a:pt x="161" y="3"/>
                  </a:lnTo>
                  <a:lnTo>
                    <a:pt x="155" y="1"/>
                  </a:lnTo>
                  <a:lnTo>
                    <a:pt x="148" y="0"/>
                  </a:lnTo>
                  <a:lnTo>
                    <a:pt x="141" y="0"/>
                  </a:lnTo>
                  <a:close/>
                  <a:moveTo>
                    <a:pt x="84" y="109"/>
                  </a:moveTo>
                  <a:lnTo>
                    <a:pt x="78" y="111"/>
                  </a:lnTo>
                  <a:lnTo>
                    <a:pt x="71" y="111"/>
                  </a:lnTo>
                  <a:lnTo>
                    <a:pt x="63" y="110"/>
                  </a:lnTo>
                  <a:lnTo>
                    <a:pt x="54" y="108"/>
                  </a:lnTo>
                  <a:lnTo>
                    <a:pt x="48" y="105"/>
                  </a:lnTo>
                  <a:lnTo>
                    <a:pt x="41" y="99"/>
                  </a:lnTo>
                  <a:lnTo>
                    <a:pt x="36" y="93"/>
                  </a:lnTo>
                  <a:lnTo>
                    <a:pt x="31" y="86"/>
                  </a:lnTo>
                  <a:lnTo>
                    <a:pt x="29" y="78"/>
                  </a:lnTo>
                  <a:lnTo>
                    <a:pt x="28" y="69"/>
                  </a:lnTo>
                  <a:lnTo>
                    <a:pt x="29" y="61"/>
                  </a:lnTo>
                  <a:lnTo>
                    <a:pt x="31" y="53"/>
                  </a:lnTo>
                  <a:lnTo>
                    <a:pt x="36" y="46"/>
                  </a:lnTo>
                  <a:lnTo>
                    <a:pt x="41" y="39"/>
                  </a:lnTo>
                  <a:lnTo>
                    <a:pt x="48" y="34"/>
                  </a:lnTo>
                  <a:lnTo>
                    <a:pt x="54" y="31"/>
                  </a:lnTo>
                  <a:lnTo>
                    <a:pt x="63" y="28"/>
                  </a:lnTo>
                  <a:lnTo>
                    <a:pt x="71" y="28"/>
                  </a:lnTo>
                  <a:lnTo>
                    <a:pt x="78" y="28"/>
                  </a:lnTo>
                  <a:lnTo>
                    <a:pt x="84" y="29"/>
                  </a:lnTo>
                  <a:lnTo>
                    <a:pt x="79" y="38"/>
                  </a:lnTo>
                  <a:lnTo>
                    <a:pt x="74" y="48"/>
                  </a:lnTo>
                  <a:lnTo>
                    <a:pt x="72" y="59"/>
                  </a:lnTo>
                  <a:lnTo>
                    <a:pt x="71" y="69"/>
                  </a:lnTo>
                  <a:lnTo>
                    <a:pt x="72" y="80"/>
                  </a:lnTo>
                  <a:lnTo>
                    <a:pt x="74" y="91"/>
                  </a:lnTo>
                  <a:lnTo>
                    <a:pt x="79" y="101"/>
                  </a:lnTo>
                  <a:lnTo>
                    <a:pt x="84" y="109"/>
                  </a:lnTo>
                  <a:close/>
                  <a:moveTo>
                    <a:pt x="105" y="93"/>
                  </a:moveTo>
                  <a:lnTo>
                    <a:pt x="102" y="88"/>
                  </a:lnTo>
                  <a:lnTo>
                    <a:pt x="100" y="82"/>
                  </a:lnTo>
                  <a:lnTo>
                    <a:pt x="99" y="76"/>
                  </a:lnTo>
                  <a:lnTo>
                    <a:pt x="99" y="69"/>
                  </a:lnTo>
                  <a:lnTo>
                    <a:pt x="99" y="63"/>
                  </a:lnTo>
                  <a:lnTo>
                    <a:pt x="100" y="57"/>
                  </a:lnTo>
                  <a:lnTo>
                    <a:pt x="102" y="51"/>
                  </a:lnTo>
                  <a:lnTo>
                    <a:pt x="105" y="46"/>
                  </a:lnTo>
                  <a:lnTo>
                    <a:pt x="109" y="51"/>
                  </a:lnTo>
                  <a:lnTo>
                    <a:pt x="111" y="57"/>
                  </a:lnTo>
                  <a:lnTo>
                    <a:pt x="113" y="63"/>
                  </a:lnTo>
                  <a:lnTo>
                    <a:pt x="113" y="69"/>
                  </a:lnTo>
                  <a:lnTo>
                    <a:pt x="113" y="76"/>
                  </a:lnTo>
                  <a:lnTo>
                    <a:pt x="111" y="82"/>
                  </a:lnTo>
                  <a:lnTo>
                    <a:pt x="109" y="88"/>
                  </a:lnTo>
                  <a:lnTo>
                    <a:pt x="105" y="93"/>
                  </a:lnTo>
                  <a:close/>
                  <a:moveTo>
                    <a:pt x="141" y="111"/>
                  </a:moveTo>
                  <a:lnTo>
                    <a:pt x="134" y="111"/>
                  </a:lnTo>
                  <a:lnTo>
                    <a:pt x="128" y="109"/>
                  </a:lnTo>
                  <a:lnTo>
                    <a:pt x="133" y="101"/>
                  </a:lnTo>
                  <a:lnTo>
                    <a:pt x="138" y="91"/>
                  </a:lnTo>
                  <a:lnTo>
                    <a:pt x="140" y="80"/>
                  </a:lnTo>
                  <a:lnTo>
                    <a:pt x="141" y="69"/>
                  </a:lnTo>
                  <a:lnTo>
                    <a:pt x="140" y="59"/>
                  </a:lnTo>
                  <a:lnTo>
                    <a:pt x="138" y="48"/>
                  </a:lnTo>
                  <a:lnTo>
                    <a:pt x="133" y="38"/>
                  </a:lnTo>
                  <a:lnTo>
                    <a:pt x="128" y="29"/>
                  </a:lnTo>
                  <a:lnTo>
                    <a:pt x="134" y="28"/>
                  </a:lnTo>
                  <a:lnTo>
                    <a:pt x="141" y="28"/>
                  </a:lnTo>
                  <a:lnTo>
                    <a:pt x="149" y="28"/>
                  </a:lnTo>
                  <a:lnTo>
                    <a:pt x="157" y="31"/>
                  </a:lnTo>
                  <a:lnTo>
                    <a:pt x="164" y="34"/>
                  </a:lnTo>
                  <a:lnTo>
                    <a:pt x="171" y="39"/>
                  </a:lnTo>
                  <a:lnTo>
                    <a:pt x="176" y="46"/>
                  </a:lnTo>
                  <a:lnTo>
                    <a:pt x="179" y="53"/>
                  </a:lnTo>
                  <a:lnTo>
                    <a:pt x="183" y="61"/>
                  </a:lnTo>
                  <a:lnTo>
                    <a:pt x="183" y="69"/>
                  </a:lnTo>
                  <a:lnTo>
                    <a:pt x="183" y="78"/>
                  </a:lnTo>
                  <a:lnTo>
                    <a:pt x="179" y="86"/>
                  </a:lnTo>
                  <a:lnTo>
                    <a:pt x="176" y="93"/>
                  </a:lnTo>
                  <a:lnTo>
                    <a:pt x="171" y="99"/>
                  </a:lnTo>
                  <a:lnTo>
                    <a:pt x="164" y="105"/>
                  </a:lnTo>
                  <a:lnTo>
                    <a:pt x="157" y="108"/>
                  </a:lnTo>
                  <a:lnTo>
                    <a:pt x="149" y="110"/>
                  </a:lnTo>
                  <a:lnTo>
                    <a:pt x="141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208">
              <a:extLst>
                <a:ext uri="{FF2B5EF4-FFF2-40B4-BE49-F238E27FC236}">
                  <a16:creationId xmlns:a16="http://schemas.microsoft.com/office/drawing/2014/main" id="{13642724-A9CC-4918-A3EC-227444BDCD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4814" y="1087438"/>
              <a:ext cx="376238" cy="311150"/>
            </a:xfrm>
            <a:custGeom>
              <a:avLst/>
              <a:gdLst>
                <a:gd name="T0" fmla="*/ 655 w 711"/>
                <a:gd name="T1" fmla="*/ 57 h 587"/>
                <a:gd name="T2" fmla="*/ 651 w 711"/>
                <a:gd name="T3" fmla="*/ 35 h 587"/>
                <a:gd name="T4" fmla="*/ 620 w 711"/>
                <a:gd name="T5" fmla="*/ 4 h 587"/>
                <a:gd name="T6" fmla="*/ 598 w 711"/>
                <a:gd name="T7" fmla="*/ 0 h 587"/>
                <a:gd name="T8" fmla="*/ 373 w 711"/>
                <a:gd name="T9" fmla="*/ 8 h 587"/>
                <a:gd name="T10" fmla="*/ 380 w 711"/>
                <a:gd name="T11" fmla="*/ 27 h 587"/>
                <a:gd name="T12" fmla="*/ 609 w 711"/>
                <a:gd name="T13" fmla="*/ 30 h 587"/>
                <a:gd name="T14" fmla="*/ 625 w 711"/>
                <a:gd name="T15" fmla="*/ 46 h 587"/>
                <a:gd name="T16" fmla="*/ 27 w 711"/>
                <a:gd name="T17" fmla="*/ 86 h 587"/>
                <a:gd name="T18" fmla="*/ 33 w 711"/>
                <a:gd name="T19" fmla="*/ 41 h 587"/>
                <a:gd name="T20" fmla="*/ 51 w 711"/>
                <a:gd name="T21" fmla="*/ 28 h 587"/>
                <a:gd name="T22" fmla="*/ 280 w 711"/>
                <a:gd name="T23" fmla="*/ 23 h 587"/>
                <a:gd name="T24" fmla="*/ 280 w 711"/>
                <a:gd name="T25" fmla="*/ 4 h 587"/>
                <a:gd name="T26" fmla="*/ 51 w 711"/>
                <a:gd name="T27" fmla="*/ 0 h 587"/>
                <a:gd name="T28" fmla="*/ 25 w 711"/>
                <a:gd name="T29" fmla="*/ 9 h 587"/>
                <a:gd name="T30" fmla="*/ 3 w 711"/>
                <a:gd name="T31" fmla="*/ 40 h 587"/>
                <a:gd name="T32" fmla="*/ 0 w 711"/>
                <a:gd name="T33" fmla="*/ 409 h 587"/>
                <a:gd name="T34" fmla="*/ 5 w 711"/>
                <a:gd name="T35" fmla="*/ 431 h 587"/>
                <a:gd name="T36" fmla="*/ 35 w 711"/>
                <a:gd name="T37" fmla="*/ 463 h 587"/>
                <a:gd name="T38" fmla="*/ 57 w 711"/>
                <a:gd name="T39" fmla="*/ 467 h 587"/>
                <a:gd name="T40" fmla="*/ 373 w 711"/>
                <a:gd name="T41" fmla="*/ 496 h 587"/>
                <a:gd name="T42" fmla="*/ 395 w 711"/>
                <a:gd name="T43" fmla="*/ 531 h 587"/>
                <a:gd name="T44" fmla="*/ 425 w 711"/>
                <a:gd name="T45" fmla="*/ 560 h 587"/>
                <a:gd name="T46" fmla="*/ 462 w 711"/>
                <a:gd name="T47" fmla="*/ 583 h 587"/>
                <a:gd name="T48" fmla="*/ 481 w 711"/>
                <a:gd name="T49" fmla="*/ 586 h 587"/>
                <a:gd name="T50" fmla="*/ 491 w 711"/>
                <a:gd name="T51" fmla="*/ 572 h 587"/>
                <a:gd name="T52" fmla="*/ 470 w 711"/>
                <a:gd name="T53" fmla="*/ 556 h 587"/>
                <a:gd name="T54" fmla="*/ 433 w 711"/>
                <a:gd name="T55" fmla="*/ 530 h 587"/>
                <a:gd name="T56" fmla="*/ 404 w 711"/>
                <a:gd name="T57" fmla="*/ 496 h 587"/>
                <a:gd name="T58" fmla="*/ 387 w 711"/>
                <a:gd name="T59" fmla="*/ 454 h 587"/>
                <a:gd name="T60" fmla="*/ 384 w 711"/>
                <a:gd name="T61" fmla="*/ 403 h 587"/>
                <a:gd name="T62" fmla="*/ 401 w 711"/>
                <a:gd name="T63" fmla="*/ 348 h 587"/>
                <a:gd name="T64" fmla="*/ 437 w 711"/>
                <a:gd name="T65" fmla="*/ 304 h 587"/>
                <a:gd name="T66" fmla="*/ 489 w 711"/>
                <a:gd name="T67" fmla="*/ 276 h 587"/>
                <a:gd name="T68" fmla="*/ 548 w 711"/>
                <a:gd name="T69" fmla="*/ 270 h 587"/>
                <a:gd name="T70" fmla="*/ 605 w 711"/>
                <a:gd name="T71" fmla="*/ 288 h 587"/>
                <a:gd name="T72" fmla="*/ 649 w 711"/>
                <a:gd name="T73" fmla="*/ 324 h 587"/>
                <a:gd name="T74" fmla="*/ 676 w 711"/>
                <a:gd name="T75" fmla="*/ 374 h 587"/>
                <a:gd name="T76" fmla="*/ 683 w 711"/>
                <a:gd name="T77" fmla="*/ 430 h 587"/>
                <a:gd name="T78" fmla="*/ 672 w 711"/>
                <a:gd name="T79" fmla="*/ 474 h 587"/>
                <a:gd name="T80" fmla="*/ 651 w 711"/>
                <a:gd name="T81" fmla="*/ 512 h 587"/>
                <a:gd name="T82" fmla="*/ 619 w 711"/>
                <a:gd name="T83" fmla="*/ 542 h 587"/>
                <a:gd name="T84" fmla="*/ 584 w 711"/>
                <a:gd name="T85" fmla="*/ 561 h 587"/>
                <a:gd name="T86" fmla="*/ 584 w 711"/>
                <a:gd name="T87" fmla="*/ 582 h 587"/>
                <a:gd name="T88" fmla="*/ 611 w 711"/>
                <a:gd name="T89" fmla="*/ 580 h 587"/>
                <a:gd name="T90" fmla="*/ 654 w 711"/>
                <a:gd name="T91" fmla="*/ 549 h 587"/>
                <a:gd name="T92" fmla="*/ 686 w 711"/>
                <a:gd name="T93" fmla="*/ 509 h 587"/>
                <a:gd name="T94" fmla="*/ 707 w 711"/>
                <a:gd name="T95" fmla="*/ 459 h 587"/>
                <a:gd name="T96" fmla="*/ 710 w 711"/>
                <a:gd name="T97" fmla="*/ 400 h 587"/>
                <a:gd name="T98" fmla="*/ 687 w 711"/>
                <a:gd name="T99" fmla="*/ 332 h 587"/>
                <a:gd name="T100" fmla="*/ 627 w 711"/>
                <a:gd name="T101" fmla="*/ 268 h 587"/>
                <a:gd name="T102" fmla="*/ 583 w 711"/>
                <a:gd name="T103" fmla="*/ 249 h 587"/>
                <a:gd name="T104" fmla="*/ 533 w 711"/>
                <a:gd name="T105" fmla="*/ 241 h 587"/>
                <a:gd name="T106" fmla="*/ 464 w 711"/>
                <a:gd name="T107" fmla="*/ 255 h 587"/>
                <a:gd name="T108" fmla="*/ 407 w 711"/>
                <a:gd name="T109" fmla="*/ 294 h 587"/>
                <a:gd name="T110" fmla="*/ 370 w 711"/>
                <a:gd name="T111" fmla="*/ 350 h 587"/>
                <a:gd name="T112" fmla="*/ 356 w 711"/>
                <a:gd name="T113" fmla="*/ 420 h 587"/>
                <a:gd name="T114" fmla="*/ 51 w 711"/>
                <a:gd name="T115" fmla="*/ 438 h 587"/>
                <a:gd name="T116" fmla="*/ 33 w 711"/>
                <a:gd name="T117" fmla="*/ 426 h 587"/>
                <a:gd name="T118" fmla="*/ 27 w 711"/>
                <a:gd name="T119" fmla="*/ 221 h 587"/>
                <a:gd name="T120" fmla="*/ 27 w 711"/>
                <a:gd name="T121" fmla="*/ 193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1" h="587">
                  <a:moveTo>
                    <a:pt x="655" y="290"/>
                  </a:moveTo>
                  <a:lnTo>
                    <a:pt x="655" y="290"/>
                  </a:lnTo>
                  <a:lnTo>
                    <a:pt x="655" y="289"/>
                  </a:lnTo>
                  <a:lnTo>
                    <a:pt x="655" y="57"/>
                  </a:lnTo>
                  <a:lnTo>
                    <a:pt x="655" y="51"/>
                  </a:lnTo>
                  <a:lnTo>
                    <a:pt x="654" y="46"/>
                  </a:lnTo>
                  <a:lnTo>
                    <a:pt x="653" y="40"/>
                  </a:lnTo>
                  <a:lnTo>
                    <a:pt x="651" y="35"/>
                  </a:lnTo>
                  <a:lnTo>
                    <a:pt x="645" y="25"/>
                  </a:lnTo>
                  <a:lnTo>
                    <a:pt x="638" y="17"/>
                  </a:lnTo>
                  <a:lnTo>
                    <a:pt x="630" y="9"/>
                  </a:lnTo>
                  <a:lnTo>
                    <a:pt x="620" y="4"/>
                  </a:lnTo>
                  <a:lnTo>
                    <a:pt x="615" y="2"/>
                  </a:lnTo>
                  <a:lnTo>
                    <a:pt x="609" y="1"/>
                  </a:lnTo>
                  <a:lnTo>
                    <a:pt x="604" y="0"/>
                  </a:lnTo>
                  <a:lnTo>
                    <a:pt x="598" y="0"/>
                  </a:lnTo>
                  <a:lnTo>
                    <a:pt x="386" y="0"/>
                  </a:lnTo>
                  <a:lnTo>
                    <a:pt x="380" y="1"/>
                  </a:lnTo>
                  <a:lnTo>
                    <a:pt x="375" y="4"/>
                  </a:lnTo>
                  <a:lnTo>
                    <a:pt x="373" y="8"/>
                  </a:lnTo>
                  <a:lnTo>
                    <a:pt x="372" y="14"/>
                  </a:lnTo>
                  <a:lnTo>
                    <a:pt x="373" y="19"/>
                  </a:lnTo>
                  <a:lnTo>
                    <a:pt x="375" y="23"/>
                  </a:lnTo>
                  <a:lnTo>
                    <a:pt x="380" y="27"/>
                  </a:lnTo>
                  <a:lnTo>
                    <a:pt x="386" y="28"/>
                  </a:lnTo>
                  <a:lnTo>
                    <a:pt x="598" y="28"/>
                  </a:lnTo>
                  <a:lnTo>
                    <a:pt x="604" y="28"/>
                  </a:lnTo>
                  <a:lnTo>
                    <a:pt x="609" y="30"/>
                  </a:lnTo>
                  <a:lnTo>
                    <a:pt x="614" y="33"/>
                  </a:lnTo>
                  <a:lnTo>
                    <a:pt x="619" y="36"/>
                  </a:lnTo>
                  <a:lnTo>
                    <a:pt x="623" y="41"/>
                  </a:lnTo>
                  <a:lnTo>
                    <a:pt x="625" y="46"/>
                  </a:lnTo>
                  <a:lnTo>
                    <a:pt x="627" y="51"/>
                  </a:lnTo>
                  <a:lnTo>
                    <a:pt x="627" y="57"/>
                  </a:lnTo>
                  <a:lnTo>
                    <a:pt x="627" y="86"/>
                  </a:lnTo>
                  <a:lnTo>
                    <a:pt x="27" y="86"/>
                  </a:lnTo>
                  <a:lnTo>
                    <a:pt x="27" y="57"/>
                  </a:lnTo>
                  <a:lnTo>
                    <a:pt x="28" y="51"/>
                  </a:lnTo>
                  <a:lnTo>
                    <a:pt x="30" y="46"/>
                  </a:lnTo>
                  <a:lnTo>
                    <a:pt x="33" y="41"/>
                  </a:lnTo>
                  <a:lnTo>
                    <a:pt x="36" y="36"/>
                  </a:lnTo>
                  <a:lnTo>
                    <a:pt x="40" y="33"/>
                  </a:lnTo>
                  <a:lnTo>
                    <a:pt x="46" y="30"/>
                  </a:lnTo>
                  <a:lnTo>
                    <a:pt x="51" y="28"/>
                  </a:lnTo>
                  <a:lnTo>
                    <a:pt x="57" y="28"/>
                  </a:lnTo>
                  <a:lnTo>
                    <a:pt x="269" y="28"/>
                  </a:lnTo>
                  <a:lnTo>
                    <a:pt x="274" y="27"/>
                  </a:lnTo>
                  <a:lnTo>
                    <a:pt x="280" y="23"/>
                  </a:lnTo>
                  <a:lnTo>
                    <a:pt x="282" y="19"/>
                  </a:lnTo>
                  <a:lnTo>
                    <a:pt x="283" y="14"/>
                  </a:lnTo>
                  <a:lnTo>
                    <a:pt x="282" y="8"/>
                  </a:lnTo>
                  <a:lnTo>
                    <a:pt x="280" y="4"/>
                  </a:lnTo>
                  <a:lnTo>
                    <a:pt x="274" y="1"/>
                  </a:lnTo>
                  <a:lnTo>
                    <a:pt x="269" y="0"/>
                  </a:lnTo>
                  <a:lnTo>
                    <a:pt x="57" y="0"/>
                  </a:lnTo>
                  <a:lnTo>
                    <a:pt x="51" y="0"/>
                  </a:lnTo>
                  <a:lnTo>
                    <a:pt x="46" y="1"/>
                  </a:lnTo>
                  <a:lnTo>
                    <a:pt x="40" y="2"/>
                  </a:lnTo>
                  <a:lnTo>
                    <a:pt x="35" y="4"/>
                  </a:lnTo>
                  <a:lnTo>
                    <a:pt x="25" y="9"/>
                  </a:lnTo>
                  <a:lnTo>
                    <a:pt x="17" y="17"/>
                  </a:lnTo>
                  <a:lnTo>
                    <a:pt x="9" y="25"/>
                  </a:lnTo>
                  <a:lnTo>
                    <a:pt x="5" y="35"/>
                  </a:lnTo>
                  <a:lnTo>
                    <a:pt x="3" y="40"/>
                  </a:lnTo>
                  <a:lnTo>
                    <a:pt x="1" y="46"/>
                  </a:lnTo>
                  <a:lnTo>
                    <a:pt x="1" y="51"/>
                  </a:lnTo>
                  <a:lnTo>
                    <a:pt x="0" y="57"/>
                  </a:lnTo>
                  <a:lnTo>
                    <a:pt x="0" y="409"/>
                  </a:lnTo>
                  <a:lnTo>
                    <a:pt x="1" y="415"/>
                  </a:lnTo>
                  <a:lnTo>
                    <a:pt x="1" y="421"/>
                  </a:lnTo>
                  <a:lnTo>
                    <a:pt x="3" y="426"/>
                  </a:lnTo>
                  <a:lnTo>
                    <a:pt x="5" y="431"/>
                  </a:lnTo>
                  <a:lnTo>
                    <a:pt x="9" y="441"/>
                  </a:lnTo>
                  <a:lnTo>
                    <a:pt x="17" y="450"/>
                  </a:lnTo>
                  <a:lnTo>
                    <a:pt x="25" y="457"/>
                  </a:lnTo>
                  <a:lnTo>
                    <a:pt x="35" y="463"/>
                  </a:lnTo>
                  <a:lnTo>
                    <a:pt x="40" y="464"/>
                  </a:lnTo>
                  <a:lnTo>
                    <a:pt x="46" y="466"/>
                  </a:lnTo>
                  <a:lnTo>
                    <a:pt x="51" y="466"/>
                  </a:lnTo>
                  <a:lnTo>
                    <a:pt x="57" y="467"/>
                  </a:lnTo>
                  <a:lnTo>
                    <a:pt x="362" y="467"/>
                  </a:lnTo>
                  <a:lnTo>
                    <a:pt x="365" y="476"/>
                  </a:lnTo>
                  <a:lnTo>
                    <a:pt x="369" y="486"/>
                  </a:lnTo>
                  <a:lnTo>
                    <a:pt x="373" y="496"/>
                  </a:lnTo>
                  <a:lnTo>
                    <a:pt x="377" y="505"/>
                  </a:lnTo>
                  <a:lnTo>
                    <a:pt x="383" y="514"/>
                  </a:lnTo>
                  <a:lnTo>
                    <a:pt x="389" y="523"/>
                  </a:lnTo>
                  <a:lnTo>
                    <a:pt x="395" y="531"/>
                  </a:lnTo>
                  <a:lnTo>
                    <a:pt x="402" y="540"/>
                  </a:lnTo>
                  <a:lnTo>
                    <a:pt x="409" y="547"/>
                  </a:lnTo>
                  <a:lnTo>
                    <a:pt x="417" y="554"/>
                  </a:lnTo>
                  <a:lnTo>
                    <a:pt x="425" y="560"/>
                  </a:lnTo>
                  <a:lnTo>
                    <a:pt x="434" y="567"/>
                  </a:lnTo>
                  <a:lnTo>
                    <a:pt x="443" y="572"/>
                  </a:lnTo>
                  <a:lnTo>
                    <a:pt x="452" y="577"/>
                  </a:lnTo>
                  <a:lnTo>
                    <a:pt x="462" y="583"/>
                  </a:lnTo>
                  <a:lnTo>
                    <a:pt x="472" y="586"/>
                  </a:lnTo>
                  <a:lnTo>
                    <a:pt x="474" y="587"/>
                  </a:lnTo>
                  <a:lnTo>
                    <a:pt x="477" y="587"/>
                  </a:lnTo>
                  <a:lnTo>
                    <a:pt x="481" y="586"/>
                  </a:lnTo>
                  <a:lnTo>
                    <a:pt x="484" y="585"/>
                  </a:lnTo>
                  <a:lnTo>
                    <a:pt x="488" y="582"/>
                  </a:lnTo>
                  <a:lnTo>
                    <a:pt x="490" y="578"/>
                  </a:lnTo>
                  <a:lnTo>
                    <a:pt x="491" y="572"/>
                  </a:lnTo>
                  <a:lnTo>
                    <a:pt x="489" y="568"/>
                  </a:lnTo>
                  <a:lnTo>
                    <a:pt x="487" y="563"/>
                  </a:lnTo>
                  <a:lnTo>
                    <a:pt x="481" y="560"/>
                  </a:lnTo>
                  <a:lnTo>
                    <a:pt x="470" y="556"/>
                  </a:lnTo>
                  <a:lnTo>
                    <a:pt x="460" y="551"/>
                  </a:lnTo>
                  <a:lnTo>
                    <a:pt x="450" y="544"/>
                  </a:lnTo>
                  <a:lnTo>
                    <a:pt x="442" y="538"/>
                  </a:lnTo>
                  <a:lnTo>
                    <a:pt x="433" y="530"/>
                  </a:lnTo>
                  <a:lnTo>
                    <a:pt x="424" y="523"/>
                  </a:lnTo>
                  <a:lnTo>
                    <a:pt x="417" y="514"/>
                  </a:lnTo>
                  <a:lnTo>
                    <a:pt x="410" y="505"/>
                  </a:lnTo>
                  <a:lnTo>
                    <a:pt x="404" y="496"/>
                  </a:lnTo>
                  <a:lnTo>
                    <a:pt x="399" y="486"/>
                  </a:lnTo>
                  <a:lnTo>
                    <a:pt x="394" y="475"/>
                  </a:lnTo>
                  <a:lnTo>
                    <a:pt x="390" y="465"/>
                  </a:lnTo>
                  <a:lnTo>
                    <a:pt x="387" y="454"/>
                  </a:lnTo>
                  <a:lnTo>
                    <a:pt x="385" y="442"/>
                  </a:lnTo>
                  <a:lnTo>
                    <a:pt x="384" y="431"/>
                  </a:lnTo>
                  <a:lnTo>
                    <a:pt x="383" y="420"/>
                  </a:lnTo>
                  <a:lnTo>
                    <a:pt x="384" y="403"/>
                  </a:lnTo>
                  <a:lnTo>
                    <a:pt x="386" y="390"/>
                  </a:lnTo>
                  <a:lnTo>
                    <a:pt x="390" y="374"/>
                  </a:lnTo>
                  <a:lnTo>
                    <a:pt x="394" y="361"/>
                  </a:lnTo>
                  <a:lnTo>
                    <a:pt x="401" y="348"/>
                  </a:lnTo>
                  <a:lnTo>
                    <a:pt x="408" y="336"/>
                  </a:lnTo>
                  <a:lnTo>
                    <a:pt x="417" y="324"/>
                  </a:lnTo>
                  <a:lnTo>
                    <a:pt x="427" y="313"/>
                  </a:lnTo>
                  <a:lnTo>
                    <a:pt x="437" y="304"/>
                  </a:lnTo>
                  <a:lnTo>
                    <a:pt x="449" y="295"/>
                  </a:lnTo>
                  <a:lnTo>
                    <a:pt x="462" y="288"/>
                  </a:lnTo>
                  <a:lnTo>
                    <a:pt x="475" y="281"/>
                  </a:lnTo>
                  <a:lnTo>
                    <a:pt x="489" y="276"/>
                  </a:lnTo>
                  <a:lnTo>
                    <a:pt x="503" y="272"/>
                  </a:lnTo>
                  <a:lnTo>
                    <a:pt x="518" y="270"/>
                  </a:lnTo>
                  <a:lnTo>
                    <a:pt x="533" y="269"/>
                  </a:lnTo>
                  <a:lnTo>
                    <a:pt x="548" y="270"/>
                  </a:lnTo>
                  <a:lnTo>
                    <a:pt x="563" y="272"/>
                  </a:lnTo>
                  <a:lnTo>
                    <a:pt x="578" y="276"/>
                  </a:lnTo>
                  <a:lnTo>
                    <a:pt x="592" y="281"/>
                  </a:lnTo>
                  <a:lnTo>
                    <a:pt x="605" y="288"/>
                  </a:lnTo>
                  <a:lnTo>
                    <a:pt x="616" y="295"/>
                  </a:lnTo>
                  <a:lnTo>
                    <a:pt x="628" y="304"/>
                  </a:lnTo>
                  <a:lnTo>
                    <a:pt x="639" y="313"/>
                  </a:lnTo>
                  <a:lnTo>
                    <a:pt x="649" y="324"/>
                  </a:lnTo>
                  <a:lnTo>
                    <a:pt x="657" y="336"/>
                  </a:lnTo>
                  <a:lnTo>
                    <a:pt x="665" y="348"/>
                  </a:lnTo>
                  <a:lnTo>
                    <a:pt x="671" y="361"/>
                  </a:lnTo>
                  <a:lnTo>
                    <a:pt x="676" y="374"/>
                  </a:lnTo>
                  <a:lnTo>
                    <a:pt x="680" y="390"/>
                  </a:lnTo>
                  <a:lnTo>
                    <a:pt x="682" y="403"/>
                  </a:lnTo>
                  <a:lnTo>
                    <a:pt x="683" y="420"/>
                  </a:lnTo>
                  <a:lnTo>
                    <a:pt x="683" y="430"/>
                  </a:lnTo>
                  <a:lnTo>
                    <a:pt x="681" y="442"/>
                  </a:lnTo>
                  <a:lnTo>
                    <a:pt x="679" y="453"/>
                  </a:lnTo>
                  <a:lnTo>
                    <a:pt x="676" y="464"/>
                  </a:lnTo>
                  <a:lnTo>
                    <a:pt x="672" y="474"/>
                  </a:lnTo>
                  <a:lnTo>
                    <a:pt x="668" y="484"/>
                  </a:lnTo>
                  <a:lnTo>
                    <a:pt x="663" y="494"/>
                  </a:lnTo>
                  <a:lnTo>
                    <a:pt x="657" y="503"/>
                  </a:lnTo>
                  <a:lnTo>
                    <a:pt x="651" y="512"/>
                  </a:lnTo>
                  <a:lnTo>
                    <a:pt x="643" y="520"/>
                  </a:lnTo>
                  <a:lnTo>
                    <a:pt x="636" y="528"/>
                  </a:lnTo>
                  <a:lnTo>
                    <a:pt x="627" y="536"/>
                  </a:lnTo>
                  <a:lnTo>
                    <a:pt x="619" y="542"/>
                  </a:lnTo>
                  <a:lnTo>
                    <a:pt x="609" y="548"/>
                  </a:lnTo>
                  <a:lnTo>
                    <a:pt x="599" y="554"/>
                  </a:lnTo>
                  <a:lnTo>
                    <a:pt x="589" y="558"/>
                  </a:lnTo>
                  <a:lnTo>
                    <a:pt x="584" y="561"/>
                  </a:lnTo>
                  <a:lnTo>
                    <a:pt x="581" y="566"/>
                  </a:lnTo>
                  <a:lnTo>
                    <a:pt x="580" y="571"/>
                  </a:lnTo>
                  <a:lnTo>
                    <a:pt x="581" y="576"/>
                  </a:lnTo>
                  <a:lnTo>
                    <a:pt x="584" y="582"/>
                  </a:lnTo>
                  <a:lnTo>
                    <a:pt x="589" y="584"/>
                  </a:lnTo>
                  <a:lnTo>
                    <a:pt x="594" y="585"/>
                  </a:lnTo>
                  <a:lnTo>
                    <a:pt x="599" y="584"/>
                  </a:lnTo>
                  <a:lnTo>
                    <a:pt x="611" y="580"/>
                  </a:lnTo>
                  <a:lnTo>
                    <a:pt x="623" y="573"/>
                  </a:lnTo>
                  <a:lnTo>
                    <a:pt x="634" y="566"/>
                  </a:lnTo>
                  <a:lnTo>
                    <a:pt x="644" y="558"/>
                  </a:lnTo>
                  <a:lnTo>
                    <a:pt x="654" y="549"/>
                  </a:lnTo>
                  <a:lnTo>
                    <a:pt x="663" y="541"/>
                  </a:lnTo>
                  <a:lnTo>
                    <a:pt x="671" y="530"/>
                  </a:lnTo>
                  <a:lnTo>
                    <a:pt x="680" y="520"/>
                  </a:lnTo>
                  <a:lnTo>
                    <a:pt x="686" y="509"/>
                  </a:lnTo>
                  <a:lnTo>
                    <a:pt x="693" y="497"/>
                  </a:lnTo>
                  <a:lnTo>
                    <a:pt x="698" y="485"/>
                  </a:lnTo>
                  <a:lnTo>
                    <a:pt x="702" y="472"/>
                  </a:lnTo>
                  <a:lnTo>
                    <a:pt x="707" y="459"/>
                  </a:lnTo>
                  <a:lnTo>
                    <a:pt x="709" y="446"/>
                  </a:lnTo>
                  <a:lnTo>
                    <a:pt x="710" y="432"/>
                  </a:lnTo>
                  <a:lnTo>
                    <a:pt x="711" y="420"/>
                  </a:lnTo>
                  <a:lnTo>
                    <a:pt x="710" y="400"/>
                  </a:lnTo>
                  <a:lnTo>
                    <a:pt x="707" y="382"/>
                  </a:lnTo>
                  <a:lnTo>
                    <a:pt x="702" y="365"/>
                  </a:lnTo>
                  <a:lnTo>
                    <a:pt x="696" y="348"/>
                  </a:lnTo>
                  <a:lnTo>
                    <a:pt x="687" y="332"/>
                  </a:lnTo>
                  <a:lnTo>
                    <a:pt x="679" y="317"/>
                  </a:lnTo>
                  <a:lnTo>
                    <a:pt x="667" y="303"/>
                  </a:lnTo>
                  <a:lnTo>
                    <a:pt x="655" y="290"/>
                  </a:lnTo>
                  <a:close/>
                  <a:moveTo>
                    <a:pt x="627" y="268"/>
                  </a:moveTo>
                  <a:lnTo>
                    <a:pt x="616" y="263"/>
                  </a:lnTo>
                  <a:lnTo>
                    <a:pt x="606" y="257"/>
                  </a:lnTo>
                  <a:lnTo>
                    <a:pt x="595" y="252"/>
                  </a:lnTo>
                  <a:lnTo>
                    <a:pt x="583" y="249"/>
                  </a:lnTo>
                  <a:lnTo>
                    <a:pt x="571" y="246"/>
                  </a:lnTo>
                  <a:lnTo>
                    <a:pt x="558" y="244"/>
                  </a:lnTo>
                  <a:lnTo>
                    <a:pt x="546" y="242"/>
                  </a:lnTo>
                  <a:lnTo>
                    <a:pt x="533" y="241"/>
                  </a:lnTo>
                  <a:lnTo>
                    <a:pt x="514" y="242"/>
                  </a:lnTo>
                  <a:lnTo>
                    <a:pt x="497" y="245"/>
                  </a:lnTo>
                  <a:lnTo>
                    <a:pt x="480" y="250"/>
                  </a:lnTo>
                  <a:lnTo>
                    <a:pt x="464" y="255"/>
                  </a:lnTo>
                  <a:lnTo>
                    <a:pt x="448" y="263"/>
                  </a:lnTo>
                  <a:lnTo>
                    <a:pt x="434" y="271"/>
                  </a:lnTo>
                  <a:lnTo>
                    <a:pt x="420" y="282"/>
                  </a:lnTo>
                  <a:lnTo>
                    <a:pt x="407" y="294"/>
                  </a:lnTo>
                  <a:lnTo>
                    <a:pt x="395" y="306"/>
                  </a:lnTo>
                  <a:lnTo>
                    <a:pt x="386" y="320"/>
                  </a:lnTo>
                  <a:lnTo>
                    <a:pt x="377" y="335"/>
                  </a:lnTo>
                  <a:lnTo>
                    <a:pt x="370" y="350"/>
                  </a:lnTo>
                  <a:lnTo>
                    <a:pt x="363" y="367"/>
                  </a:lnTo>
                  <a:lnTo>
                    <a:pt x="359" y="383"/>
                  </a:lnTo>
                  <a:lnTo>
                    <a:pt x="356" y="401"/>
                  </a:lnTo>
                  <a:lnTo>
                    <a:pt x="356" y="420"/>
                  </a:lnTo>
                  <a:lnTo>
                    <a:pt x="356" y="429"/>
                  </a:lnTo>
                  <a:lnTo>
                    <a:pt x="357" y="439"/>
                  </a:lnTo>
                  <a:lnTo>
                    <a:pt x="57" y="439"/>
                  </a:lnTo>
                  <a:lnTo>
                    <a:pt x="51" y="438"/>
                  </a:lnTo>
                  <a:lnTo>
                    <a:pt x="46" y="437"/>
                  </a:lnTo>
                  <a:lnTo>
                    <a:pt x="40" y="434"/>
                  </a:lnTo>
                  <a:lnTo>
                    <a:pt x="36" y="430"/>
                  </a:lnTo>
                  <a:lnTo>
                    <a:pt x="33" y="426"/>
                  </a:lnTo>
                  <a:lnTo>
                    <a:pt x="30" y="421"/>
                  </a:lnTo>
                  <a:lnTo>
                    <a:pt x="28" y="415"/>
                  </a:lnTo>
                  <a:lnTo>
                    <a:pt x="27" y="409"/>
                  </a:lnTo>
                  <a:lnTo>
                    <a:pt x="27" y="221"/>
                  </a:lnTo>
                  <a:lnTo>
                    <a:pt x="627" y="221"/>
                  </a:lnTo>
                  <a:lnTo>
                    <a:pt x="627" y="268"/>
                  </a:lnTo>
                  <a:close/>
                  <a:moveTo>
                    <a:pt x="627" y="193"/>
                  </a:moveTo>
                  <a:lnTo>
                    <a:pt x="27" y="193"/>
                  </a:lnTo>
                  <a:lnTo>
                    <a:pt x="27" y="114"/>
                  </a:lnTo>
                  <a:lnTo>
                    <a:pt x="627" y="114"/>
                  </a:lnTo>
                  <a:lnTo>
                    <a:pt x="627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209">
              <a:extLst>
                <a:ext uri="{FF2B5EF4-FFF2-40B4-BE49-F238E27FC236}">
                  <a16:creationId xmlns:a16="http://schemas.microsoft.com/office/drawing/2014/main" id="{CEA90038-1194-4EE1-A286-83C92547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4051" y="1244601"/>
              <a:ext cx="63500" cy="130175"/>
            </a:xfrm>
            <a:custGeom>
              <a:avLst/>
              <a:gdLst>
                <a:gd name="T0" fmla="*/ 47 w 120"/>
                <a:gd name="T1" fmla="*/ 109 h 246"/>
                <a:gd name="T2" fmla="*/ 33 w 120"/>
                <a:gd name="T3" fmla="*/ 98 h 246"/>
                <a:gd name="T4" fmla="*/ 28 w 120"/>
                <a:gd name="T5" fmla="*/ 83 h 246"/>
                <a:gd name="T6" fmla="*/ 33 w 120"/>
                <a:gd name="T7" fmla="*/ 67 h 246"/>
                <a:gd name="T8" fmla="*/ 47 w 120"/>
                <a:gd name="T9" fmla="*/ 57 h 246"/>
                <a:gd name="T10" fmla="*/ 66 w 120"/>
                <a:gd name="T11" fmla="*/ 55 h 246"/>
                <a:gd name="T12" fmla="*/ 83 w 120"/>
                <a:gd name="T13" fmla="*/ 62 h 246"/>
                <a:gd name="T14" fmla="*/ 92 w 120"/>
                <a:gd name="T15" fmla="*/ 76 h 246"/>
                <a:gd name="T16" fmla="*/ 96 w 120"/>
                <a:gd name="T17" fmla="*/ 92 h 246"/>
                <a:gd name="T18" fmla="*/ 111 w 120"/>
                <a:gd name="T19" fmla="*/ 96 h 246"/>
                <a:gd name="T20" fmla="*/ 120 w 120"/>
                <a:gd name="T21" fmla="*/ 83 h 246"/>
                <a:gd name="T22" fmla="*/ 112 w 120"/>
                <a:gd name="T23" fmla="*/ 55 h 246"/>
                <a:gd name="T24" fmla="*/ 92 w 120"/>
                <a:gd name="T25" fmla="*/ 36 h 246"/>
                <a:gd name="T26" fmla="*/ 74 w 120"/>
                <a:gd name="T27" fmla="*/ 14 h 246"/>
                <a:gd name="T28" fmla="*/ 65 w 120"/>
                <a:gd name="T29" fmla="*/ 1 h 246"/>
                <a:gd name="T30" fmla="*/ 50 w 120"/>
                <a:gd name="T31" fmla="*/ 4 h 246"/>
                <a:gd name="T32" fmla="*/ 46 w 120"/>
                <a:gd name="T33" fmla="*/ 28 h 246"/>
                <a:gd name="T34" fmla="*/ 20 w 120"/>
                <a:gd name="T35" fmla="*/ 41 h 246"/>
                <a:gd name="T36" fmla="*/ 3 w 120"/>
                <a:gd name="T37" fmla="*/ 63 h 246"/>
                <a:gd name="T38" fmla="*/ 0 w 120"/>
                <a:gd name="T39" fmla="*/ 88 h 246"/>
                <a:gd name="T40" fmla="*/ 4 w 120"/>
                <a:gd name="T41" fmla="*/ 104 h 246"/>
                <a:gd name="T42" fmla="*/ 14 w 120"/>
                <a:gd name="T43" fmla="*/ 118 h 246"/>
                <a:gd name="T44" fmla="*/ 36 w 120"/>
                <a:gd name="T45" fmla="*/ 134 h 246"/>
                <a:gd name="T46" fmla="*/ 53 w 120"/>
                <a:gd name="T47" fmla="*/ 139 h 246"/>
                <a:gd name="T48" fmla="*/ 73 w 120"/>
                <a:gd name="T49" fmla="*/ 141 h 246"/>
                <a:gd name="T50" fmla="*/ 87 w 120"/>
                <a:gd name="T51" fmla="*/ 150 h 246"/>
                <a:gd name="T52" fmla="*/ 92 w 120"/>
                <a:gd name="T53" fmla="*/ 167 h 246"/>
                <a:gd name="T54" fmla="*/ 87 w 120"/>
                <a:gd name="T55" fmla="*/ 183 h 246"/>
                <a:gd name="T56" fmla="*/ 73 w 120"/>
                <a:gd name="T57" fmla="*/ 192 h 246"/>
                <a:gd name="T58" fmla="*/ 53 w 120"/>
                <a:gd name="T59" fmla="*/ 194 h 246"/>
                <a:gd name="T60" fmla="*/ 37 w 120"/>
                <a:gd name="T61" fmla="*/ 187 h 246"/>
                <a:gd name="T62" fmla="*/ 29 w 120"/>
                <a:gd name="T63" fmla="*/ 172 h 246"/>
                <a:gd name="T64" fmla="*/ 23 w 120"/>
                <a:gd name="T65" fmla="*/ 157 h 246"/>
                <a:gd name="T66" fmla="*/ 8 w 120"/>
                <a:gd name="T67" fmla="*/ 154 h 246"/>
                <a:gd name="T68" fmla="*/ 0 w 120"/>
                <a:gd name="T69" fmla="*/ 167 h 246"/>
                <a:gd name="T70" fmla="*/ 7 w 120"/>
                <a:gd name="T71" fmla="*/ 194 h 246"/>
                <a:gd name="T72" fmla="*/ 28 w 120"/>
                <a:gd name="T73" fmla="*/ 214 h 246"/>
                <a:gd name="T74" fmla="*/ 46 w 120"/>
                <a:gd name="T75" fmla="*/ 232 h 246"/>
                <a:gd name="T76" fmla="*/ 54 w 120"/>
                <a:gd name="T77" fmla="*/ 245 h 246"/>
                <a:gd name="T78" fmla="*/ 69 w 120"/>
                <a:gd name="T79" fmla="*/ 242 h 246"/>
                <a:gd name="T80" fmla="*/ 74 w 120"/>
                <a:gd name="T81" fmla="*/ 221 h 246"/>
                <a:gd name="T82" fmla="*/ 100 w 120"/>
                <a:gd name="T83" fmla="*/ 208 h 246"/>
                <a:gd name="T84" fmla="*/ 117 w 120"/>
                <a:gd name="T85" fmla="*/ 186 h 246"/>
                <a:gd name="T86" fmla="*/ 120 w 120"/>
                <a:gd name="T87" fmla="*/ 161 h 246"/>
                <a:gd name="T88" fmla="*/ 116 w 120"/>
                <a:gd name="T89" fmla="*/ 145 h 246"/>
                <a:gd name="T90" fmla="*/ 107 w 120"/>
                <a:gd name="T91" fmla="*/ 131 h 246"/>
                <a:gd name="T92" fmla="*/ 83 w 120"/>
                <a:gd name="T93" fmla="*/ 115 h 246"/>
                <a:gd name="T94" fmla="*/ 66 w 120"/>
                <a:gd name="T95" fmla="*/ 111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0" h="246">
                  <a:moveTo>
                    <a:pt x="60" y="111"/>
                  </a:moveTo>
                  <a:lnTo>
                    <a:pt x="53" y="110"/>
                  </a:lnTo>
                  <a:lnTo>
                    <a:pt x="47" y="109"/>
                  </a:lnTo>
                  <a:lnTo>
                    <a:pt x="41" y="105"/>
                  </a:lnTo>
                  <a:lnTo>
                    <a:pt x="37" y="102"/>
                  </a:lnTo>
                  <a:lnTo>
                    <a:pt x="33" y="98"/>
                  </a:lnTo>
                  <a:lnTo>
                    <a:pt x="30" y="94"/>
                  </a:lnTo>
                  <a:lnTo>
                    <a:pt x="29" y="88"/>
                  </a:lnTo>
                  <a:lnTo>
                    <a:pt x="28" y="83"/>
                  </a:lnTo>
                  <a:lnTo>
                    <a:pt x="29" y="76"/>
                  </a:lnTo>
                  <a:lnTo>
                    <a:pt x="30" y="72"/>
                  </a:lnTo>
                  <a:lnTo>
                    <a:pt x="33" y="67"/>
                  </a:lnTo>
                  <a:lnTo>
                    <a:pt x="37" y="62"/>
                  </a:lnTo>
                  <a:lnTo>
                    <a:pt x="41" y="59"/>
                  </a:lnTo>
                  <a:lnTo>
                    <a:pt x="47" y="57"/>
                  </a:lnTo>
                  <a:lnTo>
                    <a:pt x="53" y="55"/>
                  </a:lnTo>
                  <a:lnTo>
                    <a:pt x="60" y="54"/>
                  </a:lnTo>
                  <a:lnTo>
                    <a:pt x="66" y="55"/>
                  </a:lnTo>
                  <a:lnTo>
                    <a:pt x="73" y="57"/>
                  </a:lnTo>
                  <a:lnTo>
                    <a:pt x="78" y="59"/>
                  </a:lnTo>
                  <a:lnTo>
                    <a:pt x="83" y="62"/>
                  </a:lnTo>
                  <a:lnTo>
                    <a:pt x="87" y="67"/>
                  </a:lnTo>
                  <a:lnTo>
                    <a:pt x="90" y="72"/>
                  </a:lnTo>
                  <a:lnTo>
                    <a:pt x="92" y="76"/>
                  </a:lnTo>
                  <a:lnTo>
                    <a:pt x="92" y="83"/>
                  </a:lnTo>
                  <a:lnTo>
                    <a:pt x="93" y="88"/>
                  </a:lnTo>
                  <a:lnTo>
                    <a:pt x="96" y="92"/>
                  </a:lnTo>
                  <a:lnTo>
                    <a:pt x="100" y="96"/>
                  </a:lnTo>
                  <a:lnTo>
                    <a:pt x="106" y="97"/>
                  </a:lnTo>
                  <a:lnTo>
                    <a:pt x="111" y="96"/>
                  </a:lnTo>
                  <a:lnTo>
                    <a:pt x="117" y="92"/>
                  </a:lnTo>
                  <a:lnTo>
                    <a:pt x="119" y="88"/>
                  </a:lnTo>
                  <a:lnTo>
                    <a:pt x="120" y="83"/>
                  </a:lnTo>
                  <a:lnTo>
                    <a:pt x="119" y="73"/>
                  </a:lnTo>
                  <a:lnTo>
                    <a:pt x="117" y="63"/>
                  </a:lnTo>
                  <a:lnTo>
                    <a:pt x="112" y="55"/>
                  </a:lnTo>
                  <a:lnTo>
                    <a:pt x="107" y="47"/>
                  </a:lnTo>
                  <a:lnTo>
                    <a:pt x="100" y="41"/>
                  </a:lnTo>
                  <a:lnTo>
                    <a:pt x="92" y="36"/>
                  </a:lnTo>
                  <a:lnTo>
                    <a:pt x="83" y="31"/>
                  </a:lnTo>
                  <a:lnTo>
                    <a:pt x="74" y="28"/>
                  </a:lnTo>
                  <a:lnTo>
                    <a:pt x="74" y="14"/>
                  </a:lnTo>
                  <a:lnTo>
                    <a:pt x="73" y="9"/>
                  </a:lnTo>
                  <a:lnTo>
                    <a:pt x="69" y="4"/>
                  </a:lnTo>
                  <a:lnTo>
                    <a:pt x="65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50" y="4"/>
                  </a:lnTo>
                  <a:lnTo>
                    <a:pt x="47" y="9"/>
                  </a:lnTo>
                  <a:lnTo>
                    <a:pt x="46" y="14"/>
                  </a:lnTo>
                  <a:lnTo>
                    <a:pt x="46" y="28"/>
                  </a:lnTo>
                  <a:lnTo>
                    <a:pt x="36" y="31"/>
                  </a:lnTo>
                  <a:lnTo>
                    <a:pt x="28" y="36"/>
                  </a:lnTo>
                  <a:lnTo>
                    <a:pt x="20" y="41"/>
                  </a:lnTo>
                  <a:lnTo>
                    <a:pt x="13" y="47"/>
                  </a:lnTo>
                  <a:lnTo>
                    <a:pt x="7" y="55"/>
                  </a:lnTo>
                  <a:lnTo>
                    <a:pt x="3" y="63"/>
                  </a:lnTo>
                  <a:lnTo>
                    <a:pt x="1" y="73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1" y="94"/>
                  </a:lnTo>
                  <a:lnTo>
                    <a:pt x="3" y="99"/>
                  </a:lnTo>
                  <a:lnTo>
                    <a:pt x="4" y="104"/>
                  </a:lnTo>
                  <a:lnTo>
                    <a:pt x="7" y="110"/>
                  </a:lnTo>
                  <a:lnTo>
                    <a:pt x="10" y="114"/>
                  </a:lnTo>
                  <a:lnTo>
                    <a:pt x="14" y="118"/>
                  </a:lnTo>
                  <a:lnTo>
                    <a:pt x="18" y="123"/>
                  </a:lnTo>
                  <a:lnTo>
                    <a:pt x="26" y="129"/>
                  </a:lnTo>
                  <a:lnTo>
                    <a:pt x="36" y="134"/>
                  </a:lnTo>
                  <a:lnTo>
                    <a:pt x="43" y="136"/>
                  </a:lnTo>
                  <a:lnTo>
                    <a:pt x="48" y="138"/>
                  </a:lnTo>
                  <a:lnTo>
                    <a:pt x="53" y="139"/>
                  </a:lnTo>
                  <a:lnTo>
                    <a:pt x="60" y="139"/>
                  </a:lnTo>
                  <a:lnTo>
                    <a:pt x="66" y="139"/>
                  </a:lnTo>
                  <a:lnTo>
                    <a:pt x="73" y="141"/>
                  </a:lnTo>
                  <a:lnTo>
                    <a:pt x="78" y="143"/>
                  </a:lnTo>
                  <a:lnTo>
                    <a:pt x="83" y="147"/>
                  </a:lnTo>
                  <a:lnTo>
                    <a:pt x="87" y="150"/>
                  </a:lnTo>
                  <a:lnTo>
                    <a:pt x="90" y="156"/>
                  </a:lnTo>
                  <a:lnTo>
                    <a:pt x="92" y="161"/>
                  </a:lnTo>
                  <a:lnTo>
                    <a:pt x="92" y="167"/>
                  </a:lnTo>
                  <a:lnTo>
                    <a:pt x="92" y="172"/>
                  </a:lnTo>
                  <a:lnTo>
                    <a:pt x="90" y="177"/>
                  </a:lnTo>
                  <a:lnTo>
                    <a:pt x="87" y="183"/>
                  </a:lnTo>
                  <a:lnTo>
                    <a:pt x="83" y="187"/>
                  </a:lnTo>
                  <a:lnTo>
                    <a:pt x="78" y="190"/>
                  </a:lnTo>
                  <a:lnTo>
                    <a:pt x="73" y="192"/>
                  </a:lnTo>
                  <a:lnTo>
                    <a:pt x="66" y="194"/>
                  </a:lnTo>
                  <a:lnTo>
                    <a:pt x="60" y="194"/>
                  </a:lnTo>
                  <a:lnTo>
                    <a:pt x="53" y="194"/>
                  </a:lnTo>
                  <a:lnTo>
                    <a:pt x="47" y="192"/>
                  </a:lnTo>
                  <a:lnTo>
                    <a:pt x="41" y="190"/>
                  </a:lnTo>
                  <a:lnTo>
                    <a:pt x="37" y="187"/>
                  </a:lnTo>
                  <a:lnTo>
                    <a:pt x="33" y="183"/>
                  </a:lnTo>
                  <a:lnTo>
                    <a:pt x="30" y="177"/>
                  </a:lnTo>
                  <a:lnTo>
                    <a:pt x="29" y="172"/>
                  </a:lnTo>
                  <a:lnTo>
                    <a:pt x="28" y="167"/>
                  </a:lnTo>
                  <a:lnTo>
                    <a:pt x="26" y="161"/>
                  </a:lnTo>
                  <a:lnTo>
                    <a:pt x="23" y="157"/>
                  </a:lnTo>
                  <a:lnTo>
                    <a:pt x="19" y="154"/>
                  </a:lnTo>
                  <a:lnTo>
                    <a:pt x="14" y="153"/>
                  </a:lnTo>
                  <a:lnTo>
                    <a:pt x="8" y="154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7"/>
                  </a:lnTo>
                  <a:lnTo>
                    <a:pt x="1" y="176"/>
                  </a:lnTo>
                  <a:lnTo>
                    <a:pt x="3" y="186"/>
                  </a:lnTo>
                  <a:lnTo>
                    <a:pt x="7" y="194"/>
                  </a:lnTo>
                  <a:lnTo>
                    <a:pt x="13" y="202"/>
                  </a:lnTo>
                  <a:lnTo>
                    <a:pt x="20" y="208"/>
                  </a:lnTo>
                  <a:lnTo>
                    <a:pt x="28" y="214"/>
                  </a:lnTo>
                  <a:lnTo>
                    <a:pt x="36" y="218"/>
                  </a:lnTo>
                  <a:lnTo>
                    <a:pt x="46" y="221"/>
                  </a:lnTo>
                  <a:lnTo>
                    <a:pt x="46" y="232"/>
                  </a:lnTo>
                  <a:lnTo>
                    <a:pt x="47" y="237"/>
                  </a:lnTo>
                  <a:lnTo>
                    <a:pt x="50" y="242"/>
                  </a:lnTo>
                  <a:lnTo>
                    <a:pt x="54" y="245"/>
                  </a:lnTo>
                  <a:lnTo>
                    <a:pt x="60" y="246"/>
                  </a:lnTo>
                  <a:lnTo>
                    <a:pt x="65" y="245"/>
                  </a:lnTo>
                  <a:lnTo>
                    <a:pt x="69" y="242"/>
                  </a:lnTo>
                  <a:lnTo>
                    <a:pt x="73" y="237"/>
                  </a:lnTo>
                  <a:lnTo>
                    <a:pt x="74" y="232"/>
                  </a:lnTo>
                  <a:lnTo>
                    <a:pt x="74" y="221"/>
                  </a:lnTo>
                  <a:lnTo>
                    <a:pt x="83" y="218"/>
                  </a:lnTo>
                  <a:lnTo>
                    <a:pt x="92" y="214"/>
                  </a:lnTo>
                  <a:lnTo>
                    <a:pt x="100" y="208"/>
                  </a:lnTo>
                  <a:lnTo>
                    <a:pt x="107" y="202"/>
                  </a:lnTo>
                  <a:lnTo>
                    <a:pt x="112" y="194"/>
                  </a:lnTo>
                  <a:lnTo>
                    <a:pt x="117" y="186"/>
                  </a:lnTo>
                  <a:lnTo>
                    <a:pt x="119" y="176"/>
                  </a:lnTo>
                  <a:lnTo>
                    <a:pt x="120" y="167"/>
                  </a:lnTo>
                  <a:lnTo>
                    <a:pt x="120" y="161"/>
                  </a:lnTo>
                  <a:lnTo>
                    <a:pt x="119" y="156"/>
                  </a:lnTo>
                  <a:lnTo>
                    <a:pt x="118" y="150"/>
                  </a:lnTo>
                  <a:lnTo>
                    <a:pt x="116" y="145"/>
                  </a:lnTo>
                  <a:lnTo>
                    <a:pt x="113" y="140"/>
                  </a:lnTo>
                  <a:lnTo>
                    <a:pt x="110" y="135"/>
                  </a:lnTo>
                  <a:lnTo>
                    <a:pt x="107" y="131"/>
                  </a:lnTo>
                  <a:lnTo>
                    <a:pt x="103" y="127"/>
                  </a:lnTo>
                  <a:lnTo>
                    <a:pt x="94" y="120"/>
                  </a:lnTo>
                  <a:lnTo>
                    <a:pt x="83" y="115"/>
                  </a:lnTo>
                  <a:lnTo>
                    <a:pt x="78" y="113"/>
                  </a:lnTo>
                  <a:lnTo>
                    <a:pt x="73" y="112"/>
                  </a:lnTo>
                  <a:lnTo>
                    <a:pt x="66" y="111"/>
                  </a:lnTo>
                  <a:lnTo>
                    <a:pt x="60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210">
              <a:extLst>
                <a:ext uri="{FF2B5EF4-FFF2-40B4-BE49-F238E27FC236}">
                  <a16:creationId xmlns:a16="http://schemas.microsoft.com/office/drawing/2014/main" id="{9C9E7250-DE37-4E88-9F04-144A547F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9451" y="138906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211">
              <a:extLst>
                <a:ext uri="{FF2B5EF4-FFF2-40B4-BE49-F238E27FC236}">
                  <a16:creationId xmlns:a16="http://schemas.microsoft.com/office/drawing/2014/main" id="{F9463F5E-BFF8-417E-99D4-A8F0FCBA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1501" y="1087438"/>
              <a:ext cx="15875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3" name="Freeform 212">
            <a:extLst>
              <a:ext uri="{FF2B5EF4-FFF2-40B4-BE49-F238E27FC236}">
                <a16:creationId xmlns:a16="http://schemas.microsoft.com/office/drawing/2014/main" id="{1FAAFB86-7EA4-4DAC-A186-710968C1E5FE}"/>
              </a:ext>
            </a:extLst>
          </p:cNvPr>
          <p:cNvSpPr>
            <a:spLocks noEditPoints="1"/>
          </p:cNvSpPr>
          <p:nvPr/>
        </p:nvSpPr>
        <p:spPr bwMode="auto">
          <a:xfrm>
            <a:off x="10313989" y="5478463"/>
            <a:ext cx="269875" cy="90488"/>
          </a:xfrm>
          <a:custGeom>
            <a:avLst/>
            <a:gdLst>
              <a:gd name="T0" fmla="*/ 497 w 511"/>
              <a:gd name="T1" fmla="*/ 0 h 173"/>
              <a:gd name="T2" fmla="*/ 14 w 511"/>
              <a:gd name="T3" fmla="*/ 0 h 173"/>
              <a:gd name="T4" fmla="*/ 9 w 511"/>
              <a:gd name="T5" fmla="*/ 1 h 173"/>
              <a:gd name="T6" fmla="*/ 4 w 511"/>
              <a:gd name="T7" fmla="*/ 5 h 173"/>
              <a:gd name="T8" fmla="*/ 2 w 511"/>
              <a:gd name="T9" fmla="*/ 9 h 173"/>
              <a:gd name="T10" fmla="*/ 0 w 511"/>
              <a:gd name="T11" fmla="*/ 14 h 173"/>
              <a:gd name="T12" fmla="*/ 0 w 511"/>
              <a:gd name="T13" fmla="*/ 159 h 173"/>
              <a:gd name="T14" fmla="*/ 2 w 511"/>
              <a:gd name="T15" fmla="*/ 165 h 173"/>
              <a:gd name="T16" fmla="*/ 4 w 511"/>
              <a:gd name="T17" fmla="*/ 169 h 173"/>
              <a:gd name="T18" fmla="*/ 9 w 511"/>
              <a:gd name="T19" fmla="*/ 172 h 173"/>
              <a:gd name="T20" fmla="*/ 14 w 511"/>
              <a:gd name="T21" fmla="*/ 173 h 173"/>
              <a:gd name="T22" fmla="*/ 497 w 511"/>
              <a:gd name="T23" fmla="*/ 173 h 173"/>
              <a:gd name="T24" fmla="*/ 503 w 511"/>
              <a:gd name="T25" fmla="*/ 172 h 173"/>
              <a:gd name="T26" fmla="*/ 507 w 511"/>
              <a:gd name="T27" fmla="*/ 169 h 173"/>
              <a:gd name="T28" fmla="*/ 510 w 511"/>
              <a:gd name="T29" fmla="*/ 165 h 173"/>
              <a:gd name="T30" fmla="*/ 511 w 511"/>
              <a:gd name="T31" fmla="*/ 159 h 173"/>
              <a:gd name="T32" fmla="*/ 511 w 511"/>
              <a:gd name="T33" fmla="*/ 14 h 173"/>
              <a:gd name="T34" fmla="*/ 510 w 511"/>
              <a:gd name="T35" fmla="*/ 9 h 173"/>
              <a:gd name="T36" fmla="*/ 507 w 511"/>
              <a:gd name="T37" fmla="*/ 5 h 173"/>
              <a:gd name="T38" fmla="*/ 503 w 511"/>
              <a:gd name="T39" fmla="*/ 1 h 173"/>
              <a:gd name="T40" fmla="*/ 497 w 511"/>
              <a:gd name="T41" fmla="*/ 0 h 173"/>
              <a:gd name="T42" fmla="*/ 234 w 511"/>
              <a:gd name="T43" fmla="*/ 145 h 173"/>
              <a:gd name="T44" fmla="*/ 154 w 511"/>
              <a:gd name="T45" fmla="*/ 145 h 173"/>
              <a:gd name="T46" fmla="*/ 188 w 511"/>
              <a:gd name="T47" fmla="*/ 111 h 173"/>
              <a:gd name="T48" fmla="*/ 191 w 511"/>
              <a:gd name="T49" fmla="*/ 107 h 173"/>
              <a:gd name="T50" fmla="*/ 193 w 511"/>
              <a:gd name="T51" fmla="*/ 101 h 173"/>
              <a:gd name="T52" fmla="*/ 191 w 511"/>
              <a:gd name="T53" fmla="*/ 96 h 173"/>
              <a:gd name="T54" fmla="*/ 188 w 511"/>
              <a:gd name="T55" fmla="*/ 92 h 173"/>
              <a:gd name="T56" fmla="*/ 184 w 511"/>
              <a:gd name="T57" fmla="*/ 88 h 173"/>
              <a:gd name="T58" fmla="*/ 179 w 511"/>
              <a:gd name="T59" fmla="*/ 87 h 173"/>
              <a:gd name="T60" fmla="*/ 173 w 511"/>
              <a:gd name="T61" fmla="*/ 88 h 173"/>
              <a:gd name="T62" fmla="*/ 169 w 511"/>
              <a:gd name="T63" fmla="*/ 92 h 173"/>
              <a:gd name="T64" fmla="*/ 114 w 511"/>
              <a:gd name="T65" fmla="*/ 145 h 173"/>
              <a:gd name="T66" fmla="*/ 28 w 511"/>
              <a:gd name="T67" fmla="*/ 145 h 173"/>
              <a:gd name="T68" fmla="*/ 28 w 511"/>
              <a:gd name="T69" fmla="*/ 28 h 173"/>
              <a:gd name="T70" fmla="*/ 350 w 511"/>
              <a:gd name="T71" fmla="*/ 28 h 173"/>
              <a:gd name="T72" fmla="*/ 234 w 511"/>
              <a:gd name="T73" fmla="*/ 145 h 173"/>
              <a:gd name="T74" fmla="*/ 234 w 511"/>
              <a:gd name="T75" fmla="*/ 145 h 173"/>
              <a:gd name="T76" fmla="*/ 234 w 511"/>
              <a:gd name="T77" fmla="*/ 145 h 173"/>
              <a:gd name="T78" fmla="*/ 483 w 511"/>
              <a:gd name="T79" fmla="*/ 145 h 173"/>
              <a:gd name="T80" fmla="*/ 273 w 511"/>
              <a:gd name="T81" fmla="*/ 145 h 173"/>
              <a:gd name="T82" fmla="*/ 390 w 511"/>
              <a:gd name="T83" fmla="*/ 28 h 173"/>
              <a:gd name="T84" fmla="*/ 483 w 511"/>
              <a:gd name="T85" fmla="*/ 28 h 173"/>
              <a:gd name="T86" fmla="*/ 483 w 511"/>
              <a:gd name="T87" fmla="*/ 145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1" h="173">
                <a:moveTo>
                  <a:pt x="497" y="0"/>
                </a:moveTo>
                <a:lnTo>
                  <a:pt x="14" y="0"/>
                </a:lnTo>
                <a:lnTo>
                  <a:pt x="9" y="1"/>
                </a:lnTo>
                <a:lnTo>
                  <a:pt x="4" y="5"/>
                </a:lnTo>
                <a:lnTo>
                  <a:pt x="2" y="9"/>
                </a:lnTo>
                <a:lnTo>
                  <a:pt x="0" y="14"/>
                </a:lnTo>
                <a:lnTo>
                  <a:pt x="0" y="159"/>
                </a:lnTo>
                <a:lnTo>
                  <a:pt x="2" y="165"/>
                </a:lnTo>
                <a:lnTo>
                  <a:pt x="4" y="169"/>
                </a:lnTo>
                <a:lnTo>
                  <a:pt x="9" y="172"/>
                </a:lnTo>
                <a:lnTo>
                  <a:pt x="14" y="173"/>
                </a:lnTo>
                <a:lnTo>
                  <a:pt x="497" y="173"/>
                </a:lnTo>
                <a:lnTo>
                  <a:pt x="503" y="172"/>
                </a:lnTo>
                <a:lnTo>
                  <a:pt x="507" y="169"/>
                </a:lnTo>
                <a:lnTo>
                  <a:pt x="510" y="165"/>
                </a:lnTo>
                <a:lnTo>
                  <a:pt x="511" y="159"/>
                </a:lnTo>
                <a:lnTo>
                  <a:pt x="511" y="14"/>
                </a:lnTo>
                <a:lnTo>
                  <a:pt x="510" y="9"/>
                </a:lnTo>
                <a:lnTo>
                  <a:pt x="507" y="5"/>
                </a:lnTo>
                <a:lnTo>
                  <a:pt x="503" y="1"/>
                </a:lnTo>
                <a:lnTo>
                  <a:pt x="497" y="0"/>
                </a:lnTo>
                <a:close/>
                <a:moveTo>
                  <a:pt x="234" y="145"/>
                </a:moveTo>
                <a:lnTo>
                  <a:pt x="154" y="145"/>
                </a:lnTo>
                <a:lnTo>
                  <a:pt x="188" y="111"/>
                </a:lnTo>
                <a:lnTo>
                  <a:pt x="191" y="107"/>
                </a:lnTo>
                <a:lnTo>
                  <a:pt x="193" y="101"/>
                </a:lnTo>
                <a:lnTo>
                  <a:pt x="191" y="96"/>
                </a:lnTo>
                <a:lnTo>
                  <a:pt x="188" y="92"/>
                </a:lnTo>
                <a:lnTo>
                  <a:pt x="184" y="88"/>
                </a:lnTo>
                <a:lnTo>
                  <a:pt x="179" y="87"/>
                </a:lnTo>
                <a:lnTo>
                  <a:pt x="173" y="88"/>
                </a:lnTo>
                <a:lnTo>
                  <a:pt x="169" y="92"/>
                </a:lnTo>
                <a:lnTo>
                  <a:pt x="114" y="145"/>
                </a:lnTo>
                <a:lnTo>
                  <a:pt x="28" y="145"/>
                </a:lnTo>
                <a:lnTo>
                  <a:pt x="28" y="28"/>
                </a:lnTo>
                <a:lnTo>
                  <a:pt x="350" y="28"/>
                </a:lnTo>
                <a:lnTo>
                  <a:pt x="234" y="145"/>
                </a:lnTo>
                <a:lnTo>
                  <a:pt x="234" y="145"/>
                </a:lnTo>
                <a:lnTo>
                  <a:pt x="234" y="145"/>
                </a:lnTo>
                <a:close/>
                <a:moveTo>
                  <a:pt x="483" y="145"/>
                </a:moveTo>
                <a:lnTo>
                  <a:pt x="273" y="145"/>
                </a:lnTo>
                <a:lnTo>
                  <a:pt x="390" y="28"/>
                </a:lnTo>
                <a:lnTo>
                  <a:pt x="483" y="28"/>
                </a:lnTo>
                <a:lnTo>
                  <a:pt x="4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4" name="Freeform 213">
            <a:extLst>
              <a:ext uri="{FF2B5EF4-FFF2-40B4-BE49-F238E27FC236}">
                <a16:creationId xmlns:a16="http://schemas.microsoft.com/office/drawing/2014/main" id="{043DA447-5346-483B-9D5D-5814F0D7FEA3}"/>
              </a:ext>
            </a:extLst>
          </p:cNvPr>
          <p:cNvSpPr>
            <a:spLocks/>
          </p:cNvSpPr>
          <p:nvPr/>
        </p:nvSpPr>
        <p:spPr bwMode="auto">
          <a:xfrm>
            <a:off x="10337801" y="5613401"/>
            <a:ext cx="52388" cy="52388"/>
          </a:xfrm>
          <a:custGeom>
            <a:avLst/>
            <a:gdLst>
              <a:gd name="T0" fmla="*/ 84 w 98"/>
              <a:gd name="T1" fmla="*/ 35 h 99"/>
              <a:gd name="T2" fmla="*/ 63 w 98"/>
              <a:gd name="T3" fmla="*/ 35 h 99"/>
              <a:gd name="T4" fmla="*/ 63 w 98"/>
              <a:gd name="T5" fmla="*/ 14 h 99"/>
              <a:gd name="T6" fmla="*/ 62 w 98"/>
              <a:gd name="T7" fmla="*/ 9 h 99"/>
              <a:gd name="T8" fmla="*/ 59 w 98"/>
              <a:gd name="T9" fmla="*/ 4 h 99"/>
              <a:gd name="T10" fmla="*/ 54 w 98"/>
              <a:gd name="T11" fmla="*/ 1 h 99"/>
              <a:gd name="T12" fmla="*/ 49 w 98"/>
              <a:gd name="T13" fmla="*/ 0 h 99"/>
              <a:gd name="T14" fmla="*/ 44 w 98"/>
              <a:gd name="T15" fmla="*/ 1 h 99"/>
              <a:gd name="T16" fmla="*/ 39 w 98"/>
              <a:gd name="T17" fmla="*/ 4 h 99"/>
              <a:gd name="T18" fmla="*/ 36 w 98"/>
              <a:gd name="T19" fmla="*/ 9 h 99"/>
              <a:gd name="T20" fmla="*/ 35 w 98"/>
              <a:gd name="T21" fmla="*/ 14 h 99"/>
              <a:gd name="T22" fmla="*/ 35 w 98"/>
              <a:gd name="T23" fmla="*/ 35 h 99"/>
              <a:gd name="T24" fmla="*/ 13 w 98"/>
              <a:gd name="T25" fmla="*/ 35 h 99"/>
              <a:gd name="T26" fmla="*/ 8 w 98"/>
              <a:gd name="T27" fmla="*/ 36 h 99"/>
              <a:gd name="T28" fmla="*/ 4 w 98"/>
              <a:gd name="T29" fmla="*/ 40 h 99"/>
              <a:gd name="T30" fmla="*/ 1 w 98"/>
              <a:gd name="T31" fmla="*/ 44 h 99"/>
              <a:gd name="T32" fmla="*/ 0 w 98"/>
              <a:gd name="T33" fmla="*/ 49 h 99"/>
              <a:gd name="T34" fmla="*/ 1 w 98"/>
              <a:gd name="T35" fmla="*/ 55 h 99"/>
              <a:gd name="T36" fmla="*/ 4 w 98"/>
              <a:gd name="T37" fmla="*/ 59 h 99"/>
              <a:gd name="T38" fmla="*/ 8 w 98"/>
              <a:gd name="T39" fmla="*/ 62 h 99"/>
              <a:gd name="T40" fmla="*/ 13 w 98"/>
              <a:gd name="T41" fmla="*/ 63 h 99"/>
              <a:gd name="T42" fmla="*/ 35 w 98"/>
              <a:gd name="T43" fmla="*/ 63 h 99"/>
              <a:gd name="T44" fmla="*/ 35 w 98"/>
              <a:gd name="T45" fmla="*/ 85 h 99"/>
              <a:gd name="T46" fmla="*/ 36 w 98"/>
              <a:gd name="T47" fmla="*/ 90 h 99"/>
              <a:gd name="T48" fmla="*/ 39 w 98"/>
              <a:gd name="T49" fmla="*/ 94 h 99"/>
              <a:gd name="T50" fmla="*/ 44 w 98"/>
              <a:gd name="T51" fmla="*/ 98 h 99"/>
              <a:gd name="T52" fmla="*/ 49 w 98"/>
              <a:gd name="T53" fmla="*/ 99 h 99"/>
              <a:gd name="T54" fmla="*/ 54 w 98"/>
              <a:gd name="T55" fmla="*/ 98 h 99"/>
              <a:gd name="T56" fmla="*/ 59 w 98"/>
              <a:gd name="T57" fmla="*/ 94 h 99"/>
              <a:gd name="T58" fmla="*/ 62 w 98"/>
              <a:gd name="T59" fmla="*/ 90 h 99"/>
              <a:gd name="T60" fmla="*/ 63 w 98"/>
              <a:gd name="T61" fmla="*/ 85 h 99"/>
              <a:gd name="T62" fmla="*/ 63 w 98"/>
              <a:gd name="T63" fmla="*/ 63 h 99"/>
              <a:gd name="T64" fmla="*/ 84 w 98"/>
              <a:gd name="T65" fmla="*/ 63 h 99"/>
              <a:gd name="T66" fmla="*/ 90 w 98"/>
              <a:gd name="T67" fmla="*/ 62 h 99"/>
              <a:gd name="T68" fmla="*/ 94 w 98"/>
              <a:gd name="T69" fmla="*/ 59 h 99"/>
              <a:gd name="T70" fmla="*/ 97 w 98"/>
              <a:gd name="T71" fmla="*/ 55 h 99"/>
              <a:gd name="T72" fmla="*/ 98 w 98"/>
              <a:gd name="T73" fmla="*/ 49 h 99"/>
              <a:gd name="T74" fmla="*/ 97 w 98"/>
              <a:gd name="T75" fmla="*/ 44 h 99"/>
              <a:gd name="T76" fmla="*/ 94 w 98"/>
              <a:gd name="T77" fmla="*/ 40 h 99"/>
              <a:gd name="T78" fmla="*/ 90 w 98"/>
              <a:gd name="T79" fmla="*/ 36 h 99"/>
              <a:gd name="T80" fmla="*/ 84 w 98"/>
              <a:gd name="T81" fmla="*/ 3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8" h="99">
                <a:moveTo>
                  <a:pt x="84" y="35"/>
                </a:moveTo>
                <a:lnTo>
                  <a:pt x="63" y="35"/>
                </a:lnTo>
                <a:lnTo>
                  <a:pt x="63" y="14"/>
                </a:lnTo>
                <a:lnTo>
                  <a:pt x="62" y="9"/>
                </a:lnTo>
                <a:lnTo>
                  <a:pt x="59" y="4"/>
                </a:lnTo>
                <a:lnTo>
                  <a:pt x="54" y="1"/>
                </a:lnTo>
                <a:lnTo>
                  <a:pt x="49" y="0"/>
                </a:lnTo>
                <a:lnTo>
                  <a:pt x="44" y="1"/>
                </a:lnTo>
                <a:lnTo>
                  <a:pt x="39" y="4"/>
                </a:lnTo>
                <a:lnTo>
                  <a:pt x="36" y="9"/>
                </a:lnTo>
                <a:lnTo>
                  <a:pt x="35" y="14"/>
                </a:lnTo>
                <a:lnTo>
                  <a:pt x="35" y="35"/>
                </a:lnTo>
                <a:lnTo>
                  <a:pt x="13" y="35"/>
                </a:lnTo>
                <a:lnTo>
                  <a:pt x="8" y="36"/>
                </a:lnTo>
                <a:lnTo>
                  <a:pt x="4" y="40"/>
                </a:lnTo>
                <a:lnTo>
                  <a:pt x="1" y="44"/>
                </a:lnTo>
                <a:lnTo>
                  <a:pt x="0" y="49"/>
                </a:lnTo>
                <a:lnTo>
                  <a:pt x="1" y="55"/>
                </a:lnTo>
                <a:lnTo>
                  <a:pt x="4" y="59"/>
                </a:lnTo>
                <a:lnTo>
                  <a:pt x="8" y="62"/>
                </a:lnTo>
                <a:lnTo>
                  <a:pt x="13" y="63"/>
                </a:lnTo>
                <a:lnTo>
                  <a:pt x="35" y="63"/>
                </a:lnTo>
                <a:lnTo>
                  <a:pt x="35" y="85"/>
                </a:lnTo>
                <a:lnTo>
                  <a:pt x="36" y="90"/>
                </a:lnTo>
                <a:lnTo>
                  <a:pt x="39" y="94"/>
                </a:lnTo>
                <a:lnTo>
                  <a:pt x="44" y="98"/>
                </a:lnTo>
                <a:lnTo>
                  <a:pt x="49" y="99"/>
                </a:lnTo>
                <a:lnTo>
                  <a:pt x="54" y="98"/>
                </a:lnTo>
                <a:lnTo>
                  <a:pt x="59" y="94"/>
                </a:lnTo>
                <a:lnTo>
                  <a:pt x="62" y="90"/>
                </a:lnTo>
                <a:lnTo>
                  <a:pt x="63" y="85"/>
                </a:lnTo>
                <a:lnTo>
                  <a:pt x="63" y="63"/>
                </a:lnTo>
                <a:lnTo>
                  <a:pt x="84" y="63"/>
                </a:lnTo>
                <a:lnTo>
                  <a:pt x="90" y="62"/>
                </a:lnTo>
                <a:lnTo>
                  <a:pt x="94" y="59"/>
                </a:lnTo>
                <a:lnTo>
                  <a:pt x="97" y="55"/>
                </a:lnTo>
                <a:lnTo>
                  <a:pt x="98" y="49"/>
                </a:lnTo>
                <a:lnTo>
                  <a:pt x="97" y="44"/>
                </a:lnTo>
                <a:lnTo>
                  <a:pt x="94" y="40"/>
                </a:lnTo>
                <a:lnTo>
                  <a:pt x="90" y="36"/>
                </a:lnTo>
                <a:lnTo>
                  <a:pt x="84" y="3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5" name="Freeform 214">
            <a:extLst>
              <a:ext uri="{FF2B5EF4-FFF2-40B4-BE49-F238E27FC236}">
                <a16:creationId xmlns:a16="http://schemas.microsoft.com/office/drawing/2014/main" id="{17D8B1B2-0239-4F05-B2F7-DBA80A820F9D}"/>
              </a:ext>
            </a:extLst>
          </p:cNvPr>
          <p:cNvSpPr>
            <a:spLocks/>
          </p:cNvSpPr>
          <p:nvPr/>
        </p:nvSpPr>
        <p:spPr bwMode="auto">
          <a:xfrm>
            <a:off x="10423526" y="5718176"/>
            <a:ext cx="52388" cy="14288"/>
          </a:xfrm>
          <a:custGeom>
            <a:avLst/>
            <a:gdLst>
              <a:gd name="T0" fmla="*/ 85 w 99"/>
              <a:gd name="T1" fmla="*/ 0 h 28"/>
              <a:gd name="T2" fmla="*/ 14 w 99"/>
              <a:gd name="T3" fmla="*/ 0 h 28"/>
              <a:gd name="T4" fmla="*/ 9 w 99"/>
              <a:gd name="T5" fmla="*/ 1 h 28"/>
              <a:gd name="T6" fmla="*/ 5 w 99"/>
              <a:gd name="T7" fmla="*/ 5 h 28"/>
              <a:gd name="T8" fmla="*/ 2 w 99"/>
              <a:gd name="T9" fmla="*/ 9 h 28"/>
              <a:gd name="T10" fmla="*/ 0 w 99"/>
              <a:gd name="T11" fmla="*/ 14 h 28"/>
              <a:gd name="T12" fmla="*/ 2 w 99"/>
              <a:gd name="T13" fmla="*/ 20 h 28"/>
              <a:gd name="T14" fmla="*/ 5 w 99"/>
              <a:gd name="T15" fmla="*/ 24 h 28"/>
              <a:gd name="T16" fmla="*/ 9 w 99"/>
              <a:gd name="T17" fmla="*/ 27 h 28"/>
              <a:gd name="T18" fmla="*/ 14 w 99"/>
              <a:gd name="T19" fmla="*/ 28 h 28"/>
              <a:gd name="T20" fmla="*/ 85 w 99"/>
              <a:gd name="T21" fmla="*/ 28 h 28"/>
              <a:gd name="T22" fmla="*/ 91 w 99"/>
              <a:gd name="T23" fmla="*/ 27 h 28"/>
              <a:gd name="T24" fmla="*/ 95 w 99"/>
              <a:gd name="T25" fmla="*/ 24 h 28"/>
              <a:gd name="T26" fmla="*/ 98 w 99"/>
              <a:gd name="T27" fmla="*/ 20 h 28"/>
              <a:gd name="T28" fmla="*/ 99 w 99"/>
              <a:gd name="T29" fmla="*/ 14 h 28"/>
              <a:gd name="T30" fmla="*/ 98 w 99"/>
              <a:gd name="T31" fmla="*/ 9 h 28"/>
              <a:gd name="T32" fmla="*/ 95 w 99"/>
              <a:gd name="T33" fmla="*/ 5 h 28"/>
              <a:gd name="T34" fmla="*/ 91 w 99"/>
              <a:gd name="T35" fmla="*/ 1 h 28"/>
              <a:gd name="T36" fmla="*/ 85 w 99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9" h="28">
                <a:moveTo>
                  <a:pt x="85" y="0"/>
                </a:moveTo>
                <a:lnTo>
                  <a:pt x="14" y="0"/>
                </a:lnTo>
                <a:lnTo>
                  <a:pt x="9" y="1"/>
                </a:lnTo>
                <a:lnTo>
                  <a:pt x="5" y="5"/>
                </a:lnTo>
                <a:lnTo>
                  <a:pt x="2" y="9"/>
                </a:lnTo>
                <a:lnTo>
                  <a:pt x="0" y="14"/>
                </a:lnTo>
                <a:lnTo>
                  <a:pt x="2" y="20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85" y="28"/>
                </a:lnTo>
                <a:lnTo>
                  <a:pt x="91" y="27"/>
                </a:lnTo>
                <a:lnTo>
                  <a:pt x="95" y="24"/>
                </a:lnTo>
                <a:lnTo>
                  <a:pt x="98" y="20"/>
                </a:lnTo>
                <a:lnTo>
                  <a:pt x="99" y="14"/>
                </a:lnTo>
                <a:lnTo>
                  <a:pt x="98" y="9"/>
                </a:lnTo>
                <a:lnTo>
                  <a:pt x="95" y="5"/>
                </a:lnTo>
                <a:lnTo>
                  <a:pt x="91" y="1"/>
                </a:lnTo>
                <a:lnTo>
                  <a:pt x="8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6" name="Freeform 215">
            <a:extLst>
              <a:ext uri="{FF2B5EF4-FFF2-40B4-BE49-F238E27FC236}">
                <a16:creationId xmlns:a16="http://schemas.microsoft.com/office/drawing/2014/main" id="{5EC10D03-59F8-4C59-8872-1ACB987911BE}"/>
              </a:ext>
            </a:extLst>
          </p:cNvPr>
          <p:cNvSpPr>
            <a:spLocks/>
          </p:cNvSpPr>
          <p:nvPr/>
        </p:nvSpPr>
        <p:spPr bwMode="auto">
          <a:xfrm>
            <a:off x="10442576" y="5695951"/>
            <a:ext cx="14288" cy="15875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8 w 28"/>
              <a:gd name="T19" fmla="*/ 26 h 28"/>
              <a:gd name="T20" fmla="*/ 14 w 28"/>
              <a:gd name="T21" fmla="*/ 28 h 28"/>
              <a:gd name="T22" fmla="*/ 19 w 28"/>
              <a:gd name="T23" fmla="*/ 26 h 28"/>
              <a:gd name="T24" fmla="*/ 23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3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6"/>
                </a:lnTo>
                <a:lnTo>
                  <a:pt x="14" y="28"/>
                </a:lnTo>
                <a:lnTo>
                  <a:pt x="19" y="26"/>
                </a:lnTo>
                <a:lnTo>
                  <a:pt x="23" y="24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7" name="Freeform 216">
            <a:extLst>
              <a:ext uri="{FF2B5EF4-FFF2-40B4-BE49-F238E27FC236}">
                <a16:creationId xmlns:a16="http://schemas.microsoft.com/office/drawing/2014/main" id="{2E5778F2-0D10-467B-A012-1AE1F775BA6F}"/>
              </a:ext>
            </a:extLst>
          </p:cNvPr>
          <p:cNvSpPr>
            <a:spLocks/>
          </p:cNvSpPr>
          <p:nvPr/>
        </p:nvSpPr>
        <p:spPr bwMode="auto">
          <a:xfrm>
            <a:off x="10442576" y="5738813"/>
            <a:ext cx="14288" cy="15875"/>
          </a:xfrm>
          <a:custGeom>
            <a:avLst/>
            <a:gdLst>
              <a:gd name="T0" fmla="*/ 23 w 28"/>
              <a:gd name="T1" fmla="*/ 5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3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3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5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8" name="Freeform 217">
            <a:extLst>
              <a:ext uri="{FF2B5EF4-FFF2-40B4-BE49-F238E27FC236}">
                <a16:creationId xmlns:a16="http://schemas.microsoft.com/office/drawing/2014/main" id="{97C3A466-C71C-462C-89E1-E53EFCA7E33A}"/>
              </a:ext>
            </a:extLst>
          </p:cNvPr>
          <p:cNvSpPr>
            <a:spLocks/>
          </p:cNvSpPr>
          <p:nvPr/>
        </p:nvSpPr>
        <p:spPr bwMode="auto">
          <a:xfrm>
            <a:off x="10423526" y="5632451"/>
            <a:ext cx="52388" cy="14288"/>
          </a:xfrm>
          <a:custGeom>
            <a:avLst/>
            <a:gdLst>
              <a:gd name="T0" fmla="*/ 85 w 99"/>
              <a:gd name="T1" fmla="*/ 0 h 28"/>
              <a:gd name="T2" fmla="*/ 14 w 99"/>
              <a:gd name="T3" fmla="*/ 0 h 28"/>
              <a:gd name="T4" fmla="*/ 9 w 99"/>
              <a:gd name="T5" fmla="*/ 1 h 28"/>
              <a:gd name="T6" fmla="*/ 5 w 99"/>
              <a:gd name="T7" fmla="*/ 5 h 28"/>
              <a:gd name="T8" fmla="*/ 2 w 99"/>
              <a:gd name="T9" fmla="*/ 9 h 28"/>
              <a:gd name="T10" fmla="*/ 0 w 99"/>
              <a:gd name="T11" fmla="*/ 14 h 28"/>
              <a:gd name="T12" fmla="*/ 2 w 99"/>
              <a:gd name="T13" fmla="*/ 20 h 28"/>
              <a:gd name="T14" fmla="*/ 5 w 99"/>
              <a:gd name="T15" fmla="*/ 24 h 28"/>
              <a:gd name="T16" fmla="*/ 9 w 99"/>
              <a:gd name="T17" fmla="*/ 27 h 28"/>
              <a:gd name="T18" fmla="*/ 14 w 99"/>
              <a:gd name="T19" fmla="*/ 28 h 28"/>
              <a:gd name="T20" fmla="*/ 85 w 99"/>
              <a:gd name="T21" fmla="*/ 28 h 28"/>
              <a:gd name="T22" fmla="*/ 91 w 99"/>
              <a:gd name="T23" fmla="*/ 27 h 28"/>
              <a:gd name="T24" fmla="*/ 95 w 99"/>
              <a:gd name="T25" fmla="*/ 24 h 28"/>
              <a:gd name="T26" fmla="*/ 98 w 99"/>
              <a:gd name="T27" fmla="*/ 20 h 28"/>
              <a:gd name="T28" fmla="*/ 99 w 99"/>
              <a:gd name="T29" fmla="*/ 14 h 28"/>
              <a:gd name="T30" fmla="*/ 98 w 99"/>
              <a:gd name="T31" fmla="*/ 9 h 28"/>
              <a:gd name="T32" fmla="*/ 95 w 99"/>
              <a:gd name="T33" fmla="*/ 5 h 28"/>
              <a:gd name="T34" fmla="*/ 91 w 99"/>
              <a:gd name="T35" fmla="*/ 1 h 28"/>
              <a:gd name="T36" fmla="*/ 85 w 99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9" h="28">
                <a:moveTo>
                  <a:pt x="85" y="0"/>
                </a:moveTo>
                <a:lnTo>
                  <a:pt x="14" y="0"/>
                </a:lnTo>
                <a:lnTo>
                  <a:pt x="9" y="1"/>
                </a:lnTo>
                <a:lnTo>
                  <a:pt x="5" y="5"/>
                </a:lnTo>
                <a:lnTo>
                  <a:pt x="2" y="9"/>
                </a:lnTo>
                <a:lnTo>
                  <a:pt x="0" y="14"/>
                </a:lnTo>
                <a:lnTo>
                  <a:pt x="2" y="20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85" y="28"/>
                </a:lnTo>
                <a:lnTo>
                  <a:pt x="91" y="27"/>
                </a:lnTo>
                <a:lnTo>
                  <a:pt x="95" y="24"/>
                </a:lnTo>
                <a:lnTo>
                  <a:pt x="98" y="20"/>
                </a:lnTo>
                <a:lnTo>
                  <a:pt x="99" y="14"/>
                </a:lnTo>
                <a:lnTo>
                  <a:pt x="98" y="9"/>
                </a:lnTo>
                <a:lnTo>
                  <a:pt x="95" y="5"/>
                </a:lnTo>
                <a:lnTo>
                  <a:pt x="91" y="1"/>
                </a:lnTo>
                <a:lnTo>
                  <a:pt x="8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9" name="Freeform 218">
            <a:extLst>
              <a:ext uri="{FF2B5EF4-FFF2-40B4-BE49-F238E27FC236}">
                <a16:creationId xmlns:a16="http://schemas.microsoft.com/office/drawing/2014/main" id="{7950714C-2D76-428A-89C4-6979B9EDF299}"/>
              </a:ext>
            </a:extLst>
          </p:cNvPr>
          <p:cNvSpPr>
            <a:spLocks/>
          </p:cNvSpPr>
          <p:nvPr/>
        </p:nvSpPr>
        <p:spPr bwMode="auto">
          <a:xfrm>
            <a:off x="10342564" y="5705476"/>
            <a:ext cx="41275" cy="39688"/>
          </a:xfrm>
          <a:custGeom>
            <a:avLst/>
            <a:gdLst>
              <a:gd name="T0" fmla="*/ 59 w 78"/>
              <a:gd name="T1" fmla="*/ 38 h 77"/>
              <a:gd name="T2" fmla="*/ 74 w 78"/>
              <a:gd name="T3" fmla="*/ 23 h 77"/>
              <a:gd name="T4" fmla="*/ 77 w 78"/>
              <a:gd name="T5" fmla="*/ 19 h 77"/>
              <a:gd name="T6" fmla="*/ 78 w 78"/>
              <a:gd name="T7" fmla="*/ 14 h 77"/>
              <a:gd name="T8" fmla="*/ 77 w 78"/>
              <a:gd name="T9" fmla="*/ 8 h 77"/>
              <a:gd name="T10" fmla="*/ 74 w 78"/>
              <a:gd name="T11" fmla="*/ 4 h 77"/>
              <a:gd name="T12" fmla="*/ 70 w 78"/>
              <a:gd name="T13" fmla="*/ 1 h 77"/>
              <a:gd name="T14" fmla="*/ 65 w 78"/>
              <a:gd name="T15" fmla="*/ 0 h 77"/>
              <a:gd name="T16" fmla="*/ 59 w 78"/>
              <a:gd name="T17" fmla="*/ 1 h 77"/>
              <a:gd name="T18" fmla="*/ 55 w 78"/>
              <a:gd name="T19" fmla="*/ 4 h 77"/>
              <a:gd name="T20" fmla="*/ 40 w 78"/>
              <a:gd name="T21" fmla="*/ 19 h 77"/>
              <a:gd name="T22" fmla="*/ 24 w 78"/>
              <a:gd name="T23" fmla="*/ 4 h 77"/>
              <a:gd name="T24" fmla="*/ 19 w 78"/>
              <a:gd name="T25" fmla="*/ 1 h 77"/>
              <a:gd name="T26" fmla="*/ 14 w 78"/>
              <a:gd name="T27" fmla="*/ 0 h 77"/>
              <a:gd name="T28" fmla="*/ 9 w 78"/>
              <a:gd name="T29" fmla="*/ 1 h 77"/>
              <a:gd name="T30" fmla="*/ 4 w 78"/>
              <a:gd name="T31" fmla="*/ 4 h 77"/>
              <a:gd name="T32" fmla="*/ 1 w 78"/>
              <a:gd name="T33" fmla="*/ 8 h 77"/>
              <a:gd name="T34" fmla="*/ 0 w 78"/>
              <a:gd name="T35" fmla="*/ 14 h 77"/>
              <a:gd name="T36" fmla="*/ 1 w 78"/>
              <a:gd name="T37" fmla="*/ 19 h 77"/>
              <a:gd name="T38" fmla="*/ 4 w 78"/>
              <a:gd name="T39" fmla="*/ 23 h 77"/>
              <a:gd name="T40" fmla="*/ 19 w 78"/>
              <a:gd name="T41" fmla="*/ 38 h 77"/>
              <a:gd name="T42" fmla="*/ 4 w 78"/>
              <a:gd name="T43" fmla="*/ 53 h 77"/>
              <a:gd name="T44" fmla="*/ 1 w 78"/>
              <a:gd name="T45" fmla="*/ 59 h 77"/>
              <a:gd name="T46" fmla="*/ 0 w 78"/>
              <a:gd name="T47" fmla="*/ 63 h 77"/>
              <a:gd name="T48" fmla="*/ 1 w 78"/>
              <a:gd name="T49" fmla="*/ 68 h 77"/>
              <a:gd name="T50" fmla="*/ 4 w 78"/>
              <a:gd name="T51" fmla="*/ 74 h 77"/>
              <a:gd name="T52" fmla="*/ 9 w 78"/>
              <a:gd name="T53" fmla="*/ 76 h 77"/>
              <a:gd name="T54" fmla="*/ 14 w 78"/>
              <a:gd name="T55" fmla="*/ 77 h 77"/>
              <a:gd name="T56" fmla="*/ 19 w 78"/>
              <a:gd name="T57" fmla="*/ 76 h 77"/>
              <a:gd name="T58" fmla="*/ 24 w 78"/>
              <a:gd name="T59" fmla="*/ 74 h 77"/>
              <a:gd name="T60" fmla="*/ 40 w 78"/>
              <a:gd name="T61" fmla="*/ 58 h 77"/>
              <a:gd name="T62" fmla="*/ 55 w 78"/>
              <a:gd name="T63" fmla="*/ 74 h 77"/>
              <a:gd name="T64" fmla="*/ 59 w 78"/>
              <a:gd name="T65" fmla="*/ 76 h 77"/>
              <a:gd name="T66" fmla="*/ 65 w 78"/>
              <a:gd name="T67" fmla="*/ 77 h 77"/>
              <a:gd name="T68" fmla="*/ 70 w 78"/>
              <a:gd name="T69" fmla="*/ 76 h 77"/>
              <a:gd name="T70" fmla="*/ 74 w 78"/>
              <a:gd name="T71" fmla="*/ 74 h 77"/>
              <a:gd name="T72" fmla="*/ 77 w 78"/>
              <a:gd name="T73" fmla="*/ 68 h 77"/>
              <a:gd name="T74" fmla="*/ 78 w 78"/>
              <a:gd name="T75" fmla="*/ 63 h 77"/>
              <a:gd name="T76" fmla="*/ 77 w 78"/>
              <a:gd name="T77" fmla="*/ 59 h 77"/>
              <a:gd name="T78" fmla="*/ 74 w 78"/>
              <a:gd name="T79" fmla="*/ 53 h 77"/>
              <a:gd name="T80" fmla="*/ 59 w 78"/>
              <a:gd name="T81" fmla="*/ 3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" h="77">
                <a:moveTo>
                  <a:pt x="59" y="38"/>
                </a:moveTo>
                <a:lnTo>
                  <a:pt x="74" y="23"/>
                </a:lnTo>
                <a:lnTo>
                  <a:pt x="77" y="19"/>
                </a:lnTo>
                <a:lnTo>
                  <a:pt x="78" y="14"/>
                </a:lnTo>
                <a:lnTo>
                  <a:pt x="77" y="8"/>
                </a:lnTo>
                <a:lnTo>
                  <a:pt x="74" y="4"/>
                </a:lnTo>
                <a:lnTo>
                  <a:pt x="70" y="1"/>
                </a:lnTo>
                <a:lnTo>
                  <a:pt x="65" y="0"/>
                </a:lnTo>
                <a:lnTo>
                  <a:pt x="59" y="1"/>
                </a:lnTo>
                <a:lnTo>
                  <a:pt x="55" y="4"/>
                </a:lnTo>
                <a:lnTo>
                  <a:pt x="40" y="19"/>
                </a:lnTo>
                <a:lnTo>
                  <a:pt x="24" y="4"/>
                </a:ln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19" y="38"/>
                </a:lnTo>
                <a:lnTo>
                  <a:pt x="4" y="53"/>
                </a:lnTo>
                <a:lnTo>
                  <a:pt x="1" y="59"/>
                </a:lnTo>
                <a:lnTo>
                  <a:pt x="0" y="63"/>
                </a:lnTo>
                <a:lnTo>
                  <a:pt x="1" y="68"/>
                </a:lnTo>
                <a:lnTo>
                  <a:pt x="4" y="74"/>
                </a:lnTo>
                <a:lnTo>
                  <a:pt x="9" y="76"/>
                </a:lnTo>
                <a:lnTo>
                  <a:pt x="14" y="77"/>
                </a:lnTo>
                <a:lnTo>
                  <a:pt x="19" y="76"/>
                </a:lnTo>
                <a:lnTo>
                  <a:pt x="24" y="74"/>
                </a:lnTo>
                <a:lnTo>
                  <a:pt x="40" y="58"/>
                </a:lnTo>
                <a:lnTo>
                  <a:pt x="55" y="74"/>
                </a:lnTo>
                <a:lnTo>
                  <a:pt x="59" y="76"/>
                </a:lnTo>
                <a:lnTo>
                  <a:pt x="65" y="77"/>
                </a:lnTo>
                <a:lnTo>
                  <a:pt x="70" y="76"/>
                </a:lnTo>
                <a:lnTo>
                  <a:pt x="74" y="74"/>
                </a:lnTo>
                <a:lnTo>
                  <a:pt x="77" y="68"/>
                </a:lnTo>
                <a:lnTo>
                  <a:pt x="78" y="63"/>
                </a:lnTo>
                <a:lnTo>
                  <a:pt x="77" y="59"/>
                </a:lnTo>
                <a:lnTo>
                  <a:pt x="74" y="53"/>
                </a:lnTo>
                <a:lnTo>
                  <a:pt x="59" y="3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0" name="Freeform 219">
            <a:extLst>
              <a:ext uri="{FF2B5EF4-FFF2-40B4-BE49-F238E27FC236}">
                <a16:creationId xmlns:a16="http://schemas.microsoft.com/office/drawing/2014/main" id="{71F1E67B-374B-4CF9-AE21-53D341FCA9A5}"/>
              </a:ext>
            </a:extLst>
          </p:cNvPr>
          <p:cNvSpPr>
            <a:spLocks/>
          </p:cNvSpPr>
          <p:nvPr/>
        </p:nvSpPr>
        <p:spPr bwMode="auto">
          <a:xfrm>
            <a:off x="10418764" y="5505451"/>
            <a:ext cx="15875" cy="15875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1" name="Freeform 220">
            <a:extLst>
              <a:ext uri="{FF2B5EF4-FFF2-40B4-BE49-F238E27FC236}">
                <a16:creationId xmlns:a16="http://schemas.microsoft.com/office/drawing/2014/main" id="{C46E713D-D933-4064-8496-2FEDF255CAEF}"/>
              </a:ext>
            </a:extLst>
          </p:cNvPr>
          <p:cNvSpPr>
            <a:spLocks noEditPoints="1"/>
          </p:cNvSpPr>
          <p:nvPr/>
        </p:nvSpPr>
        <p:spPr bwMode="auto">
          <a:xfrm>
            <a:off x="10313989" y="5589588"/>
            <a:ext cx="269875" cy="185738"/>
          </a:xfrm>
          <a:custGeom>
            <a:avLst/>
            <a:gdLst>
              <a:gd name="T0" fmla="*/ 497 w 511"/>
              <a:gd name="T1" fmla="*/ 0 h 350"/>
              <a:gd name="T2" fmla="*/ 14 w 511"/>
              <a:gd name="T3" fmla="*/ 0 h 350"/>
              <a:gd name="T4" fmla="*/ 9 w 511"/>
              <a:gd name="T5" fmla="*/ 1 h 350"/>
              <a:gd name="T6" fmla="*/ 4 w 511"/>
              <a:gd name="T7" fmla="*/ 4 h 350"/>
              <a:gd name="T8" fmla="*/ 2 w 511"/>
              <a:gd name="T9" fmla="*/ 8 h 350"/>
              <a:gd name="T10" fmla="*/ 0 w 511"/>
              <a:gd name="T11" fmla="*/ 14 h 350"/>
              <a:gd name="T12" fmla="*/ 0 w 511"/>
              <a:gd name="T13" fmla="*/ 336 h 350"/>
              <a:gd name="T14" fmla="*/ 2 w 511"/>
              <a:gd name="T15" fmla="*/ 341 h 350"/>
              <a:gd name="T16" fmla="*/ 4 w 511"/>
              <a:gd name="T17" fmla="*/ 346 h 350"/>
              <a:gd name="T18" fmla="*/ 9 w 511"/>
              <a:gd name="T19" fmla="*/ 349 h 350"/>
              <a:gd name="T20" fmla="*/ 14 w 511"/>
              <a:gd name="T21" fmla="*/ 350 h 350"/>
              <a:gd name="T22" fmla="*/ 497 w 511"/>
              <a:gd name="T23" fmla="*/ 350 h 350"/>
              <a:gd name="T24" fmla="*/ 503 w 511"/>
              <a:gd name="T25" fmla="*/ 349 h 350"/>
              <a:gd name="T26" fmla="*/ 507 w 511"/>
              <a:gd name="T27" fmla="*/ 346 h 350"/>
              <a:gd name="T28" fmla="*/ 510 w 511"/>
              <a:gd name="T29" fmla="*/ 341 h 350"/>
              <a:gd name="T30" fmla="*/ 511 w 511"/>
              <a:gd name="T31" fmla="*/ 336 h 350"/>
              <a:gd name="T32" fmla="*/ 511 w 511"/>
              <a:gd name="T33" fmla="*/ 14 h 350"/>
              <a:gd name="T34" fmla="*/ 510 w 511"/>
              <a:gd name="T35" fmla="*/ 8 h 350"/>
              <a:gd name="T36" fmla="*/ 507 w 511"/>
              <a:gd name="T37" fmla="*/ 4 h 350"/>
              <a:gd name="T38" fmla="*/ 503 w 511"/>
              <a:gd name="T39" fmla="*/ 1 h 350"/>
              <a:gd name="T40" fmla="*/ 497 w 511"/>
              <a:gd name="T41" fmla="*/ 0 h 350"/>
              <a:gd name="T42" fmla="*/ 161 w 511"/>
              <a:gd name="T43" fmla="*/ 322 h 350"/>
              <a:gd name="T44" fmla="*/ 28 w 511"/>
              <a:gd name="T45" fmla="*/ 322 h 350"/>
              <a:gd name="T46" fmla="*/ 28 w 511"/>
              <a:gd name="T47" fmla="*/ 189 h 350"/>
              <a:gd name="T48" fmla="*/ 161 w 511"/>
              <a:gd name="T49" fmla="*/ 189 h 350"/>
              <a:gd name="T50" fmla="*/ 161 w 511"/>
              <a:gd name="T51" fmla="*/ 322 h 350"/>
              <a:gd name="T52" fmla="*/ 161 w 511"/>
              <a:gd name="T53" fmla="*/ 161 h 350"/>
              <a:gd name="T54" fmla="*/ 28 w 511"/>
              <a:gd name="T55" fmla="*/ 161 h 350"/>
              <a:gd name="T56" fmla="*/ 28 w 511"/>
              <a:gd name="T57" fmla="*/ 28 h 350"/>
              <a:gd name="T58" fmla="*/ 161 w 511"/>
              <a:gd name="T59" fmla="*/ 28 h 350"/>
              <a:gd name="T60" fmla="*/ 161 w 511"/>
              <a:gd name="T61" fmla="*/ 161 h 350"/>
              <a:gd name="T62" fmla="*/ 322 w 511"/>
              <a:gd name="T63" fmla="*/ 322 h 350"/>
              <a:gd name="T64" fmla="*/ 189 w 511"/>
              <a:gd name="T65" fmla="*/ 322 h 350"/>
              <a:gd name="T66" fmla="*/ 189 w 511"/>
              <a:gd name="T67" fmla="*/ 189 h 350"/>
              <a:gd name="T68" fmla="*/ 322 w 511"/>
              <a:gd name="T69" fmla="*/ 189 h 350"/>
              <a:gd name="T70" fmla="*/ 322 w 511"/>
              <a:gd name="T71" fmla="*/ 322 h 350"/>
              <a:gd name="T72" fmla="*/ 322 w 511"/>
              <a:gd name="T73" fmla="*/ 161 h 350"/>
              <a:gd name="T74" fmla="*/ 189 w 511"/>
              <a:gd name="T75" fmla="*/ 161 h 350"/>
              <a:gd name="T76" fmla="*/ 189 w 511"/>
              <a:gd name="T77" fmla="*/ 28 h 350"/>
              <a:gd name="T78" fmla="*/ 322 w 511"/>
              <a:gd name="T79" fmla="*/ 28 h 350"/>
              <a:gd name="T80" fmla="*/ 322 w 511"/>
              <a:gd name="T81" fmla="*/ 161 h 350"/>
              <a:gd name="T82" fmla="*/ 483 w 511"/>
              <a:gd name="T83" fmla="*/ 322 h 350"/>
              <a:gd name="T84" fmla="*/ 350 w 511"/>
              <a:gd name="T85" fmla="*/ 322 h 350"/>
              <a:gd name="T86" fmla="*/ 350 w 511"/>
              <a:gd name="T87" fmla="*/ 28 h 350"/>
              <a:gd name="T88" fmla="*/ 483 w 511"/>
              <a:gd name="T89" fmla="*/ 28 h 350"/>
              <a:gd name="T90" fmla="*/ 483 w 511"/>
              <a:gd name="T91" fmla="*/ 322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11" h="350">
                <a:moveTo>
                  <a:pt x="497" y="0"/>
                </a:move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2" y="8"/>
                </a:lnTo>
                <a:lnTo>
                  <a:pt x="0" y="14"/>
                </a:lnTo>
                <a:lnTo>
                  <a:pt x="0" y="336"/>
                </a:lnTo>
                <a:lnTo>
                  <a:pt x="2" y="341"/>
                </a:lnTo>
                <a:lnTo>
                  <a:pt x="4" y="346"/>
                </a:lnTo>
                <a:lnTo>
                  <a:pt x="9" y="349"/>
                </a:lnTo>
                <a:lnTo>
                  <a:pt x="14" y="350"/>
                </a:lnTo>
                <a:lnTo>
                  <a:pt x="497" y="350"/>
                </a:lnTo>
                <a:lnTo>
                  <a:pt x="503" y="349"/>
                </a:lnTo>
                <a:lnTo>
                  <a:pt x="507" y="346"/>
                </a:lnTo>
                <a:lnTo>
                  <a:pt x="510" y="341"/>
                </a:lnTo>
                <a:lnTo>
                  <a:pt x="511" y="336"/>
                </a:lnTo>
                <a:lnTo>
                  <a:pt x="511" y="14"/>
                </a:lnTo>
                <a:lnTo>
                  <a:pt x="510" y="8"/>
                </a:lnTo>
                <a:lnTo>
                  <a:pt x="507" y="4"/>
                </a:lnTo>
                <a:lnTo>
                  <a:pt x="503" y="1"/>
                </a:lnTo>
                <a:lnTo>
                  <a:pt x="497" y="0"/>
                </a:lnTo>
                <a:close/>
                <a:moveTo>
                  <a:pt x="161" y="322"/>
                </a:moveTo>
                <a:lnTo>
                  <a:pt x="28" y="322"/>
                </a:lnTo>
                <a:lnTo>
                  <a:pt x="28" y="189"/>
                </a:lnTo>
                <a:lnTo>
                  <a:pt x="161" y="189"/>
                </a:lnTo>
                <a:lnTo>
                  <a:pt x="161" y="322"/>
                </a:lnTo>
                <a:close/>
                <a:moveTo>
                  <a:pt x="161" y="161"/>
                </a:moveTo>
                <a:lnTo>
                  <a:pt x="28" y="161"/>
                </a:lnTo>
                <a:lnTo>
                  <a:pt x="28" y="28"/>
                </a:lnTo>
                <a:lnTo>
                  <a:pt x="161" y="28"/>
                </a:lnTo>
                <a:lnTo>
                  <a:pt x="161" y="161"/>
                </a:lnTo>
                <a:close/>
                <a:moveTo>
                  <a:pt x="322" y="322"/>
                </a:moveTo>
                <a:lnTo>
                  <a:pt x="189" y="322"/>
                </a:lnTo>
                <a:lnTo>
                  <a:pt x="189" y="189"/>
                </a:lnTo>
                <a:lnTo>
                  <a:pt x="322" y="189"/>
                </a:lnTo>
                <a:lnTo>
                  <a:pt x="322" y="322"/>
                </a:lnTo>
                <a:close/>
                <a:moveTo>
                  <a:pt x="322" y="161"/>
                </a:moveTo>
                <a:lnTo>
                  <a:pt x="189" y="161"/>
                </a:lnTo>
                <a:lnTo>
                  <a:pt x="189" y="28"/>
                </a:lnTo>
                <a:lnTo>
                  <a:pt x="322" y="28"/>
                </a:lnTo>
                <a:lnTo>
                  <a:pt x="322" y="161"/>
                </a:lnTo>
                <a:close/>
                <a:moveTo>
                  <a:pt x="483" y="322"/>
                </a:moveTo>
                <a:lnTo>
                  <a:pt x="350" y="322"/>
                </a:lnTo>
                <a:lnTo>
                  <a:pt x="350" y="28"/>
                </a:lnTo>
                <a:lnTo>
                  <a:pt x="483" y="28"/>
                </a:lnTo>
                <a:lnTo>
                  <a:pt x="483" y="3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2" name="Freeform 221">
            <a:extLst>
              <a:ext uri="{FF2B5EF4-FFF2-40B4-BE49-F238E27FC236}">
                <a16:creationId xmlns:a16="http://schemas.microsoft.com/office/drawing/2014/main" id="{EA04A881-7384-44C8-840A-B602B94F1659}"/>
              </a:ext>
            </a:extLst>
          </p:cNvPr>
          <p:cNvSpPr>
            <a:spLocks/>
          </p:cNvSpPr>
          <p:nvPr/>
        </p:nvSpPr>
        <p:spPr bwMode="auto">
          <a:xfrm>
            <a:off x="10509251" y="5657851"/>
            <a:ext cx="50800" cy="14288"/>
          </a:xfrm>
          <a:custGeom>
            <a:avLst/>
            <a:gdLst>
              <a:gd name="T0" fmla="*/ 80 w 94"/>
              <a:gd name="T1" fmla="*/ 0 h 28"/>
              <a:gd name="T2" fmla="*/ 13 w 94"/>
              <a:gd name="T3" fmla="*/ 0 h 28"/>
              <a:gd name="T4" fmla="*/ 8 w 94"/>
              <a:gd name="T5" fmla="*/ 1 h 28"/>
              <a:gd name="T6" fmla="*/ 4 w 94"/>
              <a:gd name="T7" fmla="*/ 4 h 28"/>
              <a:gd name="T8" fmla="*/ 1 w 94"/>
              <a:gd name="T9" fmla="*/ 8 h 28"/>
              <a:gd name="T10" fmla="*/ 0 w 94"/>
              <a:gd name="T11" fmla="*/ 14 h 28"/>
              <a:gd name="T12" fmla="*/ 1 w 94"/>
              <a:gd name="T13" fmla="*/ 19 h 28"/>
              <a:gd name="T14" fmla="*/ 4 w 94"/>
              <a:gd name="T15" fmla="*/ 23 h 28"/>
              <a:gd name="T16" fmla="*/ 8 w 94"/>
              <a:gd name="T17" fmla="*/ 26 h 28"/>
              <a:gd name="T18" fmla="*/ 13 w 94"/>
              <a:gd name="T19" fmla="*/ 28 h 28"/>
              <a:gd name="T20" fmla="*/ 80 w 94"/>
              <a:gd name="T21" fmla="*/ 28 h 28"/>
              <a:gd name="T22" fmla="*/ 85 w 94"/>
              <a:gd name="T23" fmla="*/ 26 h 28"/>
              <a:gd name="T24" fmla="*/ 90 w 94"/>
              <a:gd name="T25" fmla="*/ 23 h 28"/>
              <a:gd name="T26" fmla="*/ 93 w 94"/>
              <a:gd name="T27" fmla="*/ 19 h 28"/>
              <a:gd name="T28" fmla="*/ 94 w 94"/>
              <a:gd name="T29" fmla="*/ 14 h 28"/>
              <a:gd name="T30" fmla="*/ 93 w 94"/>
              <a:gd name="T31" fmla="*/ 8 h 28"/>
              <a:gd name="T32" fmla="*/ 90 w 94"/>
              <a:gd name="T33" fmla="*/ 4 h 28"/>
              <a:gd name="T34" fmla="*/ 85 w 94"/>
              <a:gd name="T35" fmla="*/ 1 h 28"/>
              <a:gd name="T36" fmla="*/ 80 w 94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4" h="28">
                <a:moveTo>
                  <a:pt x="80" y="0"/>
                </a:moveTo>
                <a:lnTo>
                  <a:pt x="13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3" y="28"/>
                </a:lnTo>
                <a:lnTo>
                  <a:pt x="80" y="28"/>
                </a:lnTo>
                <a:lnTo>
                  <a:pt x="85" y="26"/>
                </a:lnTo>
                <a:lnTo>
                  <a:pt x="90" y="23"/>
                </a:lnTo>
                <a:lnTo>
                  <a:pt x="93" y="19"/>
                </a:lnTo>
                <a:lnTo>
                  <a:pt x="94" y="14"/>
                </a:lnTo>
                <a:lnTo>
                  <a:pt x="93" y="8"/>
                </a:lnTo>
                <a:lnTo>
                  <a:pt x="90" y="4"/>
                </a:lnTo>
                <a:lnTo>
                  <a:pt x="85" y="1"/>
                </a:lnTo>
                <a:lnTo>
                  <a:pt x="8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3" name="Freeform 222">
            <a:extLst>
              <a:ext uri="{FF2B5EF4-FFF2-40B4-BE49-F238E27FC236}">
                <a16:creationId xmlns:a16="http://schemas.microsoft.com/office/drawing/2014/main" id="{D76A2E46-51F0-47B8-97A5-89A070BBFAD3}"/>
              </a:ext>
            </a:extLst>
          </p:cNvPr>
          <p:cNvSpPr>
            <a:spLocks/>
          </p:cNvSpPr>
          <p:nvPr/>
        </p:nvSpPr>
        <p:spPr bwMode="auto">
          <a:xfrm>
            <a:off x="10509251" y="5692776"/>
            <a:ext cx="50800" cy="14288"/>
          </a:xfrm>
          <a:custGeom>
            <a:avLst/>
            <a:gdLst>
              <a:gd name="T0" fmla="*/ 80 w 94"/>
              <a:gd name="T1" fmla="*/ 0 h 28"/>
              <a:gd name="T2" fmla="*/ 13 w 94"/>
              <a:gd name="T3" fmla="*/ 0 h 28"/>
              <a:gd name="T4" fmla="*/ 8 w 94"/>
              <a:gd name="T5" fmla="*/ 1 h 28"/>
              <a:gd name="T6" fmla="*/ 4 w 94"/>
              <a:gd name="T7" fmla="*/ 4 h 28"/>
              <a:gd name="T8" fmla="*/ 1 w 94"/>
              <a:gd name="T9" fmla="*/ 9 h 28"/>
              <a:gd name="T10" fmla="*/ 0 w 94"/>
              <a:gd name="T11" fmla="*/ 14 h 28"/>
              <a:gd name="T12" fmla="*/ 1 w 94"/>
              <a:gd name="T13" fmla="*/ 20 h 28"/>
              <a:gd name="T14" fmla="*/ 4 w 94"/>
              <a:gd name="T15" fmla="*/ 24 h 28"/>
              <a:gd name="T16" fmla="*/ 8 w 94"/>
              <a:gd name="T17" fmla="*/ 27 h 28"/>
              <a:gd name="T18" fmla="*/ 13 w 94"/>
              <a:gd name="T19" fmla="*/ 28 h 28"/>
              <a:gd name="T20" fmla="*/ 80 w 94"/>
              <a:gd name="T21" fmla="*/ 28 h 28"/>
              <a:gd name="T22" fmla="*/ 85 w 94"/>
              <a:gd name="T23" fmla="*/ 27 h 28"/>
              <a:gd name="T24" fmla="*/ 90 w 94"/>
              <a:gd name="T25" fmla="*/ 24 h 28"/>
              <a:gd name="T26" fmla="*/ 93 w 94"/>
              <a:gd name="T27" fmla="*/ 20 h 28"/>
              <a:gd name="T28" fmla="*/ 94 w 94"/>
              <a:gd name="T29" fmla="*/ 14 h 28"/>
              <a:gd name="T30" fmla="*/ 93 w 94"/>
              <a:gd name="T31" fmla="*/ 9 h 28"/>
              <a:gd name="T32" fmla="*/ 90 w 94"/>
              <a:gd name="T33" fmla="*/ 4 h 28"/>
              <a:gd name="T34" fmla="*/ 85 w 94"/>
              <a:gd name="T35" fmla="*/ 1 h 28"/>
              <a:gd name="T36" fmla="*/ 80 w 94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4" h="28">
                <a:moveTo>
                  <a:pt x="80" y="0"/>
                </a:moveTo>
                <a:lnTo>
                  <a:pt x="13" y="0"/>
                </a:lnTo>
                <a:lnTo>
                  <a:pt x="8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3" y="28"/>
                </a:lnTo>
                <a:lnTo>
                  <a:pt x="80" y="28"/>
                </a:lnTo>
                <a:lnTo>
                  <a:pt x="85" y="27"/>
                </a:lnTo>
                <a:lnTo>
                  <a:pt x="90" y="24"/>
                </a:lnTo>
                <a:lnTo>
                  <a:pt x="93" y="20"/>
                </a:lnTo>
                <a:lnTo>
                  <a:pt x="94" y="14"/>
                </a:lnTo>
                <a:lnTo>
                  <a:pt x="93" y="9"/>
                </a:lnTo>
                <a:lnTo>
                  <a:pt x="90" y="4"/>
                </a:lnTo>
                <a:lnTo>
                  <a:pt x="85" y="1"/>
                </a:lnTo>
                <a:lnTo>
                  <a:pt x="8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4" name="Freeform 223">
            <a:extLst>
              <a:ext uri="{FF2B5EF4-FFF2-40B4-BE49-F238E27FC236}">
                <a16:creationId xmlns:a16="http://schemas.microsoft.com/office/drawing/2014/main" id="{4A6F9BEA-1C1C-4ACA-9582-AE89D9B6C336}"/>
              </a:ext>
            </a:extLst>
          </p:cNvPr>
          <p:cNvSpPr>
            <a:spLocks/>
          </p:cNvSpPr>
          <p:nvPr/>
        </p:nvSpPr>
        <p:spPr bwMode="auto">
          <a:xfrm>
            <a:off x="10274301" y="5438776"/>
            <a:ext cx="350838" cy="376238"/>
          </a:xfrm>
          <a:custGeom>
            <a:avLst/>
            <a:gdLst>
              <a:gd name="T0" fmla="*/ 659 w 663"/>
              <a:gd name="T1" fmla="*/ 225 h 711"/>
              <a:gd name="T2" fmla="*/ 663 w 663"/>
              <a:gd name="T3" fmla="*/ 93 h 711"/>
              <a:gd name="T4" fmla="*/ 659 w 663"/>
              <a:gd name="T5" fmla="*/ 65 h 711"/>
              <a:gd name="T6" fmla="*/ 647 w 663"/>
              <a:gd name="T7" fmla="*/ 41 h 711"/>
              <a:gd name="T8" fmla="*/ 629 w 663"/>
              <a:gd name="T9" fmla="*/ 21 h 711"/>
              <a:gd name="T10" fmla="*/ 607 w 663"/>
              <a:gd name="T11" fmla="*/ 7 h 711"/>
              <a:gd name="T12" fmla="*/ 580 w 663"/>
              <a:gd name="T13" fmla="*/ 0 h 711"/>
              <a:gd name="T14" fmla="*/ 84 w 663"/>
              <a:gd name="T15" fmla="*/ 0 h 711"/>
              <a:gd name="T16" fmla="*/ 57 w 663"/>
              <a:gd name="T17" fmla="*/ 7 h 711"/>
              <a:gd name="T18" fmla="*/ 34 w 663"/>
              <a:gd name="T19" fmla="*/ 21 h 711"/>
              <a:gd name="T20" fmla="*/ 16 w 663"/>
              <a:gd name="T21" fmla="*/ 41 h 711"/>
              <a:gd name="T22" fmla="*/ 5 w 663"/>
              <a:gd name="T23" fmla="*/ 65 h 711"/>
              <a:gd name="T24" fmla="*/ 0 w 663"/>
              <a:gd name="T25" fmla="*/ 93 h 711"/>
              <a:gd name="T26" fmla="*/ 3 w 663"/>
              <a:gd name="T27" fmla="*/ 637 h 711"/>
              <a:gd name="T28" fmla="*/ 11 w 663"/>
              <a:gd name="T29" fmla="*/ 663 h 711"/>
              <a:gd name="T30" fmla="*/ 27 w 663"/>
              <a:gd name="T31" fmla="*/ 684 h 711"/>
              <a:gd name="T32" fmla="*/ 49 w 663"/>
              <a:gd name="T33" fmla="*/ 700 h 711"/>
              <a:gd name="T34" fmla="*/ 74 w 663"/>
              <a:gd name="T35" fmla="*/ 709 h 711"/>
              <a:gd name="T36" fmla="*/ 570 w 663"/>
              <a:gd name="T37" fmla="*/ 711 h 711"/>
              <a:gd name="T38" fmla="*/ 598 w 663"/>
              <a:gd name="T39" fmla="*/ 707 h 711"/>
              <a:gd name="T40" fmla="*/ 622 w 663"/>
              <a:gd name="T41" fmla="*/ 695 h 711"/>
              <a:gd name="T42" fmla="*/ 642 w 663"/>
              <a:gd name="T43" fmla="*/ 677 h 711"/>
              <a:gd name="T44" fmla="*/ 656 w 663"/>
              <a:gd name="T45" fmla="*/ 654 h 711"/>
              <a:gd name="T46" fmla="*/ 662 w 663"/>
              <a:gd name="T47" fmla="*/ 627 h 711"/>
              <a:gd name="T48" fmla="*/ 662 w 663"/>
              <a:gd name="T49" fmla="*/ 313 h 711"/>
              <a:gd name="T50" fmla="*/ 649 w 663"/>
              <a:gd name="T51" fmla="*/ 304 h 711"/>
              <a:gd name="T52" fmla="*/ 637 w 663"/>
              <a:gd name="T53" fmla="*/ 313 h 711"/>
              <a:gd name="T54" fmla="*/ 634 w 663"/>
              <a:gd name="T55" fmla="*/ 625 h 711"/>
              <a:gd name="T56" fmla="*/ 630 w 663"/>
              <a:gd name="T57" fmla="*/ 643 h 711"/>
              <a:gd name="T58" fmla="*/ 620 w 663"/>
              <a:gd name="T59" fmla="*/ 659 h 711"/>
              <a:gd name="T60" fmla="*/ 607 w 663"/>
              <a:gd name="T61" fmla="*/ 672 h 711"/>
              <a:gd name="T62" fmla="*/ 589 w 663"/>
              <a:gd name="T63" fmla="*/ 680 h 711"/>
              <a:gd name="T64" fmla="*/ 570 w 663"/>
              <a:gd name="T65" fmla="*/ 683 h 711"/>
              <a:gd name="T66" fmla="*/ 80 w 663"/>
              <a:gd name="T67" fmla="*/ 682 h 711"/>
              <a:gd name="T68" fmla="*/ 63 w 663"/>
              <a:gd name="T69" fmla="*/ 676 h 711"/>
              <a:gd name="T70" fmla="*/ 48 w 663"/>
              <a:gd name="T71" fmla="*/ 664 h 711"/>
              <a:gd name="T72" fmla="*/ 36 w 663"/>
              <a:gd name="T73" fmla="*/ 649 h 711"/>
              <a:gd name="T74" fmla="*/ 29 w 663"/>
              <a:gd name="T75" fmla="*/ 632 h 711"/>
              <a:gd name="T76" fmla="*/ 28 w 663"/>
              <a:gd name="T77" fmla="*/ 93 h 711"/>
              <a:gd name="T78" fmla="*/ 30 w 663"/>
              <a:gd name="T79" fmla="*/ 73 h 711"/>
              <a:gd name="T80" fmla="*/ 39 w 663"/>
              <a:gd name="T81" fmla="*/ 56 h 711"/>
              <a:gd name="T82" fmla="*/ 52 w 663"/>
              <a:gd name="T83" fmla="*/ 42 h 711"/>
              <a:gd name="T84" fmla="*/ 68 w 663"/>
              <a:gd name="T85" fmla="*/ 33 h 711"/>
              <a:gd name="T86" fmla="*/ 86 w 663"/>
              <a:gd name="T87" fmla="*/ 28 h 711"/>
              <a:gd name="T88" fmla="*/ 576 w 663"/>
              <a:gd name="T89" fmla="*/ 28 h 711"/>
              <a:gd name="T90" fmla="*/ 596 w 663"/>
              <a:gd name="T91" fmla="*/ 33 h 711"/>
              <a:gd name="T92" fmla="*/ 612 w 663"/>
              <a:gd name="T93" fmla="*/ 42 h 711"/>
              <a:gd name="T94" fmla="*/ 624 w 663"/>
              <a:gd name="T95" fmla="*/ 56 h 711"/>
              <a:gd name="T96" fmla="*/ 632 w 663"/>
              <a:gd name="T97" fmla="*/ 73 h 711"/>
              <a:gd name="T98" fmla="*/ 636 w 663"/>
              <a:gd name="T99" fmla="*/ 93 h 711"/>
              <a:gd name="T100" fmla="*/ 640 w 663"/>
              <a:gd name="T101" fmla="*/ 225 h 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63" h="711">
                <a:moveTo>
                  <a:pt x="649" y="229"/>
                </a:moveTo>
                <a:lnTo>
                  <a:pt x="655" y="228"/>
                </a:lnTo>
                <a:lnTo>
                  <a:pt x="659" y="225"/>
                </a:lnTo>
                <a:lnTo>
                  <a:pt x="662" y="220"/>
                </a:lnTo>
                <a:lnTo>
                  <a:pt x="663" y="215"/>
                </a:lnTo>
                <a:lnTo>
                  <a:pt x="663" y="93"/>
                </a:lnTo>
                <a:lnTo>
                  <a:pt x="662" y="83"/>
                </a:lnTo>
                <a:lnTo>
                  <a:pt x="661" y="74"/>
                </a:lnTo>
                <a:lnTo>
                  <a:pt x="659" y="65"/>
                </a:lnTo>
                <a:lnTo>
                  <a:pt x="656" y="56"/>
                </a:lnTo>
                <a:lnTo>
                  <a:pt x="652" y="49"/>
                </a:lnTo>
                <a:lnTo>
                  <a:pt x="647" y="41"/>
                </a:lnTo>
                <a:lnTo>
                  <a:pt x="642" y="34"/>
                </a:lnTo>
                <a:lnTo>
                  <a:pt x="636" y="27"/>
                </a:lnTo>
                <a:lnTo>
                  <a:pt x="629" y="21"/>
                </a:lnTo>
                <a:lnTo>
                  <a:pt x="622" y="15"/>
                </a:lnTo>
                <a:lnTo>
                  <a:pt x="614" y="11"/>
                </a:lnTo>
                <a:lnTo>
                  <a:pt x="607" y="7"/>
                </a:lnTo>
                <a:lnTo>
                  <a:pt x="598" y="4"/>
                </a:lnTo>
                <a:lnTo>
                  <a:pt x="588" y="1"/>
                </a:lnTo>
                <a:lnTo>
                  <a:pt x="580" y="0"/>
                </a:lnTo>
                <a:lnTo>
                  <a:pt x="570" y="0"/>
                </a:lnTo>
                <a:lnTo>
                  <a:pt x="94" y="0"/>
                </a:lnTo>
                <a:lnTo>
                  <a:pt x="84" y="0"/>
                </a:lnTo>
                <a:lnTo>
                  <a:pt x="74" y="1"/>
                </a:lnTo>
                <a:lnTo>
                  <a:pt x="66" y="4"/>
                </a:lnTo>
                <a:lnTo>
                  <a:pt x="57" y="7"/>
                </a:lnTo>
                <a:lnTo>
                  <a:pt x="49" y="11"/>
                </a:lnTo>
                <a:lnTo>
                  <a:pt x="41" y="15"/>
                </a:lnTo>
                <a:lnTo>
                  <a:pt x="34" y="21"/>
                </a:lnTo>
                <a:lnTo>
                  <a:pt x="27" y="27"/>
                </a:lnTo>
                <a:lnTo>
                  <a:pt x="22" y="34"/>
                </a:lnTo>
                <a:lnTo>
                  <a:pt x="16" y="41"/>
                </a:lnTo>
                <a:lnTo>
                  <a:pt x="11" y="49"/>
                </a:lnTo>
                <a:lnTo>
                  <a:pt x="8" y="56"/>
                </a:lnTo>
                <a:lnTo>
                  <a:pt x="5" y="65"/>
                </a:lnTo>
                <a:lnTo>
                  <a:pt x="3" y="74"/>
                </a:lnTo>
                <a:lnTo>
                  <a:pt x="0" y="83"/>
                </a:lnTo>
                <a:lnTo>
                  <a:pt x="0" y="93"/>
                </a:lnTo>
                <a:lnTo>
                  <a:pt x="0" y="618"/>
                </a:lnTo>
                <a:lnTo>
                  <a:pt x="0" y="627"/>
                </a:lnTo>
                <a:lnTo>
                  <a:pt x="3" y="637"/>
                </a:lnTo>
                <a:lnTo>
                  <a:pt x="5" y="646"/>
                </a:lnTo>
                <a:lnTo>
                  <a:pt x="8" y="654"/>
                </a:lnTo>
                <a:lnTo>
                  <a:pt x="11" y="663"/>
                </a:lnTo>
                <a:lnTo>
                  <a:pt x="16" y="670"/>
                </a:lnTo>
                <a:lnTo>
                  <a:pt x="22" y="677"/>
                </a:lnTo>
                <a:lnTo>
                  <a:pt x="27" y="684"/>
                </a:lnTo>
                <a:lnTo>
                  <a:pt x="34" y="690"/>
                </a:lnTo>
                <a:lnTo>
                  <a:pt x="41" y="695"/>
                </a:lnTo>
                <a:lnTo>
                  <a:pt x="49" y="700"/>
                </a:lnTo>
                <a:lnTo>
                  <a:pt x="57" y="703"/>
                </a:lnTo>
                <a:lnTo>
                  <a:pt x="66" y="707"/>
                </a:lnTo>
                <a:lnTo>
                  <a:pt x="74" y="709"/>
                </a:lnTo>
                <a:lnTo>
                  <a:pt x="84" y="711"/>
                </a:lnTo>
                <a:lnTo>
                  <a:pt x="94" y="711"/>
                </a:lnTo>
                <a:lnTo>
                  <a:pt x="570" y="711"/>
                </a:lnTo>
                <a:lnTo>
                  <a:pt x="580" y="711"/>
                </a:lnTo>
                <a:lnTo>
                  <a:pt x="588" y="709"/>
                </a:lnTo>
                <a:lnTo>
                  <a:pt x="598" y="707"/>
                </a:lnTo>
                <a:lnTo>
                  <a:pt x="607" y="703"/>
                </a:lnTo>
                <a:lnTo>
                  <a:pt x="614" y="700"/>
                </a:lnTo>
                <a:lnTo>
                  <a:pt x="622" y="695"/>
                </a:lnTo>
                <a:lnTo>
                  <a:pt x="629" y="690"/>
                </a:lnTo>
                <a:lnTo>
                  <a:pt x="636" y="684"/>
                </a:lnTo>
                <a:lnTo>
                  <a:pt x="642" y="677"/>
                </a:lnTo>
                <a:lnTo>
                  <a:pt x="647" y="670"/>
                </a:lnTo>
                <a:lnTo>
                  <a:pt x="652" y="663"/>
                </a:lnTo>
                <a:lnTo>
                  <a:pt x="656" y="654"/>
                </a:lnTo>
                <a:lnTo>
                  <a:pt x="659" y="646"/>
                </a:lnTo>
                <a:lnTo>
                  <a:pt x="661" y="637"/>
                </a:lnTo>
                <a:lnTo>
                  <a:pt x="662" y="627"/>
                </a:lnTo>
                <a:lnTo>
                  <a:pt x="663" y="618"/>
                </a:lnTo>
                <a:lnTo>
                  <a:pt x="663" y="318"/>
                </a:lnTo>
                <a:lnTo>
                  <a:pt x="662" y="313"/>
                </a:lnTo>
                <a:lnTo>
                  <a:pt x="659" y="308"/>
                </a:lnTo>
                <a:lnTo>
                  <a:pt x="655" y="305"/>
                </a:lnTo>
                <a:lnTo>
                  <a:pt x="649" y="304"/>
                </a:lnTo>
                <a:lnTo>
                  <a:pt x="644" y="305"/>
                </a:lnTo>
                <a:lnTo>
                  <a:pt x="640" y="308"/>
                </a:lnTo>
                <a:lnTo>
                  <a:pt x="637" y="313"/>
                </a:lnTo>
                <a:lnTo>
                  <a:pt x="636" y="318"/>
                </a:lnTo>
                <a:lnTo>
                  <a:pt x="636" y="618"/>
                </a:lnTo>
                <a:lnTo>
                  <a:pt x="634" y="625"/>
                </a:lnTo>
                <a:lnTo>
                  <a:pt x="634" y="632"/>
                </a:lnTo>
                <a:lnTo>
                  <a:pt x="632" y="637"/>
                </a:lnTo>
                <a:lnTo>
                  <a:pt x="630" y="643"/>
                </a:lnTo>
                <a:lnTo>
                  <a:pt x="627" y="649"/>
                </a:lnTo>
                <a:lnTo>
                  <a:pt x="624" y="654"/>
                </a:lnTo>
                <a:lnTo>
                  <a:pt x="620" y="659"/>
                </a:lnTo>
                <a:lnTo>
                  <a:pt x="616" y="664"/>
                </a:lnTo>
                <a:lnTo>
                  <a:pt x="612" y="668"/>
                </a:lnTo>
                <a:lnTo>
                  <a:pt x="607" y="672"/>
                </a:lnTo>
                <a:lnTo>
                  <a:pt x="601" y="676"/>
                </a:lnTo>
                <a:lnTo>
                  <a:pt x="596" y="678"/>
                </a:lnTo>
                <a:lnTo>
                  <a:pt x="589" y="680"/>
                </a:lnTo>
                <a:lnTo>
                  <a:pt x="583" y="682"/>
                </a:lnTo>
                <a:lnTo>
                  <a:pt x="576" y="683"/>
                </a:lnTo>
                <a:lnTo>
                  <a:pt x="570" y="683"/>
                </a:lnTo>
                <a:lnTo>
                  <a:pt x="94" y="683"/>
                </a:lnTo>
                <a:lnTo>
                  <a:pt x="86" y="683"/>
                </a:lnTo>
                <a:lnTo>
                  <a:pt x="80" y="682"/>
                </a:lnTo>
                <a:lnTo>
                  <a:pt x="73" y="680"/>
                </a:lnTo>
                <a:lnTo>
                  <a:pt x="68" y="678"/>
                </a:lnTo>
                <a:lnTo>
                  <a:pt x="63" y="676"/>
                </a:lnTo>
                <a:lnTo>
                  <a:pt x="57" y="672"/>
                </a:lnTo>
                <a:lnTo>
                  <a:pt x="52" y="668"/>
                </a:lnTo>
                <a:lnTo>
                  <a:pt x="48" y="664"/>
                </a:lnTo>
                <a:lnTo>
                  <a:pt x="43" y="659"/>
                </a:lnTo>
                <a:lnTo>
                  <a:pt x="39" y="654"/>
                </a:lnTo>
                <a:lnTo>
                  <a:pt x="36" y="649"/>
                </a:lnTo>
                <a:lnTo>
                  <a:pt x="33" y="643"/>
                </a:lnTo>
                <a:lnTo>
                  <a:pt x="30" y="637"/>
                </a:lnTo>
                <a:lnTo>
                  <a:pt x="29" y="632"/>
                </a:lnTo>
                <a:lnTo>
                  <a:pt x="28" y="625"/>
                </a:lnTo>
                <a:lnTo>
                  <a:pt x="28" y="618"/>
                </a:lnTo>
                <a:lnTo>
                  <a:pt x="28" y="93"/>
                </a:lnTo>
                <a:lnTo>
                  <a:pt x="28" y="86"/>
                </a:lnTo>
                <a:lnTo>
                  <a:pt x="29" y="80"/>
                </a:lnTo>
                <a:lnTo>
                  <a:pt x="30" y="73"/>
                </a:lnTo>
                <a:lnTo>
                  <a:pt x="33" y="68"/>
                </a:lnTo>
                <a:lnTo>
                  <a:pt x="36" y="61"/>
                </a:lnTo>
                <a:lnTo>
                  <a:pt x="39" y="56"/>
                </a:lnTo>
                <a:lnTo>
                  <a:pt x="43" y="52"/>
                </a:lnTo>
                <a:lnTo>
                  <a:pt x="48" y="46"/>
                </a:lnTo>
                <a:lnTo>
                  <a:pt x="52" y="42"/>
                </a:lnTo>
                <a:lnTo>
                  <a:pt x="57" y="39"/>
                </a:lnTo>
                <a:lnTo>
                  <a:pt x="63" y="36"/>
                </a:lnTo>
                <a:lnTo>
                  <a:pt x="68" y="33"/>
                </a:lnTo>
                <a:lnTo>
                  <a:pt x="73" y="30"/>
                </a:lnTo>
                <a:lnTo>
                  <a:pt x="80" y="29"/>
                </a:lnTo>
                <a:lnTo>
                  <a:pt x="86" y="28"/>
                </a:lnTo>
                <a:lnTo>
                  <a:pt x="94" y="27"/>
                </a:lnTo>
                <a:lnTo>
                  <a:pt x="570" y="27"/>
                </a:lnTo>
                <a:lnTo>
                  <a:pt x="576" y="28"/>
                </a:lnTo>
                <a:lnTo>
                  <a:pt x="583" y="29"/>
                </a:lnTo>
                <a:lnTo>
                  <a:pt x="589" y="30"/>
                </a:lnTo>
                <a:lnTo>
                  <a:pt x="596" y="33"/>
                </a:lnTo>
                <a:lnTo>
                  <a:pt x="601" y="36"/>
                </a:lnTo>
                <a:lnTo>
                  <a:pt x="607" y="39"/>
                </a:lnTo>
                <a:lnTo>
                  <a:pt x="612" y="42"/>
                </a:lnTo>
                <a:lnTo>
                  <a:pt x="616" y="46"/>
                </a:lnTo>
                <a:lnTo>
                  <a:pt x="620" y="52"/>
                </a:lnTo>
                <a:lnTo>
                  <a:pt x="624" y="56"/>
                </a:lnTo>
                <a:lnTo>
                  <a:pt x="627" y="61"/>
                </a:lnTo>
                <a:lnTo>
                  <a:pt x="630" y="68"/>
                </a:lnTo>
                <a:lnTo>
                  <a:pt x="632" y="73"/>
                </a:lnTo>
                <a:lnTo>
                  <a:pt x="634" y="80"/>
                </a:lnTo>
                <a:lnTo>
                  <a:pt x="634" y="86"/>
                </a:lnTo>
                <a:lnTo>
                  <a:pt x="636" y="93"/>
                </a:lnTo>
                <a:lnTo>
                  <a:pt x="636" y="215"/>
                </a:lnTo>
                <a:lnTo>
                  <a:pt x="637" y="220"/>
                </a:lnTo>
                <a:lnTo>
                  <a:pt x="640" y="225"/>
                </a:lnTo>
                <a:lnTo>
                  <a:pt x="644" y="228"/>
                </a:lnTo>
                <a:lnTo>
                  <a:pt x="649" y="2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5" name="Freeform 224">
            <a:extLst>
              <a:ext uri="{FF2B5EF4-FFF2-40B4-BE49-F238E27FC236}">
                <a16:creationId xmlns:a16="http://schemas.microsoft.com/office/drawing/2014/main" id="{69A79E3A-ACD8-41D8-9F81-E719142618C6}"/>
              </a:ext>
            </a:extLst>
          </p:cNvPr>
          <p:cNvSpPr>
            <a:spLocks/>
          </p:cNvSpPr>
          <p:nvPr/>
        </p:nvSpPr>
        <p:spPr bwMode="auto">
          <a:xfrm>
            <a:off x="10610851" y="5572126"/>
            <a:ext cx="14288" cy="14288"/>
          </a:xfrm>
          <a:custGeom>
            <a:avLst/>
            <a:gdLst>
              <a:gd name="T0" fmla="*/ 23 w 27"/>
              <a:gd name="T1" fmla="*/ 4 h 27"/>
              <a:gd name="T2" fmla="*/ 19 w 27"/>
              <a:gd name="T3" fmla="*/ 1 h 27"/>
              <a:gd name="T4" fmla="*/ 13 w 27"/>
              <a:gd name="T5" fmla="*/ 0 h 27"/>
              <a:gd name="T6" fmla="*/ 8 w 27"/>
              <a:gd name="T7" fmla="*/ 1 h 27"/>
              <a:gd name="T8" fmla="*/ 4 w 27"/>
              <a:gd name="T9" fmla="*/ 4 h 27"/>
              <a:gd name="T10" fmla="*/ 1 w 27"/>
              <a:gd name="T11" fmla="*/ 8 h 27"/>
              <a:gd name="T12" fmla="*/ 0 w 27"/>
              <a:gd name="T13" fmla="*/ 13 h 27"/>
              <a:gd name="T14" fmla="*/ 1 w 27"/>
              <a:gd name="T15" fmla="*/ 19 h 27"/>
              <a:gd name="T16" fmla="*/ 4 w 27"/>
              <a:gd name="T17" fmla="*/ 23 h 27"/>
              <a:gd name="T18" fmla="*/ 8 w 27"/>
              <a:gd name="T19" fmla="*/ 26 h 27"/>
              <a:gd name="T20" fmla="*/ 13 w 27"/>
              <a:gd name="T21" fmla="*/ 27 h 27"/>
              <a:gd name="T22" fmla="*/ 19 w 27"/>
              <a:gd name="T23" fmla="*/ 26 h 27"/>
              <a:gd name="T24" fmla="*/ 23 w 27"/>
              <a:gd name="T25" fmla="*/ 23 h 27"/>
              <a:gd name="T26" fmla="*/ 26 w 27"/>
              <a:gd name="T27" fmla="*/ 19 h 27"/>
              <a:gd name="T28" fmla="*/ 27 w 27"/>
              <a:gd name="T29" fmla="*/ 13 h 27"/>
              <a:gd name="T30" fmla="*/ 26 w 27"/>
              <a:gd name="T31" fmla="*/ 8 h 27"/>
              <a:gd name="T32" fmla="*/ 23 w 27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7">
                <a:moveTo>
                  <a:pt x="23" y="4"/>
                </a:moveTo>
                <a:lnTo>
                  <a:pt x="19" y="1"/>
                </a:lnTo>
                <a:lnTo>
                  <a:pt x="13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3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3" y="27"/>
                </a:lnTo>
                <a:lnTo>
                  <a:pt x="19" y="26"/>
                </a:lnTo>
                <a:lnTo>
                  <a:pt x="23" y="23"/>
                </a:lnTo>
                <a:lnTo>
                  <a:pt x="26" y="19"/>
                </a:lnTo>
                <a:lnTo>
                  <a:pt x="27" y="13"/>
                </a:lnTo>
                <a:lnTo>
                  <a:pt x="26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6" name="Freeform 225">
            <a:extLst>
              <a:ext uri="{FF2B5EF4-FFF2-40B4-BE49-F238E27FC236}">
                <a16:creationId xmlns:a16="http://schemas.microsoft.com/office/drawing/2014/main" id="{E873A12F-3FF1-4BC4-A5CD-78CEA1F3BD3C}"/>
              </a:ext>
            </a:extLst>
          </p:cNvPr>
          <p:cNvSpPr>
            <a:spLocks noEditPoints="1"/>
          </p:cNvSpPr>
          <p:nvPr/>
        </p:nvSpPr>
        <p:spPr bwMode="auto">
          <a:xfrm>
            <a:off x="10394951" y="4705351"/>
            <a:ext cx="109538" cy="109538"/>
          </a:xfrm>
          <a:custGeom>
            <a:avLst/>
            <a:gdLst>
              <a:gd name="T0" fmla="*/ 192 w 205"/>
              <a:gd name="T1" fmla="*/ 0 h 205"/>
              <a:gd name="T2" fmla="*/ 14 w 205"/>
              <a:gd name="T3" fmla="*/ 0 h 205"/>
              <a:gd name="T4" fmla="*/ 8 w 205"/>
              <a:gd name="T5" fmla="*/ 1 h 205"/>
              <a:gd name="T6" fmla="*/ 4 w 205"/>
              <a:gd name="T7" fmla="*/ 5 h 205"/>
              <a:gd name="T8" fmla="*/ 1 w 205"/>
              <a:gd name="T9" fmla="*/ 9 h 205"/>
              <a:gd name="T10" fmla="*/ 0 w 205"/>
              <a:gd name="T11" fmla="*/ 14 h 205"/>
              <a:gd name="T12" fmla="*/ 0 w 205"/>
              <a:gd name="T13" fmla="*/ 193 h 205"/>
              <a:gd name="T14" fmla="*/ 1 w 205"/>
              <a:gd name="T15" fmla="*/ 198 h 205"/>
              <a:gd name="T16" fmla="*/ 4 w 205"/>
              <a:gd name="T17" fmla="*/ 202 h 205"/>
              <a:gd name="T18" fmla="*/ 8 w 205"/>
              <a:gd name="T19" fmla="*/ 204 h 205"/>
              <a:gd name="T20" fmla="*/ 14 w 205"/>
              <a:gd name="T21" fmla="*/ 205 h 205"/>
              <a:gd name="T22" fmla="*/ 192 w 205"/>
              <a:gd name="T23" fmla="*/ 205 h 205"/>
              <a:gd name="T24" fmla="*/ 197 w 205"/>
              <a:gd name="T25" fmla="*/ 204 h 205"/>
              <a:gd name="T26" fmla="*/ 202 w 205"/>
              <a:gd name="T27" fmla="*/ 202 h 205"/>
              <a:gd name="T28" fmla="*/ 204 w 205"/>
              <a:gd name="T29" fmla="*/ 198 h 205"/>
              <a:gd name="T30" fmla="*/ 205 w 205"/>
              <a:gd name="T31" fmla="*/ 193 h 205"/>
              <a:gd name="T32" fmla="*/ 205 w 205"/>
              <a:gd name="T33" fmla="*/ 14 h 205"/>
              <a:gd name="T34" fmla="*/ 204 w 205"/>
              <a:gd name="T35" fmla="*/ 9 h 205"/>
              <a:gd name="T36" fmla="*/ 202 w 205"/>
              <a:gd name="T37" fmla="*/ 5 h 205"/>
              <a:gd name="T38" fmla="*/ 197 w 205"/>
              <a:gd name="T39" fmla="*/ 1 h 205"/>
              <a:gd name="T40" fmla="*/ 192 w 205"/>
              <a:gd name="T41" fmla="*/ 0 h 205"/>
              <a:gd name="T42" fmla="*/ 178 w 205"/>
              <a:gd name="T43" fmla="*/ 179 h 205"/>
              <a:gd name="T44" fmla="*/ 28 w 205"/>
              <a:gd name="T45" fmla="*/ 179 h 205"/>
              <a:gd name="T46" fmla="*/ 28 w 205"/>
              <a:gd name="T47" fmla="*/ 28 h 205"/>
              <a:gd name="T48" fmla="*/ 178 w 205"/>
              <a:gd name="T49" fmla="*/ 28 h 205"/>
              <a:gd name="T50" fmla="*/ 178 w 205"/>
              <a:gd name="T51" fmla="*/ 179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5" h="205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193"/>
                </a:lnTo>
                <a:lnTo>
                  <a:pt x="1" y="198"/>
                </a:lnTo>
                <a:lnTo>
                  <a:pt x="4" y="202"/>
                </a:lnTo>
                <a:lnTo>
                  <a:pt x="8" y="204"/>
                </a:lnTo>
                <a:lnTo>
                  <a:pt x="14" y="205"/>
                </a:lnTo>
                <a:lnTo>
                  <a:pt x="192" y="205"/>
                </a:lnTo>
                <a:lnTo>
                  <a:pt x="197" y="204"/>
                </a:lnTo>
                <a:lnTo>
                  <a:pt x="202" y="202"/>
                </a:lnTo>
                <a:lnTo>
                  <a:pt x="204" y="198"/>
                </a:lnTo>
                <a:lnTo>
                  <a:pt x="205" y="193"/>
                </a:lnTo>
                <a:lnTo>
                  <a:pt x="205" y="14"/>
                </a:lnTo>
                <a:lnTo>
                  <a:pt x="204" y="9"/>
                </a:lnTo>
                <a:lnTo>
                  <a:pt x="202" y="5"/>
                </a:lnTo>
                <a:lnTo>
                  <a:pt x="197" y="1"/>
                </a:lnTo>
                <a:lnTo>
                  <a:pt x="192" y="0"/>
                </a:lnTo>
                <a:close/>
                <a:moveTo>
                  <a:pt x="178" y="179"/>
                </a:moveTo>
                <a:lnTo>
                  <a:pt x="28" y="179"/>
                </a:lnTo>
                <a:lnTo>
                  <a:pt x="28" y="28"/>
                </a:lnTo>
                <a:lnTo>
                  <a:pt x="178" y="28"/>
                </a:lnTo>
                <a:lnTo>
                  <a:pt x="178" y="1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7" name="Freeform 226">
            <a:extLst>
              <a:ext uri="{FF2B5EF4-FFF2-40B4-BE49-F238E27FC236}">
                <a16:creationId xmlns:a16="http://schemas.microsoft.com/office/drawing/2014/main" id="{3E1B64B1-365F-4ACC-9EF3-E8B8238A412E}"/>
              </a:ext>
            </a:extLst>
          </p:cNvPr>
          <p:cNvSpPr>
            <a:spLocks noEditPoints="1"/>
          </p:cNvSpPr>
          <p:nvPr/>
        </p:nvSpPr>
        <p:spPr bwMode="auto">
          <a:xfrm>
            <a:off x="10529889" y="4705351"/>
            <a:ext cx="107950" cy="109538"/>
          </a:xfrm>
          <a:custGeom>
            <a:avLst/>
            <a:gdLst>
              <a:gd name="T0" fmla="*/ 191 w 205"/>
              <a:gd name="T1" fmla="*/ 0 h 205"/>
              <a:gd name="T2" fmla="*/ 14 w 205"/>
              <a:gd name="T3" fmla="*/ 0 h 205"/>
              <a:gd name="T4" fmla="*/ 8 w 205"/>
              <a:gd name="T5" fmla="*/ 1 h 205"/>
              <a:gd name="T6" fmla="*/ 3 w 205"/>
              <a:gd name="T7" fmla="*/ 5 h 205"/>
              <a:gd name="T8" fmla="*/ 1 w 205"/>
              <a:gd name="T9" fmla="*/ 9 h 205"/>
              <a:gd name="T10" fmla="*/ 0 w 205"/>
              <a:gd name="T11" fmla="*/ 14 h 205"/>
              <a:gd name="T12" fmla="*/ 0 w 205"/>
              <a:gd name="T13" fmla="*/ 193 h 205"/>
              <a:gd name="T14" fmla="*/ 1 w 205"/>
              <a:gd name="T15" fmla="*/ 198 h 205"/>
              <a:gd name="T16" fmla="*/ 3 w 205"/>
              <a:gd name="T17" fmla="*/ 202 h 205"/>
              <a:gd name="T18" fmla="*/ 8 w 205"/>
              <a:gd name="T19" fmla="*/ 204 h 205"/>
              <a:gd name="T20" fmla="*/ 14 w 205"/>
              <a:gd name="T21" fmla="*/ 205 h 205"/>
              <a:gd name="T22" fmla="*/ 191 w 205"/>
              <a:gd name="T23" fmla="*/ 205 h 205"/>
              <a:gd name="T24" fmla="*/ 196 w 205"/>
              <a:gd name="T25" fmla="*/ 204 h 205"/>
              <a:gd name="T26" fmla="*/ 201 w 205"/>
              <a:gd name="T27" fmla="*/ 202 h 205"/>
              <a:gd name="T28" fmla="*/ 204 w 205"/>
              <a:gd name="T29" fmla="*/ 198 h 205"/>
              <a:gd name="T30" fmla="*/ 205 w 205"/>
              <a:gd name="T31" fmla="*/ 193 h 205"/>
              <a:gd name="T32" fmla="*/ 205 w 205"/>
              <a:gd name="T33" fmla="*/ 14 h 205"/>
              <a:gd name="T34" fmla="*/ 204 w 205"/>
              <a:gd name="T35" fmla="*/ 9 h 205"/>
              <a:gd name="T36" fmla="*/ 201 w 205"/>
              <a:gd name="T37" fmla="*/ 5 h 205"/>
              <a:gd name="T38" fmla="*/ 196 w 205"/>
              <a:gd name="T39" fmla="*/ 1 h 205"/>
              <a:gd name="T40" fmla="*/ 191 w 205"/>
              <a:gd name="T41" fmla="*/ 0 h 205"/>
              <a:gd name="T42" fmla="*/ 177 w 205"/>
              <a:gd name="T43" fmla="*/ 179 h 205"/>
              <a:gd name="T44" fmla="*/ 27 w 205"/>
              <a:gd name="T45" fmla="*/ 179 h 205"/>
              <a:gd name="T46" fmla="*/ 27 w 205"/>
              <a:gd name="T47" fmla="*/ 28 h 205"/>
              <a:gd name="T48" fmla="*/ 177 w 205"/>
              <a:gd name="T49" fmla="*/ 28 h 205"/>
              <a:gd name="T50" fmla="*/ 177 w 205"/>
              <a:gd name="T51" fmla="*/ 179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5" h="205">
                <a:moveTo>
                  <a:pt x="191" y="0"/>
                </a:moveTo>
                <a:lnTo>
                  <a:pt x="14" y="0"/>
                </a:lnTo>
                <a:lnTo>
                  <a:pt x="8" y="1"/>
                </a:lnTo>
                <a:lnTo>
                  <a:pt x="3" y="5"/>
                </a:lnTo>
                <a:lnTo>
                  <a:pt x="1" y="9"/>
                </a:lnTo>
                <a:lnTo>
                  <a:pt x="0" y="14"/>
                </a:lnTo>
                <a:lnTo>
                  <a:pt x="0" y="193"/>
                </a:lnTo>
                <a:lnTo>
                  <a:pt x="1" y="198"/>
                </a:lnTo>
                <a:lnTo>
                  <a:pt x="3" y="202"/>
                </a:lnTo>
                <a:lnTo>
                  <a:pt x="8" y="204"/>
                </a:lnTo>
                <a:lnTo>
                  <a:pt x="14" y="205"/>
                </a:lnTo>
                <a:lnTo>
                  <a:pt x="191" y="205"/>
                </a:lnTo>
                <a:lnTo>
                  <a:pt x="196" y="204"/>
                </a:lnTo>
                <a:lnTo>
                  <a:pt x="201" y="202"/>
                </a:lnTo>
                <a:lnTo>
                  <a:pt x="204" y="198"/>
                </a:lnTo>
                <a:lnTo>
                  <a:pt x="205" y="193"/>
                </a:lnTo>
                <a:lnTo>
                  <a:pt x="205" y="14"/>
                </a:lnTo>
                <a:lnTo>
                  <a:pt x="204" y="9"/>
                </a:lnTo>
                <a:lnTo>
                  <a:pt x="201" y="5"/>
                </a:lnTo>
                <a:lnTo>
                  <a:pt x="196" y="1"/>
                </a:lnTo>
                <a:lnTo>
                  <a:pt x="191" y="0"/>
                </a:lnTo>
                <a:close/>
                <a:moveTo>
                  <a:pt x="177" y="179"/>
                </a:moveTo>
                <a:lnTo>
                  <a:pt x="27" y="179"/>
                </a:lnTo>
                <a:lnTo>
                  <a:pt x="27" y="28"/>
                </a:lnTo>
                <a:lnTo>
                  <a:pt x="177" y="28"/>
                </a:lnTo>
                <a:lnTo>
                  <a:pt x="177" y="1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8" name="Freeform 227">
            <a:extLst>
              <a:ext uri="{FF2B5EF4-FFF2-40B4-BE49-F238E27FC236}">
                <a16:creationId xmlns:a16="http://schemas.microsoft.com/office/drawing/2014/main" id="{745F360F-318B-4452-8990-FB8EE16F60D8}"/>
              </a:ext>
            </a:extLst>
          </p:cNvPr>
          <p:cNvSpPr>
            <a:spLocks noEditPoints="1"/>
          </p:cNvSpPr>
          <p:nvPr/>
        </p:nvSpPr>
        <p:spPr bwMode="auto">
          <a:xfrm>
            <a:off x="10261601" y="4840288"/>
            <a:ext cx="109538" cy="107950"/>
          </a:xfrm>
          <a:custGeom>
            <a:avLst/>
            <a:gdLst>
              <a:gd name="T0" fmla="*/ 192 w 206"/>
              <a:gd name="T1" fmla="*/ 0 h 206"/>
              <a:gd name="T2" fmla="*/ 14 w 206"/>
              <a:gd name="T3" fmla="*/ 0 h 206"/>
              <a:gd name="T4" fmla="*/ 8 w 206"/>
              <a:gd name="T5" fmla="*/ 1 h 206"/>
              <a:gd name="T6" fmla="*/ 4 w 206"/>
              <a:gd name="T7" fmla="*/ 4 h 206"/>
              <a:gd name="T8" fmla="*/ 2 w 206"/>
              <a:gd name="T9" fmla="*/ 8 h 206"/>
              <a:gd name="T10" fmla="*/ 0 w 206"/>
              <a:gd name="T11" fmla="*/ 14 h 206"/>
              <a:gd name="T12" fmla="*/ 0 w 206"/>
              <a:gd name="T13" fmla="*/ 192 h 206"/>
              <a:gd name="T14" fmla="*/ 2 w 206"/>
              <a:gd name="T15" fmla="*/ 197 h 206"/>
              <a:gd name="T16" fmla="*/ 4 w 206"/>
              <a:gd name="T17" fmla="*/ 202 h 206"/>
              <a:gd name="T18" fmla="*/ 8 w 206"/>
              <a:gd name="T19" fmla="*/ 205 h 206"/>
              <a:gd name="T20" fmla="*/ 14 w 206"/>
              <a:gd name="T21" fmla="*/ 206 h 206"/>
              <a:gd name="T22" fmla="*/ 192 w 206"/>
              <a:gd name="T23" fmla="*/ 206 h 206"/>
              <a:gd name="T24" fmla="*/ 197 w 206"/>
              <a:gd name="T25" fmla="*/ 205 h 206"/>
              <a:gd name="T26" fmla="*/ 201 w 206"/>
              <a:gd name="T27" fmla="*/ 202 h 206"/>
              <a:gd name="T28" fmla="*/ 205 w 206"/>
              <a:gd name="T29" fmla="*/ 197 h 206"/>
              <a:gd name="T30" fmla="*/ 206 w 206"/>
              <a:gd name="T31" fmla="*/ 192 h 206"/>
              <a:gd name="T32" fmla="*/ 206 w 206"/>
              <a:gd name="T33" fmla="*/ 14 h 206"/>
              <a:gd name="T34" fmla="*/ 205 w 206"/>
              <a:gd name="T35" fmla="*/ 8 h 206"/>
              <a:gd name="T36" fmla="*/ 201 w 206"/>
              <a:gd name="T37" fmla="*/ 4 h 206"/>
              <a:gd name="T38" fmla="*/ 197 w 206"/>
              <a:gd name="T39" fmla="*/ 1 h 206"/>
              <a:gd name="T40" fmla="*/ 192 w 206"/>
              <a:gd name="T41" fmla="*/ 0 h 206"/>
              <a:gd name="T42" fmla="*/ 178 w 206"/>
              <a:gd name="T43" fmla="*/ 178 h 206"/>
              <a:gd name="T44" fmla="*/ 28 w 206"/>
              <a:gd name="T45" fmla="*/ 178 h 206"/>
              <a:gd name="T46" fmla="*/ 28 w 206"/>
              <a:gd name="T47" fmla="*/ 28 h 206"/>
              <a:gd name="T48" fmla="*/ 178 w 206"/>
              <a:gd name="T49" fmla="*/ 28 h 206"/>
              <a:gd name="T50" fmla="*/ 178 w 206"/>
              <a:gd name="T51" fmla="*/ 178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6" h="206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2" y="8"/>
                </a:lnTo>
                <a:lnTo>
                  <a:pt x="0" y="14"/>
                </a:lnTo>
                <a:lnTo>
                  <a:pt x="0" y="192"/>
                </a:lnTo>
                <a:lnTo>
                  <a:pt x="2" y="197"/>
                </a:lnTo>
                <a:lnTo>
                  <a:pt x="4" y="202"/>
                </a:lnTo>
                <a:lnTo>
                  <a:pt x="8" y="205"/>
                </a:lnTo>
                <a:lnTo>
                  <a:pt x="14" y="206"/>
                </a:lnTo>
                <a:lnTo>
                  <a:pt x="192" y="206"/>
                </a:lnTo>
                <a:lnTo>
                  <a:pt x="197" y="205"/>
                </a:lnTo>
                <a:lnTo>
                  <a:pt x="201" y="202"/>
                </a:lnTo>
                <a:lnTo>
                  <a:pt x="205" y="197"/>
                </a:lnTo>
                <a:lnTo>
                  <a:pt x="206" y="192"/>
                </a:lnTo>
                <a:lnTo>
                  <a:pt x="206" y="14"/>
                </a:lnTo>
                <a:lnTo>
                  <a:pt x="205" y="8"/>
                </a:lnTo>
                <a:lnTo>
                  <a:pt x="201" y="4"/>
                </a:lnTo>
                <a:lnTo>
                  <a:pt x="197" y="1"/>
                </a:lnTo>
                <a:lnTo>
                  <a:pt x="192" y="0"/>
                </a:lnTo>
                <a:close/>
                <a:moveTo>
                  <a:pt x="178" y="178"/>
                </a:moveTo>
                <a:lnTo>
                  <a:pt x="28" y="178"/>
                </a:lnTo>
                <a:lnTo>
                  <a:pt x="28" y="28"/>
                </a:lnTo>
                <a:lnTo>
                  <a:pt x="178" y="28"/>
                </a:lnTo>
                <a:lnTo>
                  <a:pt x="178" y="1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9" name="Freeform 228">
            <a:extLst>
              <a:ext uri="{FF2B5EF4-FFF2-40B4-BE49-F238E27FC236}">
                <a16:creationId xmlns:a16="http://schemas.microsoft.com/office/drawing/2014/main" id="{C32B8641-7EF5-4E95-B1E3-7F3F94F506B9}"/>
              </a:ext>
            </a:extLst>
          </p:cNvPr>
          <p:cNvSpPr>
            <a:spLocks noEditPoints="1"/>
          </p:cNvSpPr>
          <p:nvPr/>
        </p:nvSpPr>
        <p:spPr bwMode="auto">
          <a:xfrm>
            <a:off x="10394951" y="4840288"/>
            <a:ext cx="109538" cy="107950"/>
          </a:xfrm>
          <a:custGeom>
            <a:avLst/>
            <a:gdLst>
              <a:gd name="T0" fmla="*/ 192 w 205"/>
              <a:gd name="T1" fmla="*/ 0 h 206"/>
              <a:gd name="T2" fmla="*/ 14 w 205"/>
              <a:gd name="T3" fmla="*/ 0 h 206"/>
              <a:gd name="T4" fmla="*/ 8 w 205"/>
              <a:gd name="T5" fmla="*/ 1 h 206"/>
              <a:gd name="T6" fmla="*/ 4 w 205"/>
              <a:gd name="T7" fmla="*/ 4 h 206"/>
              <a:gd name="T8" fmla="*/ 1 w 205"/>
              <a:gd name="T9" fmla="*/ 8 h 206"/>
              <a:gd name="T10" fmla="*/ 0 w 205"/>
              <a:gd name="T11" fmla="*/ 14 h 206"/>
              <a:gd name="T12" fmla="*/ 0 w 205"/>
              <a:gd name="T13" fmla="*/ 192 h 206"/>
              <a:gd name="T14" fmla="*/ 1 w 205"/>
              <a:gd name="T15" fmla="*/ 197 h 206"/>
              <a:gd name="T16" fmla="*/ 4 w 205"/>
              <a:gd name="T17" fmla="*/ 202 h 206"/>
              <a:gd name="T18" fmla="*/ 8 w 205"/>
              <a:gd name="T19" fmla="*/ 205 h 206"/>
              <a:gd name="T20" fmla="*/ 14 w 205"/>
              <a:gd name="T21" fmla="*/ 206 h 206"/>
              <a:gd name="T22" fmla="*/ 192 w 205"/>
              <a:gd name="T23" fmla="*/ 206 h 206"/>
              <a:gd name="T24" fmla="*/ 197 w 205"/>
              <a:gd name="T25" fmla="*/ 205 h 206"/>
              <a:gd name="T26" fmla="*/ 202 w 205"/>
              <a:gd name="T27" fmla="*/ 202 h 206"/>
              <a:gd name="T28" fmla="*/ 204 w 205"/>
              <a:gd name="T29" fmla="*/ 197 h 206"/>
              <a:gd name="T30" fmla="*/ 205 w 205"/>
              <a:gd name="T31" fmla="*/ 192 h 206"/>
              <a:gd name="T32" fmla="*/ 205 w 205"/>
              <a:gd name="T33" fmla="*/ 14 h 206"/>
              <a:gd name="T34" fmla="*/ 204 w 205"/>
              <a:gd name="T35" fmla="*/ 8 h 206"/>
              <a:gd name="T36" fmla="*/ 202 w 205"/>
              <a:gd name="T37" fmla="*/ 4 h 206"/>
              <a:gd name="T38" fmla="*/ 197 w 205"/>
              <a:gd name="T39" fmla="*/ 1 h 206"/>
              <a:gd name="T40" fmla="*/ 192 w 205"/>
              <a:gd name="T41" fmla="*/ 0 h 206"/>
              <a:gd name="T42" fmla="*/ 178 w 205"/>
              <a:gd name="T43" fmla="*/ 178 h 206"/>
              <a:gd name="T44" fmla="*/ 28 w 205"/>
              <a:gd name="T45" fmla="*/ 178 h 206"/>
              <a:gd name="T46" fmla="*/ 28 w 205"/>
              <a:gd name="T47" fmla="*/ 28 h 206"/>
              <a:gd name="T48" fmla="*/ 178 w 205"/>
              <a:gd name="T49" fmla="*/ 28 h 206"/>
              <a:gd name="T50" fmla="*/ 178 w 205"/>
              <a:gd name="T51" fmla="*/ 178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5" h="206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0" y="192"/>
                </a:lnTo>
                <a:lnTo>
                  <a:pt x="1" y="197"/>
                </a:lnTo>
                <a:lnTo>
                  <a:pt x="4" y="202"/>
                </a:lnTo>
                <a:lnTo>
                  <a:pt x="8" y="205"/>
                </a:lnTo>
                <a:lnTo>
                  <a:pt x="14" y="206"/>
                </a:lnTo>
                <a:lnTo>
                  <a:pt x="192" y="206"/>
                </a:lnTo>
                <a:lnTo>
                  <a:pt x="197" y="205"/>
                </a:lnTo>
                <a:lnTo>
                  <a:pt x="202" y="202"/>
                </a:lnTo>
                <a:lnTo>
                  <a:pt x="204" y="197"/>
                </a:lnTo>
                <a:lnTo>
                  <a:pt x="205" y="192"/>
                </a:lnTo>
                <a:lnTo>
                  <a:pt x="205" y="14"/>
                </a:lnTo>
                <a:lnTo>
                  <a:pt x="204" y="8"/>
                </a:lnTo>
                <a:lnTo>
                  <a:pt x="202" y="4"/>
                </a:lnTo>
                <a:lnTo>
                  <a:pt x="197" y="1"/>
                </a:lnTo>
                <a:lnTo>
                  <a:pt x="192" y="0"/>
                </a:lnTo>
                <a:close/>
                <a:moveTo>
                  <a:pt x="178" y="178"/>
                </a:moveTo>
                <a:lnTo>
                  <a:pt x="28" y="178"/>
                </a:lnTo>
                <a:lnTo>
                  <a:pt x="28" y="28"/>
                </a:lnTo>
                <a:lnTo>
                  <a:pt x="178" y="28"/>
                </a:lnTo>
                <a:lnTo>
                  <a:pt x="178" y="1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0" name="Freeform 229">
            <a:extLst>
              <a:ext uri="{FF2B5EF4-FFF2-40B4-BE49-F238E27FC236}">
                <a16:creationId xmlns:a16="http://schemas.microsoft.com/office/drawing/2014/main" id="{E8298A31-2CAB-4891-8811-363D253B0147}"/>
              </a:ext>
            </a:extLst>
          </p:cNvPr>
          <p:cNvSpPr>
            <a:spLocks noEditPoints="1"/>
          </p:cNvSpPr>
          <p:nvPr/>
        </p:nvSpPr>
        <p:spPr bwMode="auto">
          <a:xfrm>
            <a:off x="10529889" y="4840288"/>
            <a:ext cx="107950" cy="107950"/>
          </a:xfrm>
          <a:custGeom>
            <a:avLst/>
            <a:gdLst>
              <a:gd name="T0" fmla="*/ 191 w 205"/>
              <a:gd name="T1" fmla="*/ 0 h 206"/>
              <a:gd name="T2" fmla="*/ 14 w 205"/>
              <a:gd name="T3" fmla="*/ 0 h 206"/>
              <a:gd name="T4" fmla="*/ 8 w 205"/>
              <a:gd name="T5" fmla="*/ 1 h 206"/>
              <a:gd name="T6" fmla="*/ 3 w 205"/>
              <a:gd name="T7" fmla="*/ 4 h 206"/>
              <a:gd name="T8" fmla="*/ 1 w 205"/>
              <a:gd name="T9" fmla="*/ 8 h 206"/>
              <a:gd name="T10" fmla="*/ 0 w 205"/>
              <a:gd name="T11" fmla="*/ 14 h 206"/>
              <a:gd name="T12" fmla="*/ 0 w 205"/>
              <a:gd name="T13" fmla="*/ 192 h 206"/>
              <a:gd name="T14" fmla="*/ 1 w 205"/>
              <a:gd name="T15" fmla="*/ 197 h 206"/>
              <a:gd name="T16" fmla="*/ 3 w 205"/>
              <a:gd name="T17" fmla="*/ 202 h 206"/>
              <a:gd name="T18" fmla="*/ 8 w 205"/>
              <a:gd name="T19" fmla="*/ 205 h 206"/>
              <a:gd name="T20" fmla="*/ 14 w 205"/>
              <a:gd name="T21" fmla="*/ 206 h 206"/>
              <a:gd name="T22" fmla="*/ 191 w 205"/>
              <a:gd name="T23" fmla="*/ 206 h 206"/>
              <a:gd name="T24" fmla="*/ 196 w 205"/>
              <a:gd name="T25" fmla="*/ 205 h 206"/>
              <a:gd name="T26" fmla="*/ 201 w 205"/>
              <a:gd name="T27" fmla="*/ 202 h 206"/>
              <a:gd name="T28" fmla="*/ 204 w 205"/>
              <a:gd name="T29" fmla="*/ 197 h 206"/>
              <a:gd name="T30" fmla="*/ 205 w 205"/>
              <a:gd name="T31" fmla="*/ 192 h 206"/>
              <a:gd name="T32" fmla="*/ 205 w 205"/>
              <a:gd name="T33" fmla="*/ 14 h 206"/>
              <a:gd name="T34" fmla="*/ 204 w 205"/>
              <a:gd name="T35" fmla="*/ 8 h 206"/>
              <a:gd name="T36" fmla="*/ 201 w 205"/>
              <a:gd name="T37" fmla="*/ 4 h 206"/>
              <a:gd name="T38" fmla="*/ 196 w 205"/>
              <a:gd name="T39" fmla="*/ 1 h 206"/>
              <a:gd name="T40" fmla="*/ 191 w 205"/>
              <a:gd name="T41" fmla="*/ 0 h 206"/>
              <a:gd name="T42" fmla="*/ 177 w 205"/>
              <a:gd name="T43" fmla="*/ 178 h 206"/>
              <a:gd name="T44" fmla="*/ 27 w 205"/>
              <a:gd name="T45" fmla="*/ 178 h 206"/>
              <a:gd name="T46" fmla="*/ 27 w 205"/>
              <a:gd name="T47" fmla="*/ 28 h 206"/>
              <a:gd name="T48" fmla="*/ 177 w 205"/>
              <a:gd name="T49" fmla="*/ 28 h 206"/>
              <a:gd name="T50" fmla="*/ 177 w 205"/>
              <a:gd name="T51" fmla="*/ 178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5" h="206">
                <a:moveTo>
                  <a:pt x="191" y="0"/>
                </a:moveTo>
                <a:lnTo>
                  <a:pt x="14" y="0"/>
                </a:lnTo>
                <a:lnTo>
                  <a:pt x="8" y="1"/>
                </a:lnTo>
                <a:lnTo>
                  <a:pt x="3" y="4"/>
                </a:lnTo>
                <a:lnTo>
                  <a:pt x="1" y="8"/>
                </a:lnTo>
                <a:lnTo>
                  <a:pt x="0" y="14"/>
                </a:lnTo>
                <a:lnTo>
                  <a:pt x="0" y="192"/>
                </a:lnTo>
                <a:lnTo>
                  <a:pt x="1" y="197"/>
                </a:lnTo>
                <a:lnTo>
                  <a:pt x="3" y="202"/>
                </a:lnTo>
                <a:lnTo>
                  <a:pt x="8" y="205"/>
                </a:lnTo>
                <a:lnTo>
                  <a:pt x="14" y="206"/>
                </a:lnTo>
                <a:lnTo>
                  <a:pt x="191" y="206"/>
                </a:lnTo>
                <a:lnTo>
                  <a:pt x="196" y="205"/>
                </a:lnTo>
                <a:lnTo>
                  <a:pt x="201" y="202"/>
                </a:lnTo>
                <a:lnTo>
                  <a:pt x="204" y="197"/>
                </a:lnTo>
                <a:lnTo>
                  <a:pt x="205" y="192"/>
                </a:lnTo>
                <a:lnTo>
                  <a:pt x="205" y="14"/>
                </a:lnTo>
                <a:lnTo>
                  <a:pt x="204" y="8"/>
                </a:lnTo>
                <a:lnTo>
                  <a:pt x="201" y="4"/>
                </a:lnTo>
                <a:lnTo>
                  <a:pt x="196" y="1"/>
                </a:lnTo>
                <a:lnTo>
                  <a:pt x="191" y="0"/>
                </a:lnTo>
                <a:close/>
                <a:moveTo>
                  <a:pt x="177" y="178"/>
                </a:moveTo>
                <a:lnTo>
                  <a:pt x="27" y="178"/>
                </a:lnTo>
                <a:lnTo>
                  <a:pt x="27" y="28"/>
                </a:lnTo>
                <a:lnTo>
                  <a:pt x="177" y="28"/>
                </a:lnTo>
                <a:lnTo>
                  <a:pt x="177" y="1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1" name="Freeform 230">
            <a:extLst>
              <a:ext uri="{FF2B5EF4-FFF2-40B4-BE49-F238E27FC236}">
                <a16:creationId xmlns:a16="http://schemas.microsoft.com/office/drawing/2014/main" id="{5BE92F38-3B69-4D0C-8D62-7F787E9CFEED}"/>
              </a:ext>
            </a:extLst>
          </p:cNvPr>
          <p:cNvSpPr>
            <a:spLocks noEditPoints="1"/>
          </p:cNvSpPr>
          <p:nvPr/>
        </p:nvSpPr>
        <p:spPr bwMode="auto">
          <a:xfrm>
            <a:off x="10261601" y="4973638"/>
            <a:ext cx="109538" cy="107950"/>
          </a:xfrm>
          <a:custGeom>
            <a:avLst/>
            <a:gdLst>
              <a:gd name="T0" fmla="*/ 192 w 206"/>
              <a:gd name="T1" fmla="*/ 0 h 205"/>
              <a:gd name="T2" fmla="*/ 14 w 206"/>
              <a:gd name="T3" fmla="*/ 0 h 205"/>
              <a:gd name="T4" fmla="*/ 8 w 206"/>
              <a:gd name="T5" fmla="*/ 1 h 205"/>
              <a:gd name="T6" fmla="*/ 4 w 206"/>
              <a:gd name="T7" fmla="*/ 4 h 205"/>
              <a:gd name="T8" fmla="*/ 2 w 206"/>
              <a:gd name="T9" fmla="*/ 9 h 205"/>
              <a:gd name="T10" fmla="*/ 0 w 206"/>
              <a:gd name="T11" fmla="*/ 14 h 205"/>
              <a:gd name="T12" fmla="*/ 0 w 206"/>
              <a:gd name="T13" fmla="*/ 191 h 205"/>
              <a:gd name="T14" fmla="*/ 2 w 206"/>
              <a:gd name="T15" fmla="*/ 197 h 205"/>
              <a:gd name="T16" fmla="*/ 4 w 206"/>
              <a:gd name="T17" fmla="*/ 201 h 205"/>
              <a:gd name="T18" fmla="*/ 8 w 206"/>
              <a:gd name="T19" fmla="*/ 204 h 205"/>
              <a:gd name="T20" fmla="*/ 14 w 206"/>
              <a:gd name="T21" fmla="*/ 205 h 205"/>
              <a:gd name="T22" fmla="*/ 192 w 206"/>
              <a:gd name="T23" fmla="*/ 205 h 205"/>
              <a:gd name="T24" fmla="*/ 197 w 206"/>
              <a:gd name="T25" fmla="*/ 204 h 205"/>
              <a:gd name="T26" fmla="*/ 201 w 206"/>
              <a:gd name="T27" fmla="*/ 201 h 205"/>
              <a:gd name="T28" fmla="*/ 205 w 206"/>
              <a:gd name="T29" fmla="*/ 197 h 205"/>
              <a:gd name="T30" fmla="*/ 206 w 206"/>
              <a:gd name="T31" fmla="*/ 191 h 205"/>
              <a:gd name="T32" fmla="*/ 206 w 206"/>
              <a:gd name="T33" fmla="*/ 14 h 205"/>
              <a:gd name="T34" fmla="*/ 205 w 206"/>
              <a:gd name="T35" fmla="*/ 9 h 205"/>
              <a:gd name="T36" fmla="*/ 201 w 206"/>
              <a:gd name="T37" fmla="*/ 4 h 205"/>
              <a:gd name="T38" fmla="*/ 197 w 206"/>
              <a:gd name="T39" fmla="*/ 1 h 205"/>
              <a:gd name="T40" fmla="*/ 192 w 206"/>
              <a:gd name="T41" fmla="*/ 0 h 205"/>
              <a:gd name="T42" fmla="*/ 178 w 206"/>
              <a:gd name="T43" fmla="*/ 177 h 205"/>
              <a:gd name="T44" fmla="*/ 28 w 206"/>
              <a:gd name="T45" fmla="*/ 177 h 205"/>
              <a:gd name="T46" fmla="*/ 28 w 206"/>
              <a:gd name="T47" fmla="*/ 28 h 205"/>
              <a:gd name="T48" fmla="*/ 178 w 206"/>
              <a:gd name="T49" fmla="*/ 28 h 205"/>
              <a:gd name="T50" fmla="*/ 178 w 206"/>
              <a:gd name="T51" fmla="*/ 17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6" h="205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2" y="9"/>
                </a:lnTo>
                <a:lnTo>
                  <a:pt x="0" y="14"/>
                </a:lnTo>
                <a:lnTo>
                  <a:pt x="0" y="191"/>
                </a:lnTo>
                <a:lnTo>
                  <a:pt x="2" y="197"/>
                </a:lnTo>
                <a:lnTo>
                  <a:pt x="4" y="201"/>
                </a:lnTo>
                <a:lnTo>
                  <a:pt x="8" y="204"/>
                </a:lnTo>
                <a:lnTo>
                  <a:pt x="14" y="205"/>
                </a:lnTo>
                <a:lnTo>
                  <a:pt x="192" y="205"/>
                </a:lnTo>
                <a:lnTo>
                  <a:pt x="197" y="204"/>
                </a:lnTo>
                <a:lnTo>
                  <a:pt x="201" y="201"/>
                </a:lnTo>
                <a:lnTo>
                  <a:pt x="205" y="197"/>
                </a:lnTo>
                <a:lnTo>
                  <a:pt x="206" y="191"/>
                </a:lnTo>
                <a:lnTo>
                  <a:pt x="206" y="14"/>
                </a:lnTo>
                <a:lnTo>
                  <a:pt x="205" y="9"/>
                </a:lnTo>
                <a:lnTo>
                  <a:pt x="201" y="4"/>
                </a:lnTo>
                <a:lnTo>
                  <a:pt x="197" y="1"/>
                </a:lnTo>
                <a:lnTo>
                  <a:pt x="192" y="0"/>
                </a:lnTo>
                <a:close/>
                <a:moveTo>
                  <a:pt x="178" y="177"/>
                </a:moveTo>
                <a:lnTo>
                  <a:pt x="28" y="177"/>
                </a:lnTo>
                <a:lnTo>
                  <a:pt x="28" y="28"/>
                </a:lnTo>
                <a:lnTo>
                  <a:pt x="178" y="28"/>
                </a:lnTo>
                <a:lnTo>
                  <a:pt x="178" y="1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2" name="Freeform 231">
            <a:extLst>
              <a:ext uri="{FF2B5EF4-FFF2-40B4-BE49-F238E27FC236}">
                <a16:creationId xmlns:a16="http://schemas.microsoft.com/office/drawing/2014/main" id="{FD2974CC-F5F5-4264-A719-88EB229A1D8E}"/>
              </a:ext>
            </a:extLst>
          </p:cNvPr>
          <p:cNvSpPr>
            <a:spLocks noEditPoints="1"/>
          </p:cNvSpPr>
          <p:nvPr/>
        </p:nvSpPr>
        <p:spPr bwMode="auto">
          <a:xfrm>
            <a:off x="10394951" y="4973638"/>
            <a:ext cx="109538" cy="107950"/>
          </a:xfrm>
          <a:custGeom>
            <a:avLst/>
            <a:gdLst>
              <a:gd name="T0" fmla="*/ 192 w 205"/>
              <a:gd name="T1" fmla="*/ 0 h 205"/>
              <a:gd name="T2" fmla="*/ 14 w 205"/>
              <a:gd name="T3" fmla="*/ 0 h 205"/>
              <a:gd name="T4" fmla="*/ 8 w 205"/>
              <a:gd name="T5" fmla="*/ 1 h 205"/>
              <a:gd name="T6" fmla="*/ 4 w 205"/>
              <a:gd name="T7" fmla="*/ 4 h 205"/>
              <a:gd name="T8" fmla="*/ 1 w 205"/>
              <a:gd name="T9" fmla="*/ 9 h 205"/>
              <a:gd name="T10" fmla="*/ 0 w 205"/>
              <a:gd name="T11" fmla="*/ 14 h 205"/>
              <a:gd name="T12" fmla="*/ 0 w 205"/>
              <a:gd name="T13" fmla="*/ 191 h 205"/>
              <a:gd name="T14" fmla="*/ 1 w 205"/>
              <a:gd name="T15" fmla="*/ 197 h 205"/>
              <a:gd name="T16" fmla="*/ 4 w 205"/>
              <a:gd name="T17" fmla="*/ 201 h 205"/>
              <a:gd name="T18" fmla="*/ 8 w 205"/>
              <a:gd name="T19" fmla="*/ 204 h 205"/>
              <a:gd name="T20" fmla="*/ 14 w 205"/>
              <a:gd name="T21" fmla="*/ 205 h 205"/>
              <a:gd name="T22" fmla="*/ 192 w 205"/>
              <a:gd name="T23" fmla="*/ 205 h 205"/>
              <a:gd name="T24" fmla="*/ 197 w 205"/>
              <a:gd name="T25" fmla="*/ 204 h 205"/>
              <a:gd name="T26" fmla="*/ 202 w 205"/>
              <a:gd name="T27" fmla="*/ 201 h 205"/>
              <a:gd name="T28" fmla="*/ 204 w 205"/>
              <a:gd name="T29" fmla="*/ 197 h 205"/>
              <a:gd name="T30" fmla="*/ 205 w 205"/>
              <a:gd name="T31" fmla="*/ 191 h 205"/>
              <a:gd name="T32" fmla="*/ 205 w 205"/>
              <a:gd name="T33" fmla="*/ 14 h 205"/>
              <a:gd name="T34" fmla="*/ 204 w 205"/>
              <a:gd name="T35" fmla="*/ 9 h 205"/>
              <a:gd name="T36" fmla="*/ 202 w 205"/>
              <a:gd name="T37" fmla="*/ 4 h 205"/>
              <a:gd name="T38" fmla="*/ 197 w 205"/>
              <a:gd name="T39" fmla="*/ 1 h 205"/>
              <a:gd name="T40" fmla="*/ 192 w 205"/>
              <a:gd name="T41" fmla="*/ 0 h 205"/>
              <a:gd name="T42" fmla="*/ 178 w 205"/>
              <a:gd name="T43" fmla="*/ 177 h 205"/>
              <a:gd name="T44" fmla="*/ 28 w 205"/>
              <a:gd name="T45" fmla="*/ 177 h 205"/>
              <a:gd name="T46" fmla="*/ 28 w 205"/>
              <a:gd name="T47" fmla="*/ 28 h 205"/>
              <a:gd name="T48" fmla="*/ 178 w 205"/>
              <a:gd name="T49" fmla="*/ 28 h 205"/>
              <a:gd name="T50" fmla="*/ 178 w 205"/>
              <a:gd name="T51" fmla="*/ 17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5" h="205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0" y="191"/>
                </a:lnTo>
                <a:lnTo>
                  <a:pt x="1" y="197"/>
                </a:lnTo>
                <a:lnTo>
                  <a:pt x="4" y="201"/>
                </a:lnTo>
                <a:lnTo>
                  <a:pt x="8" y="204"/>
                </a:lnTo>
                <a:lnTo>
                  <a:pt x="14" y="205"/>
                </a:lnTo>
                <a:lnTo>
                  <a:pt x="192" y="205"/>
                </a:lnTo>
                <a:lnTo>
                  <a:pt x="197" y="204"/>
                </a:lnTo>
                <a:lnTo>
                  <a:pt x="202" y="201"/>
                </a:lnTo>
                <a:lnTo>
                  <a:pt x="204" y="197"/>
                </a:lnTo>
                <a:lnTo>
                  <a:pt x="205" y="191"/>
                </a:lnTo>
                <a:lnTo>
                  <a:pt x="205" y="14"/>
                </a:lnTo>
                <a:lnTo>
                  <a:pt x="204" y="9"/>
                </a:lnTo>
                <a:lnTo>
                  <a:pt x="202" y="4"/>
                </a:lnTo>
                <a:lnTo>
                  <a:pt x="197" y="1"/>
                </a:lnTo>
                <a:lnTo>
                  <a:pt x="192" y="0"/>
                </a:lnTo>
                <a:close/>
                <a:moveTo>
                  <a:pt x="178" y="177"/>
                </a:moveTo>
                <a:lnTo>
                  <a:pt x="28" y="177"/>
                </a:lnTo>
                <a:lnTo>
                  <a:pt x="28" y="28"/>
                </a:lnTo>
                <a:lnTo>
                  <a:pt x="178" y="28"/>
                </a:lnTo>
                <a:lnTo>
                  <a:pt x="178" y="1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3" name="Freeform 232">
            <a:extLst>
              <a:ext uri="{FF2B5EF4-FFF2-40B4-BE49-F238E27FC236}">
                <a16:creationId xmlns:a16="http://schemas.microsoft.com/office/drawing/2014/main" id="{B0534FEC-0303-4254-9E2B-EDA2140E8788}"/>
              </a:ext>
            </a:extLst>
          </p:cNvPr>
          <p:cNvSpPr>
            <a:spLocks/>
          </p:cNvSpPr>
          <p:nvPr/>
        </p:nvSpPr>
        <p:spPr bwMode="auto">
          <a:xfrm>
            <a:off x="10579101" y="4973638"/>
            <a:ext cx="14288" cy="14288"/>
          </a:xfrm>
          <a:custGeom>
            <a:avLst/>
            <a:gdLst>
              <a:gd name="T0" fmla="*/ 24 w 28"/>
              <a:gd name="T1" fmla="*/ 4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5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4" name="Freeform 233">
            <a:extLst>
              <a:ext uri="{FF2B5EF4-FFF2-40B4-BE49-F238E27FC236}">
                <a16:creationId xmlns:a16="http://schemas.microsoft.com/office/drawing/2014/main" id="{8E3888FE-E260-4075-A22A-046884B178B0}"/>
              </a:ext>
            </a:extLst>
          </p:cNvPr>
          <p:cNvSpPr>
            <a:spLocks/>
          </p:cNvSpPr>
          <p:nvPr/>
        </p:nvSpPr>
        <p:spPr bwMode="auto">
          <a:xfrm>
            <a:off x="10529889" y="4973638"/>
            <a:ext cx="107950" cy="107950"/>
          </a:xfrm>
          <a:custGeom>
            <a:avLst/>
            <a:gdLst>
              <a:gd name="T0" fmla="*/ 191 w 205"/>
              <a:gd name="T1" fmla="*/ 0 h 205"/>
              <a:gd name="T2" fmla="*/ 170 w 205"/>
              <a:gd name="T3" fmla="*/ 0 h 205"/>
              <a:gd name="T4" fmla="*/ 164 w 205"/>
              <a:gd name="T5" fmla="*/ 1 h 205"/>
              <a:gd name="T6" fmla="*/ 160 w 205"/>
              <a:gd name="T7" fmla="*/ 4 h 205"/>
              <a:gd name="T8" fmla="*/ 157 w 205"/>
              <a:gd name="T9" fmla="*/ 9 h 205"/>
              <a:gd name="T10" fmla="*/ 156 w 205"/>
              <a:gd name="T11" fmla="*/ 14 h 205"/>
              <a:gd name="T12" fmla="*/ 157 w 205"/>
              <a:gd name="T13" fmla="*/ 19 h 205"/>
              <a:gd name="T14" fmla="*/ 160 w 205"/>
              <a:gd name="T15" fmla="*/ 24 h 205"/>
              <a:gd name="T16" fmla="*/ 164 w 205"/>
              <a:gd name="T17" fmla="*/ 27 h 205"/>
              <a:gd name="T18" fmla="*/ 170 w 205"/>
              <a:gd name="T19" fmla="*/ 28 h 205"/>
              <a:gd name="T20" fmla="*/ 177 w 205"/>
              <a:gd name="T21" fmla="*/ 28 h 205"/>
              <a:gd name="T22" fmla="*/ 177 w 205"/>
              <a:gd name="T23" fmla="*/ 177 h 205"/>
              <a:gd name="T24" fmla="*/ 27 w 205"/>
              <a:gd name="T25" fmla="*/ 177 h 205"/>
              <a:gd name="T26" fmla="*/ 27 w 205"/>
              <a:gd name="T27" fmla="*/ 28 h 205"/>
              <a:gd name="T28" fmla="*/ 46 w 205"/>
              <a:gd name="T29" fmla="*/ 28 h 205"/>
              <a:gd name="T30" fmla="*/ 52 w 205"/>
              <a:gd name="T31" fmla="*/ 27 h 205"/>
              <a:gd name="T32" fmla="*/ 56 w 205"/>
              <a:gd name="T33" fmla="*/ 24 h 205"/>
              <a:gd name="T34" fmla="*/ 59 w 205"/>
              <a:gd name="T35" fmla="*/ 19 h 205"/>
              <a:gd name="T36" fmla="*/ 60 w 205"/>
              <a:gd name="T37" fmla="*/ 14 h 205"/>
              <a:gd name="T38" fmla="*/ 59 w 205"/>
              <a:gd name="T39" fmla="*/ 9 h 205"/>
              <a:gd name="T40" fmla="*/ 56 w 205"/>
              <a:gd name="T41" fmla="*/ 4 h 205"/>
              <a:gd name="T42" fmla="*/ 52 w 205"/>
              <a:gd name="T43" fmla="*/ 1 h 205"/>
              <a:gd name="T44" fmla="*/ 46 w 205"/>
              <a:gd name="T45" fmla="*/ 0 h 205"/>
              <a:gd name="T46" fmla="*/ 14 w 205"/>
              <a:gd name="T47" fmla="*/ 0 h 205"/>
              <a:gd name="T48" fmla="*/ 8 w 205"/>
              <a:gd name="T49" fmla="*/ 1 h 205"/>
              <a:gd name="T50" fmla="*/ 3 w 205"/>
              <a:gd name="T51" fmla="*/ 4 h 205"/>
              <a:gd name="T52" fmla="*/ 1 w 205"/>
              <a:gd name="T53" fmla="*/ 9 h 205"/>
              <a:gd name="T54" fmla="*/ 0 w 205"/>
              <a:gd name="T55" fmla="*/ 14 h 205"/>
              <a:gd name="T56" fmla="*/ 0 w 205"/>
              <a:gd name="T57" fmla="*/ 191 h 205"/>
              <a:gd name="T58" fmla="*/ 1 w 205"/>
              <a:gd name="T59" fmla="*/ 197 h 205"/>
              <a:gd name="T60" fmla="*/ 3 w 205"/>
              <a:gd name="T61" fmla="*/ 201 h 205"/>
              <a:gd name="T62" fmla="*/ 8 w 205"/>
              <a:gd name="T63" fmla="*/ 204 h 205"/>
              <a:gd name="T64" fmla="*/ 14 w 205"/>
              <a:gd name="T65" fmla="*/ 205 h 205"/>
              <a:gd name="T66" fmla="*/ 191 w 205"/>
              <a:gd name="T67" fmla="*/ 205 h 205"/>
              <a:gd name="T68" fmla="*/ 196 w 205"/>
              <a:gd name="T69" fmla="*/ 204 h 205"/>
              <a:gd name="T70" fmla="*/ 201 w 205"/>
              <a:gd name="T71" fmla="*/ 201 h 205"/>
              <a:gd name="T72" fmla="*/ 204 w 205"/>
              <a:gd name="T73" fmla="*/ 197 h 205"/>
              <a:gd name="T74" fmla="*/ 205 w 205"/>
              <a:gd name="T75" fmla="*/ 191 h 205"/>
              <a:gd name="T76" fmla="*/ 205 w 205"/>
              <a:gd name="T77" fmla="*/ 14 h 205"/>
              <a:gd name="T78" fmla="*/ 204 w 205"/>
              <a:gd name="T79" fmla="*/ 9 h 205"/>
              <a:gd name="T80" fmla="*/ 201 w 205"/>
              <a:gd name="T81" fmla="*/ 4 h 205"/>
              <a:gd name="T82" fmla="*/ 196 w 205"/>
              <a:gd name="T83" fmla="*/ 1 h 205"/>
              <a:gd name="T84" fmla="*/ 191 w 205"/>
              <a:gd name="T85" fmla="*/ 0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5" h="205">
                <a:moveTo>
                  <a:pt x="191" y="0"/>
                </a:moveTo>
                <a:lnTo>
                  <a:pt x="170" y="0"/>
                </a:lnTo>
                <a:lnTo>
                  <a:pt x="164" y="1"/>
                </a:lnTo>
                <a:lnTo>
                  <a:pt x="160" y="4"/>
                </a:lnTo>
                <a:lnTo>
                  <a:pt x="157" y="9"/>
                </a:lnTo>
                <a:lnTo>
                  <a:pt x="156" y="14"/>
                </a:lnTo>
                <a:lnTo>
                  <a:pt x="157" y="19"/>
                </a:lnTo>
                <a:lnTo>
                  <a:pt x="160" y="24"/>
                </a:lnTo>
                <a:lnTo>
                  <a:pt x="164" y="27"/>
                </a:lnTo>
                <a:lnTo>
                  <a:pt x="170" y="28"/>
                </a:lnTo>
                <a:lnTo>
                  <a:pt x="177" y="28"/>
                </a:lnTo>
                <a:lnTo>
                  <a:pt x="177" y="177"/>
                </a:lnTo>
                <a:lnTo>
                  <a:pt x="27" y="177"/>
                </a:lnTo>
                <a:lnTo>
                  <a:pt x="27" y="28"/>
                </a:lnTo>
                <a:lnTo>
                  <a:pt x="46" y="28"/>
                </a:lnTo>
                <a:lnTo>
                  <a:pt x="52" y="27"/>
                </a:lnTo>
                <a:lnTo>
                  <a:pt x="56" y="24"/>
                </a:lnTo>
                <a:lnTo>
                  <a:pt x="59" y="19"/>
                </a:lnTo>
                <a:lnTo>
                  <a:pt x="60" y="14"/>
                </a:lnTo>
                <a:lnTo>
                  <a:pt x="59" y="9"/>
                </a:lnTo>
                <a:lnTo>
                  <a:pt x="56" y="4"/>
                </a:lnTo>
                <a:lnTo>
                  <a:pt x="52" y="1"/>
                </a:lnTo>
                <a:lnTo>
                  <a:pt x="46" y="0"/>
                </a:lnTo>
                <a:lnTo>
                  <a:pt x="14" y="0"/>
                </a:lnTo>
                <a:lnTo>
                  <a:pt x="8" y="1"/>
                </a:lnTo>
                <a:lnTo>
                  <a:pt x="3" y="4"/>
                </a:lnTo>
                <a:lnTo>
                  <a:pt x="1" y="9"/>
                </a:lnTo>
                <a:lnTo>
                  <a:pt x="0" y="14"/>
                </a:lnTo>
                <a:lnTo>
                  <a:pt x="0" y="191"/>
                </a:lnTo>
                <a:lnTo>
                  <a:pt x="1" y="197"/>
                </a:lnTo>
                <a:lnTo>
                  <a:pt x="3" y="201"/>
                </a:lnTo>
                <a:lnTo>
                  <a:pt x="8" y="204"/>
                </a:lnTo>
                <a:lnTo>
                  <a:pt x="14" y="205"/>
                </a:lnTo>
                <a:lnTo>
                  <a:pt x="191" y="205"/>
                </a:lnTo>
                <a:lnTo>
                  <a:pt x="196" y="204"/>
                </a:lnTo>
                <a:lnTo>
                  <a:pt x="201" y="201"/>
                </a:lnTo>
                <a:lnTo>
                  <a:pt x="204" y="197"/>
                </a:lnTo>
                <a:lnTo>
                  <a:pt x="205" y="191"/>
                </a:lnTo>
                <a:lnTo>
                  <a:pt x="205" y="14"/>
                </a:lnTo>
                <a:lnTo>
                  <a:pt x="204" y="9"/>
                </a:lnTo>
                <a:lnTo>
                  <a:pt x="201" y="4"/>
                </a:lnTo>
                <a:lnTo>
                  <a:pt x="196" y="1"/>
                </a:lnTo>
                <a:lnTo>
                  <a:pt x="19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5" name="Freeform 234">
            <a:extLst>
              <a:ext uri="{FF2B5EF4-FFF2-40B4-BE49-F238E27FC236}">
                <a16:creationId xmlns:a16="http://schemas.microsoft.com/office/drawing/2014/main" id="{1DA562A9-A955-4067-B1C3-92052E08F978}"/>
              </a:ext>
            </a:extLst>
          </p:cNvPr>
          <p:cNvSpPr>
            <a:spLocks/>
          </p:cNvSpPr>
          <p:nvPr/>
        </p:nvSpPr>
        <p:spPr bwMode="auto">
          <a:xfrm>
            <a:off x="10306051" y="4800601"/>
            <a:ext cx="14288" cy="14288"/>
          </a:xfrm>
          <a:custGeom>
            <a:avLst/>
            <a:gdLst>
              <a:gd name="T0" fmla="*/ 24 w 28"/>
              <a:gd name="T1" fmla="*/ 3 h 26"/>
              <a:gd name="T2" fmla="*/ 20 w 28"/>
              <a:gd name="T3" fmla="*/ 1 h 26"/>
              <a:gd name="T4" fmla="*/ 14 w 28"/>
              <a:gd name="T5" fmla="*/ 0 h 26"/>
              <a:gd name="T6" fmla="*/ 9 w 28"/>
              <a:gd name="T7" fmla="*/ 1 h 26"/>
              <a:gd name="T8" fmla="*/ 5 w 28"/>
              <a:gd name="T9" fmla="*/ 3 h 26"/>
              <a:gd name="T10" fmla="*/ 2 w 28"/>
              <a:gd name="T11" fmla="*/ 8 h 26"/>
              <a:gd name="T12" fmla="*/ 0 w 28"/>
              <a:gd name="T13" fmla="*/ 14 h 26"/>
              <a:gd name="T14" fmla="*/ 2 w 28"/>
              <a:gd name="T15" fmla="*/ 19 h 26"/>
              <a:gd name="T16" fmla="*/ 5 w 28"/>
              <a:gd name="T17" fmla="*/ 23 h 26"/>
              <a:gd name="T18" fmla="*/ 9 w 28"/>
              <a:gd name="T19" fmla="*/ 25 h 26"/>
              <a:gd name="T20" fmla="*/ 14 w 28"/>
              <a:gd name="T21" fmla="*/ 26 h 26"/>
              <a:gd name="T22" fmla="*/ 20 w 28"/>
              <a:gd name="T23" fmla="*/ 26 h 26"/>
              <a:gd name="T24" fmla="*/ 24 w 28"/>
              <a:gd name="T25" fmla="*/ 23 h 26"/>
              <a:gd name="T26" fmla="*/ 27 w 28"/>
              <a:gd name="T27" fmla="*/ 19 h 26"/>
              <a:gd name="T28" fmla="*/ 28 w 28"/>
              <a:gd name="T29" fmla="*/ 14 h 26"/>
              <a:gd name="T30" fmla="*/ 27 w 28"/>
              <a:gd name="T31" fmla="*/ 8 h 26"/>
              <a:gd name="T32" fmla="*/ 24 w 28"/>
              <a:gd name="T33" fmla="*/ 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6">
                <a:moveTo>
                  <a:pt x="24" y="3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2" y="8"/>
                </a:lnTo>
                <a:lnTo>
                  <a:pt x="0" y="14"/>
                </a:lnTo>
                <a:lnTo>
                  <a:pt x="2" y="19"/>
                </a:lnTo>
                <a:lnTo>
                  <a:pt x="5" y="23"/>
                </a:lnTo>
                <a:lnTo>
                  <a:pt x="9" y="25"/>
                </a:lnTo>
                <a:lnTo>
                  <a:pt x="14" y="26"/>
                </a:lnTo>
                <a:lnTo>
                  <a:pt x="20" y="26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6" name="Freeform 235">
            <a:extLst>
              <a:ext uri="{FF2B5EF4-FFF2-40B4-BE49-F238E27FC236}">
                <a16:creationId xmlns:a16="http://schemas.microsoft.com/office/drawing/2014/main" id="{8A4F14AF-536B-4494-9CEF-16BAFD75CC19}"/>
              </a:ext>
            </a:extLst>
          </p:cNvPr>
          <p:cNvSpPr>
            <a:spLocks/>
          </p:cNvSpPr>
          <p:nvPr/>
        </p:nvSpPr>
        <p:spPr bwMode="auto">
          <a:xfrm>
            <a:off x="10261601" y="4705351"/>
            <a:ext cx="109538" cy="109538"/>
          </a:xfrm>
          <a:custGeom>
            <a:avLst/>
            <a:gdLst>
              <a:gd name="T0" fmla="*/ 192 w 206"/>
              <a:gd name="T1" fmla="*/ 0 h 205"/>
              <a:gd name="T2" fmla="*/ 14 w 206"/>
              <a:gd name="T3" fmla="*/ 0 h 205"/>
              <a:gd name="T4" fmla="*/ 8 w 206"/>
              <a:gd name="T5" fmla="*/ 1 h 205"/>
              <a:gd name="T6" fmla="*/ 4 w 206"/>
              <a:gd name="T7" fmla="*/ 5 h 205"/>
              <a:gd name="T8" fmla="*/ 2 w 206"/>
              <a:gd name="T9" fmla="*/ 9 h 205"/>
              <a:gd name="T10" fmla="*/ 0 w 206"/>
              <a:gd name="T11" fmla="*/ 14 h 205"/>
              <a:gd name="T12" fmla="*/ 0 w 206"/>
              <a:gd name="T13" fmla="*/ 193 h 205"/>
              <a:gd name="T14" fmla="*/ 2 w 206"/>
              <a:gd name="T15" fmla="*/ 198 h 205"/>
              <a:gd name="T16" fmla="*/ 4 w 206"/>
              <a:gd name="T17" fmla="*/ 202 h 205"/>
              <a:gd name="T18" fmla="*/ 8 w 206"/>
              <a:gd name="T19" fmla="*/ 204 h 205"/>
              <a:gd name="T20" fmla="*/ 14 w 206"/>
              <a:gd name="T21" fmla="*/ 205 h 205"/>
              <a:gd name="T22" fmla="*/ 35 w 206"/>
              <a:gd name="T23" fmla="*/ 205 h 205"/>
              <a:gd name="T24" fmla="*/ 40 w 206"/>
              <a:gd name="T25" fmla="*/ 204 h 205"/>
              <a:gd name="T26" fmla="*/ 45 w 206"/>
              <a:gd name="T27" fmla="*/ 202 h 205"/>
              <a:gd name="T28" fmla="*/ 48 w 206"/>
              <a:gd name="T29" fmla="*/ 198 h 205"/>
              <a:gd name="T30" fmla="*/ 49 w 206"/>
              <a:gd name="T31" fmla="*/ 193 h 205"/>
              <a:gd name="T32" fmla="*/ 48 w 206"/>
              <a:gd name="T33" fmla="*/ 187 h 205"/>
              <a:gd name="T34" fmla="*/ 45 w 206"/>
              <a:gd name="T35" fmla="*/ 182 h 205"/>
              <a:gd name="T36" fmla="*/ 40 w 206"/>
              <a:gd name="T37" fmla="*/ 180 h 205"/>
              <a:gd name="T38" fmla="*/ 35 w 206"/>
              <a:gd name="T39" fmla="*/ 179 h 205"/>
              <a:gd name="T40" fmla="*/ 28 w 206"/>
              <a:gd name="T41" fmla="*/ 179 h 205"/>
              <a:gd name="T42" fmla="*/ 28 w 206"/>
              <a:gd name="T43" fmla="*/ 28 h 205"/>
              <a:gd name="T44" fmla="*/ 178 w 206"/>
              <a:gd name="T45" fmla="*/ 28 h 205"/>
              <a:gd name="T46" fmla="*/ 178 w 206"/>
              <a:gd name="T47" fmla="*/ 179 h 205"/>
              <a:gd name="T48" fmla="*/ 160 w 206"/>
              <a:gd name="T49" fmla="*/ 179 h 205"/>
              <a:gd name="T50" fmla="*/ 154 w 206"/>
              <a:gd name="T51" fmla="*/ 180 h 205"/>
              <a:gd name="T52" fmla="*/ 150 w 206"/>
              <a:gd name="T53" fmla="*/ 182 h 205"/>
              <a:gd name="T54" fmla="*/ 147 w 206"/>
              <a:gd name="T55" fmla="*/ 187 h 205"/>
              <a:gd name="T56" fmla="*/ 146 w 206"/>
              <a:gd name="T57" fmla="*/ 193 h 205"/>
              <a:gd name="T58" fmla="*/ 147 w 206"/>
              <a:gd name="T59" fmla="*/ 198 h 205"/>
              <a:gd name="T60" fmla="*/ 150 w 206"/>
              <a:gd name="T61" fmla="*/ 202 h 205"/>
              <a:gd name="T62" fmla="*/ 154 w 206"/>
              <a:gd name="T63" fmla="*/ 204 h 205"/>
              <a:gd name="T64" fmla="*/ 160 w 206"/>
              <a:gd name="T65" fmla="*/ 205 h 205"/>
              <a:gd name="T66" fmla="*/ 192 w 206"/>
              <a:gd name="T67" fmla="*/ 205 h 205"/>
              <a:gd name="T68" fmla="*/ 197 w 206"/>
              <a:gd name="T69" fmla="*/ 204 h 205"/>
              <a:gd name="T70" fmla="*/ 201 w 206"/>
              <a:gd name="T71" fmla="*/ 202 h 205"/>
              <a:gd name="T72" fmla="*/ 205 w 206"/>
              <a:gd name="T73" fmla="*/ 198 h 205"/>
              <a:gd name="T74" fmla="*/ 206 w 206"/>
              <a:gd name="T75" fmla="*/ 193 h 205"/>
              <a:gd name="T76" fmla="*/ 206 w 206"/>
              <a:gd name="T77" fmla="*/ 14 h 205"/>
              <a:gd name="T78" fmla="*/ 205 w 206"/>
              <a:gd name="T79" fmla="*/ 9 h 205"/>
              <a:gd name="T80" fmla="*/ 201 w 206"/>
              <a:gd name="T81" fmla="*/ 5 h 205"/>
              <a:gd name="T82" fmla="*/ 197 w 206"/>
              <a:gd name="T83" fmla="*/ 1 h 205"/>
              <a:gd name="T84" fmla="*/ 192 w 206"/>
              <a:gd name="T85" fmla="*/ 0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6" h="205">
                <a:moveTo>
                  <a:pt x="192" y="0"/>
                </a:move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2" y="9"/>
                </a:lnTo>
                <a:lnTo>
                  <a:pt x="0" y="14"/>
                </a:lnTo>
                <a:lnTo>
                  <a:pt x="0" y="193"/>
                </a:lnTo>
                <a:lnTo>
                  <a:pt x="2" y="198"/>
                </a:lnTo>
                <a:lnTo>
                  <a:pt x="4" y="202"/>
                </a:lnTo>
                <a:lnTo>
                  <a:pt x="8" y="204"/>
                </a:lnTo>
                <a:lnTo>
                  <a:pt x="14" y="205"/>
                </a:lnTo>
                <a:lnTo>
                  <a:pt x="35" y="205"/>
                </a:lnTo>
                <a:lnTo>
                  <a:pt x="40" y="204"/>
                </a:lnTo>
                <a:lnTo>
                  <a:pt x="45" y="202"/>
                </a:lnTo>
                <a:lnTo>
                  <a:pt x="48" y="198"/>
                </a:lnTo>
                <a:lnTo>
                  <a:pt x="49" y="193"/>
                </a:lnTo>
                <a:lnTo>
                  <a:pt x="48" y="187"/>
                </a:lnTo>
                <a:lnTo>
                  <a:pt x="45" y="182"/>
                </a:lnTo>
                <a:lnTo>
                  <a:pt x="40" y="180"/>
                </a:lnTo>
                <a:lnTo>
                  <a:pt x="35" y="179"/>
                </a:lnTo>
                <a:lnTo>
                  <a:pt x="28" y="179"/>
                </a:lnTo>
                <a:lnTo>
                  <a:pt x="28" y="28"/>
                </a:lnTo>
                <a:lnTo>
                  <a:pt x="178" y="28"/>
                </a:lnTo>
                <a:lnTo>
                  <a:pt x="178" y="179"/>
                </a:lnTo>
                <a:lnTo>
                  <a:pt x="160" y="179"/>
                </a:lnTo>
                <a:lnTo>
                  <a:pt x="154" y="180"/>
                </a:lnTo>
                <a:lnTo>
                  <a:pt x="150" y="182"/>
                </a:lnTo>
                <a:lnTo>
                  <a:pt x="147" y="187"/>
                </a:lnTo>
                <a:lnTo>
                  <a:pt x="146" y="193"/>
                </a:lnTo>
                <a:lnTo>
                  <a:pt x="147" y="198"/>
                </a:lnTo>
                <a:lnTo>
                  <a:pt x="150" y="202"/>
                </a:lnTo>
                <a:lnTo>
                  <a:pt x="154" y="204"/>
                </a:lnTo>
                <a:lnTo>
                  <a:pt x="160" y="205"/>
                </a:lnTo>
                <a:lnTo>
                  <a:pt x="192" y="205"/>
                </a:lnTo>
                <a:lnTo>
                  <a:pt x="197" y="204"/>
                </a:lnTo>
                <a:lnTo>
                  <a:pt x="201" y="202"/>
                </a:lnTo>
                <a:lnTo>
                  <a:pt x="205" y="198"/>
                </a:lnTo>
                <a:lnTo>
                  <a:pt x="206" y="193"/>
                </a:lnTo>
                <a:lnTo>
                  <a:pt x="206" y="14"/>
                </a:lnTo>
                <a:lnTo>
                  <a:pt x="205" y="9"/>
                </a:lnTo>
                <a:lnTo>
                  <a:pt x="201" y="5"/>
                </a:lnTo>
                <a:lnTo>
                  <a:pt x="197" y="1"/>
                </a:lnTo>
                <a:lnTo>
                  <a:pt x="192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9B8C486B-02CB-4F1A-A6A2-36AEC7F3B110}"/>
              </a:ext>
            </a:extLst>
          </p:cNvPr>
          <p:cNvGrpSpPr/>
          <p:nvPr/>
        </p:nvGrpSpPr>
        <p:grpSpPr>
          <a:xfrm>
            <a:off x="10283826" y="3973513"/>
            <a:ext cx="331788" cy="376238"/>
            <a:chOff x="10283826" y="3973513"/>
            <a:chExt cx="331788" cy="376238"/>
          </a:xfrm>
          <a:solidFill>
            <a:schemeClr val="bg1"/>
          </a:solidFill>
        </p:grpSpPr>
        <p:sp>
          <p:nvSpPr>
            <p:cNvPr id="107" name="Freeform 236">
              <a:extLst>
                <a:ext uri="{FF2B5EF4-FFF2-40B4-BE49-F238E27FC236}">
                  <a16:creationId xmlns:a16="http://schemas.microsoft.com/office/drawing/2014/main" id="{9C0A90D7-5B40-4B03-B6D1-09070F9A54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83826" y="3973513"/>
              <a:ext cx="331788" cy="376238"/>
            </a:xfrm>
            <a:custGeom>
              <a:avLst/>
              <a:gdLst>
                <a:gd name="T0" fmla="*/ 410 w 627"/>
                <a:gd name="T1" fmla="*/ 57 h 712"/>
                <a:gd name="T2" fmla="*/ 408 w 627"/>
                <a:gd name="T3" fmla="*/ 40 h 712"/>
                <a:gd name="T4" fmla="*/ 394 w 627"/>
                <a:gd name="T5" fmla="*/ 18 h 712"/>
                <a:gd name="T6" fmla="*/ 372 w 627"/>
                <a:gd name="T7" fmla="*/ 4 h 712"/>
                <a:gd name="T8" fmla="*/ 355 w 627"/>
                <a:gd name="T9" fmla="*/ 0 h 712"/>
                <a:gd name="T10" fmla="*/ 261 w 627"/>
                <a:gd name="T11" fmla="*/ 2 h 712"/>
                <a:gd name="T12" fmla="*/ 241 w 627"/>
                <a:gd name="T13" fmla="*/ 10 h 712"/>
                <a:gd name="T14" fmla="*/ 221 w 627"/>
                <a:gd name="T15" fmla="*/ 35 h 712"/>
                <a:gd name="T16" fmla="*/ 216 w 627"/>
                <a:gd name="T17" fmla="*/ 51 h 712"/>
                <a:gd name="T18" fmla="*/ 41 w 627"/>
                <a:gd name="T19" fmla="*/ 67 h 712"/>
                <a:gd name="T20" fmla="*/ 18 w 627"/>
                <a:gd name="T21" fmla="*/ 75 h 712"/>
                <a:gd name="T22" fmla="*/ 3 w 627"/>
                <a:gd name="T23" fmla="*/ 93 h 712"/>
                <a:gd name="T24" fmla="*/ 0 w 627"/>
                <a:gd name="T25" fmla="*/ 182 h 712"/>
                <a:gd name="T26" fmla="*/ 8 w 627"/>
                <a:gd name="T27" fmla="*/ 194 h 712"/>
                <a:gd name="T28" fmla="*/ 33 w 627"/>
                <a:gd name="T29" fmla="*/ 345 h 712"/>
                <a:gd name="T30" fmla="*/ 41 w 627"/>
                <a:gd name="T31" fmla="*/ 358 h 712"/>
                <a:gd name="T32" fmla="*/ 56 w 627"/>
                <a:gd name="T33" fmla="*/ 355 h 712"/>
                <a:gd name="T34" fmla="*/ 61 w 627"/>
                <a:gd name="T35" fmla="*/ 195 h 712"/>
                <a:gd name="T36" fmla="*/ 257 w 627"/>
                <a:gd name="T37" fmla="*/ 192 h 712"/>
                <a:gd name="T38" fmla="*/ 259 w 627"/>
                <a:gd name="T39" fmla="*/ 177 h 712"/>
                <a:gd name="T40" fmla="*/ 246 w 627"/>
                <a:gd name="T41" fmla="*/ 168 h 712"/>
                <a:gd name="T42" fmla="*/ 28 w 627"/>
                <a:gd name="T43" fmla="*/ 104 h 712"/>
                <a:gd name="T44" fmla="*/ 41 w 627"/>
                <a:gd name="T45" fmla="*/ 95 h 712"/>
                <a:gd name="T46" fmla="*/ 596 w 627"/>
                <a:gd name="T47" fmla="*/ 99 h 712"/>
                <a:gd name="T48" fmla="*/ 599 w 627"/>
                <a:gd name="T49" fmla="*/ 168 h 712"/>
                <a:gd name="T50" fmla="*/ 364 w 627"/>
                <a:gd name="T51" fmla="*/ 171 h 712"/>
                <a:gd name="T52" fmla="*/ 362 w 627"/>
                <a:gd name="T53" fmla="*/ 187 h 712"/>
                <a:gd name="T54" fmla="*/ 375 w 627"/>
                <a:gd name="T55" fmla="*/ 195 h 712"/>
                <a:gd name="T56" fmla="*/ 565 w 627"/>
                <a:gd name="T57" fmla="*/ 642 h 712"/>
                <a:gd name="T58" fmla="*/ 551 w 627"/>
                <a:gd name="T59" fmla="*/ 669 h 712"/>
                <a:gd name="T60" fmla="*/ 524 w 627"/>
                <a:gd name="T61" fmla="*/ 683 h 712"/>
                <a:gd name="T62" fmla="*/ 104 w 627"/>
                <a:gd name="T63" fmla="*/ 683 h 712"/>
                <a:gd name="T64" fmla="*/ 77 w 627"/>
                <a:gd name="T65" fmla="*/ 669 h 712"/>
                <a:gd name="T66" fmla="*/ 62 w 627"/>
                <a:gd name="T67" fmla="*/ 642 h 712"/>
                <a:gd name="T68" fmla="*/ 60 w 627"/>
                <a:gd name="T69" fmla="*/ 476 h 712"/>
                <a:gd name="T70" fmla="*/ 47 w 627"/>
                <a:gd name="T71" fmla="*/ 469 h 712"/>
                <a:gd name="T72" fmla="*/ 34 w 627"/>
                <a:gd name="T73" fmla="*/ 476 h 712"/>
                <a:gd name="T74" fmla="*/ 34 w 627"/>
                <a:gd name="T75" fmla="*/ 639 h 712"/>
                <a:gd name="T76" fmla="*/ 39 w 627"/>
                <a:gd name="T77" fmla="*/ 663 h 712"/>
                <a:gd name="T78" fmla="*/ 52 w 627"/>
                <a:gd name="T79" fmla="*/ 682 h 712"/>
                <a:gd name="T80" fmla="*/ 68 w 627"/>
                <a:gd name="T81" fmla="*/ 698 h 712"/>
                <a:gd name="T82" fmla="*/ 90 w 627"/>
                <a:gd name="T83" fmla="*/ 708 h 712"/>
                <a:gd name="T84" fmla="*/ 113 w 627"/>
                <a:gd name="T85" fmla="*/ 712 h 712"/>
                <a:gd name="T86" fmla="*/ 530 w 627"/>
                <a:gd name="T87" fmla="*/ 710 h 712"/>
                <a:gd name="T88" fmla="*/ 552 w 627"/>
                <a:gd name="T89" fmla="*/ 703 h 712"/>
                <a:gd name="T90" fmla="*/ 570 w 627"/>
                <a:gd name="T91" fmla="*/ 689 h 712"/>
                <a:gd name="T92" fmla="*/ 584 w 627"/>
                <a:gd name="T93" fmla="*/ 670 h 712"/>
                <a:gd name="T94" fmla="*/ 593 w 627"/>
                <a:gd name="T95" fmla="*/ 648 h 712"/>
                <a:gd name="T96" fmla="*/ 594 w 627"/>
                <a:gd name="T97" fmla="*/ 195 h 712"/>
                <a:gd name="T98" fmla="*/ 623 w 627"/>
                <a:gd name="T99" fmla="*/ 192 h 712"/>
                <a:gd name="T100" fmla="*/ 627 w 627"/>
                <a:gd name="T101" fmla="*/ 109 h 712"/>
                <a:gd name="T102" fmla="*/ 621 w 627"/>
                <a:gd name="T103" fmla="*/ 86 h 712"/>
                <a:gd name="T104" fmla="*/ 601 w 627"/>
                <a:gd name="T105" fmla="*/ 70 h 712"/>
                <a:gd name="T106" fmla="*/ 383 w 627"/>
                <a:gd name="T107" fmla="*/ 67 h 712"/>
                <a:gd name="T108" fmla="*/ 245 w 627"/>
                <a:gd name="T109" fmla="*/ 51 h 712"/>
                <a:gd name="T110" fmla="*/ 253 w 627"/>
                <a:gd name="T111" fmla="*/ 37 h 712"/>
                <a:gd name="T112" fmla="*/ 267 w 627"/>
                <a:gd name="T113" fmla="*/ 29 h 712"/>
                <a:gd name="T114" fmla="*/ 360 w 627"/>
                <a:gd name="T115" fmla="*/ 29 h 712"/>
                <a:gd name="T116" fmla="*/ 375 w 627"/>
                <a:gd name="T117" fmla="*/ 37 h 712"/>
                <a:gd name="T118" fmla="*/ 383 w 627"/>
                <a:gd name="T119" fmla="*/ 5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7" h="712">
                  <a:moveTo>
                    <a:pt x="585" y="67"/>
                  </a:moveTo>
                  <a:lnTo>
                    <a:pt x="410" y="67"/>
                  </a:lnTo>
                  <a:lnTo>
                    <a:pt x="410" y="57"/>
                  </a:lnTo>
                  <a:lnTo>
                    <a:pt x="410" y="51"/>
                  </a:lnTo>
                  <a:lnTo>
                    <a:pt x="409" y="46"/>
                  </a:lnTo>
                  <a:lnTo>
                    <a:pt x="408" y="40"/>
                  </a:lnTo>
                  <a:lnTo>
                    <a:pt x="406" y="35"/>
                  </a:lnTo>
                  <a:lnTo>
                    <a:pt x="401" y="25"/>
                  </a:lnTo>
                  <a:lnTo>
                    <a:pt x="394" y="18"/>
                  </a:lnTo>
                  <a:lnTo>
                    <a:pt x="386" y="10"/>
                  </a:lnTo>
                  <a:lnTo>
                    <a:pt x="376" y="5"/>
                  </a:lnTo>
                  <a:lnTo>
                    <a:pt x="372" y="4"/>
                  </a:lnTo>
                  <a:lnTo>
                    <a:pt x="366" y="2"/>
                  </a:lnTo>
                  <a:lnTo>
                    <a:pt x="360" y="2"/>
                  </a:lnTo>
                  <a:lnTo>
                    <a:pt x="355" y="0"/>
                  </a:lnTo>
                  <a:lnTo>
                    <a:pt x="272" y="0"/>
                  </a:lnTo>
                  <a:lnTo>
                    <a:pt x="267" y="2"/>
                  </a:lnTo>
                  <a:lnTo>
                    <a:pt x="261" y="2"/>
                  </a:lnTo>
                  <a:lnTo>
                    <a:pt x="256" y="4"/>
                  </a:lnTo>
                  <a:lnTo>
                    <a:pt x="251" y="5"/>
                  </a:lnTo>
                  <a:lnTo>
                    <a:pt x="241" y="10"/>
                  </a:lnTo>
                  <a:lnTo>
                    <a:pt x="232" y="18"/>
                  </a:lnTo>
                  <a:lnTo>
                    <a:pt x="226" y="25"/>
                  </a:lnTo>
                  <a:lnTo>
                    <a:pt x="221" y="35"/>
                  </a:lnTo>
                  <a:lnTo>
                    <a:pt x="219" y="40"/>
                  </a:lnTo>
                  <a:lnTo>
                    <a:pt x="217" y="46"/>
                  </a:lnTo>
                  <a:lnTo>
                    <a:pt x="216" y="51"/>
                  </a:lnTo>
                  <a:lnTo>
                    <a:pt x="216" y="57"/>
                  </a:lnTo>
                  <a:lnTo>
                    <a:pt x="216" y="67"/>
                  </a:lnTo>
                  <a:lnTo>
                    <a:pt x="41" y="67"/>
                  </a:lnTo>
                  <a:lnTo>
                    <a:pt x="33" y="68"/>
                  </a:lnTo>
                  <a:lnTo>
                    <a:pt x="25" y="70"/>
                  </a:lnTo>
                  <a:lnTo>
                    <a:pt x="18" y="75"/>
                  </a:lnTo>
                  <a:lnTo>
                    <a:pt x="12" y="80"/>
                  </a:lnTo>
                  <a:lnTo>
                    <a:pt x="7" y="86"/>
                  </a:lnTo>
                  <a:lnTo>
                    <a:pt x="3" y="93"/>
                  </a:lnTo>
                  <a:lnTo>
                    <a:pt x="1" y="100"/>
                  </a:lnTo>
                  <a:lnTo>
                    <a:pt x="0" y="109"/>
                  </a:lnTo>
                  <a:lnTo>
                    <a:pt x="0" y="182"/>
                  </a:lnTo>
                  <a:lnTo>
                    <a:pt x="1" y="187"/>
                  </a:lnTo>
                  <a:lnTo>
                    <a:pt x="4" y="192"/>
                  </a:lnTo>
                  <a:lnTo>
                    <a:pt x="8" y="194"/>
                  </a:lnTo>
                  <a:lnTo>
                    <a:pt x="13" y="195"/>
                  </a:lnTo>
                  <a:lnTo>
                    <a:pt x="33" y="195"/>
                  </a:lnTo>
                  <a:lnTo>
                    <a:pt x="33" y="345"/>
                  </a:lnTo>
                  <a:lnTo>
                    <a:pt x="34" y="350"/>
                  </a:lnTo>
                  <a:lnTo>
                    <a:pt x="37" y="355"/>
                  </a:lnTo>
                  <a:lnTo>
                    <a:pt x="41" y="358"/>
                  </a:lnTo>
                  <a:lnTo>
                    <a:pt x="47" y="359"/>
                  </a:lnTo>
                  <a:lnTo>
                    <a:pt x="52" y="358"/>
                  </a:lnTo>
                  <a:lnTo>
                    <a:pt x="56" y="355"/>
                  </a:lnTo>
                  <a:lnTo>
                    <a:pt x="60" y="350"/>
                  </a:lnTo>
                  <a:lnTo>
                    <a:pt x="61" y="345"/>
                  </a:lnTo>
                  <a:lnTo>
                    <a:pt x="61" y="195"/>
                  </a:lnTo>
                  <a:lnTo>
                    <a:pt x="246" y="195"/>
                  </a:lnTo>
                  <a:lnTo>
                    <a:pt x="252" y="194"/>
                  </a:lnTo>
                  <a:lnTo>
                    <a:pt x="257" y="192"/>
                  </a:lnTo>
                  <a:lnTo>
                    <a:pt x="259" y="187"/>
                  </a:lnTo>
                  <a:lnTo>
                    <a:pt x="260" y="182"/>
                  </a:lnTo>
                  <a:lnTo>
                    <a:pt x="259" y="177"/>
                  </a:lnTo>
                  <a:lnTo>
                    <a:pt x="257" y="171"/>
                  </a:lnTo>
                  <a:lnTo>
                    <a:pt x="252" y="169"/>
                  </a:lnTo>
                  <a:lnTo>
                    <a:pt x="246" y="168"/>
                  </a:lnTo>
                  <a:lnTo>
                    <a:pt x="27" y="168"/>
                  </a:lnTo>
                  <a:lnTo>
                    <a:pt x="27" y="109"/>
                  </a:lnTo>
                  <a:lnTo>
                    <a:pt x="28" y="104"/>
                  </a:lnTo>
                  <a:lnTo>
                    <a:pt x="32" y="99"/>
                  </a:lnTo>
                  <a:lnTo>
                    <a:pt x="36" y="96"/>
                  </a:lnTo>
                  <a:lnTo>
                    <a:pt x="41" y="95"/>
                  </a:lnTo>
                  <a:lnTo>
                    <a:pt x="585" y="95"/>
                  </a:lnTo>
                  <a:lnTo>
                    <a:pt x="591" y="96"/>
                  </a:lnTo>
                  <a:lnTo>
                    <a:pt x="596" y="99"/>
                  </a:lnTo>
                  <a:lnTo>
                    <a:pt x="598" y="104"/>
                  </a:lnTo>
                  <a:lnTo>
                    <a:pt x="599" y="109"/>
                  </a:lnTo>
                  <a:lnTo>
                    <a:pt x="599" y="168"/>
                  </a:lnTo>
                  <a:lnTo>
                    <a:pt x="375" y="168"/>
                  </a:lnTo>
                  <a:lnTo>
                    <a:pt x="369" y="169"/>
                  </a:lnTo>
                  <a:lnTo>
                    <a:pt x="364" y="171"/>
                  </a:lnTo>
                  <a:lnTo>
                    <a:pt x="362" y="177"/>
                  </a:lnTo>
                  <a:lnTo>
                    <a:pt x="361" y="182"/>
                  </a:lnTo>
                  <a:lnTo>
                    <a:pt x="362" y="187"/>
                  </a:lnTo>
                  <a:lnTo>
                    <a:pt x="364" y="192"/>
                  </a:lnTo>
                  <a:lnTo>
                    <a:pt x="369" y="194"/>
                  </a:lnTo>
                  <a:lnTo>
                    <a:pt x="375" y="195"/>
                  </a:lnTo>
                  <a:lnTo>
                    <a:pt x="566" y="195"/>
                  </a:lnTo>
                  <a:lnTo>
                    <a:pt x="566" y="632"/>
                  </a:lnTo>
                  <a:lnTo>
                    <a:pt x="565" y="642"/>
                  </a:lnTo>
                  <a:lnTo>
                    <a:pt x="562" y="652"/>
                  </a:lnTo>
                  <a:lnTo>
                    <a:pt x="557" y="661"/>
                  </a:lnTo>
                  <a:lnTo>
                    <a:pt x="551" y="669"/>
                  </a:lnTo>
                  <a:lnTo>
                    <a:pt x="543" y="676"/>
                  </a:lnTo>
                  <a:lnTo>
                    <a:pt x="534" y="680"/>
                  </a:lnTo>
                  <a:lnTo>
                    <a:pt x="524" y="683"/>
                  </a:lnTo>
                  <a:lnTo>
                    <a:pt x="513" y="684"/>
                  </a:lnTo>
                  <a:lnTo>
                    <a:pt x="113" y="684"/>
                  </a:lnTo>
                  <a:lnTo>
                    <a:pt x="104" y="683"/>
                  </a:lnTo>
                  <a:lnTo>
                    <a:pt x="93" y="680"/>
                  </a:lnTo>
                  <a:lnTo>
                    <a:pt x="84" y="676"/>
                  </a:lnTo>
                  <a:lnTo>
                    <a:pt x="77" y="669"/>
                  </a:lnTo>
                  <a:lnTo>
                    <a:pt x="70" y="661"/>
                  </a:lnTo>
                  <a:lnTo>
                    <a:pt x="65" y="652"/>
                  </a:lnTo>
                  <a:lnTo>
                    <a:pt x="62" y="642"/>
                  </a:lnTo>
                  <a:lnTo>
                    <a:pt x="61" y="632"/>
                  </a:lnTo>
                  <a:lnTo>
                    <a:pt x="61" y="481"/>
                  </a:lnTo>
                  <a:lnTo>
                    <a:pt x="60" y="476"/>
                  </a:lnTo>
                  <a:lnTo>
                    <a:pt x="56" y="472"/>
                  </a:lnTo>
                  <a:lnTo>
                    <a:pt x="52" y="470"/>
                  </a:lnTo>
                  <a:lnTo>
                    <a:pt x="47" y="469"/>
                  </a:lnTo>
                  <a:lnTo>
                    <a:pt x="41" y="470"/>
                  </a:lnTo>
                  <a:lnTo>
                    <a:pt x="37" y="472"/>
                  </a:lnTo>
                  <a:lnTo>
                    <a:pt x="34" y="476"/>
                  </a:lnTo>
                  <a:lnTo>
                    <a:pt x="33" y="481"/>
                  </a:lnTo>
                  <a:lnTo>
                    <a:pt x="33" y="632"/>
                  </a:lnTo>
                  <a:lnTo>
                    <a:pt x="34" y="639"/>
                  </a:lnTo>
                  <a:lnTo>
                    <a:pt x="35" y="648"/>
                  </a:lnTo>
                  <a:lnTo>
                    <a:pt x="37" y="655"/>
                  </a:lnTo>
                  <a:lnTo>
                    <a:pt x="39" y="663"/>
                  </a:lnTo>
                  <a:lnTo>
                    <a:pt x="42" y="670"/>
                  </a:lnTo>
                  <a:lnTo>
                    <a:pt x="47" y="677"/>
                  </a:lnTo>
                  <a:lnTo>
                    <a:pt x="52" y="682"/>
                  </a:lnTo>
                  <a:lnTo>
                    <a:pt x="56" y="689"/>
                  </a:lnTo>
                  <a:lnTo>
                    <a:pt x="63" y="694"/>
                  </a:lnTo>
                  <a:lnTo>
                    <a:pt x="68" y="698"/>
                  </a:lnTo>
                  <a:lnTo>
                    <a:pt x="76" y="703"/>
                  </a:lnTo>
                  <a:lnTo>
                    <a:pt x="82" y="706"/>
                  </a:lnTo>
                  <a:lnTo>
                    <a:pt x="90" y="708"/>
                  </a:lnTo>
                  <a:lnTo>
                    <a:pt x="97" y="710"/>
                  </a:lnTo>
                  <a:lnTo>
                    <a:pt x="106" y="711"/>
                  </a:lnTo>
                  <a:lnTo>
                    <a:pt x="113" y="712"/>
                  </a:lnTo>
                  <a:lnTo>
                    <a:pt x="513" y="712"/>
                  </a:lnTo>
                  <a:lnTo>
                    <a:pt x="522" y="711"/>
                  </a:lnTo>
                  <a:lnTo>
                    <a:pt x="530" y="710"/>
                  </a:lnTo>
                  <a:lnTo>
                    <a:pt x="537" y="708"/>
                  </a:lnTo>
                  <a:lnTo>
                    <a:pt x="545" y="706"/>
                  </a:lnTo>
                  <a:lnTo>
                    <a:pt x="552" y="703"/>
                  </a:lnTo>
                  <a:lnTo>
                    <a:pt x="558" y="698"/>
                  </a:lnTo>
                  <a:lnTo>
                    <a:pt x="565" y="694"/>
                  </a:lnTo>
                  <a:lnTo>
                    <a:pt x="570" y="689"/>
                  </a:lnTo>
                  <a:lnTo>
                    <a:pt x="576" y="682"/>
                  </a:lnTo>
                  <a:lnTo>
                    <a:pt x="580" y="677"/>
                  </a:lnTo>
                  <a:lnTo>
                    <a:pt x="584" y="670"/>
                  </a:lnTo>
                  <a:lnTo>
                    <a:pt x="587" y="663"/>
                  </a:lnTo>
                  <a:lnTo>
                    <a:pt x="591" y="655"/>
                  </a:lnTo>
                  <a:lnTo>
                    <a:pt x="593" y="648"/>
                  </a:lnTo>
                  <a:lnTo>
                    <a:pt x="594" y="639"/>
                  </a:lnTo>
                  <a:lnTo>
                    <a:pt x="594" y="632"/>
                  </a:lnTo>
                  <a:lnTo>
                    <a:pt x="594" y="195"/>
                  </a:lnTo>
                  <a:lnTo>
                    <a:pt x="613" y="195"/>
                  </a:lnTo>
                  <a:lnTo>
                    <a:pt x="619" y="194"/>
                  </a:lnTo>
                  <a:lnTo>
                    <a:pt x="623" y="192"/>
                  </a:lnTo>
                  <a:lnTo>
                    <a:pt x="626" y="187"/>
                  </a:lnTo>
                  <a:lnTo>
                    <a:pt x="627" y="182"/>
                  </a:lnTo>
                  <a:lnTo>
                    <a:pt x="627" y="109"/>
                  </a:lnTo>
                  <a:lnTo>
                    <a:pt x="626" y="100"/>
                  </a:lnTo>
                  <a:lnTo>
                    <a:pt x="624" y="93"/>
                  </a:lnTo>
                  <a:lnTo>
                    <a:pt x="621" y="86"/>
                  </a:lnTo>
                  <a:lnTo>
                    <a:pt x="615" y="80"/>
                  </a:lnTo>
                  <a:lnTo>
                    <a:pt x="609" y="75"/>
                  </a:lnTo>
                  <a:lnTo>
                    <a:pt x="601" y="70"/>
                  </a:lnTo>
                  <a:lnTo>
                    <a:pt x="594" y="68"/>
                  </a:lnTo>
                  <a:lnTo>
                    <a:pt x="585" y="67"/>
                  </a:lnTo>
                  <a:close/>
                  <a:moveTo>
                    <a:pt x="383" y="67"/>
                  </a:moveTo>
                  <a:lnTo>
                    <a:pt x="244" y="67"/>
                  </a:lnTo>
                  <a:lnTo>
                    <a:pt x="244" y="57"/>
                  </a:lnTo>
                  <a:lnTo>
                    <a:pt x="245" y="51"/>
                  </a:lnTo>
                  <a:lnTo>
                    <a:pt x="246" y="46"/>
                  </a:lnTo>
                  <a:lnTo>
                    <a:pt x="250" y="41"/>
                  </a:lnTo>
                  <a:lnTo>
                    <a:pt x="253" y="37"/>
                  </a:lnTo>
                  <a:lnTo>
                    <a:pt x="257" y="34"/>
                  </a:lnTo>
                  <a:lnTo>
                    <a:pt x="261" y="31"/>
                  </a:lnTo>
                  <a:lnTo>
                    <a:pt x="267" y="29"/>
                  </a:lnTo>
                  <a:lnTo>
                    <a:pt x="272" y="28"/>
                  </a:lnTo>
                  <a:lnTo>
                    <a:pt x="355" y="28"/>
                  </a:lnTo>
                  <a:lnTo>
                    <a:pt x="360" y="29"/>
                  </a:lnTo>
                  <a:lnTo>
                    <a:pt x="365" y="31"/>
                  </a:lnTo>
                  <a:lnTo>
                    <a:pt x="371" y="34"/>
                  </a:lnTo>
                  <a:lnTo>
                    <a:pt x="375" y="37"/>
                  </a:lnTo>
                  <a:lnTo>
                    <a:pt x="378" y="41"/>
                  </a:lnTo>
                  <a:lnTo>
                    <a:pt x="380" y="46"/>
                  </a:lnTo>
                  <a:lnTo>
                    <a:pt x="383" y="51"/>
                  </a:lnTo>
                  <a:lnTo>
                    <a:pt x="383" y="57"/>
                  </a:lnTo>
                  <a:lnTo>
                    <a:pt x="383" y="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237">
              <a:extLst>
                <a:ext uri="{FF2B5EF4-FFF2-40B4-BE49-F238E27FC236}">
                  <a16:creationId xmlns:a16="http://schemas.microsoft.com/office/drawing/2014/main" id="{4400CA10-E5BA-4CBB-8555-A937E5D5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2576" y="4065588"/>
              <a:ext cx="14288" cy="14288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238">
              <a:extLst>
                <a:ext uri="{FF2B5EF4-FFF2-40B4-BE49-F238E27FC236}">
                  <a16:creationId xmlns:a16="http://schemas.microsoft.com/office/drawing/2014/main" id="{C3EDB6BB-83BF-4725-8BF9-0D18F7E552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48914" y="4100513"/>
              <a:ext cx="49213" cy="209550"/>
            </a:xfrm>
            <a:custGeom>
              <a:avLst/>
              <a:gdLst>
                <a:gd name="T0" fmla="*/ 37 w 94"/>
                <a:gd name="T1" fmla="*/ 1 h 395"/>
                <a:gd name="T2" fmla="*/ 21 w 94"/>
                <a:gd name="T3" fmla="*/ 9 h 395"/>
                <a:gd name="T4" fmla="*/ 8 w 94"/>
                <a:gd name="T5" fmla="*/ 22 h 395"/>
                <a:gd name="T6" fmla="*/ 1 w 94"/>
                <a:gd name="T7" fmla="*/ 39 h 395"/>
                <a:gd name="T8" fmla="*/ 0 w 94"/>
                <a:gd name="T9" fmla="*/ 348 h 395"/>
                <a:gd name="T10" fmla="*/ 4 w 94"/>
                <a:gd name="T11" fmla="*/ 366 h 395"/>
                <a:gd name="T12" fmla="*/ 14 w 94"/>
                <a:gd name="T13" fmla="*/ 381 h 395"/>
                <a:gd name="T14" fmla="*/ 29 w 94"/>
                <a:gd name="T15" fmla="*/ 392 h 395"/>
                <a:gd name="T16" fmla="*/ 47 w 94"/>
                <a:gd name="T17" fmla="*/ 395 h 395"/>
                <a:gd name="T18" fmla="*/ 65 w 94"/>
                <a:gd name="T19" fmla="*/ 392 h 395"/>
                <a:gd name="T20" fmla="*/ 80 w 94"/>
                <a:gd name="T21" fmla="*/ 381 h 395"/>
                <a:gd name="T22" fmla="*/ 91 w 94"/>
                <a:gd name="T23" fmla="*/ 366 h 395"/>
                <a:gd name="T24" fmla="*/ 94 w 94"/>
                <a:gd name="T25" fmla="*/ 348 h 395"/>
                <a:gd name="T26" fmla="*/ 93 w 94"/>
                <a:gd name="T27" fmla="*/ 39 h 395"/>
                <a:gd name="T28" fmla="*/ 87 w 94"/>
                <a:gd name="T29" fmla="*/ 22 h 395"/>
                <a:gd name="T30" fmla="*/ 74 w 94"/>
                <a:gd name="T31" fmla="*/ 9 h 395"/>
                <a:gd name="T32" fmla="*/ 57 w 94"/>
                <a:gd name="T33" fmla="*/ 1 h 395"/>
                <a:gd name="T34" fmla="*/ 66 w 94"/>
                <a:gd name="T35" fmla="*/ 348 h 395"/>
                <a:gd name="T36" fmla="*/ 65 w 94"/>
                <a:gd name="T37" fmla="*/ 355 h 395"/>
                <a:gd name="T38" fmla="*/ 61 w 94"/>
                <a:gd name="T39" fmla="*/ 362 h 395"/>
                <a:gd name="T40" fmla="*/ 55 w 94"/>
                <a:gd name="T41" fmla="*/ 366 h 395"/>
                <a:gd name="T42" fmla="*/ 47 w 94"/>
                <a:gd name="T43" fmla="*/ 367 h 395"/>
                <a:gd name="T44" fmla="*/ 40 w 94"/>
                <a:gd name="T45" fmla="*/ 366 h 395"/>
                <a:gd name="T46" fmla="*/ 33 w 94"/>
                <a:gd name="T47" fmla="*/ 362 h 395"/>
                <a:gd name="T48" fmla="*/ 29 w 94"/>
                <a:gd name="T49" fmla="*/ 355 h 395"/>
                <a:gd name="T50" fmla="*/ 28 w 94"/>
                <a:gd name="T51" fmla="*/ 348 h 395"/>
                <a:gd name="T52" fmla="*/ 28 w 94"/>
                <a:gd name="T53" fmla="*/ 44 h 395"/>
                <a:gd name="T54" fmla="*/ 31 w 94"/>
                <a:gd name="T55" fmla="*/ 37 h 395"/>
                <a:gd name="T56" fmla="*/ 36 w 94"/>
                <a:gd name="T57" fmla="*/ 31 h 395"/>
                <a:gd name="T58" fmla="*/ 44 w 94"/>
                <a:gd name="T59" fmla="*/ 29 h 395"/>
                <a:gd name="T60" fmla="*/ 51 w 94"/>
                <a:gd name="T61" fmla="*/ 29 h 395"/>
                <a:gd name="T62" fmla="*/ 58 w 94"/>
                <a:gd name="T63" fmla="*/ 31 h 395"/>
                <a:gd name="T64" fmla="*/ 63 w 94"/>
                <a:gd name="T65" fmla="*/ 37 h 395"/>
                <a:gd name="T66" fmla="*/ 66 w 94"/>
                <a:gd name="T67" fmla="*/ 44 h 395"/>
                <a:gd name="T68" fmla="*/ 66 w 94"/>
                <a:gd name="T69" fmla="*/ 34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395">
                  <a:moveTo>
                    <a:pt x="47" y="0"/>
                  </a:moveTo>
                  <a:lnTo>
                    <a:pt x="37" y="1"/>
                  </a:lnTo>
                  <a:lnTo>
                    <a:pt x="29" y="4"/>
                  </a:lnTo>
                  <a:lnTo>
                    <a:pt x="21" y="9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29"/>
                  </a:lnTo>
                  <a:lnTo>
                    <a:pt x="1" y="39"/>
                  </a:lnTo>
                  <a:lnTo>
                    <a:pt x="0" y="47"/>
                  </a:lnTo>
                  <a:lnTo>
                    <a:pt x="0" y="348"/>
                  </a:lnTo>
                  <a:lnTo>
                    <a:pt x="1" y="358"/>
                  </a:lnTo>
                  <a:lnTo>
                    <a:pt x="4" y="366"/>
                  </a:lnTo>
                  <a:lnTo>
                    <a:pt x="8" y="375"/>
                  </a:lnTo>
                  <a:lnTo>
                    <a:pt x="14" y="381"/>
                  </a:lnTo>
                  <a:lnTo>
                    <a:pt x="21" y="387"/>
                  </a:lnTo>
                  <a:lnTo>
                    <a:pt x="29" y="392"/>
                  </a:lnTo>
                  <a:lnTo>
                    <a:pt x="37" y="394"/>
                  </a:lnTo>
                  <a:lnTo>
                    <a:pt x="47" y="395"/>
                  </a:lnTo>
                  <a:lnTo>
                    <a:pt x="57" y="394"/>
                  </a:lnTo>
                  <a:lnTo>
                    <a:pt x="65" y="392"/>
                  </a:lnTo>
                  <a:lnTo>
                    <a:pt x="74" y="387"/>
                  </a:lnTo>
                  <a:lnTo>
                    <a:pt x="80" y="381"/>
                  </a:lnTo>
                  <a:lnTo>
                    <a:pt x="87" y="375"/>
                  </a:lnTo>
                  <a:lnTo>
                    <a:pt x="91" y="366"/>
                  </a:lnTo>
                  <a:lnTo>
                    <a:pt x="93" y="358"/>
                  </a:lnTo>
                  <a:lnTo>
                    <a:pt x="94" y="348"/>
                  </a:lnTo>
                  <a:lnTo>
                    <a:pt x="94" y="47"/>
                  </a:lnTo>
                  <a:lnTo>
                    <a:pt x="93" y="39"/>
                  </a:lnTo>
                  <a:lnTo>
                    <a:pt x="91" y="29"/>
                  </a:lnTo>
                  <a:lnTo>
                    <a:pt x="87" y="22"/>
                  </a:lnTo>
                  <a:lnTo>
                    <a:pt x="80" y="14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7" y="1"/>
                  </a:lnTo>
                  <a:lnTo>
                    <a:pt x="47" y="0"/>
                  </a:lnTo>
                  <a:close/>
                  <a:moveTo>
                    <a:pt x="66" y="348"/>
                  </a:moveTo>
                  <a:lnTo>
                    <a:pt x="66" y="352"/>
                  </a:lnTo>
                  <a:lnTo>
                    <a:pt x="65" y="355"/>
                  </a:lnTo>
                  <a:lnTo>
                    <a:pt x="63" y="359"/>
                  </a:lnTo>
                  <a:lnTo>
                    <a:pt x="61" y="362"/>
                  </a:lnTo>
                  <a:lnTo>
                    <a:pt x="58" y="364"/>
                  </a:lnTo>
                  <a:lnTo>
                    <a:pt x="55" y="366"/>
                  </a:lnTo>
                  <a:lnTo>
                    <a:pt x="51" y="367"/>
                  </a:lnTo>
                  <a:lnTo>
                    <a:pt x="47" y="367"/>
                  </a:lnTo>
                  <a:lnTo>
                    <a:pt x="44" y="367"/>
                  </a:lnTo>
                  <a:lnTo>
                    <a:pt x="40" y="366"/>
                  </a:lnTo>
                  <a:lnTo>
                    <a:pt x="36" y="364"/>
                  </a:lnTo>
                  <a:lnTo>
                    <a:pt x="33" y="362"/>
                  </a:lnTo>
                  <a:lnTo>
                    <a:pt x="31" y="359"/>
                  </a:lnTo>
                  <a:lnTo>
                    <a:pt x="29" y="355"/>
                  </a:lnTo>
                  <a:lnTo>
                    <a:pt x="28" y="352"/>
                  </a:lnTo>
                  <a:lnTo>
                    <a:pt x="28" y="348"/>
                  </a:lnTo>
                  <a:lnTo>
                    <a:pt x="28" y="47"/>
                  </a:lnTo>
                  <a:lnTo>
                    <a:pt x="28" y="44"/>
                  </a:lnTo>
                  <a:lnTo>
                    <a:pt x="29" y="40"/>
                  </a:lnTo>
                  <a:lnTo>
                    <a:pt x="31" y="37"/>
                  </a:lnTo>
                  <a:lnTo>
                    <a:pt x="33" y="34"/>
                  </a:lnTo>
                  <a:lnTo>
                    <a:pt x="36" y="31"/>
                  </a:lnTo>
                  <a:lnTo>
                    <a:pt x="40" y="30"/>
                  </a:lnTo>
                  <a:lnTo>
                    <a:pt x="44" y="29"/>
                  </a:lnTo>
                  <a:lnTo>
                    <a:pt x="47" y="28"/>
                  </a:lnTo>
                  <a:lnTo>
                    <a:pt x="51" y="29"/>
                  </a:lnTo>
                  <a:lnTo>
                    <a:pt x="55" y="30"/>
                  </a:lnTo>
                  <a:lnTo>
                    <a:pt x="58" y="31"/>
                  </a:lnTo>
                  <a:lnTo>
                    <a:pt x="61" y="34"/>
                  </a:lnTo>
                  <a:lnTo>
                    <a:pt x="63" y="37"/>
                  </a:lnTo>
                  <a:lnTo>
                    <a:pt x="65" y="40"/>
                  </a:lnTo>
                  <a:lnTo>
                    <a:pt x="66" y="44"/>
                  </a:lnTo>
                  <a:lnTo>
                    <a:pt x="66" y="47"/>
                  </a:lnTo>
                  <a:lnTo>
                    <a:pt x="66" y="3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239">
              <a:extLst>
                <a:ext uri="{FF2B5EF4-FFF2-40B4-BE49-F238E27FC236}">
                  <a16:creationId xmlns:a16="http://schemas.microsoft.com/office/drawing/2014/main" id="{6EB94188-6DCF-403B-8599-C8E4C6AFC3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25114" y="4100513"/>
              <a:ext cx="49213" cy="209550"/>
            </a:xfrm>
            <a:custGeom>
              <a:avLst/>
              <a:gdLst>
                <a:gd name="T0" fmla="*/ 37 w 94"/>
                <a:gd name="T1" fmla="*/ 1 h 395"/>
                <a:gd name="T2" fmla="*/ 20 w 94"/>
                <a:gd name="T3" fmla="*/ 9 h 395"/>
                <a:gd name="T4" fmla="*/ 7 w 94"/>
                <a:gd name="T5" fmla="*/ 22 h 395"/>
                <a:gd name="T6" fmla="*/ 1 w 94"/>
                <a:gd name="T7" fmla="*/ 39 h 395"/>
                <a:gd name="T8" fmla="*/ 0 w 94"/>
                <a:gd name="T9" fmla="*/ 348 h 395"/>
                <a:gd name="T10" fmla="*/ 3 w 94"/>
                <a:gd name="T11" fmla="*/ 366 h 395"/>
                <a:gd name="T12" fmla="*/ 14 w 94"/>
                <a:gd name="T13" fmla="*/ 381 h 395"/>
                <a:gd name="T14" fmla="*/ 29 w 94"/>
                <a:gd name="T15" fmla="*/ 392 h 395"/>
                <a:gd name="T16" fmla="*/ 47 w 94"/>
                <a:gd name="T17" fmla="*/ 395 h 395"/>
                <a:gd name="T18" fmla="*/ 65 w 94"/>
                <a:gd name="T19" fmla="*/ 392 h 395"/>
                <a:gd name="T20" fmla="*/ 80 w 94"/>
                <a:gd name="T21" fmla="*/ 381 h 395"/>
                <a:gd name="T22" fmla="*/ 90 w 94"/>
                <a:gd name="T23" fmla="*/ 366 h 395"/>
                <a:gd name="T24" fmla="*/ 94 w 94"/>
                <a:gd name="T25" fmla="*/ 348 h 395"/>
                <a:gd name="T26" fmla="*/ 93 w 94"/>
                <a:gd name="T27" fmla="*/ 39 h 395"/>
                <a:gd name="T28" fmla="*/ 86 w 94"/>
                <a:gd name="T29" fmla="*/ 22 h 395"/>
                <a:gd name="T30" fmla="*/ 73 w 94"/>
                <a:gd name="T31" fmla="*/ 9 h 395"/>
                <a:gd name="T32" fmla="*/ 57 w 94"/>
                <a:gd name="T33" fmla="*/ 1 h 395"/>
                <a:gd name="T34" fmla="*/ 66 w 94"/>
                <a:gd name="T35" fmla="*/ 348 h 395"/>
                <a:gd name="T36" fmla="*/ 65 w 94"/>
                <a:gd name="T37" fmla="*/ 355 h 395"/>
                <a:gd name="T38" fmla="*/ 61 w 94"/>
                <a:gd name="T39" fmla="*/ 362 h 395"/>
                <a:gd name="T40" fmla="*/ 54 w 94"/>
                <a:gd name="T41" fmla="*/ 366 h 395"/>
                <a:gd name="T42" fmla="*/ 47 w 94"/>
                <a:gd name="T43" fmla="*/ 367 h 395"/>
                <a:gd name="T44" fmla="*/ 39 w 94"/>
                <a:gd name="T45" fmla="*/ 366 h 395"/>
                <a:gd name="T46" fmla="*/ 33 w 94"/>
                <a:gd name="T47" fmla="*/ 362 h 395"/>
                <a:gd name="T48" fmla="*/ 29 w 94"/>
                <a:gd name="T49" fmla="*/ 355 h 395"/>
                <a:gd name="T50" fmla="*/ 28 w 94"/>
                <a:gd name="T51" fmla="*/ 348 h 395"/>
                <a:gd name="T52" fmla="*/ 28 w 94"/>
                <a:gd name="T53" fmla="*/ 44 h 395"/>
                <a:gd name="T54" fmla="*/ 31 w 94"/>
                <a:gd name="T55" fmla="*/ 37 h 395"/>
                <a:gd name="T56" fmla="*/ 36 w 94"/>
                <a:gd name="T57" fmla="*/ 31 h 395"/>
                <a:gd name="T58" fmla="*/ 43 w 94"/>
                <a:gd name="T59" fmla="*/ 29 h 395"/>
                <a:gd name="T60" fmla="*/ 51 w 94"/>
                <a:gd name="T61" fmla="*/ 29 h 395"/>
                <a:gd name="T62" fmla="*/ 58 w 94"/>
                <a:gd name="T63" fmla="*/ 31 h 395"/>
                <a:gd name="T64" fmla="*/ 63 w 94"/>
                <a:gd name="T65" fmla="*/ 37 h 395"/>
                <a:gd name="T66" fmla="*/ 66 w 94"/>
                <a:gd name="T67" fmla="*/ 44 h 395"/>
                <a:gd name="T68" fmla="*/ 66 w 94"/>
                <a:gd name="T69" fmla="*/ 34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395">
                  <a:moveTo>
                    <a:pt x="47" y="0"/>
                  </a:moveTo>
                  <a:lnTo>
                    <a:pt x="37" y="1"/>
                  </a:lnTo>
                  <a:lnTo>
                    <a:pt x="29" y="4"/>
                  </a:lnTo>
                  <a:lnTo>
                    <a:pt x="20" y="9"/>
                  </a:lnTo>
                  <a:lnTo>
                    <a:pt x="14" y="14"/>
                  </a:lnTo>
                  <a:lnTo>
                    <a:pt x="7" y="22"/>
                  </a:lnTo>
                  <a:lnTo>
                    <a:pt x="3" y="29"/>
                  </a:lnTo>
                  <a:lnTo>
                    <a:pt x="1" y="39"/>
                  </a:lnTo>
                  <a:lnTo>
                    <a:pt x="0" y="47"/>
                  </a:lnTo>
                  <a:lnTo>
                    <a:pt x="0" y="348"/>
                  </a:lnTo>
                  <a:lnTo>
                    <a:pt x="1" y="358"/>
                  </a:lnTo>
                  <a:lnTo>
                    <a:pt x="3" y="366"/>
                  </a:lnTo>
                  <a:lnTo>
                    <a:pt x="7" y="375"/>
                  </a:lnTo>
                  <a:lnTo>
                    <a:pt x="14" y="381"/>
                  </a:lnTo>
                  <a:lnTo>
                    <a:pt x="20" y="387"/>
                  </a:lnTo>
                  <a:lnTo>
                    <a:pt x="29" y="392"/>
                  </a:lnTo>
                  <a:lnTo>
                    <a:pt x="37" y="394"/>
                  </a:lnTo>
                  <a:lnTo>
                    <a:pt x="47" y="395"/>
                  </a:lnTo>
                  <a:lnTo>
                    <a:pt x="57" y="394"/>
                  </a:lnTo>
                  <a:lnTo>
                    <a:pt x="65" y="392"/>
                  </a:lnTo>
                  <a:lnTo>
                    <a:pt x="73" y="387"/>
                  </a:lnTo>
                  <a:lnTo>
                    <a:pt x="80" y="381"/>
                  </a:lnTo>
                  <a:lnTo>
                    <a:pt x="86" y="375"/>
                  </a:lnTo>
                  <a:lnTo>
                    <a:pt x="90" y="366"/>
                  </a:lnTo>
                  <a:lnTo>
                    <a:pt x="93" y="358"/>
                  </a:lnTo>
                  <a:lnTo>
                    <a:pt x="94" y="348"/>
                  </a:lnTo>
                  <a:lnTo>
                    <a:pt x="94" y="47"/>
                  </a:lnTo>
                  <a:lnTo>
                    <a:pt x="93" y="39"/>
                  </a:lnTo>
                  <a:lnTo>
                    <a:pt x="90" y="29"/>
                  </a:lnTo>
                  <a:lnTo>
                    <a:pt x="86" y="22"/>
                  </a:lnTo>
                  <a:lnTo>
                    <a:pt x="80" y="14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7" y="1"/>
                  </a:lnTo>
                  <a:lnTo>
                    <a:pt x="47" y="0"/>
                  </a:lnTo>
                  <a:close/>
                  <a:moveTo>
                    <a:pt x="66" y="348"/>
                  </a:moveTo>
                  <a:lnTo>
                    <a:pt x="66" y="352"/>
                  </a:lnTo>
                  <a:lnTo>
                    <a:pt x="65" y="355"/>
                  </a:lnTo>
                  <a:lnTo>
                    <a:pt x="63" y="359"/>
                  </a:lnTo>
                  <a:lnTo>
                    <a:pt x="61" y="362"/>
                  </a:lnTo>
                  <a:lnTo>
                    <a:pt x="58" y="364"/>
                  </a:lnTo>
                  <a:lnTo>
                    <a:pt x="54" y="366"/>
                  </a:lnTo>
                  <a:lnTo>
                    <a:pt x="51" y="367"/>
                  </a:lnTo>
                  <a:lnTo>
                    <a:pt x="47" y="367"/>
                  </a:lnTo>
                  <a:lnTo>
                    <a:pt x="43" y="367"/>
                  </a:lnTo>
                  <a:lnTo>
                    <a:pt x="39" y="366"/>
                  </a:lnTo>
                  <a:lnTo>
                    <a:pt x="36" y="364"/>
                  </a:lnTo>
                  <a:lnTo>
                    <a:pt x="33" y="362"/>
                  </a:lnTo>
                  <a:lnTo>
                    <a:pt x="31" y="359"/>
                  </a:lnTo>
                  <a:lnTo>
                    <a:pt x="29" y="355"/>
                  </a:lnTo>
                  <a:lnTo>
                    <a:pt x="28" y="352"/>
                  </a:lnTo>
                  <a:lnTo>
                    <a:pt x="28" y="348"/>
                  </a:lnTo>
                  <a:lnTo>
                    <a:pt x="28" y="47"/>
                  </a:lnTo>
                  <a:lnTo>
                    <a:pt x="28" y="44"/>
                  </a:lnTo>
                  <a:lnTo>
                    <a:pt x="29" y="40"/>
                  </a:lnTo>
                  <a:lnTo>
                    <a:pt x="31" y="37"/>
                  </a:lnTo>
                  <a:lnTo>
                    <a:pt x="33" y="34"/>
                  </a:lnTo>
                  <a:lnTo>
                    <a:pt x="36" y="31"/>
                  </a:lnTo>
                  <a:lnTo>
                    <a:pt x="39" y="30"/>
                  </a:lnTo>
                  <a:lnTo>
                    <a:pt x="43" y="29"/>
                  </a:lnTo>
                  <a:lnTo>
                    <a:pt x="47" y="28"/>
                  </a:lnTo>
                  <a:lnTo>
                    <a:pt x="51" y="29"/>
                  </a:lnTo>
                  <a:lnTo>
                    <a:pt x="54" y="30"/>
                  </a:lnTo>
                  <a:lnTo>
                    <a:pt x="58" y="31"/>
                  </a:lnTo>
                  <a:lnTo>
                    <a:pt x="61" y="34"/>
                  </a:lnTo>
                  <a:lnTo>
                    <a:pt x="63" y="37"/>
                  </a:lnTo>
                  <a:lnTo>
                    <a:pt x="65" y="40"/>
                  </a:lnTo>
                  <a:lnTo>
                    <a:pt x="66" y="44"/>
                  </a:lnTo>
                  <a:lnTo>
                    <a:pt x="66" y="47"/>
                  </a:lnTo>
                  <a:lnTo>
                    <a:pt x="66" y="3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240">
              <a:extLst>
                <a:ext uri="{FF2B5EF4-FFF2-40B4-BE49-F238E27FC236}">
                  <a16:creationId xmlns:a16="http://schemas.microsoft.com/office/drawing/2014/main" id="{A48FDBA0-C7E6-4AD0-B109-CE316C5C94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01314" y="4100513"/>
              <a:ext cx="50800" cy="209550"/>
            </a:xfrm>
            <a:custGeom>
              <a:avLst/>
              <a:gdLst>
                <a:gd name="T0" fmla="*/ 37 w 94"/>
                <a:gd name="T1" fmla="*/ 1 h 395"/>
                <a:gd name="T2" fmla="*/ 20 w 94"/>
                <a:gd name="T3" fmla="*/ 9 h 395"/>
                <a:gd name="T4" fmla="*/ 7 w 94"/>
                <a:gd name="T5" fmla="*/ 22 h 395"/>
                <a:gd name="T6" fmla="*/ 1 w 94"/>
                <a:gd name="T7" fmla="*/ 39 h 395"/>
                <a:gd name="T8" fmla="*/ 0 w 94"/>
                <a:gd name="T9" fmla="*/ 348 h 395"/>
                <a:gd name="T10" fmla="*/ 3 w 94"/>
                <a:gd name="T11" fmla="*/ 366 h 395"/>
                <a:gd name="T12" fmla="*/ 13 w 94"/>
                <a:gd name="T13" fmla="*/ 381 h 395"/>
                <a:gd name="T14" fmla="*/ 28 w 94"/>
                <a:gd name="T15" fmla="*/ 392 h 395"/>
                <a:gd name="T16" fmla="*/ 47 w 94"/>
                <a:gd name="T17" fmla="*/ 395 h 395"/>
                <a:gd name="T18" fmla="*/ 65 w 94"/>
                <a:gd name="T19" fmla="*/ 392 h 395"/>
                <a:gd name="T20" fmla="*/ 80 w 94"/>
                <a:gd name="T21" fmla="*/ 381 h 395"/>
                <a:gd name="T22" fmla="*/ 90 w 94"/>
                <a:gd name="T23" fmla="*/ 366 h 395"/>
                <a:gd name="T24" fmla="*/ 94 w 94"/>
                <a:gd name="T25" fmla="*/ 348 h 395"/>
                <a:gd name="T26" fmla="*/ 93 w 94"/>
                <a:gd name="T27" fmla="*/ 39 h 395"/>
                <a:gd name="T28" fmla="*/ 85 w 94"/>
                <a:gd name="T29" fmla="*/ 22 h 395"/>
                <a:gd name="T30" fmla="*/ 72 w 94"/>
                <a:gd name="T31" fmla="*/ 9 h 395"/>
                <a:gd name="T32" fmla="*/ 56 w 94"/>
                <a:gd name="T33" fmla="*/ 1 h 395"/>
                <a:gd name="T34" fmla="*/ 66 w 94"/>
                <a:gd name="T35" fmla="*/ 348 h 395"/>
                <a:gd name="T36" fmla="*/ 64 w 94"/>
                <a:gd name="T37" fmla="*/ 355 h 395"/>
                <a:gd name="T38" fmla="*/ 60 w 94"/>
                <a:gd name="T39" fmla="*/ 362 h 395"/>
                <a:gd name="T40" fmla="*/ 54 w 94"/>
                <a:gd name="T41" fmla="*/ 366 h 395"/>
                <a:gd name="T42" fmla="*/ 47 w 94"/>
                <a:gd name="T43" fmla="*/ 367 h 395"/>
                <a:gd name="T44" fmla="*/ 39 w 94"/>
                <a:gd name="T45" fmla="*/ 366 h 395"/>
                <a:gd name="T46" fmla="*/ 33 w 94"/>
                <a:gd name="T47" fmla="*/ 362 h 395"/>
                <a:gd name="T48" fmla="*/ 28 w 94"/>
                <a:gd name="T49" fmla="*/ 355 h 395"/>
                <a:gd name="T50" fmla="*/ 27 w 94"/>
                <a:gd name="T51" fmla="*/ 348 h 395"/>
                <a:gd name="T52" fmla="*/ 27 w 94"/>
                <a:gd name="T53" fmla="*/ 44 h 395"/>
                <a:gd name="T54" fmla="*/ 31 w 94"/>
                <a:gd name="T55" fmla="*/ 37 h 395"/>
                <a:gd name="T56" fmla="*/ 36 w 94"/>
                <a:gd name="T57" fmla="*/ 31 h 395"/>
                <a:gd name="T58" fmla="*/ 42 w 94"/>
                <a:gd name="T59" fmla="*/ 29 h 395"/>
                <a:gd name="T60" fmla="*/ 50 w 94"/>
                <a:gd name="T61" fmla="*/ 29 h 395"/>
                <a:gd name="T62" fmla="*/ 57 w 94"/>
                <a:gd name="T63" fmla="*/ 31 h 395"/>
                <a:gd name="T64" fmla="*/ 63 w 94"/>
                <a:gd name="T65" fmla="*/ 37 h 395"/>
                <a:gd name="T66" fmla="*/ 65 w 94"/>
                <a:gd name="T67" fmla="*/ 44 h 395"/>
                <a:gd name="T68" fmla="*/ 66 w 94"/>
                <a:gd name="T69" fmla="*/ 34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395">
                  <a:moveTo>
                    <a:pt x="47" y="0"/>
                  </a:moveTo>
                  <a:lnTo>
                    <a:pt x="37" y="1"/>
                  </a:lnTo>
                  <a:lnTo>
                    <a:pt x="28" y="4"/>
                  </a:lnTo>
                  <a:lnTo>
                    <a:pt x="20" y="9"/>
                  </a:lnTo>
                  <a:lnTo>
                    <a:pt x="13" y="14"/>
                  </a:lnTo>
                  <a:lnTo>
                    <a:pt x="7" y="22"/>
                  </a:lnTo>
                  <a:lnTo>
                    <a:pt x="3" y="29"/>
                  </a:lnTo>
                  <a:lnTo>
                    <a:pt x="1" y="39"/>
                  </a:lnTo>
                  <a:lnTo>
                    <a:pt x="0" y="47"/>
                  </a:lnTo>
                  <a:lnTo>
                    <a:pt x="0" y="348"/>
                  </a:lnTo>
                  <a:lnTo>
                    <a:pt x="1" y="358"/>
                  </a:lnTo>
                  <a:lnTo>
                    <a:pt x="3" y="366"/>
                  </a:lnTo>
                  <a:lnTo>
                    <a:pt x="7" y="375"/>
                  </a:lnTo>
                  <a:lnTo>
                    <a:pt x="13" y="381"/>
                  </a:lnTo>
                  <a:lnTo>
                    <a:pt x="20" y="387"/>
                  </a:lnTo>
                  <a:lnTo>
                    <a:pt x="28" y="392"/>
                  </a:lnTo>
                  <a:lnTo>
                    <a:pt x="37" y="394"/>
                  </a:lnTo>
                  <a:lnTo>
                    <a:pt x="47" y="395"/>
                  </a:lnTo>
                  <a:lnTo>
                    <a:pt x="56" y="394"/>
                  </a:lnTo>
                  <a:lnTo>
                    <a:pt x="65" y="392"/>
                  </a:lnTo>
                  <a:lnTo>
                    <a:pt x="72" y="387"/>
                  </a:lnTo>
                  <a:lnTo>
                    <a:pt x="80" y="381"/>
                  </a:lnTo>
                  <a:lnTo>
                    <a:pt x="85" y="375"/>
                  </a:lnTo>
                  <a:lnTo>
                    <a:pt x="90" y="366"/>
                  </a:lnTo>
                  <a:lnTo>
                    <a:pt x="93" y="358"/>
                  </a:lnTo>
                  <a:lnTo>
                    <a:pt x="94" y="348"/>
                  </a:lnTo>
                  <a:lnTo>
                    <a:pt x="94" y="47"/>
                  </a:lnTo>
                  <a:lnTo>
                    <a:pt x="93" y="39"/>
                  </a:lnTo>
                  <a:lnTo>
                    <a:pt x="90" y="29"/>
                  </a:lnTo>
                  <a:lnTo>
                    <a:pt x="85" y="22"/>
                  </a:lnTo>
                  <a:lnTo>
                    <a:pt x="80" y="14"/>
                  </a:lnTo>
                  <a:lnTo>
                    <a:pt x="72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7" y="0"/>
                  </a:lnTo>
                  <a:close/>
                  <a:moveTo>
                    <a:pt x="66" y="348"/>
                  </a:moveTo>
                  <a:lnTo>
                    <a:pt x="65" y="352"/>
                  </a:lnTo>
                  <a:lnTo>
                    <a:pt x="64" y="355"/>
                  </a:lnTo>
                  <a:lnTo>
                    <a:pt x="63" y="359"/>
                  </a:lnTo>
                  <a:lnTo>
                    <a:pt x="60" y="362"/>
                  </a:lnTo>
                  <a:lnTo>
                    <a:pt x="57" y="364"/>
                  </a:lnTo>
                  <a:lnTo>
                    <a:pt x="54" y="366"/>
                  </a:lnTo>
                  <a:lnTo>
                    <a:pt x="50" y="367"/>
                  </a:lnTo>
                  <a:lnTo>
                    <a:pt x="47" y="367"/>
                  </a:lnTo>
                  <a:lnTo>
                    <a:pt x="42" y="367"/>
                  </a:lnTo>
                  <a:lnTo>
                    <a:pt x="39" y="366"/>
                  </a:lnTo>
                  <a:lnTo>
                    <a:pt x="36" y="364"/>
                  </a:lnTo>
                  <a:lnTo>
                    <a:pt x="33" y="362"/>
                  </a:lnTo>
                  <a:lnTo>
                    <a:pt x="31" y="359"/>
                  </a:lnTo>
                  <a:lnTo>
                    <a:pt x="28" y="355"/>
                  </a:lnTo>
                  <a:lnTo>
                    <a:pt x="27" y="352"/>
                  </a:lnTo>
                  <a:lnTo>
                    <a:pt x="27" y="348"/>
                  </a:lnTo>
                  <a:lnTo>
                    <a:pt x="27" y="47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1" y="37"/>
                  </a:lnTo>
                  <a:lnTo>
                    <a:pt x="33" y="34"/>
                  </a:lnTo>
                  <a:lnTo>
                    <a:pt x="36" y="31"/>
                  </a:lnTo>
                  <a:lnTo>
                    <a:pt x="39" y="30"/>
                  </a:lnTo>
                  <a:lnTo>
                    <a:pt x="42" y="29"/>
                  </a:lnTo>
                  <a:lnTo>
                    <a:pt x="47" y="28"/>
                  </a:lnTo>
                  <a:lnTo>
                    <a:pt x="50" y="29"/>
                  </a:lnTo>
                  <a:lnTo>
                    <a:pt x="54" y="30"/>
                  </a:lnTo>
                  <a:lnTo>
                    <a:pt x="57" y="31"/>
                  </a:lnTo>
                  <a:lnTo>
                    <a:pt x="60" y="34"/>
                  </a:lnTo>
                  <a:lnTo>
                    <a:pt x="63" y="37"/>
                  </a:lnTo>
                  <a:lnTo>
                    <a:pt x="64" y="40"/>
                  </a:lnTo>
                  <a:lnTo>
                    <a:pt x="65" y="44"/>
                  </a:lnTo>
                  <a:lnTo>
                    <a:pt x="66" y="47"/>
                  </a:lnTo>
                  <a:lnTo>
                    <a:pt x="66" y="3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241">
              <a:extLst>
                <a:ext uri="{FF2B5EF4-FFF2-40B4-BE49-F238E27FC236}">
                  <a16:creationId xmlns:a16="http://schemas.microsoft.com/office/drawing/2014/main" id="{E6ACE0B9-7722-4378-92E0-C6DD538D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1289" y="4184651"/>
              <a:ext cx="14288" cy="15875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5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5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CC7906CE-F82B-48B3-9A4F-45564419CDE3}"/>
              </a:ext>
            </a:extLst>
          </p:cNvPr>
          <p:cNvGrpSpPr/>
          <p:nvPr/>
        </p:nvGrpSpPr>
        <p:grpSpPr>
          <a:xfrm>
            <a:off x="10315576" y="3241676"/>
            <a:ext cx="268288" cy="374650"/>
            <a:chOff x="10315576" y="3241676"/>
            <a:chExt cx="268288" cy="374650"/>
          </a:xfrm>
          <a:solidFill>
            <a:schemeClr val="bg1"/>
          </a:solidFill>
        </p:grpSpPr>
        <p:sp>
          <p:nvSpPr>
            <p:cNvPr id="113" name="Freeform 242">
              <a:extLst>
                <a:ext uri="{FF2B5EF4-FFF2-40B4-BE49-F238E27FC236}">
                  <a16:creationId xmlns:a16="http://schemas.microsoft.com/office/drawing/2014/main" id="{67F8153B-A3D3-4D51-9A31-3E9CB209A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12414" y="3425826"/>
              <a:ext cx="74613" cy="114300"/>
            </a:xfrm>
            <a:custGeom>
              <a:avLst/>
              <a:gdLst>
                <a:gd name="T0" fmla="*/ 113 w 140"/>
                <a:gd name="T1" fmla="*/ 15 h 215"/>
                <a:gd name="T2" fmla="*/ 101 w 140"/>
                <a:gd name="T3" fmla="*/ 7 h 215"/>
                <a:gd name="T4" fmla="*/ 88 w 140"/>
                <a:gd name="T5" fmla="*/ 2 h 215"/>
                <a:gd name="T6" fmla="*/ 75 w 140"/>
                <a:gd name="T7" fmla="*/ 0 h 215"/>
                <a:gd name="T8" fmla="*/ 61 w 140"/>
                <a:gd name="T9" fmla="*/ 1 h 215"/>
                <a:gd name="T10" fmla="*/ 48 w 140"/>
                <a:gd name="T11" fmla="*/ 3 h 215"/>
                <a:gd name="T12" fmla="*/ 37 w 140"/>
                <a:gd name="T13" fmla="*/ 8 h 215"/>
                <a:gd name="T14" fmla="*/ 26 w 140"/>
                <a:gd name="T15" fmla="*/ 16 h 215"/>
                <a:gd name="T16" fmla="*/ 17 w 140"/>
                <a:gd name="T17" fmla="*/ 24 h 215"/>
                <a:gd name="T18" fmla="*/ 10 w 140"/>
                <a:gd name="T19" fmla="*/ 35 h 215"/>
                <a:gd name="T20" fmla="*/ 4 w 140"/>
                <a:gd name="T21" fmla="*/ 47 h 215"/>
                <a:gd name="T22" fmla="*/ 1 w 140"/>
                <a:gd name="T23" fmla="*/ 59 h 215"/>
                <a:gd name="T24" fmla="*/ 0 w 140"/>
                <a:gd name="T25" fmla="*/ 74 h 215"/>
                <a:gd name="T26" fmla="*/ 3 w 140"/>
                <a:gd name="T27" fmla="*/ 90 h 215"/>
                <a:gd name="T28" fmla="*/ 10 w 140"/>
                <a:gd name="T29" fmla="*/ 104 h 215"/>
                <a:gd name="T30" fmla="*/ 19 w 140"/>
                <a:gd name="T31" fmla="*/ 117 h 215"/>
                <a:gd name="T32" fmla="*/ 25 w 140"/>
                <a:gd name="T33" fmla="*/ 171 h 215"/>
                <a:gd name="T34" fmla="*/ 28 w 140"/>
                <a:gd name="T35" fmla="*/ 189 h 215"/>
                <a:gd name="T36" fmla="*/ 38 w 140"/>
                <a:gd name="T37" fmla="*/ 203 h 215"/>
                <a:gd name="T38" fmla="*/ 53 w 140"/>
                <a:gd name="T39" fmla="*/ 212 h 215"/>
                <a:gd name="T40" fmla="*/ 70 w 140"/>
                <a:gd name="T41" fmla="*/ 215 h 215"/>
                <a:gd name="T42" fmla="*/ 87 w 140"/>
                <a:gd name="T43" fmla="*/ 212 h 215"/>
                <a:gd name="T44" fmla="*/ 101 w 140"/>
                <a:gd name="T45" fmla="*/ 203 h 215"/>
                <a:gd name="T46" fmla="*/ 111 w 140"/>
                <a:gd name="T47" fmla="*/ 189 h 215"/>
                <a:gd name="T48" fmla="*/ 115 w 140"/>
                <a:gd name="T49" fmla="*/ 171 h 215"/>
                <a:gd name="T50" fmla="*/ 120 w 140"/>
                <a:gd name="T51" fmla="*/ 117 h 215"/>
                <a:gd name="T52" fmla="*/ 129 w 140"/>
                <a:gd name="T53" fmla="*/ 105 h 215"/>
                <a:gd name="T54" fmla="*/ 135 w 140"/>
                <a:gd name="T55" fmla="*/ 92 h 215"/>
                <a:gd name="T56" fmla="*/ 139 w 140"/>
                <a:gd name="T57" fmla="*/ 77 h 215"/>
                <a:gd name="T58" fmla="*/ 139 w 140"/>
                <a:gd name="T59" fmla="*/ 62 h 215"/>
                <a:gd name="T60" fmla="*/ 136 w 140"/>
                <a:gd name="T61" fmla="*/ 49 h 215"/>
                <a:gd name="T62" fmla="*/ 131 w 140"/>
                <a:gd name="T63" fmla="*/ 36 h 215"/>
                <a:gd name="T64" fmla="*/ 122 w 140"/>
                <a:gd name="T65" fmla="*/ 24 h 215"/>
                <a:gd name="T66" fmla="*/ 96 w 140"/>
                <a:gd name="T67" fmla="*/ 102 h 215"/>
                <a:gd name="T68" fmla="*/ 89 w 140"/>
                <a:gd name="T69" fmla="*/ 110 h 215"/>
                <a:gd name="T70" fmla="*/ 87 w 140"/>
                <a:gd name="T71" fmla="*/ 121 h 215"/>
                <a:gd name="T72" fmla="*/ 86 w 140"/>
                <a:gd name="T73" fmla="*/ 175 h 215"/>
                <a:gd name="T74" fmla="*/ 84 w 140"/>
                <a:gd name="T75" fmla="*/ 181 h 215"/>
                <a:gd name="T76" fmla="*/ 80 w 140"/>
                <a:gd name="T77" fmla="*/ 185 h 215"/>
                <a:gd name="T78" fmla="*/ 73 w 140"/>
                <a:gd name="T79" fmla="*/ 188 h 215"/>
                <a:gd name="T80" fmla="*/ 67 w 140"/>
                <a:gd name="T81" fmla="*/ 188 h 215"/>
                <a:gd name="T82" fmla="*/ 60 w 140"/>
                <a:gd name="T83" fmla="*/ 185 h 215"/>
                <a:gd name="T84" fmla="*/ 56 w 140"/>
                <a:gd name="T85" fmla="*/ 181 h 215"/>
                <a:gd name="T86" fmla="*/ 53 w 140"/>
                <a:gd name="T87" fmla="*/ 175 h 215"/>
                <a:gd name="T88" fmla="*/ 53 w 140"/>
                <a:gd name="T89" fmla="*/ 121 h 215"/>
                <a:gd name="T90" fmla="*/ 51 w 140"/>
                <a:gd name="T91" fmla="*/ 110 h 215"/>
                <a:gd name="T92" fmla="*/ 44 w 140"/>
                <a:gd name="T93" fmla="*/ 102 h 215"/>
                <a:gd name="T94" fmla="*/ 40 w 140"/>
                <a:gd name="T95" fmla="*/ 98 h 215"/>
                <a:gd name="T96" fmla="*/ 34 w 140"/>
                <a:gd name="T97" fmla="*/ 91 h 215"/>
                <a:gd name="T98" fmla="*/ 30 w 140"/>
                <a:gd name="T99" fmla="*/ 81 h 215"/>
                <a:gd name="T100" fmla="*/ 28 w 140"/>
                <a:gd name="T101" fmla="*/ 73 h 215"/>
                <a:gd name="T102" fmla="*/ 29 w 140"/>
                <a:gd name="T103" fmla="*/ 60 h 215"/>
                <a:gd name="T104" fmla="*/ 36 w 140"/>
                <a:gd name="T105" fmla="*/ 45 h 215"/>
                <a:gd name="T106" fmla="*/ 46 w 140"/>
                <a:gd name="T107" fmla="*/ 35 h 215"/>
                <a:gd name="T108" fmla="*/ 60 w 140"/>
                <a:gd name="T109" fmla="*/ 29 h 215"/>
                <a:gd name="T110" fmla="*/ 69 w 140"/>
                <a:gd name="T111" fmla="*/ 28 h 215"/>
                <a:gd name="T112" fmla="*/ 77 w 140"/>
                <a:gd name="T113" fmla="*/ 29 h 215"/>
                <a:gd name="T114" fmla="*/ 92 w 140"/>
                <a:gd name="T115" fmla="*/ 34 h 215"/>
                <a:gd name="T116" fmla="*/ 104 w 140"/>
                <a:gd name="T117" fmla="*/ 46 h 215"/>
                <a:gd name="T118" fmla="*/ 111 w 140"/>
                <a:gd name="T119" fmla="*/ 61 h 215"/>
                <a:gd name="T120" fmla="*/ 111 w 140"/>
                <a:gd name="T121" fmla="*/ 78 h 215"/>
                <a:gd name="T122" fmla="*/ 102 w 140"/>
                <a:gd name="T123" fmla="*/ 9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215">
                  <a:moveTo>
                    <a:pt x="118" y="19"/>
                  </a:moveTo>
                  <a:lnTo>
                    <a:pt x="113" y="15"/>
                  </a:lnTo>
                  <a:lnTo>
                    <a:pt x="107" y="10"/>
                  </a:lnTo>
                  <a:lnTo>
                    <a:pt x="101" y="7"/>
                  </a:lnTo>
                  <a:lnTo>
                    <a:pt x="95" y="4"/>
                  </a:lnTo>
                  <a:lnTo>
                    <a:pt x="88" y="2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1" y="1"/>
                  </a:lnTo>
                  <a:lnTo>
                    <a:pt x="55" y="2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7" y="8"/>
                  </a:lnTo>
                  <a:lnTo>
                    <a:pt x="31" y="11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7" y="24"/>
                  </a:lnTo>
                  <a:lnTo>
                    <a:pt x="13" y="30"/>
                  </a:lnTo>
                  <a:lnTo>
                    <a:pt x="10" y="35"/>
                  </a:lnTo>
                  <a:lnTo>
                    <a:pt x="7" y="40"/>
                  </a:lnTo>
                  <a:lnTo>
                    <a:pt x="4" y="47"/>
                  </a:lnTo>
                  <a:lnTo>
                    <a:pt x="2" y="52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0" y="74"/>
                  </a:lnTo>
                  <a:lnTo>
                    <a:pt x="1" y="82"/>
                  </a:lnTo>
                  <a:lnTo>
                    <a:pt x="3" y="90"/>
                  </a:lnTo>
                  <a:lnTo>
                    <a:pt x="7" y="97"/>
                  </a:lnTo>
                  <a:lnTo>
                    <a:pt x="10" y="104"/>
                  </a:lnTo>
                  <a:lnTo>
                    <a:pt x="14" y="110"/>
                  </a:lnTo>
                  <a:lnTo>
                    <a:pt x="19" y="117"/>
                  </a:lnTo>
                  <a:lnTo>
                    <a:pt x="25" y="122"/>
                  </a:lnTo>
                  <a:lnTo>
                    <a:pt x="25" y="171"/>
                  </a:lnTo>
                  <a:lnTo>
                    <a:pt x="26" y="180"/>
                  </a:lnTo>
                  <a:lnTo>
                    <a:pt x="28" y="189"/>
                  </a:lnTo>
                  <a:lnTo>
                    <a:pt x="32" y="196"/>
                  </a:lnTo>
                  <a:lnTo>
                    <a:pt x="38" y="203"/>
                  </a:lnTo>
                  <a:lnTo>
                    <a:pt x="45" y="208"/>
                  </a:lnTo>
                  <a:lnTo>
                    <a:pt x="53" y="212"/>
                  </a:lnTo>
                  <a:lnTo>
                    <a:pt x="61" y="215"/>
                  </a:lnTo>
                  <a:lnTo>
                    <a:pt x="70" y="215"/>
                  </a:lnTo>
                  <a:lnTo>
                    <a:pt x="78" y="215"/>
                  </a:lnTo>
                  <a:lnTo>
                    <a:pt x="87" y="212"/>
                  </a:lnTo>
                  <a:lnTo>
                    <a:pt x="95" y="208"/>
                  </a:lnTo>
                  <a:lnTo>
                    <a:pt x="101" y="203"/>
                  </a:lnTo>
                  <a:lnTo>
                    <a:pt x="106" y="196"/>
                  </a:lnTo>
                  <a:lnTo>
                    <a:pt x="111" y="189"/>
                  </a:lnTo>
                  <a:lnTo>
                    <a:pt x="114" y="180"/>
                  </a:lnTo>
                  <a:lnTo>
                    <a:pt x="115" y="171"/>
                  </a:lnTo>
                  <a:lnTo>
                    <a:pt x="115" y="122"/>
                  </a:lnTo>
                  <a:lnTo>
                    <a:pt x="120" y="117"/>
                  </a:lnTo>
                  <a:lnTo>
                    <a:pt x="125" y="111"/>
                  </a:lnTo>
                  <a:lnTo>
                    <a:pt x="129" y="105"/>
                  </a:lnTo>
                  <a:lnTo>
                    <a:pt x="133" y="98"/>
                  </a:lnTo>
                  <a:lnTo>
                    <a:pt x="135" y="92"/>
                  </a:lnTo>
                  <a:lnTo>
                    <a:pt x="137" y="84"/>
                  </a:lnTo>
                  <a:lnTo>
                    <a:pt x="139" y="77"/>
                  </a:lnTo>
                  <a:lnTo>
                    <a:pt x="140" y="69"/>
                  </a:lnTo>
                  <a:lnTo>
                    <a:pt x="139" y="62"/>
                  </a:lnTo>
                  <a:lnTo>
                    <a:pt x="137" y="55"/>
                  </a:lnTo>
                  <a:lnTo>
                    <a:pt x="136" y="49"/>
                  </a:lnTo>
                  <a:lnTo>
                    <a:pt x="134" y="43"/>
                  </a:lnTo>
                  <a:lnTo>
                    <a:pt x="131" y="36"/>
                  </a:lnTo>
                  <a:lnTo>
                    <a:pt x="127" y="30"/>
                  </a:lnTo>
                  <a:lnTo>
                    <a:pt x="122" y="24"/>
                  </a:lnTo>
                  <a:lnTo>
                    <a:pt x="118" y="19"/>
                  </a:lnTo>
                  <a:close/>
                  <a:moveTo>
                    <a:pt x="96" y="102"/>
                  </a:moveTo>
                  <a:lnTo>
                    <a:pt x="92" y="106"/>
                  </a:lnTo>
                  <a:lnTo>
                    <a:pt x="89" y="110"/>
                  </a:lnTo>
                  <a:lnTo>
                    <a:pt x="87" y="116"/>
                  </a:lnTo>
                  <a:lnTo>
                    <a:pt x="87" y="121"/>
                  </a:lnTo>
                  <a:lnTo>
                    <a:pt x="87" y="171"/>
                  </a:lnTo>
                  <a:lnTo>
                    <a:pt x="86" y="175"/>
                  </a:lnTo>
                  <a:lnTo>
                    <a:pt x="85" y="178"/>
                  </a:lnTo>
                  <a:lnTo>
                    <a:pt x="84" y="181"/>
                  </a:lnTo>
                  <a:lnTo>
                    <a:pt x="82" y="183"/>
                  </a:lnTo>
                  <a:lnTo>
                    <a:pt x="80" y="185"/>
                  </a:lnTo>
                  <a:lnTo>
                    <a:pt x="76" y="186"/>
                  </a:lnTo>
                  <a:lnTo>
                    <a:pt x="73" y="188"/>
                  </a:lnTo>
                  <a:lnTo>
                    <a:pt x="70" y="189"/>
                  </a:lnTo>
                  <a:lnTo>
                    <a:pt x="67" y="188"/>
                  </a:lnTo>
                  <a:lnTo>
                    <a:pt x="63" y="186"/>
                  </a:lnTo>
                  <a:lnTo>
                    <a:pt x="60" y="185"/>
                  </a:lnTo>
                  <a:lnTo>
                    <a:pt x="58" y="183"/>
                  </a:lnTo>
                  <a:lnTo>
                    <a:pt x="56" y="181"/>
                  </a:lnTo>
                  <a:lnTo>
                    <a:pt x="54" y="178"/>
                  </a:lnTo>
                  <a:lnTo>
                    <a:pt x="53" y="175"/>
                  </a:lnTo>
                  <a:lnTo>
                    <a:pt x="53" y="171"/>
                  </a:lnTo>
                  <a:lnTo>
                    <a:pt x="53" y="121"/>
                  </a:lnTo>
                  <a:lnTo>
                    <a:pt x="53" y="116"/>
                  </a:lnTo>
                  <a:lnTo>
                    <a:pt x="51" y="110"/>
                  </a:lnTo>
                  <a:lnTo>
                    <a:pt x="47" y="106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0" y="98"/>
                  </a:lnTo>
                  <a:lnTo>
                    <a:pt x="37" y="94"/>
                  </a:lnTo>
                  <a:lnTo>
                    <a:pt x="34" y="91"/>
                  </a:lnTo>
                  <a:lnTo>
                    <a:pt x="31" y="87"/>
                  </a:lnTo>
                  <a:lnTo>
                    <a:pt x="30" y="81"/>
                  </a:lnTo>
                  <a:lnTo>
                    <a:pt x="29" y="77"/>
                  </a:lnTo>
                  <a:lnTo>
                    <a:pt x="28" y="73"/>
                  </a:lnTo>
                  <a:lnTo>
                    <a:pt x="28" y="67"/>
                  </a:lnTo>
                  <a:lnTo>
                    <a:pt x="29" y="60"/>
                  </a:lnTo>
                  <a:lnTo>
                    <a:pt x="32" y="52"/>
                  </a:lnTo>
                  <a:lnTo>
                    <a:pt x="36" y="45"/>
                  </a:lnTo>
                  <a:lnTo>
                    <a:pt x="41" y="39"/>
                  </a:lnTo>
                  <a:lnTo>
                    <a:pt x="46" y="35"/>
                  </a:lnTo>
                  <a:lnTo>
                    <a:pt x="54" y="31"/>
                  </a:lnTo>
                  <a:lnTo>
                    <a:pt x="60" y="29"/>
                  </a:lnTo>
                  <a:lnTo>
                    <a:pt x="69" y="28"/>
                  </a:lnTo>
                  <a:lnTo>
                    <a:pt x="69" y="28"/>
                  </a:lnTo>
                  <a:lnTo>
                    <a:pt x="70" y="28"/>
                  </a:lnTo>
                  <a:lnTo>
                    <a:pt x="77" y="29"/>
                  </a:lnTo>
                  <a:lnTo>
                    <a:pt x="86" y="31"/>
                  </a:lnTo>
                  <a:lnTo>
                    <a:pt x="92" y="34"/>
                  </a:lnTo>
                  <a:lnTo>
                    <a:pt x="99" y="39"/>
                  </a:lnTo>
                  <a:lnTo>
                    <a:pt x="104" y="46"/>
                  </a:lnTo>
                  <a:lnTo>
                    <a:pt x="109" y="53"/>
                  </a:lnTo>
                  <a:lnTo>
                    <a:pt x="111" y="61"/>
                  </a:lnTo>
                  <a:lnTo>
                    <a:pt x="112" y="69"/>
                  </a:lnTo>
                  <a:lnTo>
                    <a:pt x="111" y="78"/>
                  </a:lnTo>
                  <a:lnTo>
                    <a:pt x="107" y="87"/>
                  </a:lnTo>
                  <a:lnTo>
                    <a:pt x="102" y="95"/>
                  </a:lnTo>
                  <a:lnTo>
                    <a:pt x="96" y="1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243">
              <a:extLst>
                <a:ext uri="{FF2B5EF4-FFF2-40B4-BE49-F238E27FC236}">
                  <a16:creationId xmlns:a16="http://schemas.microsoft.com/office/drawing/2014/main" id="{86F42D0C-C999-4C3D-8CCB-9A9190C7D9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18751" y="3241676"/>
              <a:ext cx="265113" cy="374650"/>
            </a:xfrm>
            <a:custGeom>
              <a:avLst/>
              <a:gdLst>
                <a:gd name="T0" fmla="*/ 414 w 500"/>
                <a:gd name="T1" fmla="*/ 110 h 710"/>
                <a:gd name="T2" fmla="*/ 349 w 500"/>
                <a:gd name="T3" fmla="*/ 31 h 710"/>
                <a:gd name="T4" fmla="*/ 248 w 500"/>
                <a:gd name="T5" fmla="*/ 0 h 710"/>
                <a:gd name="T6" fmla="*/ 147 w 500"/>
                <a:gd name="T7" fmla="*/ 31 h 710"/>
                <a:gd name="T8" fmla="*/ 82 w 500"/>
                <a:gd name="T9" fmla="*/ 110 h 710"/>
                <a:gd name="T10" fmla="*/ 55 w 500"/>
                <a:gd name="T11" fmla="*/ 294 h 710"/>
                <a:gd name="T12" fmla="*/ 4 w 500"/>
                <a:gd name="T13" fmla="*/ 389 h 710"/>
                <a:gd name="T14" fmla="*/ 16 w 500"/>
                <a:gd name="T15" fmla="*/ 424 h 710"/>
                <a:gd name="T16" fmla="*/ 46 w 500"/>
                <a:gd name="T17" fmla="*/ 357 h 710"/>
                <a:gd name="T18" fmla="*/ 121 w 500"/>
                <a:gd name="T19" fmla="*/ 272 h 710"/>
                <a:gd name="T20" fmla="*/ 227 w 500"/>
                <a:gd name="T21" fmla="*/ 234 h 710"/>
                <a:gd name="T22" fmla="*/ 304 w 500"/>
                <a:gd name="T23" fmla="*/ 240 h 710"/>
                <a:gd name="T24" fmla="*/ 391 w 500"/>
                <a:gd name="T25" fmla="*/ 284 h 710"/>
                <a:gd name="T26" fmla="*/ 459 w 500"/>
                <a:gd name="T27" fmla="*/ 381 h 710"/>
                <a:gd name="T28" fmla="*/ 472 w 500"/>
                <a:gd name="T29" fmla="*/ 446 h 710"/>
                <a:gd name="T30" fmla="*/ 466 w 500"/>
                <a:gd name="T31" fmla="*/ 514 h 710"/>
                <a:gd name="T32" fmla="*/ 422 w 500"/>
                <a:gd name="T33" fmla="*/ 601 h 710"/>
                <a:gd name="T34" fmla="*/ 325 w 500"/>
                <a:gd name="T35" fmla="*/ 670 h 710"/>
                <a:gd name="T36" fmla="*/ 260 w 500"/>
                <a:gd name="T37" fmla="*/ 682 h 710"/>
                <a:gd name="T38" fmla="*/ 153 w 500"/>
                <a:gd name="T39" fmla="*/ 662 h 710"/>
                <a:gd name="T40" fmla="*/ 67 w 500"/>
                <a:gd name="T41" fmla="*/ 591 h 710"/>
                <a:gd name="T42" fmla="*/ 26 w 500"/>
                <a:gd name="T43" fmla="*/ 498 h 710"/>
                <a:gd name="T44" fmla="*/ 0 w 500"/>
                <a:gd name="T45" fmla="*/ 503 h 710"/>
                <a:gd name="T46" fmla="*/ 43 w 500"/>
                <a:gd name="T47" fmla="*/ 606 h 710"/>
                <a:gd name="T48" fmla="*/ 143 w 500"/>
                <a:gd name="T49" fmla="*/ 688 h 710"/>
                <a:gd name="T50" fmla="*/ 261 w 500"/>
                <a:gd name="T51" fmla="*/ 710 h 710"/>
                <a:gd name="T52" fmla="*/ 335 w 500"/>
                <a:gd name="T53" fmla="*/ 695 h 710"/>
                <a:gd name="T54" fmla="*/ 399 w 500"/>
                <a:gd name="T55" fmla="*/ 660 h 710"/>
                <a:gd name="T56" fmla="*/ 451 w 500"/>
                <a:gd name="T57" fmla="*/ 609 h 710"/>
                <a:gd name="T58" fmla="*/ 485 w 500"/>
                <a:gd name="T59" fmla="*/ 545 h 710"/>
                <a:gd name="T60" fmla="*/ 500 w 500"/>
                <a:gd name="T61" fmla="*/ 471 h 710"/>
                <a:gd name="T62" fmla="*/ 492 w 500"/>
                <a:gd name="T63" fmla="*/ 396 h 710"/>
                <a:gd name="T64" fmla="*/ 465 w 500"/>
                <a:gd name="T65" fmla="*/ 328 h 710"/>
                <a:gd name="T66" fmla="*/ 334 w 500"/>
                <a:gd name="T67" fmla="*/ 220 h 710"/>
                <a:gd name="T68" fmla="*/ 204 w 500"/>
                <a:gd name="T69" fmla="*/ 209 h 710"/>
                <a:gd name="T70" fmla="*/ 165 w 500"/>
                <a:gd name="T71" fmla="*/ 154 h 710"/>
                <a:gd name="T72" fmla="*/ 193 w 500"/>
                <a:gd name="T73" fmla="*/ 113 h 710"/>
                <a:gd name="T74" fmla="*/ 239 w 500"/>
                <a:gd name="T75" fmla="*/ 94 h 710"/>
                <a:gd name="T76" fmla="*/ 289 w 500"/>
                <a:gd name="T77" fmla="*/ 104 h 710"/>
                <a:gd name="T78" fmla="*/ 323 w 500"/>
                <a:gd name="T79" fmla="*/ 139 h 710"/>
                <a:gd name="T80" fmla="*/ 334 w 500"/>
                <a:gd name="T81" fmla="*/ 220 h 710"/>
                <a:gd name="T82" fmla="*/ 362 w 500"/>
                <a:gd name="T83" fmla="*/ 180 h 710"/>
                <a:gd name="T84" fmla="*/ 342 w 500"/>
                <a:gd name="T85" fmla="*/ 117 h 710"/>
                <a:gd name="T86" fmla="*/ 292 w 500"/>
                <a:gd name="T87" fmla="*/ 75 h 710"/>
                <a:gd name="T88" fmla="*/ 225 w 500"/>
                <a:gd name="T89" fmla="*/ 68 h 710"/>
                <a:gd name="T90" fmla="*/ 167 w 500"/>
                <a:gd name="T91" fmla="*/ 99 h 710"/>
                <a:gd name="T92" fmla="*/ 136 w 500"/>
                <a:gd name="T93" fmla="*/ 157 h 710"/>
                <a:gd name="T94" fmla="*/ 104 w 500"/>
                <a:gd name="T95" fmla="*/ 250 h 710"/>
                <a:gd name="T96" fmla="*/ 107 w 500"/>
                <a:gd name="T97" fmla="*/ 121 h 710"/>
                <a:gd name="T98" fmla="*/ 162 w 500"/>
                <a:gd name="T99" fmla="*/ 53 h 710"/>
                <a:gd name="T100" fmla="*/ 248 w 500"/>
                <a:gd name="T101" fmla="*/ 28 h 710"/>
                <a:gd name="T102" fmla="*/ 333 w 500"/>
                <a:gd name="T103" fmla="*/ 53 h 710"/>
                <a:gd name="T104" fmla="*/ 388 w 500"/>
                <a:gd name="T105" fmla="*/ 121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0" h="710">
                  <a:moveTo>
                    <a:pt x="428" y="281"/>
                  </a:moveTo>
                  <a:lnTo>
                    <a:pt x="428" y="180"/>
                  </a:lnTo>
                  <a:lnTo>
                    <a:pt x="427" y="162"/>
                  </a:lnTo>
                  <a:lnTo>
                    <a:pt x="425" y="144"/>
                  </a:lnTo>
                  <a:lnTo>
                    <a:pt x="421" y="126"/>
                  </a:lnTo>
                  <a:lnTo>
                    <a:pt x="414" y="110"/>
                  </a:lnTo>
                  <a:lnTo>
                    <a:pt x="407" y="94"/>
                  </a:lnTo>
                  <a:lnTo>
                    <a:pt x="397" y="79"/>
                  </a:lnTo>
                  <a:lnTo>
                    <a:pt x="387" y="65"/>
                  </a:lnTo>
                  <a:lnTo>
                    <a:pt x="376" y="52"/>
                  </a:lnTo>
                  <a:lnTo>
                    <a:pt x="363" y="40"/>
                  </a:lnTo>
                  <a:lnTo>
                    <a:pt x="349" y="31"/>
                  </a:lnTo>
                  <a:lnTo>
                    <a:pt x="334" y="21"/>
                  </a:lnTo>
                  <a:lnTo>
                    <a:pt x="318" y="14"/>
                  </a:lnTo>
                  <a:lnTo>
                    <a:pt x="302" y="7"/>
                  </a:lnTo>
                  <a:lnTo>
                    <a:pt x="284" y="3"/>
                  </a:lnTo>
                  <a:lnTo>
                    <a:pt x="266" y="1"/>
                  </a:lnTo>
                  <a:lnTo>
                    <a:pt x="248" y="0"/>
                  </a:lnTo>
                  <a:lnTo>
                    <a:pt x="230" y="1"/>
                  </a:lnTo>
                  <a:lnTo>
                    <a:pt x="211" y="3"/>
                  </a:lnTo>
                  <a:lnTo>
                    <a:pt x="194" y="7"/>
                  </a:lnTo>
                  <a:lnTo>
                    <a:pt x="177" y="14"/>
                  </a:lnTo>
                  <a:lnTo>
                    <a:pt x="162" y="21"/>
                  </a:lnTo>
                  <a:lnTo>
                    <a:pt x="147" y="31"/>
                  </a:lnTo>
                  <a:lnTo>
                    <a:pt x="133" y="40"/>
                  </a:lnTo>
                  <a:lnTo>
                    <a:pt x="120" y="52"/>
                  </a:lnTo>
                  <a:lnTo>
                    <a:pt x="108" y="65"/>
                  </a:lnTo>
                  <a:lnTo>
                    <a:pt x="98" y="79"/>
                  </a:lnTo>
                  <a:lnTo>
                    <a:pt x="89" y="94"/>
                  </a:lnTo>
                  <a:lnTo>
                    <a:pt x="82" y="110"/>
                  </a:lnTo>
                  <a:lnTo>
                    <a:pt x="75" y="126"/>
                  </a:lnTo>
                  <a:lnTo>
                    <a:pt x="71" y="144"/>
                  </a:lnTo>
                  <a:lnTo>
                    <a:pt x="69" y="162"/>
                  </a:lnTo>
                  <a:lnTo>
                    <a:pt x="68" y="180"/>
                  </a:lnTo>
                  <a:lnTo>
                    <a:pt x="68" y="281"/>
                  </a:lnTo>
                  <a:lnTo>
                    <a:pt x="55" y="294"/>
                  </a:lnTo>
                  <a:lnTo>
                    <a:pt x="44" y="309"/>
                  </a:lnTo>
                  <a:lnTo>
                    <a:pt x="33" y="324"/>
                  </a:lnTo>
                  <a:lnTo>
                    <a:pt x="25" y="339"/>
                  </a:lnTo>
                  <a:lnTo>
                    <a:pt x="17" y="355"/>
                  </a:lnTo>
                  <a:lnTo>
                    <a:pt x="10" y="372"/>
                  </a:lnTo>
                  <a:lnTo>
                    <a:pt x="4" y="389"/>
                  </a:lnTo>
                  <a:lnTo>
                    <a:pt x="0" y="407"/>
                  </a:lnTo>
                  <a:lnTo>
                    <a:pt x="0" y="412"/>
                  </a:lnTo>
                  <a:lnTo>
                    <a:pt x="2" y="417"/>
                  </a:lnTo>
                  <a:lnTo>
                    <a:pt x="6" y="422"/>
                  </a:lnTo>
                  <a:lnTo>
                    <a:pt x="11" y="424"/>
                  </a:lnTo>
                  <a:lnTo>
                    <a:pt x="16" y="424"/>
                  </a:lnTo>
                  <a:lnTo>
                    <a:pt x="22" y="422"/>
                  </a:lnTo>
                  <a:lnTo>
                    <a:pt x="26" y="417"/>
                  </a:lnTo>
                  <a:lnTo>
                    <a:pt x="28" y="412"/>
                  </a:lnTo>
                  <a:lnTo>
                    <a:pt x="32" y="394"/>
                  </a:lnTo>
                  <a:lnTo>
                    <a:pt x="39" y="374"/>
                  </a:lnTo>
                  <a:lnTo>
                    <a:pt x="46" y="357"/>
                  </a:lnTo>
                  <a:lnTo>
                    <a:pt x="56" y="340"/>
                  </a:lnTo>
                  <a:lnTo>
                    <a:pt x="67" y="325"/>
                  </a:lnTo>
                  <a:lnTo>
                    <a:pt x="78" y="310"/>
                  </a:lnTo>
                  <a:lnTo>
                    <a:pt x="91" y="296"/>
                  </a:lnTo>
                  <a:lnTo>
                    <a:pt x="105" y="283"/>
                  </a:lnTo>
                  <a:lnTo>
                    <a:pt x="121" y="272"/>
                  </a:lnTo>
                  <a:lnTo>
                    <a:pt x="137" y="263"/>
                  </a:lnTo>
                  <a:lnTo>
                    <a:pt x="153" y="253"/>
                  </a:lnTo>
                  <a:lnTo>
                    <a:pt x="172" y="247"/>
                  </a:lnTo>
                  <a:lnTo>
                    <a:pt x="190" y="240"/>
                  </a:lnTo>
                  <a:lnTo>
                    <a:pt x="208" y="236"/>
                  </a:lnTo>
                  <a:lnTo>
                    <a:pt x="227" y="234"/>
                  </a:lnTo>
                  <a:lnTo>
                    <a:pt x="248" y="233"/>
                  </a:lnTo>
                  <a:lnTo>
                    <a:pt x="260" y="233"/>
                  </a:lnTo>
                  <a:lnTo>
                    <a:pt x="270" y="234"/>
                  </a:lnTo>
                  <a:lnTo>
                    <a:pt x="282" y="236"/>
                  </a:lnTo>
                  <a:lnTo>
                    <a:pt x="293" y="237"/>
                  </a:lnTo>
                  <a:lnTo>
                    <a:pt x="304" y="240"/>
                  </a:lnTo>
                  <a:lnTo>
                    <a:pt x="314" y="243"/>
                  </a:lnTo>
                  <a:lnTo>
                    <a:pt x="325" y="247"/>
                  </a:lnTo>
                  <a:lnTo>
                    <a:pt x="335" y="251"/>
                  </a:lnTo>
                  <a:lnTo>
                    <a:pt x="355" y="259"/>
                  </a:lnTo>
                  <a:lnTo>
                    <a:pt x="373" y="271"/>
                  </a:lnTo>
                  <a:lnTo>
                    <a:pt x="391" y="284"/>
                  </a:lnTo>
                  <a:lnTo>
                    <a:pt x="407" y="299"/>
                  </a:lnTo>
                  <a:lnTo>
                    <a:pt x="422" y="314"/>
                  </a:lnTo>
                  <a:lnTo>
                    <a:pt x="435" y="332"/>
                  </a:lnTo>
                  <a:lnTo>
                    <a:pt x="445" y="351"/>
                  </a:lnTo>
                  <a:lnTo>
                    <a:pt x="455" y="370"/>
                  </a:lnTo>
                  <a:lnTo>
                    <a:pt x="459" y="381"/>
                  </a:lnTo>
                  <a:lnTo>
                    <a:pt x="462" y="390"/>
                  </a:lnTo>
                  <a:lnTo>
                    <a:pt x="466" y="401"/>
                  </a:lnTo>
                  <a:lnTo>
                    <a:pt x="468" y="413"/>
                  </a:lnTo>
                  <a:lnTo>
                    <a:pt x="470" y="424"/>
                  </a:lnTo>
                  <a:lnTo>
                    <a:pt x="471" y="434"/>
                  </a:lnTo>
                  <a:lnTo>
                    <a:pt x="472" y="446"/>
                  </a:lnTo>
                  <a:lnTo>
                    <a:pt x="473" y="458"/>
                  </a:lnTo>
                  <a:lnTo>
                    <a:pt x="472" y="470"/>
                  </a:lnTo>
                  <a:lnTo>
                    <a:pt x="471" y="481"/>
                  </a:lnTo>
                  <a:lnTo>
                    <a:pt x="470" y="492"/>
                  </a:lnTo>
                  <a:lnTo>
                    <a:pt x="468" y="503"/>
                  </a:lnTo>
                  <a:lnTo>
                    <a:pt x="466" y="514"/>
                  </a:lnTo>
                  <a:lnTo>
                    <a:pt x="462" y="525"/>
                  </a:lnTo>
                  <a:lnTo>
                    <a:pt x="459" y="535"/>
                  </a:lnTo>
                  <a:lnTo>
                    <a:pt x="455" y="545"/>
                  </a:lnTo>
                  <a:lnTo>
                    <a:pt x="445" y="565"/>
                  </a:lnTo>
                  <a:lnTo>
                    <a:pt x="435" y="584"/>
                  </a:lnTo>
                  <a:lnTo>
                    <a:pt x="422" y="601"/>
                  </a:lnTo>
                  <a:lnTo>
                    <a:pt x="407" y="617"/>
                  </a:lnTo>
                  <a:lnTo>
                    <a:pt x="391" y="631"/>
                  </a:lnTo>
                  <a:lnTo>
                    <a:pt x="373" y="645"/>
                  </a:lnTo>
                  <a:lnTo>
                    <a:pt x="355" y="656"/>
                  </a:lnTo>
                  <a:lnTo>
                    <a:pt x="335" y="665"/>
                  </a:lnTo>
                  <a:lnTo>
                    <a:pt x="325" y="670"/>
                  </a:lnTo>
                  <a:lnTo>
                    <a:pt x="314" y="673"/>
                  </a:lnTo>
                  <a:lnTo>
                    <a:pt x="304" y="676"/>
                  </a:lnTo>
                  <a:lnTo>
                    <a:pt x="293" y="678"/>
                  </a:lnTo>
                  <a:lnTo>
                    <a:pt x="282" y="680"/>
                  </a:lnTo>
                  <a:lnTo>
                    <a:pt x="270" y="681"/>
                  </a:lnTo>
                  <a:lnTo>
                    <a:pt x="260" y="682"/>
                  </a:lnTo>
                  <a:lnTo>
                    <a:pt x="248" y="682"/>
                  </a:lnTo>
                  <a:lnTo>
                    <a:pt x="227" y="682"/>
                  </a:lnTo>
                  <a:lnTo>
                    <a:pt x="208" y="679"/>
                  </a:lnTo>
                  <a:lnTo>
                    <a:pt x="190" y="675"/>
                  </a:lnTo>
                  <a:lnTo>
                    <a:pt x="172" y="670"/>
                  </a:lnTo>
                  <a:lnTo>
                    <a:pt x="153" y="662"/>
                  </a:lnTo>
                  <a:lnTo>
                    <a:pt x="137" y="653"/>
                  </a:lnTo>
                  <a:lnTo>
                    <a:pt x="121" y="644"/>
                  </a:lnTo>
                  <a:lnTo>
                    <a:pt x="105" y="632"/>
                  </a:lnTo>
                  <a:lnTo>
                    <a:pt x="91" y="619"/>
                  </a:lnTo>
                  <a:lnTo>
                    <a:pt x="78" y="606"/>
                  </a:lnTo>
                  <a:lnTo>
                    <a:pt x="67" y="591"/>
                  </a:lnTo>
                  <a:lnTo>
                    <a:pt x="56" y="575"/>
                  </a:lnTo>
                  <a:lnTo>
                    <a:pt x="46" y="558"/>
                  </a:lnTo>
                  <a:lnTo>
                    <a:pt x="39" y="541"/>
                  </a:lnTo>
                  <a:lnTo>
                    <a:pt x="32" y="522"/>
                  </a:lnTo>
                  <a:lnTo>
                    <a:pt x="28" y="503"/>
                  </a:lnTo>
                  <a:lnTo>
                    <a:pt x="26" y="498"/>
                  </a:lnTo>
                  <a:lnTo>
                    <a:pt x="22" y="495"/>
                  </a:lnTo>
                  <a:lnTo>
                    <a:pt x="16" y="492"/>
                  </a:lnTo>
                  <a:lnTo>
                    <a:pt x="11" y="492"/>
                  </a:lnTo>
                  <a:lnTo>
                    <a:pt x="6" y="495"/>
                  </a:lnTo>
                  <a:lnTo>
                    <a:pt x="2" y="498"/>
                  </a:lnTo>
                  <a:lnTo>
                    <a:pt x="0" y="503"/>
                  </a:lnTo>
                  <a:lnTo>
                    <a:pt x="0" y="509"/>
                  </a:lnTo>
                  <a:lnTo>
                    <a:pt x="5" y="530"/>
                  </a:lnTo>
                  <a:lnTo>
                    <a:pt x="13" y="549"/>
                  </a:lnTo>
                  <a:lnTo>
                    <a:pt x="22" y="570"/>
                  </a:lnTo>
                  <a:lnTo>
                    <a:pt x="31" y="588"/>
                  </a:lnTo>
                  <a:lnTo>
                    <a:pt x="43" y="606"/>
                  </a:lnTo>
                  <a:lnTo>
                    <a:pt x="56" y="622"/>
                  </a:lnTo>
                  <a:lnTo>
                    <a:pt x="71" y="638"/>
                  </a:lnTo>
                  <a:lnTo>
                    <a:pt x="87" y="652"/>
                  </a:lnTo>
                  <a:lnTo>
                    <a:pt x="104" y="666"/>
                  </a:lnTo>
                  <a:lnTo>
                    <a:pt x="123" y="678"/>
                  </a:lnTo>
                  <a:lnTo>
                    <a:pt x="143" y="688"/>
                  </a:lnTo>
                  <a:lnTo>
                    <a:pt x="162" y="695"/>
                  </a:lnTo>
                  <a:lnTo>
                    <a:pt x="184" y="702"/>
                  </a:lnTo>
                  <a:lnTo>
                    <a:pt x="204" y="707"/>
                  </a:lnTo>
                  <a:lnTo>
                    <a:pt x="226" y="709"/>
                  </a:lnTo>
                  <a:lnTo>
                    <a:pt x="248" y="710"/>
                  </a:lnTo>
                  <a:lnTo>
                    <a:pt x="261" y="710"/>
                  </a:lnTo>
                  <a:lnTo>
                    <a:pt x="274" y="709"/>
                  </a:lnTo>
                  <a:lnTo>
                    <a:pt x="287" y="708"/>
                  </a:lnTo>
                  <a:lnTo>
                    <a:pt x="298" y="705"/>
                  </a:lnTo>
                  <a:lnTo>
                    <a:pt x="311" y="703"/>
                  </a:lnTo>
                  <a:lnTo>
                    <a:pt x="323" y="700"/>
                  </a:lnTo>
                  <a:lnTo>
                    <a:pt x="335" y="695"/>
                  </a:lnTo>
                  <a:lnTo>
                    <a:pt x="346" y="691"/>
                  </a:lnTo>
                  <a:lnTo>
                    <a:pt x="357" y="686"/>
                  </a:lnTo>
                  <a:lnTo>
                    <a:pt x="368" y="680"/>
                  </a:lnTo>
                  <a:lnTo>
                    <a:pt x="379" y="674"/>
                  </a:lnTo>
                  <a:lnTo>
                    <a:pt x="388" y="667"/>
                  </a:lnTo>
                  <a:lnTo>
                    <a:pt x="399" y="660"/>
                  </a:lnTo>
                  <a:lnTo>
                    <a:pt x="409" y="652"/>
                  </a:lnTo>
                  <a:lnTo>
                    <a:pt x="417" y="645"/>
                  </a:lnTo>
                  <a:lnTo>
                    <a:pt x="426" y="636"/>
                  </a:lnTo>
                  <a:lnTo>
                    <a:pt x="435" y="628"/>
                  </a:lnTo>
                  <a:lnTo>
                    <a:pt x="443" y="618"/>
                  </a:lnTo>
                  <a:lnTo>
                    <a:pt x="451" y="609"/>
                  </a:lnTo>
                  <a:lnTo>
                    <a:pt x="457" y="599"/>
                  </a:lnTo>
                  <a:lnTo>
                    <a:pt x="464" y="589"/>
                  </a:lnTo>
                  <a:lnTo>
                    <a:pt x="470" y="578"/>
                  </a:lnTo>
                  <a:lnTo>
                    <a:pt x="475" y="568"/>
                  </a:lnTo>
                  <a:lnTo>
                    <a:pt x="481" y="556"/>
                  </a:lnTo>
                  <a:lnTo>
                    <a:pt x="485" y="545"/>
                  </a:lnTo>
                  <a:lnTo>
                    <a:pt x="489" y="533"/>
                  </a:lnTo>
                  <a:lnTo>
                    <a:pt x="492" y="521"/>
                  </a:lnTo>
                  <a:lnTo>
                    <a:pt x="496" y="509"/>
                  </a:lnTo>
                  <a:lnTo>
                    <a:pt x="498" y="497"/>
                  </a:lnTo>
                  <a:lnTo>
                    <a:pt x="499" y="484"/>
                  </a:lnTo>
                  <a:lnTo>
                    <a:pt x="500" y="471"/>
                  </a:lnTo>
                  <a:lnTo>
                    <a:pt x="500" y="458"/>
                  </a:lnTo>
                  <a:lnTo>
                    <a:pt x="500" y="445"/>
                  </a:lnTo>
                  <a:lnTo>
                    <a:pt x="499" y="432"/>
                  </a:lnTo>
                  <a:lnTo>
                    <a:pt x="498" y="419"/>
                  </a:lnTo>
                  <a:lnTo>
                    <a:pt x="496" y="408"/>
                  </a:lnTo>
                  <a:lnTo>
                    <a:pt x="492" y="396"/>
                  </a:lnTo>
                  <a:lnTo>
                    <a:pt x="489" y="384"/>
                  </a:lnTo>
                  <a:lnTo>
                    <a:pt x="485" y="372"/>
                  </a:lnTo>
                  <a:lnTo>
                    <a:pt x="481" y="360"/>
                  </a:lnTo>
                  <a:lnTo>
                    <a:pt x="476" y="350"/>
                  </a:lnTo>
                  <a:lnTo>
                    <a:pt x="471" y="339"/>
                  </a:lnTo>
                  <a:lnTo>
                    <a:pt x="465" y="328"/>
                  </a:lnTo>
                  <a:lnTo>
                    <a:pt x="458" y="318"/>
                  </a:lnTo>
                  <a:lnTo>
                    <a:pt x="452" y="309"/>
                  </a:lnTo>
                  <a:lnTo>
                    <a:pt x="444" y="299"/>
                  </a:lnTo>
                  <a:lnTo>
                    <a:pt x="437" y="290"/>
                  </a:lnTo>
                  <a:lnTo>
                    <a:pt x="428" y="281"/>
                  </a:lnTo>
                  <a:close/>
                  <a:moveTo>
                    <a:pt x="334" y="220"/>
                  </a:moveTo>
                  <a:lnTo>
                    <a:pt x="313" y="213"/>
                  </a:lnTo>
                  <a:lnTo>
                    <a:pt x="292" y="209"/>
                  </a:lnTo>
                  <a:lnTo>
                    <a:pt x="270" y="206"/>
                  </a:lnTo>
                  <a:lnTo>
                    <a:pt x="248" y="205"/>
                  </a:lnTo>
                  <a:lnTo>
                    <a:pt x="225" y="206"/>
                  </a:lnTo>
                  <a:lnTo>
                    <a:pt x="204" y="209"/>
                  </a:lnTo>
                  <a:lnTo>
                    <a:pt x="182" y="213"/>
                  </a:lnTo>
                  <a:lnTo>
                    <a:pt x="162" y="220"/>
                  </a:lnTo>
                  <a:lnTo>
                    <a:pt x="162" y="180"/>
                  </a:lnTo>
                  <a:lnTo>
                    <a:pt x="162" y="171"/>
                  </a:lnTo>
                  <a:lnTo>
                    <a:pt x="163" y="163"/>
                  </a:lnTo>
                  <a:lnTo>
                    <a:pt x="165" y="154"/>
                  </a:lnTo>
                  <a:lnTo>
                    <a:pt x="168" y="147"/>
                  </a:lnTo>
                  <a:lnTo>
                    <a:pt x="172" y="139"/>
                  </a:lnTo>
                  <a:lnTo>
                    <a:pt x="176" y="132"/>
                  </a:lnTo>
                  <a:lnTo>
                    <a:pt x="181" y="125"/>
                  </a:lnTo>
                  <a:lnTo>
                    <a:pt x="187" y="119"/>
                  </a:lnTo>
                  <a:lnTo>
                    <a:pt x="193" y="113"/>
                  </a:lnTo>
                  <a:lnTo>
                    <a:pt x="200" y="108"/>
                  </a:lnTo>
                  <a:lnTo>
                    <a:pt x="207" y="104"/>
                  </a:lnTo>
                  <a:lnTo>
                    <a:pt x="215" y="101"/>
                  </a:lnTo>
                  <a:lnTo>
                    <a:pt x="222" y="97"/>
                  </a:lnTo>
                  <a:lnTo>
                    <a:pt x="231" y="95"/>
                  </a:lnTo>
                  <a:lnTo>
                    <a:pt x="239" y="94"/>
                  </a:lnTo>
                  <a:lnTo>
                    <a:pt x="248" y="94"/>
                  </a:lnTo>
                  <a:lnTo>
                    <a:pt x="256" y="94"/>
                  </a:lnTo>
                  <a:lnTo>
                    <a:pt x="265" y="95"/>
                  </a:lnTo>
                  <a:lnTo>
                    <a:pt x="274" y="97"/>
                  </a:lnTo>
                  <a:lnTo>
                    <a:pt x="281" y="101"/>
                  </a:lnTo>
                  <a:lnTo>
                    <a:pt x="289" y="104"/>
                  </a:lnTo>
                  <a:lnTo>
                    <a:pt x="296" y="108"/>
                  </a:lnTo>
                  <a:lnTo>
                    <a:pt x="303" y="113"/>
                  </a:lnTo>
                  <a:lnTo>
                    <a:pt x="309" y="119"/>
                  </a:lnTo>
                  <a:lnTo>
                    <a:pt x="314" y="125"/>
                  </a:lnTo>
                  <a:lnTo>
                    <a:pt x="319" y="132"/>
                  </a:lnTo>
                  <a:lnTo>
                    <a:pt x="323" y="139"/>
                  </a:lnTo>
                  <a:lnTo>
                    <a:pt x="327" y="147"/>
                  </a:lnTo>
                  <a:lnTo>
                    <a:pt x="330" y="154"/>
                  </a:lnTo>
                  <a:lnTo>
                    <a:pt x="332" y="163"/>
                  </a:lnTo>
                  <a:lnTo>
                    <a:pt x="334" y="171"/>
                  </a:lnTo>
                  <a:lnTo>
                    <a:pt x="334" y="180"/>
                  </a:lnTo>
                  <a:lnTo>
                    <a:pt x="334" y="220"/>
                  </a:lnTo>
                  <a:close/>
                  <a:moveTo>
                    <a:pt x="400" y="256"/>
                  </a:moveTo>
                  <a:lnTo>
                    <a:pt x="392" y="250"/>
                  </a:lnTo>
                  <a:lnTo>
                    <a:pt x="382" y="243"/>
                  </a:lnTo>
                  <a:lnTo>
                    <a:pt x="371" y="238"/>
                  </a:lnTo>
                  <a:lnTo>
                    <a:pt x="362" y="233"/>
                  </a:lnTo>
                  <a:lnTo>
                    <a:pt x="362" y="180"/>
                  </a:lnTo>
                  <a:lnTo>
                    <a:pt x="361" y="168"/>
                  </a:lnTo>
                  <a:lnTo>
                    <a:pt x="359" y="157"/>
                  </a:lnTo>
                  <a:lnTo>
                    <a:pt x="356" y="146"/>
                  </a:lnTo>
                  <a:lnTo>
                    <a:pt x="353" y="136"/>
                  </a:lnTo>
                  <a:lnTo>
                    <a:pt x="348" y="125"/>
                  </a:lnTo>
                  <a:lnTo>
                    <a:pt x="342" y="117"/>
                  </a:lnTo>
                  <a:lnTo>
                    <a:pt x="336" y="108"/>
                  </a:lnTo>
                  <a:lnTo>
                    <a:pt x="328" y="99"/>
                  </a:lnTo>
                  <a:lnTo>
                    <a:pt x="320" y="92"/>
                  </a:lnTo>
                  <a:lnTo>
                    <a:pt x="311" y="86"/>
                  </a:lnTo>
                  <a:lnTo>
                    <a:pt x="302" y="80"/>
                  </a:lnTo>
                  <a:lnTo>
                    <a:pt x="292" y="75"/>
                  </a:lnTo>
                  <a:lnTo>
                    <a:pt x="281" y="72"/>
                  </a:lnTo>
                  <a:lnTo>
                    <a:pt x="270" y="68"/>
                  </a:lnTo>
                  <a:lnTo>
                    <a:pt x="260" y="66"/>
                  </a:lnTo>
                  <a:lnTo>
                    <a:pt x="248" y="66"/>
                  </a:lnTo>
                  <a:lnTo>
                    <a:pt x="236" y="66"/>
                  </a:lnTo>
                  <a:lnTo>
                    <a:pt x="225" y="68"/>
                  </a:lnTo>
                  <a:lnTo>
                    <a:pt x="214" y="72"/>
                  </a:lnTo>
                  <a:lnTo>
                    <a:pt x="204" y="75"/>
                  </a:lnTo>
                  <a:lnTo>
                    <a:pt x="193" y="80"/>
                  </a:lnTo>
                  <a:lnTo>
                    <a:pt x="185" y="86"/>
                  </a:lnTo>
                  <a:lnTo>
                    <a:pt x="175" y="92"/>
                  </a:lnTo>
                  <a:lnTo>
                    <a:pt x="167" y="99"/>
                  </a:lnTo>
                  <a:lnTo>
                    <a:pt x="160" y="108"/>
                  </a:lnTo>
                  <a:lnTo>
                    <a:pt x="153" y="117"/>
                  </a:lnTo>
                  <a:lnTo>
                    <a:pt x="148" y="125"/>
                  </a:lnTo>
                  <a:lnTo>
                    <a:pt x="143" y="136"/>
                  </a:lnTo>
                  <a:lnTo>
                    <a:pt x="140" y="146"/>
                  </a:lnTo>
                  <a:lnTo>
                    <a:pt x="136" y="157"/>
                  </a:lnTo>
                  <a:lnTo>
                    <a:pt x="134" y="168"/>
                  </a:lnTo>
                  <a:lnTo>
                    <a:pt x="134" y="180"/>
                  </a:lnTo>
                  <a:lnTo>
                    <a:pt x="134" y="233"/>
                  </a:lnTo>
                  <a:lnTo>
                    <a:pt x="123" y="238"/>
                  </a:lnTo>
                  <a:lnTo>
                    <a:pt x="114" y="243"/>
                  </a:lnTo>
                  <a:lnTo>
                    <a:pt x="104" y="250"/>
                  </a:lnTo>
                  <a:lnTo>
                    <a:pt x="96" y="256"/>
                  </a:lnTo>
                  <a:lnTo>
                    <a:pt x="96" y="180"/>
                  </a:lnTo>
                  <a:lnTo>
                    <a:pt x="96" y="164"/>
                  </a:lnTo>
                  <a:lnTo>
                    <a:pt x="98" y="149"/>
                  </a:lnTo>
                  <a:lnTo>
                    <a:pt x="102" y="135"/>
                  </a:lnTo>
                  <a:lnTo>
                    <a:pt x="107" y="121"/>
                  </a:lnTo>
                  <a:lnTo>
                    <a:pt x="114" y="107"/>
                  </a:lnTo>
                  <a:lnTo>
                    <a:pt x="121" y="94"/>
                  </a:lnTo>
                  <a:lnTo>
                    <a:pt x="130" y="82"/>
                  </a:lnTo>
                  <a:lnTo>
                    <a:pt x="140" y="72"/>
                  </a:lnTo>
                  <a:lnTo>
                    <a:pt x="150" y="62"/>
                  </a:lnTo>
                  <a:lnTo>
                    <a:pt x="162" y="53"/>
                  </a:lnTo>
                  <a:lnTo>
                    <a:pt x="175" y="46"/>
                  </a:lnTo>
                  <a:lnTo>
                    <a:pt x="189" y="39"/>
                  </a:lnTo>
                  <a:lnTo>
                    <a:pt x="203" y="34"/>
                  </a:lnTo>
                  <a:lnTo>
                    <a:pt x="217" y="31"/>
                  </a:lnTo>
                  <a:lnTo>
                    <a:pt x="232" y="28"/>
                  </a:lnTo>
                  <a:lnTo>
                    <a:pt x="248" y="28"/>
                  </a:lnTo>
                  <a:lnTo>
                    <a:pt x="263" y="28"/>
                  </a:lnTo>
                  <a:lnTo>
                    <a:pt x="279" y="31"/>
                  </a:lnTo>
                  <a:lnTo>
                    <a:pt x="293" y="34"/>
                  </a:lnTo>
                  <a:lnTo>
                    <a:pt x="307" y="39"/>
                  </a:lnTo>
                  <a:lnTo>
                    <a:pt x="321" y="46"/>
                  </a:lnTo>
                  <a:lnTo>
                    <a:pt x="333" y="53"/>
                  </a:lnTo>
                  <a:lnTo>
                    <a:pt x="344" y="62"/>
                  </a:lnTo>
                  <a:lnTo>
                    <a:pt x="355" y="72"/>
                  </a:lnTo>
                  <a:lnTo>
                    <a:pt x="366" y="82"/>
                  </a:lnTo>
                  <a:lnTo>
                    <a:pt x="374" y="94"/>
                  </a:lnTo>
                  <a:lnTo>
                    <a:pt x="382" y="107"/>
                  </a:lnTo>
                  <a:lnTo>
                    <a:pt x="388" y="121"/>
                  </a:lnTo>
                  <a:lnTo>
                    <a:pt x="394" y="135"/>
                  </a:lnTo>
                  <a:lnTo>
                    <a:pt x="397" y="149"/>
                  </a:lnTo>
                  <a:lnTo>
                    <a:pt x="400" y="164"/>
                  </a:lnTo>
                  <a:lnTo>
                    <a:pt x="400" y="180"/>
                  </a:lnTo>
                  <a:lnTo>
                    <a:pt x="400" y="2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244">
              <a:extLst>
                <a:ext uri="{FF2B5EF4-FFF2-40B4-BE49-F238E27FC236}">
                  <a16:creationId xmlns:a16="http://schemas.microsoft.com/office/drawing/2014/main" id="{18F20C3E-BFAF-4114-AC2B-76476924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6239" y="3476626"/>
              <a:ext cx="14288" cy="14288"/>
            </a:xfrm>
            <a:custGeom>
              <a:avLst/>
              <a:gdLst>
                <a:gd name="T0" fmla="*/ 24 w 27"/>
                <a:gd name="T1" fmla="*/ 4 h 28"/>
                <a:gd name="T2" fmla="*/ 18 w 27"/>
                <a:gd name="T3" fmla="*/ 1 h 28"/>
                <a:gd name="T4" fmla="*/ 14 w 27"/>
                <a:gd name="T5" fmla="*/ 0 h 28"/>
                <a:gd name="T6" fmla="*/ 9 w 27"/>
                <a:gd name="T7" fmla="*/ 1 h 28"/>
                <a:gd name="T8" fmla="*/ 3 w 27"/>
                <a:gd name="T9" fmla="*/ 4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19 h 28"/>
                <a:gd name="T16" fmla="*/ 3 w 27"/>
                <a:gd name="T17" fmla="*/ 24 h 28"/>
                <a:gd name="T18" fmla="*/ 9 w 27"/>
                <a:gd name="T19" fmla="*/ 27 h 28"/>
                <a:gd name="T20" fmla="*/ 14 w 27"/>
                <a:gd name="T21" fmla="*/ 28 h 28"/>
                <a:gd name="T22" fmla="*/ 18 w 27"/>
                <a:gd name="T23" fmla="*/ 27 h 28"/>
                <a:gd name="T24" fmla="*/ 24 w 27"/>
                <a:gd name="T25" fmla="*/ 24 h 28"/>
                <a:gd name="T26" fmla="*/ 26 w 27"/>
                <a:gd name="T27" fmla="*/ 19 h 28"/>
                <a:gd name="T28" fmla="*/ 27 w 27"/>
                <a:gd name="T29" fmla="*/ 14 h 28"/>
                <a:gd name="T30" fmla="*/ 26 w 27"/>
                <a:gd name="T31" fmla="*/ 9 h 28"/>
                <a:gd name="T32" fmla="*/ 24 w 27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4" y="4"/>
                  </a:moveTo>
                  <a:lnTo>
                    <a:pt x="18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8" y="27"/>
                  </a:lnTo>
                  <a:lnTo>
                    <a:pt x="24" y="24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245">
              <a:extLst>
                <a:ext uri="{FF2B5EF4-FFF2-40B4-BE49-F238E27FC236}">
                  <a16:creationId xmlns:a16="http://schemas.microsoft.com/office/drawing/2014/main" id="{D9EBB22F-56F2-4DF6-9C4F-4D838FF4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2576" y="3381376"/>
              <a:ext cx="106363" cy="87313"/>
            </a:xfrm>
            <a:custGeom>
              <a:avLst/>
              <a:gdLst>
                <a:gd name="T0" fmla="*/ 201 w 201"/>
                <a:gd name="T1" fmla="*/ 148 h 165"/>
                <a:gd name="T2" fmla="*/ 196 w 201"/>
                <a:gd name="T3" fmla="*/ 132 h 165"/>
                <a:gd name="T4" fmla="*/ 191 w 201"/>
                <a:gd name="T5" fmla="*/ 118 h 165"/>
                <a:gd name="T6" fmla="*/ 183 w 201"/>
                <a:gd name="T7" fmla="*/ 103 h 165"/>
                <a:gd name="T8" fmla="*/ 176 w 201"/>
                <a:gd name="T9" fmla="*/ 89 h 165"/>
                <a:gd name="T10" fmla="*/ 166 w 201"/>
                <a:gd name="T11" fmla="*/ 76 h 165"/>
                <a:gd name="T12" fmla="*/ 157 w 201"/>
                <a:gd name="T13" fmla="*/ 64 h 165"/>
                <a:gd name="T14" fmla="*/ 146 w 201"/>
                <a:gd name="T15" fmla="*/ 52 h 165"/>
                <a:gd name="T16" fmla="*/ 134 w 201"/>
                <a:gd name="T17" fmla="*/ 42 h 165"/>
                <a:gd name="T18" fmla="*/ 120 w 201"/>
                <a:gd name="T19" fmla="*/ 32 h 165"/>
                <a:gd name="T20" fmla="*/ 106 w 201"/>
                <a:gd name="T21" fmla="*/ 25 h 165"/>
                <a:gd name="T22" fmla="*/ 92 w 201"/>
                <a:gd name="T23" fmla="*/ 17 h 165"/>
                <a:gd name="T24" fmla="*/ 77 w 201"/>
                <a:gd name="T25" fmla="*/ 11 h 165"/>
                <a:gd name="T26" fmla="*/ 62 w 201"/>
                <a:gd name="T27" fmla="*/ 6 h 165"/>
                <a:gd name="T28" fmla="*/ 46 w 201"/>
                <a:gd name="T29" fmla="*/ 3 h 165"/>
                <a:gd name="T30" fmla="*/ 30 w 201"/>
                <a:gd name="T31" fmla="*/ 1 h 165"/>
                <a:gd name="T32" fmla="*/ 14 w 201"/>
                <a:gd name="T33" fmla="*/ 0 h 165"/>
                <a:gd name="T34" fmla="*/ 9 w 201"/>
                <a:gd name="T35" fmla="*/ 1 h 165"/>
                <a:gd name="T36" fmla="*/ 4 w 201"/>
                <a:gd name="T37" fmla="*/ 4 h 165"/>
                <a:gd name="T38" fmla="*/ 1 w 201"/>
                <a:gd name="T39" fmla="*/ 8 h 165"/>
                <a:gd name="T40" fmla="*/ 0 w 201"/>
                <a:gd name="T41" fmla="*/ 14 h 165"/>
                <a:gd name="T42" fmla="*/ 1 w 201"/>
                <a:gd name="T43" fmla="*/ 19 h 165"/>
                <a:gd name="T44" fmla="*/ 4 w 201"/>
                <a:gd name="T45" fmla="*/ 24 h 165"/>
                <a:gd name="T46" fmla="*/ 9 w 201"/>
                <a:gd name="T47" fmla="*/ 27 h 165"/>
                <a:gd name="T48" fmla="*/ 14 w 201"/>
                <a:gd name="T49" fmla="*/ 28 h 165"/>
                <a:gd name="T50" fmla="*/ 28 w 201"/>
                <a:gd name="T51" fmla="*/ 29 h 165"/>
                <a:gd name="T52" fmla="*/ 42 w 201"/>
                <a:gd name="T53" fmla="*/ 30 h 165"/>
                <a:gd name="T54" fmla="*/ 56 w 201"/>
                <a:gd name="T55" fmla="*/ 33 h 165"/>
                <a:gd name="T56" fmla="*/ 69 w 201"/>
                <a:gd name="T57" fmla="*/ 37 h 165"/>
                <a:gd name="T58" fmla="*/ 81 w 201"/>
                <a:gd name="T59" fmla="*/ 42 h 165"/>
                <a:gd name="T60" fmla="*/ 93 w 201"/>
                <a:gd name="T61" fmla="*/ 48 h 165"/>
                <a:gd name="T62" fmla="*/ 105 w 201"/>
                <a:gd name="T63" fmla="*/ 56 h 165"/>
                <a:gd name="T64" fmla="*/ 116 w 201"/>
                <a:gd name="T65" fmla="*/ 63 h 165"/>
                <a:gd name="T66" fmla="*/ 125 w 201"/>
                <a:gd name="T67" fmla="*/ 72 h 165"/>
                <a:gd name="T68" fmla="*/ 135 w 201"/>
                <a:gd name="T69" fmla="*/ 81 h 165"/>
                <a:gd name="T70" fmla="*/ 144 w 201"/>
                <a:gd name="T71" fmla="*/ 92 h 165"/>
                <a:gd name="T72" fmla="*/ 151 w 201"/>
                <a:gd name="T73" fmla="*/ 103 h 165"/>
                <a:gd name="T74" fmla="*/ 159 w 201"/>
                <a:gd name="T75" fmla="*/ 115 h 165"/>
                <a:gd name="T76" fmla="*/ 164 w 201"/>
                <a:gd name="T77" fmla="*/ 128 h 165"/>
                <a:gd name="T78" fmla="*/ 169 w 201"/>
                <a:gd name="T79" fmla="*/ 141 h 165"/>
                <a:gd name="T80" fmla="*/ 174 w 201"/>
                <a:gd name="T81" fmla="*/ 154 h 165"/>
                <a:gd name="T82" fmla="*/ 175 w 201"/>
                <a:gd name="T83" fmla="*/ 159 h 165"/>
                <a:gd name="T84" fmla="*/ 178 w 201"/>
                <a:gd name="T85" fmla="*/ 162 h 165"/>
                <a:gd name="T86" fmla="*/ 182 w 201"/>
                <a:gd name="T87" fmla="*/ 164 h 165"/>
                <a:gd name="T88" fmla="*/ 187 w 201"/>
                <a:gd name="T89" fmla="*/ 165 h 165"/>
                <a:gd name="T90" fmla="*/ 189 w 201"/>
                <a:gd name="T91" fmla="*/ 164 h 165"/>
                <a:gd name="T92" fmla="*/ 190 w 201"/>
                <a:gd name="T93" fmla="*/ 164 h 165"/>
                <a:gd name="T94" fmla="*/ 195 w 201"/>
                <a:gd name="T95" fmla="*/ 162 h 165"/>
                <a:gd name="T96" fmla="*/ 198 w 201"/>
                <a:gd name="T97" fmla="*/ 158 h 165"/>
                <a:gd name="T98" fmla="*/ 201 w 201"/>
                <a:gd name="T99" fmla="*/ 153 h 165"/>
                <a:gd name="T100" fmla="*/ 201 w 201"/>
                <a:gd name="T101" fmla="*/ 14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1" h="165">
                  <a:moveTo>
                    <a:pt x="201" y="148"/>
                  </a:moveTo>
                  <a:lnTo>
                    <a:pt x="196" y="132"/>
                  </a:lnTo>
                  <a:lnTo>
                    <a:pt x="191" y="118"/>
                  </a:lnTo>
                  <a:lnTo>
                    <a:pt x="183" y="103"/>
                  </a:lnTo>
                  <a:lnTo>
                    <a:pt x="176" y="89"/>
                  </a:lnTo>
                  <a:lnTo>
                    <a:pt x="166" y="76"/>
                  </a:lnTo>
                  <a:lnTo>
                    <a:pt x="157" y="64"/>
                  </a:lnTo>
                  <a:lnTo>
                    <a:pt x="146" y="52"/>
                  </a:lnTo>
                  <a:lnTo>
                    <a:pt x="134" y="42"/>
                  </a:lnTo>
                  <a:lnTo>
                    <a:pt x="120" y="32"/>
                  </a:lnTo>
                  <a:lnTo>
                    <a:pt x="106" y="25"/>
                  </a:lnTo>
                  <a:lnTo>
                    <a:pt x="92" y="17"/>
                  </a:lnTo>
                  <a:lnTo>
                    <a:pt x="77" y="11"/>
                  </a:lnTo>
                  <a:lnTo>
                    <a:pt x="62" y="6"/>
                  </a:lnTo>
                  <a:lnTo>
                    <a:pt x="46" y="3"/>
                  </a:lnTo>
                  <a:lnTo>
                    <a:pt x="3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8" y="29"/>
                  </a:lnTo>
                  <a:lnTo>
                    <a:pt x="42" y="30"/>
                  </a:lnTo>
                  <a:lnTo>
                    <a:pt x="56" y="33"/>
                  </a:lnTo>
                  <a:lnTo>
                    <a:pt x="69" y="37"/>
                  </a:lnTo>
                  <a:lnTo>
                    <a:pt x="81" y="42"/>
                  </a:lnTo>
                  <a:lnTo>
                    <a:pt x="93" y="48"/>
                  </a:lnTo>
                  <a:lnTo>
                    <a:pt x="105" y="56"/>
                  </a:lnTo>
                  <a:lnTo>
                    <a:pt x="116" y="63"/>
                  </a:lnTo>
                  <a:lnTo>
                    <a:pt x="125" y="72"/>
                  </a:lnTo>
                  <a:lnTo>
                    <a:pt x="135" y="81"/>
                  </a:lnTo>
                  <a:lnTo>
                    <a:pt x="144" y="92"/>
                  </a:lnTo>
                  <a:lnTo>
                    <a:pt x="151" y="103"/>
                  </a:lnTo>
                  <a:lnTo>
                    <a:pt x="159" y="115"/>
                  </a:lnTo>
                  <a:lnTo>
                    <a:pt x="164" y="128"/>
                  </a:lnTo>
                  <a:lnTo>
                    <a:pt x="169" y="141"/>
                  </a:lnTo>
                  <a:lnTo>
                    <a:pt x="174" y="154"/>
                  </a:lnTo>
                  <a:lnTo>
                    <a:pt x="175" y="159"/>
                  </a:lnTo>
                  <a:lnTo>
                    <a:pt x="178" y="162"/>
                  </a:lnTo>
                  <a:lnTo>
                    <a:pt x="182" y="164"/>
                  </a:lnTo>
                  <a:lnTo>
                    <a:pt x="187" y="165"/>
                  </a:lnTo>
                  <a:lnTo>
                    <a:pt x="189" y="164"/>
                  </a:lnTo>
                  <a:lnTo>
                    <a:pt x="190" y="164"/>
                  </a:lnTo>
                  <a:lnTo>
                    <a:pt x="195" y="162"/>
                  </a:lnTo>
                  <a:lnTo>
                    <a:pt x="198" y="158"/>
                  </a:lnTo>
                  <a:lnTo>
                    <a:pt x="201" y="153"/>
                  </a:lnTo>
                  <a:lnTo>
                    <a:pt x="201" y="1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246">
              <a:extLst>
                <a:ext uri="{FF2B5EF4-FFF2-40B4-BE49-F238E27FC236}">
                  <a16:creationId xmlns:a16="http://schemas.microsoft.com/office/drawing/2014/main" id="{6B8FE71C-375F-4678-9350-029E276B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5576" y="3476626"/>
              <a:ext cx="15875" cy="14288"/>
            </a:xfrm>
            <a:custGeom>
              <a:avLst/>
              <a:gdLst>
                <a:gd name="T0" fmla="*/ 15 w 29"/>
                <a:gd name="T1" fmla="*/ 0 h 28"/>
                <a:gd name="T2" fmla="*/ 14 w 29"/>
                <a:gd name="T3" fmla="*/ 0 h 28"/>
                <a:gd name="T4" fmla="*/ 8 w 29"/>
                <a:gd name="T5" fmla="*/ 1 h 28"/>
                <a:gd name="T6" fmla="*/ 4 w 29"/>
                <a:gd name="T7" fmla="*/ 4 h 28"/>
                <a:gd name="T8" fmla="*/ 1 w 29"/>
                <a:gd name="T9" fmla="*/ 9 h 28"/>
                <a:gd name="T10" fmla="*/ 0 w 29"/>
                <a:gd name="T11" fmla="*/ 14 h 28"/>
                <a:gd name="T12" fmla="*/ 1 w 29"/>
                <a:gd name="T13" fmla="*/ 19 h 28"/>
                <a:gd name="T14" fmla="*/ 4 w 29"/>
                <a:gd name="T15" fmla="*/ 24 h 28"/>
                <a:gd name="T16" fmla="*/ 8 w 29"/>
                <a:gd name="T17" fmla="*/ 27 h 28"/>
                <a:gd name="T18" fmla="*/ 14 w 29"/>
                <a:gd name="T19" fmla="*/ 28 h 28"/>
                <a:gd name="T20" fmla="*/ 15 w 29"/>
                <a:gd name="T21" fmla="*/ 28 h 28"/>
                <a:gd name="T22" fmla="*/ 20 w 29"/>
                <a:gd name="T23" fmla="*/ 27 h 28"/>
                <a:gd name="T24" fmla="*/ 24 w 29"/>
                <a:gd name="T25" fmla="*/ 24 h 28"/>
                <a:gd name="T26" fmla="*/ 28 w 29"/>
                <a:gd name="T27" fmla="*/ 19 h 28"/>
                <a:gd name="T28" fmla="*/ 29 w 29"/>
                <a:gd name="T29" fmla="*/ 14 h 28"/>
                <a:gd name="T30" fmla="*/ 28 w 29"/>
                <a:gd name="T31" fmla="*/ 9 h 28"/>
                <a:gd name="T32" fmla="*/ 24 w 29"/>
                <a:gd name="T33" fmla="*/ 4 h 28"/>
                <a:gd name="T34" fmla="*/ 20 w 29"/>
                <a:gd name="T35" fmla="*/ 1 h 28"/>
                <a:gd name="T36" fmla="*/ 15 w 29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8">
                  <a:moveTo>
                    <a:pt x="15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8" y="19"/>
                  </a:lnTo>
                  <a:lnTo>
                    <a:pt x="29" y="14"/>
                  </a:lnTo>
                  <a:lnTo>
                    <a:pt x="28" y="9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EC9FCA56-494B-4BF4-883D-484A9ACF7D38}"/>
              </a:ext>
            </a:extLst>
          </p:cNvPr>
          <p:cNvGrpSpPr/>
          <p:nvPr/>
        </p:nvGrpSpPr>
        <p:grpSpPr>
          <a:xfrm>
            <a:off x="10291764" y="2508251"/>
            <a:ext cx="315913" cy="376238"/>
            <a:chOff x="10291764" y="2508251"/>
            <a:chExt cx="315913" cy="376238"/>
          </a:xfrm>
        </p:grpSpPr>
        <p:sp>
          <p:nvSpPr>
            <p:cNvPr id="118" name="Freeform 247">
              <a:extLst>
                <a:ext uri="{FF2B5EF4-FFF2-40B4-BE49-F238E27FC236}">
                  <a16:creationId xmlns:a16="http://schemas.microsoft.com/office/drawing/2014/main" id="{815DD092-8047-4186-8310-9A3C4F29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1764" y="2508251"/>
              <a:ext cx="315913" cy="376238"/>
            </a:xfrm>
            <a:custGeom>
              <a:avLst/>
              <a:gdLst>
                <a:gd name="T0" fmla="*/ 305 w 597"/>
                <a:gd name="T1" fmla="*/ 2 h 712"/>
                <a:gd name="T2" fmla="*/ 299 w 597"/>
                <a:gd name="T3" fmla="*/ 0 h 712"/>
                <a:gd name="T4" fmla="*/ 299 w 597"/>
                <a:gd name="T5" fmla="*/ 0 h 712"/>
                <a:gd name="T6" fmla="*/ 295 w 597"/>
                <a:gd name="T7" fmla="*/ 1 h 712"/>
                <a:gd name="T8" fmla="*/ 7 w 597"/>
                <a:gd name="T9" fmla="*/ 146 h 712"/>
                <a:gd name="T10" fmla="*/ 2 w 597"/>
                <a:gd name="T11" fmla="*/ 150 h 712"/>
                <a:gd name="T12" fmla="*/ 0 w 597"/>
                <a:gd name="T13" fmla="*/ 158 h 712"/>
                <a:gd name="T14" fmla="*/ 1 w 597"/>
                <a:gd name="T15" fmla="*/ 437 h 712"/>
                <a:gd name="T16" fmla="*/ 6 w 597"/>
                <a:gd name="T17" fmla="*/ 472 h 712"/>
                <a:gd name="T18" fmla="*/ 18 w 597"/>
                <a:gd name="T19" fmla="*/ 504 h 712"/>
                <a:gd name="T20" fmla="*/ 36 w 597"/>
                <a:gd name="T21" fmla="*/ 534 h 712"/>
                <a:gd name="T22" fmla="*/ 57 w 597"/>
                <a:gd name="T23" fmla="*/ 561 h 712"/>
                <a:gd name="T24" fmla="*/ 82 w 597"/>
                <a:gd name="T25" fmla="*/ 584 h 712"/>
                <a:gd name="T26" fmla="*/ 123 w 597"/>
                <a:gd name="T27" fmla="*/ 613 h 712"/>
                <a:gd name="T28" fmla="*/ 201 w 597"/>
                <a:gd name="T29" fmla="*/ 659 h 712"/>
                <a:gd name="T30" fmla="*/ 280 w 597"/>
                <a:gd name="T31" fmla="*/ 703 h 712"/>
                <a:gd name="T32" fmla="*/ 295 w 597"/>
                <a:gd name="T33" fmla="*/ 710 h 712"/>
                <a:gd name="T34" fmla="*/ 299 w 597"/>
                <a:gd name="T35" fmla="*/ 712 h 712"/>
                <a:gd name="T36" fmla="*/ 305 w 597"/>
                <a:gd name="T37" fmla="*/ 709 h 712"/>
                <a:gd name="T38" fmla="*/ 350 w 597"/>
                <a:gd name="T39" fmla="*/ 685 h 712"/>
                <a:gd name="T40" fmla="*/ 448 w 597"/>
                <a:gd name="T41" fmla="*/ 629 h 712"/>
                <a:gd name="T42" fmla="*/ 454 w 597"/>
                <a:gd name="T43" fmla="*/ 620 h 712"/>
                <a:gd name="T44" fmla="*/ 453 w 597"/>
                <a:gd name="T45" fmla="*/ 611 h 712"/>
                <a:gd name="T46" fmla="*/ 445 w 597"/>
                <a:gd name="T47" fmla="*/ 604 h 712"/>
                <a:gd name="T48" fmla="*/ 434 w 597"/>
                <a:gd name="T49" fmla="*/ 605 h 712"/>
                <a:gd name="T50" fmla="*/ 351 w 597"/>
                <a:gd name="T51" fmla="*/ 652 h 712"/>
                <a:gd name="T52" fmla="*/ 299 w 597"/>
                <a:gd name="T53" fmla="*/ 681 h 712"/>
                <a:gd name="T54" fmla="*/ 245 w 597"/>
                <a:gd name="T55" fmla="*/ 652 h 712"/>
                <a:gd name="T56" fmla="*/ 163 w 597"/>
                <a:gd name="T57" fmla="*/ 605 h 712"/>
                <a:gd name="T58" fmla="*/ 114 w 597"/>
                <a:gd name="T59" fmla="*/ 574 h 712"/>
                <a:gd name="T60" fmla="*/ 92 w 597"/>
                <a:gd name="T61" fmla="*/ 555 h 712"/>
                <a:gd name="T62" fmla="*/ 70 w 597"/>
                <a:gd name="T63" fmla="*/ 534 h 712"/>
                <a:gd name="T64" fmla="*/ 53 w 597"/>
                <a:gd name="T65" fmla="*/ 511 h 712"/>
                <a:gd name="T66" fmla="*/ 39 w 597"/>
                <a:gd name="T67" fmla="*/ 484 h 712"/>
                <a:gd name="T68" fmla="*/ 31 w 597"/>
                <a:gd name="T69" fmla="*/ 453 h 712"/>
                <a:gd name="T70" fmla="*/ 27 w 597"/>
                <a:gd name="T71" fmla="*/ 418 h 712"/>
                <a:gd name="T72" fmla="*/ 299 w 597"/>
                <a:gd name="T73" fmla="*/ 30 h 712"/>
                <a:gd name="T74" fmla="*/ 569 w 597"/>
                <a:gd name="T75" fmla="*/ 418 h 712"/>
                <a:gd name="T76" fmla="*/ 566 w 597"/>
                <a:gd name="T77" fmla="*/ 454 h 712"/>
                <a:gd name="T78" fmla="*/ 556 w 597"/>
                <a:gd name="T79" fmla="*/ 487 h 712"/>
                <a:gd name="T80" fmla="*/ 539 w 597"/>
                <a:gd name="T81" fmla="*/ 518 h 712"/>
                <a:gd name="T82" fmla="*/ 516 w 597"/>
                <a:gd name="T83" fmla="*/ 546 h 712"/>
                <a:gd name="T84" fmla="*/ 511 w 597"/>
                <a:gd name="T85" fmla="*/ 556 h 712"/>
                <a:gd name="T86" fmla="*/ 516 w 597"/>
                <a:gd name="T87" fmla="*/ 566 h 712"/>
                <a:gd name="T88" fmla="*/ 525 w 597"/>
                <a:gd name="T89" fmla="*/ 570 h 712"/>
                <a:gd name="T90" fmla="*/ 535 w 597"/>
                <a:gd name="T91" fmla="*/ 566 h 712"/>
                <a:gd name="T92" fmla="*/ 563 w 597"/>
                <a:gd name="T93" fmla="*/ 533 h 712"/>
                <a:gd name="T94" fmla="*/ 582 w 597"/>
                <a:gd name="T95" fmla="*/ 498 h 712"/>
                <a:gd name="T96" fmla="*/ 594 w 597"/>
                <a:gd name="T97" fmla="*/ 459 h 712"/>
                <a:gd name="T98" fmla="*/ 597 w 597"/>
                <a:gd name="T99" fmla="*/ 418 h 712"/>
                <a:gd name="T100" fmla="*/ 597 w 597"/>
                <a:gd name="T101" fmla="*/ 154 h 712"/>
                <a:gd name="T102" fmla="*/ 593 w 597"/>
                <a:gd name="T103" fmla="*/ 148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7" h="712">
                  <a:moveTo>
                    <a:pt x="590" y="146"/>
                  </a:moveTo>
                  <a:lnTo>
                    <a:pt x="305" y="2"/>
                  </a:lnTo>
                  <a:lnTo>
                    <a:pt x="302" y="1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5" y="1"/>
                  </a:lnTo>
                  <a:lnTo>
                    <a:pt x="292" y="2"/>
                  </a:lnTo>
                  <a:lnTo>
                    <a:pt x="7" y="146"/>
                  </a:lnTo>
                  <a:lnTo>
                    <a:pt x="4" y="148"/>
                  </a:lnTo>
                  <a:lnTo>
                    <a:pt x="2" y="150"/>
                  </a:lnTo>
                  <a:lnTo>
                    <a:pt x="1" y="154"/>
                  </a:lnTo>
                  <a:lnTo>
                    <a:pt x="0" y="158"/>
                  </a:lnTo>
                  <a:lnTo>
                    <a:pt x="0" y="418"/>
                  </a:lnTo>
                  <a:lnTo>
                    <a:pt x="1" y="437"/>
                  </a:lnTo>
                  <a:lnTo>
                    <a:pt x="3" y="455"/>
                  </a:lnTo>
                  <a:lnTo>
                    <a:pt x="6" y="472"/>
                  </a:lnTo>
                  <a:lnTo>
                    <a:pt x="11" y="488"/>
                  </a:lnTo>
                  <a:lnTo>
                    <a:pt x="18" y="504"/>
                  </a:lnTo>
                  <a:lnTo>
                    <a:pt x="26" y="519"/>
                  </a:lnTo>
                  <a:lnTo>
                    <a:pt x="36" y="534"/>
                  </a:lnTo>
                  <a:lnTo>
                    <a:pt x="47" y="549"/>
                  </a:lnTo>
                  <a:lnTo>
                    <a:pt x="57" y="561"/>
                  </a:lnTo>
                  <a:lnTo>
                    <a:pt x="70" y="573"/>
                  </a:lnTo>
                  <a:lnTo>
                    <a:pt x="82" y="584"/>
                  </a:lnTo>
                  <a:lnTo>
                    <a:pt x="96" y="594"/>
                  </a:lnTo>
                  <a:lnTo>
                    <a:pt x="123" y="613"/>
                  </a:lnTo>
                  <a:lnTo>
                    <a:pt x="149" y="629"/>
                  </a:lnTo>
                  <a:lnTo>
                    <a:pt x="201" y="659"/>
                  </a:lnTo>
                  <a:lnTo>
                    <a:pt x="247" y="685"/>
                  </a:lnTo>
                  <a:lnTo>
                    <a:pt x="280" y="703"/>
                  </a:lnTo>
                  <a:lnTo>
                    <a:pt x="292" y="709"/>
                  </a:lnTo>
                  <a:lnTo>
                    <a:pt x="295" y="710"/>
                  </a:lnTo>
                  <a:lnTo>
                    <a:pt x="299" y="712"/>
                  </a:lnTo>
                  <a:lnTo>
                    <a:pt x="299" y="712"/>
                  </a:lnTo>
                  <a:lnTo>
                    <a:pt x="302" y="710"/>
                  </a:lnTo>
                  <a:lnTo>
                    <a:pt x="305" y="709"/>
                  </a:lnTo>
                  <a:lnTo>
                    <a:pt x="318" y="703"/>
                  </a:lnTo>
                  <a:lnTo>
                    <a:pt x="350" y="685"/>
                  </a:lnTo>
                  <a:lnTo>
                    <a:pt x="395" y="659"/>
                  </a:lnTo>
                  <a:lnTo>
                    <a:pt x="448" y="629"/>
                  </a:lnTo>
                  <a:lnTo>
                    <a:pt x="452" y="626"/>
                  </a:lnTo>
                  <a:lnTo>
                    <a:pt x="454" y="620"/>
                  </a:lnTo>
                  <a:lnTo>
                    <a:pt x="454" y="615"/>
                  </a:lnTo>
                  <a:lnTo>
                    <a:pt x="453" y="611"/>
                  </a:lnTo>
                  <a:lnTo>
                    <a:pt x="449" y="606"/>
                  </a:lnTo>
                  <a:lnTo>
                    <a:pt x="445" y="604"/>
                  </a:lnTo>
                  <a:lnTo>
                    <a:pt x="439" y="603"/>
                  </a:lnTo>
                  <a:lnTo>
                    <a:pt x="434" y="605"/>
                  </a:lnTo>
                  <a:lnTo>
                    <a:pt x="391" y="630"/>
                  </a:lnTo>
                  <a:lnTo>
                    <a:pt x="351" y="652"/>
                  </a:lnTo>
                  <a:lnTo>
                    <a:pt x="319" y="670"/>
                  </a:lnTo>
                  <a:lnTo>
                    <a:pt x="299" y="681"/>
                  </a:lnTo>
                  <a:lnTo>
                    <a:pt x="277" y="670"/>
                  </a:lnTo>
                  <a:lnTo>
                    <a:pt x="245" y="652"/>
                  </a:lnTo>
                  <a:lnTo>
                    <a:pt x="207" y="630"/>
                  </a:lnTo>
                  <a:lnTo>
                    <a:pt x="163" y="605"/>
                  </a:lnTo>
                  <a:lnTo>
                    <a:pt x="139" y="590"/>
                  </a:lnTo>
                  <a:lnTo>
                    <a:pt x="114" y="574"/>
                  </a:lnTo>
                  <a:lnTo>
                    <a:pt x="103" y="564"/>
                  </a:lnTo>
                  <a:lnTo>
                    <a:pt x="92" y="555"/>
                  </a:lnTo>
                  <a:lnTo>
                    <a:pt x="81" y="545"/>
                  </a:lnTo>
                  <a:lnTo>
                    <a:pt x="70" y="534"/>
                  </a:lnTo>
                  <a:lnTo>
                    <a:pt x="62" y="523"/>
                  </a:lnTo>
                  <a:lnTo>
                    <a:pt x="53" y="511"/>
                  </a:lnTo>
                  <a:lnTo>
                    <a:pt x="46" y="498"/>
                  </a:lnTo>
                  <a:lnTo>
                    <a:pt x="39" y="484"/>
                  </a:lnTo>
                  <a:lnTo>
                    <a:pt x="35" y="469"/>
                  </a:lnTo>
                  <a:lnTo>
                    <a:pt x="31" y="453"/>
                  </a:lnTo>
                  <a:lnTo>
                    <a:pt x="29" y="436"/>
                  </a:lnTo>
                  <a:lnTo>
                    <a:pt x="27" y="418"/>
                  </a:lnTo>
                  <a:lnTo>
                    <a:pt x="27" y="166"/>
                  </a:lnTo>
                  <a:lnTo>
                    <a:pt x="299" y="30"/>
                  </a:lnTo>
                  <a:lnTo>
                    <a:pt x="569" y="166"/>
                  </a:lnTo>
                  <a:lnTo>
                    <a:pt x="569" y="418"/>
                  </a:lnTo>
                  <a:lnTo>
                    <a:pt x="569" y="437"/>
                  </a:lnTo>
                  <a:lnTo>
                    <a:pt x="566" y="454"/>
                  </a:lnTo>
                  <a:lnTo>
                    <a:pt x="562" y="471"/>
                  </a:lnTo>
                  <a:lnTo>
                    <a:pt x="556" y="487"/>
                  </a:lnTo>
                  <a:lnTo>
                    <a:pt x="549" y="503"/>
                  </a:lnTo>
                  <a:lnTo>
                    <a:pt x="539" y="518"/>
                  </a:lnTo>
                  <a:lnTo>
                    <a:pt x="528" y="532"/>
                  </a:lnTo>
                  <a:lnTo>
                    <a:pt x="516" y="546"/>
                  </a:lnTo>
                  <a:lnTo>
                    <a:pt x="512" y="550"/>
                  </a:lnTo>
                  <a:lnTo>
                    <a:pt x="511" y="556"/>
                  </a:lnTo>
                  <a:lnTo>
                    <a:pt x="512" y="561"/>
                  </a:lnTo>
                  <a:lnTo>
                    <a:pt x="516" y="566"/>
                  </a:lnTo>
                  <a:lnTo>
                    <a:pt x="520" y="569"/>
                  </a:lnTo>
                  <a:lnTo>
                    <a:pt x="525" y="570"/>
                  </a:lnTo>
                  <a:lnTo>
                    <a:pt x="531" y="569"/>
                  </a:lnTo>
                  <a:lnTo>
                    <a:pt x="535" y="566"/>
                  </a:lnTo>
                  <a:lnTo>
                    <a:pt x="550" y="550"/>
                  </a:lnTo>
                  <a:lnTo>
                    <a:pt x="563" y="533"/>
                  </a:lnTo>
                  <a:lnTo>
                    <a:pt x="574" y="516"/>
                  </a:lnTo>
                  <a:lnTo>
                    <a:pt x="582" y="498"/>
                  </a:lnTo>
                  <a:lnTo>
                    <a:pt x="589" y="480"/>
                  </a:lnTo>
                  <a:lnTo>
                    <a:pt x="594" y="459"/>
                  </a:lnTo>
                  <a:lnTo>
                    <a:pt x="596" y="439"/>
                  </a:lnTo>
                  <a:lnTo>
                    <a:pt x="597" y="418"/>
                  </a:lnTo>
                  <a:lnTo>
                    <a:pt x="597" y="158"/>
                  </a:lnTo>
                  <a:lnTo>
                    <a:pt x="597" y="154"/>
                  </a:lnTo>
                  <a:lnTo>
                    <a:pt x="595" y="150"/>
                  </a:lnTo>
                  <a:lnTo>
                    <a:pt x="593" y="148"/>
                  </a:lnTo>
                  <a:lnTo>
                    <a:pt x="590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248">
              <a:extLst>
                <a:ext uri="{FF2B5EF4-FFF2-40B4-BE49-F238E27FC236}">
                  <a16:creationId xmlns:a16="http://schemas.microsoft.com/office/drawing/2014/main" id="{3E231718-AC21-4E5B-A520-14D579556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20339" y="2541588"/>
              <a:ext cx="257175" cy="309563"/>
            </a:xfrm>
            <a:custGeom>
              <a:avLst/>
              <a:gdLst>
                <a:gd name="T0" fmla="*/ 486 w 486"/>
                <a:gd name="T1" fmla="*/ 126 h 586"/>
                <a:gd name="T2" fmla="*/ 482 w 486"/>
                <a:gd name="T3" fmla="*/ 120 h 586"/>
                <a:gd name="T4" fmla="*/ 250 w 486"/>
                <a:gd name="T5" fmla="*/ 1 h 586"/>
                <a:gd name="T6" fmla="*/ 244 w 486"/>
                <a:gd name="T7" fmla="*/ 0 h 586"/>
                <a:gd name="T8" fmla="*/ 237 w 486"/>
                <a:gd name="T9" fmla="*/ 1 h 586"/>
                <a:gd name="T10" fmla="*/ 5 w 486"/>
                <a:gd name="T11" fmla="*/ 119 h 586"/>
                <a:gd name="T12" fmla="*/ 1 w 486"/>
                <a:gd name="T13" fmla="*/ 126 h 586"/>
                <a:gd name="T14" fmla="*/ 0 w 486"/>
                <a:gd name="T15" fmla="*/ 356 h 586"/>
                <a:gd name="T16" fmla="*/ 2 w 486"/>
                <a:gd name="T17" fmla="*/ 382 h 586"/>
                <a:gd name="T18" fmla="*/ 9 w 486"/>
                <a:gd name="T19" fmla="*/ 407 h 586"/>
                <a:gd name="T20" fmla="*/ 19 w 486"/>
                <a:gd name="T21" fmla="*/ 429 h 586"/>
                <a:gd name="T22" fmla="*/ 34 w 486"/>
                <a:gd name="T23" fmla="*/ 451 h 586"/>
                <a:gd name="T24" fmla="*/ 50 w 486"/>
                <a:gd name="T25" fmla="*/ 467 h 586"/>
                <a:gd name="T26" fmla="*/ 69 w 486"/>
                <a:gd name="T27" fmla="*/ 484 h 586"/>
                <a:gd name="T28" fmla="*/ 123 w 486"/>
                <a:gd name="T29" fmla="*/ 520 h 586"/>
                <a:gd name="T30" fmla="*/ 185 w 486"/>
                <a:gd name="T31" fmla="*/ 555 h 586"/>
                <a:gd name="T32" fmla="*/ 237 w 486"/>
                <a:gd name="T33" fmla="*/ 584 h 586"/>
                <a:gd name="T34" fmla="*/ 244 w 486"/>
                <a:gd name="T35" fmla="*/ 586 h 586"/>
                <a:gd name="T36" fmla="*/ 250 w 486"/>
                <a:gd name="T37" fmla="*/ 584 h 586"/>
                <a:gd name="T38" fmla="*/ 302 w 486"/>
                <a:gd name="T39" fmla="*/ 555 h 586"/>
                <a:gd name="T40" fmla="*/ 365 w 486"/>
                <a:gd name="T41" fmla="*/ 520 h 586"/>
                <a:gd name="T42" fmla="*/ 419 w 486"/>
                <a:gd name="T43" fmla="*/ 484 h 586"/>
                <a:gd name="T44" fmla="*/ 438 w 486"/>
                <a:gd name="T45" fmla="*/ 467 h 586"/>
                <a:gd name="T46" fmla="*/ 453 w 486"/>
                <a:gd name="T47" fmla="*/ 451 h 586"/>
                <a:gd name="T48" fmla="*/ 468 w 486"/>
                <a:gd name="T49" fmla="*/ 429 h 586"/>
                <a:gd name="T50" fmla="*/ 479 w 486"/>
                <a:gd name="T51" fmla="*/ 407 h 586"/>
                <a:gd name="T52" fmla="*/ 485 w 486"/>
                <a:gd name="T53" fmla="*/ 382 h 586"/>
                <a:gd name="T54" fmla="*/ 486 w 486"/>
                <a:gd name="T55" fmla="*/ 356 h 586"/>
                <a:gd name="T56" fmla="*/ 460 w 486"/>
                <a:gd name="T57" fmla="*/ 356 h 586"/>
                <a:gd name="T58" fmla="*/ 457 w 486"/>
                <a:gd name="T59" fmla="*/ 379 h 586"/>
                <a:gd name="T60" fmla="*/ 452 w 486"/>
                <a:gd name="T61" fmla="*/ 399 h 586"/>
                <a:gd name="T62" fmla="*/ 443 w 486"/>
                <a:gd name="T63" fmla="*/ 418 h 586"/>
                <a:gd name="T64" fmla="*/ 432 w 486"/>
                <a:gd name="T65" fmla="*/ 434 h 586"/>
                <a:gd name="T66" fmla="*/ 416 w 486"/>
                <a:gd name="T67" fmla="*/ 450 h 586"/>
                <a:gd name="T68" fmla="*/ 397 w 486"/>
                <a:gd name="T69" fmla="*/ 465 h 586"/>
                <a:gd name="T70" fmla="*/ 351 w 486"/>
                <a:gd name="T71" fmla="*/ 495 h 586"/>
                <a:gd name="T72" fmla="*/ 293 w 486"/>
                <a:gd name="T73" fmla="*/ 528 h 586"/>
                <a:gd name="T74" fmla="*/ 244 w 486"/>
                <a:gd name="T75" fmla="*/ 556 h 586"/>
                <a:gd name="T76" fmla="*/ 195 w 486"/>
                <a:gd name="T77" fmla="*/ 528 h 586"/>
                <a:gd name="T78" fmla="*/ 137 w 486"/>
                <a:gd name="T79" fmla="*/ 495 h 586"/>
                <a:gd name="T80" fmla="*/ 89 w 486"/>
                <a:gd name="T81" fmla="*/ 465 h 586"/>
                <a:gd name="T82" fmla="*/ 71 w 486"/>
                <a:gd name="T83" fmla="*/ 450 h 586"/>
                <a:gd name="T84" fmla="*/ 56 w 486"/>
                <a:gd name="T85" fmla="*/ 434 h 586"/>
                <a:gd name="T86" fmla="*/ 44 w 486"/>
                <a:gd name="T87" fmla="*/ 418 h 586"/>
                <a:gd name="T88" fmla="*/ 36 w 486"/>
                <a:gd name="T89" fmla="*/ 399 h 586"/>
                <a:gd name="T90" fmla="*/ 30 w 486"/>
                <a:gd name="T91" fmla="*/ 379 h 586"/>
                <a:gd name="T92" fmla="*/ 28 w 486"/>
                <a:gd name="T93" fmla="*/ 356 h 586"/>
                <a:gd name="T94" fmla="*/ 244 w 486"/>
                <a:gd name="T95" fmla="*/ 30 h 586"/>
                <a:gd name="T96" fmla="*/ 460 w 486"/>
                <a:gd name="T97" fmla="*/ 35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6" h="586">
                  <a:moveTo>
                    <a:pt x="486" y="130"/>
                  </a:moveTo>
                  <a:lnTo>
                    <a:pt x="486" y="126"/>
                  </a:lnTo>
                  <a:lnTo>
                    <a:pt x="484" y="122"/>
                  </a:lnTo>
                  <a:lnTo>
                    <a:pt x="482" y="120"/>
                  </a:lnTo>
                  <a:lnTo>
                    <a:pt x="479" y="117"/>
                  </a:lnTo>
                  <a:lnTo>
                    <a:pt x="250" y="1"/>
                  </a:lnTo>
                  <a:lnTo>
                    <a:pt x="247" y="0"/>
                  </a:lnTo>
                  <a:lnTo>
                    <a:pt x="244" y="0"/>
                  </a:lnTo>
                  <a:lnTo>
                    <a:pt x="241" y="0"/>
                  </a:lnTo>
                  <a:lnTo>
                    <a:pt x="237" y="1"/>
                  </a:lnTo>
                  <a:lnTo>
                    <a:pt x="8" y="117"/>
                  </a:lnTo>
                  <a:lnTo>
                    <a:pt x="5" y="119"/>
                  </a:lnTo>
                  <a:lnTo>
                    <a:pt x="2" y="122"/>
                  </a:lnTo>
                  <a:lnTo>
                    <a:pt x="1" y="126"/>
                  </a:lnTo>
                  <a:lnTo>
                    <a:pt x="0" y="130"/>
                  </a:lnTo>
                  <a:lnTo>
                    <a:pt x="0" y="356"/>
                  </a:lnTo>
                  <a:lnTo>
                    <a:pt x="1" y="369"/>
                  </a:lnTo>
                  <a:lnTo>
                    <a:pt x="2" y="382"/>
                  </a:lnTo>
                  <a:lnTo>
                    <a:pt x="5" y="395"/>
                  </a:lnTo>
                  <a:lnTo>
                    <a:pt x="9" y="407"/>
                  </a:lnTo>
                  <a:lnTo>
                    <a:pt x="13" y="419"/>
                  </a:lnTo>
                  <a:lnTo>
                    <a:pt x="19" y="429"/>
                  </a:lnTo>
                  <a:lnTo>
                    <a:pt x="26" y="440"/>
                  </a:lnTo>
                  <a:lnTo>
                    <a:pt x="34" y="451"/>
                  </a:lnTo>
                  <a:lnTo>
                    <a:pt x="41" y="459"/>
                  </a:lnTo>
                  <a:lnTo>
                    <a:pt x="50" y="467"/>
                  </a:lnTo>
                  <a:lnTo>
                    <a:pt x="58" y="476"/>
                  </a:lnTo>
                  <a:lnTo>
                    <a:pt x="69" y="484"/>
                  </a:lnTo>
                  <a:lnTo>
                    <a:pt x="93" y="501"/>
                  </a:lnTo>
                  <a:lnTo>
                    <a:pt x="123" y="520"/>
                  </a:lnTo>
                  <a:lnTo>
                    <a:pt x="155" y="538"/>
                  </a:lnTo>
                  <a:lnTo>
                    <a:pt x="185" y="555"/>
                  </a:lnTo>
                  <a:lnTo>
                    <a:pt x="213" y="571"/>
                  </a:lnTo>
                  <a:lnTo>
                    <a:pt x="237" y="584"/>
                  </a:lnTo>
                  <a:lnTo>
                    <a:pt x="241" y="585"/>
                  </a:lnTo>
                  <a:lnTo>
                    <a:pt x="244" y="586"/>
                  </a:lnTo>
                  <a:lnTo>
                    <a:pt x="247" y="585"/>
                  </a:lnTo>
                  <a:lnTo>
                    <a:pt x="250" y="584"/>
                  </a:lnTo>
                  <a:lnTo>
                    <a:pt x="274" y="571"/>
                  </a:lnTo>
                  <a:lnTo>
                    <a:pt x="302" y="555"/>
                  </a:lnTo>
                  <a:lnTo>
                    <a:pt x="333" y="538"/>
                  </a:lnTo>
                  <a:lnTo>
                    <a:pt x="365" y="520"/>
                  </a:lnTo>
                  <a:lnTo>
                    <a:pt x="394" y="501"/>
                  </a:lnTo>
                  <a:lnTo>
                    <a:pt x="419" y="484"/>
                  </a:lnTo>
                  <a:lnTo>
                    <a:pt x="428" y="476"/>
                  </a:lnTo>
                  <a:lnTo>
                    <a:pt x="438" y="467"/>
                  </a:lnTo>
                  <a:lnTo>
                    <a:pt x="446" y="459"/>
                  </a:lnTo>
                  <a:lnTo>
                    <a:pt x="453" y="451"/>
                  </a:lnTo>
                  <a:lnTo>
                    <a:pt x="462" y="440"/>
                  </a:lnTo>
                  <a:lnTo>
                    <a:pt x="468" y="429"/>
                  </a:lnTo>
                  <a:lnTo>
                    <a:pt x="473" y="419"/>
                  </a:lnTo>
                  <a:lnTo>
                    <a:pt x="479" y="407"/>
                  </a:lnTo>
                  <a:lnTo>
                    <a:pt x="482" y="395"/>
                  </a:lnTo>
                  <a:lnTo>
                    <a:pt x="485" y="382"/>
                  </a:lnTo>
                  <a:lnTo>
                    <a:pt x="486" y="369"/>
                  </a:lnTo>
                  <a:lnTo>
                    <a:pt x="486" y="356"/>
                  </a:lnTo>
                  <a:lnTo>
                    <a:pt x="486" y="130"/>
                  </a:lnTo>
                  <a:close/>
                  <a:moveTo>
                    <a:pt x="460" y="356"/>
                  </a:moveTo>
                  <a:lnTo>
                    <a:pt x="458" y="367"/>
                  </a:lnTo>
                  <a:lnTo>
                    <a:pt x="457" y="379"/>
                  </a:lnTo>
                  <a:lnTo>
                    <a:pt x="455" y="389"/>
                  </a:lnTo>
                  <a:lnTo>
                    <a:pt x="452" y="399"/>
                  </a:lnTo>
                  <a:lnTo>
                    <a:pt x="448" y="408"/>
                  </a:lnTo>
                  <a:lnTo>
                    <a:pt x="443" y="418"/>
                  </a:lnTo>
                  <a:lnTo>
                    <a:pt x="438" y="426"/>
                  </a:lnTo>
                  <a:lnTo>
                    <a:pt x="432" y="434"/>
                  </a:lnTo>
                  <a:lnTo>
                    <a:pt x="424" y="442"/>
                  </a:lnTo>
                  <a:lnTo>
                    <a:pt x="416" y="450"/>
                  </a:lnTo>
                  <a:lnTo>
                    <a:pt x="407" y="457"/>
                  </a:lnTo>
                  <a:lnTo>
                    <a:pt x="397" y="465"/>
                  </a:lnTo>
                  <a:lnTo>
                    <a:pt x="376" y="480"/>
                  </a:lnTo>
                  <a:lnTo>
                    <a:pt x="351" y="495"/>
                  </a:lnTo>
                  <a:lnTo>
                    <a:pt x="321" y="512"/>
                  </a:lnTo>
                  <a:lnTo>
                    <a:pt x="293" y="528"/>
                  </a:lnTo>
                  <a:lnTo>
                    <a:pt x="266" y="543"/>
                  </a:lnTo>
                  <a:lnTo>
                    <a:pt x="244" y="556"/>
                  </a:lnTo>
                  <a:lnTo>
                    <a:pt x="220" y="543"/>
                  </a:lnTo>
                  <a:lnTo>
                    <a:pt x="195" y="528"/>
                  </a:lnTo>
                  <a:lnTo>
                    <a:pt x="166" y="512"/>
                  </a:lnTo>
                  <a:lnTo>
                    <a:pt x="137" y="495"/>
                  </a:lnTo>
                  <a:lnTo>
                    <a:pt x="112" y="480"/>
                  </a:lnTo>
                  <a:lnTo>
                    <a:pt x="89" y="465"/>
                  </a:lnTo>
                  <a:lnTo>
                    <a:pt x="80" y="457"/>
                  </a:lnTo>
                  <a:lnTo>
                    <a:pt x="71" y="450"/>
                  </a:lnTo>
                  <a:lnTo>
                    <a:pt x="64" y="442"/>
                  </a:lnTo>
                  <a:lnTo>
                    <a:pt x="56" y="434"/>
                  </a:lnTo>
                  <a:lnTo>
                    <a:pt x="50" y="426"/>
                  </a:lnTo>
                  <a:lnTo>
                    <a:pt x="44" y="418"/>
                  </a:lnTo>
                  <a:lnTo>
                    <a:pt x="39" y="408"/>
                  </a:lnTo>
                  <a:lnTo>
                    <a:pt x="36" y="399"/>
                  </a:lnTo>
                  <a:lnTo>
                    <a:pt x="33" y="389"/>
                  </a:lnTo>
                  <a:lnTo>
                    <a:pt x="30" y="379"/>
                  </a:lnTo>
                  <a:lnTo>
                    <a:pt x="28" y="367"/>
                  </a:lnTo>
                  <a:lnTo>
                    <a:pt x="28" y="356"/>
                  </a:lnTo>
                  <a:lnTo>
                    <a:pt x="28" y="138"/>
                  </a:lnTo>
                  <a:lnTo>
                    <a:pt x="244" y="30"/>
                  </a:lnTo>
                  <a:lnTo>
                    <a:pt x="460" y="138"/>
                  </a:lnTo>
                  <a:lnTo>
                    <a:pt x="460" y="3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249">
              <a:extLst>
                <a:ext uri="{FF2B5EF4-FFF2-40B4-BE49-F238E27FC236}">
                  <a16:creationId xmlns:a16="http://schemas.microsoft.com/office/drawing/2014/main" id="{AC7B9D3C-790B-43D3-971C-E7C00132EC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74314" y="2587626"/>
              <a:ext cx="150813" cy="182563"/>
            </a:xfrm>
            <a:custGeom>
              <a:avLst/>
              <a:gdLst>
                <a:gd name="T0" fmla="*/ 189 w 283"/>
                <a:gd name="T1" fmla="*/ 199 h 344"/>
                <a:gd name="T2" fmla="*/ 200 w 283"/>
                <a:gd name="T3" fmla="*/ 180 h 344"/>
                <a:gd name="T4" fmla="*/ 217 w 283"/>
                <a:gd name="T5" fmla="*/ 148 h 344"/>
                <a:gd name="T6" fmla="*/ 219 w 283"/>
                <a:gd name="T7" fmla="*/ 70 h 344"/>
                <a:gd name="T8" fmla="*/ 209 w 283"/>
                <a:gd name="T9" fmla="*/ 41 h 344"/>
                <a:gd name="T10" fmla="*/ 191 w 283"/>
                <a:gd name="T11" fmla="*/ 17 h 344"/>
                <a:gd name="T12" fmla="*/ 164 w 283"/>
                <a:gd name="T13" fmla="*/ 3 h 344"/>
                <a:gd name="T14" fmla="*/ 133 w 283"/>
                <a:gd name="T15" fmla="*/ 0 h 344"/>
                <a:gd name="T16" fmla="*/ 104 w 283"/>
                <a:gd name="T17" fmla="*/ 9 h 344"/>
                <a:gd name="T18" fmla="*/ 82 w 283"/>
                <a:gd name="T19" fmla="*/ 28 h 344"/>
                <a:gd name="T20" fmla="*/ 68 w 283"/>
                <a:gd name="T21" fmla="*/ 55 h 344"/>
                <a:gd name="T22" fmla="*/ 64 w 283"/>
                <a:gd name="T23" fmla="*/ 129 h 344"/>
                <a:gd name="T24" fmla="*/ 73 w 283"/>
                <a:gd name="T25" fmla="*/ 165 h 344"/>
                <a:gd name="T26" fmla="*/ 98 w 283"/>
                <a:gd name="T27" fmla="*/ 192 h 344"/>
                <a:gd name="T28" fmla="*/ 87 w 283"/>
                <a:gd name="T29" fmla="*/ 202 h 344"/>
                <a:gd name="T30" fmla="*/ 45 w 283"/>
                <a:gd name="T31" fmla="*/ 214 h 344"/>
                <a:gd name="T32" fmla="*/ 23 w 283"/>
                <a:gd name="T33" fmla="*/ 231 h 344"/>
                <a:gd name="T34" fmla="*/ 8 w 283"/>
                <a:gd name="T35" fmla="*/ 253 h 344"/>
                <a:gd name="T36" fmla="*/ 0 w 283"/>
                <a:gd name="T37" fmla="*/ 280 h 344"/>
                <a:gd name="T38" fmla="*/ 5 w 283"/>
                <a:gd name="T39" fmla="*/ 339 h 344"/>
                <a:gd name="T40" fmla="*/ 275 w 283"/>
                <a:gd name="T41" fmla="*/ 343 h 344"/>
                <a:gd name="T42" fmla="*/ 283 w 283"/>
                <a:gd name="T43" fmla="*/ 288 h 344"/>
                <a:gd name="T44" fmla="*/ 278 w 283"/>
                <a:gd name="T45" fmla="*/ 260 h 344"/>
                <a:gd name="T46" fmla="*/ 265 w 283"/>
                <a:gd name="T47" fmla="*/ 236 h 344"/>
                <a:gd name="T48" fmla="*/ 245 w 283"/>
                <a:gd name="T49" fmla="*/ 218 h 344"/>
                <a:gd name="T50" fmla="*/ 218 w 283"/>
                <a:gd name="T51" fmla="*/ 207 h 344"/>
                <a:gd name="T52" fmla="*/ 100 w 283"/>
                <a:gd name="T53" fmla="*/ 49 h 344"/>
                <a:gd name="T54" fmla="*/ 131 w 283"/>
                <a:gd name="T55" fmla="*/ 29 h 344"/>
                <a:gd name="T56" fmla="*/ 164 w 283"/>
                <a:gd name="T57" fmla="*/ 32 h 344"/>
                <a:gd name="T58" fmla="*/ 185 w 283"/>
                <a:gd name="T59" fmla="*/ 53 h 344"/>
                <a:gd name="T60" fmla="*/ 173 w 283"/>
                <a:gd name="T61" fmla="*/ 73 h 344"/>
                <a:gd name="T62" fmla="*/ 139 w 283"/>
                <a:gd name="T63" fmla="*/ 87 h 344"/>
                <a:gd name="T64" fmla="*/ 91 w 283"/>
                <a:gd name="T65" fmla="*/ 77 h 344"/>
                <a:gd name="T66" fmla="*/ 129 w 283"/>
                <a:gd name="T67" fmla="*/ 116 h 344"/>
                <a:gd name="T68" fmla="*/ 167 w 283"/>
                <a:gd name="T69" fmla="*/ 107 h 344"/>
                <a:gd name="T70" fmla="*/ 191 w 283"/>
                <a:gd name="T71" fmla="*/ 129 h 344"/>
                <a:gd name="T72" fmla="*/ 177 w 283"/>
                <a:gd name="T73" fmla="*/ 164 h 344"/>
                <a:gd name="T74" fmla="*/ 142 w 283"/>
                <a:gd name="T75" fmla="*/ 178 h 344"/>
                <a:gd name="T76" fmla="*/ 106 w 283"/>
                <a:gd name="T77" fmla="*/ 164 h 344"/>
                <a:gd name="T78" fmla="*/ 91 w 283"/>
                <a:gd name="T79" fmla="*/ 129 h 344"/>
                <a:gd name="T80" fmla="*/ 149 w 283"/>
                <a:gd name="T81" fmla="*/ 228 h 344"/>
                <a:gd name="T82" fmla="*/ 119 w 283"/>
                <a:gd name="T83" fmla="*/ 223 h 344"/>
                <a:gd name="T84" fmla="*/ 132 w 283"/>
                <a:gd name="T85" fmla="*/ 206 h 344"/>
                <a:gd name="T86" fmla="*/ 164 w 283"/>
                <a:gd name="T87" fmla="*/ 213 h 344"/>
                <a:gd name="T88" fmla="*/ 28 w 283"/>
                <a:gd name="T89" fmla="*/ 288 h 344"/>
                <a:gd name="T90" fmla="*/ 40 w 283"/>
                <a:gd name="T91" fmla="*/ 253 h 344"/>
                <a:gd name="T92" fmla="*/ 71 w 283"/>
                <a:gd name="T93" fmla="*/ 234 h 344"/>
                <a:gd name="T94" fmla="*/ 91 w 283"/>
                <a:gd name="T95" fmla="*/ 238 h 344"/>
                <a:gd name="T96" fmla="*/ 119 w 283"/>
                <a:gd name="T97" fmla="*/ 252 h 344"/>
                <a:gd name="T98" fmla="*/ 149 w 283"/>
                <a:gd name="T99" fmla="*/ 256 h 344"/>
                <a:gd name="T100" fmla="*/ 178 w 283"/>
                <a:gd name="T101" fmla="*/ 247 h 344"/>
                <a:gd name="T102" fmla="*/ 198 w 283"/>
                <a:gd name="T103" fmla="*/ 232 h 344"/>
                <a:gd name="T104" fmla="*/ 230 w 283"/>
                <a:gd name="T105" fmla="*/ 242 h 344"/>
                <a:gd name="T106" fmla="*/ 252 w 283"/>
                <a:gd name="T107" fmla="*/ 27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3" h="344">
                  <a:moveTo>
                    <a:pt x="218" y="207"/>
                  </a:moveTo>
                  <a:lnTo>
                    <a:pt x="196" y="202"/>
                  </a:lnTo>
                  <a:lnTo>
                    <a:pt x="192" y="201"/>
                  </a:lnTo>
                  <a:lnTo>
                    <a:pt x="189" y="199"/>
                  </a:lnTo>
                  <a:lnTo>
                    <a:pt x="187" y="197"/>
                  </a:lnTo>
                  <a:lnTo>
                    <a:pt x="186" y="193"/>
                  </a:lnTo>
                  <a:lnTo>
                    <a:pt x="192" y="187"/>
                  </a:lnTo>
                  <a:lnTo>
                    <a:pt x="200" y="180"/>
                  </a:lnTo>
                  <a:lnTo>
                    <a:pt x="205" y="173"/>
                  </a:lnTo>
                  <a:lnTo>
                    <a:pt x="211" y="165"/>
                  </a:lnTo>
                  <a:lnTo>
                    <a:pt x="214" y="157"/>
                  </a:lnTo>
                  <a:lnTo>
                    <a:pt x="217" y="148"/>
                  </a:lnTo>
                  <a:lnTo>
                    <a:pt x="219" y="139"/>
                  </a:lnTo>
                  <a:lnTo>
                    <a:pt x="219" y="129"/>
                  </a:lnTo>
                  <a:lnTo>
                    <a:pt x="219" y="77"/>
                  </a:lnTo>
                  <a:lnTo>
                    <a:pt x="219" y="70"/>
                  </a:lnTo>
                  <a:lnTo>
                    <a:pt x="218" y="62"/>
                  </a:lnTo>
                  <a:lnTo>
                    <a:pt x="216" y="55"/>
                  </a:lnTo>
                  <a:lnTo>
                    <a:pt x="214" y="47"/>
                  </a:lnTo>
                  <a:lnTo>
                    <a:pt x="209" y="41"/>
                  </a:lnTo>
                  <a:lnTo>
                    <a:pt x="206" y="34"/>
                  </a:lnTo>
                  <a:lnTo>
                    <a:pt x="202" y="28"/>
                  </a:lnTo>
                  <a:lnTo>
                    <a:pt x="197" y="23"/>
                  </a:lnTo>
                  <a:lnTo>
                    <a:pt x="191" y="17"/>
                  </a:lnTo>
                  <a:lnTo>
                    <a:pt x="185" y="13"/>
                  </a:lnTo>
                  <a:lnTo>
                    <a:pt x="178" y="9"/>
                  </a:lnTo>
                  <a:lnTo>
                    <a:pt x="172" y="5"/>
                  </a:lnTo>
                  <a:lnTo>
                    <a:pt x="164" y="3"/>
                  </a:lnTo>
                  <a:lnTo>
                    <a:pt x="157" y="1"/>
                  </a:lnTo>
                  <a:lnTo>
                    <a:pt x="149" y="0"/>
                  </a:lnTo>
                  <a:lnTo>
                    <a:pt x="142" y="0"/>
                  </a:lnTo>
                  <a:lnTo>
                    <a:pt x="133" y="0"/>
                  </a:lnTo>
                  <a:lnTo>
                    <a:pt x="126" y="1"/>
                  </a:lnTo>
                  <a:lnTo>
                    <a:pt x="118" y="3"/>
                  </a:lnTo>
                  <a:lnTo>
                    <a:pt x="112" y="5"/>
                  </a:lnTo>
                  <a:lnTo>
                    <a:pt x="104" y="9"/>
                  </a:lnTo>
                  <a:lnTo>
                    <a:pt x="98" y="13"/>
                  </a:lnTo>
                  <a:lnTo>
                    <a:pt x="93" y="17"/>
                  </a:lnTo>
                  <a:lnTo>
                    <a:pt x="87" y="23"/>
                  </a:lnTo>
                  <a:lnTo>
                    <a:pt x="82" y="28"/>
                  </a:lnTo>
                  <a:lnTo>
                    <a:pt x="78" y="34"/>
                  </a:lnTo>
                  <a:lnTo>
                    <a:pt x="73" y="41"/>
                  </a:lnTo>
                  <a:lnTo>
                    <a:pt x="70" y="47"/>
                  </a:lnTo>
                  <a:lnTo>
                    <a:pt x="68" y="55"/>
                  </a:lnTo>
                  <a:lnTo>
                    <a:pt x="66" y="62"/>
                  </a:lnTo>
                  <a:lnTo>
                    <a:pt x="65" y="70"/>
                  </a:lnTo>
                  <a:lnTo>
                    <a:pt x="64" y="77"/>
                  </a:lnTo>
                  <a:lnTo>
                    <a:pt x="64" y="129"/>
                  </a:lnTo>
                  <a:lnTo>
                    <a:pt x="65" y="139"/>
                  </a:lnTo>
                  <a:lnTo>
                    <a:pt x="67" y="148"/>
                  </a:lnTo>
                  <a:lnTo>
                    <a:pt x="69" y="157"/>
                  </a:lnTo>
                  <a:lnTo>
                    <a:pt x="73" y="165"/>
                  </a:lnTo>
                  <a:lnTo>
                    <a:pt x="78" y="173"/>
                  </a:lnTo>
                  <a:lnTo>
                    <a:pt x="84" y="180"/>
                  </a:lnTo>
                  <a:lnTo>
                    <a:pt x="90" y="187"/>
                  </a:lnTo>
                  <a:lnTo>
                    <a:pt x="98" y="192"/>
                  </a:lnTo>
                  <a:lnTo>
                    <a:pt x="96" y="196"/>
                  </a:lnTo>
                  <a:lnTo>
                    <a:pt x="94" y="199"/>
                  </a:lnTo>
                  <a:lnTo>
                    <a:pt x="90" y="201"/>
                  </a:lnTo>
                  <a:lnTo>
                    <a:pt x="87" y="202"/>
                  </a:lnTo>
                  <a:lnTo>
                    <a:pt x="65" y="207"/>
                  </a:lnTo>
                  <a:lnTo>
                    <a:pt x="58" y="209"/>
                  </a:lnTo>
                  <a:lnTo>
                    <a:pt x="52" y="212"/>
                  </a:lnTo>
                  <a:lnTo>
                    <a:pt x="45" y="214"/>
                  </a:lnTo>
                  <a:lnTo>
                    <a:pt x="39" y="218"/>
                  </a:lnTo>
                  <a:lnTo>
                    <a:pt x="34" y="221"/>
                  </a:lnTo>
                  <a:lnTo>
                    <a:pt x="28" y="226"/>
                  </a:lnTo>
                  <a:lnTo>
                    <a:pt x="23" y="231"/>
                  </a:lnTo>
                  <a:lnTo>
                    <a:pt x="18" y="236"/>
                  </a:lnTo>
                  <a:lnTo>
                    <a:pt x="14" y="242"/>
                  </a:lnTo>
                  <a:lnTo>
                    <a:pt x="10" y="248"/>
                  </a:lnTo>
                  <a:lnTo>
                    <a:pt x="8" y="253"/>
                  </a:lnTo>
                  <a:lnTo>
                    <a:pt x="5" y="260"/>
                  </a:lnTo>
                  <a:lnTo>
                    <a:pt x="2" y="267"/>
                  </a:lnTo>
                  <a:lnTo>
                    <a:pt x="1" y="274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330"/>
                  </a:lnTo>
                  <a:lnTo>
                    <a:pt x="1" y="335"/>
                  </a:lnTo>
                  <a:lnTo>
                    <a:pt x="5" y="339"/>
                  </a:lnTo>
                  <a:lnTo>
                    <a:pt x="9" y="343"/>
                  </a:lnTo>
                  <a:lnTo>
                    <a:pt x="14" y="344"/>
                  </a:lnTo>
                  <a:lnTo>
                    <a:pt x="270" y="344"/>
                  </a:lnTo>
                  <a:lnTo>
                    <a:pt x="275" y="343"/>
                  </a:lnTo>
                  <a:lnTo>
                    <a:pt x="279" y="339"/>
                  </a:lnTo>
                  <a:lnTo>
                    <a:pt x="282" y="335"/>
                  </a:lnTo>
                  <a:lnTo>
                    <a:pt x="283" y="330"/>
                  </a:lnTo>
                  <a:lnTo>
                    <a:pt x="283" y="288"/>
                  </a:lnTo>
                  <a:lnTo>
                    <a:pt x="282" y="280"/>
                  </a:lnTo>
                  <a:lnTo>
                    <a:pt x="282" y="274"/>
                  </a:lnTo>
                  <a:lnTo>
                    <a:pt x="280" y="266"/>
                  </a:lnTo>
                  <a:lnTo>
                    <a:pt x="278" y="260"/>
                  </a:lnTo>
                  <a:lnTo>
                    <a:pt x="276" y="253"/>
                  </a:lnTo>
                  <a:lnTo>
                    <a:pt x="273" y="247"/>
                  </a:lnTo>
                  <a:lnTo>
                    <a:pt x="268" y="242"/>
                  </a:lnTo>
                  <a:lnTo>
                    <a:pt x="265" y="236"/>
                  </a:lnTo>
                  <a:lnTo>
                    <a:pt x="260" y="231"/>
                  </a:lnTo>
                  <a:lnTo>
                    <a:pt x="256" y="227"/>
                  </a:lnTo>
                  <a:lnTo>
                    <a:pt x="250" y="221"/>
                  </a:lnTo>
                  <a:lnTo>
                    <a:pt x="245" y="218"/>
                  </a:lnTo>
                  <a:lnTo>
                    <a:pt x="238" y="215"/>
                  </a:lnTo>
                  <a:lnTo>
                    <a:pt x="232" y="212"/>
                  </a:lnTo>
                  <a:lnTo>
                    <a:pt x="226" y="209"/>
                  </a:lnTo>
                  <a:lnTo>
                    <a:pt x="218" y="207"/>
                  </a:lnTo>
                  <a:close/>
                  <a:moveTo>
                    <a:pt x="91" y="77"/>
                  </a:moveTo>
                  <a:lnTo>
                    <a:pt x="93" y="68"/>
                  </a:lnTo>
                  <a:lnTo>
                    <a:pt x="96" y="58"/>
                  </a:lnTo>
                  <a:lnTo>
                    <a:pt x="100" y="49"/>
                  </a:lnTo>
                  <a:lnTo>
                    <a:pt x="106" y="42"/>
                  </a:lnTo>
                  <a:lnTo>
                    <a:pt x="114" y="37"/>
                  </a:lnTo>
                  <a:lnTo>
                    <a:pt x="123" y="31"/>
                  </a:lnTo>
                  <a:lnTo>
                    <a:pt x="131" y="29"/>
                  </a:lnTo>
                  <a:lnTo>
                    <a:pt x="142" y="28"/>
                  </a:lnTo>
                  <a:lnTo>
                    <a:pt x="149" y="28"/>
                  </a:lnTo>
                  <a:lnTo>
                    <a:pt x="157" y="30"/>
                  </a:lnTo>
                  <a:lnTo>
                    <a:pt x="164" y="32"/>
                  </a:lnTo>
                  <a:lnTo>
                    <a:pt x="171" y="37"/>
                  </a:lnTo>
                  <a:lnTo>
                    <a:pt x="176" y="41"/>
                  </a:lnTo>
                  <a:lnTo>
                    <a:pt x="182" y="47"/>
                  </a:lnTo>
                  <a:lnTo>
                    <a:pt x="185" y="53"/>
                  </a:lnTo>
                  <a:lnTo>
                    <a:pt x="188" y="60"/>
                  </a:lnTo>
                  <a:lnTo>
                    <a:pt x="187" y="61"/>
                  </a:lnTo>
                  <a:lnTo>
                    <a:pt x="181" y="68"/>
                  </a:lnTo>
                  <a:lnTo>
                    <a:pt x="173" y="73"/>
                  </a:lnTo>
                  <a:lnTo>
                    <a:pt x="164" y="77"/>
                  </a:lnTo>
                  <a:lnTo>
                    <a:pt x="156" y="82"/>
                  </a:lnTo>
                  <a:lnTo>
                    <a:pt x="147" y="85"/>
                  </a:lnTo>
                  <a:lnTo>
                    <a:pt x="139" y="87"/>
                  </a:lnTo>
                  <a:lnTo>
                    <a:pt x="129" y="88"/>
                  </a:lnTo>
                  <a:lnTo>
                    <a:pt x="119" y="89"/>
                  </a:lnTo>
                  <a:lnTo>
                    <a:pt x="91" y="89"/>
                  </a:lnTo>
                  <a:lnTo>
                    <a:pt x="91" y="77"/>
                  </a:lnTo>
                  <a:close/>
                  <a:moveTo>
                    <a:pt x="91" y="129"/>
                  </a:moveTo>
                  <a:lnTo>
                    <a:pt x="91" y="117"/>
                  </a:lnTo>
                  <a:lnTo>
                    <a:pt x="119" y="117"/>
                  </a:lnTo>
                  <a:lnTo>
                    <a:pt x="129" y="116"/>
                  </a:lnTo>
                  <a:lnTo>
                    <a:pt x="139" y="115"/>
                  </a:lnTo>
                  <a:lnTo>
                    <a:pt x="148" y="114"/>
                  </a:lnTo>
                  <a:lnTo>
                    <a:pt x="158" y="111"/>
                  </a:lnTo>
                  <a:lnTo>
                    <a:pt x="167" y="107"/>
                  </a:lnTo>
                  <a:lnTo>
                    <a:pt x="175" y="103"/>
                  </a:lnTo>
                  <a:lnTo>
                    <a:pt x="184" y="99"/>
                  </a:lnTo>
                  <a:lnTo>
                    <a:pt x="191" y="94"/>
                  </a:lnTo>
                  <a:lnTo>
                    <a:pt x="191" y="129"/>
                  </a:lnTo>
                  <a:lnTo>
                    <a:pt x="190" y="139"/>
                  </a:lnTo>
                  <a:lnTo>
                    <a:pt x="188" y="148"/>
                  </a:lnTo>
                  <a:lnTo>
                    <a:pt x="183" y="157"/>
                  </a:lnTo>
                  <a:lnTo>
                    <a:pt x="177" y="164"/>
                  </a:lnTo>
                  <a:lnTo>
                    <a:pt x="170" y="170"/>
                  </a:lnTo>
                  <a:lnTo>
                    <a:pt x="161" y="175"/>
                  </a:lnTo>
                  <a:lnTo>
                    <a:pt x="152" y="177"/>
                  </a:lnTo>
                  <a:lnTo>
                    <a:pt x="142" y="178"/>
                  </a:lnTo>
                  <a:lnTo>
                    <a:pt x="131" y="177"/>
                  </a:lnTo>
                  <a:lnTo>
                    <a:pt x="123" y="175"/>
                  </a:lnTo>
                  <a:lnTo>
                    <a:pt x="114" y="170"/>
                  </a:lnTo>
                  <a:lnTo>
                    <a:pt x="106" y="164"/>
                  </a:lnTo>
                  <a:lnTo>
                    <a:pt x="100" y="157"/>
                  </a:lnTo>
                  <a:lnTo>
                    <a:pt x="96" y="148"/>
                  </a:lnTo>
                  <a:lnTo>
                    <a:pt x="93" y="139"/>
                  </a:lnTo>
                  <a:lnTo>
                    <a:pt x="91" y="129"/>
                  </a:lnTo>
                  <a:close/>
                  <a:moveTo>
                    <a:pt x="171" y="219"/>
                  </a:moveTo>
                  <a:lnTo>
                    <a:pt x="163" y="223"/>
                  </a:lnTo>
                  <a:lnTo>
                    <a:pt x="157" y="226"/>
                  </a:lnTo>
                  <a:lnTo>
                    <a:pt x="149" y="228"/>
                  </a:lnTo>
                  <a:lnTo>
                    <a:pt x="142" y="228"/>
                  </a:lnTo>
                  <a:lnTo>
                    <a:pt x="134" y="228"/>
                  </a:lnTo>
                  <a:lnTo>
                    <a:pt x="127" y="226"/>
                  </a:lnTo>
                  <a:lnTo>
                    <a:pt x="119" y="223"/>
                  </a:lnTo>
                  <a:lnTo>
                    <a:pt x="113" y="219"/>
                  </a:lnTo>
                  <a:lnTo>
                    <a:pt x="118" y="213"/>
                  </a:lnTo>
                  <a:lnTo>
                    <a:pt x="123" y="204"/>
                  </a:lnTo>
                  <a:lnTo>
                    <a:pt x="132" y="206"/>
                  </a:lnTo>
                  <a:lnTo>
                    <a:pt x="142" y="206"/>
                  </a:lnTo>
                  <a:lnTo>
                    <a:pt x="150" y="206"/>
                  </a:lnTo>
                  <a:lnTo>
                    <a:pt x="160" y="204"/>
                  </a:lnTo>
                  <a:lnTo>
                    <a:pt x="164" y="213"/>
                  </a:lnTo>
                  <a:lnTo>
                    <a:pt x="171" y="219"/>
                  </a:lnTo>
                  <a:close/>
                  <a:moveTo>
                    <a:pt x="256" y="316"/>
                  </a:moveTo>
                  <a:lnTo>
                    <a:pt x="28" y="316"/>
                  </a:lnTo>
                  <a:lnTo>
                    <a:pt x="28" y="288"/>
                  </a:lnTo>
                  <a:lnTo>
                    <a:pt x="28" y="278"/>
                  </a:lnTo>
                  <a:lnTo>
                    <a:pt x="31" y="270"/>
                  </a:lnTo>
                  <a:lnTo>
                    <a:pt x="35" y="261"/>
                  </a:lnTo>
                  <a:lnTo>
                    <a:pt x="40" y="253"/>
                  </a:lnTo>
                  <a:lnTo>
                    <a:pt x="46" y="247"/>
                  </a:lnTo>
                  <a:lnTo>
                    <a:pt x="54" y="242"/>
                  </a:lnTo>
                  <a:lnTo>
                    <a:pt x="61" y="237"/>
                  </a:lnTo>
                  <a:lnTo>
                    <a:pt x="71" y="234"/>
                  </a:lnTo>
                  <a:lnTo>
                    <a:pt x="84" y="231"/>
                  </a:lnTo>
                  <a:lnTo>
                    <a:pt x="85" y="232"/>
                  </a:lnTo>
                  <a:lnTo>
                    <a:pt x="86" y="233"/>
                  </a:lnTo>
                  <a:lnTo>
                    <a:pt x="91" y="238"/>
                  </a:lnTo>
                  <a:lnTo>
                    <a:pt x="98" y="243"/>
                  </a:lnTo>
                  <a:lnTo>
                    <a:pt x="104" y="247"/>
                  </a:lnTo>
                  <a:lnTo>
                    <a:pt x="112" y="250"/>
                  </a:lnTo>
                  <a:lnTo>
                    <a:pt x="119" y="252"/>
                  </a:lnTo>
                  <a:lnTo>
                    <a:pt x="127" y="255"/>
                  </a:lnTo>
                  <a:lnTo>
                    <a:pt x="134" y="256"/>
                  </a:lnTo>
                  <a:lnTo>
                    <a:pt x="142" y="256"/>
                  </a:lnTo>
                  <a:lnTo>
                    <a:pt x="149" y="256"/>
                  </a:lnTo>
                  <a:lnTo>
                    <a:pt x="157" y="255"/>
                  </a:lnTo>
                  <a:lnTo>
                    <a:pt x="164" y="252"/>
                  </a:lnTo>
                  <a:lnTo>
                    <a:pt x="171" y="250"/>
                  </a:lnTo>
                  <a:lnTo>
                    <a:pt x="178" y="247"/>
                  </a:lnTo>
                  <a:lnTo>
                    <a:pt x="185" y="243"/>
                  </a:lnTo>
                  <a:lnTo>
                    <a:pt x="191" y="238"/>
                  </a:lnTo>
                  <a:lnTo>
                    <a:pt x="198" y="233"/>
                  </a:lnTo>
                  <a:lnTo>
                    <a:pt x="198" y="232"/>
                  </a:lnTo>
                  <a:lnTo>
                    <a:pt x="199" y="231"/>
                  </a:lnTo>
                  <a:lnTo>
                    <a:pt x="213" y="234"/>
                  </a:lnTo>
                  <a:lnTo>
                    <a:pt x="221" y="237"/>
                  </a:lnTo>
                  <a:lnTo>
                    <a:pt x="230" y="242"/>
                  </a:lnTo>
                  <a:lnTo>
                    <a:pt x="237" y="247"/>
                  </a:lnTo>
                  <a:lnTo>
                    <a:pt x="244" y="253"/>
                  </a:lnTo>
                  <a:lnTo>
                    <a:pt x="248" y="261"/>
                  </a:lnTo>
                  <a:lnTo>
                    <a:pt x="252" y="270"/>
                  </a:lnTo>
                  <a:lnTo>
                    <a:pt x="255" y="278"/>
                  </a:lnTo>
                  <a:lnTo>
                    <a:pt x="256" y="288"/>
                  </a:lnTo>
                  <a:lnTo>
                    <a:pt x="256" y="3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250">
              <a:extLst>
                <a:ext uri="{FF2B5EF4-FFF2-40B4-BE49-F238E27FC236}">
                  <a16:creationId xmlns:a16="http://schemas.microsoft.com/office/drawing/2014/main" id="{47429AE3-FAE8-4098-B4AC-A03F545D7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1001" y="2813051"/>
              <a:ext cx="15875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6 w 28"/>
                <a:gd name="T27" fmla="*/ 19 h 28"/>
                <a:gd name="T28" fmla="*/ 28 w 28"/>
                <a:gd name="T29" fmla="*/ 14 h 28"/>
                <a:gd name="T30" fmla="*/ 26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6" y="19"/>
                  </a:lnTo>
                  <a:lnTo>
                    <a:pt x="28" y="14"/>
                  </a:lnTo>
                  <a:lnTo>
                    <a:pt x="26" y="9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251">
              <a:extLst>
                <a:ext uri="{FF2B5EF4-FFF2-40B4-BE49-F238E27FC236}">
                  <a16:creationId xmlns:a16="http://schemas.microsoft.com/office/drawing/2014/main" id="{9621FC0D-629F-47CA-AB10-91AD584B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0501" y="2625726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252">
              <a:extLst>
                <a:ext uri="{FF2B5EF4-FFF2-40B4-BE49-F238E27FC236}">
                  <a16:creationId xmlns:a16="http://schemas.microsoft.com/office/drawing/2014/main" id="{B381C7AB-A633-42E4-B32D-53223616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0501" y="2649538"/>
              <a:ext cx="14288" cy="53975"/>
            </a:xfrm>
            <a:custGeom>
              <a:avLst/>
              <a:gdLst>
                <a:gd name="T0" fmla="*/ 14 w 28"/>
                <a:gd name="T1" fmla="*/ 0 h 102"/>
                <a:gd name="T2" fmla="*/ 9 w 28"/>
                <a:gd name="T3" fmla="*/ 1 h 102"/>
                <a:gd name="T4" fmla="*/ 4 w 28"/>
                <a:gd name="T5" fmla="*/ 4 h 102"/>
                <a:gd name="T6" fmla="*/ 1 w 28"/>
                <a:gd name="T7" fmla="*/ 9 h 102"/>
                <a:gd name="T8" fmla="*/ 0 w 28"/>
                <a:gd name="T9" fmla="*/ 14 h 102"/>
                <a:gd name="T10" fmla="*/ 0 w 28"/>
                <a:gd name="T11" fmla="*/ 88 h 102"/>
                <a:gd name="T12" fmla="*/ 1 w 28"/>
                <a:gd name="T13" fmla="*/ 93 h 102"/>
                <a:gd name="T14" fmla="*/ 4 w 28"/>
                <a:gd name="T15" fmla="*/ 99 h 102"/>
                <a:gd name="T16" fmla="*/ 9 w 28"/>
                <a:gd name="T17" fmla="*/ 101 h 102"/>
                <a:gd name="T18" fmla="*/ 14 w 28"/>
                <a:gd name="T19" fmla="*/ 102 h 102"/>
                <a:gd name="T20" fmla="*/ 19 w 28"/>
                <a:gd name="T21" fmla="*/ 101 h 102"/>
                <a:gd name="T22" fmla="*/ 24 w 28"/>
                <a:gd name="T23" fmla="*/ 99 h 102"/>
                <a:gd name="T24" fmla="*/ 27 w 28"/>
                <a:gd name="T25" fmla="*/ 93 h 102"/>
                <a:gd name="T26" fmla="*/ 28 w 28"/>
                <a:gd name="T27" fmla="*/ 88 h 102"/>
                <a:gd name="T28" fmla="*/ 28 w 28"/>
                <a:gd name="T29" fmla="*/ 14 h 102"/>
                <a:gd name="T30" fmla="*/ 27 w 28"/>
                <a:gd name="T31" fmla="*/ 9 h 102"/>
                <a:gd name="T32" fmla="*/ 24 w 28"/>
                <a:gd name="T33" fmla="*/ 4 h 102"/>
                <a:gd name="T34" fmla="*/ 19 w 28"/>
                <a:gd name="T35" fmla="*/ 1 h 102"/>
                <a:gd name="T36" fmla="*/ 14 w 28"/>
                <a:gd name="T3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02">
                  <a:moveTo>
                    <a:pt x="14" y="0"/>
                  </a:move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88"/>
                  </a:lnTo>
                  <a:lnTo>
                    <a:pt x="1" y="93"/>
                  </a:lnTo>
                  <a:lnTo>
                    <a:pt x="4" y="99"/>
                  </a:lnTo>
                  <a:lnTo>
                    <a:pt x="9" y="101"/>
                  </a:lnTo>
                  <a:lnTo>
                    <a:pt x="14" y="102"/>
                  </a:lnTo>
                  <a:lnTo>
                    <a:pt x="19" y="101"/>
                  </a:lnTo>
                  <a:lnTo>
                    <a:pt x="24" y="99"/>
                  </a:lnTo>
                  <a:lnTo>
                    <a:pt x="27" y="93"/>
                  </a:lnTo>
                  <a:lnTo>
                    <a:pt x="28" y="88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8950DF-629D-4219-9CB2-9F02A2D7EDD4}"/>
              </a:ext>
            </a:extLst>
          </p:cNvPr>
          <p:cNvGrpSpPr/>
          <p:nvPr/>
        </p:nvGrpSpPr>
        <p:grpSpPr>
          <a:xfrm>
            <a:off x="10283826" y="1776413"/>
            <a:ext cx="331788" cy="376238"/>
            <a:chOff x="10283826" y="1776413"/>
            <a:chExt cx="331788" cy="376238"/>
          </a:xfrm>
          <a:solidFill>
            <a:schemeClr val="bg1"/>
          </a:solidFill>
        </p:grpSpPr>
        <p:sp>
          <p:nvSpPr>
            <p:cNvPr id="124" name="Freeform 253">
              <a:extLst>
                <a:ext uri="{FF2B5EF4-FFF2-40B4-BE49-F238E27FC236}">
                  <a16:creationId xmlns:a16="http://schemas.microsoft.com/office/drawing/2014/main" id="{9F329103-55A8-490D-A36A-F3689A9A4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3826" y="1900238"/>
              <a:ext cx="249238" cy="252413"/>
            </a:xfrm>
            <a:custGeom>
              <a:avLst/>
              <a:gdLst>
                <a:gd name="T0" fmla="*/ 466 w 472"/>
                <a:gd name="T1" fmla="*/ 405 h 477"/>
                <a:gd name="T2" fmla="*/ 455 w 472"/>
                <a:gd name="T3" fmla="*/ 403 h 477"/>
                <a:gd name="T4" fmla="*/ 433 w 472"/>
                <a:gd name="T5" fmla="*/ 415 h 477"/>
                <a:gd name="T6" fmla="*/ 398 w 472"/>
                <a:gd name="T7" fmla="*/ 432 h 477"/>
                <a:gd name="T8" fmla="*/ 360 w 472"/>
                <a:gd name="T9" fmla="*/ 442 h 477"/>
                <a:gd name="T10" fmla="*/ 321 w 472"/>
                <a:gd name="T11" fmla="*/ 449 h 477"/>
                <a:gd name="T12" fmla="*/ 287 w 472"/>
                <a:gd name="T13" fmla="*/ 449 h 477"/>
                <a:gd name="T14" fmla="*/ 259 w 472"/>
                <a:gd name="T15" fmla="*/ 445 h 477"/>
                <a:gd name="T16" fmla="*/ 232 w 472"/>
                <a:gd name="T17" fmla="*/ 440 h 477"/>
                <a:gd name="T18" fmla="*/ 207 w 472"/>
                <a:gd name="T19" fmla="*/ 433 h 477"/>
                <a:gd name="T20" fmla="*/ 183 w 472"/>
                <a:gd name="T21" fmla="*/ 422 h 477"/>
                <a:gd name="T22" fmla="*/ 159 w 472"/>
                <a:gd name="T23" fmla="*/ 409 h 477"/>
                <a:gd name="T24" fmla="*/ 138 w 472"/>
                <a:gd name="T25" fmla="*/ 394 h 477"/>
                <a:gd name="T26" fmla="*/ 118 w 472"/>
                <a:gd name="T27" fmla="*/ 378 h 477"/>
                <a:gd name="T28" fmla="*/ 98 w 472"/>
                <a:gd name="T29" fmla="*/ 359 h 477"/>
                <a:gd name="T30" fmla="*/ 82 w 472"/>
                <a:gd name="T31" fmla="*/ 339 h 477"/>
                <a:gd name="T32" fmla="*/ 67 w 472"/>
                <a:gd name="T33" fmla="*/ 317 h 477"/>
                <a:gd name="T34" fmla="*/ 54 w 472"/>
                <a:gd name="T35" fmla="*/ 294 h 477"/>
                <a:gd name="T36" fmla="*/ 44 w 472"/>
                <a:gd name="T37" fmla="*/ 269 h 477"/>
                <a:gd name="T38" fmla="*/ 36 w 472"/>
                <a:gd name="T39" fmla="*/ 244 h 477"/>
                <a:gd name="T40" fmla="*/ 31 w 472"/>
                <a:gd name="T41" fmla="*/ 217 h 477"/>
                <a:gd name="T42" fmla="*/ 27 w 472"/>
                <a:gd name="T43" fmla="*/ 189 h 477"/>
                <a:gd name="T44" fmla="*/ 28 w 472"/>
                <a:gd name="T45" fmla="*/ 155 h 477"/>
                <a:gd name="T46" fmla="*/ 34 w 472"/>
                <a:gd name="T47" fmla="*/ 114 h 477"/>
                <a:gd name="T48" fmla="*/ 46 w 472"/>
                <a:gd name="T49" fmla="*/ 76 h 477"/>
                <a:gd name="T50" fmla="*/ 63 w 472"/>
                <a:gd name="T51" fmla="*/ 39 h 477"/>
                <a:gd name="T52" fmla="*/ 76 w 472"/>
                <a:gd name="T53" fmla="*/ 17 h 477"/>
                <a:gd name="T54" fmla="*/ 75 w 472"/>
                <a:gd name="T55" fmla="*/ 6 h 477"/>
                <a:gd name="T56" fmla="*/ 65 w 472"/>
                <a:gd name="T57" fmla="*/ 0 h 477"/>
                <a:gd name="T58" fmla="*/ 55 w 472"/>
                <a:gd name="T59" fmla="*/ 2 h 477"/>
                <a:gd name="T60" fmla="*/ 39 w 472"/>
                <a:gd name="T61" fmla="*/ 26 h 477"/>
                <a:gd name="T62" fmla="*/ 20 w 472"/>
                <a:gd name="T63" fmla="*/ 65 h 477"/>
                <a:gd name="T64" fmla="*/ 7 w 472"/>
                <a:gd name="T65" fmla="*/ 108 h 477"/>
                <a:gd name="T66" fmla="*/ 1 w 472"/>
                <a:gd name="T67" fmla="*/ 152 h 477"/>
                <a:gd name="T68" fmla="*/ 0 w 472"/>
                <a:gd name="T69" fmla="*/ 190 h 477"/>
                <a:gd name="T70" fmla="*/ 3 w 472"/>
                <a:gd name="T71" fmla="*/ 220 h 477"/>
                <a:gd name="T72" fmla="*/ 8 w 472"/>
                <a:gd name="T73" fmla="*/ 249 h 477"/>
                <a:gd name="T74" fmla="*/ 17 w 472"/>
                <a:gd name="T75" fmla="*/ 277 h 477"/>
                <a:gd name="T76" fmla="*/ 28 w 472"/>
                <a:gd name="T77" fmla="*/ 304 h 477"/>
                <a:gd name="T78" fmla="*/ 42 w 472"/>
                <a:gd name="T79" fmla="*/ 330 h 477"/>
                <a:gd name="T80" fmla="*/ 59 w 472"/>
                <a:gd name="T81" fmla="*/ 354 h 477"/>
                <a:gd name="T82" fmla="*/ 78 w 472"/>
                <a:gd name="T83" fmla="*/ 378 h 477"/>
                <a:gd name="T84" fmla="*/ 99 w 472"/>
                <a:gd name="T85" fmla="*/ 398 h 477"/>
                <a:gd name="T86" fmla="*/ 122 w 472"/>
                <a:gd name="T87" fmla="*/ 418 h 477"/>
                <a:gd name="T88" fmla="*/ 147 w 472"/>
                <a:gd name="T89" fmla="*/ 434 h 477"/>
                <a:gd name="T90" fmla="*/ 172 w 472"/>
                <a:gd name="T91" fmla="*/ 448 h 477"/>
                <a:gd name="T92" fmla="*/ 199 w 472"/>
                <a:gd name="T93" fmla="*/ 459 h 477"/>
                <a:gd name="T94" fmla="*/ 227 w 472"/>
                <a:gd name="T95" fmla="*/ 468 h 477"/>
                <a:gd name="T96" fmla="*/ 256 w 472"/>
                <a:gd name="T97" fmla="*/ 473 h 477"/>
                <a:gd name="T98" fmla="*/ 286 w 472"/>
                <a:gd name="T99" fmla="*/ 477 h 477"/>
                <a:gd name="T100" fmla="*/ 324 w 472"/>
                <a:gd name="T101" fmla="*/ 476 h 477"/>
                <a:gd name="T102" fmla="*/ 366 w 472"/>
                <a:gd name="T103" fmla="*/ 470 h 477"/>
                <a:gd name="T104" fmla="*/ 407 w 472"/>
                <a:gd name="T105" fmla="*/ 457 h 477"/>
                <a:gd name="T106" fmla="*/ 447 w 472"/>
                <a:gd name="T107" fmla="*/ 439 h 477"/>
                <a:gd name="T108" fmla="*/ 469 w 472"/>
                <a:gd name="T109" fmla="*/ 424 h 477"/>
                <a:gd name="T110" fmla="*/ 472 w 472"/>
                <a:gd name="T111" fmla="*/ 414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2" h="477">
                  <a:moveTo>
                    <a:pt x="469" y="409"/>
                  </a:moveTo>
                  <a:lnTo>
                    <a:pt x="466" y="405"/>
                  </a:lnTo>
                  <a:lnTo>
                    <a:pt x="461" y="403"/>
                  </a:lnTo>
                  <a:lnTo>
                    <a:pt x="455" y="403"/>
                  </a:lnTo>
                  <a:lnTo>
                    <a:pt x="450" y="405"/>
                  </a:lnTo>
                  <a:lnTo>
                    <a:pt x="433" y="415"/>
                  </a:lnTo>
                  <a:lnTo>
                    <a:pt x="416" y="424"/>
                  </a:lnTo>
                  <a:lnTo>
                    <a:pt x="398" y="432"/>
                  </a:lnTo>
                  <a:lnTo>
                    <a:pt x="379" y="438"/>
                  </a:lnTo>
                  <a:lnTo>
                    <a:pt x="360" y="442"/>
                  </a:lnTo>
                  <a:lnTo>
                    <a:pt x="341" y="447"/>
                  </a:lnTo>
                  <a:lnTo>
                    <a:pt x="321" y="449"/>
                  </a:lnTo>
                  <a:lnTo>
                    <a:pt x="301" y="449"/>
                  </a:lnTo>
                  <a:lnTo>
                    <a:pt x="287" y="449"/>
                  </a:lnTo>
                  <a:lnTo>
                    <a:pt x="273" y="448"/>
                  </a:lnTo>
                  <a:lnTo>
                    <a:pt x="259" y="445"/>
                  </a:lnTo>
                  <a:lnTo>
                    <a:pt x="246" y="443"/>
                  </a:lnTo>
                  <a:lnTo>
                    <a:pt x="232" y="440"/>
                  </a:lnTo>
                  <a:lnTo>
                    <a:pt x="219" y="437"/>
                  </a:lnTo>
                  <a:lnTo>
                    <a:pt x="207" y="433"/>
                  </a:lnTo>
                  <a:lnTo>
                    <a:pt x="195" y="427"/>
                  </a:lnTo>
                  <a:lnTo>
                    <a:pt x="183" y="422"/>
                  </a:lnTo>
                  <a:lnTo>
                    <a:pt x="171" y="415"/>
                  </a:lnTo>
                  <a:lnTo>
                    <a:pt x="159" y="409"/>
                  </a:lnTo>
                  <a:lnTo>
                    <a:pt x="149" y="403"/>
                  </a:lnTo>
                  <a:lnTo>
                    <a:pt x="138" y="394"/>
                  </a:lnTo>
                  <a:lnTo>
                    <a:pt x="127" y="386"/>
                  </a:lnTo>
                  <a:lnTo>
                    <a:pt x="118" y="378"/>
                  </a:lnTo>
                  <a:lnTo>
                    <a:pt x="108" y="368"/>
                  </a:lnTo>
                  <a:lnTo>
                    <a:pt x="98" y="359"/>
                  </a:lnTo>
                  <a:lnTo>
                    <a:pt x="90" y="349"/>
                  </a:lnTo>
                  <a:lnTo>
                    <a:pt x="82" y="339"/>
                  </a:lnTo>
                  <a:lnTo>
                    <a:pt x="75" y="328"/>
                  </a:lnTo>
                  <a:lnTo>
                    <a:pt x="67" y="317"/>
                  </a:lnTo>
                  <a:lnTo>
                    <a:pt x="61" y="306"/>
                  </a:lnTo>
                  <a:lnTo>
                    <a:pt x="54" y="294"/>
                  </a:lnTo>
                  <a:lnTo>
                    <a:pt x="49" y="281"/>
                  </a:lnTo>
                  <a:lnTo>
                    <a:pt x="44" y="269"/>
                  </a:lnTo>
                  <a:lnTo>
                    <a:pt x="39" y="257"/>
                  </a:lnTo>
                  <a:lnTo>
                    <a:pt x="36" y="244"/>
                  </a:lnTo>
                  <a:lnTo>
                    <a:pt x="33" y="230"/>
                  </a:lnTo>
                  <a:lnTo>
                    <a:pt x="31" y="217"/>
                  </a:lnTo>
                  <a:lnTo>
                    <a:pt x="28" y="203"/>
                  </a:lnTo>
                  <a:lnTo>
                    <a:pt x="27" y="189"/>
                  </a:lnTo>
                  <a:lnTo>
                    <a:pt x="27" y="175"/>
                  </a:lnTo>
                  <a:lnTo>
                    <a:pt x="28" y="155"/>
                  </a:lnTo>
                  <a:lnTo>
                    <a:pt x="31" y="134"/>
                  </a:lnTo>
                  <a:lnTo>
                    <a:pt x="34" y="114"/>
                  </a:lnTo>
                  <a:lnTo>
                    <a:pt x="39" y="94"/>
                  </a:lnTo>
                  <a:lnTo>
                    <a:pt x="46" y="76"/>
                  </a:lnTo>
                  <a:lnTo>
                    <a:pt x="54" y="57"/>
                  </a:lnTo>
                  <a:lnTo>
                    <a:pt x="63" y="39"/>
                  </a:lnTo>
                  <a:lnTo>
                    <a:pt x="74" y="21"/>
                  </a:lnTo>
                  <a:lnTo>
                    <a:pt x="76" y="17"/>
                  </a:lnTo>
                  <a:lnTo>
                    <a:pt x="76" y="12"/>
                  </a:lnTo>
                  <a:lnTo>
                    <a:pt x="75" y="6"/>
                  </a:lnTo>
                  <a:lnTo>
                    <a:pt x="70" y="2"/>
                  </a:lnTo>
                  <a:lnTo>
                    <a:pt x="65" y="0"/>
                  </a:lnTo>
                  <a:lnTo>
                    <a:pt x="60" y="0"/>
                  </a:lnTo>
                  <a:lnTo>
                    <a:pt x="55" y="2"/>
                  </a:lnTo>
                  <a:lnTo>
                    <a:pt x="51" y="6"/>
                  </a:lnTo>
                  <a:lnTo>
                    <a:pt x="39" y="26"/>
                  </a:lnTo>
                  <a:lnTo>
                    <a:pt x="28" y="45"/>
                  </a:lnTo>
                  <a:lnTo>
                    <a:pt x="20" y="65"/>
                  </a:lnTo>
                  <a:lnTo>
                    <a:pt x="12" y="87"/>
                  </a:lnTo>
                  <a:lnTo>
                    <a:pt x="7" y="108"/>
                  </a:lnTo>
                  <a:lnTo>
                    <a:pt x="3" y="130"/>
                  </a:lnTo>
                  <a:lnTo>
                    <a:pt x="1" y="152"/>
                  </a:lnTo>
                  <a:lnTo>
                    <a:pt x="0" y="175"/>
                  </a:lnTo>
                  <a:lnTo>
                    <a:pt x="0" y="190"/>
                  </a:lnTo>
                  <a:lnTo>
                    <a:pt x="1" y="205"/>
                  </a:lnTo>
                  <a:lnTo>
                    <a:pt x="3" y="220"/>
                  </a:lnTo>
                  <a:lnTo>
                    <a:pt x="5" y="234"/>
                  </a:lnTo>
                  <a:lnTo>
                    <a:pt x="8" y="249"/>
                  </a:lnTo>
                  <a:lnTo>
                    <a:pt x="12" y="263"/>
                  </a:lnTo>
                  <a:lnTo>
                    <a:pt x="17" y="277"/>
                  </a:lnTo>
                  <a:lnTo>
                    <a:pt x="22" y="291"/>
                  </a:lnTo>
                  <a:lnTo>
                    <a:pt x="28" y="304"/>
                  </a:lnTo>
                  <a:lnTo>
                    <a:pt x="35" y="317"/>
                  </a:lnTo>
                  <a:lnTo>
                    <a:pt x="42" y="330"/>
                  </a:lnTo>
                  <a:lnTo>
                    <a:pt x="50" y="342"/>
                  </a:lnTo>
                  <a:lnTo>
                    <a:pt x="59" y="354"/>
                  </a:lnTo>
                  <a:lnTo>
                    <a:pt x="68" y="366"/>
                  </a:lnTo>
                  <a:lnTo>
                    <a:pt x="78" y="378"/>
                  </a:lnTo>
                  <a:lnTo>
                    <a:pt x="88" y="389"/>
                  </a:lnTo>
                  <a:lnTo>
                    <a:pt x="99" y="398"/>
                  </a:lnTo>
                  <a:lnTo>
                    <a:pt x="110" y="409"/>
                  </a:lnTo>
                  <a:lnTo>
                    <a:pt x="122" y="418"/>
                  </a:lnTo>
                  <a:lnTo>
                    <a:pt x="134" y="426"/>
                  </a:lnTo>
                  <a:lnTo>
                    <a:pt x="147" y="434"/>
                  </a:lnTo>
                  <a:lnTo>
                    <a:pt x="159" y="441"/>
                  </a:lnTo>
                  <a:lnTo>
                    <a:pt x="172" y="448"/>
                  </a:lnTo>
                  <a:lnTo>
                    <a:pt x="186" y="454"/>
                  </a:lnTo>
                  <a:lnTo>
                    <a:pt x="199" y="459"/>
                  </a:lnTo>
                  <a:lnTo>
                    <a:pt x="213" y="464"/>
                  </a:lnTo>
                  <a:lnTo>
                    <a:pt x="227" y="468"/>
                  </a:lnTo>
                  <a:lnTo>
                    <a:pt x="242" y="471"/>
                  </a:lnTo>
                  <a:lnTo>
                    <a:pt x="256" y="473"/>
                  </a:lnTo>
                  <a:lnTo>
                    <a:pt x="271" y="476"/>
                  </a:lnTo>
                  <a:lnTo>
                    <a:pt x="286" y="477"/>
                  </a:lnTo>
                  <a:lnTo>
                    <a:pt x="301" y="477"/>
                  </a:lnTo>
                  <a:lnTo>
                    <a:pt x="324" y="476"/>
                  </a:lnTo>
                  <a:lnTo>
                    <a:pt x="345" y="473"/>
                  </a:lnTo>
                  <a:lnTo>
                    <a:pt x="366" y="470"/>
                  </a:lnTo>
                  <a:lnTo>
                    <a:pt x="387" y="465"/>
                  </a:lnTo>
                  <a:lnTo>
                    <a:pt x="407" y="457"/>
                  </a:lnTo>
                  <a:lnTo>
                    <a:pt x="428" y="449"/>
                  </a:lnTo>
                  <a:lnTo>
                    <a:pt x="447" y="439"/>
                  </a:lnTo>
                  <a:lnTo>
                    <a:pt x="465" y="428"/>
                  </a:lnTo>
                  <a:lnTo>
                    <a:pt x="469" y="424"/>
                  </a:lnTo>
                  <a:lnTo>
                    <a:pt x="472" y="420"/>
                  </a:lnTo>
                  <a:lnTo>
                    <a:pt x="472" y="414"/>
                  </a:lnTo>
                  <a:lnTo>
                    <a:pt x="469" y="4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254">
              <a:extLst>
                <a:ext uri="{FF2B5EF4-FFF2-40B4-BE49-F238E27FC236}">
                  <a16:creationId xmlns:a16="http://schemas.microsoft.com/office/drawing/2014/main" id="{DC56FCBB-FE65-44EB-8411-221AEF483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4176" y="2092326"/>
              <a:ext cx="15875" cy="14288"/>
            </a:xfrm>
            <a:custGeom>
              <a:avLst/>
              <a:gdLst>
                <a:gd name="T0" fmla="*/ 25 w 29"/>
                <a:gd name="T1" fmla="*/ 4 h 28"/>
                <a:gd name="T2" fmla="*/ 19 w 29"/>
                <a:gd name="T3" fmla="*/ 1 h 28"/>
                <a:gd name="T4" fmla="*/ 14 w 29"/>
                <a:gd name="T5" fmla="*/ 0 h 28"/>
                <a:gd name="T6" fmla="*/ 10 w 29"/>
                <a:gd name="T7" fmla="*/ 1 h 28"/>
                <a:gd name="T8" fmla="*/ 4 w 29"/>
                <a:gd name="T9" fmla="*/ 4 h 28"/>
                <a:gd name="T10" fmla="*/ 4 w 29"/>
                <a:gd name="T11" fmla="*/ 4 h 28"/>
                <a:gd name="T12" fmla="*/ 1 w 29"/>
                <a:gd name="T13" fmla="*/ 8 h 28"/>
                <a:gd name="T14" fmla="*/ 0 w 29"/>
                <a:gd name="T15" fmla="*/ 14 h 28"/>
                <a:gd name="T16" fmla="*/ 1 w 29"/>
                <a:gd name="T17" fmla="*/ 19 h 28"/>
                <a:gd name="T18" fmla="*/ 4 w 29"/>
                <a:gd name="T19" fmla="*/ 23 h 28"/>
                <a:gd name="T20" fmla="*/ 9 w 29"/>
                <a:gd name="T21" fmla="*/ 27 h 28"/>
                <a:gd name="T22" fmla="*/ 14 w 29"/>
                <a:gd name="T23" fmla="*/ 28 h 28"/>
                <a:gd name="T24" fmla="*/ 19 w 29"/>
                <a:gd name="T25" fmla="*/ 27 h 28"/>
                <a:gd name="T26" fmla="*/ 24 w 29"/>
                <a:gd name="T27" fmla="*/ 23 h 28"/>
                <a:gd name="T28" fmla="*/ 25 w 29"/>
                <a:gd name="T29" fmla="*/ 23 h 28"/>
                <a:gd name="T30" fmla="*/ 28 w 29"/>
                <a:gd name="T31" fmla="*/ 19 h 28"/>
                <a:gd name="T32" fmla="*/ 29 w 29"/>
                <a:gd name="T33" fmla="*/ 14 h 28"/>
                <a:gd name="T34" fmla="*/ 28 w 29"/>
                <a:gd name="T35" fmla="*/ 8 h 28"/>
                <a:gd name="T36" fmla="*/ 25 w 29"/>
                <a:gd name="T37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8">
                  <a:moveTo>
                    <a:pt x="25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4" y="4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8" y="19"/>
                  </a:lnTo>
                  <a:lnTo>
                    <a:pt x="29" y="14"/>
                  </a:lnTo>
                  <a:lnTo>
                    <a:pt x="28" y="8"/>
                  </a:lnTo>
                  <a:lnTo>
                    <a:pt x="2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255">
              <a:extLst>
                <a:ext uri="{FF2B5EF4-FFF2-40B4-BE49-F238E27FC236}">
                  <a16:creationId xmlns:a16="http://schemas.microsoft.com/office/drawing/2014/main" id="{97AF874A-004B-4A32-80E5-B3A248E27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52089" y="1776413"/>
              <a:ext cx="263525" cy="303213"/>
            </a:xfrm>
            <a:custGeom>
              <a:avLst/>
              <a:gdLst>
                <a:gd name="T0" fmla="*/ 458 w 498"/>
                <a:gd name="T1" fmla="*/ 230 h 574"/>
                <a:gd name="T2" fmla="*/ 496 w 498"/>
                <a:gd name="T3" fmla="*/ 190 h 574"/>
                <a:gd name="T4" fmla="*/ 496 w 498"/>
                <a:gd name="T5" fmla="*/ 158 h 574"/>
                <a:gd name="T6" fmla="*/ 431 w 498"/>
                <a:gd name="T7" fmla="*/ 89 h 574"/>
                <a:gd name="T8" fmla="*/ 398 w 498"/>
                <a:gd name="T9" fmla="*/ 83 h 574"/>
                <a:gd name="T10" fmla="*/ 353 w 498"/>
                <a:gd name="T11" fmla="*/ 118 h 574"/>
                <a:gd name="T12" fmla="*/ 353 w 498"/>
                <a:gd name="T13" fmla="*/ 137 h 574"/>
                <a:gd name="T14" fmla="*/ 317 w 498"/>
                <a:gd name="T15" fmla="*/ 144 h 574"/>
                <a:gd name="T16" fmla="*/ 258 w 498"/>
                <a:gd name="T17" fmla="*/ 119 h 574"/>
                <a:gd name="T18" fmla="*/ 257 w 498"/>
                <a:gd name="T19" fmla="*/ 88 h 574"/>
                <a:gd name="T20" fmla="*/ 271 w 498"/>
                <a:gd name="T21" fmla="*/ 74 h 574"/>
                <a:gd name="T22" fmla="*/ 262 w 498"/>
                <a:gd name="T23" fmla="*/ 1 h 574"/>
                <a:gd name="T24" fmla="*/ 78 w 498"/>
                <a:gd name="T25" fmla="*/ 3 h 574"/>
                <a:gd name="T26" fmla="*/ 74 w 498"/>
                <a:gd name="T27" fmla="*/ 80 h 574"/>
                <a:gd name="T28" fmla="*/ 118 w 498"/>
                <a:gd name="T29" fmla="*/ 88 h 574"/>
                <a:gd name="T30" fmla="*/ 74 w 498"/>
                <a:gd name="T31" fmla="*/ 123 h 574"/>
                <a:gd name="T32" fmla="*/ 20 w 498"/>
                <a:gd name="T33" fmla="*/ 149 h 574"/>
                <a:gd name="T34" fmla="*/ 0 w 498"/>
                <a:gd name="T35" fmla="*/ 171 h 574"/>
                <a:gd name="T36" fmla="*/ 16 w 498"/>
                <a:gd name="T37" fmla="*/ 182 h 574"/>
                <a:gd name="T38" fmla="*/ 74 w 498"/>
                <a:gd name="T39" fmla="*/ 152 h 574"/>
                <a:gd name="T40" fmla="*/ 152 w 498"/>
                <a:gd name="T41" fmla="*/ 135 h 574"/>
                <a:gd name="T42" fmla="*/ 214 w 498"/>
                <a:gd name="T43" fmla="*/ 138 h 574"/>
                <a:gd name="T44" fmla="*/ 266 w 498"/>
                <a:gd name="T45" fmla="*/ 151 h 574"/>
                <a:gd name="T46" fmla="*/ 314 w 498"/>
                <a:gd name="T47" fmla="*/ 175 h 574"/>
                <a:gd name="T48" fmla="*/ 357 w 498"/>
                <a:gd name="T49" fmla="*/ 206 h 574"/>
                <a:gd name="T50" fmla="*/ 392 w 498"/>
                <a:gd name="T51" fmla="*/ 245 h 574"/>
                <a:gd name="T52" fmla="*/ 419 w 498"/>
                <a:gd name="T53" fmla="*/ 290 h 574"/>
                <a:gd name="T54" fmla="*/ 437 w 498"/>
                <a:gd name="T55" fmla="*/ 340 h 574"/>
                <a:gd name="T56" fmla="*/ 446 w 498"/>
                <a:gd name="T57" fmla="*/ 395 h 574"/>
                <a:gd name="T58" fmla="*/ 440 w 498"/>
                <a:gd name="T59" fmla="*/ 466 h 574"/>
                <a:gd name="T60" fmla="*/ 414 w 498"/>
                <a:gd name="T61" fmla="*/ 537 h 574"/>
                <a:gd name="T62" fmla="*/ 406 w 498"/>
                <a:gd name="T63" fmla="*/ 569 h 574"/>
                <a:gd name="T64" fmla="*/ 420 w 498"/>
                <a:gd name="T65" fmla="*/ 574 h 574"/>
                <a:gd name="T66" fmla="*/ 439 w 498"/>
                <a:gd name="T67" fmla="*/ 550 h 574"/>
                <a:gd name="T68" fmla="*/ 467 w 498"/>
                <a:gd name="T69" fmla="*/ 471 h 574"/>
                <a:gd name="T70" fmla="*/ 473 w 498"/>
                <a:gd name="T71" fmla="*/ 385 h 574"/>
                <a:gd name="T72" fmla="*/ 452 w 498"/>
                <a:gd name="T73" fmla="*/ 297 h 574"/>
                <a:gd name="T74" fmla="*/ 437 w 498"/>
                <a:gd name="T75" fmla="*/ 221 h 574"/>
                <a:gd name="T76" fmla="*/ 172 w 498"/>
                <a:gd name="T77" fmla="*/ 107 h 574"/>
                <a:gd name="T78" fmla="*/ 199 w 498"/>
                <a:gd name="T79" fmla="*/ 88 h 574"/>
                <a:gd name="T80" fmla="*/ 101 w 498"/>
                <a:gd name="T81" fmla="*/ 27 h 574"/>
                <a:gd name="T82" fmla="*/ 404 w 498"/>
                <a:gd name="T83" fmla="*/ 215 h 574"/>
                <a:gd name="T84" fmla="*/ 366 w 498"/>
                <a:gd name="T85" fmla="*/ 178 h 574"/>
                <a:gd name="T86" fmla="*/ 390 w 498"/>
                <a:gd name="T87" fmla="*/ 134 h 574"/>
                <a:gd name="T88" fmla="*/ 396 w 498"/>
                <a:gd name="T89" fmla="*/ 114 h 574"/>
                <a:gd name="T90" fmla="*/ 407 w 498"/>
                <a:gd name="T91" fmla="*/ 110 h 574"/>
                <a:gd name="T92" fmla="*/ 417 w 498"/>
                <a:gd name="T93" fmla="*/ 115 h 574"/>
                <a:gd name="T94" fmla="*/ 470 w 498"/>
                <a:gd name="T95" fmla="*/ 172 h 574"/>
                <a:gd name="T96" fmla="*/ 468 w 498"/>
                <a:gd name="T97" fmla="*/ 182 h 574"/>
                <a:gd name="T98" fmla="*/ 447 w 498"/>
                <a:gd name="T99" fmla="*/ 19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8" h="574">
                  <a:moveTo>
                    <a:pt x="443" y="228"/>
                  </a:moveTo>
                  <a:lnTo>
                    <a:pt x="448" y="230"/>
                  </a:lnTo>
                  <a:lnTo>
                    <a:pt x="453" y="231"/>
                  </a:lnTo>
                  <a:lnTo>
                    <a:pt x="458" y="230"/>
                  </a:lnTo>
                  <a:lnTo>
                    <a:pt x="463" y="228"/>
                  </a:lnTo>
                  <a:lnTo>
                    <a:pt x="486" y="204"/>
                  </a:lnTo>
                  <a:lnTo>
                    <a:pt x="492" y="197"/>
                  </a:lnTo>
                  <a:lnTo>
                    <a:pt x="496" y="190"/>
                  </a:lnTo>
                  <a:lnTo>
                    <a:pt x="498" y="182"/>
                  </a:lnTo>
                  <a:lnTo>
                    <a:pt x="498" y="174"/>
                  </a:lnTo>
                  <a:lnTo>
                    <a:pt x="498" y="166"/>
                  </a:lnTo>
                  <a:lnTo>
                    <a:pt x="496" y="158"/>
                  </a:lnTo>
                  <a:lnTo>
                    <a:pt x="492" y="151"/>
                  </a:lnTo>
                  <a:lnTo>
                    <a:pt x="486" y="144"/>
                  </a:lnTo>
                  <a:lnTo>
                    <a:pt x="437" y="94"/>
                  </a:lnTo>
                  <a:lnTo>
                    <a:pt x="431" y="89"/>
                  </a:lnTo>
                  <a:lnTo>
                    <a:pt x="423" y="86"/>
                  </a:lnTo>
                  <a:lnTo>
                    <a:pt x="416" y="83"/>
                  </a:lnTo>
                  <a:lnTo>
                    <a:pt x="407" y="83"/>
                  </a:lnTo>
                  <a:lnTo>
                    <a:pt x="398" y="83"/>
                  </a:lnTo>
                  <a:lnTo>
                    <a:pt x="391" y="86"/>
                  </a:lnTo>
                  <a:lnTo>
                    <a:pt x="383" y="89"/>
                  </a:lnTo>
                  <a:lnTo>
                    <a:pt x="377" y="94"/>
                  </a:lnTo>
                  <a:lnTo>
                    <a:pt x="353" y="118"/>
                  </a:lnTo>
                  <a:lnTo>
                    <a:pt x="351" y="122"/>
                  </a:lnTo>
                  <a:lnTo>
                    <a:pt x="350" y="128"/>
                  </a:lnTo>
                  <a:lnTo>
                    <a:pt x="351" y="133"/>
                  </a:lnTo>
                  <a:lnTo>
                    <a:pt x="353" y="137"/>
                  </a:lnTo>
                  <a:lnTo>
                    <a:pt x="361" y="144"/>
                  </a:lnTo>
                  <a:lnTo>
                    <a:pt x="344" y="161"/>
                  </a:lnTo>
                  <a:lnTo>
                    <a:pt x="331" y="151"/>
                  </a:lnTo>
                  <a:lnTo>
                    <a:pt x="317" y="144"/>
                  </a:lnTo>
                  <a:lnTo>
                    <a:pt x="302" y="136"/>
                  </a:lnTo>
                  <a:lnTo>
                    <a:pt x="288" y="130"/>
                  </a:lnTo>
                  <a:lnTo>
                    <a:pt x="273" y="124"/>
                  </a:lnTo>
                  <a:lnTo>
                    <a:pt x="258" y="119"/>
                  </a:lnTo>
                  <a:lnTo>
                    <a:pt x="242" y="115"/>
                  </a:lnTo>
                  <a:lnTo>
                    <a:pt x="227" y="112"/>
                  </a:lnTo>
                  <a:lnTo>
                    <a:pt x="227" y="88"/>
                  </a:lnTo>
                  <a:lnTo>
                    <a:pt x="257" y="88"/>
                  </a:lnTo>
                  <a:lnTo>
                    <a:pt x="262" y="87"/>
                  </a:lnTo>
                  <a:lnTo>
                    <a:pt x="266" y="85"/>
                  </a:lnTo>
                  <a:lnTo>
                    <a:pt x="270" y="80"/>
                  </a:lnTo>
                  <a:lnTo>
                    <a:pt x="271" y="74"/>
                  </a:lnTo>
                  <a:lnTo>
                    <a:pt x="271" y="14"/>
                  </a:lnTo>
                  <a:lnTo>
                    <a:pt x="270" y="7"/>
                  </a:lnTo>
                  <a:lnTo>
                    <a:pt x="266" y="3"/>
                  </a:lnTo>
                  <a:lnTo>
                    <a:pt x="262" y="1"/>
                  </a:lnTo>
                  <a:lnTo>
                    <a:pt x="257" y="0"/>
                  </a:lnTo>
                  <a:lnTo>
                    <a:pt x="87" y="0"/>
                  </a:lnTo>
                  <a:lnTo>
                    <a:pt x="82" y="1"/>
                  </a:lnTo>
                  <a:lnTo>
                    <a:pt x="78" y="3"/>
                  </a:lnTo>
                  <a:lnTo>
                    <a:pt x="74" y="7"/>
                  </a:lnTo>
                  <a:lnTo>
                    <a:pt x="73" y="14"/>
                  </a:lnTo>
                  <a:lnTo>
                    <a:pt x="73" y="74"/>
                  </a:lnTo>
                  <a:lnTo>
                    <a:pt x="74" y="80"/>
                  </a:lnTo>
                  <a:lnTo>
                    <a:pt x="78" y="85"/>
                  </a:lnTo>
                  <a:lnTo>
                    <a:pt x="82" y="87"/>
                  </a:lnTo>
                  <a:lnTo>
                    <a:pt x="87" y="88"/>
                  </a:lnTo>
                  <a:lnTo>
                    <a:pt x="118" y="88"/>
                  </a:lnTo>
                  <a:lnTo>
                    <a:pt x="118" y="112"/>
                  </a:lnTo>
                  <a:lnTo>
                    <a:pt x="103" y="115"/>
                  </a:lnTo>
                  <a:lnTo>
                    <a:pt x="88" y="119"/>
                  </a:lnTo>
                  <a:lnTo>
                    <a:pt x="74" y="123"/>
                  </a:lnTo>
                  <a:lnTo>
                    <a:pt x="60" y="129"/>
                  </a:lnTo>
                  <a:lnTo>
                    <a:pt x="46" y="134"/>
                  </a:lnTo>
                  <a:lnTo>
                    <a:pt x="33" y="142"/>
                  </a:lnTo>
                  <a:lnTo>
                    <a:pt x="20" y="149"/>
                  </a:lnTo>
                  <a:lnTo>
                    <a:pt x="7" y="157"/>
                  </a:lnTo>
                  <a:lnTo>
                    <a:pt x="2" y="161"/>
                  </a:lnTo>
                  <a:lnTo>
                    <a:pt x="0" y="165"/>
                  </a:lnTo>
                  <a:lnTo>
                    <a:pt x="0" y="171"/>
                  </a:lnTo>
                  <a:lnTo>
                    <a:pt x="2" y="176"/>
                  </a:lnTo>
                  <a:lnTo>
                    <a:pt x="7" y="180"/>
                  </a:lnTo>
                  <a:lnTo>
                    <a:pt x="11" y="182"/>
                  </a:lnTo>
                  <a:lnTo>
                    <a:pt x="16" y="182"/>
                  </a:lnTo>
                  <a:lnTo>
                    <a:pt x="22" y="180"/>
                  </a:lnTo>
                  <a:lnTo>
                    <a:pt x="39" y="170"/>
                  </a:lnTo>
                  <a:lnTo>
                    <a:pt x="56" y="161"/>
                  </a:lnTo>
                  <a:lnTo>
                    <a:pt x="74" y="152"/>
                  </a:lnTo>
                  <a:lnTo>
                    <a:pt x="94" y="146"/>
                  </a:lnTo>
                  <a:lnTo>
                    <a:pt x="113" y="142"/>
                  </a:lnTo>
                  <a:lnTo>
                    <a:pt x="132" y="137"/>
                  </a:lnTo>
                  <a:lnTo>
                    <a:pt x="152" y="135"/>
                  </a:lnTo>
                  <a:lnTo>
                    <a:pt x="172" y="135"/>
                  </a:lnTo>
                  <a:lnTo>
                    <a:pt x="186" y="135"/>
                  </a:lnTo>
                  <a:lnTo>
                    <a:pt x="200" y="136"/>
                  </a:lnTo>
                  <a:lnTo>
                    <a:pt x="214" y="138"/>
                  </a:lnTo>
                  <a:lnTo>
                    <a:pt x="228" y="141"/>
                  </a:lnTo>
                  <a:lnTo>
                    <a:pt x="241" y="144"/>
                  </a:lnTo>
                  <a:lnTo>
                    <a:pt x="254" y="147"/>
                  </a:lnTo>
                  <a:lnTo>
                    <a:pt x="266" y="151"/>
                  </a:lnTo>
                  <a:lnTo>
                    <a:pt x="278" y="157"/>
                  </a:lnTo>
                  <a:lnTo>
                    <a:pt x="291" y="162"/>
                  </a:lnTo>
                  <a:lnTo>
                    <a:pt x="303" y="168"/>
                  </a:lnTo>
                  <a:lnTo>
                    <a:pt x="314" y="175"/>
                  </a:lnTo>
                  <a:lnTo>
                    <a:pt x="325" y="181"/>
                  </a:lnTo>
                  <a:lnTo>
                    <a:pt x="336" y="189"/>
                  </a:lnTo>
                  <a:lnTo>
                    <a:pt x="346" y="197"/>
                  </a:lnTo>
                  <a:lnTo>
                    <a:pt x="357" y="206"/>
                  </a:lnTo>
                  <a:lnTo>
                    <a:pt x="366" y="216"/>
                  </a:lnTo>
                  <a:lnTo>
                    <a:pt x="375" y="224"/>
                  </a:lnTo>
                  <a:lnTo>
                    <a:pt x="383" y="235"/>
                  </a:lnTo>
                  <a:lnTo>
                    <a:pt x="392" y="245"/>
                  </a:lnTo>
                  <a:lnTo>
                    <a:pt x="399" y="255"/>
                  </a:lnTo>
                  <a:lnTo>
                    <a:pt x="406" y="267"/>
                  </a:lnTo>
                  <a:lnTo>
                    <a:pt x="413" y="278"/>
                  </a:lnTo>
                  <a:lnTo>
                    <a:pt x="419" y="290"/>
                  </a:lnTo>
                  <a:lnTo>
                    <a:pt x="424" y="303"/>
                  </a:lnTo>
                  <a:lnTo>
                    <a:pt x="429" y="314"/>
                  </a:lnTo>
                  <a:lnTo>
                    <a:pt x="434" y="327"/>
                  </a:lnTo>
                  <a:lnTo>
                    <a:pt x="437" y="340"/>
                  </a:lnTo>
                  <a:lnTo>
                    <a:pt x="440" y="354"/>
                  </a:lnTo>
                  <a:lnTo>
                    <a:pt x="442" y="367"/>
                  </a:lnTo>
                  <a:lnTo>
                    <a:pt x="445" y="381"/>
                  </a:lnTo>
                  <a:lnTo>
                    <a:pt x="446" y="395"/>
                  </a:lnTo>
                  <a:lnTo>
                    <a:pt x="446" y="409"/>
                  </a:lnTo>
                  <a:lnTo>
                    <a:pt x="446" y="428"/>
                  </a:lnTo>
                  <a:lnTo>
                    <a:pt x="443" y="447"/>
                  </a:lnTo>
                  <a:lnTo>
                    <a:pt x="440" y="466"/>
                  </a:lnTo>
                  <a:lnTo>
                    <a:pt x="436" y="484"/>
                  </a:lnTo>
                  <a:lnTo>
                    <a:pt x="429" y="502"/>
                  </a:lnTo>
                  <a:lnTo>
                    <a:pt x="423" y="520"/>
                  </a:lnTo>
                  <a:lnTo>
                    <a:pt x="414" y="537"/>
                  </a:lnTo>
                  <a:lnTo>
                    <a:pt x="405" y="554"/>
                  </a:lnTo>
                  <a:lnTo>
                    <a:pt x="403" y="558"/>
                  </a:lnTo>
                  <a:lnTo>
                    <a:pt x="403" y="564"/>
                  </a:lnTo>
                  <a:lnTo>
                    <a:pt x="406" y="569"/>
                  </a:lnTo>
                  <a:lnTo>
                    <a:pt x="409" y="572"/>
                  </a:lnTo>
                  <a:lnTo>
                    <a:pt x="413" y="574"/>
                  </a:lnTo>
                  <a:lnTo>
                    <a:pt x="417" y="574"/>
                  </a:lnTo>
                  <a:lnTo>
                    <a:pt x="420" y="574"/>
                  </a:lnTo>
                  <a:lnTo>
                    <a:pt x="423" y="573"/>
                  </a:lnTo>
                  <a:lnTo>
                    <a:pt x="426" y="571"/>
                  </a:lnTo>
                  <a:lnTo>
                    <a:pt x="428" y="568"/>
                  </a:lnTo>
                  <a:lnTo>
                    <a:pt x="439" y="550"/>
                  </a:lnTo>
                  <a:lnTo>
                    <a:pt x="448" y="531"/>
                  </a:lnTo>
                  <a:lnTo>
                    <a:pt x="456" y="512"/>
                  </a:lnTo>
                  <a:lnTo>
                    <a:pt x="463" y="492"/>
                  </a:lnTo>
                  <a:lnTo>
                    <a:pt x="467" y="471"/>
                  </a:lnTo>
                  <a:lnTo>
                    <a:pt x="471" y="451"/>
                  </a:lnTo>
                  <a:lnTo>
                    <a:pt x="473" y="430"/>
                  </a:lnTo>
                  <a:lnTo>
                    <a:pt x="473" y="409"/>
                  </a:lnTo>
                  <a:lnTo>
                    <a:pt x="473" y="385"/>
                  </a:lnTo>
                  <a:lnTo>
                    <a:pt x="470" y="363"/>
                  </a:lnTo>
                  <a:lnTo>
                    <a:pt x="466" y="340"/>
                  </a:lnTo>
                  <a:lnTo>
                    <a:pt x="461" y="319"/>
                  </a:lnTo>
                  <a:lnTo>
                    <a:pt x="452" y="297"/>
                  </a:lnTo>
                  <a:lnTo>
                    <a:pt x="443" y="277"/>
                  </a:lnTo>
                  <a:lnTo>
                    <a:pt x="433" y="256"/>
                  </a:lnTo>
                  <a:lnTo>
                    <a:pt x="420" y="237"/>
                  </a:lnTo>
                  <a:lnTo>
                    <a:pt x="437" y="221"/>
                  </a:lnTo>
                  <a:lnTo>
                    <a:pt x="443" y="228"/>
                  </a:lnTo>
                  <a:close/>
                  <a:moveTo>
                    <a:pt x="199" y="108"/>
                  </a:moveTo>
                  <a:lnTo>
                    <a:pt x="186" y="107"/>
                  </a:lnTo>
                  <a:lnTo>
                    <a:pt x="172" y="107"/>
                  </a:lnTo>
                  <a:lnTo>
                    <a:pt x="159" y="107"/>
                  </a:lnTo>
                  <a:lnTo>
                    <a:pt x="146" y="108"/>
                  </a:lnTo>
                  <a:lnTo>
                    <a:pt x="146" y="88"/>
                  </a:lnTo>
                  <a:lnTo>
                    <a:pt x="199" y="88"/>
                  </a:lnTo>
                  <a:lnTo>
                    <a:pt x="199" y="108"/>
                  </a:lnTo>
                  <a:close/>
                  <a:moveTo>
                    <a:pt x="132" y="61"/>
                  </a:moveTo>
                  <a:lnTo>
                    <a:pt x="101" y="61"/>
                  </a:lnTo>
                  <a:lnTo>
                    <a:pt x="101" y="27"/>
                  </a:lnTo>
                  <a:lnTo>
                    <a:pt x="243" y="27"/>
                  </a:lnTo>
                  <a:lnTo>
                    <a:pt x="243" y="61"/>
                  </a:lnTo>
                  <a:lnTo>
                    <a:pt x="132" y="61"/>
                  </a:lnTo>
                  <a:close/>
                  <a:moveTo>
                    <a:pt x="404" y="215"/>
                  </a:moveTo>
                  <a:lnTo>
                    <a:pt x="394" y="205"/>
                  </a:lnTo>
                  <a:lnTo>
                    <a:pt x="386" y="195"/>
                  </a:lnTo>
                  <a:lnTo>
                    <a:pt x="376" y="187"/>
                  </a:lnTo>
                  <a:lnTo>
                    <a:pt x="366" y="178"/>
                  </a:lnTo>
                  <a:lnTo>
                    <a:pt x="380" y="163"/>
                  </a:lnTo>
                  <a:lnTo>
                    <a:pt x="418" y="201"/>
                  </a:lnTo>
                  <a:lnTo>
                    <a:pt x="404" y="215"/>
                  </a:lnTo>
                  <a:close/>
                  <a:moveTo>
                    <a:pt x="390" y="134"/>
                  </a:moveTo>
                  <a:lnTo>
                    <a:pt x="390" y="134"/>
                  </a:lnTo>
                  <a:lnTo>
                    <a:pt x="390" y="134"/>
                  </a:lnTo>
                  <a:lnTo>
                    <a:pt x="383" y="128"/>
                  </a:lnTo>
                  <a:lnTo>
                    <a:pt x="396" y="114"/>
                  </a:lnTo>
                  <a:lnTo>
                    <a:pt x="398" y="113"/>
                  </a:lnTo>
                  <a:lnTo>
                    <a:pt x="402" y="112"/>
                  </a:lnTo>
                  <a:lnTo>
                    <a:pt x="404" y="110"/>
                  </a:lnTo>
                  <a:lnTo>
                    <a:pt x="407" y="110"/>
                  </a:lnTo>
                  <a:lnTo>
                    <a:pt x="410" y="110"/>
                  </a:lnTo>
                  <a:lnTo>
                    <a:pt x="412" y="112"/>
                  </a:lnTo>
                  <a:lnTo>
                    <a:pt x="414" y="113"/>
                  </a:lnTo>
                  <a:lnTo>
                    <a:pt x="417" y="115"/>
                  </a:lnTo>
                  <a:lnTo>
                    <a:pt x="467" y="164"/>
                  </a:lnTo>
                  <a:lnTo>
                    <a:pt x="468" y="166"/>
                  </a:lnTo>
                  <a:lnTo>
                    <a:pt x="470" y="168"/>
                  </a:lnTo>
                  <a:lnTo>
                    <a:pt x="470" y="172"/>
                  </a:lnTo>
                  <a:lnTo>
                    <a:pt x="471" y="174"/>
                  </a:lnTo>
                  <a:lnTo>
                    <a:pt x="470" y="177"/>
                  </a:lnTo>
                  <a:lnTo>
                    <a:pt x="470" y="179"/>
                  </a:lnTo>
                  <a:lnTo>
                    <a:pt x="468" y="182"/>
                  </a:lnTo>
                  <a:lnTo>
                    <a:pt x="467" y="185"/>
                  </a:lnTo>
                  <a:lnTo>
                    <a:pt x="453" y="197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390" y="1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256">
              <a:extLst>
                <a:ext uri="{FF2B5EF4-FFF2-40B4-BE49-F238E27FC236}">
                  <a16:creationId xmlns:a16="http://schemas.microsoft.com/office/drawing/2014/main" id="{8C287556-4B87-4DFD-913D-19FEB3C4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6226" y="1887538"/>
              <a:ext cx="14288" cy="31750"/>
            </a:xfrm>
            <a:custGeom>
              <a:avLst/>
              <a:gdLst>
                <a:gd name="T0" fmla="*/ 14 w 28"/>
                <a:gd name="T1" fmla="*/ 0 h 58"/>
                <a:gd name="T2" fmla="*/ 9 w 28"/>
                <a:gd name="T3" fmla="*/ 2 h 58"/>
                <a:gd name="T4" fmla="*/ 4 w 28"/>
                <a:gd name="T5" fmla="*/ 4 h 58"/>
                <a:gd name="T6" fmla="*/ 1 w 28"/>
                <a:gd name="T7" fmla="*/ 8 h 58"/>
                <a:gd name="T8" fmla="*/ 0 w 28"/>
                <a:gd name="T9" fmla="*/ 13 h 58"/>
                <a:gd name="T10" fmla="*/ 0 w 28"/>
                <a:gd name="T11" fmla="*/ 44 h 58"/>
                <a:gd name="T12" fmla="*/ 1 w 28"/>
                <a:gd name="T13" fmla="*/ 50 h 58"/>
                <a:gd name="T14" fmla="*/ 4 w 28"/>
                <a:gd name="T15" fmla="*/ 54 h 58"/>
                <a:gd name="T16" fmla="*/ 9 w 28"/>
                <a:gd name="T17" fmla="*/ 57 h 58"/>
                <a:gd name="T18" fmla="*/ 14 w 28"/>
                <a:gd name="T19" fmla="*/ 58 h 58"/>
                <a:gd name="T20" fmla="*/ 19 w 28"/>
                <a:gd name="T21" fmla="*/ 57 h 58"/>
                <a:gd name="T22" fmla="*/ 24 w 28"/>
                <a:gd name="T23" fmla="*/ 54 h 58"/>
                <a:gd name="T24" fmla="*/ 27 w 28"/>
                <a:gd name="T25" fmla="*/ 50 h 58"/>
                <a:gd name="T26" fmla="*/ 28 w 28"/>
                <a:gd name="T27" fmla="*/ 44 h 58"/>
                <a:gd name="T28" fmla="*/ 28 w 28"/>
                <a:gd name="T29" fmla="*/ 13 h 58"/>
                <a:gd name="T30" fmla="*/ 27 w 28"/>
                <a:gd name="T31" fmla="*/ 8 h 58"/>
                <a:gd name="T32" fmla="*/ 24 w 28"/>
                <a:gd name="T33" fmla="*/ 4 h 58"/>
                <a:gd name="T34" fmla="*/ 19 w 28"/>
                <a:gd name="T35" fmla="*/ 2 h 58"/>
                <a:gd name="T36" fmla="*/ 14 w 28"/>
                <a:gd name="T3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58">
                  <a:moveTo>
                    <a:pt x="14" y="0"/>
                  </a:moveTo>
                  <a:lnTo>
                    <a:pt x="9" y="2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44"/>
                  </a:lnTo>
                  <a:lnTo>
                    <a:pt x="1" y="50"/>
                  </a:lnTo>
                  <a:lnTo>
                    <a:pt x="4" y="54"/>
                  </a:lnTo>
                  <a:lnTo>
                    <a:pt x="9" y="57"/>
                  </a:lnTo>
                  <a:lnTo>
                    <a:pt x="14" y="58"/>
                  </a:lnTo>
                  <a:lnTo>
                    <a:pt x="19" y="57"/>
                  </a:lnTo>
                  <a:lnTo>
                    <a:pt x="24" y="54"/>
                  </a:lnTo>
                  <a:lnTo>
                    <a:pt x="27" y="50"/>
                  </a:lnTo>
                  <a:lnTo>
                    <a:pt x="28" y="44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19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257">
              <a:extLst>
                <a:ext uri="{FF2B5EF4-FFF2-40B4-BE49-F238E27FC236}">
                  <a16:creationId xmlns:a16="http://schemas.microsoft.com/office/drawing/2014/main" id="{0423200B-F6FE-4127-9B66-20F81715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4489" y="191611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5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5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258">
              <a:extLst>
                <a:ext uri="{FF2B5EF4-FFF2-40B4-BE49-F238E27FC236}">
                  <a16:creationId xmlns:a16="http://schemas.microsoft.com/office/drawing/2014/main" id="{9401B5E1-48EF-4EB3-9DFC-D3A72E47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5601" y="1984376"/>
              <a:ext cx="31750" cy="15875"/>
            </a:xfrm>
            <a:custGeom>
              <a:avLst/>
              <a:gdLst>
                <a:gd name="T0" fmla="*/ 45 w 59"/>
                <a:gd name="T1" fmla="*/ 0 h 28"/>
                <a:gd name="T2" fmla="*/ 14 w 59"/>
                <a:gd name="T3" fmla="*/ 0 h 28"/>
                <a:gd name="T4" fmla="*/ 9 w 59"/>
                <a:gd name="T5" fmla="*/ 1 h 28"/>
                <a:gd name="T6" fmla="*/ 5 w 59"/>
                <a:gd name="T7" fmla="*/ 4 h 28"/>
                <a:gd name="T8" fmla="*/ 1 w 59"/>
                <a:gd name="T9" fmla="*/ 9 h 28"/>
                <a:gd name="T10" fmla="*/ 0 w 59"/>
                <a:gd name="T11" fmla="*/ 14 h 28"/>
                <a:gd name="T12" fmla="*/ 1 w 59"/>
                <a:gd name="T13" fmla="*/ 19 h 28"/>
                <a:gd name="T14" fmla="*/ 5 w 59"/>
                <a:gd name="T15" fmla="*/ 24 h 28"/>
                <a:gd name="T16" fmla="*/ 9 w 59"/>
                <a:gd name="T17" fmla="*/ 27 h 28"/>
                <a:gd name="T18" fmla="*/ 14 w 59"/>
                <a:gd name="T19" fmla="*/ 28 h 28"/>
                <a:gd name="T20" fmla="*/ 45 w 59"/>
                <a:gd name="T21" fmla="*/ 28 h 28"/>
                <a:gd name="T22" fmla="*/ 51 w 59"/>
                <a:gd name="T23" fmla="*/ 27 h 28"/>
                <a:gd name="T24" fmla="*/ 55 w 59"/>
                <a:gd name="T25" fmla="*/ 24 h 28"/>
                <a:gd name="T26" fmla="*/ 58 w 59"/>
                <a:gd name="T27" fmla="*/ 19 h 28"/>
                <a:gd name="T28" fmla="*/ 59 w 59"/>
                <a:gd name="T29" fmla="*/ 14 h 28"/>
                <a:gd name="T30" fmla="*/ 58 w 59"/>
                <a:gd name="T31" fmla="*/ 9 h 28"/>
                <a:gd name="T32" fmla="*/ 55 w 59"/>
                <a:gd name="T33" fmla="*/ 4 h 28"/>
                <a:gd name="T34" fmla="*/ 51 w 59"/>
                <a:gd name="T35" fmla="*/ 1 h 28"/>
                <a:gd name="T36" fmla="*/ 45 w 59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" h="28">
                  <a:moveTo>
                    <a:pt x="45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45" y="28"/>
                  </a:lnTo>
                  <a:lnTo>
                    <a:pt x="51" y="27"/>
                  </a:lnTo>
                  <a:lnTo>
                    <a:pt x="55" y="24"/>
                  </a:lnTo>
                  <a:lnTo>
                    <a:pt x="58" y="19"/>
                  </a:lnTo>
                  <a:lnTo>
                    <a:pt x="59" y="14"/>
                  </a:lnTo>
                  <a:lnTo>
                    <a:pt x="58" y="9"/>
                  </a:lnTo>
                  <a:lnTo>
                    <a:pt x="55" y="4"/>
                  </a:lnTo>
                  <a:lnTo>
                    <a:pt x="51" y="1"/>
                  </a:lnTo>
                  <a:lnTo>
                    <a:pt x="4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259">
              <a:extLst>
                <a:ext uri="{FF2B5EF4-FFF2-40B4-BE49-F238E27FC236}">
                  <a16:creationId xmlns:a16="http://schemas.microsoft.com/office/drawing/2014/main" id="{B5DF85CE-1A37-471A-BC6C-ACDC8B37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4489" y="2054226"/>
              <a:ext cx="14288" cy="14288"/>
            </a:xfrm>
            <a:custGeom>
              <a:avLst/>
              <a:gdLst>
                <a:gd name="T0" fmla="*/ 23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3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8 h 27"/>
                <a:gd name="T16" fmla="*/ 4 w 28"/>
                <a:gd name="T17" fmla="*/ 24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3 w 28"/>
                <a:gd name="T25" fmla="*/ 24 h 27"/>
                <a:gd name="T26" fmla="*/ 27 w 28"/>
                <a:gd name="T27" fmla="*/ 18 h 27"/>
                <a:gd name="T28" fmla="*/ 28 w 28"/>
                <a:gd name="T29" fmla="*/ 13 h 27"/>
                <a:gd name="T30" fmla="*/ 27 w 28"/>
                <a:gd name="T31" fmla="*/ 8 h 27"/>
                <a:gd name="T32" fmla="*/ 23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3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4"/>
                  </a:lnTo>
                  <a:lnTo>
                    <a:pt x="27" y="18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260">
              <a:extLst>
                <a:ext uri="{FF2B5EF4-FFF2-40B4-BE49-F238E27FC236}">
                  <a16:creationId xmlns:a16="http://schemas.microsoft.com/office/drawing/2014/main" id="{AE150F73-266E-4A95-9586-FDBD63B60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6226" y="2065338"/>
              <a:ext cx="14288" cy="30163"/>
            </a:xfrm>
            <a:custGeom>
              <a:avLst/>
              <a:gdLst>
                <a:gd name="T0" fmla="*/ 14 w 28"/>
                <a:gd name="T1" fmla="*/ 0 h 58"/>
                <a:gd name="T2" fmla="*/ 9 w 28"/>
                <a:gd name="T3" fmla="*/ 2 h 58"/>
                <a:gd name="T4" fmla="*/ 4 w 28"/>
                <a:gd name="T5" fmla="*/ 5 h 58"/>
                <a:gd name="T6" fmla="*/ 1 w 28"/>
                <a:gd name="T7" fmla="*/ 9 h 58"/>
                <a:gd name="T8" fmla="*/ 0 w 28"/>
                <a:gd name="T9" fmla="*/ 14 h 58"/>
                <a:gd name="T10" fmla="*/ 0 w 28"/>
                <a:gd name="T11" fmla="*/ 44 h 58"/>
                <a:gd name="T12" fmla="*/ 1 w 28"/>
                <a:gd name="T13" fmla="*/ 50 h 58"/>
                <a:gd name="T14" fmla="*/ 4 w 28"/>
                <a:gd name="T15" fmla="*/ 55 h 58"/>
                <a:gd name="T16" fmla="*/ 9 w 28"/>
                <a:gd name="T17" fmla="*/ 57 h 58"/>
                <a:gd name="T18" fmla="*/ 14 w 28"/>
                <a:gd name="T19" fmla="*/ 58 h 58"/>
                <a:gd name="T20" fmla="*/ 19 w 28"/>
                <a:gd name="T21" fmla="*/ 57 h 58"/>
                <a:gd name="T22" fmla="*/ 24 w 28"/>
                <a:gd name="T23" fmla="*/ 55 h 58"/>
                <a:gd name="T24" fmla="*/ 27 w 28"/>
                <a:gd name="T25" fmla="*/ 50 h 58"/>
                <a:gd name="T26" fmla="*/ 28 w 28"/>
                <a:gd name="T27" fmla="*/ 44 h 58"/>
                <a:gd name="T28" fmla="*/ 28 w 28"/>
                <a:gd name="T29" fmla="*/ 14 h 58"/>
                <a:gd name="T30" fmla="*/ 27 w 28"/>
                <a:gd name="T31" fmla="*/ 9 h 58"/>
                <a:gd name="T32" fmla="*/ 24 w 28"/>
                <a:gd name="T33" fmla="*/ 5 h 58"/>
                <a:gd name="T34" fmla="*/ 19 w 28"/>
                <a:gd name="T35" fmla="*/ 2 h 58"/>
                <a:gd name="T36" fmla="*/ 14 w 28"/>
                <a:gd name="T3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58">
                  <a:moveTo>
                    <a:pt x="14" y="0"/>
                  </a:moveTo>
                  <a:lnTo>
                    <a:pt x="9" y="2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44"/>
                  </a:lnTo>
                  <a:lnTo>
                    <a:pt x="1" y="50"/>
                  </a:lnTo>
                  <a:lnTo>
                    <a:pt x="4" y="55"/>
                  </a:lnTo>
                  <a:lnTo>
                    <a:pt x="9" y="57"/>
                  </a:lnTo>
                  <a:lnTo>
                    <a:pt x="14" y="58"/>
                  </a:lnTo>
                  <a:lnTo>
                    <a:pt x="19" y="57"/>
                  </a:lnTo>
                  <a:lnTo>
                    <a:pt x="24" y="55"/>
                  </a:lnTo>
                  <a:lnTo>
                    <a:pt x="27" y="50"/>
                  </a:lnTo>
                  <a:lnTo>
                    <a:pt x="28" y="44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lnTo>
                    <a:pt x="19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261">
              <a:extLst>
                <a:ext uri="{FF2B5EF4-FFF2-40B4-BE49-F238E27FC236}">
                  <a16:creationId xmlns:a16="http://schemas.microsoft.com/office/drawing/2014/main" id="{AE412BBF-4D0E-4CED-9F2E-38D15E2B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7964" y="2054226"/>
              <a:ext cx="14288" cy="14288"/>
            </a:xfrm>
            <a:custGeom>
              <a:avLst/>
              <a:gdLst>
                <a:gd name="T0" fmla="*/ 24 w 28"/>
                <a:gd name="T1" fmla="*/ 3 h 27"/>
                <a:gd name="T2" fmla="*/ 20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4 w 28"/>
                <a:gd name="T9" fmla="*/ 3 h 27"/>
                <a:gd name="T10" fmla="*/ 1 w 28"/>
                <a:gd name="T11" fmla="*/ 8 h 27"/>
                <a:gd name="T12" fmla="*/ 0 w 28"/>
                <a:gd name="T13" fmla="*/ 13 h 27"/>
                <a:gd name="T14" fmla="*/ 1 w 28"/>
                <a:gd name="T15" fmla="*/ 18 h 27"/>
                <a:gd name="T16" fmla="*/ 4 w 28"/>
                <a:gd name="T17" fmla="*/ 24 h 27"/>
                <a:gd name="T18" fmla="*/ 9 w 28"/>
                <a:gd name="T19" fmla="*/ 26 h 27"/>
                <a:gd name="T20" fmla="*/ 14 w 28"/>
                <a:gd name="T21" fmla="*/ 27 h 27"/>
                <a:gd name="T22" fmla="*/ 20 w 28"/>
                <a:gd name="T23" fmla="*/ 26 h 27"/>
                <a:gd name="T24" fmla="*/ 24 w 28"/>
                <a:gd name="T25" fmla="*/ 24 h 27"/>
                <a:gd name="T26" fmla="*/ 27 w 28"/>
                <a:gd name="T27" fmla="*/ 18 h 27"/>
                <a:gd name="T28" fmla="*/ 28 w 28"/>
                <a:gd name="T29" fmla="*/ 13 h 27"/>
                <a:gd name="T30" fmla="*/ 27 w 28"/>
                <a:gd name="T31" fmla="*/ 8 h 27"/>
                <a:gd name="T32" fmla="*/ 24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3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20" y="26"/>
                  </a:lnTo>
                  <a:lnTo>
                    <a:pt x="24" y="24"/>
                  </a:lnTo>
                  <a:lnTo>
                    <a:pt x="27" y="18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262">
              <a:extLst>
                <a:ext uri="{FF2B5EF4-FFF2-40B4-BE49-F238E27FC236}">
                  <a16:creationId xmlns:a16="http://schemas.microsoft.com/office/drawing/2014/main" id="{347DB8DE-16DE-40C0-A540-3C267AEA3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9389" y="1984376"/>
              <a:ext cx="30163" cy="15875"/>
            </a:xfrm>
            <a:custGeom>
              <a:avLst/>
              <a:gdLst>
                <a:gd name="T0" fmla="*/ 44 w 58"/>
                <a:gd name="T1" fmla="*/ 0 h 28"/>
                <a:gd name="T2" fmla="*/ 14 w 58"/>
                <a:gd name="T3" fmla="*/ 0 h 28"/>
                <a:gd name="T4" fmla="*/ 8 w 58"/>
                <a:gd name="T5" fmla="*/ 1 h 28"/>
                <a:gd name="T6" fmla="*/ 4 w 58"/>
                <a:gd name="T7" fmla="*/ 4 h 28"/>
                <a:gd name="T8" fmla="*/ 1 w 58"/>
                <a:gd name="T9" fmla="*/ 9 h 28"/>
                <a:gd name="T10" fmla="*/ 0 w 58"/>
                <a:gd name="T11" fmla="*/ 14 h 28"/>
                <a:gd name="T12" fmla="*/ 1 w 58"/>
                <a:gd name="T13" fmla="*/ 19 h 28"/>
                <a:gd name="T14" fmla="*/ 4 w 58"/>
                <a:gd name="T15" fmla="*/ 24 h 28"/>
                <a:gd name="T16" fmla="*/ 8 w 58"/>
                <a:gd name="T17" fmla="*/ 27 h 28"/>
                <a:gd name="T18" fmla="*/ 14 w 58"/>
                <a:gd name="T19" fmla="*/ 28 h 28"/>
                <a:gd name="T20" fmla="*/ 44 w 58"/>
                <a:gd name="T21" fmla="*/ 28 h 28"/>
                <a:gd name="T22" fmla="*/ 49 w 58"/>
                <a:gd name="T23" fmla="*/ 27 h 28"/>
                <a:gd name="T24" fmla="*/ 53 w 58"/>
                <a:gd name="T25" fmla="*/ 24 h 28"/>
                <a:gd name="T26" fmla="*/ 57 w 58"/>
                <a:gd name="T27" fmla="*/ 19 h 28"/>
                <a:gd name="T28" fmla="*/ 58 w 58"/>
                <a:gd name="T29" fmla="*/ 14 h 28"/>
                <a:gd name="T30" fmla="*/ 57 w 58"/>
                <a:gd name="T31" fmla="*/ 9 h 28"/>
                <a:gd name="T32" fmla="*/ 53 w 58"/>
                <a:gd name="T33" fmla="*/ 4 h 28"/>
                <a:gd name="T34" fmla="*/ 49 w 58"/>
                <a:gd name="T35" fmla="*/ 1 h 28"/>
                <a:gd name="T36" fmla="*/ 44 w 5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28">
                  <a:moveTo>
                    <a:pt x="44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44" y="28"/>
                  </a:lnTo>
                  <a:lnTo>
                    <a:pt x="49" y="27"/>
                  </a:lnTo>
                  <a:lnTo>
                    <a:pt x="53" y="24"/>
                  </a:lnTo>
                  <a:lnTo>
                    <a:pt x="57" y="19"/>
                  </a:lnTo>
                  <a:lnTo>
                    <a:pt x="58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9" y="1"/>
                  </a:ln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263">
              <a:extLst>
                <a:ext uri="{FF2B5EF4-FFF2-40B4-BE49-F238E27FC236}">
                  <a16:creationId xmlns:a16="http://schemas.microsoft.com/office/drawing/2014/main" id="{705167EB-D4F8-49F3-B515-6EB40C14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7964" y="1916113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5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5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5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5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264">
              <a:extLst>
                <a:ext uri="{FF2B5EF4-FFF2-40B4-BE49-F238E27FC236}">
                  <a16:creationId xmlns:a16="http://schemas.microsoft.com/office/drawing/2014/main" id="{6E3937E6-984D-4F8E-9B47-25941246E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18764" y="1931988"/>
              <a:ext cx="84138" cy="85725"/>
            </a:xfrm>
            <a:custGeom>
              <a:avLst/>
              <a:gdLst>
                <a:gd name="T0" fmla="*/ 152 w 160"/>
                <a:gd name="T1" fmla="*/ 1 h 160"/>
                <a:gd name="T2" fmla="*/ 142 w 160"/>
                <a:gd name="T3" fmla="*/ 0 h 160"/>
                <a:gd name="T4" fmla="*/ 24 w 160"/>
                <a:gd name="T5" fmla="*/ 72 h 160"/>
                <a:gd name="T6" fmla="*/ 20 w 160"/>
                <a:gd name="T7" fmla="*/ 74 h 160"/>
                <a:gd name="T8" fmla="*/ 12 w 160"/>
                <a:gd name="T9" fmla="*/ 82 h 160"/>
                <a:gd name="T10" fmla="*/ 5 w 160"/>
                <a:gd name="T11" fmla="*/ 91 h 160"/>
                <a:gd name="T12" fmla="*/ 1 w 160"/>
                <a:gd name="T13" fmla="*/ 101 h 160"/>
                <a:gd name="T14" fmla="*/ 0 w 160"/>
                <a:gd name="T15" fmla="*/ 113 h 160"/>
                <a:gd name="T16" fmla="*/ 4 w 160"/>
                <a:gd name="T17" fmla="*/ 131 h 160"/>
                <a:gd name="T18" fmla="*/ 14 w 160"/>
                <a:gd name="T19" fmla="*/ 146 h 160"/>
                <a:gd name="T20" fmla="*/ 29 w 160"/>
                <a:gd name="T21" fmla="*/ 156 h 160"/>
                <a:gd name="T22" fmla="*/ 47 w 160"/>
                <a:gd name="T23" fmla="*/ 160 h 160"/>
                <a:gd name="T24" fmla="*/ 59 w 160"/>
                <a:gd name="T25" fmla="*/ 159 h 160"/>
                <a:gd name="T26" fmla="*/ 70 w 160"/>
                <a:gd name="T27" fmla="*/ 155 h 160"/>
                <a:gd name="T28" fmla="*/ 78 w 160"/>
                <a:gd name="T29" fmla="*/ 148 h 160"/>
                <a:gd name="T30" fmla="*/ 86 w 160"/>
                <a:gd name="T31" fmla="*/ 141 h 160"/>
                <a:gd name="T32" fmla="*/ 88 w 160"/>
                <a:gd name="T33" fmla="*/ 137 h 160"/>
                <a:gd name="T34" fmla="*/ 160 w 160"/>
                <a:gd name="T35" fmla="*/ 17 h 160"/>
                <a:gd name="T36" fmla="*/ 159 w 160"/>
                <a:gd name="T37" fmla="*/ 8 h 160"/>
                <a:gd name="T38" fmla="*/ 64 w 160"/>
                <a:gd name="T39" fmla="*/ 122 h 160"/>
                <a:gd name="T40" fmla="*/ 60 w 160"/>
                <a:gd name="T41" fmla="*/ 127 h 160"/>
                <a:gd name="T42" fmla="*/ 52 w 160"/>
                <a:gd name="T43" fmla="*/ 132 h 160"/>
                <a:gd name="T44" fmla="*/ 44 w 160"/>
                <a:gd name="T45" fmla="*/ 132 h 160"/>
                <a:gd name="T46" fmla="*/ 36 w 160"/>
                <a:gd name="T47" fmla="*/ 129 h 160"/>
                <a:gd name="T48" fmla="*/ 31 w 160"/>
                <a:gd name="T49" fmla="*/ 124 h 160"/>
                <a:gd name="T50" fmla="*/ 28 w 160"/>
                <a:gd name="T51" fmla="*/ 117 h 160"/>
                <a:gd name="T52" fmla="*/ 29 w 160"/>
                <a:gd name="T53" fmla="*/ 108 h 160"/>
                <a:gd name="T54" fmla="*/ 33 w 160"/>
                <a:gd name="T55" fmla="*/ 100 h 160"/>
                <a:gd name="T56" fmla="*/ 38 w 160"/>
                <a:gd name="T57" fmla="*/ 96 h 160"/>
                <a:gd name="T58" fmla="*/ 47 w 160"/>
                <a:gd name="T59" fmla="*/ 94 h 160"/>
                <a:gd name="T60" fmla="*/ 55 w 160"/>
                <a:gd name="T61" fmla="*/ 95 h 160"/>
                <a:gd name="T62" fmla="*/ 61 w 160"/>
                <a:gd name="T63" fmla="*/ 99 h 160"/>
                <a:gd name="T64" fmla="*/ 65 w 160"/>
                <a:gd name="T65" fmla="*/ 105 h 160"/>
                <a:gd name="T66" fmla="*/ 66 w 160"/>
                <a:gd name="T67" fmla="*/ 113 h 160"/>
                <a:gd name="T68" fmla="*/ 64 w 160"/>
                <a:gd name="T69" fmla="*/ 122 h 160"/>
                <a:gd name="T70" fmla="*/ 80 w 160"/>
                <a:gd name="T71" fmla="*/ 80 h 160"/>
                <a:gd name="T72" fmla="*/ 105 w 160"/>
                <a:gd name="T73" fmla="*/ 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60">
                  <a:moveTo>
                    <a:pt x="155" y="5"/>
                  </a:moveTo>
                  <a:lnTo>
                    <a:pt x="152" y="1"/>
                  </a:lnTo>
                  <a:lnTo>
                    <a:pt x="148" y="0"/>
                  </a:lnTo>
                  <a:lnTo>
                    <a:pt x="142" y="0"/>
                  </a:lnTo>
                  <a:lnTo>
                    <a:pt x="138" y="2"/>
                  </a:lnTo>
                  <a:lnTo>
                    <a:pt x="24" y="72"/>
                  </a:lnTo>
                  <a:lnTo>
                    <a:pt x="22" y="73"/>
                  </a:lnTo>
                  <a:lnTo>
                    <a:pt x="20" y="74"/>
                  </a:lnTo>
                  <a:lnTo>
                    <a:pt x="16" y="78"/>
                  </a:lnTo>
                  <a:lnTo>
                    <a:pt x="12" y="82"/>
                  </a:lnTo>
                  <a:lnTo>
                    <a:pt x="8" y="86"/>
                  </a:lnTo>
                  <a:lnTo>
                    <a:pt x="5" y="91"/>
                  </a:lnTo>
                  <a:lnTo>
                    <a:pt x="3" y="96"/>
                  </a:lnTo>
                  <a:lnTo>
                    <a:pt x="1" y="101"/>
                  </a:lnTo>
                  <a:lnTo>
                    <a:pt x="1" y="108"/>
                  </a:lnTo>
                  <a:lnTo>
                    <a:pt x="0" y="113"/>
                  </a:lnTo>
                  <a:lnTo>
                    <a:pt x="1" y="123"/>
                  </a:lnTo>
                  <a:lnTo>
                    <a:pt x="4" y="131"/>
                  </a:lnTo>
                  <a:lnTo>
                    <a:pt x="8" y="140"/>
                  </a:lnTo>
                  <a:lnTo>
                    <a:pt x="14" y="146"/>
                  </a:lnTo>
                  <a:lnTo>
                    <a:pt x="21" y="152"/>
                  </a:lnTo>
                  <a:lnTo>
                    <a:pt x="29" y="156"/>
                  </a:lnTo>
                  <a:lnTo>
                    <a:pt x="37" y="159"/>
                  </a:lnTo>
                  <a:lnTo>
                    <a:pt x="47" y="160"/>
                  </a:lnTo>
                  <a:lnTo>
                    <a:pt x="53" y="160"/>
                  </a:lnTo>
                  <a:lnTo>
                    <a:pt x="59" y="159"/>
                  </a:lnTo>
                  <a:lnTo>
                    <a:pt x="64" y="157"/>
                  </a:lnTo>
                  <a:lnTo>
                    <a:pt x="70" y="155"/>
                  </a:lnTo>
                  <a:lnTo>
                    <a:pt x="74" y="152"/>
                  </a:lnTo>
                  <a:lnTo>
                    <a:pt x="78" y="148"/>
                  </a:lnTo>
                  <a:lnTo>
                    <a:pt x="82" y="145"/>
                  </a:lnTo>
                  <a:lnTo>
                    <a:pt x="86" y="141"/>
                  </a:lnTo>
                  <a:lnTo>
                    <a:pt x="87" y="139"/>
                  </a:lnTo>
                  <a:lnTo>
                    <a:pt x="88" y="137"/>
                  </a:lnTo>
                  <a:lnTo>
                    <a:pt x="158" y="22"/>
                  </a:lnTo>
                  <a:lnTo>
                    <a:pt x="160" y="17"/>
                  </a:lnTo>
                  <a:lnTo>
                    <a:pt x="160" y="13"/>
                  </a:lnTo>
                  <a:lnTo>
                    <a:pt x="159" y="8"/>
                  </a:lnTo>
                  <a:lnTo>
                    <a:pt x="155" y="5"/>
                  </a:lnTo>
                  <a:close/>
                  <a:moveTo>
                    <a:pt x="64" y="122"/>
                  </a:moveTo>
                  <a:lnTo>
                    <a:pt x="63" y="124"/>
                  </a:lnTo>
                  <a:lnTo>
                    <a:pt x="60" y="127"/>
                  </a:lnTo>
                  <a:lnTo>
                    <a:pt x="57" y="130"/>
                  </a:lnTo>
                  <a:lnTo>
                    <a:pt x="52" y="132"/>
                  </a:lnTo>
                  <a:lnTo>
                    <a:pt x="47" y="132"/>
                  </a:lnTo>
                  <a:lnTo>
                    <a:pt x="44" y="132"/>
                  </a:lnTo>
                  <a:lnTo>
                    <a:pt x="39" y="131"/>
                  </a:lnTo>
                  <a:lnTo>
                    <a:pt x="36" y="129"/>
                  </a:lnTo>
                  <a:lnTo>
                    <a:pt x="33" y="127"/>
                  </a:lnTo>
                  <a:lnTo>
                    <a:pt x="31" y="124"/>
                  </a:lnTo>
                  <a:lnTo>
                    <a:pt x="29" y="120"/>
                  </a:lnTo>
                  <a:lnTo>
                    <a:pt x="28" y="117"/>
                  </a:lnTo>
                  <a:lnTo>
                    <a:pt x="28" y="113"/>
                  </a:lnTo>
                  <a:lnTo>
                    <a:pt x="29" y="108"/>
                  </a:lnTo>
                  <a:lnTo>
                    <a:pt x="30" y="103"/>
                  </a:lnTo>
                  <a:lnTo>
                    <a:pt x="33" y="100"/>
                  </a:lnTo>
                  <a:lnTo>
                    <a:pt x="36" y="97"/>
                  </a:lnTo>
                  <a:lnTo>
                    <a:pt x="38" y="96"/>
                  </a:lnTo>
                  <a:lnTo>
                    <a:pt x="43" y="94"/>
                  </a:lnTo>
                  <a:lnTo>
                    <a:pt x="47" y="94"/>
                  </a:lnTo>
                  <a:lnTo>
                    <a:pt x="51" y="94"/>
                  </a:lnTo>
                  <a:lnTo>
                    <a:pt x="55" y="95"/>
                  </a:lnTo>
                  <a:lnTo>
                    <a:pt x="58" y="97"/>
                  </a:lnTo>
                  <a:lnTo>
                    <a:pt x="61" y="99"/>
                  </a:lnTo>
                  <a:lnTo>
                    <a:pt x="63" y="102"/>
                  </a:lnTo>
                  <a:lnTo>
                    <a:pt x="65" y="105"/>
                  </a:lnTo>
                  <a:lnTo>
                    <a:pt x="66" y="109"/>
                  </a:lnTo>
                  <a:lnTo>
                    <a:pt x="66" y="113"/>
                  </a:lnTo>
                  <a:lnTo>
                    <a:pt x="66" y="117"/>
                  </a:lnTo>
                  <a:lnTo>
                    <a:pt x="64" y="122"/>
                  </a:lnTo>
                  <a:close/>
                  <a:moveTo>
                    <a:pt x="86" y="86"/>
                  </a:moveTo>
                  <a:lnTo>
                    <a:pt x="80" y="80"/>
                  </a:lnTo>
                  <a:lnTo>
                    <a:pt x="74" y="74"/>
                  </a:lnTo>
                  <a:lnTo>
                    <a:pt x="105" y="55"/>
                  </a:lnTo>
                  <a:lnTo>
                    <a:pt x="86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265">
              <a:extLst>
                <a:ext uri="{FF2B5EF4-FFF2-40B4-BE49-F238E27FC236}">
                  <a16:creationId xmlns:a16="http://schemas.microsoft.com/office/drawing/2014/main" id="{06171E5B-DE39-49E0-88BE-C97E0F1BC8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15576" y="1865313"/>
              <a:ext cx="254000" cy="254000"/>
            </a:xfrm>
            <a:custGeom>
              <a:avLst/>
              <a:gdLst>
                <a:gd name="T0" fmla="*/ 204 w 480"/>
                <a:gd name="T1" fmla="*/ 3 h 481"/>
                <a:gd name="T2" fmla="*/ 157 w 480"/>
                <a:gd name="T3" fmla="*/ 14 h 481"/>
                <a:gd name="T4" fmla="*/ 116 w 480"/>
                <a:gd name="T5" fmla="*/ 35 h 481"/>
                <a:gd name="T6" fmla="*/ 79 w 480"/>
                <a:gd name="T7" fmla="*/ 63 h 481"/>
                <a:gd name="T8" fmla="*/ 48 w 480"/>
                <a:gd name="T9" fmla="*/ 97 h 481"/>
                <a:gd name="T10" fmla="*/ 23 w 480"/>
                <a:gd name="T11" fmla="*/ 137 h 481"/>
                <a:gd name="T12" fmla="*/ 7 w 480"/>
                <a:gd name="T13" fmla="*/ 181 h 481"/>
                <a:gd name="T14" fmla="*/ 0 w 480"/>
                <a:gd name="T15" fmla="*/ 228 h 481"/>
                <a:gd name="T16" fmla="*/ 3 w 480"/>
                <a:gd name="T17" fmla="*/ 277 h 481"/>
                <a:gd name="T18" fmla="*/ 15 w 480"/>
                <a:gd name="T19" fmla="*/ 324 h 481"/>
                <a:gd name="T20" fmla="*/ 35 w 480"/>
                <a:gd name="T21" fmla="*/ 365 h 481"/>
                <a:gd name="T22" fmla="*/ 62 w 480"/>
                <a:gd name="T23" fmla="*/ 403 h 481"/>
                <a:gd name="T24" fmla="*/ 96 w 480"/>
                <a:gd name="T25" fmla="*/ 434 h 481"/>
                <a:gd name="T26" fmla="*/ 136 w 480"/>
                <a:gd name="T27" fmla="*/ 458 h 481"/>
                <a:gd name="T28" fmla="*/ 180 w 480"/>
                <a:gd name="T29" fmla="*/ 474 h 481"/>
                <a:gd name="T30" fmla="*/ 228 w 480"/>
                <a:gd name="T31" fmla="*/ 481 h 481"/>
                <a:gd name="T32" fmla="*/ 276 w 480"/>
                <a:gd name="T33" fmla="*/ 479 h 481"/>
                <a:gd name="T34" fmla="*/ 323 w 480"/>
                <a:gd name="T35" fmla="*/ 466 h 481"/>
                <a:gd name="T36" fmla="*/ 364 w 480"/>
                <a:gd name="T37" fmla="*/ 447 h 481"/>
                <a:gd name="T38" fmla="*/ 402 w 480"/>
                <a:gd name="T39" fmla="*/ 419 h 481"/>
                <a:gd name="T40" fmla="*/ 433 w 480"/>
                <a:gd name="T41" fmla="*/ 385 h 481"/>
                <a:gd name="T42" fmla="*/ 457 w 480"/>
                <a:gd name="T43" fmla="*/ 345 h 481"/>
                <a:gd name="T44" fmla="*/ 473 w 480"/>
                <a:gd name="T45" fmla="*/ 301 h 481"/>
                <a:gd name="T46" fmla="*/ 480 w 480"/>
                <a:gd name="T47" fmla="*/ 253 h 481"/>
                <a:gd name="T48" fmla="*/ 478 w 480"/>
                <a:gd name="T49" fmla="*/ 204 h 481"/>
                <a:gd name="T50" fmla="*/ 466 w 480"/>
                <a:gd name="T51" fmla="*/ 158 h 481"/>
                <a:gd name="T52" fmla="*/ 446 w 480"/>
                <a:gd name="T53" fmla="*/ 116 h 481"/>
                <a:gd name="T54" fmla="*/ 418 w 480"/>
                <a:gd name="T55" fmla="*/ 79 h 481"/>
                <a:gd name="T56" fmla="*/ 384 w 480"/>
                <a:gd name="T57" fmla="*/ 48 h 481"/>
                <a:gd name="T58" fmla="*/ 344 w 480"/>
                <a:gd name="T59" fmla="*/ 24 h 481"/>
                <a:gd name="T60" fmla="*/ 300 w 480"/>
                <a:gd name="T61" fmla="*/ 8 h 481"/>
                <a:gd name="T62" fmla="*/ 253 w 480"/>
                <a:gd name="T63" fmla="*/ 0 h 481"/>
                <a:gd name="T64" fmla="*/ 219 w 480"/>
                <a:gd name="T65" fmla="*/ 452 h 481"/>
                <a:gd name="T66" fmla="*/ 157 w 480"/>
                <a:gd name="T67" fmla="*/ 437 h 481"/>
                <a:gd name="T68" fmla="*/ 90 w 480"/>
                <a:gd name="T69" fmla="*/ 391 h 481"/>
                <a:gd name="T70" fmla="*/ 45 w 480"/>
                <a:gd name="T71" fmla="*/ 324 h 481"/>
                <a:gd name="T72" fmla="*/ 29 w 480"/>
                <a:gd name="T73" fmla="*/ 262 h 481"/>
                <a:gd name="T74" fmla="*/ 29 w 480"/>
                <a:gd name="T75" fmla="*/ 219 h 481"/>
                <a:gd name="T76" fmla="*/ 45 w 480"/>
                <a:gd name="T77" fmla="*/ 158 h 481"/>
                <a:gd name="T78" fmla="*/ 90 w 480"/>
                <a:gd name="T79" fmla="*/ 91 h 481"/>
                <a:gd name="T80" fmla="*/ 157 w 480"/>
                <a:gd name="T81" fmla="*/ 44 h 481"/>
                <a:gd name="T82" fmla="*/ 219 w 480"/>
                <a:gd name="T83" fmla="*/ 29 h 481"/>
                <a:gd name="T84" fmla="*/ 261 w 480"/>
                <a:gd name="T85" fmla="*/ 29 h 481"/>
                <a:gd name="T86" fmla="*/ 323 w 480"/>
                <a:gd name="T87" fmla="*/ 44 h 481"/>
                <a:gd name="T88" fmla="*/ 390 w 480"/>
                <a:gd name="T89" fmla="*/ 91 h 481"/>
                <a:gd name="T90" fmla="*/ 436 w 480"/>
                <a:gd name="T91" fmla="*/ 158 h 481"/>
                <a:gd name="T92" fmla="*/ 451 w 480"/>
                <a:gd name="T93" fmla="*/ 219 h 481"/>
                <a:gd name="T94" fmla="*/ 451 w 480"/>
                <a:gd name="T95" fmla="*/ 262 h 481"/>
                <a:gd name="T96" fmla="*/ 436 w 480"/>
                <a:gd name="T97" fmla="*/ 324 h 481"/>
                <a:gd name="T98" fmla="*/ 390 w 480"/>
                <a:gd name="T99" fmla="*/ 391 h 481"/>
                <a:gd name="T100" fmla="*/ 323 w 480"/>
                <a:gd name="T101" fmla="*/ 437 h 481"/>
                <a:gd name="T102" fmla="*/ 261 w 480"/>
                <a:gd name="T103" fmla="*/ 452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80" h="481">
                  <a:moveTo>
                    <a:pt x="240" y="0"/>
                  </a:moveTo>
                  <a:lnTo>
                    <a:pt x="228" y="0"/>
                  </a:lnTo>
                  <a:lnTo>
                    <a:pt x="215" y="2"/>
                  </a:lnTo>
                  <a:lnTo>
                    <a:pt x="204" y="3"/>
                  </a:lnTo>
                  <a:lnTo>
                    <a:pt x="192" y="5"/>
                  </a:lnTo>
                  <a:lnTo>
                    <a:pt x="180" y="8"/>
                  </a:lnTo>
                  <a:lnTo>
                    <a:pt x="169" y="11"/>
                  </a:lnTo>
                  <a:lnTo>
                    <a:pt x="157" y="14"/>
                  </a:lnTo>
                  <a:lnTo>
                    <a:pt x="147" y="19"/>
                  </a:lnTo>
                  <a:lnTo>
                    <a:pt x="136" y="24"/>
                  </a:lnTo>
                  <a:lnTo>
                    <a:pt x="125" y="29"/>
                  </a:lnTo>
                  <a:lnTo>
                    <a:pt x="116" y="35"/>
                  </a:lnTo>
                  <a:lnTo>
                    <a:pt x="106" y="41"/>
                  </a:lnTo>
                  <a:lnTo>
                    <a:pt x="96" y="48"/>
                  </a:lnTo>
                  <a:lnTo>
                    <a:pt x="88" y="55"/>
                  </a:lnTo>
                  <a:lnTo>
                    <a:pt x="79" y="63"/>
                  </a:lnTo>
                  <a:lnTo>
                    <a:pt x="70" y="71"/>
                  </a:lnTo>
                  <a:lnTo>
                    <a:pt x="62" y="79"/>
                  </a:lnTo>
                  <a:lnTo>
                    <a:pt x="54" y="87"/>
                  </a:lnTo>
                  <a:lnTo>
                    <a:pt x="48" y="97"/>
                  </a:lnTo>
                  <a:lnTo>
                    <a:pt x="40" y="107"/>
                  </a:lnTo>
                  <a:lnTo>
                    <a:pt x="35" y="116"/>
                  </a:lnTo>
                  <a:lnTo>
                    <a:pt x="29" y="126"/>
                  </a:lnTo>
                  <a:lnTo>
                    <a:pt x="23" y="137"/>
                  </a:lnTo>
                  <a:lnTo>
                    <a:pt x="19" y="148"/>
                  </a:lnTo>
                  <a:lnTo>
                    <a:pt x="15" y="158"/>
                  </a:lnTo>
                  <a:lnTo>
                    <a:pt x="10" y="169"/>
                  </a:lnTo>
                  <a:lnTo>
                    <a:pt x="7" y="181"/>
                  </a:lnTo>
                  <a:lnTo>
                    <a:pt x="5" y="193"/>
                  </a:lnTo>
                  <a:lnTo>
                    <a:pt x="3" y="204"/>
                  </a:lnTo>
                  <a:lnTo>
                    <a:pt x="1" y="216"/>
                  </a:lnTo>
                  <a:lnTo>
                    <a:pt x="0" y="228"/>
                  </a:lnTo>
                  <a:lnTo>
                    <a:pt x="0" y="241"/>
                  </a:lnTo>
                  <a:lnTo>
                    <a:pt x="0" y="253"/>
                  </a:lnTo>
                  <a:lnTo>
                    <a:pt x="1" y="266"/>
                  </a:lnTo>
                  <a:lnTo>
                    <a:pt x="3" y="277"/>
                  </a:lnTo>
                  <a:lnTo>
                    <a:pt x="5" y="289"/>
                  </a:lnTo>
                  <a:lnTo>
                    <a:pt x="7" y="301"/>
                  </a:lnTo>
                  <a:lnTo>
                    <a:pt x="10" y="313"/>
                  </a:lnTo>
                  <a:lnTo>
                    <a:pt x="15" y="324"/>
                  </a:lnTo>
                  <a:lnTo>
                    <a:pt x="19" y="334"/>
                  </a:lnTo>
                  <a:lnTo>
                    <a:pt x="23" y="345"/>
                  </a:lnTo>
                  <a:lnTo>
                    <a:pt x="29" y="356"/>
                  </a:lnTo>
                  <a:lnTo>
                    <a:pt x="35" y="365"/>
                  </a:lnTo>
                  <a:lnTo>
                    <a:pt x="40" y="375"/>
                  </a:lnTo>
                  <a:lnTo>
                    <a:pt x="48" y="385"/>
                  </a:lnTo>
                  <a:lnTo>
                    <a:pt x="54" y="393"/>
                  </a:lnTo>
                  <a:lnTo>
                    <a:pt x="62" y="403"/>
                  </a:lnTo>
                  <a:lnTo>
                    <a:pt x="70" y="411"/>
                  </a:lnTo>
                  <a:lnTo>
                    <a:pt x="79" y="419"/>
                  </a:lnTo>
                  <a:lnTo>
                    <a:pt x="88" y="427"/>
                  </a:lnTo>
                  <a:lnTo>
                    <a:pt x="96" y="434"/>
                  </a:lnTo>
                  <a:lnTo>
                    <a:pt x="106" y="441"/>
                  </a:lnTo>
                  <a:lnTo>
                    <a:pt x="116" y="447"/>
                  </a:lnTo>
                  <a:lnTo>
                    <a:pt x="125" y="452"/>
                  </a:lnTo>
                  <a:lnTo>
                    <a:pt x="136" y="458"/>
                  </a:lnTo>
                  <a:lnTo>
                    <a:pt x="147" y="462"/>
                  </a:lnTo>
                  <a:lnTo>
                    <a:pt x="157" y="466"/>
                  </a:lnTo>
                  <a:lnTo>
                    <a:pt x="169" y="471"/>
                  </a:lnTo>
                  <a:lnTo>
                    <a:pt x="180" y="474"/>
                  </a:lnTo>
                  <a:lnTo>
                    <a:pt x="192" y="477"/>
                  </a:lnTo>
                  <a:lnTo>
                    <a:pt x="204" y="479"/>
                  </a:lnTo>
                  <a:lnTo>
                    <a:pt x="215" y="480"/>
                  </a:lnTo>
                  <a:lnTo>
                    <a:pt x="228" y="481"/>
                  </a:lnTo>
                  <a:lnTo>
                    <a:pt x="240" y="481"/>
                  </a:lnTo>
                  <a:lnTo>
                    <a:pt x="253" y="481"/>
                  </a:lnTo>
                  <a:lnTo>
                    <a:pt x="265" y="480"/>
                  </a:lnTo>
                  <a:lnTo>
                    <a:pt x="276" y="479"/>
                  </a:lnTo>
                  <a:lnTo>
                    <a:pt x="288" y="477"/>
                  </a:lnTo>
                  <a:lnTo>
                    <a:pt x="300" y="474"/>
                  </a:lnTo>
                  <a:lnTo>
                    <a:pt x="312" y="471"/>
                  </a:lnTo>
                  <a:lnTo>
                    <a:pt x="323" y="466"/>
                  </a:lnTo>
                  <a:lnTo>
                    <a:pt x="333" y="462"/>
                  </a:lnTo>
                  <a:lnTo>
                    <a:pt x="344" y="458"/>
                  </a:lnTo>
                  <a:lnTo>
                    <a:pt x="355" y="452"/>
                  </a:lnTo>
                  <a:lnTo>
                    <a:pt x="364" y="447"/>
                  </a:lnTo>
                  <a:lnTo>
                    <a:pt x="374" y="441"/>
                  </a:lnTo>
                  <a:lnTo>
                    <a:pt x="384" y="434"/>
                  </a:lnTo>
                  <a:lnTo>
                    <a:pt x="393" y="427"/>
                  </a:lnTo>
                  <a:lnTo>
                    <a:pt x="402" y="419"/>
                  </a:lnTo>
                  <a:lnTo>
                    <a:pt x="411" y="411"/>
                  </a:lnTo>
                  <a:lnTo>
                    <a:pt x="418" y="403"/>
                  </a:lnTo>
                  <a:lnTo>
                    <a:pt x="426" y="393"/>
                  </a:lnTo>
                  <a:lnTo>
                    <a:pt x="433" y="385"/>
                  </a:lnTo>
                  <a:lnTo>
                    <a:pt x="440" y="375"/>
                  </a:lnTo>
                  <a:lnTo>
                    <a:pt x="446" y="365"/>
                  </a:lnTo>
                  <a:lnTo>
                    <a:pt x="451" y="356"/>
                  </a:lnTo>
                  <a:lnTo>
                    <a:pt x="457" y="345"/>
                  </a:lnTo>
                  <a:lnTo>
                    <a:pt x="462" y="334"/>
                  </a:lnTo>
                  <a:lnTo>
                    <a:pt x="466" y="324"/>
                  </a:lnTo>
                  <a:lnTo>
                    <a:pt x="470" y="313"/>
                  </a:lnTo>
                  <a:lnTo>
                    <a:pt x="473" y="301"/>
                  </a:lnTo>
                  <a:lnTo>
                    <a:pt x="476" y="289"/>
                  </a:lnTo>
                  <a:lnTo>
                    <a:pt x="478" y="277"/>
                  </a:lnTo>
                  <a:lnTo>
                    <a:pt x="479" y="266"/>
                  </a:lnTo>
                  <a:lnTo>
                    <a:pt x="480" y="253"/>
                  </a:lnTo>
                  <a:lnTo>
                    <a:pt x="480" y="241"/>
                  </a:lnTo>
                  <a:lnTo>
                    <a:pt x="480" y="228"/>
                  </a:lnTo>
                  <a:lnTo>
                    <a:pt x="479" y="216"/>
                  </a:lnTo>
                  <a:lnTo>
                    <a:pt x="478" y="204"/>
                  </a:lnTo>
                  <a:lnTo>
                    <a:pt x="476" y="193"/>
                  </a:lnTo>
                  <a:lnTo>
                    <a:pt x="473" y="181"/>
                  </a:lnTo>
                  <a:lnTo>
                    <a:pt x="470" y="169"/>
                  </a:lnTo>
                  <a:lnTo>
                    <a:pt x="466" y="158"/>
                  </a:lnTo>
                  <a:lnTo>
                    <a:pt x="462" y="148"/>
                  </a:lnTo>
                  <a:lnTo>
                    <a:pt x="457" y="137"/>
                  </a:lnTo>
                  <a:lnTo>
                    <a:pt x="451" y="126"/>
                  </a:lnTo>
                  <a:lnTo>
                    <a:pt x="446" y="116"/>
                  </a:lnTo>
                  <a:lnTo>
                    <a:pt x="440" y="107"/>
                  </a:lnTo>
                  <a:lnTo>
                    <a:pt x="433" y="97"/>
                  </a:lnTo>
                  <a:lnTo>
                    <a:pt x="426" y="87"/>
                  </a:lnTo>
                  <a:lnTo>
                    <a:pt x="418" y="79"/>
                  </a:lnTo>
                  <a:lnTo>
                    <a:pt x="411" y="71"/>
                  </a:lnTo>
                  <a:lnTo>
                    <a:pt x="402" y="63"/>
                  </a:lnTo>
                  <a:lnTo>
                    <a:pt x="393" y="55"/>
                  </a:lnTo>
                  <a:lnTo>
                    <a:pt x="384" y="48"/>
                  </a:lnTo>
                  <a:lnTo>
                    <a:pt x="374" y="41"/>
                  </a:lnTo>
                  <a:lnTo>
                    <a:pt x="364" y="35"/>
                  </a:lnTo>
                  <a:lnTo>
                    <a:pt x="355" y="29"/>
                  </a:lnTo>
                  <a:lnTo>
                    <a:pt x="344" y="24"/>
                  </a:lnTo>
                  <a:lnTo>
                    <a:pt x="333" y="19"/>
                  </a:lnTo>
                  <a:lnTo>
                    <a:pt x="323" y="14"/>
                  </a:lnTo>
                  <a:lnTo>
                    <a:pt x="312" y="11"/>
                  </a:lnTo>
                  <a:lnTo>
                    <a:pt x="300" y="8"/>
                  </a:lnTo>
                  <a:lnTo>
                    <a:pt x="288" y="5"/>
                  </a:lnTo>
                  <a:lnTo>
                    <a:pt x="276" y="3"/>
                  </a:lnTo>
                  <a:lnTo>
                    <a:pt x="265" y="2"/>
                  </a:lnTo>
                  <a:lnTo>
                    <a:pt x="253" y="0"/>
                  </a:lnTo>
                  <a:lnTo>
                    <a:pt x="240" y="0"/>
                  </a:lnTo>
                  <a:close/>
                  <a:moveTo>
                    <a:pt x="240" y="454"/>
                  </a:moveTo>
                  <a:lnTo>
                    <a:pt x="229" y="454"/>
                  </a:lnTo>
                  <a:lnTo>
                    <a:pt x="219" y="452"/>
                  </a:lnTo>
                  <a:lnTo>
                    <a:pt x="208" y="451"/>
                  </a:lnTo>
                  <a:lnTo>
                    <a:pt x="197" y="449"/>
                  </a:lnTo>
                  <a:lnTo>
                    <a:pt x="177" y="444"/>
                  </a:lnTo>
                  <a:lnTo>
                    <a:pt x="157" y="437"/>
                  </a:lnTo>
                  <a:lnTo>
                    <a:pt x="139" y="428"/>
                  </a:lnTo>
                  <a:lnTo>
                    <a:pt x="121" y="417"/>
                  </a:lnTo>
                  <a:lnTo>
                    <a:pt x="105" y="405"/>
                  </a:lnTo>
                  <a:lnTo>
                    <a:pt x="90" y="391"/>
                  </a:lnTo>
                  <a:lnTo>
                    <a:pt x="76" y="376"/>
                  </a:lnTo>
                  <a:lnTo>
                    <a:pt x="64" y="360"/>
                  </a:lnTo>
                  <a:lnTo>
                    <a:pt x="53" y="342"/>
                  </a:lnTo>
                  <a:lnTo>
                    <a:pt x="45" y="324"/>
                  </a:lnTo>
                  <a:lnTo>
                    <a:pt x="37" y="304"/>
                  </a:lnTo>
                  <a:lnTo>
                    <a:pt x="32" y="284"/>
                  </a:lnTo>
                  <a:lnTo>
                    <a:pt x="30" y="273"/>
                  </a:lnTo>
                  <a:lnTo>
                    <a:pt x="29" y="262"/>
                  </a:lnTo>
                  <a:lnTo>
                    <a:pt x="28" y="252"/>
                  </a:lnTo>
                  <a:lnTo>
                    <a:pt x="28" y="241"/>
                  </a:lnTo>
                  <a:lnTo>
                    <a:pt x="28" y="230"/>
                  </a:lnTo>
                  <a:lnTo>
                    <a:pt x="29" y="219"/>
                  </a:lnTo>
                  <a:lnTo>
                    <a:pt x="30" y="209"/>
                  </a:lnTo>
                  <a:lnTo>
                    <a:pt x="32" y="198"/>
                  </a:lnTo>
                  <a:lnTo>
                    <a:pt x="37" y="178"/>
                  </a:lnTo>
                  <a:lnTo>
                    <a:pt x="45" y="158"/>
                  </a:lnTo>
                  <a:lnTo>
                    <a:pt x="53" y="140"/>
                  </a:lnTo>
                  <a:lnTo>
                    <a:pt x="64" y="122"/>
                  </a:lnTo>
                  <a:lnTo>
                    <a:pt x="76" y="106"/>
                  </a:lnTo>
                  <a:lnTo>
                    <a:pt x="90" y="91"/>
                  </a:lnTo>
                  <a:lnTo>
                    <a:pt x="105" y="77"/>
                  </a:lnTo>
                  <a:lnTo>
                    <a:pt x="121" y="65"/>
                  </a:lnTo>
                  <a:lnTo>
                    <a:pt x="139" y="54"/>
                  </a:lnTo>
                  <a:lnTo>
                    <a:pt x="157" y="44"/>
                  </a:lnTo>
                  <a:lnTo>
                    <a:pt x="177" y="38"/>
                  </a:lnTo>
                  <a:lnTo>
                    <a:pt x="197" y="33"/>
                  </a:lnTo>
                  <a:lnTo>
                    <a:pt x="208" y="31"/>
                  </a:lnTo>
                  <a:lnTo>
                    <a:pt x="219" y="29"/>
                  </a:lnTo>
                  <a:lnTo>
                    <a:pt x="229" y="28"/>
                  </a:lnTo>
                  <a:lnTo>
                    <a:pt x="240" y="28"/>
                  </a:lnTo>
                  <a:lnTo>
                    <a:pt x="251" y="28"/>
                  </a:lnTo>
                  <a:lnTo>
                    <a:pt x="261" y="29"/>
                  </a:lnTo>
                  <a:lnTo>
                    <a:pt x="272" y="31"/>
                  </a:lnTo>
                  <a:lnTo>
                    <a:pt x="283" y="33"/>
                  </a:lnTo>
                  <a:lnTo>
                    <a:pt x="303" y="38"/>
                  </a:lnTo>
                  <a:lnTo>
                    <a:pt x="323" y="44"/>
                  </a:lnTo>
                  <a:lnTo>
                    <a:pt x="342" y="54"/>
                  </a:lnTo>
                  <a:lnTo>
                    <a:pt x="359" y="65"/>
                  </a:lnTo>
                  <a:lnTo>
                    <a:pt x="375" y="77"/>
                  </a:lnTo>
                  <a:lnTo>
                    <a:pt x="390" y="91"/>
                  </a:lnTo>
                  <a:lnTo>
                    <a:pt x="404" y="106"/>
                  </a:lnTo>
                  <a:lnTo>
                    <a:pt x="417" y="122"/>
                  </a:lnTo>
                  <a:lnTo>
                    <a:pt x="427" y="140"/>
                  </a:lnTo>
                  <a:lnTo>
                    <a:pt x="436" y="158"/>
                  </a:lnTo>
                  <a:lnTo>
                    <a:pt x="444" y="178"/>
                  </a:lnTo>
                  <a:lnTo>
                    <a:pt x="448" y="198"/>
                  </a:lnTo>
                  <a:lnTo>
                    <a:pt x="450" y="209"/>
                  </a:lnTo>
                  <a:lnTo>
                    <a:pt x="451" y="219"/>
                  </a:lnTo>
                  <a:lnTo>
                    <a:pt x="452" y="230"/>
                  </a:lnTo>
                  <a:lnTo>
                    <a:pt x="452" y="241"/>
                  </a:lnTo>
                  <a:lnTo>
                    <a:pt x="452" y="252"/>
                  </a:lnTo>
                  <a:lnTo>
                    <a:pt x="451" y="262"/>
                  </a:lnTo>
                  <a:lnTo>
                    <a:pt x="450" y="273"/>
                  </a:lnTo>
                  <a:lnTo>
                    <a:pt x="448" y="284"/>
                  </a:lnTo>
                  <a:lnTo>
                    <a:pt x="444" y="304"/>
                  </a:lnTo>
                  <a:lnTo>
                    <a:pt x="436" y="324"/>
                  </a:lnTo>
                  <a:lnTo>
                    <a:pt x="427" y="342"/>
                  </a:lnTo>
                  <a:lnTo>
                    <a:pt x="417" y="360"/>
                  </a:lnTo>
                  <a:lnTo>
                    <a:pt x="404" y="376"/>
                  </a:lnTo>
                  <a:lnTo>
                    <a:pt x="390" y="391"/>
                  </a:lnTo>
                  <a:lnTo>
                    <a:pt x="375" y="405"/>
                  </a:lnTo>
                  <a:lnTo>
                    <a:pt x="359" y="417"/>
                  </a:lnTo>
                  <a:lnTo>
                    <a:pt x="342" y="428"/>
                  </a:lnTo>
                  <a:lnTo>
                    <a:pt x="323" y="437"/>
                  </a:lnTo>
                  <a:lnTo>
                    <a:pt x="303" y="444"/>
                  </a:lnTo>
                  <a:lnTo>
                    <a:pt x="283" y="449"/>
                  </a:lnTo>
                  <a:lnTo>
                    <a:pt x="272" y="451"/>
                  </a:lnTo>
                  <a:lnTo>
                    <a:pt x="261" y="452"/>
                  </a:lnTo>
                  <a:lnTo>
                    <a:pt x="251" y="454"/>
                  </a:lnTo>
                  <a:lnTo>
                    <a:pt x="240" y="4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7" name="Freeform 266">
              <a:extLst>
                <a:ext uri="{FF2B5EF4-FFF2-40B4-BE49-F238E27FC236}">
                  <a16:creationId xmlns:a16="http://schemas.microsoft.com/office/drawing/2014/main" id="{9B99A2B5-277E-4D8F-B313-379EA9813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8276" y="1876426"/>
              <a:ext cx="14288" cy="14288"/>
            </a:xfrm>
            <a:custGeom>
              <a:avLst/>
              <a:gdLst>
                <a:gd name="T0" fmla="*/ 24 w 28"/>
                <a:gd name="T1" fmla="*/ 3 h 27"/>
                <a:gd name="T2" fmla="*/ 20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5 w 28"/>
                <a:gd name="T9" fmla="*/ 3 h 27"/>
                <a:gd name="T10" fmla="*/ 1 w 28"/>
                <a:gd name="T11" fmla="*/ 9 h 27"/>
                <a:gd name="T12" fmla="*/ 0 w 28"/>
                <a:gd name="T13" fmla="*/ 14 h 27"/>
                <a:gd name="T14" fmla="*/ 1 w 28"/>
                <a:gd name="T15" fmla="*/ 18 h 27"/>
                <a:gd name="T16" fmla="*/ 5 w 28"/>
                <a:gd name="T17" fmla="*/ 24 h 27"/>
                <a:gd name="T18" fmla="*/ 9 w 28"/>
                <a:gd name="T19" fmla="*/ 26 h 27"/>
                <a:gd name="T20" fmla="*/ 14 w 28"/>
                <a:gd name="T21" fmla="*/ 27 h 27"/>
                <a:gd name="T22" fmla="*/ 20 w 28"/>
                <a:gd name="T23" fmla="*/ 26 h 27"/>
                <a:gd name="T24" fmla="*/ 24 w 28"/>
                <a:gd name="T25" fmla="*/ 24 h 27"/>
                <a:gd name="T26" fmla="*/ 27 w 28"/>
                <a:gd name="T27" fmla="*/ 18 h 27"/>
                <a:gd name="T28" fmla="*/ 28 w 28"/>
                <a:gd name="T29" fmla="*/ 14 h 27"/>
                <a:gd name="T30" fmla="*/ 27 w 28"/>
                <a:gd name="T31" fmla="*/ 9 h 27"/>
                <a:gd name="T32" fmla="*/ 24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3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5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20" y="26"/>
                  </a:lnTo>
                  <a:lnTo>
                    <a:pt x="24" y="24"/>
                  </a:lnTo>
                  <a:lnTo>
                    <a:pt x="27" y="18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E31C8E6-C288-4025-A70E-D5E75218B7D4}"/>
              </a:ext>
            </a:extLst>
          </p:cNvPr>
          <p:cNvGrpSpPr/>
          <p:nvPr/>
        </p:nvGrpSpPr>
        <p:grpSpPr>
          <a:xfrm>
            <a:off x="10261601" y="1042988"/>
            <a:ext cx="376238" cy="376238"/>
            <a:chOff x="10261601" y="1042988"/>
            <a:chExt cx="376238" cy="376238"/>
          </a:xfrm>
          <a:solidFill>
            <a:schemeClr val="bg1"/>
          </a:solidFill>
        </p:grpSpPr>
        <p:sp>
          <p:nvSpPr>
            <p:cNvPr id="138" name="Freeform 267">
              <a:extLst>
                <a:ext uri="{FF2B5EF4-FFF2-40B4-BE49-F238E27FC236}">
                  <a16:creationId xmlns:a16="http://schemas.microsoft.com/office/drawing/2014/main" id="{6038930C-AA79-4337-BD57-1DBEC57E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3351" y="1195388"/>
              <a:ext cx="192088" cy="192088"/>
            </a:xfrm>
            <a:custGeom>
              <a:avLst/>
              <a:gdLst>
                <a:gd name="T0" fmla="*/ 347 w 361"/>
                <a:gd name="T1" fmla="*/ 0 h 362"/>
                <a:gd name="T2" fmla="*/ 229 w 361"/>
                <a:gd name="T3" fmla="*/ 0 h 362"/>
                <a:gd name="T4" fmla="*/ 224 w 361"/>
                <a:gd name="T5" fmla="*/ 1 h 362"/>
                <a:gd name="T6" fmla="*/ 220 w 361"/>
                <a:gd name="T7" fmla="*/ 4 h 362"/>
                <a:gd name="T8" fmla="*/ 217 w 361"/>
                <a:gd name="T9" fmla="*/ 8 h 362"/>
                <a:gd name="T10" fmla="*/ 215 w 361"/>
                <a:gd name="T11" fmla="*/ 14 h 362"/>
                <a:gd name="T12" fmla="*/ 217 w 361"/>
                <a:gd name="T13" fmla="*/ 19 h 362"/>
                <a:gd name="T14" fmla="*/ 220 w 361"/>
                <a:gd name="T15" fmla="*/ 23 h 362"/>
                <a:gd name="T16" fmla="*/ 224 w 361"/>
                <a:gd name="T17" fmla="*/ 27 h 362"/>
                <a:gd name="T18" fmla="*/ 229 w 361"/>
                <a:gd name="T19" fmla="*/ 28 h 362"/>
                <a:gd name="T20" fmla="*/ 334 w 361"/>
                <a:gd name="T21" fmla="*/ 28 h 362"/>
                <a:gd name="T22" fmla="*/ 334 w 361"/>
                <a:gd name="T23" fmla="*/ 334 h 362"/>
                <a:gd name="T24" fmla="*/ 28 w 361"/>
                <a:gd name="T25" fmla="*/ 334 h 362"/>
                <a:gd name="T26" fmla="*/ 28 w 361"/>
                <a:gd name="T27" fmla="*/ 28 h 362"/>
                <a:gd name="T28" fmla="*/ 134 w 361"/>
                <a:gd name="T29" fmla="*/ 28 h 362"/>
                <a:gd name="T30" fmla="*/ 139 w 361"/>
                <a:gd name="T31" fmla="*/ 27 h 362"/>
                <a:gd name="T32" fmla="*/ 144 w 361"/>
                <a:gd name="T33" fmla="*/ 23 h 362"/>
                <a:gd name="T34" fmla="*/ 147 w 361"/>
                <a:gd name="T35" fmla="*/ 19 h 362"/>
                <a:gd name="T36" fmla="*/ 148 w 361"/>
                <a:gd name="T37" fmla="*/ 14 h 362"/>
                <a:gd name="T38" fmla="*/ 147 w 361"/>
                <a:gd name="T39" fmla="*/ 8 h 362"/>
                <a:gd name="T40" fmla="*/ 144 w 361"/>
                <a:gd name="T41" fmla="*/ 4 h 362"/>
                <a:gd name="T42" fmla="*/ 139 w 361"/>
                <a:gd name="T43" fmla="*/ 1 h 362"/>
                <a:gd name="T44" fmla="*/ 134 w 361"/>
                <a:gd name="T45" fmla="*/ 0 h 362"/>
                <a:gd name="T46" fmla="*/ 14 w 361"/>
                <a:gd name="T47" fmla="*/ 0 h 362"/>
                <a:gd name="T48" fmla="*/ 8 w 361"/>
                <a:gd name="T49" fmla="*/ 1 h 362"/>
                <a:gd name="T50" fmla="*/ 4 w 361"/>
                <a:gd name="T51" fmla="*/ 4 h 362"/>
                <a:gd name="T52" fmla="*/ 1 w 361"/>
                <a:gd name="T53" fmla="*/ 8 h 362"/>
                <a:gd name="T54" fmla="*/ 0 w 361"/>
                <a:gd name="T55" fmla="*/ 14 h 362"/>
                <a:gd name="T56" fmla="*/ 0 w 361"/>
                <a:gd name="T57" fmla="*/ 348 h 362"/>
                <a:gd name="T58" fmla="*/ 1 w 361"/>
                <a:gd name="T59" fmla="*/ 353 h 362"/>
                <a:gd name="T60" fmla="*/ 4 w 361"/>
                <a:gd name="T61" fmla="*/ 357 h 362"/>
                <a:gd name="T62" fmla="*/ 8 w 361"/>
                <a:gd name="T63" fmla="*/ 361 h 362"/>
                <a:gd name="T64" fmla="*/ 14 w 361"/>
                <a:gd name="T65" fmla="*/ 362 h 362"/>
                <a:gd name="T66" fmla="*/ 347 w 361"/>
                <a:gd name="T67" fmla="*/ 362 h 362"/>
                <a:gd name="T68" fmla="*/ 353 w 361"/>
                <a:gd name="T69" fmla="*/ 361 h 362"/>
                <a:gd name="T70" fmla="*/ 357 w 361"/>
                <a:gd name="T71" fmla="*/ 357 h 362"/>
                <a:gd name="T72" fmla="*/ 360 w 361"/>
                <a:gd name="T73" fmla="*/ 353 h 362"/>
                <a:gd name="T74" fmla="*/ 361 w 361"/>
                <a:gd name="T75" fmla="*/ 348 h 362"/>
                <a:gd name="T76" fmla="*/ 361 w 361"/>
                <a:gd name="T77" fmla="*/ 14 h 362"/>
                <a:gd name="T78" fmla="*/ 360 w 361"/>
                <a:gd name="T79" fmla="*/ 8 h 362"/>
                <a:gd name="T80" fmla="*/ 357 w 361"/>
                <a:gd name="T81" fmla="*/ 4 h 362"/>
                <a:gd name="T82" fmla="*/ 353 w 361"/>
                <a:gd name="T83" fmla="*/ 1 h 362"/>
                <a:gd name="T84" fmla="*/ 347 w 361"/>
                <a:gd name="T85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1" h="362">
                  <a:moveTo>
                    <a:pt x="347" y="0"/>
                  </a:moveTo>
                  <a:lnTo>
                    <a:pt x="229" y="0"/>
                  </a:lnTo>
                  <a:lnTo>
                    <a:pt x="224" y="1"/>
                  </a:lnTo>
                  <a:lnTo>
                    <a:pt x="220" y="4"/>
                  </a:lnTo>
                  <a:lnTo>
                    <a:pt x="217" y="8"/>
                  </a:lnTo>
                  <a:lnTo>
                    <a:pt x="215" y="14"/>
                  </a:lnTo>
                  <a:lnTo>
                    <a:pt x="217" y="19"/>
                  </a:lnTo>
                  <a:lnTo>
                    <a:pt x="220" y="23"/>
                  </a:lnTo>
                  <a:lnTo>
                    <a:pt x="224" y="27"/>
                  </a:lnTo>
                  <a:lnTo>
                    <a:pt x="229" y="28"/>
                  </a:lnTo>
                  <a:lnTo>
                    <a:pt x="334" y="28"/>
                  </a:lnTo>
                  <a:lnTo>
                    <a:pt x="334" y="334"/>
                  </a:lnTo>
                  <a:lnTo>
                    <a:pt x="28" y="334"/>
                  </a:lnTo>
                  <a:lnTo>
                    <a:pt x="28" y="28"/>
                  </a:lnTo>
                  <a:lnTo>
                    <a:pt x="134" y="28"/>
                  </a:lnTo>
                  <a:lnTo>
                    <a:pt x="139" y="27"/>
                  </a:lnTo>
                  <a:lnTo>
                    <a:pt x="144" y="23"/>
                  </a:lnTo>
                  <a:lnTo>
                    <a:pt x="147" y="19"/>
                  </a:lnTo>
                  <a:lnTo>
                    <a:pt x="148" y="14"/>
                  </a:lnTo>
                  <a:lnTo>
                    <a:pt x="147" y="8"/>
                  </a:lnTo>
                  <a:lnTo>
                    <a:pt x="144" y="4"/>
                  </a:lnTo>
                  <a:lnTo>
                    <a:pt x="139" y="1"/>
                  </a:lnTo>
                  <a:lnTo>
                    <a:pt x="134" y="0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348"/>
                  </a:lnTo>
                  <a:lnTo>
                    <a:pt x="1" y="353"/>
                  </a:lnTo>
                  <a:lnTo>
                    <a:pt x="4" y="357"/>
                  </a:lnTo>
                  <a:lnTo>
                    <a:pt x="8" y="361"/>
                  </a:lnTo>
                  <a:lnTo>
                    <a:pt x="14" y="362"/>
                  </a:lnTo>
                  <a:lnTo>
                    <a:pt x="347" y="362"/>
                  </a:lnTo>
                  <a:lnTo>
                    <a:pt x="353" y="361"/>
                  </a:lnTo>
                  <a:lnTo>
                    <a:pt x="357" y="357"/>
                  </a:lnTo>
                  <a:lnTo>
                    <a:pt x="360" y="353"/>
                  </a:lnTo>
                  <a:lnTo>
                    <a:pt x="361" y="348"/>
                  </a:lnTo>
                  <a:lnTo>
                    <a:pt x="361" y="14"/>
                  </a:lnTo>
                  <a:lnTo>
                    <a:pt x="360" y="8"/>
                  </a:lnTo>
                  <a:lnTo>
                    <a:pt x="357" y="4"/>
                  </a:lnTo>
                  <a:lnTo>
                    <a:pt x="353" y="1"/>
                  </a:lnTo>
                  <a:lnTo>
                    <a:pt x="3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9" name="Freeform 268">
              <a:extLst>
                <a:ext uri="{FF2B5EF4-FFF2-40B4-BE49-F238E27FC236}">
                  <a16:creationId xmlns:a16="http://schemas.microsoft.com/office/drawing/2014/main" id="{46043A6F-BFFB-4020-9756-19070CECE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61601" y="1042988"/>
              <a:ext cx="376238" cy="376238"/>
            </a:xfrm>
            <a:custGeom>
              <a:avLst/>
              <a:gdLst>
                <a:gd name="T0" fmla="*/ 242 w 711"/>
                <a:gd name="T1" fmla="*/ 0 h 712"/>
                <a:gd name="T2" fmla="*/ 231 w 711"/>
                <a:gd name="T3" fmla="*/ 4 h 712"/>
                <a:gd name="T4" fmla="*/ 228 w 711"/>
                <a:gd name="T5" fmla="*/ 14 h 712"/>
                <a:gd name="T6" fmla="*/ 128 w 711"/>
                <a:gd name="T7" fmla="*/ 114 h 712"/>
                <a:gd name="T8" fmla="*/ 118 w 711"/>
                <a:gd name="T9" fmla="*/ 118 h 712"/>
                <a:gd name="T10" fmla="*/ 114 w 711"/>
                <a:gd name="T11" fmla="*/ 128 h 712"/>
                <a:gd name="T12" fmla="*/ 14 w 711"/>
                <a:gd name="T13" fmla="*/ 228 h 712"/>
                <a:gd name="T14" fmla="*/ 4 w 711"/>
                <a:gd name="T15" fmla="*/ 232 h 712"/>
                <a:gd name="T16" fmla="*/ 0 w 711"/>
                <a:gd name="T17" fmla="*/ 242 h 712"/>
                <a:gd name="T18" fmla="*/ 2 w 711"/>
                <a:gd name="T19" fmla="*/ 703 h 712"/>
                <a:gd name="T20" fmla="*/ 8 w 711"/>
                <a:gd name="T21" fmla="*/ 710 h 712"/>
                <a:gd name="T22" fmla="*/ 470 w 711"/>
                <a:gd name="T23" fmla="*/ 712 h 712"/>
                <a:gd name="T24" fmla="*/ 479 w 711"/>
                <a:gd name="T25" fmla="*/ 707 h 712"/>
                <a:gd name="T26" fmla="*/ 484 w 711"/>
                <a:gd name="T27" fmla="*/ 698 h 712"/>
                <a:gd name="T28" fmla="*/ 583 w 711"/>
                <a:gd name="T29" fmla="*/ 597 h 712"/>
                <a:gd name="T30" fmla="*/ 593 w 711"/>
                <a:gd name="T31" fmla="*/ 594 h 712"/>
                <a:gd name="T32" fmla="*/ 597 w 711"/>
                <a:gd name="T33" fmla="*/ 583 h 712"/>
                <a:gd name="T34" fmla="*/ 697 w 711"/>
                <a:gd name="T35" fmla="*/ 483 h 712"/>
                <a:gd name="T36" fmla="*/ 707 w 711"/>
                <a:gd name="T37" fmla="*/ 480 h 712"/>
                <a:gd name="T38" fmla="*/ 711 w 711"/>
                <a:gd name="T39" fmla="*/ 469 h 712"/>
                <a:gd name="T40" fmla="*/ 710 w 711"/>
                <a:gd name="T41" fmla="*/ 9 h 712"/>
                <a:gd name="T42" fmla="*/ 702 w 711"/>
                <a:gd name="T43" fmla="*/ 1 h 712"/>
                <a:gd name="T44" fmla="*/ 456 w 711"/>
                <a:gd name="T45" fmla="*/ 583 h 712"/>
                <a:gd name="T46" fmla="*/ 28 w 711"/>
                <a:gd name="T47" fmla="*/ 684 h 712"/>
                <a:gd name="T48" fmla="*/ 456 w 711"/>
                <a:gd name="T49" fmla="*/ 256 h 712"/>
                <a:gd name="T50" fmla="*/ 683 w 711"/>
                <a:gd name="T51" fmla="*/ 455 h 712"/>
                <a:gd name="T52" fmla="*/ 597 w 711"/>
                <a:gd name="T53" fmla="*/ 128 h 712"/>
                <a:gd name="T54" fmla="*/ 593 w 711"/>
                <a:gd name="T55" fmla="*/ 118 h 712"/>
                <a:gd name="T56" fmla="*/ 583 w 711"/>
                <a:gd name="T57" fmla="*/ 114 h 712"/>
                <a:gd name="T58" fmla="*/ 474 w 711"/>
                <a:gd name="T59" fmla="*/ 115 h 712"/>
                <a:gd name="T60" fmla="*/ 466 w 711"/>
                <a:gd name="T61" fmla="*/ 122 h 712"/>
                <a:gd name="T62" fmla="*/ 466 w 711"/>
                <a:gd name="T63" fmla="*/ 133 h 712"/>
                <a:gd name="T64" fmla="*/ 474 w 711"/>
                <a:gd name="T65" fmla="*/ 141 h 712"/>
                <a:gd name="T66" fmla="*/ 569 w 711"/>
                <a:gd name="T67" fmla="*/ 142 h 712"/>
                <a:gd name="T68" fmla="*/ 484 w 711"/>
                <a:gd name="T69" fmla="*/ 570 h 712"/>
                <a:gd name="T70" fmla="*/ 482 w 711"/>
                <a:gd name="T71" fmla="*/ 236 h 712"/>
                <a:gd name="T72" fmla="*/ 475 w 711"/>
                <a:gd name="T73" fmla="*/ 229 h 712"/>
                <a:gd name="T74" fmla="*/ 141 w 711"/>
                <a:gd name="T75" fmla="*/ 228 h 712"/>
                <a:gd name="T76" fmla="*/ 372 w 711"/>
                <a:gd name="T77" fmla="*/ 142 h 712"/>
                <a:gd name="T78" fmla="*/ 382 w 711"/>
                <a:gd name="T79" fmla="*/ 137 h 712"/>
                <a:gd name="T80" fmla="*/ 386 w 711"/>
                <a:gd name="T81" fmla="*/ 128 h 712"/>
                <a:gd name="T82" fmla="*/ 382 w 711"/>
                <a:gd name="T83" fmla="*/ 118 h 712"/>
                <a:gd name="T84" fmla="*/ 372 w 711"/>
                <a:gd name="T85" fmla="*/ 114 h 712"/>
                <a:gd name="T86" fmla="*/ 256 w 711"/>
                <a:gd name="T87" fmla="*/ 28 h 712"/>
                <a:gd name="T88" fmla="*/ 683 w 711"/>
                <a:gd name="T89" fmla="*/ 455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11" h="712">
                  <a:moveTo>
                    <a:pt x="697" y="0"/>
                  </a:moveTo>
                  <a:lnTo>
                    <a:pt x="242" y="0"/>
                  </a:lnTo>
                  <a:lnTo>
                    <a:pt x="237" y="1"/>
                  </a:lnTo>
                  <a:lnTo>
                    <a:pt x="231" y="4"/>
                  </a:lnTo>
                  <a:lnTo>
                    <a:pt x="229" y="9"/>
                  </a:lnTo>
                  <a:lnTo>
                    <a:pt x="228" y="14"/>
                  </a:lnTo>
                  <a:lnTo>
                    <a:pt x="228" y="114"/>
                  </a:lnTo>
                  <a:lnTo>
                    <a:pt x="128" y="114"/>
                  </a:lnTo>
                  <a:lnTo>
                    <a:pt x="122" y="115"/>
                  </a:lnTo>
                  <a:lnTo>
                    <a:pt x="118" y="118"/>
                  </a:lnTo>
                  <a:lnTo>
                    <a:pt x="116" y="122"/>
                  </a:lnTo>
                  <a:lnTo>
                    <a:pt x="114" y="128"/>
                  </a:lnTo>
                  <a:lnTo>
                    <a:pt x="114" y="228"/>
                  </a:lnTo>
                  <a:lnTo>
                    <a:pt x="14" y="228"/>
                  </a:lnTo>
                  <a:lnTo>
                    <a:pt x="8" y="229"/>
                  </a:lnTo>
                  <a:lnTo>
                    <a:pt x="4" y="232"/>
                  </a:lnTo>
                  <a:lnTo>
                    <a:pt x="2" y="236"/>
                  </a:lnTo>
                  <a:lnTo>
                    <a:pt x="0" y="242"/>
                  </a:lnTo>
                  <a:lnTo>
                    <a:pt x="0" y="698"/>
                  </a:lnTo>
                  <a:lnTo>
                    <a:pt x="2" y="703"/>
                  </a:lnTo>
                  <a:lnTo>
                    <a:pt x="4" y="707"/>
                  </a:lnTo>
                  <a:lnTo>
                    <a:pt x="8" y="710"/>
                  </a:lnTo>
                  <a:lnTo>
                    <a:pt x="14" y="712"/>
                  </a:lnTo>
                  <a:lnTo>
                    <a:pt x="470" y="712"/>
                  </a:lnTo>
                  <a:lnTo>
                    <a:pt x="475" y="710"/>
                  </a:lnTo>
                  <a:lnTo>
                    <a:pt x="479" y="707"/>
                  </a:lnTo>
                  <a:lnTo>
                    <a:pt x="482" y="703"/>
                  </a:lnTo>
                  <a:lnTo>
                    <a:pt x="484" y="698"/>
                  </a:lnTo>
                  <a:lnTo>
                    <a:pt x="484" y="597"/>
                  </a:lnTo>
                  <a:lnTo>
                    <a:pt x="583" y="597"/>
                  </a:lnTo>
                  <a:lnTo>
                    <a:pt x="589" y="596"/>
                  </a:lnTo>
                  <a:lnTo>
                    <a:pt x="593" y="594"/>
                  </a:lnTo>
                  <a:lnTo>
                    <a:pt x="596" y="588"/>
                  </a:lnTo>
                  <a:lnTo>
                    <a:pt x="597" y="583"/>
                  </a:lnTo>
                  <a:lnTo>
                    <a:pt x="597" y="483"/>
                  </a:lnTo>
                  <a:lnTo>
                    <a:pt x="697" y="483"/>
                  </a:lnTo>
                  <a:lnTo>
                    <a:pt x="702" y="482"/>
                  </a:lnTo>
                  <a:lnTo>
                    <a:pt x="707" y="480"/>
                  </a:lnTo>
                  <a:lnTo>
                    <a:pt x="710" y="475"/>
                  </a:lnTo>
                  <a:lnTo>
                    <a:pt x="711" y="469"/>
                  </a:lnTo>
                  <a:lnTo>
                    <a:pt x="711" y="14"/>
                  </a:lnTo>
                  <a:lnTo>
                    <a:pt x="710" y="9"/>
                  </a:lnTo>
                  <a:lnTo>
                    <a:pt x="707" y="4"/>
                  </a:lnTo>
                  <a:lnTo>
                    <a:pt x="702" y="1"/>
                  </a:lnTo>
                  <a:lnTo>
                    <a:pt x="697" y="0"/>
                  </a:lnTo>
                  <a:close/>
                  <a:moveTo>
                    <a:pt x="456" y="583"/>
                  </a:moveTo>
                  <a:lnTo>
                    <a:pt x="456" y="684"/>
                  </a:lnTo>
                  <a:lnTo>
                    <a:pt x="28" y="684"/>
                  </a:lnTo>
                  <a:lnTo>
                    <a:pt x="28" y="256"/>
                  </a:lnTo>
                  <a:lnTo>
                    <a:pt x="456" y="256"/>
                  </a:lnTo>
                  <a:lnTo>
                    <a:pt x="456" y="583"/>
                  </a:lnTo>
                  <a:close/>
                  <a:moveTo>
                    <a:pt x="683" y="455"/>
                  </a:moveTo>
                  <a:lnTo>
                    <a:pt x="597" y="455"/>
                  </a:lnTo>
                  <a:lnTo>
                    <a:pt x="597" y="128"/>
                  </a:lnTo>
                  <a:lnTo>
                    <a:pt x="596" y="122"/>
                  </a:lnTo>
                  <a:lnTo>
                    <a:pt x="593" y="118"/>
                  </a:lnTo>
                  <a:lnTo>
                    <a:pt x="589" y="115"/>
                  </a:lnTo>
                  <a:lnTo>
                    <a:pt x="583" y="114"/>
                  </a:lnTo>
                  <a:lnTo>
                    <a:pt x="479" y="114"/>
                  </a:lnTo>
                  <a:lnTo>
                    <a:pt x="474" y="115"/>
                  </a:lnTo>
                  <a:lnTo>
                    <a:pt x="469" y="118"/>
                  </a:lnTo>
                  <a:lnTo>
                    <a:pt x="466" y="122"/>
                  </a:lnTo>
                  <a:lnTo>
                    <a:pt x="465" y="128"/>
                  </a:lnTo>
                  <a:lnTo>
                    <a:pt x="466" y="133"/>
                  </a:lnTo>
                  <a:lnTo>
                    <a:pt x="469" y="137"/>
                  </a:lnTo>
                  <a:lnTo>
                    <a:pt x="474" y="141"/>
                  </a:lnTo>
                  <a:lnTo>
                    <a:pt x="479" y="142"/>
                  </a:lnTo>
                  <a:lnTo>
                    <a:pt x="569" y="142"/>
                  </a:lnTo>
                  <a:lnTo>
                    <a:pt x="569" y="570"/>
                  </a:lnTo>
                  <a:lnTo>
                    <a:pt x="484" y="570"/>
                  </a:lnTo>
                  <a:lnTo>
                    <a:pt x="484" y="242"/>
                  </a:lnTo>
                  <a:lnTo>
                    <a:pt x="482" y="236"/>
                  </a:lnTo>
                  <a:lnTo>
                    <a:pt x="479" y="232"/>
                  </a:lnTo>
                  <a:lnTo>
                    <a:pt x="475" y="229"/>
                  </a:lnTo>
                  <a:lnTo>
                    <a:pt x="470" y="228"/>
                  </a:lnTo>
                  <a:lnTo>
                    <a:pt x="141" y="228"/>
                  </a:lnTo>
                  <a:lnTo>
                    <a:pt x="141" y="142"/>
                  </a:lnTo>
                  <a:lnTo>
                    <a:pt x="372" y="142"/>
                  </a:lnTo>
                  <a:lnTo>
                    <a:pt x="377" y="141"/>
                  </a:lnTo>
                  <a:lnTo>
                    <a:pt x="382" y="137"/>
                  </a:lnTo>
                  <a:lnTo>
                    <a:pt x="385" y="133"/>
                  </a:lnTo>
                  <a:lnTo>
                    <a:pt x="386" y="128"/>
                  </a:lnTo>
                  <a:lnTo>
                    <a:pt x="385" y="122"/>
                  </a:lnTo>
                  <a:lnTo>
                    <a:pt x="382" y="118"/>
                  </a:lnTo>
                  <a:lnTo>
                    <a:pt x="377" y="115"/>
                  </a:lnTo>
                  <a:lnTo>
                    <a:pt x="372" y="114"/>
                  </a:lnTo>
                  <a:lnTo>
                    <a:pt x="256" y="114"/>
                  </a:lnTo>
                  <a:lnTo>
                    <a:pt x="256" y="28"/>
                  </a:lnTo>
                  <a:lnTo>
                    <a:pt x="683" y="28"/>
                  </a:lnTo>
                  <a:lnTo>
                    <a:pt x="683" y="4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269">
              <a:extLst>
                <a:ext uri="{FF2B5EF4-FFF2-40B4-BE49-F238E27FC236}">
                  <a16:creationId xmlns:a16="http://schemas.microsoft.com/office/drawing/2014/main" id="{F119FB02-21B4-491D-B02E-B6279975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2251" y="1195388"/>
              <a:ext cx="14288" cy="15875"/>
            </a:xfrm>
            <a:custGeom>
              <a:avLst/>
              <a:gdLst>
                <a:gd name="T0" fmla="*/ 14 w 28"/>
                <a:gd name="T1" fmla="*/ 0 h 30"/>
                <a:gd name="T2" fmla="*/ 9 w 28"/>
                <a:gd name="T3" fmla="*/ 1 h 30"/>
                <a:gd name="T4" fmla="*/ 3 w 28"/>
                <a:gd name="T5" fmla="*/ 4 h 30"/>
                <a:gd name="T6" fmla="*/ 1 w 28"/>
                <a:gd name="T7" fmla="*/ 8 h 30"/>
                <a:gd name="T8" fmla="*/ 0 w 28"/>
                <a:gd name="T9" fmla="*/ 14 h 30"/>
                <a:gd name="T10" fmla="*/ 0 w 28"/>
                <a:gd name="T11" fmla="*/ 16 h 30"/>
                <a:gd name="T12" fmla="*/ 1 w 28"/>
                <a:gd name="T13" fmla="*/ 21 h 30"/>
                <a:gd name="T14" fmla="*/ 3 w 28"/>
                <a:gd name="T15" fmla="*/ 25 h 30"/>
                <a:gd name="T16" fmla="*/ 9 w 28"/>
                <a:gd name="T17" fmla="*/ 29 h 30"/>
                <a:gd name="T18" fmla="*/ 14 w 28"/>
                <a:gd name="T19" fmla="*/ 30 h 30"/>
                <a:gd name="T20" fmla="*/ 20 w 28"/>
                <a:gd name="T21" fmla="*/ 29 h 30"/>
                <a:gd name="T22" fmla="*/ 24 w 28"/>
                <a:gd name="T23" fmla="*/ 25 h 30"/>
                <a:gd name="T24" fmla="*/ 27 w 28"/>
                <a:gd name="T25" fmla="*/ 21 h 30"/>
                <a:gd name="T26" fmla="*/ 28 w 28"/>
                <a:gd name="T27" fmla="*/ 16 h 30"/>
                <a:gd name="T28" fmla="*/ 28 w 28"/>
                <a:gd name="T29" fmla="*/ 14 h 30"/>
                <a:gd name="T30" fmla="*/ 27 w 28"/>
                <a:gd name="T31" fmla="*/ 8 h 30"/>
                <a:gd name="T32" fmla="*/ 24 w 28"/>
                <a:gd name="T33" fmla="*/ 4 h 30"/>
                <a:gd name="T34" fmla="*/ 20 w 28"/>
                <a:gd name="T35" fmla="*/ 1 h 30"/>
                <a:gd name="T36" fmla="*/ 14 w 28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30">
                  <a:moveTo>
                    <a:pt x="14" y="0"/>
                  </a:moveTo>
                  <a:lnTo>
                    <a:pt x="9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21"/>
                  </a:lnTo>
                  <a:lnTo>
                    <a:pt x="3" y="25"/>
                  </a:lnTo>
                  <a:lnTo>
                    <a:pt x="9" y="29"/>
                  </a:lnTo>
                  <a:lnTo>
                    <a:pt x="14" y="30"/>
                  </a:lnTo>
                  <a:lnTo>
                    <a:pt x="20" y="29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1" name="Freeform 270">
              <a:extLst>
                <a:ext uri="{FF2B5EF4-FFF2-40B4-BE49-F238E27FC236}">
                  <a16:creationId xmlns:a16="http://schemas.microsoft.com/office/drawing/2014/main" id="{DB982BCD-8076-4AC4-BD7E-D6671525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9089" y="1103313"/>
              <a:ext cx="14288" cy="14288"/>
            </a:xfrm>
            <a:custGeom>
              <a:avLst/>
              <a:gdLst>
                <a:gd name="T0" fmla="*/ 23 w 26"/>
                <a:gd name="T1" fmla="*/ 4 h 28"/>
                <a:gd name="T2" fmla="*/ 18 w 26"/>
                <a:gd name="T3" fmla="*/ 1 h 28"/>
                <a:gd name="T4" fmla="*/ 13 w 26"/>
                <a:gd name="T5" fmla="*/ 0 h 28"/>
                <a:gd name="T6" fmla="*/ 8 w 26"/>
                <a:gd name="T7" fmla="*/ 1 h 28"/>
                <a:gd name="T8" fmla="*/ 3 w 26"/>
                <a:gd name="T9" fmla="*/ 4 h 28"/>
                <a:gd name="T10" fmla="*/ 1 w 26"/>
                <a:gd name="T11" fmla="*/ 8 h 28"/>
                <a:gd name="T12" fmla="*/ 0 w 26"/>
                <a:gd name="T13" fmla="*/ 14 h 28"/>
                <a:gd name="T14" fmla="*/ 1 w 26"/>
                <a:gd name="T15" fmla="*/ 19 h 28"/>
                <a:gd name="T16" fmla="*/ 3 w 26"/>
                <a:gd name="T17" fmla="*/ 23 h 28"/>
                <a:gd name="T18" fmla="*/ 8 w 26"/>
                <a:gd name="T19" fmla="*/ 27 h 28"/>
                <a:gd name="T20" fmla="*/ 13 w 26"/>
                <a:gd name="T21" fmla="*/ 28 h 28"/>
                <a:gd name="T22" fmla="*/ 18 w 26"/>
                <a:gd name="T23" fmla="*/ 27 h 28"/>
                <a:gd name="T24" fmla="*/ 23 w 26"/>
                <a:gd name="T25" fmla="*/ 23 h 28"/>
                <a:gd name="T26" fmla="*/ 25 w 26"/>
                <a:gd name="T27" fmla="*/ 19 h 28"/>
                <a:gd name="T28" fmla="*/ 26 w 26"/>
                <a:gd name="T29" fmla="*/ 14 h 28"/>
                <a:gd name="T30" fmla="*/ 25 w 26"/>
                <a:gd name="T31" fmla="*/ 8 h 28"/>
                <a:gd name="T32" fmla="*/ 23 w 26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3" y="4"/>
                  </a:moveTo>
                  <a:lnTo>
                    <a:pt x="18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3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5" y="19"/>
                  </a:lnTo>
                  <a:lnTo>
                    <a:pt x="26" y="14"/>
                  </a:lnTo>
                  <a:lnTo>
                    <a:pt x="25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C00CF8EA-C9B0-4118-A7A4-03F60BFAB261}"/>
              </a:ext>
            </a:extLst>
          </p:cNvPr>
          <p:cNvGrpSpPr/>
          <p:nvPr/>
        </p:nvGrpSpPr>
        <p:grpSpPr>
          <a:xfrm>
            <a:off x="8326439" y="5438776"/>
            <a:ext cx="376238" cy="376237"/>
            <a:chOff x="8326439" y="5438776"/>
            <a:chExt cx="376238" cy="376237"/>
          </a:xfrm>
          <a:solidFill>
            <a:schemeClr val="bg1"/>
          </a:solidFill>
        </p:grpSpPr>
        <p:sp>
          <p:nvSpPr>
            <p:cNvPr id="142" name="Freeform 271">
              <a:extLst>
                <a:ext uri="{FF2B5EF4-FFF2-40B4-BE49-F238E27FC236}">
                  <a16:creationId xmlns:a16="http://schemas.microsoft.com/office/drawing/2014/main" id="{BFDC1B31-1825-4EF5-8490-F4DF0385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3914" y="5680076"/>
              <a:ext cx="15875" cy="14288"/>
            </a:xfrm>
            <a:custGeom>
              <a:avLst/>
              <a:gdLst>
                <a:gd name="T0" fmla="*/ 24 w 28"/>
                <a:gd name="T1" fmla="*/ 5 h 28"/>
                <a:gd name="T2" fmla="*/ 20 w 28"/>
                <a:gd name="T3" fmla="*/ 2 h 28"/>
                <a:gd name="T4" fmla="*/ 14 w 28"/>
                <a:gd name="T5" fmla="*/ 0 h 28"/>
                <a:gd name="T6" fmla="*/ 9 w 28"/>
                <a:gd name="T7" fmla="*/ 2 h 28"/>
                <a:gd name="T8" fmla="*/ 5 w 28"/>
                <a:gd name="T9" fmla="*/ 5 h 28"/>
                <a:gd name="T10" fmla="*/ 2 w 28"/>
                <a:gd name="T11" fmla="*/ 9 h 28"/>
                <a:gd name="T12" fmla="*/ 0 w 28"/>
                <a:gd name="T13" fmla="*/ 14 h 28"/>
                <a:gd name="T14" fmla="*/ 2 w 28"/>
                <a:gd name="T15" fmla="*/ 20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20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2" y="9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3" name="Freeform 272">
              <a:extLst>
                <a:ext uri="{FF2B5EF4-FFF2-40B4-BE49-F238E27FC236}">
                  <a16:creationId xmlns:a16="http://schemas.microsoft.com/office/drawing/2014/main" id="{D082A598-E1E2-435A-A404-E6C5A0C75C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6439" y="5510213"/>
              <a:ext cx="376238" cy="304800"/>
            </a:xfrm>
            <a:custGeom>
              <a:avLst/>
              <a:gdLst>
                <a:gd name="T0" fmla="*/ 698 w 712"/>
                <a:gd name="T1" fmla="*/ 299 h 575"/>
                <a:gd name="T2" fmla="*/ 670 w 712"/>
                <a:gd name="T3" fmla="*/ 271 h 575"/>
                <a:gd name="T4" fmla="*/ 674 w 712"/>
                <a:gd name="T5" fmla="*/ 234 h 575"/>
                <a:gd name="T6" fmla="*/ 661 w 712"/>
                <a:gd name="T7" fmla="*/ 209 h 575"/>
                <a:gd name="T8" fmla="*/ 639 w 712"/>
                <a:gd name="T9" fmla="*/ 192 h 575"/>
                <a:gd name="T10" fmla="*/ 462 w 712"/>
                <a:gd name="T11" fmla="*/ 187 h 575"/>
                <a:gd name="T12" fmla="*/ 486 w 712"/>
                <a:gd name="T13" fmla="*/ 90 h 575"/>
                <a:gd name="T14" fmla="*/ 471 w 712"/>
                <a:gd name="T15" fmla="*/ 46 h 575"/>
                <a:gd name="T16" fmla="*/ 438 w 712"/>
                <a:gd name="T17" fmla="*/ 15 h 575"/>
                <a:gd name="T18" fmla="*/ 385 w 712"/>
                <a:gd name="T19" fmla="*/ 1 h 575"/>
                <a:gd name="T20" fmla="*/ 331 w 712"/>
                <a:gd name="T21" fmla="*/ 136 h 575"/>
                <a:gd name="T22" fmla="*/ 291 w 712"/>
                <a:gd name="T23" fmla="*/ 179 h 575"/>
                <a:gd name="T24" fmla="*/ 231 w 712"/>
                <a:gd name="T25" fmla="*/ 195 h 575"/>
                <a:gd name="T26" fmla="*/ 206 w 712"/>
                <a:gd name="T27" fmla="*/ 187 h 575"/>
                <a:gd name="T28" fmla="*/ 0 w 712"/>
                <a:gd name="T29" fmla="*/ 200 h 575"/>
                <a:gd name="T30" fmla="*/ 14 w 712"/>
                <a:gd name="T31" fmla="*/ 575 h 575"/>
                <a:gd name="T32" fmla="*/ 229 w 712"/>
                <a:gd name="T33" fmla="*/ 569 h 575"/>
                <a:gd name="T34" fmla="*/ 264 w 712"/>
                <a:gd name="T35" fmla="*/ 560 h 575"/>
                <a:gd name="T36" fmla="*/ 585 w 712"/>
                <a:gd name="T37" fmla="*/ 575 h 575"/>
                <a:gd name="T38" fmla="*/ 613 w 712"/>
                <a:gd name="T39" fmla="*/ 567 h 575"/>
                <a:gd name="T40" fmla="*/ 633 w 712"/>
                <a:gd name="T41" fmla="*/ 549 h 575"/>
                <a:gd name="T42" fmla="*/ 643 w 712"/>
                <a:gd name="T43" fmla="*/ 522 h 575"/>
                <a:gd name="T44" fmla="*/ 633 w 712"/>
                <a:gd name="T45" fmla="*/ 484 h 575"/>
                <a:gd name="T46" fmla="*/ 671 w 712"/>
                <a:gd name="T47" fmla="*/ 455 h 575"/>
                <a:gd name="T48" fmla="*/ 676 w 712"/>
                <a:gd name="T49" fmla="*/ 409 h 575"/>
                <a:gd name="T50" fmla="*/ 692 w 712"/>
                <a:gd name="T51" fmla="*/ 379 h 575"/>
                <a:gd name="T52" fmla="*/ 712 w 712"/>
                <a:gd name="T53" fmla="*/ 336 h 575"/>
                <a:gd name="T54" fmla="*/ 497 w 712"/>
                <a:gd name="T55" fmla="*/ 375 h 575"/>
                <a:gd name="T56" fmla="*/ 510 w 712"/>
                <a:gd name="T57" fmla="*/ 395 h 575"/>
                <a:gd name="T58" fmla="*/ 642 w 712"/>
                <a:gd name="T59" fmla="*/ 404 h 575"/>
                <a:gd name="T60" fmla="*/ 650 w 712"/>
                <a:gd name="T61" fmla="*/ 432 h 575"/>
                <a:gd name="T62" fmla="*/ 632 w 712"/>
                <a:gd name="T63" fmla="*/ 455 h 575"/>
                <a:gd name="T64" fmla="*/ 500 w 712"/>
                <a:gd name="T65" fmla="*/ 461 h 575"/>
                <a:gd name="T66" fmla="*/ 505 w 712"/>
                <a:gd name="T67" fmla="*/ 484 h 575"/>
                <a:gd name="T68" fmla="*/ 602 w 712"/>
                <a:gd name="T69" fmla="*/ 490 h 575"/>
                <a:gd name="T70" fmla="*/ 616 w 712"/>
                <a:gd name="T71" fmla="*/ 516 h 575"/>
                <a:gd name="T72" fmla="*/ 602 w 712"/>
                <a:gd name="T73" fmla="*/ 542 h 575"/>
                <a:gd name="T74" fmla="*/ 325 w 712"/>
                <a:gd name="T75" fmla="*/ 546 h 575"/>
                <a:gd name="T76" fmla="*/ 251 w 712"/>
                <a:gd name="T77" fmla="*/ 389 h 575"/>
                <a:gd name="T78" fmla="*/ 232 w 712"/>
                <a:gd name="T79" fmla="*/ 376 h 575"/>
                <a:gd name="T80" fmla="*/ 222 w 712"/>
                <a:gd name="T81" fmla="*/ 533 h 575"/>
                <a:gd name="T82" fmla="*/ 213 w 712"/>
                <a:gd name="T83" fmla="*/ 546 h 575"/>
                <a:gd name="T84" fmla="*/ 206 w 712"/>
                <a:gd name="T85" fmla="*/ 214 h 575"/>
                <a:gd name="T86" fmla="*/ 220 w 712"/>
                <a:gd name="T87" fmla="*/ 223 h 575"/>
                <a:gd name="T88" fmla="*/ 225 w 712"/>
                <a:gd name="T89" fmla="*/ 285 h 575"/>
                <a:gd name="T90" fmla="*/ 247 w 712"/>
                <a:gd name="T91" fmla="*/ 289 h 575"/>
                <a:gd name="T92" fmla="*/ 306 w 712"/>
                <a:gd name="T93" fmla="*/ 201 h 575"/>
                <a:gd name="T94" fmla="*/ 354 w 712"/>
                <a:gd name="T95" fmla="*/ 150 h 575"/>
                <a:gd name="T96" fmla="*/ 419 w 712"/>
                <a:gd name="T97" fmla="*/ 36 h 575"/>
                <a:gd name="T98" fmla="*/ 444 w 712"/>
                <a:gd name="T99" fmla="*/ 55 h 575"/>
                <a:gd name="T100" fmla="*/ 458 w 712"/>
                <a:gd name="T101" fmla="*/ 85 h 575"/>
                <a:gd name="T102" fmla="*/ 455 w 712"/>
                <a:gd name="T103" fmla="*/ 118 h 575"/>
                <a:gd name="T104" fmla="*/ 432 w 712"/>
                <a:gd name="T105" fmla="*/ 209 h 575"/>
                <a:gd name="T106" fmla="*/ 616 w 712"/>
                <a:gd name="T107" fmla="*/ 214 h 575"/>
                <a:gd name="T108" fmla="*/ 642 w 712"/>
                <a:gd name="T109" fmla="*/ 228 h 575"/>
                <a:gd name="T110" fmla="*/ 645 w 712"/>
                <a:gd name="T111" fmla="*/ 258 h 575"/>
                <a:gd name="T112" fmla="*/ 623 w 712"/>
                <a:gd name="T113" fmla="*/ 277 h 575"/>
                <a:gd name="T114" fmla="*/ 497 w 712"/>
                <a:gd name="T115" fmla="*/ 285 h 575"/>
                <a:gd name="T116" fmla="*/ 510 w 712"/>
                <a:gd name="T117" fmla="*/ 304 h 575"/>
                <a:gd name="T118" fmla="*/ 659 w 712"/>
                <a:gd name="T119" fmla="*/ 306 h 575"/>
                <a:gd name="T120" fmla="*/ 682 w 712"/>
                <a:gd name="T121" fmla="*/ 324 h 575"/>
                <a:gd name="T122" fmla="*/ 678 w 712"/>
                <a:gd name="T123" fmla="*/ 354 h 575"/>
                <a:gd name="T124" fmla="*/ 653 w 712"/>
                <a:gd name="T125" fmla="*/ 367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2" h="575">
                  <a:moveTo>
                    <a:pt x="712" y="336"/>
                  </a:moveTo>
                  <a:lnTo>
                    <a:pt x="711" y="326"/>
                  </a:lnTo>
                  <a:lnTo>
                    <a:pt x="707" y="316"/>
                  </a:lnTo>
                  <a:lnTo>
                    <a:pt x="704" y="307"/>
                  </a:lnTo>
                  <a:lnTo>
                    <a:pt x="698" y="299"/>
                  </a:lnTo>
                  <a:lnTo>
                    <a:pt x="691" y="292"/>
                  </a:lnTo>
                  <a:lnTo>
                    <a:pt x="684" y="286"/>
                  </a:lnTo>
                  <a:lnTo>
                    <a:pt x="675" y="282"/>
                  </a:lnTo>
                  <a:lnTo>
                    <a:pt x="666" y="279"/>
                  </a:lnTo>
                  <a:lnTo>
                    <a:pt x="670" y="271"/>
                  </a:lnTo>
                  <a:lnTo>
                    <a:pt x="673" y="264"/>
                  </a:lnTo>
                  <a:lnTo>
                    <a:pt x="674" y="255"/>
                  </a:lnTo>
                  <a:lnTo>
                    <a:pt x="675" y="245"/>
                  </a:lnTo>
                  <a:lnTo>
                    <a:pt x="675" y="240"/>
                  </a:lnTo>
                  <a:lnTo>
                    <a:pt x="674" y="234"/>
                  </a:lnTo>
                  <a:lnTo>
                    <a:pt x="673" y="228"/>
                  </a:lnTo>
                  <a:lnTo>
                    <a:pt x="671" y="223"/>
                  </a:lnTo>
                  <a:lnTo>
                    <a:pt x="668" y="218"/>
                  </a:lnTo>
                  <a:lnTo>
                    <a:pt x="666" y="213"/>
                  </a:lnTo>
                  <a:lnTo>
                    <a:pt x="661" y="209"/>
                  </a:lnTo>
                  <a:lnTo>
                    <a:pt x="658" y="205"/>
                  </a:lnTo>
                  <a:lnTo>
                    <a:pt x="654" y="200"/>
                  </a:lnTo>
                  <a:lnTo>
                    <a:pt x="649" y="197"/>
                  </a:lnTo>
                  <a:lnTo>
                    <a:pt x="644" y="194"/>
                  </a:lnTo>
                  <a:lnTo>
                    <a:pt x="639" y="192"/>
                  </a:lnTo>
                  <a:lnTo>
                    <a:pt x="633" y="190"/>
                  </a:lnTo>
                  <a:lnTo>
                    <a:pt x="628" y="189"/>
                  </a:lnTo>
                  <a:lnTo>
                    <a:pt x="623" y="187"/>
                  </a:lnTo>
                  <a:lnTo>
                    <a:pt x="616" y="187"/>
                  </a:lnTo>
                  <a:lnTo>
                    <a:pt x="462" y="187"/>
                  </a:lnTo>
                  <a:lnTo>
                    <a:pt x="482" y="127"/>
                  </a:lnTo>
                  <a:lnTo>
                    <a:pt x="484" y="118"/>
                  </a:lnTo>
                  <a:lnTo>
                    <a:pt x="486" y="108"/>
                  </a:lnTo>
                  <a:lnTo>
                    <a:pt x="487" y="99"/>
                  </a:lnTo>
                  <a:lnTo>
                    <a:pt x="486" y="90"/>
                  </a:lnTo>
                  <a:lnTo>
                    <a:pt x="485" y="81"/>
                  </a:lnTo>
                  <a:lnTo>
                    <a:pt x="483" y="71"/>
                  </a:lnTo>
                  <a:lnTo>
                    <a:pt x="480" y="63"/>
                  </a:lnTo>
                  <a:lnTo>
                    <a:pt x="477" y="54"/>
                  </a:lnTo>
                  <a:lnTo>
                    <a:pt x="471" y="46"/>
                  </a:lnTo>
                  <a:lnTo>
                    <a:pt x="466" y="38"/>
                  </a:lnTo>
                  <a:lnTo>
                    <a:pt x="461" y="32"/>
                  </a:lnTo>
                  <a:lnTo>
                    <a:pt x="453" y="25"/>
                  </a:lnTo>
                  <a:lnTo>
                    <a:pt x="446" y="19"/>
                  </a:lnTo>
                  <a:lnTo>
                    <a:pt x="438" y="15"/>
                  </a:lnTo>
                  <a:lnTo>
                    <a:pt x="429" y="10"/>
                  </a:lnTo>
                  <a:lnTo>
                    <a:pt x="421" y="7"/>
                  </a:lnTo>
                  <a:lnTo>
                    <a:pt x="396" y="0"/>
                  </a:lnTo>
                  <a:lnTo>
                    <a:pt x="391" y="0"/>
                  </a:lnTo>
                  <a:lnTo>
                    <a:pt x="385" y="1"/>
                  </a:lnTo>
                  <a:lnTo>
                    <a:pt x="382" y="4"/>
                  </a:lnTo>
                  <a:lnTo>
                    <a:pt x="379" y="8"/>
                  </a:lnTo>
                  <a:lnTo>
                    <a:pt x="340" y="114"/>
                  </a:lnTo>
                  <a:lnTo>
                    <a:pt x="336" y="125"/>
                  </a:lnTo>
                  <a:lnTo>
                    <a:pt x="331" y="136"/>
                  </a:lnTo>
                  <a:lnTo>
                    <a:pt x="324" y="146"/>
                  </a:lnTo>
                  <a:lnTo>
                    <a:pt x="317" y="155"/>
                  </a:lnTo>
                  <a:lnTo>
                    <a:pt x="309" y="164"/>
                  </a:lnTo>
                  <a:lnTo>
                    <a:pt x="300" y="171"/>
                  </a:lnTo>
                  <a:lnTo>
                    <a:pt x="291" y="179"/>
                  </a:lnTo>
                  <a:lnTo>
                    <a:pt x="280" y="184"/>
                  </a:lnTo>
                  <a:lnTo>
                    <a:pt x="242" y="206"/>
                  </a:lnTo>
                  <a:lnTo>
                    <a:pt x="239" y="201"/>
                  </a:lnTo>
                  <a:lnTo>
                    <a:pt x="235" y="198"/>
                  </a:lnTo>
                  <a:lnTo>
                    <a:pt x="231" y="195"/>
                  </a:lnTo>
                  <a:lnTo>
                    <a:pt x="227" y="192"/>
                  </a:lnTo>
                  <a:lnTo>
                    <a:pt x="221" y="190"/>
                  </a:lnTo>
                  <a:lnTo>
                    <a:pt x="217" y="189"/>
                  </a:lnTo>
                  <a:lnTo>
                    <a:pt x="212" y="187"/>
                  </a:lnTo>
                  <a:lnTo>
                    <a:pt x="206" y="187"/>
                  </a:lnTo>
                  <a:lnTo>
                    <a:pt x="14" y="187"/>
                  </a:lnTo>
                  <a:lnTo>
                    <a:pt x="9" y="189"/>
                  </a:lnTo>
                  <a:lnTo>
                    <a:pt x="5" y="191"/>
                  </a:lnTo>
                  <a:lnTo>
                    <a:pt x="1" y="195"/>
                  </a:lnTo>
                  <a:lnTo>
                    <a:pt x="0" y="200"/>
                  </a:lnTo>
                  <a:lnTo>
                    <a:pt x="0" y="561"/>
                  </a:lnTo>
                  <a:lnTo>
                    <a:pt x="1" y="566"/>
                  </a:lnTo>
                  <a:lnTo>
                    <a:pt x="5" y="571"/>
                  </a:lnTo>
                  <a:lnTo>
                    <a:pt x="9" y="574"/>
                  </a:lnTo>
                  <a:lnTo>
                    <a:pt x="14" y="575"/>
                  </a:lnTo>
                  <a:lnTo>
                    <a:pt x="206" y="575"/>
                  </a:lnTo>
                  <a:lnTo>
                    <a:pt x="212" y="575"/>
                  </a:lnTo>
                  <a:lnTo>
                    <a:pt x="218" y="573"/>
                  </a:lnTo>
                  <a:lnTo>
                    <a:pt x="223" y="572"/>
                  </a:lnTo>
                  <a:lnTo>
                    <a:pt x="229" y="569"/>
                  </a:lnTo>
                  <a:lnTo>
                    <a:pt x="233" y="565"/>
                  </a:lnTo>
                  <a:lnTo>
                    <a:pt x="237" y="562"/>
                  </a:lnTo>
                  <a:lnTo>
                    <a:pt x="242" y="558"/>
                  </a:lnTo>
                  <a:lnTo>
                    <a:pt x="245" y="552"/>
                  </a:lnTo>
                  <a:lnTo>
                    <a:pt x="264" y="560"/>
                  </a:lnTo>
                  <a:lnTo>
                    <a:pt x="284" y="566"/>
                  </a:lnTo>
                  <a:lnTo>
                    <a:pt x="303" y="572"/>
                  </a:lnTo>
                  <a:lnTo>
                    <a:pt x="322" y="574"/>
                  </a:lnTo>
                  <a:lnTo>
                    <a:pt x="343" y="575"/>
                  </a:lnTo>
                  <a:lnTo>
                    <a:pt x="585" y="575"/>
                  </a:lnTo>
                  <a:lnTo>
                    <a:pt x="590" y="575"/>
                  </a:lnTo>
                  <a:lnTo>
                    <a:pt x="597" y="574"/>
                  </a:lnTo>
                  <a:lnTo>
                    <a:pt x="602" y="573"/>
                  </a:lnTo>
                  <a:lnTo>
                    <a:pt x="608" y="571"/>
                  </a:lnTo>
                  <a:lnTo>
                    <a:pt x="613" y="567"/>
                  </a:lnTo>
                  <a:lnTo>
                    <a:pt x="618" y="565"/>
                  </a:lnTo>
                  <a:lnTo>
                    <a:pt x="623" y="561"/>
                  </a:lnTo>
                  <a:lnTo>
                    <a:pt x="627" y="558"/>
                  </a:lnTo>
                  <a:lnTo>
                    <a:pt x="630" y="554"/>
                  </a:lnTo>
                  <a:lnTo>
                    <a:pt x="633" y="549"/>
                  </a:lnTo>
                  <a:lnTo>
                    <a:pt x="637" y="544"/>
                  </a:lnTo>
                  <a:lnTo>
                    <a:pt x="639" y="538"/>
                  </a:lnTo>
                  <a:lnTo>
                    <a:pt x="641" y="533"/>
                  </a:lnTo>
                  <a:lnTo>
                    <a:pt x="643" y="528"/>
                  </a:lnTo>
                  <a:lnTo>
                    <a:pt x="643" y="522"/>
                  </a:lnTo>
                  <a:lnTo>
                    <a:pt x="644" y="516"/>
                  </a:lnTo>
                  <a:lnTo>
                    <a:pt x="643" y="507"/>
                  </a:lnTo>
                  <a:lnTo>
                    <a:pt x="641" y="499"/>
                  </a:lnTo>
                  <a:lnTo>
                    <a:pt x="638" y="490"/>
                  </a:lnTo>
                  <a:lnTo>
                    <a:pt x="633" y="484"/>
                  </a:lnTo>
                  <a:lnTo>
                    <a:pt x="643" y="481"/>
                  </a:lnTo>
                  <a:lnTo>
                    <a:pt x="652" y="475"/>
                  </a:lnTo>
                  <a:lnTo>
                    <a:pt x="659" y="470"/>
                  </a:lnTo>
                  <a:lnTo>
                    <a:pt x="666" y="462"/>
                  </a:lnTo>
                  <a:lnTo>
                    <a:pt x="671" y="455"/>
                  </a:lnTo>
                  <a:lnTo>
                    <a:pt x="675" y="446"/>
                  </a:lnTo>
                  <a:lnTo>
                    <a:pt x="678" y="437"/>
                  </a:lnTo>
                  <a:lnTo>
                    <a:pt x="678" y="426"/>
                  </a:lnTo>
                  <a:lnTo>
                    <a:pt x="678" y="417"/>
                  </a:lnTo>
                  <a:lnTo>
                    <a:pt x="676" y="409"/>
                  </a:lnTo>
                  <a:lnTo>
                    <a:pt x="673" y="400"/>
                  </a:lnTo>
                  <a:lnTo>
                    <a:pt x="669" y="392"/>
                  </a:lnTo>
                  <a:lnTo>
                    <a:pt x="677" y="389"/>
                  </a:lnTo>
                  <a:lnTo>
                    <a:pt x="686" y="385"/>
                  </a:lnTo>
                  <a:lnTo>
                    <a:pt x="692" y="379"/>
                  </a:lnTo>
                  <a:lnTo>
                    <a:pt x="699" y="372"/>
                  </a:lnTo>
                  <a:lnTo>
                    <a:pt x="704" y="364"/>
                  </a:lnTo>
                  <a:lnTo>
                    <a:pt x="708" y="355"/>
                  </a:lnTo>
                  <a:lnTo>
                    <a:pt x="711" y="346"/>
                  </a:lnTo>
                  <a:lnTo>
                    <a:pt x="712" y="336"/>
                  </a:lnTo>
                  <a:close/>
                  <a:moveTo>
                    <a:pt x="653" y="367"/>
                  </a:moveTo>
                  <a:lnTo>
                    <a:pt x="510" y="367"/>
                  </a:lnTo>
                  <a:lnTo>
                    <a:pt x="505" y="368"/>
                  </a:lnTo>
                  <a:lnTo>
                    <a:pt x="500" y="371"/>
                  </a:lnTo>
                  <a:lnTo>
                    <a:pt x="497" y="375"/>
                  </a:lnTo>
                  <a:lnTo>
                    <a:pt x="496" y="381"/>
                  </a:lnTo>
                  <a:lnTo>
                    <a:pt x="497" y="386"/>
                  </a:lnTo>
                  <a:lnTo>
                    <a:pt x="500" y="390"/>
                  </a:lnTo>
                  <a:lnTo>
                    <a:pt x="505" y="394"/>
                  </a:lnTo>
                  <a:lnTo>
                    <a:pt x="510" y="395"/>
                  </a:lnTo>
                  <a:lnTo>
                    <a:pt x="619" y="395"/>
                  </a:lnTo>
                  <a:lnTo>
                    <a:pt x="626" y="396"/>
                  </a:lnTo>
                  <a:lnTo>
                    <a:pt x="632" y="397"/>
                  </a:lnTo>
                  <a:lnTo>
                    <a:pt x="638" y="400"/>
                  </a:lnTo>
                  <a:lnTo>
                    <a:pt x="642" y="404"/>
                  </a:lnTo>
                  <a:lnTo>
                    <a:pt x="646" y="409"/>
                  </a:lnTo>
                  <a:lnTo>
                    <a:pt x="648" y="414"/>
                  </a:lnTo>
                  <a:lnTo>
                    <a:pt x="650" y="419"/>
                  </a:lnTo>
                  <a:lnTo>
                    <a:pt x="650" y="426"/>
                  </a:lnTo>
                  <a:lnTo>
                    <a:pt x="650" y="432"/>
                  </a:lnTo>
                  <a:lnTo>
                    <a:pt x="648" y="438"/>
                  </a:lnTo>
                  <a:lnTo>
                    <a:pt x="646" y="443"/>
                  </a:lnTo>
                  <a:lnTo>
                    <a:pt x="642" y="448"/>
                  </a:lnTo>
                  <a:lnTo>
                    <a:pt x="638" y="452"/>
                  </a:lnTo>
                  <a:lnTo>
                    <a:pt x="632" y="455"/>
                  </a:lnTo>
                  <a:lnTo>
                    <a:pt x="626" y="457"/>
                  </a:lnTo>
                  <a:lnTo>
                    <a:pt x="619" y="457"/>
                  </a:lnTo>
                  <a:lnTo>
                    <a:pt x="510" y="457"/>
                  </a:lnTo>
                  <a:lnTo>
                    <a:pt x="505" y="458"/>
                  </a:lnTo>
                  <a:lnTo>
                    <a:pt x="500" y="461"/>
                  </a:lnTo>
                  <a:lnTo>
                    <a:pt x="497" y="465"/>
                  </a:lnTo>
                  <a:lnTo>
                    <a:pt x="496" y="471"/>
                  </a:lnTo>
                  <a:lnTo>
                    <a:pt x="497" y="476"/>
                  </a:lnTo>
                  <a:lnTo>
                    <a:pt x="500" y="481"/>
                  </a:lnTo>
                  <a:lnTo>
                    <a:pt x="505" y="484"/>
                  </a:lnTo>
                  <a:lnTo>
                    <a:pt x="510" y="485"/>
                  </a:lnTo>
                  <a:lnTo>
                    <a:pt x="585" y="485"/>
                  </a:lnTo>
                  <a:lnTo>
                    <a:pt x="591" y="486"/>
                  </a:lnTo>
                  <a:lnTo>
                    <a:pt x="597" y="487"/>
                  </a:lnTo>
                  <a:lnTo>
                    <a:pt x="602" y="490"/>
                  </a:lnTo>
                  <a:lnTo>
                    <a:pt x="607" y="494"/>
                  </a:lnTo>
                  <a:lnTo>
                    <a:pt x="611" y="499"/>
                  </a:lnTo>
                  <a:lnTo>
                    <a:pt x="614" y="504"/>
                  </a:lnTo>
                  <a:lnTo>
                    <a:pt x="615" y="510"/>
                  </a:lnTo>
                  <a:lnTo>
                    <a:pt x="616" y="516"/>
                  </a:lnTo>
                  <a:lnTo>
                    <a:pt x="615" y="522"/>
                  </a:lnTo>
                  <a:lnTo>
                    <a:pt x="614" y="528"/>
                  </a:lnTo>
                  <a:lnTo>
                    <a:pt x="611" y="533"/>
                  </a:lnTo>
                  <a:lnTo>
                    <a:pt x="607" y="538"/>
                  </a:lnTo>
                  <a:lnTo>
                    <a:pt x="602" y="542"/>
                  </a:lnTo>
                  <a:lnTo>
                    <a:pt x="597" y="545"/>
                  </a:lnTo>
                  <a:lnTo>
                    <a:pt x="591" y="547"/>
                  </a:lnTo>
                  <a:lnTo>
                    <a:pt x="585" y="547"/>
                  </a:lnTo>
                  <a:lnTo>
                    <a:pt x="343" y="547"/>
                  </a:lnTo>
                  <a:lnTo>
                    <a:pt x="325" y="546"/>
                  </a:lnTo>
                  <a:lnTo>
                    <a:pt x="308" y="544"/>
                  </a:lnTo>
                  <a:lnTo>
                    <a:pt x="291" y="540"/>
                  </a:lnTo>
                  <a:lnTo>
                    <a:pt x="275" y="534"/>
                  </a:lnTo>
                  <a:lnTo>
                    <a:pt x="251" y="526"/>
                  </a:lnTo>
                  <a:lnTo>
                    <a:pt x="251" y="389"/>
                  </a:lnTo>
                  <a:lnTo>
                    <a:pt x="250" y="384"/>
                  </a:lnTo>
                  <a:lnTo>
                    <a:pt x="247" y="379"/>
                  </a:lnTo>
                  <a:lnTo>
                    <a:pt x="243" y="376"/>
                  </a:lnTo>
                  <a:lnTo>
                    <a:pt x="237" y="375"/>
                  </a:lnTo>
                  <a:lnTo>
                    <a:pt x="232" y="376"/>
                  </a:lnTo>
                  <a:lnTo>
                    <a:pt x="228" y="379"/>
                  </a:lnTo>
                  <a:lnTo>
                    <a:pt x="225" y="384"/>
                  </a:lnTo>
                  <a:lnTo>
                    <a:pt x="223" y="389"/>
                  </a:lnTo>
                  <a:lnTo>
                    <a:pt x="223" y="530"/>
                  </a:lnTo>
                  <a:lnTo>
                    <a:pt x="222" y="533"/>
                  </a:lnTo>
                  <a:lnTo>
                    <a:pt x="221" y="536"/>
                  </a:lnTo>
                  <a:lnTo>
                    <a:pt x="220" y="540"/>
                  </a:lnTo>
                  <a:lnTo>
                    <a:pt x="218" y="542"/>
                  </a:lnTo>
                  <a:lnTo>
                    <a:pt x="216" y="544"/>
                  </a:lnTo>
                  <a:lnTo>
                    <a:pt x="213" y="546"/>
                  </a:lnTo>
                  <a:lnTo>
                    <a:pt x="210" y="547"/>
                  </a:lnTo>
                  <a:lnTo>
                    <a:pt x="206" y="547"/>
                  </a:lnTo>
                  <a:lnTo>
                    <a:pt x="28" y="547"/>
                  </a:lnTo>
                  <a:lnTo>
                    <a:pt x="28" y="214"/>
                  </a:lnTo>
                  <a:lnTo>
                    <a:pt x="206" y="214"/>
                  </a:lnTo>
                  <a:lnTo>
                    <a:pt x="210" y="215"/>
                  </a:lnTo>
                  <a:lnTo>
                    <a:pt x="213" y="216"/>
                  </a:lnTo>
                  <a:lnTo>
                    <a:pt x="216" y="218"/>
                  </a:lnTo>
                  <a:lnTo>
                    <a:pt x="218" y="220"/>
                  </a:lnTo>
                  <a:lnTo>
                    <a:pt x="220" y="223"/>
                  </a:lnTo>
                  <a:lnTo>
                    <a:pt x="221" y="225"/>
                  </a:lnTo>
                  <a:lnTo>
                    <a:pt x="222" y="228"/>
                  </a:lnTo>
                  <a:lnTo>
                    <a:pt x="223" y="233"/>
                  </a:lnTo>
                  <a:lnTo>
                    <a:pt x="223" y="280"/>
                  </a:lnTo>
                  <a:lnTo>
                    <a:pt x="225" y="285"/>
                  </a:lnTo>
                  <a:lnTo>
                    <a:pt x="228" y="289"/>
                  </a:lnTo>
                  <a:lnTo>
                    <a:pt x="232" y="292"/>
                  </a:lnTo>
                  <a:lnTo>
                    <a:pt x="237" y="293"/>
                  </a:lnTo>
                  <a:lnTo>
                    <a:pt x="243" y="292"/>
                  </a:lnTo>
                  <a:lnTo>
                    <a:pt x="247" y="289"/>
                  </a:lnTo>
                  <a:lnTo>
                    <a:pt x="250" y="285"/>
                  </a:lnTo>
                  <a:lnTo>
                    <a:pt x="251" y="280"/>
                  </a:lnTo>
                  <a:lnTo>
                    <a:pt x="251" y="233"/>
                  </a:lnTo>
                  <a:lnTo>
                    <a:pt x="293" y="209"/>
                  </a:lnTo>
                  <a:lnTo>
                    <a:pt x="306" y="201"/>
                  </a:lnTo>
                  <a:lnTo>
                    <a:pt x="318" y="193"/>
                  </a:lnTo>
                  <a:lnTo>
                    <a:pt x="329" y="183"/>
                  </a:lnTo>
                  <a:lnTo>
                    <a:pt x="338" y="173"/>
                  </a:lnTo>
                  <a:lnTo>
                    <a:pt x="347" y="162"/>
                  </a:lnTo>
                  <a:lnTo>
                    <a:pt x="354" y="150"/>
                  </a:lnTo>
                  <a:lnTo>
                    <a:pt x="361" y="137"/>
                  </a:lnTo>
                  <a:lnTo>
                    <a:pt x="367" y="124"/>
                  </a:lnTo>
                  <a:lnTo>
                    <a:pt x="401" y="31"/>
                  </a:lnTo>
                  <a:lnTo>
                    <a:pt x="412" y="34"/>
                  </a:lnTo>
                  <a:lnTo>
                    <a:pt x="419" y="36"/>
                  </a:lnTo>
                  <a:lnTo>
                    <a:pt x="425" y="39"/>
                  </a:lnTo>
                  <a:lnTo>
                    <a:pt x="431" y="43"/>
                  </a:lnTo>
                  <a:lnTo>
                    <a:pt x="436" y="47"/>
                  </a:lnTo>
                  <a:lnTo>
                    <a:pt x="440" y="51"/>
                  </a:lnTo>
                  <a:lnTo>
                    <a:pt x="444" y="55"/>
                  </a:lnTo>
                  <a:lnTo>
                    <a:pt x="449" y="61"/>
                  </a:lnTo>
                  <a:lnTo>
                    <a:pt x="452" y="67"/>
                  </a:lnTo>
                  <a:lnTo>
                    <a:pt x="454" y="73"/>
                  </a:lnTo>
                  <a:lnTo>
                    <a:pt x="456" y="79"/>
                  </a:lnTo>
                  <a:lnTo>
                    <a:pt x="458" y="85"/>
                  </a:lnTo>
                  <a:lnTo>
                    <a:pt x="460" y="92"/>
                  </a:lnTo>
                  <a:lnTo>
                    <a:pt x="460" y="98"/>
                  </a:lnTo>
                  <a:lnTo>
                    <a:pt x="458" y="105"/>
                  </a:lnTo>
                  <a:lnTo>
                    <a:pt x="457" y="111"/>
                  </a:lnTo>
                  <a:lnTo>
                    <a:pt x="455" y="118"/>
                  </a:lnTo>
                  <a:lnTo>
                    <a:pt x="429" y="196"/>
                  </a:lnTo>
                  <a:lnTo>
                    <a:pt x="428" y="199"/>
                  </a:lnTo>
                  <a:lnTo>
                    <a:pt x="428" y="202"/>
                  </a:lnTo>
                  <a:lnTo>
                    <a:pt x="429" y="206"/>
                  </a:lnTo>
                  <a:lnTo>
                    <a:pt x="432" y="209"/>
                  </a:lnTo>
                  <a:lnTo>
                    <a:pt x="434" y="211"/>
                  </a:lnTo>
                  <a:lnTo>
                    <a:pt x="436" y="213"/>
                  </a:lnTo>
                  <a:lnTo>
                    <a:pt x="439" y="214"/>
                  </a:lnTo>
                  <a:lnTo>
                    <a:pt x="442" y="214"/>
                  </a:lnTo>
                  <a:lnTo>
                    <a:pt x="616" y="214"/>
                  </a:lnTo>
                  <a:lnTo>
                    <a:pt x="623" y="215"/>
                  </a:lnTo>
                  <a:lnTo>
                    <a:pt x="628" y="218"/>
                  </a:lnTo>
                  <a:lnTo>
                    <a:pt x="633" y="220"/>
                  </a:lnTo>
                  <a:lnTo>
                    <a:pt x="639" y="224"/>
                  </a:lnTo>
                  <a:lnTo>
                    <a:pt x="642" y="228"/>
                  </a:lnTo>
                  <a:lnTo>
                    <a:pt x="645" y="234"/>
                  </a:lnTo>
                  <a:lnTo>
                    <a:pt x="647" y="240"/>
                  </a:lnTo>
                  <a:lnTo>
                    <a:pt x="647" y="245"/>
                  </a:lnTo>
                  <a:lnTo>
                    <a:pt x="647" y="252"/>
                  </a:lnTo>
                  <a:lnTo>
                    <a:pt x="645" y="258"/>
                  </a:lnTo>
                  <a:lnTo>
                    <a:pt x="642" y="264"/>
                  </a:lnTo>
                  <a:lnTo>
                    <a:pt x="639" y="268"/>
                  </a:lnTo>
                  <a:lnTo>
                    <a:pt x="633" y="271"/>
                  </a:lnTo>
                  <a:lnTo>
                    <a:pt x="628" y="274"/>
                  </a:lnTo>
                  <a:lnTo>
                    <a:pt x="623" y="277"/>
                  </a:lnTo>
                  <a:lnTo>
                    <a:pt x="616" y="277"/>
                  </a:lnTo>
                  <a:lnTo>
                    <a:pt x="510" y="277"/>
                  </a:lnTo>
                  <a:lnTo>
                    <a:pt x="505" y="278"/>
                  </a:lnTo>
                  <a:lnTo>
                    <a:pt x="500" y="281"/>
                  </a:lnTo>
                  <a:lnTo>
                    <a:pt x="497" y="285"/>
                  </a:lnTo>
                  <a:lnTo>
                    <a:pt x="496" y="291"/>
                  </a:lnTo>
                  <a:lnTo>
                    <a:pt x="497" y="296"/>
                  </a:lnTo>
                  <a:lnTo>
                    <a:pt x="500" y="301"/>
                  </a:lnTo>
                  <a:lnTo>
                    <a:pt x="505" y="303"/>
                  </a:lnTo>
                  <a:lnTo>
                    <a:pt x="510" y="304"/>
                  </a:lnTo>
                  <a:lnTo>
                    <a:pt x="556" y="304"/>
                  </a:lnTo>
                  <a:lnTo>
                    <a:pt x="556" y="304"/>
                  </a:lnTo>
                  <a:lnTo>
                    <a:pt x="556" y="304"/>
                  </a:lnTo>
                  <a:lnTo>
                    <a:pt x="653" y="304"/>
                  </a:lnTo>
                  <a:lnTo>
                    <a:pt x="659" y="306"/>
                  </a:lnTo>
                  <a:lnTo>
                    <a:pt x="664" y="308"/>
                  </a:lnTo>
                  <a:lnTo>
                    <a:pt x="670" y="310"/>
                  </a:lnTo>
                  <a:lnTo>
                    <a:pt x="674" y="314"/>
                  </a:lnTo>
                  <a:lnTo>
                    <a:pt x="678" y="318"/>
                  </a:lnTo>
                  <a:lnTo>
                    <a:pt x="682" y="324"/>
                  </a:lnTo>
                  <a:lnTo>
                    <a:pt x="683" y="329"/>
                  </a:lnTo>
                  <a:lnTo>
                    <a:pt x="684" y="336"/>
                  </a:lnTo>
                  <a:lnTo>
                    <a:pt x="683" y="342"/>
                  </a:lnTo>
                  <a:lnTo>
                    <a:pt x="682" y="348"/>
                  </a:lnTo>
                  <a:lnTo>
                    <a:pt x="678" y="354"/>
                  </a:lnTo>
                  <a:lnTo>
                    <a:pt x="674" y="358"/>
                  </a:lnTo>
                  <a:lnTo>
                    <a:pt x="670" y="361"/>
                  </a:lnTo>
                  <a:lnTo>
                    <a:pt x="664" y="365"/>
                  </a:lnTo>
                  <a:lnTo>
                    <a:pt x="659" y="367"/>
                  </a:lnTo>
                  <a:lnTo>
                    <a:pt x="653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273">
              <a:extLst>
                <a:ext uri="{FF2B5EF4-FFF2-40B4-BE49-F238E27FC236}">
                  <a16:creationId xmlns:a16="http://schemas.microsoft.com/office/drawing/2014/main" id="{E2FBAC70-953F-43A6-8044-71BECAA727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6764" y="5743576"/>
              <a:ext cx="41275" cy="41275"/>
            </a:xfrm>
            <a:custGeom>
              <a:avLst/>
              <a:gdLst>
                <a:gd name="T0" fmla="*/ 39 w 78"/>
                <a:gd name="T1" fmla="*/ 0 h 78"/>
                <a:gd name="T2" fmla="*/ 31 w 78"/>
                <a:gd name="T3" fmla="*/ 1 h 78"/>
                <a:gd name="T4" fmla="*/ 24 w 78"/>
                <a:gd name="T5" fmla="*/ 3 h 78"/>
                <a:gd name="T6" fmla="*/ 17 w 78"/>
                <a:gd name="T7" fmla="*/ 6 h 78"/>
                <a:gd name="T8" fmla="*/ 12 w 78"/>
                <a:gd name="T9" fmla="*/ 12 h 78"/>
                <a:gd name="T10" fmla="*/ 6 w 78"/>
                <a:gd name="T11" fmla="*/ 17 h 78"/>
                <a:gd name="T12" fmla="*/ 3 w 78"/>
                <a:gd name="T13" fmla="*/ 23 h 78"/>
                <a:gd name="T14" fmla="*/ 1 w 78"/>
                <a:gd name="T15" fmla="*/ 31 h 78"/>
                <a:gd name="T16" fmla="*/ 0 w 78"/>
                <a:gd name="T17" fmla="*/ 38 h 78"/>
                <a:gd name="T18" fmla="*/ 1 w 78"/>
                <a:gd name="T19" fmla="*/ 47 h 78"/>
                <a:gd name="T20" fmla="*/ 3 w 78"/>
                <a:gd name="T21" fmla="*/ 55 h 78"/>
                <a:gd name="T22" fmla="*/ 6 w 78"/>
                <a:gd name="T23" fmla="*/ 61 h 78"/>
                <a:gd name="T24" fmla="*/ 12 w 78"/>
                <a:gd name="T25" fmla="*/ 66 h 78"/>
                <a:gd name="T26" fmla="*/ 17 w 78"/>
                <a:gd name="T27" fmla="*/ 71 h 78"/>
                <a:gd name="T28" fmla="*/ 24 w 78"/>
                <a:gd name="T29" fmla="*/ 75 h 78"/>
                <a:gd name="T30" fmla="*/ 31 w 78"/>
                <a:gd name="T31" fmla="*/ 77 h 78"/>
                <a:gd name="T32" fmla="*/ 39 w 78"/>
                <a:gd name="T33" fmla="*/ 78 h 78"/>
                <a:gd name="T34" fmla="*/ 47 w 78"/>
                <a:gd name="T35" fmla="*/ 77 h 78"/>
                <a:gd name="T36" fmla="*/ 55 w 78"/>
                <a:gd name="T37" fmla="*/ 75 h 78"/>
                <a:gd name="T38" fmla="*/ 61 w 78"/>
                <a:gd name="T39" fmla="*/ 71 h 78"/>
                <a:gd name="T40" fmla="*/ 66 w 78"/>
                <a:gd name="T41" fmla="*/ 66 h 78"/>
                <a:gd name="T42" fmla="*/ 71 w 78"/>
                <a:gd name="T43" fmla="*/ 61 h 78"/>
                <a:gd name="T44" fmla="*/ 75 w 78"/>
                <a:gd name="T45" fmla="*/ 55 h 78"/>
                <a:gd name="T46" fmla="*/ 77 w 78"/>
                <a:gd name="T47" fmla="*/ 47 h 78"/>
                <a:gd name="T48" fmla="*/ 78 w 78"/>
                <a:gd name="T49" fmla="*/ 38 h 78"/>
                <a:gd name="T50" fmla="*/ 77 w 78"/>
                <a:gd name="T51" fmla="*/ 31 h 78"/>
                <a:gd name="T52" fmla="*/ 75 w 78"/>
                <a:gd name="T53" fmla="*/ 23 h 78"/>
                <a:gd name="T54" fmla="*/ 71 w 78"/>
                <a:gd name="T55" fmla="*/ 17 h 78"/>
                <a:gd name="T56" fmla="*/ 66 w 78"/>
                <a:gd name="T57" fmla="*/ 12 h 78"/>
                <a:gd name="T58" fmla="*/ 61 w 78"/>
                <a:gd name="T59" fmla="*/ 6 h 78"/>
                <a:gd name="T60" fmla="*/ 55 w 78"/>
                <a:gd name="T61" fmla="*/ 3 h 78"/>
                <a:gd name="T62" fmla="*/ 47 w 78"/>
                <a:gd name="T63" fmla="*/ 1 h 78"/>
                <a:gd name="T64" fmla="*/ 39 w 78"/>
                <a:gd name="T65" fmla="*/ 0 h 78"/>
                <a:gd name="T66" fmla="*/ 39 w 78"/>
                <a:gd name="T67" fmla="*/ 50 h 78"/>
                <a:gd name="T68" fmla="*/ 34 w 78"/>
                <a:gd name="T69" fmla="*/ 49 h 78"/>
                <a:gd name="T70" fmla="*/ 31 w 78"/>
                <a:gd name="T71" fmla="*/ 47 h 78"/>
                <a:gd name="T72" fmla="*/ 29 w 78"/>
                <a:gd name="T73" fmla="*/ 43 h 78"/>
                <a:gd name="T74" fmla="*/ 28 w 78"/>
                <a:gd name="T75" fmla="*/ 38 h 78"/>
                <a:gd name="T76" fmla="*/ 29 w 78"/>
                <a:gd name="T77" fmla="*/ 34 h 78"/>
                <a:gd name="T78" fmla="*/ 31 w 78"/>
                <a:gd name="T79" fmla="*/ 31 h 78"/>
                <a:gd name="T80" fmla="*/ 34 w 78"/>
                <a:gd name="T81" fmla="*/ 29 h 78"/>
                <a:gd name="T82" fmla="*/ 39 w 78"/>
                <a:gd name="T83" fmla="*/ 28 h 78"/>
                <a:gd name="T84" fmla="*/ 43 w 78"/>
                <a:gd name="T85" fmla="*/ 29 h 78"/>
                <a:gd name="T86" fmla="*/ 47 w 78"/>
                <a:gd name="T87" fmla="*/ 31 h 78"/>
                <a:gd name="T88" fmla="*/ 49 w 78"/>
                <a:gd name="T89" fmla="*/ 34 h 78"/>
                <a:gd name="T90" fmla="*/ 50 w 78"/>
                <a:gd name="T91" fmla="*/ 38 h 78"/>
                <a:gd name="T92" fmla="*/ 49 w 78"/>
                <a:gd name="T93" fmla="*/ 43 h 78"/>
                <a:gd name="T94" fmla="*/ 47 w 78"/>
                <a:gd name="T95" fmla="*/ 47 h 78"/>
                <a:gd name="T96" fmla="*/ 43 w 78"/>
                <a:gd name="T97" fmla="*/ 49 h 78"/>
                <a:gd name="T98" fmla="*/ 39 w 78"/>
                <a:gd name="T99" fmla="*/ 5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8" h="78">
                  <a:moveTo>
                    <a:pt x="39" y="0"/>
                  </a:moveTo>
                  <a:lnTo>
                    <a:pt x="31" y="1"/>
                  </a:lnTo>
                  <a:lnTo>
                    <a:pt x="24" y="3"/>
                  </a:lnTo>
                  <a:lnTo>
                    <a:pt x="17" y="6"/>
                  </a:lnTo>
                  <a:lnTo>
                    <a:pt x="12" y="12"/>
                  </a:lnTo>
                  <a:lnTo>
                    <a:pt x="6" y="17"/>
                  </a:lnTo>
                  <a:lnTo>
                    <a:pt x="3" y="23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1" y="47"/>
                  </a:lnTo>
                  <a:lnTo>
                    <a:pt x="3" y="55"/>
                  </a:lnTo>
                  <a:lnTo>
                    <a:pt x="6" y="61"/>
                  </a:lnTo>
                  <a:lnTo>
                    <a:pt x="12" y="66"/>
                  </a:lnTo>
                  <a:lnTo>
                    <a:pt x="17" y="71"/>
                  </a:lnTo>
                  <a:lnTo>
                    <a:pt x="24" y="75"/>
                  </a:lnTo>
                  <a:lnTo>
                    <a:pt x="31" y="77"/>
                  </a:lnTo>
                  <a:lnTo>
                    <a:pt x="39" y="78"/>
                  </a:lnTo>
                  <a:lnTo>
                    <a:pt x="47" y="77"/>
                  </a:lnTo>
                  <a:lnTo>
                    <a:pt x="55" y="75"/>
                  </a:lnTo>
                  <a:lnTo>
                    <a:pt x="61" y="71"/>
                  </a:lnTo>
                  <a:lnTo>
                    <a:pt x="66" y="66"/>
                  </a:lnTo>
                  <a:lnTo>
                    <a:pt x="71" y="61"/>
                  </a:lnTo>
                  <a:lnTo>
                    <a:pt x="75" y="55"/>
                  </a:lnTo>
                  <a:lnTo>
                    <a:pt x="77" y="47"/>
                  </a:lnTo>
                  <a:lnTo>
                    <a:pt x="78" y="38"/>
                  </a:lnTo>
                  <a:lnTo>
                    <a:pt x="77" y="31"/>
                  </a:lnTo>
                  <a:lnTo>
                    <a:pt x="75" y="23"/>
                  </a:lnTo>
                  <a:lnTo>
                    <a:pt x="71" y="17"/>
                  </a:lnTo>
                  <a:lnTo>
                    <a:pt x="66" y="12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39" y="0"/>
                  </a:lnTo>
                  <a:close/>
                  <a:moveTo>
                    <a:pt x="39" y="50"/>
                  </a:moveTo>
                  <a:lnTo>
                    <a:pt x="34" y="49"/>
                  </a:lnTo>
                  <a:lnTo>
                    <a:pt x="31" y="47"/>
                  </a:lnTo>
                  <a:lnTo>
                    <a:pt x="29" y="43"/>
                  </a:lnTo>
                  <a:lnTo>
                    <a:pt x="28" y="38"/>
                  </a:lnTo>
                  <a:lnTo>
                    <a:pt x="29" y="34"/>
                  </a:lnTo>
                  <a:lnTo>
                    <a:pt x="31" y="31"/>
                  </a:lnTo>
                  <a:lnTo>
                    <a:pt x="34" y="29"/>
                  </a:lnTo>
                  <a:lnTo>
                    <a:pt x="39" y="28"/>
                  </a:lnTo>
                  <a:lnTo>
                    <a:pt x="43" y="29"/>
                  </a:lnTo>
                  <a:lnTo>
                    <a:pt x="47" y="31"/>
                  </a:lnTo>
                  <a:lnTo>
                    <a:pt x="49" y="34"/>
                  </a:lnTo>
                  <a:lnTo>
                    <a:pt x="50" y="38"/>
                  </a:lnTo>
                  <a:lnTo>
                    <a:pt x="49" y="43"/>
                  </a:lnTo>
                  <a:lnTo>
                    <a:pt x="47" y="47"/>
                  </a:lnTo>
                  <a:lnTo>
                    <a:pt x="43" y="49"/>
                  </a:lnTo>
                  <a:lnTo>
                    <a:pt x="39" y="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5" name="Freeform 274">
              <a:extLst>
                <a:ext uri="{FF2B5EF4-FFF2-40B4-BE49-F238E27FC236}">
                  <a16:creationId xmlns:a16="http://schemas.microsoft.com/office/drawing/2014/main" id="{12DAA111-A98D-4537-ADD9-6431E977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164" y="5438776"/>
              <a:ext cx="14288" cy="14288"/>
            </a:xfrm>
            <a:custGeom>
              <a:avLst/>
              <a:gdLst>
                <a:gd name="T0" fmla="*/ 23 w 27"/>
                <a:gd name="T1" fmla="*/ 5 h 28"/>
                <a:gd name="T2" fmla="*/ 19 w 27"/>
                <a:gd name="T3" fmla="*/ 1 h 28"/>
                <a:gd name="T4" fmla="*/ 14 w 27"/>
                <a:gd name="T5" fmla="*/ 0 h 28"/>
                <a:gd name="T6" fmla="*/ 8 w 27"/>
                <a:gd name="T7" fmla="*/ 1 h 28"/>
                <a:gd name="T8" fmla="*/ 4 w 27"/>
                <a:gd name="T9" fmla="*/ 5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20 h 28"/>
                <a:gd name="T16" fmla="*/ 4 w 27"/>
                <a:gd name="T17" fmla="*/ 25 h 28"/>
                <a:gd name="T18" fmla="*/ 8 w 27"/>
                <a:gd name="T19" fmla="*/ 27 h 28"/>
                <a:gd name="T20" fmla="*/ 14 w 27"/>
                <a:gd name="T21" fmla="*/ 28 h 28"/>
                <a:gd name="T22" fmla="*/ 19 w 27"/>
                <a:gd name="T23" fmla="*/ 27 h 28"/>
                <a:gd name="T24" fmla="*/ 23 w 27"/>
                <a:gd name="T25" fmla="*/ 25 h 28"/>
                <a:gd name="T26" fmla="*/ 26 w 27"/>
                <a:gd name="T27" fmla="*/ 20 h 28"/>
                <a:gd name="T28" fmla="*/ 27 w 27"/>
                <a:gd name="T29" fmla="*/ 14 h 28"/>
                <a:gd name="T30" fmla="*/ 26 w 27"/>
                <a:gd name="T31" fmla="*/ 9 h 28"/>
                <a:gd name="T32" fmla="*/ 23 w 2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3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6" y="20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6" name="Freeform 275">
              <a:extLst>
                <a:ext uri="{FF2B5EF4-FFF2-40B4-BE49-F238E27FC236}">
                  <a16:creationId xmlns:a16="http://schemas.microsoft.com/office/drawing/2014/main" id="{EC268FF5-2254-4698-929D-9D7939308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164" y="5465763"/>
              <a:ext cx="14288" cy="33338"/>
            </a:xfrm>
            <a:custGeom>
              <a:avLst/>
              <a:gdLst>
                <a:gd name="T0" fmla="*/ 14 w 27"/>
                <a:gd name="T1" fmla="*/ 0 h 61"/>
                <a:gd name="T2" fmla="*/ 8 w 27"/>
                <a:gd name="T3" fmla="*/ 1 h 61"/>
                <a:gd name="T4" fmla="*/ 4 w 27"/>
                <a:gd name="T5" fmla="*/ 4 h 61"/>
                <a:gd name="T6" fmla="*/ 1 w 27"/>
                <a:gd name="T7" fmla="*/ 8 h 61"/>
                <a:gd name="T8" fmla="*/ 0 w 27"/>
                <a:gd name="T9" fmla="*/ 14 h 61"/>
                <a:gd name="T10" fmla="*/ 0 w 27"/>
                <a:gd name="T11" fmla="*/ 47 h 61"/>
                <a:gd name="T12" fmla="*/ 1 w 27"/>
                <a:gd name="T13" fmla="*/ 52 h 61"/>
                <a:gd name="T14" fmla="*/ 4 w 27"/>
                <a:gd name="T15" fmla="*/ 57 h 61"/>
                <a:gd name="T16" fmla="*/ 8 w 27"/>
                <a:gd name="T17" fmla="*/ 60 h 61"/>
                <a:gd name="T18" fmla="*/ 14 w 27"/>
                <a:gd name="T19" fmla="*/ 61 h 61"/>
                <a:gd name="T20" fmla="*/ 19 w 27"/>
                <a:gd name="T21" fmla="*/ 60 h 61"/>
                <a:gd name="T22" fmla="*/ 23 w 27"/>
                <a:gd name="T23" fmla="*/ 57 h 61"/>
                <a:gd name="T24" fmla="*/ 26 w 27"/>
                <a:gd name="T25" fmla="*/ 52 h 61"/>
                <a:gd name="T26" fmla="*/ 27 w 27"/>
                <a:gd name="T27" fmla="*/ 47 h 61"/>
                <a:gd name="T28" fmla="*/ 27 w 27"/>
                <a:gd name="T29" fmla="*/ 14 h 61"/>
                <a:gd name="T30" fmla="*/ 26 w 27"/>
                <a:gd name="T31" fmla="*/ 8 h 61"/>
                <a:gd name="T32" fmla="*/ 23 w 27"/>
                <a:gd name="T33" fmla="*/ 4 h 61"/>
                <a:gd name="T34" fmla="*/ 19 w 27"/>
                <a:gd name="T35" fmla="*/ 1 h 61"/>
                <a:gd name="T36" fmla="*/ 14 w 27"/>
                <a:gd name="T3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61">
                  <a:moveTo>
                    <a:pt x="14" y="0"/>
                  </a:move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4" y="57"/>
                  </a:lnTo>
                  <a:lnTo>
                    <a:pt x="8" y="60"/>
                  </a:lnTo>
                  <a:lnTo>
                    <a:pt x="14" y="61"/>
                  </a:lnTo>
                  <a:lnTo>
                    <a:pt x="19" y="60"/>
                  </a:lnTo>
                  <a:lnTo>
                    <a:pt x="23" y="57"/>
                  </a:lnTo>
                  <a:lnTo>
                    <a:pt x="26" y="52"/>
                  </a:lnTo>
                  <a:lnTo>
                    <a:pt x="27" y="47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7" name="Freeform 276">
              <a:extLst>
                <a:ext uri="{FF2B5EF4-FFF2-40B4-BE49-F238E27FC236}">
                  <a16:creationId xmlns:a16="http://schemas.microsoft.com/office/drawing/2014/main" id="{817EDDCC-14D5-40CD-AF5A-CCC9F67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9964" y="5535613"/>
              <a:ext cx="60325" cy="14288"/>
            </a:xfrm>
            <a:custGeom>
              <a:avLst/>
              <a:gdLst>
                <a:gd name="T0" fmla="*/ 100 w 114"/>
                <a:gd name="T1" fmla="*/ 0 h 28"/>
                <a:gd name="T2" fmla="*/ 14 w 114"/>
                <a:gd name="T3" fmla="*/ 0 h 28"/>
                <a:gd name="T4" fmla="*/ 9 w 114"/>
                <a:gd name="T5" fmla="*/ 1 h 28"/>
                <a:gd name="T6" fmla="*/ 4 w 114"/>
                <a:gd name="T7" fmla="*/ 4 h 28"/>
                <a:gd name="T8" fmla="*/ 1 w 114"/>
                <a:gd name="T9" fmla="*/ 8 h 28"/>
                <a:gd name="T10" fmla="*/ 0 w 114"/>
                <a:gd name="T11" fmla="*/ 14 h 28"/>
                <a:gd name="T12" fmla="*/ 1 w 114"/>
                <a:gd name="T13" fmla="*/ 19 h 28"/>
                <a:gd name="T14" fmla="*/ 4 w 114"/>
                <a:gd name="T15" fmla="*/ 23 h 28"/>
                <a:gd name="T16" fmla="*/ 9 w 114"/>
                <a:gd name="T17" fmla="*/ 27 h 28"/>
                <a:gd name="T18" fmla="*/ 14 w 114"/>
                <a:gd name="T19" fmla="*/ 28 h 28"/>
                <a:gd name="T20" fmla="*/ 100 w 114"/>
                <a:gd name="T21" fmla="*/ 28 h 28"/>
                <a:gd name="T22" fmla="*/ 105 w 114"/>
                <a:gd name="T23" fmla="*/ 27 h 28"/>
                <a:gd name="T24" fmla="*/ 110 w 114"/>
                <a:gd name="T25" fmla="*/ 23 h 28"/>
                <a:gd name="T26" fmla="*/ 113 w 114"/>
                <a:gd name="T27" fmla="*/ 19 h 28"/>
                <a:gd name="T28" fmla="*/ 114 w 114"/>
                <a:gd name="T29" fmla="*/ 14 h 28"/>
                <a:gd name="T30" fmla="*/ 113 w 114"/>
                <a:gd name="T31" fmla="*/ 8 h 28"/>
                <a:gd name="T32" fmla="*/ 110 w 114"/>
                <a:gd name="T33" fmla="*/ 4 h 28"/>
                <a:gd name="T34" fmla="*/ 105 w 114"/>
                <a:gd name="T35" fmla="*/ 1 h 28"/>
                <a:gd name="T36" fmla="*/ 100 w 11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8">
                  <a:moveTo>
                    <a:pt x="100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00" y="28"/>
                  </a:lnTo>
                  <a:lnTo>
                    <a:pt x="105" y="27"/>
                  </a:lnTo>
                  <a:lnTo>
                    <a:pt x="110" y="23"/>
                  </a:lnTo>
                  <a:lnTo>
                    <a:pt x="113" y="19"/>
                  </a:lnTo>
                  <a:lnTo>
                    <a:pt x="114" y="14"/>
                  </a:lnTo>
                  <a:lnTo>
                    <a:pt x="113" y="8"/>
                  </a:lnTo>
                  <a:lnTo>
                    <a:pt x="110" y="4"/>
                  </a:lnTo>
                  <a:lnTo>
                    <a:pt x="105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8" name="Freeform 277">
              <a:extLst>
                <a:ext uri="{FF2B5EF4-FFF2-40B4-BE49-F238E27FC236}">
                  <a16:creationId xmlns:a16="http://schemas.microsoft.com/office/drawing/2014/main" id="{961A6966-1BFB-4E3F-BAF0-450B83C4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2326" y="5535613"/>
              <a:ext cx="60325" cy="14288"/>
            </a:xfrm>
            <a:custGeom>
              <a:avLst/>
              <a:gdLst>
                <a:gd name="T0" fmla="*/ 100 w 114"/>
                <a:gd name="T1" fmla="*/ 0 h 28"/>
                <a:gd name="T2" fmla="*/ 14 w 114"/>
                <a:gd name="T3" fmla="*/ 0 h 28"/>
                <a:gd name="T4" fmla="*/ 9 w 114"/>
                <a:gd name="T5" fmla="*/ 1 h 28"/>
                <a:gd name="T6" fmla="*/ 4 w 114"/>
                <a:gd name="T7" fmla="*/ 4 h 28"/>
                <a:gd name="T8" fmla="*/ 1 w 114"/>
                <a:gd name="T9" fmla="*/ 8 h 28"/>
                <a:gd name="T10" fmla="*/ 0 w 114"/>
                <a:gd name="T11" fmla="*/ 14 h 28"/>
                <a:gd name="T12" fmla="*/ 1 w 114"/>
                <a:gd name="T13" fmla="*/ 19 h 28"/>
                <a:gd name="T14" fmla="*/ 4 w 114"/>
                <a:gd name="T15" fmla="*/ 23 h 28"/>
                <a:gd name="T16" fmla="*/ 9 w 114"/>
                <a:gd name="T17" fmla="*/ 27 h 28"/>
                <a:gd name="T18" fmla="*/ 14 w 114"/>
                <a:gd name="T19" fmla="*/ 28 h 28"/>
                <a:gd name="T20" fmla="*/ 100 w 114"/>
                <a:gd name="T21" fmla="*/ 28 h 28"/>
                <a:gd name="T22" fmla="*/ 105 w 114"/>
                <a:gd name="T23" fmla="*/ 27 h 28"/>
                <a:gd name="T24" fmla="*/ 110 w 114"/>
                <a:gd name="T25" fmla="*/ 23 h 28"/>
                <a:gd name="T26" fmla="*/ 113 w 114"/>
                <a:gd name="T27" fmla="*/ 19 h 28"/>
                <a:gd name="T28" fmla="*/ 114 w 114"/>
                <a:gd name="T29" fmla="*/ 14 h 28"/>
                <a:gd name="T30" fmla="*/ 113 w 114"/>
                <a:gd name="T31" fmla="*/ 8 h 28"/>
                <a:gd name="T32" fmla="*/ 110 w 114"/>
                <a:gd name="T33" fmla="*/ 4 h 28"/>
                <a:gd name="T34" fmla="*/ 105 w 114"/>
                <a:gd name="T35" fmla="*/ 1 h 28"/>
                <a:gd name="T36" fmla="*/ 100 w 114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8">
                  <a:moveTo>
                    <a:pt x="100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00" y="28"/>
                  </a:lnTo>
                  <a:lnTo>
                    <a:pt x="105" y="27"/>
                  </a:lnTo>
                  <a:lnTo>
                    <a:pt x="110" y="23"/>
                  </a:lnTo>
                  <a:lnTo>
                    <a:pt x="113" y="19"/>
                  </a:lnTo>
                  <a:lnTo>
                    <a:pt x="114" y="14"/>
                  </a:lnTo>
                  <a:lnTo>
                    <a:pt x="113" y="8"/>
                  </a:lnTo>
                  <a:lnTo>
                    <a:pt x="110" y="4"/>
                  </a:lnTo>
                  <a:lnTo>
                    <a:pt x="105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9" name="Freeform 278">
              <a:extLst>
                <a:ext uri="{FF2B5EF4-FFF2-40B4-BE49-F238E27FC236}">
                  <a16:creationId xmlns:a16="http://schemas.microsoft.com/office/drawing/2014/main" id="{E5EA9108-4572-4BCF-B82A-9B86587DF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5664" y="5472113"/>
              <a:ext cx="36513" cy="36513"/>
            </a:xfrm>
            <a:custGeom>
              <a:avLst/>
              <a:gdLst>
                <a:gd name="T0" fmla="*/ 65 w 69"/>
                <a:gd name="T1" fmla="*/ 45 h 68"/>
                <a:gd name="T2" fmla="*/ 24 w 69"/>
                <a:gd name="T3" fmla="*/ 4 h 68"/>
                <a:gd name="T4" fmla="*/ 20 w 69"/>
                <a:gd name="T5" fmla="*/ 1 h 68"/>
                <a:gd name="T6" fmla="*/ 14 w 69"/>
                <a:gd name="T7" fmla="*/ 0 h 68"/>
                <a:gd name="T8" fmla="*/ 9 w 69"/>
                <a:gd name="T9" fmla="*/ 1 h 68"/>
                <a:gd name="T10" fmla="*/ 5 w 69"/>
                <a:gd name="T11" fmla="*/ 4 h 68"/>
                <a:gd name="T12" fmla="*/ 2 w 69"/>
                <a:gd name="T13" fmla="*/ 9 h 68"/>
                <a:gd name="T14" fmla="*/ 0 w 69"/>
                <a:gd name="T15" fmla="*/ 14 h 68"/>
                <a:gd name="T16" fmla="*/ 2 w 69"/>
                <a:gd name="T17" fmla="*/ 19 h 68"/>
                <a:gd name="T18" fmla="*/ 5 w 69"/>
                <a:gd name="T19" fmla="*/ 24 h 68"/>
                <a:gd name="T20" fmla="*/ 46 w 69"/>
                <a:gd name="T21" fmla="*/ 64 h 68"/>
                <a:gd name="T22" fmla="*/ 50 w 69"/>
                <a:gd name="T23" fmla="*/ 67 h 68"/>
                <a:gd name="T24" fmla="*/ 55 w 69"/>
                <a:gd name="T25" fmla="*/ 68 h 68"/>
                <a:gd name="T26" fmla="*/ 61 w 69"/>
                <a:gd name="T27" fmla="*/ 67 h 68"/>
                <a:gd name="T28" fmla="*/ 65 w 69"/>
                <a:gd name="T29" fmla="*/ 64 h 68"/>
                <a:gd name="T30" fmla="*/ 68 w 69"/>
                <a:gd name="T31" fmla="*/ 60 h 68"/>
                <a:gd name="T32" fmla="*/ 69 w 69"/>
                <a:gd name="T33" fmla="*/ 54 h 68"/>
                <a:gd name="T34" fmla="*/ 68 w 69"/>
                <a:gd name="T35" fmla="*/ 49 h 68"/>
                <a:gd name="T36" fmla="*/ 65 w 69"/>
                <a:gd name="T37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65" y="45"/>
                  </a:move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9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4"/>
                  </a:lnTo>
                  <a:lnTo>
                    <a:pt x="46" y="64"/>
                  </a:lnTo>
                  <a:lnTo>
                    <a:pt x="50" y="67"/>
                  </a:lnTo>
                  <a:lnTo>
                    <a:pt x="55" y="68"/>
                  </a:lnTo>
                  <a:lnTo>
                    <a:pt x="61" y="67"/>
                  </a:lnTo>
                  <a:lnTo>
                    <a:pt x="65" y="64"/>
                  </a:lnTo>
                  <a:lnTo>
                    <a:pt x="68" y="60"/>
                  </a:lnTo>
                  <a:lnTo>
                    <a:pt x="69" y="54"/>
                  </a:lnTo>
                  <a:lnTo>
                    <a:pt x="68" y="49"/>
                  </a:lnTo>
                  <a:lnTo>
                    <a:pt x="65" y="4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0" name="Freeform 279">
              <a:extLst>
                <a:ext uri="{FF2B5EF4-FFF2-40B4-BE49-F238E27FC236}">
                  <a16:creationId xmlns:a16="http://schemas.microsoft.com/office/drawing/2014/main" id="{507B1A69-BBAA-42D3-9C5D-F240F1D04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0439" y="5472113"/>
              <a:ext cx="36513" cy="36513"/>
            </a:xfrm>
            <a:custGeom>
              <a:avLst/>
              <a:gdLst>
                <a:gd name="T0" fmla="*/ 64 w 69"/>
                <a:gd name="T1" fmla="*/ 3 h 67"/>
                <a:gd name="T2" fmla="*/ 60 w 69"/>
                <a:gd name="T3" fmla="*/ 0 h 67"/>
                <a:gd name="T4" fmla="*/ 55 w 69"/>
                <a:gd name="T5" fmla="*/ 0 h 67"/>
                <a:gd name="T6" fmla="*/ 49 w 69"/>
                <a:gd name="T7" fmla="*/ 0 h 67"/>
                <a:gd name="T8" fmla="*/ 45 w 69"/>
                <a:gd name="T9" fmla="*/ 3 h 67"/>
                <a:gd name="T10" fmla="*/ 4 w 69"/>
                <a:gd name="T11" fmla="*/ 44 h 67"/>
                <a:gd name="T12" fmla="*/ 1 w 69"/>
                <a:gd name="T13" fmla="*/ 48 h 67"/>
                <a:gd name="T14" fmla="*/ 0 w 69"/>
                <a:gd name="T15" fmla="*/ 53 h 67"/>
                <a:gd name="T16" fmla="*/ 1 w 69"/>
                <a:gd name="T17" fmla="*/ 59 h 67"/>
                <a:gd name="T18" fmla="*/ 4 w 69"/>
                <a:gd name="T19" fmla="*/ 63 h 67"/>
                <a:gd name="T20" fmla="*/ 8 w 69"/>
                <a:gd name="T21" fmla="*/ 66 h 67"/>
                <a:gd name="T22" fmla="*/ 14 w 69"/>
                <a:gd name="T23" fmla="*/ 67 h 67"/>
                <a:gd name="T24" fmla="*/ 19 w 69"/>
                <a:gd name="T25" fmla="*/ 66 h 67"/>
                <a:gd name="T26" fmla="*/ 24 w 69"/>
                <a:gd name="T27" fmla="*/ 63 h 67"/>
                <a:gd name="T28" fmla="*/ 64 w 69"/>
                <a:gd name="T29" fmla="*/ 23 h 67"/>
                <a:gd name="T30" fmla="*/ 67 w 69"/>
                <a:gd name="T31" fmla="*/ 18 h 67"/>
                <a:gd name="T32" fmla="*/ 69 w 69"/>
                <a:gd name="T33" fmla="*/ 13 h 67"/>
                <a:gd name="T34" fmla="*/ 67 w 69"/>
                <a:gd name="T35" fmla="*/ 8 h 67"/>
                <a:gd name="T36" fmla="*/ 64 w 69"/>
                <a:gd name="T37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7">
                  <a:moveTo>
                    <a:pt x="64" y="3"/>
                  </a:move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5" y="3"/>
                  </a:lnTo>
                  <a:lnTo>
                    <a:pt x="4" y="44"/>
                  </a:lnTo>
                  <a:lnTo>
                    <a:pt x="1" y="48"/>
                  </a:lnTo>
                  <a:lnTo>
                    <a:pt x="0" y="53"/>
                  </a:lnTo>
                  <a:lnTo>
                    <a:pt x="1" y="59"/>
                  </a:lnTo>
                  <a:lnTo>
                    <a:pt x="4" y="63"/>
                  </a:lnTo>
                  <a:lnTo>
                    <a:pt x="8" y="66"/>
                  </a:lnTo>
                  <a:lnTo>
                    <a:pt x="14" y="67"/>
                  </a:lnTo>
                  <a:lnTo>
                    <a:pt x="19" y="66"/>
                  </a:lnTo>
                  <a:lnTo>
                    <a:pt x="24" y="63"/>
                  </a:lnTo>
                  <a:lnTo>
                    <a:pt x="64" y="23"/>
                  </a:lnTo>
                  <a:lnTo>
                    <a:pt x="67" y="18"/>
                  </a:lnTo>
                  <a:lnTo>
                    <a:pt x="69" y="13"/>
                  </a:lnTo>
                  <a:lnTo>
                    <a:pt x="67" y="8"/>
                  </a:lnTo>
                  <a:lnTo>
                    <a:pt x="64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0FA2296-D922-46C4-8D33-24399EC592B6}"/>
              </a:ext>
            </a:extLst>
          </p:cNvPr>
          <p:cNvGrpSpPr/>
          <p:nvPr/>
        </p:nvGrpSpPr>
        <p:grpSpPr>
          <a:xfrm>
            <a:off x="8326439" y="4705351"/>
            <a:ext cx="376238" cy="376238"/>
            <a:chOff x="8326439" y="4705351"/>
            <a:chExt cx="376238" cy="376238"/>
          </a:xfrm>
          <a:solidFill>
            <a:schemeClr val="bg1"/>
          </a:solidFill>
        </p:grpSpPr>
        <p:sp>
          <p:nvSpPr>
            <p:cNvPr id="151" name="Freeform 280">
              <a:extLst>
                <a:ext uri="{FF2B5EF4-FFF2-40B4-BE49-F238E27FC236}">
                  <a16:creationId xmlns:a16="http://schemas.microsoft.com/office/drawing/2014/main" id="{F77CED58-266C-4139-9807-22C7E7D8D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7564" y="4795838"/>
              <a:ext cx="15875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3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3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6 w 28"/>
                <a:gd name="T27" fmla="*/ 19 h 28"/>
                <a:gd name="T28" fmla="*/ 28 w 28"/>
                <a:gd name="T29" fmla="*/ 14 h 28"/>
                <a:gd name="T30" fmla="*/ 26 w 28"/>
                <a:gd name="T31" fmla="*/ 9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6" y="19"/>
                  </a:lnTo>
                  <a:lnTo>
                    <a:pt x="28" y="14"/>
                  </a:lnTo>
                  <a:lnTo>
                    <a:pt x="26" y="9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2" name="Freeform 281">
              <a:extLst>
                <a:ext uri="{FF2B5EF4-FFF2-40B4-BE49-F238E27FC236}">
                  <a16:creationId xmlns:a16="http://schemas.microsoft.com/office/drawing/2014/main" id="{DB2CC033-8652-425A-9188-EE693DCA2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6439" y="4705351"/>
              <a:ext cx="376238" cy="376238"/>
            </a:xfrm>
            <a:custGeom>
              <a:avLst/>
              <a:gdLst>
                <a:gd name="T0" fmla="*/ 393 w 712"/>
                <a:gd name="T1" fmla="*/ 0 h 711"/>
                <a:gd name="T2" fmla="*/ 383 w 712"/>
                <a:gd name="T3" fmla="*/ 5 h 711"/>
                <a:gd name="T4" fmla="*/ 248 w 712"/>
                <a:gd name="T5" fmla="*/ 141 h 711"/>
                <a:gd name="T6" fmla="*/ 248 w 712"/>
                <a:gd name="T7" fmla="*/ 152 h 711"/>
                <a:gd name="T8" fmla="*/ 256 w 712"/>
                <a:gd name="T9" fmla="*/ 159 h 711"/>
                <a:gd name="T10" fmla="*/ 265 w 712"/>
                <a:gd name="T11" fmla="*/ 159 h 711"/>
                <a:gd name="T12" fmla="*/ 398 w 712"/>
                <a:gd name="T13" fmla="*/ 28 h 711"/>
                <a:gd name="T14" fmla="*/ 648 w 712"/>
                <a:gd name="T15" fmla="*/ 29 h 711"/>
                <a:gd name="T16" fmla="*/ 664 w 712"/>
                <a:gd name="T17" fmla="*/ 36 h 711"/>
                <a:gd name="T18" fmla="*/ 676 w 712"/>
                <a:gd name="T19" fmla="*/ 48 h 711"/>
                <a:gd name="T20" fmla="*/ 683 w 712"/>
                <a:gd name="T21" fmla="*/ 63 h 711"/>
                <a:gd name="T22" fmla="*/ 684 w 712"/>
                <a:gd name="T23" fmla="*/ 313 h 711"/>
                <a:gd name="T24" fmla="*/ 319 w 712"/>
                <a:gd name="T25" fmla="*/ 677 h 711"/>
                <a:gd name="T26" fmla="*/ 304 w 712"/>
                <a:gd name="T27" fmla="*/ 683 h 711"/>
                <a:gd name="T28" fmla="*/ 287 w 712"/>
                <a:gd name="T29" fmla="*/ 683 h 711"/>
                <a:gd name="T30" fmla="*/ 271 w 712"/>
                <a:gd name="T31" fmla="*/ 677 h 711"/>
                <a:gd name="T32" fmla="*/ 41 w 712"/>
                <a:gd name="T33" fmla="*/ 448 h 711"/>
                <a:gd name="T34" fmla="*/ 31 w 712"/>
                <a:gd name="T35" fmla="*/ 433 h 711"/>
                <a:gd name="T36" fmla="*/ 28 w 712"/>
                <a:gd name="T37" fmla="*/ 417 h 711"/>
                <a:gd name="T38" fmla="*/ 31 w 712"/>
                <a:gd name="T39" fmla="*/ 400 h 711"/>
                <a:gd name="T40" fmla="*/ 41 w 712"/>
                <a:gd name="T41" fmla="*/ 386 h 711"/>
                <a:gd name="T42" fmla="*/ 195 w 712"/>
                <a:gd name="T43" fmla="*/ 230 h 711"/>
                <a:gd name="T44" fmla="*/ 195 w 712"/>
                <a:gd name="T45" fmla="*/ 219 h 711"/>
                <a:gd name="T46" fmla="*/ 187 w 712"/>
                <a:gd name="T47" fmla="*/ 212 h 711"/>
                <a:gd name="T48" fmla="*/ 177 w 712"/>
                <a:gd name="T49" fmla="*/ 212 h 711"/>
                <a:gd name="T50" fmla="*/ 22 w 712"/>
                <a:gd name="T51" fmla="*/ 366 h 711"/>
                <a:gd name="T52" fmla="*/ 12 w 712"/>
                <a:gd name="T53" fmla="*/ 377 h 711"/>
                <a:gd name="T54" fmla="*/ 6 w 712"/>
                <a:gd name="T55" fmla="*/ 389 h 711"/>
                <a:gd name="T56" fmla="*/ 1 w 712"/>
                <a:gd name="T57" fmla="*/ 403 h 711"/>
                <a:gd name="T58" fmla="*/ 0 w 712"/>
                <a:gd name="T59" fmla="*/ 417 h 711"/>
                <a:gd name="T60" fmla="*/ 1 w 712"/>
                <a:gd name="T61" fmla="*/ 431 h 711"/>
                <a:gd name="T62" fmla="*/ 6 w 712"/>
                <a:gd name="T63" fmla="*/ 444 h 711"/>
                <a:gd name="T64" fmla="*/ 12 w 712"/>
                <a:gd name="T65" fmla="*/ 457 h 711"/>
                <a:gd name="T66" fmla="*/ 22 w 712"/>
                <a:gd name="T67" fmla="*/ 467 h 711"/>
                <a:gd name="T68" fmla="*/ 250 w 712"/>
                <a:gd name="T69" fmla="*/ 696 h 711"/>
                <a:gd name="T70" fmla="*/ 262 w 712"/>
                <a:gd name="T71" fmla="*/ 704 h 711"/>
                <a:gd name="T72" fmla="*/ 275 w 712"/>
                <a:gd name="T73" fmla="*/ 709 h 711"/>
                <a:gd name="T74" fmla="*/ 288 w 712"/>
                <a:gd name="T75" fmla="*/ 711 h 711"/>
                <a:gd name="T76" fmla="*/ 302 w 712"/>
                <a:gd name="T77" fmla="*/ 711 h 711"/>
                <a:gd name="T78" fmla="*/ 316 w 712"/>
                <a:gd name="T79" fmla="*/ 709 h 711"/>
                <a:gd name="T80" fmla="*/ 329 w 712"/>
                <a:gd name="T81" fmla="*/ 704 h 711"/>
                <a:gd name="T82" fmla="*/ 340 w 712"/>
                <a:gd name="T83" fmla="*/ 696 h 711"/>
                <a:gd name="T84" fmla="*/ 707 w 712"/>
                <a:gd name="T85" fmla="*/ 329 h 711"/>
                <a:gd name="T86" fmla="*/ 712 w 712"/>
                <a:gd name="T87" fmla="*/ 319 h 711"/>
                <a:gd name="T88" fmla="*/ 711 w 712"/>
                <a:gd name="T89" fmla="*/ 65 h 711"/>
                <a:gd name="T90" fmla="*/ 708 w 712"/>
                <a:gd name="T91" fmla="*/ 51 h 711"/>
                <a:gd name="T92" fmla="*/ 703 w 712"/>
                <a:gd name="T93" fmla="*/ 38 h 711"/>
                <a:gd name="T94" fmla="*/ 694 w 712"/>
                <a:gd name="T95" fmla="*/ 26 h 711"/>
                <a:gd name="T96" fmla="*/ 685 w 712"/>
                <a:gd name="T97" fmla="*/ 16 h 711"/>
                <a:gd name="T98" fmla="*/ 674 w 712"/>
                <a:gd name="T99" fmla="*/ 9 h 711"/>
                <a:gd name="T100" fmla="*/ 661 w 712"/>
                <a:gd name="T101" fmla="*/ 4 h 711"/>
                <a:gd name="T102" fmla="*/ 647 w 712"/>
                <a:gd name="T10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2" h="711">
                  <a:moveTo>
                    <a:pt x="640" y="0"/>
                  </a:moveTo>
                  <a:lnTo>
                    <a:pt x="393" y="0"/>
                  </a:lnTo>
                  <a:lnTo>
                    <a:pt x="388" y="1"/>
                  </a:lnTo>
                  <a:lnTo>
                    <a:pt x="383" y="5"/>
                  </a:lnTo>
                  <a:lnTo>
                    <a:pt x="250" y="137"/>
                  </a:lnTo>
                  <a:lnTo>
                    <a:pt x="248" y="141"/>
                  </a:lnTo>
                  <a:lnTo>
                    <a:pt x="247" y="146"/>
                  </a:lnTo>
                  <a:lnTo>
                    <a:pt x="248" y="152"/>
                  </a:lnTo>
                  <a:lnTo>
                    <a:pt x="250" y="156"/>
                  </a:lnTo>
                  <a:lnTo>
                    <a:pt x="256" y="159"/>
                  </a:lnTo>
                  <a:lnTo>
                    <a:pt x="261" y="160"/>
                  </a:lnTo>
                  <a:lnTo>
                    <a:pt x="265" y="159"/>
                  </a:lnTo>
                  <a:lnTo>
                    <a:pt x="271" y="156"/>
                  </a:lnTo>
                  <a:lnTo>
                    <a:pt x="398" y="28"/>
                  </a:lnTo>
                  <a:lnTo>
                    <a:pt x="640" y="28"/>
                  </a:lnTo>
                  <a:lnTo>
                    <a:pt x="648" y="29"/>
                  </a:lnTo>
                  <a:lnTo>
                    <a:pt x="657" y="32"/>
                  </a:lnTo>
                  <a:lnTo>
                    <a:pt x="664" y="36"/>
                  </a:lnTo>
                  <a:lnTo>
                    <a:pt x="671" y="41"/>
                  </a:lnTo>
                  <a:lnTo>
                    <a:pt x="676" y="48"/>
                  </a:lnTo>
                  <a:lnTo>
                    <a:pt x="681" y="55"/>
                  </a:lnTo>
                  <a:lnTo>
                    <a:pt x="683" y="63"/>
                  </a:lnTo>
                  <a:lnTo>
                    <a:pt x="684" y="71"/>
                  </a:lnTo>
                  <a:lnTo>
                    <a:pt x="684" y="313"/>
                  </a:lnTo>
                  <a:lnTo>
                    <a:pt x="325" y="671"/>
                  </a:lnTo>
                  <a:lnTo>
                    <a:pt x="319" y="677"/>
                  </a:lnTo>
                  <a:lnTo>
                    <a:pt x="311" y="681"/>
                  </a:lnTo>
                  <a:lnTo>
                    <a:pt x="304" y="683"/>
                  </a:lnTo>
                  <a:lnTo>
                    <a:pt x="295" y="684"/>
                  </a:lnTo>
                  <a:lnTo>
                    <a:pt x="287" y="683"/>
                  </a:lnTo>
                  <a:lnTo>
                    <a:pt x="278" y="681"/>
                  </a:lnTo>
                  <a:lnTo>
                    <a:pt x="271" y="677"/>
                  </a:lnTo>
                  <a:lnTo>
                    <a:pt x="264" y="671"/>
                  </a:lnTo>
                  <a:lnTo>
                    <a:pt x="41" y="448"/>
                  </a:lnTo>
                  <a:lnTo>
                    <a:pt x="36" y="441"/>
                  </a:lnTo>
                  <a:lnTo>
                    <a:pt x="31" y="433"/>
                  </a:lnTo>
                  <a:lnTo>
                    <a:pt x="29" y="426"/>
                  </a:lnTo>
                  <a:lnTo>
                    <a:pt x="28" y="417"/>
                  </a:lnTo>
                  <a:lnTo>
                    <a:pt x="29" y="408"/>
                  </a:lnTo>
                  <a:lnTo>
                    <a:pt x="31" y="400"/>
                  </a:lnTo>
                  <a:lnTo>
                    <a:pt x="36" y="392"/>
                  </a:lnTo>
                  <a:lnTo>
                    <a:pt x="41" y="386"/>
                  </a:lnTo>
                  <a:lnTo>
                    <a:pt x="192" y="234"/>
                  </a:lnTo>
                  <a:lnTo>
                    <a:pt x="195" y="230"/>
                  </a:lnTo>
                  <a:lnTo>
                    <a:pt x="196" y="225"/>
                  </a:lnTo>
                  <a:lnTo>
                    <a:pt x="195" y="219"/>
                  </a:lnTo>
                  <a:lnTo>
                    <a:pt x="192" y="215"/>
                  </a:lnTo>
                  <a:lnTo>
                    <a:pt x="187" y="212"/>
                  </a:lnTo>
                  <a:lnTo>
                    <a:pt x="182" y="211"/>
                  </a:lnTo>
                  <a:lnTo>
                    <a:pt x="177" y="212"/>
                  </a:lnTo>
                  <a:lnTo>
                    <a:pt x="172" y="215"/>
                  </a:lnTo>
                  <a:lnTo>
                    <a:pt x="22" y="366"/>
                  </a:lnTo>
                  <a:lnTo>
                    <a:pt x="16" y="372"/>
                  </a:lnTo>
                  <a:lnTo>
                    <a:pt x="12" y="377"/>
                  </a:lnTo>
                  <a:lnTo>
                    <a:pt x="9" y="384"/>
                  </a:lnTo>
                  <a:lnTo>
                    <a:pt x="6" y="389"/>
                  </a:lnTo>
                  <a:lnTo>
                    <a:pt x="4" y="395"/>
                  </a:lnTo>
                  <a:lnTo>
                    <a:pt x="1" y="403"/>
                  </a:lnTo>
                  <a:lnTo>
                    <a:pt x="0" y="409"/>
                  </a:lnTo>
                  <a:lnTo>
                    <a:pt x="0" y="417"/>
                  </a:lnTo>
                  <a:lnTo>
                    <a:pt x="0" y="423"/>
                  </a:lnTo>
                  <a:lnTo>
                    <a:pt x="1" y="431"/>
                  </a:lnTo>
                  <a:lnTo>
                    <a:pt x="4" y="437"/>
                  </a:lnTo>
                  <a:lnTo>
                    <a:pt x="6" y="444"/>
                  </a:lnTo>
                  <a:lnTo>
                    <a:pt x="9" y="450"/>
                  </a:lnTo>
                  <a:lnTo>
                    <a:pt x="12" y="457"/>
                  </a:lnTo>
                  <a:lnTo>
                    <a:pt x="16" y="462"/>
                  </a:lnTo>
                  <a:lnTo>
                    <a:pt x="22" y="467"/>
                  </a:lnTo>
                  <a:lnTo>
                    <a:pt x="245" y="691"/>
                  </a:lnTo>
                  <a:lnTo>
                    <a:pt x="250" y="696"/>
                  </a:lnTo>
                  <a:lnTo>
                    <a:pt x="256" y="699"/>
                  </a:lnTo>
                  <a:lnTo>
                    <a:pt x="262" y="704"/>
                  </a:lnTo>
                  <a:lnTo>
                    <a:pt x="269" y="707"/>
                  </a:lnTo>
                  <a:lnTo>
                    <a:pt x="275" y="709"/>
                  </a:lnTo>
                  <a:lnTo>
                    <a:pt x="281" y="710"/>
                  </a:lnTo>
                  <a:lnTo>
                    <a:pt x="288" y="711"/>
                  </a:lnTo>
                  <a:lnTo>
                    <a:pt x="295" y="711"/>
                  </a:lnTo>
                  <a:lnTo>
                    <a:pt x="302" y="711"/>
                  </a:lnTo>
                  <a:lnTo>
                    <a:pt x="308" y="710"/>
                  </a:lnTo>
                  <a:lnTo>
                    <a:pt x="316" y="709"/>
                  </a:lnTo>
                  <a:lnTo>
                    <a:pt x="322" y="707"/>
                  </a:lnTo>
                  <a:lnTo>
                    <a:pt x="329" y="704"/>
                  </a:lnTo>
                  <a:lnTo>
                    <a:pt x="334" y="699"/>
                  </a:lnTo>
                  <a:lnTo>
                    <a:pt x="340" y="696"/>
                  </a:lnTo>
                  <a:lnTo>
                    <a:pt x="346" y="691"/>
                  </a:lnTo>
                  <a:lnTo>
                    <a:pt x="707" y="329"/>
                  </a:lnTo>
                  <a:lnTo>
                    <a:pt x="711" y="325"/>
                  </a:lnTo>
                  <a:lnTo>
                    <a:pt x="712" y="319"/>
                  </a:lnTo>
                  <a:lnTo>
                    <a:pt x="712" y="71"/>
                  </a:lnTo>
                  <a:lnTo>
                    <a:pt x="711" y="65"/>
                  </a:lnTo>
                  <a:lnTo>
                    <a:pt x="709" y="57"/>
                  </a:lnTo>
                  <a:lnTo>
                    <a:pt x="708" y="51"/>
                  </a:lnTo>
                  <a:lnTo>
                    <a:pt x="705" y="44"/>
                  </a:lnTo>
                  <a:lnTo>
                    <a:pt x="703" y="38"/>
                  </a:lnTo>
                  <a:lnTo>
                    <a:pt x="699" y="32"/>
                  </a:lnTo>
                  <a:lnTo>
                    <a:pt x="694" y="26"/>
                  </a:lnTo>
                  <a:lnTo>
                    <a:pt x="690" y="21"/>
                  </a:lnTo>
                  <a:lnTo>
                    <a:pt x="685" y="16"/>
                  </a:lnTo>
                  <a:lnTo>
                    <a:pt x="679" y="12"/>
                  </a:lnTo>
                  <a:lnTo>
                    <a:pt x="674" y="9"/>
                  </a:lnTo>
                  <a:lnTo>
                    <a:pt x="668" y="6"/>
                  </a:lnTo>
                  <a:lnTo>
                    <a:pt x="661" y="4"/>
                  </a:lnTo>
                  <a:lnTo>
                    <a:pt x="655" y="1"/>
                  </a:lnTo>
                  <a:lnTo>
                    <a:pt x="647" y="0"/>
                  </a:lnTo>
                  <a:lnTo>
                    <a:pt x="64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3" name="Freeform 282">
              <a:extLst>
                <a:ext uri="{FF2B5EF4-FFF2-40B4-BE49-F238E27FC236}">
                  <a16:creationId xmlns:a16="http://schemas.microsoft.com/office/drawing/2014/main" id="{EE9EA159-1988-4AE6-98C6-FA54C5375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6314" y="4746626"/>
              <a:ext cx="66675" cy="66675"/>
            </a:xfrm>
            <a:custGeom>
              <a:avLst/>
              <a:gdLst>
                <a:gd name="T0" fmla="*/ 57 w 128"/>
                <a:gd name="T1" fmla="*/ 0 h 127"/>
                <a:gd name="T2" fmla="*/ 45 w 128"/>
                <a:gd name="T3" fmla="*/ 3 h 127"/>
                <a:gd name="T4" fmla="*/ 33 w 128"/>
                <a:gd name="T5" fmla="*/ 7 h 127"/>
                <a:gd name="T6" fmla="*/ 23 w 128"/>
                <a:gd name="T7" fmla="*/ 15 h 127"/>
                <a:gd name="T8" fmla="*/ 15 w 128"/>
                <a:gd name="T9" fmla="*/ 23 h 127"/>
                <a:gd name="T10" fmla="*/ 7 w 128"/>
                <a:gd name="T11" fmla="*/ 33 h 127"/>
                <a:gd name="T12" fmla="*/ 3 w 128"/>
                <a:gd name="T13" fmla="*/ 45 h 127"/>
                <a:gd name="T14" fmla="*/ 0 w 128"/>
                <a:gd name="T15" fmla="*/ 56 h 127"/>
                <a:gd name="T16" fmla="*/ 0 w 128"/>
                <a:gd name="T17" fmla="*/ 70 h 127"/>
                <a:gd name="T18" fmla="*/ 3 w 128"/>
                <a:gd name="T19" fmla="*/ 82 h 127"/>
                <a:gd name="T20" fmla="*/ 7 w 128"/>
                <a:gd name="T21" fmla="*/ 94 h 127"/>
                <a:gd name="T22" fmla="*/ 15 w 128"/>
                <a:gd name="T23" fmla="*/ 104 h 127"/>
                <a:gd name="T24" fmla="*/ 23 w 128"/>
                <a:gd name="T25" fmla="*/ 112 h 127"/>
                <a:gd name="T26" fmla="*/ 33 w 128"/>
                <a:gd name="T27" fmla="*/ 120 h 127"/>
                <a:gd name="T28" fmla="*/ 45 w 128"/>
                <a:gd name="T29" fmla="*/ 124 h 127"/>
                <a:gd name="T30" fmla="*/ 57 w 128"/>
                <a:gd name="T31" fmla="*/ 127 h 127"/>
                <a:gd name="T32" fmla="*/ 70 w 128"/>
                <a:gd name="T33" fmla="*/ 127 h 127"/>
                <a:gd name="T34" fmla="*/ 82 w 128"/>
                <a:gd name="T35" fmla="*/ 124 h 127"/>
                <a:gd name="T36" fmla="*/ 94 w 128"/>
                <a:gd name="T37" fmla="*/ 120 h 127"/>
                <a:gd name="T38" fmla="*/ 104 w 128"/>
                <a:gd name="T39" fmla="*/ 112 h 127"/>
                <a:gd name="T40" fmla="*/ 113 w 128"/>
                <a:gd name="T41" fmla="*/ 104 h 127"/>
                <a:gd name="T42" fmla="*/ 120 w 128"/>
                <a:gd name="T43" fmla="*/ 94 h 127"/>
                <a:gd name="T44" fmla="*/ 124 w 128"/>
                <a:gd name="T45" fmla="*/ 82 h 127"/>
                <a:gd name="T46" fmla="*/ 128 w 128"/>
                <a:gd name="T47" fmla="*/ 70 h 127"/>
                <a:gd name="T48" fmla="*/ 128 w 128"/>
                <a:gd name="T49" fmla="*/ 56 h 127"/>
                <a:gd name="T50" fmla="*/ 124 w 128"/>
                <a:gd name="T51" fmla="*/ 45 h 127"/>
                <a:gd name="T52" fmla="*/ 120 w 128"/>
                <a:gd name="T53" fmla="*/ 33 h 127"/>
                <a:gd name="T54" fmla="*/ 113 w 128"/>
                <a:gd name="T55" fmla="*/ 23 h 127"/>
                <a:gd name="T56" fmla="*/ 104 w 128"/>
                <a:gd name="T57" fmla="*/ 15 h 127"/>
                <a:gd name="T58" fmla="*/ 94 w 128"/>
                <a:gd name="T59" fmla="*/ 7 h 127"/>
                <a:gd name="T60" fmla="*/ 82 w 128"/>
                <a:gd name="T61" fmla="*/ 3 h 127"/>
                <a:gd name="T62" fmla="*/ 70 w 128"/>
                <a:gd name="T63" fmla="*/ 0 h 127"/>
                <a:gd name="T64" fmla="*/ 63 w 128"/>
                <a:gd name="T65" fmla="*/ 99 h 127"/>
                <a:gd name="T66" fmla="*/ 49 w 128"/>
                <a:gd name="T67" fmla="*/ 96 h 127"/>
                <a:gd name="T68" fmla="*/ 38 w 128"/>
                <a:gd name="T69" fmla="*/ 89 h 127"/>
                <a:gd name="T70" fmla="*/ 30 w 128"/>
                <a:gd name="T71" fmla="*/ 78 h 127"/>
                <a:gd name="T72" fmla="*/ 28 w 128"/>
                <a:gd name="T73" fmla="*/ 63 h 127"/>
                <a:gd name="T74" fmla="*/ 30 w 128"/>
                <a:gd name="T75" fmla="*/ 49 h 127"/>
                <a:gd name="T76" fmla="*/ 38 w 128"/>
                <a:gd name="T77" fmla="*/ 38 h 127"/>
                <a:gd name="T78" fmla="*/ 49 w 128"/>
                <a:gd name="T79" fmla="*/ 30 h 127"/>
                <a:gd name="T80" fmla="*/ 63 w 128"/>
                <a:gd name="T81" fmla="*/ 27 h 127"/>
                <a:gd name="T82" fmla="*/ 78 w 128"/>
                <a:gd name="T83" fmla="*/ 30 h 127"/>
                <a:gd name="T84" fmla="*/ 89 w 128"/>
                <a:gd name="T85" fmla="*/ 38 h 127"/>
                <a:gd name="T86" fmla="*/ 96 w 128"/>
                <a:gd name="T87" fmla="*/ 49 h 127"/>
                <a:gd name="T88" fmla="*/ 100 w 128"/>
                <a:gd name="T89" fmla="*/ 63 h 127"/>
                <a:gd name="T90" fmla="*/ 96 w 128"/>
                <a:gd name="T91" fmla="*/ 78 h 127"/>
                <a:gd name="T92" fmla="*/ 89 w 128"/>
                <a:gd name="T93" fmla="*/ 89 h 127"/>
                <a:gd name="T94" fmla="*/ 78 w 128"/>
                <a:gd name="T95" fmla="*/ 96 h 127"/>
                <a:gd name="T96" fmla="*/ 63 w 128"/>
                <a:gd name="T97" fmla="*/ 9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7">
                  <a:moveTo>
                    <a:pt x="63" y="0"/>
                  </a:moveTo>
                  <a:lnTo>
                    <a:pt x="57" y="0"/>
                  </a:lnTo>
                  <a:lnTo>
                    <a:pt x="50" y="1"/>
                  </a:lnTo>
                  <a:lnTo>
                    <a:pt x="45" y="3"/>
                  </a:lnTo>
                  <a:lnTo>
                    <a:pt x="38" y="5"/>
                  </a:lnTo>
                  <a:lnTo>
                    <a:pt x="33" y="7"/>
                  </a:lnTo>
                  <a:lnTo>
                    <a:pt x="28" y="10"/>
                  </a:lnTo>
                  <a:lnTo>
                    <a:pt x="23" y="15"/>
                  </a:lnTo>
                  <a:lnTo>
                    <a:pt x="18" y="18"/>
                  </a:lnTo>
                  <a:lnTo>
                    <a:pt x="15" y="23"/>
                  </a:lnTo>
                  <a:lnTo>
                    <a:pt x="11" y="27"/>
                  </a:lnTo>
                  <a:lnTo>
                    <a:pt x="7" y="33"/>
                  </a:lnTo>
                  <a:lnTo>
                    <a:pt x="5" y="38"/>
                  </a:lnTo>
                  <a:lnTo>
                    <a:pt x="3" y="45"/>
                  </a:lnTo>
                  <a:lnTo>
                    <a:pt x="1" y="50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0" y="70"/>
                  </a:lnTo>
                  <a:lnTo>
                    <a:pt x="1" y="76"/>
                  </a:lnTo>
                  <a:lnTo>
                    <a:pt x="3" y="82"/>
                  </a:lnTo>
                  <a:lnTo>
                    <a:pt x="5" y="89"/>
                  </a:lnTo>
                  <a:lnTo>
                    <a:pt x="7" y="94"/>
                  </a:lnTo>
                  <a:lnTo>
                    <a:pt x="11" y="99"/>
                  </a:lnTo>
                  <a:lnTo>
                    <a:pt x="15" y="104"/>
                  </a:lnTo>
                  <a:lnTo>
                    <a:pt x="18" y="109"/>
                  </a:lnTo>
                  <a:lnTo>
                    <a:pt x="23" y="112"/>
                  </a:lnTo>
                  <a:lnTo>
                    <a:pt x="28" y="117"/>
                  </a:lnTo>
                  <a:lnTo>
                    <a:pt x="33" y="120"/>
                  </a:lnTo>
                  <a:lnTo>
                    <a:pt x="38" y="122"/>
                  </a:lnTo>
                  <a:lnTo>
                    <a:pt x="45" y="124"/>
                  </a:lnTo>
                  <a:lnTo>
                    <a:pt x="50" y="126"/>
                  </a:lnTo>
                  <a:lnTo>
                    <a:pt x="57" y="127"/>
                  </a:lnTo>
                  <a:lnTo>
                    <a:pt x="63" y="127"/>
                  </a:lnTo>
                  <a:lnTo>
                    <a:pt x="70" y="127"/>
                  </a:lnTo>
                  <a:lnTo>
                    <a:pt x="76" y="126"/>
                  </a:lnTo>
                  <a:lnTo>
                    <a:pt x="82" y="124"/>
                  </a:lnTo>
                  <a:lnTo>
                    <a:pt x="89" y="122"/>
                  </a:lnTo>
                  <a:lnTo>
                    <a:pt x="94" y="120"/>
                  </a:lnTo>
                  <a:lnTo>
                    <a:pt x="100" y="117"/>
                  </a:lnTo>
                  <a:lnTo>
                    <a:pt x="104" y="112"/>
                  </a:lnTo>
                  <a:lnTo>
                    <a:pt x="108" y="109"/>
                  </a:lnTo>
                  <a:lnTo>
                    <a:pt x="113" y="104"/>
                  </a:lnTo>
                  <a:lnTo>
                    <a:pt x="117" y="99"/>
                  </a:lnTo>
                  <a:lnTo>
                    <a:pt x="120" y="94"/>
                  </a:lnTo>
                  <a:lnTo>
                    <a:pt x="122" y="89"/>
                  </a:lnTo>
                  <a:lnTo>
                    <a:pt x="124" y="82"/>
                  </a:lnTo>
                  <a:lnTo>
                    <a:pt x="126" y="76"/>
                  </a:lnTo>
                  <a:lnTo>
                    <a:pt x="128" y="70"/>
                  </a:lnTo>
                  <a:lnTo>
                    <a:pt x="128" y="63"/>
                  </a:lnTo>
                  <a:lnTo>
                    <a:pt x="128" y="56"/>
                  </a:lnTo>
                  <a:lnTo>
                    <a:pt x="126" y="50"/>
                  </a:lnTo>
                  <a:lnTo>
                    <a:pt x="124" y="45"/>
                  </a:lnTo>
                  <a:lnTo>
                    <a:pt x="122" y="38"/>
                  </a:lnTo>
                  <a:lnTo>
                    <a:pt x="120" y="33"/>
                  </a:lnTo>
                  <a:lnTo>
                    <a:pt x="117" y="27"/>
                  </a:lnTo>
                  <a:lnTo>
                    <a:pt x="113" y="23"/>
                  </a:lnTo>
                  <a:lnTo>
                    <a:pt x="108" y="18"/>
                  </a:lnTo>
                  <a:lnTo>
                    <a:pt x="104" y="15"/>
                  </a:lnTo>
                  <a:lnTo>
                    <a:pt x="100" y="10"/>
                  </a:lnTo>
                  <a:lnTo>
                    <a:pt x="94" y="7"/>
                  </a:lnTo>
                  <a:lnTo>
                    <a:pt x="89" y="5"/>
                  </a:lnTo>
                  <a:lnTo>
                    <a:pt x="82" y="3"/>
                  </a:lnTo>
                  <a:lnTo>
                    <a:pt x="76" y="1"/>
                  </a:lnTo>
                  <a:lnTo>
                    <a:pt x="70" y="0"/>
                  </a:lnTo>
                  <a:lnTo>
                    <a:pt x="63" y="0"/>
                  </a:lnTo>
                  <a:close/>
                  <a:moveTo>
                    <a:pt x="63" y="99"/>
                  </a:moveTo>
                  <a:lnTo>
                    <a:pt x="57" y="98"/>
                  </a:lnTo>
                  <a:lnTo>
                    <a:pt x="49" y="96"/>
                  </a:lnTo>
                  <a:lnTo>
                    <a:pt x="44" y="93"/>
                  </a:lnTo>
                  <a:lnTo>
                    <a:pt x="38" y="89"/>
                  </a:lnTo>
                  <a:lnTo>
                    <a:pt x="34" y="83"/>
                  </a:lnTo>
                  <a:lnTo>
                    <a:pt x="30" y="78"/>
                  </a:lnTo>
                  <a:lnTo>
                    <a:pt x="28" y="70"/>
                  </a:lnTo>
                  <a:lnTo>
                    <a:pt x="28" y="63"/>
                  </a:lnTo>
                  <a:lnTo>
                    <a:pt x="28" y="56"/>
                  </a:lnTo>
                  <a:lnTo>
                    <a:pt x="30" y="49"/>
                  </a:lnTo>
                  <a:lnTo>
                    <a:pt x="34" y="44"/>
                  </a:lnTo>
                  <a:lnTo>
                    <a:pt x="38" y="38"/>
                  </a:lnTo>
                  <a:lnTo>
                    <a:pt x="44" y="34"/>
                  </a:lnTo>
                  <a:lnTo>
                    <a:pt x="49" y="30"/>
                  </a:lnTo>
                  <a:lnTo>
                    <a:pt x="57" y="29"/>
                  </a:lnTo>
                  <a:lnTo>
                    <a:pt x="63" y="27"/>
                  </a:lnTo>
                  <a:lnTo>
                    <a:pt x="71" y="29"/>
                  </a:lnTo>
                  <a:lnTo>
                    <a:pt x="78" y="30"/>
                  </a:lnTo>
                  <a:lnTo>
                    <a:pt x="84" y="34"/>
                  </a:lnTo>
                  <a:lnTo>
                    <a:pt x="89" y="38"/>
                  </a:lnTo>
                  <a:lnTo>
                    <a:pt x="93" y="44"/>
                  </a:lnTo>
                  <a:lnTo>
                    <a:pt x="96" y="49"/>
                  </a:lnTo>
                  <a:lnTo>
                    <a:pt x="99" y="56"/>
                  </a:lnTo>
                  <a:lnTo>
                    <a:pt x="100" y="63"/>
                  </a:lnTo>
                  <a:lnTo>
                    <a:pt x="99" y="70"/>
                  </a:lnTo>
                  <a:lnTo>
                    <a:pt x="96" y="78"/>
                  </a:lnTo>
                  <a:lnTo>
                    <a:pt x="93" y="83"/>
                  </a:lnTo>
                  <a:lnTo>
                    <a:pt x="89" y="89"/>
                  </a:lnTo>
                  <a:lnTo>
                    <a:pt x="84" y="93"/>
                  </a:lnTo>
                  <a:lnTo>
                    <a:pt x="78" y="96"/>
                  </a:lnTo>
                  <a:lnTo>
                    <a:pt x="71" y="98"/>
                  </a:lnTo>
                  <a:lnTo>
                    <a:pt x="63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4" name="Freeform 283">
              <a:extLst>
                <a:ext uri="{FF2B5EF4-FFF2-40B4-BE49-F238E27FC236}">
                  <a16:creationId xmlns:a16="http://schemas.microsoft.com/office/drawing/2014/main" id="{27FED72C-34EC-45F0-89D0-DC68B7F393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5176" y="4773613"/>
              <a:ext cx="249238" cy="250825"/>
            </a:xfrm>
            <a:custGeom>
              <a:avLst/>
              <a:gdLst>
                <a:gd name="T0" fmla="*/ 331 w 472"/>
                <a:gd name="T1" fmla="*/ 18 h 473"/>
                <a:gd name="T2" fmla="*/ 322 w 472"/>
                <a:gd name="T3" fmla="*/ 11 h 473"/>
                <a:gd name="T4" fmla="*/ 311 w 472"/>
                <a:gd name="T5" fmla="*/ 6 h 473"/>
                <a:gd name="T6" fmla="*/ 299 w 472"/>
                <a:gd name="T7" fmla="*/ 2 h 473"/>
                <a:gd name="T8" fmla="*/ 287 w 472"/>
                <a:gd name="T9" fmla="*/ 0 h 473"/>
                <a:gd name="T10" fmla="*/ 276 w 472"/>
                <a:gd name="T11" fmla="*/ 2 h 473"/>
                <a:gd name="T12" fmla="*/ 264 w 472"/>
                <a:gd name="T13" fmla="*/ 6 h 473"/>
                <a:gd name="T14" fmla="*/ 253 w 472"/>
                <a:gd name="T15" fmla="*/ 11 h 473"/>
                <a:gd name="T16" fmla="*/ 243 w 472"/>
                <a:gd name="T17" fmla="*/ 18 h 473"/>
                <a:gd name="T18" fmla="*/ 14 w 472"/>
                <a:gd name="T19" fmla="*/ 249 h 473"/>
                <a:gd name="T20" fmla="*/ 7 w 472"/>
                <a:gd name="T21" fmla="*/ 259 h 473"/>
                <a:gd name="T22" fmla="*/ 3 w 472"/>
                <a:gd name="T23" fmla="*/ 270 h 473"/>
                <a:gd name="T24" fmla="*/ 1 w 472"/>
                <a:gd name="T25" fmla="*/ 282 h 473"/>
                <a:gd name="T26" fmla="*/ 1 w 472"/>
                <a:gd name="T27" fmla="*/ 294 h 473"/>
                <a:gd name="T28" fmla="*/ 3 w 472"/>
                <a:gd name="T29" fmla="*/ 306 h 473"/>
                <a:gd name="T30" fmla="*/ 7 w 472"/>
                <a:gd name="T31" fmla="*/ 317 h 473"/>
                <a:gd name="T32" fmla="*/ 14 w 472"/>
                <a:gd name="T33" fmla="*/ 328 h 473"/>
                <a:gd name="T34" fmla="*/ 140 w 472"/>
                <a:gd name="T35" fmla="*/ 454 h 473"/>
                <a:gd name="T36" fmla="*/ 151 w 472"/>
                <a:gd name="T37" fmla="*/ 463 h 473"/>
                <a:gd name="T38" fmla="*/ 162 w 472"/>
                <a:gd name="T39" fmla="*/ 468 h 473"/>
                <a:gd name="T40" fmla="*/ 173 w 472"/>
                <a:gd name="T41" fmla="*/ 471 h 473"/>
                <a:gd name="T42" fmla="*/ 184 w 472"/>
                <a:gd name="T43" fmla="*/ 473 h 473"/>
                <a:gd name="T44" fmla="*/ 196 w 472"/>
                <a:gd name="T45" fmla="*/ 471 h 473"/>
                <a:gd name="T46" fmla="*/ 208 w 472"/>
                <a:gd name="T47" fmla="*/ 468 h 473"/>
                <a:gd name="T48" fmla="*/ 219 w 472"/>
                <a:gd name="T49" fmla="*/ 463 h 473"/>
                <a:gd name="T50" fmla="*/ 228 w 472"/>
                <a:gd name="T51" fmla="*/ 454 h 473"/>
                <a:gd name="T52" fmla="*/ 458 w 472"/>
                <a:gd name="T53" fmla="*/ 225 h 473"/>
                <a:gd name="T54" fmla="*/ 464 w 472"/>
                <a:gd name="T55" fmla="*/ 215 h 473"/>
                <a:gd name="T56" fmla="*/ 470 w 472"/>
                <a:gd name="T57" fmla="*/ 203 h 473"/>
                <a:gd name="T58" fmla="*/ 472 w 472"/>
                <a:gd name="T59" fmla="*/ 191 h 473"/>
                <a:gd name="T60" fmla="*/ 472 w 472"/>
                <a:gd name="T61" fmla="*/ 179 h 473"/>
                <a:gd name="T62" fmla="*/ 470 w 472"/>
                <a:gd name="T63" fmla="*/ 168 h 473"/>
                <a:gd name="T64" fmla="*/ 464 w 472"/>
                <a:gd name="T65" fmla="*/ 156 h 473"/>
                <a:gd name="T66" fmla="*/ 458 w 472"/>
                <a:gd name="T67" fmla="*/ 146 h 473"/>
                <a:gd name="T68" fmla="*/ 434 w 472"/>
                <a:gd name="T69" fmla="*/ 209 h 473"/>
                <a:gd name="T70" fmla="*/ 351 w 472"/>
                <a:gd name="T71" fmla="*/ 159 h 473"/>
                <a:gd name="T72" fmla="*/ 340 w 472"/>
                <a:gd name="T73" fmla="*/ 155 h 473"/>
                <a:gd name="T74" fmla="*/ 330 w 472"/>
                <a:gd name="T75" fmla="*/ 159 h 473"/>
                <a:gd name="T76" fmla="*/ 326 w 472"/>
                <a:gd name="T77" fmla="*/ 169 h 473"/>
                <a:gd name="T78" fmla="*/ 330 w 472"/>
                <a:gd name="T79" fmla="*/ 178 h 473"/>
                <a:gd name="T80" fmla="*/ 209 w 472"/>
                <a:gd name="T81" fmla="*/ 435 h 473"/>
                <a:gd name="T82" fmla="*/ 197 w 472"/>
                <a:gd name="T83" fmla="*/ 442 h 473"/>
                <a:gd name="T84" fmla="*/ 184 w 472"/>
                <a:gd name="T85" fmla="*/ 445 h 473"/>
                <a:gd name="T86" fmla="*/ 171 w 472"/>
                <a:gd name="T87" fmla="*/ 442 h 473"/>
                <a:gd name="T88" fmla="*/ 161 w 472"/>
                <a:gd name="T89" fmla="*/ 435 h 473"/>
                <a:gd name="T90" fmla="*/ 33 w 472"/>
                <a:gd name="T91" fmla="*/ 307 h 473"/>
                <a:gd name="T92" fmla="*/ 29 w 472"/>
                <a:gd name="T93" fmla="*/ 295 h 473"/>
                <a:gd name="T94" fmla="*/ 29 w 472"/>
                <a:gd name="T95" fmla="*/ 281 h 473"/>
                <a:gd name="T96" fmla="*/ 33 w 472"/>
                <a:gd name="T97" fmla="*/ 270 h 473"/>
                <a:gd name="T98" fmla="*/ 264 w 472"/>
                <a:gd name="T99" fmla="*/ 39 h 473"/>
                <a:gd name="T100" fmla="*/ 274 w 472"/>
                <a:gd name="T101" fmla="*/ 31 h 473"/>
                <a:gd name="T102" fmla="*/ 287 w 472"/>
                <a:gd name="T103" fmla="*/ 28 h 473"/>
                <a:gd name="T104" fmla="*/ 300 w 472"/>
                <a:gd name="T105" fmla="*/ 31 h 473"/>
                <a:gd name="T106" fmla="*/ 312 w 472"/>
                <a:gd name="T107" fmla="*/ 39 h 473"/>
                <a:gd name="T108" fmla="*/ 439 w 472"/>
                <a:gd name="T109" fmla="*/ 167 h 473"/>
                <a:gd name="T110" fmla="*/ 444 w 472"/>
                <a:gd name="T111" fmla="*/ 178 h 473"/>
                <a:gd name="T112" fmla="*/ 444 w 472"/>
                <a:gd name="T113" fmla="*/ 192 h 473"/>
                <a:gd name="T114" fmla="*/ 439 w 472"/>
                <a:gd name="T115" fmla="*/ 204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2" h="473">
                  <a:moveTo>
                    <a:pt x="454" y="142"/>
                  </a:moveTo>
                  <a:lnTo>
                    <a:pt x="331" y="18"/>
                  </a:lnTo>
                  <a:lnTo>
                    <a:pt x="327" y="14"/>
                  </a:lnTo>
                  <a:lnTo>
                    <a:pt x="322" y="11"/>
                  </a:lnTo>
                  <a:lnTo>
                    <a:pt x="316" y="8"/>
                  </a:lnTo>
                  <a:lnTo>
                    <a:pt x="311" y="6"/>
                  </a:lnTo>
                  <a:lnTo>
                    <a:pt x="306" y="3"/>
                  </a:lnTo>
                  <a:lnTo>
                    <a:pt x="299" y="2"/>
                  </a:lnTo>
                  <a:lnTo>
                    <a:pt x="294" y="1"/>
                  </a:lnTo>
                  <a:lnTo>
                    <a:pt x="287" y="0"/>
                  </a:lnTo>
                  <a:lnTo>
                    <a:pt x="281" y="1"/>
                  </a:lnTo>
                  <a:lnTo>
                    <a:pt x="276" y="2"/>
                  </a:lnTo>
                  <a:lnTo>
                    <a:pt x="269" y="3"/>
                  </a:lnTo>
                  <a:lnTo>
                    <a:pt x="264" y="6"/>
                  </a:lnTo>
                  <a:lnTo>
                    <a:pt x="258" y="8"/>
                  </a:lnTo>
                  <a:lnTo>
                    <a:pt x="253" y="11"/>
                  </a:lnTo>
                  <a:lnTo>
                    <a:pt x="249" y="14"/>
                  </a:lnTo>
                  <a:lnTo>
                    <a:pt x="243" y="18"/>
                  </a:lnTo>
                  <a:lnTo>
                    <a:pt x="18" y="244"/>
                  </a:lnTo>
                  <a:lnTo>
                    <a:pt x="14" y="249"/>
                  </a:lnTo>
                  <a:lnTo>
                    <a:pt x="11" y="254"/>
                  </a:lnTo>
                  <a:lnTo>
                    <a:pt x="7" y="259"/>
                  </a:lnTo>
                  <a:lnTo>
                    <a:pt x="5" y="264"/>
                  </a:lnTo>
                  <a:lnTo>
                    <a:pt x="3" y="270"/>
                  </a:lnTo>
                  <a:lnTo>
                    <a:pt x="1" y="276"/>
                  </a:lnTo>
                  <a:lnTo>
                    <a:pt x="1" y="282"/>
                  </a:lnTo>
                  <a:lnTo>
                    <a:pt x="0" y="288"/>
                  </a:lnTo>
                  <a:lnTo>
                    <a:pt x="1" y="294"/>
                  </a:lnTo>
                  <a:lnTo>
                    <a:pt x="1" y="301"/>
                  </a:lnTo>
                  <a:lnTo>
                    <a:pt x="3" y="306"/>
                  </a:lnTo>
                  <a:lnTo>
                    <a:pt x="5" y="311"/>
                  </a:lnTo>
                  <a:lnTo>
                    <a:pt x="7" y="317"/>
                  </a:lnTo>
                  <a:lnTo>
                    <a:pt x="11" y="322"/>
                  </a:lnTo>
                  <a:lnTo>
                    <a:pt x="14" y="328"/>
                  </a:lnTo>
                  <a:lnTo>
                    <a:pt x="18" y="332"/>
                  </a:lnTo>
                  <a:lnTo>
                    <a:pt x="140" y="454"/>
                  </a:lnTo>
                  <a:lnTo>
                    <a:pt x="146" y="459"/>
                  </a:lnTo>
                  <a:lnTo>
                    <a:pt x="151" y="463"/>
                  </a:lnTo>
                  <a:lnTo>
                    <a:pt x="155" y="466"/>
                  </a:lnTo>
                  <a:lnTo>
                    <a:pt x="162" y="468"/>
                  </a:lnTo>
                  <a:lnTo>
                    <a:pt x="167" y="470"/>
                  </a:lnTo>
                  <a:lnTo>
                    <a:pt x="173" y="471"/>
                  </a:lnTo>
                  <a:lnTo>
                    <a:pt x="179" y="473"/>
                  </a:lnTo>
                  <a:lnTo>
                    <a:pt x="184" y="473"/>
                  </a:lnTo>
                  <a:lnTo>
                    <a:pt x="191" y="473"/>
                  </a:lnTo>
                  <a:lnTo>
                    <a:pt x="196" y="471"/>
                  </a:lnTo>
                  <a:lnTo>
                    <a:pt x="203" y="470"/>
                  </a:lnTo>
                  <a:lnTo>
                    <a:pt x="208" y="468"/>
                  </a:lnTo>
                  <a:lnTo>
                    <a:pt x="213" y="466"/>
                  </a:lnTo>
                  <a:lnTo>
                    <a:pt x="219" y="463"/>
                  </a:lnTo>
                  <a:lnTo>
                    <a:pt x="224" y="459"/>
                  </a:lnTo>
                  <a:lnTo>
                    <a:pt x="228" y="454"/>
                  </a:lnTo>
                  <a:lnTo>
                    <a:pt x="454" y="229"/>
                  </a:lnTo>
                  <a:lnTo>
                    <a:pt x="458" y="225"/>
                  </a:lnTo>
                  <a:lnTo>
                    <a:pt x="461" y="220"/>
                  </a:lnTo>
                  <a:lnTo>
                    <a:pt x="464" y="215"/>
                  </a:lnTo>
                  <a:lnTo>
                    <a:pt x="468" y="209"/>
                  </a:lnTo>
                  <a:lnTo>
                    <a:pt x="470" y="203"/>
                  </a:lnTo>
                  <a:lnTo>
                    <a:pt x="471" y="198"/>
                  </a:lnTo>
                  <a:lnTo>
                    <a:pt x="472" y="191"/>
                  </a:lnTo>
                  <a:lnTo>
                    <a:pt x="472" y="186"/>
                  </a:lnTo>
                  <a:lnTo>
                    <a:pt x="472" y="179"/>
                  </a:lnTo>
                  <a:lnTo>
                    <a:pt x="471" y="173"/>
                  </a:lnTo>
                  <a:lnTo>
                    <a:pt x="470" y="168"/>
                  </a:lnTo>
                  <a:lnTo>
                    <a:pt x="468" y="161"/>
                  </a:lnTo>
                  <a:lnTo>
                    <a:pt x="464" y="156"/>
                  </a:lnTo>
                  <a:lnTo>
                    <a:pt x="461" y="150"/>
                  </a:lnTo>
                  <a:lnTo>
                    <a:pt x="458" y="146"/>
                  </a:lnTo>
                  <a:lnTo>
                    <a:pt x="454" y="142"/>
                  </a:lnTo>
                  <a:close/>
                  <a:moveTo>
                    <a:pt x="434" y="209"/>
                  </a:moveTo>
                  <a:lnTo>
                    <a:pt x="417" y="227"/>
                  </a:lnTo>
                  <a:lnTo>
                    <a:pt x="351" y="159"/>
                  </a:lnTo>
                  <a:lnTo>
                    <a:pt x="345" y="156"/>
                  </a:lnTo>
                  <a:lnTo>
                    <a:pt x="340" y="155"/>
                  </a:lnTo>
                  <a:lnTo>
                    <a:pt x="336" y="156"/>
                  </a:lnTo>
                  <a:lnTo>
                    <a:pt x="330" y="159"/>
                  </a:lnTo>
                  <a:lnTo>
                    <a:pt x="327" y="163"/>
                  </a:lnTo>
                  <a:lnTo>
                    <a:pt x="326" y="169"/>
                  </a:lnTo>
                  <a:lnTo>
                    <a:pt x="327" y="174"/>
                  </a:lnTo>
                  <a:lnTo>
                    <a:pt x="330" y="178"/>
                  </a:lnTo>
                  <a:lnTo>
                    <a:pt x="398" y="246"/>
                  </a:lnTo>
                  <a:lnTo>
                    <a:pt x="209" y="435"/>
                  </a:lnTo>
                  <a:lnTo>
                    <a:pt x="204" y="439"/>
                  </a:lnTo>
                  <a:lnTo>
                    <a:pt x="197" y="442"/>
                  </a:lnTo>
                  <a:lnTo>
                    <a:pt x="191" y="445"/>
                  </a:lnTo>
                  <a:lnTo>
                    <a:pt x="184" y="445"/>
                  </a:lnTo>
                  <a:lnTo>
                    <a:pt x="178" y="445"/>
                  </a:lnTo>
                  <a:lnTo>
                    <a:pt x="171" y="442"/>
                  </a:lnTo>
                  <a:lnTo>
                    <a:pt x="166" y="439"/>
                  </a:lnTo>
                  <a:lnTo>
                    <a:pt x="161" y="435"/>
                  </a:lnTo>
                  <a:lnTo>
                    <a:pt x="37" y="313"/>
                  </a:lnTo>
                  <a:lnTo>
                    <a:pt x="33" y="307"/>
                  </a:lnTo>
                  <a:lnTo>
                    <a:pt x="31" y="301"/>
                  </a:lnTo>
                  <a:lnTo>
                    <a:pt x="29" y="295"/>
                  </a:lnTo>
                  <a:lnTo>
                    <a:pt x="28" y="288"/>
                  </a:lnTo>
                  <a:lnTo>
                    <a:pt x="29" y="281"/>
                  </a:lnTo>
                  <a:lnTo>
                    <a:pt x="31" y="275"/>
                  </a:lnTo>
                  <a:lnTo>
                    <a:pt x="33" y="270"/>
                  </a:lnTo>
                  <a:lnTo>
                    <a:pt x="37" y="264"/>
                  </a:lnTo>
                  <a:lnTo>
                    <a:pt x="264" y="39"/>
                  </a:lnTo>
                  <a:lnTo>
                    <a:pt x="268" y="34"/>
                  </a:lnTo>
                  <a:lnTo>
                    <a:pt x="274" y="31"/>
                  </a:lnTo>
                  <a:lnTo>
                    <a:pt x="281" y="29"/>
                  </a:lnTo>
                  <a:lnTo>
                    <a:pt x="287" y="28"/>
                  </a:lnTo>
                  <a:lnTo>
                    <a:pt x="294" y="29"/>
                  </a:lnTo>
                  <a:lnTo>
                    <a:pt x="300" y="31"/>
                  </a:lnTo>
                  <a:lnTo>
                    <a:pt x="307" y="34"/>
                  </a:lnTo>
                  <a:lnTo>
                    <a:pt x="312" y="39"/>
                  </a:lnTo>
                  <a:lnTo>
                    <a:pt x="434" y="161"/>
                  </a:lnTo>
                  <a:lnTo>
                    <a:pt x="439" y="167"/>
                  </a:lnTo>
                  <a:lnTo>
                    <a:pt x="442" y="172"/>
                  </a:lnTo>
                  <a:lnTo>
                    <a:pt x="444" y="178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42" y="199"/>
                  </a:lnTo>
                  <a:lnTo>
                    <a:pt x="439" y="204"/>
                  </a:lnTo>
                  <a:lnTo>
                    <a:pt x="434" y="20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5" name="Freeform 284">
              <a:extLst>
                <a:ext uri="{FF2B5EF4-FFF2-40B4-BE49-F238E27FC236}">
                  <a16:creationId xmlns:a16="http://schemas.microsoft.com/office/drawing/2014/main" id="{44D7C96D-3A75-4375-AF42-5A51CD17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989" y="4833938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56" name="Freeform 285">
            <a:extLst>
              <a:ext uri="{FF2B5EF4-FFF2-40B4-BE49-F238E27FC236}">
                <a16:creationId xmlns:a16="http://schemas.microsoft.com/office/drawing/2014/main" id="{68F444BF-E367-4DA0-94CE-212256B9F5A4}"/>
              </a:ext>
            </a:extLst>
          </p:cNvPr>
          <p:cNvSpPr>
            <a:spLocks/>
          </p:cNvSpPr>
          <p:nvPr/>
        </p:nvSpPr>
        <p:spPr bwMode="auto">
          <a:xfrm>
            <a:off x="8529639" y="3973513"/>
            <a:ext cx="173038" cy="173038"/>
          </a:xfrm>
          <a:custGeom>
            <a:avLst/>
            <a:gdLst>
              <a:gd name="T0" fmla="*/ 326 w 329"/>
              <a:gd name="T1" fmla="*/ 298 h 329"/>
              <a:gd name="T2" fmla="*/ 320 w 329"/>
              <a:gd name="T3" fmla="*/ 269 h 329"/>
              <a:gd name="T4" fmla="*/ 311 w 329"/>
              <a:gd name="T5" fmla="*/ 241 h 329"/>
              <a:gd name="T6" fmla="*/ 301 w 329"/>
              <a:gd name="T7" fmla="*/ 213 h 329"/>
              <a:gd name="T8" fmla="*/ 288 w 329"/>
              <a:gd name="T9" fmla="*/ 186 h 329"/>
              <a:gd name="T10" fmla="*/ 273 w 329"/>
              <a:gd name="T11" fmla="*/ 160 h 329"/>
              <a:gd name="T12" fmla="*/ 256 w 329"/>
              <a:gd name="T13" fmla="*/ 137 h 329"/>
              <a:gd name="T14" fmla="*/ 236 w 329"/>
              <a:gd name="T15" fmla="*/ 114 h 329"/>
              <a:gd name="T16" fmla="*/ 215 w 329"/>
              <a:gd name="T17" fmla="*/ 93 h 329"/>
              <a:gd name="T18" fmla="*/ 192 w 329"/>
              <a:gd name="T19" fmla="*/ 73 h 329"/>
              <a:gd name="T20" fmla="*/ 169 w 329"/>
              <a:gd name="T21" fmla="*/ 56 h 329"/>
              <a:gd name="T22" fmla="*/ 143 w 329"/>
              <a:gd name="T23" fmla="*/ 41 h 329"/>
              <a:gd name="T24" fmla="*/ 116 w 329"/>
              <a:gd name="T25" fmla="*/ 28 h 329"/>
              <a:gd name="T26" fmla="*/ 88 w 329"/>
              <a:gd name="T27" fmla="*/ 18 h 329"/>
              <a:gd name="T28" fmla="*/ 60 w 329"/>
              <a:gd name="T29" fmla="*/ 9 h 329"/>
              <a:gd name="T30" fmla="*/ 31 w 329"/>
              <a:gd name="T31" fmla="*/ 3 h 329"/>
              <a:gd name="T32" fmla="*/ 13 w 329"/>
              <a:gd name="T33" fmla="*/ 0 h 329"/>
              <a:gd name="T34" fmla="*/ 8 w 329"/>
              <a:gd name="T35" fmla="*/ 3 h 329"/>
              <a:gd name="T36" fmla="*/ 4 w 329"/>
              <a:gd name="T37" fmla="*/ 7 h 329"/>
              <a:gd name="T38" fmla="*/ 1 w 329"/>
              <a:gd name="T39" fmla="*/ 12 h 329"/>
              <a:gd name="T40" fmla="*/ 0 w 329"/>
              <a:gd name="T41" fmla="*/ 136 h 329"/>
              <a:gd name="T42" fmla="*/ 5 w 329"/>
              <a:gd name="T43" fmla="*/ 145 h 329"/>
              <a:gd name="T44" fmla="*/ 14 w 329"/>
              <a:gd name="T45" fmla="*/ 150 h 329"/>
              <a:gd name="T46" fmla="*/ 24 w 329"/>
              <a:gd name="T47" fmla="*/ 145 h 329"/>
              <a:gd name="T48" fmla="*/ 28 w 329"/>
              <a:gd name="T49" fmla="*/ 136 h 329"/>
              <a:gd name="T50" fmla="*/ 54 w 329"/>
              <a:gd name="T51" fmla="*/ 36 h 329"/>
              <a:gd name="T52" fmla="*/ 103 w 329"/>
              <a:gd name="T53" fmla="*/ 52 h 329"/>
              <a:gd name="T54" fmla="*/ 148 w 329"/>
              <a:gd name="T55" fmla="*/ 76 h 329"/>
              <a:gd name="T56" fmla="*/ 188 w 329"/>
              <a:gd name="T57" fmla="*/ 106 h 329"/>
              <a:gd name="T58" fmla="*/ 224 w 329"/>
              <a:gd name="T59" fmla="*/ 141 h 329"/>
              <a:gd name="T60" fmla="*/ 254 w 329"/>
              <a:gd name="T61" fmla="*/ 181 h 329"/>
              <a:gd name="T62" fmla="*/ 277 w 329"/>
              <a:gd name="T63" fmla="*/ 226 h 329"/>
              <a:gd name="T64" fmla="*/ 293 w 329"/>
              <a:gd name="T65" fmla="*/ 275 h 329"/>
              <a:gd name="T66" fmla="*/ 28 w 329"/>
              <a:gd name="T67" fmla="*/ 301 h 329"/>
              <a:gd name="T68" fmla="*/ 27 w 329"/>
              <a:gd name="T69" fmla="*/ 226 h 329"/>
              <a:gd name="T70" fmla="*/ 20 w 329"/>
              <a:gd name="T71" fmla="*/ 218 h 329"/>
              <a:gd name="T72" fmla="*/ 9 w 329"/>
              <a:gd name="T73" fmla="*/ 218 h 329"/>
              <a:gd name="T74" fmla="*/ 1 w 329"/>
              <a:gd name="T75" fmla="*/ 226 h 329"/>
              <a:gd name="T76" fmla="*/ 0 w 329"/>
              <a:gd name="T77" fmla="*/ 315 h 329"/>
              <a:gd name="T78" fmla="*/ 5 w 329"/>
              <a:gd name="T79" fmla="*/ 325 h 329"/>
              <a:gd name="T80" fmla="*/ 14 w 329"/>
              <a:gd name="T81" fmla="*/ 329 h 329"/>
              <a:gd name="T82" fmla="*/ 317 w 329"/>
              <a:gd name="T83" fmla="*/ 328 h 329"/>
              <a:gd name="T84" fmla="*/ 322 w 329"/>
              <a:gd name="T85" fmla="*/ 326 h 329"/>
              <a:gd name="T86" fmla="*/ 326 w 329"/>
              <a:gd name="T87" fmla="*/ 321 h 329"/>
              <a:gd name="T88" fmla="*/ 329 w 329"/>
              <a:gd name="T89" fmla="*/ 316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9" h="329">
                <a:moveTo>
                  <a:pt x="329" y="313"/>
                </a:moveTo>
                <a:lnTo>
                  <a:pt x="326" y="298"/>
                </a:lnTo>
                <a:lnTo>
                  <a:pt x="323" y="284"/>
                </a:lnTo>
                <a:lnTo>
                  <a:pt x="320" y="269"/>
                </a:lnTo>
                <a:lnTo>
                  <a:pt x="316" y="255"/>
                </a:lnTo>
                <a:lnTo>
                  <a:pt x="311" y="241"/>
                </a:lnTo>
                <a:lnTo>
                  <a:pt x="307" y="227"/>
                </a:lnTo>
                <a:lnTo>
                  <a:pt x="301" y="213"/>
                </a:lnTo>
                <a:lnTo>
                  <a:pt x="295" y="199"/>
                </a:lnTo>
                <a:lnTo>
                  <a:pt x="288" y="186"/>
                </a:lnTo>
                <a:lnTo>
                  <a:pt x="280" y="173"/>
                </a:lnTo>
                <a:lnTo>
                  <a:pt x="273" y="160"/>
                </a:lnTo>
                <a:lnTo>
                  <a:pt x="264" y="149"/>
                </a:lnTo>
                <a:lnTo>
                  <a:pt x="256" y="137"/>
                </a:lnTo>
                <a:lnTo>
                  <a:pt x="246" y="125"/>
                </a:lnTo>
                <a:lnTo>
                  <a:pt x="236" y="114"/>
                </a:lnTo>
                <a:lnTo>
                  <a:pt x="227" y="102"/>
                </a:lnTo>
                <a:lnTo>
                  <a:pt x="215" y="93"/>
                </a:lnTo>
                <a:lnTo>
                  <a:pt x="204" y="83"/>
                </a:lnTo>
                <a:lnTo>
                  <a:pt x="192" y="73"/>
                </a:lnTo>
                <a:lnTo>
                  <a:pt x="181" y="65"/>
                </a:lnTo>
                <a:lnTo>
                  <a:pt x="169" y="56"/>
                </a:lnTo>
                <a:lnTo>
                  <a:pt x="156" y="49"/>
                </a:lnTo>
                <a:lnTo>
                  <a:pt x="143" y="41"/>
                </a:lnTo>
                <a:lnTo>
                  <a:pt x="130" y="34"/>
                </a:lnTo>
                <a:lnTo>
                  <a:pt x="116" y="28"/>
                </a:lnTo>
                <a:lnTo>
                  <a:pt x="102" y="22"/>
                </a:lnTo>
                <a:lnTo>
                  <a:pt x="88" y="18"/>
                </a:lnTo>
                <a:lnTo>
                  <a:pt x="74" y="13"/>
                </a:lnTo>
                <a:lnTo>
                  <a:pt x="60" y="9"/>
                </a:lnTo>
                <a:lnTo>
                  <a:pt x="45" y="6"/>
                </a:lnTo>
                <a:lnTo>
                  <a:pt x="31" y="3"/>
                </a:lnTo>
                <a:lnTo>
                  <a:pt x="16" y="0"/>
                </a:lnTo>
                <a:lnTo>
                  <a:pt x="13" y="0"/>
                </a:lnTo>
                <a:lnTo>
                  <a:pt x="10" y="2"/>
                </a:lnTo>
                <a:lnTo>
                  <a:pt x="8" y="3"/>
                </a:lnTo>
                <a:lnTo>
                  <a:pt x="6" y="5"/>
                </a:lnTo>
                <a:lnTo>
                  <a:pt x="4" y="7"/>
                </a:lnTo>
                <a:lnTo>
                  <a:pt x="1" y="9"/>
                </a:lnTo>
                <a:lnTo>
                  <a:pt x="1" y="12"/>
                </a:lnTo>
                <a:lnTo>
                  <a:pt x="0" y="14"/>
                </a:lnTo>
                <a:lnTo>
                  <a:pt x="0" y="136"/>
                </a:lnTo>
                <a:lnTo>
                  <a:pt x="1" y="141"/>
                </a:lnTo>
                <a:lnTo>
                  <a:pt x="5" y="145"/>
                </a:lnTo>
                <a:lnTo>
                  <a:pt x="9" y="149"/>
                </a:lnTo>
                <a:lnTo>
                  <a:pt x="14" y="150"/>
                </a:lnTo>
                <a:lnTo>
                  <a:pt x="20" y="149"/>
                </a:lnTo>
                <a:lnTo>
                  <a:pt x="24" y="145"/>
                </a:lnTo>
                <a:lnTo>
                  <a:pt x="27" y="141"/>
                </a:lnTo>
                <a:lnTo>
                  <a:pt x="28" y="136"/>
                </a:lnTo>
                <a:lnTo>
                  <a:pt x="28" y="31"/>
                </a:lnTo>
                <a:lnTo>
                  <a:pt x="54" y="36"/>
                </a:lnTo>
                <a:lnTo>
                  <a:pt x="79" y="43"/>
                </a:lnTo>
                <a:lnTo>
                  <a:pt x="103" y="52"/>
                </a:lnTo>
                <a:lnTo>
                  <a:pt x="126" y="63"/>
                </a:lnTo>
                <a:lnTo>
                  <a:pt x="148" y="76"/>
                </a:lnTo>
                <a:lnTo>
                  <a:pt x="169" y="90"/>
                </a:lnTo>
                <a:lnTo>
                  <a:pt x="188" y="106"/>
                </a:lnTo>
                <a:lnTo>
                  <a:pt x="207" y="122"/>
                </a:lnTo>
                <a:lnTo>
                  <a:pt x="224" y="141"/>
                </a:lnTo>
                <a:lnTo>
                  <a:pt x="240" y="160"/>
                </a:lnTo>
                <a:lnTo>
                  <a:pt x="254" y="181"/>
                </a:lnTo>
                <a:lnTo>
                  <a:pt x="266" y="203"/>
                </a:lnTo>
                <a:lnTo>
                  <a:pt x="277" y="226"/>
                </a:lnTo>
                <a:lnTo>
                  <a:pt x="286" y="251"/>
                </a:lnTo>
                <a:lnTo>
                  <a:pt x="293" y="275"/>
                </a:lnTo>
                <a:lnTo>
                  <a:pt x="299" y="301"/>
                </a:lnTo>
                <a:lnTo>
                  <a:pt x="28" y="301"/>
                </a:lnTo>
                <a:lnTo>
                  <a:pt x="28" y="231"/>
                </a:lnTo>
                <a:lnTo>
                  <a:pt x="27" y="226"/>
                </a:lnTo>
                <a:lnTo>
                  <a:pt x="24" y="222"/>
                </a:lnTo>
                <a:lnTo>
                  <a:pt x="20" y="218"/>
                </a:lnTo>
                <a:lnTo>
                  <a:pt x="14" y="217"/>
                </a:lnTo>
                <a:lnTo>
                  <a:pt x="9" y="218"/>
                </a:lnTo>
                <a:lnTo>
                  <a:pt x="5" y="222"/>
                </a:lnTo>
                <a:lnTo>
                  <a:pt x="1" y="226"/>
                </a:lnTo>
                <a:lnTo>
                  <a:pt x="0" y="231"/>
                </a:lnTo>
                <a:lnTo>
                  <a:pt x="0" y="315"/>
                </a:lnTo>
                <a:lnTo>
                  <a:pt x="1" y="320"/>
                </a:lnTo>
                <a:lnTo>
                  <a:pt x="5" y="325"/>
                </a:lnTo>
                <a:lnTo>
                  <a:pt x="9" y="328"/>
                </a:lnTo>
                <a:lnTo>
                  <a:pt x="14" y="329"/>
                </a:lnTo>
                <a:lnTo>
                  <a:pt x="315" y="329"/>
                </a:lnTo>
                <a:lnTo>
                  <a:pt x="317" y="328"/>
                </a:lnTo>
                <a:lnTo>
                  <a:pt x="320" y="328"/>
                </a:lnTo>
                <a:lnTo>
                  <a:pt x="322" y="326"/>
                </a:lnTo>
                <a:lnTo>
                  <a:pt x="324" y="324"/>
                </a:lnTo>
                <a:lnTo>
                  <a:pt x="326" y="321"/>
                </a:lnTo>
                <a:lnTo>
                  <a:pt x="328" y="319"/>
                </a:lnTo>
                <a:lnTo>
                  <a:pt x="329" y="316"/>
                </a:lnTo>
                <a:lnTo>
                  <a:pt x="329" y="3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57" name="Freeform 286">
            <a:extLst>
              <a:ext uri="{FF2B5EF4-FFF2-40B4-BE49-F238E27FC236}">
                <a16:creationId xmlns:a16="http://schemas.microsoft.com/office/drawing/2014/main" id="{0D6FA2DD-39A9-4520-B073-640269040DA0}"/>
              </a:ext>
            </a:extLst>
          </p:cNvPr>
          <p:cNvSpPr>
            <a:spLocks/>
          </p:cNvSpPr>
          <p:nvPr/>
        </p:nvSpPr>
        <p:spPr bwMode="auto">
          <a:xfrm>
            <a:off x="8529639" y="4062413"/>
            <a:ext cx="14288" cy="14288"/>
          </a:xfrm>
          <a:custGeom>
            <a:avLst/>
            <a:gdLst>
              <a:gd name="T0" fmla="*/ 14 w 28"/>
              <a:gd name="T1" fmla="*/ 0 h 28"/>
              <a:gd name="T2" fmla="*/ 9 w 28"/>
              <a:gd name="T3" fmla="*/ 1 h 28"/>
              <a:gd name="T4" fmla="*/ 5 w 28"/>
              <a:gd name="T5" fmla="*/ 4 h 28"/>
              <a:gd name="T6" fmla="*/ 1 w 28"/>
              <a:gd name="T7" fmla="*/ 9 h 28"/>
              <a:gd name="T8" fmla="*/ 0 w 28"/>
              <a:gd name="T9" fmla="*/ 14 h 28"/>
              <a:gd name="T10" fmla="*/ 0 w 28"/>
              <a:gd name="T11" fmla="*/ 14 h 28"/>
              <a:gd name="T12" fmla="*/ 1 w 28"/>
              <a:gd name="T13" fmla="*/ 19 h 28"/>
              <a:gd name="T14" fmla="*/ 5 w 28"/>
              <a:gd name="T15" fmla="*/ 24 h 28"/>
              <a:gd name="T16" fmla="*/ 9 w 28"/>
              <a:gd name="T17" fmla="*/ 27 h 28"/>
              <a:gd name="T18" fmla="*/ 14 w 28"/>
              <a:gd name="T19" fmla="*/ 28 h 28"/>
              <a:gd name="T20" fmla="*/ 20 w 28"/>
              <a:gd name="T21" fmla="*/ 27 h 28"/>
              <a:gd name="T22" fmla="*/ 24 w 28"/>
              <a:gd name="T23" fmla="*/ 24 h 28"/>
              <a:gd name="T24" fmla="*/ 27 w 28"/>
              <a:gd name="T25" fmla="*/ 19 h 28"/>
              <a:gd name="T26" fmla="*/ 28 w 28"/>
              <a:gd name="T27" fmla="*/ 14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  <a:gd name="T34" fmla="*/ 20 w 28"/>
              <a:gd name="T35" fmla="*/ 1 h 28"/>
              <a:gd name="T36" fmla="*/ 14 w 28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28">
                <a:moveTo>
                  <a:pt x="14" y="0"/>
                </a:move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lnTo>
                  <a:pt x="20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58" name="Freeform 287">
            <a:extLst>
              <a:ext uri="{FF2B5EF4-FFF2-40B4-BE49-F238E27FC236}">
                <a16:creationId xmlns:a16="http://schemas.microsoft.com/office/drawing/2014/main" id="{D14D4420-BE54-4DF7-A45B-5B3EEB9B04A8}"/>
              </a:ext>
            </a:extLst>
          </p:cNvPr>
          <p:cNvSpPr>
            <a:spLocks/>
          </p:cNvSpPr>
          <p:nvPr/>
        </p:nvSpPr>
        <p:spPr bwMode="auto">
          <a:xfrm>
            <a:off x="8407401" y="4268788"/>
            <a:ext cx="100013" cy="44450"/>
          </a:xfrm>
          <a:custGeom>
            <a:avLst/>
            <a:gdLst>
              <a:gd name="T0" fmla="*/ 176 w 190"/>
              <a:gd name="T1" fmla="*/ 58 h 86"/>
              <a:gd name="T2" fmla="*/ 155 w 190"/>
              <a:gd name="T3" fmla="*/ 57 h 86"/>
              <a:gd name="T4" fmla="*/ 134 w 190"/>
              <a:gd name="T5" fmla="*/ 53 h 86"/>
              <a:gd name="T6" fmla="*/ 114 w 190"/>
              <a:gd name="T7" fmla="*/ 49 h 86"/>
              <a:gd name="T8" fmla="*/ 94 w 190"/>
              <a:gd name="T9" fmla="*/ 43 h 86"/>
              <a:gd name="T10" fmla="*/ 76 w 190"/>
              <a:gd name="T11" fmla="*/ 35 h 86"/>
              <a:gd name="T12" fmla="*/ 56 w 190"/>
              <a:gd name="T13" fmla="*/ 25 h 86"/>
              <a:gd name="T14" fmla="*/ 39 w 190"/>
              <a:gd name="T15" fmla="*/ 15 h 86"/>
              <a:gd name="T16" fmla="*/ 22 w 190"/>
              <a:gd name="T17" fmla="*/ 3 h 86"/>
              <a:gd name="T18" fmla="*/ 17 w 190"/>
              <a:gd name="T19" fmla="*/ 0 h 86"/>
              <a:gd name="T20" fmla="*/ 11 w 190"/>
              <a:gd name="T21" fmla="*/ 0 h 86"/>
              <a:gd name="T22" fmla="*/ 7 w 190"/>
              <a:gd name="T23" fmla="*/ 2 h 86"/>
              <a:gd name="T24" fmla="*/ 3 w 190"/>
              <a:gd name="T25" fmla="*/ 5 h 86"/>
              <a:gd name="T26" fmla="*/ 1 w 190"/>
              <a:gd name="T27" fmla="*/ 10 h 86"/>
              <a:gd name="T28" fmla="*/ 0 w 190"/>
              <a:gd name="T29" fmla="*/ 15 h 86"/>
              <a:gd name="T30" fmla="*/ 2 w 190"/>
              <a:gd name="T31" fmla="*/ 20 h 86"/>
              <a:gd name="T32" fmla="*/ 5 w 190"/>
              <a:gd name="T33" fmla="*/ 24 h 86"/>
              <a:gd name="T34" fmla="*/ 24 w 190"/>
              <a:gd name="T35" fmla="*/ 38 h 86"/>
              <a:gd name="T36" fmla="*/ 44 w 190"/>
              <a:gd name="T37" fmla="*/ 50 h 86"/>
              <a:gd name="T38" fmla="*/ 64 w 190"/>
              <a:gd name="T39" fmla="*/ 61 h 86"/>
              <a:gd name="T40" fmla="*/ 85 w 190"/>
              <a:gd name="T41" fmla="*/ 69 h 86"/>
              <a:gd name="T42" fmla="*/ 107 w 190"/>
              <a:gd name="T43" fmla="*/ 76 h 86"/>
              <a:gd name="T44" fmla="*/ 129 w 190"/>
              <a:gd name="T45" fmla="*/ 81 h 86"/>
              <a:gd name="T46" fmla="*/ 152 w 190"/>
              <a:gd name="T47" fmla="*/ 84 h 86"/>
              <a:gd name="T48" fmla="*/ 174 w 190"/>
              <a:gd name="T49" fmla="*/ 86 h 86"/>
              <a:gd name="T50" fmla="*/ 176 w 190"/>
              <a:gd name="T51" fmla="*/ 86 h 86"/>
              <a:gd name="T52" fmla="*/ 176 w 190"/>
              <a:gd name="T53" fmla="*/ 86 h 86"/>
              <a:gd name="T54" fmla="*/ 181 w 190"/>
              <a:gd name="T55" fmla="*/ 84 h 86"/>
              <a:gd name="T56" fmla="*/ 185 w 190"/>
              <a:gd name="T57" fmla="*/ 81 h 86"/>
              <a:gd name="T58" fmla="*/ 187 w 190"/>
              <a:gd name="T59" fmla="*/ 77 h 86"/>
              <a:gd name="T60" fmla="*/ 190 w 190"/>
              <a:gd name="T61" fmla="*/ 73 h 86"/>
              <a:gd name="T62" fmla="*/ 188 w 190"/>
              <a:gd name="T63" fmla="*/ 66 h 86"/>
              <a:gd name="T64" fmla="*/ 185 w 190"/>
              <a:gd name="T65" fmla="*/ 62 h 86"/>
              <a:gd name="T66" fmla="*/ 181 w 190"/>
              <a:gd name="T67" fmla="*/ 59 h 86"/>
              <a:gd name="T68" fmla="*/ 176 w 190"/>
              <a:gd name="T69" fmla="*/ 5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0" h="86">
                <a:moveTo>
                  <a:pt x="176" y="58"/>
                </a:moveTo>
                <a:lnTo>
                  <a:pt x="155" y="57"/>
                </a:lnTo>
                <a:lnTo>
                  <a:pt x="134" y="53"/>
                </a:lnTo>
                <a:lnTo>
                  <a:pt x="114" y="49"/>
                </a:lnTo>
                <a:lnTo>
                  <a:pt x="94" y="43"/>
                </a:lnTo>
                <a:lnTo>
                  <a:pt x="76" y="35"/>
                </a:lnTo>
                <a:lnTo>
                  <a:pt x="56" y="25"/>
                </a:lnTo>
                <a:lnTo>
                  <a:pt x="39" y="15"/>
                </a:lnTo>
                <a:lnTo>
                  <a:pt x="22" y="3"/>
                </a:lnTo>
                <a:lnTo>
                  <a:pt x="17" y="0"/>
                </a:lnTo>
                <a:lnTo>
                  <a:pt x="11" y="0"/>
                </a:lnTo>
                <a:lnTo>
                  <a:pt x="7" y="2"/>
                </a:lnTo>
                <a:lnTo>
                  <a:pt x="3" y="5"/>
                </a:lnTo>
                <a:lnTo>
                  <a:pt x="1" y="10"/>
                </a:lnTo>
                <a:lnTo>
                  <a:pt x="0" y="15"/>
                </a:lnTo>
                <a:lnTo>
                  <a:pt x="2" y="20"/>
                </a:lnTo>
                <a:lnTo>
                  <a:pt x="5" y="24"/>
                </a:lnTo>
                <a:lnTo>
                  <a:pt x="24" y="38"/>
                </a:lnTo>
                <a:lnTo>
                  <a:pt x="44" y="50"/>
                </a:lnTo>
                <a:lnTo>
                  <a:pt x="64" y="61"/>
                </a:lnTo>
                <a:lnTo>
                  <a:pt x="85" y="69"/>
                </a:lnTo>
                <a:lnTo>
                  <a:pt x="107" y="76"/>
                </a:lnTo>
                <a:lnTo>
                  <a:pt x="129" y="81"/>
                </a:lnTo>
                <a:lnTo>
                  <a:pt x="152" y="84"/>
                </a:lnTo>
                <a:lnTo>
                  <a:pt x="174" y="86"/>
                </a:lnTo>
                <a:lnTo>
                  <a:pt x="176" y="86"/>
                </a:lnTo>
                <a:lnTo>
                  <a:pt x="176" y="86"/>
                </a:lnTo>
                <a:lnTo>
                  <a:pt x="181" y="84"/>
                </a:lnTo>
                <a:lnTo>
                  <a:pt x="185" y="81"/>
                </a:lnTo>
                <a:lnTo>
                  <a:pt x="187" y="77"/>
                </a:lnTo>
                <a:lnTo>
                  <a:pt x="190" y="73"/>
                </a:lnTo>
                <a:lnTo>
                  <a:pt x="188" y="66"/>
                </a:lnTo>
                <a:lnTo>
                  <a:pt x="185" y="62"/>
                </a:lnTo>
                <a:lnTo>
                  <a:pt x="181" y="59"/>
                </a:lnTo>
                <a:lnTo>
                  <a:pt x="176" y="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59" name="Freeform 288">
            <a:extLst>
              <a:ext uri="{FF2B5EF4-FFF2-40B4-BE49-F238E27FC236}">
                <a16:creationId xmlns:a16="http://schemas.microsoft.com/office/drawing/2014/main" id="{23ABD535-1DAB-4EEF-B4BE-3D38BADD0C8F}"/>
              </a:ext>
            </a:extLst>
          </p:cNvPr>
          <p:cNvSpPr>
            <a:spLocks/>
          </p:cNvSpPr>
          <p:nvPr/>
        </p:nvSpPr>
        <p:spPr bwMode="auto">
          <a:xfrm>
            <a:off x="8513764" y="4298951"/>
            <a:ext cx="14288" cy="12700"/>
          </a:xfrm>
          <a:custGeom>
            <a:avLst/>
            <a:gdLst>
              <a:gd name="T0" fmla="*/ 28 w 28"/>
              <a:gd name="T1" fmla="*/ 11 h 26"/>
              <a:gd name="T2" fmla="*/ 26 w 28"/>
              <a:gd name="T3" fmla="*/ 6 h 26"/>
              <a:gd name="T4" fmla="*/ 23 w 28"/>
              <a:gd name="T5" fmla="*/ 2 h 26"/>
              <a:gd name="T6" fmla="*/ 17 w 28"/>
              <a:gd name="T7" fmla="*/ 0 h 26"/>
              <a:gd name="T8" fmla="*/ 12 w 28"/>
              <a:gd name="T9" fmla="*/ 0 h 26"/>
              <a:gd name="T10" fmla="*/ 12 w 28"/>
              <a:gd name="T11" fmla="*/ 0 h 26"/>
              <a:gd name="T12" fmla="*/ 7 w 28"/>
              <a:gd name="T13" fmla="*/ 1 h 26"/>
              <a:gd name="T14" fmla="*/ 2 w 28"/>
              <a:gd name="T15" fmla="*/ 4 h 26"/>
              <a:gd name="T16" fmla="*/ 0 w 28"/>
              <a:gd name="T17" fmla="*/ 9 h 26"/>
              <a:gd name="T18" fmla="*/ 0 w 28"/>
              <a:gd name="T19" fmla="*/ 15 h 26"/>
              <a:gd name="T20" fmla="*/ 1 w 28"/>
              <a:gd name="T21" fmla="*/ 20 h 26"/>
              <a:gd name="T22" fmla="*/ 5 w 28"/>
              <a:gd name="T23" fmla="*/ 23 h 26"/>
              <a:gd name="T24" fmla="*/ 9 w 28"/>
              <a:gd name="T25" fmla="*/ 26 h 26"/>
              <a:gd name="T26" fmla="*/ 13 w 28"/>
              <a:gd name="T27" fmla="*/ 26 h 26"/>
              <a:gd name="T28" fmla="*/ 14 w 28"/>
              <a:gd name="T29" fmla="*/ 26 h 26"/>
              <a:gd name="T30" fmla="*/ 15 w 28"/>
              <a:gd name="T31" fmla="*/ 26 h 26"/>
              <a:gd name="T32" fmla="*/ 15 w 28"/>
              <a:gd name="T33" fmla="*/ 26 h 26"/>
              <a:gd name="T34" fmla="*/ 21 w 28"/>
              <a:gd name="T35" fmla="*/ 25 h 26"/>
              <a:gd name="T36" fmla="*/ 25 w 28"/>
              <a:gd name="T37" fmla="*/ 21 h 26"/>
              <a:gd name="T38" fmla="*/ 27 w 28"/>
              <a:gd name="T39" fmla="*/ 17 h 26"/>
              <a:gd name="T40" fmla="*/ 28 w 28"/>
              <a:gd name="T41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" h="26">
                <a:moveTo>
                  <a:pt x="28" y="11"/>
                </a:moveTo>
                <a:lnTo>
                  <a:pt x="26" y="6"/>
                </a:lnTo>
                <a:lnTo>
                  <a:pt x="23" y="2"/>
                </a:lnTo>
                <a:lnTo>
                  <a:pt x="17" y="0"/>
                </a:lnTo>
                <a:lnTo>
                  <a:pt x="12" y="0"/>
                </a:lnTo>
                <a:lnTo>
                  <a:pt x="12" y="0"/>
                </a:lnTo>
                <a:lnTo>
                  <a:pt x="7" y="1"/>
                </a:lnTo>
                <a:lnTo>
                  <a:pt x="2" y="4"/>
                </a:lnTo>
                <a:lnTo>
                  <a:pt x="0" y="9"/>
                </a:lnTo>
                <a:lnTo>
                  <a:pt x="0" y="15"/>
                </a:lnTo>
                <a:lnTo>
                  <a:pt x="1" y="20"/>
                </a:lnTo>
                <a:lnTo>
                  <a:pt x="5" y="23"/>
                </a:lnTo>
                <a:lnTo>
                  <a:pt x="9" y="26"/>
                </a:lnTo>
                <a:lnTo>
                  <a:pt x="13" y="26"/>
                </a:lnTo>
                <a:lnTo>
                  <a:pt x="14" y="26"/>
                </a:lnTo>
                <a:lnTo>
                  <a:pt x="15" y="26"/>
                </a:lnTo>
                <a:lnTo>
                  <a:pt x="15" y="26"/>
                </a:lnTo>
                <a:lnTo>
                  <a:pt x="21" y="25"/>
                </a:lnTo>
                <a:lnTo>
                  <a:pt x="25" y="21"/>
                </a:lnTo>
                <a:lnTo>
                  <a:pt x="27" y="17"/>
                </a:lnTo>
                <a:lnTo>
                  <a:pt x="28" y="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0" name="Freeform 289">
            <a:extLst>
              <a:ext uri="{FF2B5EF4-FFF2-40B4-BE49-F238E27FC236}">
                <a16:creationId xmlns:a16="http://schemas.microsoft.com/office/drawing/2014/main" id="{560A27B8-EF06-4AA1-BA46-ACB1DB2EE9D1}"/>
              </a:ext>
            </a:extLst>
          </p:cNvPr>
          <p:cNvSpPr>
            <a:spLocks noEditPoints="1"/>
          </p:cNvSpPr>
          <p:nvPr/>
        </p:nvSpPr>
        <p:spPr bwMode="auto">
          <a:xfrm>
            <a:off x="8326439" y="3994151"/>
            <a:ext cx="355600" cy="355600"/>
          </a:xfrm>
          <a:custGeom>
            <a:avLst/>
            <a:gdLst>
              <a:gd name="T0" fmla="*/ 350 w 672"/>
              <a:gd name="T1" fmla="*/ 322 h 672"/>
              <a:gd name="T2" fmla="*/ 342 w 672"/>
              <a:gd name="T3" fmla="*/ 1 h 672"/>
              <a:gd name="T4" fmla="*/ 287 w 672"/>
              <a:gd name="T5" fmla="*/ 3 h 672"/>
              <a:gd name="T6" fmla="*/ 223 w 672"/>
              <a:gd name="T7" fmla="*/ 20 h 672"/>
              <a:gd name="T8" fmla="*/ 164 w 672"/>
              <a:gd name="T9" fmla="*/ 47 h 672"/>
              <a:gd name="T10" fmla="*/ 111 w 672"/>
              <a:gd name="T11" fmla="*/ 87 h 672"/>
              <a:gd name="T12" fmla="*/ 66 w 672"/>
              <a:gd name="T13" fmla="*/ 137 h 672"/>
              <a:gd name="T14" fmla="*/ 33 w 672"/>
              <a:gd name="T15" fmla="*/ 192 h 672"/>
              <a:gd name="T16" fmla="*/ 11 w 672"/>
              <a:gd name="T17" fmla="*/ 254 h 672"/>
              <a:gd name="T18" fmla="*/ 1 w 672"/>
              <a:gd name="T19" fmla="*/ 319 h 672"/>
              <a:gd name="T20" fmla="*/ 5 w 672"/>
              <a:gd name="T21" fmla="*/ 386 h 672"/>
              <a:gd name="T22" fmla="*/ 20 w 672"/>
              <a:gd name="T23" fmla="*/ 449 h 672"/>
              <a:gd name="T24" fmla="*/ 48 w 672"/>
              <a:gd name="T25" fmla="*/ 508 h 672"/>
              <a:gd name="T26" fmla="*/ 87 w 672"/>
              <a:gd name="T27" fmla="*/ 562 h 672"/>
              <a:gd name="T28" fmla="*/ 137 w 672"/>
              <a:gd name="T29" fmla="*/ 607 h 672"/>
              <a:gd name="T30" fmla="*/ 192 w 672"/>
              <a:gd name="T31" fmla="*/ 640 h 672"/>
              <a:gd name="T32" fmla="*/ 255 w 672"/>
              <a:gd name="T33" fmla="*/ 662 h 672"/>
              <a:gd name="T34" fmla="*/ 320 w 672"/>
              <a:gd name="T35" fmla="*/ 671 h 672"/>
              <a:gd name="T36" fmla="*/ 387 w 672"/>
              <a:gd name="T37" fmla="*/ 668 h 672"/>
              <a:gd name="T38" fmla="*/ 450 w 672"/>
              <a:gd name="T39" fmla="*/ 653 h 672"/>
              <a:gd name="T40" fmla="*/ 509 w 672"/>
              <a:gd name="T41" fmla="*/ 625 h 672"/>
              <a:gd name="T42" fmla="*/ 561 w 672"/>
              <a:gd name="T43" fmla="*/ 585 h 672"/>
              <a:gd name="T44" fmla="*/ 607 w 672"/>
              <a:gd name="T45" fmla="*/ 536 h 672"/>
              <a:gd name="T46" fmla="*/ 641 w 672"/>
              <a:gd name="T47" fmla="*/ 480 h 672"/>
              <a:gd name="T48" fmla="*/ 662 w 672"/>
              <a:gd name="T49" fmla="*/ 418 h 672"/>
              <a:gd name="T50" fmla="*/ 672 w 672"/>
              <a:gd name="T51" fmla="*/ 352 h 672"/>
              <a:gd name="T52" fmla="*/ 664 w 672"/>
              <a:gd name="T53" fmla="*/ 323 h 672"/>
              <a:gd name="T54" fmla="*/ 305 w 672"/>
              <a:gd name="T55" fmla="*/ 642 h 672"/>
              <a:gd name="T56" fmla="*/ 245 w 672"/>
              <a:gd name="T57" fmla="*/ 630 h 672"/>
              <a:gd name="T58" fmla="*/ 189 w 672"/>
              <a:gd name="T59" fmla="*/ 607 h 672"/>
              <a:gd name="T60" fmla="*/ 141 w 672"/>
              <a:gd name="T61" fmla="*/ 573 h 672"/>
              <a:gd name="T62" fmla="*/ 99 w 672"/>
              <a:gd name="T63" fmla="*/ 532 h 672"/>
              <a:gd name="T64" fmla="*/ 66 w 672"/>
              <a:gd name="T65" fmla="*/ 483 h 672"/>
              <a:gd name="T66" fmla="*/ 42 w 672"/>
              <a:gd name="T67" fmla="*/ 427 h 672"/>
              <a:gd name="T68" fmla="*/ 30 w 672"/>
              <a:gd name="T69" fmla="*/ 367 h 672"/>
              <a:gd name="T70" fmla="*/ 29 w 672"/>
              <a:gd name="T71" fmla="*/ 305 h 672"/>
              <a:gd name="T72" fmla="*/ 41 w 672"/>
              <a:gd name="T73" fmla="*/ 247 h 672"/>
              <a:gd name="T74" fmla="*/ 64 w 672"/>
              <a:gd name="T75" fmla="*/ 192 h 672"/>
              <a:gd name="T76" fmla="*/ 95 w 672"/>
              <a:gd name="T77" fmla="*/ 144 h 672"/>
              <a:gd name="T78" fmla="*/ 134 w 672"/>
              <a:gd name="T79" fmla="*/ 103 h 672"/>
              <a:gd name="T80" fmla="*/ 182 w 672"/>
              <a:gd name="T81" fmla="*/ 69 h 672"/>
              <a:gd name="T82" fmla="*/ 234 w 672"/>
              <a:gd name="T83" fmla="*/ 45 h 672"/>
              <a:gd name="T84" fmla="*/ 292 w 672"/>
              <a:gd name="T85" fmla="*/ 30 h 672"/>
              <a:gd name="T86" fmla="*/ 323 w 672"/>
              <a:gd name="T87" fmla="*/ 339 h 672"/>
              <a:gd name="T88" fmla="*/ 329 w 672"/>
              <a:gd name="T89" fmla="*/ 347 h 672"/>
              <a:gd name="T90" fmla="*/ 555 w 672"/>
              <a:gd name="T91" fmla="*/ 553 h 672"/>
              <a:gd name="T92" fmla="*/ 502 w 672"/>
              <a:gd name="T93" fmla="*/ 596 h 672"/>
              <a:gd name="T94" fmla="*/ 440 w 672"/>
              <a:gd name="T95" fmla="*/ 626 h 672"/>
              <a:gd name="T96" fmla="*/ 373 w 672"/>
              <a:gd name="T97" fmla="*/ 642 h 672"/>
              <a:gd name="T98" fmla="*/ 379 w 672"/>
              <a:gd name="T99" fmla="*/ 350 h 672"/>
              <a:gd name="T100" fmla="*/ 635 w 672"/>
              <a:gd name="T101" fmla="*/ 412 h 672"/>
              <a:gd name="T102" fmla="*/ 604 w 672"/>
              <a:gd name="T103" fmla="*/ 488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72" h="672">
                <a:moveTo>
                  <a:pt x="658" y="322"/>
                </a:moveTo>
                <a:lnTo>
                  <a:pt x="658" y="322"/>
                </a:lnTo>
                <a:lnTo>
                  <a:pt x="658" y="322"/>
                </a:lnTo>
                <a:lnTo>
                  <a:pt x="350" y="322"/>
                </a:lnTo>
                <a:lnTo>
                  <a:pt x="350" y="13"/>
                </a:lnTo>
                <a:lnTo>
                  <a:pt x="349" y="8"/>
                </a:lnTo>
                <a:lnTo>
                  <a:pt x="346" y="3"/>
                </a:lnTo>
                <a:lnTo>
                  <a:pt x="342" y="1"/>
                </a:lnTo>
                <a:lnTo>
                  <a:pt x="336" y="0"/>
                </a:lnTo>
                <a:lnTo>
                  <a:pt x="320" y="0"/>
                </a:lnTo>
                <a:lnTo>
                  <a:pt x="303" y="1"/>
                </a:lnTo>
                <a:lnTo>
                  <a:pt x="287" y="3"/>
                </a:lnTo>
                <a:lnTo>
                  <a:pt x="271" y="7"/>
                </a:lnTo>
                <a:lnTo>
                  <a:pt x="255" y="10"/>
                </a:lnTo>
                <a:lnTo>
                  <a:pt x="239" y="14"/>
                </a:lnTo>
                <a:lnTo>
                  <a:pt x="223" y="20"/>
                </a:lnTo>
                <a:lnTo>
                  <a:pt x="207" y="25"/>
                </a:lnTo>
                <a:lnTo>
                  <a:pt x="192" y="31"/>
                </a:lnTo>
                <a:lnTo>
                  <a:pt x="178" y="39"/>
                </a:lnTo>
                <a:lnTo>
                  <a:pt x="164" y="47"/>
                </a:lnTo>
                <a:lnTo>
                  <a:pt x="151" y="56"/>
                </a:lnTo>
                <a:lnTo>
                  <a:pt x="137" y="66"/>
                </a:lnTo>
                <a:lnTo>
                  <a:pt x="124" y="75"/>
                </a:lnTo>
                <a:lnTo>
                  <a:pt x="111" y="87"/>
                </a:lnTo>
                <a:lnTo>
                  <a:pt x="99" y="98"/>
                </a:lnTo>
                <a:lnTo>
                  <a:pt x="87" y="111"/>
                </a:lnTo>
                <a:lnTo>
                  <a:pt x="77" y="123"/>
                </a:lnTo>
                <a:lnTo>
                  <a:pt x="66" y="137"/>
                </a:lnTo>
                <a:lnTo>
                  <a:pt x="57" y="149"/>
                </a:lnTo>
                <a:lnTo>
                  <a:pt x="48" y="163"/>
                </a:lnTo>
                <a:lnTo>
                  <a:pt x="40" y="177"/>
                </a:lnTo>
                <a:lnTo>
                  <a:pt x="33" y="192"/>
                </a:lnTo>
                <a:lnTo>
                  <a:pt x="26" y="207"/>
                </a:lnTo>
                <a:lnTo>
                  <a:pt x="20" y="222"/>
                </a:lnTo>
                <a:lnTo>
                  <a:pt x="15" y="237"/>
                </a:lnTo>
                <a:lnTo>
                  <a:pt x="11" y="254"/>
                </a:lnTo>
                <a:lnTo>
                  <a:pt x="7" y="270"/>
                </a:lnTo>
                <a:lnTo>
                  <a:pt x="5" y="286"/>
                </a:lnTo>
                <a:lnTo>
                  <a:pt x="2" y="303"/>
                </a:lnTo>
                <a:lnTo>
                  <a:pt x="1" y="319"/>
                </a:lnTo>
                <a:lnTo>
                  <a:pt x="0" y="336"/>
                </a:lnTo>
                <a:lnTo>
                  <a:pt x="1" y="352"/>
                </a:lnTo>
                <a:lnTo>
                  <a:pt x="2" y="370"/>
                </a:lnTo>
                <a:lnTo>
                  <a:pt x="5" y="386"/>
                </a:lnTo>
                <a:lnTo>
                  <a:pt x="7" y="402"/>
                </a:lnTo>
                <a:lnTo>
                  <a:pt x="11" y="418"/>
                </a:lnTo>
                <a:lnTo>
                  <a:pt x="15" y="434"/>
                </a:lnTo>
                <a:lnTo>
                  <a:pt x="20" y="449"/>
                </a:lnTo>
                <a:lnTo>
                  <a:pt x="26" y="465"/>
                </a:lnTo>
                <a:lnTo>
                  <a:pt x="33" y="480"/>
                </a:lnTo>
                <a:lnTo>
                  <a:pt x="40" y="494"/>
                </a:lnTo>
                <a:lnTo>
                  <a:pt x="48" y="508"/>
                </a:lnTo>
                <a:lnTo>
                  <a:pt x="57" y="522"/>
                </a:lnTo>
                <a:lnTo>
                  <a:pt x="66" y="536"/>
                </a:lnTo>
                <a:lnTo>
                  <a:pt x="77" y="549"/>
                </a:lnTo>
                <a:lnTo>
                  <a:pt x="87" y="562"/>
                </a:lnTo>
                <a:lnTo>
                  <a:pt x="99" y="573"/>
                </a:lnTo>
                <a:lnTo>
                  <a:pt x="111" y="585"/>
                </a:lnTo>
                <a:lnTo>
                  <a:pt x="124" y="596"/>
                </a:lnTo>
                <a:lnTo>
                  <a:pt x="137" y="607"/>
                </a:lnTo>
                <a:lnTo>
                  <a:pt x="151" y="615"/>
                </a:lnTo>
                <a:lnTo>
                  <a:pt x="164" y="625"/>
                </a:lnTo>
                <a:lnTo>
                  <a:pt x="178" y="633"/>
                </a:lnTo>
                <a:lnTo>
                  <a:pt x="192" y="640"/>
                </a:lnTo>
                <a:lnTo>
                  <a:pt x="207" y="646"/>
                </a:lnTo>
                <a:lnTo>
                  <a:pt x="223" y="653"/>
                </a:lnTo>
                <a:lnTo>
                  <a:pt x="239" y="657"/>
                </a:lnTo>
                <a:lnTo>
                  <a:pt x="255" y="662"/>
                </a:lnTo>
                <a:lnTo>
                  <a:pt x="271" y="666"/>
                </a:lnTo>
                <a:lnTo>
                  <a:pt x="287" y="668"/>
                </a:lnTo>
                <a:lnTo>
                  <a:pt x="303" y="670"/>
                </a:lnTo>
                <a:lnTo>
                  <a:pt x="320" y="671"/>
                </a:lnTo>
                <a:lnTo>
                  <a:pt x="336" y="672"/>
                </a:lnTo>
                <a:lnTo>
                  <a:pt x="353" y="671"/>
                </a:lnTo>
                <a:lnTo>
                  <a:pt x="369" y="670"/>
                </a:lnTo>
                <a:lnTo>
                  <a:pt x="387" y="668"/>
                </a:lnTo>
                <a:lnTo>
                  <a:pt x="403" y="666"/>
                </a:lnTo>
                <a:lnTo>
                  <a:pt x="419" y="662"/>
                </a:lnTo>
                <a:lnTo>
                  <a:pt x="435" y="657"/>
                </a:lnTo>
                <a:lnTo>
                  <a:pt x="450" y="653"/>
                </a:lnTo>
                <a:lnTo>
                  <a:pt x="465" y="646"/>
                </a:lnTo>
                <a:lnTo>
                  <a:pt x="480" y="640"/>
                </a:lnTo>
                <a:lnTo>
                  <a:pt x="495" y="633"/>
                </a:lnTo>
                <a:lnTo>
                  <a:pt x="509" y="625"/>
                </a:lnTo>
                <a:lnTo>
                  <a:pt x="523" y="615"/>
                </a:lnTo>
                <a:lnTo>
                  <a:pt x="536" y="607"/>
                </a:lnTo>
                <a:lnTo>
                  <a:pt x="550" y="596"/>
                </a:lnTo>
                <a:lnTo>
                  <a:pt x="561" y="585"/>
                </a:lnTo>
                <a:lnTo>
                  <a:pt x="574" y="573"/>
                </a:lnTo>
                <a:lnTo>
                  <a:pt x="585" y="562"/>
                </a:lnTo>
                <a:lnTo>
                  <a:pt x="597" y="549"/>
                </a:lnTo>
                <a:lnTo>
                  <a:pt x="607" y="536"/>
                </a:lnTo>
                <a:lnTo>
                  <a:pt x="616" y="522"/>
                </a:lnTo>
                <a:lnTo>
                  <a:pt x="625" y="508"/>
                </a:lnTo>
                <a:lnTo>
                  <a:pt x="633" y="494"/>
                </a:lnTo>
                <a:lnTo>
                  <a:pt x="641" y="480"/>
                </a:lnTo>
                <a:lnTo>
                  <a:pt x="647" y="465"/>
                </a:lnTo>
                <a:lnTo>
                  <a:pt x="653" y="449"/>
                </a:lnTo>
                <a:lnTo>
                  <a:pt x="658" y="434"/>
                </a:lnTo>
                <a:lnTo>
                  <a:pt x="662" y="418"/>
                </a:lnTo>
                <a:lnTo>
                  <a:pt x="666" y="402"/>
                </a:lnTo>
                <a:lnTo>
                  <a:pt x="669" y="386"/>
                </a:lnTo>
                <a:lnTo>
                  <a:pt x="671" y="370"/>
                </a:lnTo>
                <a:lnTo>
                  <a:pt x="672" y="352"/>
                </a:lnTo>
                <a:lnTo>
                  <a:pt x="672" y="336"/>
                </a:lnTo>
                <a:lnTo>
                  <a:pt x="671" y="331"/>
                </a:lnTo>
                <a:lnTo>
                  <a:pt x="669" y="327"/>
                </a:lnTo>
                <a:lnTo>
                  <a:pt x="664" y="323"/>
                </a:lnTo>
                <a:lnTo>
                  <a:pt x="658" y="322"/>
                </a:lnTo>
                <a:close/>
                <a:moveTo>
                  <a:pt x="336" y="644"/>
                </a:moveTo>
                <a:lnTo>
                  <a:pt x="321" y="644"/>
                </a:lnTo>
                <a:lnTo>
                  <a:pt x="305" y="642"/>
                </a:lnTo>
                <a:lnTo>
                  <a:pt x="290" y="641"/>
                </a:lnTo>
                <a:lnTo>
                  <a:pt x="274" y="638"/>
                </a:lnTo>
                <a:lnTo>
                  <a:pt x="260" y="635"/>
                </a:lnTo>
                <a:lnTo>
                  <a:pt x="245" y="630"/>
                </a:lnTo>
                <a:lnTo>
                  <a:pt x="231" y="625"/>
                </a:lnTo>
                <a:lnTo>
                  <a:pt x="217" y="620"/>
                </a:lnTo>
                <a:lnTo>
                  <a:pt x="203" y="614"/>
                </a:lnTo>
                <a:lnTo>
                  <a:pt x="189" y="607"/>
                </a:lnTo>
                <a:lnTo>
                  <a:pt x="176" y="599"/>
                </a:lnTo>
                <a:lnTo>
                  <a:pt x="164" y="592"/>
                </a:lnTo>
                <a:lnTo>
                  <a:pt x="153" y="583"/>
                </a:lnTo>
                <a:lnTo>
                  <a:pt x="141" y="573"/>
                </a:lnTo>
                <a:lnTo>
                  <a:pt x="129" y="564"/>
                </a:lnTo>
                <a:lnTo>
                  <a:pt x="118" y="554"/>
                </a:lnTo>
                <a:lnTo>
                  <a:pt x="109" y="543"/>
                </a:lnTo>
                <a:lnTo>
                  <a:pt x="99" y="532"/>
                </a:lnTo>
                <a:lnTo>
                  <a:pt x="89" y="520"/>
                </a:lnTo>
                <a:lnTo>
                  <a:pt x="81" y="508"/>
                </a:lnTo>
                <a:lnTo>
                  <a:pt x="73" y="496"/>
                </a:lnTo>
                <a:lnTo>
                  <a:pt x="66" y="483"/>
                </a:lnTo>
                <a:lnTo>
                  <a:pt x="58" y="469"/>
                </a:lnTo>
                <a:lnTo>
                  <a:pt x="53" y="455"/>
                </a:lnTo>
                <a:lnTo>
                  <a:pt x="48" y="441"/>
                </a:lnTo>
                <a:lnTo>
                  <a:pt x="42" y="427"/>
                </a:lnTo>
                <a:lnTo>
                  <a:pt x="38" y="412"/>
                </a:lnTo>
                <a:lnTo>
                  <a:pt x="35" y="398"/>
                </a:lnTo>
                <a:lnTo>
                  <a:pt x="31" y="382"/>
                </a:lnTo>
                <a:lnTo>
                  <a:pt x="30" y="367"/>
                </a:lnTo>
                <a:lnTo>
                  <a:pt x="28" y="351"/>
                </a:lnTo>
                <a:lnTo>
                  <a:pt x="28" y="336"/>
                </a:lnTo>
                <a:lnTo>
                  <a:pt x="28" y="320"/>
                </a:lnTo>
                <a:lnTo>
                  <a:pt x="29" y="305"/>
                </a:lnTo>
                <a:lnTo>
                  <a:pt x="31" y="290"/>
                </a:lnTo>
                <a:lnTo>
                  <a:pt x="35" y="275"/>
                </a:lnTo>
                <a:lnTo>
                  <a:pt x="38" y="261"/>
                </a:lnTo>
                <a:lnTo>
                  <a:pt x="41" y="247"/>
                </a:lnTo>
                <a:lnTo>
                  <a:pt x="46" y="233"/>
                </a:lnTo>
                <a:lnTo>
                  <a:pt x="51" y="219"/>
                </a:lnTo>
                <a:lnTo>
                  <a:pt x="57" y="205"/>
                </a:lnTo>
                <a:lnTo>
                  <a:pt x="64" y="192"/>
                </a:lnTo>
                <a:lnTo>
                  <a:pt x="71" y="179"/>
                </a:lnTo>
                <a:lnTo>
                  <a:pt x="79" y="168"/>
                </a:lnTo>
                <a:lnTo>
                  <a:pt x="86" y="156"/>
                </a:lnTo>
                <a:lnTo>
                  <a:pt x="95" y="144"/>
                </a:lnTo>
                <a:lnTo>
                  <a:pt x="104" y="133"/>
                </a:lnTo>
                <a:lnTo>
                  <a:pt x="114" y="123"/>
                </a:lnTo>
                <a:lnTo>
                  <a:pt x="125" y="113"/>
                </a:lnTo>
                <a:lnTo>
                  <a:pt x="134" y="103"/>
                </a:lnTo>
                <a:lnTo>
                  <a:pt x="146" y="94"/>
                </a:lnTo>
                <a:lnTo>
                  <a:pt x="158" y="85"/>
                </a:lnTo>
                <a:lnTo>
                  <a:pt x="170" y="76"/>
                </a:lnTo>
                <a:lnTo>
                  <a:pt x="182" y="69"/>
                </a:lnTo>
                <a:lnTo>
                  <a:pt x="195" y="62"/>
                </a:lnTo>
                <a:lnTo>
                  <a:pt x="207" y="56"/>
                </a:lnTo>
                <a:lnTo>
                  <a:pt x="221" y="50"/>
                </a:lnTo>
                <a:lnTo>
                  <a:pt x="234" y="45"/>
                </a:lnTo>
                <a:lnTo>
                  <a:pt x="249" y="40"/>
                </a:lnTo>
                <a:lnTo>
                  <a:pt x="263" y="37"/>
                </a:lnTo>
                <a:lnTo>
                  <a:pt x="277" y="33"/>
                </a:lnTo>
                <a:lnTo>
                  <a:pt x="292" y="30"/>
                </a:lnTo>
                <a:lnTo>
                  <a:pt x="307" y="29"/>
                </a:lnTo>
                <a:lnTo>
                  <a:pt x="322" y="28"/>
                </a:lnTo>
                <a:lnTo>
                  <a:pt x="322" y="336"/>
                </a:lnTo>
                <a:lnTo>
                  <a:pt x="323" y="339"/>
                </a:lnTo>
                <a:lnTo>
                  <a:pt x="324" y="343"/>
                </a:lnTo>
                <a:lnTo>
                  <a:pt x="326" y="345"/>
                </a:lnTo>
                <a:lnTo>
                  <a:pt x="329" y="347"/>
                </a:lnTo>
                <a:lnTo>
                  <a:pt x="329" y="347"/>
                </a:lnTo>
                <a:lnTo>
                  <a:pt x="329" y="347"/>
                </a:lnTo>
                <a:lnTo>
                  <a:pt x="578" y="527"/>
                </a:lnTo>
                <a:lnTo>
                  <a:pt x="567" y="541"/>
                </a:lnTo>
                <a:lnTo>
                  <a:pt x="555" y="553"/>
                </a:lnTo>
                <a:lnTo>
                  <a:pt x="543" y="565"/>
                </a:lnTo>
                <a:lnTo>
                  <a:pt x="529" y="576"/>
                </a:lnTo>
                <a:lnTo>
                  <a:pt x="516" y="586"/>
                </a:lnTo>
                <a:lnTo>
                  <a:pt x="502" y="596"/>
                </a:lnTo>
                <a:lnTo>
                  <a:pt x="487" y="605"/>
                </a:lnTo>
                <a:lnTo>
                  <a:pt x="472" y="612"/>
                </a:lnTo>
                <a:lnTo>
                  <a:pt x="456" y="620"/>
                </a:lnTo>
                <a:lnTo>
                  <a:pt x="440" y="626"/>
                </a:lnTo>
                <a:lnTo>
                  <a:pt x="424" y="631"/>
                </a:lnTo>
                <a:lnTo>
                  <a:pt x="407" y="636"/>
                </a:lnTo>
                <a:lnTo>
                  <a:pt x="390" y="640"/>
                </a:lnTo>
                <a:lnTo>
                  <a:pt x="373" y="642"/>
                </a:lnTo>
                <a:lnTo>
                  <a:pt x="354" y="643"/>
                </a:lnTo>
                <a:lnTo>
                  <a:pt x="336" y="644"/>
                </a:lnTo>
                <a:close/>
                <a:moveTo>
                  <a:pt x="594" y="505"/>
                </a:moveTo>
                <a:lnTo>
                  <a:pt x="379" y="350"/>
                </a:lnTo>
                <a:lnTo>
                  <a:pt x="644" y="350"/>
                </a:lnTo>
                <a:lnTo>
                  <a:pt x="643" y="371"/>
                </a:lnTo>
                <a:lnTo>
                  <a:pt x="640" y="392"/>
                </a:lnTo>
                <a:lnTo>
                  <a:pt x="635" y="412"/>
                </a:lnTo>
                <a:lnTo>
                  <a:pt x="629" y="432"/>
                </a:lnTo>
                <a:lnTo>
                  <a:pt x="623" y="451"/>
                </a:lnTo>
                <a:lnTo>
                  <a:pt x="614" y="470"/>
                </a:lnTo>
                <a:lnTo>
                  <a:pt x="604" y="488"/>
                </a:lnTo>
                <a:lnTo>
                  <a:pt x="594" y="5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1" name="Freeform 290">
            <a:extLst>
              <a:ext uri="{FF2B5EF4-FFF2-40B4-BE49-F238E27FC236}">
                <a16:creationId xmlns:a16="http://schemas.microsoft.com/office/drawing/2014/main" id="{5CAE316B-0AAF-466E-B1BA-0AB3904885ED}"/>
              </a:ext>
            </a:extLst>
          </p:cNvPr>
          <p:cNvSpPr>
            <a:spLocks/>
          </p:cNvSpPr>
          <p:nvPr/>
        </p:nvSpPr>
        <p:spPr bwMode="auto">
          <a:xfrm>
            <a:off x="8326439" y="3241676"/>
            <a:ext cx="376238" cy="374650"/>
          </a:xfrm>
          <a:custGeom>
            <a:avLst/>
            <a:gdLst>
              <a:gd name="T0" fmla="*/ 602 w 712"/>
              <a:gd name="T1" fmla="*/ 209 h 710"/>
              <a:gd name="T2" fmla="*/ 594 w 712"/>
              <a:gd name="T3" fmla="*/ 222 h 710"/>
              <a:gd name="T4" fmla="*/ 602 w 712"/>
              <a:gd name="T5" fmla="*/ 235 h 710"/>
              <a:gd name="T6" fmla="*/ 684 w 712"/>
              <a:gd name="T7" fmla="*/ 630 h 710"/>
              <a:gd name="T8" fmla="*/ 674 w 712"/>
              <a:gd name="T9" fmla="*/ 660 h 710"/>
              <a:gd name="T10" fmla="*/ 652 w 712"/>
              <a:gd name="T11" fmla="*/ 678 h 710"/>
              <a:gd name="T12" fmla="*/ 620 w 712"/>
              <a:gd name="T13" fmla="*/ 681 h 710"/>
              <a:gd name="T14" fmla="*/ 594 w 712"/>
              <a:gd name="T15" fmla="*/ 667 h 710"/>
              <a:gd name="T16" fmla="*/ 579 w 712"/>
              <a:gd name="T17" fmla="*/ 641 h 710"/>
              <a:gd name="T18" fmla="*/ 623 w 712"/>
              <a:gd name="T19" fmla="*/ 591 h 710"/>
              <a:gd name="T20" fmla="*/ 635 w 712"/>
              <a:gd name="T21" fmla="*/ 583 h 710"/>
              <a:gd name="T22" fmla="*/ 632 w 712"/>
              <a:gd name="T23" fmla="*/ 568 h 710"/>
              <a:gd name="T24" fmla="*/ 578 w 712"/>
              <a:gd name="T25" fmla="*/ 563 h 710"/>
              <a:gd name="T26" fmla="*/ 628 w 712"/>
              <a:gd name="T27" fmla="*/ 501 h 710"/>
              <a:gd name="T28" fmla="*/ 637 w 712"/>
              <a:gd name="T29" fmla="*/ 488 h 710"/>
              <a:gd name="T30" fmla="*/ 628 w 712"/>
              <a:gd name="T31" fmla="*/ 475 h 710"/>
              <a:gd name="T32" fmla="*/ 578 w 712"/>
              <a:gd name="T33" fmla="*/ 413 h 710"/>
              <a:gd name="T34" fmla="*/ 632 w 712"/>
              <a:gd name="T35" fmla="*/ 410 h 710"/>
              <a:gd name="T36" fmla="*/ 635 w 712"/>
              <a:gd name="T37" fmla="*/ 394 h 710"/>
              <a:gd name="T38" fmla="*/ 623 w 712"/>
              <a:gd name="T39" fmla="*/ 385 h 710"/>
              <a:gd name="T40" fmla="*/ 623 w 712"/>
              <a:gd name="T41" fmla="*/ 325 h 710"/>
              <a:gd name="T42" fmla="*/ 635 w 712"/>
              <a:gd name="T43" fmla="*/ 316 h 710"/>
              <a:gd name="T44" fmla="*/ 632 w 712"/>
              <a:gd name="T45" fmla="*/ 300 h 710"/>
              <a:gd name="T46" fmla="*/ 578 w 712"/>
              <a:gd name="T47" fmla="*/ 297 h 710"/>
              <a:gd name="T48" fmla="*/ 574 w 712"/>
              <a:gd name="T49" fmla="*/ 4 h 710"/>
              <a:gd name="T50" fmla="*/ 355 w 712"/>
              <a:gd name="T51" fmla="*/ 0 h 710"/>
              <a:gd name="T52" fmla="*/ 343 w 712"/>
              <a:gd name="T53" fmla="*/ 8 h 710"/>
              <a:gd name="T54" fmla="*/ 346 w 712"/>
              <a:gd name="T55" fmla="*/ 23 h 710"/>
              <a:gd name="T56" fmla="*/ 551 w 712"/>
              <a:gd name="T57" fmla="*/ 28 h 710"/>
              <a:gd name="T58" fmla="*/ 552 w 712"/>
              <a:gd name="T59" fmla="*/ 645 h 710"/>
              <a:gd name="T60" fmla="*/ 558 w 712"/>
              <a:gd name="T61" fmla="*/ 665 h 710"/>
              <a:gd name="T62" fmla="*/ 570 w 712"/>
              <a:gd name="T63" fmla="*/ 682 h 710"/>
              <a:gd name="T64" fmla="*/ 60 w 712"/>
              <a:gd name="T65" fmla="*/ 678 h 710"/>
              <a:gd name="T66" fmla="*/ 37 w 712"/>
              <a:gd name="T67" fmla="*/ 660 h 710"/>
              <a:gd name="T68" fmla="*/ 28 w 712"/>
              <a:gd name="T69" fmla="*/ 630 h 710"/>
              <a:gd name="T70" fmla="*/ 213 w 712"/>
              <a:gd name="T71" fmla="*/ 26 h 710"/>
              <a:gd name="T72" fmla="*/ 221 w 712"/>
              <a:gd name="T73" fmla="*/ 14 h 710"/>
              <a:gd name="T74" fmla="*/ 213 w 712"/>
              <a:gd name="T75" fmla="*/ 1 h 710"/>
              <a:gd name="T76" fmla="*/ 9 w 712"/>
              <a:gd name="T77" fmla="*/ 1 h 710"/>
              <a:gd name="T78" fmla="*/ 0 w 712"/>
              <a:gd name="T79" fmla="*/ 14 h 710"/>
              <a:gd name="T80" fmla="*/ 2 w 712"/>
              <a:gd name="T81" fmla="*/ 646 h 710"/>
              <a:gd name="T82" fmla="*/ 10 w 712"/>
              <a:gd name="T83" fmla="*/ 668 h 710"/>
              <a:gd name="T84" fmla="*/ 24 w 712"/>
              <a:gd name="T85" fmla="*/ 687 h 710"/>
              <a:gd name="T86" fmla="*/ 42 w 712"/>
              <a:gd name="T87" fmla="*/ 701 h 710"/>
              <a:gd name="T88" fmla="*/ 65 w 712"/>
              <a:gd name="T89" fmla="*/ 709 h 710"/>
              <a:gd name="T90" fmla="*/ 631 w 712"/>
              <a:gd name="T91" fmla="*/ 710 h 710"/>
              <a:gd name="T92" fmla="*/ 655 w 712"/>
              <a:gd name="T93" fmla="*/ 707 h 710"/>
              <a:gd name="T94" fmla="*/ 676 w 712"/>
              <a:gd name="T95" fmla="*/ 696 h 710"/>
              <a:gd name="T96" fmla="*/ 693 w 712"/>
              <a:gd name="T97" fmla="*/ 681 h 710"/>
              <a:gd name="T98" fmla="*/ 705 w 712"/>
              <a:gd name="T99" fmla="*/ 661 h 710"/>
              <a:gd name="T100" fmla="*/ 711 w 712"/>
              <a:gd name="T101" fmla="*/ 638 h 710"/>
              <a:gd name="T102" fmla="*/ 711 w 712"/>
              <a:gd name="T103" fmla="*/ 217 h 710"/>
              <a:gd name="T104" fmla="*/ 698 w 712"/>
              <a:gd name="T105" fmla="*/ 20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12" h="710">
                <a:moveTo>
                  <a:pt x="698" y="208"/>
                </a:moveTo>
                <a:lnTo>
                  <a:pt x="608" y="208"/>
                </a:lnTo>
                <a:lnTo>
                  <a:pt x="602" y="209"/>
                </a:lnTo>
                <a:lnTo>
                  <a:pt x="598" y="212"/>
                </a:lnTo>
                <a:lnTo>
                  <a:pt x="595" y="217"/>
                </a:lnTo>
                <a:lnTo>
                  <a:pt x="594" y="222"/>
                </a:lnTo>
                <a:lnTo>
                  <a:pt x="595" y="227"/>
                </a:lnTo>
                <a:lnTo>
                  <a:pt x="598" y="232"/>
                </a:lnTo>
                <a:lnTo>
                  <a:pt x="602" y="235"/>
                </a:lnTo>
                <a:lnTo>
                  <a:pt x="608" y="236"/>
                </a:lnTo>
                <a:lnTo>
                  <a:pt x="684" y="236"/>
                </a:lnTo>
                <a:lnTo>
                  <a:pt x="684" y="630"/>
                </a:lnTo>
                <a:lnTo>
                  <a:pt x="683" y="641"/>
                </a:lnTo>
                <a:lnTo>
                  <a:pt x="679" y="650"/>
                </a:lnTo>
                <a:lnTo>
                  <a:pt x="674" y="660"/>
                </a:lnTo>
                <a:lnTo>
                  <a:pt x="668" y="667"/>
                </a:lnTo>
                <a:lnTo>
                  <a:pt x="660" y="674"/>
                </a:lnTo>
                <a:lnTo>
                  <a:pt x="652" y="678"/>
                </a:lnTo>
                <a:lnTo>
                  <a:pt x="642" y="681"/>
                </a:lnTo>
                <a:lnTo>
                  <a:pt x="631" y="682"/>
                </a:lnTo>
                <a:lnTo>
                  <a:pt x="620" y="681"/>
                </a:lnTo>
                <a:lnTo>
                  <a:pt x="610" y="678"/>
                </a:lnTo>
                <a:lnTo>
                  <a:pt x="601" y="674"/>
                </a:lnTo>
                <a:lnTo>
                  <a:pt x="594" y="667"/>
                </a:lnTo>
                <a:lnTo>
                  <a:pt x="587" y="660"/>
                </a:lnTo>
                <a:lnTo>
                  <a:pt x="582" y="650"/>
                </a:lnTo>
                <a:lnTo>
                  <a:pt x="579" y="641"/>
                </a:lnTo>
                <a:lnTo>
                  <a:pt x="578" y="630"/>
                </a:lnTo>
                <a:lnTo>
                  <a:pt x="578" y="591"/>
                </a:lnTo>
                <a:lnTo>
                  <a:pt x="623" y="591"/>
                </a:lnTo>
                <a:lnTo>
                  <a:pt x="628" y="590"/>
                </a:lnTo>
                <a:lnTo>
                  <a:pt x="632" y="587"/>
                </a:lnTo>
                <a:lnTo>
                  <a:pt x="635" y="583"/>
                </a:lnTo>
                <a:lnTo>
                  <a:pt x="637" y="577"/>
                </a:lnTo>
                <a:lnTo>
                  <a:pt x="635" y="572"/>
                </a:lnTo>
                <a:lnTo>
                  <a:pt x="632" y="568"/>
                </a:lnTo>
                <a:lnTo>
                  <a:pt x="628" y="564"/>
                </a:lnTo>
                <a:lnTo>
                  <a:pt x="623" y="563"/>
                </a:lnTo>
                <a:lnTo>
                  <a:pt x="578" y="563"/>
                </a:lnTo>
                <a:lnTo>
                  <a:pt x="578" y="502"/>
                </a:lnTo>
                <a:lnTo>
                  <a:pt x="623" y="502"/>
                </a:lnTo>
                <a:lnTo>
                  <a:pt x="628" y="501"/>
                </a:lnTo>
                <a:lnTo>
                  <a:pt x="632" y="498"/>
                </a:lnTo>
                <a:lnTo>
                  <a:pt x="635" y="493"/>
                </a:lnTo>
                <a:lnTo>
                  <a:pt x="637" y="488"/>
                </a:lnTo>
                <a:lnTo>
                  <a:pt x="635" y="483"/>
                </a:lnTo>
                <a:lnTo>
                  <a:pt x="632" y="478"/>
                </a:lnTo>
                <a:lnTo>
                  <a:pt x="628" y="475"/>
                </a:lnTo>
                <a:lnTo>
                  <a:pt x="623" y="474"/>
                </a:lnTo>
                <a:lnTo>
                  <a:pt x="578" y="474"/>
                </a:lnTo>
                <a:lnTo>
                  <a:pt x="578" y="413"/>
                </a:lnTo>
                <a:lnTo>
                  <a:pt x="623" y="413"/>
                </a:lnTo>
                <a:lnTo>
                  <a:pt x="628" y="412"/>
                </a:lnTo>
                <a:lnTo>
                  <a:pt x="632" y="410"/>
                </a:lnTo>
                <a:lnTo>
                  <a:pt x="635" y="404"/>
                </a:lnTo>
                <a:lnTo>
                  <a:pt x="637" y="399"/>
                </a:lnTo>
                <a:lnTo>
                  <a:pt x="635" y="394"/>
                </a:lnTo>
                <a:lnTo>
                  <a:pt x="632" y="389"/>
                </a:lnTo>
                <a:lnTo>
                  <a:pt x="628" y="386"/>
                </a:lnTo>
                <a:lnTo>
                  <a:pt x="623" y="385"/>
                </a:lnTo>
                <a:lnTo>
                  <a:pt x="578" y="385"/>
                </a:lnTo>
                <a:lnTo>
                  <a:pt x="578" y="325"/>
                </a:lnTo>
                <a:lnTo>
                  <a:pt x="623" y="325"/>
                </a:lnTo>
                <a:lnTo>
                  <a:pt x="628" y="324"/>
                </a:lnTo>
                <a:lnTo>
                  <a:pt x="632" y="321"/>
                </a:lnTo>
                <a:lnTo>
                  <a:pt x="635" y="316"/>
                </a:lnTo>
                <a:lnTo>
                  <a:pt x="637" y="311"/>
                </a:lnTo>
                <a:lnTo>
                  <a:pt x="635" y="306"/>
                </a:lnTo>
                <a:lnTo>
                  <a:pt x="632" y="300"/>
                </a:lnTo>
                <a:lnTo>
                  <a:pt x="628" y="298"/>
                </a:lnTo>
                <a:lnTo>
                  <a:pt x="623" y="297"/>
                </a:lnTo>
                <a:lnTo>
                  <a:pt x="578" y="297"/>
                </a:lnTo>
                <a:lnTo>
                  <a:pt x="578" y="14"/>
                </a:lnTo>
                <a:lnTo>
                  <a:pt x="576" y="8"/>
                </a:lnTo>
                <a:lnTo>
                  <a:pt x="574" y="4"/>
                </a:lnTo>
                <a:lnTo>
                  <a:pt x="570" y="1"/>
                </a:lnTo>
                <a:lnTo>
                  <a:pt x="565" y="0"/>
                </a:lnTo>
                <a:lnTo>
                  <a:pt x="355" y="0"/>
                </a:lnTo>
                <a:lnTo>
                  <a:pt x="350" y="1"/>
                </a:lnTo>
                <a:lnTo>
                  <a:pt x="346" y="4"/>
                </a:lnTo>
                <a:lnTo>
                  <a:pt x="343" y="8"/>
                </a:lnTo>
                <a:lnTo>
                  <a:pt x="342" y="14"/>
                </a:lnTo>
                <a:lnTo>
                  <a:pt x="343" y="19"/>
                </a:lnTo>
                <a:lnTo>
                  <a:pt x="346" y="23"/>
                </a:lnTo>
                <a:lnTo>
                  <a:pt x="350" y="26"/>
                </a:lnTo>
                <a:lnTo>
                  <a:pt x="355" y="28"/>
                </a:lnTo>
                <a:lnTo>
                  <a:pt x="551" y="28"/>
                </a:lnTo>
                <a:lnTo>
                  <a:pt x="551" y="630"/>
                </a:lnTo>
                <a:lnTo>
                  <a:pt x="551" y="637"/>
                </a:lnTo>
                <a:lnTo>
                  <a:pt x="552" y="645"/>
                </a:lnTo>
                <a:lnTo>
                  <a:pt x="553" y="652"/>
                </a:lnTo>
                <a:lnTo>
                  <a:pt x="555" y="659"/>
                </a:lnTo>
                <a:lnTo>
                  <a:pt x="558" y="665"/>
                </a:lnTo>
                <a:lnTo>
                  <a:pt x="561" y="672"/>
                </a:lnTo>
                <a:lnTo>
                  <a:pt x="566" y="677"/>
                </a:lnTo>
                <a:lnTo>
                  <a:pt x="570" y="682"/>
                </a:lnTo>
                <a:lnTo>
                  <a:pt x="81" y="682"/>
                </a:lnTo>
                <a:lnTo>
                  <a:pt x="70" y="681"/>
                </a:lnTo>
                <a:lnTo>
                  <a:pt x="60" y="678"/>
                </a:lnTo>
                <a:lnTo>
                  <a:pt x="52" y="674"/>
                </a:lnTo>
                <a:lnTo>
                  <a:pt x="43" y="667"/>
                </a:lnTo>
                <a:lnTo>
                  <a:pt x="37" y="660"/>
                </a:lnTo>
                <a:lnTo>
                  <a:pt x="33" y="650"/>
                </a:lnTo>
                <a:lnTo>
                  <a:pt x="29" y="641"/>
                </a:lnTo>
                <a:lnTo>
                  <a:pt x="28" y="630"/>
                </a:lnTo>
                <a:lnTo>
                  <a:pt x="28" y="28"/>
                </a:lnTo>
                <a:lnTo>
                  <a:pt x="207" y="28"/>
                </a:lnTo>
                <a:lnTo>
                  <a:pt x="213" y="26"/>
                </a:lnTo>
                <a:lnTo>
                  <a:pt x="218" y="23"/>
                </a:lnTo>
                <a:lnTo>
                  <a:pt x="220" y="19"/>
                </a:lnTo>
                <a:lnTo>
                  <a:pt x="221" y="14"/>
                </a:lnTo>
                <a:lnTo>
                  <a:pt x="220" y="8"/>
                </a:lnTo>
                <a:lnTo>
                  <a:pt x="218" y="4"/>
                </a:lnTo>
                <a:lnTo>
                  <a:pt x="213" y="1"/>
                </a:lnTo>
                <a:lnTo>
                  <a:pt x="207" y="0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4"/>
                </a:lnTo>
                <a:lnTo>
                  <a:pt x="0" y="630"/>
                </a:lnTo>
                <a:lnTo>
                  <a:pt x="1" y="638"/>
                </a:lnTo>
                <a:lnTo>
                  <a:pt x="2" y="646"/>
                </a:lnTo>
                <a:lnTo>
                  <a:pt x="5" y="653"/>
                </a:lnTo>
                <a:lnTo>
                  <a:pt x="7" y="661"/>
                </a:lnTo>
                <a:lnTo>
                  <a:pt x="10" y="668"/>
                </a:lnTo>
                <a:lnTo>
                  <a:pt x="14" y="675"/>
                </a:lnTo>
                <a:lnTo>
                  <a:pt x="19" y="681"/>
                </a:lnTo>
                <a:lnTo>
                  <a:pt x="24" y="687"/>
                </a:lnTo>
                <a:lnTo>
                  <a:pt x="30" y="692"/>
                </a:lnTo>
                <a:lnTo>
                  <a:pt x="36" y="696"/>
                </a:lnTo>
                <a:lnTo>
                  <a:pt x="42" y="701"/>
                </a:lnTo>
                <a:lnTo>
                  <a:pt x="50" y="704"/>
                </a:lnTo>
                <a:lnTo>
                  <a:pt x="57" y="707"/>
                </a:lnTo>
                <a:lnTo>
                  <a:pt x="65" y="709"/>
                </a:lnTo>
                <a:lnTo>
                  <a:pt x="73" y="710"/>
                </a:lnTo>
                <a:lnTo>
                  <a:pt x="81" y="710"/>
                </a:lnTo>
                <a:lnTo>
                  <a:pt x="631" y="710"/>
                </a:lnTo>
                <a:lnTo>
                  <a:pt x="639" y="710"/>
                </a:lnTo>
                <a:lnTo>
                  <a:pt x="647" y="709"/>
                </a:lnTo>
                <a:lnTo>
                  <a:pt x="655" y="707"/>
                </a:lnTo>
                <a:lnTo>
                  <a:pt x="662" y="704"/>
                </a:lnTo>
                <a:lnTo>
                  <a:pt x="669" y="701"/>
                </a:lnTo>
                <a:lnTo>
                  <a:pt x="676" y="696"/>
                </a:lnTo>
                <a:lnTo>
                  <a:pt x="682" y="692"/>
                </a:lnTo>
                <a:lnTo>
                  <a:pt x="688" y="687"/>
                </a:lnTo>
                <a:lnTo>
                  <a:pt x="693" y="681"/>
                </a:lnTo>
                <a:lnTo>
                  <a:pt x="698" y="675"/>
                </a:lnTo>
                <a:lnTo>
                  <a:pt x="702" y="668"/>
                </a:lnTo>
                <a:lnTo>
                  <a:pt x="705" y="661"/>
                </a:lnTo>
                <a:lnTo>
                  <a:pt x="707" y="653"/>
                </a:lnTo>
                <a:lnTo>
                  <a:pt x="709" y="646"/>
                </a:lnTo>
                <a:lnTo>
                  <a:pt x="711" y="638"/>
                </a:lnTo>
                <a:lnTo>
                  <a:pt x="712" y="630"/>
                </a:lnTo>
                <a:lnTo>
                  <a:pt x="712" y="222"/>
                </a:lnTo>
                <a:lnTo>
                  <a:pt x="711" y="217"/>
                </a:lnTo>
                <a:lnTo>
                  <a:pt x="707" y="212"/>
                </a:lnTo>
                <a:lnTo>
                  <a:pt x="703" y="209"/>
                </a:lnTo>
                <a:lnTo>
                  <a:pt x="698" y="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2" name="Freeform 291">
            <a:extLst>
              <a:ext uri="{FF2B5EF4-FFF2-40B4-BE49-F238E27FC236}">
                <a16:creationId xmlns:a16="http://schemas.microsoft.com/office/drawing/2014/main" id="{F3CC59BE-5412-43FE-A0D5-EE16C8AB407B}"/>
              </a:ext>
            </a:extLst>
          </p:cNvPr>
          <p:cNvSpPr>
            <a:spLocks noEditPoints="1"/>
          </p:cNvSpPr>
          <p:nvPr/>
        </p:nvSpPr>
        <p:spPr bwMode="auto">
          <a:xfrm>
            <a:off x="8366126" y="3281363"/>
            <a:ext cx="122238" cy="107950"/>
          </a:xfrm>
          <a:custGeom>
            <a:avLst/>
            <a:gdLst>
              <a:gd name="T0" fmla="*/ 218 w 232"/>
              <a:gd name="T1" fmla="*/ 0 h 205"/>
              <a:gd name="T2" fmla="*/ 14 w 232"/>
              <a:gd name="T3" fmla="*/ 0 h 205"/>
              <a:gd name="T4" fmla="*/ 9 w 232"/>
              <a:gd name="T5" fmla="*/ 1 h 205"/>
              <a:gd name="T6" fmla="*/ 5 w 232"/>
              <a:gd name="T7" fmla="*/ 3 h 205"/>
              <a:gd name="T8" fmla="*/ 2 w 232"/>
              <a:gd name="T9" fmla="*/ 8 h 205"/>
              <a:gd name="T10" fmla="*/ 0 w 232"/>
              <a:gd name="T11" fmla="*/ 14 h 205"/>
              <a:gd name="T12" fmla="*/ 0 w 232"/>
              <a:gd name="T13" fmla="*/ 191 h 205"/>
              <a:gd name="T14" fmla="*/ 2 w 232"/>
              <a:gd name="T15" fmla="*/ 196 h 205"/>
              <a:gd name="T16" fmla="*/ 5 w 232"/>
              <a:gd name="T17" fmla="*/ 201 h 205"/>
              <a:gd name="T18" fmla="*/ 9 w 232"/>
              <a:gd name="T19" fmla="*/ 204 h 205"/>
              <a:gd name="T20" fmla="*/ 14 w 232"/>
              <a:gd name="T21" fmla="*/ 205 h 205"/>
              <a:gd name="T22" fmla="*/ 218 w 232"/>
              <a:gd name="T23" fmla="*/ 205 h 205"/>
              <a:gd name="T24" fmla="*/ 224 w 232"/>
              <a:gd name="T25" fmla="*/ 204 h 205"/>
              <a:gd name="T26" fmla="*/ 228 w 232"/>
              <a:gd name="T27" fmla="*/ 201 h 205"/>
              <a:gd name="T28" fmla="*/ 231 w 232"/>
              <a:gd name="T29" fmla="*/ 196 h 205"/>
              <a:gd name="T30" fmla="*/ 232 w 232"/>
              <a:gd name="T31" fmla="*/ 191 h 205"/>
              <a:gd name="T32" fmla="*/ 232 w 232"/>
              <a:gd name="T33" fmla="*/ 14 h 205"/>
              <a:gd name="T34" fmla="*/ 231 w 232"/>
              <a:gd name="T35" fmla="*/ 8 h 205"/>
              <a:gd name="T36" fmla="*/ 228 w 232"/>
              <a:gd name="T37" fmla="*/ 3 h 205"/>
              <a:gd name="T38" fmla="*/ 224 w 232"/>
              <a:gd name="T39" fmla="*/ 1 h 205"/>
              <a:gd name="T40" fmla="*/ 218 w 232"/>
              <a:gd name="T41" fmla="*/ 0 h 205"/>
              <a:gd name="T42" fmla="*/ 204 w 232"/>
              <a:gd name="T43" fmla="*/ 177 h 205"/>
              <a:gd name="T44" fmla="*/ 28 w 232"/>
              <a:gd name="T45" fmla="*/ 177 h 205"/>
              <a:gd name="T46" fmla="*/ 28 w 232"/>
              <a:gd name="T47" fmla="*/ 27 h 205"/>
              <a:gd name="T48" fmla="*/ 204 w 232"/>
              <a:gd name="T49" fmla="*/ 27 h 205"/>
              <a:gd name="T50" fmla="*/ 204 w 232"/>
              <a:gd name="T51" fmla="*/ 17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32" h="205">
                <a:moveTo>
                  <a:pt x="218" y="0"/>
                </a:move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2" y="8"/>
                </a:lnTo>
                <a:lnTo>
                  <a:pt x="0" y="14"/>
                </a:lnTo>
                <a:lnTo>
                  <a:pt x="0" y="191"/>
                </a:lnTo>
                <a:lnTo>
                  <a:pt x="2" y="196"/>
                </a:lnTo>
                <a:lnTo>
                  <a:pt x="5" y="201"/>
                </a:lnTo>
                <a:lnTo>
                  <a:pt x="9" y="204"/>
                </a:lnTo>
                <a:lnTo>
                  <a:pt x="14" y="205"/>
                </a:lnTo>
                <a:lnTo>
                  <a:pt x="218" y="205"/>
                </a:lnTo>
                <a:lnTo>
                  <a:pt x="224" y="204"/>
                </a:lnTo>
                <a:lnTo>
                  <a:pt x="228" y="201"/>
                </a:lnTo>
                <a:lnTo>
                  <a:pt x="231" y="196"/>
                </a:lnTo>
                <a:lnTo>
                  <a:pt x="232" y="191"/>
                </a:lnTo>
                <a:lnTo>
                  <a:pt x="232" y="14"/>
                </a:lnTo>
                <a:lnTo>
                  <a:pt x="231" y="8"/>
                </a:lnTo>
                <a:lnTo>
                  <a:pt x="228" y="3"/>
                </a:lnTo>
                <a:lnTo>
                  <a:pt x="224" y="1"/>
                </a:lnTo>
                <a:lnTo>
                  <a:pt x="218" y="0"/>
                </a:lnTo>
                <a:close/>
                <a:moveTo>
                  <a:pt x="204" y="177"/>
                </a:moveTo>
                <a:lnTo>
                  <a:pt x="28" y="177"/>
                </a:lnTo>
                <a:lnTo>
                  <a:pt x="28" y="27"/>
                </a:lnTo>
                <a:lnTo>
                  <a:pt x="204" y="27"/>
                </a:lnTo>
                <a:lnTo>
                  <a:pt x="204" y="1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3" name="Freeform 292">
            <a:extLst>
              <a:ext uri="{FF2B5EF4-FFF2-40B4-BE49-F238E27FC236}">
                <a16:creationId xmlns:a16="http://schemas.microsoft.com/office/drawing/2014/main" id="{1983E38A-69E0-4406-8457-8E4E820F22E1}"/>
              </a:ext>
            </a:extLst>
          </p:cNvPr>
          <p:cNvSpPr>
            <a:spLocks noEditPoints="1"/>
          </p:cNvSpPr>
          <p:nvPr/>
        </p:nvSpPr>
        <p:spPr bwMode="auto">
          <a:xfrm>
            <a:off x="8466139" y="3468688"/>
            <a:ext cx="122238" cy="107950"/>
          </a:xfrm>
          <a:custGeom>
            <a:avLst/>
            <a:gdLst>
              <a:gd name="T0" fmla="*/ 218 w 232"/>
              <a:gd name="T1" fmla="*/ 0 h 205"/>
              <a:gd name="T2" fmla="*/ 14 w 232"/>
              <a:gd name="T3" fmla="*/ 0 h 205"/>
              <a:gd name="T4" fmla="*/ 8 w 232"/>
              <a:gd name="T5" fmla="*/ 1 h 205"/>
              <a:gd name="T6" fmla="*/ 3 w 232"/>
              <a:gd name="T7" fmla="*/ 4 h 205"/>
              <a:gd name="T8" fmla="*/ 1 w 232"/>
              <a:gd name="T9" fmla="*/ 9 h 205"/>
              <a:gd name="T10" fmla="*/ 0 w 232"/>
              <a:gd name="T11" fmla="*/ 14 h 205"/>
              <a:gd name="T12" fmla="*/ 0 w 232"/>
              <a:gd name="T13" fmla="*/ 191 h 205"/>
              <a:gd name="T14" fmla="*/ 1 w 232"/>
              <a:gd name="T15" fmla="*/ 197 h 205"/>
              <a:gd name="T16" fmla="*/ 3 w 232"/>
              <a:gd name="T17" fmla="*/ 202 h 205"/>
              <a:gd name="T18" fmla="*/ 8 w 232"/>
              <a:gd name="T19" fmla="*/ 204 h 205"/>
              <a:gd name="T20" fmla="*/ 14 w 232"/>
              <a:gd name="T21" fmla="*/ 205 h 205"/>
              <a:gd name="T22" fmla="*/ 218 w 232"/>
              <a:gd name="T23" fmla="*/ 205 h 205"/>
              <a:gd name="T24" fmla="*/ 223 w 232"/>
              <a:gd name="T25" fmla="*/ 204 h 205"/>
              <a:gd name="T26" fmla="*/ 228 w 232"/>
              <a:gd name="T27" fmla="*/ 202 h 205"/>
              <a:gd name="T28" fmla="*/ 231 w 232"/>
              <a:gd name="T29" fmla="*/ 197 h 205"/>
              <a:gd name="T30" fmla="*/ 232 w 232"/>
              <a:gd name="T31" fmla="*/ 191 h 205"/>
              <a:gd name="T32" fmla="*/ 232 w 232"/>
              <a:gd name="T33" fmla="*/ 14 h 205"/>
              <a:gd name="T34" fmla="*/ 231 w 232"/>
              <a:gd name="T35" fmla="*/ 9 h 205"/>
              <a:gd name="T36" fmla="*/ 228 w 232"/>
              <a:gd name="T37" fmla="*/ 4 h 205"/>
              <a:gd name="T38" fmla="*/ 223 w 232"/>
              <a:gd name="T39" fmla="*/ 1 h 205"/>
              <a:gd name="T40" fmla="*/ 218 w 232"/>
              <a:gd name="T41" fmla="*/ 0 h 205"/>
              <a:gd name="T42" fmla="*/ 204 w 232"/>
              <a:gd name="T43" fmla="*/ 178 h 205"/>
              <a:gd name="T44" fmla="*/ 27 w 232"/>
              <a:gd name="T45" fmla="*/ 178 h 205"/>
              <a:gd name="T46" fmla="*/ 27 w 232"/>
              <a:gd name="T47" fmla="*/ 28 h 205"/>
              <a:gd name="T48" fmla="*/ 204 w 232"/>
              <a:gd name="T49" fmla="*/ 28 h 205"/>
              <a:gd name="T50" fmla="*/ 204 w 232"/>
              <a:gd name="T51" fmla="*/ 178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32" h="205">
                <a:moveTo>
                  <a:pt x="218" y="0"/>
                </a:moveTo>
                <a:lnTo>
                  <a:pt x="14" y="0"/>
                </a:lnTo>
                <a:lnTo>
                  <a:pt x="8" y="1"/>
                </a:lnTo>
                <a:lnTo>
                  <a:pt x="3" y="4"/>
                </a:lnTo>
                <a:lnTo>
                  <a:pt x="1" y="9"/>
                </a:lnTo>
                <a:lnTo>
                  <a:pt x="0" y="14"/>
                </a:lnTo>
                <a:lnTo>
                  <a:pt x="0" y="191"/>
                </a:lnTo>
                <a:lnTo>
                  <a:pt x="1" y="197"/>
                </a:lnTo>
                <a:lnTo>
                  <a:pt x="3" y="202"/>
                </a:lnTo>
                <a:lnTo>
                  <a:pt x="8" y="204"/>
                </a:lnTo>
                <a:lnTo>
                  <a:pt x="14" y="205"/>
                </a:lnTo>
                <a:lnTo>
                  <a:pt x="218" y="205"/>
                </a:lnTo>
                <a:lnTo>
                  <a:pt x="223" y="204"/>
                </a:lnTo>
                <a:lnTo>
                  <a:pt x="228" y="202"/>
                </a:lnTo>
                <a:lnTo>
                  <a:pt x="231" y="197"/>
                </a:lnTo>
                <a:lnTo>
                  <a:pt x="232" y="191"/>
                </a:lnTo>
                <a:lnTo>
                  <a:pt x="232" y="14"/>
                </a:lnTo>
                <a:lnTo>
                  <a:pt x="231" y="9"/>
                </a:lnTo>
                <a:lnTo>
                  <a:pt x="228" y="4"/>
                </a:lnTo>
                <a:lnTo>
                  <a:pt x="223" y="1"/>
                </a:lnTo>
                <a:lnTo>
                  <a:pt x="218" y="0"/>
                </a:lnTo>
                <a:close/>
                <a:moveTo>
                  <a:pt x="204" y="178"/>
                </a:moveTo>
                <a:lnTo>
                  <a:pt x="27" y="178"/>
                </a:lnTo>
                <a:lnTo>
                  <a:pt x="27" y="28"/>
                </a:lnTo>
                <a:lnTo>
                  <a:pt x="204" y="28"/>
                </a:lnTo>
                <a:lnTo>
                  <a:pt x="204" y="1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4" name="Freeform 293">
            <a:extLst>
              <a:ext uri="{FF2B5EF4-FFF2-40B4-BE49-F238E27FC236}">
                <a16:creationId xmlns:a16="http://schemas.microsoft.com/office/drawing/2014/main" id="{0D31373F-EDFA-4429-AFB5-B0B1B6F0EA2A}"/>
              </a:ext>
            </a:extLst>
          </p:cNvPr>
          <p:cNvSpPr>
            <a:spLocks/>
          </p:cNvSpPr>
          <p:nvPr/>
        </p:nvSpPr>
        <p:spPr bwMode="auto">
          <a:xfrm>
            <a:off x="8366126" y="3562351"/>
            <a:ext cx="74613" cy="14288"/>
          </a:xfrm>
          <a:custGeom>
            <a:avLst/>
            <a:gdLst>
              <a:gd name="T0" fmla="*/ 129 w 142"/>
              <a:gd name="T1" fmla="*/ 0 h 28"/>
              <a:gd name="T2" fmla="*/ 14 w 142"/>
              <a:gd name="T3" fmla="*/ 0 h 28"/>
              <a:gd name="T4" fmla="*/ 9 w 142"/>
              <a:gd name="T5" fmla="*/ 2 h 28"/>
              <a:gd name="T6" fmla="*/ 5 w 142"/>
              <a:gd name="T7" fmla="*/ 5 h 28"/>
              <a:gd name="T8" fmla="*/ 2 w 142"/>
              <a:gd name="T9" fmla="*/ 9 h 28"/>
              <a:gd name="T10" fmla="*/ 0 w 142"/>
              <a:gd name="T11" fmla="*/ 14 h 28"/>
              <a:gd name="T12" fmla="*/ 2 w 142"/>
              <a:gd name="T13" fmla="*/ 20 h 28"/>
              <a:gd name="T14" fmla="*/ 5 w 142"/>
              <a:gd name="T15" fmla="*/ 25 h 28"/>
              <a:gd name="T16" fmla="*/ 9 w 142"/>
              <a:gd name="T17" fmla="*/ 27 h 28"/>
              <a:gd name="T18" fmla="*/ 14 w 142"/>
              <a:gd name="T19" fmla="*/ 28 h 28"/>
              <a:gd name="T20" fmla="*/ 129 w 142"/>
              <a:gd name="T21" fmla="*/ 28 h 28"/>
              <a:gd name="T22" fmla="*/ 135 w 142"/>
              <a:gd name="T23" fmla="*/ 27 h 28"/>
              <a:gd name="T24" fmla="*/ 139 w 142"/>
              <a:gd name="T25" fmla="*/ 25 h 28"/>
              <a:gd name="T26" fmla="*/ 141 w 142"/>
              <a:gd name="T27" fmla="*/ 20 h 28"/>
              <a:gd name="T28" fmla="*/ 142 w 142"/>
              <a:gd name="T29" fmla="*/ 14 h 28"/>
              <a:gd name="T30" fmla="*/ 141 w 142"/>
              <a:gd name="T31" fmla="*/ 9 h 28"/>
              <a:gd name="T32" fmla="*/ 139 w 142"/>
              <a:gd name="T33" fmla="*/ 5 h 28"/>
              <a:gd name="T34" fmla="*/ 135 w 142"/>
              <a:gd name="T35" fmla="*/ 2 h 28"/>
              <a:gd name="T36" fmla="*/ 129 w 142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2" h="28">
                <a:moveTo>
                  <a:pt x="129" y="0"/>
                </a:moveTo>
                <a:lnTo>
                  <a:pt x="14" y="0"/>
                </a:lnTo>
                <a:lnTo>
                  <a:pt x="9" y="2"/>
                </a:lnTo>
                <a:lnTo>
                  <a:pt x="5" y="5"/>
                </a:lnTo>
                <a:lnTo>
                  <a:pt x="2" y="9"/>
                </a:lnTo>
                <a:lnTo>
                  <a:pt x="0" y="14"/>
                </a:lnTo>
                <a:lnTo>
                  <a:pt x="2" y="20"/>
                </a:lnTo>
                <a:lnTo>
                  <a:pt x="5" y="25"/>
                </a:lnTo>
                <a:lnTo>
                  <a:pt x="9" y="27"/>
                </a:lnTo>
                <a:lnTo>
                  <a:pt x="14" y="28"/>
                </a:lnTo>
                <a:lnTo>
                  <a:pt x="129" y="28"/>
                </a:lnTo>
                <a:lnTo>
                  <a:pt x="135" y="27"/>
                </a:lnTo>
                <a:lnTo>
                  <a:pt x="139" y="25"/>
                </a:lnTo>
                <a:lnTo>
                  <a:pt x="141" y="20"/>
                </a:lnTo>
                <a:lnTo>
                  <a:pt x="142" y="14"/>
                </a:lnTo>
                <a:lnTo>
                  <a:pt x="141" y="9"/>
                </a:lnTo>
                <a:lnTo>
                  <a:pt x="139" y="5"/>
                </a:lnTo>
                <a:lnTo>
                  <a:pt x="135" y="2"/>
                </a:lnTo>
                <a:lnTo>
                  <a:pt x="1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5" name="Freeform 294">
            <a:extLst>
              <a:ext uri="{FF2B5EF4-FFF2-40B4-BE49-F238E27FC236}">
                <a16:creationId xmlns:a16="http://schemas.microsoft.com/office/drawing/2014/main" id="{F86AA8F8-E247-44D5-BD09-480834100AF0}"/>
              </a:ext>
            </a:extLst>
          </p:cNvPr>
          <p:cNvSpPr>
            <a:spLocks/>
          </p:cNvSpPr>
          <p:nvPr/>
        </p:nvSpPr>
        <p:spPr bwMode="auto">
          <a:xfrm>
            <a:off x="8366126" y="3516313"/>
            <a:ext cx="74613" cy="14288"/>
          </a:xfrm>
          <a:custGeom>
            <a:avLst/>
            <a:gdLst>
              <a:gd name="T0" fmla="*/ 129 w 142"/>
              <a:gd name="T1" fmla="*/ 0 h 28"/>
              <a:gd name="T2" fmla="*/ 14 w 142"/>
              <a:gd name="T3" fmla="*/ 0 h 28"/>
              <a:gd name="T4" fmla="*/ 9 w 142"/>
              <a:gd name="T5" fmla="*/ 1 h 28"/>
              <a:gd name="T6" fmla="*/ 5 w 142"/>
              <a:gd name="T7" fmla="*/ 3 h 28"/>
              <a:gd name="T8" fmla="*/ 2 w 142"/>
              <a:gd name="T9" fmla="*/ 9 h 28"/>
              <a:gd name="T10" fmla="*/ 0 w 142"/>
              <a:gd name="T11" fmla="*/ 14 h 28"/>
              <a:gd name="T12" fmla="*/ 2 w 142"/>
              <a:gd name="T13" fmla="*/ 20 h 28"/>
              <a:gd name="T14" fmla="*/ 5 w 142"/>
              <a:gd name="T15" fmla="*/ 24 h 28"/>
              <a:gd name="T16" fmla="*/ 9 w 142"/>
              <a:gd name="T17" fmla="*/ 27 h 28"/>
              <a:gd name="T18" fmla="*/ 14 w 142"/>
              <a:gd name="T19" fmla="*/ 28 h 28"/>
              <a:gd name="T20" fmla="*/ 129 w 142"/>
              <a:gd name="T21" fmla="*/ 28 h 28"/>
              <a:gd name="T22" fmla="*/ 135 w 142"/>
              <a:gd name="T23" fmla="*/ 27 h 28"/>
              <a:gd name="T24" fmla="*/ 139 w 142"/>
              <a:gd name="T25" fmla="*/ 24 h 28"/>
              <a:gd name="T26" fmla="*/ 141 w 142"/>
              <a:gd name="T27" fmla="*/ 20 h 28"/>
              <a:gd name="T28" fmla="*/ 142 w 142"/>
              <a:gd name="T29" fmla="*/ 14 h 28"/>
              <a:gd name="T30" fmla="*/ 141 w 142"/>
              <a:gd name="T31" fmla="*/ 9 h 28"/>
              <a:gd name="T32" fmla="*/ 139 w 142"/>
              <a:gd name="T33" fmla="*/ 3 h 28"/>
              <a:gd name="T34" fmla="*/ 135 w 142"/>
              <a:gd name="T35" fmla="*/ 1 h 28"/>
              <a:gd name="T36" fmla="*/ 129 w 142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2" h="28">
                <a:moveTo>
                  <a:pt x="129" y="0"/>
                </a:move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2" y="9"/>
                </a:lnTo>
                <a:lnTo>
                  <a:pt x="0" y="14"/>
                </a:lnTo>
                <a:lnTo>
                  <a:pt x="2" y="20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129" y="28"/>
                </a:lnTo>
                <a:lnTo>
                  <a:pt x="135" y="27"/>
                </a:lnTo>
                <a:lnTo>
                  <a:pt x="139" y="24"/>
                </a:lnTo>
                <a:lnTo>
                  <a:pt x="141" y="20"/>
                </a:lnTo>
                <a:lnTo>
                  <a:pt x="142" y="14"/>
                </a:lnTo>
                <a:lnTo>
                  <a:pt x="141" y="9"/>
                </a:lnTo>
                <a:lnTo>
                  <a:pt x="139" y="3"/>
                </a:lnTo>
                <a:lnTo>
                  <a:pt x="135" y="1"/>
                </a:lnTo>
                <a:lnTo>
                  <a:pt x="1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6" name="Freeform 295">
            <a:extLst>
              <a:ext uri="{FF2B5EF4-FFF2-40B4-BE49-F238E27FC236}">
                <a16:creationId xmlns:a16="http://schemas.microsoft.com/office/drawing/2014/main" id="{9E473215-C50F-4A0E-A6D6-E462712DEAE9}"/>
              </a:ext>
            </a:extLst>
          </p:cNvPr>
          <p:cNvSpPr>
            <a:spLocks/>
          </p:cNvSpPr>
          <p:nvPr/>
        </p:nvSpPr>
        <p:spPr bwMode="auto">
          <a:xfrm>
            <a:off x="8366126" y="3468688"/>
            <a:ext cx="74613" cy="14288"/>
          </a:xfrm>
          <a:custGeom>
            <a:avLst/>
            <a:gdLst>
              <a:gd name="T0" fmla="*/ 129 w 142"/>
              <a:gd name="T1" fmla="*/ 0 h 28"/>
              <a:gd name="T2" fmla="*/ 14 w 142"/>
              <a:gd name="T3" fmla="*/ 0 h 28"/>
              <a:gd name="T4" fmla="*/ 9 w 142"/>
              <a:gd name="T5" fmla="*/ 1 h 28"/>
              <a:gd name="T6" fmla="*/ 5 w 142"/>
              <a:gd name="T7" fmla="*/ 4 h 28"/>
              <a:gd name="T8" fmla="*/ 2 w 142"/>
              <a:gd name="T9" fmla="*/ 9 h 28"/>
              <a:gd name="T10" fmla="*/ 0 w 142"/>
              <a:gd name="T11" fmla="*/ 14 h 28"/>
              <a:gd name="T12" fmla="*/ 2 w 142"/>
              <a:gd name="T13" fmla="*/ 19 h 28"/>
              <a:gd name="T14" fmla="*/ 5 w 142"/>
              <a:gd name="T15" fmla="*/ 24 h 28"/>
              <a:gd name="T16" fmla="*/ 9 w 142"/>
              <a:gd name="T17" fmla="*/ 27 h 28"/>
              <a:gd name="T18" fmla="*/ 14 w 142"/>
              <a:gd name="T19" fmla="*/ 28 h 28"/>
              <a:gd name="T20" fmla="*/ 129 w 142"/>
              <a:gd name="T21" fmla="*/ 28 h 28"/>
              <a:gd name="T22" fmla="*/ 135 w 142"/>
              <a:gd name="T23" fmla="*/ 27 h 28"/>
              <a:gd name="T24" fmla="*/ 139 w 142"/>
              <a:gd name="T25" fmla="*/ 24 h 28"/>
              <a:gd name="T26" fmla="*/ 141 w 142"/>
              <a:gd name="T27" fmla="*/ 19 h 28"/>
              <a:gd name="T28" fmla="*/ 142 w 142"/>
              <a:gd name="T29" fmla="*/ 14 h 28"/>
              <a:gd name="T30" fmla="*/ 141 w 142"/>
              <a:gd name="T31" fmla="*/ 9 h 28"/>
              <a:gd name="T32" fmla="*/ 139 w 142"/>
              <a:gd name="T33" fmla="*/ 4 h 28"/>
              <a:gd name="T34" fmla="*/ 135 w 142"/>
              <a:gd name="T35" fmla="*/ 1 h 28"/>
              <a:gd name="T36" fmla="*/ 129 w 142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2" h="28">
                <a:moveTo>
                  <a:pt x="129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2" y="9"/>
                </a:lnTo>
                <a:lnTo>
                  <a:pt x="0" y="14"/>
                </a:lnTo>
                <a:lnTo>
                  <a:pt x="2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129" y="28"/>
                </a:lnTo>
                <a:lnTo>
                  <a:pt x="135" y="27"/>
                </a:lnTo>
                <a:lnTo>
                  <a:pt x="139" y="24"/>
                </a:lnTo>
                <a:lnTo>
                  <a:pt x="141" y="19"/>
                </a:lnTo>
                <a:lnTo>
                  <a:pt x="142" y="14"/>
                </a:lnTo>
                <a:lnTo>
                  <a:pt x="141" y="9"/>
                </a:lnTo>
                <a:lnTo>
                  <a:pt x="139" y="4"/>
                </a:lnTo>
                <a:lnTo>
                  <a:pt x="135" y="1"/>
                </a:lnTo>
                <a:lnTo>
                  <a:pt x="1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7" name="Freeform 296">
            <a:extLst>
              <a:ext uri="{FF2B5EF4-FFF2-40B4-BE49-F238E27FC236}">
                <a16:creationId xmlns:a16="http://schemas.microsoft.com/office/drawing/2014/main" id="{B3D15E68-85B9-40A9-9EBA-6F1CD0C670BB}"/>
              </a:ext>
            </a:extLst>
          </p:cNvPr>
          <p:cNvSpPr>
            <a:spLocks/>
          </p:cNvSpPr>
          <p:nvPr/>
        </p:nvSpPr>
        <p:spPr bwMode="auto">
          <a:xfrm>
            <a:off x="8366126" y="3421063"/>
            <a:ext cx="192088" cy="15875"/>
          </a:xfrm>
          <a:custGeom>
            <a:avLst/>
            <a:gdLst>
              <a:gd name="T0" fmla="*/ 350 w 363"/>
              <a:gd name="T1" fmla="*/ 0 h 28"/>
              <a:gd name="T2" fmla="*/ 14 w 363"/>
              <a:gd name="T3" fmla="*/ 0 h 28"/>
              <a:gd name="T4" fmla="*/ 9 w 363"/>
              <a:gd name="T5" fmla="*/ 1 h 28"/>
              <a:gd name="T6" fmla="*/ 5 w 363"/>
              <a:gd name="T7" fmla="*/ 4 h 28"/>
              <a:gd name="T8" fmla="*/ 2 w 363"/>
              <a:gd name="T9" fmla="*/ 9 h 28"/>
              <a:gd name="T10" fmla="*/ 0 w 363"/>
              <a:gd name="T11" fmla="*/ 14 h 28"/>
              <a:gd name="T12" fmla="*/ 2 w 363"/>
              <a:gd name="T13" fmla="*/ 19 h 28"/>
              <a:gd name="T14" fmla="*/ 5 w 363"/>
              <a:gd name="T15" fmla="*/ 24 h 28"/>
              <a:gd name="T16" fmla="*/ 9 w 363"/>
              <a:gd name="T17" fmla="*/ 27 h 28"/>
              <a:gd name="T18" fmla="*/ 14 w 363"/>
              <a:gd name="T19" fmla="*/ 28 h 28"/>
              <a:gd name="T20" fmla="*/ 350 w 363"/>
              <a:gd name="T21" fmla="*/ 28 h 28"/>
              <a:gd name="T22" fmla="*/ 356 w 363"/>
              <a:gd name="T23" fmla="*/ 27 h 28"/>
              <a:gd name="T24" fmla="*/ 360 w 363"/>
              <a:gd name="T25" fmla="*/ 24 h 28"/>
              <a:gd name="T26" fmla="*/ 362 w 363"/>
              <a:gd name="T27" fmla="*/ 19 h 28"/>
              <a:gd name="T28" fmla="*/ 363 w 363"/>
              <a:gd name="T29" fmla="*/ 14 h 28"/>
              <a:gd name="T30" fmla="*/ 362 w 363"/>
              <a:gd name="T31" fmla="*/ 9 h 28"/>
              <a:gd name="T32" fmla="*/ 360 w 363"/>
              <a:gd name="T33" fmla="*/ 4 h 28"/>
              <a:gd name="T34" fmla="*/ 356 w 363"/>
              <a:gd name="T35" fmla="*/ 1 h 28"/>
              <a:gd name="T36" fmla="*/ 350 w 363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3" h="28">
                <a:moveTo>
                  <a:pt x="350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2" y="9"/>
                </a:lnTo>
                <a:lnTo>
                  <a:pt x="0" y="14"/>
                </a:lnTo>
                <a:lnTo>
                  <a:pt x="2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350" y="28"/>
                </a:lnTo>
                <a:lnTo>
                  <a:pt x="356" y="27"/>
                </a:lnTo>
                <a:lnTo>
                  <a:pt x="360" y="24"/>
                </a:lnTo>
                <a:lnTo>
                  <a:pt x="362" y="19"/>
                </a:lnTo>
                <a:lnTo>
                  <a:pt x="363" y="14"/>
                </a:lnTo>
                <a:lnTo>
                  <a:pt x="362" y="9"/>
                </a:lnTo>
                <a:lnTo>
                  <a:pt x="360" y="4"/>
                </a:lnTo>
                <a:lnTo>
                  <a:pt x="356" y="1"/>
                </a:lnTo>
                <a:lnTo>
                  <a:pt x="3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8" name="Freeform 297">
            <a:extLst>
              <a:ext uri="{FF2B5EF4-FFF2-40B4-BE49-F238E27FC236}">
                <a16:creationId xmlns:a16="http://schemas.microsoft.com/office/drawing/2014/main" id="{C514F004-AEDF-4B7F-97EE-CC5552740529}"/>
              </a:ext>
            </a:extLst>
          </p:cNvPr>
          <p:cNvSpPr>
            <a:spLocks/>
          </p:cNvSpPr>
          <p:nvPr/>
        </p:nvSpPr>
        <p:spPr bwMode="auto">
          <a:xfrm>
            <a:off x="8513764" y="3375026"/>
            <a:ext cx="74613" cy="14288"/>
          </a:xfrm>
          <a:custGeom>
            <a:avLst/>
            <a:gdLst>
              <a:gd name="T0" fmla="*/ 127 w 141"/>
              <a:gd name="T1" fmla="*/ 0 h 28"/>
              <a:gd name="T2" fmla="*/ 14 w 141"/>
              <a:gd name="T3" fmla="*/ 0 h 28"/>
              <a:gd name="T4" fmla="*/ 9 w 141"/>
              <a:gd name="T5" fmla="*/ 1 h 28"/>
              <a:gd name="T6" fmla="*/ 5 w 141"/>
              <a:gd name="T7" fmla="*/ 4 h 28"/>
              <a:gd name="T8" fmla="*/ 1 w 141"/>
              <a:gd name="T9" fmla="*/ 9 h 28"/>
              <a:gd name="T10" fmla="*/ 0 w 141"/>
              <a:gd name="T11" fmla="*/ 14 h 28"/>
              <a:gd name="T12" fmla="*/ 1 w 141"/>
              <a:gd name="T13" fmla="*/ 19 h 28"/>
              <a:gd name="T14" fmla="*/ 5 w 141"/>
              <a:gd name="T15" fmla="*/ 24 h 28"/>
              <a:gd name="T16" fmla="*/ 9 w 141"/>
              <a:gd name="T17" fmla="*/ 27 h 28"/>
              <a:gd name="T18" fmla="*/ 14 w 141"/>
              <a:gd name="T19" fmla="*/ 28 h 28"/>
              <a:gd name="T20" fmla="*/ 127 w 141"/>
              <a:gd name="T21" fmla="*/ 28 h 28"/>
              <a:gd name="T22" fmla="*/ 132 w 141"/>
              <a:gd name="T23" fmla="*/ 27 h 28"/>
              <a:gd name="T24" fmla="*/ 137 w 141"/>
              <a:gd name="T25" fmla="*/ 24 h 28"/>
              <a:gd name="T26" fmla="*/ 140 w 141"/>
              <a:gd name="T27" fmla="*/ 19 h 28"/>
              <a:gd name="T28" fmla="*/ 141 w 141"/>
              <a:gd name="T29" fmla="*/ 14 h 28"/>
              <a:gd name="T30" fmla="*/ 140 w 141"/>
              <a:gd name="T31" fmla="*/ 9 h 28"/>
              <a:gd name="T32" fmla="*/ 137 w 141"/>
              <a:gd name="T33" fmla="*/ 4 h 28"/>
              <a:gd name="T34" fmla="*/ 132 w 141"/>
              <a:gd name="T35" fmla="*/ 1 h 28"/>
              <a:gd name="T36" fmla="*/ 127 w 141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1" h="28">
                <a:moveTo>
                  <a:pt x="127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127" y="28"/>
                </a:lnTo>
                <a:lnTo>
                  <a:pt x="132" y="27"/>
                </a:lnTo>
                <a:lnTo>
                  <a:pt x="137" y="24"/>
                </a:lnTo>
                <a:lnTo>
                  <a:pt x="140" y="19"/>
                </a:lnTo>
                <a:lnTo>
                  <a:pt x="141" y="14"/>
                </a:lnTo>
                <a:lnTo>
                  <a:pt x="140" y="9"/>
                </a:lnTo>
                <a:lnTo>
                  <a:pt x="137" y="4"/>
                </a:lnTo>
                <a:lnTo>
                  <a:pt x="132" y="1"/>
                </a:lnTo>
                <a:lnTo>
                  <a:pt x="12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69" name="Freeform 298">
            <a:extLst>
              <a:ext uri="{FF2B5EF4-FFF2-40B4-BE49-F238E27FC236}">
                <a16:creationId xmlns:a16="http://schemas.microsoft.com/office/drawing/2014/main" id="{17E62480-77B5-4890-AC17-8D5F4B18B443}"/>
              </a:ext>
            </a:extLst>
          </p:cNvPr>
          <p:cNvSpPr>
            <a:spLocks/>
          </p:cNvSpPr>
          <p:nvPr/>
        </p:nvSpPr>
        <p:spPr bwMode="auto">
          <a:xfrm>
            <a:off x="8513764" y="3327401"/>
            <a:ext cx="74613" cy="14288"/>
          </a:xfrm>
          <a:custGeom>
            <a:avLst/>
            <a:gdLst>
              <a:gd name="T0" fmla="*/ 127 w 141"/>
              <a:gd name="T1" fmla="*/ 0 h 28"/>
              <a:gd name="T2" fmla="*/ 14 w 141"/>
              <a:gd name="T3" fmla="*/ 0 h 28"/>
              <a:gd name="T4" fmla="*/ 9 w 141"/>
              <a:gd name="T5" fmla="*/ 1 h 28"/>
              <a:gd name="T6" fmla="*/ 5 w 141"/>
              <a:gd name="T7" fmla="*/ 4 h 28"/>
              <a:gd name="T8" fmla="*/ 1 w 141"/>
              <a:gd name="T9" fmla="*/ 8 h 28"/>
              <a:gd name="T10" fmla="*/ 0 w 141"/>
              <a:gd name="T11" fmla="*/ 14 h 28"/>
              <a:gd name="T12" fmla="*/ 1 w 141"/>
              <a:gd name="T13" fmla="*/ 19 h 28"/>
              <a:gd name="T14" fmla="*/ 5 w 141"/>
              <a:gd name="T15" fmla="*/ 25 h 28"/>
              <a:gd name="T16" fmla="*/ 9 w 141"/>
              <a:gd name="T17" fmla="*/ 27 h 28"/>
              <a:gd name="T18" fmla="*/ 14 w 141"/>
              <a:gd name="T19" fmla="*/ 28 h 28"/>
              <a:gd name="T20" fmla="*/ 127 w 141"/>
              <a:gd name="T21" fmla="*/ 28 h 28"/>
              <a:gd name="T22" fmla="*/ 132 w 141"/>
              <a:gd name="T23" fmla="*/ 27 h 28"/>
              <a:gd name="T24" fmla="*/ 137 w 141"/>
              <a:gd name="T25" fmla="*/ 25 h 28"/>
              <a:gd name="T26" fmla="*/ 140 w 141"/>
              <a:gd name="T27" fmla="*/ 19 h 28"/>
              <a:gd name="T28" fmla="*/ 141 w 141"/>
              <a:gd name="T29" fmla="*/ 14 h 28"/>
              <a:gd name="T30" fmla="*/ 140 w 141"/>
              <a:gd name="T31" fmla="*/ 8 h 28"/>
              <a:gd name="T32" fmla="*/ 137 w 141"/>
              <a:gd name="T33" fmla="*/ 4 h 28"/>
              <a:gd name="T34" fmla="*/ 132 w 141"/>
              <a:gd name="T35" fmla="*/ 1 h 28"/>
              <a:gd name="T36" fmla="*/ 127 w 141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1" h="28">
                <a:moveTo>
                  <a:pt x="127" y="0"/>
                </a:move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5"/>
                </a:lnTo>
                <a:lnTo>
                  <a:pt x="9" y="27"/>
                </a:lnTo>
                <a:lnTo>
                  <a:pt x="14" y="28"/>
                </a:lnTo>
                <a:lnTo>
                  <a:pt x="127" y="28"/>
                </a:lnTo>
                <a:lnTo>
                  <a:pt x="132" y="27"/>
                </a:lnTo>
                <a:lnTo>
                  <a:pt x="137" y="25"/>
                </a:lnTo>
                <a:lnTo>
                  <a:pt x="140" y="19"/>
                </a:lnTo>
                <a:lnTo>
                  <a:pt x="141" y="14"/>
                </a:lnTo>
                <a:lnTo>
                  <a:pt x="140" y="8"/>
                </a:lnTo>
                <a:lnTo>
                  <a:pt x="137" y="4"/>
                </a:lnTo>
                <a:lnTo>
                  <a:pt x="132" y="1"/>
                </a:lnTo>
                <a:lnTo>
                  <a:pt x="12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0" name="Freeform 299">
            <a:extLst>
              <a:ext uri="{FF2B5EF4-FFF2-40B4-BE49-F238E27FC236}">
                <a16:creationId xmlns:a16="http://schemas.microsoft.com/office/drawing/2014/main" id="{9D89E1C9-A11A-4768-A8AB-4F2C8904FFFE}"/>
              </a:ext>
            </a:extLst>
          </p:cNvPr>
          <p:cNvSpPr>
            <a:spLocks/>
          </p:cNvSpPr>
          <p:nvPr/>
        </p:nvSpPr>
        <p:spPr bwMode="auto">
          <a:xfrm>
            <a:off x="8513764" y="3281363"/>
            <a:ext cx="74613" cy="14288"/>
          </a:xfrm>
          <a:custGeom>
            <a:avLst/>
            <a:gdLst>
              <a:gd name="T0" fmla="*/ 127 w 141"/>
              <a:gd name="T1" fmla="*/ 0 h 27"/>
              <a:gd name="T2" fmla="*/ 14 w 141"/>
              <a:gd name="T3" fmla="*/ 0 h 27"/>
              <a:gd name="T4" fmla="*/ 9 w 141"/>
              <a:gd name="T5" fmla="*/ 1 h 27"/>
              <a:gd name="T6" fmla="*/ 5 w 141"/>
              <a:gd name="T7" fmla="*/ 3 h 27"/>
              <a:gd name="T8" fmla="*/ 1 w 141"/>
              <a:gd name="T9" fmla="*/ 8 h 27"/>
              <a:gd name="T10" fmla="*/ 0 w 141"/>
              <a:gd name="T11" fmla="*/ 14 h 27"/>
              <a:gd name="T12" fmla="*/ 1 w 141"/>
              <a:gd name="T13" fmla="*/ 19 h 27"/>
              <a:gd name="T14" fmla="*/ 5 w 141"/>
              <a:gd name="T15" fmla="*/ 23 h 27"/>
              <a:gd name="T16" fmla="*/ 9 w 141"/>
              <a:gd name="T17" fmla="*/ 26 h 27"/>
              <a:gd name="T18" fmla="*/ 14 w 141"/>
              <a:gd name="T19" fmla="*/ 27 h 27"/>
              <a:gd name="T20" fmla="*/ 127 w 141"/>
              <a:gd name="T21" fmla="*/ 27 h 27"/>
              <a:gd name="T22" fmla="*/ 132 w 141"/>
              <a:gd name="T23" fmla="*/ 26 h 27"/>
              <a:gd name="T24" fmla="*/ 137 w 141"/>
              <a:gd name="T25" fmla="*/ 23 h 27"/>
              <a:gd name="T26" fmla="*/ 140 w 141"/>
              <a:gd name="T27" fmla="*/ 19 h 27"/>
              <a:gd name="T28" fmla="*/ 141 w 141"/>
              <a:gd name="T29" fmla="*/ 14 h 27"/>
              <a:gd name="T30" fmla="*/ 140 w 141"/>
              <a:gd name="T31" fmla="*/ 8 h 27"/>
              <a:gd name="T32" fmla="*/ 137 w 141"/>
              <a:gd name="T33" fmla="*/ 3 h 27"/>
              <a:gd name="T34" fmla="*/ 132 w 141"/>
              <a:gd name="T35" fmla="*/ 1 h 27"/>
              <a:gd name="T36" fmla="*/ 127 w 141"/>
              <a:gd name="T37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1" h="27">
                <a:moveTo>
                  <a:pt x="127" y="0"/>
                </a:move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5" y="23"/>
                </a:lnTo>
                <a:lnTo>
                  <a:pt x="9" y="26"/>
                </a:lnTo>
                <a:lnTo>
                  <a:pt x="14" y="27"/>
                </a:lnTo>
                <a:lnTo>
                  <a:pt x="127" y="27"/>
                </a:lnTo>
                <a:lnTo>
                  <a:pt x="132" y="26"/>
                </a:lnTo>
                <a:lnTo>
                  <a:pt x="137" y="23"/>
                </a:lnTo>
                <a:lnTo>
                  <a:pt x="140" y="19"/>
                </a:lnTo>
                <a:lnTo>
                  <a:pt x="141" y="14"/>
                </a:lnTo>
                <a:lnTo>
                  <a:pt x="140" y="8"/>
                </a:lnTo>
                <a:lnTo>
                  <a:pt x="137" y="3"/>
                </a:lnTo>
                <a:lnTo>
                  <a:pt x="132" y="1"/>
                </a:lnTo>
                <a:lnTo>
                  <a:pt x="12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1" name="Freeform 300">
            <a:extLst>
              <a:ext uri="{FF2B5EF4-FFF2-40B4-BE49-F238E27FC236}">
                <a16:creationId xmlns:a16="http://schemas.microsoft.com/office/drawing/2014/main" id="{F9476C1B-4810-4758-8E4D-44A09511019C}"/>
              </a:ext>
            </a:extLst>
          </p:cNvPr>
          <p:cNvSpPr>
            <a:spLocks/>
          </p:cNvSpPr>
          <p:nvPr/>
        </p:nvSpPr>
        <p:spPr bwMode="auto">
          <a:xfrm>
            <a:off x="8574089" y="3421063"/>
            <a:ext cx="14288" cy="15875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2" name="Freeform 301">
            <a:extLst>
              <a:ext uri="{FF2B5EF4-FFF2-40B4-BE49-F238E27FC236}">
                <a16:creationId xmlns:a16="http://schemas.microsoft.com/office/drawing/2014/main" id="{FCBEA7CF-2793-4001-91D6-D533A1ED29B8}"/>
              </a:ext>
            </a:extLst>
          </p:cNvPr>
          <p:cNvSpPr>
            <a:spLocks/>
          </p:cNvSpPr>
          <p:nvPr/>
        </p:nvSpPr>
        <p:spPr bwMode="auto">
          <a:xfrm>
            <a:off x="8470901" y="3241676"/>
            <a:ext cx="14288" cy="14288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8 w 28"/>
              <a:gd name="T19" fmla="*/ 26 h 28"/>
              <a:gd name="T20" fmla="*/ 14 w 28"/>
              <a:gd name="T21" fmla="*/ 28 h 28"/>
              <a:gd name="T22" fmla="*/ 19 w 28"/>
              <a:gd name="T23" fmla="*/ 26 h 28"/>
              <a:gd name="T24" fmla="*/ 23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3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4" y="28"/>
                </a:lnTo>
                <a:lnTo>
                  <a:pt x="19" y="26"/>
                </a:lnTo>
                <a:lnTo>
                  <a:pt x="23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3" name="Freeform 302">
            <a:extLst>
              <a:ext uri="{FF2B5EF4-FFF2-40B4-BE49-F238E27FC236}">
                <a16:creationId xmlns:a16="http://schemas.microsoft.com/office/drawing/2014/main" id="{18B00F9D-A57F-4250-AA86-8EC511F02F86}"/>
              </a:ext>
            </a:extLst>
          </p:cNvPr>
          <p:cNvSpPr>
            <a:spLocks/>
          </p:cNvSpPr>
          <p:nvPr/>
        </p:nvSpPr>
        <p:spPr bwMode="auto">
          <a:xfrm>
            <a:off x="8326439" y="2508251"/>
            <a:ext cx="376238" cy="376238"/>
          </a:xfrm>
          <a:custGeom>
            <a:avLst/>
            <a:gdLst>
              <a:gd name="T0" fmla="*/ 705 w 712"/>
              <a:gd name="T1" fmla="*/ 309 h 712"/>
              <a:gd name="T2" fmla="*/ 708 w 712"/>
              <a:gd name="T3" fmla="*/ 217 h 712"/>
              <a:gd name="T4" fmla="*/ 686 w 712"/>
              <a:gd name="T5" fmla="*/ 145 h 712"/>
              <a:gd name="T6" fmla="*/ 645 w 712"/>
              <a:gd name="T7" fmla="*/ 83 h 712"/>
              <a:gd name="T8" fmla="*/ 588 w 712"/>
              <a:gd name="T9" fmla="*/ 37 h 712"/>
              <a:gd name="T10" fmla="*/ 520 w 712"/>
              <a:gd name="T11" fmla="*/ 8 h 712"/>
              <a:gd name="T12" fmla="*/ 438 w 712"/>
              <a:gd name="T13" fmla="*/ 1 h 712"/>
              <a:gd name="T14" fmla="*/ 338 w 712"/>
              <a:gd name="T15" fmla="*/ 29 h 712"/>
              <a:gd name="T16" fmla="*/ 322 w 712"/>
              <a:gd name="T17" fmla="*/ 61 h 712"/>
              <a:gd name="T18" fmla="*/ 379 w 712"/>
              <a:gd name="T19" fmla="*/ 41 h 712"/>
              <a:gd name="T20" fmla="*/ 467 w 712"/>
              <a:gd name="T21" fmla="*/ 28 h 712"/>
              <a:gd name="T22" fmla="*/ 534 w 712"/>
              <a:gd name="T23" fmla="*/ 42 h 712"/>
              <a:gd name="T24" fmla="*/ 631 w 712"/>
              <a:gd name="T25" fmla="*/ 110 h 712"/>
              <a:gd name="T26" fmla="*/ 676 w 712"/>
              <a:gd name="T27" fmla="*/ 198 h 712"/>
              <a:gd name="T28" fmla="*/ 683 w 712"/>
              <a:gd name="T29" fmla="*/ 272 h 712"/>
              <a:gd name="T30" fmla="*/ 654 w 712"/>
              <a:gd name="T31" fmla="*/ 368 h 712"/>
              <a:gd name="T32" fmla="*/ 660 w 712"/>
              <a:gd name="T33" fmla="*/ 456 h 712"/>
              <a:gd name="T34" fmla="*/ 573 w 712"/>
              <a:gd name="T35" fmla="*/ 451 h 712"/>
              <a:gd name="T36" fmla="*/ 473 w 712"/>
              <a:gd name="T37" fmla="*/ 483 h 712"/>
              <a:gd name="T38" fmla="*/ 374 w 712"/>
              <a:gd name="T39" fmla="*/ 457 h 712"/>
              <a:gd name="T40" fmla="*/ 336 w 712"/>
              <a:gd name="T41" fmla="*/ 393 h 712"/>
              <a:gd name="T42" fmla="*/ 277 w 712"/>
              <a:gd name="T43" fmla="*/ 348 h 712"/>
              <a:gd name="T44" fmla="*/ 229 w 712"/>
              <a:gd name="T45" fmla="*/ 276 h 712"/>
              <a:gd name="T46" fmla="*/ 242 w 712"/>
              <a:gd name="T47" fmla="*/ 178 h 712"/>
              <a:gd name="T48" fmla="*/ 262 w 712"/>
              <a:gd name="T49" fmla="*/ 120 h 712"/>
              <a:gd name="T50" fmla="*/ 230 w 712"/>
              <a:gd name="T51" fmla="*/ 136 h 712"/>
              <a:gd name="T52" fmla="*/ 201 w 712"/>
              <a:gd name="T53" fmla="*/ 238 h 712"/>
              <a:gd name="T54" fmla="*/ 202 w 712"/>
              <a:gd name="T55" fmla="*/ 328 h 712"/>
              <a:gd name="T56" fmla="*/ 101 w 712"/>
              <a:gd name="T57" fmla="*/ 351 h 712"/>
              <a:gd name="T58" fmla="*/ 24 w 712"/>
              <a:gd name="T59" fmla="*/ 428 h 712"/>
              <a:gd name="T60" fmla="*/ 1 w 712"/>
              <a:gd name="T61" fmla="*/ 533 h 712"/>
              <a:gd name="T62" fmla="*/ 25 w 712"/>
              <a:gd name="T63" fmla="*/ 613 h 712"/>
              <a:gd name="T64" fmla="*/ 21 w 712"/>
              <a:gd name="T65" fmla="*/ 694 h 712"/>
              <a:gd name="T66" fmla="*/ 103 w 712"/>
              <a:gd name="T67" fmla="*/ 689 h 712"/>
              <a:gd name="T68" fmla="*/ 178 w 712"/>
              <a:gd name="T69" fmla="*/ 710 h 712"/>
              <a:gd name="T70" fmla="*/ 259 w 712"/>
              <a:gd name="T71" fmla="*/ 700 h 712"/>
              <a:gd name="T72" fmla="*/ 301 w 712"/>
              <a:gd name="T73" fmla="*/ 668 h 712"/>
              <a:gd name="T74" fmla="*/ 270 w 712"/>
              <a:gd name="T75" fmla="*/ 664 h 712"/>
              <a:gd name="T76" fmla="*/ 204 w 712"/>
              <a:gd name="T77" fmla="*/ 683 h 712"/>
              <a:gd name="T78" fmla="*/ 133 w 712"/>
              <a:gd name="T79" fmla="*/ 673 h 712"/>
              <a:gd name="T80" fmla="*/ 93 w 712"/>
              <a:gd name="T81" fmla="*/ 654 h 712"/>
              <a:gd name="T82" fmla="*/ 60 w 712"/>
              <a:gd name="T83" fmla="*/ 617 h 712"/>
              <a:gd name="T84" fmla="*/ 33 w 712"/>
              <a:gd name="T85" fmla="*/ 557 h 712"/>
              <a:gd name="T86" fmla="*/ 36 w 712"/>
              <a:gd name="T87" fmla="*/ 471 h 712"/>
              <a:gd name="T88" fmla="*/ 88 w 712"/>
              <a:gd name="T89" fmla="*/ 393 h 712"/>
              <a:gd name="T90" fmla="*/ 175 w 712"/>
              <a:gd name="T91" fmla="*/ 356 h 712"/>
              <a:gd name="T92" fmla="*/ 270 w 712"/>
              <a:gd name="T93" fmla="*/ 375 h 712"/>
              <a:gd name="T94" fmla="*/ 336 w 712"/>
              <a:gd name="T95" fmla="*/ 441 h 712"/>
              <a:gd name="T96" fmla="*/ 355 w 712"/>
              <a:gd name="T97" fmla="*/ 534 h 712"/>
              <a:gd name="T98" fmla="*/ 350 w 712"/>
              <a:gd name="T99" fmla="*/ 590 h 712"/>
              <a:gd name="T100" fmla="*/ 377 w 712"/>
              <a:gd name="T101" fmla="*/ 569 h 712"/>
              <a:gd name="T102" fmla="*/ 401 w 712"/>
              <a:gd name="T103" fmla="*/ 505 h 712"/>
              <a:gd name="T104" fmla="*/ 512 w 712"/>
              <a:gd name="T105" fmla="*/ 505 h 712"/>
              <a:gd name="T106" fmla="*/ 676 w 712"/>
              <a:gd name="T107" fmla="*/ 488 h 712"/>
              <a:gd name="T108" fmla="*/ 693 w 712"/>
              <a:gd name="T109" fmla="*/ 479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12" h="712">
                <a:moveTo>
                  <a:pt x="672" y="392"/>
                </a:moveTo>
                <a:lnTo>
                  <a:pt x="682" y="377"/>
                </a:lnTo>
                <a:lnTo>
                  <a:pt x="689" y="360"/>
                </a:lnTo>
                <a:lnTo>
                  <a:pt x="696" y="343"/>
                </a:lnTo>
                <a:lnTo>
                  <a:pt x="701" y="326"/>
                </a:lnTo>
                <a:lnTo>
                  <a:pt x="705" y="309"/>
                </a:lnTo>
                <a:lnTo>
                  <a:pt x="708" y="292"/>
                </a:lnTo>
                <a:lnTo>
                  <a:pt x="711" y="274"/>
                </a:lnTo>
                <a:lnTo>
                  <a:pt x="712" y="255"/>
                </a:lnTo>
                <a:lnTo>
                  <a:pt x="711" y="242"/>
                </a:lnTo>
                <a:lnTo>
                  <a:pt x="709" y="229"/>
                </a:lnTo>
                <a:lnTo>
                  <a:pt x="708" y="217"/>
                </a:lnTo>
                <a:lnTo>
                  <a:pt x="706" y="204"/>
                </a:lnTo>
                <a:lnTo>
                  <a:pt x="703" y="192"/>
                </a:lnTo>
                <a:lnTo>
                  <a:pt x="700" y="180"/>
                </a:lnTo>
                <a:lnTo>
                  <a:pt x="696" y="167"/>
                </a:lnTo>
                <a:lnTo>
                  <a:pt x="691" y="156"/>
                </a:lnTo>
                <a:lnTo>
                  <a:pt x="686" y="145"/>
                </a:lnTo>
                <a:lnTo>
                  <a:pt x="681" y="134"/>
                </a:lnTo>
                <a:lnTo>
                  <a:pt x="674" y="123"/>
                </a:lnTo>
                <a:lnTo>
                  <a:pt x="668" y="112"/>
                </a:lnTo>
                <a:lnTo>
                  <a:pt x="660" y="103"/>
                </a:lnTo>
                <a:lnTo>
                  <a:pt x="653" y="93"/>
                </a:lnTo>
                <a:lnTo>
                  <a:pt x="645" y="83"/>
                </a:lnTo>
                <a:lnTo>
                  <a:pt x="637" y="75"/>
                </a:lnTo>
                <a:lnTo>
                  <a:pt x="628" y="66"/>
                </a:lnTo>
                <a:lnTo>
                  <a:pt x="618" y="59"/>
                </a:lnTo>
                <a:lnTo>
                  <a:pt x="609" y="51"/>
                </a:lnTo>
                <a:lnTo>
                  <a:pt x="599" y="44"/>
                </a:lnTo>
                <a:lnTo>
                  <a:pt x="588" y="37"/>
                </a:lnTo>
                <a:lnTo>
                  <a:pt x="578" y="31"/>
                </a:lnTo>
                <a:lnTo>
                  <a:pt x="567" y="26"/>
                </a:lnTo>
                <a:lnTo>
                  <a:pt x="555" y="20"/>
                </a:lnTo>
                <a:lnTo>
                  <a:pt x="543" y="16"/>
                </a:lnTo>
                <a:lnTo>
                  <a:pt x="531" y="12"/>
                </a:lnTo>
                <a:lnTo>
                  <a:pt x="520" y="8"/>
                </a:lnTo>
                <a:lnTo>
                  <a:pt x="508" y="5"/>
                </a:lnTo>
                <a:lnTo>
                  <a:pt x="495" y="3"/>
                </a:lnTo>
                <a:lnTo>
                  <a:pt x="482" y="1"/>
                </a:lnTo>
                <a:lnTo>
                  <a:pt x="469" y="0"/>
                </a:lnTo>
                <a:lnTo>
                  <a:pt x="456" y="0"/>
                </a:lnTo>
                <a:lnTo>
                  <a:pt x="438" y="1"/>
                </a:lnTo>
                <a:lnTo>
                  <a:pt x="421" y="2"/>
                </a:lnTo>
                <a:lnTo>
                  <a:pt x="404" y="5"/>
                </a:lnTo>
                <a:lnTo>
                  <a:pt x="387" y="9"/>
                </a:lnTo>
                <a:lnTo>
                  <a:pt x="369" y="15"/>
                </a:lnTo>
                <a:lnTo>
                  <a:pt x="353" y="21"/>
                </a:lnTo>
                <a:lnTo>
                  <a:pt x="338" y="29"/>
                </a:lnTo>
                <a:lnTo>
                  <a:pt x="322" y="37"/>
                </a:lnTo>
                <a:lnTo>
                  <a:pt x="319" y="42"/>
                </a:lnTo>
                <a:lnTo>
                  <a:pt x="317" y="46"/>
                </a:lnTo>
                <a:lnTo>
                  <a:pt x="316" y="51"/>
                </a:lnTo>
                <a:lnTo>
                  <a:pt x="318" y="57"/>
                </a:lnTo>
                <a:lnTo>
                  <a:pt x="322" y="61"/>
                </a:lnTo>
                <a:lnTo>
                  <a:pt x="326" y="63"/>
                </a:lnTo>
                <a:lnTo>
                  <a:pt x="332" y="63"/>
                </a:lnTo>
                <a:lnTo>
                  <a:pt x="337" y="61"/>
                </a:lnTo>
                <a:lnTo>
                  <a:pt x="351" y="53"/>
                </a:lnTo>
                <a:lnTo>
                  <a:pt x="365" y="47"/>
                </a:lnTo>
                <a:lnTo>
                  <a:pt x="379" y="41"/>
                </a:lnTo>
                <a:lnTo>
                  <a:pt x="394" y="36"/>
                </a:lnTo>
                <a:lnTo>
                  <a:pt x="409" y="33"/>
                </a:lnTo>
                <a:lnTo>
                  <a:pt x="424" y="30"/>
                </a:lnTo>
                <a:lnTo>
                  <a:pt x="440" y="29"/>
                </a:lnTo>
                <a:lnTo>
                  <a:pt x="456" y="28"/>
                </a:lnTo>
                <a:lnTo>
                  <a:pt x="467" y="28"/>
                </a:lnTo>
                <a:lnTo>
                  <a:pt x="479" y="29"/>
                </a:lnTo>
                <a:lnTo>
                  <a:pt x="491" y="30"/>
                </a:lnTo>
                <a:lnTo>
                  <a:pt x="501" y="32"/>
                </a:lnTo>
                <a:lnTo>
                  <a:pt x="513" y="35"/>
                </a:lnTo>
                <a:lnTo>
                  <a:pt x="524" y="38"/>
                </a:lnTo>
                <a:lnTo>
                  <a:pt x="534" y="42"/>
                </a:lnTo>
                <a:lnTo>
                  <a:pt x="544" y="46"/>
                </a:lnTo>
                <a:lnTo>
                  <a:pt x="565" y="56"/>
                </a:lnTo>
                <a:lnTo>
                  <a:pt x="583" y="66"/>
                </a:lnTo>
                <a:lnTo>
                  <a:pt x="600" y="80"/>
                </a:lnTo>
                <a:lnTo>
                  <a:pt x="617" y="94"/>
                </a:lnTo>
                <a:lnTo>
                  <a:pt x="631" y="110"/>
                </a:lnTo>
                <a:lnTo>
                  <a:pt x="645" y="129"/>
                </a:lnTo>
                <a:lnTo>
                  <a:pt x="656" y="147"/>
                </a:lnTo>
                <a:lnTo>
                  <a:pt x="666" y="167"/>
                </a:lnTo>
                <a:lnTo>
                  <a:pt x="670" y="177"/>
                </a:lnTo>
                <a:lnTo>
                  <a:pt x="673" y="188"/>
                </a:lnTo>
                <a:lnTo>
                  <a:pt x="676" y="198"/>
                </a:lnTo>
                <a:lnTo>
                  <a:pt x="678" y="210"/>
                </a:lnTo>
                <a:lnTo>
                  <a:pt x="681" y="221"/>
                </a:lnTo>
                <a:lnTo>
                  <a:pt x="683" y="233"/>
                </a:lnTo>
                <a:lnTo>
                  <a:pt x="684" y="243"/>
                </a:lnTo>
                <a:lnTo>
                  <a:pt x="684" y="255"/>
                </a:lnTo>
                <a:lnTo>
                  <a:pt x="683" y="272"/>
                </a:lnTo>
                <a:lnTo>
                  <a:pt x="681" y="290"/>
                </a:lnTo>
                <a:lnTo>
                  <a:pt x="678" y="306"/>
                </a:lnTo>
                <a:lnTo>
                  <a:pt x="674" y="322"/>
                </a:lnTo>
                <a:lnTo>
                  <a:pt x="668" y="338"/>
                </a:lnTo>
                <a:lnTo>
                  <a:pt x="661" y="353"/>
                </a:lnTo>
                <a:lnTo>
                  <a:pt x="654" y="368"/>
                </a:lnTo>
                <a:lnTo>
                  <a:pt x="645" y="383"/>
                </a:lnTo>
                <a:lnTo>
                  <a:pt x="643" y="386"/>
                </a:lnTo>
                <a:lnTo>
                  <a:pt x="642" y="391"/>
                </a:lnTo>
                <a:lnTo>
                  <a:pt x="643" y="395"/>
                </a:lnTo>
                <a:lnTo>
                  <a:pt x="645" y="399"/>
                </a:lnTo>
                <a:lnTo>
                  <a:pt x="660" y="456"/>
                </a:lnTo>
                <a:lnTo>
                  <a:pt x="599" y="439"/>
                </a:lnTo>
                <a:lnTo>
                  <a:pt x="596" y="439"/>
                </a:lnTo>
                <a:lnTo>
                  <a:pt x="594" y="439"/>
                </a:lnTo>
                <a:lnTo>
                  <a:pt x="590" y="440"/>
                </a:lnTo>
                <a:lnTo>
                  <a:pt x="587" y="441"/>
                </a:lnTo>
                <a:lnTo>
                  <a:pt x="573" y="451"/>
                </a:lnTo>
                <a:lnTo>
                  <a:pt x="557" y="459"/>
                </a:lnTo>
                <a:lnTo>
                  <a:pt x="541" y="467"/>
                </a:lnTo>
                <a:lnTo>
                  <a:pt x="525" y="472"/>
                </a:lnTo>
                <a:lnTo>
                  <a:pt x="508" y="477"/>
                </a:lnTo>
                <a:lnTo>
                  <a:pt x="491" y="481"/>
                </a:lnTo>
                <a:lnTo>
                  <a:pt x="473" y="483"/>
                </a:lnTo>
                <a:lnTo>
                  <a:pt x="456" y="483"/>
                </a:lnTo>
                <a:lnTo>
                  <a:pt x="436" y="483"/>
                </a:lnTo>
                <a:lnTo>
                  <a:pt x="416" y="480"/>
                </a:lnTo>
                <a:lnTo>
                  <a:pt x="396" y="475"/>
                </a:lnTo>
                <a:lnTo>
                  <a:pt x="377" y="469"/>
                </a:lnTo>
                <a:lnTo>
                  <a:pt x="374" y="457"/>
                </a:lnTo>
                <a:lnTo>
                  <a:pt x="368" y="445"/>
                </a:lnTo>
                <a:lnTo>
                  <a:pt x="364" y="435"/>
                </a:lnTo>
                <a:lnTo>
                  <a:pt x="358" y="423"/>
                </a:lnTo>
                <a:lnTo>
                  <a:pt x="351" y="413"/>
                </a:lnTo>
                <a:lnTo>
                  <a:pt x="344" y="402"/>
                </a:lnTo>
                <a:lnTo>
                  <a:pt x="336" y="393"/>
                </a:lnTo>
                <a:lnTo>
                  <a:pt x="328" y="384"/>
                </a:lnTo>
                <a:lnTo>
                  <a:pt x="319" y="375"/>
                </a:lnTo>
                <a:lnTo>
                  <a:pt x="309" y="368"/>
                </a:lnTo>
                <a:lnTo>
                  <a:pt x="299" y="360"/>
                </a:lnTo>
                <a:lnTo>
                  <a:pt x="288" y="354"/>
                </a:lnTo>
                <a:lnTo>
                  <a:pt x="277" y="348"/>
                </a:lnTo>
                <a:lnTo>
                  <a:pt x="266" y="342"/>
                </a:lnTo>
                <a:lnTo>
                  <a:pt x="255" y="338"/>
                </a:lnTo>
                <a:lnTo>
                  <a:pt x="242" y="335"/>
                </a:lnTo>
                <a:lnTo>
                  <a:pt x="236" y="315"/>
                </a:lnTo>
                <a:lnTo>
                  <a:pt x="232" y="296"/>
                </a:lnTo>
                <a:lnTo>
                  <a:pt x="229" y="276"/>
                </a:lnTo>
                <a:lnTo>
                  <a:pt x="228" y="255"/>
                </a:lnTo>
                <a:lnTo>
                  <a:pt x="229" y="239"/>
                </a:lnTo>
                <a:lnTo>
                  <a:pt x="230" y="224"/>
                </a:lnTo>
                <a:lnTo>
                  <a:pt x="233" y="208"/>
                </a:lnTo>
                <a:lnTo>
                  <a:pt x="236" y="193"/>
                </a:lnTo>
                <a:lnTo>
                  <a:pt x="242" y="178"/>
                </a:lnTo>
                <a:lnTo>
                  <a:pt x="247" y="163"/>
                </a:lnTo>
                <a:lnTo>
                  <a:pt x="255" y="149"/>
                </a:lnTo>
                <a:lnTo>
                  <a:pt x="262" y="135"/>
                </a:lnTo>
                <a:lnTo>
                  <a:pt x="264" y="131"/>
                </a:lnTo>
                <a:lnTo>
                  <a:pt x="264" y="125"/>
                </a:lnTo>
                <a:lnTo>
                  <a:pt x="262" y="120"/>
                </a:lnTo>
                <a:lnTo>
                  <a:pt x="258" y="117"/>
                </a:lnTo>
                <a:lnTo>
                  <a:pt x="252" y="115"/>
                </a:lnTo>
                <a:lnTo>
                  <a:pt x="247" y="115"/>
                </a:lnTo>
                <a:lnTo>
                  <a:pt x="243" y="117"/>
                </a:lnTo>
                <a:lnTo>
                  <a:pt x="239" y="121"/>
                </a:lnTo>
                <a:lnTo>
                  <a:pt x="230" y="136"/>
                </a:lnTo>
                <a:lnTo>
                  <a:pt x="222" y="152"/>
                </a:lnTo>
                <a:lnTo>
                  <a:pt x="216" y="168"/>
                </a:lnTo>
                <a:lnTo>
                  <a:pt x="211" y="185"/>
                </a:lnTo>
                <a:lnTo>
                  <a:pt x="206" y="203"/>
                </a:lnTo>
                <a:lnTo>
                  <a:pt x="203" y="220"/>
                </a:lnTo>
                <a:lnTo>
                  <a:pt x="201" y="238"/>
                </a:lnTo>
                <a:lnTo>
                  <a:pt x="200" y="255"/>
                </a:lnTo>
                <a:lnTo>
                  <a:pt x="201" y="275"/>
                </a:lnTo>
                <a:lnTo>
                  <a:pt x="203" y="293"/>
                </a:lnTo>
                <a:lnTo>
                  <a:pt x="206" y="311"/>
                </a:lnTo>
                <a:lnTo>
                  <a:pt x="211" y="328"/>
                </a:lnTo>
                <a:lnTo>
                  <a:pt x="202" y="328"/>
                </a:lnTo>
                <a:lnTo>
                  <a:pt x="192" y="328"/>
                </a:lnTo>
                <a:lnTo>
                  <a:pt x="173" y="328"/>
                </a:lnTo>
                <a:lnTo>
                  <a:pt x="154" y="331"/>
                </a:lnTo>
                <a:lnTo>
                  <a:pt x="136" y="337"/>
                </a:lnTo>
                <a:lnTo>
                  <a:pt x="117" y="343"/>
                </a:lnTo>
                <a:lnTo>
                  <a:pt x="101" y="351"/>
                </a:lnTo>
                <a:lnTo>
                  <a:pt x="85" y="360"/>
                </a:lnTo>
                <a:lnTo>
                  <a:pt x="70" y="371"/>
                </a:lnTo>
                <a:lnTo>
                  <a:pt x="57" y="384"/>
                </a:lnTo>
                <a:lnTo>
                  <a:pt x="44" y="398"/>
                </a:lnTo>
                <a:lnTo>
                  <a:pt x="34" y="412"/>
                </a:lnTo>
                <a:lnTo>
                  <a:pt x="24" y="428"/>
                </a:lnTo>
                <a:lnTo>
                  <a:pt x="15" y="445"/>
                </a:lnTo>
                <a:lnTo>
                  <a:pt x="9" y="462"/>
                </a:lnTo>
                <a:lnTo>
                  <a:pt x="5" y="481"/>
                </a:lnTo>
                <a:lnTo>
                  <a:pt x="1" y="500"/>
                </a:lnTo>
                <a:lnTo>
                  <a:pt x="0" y="519"/>
                </a:lnTo>
                <a:lnTo>
                  <a:pt x="1" y="533"/>
                </a:lnTo>
                <a:lnTo>
                  <a:pt x="2" y="547"/>
                </a:lnTo>
                <a:lnTo>
                  <a:pt x="5" y="561"/>
                </a:lnTo>
                <a:lnTo>
                  <a:pt x="9" y="575"/>
                </a:lnTo>
                <a:lnTo>
                  <a:pt x="13" y="588"/>
                </a:lnTo>
                <a:lnTo>
                  <a:pt x="19" y="601"/>
                </a:lnTo>
                <a:lnTo>
                  <a:pt x="25" y="613"/>
                </a:lnTo>
                <a:lnTo>
                  <a:pt x="33" y="626"/>
                </a:lnTo>
                <a:lnTo>
                  <a:pt x="17" y="680"/>
                </a:lnTo>
                <a:lnTo>
                  <a:pt x="16" y="685"/>
                </a:lnTo>
                <a:lnTo>
                  <a:pt x="17" y="688"/>
                </a:lnTo>
                <a:lnTo>
                  <a:pt x="19" y="691"/>
                </a:lnTo>
                <a:lnTo>
                  <a:pt x="21" y="694"/>
                </a:lnTo>
                <a:lnTo>
                  <a:pt x="24" y="696"/>
                </a:lnTo>
                <a:lnTo>
                  <a:pt x="27" y="698"/>
                </a:lnTo>
                <a:lnTo>
                  <a:pt x="30" y="699"/>
                </a:lnTo>
                <a:lnTo>
                  <a:pt x="35" y="698"/>
                </a:lnTo>
                <a:lnTo>
                  <a:pt x="92" y="683"/>
                </a:lnTo>
                <a:lnTo>
                  <a:pt x="103" y="689"/>
                </a:lnTo>
                <a:lnTo>
                  <a:pt x="115" y="695"/>
                </a:lnTo>
                <a:lnTo>
                  <a:pt x="127" y="700"/>
                </a:lnTo>
                <a:lnTo>
                  <a:pt x="140" y="704"/>
                </a:lnTo>
                <a:lnTo>
                  <a:pt x="153" y="707"/>
                </a:lnTo>
                <a:lnTo>
                  <a:pt x="166" y="709"/>
                </a:lnTo>
                <a:lnTo>
                  <a:pt x="178" y="710"/>
                </a:lnTo>
                <a:lnTo>
                  <a:pt x="192" y="712"/>
                </a:lnTo>
                <a:lnTo>
                  <a:pt x="205" y="710"/>
                </a:lnTo>
                <a:lnTo>
                  <a:pt x="219" y="709"/>
                </a:lnTo>
                <a:lnTo>
                  <a:pt x="232" y="707"/>
                </a:lnTo>
                <a:lnTo>
                  <a:pt x="246" y="704"/>
                </a:lnTo>
                <a:lnTo>
                  <a:pt x="259" y="700"/>
                </a:lnTo>
                <a:lnTo>
                  <a:pt x="271" y="694"/>
                </a:lnTo>
                <a:lnTo>
                  <a:pt x="282" y="688"/>
                </a:lnTo>
                <a:lnTo>
                  <a:pt x="294" y="681"/>
                </a:lnTo>
                <a:lnTo>
                  <a:pt x="299" y="677"/>
                </a:lnTo>
                <a:lnTo>
                  <a:pt x="301" y="673"/>
                </a:lnTo>
                <a:lnTo>
                  <a:pt x="301" y="668"/>
                </a:lnTo>
                <a:lnTo>
                  <a:pt x="299" y="662"/>
                </a:lnTo>
                <a:lnTo>
                  <a:pt x="295" y="658"/>
                </a:lnTo>
                <a:lnTo>
                  <a:pt x="290" y="656"/>
                </a:lnTo>
                <a:lnTo>
                  <a:pt x="285" y="656"/>
                </a:lnTo>
                <a:lnTo>
                  <a:pt x="280" y="658"/>
                </a:lnTo>
                <a:lnTo>
                  <a:pt x="270" y="664"/>
                </a:lnTo>
                <a:lnTo>
                  <a:pt x="260" y="669"/>
                </a:lnTo>
                <a:lnTo>
                  <a:pt x="249" y="673"/>
                </a:lnTo>
                <a:lnTo>
                  <a:pt x="237" y="677"/>
                </a:lnTo>
                <a:lnTo>
                  <a:pt x="227" y="679"/>
                </a:lnTo>
                <a:lnTo>
                  <a:pt x="215" y="681"/>
                </a:lnTo>
                <a:lnTo>
                  <a:pt x="204" y="683"/>
                </a:lnTo>
                <a:lnTo>
                  <a:pt x="192" y="684"/>
                </a:lnTo>
                <a:lnTo>
                  <a:pt x="179" y="683"/>
                </a:lnTo>
                <a:lnTo>
                  <a:pt x="168" y="681"/>
                </a:lnTo>
                <a:lnTo>
                  <a:pt x="156" y="679"/>
                </a:lnTo>
                <a:lnTo>
                  <a:pt x="144" y="676"/>
                </a:lnTo>
                <a:lnTo>
                  <a:pt x="133" y="673"/>
                </a:lnTo>
                <a:lnTo>
                  <a:pt x="123" y="668"/>
                </a:lnTo>
                <a:lnTo>
                  <a:pt x="112" y="662"/>
                </a:lnTo>
                <a:lnTo>
                  <a:pt x="101" y="656"/>
                </a:lnTo>
                <a:lnTo>
                  <a:pt x="99" y="655"/>
                </a:lnTo>
                <a:lnTo>
                  <a:pt x="96" y="654"/>
                </a:lnTo>
                <a:lnTo>
                  <a:pt x="93" y="654"/>
                </a:lnTo>
                <a:lnTo>
                  <a:pt x="90" y="654"/>
                </a:lnTo>
                <a:lnTo>
                  <a:pt x="51" y="664"/>
                </a:lnTo>
                <a:lnTo>
                  <a:pt x="60" y="627"/>
                </a:lnTo>
                <a:lnTo>
                  <a:pt x="61" y="623"/>
                </a:lnTo>
                <a:lnTo>
                  <a:pt x="61" y="620"/>
                </a:lnTo>
                <a:lnTo>
                  <a:pt x="60" y="617"/>
                </a:lnTo>
                <a:lnTo>
                  <a:pt x="58" y="615"/>
                </a:lnTo>
                <a:lnTo>
                  <a:pt x="52" y="604"/>
                </a:lnTo>
                <a:lnTo>
                  <a:pt x="45" y="592"/>
                </a:lnTo>
                <a:lnTo>
                  <a:pt x="40" y="582"/>
                </a:lnTo>
                <a:lnTo>
                  <a:pt x="36" y="570"/>
                </a:lnTo>
                <a:lnTo>
                  <a:pt x="33" y="557"/>
                </a:lnTo>
                <a:lnTo>
                  <a:pt x="30" y="545"/>
                </a:lnTo>
                <a:lnTo>
                  <a:pt x="28" y="532"/>
                </a:lnTo>
                <a:lnTo>
                  <a:pt x="28" y="519"/>
                </a:lnTo>
                <a:lnTo>
                  <a:pt x="29" y="503"/>
                </a:lnTo>
                <a:lnTo>
                  <a:pt x="31" y="486"/>
                </a:lnTo>
                <a:lnTo>
                  <a:pt x="36" y="471"/>
                </a:lnTo>
                <a:lnTo>
                  <a:pt x="41" y="456"/>
                </a:lnTo>
                <a:lnTo>
                  <a:pt x="48" y="441"/>
                </a:lnTo>
                <a:lnTo>
                  <a:pt x="56" y="428"/>
                </a:lnTo>
                <a:lnTo>
                  <a:pt x="66" y="415"/>
                </a:lnTo>
                <a:lnTo>
                  <a:pt x="77" y="403"/>
                </a:lnTo>
                <a:lnTo>
                  <a:pt x="88" y="393"/>
                </a:lnTo>
                <a:lnTo>
                  <a:pt x="100" y="384"/>
                </a:lnTo>
                <a:lnTo>
                  <a:pt x="114" y="375"/>
                </a:lnTo>
                <a:lnTo>
                  <a:pt x="128" y="368"/>
                </a:lnTo>
                <a:lnTo>
                  <a:pt x="143" y="363"/>
                </a:lnTo>
                <a:lnTo>
                  <a:pt x="159" y="359"/>
                </a:lnTo>
                <a:lnTo>
                  <a:pt x="175" y="356"/>
                </a:lnTo>
                <a:lnTo>
                  <a:pt x="192" y="355"/>
                </a:lnTo>
                <a:lnTo>
                  <a:pt x="208" y="356"/>
                </a:lnTo>
                <a:lnTo>
                  <a:pt x="225" y="359"/>
                </a:lnTo>
                <a:lnTo>
                  <a:pt x="241" y="363"/>
                </a:lnTo>
                <a:lnTo>
                  <a:pt x="256" y="368"/>
                </a:lnTo>
                <a:lnTo>
                  <a:pt x="270" y="375"/>
                </a:lnTo>
                <a:lnTo>
                  <a:pt x="284" y="384"/>
                </a:lnTo>
                <a:lnTo>
                  <a:pt x="296" y="393"/>
                </a:lnTo>
                <a:lnTo>
                  <a:pt x="308" y="403"/>
                </a:lnTo>
                <a:lnTo>
                  <a:pt x="319" y="415"/>
                </a:lnTo>
                <a:lnTo>
                  <a:pt x="328" y="428"/>
                </a:lnTo>
                <a:lnTo>
                  <a:pt x="336" y="441"/>
                </a:lnTo>
                <a:lnTo>
                  <a:pt x="343" y="456"/>
                </a:lnTo>
                <a:lnTo>
                  <a:pt x="349" y="471"/>
                </a:lnTo>
                <a:lnTo>
                  <a:pt x="352" y="486"/>
                </a:lnTo>
                <a:lnTo>
                  <a:pt x="355" y="503"/>
                </a:lnTo>
                <a:lnTo>
                  <a:pt x="355" y="519"/>
                </a:lnTo>
                <a:lnTo>
                  <a:pt x="355" y="534"/>
                </a:lnTo>
                <a:lnTo>
                  <a:pt x="353" y="548"/>
                </a:lnTo>
                <a:lnTo>
                  <a:pt x="350" y="562"/>
                </a:lnTo>
                <a:lnTo>
                  <a:pt x="346" y="575"/>
                </a:lnTo>
                <a:lnTo>
                  <a:pt x="345" y="581"/>
                </a:lnTo>
                <a:lnTo>
                  <a:pt x="347" y="586"/>
                </a:lnTo>
                <a:lnTo>
                  <a:pt x="350" y="590"/>
                </a:lnTo>
                <a:lnTo>
                  <a:pt x="354" y="593"/>
                </a:lnTo>
                <a:lnTo>
                  <a:pt x="360" y="594"/>
                </a:lnTo>
                <a:lnTo>
                  <a:pt x="365" y="593"/>
                </a:lnTo>
                <a:lnTo>
                  <a:pt x="369" y="590"/>
                </a:lnTo>
                <a:lnTo>
                  <a:pt x="373" y="585"/>
                </a:lnTo>
                <a:lnTo>
                  <a:pt x="377" y="569"/>
                </a:lnTo>
                <a:lnTo>
                  <a:pt x="381" y="553"/>
                </a:lnTo>
                <a:lnTo>
                  <a:pt x="383" y="537"/>
                </a:lnTo>
                <a:lnTo>
                  <a:pt x="383" y="519"/>
                </a:lnTo>
                <a:lnTo>
                  <a:pt x="383" y="510"/>
                </a:lnTo>
                <a:lnTo>
                  <a:pt x="382" y="500"/>
                </a:lnTo>
                <a:lnTo>
                  <a:pt x="401" y="505"/>
                </a:lnTo>
                <a:lnTo>
                  <a:pt x="419" y="509"/>
                </a:lnTo>
                <a:lnTo>
                  <a:pt x="437" y="511"/>
                </a:lnTo>
                <a:lnTo>
                  <a:pt x="456" y="511"/>
                </a:lnTo>
                <a:lnTo>
                  <a:pt x="475" y="511"/>
                </a:lnTo>
                <a:lnTo>
                  <a:pt x="494" y="509"/>
                </a:lnTo>
                <a:lnTo>
                  <a:pt x="512" y="505"/>
                </a:lnTo>
                <a:lnTo>
                  <a:pt x="530" y="500"/>
                </a:lnTo>
                <a:lnTo>
                  <a:pt x="549" y="494"/>
                </a:lnTo>
                <a:lnTo>
                  <a:pt x="566" y="486"/>
                </a:lnTo>
                <a:lnTo>
                  <a:pt x="582" y="477"/>
                </a:lnTo>
                <a:lnTo>
                  <a:pt x="598" y="468"/>
                </a:lnTo>
                <a:lnTo>
                  <a:pt x="676" y="488"/>
                </a:lnTo>
                <a:lnTo>
                  <a:pt x="681" y="489"/>
                </a:lnTo>
                <a:lnTo>
                  <a:pt x="684" y="488"/>
                </a:lnTo>
                <a:lnTo>
                  <a:pt x="687" y="487"/>
                </a:lnTo>
                <a:lnTo>
                  <a:pt x="690" y="485"/>
                </a:lnTo>
                <a:lnTo>
                  <a:pt x="692" y="482"/>
                </a:lnTo>
                <a:lnTo>
                  <a:pt x="693" y="479"/>
                </a:lnTo>
                <a:lnTo>
                  <a:pt x="693" y="475"/>
                </a:lnTo>
                <a:lnTo>
                  <a:pt x="693" y="472"/>
                </a:lnTo>
                <a:lnTo>
                  <a:pt x="672" y="3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4" name="Freeform 303">
            <a:extLst>
              <a:ext uri="{FF2B5EF4-FFF2-40B4-BE49-F238E27FC236}">
                <a16:creationId xmlns:a16="http://schemas.microsoft.com/office/drawing/2014/main" id="{48031548-B7DC-4C46-B377-6D8EAE9B99FF}"/>
              </a:ext>
            </a:extLst>
          </p:cNvPr>
          <p:cNvSpPr>
            <a:spLocks noEditPoints="1"/>
          </p:cNvSpPr>
          <p:nvPr/>
        </p:nvSpPr>
        <p:spPr bwMode="auto">
          <a:xfrm>
            <a:off x="8523289" y="2659063"/>
            <a:ext cx="88900" cy="52388"/>
          </a:xfrm>
          <a:custGeom>
            <a:avLst/>
            <a:gdLst>
              <a:gd name="T0" fmla="*/ 154 w 168"/>
              <a:gd name="T1" fmla="*/ 0 h 99"/>
              <a:gd name="T2" fmla="*/ 12 w 168"/>
              <a:gd name="T3" fmla="*/ 0 h 99"/>
              <a:gd name="T4" fmla="*/ 7 w 168"/>
              <a:gd name="T5" fmla="*/ 1 h 99"/>
              <a:gd name="T6" fmla="*/ 3 w 168"/>
              <a:gd name="T7" fmla="*/ 5 h 99"/>
              <a:gd name="T8" fmla="*/ 1 w 168"/>
              <a:gd name="T9" fmla="*/ 9 h 99"/>
              <a:gd name="T10" fmla="*/ 0 w 168"/>
              <a:gd name="T11" fmla="*/ 14 h 99"/>
              <a:gd name="T12" fmla="*/ 0 w 168"/>
              <a:gd name="T13" fmla="*/ 23 h 99"/>
              <a:gd name="T14" fmla="*/ 1 w 168"/>
              <a:gd name="T15" fmla="*/ 31 h 99"/>
              <a:gd name="T16" fmla="*/ 3 w 168"/>
              <a:gd name="T17" fmla="*/ 39 h 99"/>
              <a:gd name="T18" fmla="*/ 6 w 168"/>
              <a:gd name="T19" fmla="*/ 46 h 99"/>
              <a:gd name="T20" fmla="*/ 9 w 168"/>
              <a:gd name="T21" fmla="*/ 54 h 99"/>
              <a:gd name="T22" fmla="*/ 14 w 168"/>
              <a:gd name="T23" fmla="*/ 62 h 99"/>
              <a:gd name="T24" fmla="*/ 19 w 168"/>
              <a:gd name="T25" fmla="*/ 68 h 99"/>
              <a:gd name="T26" fmla="*/ 24 w 168"/>
              <a:gd name="T27" fmla="*/ 73 h 99"/>
              <a:gd name="T28" fmla="*/ 30 w 168"/>
              <a:gd name="T29" fmla="*/ 80 h 99"/>
              <a:gd name="T30" fmla="*/ 36 w 168"/>
              <a:gd name="T31" fmla="*/ 84 h 99"/>
              <a:gd name="T32" fmla="*/ 44 w 168"/>
              <a:gd name="T33" fmla="*/ 88 h 99"/>
              <a:gd name="T34" fmla="*/ 51 w 168"/>
              <a:gd name="T35" fmla="*/ 92 h 99"/>
              <a:gd name="T36" fmla="*/ 59 w 168"/>
              <a:gd name="T37" fmla="*/ 95 h 99"/>
              <a:gd name="T38" fmla="*/ 67 w 168"/>
              <a:gd name="T39" fmla="*/ 97 h 99"/>
              <a:gd name="T40" fmla="*/ 75 w 168"/>
              <a:gd name="T41" fmla="*/ 98 h 99"/>
              <a:gd name="T42" fmla="*/ 83 w 168"/>
              <a:gd name="T43" fmla="*/ 99 h 99"/>
              <a:gd name="T44" fmla="*/ 92 w 168"/>
              <a:gd name="T45" fmla="*/ 98 h 99"/>
              <a:gd name="T46" fmla="*/ 100 w 168"/>
              <a:gd name="T47" fmla="*/ 97 h 99"/>
              <a:gd name="T48" fmla="*/ 109 w 168"/>
              <a:gd name="T49" fmla="*/ 95 h 99"/>
              <a:gd name="T50" fmla="*/ 117 w 168"/>
              <a:gd name="T51" fmla="*/ 92 h 99"/>
              <a:gd name="T52" fmla="*/ 124 w 168"/>
              <a:gd name="T53" fmla="*/ 88 h 99"/>
              <a:gd name="T54" fmla="*/ 131 w 168"/>
              <a:gd name="T55" fmla="*/ 84 h 99"/>
              <a:gd name="T56" fmla="*/ 138 w 168"/>
              <a:gd name="T57" fmla="*/ 80 h 99"/>
              <a:gd name="T58" fmla="*/ 143 w 168"/>
              <a:gd name="T59" fmla="*/ 73 h 99"/>
              <a:gd name="T60" fmla="*/ 149 w 168"/>
              <a:gd name="T61" fmla="*/ 68 h 99"/>
              <a:gd name="T62" fmla="*/ 154 w 168"/>
              <a:gd name="T63" fmla="*/ 62 h 99"/>
              <a:gd name="T64" fmla="*/ 158 w 168"/>
              <a:gd name="T65" fmla="*/ 54 h 99"/>
              <a:gd name="T66" fmla="*/ 162 w 168"/>
              <a:gd name="T67" fmla="*/ 46 h 99"/>
              <a:gd name="T68" fmla="*/ 165 w 168"/>
              <a:gd name="T69" fmla="*/ 39 h 99"/>
              <a:gd name="T70" fmla="*/ 167 w 168"/>
              <a:gd name="T71" fmla="*/ 31 h 99"/>
              <a:gd name="T72" fmla="*/ 168 w 168"/>
              <a:gd name="T73" fmla="*/ 23 h 99"/>
              <a:gd name="T74" fmla="*/ 168 w 168"/>
              <a:gd name="T75" fmla="*/ 14 h 99"/>
              <a:gd name="T76" fmla="*/ 167 w 168"/>
              <a:gd name="T77" fmla="*/ 9 h 99"/>
              <a:gd name="T78" fmla="*/ 164 w 168"/>
              <a:gd name="T79" fmla="*/ 5 h 99"/>
              <a:gd name="T80" fmla="*/ 159 w 168"/>
              <a:gd name="T81" fmla="*/ 1 h 99"/>
              <a:gd name="T82" fmla="*/ 154 w 168"/>
              <a:gd name="T83" fmla="*/ 0 h 99"/>
              <a:gd name="T84" fmla="*/ 83 w 168"/>
              <a:gd name="T85" fmla="*/ 71 h 99"/>
              <a:gd name="T86" fmla="*/ 74 w 168"/>
              <a:gd name="T87" fmla="*/ 70 h 99"/>
              <a:gd name="T88" fmla="*/ 65 w 168"/>
              <a:gd name="T89" fmla="*/ 68 h 99"/>
              <a:gd name="T90" fmla="*/ 56 w 168"/>
              <a:gd name="T91" fmla="*/ 64 h 99"/>
              <a:gd name="T92" fmla="*/ 49 w 168"/>
              <a:gd name="T93" fmla="*/ 58 h 99"/>
              <a:gd name="T94" fmla="*/ 41 w 168"/>
              <a:gd name="T95" fmla="*/ 52 h 99"/>
              <a:gd name="T96" fmla="*/ 36 w 168"/>
              <a:gd name="T97" fmla="*/ 45 h 99"/>
              <a:gd name="T98" fmla="*/ 32 w 168"/>
              <a:gd name="T99" fmla="*/ 37 h 99"/>
              <a:gd name="T100" fmla="*/ 29 w 168"/>
              <a:gd name="T101" fmla="*/ 28 h 99"/>
              <a:gd name="T102" fmla="*/ 139 w 168"/>
              <a:gd name="T103" fmla="*/ 28 h 99"/>
              <a:gd name="T104" fmla="*/ 136 w 168"/>
              <a:gd name="T105" fmla="*/ 37 h 99"/>
              <a:gd name="T106" fmla="*/ 132 w 168"/>
              <a:gd name="T107" fmla="*/ 45 h 99"/>
              <a:gd name="T108" fmla="*/ 125 w 168"/>
              <a:gd name="T109" fmla="*/ 52 h 99"/>
              <a:gd name="T110" fmla="*/ 119 w 168"/>
              <a:gd name="T111" fmla="*/ 58 h 99"/>
              <a:gd name="T112" fmla="*/ 111 w 168"/>
              <a:gd name="T113" fmla="*/ 64 h 99"/>
              <a:gd name="T114" fmla="*/ 103 w 168"/>
              <a:gd name="T115" fmla="*/ 68 h 99"/>
              <a:gd name="T116" fmla="*/ 93 w 168"/>
              <a:gd name="T117" fmla="*/ 70 h 99"/>
              <a:gd name="T118" fmla="*/ 83 w 168"/>
              <a:gd name="T119" fmla="*/ 7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8" h="99">
                <a:moveTo>
                  <a:pt x="154" y="0"/>
                </a:moveTo>
                <a:lnTo>
                  <a:pt x="12" y="0"/>
                </a:lnTo>
                <a:lnTo>
                  <a:pt x="7" y="1"/>
                </a:lnTo>
                <a:lnTo>
                  <a:pt x="3" y="5"/>
                </a:lnTo>
                <a:lnTo>
                  <a:pt x="1" y="9"/>
                </a:lnTo>
                <a:lnTo>
                  <a:pt x="0" y="14"/>
                </a:lnTo>
                <a:lnTo>
                  <a:pt x="0" y="23"/>
                </a:lnTo>
                <a:lnTo>
                  <a:pt x="1" y="31"/>
                </a:lnTo>
                <a:lnTo>
                  <a:pt x="3" y="39"/>
                </a:lnTo>
                <a:lnTo>
                  <a:pt x="6" y="46"/>
                </a:lnTo>
                <a:lnTo>
                  <a:pt x="9" y="54"/>
                </a:lnTo>
                <a:lnTo>
                  <a:pt x="14" y="62"/>
                </a:lnTo>
                <a:lnTo>
                  <a:pt x="19" y="68"/>
                </a:lnTo>
                <a:lnTo>
                  <a:pt x="24" y="73"/>
                </a:lnTo>
                <a:lnTo>
                  <a:pt x="30" y="80"/>
                </a:lnTo>
                <a:lnTo>
                  <a:pt x="36" y="84"/>
                </a:lnTo>
                <a:lnTo>
                  <a:pt x="44" y="88"/>
                </a:lnTo>
                <a:lnTo>
                  <a:pt x="51" y="92"/>
                </a:lnTo>
                <a:lnTo>
                  <a:pt x="59" y="95"/>
                </a:lnTo>
                <a:lnTo>
                  <a:pt x="67" y="97"/>
                </a:lnTo>
                <a:lnTo>
                  <a:pt x="75" y="98"/>
                </a:lnTo>
                <a:lnTo>
                  <a:pt x="83" y="99"/>
                </a:lnTo>
                <a:lnTo>
                  <a:pt x="92" y="98"/>
                </a:lnTo>
                <a:lnTo>
                  <a:pt x="100" y="97"/>
                </a:lnTo>
                <a:lnTo>
                  <a:pt x="109" y="95"/>
                </a:lnTo>
                <a:lnTo>
                  <a:pt x="117" y="92"/>
                </a:lnTo>
                <a:lnTo>
                  <a:pt x="124" y="88"/>
                </a:lnTo>
                <a:lnTo>
                  <a:pt x="131" y="84"/>
                </a:lnTo>
                <a:lnTo>
                  <a:pt x="138" y="80"/>
                </a:lnTo>
                <a:lnTo>
                  <a:pt x="143" y="73"/>
                </a:lnTo>
                <a:lnTo>
                  <a:pt x="149" y="68"/>
                </a:lnTo>
                <a:lnTo>
                  <a:pt x="154" y="62"/>
                </a:lnTo>
                <a:lnTo>
                  <a:pt x="158" y="54"/>
                </a:lnTo>
                <a:lnTo>
                  <a:pt x="162" y="46"/>
                </a:lnTo>
                <a:lnTo>
                  <a:pt x="165" y="39"/>
                </a:lnTo>
                <a:lnTo>
                  <a:pt x="167" y="31"/>
                </a:lnTo>
                <a:lnTo>
                  <a:pt x="168" y="23"/>
                </a:lnTo>
                <a:lnTo>
                  <a:pt x="168" y="14"/>
                </a:lnTo>
                <a:lnTo>
                  <a:pt x="167" y="9"/>
                </a:lnTo>
                <a:lnTo>
                  <a:pt x="164" y="5"/>
                </a:lnTo>
                <a:lnTo>
                  <a:pt x="159" y="1"/>
                </a:lnTo>
                <a:lnTo>
                  <a:pt x="154" y="0"/>
                </a:lnTo>
                <a:close/>
                <a:moveTo>
                  <a:pt x="83" y="71"/>
                </a:moveTo>
                <a:lnTo>
                  <a:pt x="74" y="70"/>
                </a:lnTo>
                <a:lnTo>
                  <a:pt x="65" y="68"/>
                </a:lnTo>
                <a:lnTo>
                  <a:pt x="56" y="64"/>
                </a:lnTo>
                <a:lnTo>
                  <a:pt x="49" y="58"/>
                </a:lnTo>
                <a:lnTo>
                  <a:pt x="41" y="52"/>
                </a:lnTo>
                <a:lnTo>
                  <a:pt x="36" y="45"/>
                </a:lnTo>
                <a:lnTo>
                  <a:pt x="32" y="37"/>
                </a:lnTo>
                <a:lnTo>
                  <a:pt x="29" y="28"/>
                </a:lnTo>
                <a:lnTo>
                  <a:pt x="139" y="28"/>
                </a:lnTo>
                <a:lnTo>
                  <a:pt x="136" y="37"/>
                </a:lnTo>
                <a:lnTo>
                  <a:pt x="132" y="45"/>
                </a:lnTo>
                <a:lnTo>
                  <a:pt x="125" y="52"/>
                </a:lnTo>
                <a:lnTo>
                  <a:pt x="119" y="58"/>
                </a:lnTo>
                <a:lnTo>
                  <a:pt x="111" y="64"/>
                </a:lnTo>
                <a:lnTo>
                  <a:pt x="103" y="68"/>
                </a:lnTo>
                <a:lnTo>
                  <a:pt x="93" y="70"/>
                </a:lnTo>
                <a:lnTo>
                  <a:pt x="83" y="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5" name="Freeform 304">
            <a:extLst>
              <a:ext uri="{FF2B5EF4-FFF2-40B4-BE49-F238E27FC236}">
                <a16:creationId xmlns:a16="http://schemas.microsoft.com/office/drawing/2014/main" id="{8BE9F723-6241-40D1-9578-E88092058463}"/>
              </a:ext>
            </a:extLst>
          </p:cNvPr>
          <p:cNvSpPr>
            <a:spLocks/>
          </p:cNvSpPr>
          <p:nvPr/>
        </p:nvSpPr>
        <p:spPr bwMode="auto">
          <a:xfrm>
            <a:off x="8610601" y="2614613"/>
            <a:ext cx="15875" cy="15875"/>
          </a:xfrm>
          <a:custGeom>
            <a:avLst/>
            <a:gdLst>
              <a:gd name="T0" fmla="*/ 27 w 29"/>
              <a:gd name="T1" fmla="*/ 6 h 29"/>
              <a:gd name="T2" fmla="*/ 23 w 29"/>
              <a:gd name="T3" fmla="*/ 2 h 29"/>
              <a:gd name="T4" fmla="*/ 18 w 29"/>
              <a:gd name="T5" fmla="*/ 0 h 29"/>
              <a:gd name="T6" fmla="*/ 13 w 29"/>
              <a:gd name="T7" fmla="*/ 0 h 29"/>
              <a:gd name="T8" fmla="*/ 7 w 29"/>
              <a:gd name="T9" fmla="*/ 2 h 29"/>
              <a:gd name="T10" fmla="*/ 6 w 29"/>
              <a:gd name="T11" fmla="*/ 3 h 29"/>
              <a:gd name="T12" fmla="*/ 2 w 29"/>
              <a:gd name="T13" fmla="*/ 6 h 29"/>
              <a:gd name="T14" fmla="*/ 0 w 29"/>
              <a:gd name="T15" fmla="*/ 11 h 29"/>
              <a:gd name="T16" fmla="*/ 0 w 29"/>
              <a:gd name="T17" fmla="*/ 17 h 29"/>
              <a:gd name="T18" fmla="*/ 1 w 29"/>
              <a:gd name="T19" fmla="*/ 22 h 29"/>
              <a:gd name="T20" fmla="*/ 4 w 29"/>
              <a:gd name="T21" fmla="*/ 24 h 29"/>
              <a:gd name="T22" fmla="*/ 6 w 29"/>
              <a:gd name="T23" fmla="*/ 26 h 29"/>
              <a:gd name="T24" fmla="*/ 9 w 29"/>
              <a:gd name="T25" fmla="*/ 27 h 29"/>
              <a:gd name="T26" fmla="*/ 13 w 29"/>
              <a:gd name="T27" fmla="*/ 29 h 29"/>
              <a:gd name="T28" fmla="*/ 17 w 29"/>
              <a:gd name="T29" fmla="*/ 27 h 29"/>
              <a:gd name="T30" fmla="*/ 20 w 29"/>
              <a:gd name="T31" fmla="*/ 26 h 29"/>
              <a:gd name="T32" fmla="*/ 22 w 29"/>
              <a:gd name="T33" fmla="*/ 25 h 29"/>
              <a:gd name="T34" fmla="*/ 27 w 29"/>
              <a:gd name="T35" fmla="*/ 21 h 29"/>
              <a:gd name="T36" fmla="*/ 29 w 29"/>
              <a:gd name="T37" fmla="*/ 17 h 29"/>
              <a:gd name="T38" fmla="*/ 29 w 29"/>
              <a:gd name="T39" fmla="*/ 11 h 29"/>
              <a:gd name="T40" fmla="*/ 27 w 29"/>
              <a:gd name="T41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9" h="29">
                <a:moveTo>
                  <a:pt x="27" y="6"/>
                </a:moveTo>
                <a:lnTo>
                  <a:pt x="23" y="2"/>
                </a:lnTo>
                <a:lnTo>
                  <a:pt x="18" y="0"/>
                </a:lnTo>
                <a:lnTo>
                  <a:pt x="13" y="0"/>
                </a:lnTo>
                <a:lnTo>
                  <a:pt x="7" y="2"/>
                </a:lnTo>
                <a:lnTo>
                  <a:pt x="6" y="3"/>
                </a:lnTo>
                <a:lnTo>
                  <a:pt x="2" y="6"/>
                </a:lnTo>
                <a:lnTo>
                  <a:pt x="0" y="11"/>
                </a:lnTo>
                <a:lnTo>
                  <a:pt x="0" y="17"/>
                </a:lnTo>
                <a:lnTo>
                  <a:pt x="1" y="22"/>
                </a:lnTo>
                <a:lnTo>
                  <a:pt x="4" y="24"/>
                </a:lnTo>
                <a:lnTo>
                  <a:pt x="6" y="26"/>
                </a:lnTo>
                <a:lnTo>
                  <a:pt x="9" y="27"/>
                </a:lnTo>
                <a:lnTo>
                  <a:pt x="13" y="29"/>
                </a:lnTo>
                <a:lnTo>
                  <a:pt x="17" y="27"/>
                </a:lnTo>
                <a:lnTo>
                  <a:pt x="20" y="26"/>
                </a:lnTo>
                <a:lnTo>
                  <a:pt x="22" y="25"/>
                </a:lnTo>
                <a:lnTo>
                  <a:pt x="27" y="21"/>
                </a:lnTo>
                <a:lnTo>
                  <a:pt x="29" y="17"/>
                </a:lnTo>
                <a:lnTo>
                  <a:pt x="29" y="11"/>
                </a:lnTo>
                <a:lnTo>
                  <a:pt x="27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6" name="Freeform 305">
            <a:extLst>
              <a:ext uri="{FF2B5EF4-FFF2-40B4-BE49-F238E27FC236}">
                <a16:creationId xmlns:a16="http://schemas.microsoft.com/office/drawing/2014/main" id="{70A78513-28D4-42B2-8629-2219D8D61366}"/>
              </a:ext>
            </a:extLst>
          </p:cNvPr>
          <p:cNvSpPr>
            <a:spLocks/>
          </p:cNvSpPr>
          <p:nvPr/>
        </p:nvSpPr>
        <p:spPr bwMode="auto">
          <a:xfrm>
            <a:off x="8510589" y="2614613"/>
            <a:ext cx="14288" cy="15875"/>
          </a:xfrm>
          <a:custGeom>
            <a:avLst/>
            <a:gdLst>
              <a:gd name="T0" fmla="*/ 27 w 29"/>
              <a:gd name="T1" fmla="*/ 6 h 29"/>
              <a:gd name="T2" fmla="*/ 23 w 29"/>
              <a:gd name="T3" fmla="*/ 2 h 29"/>
              <a:gd name="T4" fmla="*/ 18 w 29"/>
              <a:gd name="T5" fmla="*/ 0 h 29"/>
              <a:gd name="T6" fmla="*/ 13 w 29"/>
              <a:gd name="T7" fmla="*/ 0 h 29"/>
              <a:gd name="T8" fmla="*/ 8 w 29"/>
              <a:gd name="T9" fmla="*/ 2 h 29"/>
              <a:gd name="T10" fmla="*/ 6 w 29"/>
              <a:gd name="T11" fmla="*/ 3 h 29"/>
              <a:gd name="T12" fmla="*/ 2 w 29"/>
              <a:gd name="T13" fmla="*/ 6 h 29"/>
              <a:gd name="T14" fmla="*/ 0 w 29"/>
              <a:gd name="T15" fmla="*/ 11 h 29"/>
              <a:gd name="T16" fmla="*/ 0 w 29"/>
              <a:gd name="T17" fmla="*/ 17 h 29"/>
              <a:gd name="T18" fmla="*/ 2 w 29"/>
              <a:gd name="T19" fmla="*/ 22 h 29"/>
              <a:gd name="T20" fmla="*/ 4 w 29"/>
              <a:gd name="T21" fmla="*/ 24 h 29"/>
              <a:gd name="T22" fmla="*/ 6 w 29"/>
              <a:gd name="T23" fmla="*/ 26 h 29"/>
              <a:gd name="T24" fmla="*/ 10 w 29"/>
              <a:gd name="T25" fmla="*/ 27 h 29"/>
              <a:gd name="T26" fmla="*/ 14 w 29"/>
              <a:gd name="T27" fmla="*/ 29 h 29"/>
              <a:gd name="T28" fmla="*/ 17 w 29"/>
              <a:gd name="T29" fmla="*/ 27 h 29"/>
              <a:gd name="T30" fmla="*/ 20 w 29"/>
              <a:gd name="T31" fmla="*/ 26 h 29"/>
              <a:gd name="T32" fmla="*/ 22 w 29"/>
              <a:gd name="T33" fmla="*/ 25 h 29"/>
              <a:gd name="T34" fmla="*/ 27 w 29"/>
              <a:gd name="T35" fmla="*/ 21 h 29"/>
              <a:gd name="T36" fmla="*/ 29 w 29"/>
              <a:gd name="T37" fmla="*/ 17 h 29"/>
              <a:gd name="T38" fmla="*/ 29 w 29"/>
              <a:gd name="T39" fmla="*/ 11 h 29"/>
              <a:gd name="T40" fmla="*/ 27 w 29"/>
              <a:gd name="T41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9" h="29">
                <a:moveTo>
                  <a:pt x="27" y="6"/>
                </a:moveTo>
                <a:lnTo>
                  <a:pt x="23" y="2"/>
                </a:lnTo>
                <a:lnTo>
                  <a:pt x="18" y="0"/>
                </a:lnTo>
                <a:lnTo>
                  <a:pt x="13" y="0"/>
                </a:lnTo>
                <a:lnTo>
                  <a:pt x="8" y="2"/>
                </a:lnTo>
                <a:lnTo>
                  <a:pt x="6" y="3"/>
                </a:lnTo>
                <a:lnTo>
                  <a:pt x="2" y="6"/>
                </a:lnTo>
                <a:lnTo>
                  <a:pt x="0" y="11"/>
                </a:lnTo>
                <a:lnTo>
                  <a:pt x="0" y="17"/>
                </a:lnTo>
                <a:lnTo>
                  <a:pt x="2" y="22"/>
                </a:lnTo>
                <a:lnTo>
                  <a:pt x="4" y="24"/>
                </a:lnTo>
                <a:lnTo>
                  <a:pt x="6" y="26"/>
                </a:lnTo>
                <a:lnTo>
                  <a:pt x="10" y="27"/>
                </a:lnTo>
                <a:lnTo>
                  <a:pt x="14" y="29"/>
                </a:lnTo>
                <a:lnTo>
                  <a:pt x="17" y="27"/>
                </a:lnTo>
                <a:lnTo>
                  <a:pt x="20" y="26"/>
                </a:lnTo>
                <a:lnTo>
                  <a:pt x="22" y="25"/>
                </a:lnTo>
                <a:lnTo>
                  <a:pt x="27" y="21"/>
                </a:lnTo>
                <a:lnTo>
                  <a:pt x="29" y="17"/>
                </a:lnTo>
                <a:lnTo>
                  <a:pt x="29" y="11"/>
                </a:lnTo>
                <a:lnTo>
                  <a:pt x="27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7" name="Freeform 306">
            <a:extLst>
              <a:ext uri="{FF2B5EF4-FFF2-40B4-BE49-F238E27FC236}">
                <a16:creationId xmlns:a16="http://schemas.microsoft.com/office/drawing/2014/main" id="{A4225F4A-9EF9-4C95-A5E6-CEB8FD09E5C3}"/>
              </a:ext>
            </a:extLst>
          </p:cNvPr>
          <p:cNvSpPr>
            <a:spLocks/>
          </p:cNvSpPr>
          <p:nvPr/>
        </p:nvSpPr>
        <p:spPr bwMode="auto">
          <a:xfrm>
            <a:off x="8380414" y="2774951"/>
            <a:ext cx="14288" cy="15875"/>
          </a:xfrm>
          <a:custGeom>
            <a:avLst/>
            <a:gdLst>
              <a:gd name="T0" fmla="*/ 24 w 28"/>
              <a:gd name="T1" fmla="*/ 5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3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3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5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3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3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8" name="Freeform 307">
            <a:extLst>
              <a:ext uri="{FF2B5EF4-FFF2-40B4-BE49-F238E27FC236}">
                <a16:creationId xmlns:a16="http://schemas.microsoft.com/office/drawing/2014/main" id="{564DA81C-B721-46AD-842A-E8D596E37078}"/>
              </a:ext>
            </a:extLst>
          </p:cNvPr>
          <p:cNvSpPr>
            <a:spLocks/>
          </p:cNvSpPr>
          <p:nvPr/>
        </p:nvSpPr>
        <p:spPr bwMode="auto">
          <a:xfrm>
            <a:off x="8420101" y="2774951"/>
            <a:ext cx="15875" cy="15875"/>
          </a:xfrm>
          <a:custGeom>
            <a:avLst/>
            <a:gdLst>
              <a:gd name="T0" fmla="*/ 24 w 28"/>
              <a:gd name="T1" fmla="*/ 5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5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5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5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79" name="Freeform 308">
            <a:extLst>
              <a:ext uri="{FF2B5EF4-FFF2-40B4-BE49-F238E27FC236}">
                <a16:creationId xmlns:a16="http://schemas.microsoft.com/office/drawing/2014/main" id="{3BAE9AF8-3D94-4329-A024-9A71ABDFD50B}"/>
              </a:ext>
            </a:extLst>
          </p:cNvPr>
          <p:cNvSpPr>
            <a:spLocks/>
          </p:cNvSpPr>
          <p:nvPr/>
        </p:nvSpPr>
        <p:spPr bwMode="auto">
          <a:xfrm>
            <a:off x="8461376" y="2774951"/>
            <a:ext cx="14288" cy="15875"/>
          </a:xfrm>
          <a:custGeom>
            <a:avLst/>
            <a:gdLst>
              <a:gd name="T0" fmla="*/ 23 w 27"/>
              <a:gd name="T1" fmla="*/ 5 h 28"/>
              <a:gd name="T2" fmla="*/ 19 w 27"/>
              <a:gd name="T3" fmla="*/ 1 h 28"/>
              <a:gd name="T4" fmla="*/ 14 w 27"/>
              <a:gd name="T5" fmla="*/ 0 h 28"/>
              <a:gd name="T6" fmla="*/ 8 w 27"/>
              <a:gd name="T7" fmla="*/ 1 h 28"/>
              <a:gd name="T8" fmla="*/ 4 w 27"/>
              <a:gd name="T9" fmla="*/ 5 h 28"/>
              <a:gd name="T10" fmla="*/ 1 w 27"/>
              <a:gd name="T11" fmla="*/ 9 h 28"/>
              <a:gd name="T12" fmla="*/ 0 w 27"/>
              <a:gd name="T13" fmla="*/ 14 h 28"/>
              <a:gd name="T14" fmla="*/ 1 w 27"/>
              <a:gd name="T15" fmla="*/ 20 h 28"/>
              <a:gd name="T16" fmla="*/ 4 w 27"/>
              <a:gd name="T17" fmla="*/ 24 h 28"/>
              <a:gd name="T18" fmla="*/ 8 w 27"/>
              <a:gd name="T19" fmla="*/ 27 h 28"/>
              <a:gd name="T20" fmla="*/ 14 w 27"/>
              <a:gd name="T21" fmla="*/ 28 h 28"/>
              <a:gd name="T22" fmla="*/ 19 w 27"/>
              <a:gd name="T23" fmla="*/ 27 h 28"/>
              <a:gd name="T24" fmla="*/ 23 w 27"/>
              <a:gd name="T25" fmla="*/ 24 h 28"/>
              <a:gd name="T26" fmla="*/ 26 w 27"/>
              <a:gd name="T27" fmla="*/ 20 h 28"/>
              <a:gd name="T28" fmla="*/ 27 w 27"/>
              <a:gd name="T29" fmla="*/ 14 h 28"/>
              <a:gd name="T30" fmla="*/ 26 w 27"/>
              <a:gd name="T31" fmla="*/ 9 h 28"/>
              <a:gd name="T32" fmla="*/ 23 w 27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8">
                <a:moveTo>
                  <a:pt x="23" y="5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6" y="20"/>
                </a:lnTo>
                <a:lnTo>
                  <a:pt x="27" y="14"/>
                </a:lnTo>
                <a:lnTo>
                  <a:pt x="26" y="9"/>
                </a:lnTo>
                <a:lnTo>
                  <a:pt x="2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80" name="Freeform 309">
            <a:extLst>
              <a:ext uri="{FF2B5EF4-FFF2-40B4-BE49-F238E27FC236}">
                <a16:creationId xmlns:a16="http://schemas.microsoft.com/office/drawing/2014/main" id="{802A5731-7F93-4A46-A7CD-90BF59158007}"/>
              </a:ext>
            </a:extLst>
          </p:cNvPr>
          <p:cNvSpPr>
            <a:spLocks/>
          </p:cNvSpPr>
          <p:nvPr/>
        </p:nvSpPr>
        <p:spPr bwMode="auto">
          <a:xfrm>
            <a:off x="8494714" y="2835276"/>
            <a:ext cx="14288" cy="14288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3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3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81" name="Freeform 310">
            <a:extLst>
              <a:ext uri="{FF2B5EF4-FFF2-40B4-BE49-F238E27FC236}">
                <a16:creationId xmlns:a16="http://schemas.microsoft.com/office/drawing/2014/main" id="{77037705-73F6-4065-8A61-42F7098C2064}"/>
              </a:ext>
            </a:extLst>
          </p:cNvPr>
          <p:cNvSpPr>
            <a:spLocks/>
          </p:cNvSpPr>
          <p:nvPr/>
        </p:nvSpPr>
        <p:spPr bwMode="auto">
          <a:xfrm>
            <a:off x="8470901" y="2546351"/>
            <a:ext cx="14288" cy="14288"/>
          </a:xfrm>
          <a:custGeom>
            <a:avLst/>
            <a:gdLst>
              <a:gd name="T0" fmla="*/ 23 w 28"/>
              <a:gd name="T1" fmla="*/ 3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3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8 w 28"/>
              <a:gd name="T19" fmla="*/ 26 h 28"/>
              <a:gd name="T20" fmla="*/ 14 w 28"/>
              <a:gd name="T21" fmla="*/ 28 h 28"/>
              <a:gd name="T22" fmla="*/ 19 w 28"/>
              <a:gd name="T23" fmla="*/ 26 h 28"/>
              <a:gd name="T24" fmla="*/ 23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3 w 28"/>
              <a:gd name="T33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3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3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8" y="26"/>
                </a:lnTo>
                <a:lnTo>
                  <a:pt x="14" y="28"/>
                </a:lnTo>
                <a:lnTo>
                  <a:pt x="19" y="26"/>
                </a:lnTo>
                <a:lnTo>
                  <a:pt x="23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3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33B4B2C5-3209-440F-9FBD-2C498BF5D131}"/>
              </a:ext>
            </a:extLst>
          </p:cNvPr>
          <p:cNvGrpSpPr/>
          <p:nvPr/>
        </p:nvGrpSpPr>
        <p:grpSpPr>
          <a:xfrm>
            <a:off x="8326439" y="1776413"/>
            <a:ext cx="376238" cy="376238"/>
            <a:chOff x="8326439" y="1776413"/>
            <a:chExt cx="376238" cy="376238"/>
          </a:xfrm>
          <a:solidFill>
            <a:schemeClr val="bg1"/>
          </a:solidFill>
        </p:grpSpPr>
        <p:sp>
          <p:nvSpPr>
            <p:cNvPr id="182" name="Freeform 311">
              <a:extLst>
                <a:ext uri="{FF2B5EF4-FFF2-40B4-BE49-F238E27FC236}">
                  <a16:creationId xmlns:a16="http://schemas.microsoft.com/office/drawing/2014/main" id="{C14C3BF8-141D-43BE-BC1A-E2B231E3C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18514" y="1949451"/>
              <a:ext cx="109538" cy="144463"/>
            </a:xfrm>
            <a:custGeom>
              <a:avLst/>
              <a:gdLst>
                <a:gd name="T0" fmla="*/ 185 w 208"/>
                <a:gd name="T1" fmla="*/ 5 h 273"/>
                <a:gd name="T2" fmla="*/ 180 w 208"/>
                <a:gd name="T3" fmla="*/ 98 h 273"/>
                <a:gd name="T4" fmla="*/ 156 w 208"/>
                <a:gd name="T5" fmla="*/ 79 h 273"/>
                <a:gd name="T6" fmla="*/ 127 w 208"/>
                <a:gd name="T7" fmla="*/ 68 h 273"/>
                <a:gd name="T8" fmla="*/ 93 w 208"/>
                <a:gd name="T9" fmla="*/ 66 h 273"/>
                <a:gd name="T10" fmla="*/ 64 w 208"/>
                <a:gd name="T11" fmla="*/ 73 h 273"/>
                <a:gd name="T12" fmla="*/ 39 w 208"/>
                <a:gd name="T13" fmla="*/ 90 h 273"/>
                <a:gd name="T14" fmla="*/ 18 w 208"/>
                <a:gd name="T15" fmla="*/ 111 h 273"/>
                <a:gd name="T16" fmla="*/ 5 w 208"/>
                <a:gd name="T17" fmla="*/ 138 h 273"/>
                <a:gd name="T18" fmla="*/ 0 w 208"/>
                <a:gd name="T19" fmla="*/ 169 h 273"/>
                <a:gd name="T20" fmla="*/ 5 w 208"/>
                <a:gd name="T21" fmla="*/ 200 h 273"/>
                <a:gd name="T22" fmla="*/ 18 w 208"/>
                <a:gd name="T23" fmla="*/ 227 h 273"/>
                <a:gd name="T24" fmla="*/ 39 w 208"/>
                <a:gd name="T25" fmla="*/ 250 h 273"/>
                <a:gd name="T26" fmla="*/ 64 w 208"/>
                <a:gd name="T27" fmla="*/ 265 h 273"/>
                <a:gd name="T28" fmla="*/ 93 w 208"/>
                <a:gd name="T29" fmla="*/ 273 h 273"/>
                <a:gd name="T30" fmla="*/ 126 w 208"/>
                <a:gd name="T31" fmla="*/ 271 h 273"/>
                <a:gd name="T32" fmla="*/ 153 w 208"/>
                <a:gd name="T33" fmla="*/ 260 h 273"/>
                <a:gd name="T34" fmla="*/ 178 w 208"/>
                <a:gd name="T35" fmla="*/ 243 h 273"/>
                <a:gd name="T36" fmla="*/ 195 w 208"/>
                <a:gd name="T37" fmla="*/ 218 h 273"/>
                <a:gd name="T38" fmla="*/ 206 w 208"/>
                <a:gd name="T39" fmla="*/ 191 h 273"/>
                <a:gd name="T40" fmla="*/ 208 w 208"/>
                <a:gd name="T41" fmla="*/ 14 h 273"/>
                <a:gd name="T42" fmla="*/ 200 w 208"/>
                <a:gd name="T43" fmla="*/ 2 h 273"/>
                <a:gd name="T44" fmla="*/ 97 w 208"/>
                <a:gd name="T45" fmla="*/ 245 h 273"/>
                <a:gd name="T46" fmla="*/ 75 w 208"/>
                <a:gd name="T47" fmla="*/ 240 h 273"/>
                <a:gd name="T48" fmla="*/ 56 w 208"/>
                <a:gd name="T49" fmla="*/ 228 h 273"/>
                <a:gd name="T50" fmla="*/ 41 w 208"/>
                <a:gd name="T51" fmla="*/ 212 h 273"/>
                <a:gd name="T52" fmla="*/ 32 w 208"/>
                <a:gd name="T53" fmla="*/ 192 h 273"/>
                <a:gd name="T54" fmla="*/ 28 w 208"/>
                <a:gd name="T55" fmla="*/ 169 h 273"/>
                <a:gd name="T56" fmla="*/ 32 w 208"/>
                <a:gd name="T57" fmla="*/ 146 h 273"/>
                <a:gd name="T58" fmla="*/ 41 w 208"/>
                <a:gd name="T59" fmla="*/ 127 h 273"/>
                <a:gd name="T60" fmla="*/ 56 w 208"/>
                <a:gd name="T61" fmla="*/ 110 h 273"/>
                <a:gd name="T62" fmla="*/ 75 w 208"/>
                <a:gd name="T63" fmla="*/ 99 h 273"/>
                <a:gd name="T64" fmla="*/ 97 w 208"/>
                <a:gd name="T65" fmla="*/ 94 h 273"/>
                <a:gd name="T66" fmla="*/ 120 w 208"/>
                <a:gd name="T67" fmla="*/ 95 h 273"/>
                <a:gd name="T68" fmla="*/ 141 w 208"/>
                <a:gd name="T69" fmla="*/ 102 h 273"/>
                <a:gd name="T70" fmla="*/ 158 w 208"/>
                <a:gd name="T71" fmla="*/ 115 h 273"/>
                <a:gd name="T72" fmla="*/ 172 w 208"/>
                <a:gd name="T73" fmla="*/ 133 h 273"/>
                <a:gd name="T74" fmla="*/ 179 w 208"/>
                <a:gd name="T75" fmla="*/ 154 h 273"/>
                <a:gd name="T76" fmla="*/ 180 w 208"/>
                <a:gd name="T77" fmla="*/ 177 h 273"/>
                <a:gd name="T78" fmla="*/ 175 w 208"/>
                <a:gd name="T79" fmla="*/ 199 h 273"/>
                <a:gd name="T80" fmla="*/ 163 w 208"/>
                <a:gd name="T81" fmla="*/ 217 h 273"/>
                <a:gd name="T82" fmla="*/ 147 w 208"/>
                <a:gd name="T83" fmla="*/ 232 h 273"/>
                <a:gd name="T84" fmla="*/ 127 w 208"/>
                <a:gd name="T85" fmla="*/ 242 h 273"/>
                <a:gd name="T86" fmla="*/ 104 w 208"/>
                <a:gd name="T87" fmla="*/ 245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8" h="273">
                  <a:moveTo>
                    <a:pt x="194" y="0"/>
                  </a:moveTo>
                  <a:lnTo>
                    <a:pt x="189" y="2"/>
                  </a:lnTo>
                  <a:lnTo>
                    <a:pt x="185" y="5"/>
                  </a:lnTo>
                  <a:lnTo>
                    <a:pt x="181" y="9"/>
                  </a:lnTo>
                  <a:lnTo>
                    <a:pt x="180" y="14"/>
                  </a:lnTo>
                  <a:lnTo>
                    <a:pt x="180" y="98"/>
                  </a:lnTo>
                  <a:lnTo>
                    <a:pt x="173" y="92"/>
                  </a:lnTo>
                  <a:lnTo>
                    <a:pt x="165" y="85"/>
                  </a:lnTo>
                  <a:lnTo>
                    <a:pt x="156" y="79"/>
                  </a:lnTo>
                  <a:lnTo>
                    <a:pt x="147" y="75"/>
                  </a:lnTo>
                  <a:lnTo>
                    <a:pt x="136" y="70"/>
                  </a:lnTo>
                  <a:lnTo>
                    <a:pt x="127" y="68"/>
                  </a:lnTo>
                  <a:lnTo>
                    <a:pt x="116" y="66"/>
                  </a:lnTo>
                  <a:lnTo>
                    <a:pt x="104" y="65"/>
                  </a:lnTo>
                  <a:lnTo>
                    <a:pt x="93" y="66"/>
                  </a:lnTo>
                  <a:lnTo>
                    <a:pt x="84" y="67"/>
                  </a:lnTo>
                  <a:lnTo>
                    <a:pt x="74" y="70"/>
                  </a:lnTo>
                  <a:lnTo>
                    <a:pt x="64" y="73"/>
                  </a:lnTo>
                  <a:lnTo>
                    <a:pt x="55" y="78"/>
                  </a:lnTo>
                  <a:lnTo>
                    <a:pt x="46" y="83"/>
                  </a:lnTo>
                  <a:lnTo>
                    <a:pt x="39" y="90"/>
                  </a:lnTo>
                  <a:lnTo>
                    <a:pt x="31" y="96"/>
                  </a:lnTo>
                  <a:lnTo>
                    <a:pt x="25" y="104"/>
                  </a:lnTo>
                  <a:lnTo>
                    <a:pt x="18" y="111"/>
                  </a:lnTo>
                  <a:lnTo>
                    <a:pt x="13" y="120"/>
                  </a:lnTo>
                  <a:lnTo>
                    <a:pt x="9" y="129"/>
                  </a:lnTo>
                  <a:lnTo>
                    <a:pt x="5" y="138"/>
                  </a:lnTo>
                  <a:lnTo>
                    <a:pt x="2" y="149"/>
                  </a:lnTo>
                  <a:lnTo>
                    <a:pt x="1" y="158"/>
                  </a:lnTo>
                  <a:lnTo>
                    <a:pt x="0" y="169"/>
                  </a:lnTo>
                  <a:lnTo>
                    <a:pt x="1" y="180"/>
                  </a:lnTo>
                  <a:lnTo>
                    <a:pt x="2" y="191"/>
                  </a:lnTo>
                  <a:lnTo>
                    <a:pt x="5" y="200"/>
                  </a:lnTo>
                  <a:lnTo>
                    <a:pt x="9" y="210"/>
                  </a:lnTo>
                  <a:lnTo>
                    <a:pt x="13" y="218"/>
                  </a:lnTo>
                  <a:lnTo>
                    <a:pt x="18" y="227"/>
                  </a:lnTo>
                  <a:lnTo>
                    <a:pt x="25" y="236"/>
                  </a:lnTo>
                  <a:lnTo>
                    <a:pt x="31" y="243"/>
                  </a:lnTo>
                  <a:lnTo>
                    <a:pt x="39" y="250"/>
                  </a:lnTo>
                  <a:lnTo>
                    <a:pt x="46" y="255"/>
                  </a:lnTo>
                  <a:lnTo>
                    <a:pt x="55" y="260"/>
                  </a:lnTo>
                  <a:lnTo>
                    <a:pt x="64" y="265"/>
                  </a:lnTo>
                  <a:lnTo>
                    <a:pt x="74" y="269"/>
                  </a:lnTo>
                  <a:lnTo>
                    <a:pt x="84" y="271"/>
                  </a:lnTo>
                  <a:lnTo>
                    <a:pt x="93" y="273"/>
                  </a:lnTo>
                  <a:lnTo>
                    <a:pt x="104" y="273"/>
                  </a:lnTo>
                  <a:lnTo>
                    <a:pt x="115" y="273"/>
                  </a:lnTo>
                  <a:lnTo>
                    <a:pt x="126" y="271"/>
                  </a:lnTo>
                  <a:lnTo>
                    <a:pt x="135" y="269"/>
                  </a:lnTo>
                  <a:lnTo>
                    <a:pt x="145" y="265"/>
                  </a:lnTo>
                  <a:lnTo>
                    <a:pt x="153" y="260"/>
                  </a:lnTo>
                  <a:lnTo>
                    <a:pt x="162" y="255"/>
                  </a:lnTo>
                  <a:lnTo>
                    <a:pt x="171" y="250"/>
                  </a:lnTo>
                  <a:lnTo>
                    <a:pt x="178" y="243"/>
                  </a:lnTo>
                  <a:lnTo>
                    <a:pt x="185" y="236"/>
                  </a:lnTo>
                  <a:lnTo>
                    <a:pt x="191" y="227"/>
                  </a:lnTo>
                  <a:lnTo>
                    <a:pt x="195" y="218"/>
                  </a:lnTo>
                  <a:lnTo>
                    <a:pt x="200" y="210"/>
                  </a:lnTo>
                  <a:lnTo>
                    <a:pt x="204" y="200"/>
                  </a:lnTo>
                  <a:lnTo>
                    <a:pt x="206" y="191"/>
                  </a:lnTo>
                  <a:lnTo>
                    <a:pt x="208" y="180"/>
                  </a:lnTo>
                  <a:lnTo>
                    <a:pt x="208" y="169"/>
                  </a:lnTo>
                  <a:lnTo>
                    <a:pt x="208" y="14"/>
                  </a:lnTo>
                  <a:lnTo>
                    <a:pt x="207" y="9"/>
                  </a:lnTo>
                  <a:lnTo>
                    <a:pt x="204" y="5"/>
                  </a:lnTo>
                  <a:lnTo>
                    <a:pt x="200" y="2"/>
                  </a:lnTo>
                  <a:lnTo>
                    <a:pt x="194" y="0"/>
                  </a:lnTo>
                  <a:close/>
                  <a:moveTo>
                    <a:pt x="104" y="245"/>
                  </a:moveTo>
                  <a:lnTo>
                    <a:pt x="97" y="245"/>
                  </a:lnTo>
                  <a:lnTo>
                    <a:pt x="89" y="244"/>
                  </a:lnTo>
                  <a:lnTo>
                    <a:pt x="82" y="242"/>
                  </a:lnTo>
                  <a:lnTo>
                    <a:pt x="75" y="240"/>
                  </a:lnTo>
                  <a:lnTo>
                    <a:pt x="68" y="237"/>
                  </a:lnTo>
                  <a:lnTo>
                    <a:pt x="62" y="232"/>
                  </a:lnTo>
                  <a:lnTo>
                    <a:pt x="56" y="228"/>
                  </a:lnTo>
                  <a:lnTo>
                    <a:pt x="50" y="223"/>
                  </a:lnTo>
                  <a:lnTo>
                    <a:pt x="46" y="217"/>
                  </a:lnTo>
                  <a:lnTo>
                    <a:pt x="41" y="212"/>
                  </a:lnTo>
                  <a:lnTo>
                    <a:pt x="38" y="206"/>
                  </a:lnTo>
                  <a:lnTo>
                    <a:pt x="34" y="199"/>
                  </a:lnTo>
                  <a:lnTo>
                    <a:pt x="32" y="192"/>
                  </a:lnTo>
                  <a:lnTo>
                    <a:pt x="30" y="184"/>
                  </a:lnTo>
                  <a:lnTo>
                    <a:pt x="29" y="177"/>
                  </a:lnTo>
                  <a:lnTo>
                    <a:pt x="28" y="169"/>
                  </a:lnTo>
                  <a:lnTo>
                    <a:pt x="29" y="162"/>
                  </a:lnTo>
                  <a:lnTo>
                    <a:pt x="30" y="154"/>
                  </a:lnTo>
                  <a:lnTo>
                    <a:pt x="32" y="146"/>
                  </a:lnTo>
                  <a:lnTo>
                    <a:pt x="34" y="140"/>
                  </a:lnTo>
                  <a:lnTo>
                    <a:pt x="38" y="133"/>
                  </a:lnTo>
                  <a:lnTo>
                    <a:pt x="41" y="127"/>
                  </a:lnTo>
                  <a:lnTo>
                    <a:pt x="46" y="121"/>
                  </a:lnTo>
                  <a:lnTo>
                    <a:pt x="50" y="115"/>
                  </a:lnTo>
                  <a:lnTo>
                    <a:pt x="56" y="110"/>
                  </a:lnTo>
                  <a:lnTo>
                    <a:pt x="62" y="106"/>
                  </a:lnTo>
                  <a:lnTo>
                    <a:pt x="68" y="102"/>
                  </a:lnTo>
                  <a:lnTo>
                    <a:pt x="75" y="99"/>
                  </a:lnTo>
                  <a:lnTo>
                    <a:pt x="82" y="96"/>
                  </a:lnTo>
                  <a:lnTo>
                    <a:pt x="89" y="95"/>
                  </a:lnTo>
                  <a:lnTo>
                    <a:pt x="97" y="94"/>
                  </a:lnTo>
                  <a:lnTo>
                    <a:pt x="104" y="93"/>
                  </a:lnTo>
                  <a:lnTo>
                    <a:pt x="113" y="94"/>
                  </a:lnTo>
                  <a:lnTo>
                    <a:pt x="120" y="95"/>
                  </a:lnTo>
                  <a:lnTo>
                    <a:pt x="127" y="96"/>
                  </a:lnTo>
                  <a:lnTo>
                    <a:pt x="134" y="99"/>
                  </a:lnTo>
                  <a:lnTo>
                    <a:pt x="141" y="102"/>
                  </a:lnTo>
                  <a:lnTo>
                    <a:pt x="147" y="106"/>
                  </a:lnTo>
                  <a:lnTo>
                    <a:pt x="152" y="110"/>
                  </a:lnTo>
                  <a:lnTo>
                    <a:pt x="158" y="115"/>
                  </a:lnTo>
                  <a:lnTo>
                    <a:pt x="163" y="121"/>
                  </a:lnTo>
                  <a:lnTo>
                    <a:pt x="167" y="127"/>
                  </a:lnTo>
                  <a:lnTo>
                    <a:pt x="172" y="133"/>
                  </a:lnTo>
                  <a:lnTo>
                    <a:pt x="175" y="140"/>
                  </a:lnTo>
                  <a:lnTo>
                    <a:pt x="177" y="146"/>
                  </a:lnTo>
                  <a:lnTo>
                    <a:pt x="179" y="154"/>
                  </a:lnTo>
                  <a:lnTo>
                    <a:pt x="180" y="162"/>
                  </a:lnTo>
                  <a:lnTo>
                    <a:pt x="180" y="169"/>
                  </a:lnTo>
                  <a:lnTo>
                    <a:pt x="180" y="177"/>
                  </a:lnTo>
                  <a:lnTo>
                    <a:pt x="179" y="184"/>
                  </a:lnTo>
                  <a:lnTo>
                    <a:pt x="177" y="192"/>
                  </a:lnTo>
                  <a:lnTo>
                    <a:pt x="175" y="199"/>
                  </a:lnTo>
                  <a:lnTo>
                    <a:pt x="172" y="206"/>
                  </a:lnTo>
                  <a:lnTo>
                    <a:pt x="167" y="212"/>
                  </a:lnTo>
                  <a:lnTo>
                    <a:pt x="163" y="217"/>
                  </a:lnTo>
                  <a:lnTo>
                    <a:pt x="158" y="223"/>
                  </a:lnTo>
                  <a:lnTo>
                    <a:pt x="152" y="228"/>
                  </a:lnTo>
                  <a:lnTo>
                    <a:pt x="147" y="232"/>
                  </a:lnTo>
                  <a:lnTo>
                    <a:pt x="141" y="237"/>
                  </a:lnTo>
                  <a:lnTo>
                    <a:pt x="134" y="240"/>
                  </a:lnTo>
                  <a:lnTo>
                    <a:pt x="127" y="242"/>
                  </a:lnTo>
                  <a:lnTo>
                    <a:pt x="120" y="244"/>
                  </a:lnTo>
                  <a:lnTo>
                    <a:pt x="113" y="245"/>
                  </a:lnTo>
                  <a:lnTo>
                    <a:pt x="104" y="2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3" name="Freeform 312">
              <a:extLst>
                <a:ext uri="{FF2B5EF4-FFF2-40B4-BE49-F238E27FC236}">
                  <a16:creationId xmlns:a16="http://schemas.microsoft.com/office/drawing/2014/main" id="{E4CBCA25-D628-45DF-AD29-E4D8BF8C99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6439" y="1776413"/>
              <a:ext cx="376238" cy="376238"/>
            </a:xfrm>
            <a:custGeom>
              <a:avLst/>
              <a:gdLst>
                <a:gd name="T0" fmla="*/ 553 w 712"/>
                <a:gd name="T1" fmla="*/ 59 h 711"/>
                <a:gd name="T2" fmla="*/ 476 w 712"/>
                <a:gd name="T3" fmla="*/ 20 h 711"/>
                <a:gd name="T4" fmla="*/ 391 w 712"/>
                <a:gd name="T5" fmla="*/ 1 h 711"/>
                <a:gd name="T6" fmla="*/ 303 w 712"/>
                <a:gd name="T7" fmla="*/ 3 h 711"/>
                <a:gd name="T8" fmla="*/ 220 w 712"/>
                <a:gd name="T9" fmla="*/ 27 h 711"/>
                <a:gd name="T10" fmla="*/ 144 w 712"/>
                <a:gd name="T11" fmla="*/ 69 h 711"/>
                <a:gd name="T12" fmla="*/ 81 w 712"/>
                <a:gd name="T13" fmla="*/ 130 h 711"/>
                <a:gd name="T14" fmla="*/ 35 w 712"/>
                <a:gd name="T15" fmla="*/ 203 h 711"/>
                <a:gd name="T16" fmla="*/ 8 w 712"/>
                <a:gd name="T17" fmla="*/ 285 h 711"/>
                <a:gd name="T18" fmla="*/ 1 w 712"/>
                <a:gd name="T19" fmla="*/ 372 h 711"/>
                <a:gd name="T20" fmla="*/ 15 w 712"/>
                <a:gd name="T21" fmla="*/ 458 h 711"/>
                <a:gd name="T22" fmla="*/ 51 w 712"/>
                <a:gd name="T23" fmla="*/ 538 h 711"/>
                <a:gd name="T24" fmla="*/ 104 w 712"/>
                <a:gd name="T25" fmla="*/ 606 h 711"/>
                <a:gd name="T26" fmla="*/ 173 w 712"/>
                <a:gd name="T27" fmla="*/ 660 h 711"/>
                <a:gd name="T28" fmla="*/ 252 w 712"/>
                <a:gd name="T29" fmla="*/ 696 h 711"/>
                <a:gd name="T30" fmla="*/ 338 w 712"/>
                <a:gd name="T31" fmla="*/ 711 h 711"/>
                <a:gd name="T32" fmla="*/ 426 w 712"/>
                <a:gd name="T33" fmla="*/ 704 h 711"/>
                <a:gd name="T34" fmla="*/ 508 w 712"/>
                <a:gd name="T35" fmla="*/ 677 h 711"/>
                <a:gd name="T36" fmla="*/ 581 w 712"/>
                <a:gd name="T37" fmla="*/ 630 h 711"/>
                <a:gd name="T38" fmla="*/ 642 w 712"/>
                <a:gd name="T39" fmla="*/ 567 h 711"/>
                <a:gd name="T40" fmla="*/ 685 w 712"/>
                <a:gd name="T41" fmla="*/ 492 h 711"/>
                <a:gd name="T42" fmla="*/ 707 w 712"/>
                <a:gd name="T43" fmla="*/ 408 h 711"/>
                <a:gd name="T44" fmla="*/ 709 w 712"/>
                <a:gd name="T45" fmla="*/ 320 h 711"/>
                <a:gd name="T46" fmla="*/ 690 w 712"/>
                <a:gd name="T47" fmla="*/ 235 h 711"/>
                <a:gd name="T48" fmla="*/ 652 w 712"/>
                <a:gd name="T49" fmla="*/ 158 h 711"/>
                <a:gd name="T50" fmla="*/ 355 w 712"/>
                <a:gd name="T51" fmla="*/ 683 h 711"/>
                <a:gd name="T52" fmla="*/ 274 w 712"/>
                <a:gd name="T53" fmla="*/ 673 h 711"/>
                <a:gd name="T54" fmla="*/ 200 w 712"/>
                <a:gd name="T55" fmla="*/ 643 h 711"/>
                <a:gd name="T56" fmla="*/ 136 w 712"/>
                <a:gd name="T57" fmla="*/ 598 h 711"/>
                <a:gd name="T58" fmla="*/ 84 w 712"/>
                <a:gd name="T59" fmla="*/ 538 h 711"/>
                <a:gd name="T60" fmla="*/ 49 w 712"/>
                <a:gd name="T61" fmla="*/ 468 h 711"/>
                <a:gd name="T62" fmla="*/ 30 w 712"/>
                <a:gd name="T63" fmla="*/ 389 h 711"/>
                <a:gd name="T64" fmla="*/ 33 w 712"/>
                <a:gd name="T65" fmla="*/ 305 h 711"/>
                <a:gd name="T66" fmla="*/ 54 w 712"/>
                <a:gd name="T67" fmla="*/ 228 h 711"/>
                <a:gd name="T68" fmla="*/ 94 w 712"/>
                <a:gd name="T69" fmla="*/ 159 h 711"/>
                <a:gd name="T70" fmla="*/ 147 w 712"/>
                <a:gd name="T71" fmla="*/ 102 h 711"/>
                <a:gd name="T72" fmla="*/ 214 w 712"/>
                <a:gd name="T73" fmla="*/ 60 h 711"/>
                <a:gd name="T74" fmla="*/ 290 w 712"/>
                <a:gd name="T75" fmla="*/ 34 h 711"/>
                <a:gd name="T76" fmla="*/ 373 w 712"/>
                <a:gd name="T77" fmla="*/ 28 h 711"/>
                <a:gd name="T78" fmla="*/ 453 w 712"/>
                <a:gd name="T79" fmla="*/ 42 h 711"/>
                <a:gd name="T80" fmla="*/ 526 w 712"/>
                <a:gd name="T81" fmla="*/ 75 h 711"/>
                <a:gd name="T82" fmla="*/ 587 w 712"/>
                <a:gd name="T83" fmla="*/ 123 h 711"/>
                <a:gd name="T84" fmla="*/ 637 w 712"/>
                <a:gd name="T85" fmla="*/ 186 h 711"/>
                <a:gd name="T86" fmla="*/ 669 w 712"/>
                <a:gd name="T87" fmla="*/ 258 h 711"/>
                <a:gd name="T88" fmla="*/ 683 w 712"/>
                <a:gd name="T89" fmla="*/ 338 h 711"/>
                <a:gd name="T90" fmla="*/ 677 w 712"/>
                <a:gd name="T91" fmla="*/ 421 h 711"/>
                <a:gd name="T92" fmla="*/ 652 w 712"/>
                <a:gd name="T93" fmla="*/ 497 h 711"/>
                <a:gd name="T94" fmla="*/ 609 w 712"/>
                <a:gd name="T95" fmla="*/ 564 h 711"/>
                <a:gd name="T96" fmla="*/ 552 w 712"/>
                <a:gd name="T97" fmla="*/ 617 h 711"/>
                <a:gd name="T98" fmla="*/ 483 w 712"/>
                <a:gd name="T99" fmla="*/ 657 h 711"/>
                <a:gd name="T100" fmla="*/ 406 w 712"/>
                <a:gd name="T101" fmla="*/ 67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2" h="711">
                  <a:moveTo>
                    <a:pt x="608" y="104"/>
                  </a:moveTo>
                  <a:lnTo>
                    <a:pt x="595" y="91"/>
                  </a:lnTo>
                  <a:lnTo>
                    <a:pt x="581" y="79"/>
                  </a:lnTo>
                  <a:lnTo>
                    <a:pt x="567" y="69"/>
                  </a:lnTo>
                  <a:lnTo>
                    <a:pt x="553" y="59"/>
                  </a:lnTo>
                  <a:lnTo>
                    <a:pt x="538" y="49"/>
                  </a:lnTo>
                  <a:lnTo>
                    <a:pt x="523" y="41"/>
                  </a:lnTo>
                  <a:lnTo>
                    <a:pt x="508" y="33"/>
                  </a:lnTo>
                  <a:lnTo>
                    <a:pt x="492" y="27"/>
                  </a:lnTo>
                  <a:lnTo>
                    <a:pt x="476" y="20"/>
                  </a:lnTo>
                  <a:lnTo>
                    <a:pt x="460" y="15"/>
                  </a:lnTo>
                  <a:lnTo>
                    <a:pt x="442" y="10"/>
                  </a:lnTo>
                  <a:lnTo>
                    <a:pt x="426" y="6"/>
                  </a:lnTo>
                  <a:lnTo>
                    <a:pt x="409" y="3"/>
                  </a:lnTo>
                  <a:lnTo>
                    <a:pt x="391" y="1"/>
                  </a:lnTo>
                  <a:lnTo>
                    <a:pt x="374" y="0"/>
                  </a:lnTo>
                  <a:lnTo>
                    <a:pt x="355" y="0"/>
                  </a:lnTo>
                  <a:lnTo>
                    <a:pt x="338" y="0"/>
                  </a:lnTo>
                  <a:lnTo>
                    <a:pt x="321" y="1"/>
                  </a:lnTo>
                  <a:lnTo>
                    <a:pt x="303" y="3"/>
                  </a:lnTo>
                  <a:lnTo>
                    <a:pt x="286" y="6"/>
                  </a:lnTo>
                  <a:lnTo>
                    <a:pt x="269" y="10"/>
                  </a:lnTo>
                  <a:lnTo>
                    <a:pt x="252" y="15"/>
                  </a:lnTo>
                  <a:lnTo>
                    <a:pt x="236" y="20"/>
                  </a:lnTo>
                  <a:lnTo>
                    <a:pt x="220" y="27"/>
                  </a:lnTo>
                  <a:lnTo>
                    <a:pt x="204" y="33"/>
                  </a:lnTo>
                  <a:lnTo>
                    <a:pt x="188" y="41"/>
                  </a:lnTo>
                  <a:lnTo>
                    <a:pt x="173" y="49"/>
                  </a:lnTo>
                  <a:lnTo>
                    <a:pt x="159" y="59"/>
                  </a:lnTo>
                  <a:lnTo>
                    <a:pt x="144" y="69"/>
                  </a:lnTo>
                  <a:lnTo>
                    <a:pt x="131" y="79"/>
                  </a:lnTo>
                  <a:lnTo>
                    <a:pt x="117" y="91"/>
                  </a:lnTo>
                  <a:lnTo>
                    <a:pt x="104" y="104"/>
                  </a:lnTo>
                  <a:lnTo>
                    <a:pt x="93" y="117"/>
                  </a:lnTo>
                  <a:lnTo>
                    <a:pt x="81" y="130"/>
                  </a:lnTo>
                  <a:lnTo>
                    <a:pt x="70" y="144"/>
                  </a:lnTo>
                  <a:lnTo>
                    <a:pt x="60" y="158"/>
                  </a:lnTo>
                  <a:lnTo>
                    <a:pt x="51" y="173"/>
                  </a:lnTo>
                  <a:lnTo>
                    <a:pt x="42" y="188"/>
                  </a:lnTo>
                  <a:lnTo>
                    <a:pt x="35" y="203"/>
                  </a:lnTo>
                  <a:lnTo>
                    <a:pt x="27" y="219"/>
                  </a:lnTo>
                  <a:lnTo>
                    <a:pt x="21" y="235"/>
                  </a:lnTo>
                  <a:lnTo>
                    <a:pt x="15" y="251"/>
                  </a:lnTo>
                  <a:lnTo>
                    <a:pt x="11" y="268"/>
                  </a:lnTo>
                  <a:lnTo>
                    <a:pt x="8" y="285"/>
                  </a:lnTo>
                  <a:lnTo>
                    <a:pt x="5" y="303"/>
                  </a:lnTo>
                  <a:lnTo>
                    <a:pt x="2" y="320"/>
                  </a:lnTo>
                  <a:lnTo>
                    <a:pt x="1" y="337"/>
                  </a:lnTo>
                  <a:lnTo>
                    <a:pt x="0" y="355"/>
                  </a:lnTo>
                  <a:lnTo>
                    <a:pt x="1" y="372"/>
                  </a:lnTo>
                  <a:lnTo>
                    <a:pt x="2" y="391"/>
                  </a:lnTo>
                  <a:lnTo>
                    <a:pt x="5" y="408"/>
                  </a:lnTo>
                  <a:lnTo>
                    <a:pt x="8" y="425"/>
                  </a:lnTo>
                  <a:lnTo>
                    <a:pt x="11" y="442"/>
                  </a:lnTo>
                  <a:lnTo>
                    <a:pt x="15" y="458"/>
                  </a:lnTo>
                  <a:lnTo>
                    <a:pt x="21" y="475"/>
                  </a:lnTo>
                  <a:lnTo>
                    <a:pt x="27" y="492"/>
                  </a:lnTo>
                  <a:lnTo>
                    <a:pt x="35" y="507"/>
                  </a:lnTo>
                  <a:lnTo>
                    <a:pt x="42" y="523"/>
                  </a:lnTo>
                  <a:lnTo>
                    <a:pt x="51" y="538"/>
                  </a:lnTo>
                  <a:lnTo>
                    <a:pt x="60" y="553"/>
                  </a:lnTo>
                  <a:lnTo>
                    <a:pt x="70" y="567"/>
                  </a:lnTo>
                  <a:lnTo>
                    <a:pt x="81" y="581"/>
                  </a:lnTo>
                  <a:lnTo>
                    <a:pt x="93" y="594"/>
                  </a:lnTo>
                  <a:lnTo>
                    <a:pt x="104" y="606"/>
                  </a:lnTo>
                  <a:lnTo>
                    <a:pt x="117" y="618"/>
                  </a:lnTo>
                  <a:lnTo>
                    <a:pt x="131" y="630"/>
                  </a:lnTo>
                  <a:lnTo>
                    <a:pt x="144" y="641"/>
                  </a:lnTo>
                  <a:lnTo>
                    <a:pt x="159" y="652"/>
                  </a:lnTo>
                  <a:lnTo>
                    <a:pt x="173" y="660"/>
                  </a:lnTo>
                  <a:lnTo>
                    <a:pt x="188" y="669"/>
                  </a:lnTo>
                  <a:lnTo>
                    <a:pt x="204" y="677"/>
                  </a:lnTo>
                  <a:lnTo>
                    <a:pt x="220" y="684"/>
                  </a:lnTo>
                  <a:lnTo>
                    <a:pt x="236" y="690"/>
                  </a:lnTo>
                  <a:lnTo>
                    <a:pt x="252" y="696"/>
                  </a:lnTo>
                  <a:lnTo>
                    <a:pt x="269" y="700"/>
                  </a:lnTo>
                  <a:lnTo>
                    <a:pt x="286" y="704"/>
                  </a:lnTo>
                  <a:lnTo>
                    <a:pt x="303" y="706"/>
                  </a:lnTo>
                  <a:lnTo>
                    <a:pt x="321" y="708"/>
                  </a:lnTo>
                  <a:lnTo>
                    <a:pt x="338" y="711"/>
                  </a:lnTo>
                  <a:lnTo>
                    <a:pt x="355" y="711"/>
                  </a:lnTo>
                  <a:lnTo>
                    <a:pt x="374" y="711"/>
                  </a:lnTo>
                  <a:lnTo>
                    <a:pt x="391" y="708"/>
                  </a:lnTo>
                  <a:lnTo>
                    <a:pt x="409" y="706"/>
                  </a:lnTo>
                  <a:lnTo>
                    <a:pt x="426" y="704"/>
                  </a:lnTo>
                  <a:lnTo>
                    <a:pt x="442" y="700"/>
                  </a:lnTo>
                  <a:lnTo>
                    <a:pt x="460" y="696"/>
                  </a:lnTo>
                  <a:lnTo>
                    <a:pt x="476" y="690"/>
                  </a:lnTo>
                  <a:lnTo>
                    <a:pt x="492" y="684"/>
                  </a:lnTo>
                  <a:lnTo>
                    <a:pt x="508" y="677"/>
                  </a:lnTo>
                  <a:lnTo>
                    <a:pt x="523" y="669"/>
                  </a:lnTo>
                  <a:lnTo>
                    <a:pt x="538" y="660"/>
                  </a:lnTo>
                  <a:lnTo>
                    <a:pt x="553" y="652"/>
                  </a:lnTo>
                  <a:lnTo>
                    <a:pt x="567" y="641"/>
                  </a:lnTo>
                  <a:lnTo>
                    <a:pt x="581" y="630"/>
                  </a:lnTo>
                  <a:lnTo>
                    <a:pt x="595" y="618"/>
                  </a:lnTo>
                  <a:lnTo>
                    <a:pt x="608" y="606"/>
                  </a:lnTo>
                  <a:lnTo>
                    <a:pt x="619" y="594"/>
                  </a:lnTo>
                  <a:lnTo>
                    <a:pt x="631" y="581"/>
                  </a:lnTo>
                  <a:lnTo>
                    <a:pt x="642" y="567"/>
                  </a:lnTo>
                  <a:lnTo>
                    <a:pt x="652" y="553"/>
                  </a:lnTo>
                  <a:lnTo>
                    <a:pt x="661" y="538"/>
                  </a:lnTo>
                  <a:lnTo>
                    <a:pt x="670" y="523"/>
                  </a:lnTo>
                  <a:lnTo>
                    <a:pt x="677" y="507"/>
                  </a:lnTo>
                  <a:lnTo>
                    <a:pt x="685" y="492"/>
                  </a:lnTo>
                  <a:lnTo>
                    <a:pt x="690" y="475"/>
                  </a:lnTo>
                  <a:lnTo>
                    <a:pt x="696" y="458"/>
                  </a:lnTo>
                  <a:lnTo>
                    <a:pt x="701" y="442"/>
                  </a:lnTo>
                  <a:lnTo>
                    <a:pt x="704" y="425"/>
                  </a:lnTo>
                  <a:lnTo>
                    <a:pt x="707" y="408"/>
                  </a:lnTo>
                  <a:lnTo>
                    <a:pt x="709" y="391"/>
                  </a:lnTo>
                  <a:lnTo>
                    <a:pt x="711" y="372"/>
                  </a:lnTo>
                  <a:lnTo>
                    <a:pt x="712" y="355"/>
                  </a:lnTo>
                  <a:lnTo>
                    <a:pt x="711" y="337"/>
                  </a:lnTo>
                  <a:lnTo>
                    <a:pt x="709" y="320"/>
                  </a:lnTo>
                  <a:lnTo>
                    <a:pt x="707" y="303"/>
                  </a:lnTo>
                  <a:lnTo>
                    <a:pt x="704" y="285"/>
                  </a:lnTo>
                  <a:lnTo>
                    <a:pt x="701" y="268"/>
                  </a:lnTo>
                  <a:lnTo>
                    <a:pt x="696" y="251"/>
                  </a:lnTo>
                  <a:lnTo>
                    <a:pt x="690" y="235"/>
                  </a:lnTo>
                  <a:lnTo>
                    <a:pt x="685" y="219"/>
                  </a:lnTo>
                  <a:lnTo>
                    <a:pt x="677" y="203"/>
                  </a:lnTo>
                  <a:lnTo>
                    <a:pt x="670" y="188"/>
                  </a:lnTo>
                  <a:lnTo>
                    <a:pt x="661" y="173"/>
                  </a:lnTo>
                  <a:lnTo>
                    <a:pt x="652" y="158"/>
                  </a:lnTo>
                  <a:lnTo>
                    <a:pt x="642" y="144"/>
                  </a:lnTo>
                  <a:lnTo>
                    <a:pt x="631" y="130"/>
                  </a:lnTo>
                  <a:lnTo>
                    <a:pt x="619" y="117"/>
                  </a:lnTo>
                  <a:lnTo>
                    <a:pt x="608" y="104"/>
                  </a:lnTo>
                  <a:close/>
                  <a:moveTo>
                    <a:pt x="355" y="683"/>
                  </a:moveTo>
                  <a:lnTo>
                    <a:pt x="339" y="683"/>
                  </a:lnTo>
                  <a:lnTo>
                    <a:pt x="322" y="682"/>
                  </a:lnTo>
                  <a:lnTo>
                    <a:pt x="306" y="679"/>
                  </a:lnTo>
                  <a:lnTo>
                    <a:pt x="290" y="676"/>
                  </a:lnTo>
                  <a:lnTo>
                    <a:pt x="274" y="673"/>
                  </a:lnTo>
                  <a:lnTo>
                    <a:pt x="259" y="668"/>
                  </a:lnTo>
                  <a:lnTo>
                    <a:pt x="244" y="663"/>
                  </a:lnTo>
                  <a:lnTo>
                    <a:pt x="229" y="657"/>
                  </a:lnTo>
                  <a:lnTo>
                    <a:pt x="214" y="650"/>
                  </a:lnTo>
                  <a:lnTo>
                    <a:pt x="200" y="643"/>
                  </a:lnTo>
                  <a:lnTo>
                    <a:pt x="186" y="635"/>
                  </a:lnTo>
                  <a:lnTo>
                    <a:pt x="173" y="627"/>
                  </a:lnTo>
                  <a:lnTo>
                    <a:pt x="160" y="617"/>
                  </a:lnTo>
                  <a:lnTo>
                    <a:pt x="147" y="608"/>
                  </a:lnTo>
                  <a:lnTo>
                    <a:pt x="136" y="598"/>
                  </a:lnTo>
                  <a:lnTo>
                    <a:pt x="125" y="587"/>
                  </a:lnTo>
                  <a:lnTo>
                    <a:pt x="113" y="575"/>
                  </a:lnTo>
                  <a:lnTo>
                    <a:pt x="103" y="564"/>
                  </a:lnTo>
                  <a:lnTo>
                    <a:pt x="94" y="551"/>
                  </a:lnTo>
                  <a:lnTo>
                    <a:pt x="84" y="538"/>
                  </a:lnTo>
                  <a:lnTo>
                    <a:pt x="75" y="525"/>
                  </a:lnTo>
                  <a:lnTo>
                    <a:pt x="68" y="511"/>
                  </a:lnTo>
                  <a:lnTo>
                    <a:pt x="60" y="497"/>
                  </a:lnTo>
                  <a:lnTo>
                    <a:pt x="54" y="483"/>
                  </a:lnTo>
                  <a:lnTo>
                    <a:pt x="49" y="468"/>
                  </a:lnTo>
                  <a:lnTo>
                    <a:pt x="43" y="453"/>
                  </a:lnTo>
                  <a:lnTo>
                    <a:pt x="39" y="437"/>
                  </a:lnTo>
                  <a:lnTo>
                    <a:pt x="35" y="421"/>
                  </a:lnTo>
                  <a:lnTo>
                    <a:pt x="33" y="405"/>
                  </a:lnTo>
                  <a:lnTo>
                    <a:pt x="30" y="389"/>
                  </a:lnTo>
                  <a:lnTo>
                    <a:pt x="28" y="372"/>
                  </a:lnTo>
                  <a:lnTo>
                    <a:pt x="28" y="355"/>
                  </a:lnTo>
                  <a:lnTo>
                    <a:pt x="28" y="338"/>
                  </a:lnTo>
                  <a:lnTo>
                    <a:pt x="30" y="322"/>
                  </a:lnTo>
                  <a:lnTo>
                    <a:pt x="33" y="305"/>
                  </a:lnTo>
                  <a:lnTo>
                    <a:pt x="35" y="289"/>
                  </a:lnTo>
                  <a:lnTo>
                    <a:pt x="39" y="274"/>
                  </a:lnTo>
                  <a:lnTo>
                    <a:pt x="43" y="258"/>
                  </a:lnTo>
                  <a:lnTo>
                    <a:pt x="49" y="243"/>
                  </a:lnTo>
                  <a:lnTo>
                    <a:pt x="54" y="228"/>
                  </a:lnTo>
                  <a:lnTo>
                    <a:pt x="60" y="214"/>
                  </a:lnTo>
                  <a:lnTo>
                    <a:pt x="68" y="199"/>
                  </a:lnTo>
                  <a:lnTo>
                    <a:pt x="75" y="186"/>
                  </a:lnTo>
                  <a:lnTo>
                    <a:pt x="84" y="172"/>
                  </a:lnTo>
                  <a:lnTo>
                    <a:pt x="94" y="159"/>
                  </a:lnTo>
                  <a:lnTo>
                    <a:pt x="103" y="147"/>
                  </a:lnTo>
                  <a:lnTo>
                    <a:pt x="113" y="135"/>
                  </a:lnTo>
                  <a:lnTo>
                    <a:pt x="125" y="123"/>
                  </a:lnTo>
                  <a:lnTo>
                    <a:pt x="136" y="113"/>
                  </a:lnTo>
                  <a:lnTo>
                    <a:pt x="147" y="102"/>
                  </a:lnTo>
                  <a:lnTo>
                    <a:pt x="160" y="92"/>
                  </a:lnTo>
                  <a:lnTo>
                    <a:pt x="173" y="84"/>
                  </a:lnTo>
                  <a:lnTo>
                    <a:pt x="186" y="75"/>
                  </a:lnTo>
                  <a:lnTo>
                    <a:pt x="200" y="66"/>
                  </a:lnTo>
                  <a:lnTo>
                    <a:pt x="214" y="60"/>
                  </a:lnTo>
                  <a:lnTo>
                    <a:pt x="229" y="53"/>
                  </a:lnTo>
                  <a:lnTo>
                    <a:pt x="244" y="47"/>
                  </a:lnTo>
                  <a:lnTo>
                    <a:pt x="259" y="42"/>
                  </a:lnTo>
                  <a:lnTo>
                    <a:pt x="274" y="37"/>
                  </a:lnTo>
                  <a:lnTo>
                    <a:pt x="290" y="34"/>
                  </a:lnTo>
                  <a:lnTo>
                    <a:pt x="306" y="31"/>
                  </a:lnTo>
                  <a:lnTo>
                    <a:pt x="322" y="29"/>
                  </a:lnTo>
                  <a:lnTo>
                    <a:pt x="339" y="28"/>
                  </a:lnTo>
                  <a:lnTo>
                    <a:pt x="355" y="27"/>
                  </a:lnTo>
                  <a:lnTo>
                    <a:pt x="373" y="28"/>
                  </a:lnTo>
                  <a:lnTo>
                    <a:pt x="390" y="29"/>
                  </a:lnTo>
                  <a:lnTo>
                    <a:pt x="406" y="31"/>
                  </a:lnTo>
                  <a:lnTo>
                    <a:pt x="422" y="34"/>
                  </a:lnTo>
                  <a:lnTo>
                    <a:pt x="438" y="37"/>
                  </a:lnTo>
                  <a:lnTo>
                    <a:pt x="453" y="42"/>
                  </a:lnTo>
                  <a:lnTo>
                    <a:pt x="468" y="47"/>
                  </a:lnTo>
                  <a:lnTo>
                    <a:pt x="483" y="53"/>
                  </a:lnTo>
                  <a:lnTo>
                    <a:pt x="498" y="60"/>
                  </a:lnTo>
                  <a:lnTo>
                    <a:pt x="512" y="66"/>
                  </a:lnTo>
                  <a:lnTo>
                    <a:pt x="526" y="75"/>
                  </a:lnTo>
                  <a:lnTo>
                    <a:pt x="539" y="84"/>
                  </a:lnTo>
                  <a:lnTo>
                    <a:pt x="552" y="92"/>
                  </a:lnTo>
                  <a:lnTo>
                    <a:pt x="565" y="102"/>
                  </a:lnTo>
                  <a:lnTo>
                    <a:pt x="576" y="113"/>
                  </a:lnTo>
                  <a:lnTo>
                    <a:pt x="587" y="123"/>
                  </a:lnTo>
                  <a:lnTo>
                    <a:pt x="598" y="135"/>
                  </a:lnTo>
                  <a:lnTo>
                    <a:pt x="609" y="147"/>
                  </a:lnTo>
                  <a:lnTo>
                    <a:pt x="618" y="159"/>
                  </a:lnTo>
                  <a:lnTo>
                    <a:pt x="628" y="172"/>
                  </a:lnTo>
                  <a:lnTo>
                    <a:pt x="637" y="186"/>
                  </a:lnTo>
                  <a:lnTo>
                    <a:pt x="644" y="199"/>
                  </a:lnTo>
                  <a:lnTo>
                    <a:pt x="652" y="214"/>
                  </a:lnTo>
                  <a:lnTo>
                    <a:pt x="658" y="228"/>
                  </a:lnTo>
                  <a:lnTo>
                    <a:pt x="663" y="243"/>
                  </a:lnTo>
                  <a:lnTo>
                    <a:pt x="669" y="258"/>
                  </a:lnTo>
                  <a:lnTo>
                    <a:pt x="673" y="274"/>
                  </a:lnTo>
                  <a:lnTo>
                    <a:pt x="677" y="289"/>
                  </a:lnTo>
                  <a:lnTo>
                    <a:pt x="679" y="305"/>
                  </a:lnTo>
                  <a:lnTo>
                    <a:pt x="682" y="322"/>
                  </a:lnTo>
                  <a:lnTo>
                    <a:pt x="683" y="338"/>
                  </a:lnTo>
                  <a:lnTo>
                    <a:pt x="684" y="355"/>
                  </a:lnTo>
                  <a:lnTo>
                    <a:pt x="683" y="372"/>
                  </a:lnTo>
                  <a:lnTo>
                    <a:pt x="682" y="389"/>
                  </a:lnTo>
                  <a:lnTo>
                    <a:pt x="679" y="405"/>
                  </a:lnTo>
                  <a:lnTo>
                    <a:pt x="677" y="421"/>
                  </a:lnTo>
                  <a:lnTo>
                    <a:pt x="673" y="437"/>
                  </a:lnTo>
                  <a:lnTo>
                    <a:pt x="669" y="453"/>
                  </a:lnTo>
                  <a:lnTo>
                    <a:pt x="663" y="468"/>
                  </a:lnTo>
                  <a:lnTo>
                    <a:pt x="658" y="483"/>
                  </a:lnTo>
                  <a:lnTo>
                    <a:pt x="652" y="497"/>
                  </a:lnTo>
                  <a:lnTo>
                    <a:pt x="644" y="511"/>
                  </a:lnTo>
                  <a:lnTo>
                    <a:pt x="637" y="525"/>
                  </a:lnTo>
                  <a:lnTo>
                    <a:pt x="628" y="538"/>
                  </a:lnTo>
                  <a:lnTo>
                    <a:pt x="618" y="551"/>
                  </a:lnTo>
                  <a:lnTo>
                    <a:pt x="609" y="564"/>
                  </a:lnTo>
                  <a:lnTo>
                    <a:pt x="598" y="575"/>
                  </a:lnTo>
                  <a:lnTo>
                    <a:pt x="587" y="587"/>
                  </a:lnTo>
                  <a:lnTo>
                    <a:pt x="576" y="598"/>
                  </a:lnTo>
                  <a:lnTo>
                    <a:pt x="565" y="608"/>
                  </a:lnTo>
                  <a:lnTo>
                    <a:pt x="552" y="617"/>
                  </a:lnTo>
                  <a:lnTo>
                    <a:pt x="539" y="627"/>
                  </a:lnTo>
                  <a:lnTo>
                    <a:pt x="526" y="635"/>
                  </a:lnTo>
                  <a:lnTo>
                    <a:pt x="512" y="643"/>
                  </a:lnTo>
                  <a:lnTo>
                    <a:pt x="498" y="650"/>
                  </a:lnTo>
                  <a:lnTo>
                    <a:pt x="483" y="657"/>
                  </a:lnTo>
                  <a:lnTo>
                    <a:pt x="468" y="663"/>
                  </a:lnTo>
                  <a:lnTo>
                    <a:pt x="453" y="668"/>
                  </a:lnTo>
                  <a:lnTo>
                    <a:pt x="438" y="673"/>
                  </a:lnTo>
                  <a:lnTo>
                    <a:pt x="422" y="676"/>
                  </a:lnTo>
                  <a:lnTo>
                    <a:pt x="406" y="679"/>
                  </a:lnTo>
                  <a:lnTo>
                    <a:pt x="390" y="682"/>
                  </a:lnTo>
                  <a:lnTo>
                    <a:pt x="373" y="683"/>
                  </a:lnTo>
                  <a:lnTo>
                    <a:pt x="355" y="6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4" name="Freeform 313">
              <a:extLst>
                <a:ext uri="{FF2B5EF4-FFF2-40B4-BE49-F238E27FC236}">
                  <a16:creationId xmlns:a16="http://schemas.microsoft.com/office/drawing/2014/main" id="{7C00D20B-290C-4E73-8B8E-6516BDF4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3764" y="192405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5" name="Freeform 314">
              <a:extLst>
                <a:ext uri="{FF2B5EF4-FFF2-40B4-BE49-F238E27FC236}">
                  <a16:creationId xmlns:a16="http://schemas.microsoft.com/office/drawing/2014/main" id="{2FBB39CC-78D0-4F16-AF2D-C92E7180D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3764" y="1847851"/>
              <a:ext cx="98425" cy="100013"/>
            </a:xfrm>
            <a:custGeom>
              <a:avLst/>
              <a:gdLst>
                <a:gd name="T0" fmla="*/ 157 w 187"/>
                <a:gd name="T1" fmla="*/ 51 h 189"/>
                <a:gd name="T2" fmla="*/ 140 w 187"/>
                <a:gd name="T3" fmla="*/ 39 h 189"/>
                <a:gd name="T4" fmla="*/ 122 w 187"/>
                <a:gd name="T5" fmla="*/ 31 h 189"/>
                <a:gd name="T6" fmla="*/ 101 w 187"/>
                <a:gd name="T7" fmla="*/ 27 h 189"/>
                <a:gd name="T8" fmla="*/ 79 w 187"/>
                <a:gd name="T9" fmla="*/ 27 h 189"/>
                <a:gd name="T10" fmla="*/ 64 w 187"/>
                <a:gd name="T11" fmla="*/ 25 h 189"/>
                <a:gd name="T12" fmla="*/ 49 w 187"/>
                <a:gd name="T13" fmla="*/ 21 h 189"/>
                <a:gd name="T14" fmla="*/ 36 w 187"/>
                <a:gd name="T15" fmla="*/ 14 h 189"/>
                <a:gd name="T16" fmla="*/ 24 w 187"/>
                <a:gd name="T17" fmla="*/ 4 h 189"/>
                <a:gd name="T18" fmla="*/ 17 w 187"/>
                <a:gd name="T19" fmla="*/ 0 h 189"/>
                <a:gd name="T20" fmla="*/ 9 w 187"/>
                <a:gd name="T21" fmla="*/ 1 h 189"/>
                <a:gd name="T22" fmla="*/ 2 w 187"/>
                <a:gd name="T23" fmla="*/ 7 h 189"/>
                <a:gd name="T24" fmla="*/ 0 w 187"/>
                <a:gd name="T25" fmla="*/ 14 h 189"/>
                <a:gd name="T26" fmla="*/ 1 w 187"/>
                <a:gd name="T27" fmla="*/ 110 h 189"/>
                <a:gd name="T28" fmla="*/ 12 w 187"/>
                <a:gd name="T29" fmla="*/ 120 h 189"/>
                <a:gd name="T30" fmla="*/ 29 w 187"/>
                <a:gd name="T31" fmla="*/ 132 h 189"/>
                <a:gd name="T32" fmla="*/ 48 w 187"/>
                <a:gd name="T33" fmla="*/ 140 h 189"/>
                <a:gd name="T34" fmla="*/ 68 w 187"/>
                <a:gd name="T35" fmla="*/ 144 h 189"/>
                <a:gd name="T36" fmla="*/ 91 w 187"/>
                <a:gd name="T37" fmla="*/ 144 h 189"/>
                <a:gd name="T38" fmla="*/ 107 w 187"/>
                <a:gd name="T39" fmla="*/ 146 h 189"/>
                <a:gd name="T40" fmla="*/ 120 w 187"/>
                <a:gd name="T41" fmla="*/ 150 h 189"/>
                <a:gd name="T42" fmla="*/ 133 w 187"/>
                <a:gd name="T43" fmla="*/ 157 h 189"/>
                <a:gd name="T44" fmla="*/ 145 w 187"/>
                <a:gd name="T45" fmla="*/ 167 h 189"/>
                <a:gd name="T46" fmla="*/ 168 w 187"/>
                <a:gd name="T47" fmla="*/ 188 h 189"/>
                <a:gd name="T48" fmla="*/ 175 w 187"/>
                <a:gd name="T49" fmla="*/ 189 h 189"/>
                <a:gd name="T50" fmla="*/ 182 w 187"/>
                <a:gd name="T51" fmla="*/ 186 h 189"/>
                <a:gd name="T52" fmla="*/ 186 w 187"/>
                <a:gd name="T53" fmla="*/ 179 h 189"/>
                <a:gd name="T54" fmla="*/ 187 w 187"/>
                <a:gd name="T55" fmla="*/ 123 h 189"/>
                <a:gd name="T56" fmla="*/ 186 w 187"/>
                <a:gd name="T57" fmla="*/ 108 h 189"/>
                <a:gd name="T58" fmla="*/ 182 w 187"/>
                <a:gd name="T59" fmla="*/ 89 h 189"/>
                <a:gd name="T60" fmla="*/ 174 w 187"/>
                <a:gd name="T61" fmla="*/ 71 h 189"/>
                <a:gd name="T62" fmla="*/ 164 w 187"/>
                <a:gd name="T63" fmla="*/ 57 h 189"/>
                <a:gd name="T64" fmla="*/ 152 w 187"/>
                <a:gd name="T65" fmla="*/ 137 h 189"/>
                <a:gd name="T66" fmla="*/ 135 w 187"/>
                <a:gd name="T67" fmla="*/ 127 h 189"/>
                <a:gd name="T68" fmla="*/ 118 w 187"/>
                <a:gd name="T69" fmla="*/ 120 h 189"/>
                <a:gd name="T70" fmla="*/ 100 w 187"/>
                <a:gd name="T71" fmla="*/ 117 h 189"/>
                <a:gd name="T72" fmla="*/ 79 w 187"/>
                <a:gd name="T73" fmla="*/ 116 h 189"/>
                <a:gd name="T74" fmla="*/ 65 w 187"/>
                <a:gd name="T75" fmla="*/ 115 h 189"/>
                <a:gd name="T76" fmla="*/ 52 w 187"/>
                <a:gd name="T77" fmla="*/ 112 h 189"/>
                <a:gd name="T78" fmla="*/ 39 w 187"/>
                <a:gd name="T79" fmla="*/ 106 h 189"/>
                <a:gd name="T80" fmla="*/ 28 w 187"/>
                <a:gd name="T81" fmla="*/ 98 h 189"/>
                <a:gd name="T82" fmla="*/ 40 w 187"/>
                <a:gd name="T83" fmla="*/ 47 h 189"/>
                <a:gd name="T84" fmla="*/ 65 w 187"/>
                <a:gd name="T85" fmla="*/ 54 h 189"/>
                <a:gd name="T86" fmla="*/ 91 w 187"/>
                <a:gd name="T87" fmla="*/ 55 h 189"/>
                <a:gd name="T88" fmla="*/ 107 w 187"/>
                <a:gd name="T89" fmla="*/ 56 h 189"/>
                <a:gd name="T90" fmla="*/ 120 w 187"/>
                <a:gd name="T91" fmla="*/ 60 h 189"/>
                <a:gd name="T92" fmla="*/ 133 w 187"/>
                <a:gd name="T93" fmla="*/ 68 h 189"/>
                <a:gd name="T94" fmla="*/ 145 w 187"/>
                <a:gd name="T95" fmla="*/ 77 h 189"/>
                <a:gd name="T96" fmla="*/ 151 w 187"/>
                <a:gd name="T97" fmla="*/ 85 h 189"/>
                <a:gd name="T98" fmla="*/ 155 w 187"/>
                <a:gd name="T99" fmla="*/ 97 h 189"/>
                <a:gd name="T100" fmla="*/ 159 w 187"/>
                <a:gd name="T101" fmla="*/ 12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7" h="189">
                  <a:moveTo>
                    <a:pt x="164" y="57"/>
                  </a:moveTo>
                  <a:lnTo>
                    <a:pt x="157" y="51"/>
                  </a:lnTo>
                  <a:lnTo>
                    <a:pt x="148" y="44"/>
                  </a:lnTo>
                  <a:lnTo>
                    <a:pt x="140" y="39"/>
                  </a:lnTo>
                  <a:lnTo>
                    <a:pt x="131" y="35"/>
                  </a:lnTo>
                  <a:lnTo>
                    <a:pt x="122" y="31"/>
                  </a:lnTo>
                  <a:lnTo>
                    <a:pt x="112" y="29"/>
                  </a:lnTo>
                  <a:lnTo>
                    <a:pt x="101" y="27"/>
                  </a:lnTo>
                  <a:lnTo>
                    <a:pt x="91" y="27"/>
                  </a:lnTo>
                  <a:lnTo>
                    <a:pt x="79" y="27"/>
                  </a:lnTo>
                  <a:lnTo>
                    <a:pt x="71" y="26"/>
                  </a:lnTo>
                  <a:lnTo>
                    <a:pt x="64" y="25"/>
                  </a:lnTo>
                  <a:lnTo>
                    <a:pt x="56" y="24"/>
                  </a:lnTo>
                  <a:lnTo>
                    <a:pt x="49" y="21"/>
                  </a:lnTo>
                  <a:lnTo>
                    <a:pt x="42" y="17"/>
                  </a:lnTo>
                  <a:lnTo>
                    <a:pt x="36" y="14"/>
                  </a:lnTo>
                  <a:lnTo>
                    <a:pt x="30" y="10"/>
                  </a:lnTo>
                  <a:lnTo>
                    <a:pt x="24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1"/>
                  </a:lnTo>
                  <a:lnTo>
                    <a:pt x="6" y="3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0" y="104"/>
                  </a:lnTo>
                  <a:lnTo>
                    <a:pt x="1" y="110"/>
                  </a:lnTo>
                  <a:lnTo>
                    <a:pt x="5" y="114"/>
                  </a:lnTo>
                  <a:lnTo>
                    <a:pt x="12" y="120"/>
                  </a:lnTo>
                  <a:lnTo>
                    <a:pt x="21" y="127"/>
                  </a:lnTo>
                  <a:lnTo>
                    <a:pt x="29" y="132"/>
                  </a:lnTo>
                  <a:lnTo>
                    <a:pt x="38" y="137"/>
                  </a:lnTo>
                  <a:lnTo>
                    <a:pt x="48" y="140"/>
                  </a:lnTo>
                  <a:lnTo>
                    <a:pt x="58" y="142"/>
                  </a:lnTo>
                  <a:lnTo>
                    <a:pt x="68" y="144"/>
                  </a:lnTo>
                  <a:lnTo>
                    <a:pt x="79" y="144"/>
                  </a:lnTo>
                  <a:lnTo>
                    <a:pt x="91" y="144"/>
                  </a:lnTo>
                  <a:lnTo>
                    <a:pt x="99" y="145"/>
                  </a:lnTo>
                  <a:lnTo>
                    <a:pt x="107" y="146"/>
                  </a:lnTo>
                  <a:lnTo>
                    <a:pt x="113" y="147"/>
                  </a:lnTo>
                  <a:lnTo>
                    <a:pt x="120" y="150"/>
                  </a:lnTo>
                  <a:lnTo>
                    <a:pt x="127" y="154"/>
                  </a:lnTo>
                  <a:lnTo>
                    <a:pt x="133" y="157"/>
                  </a:lnTo>
                  <a:lnTo>
                    <a:pt x="140" y="161"/>
                  </a:lnTo>
                  <a:lnTo>
                    <a:pt x="145" y="167"/>
                  </a:lnTo>
                  <a:lnTo>
                    <a:pt x="163" y="185"/>
                  </a:lnTo>
                  <a:lnTo>
                    <a:pt x="168" y="188"/>
                  </a:lnTo>
                  <a:lnTo>
                    <a:pt x="173" y="189"/>
                  </a:lnTo>
                  <a:lnTo>
                    <a:pt x="175" y="189"/>
                  </a:lnTo>
                  <a:lnTo>
                    <a:pt x="178" y="188"/>
                  </a:lnTo>
                  <a:lnTo>
                    <a:pt x="182" y="186"/>
                  </a:lnTo>
                  <a:lnTo>
                    <a:pt x="185" y="183"/>
                  </a:lnTo>
                  <a:lnTo>
                    <a:pt x="186" y="179"/>
                  </a:lnTo>
                  <a:lnTo>
                    <a:pt x="187" y="175"/>
                  </a:lnTo>
                  <a:lnTo>
                    <a:pt x="187" y="123"/>
                  </a:lnTo>
                  <a:lnTo>
                    <a:pt x="187" y="115"/>
                  </a:lnTo>
                  <a:lnTo>
                    <a:pt x="186" y="108"/>
                  </a:lnTo>
                  <a:lnTo>
                    <a:pt x="184" y="98"/>
                  </a:lnTo>
                  <a:lnTo>
                    <a:pt x="182" y="89"/>
                  </a:lnTo>
                  <a:lnTo>
                    <a:pt x="178" y="80"/>
                  </a:lnTo>
                  <a:lnTo>
                    <a:pt x="174" y="71"/>
                  </a:lnTo>
                  <a:lnTo>
                    <a:pt x="170" y="64"/>
                  </a:lnTo>
                  <a:lnTo>
                    <a:pt x="164" y="57"/>
                  </a:lnTo>
                  <a:close/>
                  <a:moveTo>
                    <a:pt x="159" y="142"/>
                  </a:moveTo>
                  <a:lnTo>
                    <a:pt x="152" y="137"/>
                  </a:lnTo>
                  <a:lnTo>
                    <a:pt x="144" y="131"/>
                  </a:lnTo>
                  <a:lnTo>
                    <a:pt x="135" y="127"/>
                  </a:lnTo>
                  <a:lnTo>
                    <a:pt x="127" y="124"/>
                  </a:lnTo>
                  <a:lnTo>
                    <a:pt x="118" y="120"/>
                  </a:lnTo>
                  <a:lnTo>
                    <a:pt x="110" y="118"/>
                  </a:lnTo>
                  <a:lnTo>
                    <a:pt x="100" y="117"/>
                  </a:lnTo>
                  <a:lnTo>
                    <a:pt x="91" y="116"/>
                  </a:lnTo>
                  <a:lnTo>
                    <a:pt x="79" y="116"/>
                  </a:lnTo>
                  <a:lnTo>
                    <a:pt x="71" y="116"/>
                  </a:lnTo>
                  <a:lnTo>
                    <a:pt x="65" y="115"/>
                  </a:lnTo>
                  <a:lnTo>
                    <a:pt x="58" y="114"/>
                  </a:lnTo>
                  <a:lnTo>
                    <a:pt x="52" y="112"/>
                  </a:lnTo>
                  <a:lnTo>
                    <a:pt x="45" y="110"/>
                  </a:lnTo>
                  <a:lnTo>
                    <a:pt x="39" y="106"/>
                  </a:lnTo>
                  <a:lnTo>
                    <a:pt x="34" y="102"/>
                  </a:lnTo>
                  <a:lnTo>
                    <a:pt x="28" y="98"/>
                  </a:lnTo>
                  <a:lnTo>
                    <a:pt x="28" y="42"/>
                  </a:lnTo>
                  <a:lnTo>
                    <a:pt x="40" y="47"/>
                  </a:lnTo>
                  <a:lnTo>
                    <a:pt x="52" y="52"/>
                  </a:lnTo>
                  <a:lnTo>
                    <a:pt x="65" y="54"/>
                  </a:lnTo>
                  <a:lnTo>
                    <a:pt x="79" y="55"/>
                  </a:lnTo>
                  <a:lnTo>
                    <a:pt x="91" y="55"/>
                  </a:lnTo>
                  <a:lnTo>
                    <a:pt x="99" y="55"/>
                  </a:lnTo>
                  <a:lnTo>
                    <a:pt x="107" y="56"/>
                  </a:lnTo>
                  <a:lnTo>
                    <a:pt x="113" y="58"/>
                  </a:lnTo>
                  <a:lnTo>
                    <a:pt x="120" y="60"/>
                  </a:lnTo>
                  <a:lnTo>
                    <a:pt x="127" y="64"/>
                  </a:lnTo>
                  <a:lnTo>
                    <a:pt x="133" y="68"/>
                  </a:lnTo>
                  <a:lnTo>
                    <a:pt x="140" y="72"/>
                  </a:lnTo>
                  <a:lnTo>
                    <a:pt x="145" y="77"/>
                  </a:lnTo>
                  <a:lnTo>
                    <a:pt x="148" y="81"/>
                  </a:lnTo>
                  <a:lnTo>
                    <a:pt x="151" y="85"/>
                  </a:lnTo>
                  <a:lnTo>
                    <a:pt x="153" y="91"/>
                  </a:lnTo>
                  <a:lnTo>
                    <a:pt x="155" y="97"/>
                  </a:lnTo>
                  <a:lnTo>
                    <a:pt x="158" y="111"/>
                  </a:lnTo>
                  <a:lnTo>
                    <a:pt x="159" y="123"/>
                  </a:lnTo>
                  <a:lnTo>
                    <a:pt x="159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2BB1DF84-F03A-40F0-B56A-C454B14EE75C}"/>
              </a:ext>
            </a:extLst>
          </p:cNvPr>
          <p:cNvGrpSpPr/>
          <p:nvPr/>
        </p:nvGrpSpPr>
        <p:grpSpPr>
          <a:xfrm>
            <a:off x="8326439" y="1042988"/>
            <a:ext cx="376238" cy="376238"/>
            <a:chOff x="8326439" y="1042988"/>
            <a:chExt cx="376238" cy="376238"/>
          </a:xfrm>
          <a:solidFill>
            <a:schemeClr val="bg1"/>
          </a:solidFill>
        </p:grpSpPr>
        <p:sp>
          <p:nvSpPr>
            <p:cNvPr id="186" name="Freeform 315">
              <a:extLst>
                <a:ext uri="{FF2B5EF4-FFF2-40B4-BE49-F238E27FC236}">
                  <a16:creationId xmlns:a16="http://schemas.microsoft.com/office/drawing/2014/main" id="{9E39EE8C-6CFC-43B0-BCD8-B72D3CA79D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6439" y="1042988"/>
              <a:ext cx="376238" cy="376238"/>
            </a:xfrm>
            <a:custGeom>
              <a:avLst/>
              <a:gdLst>
                <a:gd name="T0" fmla="*/ 53 w 712"/>
                <a:gd name="T1" fmla="*/ 0 h 712"/>
                <a:gd name="T2" fmla="*/ 36 w 712"/>
                <a:gd name="T3" fmla="*/ 4 h 712"/>
                <a:gd name="T4" fmla="*/ 22 w 712"/>
                <a:gd name="T5" fmla="*/ 13 h 712"/>
                <a:gd name="T6" fmla="*/ 10 w 712"/>
                <a:gd name="T7" fmla="*/ 26 h 712"/>
                <a:gd name="T8" fmla="*/ 4 w 712"/>
                <a:gd name="T9" fmla="*/ 41 h 712"/>
                <a:gd name="T10" fmla="*/ 0 w 712"/>
                <a:gd name="T11" fmla="*/ 58 h 712"/>
                <a:gd name="T12" fmla="*/ 1 w 712"/>
                <a:gd name="T13" fmla="*/ 528 h 712"/>
                <a:gd name="T14" fmla="*/ 8 w 712"/>
                <a:gd name="T15" fmla="*/ 544 h 712"/>
                <a:gd name="T16" fmla="*/ 17 w 712"/>
                <a:gd name="T17" fmla="*/ 558 h 712"/>
                <a:gd name="T18" fmla="*/ 31 w 712"/>
                <a:gd name="T19" fmla="*/ 568 h 712"/>
                <a:gd name="T20" fmla="*/ 48 w 712"/>
                <a:gd name="T21" fmla="*/ 573 h 712"/>
                <a:gd name="T22" fmla="*/ 304 w 712"/>
                <a:gd name="T23" fmla="*/ 575 h 712"/>
                <a:gd name="T24" fmla="*/ 301 w 712"/>
                <a:gd name="T25" fmla="*/ 627 h 712"/>
                <a:gd name="T26" fmla="*/ 290 w 712"/>
                <a:gd name="T27" fmla="*/ 653 h 712"/>
                <a:gd name="T28" fmla="*/ 270 w 712"/>
                <a:gd name="T29" fmla="*/ 672 h 712"/>
                <a:gd name="T30" fmla="*/ 127 w 712"/>
                <a:gd name="T31" fmla="*/ 685 h 712"/>
                <a:gd name="T32" fmla="*/ 118 w 712"/>
                <a:gd name="T33" fmla="*/ 698 h 712"/>
                <a:gd name="T34" fmla="*/ 127 w 712"/>
                <a:gd name="T35" fmla="*/ 710 h 712"/>
                <a:gd name="T36" fmla="*/ 584 w 712"/>
                <a:gd name="T37" fmla="*/ 710 h 712"/>
                <a:gd name="T38" fmla="*/ 593 w 712"/>
                <a:gd name="T39" fmla="*/ 698 h 712"/>
                <a:gd name="T40" fmla="*/ 584 w 712"/>
                <a:gd name="T41" fmla="*/ 685 h 712"/>
                <a:gd name="T42" fmla="*/ 442 w 712"/>
                <a:gd name="T43" fmla="*/ 672 h 712"/>
                <a:gd name="T44" fmla="*/ 422 w 712"/>
                <a:gd name="T45" fmla="*/ 653 h 712"/>
                <a:gd name="T46" fmla="*/ 410 w 712"/>
                <a:gd name="T47" fmla="*/ 627 h 712"/>
                <a:gd name="T48" fmla="*/ 408 w 712"/>
                <a:gd name="T49" fmla="*/ 575 h 712"/>
                <a:gd name="T50" fmla="*/ 664 w 712"/>
                <a:gd name="T51" fmla="*/ 573 h 712"/>
                <a:gd name="T52" fmla="*/ 681 w 712"/>
                <a:gd name="T53" fmla="*/ 568 h 712"/>
                <a:gd name="T54" fmla="*/ 694 w 712"/>
                <a:gd name="T55" fmla="*/ 558 h 712"/>
                <a:gd name="T56" fmla="*/ 704 w 712"/>
                <a:gd name="T57" fmla="*/ 544 h 712"/>
                <a:gd name="T58" fmla="*/ 711 w 712"/>
                <a:gd name="T59" fmla="*/ 528 h 712"/>
                <a:gd name="T60" fmla="*/ 712 w 712"/>
                <a:gd name="T61" fmla="*/ 58 h 712"/>
                <a:gd name="T62" fmla="*/ 708 w 712"/>
                <a:gd name="T63" fmla="*/ 41 h 712"/>
                <a:gd name="T64" fmla="*/ 701 w 712"/>
                <a:gd name="T65" fmla="*/ 26 h 712"/>
                <a:gd name="T66" fmla="*/ 690 w 712"/>
                <a:gd name="T67" fmla="*/ 13 h 712"/>
                <a:gd name="T68" fmla="*/ 675 w 712"/>
                <a:gd name="T69" fmla="*/ 4 h 712"/>
                <a:gd name="T70" fmla="*/ 659 w 712"/>
                <a:gd name="T71" fmla="*/ 0 h 712"/>
                <a:gd name="T72" fmla="*/ 300 w 712"/>
                <a:gd name="T73" fmla="*/ 684 h 712"/>
                <a:gd name="T74" fmla="*/ 319 w 712"/>
                <a:gd name="T75" fmla="*/ 659 h 712"/>
                <a:gd name="T76" fmla="*/ 330 w 712"/>
                <a:gd name="T77" fmla="*/ 629 h 712"/>
                <a:gd name="T78" fmla="*/ 331 w 712"/>
                <a:gd name="T79" fmla="*/ 575 h 712"/>
                <a:gd name="T80" fmla="*/ 381 w 712"/>
                <a:gd name="T81" fmla="*/ 619 h 712"/>
                <a:gd name="T82" fmla="*/ 389 w 712"/>
                <a:gd name="T83" fmla="*/ 650 h 712"/>
                <a:gd name="T84" fmla="*/ 405 w 712"/>
                <a:gd name="T85" fmla="*/ 675 h 712"/>
                <a:gd name="T86" fmla="*/ 683 w 712"/>
                <a:gd name="T87" fmla="*/ 523 h 712"/>
                <a:gd name="T88" fmla="*/ 674 w 712"/>
                <a:gd name="T89" fmla="*/ 538 h 712"/>
                <a:gd name="T90" fmla="*/ 659 w 712"/>
                <a:gd name="T91" fmla="*/ 546 h 712"/>
                <a:gd name="T92" fmla="*/ 53 w 712"/>
                <a:gd name="T93" fmla="*/ 546 h 712"/>
                <a:gd name="T94" fmla="*/ 37 w 712"/>
                <a:gd name="T95" fmla="*/ 538 h 712"/>
                <a:gd name="T96" fmla="*/ 29 w 712"/>
                <a:gd name="T97" fmla="*/ 523 h 712"/>
                <a:gd name="T98" fmla="*/ 29 w 712"/>
                <a:gd name="T99" fmla="*/ 53 h 712"/>
                <a:gd name="T100" fmla="*/ 37 w 712"/>
                <a:gd name="T101" fmla="*/ 37 h 712"/>
                <a:gd name="T102" fmla="*/ 53 w 712"/>
                <a:gd name="T103" fmla="*/ 28 h 712"/>
                <a:gd name="T104" fmla="*/ 659 w 712"/>
                <a:gd name="T105" fmla="*/ 28 h 712"/>
                <a:gd name="T106" fmla="*/ 674 w 712"/>
                <a:gd name="T107" fmla="*/ 37 h 712"/>
                <a:gd name="T108" fmla="*/ 683 w 712"/>
                <a:gd name="T109" fmla="*/ 53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12" h="712">
                  <a:moveTo>
                    <a:pt x="653" y="0"/>
                  </a:moveTo>
                  <a:lnTo>
                    <a:pt x="59" y="0"/>
                  </a:lnTo>
                  <a:lnTo>
                    <a:pt x="53" y="0"/>
                  </a:lnTo>
                  <a:lnTo>
                    <a:pt x="48" y="1"/>
                  </a:lnTo>
                  <a:lnTo>
                    <a:pt x="41" y="2"/>
                  </a:lnTo>
                  <a:lnTo>
                    <a:pt x="36" y="4"/>
                  </a:lnTo>
                  <a:lnTo>
                    <a:pt x="31" y="8"/>
                  </a:lnTo>
                  <a:lnTo>
                    <a:pt x="26" y="10"/>
                  </a:lnTo>
                  <a:lnTo>
                    <a:pt x="22" y="13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10" y="26"/>
                  </a:lnTo>
                  <a:lnTo>
                    <a:pt x="8" y="30"/>
                  </a:lnTo>
                  <a:lnTo>
                    <a:pt x="5" y="35"/>
                  </a:lnTo>
                  <a:lnTo>
                    <a:pt x="4" y="41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516"/>
                  </a:lnTo>
                  <a:lnTo>
                    <a:pt x="0" y="523"/>
                  </a:lnTo>
                  <a:lnTo>
                    <a:pt x="1" y="528"/>
                  </a:lnTo>
                  <a:lnTo>
                    <a:pt x="4" y="534"/>
                  </a:lnTo>
                  <a:lnTo>
                    <a:pt x="5" y="539"/>
                  </a:lnTo>
                  <a:lnTo>
                    <a:pt x="8" y="544"/>
                  </a:lnTo>
                  <a:lnTo>
                    <a:pt x="10" y="550"/>
                  </a:lnTo>
                  <a:lnTo>
                    <a:pt x="14" y="554"/>
                  </a:lnTo>
                  <a:lnTo>
                    <a:pt x="17" y="558"/>
                  </a:lnTo>
                  <a:lnTo>
                    <a:pt x="22" y="561"/>
                  </a:lnTo>
                  <a:lnTo>
                    <a:pt x="26" y="565"/>
                  </a:lnTo>
                  <a:lnTo>
                    <a:pt x="31" y="568"/>
                  </a:lnTo>
                  <a:lnTo>
                    <a:pt x="36" y="570"/>
                  </a:lnTo>
                  <a:lnTo>
                    <a:pt x="41" y="572"/>
                  </a:lnTo>
                  <a:lnTo>
                    <a:pt x="48" y="573"/>
                  </a:lnTo>
                  <a:lnTo>
                    <a:pt x="53" y="574"/>
                  </a:lnTo>
                  <a:lnTo>
                    <a:pt x="59" y="575"/>
                  </a:lnTo>
                  <a:lnTo>
                    <a:pt x="304" y="575"/>
                  </a:lnTo>
                  <a:lnTo>
                    <a:pt x="304" y="609"/>
                  </a:lnTo>
                  <a:lnTo>
                    <a:pt x="303" y="618"/>
                  </a:lnTo>
                  <a:lnTo>
                    <a:pt x="301" y="627"/>
                  </a:lnTo>
                  <a:lnTo>
                    <a:pt x="299" y="637"/>
                  </a:lnTo>
                  <a:lnTo>
                    <a:pt x="294" y="645"/>
                  </a:lnTo>
                  <a:lnTo>
                    <a:pt x="290" y="653"/>
                  </a:lnTo>
                  <a:lnTo>
                    <a:pt x="284" y="660"/>
                  </a:lnTo>
                  <a:lnTo>
                    <a:pt x="277" y="667"/>
                  </a:lnTo>
                  <a:lnTo>
                    <a:pt x="270" y="672"/>
                  </a:lnTo>
                  <a:lnTo>
                    <a:pt x="252" y="684"/>
                  </a:lnTo>
                  <a:lnTo>
                    <a:pt x="132" y="684"/>
                  </a:lnTo>
                  <a:lnTo>
                    <a:pt x="127" y="685"/>
                  </a:lnTo>
                  <a:lnTo>
                    <a:pt x="123" y="687"/>
                  </a:lnTo>
                  <a:lnTo>
                    <a:pt x="119" y="692"/>
                  </a:lnTo>
                  <a:lnTo>
                    <a:pt x="118" y="698"/>
                  </a:lnTo>
                  <a:lnTo>
                    <a:pt x="119" y="703"/>
                  </a:lnTo>
                  <a:lnTo>
                    <a:pt x="123" y="707"/>
                  </a:lnTo>
                  <a:lnTo>
                    <a:pt x="127" y="710"/>
                  </a:lnTo>
                  <a:lnTo>
                    <a:pt x="132" y="712"/>
                  </a:lnTo>
                  <a:lnTo>
                    <a:pt x="579" y="712"/>
                  </a:lnTo>
                  <a:lnTo>
                    <a:pt x="584" y="710"/>
                  </a:lnTo>
                  <a:lnTo>
                    <a:pt x="589" y="707"/>
                  </a:lnTo>
                  <a:lnTo>
                    <a:pt x="591" y="703"/>
                  </a:lnTo>
                  <a:lnTo>
                    <a:pt x="593" y="698"/>
                  </a:lnTo>
                  <a:lnTo>
                    <a:pt x="591" y="692"/>
                  </a:lnTo>
                  <a:lnTo>
                    <a:pt x="589" y="687"/>
                  </a:lnTo>
                  <a:lnTo>
                    <a:pt x="584" y="685"/>
                  </a:lnTo>
                  <a:lnTo>
                    <a:pt x="579" y="684"/>
                  </a:lnTo>
                  <a:lnTo>
                    <a:pt x="460" y="684"/>
                  </a:lnTo>
                  <a:lnTo>
                    <a:pt x="442" y="672"/>
                  </a:lnTo>
                  <a:lnTo>
                    <a:pt x="435" y="667"/>
                  </a:lnTo>
                  <a:lnTo>
                    <a:pt x="428" y="660"/>
                  </a:lnTo>
                  <a:lnTo>
                    <a:pt x="422" y="653"/>
                  </a:lnTo>
                  <a:lnTo>
                    <a:pt x="418" y="645"/>
                  </a:lnTo>
                  <a:lnTo>
                    <a:pt x="413" y="637"/>
                  </a:lnTo>
                  <a:lnTo>
                    <a:pt x="410" y="627"/>
                  </a:lnTo>
                  <a:lnTo>
                    <a:pt x="409" y="618"/>
                  </a:lnTo>
                  <a:lnTo>
                    <a:pt x="408" y="609"/>
                  </a:lnTo>
                  <a:lnTo>
                    <a:pt x="408" y="575"/>
                  </a:lnTo>
                  <a:lnTo>
                    <a:pt x="653" y="575"/>
                  </a:lnTo>
                  <a:lnTo>
                    <a:pt x="659" y="574"/>
                  </a:lnTo>
                  <a:lnTo>
                    <a:pt x="664" y="573"/>
                  </a:lnTo>
                  <a:lnTo>
                    <a:pt x="670" y="572"/>
                  </a:lnTo>
                  <a:lnTo>
                    <a:pt x="675" y="570"/>
                  </a:lnTo>
                  <a:lnTo>
                    <a:pt x="681" y="568"/>
                  </a:lnTo>
                  <a:lnTo>
                    <a:pt x="686" y="565"/>
                  </a:lnTo>
                  <a:lnTo>
                    <a:pt x="690" y="561"/>
                  </a:lnTo>
                  <a:lnTo>
                    <a:pt x="694" y="558"/>
                  </a:lnTo>
                  <a:lnTo>
                    <a:pt x="698" y="554"/>
                  </a:lnTo>
                  <a:lnTo>
                    <a:pt x="701" y="550"/>
                  </a:lnTo>
                  <a:lnTo>
                    <a:pt x="704" y="544"/>
                  </a:lnTo>
                  <a:lnTo>
                    <a:pt x="706" y="539"/>
                  </a:lnTo>
                  <a:lnTo>
                    <a:pt x="708" y="534"/>
                  </a:lnTo>
                  <a:lnTo>
                    <a:pt x="711" y="528"/>
                  </a:lnTo>
                  <a:lnTo>
                    <a:pt x="711" y="523"/>
                  </a:lnTo>
                  <a:lnTo>
                    <a:pt x="712" y="516"/>
                  </a:lnTo>
                  <a:lnTo>
                    <a:pt x="712" y="58"/>
                  </a:lnTo>
                  <a:lnTo>
                    <a:pt x="711" y="53"/>
                  </a:lnTo>
                  <a:lnTo>
                    <a:pt x="711" y="46"/>
                  </a:lnTo>
                  <a:lnTo>
                    <a:pt x="708" y="41"/>
                  </a:lnTo>
                  <a:lnTo>
                    <a:pt x="706" y="35"/>
                  </a:lnTo>
                  <a:lnTo>
                    <a:pt x="704" y="30"/>
                  </a:lnTo>
                  <a:lnTo>
                    <a:pt x="701" y="26"/>
                  </a:lnTo>
                  <a:lnTo>
                    <a:pt x="698" y="21"/>
                  </a:lnTo>
                  <a:lnTo>
                    <a:pt x="694" y="17"/>
                  </a:lnTo>
                  <a:lnTo>
                    <a:pt x="690" y="13"/>
                  </a:lnTo>
                  <a:lnTo>
                    <a:pt x="686" y="10"/>
                  </a:lnTo>
                  <a:lnTo>
                    <a:pt x="681" y="8"/>
                  </a:lnTo>
                  <a:lnTo>
                    <a:pt x="675" y="4"/>
                  </a:lnTo>
                  <a:lnTo>
                    <a:pt x="670" y="2"/>
                  </a:lnTo>
                  <a:lnTo>
                    <a:pt x="664" y="1"/>
                  </a:lnTo>
                  <a:lnTo>
                    <a:pt x="659" y="0"/>
                  </a:lnTo>
                  <a:lnTo>
                    <a:pt x="653" y="0"/>
                  </a:lnTo>
                  <a:close/>
                  <a:moveTo>
                    <a:pt x="412" y="684"/>
                  </a:moveTo>
                  <a:lnTo>
                    <a:pt x="300" y="684"/>
                  </a:lnTo>
                  <a:lnTo>
                    <a:pt x="307" y="675"/>
                  </a:lnTo>
                  <a:lnTo>
                    <a:pt x="313" y="668"/>
                  </a:lnTo>
                  <a:lnTo>
                    <a:pt x="319" y="659"/>
                  </a:lnTo>
                  <a:lnTo>
                    <a:pt x="323" y="650"/>
                  </a:lnTo>
                  <a:lnTo>
                    <a:pt x="326" y="640"/>
                  </a:lnTo>
                  <a:lnTo>
                    <a:pt x="330" y="629"/>
                  </a:lnTo>
                  <a:lnTo>
                    <a:pt x="331" y="619"/>
                  </a:lnTo>
                  <a:lnTo>
                    <a:pt x="331" y="609"/>
                  </a:lnTo>
                  <a:lnTo>
                    <a:pt x="331" y="575"/>
                  </a:lnTo>
                  <a:lnTo>
                    <a:pt x="380" y="575"/>
                  </a:lnTo>
                  <a:lnTo>
                    <a:pt x="380" y="609"/>
                  </a:lnTo>
                  <a:lnTo>
                    <a:pt x="381" y="619"/>
                  </a:lnTo>
                  <a:lnTo>
                    <a:pt x="382" y="629"/>
                  </a:lnTo>
                  <a:lnTo>
                    <a:pt x="385" y="640"/>
                  </a:lnTo>
                  <a:lnTo>
                    <a:pt x="389" y="650"/>
                  </a:lnTo>
                  <a:lnTo>
                    <a:pt x="393" y="659"/>
                  </a:lnTo>
                  <a:lnTo>
                    <a:pt x="398" y="668"/>
                  </a:lnTo>
                  <a:lnTo>
                    <a:pt x="405" y="675"/>
                  </a:lnTo>
                  <a:lnTo>
                    <a:pt x="412" y="684"/>
                  </a:lnTo>
                  <a:close/>
                  <a:moveTo>
                    <a:pt x="684" y="516"/>
                  </a:moveTo>
                  <a:lnTo>
                    <a:pt x="683" y="523"/>
                  </a:lnTo>
                  <a:lnTo>
                    <a:pt x="682" y="528"/>
                  </a:lnTo>
                  <a:lnTo>
                    <a:pt x="678" y="534"/>
                  </a:lnTo>
                  <a:lnTo>
                    <a:pt x="674" y="538"/>
                  </a:lnTo>
                  <a:lnTo>
                    <a:pt x="670" y="542"/>
                  </a:lnTo>
                  <a:lnTo>
                    <a:pt x="664" y="544"/>
                  </a:lnTo>
                  <a:lnTo>
                    <a:pt x="659" y="546"/>
                  </a:lnTo>
                  <a:lnTo>
                    <a:pt x="653" y="548"/>
                  </a:lnTo>
                  <a:lnTo>
                    <a:pt x="59" y="548"/>
                  </a:lnTo>
                  <a:lnTo>
                    <a:pt x="53" y="546"/>
                  </a:lnTo>
                  <a:lnTo>
                    <a:pt x="46" y="544"/>
                  </a:lnTo>
                  <a:lnTo>
                    <a:pt x="42" y="542"/>
                  </a:lnTo>
                  <a:lnTo>
                    <a:pt x="37" y="538"/>
                  </a:lnTo>
                  <a:lnTo>
                    <a:pt x="34" y="534"/>
                  </a:lnTo>
                  <a:lnTo>
                    <a:pt x="30" y="528"/>
                  </a:lnTo>
                  <a:lnTo>
                    <a:pt x="29" y="523"/>
                  </a:lnTo>
                  <a:lnTo>
                    <a:pt x="28" y="516"/>
                  </a:lnTo>
                  <a:lnTo>
                    <a:pt x="28" y="58"/>
                  </a:lnTo>
                  <a:lnTo>
                    <a:pt x="29" y="53"/>
                  </a:lnTo>
                  <a:lnTo>
                    <a:pt x="30" y="46"/>
                  </a:lnTo>
                  <a:lnTo>
                    <a:pt x="34" y="41"/>
                  </a:lnTo>
                  <a:lnTo>
                    <a:pt x="37" y="37"/>
                  </a:lnTo>
                  <a:lnTo>
                    <a:pt x="42" y="33"/>
                  </a:lnTo>
                  <a:lnTo>
                    <a:pt x="46" y="30"/>
                  </a:lnTo>
                  <a:lnTo>
                    <a:pt x="53" y="28"/>
                  </a:lnTo>
                  <a:lnTo>
                    <a:pt x="59" y="28"/>
                  </a:lnTo>
                  <a:lnTo>
                    <a:pt x="653" y="28"/>
                  </a:lnTo>
                  <a:lnTo>
                    <a:pt x="659" y="28"/>
                  </a:lnTo>
                  <a:lnTo>
                    <a:pt x="664" y="30"/>
                  </a:lnTo>
                  <a:lnTo>
                    <a:pt x="670" y="33"/>
                  </a:lnTo>
                  <a:lnTo>
                    <a:pt x="674" y="37"/>
                  </a:lnTo>
                  <a:lnTo>
                    <a:pt x="678" y="41"/>
                  </a:lnTo>
                  <a:lnTo>
                    <a:pt x="682" y="46"/>
                  </a:lnTo>
                  <a:lnTo>
                    <a:pt x="683" y="53"/>
                  </a:lnTo>
                  <a:lnTo>
                    <a:pt x="684" y="58"/>
                  </a:lnTo>
                  <a:lnTo>
                    <a:pt x="684" y="5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7" name="Freeform 316">
              <a:extLst>
                <a:ext uri="{FF2B5EF4-FFF2-40B4-BE49-F238E27FC236}">
                  <a16:creationId xmlns:a16="http://schemas.microsoft.com/office/drawing/2014/main" id="{3168489E-39F7-4C5D-A16B-6FE88175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189" y="1074738"/>
              <a:ext cx="312738" cy="239713"/>
            </a:xfrm>
            <a:custGeom>
              <a:avLst/>
              <a:gdLst>
                <a:gd name="T0" fmla="*/ 344 w 589"/>
                <a:gd name="T1" fmla="*/ 0 h 453"/>
                <a:gd name="T2" fmla="*/ 334 w 589"/>
                <a:gd name="T3" fmla="*/ 4 h 453"/>
                <a:gd name="T4" fmla="*/ 330 w 589"/>
                <a:gd name="T5" fmla="*/ 14 h 453"/>
                <a:gd name="T6" fmla="*/ 334 w 589"/>
                <a:gd name="T7" fmla="*/ 24 h 453"/>
                <a:gd name="T8" fmla="*/ 344 w 589"/>
                <a:gd name="T9" fmla="*/ 28 h 453"/>
                <a:gd name="T10" fmla="*/ 528 w 589"/>
                <a:gd name="T11" fmla="*/ 29 h 453"/>
                <a:gd name="T12" fmla="*/ 543 w 589"/>
                <a:gd name="T13" fmla="*/ 35 h 453"/>
                <a:gd name="T14" fmla="*/ 554 w 589"/>
                <a:gd name="T15" fmla="*/ 46 h 453"/>
                <a:gd name="T16" fmla="*/ 561 w 589"/>
                <a:gd name="T17" fmla="*/ 61 h 453"/>
                <a:gd name="T18" fmla="*/ 562 w 589"/>
                <a:gd name="T19" fmla="*/ 383 h 453"/>
                <a:gd name="T20" fmla="*/ 558 w 589"/>
                <a:gd name="T21" fmla="*/ 400 h 453"/>
                <a:gd name="T22" fmla="*/ 549 w 589"/>
                <a:gd name="T23" fmla="*/ 412 h 453"/>
                <a:gd name="T24" fmla="*/ 536 w 589"/>
                <a:gd name="T25" fmla="*/ 422 h 453"/>
                <a:gd name="T26" fmla="*/ 520 w 589"/>
                <a:gd name="T27" fmla="*/ 425 h 453"/>
                <a:gd name="T28" fmla="*/ 62 w 589"/>
                <a:gd name="T29" fmla="*/ 424 h 453"/>
                <a:gd name="T30" fmla="*/ 47 w 589"/>
                <a:gd name="T31" fmla="*/ 418 h 453"/>
                <a:gd name="T32" fmla="*/ 36 w 589"/>
                <a:gd name="T33" fmla="*/ 407 h 453"/>
                <a:gd name="T34" fmla="*/ 29 w 589"/>
                <a:gd name="T35" fmla="*/ 392 h 453"/>
                <a:gd name="T36" fmla="*/ 28 w 589"/>
                <a:gd name="T37" fmla="*/ 70 h 453"/>
                <a:gd name="T38" fmla="*/ 32 w 589"/>
                <a:gd name="T39" fmla="*/ 54 h 453"/>
                <a:gd name="T40" fmla="*/ 40 w 589"/>
                <a:gd name="T41" fmla="*/ 40 h 453"/>
                <a:gd name="T42" fmla="*/ 54 w 589"/>
                <a:gd name="T43" fmla="*/ 31 h 453"/>
                <a:gd name="T44" fmla="*/ 70 w 589"/>
                <a:gd name="T45" fmla="*/ 28 h 453"/>
                <a:gd name="T46" fmla="*/ 250 w 589"/>
                <a:gd name="T47" fmla="*/ 27 h 453"/>
                <a:gd name="T48" fmla="*/ 258 w 589"/>
                <a:gd name="T49" fmla="*/ 20 h 453"/>
                <a:gd name="T50" fmla="*/ 258 w 589"/>
                <a:gd name="T51" fmla="*/ 9 h 453"/>
                <a:gd name="T52" fmla="*/ 250 w 589"/>
                <a:gd name="T53" fmla="*/ 1 h 453"/>
                <a:gd name="T54" fmla="*/ 70 w 589"/>
                <a:gd name="T55" fmla="*/ 0 h 453"/>
                <a:gd name="T56" fmla="*/ 56 w 589"/>
                <a:gd name="T57" fmla="*/ 1 h 453"/>
                <a:gd name="T58" fmla="*/ 43 w 589"/>
                <a:gd name="T59" fmla="*/ 6 h 453"/>
                <a:gd name="T60" fmla="*/ 32 w 589"/>
                <a:gd name="T61" fmla="*/ 12 h 453"/>
                <a:gd name="T62" fmla="*/ 21 w 589"/>
                <a:gd name="T63" fmla="*/ 21 h 453"/>
                <a:gd name="T64" fmla="*/ 12 w 589"/>
                <a:gd name="T65" fmla="*/ 30 h 453"/>
                <a:gd name="T66" fmla="*/ 6 w 589"/>
                <a:gd name="T67" fmla="*/ 42 h 453"/>
                <a:gd name="T68" fmla="*/ 2 w 589"/>
                <a:gd name="T69" fmla="*/ 56 h 453"/>
                <a:gd name="T70" fmla="*/ 0 w 589"/>
                <a:gd name="T71" fmla="*/ 70 h 453"/>
                <a:gd name="T72" fmla="*/ 0 w 589"/>
                <a:gd name="T73" fmla="*/ 391 h 453"/>
                <a:gd name="T74" fmla="*/ 4 w 589"/>
                <a:gd name="T75" fmla="*/ 404 h 453"/>
                <a:gd name="T76" fmla="*/ 9 w 589"/>
                <a:gd name="T77" fmla="*/ 417 h 453"/>
                <a:gd name="T78" fmla="*/ 17 w 589"/>
                <a:gd name="T79" fmla="*/ 427 h 453"/>
                <a:gd name="T80" fmla="*/ 26 w 589"/>
                <a:gd name="T81" fmla="*/ 437 h 453"/>
                <a:gd name="T82" fmla="*/ 37 w 589"/>
                <a:gd name="T83" fmla="*/ 445 h 453"/>
                <a:gd name="T84" fmla="*/ 50 w 589"/>
                <a:gd name="T85" fmla="*/ 450 h 453"/>
                <a:gd name="T86" fmla="*/ 63 w 589"/>
                <a:gd name="T87" fmla="*/ 452 h 453"/>
                <a:gd name="T88" fmla="*/ 520 w 589"/>
                <a:gd name="T89" fmla="*/ 453 h 453"/>
                <a:gd name="T90" fmla="*/ 534 w 589"/>
                <a:gd name="T91" fmla="*/ 451 h 453"/>
                <a:gd name="T92" fmla="*/ 547 w 589"/>
                <a:gd name="T93" fmla="*/ 448 h 453"/>
                <a:gd name="T94" fmla="*/ 558 w 589"/>
                <a:gd name="T95" fmla="*/ 441 h 453"/>
                <a:gd name="T96" fmla="*/ 569 w 589"/>
                <a:gd name="T97" fmla="*/ 433 h 453"/>
                <a:gd name="T98" fmla="*/ 578 w 589"/>
                <a:gd name="T99" fmla="*/ 422 h 453"/>
                <a:gd name="T100" fmla="*/ 584 w 589"/>
                <a:gd name="T101" fmla="*/ 410 h 453"/>
                <a:gd name="T102" fmla="*/ 587 w 589"/>
                <a:gd name="T103" fmla="*/ 397 h 453"/>
                <a:gd name="T104" fmla="*/ 589 w 589"/>
                <a:gd name="T105" fmla="*/ 383 h 453"/>
                <a:gd name="T106" fmla="*/ 588 w 589"/>
                <a:gd name="T107" fmla="*/ 62 h 453"/>
                <a:gd name="T108" fmla="*/ 586 w 589"/>
                <a:gd name="T109" fmla="*/ 49 h 453"/>
                <a:gd name="T110" fmla="*/ 581 w 589"/>
                <a:gd name="T111" fmla="*/ 37 h 453"/>
                <a:gd name="T112" fmla="*/ 573 w 589"/>
                <a:gd name="T113" fmla="*/ 25 h 453"/>
                <a:gd name="T114" fmla="*/ 564 w 589"/>
                <a:gd name="T115" fmla="*/ 16 h 453"/>
                <a:gd name="T116" fmla="*/ 553 w 589"/>
                <a:gd name="T117" fmla="*/ 9 h 453"/>
                <a:gd name="T118" fmla="*/ 540 w 589"/>
                <a:gd name="T119" fmla="*/ 3 h 453"/>
                <a:gd name="T120" fmla="*/ 527 w 589"/>
                <a:gd name="T121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9" h="453">
                  <a:moveTo>
                    <a:pt x="520" y="0"/>
                  </a:moveTo>
                  <a:lnTo>
                    <a:pt x="344" y="0"/>
                  </a:lnTo>
                  <a:lnTo>
                    <a:pt x="338" y="1"/>
                  </a:lnTo>
                  <a:lnTo>
                    <a:pt x="334" y="4"/>
                  </a:lnTo>
                  <a:lnTo>
                    <a:pt x="331" y="9"/>
                  </a:lnTo>
                  <a:lnTo>
                    <a:pt x="330" y="14"/>
                  </a:lnTo>
                  <a:lnTo>
                    <a:pt x="331" y="20"/>
                  </a:lnTo>
                  <a:lnTo>
                    <a:pt x="334" y="24"/>
                  </a:lnTo>
                  <a:lnTo>
                    <a:pt x="338" y="27"/>
                  </a:lnTo>
                  <a:lnTo>
                    <a:pt x="344" y="28"/>
                  </a:lnTo>
                  <a:lnTo>
                    <a:pt x="520" y="28"/>
                  </a:lnTo>
                  <a:lnTo>
                    <a:pt x="528" y="29"/>
                  </a:lnTo>
                  <a:lnTo>
                    <a:pt x="536" y="31"/>
                  </a:lnTo>
                  <a:lnTo>
                    <a:pt x="543" y="35"/>
                  </a:lnTo>
                  <a:lnTo>
                    <a:pt x="549" y="40"/>
                  </a:lnTo>
                  <a:lnTo>
                    <a:pt x="554" y="46"/>
                  </a:lnTo>
                  <a:lnTo>
                    <a:pt x="558" y="54"/>
                  </a:lnTo>
                  <a:lnTo>
                    <a:pt x="561" y="61"/>
                  </a:lnTo>
                  <a:lnTo>
                    <a:pt x="562" y="70"/>
                  </a:lnTo>
                  <a:lnTo>
                    <a:pt x="562" y="383"/>
                  </a:lnTo>
                  <a:lnTo>
                    <a:pt x="561" y="392"/>
                  </a:lnTo>
                  <a:lnTo>
                    <a:pt x="558" y="400"/>
                  </a:lnTo>
                  <a:lnTo>
                    <a:pt x="554" y="407"/>
                  </a:lnTo>
                  <a:lnTo>
                    <a:pt x="549" y="412"/>
                  </a:lnTo>
                  <a:lnTo>
                    <a:pt x="543" y="418"/>
                  </a:lnTo>
                  <a:lnTo>
                    <a:pt x="536" y="422"/>
                  </a:lnTo>
                  <a:lnTo>
                    <a:pt x="528" y="424"/>
                  </a:lnTo>
                  <a:lnTo>
                    <a:pt x="520" y="425"/>
                  </a:lnTo>
                  <a:lnTo>
                    <a:pt x="70" y="425"/>
                  </a:lnTo>
                  <a:lnTo>
                    <a:pt x="62" y="424"/>
                  </a:lnTo>
                  <a:lnTo>
                    <a:pt x="54" y="422"/>
                  </a:lnTo>
                  <a:lnTo>
                    <a:pt x="47" y="418"/>
                  </a:lnTo>
                  <a:lnTo>
                    <a:pt x="40" y="412"/>
                  </a:lnTo>
                  <a:lnTo>
                    <a:pt x="36" y="407"/>
                  </a:lnTo>
                  <a:lnTo>
                    <a:pt x="32" y="400"/>
                  </a:lnTo>
                  <a:lnTo>
                    <a:pt x="29" y="392"/>
                  </a:lnTo>
                  <a:lnTo>
                    <a:pt x="28" y="383"/>
                  </a:lnTo>
                  <a:lnTo>
                    <a:pt x="28" y="70"/>
                  </a:lnTo>
                  <a:lnTo>
                    <a:pt x="29" y="61"/>
                  </a:lnTo>
                  <a:lnTo>
                    <a:pt x="32" y="54"/>
                  </a:lnTo>
                  <a:lnTo>
                    <a:pt x="36" y="46"/>
                  </a:lnTo>
                  <a:lnTo>
                    <a:pt x="40" y="40"/>
                  </a:lnTo>
                  <a:lnTo>
                    <a:pt x="47" y="35"/>
                  </a:lnTo>
                  <a:lnTo>
                    <a:pt x="54" y="31"/>
                  </a:lnTo>
                  <a:lnTo>
                    <a:pt x="62" y="29"/>
                  </a:lnTo>
                  <a:lnTo>
                    <a:pt x="70" y="28"/>
                  </a:lnTo>
                  <a:lnTo>
                    <a:pt x="245" y="28"/>
                  </a:lnTo>
                  <a:lnTo>
                    <a:pt x="250" y="27"/>
                  </a:lnTo>
                  <a:lnTo>
                    <a:pt x="255" y="24"/>
                  </a:lnTo>
                  <a:lnTo>
                    <a:pt x="258" y="20"/>
                  </a:lnTo>
                  <a:lnTo>
                    <a:pt x="259" y="14"/>
                  </a:lnTo>
                  <a:lnTo>
                    <a:pt x="258" y="9"/>
                  </a:lnTo>
                  <a:lnTo>
                    <a:pt x="255" y="4"/>
                  </a:lnTo>
                  <a:lnTo>
                    <a:pt x="250" y="1"/>
                  </a:lnTo>
                  <a:lnTo>
                    <a:pt x="245" y="0"/>
                  </a:lnTo>
                  <a:lnTo>
                    <a:pt x="70" y="0"/>
                  </a:lnTo>
                  <a:lnTo>
                    <a:pt x="63" y="0"/>
                  </a:lnTo>
                  <a:lnTo>
                    <a:pt x="56" y="1"/>
                  </a:lnTo>
                  <a:lnTo>
                    <a:pt x="50" y="3"/>
                  </a:lnTo>
                  <a:lnTo>
                    <a:pt x="43" y="6"/>
                  </a:lnTo>
                  <a:lnTo>
                    <a:pt x="37" y="9"/>
                  </a:lnTo>
                  <a:lnTo>
                    <a:pt x="32" y="12"/>
                  </a:lnTo>
                  <a:lnTo>
                    <a:pt x="26" y="16"/>
                  </a:lnTo>
                  <a:lnTo>
                    <a:pt x="21" y="21"/>
                  </a:lnTo>
                  <a:lnTo>
                    <a:pt x="17" y="25"/>
                  </a:lnTo>
                  <a:lnTo>
                    <a:pt x="12" y="30"/>
                  </a:lnTo>
                  <a:lnTo>
                    <a:pt x="9" y="37"/>
                  </a:lnTo>
                  <a:lnTo>
                    <a:pt x="6" y="42"/>
                  </a:lnTo>
                  <a:lnTo>
                    <a:pt x="4" y="49"/>
                  </a:lnTo>
                  <a:lnTo>
                    <a:pt x="2" y="56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0" y="383"/>
                  </a:lnTo>
                  <a:lnTo>
                    <a:pt x="0" y="391"/>
                  </a:lnTo>
                  <a:lnTo>
                    <a:pt x="2" y="397"/>
                  </a:lnTo>
                  <a:lnTo>
                    <a:pt x="4" y="404"/>
                  </a:lnTo>
                  <a:lnTo>
                    <a:pt x="6" y="410"/>
                  </a:lnTo>
                  <a:lnTo>
                    <a:pt x="9" y="417"/>
                  </a:lnTo>
                  <a:lnTo>
                    <a:pt x="12" y="422"/>
                  </a:lnTo>
                  <a:lnTo>
                    <a:pt x="17" y="427"/>
                  </a:lnTo>
                  <a:lnTo>
                    <a:pt x="21" y="433"/>
                  </a:lnTo>
                  <a:lnTo>
                    <a:pt x="26" y="437"/>
                  </a:lnTo>
                  <a:lnTo>
                    <a:pt x="32" y="441"/>
                  </a:lnTo>
                  <a:lnTo>
                    <a:pt x="37" y="445"/>
                  </a:lnTo>
                  <a:lnTo>
                    <a:pt x="43" y="448"/>
                  </a:lnTo>
                  <a:lnTo>
                    <a:pt x="50" y="450"/>
                  </a:lnTo>
                  <a:lnTo>
                    <a:pt x="56" y="451"/>
                  </a:lnTo>
                  <a:lnTo>
                    <a:pt x="63" y="452"/>
                  </a:lnTo>
                  <a:lnTo>
                    <a:pt x="70" y="453"/>
                  </a:lnTo>
                  <a:lnTo>
                    <a:pt x="520" y="453"/>
                  </a:lnTo>
                  <a:lnTo>
                    <a:pt x="527" y="452"/>
                  </a:lnTo>
                  <a:lnTo>
                    <a:pt x="534" y="451"/>
                  </a:lnTo>
                  <a:lnTo>
                    <a:pt x="540" y="450"/>
                  </a:lnTo>
                  <a:lnTo>
                    <a:pt x="547" y="448"/>
                  </a:lnTo>
                  <a:lnTo>
                    <a:pt x="553" y="445"/>
                  </a:lnTo>
                  <a:lnTo>
                    <a:pt x="558" y="441"/>
                  </a:lnTo>
                  <a:lnTo>
                    <a:pt x="564" y="437"/>
                  </a:lnTo>
                  <a:lnTo>
                    <a:pt x="569" y="433"/>
                  </a:lnTo>
                  <a:lnTo>
                    <a:pt x="573" y="427"/>
                  </a:lnTo>
                  <a:lnTo>
                    <a:pt x="578" y="422"/>
                  </a:lnTo>
                  <a:lnTo>
                    <a:pt x="581" y="417"/>
                  </a:lnTo>
                  <a:lnTo>
                    <a:pt x="584" y="410"/>
                  </a:lnTo>
                  <a:lnTo>
                    <a:pt x="586" y="404"/>
                  </a:lnTo>
                  <a:lnTo>
                    <a:pt x="587" y="397"/>
                  </a:lnTo>
                  <a:lnTo>
                    <a:pt x="588" y="391"/>
                  </a:lnTo>
                  <a:lnTo>
                    <a:pt x="589" y="383"/>
                  </a:lnTo>
                  <a:lnTo>
                    <a:pt x="589" y="70"/>
                  </a:lnTo>
                  <a:lnTo>
                    <a:pt x="588" y="62"/>
                  </a:lnTo>
                  <a:lnTo>
                    <a:pt x="587" y="56"/>
                  </a:lnTo>
                  <a:lnTo>
                    <a:pt x="586" y="49"/>
                  </a:lnTo>
                  <a:lnTo>
                    <a:pt x="584" y="42"/>
                  </a:lnTo>
                  <a:lnTo>
                    <a:pt x="581" y="37"/>
                  </a:lnTo>
                  <a:lnTo>
                    <a:pt x="578" y="30"/>
                  </a:lnTo>
                  <a:lnTo>
                    <a:pt x="573" y="25"/>
                  </a:lnTo>
                  <a:lnTo>
                    <a:pt x="569" y="21"/>
                  </a:lnTo>
                  <a:lnTo>
                    <a:pt x="564" y="16"/>
                  </a:lnTo>
                  <a:lnTo>
                    <a:pt x="558" y="12"/>
                  </a:lnTo>
                  <a:lnTo>
                    <a:pt x="553" y="9"/>
                  </a:lnTo>
                  <a:lnTo>
                    <a:pt x="547" y="6"/>
                  </a:lnTo>
                  <a:lnTo>
                    <a:pt x="540" y="3"/>
                  </a:lnTo>
                  <a:lnTo>
                    <a:pt x="534" y="1"/>
                  </a:lnTo>
                  <a:lnTo>
                    <a:pt x="527" y="0"/>
                  </a:lnTo>
                  <a:lnTo>
                    <a:pt x="5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8" name="Freeform 317">
              <a:extLst>
                <a:ext uri="{FF2B5EF4-FFF2-40B4-BE49-F238E27FC236}">
                  <a16:creationId xmlns:a16="http://schemas.microsoft.com/office/drawing/2014/main" id="{36CFBC94-6899-4581-8EDF-6F176ADBBB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4076" y="1143001"/>
              <a:ext cx="92075" cy="98425"/>
            </a:xfrm>
            <a:custGeom>
              <a:avLst/>
              <a:gdLst>
                <a:gd name="T0" fmla="*/ 64 w 172"/>
                <a:gd name="T1" fmla="*/ 5 h 186"/>
                <a:gd name="T2" fmla="*/ 53 w 172"/>
                <a:gd name="T3" fmla="*/ 1 h 186"/>
                <a:gd name="T4" fmla="*/ 42 w 172"/>
                <a:gd name="T5" fmla="*/ 0 h 186"/>
                <a:gd name="T6" fmla="*/ 31 w 172"/>
                <a:gd name="T7" fmla="*/ 1 h 186"/>
                <a:gd name="T8" fmla="*/ 22 w 172"/>
                <a:gd name="T9" fmla="*/ 5 h 186"/>
                <a:gd name="T10" fmla="*/ 12 w 172"/>
                <a:gd name="T11" fmla="*/ 13 h 186"/>
                <a:gd name="T12" fmla="*/ 6 w 172"/>
                <a:gd name="T13" fmla="*/ 21 h 186"/>
                <a:gd name="T14" fmla="*/ 1 w 172"/>
                <a:gd name="T15" fmla="*/ 31 h 186"/>
                <a:gd name="T16" fmla="*/ 0 w 172"/>
                <a:gd name="T17" fmla="*/ 42 h 186"/>
                <a:gd name="T18" fmla="*/ 0 w 172"/>
                <a:gd name="T19" fmla="*/ 149 h 186"/>
                <a:gd name="T20" fmla="*/ 4 w 172"/>
                <a:gd name="T21" fmla="*/ 160 h 186"/>
                <a:gd name="T22" fmla="*/ 9 w 172"/>
                <a:gd name="T23" fmla="*/ 169 h 186"/>
                <a:gd name="T24" fmla="*/ 16 w 172"/>
                <a:gd name="T25" fmla="*/ 177 h 186"/>
                <a:gd name="T26" fmla="*/ 26 w 172"/>
                <a:gd name="T27" fmla="*/ 182 h 186"/>
                <a:gd name="T28" fmla="*/ 37 w 172"/>
                <a:gd name="T29" fmla="*/ 186 h 186"/>
                <a:gd name="T30" fmla="*/ 48 w 172"/>
                <a:gd name="T31" fmla="*/ 186 h 186"/>
                <a:gd name="T32" fmla="*/ 58 w 172"/>
                <a:gd name="T33" fmla="*/ 182 h 186"/>
                <a:gd name="T34" fmla="*/ 152 w 172"/>
                <a:gd name="T35" fmla="*/ 130 h 186"/>
                <a:gd name="T36" fmla="*/ 160 w 172"/>
                <a:gd name="T37" fmla="*/ 122 h 186"/>
                <a:gd name="T38" fmla="*/ 167 w 172"/>
                <a:gd name="T39" fmla="*/ 114 h 186"/>
                <a:gd name="T40" fmla="*/ 171 w 172"/>
                <a:gd name="T41" fmla="*/ 104 h 186"/>
                <a:gd name="T42" fmla="*/ 172 w 172"/>
                <a:gd name="T43" fmla="*/ 93 h 186"/>
                <a:gd name="T44" fmla="*/ 171 w 172"/>
                <a:gd name="T45" fmla="*/ 81 h 186"/>
                <a:gd name="T46" fmla="*/ 167 w 172"/>
                <a:gd name="T47" fmla="*/ 72 h 186"/>
                <a:gd name="T48" fmla="*/ 160 w 172"/>
                <a:gd name="T49" fmla="*/ 63 h 186"/>
                <a:gd name="T50" fmla="*/ 152 w 172"/>
                <a:gd name="T51" fmla="*/ 57 h 186"/>
                <a:gd name="T52" fmla="*/ 50 w 172"/>
                <a:gd name="T53" fmla="*/ 157 h 186"/>
                <a:gd name="T54" fmla="*/ 41 w 172"/>
                <a:gd name="T55" fmla="*/ 158 h 186"/>
                <a:gd name="T56" fmla="*/ 36 w 172"/>
                <a:gd name="T57" fmla="*/ 157 h 186"/>
                <a:gd name="T58" fmla="*/ 30 w 172"/>
                <a:gd name="T59" fmla="*/ 152 h 186"/>
                <a:gd name="T60" fmla="*/ 28 w 172"/>
                <a:gd name="T61" fmla="*/ 144 h 186"/>
                <a:gd name="T62" fmla="*/ 29 w 172"/>
                <a:gd name="T63" fmla="*/ 37 h 186"/>
                <a:gd name="T64" fmla="*/ 34 w 172"/>
                <a:gd name="T65" fmla="*/ 31 h 186"/>
                <a:gd name="T66" fmla="*/ 38 w 172"/>
                <a:gd name="T67" fmla="*/ 29 h 186"/>
                <a:gd name="T68" fmla="*/ 45 w 172"/>
                <a:gd name="T69" fmla="*/ 28 h 186"/>
                <a:gd name="T70" fmla="*/ 138 w 172"/>
                <a:gd name="T71" fmla="*/ 80 h 186"/>
                <a:gd name="T72" fmla="*/ 143 w 172"/>
                <a:gd name="T73" fmla="*/ 87 h 186"/>
                <a:gd name="T74" fmla="*/ 144 w 172"/>
                <a:gd name="T75" fmla="*/ 93 h 186"/>
                <a:gd name="T76" fmla="*/ 143 w 172"/>
                <a:gd name="T77" fmla="*/ 99 h 186"/>
                <a:gd name="T78" fmla="*/ 138 w 172"/>
                <a:gd name="T79" fmla="*/ 10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2" h="186">
                  <a:moveTo>
                    <a:pt x="152" y="57"/>
                  </a:moveTo>
                  <a:lnTo>
                    <a:pt x="64" y="5"/>
                  </a:lnTo>
                  <a:lnTo>
                    <a:pt x="58" y="3"/>
                  </a:lnTo>
                  <a:lnTo>
                    <a:pt x="53" y="1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6" y="3"/>
                  </a:lnTo>
                  <a:lnTo>
                    <a:pt x="22" y="5"/>
                  </a:lnTo>
                  <a:lnTo>
                    <a:pt x="16" y="8"/>
                  </a:lnTo>
                  <a:lnTo>
                    <a:pt x="12" y="13"/>
                  </a:lnTo>
                  <a:lnTo>
                    <a:pt x="9" y="17"/>
                  </a:lnTo>
                  <a:lnTo>
                    <a:pt x="6" y="21"/>
                  </a:lnTo>
                  <a:lnTo>
                    <a:pt x="4" y="26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4" y="160"/>
                  </a:lnTo>
                  <a:lnTo>
                    <a:pt x="6" y="165"/>
                  </a:lnTo>
                  <a:lnTo>
                    <a:pt x="9" y="169"/>
                  </a:lnTo>
                  <a:lnTo>
                    <a:pt x="12" y="174"/>
                  </a:lnTo>
                  <a:lnTo>
                    <a:pt x="16" y="177"/>
                  </a:lnTo>
                  <a:lnTo>
                    <a:pt x="22" y="180"/>
                  </a:lnTo>
                  <a:lnTo>
                    <a:pt x="26" y="182"/>
                  </a:lnTo>
                  <a:lnTo>
                    <a:pt x="31" y="185"/>
                  </a:lnTo>
                  <a:lnTo>
                    <a:pt x="37" y="186"/>
                  </a:lnTo>
                  <a:lnTo>
                    <a:pt x="42" y="186"/>
                  </a:lnTo>
                  <a:lnTo>
                    <a:pt x="48" y="186"/>
                  </a:lnTo>
                  <a:lnTo>
                    <a:pt x="53" y="185"/>
                  </a:lnTo>
                  <a:lnTo>
                    <a:pt x="58" y="182"/>
                  </a:lnTo>
                  <a:lnTo>
                    <a:pt x="64" y="180"/>
                  </a:lnTo>
                  <a:lnTo>
                    <a:pt x="152" y="130"/>
                  </a:lnTo>
                  <a:lnTo>
                    <a:pt x="156" y="127"/>
                  </a:lnTo>
                  <a:lnTo>
                    <a:pt x="160" y="122"/>
                  </a:lnTo>
                  <a:lnTo>
                    <a:pt x="163" y="119"/>
                  </a:lnTo>
                  <a:lnTo>
                    <a:pt x="167" y="114"/>
                  </a:lnTo>
                  <a:lnTo>
                    <a:pt x="169" y="109"/>
                  </a:lnTo>
                  <a:lnTo>
                    <a:pt x="171" y="104"/>
                  </a:lnTo>
                  <a:lnTo>
                    <a:pt x="172" y="99"/>
                  </a:lnTo>
                  <a:lnTo>
                    <a:pt x="172" y="93"/>
                  </a:lnTo>
                  <a:lnTo>
                    <a:pt x="172" y="87"/>
                  </a:lnTo>
                  <a:lnTo>
                    <a:pt x="171" y="81"/>
                  </a:lnTo>
                  <a:lnTo>
                    <a:pt x="169" y="77"/>
                  </a:lnTo>
                  <a:lnTo>
                    <a:pt x="167" y="72"/>
                  </a:lnTo>
                  <a:lnTo>
                    <a:pt x="163" y="68"/>
                  </a:lnTo>
                  <a:lnTo>
                    <a:pt x="160" y="63"/>
                  </a:lnTo>
                  <a:lnTo>
                    <a:pt x="156" y="60"/>
                  </a:lnTo>
                  <a:lnTo>
                    <a:pt x="152" y="57"/>
                  </a:lnTo>
                  <a:close/>
                  <a:moveTo>
                    <a:pt x="138" y="105"/>
                  </a:moveTo>
                  <a:lnTo>
                    <a:pt x="50" y="157"/>
                  </a:lnTo>
                  <a:lnTo>
                    <a:pt x="45" y="158"/>
                  </a:lnTo>
                  <a:lnTo>
                    <a:pt x="41" y="158"/>
                  </a:lnTo>
                  <a:lnTo>
                    <a:pt x="38" y="158"/>
                  </a:lnTo>
                  <a:lnTo>
                    <a:pt x="36" y="157"/>
                  </a:lnTo>
                  <a:lnTo>
                    <a:pt x="34" y="154"/>
                  </a:lnTo>
                  <a:lnTo>
                    <a:pt x="30" y="152"/>
                  </a:lnTo>
                  <a:lnTo>
                    <a:pt x="29" y="149"/>
                  </a:lnTo>
                  <a:lnTo>
                    <a:pt x="28" y="144"/>
                  </a:lnTo>
                  <a:lnTo>
                    <a:pt x="28" y="42"/>
                  </a:lnTo>
                  <a:lnTo>
                    <a:pt x="29" y="37"/>
                  </a:lnTo>
                  <a:lnTo>
                    <a:pt x="30" y="33"/>
                  </a:lnTo>
                  <a:lnTo>
                    <a:pt x="34" y="31"/>
                  </a:lnTo>
                  <a:lnTo>
                    <a:pt x="36" y="30"/>
                  </a:lnTo>
                  <a:lnTo>
                    <a:pt x="38" y="29"/>
                  </a:lnTo>
                  <a:lnTo>
                    <a:pt x="42" y="28"/>
                  </a:lnTo>
                  <a:lnTo>
                    <a:pt x="45" y="28"/>
                  </a:lnTo>
                  <a:lnTo>
                    <a:pt x="50" y="30"/>
                  </a:lnTo>
                  <a:lnTo>
                    <a:pt x="138" y="80"/>
                  </a:lnTo>
                  <a:lnTo>
                    <a:pt x="141" y="84"/>
                  </a:lnTo>
                  <a:lnTo>
                    <a:pt x="143" y="87"/>
                  </a:lnTo>
                  <a:lnTo>
                    <a:pt x="144" y="90"/>
                  </a:lnTo>
                  <a:lnTo>
                    <a:pt x="144" y="93"/>
                  </a:lnTo>
                  <a:lnTo>
                    <a:pt x="144" y="95"/>
                  </a:lnTo>
                  <a:lnTo>
                    <a:pt x="143" y="99"/>
                  </a:lnTo>
                  <a:lnTo>
                    <a:pt x="141" y="102"/>
                  </a:lnTo>
                  <a:lnTo>
                    <a:pt x="138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9" name="Freeform 318">
              <a:extLst>
                <a:ext uri="{FF2B5EF4-FFF2-40B4-BE49-F238E27FC236}">
                  <a16:creationId xmlns:a16="http://schemas.microsoft.com/office/drawing/2014/main" id="{2C52DF35-BB4B-4BC2-8060-798CAB9531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4701" y="1246188"/>
              <a:ext cx="239713" cy="44450"/>
            </a:xfrm>
            <a:custGeom>
              <a:avLst/>
              <a:gdLst>
                <a:gd name="T0" fmla="*/ 438 w 452"/>
                <a:gd name="T1" fmla="*/ 28 h 84"/>
                <a:gd name="T2" fmla="*/ 81 w 452"/>
                <a:gd name="T3" fmla="*/ 28 h 84"/>
                <a:gd name="T4" fmla="*/ 78 w 452"/>
                <a:gd name="T5" fmla="*/ 23 h 84"/>
                <a:gd name="T6" fmla="*/ 74 w 452"/>
                <a:gd name="T7" fmla="*/ 18 h 84"/>
                <a:gd name="T8" fmla="*/ 70 w 452"/>
                <a:gd name="T9" fmla="*/ 12 h 84"/>
                <a:gd name="T10" fmla="*/ 66 w 452"/>
                <a:gd name="T11" fmla="*/ 9 h 84"/>
                <a:gd name="T12" fmla="*/ 60 w 452"/>
                <a:gd name="T13" fmla="*/ 6 h 84"/>
                <a:gd name="T14" fmla="*/ 54 w 452"/>
                <a:gd name="T15" fmla="*/ 2 h 84"/>
                <a:gd name="T16" fmla="*/ 48 w 452"/>
                <a:gd name="T17" fmla="*/ 1 h 84"/>
                <a:gd name="T18" fmla="*/ 41 w 452"/>
                <a:gd name="T19" fmla="*/ 0 h 84"/>
                <a:gd name="T20" fmla="*/ 33 w 452"/>
                <a:gd name="T21" fmla="*/ 1 h 84"/>
                <a:gd name="T22" fmla="*/ 25 w 452"/>
                <a:gd name="T23" fmla="*/ 4 h 84"/>
                <a:gd name="T24" fmla="*/ 18 w 452"/>
                <a:gd name="T25" fmla="*/ 8 h 84"/>
                <a:gd name="T26" fmla="*/ 12 w 452"/>
                <a:gd name="T27" fmla="*/ 13 h 84"/>
                <a:gd name="T28" fmla="*/ 7 w 452"/>
                <a:gd name="T29" fmla="*/ 20 h 84"/>
                <a:gd name="T30" fmla="*/ 3 w 452"/>
                <a:gd name="T31" fmla="*/ 26 h 84"/>
                <a:gd name="T32" fmla="*/ 0 w 452"/>
                <a:gd name="T33" fmla="*/ 34 h 84"/>
                <a:gd name="T34" fmla="*/ 0 w 452"/>
                <a:gd name="T35" fmla="*/ 42 h 84"/>
                <a:gd name="T36" fmla="*/ 0 w 452"/>
                <a:gd name="T37" fmla="*/ 51 h 84"/>
                <a:gd name="T38" fmla="*/ 3 w 452"/>
                <a:gd name="T39" fmla="*/ 58 h 84"/>
                <a:gd name="T40" fmla="*/ 7 w 452"/>
                <a:gd name="T41" fmla="*/ 66 h 84"/>
                <a:gd name="T42" fmla="*/ 12 w 452"/>
                <a:gd name="T43" fmla="*/ 72 h 84"/>
                <a:gd name="T44" fmla="*/ 18 w 452"/>
                <a:gd name="T45" fmla="*/ 77 h 84"/>
                <a:gd name="T46" fmla="*/ 25 w 452"/>
                <a:gd name="T47" fmla="*/ 81 h 84"/>
                <a:gd name="T48" fmla="*/ 33 w 452"/>
                <a:gd name="T49" fmla="*/ 83 h 84"/>
                <a:gd name="T50" fmla="*/ 41 w 452"/>
                <a:gd name="T51" fmla="*/ 84 h 84"/>
                <a:gd name="T52" fmla="*/ 48 w 452"/>
                <a:gd name="T53" fmla="*/ 84 h 84"/>
                <a:gd name="T54" fmla="*/ 54 w 452"/>
                <a:gd name="T55" fmla="*/ 82 h 84"/>
                <a:gd name="T56" fmla="*/ 60 w 452"/>
                <a:gd name="T57" fmla="*/ 80 h 84"/>
                <a:gd name="T58" fmla="*/ 66 w 452"/>
                <a:gd name="T59" fmla="*/ 77 h 84"/>
                <a:gd name="T60" fmla="*/ 70 w 452"/>
                <a:gd name="T61" fmla="*/ 72 h 84"/>
                <a:gd name="T62" fmla="*/ 74 w 452"/>
                <a:gd name="T63" fmla="*/ 68 h 84"/>
                <a:gd name="T64" fmla="*/ 78 w 452"/>
                <a:gd name="T65" fmla="*/ 63 h 84"/>
                <a:gd name="T66" fmla="*/ 81 w 452"/>
                <a:gd name="T67" fmla="*/ 56 h 84"/>
                <a:gd name="T68" fmla="*/ 438 w 452"/>
                <a:gd name="T69" fmla="*/ 56 h 84"/>
                <a:gd name="T70" fmla="*/ 443 w 452"/>
                <a:gd name="T71" fmla="*/ 55 h 84"/>
                <a:gd name="T72" fmla="*/ 447 w 452"/>
                <a:gd name="T73" fmla="*/ 52 h 84"/>
                <a:gd name="T74" fmla="*/ 451 w 452"/>
                <a:gd name="T75" fmla="*/ 48 h 84"/>
                <a:gd name="T76" fmla="*/ 452 w 452"/>
                <a:gd name="T77" fmla="*/ 42 h 84"/>
                <a:gd name="T78" fmla="*/ 451 w 452"/>
                <a:gd name="T79" fmla="*/ 37 h 84"/>
                <a:gd name="T80" fmla="*/ 447 w 452"/>
                <a:gd name="T81" fmla="*/ 33 h 84"/>
                <a:gd name="T82" fmla="*/ 443 w 452"/>
                <a:gd name="T83" fmla="*/ 29 h 84"/>
                <a:gd name="T84" fmla="*/ 438 w 452"/>
                <a:gd name="T85" fmla="*/ 28 h 84"/>
                <a:gd name="T86" fmla="*/ 41 w 452"/>
                <a:gd name="T87" fmla="*/ 56 h 84"/>
                <a:gd name="T88" fmla="*/ 35 w 452"/>
                <a:gd name="T89" fmla="*/ 55 h 84"/>
                <a:gd name="T90" fmla="*/ 31 w 452"/>
                <a:gd name="T91" fmla="*/ 52 h 84"/>
                <a:gd name="T92" fmla="*/ 28 w 452"/>
                <a:gd name="T93" fmla="*/ 48 h 84"/>
                <a:gd name="T94" fmla="*/ 27 w 452"/>
                <a:gd name="T95" fmla="*/ 42 h 84"/>
                <a:gd name="T96" fmla="*/ 28 w 452"/>
                <a:gd name="T97" fmla="*/ 37 h 84"/>
                <a:gd name="T98" fmla="*/ 31 w 452"/>
                <a:gd name="T99" fmla="*/ 33 h 84"/>
                <a:gd name="T100" fmla="*/ 35 w 452"/>
                <a:gd name="T101" fmla="*/ 29 h 84"/>
                <a:gd name="T102" fmla="*/ 41 w 452"/>
                <a:gd name="T103" fmla="*/ 28 h 84"/>
                <a:gd name="T104" fmla="*/ 46 w 452"/>
                <a:gd name="T105" fmla="*/ 29 h 84"/>
                <a:gd name="T106" fmla="*/ 52 w 452"/>
                <a:gd name="T107" fmla="*/ 33 h 84"/>
                <a:gd name="T108" fmla="*/ 54 w 452"/>
                <a:gd name="T109" fmla="*/ 37 h 84"/>
                <a:gd name="T110" fmla="*/ 55 w 452"/>
                <a:gd name="T111" fmla="*/ 42 h 84"/>
                <a:gd name="T112" fmla="*/ 54 w 452"/>
                <a:gd name="T113" fmla="*/ 48 h 84"/>
                <a:gd name="T114" fmla="*/ 52 w 452"/>
                <a:gd name="T115" fmla="*/ 52 h 84"/>
                <a:gd name="T116" fmla="*/ 46 w 452"/>
                <a:gd name="T117" fmla="*/ 55 h 84"/>
                <a:gd name="T118" fmla="*/ 41 w 452"/>
                <a:gd name="T119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84">
                  <a:moveTo>
                    <a:pt x="438" y="28"/>
                  </a:moveTo>
                  <a:lnTo>
                    <a:pt x="81" y="28"/>
                  </a:lnTo>
                  <a:lnTo>
                    <a:pt x="78" y="23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6" y="9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3" y="1"/>
                  </a:lnTo>
                  <a:lnTo>
                    <a:pt x="25" y="4"/>
                  </a:lnTo>
                  <a:lnTo>
                    <a:pt x="18" y="8"/>
                  </a:lnTo>
                  <a:lnTo>
                    <a:pt x="12" y="13"/>
                  </a:lnTo>
                  <a:lnTo>
                    <a:pt x="7" y="2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51"/>
                  </a:lnTo>
                  <a:lnTo>
                    <a:pt x="3" y="58"/>
                  </a:lnTo>
                  <a:lnTo>
                    <a:pt x="7" y="66"/>
                  </a:lnTo>
                  <a:lnTo>
                    <a:pt x="12" y="72"/>
                  </a:lnTo>
                  <a:lnTo>
                    <a:pt x="18" y="77"/>
                  </a:lnTo>
                  <a:lnTo>
                    <a:pt x="25" y="81"/>
                  </a:lnTo>
                  <a:lnTo>
                    <a:pt x="33" y="83"/>
                  </a:lnTo>
                  <a:lnTo>
                    <a:pt x="41" y="84"/>
                  </a:lnTo>
                  <a:lnTo>
                    <a:pt x="48" y="84"/>
                  </a:lnTo>
                  <a:lnTo>
                    <a:pt x="54" y="82"/>
                  </a:lnTo>
                  <a:lnTo>
                    <a:pt x="60" y="80"/>
                  </a:lnTo>
                  <a:lnTo>
                    <a:pt x="66" y="77"/>
                  </a:lnTo>
                  <a:lnTo>
                    <a:pt x="70" y="72"/>
                  </a:lnTo>
                  <a:lnTo>
                    <a:pt x="74" y="68"/>
                  </a:lnTo>
                  <a:lnTo>
                    <a:pt x="78" y="63"/>
                  </a:lnTo>
                  <a:lnTo>
                    <a:pt x="81" y="56"/>
                  </a:lnTo>
                  <a:lnTo>
                    <a:pt x="438" y="56"/>
                  </a:lnTo>
                  <a:lnTo>
                    <a:pt x="443" y="55"/>
                  </a:lnTo>
                  <a:lnTo>
                    <a:pt x="447" y="52"/>
                  </a:lnTo>
                  <a:lnTo>
                    <a:pt x="451" y="48"/>
                  </a:lnTo>
                  <a:lnTo>
                    <a:pt x="452" y="42"/>
                  </a:lnTo>
                  <a:lnTo>
                    <a:pt x="451" y="37"/>
                  </a:lnTo>
                  <a:lnTo>
                    <a:pt x="447" y="33"/>
                  </a:lnTo>
                  <a:lnTo>
                    <a:pt x="443" y="29"/>
                  </a:lnTo>
                  <a:lnTo>
                    <a:pt x="438" y="28"/>
                  </a:lnTo>
                  <a:close/>
                  <a:moveTo>
                    <a:pt x="41" y="56"/>
                  </a:moveTo>
                  <a:lnTo>
                    <a:pt x="35" y="55"/>
                  </a:lnTo>
                  <a:lnTo>
                    <a:pt x="31" y="52"/>
                  </a:lnTo>
                  <a:lnTo>
                    <a:pt x="28" y="48"/>
                  </a:lnTo>
                  <a:lnTo>
                    <a:pt x="27" y="42"/>
                  </a:lnTo>
                  <a:lnTo>
                    <a:pt x="28" y="37"/>
                  </a:lnTo>
                  <a:lnTo>
                    <a:pt x="31" y="33"/>
                  </a:lnTo>
                  <a:lnTo>
                    <a:pt x="35" y="29"/>
                  </a:lnTo>
                  <a:lnTo>
                    <a:pt x="41" y="28"/>
                  </a:lnTo>
                  <a:lnTo>
                    <a:pt x="46" y="29"/>
                  </a:lnTo>
                  <a:lnTo>
                    <a:pt x="52" y="33"/>
                  </a:lnTo>
                  <a:lnTo>
                    <a:pt x="54" y="37"/>
                  </a:lnTo>
                  <a:lnTo>
                    <a:pt x="55" y="42"/>
                  </a:lnTo>
                  <a:lnTo>
                    <a:pt x="54" y="48"/>
                  </a:lnTo>
                  <a:lnTo>
                    <a:pt x="52" y="52"/>
                  </a:lnTo>
                  <a:lnTo>
                    <a:pt x="46" y="55"/>
                  </a:lnTo>
                  <a:lnTo>
                    <a:pt x="41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0" name="Freeform 319">
              <a:extLst>
                <a:ext uri="{FF2B5EF4-FFF2-40B4-BE49-F238E27FC236}">
                  <a16:creationId xmlns:a16="http://schemas.microsoft.com/office/drawing/2014/main" id="{84215A3E-ADF3-4486-BBB9-1ADD9BCF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4" y="1074738"/>
              <a:ext cx="14288" cy="15875"/>
            </a:xfrm>
            <a:custGeom>
              <a:avLst/>
              <a:gdLst>
                <a:gd name="T0" fmla="*/ 24 w 27"/>
                <a:gd name="T1" fmla="*/ 4 h 28"/>
                <a:gd name="T2" fmla="*/ 19 w 27"/>
                <a:gd name="T3" fmla="*/ 1 h 28"/>
                <a:gd name="T4" fmla="*/ 13 w 27"/>
                <a:gd name="T5" fmla="*/ 0 h 28"/>
                <a:gd name="T6" fmla="*/ 8 w 27"/>
                <a:gd name="T7" fmla="*/ 1 h 28"/>
                <a:gd name="T8" fmla="*/ 4 w 27"/>
                <a:gd name="T9" fmla="*/ 4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20 h 28"/>
                <a:gd name="T16" fmla="*/ 4 w 27"/>
                <a:gd name="T17" fmla="*/ 24 h 28"/>
                <a:gd name="T18" fmla="*/ 8 w 27"/>
                <a:gd name="T19" fmla="*/ 27 h 28"/>
                <a:gd name="T20" fmla="*/ 13 w 27"/>
                <a:gd name="T21" fmla="*/ 28 h 28"/>
                <a:gd name="T22" fmla="*/ 19 w 27"/>
                <a:gd name="T23" fmla="*/ 27 h 28"/>
                <a:gd name="T24" fmla="*/ 24 w 27"/>
                <a:gd name="T25" fmla="*/ 24 h 28"/>
                <a:gd name="T26" fmla="*/ 26 w 27"/>
                <a:gd name="T27" fmla="*/ 20 h 28"/>
                <a:gd name="T28" fmla="*/ 27 w 27"/>
                <a:gd name="T29" fmla="*/ 14 h 28"/>
                <a:gd name="T30" fmla="*/ 26 w 27"/>
                <a:gd name="T31" fmla="*/ 9 h 28"/>
                <a:gd name="T32" fmla="*/ 24 w 27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4" y="4"/>
                  </a:move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E3F1F333-45E1-4793-9E56-400EBC95A341}"/>
              </a:ext>
            </a:extLst>
          </p:cNvPr>
          <p:cNvGrpSpPr/>
          <p:nvPr/>
        </p:nvGrpSpPr>
        <p:grpSpPr>
          <a:xfrm>
            <a:off x="7399339" y="5438776"/>
            <a:ext cx="296863" cy="376238"/>
            <a:chOff x="7399339" y="5438776"/>
            <a:chExt cx="296863" cy="376238"/>
          </a:xfrm>
          <a:solidFill>
            <a:schemeClr val="bg1"/>
          </a:solidFill>
        </p:grpSpPr>
        <p:sp>
          <p:nvSpPr>
            <p:cNvPr id="191" name="Freeform 320">
              <a:extLst>
                <a:ext uri="{FF2B5EF4-FFF2-40B4-BE49-F238E27FC236}">
                  <a16:creationId xmlns:a16="http://schemas.microsoft.com/office/drawing/2014/main" id="{195F9882-21D0-489F-8DEB-6163689BD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9" y="5438776"/>
              <a:ext cx="296863" cy="376238"/>
            </a:xfrm>
            <a:custGeom>
              <a:avLst/>
              <a:gdLst>
                <a:gd name="T0" fmla="*/ 544 w 561"/>
                <a:gd name="T1" fmla="*/ 1 h 712"/>
                <a:gd name="T2" fmla="*/ 494 w 561"/>
                <a:gd name="T3" fmla="*/ 49 h 712"/>
                <a:gd name="T4" fmla="*/ 440 w 561"/>
                <a:gd name="T5" fmla="*/ 0 h 712"/>
                <a:gd name="T6" fmla="*/ 388 w 561"/>
                <a:gd name="T7" fmla="*/ 49 h 712"/>
                <a:gd name="T8" fmla="*/ 334 w 561"/>
                <a:gd name="T9" fmla="*/ 0 h 712"/>
                <a:gd name="T10" fmla="*/ 280 w 561"/>
                <a:gd name="T11" fmla="*/ 49 h 712"/>
                <a:gd name="T12" fmla="*/ 228 w 561"/>
                <a:gd name="T13" fmla="*/ 0 h 712"/>
                <a:gd name="T14" fmla="*/ 174 w 561"/>
                <a:gd name="T15" fmla="*/ 49 h 712"/>
                <a:gd name="T16" fmla="*/ 120 w 561"/>
                <a:gd name="T17" fmla="*/ 0 h 712"/>
                <a:gd name="T18" fmla="*/ 68 w 561"/>
                <a:gd name="T19" fmla="*/ 49 h 712"/>
                <a:gd name="T20" fmla="*/ 16 w 561"/>
                <a:gd name="T21" fmla="*/ 1 h 712"/>
                <a:gd name="T22" fmla="*/ 6 w 561"/>
                <a:gd name="T23" fmla="*/ 3 h 712"/>
                <a:gd name="T24" fmla="*/ 0 w 561"/>
                <a:gd name="T25" fmla="*/ 14 h 712"/>
                <a:gd name="T26" fmla="*/ 5 w 561"/>
                <a:gd name="T27" fmla="*/ 298 h 712"/>
                <a:gd name="T28" fmla="*/ 20 w 561"/>
                <a:gd name="T29" fmla="*/ 301 h 712"/>
                <a:gd name="T30" fmla="*/ 28 w 561"/>
                <a:gd name="T31" fmla="*/ 288 h 712"/>
                <a:gd name="T32" fmla="*/ 62 w 561"/>
                <a:gd name="T33" fmla="*/ 81 h 712"/>
                <a:gd name="T34" fmla="*/ 77 w 561"/>
                <a:gd name="T35" fmla="*/ 78 h 712"/>
                <a:gd name="T36" fmla="*/ 169 w 561"/>
                <a:gd name="T37" fmla="*/ 81 h 712"/>
                <a:gd name="T38" fmla="*/ 184 w 561"/>
                <a:gd name="T39" fmla="*/ 78 h 712"/>
                <a:gd name="T40" fmla="*/ 275 w 561"/>
                <a:gd name="T41" fmla="*/ 81 h 712"/>
                <a:gd name="T42" fmla="*/ 290 w 561"/>
                <a:gd name="T43" fmla="*/ 78 h 712"/>
                <a:gd name="T44" fmla="*/ 382 w 561"/>
                <a:gd name="T45" fmla="*/ 81 h 712"/>
                <a:gd name="T46" fmla="*/ 397 w 561"/>
                <a:gd name="T47" fmla="*/ 78 h 712"/>
                <a:gd name="T48" fmla="*/ 488 w 561"/>
                <a:gd name="T49" fmla="*/ 81 h 712"/>
                <a:gd name="T50" fmla="*/ 503 w 561"/>
                <a:gd name="T51" fmla="*/ 78 h 712"/>
                <a:gd name="T52" fmla="*/ 503 w 561"/>
                <a:gd name="T53" fmla="*/ 635 h 712"/>
                <a:gd name="T54" fmla="*/ 488 w 561"/>
                <a:gd name="T55" fmla="*/ 631 h 712"/>
                <a:gd name="T56" fmla="*/ 397 w 561"/>
                <a:gd name="T57" fmla="*/ 635 h 712"/>
                <a:gd name="T58" fmla="*/ 382 w 561"/>
                <a:gd name="T59" fmla="*/ 631 h 712"/>
                <a:gd name="T60" fmla="*/ 290 w 561"/>
                <a:gd name="T61" fmla="*/ 635 h 712"/>
                <a:gd name="T62" fmla="*/ 275 w 561"/>
                <a:gd name="T63" fmla="*/ 631 h 712"/>
                <a:gd name="T64" fmla="*/ 184 w 561"/>
                <a:gd name="T65" fmla="*/ 635 h 712"/>
                <a:gd name="T66" fmla="*/ 169 w 561"/>
                <a:gd name="T67" fmla="*/ 631 h 712"/>
                <a:gd name="T68" fmla="*/ 77 w 561"/>
                <a:gd name="T69" fmla="*/ 635 h 712"/>
                <a:gd name="T70" fmla="*/ 62 w 561"/>
                <a:gd name="T71" fmla="*/ 631 h 712"/>
                <a:gd name="T72" fmla="*/ 28 w 561"/>
                <a:gd name="T73" fmla="*/ 418 h 712"/>
                <a:gd name="T74" fmla="*/ 20 w 561"/>
                <a:gd name="T75" fmla="*/ 405 h 712"/>
                <a:gd name="T76" fmla="*/ 5 w 561"/>
                <a:gd name="T77" fmla="*/ 408 h 712"/>
                <a:gd name="T78" fmla="*/ 0 w 561"/>
                <a:gd name="T79" fmla="*/ 698 h 712"/>
                <a:gd name="T80" fmla="*/ 6 w 561"/>
                <a:gd name="T81" fmla="*/ 709 h 712"/>
                <a:gd name="T82" fmla="*/ 16 w 561"/>
                <a:gd name="T83" fmla="*/ 712 h 712"/>
                <a:gd name="T84" fmla="*/ 68 w 561"/>
                <a:gd name="T85" fmla="*/ 665 h 712"/>
                <a:gd name="T86" fmla="*/ 120 w 561"/>
                <a:gd name="T87" fmla="*/ 712 h 712"/>
                <a:gd name="T88" fmla="*/ 174 w 561"/>
                <a:gd name="T89" fmla="*/ 665 h 712"/>
                <a:gd name="T90" fmla="*/ 228 w 561"/>
                <a:gd name="T91" fmla="*/ 712 h 712"/>
                <a:gd name="T92" fmla="*/ 280 w 561"/>
                <a:gd name="T93" fmla="*/ 665 h 712"/>
                <a:gd name="T94" fmla="*/ 334 w 561"/>
                <a:gd name="T95" fmla="*/ 712 h 712"/>
                <a:gd name="T96" fmla="*/ 388 w 561"/>
                <a:gd name="T97" fmla="*/ 665 h 712"/>
                <a:gd name="T98" fmla="*/ 440 w 561"/>
                <a:gd name="T99" fmla="*/ 712 h 712"/>
                <a:gd name="T100" fmla="*/ 494 w 561"/>
                <a:gd name="T101" fmla="*/ 665 h 712"/>
                <a:gd name="T102" fmla="*/ 547 w 561"/>
                <a:gd name="T103" fmla="*/ 712 h 712"/>
                <a:gd name="T104" fmla="*/ 556 w 561"/>
                <a:gd name="T105" fmla="*/ 709 h 712"/>
                <a:gd name="T106" fmla="*/ 561 w 561"/>
                <a:gd name="T107" fmla="*/ 698 h 712"/>
                <a:gd name="T108" fmla="*/ 558 w 561"/>
                <a:gd name="T109" fmla="*/ 7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61" h="712">
                  <a:moveTo>
                    <a:pt x="553" y="1"/>
                  </a:moveTo>
                  <a:lnTo>
                    <a:pt x="548" y="1"/>
                  </a:lnTo>
                  <a:lnTo>
                    <a:pt x="544" y="1"/>
                  </a:lnTo>
                  <a:lnTo>
                    <a:pt x="541" y="2"/>
                  </a:lnTo>
                  <a:lnTo>
                    <a:pt x="538" y="5"/>
                  </a:lnTo>
                  <a:lnTo>
                    <a:pt x="494" y="49"/>
                  </a:lnTo>
                  <a:lnTo>
                    <a:pt x="450" y="5"/>
                  </a:lnTo>
                  <a:lnTo>
                    <a:pt x="445" y="1"/>
                  </a:lnTo>
                  <a:lnTo>
                    <a:pt x="440" y="0"/>
                  </a:lnTo>
                  <a:lnTo>
                    <a:pt x="435" y="1"/>
                  </a:lnTo>
                  <a:lnTo>
                    <a:pt x="430" y="5"/>
                  </a:lnTo>
                  <a:lnTo>
                    <a:pt x="388" y="49"/>
                  </a:lnTo>
                  <a:lnTo>
                    <a:pt x="344" y="5"/>
                  </a:lnTo>
                  <a:lnTo>
                    <a:pt x="339" y="1"/>
                  </a:lnTo>
                  <a:lnTo>
                    <a:pt x="334" y="0"/>
                  </a:lnTo>
                  <a:lnTo>
                    <a:pt x="329" y="1"/>
                  </a:lnTo>
                  <a:lnTo>
                    <a:pt x="324" y="5"/>
                  </a:lnTo>
                  <a:lnTo>
                    <a:pt x="280" y="49"/>
                  </a:lnTo>
                  <a:lnTo>
                    <a:pt x="237" y="5"/>
                  </a:lnTo>
                  <a:lnTo>
                    <a:pt x="233" y="1"/>
                  </a:lnTo>
                  <a:lnTo>
                    <a:pt x="228" y="0"/>
                  </a:lnTo>
                  <a:lnTo>
                    <a:pt x="222" y="1"/>
                  </a:lnTo>
                  <a:lnTo>
                    <a:pt x="217" y="5"/>
                  </a:lnTo>
                  <a:lnTo>
                    <a:pt x="174" y="49"/>
                  </a:lnTo>
                  <a:lnTo>
                    <a:pt x="130" y="5"/>
                  </a:lnTo>
                  <a:lnTo>
                    <a:pt x="126" y="1"/>
                  </a:lnTo>
                  <a:lnTo>
                    <a:pt x="120" y="0"/>
                  </a:lnTo>
                  <a:lnTo>
                    <a:pt x="115" y="1"/>
                  </a:lnTo>
                  <a:lnTo>
                    <a:pt x="111" y="5"/>
                  </a:lnTo>
                  <a:lnTo>
                    <a:pt x="68" y="49"/>
                  </a:lnTo>
                  <a:lnTo>
                    <a:pt x="24" y="5"/>
                  </a:lnTo>
                  <a:lnTo>
                    <a:pt x="21" y="2"/>
                  </a:lnTo>
                  <a:lnTo>
                    <a:pt x="16" y="1"/>
                  </a:lnTo>
                  <a:lnTo>
                    <a:pt x="13" y="1"/>
                  </a:lnTo>
                  <a:lnTo>
                    <a:pt x="9" y="1"/>
                  </a:lnTo>
                  <a:lnTo>
                    <a:pt x="6" y="3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288"/>
                  </a:lnTo>
                  <a:lnTo>
                    <a:pt x="1" y="293"/>
                  </a:lnTo>
                  <a:lnTo>
                    <a:pt x="5" y="298"/>
                  </a:lnTo>
                  <a:lnTo>
                    <a:pt x="9" y="301"/>
                  </a:lnTo>
                  <a:lnTo>
                    <a:pt x="14" y="302"/>
                  </a:lnTo>
                  <a:lnTo>
                    <a:pt x="20" y="301"/>
                  </a:lnTo>
                  <a:lnTo>
                    <a:pt x="24" y="298"/>
                  </a:lnTo>
                  <a:lnTo>
                    <a:pt x="27" y="293"/>
                  </a:lnTo>
                  <a:lnTo>
                    <a:pt x="28" y="288"/>
                  </a:lnTo>
                  <a:lnTo>
                    <a:pt x="28" y="49"/>
                  </a:lnTo>
                  <a:lnTo>
                    <a:pt x="57" y="78"/>
                  </a:lnTo>
                  <a:lnTo>
                    <a:pt x="62" y="81"/>
                  </a:lnTo>
                  <a:lnTo>
                    <a:pt x="68" y="82"/>
                  </a:lnTo>
                  <a:lnTo>
                    <a:pt x="72" y="81"/>
                  </a:lnTo>
                  <a:lnTo>
                    <a:pt x="77" y="78"/>
                  </a:lnTo>
                  <a:lnTo>
                    <a:pt x="120" y="35"/>
                  </a:lnTo>
                  <a:lnTo>
                    <a:pt x="164" y="78"/>
                  </a:lnTo>
                  <a:lnTo>
                    <a:pt x="169" y="81"/>
                  </a:lnTo>
                  <a:lnTo>
                    <a:pt x="174" y="82"/>
                  </a:lnTo>
                  <a:lnTo>
                    <a:pt x="179" y="81"/>
                  </a:lnTo>
                  <a:lnTo>
                    <a:pt x="184" y="78"/>
                  </a:lnTo>
                  <a:lnTo>
                    <a:pt x="228" y="35"/>
                  </a:lnTo>
                  <a:lnTo>
                    <a:pt x="271" y="78"/>
                  </a:lnTo>
                  <a:lnTo>
                    <a:pt x="275" y="81"/>
                  </a:lnTo>
                  <a:lnTo>
                    <a:pt x="280" y="82"/>
                  </a:lnTo>
                  <a:lnTo>
                    <a:pt x="286" y="81"/>
                  </a:lnTo>
                  <a:lnTo>
                    <a:pt x="290" y="78"/>
                  </a:lnTo>
                  <a:lnTo>
                    <a:pt x="334" y="35"/>
                  </a:lnTo>
                  <a:lnTo>
                    <a:pt x="377" y="78"/>
                  </a:lnTo>
                  <a:lnTo>
                    <a:pt x="382" y="81"/>
                  </a:lnTo>
                  <a:lnTo>
                    <a:pt x="388" y="82"/>
                  </a:lnTo>
                  <a:lnTo>
                    <a:pt x="393" y="81"/>
                  </a:lnTo>
                  <a:lnTo>
                    <a:pt x="397" y="78"/>
                  </a:lnTo>
                  <a:lnTo>
                    <a:pt x="440" y="35"/>
                  </a:lnTo>
                  <a:lnTo>
                    <a:pt x="484" y="78"/>
                  </a:lnTo>
                  <a:lnTo>
                    <a:pt x="488" y="81"/>
                  </a:lnTo>
                  <a:lnTo>
                    <a:pt x="494" y="82"/>
                  </a:lnTo>
                  <a:lnTo>
                    <a:pt x="499" y="81"/>
                  </a:lnTo>
                  <a:lnTo>
                    <a:pt x="503" y="78"/>
                  </a:lnTo>
                  <a:lnTo>
                    <a:pt x="533" y="49"/>
                  </a:lnTo>
                  <a:lnTo>
                    <a:pt x="533" y="665"/>
                  </a:lnTo>
                  <a:lnTo>
                    <a:pt x="503" y="635"/>
                  </a:lnTo>
                  <a:lnTo>
                    <a:pt x="499" y="631"/>
                  </a:lnTo>
                  <a:lnTo>
                    <a:pt x="494" y="630"/>
                  </a:lnTo>
                  <a:lnTo>
                    <a:pt x="488" y="631"/>
                  </a:lnTo>
                  <a:lnTo>
                    <a:pt x="484" y="635"/>
                  </a:lnTo>
                  <a:lnTo>
                    <a:pt x="440" y="679"/>
                  </a:lnTo>
                  <a:lnTo>
                    <a:pt x="397" y="635"/>
                  </a:lnTo>
                  <a:lnTo>
                    <a:pt x="393" y="631"/>
                  </a:lnTo>
                  <a:lnTo>
                    <a:pt x="388" y="630"/>
                  </a:lnTo>
                  <a:lnTo>
                    <a:pt x="382" y="631"/>
                  </a:lnTo>
                  <a:lnTo>
                    <a:pt x="377" y="635"/>
                  </a:lnTo>
                  <a:lnTo>
                    <a:pt x="334" y="679"/>
                  </a:lnTo>
                  <a:lnTo>
                    <a:pt x="290" y="635"/>
                  </a:lnTo>
                  <a:lnTo>
                    <a:pt x="286" y="631"/>
                  </a:lnTo>
                  <a:lnTo>
                    <a:pt x="280" y="630"/>
                  </a:lnTo>
                  <a:lnTo>
                    <a:pt x="275" y="631"/>
                  </a:lnTo>
                  <a:lnTo>
                    <a:pt x="271" y="635"/>
                  </a:lnTo>
                  <a:lnTo>
                    <a:pt x="228" y="679"/>
                  </a:lnTo>
                  <a:lnTo>
                    <a:pt x="184" y="635"/>
                  </a:lnTo>
                  <a:lnTo>
                    <a:pt x="179" y="631"/>
                  </a:lnTo>
                  <a:lnTo>
                    <a:pt x="174" y="630"/>
                  </a:lnTo>
                  <a:lnTo>
                    <a:pt x="169" y="631"/>
                  </a:lnTo>
                  <a:lnTo>
                    <a:pt x="164" y="635"/>
                  </a:lnTo>
                  <a:lnTo>
                    <a:pt x="120" y="679"/>
                  </a:lnTo>
                  <a:lnTo>
                    <a:pt x="77" y="635"/>
                  </a:lnTo>
                  <a:lnTo>
                    <a:pt x="72" y="631"/>
                  </a:lnTo>
                  <a:lnTo>
                    <a:pt x="68" y="630"/>
                  </a:lnTo>
                  <a:lnTo>
                    <a:pt x="62" y="631"/>
                  </a:lnTo>
                  <a:lnTo>
                    <a:pt x="57" y="635"/>
                  </a:lnTo>
                  <a:lnTo>
                    <a:pt x="28" y="665"/>
                  </a:lnTo>
                  <a:lnTo>
                    <a:pt x="28" y="418"/>
                  </a:lnTo>
                  <a:lnTo>
                    <a:pt x="27" y="412"/>
                  </a:lnTo>
                  <a:lnTo>
                    <a:pt x="24" y="408"/>
                  </a:lnTo>
                  <a:lnTo>
                    <a:pt x="20" y="405"/>
                  </a:lnTo>
                  <a:lnTo>
                    <a:pt x="14" y="404"/>
                  </a:lnTo>
                  <a:lnTo>
                    <a:pt x="9" y="405"/>
                  </a:lnTo>
                  <a:lnTo>
                    <a:pt x="5" y="408"/>
                  </a:lnTo>
                  <a:lnTo>
                    <a:pt x="1" y="412"/>
                  </a:lnTo>
                  <a:lnTo>
                    <a:pt x="0" y="418"/>
                  </a:lnTo>
                  <a:lnTo>
                    <a:pt x="0" y="698"/>
                  </a:lnTo>
                  <a:lnTo>
                    <a:pt x="0" y="702"/>
                  </a:lnTo>
                  <a:lnTo>
                    <a:pt x="2" y="706"/>
                  </a:lnTo>
                  <a:lnTo>
                    <a:pt x="6" y="709"/>
                  </a:lnTo>
                  <a:lnTo>
                    <a:pt x="9" y="711"/>
                  </a:lnTo>
                  <a:lnTo>
                    <a:pt x="13" y="712"/>
                  </a:lnTo>
                  <a:lnTo>
                    <a:pt x="16" y="712"/>
                  </a:lnTo>
                  <a:lnTo>
                    <a:pt x="21" y="710"/>
                  </a:lnTo>
                  <a:lnTo>
                    <a:pt x="24" y="708"/>
                  </a:lnTo>
                  <a:lnTo>
                    <a:pt x="68" y="665"/>
                  </a:lnTo>
                  <a:lnTo>
                    <a:pt x="111" y="708"/>
                  </a:lnTo>
                  <a:lnTo>
                    <a:pt x="115" y="711"/>
                  </a:lnTo>
                  <a:lnTo>
                    <a:pt x="120" y="712"/>
                  </a:lnTo>
                  <a:lnTo>
                    <a:pt x="126" y="711"/>
                  </a:lnTo>
                  <a:lnTo>
                    <a:pt x="130" y="708"/>
                  </a:lnTo>
                  <a:lnTo>
                    <a:pt x="174" y="665"/>
                  </a:lnTo>
                  <a:lnTo>
                    <a:pt x="217" y="708"/>
                  </a:lnTo>
                  <a:lnTo>
                    <a:pt x="222" y="711"/>
                  </a:lnTo>
                  <a:lnTo>
                    <a:pt x="228" y="712"/>
                  </a:lnTo>
                  <a:lnTo>
                    <a:pt x="233" y="711"/>
                  </a:lnTo>
                  <a:lnTo>
                    <a:pt x="237" y="708"/>
                  </a:lnTo>
                  <a:lnTo>
                    <a:pt x="280" y="665"/>
                  </a:lnTo>
                  <a:lnTo>
                    <a:pt x="324" y="708"/>
                  </a:lnTo>
                  <a:lnTo>
                    <a:pt x="329" y="711"/>
                  </a:lnTo>
                  <a:lnTo>
                    <a:pt x="334" y="712"/>
                  </a:lnTo>
                  <a:lnTo>
                    <a:pt x="339" y="711"/>
                  </a:lnTo>
                  <a:lnTo>
                    <a:pt x="344" y="708"/>
                  </a:lnTo>
                  <a:lnTo>
                    <a:pt x="388" y="665"/>
                  </a:lnTo>
                  <a:lnTo>
                    <a:pt x="430" y="708"/>
                  </a:lnTo>
                  <a:lnTo>
                    <a:pt x="435" y="711"/>
                  </a:lnTo>
                  <a:lnTo>
                    <a:pt x="440" y="712"/>
                  </a:lnTo>
                  <a:lnTo>
                    <a:pt x="445" y="711"/>
                  </a:lnTo>
                  <a:lnTo>
                    <a:pt x="450" y="708"/>
                  </a:lnTo>
                  <a:lnTo>
                    <a:pt x="494" y="665"/>
                  </a:lnTo>
                  <a:lnTo>
                    <a:pt x="538" y="708"/>
                  </a:lnTo>
                  <a:lnTo>
                    <a:pt x="542" y="711"/>
                  </a:lnTo>
                  <a:lnTo>
                    <a:pt x="547" y="712"/>
                  </a:lnTo>
                  <a:lnTo>
                    <a:pt x="550" y="712"/>
                  </a:lnTo>
                  <a:lnTo>
                    <a:pt x="553" y="711"/>
                  </a:lnTo>
                  <a:lnTo>
                    <a:pt x="556" y="709"/>
                  </a:lnTo>
                  <a:lnTo>
                    <a:pt x="558" y="706"/>
                  </a:lnTo>
                  <a:lnTo>
                    <a:pt x="560" y="702"/>
                  </a:lnTo>
                  <a:lnTo>
                    <a:pt x="561" y="698"/>
                  </a:lnTo>
                  <a:lnTo>
                    <a:pt x="561" y="14"/>
                  </a:lnTo>
                  <a:lnTo>
                    <a:pt x="560" y="11"/>
                  </a:lnTo>
                  <a:lnTo>
                    <a:pt x="558" y="7"/>
                  </a:lnTo>
                  <a:lnTo>
                    <a:pt x="556" y="3"/>
                  </a:lnTo>
                  <a:lnTo>
                    <a:pt x="55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2" name="Freeform 321">
              <a:extLst>
                <a:ext uri="{FF2B5EF4-FFF2-40B4-BE49-F238E27FC236}">
                  <a16:creationId xmlns:a16="http://schemas.microsoft.com/office/drawing/2014/main" id="{59E038BE-E157-493F-9A06-5518DC6D4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6" y="5499101"/>
              <a:ext cx="63500" cy="130175"/>
            </a:xfrm>
            <a:custGeom>
              <a:avLst/>
              <a:gdLst>
                <a:gd name="T0" fmla="*/ 48 w 121"/>
                <a:gd name="T1" fmla="*/ 107 h 245"/>
                <a:gd name="T2" fmla="*/ 33 w 121"/>
                <a:gd name="T3" fmla="*/ 98 h 245"/>
                <a:gd name="T4" fmla="*/ 28 w 121"/>
                <a:gd name="T5" fmla="*/ 82 h 245"/>
                <a:gd name="T6" fmla="*/ 33 w 121"/>
                <a:gd name="T7" fmla="*/ 66 h 245"/>
                <a:gd name="T8" fmla="*/ 48 w 121"/>
                <a:gd name="T9" fmla="*/ 56 h 245"/>
                <a:gd name="T10" fmla="*/ 68 w 121"/>
                <a:gd name="T11" fmla="*/ 54 h 245"/>
                <a:gd name="T12" fmla="*/ 84 w 121"/>
                <a:gd name="T13" fmla="*/ 62 h 245"/>
                <a:gd name="T14" fmla="*/ 92 w 121"/>
                <a:gd name="T15" fmla="*/ 76 h 245"/>
                <a:gd name="T16" fmla="*/ 97 w 121"/>
                <a:gd name="T17" fmla="*/ 91 h 245"/>
                <a:gd name="T18" fmla="*/ 113 w 121"/>
                <a:gd name="T19" fmla="*/ 95 h 245"/>
                <a:gd name="T20" fmla="*/ 121 w 121"/>
                <a:gd name="T21" fmla="*/ 82 h 245"/>
                <a:gd name="T22" fmla="*/ 113 w 121"/>
                <a:gd name="T23" fmla="*/ 55 h 245"/>
                <a:gd name="T24" fmla="*/ 94 w 121"/>
                <a:gd name="T25" fmla="*/ 34 h 245"/>
                <a:gd name="T26" fmla="*/ 74 w 121"/>
                <a:gd name="T27" fmla="*/ 14 h 245"/>
                <a:gd name="T28" fmla="*/ 66 w 121"/>
                <a:gd name="T29" fmla="*/ 1 h 245"/>
                <a:gd name="T30" fmla="*/ 51 w 121"/>
                <a:gd name="T31" fmla="*/ 3 h 245"/>
                <a:gd name="T32" fmla="*/ 46 w 121"/>
                <a:gd name="T33" fmla="*/ 27 h 245"/>
                <a:gd name="T34" fmla="*/ 21 w 121"/>
                <a:gd name="T35" fmla="*/ 40 h 245"/>
                <a:gd name="T36" fmla="*/ 4 w 121"/>
                <a:gd name="T37" fmla="*/ 63 h 245"/>
                <a:gd name="T38" fmla="*/ 1 w 121"/>
                <a:gd name="T39" fmla="*/ 87 h 245"/>
                <a:gd name="T40" fmla="*/ 6 w 121"/>
                <a:gd name="T41" fmla="*/ 103 h 245"/>
                <a:gd name="T42" fmla="*/ 14 w 121"/>
                <a:gd name="T43" fmla="*/ 117 h 245"/>
                <a:gd name="T44" fmla="*/ 38 w 121"/>
                <a:gd name="T45" fmla="*/ 133 h 245"/>
                <a:gd name="T46" fmla="*/ 55 w 121"/>
                <a:gd name="T47" fmla="*/ 138 h 245"/>
                <a:gd name="T48" fmla="*/ 73 w 121"/>
                <a:gd name="T49" fmla="*/ 140 h 245"/>
                <a:gd name="T50" fmla="*/ 87 w 121"/>
                <a:gd name="T51" fmla="*/ 150 h 245"/>
                <a:gd name="T52" fmla="*/ 94 w 121"/>
                <a:gd name="T53" fmla="*/ 165 h 245"/>
                <a:gd name="T54" fmla="*/ 87 w 121"/>
                <a:gd name="T55" fmla="*/ 182 h 245"/>
                <a:gd name="T56" fmla="*/ 73 w 121"/>
                <a:gd name="T57" fmla="*/ 192 h 245"/>
                <a:gd name="T58" fmla="*/ 54 w 121"/>
                <a:gd name="T59" fmla="*/ 193 h 245"/>
                <a:gd name="T60" fmla="*/ 38 w 121"/>
                <a:gd name="T61" fmla="*/ 186 h 245"/>
                <a:gd name="T62" fmla="*/ 29 w 121"/>
                <a:gd name="T63" fmla="*/ 172 h 245"/>
                <a:gd name="T64" fmla="*/ 24 w 121"/>
                <a:gd name="T65" fmla="*/ 156 h 245"/>
                <a:gd name="T66" fmla="*/ 9 w 121"/>
                <a:gd name="T67" fmla="*/ 154 h 245"/>
                <a:gd name="T68" fmla="*/ 0 w 121"/>
                <a:gd name="T69" fmla="*/ 165 h 245"/>
                <a:gd name="T70" fmla="*/ 8 w 121"/>
                <a:gd name="T71" fmla="*/ 193 h 245"/>
                <a:gd name="T72" fmla="*/ 28 w 121"/>
                <a:gd name="T73" fmla="*/ 213 h 245"/>
                <a:gd name="T74" fmla="*/ 46 w 121"/>
                <a:gd name="T75" fmla="*/ 232 h 245"/>
                <a:gd name="T76" fmla="*/ 55 w 121"/>
                <a:gd name="T77" fmla="*/ 244 h 245"/>
                <a:gd name="T78" fmla="*/ 71 w 121"/>
                <a:gd name="T79" fmla="*/ 242 h 245"/>
                <a:gd name="T80" fmla="*/ 74 w 121"/>
                <a:gd name="T81" fmla="*/ 220 h 245"/>
                <a:gd name="T82" fmla="*/ 101 w 121"/>
                <a:gd name="T83" fmla="*/ 207 h 245"/>
                <a:gd name="T84" fmla="*/ 117 w 121"/>
                <a:gd name="T85" fmla="*/ 185 h 245"/>
                <a:gd name="T86" fmla="*/ 120 w 121"/>
                <a:gd name="T87" fmla="*/ 160 h 245"/>
                <a:gd name="T88" fmla="*/ 116 w 121"/>
                <a:gd name="T89" fmla="*/ 144 h 245"/>
                <a:gd name="T90" fmla="*/ 107 w 121"/>
                <a:gd name="T91" fmla="*/ 130 h 245"/>
                <a:gd name="T92" fmla="*/ 84 w 121"/>
                <a:gd name="T93" fmla="*/ 114 h 245"/>
                <a:gd name="T94" fmla="*/ 67 w 121"/>
                <a:gd name="T95" fmla="*/ 11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1" h="245">
                  <a:moveTo>
                    <a:pt x="60" y="110"/>
                  </a:moveTo>
                  <a:lnTo>
                    <a:pt x="54" y="110"/>
                  </a:lnTo>
                  <a:lnTo>
                    <a:pt x="48" y="107"/>
                  </a:lnTo>
                  <a:lnTo>
                    <a:pt x="43" y="105"/>
                  </a:lnTo>
                  <a:lnTo>
                    <a:pt x="38" y="102"/>
                  </a:lnTo>
                  <a:lnTo>
                    <a:pt x="33" y="98"/>
                  </a:lnTo>
                  <a:lnTo>
                    <a:pt x="31" y="92"/>
                  </a:lnTo>
                  <a:lnTo>
                    <a:pt x="29" y="87"/>
                  </a:lnTo>
                  <a:lnTo>
                    <a:pt x="28" y="82"/>
                  </a:lnTo>
                  <a:lnTo>
                    <a:pt x="29" y="76"/>
                  </a:lnTo>
                  <a:lnTo>
                    <a:pt x="31" y="71"/>
                  </a:lnTo>
                  <a:lnTo>
                    <a:pt x="33" y="66"/>
                  </a:lnTo>
                  <a:lnTo>
                    <a:pt x="38" y="62"/>
                  </a:lnTo>
                  <a:lnTo>
                    <a:pt x="43" y="58"/>
                  </a:lnTo>
                  <a:lnTo>
                    <a:pt x="48" y="56"/>
                  </a:lnTo>
                  <a:lnTo>
                    <a:pt x="54" y="54"/>
                  </a:lnTo>
                  <a:lnTo>
                    <a:pt x="60" y="54"/>
                  </a:lnTo>
                  <a:lnTo>
                    <a:pt x="68" y="54"/>
                  </a:lnTo>
                  <a:lnTo>
                    <a:pt x="73" y="56"/>
                  </a:lnTo>
                  <a:lnTo>
                    <a:pt x="79" y="58"/>
                  </a:lnTo>
                  <a:lnTo>
                    <a:pt x="84" y="62"/>
                  </a:lnTo>
                  <a:lnTo>
                    <a:pt x="87" y="66"/>
                  </a:lnTo>
                  <a:lnTo>
                    <a:pt x="90" y="71"/>
                  </a:lnTo>
                  <a:lnTo>
                    <a:pt x="92" y="76"/>
                  </a:lnTo>
                  <a:lnTo>
                    <a:pt x="94" y="82"/>
                  </a:lnTo>
                  <a:lnTo>
                    <a:pt x="95" y="87"/>
                  </a:lnTo>
                  <a:lnTo>
                    <a:pt x="97" y="91"/>
                  </a:lnTo>
                  <a:lnTo>
                    <a:pt x="102" y="95"/>
                  </a:lnTo>
                  <a:lnTo>
                    <a:pt x="107" y="96"/>
                  </a:lnTo>
                  <a:lnTo>
                    <a:pt x="113" y="95"/>
                  </a:lnTo>
                  <a:lnTo>
                    <a:pt x="117" y="91"/>
                  </a:lnTo>
                  <a:lnTo>
                    <a:pt x="120" y="87"/>
                  </a:lnTo>
                  <a:lnTo>
                    <a:pt x="121" y="82"/>
                  </a:lnTo>
                  <a:lnTo>
                    <a:pt x="120" y="72"/>
                  </a:lnTo>
                  <a:lnTo>
                    <a:pt x="117" y="63"/>
                  </a:lnTo>
                  <a:lnTo>
                    <a:pt x="113" y="55"/>
                  </a:lnTo>
                  <a:lnTo>
                    <a:pt x="107" y="47"/>
                  </a:lnTo>
                  <a:lnTo>
                    <a:pt x="101" y="40"/>
                  </a:lnTo>
                  <a:lnTo>
                    <a:pt x="94" y="34"/>
                  </a:lnTo>
                  <a:lnTo>
                    <a:pt x="84" y="30"/>
                  </a:lnTo>
                  <a:lnTo>
                    <a:pt x="74" y="27"/>
                  </a:lnTo>
                  <a:lnTo>
                    <a:pt x="74" y="14"/>
                  </a:lnTo>
                  <a:lnTo>
                    <a:pt x="73" y="9"/>
                  </a:lnTo>
                  <a:lnTo>
                    <a:pt x="71" y="3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51" y="3"/>
                  </a:lnTo>
                  <a:lnTo>
                    <a:pt x="47" y="9"/>
                  </a:lnTo>
                  <a:lnTo>
                    <a:pt x="46" y="14"/>
                  </a:lnTo>
                  <a:lnTo>
                    <a:pt x="46" y="27"/>
                  </a:lnTo>
                  <a:lnTo>
                    <a:pt x="38" y="30"/>
                  </a:lnTo>
                  <a:lnTo>
                    <a:pt x="28" y="34"/>
                  </a:lnTo>
                  <a:lnTo>
                    <a:pt x="21" y="40"/>
                  </a:lnTo>
                  <a:lnTo>
                    <a:pt x="14" y="47"/>
                  </a:lnTo>
                  <a:lnTo>
                    <a:pt x="8" y="55"/>
                  </a:lnTo>
                  <a:lnTo>
                    <a:pt x="4" y="63"/>
                  </a:lnTo>
                  <a:lnTo>
                    <a:pt x="1" y="72"/>
                  </a:lnTo>
                  <a:lnTo>
                    <a:pt x="0" y="82"/>
                  </a:lnTo>
                  <a:lnTo>
                    <a:pt x="1" y="87"/>
                  </a:lnTo>
                  <a:lnTo>
                    <a:pt x="1" y="93"/>
                  </a:lnTo>
                  <a:lnTo>
                    <a:pt x="3" y="99"/>
                  </a:lnTo>
                  <a:lnTo>
                    <a:pt x="6" y="103"/>
                  </a:lnTo>
                  <a:lnTo>
                    <a:pt x="8" y="109"/>
                  </a:lnTo>
                  <a:lnTo>
                    <a:pt x="11" y="113"/>
                  </a:lnTo>
                  <a:lnTo>
                    <a:pt x="14" y="117"/>
                  </a:lnTo>
                  <a:lnTo>
                    <a:pt x="18" y="121"/>
                  </a:lnTo>
                  <a:lnTo>
                    <a:pt x="27" y="128"/>
                  </a:lnTo>
                  <a:lnTo>
                    <a:pt x="38" y="133"/>
                  </a:lnTo>
                  <a:lnTo>
                    <a:pt x="43" y="135"/>
                  </a:lnTo>
                  <a:lnTo>
                    <a:pt x="48" y="136"/>
                  </a:lnTo>
                  <a:lnTo>
                    <a:pt x="55" y="138"/>
                  </a:lnTo>
                  <a:lnTo>
                    <a:pt x="60" y="138"/>
                  </a:lnTo>
                  <a:lnTo>
                    <a:pt x="68" y="139"/>
                  </a:lnTo>
                  <a:lnTo>
                    <a:pt x="73" y="140"/>
                  </a:lnTo>
                  <a:lnTo>
                    <a:pt x="79" y="143"/>
                  </a:lnTo>
                  <a:lnTo>
                    <a:pt x="84" y="146"/>
                  </a:lnTo>
                  <a:lnTo>
                    <a:pt x="87" y="150"/>
                  </a:lnTo>
                  <a:lnTo>
                    <a:pt x="90" y="155"/>
                  </a:lnTo>
                  <a:lnTo>
                    <a:pt x="92" y="160"/>
                  </a:lnTo>
                  <a:lnTo>
                    <a:pt x="94" y="165"/>
                  </a:lnTo>
                  <a:lnTo>
                    <a:pt x="92" y="172"/>
                  </a:lnTo>
                  <a:lnTo>
                    <a:pt x="90" y="177"/>
                  </a:lnTo>
                  <a:lnTo>
                    <a:pt x="87" y="182"/>
                  </a:lnTo>
                  <a:lnTo>
                    <a:pt x="84" y="186"/>
                  </a:lnTo>
                  <a:lnTo>
                    <a:pt x="79" y="189"/>
                  </a:lnTo>
                  <a:lnTo>
                    <a:pt x="73" y="192"/>
                  </a:lnTo>
                  <a:lnTo>
                    <a:pt x="68" y="193"/>
                  </a:lnTo>
                  <a:lnTo>
                    <a:pt x="60" y="194"/>
                  </a:lnTo>
                  <a:lnTo>
                    <a:pt x="54" y="193"/>
                  </a:lnTo>
                  <a:lnTo>
                    <a:pt x="48" y="192"/>
                  </a:lnTo>
                  <a:lnTo>
                    <a:pt x="43" y="189"/>
                  </a:lnTo>
                  <a:lnTo>
                    <a:pt x="38" y="186"/>
                  </a:lnTo>
                  <a:lnTo>
                    <a:pt x="33" y="182"/>
                  </a:lnTo>
                  <a:lnTo>
                    <a:pt x="31" y="177"/>
                  </a:lnTo>
                  <a:lnTo>
                    <a:pt x="29" y="172"/>
                  </a:lnTo>
                  <a:lnTo>
                    <a:pt x="28" y="165"/>
                  </a:lnTo>
                  <a:lnTo>
                    <a:pt x="27" y="160"/>
                  </a:lnTo>
                  <a:lnTo>
                    <a:pt x="24" y="156"/>
                  </a:lnTo>
                  <a:lnTo>
                    <a:pt x="19" y="154"/>
                  </a:lnTo>
                  <a:lnTo>
                    <a:pt x="14" y="153"/>
                  </a:lnTo>
                  <a:lnTo>
                    <a:pt x="9" y="154"/>
                  </a:lnTo>
                  <a:lnTo>
                    <a:pt x="4" y="156"/>
                  </a:lnTo>
                  <a:lnTo>
                    <a:pt x="1" y="160"/>
                  </a:lnTo>
                  <a:lnTo>
                    <a:pt x="0" y="165"/>
                  </a:lnTo>
                  <a:lnTo>
                    <a:pt x="1" y="175"/>
                  </a:lnTo>
                  <a:lnTo>
                    <a:pt x="4" y="185"/>
                  </a:lnTo>
                  <a:lnTo>
                    <a:pt x="8" y="193"/>
                  </a:lnTo>
                  <a:lnTo>
                    <a:pt x="14" y="201"/>
                  </a:lnTo>
                  <a:lnTo>
                    <a:pt x="21" y="207"/>
                  </a:lnTo>
                  <a:lnTo>
                    <a:pt x="28" y="213"/>
                  </a:lnTo>
                  <a:lnTo>
                    <a:pt x="38" y="217"/>
                  </a:lnTo>
                  <a:lnTo>
                    <a:pt x="46" y="220"/>
                  </a:lnTo>
                  <a:lnTo>
                    <a:pt x="46" y="232"/>
                  </a:lnTo>
                  <a:lnTo>
                    <a:pt x="47" y="237"/>
                  </a:lnTo>
                  <a:lnTo>
                    <a:pt x="51" y="242"/>
                  </a:lnTo>
                  <a:lnTo>
                    <a:pt x="55" y="244"/>
                  </a:lnTo>
                  <a:lnTo>
                    <a:pt x="60" y="245"/>
                  </a:lnTo>
                  <a:lnTo>
                    <a:pt x="66" y="244"/>
                  </a:lnTo>
                  <a:lnTo>
                    <a:pt x="71" y="242"/>
                  </a:lnTo>
                  <a:lnTo>
                    <a:pt x="73" y="237"/>
                  </a:lnTo>
                  <a:lnTo>
                    <a:pt x="74" y="232"/>
                  </a:lnTo>
                  <a:lnTo>
                    <a:pt x="74" y="220"/>
                  </a:lnTo>
                  <a:lnTo>
                    <a:pt x="84" y="217"/>
                  </a:lnTo>
                  <a:lnTo>
                    <a:pt x="94" y="213"/>
                  </a:lnTo>
                  <a:lnTo>
                    <a:pt x="101" y="207"/>
                  </a:lnTo>
                  <a:lnTo>
                    <a:pt x="107" y="201"/>
                  </a:lnTo>
                  <a:lnTo>
                    <a:pt x="113" y="193"/>
                  </a:lnTo>
                  <a:lnTo>
                    <a:pt x="117" y="185"/>
                  </a:lnTo>
                  <a:lnTo>
                    <a:pt x="120" y="175"/>
                  </a:lnTo>
                  <a:lnTo>
                    <a:pt x="121" y="165"/>
                  </a:lnTo>
                  <a:lnTo>
                    <a:pt x="120" y="160"/>
                  </a:lnTo>
                  <a:lnTo>
                    <a:pt x="119" y="155"/>
                  </a:lnTo>
                  <a:lnTo>
                    <a:pt x="118" y="149"/>
                  </a:lnTo>
                  <a:lnTo>
                    <a:pt x="116" y="144"/>
                  </a:lnTo>
                  <a:lnTo>
                    <a:pt x="114" y="140"/>
                  </a:lnTo>
                  <a:lnTo>
                    <a:pt x="111" y="134"/>
                  </a:lnTo>
                  <a:lnTo>
                    <a:pt x="107" y="130"/>
                  </a:lnTo>
                  <a:lnTo>
                    <a:pt x="103" y="127"/>
                  </a:lnTo>
                  <a:lnTo>
                    <a:pt x="95" y="119"/>
                  </a:lnTo>
                  <a:lnTo>
                    <a:pt x="84" y="114"/>
                  </a:lnTo>
                  <a:lnTo>
                    <a:pt x="79" y="113"/>
                  </a:lnTo>
                  <a:lnTo>
                    <a:pt x="73" y="111"/>
                  </a:lnTo>
                  <a:lnTo>
                    <a:pt x="67" y="111"/>
                  </a:lnTo>
                  <a:lnTo>
                    <a:pt x="60" y="1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3" name="Freeform 322">
              <a:extLst>
                <a:ext uri="{FF2B5EF4-FFF2-40B4-BE49-F238E27FC236}">
                  <a16:creationId xmlns:a16="http://schemas.microsoft.com/office/drawing/2014/main" id="{01701F11-BE53-48CC-8584-5C9F26D90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01" y="5732463"/>
              <a:ext cx="14288" cy="15875"/>
            </a:xfrm>
            <a:custGeom>
              <a:avLst/>
              <a:gdLst>
                <a:gd name="T0" fmla="*/ 24 w 28"/>
                <a:gd name="T1" fmla="*/ 5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4" name="Freeform 323">
              <a:extLst>
                <a:ext uri="{FF2B5EF4-FFF2-40B4-BE49-F238E27FC236}">
                  <a16:creationId xmlns:a16="http://schemas.microsoft.com/office/drawing/2014/main" id="{2C291A10-140E-4C7B-8B8C-36C33E0F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64" y="5732463"/>
              <a:ext cx="92075" cy="15875"/>
            </a:xfrm>
            <a:custGeom>
              <a:avLst/>
              <a:gdLst>
                <a:gd name="T0" fmla="*/ 159 w 173"/>
                <a:gd name="T1" fmla="*/ 0 h 28"/>
                <a:gd name="T2" fmla="*/ 14 w 173"/>
                <a:gd name="T3" fmla="*/ 0 h 28"/>
                <a:gd name="T4" fmla="*/ 9 w 173"/>
                <a:gd name="T5" fmla="*/ 1 h 28"/>
                <a:gd name="T6" fmla="*/ 5 w 173"/>
                <a:gd name="T7" fmla="*/ 5 h 28"/>
                <a:gd name="T8" fmla="*/ 1 w 173"/>
                <a:gd name="T9" fmla="*/ 9 h 28"/>
                <a:gd name="T10" fmla="*/ 0 w 173"/>
                <a:gd name="T11" fmla="*/ 14 h 28"/>
                <a:gd name="T12" fmla="*/ 1 w 173"/>
                <a:gd name="T13" fmla="*/ 20 h 28"/>
                <a:gd name="T14" fmla="*/ 5 w 173"/>
                <a:gd name="T15" fmla="*/ 24 h 28"/>
                <a:gd name="T16" fmla="*/ 9 w 173"/>
                <a:gd name="T17" fmla="*/ 27 h 28"/>
                <a:gd name="T18" fmla="*/ 14 w 173"/>
                <a:gd name="T19" fmla="*/ 28 h 28"/>
                <a:gd name="T20" fmla="*/ 159 w 173"/>
                <a:gd name="T21" fmla="*/ 28 h 28"/>
                <a:gd name="T22" fmla="*/ 165 w 173"/>
                <a:gd name="T23" fmla="*/ 27 h 28"/>
                <a:gd name="T24" fmla="*/ 169 w 173"/>
                <a:gd name="T25" fmla="*/ 24 h 28"/>
                <a:gd name="T26" fmla="*/ 172 w 173"/>
                <a:gd name="T27" fmla="*/ 20 h 28"/>
                <a:gd name="T28" fmla="*/ 173 w 173"/>
                <a:gd name="T29" fmla="*/ 14 h 28"/>
                <a:gd name="T30" fmla="*/ 172 w 173"/>
                <a:gd name="T31" fmla="*/ 9 h 28"/>
                <a:gd name="T32" fmla="*/ 169 w 173"/>
                <a:gd name="T33" fmla="*/ 5 h 28"/>
                <a:gd name="T34" fmla="*/ 165 w 173"/>
                <a:gd name="T35" fmla="*/ 1 h 28"/>
                <a:gd name="T36" fmla="*/ 159 w 173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3" h="28">
                  <a:moveTo>
                    <a:pt x="15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59" y="28"/>
                  </a:lnTo>
                  <a:lnTo>
                    <a:pt x="165" y="27"/>
                  </a:lnTo>
                  <a:lnTo>
                    <a:pt x="169" y="24"/>
                  </a:lnTo>
                  <a:lnTo>
                    <a:pt x="172" y="20"/>
                  </a:lnTo>
                  <a:lnTo>
                    <a:pt x="173" y="14"/>
                  </a:lnTo>
                  <a:lnTo>
                    <a:pt x="172" y="9"/>
                  </a:lnTo>
                  <a:lnTo>
                    <a:pt x="169" y="5"/>
                  </a:lnTo>
                  <a:lnTo>
                    <a:pt x="165" y="1"/>
                  </a:lnTo>
                  <a:lnTo>
                    <a:pt x="15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5" name="Freeform 324">
              <a:extLst>
                <a:ext uri="{FF2B5EF4-FFF2-40B4-BE49-F238E27FC236}">
                  <a16:creationId xmlns:a16="http://schemas.microsoft.com/office/drawing/2014/main" id="{D6DA4368-98F4-45AE-9FB0-22D8013F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64" y="5689601"/>
              <a:ext cx="123825" cy="14288"/>
            </a:xfrm>
            <a:custGeom>
              <a:avLst/>
              <a:gdLst>
                <a:gd name="T0" fmla="*/ 219 w 233"/>
                <a:gd name="T1" fmla="*/ 0 h 28"/>
                <a:gd name="T2" fmla="*/ 14 w 233"/>
                <a:gd name="T3" fmla="*/ 0 h 28"/>
                <a:gd name="T4" fmla="*/ 9 w 233"/>
                <a:gd name="T5" fmla="*/ 1 h 28"/>
                <a:gd name="T6" fmla="*/ 5 w 233"/>
                <a:gd name="T7" fmla="*/ 4 h 28"/>
                <a:gd name="T8" fmla="*/ 1 w 233"/>
                <a:gd name="T9" fmla="*/ 8 h 28"/>
                <a:gd name="T10" fmla="*/ 0 w 233"/>
                <a:gd name="T11" fmla="*/ 14 h 28"/>
                <a:gd name="T12" fmla="*/ 1 w 233"/>
                <a:gd name="T13" fmla="*/ 19 h 28"/>
                <a:gd name="T14" fmla="*/ 5 w 233"/>
                <a:gd name="T15" fmla="*/ 23 h 28"/>
                <a:gd name="T16" fmla="*/ 9 w 233"/>
                <a:gd name="T17" fmla="*/ 27 h 28"/>
                <a:gd name="T18" fmla="*/ 14 w 233"/>
                <a:gd name="T19" fmla="*/ 28 h 28"/>
                <a:gd name="T20" fmla="*/ 219 w 233"/>
                <a:gd name="T21" fmla="*/ 28 h 28"/>
                <a:gd name="T22" fmla="*/ 225 w 233"/>
                <a:gd name="T23" fmla="*/ 27 h 28"/>
                <a:gd name="T24" fmla="*/ 229 w 233"/>
                <a:gd name="T25" fmla="*/ 23 h 28"/>
                <a:gd name="T26" fmla="*/ 232 w 233"/>
                <a:gd name="T27" fmla="*/ 19 h 28"/>
                <a:gd name="T28" fmla="*/ 233 w 233"/>
                <a:gd name="T29" fmla="*/ 14 h 28"/>
                <a:gd name="T30" fmla="*/ 232 w 233"/>
                <a:gd name="T31" fmla="*/ 8 h 28"/>
                <a:gd name="T32" fmla="*/ 229 w 233"/>
                <a:gd name="T33" fmla="*/ 4 h 28"/>
                <a:gd name="T34" fmla="*/ 225 w 233"/>
                <a:gd name="T35" fmla="*/ 1 h 28"/>
                <a:gd name="T36" fmla="*/ 219 w 233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3" h="28">
                  <a:moveTo>
                    <a:pt x="21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9" y="28"/>
                  </a:lnTo>
                  <a:lnTo>
                    <a:pt x="225" y="27"/>
                  </a:lnTo>
                  <a:lnTo>
                    <a:pt x="229" y="23"/>
                  </a:lnTo>
                  <a:lnTo>
                    <a:pt x="232" y="19"/>
                  </a:lnTo>
                  <a:lnTo>
                    <a:pt x="233" y="14"/>
                  </a:lnTo>
                  <a:lnTo>
                    <a:pt x="232" y="8"/>
                  </a:lnTo>
                  <a:lnTo>
                    <a:pt x="229" y="4"/>
                  </a:lnTo>
                  <a:lnTo>
                    <a:pt x="225" y="1"/>
                  </a:lnTo>
                  <a:lnTo>
                    <a:pt x="21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6" name="Freeform 325">
              <a:extLst>
                <a:ext uri="{FF2B5EF4-FFF2-40B4-BE49-F238E27FC236}">
                  <a16:creationId xmlns:a16="http://schemas.microsoft.com/office/drawing/2014/main" id="{1459C655-6C08-466B-BDBB-A3E2188F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64" y="5645151"/>
              <a:ext cx="123825" cy="14288"/>
            </a:xfrm>
            <a:custGeom>
              <a:avLst/>
              <a:gdLst>
                <a:gd name="T0" fmla="*/ 219 w 233"/>
                <a:gd name="T1" fmla="*/ 0 h 28"/>
                <a:gd name="T2" fmla="*/ 14 w 233"/>
                <a:gd name="T3" fmla="*/ 0 h 28"/>
                <a:gd name="T4" fmla="*/ 9 w 233"/>
                <a:gd name="T5" fmla="*/ 1 h 28"/>
                <a:gd name="T6" fmla="*/ 5 w 233"/>
                <a:gd name="T7" fmla="*/ 3 h 28"/>
                <a:gd name="T8" fmla="*/ 1 w 233"/>
                <a:gd name="T9" fmla="*/ 9 h 28"/>
                <a:gd name="T10" fmla="*/ 0 w 233"/>
                <a:gd name="T11" fmla="*/ 14 h 28"/>
                <a:gd name="T12" fmla="*/ 1 w 233"/>
                <a:gd name="T13" fmla="*/ 19 h 28"/>
                <a:gd name="T14" fmla="*/ 5 w 233"/>
                <a:gd name="T15" fmla="*/ 24 h 28"/>
                <a:gd name="T16" fmla="*/ 9 w 233"/>
                <a:gd name="T17" fmla="*/ 27 h 28"/>
                <a:gd name="T18" fmla="*/ 14 w 233"/>
                <a:gd name="T19" fmla="*/ 28 h 28"/>
                <a:gd name="T20" fmla="*/ 219 w 233"/>
                <a:gd name="T21" fmla="*/ 28 h 28"/>
                <a:gd name="T22" fmla="*/ 225 w 233"/>
                <a:gd name="T23" fmla="*/ 27 h 28"/>
                <a:gd name="T24" fmla="*/ 229 w 233"/>
                <a:gd name="T25" fmla="*/ 24 h 28"/>
                <a:gd name="T26" fmla="*/ 232 w 233"/>
                <a:gd name="T27" fmla="*/ 19 h 28"/>
                <a:gd name="T28" fmla="*/ 233 w 233"/>
                <a:gd name="T29" fmla="*/ 14 h 28"/>
                <a:gd name="T30" fmla="*/ 232 w 233"/>
                <a:gd name="T31" fmla="*/ 9 h 28"/>
                <a:gd name="T32" fmla="*/ 229 w 233"/>
                <a:gd name="T33" fmla="*/ 3 h 28"/>
                <a:gd name="T34" fmla="*/ 225 w 233"/>
                <a:gd name="T35" fmla="*/ 1 h 28"/>
                <a:gd name="T36" fmla="*/ 219 w 233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3" h="28">
                  <a:moveTo>
                    <a:pt x="21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9" y="28"/>
                  </a:lnTo>
                  <a:lnTo>
                    <a:pt x="225" y="27"/>
                  </a:lnTo>
                  <a:lnTo>
                    <a:pt x="229" y="24"/>
                  </a:lnTo>
                  <a:lnTo>
                    <a:pt x="232" y="19"/>
                  </a:lnTo>
                  <a:lnTo>
                    <a:pt x="233" y="14"/>
                  </a:lnTo>
                  <a:lnTo>
                    <a:pt x="232" y="9"/>
                  </a:lnTo>
                  <a:lnTo>
                    <a:pt x="229" y="3"/>
                  </a:lnTo>
                  <a:lnTo>
                    <a:pt x="225" y="1"/>
                  </a:lnTo>
                  <a:lnTo>
                    <a:pt x="21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7" name="Freeform 326">
              <a:extLst>
                <a:ext uri="{FF2B5EF4-FFF2-40B4-BE49-F238E27FC236}">
                  <a16:creationId xmlns:a16="http://schemas.microsoft.com/office/drawing/2014/main" id="{7D69A597-8D22-44AC-95AE-760743EC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9" y="561975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98" name="Freeform 327">
            <a:extLst>
              <a:ext uri="{FF2B5EF4-FFF2-40B4-BE49-F238E27FC236}">
                <a16:creationId xmlns:a16="http://schemas.microsoft.com/office/drawing/2014/main" id="{F4F9913D-82C0-49FB-921A-49DC502F133B}"/>
              </a:ext>
            </a:extLst>
          </p:cNvPr>
          <p:cNvSpPr>
            <a:spLocks/>
          </p:cNvSpPr>
          <p:nvPr/>
        </p:nvSpPr>
        <p:spPr bwMode="auto">
          <a:xfrm>
            <a:off x="7491414" y="4826001"/>
            <a:ext cx="15875" cy="15875"/>
          </a:xfrm>
          <a:custGeom>
            <a:avLst/>
            <a:gdLst>
              <a:gd name="T0" fmla="*/ 24 w 28"/>
              <a:gd name="T1" fmla="*/ 4 h 28"/>
              <a:gd name="T2" fmla="*/ 20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20 w 28"/>
              <a:gd name="T23" fmla="*/ 27 h 28"/>
              <a:gd name="T24" fmla="*/ 24 w 28"/>
              <a:gd name="T25" fmla="*/ 24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20" y="27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99" name="Freeform 328">
            <a:extLst>
              <a:ext uri="{FF2B5EF4-FFF2-40B4-BE49-F238E27FC236}">
                <a16:creationId xmlns:a16="http://schemas.microsoft.com/office/drawing/2014/main" id="{797E1E07-8E23-4516-8FB3-6D5D55630A9C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4791076"/>
            <a:ext cx="376238" cy="290513"/>
          </a:xfrm>
          <a:custGeom>
            <a:avLst/>
            <a:gdLst>
              <a:gd name="T0" fmla="*/ 548 w 711"/>
              <a:gd name="T1" fmla="*/ 9 h 550"/>
              <a:gd name="T2" fmla="*/ 14 w 711"/>
              <a:gd name="T3" fmla="*/ 0 h 550"/>
              <a:gd name="T4" fmla="*/ 0 w 711"/>
              <a:gd name="T5" fmla="*/ 14 h 550"/>
              <a:gd name="T6" fmla="*/ 7 w 711"/>
              <a:gd name="T7" fmla="*/ 442 h 550"/>
              <a:gd name="T8" fmla="*/ 36 w 711"/>
              <a:gd name="T9" fmla="*/ 494 h 550"/>
              <a:gd name="T10" fmla="*/ 81 w 711"/>
              <a:gd name="T11" fmla="*/ 532 h 550"/>
              <a:gd name="T12" fmla="*/ 139 w 711"/>
              <a:gd name="T13" fmla="*/ 550 h 550"/>
              <a:gd name="T14" fmla="*/ 425 w 711"/>
              <a:gd name="T15" fmla="*/ 548 h 550"/>
              <a:gd name="T16" fmla="*/ 478 w 711"/>
              <a:gd name="T17" fmla="*/ 528 h 550"/>
              <a:gd name="T18" fmla="*/ 518 w 711"/>
              <a:gd name="T19" fmla="*/ 490 h 550"/>
              <a:gd name="T20" fmla="*/ 544 w 711"/>
              <a:gd name="T21" fmla="*/ 440 h 550"/>
              <a:gd name="T22" fmla="*/ 625 w 711"/>
              <a:gd name="T23" fmla="*/ 411 h 550"/>
              <a:gd name="T24" fmla="*/ 661 w 711"/>
              <a:gd name="T25" fmla="*/ 400 h 550"/>
              <a:gd name="T26" fmla="*/ 689 w 711"/>
              <a:gd name="T27" fmla="*/ 376 h 550"/>
              <a:gd name="T28" fmla="*/ 706 w 711"/>
              <a:gd name="T29" fmla="*/ 344 h 550"/>
              <a:gd name="T30" fmla="*/ 711 w 711"/>
              <a:gd name="T31" fmla="*/ 175 h 550"/>
              <a:gd name="T32" fmla="*/ 703 w 711"/>
              <a:gd name="T33" fmla="*/ 138 h 550"/>
              <a:gd name="T34" fmla="*/ 682 w 711"/>
              <a:gd name="T35" fmla="*/ 108 h 550"/>
              <a:gd name="T36" fmla="*/ 652 w 711"/>
              <a:gd name="T37" fmla="*/ 86 h 550"/>
              <a:gd name="T38" fmla="*/ 615 w 711"/>
              <a:gd name="T39" fmla="*/ 79 h 550"/>
              <a:gd name="T40" fmla="*/ 516 w 711"/>
              <a:gd name="T41" fmla="*/ 434 h 550"/>
              <a:gd name="T42" fmla="*/ 494 w 711"/>
              <a:gd name="T43" fmla="*/ 477 h 550"/>
              <a:gd name="T44" fmla="*/ 456 w 711"/>
              <a:gd name="T45" fmla="*/ 507 h 550"/>
              <a:gd name="T46" fmla="*/ 409 w 711"/>
              <a:gd name="T47" fmla="*/ 522 h 550"/>
              <a:gd name="T48" fmla="*/ 129 w 711"/>
              <a:gd name="T49" fmla="*/ 520 h 550"/>
              <a:gd name="T50" fmla="*/ 84 w 711"/>
              <a:gd name="T51" fmla="*/ 501 h 550"/>
              <a:gd name="T52" fmla="*/ 49 w 711"/>
              <a:gd name="T53" fmla="*/ 467 h 550"/>
              <a:gd name="T54" fmla="*/ 30 w 711"/>
              <a:gd name="T55" fmla="*/ 421 h 550"/>
              <a:gd name="T56" fmla="*/ 206 w 711"/>
              <a:gd name="T57" fmla="*/ 95 h 550"/>
              <a:gd name="T58" fmla="*/ 220 w 711"/>
              <a:gd name="T59" fmla="*/ 81 h 550"/>
              <a:gd name="T60" fmla="*/ 206 w 711"/>
              <a:gd name="T61" fmla="*/ 67 h 550"/>
              <a:gd name="T62" fmla="*/ 402 w 711"/>
              <a:gd name="T63" fmla="*/ 237 h 550"/>
              <a:gd name="T64" fmla="*/ 342 w 711"/>
              <a:gd name="T65" fmla="*/ 245 h 550"/>
              <a:gd name="T66" fmla="*/ 346 w 711"/>
              <a:gd name="T67" fmla="*/ 397 h 550"/>
              <a:gd name="T68" fmla="*/ 483 w 711"/>
              <a:gd name="T69" fmla="*/ 400 h 550"/>
              <a:gd name="T70" fmla="*/ 492 w 711"/>
              <a:gd name="T71" fmla="*/ 251 h 550"/>
              <a:gd name="T72" fmla="*/ 478 w 711"/>
              <a:gd name="T73" fmla="*/ 237 h 550"/>
              <a:gd name="T74" fmla="*/ 523 w 711"/>
              <a:gd name="T75" fmla="*/ 397 h 550"/>
              <a:gd name="T76" fmla="*/ 369 w 711"/>
              <a:gd name="T77" fmla="*/ 265 h 550"/>
              <a:gd name="T78" fmla="*/ 616 w 711"/>
              <a:gd name="T79" fmla="*/ 163 h 550"/>
              <a:gd name="T80" fmla="*/ 626 w 711"/>
              <a:gd name="T81" fmla="*/ 169 h 550"/>
              <a:gd name="T82" fmla="*/ 628 w 711"/>
              <a:gd name="T83" fmla="*/ 313 h 550"/>
              <a:gd name="T84" fmla="*/ 623 w 711"/>
              <a:gd name="T85" fmla="*/ 324 h 550"/>
              <a:gd name="T86" fmla="*/ 613 w 711"/>
              <a:gd name="T87" fmla="*/ 328 h 550"/>
              <a:gd name="T88" fmla="*/ 682 w 711"/>
              <a:gd name="T89" fmla="*/ 321 h 550"/>
              <a:gd name="T90" fmla="*/ 675 w 711"/>
              <a:gd name="T91" fmla="*/ 347 h 550"/>
              <a:gd name="T92" fmla="*/ 658 w 711"/>
              <a:gd name="T93" fmla="*/ 368 h 550"/>
              <a:gd name="T94" fmla="*/ 635 w 711"/>
              <a:gd name="T95" fmla="*/ 380 h 550"/>
              <a:gd name="T96" fmla="*/ 549 w 711"/>
              <a:gd name="T97" fmla="*/ 384 h 550"/>
              <a:gd name="T98" fmla="*/ 629 w 711"/>
              <a:gd name="T99" fmla="*/ 353 h 550"/>
              <a:gd name="T100" fmla="*/ 652 w 711"/>
              <a:gd name="T101" fmla="*/ 329 h 550"/>
              <a:gd name="T102" fmla="*/ 655 w 711"/>
              <a:gd name="T103" fmla="*/ 169 h 550"/>
              <a:gd name="T104" fmla="*/ 636 w 711"/>
              <a:gd name="T105" fmla="*/ 142 h 550"/>
              <a:gd name="T106" fmla="*/ 549 w 711"/>
              <a:gd name="T107" fmla="*/ 135 h 550"/>
              <a:gd name="T108" fmla="*/ 629 w 711"/>
              <a:gd name="T109" fmla="*/ 108 h 550"/>
              <a:gd name="T110" fmla="*/ 654 w 711"/>
              <a:gd name="T111" fmla="*/ 119 h 550"/>
              <a:gd name="T112" fmla="*/ 672 w 711"/>
              <a:gd name="T113" fmla="*/ 137 h 550"/>
              <a:gd name="T114" fmla="*/ 681 w 711"/>
              <a:gd name="T115" fmla="*/ 161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11" h="550">
                <a:moveTo>
                  <a:pt x="615" y="79"/>
                </a:moveTo>
                <a:lnTo>
                  <a:pt x="549" y="79"/>
                </a:lnTo>
                <a:lnTo>
                  <a:pt x="549" y="14"/>
                </a:lnTo>
                <a:lnTo>
                  <a:pt x="548" y="9"/>
                </a:lnTo>
                <a:lnTo>
                  <a:pt x="546" y="5"/>
                </a:lnTo>
                <a:lnTo>
                  <a:pt x="541" y="1"/>
                </a:lnTo>
                <a:lnTo>
                  <a:pt x="536" y="0"/>
                </a:lnTo>
                <a:lnTo>
                  <a:pt x="14" y="0"/>
                </a:lnTo>
                <a:lnTo>
                  <a:pt x="9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397"/>
                </a:lnTo>
                <a:lnTo>
                  <a:pt x="1" y="412"/>
                </a:lnTo>
                <a:lnTo>
                  <a:pt x="3" y="428"/>
                </a:lnTo>
                <a:lnTo>
                  <a:pt x="7" y="442"/>
                </a:lnTo>
                <a:lnTo>
                  <a:pt x="12" y="457"/>
                </a:lnTo>
                <a:lnTo>
                  <a:pt x="18" y="470"/>
                </a:lnTo>
                <a:lnTo>
                  <a:pt x="27" y="482"/>
                </a:lnTo>
                <a:lnTo>
                  <a:pt x="36" y="494"/>
                </a:lnTo>
                <a:lnTo>
                  <a:pt x="45" y="505"/>
                </a:lnTo>
                <a:lnTo>
                  <a:pt x="56" y="516"/>
                </a:lnTo>
                <a:lnTo>
                  <a:pt x="68" y="524"/>
                </a:lnTo>
                <a:lnTo>
                  <a:pt x="81" y="532"/>
                </a:lnTo>
                <a:lnTo>
                  <a:pt x="95" y="538"/>
                </a:lnTo>
                <a:lnTo>
                  <a:pt x="109" y="544"/>
                </a:lnTo>
                <a:lnTo>
                  <a:pt x="124" y="547"/>
                </a:lnTo>
                <a:lnTo>
                  <a:pt x="139" y="550"/>
                </a:lnTo>
                <a:lnTo>
                  <a:pt x="155" y="550"/>
                </a:lnTo>
                <a:lnTo>
                  <a:pt x="396" y="550"/>
                </a:lnTo>
                <a:lnTo>
                  <a:pt x="411" y="550"/>
                </a:lnTo>
                <a:lnTo>
                  <a:pt x="425" y="548"/>
                </a:lnTo>
                <a:lnTo>
                  <a:pt x="439" y="545"/>
                </a:lnTo>
                <a:lnTo>
                  <a:pt x="453" y="539"/>
                </a:lnTo>
                <a:lnTo>
                  <a:pt x="466" y="534"/>
                </a:lnTo>
                <a:lnTo>
                  <a:pt x="478" y="528"/>
                </a:lnTo>
                <a:lnTo>
                  <a:pt x="489" y="519"/>
                </a:lnTo>
                <a:lnTo>
                  <a:pt x="500" y="510"/>
                </a:lnTo>
                <a:lnTo>
                  <a:pt x="510" y="501"/>
                </a:lnTo>
                <a:lnTo>
                  <a:pt x="518" y="490"/>
                </a:lnTo>
                <a:lnTo>
                  <a:pt x="527" y="478"/>
                </a:lnTo>
                <a:lnTo>
                  <a:pt x="533" y="466"/>
                </a:lnTo>
                <a:lnTo>
                  <a:pt x="539" y="453"/>
                </a:lnTo>
                <a:lnTo>
                  <a:pt x="544" y="440"/>
                </a:lnTo>
                <a:lnTo>
                  <a:pt x="547" y="426"/>
                </a:lnTo>
                <a:lnTo>
                  <a:pt x="549" y="411"/>
                </a:lnTo>
                <a:lnTo>
                  <a:pt x="615" y="411"/>
                </a:lnTo>
                <a:lnTo>
                  <a:pt x="625" y="411"/>
                </a:lnTo>
                <a:lnTo>
                  <a:pt x="634" y="409"/>
                </a:lnTo>
                <a:lnTo>
                  <a:pt x="644" y="406"/>
                </a:lnTo>
                <a:lnTo>
                  <a:pt x="652" y="403"/>
                </a:lnTo>
                <a:lnTo>
                  <a:pt x="661" y="400"/>
                </a:lnTo>
                <a:lnTo>
                  <a:pt x="669" y="394"/>
                </a:lnTo>
                <a:lnTo>
                  <a:pt x="676" y="389"/>
                </a:lnTo>
                <a:lnTo>
                  <a:pt x="682" y="383"/>
                </a:lnTo>
                <a:lnTo>
                  <a:pt x="689" y="376"/>
                </a:lnTo>
                <a:lnTo>
                  <a:pt x="694" y="369"/>
                </a:lnTo>
                <a:lnTo>
                  <a:pt x="700" y="361"/>
                </a:lnTo>
                <a:lnTo>
                  <a:pt x="703" y="353"/>
                </a:lnTo>
                <a:lnTo>
                  <a:pt x="706" y="344"/>
                </a:lnTo>
                <a:lnTo>
                  <a:pt x="709" y="334"/>
                </a:lnTo>
                <a:lnTo>
                  <a:pt x="710" y="325"/>
                </a:lnTo>
                <a:lnTo>
                  <a:pt x="711" y="315"/>
                </a:lnTo>
                <a:lnTo>
                  <a:pt x="711" y="175"/>
                </a:lnTo>
                <a:lnTo>
                  <a:pt x="710" y="166"/>
                </a:lnTo>
                <a:lnTo>
                  <a:pt x="709" y="156"/>
                </a:lnTo>
                <a:lnTo>
                  <a:pt x="706" y="146"/>
                </a:lnTo>
                <a:lnTo>
                  <a:pt x="703" y="138"/>
                </a:lnTo>
                <a:lnTo>
                  <a:pt x="700" y="129"/>
                </a:lnTo>
                <a:lnTo>
                  <a:pt x="694" y="122"/>
                </a:lnTo>
                <a:lnTo>
                  <a:pt x="689" y="114"/>
                </a:lnTo>
                <a:lnTo>
                  <a:pt x="682" y="108"/>
                </a:lnTo>
                <a:lnTo>
                  <a:pt x="676" y="101"/>
                </a:lnTo>
                <a:lnTo>
                  <a:pt x="669" y="96"/>
                </a:lnTo>
                <a:lnTo>
                  <a:pt x="661" y="91"/>
                </a:lnTo>
                <a:lnTo>
                  <a:pt x="652" y="86"/>
                </a:lnTo>
                <a:lnTo>
                  <a:pt x="644" y="83"/>
                </a:lnTo>
                <a:lnTo>
                  <a:pt x="634" y="81"/>
                </a:lnTo>
                <a:lnTo>
                  <a:pt x="625" y="80"/>
                </a:lnTo>
                <a:lnTo>
                  <a:pt x="615" y="79"/>
                </a:lnTo>
                <a:close/>
                <a:moveTo>
                  <a:pt x="523" y="397"/>
                </a:moveTo>
                <a:lnTo>
                  <a:pt x="522" y="409"/>
                </a:lnTo>
                <a:lnTo>
                  <a:pt x="519" y="421"/>
                </a:lnTo>
                <a:lnTo>
                  <a:pt x="516" y="434"/>
                </a:lnTo>
                <a:lnTo>
                  <a:pt x="512" y="446"/>
                </a:lnTo>
                <a:lnTo>
                  <a:pt x="507" y="457"/>
                </a:lnTo>
                <a:lnTo>
                  <a:pt x="500" y="467"/>
                </a:lnTo>
                <a:lnTo>
                  <a:pt x="494" y="477"/>
                </a:lnTo>
                <a:lnTo>
                  <a:pt x="485" y="486"/>
                </a:lnTo>
                <a:lnTo>
                  <a:pt x="477" y="494"/>
                </a:lnTo>
                <a:lnTo>
                  <a:pt x="467" y="501"/>
                </a:lnTo>
                <a:lnTo>
                  <a:pt x="456" y="507"/>
                </a:lnTo>
                <a:lnTo>
                  <a:pt x="445" y="513"/>
                </a:lnTo>
                <a:lnTo>
                  <a:pt x="434" y="517"/>
                </a:lnTo>
                <a:lnTo>
                  <a:pt x="421" y="520"/>
                </a:lnTo>
                <a:lnTo>
                  <a:pt x="409" y="522"/>
                </a:lnTo>
                <a:lnTo>
                  <a:pt x="396" y="523"/>
                </a:lnTo>
                <a:lnTo>
                  <a:pt x="155" y="523"/>
                </a:lnTo>
                <a:lnTo>
                  <a:pt x="142" y="522"/>
                </a:lnTo>
                <a:lnTo>
                  <a:pt x="129" y="520"/>
                </a:lnTo>
                <a:lnTo>
                  <a:pt x="117" y="517"/>
                </a:lnTo>
                <a:lnTo>
                  <a:pt x="105" y="513"/>
                </a:lnTo>
                <a:lnTo>
                  <a:pt x="95" y="507"/>
                </a:lnTo>
                <a:lnTo>
                  <a:pt x="84" y="501"/>
                </a:lnTo>
                <a:lnTo>
                  <a:pt x="74" y="494"/>
                </a:lnTo>
                <a:lnTo>
                  <a:pt x="65" y="486"/>
                </a:lnTo>
                <a:lnTo>
                  <a:pt x="57" y="477"/>
                </a:lnTo>
                <a:lnTo>
                  <a:pt x="49" y="467"/>
                </a:lnTo>
                <a:lnTo>
                  <a:pt x="43" y="457"/>
                </a:lnTo>
                <a:lnTo>
                  <a:pt x="38" y="446"/>
                </a:lnTo>
                <a:lnTo>
                  <a:pt x="33" y="434"/>
                </a:lnTo>
                <a:lnTo>
                  <a:pt x="30" y="421"/>
                </a:lnTo>
                <a:lnTo>
                  <a:pt x="28" y="409"/>
                </a:lnTo>
                <a:lnTo>
                  <a:pt x="28" y="397"/>
                </a:lnTo>
                <a:lnTo>
                  <a:pt x="28" y="95"/>
                </a:lnTo>
                <a:lnTo>
                  <a:pt x="206" y="95"/>
                </a:lnTo>
                <a:lnTo>
                  <a:pt x="212" y="94"/>
                </a:lnTo>
                <a:lnTo>
                  <a:pt x="217" y="91"/>
                </a:lnTo>
                <a:lnTo>
                  <a:pt x="219" y="86"/>
                </a:lnTo>
                <a:lnTo>
                  <a:pt x="220" y="81"/>
                </a:lnTo>
                <a:lnTo>
                  <a:pt x="219" y="76"/>
                </a:lnTo>
                <a:lnTo>
                  <a:pt x="217" y="71"/>
                </a:lnTo>
                <a:lnTo>
                  <a:pt x="212" y="68"/>
                </a:lnTo>
                <a:lnTo>
                  <a:pt x="206" y="67"/>
                </a:lnTo>
                <a:lnTo>
                  <a:pt x="28" y="67"/>
                </a:lnTo>
                <a:lnTo>
                  <a:pt x="28" y="28"/>
                </a:lnTo>
                <a:lnTo>
                  <a:pt x="402" y="28"/>
                </a:lnTo>
                <a:lnTo>
                  <a:pt x="402" y="237"/>
                </a:lnTo>
                <a:lnTo>
                  <a:pt x="355" y="237"/>
                </a:lnTo>
                <a:lnTo>
                  <a:pt x="350" y="238"/>
                </a:lnTo>
                <a:lnTo>
                  <a:pt x="346" y="241"/>
                </a:lnTo>
                <a:lnTo>
                  <a:pt x="342" y="245"/>
                </a:lnTo>
                <a:lnTo>
                  <a:pt x="341" y="251"/>
                </a:lnTo>
                <a:lnTo>
                  <a:pt x="341" y="387"/>
                </a:lnTo>
                <a:lnTo>
                  <a:pt x="342" y="392"/>
                </a:lnTo>
                <a:lnTo>
                  <a:pt x="346" y="397"/>
                </a:lnTo>
                <a:lnTo>
                  <a:pt x="350" y="400"/>
                </a:lnTo>
                <a:lnTo>
                  <a:pt x="355" y="401"/>
                </a:lnTo>
                <a:lnTo>
                  <a:pt x="478" y="401"/>
                </a:lnTo>
                <a:lnTo>
                  <a:pt x="483" y="400"/>
                </a:lnTo>
                <a:lnTo>
                  <a:pt x="487" y="397"/>
                </a:lnTo>
                <a:lnTo>
                  <a:pt x="490" y="392"/>
                </a:lnTo>
                <a:lnTo>
                  <a:pt x="492" y="387"/>
                </a:lnTo>
                <a:lnTo>
                  <a:pt x="492" y="251"/>
                </a:lnTo>
                <a:lnTo>
                  <a:pt x="490" y="245"/>
                </a:lnTo>
                <a:lnTo>
                  <a:pt x="487" y="241"/>
                </a:lnTo>
                <a:lnTo>
                  <a:pt x="483" y="238"/>
                </a:lnTo>
                <a:lnTo>
                  <a:pt x="478" y="237"/>
                </a:lnTo>
                <a:lnTo>
                  <a:pt x="430" y="237"/>
                </a:lnTo>
                <a:lnTo>
                  <a:pt x="430" y="28"/>
                </a:lnTo>
                <a:lnTo>
                  <a:pt x="523" y="28"/>
                </a:lnTo>
                <a:lnTo>
                  <a:pt x="523" y="397"/>
                </a:lnTo>
                <a:close/>
                <a:moveTo>
                  <a:pt x="464" y="265"/>
                </a:moveTo>
                <a:lnTo>
                  <a:pt x="464" y="373"/>
                </a:lnTo>
                <a:lnTo>
                  <a:pt x="369" y="373"/>
                </a:lnTo>
                <a:lnTo>
                  <a:pt x="369" y="265"/>
                </a:lnTo>
                <a:lnTo>
                  <a:pt x="464" y="265"/>
                </a:lnTo>
                <a:close/>
                <a:moveTo>
                  <a:pt x="549" y="163"/>
                </a:moveTo>
                <a:lnTo>
                  <a:pt x="613" y="163"/>
                </a:lnTo>
                <a:lnTo>
                  <a:pt x="616" y="163"/>
                </a:lnTo>
                <a:lnTo>
                  <a:pt x="618" y="164"/>
                </a:lnTo>
                <a:lnTo>
                  <a:pt x="621" y="165"/>
                </a:lnTo>
                <a:lnTo>
                  <a:pt x="623" y="167"/>
                </a:lnTo>
                <a:lnTo>
                  <a:pt x="626" y="169"/>
                </a:lnTo>
                <a:lnTo>
                  <a:pt x="627" y="171"/>
                </a:lnTo>
                <a:lnTo>
                  <a:pt x="628" y="174"/>
                </a:lnTo>
                <a:lnTo>
                  <a:pt x="628" y="178"/>
                </a:lnTo>
                <a:lnTo>
                  <a:pt x="628" y="313"/>
                </a:lnTo>
                <a:lnTo>
                  <a:pt x="628" y="316"/>
                </a:lnTo>
                <a:lnTo>
                  <a:pt x="627" y="318"/>
                </a:lnTo>
                <a:lnTo>
                  <a:pt x="626" y="321"/>
                </a:lnTo>
                <a:lnTo>
                  <a:pt x="623" y="324"/>
                </a:lnTo>
                <a:lnTo>
                  <a:pt x="621" y="325"/>
                </a:lnTo>
                <a:lnTo>
                  <a:pt x="618" y="327"/>
                </a:lnTo>
                <a:lnTo>
                  <a:pt x="616" y="328"/>
                </a:lnTo>
                <a:lnTo>
                  <a:pt x="613" y="328"/>
                </a:lnTo>
                <a:lnTo>
                  <a:pt x="549" y="328"/>
                </a:lnTo>
                <a:lnTo>
                  <a:pt x="549" y="163"/>
                </a:lnTo>
                <a:close/>
                <a:moveTo>
                  <a:pt x="684" y="315"/>
                </a:moveTo>
                <a:lnTo>
                  <a:pt x="682" y="321"/>
                </a:lnTo>
                <a:lnTo>
                  <a:pt x="681" y="329"/>
                </a:lnTo>
                <a:lnTo>
                  <a:pt x="680" y="335"/>
                </a:lnTo>
                <a:lnTo>
                  <a:pt x="678" y="342"/>
                </a:lnTo>
                <a:lnTo>
                  <a:pt x="675" y="347"/>
                </a:lnTo>
                <a:lnTo>
                  <a:pt x="672" y="354"/>
                </a:lnTo>
                <a:lnTo>
                  <a:pt x="667" y="358"/>
                </a:lnTo>
                <a:lnTo>
                  <a:pt x="663" y="363"/>
                </a:lnTo>
                <a:lnTo>
                  <a:pt x="658" y="368"/>
                </a:lnTo>
                <a:lnTo>
                  <a:pt x="654" y="372"/>
                </a:lnTo>
                <a:lnTo>
                  <a:pt x="647" y="375"/>
                </a:lnTo>
                <a:lnTo>
                  <a:pt x="642" y="378"/>
                </a:lnTo>
                <a:lnTo>
                  <a:pt x="635" y="380"/>
                </a:lnTo>
                <a:lnTo>
                  <a:pt x="629" y="382"/>
                </a:lnTo>
                <a:lnTo>
                  <a:pt x="621" y="383"/>
                </a:lnTo>
                <a:lnTo>
                  <a:pt x="615" y="384"/>
                </a:lnTo>
                <a:lnTo>
                  <a:pt x="549" y="384"/>
                </a:lnTo>
                <a:lnTo>
                  <a:pt x="549" y="356"/>
                </a:lnTo>
                <a:lnTo>
                  <a:pt x="613" y="356"/>
                </a:lnTo>
                <a:lnTo>
                  <a:pt x="621" y="355"/>
                </a:lnTo>
                <a:lnTo>
                  <a:pt x="629" y="353"/>
                </a:lnTo>
                <a:lnTo>
                  <a:pt x="636" y="348"/>
                </a:lnTo>
                <a:lnTo>
                  <a:pt x="643" y="343"/>
                </a:lnTo>
                <a:lnTo>
                  <a:pt x="648" y="336"/>
                </a:lnTo>
                <a:lnTo>
                  <a:pt x="652" y="329"/>
                </a:lnTo>
                <a:lnTo>
                  <a:pt x="655" y="321"/>
                </a:lnTo>
                <a:lnTo>
                  <a:pt x="656" y="313"/>
                </a:lnTo>
                <a:lnTo>
                  <a:pt x="656" y="178"/>
                </a:lnTo>
                <a:lnTo>
                  <a:pt x="655" y="169"/>
                </a:lnTo>
                <a:lnTo>
                  <a:pt x="652" y="160"/>
                </a:lnTo>
                <a:lnTo>
                  <a:pt x="648" y="154"/>
                </a:lnTo>
                <a:lnTo>
                  <a:pt x="643" y="148"/>
                </a:lnTo>
                <a:lnTo>
                  <a:pt x="636" y="142"/>
                </a:lnTo>
                <a:lnTo>
                  <a:pt x="629" y="138"/>
                </a:lnTo>
                <a:lnTo>
                  <a:pt x="621" y="136"/>
                </a:lnTo>
                <a:lnTo>
                  <a:pt x="613" y="135"/>
                </a:lnTo>
                <a:lnTo>
                  <a:pt x="549" y="135"/>
                </a:lnTo>
                <a:lnTo>
                  <a:pt x="549" y="107"/>
                </a:lnTo>
                <a:lnTo>
                  <a:pt x="615" y="107"/>
                </a:lnTo>
                <a:lnTo>
                  <a:pt x="621" y="107"/>
                </a:lnTo>
                <a:lnTo>
                  <a:pt x="629" y="108"/>
                </a:lnTo>
                <a:lnTo>
                  <a:pt x="635" y="110"/>
                </a:lnTo>
                <a:lnTo>
                  <a:pt x="642" y="112"/>
                </a:lnTo>
                <a:lnTo>
                  <a:pt x="647" y="115"/>
                </a:lnTo>
                <a:lnTo>
                  <a:pt x="654" y="119"/>
                </a:lnTo>
                <a:lnTo>
                  <a:pt x="658" y="123"/>
                </a:lnTo>
                <a:lnTo>
                  <a:pt x="663" y="127"/>
                </a:lnTo>
                <a:lnTo>
                  <a:pt x="667" y="131"/>
                </a:lnTo>
                <a:lnTo>
                  <a:pt x="672" y="137"/>
                </a:lnTo>
                <a:lnTo>
                  <a:pt x="675" y="143"/>
                </a:lnTo>
                <a:lnTo>
                  <a:pt x="678" y="149"/>
                </a:lnTo>
                <a:lnTo>
                  <a:pt x="680" y="155"/>
                </a:lnTo>
                <a:lnTo>
                  <a:pt x="681" y="161"/>
                </a:lnTo>
                <a:lnTo>
                  <a:pt x="682" y="168"/>
                </a:lnTo>
                <a:lnTo>
                  <a:pt x="684" y="175"/>
                </a:lnTo>
                <a:lnTo>
                  <a:pt x="684" y="3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0" name="Freeform 329">
            <a:extLst>
              <a:ext uri="{FF2B5EF4-FFF2-40B4-BE49-F238E27FC236}">
                <a16:creationId xmlns:a16="http://schemas.microsoft.com/office/drawing/2014/main" id="{F00F53FF-D58E-4EBB-9149-742DEDDA9AA9}"/>
              </a:ext>
            </a:extLst>
          </p:cNvPr>
          <p:cNvSpPr>
            <a:spLocks/>
          </p:cNvSpPr>
          <p:nvPr/>
        </p:nvSpPr>
        <p:spPr bwMode="auto">
          <a:xfrm>
            <a:off x="7543801" y="4705351"/>
            <a:ext cx="15875" cy="42863"/>
          </a:xfrm>
          <a:custGeom>
            <a:avLst/>
            <a:gdLst>
              <a:gd name="T0" fmla="*/ 14 w 28"/>
              <a:gd name="T1" fmla="*/ 0 h 79"/>
              <a:gd name="T2" fmla="*/ 8 w 28"/>
              <a:gd name="T3" fmla="*/ 1 h 79"/>
              <a:gd name="T4" fmla="*/ 4 w 28"/>
              <a:gd name="T5" fmla="*/ 5 h 79"/>
              <a:gd name="T6" fmla="*/ 1 w 28"/>
              <a:gd name="T7" fmla="*/ 9 h 79"/>
              <a:gd name="T8" fmla="*/ 0 w 28"/>
              <a:gd name="T9" fmla="*/ 14 h 79"/>
              <a:gd name="T10" fmla="*/ 0 w 28"/>
              <a:gd name="T11" fmla="*/ 65 h 79"/>
              <a:gd name="T12" fmla="*/ 1 w 28"/>
              <a:gd name="T13" fmla="*/ 70 h 79"/>
              <a:gd name="T14" fmla="*/ 4 w 28"/>
              <a:gd name="T15" fmla="*/ 74 h 79"/>
              <a:gd name="T16" fmla="*/ 8 w 28"/>
              <a:gd name="T17" fmla="*/ 78 h 79"/>
              <a:gd name="T18" fmla="*/ 14 w 28"/>
              <a:gd name="T19" fmla="*/ 79 h 79"/>
              <a:gd name="T20" fmla="*/ 19 w 28"/>
              <a:gd name="T21" fmla="*/ 78 h 79"/>
              <a:gd name="T22" fmla="*/ 24 w 28"/>
              <a:gd name="T23" fmla="*/ 74 h 79"/>
              <a:gd name="T24" fmla="*/ 27 w 28"/>
              <a:gd name="T25" fmla="*/ 70 h 79"/>
              <a:gd name="T26" fmla="*/ 28 w 28"/>
              <a:gd name="T27" fmla="*/ 65 h 79"/>
              <a:gd name="T28" fmla="*/ 28 w 28"/>
              <a:gd name="T29" fmla="*/ 14 h 79"/>
              <a:gd name="T30" fmla="*/ 27 w 28"/>
              <a:gd name="T31" fmla="*/ 9 h 79"/>
              <a:gd name="T32" fmla="*/ 24 w 28"/>
              <a:gd name="T33" fmla="*/ 5 h 79"/>
              <a:gd name="T34" fmla="*/ 19 w 28"/>
              <a:gd name="T35" fmla="*/ 1 h 79"/>
              <a:gd name="T36" fmla="*/ 14 w 28"/>
              <a:gd name="T37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79">
                <a:moveTo>
                  <a:pt x="14" y="0"/>
                </a:move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65"/>
                </a:lnTo>
                <a:lnTo>
                  <a:pt x="1" y="70"/>
                </a:lnTo>
                <a:lnTo>
                  <a:pt x="4" y="74"/>
                </a:lnTo>
                <a:lnTo>
                  <a:pt x="8" y="78"/>
                </a:lnTo>
                <a:lnTo>
                  <a:pt x="14" y="79"/>
                </a:lnTo>
                <a:lnTo>
                  <a:pt x="19" y="78"/>
                </a:lnTo>
                <a:lnTo>
                  <a:pt x="24" y="74"/>
                </a:lnTo>
                <a:lnTo>
                  <a:pt x="27" y="70"/>
                </a:lnTo>
                <a:lnTo>
                  <a:pt x="28" y="65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1" name="Freeform 330">
            <a:extLst>
              <a:ext uri="{FF2B5EF4-FFF2-40B4-BE49-F238E27FC236}">
                <a16:creationId xmlns:a16="http://schemas.microsoft.com/office/drawing/2014/main" id="{AB982B7B-211E-4D0E-8045-DDD283716007}"/>
              </a:ext>
            </a:extLst>
          </p:cNvPr>
          <p:cNvSpPr>
            <a:spLocks/>
          </p:cNvSpPr>
          <p:nvPr/>
        </p:nvSpPr>
        <p:spPr bwMode="auto">
          <a:xfrm>
            <a:off x="7543801" y="4759326"/>
            <a:ext cx="15875" cy="14288"/>
          </a:xfrm>
          <a:custGeom>
            <a:avLst/>
            <a:gdLst>
              <a:gd name="T0" fmla="*/ 24 w 28"/>
              <a:gd name="T1" fmla="*/ 3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3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3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3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2" name="Freeform 331">
            <a:extLst>
              <a:ext uri="{FF2B5EF4-FFF2-40B4-BE49-F238E27FC236}">
                <a16:creationId xmlns:a16="http://schemas.microsoft.com/office/drawing/2014/main" id="{DC9A934D-2FAD-4D55-899C-FC1D65C6315E}"/>
              </a:ext>
            </a:extLst>
          </p:cNvPr>
          <p:cNvSpPr>
            <a:spLocks/>
          </p:cNvSpPr>
          <p:nvPr/>
        </p:nvSpPr>
        <p:spPr bwMode="auto">
          <a:xfrm>
            <a:off x="7497764" y="4705351"/>
            <a:ext cx="14288" cy="76200"/>
          </a:xfrm>
          <a:custGeom>
            <a:avLst/>
            <a:gdLst>
              <a:gd name="T0" fmla="*/ 14 w 28"/>
              <a:gd name="T1" fmla="*/ 0 h 142"/>
              <a:gd name="T2" fmla="*/ 8 w 28"/>
              <a:gd name="T3" fmla="*/ 1 h 142"/>
              <a:gd name="T4" fmla="*/ 4 w 28"/>
              <a:gd name="T5" fmla="*/ 5 h 142"/>
              <a:gd name="T6" fmla="*/ 1 w 28"/>
              <a:gd name="T7" fmla="*/ 9 h 142"/>
              <a:gd name="T8" fmla="*/ 0 w 28"/>
              <a:gd name="T9" fmla="*/ 14 h 142"/>
              <a:gd name="T10" fmla="*/ 0 w 28"/>
              <a:gd name="T11" fmla="*/ 128 h 142"/>
              <a:gd name="T12" fmla="*/ 1 w 28"/>
              <a:gd name="T13" fmla="*/ 134 h 142"/>
              <a:gd name="T14" fmla="*/ 4 w 28"/>
              <a:gd name="T15" fmla="*/ 138 h 142"/>
              <a:gd name="T16" fmla="*/ 8 w 28"/>
              <a:gd name="T17" fmla="*/ 141 h 142"/>
              <a:gd name="T18" fmla="*/ 14 w 28"/>
              <a:gd name="T19" fmla="*/ 142 h 142"/>
              <a:gd name="T20" fmla="*/ 19 w 28"/>
              <a:gd name="T21" fmla="*/ 141 h 142"/>
              <a:gd name="T22" fmla="*/ 23 w 28"/>
              <a:gd name="T23" fmla="*/ 138 h 142"/>
              <a:gd name="T24" fmla="*/ 27 w 28"/>
              <a:gd name="T25" fmla="*/ 134 h 142"/>
              <a:gd name="T26" fmla="*/ 28 w 28"/>
              <a:gd name="T27" fmla="*/ 128 h 142"/>
              <a:gd name="T28" fmla="*/ 28 w 28"/>
              <a:gd name="T29" fmla="*/ 14 h 142"/>
              <a:gd name="T30" fmla="*/ 27 w 28"/>
              <a:gd name="T31" fmla="*/ 9 h 142"/>
              <a:gd name="T32" fmla="*/ 23 w 28"/>
              <a:gd name="T33" fmla="*/ 5 h 142"/>
              <a:gd name="T34" fmla="*/ 19 w 28"/>
              <a:gd name="T35" fmla="*/ 1 h 142"/>
              <a:gd name="T36" fmla="*/ 14 w 28"/>
              <a:gd name="T37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42">
                <a:moveTo>
                  <a:pt x="14" y="0"/>
                </a:move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128"/>
                </a:lnTo>
                <a:lnTo>
                  <a:pt x="1" y="134"/>
                </a:lnTo>
                <a:lnTo>
                  <a:pt x="4" y="138"/>
                </a:lnTo>
                <a:lnTo>
                  <a:pt x="8" y="141"/>
                </a:lnTo>
                <a:lnTo>
                  <a:pt x="14" y="142"/>
                </a:lnTo>
                <a:lnTo>
                  <a:pt x="19" y="141"/>
                </a:lnTo>
                <a:lnTo>
                  <a:pt x="23" y="138"/>
                </a:lnTo>
                <a:lnTo>
                  <a:pt x="27" y="134"/>
                </a:lnTo>
                <a:lnTo>
                  <a:pt x="28" y="128"/>
                </a:lnTo>
                <a:lnTo>
                  <a:pt x="28" y="14"/>
                </a:lnTo>
                <a:lnTo>
                  <a:pt x="27" y="9"/>
                </a:lnTo>
                <a:lnTo>
                  <a:pt x="23" y="5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3" name="Freeform 332">
            <a:extLst>
              <a:ext uri="{FF2B5EF4-FFF2-40B4-BE49-F238E27FC236}">
                <a16:creationId xmlns:a16="http://schemas.microsoft.com/office/drawing/2014/main" id="{510DAF4E-E67E-4C47-B5DA-B2C5958CDE7F}"/>
              </a:ext>
            </a:extLst>
          </p:cNvPr>
          <p:cNvSpPr>
            <a:spLocks/>
          </p:cNvSpPr>
          <p:nvPr/>
        </p:nvSpPr>
        <p:spPr bwMode="auto">
          <a:xfrm>
            <a:off x="7450139" y="4705351"/>
            <a:ext cx="14288" cy="55563"/>
          </a:xfrm>
          <a:custGeom>
            <a:avLst/>
            <a:gdLst>
              <a:gd name="T0" fmla="*/ 14 w 28"/>
              <a:gd name="T1" fmla="*/ 0 h 103"/>
              <a:gd name="T2" fmla="*/ 8 w 28"/>
              <a:gd name="T3" fmla="*/ 1 h 103"/>
              <a:gd name="T4" fmla="*/ 4 w 28"/>
              <a:gd name="T5" fmla="*/ 5 h 103"/>
              <a:gd name="T6" fmla="*/ 1 w 28"/>
              <a:gd name="T7" fmla="*/ 9 h 103"/>
              <a:gd name="T8" fmla="*/ 0 w 28"/>
              <a:gd name="T9" fmla="*/ 14 h 103"/>
              <a:gd name="T10" fmla="*/ 0 w 28"/>
              <a:gd name="T11" fmla="*/ 89 h 103"/>
              <a:gd name="T12" fmla="*/ 1 w 28"/>
              <a:gd name="T13" fmla="*/ 95 h 103"/>
              <a:gd name="T14" fmla="*/ 4 w 28"/>
              <a:gd name="T15" fmla="*/ 99 h 103"/>
              <a:gd name="T16" fmla="*/ 8 w 28"/>
              <a:gd name="T17" fmla="*/ 102 h 103"/>
              <a:gd name="T18" fmla="*/ 14 w 28"/>
              <a:gd name="T19" fmla="*/ 103 h 103"/>
              <a:gd name="T20" fmla="*/ 19 w 28"/>
              <a:gd name="T21" fmla="*/ 102 h 103"/>
              <a:gd name="T22" fmla="*/ 24 w 28"/>
              <a:gd name="T23" fmla="*/ 99 h 103"/>
              <a:gd name="T24" fmla="*/ 27 w 28"/>
              <a:gd name="T25" fmla="*/ 95 h 103"/>
              <a:gd name="T26" fmla="*/ 28 w 28"/>
              <a:gd name="T27" fmla="*/ 89 h 103"/>
              <a:gd name="T28" fmla="*/ 28 w 28"/>
              <a:gd name="T29" fmla="*/ 14 h 103"/>
              <a:gd name="T30" fmla="*/ 27 w 28"/>
              <a:gd name="T31" fmla="*/ 9 h 103"/>
              <a:gd name="T32" fmla="*/ 24 w 28"/>
              <a:gd name="T33" fmla="*/ 5 h 103"/>
              <a:gd name="T34" fmla="*/ 19 w 28"/>
              <a:gd name="T35" fmla="*/ 1 h 103"/>
              <a:gd name="T36" fmla="*/ 14 w 28"/>
              <a:gd name="T37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03">
                <a:moveTo>
                  <a:pt x="14" y="0"/>
                </a:move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89"/>
                </a:lnTo>
                <a:lnTo>
                  <a:pt x="1" y="95"/>
                </a:lnTo>
                <a:lnTo>
                  <a:pt x="4" y="99"/>
                </a:lnTo>
                <a:lnTo>
                  <a:pt x="8" y="102"/>
                </a:lnTo>
                <a:lnTo>
                  <a:pt x="14" y="103"/>
                </a:lnTo>
                <a:lnTo>
                  <a:pt x="19" y="102"/>
                </a:lnTo>
                <a:lnTo>
                  <a:pt x="24" y="99"/>
                </a:lnTo>
                <a:lnTo>
                  <a:pt x="27" y="95"/>
                </a:lnTo>
                <a:lnTo>
                  <a:pt x="28" y="89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4" name="Freeform 333">
            <a:extLst>
              <a:ext uri="{FF2B5EF4-FFF2-40B4-BE49-F238E27FC236}">
                <a16:creationId xmlns:a16="http://schemas.microsoft.com/office/drawing/2014/main" id="{759DA7FA-FD85-48A1-BB49-CE3DE0568EE9}"/>
              </a:ext>
            </a:extLst>
          </p:cNvPr>
          <p:cNvSpPr>
            <a:spLocks/>
          </p:cNvSpPr>
          <p:nvPr/>
        </p:nvSpPr>
        <p:spPr bwMode="auto">
          <a:xfrm>
            <a:off x="7442201" y="4056063"/>
            <a:ext cx="211138" cy="211138"/>
          </a:xfrm>
          <a:custGeom>
            <a:avLst/>
            <a:gdLst>
              <a:gd name="T0" fmla="*/ 160 w 399"/>
              <a:gd name="T1" fmla="*/ 4 h 401"/>
              <a:gd name="T2" fmla="*/ 105 w 399"/>
              <a:gd name="T3" fmla="*/ 25 h 401"/>
              <a:gd name="T4" fmla="*/ 59 w 399"/>
              <a:gd name="T5" fmla="*/ 59 h 401"/>
              <a:gd name="T6" fmla="*/ 24 w 399"/>
              <a:gd name="T7" fmla="*/ 105 h 401"/>
              <a:gd name="T8" fmla="*/ 4 w 399"/>
              <a:gd name="T9" fmla="*/ 160 h 401"/>
              <a:gd name="T10" fmla="*/ 0 w 399"/>
              <a:gd name="T11" fmla="*/ 211 h 401"/>
              <a:gd name="T12" fmla="*/ 4 w 399"/>
              <a:gd name="T13" fmla="*/ 242 h 401"/>
              <a:gd name="T14" fmla="*/ 15 w 399"/>
              <a:gd name="T15" fmla="*/ 252 h 401"/>
              <a:gd name="T16" fmla="*/ 29 w 399"/>
              <a:gd name="T17" fmla="*/ 246 h 401"/>
              <a:gd name="T18" fmla="*/ 30 w 399"/>
              <a:gd name="T19" fmla="*/ 227 h 401"/>
              <a:gd name="T20" fmla="*/ 28 w 399"/>
              <a:gd name="T21" fmla="*/ 201 h 401"/>
              <a:gd name="T22" fmla="*/ 35 w 399"/>
              <a:gd name="T23" fmla="*/ 149 h 401"/>
              <a:gd name="T24" fmla="*/ 57 w 399"/>
              <a:gd name="T25" fmla="*/ 104 h 401"/>
              <a:gd name="T26" fmla="*/ 90 w 399"/>
              <a:gd name="T27" fmla="*/ 68 h 401"/>
              <a:gd name="T28" fmla="*/ 133 w 399"/>
              <a:gd name="T29" fmla="*/ 42 h 401"/>
              <a:gd name="T30" fmla="*/ 182 w 399"/>
              <a:gd name="T31" fmla="*/ 29 h 401"/>
              <a:gd name="T32" fmla="*/ 235 w 399"/>
              <a:gd name="T33" fmla="*/ 31 h 401"/>
              <a:gd name="T34" fmla="*/ 282 w 399"/>
              <a:gd name="T35" fmla="*/ 50 h 401"/>
              <a:gd name="T36" fmla="*/ 322 w 399"/>
              <a:gd name="T37" fmla="*/ 79 h 401"/>
              <a:gd name="T38" fmla="*/ 351 w 399"/>
              <a:gd name="T39" fmla="*/ 118 h 401"/>
              <a:gd name="T40" fmla="*/ 368 w 399"/>
              <a:gd name="T41" fmla="*/ 165 h 401"/>
              <a:gd name="T42" fmla="*/ 371 w 399"/>
              <a:gd name="T43" fmla="*/ 218 h 401"/>
              <a:gd name="T44" fmla="*/ 358 w 399"/>
              <a:gd name="T45" fmla="*/ 267 h 401"/>
              <a:gd name="T46" fmla="*/ 332 w 399"/>
              <a:gd name="T47" fmla="*/ 310 h 401"/>
              <a:gd name="T48" fmla="*/ 296 w 399"/>
              <a:gd name="T49" fmla="*/ 344 h 401"/>
              <a:gd name="T50" fmla="*/ 251 w 399"/>
              <a:gd name="T51" fmla="*/ 365 h 401"/>
              <a:gd name="T52" fmla="*/ 199 w 399"/>
              <a:gd name="T53" fmla="*/ 373 h 401"/>
              <a:gd name="T54" fmla="*/ 143 w 399"/>
              <a:gd name="T55" fmla="*/ 363 h 401"/>
              <a:gd name="T56" fmla="*/ 94 w 399"/>
              <a:gd name="T57" fmla="*/ 337 h 401"/>
              <a:gd name="T58" fmla="*/ 63 w 399"/>
              <a:gd name="T59" fmla="*/ 307 h 401"/>
              <a:gd name="T60" fmla="*/ 48 w 399"/>
              <a:gd name="T61" fmla="*/ 308 h 401"/>
              <a:gd name="T62" fmla="*/ 43 w 399"/>
              <a:gd name="T63" fmla="*/ 323 h 401"/>
              <a:gd name="T64" fmla="*/ 61 w 399"/>
              <a:gd name="T65" fmla="*/ 345 h 401"/>
              <a:gd name="T66" fmla="*/ 87 w 399"/>
              <a:gd name="T67" fmla="*/ 365 h 401"/>
              <a:gd name="T68" fmla="*/ 115 w 399"/>
              <a:gd name="T69" fmla="*/ 381 h 401"/>
              <a:gd name="T70" fmla="*/ 146 w 399"/>
              <a:gd name="T71" fmla="*/ 393 h 401"/>
              <a:gd name="T72" fmla="*/ 178 w 399"/>
              <a:gd name="T73" fmla="*/ 400 h 401"/>
              <a:gd name="T74" fmla="*/ 220 w 399"/>
              <a:gd name="T75" fmla="*/ 400 h 401"/>
              <a:gd name="T76" fmla="*/ 278 w 399"/>
              <a:gd name="T77" fmla="*/ 384 h 401"/>
              <a:gd name="T78" fmla="*/ 327 w 399"/>
              <a:gd name="T79" fmla="*/ 354 h 401"/>
              <a:gd name="T80" fmla="*/ 366 w 399"/>
              <a:gd name="T81" fmla="*/ 313 h 401"/>
              <a:gd name="T82" fmla="*/ 390 w 399"/>
              <a:gd name="T83" fmla="*/ 260 h 401"/>
              <a:gd name="T84" fmla="*/ 399 w 399"/>
              <a:gd name="T85" fmla="*/ 201 h 401"/>
              <a:gd name="T86" fmla="*/ 390 w 399"/>
              <a:gd name="T87" fmla="*/ 141 h 401"/>
              <a:gd name="T88" fmla="*/ 366 w 399"/>
              <a:gd name="T89" fmla="*/ 89 h 401"/>
              <a:gd name="T90" fmla="*/ 327 w 399"/>
              <a:gd name="T91" fmla="*/ 46 h 401"/>
              <a:gd name="T92" fmla="*/ 278 w 399"/>
              <a:gd name="T93" fmla="*/ 16 h 401"/>
              <a:gd name="T94" fmla="*/ 220 w 399"/>
              <a:gd name="T95" fmla="*/ 1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99" h="401">
                <a:moveTo>
                  <a:pt x="199" y="0"/>
                </a:moveTo>
                <a:lnTo>
                  <a:pt x="179" y="1"/>
                </a:lnTo>
                <a:lnTo>
                  <a:pt x="160" y="4"/>
                </a:lnTo>
                <a:lnTo>
                  <a:pt x="140" y="10"/>
                </a:lnTo>
                <a:lnTo>
                  <a:pt x="122" y="16"/>
                </a:lnTo>
                <a:lnTo>
                  <a:pt x="105" y="25"/>
                </a:lnTo>
                <a:lnTo>
                  <a:pt x="88" y="35"/>
                </a:lnTo>
                <a:lnTo>
                  <a:pt x="73" y="46"/>
                </a:lnTo>
                <a:lnTo>
                  <a:pt x="59" y="59"/>
                </a:lnTo>
                <a:lnTo>
                  <a:pt x="46" y="73"/>
                </a:lnTo>
                <a:lnTo>
                  <a:pt x="34" y="89"/>
                </a:lnTo>
                <a:lnTo>
                  <a:pt x="24" y="105"/>
                </a:lnTo>
                <a:lnTo>
                  <a:pt x="16" y="123"/>
                </a:lnTo>
                <a:lnTo>
                  <a:pt x="8" y="141"/>
                </a:lnTo>
                <a:lnTo>
                  <a:pt x="4" y="160"/>
                </a:lnTo>
                <a:lnTo>
                  <a:pt x="1" y="181"/>
                </a:lnTo>
                <a:lnTo>
                  <a:pt x="0" y="201"/>
                </a:lnTo>
                <a:lnTo>
                  <a:pt x="0" y="211"/>
                </a:lnTo>
                <a:lnTo>
                  <a:pt x="1" y="221"/>
                </a:lnTo>
                <a:lnTo>
                  <a:pt x="2" y="231"/>
                </a:lnTo>
                <a:lnTo>
                  <a:pt x="4" y="242"/>
                </a:lnTo>
                <a:lnTo>
                  <a:pt x="6" y="246"/>
                </a:lnTo>
                <a:lnTo>
                  <a:pt x="9" y="250"/>
                </a:lnTo>
                <a:lnTo>
                  <a:pt x="15" y="252"/>
                </a:lnTo>
                <a:lnTo>
                  <a:pt x="20" y="252"/>
                </a:lnTo>
                <a:lnTo>
                  <a:pt x="25" y="250"/>
                </a:lnTo>
                <a:lnTo>
                  <a:pt x="29" y="246"/>
                </a:lnTo>
                <a:lnTo>
                  <a:pt x="31" y="241"/>
                </a:lnTo>
                <a:lnTo>
                  <a:pt x="31" y="235"/>
                </a:lnTo>
                <a:lnTo>
                  <a:pt x="30" y="227"/>
                </a:lnTo>
                <a:lnTo>
                  <a:pt x="29" y="218"/>
                </a:lnTo>
                <a:lnTo>
                  <a:pt x="28" y="209"/>
                </a:lnTo>
                <a:lnTo>
                  <a:pt x="28" y="201"/>
                </a:lnTo>
                <a:lnTo>
                  <a:pt x="29" y="183"/>
                </a:lnTo>
                <a:lnTo>
                  <a:pt x="31" y="165"/>
                </a:lnTo>
                <a:lnTo>
                  <a:pt x="35" y="149"/>
                </a:lnTo>
                <a:lnTo>
                  <a:pt x="40" y="133"/>
                </a:lnTo>
                <a:lnTo>
                  <a:pt x="48" y="118"/>
                </a:lnTo>
                <a:lnTo>
                  <a:pt x="57" y="104"/>
                </a:lnTo>
                <a:lnTo>
                  <a:pt x="67" y="91"/>
                </a:lnTo>
                <a:lnTo>
                  <a:pt x="78" y="79"/>
                </a:lnTo>
                <a:lnTo>
                  <a:pt x="90" y="68"/>
                </a:lnTo>
                <a:lnTo>
                  <a:pt x="104" y="58"/>
                </a:lnTo>
                <a:lnTo>
                  <a:pt x="118" y="50"/>
                </a:lnTo>
                <a:lnTo>
                  <a:pt x="133" y="42"/>
                </a:lnTo>
                <a:lnTo>
                  <a:pt x="149" y="36"/>
                </a:lnTo>
                <a:lnTo>
                  <a:pt x="165" y="31"/>
                </a:lnTo>
                <a:lnTo>
                  <a:pt x="182" y="29"/>
                </a:lnTo>
                <a:lnTo>
                  <a:pt x="199" y="28"/>
                </a:lnTo>
                <a:lnTo>
                  <a:pt x="218" y="29"/>
                </a:lnTo>
                <a:lnTo>
                  <a:pt x="235" y="31"/>
                </a:lnTo>
                <a:lnTo>
                  <a:pt x="251" y="36"/>
                </a:lnTo>
                <a:lnTo>
                  <a:pt x="267" y="42"/>
                </a:lnTo>
                <a:lnTo>
                  <a:pt x="282" y="50"/>
                </a:lnTo>
                <a:lnTo>
                  <a:pt x="296" y="58"/>
                </a:lnTo>
                <a:lnTo>
                  <a:pt x="309" y="68"/>
                </a:lnTo>
                <a:lnTo>
                  <a:pt x="322" y="79"/>
                </a:lnTo>
                <a:lnTo>
                  <a:pt x="332" y="91"/>
                </a:lnTo>
                <a:lnTo>
                  <a:pt x="342" y="104"/>
                </a:lnTo>
                <a:lnTo>
                  <a:pt x="351" y="118"/>
                </a:lnTo>
                <a:lnTo>
                  <a:pt x="358" y="133"/>
                </a:lnTo>
                <a:lnTo>
                  <a:pt x="363" y="149"/>
                </a:lnTo>
                <a:lnTo>
                  <a:pt x="368" y="165"/>
                </a:lnTo>
                <a:lnTo>
                  <a:pt x="371" y="183"/>
                </a:lnTo>
                <a:lnTo>
                  <a:pt x="372" y="201"/>
                </a:lnTo>
                <a:lnTo>
                  <a:pt x="371" y="218"/>
                </a:lnTo>
                <a:lnTo>
                  <a:pt x="368" y="235"/>
                </a:lnTo>
                <a:lnTo>
                  <a:pt x="363" y="251"/>
                </a:lnTo>
                <a:lnTo>
                  <a:pt x="358" y="267"/>
                </a:lnTo>
                <a:lnTo>
                  <a:pt x="351" y="282"/>
                </a:lnTo>
                <a:lnTo>
                  <a:pt x="342" y="296"/>
                </a:lnTo>
                <a:lnTo>
                  <a:pt x="332" y="310"/>
                </a:lnTo>
                <a:lnTo>
                  <a:pt x="322" y="322"/>
                </a:lnTo>
                <a:lnTo>
                  <a:pt x="309" y="333"/>
                </a:lnTo>
                <a:lnTo>
                  <a:pt x="296" y="344"/>
                </a:lnTo>
                <a:lnTo>
                  <a:pt x="282" y="352"/>
                </a:lnTo>
                <a:lnTo>
                  <a:pt x="267" y="359"/>
                </a:lnTo>
                <a:lnTo>
                  <a:pt x="251" y="365"/>
                </a:lnTo>
                <a:lnTo>
                  <a:pt x="235" y="369"/>
                </a:lnTo>
                <a:lnTo>
                  <a:pt x="218" y="372"/>
                </a:lnTo>
                <a:lnTo>
                  <a:pt x="199" y="373"/>
                </a:lnTo>
                <a:lnTo>
                  <a:pt x="180" y="372"/>
                </a:lnTo>
                <a:lnTo>
                  <a:pt x="162" y="368"/>
                </a:lnTo>
                <a:lnTo>
                  <a:pt x="143" y="363"/>
                </a:lnTo>
                <a:lnTo>
                  <a:pt x="126" y="357"/>
                </a:lnTo>
                <a:lnTo>
                  <a:pt x="110" y="348"/>
                </a:lnTo>
                <a:lnTo>
                  <a:pt x="94" y="337"/>
                </a:lnTo>
                <a:lnTo>
                  <a:pt x="80" y="324"/>
                </a:lnTo>
                <a:lnTo>
                  <a:pt x="67" y="310"/>
                </a:lnTo>
                <a:lnTo>
                  <a:pt x="63" y="307"/>
                </a:lnTo>
                <a:lnTo>
                  <a:pt x="58" y="305"/>
                </a:lnTo>
                <a:lnTo>
                  <a:pt x="52" y="306"/>
                </a:lnTo>
                <a:lnTo>
                  <a:pt x="48" y="308"/>
                </a:lnTo>
                <a:lnTo>
                  <a:pt x="44" y="313"/>
                </a:lnTo>
                <a:lnTo>
                  <a:pt x="43" y="318"/>
                </a:lnTo>
                <a:lnTo>
                  <a:pt x="43" y="323"/>
                </a:lnTo>
                <a:lnTo>
                  <a:pt x="46" y="328"/>
                </a:lnTo>
                <a:lnTo>
                  <a:pt x="53" y="336"/>
                </a:lnTo>
                <a:lnTo>
                  <a:pt x="61" y="345"/>
                </a:lnTo>
                <a:lnTo>
                  <a:pt x="69" y="352"/>
                </a:lnTo>
                <a:lnTo>
                  <a:pt x="77" y="359"/>
                </a:lnTo>
                <a:lnTo>
                  <a:pt x="87" y="365"/>
                </a:lnTo>
                <a:lnTo>
                  <a:pt x="95" y="372"/>
                </a:lnTo>
                <a:lnTo>
                  <a:pt x="105" y="377"/>
                </a:lnTo>
                <a:lnTo>
                  <a:pt x="115" y="381"/>
                </a:lnTo>
                <a:lnTo>
                  <a:pt x="124" y="386"/>
                </a:lnTo>
                <a:lnTo>
                  <a:pt x="135" y="390"/>
                </a:lnTo>
                <a:lnTo>
                  <a:pt x="146" y="393"/>
                </a:lnTo>
                <a:lnTo>
                  <a:pt x="155" y="395"/>
                </a:lnTo>
                <a:lnTo>
                  <a:pt x="166" y="397"/>
                </a:lnTo>
                <a:lnTo>
                  <a:pt x="178" y="400"/>
                </a:lnTo>
                <a:lnTo>
                  <a:pt x="189" y="401"/>
                </a:lnTo>
                <a:lnTo>
                  <a:pt x="199" y="401"/>
                </a:lnTo>
                <a:lnTo>
                  <a:pt x="220" y="400"/>
                </a:lnTo>
                <a:lnTo>
                  <a:pt x="240" y="396"/>
                </a:lnTo>
                <a:lnTo>
                  <a:pt x="259" y="391"/>
                </a:lnTo>
                <a:lnTo>
                  <a:pt x="278" y="384"/>
                </a:lnTo>
                <a:lnTo>
                  <a:pt x="295" y="376"/>
                </a:lnTo>
                <a:lnTo>
                  <a:pt x="311" y="366"/>
                </a:lnTo>
                <a:lnTo>
                  <a:pt x="327" y="354"/>
                </a:lnTo>
                <a:lnTo>
                  <a:pt x="341" y="342"/>
                </a:lnTo>
                <a:lnTo>
                  <a:pt x="354" y="328"/>
                </a:lnTo>
                <a:lnTo>
                  <a:pt x="366" y="313"/>
                </a:lnTo>
                <a:lnTo>
                  <a:pt x="375" y="295"/>
                </a:lnTo>
                <a:lnTo>
                  <a:pt x="384" y="278"/>
                </a:lnTo>
                <a:lnTo>
                  <a:pt x="390" y="260"/>
                </a:lnTo>
                <a:lnTo>
                  <a:pt x="396" y="241"/>
                </a:lnTo>
                <a:lnTo>
                  <a:pt x="399" y="221"/>
                </a:lnTo>
                <a:lnTo>
                  <a:pt x="399" y="201"/>
                </a:lnTo>
                <a:lnTo>
                  <a:pt x="399" y="181"/>
                </a:lnTo>
                <a:lnTo>
                  <a:pt x="396" y="160"/>
                </a:lnTo>
                <a:lnTo>
                  <a:pt x="390" y="141"/>
                </a:lnTo>
                <a:lnTo>
                  <a:pt x="384" y="123"/>
                </a:lnTo>
                <a:lnTo>
                  <a:pt x="375" y="105"/>
                </a:lnTo>
                <a:lnTo>
                  <a:pt x="366" y="89"/>
                </a:lnTo>
                <a:lnTo>
                  <a:pt x="354" y="73"/>
                </a:lnTo>
                <a:lnTo>
                  <a:pt x="341" y="59"/>
                </a:lnTo>
                <a:lnTo>
                  <a:pt x="327" y="46"/>
                </a:lnTo>
                <a:lnTo>
                  <a:pt x="311" y="35"/>
                </a:lnTo>
                <a:lnTo>
                  <a:pt x="295" y="25"/>
                </a:lnTo>
                <a:lnTo>
                  <a:pt x="278" y="16"/>
                </a:lnTo>
                <a:lnTo>
                  <a:pt x="259" y="10"/>
                </a:lnTo>
                <a:lnTo>
                  <a:pt x="240" y="4"/>
                </a:lnTo>
                <a:lnTo>
                  <a:pt x="220" y="1"/>
                </a:lnTo>
                <a:lnTo>
                  <a:pt x="1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5" name="Freeform 334">
            <a:extLst>
              <a:ext uri="{FF2B5EF4-FFF2-40B4-BE49-F238E27FC236}">
                <a16:creationId xmlns:a16="http://schemas.microsoft.com/office/drawing/2014/main" id="{02B4F0C4-46BC-409D-A753-915120005C79}"/>
              </a:ext>
            </a:extLst>
          </p:cNvPr>
          <p:cNvSpPr>
            <a:spLocks/>
          </p:cNvSpPr>
          <p:nvPr/>
        </p:nvSpPr>
        <p:spPr bwMode="auto">
          <a:xfrm>
            <a:off x="7539039" y="3973513"/>
            <a:ext cx="15875" cy="61913"/>
          </a:xfrm>
          <a:custGeom>
            <a:avLst/>
            <a:gdLst>
              <a:gd name="T0" fmla="*/ 14 w 28"/>
              <a:gd name="T1" fmla="*/ 0 h 119"/>
              <a:gd name="T2" fmla="*/ 9 w 28"/>
              <a:gd name="T3" fmla="*/ 2 h 119"/>
              <a:gd name="T4" fmla="*/ 5 w 28"/>
              <a:gd name="T5" fmla="*/ 5 h 119"/>
              <a:gd name="T6" fmla="*/ 1 w 28"/>
              <a:gd name="T7" fmla="*/ 9 h 119"/>
              <a:gd name="T8" fmla="*/ 0 w 28"/>
              <a:gd name="T9" fmla="*/ 14 h 119"/>
              <a:gd name="T10" fmla="*/ 0 w 28"/>
              <a:gd name="T11" fmla="*/ 106 h 119"/>
              <a:gd name="T12" fmla="*/ 1 w 28"/>
              <a:gd name="T13" fmla="*/ 111 h 119"/>
              <a:gd name="T14" fmla="*/ 5 w 28"/>
              <a:gd name="T15" fmla="*/ 115 h 119"/>
              <a:gd name="T16" fmla="*/ 9 w 28"/>
              <a:gd name="T17" fmla="*/ 118 h 119"/>
              <a:gd name="T18" fmla="*/ 14 w 28"/>
              <a:gd name="T19" fmla="*/ 119 h 119"/>
              <a:gd name="T20" fmla="*/ 20 w 28"/>
              <a:gd name="T21" fmla="*/ 118 h 119"/>
              <a:gd name="T22" fmla="*/ 24 w 28"/>
              <a:gd name="T23" fmla="*/ 115 h 119"/>
              <a:gd name="T24" fmla="*/ 27 w 28"/>
              <a:gd name="T25" fmla="*/ 111 h 119"/>
              <a:gd name="T26" fmla="*/ 28 w 28"/>
              <a:gd name="T27" fmla="*/ 106 h 119"/>
              <a:gd name="T28" fmla="*/ 28 w 28"/>
              <a:gd name="T29" fmla="*/ 14 h 119"/>
              <a:gd name="T30" fmla="*/ 27 w 28"/>
              <a:gd name="T31" fmla="*/ 9 h 119"/>
              <a:gd name="T32" fmla="*/ 24 w 28"/>
              <a:gd name="T33" fmla="*/ 5 h 119"/>
              <a:gd name="T34" fmla="*/ 20 w 28"/>
              <a:gd name="T35" fmla="*/ 2 h 119"/>
              <a:gd name="T36" fmla="*/ 14 w 28"/>
              <a:gd name="T37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19">
                <a:moveTo>
                  <a:pt x="14" y="0"/>
                </a:moveTo>
                <a:lnTo>
                  <a:pt x="9" y="2"/>
                </a:lnTo>
                <a:lnTo>
                  <a:pt x="5" y="5"/>
                </a:lnTo>
                <a:lnTo>
                  <a:pt x="1" y="9"/>
                </a:lnTo>
                <a:lnTo>
                  <a:pt x="0" y="14"/>
                </a:lnTo>
                <a:lnTo>
                  <a:pt x="0" y="106"/>
                </a:lnTo>
                <a:lnTo>
                  <a:pt x="1" y="111"/>
                </a:lnTo>
                <a:lnTo>
                  <a:pt x="5" y="115"/>
                </a:lnTo>
                <a:lnTo>
                  <a:pt x="9" y="118"/>
                </a:lnTo>
                <a:lnTo>
                  <a:pt x="14" y="119"/>
                </a:lnTo>
                <a:lnTo>
                  <a:pt x="20" y="118"/>
                </a:lnTo>
                <a:lnTo>
                  <a:pt x="24" y="115"/>
                </a:lnTo>
                <a:lnTo>
                  <a:pt x="27" y="111"/>
                </a:lnTo>
                <a:lnTo>
                  <a:pt x="28" y="106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lnTo>
                  <a:pt x="20" y="2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6" name="Freeform 335">
            <a:extLst>
              <a:ext uri="{FF2B5EF4-FFF2-40B4-BE49-F238E27FC236}">
                <a16:creationId xmlns:a16="http://schemas.microsoft.com/office/drawing/2014/main" id="{DE193396-F309-43E0-9AFE-C7A7358DC543}"/>
              </a:ext>
            </a:extLst>
          </p:cNvPr>
          <p:cNvSpPr>
            <a:spLocks/>
          </p:cNvSpPr>
          <p:nvPr/>
        </p:nvSpPr>
        <p:spPr bwMode="auto">
          <a:xfrm>
            <a:off x="7539039" y="4287838"/>
            <a:ext cx="15875" cy="61913"/>
          </a:xfrm>
          <a:custGeom>
            <a:avLst/>
            <a:gdLst>
              <a:gd name="T0" fmla="*/ 14 w 28"/>
              <a:gd name="T1" fmla="*/ 0 h 118"/>
              <a:gd name="T2" fmla="*/ 9 w 28"/>
              <a:gd name="T3" fmla="*/ 1 h 118"/>
              <a:gd name="T4" fmla="*/ 5 w 28"/>
              <a:gd name="T5" fmla="*/ 3 h 118"/>
              <a:gd name="T6" fmla="*/ 1 w 28"/>
              <a:gd name="T7" fmla="*/ 9 h 118"/>
              <a:gd name="T8" fmla="*/ 0 w 28"/>
              <a:gd name="T9" fmla="*/ 14 h 118"/>
              <a:gd name="T10" fmla="*/ 0 w 28"/>
              <a:gd name="T11" fmla="*/ 104 h 118"/>
              <a:gd name="T12" fmla="*/ 1 w 28"/>
              <a:gd name="T13" fmla="*/ 110 h 118"/>
              <a:gd name="T14" fmla="*/ 5 w 28"/>
              <a:gd name="T15" fmla="*/ 114 h 118"/>
              <a:gd name="T16" fmla="*/ 9 w 28"/>
              <a:gd name="T17" fmla="*/ 117 h 118"/>
              <a:gd name="T18" fmla="*/ 14 w 28"/>
              <a:gd name="T19" fmla="*/ 118 h 118"/>
              <a:gd name="T20" fmla="*/ 20 w 28"/>
              <a:gd name="T21" fmla="*/ 117 h 118"/>
              <a:gd name="T22" fmla="*/ 24 w 28"/>
              <a:gd name="T23" fmla="*/ 114 h 118"/>
              <a:gd name="T24" fmla="*/ 27 w 28"/>
              <a:gd name="T25" fmla="*/ 110 h 118"/>
              <a:gd name="T26" fmla="*/ 28 w 28"/>
              <a:gd name="T27" fmla="*/ 104 h 118"/>
              <a:gd name="T28" fmla="*/ 28 w 28"/>
              <a:gd name="T29" fmla="*/ 14 h 118"/>
              <a:gd name="T30" fmla="*/ 27 w 28"/>
              <a:gd name="T31" fmla="*/ 9 h 118"/>
              <a:gd name="T32" fmla="*/ 24 w 28"/>
              <a:gd name="T33" fmla="*/ 3 h 118"/>
              <a:gd name="T34" fmla="*/ 20 w 28"/>
              <a:gd name="T35" fmla="*/ 1 h 118"/>
              <a:gd name="T36" fmla="*/ 14 w 28"/>
              <a:gd name="T37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18">
                <a:moveTo>
                  <a:pt x="14" y="0"/>
                </a:moveTo>
                <a:lnTo>
                  <a:pt x="9" y="1"/>
                </a:lnTo>
                <a:lnTo>
                  <a:pt x="5" y="3"/>
                </a:lnTo>
                <a:lnTo>
                  <a:pt x="1" y="9"/>
                </a:lnTo>
                <a:lnTo>
                  <a:pt x="0" y="14"/>
                </a:lnTo>
                <a:lnTo>
                  <a:pt x="0" y="104"/>
                </a:lnTo>
                <a:lnTo>
                  <a:pt x="1" y="110"/>
                </a:lnTo>
                <a:lnTo>
                  <a:pt x="5" y="114"/>
                </a:lnTo>
                <a:lnTo>
                  <a:pt x="9" y="117"/>
                </a:lnTo>
                <a:lnTo>
                  <a:pt x="14" y="118"/>
                </a:lnTo>
                <a:lnTo>
                  <a:pt x="20" y="117"/>
                </a:lnTo>
                <a:lnTo>
                  <a:pt x="24" y="114"/>
                </a:lnTo>
                <a:lnTo>
                  <a:pt x="27" y="110"/>
                </a:lnTo>
                <a:lnTo>
                  <a:pt x="28" y="104"/>
                </a:lnTo>
                <a:lnTo>
                  <a:pt x="28" y="14"/>
                </a:lnTo>
                <a:lnTo>
                  <a:pt x="27" y="9"/>
                </a:lnTo>
                <a:lnTo>
                  <a:pt x="24" y="3"/>
                </a:lnTo>
                <a:lnTo>
                  <a:pt x="20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7" name="Freeform 336">
            <a:extLst>
              <a:ext uri="{FF2B5EF4-FFF2-40B4-BE49-F238E27FC236}">
                <a16:creationId xmlns:a16="http://schemas.microsoft.com/office/drawing/2014/main" id="{576636E9-C6A0-40BC-9635-A2D9F9F6B1C6}"/>
              </a:ext>
            </a:extLst>
          </p:cNvPr>
          <p:cNvSpPr>
            <a:spLocks/>
          </p:cNvSpPr>
          <p:nvPr/>
        </p:nvSpPr>
        <p:spPr bwMode="auto">
          <a:xfrm>
            <a:off x="7672389" y="4154488"/>
            <a:ext cx="63500" cy="14288"/>
          </a:xfrm>
          <a:custGeom>
            <a:avLst/>
            <a:gdLst>
              <a:gd name="T0" fmla="*/ 106 w 119"/>
              <a:gd name="T1" fmla="*/ 0 h 28"/>
              <a:gd name="T2" fmla="*/ 14 w 119"/>
              <a:gd name="T3" fmla="*/ 0 h 28"/>
              <a:gd name="T4" fmla="*/ 9 w 119"/>
              <a:gd name="T5" fmla="*/ 1 h 28"/>
              <a:gd name="T6" fmla="*/ 5 w 119"/>
              <a:gd name="T7" fmla="*/ 3 h 28"/>
              <a:gd name="T8" fmla="*/ 1 w 119"/>
              <a:gd name="T9" fmla="*/ 9 h 28"/>
              <a:gd name="T10" fmla="*/ 0 w 119"/>
              <a:gd name="T11" fmla="*/ 14 h 28"/>
              <a:gd name="T12" fmla="*/ 1 w 119"/>
              <a:gd name="T13" fmla="*/ 19 h 28"/>
              <a:gd name="T14" fmla="*/ 5 w 119"/>
              <a:gd name="T15" fmla="*/ 24 h 28"/>
              <a:gd name="T16" fmla="*/ 9 w 119"/>
              <a:gd name="T17" fmla="*/ 27 h 28"/>
              <a:gd name="T18" fmla="*/ 14 w 119"/>
              <a:gd name="T19" fmla="*/ 28 h 28"/>
              <a:gd name="T20" fmla="*/ 106 w 119"/>
              <a:gd name="T21" fmla="*/ 28 h 28"/>
              <a:gd name="T22" fmla="*/ 111 w 119"/>
              <a:gd name="T23" fmla="*/ 27 h 28"/>
              <a:gd name="T24" fmla="*/ 115 w 119"/>
              <a:gd name="T25" fmla="*/ 24 h 28"/>
              <a:gd name="T26" fmla="*/ 117 w 119"/>
              <a:gd name="T27" fmla="*/ 19 h 28"/>
              <a:gd name="T28" fmla="*/ 119 w 119"/>
              <a:gd name="T29" fmla="*/ 14 h 28"/>
              <a:gd name="T30" fmla="*/ 117 w 119"/>
              <a:gd name="T31" fmla="*/ 9 h 28"/>
              <a:gd name="T32" fmla="*/ 115 w 119"/>
              <a:gd name="T33" fmla="*/ 3 h 28"/>
              <a:gd name="T34" fmla="*/ 111 w 119"/>
              <a:gd name="T35" fmla="*/ 1 h 28"/>
              <a:gd name="T36" fmla="*/ 106 w 119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9" h="28">
                <a:moveTo>
                  <a:pt x="106" y="0"/>
                </a:moveTo>
                <a:lnTo>
                  <a:pt x="14" y="0"/>
                </a:lnTo>
                <a:lnTo>
                  <a:pt x="9" y="1"/>
                </a:lnTo>
                <a:lnTo>
                  <a:pt x="5" y="3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9" y="27"/>
                </a:lnTo>
                <a:lnTo>
                  <a:pt x="14" y="28"/>
                </a:lnTo>
                <a:lnTo>
                  <a:pt x="106" y="28"/>
                </a:lnTo>
                <a:lnTo>
                  <a:pt x="111" y="27"/>
                </a:lnTo>
                <a:lnTo>
                  <a:pt x="115" y="24"/>
                </a:lnTo>
                <a:lnTo>
                  <a:pt x="117" y="19"/>
                </a:lnTo>
                <a:lnTo>
                  <a:pt x="119" y="14"/>
                </a:lnTo>
                <a:lnTo>
                  <a:pt x="117" y="9"/>
                </a:lnTo>
                <a:lnTo>
                  <a:pt x="115" y="3"/>
                </a:lnTo>
                <a:lnTo>
                  <a:pt x="111" y="1"/>
                </a:lnTo>
                <a:lnTo>
                  <a:pt x="10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8" name="Freeform 337">
            <a:extLst>
              <a:ext uri="{FF2B5EF4-FFF2-40B4-BE49-F238E27FC236}">
                <a16:creationId xmlns:a16="http://schemas.microsoft.com/office/drawing/2014/main" id="{436985E8-A928-43B2-8B7B-88119DDD8360}"/>
              </a:ext>
            </a:extLst>
          </p:cNvPr>
          <p:cNvSpPr>
            <a:spLocks/>
          </p:cNvSpPr>
          <p:nvPr/>
        </p:nvSpPr>
        <p:spPr bwMode="auto">
          <a:xfrm>
            <a:off x="7359651" y="4154488"/>
            <a:ext cx="61913" cy="14288"/>
          </a:xfrm>
          <a:custGeom>
            <a:avLst/>
            <a:gdLst>
              <a:gd name="T0" fmla="*/ 104 w 118"/>
              <a:gd name="T1" fmla="*/ 0 h 28"/>
              <a:gd name="T2" fmla="*/ 14 w 118"/>
              <a:gd name="T3" fmla="*/ 0 h 28"/>
              <a:gd name="T4" fmla="*/ 9 w 118"/>
              <a:gd name="T5" fmla="*/ 1 h 28"/>
              <a:gd name="T6" fmla="*/ 4 w 118"/>
              <a:gd name="T7" fmla="*/ 3 h 28"/>
              <a:gd name="T8" fmla="*/ 1 w 118"/>
              <a:gd name="T9" fmla="*/ 9 h 28"/>
              <a:gd name="T10" fmla="*/ 0 w 118"/>
              <a:gd name="T11" fmla="*/ 14 h 28"/>
              <a:gd name="T12" fmla="*/ 1 w 118"/>
              <a:gd name="T13" fmla="*/ 19 h 28"/>
              <a:gd name="T14" fmla="*/ 4 w 118"/>
              <a:gd name="T15" fmla="*/ 24 h 28"/>
              <a:gd name="T16" fmla="*/ 9 w 118"/>
              <a:gd name="T17" fmla="*/ 27 h 28"/>
              <a:gd name="T18" fmla="*/ 14 w 118"/>
              <a:gd name="T19" fmla="*/ 28 h 28"/>
              <a:gd name="T20" fmla="*/ 104 w 118"/>
              <a:gd name="T21" fmla="*/ 28 h 28"/>
              <a:gd name="T22" fmla="*/ 110 w 118"/>
              <a:gd name="T23" fmla="*/ 27 h 28"/>
              <a:gd name="T24" fmla="*/ 114 w 118"/>
              <a:gd name="T25" fmla="*/ 24 h 28"/>
              <a:gd name="T26" fmla="*/ 117 w 118"/>
              <a:gd name="T27" fmla="*/ 19 h 28"/>
              <a:gd name="T28" fmla="*/ 118 w 118"/>
              <a:gd name="T29" fmla="*/ 14 h 28"/>
              <a:gd name="T30" fmla="*/ 117 w 118"/>
              <a:gd name="T31" fmla="*/ 9 h 28"/>
              <a:gd name="T32" fmla="*/ 114 w 118"/>
              <a:gd name="T33" fmla="*/ 3 h 28"/>
              <a:gd name="T34" fmla="*/ 110 w 118"/>
              <a:gd name="T35" fmla="*/ 1 h 28"/>
              <a:gd name="T36" fmla="*/ 104 w 118"/>
              <a:gd name="T3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8" h="28">
                <a:moveTo>
                  <a:pt x="104" y="0"/>
                </a:moveTo>
                <a:lnTo>
                  <a:pt x="14" y="0"/>
                </a:lnTo>
                <a:lnTo>
                  <a:pt x="9" y="1"/>
                </a:lnTo>
                <a:lnTo>
                  <a:pt x="4" y="3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04" y="28"/>
                </a:lnTo>
                <a:lnTo>
                  <a:pt x="110" y="27"/>
                </a:lnTo>
                <a:lnTo>
                  <a:pt x="114" y="24"/>
                </a:lnTo>
                <a:lnTo>
                  <a:pt x="117" y="19"/>
                </a:lnTo>
                <a:lnTo>
                  <a:pt x="118" y="14"/>
                </a:lnTo>
                <a:lnTo>
                  <a:pt x="117" y="9"/>
                </a:lnTo>
                <a:lnTo>
                  <a:pt x="114" y="3"/>
                </a:lnTo>
                <a:lnTo>
                  <a:pt x="110" y="1"/>
                </a:lnTo>
                <a:lnTo>
                  <a:pt x="1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09" name="Freeform 338">
            <a:extLst>
              <a:ext uri="{FF2B5EF4-FFF2-40B4-BE49-F238E27FC236}">
                <a16:creationId xmlns:a16="http://schemas.microsoft.com/office/drawing/2014/main" id="{DAA605E9-7C32-48E1-A932-2FF41C3CF678}"/>
              </a:ext>
            </a:extLst>
          </p:cNvPr>
          <p:cNvSpPr>
            <a:spLocks/>
          </p:cNvSpPr>
          <p:nvPr/>
        </p:nvSpPr>
        <p:spPr bwMode="auto">
          <a:xfrm>
            <a:off x="7634289" y="4025901"/>
            <a:ext cx="47625" cy="49213"/>
          </a:xfrm>
          <a:custGeom>
            <a:avLst/>
            <a:gdLst>
              <a:gd name="T0" fmla="*/ 87 w 92"/>
              <a:gd name="T1" fmla="*/ 4 h 92"/>
              <a:gd name="T2" fmla="*/ 83 w 92"/>
              <a:gd name="T3" fmla="*/ 1 h 92"/>
              <a:gd name="T4" fmla="*/ 78 w 92"/>
              <a:gd name="T5" fmla="*/ 0 h 92"/>
              <a:gd name="T6" fmla="*/ 72 w 92"/>
              <a:gd name="T7" fmla="*/ 1 h 92"/>
              <a:gd name="T8" fmla="*/ 68 w 92"/>
              <a:gd name="T9" fmla="*/ 4 h 92"/>
              <a:gd name="T10" fmla="*/ 5 w 92"/>
              <a:gd name="T11" fmla="*/ 68 h 92"/>
              <a:gd name="T12" fmla="*/ 1 w 92"/>
              <a:gd name="T13" fmla="*/ 72 h 92"/>
              <a:gd name="T14" fmla="*/ 0 w 92"/>
              <a:gd name="T15" fmla="*/ 78 h 92"/>
              <a:gd name="T16" fmla="*/ 1 w 92"/>
              <a:gd name="T17" fmla="*/ 83 h 92"/>
              <a:gd name="T18" fmla="*/ 5 w 92"/>
              <a:gd name="T19" fmla="*/ 87 h 92"/>
              <a:gd name="T20" fmla="*/ 9 w 92"/>
              <a:gd name="T21" fmla="*/ 91 h 92"/>
              <a:gd name="T22" fmla="*/ 14 w 92"/>
              <a:gd name="T23" fmla="*/ 92 h 92"/>
              <a:gd name="T24" fmla="*/ 20 w 92"/>
              <a:gd name="T25" fmla="*/ 91 h 92"/>
              <a:gd name="T26" fmla="*/ 24 w 92"/>
              <a:gd name="T27" fmla="*/ 87 h 92"/>
              <a:gd name="T28" fmla="*/ 87 w 92"/>
              <a:gd name="T29" fmla="*/ 24 h 92"/>
              <a:gd name="T30" fmla="*/ 91 w 92"/>
              <a:gd name="T31" fmla="*/ 19 h 92"/>
              <a:gd name="T32" fmla="*/ 92 w 92"/>
              <a:gd name="T33" fmla="*/ 13 h 92"/>
              <a:gd name="T34" fmla="*/ 91 w 92"/>
              <a:gd name="T35" fmla="*/ 9 h 92"/>
              <a:gd name="T36" fmla="*/ 87 w 92"/>
              <a:gd name="T37" fmla="*/ 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2" h="92">
                <a:moveTo>
                  <a:pt x="87" y="4"/>
                </a:moveTo>
                <a:lnTo>
                  <a:pt x="83" y="1"/>
                </a:lnTo>
                <a:lnTo>
                  <a:pt x="78" y="0"/>
                </a:lnTo>
                <a:lnTo>
                  <a:pt x="72" y="1"/>
                </a:lnTo>
                <a:lnTo>
                  <a:pt x="68" y="4"/>
                </a:lnTo>
                <a:lnTo>
                  <a:pt x="5" y="68"/>
                </a:lnTo>
                <a:lnTo>
                  <a:pt x="1" y="72"/>
                </a:lnTo>
                <a:lnTo>
                  <a:pt x="0" y="78"/>
                </a:lnTo>
                <a:lnTo>
                  <a:pt x="1" y="83"/>
                </a:lnTo>
                <a:lnTo>
                  <a:pt x="5" y="87"/>
                </a:lnTo>
                <a:lnTo>
                  <a:pt x="9" y="91"/>
                </a:lnTo>
                <a:lnTo>
                  <a:pt x="14" y="92"/>
                </a:lnTo>
                <a:lnTo>
                  <a:pt x="20" y="91"/>
                </a:lnTo>
                <a:lnTo>
                  <a:pt x="24" y="87"/>
                </a:lnTo>
                <a:lnTo>
                  <a:pt x="87" y="24"/>
                </a:lnTo>
                <a:lnTo>
                  <a:pt x="91" y="19"/>
                </a:lnTo>
                <a:lnTo>
                  <a:pt x="92" y="13"/>
                </a:lnTo>
                <a:lnTo>
                  <a:pt x="91" y="9"/>
                </a:lnTo>
                <a:lnTo>
                  <a:pt x="87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0" name="Freeform 339">
            <a:extLst>
              <a:ext uri="{FF2B5EF4-FFF2-40B4-BE49-F238E27FC236}">
                <a16:creationId xmlns:a16="http://schemas.microsoft.com/office/drawing/2014/main" id="{61FD0CD9-709F-4605-B9AB-35987AB74A96}"/>
              </a:ext>
            </a:extLst>
          </p:cNvPr>
          <p:cNvSpPr>
            <a:spLocks/>
          </p:cNvSpPr>
          <p:nvPr/>
        </p:nvSpPr>
        <p:spPr bwMode="auto">
          <a:xfrm>
            <a:off x="7412039" y="4248151"/>
            <a:ext cx="49213" cy="49213"/>
          </a:xfrm>
          <a:custGeom>
            <a:avLst/>
            <a:gdLst>
              <a:gd name="T0" fmla="*/ 88 w 92"/>
              <a:gd name="T1" fmla="*/ 4 h 92"/>
              <a:gd name="T2" fmla="*/ 84 w 92"/>
              <a:gd name="T3" fmla="*/ 1 h 92"/>
              <a:gd name="T4" fmla="*/ 78 w 92"/>
              <a:gd name="T5" fmla="*/ 0 h 92"/>
              <a:gd name="T6" fmla="*/ 73 w 92"/>
              <a:gd name="T7" fmla="*/ 1 h 92"/>
              <a:gd name="T8" fmla="*/ 69 w 92"/>
              <a:gd name="T9" fmla="*/ 4 h 92"/>
              <a:gd name="T10" fmla="*/ 4 w 92"/>
              <a:gd name="T11" fmla="*/ 69 h 92"/>
              <a:gd name="T12" fmla="*/ 1 w 92"/>
              <a:gd name="T13" fmla="*/ 73 h 92"/>
              <a:gd name="T14" fmla="*/ 0 w 92"/>
              <a:gd name="T15" fmla="*/ 78 h 92"/>
              <a:gd name="T16" fmla="*/ 1 w 92"/>
              <a:gd name="T17" fmla="*/ 84 h 92"/>
              <a:gd name="T18" fmla="*/ 4 w 92"/>
              <a:gd name="T19" fmla="*/ 88 h 92"/>
              <a:gd name="T20" fmla="*/ 9 w 92"/>
              <a:gd name="T21" fmla="*/ 91 h 92"/>
              <a:gd name="T22" fmla="*/ 14 w 92"/>
              <a:gd name="T23" fmla="*/ 92 h 92"/>
              <a:gd name="T24" fmla="*/ 19 w 92"/>
              <a:gd name="T25" fmla="*/ 91 h 92"/>
              <a:gd name="T26" fmla="*/ 24 w 92"/>
              <a:gd name="T27" fmla="*/ 88 h 92"/>
              <a:gd name="T28" fmla="*/ 88 w 92"/>
              <a:gd name="T29" fmla="*/ 24 h 92"/>
              <a:gd name="T30" fmla="*/ 91 w 92"/>
              <a:gd name="T31" fmla="*/ 19 h 92"/>
              <a:gd name="T32" fmla="*/ 92 w 92"/>
              <a:gd name="T33" fmla="*/ 14 h 92"/>
              <a:gd name="T34" fmla="*/ 91 w 92"/>
              <a:gd name="T35" fmla="*/ 9 h 92"/>
              <a:gd name="T36" fmla="*/ 88 w 92"/>
              <a:gd name="T37" fmla="*/ 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2" h="92">
                <a:moveTo>
                  <a:pt x="88" y="4"/>
                </a:moveTo>
                <a:lnTo>
                  <a:pt x="84" y="1"/>
                </a:lnTo>
                <a:lnTo>
                  <a:pt x="78" y="0"/>
                </a:lnTo>
                <a:lnTo>
                  <a:pt x="73" y="1"/>
                </a:lnTo>
                <a:lnTo>
                  <a:pt x="69" y="4"/>
                </a:lnTo>
                <a:lnTo>
                  <a:pt x="4" y="69"/>
                </a:lnTo>
                <a:lnTo>
                  <a:pt x="1" y="73"/>
                </a:lnTo>
                <a:lnTo>
                  <a:pt x="0" y="78"/>
                </a:lnTo>
                <a:lnTo>
                  <a:pt x="1" y="84"/>
                </a:lnTo>
                <a:lnTo>
                  <a:pt x="4" y="88"/>
                </a:lnTo>
                <a:lnTo>
                  <a:pt x="9" y="91"/>
                </a:lnTo>
                <a:lnTo>
                  <a:pt x="14" y="92"/>
                </a:lnTo>
                <a:lnTo>
                  <a:pt x="19" y="91"/>
                </a:lnTo>
                <a:lnTo>
                  <a:pt x="24" y="88"/>
                </a:lnTo>
                <a:lnTo>
                  <a:pt x="88" y="24"/>
                </a:lnTo>
                <a:lnTo>
                  <a:pt x="91" y="19"/>
                </a:lnTo>
                <a:lnTo>
                  <a:pt x="92" y="14"/>
                </a:lnTo>
                <a:lnTo>
                  <a:pt x="91" y="9"/>
                </a:lnTo>
                <a:lnTo>
                  <a:pt x="88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1" name="Freeform 340">
            <a:extLst>
              <a:ext uri="{FF2B5EF4-FFF2-40B4-BE49-F238E27FC236}">
                <a16:creationId xmlns:a16="http://schemas.microsoft.com/office/drawing/2014/main" id="{94EE644D-3E01-4B21-907D-1F14214E8845}"/>
              </a:ext>
            </a:extLst>
          </p:cNvPr>
          <p:cNvSpPr>
            <a:spLocks/>
          </p:cNvSpPr>
          <p:nvPr/>
        </p:nvSpPr>
        <p:spPr bwMode="auto">
          <a:xfrm>
            <a:off x="7634289" y="4248151"/>
            <a:ext cx="47625" cy="49213"/>
          </a:xfrm>
          <a:custGeom>
            <a:avLst/>
            <a:gdLst>
              <a:gd name="T0" fmla="*/ 87 w 92"/>
              <a:gd name="T1" fmla="*/ 69 h 92"/>
              <a:gd name="T2" fmla="*/ 24 w 92"/>
              <a:gd name="T3" fmla="*/ 4 h 92"/>
              <a:gd name="T4" fmla="*/ 20 w 92"/>
              <a:gd name="T5" fmla="*/ 1 h 92"/>
              <a:gd name="T6" fmla="*/ 14 w 92"/>
              <a:gd name="T7" fmla="*/ 0 h 92"/>
              <a:gd name="T8" fmla="*/ 9 w 92"/>
              <a:gd name="T9" fmla="*/ 1 h 92"/>
              <a:gd name="T10" fmla="*/ 5 w 92"/>
              <a:gd name="T11" fmla="*/ 4 h 92"/>
              <a:gd name="T12" fmla="*/ 1 w 92"/>
              <a:gd name="T13" fmla="*/ 9 h 92"/>
              <a:gd name="T14" fmla="*/ 0 w 92"/>
              <a:gd name="T15" fmla="*/ 14 h 92"/>
              <a:gd name="T16" fmla="*/ 1 w 92"/>
              <a:gd name="T17" fmla="*/ 19 h 92"/>
              <a:gd name="T18" fmla="*/ 5 w 92"/>
              <a:gd name="T19" fmla="*/ 24 h 92"/>
              <a:gd name="T20" fmla="*/ 68 w 92"/>
              <a:gd name="T21" fmla="*/ 88 h 92"/>
              <a:gd name="T22" fmla="*/ 72 w 92"/>
              <a:gd name="T23" fmla="*/ 91 h 92"/>
              <a:gd name="T24" fmla="*/ 78 w 92"/>
              <a:gd name="T25" fmla="*/ 92 h 92"/>
              <a:gd name="T26" fmla="*/ 83 w 92"/>
              <a:gd name="T27" fmla="*/ 91 h 92"/>
              <a:gd name="T28" fmla="*/ 87 w 92"/>
              <a:gd name="T29" fmla="*/ 88 h 92"/>
              <a:gd name="T30" fmla="*/ 91 w 92"/>
              <a:gd name="T31" fmla="*/ 84 h 92"/>
              <a:gd name="T32" fmla="*/ 92 w 92"/>
              <a:gd name="T33" fmla="*/ 78 h 92"/>
              <a:gd name="T34" fmla="*/ 91 w 92"/>
              <a:gd name="T35" fmla="*/ 73 h 92"/>
              <a:gd name="T36" fmla="*/ 87 w 92"/>
              <a:gd name="T37" fmla="*/ 6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2" h="92">
                <a:moveTo>
                  <a:pt x="87" y="69"/>
                </a:moveTo>
                <a:lnTo>
                  <a:pt x="24" y="4"/>
                </a:lnTo>
                <a:lnTo>
                  <a:pt x="20" y="1"/>
                </a:lnTo>
                <a:lnTo>
                  <a:pt x="14" y="0"/>
                </a:lnTo>
                <a:lnTo>
                  <a:pt x="9" y="1"/>
                </a:lnTo>
                <a:lnTo>
                  <a:pt x="5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5" y="24"/>
                </a:lnTo>
                <a:lnTo>
                  <a:pt x="68" y="88"/>
                </a:lnTo>
                <a:lnTo>
                  <a:pt x="72" y="91"/>
                </a:lnTo>
                <a:lnTo>
                  <a:pt x="78" y="92"/>
                </a:lnTo>
                <a:lnTo>
                  <a:pt x="83" y="91"/>
                </a:lnTo>
                <a:lnTo>
                  <a:pt x="87" y="88"/>
                </a:lnTo>
                <a:lnTo>
                  <a:pt x="91" y="84"/>
                </a:lnTo>
                <a:lnTo>
                  <a:pt x="92" y="78"/>
                </a:lnTo>
                <a:lnTo>
                  <a:pt x="91" y="73"/>
                </a:lnTo>
                <a:lnTo>
                  <a:pt x="87" y="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2" name="Freeform 341">
            <a:extLst>
              <a:ext uri="{FF2B5EF4-FFF2-40B4-BE49-F238E27FC236}">
                <a16:creationId xmlns:a16="http://schemas.microsoft.com/office/drawing/2014/main" id="{2D26E6CE-C33B-4874-BE11-E60A43EE8589}"/>
              </a:ext>
            </a:extLst>
          </p:cNvPr>
          <p:cNvSpPr>
            <a:spLocks/>
          </p:cNvSpPr>
          <p:nvPr/>
        </p:nvSpPr>
        <p:spPr bwMode="auto">
          <a:xfrm>
            <a:off x="7412039" y="4025901"/>
            <a:ext cx="49213" cy="49213"/>
          </a:xfrm>
          <a:custGeom>
            <a:avLst/>
            <a:gdLst>
              <a:gd name="T0" fmla="*/ 88 w 92"/>
              <a:gd name="T1" fmla="*/ 68 h 92"/>
              <a:gd name="T2" fmla="*/ 24 w 92"/>
              <a:gd name="T3" fmla="*/ 4 h 92"/>
              <a:gd name="T4" fmla="*/ 19 w 92"/>
              <a:gd name="T5" fmla="*/ 1 h 92"/>
              <a:gd name="T6" fmla="*/ 14 w 92"/>
              <a:gd name="T7" fmla="*/ 0 h 92"/>
              <a:gd name="T8" fmla="*/ 9 w 92"/>
              <a:gd name="T9" fmla="*/ 1 h 92"/>
              <a:gd name="T10" fmla="*/ 4 w 92"/>
              <a:gd name="T11" fmla="*/ 4 h 92"/>
              <a:gd name="T12" fmla="*/ 1 w 92"/>
              <a:gd name="T13" fmla="*/ 9 h 92"/>
              <a:gd name="T14" fmla="*/ 0 w 92"/>
              <a:gd name="T15" fmla="*/ 13 h 92"/>
              <a:gd name="T16" fmla="*/ 1 w 92"/>
              <a:gd name="T17" fmla="*/ 19 h 92"/>
              <a:gd name="T18" fmla="*/ 4 w 92"/>
              <a:gd name="T19" fmla="*/ 24 h 92"/>
              <a:gd name="T20" fmla="*/ 69 w 92"/>
              <a:gd name="T21" fmla="*/ 87 h 92"/>
              <a:gd name="T22" fmla="*/ 73 w 92"/>
              <a:gd name="T23" fmla="*/ 91 h 92"/>
              <a:gd name="T24" fmla="*/ 78 w 92"/>
              <a:gd name="T25" fmla="*/ 92 h 92"/>
              <a:gd name="T26" fmla="*/ 84 w 92"/>
              <a:gd name="T27" fmla="*/ 91 h 92"/>
              <a:gd name="T28" fmla="*/ 88 w 92"/>
              <a:gd name="T29" fmla="*/ 87 h 92"/>
              <a:gd name="T30" fmla="*/ 91 w 92"/>
              <a:gd name="T31" fmla="*/ 83 h 92"/>
              <a:gd name="T32" fmla="*/ 92 w 92"/>
              <a:gd name="T33" fmla="*/ 78 h 92"/>
              <a:gd name="T34" fmla="*/ 91 w 92"/>
              <a:gd name="T35" fmla="*/ 72 h 92"/>
              <a:gd name="T36" fmla="*/ 88 w 92"/>
              <a:gd name="T37" fmla="*/ 6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2" h="92">
                <a:moveTo>
                  <a:pt x="88" y="68"/>
                </a:moveTo>
                <a:lnTo>
                  <a:pt x="24" y="4"/>
                </a:ln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3"/>
                </a:lnTo>
                <a:lnTo>
                  <a:pt x="1" y="19"/>
                </a:lnTo>
                <a:lnTo>
                  <a:pt x="4" y="24"/>
                </a:lnTo>
                <a:lnTo>
                  <a:pt x="69" y="87"/>
                </a:lnTo>
                <a:lnTo>
                  <a:pt x="73" y="91"/>
                </a:lnTo>
                <a:lnTo>
                  <a:pt x="78" y="92"/>
                </a:lnTo>
                <a:lnTo>
                  <a:pt x="84" y="91"/>
                </a:lnTo>
                <a:lnTo>
                  <a:pt x="88" y="87"/>
                </a:lnTo>
                <a:lnTo>
                  <a:pt x="91" y="83"/>
                </a:lnTo>
                <a:lnTo>
                  <a:pt x="92" y="78"/>
                </a:lnTo>
                <a:lnTo>
                  <a:pt x="91" y="72"/>
                </a:lnTo>
                <a:lnTo>
                  <a:pt x="88" y="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3" name="Freeform 342">
            <a:extLst>
              <a:ext uri="{FF2B5EF4-FFF2-40B4-BE49-F238E27FC236}">
                <a16:creationId xmlns:a16="http://schemas.microsoft.com/office/drawing/2014/main" id="{E54D88C7-17F2-4428-A252-364E517084D0}"/>
              </a:ext>
            </a:extLst>
          </p:cNvPr>
          <p:cNvSpPr>
            <a:spLocks/>
          </p:cNvSpPr>
          <p:nvPr/>
        </p:nvSpPr>
        <p:spPr bwMode="auto">
          <a:xfrm>
            <a:off x="7451726" y="4198938"/>
            <a:ext cx="14288" cy="14288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9 w 28"/>
              <a:gd name="T19" fmla="*/ 26 h 28"/>
              <a:gd name="T20" fmla="*/ 14 w 28"/>
              <a:gd name="T21" fmla="*/ 28 h 28"/>
              <a:gd name="T22" fmla="*/ 19 w 28"/>
              <a:gd name="T23" fmla="*/ 26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9" y="26"/>
                </a:lnTo>
                <a:lnTo>
                  <a:pt x="14" y="28"/>
                </a:lnTo>
                <a:lnTo>
                  <a:pt x="19" y="26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4" name="Freeform 343">
            <a:extLst>
              <a:ext uri="{FF2B5EF4-FFF2-40B4-BE49-F238E27FC236}">
                <a16:creationId xmlns:a16="http://schemas.microsoft.com/office/drawing/2014/main" id="{EE3609E1-7E31-47CB-A27E-0C71A482D031}"/>
              </a:ext>
            </a:extLst>
          </p:cNvPr>
          <p:cNvSpPr>
            <a:spLocks/>
          </p:cNvSpPr>
          <p:nvPr/>
        </p:nvSpPr>
        <p:spPr bwMode="auto">
          <a:xfrm>
            <a:off x="7586664" y="4110038"/>
            <a:ext cx="31750" cy="53975"/>
          </a:xfrm>
          <a:custGeom>
            <a:avLst/>
            <a:gdLst>
              <a:gd name="T0" fmla="*/ 59 w 59"/>
              <a:gd name="T1" fmla="*/ 87 h 102"/>
              <a:gd name="T2" fmla="*/ 58 w 59"/>
              <a:gd name="T3" fmla="*/ 75 h 102"/>
              <a:gd name="T4" fmla="*/ 56 w 59"/>
              <a:gd name="T5" fmla="*/ 65 h 102"/>
              <a:gd name="T6" fmla="*/ 53 w 59"/>
              <a:gd name="T7" fmla="*/ 54 h 102"/>
              <a:gd name="T8" fmla="*/ 50 w 59"/>
              <a:gd name="T9" fmla="*/ 43 h 102"/>
              <a:gd name="T10" fmla="*/ 44 w 59"/>
              <a:gd name="T11" fmla="*/ 32 h 102"/>
              <a:gd name="T12" fmla="*/ 39 w 59"/>
              <a:gd name="T13" fmla="*/ 23 h 102"/>
              <a:gd name="T14" fmla="*/ 33 w 59"/>
              <a:gd name="T15" fmla="*/ 14 h 102"/>
              <a:gd name="T16" fmla="*/ 25 w 59"/>
              <a:gd name="T17" fmla="*/ 5 h 102"/>
              <a:gd name="T18" fmla="*/ 21 w 59"/>
              <a:gd name="T19" fmla="*/ 1 h 102"/>
              <a:gd name="T20" fmla="*/ 15 w 59"/>
              <a:gd name="T21" fmla="*/ 0 h 102"/>
              <a:gd name="T22" fmla="*/ 10 w 59"/>
              <a:gd name="T23" fmla="*/ 1 h 102"/>
              <a:gd name="T24" fmla="*/ 6 w 59"/>
              <a:gd name="T25" fmla="*/ 5 h 102"/>
              <a:gd name="T26" fmla="*/ 3 w 59"/>
              <a:gd name="T27" fmla="*/ 9 h 102"/>
              <a:gd name="T28" fmla="*/ 0 w 59"/>
              <a:gd name="T29" fmla="*/ 14 h 102"/>
              <a:gd name="T30" fmla="*/ 2 w 59"/>
              <a:gd name="T31" fmla="*/ 19 h 102"/>
              <a:gd name="T32" fmla="*/ 5 w 59"/>
              <a:gd name="T33" fmla="*/ 24 h 102"/>
              <a:gd name="T34" fmla="*/ 10 w 59"/>
              <a:gd name="T35" fmla="*/ 30 h 102"/>
              <a:gd name="T36" fmla="*/ 15 w 59"/>
              <a:gd name="T37" fmla="*/ 38 h 102"/>
              <a:gd name="T38" fmla="*/ 20 w 59"/>
              <a:gd name="T39" fmla="*/ 46 h 102"/>
              <a:gd name="T40" fmla="*/ 24 w 59"/>
              <a:gd name="T41" fmla="*/ 54 h 102"/>
              <a:gd name="T42" fmla="*/ 27 w 59"/>
              <a:gd name="T43" fmla="*/ 63 h 102"/>
              <a:gd name="T44" fmla="*/ 29 w 59"/>
              <a:gd name="T45" fmla="*/ 71 h 102"/>
              <a:gd name="T46" fmla="*/ 32 w 59"/>
              <a:gd name="T47" fmla="*/ 80 h 102"/>
              <a:gd name="T48" fmla="*/ 33 w 59"/>
              <a:gd name="T49" fmla="*/ 89 h 102"/>
              <a:gd name="T50" fmla="*/ 34 w 59"/>
              <a:gd name="T51" fmla="*/ 94 h 102"/>
              <a:gd name="T52" fmla="*/ 37 w 59"/>
              <a:gd name="T53" fmla="*/ 98 h 102"/>
              <a:gd name="T54" fmla="*/ 41 w 59"/>
              <a:gd name="T55" fmla="*/ 101 h 102"/>
              <a:gd name="T56" fmla="*/ 47 w 59"/>
              <a:gd name="T57" fmla="*/ 102 h 102"/>
              <a:gd name="T58" fmla="*/ 47 w 59"/>
              <a:gd name="T59" fmla="*/ 102 h 102"/>
              <a:gd name="T60" fmla="*/ 47 w 59"/>
              <a:gd name="T61" fmla="*/ 102 h 102"/>
              <a:gd name="T62" fmla="*/ 52 w 59"/>
              <a:gd name="T63" fmla="*/ 100 h 102"/>
              <a:gd name="T64" fmla="*/ 56 w 59"/>
              <a:gd name="T65" fmla="*/ 97 h 102"/>
              <a:gd name="T66" fmla="*/ 59 w 59"/>
              <a:gd name="T67" fmla="*/ 93 h 102"/>
              <a:gd name="T68" fmla="*/ 59 w 59"/>
              <a:gd name="T69" fmla="*/ 87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9" h="102">
                <a:moveTo>
                  <a:pt x="59" y="87"/>
                </a:moveTo>
                <a:lnTo>
                  <a:pt x="58" y="75"/>
                </a:lnTo>
                <a:lnTo>
                  <a:pt x="56" y="65"/>
                </a:lnTo>
                <a:lnTo>
                  <a:pt x="53" y="54"/>
                </a:lnTo>
                <a:lnTo>
                  <a:pt x="50" y="43"/>
                </a:lnTo>
                <a:lnTo>
                  <a:pt x="44" y="32"/>
                </a:lnTo>
                <a:lnTo>
                  <a:pt x="39" y="23"/>
                </a:lnTo>
                <a:lnTo>
                  <a:pt x="33" y="14"/>
                </a:lnTo>
                <a:lnTo>
                  <a:pt x="25" y="5"/>
                </a:lnTo>
                <a:lnTo>
                  <a:pt x="21" y="1"/>
                </a:lnTo>
                <a:lnTo>
                  <a:pt x="15" y="0"/>
                </a:lnTo>
                <a:lnTo>
                  <a:pt x="10" y="1"/>
                </a:lnTo>
                <a:lnTo>
                  <a:pt x="6" y="5"/>
                </a:lnTo>
                <a:lnTo>
                  <a:pt x="3" y="9"/>
                </a:lnTo>
                <a:lnTo>
                  <a:pt x="0" y="14"/>
                </a:lnTo>
                <a:lnTo>
                  <a:pt x="2" y="19"/>
                </a:lnTo>
                <a:lnTo>
                  <a:pt x="5" y="24"/>
                </a:lnTo>
                <a:lnTo>
                  <a:pt x="10" y="30"/>
                </a:lnTo>
                <a:lnTo>
                  <a:pt x="15" y="38"/>
                </a:lnTo>
                <a:lnTo>
                  <a:pt x="20" y="46"/>
                </a:lnTo>
                <a:lnTo>
                  <a:pt x="24" y="54"/>
                </a:lnTo>
                <a:lnTo>
                  <a:pt x="27" y="63"/>
                </a:lnTo>
                <a:lnTo>
                  <a:pt x="29" y="71"/>
                </a:lnTo>
                <a:lnTo>
                  <a:pt x="32" y="80"/>
                </a:lnTo>
                <a:lnTo>
                  <a:pt x="33" y="89"/>
                </a:lnTo>
                <a:lnTo>
                  <a:pt x="34" y="94"/>
                </a:lnTo>
                <a:lnTo>
                  <a:pt x="37" y="98"/>
                </a:lnTo>
                <a:lnTo>
                  <a:pt x="41" y="101"/>
                </a:lnTo>
                <a:lnTo>
                  <a:pt x="47" y="102"/>
                </a:lnTo>
                <a:lnTo>
                  <a:pt x="47" y="102"/>
                </a:lnTo>
                <a:lnTo>
                  <a:pt x="47" y="102"/>
                </a:lnTo>
                <a:lnTo>
                  <a:pt x="52" y="100"/>
                </a:lnTo>
                <a:lnTo>
                  <a:pt x="56" y="97"/>
                </a:lnTo>
                <a:lnTo>
                  <a:pt x="59" y="93"/>
                </a:lnTo>
                <a:lnTo>
                  <a:pt x="59" y="8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15" name="Freeform 344">
            <a:extLst>
              <a:ext uri="{FF2B5EF4-FFF2-40B4-BE49-F238E27FC236}">
                <a16:creationId xmlns:a16="http://schemas.microsoft.com/office/drawing/2014/main" id="{9FB900A1-2160-456F-AD7F-273364796665}"/>
              </a:ext>
            </a:extLst>
          </p:cNvPr>
          <p:cNvSpPr>
            <a:spLocks/>
          </p:cNvSpPr>
          <p:nvPr/>
        </p:nvSpPr>
        <p:spPr bwMode="auto">
          <a:xfrm>
            <a:off x="7604126" y="4178301"/>
            <a:ext cx="15875" cy="14288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4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3 w 28"/>
              <a:gd name="T25" fmla="*/ 24 h 28"/>
              <a:gd name="T26" fmla="*/ 26 w 28"/>
              <a:gd name="T27" fmla="*/ 19 h 28"/>
              <a:gd name="T28" fmla="*/ 28 w 28"/>
              <a:gd name="T29" fmla="*/ 14 h 28"/>
              <a:gd name="T30" fmla="*/ 26 w 28"/>
              <a:gd name="T31" fmla="*/ 9 h 28"/>
              <a:gd name="T32" fmla="*/ 23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6" y="19"/>
                </a:lnTo>
                <a:lnTo>
                  <a:pt x="28" y="14"/>
                </a:lnTo>
                <a:lnTo>
                  <a:pt x="26" y="9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D5139EBF-2C14-4CA9-AC1E-F76CEFD412E9}"/>
              </a:ext>
            </a:extLst>
          </p:cNvPr>
          <p:cNvGrpSpPr/>
          <p:nvPr/>
        </p:nvGrpSpPr>
        <p:grpSpPr>
          <a:xfrm>
            <a:off x="7359651" y="3246438"/>
            <a:ext cx="376238" cy="365126"/>
            <a:chOff x="7359651" y="3246438"/>
            <a:chExt cx="376238" cy="365126"/>
          </a:xfrm>
          <a:solidFill>
            <a:schemeClr val="bg1"/>
          </a:solidFill>
        </p:grpSpPr>
        <p:sp>
          <p:nvSpPr>
            <p:cNvPr id="216" name="Freeform 345">
              <a:extLst>
                <a:ext uri="{FF2B5EF4-FFF2-40B4-BE49-F238E27FC236}">
                  <a16:creationId xmlns:a16="http://schemas.microsoft.com/office/drawing/2014/main" id="{BE76D921-53B9-418E-AB41-8F47CB89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9651" y="3246438"/>
              <a:ext cx="376238" cy="365125"/>
            </a:xfrm>
            <a:custGeom>
              <a:avLst/>
              <a:gdLst>
                <a:gd name="T0" fmla="*/ 515 w 711"/>
                <a:gd name="T1" fmla="*/ 69 h 690"/>
                <a:gd name="T2" fmla="*/ 484 w 711"/>
                <a:gd name="T3" fmla="*/ 23 h 690"/>
                <a:gd name="T4" fmla="*/ 433 w 711"/>
                <a:gd name="T5" fmla="*/ 1 h 690"/>
                <a:gd name="T6" fmla="*/ 251 w 711"/>
                <a:gd name="T7" fmla="*/ 8 h 690"/>
                <a:gd name="T8" fmla="*/ 208 w 711"/>
                <a:gd name="T9" fmla="*/ 43 h 690"/>
                <a:gd name="T10" fmla="*/ 192 w 711"/>
                <a:gd name="T11" fmla="*/ 98 h 690"/>
                <a:gd name="T12" fmla="*/ 12 w 711"/>
                <a:gd name="T13" fmla="*/ 152 h 690"/>
                <a:gd name="T14" fmla="*/ 0 w 711"/>
                <a:gd name="T15" fmla="*/ 336 h 690"/>
                <a:gd name="T16" fmla="*/ 22 w 711"/>
                <a:gd name="T17" fmla="*/ 374 h 690"/>
                <a:gd name="T18" fmla="*/ 40 w 711"/>
                <a:gd name="T19" fmla="*/ 678 h 690"/>
                <a:gd name="T20" fmla="*/ 311 w 711"/>
                <a:gd name="T21" fmla="*/ 689 h 690"/>
                <a:gd name="T22" fmla="*/ 311 w 711"/>
                <a:gd name="T23" fmla="*/ 663 h 690"/>
                <a:gd name="T24" fmla="*/ 56 w 711"/>
                <a:gd name="T25" fmla="*/ 648 h 690"/>
                <a:gd name="T26" fmla="*/ 152 w 711"/>
                <a:gd name="T27" fmla="*/ 408 h 690"/>
                <a:gd name="T28" fmla="*/ 194 w 711"/>
                <a:gd name="T29" fmla="*/ 441 h 690"/>
                <a:gd name="T30" fmla="*/ 228 w 711"/>
                <a:gd name="T31" fmla="*/ 437 h 690"/>
                <a:gd name="T32" fmla="*/ 264 w 711"/>
                <a:gd name="T33" fmla="*/ 387 h 690"/>
                <a:gd name="T34" fmla="*/ 473 w 711"/>
                <a:gd name="T35" fmla="*/ 432 h 690"/>
                <a:gd name="T36" fmla="*/ 511 w 711"/>
                <a:gd name="T37" fmla="*/ 442 h 690"/>
                <a:gd name="T38" fmla="*/ 553 w 711"/>
                <a:gd name="T39" fmla="*/ 418 h 690"/>
                <a:gd name="T40" fmla="*/ 656 w 711"/>
                <a:gd name="T41" fmla="*/ 387 h 690"/>
                <a:gd name="T42" fmla="*/ 416 w 711"/>
                <a:gd name="T43" fmla="*/ 662 h 690"/>
                <a:gd name="T44" fmla="*/ 407 w 711"/>
                <a:gd name="T45" fmla="*/ 685 h 690"/>
                <a:gd name="T46" fmla="*/ 665 w 711"/>
                <a:gd name="T47" fmla="*/ 682 h 690"/>
                <a:gd name="T48" fmla="*/ 684 w 711"/>
                <a:gd name="T49" fmla="*/ 378 h 690"/>
                <a:gd name="T50" fmla="*/ 709 w 711"/>
                <a:gd name="T51" fmla="*/ 344 h 690"/>
                <a:gd name="T52" fmla="*/ 704 w 711"/>
                <a:gd name="T53" fmla="*/ 158 h 690"/>
                <a:gd name="T54" fmla="*/ 219 w 711"/>
                <a:gd name="T55" fmla="*/ 98 h 690"/>
                <a:gd name="T56" fmla="*/ 232 w 711"/>
                <a:gd name="T57" fmla="*/ 59 h 690"/>
                <a:gd name="T58" fmla="*/ 262 w 711"/>
                <a:gd name="T59" fmla="*/ 34 h 690"/>
                <a:gd name="T60" fmla="*/ 429 w 711"/>
                <a:gd name="T61" fmla="*/ 28 h 690"/>
                <a:gd name="T62" fmla="*/ 466 w 711"/>
                <a:gd name="T63" fmla="*/ 44 h 690"/>
                <a:gd name="T64" fmla="*/ 488 w 711"/>
                <a:gd name="T65" fmla="*/ 77 h 690"/>
                <a:gd name="T66" fmla="*/ 464 w 711"/>
                <a:gd name="T67" fmla="*/ 98 h 690"/>
                <a:gd name="T68" fmla="*/ 438 w 711"/>
                <a:gd name="T69" fmla="*/ 59 h 690"/>
                <a:gd name="T70" fmla="*/ 266 w 711"/>
                <a:gd name="T71" fmla="*/ 64 h 690"/>
                <a:gd name="T72" fmla="*/ 247 w 711"/>
                <a:gd name="T73" fmla="*/ 139 h 690"/>
                <a:gd name="T74" fmla="*/ 275 w 711"/>
                <a:gd name="T75" fmla="*/ 98 h 690"/>
                <a:gd name="T76" fmla="*/ 427 w 711"/>
                <a:gd name="T77" fmla="*/ 85 h 690"/>
                <a:gd name="T78" fmla="*/ 237 w 711"/>
                <a:gd name="T79" fmla="*/ 373 h 690"/>
                <a:gd name="T80" fmla="*/ 232 w 711"/>
                <a:gd name="T81" fmla="*/ 400 h 690"/>
                <a:gd name="T82" fmla="*/ 200 w 711"/>
                <a:gd name="T83" fmla="*/ 413 h 690"/>
                <a:gd name="T84" fmla="*/ 175 w 711"/>
                <a:gd name="T85" fmla="*/ 389 h 690"/>
                <a:gd name="T86" fmla="*/ 536 w 711"/>
                <a:gd name="T87" fmla="*/ 389 h 690"/>
                <a:gd name="T88" fmla="*/ 512 w 711"/>
                <a:gd name="T89" fmla="*/ 413 h 690"/>
                <a:gd name="T90" fmla="*/ 480 w 711"/>
                <a:gd name="T91" fmla="*/ 400 h 690"/>
                <a:gd name="T92" fmla="*/ 537 w 711"/>
                <a:gd name="T93" fmla="*/ 383 h 690"/>
                <a:gd name="T94" fmla="*/ 670 w 711"/>
                <a:gd name="T95" fmla="*/ 354 h 690"/>
                <a:gd name="T96" fmla="*/ 563 w 711"/>
                <a:gd name="T97" fmla="*/ 329 h 690"/>
                <a:gd name="T98" fmla="*/ 451 w 711"/>
                <a:gd name="T99" fmla="*/ 325 h 690"/>
                <a:gd name="T100" fmla="*/ 263 w 711"/>
                <a:gd name="T101" fmla="*/ 329 h 690"/>
                <a:gd name="T102" fmla="*/ 150 w 711"/>
                <a:gd name="T103" fmla="*/ 325 h 690"/>
                <a:gd name="T104" fmla="*/ 46 w 711"/>
                <a:gd name="T105" fmla="*/ 357 h 690"/>
                <a:gd name="T106" fmla="*/ 28 w 711"/>
                <a:gd name="T107" fmla="*/ 328 h 690"/>
                <a:gd name="T108" fmla="*/ 670 w 711"/>
                <a:gd name="T109" fmla="*/ 167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11" h="690">
                  <a:moveTo>
                    <a:pt x="670" y="139"/>
                  </a:moveTo>
                  <a:lnTo>
                    <a:pt x="519" y="139"/>
                  </a:lnTo>
                  <a:lnTo>
                    <a:pt x="519" y="98"/>
                  </a:lnTo>
                  <a:lnTo>
                    <a:pt x="518" y="87"/>
                  </a:lnTo>
                  <a:lnTo>
                    <a:pt x="517" y="78"/>
                  </a:lnTo>
                  <a:lnTo>
                    <a:pt x="515" y="69"/>
                  </a:lnTo>
                  <a:lnTo>
                    <a:pt x="512" y="59"/>
                  </a:lnTo>
                  <a:lnTo>
                    <a:pt x="508" y="52"/>
                  </a:lnTo>
                  <a:lnTo>
                    <a:pt x="502" y="43"/>
                  </a:lnTo>
                  <a:lnTo>
                    <a:pt x="497" y="36"/>
                  </a:lnTo>
                  <a:lnTo>
                    <a:pt x="490" y="29"/>
                  </a:lnTo>
                  <a:lnTo>
                    <a:pt x="484" y="23"/>
                  </a:lnTo>
                  <a:lnTo>
                    <a:pt x="477" y="18"/>
                  </a:lnTo>
                  <a:lnTo>
                    <a:pt x="468" y="12"/>
                  </a:lnTo>
                  <a:lnTo>
                    <a:pt x="460" y="8"/>
                  </a:lnTo>
                  <a:lnTo>
                    <a:pt x="451" y="5"/>
                  </a:lnTo>
                  <a:lnTo>
                    <a:pt x="442" y="3"/>
                  </a:lnTo>
                  <a:lnTo>
                    <a:pt x="433" y="1"/>
                  </a:lnTo>
                  <a:lnTo>
                    <a:pt x="422" y="0"/>
                  </a:lnTo>
                  <a:lnTo>
                    <a:pt x="289" y="0"/>
                  </a:lnTo>
                  <a:lnTo>
                    <a:pt x="279" y="1"/>
                  </a:lnTo>
                  <a:lnTo>
                    <a:pt x="269" y="3"/>
                  </a:lnTo>
                  <a:lnTo>
                    <a:pt x="260" y="5"/>
                  </a:lnTo>
                  <a:lnTo>
                    <a:pt x="251" y="8"/>
                  </a:lnTo>
                  <a:lnTo>
                    <a:pt x="243" y="12"/>
                  </a:lnTo>
                  <a:lnTo>
                    <a:pt x="235" y="18"/>
                  </a:lnTo>
                  <a:lnTo>
                    <a:pt x="228" y="23"/>
                  </a:lnTo>
                  <a:lnTo>
                    <a:pt x="220" y="29"/>
                  </a:lnTo>
                  <a:lnTo>
                    <a:pt x="214" y="36"/>
                  </a:lnTo>
                  <a:lnTo>
                    <a:pt x="208" y="43"/>
                  </a:lnTo>
                  <a:lnTo>
                    <a:pt x="204" y="52"/>
                  </a:lnTo>
                  <a:lnTo>
                    <a:pt x="200" y="59"/>
                  </a:lnTo>
                  <a:lnTo>
                    <a:pt x="196" y="69"/>
                  </a:lnTo>
                  <a:lnTo>
                    <a:pt x="193" y="78"/>
                  </a:lnTo>
                  <a:lnTo>
                    <a:pt x="192" y="87"/>
                  </a:lnTo>
                  <a:lnTo>
                    <a:pt x="192" y="98"/>
                  </a:lnTo>
                  <a:lnTo>
                    <a:pt x="192" y="139"/>
                  </a:lnTo>
                  <a:lnTo>
                    <a:pt x="42" y="139"/>
                  </a:lnTo>
                  <a:lnTo>
                    <a:pt x="33" y="140"/>
                  </a:lnTo>
                  <a:lnTo>
                    <a:pt x="26" y="143"/>
                  </a:lnTo>
                  <a:lnTo>
                    <a:pt x="18" y="146"/>
                  </a:lnTo>
                  <a:lnTo>
                    <a:pt x="12" y="152"/>
                  </a:lnTo>
                  <a:lnTo>
                    <a:pt x="8" y="158"/>
                  </a:lnTo>
                  <a:lnTo>
                    <a:pt x="3" y="165"/>
                  </a:lnTo>
                  <a:lnTo>
                    <a:pt x="1" y="173"/>
                  </a:lnTo>
                  <a:lnTo>
                    <a:pt x="0" y="181"/>
                  </a:lnTo>
                  <a:lnTo>
                    <a:pt x="0" y="328"/>
                  </a:lnTo>
                  <a:lnTo>
                    <a:pt x="0" y="336"/>
                  </a:lnTo>
                  <a:lnTo>
                    <a:pt x="2" y="344"/>
                  </a:lnTo>
                  <a:lnTo>
                    <a:pt x="4" y="350"/>
                  </a:lnTo>
                  <a:lnTo>
                    <a:pt x="8" y="357"/>
                  </a:lnTo>
                  <a:lnTo>
                    <a:pt x="12" y="363"/>
                  </a:lnTo>
                  <a:lnTo>
                    <a:pt x="16" y="369"/>
                  </a:lnTo>
                  <a:lnTo>
                    <a:pt x="22" y="374"/>
                  </a:lnTo>
                  <a:lnTo>
                    <a:pt x="28" y="378"/>
                  </a:lnTo>
                  <a:lnTo>
                    <a:pt x="28" y="648"/>
                  </a:lnTo>
                  <a:lnTo>
                    <a:pt x="29" y="656"/>
                  </a:lnTo>
                  <a:lnTo>
                    <a:pt x="31" y="664"/>
                  </a:lnTo>
                  <a:lnTo>
                    <a:pt x="36" y="671"/>
                  </a:lnTo>
                  <a:lnTo>
                    <a:pt x="40" y="678"/>
                  </a:lnTo>
                  <a:lnTo>
                    <a:pt x="46" y="682"/>
                  </a:lnTo>
                  <a:lnTo>
                    <a:pt x="54" y="686"/>
                  </a:lnTo>
                  <a:lnTo>
                    <a:pt x="61" y="689"/>
                  </a:lnTo>
                  <a:lnTo>
                    <a:pt x="70" y="690"/>
                  </a:lnTo>
                  <a:lnTo>
                    <a:pt x="306" y="690"/>
                  </a:lnTo>
                  <a:lnTo>
                    <a:pt x="311" y="689"/>
                  </a:lnTo>
                  <a:lnTo>
                    <a:pt x="316" y="685"/>
                  </a:lnTo>
                  <a:lnTo>
                    <a:pt x="319" y="681"/>
                  </a:lnTo>
                  <a:lnTo>
                    <a:pt x="320" y="676"/>
                  </a:lnTo>
                  <a:lnTo>
                    <a:pt x="319" y="670"/>
                  </a:lnTo>
                  <a:lnTo>
                    <a:pt x="316" y="666"/>
                  </a:lnTo>
                  <a:lnTo>
                    <a:pt x="311" y="663"/>
                  </a:lnTo>
                  <a:lnTo>
                    <a:pt x="306" y="662"/>
                  </a:lnTo>
                  <a:lnTo>
                    <a:pt x="70" y="662"/>
                  </a:lnTo>
                  <a:lnTo>
                    <a:pt x="65" y="661"/>
                  </a:lnTo>
                  <a:lnTo>
                    <a:pt x="60" y="657"/>
                  </a:lnTo>
                  <a:lnTo>
                    <a:pt x="57" y="653"/>
                  </a:lnTo>
                  <a:lnTo>
                    <a:pt x="56" y="648"/>
                  </a:lnTo>
                  <a:lnTo>
                    <a:pt x="56" y="387"/>
                  </a:lnTo>
                  <a:lnTo>
                    <a:pt x="57" y="387"/>
                  </a:lnTo>
                  <a:lnTo>
                    <a:pt x="58" y="387"/>
                  </a:lnTo>
                  <a:lnTo>
                    <a:pt x="147" y="387"/>
                  </a:lnTo>
                  <a:lnTo>
                    <a:pt x="148" y="398"/>
                  </a:lnTo>
                  <a:lnTo>
                    <a:pt x="152" y="408"/>
                  </a:lnTo>
                  <a:lnTo>
                    <a:pt x="158" y="418"/>
                  </a:lnTo>
                  <a:lnTo>
                    <a:pt x="165" y="426"/>
                  </a:lnTo>
                  <a:lnTo>
                    <a:pt x="174" y="432"/>
                  </a:lnTo>
                  <a:lnTo>
                    <a:pt x="184" y="437"/>
                  </a:lnTo>
                  <a:lnTo>
                    <a:pt x="189" y="439"/>
                  </a:lnTo>
                  <a:lnTo>
                    <a:pt x="194" y="441"/>
                  </a:lnTo>
                  <a:lnTo>
                    <a:pt x="200" y="442"/>
                  </a:lnTo>
                  <a:lnTo>
                    <a:pt x="206" y="442"/>
                  </a:lnTo>
                  <a:lnTo>
                    <a:pt x="212" y="442"/>
                  </a:lnTo>
                  <a:lnTo>
                    <a:pt x="217" y="441"/>
                  </a:lnTo>
                  <a:lnTo>
                    <a:pt x="222" y="439"/>
                  </a:lnTo>
                  <a:lnTo>
                    <a:pt x="228" y="437"/>
                  </a:lnTo>
                  <a:lnTo>
                    <a:pt x="237" y="432"/>
                  </a:lnTo>
                  <a:lnTo>
                    <a:pt x="246" y="426"/>
                  </a:lnTo>
                  <a:lnTo>
                    <a:pt x="253" y="418"/>
                  </a:lnTo>
                  <a:lnTo>
                    <a:pt x="259" y="408"/>
                  </a:lnTo>
                  <a:lnTo>
                    <a:pt x="263" y="398"/>
                  </a:lnTo>
                  <a:lnTo>
                    <a:pt x="264" y="387"/>
                  </a:lnTo>
                  <a:lnTo>
                    <a:pt x="446" y="387"/>
                  </a:lnTo>
                  <a:lnTo>
                    <a:pt x="449" y="398"/>
                  </a:lnTo>
                  <a:lnTo>
                    <a:pt x="452" y="408"/>
                  </a:lnTo>
                  <a:lnTo>
                    <a:pt x="458" y="418"/>
                  </a:lnTo>
                  <a:lnTo>
                    <a:pt x="465" y="426"/>
                  </a:lnTo>
                  <a:lnTo>
                    <a:pt x="473" y="432"/>
                  </a:lnTo>
                  <a:lnTo>
                    <a:pt x="483" y="437"/>
                  </a:lnTo>
                  <a:lnTo>
                    <a:pt x="488" y="439"/>
                  </a:lnTo>
                  <a:lnTo>
                    <a:pt x="494" y="441"/>
                  </a:lnTo>
                  <a:lnTo>
                    <a:pt x="500" y="442"/>
                  </a:lnTo>
                  <a:lnTo>
                    <a:pt x="505" y="442"/>
                  </a:lnTo>
                  <a:lnTo>
                    <a:pt x="511" y="442"/>
                  </a:lnTo>
                  <a:lnTo>
                    <a:pt x="517" y="441"/>
                  </a:lnTo>
                  <a:lnTo>
                    <a:pt x="523" y="439"/>
                  </a:lnTo>
                  <a:lnTo>
                    <a:pt x="528" y="437"/>
                  </a:lnTo>
                  <a:lnTo>
                    <a:pt x="538" y="432"/>
                  </a:lnTo>
                  <a:lnTo>
                    <a:pt x="546" y="426"/>
                  </a:lnTo>
                  <a:lnTo>
                    <a:pt x="553" y="418"/>
                  </a:lnTo>
                  <a:lnTo>
                    <a:pt x="558" y="408"/>
                  </a:lnTo>
                  <a:lnTo>
                    <a:pt x="562" y="398"/>
                  </a:lnTo>
                  <a:lnTo>
                    <a:pt x="564" y="387"/>
                  </a:lnTo>
                  <a:lnTo>
                    <a:pt x="652" y="387"/>
                  </a:lnTo>
                  <a:lnTo>
                    <a:pt x="654" y="387"/>
                  </a:lnTo>
                  <a:lnTo>
                    <a:pt x="656" y="387"/>
                  </a:lnTo>
                  <a:lnTo>
                    <a:pt x="656" y="648"/>
                  </a:lnTo>
                  <a:lnTo>
                    <a:pt x="655" y="653"/>
                  </a:lnTo>
                  <a:lnTo>
                    <a:pt x="651" y="657"/>
                  </a:lnTo>
                  <a:lnTo>
                    <a:pt x="647" y="661"/>
                  </a:lnTo>
                  <a:lnTo>
                    <a:pt x="642" y="662"/>
                  </a:lnTo>
                  <a:lnTo>
                    <a:pt x="416" y="662"/>
                  </a:lnTo>
                  <a:lnTo>
                    <a:pt x="411" y="663"/>
                  </a:lnTo>
                  <a:lnTo>
                    <a:pt x="407" y="666"/>
                  </a:lnTo>
                  <a:lnTo>
                    <a:pt x="404" y="670"/>
                  </a:lnTo>
                  <a:lnTo>
                    <a:pt x="402" y="676"/>
                  </a:lnTo>
                  <a:lnTo>
                    <a:pt x="404" y="681"/>
                  </a:lnTo>
                  <a:lnTo>
                    <a:pt x="407" y="685"/>
                  </a:lnTo>
                  <a:lnTo>
                    <a:pt x="411" y="689"/>
                  </a:lnTo>
                  <a:lnTo>
                    <a:pt x="416" y="690"/>
                  </a:lnTo>
                  <a:lnTo>
                    <a:pt x="642" y="690"/>
                  </a:lnTo>
                  <a:lnTo>
                    <a:pt x="650" y="689"/>
                  </a:lnTo>
                  <a:lnTo>
                    <a:pt x="658" y="686"/>
                  </a:lnTo>
                  <a:lnTo>
                    <a:pt x="665" y="682"/>
                  </a:lnTo>
                  <a:lnTo>
                    <a:pt x="671" y="678"/>
                  </a:lnTo>
                  <a:lnTo>
                    <a:pt x="676" y="671"/>
                  </a:lnTo>
                  <a:lnTo>
                    <a:pt x="680" y="664"/>
                  </a:lnTo>
                  <a:lnTo>
                    <a:pt x="682" y="656"/>
                  </a:lnTo>
                  <a:lnTo>
                    <a:pt x="684" y="648"/>
                  </a:lnTo>
                  <a:lnTo>
                    <a:pt x="684" y="378"/>
                  </a:lnTo>
                  <a:lnTo>
                    <a:pt x="689" y="374"/>
                  </a:lnTo>
                  <a:lnTo>
                    <a:pt x="694" y="369"/>
                  </a:lnTo>
                  <a:lnTo>
                    <a:pt x="700" y="363"/>
                  </a:lnTo>
                  <a:lnTo>
                    <a:pt x="703" y="357"/>
                  </a:lnTo>
                  <a:lnTo>
                    <a:pt x="706" y="350"/>
                  </a:lnTo>
                  <a:lnTo>
                    <a:pt x="709" y="344"/>
                  </a:lnTo>
                  <a:lnTo>
                    <a:pt x="710" y="336"/>
                  </a:lnTo>
                  <a:lnTo>
                    <a:pt x="711" y="328"/>
                  </a:lnTo>
                  <a:lnTo>
                    <a:pt x="711" y="181"/>
                  </a:lnTo>
                  <a:lnTo>
                    <a:pt x="710" y="173"/>
                  </a:lnTo>
                  <a:lnTo>
                    <a:pt x="707" y="165"/>
                  </a:lnTo>
                  <a:lnTo>
                    <a:pt x="704" y="158"/>
                  </a:lnTo>
                  <a:lnTo>
                    <a:pt x="699" y="152"/>
                  </a:lnTo>
                  <a:lnTo>
                    <a:pt x="692" y="146"/>
                  </a:lnTo>
                  <a:lnTo>
                    <a:pt x="686" y="143"/>
                  </a:lnTo>
                  <a:lnTo>
                    <a:pt x="677" y="140"/>
                  </a:lnTo>
                  <a:lnTo>
                    <a:pt x="670" y="139"/>
                  </a:lnTo>
                  <a:close/>
                  <a:moveTo>
                    <a:pt x="219" y="98"/>
                  </a:moveTo>
                  <a:lnTo>
                    <a:pt x="220" y="91"/>
                  </a:lnTo>
                  <a:lnTo>
                    <a:pt x="221" y="84"/>
                  </a:lnTo>
                  <a:lnTo>
                    <a:pt x="222" y="77"/>
                  </a:lnTo>
                  <a:lnTo>
                    <a:pt x="225" y="71"/>
                  </a:lnTo>
                  <a:lnTo>
                    <a:pt x="228" y="65"/>
                  </a:lnTo>
                  <a:lnTo>
                    <a:pt x="232" y="59"/>
                  </a:lnTo>
                  <a:lnTo>
                    <a:pt x="235" y="54"/>
                  </a:lnTo>
                  <a:lnTo>
                    <a:pt x="239" y="49"/>
                  </a:lnTo>
                  <a:lnTo>
                    <a:pt x="245" y="44"/>
                  </a:lnTo>
                  <a:lnTo>
                    <a:pt x="250" y="40"/>
                  </a:lnTo>
                  <a:lnTo>
                    <a:pt x="255" y="37"/>
                  </a:lnTo>
                  <a:lnTo>
                    <a:pt x="262" y="34"/>
                  </a:lnTo>
                  <a:lnTo>
                    <a:pt x="268" y="32"/>
                  </a:lnTo>
                  <a:lnTo>
                    <a:pt x="275" y="29"/>
                  </a:lnTo>
                  <a:lnTo>
                    <a:pt x="282" y="28"/>
                  </a:lnTo>
                  <a:lnTo>
                    <a:pt x="289" y="28"/>
                  </a:lnTo>
                  <a:lnTo>
                    <a:pt x="422" y="28"/>
                  </a:lnTo>
                  <a:lnTo>
                    <a:pt x="429" y="28"/>
                  </a:lnTo>
                  <a:lnTo>
                    <a:pt x="436" y="29"/>
                  </a:lnTo>
                  <a:lnTo>
                    <a:pt x="443" y="32"/>
                  </a:lnTo>
                  <a:lnTo>
                    <a:pt x="450" y="34"/>
                  </a:lnTo>
                  <a:lnTo>
                    <a:pt x="455" y="37"/>
                  </a:lnTo>
                  <a:lnTo>
                    <a:pt x="460" y="40"/>
                  </a:lnTo>
                  <a:lnTo>
                    <a:pt x="466" y="44"/>
                  </a:lnTo>
                  <a:lnTo>
                    <a:pt x="471" y="49"/>
                  </a:lnTo>
                  <a:lnTo>
                    <a:pt x="475" y="54"/>
                  </a:lnTo>
                  <a:lnTo>
                    <a:pt x="480" y="59"/>
                  </a:lnTo>
                  <a:lnTo>
                    <a:pt x="483" y="65"/>
                  </a:lnTo>
                  <a:lnTo>
                    <a:pt x="486" y="71"/>
                  </a:lnTo>
                  <a:lnTo>
                    <a:pt x="488" y="77"/>
                  </a:lnTo>
                  <a:lnTo>
                    <a:pt x="490" y="84"/>
                  </a:lnTo>
                  <a:lnTo>
                    <a:pt x="492" y="91"/>
                  </a:lnTo>
                  <a:lnTo>
                    <a:pt x="492" y="98"/>
                  </a:lnTo>
                  <a:lnTo>
                    <a:pt x="492" y="139"/>
                  </a:lnTo>
                  <a:lnTo>
                    <a:pt x="464" y="139"/>
                  </a:lnTo>
                  <a:lnTo>
                    <a:pt x="464" y="98"/>
                  </a:lnTo>
                  <a:lnTo>
                    <a:pt x="463" y="89"/>
                  </a:lnTo>
                  <a:lnTo>
                    <a:pt x="460" y="82"/>
                  </a:lnTo>
                  <a:lnTo>
                    <a:pt x="457" y="74"/>
                  </a:lnTo>
                  <a:lnTo>
                    <a:pt x="452" y="68"/>
                  </a:lnTo>
                  <a:lnTo>
                    <a:pt x="445" y="64"/>
                  </a:lnTo>
                  <a:lnTo>
                    <a:pt x="438" y="59"/>
                  </a:lnTo>
                  <a:lnTo>
                    <a:pt x="430" y="57"/>
                  </a:lnTo>
                  <a:lnTo>
                    <a:pt x="422" y="56"/>
                  </a:lnTo>
                  <a:lnTo>
                    <a:pt x="289" y="56"/>
                  </a:lnTo>
                  <a:lnTo>
                    <a:pt x="280" y="57"/>
                  </a:lnTo>
                  <a:lnTo>
                    <a:pt x="273" y="59"/>
                  </a:lnTo>
                  <a:lnTo>
                    <a:pt x="266" y="64"/>
                  </a:lnTo>
                  <a:lnTo>
                    <a:pt x="260" y="68"/>
                  </a:lnTo>
                  <a:lnTo>
                    <a:pt x="254" y="74"/>
                  </a:lnTo>
                  <a:lnTo>
                    <a:pt x="250" y="82"/>
                  </a:lnTo>
                  <a:lnTo>
                    <a:pt x="248" y="89"/>
                  </a:lnTo>
                  <a:lnTo>
                    <a:pt x="247" y="98"/>
                  </a:lnTo>
                  <a:lnTo>
                    <a:pt x="247" y="139"/>
                  </a:lnTo>
                  <a:lnTo>
                    <a:pt x="219" y="139"/>
                  </a:lnTo>
                  <a:lnTo>
                    <a:pt x="219" y="98"/>
                  </a:lnTo>
                  <a:close/>
                  <a:moveTo>
                    <a:pt x="436" y="98"/>
                  </a:moveTo>
                  <a:lnTo>
                    <a:pt x="436" y="139"/>
                  </a:lnTo>
                  <a:lnTo>
                    <a:pt x="275" y="139"/>
                  </a:lnTo>
                  <a:lnTo>
                    <a:pt x="275" y="98"/>
                  </a:lnTo>
                  <a:lnTo>
                    <a:pt x="276" y="93"/>
                  </a:lnTo>
                  <a:lnTo>
                    <a:pt x="279" y="88"/>
                  </a:lnTo>
                  <a:lnTo>
                    <a:pt x="283" y="85"/>
                  </a:lnTo>
                  <a:lnTo>
                    <a:pt x="289" y="84"/>
                  </a:lnTo>
                  <a:lnTo>
                    <a:pt x="422" y="84"/>
                  </a:lnTo>
                  <a:lnTo>
                    <a:pt x="427" y="85"/>
                  </a:lnTo>
                  <a:lnTo>
                    <a:pt x="431" y="88"/>
                  </a:lnTo>
                  <a:lnTo>
                    <a:pt x="435" y="93"/>
                  </a:lnTo>
                  <a:lnTo>
                    <a:pt x="436" y="98"/>
                  </a:lnTo>
                  <a:close/>
                  <a:moveTo>
                    <a:pt x="237" y="373"/>
                  </a:moveTo>
                  <a:lnTo>
                    <a:pt x="237" y="373"/>
                  </a:lnTo>
                  <a:lnTo>
                    <a:pt x="237" y="373"/>
                  </a:lnTo>
                  <a:lnTo>
                    <a:pt x="237" y="373"/>
                  </a:lnTo>
                  <a:lnTo>
                    <a:pt x="237" y="373"/>
                  </a:lnTo>
                  <a:lnTo>
                    <a:pt x="237" y="383"/>
                  </a:lnTo>
                  <a:lnTo>
                    <a:pt x="236" y="389"/>
                  </a:lnTo>
                  <a:lnTo>
                    <a:pt x="234" y="394"/>
                  </a:lnTo>
                  <a:lnTo>
                    <a:pt x="232" y="400"/>
                  </a:lnTo>
                  <a:lnTo>
                    <a:pt x="228" y="405"/>
                  </a:lnTo>
                  <a:lnTo>
                    <a:pt x="223" y="408"/>
                  </a:lnTo>
                  <a:lnTo>
                    <a:pt x="218" y="412"/>
                  </a:lnTo>
                  <a:lnTo>
                    <a:pt x="212" y="413"/>
                  </a:lnTo>
                  <a:lnTo>
                    <a:pt x="206" y="414"/>
                  </a:lnTo>
                  <a:lnTo>
                    <a:pt x="200" y="413"/>
                  </a:lnTo>
                  <a:lnTo>
                    <a:pt x="193" y="412"/>
                  </a:lnTo>
                  <a:lnTo>
                    <a:pt x="188" y="408"/>
                  </a:lnTo>
                  <a:lnTo>
                    <a:pt x="184" y="405"/>
                  </a:lnTo>
                  <a:lnTo>
                    <a:pt x="179" y="400"/>
                  </a:lnTo>
                  <a:lnTo>
                    <a:pt x="177" y="394"/>
                  </a:lnTo>
                  <a:lnTo>
                    <a:pt x="175" y="389"/>
                  </a:lnTo>
                  <a:lnTo>
                    <a:pt x="174" y="383"/>
                  </a:lnTo>
                  <a:lnTo>
                    <a:pt x="174" y="348"/>
                  </a:lnTo>
                  <a:lnTo>
                    <a:pt x="237" y="348"/>
                  </a:lnTo>
                  <a:lnTo>
                    <a:pt x="237" y="373"/>
                  </a:lnTo>
                  <a:close/>
                  <a:moveTo>
                    <a:pt x="537" y="383"/>
                  </a:moveTo>
                  <a:lnTo>
                    <a:pt x="536" y="389"/>
                  </a:lnTo>
                  <a:lnTo>
                    <a:pt x="534" y="394"/>
                  </a:lnTo>
                  <a:lnTo>
                    <a:pt x="531" y="400"/>
                  </a:lnTo>
                  <a:lnTo>
                    <a:pt x="528" y="405"/>
                  </a:lnTo>
                  <a:lnTo>
                    <a:pt x="523" y="408"/>
                  </a:lnTo>
                  <a:lnTo>
                    <a:pt x="517" y="412"/>
                  </a:lnTo>
                  <a:lnTo>
                    <a:pt x="512" y="413"/>
                  </a:lnTo>
                  <a:lnTo>
                    <a:pt x="505" y="414"/>
                  </a:lnTo>
                  <a:lnTo>
                    <a:pt x="499" y="413"/>
                  </a:lnTo>
                  <a:lnTo>
                    <a:pt x="494" y="412"/>
                  </a:lnTo>
                  <a:lnTo>
                    <a:pt x="488" y="408"/>
                  </a:lnTo>
                  <a:lnTo>
                    <a:pt x="483" y="405"/>
                  </a:lnTo>
                  <a:lnTo>
                    <a:pt x="480" y="400"/>
                  </a:lnTo>
                  <a:lnTo>
                    <a:pt x="477" y="394"/>
                  </a:lnTo>
                  <a:lnTo>
                    <a:pt x="475" y="389"/>
                  </a:lnTo>
                  <a:lnTo>
                    <a:pt x="474" y="383"/>
                  </a:lnTo>
                  <a:lnTo>
                    <a:pt x="474" y="348"/>
                  </a:lnTo>
                  <a:lnTo>
                    <a:pt x="537" y="348"/>
                  </a:lnTo>
                  <a:lnTo>
                    <a:pt x="537" y="383"/>
                  </a:lnTo>
                  <a:close/>
                  <a:moveTo>
                    <a:pt x="684" y="328"/>
                  </a:moveTo>
                  <a:lnTo>
                    <a:pt x="682" y="334"/>
                  </a:lnTo>
                  <a:lnTo>
                    <a:pt x="680" y="341"/>
                  </a:lnTo>
                  <a:lnTo>
                    <a:pt x="678" y="345"/>
                  </a:lnTo>
                  <a:lnTo>
                    <a:pt x="674" y="350"/>
                  </a:lnTo>
                  <a:lnTo>
                    <a:pt x="670" y="354"/>
                  </a:lnTo>
                  <a:lnTo>
                    <a:pt x="664" y="357"/>
                  </a:lnTo>
                  <a:lnTo>
                    <a:pt x="659" y="358"/>
                  </a:lnTo>
                  <a:lnTo>
                    <a:pt x="652" y="359"/>
                  </a:lnTo>
                  <a:lnTo>
                    <a:pt x="564" y="359"/>
                  </a:lnTo>
                  <a:lnTo>
                    <a:pt x="564" y="334"/>
                  </a:lnTo>
                  <a:lnTo>
                    <a:pt x="563" y="329"/>
                  </a:lnTo>
                  <a:lnTo>
                    <a:pt x="560" y="325"/>
                  </a:lnTo>
                  <a:lnTo>
                    <a:pt x="556" y="321"/>
                  </a:lnTo>
                  <a:lnTo>
                    <a:pt x="551" y="320"/>
                  </a:lnTo>
                  <a:lnTo>
                    <a:pt x="460" y="320"/>
                  </a:lnTo>
                  <a:lnTo>
                    <a:pt x="455" y="321"/>
                  </a:lnTo>
                  <a:lnTo>
                    <a:pt x="451" y="325"/>
                  </a:lnTo>
                  <a:lnTo>
                    <a:pt x="448" y="329"/>
                  </a:lnTo>
                  <a:lnTo>
                    <a:pt x="446" y="334"/>
                  </a:lnTo>
                  <a:lnTo>
                    <a:pt x="446" y="359"/>
                  </a:lnTo>
                  <a:lnTo>
                    <a:pt x="264" y="359"/>
                  </a:lnTo>
                  <a:lnTo>
                    <a:pt x="264" y="334"/>
                  </a:lnTo>
                  <a:lnTo>
                    <a:pt x="263" y="329"/>
                  </a:lnTo>
                  <a:lnTo>
                    <a:pt x="261" y="325"/>
                  </a:lnTo>
                  <a:lnTo>
                    <a:pt x="257" y="321"/>
                  </a:lnTo>
                  <a:lnTo>
                    <a:pt x="251" y="320"/>
                  </a:lnTo>
                  <a:lnTo>
                    <a:pt x="161" y="320"/>
                  </a:lnTo>
                  <a:lnTo>
                    <a:pt x="156" y="321"/>
                  </a:lnTo>
                  <a:lnTo>
                    <a:pt x="150" y="325"/>
                  </a:lnTo>
                  <a:lnTo>
                    <a:pt x="148" y="329"/>
                  </a:lnTo>
                  <a:lnTo>
                    <a:pt x="147" y="334"/>
                  </a:lnTo>
                  <a:lnTo>
                    <a:pt x="147" y="359"/>
                  </a:lnTo>
                  <a:lnTo>
                    <a:pt x="58" y="359"/>
                  </a:lnTo>
                  <a:lnTo>
                    <a:pt x="53" y="358"/>
                  </a:lnTo>
                  <a:lnTo>
                    <a:pt x="46" y="357"/>
                  </a:lnTo>
                  <a:lnTo>
                    <a:pt x="41" y="354"/>
                  </a:lnTo>
                  <a:lnTo>
                    <a:pt x="37" y="350"/>
                  </a:lnTo>
                  <a:lnTo>
                    <a:pt x="33" y="345"/>
                  </a:lnTo>
                  <a:lnTo>
                    <a:pt x="30" y="341"/>
                  </a:lnTo>
                  <a:lnTo>
                    <a:pt x="28" y="334"/>
                  </a:lnTo>
                  <a:lnTo>
                    <a:pt x="28" y="328"/>
                  </a:lnTo>
                  <a:lnTo>
                    <a:pt x="28" y="181"/>
                  </a:lnTo>
                  <a:lnTo>
                    <a:pt x="29" y="175"/>
                  </a:lnTo>
                  <a:lnTo>
                    <a:pt x="32" y="171"/>
                  </a:lnTo>
                  <a:lnTo>
                    <a:pt x="37" y="168"/>
                  </a:lnTo>
                  <a:lnTo>
                    <a:pt x="42" y="167"/>
                  </a:lnTo>
                  <a:lnTo>
                    <a:pt x="670" y="167"/>
                  </a:lnTo>
                  <a:lnTo>
                    <a:pt x="675" y="168"/>
                  </a:lnTo>
                  <a:lnTo>
                    <a:pt x="679" y="171"/>
                  </a:lnTo>
                  <a:lnTo>
                    <a:pt x="682" y="175"/>
                  </a:lnTo>
                  <a:lnTo>
                    <a:pt x="684" y="181"/>
                  </a:lnTo>
                  <a:lnTo>
                    <a:pt x="684" y="32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7" name="Freeform 346">
              <a:extLst>
                <a:ext uri="{FF2B5EF4-FFF2-40B4-BE49-F238E27FC236}">
                  <a16:creationId xmlns:a16="http://schemas.microsoft.com/office/drawing/2014/main" id="{7DAECA84-7AD0-46D7-A8E9-21DD8702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1" y="3597276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8" name="Freeform 347">
              <a:extLst>
                <a:ext uri="{FF2B5EF4-FFF2-40B4-BE49-F238E27FC236}">
                  <a16:creationId xmlns:a16="http://schemas.microsoft.com/office/drawing/2014/main" id="{55430077-1B99-4121-8F3B-841382731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1" y="3355976"/>
              <a:ext cx="14288" cy="14288"/>
            </a:xfrm>
            <a:custGeom>
              <a:avLst/>
              <a:gdLst>
                <a:gd name="T0" fmla="*/ 23 w 27"/>
                <a:gd name="T1" fmla="*/ 4 h 27"/>
                <a:gd name="T2" fmla="*/ 19 w 27"/>
                <a:gd name="T3" fmla="*/ 1 h 27"/>
                <a:gd name="T4" fmla="*/ 14 w 27"/>
                <a:gd name="T5" fmla="*/ 0 h 27"/>
                <a:gd name="T6" fmla="*/ 8 w 27"/>
                <a:gd name="T7" fmla="*/ 1 h 27"/>
                <a:gd name="T8" fmla="*/ 4 w 27"/>
                <a:gd name="T9" fmla="*/ 4 h 27"/>
                <a:gd name="T10" fmla="*/ 1 w 27"/>
                <a:gd name="T11" fmla="*/ 8 h 27"/>
                <a:gd name="T12" fmla="*/ 0 w 27"/>
                <a:gd name="T13" fmla="*/ 13 h 27"/>
                <a:gd name="T14" fmla="*/ 1 w 27"/>
                <a:gd name="T15" fmla="*/ 19 h 27"/>
                <a:gd name="T16" fmla="*/ 4 w 27"/>
                <a:gd name="T17" fmla="*/ 23 h 27"/>
                <a:gd name="T18" fmla="*/ 8 w 27"/>
                <a:gd name="T19" fmla="*/ 26 h 27"/>
                <a:gd name="T20" fmla="*/ 14 w 27"/>
                <a:gd name="T21" fmla="*/ 27 h 27"/>
                <a:gd name="T22" fmla="*/ 19 w 27"/>
                <a:gd name="T23" fmla="*/ 26 h 27"/>
                <a:gd name="T24" fmla="*/ 23 w 27"/>
                <a:gd name="T25" fmla="*/ 23 h 27"/>
                <a:gd name="T26" fmla="*/ 26 w 27"/>
                <a:gd name="T27" fmla="*/ 19 h 27"/>
                <a:gd name="T28" fmla="*/ 27 w 27"/>
                <a:gd name="T29" fmla="*/ 13 h 27"/>
                <a:gd name="T30" fmla="*/ 26 w 27"/>
                <a:gd name="T31" fmla="*/ 8 h 27"/>
                <a:gd name="T32" fmla="*/ 23 w 27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7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7" y="13"/>
                  </a:lnTo>
                  <a:lnTo>
                    <a:pt x="26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9" name="Freeform 348">
              <a:extLst>
                <a:ext uri="{FF2B5EF4-FFF2-40B4-BE49-F238E27FC236}">
                  <a16:creationId xmlns:a16="http://schemas.microsoft.com/office/drawing/2014/main" id="{FBAF22E3-2FD0-4E16-9D56-DCE00DDFA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1" y="3355976"/>
              <a:ext cx="112713" cy="14288"/>
            </a:xfrm>
            <a:custGeom>
              <a:avLst/>
              <a:gdLst>
                <a:gd name="T0" fmla="*/ 201 w 215"/>
                <a:gd name="T1" fmla="*/ 0 h 27"/>
                <a:gd name="T2" fmla="*/ 13 w 215"/>
                <a:gd name="T3" fmla="*/ 0 h 27"/>
                <a:gd name="T4" fmla="*/ 8 w 215"/>
                <a:gd name="T5" fmla="*/ 1 h 27"/>
                <a:gd name="T6" fmla="*/ 4 w 215"/>
                <a:gd name="T7" fmla="*/ 4 h 27"/>
                <a:gd name="T8" fmla="*/ 1 w 215"/>
                <a:gd name="T9" fmla="*/ 8 h 27"/>
                <a:gd name="T10" fmla="*/ 0 w 215"/>
                <a:gd name="T11" fmla="*/ 13 h 27"/>
                <a:gd name="T12" fmla="*/ 1 w 215"/>
                <a:gd name="T13" fmla="*/ 19 h 27"/>
                <a:gd name="T14" fmla="*/ 4 w 215"/>
                <a:gd name="T15" fmla="*/ 23 h 27"/>
                <a:gd name="T16" fmla="*/ 8 w 215"/>
                <a:gd name="T17" fmla="*/ 26 h 27"/>
                <a:gd name="T18" fmla="*/ 13 w 215"/>
                <a:gd name="T19" fmla="*/ 27 h 27"/>
                <a:gd name="T20" fmla="*/ 201 w 215"/>
                <a:gd name="T21" fmla="*/ 27 h 27"/>
                <a:gd name="T22" fmla="*/ 207 w 215"/>
                <a:gd name="T23" fmla="*/ 26 h 27"/>
                <a:gd name="T24" fmla="*/ 211 w 215"/>
                <a:gd name="T25" fmla="*/ 23 h 27"/>
                <a:gd name="T26" fmla="*/ 214 w 215"/>
                <a:gd name="T27" fmla="*/ 19 h 27"/>
                <a:gd name="T28" fmla="*/ 215 w 215"/>
                <a:gd name="T29" fmla="*/ 13 h 27"/>
                <a:gd name="T30" fmla="*/ 214 w 215"/>
                <a:gd name="T31" fmla="*/ 8 h 27"/>
                <a:gd name="T32" fmla="*/ 211 w 215"/>
                <a:gd name="T33" fmla="*/ 4 h 27"/>
                <a:gd name="T34" fmla="*/ 207 w 215"/>
                <a:gd name="T35" fmla="*/ 1 h 27"/>
                <a:gd name="T36" fmla="*/ 201 w 215"/>
                <a:gd name="T3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27">
                  <a:moveTo>
                    <a:pt x="201" y="0"/>
                  </a:move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3" y="27"/>
                  </a:lnTo>
                  <a:lnTo>
                    <a:pt x="201" y="27"/>
                  </a:lnTo>
                  <a:lnTo>
                    <a:pt x="207" y="26"/>
                  </a:lnTo>
                  <a:lnTo>
                    <a:pt x="211" y="23"/>
                  </a:lnTo>
                  <a:lnTo>
                    <a:pt x="214" y="19"/>
                  </a:lnTo>
                  <a:lnTo>
                    <a:pt x="215" y="13"/>
                  </a:lnTo>
                  <a:lnTo>
                    <a:pt x="214" y="8"/>
                  </a:lnTo>
                  <a:lnTo>
                    <a:pt x="211" y="4"/>
                  </a:lnTo>
                  <a:lnTo>
                    <a:pt x="207" y="1"/>
                  </a:lnTo>
                  <a:lnTo>
                    <a:pt x="20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02FE8449-DB76-4051-928F-A37C14EAC6FA}"/>
              </a:ext>
            </a:extLst>
          </p:cNvPr>
          <p:cNvGrpSpPr/>
          <p:nvPr/>
        </p:nvGrpSpPr>
        <p:grpSpPr>
          <a:xfrm>
            <a:off x="7359651" y="2508251"/>
            <a:ext cx="374650" cy="376238"/>
            <a:chOff x="7359651" y="2508251"/>
            <a:chExt cx="374650" cy="376238"/>
          </a:xfrm>
          <a:solidFill>
            <a:schemeClr val="bg1"/>
          </a:solidFill>
        </p:grpSpPr>
        <p:sp>
          <p:nvSpPr>
            <p:cNvPr id="220" name="Freeform 349">
              <a:extLst>
                <a:ext uri="{FF2B5EF4-FFF2-40B4-BE49-F238E27FC236}">
                  <a16:creationId xmlns:a16="http://schemas.microsoft.com/office/drawing/2014/main" id="{F2A159E0-3346-49E6-B89D-EA824FAE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3151" y="2597151"/>
              <a:ext cx="250825" cy="255588"/>
            </a:xfrm>
            <a:custGeom>
              <a:avLst/>
              <a:gdLst>
                <a:gd name="T0" fmla="*/ 193 w 475"/>
                <a:gd name="T1" fmla="*/ 5 h 482"/>
                <a:gd name="T2" fmla="*/ 137 w 475"/>
                <a:gd name="T3" fmla="*/ 22 h 482"/>
                <a:gd name="T4" fmla="*/ 85 w 475"/>
                <a:gd name="T5" fmla="*/ 53 h 482"/>
                <a:gd name="T6" fmla="*/ 43 w 475"/>
                <a:gd name="T7" fmla="*/ 96 h 482"/>
                <a:gd name="T8" fmla="*/ 13 w 475"/>
                <a:gd name="T9" fmla="*/ 146 h 482"/>
                <a:gd name="T10" fmla="*/ 0 w 475"/>
                <a:gd name="T11" fmla="*/ 189 h 482"/>
                <a:gd name="T12" fmla="*/ 11 w 475"/>
                <a:gd name="T13" fmla="*/ 201 h 482"/>
                <a:gd name="T14" fmla="*/ 25 w 475"/>
                <a:gd name="T15" fmla="*/ 196 h 482"/>
                <a:gd name="T16" fmla="*/ 39 w 475"/>
                <a:gd name="T17" fmla="*/ 156 h 482"/>
                <a:gd name="T18" fmla="*/ 66 w 475"/>
                <a:gd name="T19" fmla="*/ 111 h 482"/>
                <a:gd name="T20" fmla="*/ 103 w 475"/>
                <a:gd name="T21" fmla="*/ 73 h 482"/>
                <a:gd name="T22" fmla="*/ 147 w 475"/>
                <a:gd name="T23" fmla="*/ 46 h 482"/>
                <a:gd name="T24" fmla="*/ 199 w 475"/>
                <a:gd name="T25" fmla="*/ 31 h 482"/>
                <a:gd name="T26" fmla="*/ 245 w 475"/>
                <a:gd name="T27" fmla="*/ 29 h 482"/>
                <a:gd name="T28" fmla="*/ 277 w 475"/>
                <a:gd name="T29" fmla="*/ 32 h 482"/>
                <a:gd name="T30" fmla="*/ 336 w 475"/>
                <a:gd name="T31" fmla="*/ 54 h 482"/>
                <a:gd name="T32" fmla="*/ 384 w 475"/>
                <a:gd name="T33" fmla="*/ 90 h 482"/>
                <a:gd name="T34" fmla="*/ 422 w 475"/>
                <a:gd name="T35" fmla="*/ 140 h 482"/>
                <a:gd name="T36" fmla="*/ 443 w 475"/>
                <a:gd name="T37" fmla="*/ 199 h 482"/>
                <a:gd name="T38" fmla="*/ 447 w 475"/>
                <a:gd name="T39" fmla="*/ 230 h 482"/>
                <a:gd name="T40" fmla="*/ 447 w 475"/>
                <a:gd name="T41" fmla="*/ 263 h 482"/>
                <a:gd name="T42" fmla="*/ 438 w 475"/>
                <a:gd name="T43" fmla="*/ 304 h 482"/>
                <a:gd name="T44" fmla="*/ 411 w 475"/>
                <a:gd name="T45" fmla="*/ 360 h 482"/>
                <a:gd name="T46" fmla="*/ 369 w 475"/>
                <a:gd name="T47" fmla="*/ 405 h 482"/>
                <a:gd name="T48" fmla="*/ 317 w 475"/>
                <a:gd name="T49" fmla="*/ 437 h 482"/>
                <a:gd name="T50" fmla="*/ 266 w 475"/>
                <a:gd name="T51" fmla="*/ 452 h 482"/>
                <a:gd name="T52" fmla="*/ 234 w 475"/>
                <a:gd name="T53" fmla="*/ 454 h 482"/>
                <a:gd name="T54" fmla="*/ 181 w 475"/>
                <a:gd name="T55" fmla="*/ 447 h 482"/>
                <a:gd name="T56" fmla="*/ 131 w 475"/>
                <a:gd name="T57" fmla="*/ 428 h 482"/>
                <a:gd name="T58" fmla="*/ 89 w 475"/>
                <a:gd name="T59" fmla="*/ 396 h 482"/>
                <a:gd name="T60" fmla="*/ 55 w 475"/>
                <a:gd name="T61" fmla="*/ 357 h 482"/>
                <a:gd name="T62" fmla="*/ 33 w 475"/>
                <a:gd name="T63" fmla="*/ 307 h 482"/>
                <a:gd name="T64" fmla="*/ 21 w 475"/>
                <a:gd name="T65" fmla="*/ 282 h 482"/>
                <a:gd name="T66" fmla="*/ 6 w 475"/>
                <a:gd name="T67" fmla="*/ 282 h 482"/>
                <a:gd name="T68" fmla="*/ 0 w 475"/>
                <a:gd name="T69" fmla="*/ 297 h 482"/>
                <a:gd name="T70" fmla="*/ 21 w 475"/>
                <a:gd name="T71" fmla="*/ 352 h 482"/>
                <a:gd name="T72" fmla="*/ 55 w 475"/>
                <a:gd name="T73" fmla="*/ 402 h 482"/>
                <a:gd name="T74" fmla="*/ 100 w 475"/>
                <a:gd name="T75" fmla="*/ 442 h 482"/>
                <a:gd name="T76" fmla="*/ 155 w 475"/>
                <a:gd name="T77" fmla="*/ 468 h 482"/>
                <a:gd name="T78" fmla="*/ 214 w 475"/>
                <a:gd name="T79" fmla="*/ 481 h 482"/>
                <a:gd name="T80" fmla="*/ 259 w 475"/>
                <a:gd name="T81" fmla="*/ 481 h 482"/>
                <a:gd name="T82" fmla="*/ 294 w 475"/>
                <a:gd name="T83" fmla="*/ 475 h 482"/>
                <a:gd name="T84" fmla="*/ 328 w 475"/>
                <a:gd name="T85" fmla="*/ 463 h 482"/>
                <a:gd name="T86" fmla="*/ 359 w 475"/>
                <a:gd name="T87" fmla="*/ 447 h 482"/>
                <a:gd name="T88" fmla="*/ 388 w 475"/>
                <a:gd name="T89" fmla="*/ 426 h 482"/>
                <a:gd name="T90" fmla="*/ 412 w 475"/>
                <a:gd name="T91" fmla="*/ 403 h 482"/>
                <a:gd name="T92" fmla="*/ 434 w 475"/>
                <a:gd name="T93" fmla="*/ 376 h 482"/>
                <a:gd name="T94" fmla="*/ 451 w 475"/>
                <a:gd name="T95" fmla="*/ 346 h 482"/>
                <a:gd name="T96" fmla="*/ 464 w 475"/>
                <a:gd name="T97" fmla="*/ 313 h 482"/>
                <a:gd name="T98" fmla="*/ 472 w 475"/>
                <a:gd name="T99" fmla="*/ 278 h 482"/>
                <a:gd name="T100" fmla="*/ 475 w 475"/>
                <a:gd name="T101" fmla="*/ 242 h 482"/>
                <a:gd name="T102" fmla="*/ 472 w 475"/>
                <a:gd name="T103" fmla="*/ 204 h 482"/>
                <a:gd name="T104" fmla="*/ 464 w 475"/>
                <a:gd name="T105" fmla="*/ 170 h 482"/>
                <a:gd name="T106" fmla="*/ 451 w 475"/>
                <a:gd name="T107" fmla="*/ 137 h 482"/>
                <a:gd name="T108" fmla="*/ 434 w 475"/>
                <a:gd name="T109" fmla="*/ 107 h 482"/>
                <a:gd name="T110" fmla="*/ 412 w 475"/>
                <a:gd name="T111" fmla="*/ 80 h 482"/>
                <a:gd name="T112" fmla="*/ 388 w 475"/>
                <a:gd name="T113" fmla="*/ 56 h 482"/>
                <a:gd name="T114" fmla="*/ 359 w 475"/>
                <a:gd name="T115" fmla="*/ 36 h 482"/>
                <a:gd name="T116" fmla="*/ 328 w 475"/>
                <a:gd name="T117" fmla="*/ 20 h 482"/>
                <a:gd name="T118" fmla="*/ 294 w 475"/>
                <a:gd name="T119" fmla="*/ 8 h 482"/>
                <a:gd name="T120" fmla="*/ 259 w 475"/>
                <a:gd name="T121" fmla="*/ 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75" h="482">
                  <a:moveTo>
                    <a:pt x="234" y="0"/>
                  </a:moveTo>
                  <a:lnTo>
                    <a:pt x="214" y="1"/>
                  </a:lnTo>
                  <a:lnTo>
                    <a:pt x="193" y="5"/>
                  </a:lnTo>
                  <a:lnTo>
                    <a:pt x="174" y="8"/>
                  </a:lnTo>
                  <a:lnTo>
                    <a:pt x="155" y="14"/>
                  </a:lnTo>
                  <a:lnTo>
                    <a:pt x="137" y="22"/>
                  </a:lnTo>
                  <a:lnTo>
                    <a:pt x="118" y="30"/>
                  </a:lnTo>
                  <a:lnTo>
                    <a:pt x="101" y="41"/>
                  </a:lnTo>
                  <a:lnTo>
                    <a:pt x="85" y="53"/>
                  </a:lnTo>
                  <a:lnTo>
                    <a:pt x="70" y="66"/>
                  </a:lnTo>
                  <a:lnTo>
                    <a:pt x="56" y="80"/>
                  </a:lnTo>
                  <a:lnTo>
                    <a:pt x="43" y="96"/>
                  </a:lnTo>
                  <a:lnTo>
                    <a:pt x="31" y="112"/>
                  </a:lnTo>
                  <a:lnTo>
                    <a:pt x="22" y="129"/>
                  </a:lnTo>
                  <a:lnTo>
                    <a:pt x="13" y="146"/>
                  </a:lnTo>
                  <a:lnTo>
                    <a:pt x="7" y="166"/>
                  </a:lnTo>
                  <a:lnTo>
                    <a:pt x="0" y="184"/>
                  </a:lnTo>
                  <a:lnTo>
                    <a:pt x="0" y="189"/>
                  </a:lnTo>
                  <a:lnTo>
                    <a:pt x="3" y="195"/>
                  </a:lnTo>
                  <a:lnTo>
                    <a:pt x="6" y="199"/>
                  </a:lnTo>
                  <a:lnTo>
                    <a:pt x="11" y="201"/>
                  </a:lnTo>
                  <a:lnTo>
                    <a:pt x="16" y="201"/>
                  </a:lnTo>
                  <a:lnTo>
                    <a:pt x="22" y="199"/>
                  </a:lnTo>
                  <a:lnTo>
                    <a:pt x="25" y="196"/>
                  </a:lnTo>
                  <a:lnTo>
                    <a:pt x="28" y="190"/>
                  </a:lnTo>
                  <a:lnTo>
                    <a:pt x="33" y="173"/>
                  </a:lnTo>
                  <a:lnTo>
                    <a:pt x="39" y="156"/>
                  </a:lnTo>
                  <a:lnTo>
                    <a:pt x="48" y="140"/>
                  </a:lnTo>
                  <a:lnTo>
                    <a:pt x="56" y="125"/>
                  </a:lnTo>
                  <a:lnTo>
                    <a:pt x="66" y="111"/>
                  </a:lnTo>
                  <a:lnTo>
                    <a:pt x="78" y="97"/>
                  </a:lnTo>
                  <a:lnTo>
                    <a:pt x="89" y="85"/>
                  </a:lnTo>
                  <a:lnTo>
                    <a:pt x="103" y="73"/>
                  </a:lnTo>
                  <a:lnTo>
                    <a:pt x="117" y="64"/>
                  </a:lnTo>
                  <a:lnTo>
                    <a:pt x="132" y="55"/>
                  </a:lnTo>
                  <a:lnTo>
                    <a:pt x="147" y="46"/>
                  </a:lnTo>
                  <a:lnTo>
                    <a:pt x="163" y="40"/>
                  </a:lnTo>
                  <a:lnTo>
                    <a:pt x="181" y="36"/>
                  </a:lnTo>
                  <a:lnTo>
                    <a:pt x="199" y="31"/>
                  </a:lnTo>
                  <a:lnTo>
                    <a:pt x="216" y="29"/>
                  </a:lnTo>
                  <a:lnTo>
                    <a:pt x="234" y="28"/>
                  </a:lnTo>
                  <a:lnTo>
                    <a:pt x="245" y="29"/>
                  </a:lnTo>
                  <a:lnTo>
                    <a:pt x="257" y="29"/>
                  </a:lnTo>
                  <a:lnTo>
                    <a:pt x="266" y="31"/>
                  </a:lnTo>
                  <a:lnTo>
                    <a:pt x="277" y="32"/>
                  </a:lnTo>
                  <a:lnTo>
                    <a:pt x="298" y="38"/>
                  </a:lnTo>
                  <a:lnTo>
                    <a:pt x="317" y="45"/>
                  </a:lnTo>
                  <a:lnTo>
                    <a:pt x="336" y="54"/>
                  </a:lnTo>
                  <a:lnTo>
                    <a:pt x="353" y="65"/>
                  </a:lnTo>
                  <a:lnTo>
                    <a:pt x="369" y="78"/>
                  </a:lnTo>
                  <a:lnTo>
                    <a:pt x="384" y="90"/>
                  </a:lnTo>
                  <a:lnTo>
                    <a:pt x="398" y="106"/>
                  </a:lnTo>
                  <a:lnTo>
                    <a:pt x="411" y="123"/>
                  </a:lnTo>
                  <a:lnTo>
                    <a:pt x="422" y="140"/>
                  </a:lnTo>
                  <a:lnTo>
                    <a:pt x="431" y="158"/>
                  </a:lnTo>
                  <a:lnTo>
                    <a:pt x="438" y="179"/>
                  </a:lnTo>
                  <a:lnTo>
                    <a:pt x="443" y="199"/>
                  </a:lnTo>
                  <a:lnTo>
                    <a:pt x="445" y="209"/>
                  </a:lnTo>
                  <a:lnTo>
                    <a:pt x="447" y="219"/>
                  </a:lnTo>
                  <a:lnTo>
                    <a:pt x="447" y="230"/>
                  </a:lnTo>
                  <a:lnTo>
                    <a:pt x="448" y="242"/>
                  </a:lnTo>
                  <a:lnTo>
                    <a:pt x="447" y="253"/>
                  </a:lnTo>
                  <a:lnTo>
                    <a:pt x="447" y="263"/>
                  </a:lnTo>
                  <a:lnTo>
                    <a:pt x="445" y="274"/>
                  </a:lnTo>
                  <a:lnTo>
                    <a:pt x="443" y="284"/>
                  </a:lnTo>
                  <a:lnTo>
                    <a:pt x="438" y="304"/>
                  </a:lnTo>
                  <a:lnTo>
                    <a:pt x="431" y="325"/>
                  </a:lnTo>
                  <a:lnTo>
                    <a:pt x="422" y="343"/>
                  </a:lnTo>
                  <a:lnTo>
                    <a:pt x="411" y="360"/>
                  </a:lnTo>
                  <a:lnTo>
                    <a:pt x="398" y="377"/>
                  </a:lnTo>
                  <a:lnTo>
                    <a:pt x="384" y="392"/>
                  </a:lnTo>
                  <a:lnTo>
                    <a:pt x="369" y="405"/>
                  </a:lnTo>
                  <a:lnTo>
                    <a:pt x="353" y="418"/>
                  </a:lnTo>
                  <a:lnTo>
                    <a:pt x="336" y="429"/>
                  </a:lnTo>
                  <a:lnTo>
                    <a:pt x="317" y="437"/>
                  </a:lnTo>
                  <a:lnTo>
                    <a:pt x="298" y="445"/>
                  </a:lnTo>
                  <a:lnTo>
                    <a:pt x="277" y="450"/>
                  </a:lnTo>
                  <a:lnTo>
                    <a:pt x="266" y="452"/>
                  </a:lnTo>
                  <a:lnTo>
                    <a:pt x="257" y="453"/>
                  </a:lnTo>
                  <a:lnTo>
                    <a:pt x="245" y="454"/>
                  </a:lnTo>
                  <a:lnTo>
                    <a:pt x="234" y="454"/>
                  </a:lnTo>
                  <a:lnTo>
                    <a:pt x="216" y="453"/>
                  </a:lnTo>
                  <a:lnTo>
                    <a:pt x="198" y="451"/>
                  </a:lnTo>
                  <a:lnTo>
                    <a:pt x="181" y="447"/>
                  </a:lnTo>
                  <a:lnTo>
                    <a:pt x="163" y="443"/>
                  </a:lnTo>
                  <a:lnTo>
                    <a:pt x="147" y="435"/>
                  </a:lnTo>
                  <a:lnTo>
                    <a:pt x="131" y="428"/>
                  </a:lnTo>
                  <a:lnTo>
                    <a:pt x="116" y="419"/>
                  </a:lnTo>
                  <a:lnTo>
                    <a:pt x="102" y="408"/>
                  </a:lnTo>
                  <a:lnTo>
                    <a:pt x="89" y="396"/>
                  </a:lnTo>
                  <a:lnTo>
                    <a:pt x="77" y="385"/>
                  </a:lnTo>
                  <a:lnTo>
                    <a:pt x="66" y="371"/>
                  </a:lnTo>
                  <a:lnTo>
                    <a:pt x="55" y="357"/>
                  </a:lnTo>
                  <a:lnTo>
                    <a:pt x="47" y="341"/>
                  </a:lnTo>
                  <a:lnTo>
                    <a:pt x="39" y="325"/>
                  </a:lnTo>
                  <a:lnTo>
                    <a:pt x="33" y="307"/>
                  </a:lnTo>
                  <a:lnTo>
                    <a:pt x="27" y="290"/>
                  </a:lnTo>
                  <a:lnTo>
                    <a:pt x="25" y="285"/>
                  </a:lnTo>
                  <a:lnTo>
                    <a:pt x="21" y="282"/>
                  </a:lnTo>
                  <a:lnTo>
                    <a:pt x="16" y="279"/>
                  </a:lnTo>
                  <a:lnTo>
                    <a:pt x="11" y="279"/>
                  </a:lnTo>
                  <a:lnTo>
                    <a:pt x="6" y="282"/>
                  </a:lnTo>
                  <a:lnTo>
                    <a:pt x="3" y="286"/>
                  </a:lnTo>
                  <a:lnTo>
                    <a:pt x="0" y="291"/>
                  </a:lnTo>
                  <a:lnTo>
                    <a:pt x="0" y="297"/>
                  </a:lnTo>
                  <a:lnTo>
                    <a:pt x="6" y="316"/>
                  </a:lnTo>
                  <a:lnTo>
                    <a:pt x="12" y="334"/>
                  </a:lnTo>
                  <a:lnTo>
                    <a:pt x="21" y="352"/>
                  </a:lnTo>
                  <a:lnTo>
                    <a:pt x="31" y="370"/>
                  </a:lnTo>
                  <a:lnTo>
                    <a:pt x="42" y="386"/>
                  </a:lnTo>
                  <a:lnTo>
                    <a:pt x="55" y="402"/>
                  </a:lnTo>
                  <a:lnTo>
                    <a:pt x="69" y="416"/>
                  </a:lnTo>
                  <a:lnTo>
                    <a:pt x="84" y="429"/>
                  </a:lnTo>
                  <a:lnTo>
                    <a:pt x="100" y="442"/>
                  </a:lnTo>
                  <a:lnTo>
                    <a:pt x="117" y="451"/>
                  </a:lnTo>
                  <a:lnTo>
                    <a:pt x="136" y="461"/>
                  </a:lnTo>
                  <a:lnTo>
                    <a:pt x="155" y="468"/>
                  </a:lnTo>
                  <a:lnTo>
                    <a:pt x="174" y="474"/>
                  </a:lnTo>
                  <a:lnTo>
                    <a:pt x="193" y="478"/>
                  </a:lnTo>
                  <a:lnTo>
                    <a:pt x="214" y="481"/>
                  </a:lnTo>
                  <a:lnTo>
                    <a:pt x="234" y="482"/>
                  </a:lnTo>
                  <a:lnTo>
                    <a:pt x="247" y="481"/>
                  </a:lnTo>
                  <a:lnTo>
                    <a:pt x="259" y="481"/>
                  </a:lnTo>
                  <a:lnTo>
                    <a:pt x="271" y="479"/>
                  </a:lnTo>
                  <a:lnTo>
                    <a:pt x="283" y="477"/>
                  </a:lnTo>
                  <a:lnTo>
                    <a:pt x="294" y="475"/>
                  </a:lnTo>
                  <a:lnTo>
                    <a:pt x="306" y="472"/>
                  </a:lnTo>
                  <a:lnTo>
                    <a:pt x="317" y="467"/>
                  </a:lnTo>
                  <a:lnTo>
                    <a:pt x="328" y="463"/>
                  </a:lnTo>
                  <a:lnTo>
                    <a:pt x="338" y="459"/>
                  </a:lnTo>
                  <a:lnTo>
                    <a:pt x="349" y="453"/>
                  </a:lnTo>
                  <a:lnTo>
                    <a:pt x="359" y="447"/>
                  </a:lnTo>
                  <a:lnTo>
                    <a:pt x="369" y="440"/>
                  </a:lnTo>
                  <a:lnTo>
                    <a:pt x="378" y="434"/>
                  </a:lnTo>
                  <a:lnTo>
                    <a:pt x="388" y="426"/>
                  </a:lnTo>
                  <a:lnTo>
                    <a:pt x="396" y="419"/>
                  </a:lnTo>
                  <a:lnTo>
                    <a:pt x="405" y="411"/>
                  </a:lnTo>
                  <a:lnTo>
                    <a:pt x="412" y="403"/>
                  </a:lnTo>
                  <a:lnTo>
                    <a:pt x="420" y="394"/>
                  </a:lnTo>
                  <a:lnTo>
                    <a:pt x="427" y="386"/>
                  </a:lnTo>
                  <a:lnTo>
                    <a:pt x="434" y="376"/>
                  </a:lnTo>
                  <a:lnTo>
                    <a:pt x="440" y="366"/>
                  </a:lnTo>
                  <a:lnTo>
                    <a:pt x="446" y="356"/>
                  </a:lnTo>
                  <a:lnTo>
                    <a:pt x="451" y="346"/>
                  </a:lnTo>
                  <a:lnTo>
                    <a:pt x="456" y="335"/>
                  </a:lnTo>
                  <a:lnTo>
                    <a:pt x="461" y="325"/>
                  </a:lnTo>
                  <a:lnTo>
                    <a:pt x="464" y="313"/>
                  </a:lnTo>
                  <a:lnTo>
                    <a:pt x="467" y="301"/>
                  </a:lnTo>
                  <a:lnTo>
                    <a:pt x="470" y="290"/>
                  </a:lnTo>
                  <a:lnTo>
                    <a:pt x="472" y="278"/>
                  </a:lnTo>
                  <a:lnTo>
                    <a:pt x="474" y="265"/>
                  </a:lnTo>
                  <a:lnTo>
                    <a:pt x="475" y="254"/>
                  </a:lnTo>
                  <a:lnTo>
                    <a:pt x="475" y="242"/>
                  </a:lnTo>
                  <a:lnTo>
                    <a:pt x="475" y="229"/>
                  </a:lnTo>
                  <a:lnTo>
                    <a:pt x="474" y="217"/>
                  </a:lnTo>
                  <a:lnTo>
                    <a:pt x="472" y="204"/>
                  </a:lnTo>
                  <a:lnTo>
                    <a:pt x="470" y="192"/>
                  </a:lnTo>
                  <a:lnTo>
                    <a:pt x="467" y="182"/>
                  </a:lnTo>
                  <a:lnTo>
                    <a:pt x="464" y="170"/>
                  </a:lnTo>
                  <a:lnTo>
                    <a:pt x="461" y="159"/>
                  </a:lnTo>
                  <a:lnTo>
                    <a:pt x="456" y="147"/>
                  </a:lnTo>
                  <a:lnTo>
                    <a:pt x="451" y="137"/>
                  </a:lnTo>
                  <a:lnTo>
                    <a:pt x="446" y="127"/>
                  </a:lnTo>
                  <a:lnTo>
                    <a:pt x="440" y="116"/>
                  </a:lnTo>
                  <a:lnTo>
                    <a:pt x="434" y="107"/>
                  </a:lnTo>
                  <a:lnTo>
                    <a:pt x="427" y="97"/>
                  </a:lnTo>
                  <a:lnTo>
                    <a:pt x="420" y="88"/>
                  </a:lnTo>
                  <a:lnTo>
                    <a:pt x="412" y="80"/>
                  </a:lnTo>
                  <a:lnTo>
                    <a:pt x="405" y="71"/>
                  </a:lnTo>
                  <a:lnTo>
                    <a:pt x="396" y="64"/>
                  </a:lnTo>
                  <a:lnTo>
                    <a:pt x="388" y="56"/>
                  </a:lnTo>
                  <a:lnTo>
                    <a:pt x="378" y="49"/>
                  </a:lnTo>
                  <a:lnTo>
                    <a:pt x="369" y="42"/>
                  </a:lnTo>
                  <a:lnTo>
                    <a:pt x="359" y="36"/>
                  </a:lnTo>
                  <a:lnTo>
                    <a:pt x="349" y="29"/>
                  </a:lnTo>
                  <a:lnTo>
                    <a:pt x="338" y="25"/>
                  </a:lnTo>
                  <a:lnTo>
                    <a:pt x="328" y="20"/>
                  </a:lnTo>
                  <a:lnTo>
                    <a:pt x="317" y="15"/>
                  </a:lnTo>
                  <a:lnTo>
                    <a:pt x="306" y="11"/>
                  </a:lnTo>
                  <a:lnTo>
                    <a:pt x="294" y="8"/>
                  </a:lnTo>
                  <a:lnTo>
                    <a:pt x="283" y="6"/>
                  </a:lnTo>
                  <a:lnTo>
                    <a:pt x="271" y="4"/>
                  </a:lnTo>
                  <a:lnTo>
                    <a:pt x="259" y="2"/>
                  </a:lnTo>
                  <a:lnTo>
                    <a:pt x="247" y="1"/>
                  </a:lnTo>
                  <a:lnTo>
                    <a:pt x="2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1" name="Freeform 350">
              <a:extLst>
                <a:ext uri="{FF2B5EF4-FFF2-40B4-BE49-F238E27FC236}">
                  <a16:creationId xmlns:a16="http://schemas.microsoft.com/office/drawing/2014/main" id="{06800E57-30F2-42B5-A8F5-4A72BD54B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9651" y="2508251"/>
              <a:ext cx="374650" cy="376238"/>
            </a:xfrm>
            <a:custGeom>
              <a:avLst/>
              <a:gdLst>
                <a:gd name="T0" fmla="*/ 590 w 710"/>
                <a:gd name="T1" fmla="*/ 38 h 712"/>
                <a:gd name="T2" fmla="*/ 503 w 710"/>
                <a:gd name="T3" fmla="*/ 70 h 712"/>
                <a:gd name="T4" fmla="*/ 473 w 710"/>
                <a:gd name="T5" fmla="*/ 132 h 712"/>
                <a:gd name="T6" fmla="*/ 415 w 710"/>
                <a:gd name="T7" fmla="*/ 80 h 712"/>
                <a:gd name="T8" fmla="*/ 434 w 710"/>
                <a:gd name="T9" fmla="*/ 18 h 712"/>
                <a:gd name="T10" fmla="*/ 289 w 710"/>
                <a:gd name="T11" fmla="*/ 7 h 712"/>
                <a:gd name="T12" fmla="*/ 282 w 710"/>
                <a:gd name="T13" fmla="*/ 71 h 712"/>
                <a:gd name="T14" fmla="*/ 278 w 710"/>
                <a:gd name="T15" fmla="*/ 118 h 712"/>
                <a:gd name="T16" fmla="*/ 212 w 710"/>
                <a:gd name="T17" fmla="*/ 80 h 712"/>
                <a:gd name="T18" fmla="*/ 142 w 710"/>
                <a:gd name="T19" fmla="*/ 38 h 712"/>
                <a:gd name="T20" fmla="*/ 55 w 710"/>
                <a:gd name="T21" fmla="*/ 70 h 712"/>
                <a:gd name="T22" fmla="*/ 0 w 710"/>
                <a:gd name="T23" fmla="*/ 169 h 712"/>
                <a:gd name="T24" fmla="*/ 37 w 710"/>
                <a:gd name="T25" fmla="*/ 249 h 712"/>
                <a:gd name="T26" fmla="*/ 92 w 710"/>
                <a:gd name="T27" fmla="*/ 262 h 712"/>
                <a:gd name="T28" fmla="*/ 56 w 710"/>
                <a:gd name="T29" fmla="*/ 370 h 712"/>
                <a:gd name="T30" fmla="*/ 91 w 710"/>
                <a:gd name="T31" fmla="*/ 555 h 712"/>
                <a:gd name="T32" fmla="*/ 77 w 710"/>
                <a:gd name="T33" fmla="*/ 666 h 712"/>
                <a:gd name="T34" fmla="*/ 72 w 710"/>
                <a:gd name="T35" fmla="*/ 710 h 712"/>
                <a:gd name="T36" fmla="*/ 127 w 710"/>
                <a:gd name="T37" fmla="*/ 710 h 712"/>
                <a:gd name="T38" fmla="*/ 284 w 710"/>
                <a:gd name="T39" fmla="*/ 703 h 712"/>
                <a:gd name="T40" fmla="*/ 493 w 710"/>
                <a:gd name="T41" fmla="*/ 678 h 712"/>
                <a:gd name="T42" fmla="*/ 612 w 710"/>
                <a:gd name="T43" fmla="*/ 712 h 712"/>
                <a:gd name="T44" fmla="*/ 649 w 710"/>
                <a:gd name="T45" fmla="*/ 703 h 712"/>
                <a:gd name="T46" fmla="*/ 617 w 710"/>
                <a:gd name="T47" fmla="*/ 640 h 712"/>
                <a:gd name="T48" fmla="*/ 648 w 710"/>
                <a:gd name="T49" fmla="*/ 485 h 712"/>
                <a:gd name="T50" fmla="*/ 647 w 710"/>
                <a:gd name="T51" fmla="*/ 333 h 712"/>
                <a:gd name="T52" fmla="*/ 598 w 710"/>
                <a:gd name="T53" fmla="*/ 229 h 712"/>
                <a:gd name="T54" fmla="*/ 693 w 710"/>
                <a:gd name="T55" fmla="*/ 228 h 712"/>
                <a:gd name="T56" fmla="*/ 706 w 710"/>
                <a:gd name="T57" fmla="*/ 138 h 712"/>
                <a:gd name="T58" fmla="*/ 299 w 710"/>
                <a:gd name="T59" fmla="*/ 47 h 712"/>
                <a:gd name="T60" fmla="*/ 412 w 710"/>
                <a:gd name="T61" fmla="*/ 36 h 712"/>
                <a:gd name="T62" fmla="*/ 42 w 710"/>
                <a:gd name="T63" fmla="*/ 216 h 712"/>
                <a:gd name="T64" fmla="*/ 38 w 710"/>
                <a:gd name="T65" fmla="*/ 132 h 712"/>
                <a:gd name="T66" fmla="*/ 109 w 710"/>
                <a:gd name="T67" fmla="*/ 70 h 712"/>
                <a:gd name="T68" fmla="*/ 129 w 710"/>
                <a:gd name="T69" fmla="*/ 129 h 712"/>
                <a:gd name="T70" fmla="*/ 140 w 710"/>
                <a:gd name="T71" fmla="*/ 198 h 712"/>
                <a:gd name="T72" fmla="*/ 141 w 710"/>
                <a:gd name="T73" fmla="*/ 621 h 712"/>
                <a:gd name="T74" fmla="*/ 561 w 710"/>
                <a:gd name="T75" fmla="*/ 630 h 712"/>
                <a:gd name="T76" fmla="*/ 629 w 710"/>
                <a:gd name="T77" fmla="*/ 424 h 712"/>
                <a:gd name="T78" fmla="*/ 597 w 710"/>
                <a:gd name="T79" fmla="*/ 540 h 712"/>
                <a:gd name="T80" fmla="*/ 519 w 710"/>
                <a:gd name="T81" fmla="*/ 629 h 712"/>
                <a:gd name="T82" fmla="*/ 411 w 710"/>
                <a:gd name="T83" fmla="*/ 678 h 712"/>
                <a:gd name="T84" fmla="*/ 288 w 710"/>
                <a:gd name="T85" fmla="*/ 675 h 712"/>
                <a:gd name="T86" fmla="*/ 181 w 710"/>
                <a:gd name="T87" fmla="*/ 620 h 712"/>
                <a:gd name="T88" fmla="*/ 109 w 710"/>
                <a:gd name="T89" fmla="*/ 528 h 712"/>
                <a:gd name="T90" fmla="*/ 82 w 710"/>
                <a:gd name="T91" fmla="*/ 410 h 712"/>
                <a:gd name="T92" fmla="*/ 109 w 710"/>
                <a:gd name="T93" fmla="*/ 291 h 712"/>
                <a:gd name="T94" fmla="*/ 181 w 710"/>
                <a:gd name="T95" fmla="*/ 198 h 712"/>
                <a:gd name="T96" fmla="*/ 288 w 710"/>
                <a:gd name="T97" fmla="*/ 144 h 712"/>
                <a:gd name="T98" fmla="*/ 411 w 710"/>
                <a:gd name="T99" fmla="*/ 140 h 712"/>
                <a:gd name="T100" fmla="*/ 519 w 710"/>
                <a:gd name="T101" fmla="*/ 190 h 712"/>
                <a:gd name="T102" fmla="*/ 597 w 710"/>
                <a:gd name="T103" fmla="*/ 279 h 712"/>
                <a:gd name="T104" fmla="*/ 629 w 710"/>
                <a:gd name="T105" fmla="*/ 395 h 712"/>
                <a:gd name="T106" fmla="*/ 571 w 710"/>
                <a:gd name="T107" fmla="*/ 198 h 712"/>
                <a:gd name="T108" fmla="*/ 603 w 710"/>
                <a:gd name="T109" fmla="*/ 70 h 712"/>
                <a:gd name="T110" fmla="*/ 673 w 710"/>
                <a:gd name="T111" fmla="*/ 130 h 712"/>
                <a:gd name="T112" fmla="*/ 680 w 710"/>
                <a:gd name="T113" fmla="*/ 19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0" h="712">
                  <a:moveTo>
                    <a:pt x="679" y="93"/>
                  </a:moveTo>
                  <a:lnTo>
                    <a:pt x="657" y="70"/>
                  </a:lnTo>
                  <a:lnTo>
                    <a:pt x="648" y="63"/>
                  </a:lnTo>
                  <a:lnTo>
                    <a:pt x="640" y="57"/>
                  </a:lnTo>
                  <a:lnTo>
                    <a:pt x="631" y="51"/>
                  </a:lnTo>
                  <a:lnTo>
                    <a:pt x="621" y="47"/>
                  </a:lnTo>
                  <a:lnTo>
                    <a:pt x="612" y="43"/>
                  </a:lnTo>
                  <a:lnTo>
                    <a:pt x="601" y="41"/>
                  </a:lnTo>
                  <a:lnTo>
                    <a:pt x="590" y="38"/>
                  </a:lnTo>
                  <a:lnTo>
                    <a:pt x="579" y="38"/>
                  </a:lnTo>
                  <a:lnTo>
                    <a:pt x="569" y="38"/>
                  </a:lnTo>
                  <a:lnTo>
                    <a:pt x="559" y="41"/>
                  </a:lnTo>
                  <a:lnTo>
                    <a:pt x="548" y="43"/>
                  </a:lnTo>
                  <a:lnTo>
                    <a:pt x="539" y="47"/>
                  </a:lnTo>
                  <a:lnTo>
                    <a:pt x="529" y="51"/>
                  </a:lnTo>
                  <a:lnTo>
                    <a:pt x="520" y="57"/>
                  </a:lnTo>
                  <a:lnTo>
                    <a:pt x="512" y="63"/>
                  </a:lnTo>
                  <a:lnTo>
                    <a:pt x="503" y="70"/>
                  </a:lnTo>
                  <a:lnTo>
                    <a:pt x="501" y="75"/>
                  </a:lnTo>
                  <a:lnTo>
                    <a:pt x="500" y="80"/>
                  </a:lnTo>
                  <a:lnTo>
                    <a:pt x="501" y="85"/>
                  </a:lnTo>
                  <a:lnTo>
                    <a:pt x="503" y="90"/>
                  </a:lnTo>
                  <a:lnTo>
                    <a:pt x="553" y="138"/>
                  </a:lnTo>
                  <a:lnTo>
                    <a:pt x="529" y="162"/>
                  </a:lnTo>
                  <a:lnTo>
                    <a:pt x="511" y="151"/>
                  </a:lnTo>
                  <a:lnTo>
                    <a:pt x="493" y="140"/>
                  </a:lnTo>
                  <a:lnTo>
                    <a:pt x="473" y="132"/>
                  </a:lnTo>
                  <a:lnTo>
                    <a:pt x="453" y="123"/>
                  </a:lnTo>
                  <a:lnTo>
                    <a:pt x="434" y="118"/>
                  </a:lnTo>
                  <a:lnTo>
                    <a:pt x="412" y="112"/>
                  </a:lnTo>
                  <a:lnTo>
                    <a:pt x="391" y="109"/>
                  </a:lnTo>
                  <a:lnTo>
                    <a:pt x="369" y="108"/>
                  </a:lnTo>
                  <a:lnTo>
                    <a:pt x="369" y="83"/>
                  </a:lnTo>
                  <a:lnTo>
                    <a:pt x="399" y="83"/>
                  </a:lnTo>
                  <a:lnTo>
                    <a:pt x="408" y="82"/>
                  </a:lnTo>
                  <a:lnTo>
                    <a:pt x="415" y="80"/>
                  </a:lnTo>
                  <a:lnTo>
                    <a:pt x="422" y="76"/>
                  </a:lnTo>
                  <a:lnTo>
                    <a:pt x="428" y="71"/>
                  </a:lnTo>
                  <a:lnTo>
                    <a:pt x="434" y="65"/>
                  </a:lnTo>
                  <a:lnTo>
                    <a:pt x="437" y="58"/>
                  </a:lnTo>
                  <a:lnTo>
                    <a:pt x="440" y="50"/>
                  </a:lnTo>
                  <a:lnTo>
                    <a:pt x="441" y="42"/>
                  </a:lnTo>
                  <a:lnTo>
                    <a:pt x="440" y="33"/>
                  </a:lnTo>
                  <a:lnTo>
                    <a:pt x="437" y="26"/>
                  </a:lnTo>
                  <a:lnTo>
                    <a:pt x="434" y="18"/>
                  </a:lnTo>
                  <a:lnTo>
                    <a:pt x="428" y="13"/>
                  </a:lnTo>
                  <a:lnTo>
                    <a:pt x="422" y="7"/>
                  </a:lnTo>
                  <a:lnTo>
                    <a:pt x="415" y="3"/>
                  </a:lnTo>
                  <a:lnTo>
                    <a:pt x="408" y="1"/>
                  </a:lnTo>
                  <a:lnTo>
                    <a:pt x="399" y="0"/>
                  </a:lnTo>
                  <a:lnTo>
                    <a:pt x="312" y="0"/>
                  </a:lnTo>
                  <a:lnTo>
                    <a:pt x="304" y="1"/>
                  </a:lnTo>
                  <a:lnTo>
                    <a:pt x="296" y="3"/>
                  </a:lnTo>
                  <a:lnTo>
                    <a:pt x="289" y="7"/>
                  </a:lnTo>
                  <a:lnTo>
                    <a:pt x="282" y="13"/>
                  </a:lnTo>
                  <a:lnTo>
                    <a:pt x="278" y="18"/>
                  </a:lnTo>
                  <a:lnTo>
                    <a:pt x="274" y="26"/>
                  </a:lnTo>
                  <a:lnTo>
                    <a:pt x="272" y="33"/>
                  </a:lnTo>
                  <a:lnTo>
                    <a:pt x="271" y="42"/>
                  </a:lnTo>
                  <a:lnTo>
                    <a:pt x="272" y="50"/>
                  </a:lnTo>
                  <a:lnTo>
                    <a:pt x="274" y="58"/>
                  </a:lnTo>
                  <a:lnTo>
                    <a:pt x="278" y="65"/>
                  </a:lnTo>
                  <a:lnTo>
                    <a:pt x="282" y="71"/>
                  </a:lnTo>
                  <a:lnTo>
                    <a:pt x="289" y="76"/>
                  </a:lnTo>
                  <a:lnTo>
                    <a:pt x="296" y="80"/>
                  </a:lnTo>
                  <a:lnTo>
                    <a:pt x="304" y="82"/>
                  </a:lnTo>
                  <a:lnTo>
                    <a:pt x="312" y="83"/>
                  </a:lnTo>
                  <a:lnTo>
                    <a:pt x="341" y="83"/>
                  </a:lnTo>
                  <a:lnTo>
                    <a:pt x="341" y="108"/>
                  </a:lnTo>
                  <a:lnTo>
                    <a:pt x="320" y="109"/>
                  </a:lnTo>
                  <a:lnTo>
                    <a:pt x="298" y="112"/>
                  </a:lnTo>
                  <a:lnTo>
                    <a:pt x="278" y="118"/>
                  </a:lnTo>
                  <a:lnTo>
                    <a:pt x="258" y="123"/>
                  </a:lnTo>
                  <a:lnTo>
                    <a:pt x="238" y="132"/>
                  </a:lnTo>
                  <a:lnTo>
                    <a:pt x="219" y="140"/>
                  </a:lnTo>
                  <a:lnTo>
                    <a:pt x="200" y="151"/>
                  </a:lnTo>
                  <a:lnTo>
                    <a:pt x="183" y="162"/>
                  </a:lnTo>
                  <a:lnTo>
                    <a:pt x="159" y="138"/>
                  </a:lnTo>
                  <a:lnTo>
                    <a:pt x="207" y="90"/>
                  </a:lnTo>
                  <a:lnTo>
                    <a:pt x="210" y="85"/>
                  </a:lnTo>
                  <a:lnTo>
                    <a:pt x="212" y="80"/>
                  </a:lnTo>
                  <a:lnTo>
                    <a:pt x="210" y="75"/>
                  </a:lnTo>
                  <a:lnTo>
                    <a:pt x="207" y="70"/>
                  </a:lnTo>
                  <a:lnTo>
                    <a:pt x="200" y="63"/>
                  </a:lnTo>
                  <a:lnTo>
                    <a:pt x="191" y="57"/>
                  </a:lnTo>
                  <a:lnTo>
                    <a:pt x="181" y="51"/>
                  </a:lnTo>
                  <a:lnTo>
                    <a:pt x="173" y="47"/>
                  </a:lnTo>
                  <a:lnTo>
                    <a:pt x="162" y="43"/>
                  </a:lnTo>
                  <a:lnTo>
                    <a:pt x="152" y="41"/>
                  </a:lnTo>
                  <a:lnTo>
                    <a:pt x="142" y="38"/>
                  </a:lnTo>
                  <a:lnTo>
                    <a:pt x="131" y="38"/>
                  </a:lnTo>
                  <a:lnTo>
                    <a:pt x="120" y="38"/>
                  </a:lnTo>
                  <a:lnTo>
                    <a:pt x="110" y="41"/>
                  </a:lnTo>
                  <a:lnTo>
                    <a:pt x="100" y="43"/>
                  </a:lnTo>
                  <a:lnTo>
                    <a:pt x="90" y="47"/>
                  </a:lnTo>
                  <a:lnTo>
                    <a:pt x="81" y="51"/>
                  </a:lnTo>
                  <a:lnTo>
                    <a:pt x="71" y="57"/>
                  </a:lnTo>
                  <a:lnTo>
                    <a:pt x="62" y="63"/>
                  </a:lnTo>
                  <a:lnTo>
                    <a:pt x="55" y="70"/>
                  </a:lnTo>
                  <a:lnTo>
                    <a:pt x="31" y="93"/>
                  </a:lnTo>
                  <a:lnTo>
                    <a:pt x="25" y="101"/>
                  </a:lnTo>
                  <a:lnTo>
                    <a:pt x="18" y="109"/>
                  </a:lnTo>
                  <a:lnTo>
                    <a:pt x="13" y="119"/>
                  </a:lnTo>
                  <a:lnTo>
                    <a:pt x="9" y="127"/>
                  </a:lnTo>
                  <a:lnTo>
                    <a:pt x="4" y="138"/>
                  </a:lnTo>
                  <a:lnTo>
                    <a:pt x="2" y="148"/>
                  </a:lnTo>
                  <a:lnTo>
                    <a:pt x="1" y="159"/>
                  </a:lnTo>
                  <a:lnTo>
                    <a:pt x="0" y="169"/>
                  </a:lnTo>
                  <a:lnTo>
                    <a:pt x="1" y="180"/>
                  </a:lnTo>
                  <a:lnTo>
                    <a:pt x="2" y="191"/>
                  </a:lnTo>
                  <a:lnTo>
                    <a:pt x="4" y="200"/>
                  </a:lnTo>
                  <a:lnTo>
                    <a:pt x="9" y="210"/>
                  </a:lnTo>
                  <a:lnTo>
                    <a:pt x="13" y="220"/>
                  </a:lnTo>
                  <a:lnTo>
                    <a:pt x="18" y="229"/>
                  </a:lnTo>
                  <a:lnTo>
                    <a:pt x="25" y="238"/>
                  </a:lnTo>
                  <a:lnTo>
                    <a:pt x="31" y="246"/>
                  </a:lnTo>
                  <a:lnTo>
                    <a:pt x="37" y="249"/>
                  </a:lnTo>
                  <a:lnTo>
                    <a:pt x="42" y="250"/>
                  </a:lnTo>
                  <a:lnTo>
                    <a:pt x="47" y="249"/>
                  </a:lnTo>
                  <a:lnTo>
                    <a:pt x="52" y="246"/>
                  </a:lnTo>
                  <a:lnTo>
                    <a:pt x="100" y="197"/>
                  </a:lnTo>
                  <a:lnTo>
                    <a:pt x="121" y="219"/>
                  </a:lnTo>
                  <a:lnTo>
                    <a:pt x="114" y="229"/>
                  </a:lnTo>
                  <a:lnTo>
                    <a:pt x="106" y="240"/>
                  </a:lnTo>
                  <a:lnTo>
                    <a:pt x="99" y="251"/>
                  </a:lnTo>
                  <a:lnTo>
                    <a:pt x="92" y="262"/>
                  </a:lnTo>
                  <a:lnTo>
                    <a:pt x="86" y="272"/>
                  </a:lnTo>
                  <a:lnTo>
                    <a:pt x="81" y="284"/>
                  </a:lnTo>
                  <a:lnTo>
                    <a:pt x="76" y="296"/>
                  </a:lnTo>
                  <a:lnTo>
                    <a:pt x="71" y="308"/>
                  </a:lnTo>
                  <a:lnTo>
                    <a:pt x="68" y="320"/>
                  </a:lnTo>
                  <a:lnTo>
                    <a:pt x="63" y="333"/>
                  </a:lnTo>
                  <a:lnTo>
                    <a:pt x="61" y="345"/>
                  </a:lnTo>
                  <a:lnTo>
                    <a:pt x="58" y="357"/>
                  </a:lnTo>
                  <a:lnTo>
                    <a:pt x="56" y="370"/>
                  </a:lnTo>
                  <a:lnTo>
                    <a:pt x="55" y="383"/>
                  </a:lnTo>
                  <a:lnTo>
                    <a:pt x="54" y="396"/>
                  </a:lnTo>
                  <a:lnTo>
                    <a:pt x="54" y="410"/>
                  </a:lnTo>
                  <a:lnTo>
                    <a:pt x="55" y="435"/>
                  </a:lnTo>
                  <a:lnTo>
                    <a:pt x="58" y="460"/>
                  </a:lnTo>
                  <a:lnTo>
                    <a:pt x="63" y="485"/>
                  </a:lnTo>
                  <a:lnTo>
                    <a:pt x="71" y="509"/>
                  </a:lnTo>
                  <a:lnTo>
                    <a:pt x="80" y="532"/>
                  </a:lnTo>
                  <a:lnTo>
                    <a:pt x="91" y="555"/>
                  </a:lnTo>
                  <a:lnTo>
                    <a:pt x="104" y="576"/>
                  </a:lnTo>
                  <a:lnTo>
                    <a:pt x="119" y="597"/>
                  </a:lnTo>
                  <a:lnTo>
                    <a:pt x="114" y="605"/>
                  </a:lnTo>
                  <a:lnTo>
                    <a:pt x="109" y="616"/>
                  </a:lnTo>
                  <a:lnTo>
                    <a:pt x="101" y="627"/>
                  </a:lnTo>
                  <a:lnTo>
                    <a:pt x="93" y="640"/>
                  </a:lnTo>
                  <a:lnTo>
                    <a:pt x="88" y="648"/>
                  </a:lnTo>
                  <a:lnTo>
                    <a:pt x="83" y="658"/>
                  </a:lnTo>
                  <a:lnTo>
                    <a:pt x="77" y="666"/>
                  </a:lnTo>
                  <a:lnTo>
                    <a:pt x="73" y="674"/>
                  </a:lnTo>
                  <a:lnTo>
                    <a:pt x="69" y="680"/>
                  </a:lnTo>
                  <a:lnTo>
                    <a:pt x="66" y="686"/>
                  </a:lnTo>
                  <a:lnTo>
                    <a:pt x="62" y="692"/>
                  </a:lnTo>
                  <a:lnTo>
                    <a:pt x="61" y="698"/>
                  </a:lnTo>
                  <a:lnTo>
                    <a:pt x="62" y="703"/>
                  </a:lnTo>
                  <a:lnTo>
                    <a:pt x="66" y="707"/>
                  </a:lnTo>
                  <a:lnTo>
                    <a:pt x="69" y="709"/>
                  </a:lnTo>
                  <a:lnTo>
                    <a:pt x="72" y="710"/>
                  </a:lnTo>
                  <a:lnTo>
                    <a:pt x="76" y="712"/>
                  </a:lnTo>
                  <a:lnTo>
                    <a:pt x="83" y="712"/>
                  </a:lnTo>
                  <a:lnTo>
                    <a:pt x="85" y="712"/>
                  </a:lnTo>
                  <a:lnTo>
                    <a:pt x="88" y="712"/>
                  </a:lnTo>
                  <a:lnTo>
                    <a:pt x="93" y="712"/>
                  </a:lnTo>
                  <a:lnTo>
                    <a:pt x="99" y="712"/>
                  </a:lnTo>
                  <a:lnTo>
                    <a:pt x="116" y="712"/>
                  </a:lnTo>
                  <a:lnTo>
                    <a:pt x="124" y="712"/>
                  </a:lnTo>
                  <a:lnTo>
                    <a:pt x="127" y="710"/>
                  </a:lnTo>
                  <a:lnTo>
                    <a:pt x="129" y="709"/>
                  </a:lnTo>
                  <a:lnTo>
                    <a:pt x="132" y="708"/>
                  </a:lnTo>
                  <a:lnTo>
                    <a:pt x="134" y="706"/>
                  </a:lnTo>
                  <a:lnTo>
                    <a:pt x="178" y="654"/>
                  </a:lnTo>
                  <a:lnTo>
                    <a:pt x="198" y="666"/>
                  </a:lnTo>
                  <a:lnTo>
                    <a:pt x="219" y="678"/>
                  </a:lnTo>
                  <a:lnTo>
                    <a:pt x="239" y="688"/>
                  </a:lnTo>
                  <a:lnTo>
                    <a:pt x="262" y="696"/>
                  </a:lnTo>
                  <a:lnTo>
                    <a:pt x="284" y="703"/>
                  </a:lnTo>
                  <a:lnTo>
                    <a:pt x="308" y="707"/>
                  </a:lnTo>
                  <a:lnTo>
                    <a:pt x="332" y="710"/>
                  </a:lnTo>
                  <a:lnTo>
                    <a:pt x="355" y="712"/>
                  </a:lnTo>
                  <a:lnTo>
                    <a:pt x="380" y="710"/>
                  </a:lnTo>
                  <a:lnTo>
                    <a:pt x="404" y="707"/>
                  </a:lnTo>
                  <a:lnTo>
                    <a:pt x="426" y="703"/>
                  </a:lnTo>
                  <a:lnTo>
                    <a:pt x="450" y="696"/>
                  </a:lnTo>
                  <a:lnTo>
                    <a:pt x="471" y="688"/>
                  </a:lnTo>
                  <a:lnTo>
                    <a:pt x="493" y="678"/>
                  </a:lnTo>
                  <a:lnTo>
                    <a:pt x="513" y="666"/>
                  </a:lnTo>
                  <a:lnTo>
                    <a:pt x="532" y="654"/>
                  </a:lnTo>
                  <a:lnTo>
                    <a:pt x="577" y="706"/>
                  </a:lnTo>
                  <a:lnTo>
                    <a:pt x="579" y="708"/>
                  </a:lnTo>
                  <a:lnTo>
                    <a:pt x="582" y="709"/>
                  </a:lnTo>
                  <a:lnTo>
                    <a:pt x="585" y="710"/>
                  </a:lnTo>
                  <a:lnTo>
                    <a:pt x="588" y="712"/>
                  </a:lnTo>
                  <a:lnTo>
                    <a:pt x="596" y="712"/>
                  </a:lnTo>
                  <a:lnTo>
                    <a:pt x="612" y="712"/>
                  </a:lnTo>
                  <a:lnTo>
                    <a:pt x="618" y="712"/>
                  </a:lnTo>
                  <a:lnTo>
                    <a:pt x="623" y="712"/>
                  </a:lnTo>
                  <a:lnTo>
                    <a:pt x="626" y="712"/>
                  </a:lnTo>
                  <a:lnTo>
                    <a:pt x="629" y="712"/>
                  </a:lnTo>
                  <a:lnTo>
                    <a:pt x="635" y="712"/>
                  </a:lnTo>
                  <a:lnTo>
                    <a:pt x="640" y="710"/>
                  </a:lnTo>
                  <a:lnTo>
                    <a:pt x="643" y="709"/>
                  </a:lnTo>
                  <a:lnTo>
                    <a:pt x="646" y="707"/>
                  </a:lnTo>
                  <a:lnTo>
                    <a:pt x="649" y="703"/>
                  </a:lnTo>
                  <a:lnTo>
                    <a:pt x="650" y="698"/>
                  </a:lnTo>
                  <a:lnTo>
                    <a:pt x="649" y="692"/>
                  </a:lnTo>
                  <a:lnTo>
                    <a:pt x="645" y="686"/>
                  </a:lnTo>
                  <a:lnTo>
                    <a:pt x="642" y="680"/>
                  </a:lnTo>
                  <a:lnTo>
                    <a:pt x="639" y="674"/>
                  </a:lnTo>
                  <a:lnTo>
                    <a:pt x="633" y="666"/>
                  </a:lnTo>
                  <a:lnTo>
                    <a:pt x="629" y="658"/>
                  </a:lnTo>
                  <a:lnTo>
                    <a:pt x="623" y="648"/>
                  </a:lnTo>
                  <a:lnTo>
                    <a:pt x="617" y="640"/>
                  </a:lnTo>
                  <a:lnTo>
                    <a:pt x="610" y="627"/>
                  </a:lnTo>
                  <a:lnTo>
                    <a:pt x="603" y="616"/>
                  </a:lnTo>
                  <a:lnTo>
                    <a:pt x="597" y="605"/>
                  </a:lnTo>
                  <a:lnTo>
                    <a:pt x="591" y="597"/>
                  </a:lnTo>
                  <a:lnTo>
                    <a:pt x="606" y="576"/>
                  </a:lnTo>
                  <a:lnTo>
                    <a:pt x="620" y="555"/>
                  </a:lnTo>
                  <a:lnTo>
                    <a:pt x="631" y="532"/>
                  </a:lnTo>
                  <a:lnTo>
                    <a:pt x="641" y="509"/>
                  </a:lnTo>
                  <a:lnTo>
                    <a:pt x="648" y="485"/>
                  </a:lnTo>
                  <a:lnTo>
                    <a:pt x="652" y="460"/>
                  </a:lnTo>
                  <a:lnTo>
                    <a:pt x="656" y="435"/>
                  </a:lnTo>
                  <a:lnTo>
                    <a:pt x="657" y="410"/>
                  </a:lnTo>
                  <a:lnTo>
                    <a:pt x="657" y="396"/>
                  </a:lnTo>
                  <a:lnTo>
                    <a:pt x="656" y="383"/>
                  </a:lnTo>
                  <a:lnTo>
                    <a:pt x="655" y="370"/>
                  </a:lnTo>
                  <a:lnTo>
                    <a:pt x="652" y="357"/>
                  </a:lnTo>
                  <a:lnTo>
                    <a:pt x="650" y="345"/>
                  </a:lnTo>
                  <a:lnTo>
                    <a:pt x="647" y="333"/>
                  </a:lnTo>
                  <a:lnTo>
                    <a:pt x="644" y="320"/>
                  </a:lnTo>
                  <a:lnTo>
                    <a:pt x="640" y="308"/>
                  </a:lnTo>
                  <a:lnTo>
                    <a:pt x="635" y="296"/>
                  </a:lnTo>
                  <a:lnTo>
                    <a:pt x="630" y="284"/>
                  </a:lnTo>
                  <a:lnTo>
                    <a:pt x="625" y="272"/>
                  </a:lnTo>
                  <a:lnTo>
                    <a:pt x="619" y="262"/>
                  </a:lnTo>
                  <a:lnTo>
                    <a:pt x="612" y="251"/>
                  </a:lnTo>
                  <a:lnTo>
                    <a:pt x="605" y="240"/>
                  </a:lnTo>
                  <a:lnTo>
                    <a:pt x="598" y="229"/>
                  </a:lnTo>
                  <a:lnTo>
                    <a:pt x="590" y="219"/>
                  </a:lnTo>
                  <a:lnTo>
                    <a:pt x="612" y="197"/>
                  </a:lnTo>
                  <a:lnTo>
                    <a:pt x="660" y="246"/>
                  </a:lnTo>
                  <a:lnTo>
                    <a:pt x="664" y="249"/>
                  </a:lnTo>
                  <a:lnTo>
                    <a:pt x="670" y="250"/>
                  </a:lnTo>
                  <a:lnTo>
                    <a:pt x="675" y="249"/>
                  </a:lnTo>
                  <a:lnTo>
                    <a:pt x="679" y="246"/>
                  </a:lnTo>
                  <a:lnTo>
                    <a:pt x="687" y="237"/>
                  </a:lnTo>
                  <a:lnTo>
                    <a:pt x="693" y="228"/>
                  </a:lnTo>
                  <a:lnTo>
                    <a:pt x="699" y="220"/>
                  </a:lnTo>
                  <a:lnTo>
                    <a:pt x="703" y="210"/>
                  </a:lnTo>
                  <a:lnTo>
                    <a:pt x="706" y="200"/>
                  </a:lnTo>
                  <a:lnTo>
                    <a:pt x="709" y="190"/>
                  </a:lnTo>
                  <a:lnTo>
                    <a:pt x="710" y="180"/>
                  </a:lnTo>
                  <a:lnTo>
                    <a:pt x="710" y="169"/>
                  </a:lnTo>
                  <a:lnTo>
                    <a:pt x="710" y="159"/>
                  </a:lnTo>
                  <a:lnTo>
                    <a:pt x="709" y="149"/>
                  </a:lnTo>
                  <a:lnTo>
                    <a:pt x="706" y="138"/>
                  </a:lnTo>
                  <a:lnTo>
                    <a:pt x="703" y="129"/>
                  </a:lnTo>
                  <a:lnTo>
                    <a:pt x="699" y="119"/>
                  </a:lnTo>
                  <a:lnTo>
                    <a:pt x="693" y="110"/>
                  </a:lnTo>
                  <a:lnTo>
                    <a:pt x="687" y="101"/>
                  </a:lnTo>
                  <a:lnTo>
                    <a:pt x="679" y="93"/>
                  </a:lnTo>
                  <a:close/>
                  <a:moveTo>
                    <a:pt x="312" y="56"/>
                  </a:moveTo>
                  <a:lnTo>
                    <a:pt x="307" y="54"/>
                  </a:lnTo>
                  <a:lnTo>
                    <a:pt x="303" y="51"/>
                  </a:lnTo>
                  <a:lnTo>
                    <a:pt x="299" y="47"/>
                  </a:lnTo>
                  <a:lnTo>
                    <a:pt x="298" y="42"/>
                  </a:lnTo>
                  <a:lnTo>
                    <a:pt x="299" y="36"/>
                  </a:lnTo>
                  <a:lnTo>
                    <a:pt x="303" y="32"/>
                  </a:lnTo>
                  <a:lnTo>
                    <a:pt x="307" y="29"/>
                  </a:lnTo>
                  <a:lnTo>
                    <a:pt x="312" y="28"/>
                  </a:lnTo>
                  <a:lnTo>
                    <a:pt x="399" y="28"/>
                  </a:lnTo>
                  <a:lnTo>
                    <a:pt x="405" y="29"/>
                  </a:lnTo>
                  <a:lnTo>
                    <a:pt x="409" y="32"/>
                  </a:lnTo>
                  <a:lnTo>
                    <a:pt x="412" y="36"/>
                  </a:lnTo>
                  <a:lnTo>
                    <a:pt x="413" y="42"/>
                  </a:lnTo>
                  <a:lnTo>
                    <a:pt x="412" y="47"/>
                  </a:lnTo>
                  <a:lnTo>
                    <a:pt x="409" y="51"/>
                  </a:lnTo>
                  <a:lnTo>
                    <a:pt x="405" y="54"/>
                  </a:lnTo>
                  <a:lnTo>
                    <a:pt x="399" y="56"/>
                  </a:lnTo>
                  <a:lnTo>
                    <a:pt x="312" y="56"/>
                  </a:lnTo>
                  <a:close/>
                  <a:moveTo>
                    <a:pt x="90" y="168"/>
                  </a:moveTo>
                  <a:lnTo>
                    <a:pt x="90" y="168"/>
                  </a:lnTo>
                  <a:lnTo>
                    <a:pt x="42" y="216"/>
                  </a:lnTo>
                  <a:lnTo>
                    <a:pt x="37" y="205"/>
                  </a:lnTo>
                  <a:lnTo>
                    <a:pt x="31" y="194"/>
                  </a:lnTo>
                  <a:lnTo>
                    <a:pt x="29" y="181"/>
                  </a:lnTo>
                  <a:lnTo>
                    <a:pt x="28" y="169"/>
                  </a:lnTo>
                  <a:lnTo>
                    <a:pt x="28" y="162"/>
                  </a:lnTo>
                  <a:lnTo>
                    <a:pt x="29" y="153"/>
                  </a:lnTo>
                  <a:lnTo>
                    <a:pt x="31" y="146"/>
                  </a:lnTo>
                  <a:lnTo>
                    <a:pt x="34" y="138"/>
                  </a:lnTo>
                  <a:lnTo>
                    <a:pt x="38" y="132"/>
                  </a:lnTo>
                  <a:lnTo>
                    <a:pt x="41" y="124"/>
                  </a:lnTo>
                  <a:lnTo>
                    <a:pt x="46" y="119"/>
                  </a:lnTo>
                  <a:lnTo>
                    <a:pt x="52" y="112"/>
                  </a:lnTo>
                  <a:lnTo>
                    <a:pt x="74" y="90"/>
                  </a:lnTo>
                  <a:lnTo>
                    <a:pt x="81" y="85"/>
                  </a:lnTo>
                  <a:lnTo>
                    <a:pt x="87" y="79"/>
                  </a:lnTo>
                  <a:lnTo>
                    <a:pt x="93" y="75"/>
                  </a:lnTo>
                  <a:lnTo>
                    <a:pt x="101" y="72"/>
                  </a:lnTo>
                  <a:lnTo>
                    <a:pt x="109" y="70"/>
                  </a:lnTo>
                  <a:lnTo>
                    <a:pt x="116" y="67"/>
                  </a:lnTo>
                  <a:lnTo>
                    <a:pt x="124" y="66"/>
                  </a:lnTo>
                  <a:lnTo>
                    <a:pt x="131" y="66"/>
                  </a:lnTo>
                  <a:lnTo>
                    <a:pt x="143" y="67"/>
                  </a:lnTo>
                  <a:lnTo>
                    <a:pt x="155" y="70"/>
                  </a:lnTo>
                  <a:lnTo>
                    <a:pt x="166" y="74"/>
                  </a:lnTo>
                  <a:lnTo>
                    <a:pt x="177" y="80"/>
                  </a:lnTo>
                  <a:lnTo>
                    <a:pt x="129" y="129"/>
                  </a:lnTo>
                  <a:lnTo>
                    <a:pt x="129" y="129"/>
                  </a:lnTo>
                  <a:lnTo>
                    <a:pt x="129" y="129"/>
                  </a:lnTo>
                  <a:lnTo>
                    <a:pt x="90" y="168"/>
                  </a:lnTo>
                  <a:close/>
                  <a:moveTo>
                    <a:pt x="119" y="178"/>
                  </a:moveTo>
                  <a:lnTo>
                    <a:pt x="139" y="159"/>
                  </a:lnTo>
                  <a:lnTo>
                    <a:pt x="160" y="179"/>
                  </a:lnTo>
                  <a:lnTo>
                    <a:pt x="151" y="188"/>
                  </a:lnTo>
                  <a:lnTo>
                    <a:pt x="142" y="196"/>
                  </a:lnTo>
                  <a:lnTo>
                    <a:pt x="141" y="197"/>
                  </a:lnTo>
                  <a:lnTo>
                    <a:pt x="140" y="198"/>
                  </a:lnTo>
                  <a:lnTo>
                    <a:pt x="119" y="178"/>
                  </a:lnTo>
                  <a:close/>
                  <a:moveTo>
                    <a:pt x="117" y="684"/>
                  </a:moveTo>
                  <a:lnTo>
                    <a:pt x="109" y="684"/>
                  </a:lnTo>
                  <a:lnTo>
                    <a:pt x="100" y="684"/>
                  </a:lnTo>
                  <a:lnTo>
                    <a:pt x="109" y="670"/>
                  </a:lnTo>
                  <a:lnTo>
                    <a:pt x="118" y="654"/>
                  </a:lnTo>
                  <a:lnTo>
                    <a:pt x="128" y="636"/>
                  </a:lnTo>
                  <a:lnTo>
                    <a:pt x="139" y="619"/>
                  </a:lnTo>
                  <a:lnTo>
                    <a:pt x="141" y="621"/>
                  </a:lnTo>
                  <a:lnTo>
                    <a:pt x="142" y="622"/>
                  </a:lnTo>
                  <a:lnTo>
                    <a:pt x="149" y="630"/>
                  </a:lnTo>
                  <a:lnTo>
                    <a:pt x="157" y="636"/>
                  </a:lnTo>
                  <a:lnTo>
                    <a:pt x="117" y="684"/>
                  </a:lnTo>
                  <a:close/>
                  <a:moveTo>
                    <a:pt x="612" y="684"/>
                  </a:moveTo>
                  <a:lnTo>
                    <a:pt x="603" y="684"/>
                  </a:lnTo>
                  <a:lnTo>
                    <a:pt x="595" y="684"/>
                  </a:lnTo>
                  <a:lnTo>
                    <a:pt x="555" y="636"/>
                  </a:lnTo>
                  <a:lnTo>
                    <a:pt x="561" y="630"/>
                  </a:lnTo>
                  <a:lnTo>
                    <a:pt x="569" y="622"/>
                  </a:lnTo>
                  <a:lnTo>
                    <a:pt x="571" y="621"/>
                  </a:lnTo>
                  <a:lnTo>
                    <a:pt x="573" y="619"/>
                  </a:lnTo>
                  <a:lnTo>
                    <a:pt x="583" y="636"/>
                  </a:lnTo>
                  <a:lnTo>
                    <a:pt x="593" y="654"/>
                  </a:lnTo>
                  <a:lnTo>
                    <a:pt x="603" y="670"/>
                  </a:lnTo>
                  <a:lnTo>
                    <a:pt x="612" y="684"/>
                  </a:lnTo>
                  <a:close/>
                  <a:moveTo>
                    <a:pt x="630" y="410"/>
                  </a:moveTo>
                  <a:lnTo>
                    <a:pt x="629" y="424"/>
                  </a:lnTo>
                  <a:lnTo>
                    <a:pt x="628" y="438"/>
                  </a:lnTo>
                  <a:lnTo>
                    <a:pt x="627" y="451"/>
                  </a:lnTo>
                  <a:lnTo>
                    <a:pt x="623" y="465"/>
                  </a:lnTo>
                  <a:lnTo>
                    <a:pt x="620" y="477"/>
                  </a:lnTo>
                  <a:lnTo>
                    <a:pt x="617" y="490"/>
                  </a:lnTo>
                  <a:lnTo>
                    <a:pt x="613" y="503"/>
                  </a:lnTo>
                  <a:lnTo>
                    <a:pt x="607" y="516"/>
                  </a:lnTo>
                  <a:lnTo>
                    <a:pt x="602" y="528"/>
                  </a:lnTo>
                  <a:lnTo>
                    <a:pt x="597" y="540"/>
                  </a:lnTo>
                  <a:lnTo>
                    <a:pt x="590" y="552"/>
                  </a:lnTo>
                  <a:lnTo>
                    <a:pt x="583" y="562"/>
                  </a:lnTo>
                  <a:lnTo>
                    <a:pt x="575" y="573"/>
                  </a:lnTo>
                  <a:lnTo>
                    <a:pt x="567" y="584"/>
                  </a:lnTo>
                  <a:lnTo>
                    <a:pt x="558" y="593"/>
                  </a:lnTo>
                  <a:lnTo>
                    <a:pt x="549" y="603"/>
                  </a:lnTo>
                  <a:lnTo>
                    <a:pt x="540" y="612"/>
                  </a:lnTo>
                  <a:lnTo>
                    <a:pt x="530" y="620"/>
                  </a:lnTo>
                  <a:lnTo>
                    <a:pt x="519" y="629"/>
                  </a:lnTo>
                  <a:lnTo>
                    <a:pt x="509" y="636"/>
                  </a:lnTo>
                  <a:lnTo>
                    <a:pt x="498" y="644"/>
                  </a:lnTo>
                  <a:lnTo>
                    <a:pt x="486" y="650"/>
                  </a:lnTo>
                  <a:lnTo>
                    <a:pt x="474" y="657"/>
                  </a:lnTo>
                  <a:lnTo>
                    <a:pt x="463" y="662"/>
                  </a:lnTo>
                  <a:lnTo>
                    <a:pt x="450" y="666"/>
                  </a:lnTo>
                  <a:lnTo>
                    <a:pt x="437" y="671"/>
                  </a:lnTo>
                  <a:lnTo>
                    <a:pt x="424" y="675"/>
                  </a:lnTo>
                  <a:lnTo>
                    <a:pt x="411" y="678"/>
                  </a:lnTo>
                  <a:lnTo>
                    <a:pt x="397" y="680"/>
                  </a:lnTo>
                  <a:lnTo>
                    <a:pt x="383" y="681"/>
                  </a:lnTo>
                  <a:lnTo>
                    <a:pt x="369" y="683"/>
                  </a:lnTo>
                  <a:lnTo>
                    <a:pt x="355" y="684"/>
                  </a:lnTo>
                  <a:lnTo>
                    <a:pt x="341" y="683"/>
                  </a:lnTo>
                  <a:lnTo>
                    <a:pt x="327" y="681"/>
                  </a:lnTo>
                  <a:lnTo>
                    <a:pt x="313" y="680"/>
                  </a:lnTo>
                  <a:lnTo>
                    <a:pt x="301" y="678"/>
                  </a:lnTo>
                  <a:lnTo>
                    <a:pt x="288" y="675"/>
                  </a:lnTo>
                  <a:lnTo>
                    <a:pt x="274" y="671"/>
                  </a:lnTo>
                  <a:lnTo>
                    <a:pt x="262" y="666"/>
                  </a:lnTo>
                  <a:lnTo>
                    <a:pt x="249" y="662"/>
                  </a:lnTo>
                  <a:lnTo>
                    <a:pt x="237" y="657"/>
                  </a:lnTo>
                  <a:lnTo>
                    <a:pt x="225" y="650"/>
                  </a:lnTo>
                  <a:lnTo>
                    <a:pt x="214" y="644"/>
                  </a:lnTo>
                  <a:lnTo>
                    <a:pt x="203" y="636"/>
                  </a:lnTo>
                  <a:lnTo>
                    <a:pt x="192" y="629"/>
                  </a:lnTo>
                  <a:lnTo>
                    <a:pt x="181" y="620"/>
                  </a:lnTo>
                  <a:lnTo>
                    <a:pt x="172" y="612"/>
                  </a:lnTo>
                  <a:lnTo>
                    <a:pt x="162" y="603"/>
                  </a:lnTo>
                  <a:lnTo>
                    <a:pt x="152" y="593"/>
                  </a:lnTo>
                  <a:lnTo>
                    <a:pt x="144" y="584"/>
                  </a:lnTo>
                  <a:lnTo>
                    <a:pt x="136" y="573"/>
                  </a:lnTo>
                  <a:lnTo>
                    <a:pt x="129" y="562"/>
                  </a:lnTo>
                  <a:lnTo>
                    <a:pt x="121" y="552"/>
                  </a:lnTo>
                  <a:lnTo>
                    <a:pt x="115" y="540"/>
                  </a:lnTo>
                  <a:lnTo>
                    <a:pt x="109" y="528"/>
                  </a:lnTo>
                  <a:lnTo>
                    <a:pt x="103" y="516"/>
                  </a:lnTo>
                  <a:lnTo>
                    <a:pt x="99" y="503"/>
                  </a:lnTo>
                  <a:lnTo>
                    <a:pt x="95" y="490"/>
                  </a:lnTo>
                  <a:lnTo>
                    <a:pt x="90" y="477"/>
                  </a:lnTo>
                  <a:lnTo>
                    <a:pt x="87" y="465"/>
                  </a:lnTo>
                  <a:lnTo>
                    <a:pt x="85" y="451"/>
                  </a:lnTo>
                  <a:lnTo>
                    <a:pt x="83" y="438"/>
                  </a:lnTo>
                  <a:lnTo>
                    <a:pt x="82" y="424"/>
                  </a:lnTo>
                  <a:lnTo>
                    <a:pt x="82" y="410"/>
                  </a:lnTo>
                  <a:lnTo>
                    <a:pt x="82" y="395"/>
                  </a:lnTo>
                  <a:lnTo>
                    <a:pt x="83" y="381"/>
                  </a:lnTo>
                  <a:lnTo>
                    <a:pt x="85" y="368"/>
                  </a:lnTo>
                  <a:lnTo>
                    <a:pt x="87" y="354"/>
                  </a:lnTo>
                  <a:lnTo>
                    <a:pt x="90" y="341"/>
                  </a:lnTo>
                  <a:lnTo>
                    <a:pt x="95" y="328"/>
                  </a:lnTo>
                  <a:lnTo>
                    <a:pt x="99" y="315"/>
                  </a:lnTo>
                  <a:lnTo>
                    <a:pt x="103" y="302"/>
                  </a:lnTo>
                  <a:lnTo>
                    <a:pt x="109" y="291"/>
                  </a:lnTo>
                  <a:lnTo>
                    <a:pt x="115" y="279"/>
                  </a:lnTo>
                  <a:lnTo>
                    <a:pt x="121" y="267"/>
                  </a:lnTo>
                  <a:lnTo>
                    <a:pt x="129" y="256"/>
                  </a:lnTo>
                  <a:lnTo>
                    <a:pt x="136" y="246"/>
                  </a:lnTo>
                  <a:lnTo>
                    <a:pt x="144" y="235"/>
                  </a:lnTo>
                  <a:lnTo>
                    <a:pt x="152" y="225"/>
                  </a:lnTo>
                  <a:lnTo>
                    <a:pt x="162" y="216"/>
                  </a:lnTo>
                  <a:lnTo>
                    <a:pt x="172" y="207"/>
                  </a:lnTo>
                  <a:lnTo>
                    <a:pt x="181" y="198"/>
                  </a:lnTo>
                  <a:lnTo>
                    <a:pt x="192" y="190"/>
                  </a:lnTo>
                  <a:lnTo>
                    <a:pt x="203" y="182"/>
                  </a:lnTo>
                  <a:lnTo>
                    <a:pt x="214" y="175"/>
                  </a:lnTo>
                  <a:lnTo>
                    <a:pt x="225" y="168"/>
                  </a:lnTo>
                  <a:lnTo>
                    <a:pt x="237" y="162"/>
                  </a:lnTo>
                  <a:lnTo>
                    <a:pt x="249" y="156"/>
                  </a:lnTo>
                  <a:lnTo>
                    <a:pt x="262" y="152"/>
                  </a:lnTo>
                  <a:lnTo>
                    <a:pt x="274" y="148"/>
                  </a:lnTo>
                  <a:lnTo>
                    <a:pt x="288" y="144"/>
                  </a:lnTo>
                  <a:lnTo>
                    <a:pt x="301" y="140"/>
                  </a:lnTo>
                  <a:lnTo>
                    <a:pt x="313" y="138"/>
                  </a:lnTo>
                  <a:lnTo>
                    <a:pt x="327" y="137"/>
                  </a:lnTo>
                  <a:lnTo>
                    <a:pt x="341" y="136"/>
                  </a:lnTo>
                  <a:lnTo>
                    <a:pt x="355" y="135"/>
                  </a:lnTo>
                  <a:lnTo>
                    <a:pt x="369" y="136"/>
                  </a:lnTo>
                  <a:lnTo>
                    <a:pt x="383" y="137"/>
                  </a:lnTo>
                  <a:lnTo>
                    <a:pt x="397" y="138"/>
                  </a:lnTo>
                  <a:lnTo>
                    <a:pt x="411" y="140"/>
                  </a:lnTo>
                  <a:lnTo>
                    <a:pt x="424" y="144"/>
                  </a:lnTo>
                  <a:lnTo>
                    <a:pt x="437" y="148"/>
                  </a:lnTo>
                  <a:lnTo>
                    <a:pt x="450" y="152"/>
                  </a:lnTo>
                  <a:lnTo>
                    <a:pt x="463" y="156"/>
                  </a:lnTo>
                  <a:lnTo>
                    <a:pt x="474" y="162"/>
                  </a:lnTo>
                  <a:lnTo>
                    <a:pt x="486" y="168"/>
                  </a:lnTo>
                  <a:lnTo>
                    <a:pt x="498" y="175"/>
                  </a:lnTo>
                  <a:lnTo>
                    <a:pt x="509" y="182"/>
                  </a:lnTo>
                  <a:lnTo>
                    <a:pt x="519" y="190"/>
                  </a:lnTo>
                  <a:lnTo>
                    <a:pt x="530" y="198"/>
                  </a:lnTo>
                  <a:lnTo>
                    <a:pt x="540" y="207"/>
                  </a:lnTo>
                  <a:lnTo>
                    <a:pt x="549" y="216"/>
                  </a:lnTo>
                  <a:lnTo>
                    <a:pt x="558" y="225"/>
                  </a:lnTo>
                  <a:lnTo>
                    <a:pt x="567" y="235"/>
                  </a:lnTo>
                  <a:lnTo>
                    <a:pt x="575" y="246"/>
                  </a:lnTo>
                  <a:lnTo>
                    <a:pt x="583" y="256"/>
                  </a:lnTo>
                  <a:lnTo>
                    <a:pt x="590" y="267"/>
                  </a:lnTo>
                  <a:lnTo>
                    <a:pt x="597" y="279"/>
                  </a:lnTo>
                  <a:lnTo>
                    <a:pt x="602" y="291"/>
                  </a:lnTo>
                  <a:lnTo>
                    <a:pt x="607" y="302"/>
                  </a:lnTo>
                  <a:lnTo>
                    <a:pt x="613" y="315"/>
                  </a:lnTo>
                  <a:lnTo>
                    <a:pt x="617" y="328"/>
                  </a:lnTo>
                  <a:lnTo>
                    <a:pt x="620" y="341"/>
                  </a:lnTo>
                  <a:lnTo>
                    <a:pt x="623" y="354"/>
                  </a:lnTo>
                  <a:lnTo>
                    <a:pt x="627" y="368"/>
                  </a:lnTo>
                  <a:lnTo>
                    <a:pt x="628" y="381"/>
                  </a:lnTo>
                  <a:lnTo>
                    <a:pt x="629" y="395"/>
                  </a:lnTo>
                  <a:lnTo>
                    <a:pt x="630" y="410"/>
                  </a:lnTo>
                  <a:close/>
                  <a:moveTo>
                    <a:pt x="571" y="198"/>
                  </a:moveTo>
                  <a:lnTo>
                    <a:pt x="570" y="197"/>
                  </a:lnTo>
                  <a:lnTo>
                    <a:pt x="569" y="196"/>
                  </a:lnTo>
                  <a:lnTo>
                    <a:pt x="560" y="188"/>
                  </a:lnTo>
                  <a:lnTo>
                    <a:pt x="552" y="179"/>
                  </a:lnTo>
                  <a:lnTo>
                    <a:pt x="572" y="159"/>
                  </a:lnTo>
                  <a:lnTo>
                    <a:pt x="591" y="178"/>
                  </a:lnTo>
                  <a:lnTo>
                    <a:pt x="571" y="198"/>
                  </a:lnTo>
                  <a:close/>
                  <a:moveTo>
                    <a:pt x="669" y="216"/>
                  </a:moveTo>
                  <a:lnTo>
                    <a:pt x="534" y="80"/>
                  </a:lnTo>
                  <a:lnTo>
                    <a:pt x="544" y="74"/>
                  </a:lnTo>
                  <a:lnTo>
                    <a:pt x="556" y="70"/>
                  </a:lnTo>
                  <a:lnTo>
                    <a:pt x="568" y="67"/>
                  </a:lnTo>
                  <a:lnTo>
                    <a:pt x="579" y="66"/>
                  </a:lnTo>
                  <a:lnTo>
                    <a:pt x="588" y="66"/>
                  </a:lnTo>
                  <a:lnTo>
                    <a:pt x="596" y="67"/>
                  </a:lnTo>
                  <a:lnTo>
                    <a:pt x="603" y="70"/>
                  </a:lnTo>
                  <a:lnTo>
                    <a:pt x="611" y="72"/>
                  </a:lnTo>
                  <a:lnTo>
                    <a:pt x="618" y="76"/>
                  </a:lnTo>
                  <a:lnTo>
                    <a:pt x="625" y="79"/>
                  </a:lnTo>
                  <a:lnTo>
                    <a:pt x="631" y="85"/>
                  </a:lnTo>
                  <a:lnTo>
                    <a:pt x="636" y="90"/>
                  </a:lnTo>
                  <a:lnTo>
                    <a:pt x="660" y="112"/>
                  </a:lnTo>
                  <a:lnTo>
                    <a:pt x="664" y="118"/>
                  </a:lnTo>
                  <a:lnTo>
                    <a:pt x="669" y="123"/>
                  </a:lnTo>
                  <a:lnTo>
                    <a:pt x="673" y="130"/>
                  </a:lnTo>
                  <a:lnTo>
                    <a:pt x="676" y="136"/>
                  </a:lnTo>
                  <a:lnTo>
                    <a:pt x="678" y="143"/>
                  </a:lnTo>
                  <a:lnTo>
                    <a:pt x="680" y="149"/>
                  </a:lnTo>
                  <a:lnTo>
                    <a:pt x="682" y="155"/>
                  </a:lnTo>
                  <a:lnTo>
                    <a:pt x="682" y="163"/>
                  </a:lnTo>
                  <a:lnTo>
                    <a:pt x="684" y="169"/>
                  </a:lnTo>
                  <a:lnTo>
                    <a:pt x="682" y="177"/>
                  </a:lnTo>
                  <a:lnTo>
                    <a:pt x="681" y="183"/>
                  </a:lnTo>
                  <a:lnTo>
                    <a:pt x="680" y="190"/>
                  </a:lnTo>
                  <a:lnTo>
                    <a:pt x="678" y="196"/>
                  </a:lnTo>
                  <a:lnTo>
                    <a:pt x="676" y="203"/>
                  </a:lnTo>
                  <a:lnTo>
                    <a:pt x="673" y="209"/>
                  </a:lnTo>
                  <a:lnTo>
                    <a:pt x="669" y="21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2" name="Freeform 351">
              <a:extLst>
                <a:ext uri="{FF2B5EF4-FFF2-40B4-BE49-F238E27FC236}">
                  <a16:creationId xmlns:a16="http://schemas.microsoft.com/office/drawing/2014/main" id="{4E406A1C-92F2-4151-8C42-230E867176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3001" y="2670176"/>
              <a:ext cx="79375" cy="155575"/>
            </a:xfrm>
            <a:custGeom>
              <a:avLst/>
              <a:gdLst>
                <a:gd name="T0" fmla="*/ 98 w 152"/>
                <a:gd name="T1" fmla="*/ 55 h 294"/>
                <a:gd name="T2" fmla="*/ 86 w 152"/>
                <a:gd name="T3" fmla="*/ 58 h 294"/>
                <a:gd name="T4" fmla="*/ 24 w 152"/>
                <a:gd name="T5" fmla="*/ 3 h 294"/>
                <a:gd name="T6" fmla="*/ 14 w 152"/>
                <a:gd name="T7" fmla="*/ 0 h 294"/>
                <a:gd name="T8" fmla="*/ 5 w 152"/>
                <a:gd name="T9" fmla="*/ 3 h 294"/>
                <a:gd name="T10" fmla="*/ 0 w 152"/>
                <a:gd name="T11" fmla="*/ 13 h 294"/>
                <a:gd name="T12" fmla="*/ 5 w 152"/>
                <a:gd name="T13" fmla="*/ 23 h 294"/>
                <a:gd name="T14" fmla="*/ 58 w 152"/>
                <a:gd name="T15" fmla="*/ 85 h 294"/>
                <a:gd name="T16" fmla="*/ 56 w 152"/>
                <a:gd name="T17" fmla="*/ 96 h 294"/>
                <a:gd name="T18" fmla="*/ 56 w 152"/>
                <a:gd name="T19" fmla="*/ 110 h 294"/>
                <a:gd name="T20" fmla="*/ 61 w 152"/>
                <a:gd name="T21" fmla="*/ 125 h 294"/>
                <a:gd name="T22" fmla="*/ 70 w 152"/>
                <a:gd name="T23" fmla="*/ 137 h 294"/>
                <a:gd name="T24" fmla="*/ 83 w 152"/>
                <a:gd name="T25" fmla="*/ 146 h 294"/>
                <a:gd name="T26" fmla="*/ 89 w 152"/>
                <a:gd name="T27" fmla="*/ 280 h 294"/>
                <a:gd name="T28" fmla="*/ 94 w 152"/>
                <a:gd name="T29" fmla="*/ 290 h 294"/>
                <a:gd name="T30" fmla="*/ 103 w 152"/>
                <a:gd name="T31" fmla="*/ 294 h 294"/>
                <a:gd name="T32" fmla="*/ 113 w 152"/>
                <a:gd name="T33" fmla="*/ 290 h 294"/>
                <a:gd name="T34" fmla="*/ 117 w 152"/>
                <a:gd name="T35" fmla="*/ 280 h 294"/>
                <a:gd name="T36" fmla="*/ 125 w 152"/>
                <a:gd name="T37" fmla="*/ 146 h 294"/>
                <a:gd name="T38" fmla="*/ 137 w 152"/>
                <a:gd name="T39" fmla="*/ 137 h 294"/>
                <a:gd name="T40" fmla="*/ 146 w 152"/>
                <a:gd name="T41" fmla="*/ 125 h 294"/>
                <a:gd name="T42" fmla="*/ 152 w 152"/>
                <a:gd name="T43" fmla="*/ 110 h 294"/>
                <a:gd name="T44" fmla="*/ 150 w 152"/>
                <a:gd name="T45" fmla="*/ 92 h 294"/>
                <a:gd name="T46" fmla="*/ 143 w 152"/>
                <a:gd name="T47" fmla="*/ 75 h 294"/>
                <a:gd name="T48" fmla="*/ 130 w 152"/>
                <a:gd name="T49" fmla="*/ 62 h 294"/>
                <a:gd name="T50" fmla="*/ 113 w 152"/>
                <a:gd name="T51" fmla="*/ 56 h 294"/>
                <a:gd name="T52" fmla="*/ 103 w 152"/>
                <a:gd name="T53" fmla="*/ 123 h 294"/>
                <a:gd name="T54" fmla="*/ 96 w 152"/>
                <a:gd name="T55" fmla="*/ 121 h 294"/>
                <a:gd name="T56" fmla="*/ 89 w 152"/>
                <a:gd name="T57" fmla="*/ 117 h 294"/>
                <a:gd name="T58" fmla="*/ 85 w 152"/>
                <a:gd name="T59" fmla="*/ 110 h 294"/>
                <a:gd name="T60" fmla="*/ 83 w 152"/>
                <a:gd name="T61" fmla="*/ 103 h 294"/>
                <a:gd name="T62" fmla="*/ 85 w 152"/>
                <a:gd name="T63" fmla="*/ 94 h 294"/>
                <a:gd name="T64" fmla="*/ 89 w 152"/>
                <a:gd name="T65" fmla="*/ 88 h 294"/>
                <a:gd name="T66" fmla="*/ 96 w 152"/>
                <a:gd name="T67" fmla="*/ 84 h 294"/>
                <a:gd name="T68" fmla="*/ 103 w 152"/>
                <a:gd name="T69" fmla="*/ 82 h 294"/>
                <a:gd name="T70" fmla="*/ 112 w 152"/>
                <a:gd name="T71" fmla="*/ 84 h 294"/>
                <a:gd name="T72" fmla="*/ 118 w 152"/>
                <a:gd name="T73" fmla="*/ 88 h 294"/>
                <a:gd name="T74" fmla="*/ 123 w 152"/>
                <a:gd name="T75" fmla="*/ 94 h 294"/>
                <a:gd name="T76" fmla="*/ 124 w 152"/>
                <a:gd name="T77" fmla="*/ 103 h 294"/>
                <a:gd name="T78" fmla="*/ 123 w 152"/>
                <a:gd name="T79" fmla="*/ 110 h 294"/>
                <a:gd name="T80" fmla="*/ 118 w 152"/>
                <a:gd name="T81" fmla="*/ 117 h 294"/>
                <a:gd name="T82" fmla="*/ 112 w 152"/>
                <a:gd name="T83" fmla="*/ 121 h 294"/>
                <a:gd name="T84" fmla="*/ 103 w 152"/>
                <a:gd name="T85" fmla="*/ 123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2" h="294">
                  <a:moveTo>
                    <a:pt x="103" y="55"/>
                  </a:moveTo>
                  <a:lnTo>
                    <a:pt x="98" y="55"/>
                  </a:lnTo>
                  <a:lnTo>
                    <a:pt x="91" y="56"/>
                  </a:lnTo>
                  <a:lnTo>
                    <a:pt x="86" y="58"/>
                  </a:lnTo>
                  <a:lnTo>
                    <a:pt x="81" y="60"/>
                  </a:lnTo>
                  <a:lnTo>
                    <a:pt x="24" y="3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5" y="3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5" y="23"/>
                  </a:lnTo>
                  <a:lnTo>
                    <a:pt x="61" y="79"/>
                  </a:lnTo>
                  <a:lnTo>
                    <a:pt x="58" y="85"/>
                  </a:lnTo>
                  <a:lnTo>
                    <a:pt x="57" y="90"/>
                  </a:lnTo>
                  <a:lnTo>
                    <a:pt x="56" y="96"/>
                  </a:lnTo>
                  <a:lnTo>
                    <a:pt x="55" y="103"/>
                  </a:lnTo>
                  <a:lnTo>
                    <a:pt x="56" y="110"/>
                  </a:lnTo>
                  <a:lnTo>
                    <a:pt x="58" y="118"/>
                  </a:lnTo>
                  <a:lnTo>
                    <a:pt x="61" y="125"/>
                  </a:lnTo>
                  <a:lnTo>
                    <a:pt x="65" y="132"/>
                  </a:lnTo>
                  <a:lnTo>
                    <a:pt x="70" y="137"/>
                  </a:lnTo>
                  <a:lnTo>
                    <a:pt x="76" y="141"/>
                  </a:lnTo>
                  <a:lnTo>
                    <a:pt x="83" y="146"/>
                  </a:lnTo>
                  <a:lnTo>
                    <a:pt x="89" y="149"/>
                  </a:lnTo>
                  <a:lnTo>
                    <a:pt x="89" y="280"/>
                  </a:lnTo>
                  <a:lnTo>
                    <a:pt x="90" y="285"/>
                  </a:lnTo>
                  <a:lnTo>
                    <a:pt x="94" y="290"/>
                  </a:lnTo>
                  <a:lnTo>
                    <a:pt x="98" y="293"/>
                  </a:lnTo>
                  <a:lnTo>
                    <a:pt x="103" y="294"/>
                  </a:lnTo>
                  <a:lnTo>
                    <a:pt x="109" y="293"/>
                  </a:lnTo>
                  <a:lnTo>
                    <a:pt x="113" y="290"/>
                  </a:lnTo>
                  <a:lnTo>
                    <a:pt x="116" y="285"/>
                  </a:lnTo>
                  <a:lnTo>
                    <a:pt x="117" y="280"/>
                  </a:lnTo>
                  <a:lnTo>
                    <a:pt x="117" y="149"/>
                  </a:lnTo>
                  <a:lnTo>
                    <a:pt x="125" y="146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42" y="132"/>
                  </a:lnTo>
                  <a:lnTo>
                    <a:pt x="146" y="125"/>
                  </a:lnTo>
                  <a:lnTo>
                    <a:pt x="149" y="118"/>
                  </a:lnTo>
                  <a:lnTo>
                    <a:pt x="152" y="110"/>
                  </a:lnTo>
                  <a:lnTo>
                    <a:pt x="152" y="103"/>
                  </a:lnTo>
                  <a:lnTo>
                    <a:pt x="150" y="92"/>
                  </a:lnTo>
                  <a:lnTo>
                    <a:pt x="148" y="84"/>
                  </a:lnTo>
                  <a:lnTo>
                    <a:pt x="143" y="75"/>
                  </a:lnTo>
                  <a:lnTo>
                    <a:pt x="138" y="68"/>
                  </a:lnTo>
                  <a:lnTo>
                    <a:pt x="130" y="62"/>
                  </a:lnTo>
                  <a:lnTo>
                    <a:pt x="123" y="58"/>
                  </a:lnTo>
                  <a:lnTo>
                    <a:pt x="113" y="56"/>
                  </a:lnTo>
                  <a:lnTo>
                    <a:pt x="103" y="55"/>
                  </a:lnTo>
                  <a:close/>
                  <a:moveTo>
                    <a:pt x="103" y="123"/>
                  </a:moveTo>
                  <a:lnTo>
                    <a:pt x="99" y="122"/>
                  </a:lnTo>
                  <a:lnTo>
                    <a:pt x="96" y="121"/>
                  </a:lnTo>
                  <a:lnTo>
                    <a:pt x="93" y="119"/>
                  </a:lnTo>
                  <a:lnTo>
                    <a:pt x="89" y="117"/>
                  </a:lnTo>
                  <a:lnTo>
                    <a:pt x="87" y="114"/>
                  </a:lnTo>
                  <a:lnTo>
                    <a:pt x="85" y="110"/>
                  </a:lnTo>
                  <a:lnTo>
                    <a:pt x="84" y="106"/>
                  </a:lnTo>
                  <a:lnTo>
                    <a:pt x="83" y="103"/>
                  </a:lnTo>
                  <a:lnTo>
                    <a:pt x="84" y="99"/>
                  </a:lnTo>
                  <a:lnTo>
                    <a:pt x="85" y="94"/>
                  </a:lnTo>
                  <a:lnTo>
                    <a:pt x="87" y="91"/>
                  </a:lnTo>
                  <a:lnTo>
                    <a:pt x="89" y="88"/>
                  </a:lnTo>
                  <a:lnTo>
                    <a:pt x="93" y="86"/>
                  </a:lnTo>
                  <a:lnTo>
                    <a:pt x="96" y="84"/>
                  </a:lnTo>
                  <a:lnTo>
                    <a:pt x="99" y="82"/>
                  </a:lnTo>
                  <a:lnTo>
                    <a:pt x="103" y="82"/>
                  </a:lnTo>
                  <a:lnTo>
                    <a:pt x="108" y="82"/>
                  </a:lnTo>
                  <a:lnTo>
                    <a:pt x="112" y="84"/>
                  </a:lnTo>
                  <a:lnTo>
                    <a:pt x="115" y="86"/>
                  </a:lnTo>
                  <a:lnTo>
                    <a:pt x="118" y="88"/>
                  </a:lnTo>
                  <a:lnTo>
                    <a:pt x="120" y="91"/>
                  </a:lnTo>
                  <a:lnTo>
                    <a:pt x="123" y="94"/>
                  </a:lnTo>
                  <a:lnTo>
                    <a:pt x="124" y="99"/>
                  </a:lnTo>
                  <a:lnTo>
                    <a:pt x="124" y="103"/>
                  </a:lnTo>
                  <a:lnTo>
                    <a:pt x="124" y="106"/>
                  </a:lnTo>
                  <a:lnTo>
                    <a:pt x="123" y="110"/>
                  </a:lnTo>
                  <a:lnTo>
                    <a:pt x="120" y="114"/>
                  </a:lnTo>
                  <a:lnTo>
                    <a:pt x="118" y="117"/>
                  </a:lnTo>
                  <a:lnTo>
                    <a:pt x="115" y="119"/>
                  </a:lnTo>
                  <a:lnTo>
                    <a:pt x="112" y="121"/>
                  </a:lnTo>
                  <a:lnTo>
                    <a:pt x="108" y="122"/>
                  </a:lnTo>
                  <a:lnTo>
                    <a:pt x="103" y="1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3" name="Freeform 352">
              <a:extLst>
                <a:ext uri="{FF2B5EF4-FFF2-40B4-BE49-F238E27FC236}">
                  <a16:creationId xmlns:a16="http://schemas.microsoft.com/office/drawing/2014/main" id="{E17DD7BA-3964-4728-B894-3F02D054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7301" y="2670176"/>
              <a:ext cx="30163" cy="61913"/>
            </a:xfrm>
            <a:custGeom>
              <a:avLst/>
              <a:gdLst>
                <a:gd name="T0" fmla="*/ 26 w 56"/>
                <a:gd name="T1" fmla="*/ 5 h 116"/>
                <a:gd name="T2" fmla="*/ 22 w 56"/>
                <a:gd name="T3" fmla="*/ 2 h 116"/>
                <a:gd name="T4" fmla="*/ 16 w 56"/>
                <a:gd name="T5" fmla="*/ 0 h 116"/>
                <a:gd name="T6" fmla="*/ 12 w 56"/>
                <a:gd name="T7" fmla="*/ 0 h 116"/>
                <a:gd name="T8" fmla="*/ 7 w 56"/>
                <a:gd name="T9" fmla="*/ 2 h 116"/>
                <a:gd name="T10" fmla="*/ 2 w 56"/>
                <a:gd name="T11" fmla="*/ 6 h 116"/>
                <a:gd name="T12" fmla="*/ 0 w 56"/>
                <a:gd name="T13" fmla="*/ 11 h 116"/>
                <a:gd name="T14" fmla="*/ 1 w 56"/>
                <a:gd name="T15" fmla="*/ 16 h 116"/>
                <a:gd name="T16" fmla="*/ 3 w 56"/>
                <a:gd name="T17" fmla="*/ 21 h 116"/>
                <a:gd name="T18" fmla="*/ 9 w 56"/>
                <a:gd name="T19" fmla="*/ 30 h 116"/>
                <a:gd name="T20" fmla="*/ 14 w 56"/>
                <a:gd name="T21" fmla="*/ 40 h 116"/>
                <a:gd name="T22" fmla="*/ 18 w 56"/>
                <a:gd name="T23" fmla="*/ 49 h 116"/>
                <a:gd name="T24" fmla="*/ 22 w 56"/>
                <a:gd name="T25" fmla="*/ 60 h 116"/>
                <a:gd name="T26" fmla="*/ 25 w 56"/>
                <a:gd name="T27" fmla="*/ 70 h 116"/>
                <a:gd name="T28" fmla="*/ 27 w 56"/>
                <a:gd name="T29" fmla="*/ 80 h 116"/>
                <a:gd name="T30" fmla="*/ 28 w 56"/>
                <a:gd name="T31" fmla="*/ 91 h 116"/>
                <a:gd name="T32" fmla="*/ 28 w 56"/>
                <a:gd name="T33" fmla="*/ 103 h 116"/>
                <a:gd name="T34" fmla="*/ 29 w 56"/>
                <a:gd name="T35" fmla="*/ 108 h 116"/>
                <a:gd name="T36" fmla="*/ 32 w 56"/>
                <a:gd name="T37" fmla="*/ 113 h 116"/>
                <a:gd name="T38" fmla="*/ 37 w 56"/>
                <a:gd name="T39" fmla="*/ 115 h 116"/>
                <a:gd name="T40" fmla="*/ 42 w 56"/>
                <a:gd name="T41" fmla="*/ 116 h 116"/>
                <a:gd name="T42" fmla="*/ 47 w 56"/>
                <a:gd name="T43" fmla="*/ 115 h 116"/>
                <a:gd name="T44" fmla="*/ 52 w 56"/>
                <a:gd name="T45" fmla="*/ 113 h 116"/>
                <a:gd name="T46" fmla="*/ 55 w 56"/>
                <a:gd name="T47" fmla="*/ 108 h 116"/>
                <a:gd name="T48" fmla="*/ 56 w 56"/>
                <a:gd name="T49" fmla="*/ 103 h 116"/>
                <a:gd name="T50" fmla="*/ 56 w 56"/>
                <a:gd name="T51" fmla="*/ 89 h 116"/>
                <a:gd name="T52" fmla="*/ 54 w 56"/>
                <a:gd name="T53" fmla="*/ 76 h 116"/>
                <a:gd name="T54" fmla="*/ 52 w 56"/>
                <a:gd name="T55" fmla="*/ 64 h 116"/>
                <a:gd name="T56" fmla="*/ 48 w 56"/>
                <a:gd name="T57" fmla="*/ 51 h 116"/>
                <a:gd name="T58" fmla="*/ 44 w 56"/>
                <a:gd name="T59" fmla="*/ 40 h 116"/>
                <a:gd name="T60" fmla="*/ 39 w 56"/>
                <a:gd name="T61" fmla="*/ 28 h 116"/>
                <a:gd name="T62" fmla="*/ 32 w 56"/>
                <a:gd name="T63" fmla="*/ 16 h 116"/>
                <a:gd name="T64" fmla="*/ 26 w 56"/>
                <a:gd name="T65" fmla="*/ 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116">
                  <a:moveTo>
                    <a:pt x="26" y="5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7" y="2"/>
                  </a:lnTo>
                  <a:lnTo>
                    <a:pt x="2" y="6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3" y="21"/>
                  </a:lnTo>
                  <a:lnTo>
                    <a:pt x="9" y="30"/>
                  </a:lnTo>
                  <a:lnTo>
                    <a:pt x="14" y="40"/>
                  </a:lnTo>
                  <a:lnTo>
                    <a:pt x="18" y="49"/>
                  </a:lnTo>
                  <a:lnTo>
                    <a:pt x="22" y="60"/>
                  </a:lnTo>
                  <a:lnTo>
                    <a:pt x="25" y="70"/>
                  </a:lnTo>
                  <a:lnTo>
                    <a:pt x="27" y="80"/>
                  </a:lnTo>
                  <a:lnTo>
                    <a:pt x="28" y="91"/>
                  </a:lnTo>
                  <a:lnTo>
                    <a:pt x="28" y="103"/>
                  </a:lnTo>
                  <a:lnTo>
                    <a:pt x="29" y="108"/>
                  </a:lnTo>
                  <a:lnTo>
                    <a:pt x="32" y="113"/>
                  </a:lnTo>
                  <a:lnTo>
                    <a:pt x="37" y="115"/>
                  </a:lnTo>
                  <a:lnTo>
                    <a:pt x="42" y="116"/>
                  </a:lnTo>
                  <a:lnTo>
                    <a:pt x="47" y="115"/>
                  </a:lnTo>
                  <a:lnTo>
                    <a:pt x="52" y="113"/>
                  </a:lnTo>
                  <a:lnTo>
                    <a:pt x="55" y="108"/>
                  </a:lnTo>
                  <a:lnTo>
                    <a:pt x="56" y="103"/>
                  </a:lnTo>
                  <a:lnTo>
                    <a:pt x="56" y="89"/>
                  </a:lnTo>
                  <a:lnTo>
                    <a:pt x="54" y="76"/>
                  </a:lnTo>
                  <a:lnTo>
                    <a:pt x="52" y="64"/>
                  </a:lnTo>
                  <a:lnTo>
                    <a:pt x="48" y="51"/>
                  </a:lnTo>
                  <a:lnTo>
                    <a:pt x="44" y="40"/>
                  </a:lnTo>
                  <a:lnTo>
                    <a:pt x="39" y="28"/>
                  </a:lnTo>
                  <a:lnTo>
                    <a:pt x="32" y="16"/>
                  </a:lnTo>
                  <a:lnTo>
                    <a:pt x="26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4" name="Freeform 353">
              <a:extLst>
                <a:ext uri="{FF2B5EF4-FFF2-40B4-BE49-F238E27FC236}">
                  <a16:creationId xmlns:a16="http://schemas.microsoft.com/office/drawing/2014/main" id="{32639192-8887-4227-850C-C1CC3562A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6" y="2744788"/>
              <a:ext cx="14288" cy="14288"/>
            </a:xfrm>
            <a:custGeom>
              <a:avLst/>
              <a:gdLst>
                <a:gd name="T0" fmla="*/ 24 w 28"/>
                <a:gd name="T1" fmla="*/ 5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5" name="Freeform 354">
              <a:extLst>
                <a:ext uri="{FF2B5EF4-FFF2-40B4-BE49-F238E27FC236}">
                  <a16:creationId xmlns:a16="http://schemas.microsoft.com/office/drawing/2014/main" id="{9FC2452E-C0EC-4D59-AD8D-74C463A4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76" y="2717801"/>
              <a:ext cx="14288" cy="14288"/>
            </a:xfrm>
            <a:custGeom>
              <a:avLst/>
              <a:gdLst>
                <a:gd name="T0" fmla="*/ 24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4 w 28"/>
                <a:gd name="T9" fmla="*/ 3 h 27"/>
                <a:gd name="T10" fmla="*/ 1 w 28"/>
                <a:gd name="T11" fmla="*/ 8 h 27"/>
                <a:gd name="T12" fmla="*/ 0 w 28"/>
                <a:gd name="T13" fmla="*/ 14 h 27"/>
                <a:gd name="T14" fmla="*/ 1 w 28"/>
                <a:gd name="T15" fmla="*/ 18 h 27"/>
                <a:gd name="T16" fmla="*/ 4 w 28"/>
                <a:gd name="T17" fmla="*/ 24 h 27"/>
                <a:gd name="T18" fmla="*/ 9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4 h 27"/>
                <a:gd name="T26" fmla="*/ 27 w 28"/>
                <a:gd name="T27" fmla="*/ 18 h 27"/>
                <a:gd name="T28" fmla="*/ 28 w 28"/>
                <a:gd name="T29" fmla="*/ 14 h 27"/>
                <a:gd name="T30" fmla="*/ 27 w 28"/>
                <a:gd name="T31" fmla="*/ 8 h 27"/>
                <a:gd name="T32" fmla="*/ 24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4"/>
                  </a:lnTo>
                  <a:lnTo>
                    <a:pt x="27" y="18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F90ACF43-6364-4251-9895-974A97C6DDB1}"/>
              </a:ext>
            </a:extLst>
          </p:cNvPr>
          <p:cNvGrpSpPr/>
          <p:nvPr/>
        </p:nvGrpSpPr>
        <p:grpSpPr>
          <a:xfrm>
            <a:off x="7359651" y="1808163"/>
            <a:ext cx="374650" cy="311150"/>
            <a:chOff x="7359651" y="1808163"/>
            <a:chExt cx="374650" cy="311150"/>
          </a:xfrm>
          <a:solidFill>
            <a:schemeClr val="bg1"/>
          </a:solidFill>
        </p:grpSpPr>
        <p:sp>
          <p:nvSpPr>
            <p:cNvPr id="226" name="Freeform 355">
              <a:extLst>
                <a:ext uri="{FF2B5EF4-FFF2-40B4-BE49-F238E27FC236}">
                  <a16:creationId xmlns:a16="http://schemas.microsoft.com/office/drawing/2014/main" id="{7B150D37-983F-44AA-9C18-2CC046FEE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3314" y="1841501"/>
              <a:ext cx="87313" cy="82550"/>
            </a:xfrm>
            <a:custGeom>
              <a:avLst/>
              <a:gdLst>
                <a:gd name="T0" fmla="*/ 152 w 165"/>
                <a:gd name="T1" fmla="*/ 0 h 155"/>
                <a:gd name="T2" fmla="*/ 138 w 165"/>
                <a:gd name="T3" fmla="*/ 0 h 155"/>
                <a:gd name="T4" fmla="*/ 124 w 165"/>
                <a:gd name="T5" fmla="*/ 3 h 155"/>
                <a:gd name="T6" fmla="*/ 110 w 165"/>
                <a:gd name="T7" fmla="*/ 6 h 155"/>
                <a:gd name="T8" fmla="*/ 96 w 165"/>
                <a:gd name="T9" fmla="*/ 11 h 155"/>
                <a:gd name="T10" fmla="*/ 83 w 165"/>
                <a:gd name="T11" fmla="*/ 17 h 155"/>
                <a:gd name="T12" fmla="*/ 71 w 165"/>
                <a:gd name="T13" fmla="*/ 23 h 155"/>
                <a:gd name="T14" fmla="*/ 59 w 165"/>
                <a:gd name="T15" fmla="*/ 32 h 155"/>
                <a:gd name="T16" fmla="*/ 49 w 165"/>
                <a:gd name="T17" fmla="*/ 41 h 155"/>
                <a:gd name="T18" fmla="*/ 39 w 165"/>
                <a:gd name="T19" fmla="*/ 51 h 155"/>
                <a:gd name="T20" fmla="*/ 29 w 165"/>
                <a:gd name="T21" fmla="*/ 62 h 155"/>
                <a:gd name="T22" fmla="*/ 22 w 165"/>
                <a:gd name="T23" fmla="*/ 73 h 155"/>
                <a:gd name="T24" fmla="*/ 15 w 165"/>
                <a:gd name="T25" fmla="*/ 86 h 155"/>
                <a:gd name="T26" fmla="*/ 10 w 165"/>
                <a:gd name="T27" fmla="*/ 99 h 155"/>
                <a:gd name="T28" fmla="*/ 6 w 165"/>
                <a:gd name="T29" fmla="*/ 112 h 155"/>
                <a:gd name="T30" fmla="*/ 2 w 165"/>
                <a:gd name="T31" fmla="*/ 126 h 155"/>
                <a:gd name="T32" fmla="*/ 0 w 165"/>
                <a:gd name="T33" fmla="*/ 140 h 155"/>
                <a:gd name="T34" fmla="*/ 1 w 165"/>
                <a:gd name="T35" fmla="*/ 145 h 155"/>
                <a:gd name="T36" fmla="*/ 3 w 165"/>
                <a:gd name="T37" fmla="*/ 151 h 155"/>
                <a:gd name="T38" fmla="*/ 8 w 165"/>
                <a:gd name="T39" fmla="*/ 154 h 155"/>
                <a:gd name="T40" fmla="*/ 13 w 165"/>
                <a:gd name="T41" fmla="*/ 155 h 155"/>
                <a:gd name="T42" fmla="*/ 14 w 165"/>
                <a:gd name="T43" fmla="*/ 155 h 155"/>
                <a:gd name="T44" fmla="*/ 14 w 165"/>
                <a:gd name="T45" fmla="*/ 155 h 155"/>
                <a:gd name="T46" fmla="*/ 20 w 165"/>
                <a:gd name="T47" fmla="*/ 154 h 155"/>
                <a:gd name="T48" fmla="*/ 24 w 165"/>
                <a:gd name="T49" fmla="*/ 152 h 155"/>
                <a:gd name="T50" fmla="*/ 27 w 165"/>
                <a:gd name="T51" fmla="*/ 148 h 155"/>
                <a:gd name="T52" fmla="*/ 28 w 165"/>
                <a:gd name="T53" fmla="*/ 142 h 155"/>
                <a:gd name="T54" fmla="*/ 29 w 165"/>
                <a:gd name="T55" fmla="*/ 130 h 155"/>
                <a:gd name="T56" fmla="*/ 32 w 165"/>
                <a:gd name="T57" fmla="*/ 119 h 155"/>
                <a:gd name="T58" fmla="*/ 36 w 165"/>
                <a:gd name="T59" fmla="*/ 108 h 155"/>
                <a:gd name="T60" fmla="*/ 41 w 165"/>
                <a:gd name="T61" fmla="*/ 97 h 155"/>
                <a:gd name="T62" fmla="*/ 46 w 165"/>
                <a:gd name="T63" fmla="*/ 87 h 155"/>
                <a:gd name="T64" fmla="*/ 53 w 165"/>
                <a:gd name="T65" fmla="*/ 78 h 155"/>
                <a:gd name="T66" fmla="*/ 59 w 165"/>
                <a:gd name="T67" fmla="*/ 69 h 155"/>
                <a:gd name="T68" fmla="*/ 68 w 165"/>
                <a:gd name="T69" fmla="*/ 62 h 155"/>
                <a:gd name="T70" fmla="*/ 76 w 165"/>
                <a:gd name="T71" fmla="*/ 54 h 155"/>
                <a:gd name="T72" fmla="*/ 86 w 165"/>
                <a:gd name="T73" fmla="*/ 48 h 155"/>
                <a:gd name="T74" fmla="*/ 96 w 165"/>
                <a:gd name="T75" fmla="*/ 41 h 155"/>
                <a:gd name="T76" fmla="*/ 105 w 165"/>
                <a:gd name="T77" fmla="*/ 37 h 155"/>
                <a:gd name="T78" fmla="*/ 117 w 165"/>
                <a:gd name="T79" fmla="*/ 33 h 155"/>
                <a:gd name="T80" fmla="*/ 128 w 165"/>
                <a:gd name="T81" fmla="*/ 31 h 155"/>
                <a:gd name="T82" fmla="*/ 140 w 165"/>
                <a:gd name="T83" fmla="*/ 28 h 155"/>
                <a:gd name="T84" fmla="*/ 152 w 165"/>
                <a:gd name="T85" fmla="*/ 28 h 155"/>
                <a:gd name="T86" fmla="*/ 157 w 165"/>
                <a:gd name="T87" fmla="*/ 27 h 155"/>
                <a:gd name="T88" fmla="*/ 161 w 165"/>
                <a:gd name="T89" fmla="*/ 24 h 155"/>
                <a:gd name="T90" fmla="*/ 164 w 165"/>
                <a:gd name="T91" fmla="*/ 20 h 155"/>
                <a:gd name="T92" fmla="*/ 165 w 165"/>
                <a:gd name="T93" fmla="*/ 14 h 155"/>
                <a:gd name="T94" fmla="*/ 164 w 165"/>
                <a:gd name="T95" fmla="*/ 9 h 155"/>
                <a:gd name="T96" fmla="*/ 161 w 165"/>
                <a:gd name="T97" fmla="*/ 5 h 155"/>
                <a:gd name="T98" fmla="*/ 157 w 165"/>
                <a:gd name="T99" fmla="*/ 2 h 155"/>
                <a:gd name="T100" fmla="*/ 152 w 165"/>
                <a:gd name="T10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" h="155">
                  <a:moveTo>
                    <a:pt x="152" y="0"/>
                  </a:moveTo>
                  <a:lnTo>
                    <a:pt x="138" y="0"/>
                  </a:lnTo>
                  <a:lnTo>
                    <a:pt x="124" y="3"/>
                  </a:lnTo>
                  <a:lnTo>
                    <a:pt x="110" y="6"/>
                  </a:lnTo>
                  <a:lnTo>
                    <a:pt x="96" y="11"/>
                  </a:lnTo>
                  <a:lnTo>
                    <a:pt x="83" y="17"/>
                  </a:lnTo>
                  <a:lnTo>
                    <a:pt x="71" y="23"/>
                  </a:lnTo>
                  <a:lnTo>
                    <a:pt x="59" y="32"/>
                  </a:lnTo>
                  <a:lnTo>
                    <a:pt x="49" y="41"/>
                  </a:lnTo>
                  <a:lnTo>
                    <a:pt x="39" y="51"/>
                  </a:lnTo>
                  <a:lnTo>
                    <a:pt x="29" y="62"/>
                  </a:lnTo>
                  <a:lnTo>
                    <a:pt x="22" y="73"/>
                  </a:lnTo>
                  <a:lnTo>
                    <a:pt x="15" y="86"/>
                  </a:lnTo>
                  <a:lnTo>
                    <a:pt x="10" y="99"/>
                  </a:lnTo>
                  <a:lnTo>
                    <a:pt x="6" y="112"/>
                  </a:lnTo>
                  <a:lnTo>
                    <a:pt x="2" y="126"/>
                  </a:lnTo>
                  <a:lnTo>
                    <a:pt x="0" y="140"/>
                  </a:lnTo>
                  <a:lnTo>
                    <a:pt x="1" y="145"/>
                  </a:lnTo>
                  <a:lnTo>
                    <a:pt x="3" y="151"/>
                  </a:lnTo>
                  <a:lnTo>
                    <a:pt x="8" y="154"/>
                  </a:lnTo>
                  <a:lnTo>
                    <a:pt x="13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20" y="154"/>
                  </a:lnTo>
                  <a:lnTo>
                    <a:pt x="24" y="152"/>
                  </a:lnTo>
                  <a:lnTo>
                    <a:pt x="27" y="148"/>
                  </a:lnTo>
                  <a:lnTo>
                    <a:pt x="28" y="142"/>
                  </a:lnTo>
                  <a:lnTo>
                    <a:pt x="29" y="130"/>
                  </a:lnTo>
                  <a:lnTo>
                    <a:pt x="32" y="119"/>
                  </a:lnTo>
                  <a:lnTo>
                    <a:pt x="36" y="108"/>
                  </a:lnTo>
                  <a:lnTo>
                    <a:pt x="41" y="97"/>
                  </a:lnTo>
                  <a:lnTo>
                    <a:pt x="46" y="87"/>
                  </a:lnTo>
                  <a:lnTo>
                    <a:pt x="53" y="78"/>
                  </a:lnTo>
                  <a:lnTo>
                    <a:pt x="59" y="69"/>
                  </a:lnTo>
                  <a:lnTo>
                    <a:pt x="68" y="62"/>
                  </a:lnTo>
                  <a:lnTo>
                    <a:pt x="76" y="54"/>
                  </a:lnTo>
                  <a:lnTo>
                    <a:pt x="86" y="48"/>
                  </a:lnTo>
                  <a:lnTo>
                    <a:pt x="96" y="41"/>
                  </a:lnTo>
                  <a:lnTo>
                    <a:pt x="105" y="37"/>
                  </a:lnTo>
                  <a:lnTo>
                    <a:pt x="117" y="33"/>
                  </a:lnTo>
                  <a:lnTo>
                    <a:pt x="128" y="31"/>
                  </a:lnTo>
                  <a:lnTo>
                    <a:pt x="140" y="28"/>
                  </a:lnTo>
                  <a:lnTo>
                    <a:pt x="152" y="28"/>
                  </a:lnTo>
                  <a:lnTo>
                    <a:pt x="157" y="27"/>
                  </a:lnTo>
                  <a:lnTo>
                    <a:pt x="161" y="24"/>
                  </a:lnTo>
                  <a:lnTo>
                    <a:pt x="164" y="20"/>
                  </a:lnTo>
                  <a:lnTo>
                    <a:pt x="165" y="14"/>
                  </a:lnTo>
                  <a:lnTo>
                    <a:pt x="164" y="9"/>
                  </a:lnTo>
                  <a:lnTo>
                    <a:pt x="161" y="5"/>
                  </a:lnTo>
                  <a:lnTo>
                    <a:pt x="157" y="2"/>
                  </a:lnTo>
                  <a:lnTo>
                    <a:pt x="1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7" name="Freeform 356">
              <a:extLst>
                <a:ext uri="{FF2B5EF4-FFF2-40B4-BE49-F238E27FC236}">
                  <a16:creationId xmlns:a16="http://schemas.microsoft.com/office/drawing/2014/main" id="{034B2680-1EFC-43BC-8BDA-896AA37C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51" y="1808163"/>
              <a:ext cx="374650" cy="231775"/>
            </a:xfrm>
            <a:custGeom>
              <a:avLst/>
              <a:gdLst>
                <a:gd name="T0" fmla="*/ 553 w 710"/>
                <a:gd name="T1" fmla="*/ 173 h 438"/>
                <a:gd name="T2" fmla="*/ 526 w 710"/>
                <a:gd name="T3" fmla="*/ 121 h 438"/>
                <a:gd name="T4" fmla="*/ 482 w 710"/>
                <a:gd name="T5" fmla="*/ 62 h 438"/>
                <a:gd name="T6" fmla="*/ 422 w 710"/>
                <a:gd name="T7" fmla="*/ 21 h 438"/>
                <a:gd name="T8" fmla="*/ 349 w 710"/>
                <a:gd name="T9" fmla="*/ 1 h 438"/>
                <a:gd name="T10" fmla="*/ 268 w 710"/>
                <a:gd name="T11" fmla="*/ 9 h 438"/>
                <a:gd name="T12" fmla="*/ 196 w 710"/>
                <a:gd name="T13" fmla="*/ 45 h 438"/>
                <a:gd name="T14" fmla="*/ 144 w 710"/>
                <a:gd name="T15" fmla="*/ 102 h 438"/>
                <a:gd name="T16" fmla="*/ 116 w 710"/>
                <a:gd name="T17" fmla="*/ 171 h 438"/>
                <a:gd name="T18" fmla="*/ 74 w 710"/>
                <a:gd name="T19" fmla="*/ 200 h 438"/>
                <a:gd name="T20" fmla="*/ 33 w 710"/>
                <a:gd name="T21" fmla="*/ 229 h 438"/>
                <a:gd name="T22" fmla="*/ 8 w 710"/>
                <a:gd name="T23" fmla="*/ 271 h 438"/>
                <a:gd name="T24" fmla="*/ 0 w 710"/>
                <a:gd name="T25" fmla="*/ 319 h 438"/>
                <a:gd name="T26" fmla="*/ 12 w 710"/>
                <a:gd name="T27" fmla="*/ 365 h 438"/>
                <a:gd name="T28" fmla="*/ 49 w 710"/>
                <a:gd name="T29" fmla="*/ 412 h 438"/>
                <a:gd name="T30" fmla="*/ 109 w 710"/>
                <a:gd name="T31" fmla="*/ 437 h 438"/>
                <a:gd name="T32" fmla="*/ 128 w 710"/>
                <a:gd name="T33" fmla="*/ 438 h 438"/>
                <a:gd name="T34" fmla="*/ 169 w 710"/>
                <a:gd name="T35" fmla="*/ 434 h 438"/>
                <a:gd name="T36" fmla="*/ 169 w 710"/>
                <a:gd name="T37" fmla="*/ 415 h 438"/>
                <a:gd name="T38" fmla="*/ 129 w 710"/>
                <a:gd name="T39" fmla="*/ 410 h 438"/>
                <a:gd name="T40" fmla="*/ 90 w 710"/>
                <a:gd name="T41" fmla="*/ 404 h 438"/>
                <a:gd name="T42" fmla="*/ 48 w 710"/>
                <a:gd name="T43" fmla="*/ 374 h 438"/>
                <a:gd name="T44" fmla="*/ 30 w 710"/>
                <a:gd name="T45" fmla="*/ 336 h 438"/>
                <a:gd name="T46" fmla="*/ 29 w 710"/>
                <a:gd name="T47" fmla="*/ 299 h 438"/>
                <a:gd name="T48" fmla="*/ 42 w 710"/>
                <a:gd name="T49" fmla="*/ 263 h 438"/>
                <a:gd name="T50" fmla="*/ 68 w 710"/>
                <a:gd name="T51" fmla="*/ 235 h 438"/>
                <a:gd name="T52" fmla="*/ 112 w 710"/>
                <a:gd name="T53" fmla="*/ 218 h 438"/>
                <a:gd name="T54" fmla="*/ 130 w 710"/>
                <a:gd name="T55" fmla="*/ 216 h 438"/>
                <a:gd name="T56" fmla="*/ 142 w 710"/>
                <a:gd name="T57" fmla="*/ 186 h 438"/>
                <a:gd name="T58" fmla="*/ 166 w 710"/>
                <a:gd name="T59" fmla="*/ 119 h 438"/>
                <a:gd name="T60" fmla="*/ 214 w 710"/>
                <a:gd name="T61" fmla="*/ 68 h 438"/>
                <a:gd name="T62" fmla="*/ 276 w 710"/>
                <a:gd name="T63" fmla="*/ 36 h 438"/>
                <a:gd name="T64" fmla="*/ 348 w 710"/>
                <a:gd name="T65" fmla="*/ 28 h 438"/>
                <a:gd name="T66" fmla="*/ 414 w 710"/>
                <a:gd name="T67" fmla="*/ 47 h 438"/>
                <a:gd name="T68" fmla="*/ 468 w 710"/>
                <a:gd name="T69" fmla="*/ 87 h 438"/>
                <a:gd name="T70" fmla="*/ 505 w 710"/>
                <a:gd name="T71" fmla="*/ 144 h 438"/>
                <a:gd name="T72" fmla="*/ 519 w 710"/>
                <a:gd name="T73" fmla="*/ 198 h 438"/>
                <a:gd name="T74" fmla="*/ 529 w 710"/>
                <a:gd name="T75" fmla="*/ 206 h 438"/>
                <a:gd name="T76" fmla="*/ 547 w 710"/>
                <a:gd name="T77" fmla="*/ 203 h 438"/>
                <a:gd name="T78" fmla="*/ 588 w 710"/>
                <a:gd name="T79" fmla="*/ 199 h 438"/>
                <a:gd name="T80" fmla="*/ 628 w 710"/>
                <a:gd name="T81" fmla="*/ 212 h 438"/>
                <a:gd name="T82" fmla="*/ 659 w 710"/>
                <a:gd name="T83" fmla="*/ 237 h 438"/>
                <a:gd name="T84" fmla="*/ 678 w 710"/>
                <a:gd name="T85" fmla="*/ 273 h 438"/>
                <a:gd name="T86" fmla="*/ 682 w 710"/>
                <a:gd name="T87" fmla="*/ 316 h 438"/>
                <a:gd name="T88" fmla="*/ 671 w 710"/>
                <a:gd name="T89" fmla="*/ 354 h 438"/>
                <a:gd name="T90" fmla="*/ 645 w 710"/>
                <a:gd name="T91" fmla="*/ 386 h 438"/>
                <a:gd name="T92" fmla="*/ 608 w 710"/>
                <a:gd name="T93" fmla="*/ 406 h 438"/>
                <a:gd name="T94" fmla="*/ 555 w 710"/>
                <a:gd name="T95" fmla="*/ 410 h 438"/>
                <a:gd name="T96" fmla="*/ 541 w 710"/>
                <a:gd name="T97" fmla="*/ 424 h 438"/>
                <a:gd name="T98" fmla="*/ 555 w 710"/>
                <a:gd name="T99" fmla="*/ 438 h 438"/>
                <a:gd name="T100" fmla="*/ 617 w 710"/>
                <a:gd name="T101" fmla="*/ 432 h 438"/>
                <a:gd name="T102" fmla="*/ 662 w 710"/>
                <a:gd name="T103" fmla="*/ 407 h 438"/>
                <a:gd name="T104" fmla="*/ 694 w 710"/>
                <a:gd name="T105" fmla="*/ 368 h 438"/>
                <a:gd name="T106" fmla="*/ 710 w 710"/>
                <a:gd name="T107" fmla="*/ 318 h 438"/>
                <a:gd name="T108" fmla="*/ 705 w 710"/>
                <a:gd name="T109" fmla="*/ 265 h 438"/>
                <a:gd name="T110" fmla="*/ 680 w 710"/>
                <a:gd name="T111" fmla="*/ 219 h 438"/>
                <a:gd name="T112" fmla="*/ 641 w 710"/>
                <a:gd name="T113" fmla="*/ 187 h 438"/>
                <a:gd name="T114" fmla="*/ 591 w 710"/>
                <a:gd name="T115" fmla="*/ 172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0" h="438">
                  <a:moveTo>
                    <a:pt x="577" y="171"/>
                  </a:moveTo>
                  <a:lnTo>
                    <a:pt x="569" y="171"/>
                  </a:lnTo>
                  <a:lnTo>
                    <a:pt x="560" y="172"/>
                  </a:lnTo>
                  <a:lnTo>
                    <a:pt x="553" y="173"/>
                  </a:lnTo>
                  <a:lnTo>
                    <a:pt x="544" y="175"/>
                  </a:lnTo>
                  <a:lnTo>
                    <a:pt x="540" y="157"/>
                  </a:lnTo>
                  <a:lnTo>
                    <a:pt x="533" y="139"/>
                  </a:lnTo>
                  <a:lnTo>
                    <a:pt x="526" y="121"/>
                  </a:lnTo>
                  <a:lnTo>
                    <a:pt x="516" y="105"/>
                  </a:lnTo>
                  <a:lnTo>
                    <a:pt x="507" y="89"/>
                  </a:lnTo>
                  <a:lnTo>
                    <a:pt x="495" y="75"/>
                  </a:lnTo>
                  <a:lnTo>
                    <a:pt x="482" y="62"/>
                  </a:lnTo>
                  <a:lnTo>
                    <a:pt x="468" y="50"/>
                  </a:lnTo>
                  <a:lnTo>
                    <a:pt x="454" y="39"/>
                  </a:lnTo>
                  <a:lnTo>
                    <a:pt x="438" y="29"/>
                  </a:lnTo>
                  <a:lnTo>
                    <a:pt x="422" y="21"/>
                  </a:lnTo>
                  <a:lnTo>
                    <a:pt x="405" y="13"/>
                  </a:lnTo>
                  <a:lnTo>
                    <a:pt x="386" y="8"/>
                  </a:lnTo>
                  <a:lnTo>
                    <a:pt x="368" y="3"/>
                  </a:lnTo>
                  <a:lnTo>
                    <a:pt x="349" y="1"/>
                  </a:lnTo>
                  <a:lnTo>
                    <a:pt x="330" y="0"/>
                  </a:lnTo>
                  <a:lnTo>
                    <a:pt x="309" y="1"/>
                  </a:lnTo>
                  <a:lnTo>
                    <a:pt x="289" y="3"/>
                  </a:lnTo>
                  <a:lnTo>
                    <a:pt x="268" y="9"/>
                  </a:lnTo>
                  <a:lnTo>
                    <a:pt x="249" y="15"/>
                  </a:lnTo>
                  <a:lnTo>
                    <a:pt x="231" y="24"/>
                  </a:lnTo>
                  <a:lnTo>
                    <a:pt x="213" y="33"/>
                  </a:lnTo>
                  <a:lnTo>
                    <a:pt x="196" y="45"/>
                  </a:lnTo>
                  <a:lnTo>
                    <a:pt x="180" y="58"/>
                  </a:lnTo>
                  <a:lnTo>
                    <a:pt x="168" y="72"/>
                  </a:lnTo>
                  <a:lnTo>
                    <a:pt x="155" y="87"/>
                  </a:lnTo>
                  <a:lnTo>
                    <a:pt x="144" y="102"/>
                  </a:lnTo>
                  <a:lnTo>
                    <a:pt x="135" y="118"/>
                  </a:lnTo>
                  <a:lnTo>
                    <a:pt x="127" y="135"/>
                  </a:lnTo>
                  <a:lnTo>
                    <a:pt x="120" y="153"/>
                  </a:lnTo>
                  <a:lnTo>
                    <a:pt x="116" y="171"/>
                  </a:lnTo>
                  <a:lnTo>
                    <a:pt x="113" y="190"/>
                  </a:lnTo>
                  <a:lnTo>
                    <a:pt x="99" y="192"/>
                  </a:lnTo>
                  <a:lnTo>
                    <a:pt x="86" y="196"/>
                  </a:lnTo>
                  <a:lnTo>
                    <a:pt x="74" y="200"/>
                  </a:lnTo>
                  <a:lnTo>
                    <a:pt x="61" y="206"/>
                  </a:lnTo>
                  <a:lnTo>
                    <a:pt x="52" y="213"/>
                  </a:lnTo>
                  <a:lnTo>
                    <a:pt x="42" y="221"/>
                  </a:lnTo>
                  <a:lnTo>
                    <a:pt x="33" y="229"/>
                  </a:lnTo>
                  <a:lnTo>
                    <a:pt x="25" y="239"/>
                  </a:lnTo>
                  <a:lnTo>
                    <a:pt x="18" y="248"/>
                  </a:lnTo>
                  <a:lnTo>
                    <a:pt x="13" y="259"/>
                  </a:lnTo>
                  <a:lnTo>
                    <a:pt x="8" y="271"/>
                  </a:lnTo>
                  <a:lnTo>
                    <a:pt x="4" y="283"/>
                  </a:lnTo>
                  <a:lnTo>
                    <a:pt x="1" y="294"/>
                  </a:lnTo>
                  <a:lnTo>
                    <a:pt x="0" y="306"/>
                  </a:lnTo>
                  <a:lnTo>
                    <a:pt x="0" y="319"/>
                  </a:lnTo>
                  <a:lnTo>
                    <a:pt x="1" y="331"/>
                  </a:lnTo>
                  <a:lnTo>
                    <a:pt x="3" y="343"/>
                  </a:lnTo>
                  <a:lnTo>
                    <a:pt x="7" y="354"/>
                  </a:lnTo>
                  <a:lnTo>
                    <a:pt x="12" y="365"/>
                  </a:lnTo>
                  <a:lnTo>
                    <a:pt x="17" y="377"/>
                  </a:lnTo>
                  <a:lnTo>
                    <a:pt x="27" y="390"/>
                  </a:lnTo>
                  <a:lnTo>
                    <a:pt x="38" y="403"/>
                  </a:lnTo>
                  <a:lnTo>
                    <a:pt x="49" y="412"/>
                  </a:lnTo>
                  <a:lnTo>
                    <a:pt x="62" y="422"/>
                  </a:lnTo>
                  <a:lnTo>
                    <a:pt x="77" y="429"/>
                  </a:lnTo>
                  <a:lnTo>
                    <a:pt x="92" y="434"/>
                  </a:lnTo>
                  <a:lnTo>
                    <a:pt x="109" y="437"/>
                  </a:lnTo>
                  <a:lnTo>
                    <a:pt x="125" y="438"/>
                  </a:lnTo>
                  <a:lnTo>
                    <a:pt x="126" y="438"/>
                  </a:lnTo>
                  <a:lnTo>
                    <a:pt x="128" y="438"/>
                  </a:lnTo>
                  <a:lnTo>
                    <a:pt x="128" y="438"/>
                  </a:lnTo>
                  <a:lnTo>
                    <a:pt x="129" y="438"/>
                  </a:lnTo>
                  <a:lnTo>
                    <a:pt x="159" y="438"/>
                  </a:lnTo>
                  <a:lnTo>
                    <a:pt x="164" y="437"/>
                  </a:lnTo>
                  <a:lnTo>
                    <a:pt x="169" y="434"/>
                  </a:lnTo>
                  <a:lnTo>
                    <a:pt x="172" y="430"/>
                  </a:lnTo>
                  <a:lnTo>
                    <a:pt x="173" y="424"/>
                  </a:lnTo>
                  <a:lnTo>
                    <a:pt x="172" y="419"/>
                  </a:lnTo>
                  <a:lnTo>
                    <a:pt x="169" y="415"/>
                  </a:lnTo>
                  <a:lnTo>
                    <a:pt x="164" y="411"/>
                  </a:lnTo>
                  <a:lnTo>
                    <a:pt x="159" y="410"/>
                  </a:lnTo>
                  <a:lnTo>
                    <a:pt x="130" y="410"/>
                  </a:lnTo>
                  <a:lnTo>
                    <a:pt x="129" y="410"/>
                  </a:lnTo>
                  <a:lnTo>
                    <a:pt x="128" y="410"/>
                  </a:lnTo>
                  <a:lnTo>
                    <a:pt x="115" y="410"/>
                  </a:lnTo>
                  <a:lnTo>
                    <a:pt x="102" y="408"/>
                  </a:lnTo>
                  <a:lnTo>
                    <a:pt x="90" y="404"/>
                  </a:lnTo>
                  <a:lnTo>
                    <a:pt x="78" y="398"/>
                  </a:lnTo>
                  <a:lnTo>
                    <a:pt x="68" y="392"/>
                  </a:lnTo>
                  <a:lnTo>
                    <a:pt x="57" y="383"/>
                  </a:lnTo>
                  <a:lnTo>
                    <a:pt x="48" y="374"/>
                  </a:lnTo>
                  <a:lnTo>
                    <a:pt x="41" y="363"/>
                  </a:lnTo>
                  <a:lnTo>
                    <a:pt x="37" y="354"/>
                  </a:lnTo>
                  <a:lnTo>
                    <a:pt x="33" y="345"/>
                  </a:lnTo>
                  <a:lnTo>
                    <a:pt x="30" y="336"/>
                  </a:lnTo>
                  <a:lnTo>
                    <a:pt x="29" y="327"/>
                  </a:lnTo>
                  <a:lnTo>
                    <a:pt x="28" y="318"/>
                  </a:lnTo>
                  <a:lnTo>
                    <a:pt x="28" y="308"/>
                  </a:lnTo>
                  <a:lnTo>
                    <a:pt x="29" y="299"/>
                  </a:lnTo>
                  <a:lnTo>
                    <a:pt x="31" y="289"/>
                  </a:lnTo>
                  <a:lnTo>
                    <a:pt x="34" y="280"/>
                  </a:lnTo>
                  <a:lnTo>
                    <a:pt x="38" y="272"/>
                  </a:lnTo>
                  <a:lnTo>
                    <a:pt x="42" y="263"/>
                  </a:lnTo>
                  <a:lnTo>
                    <a:pt x="47" y="256"/>
                  </a:lnTo>
                  <a:lnTo>
                    <a:pt x="54" y="248"/>
                  </a:lnTo>
                  <a:lnTo>
                    <a:pt x="60" y="242"/>
                  </a:lnTo>
                  <a:lnTo>
                    <a:pt x="68" y="235"/>
                  </a:lnTo>
                  <a:lnTo>
                    <a:pt x="75" y="230"/>
                  </a:lnTo>
                  <a:lnTo>
                    <a:pt x="87" y="225"/>
                  </a:lnTo>
                  <a:lnTo>
                    <a:pt x="99" y="220"/>
                  </a:lnTo>
                  <a:lnTo>
                    <a:pt x="112" y="218"/>
                  </a:lnTo>
                  <a:lnTo>
                    <a:pt x="125" y="217"/>
                  </a:lnTo>
                  <a:lnTo>
                    <a:pt x="125" y="217"/>
                  </a:lnTo>
                  <a:lnTo>
                    <a:pt x="125" y="217"/>
                  </a:lnTo>
                  <a:lnTo>
                    <a:pt x="130" y="216"/>
                  </a:lnTo>
                  <a:lnTo>
                    <a:pt x="134" y="214"/>
                  </a:lnTo>
                  <a:lnTo>
                    <a:pt x="137" y="210"/>
                  </a:lnTo>
                  <a:lnTo>
                    <a:pt x="139" y="204"/>
                  </a:lnTo>
                  <a:lnTo>
                    <a:pt x="142" y="186"/>
                  </a:lnTo>
                  <a:lnTo>
                    <a:pt x="145" y="169"/>
                  </a:lnTo>
                  <a:lnTo>
                    <a:pt x="150" y="152"/>
                  </a:lnTo>
                  <a:lnTo>
                    <a:pt x="158" y="135"/>
                  </a:lnTo>
                  <a:lnTo>
                    <a:pt x="166" y="119"/>
                  </a:lnTo>
                  <a:lnTo>
                    <a:pt x="176" y="105"/>
                  </a:lnTo>
                  <a:lnTo>
                    <a:pt x="188" y="91"/>
                  </a:lnTo>
                  <a:lnTo>
                    <a:pt x="200" y="79"/>
                  </a:lnTo>
                  <a:lnTo>
                    <a:pt x="214" y="68"/>
                  </a:lnTo>
                  <a:lnTo>
                    <a:pt x="228" y="57"/>
                  </a:lnTo>
                  <a:lnTo>
                    <a:pt x="243" y="48"/>
                  </a:lnTo>
                  <a:lnTo>
                    <a:pt x="259" y="41"/>
                  </a:lnTo>
                  <a:lnTo>
                    <a:pt x="276" y="36"/>
                  </a:lnTo>
                  <a:lnTo>
                    <a:pt x="293" y="31"/>
                  </a:lnTo>
                  <a:lnTo>
                    <a:pt x="311" y="29"/>
                  </a:lnTo>
                  <a:lnTo>
                    <a:pt x="330" y="28"/>
                  </a:lnTo>
                  <a:lnTo>
                    <a:pt x="348" y="28"/>
                  </a:lnTo>
                  <a:lnTo>
                    <a:pt x="365" y="31"/>
                  </a:lnTo>
                  <a:lnTo>
                    <a:pt x="382" y="35"/>
                  </a:lnTo>
                  <a:lnTo>
                    <a:pt x="398" y="41"/>
                  </a:lnTo>
                  <a:lnTo>
                    <a:pt x="414" y="47"/>
                  </a:lnTo>
                  <a:lnTo>
                    <a:pt x="428" y="56"/>
                  </a:lnTo>
                  <a:lnTo>
                    <a:pt x="443" y="65"/>
                  </a:lnTo>
                  <a:lnTo>
                    <a:pt x="456" y="75"/>
                  </a:lnTo>
                  <a:lnTo>
                    <a:pt x="468" y="87"/>
                  </a:lnTo>
                  <a:lnTo>
                    <a:pt x="480" y="100"/>
                  </a:lnTo>
                  <a:lnTo>
                    <a:pt x="489" y="114"/>
                  </a:lnTo>
                  <a:lnTo>
                    <a:pt x="498" y="129"/>
                  </a:lnTo>
                  <a:lnTo>
                    <a:pt x="505" y="144"/>
                  </a:lnTo>
                  <a:lnTo>
                    <a:pt x="512" y="160"/>
                  </a:lnTo>
                  <a:lnTo>
                    <a:pt x="516" y="177"/>
                  </a:lnTo>
                  <a:lnTo>
                    <a:pt x="519" y="196"/>
                  </a:lnTo>
                  <a:lnTo>
                    <a:pt x="519" y="198"/>
                  </a:lnTo>
                  <a:lnTo>
                    <a:pt x="522" y="201"/>
                  </a:lnTo>
                  <a:lnTo>
                    <a:pt x="524" y="203"/>
                  </a:lnTo>
                  <a:lnTo>
                    <a:pt x="526" y="205"/>
                  </a:lnTo>
                  <a:lnTo>
                    <a:pt x="529" y="206"/>
                  </a:lnTo>
                  <a:lnTo>
                    <a:pt x="532" y="207"/>
                  </a:lnTo>
                  <a:lnTo>
                    <a:pt x="536" y="207"/>
                  </a:lnTo>
                  <a:lnTo>
                    <a:pt x="538" y="206"/>
                  </a:lnTo>
                  <a:lnTo>
                    <a:pt x="547" y="203"/>
                  </a:lnTo>
                  <a:lnTo>
                    <a:pt x="557" y="201"/>
                  </a:lnTo>
                  <a:lnTo>
                    <a:pt x="568" y="199"/>
                  </a:lnTo>
                  <a:lnTo>
                    <a:pt x="577" y="199"/>
                  </a:lnTo>
                  <a:lnTo>
                    <a:pt x="588" y="199"/>
                  </a:lnTo>
                  <a:lnTo>
                    <a:pt x="599" y="201"/>
                  </a:lnTo>
                  <a:lnTo>
                    <a:pt x="608" y="203"/>
                  </a:lnTo>
                  <a:lnTo>
                    <a:pt x="618" y="207"/>
                  </a:lnTo>
                  <a:lnTo>
                    <a:pt x="628" y="212"/>
                  </a:lnTo>
                  <a:lnTo>
                    <a:pt x="636" y="217"/>
                  </a:lnTo>
                  <a:lnTo>
                    <a:pt x="645" y="222"/>
                  </a:lnTo>
                  <a:lnTo>
                    <a:pt x="652" y="230"/>
                  </a:lnTo>
                  <a:lnTo>
                    <a:pt x="659" y="237"/>
                  </a:lnTo>
                  <a:lnTo>
                    <a:pt x="665" y="245"/>
                  </a:lnTo>
                  <a:lnTo>
                    <a:pt x="671" y="255"/>
                  </a:lnTo>
                  <a:lnTo>
                    <a:pt x="675" y="263"/>
                  </a:lnTo>
                  <a:lnTo>
                    <a:pt x="678" y="273"/>
                  </a:lnTo>
                  <a:lnTo>
                    <a:pt x="681" y="284"/>
                  </a:lnTo>
                  <a:lnTo>
                    <a:pt x="682" y="293"/>
                  </a:lnTo>
                  <a:lnTo>
                    <a:pt x="684" y="304"/>
                  </a:lnTo>
                  <a:lnTo>
                    <a:pt x="682" y="316"/>
                  </a:lnTo>
                  <a:lnTo>
                    <a:pt x="681" y="325"/>
                  </a:lnTo>
                  <a:lnTo>
                    <a:pt x="678" y="336"/>
                  </a:lnTo>
                  <a:lnTo>
                    <a:pt x="675" y="346"/>
                  </a:lnTo>
                  <a:lnTo>
                    <a:pt x="671" y="354"/>
                  </a:lnTo>
                  <a:lnTo>
                    <a:pt x="665" y="364"/>
                  </a:lnTo>
                  <a:lnTo>
                    <a:pt x="659" y="372"/>
                  </a:lnTo>
                  <a:lnTo>
                    <a:pt x="652" y="379"/>
                  </a:lnTo>
                  <a:lnTo>
                    <a:pt x="645" y="386"/>
                  </a:lnTo>
                  <a:lnTo>
                    <a:pt x="636" y="392"/>
                  </a:lnTo>
                  <a:lnTo>
                    <a:pt x="628" y="397"/>
                  </a:lnTo>
                  <a:lnTo>
                    <a:pt x="618" y="402"/>
                  </a:lnTo>
                  <a:lnTo>
                    <a:pt x="608" y="406"/>
                  </a:lnTo>
                  <a:lnTo>
                    <a:pt x="599" y="408"/>
                  </a:lnTo>
                  <a:lnTo>
                    <a:pt x="588" y="410"/>
                  </a:lnTo>
                  <a:lnTo>
                    <a:pt x="577" y="410"/>
                  </a:lnTo>
                  <a:lnTo>
                    <a:pt x="555" y="410"/>
                  </a:lnTo>
                  <a:lnTo>
                    <a:pt x="549" y="411"/>
                  </a:lnTo>
                  <a:lnTo>
                    <a:pt x="545" y="415"/>
                  </a:lnTo>
                  <a:lnTo>
                    <a:pt x="542" y="419"/>
                  </a:lnTo>
                  <a:lnTo>
                    <a:pt x="541" y="424"/>
                  </a:lnTo>
                  <a:lnTo>
                    <a:pt x="542" y="430"/>
                  </a:lnTo>
                  <a:lnTo>
                    <a:pt x="545" y="434"/>
                  </a:lnTo>
                  <a:lnTo>
                    <a:pt x="549" y="437"/>
                  </a:lnTo>
                  <a:lnTo>
                    <a:pt x="555" y="438"/>
                  </a:lnTo>
                  <a:lnTo>
                    <a:pt x="577" y="438"/>
                  </a:lnTo>
                  <a:lnTo>
                    <a:pt x="591" y="437"/>
                  </a:lnTo>
                  <a:lnTo>
                    <a:pt x="604" y="435"/>
                  </a:lnTo>
                  <a:lnTo>
                    <a:pt x="617" y="432"/>
                  </a:lnTo>
                  <a:lnTo>
                    <a:pt x="629" y="427"/>
                  </a:lnTo>
                  <a:lnTo>
                    <a:pt x="641" y="422"/>
                  </a:lnTo>
                  <a:lnTo>
                    <a:pt x="652" y="416"/>
                  </a:lnTo>
                  <a:lnTo>
                    <a:pt x="662" y="407"/>
                  </a:lnTo>
                  <a:lnTo>
                    <a:pt x="672" y="398"/>
                  </a:lnTo>
                  <a:lnTo>
                    <a:pt x="680" y="390"/>
                  </a:lnTo>
                  <a:lnTo>
                    <a:pt x="688" y="379"/>
                  </a:lnTo>
                  <a:lnTo>
                    <a:pt x="694" y="368"/>
                  </a:lnTo>
                  <a:lnTo>
                    <a:pt x="701" y="357"/>
                  </a:lnTo>
                  <a:lnTo>
                    <a:pt x="705" y="344"/>
                  </a:lnTo>
                  <a:lnTo>
                    <a:pt x="708" y="332"/>
                  </a:lnTo>
                  <a:lnTo>
                    <a:pt x="710" y="318"/>
                  </a:lnTo>
                  <a:lnTo>
                    <a:pt x="710" y="304"/>
                  </a:lnTo>
                  <a:lnTo>
                    <a:pt x="710" y="291"/>
                  </a:lnTo>
                  <a:lnTo>
                    <a:pt x="708" y="277"/>
                  </a:lnTo>
                  <a:lnTo>
                    <a:pt x="705" y="265"/>
                  </a:lnTo>
                  <a:lnTo>
                    <a:pt x="701" y="252"/>
                  </a:lnTo>
                  <a:lnTo>
                    <a:pt x="694" y="241"/>
                  </a:lnTo>
                  <a:lnTo>
                    <a:pt x="688" y="230"/>
                  </a:lnTo>
                  <a:lnTo>
                    <a:pt x="680" y="219"/>
                  </a:lnTo>
                  <a:lnTo>
                    <a:pt x="672" y="211"/>
                  </a:lnTo>
                  <a:lnTo>
                    <a:pt x="662" y="202"/>
                  </a:lnTo>
                  <a:lnTo>
                    <a:pt x="652" y="193"/>
                  </a:lnTo>
                  <a:lnTo>
                    <a:pt x="641" y="187"/>
                  </a:lnTo>
                  <a:lnTo>
                    <a:pt x="629" y="182"/>
                  </a:lnTo>
                  <a:lnTo>
                    <a:pt x="617" y="177"/>
                  </a:lnTo>
                  <a:lnTo>
                    <a:pt x="604" y="174"/>
                  </a:lnTo>
                  <a:lnTo>
                    <a:pt x="591" y="172"/>
                  </a:lnTo>
                  <a:lnTo>
                    <a:pt x="577" y="17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8" name="Freeform 357">
              <a:extLst>
                <a:ext uri="{FF2B5EF4-FFF2-40B4-BE49-F238E27FC236}">
                  <a16:creationId xmlns:a16="http://schemas.microsoft.com/office/drawing/2014/main" id="{ECCC4FFD-3F12-4FA5-A546-B5495C3B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151" y="1844676"/>
              <a:ext cx="15875" cy="14288"/>
            </a:xfrm>
            <a:custGeom>
              <a:avLst/>
              <a:gdLst>
                <a:gd name="T0" fmla="*/ 23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3 h 27"/>
                <a:gd name="T10" fmla="*/ 1 w 28"/>
                <a:gd name="T11" fmla="*/ 8 h 27"/>
                <a:gd name="T12" fmla="*/ 0 w 28"/>
                <a:gd name="T13" fmla="*/ 14 h 27"/>
                <a:gd name="T14" fmla="*/ 1 w 28"/>
                <a:gd name="T15" fmla="*/ 18 h 27"/>
                <a:gd name="T16" fmla="*/ 4 w 28"/>
                <a:gd name="T17" fmla="*/ 23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3 w 28"/>
                <a:gd name="T25" fmla="*/ 23 h 27"/>
                <a:gd name="T26" fmla="*/ 27 w 28"/>
                <a:gd name="T27" fmla="*/ 18 h 27"/>
                <a:gd name="T28" fmla="*/ 28 w 28"/>
                <a:gd name="T29" fmla="*/ 14 h 27"/>
                <a:gd name="T30" fmla="*/ 27 w 28"/>
                <a:gd name="T31" fmla="*/ 8 h 27"/>
                <a:gd name="T32" fmla="*/ 23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3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9" name="Freeform 358">
              <a:extLst>
                <a:ext uri="{FF2B5EF4-FFF2-40B4-BE49-F238E27FC236}">
                  <a16:creationId xmlns:a16="http://schemas.microsoft.com/office/drawing/2014/main" id="{BC12CE2C-074C-49A4-B106-EB174C04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1" y="2052638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0" name="Freeform 359">
              <a:extLst>
                <a:ext uri="{FF2B5EF4-FFF2-40B4-BE49-F238E27FC236}">
                  <a16:creationId xmlns:a16="http://schemas.microsoft.com/office/drawing/2014/main" id="{62ABF283-81B0-4DBC-B5EA-F7DEAE61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3951" y="1897063"/>
              <a:ext cx="146050" cy="222250"/>
            </a:xfrm>
            <a:custGeom>
              <a:avLst/>
              <a:gdLst>
                <a:gd name="T0" fmla="*/ 149 w 276"/>
                <a:gd name="T1" fmla="*/ 6 h 420"/>
                <a:gd name="T2" fmla="*/ 145 w 276"/>
                <a:gd name="T3" fmla="*/ 2 h 420"/>
                <a:gd name="T4" fmla="*/ 137 w 276"/>
                <a:gd name="T5" fmla="*/ 0 h 420"/>
                <a:gd name="T6" fmla="*/ 131 w 276"/>
                <a:gd name="T7" fmla="*/ 2 h 420"/>
                <a:gd name="T8" fmla="*/ 125 w 276"/>
                <a:gd name="T9" fmla="*/ 6 h 420"/>
                <a:gd name="T10" fmla="*/ 0 w 276"/>
                <a:gd name="T11" fmla="*/ 225 h 420"/>
                <a:gd name="T12" fmla="*/ 0 w 276"/>
                <a:gd name="T13" fmla="*/ 232 h 420"/>
                <a:gd name="T14" fmla="*/ 3 w 276"/>
                <a:gd name="T15" fmla="*/ 238 h 420"/>
                <a:gd name="T16" fmla="*/ 10 w 276"/>
                <a:gd name="T17" fmla="*/ 242 h 420"/>
                <a:gd name="T18" fmla="*/ 69 w 276"/>
                <a:gd name="T19" fmla="*/ 242 h 420"/>
                <a:gd name="T20" fmla="*/ 70 w 276"/>
                <a:gd name="T21" fmla="*/ 412 h 420"/>
                <a:gd name="T22" fmla="*/ 76 w 276"/>
                <a:gd name="T23" fmla="*/ 419 h 420"/>
                <a:gd name="T24" fmla="*/ 193 w 276"/>
                <a:gd name="T25" fmla="*/ 420 h 420"/>
                <a:gd name="T26" fmla="*/ 203 w 276"/>
                <a:gd name="T27" fmla="*/ 416 h 420"/>
                <a:gd name="T28" fmla="*/ 207 w 276"/>
                <a:gd name="T29" fmla="*/ 406 h 420"/>
                <a:gd name="T30" fmla="*/ 206 w 276"/>
                <a:gd name="T31" fmla="*/ 358 h 420"/>
                <a:gd name="T32" fmla="*/ 198 w 276"/>
                <a:gd name="T33" fmla="*/ 351 h 420"/>
                <a:gd name="T34" fmla="*/ 188 w 276"/>
                <a:gd name="T35" fmla="*/ 351 h 420"/>
                <a:gd name="T36" fmla="*/ 180 w 276"/>
                <a:gd name="T37" fmla="*/ 358 h 420"/>
                <a:gd name="T38" fmla="*/ 179 w 276"/>
                <a:gd name="T39" fmla="*/ 392 h 420"/>
                <a:gd name="T40" fmla="*/ 95 w 276"/>
                <a:gd name="T41" fmla="*/ 228 h 420"/>
                <a:gd name="T42" fmla="*/ 92 w 276"/>
                <a:gd name="T43" fmla="*/ 219 h 420"/>
                <a:gd name="T44" fmla="*/ 83 w 276"/>
                <a:gd name="T45" fmla="*/ 214 h 420"/>
                <a:gd name="T46" fmla="*/ 137 w 276"/>
                <a:gd name="T47" fmla="*/ 41 h 420"/>
                <a:gd name="T48" fmla="*/ 193 w 276"/>
                <a:gd name="T49" fmla="*/ 214 h 420"/>
                <a:gd name="T50" fmla="*/ 183 w 276"/>
                <a:gd name="T51" fmla="*/ 219 h 420"/>
                <a:gd name="T52" fmla="*/ 179 w 276"/>
                <a:gd name="T53" fmla="*/ 228 h 420"/>
                <a:gd name="T54" fmla="*/ 180 w 276"/>
                <a:gd name="T55" fmla="*/ 258 h 420"/>
                <a:gd name="T56" fmla="*/ 188 w 276"/>
                <a:gd name="T57" fmla="*/ 266 h 420"/>
                <a:gd name="T58" fmla="*/ 198 w 276"/>
                <a:gd name="T59" fmla="*/ 266 h 420"/>
                <a:gd name="T60" fmla="*/ 206 w 276"/>
                <a:gd name="T61" fmla="*/ 258 h 420"/>
                <a:gd name="T62" fmla="*/ 207 w 276"/>
                <a:gd name="T63" fmla="*/ 242 h 420"/>
                <a:gd name="T64" fmla="*/ 265 w 276"/>
                <a:gd name="T65" fmla="*/ 242 h 420"/>
                <a:gd name="T66" fmla="*/ 271 w 276"/>
                <a:gd name="T67" fmla="*/ 238 h 420"/>
                <a:gd name="T68" fmla="*/ 276 w 276"/>
                <a:gd name="T69" fmla="*/ 232 h 420"/>
                <a:gd name="T70" fmla="*/ 276 w 276"/>
                <a:gd name="T71" fmla="*/ 225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6" h="420">
                  <a:moveTo>
                    <a:pt x="274" y="222"/>
                  </a:moveTo>
                  <a:lnTo>
                    <a:pt x="149" y="6"/>
                  </a:lnTo>
                  <a:lnTo>
                    <a:pt x="147" y="4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31" y="2"/>
                  </a:lnTo>
                  <a:lnTo>
                    <a:pt x="128" y="4"/>
                  </a:lnTo>
                  <a:lnTo>
                    <a:pt x="125" y="6"/>
                  </a:lnTo>
                  <a:lnTo>
                    <a:pt x="1" y="222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0" y="232"/>
                  </a:lnTo>
                  <a:lnTo>
                    <a:pt x="1" y="236"/>
                  </a:lnTo>
                  <a:lnTo>
                    <a:pt x="3" y="238"/>
                  </a:lnTo>
                  <a:lnTo>
                    <a:pt x="6" y="240"/>
                  </a:lnTo>
                  <a:lnTo>
                    <a:pt x="10" y="242"/>
                  </a:lnTo>
                  <a:lnTo>
                    <a:pt x="13" y="242"/>
                  </a:lnTo>
                  <a:lnTo>
                    <a:pt x="69" y="242"/>
                  </a:lnTo>
                  <a:lnTo>
                    <a:pt x="69" y="406"/>
                  </a:lnTo>
                  <a:lnTo>
                    <a:pt x="70" y="412"/>
                  </a:lnTo>
                  <a:lnTo>
                    <a:pt x="72" y="416"/>
                  </a:lnTo>
                  <a:lnTo>
                    <a:pt x="76" y="419"/>
                  </a:lnTo>
                  <a:lnTo>
                    <a:pt x="83" y="420"/>
                  </a:lnTo>
                  <a:lnTo>
                    <a:pt x="193" y="420"/>
                  </a:lnTo>
                  <a:lnTo>
                    <a:pt x="198" y="419"/>
                  </a:lnTo>
                  <a:lnTo>
                    <a:pt x="203" y="416"/>
                  </a:lnTo>
                  <a:lnTo>
                    <a:pt x="206" y="412"/>
                  </a:lnTo>
                  <a:lnTo>
                    <a:pt x="207" y="406"/>
                  </a:lnTo>
                  <a:lnTo>
                    <a:pt x="207" y="363"/>
                  </a:lnTo>
                  <a:lnTo>
                    <a:pt x="206" y="358"/>
                  </a:lnTo>
                  <a:lnTo>
                    <a:pt x="203" y="354"/>
                  </a:lnTo>
                  <a:lnTo>
                    <a:pt x="198" y="351"/>
                  </a:lnTo>
                  <a:lnTo>
                    <a:pt x="193" y="349"/>
                  </a:lnTo>
                  <a:lnTo>
                    <a:pt x="188" y="351"/>
                  </a:lnTo>
                  <a:lnTo>
                    <a:pt x="183" y="354"/>
                  </a:lnTo>
                  <a:lnTo>
                    <a:pt x="180" y="358"/>
                  </a:lnTo>
                  <a:lnTo>
                    <a:pt x="179" y="363"/>
                  </a:lnTo>
                  <a:lnTo>
                    <a:pt x="179" y="392"/>
                  </a:lnTo>
                  <a:lnTo>
                    <a:pt x="95" y="392"/>
                  </a:lnTo>
                  <a:lnTo>
                    <a:pt x="95" y="228"/>
                  </a:lnTo>
                  <a:lnTo>
                    <a:pt x="94" y="223"/>
                  </a:lnTo>
                  <a:lnTo>
                    <a:pt x="92" y="219"/>
                  </a:lnTo>
                  <a:lnTo>
                    <a:pt x="88" y="215"/>
                  </a:lnTo>
                  <a:lnTo>
                    <a:pt x="83" y="214"/>
                  </a:lnTo>
                  <a:lnTo>
                    <a:pt x="37" y="214"/>
                  </a:lnTo>
                  <a:lnTo>
                    <a:pt x="137" y="41"/>
                  </a:lnTo>
                  <a:lnTo>
                    <a:pt x="238" y="214"/>
                  </a:lnTo>
                  <a:lnTo>
                    <a:pt x="193" y="214"/>
                  </a:lnTo>
                  <a:lnTo>
                    <a:pt x="188" y="215"/>
                  </a:lnTo>
                  <a:lnTo>
                    <a:pt x="183" y="219"/>
                  </a:lnTo>
                  <a:lnTo>
                    <a:pt x="180" y="223"/>
                  </a:lnTo>
                  <a:lnTo>
                    <a:pt x="179" y="228"/>
                  </a:lnTo>
                  <a:lnTo>
                    <a:pt x="179" y="253"/>
                  </a:lnTo>
                  <a:lnTo>
                    <a:pt x="180" y="258"/>
                  </a:lnTo>
                  <a:lnTo>
                    <a:pt x="183" y="263"/>
                  </a:lnTo>
                  <a:lnTo>
                    <a:pt x="188" y="266"/>
                  </a:lnTo>
                  <a:lnTo>
                    <a:pt x="193" y="267"/>
                  </a:lnTo>
                  <a:lnTo>
                    <a:pt x="198" y="266"/>
                  </a:lnTo>
                  <a:lnTo>
                    <a:pt x="203" y="263"/>
                  </a:lnTo>
                  <a:lnTo>
                    <a:pt x="206" y="258"/>
                  </a:lnTo>
                  <a:lnTo>
                    <a:pt x="207" y="253"/>
                  </a:lnTo>
                  <a:lnTo>
                    <a:pt x="207" y="242"/>
                  </a:lnTo>
                  <a:lnTo>
                    <a:pt x="262" y="242"/>
                  </a:lnTo>
                  <a:lnTo>
                    <a:pt x="265" y="242"/>
                  </a:lnTo>
                  <a:lnTo>
                    <a:pt x="269" y="240"/>
                  </a:lnTo>
                  <a:lnTo>
                    <a:pt x="271" y="238"/>
                  </a:lnTo>
                  <a:lnTo>
                    <a:pt x="274" y="236"/>
                  </a:lnTo>
                  <a:lnTo>
                    <a:pt x="276" y="232"/>
                  </a:lnTo>
                  <a:lnTo>
                    <a:pt x="276" y="228"/>
                  </a:lnTo>
                  <a:lnTo>
                    <a:pt x="276" y="225"/>
                  </a:lnTo>
                  <a:lnTo>
                    <a:pt x="274" y="2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01DB8E64-D0BE-422D-AE69-900A4E06329A}"/>
              </a:ext>
            </a:extLst>
          </p:cNvPr>
          <p:cNvGrpSpPr/>
          <p:nvPr/>
        </p:nvGrpSpPr>
        <p:grpSpPr>
          <a:xfrm>
            <a:off x="7378701" y="1042988"/>
            <a:ext cx="336550" cy="376238"/>
            <a:chOff x="7378701" y="1042988"/>
            <a:chExt cx="336550" cy="376238"/>
          </a:xfrm>
          <a:solidFill>
            <a:schemeClr val="bg1"/>
          </a:solidFill>
        </p:grpSpPr>
        <p:sp>
          <p:nvSpPr>
            <p:cNvPr id="231" name="Freeform 360">
              <a:extLst>
                <a:ext uri="{FF2B5EF4-FFF2-40B4-BE49-F238E27FC236}">
                  <a16:creationId xmlns:a16="http://schemas.microsoft.com/office/drawing/2014/main" id="{6F495457-32ED-41E5-86D3-98EA1C97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8701" y="1257301"/>
              <a:ext cx="296863" cy="161925"/>
            </a:xfrm>
            <a:custGeom>
              <a:avLst/>
              <a:gdLst>
                <a:gd name="T0" fmla="*/ 547 w 561"/>
                <a:gd name="T1" fmla="*/ 115 h 307"/>
                <a:gd name="T2" fmla="*/ 541 w 561"/>
                <a:gd name="T3" fmla="*/ 116 h 307"/>
                <a:gd name="T4" fmla="*/ 537 w 561"/>
                <a:gd name="T5" fmla="*/ 119 h 307"/>
                <a:gd name="T6" fmla="*/ 534 w 561"/>
                <a:gd name="T7" fmla="*/ 123 h 307"/>
                <a:gd name="T8" fmla="*/ 533 w 561"/>
                <a:gd name="T9" fmla="*/ 129 h 307"/>
                <a:gd name="T10" fmla="*/ 533 w 561"/>
                <a:gd name="T11" fmla="*/ 265 h 307"/>
                <a:gd name="T12" fmla="*/ 532 w 561"/>
                <a:gd name="T13" fmla="*/ 270 h 307"/>
                <a:gd name="T14" fmla="*/ 529 w 561"/>
                <a:gd name="T15" fmla="*/ 275 h 307"/>
                <a:gd name="T16" fmla="*/ 524 w 561"/>
                <a:gd name="T17" fmla="*/ 278 h 307"/>
                <a:gd name="T18" fmla="*/ 519 w 561"/>
                <a:gd name="T19" fmla="*/ 279 h 307"/>
                <a:gd name="T20" fmla="*/ 42 w 561"/>
                <a:gd name="T21" fmla="*/ 279 h 307"/>
                <a:gd name="T22" fmla="*/ 36 w 561"/>
                <a:gd name="T23" fmla="*/ 278 h 307"/>
                <a:gd name="T24" fmla="*/ 32 w 561"/>
                <a:gd name="T25" fmla="*/ 275 h 307"/>
                <a:gd name="T26" fmla="*/ 29 w 561"/>
                <a:gd name="T27" fmla="*/ 270 h 307"/>
                <a:gd name="T28" fmla="*/ 28 w 561"/>
                <a:gd name="T29" fmla="*/ 265 h 307"/>
                <a:gd name="T30" fmla="*/ 28 w 561"/>
                <a:gd name="T31" fmla="*/ 13 h 307"/>
                <a:gd name="T32" fmla="*/ 27 w 561"/>
                <a:gd name="T33" fmla="*/ 7 h 307"/>
                <a:gd name="T34" fmla="*/ 23 w 561"/>
                <a:gd name="T35" fmla="*/ 3 h 307"/>
                <a:gd name="T36" fmla="*/ 19 w 561"/>
                <a:gd name="T37" fmla="*/ 1 h 307"/>
                <a:gd name="T38" fmla="*/ 14 w 561"/>
                <a:gd name="T39" fmla="*/ 0 h 307"/>
                <a:gd name="T40" fmla="*/ 8 w 561"/>
                <a:gd name="T41" fmla="*/ 1 h 307"/>
                <a:gd name="T42" fmla="*/ 4 w 561"/>
                <a:gd name="T43" fmla="*/ 3 h 307"/>
                <a:gd name="T44" fmla="*/ 1 w 561"/>
                <a:gd name="T45" fmla="*/ 7 h 307"/>
                <a:gd name="T46" fmla="*/ 0 w 561"/>
                <a:gd name="T47" fmla="*/ 13 h 307"/>
                <a:gd name="T48" fmla="*/ 0 w 561"/>
                <a:gd name="T49" fmla="*/ 265 h 307"/>
                <a:gd name="T50" fmla="*/ 1 w 561"/>
                <a:gd name="T51" fmla="*/ 272 h 307"/>
                <a:gd name="T52" fmla="*/ 3 w 561"/>
                <a:gd name="T53" fmla="*/ 281 h 307"/>
                <a:gd name="T54" fmla="*/ 7 w 561"/>
                <a:gd name="T55" fmla="*/ 287 h 307"/>
                <a:gd name="T56" fmla="*/ 11 w 561"/>
                <a:gd name="T57" fmla="*/ 294 h 307"/>
                <a:gd name="T58" fmla="*/ 18 w 561"/>
                <a:gd name="T59" fmla="*/ 299 h 307"/>
                <a:gd name="T60" fmla="*/ 25 w 561"/>
                <a:gd name="T61" fmla="*/ 302 h 307"/>
                <a:gd name="T62" fmla="*/ 33 w 561"/>
                <a:gd name="T63" fmla="*/ 306 h 307"/>
                <a:gd name="T64" fmla="*/ 42 w 561"/>
                <a:gd name="T65" fmla="*/ 307 h 307"/>
                <a:gd name="T66" fmla="*/ 519 w 561"/>
                <a:gd name="T67" fmla="*/ 307 h 307"/>
                <a:gd name="T68" fmla="*/ 528 w 561"/>
                <a:gd name="T69" fmla="*/ 306 h 307"/>
                <a:gd name="T70" fmla="*/ 535 w 561"/>
                <a:gd name="T71" fmla="*/ 302 h 307"/>
                <a:gd name="T72" fmla="*/ 543 w 561"/>
                <a:gd name="T73" fmla="*/ 299 h 307"/>
                <a:gd name="T74" fmla="*/ 548 w 561"/>
                <a:gd name="T75" fmla="*/ 294 h 307"/>
                <a:gd name="T76" fmla="*/ 553 w 561"/>
                <a:gd name="T77" fmla="*/ 287 h 307"/>
                <a:gd name="T78" fmla="*/ 558 w 561"/>
                <a:gd name="T79" fmla="*/ 281 h 307"/>
                <a:gd name="T80" fmla="*/ 560 w 561"/>
                <a:gd name="T81" fmla="*/ 272 h 307"/>
                <a:gd name="T82" fmla="*/ 561 w 561"/>
                <a:gd name="T83" fmla="*/ 265 h 307"/>
                <a:gd name="T84" fmla="*/ 561 w 561"/>
                <a:gd name="T85" fmla="*/ 129 h 307"/>
                <a:gd name="T86" fmla="*/ 560 w 561"/>
                <a:gd name="T87" fmla="*/ 123 h 307"/>
                <a:gd name="T88" fmla="*/ 557 w 561"/>
                <a:gd name="T89" fmla="*/ 119 h 307"/>
                <a:gd name="T90" fmla="*/ 552 w 561"/>
                <a:gd name="T91" fmla="*/ 116 h 307"/>
                <a:gd name="T92" fmla="*/ 547 w 561"/>
                <a:gd name="T93" fmla="*/ 11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1" h="307">
                  <a:moveTo>
                    <a:pt x="547" y="115"/>
                  </a:moveTo>
                  <a:lnTo>
                    <a:pt x="541" y="116"/>
                  </a:lnTo>
                  <a:lnTo>
                    <a:pt x="537" y="119"/>
                  </a:lnTo>
                  <a:lnTo>
                    <a:pt x="534" y="123"/>
                  </a:lnTo>
                  <a:lnTo>
                    <a:pt x="533" y="129"/>
                  </a:lnTo>
                  <a:lnTo>
                    <a:pt x="533" y="265"/>
                  </a:lnTo>
                  <a:lnTo>
                    <a:pt x="532" y="270"/>
                  </a:lnTo>
                  <a:lnTo>
                    <a:pt x="529" y="275"/>
                  </a:lnTo>
                  <a:lnTo>
                    <a:pt x="524" y="278"/>
                  </a:lnTo>
                  <a:lnTo>
                    <a:pt x="519" y="279"/>
                  </a:lnTo>
                  <a:lnTo>
                    <a:pt x="42" y="279"/>
                  </a:lnTo>
                  <a:lnTo>
                    <a:pt x="36" y="278"/>
                  </a:lnTo>
                  <a:lnTo>
                    <a:pt x="32" y="275"/>
                  </a:lnTo>
                  <a:lnTo>
                    <a:pt x="29" y="270"/>
                  </a:lnTo>
                  <a:lnTo>
                    <a:pt x="28" y="265"/>
                  </a:lnTo>
                  <a:lnTo>
                    <a:pt x="28" y="13"/>
                  </a:lnTo>
                  <a:lnTo>
                    <a:pt x="27" y="7"/>
                  </a:lnTo>
                  <a:lnTo>
                    <a:pt x="23" y="3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265"/>
                  </a:lnTo>
                  <a:lnTo>
                    <a:pt x="1" y="272"/>
                  </a:lnTo>
                  <a:lnTo>
                    <a:pt x="3" y="281"/>
                  </a:lnTo>
                  <a:lnTo>
                    <a:pt x="7" y="287"/>
                  </a:lnTo>
                  <a:lnTo>
                    <a:pt x="11" y="294"/>
                  </a:lnTo>
                  <a:lnTo>
                    <a:pt x="18" y="299"/>
                  </a:lnTo>
                  <a:lnTo>
                    <a:pt x="25" y="302"/>
                  </a:lnTo>
                  <a:lnTo>
                    <a:pt x="33" y="306"/>
                  </a:lnTo>
                  <a:lnTo>
                    <a:pt x="42" y="307"/>
                  </a:lnTo>
                  <a:lnTo>
                    <a:pt x="519" y="307"/>
                  </a:lnTo>
                  <a:lnTo>
                    <a:pt x="528" y="306"/>
                  </a:lnTo>
                  <a:lnTo>
                    <a:pt x="535" y="302"/>
                  </a:lnTo>
                  <a:lnTo>
                    <a:pt x="543" y="299"/>
                  </a:lnTo>
                  <a:lnTo>
                    <a:pt x="548" y="294"/>
                  </a:lnTo>
                  <a:lnTo>
                    <a:pt x="553" y="287"/>
                  </a:lnTo>
                  <a:lnTo>
                    <a:pt x="558" y="281"/>
                  </a:lnTo>
                  <a:lnTo>
                    <a:pt x="560" y="272"/>
                  </a:lnTo>
                  <a:lnTo>
                    <a:pt x="561" y="265"/>
                  </a:lnTo>
                  <a:lnTo>
                    <a:pt x="561" y="129"/>
                  </a:lnTo>
                  <a:lnTo>
                    <a:pt x="560" y="123"/>
                  </a:lnTo>
                  <a:lnTo>
                    <a:pt x="557" y="119"/>
                  </a:lnTo>
                  <a:lnTo>
                    <a:pt x="552" y="116"/>
                  </a:lnTo>
                  <a:lnTo>
                    <a:pt x="547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2" name="Freeform 361">
              <a:extLst>
                <a:ext uri="{FF2B5EF4-FFF2-40B4-BE49-F238E27FC236}">
                  <a16:creationId xmlns:a16="http://schemas.microsoft.com/office/drawing/2014/main" id="{3FFA6A6B-F3CD-4F61-BFAC-C0B9C8019D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78701" y="1042988"/>
              <a:ext cx="336550" cy="336550"/>
            </a:xfrm>
            <a:custGeom>
              <a:avLst/>
              <a:gdLst>
                <a:gd name="T0" fmla="*/ 572 w 636"/>
                <a:gd name="T1" fmla="*/ 238 h 637"/>
                <a:gd name="T2" fmla="*/ 561 w 636"/>
                <a:gd name="T3" fmla="*/ 150 h 637"/>
                <a:gd name="T4" fmla="*/ 416 w 636"/>
                <a:gd name="T5" fmla="*/ 1 h 637"/>
                <a:gd name="T6" fmla="*/ 42 w 636"/>
                <a:gd name="T7" fmla="*/ 0 h 637"/>
                <a:gd name="T8" fmla="*/ 11 w 636"/>
                <a:gd name="T9" fmla="*/ 12 h 637"/>
                <a:gd name="T10" fmla="*/ 0 w 636"/>
                <a:gd name="T11" fmla="*/ 42 h 637"/>
                <a:gd name="T12" fmla="*/ 8 w 636"/>
                <a:gd name="T13" fmla="*/ 313 h 637"/>
                <a:gd name="T14" fmla="*/ 27 w 636"/>
                <a:gd name="T15" fmla="*/ 306 h 637"/>
                <a:gd name="T16" fmla="*/ 32 w 636"/>
                <a:gd name="T17" fmla="*/ 32 h 637"/>
                <a:gd name="T18" fmla="*/ 397 w 636"/>
                <a:gd name="T19" fmla="*/ 122 h 637"/>
                <a:gd name="T20" fmla="*/ 408 w 636"/>
                <a:gd name="T21" fmla="*/ 151 h 637"/>
                <a:gd name="T22" fmla="*/ 439 w 636"/>
                <a:gd name="T23" fmla="*/ 164 h 637"/>
                <a:gd name="T24" fmla="*/ 506 w 636"/>
                <a:gd name="T25" fmla="*/ 227 h 637"/>
                <a:gd name="T26" fmla="*/ 457 w 636"/>
                <a:gd name="T27" fmla="*/ 243 h 637"/>
                <a:gd name="T28" fmla="*/ 235 w 636"/>
                <a:gd name="T29" fmla="*/ 463 h 637"/>
                <a:gd name="T30" fmla="*/ 242 w 636"/>
                <a:gd name="T31" fmla="*/ 481 h 637"/>
                <a:gd name="T32" fmla="*/ 455 w 636"/>
                <a:gd name="T33" fmla="*/ 279 h 637"/>
                <a:gd name="T34" fmla="*/ 485 w 636"/>
                <a:gd name="T35" fmla="*/ 260 h 637"/>
                <a:gd name="T36" fmla="*/ 518 w 636"/>
                <a:gd name="T37" fmla="*/ 253 h 637"/>
                <a:gd name="T38" fmla="*/ 552 w 636"/>
                <a:gd name="T39" fmla="*/ 260 h 637"/>
                <a:gd name="T40" fmla="*/ 581 w 636"/>
                <a:gd name="T41" fmla="*/ 279 h 637"/>
                <a:gd name="T42" fmla="*/ 602 w 636"/>
                <a:gd name="T43" fmla="*/ 309 h 637"/>
                <a:gd name="T44" fmla="*/ 608 w 636"/>
                <a:gd name="T45" fmla="*/ 344 h 637"/>
                <a:gd name="T46" fmla="*/ 602 w 636"/>
                <a:gd name="T47" fmla="*/ 377 h 637"/>
                <a:gd name="T48" fmla="*/ 581 w 636"/>
                <a:gd name="T49" fmla="*/ 407 h 637"/>
                <a:gd name="T50" fmla="*/ 383 w 636"/>
                <a:gd name="T51" fmla="*/ 602 h 637"/>
                <a:gd name="T52" fmla="*/ 346 w 636"/>
                <a:gd name="T53" fmla="*/ 608 h 637"/>
                <a:gd name="T54" fmla="*/ 322 w 636"/>
                <a:gd name="T55" fmla="*/ 596 h 637"/>
                <a:gd name="T56" fmla="*/ 308 w 636"/>
                <a:gd name="T57" fmla="*/ 579 h 637"/>
                <a:gd name="T58" fmla="*/ 301 w 636"/>
                <a:gd name="T59" fmla="*/ 558 h 637"/>
                <a:gd name="T60" fmla="*/ 303 w 636"/>
                <a:gd name="T61" fmla="*/ 537 h 637"/>
                <a:gd name="T62" fmla="*/ 313 w 636"/>
                <a:gd name="T63" fmla="*/ 517 h 637"/>
                <a:gd name="T64" fmla="*/ 510 w 636"/>
                <a:gd name="T65" fmla="*/ 322 h 637"/>
                <a:gd name="T66" fmla="*/ 528 w 636"/>
                <a:gd name="T67" fmla="*/ 322 h 637"/>
                <a:gd name="T68" fmla="*/ 539 w 636"/>
                <a:gd name="T69" fmla="*/ 334 h 637"/>
                <a:gd name="T70" fmla="*/ 539 w 636"/>
                <a:gd name="T71" fmla="*/ 350 h 637"/>
                <a:gd name="T72" fmla="*/ 363 w 636"/>
                <a:gd name="T73" fmla="*/ 530 h 637"/>
                <a:gd name="T74" fmla="*/ 371 w 636"/>
                <a:gd name="T75" fmla="*/ 549 h 637"/>
                <a:gd name="T76" fmla="*/ 553 w 636"/>
                <a:gd name="T77" fmla="*/ 377 h 637"/>
                <a:gd name="T78" fmla="*/ 568 w 636"/>
                <a:gd name="T79" fmla="*/ 341 h 637"/>
                <a:gd name="T80" fmla="*/ 553 w 636"/>
                <a:gd name="T81" fmla="*/ 307 h 637"/>
                <a:gd name="T82" fmla="*/ 519 w 636"/>
                <a:gd name="T83" fmla="*/ 292 h 637"/>
                <a:gd name="T84" fmla="*/ 484 w 636"/>
                <a:gd name="T85" fmla="*/ 307 h 637"/>
                <a:gd name="T86" fmla="*/ 282 w 636"/>
                <a:gd name="T87" fmla="*/ 513 h 637"/>
                <a:gd name="T88" fmla="*/ 273 w 636"/>
                <a:gd name="T89" fmla="*/ 544 h 637"/>
                <a:gd name="T90" fmla="*/ 276 w 636"/>
                <a:gd name="T91" fmla="*/ 577 h 637"/>
                <a:gd name="T92" fmla="*/ 292 w 636"/>
                <a:gd name="T93" fmla="*/ 605 h 637"/>
                <a:gd name="T94" fmla="*/ 317 w 636"/>
                <a:gd name="T95" fmla="*/ 627 h 637"/>
                <a:gd name="T96" fmla="*/ 348 w 636"/>
                <a:gd name="T97" fmla="*/ 636 h 637"/>
                <a:gd name="T98" fmla="*/ 381 w 636"/>
                <a:gd name="T99" fmla="*/ 632 h 637"/>
                <a:gd name="T100" fmla="*/ 410 w 636"/>
                <a:gd name="T101" fmla="*/ 617 h 637"/>
                <a:gd name="T102" fmla="*/ 617 w 636"/>
                <a:gd name="T103" fmla="*/ 408 h 637"/>
                <a:gd name="T104" fmla="*/ 634 w 636"/>
                <a:gd name="T105" fmla="*/ 365 h 637"/>
                <a:gd name="T106" fmla="*/ 634 w 636"/>
                <a:gd name="T107" fmla="*/ 321 h 637"/>
                <a:gd name="T108" fmla="*/ 617 w 636"/>
                <a:gd name="T109" fmla="*/ 278 h 637"/>
                <a:gd name="T110" fmla="*/ 433 w 636"/>
                <a:gd name="T111" fmla="*/ 135 h 637"/>
                <a:gd name="T112" fmla="*/ 425 w 636"/>
                <a:gd name="T113" fmla="*/ 4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6" h="637">
                  <a:moveTo>
                    <a:pt x="602" y="260"/>
                  </a:moveTo>
                  <a:lnTo>
                    <a:pt x="592" y="251"/>
                  </a:lnTo>
                  <a:lnTo>
                    <a:pt x="582" y="245"/>
                  </a:lnTo>
                  <a:lnTo>
                    <a:pt x="572" y="238"/>
                  </a:lnTo>
                  <a:lnTo>
                    <a:pt x="561" y="234"/>
                  </a:lnTo>
                  <a:lnTo>
                    <a:pt x="561" y="150"/>
                  </a:lnTo>
                  <a:lnTo>
                    <a:pt x="561" y="150"/>
                  </a:lnTo>
                  <a:lnTo>
                    <a:pt x="561" y="150"/>
                  </a:lnTo>
                  <a:lnTo>
                    <a:pt x="560" y="145"/>
                  </a:lnTo>
                  <a:lnTo>
                    <a:pt x="557" y="141"/>
                  </a:lnTo>
                  <a:lnTo>
                    <a:pt x="420" y="4"/>
                  </a:lnTo>
                  <a:lnTo>
                    <a:pt x="416" y="1"/>
                  </a:lnTo>
                  <a:lnTo>
                    <a:pt x="411" y="0"/>
                  </a:lnTo>
                  <a:lnTo>
                    <a:pt x="411" y="0"/>
                  </a:lnTo>
                  <a:lnTo>
                    <a:pt x="411" y="0"/>
                  </a:lnTo>
                  <a:lnTo>
                    <a:pt x="42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8" y="8"/>
                  </a:lnTo>
                  <a:lnTo>
                    <a:pt x="11" y="12"/>
                  </a:lnTo>
                  <a:lnTo>
                    <a:pt x="7" y="18"/>
                  </a:lnTo>
                  <a:lnTo>
                    <a:pt x="3" y="26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0" y="301"/>
                  </a:lnTo>
                  <a:lnTo>
                    <a:pt x="1" y="306"/>
                  </a:lnTo>
                  <a:lnTo>
                    <a:pt x="4" y="310"/>
                  </a:lnTo>
                  <a:lnTo>
                    <a:pt x="8" y="313"/>
                  </a:lnTo>
                  <a:lnTo>
                    <a:pt x="14" y="315"/>
                  </a:lnTo>
                  <a:lnTo>
                    <a:pt x="19" y="313"/>
                  </a:lnTo>
                  <a:lnTo>
                    <a:pt x="23" y="310"/>
                  </a:lnTo>
                  <a:lnTo>
                    <a:pt x="27" y="306"/>
                  </a:lnTo>
                  <a:lnTo>
                    <a:pt x="28" y="301"/>
                  </a:lnTo>
                  <a:lnTo>
                    <a:pt x="28" y="42"/>
                  </a:lnTo>
                  <a:lnTo>
                    <a:pt x="29" y="37"/>
                  </a:lnTo>
                  <a:lnTo>
                    <a:pt x="32" y="32"/>
                  </a:lnTo>
                  <a:lnTo>
                    <a:pt x="36" y="29"/>
                  </a:lnTo>
                  <a:lnTo>
                    <a:pt x="42" y="28"/>
                  </a:lnTo>
                  <a:lnTo>
                    <a:pt x="397" y="28"/>
                  </a:lnTo>
                  <a:lnTo>
                    <a:pt x="397" y="122"/>
                  </a:lnTo>
                  <a:lnTo>
                    <a:pt x="398" y="131"/>
                  </a:lnTo>
                  <a:lnTo>
                    <a:pt x="400" y="138"/>
                  </a:lnTo>
                  <a:lnTo>
                    <a:pt x="404" y="146"/>
                  </a:lnTo>
                  <a:lnTo>
                    <a:pt x="408" y="151"/>
                  </a:lnTo>
                  <a:lnTo>
                    <a:pt x="415" y="157"/>
                  </a:lnTo>
                  <a:lnTo>
                    <a:pt x="422" y="161"/>
                  </a:lnTo>
                  <a:lnTo>
                    <a:pt x="430" y="163"/>
                  </a:lnTo>
                  <a:lnTo>
                    <a:pt x="439" y="164"/>
                  </a:lnTo>
                  <a:lnTo>
                    <a:pt x="533" y="164"/>
                  </a:lnTo>
                  <a:lnTo>
                    <a:pt x="533" y="227"/>
                  </a:lnTo>
                  <a:lnTo>
                    <a:pt x="520" y="225"/>
                  </a:lnTo>
                  <a:lnTo>
                    <a:pt x="506" y="227"/>
                  </a:lnTo>
                  <a:lnTo>
                    <a:pt x="493" y="229"/>
                  </a:lnTo>
                  <a:lnTo>
                    <a:pt x="480" y="232"/>
                  </a:lnTo>
                  <a:lnTo>
                    <a:pt x="469" y="236"/>
                  </a:lnTo>
                  <a:lnTo>
                    <a:pt x="457" y="243"/>
                  </a:lnTo>
                  <a:lnTo>
                    <a:pt x="446" y="251"/>
                  </a:lnTo>
                  <a:lnTo>
                    <a:pt x="435" y="260"/>
                  </a:lnTo>
                  <a:lnTo>
                    <a:pt x="237" y="458"/>
                  </a:lnTo>
                  <a:lnTo>
                    <a:pt x="235" y="463"/>
                  </a:lnTo>
                  <a:lnTo>
                    <a:pt x="234" y="468"/>
                  </a:lnTo>
                  <a:lnTo>
                    <a:pt x="235" y="473"/>
                  </a:lnTo>
                  <a:lnTo>
                    <a:pt x="237" y="478"/>
                  </a:lnTo>
                  <a:lnTo>
                    <a:pt x="242" y="481"/>
                  </a:lnTo>
                  <a:lnTo>
                    <a:pt x="248" y="482"/>
                  </a:lnTo>
                  <a:lnTo>
                    <a:pt x="252" y="481"/>
                  </a:lnTo>
                  <a:lnTo>
                    <a:pt x="257" y="478"/>
                  </a:lnTo>
                  <a:lnTo>
                    <a:pt x="455" y="279"/>
                  </a:lnTo>
                  <a:lnTo>
                    <a:pt x="461" y="274"/>
                  </a:lnTo>
                  <a:lnTo>
                    <a:pt x="469" y="268"/>
                  </a:lnTo>
                  <a:lnTo>
                    <a:pt x="476" y="264"/>
                  </a:lnTo>
                  <a:lnTo>
                    <a:pt x="485" y="260"/>
                  </a:lnTo>
                  <a:lnTo>
                    <a:pt x="492" y="257"/>
                  </a:lnTo>
                  <a:lnTo>
                    <a:pt x="501" y="256"/>
                  </a:lnTo>
                  <a:lnTo>
                    <a:pt x="509" y="253"/>
                  </a:lnTo>
                  <a:lnTo>
                    <a:pt x="518" y="253"/>
                  </a:lnTo>
                  <a:lnTo>
                    <a:pt x="526" y="253"/>
                  </a:lnTo>
                  <a:lnTo>
                    <a:pt x="535" y="256"/>
                  </a:lnTo>
                  <a:lnTo>
                    <a:pt x="544" y="257"/>
                  </a:lnTo>
                  <a:lnTo>
                    <a:pt x="552" y="260"/>
                  </a:lnTo>
                  <a:lnTo>
                    <a:pt x="560" y="264"/>
                  </a:lnTo>
                  <a:lnTo>
                    <a:pt x="567" y="268"/>
                  </a:lnTo>
                  <a:lnTo>
                    <a:pt x="575" y="274"/>
                  </a:lnTo>
                  <a:lnTo>
                    <a:pt x="581" y="279"/>
                  </a:lnTo>
                  <a:lnTo>
                    <a:pt x="588" y="287"/>
                  </a:lnTo>
                  <a:lnTo>
                    <a:pt x="593" y="294"/>
                  </a:lnTo>
                  <a:lnTo>
                    <a:pt x="597" y="302"/>
                  </a:lnTo>
                  <a:lnTo>
                    <a:pt x="602" y="309"/>
                  </a:lnTo>
                  <a:lnTo>
                    <a:pt x="604" y="318"/>
                  </a:lnTo>
                  <a:lnTo>
                    <a:pt x="606" y="326"/>
                  </a:lnTo>
                  <a:lnTo>
                    <a:pt x="607" y="334"/>
                  </a:lnTo>
                  <a:lnTo>
                    <a:pt x="608" y="344"/>
                  </a:lnTo>
                  <a:lnTo>
                    <a:pt x="607" y="352"/>
                  </a:lnTo>
                  <a:lnTo>
                    <a:pt x="606" y="360"/>
                  </a:lnTo>
                  <a:lnTo>
                    <a:pt x="604" y="368"/>
                  </a:lnTo>
                  <a:lnTo>
                    <a:pt x="602" y="377"/>
                  </a:lnTo>
                  <a:lnTo>
                    <a:pt x="597" y="384"/>
                  </a:lnTo>
                  <a:lnTo>
                    <a:pt x="593" y="392"/>
                  </a:lnTo>
                  <a:lnTo>
                    <a:pt x="588" y="399"/>
                  </a:lnTo>
                  <a:lnTo>
                    <a:pt x="581" y="407"/>
                  </a:lnTo>
                  <a:lnTo>
                    <a:pt x="396" y="593"/>
                  </a:lnTo>
                  <a:lnTo>
                    <a:pt x="391" y="596"/>
                  </a:lnTo>
                  <a:lnTo>
                    <a:pt x="387" y="599"/>
                  </a:lnTo>
                  <a:lnTo>
                    <a:pt x="383" y="602"/>
                  </a:lnTo>
                  <a:lnTo>
                    <a:pt x="377" y="604"/>
                  </a:lnTo>
                  <a:lnTo>
                    <a:pt x="367" y="608"/>
                  </a:lnTo>
                  <a:lnTo>
                    <a:pt x="356" y="609"/>
                  </a:lnTo>
                  <a:lnTo>
                    <a:pt x="346" y="608"/>
                  </a:lnTo>
                  <a:lnTo>
                    <a:pt x="336" y="604"/>
                  </a:lnTo>
                  <a:lnTo>
                    <a:pt x="330" y="602"/>
                  </a:lnTo>
                  <a:lnTo>
                    <a:pt x="326" y="599"/>
                  </a:lnTo>
                  <a:lnTo>
                    <a:pt x="322" y="596"/>
                  </a:lnTo>
                  <a:lnTo>
                    <a:pt x="317" y="593"/>
                  </a:lnTo>
                  <a:lnTo>
                    <a:pt x="313" y="588"/>
                  </a:lnTo>
                  <a:lnTo>
                    <a:pt x="310" y="584"/>
                  </a:lnTo>
                  <a:lnTo>
                    <a:pt x="308" y="579"/>
                  </a:lnTo>
                  <a:lnTo>
                    <a:pt x="304" y="574"/>
                  </a:lnTo>
                  <a:lnTo>
                    <a:pt x="303" y="569"/>
                  </a:lnTo>
                  <a:lnTo>
                    <a:pt x="301" y="564"/>
                  </a:lnTo>
                  <a:lnTo>
                    <a:pt x="301" y="558"/>
                  </a:lnTo>
                  <a:lnTo>
                    <a:pt x="300" y="553"/>
                  </a:lnTo>
                  <a:lnTo>
                    <a:pt x="301" y="548"/>
                  </a:lnTo>
                  <a:lnTo>
                    <a:pt x="301" y="541"/>
                  </a:lnTo>
                  <a:lnTo>
                    <a:pt x="303" y="537"/>
                  </a:lnTo>
                  <a:lnTo>
                    <a:pt x="304" y="531"/>
                  </a:lnTo>
                  <a:lnTo>
                    <a:pt x="308" y="526"/>
                  </a:lnTo>
                  <a:lnTo>
                    <a:pt x="310" y="522"/>
                  </a:lnTo>
                  <a:lnTo>
                    <a:pt x="313" y="517"/>
                  </a:lnTo>
                  <a:lnTo>
                    <a:pt x="317" y="513"/>
                  </a:lnTo>
                  <a:lnTo>
                    <a:pt x="503" y="326"/>
                  </a:lnTo>
                  <a:lnTo>
                    <a:pt x="507" y="324"/>
                  </a:lnTo>
                  <a:lnTo>
                    <a:pt x="510" y="322"/>
                  </a:lnTo>
                  <a:lnTo>
                    <a:pt x="515" y="321"/>
                  </a:lnTo>
                  <a:lnTo>
                    <a:pt x="519" y="320"/>
                  </a:lnTo>
                  <a:lnTo>
                    <a:pt x="523" y="321"/>
                  </a:lnTo>
                  <a:lnTo>
                    <a:pt x="528" y="322"/>
                  </a:lnTo>
                  <a:lnTo>
                    <a:pt x="531" y="324"/>
                  </a:lnTo>
                  <a:lnTo>
                    <a:pt x="534" y="326"/>
                  </a:lnTo>
                  <a:lnTo>
                    <a:pt x="537" y="330"/>
                  </a:lnTo>
                  <a:lnTo>
                    <a:pt x="539" y="334"/>
                  </a:lnTo>
                  <a:lnTo>
                    <a:pt x="540" y="337"/>
                  </a:lnTo>
                  <a:lnTo>
                    <a:pt x="540" y="341"/>
                  </a:lnTo>
                  <a:lnTo>
                    <a:pt x="540" y="346"/>
                  </a:lnTo>
                  <a:lnTo>
                    <a:pt x="539" y="350"/>
                  </a:lnTo>
                  <a:lnTo>
                    <a:pt x="537" y="354"/>
                  </a:lnTo>
                  <a:lnTo>
                    <a:pt x="534" y="357"/>
                  </a:lnTo>
                  <a:lnTo>
                    <a:pt x="366" y="525"/>
                  </a:lnTo>
                  <a:lnTo>
                    <a:pt x="363" y="530"/>
                  </a:lnTo>
                  <a:lnTo>
                    <a:pt x="362" y="536"/>
                  </a:lnTo>
                  <a:lnTo>
                    <a:pt x="363" y="540"/>
                  </a:lnTo>
                  <a:lnTo>
                    <a:pt x="366" y="545"/>
                  </a:lnTo>
                  <a:lnTo>
                    <a:pt x="371" y="549"/>
                  </a:lnTo>
                  <a:lnTo>
                    <a:pt x="376" y="549"/>
                  </a:lnTo>
                  <a:lnTo>
                    <a:pt x="382" y="549"/>
                  </a:lnTo>
                  <a:lnTo>
                    <a:pt x="386" y="545"/>
                  </a:lnTo>
                  <a:lnTo>
                    <a:pt x="553" y="377"/>
                  </a:lnTo>
                  <a:lnTo>
                    <a:pt x="560" y="369"/>
                  </a:lnTo>
                  <a:lnTo>
                    <a:pt x="564" y="361"/>
                  </a:lnTo>
                  <a:lnTo>
                    <a:pt x="567" y="351"/>
                  </a:lnTo>
                  <a:lnTo>
                    <a:pt x="568" y="341"/>
                  </a:lnTo>
                  <a:lnTo>
                    <a:pt x="567" y="332"/>
                  </a:lnTo>
                  <a:lnTo>
                    <a:pt x="564" y="323"/>
                  </a:lnTo>
                  <a:lnTo>
                    <a:pt x="560" y="315"/>
                  </a:lnTo>
                  <a:lnTo>
                    <a:pt x="553" y="307"/>
                  </a:lnTo>
                  <a:lnTo>
                    <a:pt x="546" y="301"/>
                  </a:lnTo>
                  <a:lnTo>
                    <a:pt x="537" y="296"/>
                  </a:lnTo>
                  <a:lnTo>
                    <a:pt x="529" y="293"/>
                  </a:lnTo>
                  <a:lnTo>
                    <a:pt x="519" y="292"/>
                  </a:lnTo>
                  <a:lnTo>
                    <a:pt x="509" y="293"/>
                  </a:lnTo>
                  <a:lnTo>
                    <a:pt x="500" y="296"/>
                  </a:lnTo>
                  <a:lnTo>
                    <a:pt x="491" y="301"/>
                  </a:lnTo>
                  <a:lnTo>
                    <a:pt x="484" y="307"/>
                  </a:lnTo>
                  <a:lnTo>
                    <a:pt x="297" y="494"/>
                  </a:lnTo>
                  <a:lnTo>
                    <a:pt x="292" y="499"/>
                  </a:lnTo>
                  <a:lnTo>
                    <a:pt x="286" y="507"/>
                  </a:lnTo>
                  <a:lnTo>
                    <a:pt x="282" y="513"/>
                  </a:lnTo>
                  <a:lnTo>
                    <a:pt x="279" y="521"/>
                  </a:lnTo>
                  <a:lnTo>
                    <a:pt x="276" y="528"/>
                  </a:lnTo>
                  <a:lnTo>
                    <a:pt x="274" y="537"/>
                  </a:lnTo>
                  <a:lnTo>
                    <a:pt x="273" y="544"/>
                  </a:lnTo>
                  <a:lnTo>
                    <a:pt x="273" y="553"/>
                  </a:lnTo>
                  <a:lnTo>
                    <a:pt x="273" y="560"/>
                  </a:lnTo>
                  <a:lnTo>
                    <a:pt x="274" y="569"/>
                  </a:lnTo>
                  <a:lnTo>
                    <a:pt x="276" y="577"/>
                  </a:lnTo>
                  <a:lnTo>
                    <a:pt x="279" y="584"/>
                  </a:lnTo>
                  <a:lnTo>
                    <a:pt x="282" y="592"/>
                  </a:lnTo>
                  <a:lnTo>
                    <a:pt x="286" y="599"/>
                  </a:lnTo>
                  <a:lnTo>
                    <a:pt x="292" y="605"/>
                  </a:lnTo>
                  <a:lnTo>
                    <a:pt x="297" y="612"/>
                  </a:lnTo>
                  <a:lnTo>
                    <a:pt x="303" y="617"/>
                  </a:lnTo>
                  <a:lnTo>
                    <a:pt x="311" y="623"/>
                  </a:lnTo>
                  <a:lnTo>
                    <a:pt x="317" y="627"/>
                  </a:lnTo>
                  <a:lnTo>
                    <a:pt x="325" y="630"/>
                  </a:lnTo>
                  <a:lnTo>
                    <a:pt x="332" y="632"/>
                  </a:lnTo>
                  <a:lnTo>
                    <a:pt x="341" y="634"/>
                  </a:lnTo>
                  <a:lnTo>
                    <a:pt x="348" y="636"/>
                  </a:lnTo>
                  <a:lnTo>
                    <a:pt x="356" y="637"/>
                  </a:lnTo>
                  <a:lnTo>
                    <a:pt x="364" y="636"/>
                  </a:lnTo>
                  <a:lnTo>
                    <a:pt x="372" y="634"/>
                  </a:lnTo>
                  <a:lnTo>
                    <a:pt x="381" y="632"/>
                  </a:lnTo>
                  <a:lnTo>
                    <a:pt x="388" y="630"/>
                  </a:lnTo>
                  <a:lnTo>
                    <a:pt x="396" y="627"/>
                  </a:lnTo>
                  <a:lnTo>
                    <a:pt x="402" y="623"/>
                  </a:lnTo>
                  <a:lnTo>
                    <a:pt x="410" y="617"/>
                  </a:lnTo>
                  <a:lnTo>
                    <a:pt x="416" y="612"/>
                  </a:lnTo>
                  <a:lnTo>
                    <a:pt x="602" y="426"/>
                  </a:lnTo>
                  <a:lnTo>
                    <a:pt x="609" y="418"/>
                  </a:lnTo>
                  <a:lnTo>
                    <a:pt x="617" y="408"/>
                  </a:lnTo>
                  <a:lnTo>
                    <a:pt x="622" y="397"/>
                  </a:lnTo>
                  <a:lnTo>
                    <a:pt x="627" y="388"/>
                  </a:lnTo>
                  <a:lnTo>
                    <a:pt x="631" y="377"/>
                  </a:lnTo>
                  <a:lnTo>
                    <a:pt x="634" y="365"/>
                  </a:lnTo>
                  <a:lnTo>
                    <a:pt x="635" y="354"/>
                  </a:lnTo>
                  <a:lnTo>
                    <a:pt x="636" y="344"/>
                  </a:lnTo>
                  <a:lnTo>
                    <a:pt x="635" y="332"/>
                  </a:lnTo>
                  <a:lnTo>
                    <a:pt x="634" y="321"/>
                  </a:lnTo>
                  <a:lnTo>
                    <a:pt x="631" y="309"/>
                  </a:lnTo>
                  <a:lnTo>
                    <a:pt x="627" y="298"/>
                  </a:lnTo>
                  <a:lnTo>
                    <a:pt x="622" y="289"/>
                  </a:lnTo>
                  <a:lnTo>
                    <a:pt x="617" y="278"/>
                  </a:lnTo>
                  <a:lnTo>
                    <a:pt x="609" y="268"/>
                  </a:lnTo>
                  <a:lnTo>
                    <a:pt x="602" y="260"/>
                  </a:lnTo>
                  <a:close/>
                  <a:moveTo>
                    <a:pt x="439" y="136"/>
                  </a:moveTo>
                  <a:lnTo>
                    <a:pt x="433" y="135"/>
                  </a:lnTo>
                  <a:lnTo>
                    <a:pt x="429" y="132"/>
                  </a:lnTo>
                  <a:lnTo>
                    <a:pt x="426" y="128"/>
                  </a:lnTo>
                  <a:lnTo>
                    <a:pt x="425" y="122"/>
                  </a:lnTo>
                  <a:lnTo>
                    <a:pt x="425" y="47"/>
                  </a:lnTo>
                  <a:lnTo>
                    <a:pt x="514" y="136"/>
                  </a:lnTo>
                  <a:lnTo>
                    <a:pt x="439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3" name="Freeform 362">
              <a:extLst>
                <a:ext uri="{FF2B5EF4-FFF2-40B4-BE49-F238E27FC236}">
                  <a16:creationId xmlns:a16="http://schemas.microsoft.com/office/drawing/2014/main" id="{3C28E8AA-0333-439E-B5C2-3BAA53F6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8701" y="1225551"/>
              <a:ext cx="15875" cy="15875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4" name="Freeform 363">
              <a:extLst>
                <a:ext uri="{FF2B5EF4-FFF2-40B4-BE49-F238E27FC236}">
                  <a16:creationId xmlns:a16="http://schemas.microsoft.com/office/drawing/2014/main" id="{4998FD7F-177A-4AFA-B7EF-A29D1FDE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8714" y="1304926"/>
              <a:ext cx="14288" cy="15875"/>
            </a:xfrm>
            <a:custGeom>
              <a:avLst/>
              <a:gdLst>
                <a:gd name="T0" fmla="*/ 27 w 27"/>
                <a:gd name="T1" fmla="*/ 10 h 28"/>
                <a:gd name="T2" fmla="*/ 26 w 27"/>
                <a:gd name="T3" fmla="*/ 10 h 28"/>
                <a:gd name="T4" fmla="*/ 24 w 27"/>
                <a:gd name="T5" fmla="*/ 4 h 28"/>
                <a:gd name="T6" fmla="*/ 20 w 27"/>
                <a:gd name="T7" fmla="*/ 1 h 28"/>
                <a:gd name="T8" fmla="*/ 15 w 27"/>
                <a:gd name="T9" fmla="*/ 0 h 28"/>
                <a:gd name="T10" fmla="*/ 9 w 27"/>
                <a:gd name="T11" fmla="*/ 0 h 28"/>
                <a:gd name="T12" fmla="*/ 5 w 27"/>
                <a:gd name="T13" fmla="*/ 3 h 28"/>
                <a:gd name="T14" fmla="*/ 2 w 27"/>
                <a:gd name="T15" fmla="*/ 8 h 28"/>
                <a:gd name="T16" fmla="*/ 0 w 27"/>
                <a:gd name="T17" fmla="*/ 13 h 28"/>
                <a:gd name="T18" fmla="*/ 1 w 27"/>
                <a:gd name="T19" fmla="*/ 18 h 28"/>
                <a:gd name="T20" fmla="*/ 1 w 27"/>
                <a:gd name="T21" fmla="*/ 18 h 28"/>
                <a:gd name="T22" fmla="*/ 3 w 27"/>
                <a:gd name="T23" fmla="*/ 23 h 28"/>
                <a:gd name="T24" fmla="*/ 6 w 27"/>
                <a:gd name="T25" fmla="*/ 26 h 28"/>
                <a:gd name="T26" fmla="*/ 9 w 27"/>
                <a:gd name="T27" fmla="*/ 28 h 28"/>
                <a:gd name="T28" fmla="*/ 13 w 27"/>
                <a:gd name="T29" fmla="*/ 28 h 28"/>
                <a:gd name="T30" fmla="*/ 16 w 27"/>
                <a:gd name="T31" fmla="*/ 28 h 28"/>
                <a:gd name="T32" fmla="*/ 18 w 27"/>
                <a:gd name="T33" fmla="*/ 28 h 28"/>
                <a:gd name="T34" fmla="*/ 23 w 27"/>
                <a:gd name="T35" fmla="*/ 25 h 28"/>
                <a:gd name="T36" fmla="*/ 26 w 27"/>
                <a:gd name="T37" fmla="*/ 20 h 28"/>
                <a:gd name="T38" fmla="*/ 27 w 27"/>
                <a:gd name="T39" fmla="*/ 16 h 28"/>
                <a:gd name="T40" fmla="*/ 27 w 27"/>
                <a:gd name="T4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lnTo>
                    <a:pt x="26" y="10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5" y="0"/>
                  </a:lnTo>
                  <a:lnTo>
                    <a:pt x="9" y="0"/>
                  </a:lnTo>
                  <a:lnTo>
                    <a:pt x="5" y="3"/>
                  </a:lnTo>
                  <a:lnTo>
                    <a:pt x="2" y="8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23"/>
                  </a:lnTo>
                  <a:lnTo>
                    <a:pt x="6" y="26"/>
                  </a:lnTo>
                  <a:lnTo>
                    <a:pt x="9" y="28"/>
                  </a:lnTo>
                  <a:lnTo>
                    <a:pt x="13" y="28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3" y="25"/>
                  </a:lnTo>
                  <a:lnTo>
                    <a:pt x="26" y="20"/>
                  </a:lnTo>
                  <a:lnTo>
                    <a:pt x="27" y="16"/>
                  </a:lnTo>
                  <a:lnTo>
                    <a:pt x="2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BACE562A-6C77-4F85-B8D0-C79552B6E070}"/>
              </a:ext>
            </a:extLst>
          </p:cNvPr>
          <p:cNvGrpSpPr/>
          <p:nvPr/>
        </p:nvGrpSpPr>
        <p:grpSpPr>
          <a:xfrm>
            <a:off x="6391276" y="5438776"/>
            <a:ext cx="376238" cy="376238"/>
            <a:chOff x="6391276" y="5438776"/>
            <a:chExt cx="376238" cy="376238"/>
          </a:xfrm>
        </p:grpSpPr>
        <p:sp>
          <p:nvSpPr>
            <p:cNvPr id="235" name="Freeform 364">
              <a:extLst>
                <a:ext uri="{FF2B5EF4-FFF2-40B4-BE49-F238E27FC236}">
                  <a16:creationId xmlns:a16="http://schemas.microsoft.com/office/drawing/2014/main" id="{95A33649-61C1-463D-A984-A5C1DB4E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714" y="5505451"/>
              <a:ext cx="15875" cy="15875"/>
            </a:xfrm>
            <a:custGeom>
              <a:avLst/>
              <a:gdLst>
                <a:gd name="T0" fmla="*/ 25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2 w 28"/>
                <a:gd name="T11" fmla="*/ 9 h 28"/>
                <a:gd name="T12" fmla="*/ 0 w 28"/>
                <a:gd name="T13" fmla="*/ 14 h 28"/>
                <a:gd name="T14" fmla="*/ 2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5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5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5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9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5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6" name="Freeform 365">
              <a:extLst>
                <a:ext uri="{FF2B5EF4-FFF2-40B4-BE49-F238E27FC236}">
                  <a16:creationId xmlns:a16="http://schemas.microsoft.com/office/drawing/2014/main" id="{6C083D03-78EE-4C0C-AC9D-5C585DC8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714" y="5537201"/>
              <a:ext cx="15875" cy="68263"/>
            </a:xfrm>
            <a:custGeom>
              <a:avLst/>
              <a:gdLst>
                <a:gd name="T0" fmla="*/ 14 w 28"/>
                <a:gd name="T1" fmla="*/ 0 h 128"/>
                <a:gd name="T2" fmla="*/ 9 w 28"/>
                <a:gd name="T3" fmla="*/ 1 h 128"/>
                <a:gd name="T4" fmla="*/ 5 w 28"/>
                <a:gd name="T5" fmla="*/ 3 h 128"/>
                <a:gd name="T6" fmla="*/ 3 w 28"/>
                <a:gd name="T7" fmla="*/ 8 h 128"/>
                <a:gd name="T8" fmla="*/ 0 w 28"/>
                <a:gd name="T9" fmla="*/ 13 h 128"/>
                <a:gd name="T10" fmla="*/ 0 w 28"/>
                <a:gd name="T11" fmla="*/ 114 h 128"/>
                <a:gd name="T12" fmla="*/ 3 w 28"/>
                <a:gd name="T13" fmla="*/ 119 h 128"/>
                <a:gd name="T14" fmla="*/ 5 w 28"/>
                <a:gd name="T15" fmla="*/ 125 h 128"/>
                <a:gd name="T16" fmla="*/ 9 w 28"/>
                <a:gd name="T17" fmla="*/ 127 h 128"/>
                <a:gd name="T18" fmla="*/ 14 w 28"/>
                <a:gd name="T19" fmla="*/ 128 h 128"/>
                <a:gd name="T20" fmla="*/ 20 w 28"/>
                <a:gd name="T21" fmla="*/ 127 h 128"/>
                <a:gd name="T22" fmla="*/ 25 w 28"/>
                <a:gd name="T23" fmla="*/ 125 h 128"/>
                <a:gd name="T24" fmla="*/ 27 w 28"/>
                <a:gd name="T25" fmla="*/ 119 h 128"/>
                <a:gd name="T26" fmla="*/ 28 w 28"/>
                <a:gd name="T27" fmla="*/ 114 h 128"/>
                <a:gd name="T28" fmla="*/ 28 w 28"/>
                <a:gd name="T29" fmla="*/ 13 h 128"/>
                <a:gd name="T30" fmla="*/ 27 w 28"/>
                <a:gd name="T31" fmla="*/ 8 h 128"/>
                <a:gd name="T32" fmla="*/ 25 w 28"/>
                <a:gd name="T33" fmla="*/ 3 h 128"/>
                <a:gd name="T34" fmla="*/ 20 w 28"/>
                <a:gd name="T35" fmla="*/ 1 h 128"/>
                <a:gd name="T36" fmla="*/ 14 w 28"/>
                <a:gd name="T3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28">
                  <a:moveTo>
                    <a:pt x="14" y="0"/>
                  </a:moveTo>
                  <a:lnTo>
                    <a:pt x="9" y="1"/>
                  </a:lnTo>
                  <a:lnTo>
                    <a:pt x="5" y="3"/>
                  </a:lnTo>
                  <a:lnTo>
                    <a:pt x="3" y="8"/>
                  </a:lnTo>
                  <a:lnTo>
                    <a:pt x="0" y="13"/>
                  </a:lnTo>
                  <a:lnTo>
                    <a:pt x="0" y="114"/>
                  </a:lnTo>
                  <a:lnTo>
                    <a:pt x="3" y="119"/>
                  </a:lnTo>
                  <a:lnTo>
                    <a:pt x="5" y="125"/>
                  </a:lnTo>
                  <a:lnTo>
                    <a:pt x="9" y="127"/>
                  </a:lnTo>
                  <a:lnTo>
                    <a:pt x="14" y="128"/>
                  </a:lnTo>
                  <a:lnTo>
                    <a:pt x="20" y="127"/>
                  </a:lnTo>
                  <a:lnTo>
                    <a:pt x="25" y="125"/>
                  </a:lnTo>
                  <a:lnTo>
                    <a:pt x="27" y="119"/>
                  </a:lnTo>
                  <a:lnTo>
                    <a:pt x="28" y="114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5" y="3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7" name="Freeform 366">
              <a:extLst>
                <a:ext uri="{FF2B5EF4-FFF2-40B4-BE49-F238E27FC236}">
                  <a16:creationId xmlns:a16="http://schemas.microsoft.com/office/drawing/2014/main" id="{E2707A8E-5EB2-460E-BCC9-F06F70A945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7314" y="5438776"/>
              <a:ext cx="284163" cy="376238"/>
            </a:xfrm>
            <a:custGeom>
              <a:avLst/>
              <a:gdLst>
                <a:gd name="T0" fmla="*/ 368 w 536"/>
                <a:gd name="T1" fmla="*/ 94 h 712"/>
                <a:gd name="T2" fmla="*/ 387 w 536"/>
                <a:gd name="T3" fmla="*/ 82 h 712"/>
                <a:gd name="T4" fmla="*/ 399 w 536"/>
                <a:gd name="T5" fmla="*/ 64 h 712"/>
                <a:gd name="T6" fmla="*/ 400 w 536"/>
                <a:gd name="T7" fmla="*/ 39 h 712"/>
                <a:gd name="T8" fmla="*/ 387 w 536"/>
                <a:gd name="T9" fmla="*/ 14 h 712"/>
                <a:gd name="T10" fmla="*/ 364 w 536"/>
                <a:gd name="T11" fmla="*/ 1 h 712"/>
                <a:gd name="T12" fmla="*/ 173 w 536"/>
                <a:gd name="T13" fmla="*/ 1 h 712"/>
                <a:gd name="T14" fmla="*/ 149 w 536"/>
                <a:gd name="T15" fmla="*/ 14 h 712"/>
                <a:gd name="T16" fmla="*/ 136 w 536"/>
                <a:gd name="T17" fmla="*/ 39 h 712"/>
                <a:gd name="T18" fmla="*/ 137 w 536"/>
                <a:gd name="T19" fmla="*/ 64 h 712"/>
                <a:gd name="T20" fmla="*/ 149 w 536"/>
                <a:gd name="T21" fmla="*/ 82 h 712"/>
                <a:gd name="T22" fmla="*/ 168 w 536"/>
                <a:gd name="T23" fmla="*/ 94 h 712"/>
                <a:gd name="T24" fmla="*/ 110 w 536"/>
                <a:gd name="T25" fmla="*/ 452 h 712"/>
                <a:gd name="T26" fmla="*/ 117 w 536"/>
                <a:gd name="T27" fmla="*/ 466 h 712"/>
                <a:gd name="T28" fmla="*/ 128 w 536"/>
                <a:gd name="T29" fmla="*/ 467 h 712"/>
                <a:gd name="T30" fmla="*/ 136 w 536"/>
                <a:gd name="T31" fmla="*/ 461 h 712"/>
                <a:gd name="T32" fmla="*/ 191 w 536"/>
                <a:gd name="T33" fmla="*/ 368 h 712"/>
                <a:gd name="T34" fmla="*/ 221 w 536"/>
                <a:gd name="T35" fmla="*/ 357 h 712"/>
                <a:gd name="T36" fmla="*/ 237 w 536"/>
                <a:gd name="T37" fmla="*/ 357 h 712"/>
                <a:gd name="T38" fmla="*/ 253 w 536"/>
                <a:gd name="T39" fmla="*/ 363 h 712"/>
                <a:gd name="T40" fmla="*/ 268 w 536"/>
                <a:gd name="T41" fmla="*/ 375 h 712"/>
                <a:gd name="T42" fmla="*/ 290 w 536"/>
                <a:gd name="T43" fmla="*/ 383 h 712"/>
                <a:gd name="T44" fmla="*/ 326 w 536"/>
                <a:gd name="T45" fmla="*/ 380 h 712"/>
                <a:gd name="T46" fmla="*/ 505 w 536"/>
                <a:gd name="T47" fmla="*/ 642 h 712"/>
                <a:gd name="T48" fmla="*/ 508 w 536"/>
                <a:gd name="T49" fmla="*/ 664 h 712"/>
                <a:gd name="T50" fmla="*/ 494 w 536"/>
                <a:gd name="T51" fmla="*/ 681 h 712"/>
                <a:gd name="T52" fmla="*/ 56 w 536"/>
                <a:gd name="T53" fmla="*/ 684 h 712"/>
                <a:gd name="T54" fmla="*/ 36 w 536"/>
                <a:gd name="T55" fmla="*/ 677 h 712"/>
                <a:gd name="T56" fmla="*/ 28 w 536"/>
                <a:gd name="T57" fmla="*/ 656 h 712"/>
                <a:gd name="T58" fmla="*/ 78 w 536"/>
                <a:gd name="T59" fmla="*/ 561 h 712"/>
                <a:gd name="T60" fmla="*/ 77 w 536"/>
                <a:gd name="T61" fmla="*/ 546 h 712"/>
                <a:gd name="T62" fmla="*/ 63 w 536"/>
                <a:gd name="T63" fmla="*/ 540 h 712"/>
                <a:gd name="T64" fmla="*/ 7 w 536"/>
                <a:gd name="T65" fmla="*/ 628 h 712"/>
                <a:gd name="T66" fmla="*/ 0 w 536"/>
                <a:gd name="T67" fmla="*/ 649 h 712"/>
                <a:gd name="T68" fmla="*/ 2 w 536"/>
                <a:gd name="T69" fmla="*/ 670 h 712"/>
                <a:gd name="T70" fmla="*/ 12 w 536"/>
                <a:gd name="T71" fmla="*/ 691 h 712"/>
                <a:gd name="T72" fmla="*/ 28 w 536"/>
                <a:gd name="T73" fmla="*/ 704 h 712"/>
                <a:gd name="T74" fmla="*/ 48 w 536"/>
                <a:gd name="T75" fmla="*/ 712 h 712"/>
                <a:gd name="T76" fmla="*/ 488 w 536"/>
                <a:gd name="T77" fmla="*/ 712 h 712"/>
                <a:gd name="T78" fmla="*/ 508 w 536"/>
                <a:gd name="T79" fmla="*/ 704 h 712"/>
                <a:gd name="T80" fmla="*/ 525 w 536"/>
                <a:gd name="T81" fmla="*/ 691 h 712"/>
                <a:gd name="T82" fmla="*/ 535 w 536"/>
                <a:gd name="T83" fmla="*/ 670 h 712"/>
                <a:gd name="T84" fmla="*/ 536 w 536"/>
                <a:gd name="T85" fmla="*/ 649 h 712"/>
                <a:gd name="T86" fmla="*/ 529 w 536"/>
                <a:gd name="T87" fmla="*/ 628 h 712"/>
                <a:gd name="T88" fmla="*/ 317 w 536"/>
                <a:gd name="T89" fmla="*/ 353 h 712"/>
                <a:gd name="T90" fmla="*/ 295 w 536"/>
                <a:gd name="T91" fmla="*/ 357 h 712"/>
                <a:gd name="T92" fmla="*/ 278 w 536"/>
                <a:gd name="T93" fmla="*/ 347 h 712"/>
                <a:gd name="T94" fmla="*/ 263 w 536"/>
                <a:gd name="T95" fmla="*/ 336 h 712"/>
                <a:gd name="T96" fmla="*/ 236 w 536"/>
                <a:gd name="T97" fmla="*/ 329 h 712"/>
                <a:gd name="T98" fmla="*/ 205 w 536"/>
                <a:gd name="T99" fmla="*/ 332 h 712"/>
                <a:gd name="T100" fmla="*/ 340 w 536"/>
                <a:gd name="T101" fmla="*/ 95 h 712"/>
                <a:gd name="T102" fmla="*/ 182 w 536"/>
                <a:gd name="T103" fmla="*/ 68 h 712"/>
                <a:gd name="T104" fmla="*/ 172 w 536"/>
                <a:gd name="T105" fmla="*/ 65 h 712"/>
                <a:gd name="T106" fmla="*/ 164 w 536"/>
                <a:gd name="T107" fmla="*/ 56 h 712"/>
                <a:gd name="T108" fmla="*/ 163 w 536"/>
                <a:gd name="T109" fmla="*/ 44 h 712"/>
                <a:gd name="T110" fmla="*/ 168 w 536"/>
                <a:gd name="T111" fmla="*/ 35 h 712"/>
                <a:gd name="T112" fmla="*/ 178 w 536"/>
                <a:gd name="T113" fmla="*/ 29 h 712"/>
                <a:gd name="T114" fmla="*/ 358 w 536"/>
                <a:gd name="T115" fmla="*/ 29 h 712"/>
                <a:gd name="T116" fmla="*/ 368 w 536"/>
                <a:gd name="T117" fmla="*/ 35 h 712"/>
                <a:gd name="T118" fmla="*/ 373 w 536"/>
                <a:gd name="T119" fmla="*/ 44 h 712"/>
                <a:gd name="T120" fmla="*/ 372 w 536"/>
                <a:gd name="T121" fmla="*/ 56 h 712"/>
                <a:gd name="T122" fmla="*/ 365 w 536"/>
                <a:gd name="T123" fmla="*/ 65 h 712"/>
                <a:gd name="T124" fmla="*/ 354 w 536"/>
                <a:gd name="T125" fmla="*/ 68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6" h="712">
                  <a:moveTo>
                    <a:pt x="529" y="628"/>
                  </a:moveTo>
                  <a:lnTo>
                    <a:pt x="368" y="349"/>
                  </a:lnTo>
                  <a:lnTo>
                    <a:pt x="368" y="94"/>
                  </a:lnTo>
                  <a:lnTo>
                    <a:pt x="375" y="90"/>
                  </a:lnTo>
                  <a:lnTo>
                    <a:pt x="382" y="86"/>
                  </a:lnTo>
                  <a:lnTo>
                    <a:pt x="387" y="82"/>
                  </a:lnTo>
                  <a:lnTo>
                    <a:pt x="393" y="76"/>
                  </a:lnTo>
                  <a:lnTo>
                    <a:pt x="396" y="70"/>
                  </a:lnTo>
                  <a:lnTo>
                    <a:pt x="399" y="64"/>
                  </a:lnTo>
                  <a:lnTo>
                    <a:pt x="401" y="56"/>
                  </a:lnTo>
                  <a:lnTo>
                    <a:pt x="401" y="47"/>
                  </a:lnTo>
                  <a:lnTo>
                    <a:pt x="400" y="39"/>
                  </a:lnTo>
                  <a:lnTo>
                    <a:pt x="398" y="29"/>
                  </a:lnTo>
                  <a:lnTo>
                    <a:pt x="394" y="22"/>
                  </a:lnTo>
                  <a:lnTo>
                    <a:pt x="387" y="14"/>
                  </a:lnTo>
                  <a:lnTo>
                    <a:pt x="381" y="9"/>
                  </a:lnTo>
                  <a:lnTo>
                    <a:pt x="372" y="5"/>
                  </a:lnTo>
                  <a:lnTo>
                    <a:pt x="364" y="1"/>
                  </a:lnTo>
                  <a:lnTo>
                    <a:pt x="354" y="0"/>
                  </a:lnTo>
                  <a:lnTo>
                    <a:pt x="182" y="0"/>
                  </a:lnTo>
                  <a:lnTo>
                    <a:pt x="173" y="1"/>
                  </a:lnTo>
                  <a:lnTo>
                    <a:pt x="164" y="5"/>
                  </a:lnTo>
                  <a:lnTo>
                    <a:pt x="155" y="9"/>
                  </a:lnTo>
                  <a:lnTo>
                    <a:pt x="149" y="14"/>
                  </a:lnTo>
                  <a:lnTo>
                    <a:pt x="143" y="22"/>
                  </a:lnTo>
                  <a:lnTo>
                    <a:pt x="138" y="29"/>
                  </a:lnTo>
                  <a:lnTo>
                    <a:pt x="136" y="39"/>
                  </a:lnTo>
                  <a:lnTo>
                    <a:pt x="135" y="47"/>
                  </a:lnTo>
                  <a:lnTo>
                    <a:pt x="135" y="56"/>
                  </a:lnTo>
                  <a:lnTo>
                    <a:pt x="137" y="64"/>
                  </a:lnTo>
                  <a:lnTo>
                    <a:pt x="140" y="70"/>
                  </a:lnTo>
                  <a:lnTo>
                    <a:pt x="145" y="76"/>
                  </a:lnTo>
                  <a:lnTo>
                    <a:pt x="149" y="82"/>
                  </a:lnTo>
                  <a:lnTo>
                    <a:pt x="154" y="86"/>
                  </a:lnTo>
                  <a:lnTo>
                    <a:pt x="161" y="90"/>
                  </a:lnTo>
                  <a:lnTo>
                    <a:pt x="168" y="94"/>
                  </a:lnTo>
                  <a:lnTo>
                    <a:pt x="168" y="349"/>
                  </a:lnTo>
                  <a:lnTo>
                    <a:pt x="111" y="447"/>
                  </a:lnTo>
                  <a:lnTo>
                    <a:pt x="110" y="452"/>
                  </a:lnTo>
                  <a:lnTo>
                    <a:pt x="110" y="458"/>
                  </a:lnTo>
                  <a:lnTo>
                    <a:pt x="113" y="463"/>
                  </a:lnTo>
                  <a:lnTo>
                    <a:pt x="117" y="466"/>
                  </a:lnTo>
                  <a:lnTo>
                    <a:pt x="120" y="467"/>
                  </a:lnTo>
                  <a:lnTo>
                    <a:pt x="123" y="468"/>
                  </a:lnTo>
                  <a:lnTo>
                    <a:pt x="128" y="467"/>
                  </a:lnTo>
                  <a:lnTo>
                    <a:pt x="131" y="466"/>
                  </a:lnTo>
                  <a:lnTo>
                    <a:pt x="134" y="464"/>
                  </a:lnTo>
                  <a:lnTo>
                    <a:pt x="136" y="461"/>
                  </a:lnTo>
                  <a:lnTo>
                    <a:pt x="189" y="371"/>
                  </a:lnTo>
                  <a:lnTo>
                    <a:pt x="190" y="370"/>
                  </a:lnTo>
                  <a:lnTo>
                    <a:pt x="191" y="368"/>
                  </a:lnTo>
                  <a:lnTo>
                    <a:pt x="198" y="364"/>
                  </a:lnTo>
                  <a:lnTo>
                    <a:pt x="216" y="358"/>
                  </a:lnTo>
                  <a:lnTo>
                    <a:pt x="221" y="357"/>
                  </a:lnTo>
                  <a:lnTo>
                    <a:pt x="226" y="356"/>
                  </a:lnTo>
                  <a:lnTo>
                    <a:pt x="232" y="356"/>
                  </a:lnTo>
                  <a:lnTo>
                    <a:pt x="237" y="357"/>
                  </a:lnTo>
                  <a:lnTo>
                    <a:pt x="242" y="358"/>
                  </a:lnTo>
                  <a:lnTo>
                    <a:pt x="248" y="360"/>
                  </a:lnTo>
                  <a:lnTo>
                    <a:pt x="253" y="363"/>
                  </a:lnTo>
                  <a:lnTo>
                    <a:pt x="258" y="367"/>
                  </a:lnTo>
                  <a:lnTo>
                    <a:pt x="263" y="372"/>
                  </a:lnTo>
                  <a:lnTo>
                    <a:pt x="268" y="375"/>
                  </a:lnTo>
                  <a:lnTo>
                    <a:pt x="273" y="378"/>
                  </a:lnTo>
                  <a:lnTo>
                    <a:pt x="279" y="380"/>
                  </a:lnTo>
                  <a:lnTo>
                    <a:pt x="290" y="383"/>
                  </a:lnTo>
                  <a:lnTo>
                    <a:pt x="300" y="385"/>
                  </a:lnTo>
                  <a:lnTo>
                    <a:pt x="313" y="383"/>
                  </a:lnTo>
                  <a:lnTo>
                    <a:pt x="326" y="380"/>
                  </a:lnTo>
                  <a:lnTo>
                    <a:pt x="338" y="376"/>
                  </a:lnTo>
                  <a:lnTo>
                    <a:pt x="347" y="370"/>
                  </a:lnTo>
                  <a:lnTo>
                    <a:pt x="505" y="642"/>
                  </a:lnTo>
                  <a:lnTo>
                    <a:pt x="508" y="649"/>
                  </a:lnTo>
                  <a:lnTo>
                    <a:pt x="508" y="656"/>
                  </a:lnTo>
                  <a:lnTo>
                    <a:pt x="508" y="664"/>
                  </a:lnTo>
                  <a:lnTo>
                    <a:pt x="505" y="670"/>
                  </a:lnTo>
                  <a:lnTo>
                    <a:pt x="501" y="677"/>
                  </a:lnTo>
                  <a:lnTo>
                    <a:pt x="494" y="681"/>
                  </a:lnTo>
                  <a:lnTo>
                    <a:pt x="488" y="683"/>
                  </a:lnTo>
                  <a:lnTo>
                    <a:pt x="481" y="684"/>
                  </a:lnTo>
                  <a:lnTo>
                    <a:pt x="56" y="684"/>
                  </a:lnTo>
                  <a:lnTo>
                    <a:pt x="48" y="683"/>
                  </a:lnTo>
                  <a:lnTo>
                    <a:pt x="42" y="681"/>
                  </a:lnTo>
                  <a:lnTo>
                    <a:pt x="36" y="677"/>
                  </a:lnTo>
                  <a:lnTo>
                    <a:pt x="31" y="670"/>
                  </a:lnTo>
                  <a:lnTo>
                    <a:pt x="29" y="664"/>
                  </a:lnTo>
                  <a:lnTo>
                    <a:pt x="28" y="656"/>
                  </a:lnTo>
                  <a:lnTo>
                    <a:pt x="29" y="649"/>
                  </a:lnTo>
                  <a:lnTo>
                    <a:pt x="31" y="642"/>
                  </a:lnTo>
                  <a:lnTo>
                    <a:pt x="78" y="561"/>
                  </a:lnTo>
                  <a:lnTo>
                    <a:pt x="80" y="555"/>
                  </a:lnTo>
                  <a:lnTo>
                    <a:pt x="79" y="550"/>
                  </a:lnTo>
                  <a:lnTo>
                    <a:pt x="77" y="546"/>
                  </a:lnTo>
                  <a:lnTo>
                    <a:pt x="73" y="541"/>
                  </a:lnTo>
                  <a:lnTo>
                    <a:pt x="69" y="540"/>
                  </a:lnTo>
                  <a:lnTo>
                    <a:pt x="63" y="540"/>
                  </a:lnTo>
                  <a:lnTo>
                    <a:pt x="58" y="542"/>
                  </a:lnTo>
                  <a:lnTo>
                    <a:pt x="55" y="547"/>
                  </a:lnTo>
                  <a:lnTo>
                    <a:pt x="7" y="628"/>
                  </a:lnTo>
                  <a:lnTo>
                    <a:pt x="4" y="635"/>
                  </a:lnTo>
                  <a:lnTo>
                    <a:pt x="2" y="642"/>
                  </a:lnTo>
                  <a:lnTo>
                    <a:pt x="0" y="649"/>
                  </a:lnTo>
                  <a:lnTo>
                    <a:pt x="0" y="656"/>
                  </a:lnTo>
                  <a:lnTo>
                    <a:pt x="0" y="664"/>
                  </a:lnTo>
                  <a:lnTo>
                    <a:pt x="2" y="670"/>
                  </a:lnTo>
                  <a:lnTo>
                    <a:pt x="4" y="678"/>
                  </a:lnTo>
                  <a:lnTo>
                    <a:pt x="7" y="684"/>
                  </a:lnTo>
                  <a:lnTo>
                    <a:pt x="12" y="691"/>
                  </a:lnTo>
                  <a:lnTo>
                    <a:pt x="16" y="696"/>
                  </a:lnTo>
                  <a:lnTo>
                    <a:pt x="21" y="700"/>
                  </a:lnTo>
                  <a:lnTo>
                    <a:pt x="28" y="704"/>
                  </a:lnTo>
                  <a:lnTo>
                    <a:pt x="34" y="708"/>
                  </a:lnTo>
                  <a:lnTo>
                    <a:pt x="41" y="710"/>
                  </a:lnTo>
                  <a:lnTo>
                    <a:pt x="48" y="712"/>
                  </a:lnTo>
                  <a:lnTo>
                    <a:pt x="56" y="712"/>
                  </a:lnTo>
                  <a:lnTo>
                    <a:pt x="481" y="712"/>
                  </a:lnTo>
                  <a:lnTo>
                    <a:pt x="488" y="712"/>
                  </a:lnTo>
                  <a:lnTo>
                    <a:pt x="496" y="710"/>
                  </a:lnTo>
                  <a:lnTo>
                    <a:pt x="502" y="708"/>
                  </a:lnTo>
                  <a:lnTo>
                    <a:pt x="508" y="704"/>
                  </a:lnTo>
                  <a:lnTo>
                    <a:pt x="515" y="700"/>
                  </a:lnTo>
                  <a:lnTo>
                    <a:pt x="520" y="696"/>
                  </a:lnTo>
                  <a:lnTo>
                    <a:pt x="525" y="691"/>
                  </a:lnTo>
                  <a:lnTo>
                    <a:pt x="529" y="684"/>
                  </a:lnTo>
                  <a:lnTo>
                    <a:pt x="532" y="678"/>
                  </a:lnTo>
                  <a:lnTo>
                    <a:pt x="535" y="670"/>
                  </a:lnTo>
                  <a:lnTo>
                    <a:pt x="536" y="664"/>
                  </a:lnTo>
                  <a:lnTo>
                    <a:pt x="536" y="656"/>
                  </a:lnTo>
                  <a:lnTo>
                    <a:pt x="536" y="649"/>
                  </a:lnTo>
                  <a:lnTo>
                    <a:pt x="535" y="642"/>
                  </a:lnTo>
                  <a:lnTo>
                    <a:pt x="532" y="635"/>
                  </a:lnTo>
                  <a:lnTo>
                    <a:pt x="529" y="628"/>
                  </a:lnTo>
                  <a:close/>
                  <a:moveTo>
                    <a:pt x="340" y="342"/>
                  </a:moveTo>
                  <a:lnTo>
                    <a:pt x="331" y="347"/>
                  </a:lnTo>
                  <a:lnTo>
                    <a:pt x="317" y="353"/>
                  </a:lnTo>
                  <a:lnTo>
                    <a:pt x="309" y="356"/>
                  </a:lnTo>
                  <a:lnTo>
                    <a:pt x="301" y="357"/>
                  </a:lnTo>
                  <a:lnTo>
                    <a:pt x="295" y="357"/>
                  </a:lnTo>
                  <a:lnTo>
                    <a:pt x="290" y="356"/>
                  </a:lnTo>
                  <a:lnTo>
                    <a:pt x="282" y="351"/>
                  </a:lnTo>
                  <a:lnTo>
                    <a:pt x="278" y="347"/>
                  </a:lnTo>
                  <a:lnTo>
                    <a:pt x="272" y="343"/>
                  </a:lnTo>
                  <a:lnTo>
                    <a:pt x="268" y="339"/>
                  </a:lnTo>
                  <a:lnTo>
                    <a:pt x="263" y="336"/>
                  </a:lnTo>
                  <a:lnTo>
                    <a:pt x="257" y="334"/>
                  </a:lnTo>
                  <a:lnTo>
                    <a:pt x="247" y="330"/>
                  </a:lnTo>
                  <a:lnTo>
                    <a:pt x="236" y="329"/>
                  </a:lnTo>
                  <a:lnTo>
                    <a:pt x="225" y="329"/>
                  </a:lnTo>
                  <a:lnTo>
                    <a:pt x="216" y="330"/>
                  </a:lnTo>
                  <a:lnTo>
                    <a:pt x="205" y="332"/>
                  </a:lnTo>
                  <a:lnTo>
                    <a:pt x="196" y="335"/>
                  </a:lnTo>
                  <a:lnTo>
                    <a:pt x="196" y="95"/>
                  </a:lnTo>
                  <a:lnTo>
                    <a:pt x="340" y="95"/>
                  </a:lnTo>
                  <a:lnTo>
                    <a:pt x="340" y="342"/>
                  </a:lnTo>
                  <a:close/>
                  <a:moveTo>
                    <a:pt x="354" y="68"/>
                  </a:moveTo>
                  <a:lnTo>
                    <a:pt x="182" y="68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2" y="65"/>
                  </a:lnTo>
                  <a:lnTo>
                    <a:pt x="168" y="61"/>
                  </a:lnTo>
                  <a:lnTo>
                    <a:pt x="166" y="59"/>
                  </a:lnTo>
                  <a:lnTo>
                    <a:pt x="164" y="56"/>
                  </a:lnTo>
                  <a:lnTo>
                    <a:pt x="163" y="52"/>
                  </a:lnTo>
                  <a:lnTo>
                    <a:pt x="163" y="47"/>
                  </a:lnTo>
                  <a:lnTo>
                    <a:pt x="163" y="44"/>
                  </a:lnTo>
                  <a:lnTo>
                    <a:pt x="164" y="40"/>
                  </a:lnTo>
                  <a:lnTo>
                    <a:pt x="166" y="37"/>
                  </a:lnTo>
                  <a:lnTo>
                    <a:pt x="168" y="35"/>
                  </a:lnTo>
                  <a:lnTo>
                    <a:pt x="172" y="31"/>
                  </a:lnTo>
                  <a:lnTo>
                    <a:pt x="175" y="30"/>
                  </a:lnTo>
                  <a:lnTo>
                    <a:pt x="178" y="29"/>
                  </a:lnTo>
                  <a:lnTo>
                    <a:pt x="182" y="28"/>
                  </a:lnTo>
                  <a:lnTo>
                    <a:pt x="354" y="28"/>
                  </a:lnTo>
                  <a:lnTo>
                    <a:pt x="358" y="29"/>
                  </a:lnTo>
                  <a:lnTo>
                    <a:pt x="361" y="30"/>
                  </a:lnTo>
                  <a:lnTo>
                    <a:pt x="365" y="31"/>
                  </a:lnTo>
                  <a:lnTo>
                    <a:pt x="368" y="35"/>
                  </a:lnTo>
                  <a:lnTo>
                    <a:pt x="370" y="37"/>
                  </a:lnTo>
                  <a:lnTo>
                    <a:pt x="372" y="40"/>
                  </a:lnTo>
                  <a:lnTo>
                    <a:pt x="373" y="44"/>
                  </a:lnTo>
                  <a:lnTo>
                    <a:pt x="373" y="47"/>
                  </a:lnTo>
                  <a:lnTo>
                    <a:pt x="373" y="52"/>
                  </a:lnTo>
                  <a:lnTo>
                    <a:pt x="372" y="56"/>
                  </a:lnTo>
                  <a:lnTo>
                    <a:pt x="370" y="59"/>
                  </a:lnTo>
                  <a:lnTo>
                    <a:pt x="368" y="61"/>
                  </a:lnTo>
                  <a:lnTo>
                    <a:pt x="365" y="65"/>
                  </a:lnTo>
                  <a:lnTo>
                    <a:pt x="361" y="66"/>
                  </a:lnTo>
                  <a:lnTo>
                    <a:pt x="358" y="67"/>
                  </a:lnTo>
                  <a:lnTo>
                    <a:pt x="354" y="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8" name="Freeform 367">
              <a:extLst>
                <a:ext uri="{FF2B5EF4-FFF2-40B4-BE49-F238E27FC236}">
                  <a16:creationId xmlns:a16="http://schemas.microsoft.com/office/drawing/2014/main" id="{2D17F75C-A159-466C-BB5E-453C0A7B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0176" y="5697538"/>
              <a:ext cx="15875" cy="14288"/>
            </a:xfrm>
            <a:custGeom>
              <a:avLst/>
              <a:gdLst>
                <a:gd name="T0" fmla="*/ 25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5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5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5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5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9" name="Freeform 368">
              <a:extLst>
                <a:ext uri="{FF2B5EF4-FFF2-40B4-BE49-F238E27FC236}">
                  <a16:creationId xmlns:a16="http://schemas.microsoft.com/office/drawing/2014/main" id="{50E140A8-CB49-4B2C-BF05-691D8E54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076" y="5461001"/>
              <a:ext cx="49213" cy="49213"/>
            </a:xfrm>
            <a:custGeom>
              <a:avLst/>
              <a:gdLst>
                <a:gd name="T0" fmla="*/ 80 w 94"/>
                <a:gd name="T1" fmla="*/ 33 h 95"/>
                <a:gd name="T2" fmla="*/ 60 w 94"/>
                <a:gd name="T3" fmla="*/ 33 h 95"/>
                <a:gd name="T4" fmla="*/ 60 w 94"/>
                <a:gd name="T5" fmla="*/ 14 h 95"/>
                <a:gd name="T6" fmla="*/ 59 w 94"/>
                <a:gd name="T7" fmla="*/ 9 h 95"/>
                <a:gd name="T8" fmla="*/ 57 w 94"/>
                <a:gd name="T9" fmla="*/ 4 h 95"/>
                <a:gd name="T10" fmla="*/ 53 w 94"/>
                <a:gd name="T11" fmla="*/ 1 h 95"/>
                <a:gd name="T12" fmla="*/ 47 w 94"/>
                <a:gd name="T13" fmla="*/ 0 h 95"/>
                <a:gd name="T14" fmla="*/ 41 w 94"/>
                <a:gd name="T15" fmla="*/ 1 h 95"/>
                <a:gd name="T16" fmla="*/ 37 w 94"/>
                <a:gd name="T17" fmla="*/ 4 h 95"/>
                <a:gd name="T18" fmla="*/ 34 w 94"/>
                <a:gd name="T19" fmla="*/ 9 h 95"/>
                <a:gd name="T20" fmla="*/ 33 w 94"/>
                <a:gd name="T21" fmla="*/ 14 h 95"/>
                <a:gd name="T22" fmla="*/ 33 w 94"/>
                <a:gd name="T23" fmla="*/ 33 h 95"/>
                <a:gd name="T24" fmla="*/ 13 w 94"/>
                <a:gd name="T25" fmla="*/ 33 h 95"/>
                <a:gd name="T26" fmla="*/ 8 w 94"/>
                <a:gd name="T27" fmla="*/ 34 h 95"/>
                <a:gd name="T28" fmla="*/ 3 w 94"/>
                <a:gd name="T29" fmla="*/ 38 h 95"/>
                <a:gd name="T30" fmla="*/ 1 w 94"/>
                <a:gd name="T31" fmla="*/ 42 h 95"/>
                <a:gd name="T32" fmla="*/ 0 w 94"/>
                <a:gd name="T33" fmla="*/ 47 h 95"/>
                <a:gd name="T34" fmla="*/ 1 w 94"/>
                <a:gd name="T35" fmla="*/ 53 h 95"/>
                <a:gd name="T36" fmla="*/ 3 w 94"/>
                <a:gd name="T37" fmla="*/ 57 h 95"/>
                <a:gd name="T38" fmla="*/ 8 w 94"/>
                <a:gd name="T39" fmla="*/ 60 h 95"/>
                <a:gd name="T40" fmla="*/ 13 w 94"/>
                <a:gd name="T41" fmla="*/ 61 h 95"/>
                <a:gd name="T42" fmla="*/ 33 w 94"/>
                <a:gd name="T43" fmla="*/ 61 h 95"/>
                <a:gd name="T44" fmla="*/ 33 w 94"/>
                <a:gd name="T45" fmla="*/ 81 h 95"/>
                <a:gd name="T46" fmla="*/ 34 w 94"/>
                <a:gd name="T47" fmla="*/ 86 h 95"/>
                <a:gd name="T48" fmla="*/ 37 w 94"/>
                <a:gd name="T49" fmla="*/ 91 h 95"/>
                <a:gd name="T50" fmla="*/ 41 w 94"/>
                <a:gd name="T51" fmla="*/ 93 h 95"/>
                <a:gd name="T52" fmla="*/ 47 w 94"/>
                <a:gd name="T53" fmla="*/ 95 h 95"/>
                <a:gd name="T54" fmla="*/ 53 w 94"/>
                <a:gd name="T55" fmla="*/ 93 h 95"/>
                <a:gd name="T56" fmla="*/ 57 w 94"/>
                <a:gd name="T57" fmla="*/ 91 h 95"/>
                <a:gd name="T58" fmla="*/ 59 w 94"/>
                <a:gd name="T59" fmla="*/ 86 h 95"/>
                <a:gd name="T60" fmla="*/ 60 w 94"/>
                <a:gd name="T61" fmla="*/ 81 h 95"/>
                <a:gd name="T62" fmla="*/ 60 w 94"/>
                <a:gd name="T63" fmla="*/ 61 h 95"/>
                <a:gd name="T64" fmla="*/ 80 w 94"/>
                <a:gd name="T65" fmla="*/ 61 h 95"/>
                <a:gd name="T66" fmla="*/ 86 w 94"/>
                <a:gd name="T67" fmla="*/ 60 h 95"/>
                <a:gd name="T68" fmla="*/ 90 w 94"/>
                <a:gd name="T69" fmla="*/ 57 h 95"/>
                <a:gd name="T70" fmla="*/ 93 w 94"/>
                <a:gd name="T71" fmla="*/ 53 h 95"/>
                <a:gd name="T72" fmla="*/ 94 w 94"/>
                <a:gd name="T73" fmla="*/ 47 h 95"/>
                <a:gd name="T74" fmla="*/ 93 w 94"/>
                <a:gd name="T75" fmla="*/ 42 h 95"/>
                <a:gd name="T76" fmla="*/ 90 w 94"/>
                <a:gd name="T77" fmla="*/ 38 h 95"/>
                <a:gd name="T78" fmla="*/ 86 w 94"/>
                <a:gd name="T79" fmla="*/ 34 h 95"/>
                <a:gd name="T80" fmla="*/ 80 w 94"/>
                <a:gd name="T81" fmla="*/ 3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95">
                  <a:moveTo>
                    <a:pt x="80" y="33"/>
                  </a:moveTo>
                  <a:lnTo>
                    <a:pt x="60" y="33"/>
                  </a:lnTo>
                  <a:lnTo>
                    <a:pt x="60" y="14"/>
                  </a:lnTo>
                  <a:lnTo>
                    <a:pt x="59" y="9"/>
                  </a:lnTo>
                  <a:lnTo>
                    <a:pt x="57" y="4"/>
                  </a:lnTo>
                  <a:lnTo>
                    <a:pt x="53" y="1"/>
                  </a:lnTo>
                  <a:lnTo>
                    <a:pt x="47" y="0"/>
                  </a:lnTo>
                  <a:lnTo>
                    <a:pt x="41" y="1"/>
                  </a:lnTo>
                  <a:lnTo>
                    <a:pt x="37" y="4"/>
                  </a:lnTo>
                  <a:lnTo>
                    <a:pt x="34" y="9"/>
                  </a:lnTo>
                  <a:lnTo>
                    <a:pt x="33" y="14"/>
                  </a:lnTo>
                  <a:lnTo>
                    <a:pt x="33" y="33"/>
                  </a:lnTo>
                  <a:lnTo>
                    <a:pt x="13" y="33"/>
                  </a:lnTo>
                  <a:lnTo>
                    <a:pt x="8" y="34"/>
                  </a:lnTo>
                  <a:lnTo>
                    <a:pt x="3" y="38"/>
                  </a:lnTo>
                  <a:lnTo>
                    <a:pt x="1" y="42"/>
                  </a:lnTo>
                  <a:lnTo>
                    <a:pt x="0" y="47"/>
                  </a:lnTo>
                  <a:lnTo>
                    <a:pt x="1" y="53"/>
                  </a:lnTo>
                  <a:lnTo>
                    <a:pt x="3" y="57"/>
                  </a:lnTo>
                  <a:lnTo>
                    <a:pt x="8" y="60"/>
                  </a:lnTo>
                  <a:lnTo>
                    <a:pt x="13" y="61"/>
                  </a:lnTo>
                  <a:lnTo>
                    <a:pt x="33" y="61"/>
                  </a:lnTo>
                  <a:lnTo>
                    <a:pt x="33" y="81"/>
                  </a:lnTo>
                  <a:lnTo>
                    <a:pt x="34" y="86"/>
                  </a:lnTo>
                  <a:lnTo>
                    <a:pt x="37" y="91"/>
                  </a:lnTo>
                  <a:lnTo>
                    <a:pt x="41" y="93"/>
                  </a:lnTo>
                  <a:lnTo>
                    <a:pt x="47" y="95"/>
                  </a:lnTo>
                  <a:lnTo>
                    <a:pt x="53" y="93"/>
                  </a:lnTo>
                  <a:lnTo>
                    <a:pt x="57" y="91"/>
                  </a:lnTo>
                  <a:lnTo>
                    <a:pt x="59" y="86"/>
                  </a:lnTo>
                  <a:lnTo>
                    <a:pt x="60" y="81"/>
                  </a:lnTo>
                  <a:lnTo>
                    <a:pt x="60" y="61"/>
                  </a:lnTo>
                  <a:lnTo>
                    <a:pt x="80" y="61"/>
                  </a:lnTo>
                  <a:lnTo>
                    <a:pt x="86" y="60"/>
                  </a:lnTo>
                  <a:lnTo>
                    <a:pt x="90" y="57"/>
                  </a:lnTo>
                  <a:lnTo>
                    <a:pt x="93" y="53"/>
                  </a:lnTo>
                  <a:lnTo>
                    <a:pt x="94" y="47"/>
                  </a:lnTo>
                  <a:lnTo>
                    <a:pt x="93" y="42"/>
                  </a:lnTo>
                  <a:lnTo>
                    <a:pt x="90" y="38"/>
                  </a:lnTo>
                  <a:lnTo>
                    <a:pt x="86" y="34"/>
                  </a:lnTo>
                  <a:lnTo>
                    <a:pt x="8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0" name="Freeform 369">
              <a:extLst>
                <a:ext uri="{FF2B5EF4-FFF2-40B4-BE49-F238E27FC236}">
                  <a16:creationId xmlns:a16="http://schemas.microsoft.com/office/drawing/2014/main" id="{F3AAC227-BB49-4F53-8C1D-33BD6FED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6" y="5584826"/>
              <a:ext cx="49213" cy="49213"/>
            </a:xfrm>
            <a:custGeom>
              <a:avLst/>
              <a:gdLst>
                <a:gd name="T0" fmla="*/ 80 w 94"/>
                <a:gd name="T1" fmla="*/ 33 h 95"/>
                <a:gd name="T2" fmla="*/ 61 w 94"/>
                <a:gd name="T3" fmla="*/ 33 h 95"/>
                <a:gd name="T4" fmla="*/ 61 w 94"/>
                <a:gd name="T5" fmla="*/ 14 h 95"/>
                <a:gd name="T6" fmla="*/ 60 w 94"/>
                <a:gd name="T7" fmla="*/ 9 h 95"/>
                <a:gd name="T8" fmla="*/ 57 w 94"/>
                <a:gd name="T9" fmla="*/ 3 h 95"/>
                <a:gd name="T10" fmla="*/ 53 w 94"/>
                <a:gd name="T11" fmla="*/ 1 h 95"/>
                <a:gd name="T12" fmla="*/ 47 w 94"/>
                <a:gd name="T13" fmla="*/ 0 h 95"/>
                <a:gd name="T14" fmla="*/ 42 w 94"/>
                <a:gd name="T15" fmla="*/ 1 h 95"/>
                <a:gd name="T16" fmla="*/ 38 w 94"/>
                <a:gd name="T17" fmla="*/ 3 h 95"/>
                <a:gd name="T18" fmla="*/ 34 w 94"/>
                <a:gd name="T19" fmla="*/ 9 h 95"/>
                <a:gd name="T20" fmla="*/ 33 w 94"/>
                <a:gd name="T21" fmla="*/ 14 h 95"/>
                <a:gd name="T22" fmla="*/ 33 w 94"/>
                <a:gd name="T23" fmla="*/ 33 h 95"/>
                <a:gd name="T24" fmla="*/ 14 w 94"/>
                <a:gd name="T25" fmla="*/ 33 h 95"/>
                <a:gd name="T26" fmla="*/ 9 w 94"/>
                <a:gd name="T27" fmla="*/ 34 h 95"/>
                <a:gd name="T28" fmla="*/ 4 w 94"/>
                <a:gd name="T29" fmla="*/ 38 h 95"/>
                <a:gd name="T30" fmla="*/ 1 w 94"/>
                <a:gd name="T31" fmla="*/ 42 h 95"/>
                <a:gd name="T32" fmla="*/ 0 w 94"/>
                <a:gd name="T33" fmla="*/ 47 h 95"/>
                <a:gd name="T34" fmla="*/ 1 w 94"/>
                <a:gd name="T35" fmla="*/ 53 h 95"/>
                <a:gd name="T36" fmla="*/ 4 w 94"/>
                <a:gd name="T37" fmla="*/ 57 h 95"/>
                <a:gd name="T38" fmla="*/ 9 w 94"/>
                <a:gd name="T39" fmla="*/ 60 h 95"/>
                <a:gd name="T40" fmla="*/ 14 w 94"/>
                <a:gd name="T41" fmla="*/ 61 h 95"/>
                <a:gd name="T42" fmla="*/ 33 w 94"/>
                <a:gd name="T43" fmla="*/ 61 h 95"/>
                <a:gd name="T44" fmla="*/ 33 w 94"/>
                <a:gd name="T45" fmla="*/ 81 h 95"/>
                <a:gd name="T46" fmla="*/ 34 w 94"/>
                <a:gd name="T47" fmla="*/ 86 h 95"/>
                <a:gd name="T48" fmla="*/ 38 w 94"/>
                <a:gd name="T49" fmla="*/ 90 h 95"/>
                <a:gd name="T50" fmla="*/ 42 w 94"/>
                <a:gd name="T51" fmla="*/ 94 h 95"/>
                <a:gd name="T52" fmla="*/ 47 w 94"/>
                <a:gd name="T53" fmla="*/ 95 h 95"/>
                <a:gd name="T54" fmla="*/ 53 w 94"/>
                <a:gd name="T55" fmla="*/ 94 h 95"/>
                <a:gd name="T56" fmla="*/ 57 w 94"/>
                <a:gd name="T57" fmla="*/ 90 h 95"/>
                <a:gd name="T58" fmla="*/ 60 w 94"/>
                <a:gd name="T59" fmla="*/ 86 h 95"/>
                <a:gd name="T60" fmla="*/ 61 w 94"/>
                <a:gd name="T61" fmla="*/ 81 h 95"/>
                <a:gd name="T62" fmla="*/ 61 w 94"/>
                <a:gd name="T63" fmla="*/ 61 h 95"/>
                <a:gd name="T64" fmla="*/ 80 w 94"/>
                <a:gd name="T65" fmla="*/ 61 h 95"/>
                <a:gd name="T66" fmla="*/ 86 w 94"/>
                <a:gd name="T67" fmla="*/ 60 h 95"/>
                <a:gd name="T68" fmla="*/ 90 w 94"/>
                <a:gd name="T69" fmla="*/ 57 h 95"/>
                <a:gd name="T70" fmla="*/ 93 w 94"/>
                <a:gd name="T71" fmla="*/ 53 h 95"/>
                <a:gd name="T72" fmla="*/ 94 w 94"/>
                <a:gd name="T73" fmla="*/ 47 h 95"/>
                <a:gd name="T74" fmla="*/ 93 w 94"/>
                <a:gd name="T75" fmla="*/ 42 h 95"/>
                <a:gd name="T76" fmla="*/ 90 w 94"/>
                <a:gd name="T77" fmla="*/ 38 h 95"/>
                <a:gd name="T78" fmla="*/ 86 w 94"/>
                <a:gd name="T79" fmla="*/ 34 h 95"/>
                <a:gd name="T80" fmla="*/ 80 w 94"/>
                <a:gd name="T81" fmla="*/ 3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95">
                  <a:moveTo>
                    <a:pt x="80" y="33"/>
                  </a:moveTo>
                  <a:lnTo>
                    <a:pt x="61" y="33"/>
                  </a:lnTo>
                  <a:lnTo>
                    <a:pt x="61" y="14"/>
                  </a:lnTo>
                  <a:lnTo>
                    <a:pt x="60" y="9"/>
                  </a:lnTo>
                  <a:lnTo>
                    <a:pt x="57" y="3"/>
                  </a:lnTo>
                  <a:lnTo>
                    <a:pt x="53" y="1"/>
                  </a:lnTo>
                  <a:lnTo>
                    <a:pt x="47" y="0"/>
                  </a:lnTo>
                  <a:lnTo>
                    <a:pt x="42" y="1"/>
                  </a:lnTo>
                  <a:lnTo>
                    <a:pt x="38" y="3"/>
                  </a:lnTo>
                  <a:lnTo>
                    <a:pt x="34" y="9"/>
                  </a:lnTo>
                  <a:lnTo>
                    <a:pt x="33" y="14"/>
                  </a:lnTo>
                  <a:lnTo>
                    <a:pt x="33" y="33"/>
                  </a:lnTo>
                  <a:lnTo>
                    <a:pt x="14" y="33"/>
                  </a:lnTo>
                  <a:lnTo>
                    <a:pt x="9" y="34"/>
                  </a:lnTo>
                  <a:lnTo>
                    <a:pt x="4" y="38"/>
                  </a:lnTo>
                  <a:lnTo>
                    <a:pt x="1" y="42"/>
                  </a:lnTo>
                  <a:lnTo>
                    <a:pt x="0" y="47"/>
                  </a:lnTo>
                  <a:lnTo>
                    <a:pt x="1" y="53"/>
                  </a:lnTo>
                  <a:lnTo>
                    <a:pt x="4" y="57"/>
                  </a:lnTo>
                  <a:lnTo>
                    <a:pt x="9" y="60"/>
                  </a:lnTo>
                  <a:lnTo>
                    <a:pt x="14" y="61"/>
                  </a:lnTo>
                  <a:lnTo>
                    <a:pt x="33" y="61"/>
                  </a:lnTo>
                  <a:lnTo>
                    <a:pt x="33" y="81"/>
                  </a:lnTo>
                  <a:lnTo>
                    <a:pt x="34" y="86"/>
                  </a:lnTo>
                  <a:lnTo>
                    <a:pt x="38" y="90"/>
                  </a:lnTo>
                  <a:lnTo>
                    <a:pt x="42" y="94"/>
                  </a:lnTo>
                  <a:lnTo>
                    <a:pt x="47" y="95"/>
                  </a:lnTo>
                  <a:lnTo>
                    <a:pt x="53" y="94"/>
                  </a:lnTo>
                  <a:lnTo>
                    <a:pt x="57" y="90"/>
                  </a:lnTo>
                  <a:lnTo>
                    <a:pt x="60" y="86"/>
                  </a:lnTo>
                  <a:lnTo>
                    <a:pt x="61" y="81"/>
                  </a:lnTo>
                  <a:lnTo>
                    <a:pt x="61" y="61"/>
                  </a:lnTo>
                  <a:lnTo>
                    <a:pt x="80" y="61"/>
                  </a:lnTo>
                  <a:lnTo>
                    <a:pt x="86" y="60"/>
                  </a:lnTo>
                  <a:lnTo>
                    <a:pt x="90" y="57"/>
                  </a:lnTo>
                  <a:lnTo>
                    <a:pt x="93" y="53"/>
                  </a:lnTo>
                  <a:lnTo>
                    <a:pt x="94" y="47"/>
                  </a:lnTo>
                  <a:lnTo>
                    <a:pt x="93" y="42"/>
                  </a:lnTo>
                  <a:lnTo>
                    <a:pt x="90" y="38"/>
                  </a:lnTo>
                  <a:lnTo>
                    <a:pt x="86" y="34"/>
                  </a:lnTo>
                  <a:lnTo>
                    <a:pt x="8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1" name="Freeform 370">
              <a:extLst>
                <a:ext uri="{FF2B5EF4-FFF2-40B4-BE49-F238E27FC236}">
                  <a16:creationId xmlns:a16="http://schemas.microsoft.com/office/drawing/2014/main" id="{9A2D13F6-91B3-444A-907E-33427933C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1276" y="5461001"/>
              <a:ext cx="50800" cy="49213"/>
            </a:xfrm>
            <a:custGeom>
              <a:avLst/>
              <a:gdLst>
                <a:gd name="T0" fmla="*/ 38 w 94"/>
                <a:gd name="T1" fmla="*/ 1 h 95"/>
                <a:gd name="T2" fmla="*/ 20 w 94"/>
                <a:gd name="T3" fmla="*/ 9 h 95"/>
                <a:gd name="T4" fmla="*/ 7 w 94"/>
                <a:gd name="T5" fmla="*/ 22 h 95"/>
                <a:gd name="T6" fmla="*/ 1 w 94"/>
                <a:gd name="T7" fmla="*/ 38 h 95"/>
                <a:gd name="T8" fmla="*/ 1 w 94"/>
                <a:gd name="T9" fmla="*/ 57 h 95"/>
                <a:gd name="T10" fmla="*/ 7 w 94"/>
                <a:gd name="T11" fmla="*/ 74 h 95"/>
                <a:gd name="T12" fmla="*/ 20 w 94"/>
                <a:gd name="T13" fmla="*/ 87 h 95"/>
                <a:gd name="T14" fmla="*/ 38 w 94"/>
                <a:gd name="T15" fmla="*/ 93 h 95"/>
                <a:gd name="T16" fmla="*/ 57 w 94"/>
                <a:gd name="T17" fmla="*/ 93 h 95"/>
                <a:gd name="T18" fmla="*/ 73 w 94"/>
                <a:gd name="T19" fmla="*/ 87 h 95"/>
                <a:gd name="T20" fmla="*/ 86 w 94"/>
                <a:gd name="T21" fmla="*/ 74 h 95"/>
                <a:gd name="T22" fmla="*/ 93 w 94"/>
                <a:gd name="T23" fmla="*/ 57 h 95"/>
                <a:gd name="T24" fmla="*/ 93 w 94"/>
                <a:gd name="T25" fmla="*/ 38 h 95"/>
                <a:gd name="T26" fmla="*/ 86 w 94"/>
                <a:gd name="T27" fmla="*/ 22 h 95"/>
                <a:gd name="T28" fmla="*/ 73 w 94"/>
                <a:gd name="T29" fmla="*/ 9 h 95"/>
                <a:gd name="T30" fmla="*/ 57 w 94"/>
                <a:gd name="T31" fmla="*/ 1 h 95"/>
                <a:gd name="T32" fmla="*/ 47 w 94"/>
                <a:gd name="T33" fmla="*/ 67 h 95"/>
                <a:gd name="T34" fmla="*/ 40 w 94"/>
                <a:gd name="T35" fmla="*/ 66 h 95"/>
                <a:gd name="T36" fmla="*/ 33 w 94"/>
                <a:gd name="T37" fmla="*/ 61 h 95"/>
                <a:gd name="T38" fmla="*/ 29 w 94"/>
                <a:gd name="T39" fmla="*/ 55 h 95"/>
                <a:gd name="T40" fmla="*/ 28 w 94"/>
                <a:gd name="T41" fmla="*/ 47 h 95"/>
                <a:gd name="T42" fmla="*/ 29 w 94"/>
                <a:gd name="T43" fmla="*/ 40 h 95"/>
                <a:gd name="T44" fmla="*/ 33 w 94"/>
                <a:gd name="T45" fmla="*/ 34 h 95"/>
                <a:gd name="T46" fmla="*/ 40 w 94"/>
                <a:gd name="T47" fmla="*/ 30 h 95"/>
                <a:gd name="T48" fmla="*/ 47 w 94"/>
                <a:gd name="T49" fmla="*/ 28 h 95"/>
                <a:gd name="T50" fmla="*/ 55 w 94"/>
                <a:gd name="T51" fmla="*/ 30 h 95"/>
                <a:gd name="T52" fmla="*/ 61 w 94"/>
                <a:gd name="T53" fmla="*/ 34 h 95"/>
                <a:gd name="T54" fmla="*/ 65 w 94"/>
                <a:gd name="T55" fmla="*/ 40 h 95"/>
                <a:gd name="T56" fmla="*/ 66 w 94"/>
                <a:gd name="T57" fmla="*/ 47 h 95"/>
                <a:gd name="T58" fmla="*/ 65 w 94"/>
                <a:gd name="T59" fmla="*/ 55 h 95"/>
                <a:gd name="T60" fmla="*/ 61 w 94"/>
                <a:gd name="T61" fmla="*/ 61 h 95"/>
                <a:gd name="T62" fmla="*/ 55 w 94"/>
                <a:gd name="T63" fmla="*/ 66 h 95"/>
                <a:gd name="T64" fmla="*/ 47 w 94"/>
                <a:gd name="T65" fmla="*/ 6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5">
                  <a:moveTo>
                    <a:pt x="47" y="0"/>
                  </a:moveTo>
                  <a:lnTo>
                    <a:pt x="38" y="1"/>
                  </a:lnTo>
                  <a:lnTo>
                    <a:pt x="29" y="4"/>
                  </a:lnTo>
                  <a:lnTo>
                    <a:pt x="20" y="9"/>
                  </a:lnTo>
                  <a:lnTo>
                    <a:pt x="14" y="14"/>
                  </a:lnTo>
                  <a:lnTo>
                    <a:pt x="7" y="22"/>
                  </a:lnTo>
                  <a:lnTo>
                    <a:pt x="3" y="29"/>
                  </a:lnTo>
                  <a:lnTo>
                    <a:pt x="1" y="38"/>
                  </a:lnTo>
                  <a:lnTo>
                    <a:pt x="0" y="47"/>
                  </a:lnTo>
                  <a:lnTo>
                    <a:pt x="1" y="57"/>
                  </a:lnTo>
                  <a:lnTo>
                    <a:pt x="3" y="66"/>
                  </a:lnTo>
                  <a:lnTo>
                    <a:pt x="7" y="74"/>
                  </a:lnTo>
                  <a:lnTo>
                    <a:pt x="14" y="81"/>
                  </a:lnTo>
                  <a:lnTo>
                    <a:pt x="20" y="87"/>
                  </a:lnTo>
                  <a:lnTo>
                    <a:pt x="29" y="91"/>
                  </a:lnTo>
                  <a:lnTo>
                    <a:pt x="38" y="93"/>
                  </a:lnTo>
                  <a:lnTo>
                    <a:pt x="47" y="95"/>
                  </a:lnTo>
                  <a:lnTo>
                    <a:pt x="57" y="93"/>
                  </a:lnTo>
                  <a:lnTo>
                    <a:pt x="65" y="91"/>
                  </a:lnTo>
                  <a:lnTo>
                    <a:pt x="73" y="87"/>
                  </a:lnTo>
                  <a:lnTo>
                    <a:pt x="80" y="81"/>
                  </a:lnTo>
                  <a:lnTo>
                    <a:pt x="86" y="74"/>
                  </a:lnTo>
                  <a:lnTo>
                    <a:pt x="90" y="66"/>
                  </a:lnTo>
                  <a:lnTo>
                    <a:pt x="93" y="57"/>
                  </a:lnTo>
                  <a:lnTo>
                    <a:pt x="94" y="47"/>
                  </a:lnTo>
                  <a:lnTo>
                    <a:pt x="93" y="38"/>
                  </a:lnTo>
                  <a:lnTo>
                    <a:pt x="90" y="29"/>
                  </a:lnTo>
                  <a:lnTo>
                    <a:pt x="86" y="22"/>
                  </a:lnTo>
                  <a:lnTo>
                    <a:pt x="80" y="14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7" y="1"/>
                  </a:lnTo>
                  <a:lnTo>
                    <a:pt x="47" y="0"/>
                  </a:lnTo>
                  <a:close/>
                  <a:moveTo>
                    <a:pt x="47" y="67"/>
                  </a:moveTo>
                  <a:lnTo>
                    <a:pt x="43" y="67"/>
                  </a:lnTo>
                  <a:lnTo>
                    <a:pt x="40" y="66"/>
                  </a:lnTo>
                  <a:lnTo>
                    <a:pt x="36" y="63"/>
                  </a:lnTo>
                  <a:lnTo>
                    <a:pt x="33" y="61"/>
                  </a:lnTo>
                  <a:lnTo>
                    <a:pt x="31" y="58"/>
                  </a:lnTo>
                  <a:lnTo>
                    <a:pt x="29" y="55"/>
                  </a:lnTo>
                  <a:lnTo>
                    <a:pt x="28" y="52"/>
                  </a:lnTo>
                  <a:lnTo>
                    <a:pt x="28" y="47"/>
                  </a:lnTo>
                  <a:lnTo>
                    <a:pt x="28" y="44"/>
                  </a:lnTo>
                  <a:lnTo>
                    <a:pt x="29" y="40"/>
                  </a:lnTo>
                  <a:lnTo>
                    <a:pt x="31" y="37"/>
                  </a:lnTo>
                  <a:lnTo>
                    <a:pt x="33" y="34"/>
                  </a:lnTo>
                  <a:lnTo>
                    <a:pt x="36" y="31"/>
                  </a:lnTo>
                  <a:lnTo>
                    <a:pt x="40" y="30"/>
                  </a:lnTo>
                  <a:lnTo>
                    <a:pt x="43" y="29"/>
                  </a:lnTo>
                  <a:lnTo>
                    <a:pt x="47" y="28"/>
                  </a:lnTo>
                  <a:lnTo>
                    <a:pt x="50" y="29"/>
                  </a:lnTo>
                  <a:lnTo>
                    <a:pt x="55" y="30"/>
                  </a:lnTo>
                  <a:lnTo>
                    <a:pt x="58" y="31"/>
                  </a:lnTo>
                  <a:lnTo>
                    <a:pt x="61" y="34"/>
                  </a:lnTo>
                  <a:lnTo>
                    <a:pt x="63" y="37"/>
                  </a:lnTo>
                  <a:lnTo>
                    <a:pt x="65" y="40"/>
                  </a:lnTo>
                  <a:lnTo>
                    <a:pt x="66" y="44"/>
                  </a:lnTo>
                  <a:lnTo>
                    <a:pt x="66" y="47"/>
                  </a:lnTo>
                  <a:lnTo>
                    <a:pt x="66" y="52"/>
                  </a:lnTo>
                  <a:lnTo>
                    <a:pt x="65" y="55"/>
                  </a:lnTo>
                  <a:lnTo>
                    <a:pt x="63" y="58"/>
                  </a:lnTo>
                  <a:lnTo>
                    <a:pt x="61" y="61"/>
                  </a:lnTo>
                  <a:lnTo>
                    <a:pt x="58" y="63"/>
                  </a:lnTo>
                  <a:lnTo>
                    <a:pt x="55" y="66"/>
                  </a:lnTo>
                  <a:lnTo>
                    <a:pt x="50" y="67"/>
                  </a:lnTo>
                  <a:lnTo>
                    <a:pt x="47" y="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2" name="Freeform 371">
              <a:extLst>
                <a:ext uri="{FF2B5EF4-FFF2-40B4-BE49-F238E27FC236}">
                  <a16:creationId xmlns:a16="http://schemas.microsoft.com/office/drawing/2014/main" id="{EB16EF79-D60D-4DE5-B310-538CA146B3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18301" y="5653088"/>
              <a:ext cx="49213" cy="50800"/>
            </a:xfrm>
            <a:custGeom>
              <a:avLst/>
              <a:gdLst>
                <a:gd name="T0" fmla="*/ 37 w 94"/>
                <a:gd name="T1" fmla="*/ 1 h 95"/>
                <a:gd name="T2" fmla="*/ 21 w 94"/>
                <a:gd name="T3" fmla="*/ 8 h 95"/>
                <a:gd name="T4" fmla="*/ 8 w 94"/>
                <a:gd name="T5" fmla="*/ 21 h 95"/>
                <a:gd name="T6" fmla="*/ 1 w 94"/>
                <a:gd name="T7" fmla="*/ 38 h 95"/>
                <a:gd name="T8" fmla="*/ 1 w 94"/>
                <a:gd name="T9" fmla="*/ 57 h 95"/>
                <a:gd name="T10" fmla="*/ 8 w 94"/>
                <a:gd name="T11" fmla="*/ 74 h 95"/>
                <a:gd name="T12" fmla="*/ 21 w 94"/>
                <a:gd name="T13" fmla="*/ 86 h 95"/>
                <a:gd name="T14" fmla="*/ 37 w 94"/>
                <a:gd name="T15" fmla="*/ 94 h 95"/>
                <a:gd name="T16" fmla="*/ 57 w 94"/>
                <a:gd name="T17" fmla="*/ 94 h 95"/>
                <a:gd name="T18" fmla="*/ 74 w 94"/>
                <a:gd name="T19" fmla="*/ 86 h 95"/>
                <a:gd name="T20" fmla="*/ 87 w 94"/>
                <a:gd name="T21" fmla="*/ 74 h 95"/>
                <a:gd name="T22" fmla="*/ 93 w 94"/>
                <a:gd name="T23" fmla="*/ 57 h 95"/>
                <a:gd name="T24" fmla="*/ 93 w 94"/>
                <a:gd name="T25" fmla="*/ 38 h 95"/>
                <a:gd name="T26" fmla="*/ 87 w 94"/>
                <a:gd name="T27" fmla="*/ 21 h 95"/>
                <a:gd name="T28" fmla="*/ 74 w 94"/>
                <a:gd name="T29" fmla="*/ 8 h 95"/>
                <a:gd name="T30" fmla="*/ 57 w 94"/>
                <a:gd name="T31" fmla="*/ 1 h 95"/>
                <a:gd name="T32" fmla="*/ 47 w 94"/>
                <a:gd name="T33" fmla="*/ 67 h 95"/>
                <a:gd name="T34" fmla="*/ 39 w 94"/>
                <a:gd name="T35" fmla="*/ 66 h 95"/>
                <a:gd name="T36" fmla="*/ 34 w 94"/>
                <a:gd name="T37" fmla="*/ 61 h 95"/>
                <a:gd name="T38" fmla="*/ 30 w 94"/>
                <a:gd name="T39" fmla="*/ 55 h 95"/>
                <a:gd name="T40" fmla="*/ 28 w 94"/>
                <a:gd name="T41" fmla="*/ 47 h 95"/>
                <a:gd name="T42" fmla="*/ 30 w 94"/>
                <a:gd name="T43" fmla="*/ 40 h 95"/>
                <a:gd name="T44" fmla="*/ 34 w 94"/>
                <a:gd name="T45" fmla="*/ 33 h 95"/>
                <a:gd name="T46" fmla="*/ 39 w 94"/>
                <a:gd name="T47" fmla="*/ 29 h 95"/>
                <a:gd name="T48" fmla="*/ 47 w 94"/>
                <a:gd name="T49" fmla="*/ 28 h 95"/>
                <a:gd name="T50" fmla="*/ 55 w 94"/>
                <a:gd name="T51" fmla="*/ 29 h 95"/>
                <a:gd name="T52" fmla="*/ 61 w 94"/>
                <a:gd name="T53" fmla="*/ 33 h 95"/>
                <a:gd name="T54" fmla="*/ 65 w 94"/>
                <a:gd name="T55" fmla="*/ 40 h 95"/>
                <a:gd name="T56" fmla="*/ 66 w 94"/>
                <a:gd name="T57" fmla="*/ 47 h 95"/>
                <a:gd name="T58" fmla="*/ 65 w 94"/>
                <a:gd name="T59" fmla="*/ 55 h 95"/>
                <a:gd name="T60" fmla="*/ 61 w 94"/>
                <a:gd name="T61" fmla="*/ 61 h 95"/>
                <a:gd name="T62" fmla="*/ 55 w 94"/>
                <a:gd name="T63" fmla="*/ 66 h 95"/>
                <a:gd name="T64" fmla="*/ 47 w 94"/>
                <a:gd name="T65" fmla="*/ 6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5">
                  <a:moveTo>
                    <a:pt x="47" y="0"/>
                  </a:moveTo>
                  <a:lnTo>
                    <a:pt x="37" y="1"/>
                  </a:lnTo>
                  <a:lnTo>
                    <a:pt x="29" y="3"/>
                  </a:lnTo>
                  <a:lnTo>
                    <a:pt x="21" y="8"/>
                  </a:lnTo>
                  <a:lnTo>
                    <a:pt x="14" y="14"/>
                  </a:lnTo>
                  <a:lnTo>
                    <a:pt x="8" y="21"/>
                  </a:lnTo>
                  <a:lnTo>
                    <a:pt x="4" y="29"/>
                  </a:lnTo>
                  <a:lnTo>
                    <a:pt x="1" y="38"/>
                  </a:lnTo>
                  <a:lnTo>
                    <a:pt x="0" y="47"/>
                  </a:lnTo>
                  <a:lnTo>
                    <a:pt x="1" y="57"/>
                  </a:lnTo>
                  <a:lnTo>
                    <a:pt x="4" y="66"/>
                  </a:lnTo>
                  <a:lnTo>
                    <a:pt x="8" y="74"/>
                  </a:lnTo>
                  <a:lnTo>
                    <a:pt x="14" y="81"/>
                  </a:lnTo>
                  <a:lnTo>
                    <a:pt x="21" y="86"/>
                  </a:lnTo>
                  <a:lnTo>
                    <a:pt x="29" y="90"/>
                  </a:lnTo>
                  <a:lnTo>
                    <a:pt x="37" y="94"/>
                  </a:lnTo>
                  <a:lnTo>
                    <a:pt x="47" y="95"/>
                  </a:lnTo>
                  <a:lnTo>
                    <a:pt x="57" y="94"/>
                  </a:lnTo>
                  <a:lnTo>
                    <a:pt x="65" y="90"/>
                  </a:lnTo>
                  <a:lnTo>
                    <a:pt x="74" y="86"/>
                  </a:lnTo>
                  <a:lnTo>
                    <a:pt x="80" y="81"/>
                  </a:lnTo>
                  <a:lnTo>
                    <a:pt x="87" y="74"/>
                  </a:lnTo>
                  <a:lnTo>
                    <a:pt x="91" y="66"/>
                  </a:lnTo>
                  <a:lnTo>
                    <a:pt x="93" y="57"/>
                  </a:lnTo>
                  <a:lnTo>
                    <a:pt x="94" y="47"/>
                  </a:lnTo>
                  <a:lnTo>
                    <a:pt x="93" y="38"/>
                  </a:lnTo>
                  <a:lnTo>
                    <a:pt x="91" y="29"/>
                  </a:lnTo>
                  <a:lnTo>
                    <a:pt x="87" y="21"/>
                  </a:lnTo>
                  <a:lnTo>
                    <a:pt x="80" y="14"/>
                  </a:lnTo>
                  <a:lnTo>
                    <a:pt x="74" y="8"/>
                  </a:lnTo>
                  <a:lnTo>
                    <a:pt x="65" y="3"/>
                  </a:lnTo>
                  <a:lnTo>
                    <a:pt x="57" y="1"/>
                  </a:lnTo>
                  <a:lnTo>
                    <a:pt x="47" y="0"/>
                  </a:lnTo>
                  <a:close/>
                  <a:moveTo>
                    <a:pt x="47" y="67"/>
                  </a:moveTo>
                  <a:lnTo>
                    <a:pt x="44" y="67"/>
                  </a:lnTo>
                  <a:lnTo>
                    <a:pt x="39" y="66"/>
                  </a:lnTo>
                  <a:lnTo>
                    <a:pt x="36" y="63"/>
                  </a:lnTo>
                  <a:lnTo>
                    <a:pt x="34" y="61"/>
                  </a:lnTo>
                  <a:lnTo>
                    <a:pt x="31" y="58"/>
                  </a:lnTo>
                  <a:lnTo>
                    <a:pt x="30" y="55"/>
                  </a:lnTo>
                  <a:lnTo>
                    <a:pt x="29" y="52"/>
                  </a:lnTo>
                  <a:lnTo>
                    <a:pt x="28" y="47"/>
                  </a:lnTo>
                  <a:lnTo>
                    <a:pt x="29" y="43"/>
                  </a:lnTo>
                  <a:lnTo>
                    <a:pt x="30" y="40"/>
                  </a:lnTo>
                  <a:lnTo>
                    <a:pt x="31" y="37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9" y="29"/>
                  </a:lnTo>
                  <a:lnTo>
                    <a:pt x="44" y="28"/>
                  </a:lnTo>
                  <a:lnTo>
                    <a:pt x="47" y="28"/>
                  </a:lnTo>
                  <a:lnTo>
                    <a:pt x="51" y="28"/>
                  </a:lnTo>
                  <a:lnTo>
                    <a:pt x="55" y="29"/>
                  </a:lnTo>
                  <a:lnTo>
                    <a:pt x="58" y="31"/>
                  </a:lnTo>
                  <a:lnTo>
                    <a:pt x="61" y="33"/>
                  </a:lnTo>
                  <a:lnTo>
                    <a:pt x="63" y="37"/>
                  </a:lnTo>
                  <a:lnTo>
                    <a:pt x="65" y="40"/>
                  </a:lnTo>
                  <a:lnTo>
                    <a:pt x="66" y="43"/>
                  </a:lnTo>
                  <a:lnTo>
                    <a:pt x="66" y="47"/>
                  </a:lnTo>
                  <a:lnTo>
                    <a:pt x="66" y="52"/>
                  </a:lnTo>
                  <a:lnTo>
                    <a:pt x="65" y="55"/>
                  </a:lnTo>
                  <a:lnTo>
                    <a:pt x="63" y="58"/>
                  </a:lnTo>
                  <a:lnTo>
                    <a:pt x="61" y="61"/>
                  </a:lnTo>
                  <a:lnTo>
                    <a:pt x="58" y="63"/>
                  </a:lnTo>
                  <a:lnTo>
                    <a:pt x="55" y="66"/>
                  </a:lnTo>
                  <a:lnTo>
                    <a:pt x="51" y="67"/>
                  </a:lnTo>
                  <a:lnTo>
                    <a:pt x="47" y="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3" name="Freeform 372">
              <a:extLst>
                <a:ext uri="{FF2B5EF4-FFF2-40B4-BE49-F238E27FC236}">
                  <a16:creationId xmlns:a16="http://schemas.microsoft.com/office/drawing/2014/main" id="{FD242299-067A-4264-ADBE-5A47BB775E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4" y="5727701"/>
              <a:ext cx="49213" cy="49213"/>
            </a:xfrm>
            <a:custGeom>
              <a:avLst/>
              <a:gdLst>
                <a:gd name="T0" fmla="*/ 38 w 95"/>
                <a:gd name="T1" fmla="*/ 1 h 94"/>
                <a:gd name="T2" fmla="*/ 21 w 95"/>
                <a:gd name="T3" fmla="*/ 7 h 94"/>
                <a:gd name="T4" fmla="*/ 8 w 95"/>
                <a:gd name="T5" fmla="*/ 20 h 94"/>
                <a:gd name="T6" fmla="*/ 0 w 95"/>
                <a:gd name="T7" fmla="*/ 37 h 94"/>
                <a:gd name="T8" fmla="*/ 0 w 95"/>
                <a:gd name="T9" fmla="*/ 56 h 94"/>
                <a:gd name="T10" fmla="*/ 8 w 95"/>
                <a:gd name="T11" fmla="*/ 73 h 94"/>
                <a:gd name="T12" fmla="*/ 21 w 95"/>
                <a:gd name="T13" fmla="*/ 85 h 94"/>
                <a:gd name="T14" fmla="*/ 38 w 95"/>
                <a:gd name="T15" fmla="*/ 93 h 94"/>
                <a:gd name="T16" fmla="*/ 56 w 95"/>
                <a:gd name="T17" fmla="*/ 93 h 94"/>
                <a:gd name="T18" fmla="*/ 73 w 95"/>
                <a:gd name="T19" fmla="*/ 85 h 94"/>
                <a:gd name="T20" fmla="*/ 86 w 95"/>
                <a:gd name="T21" fmla="*/ 73 h 94"/>
                <a:gd name="T22" fmla="*/ 93 w 95"/>
                <a:gd name="T23" fmla="*/ 56 h 94"/>
                <a:gd name="T24" fmla="*/ 93 w 95"/>
                <a:gd name="T25" fmla="*/ 37 h 94"/>
                <a:gd name="T26" fmla="*/ 86 w 95"/>
                <a:gd name="T27" fmla="*/ 20 h 94"/>
                <a:gd name="T28" fmla="*/ 73 w 95"/>
                <a:gd name="T29" fmla="*/ 7 h 94"/>
                <a:gd name="T30" fmla="*/ 56 w 95"/>
                <a:gd name="T31" fmla="*/ 1 h 94"/>
                <a:gd name="T32" fmla="*/ 47 w 95"/>
                <a:gd name="T33" fmla="*/ 66 h 94"/>
                <a:gd name="T34" fmla="*/ 39 w 95"/>
                <a:gd name="T35" fmla="*/ 65 h 94"/>
                <a:gd name="T36" fmla="*/ 33 w 95"/>
                <a:gd name="T37" fmla="*/ 61 h 94"/>
                <a:gd name="T38" fmla="*/ 29 w 95"/>
                <a:gd name="T39" fmla="*/ 54 h 94"/>
                <a:gd name="T40" fmla="*/ 27 w 95"/>
                <a:gd name="T41" fmla="*/ 47 h 94"/>
                <a:gd name="T42" fmla="*/ 29 w 95"/>
                <a:gd name="T43" fmla="*/ 39 h 94"/>
                <a:gd name="T44" fmla="*/ 33 w 95"/>
                <a:gd name="T45" fmla="*/ 33 h 94"/>
                <a:gd name="T46" fmla="*/ 39 w 95"/>
                <a:gd name="T47" fmla="*/ 29 h 94"/>
                <a:gd name="T48" fmla="*/ 47 w 95"/>
                <a:gd name="T49" fmla="*/ 28 h 94"/>
                <a:gd name="T50" fmla="*/ 55 w 95"/>
                <a:gd name="T51" fmla="*/ 29 h 94"/>
                <a:gd name="T52" fmla="*/ 60 w 95"/>
                <a:gd name="T53" fmla="*/ 33 h 94"/>
                <a:gd name="T54" fmla="*/ 65 w 95"/>
                <a:gd name="T55" fmla="*/ 39 h 94"/>
                <a:gd name="T56" fmla="*/ 67 w 95"/>
                <a:gd name="T57" fmla="*/ 47 h 94"/>
                <a:gd name="T58" fmla="*/ 65 w 95"/>
                <a:gd name="T59" fmla="*/ 54 h 94"/>
                <a:gd name="T60" fmla="*/ 60 w 95"/>
                <a:gd name="T61" fmla="*/ 61 h 94"/>
                <a:gd name="T62" fmla="*/ 55 w 95"/>
                <a:gd name="T63" fmla="*/ 65 h 94"/>
                <a:gd name="T64" fmla="*/ 47 w 95"/>
                <a:gd name="T65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" h="94">
                  <a:moveTo>
                    <a:pt x="47" y="0"/>
                  </a:moveTo>
                  <a:lnTo>
                    <a:pt x="38" y="1"/>
                  </a:lnTo>
                  <a:lnTo>
                    <a:pt x="28" y="3"/>
                  </a:lnTo>
                  <a:lnTo>
                    <a:pt x="21" y="7"/>
                  </a:lnTo>
                  <a:lnTo>
                    <a:pt x="13" y="14"/>
                  </a:lnTo>
                  <a:lnTo>
                    <a:pt x="8" y="20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7"/>
                  </a:lnTo>
                  <a:lnTo>
                    <a:pt x="0" y="56"/>
                  </a:lnTo>
                  <a:lnTo>
                    <a:pt x="3" y="65"/>
                  </a:lnTo>
                  <a:lnTo>
                    <a:pt x="8" y="73"/>
                  </a:lnTo>
                  <a:lnTo>
                    <a:pt x="13" y="80"/>
                  </a:lnTo>
                  <a:lnTo>
                    <a:pt x="21" y="85"/>
                  </a:lnTo>
                  <a:lnTo>
                    <a:pt x="28" y="90"/>
                  </a:lnTo>
                  <a:lnTo>
                    <a:pt x="38" y="93"/>
                  </a:lnTo>
                  <a:lnTo>
                    <a:pt x="47" y="94"/>
                  </a:lnTo>
                  <a:lnTo>
                    <a:pt x="56" y="93"/>
                  </a:lnTo>
                  <a:lnTo>
                    <a:pt x="66" y="90"/>
                  </a:lnTo>
                  <a:lnTo>
                    <a:pt x="73" y="85"/>
                  </a:lnTo>
                  <a:lnTo>
                    <a:pt x="81" y="80"/>
                  </a:lnTo>
                  <a:lnTo>
                    <a:pt x="86" y="73"/>
                  </a:lnTo>
                  <a:lnTo>
                    <a:pt x="90" y="65"/>
                  </a:lnTo>
                  <a:lnTo>
                    <a:pt x="93" y="56"/>
                  </a:lnTo>
                  <a:lnTo>
                    <a:pt x="95" y="47"/>
                  </a:lnTo>
                  <a:lnTo>
                    <a:pt x="93" y="37"/>
                  </a:lnTo>
                  <a:lnTo>
                    <a:pt x="90" y="29"/>
                  </a:lnTo>
                  <a:lnTo>
                    <a:pt x="86" y="20"/>
                  </a:lnTo>
                  <a:lnTo>
                    <a:pt x="81" y="14"/>
                  </a:lnTo>
                  <a:lnTo>
                    <a:pt x="73" y="7"/>
                  </a:lnTo>
                  <a:lnTo>
                    <a:pt x="66" y="3"/>
                  </a:lnTo>
                  <a:lnTo>
                    <a:pt x="56" y="1"/>
                  </a:lnTo>
                  <a:lnTo>
                    <a:pt x="47" y="0"/>
                  </a:lnTo>
                  <a:close/>
                  <a:moveTo>
                    <a:pt x="47" y="66"/>
                  </a:moveTo>
                  <a:lnTo>
                    <a:pt x="43" y="66"/>
                  </a:lnTo>
                  <a:lnTo>
                    <a:pt x="39" y="65"/>
                  </a:lnTo>
                  <a:lnTo>
                    <a:pt x="36" y="63"/>
                  </a:lnTo>
                  <a:lnTo>
                    <a:pt x="33" y="61"/>
                  </a:lnTo>
                  <a:lnTo>
                    <a:pt x="31" y="58"/>
                  </a:lnTo>
                  <a:lnTo>
                    <a:pt x="29" y="54"/>
                  </a:lnTo>
                  <a:lnTo>
                    <a:pt x="28" y="50"/>
                  </a:lnTo>
                  <a:lnTo>
                    <a:pt x="27" y="47"/>
                  </a:lnTo>
                  <a:lnTo>
                    <a:pt x="28" y="43"/>
                  </a:lnTo>
                  <a:lnTo>
                    <a:pt x="29" y="39"/>
                  </a:lnTo>
                  <a:lnTo>
                    <a:pt x="31" y="36"/>
                  </a:lnTo>
                  <a:lnTo>
                    <a:pt x="33" y="33"/>
                  </a:lnTo>
                  <a:lnTo>
                    <a:pt x="36" y="31"/>
                  </a:lnTo>
                  <a:lnTo>
                    <a:pt x="39" y="29"/>
                  </a:lnTo>
                  <a:lnTo>
                    <a:pt x="43" y="28"/>
                  </a:lnTo>
                  <a:lnTo>
                    <a:pt x="47" y="28"/>
                  </a:lnTo>
                  <a:lnTo>
                    <a:pt x="51" y="28"/>
                  </a:lnTo>
                  <a:lnTo>
                    <a:pt x="55" y="29"/>
                  </a:lnTo>
                  <a:lnTo>
                    <a:pt x="58" y="31"/>
                  </a:lnTo>
                  <a:lnTo>
                    <a:pt x="60" y="33"/>
                  </a:lnTo>
                  <a:lnTo>
                    <a:pt x="63" y="36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7" y="47"/>
                  </a:lnTo>
                  <a:lnTo>
                    <a:pt x="66" y="50"/>
                  </a:lnTo>
                  <a:lnTo>
                    <a:pt x="65" y="54"/>
                  </a:lnTo>
                  <a:lnTo>
                    <a:pt x="63" y="58"/>
                  </a:lnTo>
                  <a:lnTo>
                    <a:pt x="60" y="61"/>
                  </a:lnTo>
                  <a:lnTo>
                    <a:pt x="58" y="63"/>
                  </a:lnTo>
                  <a:lnTo>
                    <a:pt x="55" y="65"/>
                  </a:lnTo>
                  <a:lnTo>
                    <a:pt x="51" y="66"/>
                  </a:lnTo>
                  <a:lnTo>
                    <a:pt x="47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4" name="Freeform 373">
              <a:extLst>
                <a:ext uri="{FF2B5EF4-FFF2-40B4-BE49-F238E27FC236}">
                  <a16:creationId xmlns:a16="http://schemas.microsoft.com/office/drawing/2014/main" id="{90E0A222-D3D2-4C00-B117-40FD2417F7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6214" y="5689601"/>
              <a:ext cx="44450" cy="42863"/>
            </a:xfrm>
            <a:custGeom>
              <a:avLst/>
              <a:gdLst>
                <a:gd name="T0" fmla="*/ 41 w 83"/>
                <a:gd name="T1" fmla="*/ 0 h 83"/>
                <a:gd name="T2" fmla="*/ 33 w 83"/>
                <a:gd name="T3" fmla="*/ 1 h 83"/>
                <a:gd name="T4" fmla="*/ 25 w 83"/>
                <a:gd name="T5" fmla="*/ 3 h 83"/>
                <a:gd name="T6" fmla="*/ 18 w 83"/>
                <a:gd name="T7" fmla="*/ 7 h 83"/>
                <a:gd name="T8" fmla="*/ 12 w 83"/>
                <a:gd name="T9" fmla="*/ 11 h 83"/>
                <a:gd name="T10" fmla="*/ 7 w 83"/>
                <a:gd name="T11" fmla="*/ 18 h 83"/>
                <a:gd name="T12" fmla="*/ 3 w 83"/>
                <a:gd name="T13" fmla="*/ 25 h 83"/>
                <a:gd name="T14" fmla="*/ 0 w 83"/>
                <a:gd name="T15" fmla="*/ 33 h 83"/>
                <a:gd name="T16" fmla="*/ 0 w 83"/>
                <a:gd name="T17" fmla="*/ 42 h 83"/>
                <a:gd name="T18" fmla="*/ 0 w 83"/>
                <a:gd name="T19" fmla="*/ 50 h 83"/>
                <a:gd name="T20" fmla="*/ 3 w 83"/>
                <a:gd name="T21" fmla="*/ 58 h 83"/>
                <a:gd name="T22" fmla="*/ 7 w 83"/>
                <a:gd name="T23" fmla="*/ 65 h 83"/>
                <a:gd name="T24" fmla="*/ 12 w 83"/>
                <a:gd name="T25" fmla="*/ 71 h 83"/>
                <a:gd name="T26" fmla="*/ 18 w 83"/>
                <a:gd name="T27" fmla="*/ 76 h 83"/>
                <a:gd name="T28" fmla="*/ 25 w 83"/>
                <a:gd name="T29" fmla="*/ 80 h 83"/>
                <a:gd name="T30" fmla="*/ 33 w 83"/>
                <a:gd name="T31" fmla="*/ 82 h 83"/>
                <a:gd name="T32" fmla="*/ 41 w 83"/>
                <a:gd name="T33" fmla="*/ 83 h 83"/>
                <a:gd name="T34" fmla="*/ 50 w 83"/>
                <a:gd name="T35" fmla="*/ 82 h 83"/>
                <a:gd name="T36" fmla="*/ 58 w 83"/>
                <a:gd name="T37" fmla="*/ 80 h 83"/>
                <a:gd name="T38" fmla="*/ 65 w 83"/>
                <a:gd name="T39" fmla="*/ 76 h 83"/>
                <a:gd name="T40" fmla="*/ 71 w 83"/>
                <a:gd name="T41" fmla="*/ 71 h 83"/>
                <a:gd name="T42" fmla="*/ 76 w 83"/>
                <a:gd name="T43" fmla="*/ 65 h 83"/>
                <a:gd name="T44" fmla="*/ 80 w 83"/>
                <a:gd name="T45" fmla="*/ 58 h 83"/>
                <a:gd name="T46" fmla="*/ 82 w 83"/>
                <a:gd name="T47" fmla="*/ 50 h 83"/>
                <a:gd name="T48" fmla="*/ 83 w 83"/>
                <a:gd name="T49" fmla="*/ 42 h 83"/>
                <a:gd name="T50" fmla="*/ 82 w 83"/>
                <a:gd name="T51" fmla="*/ 33 h 83"/>
                <a:gd name="T52" fmla="*/ 80 w 83"/>
                <a:gd name="T53" fmla="*/ 25 h 83"/>
                <a:gd name="T54" fmla="*/ 76 w 83"/>
                <a:gd name="T55" fmla="*/ 18 h 83"/>
                <a:gd name="T56" fmla="*/ 71 w 83"/>
                <a:gd name="T57" fmla="*/ 11 h 83"/>
                <a:gd name="T58" fmla="*/ 65 w 83"/>
                <a:gd name="T59" fmla="*/ 7 h 83"/>
                <a:gd name="T60" fmla="*/ 58 w 83"/>
                <a:gd name="T61" fmla="*/ 3 h 83"/>
                <a:gd name="T62" fmla="*/ 50 w 83"/>
                <a:gd name="T63" fmla="*/ 1 h 83"/>
                <a:gd name="T64" fmla="*/ 41 w 83"/>
                <a:gd name="T65" fmla="*/ 0 h 83"/>
                <a:gd name="T66" fmla="*/ 41 w 83"/>
                <a:gd name="T67" fmla="*/ 55 h 83"/>
                <a:gd name="T68" fmla="*/ 36 w 83"/>
                <a:gd name="T69" fmla="*/ 54 h 83"/>
                <a:gd name="T70" fmla="*/ 31 w 83"/>
                <a:gd name="T71" fmla="*/ 51 h 83"/>
                <a:gd name="T72" fmla="*/ 29 w 83"/>
                <a:gd name="T73" fmla="*/ 47 h 83"/>
                <a:gd name="T74" fmla="*/ 28 w 83"/>
                <a:gd name="T75" fmla="*/ 42 h 83"/>
                <a:gd name="T76" fmla="*/ 29 w 83"/>
                <a:gd name="T77" fmla="*/ 36 h 83"/>
                <a:gd name="T78" fmla="*/ 31 w 83"/>
                <a:gd name="T79" fmla="*/ 32 h 83"/>
                <a:gd name="T80" fmla="*/ 36 w 83"/>
                <a:gd name="T81" fmla="*/ 29 h 83"/>
                <a:gd name="T82" fmla="*/ 41 w 83"/>
                <a:gd name="T83" fmla="*/ 28 h 83"/>
                <a:gd name="T84" fmla="*/ 46 w 83"/>
                <a:gd name="T85" fmla="*/ 29 h 83"/>
                <a:gd name="T86" fmla="*/ 52 w 83"/>
                <a:gd name="T87" fmla="*/ 32 h 83"/>
                <a:gd name="T88" fmla="*/ 54 w 83"/>
                <a:gd name="T89" fmla="*/ 36 h 83"/>
                <a:gd name="T90" fmla="*/ 55 w 83"/>
                <a:gd name="T91" fmla="*/ 42 h 83"/>
                <a:gd name="T92" fmla="*/ 54 w 83"/>
                <a:gd name="T93" fmla="*/ 47 h 83"/>
                <a:gd name="T94" fmla="*/ 52 w 83"/>
                <a:gd name="T95" fmla="*/ 51 h 83"/>
                <a:gd name="T96" fmla="*/ 46 w 83"/>
                <a:gd name="T97" fmla="*/ 54 h 83"/>
                <a:gd name="T98" fmla="*/ 41 w 83"/>
                <a:gd name="T99" fmla="*/ 5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83">
                  <a:moveTo>
                    <a:pt x="41" y="0"/>
                  </a:moveTo>
                  <a:lnTo>
                    <a:pt x="33" y="1"/>
                  </a:lnTo>
                  <a:lnTo>
                    <a:pt x="25" y="3"/>
                  </a:lnTo>
                  <a:lnTo>
                    <a:pt x="18" y="7"/>
                  </a:lnTo>
                  <a:lnTo>
                    <a:pt x="12" y="11"/>
                  </a:lnTo>
                  <a:lnTo>
                    <a:pt x="7" y="18"/>
                  </a:lnTo>
                  <a:lnTo>
                    <a:pt x="3" y="25"/>
                  </a:lnTo>
                  <a:lnTo>
                    <a:pt x="0" y="33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3" y="58"/>
                  </a:lnTo>
                  <a:lnTo>
                    <a:pt x="7" y="65"/>
                  </a:lnTo>
                  <a:lnTo>
                    <a:pt x="12" y="71"/>
                  </a:lnTo>
                  <a:lnTo>
                    <a:pt x="18" y="76"/>
                  </a:lnTo>
                  <a:lnTo>
                    <a:pt x="25" y="80"/>
                  </a:lnTo>
                  <a:lnTo>
                    <a:pt x="33" y="82"/>
                  </a:lnTo>
                  <a:lnTo>
                    <a:pt x="41" y="83"/>
                  </a:lnTo>
                  <a:lnTo>
                    <a:pt x="50" y="82"/>
                  </a:lnTo>
                  <a:lnTo>
                    <a:pt x="58" y="80"/>
                  </a:lnTo>
                  <a:lnTo>
                    <a:pt x="65" y="76"/>
                  </a:lnTo>
                  <a:lnTo>
                    <a:pt x="71" y="71"/>
                  </a:lnTo>
                  <a:lnTo>
                    <a:pt x="76" y="65"/>
                  </a:lnTo>
                  <a:lnTo>
                    <a:pt x="80" y="58"/>
                  </a:lnTo>
                  <a:lnTo>
                    <a:pt x="82" y="50"/>
                  </a:lnTo>
                  <a:lnTo>
                    <a:pt x="83" y="42"/>
                  </a:lnTo>
                  <a:lnTo>
                    <a:pt x="82" y="33"/>
                  </a:lnTo>
                  <a:lnTo>
                    <a:pt x="80" y="25"/>
                  </a:lnTo>
                  <a:lnTo>
                    <a:pt x="76" y="18"/>
                  </a:lnTo>
                  <a:lnTo>
                    <a:pt x="71" y="11"/>
                  </a:lnTo>
                  <a:lnTo>
                    <a:pt x="65" y="7"/>
                  </a:lnTo>
                  <a:lnTo>
                    <a:pt x="58" y="3"/>
                  </a:lnTo>
                  <a:lnTo>
                    <a:pt x="50" y="1"/>
                  </a:lnTo>
                  <a:lnTo>
                    <a:pt x="41" y="0"/>
                  </a:lnTo>
                  <a:close/>
                  <a:moveTo>
                    <a:pt x="41" y="55"/>
                  </a:moveTo>
                  <a:lnTo>
                    <a:pt x="36" y="54"/>
                  </a:lnTo>
                  <a:lnTo>
                    <a:pt x="31" y="51"/>
                  </a:lnTo>
                  <a:lnTo>
                    <a:pt x="29" y="47"/>
                  </a:lnTo>
                  <a:lnTo>
                    <a:pt x="28" y="42"/>
                  </a:lnTo>
                  <a:lnTo>
                    <a:pt x="29" y="36"/>
                  </a:lnTo>
                  <a:lnTo>
                    <a:pt x="31" y="32"/>
                  </a:lnTo>
                  <a:lnTo>
                    <a:pt x="36" y="29"/>
                  </a:lnTo>
                  <a:lnTo>
                    <a:pt x="41" y="28"/>
                  </a:lnTo>
                  <a:lnTo>
                    <a:pt x="46" y="29"/>
                  </a:lnTo>
                  <a:lnTo>
                    <a:pt x="52" y="32"/>
                  </a:lnTo>
                  <a:lnTo>
                    <a:pt x="54" y="36"/>
                  </a:lnTo>
                  <a:lnTo>
                    <a:pt x="55" y="42"/>
                  </a:lnTo>
                  <a:lnTo>
                    <a:pt x="54" y="47"/>
                  </a:lnTo>
                  <a:lnTo>
                    <a:pt x="52" y="51"/>
                  </a:lnTo>
                  <a:lnTo>
                    <a:pt x="46" y="54"/>
                  </a:lnTo>
                  <a:lnTo>
                    <a:pt x="41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5" name="Freeform 374">
              <a:extLst>
                <a:ext uri="{FF2B5EF4-FFF2-40B4-BE49-F238E27FC236}">
                  <a16:creationId xmlns:a16="http://schemas.microsoft.com/office/drawing/2014/main" id="{B7FDB857-28EB-4B5B-B24F-4D0E8F30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2401" y="5753101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6" name="Freeform 375">
              <a:extLst>
                <a:ext uri="{FF2B5EF4-FFF2-40B4-BE49-F238E27FC236}">
                  <a16:creationId xmlns:a16="http://schemas.microsoft.com/office/drawing/2014/main" id="{CD4D5F13-D180-4006-9B8B-D553C393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6064" y="5653088"/>
              <a:ext cx="14288" cy="15875"/>
            </a:xfrm>
            <a:custGeom>
              <a:avLst/>
              <a:gdLst>
                <a:gd name="T0" fmla="*/ 24 w 27"/>
                <a:gd name="T1" fmla="*/ 4 h 28"/>
                <a:gd name="T2" fmla="*/ 18 w 27"/>
                <a:gd name="T3" fmla="*/ 1 h 28"/>
                <a:gd name="T4" fmla="*/ 13 w 27"/>
                <a:gd name="T5" fmla="*/ 0 h 28"/>
                <a:gd name="T6" fmla="*/ 9 w 27"/>
                <a:gd name="T7" fmla="*/ 1 h 28"/>
                <a:gd name="T8" fmla="*/ 3 w 27"/>
                <a:gd name="T9" fmla="*/ 4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19 h 28"/>
                <a:gd name="T16" fmla="*/ 3 w 27"/>
                <a:gd name="T17" fmla="*/ 24 h 28"/>
                <a:gd name="T18" fmla="*/ 9 w 27"/>
                <a:gd name="T19" fmla="*/ 27 h 28"/>
                <a:gd name="T20" fmla="*/ 13 w 27"/>
                <a:gd name="T21" fmla="*/ 28 h 28"/>
                <a:gd name="T22" fmla="*/ 18 w 27"/>
                <a:gd name="T23" fmla="*/ 27 h 28"/>
                <a:gd name="T24" fmla="*/ 24 w 27"/>
                <a:gd name="T25" fmla="*/ 24 h 28"/>
                <a:gd name="T26" fmla="*/ 26 w 27"/>
                <a:gd name="T27" fmla="*/ 19 h 28"/>
                <a:gd name="T28" fmla="*/ 27 w 27"/>
                <a:gd name="T29" fmla="*/ 14 h 28"/>
                <a:gd name="T30" fmla="*/ 26 w 27"/>
                <a:gd name="T31" fmla="*/ 9 h 28"/>
                <a:gd name="T32" fmla="*/ 24 w 27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4" y="4"/>
                  </a:moveTo>
                  <a:lnTo>
                    <a:pt x="18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9" y="27"/>
                  </a:lnTo>
                  <a:lnTo>
                    <a:pt x="13" y="28"/>
                  </a:lnTo>
                  <a:lnTo>
                    <a:pt x="18" y="27"/>
                  </a:lnTo>
                  <a:lnTo>
                    <a:pt x="24" y="24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7" name="Freeform 376">
              <a:extLst>
                <a:ext uri="{FF2B5EF4-FFF2-40B4-BE49-F238E27FC236}">
                  <a16:creationId xmlns:a16="http://schemas.microsoft.com/office/drawing/2014/main" id="{EAB09DF4-9BC9-4165-99E1-653AB443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139" y="5578476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2 h 28"/>
                <a:gd name="T4" fmla="*/ 14 w 28"/>
                <a:gd name="T5" fmla="*/ 0 h 28"/>
                <a:gd name="T6" fmla="*/ 8 w 28"/>
                <a:gd name="T7" fmla="*/ 2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4 h 28"/>
                <a:gd name="T26" fmla="*/ 26 w 28"/>
                <a:gd name="T27" fmla="*/ 20 h 28"/>
                <a:gd name="T28" fmla="*/ 28 w 28"/>
                <a:gd name="T29" fmla="*/ 14 h 28"/>
                <a:gd name="T30" fmla="*/ 26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2"/>
                  </a:lnTo>
                  <a:lnTo>
                    <a:pt x="14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28" y="14"/>
                  </a:lnTo>
                  <a:lnTo>
                    <a:pt x="26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8" name="Freeform 377">
              <a:extLst>
                <a:ext uri="{FF2B5EF4-FFF2-40B4-BE49-F238E27FC236}">
                  <a16:creationId xmlns:a16="http://schemas.microsoft.com/office/drawing/2014/main" id="{AF32CAC2-0D6F-4B50-B74A-13BA330B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6" y="5522913"/>
              <a:ext cx="15875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9" name="Freeform 378">
              <a:extLst>
                <a:ext uri="{FF2B5EF4-FFF2-40B4-BE49-F238E27FC236}">
                  <a16:creationId xmlns:a16="http://schemas.microsoft.com/office/drawing/2014/main" id="{FBDE982D-472D-4F7C-89A3-A24B110D5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1789" y="5567363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0" name="Freeform 379">
              <a:extLst>
                <a:ext uri="{FF2B5EF4-FFF2-40B4-BE49-F238E27FC236}">
                  <a16:creationId xmlns:a16="http://schemas.microsoft.com/office/drawing/2014/main" id="{465ADDFE-B3D6-48FE-8880-1D23149E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9" y="553085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51" name="Freeform 380">
            <a:extLst>
              <a:ext uri="{FF2B5EF4-FFF2-40B4-BE49-F238E27FC236}">
                <a16:creationId xmlns:a16="http://schemas.microsoft.com/office/drawing/2014/main" id="{9F5A5B68-D02E-40E2-8800-40A5CA6D87D1}"/>
              </a:ext>
            </a:extLst>
          </p:cNvPr>
          <p:cNvSpPr>
            <a:spLocks/>
          </p:cNvSpPr>
          <p:nvPr/>
        </p:nvSpPr>
        <p:spPr bwMode="auto">
          <a:xfrm>
            <a:off x="6651626" y="4722813"/>
            <a:ext cx="14288" cy="41275"/>
          </a:xfrm>
          <a:custGeom>
            <a:avLst/>
            <a:gdLst>
              <a:gd name="T0" fmla="*/ 14 w 28"/>
              <a:gd name="T1" fmla="*/ 0 h 78"/>
              <a:gd name="T2" fmla="*/ 9 w 28"/>
              <a:gd name="T3" fmla="*/ 2 h 78"/>
              <a:gd name="T4" fmla="*/ 5 w 28"/>
              <a:gd name="T5" fmla="*/ 4 h 78"/>
              <a:gd name="T6" fmla="*/ 1 w 28"/>
              <a:gd name="T7" fmla="*/ 8 h 78"/>
              <a:gd name="T8" fmla="*/ 0 w 28"/>
              <a:gd name="T9" fmla="*/ 13 h 78"/>
              <a:gd name="T10" fmla="*/ 0 w 28"/>
              <a:gd name="T11" fmla="*/ 64 h 78"/>
              <a:gd name="T12" fmla="*/ 1 w 28"/>
              <a:gd name="T13" fmla="*/ 69 h 78"/>
              <a:gd name="T14" fmla="*/ 5 w 28"/>
              <a:gd name="T15" fmla="*/ 74 h 78"/>
              <a:gd name="T16" fmla="*/ 9 w 28"/>
              <a:gd name="T17" fmla="*/ 77 h 78"/>
              <a:gd name="T18" fmla="*/ 14 w 28"/>
              <a:gd name="T19" fmla="*/ 78 h 78"/>
              <a:gd name="T20" fmla="*/ 20 w 28"/>
              <a:gd name="T21" fmla="*/ 77 h 78"/>
              <a:gd name="T22" fmla="*/ 24 w 28"/>
              <a:gd name="T23" fmla="*/ 74 h 78"/>
              <a:gd name="T24" fmla="*/ 27 w 28"/>
              <a:gd name="T25" fmla="*/ 69 h 78"/>
              <a:gd name="T26" fmla="*/ 28 w 28"/>
              <a:gd name="T27" fmla="*/ 64 h 78"/>
              <a:gd name="T28" fmla="*/ 28 w 28"/>
              <a:gd name="T29" fmla="*/ 13 h 78"/>
              <a:gd name="T30" fmla="*/ 27 w 28"/>
              <a:gd name="T31" fmla="*/ 8 h 78"/>
              <a:gd name="T32" fmla="*/ 24 w 28"/>
              <a:gd name="T33" fmla="*/ 4 h 78"/>
              <a:gd name="T34" fmla="*/ 20 w 28"/>
              <a:gd name="T35" fmla="*/ 2 h 78"/>
              <a:gd name="T36" fmla="*/ 14 w 28"/>
              <a:gd name="T37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78">
                <a:moveTo>
                  <a:pt x="14" y="0"/>
                </a:moveTo>
                <a:lnTo>
                  <a:pt x="9" y="2"/>
                </a:lnTo>
                <a:lnTo>
                  <a:pt x="5" y="4"/>
                </a:lnTo>
                <a:lnTo>
                  <a:pt x="1" y="8"/>
                </a:lnTo>
                <a:lnTo>
                  <a:pt x="0" y="13"/>
                </a:lnTo>
                <a:lnTo>
                  <a:pt x="0" y="64"/>
                </a:lnTo>
                <a:lnTo>
                  <a:pt x="1" y="69"/>
                </a:lnTo>
                <a:lnTo>
                  <a:pt x="5" y="74"/>
                </a:lnTo>
                <a:lnTo>
                  <a:pt x="9" y="77"/>
                </a:lnTo>
                <a:lnTo>
                  <a:pt x="14" y="78"/>
                </a:lnTo>
                <a:lnTo>
                  <a:pt x="20" y="77"/>
                </a:lnTo>
                <a:lnTo>
                  <a:pt x="24" y="74"/>
                </a:lnTo>
                <a:lnTo>
                  <a:pt x="27" y="69"/>
                </a:lnTo>
                <a:lnTo>
                  <a:pt x="28" y="64"/>
                </a:lnTo>
                <a:lnTo>
                  <a:pt x="28" y="13"/>
                </a:lnTo>
                <a:lnTo>
                  <a:pt x="27" y="8"/>
                </a:lnTo>
                <a:lnTo>
                  <a:pt x="24" y="4"/>
                </a:lnTo>
                <a:lnTo>
                  <a:pt x="20" y="2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2" name="Freeform 381">
            <a:extLst>
              <a:ext uri="{FF2B5EF4-FFF2-40B4-BE49-F238E27FC236}">
                <a16:creationId xmlns:a16="http://schemas.microsoft.com/office/drawing/2014/main" id="{C9C7274B-48EF-4E55-B39C-2BCFDB4AC193}"/>
              </a:ext>
            </a:extLst>
          </p:cNvPr>
          <p:cNvSpPr>
            <a:spLocks/>
          </p:cNvSpPr>
          <p:nvPr/>
        </p:nvSpPr>
        <p:spPr bwMode="auto">
          <a:xfrm>
            <a:off x="6710364" y="4743451"/>
            <a:ext cx="42863" cy="44450"/>
          </a:xfrm>
          <a:custGeom>
            <a:avLst/>
            <a:gdLst>
              <a:gd name="T0" fmla="*/ 80 w 83"/>
              <a:gd name="T1" fmla="*/ 3 h 85"/>
              <a:gd name="T2" fmla="*/ 75 w 83"/>
              <a:gd name="T3" fmla="*/ 1 h 85"/>
              <a:gd name="T4" fmla="*/ 70 w 83"/>
              <a:gd name="T5" fmla="*/ 0 h 85"/>
              <a:gd name="T6" fmla="*/ 65 w 83"/>
              <a:gd name="T7" fmla="*/ 1 h 85"/>
              <a:gd name="T8" fmla="*/ 60 w 83"/>
              <a:gd name="T9" fmla="*/ 3 h 85"/>
              <a:gd name="T10" fmla="*/ 3 w 83"/>
              <a:gd name="T11" fmla="*/ 60 h 85"/>
              <a:gd name="T12" fmla="*/ 0 w 83"/>
              <a:gd name="T13" fmla="*/ 66 h 85"/>
              <a:gd name="T14" fmla="*/ 0 w 83"/>
              <a:gd name="T15" fmla="*/ 71 h 85"/>
              <a:gd name="T16" fmla="*/ 0 w 83"/>
              <a:gd name="T17" fmla="*/ 75 h 85"/>
              <a:gd name="T18" fmla="*/ 3 w 83"/>
              <a:gd name="T19" fmla="*/ 81 h 85"/>
              <a:gd name="T20" fmla="*/ 8 w 83"/>
              <a:gd name="T21" fmla="*/ 84 h 85"/>
              <a:gd name="T22" fmla="*/ 13 w 83"/>
              <a:gd name="T23" fmla="*/ 85 h 85"/>
              <a:gd name="T24" fmla="*/ 18 w 83"/>
              <a:gd name="T25" fmla="*/ 84 h 85"/>
              <a:gd name="T26" fmla="*/ 23 w 83"/>
              <a:gd name="T27" fmla="*/ 81 h 85"/>
              <a:gd name="T28" fmla="*/ 80 w 83"/>
              <a:gd name="T29" fmla="*/ 24 h 85"/>
              <a:gd name="T30" fmla="*/ 82 w 83"/>
              <a:gd name="T31" fmla="*/ 19 h 85"/>
              <a:gd name="T32" fmla="*/ 83 w 83"/>
              <a:gd name="T33" fmla="*/ 14 h 85"/>
              <a:gd name="T34" fmla="*/ 82 w 83"/>
              <a:gd name="T35" fmla="*/ 9 h 85"/>
              <a:gd name="T36" fmla="*/ 80 w 83"/>
              <a:gd name="T37" fmla="*/ 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3" h="85">
                <a:moveTo>
                  <a:pt x="80" y="3"/>
                </a:moveTo>
                <a:lnTo>
                  <a:pt x="75" y="1"/>
                </a:lnTo>
                <a:lnTo>
                  <a:pt x="70" y="0"/>
                </a:lnTo>
                <a:lnTo>
                  <a:pt x="65" y="1"/>
                </a:lnTo>
                <a:lnTo>
                  <a:pt x="60" y="3"/>
                </a:lnTo>
                <a:lnTo>
                  <a:pt x="3" y="60"/>
                </a:lnTo>
                <a:lnTo>
                  <a:pt x="0" y="66"/>
                </a:lnTo>
                <a:lnTo>
                  <a:pt x="0" y="71"/>
                </a:lnTo>
                <a:lnTo>
                  <a:pt x="0" y="75"/>
                </a:lnTo>
                <a:lnTo>
                  <a:pt x="3" y="81"/>
                </a:lnTo>
                <a:lnTo>
                  <a:pt x="8" y="84"/>
                </a:lnTo>
                <a:lnTo>
                  <a:pt x="13" y="85"/>
                </a:lnTo>
                <a:lnTo>
                  <a:pt x="18" y="84"/>
                </a:lnTo>
                <a:lnTo>
                  <a:pt x="23" y="81"/>
                </a:lnTo>
                <a:lnTo>
                  <a:pt x="80" y="24"/>
                </a:lnTo>
                <a:lnTo>
                  <a:pt x="82" y="19"/>
                </a:lnTo>
                <a:lnTo>
                  <a:pt x="83" y="14"/>
                </a:lnTo>
                <a:lnTo>
                  <a:pt x="82" y="9"/>
                </a:lnTo>
                <a:lnTo>
                  <a:pt x="80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3" name="Freeform 382">
            <a:extLst>
              <a:ext uri="{FF2B5EF4-FFF2-40B4-BE49-F238E27FC236}">
                <a16:creationId xmlns:a16="http://schemas.microsoft.com/office/drawing/2014/main" id="{081A9584-D68A-4F6E-AC21-16DC3E744F2B}"/>
              </a:ext>
            </a:extLst>
          </p:cNvPr>
          <p:cNvSpPr>
            <a:spLocks/>
          </p:cNvSpPr>
          <p:nvPr/>
        </p:nvSpPr>
        <p:spPr bwMode="auto">
          <a:xfrm>
            <a:off x="6461126" y="4949826"/>
            <a:ext cx="69850" cy="69850"/>
          </a:xfrm>
          <a:custGeom>
            <a:avLst/>
            <a:gdLst>
              <a:gd name="T0" fmla="*/ 127 w 131"/>
              <a:gd name="T1" fmla="*/ 3 h 130"/>
              <a:gd name="T2" fmla="*/ 122 w 131"/>
              <a:gd name="T3" fmla="*/ 1 h 130"/>
              <a:gd name="T4" fmla="*/ 117 w 131"/>
              <a:gd name="T5" fmla="*/ 0 h 130"/>
              <a:gd name="T6" fmla="*/ 112 w 131"/>
              <a:gd name="T7" fmla="*/ 1 h 130"/>
              <a:gd name="T8" fmla="*/ 107 w 131"/>
              <a:gd name="T9" fmla="*/ 3 h 130"/>
              <a:gd name="T10" fmla="*/ 4 w 131"/>
              <a:gd name="T11" fmla="*/ 106 h 130"/>
              <a:gd name="T12" fmla="*/ 1 w 131"/>
              <a:gd name="T13" fmla="*/ 112 h 130"/>
              <a:gd name="T14" fmla="*/ 0 w 131"/>
              <a:gd name="T15" fmla="*/ 116 h 130"/>
              <a:gd name="T16" fmla="*/ 1 w 131"/>
              <a:gd name="T17" fmla="*/ 121 h 130"/>
              <a:gd name="T18" fmla="*/ 4 w 131"/>
              <a:gd name="T19" fmla="*/ 127 h 130"/>
              <a:gd name="T20" fmla="*/ 9 w 131"/>
              <a:gd name="T21" fmla="*/ 129 h 130"/>
              <a:gd name="T22" fmla="*/ 14 w 131"/>
              <a:gd name="T23" fmla="*/ 130 h 130"/>
              <a:gd name="T24" fmla="*/ 19 w 131"/>
              <a:gd name="T25" fmla="*/ 129 h 130"/>
              <a:gd name="T26" fmla="*/ 24 w 131"/>
              <a:gd name="T27" fmla="*/ 127 h 130"/>
              <a:gd name="T28" fmla="*/ 127 w 131"/>
              <a:gd name="T29" fmla="*/ 24 h 130"/>
              <a:gd name="T30" fmla="*/ 130 w 131"/>
              <a:gd name="T31" fmla="*/ 18 h 130"/>
              <a:gd name="T32" fmla="*/ 131 w 131"/>
              <a:gd name="T33" fmla="*/ 14 h 130"/>
              <a:gd name="T34" fmla="*/ 130 w 131"/>
              <a:gd name="T35" fmla="*/ 9 h 130"/>
              <a:gd name="T36" fmla="*/ 127 w 131"/>
              <a:gd name="T37" fmla="*/ 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1" h="130">
                <a:moveTo>
                  <a:pt x="127" y="3"/>
                </a:moveTo>
                <a:lnTo>
                  <a:pt x="122" y="1"/>
                </a:lnTo>
                <a:lnTo>
                  <a:pt x="117" y="0"/>
                </a:lnTo>
                <a:lnTo>
                  <a:pt x="112" y="1"/>
                </a:lnTo>
                <a:lnTo>
                  <a:pt x="107" y="3"/>
                </a:lnTo>
                <a:lnTo>
                  <a:pt x="4" y="106"/>
                </a:lnTo>
                <a:lnTo>
                  <a:pt x="1" y="112"/>
                </a:lnTo>
                <a:lnTo>
                  <a:pt x="0" y="116"/>
                </a:lnTo>
                <a:lnTo>
                  <a:pt x="1" y="121"/>
                </a:lnTo>
                <a:lnTo>
                  <a:pt x="4" y="127"/>
                </a:lnTo>
                <a:lnTo>
                  <a:pt x="9" y="129"/>
                </a:lnTo>
                <a:lnTo>
                  <a:pt x="14" y="130"/>
                </a:lnTo>
                <a:lnTo>
                  <a:pt x="19" y="129"/>
                </a:lnTo>
                <a:lnTo>
                  <a:pt x="24" y="127"/>
                </a:lnTo>
                <a:lnTo>
                  <a:pt x="127" y="24"/>
                </a:lnTo>
                <a:lnTo>
                  <a:pt x="130" y="18"/>
                </a:lnTo>
                <a:lnTo>
                  <a:pt x="131" y="14"/>
                </a:lnTo>
                <a:lnTo>
                  <a:pt x="130" y="9"/>
                </a:lnTo>
                <a:lnTo>
                  <a:pt x="127" y="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4" name="Freeform 383">
            <a:extLst>
              <a:ext uri="{FF2B5EF4-FFF2-40B4-BE49-F238E27FC236}">
                <a16:creationId xmlns:a16="http://schemas.microsoft.com/office/drawing/2014/main" id="{A5827BEB-57BC-47FB-8651-78BE2B81F39C}"/>
              </a:ext>
            </a:extLst>
          </p:cNvPr>
          <p:cNvSpPr>
            <a:spLocks/>
          </p:cNvSpPr>
          <p:nvPr/>
        </p:nvSpPr>
        <p:spPr bwMode="auto">
          <a:xfrm>
            <a:off x="6588126" y="4953001"/>
            <a:ext cx="50800" cy="50800"/>
          </a:xfrm>
          <a:custGeom>
            <a:avLst/>
            <a:gdLst>
              <a:gd name="T0" fmla="*/ 90 w 95"/>
              <a:gd name="T1" fmla="*/ 5 h 94"/>
              <a:gd name="T2" fmla="*/ 86 w 95"/>
              <a:gd name="T3" fmla="*/ 2 h 94"/>
              <a:gd name="T4" fmla="*/ 81 w 95"/>
              <a:gd name="T5" fmla="*/ 0 h 94"/>
              <a:gd name="T6" fmla="*/ 75 w 95"/>
              <a:gd name="T7" fmla="*/ 2 h 94"/>
              <a:gd name="T8" fmla="*/ 71 w 95"/>
              <a:gd name="T9" fmla="*/ 5 h 94"/>
              <a:gd name="T10" fmla="*/ 5 w 95"/>
              <a:gd name="T11" fmla="*/ 70 h 94"/>
              <a:gd name="T12" fmla="*/ 1 w 95"/>
              <a:gd name="T13" fmla="*/ 76 h 94"/>
              <a:gd name="T14" fmla="*/ 0 w 95"/>
              <a:gd name="T15" fmla="*/ 80 h 94"/>
              <a:gd name="T16" fmla="*/ 1 w 95"/>
              <a:gd name="T17" fmla="*/ 85 h 94"/>
              <a:gd name="T18" fmla="*/ 5 w 95"/>
              <a:gd name="T19" fmla="*/ 91 h 94"/>
              <a:gd name="T20" fmla="*/ 10 w 95"/>
              <a:gd name="T21" fmla="*/ 93 h 94"/>
              <a:gd name="T22" fmla="*/ 14 w 95"/>
              <a:gd name="T23" fmla="*/ 94 h 94"/>
              <a:gd name="T24" fmla="*/ 20 w 95"/>
              <a:gd name="T25" fmla="*/ 93 h 94"/>
              <a:gd name="T26" fmla="*/ 25 w 95"/>
              <a:gd name="T27" fmla="*/ 91 h 94"/>
              <a:gd name="T28" fmla="*/ 90 w 95"/>
              <a:gd name="T29" fmla="*/ 24 h 94"/>
              <a:gd name="T30" fmla="*/ 94 w 95"/>
              <a:gd name="T31" fmla="*/ 20 h 94"/>
              <a:gd name="T32" fmla="*/ 95 w 95"/>
              <a:gd name="T33" fmla="*/ 14 h 94"/>
              <a:gd name="T34" fmla="*/ 94 w 95"/>
              <a:gd name="T35" fmla="*/ 9 h 94"/>
              <a:gd name="T36" fmla="*/ 90 w 95"/>
              <a:gd name="T37" fmla="*/ 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5" h="94">
                <a:moveTo>
                  <a:pt x="90" y="5"/>
                </a:moveTo>
                <a:lnTo>
                  <a:pt x="86" y="2"/>
                </a:lnTo>
                <a:lnTo>
                  <a:pt x="81" y="0"/>
                </a:lnTo>
                <a:lnTo>
                  <a:pt x="75" y="2"/>
                </a:lnTo>
                <a:lnTo>
                  <a:pt x="71" y="5"/>
                </a:lnTo>
                <a:lnTo>
                  <a:pt x="5" y="70"/>
                </a:lnTo>
                <a:lnTo>
                  <a:pt x="1" y="76"/>
                </a:lnTo>
                <a:lnTo>
                  <a:pt x="0" y="80"/>
                </a:lnTo>
                <a:lnTo>
                  <a:pt x="1" y="85"/>
                </a:lnTo>
                <a:lnTo>
                  <a:pt x="5" y="91"/>
                </a:lnTo>
                <a:lnTo>
                  <a:pt x="10" y="93"/>
                </a:lnTo>
                <a:lnTo>
                  <a:pt x="14" y="94"/>
                </a:lnTo>
                <a:lnTo>
                  <a:pt x="20" y="93"/>
                </a:lnTo>
                <a:lnTo>
                  <a:pt x="25" y="91"/>
                </a:lnTo>
                <a:lnTo>
                  <a:pt x="90" y="24"/>
                </a:lnTo>
                <a:lnTo>
                  <a:pt x="94" y="20"/>
                </a:lnTo>
                <a:lnTo>
                  <a:pt x="95" y="14"/>
                </a:lnTo>
                <a:lnTo>
                  <a:pt x="94" y="9"/>
                </a:lnTo>
                <a:lnTo>
                  <a:pt x="90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5" name="Freeform 384">
            <a:extLst>
              <a:ext uri="{FF2B5EF4-FFF2-40B4-BE49-F238E27FC236}">
                <a16:creationId xmlns:a16="http://schemas.microsoft.com/office/drawing/2014/main" id="{0A1E8B04-1997-44D0-8B1C-44F8D06BAD63}"/>
              </a:ext>
            </a:extLst>
          </p:cNvPr>
          <p:cNvSpPr>
            <a:spLocks/>
          </p:cNvSpPr>
          <p:nvPr/>
        </p:nvSpPr>
        <p:spPr bwMode="auto">
          <a:xfrm>
            <a:off x="6550026" y="5016501"/>
            <a:ext cx="25400" cy="26988"/>
          </a:xfrm>
          <a:custGeom>
            <a:avLst/>
            <a:gdLst>
              <a:gd name="T0" fmla="*/ 45 w 50"/>
              <a:gd name="T1" fmla="*/ 4 h 49"/>
              <a:gd name="T2" fmla="*/ 40 w 50"/>
              <a:gd name="T3" fmla="*/ 1 h 49"/>
              <a:gd name="T4" fmla="*/ 36 w 50"/>
              <a:gd name="T5" fmla="*/ 0 h 49"/>
              <a:gd name="T6" fmla="*/ 30 w 50"/>
              <a:gd name="T7" fmla="*/ 1 h 49"/>
              <a:gd name="T8" fmla="*/ 25 w 50"/>
              <a:gd name="T9" fmla="*/ 4 h 49"/>
              <a:gd name="T10" fmla="*/ 5 w 50"/>
              <a:gd name="T11" fmla="*/ 25 h 49"/>
              <a:gd name="T12" fmla="*/ 1 w 50"/>
              <a:gd name="T13" fmla="*/ 30 h 49"/>
              <a:gd name="T14" fmla="*/ 0 w 50"/>
              <a:gd name="T15" fmla="*/ 35 h 49"/>
              <a:gd name="T16" fmla="*/ 1 w 50"/>
              <a:gd name="T17" fmla="*/ 40 h 49"/>
              <a:gd name="T18" fmla="*/ 5 w 50"/>
              <a:gd name="T19" fmla="*/ 45 h 49"/>
              <a:gd name="T20" fmla="*/ 9 w 50"/>
              <a:gd name="T21" fmla="*/ 48 h 49"/>
              <a:gd name="T22" fmla="*/ 14 w 50"/>
              <a:gd name="T23" fmla="*/ 49 h 49"/>
              <a:gd name="T24" fmla="*/ 20 w 50"/>
              <a:gd name="T25" fmla="*/ 48 h 49"/>
              <a:gd name="T26" fmla="*/ 24 w 50"/>
              <a:gd name="T27" fmla="*/ 45 h 49"/>
              <a:gd name="T28" fmla="*/ 45 w 50"/>
              <a:gd name="T29" fmla="*/ 23 h 49"/>
              <a:gd name="T30" fmla="*/ 49 w 50"/>
              <a:gd name="T31" fmla="*/ 19 h 49"/>
              <a:gd name="T32" fmla="*/ 50 w 50"/>
              <a:gd name="T33" fmla="*/ 14 h 49"/>
              <a:gd name="T34" fmla="*/ 49 w 50"/>
              <a:gd name="T35" fmla="*/ 8 h 49"/>
              <a:gd name="T36" fmla="*/ 45 w 50"/>
              <a:gd name="T37" fmla="*/ 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49">
                <a:moveTo>
                  <a:pt x="45" y="4"/>
                </a:moveTo>
                <a:lnTo>
                  <a:pt x="40" y="1"/>
                </a:lnTo>
                <a:lnTo>
                  <a:pt x="36" y="0"/>
                </a:lnTo>
                <a:lnTo>
                  <a:pt x="30" y="1"/>
                </a:lnTo>
                <a:lnTo>
                  <a:pt x="25" y="4"/>
                </a:lnTo>
                <a:lnTo>
                  <a:pt x="5" y="25"/>
                </a:lnTo>
                <a:lnTo>
                  <a:pt x="1" y="30"/>
                </a:lnTo>
                <a:lnTo>
                  <a:pt x="0" y="35"/>
                </a:lnTo>
                <a:lnTo>
                  <a:pt x="1" y="40"/>
                </a:lnTo>
                <a:lnTo>
                  <a:pt x="5" y="45"/>
                </a:lnTo>
                <a:lnTo>
                  <a:pt x="9" y="48"/>
                </a:lnTo>
                <a:lnTo>
                  <a:pt x="14" y="49"/>
                </a:lnTo>
                <a:lnTo>
                  <a:pt x="20" y="48"/>
                </a:lnTo>
                <a:lnTo>
                  <a:pt x="24" y="45"/>
                </a:lnTo>
                <a:lnTo>
                  <a:pt x="45" y="23"/>
                </a:lnTo>
                <a:lnTo>
                  <a:pt x="49" y="19"/>
                </a:lnTo>
                <a:lnTo>
                  <a:pt x="50" y="14"/>
                </a:lnTo>
                <a:lnTo>
                  <a:pt x="49" y="8"/>
                </a:lnTo>
                <a:lnTo>
                  <a:pt x="45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6" name="Freeform 385">
            <a:extLst>
              <a:ext uri="{FF2B5EF4-FFF2-40B4-BE49-F238E27FC236}">
                <a16:creationId xmlns:a16="http://schemas.microsoft.com/office/drawing/2014/main" id="{829FB539-20CF-432C-BEDE-E719C3C3AC5C}"/>
              </a:ext>
            </a:extLst>
          </p:cNvPr>
          <p:cNvSpPr>
            <a:spLocks/>
          </p:cNvSpPr>
          <p:nvPr/>
        </p:nvSpPr>
        <p:spPr bwMode="auto">
          <a:xfrm>
            <a:off x="6521451" y="4949826"/>
            <a:ext cx="63500" cy="63500"/>
          </a:xfrm>
          <a:custGeom>
            <a:avLst/>
            <a:gdLst>
              <a:gd name="T0" fmla="*/ 114 w 118"/>
              <a:gd name="T1" fmla="*/ 4 h 119"/>
              <a:gd name="T2" fmla="*/ 109 w 118"/>
              <a:gd name="T3" fmla="*/ 1 h 119"/>
              <a:gd name="T4" fmla="*/ 104 w 118"/>
              <a:gd name="T5" fmla="*/ 0 h 119"/>
              <a:gd name="T6" fmla="*/ 99 w 118"/>
              <a:gd name="T7" fmla="*/ 1 h 119"/>
              <a:gd name="T8" fmla="*/ 94 w 118"/>
              <a:gd name="T9" fmla="*/ 4 h 119"/>
              <a:gd name="T10" fmla="*/ 3 w 118"/>
              <a:gd name="T11" fmla="*/ 96 h 119"/>
              <a:gd name="T12" fmla="*/ 1 w 118"/>
              <a:gd name="T13" fmla="*/ 100 h 119"/>
              <a:gd name="T14" fmla="*/ 0 w 118"/>
              <a:gd name="T15" fmla="*/ 105 h 119"/>
              <a:gd name="T16" fmla="*/ 1 w 118"/>
              <a:gd name="T17" fmla="*/ 111 h 119"/>
              <a:gd name="T18" fmla="*/ 3 w 118"/>
              <a:gd name="T19" fmla="*/ 115 h 119"/>
              <a:gd name="T20" fmla="*/ 8 w 118"/>
              <a:gd name="T21" fmla="*/ 118 h 119"/>
              <a:gd name="T22" fmla="*/ 14 w 118"/>
              <a:gd name="T23" fmla="*/ 119 h 119"/>
              <a:gd name="T24" fmla="*/ 18 w 118"/>
              <a:gd name="T25" fmla="*/ 118 h 119"/>
              <a:gd name="T26" fmla="*/ 23 w 118"/>
              <a:gd name="T27" fmla="*/ 115 h 119"/>
              <a:gd name="T28" fmla="*/ 114 w 118"/>
              <a:gd name="T29" fmla="*/ 25 h 119"/>
              <a:gd name="T30" fmla="*/ 117 w 118"/>
              <a:gd name="T31" fmla="*/ 19 h 119"/>
              <a:gd name="T32" fmla="*/ 118 w 118"/>
              <a:gd name="T33" fmla="*/ 14 h 119"/>
              <a:gd name="T34" fmla="*/ 117 w 118"/>
              <a:gd name="T35" fmla="*/ 9 h 119"/>
              <a:gd name="T36" fmla="*/ 114 w 118"/>
              <a:gd name="T37" fmla="*/ 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8" h="119">
                <a:moveTo>
                  <a:pt x="114" y="4"/>
                </a:moveTo>
                <a:lnTo>
                  <a:pt x="109" y="1"/>
                </a:lnTo>
                <a:lnTo>
                  <a:pt x="104" y="0"/>
                </a:lnTo>
                <a:lnTo>
                  <a:pt x="99" y="1"/>
                </a:lnTo>
                <a:lnTo>
                  <a:pt x="94" y="4"/>
                </a:lnTo>
                <a:lnTo>
                  <a:pt x="3" y="96"/>
                </a:lnTo>
                <a:lnTo>
                  <a:pt x="1" y="100"/>
                </a:lnTo>
                <a:lnTo>
                  <a:pt x="0" y="105"/>
                </a:lnTo>
                <a:lnTo>
                  <a:pt x="1" y="111"/>
                </a:lnTo>
                <a:lnTo>
                  <a:pt x="3" y="115"/>
                </a:lnTo>
                <a:lnTo>
                  <a:pt x="8" y="118"/>
                </a:lnTo>
                <a:lnTo>
                  <a:pt x="14" y="119"/>
                </a:lnTo>
                <a:lnTo>
                  <a:pt x="18" y="118"/>
                </a:lnTo>
                <a:lnTo>
                  <a:pt x="23" y="115"/>
                </a:lnTo>
                <a:lnTo>
                  <a:pt x="114" y="25"/>
                </a:lnTo>
                <a:lnTo>
                  <a:pt x="117" y="19"/>
                </a:lnTo>
                <a:lnTo>
                  <a:pt x="118" y="14"/>
                </a:lnTo>
                <a:lnTo>
                  <a:pt x="117" y="9"/>
                </a:lnTo>
                <a:lnTo>
                  <a:pt x="11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7" name="Freeform 386">
            <a:extLst>
              <a:ext uri="{FF2B5EF4-FFF2-40B4-BE49-F238E27FC236}">
                <a16:creationId xmlns:a16="http://schemas.microsoft.com/office/drawing/2014/main" id="{BB7BC797-70A9-4B79-BBCA-869D58E9101B}"/>
              </a:ext>
            </a:extLst>
          </p:cNvPr>
          <p:cNvSpPr>
            <a:spLocks/>
          </p:cNvSpPr>
          <p:nvPr/>
        </p:nvSpPr>
        <p:spPr bwMode="auto">
          <a:xfrm>
            <a:off x="6469064" y="5026026"/>
            <a:ext cx="39688" cy="39688"/>
          </a:xfrm>
          <a:custGeom>
            <a:avLst/>
            <a:gdLst>
              <a:gd name="T0" fmla="*/ 70 w 74"/>
              <a:gd name="T1" fmla="*/ 4 h 74"/>
              <a:gd name="T2" fmla="*/ 65 w 74"/>
              <a:gd name="T3" fmla="*/ 1 h 74"/>
              <a:gd name="T4" fmla="*/ 60 w 74"/>
              <a:gd name="T5" fmla="*/ 0 h 74"/>
              <a:gd name="T6" fmla="*/ 55 w 74"/>
              <a:gd name="T7" fmla="*/ 1 h 74"/>
              <a:gd name="T8" fmla="*/ 50 w 74"/>
              <a:gd name="T9" fmla="*/ 4 h 74"/>
              <a:gd name="T10" fmla="*/ 4 w 74"/>
              <a:gd name="T11" fmla="*/ 50 h 74"/>
              <a:gd name="T12" fmla="*/ 1 w 74"/>
              <a:gd name="T13" fmla="*/ 55 h 74"/>
              <a:gd name="T14" fmla="*/ 0 w 74"/>
              <a:gd name="T15" fmla="*/ 60 h 74"/>
              <a:gd name="T16" fmla="*/ 1 w 74"/>
              <a:gd name="T17" fmla="*/ 65 h 74"/>
              <a:gd name="T18" fmla="*/ 4 w 74"/>
              <a:gd name="T19" fmla="*/ 70 h 74"/>
              <a:gd name="T20" fmla="*/ 9 w 74"/>
              <a:gd name="T21" fmla="*/ 73 h 74"/>
              <a:gd name="T22" fmla="*/ 14 w 74"/>
              <a:gd name="T23" fmla="*/ 74 h 74"/>
              <a:gd name="T24" fmla="*/ 19 w 74"/>
              <a:gd name="T25" fmla="*/ 73 h 74"/>
              <a:gd name="T26" fmla="*/ 24 w 74"/>
              <a:gd name="T27" fmla="*/ 70 h 74"/>
              <a:gd name="T28" fmla="*/ 70 w 74"/>
              <a:gd name="T29" fmla="*/ 24 h 74"/>
              <a:gd name="T30" fmla="*/ 73 w 74"/>
              <a:gd name="T31" fmla="*/ 19 h 74"/>
              <a:gd name="T32" fmla="*/ 74 w 74"/>
              <a:gd name="T33" fmla="*/ 14 h 74"/>
              <a:gd name="T34" fmla="*/ 73 w 74"/>
              <a:gd name="T35" fmla="*/ 8 h 74"/>
              <a:gd name="T36" fmla="*/ 70 w 74"/>
              <a:gd name="T37" fmla="*/ 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4" h="74">
                <a:moveTo>
                  <a:pt x="70" y="4"/>
                </a:moveTo>
                <a:lnTo>
                  <a:pt x="65" y="1"/>
                </a:lnTo>
                <a:lnTo>
                  <a:pt x="60" y="0"/>
                </a:lnTo>
                <a:lnTo>
                  <a:pt x="55" y="1"/>
                </a:lnTo>
                <a:lnTo>
                  <a:pt x="50" y="4"/>
                </a:lnTo>
                <a:lnTo>
                  <a:pt x="4" y="50"/>
                </a:lnTo>
                <a:lnTo>
                  <a:pt x="1" y="55"/>
                </a:lnTo>
                <a:lnTo>
                  <a:pt x="0" y="60"/>
                </a:lnTo>
                <a:lnTo>
                  <a:pt x="1" y="65"/>
                </a:lnTo>
                <a:lnTo>
                  <a:pt x="4" y="70"/>
                </a:lnTo>
                <a:lnTo>
                  <a:pt x="9" y="73"/>
                </a:lnTo>
                <a:lnTo>
                  <a:pt x="14" y="74"/>
                </a:lnTo>
                <a:lnTo>
                  <a:pt x="19" y="73"/>
                </a:lnTo>
                <a:lnTo>
                  <a:pt x="24" y="70"/>
                </a:lnTo>
                <a:lnTo>
                  <a:pt x="70" y="24"/>
                </a:lnTo>
                <a:lnTo>
                  <a:pt x="73" y="19"/>
                </a:lnTo>
                <a:lnTo>
                  <a:pt x="74" y="14"/>
                </a:lnTo>
                <a:lnTo>
                  <a:pt x="73" y="8"/>
                </a:lnTo>
                <a:lnTo>
                  <a:pt x="70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8" name="Freeform 387">
            <a:extLst>
              <a:ext uri="{FF2B5EF4-FFF2-40B4-BE49-F238E27FC236}">
                <a16:creationId xmlns:a16="http://schemas.microsoft.com/office/drawing/2014/main" id="{CBCC354C-85D5-49A7-B238-C8F65ABD2E1D}"/>
              </a:ext>
            </a:extLst>
          </p:cNvPr>
          <p:cNvSpPr>
            <a:spLocks/>
          </p:cNvSpPr>
          <p:nvPr/>
        </p:nvSpPr>
        <p:spPr bwMode="auto">
          <a:xfrm>
            <a:off x="6734176" y="4830763"/>
            <a:ext cx="33338" cy="14288"/>
          </a:xfrm>
          <a:custGeom>
            <a:avLst/>
            <a:gdLst>
              <a:gd name="T0" fmla="*/ 50 w 64"/>
              <a:gd name="T1" fmla="*/ 0 h 27"/>
              <a:gd name="T2" fmla="*/ 13 w 64"/>
              <a:gd name="T3" fmla="*/ 0 h 27"/>
              <a:gd name="T4" fmla="*/ 7 w 64"/>
              <a:gd name="T5" fmla="*/ 1 h 27"/>
              <a:gd name="T6" fmla="*/ 3 w 64"/>
              <a:gd name="T7" fmla="*/ 4 h 27"/>
              <a:gd name="T8" fmla="*/ 1 w 64"/>
              <a:gd name="T9" fmla="*/ 8 h 27"/>
              <a:gd name="T10" fmla="*/ 0 w 64"/>
              <a:gd name="T11" fmla="*/ 13 h 27"/>
              <a:gd name="T12" fmla="*/ 1 w 64"/>
              <a:gd name="T13" fmla="*/ 19 h 27"/>
              <a:gd name="T14" fmla="*/ 3 w 64"/>
              <a:gd name="T15" fmla="*/ 23 h 27"/>
              <a:gd name="T16" fmla="*/ 7 w 64"/>
              <a:gd name="T17" fmla="*/ 26 h 27"/>
              <a:gd name="T18" fmla="*/ 13 w 64"/>
              <a:gd name="T19" fmla="*/ 27 h 27"/>
              <a:gd name="T20" fmla="*/ 50 w 64"/>
              <a:gd name="T21" fmla="*/ 27 h 27"/>
              <a:gd name="T22" fmla="*/ 56 w 64"/>
              <a:gd name="T23" fmla="*/ 26 h 27"/>
              <a:gd name="T24" fmla="*/ 61 w 64"/>
              <a:gd name="T25" fmla="*/ 23 h 27"/>
              <a:gd name="T26" fmla="*/ 63 w 64"/>
              <a:gd name="T27" fmla="*/ 19 h 27"/>
              <a:gd name="T28" fmla="*/ 64 w 64"/>
              <a:gd name="T29" fmla="*/ 13 h 27"/>
              <a:gd name="T30" fmla="*/ 63 w 64"/>
              <a:gd name="T31" fmla="*/ 8 h 27"/>
              <a:gd name="T32" fmla="*/ 61 w 64"/>
              <a:gd name="T33" fmla="*/ 4 h 27"/>
              <a:gd name="T34" fmla="*/ 56 w 64"/>
              <a:gd name="T35" fmla="*/ 1 h 27"/>
              <a:gd name="T36" fmla="*/ 50 w 64"/>
              <a:gd name="T37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4" h="27">
                <a:moveTo>
                  <a:pt x="50" y="0"/>
                </a:moveTo>
                <a:lnTo>
                  <a:pt x="13" y="0"/>
                </a:lnTo>
                <a:lnTo>
                  <a:pt x="7" y="1"/>
                </a:lnTo>
                <a:lnTo>
                  <a:pt x="3" y="4"/>
                </a:lnTo>
                <a:lnTo>
                  <a:pt x="1" y="8"/>
                </a:lnTo>
                <a:lnTo>
                  <a:pt x="0" y="13"/>
                </a:lnTo>
                <a:lnTo>
                  <a:pt x="1" y="19"/>
                </a:lnTo>
                <a:lnTo>
                  <a:pt x="3" y="23"/>
                </a:lnTo>
                <a:lnTo>
                  <a:pt x="7" y="26"/>
                </a:lnTo>
                <a:lnTo>
                  <a:pt x="13" y="27"/>
                </a:lnTo>
                <a:lnTo>
                  <a:pt x="50" y="27"/>
                </a:lnTo>
                <a:lnTo>
                  <a:pt x="56" y="26"/>
                </a:lnTo>
                <a:lnTo>
                  <a:pt x="61" y="23"/>
                </a:lnTo>
                <a:lnTo>
                  <a:pt x="63" y="19"/>
                </a:lnTo>
                <a:lnTo>
                  <a:pt x="64" y="13"/>
                </a:lnTo>
                <a:lnTo>
                  <a:pt x="63" y="8"/>
                </a:lnTo>
                <a:lnTo>
                  <a:pt x="61" y="4"/>
                </a:lnTo>
                <a:lnTo>
                  <a:pt x="56" y="1"/>
                </a:lnTo>
                <a:lnTo>
                  <a:pt x="5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59" name="Freeform 388">
            <a:extLst>
              <a:ext uri="{FF2B5EF4-FFF2-40B4-BE49-F238E27FC236}">
                <a16:creationId xmlns:a16="http://schemas.microsoft.com/office/drawing/2014/main" id="{2F22D7BF-6C87-491F-A1D7-80DCB4079D23}"/>
              </a:ext>
            </a:extLst>
          </p:cNvPr>
          <p:cNvSpPr>
            <a:spLocks/>
          </p:cNvSpPr>
          <p:nvPr/>
        </p:nvSpPr>
        <p:spPr bwMode="auto">
          <a:xfrm>
            <a:off x="6483351" y="4781551"/>
            <a:ext cx="73025" cy="68263"/>
          </a:xfrm>
          <a:custGeom>
            <a:avLst/>
            <a:gdLst>
              <a:gd name="T0" fmla="*/ 124 w 138"/>
              <a:gd name="T1" fmla="*/ 0 h 130"/>
              <a:gd name="T2" fmla="*/ 112 w 138"/>
              <a:gd name="T3" fmla="*/ 0 h 130"/>
              <a:gd name="T4" fmla="*/ 100 w 138"/>
              <a:gd name="T5" fmla="*/ 2 h 130"/>
              <a:gd name="T6" fmla="*/ 90 w 138"/>
              <a:gd name="T7" fmla="*/ 4 h 130"/>
              <a:gd name="T8" fmla="*/ 79 w 138"/>
              <a:gd name="T9" fmla="*/ 9 h 130"/>
              <a:gd name="T10" fmla="*/ 68 w 138"/>
              <a:gd name="T11" fmla="*/ 13 h 130"/>
              <a:gd name="T12" fmla="*/ 58 w 138"/>
              <a:gd name="T13" fmla="*/ 19 h 130"/>
              <a:gd name="T14" fmla="*/ 48 w 138"/>
              <a:gd name="T15" fmla="*/ 26 h 130"/>
              <a:gd name="T16" fmla="*/ 39 w 138"/>
              <a:gd name="T17" fmla="*/ 33 h 130"/>
              <a:gd name="T18" fmla="*/ 31 w 138"/>
              <a:gd name="T19" fmla="*/ 42 h 130"/>
              <a:gd name="T20" fmla="*/ 24 w 138"/>
              <a:gd name="T21" fmla="*/ 51 h 130"/>
              <a:gd name="T22" fmla="*/ 18 w 138"/>
              <a:gd name="T23" fmla="*/ 60 h 130"/>
              <a:gd name="T24" fmla="*/ 11 w 138"/>
              <a:gd name="T25" fmla="*/ 71 h 130"/>
              <a:gd name="T26" fmla="*/ 7 w 138"/>
              <a:gd name="T27" fmla="*/ 81 h 130"/>
              <a:gd name="T28" fmla="*/ 4 w 138"/>
              <a:gd name="T29" fmla="*/ 92 h 130"/>
              <a:gd name="T30" fmla="*/ 2 w 138"/>
              <a:gd name="T31" fmla="*/ 103 h 130"/>
              <a:gd name="T32" fmla="*/ 0 w 138"/>
              <a:gd name="T33" fmla="*/ 115 h 130"/>
              <a:gd name="T34" fmla="*/ 1 w 138"/>
              <a:gd name="T35" fmla="*/ 120 h 130"/>
              <a:gd name="T36" fmla="*/ 3 w 138"/>
              <a:gd name="T37" fmla="*/ 125 h 130"/>
              <a:gd name="T38" fmla="*/ 7 w 138"/>
              <a:gd name="T39" fmla="*/ 128 h 130"/>
              <a:gd name="T40" fmla="*/ 13 w 138"/>
              <a:gd name="T41" fmla="*/ 130 h 130"/>
              <a:gd name="T42" fmla="*/ 14 w 138"/>
              <a:gd name="T43" fmla="*/ 130 h 130"/>
              <a:gd name="T44" fmla="*/ 14 w 138"/>
              <a:gd name="T45" fmla="*/ 130 h 130"/>
              <a:gd name="T46" fmla="*/ 19 w 138"/>
              <a:gd name="T47" fmla="*/ 129 h 130"/>
              <a:gd name="T48" fmla="*/ 23 w 138"/>
              <a:gd name="T49" fmla="*/ 126 h 130"/>
              <a:gd name="T50" fmla="*/ 26 w 138"/>
              <a:gd name="T51" fmla="*/ 122 h 130"/>
              <a:gd name="T52" fmla="*/ 28 w 138"/>
              <a:gd name="T53" fmla="*/ 117 h 130"/>
              <a:gd name="T54" fmla="*/ 29 w 138"/>
              <a:gd name="T55" fmla="*/ 107 h 130"/>
              <a:gd name="T56" fmla="*/ 31 w 138"/>
              <a:gd name="T57" fmla="*/ 99 h 130"/>
              <a:gd name="T58" fmla="*/ 34 w 138"/>
              <a:gd name="T59" fmla="*/ 90 h 130"/>
              <a:gd name="T60" fmla="*/ 37 w 138"/>
              <a:gd name="T61" fmla="*/ 82 h 130"/>
              <a:gd name="T62" fmla="*/ 41 w 138"/>
              <a:gd name="T63" fmla="*/ 74 h 130"/>
              <a:gd name="T64" fmla="*/ 47 w 138"/>
              <a:gd name="T65" fmla="*/ 67 h 130"/>
              <a:gd name="T66" fmla="*/ 52 w 138"/>
              <a:gd name="T67" fmla="*/ 60 h 130"/>
              <a:gd name="T68" fmla="*/ 59 w 138"/>
              <a:gd name="T69" fmla="*/ 54 h 130"/>
              <a:gd name="T70" fmla="*/ 65 w 138"/>
              <a:gd name="T71" fmla="*/ 48 h 130"/>
              <a:gd name="T72" fmla="*/ 73 w 138"/>
              <a:gd name="T73" fmla="*/ 43 h 130"/>
              <a:gd name="T74" fmla="*/ 80 w 138"/>
              <a:gd name="T75" fmla="*/ 39 h 130"/>
              <a:gd name="T76" fmla="*/ 89 w 138"/>
              <a:gd name="T77" fmla="*/ 34 h 130"/>
              <a:gd name="T78" fmla="*/ 97 w 138"/>
              <a:gd name="T79" fmla="*/ 31 h 130"/>
              <a:gd name="T80" fmla="*/ 106 w 138"/>
              <a:gd name="T81" fmla="*/ 29 h 130"/>
              <a:gd name="T82" fmla="*/ 114 w 138"/>
              <a:gd name="T83" fmla="*/ 28 h 130"/>
              <a:gd name="T84" fmla="*/ 124 w 138"/>
              <a:gd name="T85" fmla="*/ 28 h 130"/>
              <a:gd name="T86" fmla="*/ 129 w 138"/>
              <a:gd name="T87" fmla="*/ 27 h 130"/>
              <a:gd name="T88" fmla="*/ 134 w 138"/>
              <a:gd name="T89" fmla="*/ 24 h 130"/>
              <a:gd name="T90" fmla="*/ 137 w 138"/>
              <a:gd name="T91" fmla="*/ 19 h 130"/>
              <a:gd name="T92" fmla="*/ 138 w 138"/>
              <a:gd name="T93" fmla="*/ 14 h 130"/>
              <a:gd name="T94" fmla="*/ 137 w 138"/>
              <a:gd name="T95" fmla="*/ 9 h 130"/>
              <a:gd name="T96" fmla="*/ 134 w 138"/>
              <a:gd name="T97" fmla="*/ 4 h 130"/>
              <a:gd name="T98" fmla="*/ 129 w 138"/>
              <a:gd name="T99" fmla="*/ 1 h 130"/>
              <a:gd name="T100" fmla="*/ 124 w 138"/>
              <a:gd name="T101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8" h="130">
                <a:moveTo>
                  <a:pt x="124" y="0"/>
                </a:moveTo>
                <a:lnTo>
                  <a:pt x="112" y="0"/>
                </a:lnTo>
                <a:lnTo>
                  <a:pt x="100" y="2"/>
                </a:lnTo>
                <a:lnTo>
                  <a:pt x="90" y="4"/>
                </a:lnTo>
                <a:lnTo>
                  <a:pt x="79" y="9"/>
                </a:lnTo>
                <a:lnTo>
                  <a:pt x="68" y="13"/>
                </a:lnTo>
                <a:lnTo>
                  <a:pt x="58" y="19"/>
                </a:lnTo>
                <a:lnTo>
                  <a:pt x="48" y="26"/>
                </a:lnTo>
                <a:lnTo>
                  <a:pt x="39" y="33"/>
                </a:lnTo>
                <a:lnTo>
                  <a:pt x="31" y="42"/>
                </a:lnTo>
                <a:lnTo>
                  <a:pt x="24" y="51"/>
                </a:lnTo>
                <a:lnTo>
                  <a:pt x="18" y="60"/>
                </a:lnTo>
                <a:lnTo>
                  <a:pt x="11" y="71"/>
                </a:lnTo>
                <a:lnTo>
                  <a:pt x="7" y="81"/>
                </a:lnTo>
                <a:lnTo>
                  <a:pt x="4" y="92"/>
                </a:lnTo>
                <a:lnTo>
                  <a:pt x="2" y="103"/>
                </a:lnTo>
                <a:lnTo>
                  <a:pt x="0" y="115"/>
                </a:lnTo>
                <a:lnTo>
                  <a:pt x="1" y="120"/>
                </a:lnTo>
                <a:lnTo>
                  <a:pt x="3" y="125"/>
                </a:lnTo>
                <a:lnTo>
                  <a:pt x="7" y="128"/>
                </a:lnTo>
                <a:lnTo>
                  <a:pt x="13" y="130"/>
                </a:lnTo>
                <a:lnTo>
                  <a:pt x="14" y="130"/>
                </a:lnTo>
                <a:lnTo>
                  <a:pt x="14" y="130"/>
                </a:lnTo>
                <a:lnTo>
                  <a:pt x="19" y="129"/>
                </a:lnTo>
                <a:lnTo>
                  <a:pt x="23" y="126"/>
                </a:lnTo>
                <a:lnTo>
                  <a:pt x="26" y="122"/>
                </a:lnTo>
                <a:lnTo>
                  <a:pt x="28" y="117"/>
                </a:lnTo>
                <a:lnTo>
                  <a:pt x="29" y="107"/>
                </a:lnTo>
                <a:lnTo>
                  <a:pt x="31" y="99"/>
                </a:lnTo>
                <a:lnTo>
                  <a:pt x="34" y="90"/>
                </a:lnTo>
                <a:lnTo>
                  <a:pt x="37" y="82"/>
                </a:lnTo>
                <a:lnTo>
                  <a:pt x="41" y="74"/>
                </a:lnTo>
                <a:lnTo>
                  <a:pt x="47" y="67"/>
                </a:lnTo>
                <a:lnTo>
                  <a:pt x="52" y="60"/>
                </a:lnTo>
                <a:lnTo>
                  <a:pt x="59" y="54"/>
                </a:lnTo>
                <a:lnTo>
                  <a:pt x="65" y="48"/>
                </a:lnTo>
                <a:lnTo>
                  <a:pt x="73" y="43"/>
                </a:lnTo>
                <a:lnTo>
                  <a:pt x="80" y="39"/>
                </a:lnTo>
                <a:lnTo>
                  <a:pt x="89" y="34"/>
                </a:lnTo>
                <a:lnTo>
                  <a:pt x="97" y="31"/>
                </a:lnTo>
                <a:lnTo>
                  <a:pt x="106" y="29"/>
                </a:lnTo>
                <a:lnTo>
                  <a:pt x="114" y="28"/>
                </a:lnTo>
                <a:lnTo>
                  <a:pt x="124" y="28"/>
                </a:lnTo>
                <a:lnTo>
                  <a:pt x="129" y="27"/>
                </a:lnTo>
                <a:lnTo>
                  <a:pt x="134" y="24"/>
                </a:lnTo>
                <a:lnTo>
                  <a:pt x="137" y="19"/>
                </a:lnTo>
                <a:lnTo>
                  <a:pt x="138" y="14"/>
                </a:lnTo>
                <a:lnTo>
                  <a:pt x="137" y="9"/>
                </a:lnTo>
                <a:lnTo>
                  <a:pt x="134" y="4"/>
                </a:lnTo>
                <a:lnTo>
                  <a:pt x="129" y="1"/>
                </a:lnTo>
                <a:lnTo>
                  <a:pt x="12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0" name="Freeform 389">
            <a:extLst>
              <a:ext uri="{FF2B5EF4-FFF2-40B4-BE49-F238E27FC236}">
                <a16:creationId xmlns:a16="http://schemas.microsoft.com/office/drawing/2014/main" id="{CF5E927F-3ECB-4119-ABCF-C626E80A38CB}"/>
              </a:ext>
            </a:extLst>
          </p:cNvPr>
          <p:cNvSpPr>
            <a:spLocks/>
          </p:cNvSpPr>
          <p:nvPr/>
        </p:nvSpPr>
        <p:spPr bwMode="auto">
          <a:xfrm>
            <a:off x="6570664" y="4786313"/>
            <a:ext cx="14288" cy="15875"/>
          </a:xfrm>
          <a:custGeom>
            <a:avLst/>
            <a:gdLst>
              <a:gd name="T0" fmla="*/ 24 w 27"/>
              <a:gd name="T1" fmla="*/ 4 h 28"/>
              <a:gd name="T2" fmla="*/ 18 w 27"/>
              <a:gd name="T3" fmla="*/ 1 h 28"/>
              <a:gd name="T4" fmla="*/ 13 w 27"/>
              <a:gd name="T5" fmla="*/ 0 h 28"/>
              <a:gd name="T6" fmla="*/ 9 w 27"/>
              <a:gd name="T7" fmla="*/ 1 h 28"/>
              <a:gd name="T8" fmla="*/ 3 w 27"/>
              <a:gd name="T9" fmla="*/ 4 h 28"/>
              <a:gd name="T10" fmla="*/ 1 w 27"/>
              <a:gd name="T11" fmla="*/ 8 h 28"/>
              <a:gd name="T12" fmla="*/ 0 w 27"/>
              <a:gd name="T13" fmla="*/ 14 h 28"/>
              <a:gd name="T14" fmla="*/ 1 w 27"/>
              <a:gd name="T15" fmla="*/ 19 h 28"/>
              <a:gd name="T16" fmla="*/ 3 w 27"/>
              <a:gd name="T17" fmla="*/ 23 h 28"/>
              <a:gd name="T18" fmla="*/ 9 w 27"/>
              <a:gd name="T19" fmla="*/ 27 h 28"/>
              <a:gd name="T20" fmla="*/ 13 w 27"/>
              <a:gd name="T21" fmla="*/ 28 h 28"/>
              <a:gd name="T22" fmla="*/ 18 w 27"/>
              <a:gd name="T23" fmla="*/ 27 h 28"/>
              <a:gd name="T24" fmla="*/ 24 w 27"/>
              <a:gd name="T25" fmla="*/ 23 h 28"/>
              <a:gd name="T26" fmla="*/ 26 w 27"/>
              <a:gd name="T27" fmla="*/ 19 h 28"/>
              <a:gd name="T28" fmla="*/ 27 w 27"/>
              <a:gd name="T29" fmla="*/ 14 h 28"/>
              <a:gd name="T30" fmla="*/ 26 w 27"/>
              <a:gd name="T31" fmla="*/ 8 h 28"/>
              <a:gd name="T32" fmla="*/ 24 w 27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8">
                <a:moveTo>
                  <a:pt x="24" y="4"/>
                </a:moveTo>
                <a:lnTo>
                  <a:pt x="18" y="1"/>
                </a:lnTo>
                <a:lnTo>
                  <a:pt x="13" y="0"/>
                </a:lnTo>
                <a:lnTo>
                  <a:pt x="9" y="1"/>
                </a:lnTo>
                <a:lnTo>
                  <a:pt x="3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3" y="23"/>
                </a:lnTo>
                <a:lnTo>
                  <a:pt x="9" y="27"/>
                </a:lnTo>
                <a:lnTo>
                  <a:pt x="13" y="28"/>
                </a:lnTo>
                <a:lnTo>
                  <a:pt x="18" y="27"/>
                </a:lnTo>
                <a:lnTo>
                  <a:pt x="24" y="23"/>
                </a:lnTo>
                <a:lnTo>
                  <a:pt x="26" y="19"/>
                </a:lnTo>
                <a:lnTo>
                  <a:pt x="27" y="14"/>
                </a:lnTo>
                <a:lnTo>
                  <a:pt x="26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1" name="Freeform 390">
            <a:extLst>
              <a:ext uri="{FF2B5EF4-FFF2-40B4-BE49-F238E27FC236}">
                <a16:creationId xmlns:a16="http://schemas.microsoft.com/office/drawing/2014/main" id="{9C1091D8-9BD6-46D4-A86D-E7C644057069}"/>
              </a:ext>
            </a:extLst>
          </p:cNvPr>
          <p:cNvSpPr>
            <a:spLocks noEditPoints="1"/>
          </p:cNvSpPr>
          <p:nvPr/>
        </p:nvSpPr>
        <p:spPr bwMode="auto">
          <a:xfrm>
            <a:off x="6391276" y="4745038"/>
            <a:ext cx="338138" cy="209550"/>
          </a:xfrm>
          <a:custGeom>
            <a:avLst/>
            <a:gdLst>
              <a:gd name="T0" fmla="*/ 625 w 638"/>
              <a:gd name="T1" fmla="*/ 175 h 396"/>
              <a:gd name="T2" fmla="*/ 612 w 638"/>
              <a:gd name="T3" fmla="*/ 119 h 396"/>
              <a:gd name="T4" fmla="*/ 573 w 638"/>
              <a:gd name="T5" fmla="*/ 76 h 396"/>
              <a:gd name="T6" fmla="*/ 518 w 638"/>
              <a:gd name="T7" fmla="*/ 55 h 396"/>
              <a:gd name="T8" fmla="*/ 446 w 638"/>
              <a:gd name="T9" fmla="*/ 70 h 396"/>
              <a:gd name="T10" fmla="*/ 408 w 638"/>
              <a:gd name="T11" fmla="*/ 35 h 396"/>
              <a:gd name="T12" fmla="*/ 360 w 638"/>
              <a:gd name="T13" fmla="*/ 11 h 396"/>
              <a:gd name="T14" fmla="*/ 307 w 638"/>
              <a:gd name="T15" fmla="*/ 0 h 396"/>
              <a:gd name="T16" fmla="*/ 224 w 638"/>
              <a:gd name="T17" fmla="*/ 14 h 396"/>
              <a:gd name="T18" fmla="*/ 150 w 638"/>
              <a:gd name="T19" fmla="*/ 66 h 396"/>
              <a:gd name="T20" fmla="*/ 108 w 638"/>
              <a:gd name="T21" fmla="*/ 138 h 396"/>
              <a:gd name="T22" fmla="*/ 66 w 638"/>
              <a:gd name="T23" fmla="*/ 180 h 396"/>
              <a:gd name="T24" fmla="*/ 22 w 638"/>
              <a:gd name="T25" fmla="*/ 215 h 396"/>
              <a:gd name="T26" fmla="*/ 1 w 638"/>
              <a:gd name="T27" fmla="*/ 266 h 396"/>
              <a:gd name="T28" fmla="*/ 5 w 638"/>
              <a:gd name="T29" fmla="*/ 319 h 396"/>
              <a:gd name="T30" fmla="*/ 44 w 638"/>
              <a:gd name="T31" fmla="*/ 373 h 396"/>
              <a:gd name="T32" fmla="*/ 113 w 638"/>
              <a:gd name="T33" fmla="*/ 396 h 396"/>
              <a:gd name="T34" fmla="*/ 164 w 638"/>
              <a:gd name="T35" fmla="*/ 396 h 396"/>
              <a:gd name="T36" fmla="*/ 177 w 638"/>
              <a:gd name="T37" fmla="*/ 376 h 396"/>
              <a:gd name="T38" fmla="*/ 117 w 638"/>
              <a:gd name="T39" fmla="*/ 368 h 396"/>
              <a:gd name="T40" fmla="*/ 72 w 638"/>
              <a:gd name="T41" fmla="*/ 358 h 396"/>
              <a:gd name="T42" fmla="*/ 35 w 638"/>
              <a:gd name="T43" fmla="*/ 318 h 396"/>
              <a:gd name="T44" fmla="*/ 28 w 638"/>
              <a:gd name="T45" fmla="*/ 279 h 396"/>
              <a:gd name="T46" fmla="*/ 40 w 638"/>
              <a:gd name="T47" fmla="*/ 239 h 396"/>
              <a:gd name="T48" fmla="*/ 70 w 638"/>
              <a:gd name="T49" fmla="*/ 210 h 396"/>
              <a:gd name="T50" fmla="*/ 113 w 638"/>
              <a:gd name="T51" fmla="*/ 198 h 396"/>
              <a:gd name="T52" fmla="*/ 127 w 638"/>
              <a:gd name="T53" fmla="*/ 185 h 396"/>
              <a:gd name="T54" fmla="*/ 151 w 638"/>
              <a:gd name="T55" fmla="*/ 110 h 396"/>
              <a:gd name="T56" fmla="*/ 206 w 638"/>
              <a:gd name="T57" fmla="*/ 55 h 396"/>
              <a:gd name="T58" fmla="*/ 280 w 638"/>
              <a:gd name="T59" fmla="*/ 29 h 396"/>
              <a:gd name="T60" fmla="*/ 363 w 638"/>
              <a:gd name="T61" fmla="*/ 41 h 396"/>
              <a:gd name="T62" fmla="*/ 427 w 638"/>
              <a:gd name="T63" fmla="*/ 91 h 396"/>
              <a:gd name="T64" fmla="*/ 462 w 638"/>
              <a:gd name="T65" fmla="*/ 164 h 396"/>
              <a:gd name="T66" fmla="*/ 463 w 638"/>
              <a:gd name="T67" fmla="*/ 230 h 396"/>
              <a:gd name="T68" fmla="*/ 478 w 638"/>
              <a:gd name="T69" fmla="*/ 242 h 396"/>
              <a:gd name="T70" fmla="*/ 503 w 638"/>
              <a:gd name="T71" fmla="*/ 227 h 396"/>
              <a:gd name="T72" fmla="*/ 536 w 638"/>
              <a:gd name="T73" fmla="*/ 219 h 396"/>
              <a:gd name="T74" fmla="*/ 572 w 638"/>
              <a:gd name="T75" fmla="*/ 228 h 396"/>
              <a:gd name="T76" fmla="*/ 599 w 638"/>
              <a:gd name="T77" fmla="*/ 252 h 396"/>
              <a:gd name="T78" fmla="*/ 610 w 638"/>
              <a:gd name="T79" fmla="*/ 286 h 396"/>
              <a:gd name="T80" fmla="*/ 605 w 638"/>
              <a:gd name="T81" fmla="*/ 323 h 396"/>
              <a:gd name="T82" fmla="*/ 584 w 638"/>
              <a:gd name="T83" fmla="*/ 352 h 396"/>
              <a:gd name="T84" fmla="*/ 551 w 638"/>
              <a:gd name="T85" fmla="*/ 367 h 396"/>
              <a:gd name="T86" fmla="*/ 501 w 638"/>
              <a:gd name="T87" fmla="*/ 372 h 396"/>
              <a:gd name="T88" fmla="*/ 505 w 638"/>
              <a:gd name="T89" fmla="*/ 394 h 396"/>
              <a:gd name="T90" fmla="*/ 566 w 638"/>
              <a:gd name="T91" fmla="*/ 391 h 396"/>
              <a:gd name="T92" fmla="*/ 608 w 638"/>
              <a:gd name="T93" fmla="*/ 365 h 396"/>
              <a:gd name="T94" fmla="*/ 634 w 638"/>
              <a:gd name="T95" fmla="*/ 324 h 396"/>
              <a:gd name="T96" fmla="*/ 637 w 638"/>
              <a:gd name="T97" fmla="*/ 275 h 396"/>
              <a:gd name="T98" fmla="*/ 619 w 638"/>
              <a:gd name="T99" fmla="*/ 235 h 396"/>
              <a:gd name="T100" fmla="*/ 559 w 638"/>
              <a:gd name="T101" fmla="*/ 194 h 396"/>
              <a:gd name="T102" fmla="*/ 514 w 638"/>
              <a:gd name="T103" fmla="*/ 194 h 396"/>
              <a:gd name="T104" fmla="*/ 493 w 638"/>
              <a:gd name="T105" fmla="*/ 184 h 396"/>
              <a:gd name="T106" fmla="*/ 476 w 638"/>
              <a:gd name="T107" fmla="*/ 116 h 396"/>
              <a:gd name="T108" fmla="*/ 495 w 638"/>
              <a:gd name="T109" fmla="*/ 83 h 396"/>
              <a:gd name="T110" fmla="*/ 542 w 638"/>
              <a:gd name="T111" fmla="*/ 90 h 396"/>
              <a:gd name="T112" fmla="*/ 577 w 638"/>
              <a:gd name="T113" fmla="*/ 116 h 396"/>
              <a:gd name="T114" fmla="*/ 596 w 638"/>
              <a:gd name="T115" fmla="*/ 157 h 396"/>
              <a:gd name="T116" fmla="*/ 594 w 638"/>
              <a:gd name="T117" fmla="*/ 200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8" h="396">
                <a:moveTo>
                  <a:pt x="614" y="227"/>
                </a:moveTo>
                <a:lnTo>
                  <a:pt x="619" y="215"/>
                </a:lnTo>
                <a:lnTo>
                  <a:pt x="623" y="202"/>
                </a:lnTo>
                <a:lnTo>
                  <a:pt x="625" y="188"/>
                </a:lnTo>
                <a:lnTo>
                  <a:pt x="625" y="175"/>
                </a:lnTo>
                <a:lnTo>
                  <a:pt x="625" y="163"/>
                </a:lnTo>
                <a:lnTo>
                  <a:pt x="623" y="151"/>
                </a:lnTo>
                <a:lnTo>
                  <a:pt x="620" y="140"/>
                </a:lnTo>
                <a:lnTo>
                  <a:pt x="617" y="128"/>
                </a:lnTo>
                <a:lnTo>
                  <a:pt x="612" y="119"/>
                </a:lnTo>
                <a:lnTo>
                  <a:pt x="605" y="108"/>
                </a:lnTo>
                <a:lnTo>
                  <a:pt x="599" y="99"/>
                </a:lnTo>
                <a:lnTo>
                  <a:pt x="590" y="91"/>
                </a:lnTo>
                <a:lnTo>
                  <a:pt x="581" y="82"/>
                </a:lnTo>
                <a:lnTo>
                  <a:pt x="573" y="76"/>
                </a:lnTo>
                <a:lnTo>
                  <a:pt x="563" y="69"/>
                </a:lnTo>
                <a:lnTo>
                  <a:pt x="552" y="65"/>
                </a:lnTo>
                <a:lnTo>
                  <a:pt x="542" y="61"/>
                </a:lnTo>
                <a:lnTo>
                  <a:pt x="530" y="57"/>
                </a:lnTo>
                <a:lnTo>
                  <a:pt x="518" y="55"/>
                </a:lnTo>
                <a:lnTo>
                  <a:pt x="505" y="55"/>
                </a:lnTo>
                <a:lnTo>
                  <a:pt x="490" y="56"/>
                </a:lnTo>
                <a:lnTo>
                  <a:pt x="475" y="58"/>
                </a:lnTo>
                <a:lnTo>
                  <a:pt x="460" y="64"/>
                </a:lnTo>
                <a:lnTo>
                  <a:pt x="446" y="70"/>
                </a:lnTo>
                <a:lnTo>
                  <a:pt x="440" y="63"/>
                </a:lnTo>
                <a:lnTo>
                  <a:pt x="432" y="55"/>
                </a:lnTo>
                <a:lnTo>
                  <a:pt x="425" y="48"/>
                </a:lnTo>
                <a:lnTo>
                  <a:pt x="416" y="41"/>
                </a:lnTo>
                <a:lnTo>
                  <a:pt x="408" y="35"/>
                </a:lnTo>
                <a:lnTo>
                  <a:pt x="399" y="29"/>
                </a:lnTo>
                <a:lnTo>
                  <a:pt x="389" y="24"/>
                </a:lnTo>
                <a:lnTo>
                  <a:pt x="381" y="20"/>
                </a:lnTo>
                <a:lnTo>
                  <a:pt x="370" y="15"/>
                </a:lnTo>
                <a:lnTo>
                  <a:pt x="360" y="11"/>
                </a:lnTo>
                <a:lnTo>
                  <a:pt x="351" y="8"/>
                </a:lnTo>
                <a:lnTo>
                  <a:pt x="340" y="6"/>
                </a:lnTo>
                <a:lnTo>
                  <a:pt x="329" y="4"/>
                </a:lnTo>
                <a:lnTo>
                  <a:pt x="319" y="2"/>
                </a:lnTo>
                <a:lnTo>
                  <a:pt x="307" y="0"/>
                </a:lnTo>
                <a:lnTo>
                  <a:pt x="296" y="0"/>
                </a:lnTo>
                <a:lnTo>
                  <a:pt x="278" y="2"/>
                </a:lnTo>
                <a:lnTo>
                  <a:pt x="260" y="4"/>
                </a:lnTo>
                <a:lnTo>
                  <a:pt x="241" y="8"/>
                </a:lnTo>
                <a:lnTo>
                  <a:pt x="224" y="14"/>
                </a:lnTo>
                <a:lnTo>
                  <a:pt x="207" y="22"/>
                </a:lnTo>
                <a:lnTo>
                  <a:pt x="191" y="31"/>
                </a:lnTo>
                <a:lnTo>
                  <a:pt x="176" y="41"/>
                </a:lnTo>
                <a:lnTo>
                  <a:pt x="162" y="53"/>
                </a:lnTo>
                <a:lnTo>
                  <a:pt x="150" y="66"/>
                </a:lnTo>
                <a:lnTo>
                  <a:pt x="138" y="79"/>
                </a:lnTo>
                <a:lnTo>
                  <a:pt x="129" y="93"/>
                </a:lnTo>
                <a:lnTo>
                  <a:pt x="121" y="107"/>
                </a:lnTo>
                <a:lnTo>
                  <a:pt x="114" y="122"/>
                </a:lnTo>
                <a:lnTo>
                  <a:pt x="108" y="138"/>
                </a:lnTo>
                <a:lnTo>
                  <a:pt x="104" y="154"/>
                </a:lnTo>
                <a:lnTo>
                  <a:pt x="101" y="171"/>
                </a:lnTo>
                <a:lnTo>
                  <a:pt x="89" y="172"/>
                </a:lnTo>
                <a:lnTo>
                  <a:pt x="77" y="175"/>
                </a:lnTo>
                <a:lnTo>
                  <a:pt x="66" y="180"/>
                </a:lnTo>
                <a:lnTo>
                  <a:pt x="56" y="185"/>
                </a:lnTo>
                <a:lnTo>
                  <a:pt x="46" y="192"/>
                </a:lnTo>
                <a:lnTo>
                  <a:pt x="38" y="199"/>
                </a:lnTo>
                <a:lnTo>
                  <a:pt x="29" y="207"/>
                </a:lnTo>
                <a:lnTo>
                  <a:pt x="22" y="215"/>
                </a:lnTo>
                <a:lnTo>
                  <a:pt x="16" y="225"/>
                </a:lnTo>
                <a:lnTo>
                  <a:pt x="11" y="235"/>
                </a:lnTo>
                <a:lnTo>
                  <a:pt x="6" y="244"/>
                </a:lnTo>
                <a:lnTo>
                  <a:pt x="3" y="255"/>
                </a:lnTo>
                <a:lnTo>
                  <a:pt x="1" y="266"/>
                </a:lnTo>
                <a:lnTo>
                  <a:pt x="0" y="276"/>
                </a:lnTo>
                <a:lnTo>
                  <a:pt x="0" y="287"/>
                </a:lnTo>
                <a:lnTo>
                  <a:pt x="1" y="298"/>
                </a:lnTo>
                <a:lnTo>
                  <a:pt x="3" y="309"/>
                </a:lnTo>
                <a:lnTo>
                  <a:pt x="5" y="319"/>
                </a:lnTo>
                <a:lnTo>
                  <a:pt x="10" y="330"/>
                </a:lnTo>
                <a:lnTo>
                  <a:pt x="15" y="340"/>
                </a:lnTo>
                <a:lnTo>
                  <a:pt x="24" y="353"/>
                </a:lnTo>
                <a:lnTo>
                  <a:pt x="33" y="363"/>
                </a:lnTo>
                <a:lnTo>
                  <a:pt x="44" y="373"/>
                </a:lnTo>
                <a:lnTo>
                  <a:pt x="57" y="381"/>
                </a:lnTo>
                <a:lnTo>
                  <a:pt x="70" y="387"/>
                </a:lnTo>
                <a:lnTo>
                  <a:pt x="84" y="392"/>
                </a:lnTo>
                <a:lnTo>
                  <a:pt x="98" y="394"/>
                </a:lnTo>
                <a:lnTo>
                  <a:pt x="113" y="396"/>
                </a:lnTo>
                <a:lnTo>
                  <a:pt x="114" y="396"/>
                </a:lnTo>
                <a:lnTo>
                  <a:pt x="116" y="396"/>
                </a:lnTo>
                <a:lnTo>
                  <a:pt x="116" y="396"/>
                </a:lnTo>
                <a:lnTo>
                  <a:pt x="117" y="396"/>
                </a:lnTo>
                <a:lnTo>
                  <a:pt x="164" y="396"/>
                </a:lnTo>
                <a:lnTo>
                  <a:pt x="169" y="394"/>
                </a:lnTo>
                <a:lnTo>
                  <a:pt x="174" y="391"/>
                </a:lnTo>
                <a:lnTo>
                  <a:pt x="177" y="387"/>
                </a:lnTo>
                <a:lnTo>
                  <a:pt x="178" y="382"/>
                </a:lnTo>
                <a:lnTo>
                  <a:pt x="177" y="376"/>
                </a:lnTo>
                <a:lnTo>
                  <a:pt x="174" y="372"/>
                </a:lnTo>
                <a:lnTo>
                  <a:pt x="169" y="369"/>
                </a:lnTo>
                <a:lnTo>
                  <a:pt x="164" y="368"/>
                </a:lnTo>
                <a:lnTo>
                  <a:pt x="118" y="368"/>
                </a:lnTo>
                <a:lnTo>
                  <a:pt x="117" y="368"/>
                </a:lnTo>
                <a:lnTo>
                  <a:pt x="116" y="368"/>
                </a:lnTo>
                <a:lnTo>
                  <a:pt x="104" y="368"/>
                </a:lnTo>
                <a:lnTo>
                  <a:pt x="93" y="365"/>
                </a:lnTo>
                <a:lnTo>
                  <a:pt x="82" y="362"/>
                </a:lnTo>
                <a:lnTo>
                  <a:pt x="72" y="358"/>
                </a:lnTo>
                <a:lnTo>
                  <a:pt x="62" y="352"/>
                </a:lnTo>
                <a:lnTo>
                  <a:pt x="54" y="344"/>
                </a:lnTo>
                <a:lnTo>
                  <a:pt x="46" y="335"/>
                </a:lnTo>
                <a:lnTo>
                  <a:pt x="40" y="326"/>
                </a:lnTo>
                <a:lnTo>
                  <a:pt x="35" y="318"/>
                </a:lnTo>
                <a:lnTo>
                  <a:pt x="32" y="311"/>
                </a:lnTo>
                <a:lnTo>
                  <a:pt x="30" y="303"/>
                </a:lnTo>
                <a:lnTo>
                  <a:pt x="28" y="295"/>
                </a:lnTo>
                <a:lnTo>
                  <a:pt x="28" y="286"/>
                </a:lnTo>
                <a:lnTo>
                  <a:pt x="28" y="279"/>
                </a:lnTo>
                <a:lnTo>
                  <a:pt x="29" y="270"/>
                </a:lnTo>
                <a:lnTo>
                  <a:pt x="30" y="261"/>
                </a:lnTo>
                <a:lnTo>
                  <a:pt x="33" y="254"/>
                </a:lnTo>
                <a:lnTo>
                  <a:pt x="36" y="245"/>
                </a:lnTo>
                <a:lnTo>
                  <a:pt x="40" y="239"/>
                </a:lnTo>
                <a:lnTo>
                  <a:pt x="45" y="231"/>
                </a:lnTo>
                <a:lnTo>
                  <a:pt x="50" y="225"/>
                </a:lnTo>
                <a:lnTo>
                  <a:pt x="56" y="219"/>
                </a:lnTo>
                <a:lnTo>
                  <a:pt x="62" y="214"/>
                </a:lnTo>
                <a:lnTo>
                  <a:pt x="70" y="210"/>
                </a:lnTo>
                <a:lnTo>
                  <a:pt x="79" y="204"/>
                </a:lnTo>
                <a:lnTo>
                  <a:pt x="90" y="201"/>
                </a:lnTo>
                <a:lnTo>
                  <a:pt x="101" y="199"/>
                </a:lnTo>
                <a:lnTo>
                  <a:pt x="113" y="198"/>
                </a:lnTo>
                <a:lnTo>
                  <a:pt x="113" y="198"/>
                </a:lnTo>
                <a:lnTo>
                  <a:pt x="113" y="198"/>
                </a:lnTo>
                <a:lnTo>
                  <a:pt x="118" y="197"/>
                </a:lnTo>
                <a:lnTo>
                  <a:pt x="122" y="194"/>
                </a:lnTo>
                <a:lnTo>
                  <a:pt x="125" y="190"/>
                </a:lnTo>
                <a:lnTo>
                  <a:pt x="127" y="185"/>
                </a:lnTo>
                <a:lnTo>
                  <a:pt x="129" y="169"/>
                </a:lnTo>
                <a:lnTo>
                  <a:pt x="133" y="153"/>
                </a:lnTo>
                <a:lnTo>
                  <a:pt x="137" y="138"/>
                </a:lnTo>
                <a:lnTo>
                  <a:pt x="144" y="124"/>
                </a:lnTo>
                <a:lnTo>
                  <a:pt x="151" y="110"/>
                </a:lnTo>
                <a:lnTo>
                  <a:pt x="160" y="97"/>
                </a:lnTo>
                <a:lnTo>
                  <a:pt x="171" y="85"/>
                </a:lnTo>
                <a:lnTo>
                  <a:pt x="181" y="73"/>
                </a:lnTo>
                <a:lnTo>
                  <a:pt x="193" y="64"/>
                </a:lnTo>
                <a:lnTo>
                  <a:pt x="206" y="55"/>
                </a:lnTo>
                <a:lnTo>
                  <a:pt x="219" y="47"/>
                </a:lnTo>
                <a:lnTo>
                  <a:pt x="234" y="40"/>
                </a:lnTo>
                <a:lnTo>
                  <a:pt x="248" y="35"/>
                </a:lnTo>
                <a:lnTo>
                  <a:pt x="264" y="32"/>
                </a:lnTo>
                <a:lnTo>
                  <a:pt x="280" y="29"/>
                </a:lnTo>
                <a:lnTo>
                  <a:pt x="296" y="28"/>
                </a:lnTo>
                <a:lnTo>
                  <a:pt x="313" y="29"/>
                </a:lnTo>
                <a:lnTo>
                  <a:pt x="330" y="32"/>
                </a:lnTo>
                <a:lnTo>
                  <a:pt x="347" y="36"/>
                </a:lnTo>
                <a:lnTo>
                  <a:pt x="363" y="41"/>
                </a:lnTo>
                <a:lnTo>
                  <a:pt x="377" y="49"/>
                </a:lnTo>
                <a:lnTo>
                  <a:pt x="390" y="57"/>
                </a:lnTo>
                <a:lnTo>
                  <a:pt x="404" y="67"/>
                </a:lnTo>
                <a:lnTo>
                  <a:pt x="416" y="78"/>
                </a:lnTo>
                <a:lnTo>
                  <a:pt x="427" y="91"/>
                </a:lnTo>
                <a:lnTo>
                  <a:pt x="437" y="104"/>
                </a:lnTo>
                <a:lnTo>
                  <a:pt x="445" y="117"/>
                </a:lnTo>
                <a:lnTo>
                  <a:pt x="453" y="133"/>
                </a:lnTo>
                <a:lnTo>
                  <a:pt x="458" y="148"/>
                </a:lnTo>
                <a:lnTo>
                  <a:pt x="462" y="164"/>
                </a:lnTo>
                <a:lnTo>
                  <a:pt x="465" y="181"/>
                </a:lnTo>
                <a:lnTo>
                  <a:pt x="466" y="198"/>
                </a:lnTo>
                <a:lnTo>
                  <a:pt x="466" y="212"/>
                </a:lnTo>
                <a:lnTo>
                  <a:pt x="463" y="226"/>
                </a:lnTo>
                <a:lnTo>
                  <a:pt x="463" y="230"/>
                </a:lnTo>
                <a:lnTo>
                  <a:pt x="465" y="235"/>
                </a:lnTo>
                <a:lnTo>
                  <a:pt x="467" y="238"/>
                </a:lnTo>
                <a:lnTo>
                  <a:pt x="471" y="240"/>
                </a:lnTo>
                <a:lnTo>
                  <a:pt x="474" y="242"/>
                </a:lnTo>
                <a:lnTo>
                  <a:pt x="478" y="242"/>
                </a:lnTo>
                <a:lnTo>
                  <a:pt x="483" y="241"/>
                </a:lnTo>
                <a:lnTo>
                  <a:pt x="487" y="239"/>
                </a:lnTo>
                <a:lnTo>
                  <a:pt x="491" y="233"/>
                </a:lnTo>
                <a:lnTo>
                  <a:pt x="498" y="230"/>
                </a:lnTo>
                <a:lnTo>
                  <a:pt x="503" y="227"/>
                </a:lnTo>
                <a:lnTo>
                  <a:pt x="510" y="224"/>
                </a:lnTo>
                <a:lnTo>
                  <a:pt x="516" y="222"/>
                </a:lnTo>
                <a:lnTo>
                  <a:pt x="522" y="221"/>
                </a:lnTo>
                <a:lnTo>
                  <a:pt x="530" y="219"/>
                </a:lnTo>
                <a:lnTo>
                  <a:pt x="536" y="219"/>
                </a:lnTo>
                <a:lnTo>
                  <a:pt x="544" y="219"/>
                </a:lnTo>
                <a:lnTo>
                  <a:pt x="551" y="221"/>
                </a:lnTo>
                <a:lnTo>
                  <a:pt x="559" y="223"/>
                </a:lnTo>
                <a:lnTo>
                  <a:pt x="565" y="225"/>
                </a:lnTo>
                <a:lnTo>
                  <a:pt x="572" y="228"/>
                </a:lnTo>
                <a:lnTo>
                  <a:pt x="578" y="232"/>
                </a:lnTo>
                <a:lnTo>
                  <a:pt x="584" y="237"/>
                </a:lnTo>
                <a:lnTo>
                  <a:pt x="589" y="241"/>
                </a:lnTo>
                <a:lnTo>
                  <a:pt x="594" y="246"/>
                </a:lnTo>
                <a:lnTo>
                  <a:pt x="599" y="252"/>
                </a:lnTo>
                <a:lnTo>
                  <a:pt x="602" y="258"/>
                </a:lnTo>
                <a:lnTo>
                  <a:pt x="605" y="265"/>
                </a:lnTo>
                <a:lnTo>
                  <a:pt x="607" y="271"/>
                </a:lnTo>
                <a:lnTo>
                  <a:pt x="609" y="279"/>
                </a:lnTo>
                <a:lnTo>
                  <a:pt x="610" y="286"/>
                </a:lnTo>
                <a:lnTo>
                  <a:pt x="610" y="294"/>
                </a:lnTo>
                <a:lnTo>
                  <a:pt x="610" y="301"/>
                </a:lnTo>
                <a:lnTo>
                  <a:pt x="609" y="309"/>
                </a:lnTo>
                <a:lnTo>
                  <a:pt x="607" y="316"/>
                </a:lnTo>
                <a:lnTo>
                  <a:pt x="605" y="323"/>
                </a:lnTo>
                <a:lnTo>
                  <a:pt x="602" y="329"/>
                </a:lnTo>
                <a:lnTo>
                  <a:pt x="599" y="335"/>
                </a:lnTo>
                <a:lnTo>
                  <a:pt x="594" y="341"/>
                </a:lnTo>
                <a:lnTo>
                  <a:pt x="589" y="346"/>
                </a:lnTo>
                <a:lnTo>
                  <a:pt x="584" y="352"/>
                </a:lnTo>
                <a:lnTo>
                  <a:pt x="578" y="356"/>
                </a:lnTo>
                <a:lnTo>
                  <a:pt x="572" y="359"/>
                </a:lnTo>
                <a:lnTo>
                  <a:pt x="565" y="362"/>
                </a:lnTo>
                <a:lnTo>
                  <a:pt x="559" y="364"/>
                </a:lnTo>
                <a:lnTo>
                  <a:pt x="551" y="367"/>
                </a:lnTo>
                <a:lnTo>
                  <a:pt x="544" y="368"/>
                </a:lnTo>
                <a:lnTo>
                  <a:pt x="536" y="368"/>
                </a:lnTo>
                <a:lnTo>
                  <a:pt x="511" y="368"/>
                </a:lnTo>
                <a:lnTo>
                  <a:pt x="505" y="369"/>
                </a:lnTo>
                <a:lnTo>
                  <a:pt x="501" y="372"/>
                </a:lnTo>
                <a:lnTo>
                  <a:pt x="498" y="376"/>
                </a:lnTo>
                <a:lnTo>
                  <a:pt x="497" y="382"/>
                </a:lnTo>
                <a:lnTo>
                  <a:pt x="498" y="387"/>
                </a:lnTo>
                <a:lnTo>
                  <a:pt x="501" y="391"/>
                </a:lnTo>
                <a:lnTo>
                  <a:pt x="505" y="394"/>
                </a:lnTo>
                <a:lnTo>
                  <a:pt x="511" y="396"/>
                </a:lnTo>
                <a:lnTo>
                  <a:pt x="536" y="396"/>
                </a:lnTo>
                <a:lnTo>
                  <a:pt x="547" y="396"/>
                </a:lnTo>
                <a:lnTo>
                  <a:pt x="557" y="393"/>
                </a:lnTo>
                <a:lnTo>
                  <a:pt x="566" y="391"/>
                </a:lnTo>
                <a:lnTo>
                  <a:pt x="576" y="388"/>
                </a:lnTo>
                <a:lnTo>
                  <a:pt x="585" y="384"/>
                </a:lnTo>
                <a:lnTo>
                  <a:pt x="593" y="378"/>
                </a:lnTo>
                <a:lnTo>
                  <a:pt x="602" y="372"/>
                </a:lnTo>
                <a:lnTo>
                  <a:pt x="608" y="365"/>
                </a:lnTo>
                <a:lnTo>
                  <a:pt x="616" y="359"/>
                </a:lnTo>
                <a:lnTo>
                  <a:pt x="621" y="350"/>
                </a:lnTo>
                <a:lnTo>
                  <a:pt x="627" y="342"/>
                </a:lnTo>
                <a:lnTo>
                  <a:pt x="631" y="333"/>
                </a:lnTo>
                <a:lnTo>
                  <a:pt x="634" y="324"/>
                </a:lnTo>
                <a:lnTo>
                  <a:pt x="636" y="314"/>
                </a:lnTo>
                <a:lnTo>
                  <a:pt x="638" y="304"/>
                </a:lnTo>
                <a:lnTo>
                  <a:pt x="638" y="294"/>
                </a:lnTo>
                <a:lnTo>
                  <a:pt x="638" y="284"/>
                </a:lnTo>
                <a:lnTo>
                  <a:pt x="637" y="275"/>
                </a:lnTo>
                <a:lnTo>
                  <a:pt x="635" y="266"/>
                </a:lnTo>
                <a:lnTo>
                  <a:pt x="632" y="257"/>
                </a:lnTo>
                <a:lnTo>
                  <a:pt x="629" y="250"/>
                </a:lnTo>
                <a:lnTo>
                  <a:pt x="624" y="242"/>
                </a:lnTo>
                <a:lnTo>
                  <a:pt x="619" y="235"/>
                </a:lnTo>
                <a:lnTo>
                  <a:pt x="614" y="227"/>
                </a:lnTo>
                <a:close/>
                <a:moveTo>
                  <a:pt x="592" y="208"/>
                </a:moveTo>
                <a:lnTo>
                  <a:pt x="579" y="201"/>
                </a:lnTo>
                <a:lnTo>
                  <a:pt x="566" y="196"/>
                </a:lnTo>
                <a:lnTo>
                  <a:pt x="559" y="194"/>
                </a:lnTo>
                <a:lnTo>
                  <a:pt x="551" y="193"/>
                </a:lnTo>
                <a:lnTo>
                  <a:pt x="544" y="192"/>
                </a:lnTo>
                <a:lnTo>
                  <a:pt x="536" y="192"/>
                </a:lnTo>
                <a:lnTo>
                  <a:pt x="526" y="192"/>
                </a:lnTo>
                <a:lnTo>
                  <a:pt x="514" y="194"/>
                </a:lnTo>
                <a:lnTo>
                  <a:pt x="504" y="197"/>
                </a:lnTo>
                <a:lnTo>
                  <a:pt x="493" y="201"/>
                </a:lnTo>
                <a:lnTo>
                  <a:pt x="493" y="199"/>
                </a:lnTo>
                <a:lnTo>
                  <a:pt x="493" y="198"/>
                </a:lnTo>
                <a:lnTo>
                  <a:pt x="493" y="184"/>
                </a:lnTo>
                <a:lnTo>
                  <a:pt x="491" y="170"/>
                </a:lnTo>
                <a:lnTo>
                  <a:pt x="489" y="156"/>
                </a:lnTo>
                <a:lnTo>
                  <a:pt x="486" y="142"/>
                </a:lnTo>
                <a:lnTo>
                  <a:pt x="482" y="129"/>
                </a:lnTo>
                <a:lnTo>
                  <a:pt x="476" y="116"/>
                </a:lnTo>
                <a:lnTo>
                  <a:pt x="470" y="105"/>
                </a:lnTo>
                <a:lnTo>
                  <a:pt x="463" y="93"/>
                </a:lnTo>
                <a:lnTo>
                  <a:pt x="473" y="88"/>
                </a:lnTo>
                <a:lnTo>
                  <a:pt x="484" y="85"/>
                </a:lnTo>
                <a:lnTo>
                  <a:pt x="495" y="83"/>
                </a:lnTo>
                <a:lnTo>
                  <a:pt x="505" y="83"/>
                </a:lnTo>
                <a:lnTo>
                  <a:pt x="515" y="83"/>
                </a:lnTo>
                <a:lnTo>
                  <a:pt x="525" y="84"/>
                </a:lnTo>
                <a:lnTo>
                  <a:pt x="533" y="87"/>
                </a:lnTo>
                <a:lnTo>
                  <a:pt x="542" y="90"/>
                </a:lnTo>
                <a:lnTo>
                  <a:pt x="549" y="94"/>
                </a:lnTo>
                <a:lnTo>
                  <a:pt x="557" y="98"/>
                </a:lnTo>
                <a:lnTo>
                  <a:pt x="564" y="104"/>
                </a:lnTo>
                <a:lnTo>
                  <a:pt x="571" y="110"/>
                </a:lnTo>
                <a:lnTo>
                  <a:pt x="577" y="116"/>
                </a:lnTo>
                <a:lnTo>
                  <a:pt x="583" y="124"/>
                </a:lnTo>
                <a:lnTo>
                  <a:pt x="587" y="131"/>
                </a:lnTo>
                <a:lnTo>
                  <a:pt x="591" y="139"/>
                </a:lnTo>
                <a:lnTo>
                  <a:pt x="594" y="148"/>
                </a:lnTo>
                <a:lnTo>
                  <a:pt x="596" y="157"/>
                </a:lnTo>
                <a:lnTo>
                  <a:pt x="598" y="166"/>
                </a:lnTo>
                <a:lnTo>
                  <a:pt x="598" y="175"/>
                </a:lnTo>
                <a:lnTo>
                  <a:pt x="598" y="184"/>
                </a:lnTo>
                <a:lnTo>
                  <a:pt x="596" y="192"/>
                </a:lnTo>
                <a:lnTo>
                  <a:pt x="594" y="200"/>
                </a:lnTo>
                <a:lnTo>
                  <a:pt x="592" y="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2" name="Freeform 391">
            <a:extLst>
              <a:ext uri="{FF2B5EF4-FFF2-40B4-BE49-F238E27FC236}">
                <a16:creationId xmlns:a16="http://schemas.microsoft.com/office/drawing/2014/main" id="{2202A813-CF7D-4AB3-84AB-93580796AD79}"/>
              </a:ext>
            </a:extLst>
          </p:cNvPr>
          <p:cNvSpPr>
            <a:spLocks noEditPoints="1"/>
          </p:cNvSpPr>
          <p:nvPr/>
        </p:nvSpPr>
        <p:spPr bwMode="auto">
          <a:xfrm>
            <a:off x="6410326" y="3973513"/>
            <a:ext cx="338138" cy="376238"/>
          </a:xfrm>
          <a:custGeom>
            <a:avLst/>
            <a:gdLst>
              <a:gd name="T0" fmla="*/ 484 w 640"/>
              <a:gd name="T1" fmla="*/ 91 h 712"/>
              <a:gd name="T2" fmla="*/ 362 w 640"/>
              <a:gd name="T3" fmla="*/ 42 h 712"/>
              <a:gd name="T4" fmla="*/ 336 w 640"/>
              <a:gd name="T5" fmla="*/ 4 h 712"/>
              <a:gd name="T6" fmla="*/ 291 w 640"/>
              <a:gd name="T7" fmla="*/ 13 h 712"/>
              <a:gd name="T8" fmla="*/ 255 w 640"/>
              <a:gd name="T9" fmla="*/ 52 h 712"/>
              <a:gd name="T10" fmla="*/ 122 w 640"/>
              <a:gd name="T11" fmla="*/ 114 h 712"/>
              <a:gd name="T12" fmla="*/ 107 w 640"/>
              <a:gd name="T13" fmla="*/ 153 h 712"/>
              <a:gd name="T14" fmla="*/ 172 w 640"/>
              <a:gd name="T15" fmla="*/ 113 h 712"/>
              <a:gd name="T16" fmla="*/ 259 w 640"/>
              <a:gd name="T17" fmla="*/ 92 h 712"/>
              <a:gd name="T18" fmla="*/ 218 w 640"/>
              <a:gd name="T19" fmla="*/ 214 h 712"/>
              <a:gd name="T20" fmla="*/ 29 w 640"/>
              <a:gd name="T21" fmla="*/ 350 h 712"/>
              <a:gd name="T22" fmla="*/ 42 w 640"/>
              <a:gd name="T23" fmla="*/ 277 h 712"/>
              <a:gd name="T24" fmla="*/ 43 w 640"/>
              <a:gd name="T25" fmla="*/ 236 h 712"/>
              <a:gd name="T26" fmla="*/ 14 w 640"/>
              <a:gd name="T27" fmla="*/ 272 h 712"/>
              <a:gd name="T28" fmla="*/ 0 w 640"/>
              <a:gd name="T29" fmla="*/ 364 h 712"/>
              <a:gd name="T30" fmla="*/ 278 w 640"/>
              <a:gd name="T31" fmla="*/ 615 h 712"/>
              <a:gd name="T32" fmla="*/ 260 w 640"/>
              <a:gd name="T33" fmla="*/ 627 h 712"/>
              <a:gd name="T34" fmla="*/ 250 w 640"/>
              <a:gd name="T35" fmla="*/ 615 h 712"/>
              <a:gd name="T36" fmla="*/ 232 w 640"/>
              <a:gd name="T37" fmla="*/ 561 h 712"/>
              <a:gd name="T38" fmla="*/ 186 w 640"/>
              <a:gd name="T39" fmla="*/ 561 h 712"/>
              <a:gd name="T40" fmla="*/ 168 w 640"/>
              <a:gd name="T41" fmla="*/ 613 h 712"/>
              <a:gd name="T42" fmla="*/ 184 w 640"/>
              <a:gd name="T43" fmla="*/ 668 h 712"/>
              <a:gd name="T44" fmla="*/ 226 w 640"/>
              <a:gd name="T45" fmla="*/ 704 h 712"/>
              <a:gd name="T46" fmla="*/ 264 w 640"/>
              <a:gd name="T47" fmla="*/ 712 h 712"/>
              <a:gd name="T48" fmla="*/ 318 w 640"/>
              <a:gd name="T49" fmla="*/ 696 h 712"/>
              <a:gd name="T50" fmla="*/ 354 w 640"/>
              <a:gd name="T51" fmla="*/ 652 h 712"/>
              <a:gd name="T52" fmla="*/ 361 w 640"/>
              <a:gd name="T53" fmla="*/ 561 h 712"/>
              <a:gd name="T54" fmla="*/ 335 w 640"/>
              <a:gd name="T55" fmla="*/ 561 h 712"/>
              <a:gd name="T56" fmla="*/ 329 w 640"/>
              <a:gd name="T57" fmla="*/ 641 h 712"/>
              <a:gd name="T58" fmla="*/ 303 w 640"/>
              <a:gd name="T59" fmla="*/ 673 h 712"/>
              <a:gd name="T60" fmla="*/ 263 w 640"/>
              <a:gd name="T61" fmla="*/ 684 h 712"/>
              <a:gd name="T62" fmla="*/ 226 w 640"/>
              <a:gd name="T63" fmla="*/ 671 h 712"/>
              <a:gd name="T64" fmla="*/ 201 w 640"/>
              <a:gd name="T65" fmla="*/ 640 h 712"/>
              <a:gd name="T66" fmla="*/ 197 w 640"/>
              <a:gd name="T67" fmla="*/ 591 h 712"/>
              <a:gd name="T68" fmla="*/ 221 w 640"/>
              <a:gd name="T69" fmla="*/ 591 h 712"/>
              <a:gd name="T70" fmla="*/ 235 w 640"/>
              <a:gd name="T71" fmla="*/ 645 h 712"/>
              <a:gd name="T72" fmla="*/ 281 w 640"/>
              <a:gd name="T73" fmla="*/ 653 h 712"/>
              <a:gd name="T74" fmla="*/ 306 w 640"/>
              <a:gd name="T75" fmla="*/ 615 h 712"/>
              <a:gd name="T76" fmla="*/ 343 w 640"/>
              <a:gd name="T77" fmla="*/ 464 h 712"/>
              <a:gd name="T78" fmla="*/ 362 w 640"/>
              <a:gd name="T79" fmla="*/ 378 h 712"/>
              <a:gd name="T80" fmla="*/ 639 w 640"/>
              <a:gd name="T81" fmla="*/ 348 h 712"/>
              <a:gd name="T82" fmla="*/ 620 w 640"/>
              <a:gd name="T83" fmla="*/ 257 h 712"/>
              <a:gd name="T84" fmla="*/ 577 w 640"/>
              <a:gd name="T85" fmla="*/ 174 h 712"/>
              <a:gd name="T86" fmla="*/ 310 w 640"/>
              <a:gd name="T87" fmla="*/ 33 h 712"/>
              <a:gd name="T88" fmla="*/ 334 w 640"/>
              <a:gd name="T89" fmla="*/ 42 h 712"/>
              <a:gd name="T90" fmla="*/ 306 w 640"/>
              <a:gd name="T91" fmla="*/ 42 h 712"/>
              <a:gd name="T92" fmla="*/ 241 w 640"/>
              <a:gd name="T93" fmla="*/ 244 h 712"/>
              <a:gd name="T94" fmla="*/ 275 w 640"/>
              <a:gd name="T95" fmla="*/ 120 h 712"/>
              <a:gd name="T96" fmla="*/ 313 w 640"/>
              <a:gd name="T97" fmla="*/ 75 h 712"/>
              <a:gd name="T98" fmla="*/ 335 w 640"/>
              <a:gd name="T99" fmla="*/ 79 h 712"/>
              <a:gd name="T100" fmla="*/ 379 w 640"/>
              <a:gd name="T101" fmla="*/ 153 h 712"/>
              <a:gd name="T102" fmla="*/ 405 w 640"/>
              <a:gd name="T103" fmla="*/ 296 h 712"/>
              <a:gd name="T104" fmla="*/ 433 w 640"/>
              <a:gd name="T105" fmla="*/ 294 h 712"/>
              <a:gd name="T106" fmla="*/ 405 w 640"/>
              <a:gd name="T107" fmla="*/ 144 h 712"/>
              <a:gd name="T108" fmla="*/ 421 w 640"/>
              <a:gd name="T109" fmla="*/ 91 h 712"/>
              <a:gd name="T110" fmla="*/ 539 w 640"/>
              <a:gd name="T111" fmla="*/ 172 h 712"/>
              <a:gd name="T112" fmla="*/ 604 w 640"/>
              <a:gd name="T113" fmla="*/ 301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40" h="712">
                <a:moveTo>
                  <a:pt x="546" y="139"/>
                </a:moveTo>
                <a:lnTo>
                  <a:pt x="537" y="129"/>
                </a:lnTo>
                <a:lnTo>
                  <a:pt x="526" y="121"/>
                </a:lnTo>
                <a:lnTo>
                  <a:pt x="516" y="112"/>
                </a:lnTo>
                <a:lnTo>
                  <a:pt x="506" y="105"/>
                </a:lnTo>
                <a:lnTo>
                  <a:pt x="484" y="91"/>
                </a:lnTo>
                <a:lnTo>
                  <a:pt x="461" y="78"/>
                </a:lnTo>
                <a:lnTo>
                  <a:pt x="437" y="67"/>
                </a:lnTo>
                <a:lnTo>
                  <a:pt x="412" y="58"/>
                </a:lnTo>
                <a:lnTo>
                  <a:pt x="388" y="52"/>
                </a:lnTo>
                <a:lnTo>
                  <a:pt x="362" y="48"/>
                </a:lnTo>
                <a:lnTo>
                  <a:pt x="362" y="42"/>
                </a:lnTo>
                <a:lnTo>
                  <a:pt x="361" y="34"/>
                </a:lnTo>
                <a:lnTo>
                  <a:pt x="359" y="26"/>
                </a:lnTo>
                <a:lnTo>
                  <a:pt x="354" y="19"/>
                </a:lnTo>
                <a:lnTo>
                  <a:pt x="350" y="13"/>
                </a:lnTo>
                <a:lnTo>
                  <a:pt x="344" y="8"/>
                </a:lnTo>
                <a:lnTo>
                  <a:pt x="336" y="4"/>
                </a:lnTo>
                <a:lnTo>
                  <a:pt x="329" y="2"/>
                </a:lnTo>
                <a:lnTo>
                  <a:pt x="320" y="0"/>
                </a:lnTo>
                <a:lnTo>
                  <a:pt x="312" y="2"/>
                </a:lnTo>
                <a:lnTo>
                  <a:pt x="304" y="4"/>
                </a:lnTo>
                <a:lnTo>
                  <a:pt x="296" y="8"/>
                </a:lnTo>
                <a:lnTo>
                  <a:pt x="291" y="13"/>
                </a:lnTo>
                <a:lnTo>
                  <a:pt x="286" y="19"/>
                </a:lnTo>
                <a:lnTo>
                  <a:pt x="281" y="26"/>
                </a:lnTo>
                <a:lnTo>
                  <a:pt x="279" y="34"/>
                </a:lnTo>
                <a:lnTo>
                  <a:pt x="278" y="42"/>
                </a:lnTo>
                <a:lnTo>
                  <a:pt x="278" y="48"/>
                </a:lnTo>
                <a:lnTo>
                  <a:pt x="255" y="52"/>
                </a:lnTo>
                <a:lnTo>
                  <a:pt x="230" y="58"/>
                </a:lnTo>
                <a:lnTo>
                  <a:pt x="207" y="66"/>
                </a:lnTo>
                <a:lnTo>
                  <a:pt x="185" y="76"/>
                </a:lnTo>
                <a:lnTo>
                  <a:pt x="162" y="86"/>
                </a:lnTo>
                <a:lnTo>
                  <a:pt x="142" y="99"/>
                </a:lnTo>
                <a:lnTo>
                  <a:pt x="122" y="114"/>
                </a:lnTo>
                <a:lnTo>
                  <a:pt x="103" y="130"/>
                </a:lnTo>
                <a:lnTo>
                  <a:pt x="100" y="135"/>
                </a:lnTo>
                <a:lnTo>
                  <a:pt x="99" y="140"/>
                </a:lnTo>
                <a:lnTo>
                  <a:pt x="99" y="145"/>
                </a:lnTo>
                <a:lnTo>
                  <a:pt x="102" y="150"/>
                </a:lnTo>
                <a:lnTo>
                  <a:pt x="107" y="153"/>
                </a:lnTo>
                <a:lnTo>
                  <a:pt x="112" y="155"/>
                </a:lnTo>
                <a:lnTo>
                  <a:pt x="117" y="154"/>
                </a:lnTo>
                <a:lnTo>
                  <a:pt x="122" y="151"/>
                </a:lnTo>
                <a:lnTo>
                  <a:pt x="138" y="137"/>
                </a:lnTo>
                <a:lnTo>
                  <a:pt x="154" y="125"/>
                </a:lnTo>
                <a:lnTo>
                  <a:pt x="172" y="113"/>
                </a:lnTo>
                <a:lnTo>
                  <a:pt x="189" y="104"/>
                </a:lnTo>
                <a:lnTo>
                  <a:pt x="209" y="95"/>
                </a:lnTo>
                <a:lnTo>
                  <a:pt x="228" y="89"/>
                </a:lnTo>
                <a:lnTo>
                  <a:pt x="247" y="82"/>
                </a:lnTo>
                <a:lnTo>
                  <a:pt x="268" y="78"/>
                </a:lnTo>
                <a:lnTo>
                  <a:pt x="259" y="92"/>
                </a:lnTo>
                <a:lnTo>
                  <a:pt x="250" y="107"/>
                </a:lnTo>
                <a:lnTo>
                  <a:pt x="243" y="124"/>
                </a:lnTo>
                <a:lnTo>
                  <a:pt x="235" y="144"/>
                </a:lnTo>
                <a:lnTo>
                  <a:pt x="229" y="166"/>
                </a:lnTo>
                <a:lnTo>
                  <a:pt x="222" y="189"/>
                </a:lnTo>
                <a:lnTo>
                  <a:pt x="218" y="214"/>
                </a:lnTo>
                <a:lnTo>
                  <a:pt x="214" y="239"/>
                </a:lnTo>
                <a:lnTo>
                  <a:pt x="211" y="266"/>
                </a:lnTo>
                <a:lnTo>
                  <a:pt x="207" y="294"/>
                </a:lnTo>
                <a:lnTo>
                  <a:pt x="206" y="321"/>
                </a:lnTo>
                <a:lnTo>
                  <a:pt x="205" y="350"/>
                </a:lnTo>
                <a:lnTo>
                  <a:pt x="29" y="350"/>
                </a:lnTo>
                <a:lnTo>
                  <a:pt x="29" y="339"/>
                </a:lnTo>
                <a:lnTo>
                  <a:pt x="31" y="326"/>
                </a:lnTo>
                <a:lnTo>
                  <a:pt x="34" y="314"/>
                </a:lnTo>
                <a:lnTo>
                  <a:pt x="36" y="301"/>
                </a:lnTo>
                <a:lnTo>
                  <a:pt x="39" y="289"/>
                </a:lnTo>
                <a:lnTo>
                  <a:pt x="42" y="277"/>
                </a:lnTo>
                <a:lnTo>
                  <a:pt x="47" y="266"/>
                </a:lnTo>
                <a:lnTo>
                  <a:pt x="51" y="254"/>
                </a:lnTo>
                <a:lnTo>
                  <a:pt x="52" y="248"/>
                </a:lnTo>
                <a:lnTo>
                  <a:pt x="51" y="243"/>
                </a:lnTo>
                <a:lnTo>
                  <a:pt x="48" y="239"/>
                </a:lnTo>
                <a:lnTo>
                  <a:pt x="43" y="236"/>
                </a:lnTo>
                <a:lnTo>
                  <a:pt x="38" y="235"/>
                </a:lnTo>
                <a:lnTo>
                  <a:pt x="33" y="236"/>
                </a:lnTo>
                <a:lnTo>
                  <a:pt x="28" y="239"/>
                </a:lnTo>
                <a:lnTo>
                  <a:pt x="25" y="243"/>
                </a:lnTo>
                <a:lnTo>
                  <a:pt x="20" y="257"/>
                </a:lnTo>
                <a:lnTo>
                  <a:pt x="14" y="272"/>
                </a:lnTo>
                <a:lnTo>
                  <a:pt x="10" y="287"/>
                </a:lnTo>
                <a:lnTo>
                  <a:pt x="7" y="302"/>
                </a:lnTo>
                <a:lnTo>
                  <a:pt x="5" y="318"/>
                </a:lnTo>
                <a:lnTo>
                  <a:pt x="3" y="333"/>
                </a:lnTo>
                <a:lnTo>
                  <a:pt x="1" y="349"/>
                </a:lnTo>
                <a:lnTo>
                  <a:pt x="0" y="364"/>
                </a:lnTo>
                <a:lnTo>
                  <a:pt x="1" y="370"/>
                </a:lnTo>
                <a:lnTo>
                  <a:pt x="5" y="374"/>
                </a:lnTo>
                <a:lnTo>
                  <a:pt x="9" y="377"/>
                </a:lnTo>
                <a:lnTo>
                  <a:pt x="14" y="378"/>
                </a:lnTo>
                <a:lnTo>
                  <a:pt x="278" y="378"/>
                </a:lnTo>
                <a:lnTo>
                  <a:pt x="278" y="615"/>
                </a:lnTo>
                <a:lnTo>
                  <a:pt x="277" y="620"/>
                </a:lnTo>
                <a:lnTo>
                  <a:pt x="275" y="624"/>
                </a:lnTo>
                <a:lnTo>
                  <a:pt x="271" y="627"/>
                </a:lnTo>
                <a:lnTo>
                  <a:pt x="265" y="629"/>
                </a:lnTo>
                <a:lnTo>
                  <a:pt x="262" y="629"/>
                </a:lnTo>
                <a:lnTo>
                  <a:pt x="260" y="627"/>
                </a:lnTo>
                <a:lnTo>
                  <a:pt x="257" y="626"/>
                </a:lnTo>
                <a:lnTo>
                  <a:pt x="255" y="625"/>
                </a:lnTo>
                <a:lnTo>
                  <a:pt x="254" y="623"/>
                </a:lnTo>
                <a:lnTo>
                  <a:pt x="251" y="620"/>
                </a:lnTo>
                <a:lnTo>
                  <a:pt x="251" y="618"/>
                </a:lnTo>
                <a:lnTo>
                  <a:pt x="250" y="615"/>
                </a:lnTo>
                <a:lnTo>
                  <a:pt x="250" y="596"/>
                </a:lnTo>
                <a:lnTo>
                  <a:pt x="250" y="588"/>
                </a:lnTo>
                <a:lnTo>
                  <a:pt x="247" y="579"/>
                </a:lnTo>
                <a:lnTo>
                  <a:pt x="244" y="573"/>
                </a:lnTo>
                <a:lnTo>
                  <a:pt x="239" y="566"/>
                </a:lnTo>
                <a:lnTo>
                  <a:pt x="232" y="561"/>
                </a:lnTo>
                <a:lnTo>
                  <a:pt x="226" y="558"/>
                </a:lnTo>
                <a:lnTo>
                  <a:pt x="217" y="556"/>
                </a:lnTo>
                <a:lnTo>
                  <a:pt x="210" y="554"/>
                </a:lnTo>
                <a:lnTo>
                  <a:pt x="201" y="556"/>
                </a:lnTo>
                <a:lnTo>
                  <a:pt x="192" y="558"/>
                </a:lnTo>
                <a:lnTo>
                  <a:pt x="186" y="561"/>
                </a:lnTo>
                <a:lnTo>
                  <a:pt x="180" y="566"/>
                </a:lnTo>
                <a:lnTo>
                  <a:pt x="174" y="573"/>
                </a:lnTo>
                <a:lnTo>
                  <a:pt x="171" y="579"/>
                </a:lnTo>
                <a:lnTo>
                  <a:pt x="169" y="588"/>
                </a:lnTo>
                <a:lnTo>
                  <a:pt x="168" y="596"/>
                </a:lnTo>
                <a:lnTo>
                  <a:pt x="168" y="613"/>
                </a:lnTo>
                <a:lnTo>
                  <a:pt x="168" y="623"/>
                </a:lnTo>
                <a:lnTo>
                  <a:pt x="170" y="633"/>
                </a:lnTo>
                <a:lnTo>
                  <a:pt x="172" y="642"/>
                </a:lnTo>
                <a:lnTo>
                  <a:pt x="175" y="651"/>
                </a:lnTo>
                <a:lnTo>
                  <a:pt x="180" y="660"/>
                </a:lnTo>
                <a:lnTo>
                  <a:pt x="184" y="668"/>
                </a:lnTo>
                <a:lnTo>
                  <a:pt x="189" y="676"/>
                </a:lnTo>
                <a:lnTo>
                  <a:pt x="196" y="682"/>
                </a:lnTo>
                <a:lnTo>
                  <a:pt x="202" y="689"/>
                </a:lnTo>
                <a:lnTo>
                  <a:pt x="210" y="695"/>
                </a:lnTo>
                <a:lnTo>
                  <a:pt x="217" y="699"/>
                </a:lnTo>
                <a:lnTo>
                  <a:pt x="226" y="704"/>
                </a:lnTo>
                <a:lnTo>
                  <a:pt x="234" y="707"/>
                </a:lnTo>
                <a:lnTo>
                  <a:pt x="244" y="710"/>
                </a:lnTo>
                <a:lnTo>
                  <a:pt x="254" y="711"/>
                </a:lnTo>
                <a:lnTo>
                  <a:pt x="263" y="712"/>
                </a:lnTo>
                <a:lnTo>
                  <a:pt x="264" y="712"/>
                </a:lnTo>
                <a:lnTo>
                  <a:pt x="264" y="712"/>
                </a:lnTo>
                <a:lnTo>
                  <a:pt x="274" y="711"/>
                </a:lnTo>
                <a:lnTo>
                  <a:pt x="284" y="710"/>
                </a:lnTo>
                <a:lnTo>
                  <a:pt x="292" y="708"/>
                </a:lnTo>
                <a:lnTo>
                  <a:pt x="302" y="705"/>
                </a:lnTo>
                <a:lnTo>
                  <a:pt x="310" y="700"/>
                </a:lnTo>
                <a:lnTo>
                  <a:pt x="318" y="696"/>
                </a:lnTo>
                <a:lnTo>
                  <a:pt x="325" y="691"/>
                </a:lnTo>
                <a:lnTo>
                  <a:pt x="333" y="684"/>
                </a:lnTo>
                <a:lnTo>
                  <a:pt x="339" y="677"/>
                </a:lnTo>
                <a:lnTo>
                  <a:pt x="345" y="669"/>
                </a:lnTo>
                <a:lnTo>
                  <a:pt x="350" y="661"/>
                </a:lnTo>
                <a:lnTo>
                  <a:pt x="354" y="652"/>
                </a:lnTo>
                <a:lnTo>
                  <a:pt x="358" y="644"/>
                </a:lnTo>
                <a:lnTo>
                  <a:pt x="360" y="634"/>
                </a:lnTo>
                <a:lnTo>
                  <a:pt x="361" y="624"/>
                </a:lnTo>
                <a:lnTo>
                  <a:pt x="362" y="615"/>
                </a:lnTo>
                <a:lnTo>
                  <a:pt x="362" y="566"/>
                </a:lnTo>
                <a:lnTo>
                  <a:pt x="361" y="561"/>
                </a:lnTo>
                <a:lnTo>
                  <a:pt x="358" y="557"/>
                </a:lnTo>
                <a:lnTo>
                  <a:pt x="353" y="553"/>
                </a:lnTo>
                <a:lnTo>
                  <a:pt x="348" y="552"/>
                </a:lnTo>
                <a:lnTo>
                  <a:pt x="343" y="553"/>
                </a:lnTo>
                <a:lnTo>
                  <a:pt x="338" y="557"/>
                </a:lnTo>
                <a:lnTo>
                  <a:pt x="335" y="561"/>
                </a:lnTo>
                <a:lnTo>
                  <a:pt x="334" y="566"/>
                </a:lnTo>
                <a:lnTo>
                  <a:pt x="334" y="615"/>
                </a:lnTo>
                <a:lnTo>
                  <a:pt x="334" y="622"/>
                </a:lnTo>
                <a:lnTo>
                  <a:pt x="333" y="629"/>
                </a:lnTo>
                <a:lnTo>
                  <a:pt x="331" y="635"/>
                </a:lnTo>
                <a:lnTo>
                  <a:pt x="329" y="641"/>
                </a:lnTo>
                <a:lnTo>
                  <a:pt x="325" y="648"/>
                </a:lnTo>
                <a:lnTo>
                  <a:pt x="322" y="653"/>
                </a:lnTo>
                <a:lnTo>
                  <a:pt x="318" y="660"/>
                </a:lnTo>
                <a:lnTo>
                  <a:pt x="314" y="664"/>
                </a:lnTo>
                <a:lnTo>
                  <a:pt x="308" y="669"/>
                </a:lnTo>
                <a:lnTo>
                  <a:pt x="303" y="673"/>
                </a:lnTo>
                <a:lnTo>
                  <a:pt x="296" y="677"/>
                </a:lnTo>
                <a:lnTo>
                  <a:pt x="290" y="679"/>
                </a:lnTo>
                <a:lnTo>
                  <a:pt x="284" y="681"/>
                </a:lnTo>
                <a:lnTo>
                  <a:pt x="277" y="683"/>
                </a:lnTo>
                <a:lnTo>
                  <a:pt x="271" y="684"/>
                </a:lnTo>
                <a:lnTo>
                  <a:pt x="263" y="684"/>
                </a:lnTo>
                <a:lnTo>
                  <a:pt x="257" y="684"/>
                </a:lnTo>
                <a:lnTo>
                  <a:pt x="250" y="682"/>
                </a:lnTo>
                <a:lnTo>
                  <a:pt x="243" y="681"/>
                </a:lnTo>
                <a:lnTo>
                  <a:pt x="237" y="678"/>
                </a:lnTo>
                <a:lnTo>
                  <a:pt x="231" y="676"/>
                </a:lnTo>
                <a:lnTo>
                  <a:pt x="226" y="671"/>
                </a:lnTo>
                <a:lnTo>
                  <a:pt x="220" y="667"/>
                </a:lnTo>
                <a:lnTo>
                  <a:pt x="215" y="663"/>
                </a:lnTo>
                <a:lnTo>
                  <a:pt x="211" y="659"/>
                </a:lnTo>
                <a:lnTo>
                  <a:pt x="207" y="653"/>
                </a:lnTo>
                <a:lnTo>
                  <a:pt x="203" y="647"/>
                </a:lnTo>
                <a:lnTo>
                  <a:pt x="201" y="640"/>
                </a:lnTo>
                <a:lnTo>
                  <a:pt x="198" y="634"/>
                </a:lnTo>
                <a:lnTo>
                  <a:pt x="197" y="627"/>
                </a:lnTo>
                <a:lnTo>
                  <a:pt x="196" y="621"/>
                </a:lnTo>
                <a:lnTo>
                  <a:pt x="196" y="613"/>
                </a:lnTo>
                <a:lnTo>
                  <a:pt x="196" y="596"/>
                </a:lnTo>
                <a:lnTo>
                  <a:pt x="197" y="591"/>
                </a:lnTo>
                <a:lnTo>
                  <a:pt x="199" y="586"/>
                </a:lnTo>
                <a:lnTo>
                  <a:pt x="204" y="583"/>
                </a:lnTo>
                <a:lnTo>
                  <a:pt x="210" y="582"/>
                </a:lnTo>
                <a:lnTo>
                  <a:pt x="215" y="583"/>
                </a:lnTo>
                <a:lnTo>
                  <a:pt x="219" y="586"/>
                </a:lnTo>
                <a:lnTo>
                  <a:pt x="221" y="591"/>
                </a:lnTo>
                <a:lnTo>
                  <a:pt x="224" y="596"/>
                </a:lnTo>
                <a:lnTo>
                  <a:pt x="224" y="615"/>
                </a:lnTo>
                <a:lnTo>
                  <a:pt x="224" y="623"/>
                </a:lnTo>
                <a:lnTo>
                  <a:pt x="227" y="631"/>
                </a:lnTo>
                <a:lnTo>
                  <a:pt x="230" y="638"/>
                </a:lnTo>
                <a:lnTo>
                  <a:pt x="235" y="645"/>
                </a:lnTo>
                <a:lnTo>
                  <a:pt x="243" y="650"/>
                </a:lnTo>
                <a:lnTo>
                  <a:pt x="249" y="654"/>
                </a:lnTo>
                <a:lnTo>
                  <a:pt x="258" y="656"/>
                </a:lnTo>
                <a:lnTo>
                  <a:pt x="266" y="656"/>
                </a:lnTo>
                <a:lnTo>
                  <a:pt x="274" y="655"/>
                </a:lnTo>
                <a:lnTo>
                  <a:pt x="281" y="653"/>
                </a:lnTo>
                <a:lnTo>
                  <a:pt x="289" y="649"/>
                </a:lnTo>
                <a:lnTo>
                  <a:pt x="294" y="644"/>
                </a:lnTo>
                <a:lnTo>
                  <a:pt x="300" y="637"/>
                </a:lnTo>
                <a:lnTo>
                  <a:pt x="303" y="631"/>
                </a:lnTo>
                <a:lnTo>
                  <a:pt x="305" y="622"/>
                </a:lnTo>
                <a:lnTo>
                  <a:pt x="306" y="615"/>
                </a:lnTo>
                <a:lnTo>
                  <a:pt x="306" y="378"/>
                </a:lnTo>
                <a:lnTo>
                  <a:pt x="334" y="378"/>
                </a:lnTo>
                <a:lnTo>
                  <a:pt x="334" y="451"/>
                </a:lnTo>
                <a:lnTo>
                  <a:pt x="335" y="457"/>
                </a:lnTo>
                <a:lnTo>
                  <a:pt x="338" y="461"/>
                </a:lnTo>
                <a:lnTo>
                  <a:pt x="343" y="464"/>
                </a:lnTo>
                <a:lnTo>
                  <a:pt x="348" y="465"/>
                </a:lnTo>
                <a:lnTo>
                  <a:pt x="353" y="464"/>
                </a:lnTo>
                <a:lnTo>
                  <a:pt x="358" y="461"/>
                </a:lnTo>
                <a:lnTo>
                  <a:pt x="361" y="457"/>
                </a:lnTo>
                <a:lnTo>
                  <a:pt x="362" y="451"/>
                </a:lnTo>
                <a:lnTo>
                  <a:pt x="362" y="378"/>
                </a:lnTo>
                <a:lnTo>
                  <a:pt x="626" y="378"/>
                </a:lnTo>
                <a:lnTo>
                  <a:pt x="631" y="377"/>
                </a:lnTo>
                <a:lnTo>
                  <a:pt x="636" y="374"/>
                </a:lnTo>
                <a:lnTo>
                  <a:pt x="639" y="370"/>
                </a:lnTo>
                <a:lnTo>
                  <a:pt x="640" y="364"/>
                </a:lnTo>
                <a:lnTo>
                  <a:pt x="639" y="348"/>
                </a:lnTo>
                <a:lnTo>
                  <a:pt x="638" y="333"/>
                </a:lnTo>
                <a:lnTo>
                  <a:pt x="636" y="317"/>
                </a:lnTo>
                <a:lnTo>
                  <a:pt x="633" y="302"/>
                </a:lnTo>
                <a:lnTo>
                  <a:pt x="630" y="287"/>
                </a:lnTo>
                <a:lnTo>
                  <a:pt x="626" y="272"/>
                </a:lnTo>
                <a:lnTo>
                  <a:pt x="620" y="257"/>
                </a:lnTo>
                <a:lnTo>
                  <a:pt x="615" y="242"/>
                </a:lnTo>
                <a:lnTo>
                  <a:pt x="609" y="228"/>
                </a:lnTo>
                <a:lnTo>
                  <a:pt x="602" y="214"/>
                </a:lnTo>
                <a:lnTo>
                  <a:pt x="595" y="201"/>
                </a:lnTo>
                <a:lnTo>
                  <a:pt x="586" y="187"/>
                </a:lnTo>
                <a:lnTo>
                  <a:pt x="577" y="174"/>
                </a:lnTo>
                <a:lnTo>
                  <a:pt x="567" y="163"/>
                </a:lnTo>
                <a:lnTo>
                  <a:pt x="557" y="151"/>
                </a:lnTo>
                <a:lnTo>
                  <a:pt x="546" y="139"/>
                </a:lnTo>
                <a:close/>
                <a:moveTo>
                  <a:pt x="306" y="42"/>
                </a:moveTo>
                <a:lnTo>
                  <a:pt x="307" y="37"/>
                </a:lnTo>
                <a:lnTo>
                  <a:pt x="310" y="33"/>
                </a:lnTo>
                <a:lnTo>
                  <a:pt x="315" y="29"/>
                </a:lnTo>
                <a:lnTo>
                  <a:pt x="320" y="28"/>
                </a:lnTo>
                <a:lnTo>
                  <a:pt x="325" y="29"/>
                </a:lnTo>
                <a:lnTo>
                  <a:pt x="330" y="33"/>
                </a:lnTo>
                <a:lnTo>
                  <a:pt x="333" y="37"/>
                </a:lnTo>
                <a:lnTo>
                  <a:pt x="334" y="42"/>
                </a:lnTo>
                <a:lnTo>
                  <a:pt x="334" y="46"/>
                </a:lnTo>
                <a:lnTo>
                  <a:pt x="328" y="46"/>
                </a:lnTo>
                <a:lnTo>
                  <a:pt x="320" y="46"/>
                </a:lnTo>
                <a:lnTo>
                  <a:pt x="314" y="46"/>
                </a:lnTo>
                <a:lnTo>
                  <a:pt x="306" y="46"/>
                </a:lnTo>
                <a:lnTo>
                  <a:pt x="306" y="42"/>
                </a:lnTo>
                <a:close/>
                <a:moveTo>
                  <a:pt x="348" y="350"/>
                </a:moveTo>
                <a:lnTo>
                  <a:pt x="233" y="350"/>
                </a:lnTo>
                <a:lnTo>
                  <a:pt x="233" y="323"/>
                </a:lnTo>
                <a:lnTo>
                  <a:pt x="235" y="296"/>
                </a:lnTo>
                <a:lnTo>
                  <a:pt x="237" y="269"/>
                </a:lnTo>
                <a:lnTo>
                  <a:pt x="241" y="244"/>
                </a:lnTo>
                <a:lnTo>
                  <a:pt x="245" y="219"/>
                </a:lnTo>
                <a:lnTo>
                  <a:pt x="250" y="196"/>
                </a:lnTo>
                <a:lnTo>
                  <a:pt x="256" y="173"/>
                </a:lnTo>
                <a:lnTo>
                  <a:pt x="262" y="153"/>
                </a:lnTo>
                <a:lnTo>
                  <a:pt x="269" y="136"/>
                </a:lnTo>
                <a:lnTo>
                  <a:pt x="275" y="120"/>
                </a:lnTo>
                <a:lnTo>
                  <a:pt x="283" y="106"/>
                </a:lnTo>
                <a:lnTo>
                  <a:pt x="290" y="94"/>
                </a:lnTo>
                <a:lnTo>
                  <a:pt x="298" y="85"/>
                </a:lnTo>
                <a:lnTo>
                  <a:pt x="305" y="79"/>
                </a:lnTo>
                <a:lnTo>
                  <a:pt x="308" y="77"/>
                </a:lnTo>
                <a:lnTo>
                  <a:pt x="313" y="75"/>
                </a:lnTo>
                <a:lnTo>
                  <a:pt x="317" y="73"/>
                </a:lnTo>
                <a:lnTo>
                  <a:pt x="320" y="73"/>
                </a:lnTo>
                <a:lnTo>
                  <a:pt x="324" y="73"/>
                </a:lnTo>
                <a:lnTo>
                  <a:pt x="328" y="75"/>
                </a:lnTo>
                <a:lnTo>
                  <a:pt x="332" y="77"/>
                </a:lnTo>
                <a:lnTo>
                  <a:pt x="335" y="79"/>
                </a:lnTo>
                <a:lnTo>
                  <a:pt x="343" y="85"/>
                </a:lnTo>
                <a:lnTo>
                  <a:pt x="351" y="94"/>
                </a:lnTo>
                <a:lnTo>
                  <a:pt x="358" y="106"/>
                </a:lnTo>
                <a:lnTo>
                  <a:pt x="365" y="120"/>
                </a:lnTo>
                <a:lnTo>
                  <a:pt x="373" y="136"/>
                </a:lnTo>
                <a:lnTo>
                  <a:pt x="379" y="153"/>
                </a:lnTo>
                <a:lnTo>
                  <a:pt x="384" y="173"/>
                </a:lnTo>
                <a:lnTo>
                  <a:pt x="391" y="196"/>
                </a:lnTo>
                <a:lnTo>
                  <a:pt x="395" y="219"/>
                </a:lnTo>
                <a:lnTo>
                  <a:pt x="399" y="244"/>
                </a:lnTo>
                <a:lnTo>
                  <a:pt x="403" y="269"/>
                </a:lnTo>
                <a:lnTo>
                  <a:pt x="405" y="296"/>
                </a:lnTo>
                <a:lnTo>
                  <a:pt x="407" y="323"/>
                </a:lnTo>
                <a:lnTo>
                  <a:pt x="408" y="350"/>
                </a:lnTo>
                <a:lnTo>
                  <a:pt x="348" y="350"/>
                </a:lnTo>
                <a:close/>
                <a:moveTo>
                  <a:pt x="435" y="350"/>
                </a:moveTo>
                <a:lnTo>
                  <a:pt x="435" y="321"/>
                </a:lnTo>
                <a:lnTo>
                  <a:pt x="433" y="294"/>
                </a:lnTo>
                <a:lnTo>
                  <a:pt x="431" y="266"/>
                </a:lnTo>
                <a:lnTo>
                  <a:pt x="426" y="239"/>
                </a:lnTo>
                <a:lnTo>
                  <a:pt x="422" y="214"/>
                </a:lnTo>
                <a:lnTo>
                  <a:pt x="418" y="189"/>
                </a:lnTo>
                <a:lnTo>
                  <a:pt x="411" y="166"/>
                </a:lnTo>
                <a:lnTo>
                  <a:pt x="405" y="144"/>
                </a:lnTo>
                <a:lnTo>
                  <a:pt x="397" y="125"/>
                </a:lnTo>
                <a:lnTo>
                  <a:pt x="390" y="107"/>
                </a:lnTo>
                <a:lnTo>
                  <a:pt x="382" y="92"/>
                </a:lnTo>
                <a:lnTo>
                  <a:pt x="373" y="78"/>
                </a:lnTo>
                <a:lnTo>
                  <a:pt x="397" y="83"/>
                </a:lnTo>
                <a:lnTo>
                  <a:pt x="421" y="91"/>
                </a:lnTo>
                <a:lnTo>
                  <a:pt x="443" y="100"/>
                </a:lnTo>
                <a:lnTo>
                  <a:pt x="465" y="111"/>
                </a:lnTo>
                <a:lnTo>
                  <a:pt x="485" y="124"/>
                </a:lnTo>
                <a:lnTo>
                  <a:pt x="505" y="139"/>
                </a:lnTo>
                <a:lnTo>
                  <a:pt x="523" y="155"/>
                </a:lnTo>
                <a:lnTo>
                  <a:pt x="539" y="172"/>
                </a:lnTo>
                <a:lnTo>
                  <a:pt x="554" y="191"/>
                </a:lnTo>
                <a:lnTo>
                  <a:pt x="568" y="211"/>
                </a:lnTo>
                <a:lnTo>
                  <a:pt x="580" y="232"/>
                </a:lnTo>
                <a:lnTo>
                  <a:pt x="589" y="254"/>
                </a:lnTo>
                <a:lnTo>
                  <a:pt x="598" y="277"/>
                </a:lnTo>
                <a:lnTo>
                  <a:pt x="604" y="301"/>
                </a:lnTo>
                <a:lnTo>
                  <a:pt x="608" y="313"/>
                </a:lnTo>
                <a:lnTo>
                  <a:pt x="609" y="326"/>
                </a:lnTo>
                <a:lnTo>
                  <a:pt x="611" y="338"/>
                </a:lnTo>
                <a:lnTo>
                  <a:pt x="612" y="350"/>
                </a:lnTo>
                <a:lnTo>
                  <a:pt x="435" y="3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3" name="Freeform 392">
            <a:extLst>
              <a:ext uri="{FF2B5EF4-FFF2-40B4-BE49-F238E27FC236}">
                <a16:creationId xmlns:a16="http://schemas.microsoft.com/office/drawing/2014/main" id="{E9ABC4AE-82CF-403B-A5DF-C953EB4061CF}"/>
              </a:ext>
            </a:extLst>
          </p:cNvPr>
          <p:cNvSpPr>
            <a:spLocks/>
          </p:cNvSpPr>
          <p:nvPr/>
        </p:nvSpPr>
        <p:spPr bwMode="auto">
          <a:xfrm>
            <a:off x="6438901" y="4067176"/>
            <a:ext cx="14288" cy="15875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8 h 28"/>
              <a:gd name="T12" fmla="*/ 0 w 28"/>
              <a:gd name="T13" fmla="*/ 14 h 28"/>
              <a:gd name="T14" fmla="*/ 1 w 28"/>
              <a:gd name="T15" fmla="*/ 19 h 28"/>
              <a:gd name="T16" fmla="*/ 4 w 28"/>
              <a:gd name="T17" fmla="*/ 23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3 h 28"/>
              <a:gd name="T26" fmla="*/ 27 w 28"/>
              <a:gd name="T27" fmla="*/ 19 h 28"/>
              <a:gd name="T28" fmla="*/ 28 w 28"/>
              <a:gd name="T29" fmla="*/ 14 h 28"/>
              <a:gd name="T30" fmla="*/ 27 w 28"/>
              <a:gd name="T31" fmla="*/ 8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3"/>
                </a:lnTo>
                <a:lnTo>
                  <a:pt x="27" y="1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4" name="Freeform 393">
            <a:extLst>
              <a:ext uri="{FF2B5EF4-FFF2-40B4-BE49-F238E27FC236}">
                <a16:creationId xmlns:a16="http://schemas.microsoft.com/office/drawing/2014/main" id="{FC344343-FDC7-4C58-A83F-C2704D821FFA}"/>
              </a:ext>
            </a:extLst>
          </p:cNvPr>
          <p:cNvSpPr>
            <a:spLocks/>
          </p:cNvSpPr>
          <p:nvPr/>
        </p:nvSpPr>
        <p:spPr bwMode="auto">
          <a:xfrm>
            <a:off x="6586539" y="4233863"/>
            <a:ext cx="15875" cy="14288"/>
          </a:xfrm>
          <a:custGeom>
            <a:avLst/>
            <a:gdLst>
              <a:gd name="T0" fmla="*/ 24 w 28"/>
              <a:gd name="T1" fmla="*/ 4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4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4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5" name="Freeform 394">
            <a:extLst>
              <a:ext uri="{FF2B5EF4-FFF2-40B4-BE49-F238E27FC236}">
                <a16:creationId xmlns:a16="http://schemas.microsoft.com/office/drawing/2014/main" id="{D2FE5EE5-CFD8-4CAD-A676-5830C0E17537}"/>
              </a:ext>
            </a:extLst>
          </p:cNvPr>
          <p:cNvSpPr>
            <a:spLocks/>
          </p:cNvSpPr>
          <p:nvPr/>
        </p:nvSpPr>
        <p:spPr bwMode="auto">
          <a:xfrm>
            <a:off x="6480176" y="3328988"/>
            <a:ext cx="200025" cy="200025"/>
          </a:xfrm>
          <a:custGeom>
            <a:avLst/>
            <a:gdLst>
              <a:gd name="T0" fmla="*/ 149 w 378"/>
              <a:gd name="T1" fmla="*/ 4 h 378"/>
              <a:gd name="T2" fmla="*/ 120 w 378"/>
              <a:gd name="T3" fmla="*/ 13 h 378"/>
              <a:gd name="T4" fmla="*/ 103 w 378"/>
              <a:gd name="T5" fmla="*/ 25 h 378"/>
              <a:gd name="T6" fmla="*/ 108 w 378"/>
              <a:gd name="T7" fmla="*/ 40 h 378"/>
              <a:gd name="T8" fmla="*/ 123 w 378"/>
              <a:gd name="T9" fmla="*/ 42 h 378"/>
              <a:gd name="T10" fmla="*/ 172 w 378"/>
              <a:gd name="T11" fmla="*/ 29 h 378"/>
              <a:gd name="T12" fmla="*/ 221 w 378"/>
              <a:gd name="T13" fmla="*/ 31 h 378"/>
              <a:gd name="T14" fmla="*/ 266 w 378"/>
              <a:gd name="T15" fmla="*/ 47 h 378"/>
              <a:gd name="T16" fmla="*/ 303 w 378"/>
              <a:gd name="T17" fmla="*/ 75 h 378"/>
              <a:gd name="T18" fmla="*/ 331 w 378"/>
              <a:gd name="T19" fmla="*/ 113 h 378"/>
              <a:gd name="T20" fmla="*/ 347 w 378"/>
              <a:gd name="T21" fmla="*/ 157 h 378"/>
              <a:gd name="T22" fmla="*/ 349 w 378"/>
              <a:gd name="T23" fmla="*/ 205 h 378"/>
              <a:gd name="T24" fmla="*/ 337 w 378"/>
              <a:gd name="T25" fmla="*/ 251 h 378"/>
              <a:gd name="T26" fmla="*/ 314 w 378"/>
              <a:gd name="T27" fmla="*/ 291 h 378"/>
              <a:gd name="T28" fmla="*/ 279 w 378"/>
              <a:gd name="T29" fmla="*/ 322 h 378"/>
              <a:gd name="T30" fmla="*/ 237 w 378"/>
              <a:gd name="T31" fmla="*/ 343 h 378"/>
              <a:gd name="T32" fmla="*/ 189 w 378"/>
              <a:gd name="T33" fmla="*/ 350 h 378"/>
              <a:gd name="T34" fmla="*/ 141 w 378"/>
              <a:gd name="T35" fmla="*/ 343 h 378"/>
              <a:gd name="T36" fmla="*/ 99 w 378"/>
              <a:gd name="T37" fmla="*/ 322 h 378"/>
              <a:gd name="T38" fmla="*/ 65 w 378"/>
              <a:gd name="T39" fmla="*/ 291 h 378"/>
              <a:gd name="T40" fmla="*/ 41 w 378"/>
              <a:gd name="T41" fmla="*/ 251 h 378"/>
              <a:gd name="T42" fmla="*/ 29 w 378"/>
              <a:gd name="T43" fmla="*/ 205 h 378"/>
              <a:gd name="T44" fmla="*/ 29 w 378"/>
              <a:gd name="T45" fmla="*/ 170 h 378"/>
              <a:gd name="T46" fmla="*/ 35 w 378"/>
              <a:gd name="T47" fmla="*/ 142 h 378"/>
              <a:gd name="T48" fmla="*/ 46 w 378"/>
              <a:gd name="T49" fmla="*/ 115 h 378"/>
              <a:gd name="T50" fmla="*/ 44 w 378"/>
              <a:gd name="T51" fmla="*/ 100 h 378"/>
              <a:gd name="T52" fmla="*/ 29 w 378"/>
              <a:gd name="T53" fmla="*/ 96 h 378"/>
              <a:gd name="T54" fmla="*/ 16 w 378"/>
              <a:gd name="T55" fmla="*/ 113 h 378"/>
              <a:gd name="T56" fmla="*/ 6 w 378"/>
              <a:gd name="T57" fmla="*/ 145 h 378"/>
              <a:gd name="T58" fmla="*/ 0 w 378"/>
              <a:gd name="T59" fmla="*/ 178 h 378"/>
              <a:gd name="T60" fmla="*/ 5 w 378"/>
              <a:gd name="T61" fmla="*/ 227 h 378"/>
              <a:gd name="T62" fmla="*/ 23 w 378"/>
              <a:gd name="T63" fmla="*/ 279 h 378"/>
              <a:gd name="T64" fmla="*/ 56 w 378"/>
              <a:gd name="T65" fmla="*/ 322 h 378"/>
              <a:gd name="T66" fmla="*/ 99 w 378"/>
              <a:gd name="T67" fmla="*/ 355 h 378"/>
              <a:gd name="T68" fmla="*/ 152 w 378"/>
              <a:gd name="T69" fmla="*/ 374 h 378"/>
              <a:gd name="T70" fmla="*/ 208 w 378"/>
              <a:gd name="T71" fmla="*/ 377 h 378"/>
              <a:gd name="T72" fmla="*/ 263 w 378"/>
              <a:gd name="T73" fmla="*/ 363 h 378"/>
              <a:gd name="T74" fmla="*/ 309 w 378"/>
              <a:gd name="T75" fmla="*/ 335 h 378"/>
              <a:gd name="T76" fmla="*/ 346 w 378"/>
              <a:gd name="T77" fmla="*/ 294 h 378"/>
              <a:gd name="T78" fmla="*/ 369 w 378"/>
              <a:gd name="T79" fmla="*/ 245 h 378"/>
              <a:gd name="T80" fmla="*/ 378 w 378"/>
              <a:gd name="T81" fmla="*/ 189 h 378"/>
              <a:gd name="T82" fmla="*/ 369 w 378"/>
              <a:gd name="T83" fmla="*/ 133 h 378"/>
              <a:gd name="T84" fmla="*/ 346 w 378"/>
              <a:gd name="T85" fmla="*/ 84 h 378"/>
              <a:gd name="T86" fmla="*/ 309 w 378"/>
              <a:gd name="T87" fmla="*/ 43 h 378"/>
              <a:gd name="T88" fmla="*/ 263 w 378"/>
              <a:gd name="T89" fmla="*/ 15 h 378"/>
              <a:gd name="T90" fmla="*/ 208 w 378"/>
              <a:gd name="T91" fmla="*/ 1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" h="378">
                <a:moveTo>
                  <a:pt x="189" y="0"/>
                </a:moveTo>
                <a:lnTo>
                  <a:pt x="169" y="1"/>
                </a:lnTo>
                <a:lnTo>
                  <a:pt x="149" y="4"/>
                </a:lnTo>
                <a:lnTo>
                  <a:pt x="140" y="6"/>
                </a:lnTo>
                <a:lnTo>
                  <a:pt x="130" y="10"/>
                </a:lnTo>
                <a:lnTo>
                  <a:pt x="120" y="13"/>
                </a:lnTo>
                <a:lnTo>
                  <a:pt x="111" y="17"/>
                </a:lnTo>
                <a:lnTo>
                  <a:pt x="106" y="20"/>
                </a:lnTo>
                <a:lnTo>
                  <a:pt x="103" y="25"/>
                </a:lnTo>
                <a:lnTo>
                  <a:pt x="103" y="30"/>
                </a:lnTo>
                <a:lnTo>
                  <a:pt x="104" y="35"/>
                </a:lnTo>
                <a:lnTo>
                  <a:pt x="108" y="40"/>
                </a:lnTo>
                <a:lnTo>
                  <a:pt x="112" y="43"/>
                </a:lnTo>
                <a:lnTo>
                  <a:pt x="117" y="43"/>
                </a:lnTo>
                <a:lnTo>
                  <a:pt x="123" y="42"/>
                </a:lnTo>
                <a:lnTo>
                  <a:pt x="139" y="35"/>
                </a:lnTo>
                <a:lnTo>
                  <a:pt x="155" y="31"/>
                </a:lnTo>
                <a:lnTo>
                  <a:pt x="172" y="29"/>
                </a:lnTo>
                <a:lnTo>
                  <a:pt x="189" y="28"/>
                </a:lnTo>
                <a:lnTo>
                  <a:pt x="205" y="29"/>
                </a:lnTo>
                <a:lnTo>
                  <a:pt x="221" y="31"/>
                </a:lnTo>
                <a:lnTo>
                  <a:pt x="237" y="35"/>
                </a:lnTo>
                <a:lnTo>
                  <a:pt x="251" y="41"/>
                </a:lnTo>
                <a:lnTo>
                  <a:pt x="266" y="47"/>
                </a:lnTo>
                <a:lnTo>
                  <a:pt x="279" y="56"/>
                </a:lnTo>
                <a:lnTo>
                  <a:pt x="292" y="64"/>
                </a:lnTo>
                <a:lnTo>
                  <a:pt x="303" y="75"/>
                </a:lnTo>
                <a:lnTo>
                  <a:pt x="314" y="87"/>
                </a:lnTo>
                <a:lnTo>
                  <a:pt x="323" y="99"/>
                </a:lnTo>
                <a:lnTo>
                  <a:pt x="331" y="113"/>
                </a:lnTo>
                <a:lnTo>
                  <a:pt x="337" y="127"/>
                </a:lnTo>
                <a:lnTo>
                  <a:pt x="343" y="141"/>
                </a:lnTo>
                <a:lnTo>
                  <a:pt x="347" y="157"/>
                </a:lnTo>
                <a:lnTo>
                  <a:pt x="349" y="173"/>
                </a:lnTo>
                <a:lnTo>
                  <a:pt x="350" y="189"/>
                </a:lnTo>
                <a:lnTo>
                  <a:pt x="349" y="205"/>
                </a:lnTo>
                <a:lnTo>
                  <a:pt x="347" y="221"/>
                </a:lnTo>
                <a:lnTo>
                  <a:pt x="343" y="237"/>
                </a:lnTo>
                <a:lnTo>
                  <a:pt x="337" y="251"/>
                </a:lnTo>
                <a:lnTo>
                  <a:pt x="331" y="265"/>
                </a:lnTo>
                <a:lnTo>
                  <a:pt x="323" y="279"/>
                </a:lnTo>
                <a:lnTo>
                  <a:pt x="314" y="291"/>
                </a:lnTo>
                <a:lnTo>
                  <a:pt x="303" y="303"/>
                </a:lnTo>
                <a:lnTo>
                  <a:pt x="292" y="314"/>
                </a:lnTo>
                <a:lnTo>
                  <a:pt x="279" y="322"/>
                </a:lnTo>
                <a:lnTo>
                  <a:pt x="266" y="331"/>
                </a:lnTo>
                <a:lnTo>
                  <a:pt x="251" y="337"/>
                </a:lnTo>
                <a:lnTo>
                  <a:pt x="237" y="343"/>
                </a:lnTo>
                <a:lnTo>
                  <a:pt x="221" y="347"/>
                </a:lnTo>
                <a:lnTo>
                  <a:pt x="205" y="349"/>
                </a:lnTo>
                <a:lnTo>
                  <a:pt x="189" y="350"/>
                </a:lnTo>
                <a:lnTo>
                  <a:pt x="173" y="349"/>
                </a:lnTo>
                <a:lnTo>
                  <a:pt x="157" y="347"/>
                </a:lnTo>
                <a:lnTo>
                  <a:pt x="141" y="343"/>
                </a:lnTo>
                <a:lnTo>
                  <a:pt x="127" y="337"/>
                </a:lnTo>
                <a:lnTo>
                  <a:pt x="113" y="331"/>
                </a:lnTo>
                <a:lnTo>
                  <a:pt x="99" y="322"/>
                </a:lnTo>
                <a:lnTo>
                  <a:pt x="87" y="314"/>
                </a:lnTo>
                <a:lnTo>
                  <a:pt x="75" y="303"/>
                </a:lnTo>
                <a:lnTo>
                  <a:pt x="65" y="291"/>
                </a:lnTo>
                <a:lnTo>
                  <a:pt x="56" y="279"/>
                </a:lnTo>
                <a:lnTo>
                  <a:pt x="47" y="265"/>
                </a:lnTo>
                <a:lnTo>
                  <a:pt x="41" y="251"/>
                </a:lnTo>
                <a:lnTo>
                  <a:pt x="36" y="237"/>
                </a:lnTo>
                <a:lnTo>
                  <a:pt x="31" y="221"/>
                </a:lnTo>
                <a:lnTo>
                  <a:pt x="29" y="205"/>
                </a:lnTo>
                <a:lnTo>
                  <a:pt x="28" y="189"/>
                </a:lnTo>
                <a:lnTo>
                  <a:pt x="28" y="179"/>
                </a:lnTo>
                <a:lnTo>
                  <a:pt x="29" y="170"/>
                </a:lnTo>
                <a:lnTo>
                  <a:pt x="30" y="160"/>
                </a:lnTo>
                <a:lnTo>
                  <a:pt x="32" y="151"/>
                </a:lnTo>
                <a:lnTo>
                  <a:pt x="35" y="142"/>
                </a:lnTo>
                <a:lnTo>
                  <a:pt x="38" y="133"/>
                </a:lnTo>
                <a:lnTo>
                  <a:pt x="42" y="125"/>
                </a:lnTo>
                <a:lnTo>
                  <a:pt x="46" y="115"/>
                </a:lnTo>
                <a:lnTo>
                  <a:pt x="47" y="110"/>
                </a:lnTo>
                <a:lnTo>
                  <a:pt x="46" y="105"/>
                </a:lnTo>
                <a:lnTo>
                  <a:pt x="44" y="100"/>
                </a:lnTo>
                <a:lnTo>
                  <a:pt x="40" y="97"/>
                </a:lnTo>
                <a:lnTo>
                  <a:pt x="35" y="96"/>
                </a:lnTo>
                <a:lnTo>
                  <a:pt x="29" y="96"/>
                </a:lnTo>
                <a:lnTo>
                  <a:pt x="25" y="99"/>
                </a:lnTo>
                <a:lnTo>
                  <a:pt x="22" y="103"/>
                </a:lnTo>
                <a:lnTo>
                  <a:pt x="16" y="113"/>
                </a:lnTo>
                <a:lnTo>
                  <a:pt x="12" y="124"/>
                </a:lnTo>
                <a:lnTo>
                  <a:pt x="9" y="134"/>
                </a:lnTo>
                <a:lnTo>
                  <a:pt x="6" y="145"/>
                </a:lnTo>
                <a:lnTo>
                  <a:pt x="3" y="156"/>
                </a:lnTo>
                <a:lnTo>
                  <a:pt x="1" y="166"/>
                </a:lnTo>
                <a:lnTo>
                  <a:pt x="0" y="178"/>
                </a:lnTo>
                <a:lnTo>
                  <a:pt x="0" y="189"/>
                </a:lnTo>
                <a:lnTo>
                  <a:pt x="1" y="208"/>
                </a:lnTo>
                <a:lnTo>
                  <a:pt x="5" y="227"/>
                </a:lnTo>
                <a:lnTo>
                  <a:pt x="9" y="245"/>
                </a:lnTo>
                <a:lnTo>
                  <a:pt x="15" y="262"/>
                </a:lnTo>
                <a:lnTo>
                  <a:pt x="23" y="279"/>
                </a:lnTo>
                <a:lnTo>
                  <a:pt x="32" y="294"/>
                </a:lnTo>
                <a:lnTo>
                  <a:pt x="43" y="309"/>
                </a:lnTo>
                <a:lnTo>
                  <a:pt x="56" y="322"/>
                </a:lnTo>
                <a:lnTo>
                  <a:pt x="69" y="335"/>
                </a:lnTo>
                <a:lnTo>
                  <a:pt x="84" y="346"/>
                </a:lnTo>
                <a:lnTo>
                  <a:pt x="99" y="355"/>
                </a:lnTo>
                <a:lnTo>
                  <a:pt x="116" y="363"/>
                </a:lnTo>
                <a:lnTo>
                  <a:pt x="133" y="369"/>
                </a:lnTo>
                <a:lnTo>
                  <a:pt x="152" y="374"/>
                </a:lnTo>
                <a:lnTo>
                  <a:pt x="170" y="377"/>
                </a:lnTo>
                <a:lnTo>
                  <a:pt x="189" y="378"/>
                </a:lnTo>
                <a:lnTo>
                  <a:pt x="208" y="377"/>
                </a:lnTo>
                <a:lnTo>
                  <a:pt x="228" y="374"/>
                </a:lnTo>
                <a:lnTo>
                  <a:pt x="245" y="369"/>
                </a:lnTo>
                <a:lnTo>
                  <a:pt x="263" y="363"/>
                </a:lnTo>
                <a:lnTo>
                  <a:pt x="279" y="355"/>
                </a:lnTo>
                <a:lnTo>
                  <a:pt x="294" y="346"/>
                </a:lnTo>
                <a:lnTo>
                  <a:pt x="309" y="335"/>
                </a:lnTo>
                <a:lnTo>
                  <a:pt x="322" y="322"/>
                </a:lnTo>
                <a:lnTo>
                  <a:pt x="335" y="309"/>
                </a:lnTo>
                <a:lnTo>
                  <a:pt x="346" y="294"/>
                </a:lnTo>
                <a:lnTo>
                  <a:pt x="355" y="279"/>
                </a:lnTo>
                <a:lnTo>
                  <a:pt x="363" y="262"/>
                </a:lnTo>
                <a:lnTo>
                  <a:pt x="369" y="245"/>
                </a:lnTo>
                <a:lnTo>
                  <a:pt x="374" y="227"/>
                </a:lnTo>
                <a:lnTo>
                  <a:pt x="377" y="208"/>
                </a:lnTo>
                <a:lnTo>
                  <a:pt x="378" y="189"/>
                </a:lnTo>
                <a:lnTo>
                  <a:pt x="377" y="170"/>
                </a:lnTo>
                <a:lnTo>
                  <a:pt x="374" y="151"/>
                </a:lnTo>
                <a:lnTo>
                  <a:pt x="369" y="133"/>
                </a:lnTo>
                <a:lnTo>
                  <a:pt x="363" y="116"/>
                </a:lnTo>
                <a:lnTo>
                  <a:pt x="355" y="99"/>
                </a:lnTo>
                <a:lnTo>
                  <a:pt x="346" y="84"/>
                </a:lnTo>
                <a:lnTo>
                  <a:pt x="335" y="69"/>
                </a:lnTo>
                <a:lnTo>
                  <a:pt x="322" y="56"/>
                </a:lnTo>
                <a:lnTo>
                  <a:pt x="309" y="43"/>
                </a:lnTo>
                <a:lnTo>
                  <a:pt x="294" y="32"/>
                </a:lnTo>
                <a:lnTo>
                  <a:pt x="279" y="23"/>
                </a:lnTo>
                <a:lnTo>
                  <a:pt x="263" y="15"/>
                </a:lnTo>
                <a:lnTo>
                  <a:pt x="245" y="9"/>
                </a:lnTo>
                <a:lnTo>
                  <a:pt x="228" y="4"/>
                </a:lnTo>
                <a:lnTo>
                  <a:pt x="208" y="1"/>
                </a:lnTo>
                <a:lnTo>
                  <a:pt x="1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6" name="Freeform 395">
            <a:extLst>
              <a:ext uri="{FF2B5EF4-FFF2-40B4-BE49-F238E27FC236}">
                <a16:creationId xmlns:a16="http://schemas.microsoft.com/office/drawing/2014/main" id="{B43FD41F-2A2D-48FA-A4BD-EEB1BEC09C66}"/>
              </a:ext>
            </a:extLst>
          </p:cNvPr>
          <p:cNvSpPr>
            <a:spLocks/>
          </p:cNvSpPr>
          <p:nvPr/>
        </p:nvSpPr>
        <p:spPr bwMode="auto">
          <a:xfrm>
            <a:off x="6391276" y="3303588"/>
            <a:ext cx="376238" cy="250825"/>
          </a:xfrm>
          <a:custGeom>
            <a:avLst/>
            <a:gdLst>
              <a:gd name="T0" fmla="*/ 680 w 710"/>
              <a:gd name="T1" fmla="*/ 191 h 472"/>
              <a:gd name="T2" fmla="*/ 630 w 710"/>
              <a:gd name="T3" fmla="*/ 135 h 472"/>
              <a:gd name="T4" fmla="*/ 550 w 710"/>
              <a:gd name="T5" fmla="*/ 70 h 472"/>
              <a:gd name="T6" fmla="*/ 509 w 710"/>
              <a:gd name="T7" fmla="*/ 43 h 472"/>
              <a:gd name="T8" fmla="*/ 459 w 710"/>
              <a:gd name="T9" fmla="*/ 20 h 472"/>
              <a:gd name="T10" fmla="*/ 407 w 710"/>
              <a:gd name="T11" fmla="*/ 5 h 472"/>
              <a:gd name="T12" fmla="*/ 355 w 710"/>
              <a:gd name="T13" fmla="*/ 0 h 472"/>
              <a:gd name="T14" fmla="*/ 299 w 710"/>
              <a:gd name="T15" fmla="*/ 6 h 472"/>
              <a:gd name="T16" fmla="*/ 246 w 710"/>
              <a:gd name="T17" fmla="*/ 22 h 472"/>
              <a:gd name="T18" fmla="*/ 197 w 710"/>
              <a:gd name="T19" fmla="*/ 46 h 472"/>
              <a:gd name="T20" fmla="*/ 153 w 710"/>
              <a:gd name="T21" fmla="*/ 74 h 472"/>
              <a:gd name="T22" fmla="*/ 82 w 710"/>
              <a:gd name="T23" fmla="*/ 135 h 472"/>
              <a:gd name="T24" fmla="*/ 30 w 710"/>
              <a:gd name="T25" fmla="*/ 191 h 472"/>
              <a:gd name="T26" fmla="*/ 4 w 710"/>
              <a:gd name="T27" fmla="*/ 224 h 472"/>
              <a:gd name="T28" fmla="*/ 0 w 710"/>
              <a:gd name="T29" fmla="*/ 236 h 472"/>
              <a:gd name="T30" fmla="*/ 4 w 710"/>
              <a:gd name="T31" fmla="*/ 248 h 472"/>
              <a:gd name="T32" fmla="*/ 30 w 710"/>
              <a:gd name="T33" fmla="*/ 281 h 472"/>
              <a:gd name="T34" fmla="*/ 82 w 710"/>
              <a:gd name="T35" fmla="*/ 337 h 472"/>
              <a:gd name="T36" fmla="*/ 160 w 710"/>
              <a:gd name="T37" fmla="*/ 402 h 472"/>
              <a:gd name="T38" fmla="*/ 202 w 710"/>
              <a:gd name="T39" fmla="*/ 429 h 472"/>
              <a:gd name="T40" fmla="*/ 251 w 710"/>
              <a:gd name="T41" fmla="*/ 452 h 472"/>
              <a:gd name="T42" fmla="*/ 304 w 710"/>
              <a:gd name="T43" fmla="*/ 467 h 472"/>
              <a:gd name="T44" fmla="*/ 355 w 710"/>
              <a:gd name="T45" fmla="*/ 472 h 472"/>
              <a:gd name="T46" fmla="*/ 395 w 710"/>
              <a:gd name="T47" fmla="*/ 469 h 472"/>
              <a:gd name="T48" fmla="*/ 436 w 710"/>
              <a:gd name="T49" fmla="*/ 460 h 472"/>
              <a:gd name="T50" fmla="*/ 476 w 710"/>
              <a:gd name="T51" fmla="*/ 445 h 472"/>
              <a:gd name="T52" fmla="*/ 517 w 710"/>
              <a:gd name="T53" fmla="*/ 424 h 472"/>
              <a:gd name="T54" fmla="*/ 576 w 710"/>
              <a:gd name="T55" fmla="*/ 383 h 472"/>
              <a:gd name="T56" fmla="*/ 575 w 710"/>
              <a:gd name="T57" fmla="*/ 367 h 472"/>
              <a:gd name="T58" fmla="*/ 561 w 710"/>
              <a:gd name="T59" fmla="*/ 363 h 472"/>
              <a:gd name="T60" fmla="*/ 504 w 710"/>
              <a:gd name="T61" fmla="*/ 399 h 472"/>
              <a:gd name="T62" fmla="*/ 441 w 710"/>
              <a:gd name="T63" fmla="*/ 429 h 472"/>
              <a:gd name="T64" fmla="*/ 404 w 710"/>
              <a:gd name="T65" fmla="*/ 439 h 472"/>
              <a:gd name="T66" fmla="*/ 367 w 710"/>
              <a:gd name="T67" fmla="*/ 444 h 472"/>
              <a:gd name="T68" fmla="*/ 322 w 710"/>
              <a:gd name="T69" fmla="*/ 442 h 472"/>
              <a:gd name="T70" fmla="*/ 272 w 710"/>
              <a:gd name="T71" fmla="*/ 430 h 472"/>
              <a:gd name="T72" fmla="*/ 227 w 710"/>
              <a:gd name="T73" fmla="*/ 411 h 472"/>
              <a:gd name="T74" fmla="*/ 186 w 710"/>
              <a:gd name="T75" fmla="*/ 386 h 472"/>
              <a:gd name="T76" fmla="*/ 128 w 710"/>
              <a:gd name="T77" fmla="*/ 342 h 472"/>
              <a:gd name="T78" fmla="*/ 78 w 710"/>
              <a:gd name="T79" fmla="*/ 293 h 472"/>
              <a:gd name="T80" fmla="*/ 30 w 710"/>
              <a:gd name="T81" fmla="*/ 236 h 472"/>
              <a:gd name="T82" fmla="*/ 77 w 710"/>
              <a:gd name="T83" fmla="*/ 178 h 472"/>
              <a:gd name="T84" fmla="*/ 129 w 710"/>
              <a:gd name="T85" fmla="*/ 129 h 472"/>
              <a:gd name="T86" fmla="*/ 186 w 710"/>
              <a:gd name="T87" fmla="*/ 85 h 472"/>
              <a:gd name="T88" fmla="*/ 227 w 710"/>
              <a:gd name="T89" fmla="*/ 61 h 472"/>
              <a:gd name="T90" fmla="*/ 272 w 710"/>
              <a:gd name="T91" fmla="*/ 42 h 472"/>
              <a:gd name="T92" fmla="*/ 322 w 710"/>
              <a:gd name="T93" fmla="*/ 30 h 472"/>
              <a:gd name="T94" fmla="*/ 372 w 710"/>
              <a:gd name="T95" fmla="*/ 28 h 472"/>
              <a:gd name="T96" fmla="*/ 422 w 710"/>
              <a:gd name="T97" fmla="*/ 37 h 472"/>
              <a:gd name="T98" fmla="*/ 469 w 710"/>
              <a:gd name="T99" fmla="*/ 55 h 472"/>
              <a:gd name="T100" fmla="*/ 512 w 710"/>
              <a:gd name="T101" fmla="*/ 77 h 472"/>
              <a:gd name="T102" fmla="*/ 561 w 710"/>
              <a:gd name="T103" fmla="*/ 113 h 472"/>
              <a:gd name="T104" fmla="*/ 618 w 710"/>
              <a:gd name="T105" fmla="*/ 163 h 472"/>
              <a:gd name="T106" fmla="*/ 667 w 710"/>
              <a:gd name="T107" fmla="*/ 219 h 472"/>
              <a:gd name="T108" fmla="*/ 661 w 710"/>
              <a:gd name="T109" fmla="*/ 262 h 472"/>
              <a:gd name="T110" fmla="*/ 623 w 710"/>
              <a:gd name="T111" fmla="*/ 305 h 472"/>
              <a:gd name="T112" fmla="*/ 628 w 710"/>
              <a:gd name="T113" fmla="*/ 320 h 472"/>
              <a:gd name="T114" fmla="*/ 643 w 710"/>
              <a:gd name="T115" fmla="*/ 323 h 472"/>
              <a:gd name="T116" fmla="*/ 674 w 710"/>
              <a:gd name="T117" fmla="*/ 290 h 472"/>
              <a:gd name="T118" fmla="*/ 703 w 710"/>
              <a:gd name="T119" fmla="*/ 252 h 472"/>
              <a:gd name="T120" fmla="*/ 710 w 710"/>
              <a:gd name="T121" fmla="*/ 236 h 472"/>
              <a:gd name="T122" fmla="*/ 706 w 710"/>
              <a:gd name="T123" fmla="*/ 224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0" h="472">
                <a:moveTo>
                  <a:pt x="701" y="218"/>
                </a:moveTo>
                <a:lnTo>
                  <a:pt x="693" y="207"/>
                </a:lnTo>
                <a:lnTo>
                  <a:pt x="680" y="191"/>
                </a:lnTo>
                <a:lnTo>
                  <a:pt x="667" y="175"/>
                </a:lnTo>
                <a:lnTo>
                  <a:pt x="650" y="157"/>
                </a:lnTo>
                <a:lnTo>
                  <a:pt x="630" y="135"/>
                </a:lnTo>
                <a:lnTo>
                  <a:pt x="606" y="114"/>
                </a:lnTo>
                <a:lnTo>
                  <a:pt x="578" y="90"/>
                </a:lnTo>
                <a:lnTo>
                  <a:pt x="550" y="70"/>
                </a:lnTo>
                <a:lnTo>
                  <a:pt x="536" y="60"/>
                </a:lnTo>
                <a:lnTo>
                  <a:pt x="522" y="51"/>
                </a:lnTo>
                <a:lnTo>
                  <a:pt x="509" y="43"/>
                </a:lnTo>
                <a:lnTo>
                  <a:pt x="495" y="35"/>
                </a:lnTo>
                <a:lnTo>
                  <a:pt x="476" y="28"/>
                </a:lnTo>
                <a:lnTo>
                  <a:pt x="459" y="20"/>
                </a:lnTo>
                <a:lnTo>
                  <a:pt x="442" y="14"/>
                </a:lnTo>
                <a:lnTo>
                  <a:pt x="424" y="8"/>
                </a:lnTo>
                <a:lnTo>
                  <a:pt x="407" y="5"/>
                </a:lnTo>
                <a:lnTo>
                  <a:pt x="389" y="2"/>
                </a:lnTo>
                <a:lnTo>
                  <a:pt x="372" y="1"/>
                </a:lnTo>
                <a:lnTo>
                  <a:pt x="355" y="0"/>
                </a:lnTo>
                <a:lnTo>
                  <a:pt x="336" y="1"/>
                </a:lnTo>
                <a:lnTo>
                  <a:pt x="318" y="3"/>
                </a:lnTo>
                <a:lnTo>
                  <a:pt x="299" y="6"/>
                </a:lnTo>
                <a:lnTo>
                  <a:pt x="281" y="11"/>
                </a:lnTo>
                <a:lnTo>
                  <a:pt x="264" y="16"/>
                </a:lnTo>
                <a:lnTo>
                  <a:pt x="246" y="22"/>
                </a:lnTo>
                <a:lnTo>
                  <a:pt x="230" y="29"/>
                </a:lnTo>
                <a:lnTo>
                  <a:pt x="213" y="37"/>
                </a:lnTo>
                <a:lnTo>
                  <a:pt x="197" y="46"/>
                </a:lnTo>
                <a:lnTo>
                  <a:pt x="182" y="55"/>
                </a:lnTo>
                <a:lnTo>
                  <a:pt x="167" y="64"/>
                </a:lnTo>
                <a:lnTo>
                  <a:pt x="153" y="74"/>
                </a:lnTo>
                <a:lnTo>
                  <a:pt x="128" y="93"/>
                </a:lnTo>
                <a:lnTo>
                  <a:pt x="104" y="113"/>
                </a:lnTo>
                <a:lnTo>
                  <a:pt x="82" y="135"/>
                </a:lnTo>
                <a:lnTo>
                  <a:pt x="60" y="155"/>
                </a:lnTo>
                <a:lnTo>
                  <a:pt x="43" y="175"/>
                </a:lnTo>
                <a:lnTo>
                  <a:pt x="30" y="191"/>
                </a:lnTo>
                <a:lnTo>
                  <a:pt x="17" y="206"/>
                </a:lnTo>
                <a:lnTo>
                  <a:pt x="10" y="217"/>
                </a:lnTo>
                <a:lnTo>
                  <a:pt x="4" y="224"/>
                </a:lnTo>
                <a:lnTo>
                  <a:pt x="1" y="230"/>
                </a:lnTo>
                <a:lnTo>
                  <a:pt x="0" y="233"/>
                </a:lnTo>
                <a:lnTo>
                  <a:pt x="0" y="236"/>
                </a:lnTo>
                <a:lnTo>
                  <a:pt x="0" y="239"/>
                </a:lnTo>
                <a:lnTo>
                  <a:pt x="1" y="242"/>
                </a:lnTo>
                <a:lnTo>
                  <a:pt x="4" y="248"/>
                </a:lnTo>
                <a:lnTo>
                  <a:pt x="10" y="254"/>
                </a:lnTo>
                <a:lnTo>
                  <a:pt x="17" y="265"/>
                </a:lnTo>
                <a:lnTo>
                  <a:pt x="30" y="281"/>
                </a:lnTo>
                <a:lnTo>
                  <a:pt x="44" y="297"/>
                </a:lnTo>
                <a:lnTo>
                  <a:pt x="61" y="315"/>
                </a:lnTo>
                <a:lnTo>
                  <a:pt x="82" y="337"/>
                </a:lnTo>
                <a:lnTo>
                  <a:pt x="104" y="358"/>
                </a:lnTo>
                <a:lnTo>
                  <a:pt x="132" y="382"/>
                </a:lnTo>
                <a:lnTo>
                  <a:pt x="160" y="402"/>
                </a:lnTo>
                <a:lnTo>
                  <a:pt x="174" y="412"/>
                </a:lnTo>
                <a:lnTo>
                  <a:pt x="188" y="421"/>
                </a:lnTo>
                <a:lnTo>
                  <a:pt x="202" y="429"/>
                </a:lnTo>
                <a:lnTo>
                  <a:pt x="216" y="437"/>
                </a:lnTo>
                <a:lnTo>
                  <a:pt x="234" y="444"/>
                </a:lnTo>
                <a:lnTo>
                  <a:pt x="251" y="452"/>
                </a:lnTo>
                <a:lnTo>
                  <a:pt x="269" y="458"/>
                </a:lnTo>
                <a:lnTo>
                  <a:pt x="286" y="464"/>
                </a:lnTo>
                <a:lnTo>
                  <a:pt x="304" y="467"/>
                </a:lnTo>
                <a:lnTo>
                  <a:pt x="321" y="470"/>
                </a:lnTo>
                <a:lnTo>
                  <a:pt x="338" y="471"/>
                </a:lnTo>
                <a:lnTo>
                  <a:pt x="355" y="472"/>
                </a:lnTo>
                <a:lnTo>
                  <a:pt x="368" y="472"/>
                </a:lnTo>
                <a:lnTo>
                  <a:pt x="382" y="471"/>
                </a:lnTo>
                <a:lnTo>
                  <a:pt x="395" y="469"/>
                </a:lnTo>
                <a:lnTo>
                  <a:pt x="409" y="467"/>
                </a:lnTo>
                <a:lnTo>
                  <a:pt x="423" y="464"/>
                </a:lnTo>
                <a:lnTo>
                  <a:pt x="436" y="460"/>
                </a:lnTo>
                <a:lnTo>
                  <a:pt x="450" y="456"/>
                </a:lnTo>
                <a:lnTo>
                  <a:pt x="462" y="451"/>
                </a:lnTo>
                <a:lnTo>
                  <a:pt x="476" y="445"/>
                </a:lnTo>
                <a:lnTo>
                  <a:pt x="490" y="439"/>
                </a:lnTo>
                <a:lnTo>
                  <a:pt x="504" y="431"/>
                </a:lnTo>
                <a:lnTo>
                  <a:pt x="517" y="424"/>
                </a:lnTo>
                <a:lnTo>
                  <a:pt x="545" y="407"/>
                </a:lnTo>
                <a:lnTo>
                  <a:pt x="573" y="386"/>
                </a:lnTo>
                <a:lnTo>
                  <a:pt x="576" y="383"/>
                </a:lnTo>
                <a:lnTo>
                  <a:pt x="578" y="378"/>
                </a:lnTo>
                <a:lnTo>
                  <a:pt x="577" y="372"/>
                </a:lnTo>
                <a:lnTo>
                  <a:pt x="575" y="367"/>
                </a:lnTo>
                <a:lnTo>
                  <a:pt x="571" y="364"/>
                </a:lnTo>
                <a:lnTo>
                  <a:pt x="565" y="362"/>
                </a:lnTo>
                <a:lnTo>
                  <a:pt x="561" y="363"/>
                </a:lnTo>
                <a:lnTo>
                  <a:pt x="556" y="365"/>
                </a:lnTo>
                <a:lnTo>
                  <a:pt x="530" y="383"/>
                </a:lnTo>
                <a:lnTo>
                  <a:pt x="504" y="399"/>
                </a:lnTo>
                <a:lnTo>
                  <a:pt x="480" y="413"/>
                </a:lnTo>
                <a:lnTo>
                  <a:pt x="454" y="424"/>
                </a:lnTo>
                <a:lnTo>
                  <a:pt x="441" y="429"/>
                </a:lnTo>
                <a:lnTo>
                  <a:pt x="429" y="434"/>
                </a:lnTo>
                <a:lnTo>
                  <a:pt x="416" y="437"/>
                </a:lnTo>
                <a:lnTo>
                  <a:pt x="404" y="439"/>
                </a:lnTo>
                <a:lnTo>
                  <a:pt x="392" y="441"/>
                </a:lnTo>
                <a:lnTo>
                  <a:pt x="380" y="443"/>
                </a:lnTo>
                <a:lnTo>
                  <a:pt x="367" y="444"/>
                </a:lnTo>
                <a:lnTo>
                  <a:pt x="355" y="444"/>
                </a:lnTo>
                <a:lnTo>
                  <a:pt x="338" y="444"/>
                </a:lnTo>
                <a:lnTo>
                  <a:pt x="322" y="442"/>
                </a:lnTo>
                <a:lnTo>
                  <a:pt x="305" y="439"/>
                </a:lnTo>
                <a:lnTo>
                  <a:pt x="289" y="435"/>
                </a:lnTo>
                <a:lnTo>
                  <a:pt x="272" y="430"/>
                </a:lnTo>
                <a:lnTo>
                  <a:pt x="257" y="424"/>
                </a:lnTo>
                <a:lnTo>
                  <a:pt x="242" y="417"/>
                </a:lnTo>
                <a:lnTo>
                  <a:pt x="227" y="411"/>
                </a:lnTo>
                <a:lnTo>
                  <a:pt x="212" y="403"/>
                </a:lnTo>
                <a:lnTo>
                  <a:pt x="200" y="395"/>
                </a:lnTo>
                <a:lnTo>
                  <a:pt x="186" y="386"/>
                </a:lnTo>
                <a:lnTo>
                  <a:pt x="173" y="378"/>
                </a:lnTo>
                <a:lnTo>
                  <a:pt x="149" y="359"/>
                </a:lnTo>
                <a:lnTo>
                  <a:pt x="128" y="342"/>
                </a:lnTo>
                <a:lnTo>
                  <a:pt x="109" y="325"/>
                </a:lnTo>
                <a:lnTo>
                  <a:pt x="93" y="309"/>
                </a:lnTo>
                <a:lnTo>
                  <a:pt x="78" y="293"/>
                </a:lnTo>
                <a:lnTo>
                  <a:pt x="64" y="279"/>
                </a:lnTo>
                <a:lnTo>
                  <a:pt x="43" y="253"/>
                </a:lnTo>
                <a:lnTo>
                  <a:pt x="30" y="236"/>
                </a:lnTo>
                <a:lnTo>
                  <a:pt x="43" y="219"/>
                </a:lnTo>
                <a:lnTo>
                  <a:pt x="64" y="193"/>
                </a:lnTo>
                <a:lnTo>
                  <a:pt x="77" y="178"/>
                </a:lnTo>
                <a:lnTo>
                  <a:pt x="92" y="162"/>
                </a:lnTo>
                <a:lnTo>
                  <a:pt x="109" y="146"/>
                </a:lnTo>
                <a:lnTo>
                  <a:pt x="129" y="129"/>
                </a:lnTo>
                <a:lnTo>
                  <a:pt x="149" y="111"/>
                </a:lnTo>
                <a:lnTo>
                  <a:pt x="173" y="93"/>
                </a:lnTo>
                <a:lnTo>
                  <a:pt x="186" y="85"/>
                </a:lnTo>
                <a:lnTo>
                  <a:pt x="200" y="77"/>
                </a:lnTo>
                <a:lnTo>
                  <a:pt x="213" y="69"/>
                </a:lnTo>
                <a:lnTo>
                  <a:pt x="227" y="61"/>
                </a:lnTo>
                <a:lnTo>
                  <a:pt x="242" y="53"/>
                </a:lnTo>
                <a:lnTo>
                  <a:pt x="257" y="47"/>
                </a:lnTo>
                <a:lnTo>
                  <a:pt x="272" y="42"/>
                </a:lnTo>
                <a:lnTo>
                  <a:pt x="289" y="37"/>
                </a:lnTo>
                <a:lnTo>
                  <a:pt x="305" y="33"/>
                </a:lnTo>
                <a:lnTo>
                  <a:pt x="322" y="30"/>
                </a:lnTo>
                <a:lnTo>
                  <a:pt x="338" y="28"/>
                </a:lnTo>
                <a:lnTo>
                  <a:pt x="355" y="28"/>
                </a:lnTo>
                <a:lnTo>
                  <a:pt x="372" y="28"/>
                </a:lnTo>
                <a:lnTo>
                  <a:pt x="389" y="30"/>
                </a:lnTo>
                <a:lnTo>
                  <a:pt x="406" y="33"/>
                </a:lnTo>
                <a:lnTo>
                  <a:pt x="422" y="37"/>
                </a:lnTo>
                <a:lnTo>
                  <a:pt x="438" y="42"/>
                </a:lnTo>
                <a:lnTo>
                  <a:pt x="453" y="48"/>
                </a:lnTo>
                <a:lnTo>
                  <a:pt x="469" y="55"/>
                </a:lnTo>
                <a:lnTo>
                  <a:pt x="483" y="61"/>
                </a:lnTo>
                <a:lnTo>
                  <a:pt x="498" y="69"/>
                </a:lnTo>
                <a:lnTo>
                  <a:pt x="512" y="77"/>
                </a:lnTo>
                <a:lnTo>
                  <a:pt x="525" y="86"/>
                </a:lnTo>
                <a:lnTo>
                  <a:pt x="537" y="94"/>
                </a:lnTo>
                <a:lnTo>
                  <a:pt x="561" y="113"/>
                </a:lnTo>
                <a:lnTo>
                  <a:pt x="583" y="130"/>
                </a:lnTo>
                <a:lnTo>
                  <a:pt x="601" y="147"/>
                </a:lnTo>
                <a:lnTo>
                  <a:pt x="618" y="163"/>
                </a:lnTo>
                <a:lnTo>
                  <a:pt x="633" y="179"/>
                </a:lnTo>
                <a:lnTo>
                  <a:pt x="646" y="193"/>
                </a:lnTo>
                <a:lnTo>
                  <a:pt x="667" y="219"/>
                </a:lnTo>
                <a:lnTo>
                  <a:pt x="680" y="236"/>
                </a:lnTo>
                <a:lnTo>
                  <a:pt x="673" y="247"/>
                </a:lnTo>
                <a:lnTo>
                  <a:pt x="661" y="262"/>
                </a:lnTo>
                <a:lnTo>
                  <a:pt x="646" y="280"/>
                </a:lnTo>
                <a:lnTo>
                  <a:pt x="627" y="300"/>
                </a:lnTo>
                <a:lnTo>
                  <a:pt x="623" y="305"/>
                </a:lnTo>
                <a:lnTo>
                  <a:pt x="623" y="310"/>
                </a:lnTo>
                <a:lnTo>
                  <a:pt x="624" y="315"/>
                </a:lnTo>
                <a:lnTo>
                  <a:pt x="628" y="320"/>
                </a:lnTo>
                <a:lnTo>
                  <a:pt x="632" y="323"/>
                </a:lnTo>
                <a:lnTo>
                  <a:pt x="637" y="324"/>
                </a:lnTo>
                <a:lnTo>
                  <a:pt x="643" y="323"/>
                </a:lnTo>
                <a:lnTo>
                  <a:pt x="647" y="320"/>
                </a:lnTo>
                <a:lnTo>
                  <a:pt x="661" y="304"/>
                </a:lnTo>
                <a:lnTo>
                  <a:pt x="674" y="290"/>
                </a:lnTo>
                <a:lnTo>
                  <a:pt x="683" y="277"/>
                </a:lnTo>
                <a:lnTo>
                  <a:pt x="692" y="267"/>
                </a:lnTo>
                <a:lnTo>
                  <a:pt x="703" y="252"/>
                </a:lnTo>
                <a:lnTo>
                  <a:pt x="708" y="244"/>
                </a:lnTo>
                <a:lnTo>
                  <a:pt x="710" y="239"/>
                </a:lnTo>
                <a:lnTo>
                  <a:pt x="710" y="236"/>
                </a:lnTo>
                <a:lnTo>
                  <a:pt x="710" y="233"/>
                </a:lnTo>
                <a:lnTo>
                  <a:pt x="709" y="230"/>
                </a:lnTo>
                <a:lnTo>
                  <a:pt x="706" y="224"/>
                </a:lnTo>
                <a:lnTo>
                  <a:pt x="701" y="2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7" name="Freeform 396">
            <a:extLst>
              <a:ext uri="{FF2B5EF4-FFF2-40B4-BE49-F238E27FC236}">
                <a16:creationId xmlns:a16="http://schemas.microsoft.com/office/drawing/2014/main" id="{7E6EDCC2-241B-4B70-BD85-B64567E89D9A}"/>
              </a:ext>
            </a:extLst>
          </p:cNvPr>
          <p:cNvSpPr>
            <a:spLocks noEditPoints="1"/>
          </p:cNvSpPr>
          <p:nvPr/>
        </p:nvSpPr>
        <p:spPr bwMode="auto">
          <a:xfrm>
            <a:off x="6519864" y="3368676"/>
            <a:ext cx="120650" cy="120650"/>
          </a:xfrm>
          <a:custGeom>
            <a:avLst/>
            <a:gdLst>
              <a:gd name="T0" fmla="*/ 212 w 228"/>
              <a:gd name="T1" fmla="*/ 59 h 228"/>
              <a:gd name="T2" fmla="*/ 199 w 228"/>
              <a:gd name="T3" fmla="*/ 58 h 228"/>
              <a:gd name="T4" fmla="*/ 191 w 228"/>
              <a:gd name="T5" fmla="*/ 68 h 228"/>
              <a:gd name="T6" fmla="*/ 185 w 228"/>
              <a:gd name="T7" fmla="*/ 79 h 228"/>
              <a:gd name="T8" fmla="*/ 175 w 228"/>
              <a:gd name="T9" fmla="*/ 85 h 228"/>
              <a:gd name="T10" fmla="*/ 162 w 228"/>
              <a:gd name="T11" fmla="*/ 86 h 228"/>
              <a:gd name="T12" fmla="*/ 149 w 228"/>
              <a:gd name="T13" fmla="*/ 79 h 228"/>
              <a:gd name="T14" fmla="*/ 142 w 228"/>
              <a:gd name="T15" fmla="*/ 67 h 228"/>
              <a:gd name="T16" fmla="*/ 143 w 228"/>
              <a:gd name="T17" fmla="*/ 53 h 228"/>
              <a:gd name="T18" fmla="*/ 149 w 228"/>
              <a:gd name="T19" fmla="*/ 43 h 228"/>
              <a:gd name="T20" fmla="*/ 160 w 228"/>
              <a:gd name="T21" fmla="*/ 37 h 228"/>
              <a:gd name="T22" fmla="*/ 170 w 228"/>
              <a:gd name="T23" fmla="*/ 29 h 228"/>
              <a:gd name="T24" fmla="*/ 169 w 228"/>
              <a:gd name="T25" fmla="*/ 17 h 228"/>
              <a:gd name="T26" fmla="*/ 152 w 228"/>
              <a:gd name="T27" fmla="*/ 7 h 228"/>
              <a:gd name="T28" fmla="*/ 114 w 228"/>
              <a:gd name="T29" fmla="*/ 0 h 228"/>
              <a:gd name="T30" fmla="*/ 81 w 228"/>
              <a:gd name="T31" fmla="*/ 6 h 228"/>
              <a:gd name="T32" fmla="*/ 51 w 228"/>
              <a:gd name="T33" fmla="*/ 20 h 228"/>
              <a:gd name="T34" fmla="*/ 26 w 228"/>
              <a:gd name="T35" fmla="*/ 42 h 228"/>
              <a:gd name="T36" fmla="*/ 9 w 228"/>
              <a:gd name="T37" fmla="*/ 70 h 228"/>
              <a:gd name="T38" fmla="*/ 1 w 228"/>
              <a:gd name="T39" fmla="*/ 102 h 228"/>
              <a:gd name="T40" fmla="*/ 3 w 228"/>
              <a:gd name="T41" fmla="*/ 137 h 228"/>
              <a:gd name="T42" fmla="*/ 14 w 228"/>
              <a:gd name="T43" fmla="*/ 169 h 228"/>
              <a:gd name="T44" fmla="*/ 34 w 228"/>
              <a:gd name="T45" fmla="*/ 195 h 228"/>
              <a:gd name="T46" fmla="*/ 60 w 228"/>
              <a:gd name="T47" fmla="*/ 214 h 228"/>
              <a:gd name="T48" fmla="*/ 92 w 228"/>
              <a:gd name="T49" fmla="*/ 226 h 228"/>
              <a:gd name="T50" fmla="*/ 126 w 228"/>
              <a:gd name="T51" fmla="*/ 228 h 228"/>
              <a:gd name="T52" fmla="*/ 158 w 228"/>
              <a:gd name="T53" fmla="*/ 219 h 228"/>
              <a:gd name="T54" fmla="*/ 187 w 228"/>
              <a:gd name="T55" fmla="*/ 202 h 228"/>
              <a:gd name="T56" fmla="*/ 209 w 228"/>
              <a:gd name="T57" fmla="*/ 177 h 228"/>
              <a:gd name="T58" fmla="*/ 222 w 228"/>
              <a:gd name="T59" fmla="*/ 148 h 228"/>
              <a:gd name="T60" fmla="*/ 228 w 228"/>
              <a:gd name="T61" fmla="*/ 114 h 228"/>
              <a:gd name="T62" fmla="*/ 221 w 228"/>
              <a:gd name="T63" fmla="*/ 76 h 228"/>
              <a:gd name="T64" fmla="*/ 106 w 228"/>
              <a:gd name="T65" fmla="*/ 200 h 228"/>
              <a:gd name="T66" fmla="*/ 81 w 228"/>
              <a:gd name="T67" fmla="*/ 193 h 228"/>
              <a:gd name="T68" fmla="*/ 59 w 228"/>
              <a:gd name="T69" fmla="*/ 181 h 228"/>
              <a:gd name="T70" fmla="*/ 43 w 228"/>
              <a:gd name="T71" fmla="*/ 162 h 228"/>
              <a:gd name="T72" fmla="*/ 31 w 228"/>
              <a:gd name="T73" fmla="*/ 140 h 228"/>
              <a:gd name="T74" fmla="*/ 28 w 228"/>
              <a:gd name="T75" fmla="*/ 114 h 228"/>
              <a:gd name="T76" fmla="*/ 31 w 228"/>
              <a:gd name="T77" fmla="*/ 88 h 228"/>
              <a:gd name="T78" fmla="*/ 43 w 228"/>
              <a:gd name="T79" fmla="*/ 66 h 228"/>
              <a:gd name="T80" fmla="*/ 59 w 228"/>
              <a:gd name="T81" fmla="*/ 47 h 228"/>
              <a:gd name="T82" fmla="*/ 81 w 228"/>
              <a:gd name="T83" fmla="*/ 35 h 228"/>
              <a:gd name="T84" fmla="*/ 106 w 228"/>
              <a:gd name="T85" fmla="*/ 28 h 228"/>
              <a:gd name="T86" fmla="*/ 126 w 228"/>
              <a:gd name="T87" fmla="*/ 28 h 228"/>
              <a:gd name="T88" fmla="*/ 115 w 228"/>
              <a:gd name="T89" fmla="*/ 53 h 228"/>
              <a:gd name="T90" fmla="*/ 118 w 228"/>
              <a:gd name="T91" fmla="*/ 82 h 228"/>
              <a:gd name="T92" fmla="*/ 138 w 228"/>
              <a:gd name="T93" fmla="*/ 105 h 228"/>
              <a:gd name="T94" fmla="*/ 167 w 228"/>
              <a:gd name="T95" fmla="*/ 114 h 228"/>
              <a:gd name="T96" fmla="*/ 192 w 228"/>
              <a:gd name="T97" fmla="*/ 108 h 228"/>
              <a:gd name="T98" fmla="*/ 200 w 228"/>
              <a:gd name="T99" fmla="*/ 114 h 228"/>
              <a:gd name="T100" fmla="*/ 197 w 228"/>
              <a:gd name="T101" fmla="*/ 140 h 228"/>
              <a:gd name="T102" fmla="*/ 186 w 228"/>
              <a:gd name="T103" fmla="*/ 162 h 228"/>
              <a:gd name="T104" fmla="*/ 169 w 228"/>
              <a:gd name="T105" fmla="*/ 181 h 228"/>
              <a:gd name="T106" fmla="*/ 147 w 228"/>
              <a:gd name="T107" fmla="*/ 193 h 228"/>
              <a:gd name="T108" fmla="*/ 123 w 228"/>
              <a:gd name="T109" fmla="*/ 200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8" h="228">
                <a:moveTo>
                  <a:pt x="217" y="66"/>
                </a:moveTo>
                <a:lnTo>
                  <a:pt x="215" y="61"/>
                </a:lnTo>
                <a:lnTo>
                  <a:pt x="212" y="59"/>
                </a:lnTo>
                <a:lnTo>
                  <a:pt x="207" y="57"/>
                </a:lnTo>
                <a:lnTo>
                  <a:pt x="203" y="57"/>
                </a:lnTo>
                <a:lnTo>
                  <a:pt x="199" y="58"/>
                </a:lnTo>
                <a:lnTo>
                  <a:pt x="196" y="60"/>
                </a:lnTo>
                <a:lnTo>
                  <a:pt x="192" y="64"/>
                </a:lnTo>
                <a:lnTo>
                  <a:pt x="191" y="68"/>
                </a:lnTo>
                <a:lnTo>
                  <a:pt x="189" y="72"/>
                </a:lnTo>
                <a:lnTo>
                  <a:pt x="188" y="75"/>
                </a:lnTo>
                <a:lnTo>
                  <a:pt x="185" y="79"/>
                </a:lnTo>
                <a:lnTo>
                  <a:pt x="182" y="81"/>
                </a:lnTo>
                <a:lnTo>
                  <a:pt x="178" y="83"/>
                </a:lnTo>
                <a:lnTo>
                  <a:pt x="175" y="85"/>
                </a:lnTo>
                <a:lnTo>
                  <a:pt x="171" y="86"/>
                </a:lnTo>
                <a:lnTo>
                  <a:pt x="167" y="86"/>
                </a:lnTo>
                <a:lnTo>
                  <a:pt x="162" y="86"/>
                </a:lnTo>
                <a:lnTo>
                  <a:pt x="157" y="84"/>
                </a:lnTo>
                <a:lnTo>
                  <a:pt x="153" y="82"/>
                </a:lnTo>
                <a:lnTo>
                  <a:pt x="149" y="79"/>
                </a:lnTo>
                <a:lnTo>
                  <a:pt x="146" y="75"/>
                </a:lnTo>
                <a:lnTo>
                  <a:pt x="144" y="71"/>
                </a:lnTo>
                <a:lnTo>
                  <a:pt x="142" y="67"/>
                </a:lnTo>
                <a:lnTo>
                  <a:pt x="142" y="61"/>
                </a:lnTo>
                <a:lnTo>
                  <a:pt x="142" y="57"/>
                </a:lnTo>
                <a:lnTo>
                  <a:pt x="143" y="53"/>
                </a:lnTo>
                <a:lnTo>
                  <a:pt x="145" y="50"/>
                </a:lnTo>
                <a:lnTo>
                  <a:pt x="147" y="46"/>
                </a:lnTo>
                <a:lnTo>
                  <a:pt x="149" y="43"/>
                </a:lnTo>
                <a:lnTo>
                  <a:pt x="153" y="41"/>
                </a:lnTo>
                <a:lnTo>
                  <a:pt x="157" y="39"/>
                </a:lnTo>
                <a:lnTo>
                  <a:pt x="160" y="37"/>
                </a:lnTo>
                <a:lnTo>
                  <a:pt x="165" y="36"/>
                </a:lnTo>
                <a:lnTo>
                  <a:pt x="168" y="32"/>
                </a:lnTo>
                <a:lnTo>
                  <a:pt x="170" y="29"/>
                </a:lnTo>
                <a:lnTo>
                  <a:pt x="171" y="25"/>
                </a:lnTo>
                <a:lnTo>
                  <a:pt x="171" y="21"/>
                </a:lnTo>
                <a:lnTo>
                  <a:pt x="169" y="17"/>
                </a:lnTo>
                <a:lnTo>
                  <a:pt x="167" y="13"/>
                </a:lnTo>
                <a:lnTo>
                  <a:pt x="163" y="11"/>
                </a:lnTo>
                <a:lnTo>
                  <a:pt x="152" y="7"/>
                </a:lnTo>
                <a:lnTo>
                  <a:pt x="140" y="2"/>
                </a:lnTo>
                <a:lnTo>
                  <a:pt x="127" y="1"/>
                </a:lnTo>
                <a:lnTo>
                  <a:pt x="114" y="0"/>
                </a:lnTo>
                <a:lnTo>
                  <a:pt x="102" y="0"/>
                </a:lnTo>
                <a:lnTo>
                  <a:pt x="92" y="2"/>
                </a:lnTo>
                <a:lnTo>
                  <a:pt x="81" y="6"/>
                </a:lnTo>
                <a:lnTo>
                  <a:pt x="70" y="9"/>
                </a:lnTo>
                <a:lnTo>
                  <a:pt x="60" y="14"/>
                </a:lnTo>
                <a:lnTo>
                  <a:pt x="51" y="20"/>
                </a:lnTo>
                <a:lnTo>
                  <a:pt x="42" y="26"/>
                </a:lnTo>
                <a:lnTo>
                  <a:pt x="34" y="33"/>
                </a:lnTo>
                <a:lnTo>
                  <a:pt x="26" y="42"/>
                </a:lnTo>
                <a:lnTo>
                  <a:pt x="20" y="51"/>
                </a:lnTo>
                <a:lnTo>
                  <a:pt x="14" y="59"/>
                </a:lnTo>
                <a:lnTo>
                  <a:pt x="9" y="70"/>
                </a:lnTo>
                <a:lnTo>
                  <a:pt x="6" y="80"/>
                </a:lnTo>
                <a:lnTo>
                  <a:pt x="3" y="91"/>
                </a:lnTo>
                <a:lnTo>
                  <a:pt x="1" y="102"/>
                </a:lnTo>
                <a:lnTo>
                  <a:pt x="0" y="114"/>
                </a:lnTo>
                <a:lnTo>
                  <a:pt x="1" y="126"/>
                </a:lnTo>
                <a:lnTo>
                  <a:pt x="3" y="137"/>
                </a:lnTo>
                <a:lnTo>
                  <a:pt x="6" y="148"/>
                </a:lnTo>
                <a:lnTo>
                  <a:pt x="9" y="158"/>
                </a:lnTo>
                <a:lnTo>
                  <a:pt x="14" y="169"/>
                </a:lnTo>
                <a:lnTo>
                  <a:pt x="20" y="177"/>
                </a:lnTo>
                <a:lnTo>
                  <a:pt x="26" y="186"/>
                </a:lnTo>
                <a:lnTo>
                  <a:pt x="34" y="195"/>
                </a:lnTo>
                <a:lnTo>
                  <a:pt x="42" y="202"/>
                </a:lnTo>
                <a:lnTo>
                  <a:pt x="51" y="208"/>
                </a:lnTo>
                <a:lnTo>
                  <a:pt x="60" y="214"/>
                </a:lnTo>
                <a:lnTo>
                  <a:pt x="70" y="219"/>
                </a:lnTo>
                <a:lnTo>
                  <a:pt x="81" y="222"/>
                </a:lnTo>
                <a:lnTo>
                  <a:pt x="92" y="226"/>
                </a:lnTo>
                <a:lnTo>
                  <a:pt x="102" y="228"/>
                </a:lnTo>
                <a:lnTo>
                  <a:pt x="114" y="228"/>
                </a:lnTo>
                <a:lnTo>
                  <a:pt x="126" y="228"/>
                </a:lnTo>
                <a:lnTo>
                  <a:pt x="137" y="226"/>
                </a:lnTo>
                <a:lnTo>
                  <a:pt x="148" y="222"/>
                </a:lnTo>
                <a:lnTo>
                  <a:pt x="158" y="219"/>
                </a:lnTo>
                <a:lnTo>
                  <a:pt x="169" y="214"/>
                </a:lnTo>
                <a:lnTo>
                  <a:pt x="177" y="208"/>
                </a:lnTo>
                <a:lnTo>
                  <a:pt x="187" y="202"/>
                </a:lnTo>
                <a:lnTo>
                  <a:pt x="195" y="195"/>
                </a:lnTo>
                <a:lnTo>
                  <a:pt x="202" y="186"/>
                </a:lnTo>
                <a:lnTo>
                  <a:pt x="209" y="177"/>
                </a:lnTo>
                <a:lnTo>
                  <a:pt x="214" y="169"/>
                </a:lnTo>
                <a:lnTo>
                  <a:pt x="219" y="158"/>
                </a:lnTo>
                <a:lnTo>
                  <a:pt x="222" y="148"/>
                </a:lnTo>
                <a:lnTo>
                  <a:pt x="226" y="137"/>
                </a:lnTo>
                <a:lnTo>
                  <a:pt x="228" y="126"/>
                </a:lnTo>
                <a:lnTo>
                  <a:pt x="228" y="114"/>
                </a:lnTo>
                <a:lnTo>
                  <a:pt x="228" y="101"/>
                </a:lnTo>
                <a:lnTo>
                  <a:pt x="226" y="89"/>
                </a:lnTo>
                <a:lnTo>
                  <a:pt x="221" y="76"/>
                </a:lnTo>
                <a:lnTo>
                  <a:pt x="217" y="66"/>
                </a:lnTo>
                <a:close/>
                <a:moveTo>
                  <a:pt x="114" y="200"/>
                </a:moveTo>
                <a:lnTo>
                  <a:pt x="106" y="200"/>
                </a:lnTo>
                <a:lnTo>
                  <a:pt x="97" y="199"/>
                </a:lnTo>
                <a:lnTo>
                  <a:pt x="88" y="197"/>
                </a:lnTo>
                <a:lnTo>
                  <a:pt x="81" y="193"/>
                </a:lnTo>
                <a:lnTo>
                  <a:pt x="73" y="190"/>
                </a:lnTo>
                <a:lnTo>
                  <a:pt x="66" y="186"/>
                </a:lnTo>
                <a:lnTo>
                  <a:pt x="59" y="181"/>
                </a:lnTo>
                <a:lnTo>
                  <a:pt x="53" y="175"/>
                </a:lnTo>
                <a:lnTo>
                  <a:pt x="48" y="169"/>
                </a:lnTo>
                <a:lnTo>
                  <a:pt x="43" y="162"/>
                </a:lnTo>
                <a:lnTo>
                  <a:pt x="39" y="155"/>
                </a:lnTo>
                <a:lnTo>
                  <a:pt x="35" y="147"/>
                </a:lnTo>
                <a:lnTo>
                  <a:pt x="31" y="140"/>
                </a:lnTo>
                <a:lnTo>
                  <a:pt x="29" y="131"/>
                </a:lnTo>
                <a:lnTo>
                  <a:pt x="28" y="123"/>
                </a:lnTo>
                <a:lnTo>
                  <a:pt x="28" y="114"/>
                </a:lnTo>
                <a:lnTo>
                  <a:pt x="28" y="105"/>
                </a:lnTo>
                <a:lnTo>
                  <a:pt x="29" y="97"/>
                </a:lnTo>
                <a:lnTo>
                  <a:pt x="31" y="88"/>
                </a:lnTo>
                <a:lnTo>
                  <a:pt x="35" y="81"/>
                </a:lnTo>
                <a:lnTo>
                  <a:pt x="39" y="73"/>
                </a:lnTo>
                <a:lnTo>
                  <a:pt x="43" y="66"/>
                </a:lnTo>
                <a:lnTo>
                  <a:pt x="48" y="59"/>
                </a:lnTo>
                <a:lnTo>
                  <a:pt x="53" y="53"/>
                </a:lnTo>
                <a:lnTo>
                  <a:pt x="59" y="47"/>
                </a:lnTo>
                <a:lnTo>
                  <a:pt x="66" y="42"/>
                </a:lnTo>
                <a:lnTo>
                  <a:pt x="73" y="38"/>
                </a:lnTo>
                <a:lnTo>
                  <a:pt x="81" y="35"/>
                </a:lnTo>
                <a:lnTo>
                  <a:pt x="88" y="31"/>
                </a:lnTo>
                <a:lnTo>
                  <a:pt x="97" y="29"/>
                </a:lnTo>
                <a:lnTo>
                  <a:pt x="106" y="28"/>
                </a:lnTo>
                <a:lnTo>
                  <a:pt x="114" y="28"/>
                </a:lnTo>
                <a:lnTo>
                  <a:pt x="119" y="28"/>
                </a:lnTo>
                <a:lnTo>
                  <a:pt x="126" y="28"/>
                </a:lnTo>
                <a:lnTo>
                  <a:pt x="121" y="36"/>
                </a:lnTo>
                <a:lnTo>
                  <a:pt x="117" y="44"/>
                </a:lnTo>
                <a:lnTo>
                  <a:pt x="115" y="53"/>
                </a:lnTo>
                <a:lnTo>
                  <a:pt x="114" y="61"/>
                </a:lnTo>
                <a:lnTo>
                  <a:pt x="115" y="72"/>
                </a:lnTo>
                <a:lnTo>
                  <a:pt x="118" y="82"/>
                </a:lnTo>
                <a:lnTo>
                  <a:pt x="123" y="90"/>
                </a:lnTo>
                <a:lnTo>
                  <a:pt x="129" y="99"/>
                </a:lnTo>
                <a:lnTo>
                  <a:pt x="138" y="105"/>
                </a:lnTo>
                <a:lnTo>
                  <a:pt x="146" y="110"/>
                </a:lnTo>
                <a:lnTo>
                  <a:pt x="156" y="113"/>
                </a:lnTo>
                <a:lnTo>
                  <a:pt x="167" y="114"/>
                </a:lnTo>
                <a:lnTo>
                  <a:pt x="176" y="113"/>
                </a:lnTo>
                <a:lnTo>
                  <a:pt x="185" y="111"/>
                </a:lnTo>
                <a:lnTo>
                  <a:pt x="192" y="108"/>
                </a:lnTo>
                <a:lnTo>
                  <a:pt x="200" y="103"/>
                </a:lnTo>
                <a:lnTo>
                  <a:pt x="200" y="109"/>
                </a:lnTo>
                <a:lnTo>
                  <a:pt x="200" y="114"/>
                </a:lnTo>
                <a:lnTo>
                  <a:pt x="200" y="123"/>
                </a:lnTo>
                <a:lnTo>
                  <a:pt x="199" y="131"/>
                </a:lnTo>
                <a:lnTo>
                  <a:pt x="197" y="140"/>
                </a:lnTo>
                <a:lnTo>
                  <a:pt x="193" y="147"/>
                </a:lnTo>
                <a:lnTo>
                  <a:pt x="190" y="155"/>
                </a:lnTo>
                <a:lnTo>
                  <a:pt x="186" y="162"/>
                </a:lnTo>
                <a:lnTo>
                  <a:pt x="181" y="169"/>
                </a:lnTo>
                <a:lnTo>
                  <a:pt x="175" y="175"/>
                </a:lnTo>
                <a:lnTo>
                  <a:pt x="169" y="181"/>
                </a:lnTo>
                <a:lnTo>
                  <a:pt x="162" y="186"/>
                </a:lnTo>
                <a:lnTo>
                  <a:pt x="155" y="190"/>
                </a:lnTo>
                <a:lnTo>
                  <a:pt x="147" y="193"/>
                </a:lnTo>
                <a:lnTo>
                  <a:pt x="140" y="197"/>
                </a:lnTo>
                <a:lnTo>
                  <a:pt x="131" y="199"/>
                </a:lnTo>
                <a:lnTo>
                  <a:pt x="123" y="200"/>
                </a:lnTo>
                <a:lnTo>
                  <a:pt x="114" y="2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8" name="Freeform 397">
            <a:extLst>
              <a:ext uri="{FF2B5EF4-FFF2-40B4-BE49-F238E27FC236}">
                <a16:creationId xmlns:a16="http://schemas.microsoft.com/office/drawing/2014/main" id="{5E29A81C-3A71-41B7-AA53-41F5B02D3083}"/>
              </a:ext>
            </a:extLst>
          </p:cNvPr>
          <p:cNvSpPr>
            <a:spLocks/>
          </p:cNvSpPr>
          <p:nvPr/>
        </p:nvSpPr>
        <p:spPr bwMode="auto">
          <a:xfrm>
            <a:off x="6572251" y="3241676"/>
            <a:ext cx="14288" cy="53975"/>
          </a:xfrm>
          <a:custGeom>
            <a:avLst/>
            <a:gdLst>
              <a:gd name="T0" fmla="*/ 14 w 28"/>
              <a:gd name="T1" fmla="*/ 0 h 102"/>
              <a:gd name="T2" fmla="*/ 9 w 28"/>
              <a:gd name="T3" fmla="*/ 1 h 102"/>
              <a:gd name="T4" fmla="*/ 4 w 28"/>
              <a:gd name="T5" fmla="*/ 4 h 102"/>
              <a:gd name="T6" fmla="*/ 1 w 28"/>
              <a:gd name="T7" fmla="*/ 8 h 102"/>
              <a:gd name="T8" fmla="*/ 0 w 28"/>
              <a:gd name="T9" fmla="*/ 14 h 102"/>
              <a:gd name="T10" fmla="*/ 0 w 28"/>
              <a:gd name="T11" fmla="*/ 89 h 102"/>
              <a:gd name="T12" fmla="*/ 1 w 28"/>
              <a:gd name="T13" fmla="*/ 94 h 102"/>
              <a:gd name="T14" fmla="*/ 4 w 28"/>
              <a:gd name="T15" fmla="*/ 98 h 102"/>
              <a:gd name="T16" fmla="*/ 9 w 28"/>
              <a:gd name="T17" fmla="*/ 101 h 102"/>
              <a:gd name="T18" fmla="*/ 14 w 28"/>
              <a:gd name="T19" fmla="*/ 102 h 102"/>
              <a:gd name="T20" fmla="*/ 19 w 28"/>
              <a:gd name="T21" fmla="*/ 101 h 102"/>
              <a:gd name="T22" fmla="*/ 24 w 28"/>
              <a:gd name="T23" fmla="*/ 98 h 102"/>
              <a:gd name="T24" fmla="*/ 27 w 28"/>
              <a:gd name="T25" fmla="*/ 94 h 102"/>
              <a:gd name="T26" fmla="*/ 28 w 28"/>
              <a:gd name="T27" fmla="*/ 89 h 102"/>
              <a:gd name="T28" fmla="*/ 28 w 28"/>
              <a:gd name="T29" fmla="*/ 14 h 102"/>
              <a:gd name="T30" fmla="*/ 27 w 28"/>
              <a:gd name="T31" fmla="*/ 8 h 102"/>
              <a:gd name="T32" fmla="*/ 24 w 28"/>
              <a:gd name="T33" fmla="*/ 4 h 102"/>
              <a:gd name="T34" fmla="*/ 19 w 28"/>
              <a:gd name="T35" fmla="*/ 1 h 102"/>
              <a:gd name="T36" fmla="*/ 14 w 28"/>
              <a:gd name="T37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02">
                <a:moveTo>
                  <a:pt x="14" y="0"/>
                </a:moveTo>
                <a:lnTo>
                  <a:pt x="9" y="1"/>
                </a:lnTo>
                <a:lnTo>
                  <a:pt x="4" y="4"/>
                </a:lnTo>
                <a:lnTo>
                  <a:pt x="1" y="8"/>
                </a:lnTo>
                <a:lnTo>
                  <a:pt x="0" y="14"/>
                </a:lnTo>
                <a:lnTo>
                  <a:pt x="0" y="89"/>
                </a:lnTo>
                <a:lnTo>
                  <a:pt x="1" y="94"/>
                </a:lnTo>
                <a:lnTo>
                  <a:pt x="4" y="98"/>
                </a:lnTo>
                <a:lnTo>
                  <a:pt x="9" y="101"/>
                </a:lnTo>
                <a:lnTo>
                  <a:pt x="14" y="102"/>
                </a:lnTo>
                <a:lnTo>
                  <a:pt x="19" y="101"/>
                </a:lnTo>
                <a:lnTo>
                  <a:pt x="24" y="98"/>
                </a:lnTo>
                <a:lnTo>
                  <a:pt x="27" y="94"/>
                </a:lnTo>
                <a:lnTo>
                  <a:pt x="28" y="89"/>
                </a:lnTo>
                <a:lnTo>
                  <a:pt x="28" y="14"/>
                </a:lnTo>
                <a:lnTo>
                  <a:pt x="27" y="8"/>
                </a:lnTo>
                <a:lnTo>
                  <a:pt x="24" y="4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69" name="Freeform 398">
            <a:extLst>
              <a:ext uri="{FF2B5EF4-FFF2-40B4-BE49-F238E27FC236}">
                <a16:creationId xmlns:a16="http://schemas.microsoft.com/office/drawing/2014/main" id="{A40E592E-C6B6-455C-9C3B-5493291A5CB5}"/>
              </a:ext>
            </a:extLst>
          </p:cNvPr>
          <p:cNvSpPr>
            <a:spLocks/>
          </p:cNvSpPr>
          <p:nvPr/>
        </p:nvSpPr>
        <p:spPr bwMode="auto">
          <a:xfrm>
            <a:off x="6657976" y="3260726"/>
            <a:ext cx="50800" cy="49213"/>
          </a:xfrm>
          <a:custGeom>
            <a:avLst/>
            <a:gdLst>
              <a:gd name="T0" fmla="*/ 90 w 95"/>
              <a:gd name="T1" fmla="*/ 4 h 94"/>
              <a:gd name="T2" fmla="*/ 86 w 95"/>
              <a:gd name="T3" fmla="*/ 1 h 94"/>
              <a:gd name="T4" fmla="*/ 81 w 95"/>
              <a:gd name="T5" fmla="*/ 0 h 94"/>
              <a:gd name="T6" fmla="*/ 75 w 95"/>
              <a:gd name="T7" fmla="*/ 1 h 94"/>
              <a:gd name="T8" fmla="*/ 70 w 95"/>
              <a:gd name="T9" fmla="*/ 4 h 94"/>
              <a:gd name="T10" fmla="*/ 4 w 95"/>
              <a:gd name="T11" fmla="*/ 70 h 94"/>
              <a:gd name="T12" fmla="*/ 1 w 95"/>
              <a:gd name="T13" fmla="*/ 74 h 94"/>
              <a:gd name="T14" fmla="*/ 0 w 95"/>
              <a:gd name="T15" fmla="*/ 80 h 94"/>
              <a:gd name="T16" fmla="*/ 1 w 95"/>
              <a:gd name="T17" fmla="*/ 85 h 94"/>
              <a:gd name="T18" fmla="*/ 4 w 95"/>
              <a:gd name="T19" fmla="*/ 89 h 94"/>
              <a:gd name="T20" fmla="*/ 9 w 95"/>
              <a:gd name="T21" fmla="*/ 92 h 94"/>
              <a:gd name="T22" fmla="*/ 14 w 95"/>
              <a:gd name="T23" fmla="*/ 94 h 94"/>
              <a:gd name="T24" fmla="*/ 19 w 95"/>
              <a:gd name="T25" fmla="*/ 92 h 94"/>
              <a:gd name="T26" fmla="*/ 24 w 95"/>
              <a:gd name="T27" fmla="*/ 89 h 94"/>
              <a:gd name="T28" fmla="*/ 90 w 95"/>
              <a:gd name="T29" fmla="*/ 24 h 94"/>
              <a:gd name="T30" fmla="*/ 93 w 95"/>
              <a:gd name="T31" fmla="*/ 19 h 94"/>
              <a:gd name="T32" fmla="*/ 95 w 95"/>
              <a:gd name="T33" fmla="*/ 14 h 94"/>
              <a:gd name="T34" fmla="*/ 93 w 95"/>
              <a:gd name="T35" fmla="*/ 9 h 94"/>
              <a:gd name="T36" fmla="*/ 90 w 95"/>
              <a:gd name="T37" fmla="*/ 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5" h="94">
                <a:moveTo>
                  <a:pt x="90" y="4"/>
                </a:moveTo>
                <a:lnTo>
                  <a:pt x="86" y="1"/>
                </a:lnTo>
                <a:lnTo>
                  <a:pt x="81" y="0"/>
                </a:lnTo>
                <a:lnTo>
                  <a:pt x="75" y="1"/>
                </a:lnTo>
                <a:lnTo>
                  <a:pt x="70" y="4"/>
                </a:lnTo>
                <a:lnTo>
                  <a:pt x="4" y="70"/>
                </a:lnTo>
                <a:lnTo>
                  <a:pt x="1" y="74"/>
                </a:lnTo>
                <a:lnTo>
                  <a:pt x="0" y="80"/>
                </a:lnTo>
                <a:lnTo>
                  <a:pt x="1" y="85"/>
                </a:lnTo>
                <a:lnTo>
                  <a:pt x="4" y="89"/>
                </a:lnTo>
                <a:lnTo>
                  <a:pt x="9" y="92"/>
                </a:lnTo>
                <a:lnTo>
                  <a:pt x="14" y="94"/>
                </a:lnTo>
                <a:lnTo>
                  <a:pt x="19" y="92"/>
                </a:lnTo>
                <a:lnTo>
                  <a:pt x="24" y="89"/>
                </a:lnTo>
                <a:lnTo>
                  <a:pt x="90" y="24"/>
                </a:lnTo>
                <a:lnTo>
                  <a:pt x="93" y="19"/>
                </a:lnTo>
                <a:lnTo>
                  <a:pt x="95" y="14"/>
                </a:lnTo>
                <a:lnTo>
                  <a:pt x="93" y="9"/>
                </a:lnTo>
                <a:lnTo>
                  <a:pt x="90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0" name="Freeform 399">
            <a:extLst>
              <a:ext uri="{FF2B5EF4-FFF2-40B4-BE49-F238E27FC236}">
                <a16:creationId xmlns:a16="http://schemas.microsoft.com/office/drawing/2014/main" id="{95FEDD2D-4CCE-4556-AC5C-5063DC53DDAC}"/>
              </a:ext>
            </a:extLst>
          </p:cNvPr>
          <p:cNvSpPr>
            <a:spLocks/>
          </p:cNvSpPr>
          <p:nvPr/>
        </p:nvSpPr>
        <p:spPr bwMode="auto">
          <a:xfrm>
            <a:off x="6451601" y="3260726"/>
            <a:ext cx="49213" cy="49213"/>
          </a:xfrm>
          <a:custGeom>
            <a:avLst/>
            <a:gdLst>
              <a:gd name="T0" fmla="*/ 89 w 93"/>
              <a:gd name="T1" fmla="*/ 70 h 94"/>
              <a:gd name="T2" fmla="*/ 23 w 93"/>
              <a:gd name="T3" fmla="*/ 4 h 94"/>
              <a:gd name="T4" fmla="*/ 18 w 93"/>
              <a:gd name="T5" fmla="*/ 1 h 94"/>
              <a:gd name="T6" fmla="*/ 14 w 93"/>
              <a:gd name="T7" fmla="*/ 0 h 94"/>
              <a:gd name="T8" fmla="*/ 8 w 93"/>
              <a:gd name="T9" fmla="*/ 1 h 94"/>
              <a:gd name="T10" fmla="*/ 3 w 93"/>
              <a:gd name="T11" fmla="*/ 4 h 94"/>
              <a:gd name="T12" fmla="*/ 1 w 93"/>
              <a:gd name="T13" fmla="*/ 9 h 94"/>
              <a:gd name="T14" fmla="*/ 0 w 93"/>
              <a:gd name="T15" fmla="*/ 14 h 94"/>
              <a:gd name="T16" fmla="*/ 1 w 93"/>
              <a:gd name="T17" fmla="*/ 19 h 94"/>
              <a:gd name="T18" fmla="*/ 3 w 93"/>
              <a:gd name="T19" fmla="*/ 24 h 94"/>
              <a:gd name="T20" fmla="*/ 69 w 93"/>
              <a:gd name="T21" fmla="*/ 89 h 94"/>
              <a:gd name="T22" fmla="*/ 74 w 93"/>
              <a:gd name="T23" fmla="*/ 92 h 94"/>
              <a:gd name="T24" fmla="*/ 79 w 93"/>
              <a:gd name="T25" fmla="*/ 94 h 94"/>
              <a:gd name="T26" fmla="*/ 84 w 93"/>
              <a:gd name="T27" fmla="*/ 92 h 94"/>
              <a:gd name="T28" fmla="*/ 89 w 93"/>
              <a:gd name="T29" fmla="*/ 89 h 94"/>
              <a:gd name="T30" fmla="*/ 92 w 93"/>
              <a:gd name="T31" fmla="*/ 85 h 94"/>
              <a:gd name="T32" fmla="*/ 93 w 93"/>
              <a:gd name="T33" fmla="*/ 80 h 94"/>
              <a:gd name="T34" fmla="*/ 92 w 93"/>
              <a:gd name="T35" fmla="*/ 74 h 94"/>
              <a:gd name="T36" fmla="*/ 89 w 93"/>
              <a:gd name="T37" fmla="*/ 7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3" h="94">
                <a:moveTo>
                  <a:pt x="89" y="70"/>
                </a:moveTo>
                <a:lnTo>
                  <a:pt x="23" y="4"/>
                </a:lnTo>
                <a:lnTo>
                  <a:pt x="18" y="1"/>
                </a:lnTo>
                <a:lnTo>
                  <a:pt x="14" y="0"/>
                </a:lnTo>
                <a:lnTo>
                  <a:pt x="8" y="1"/>
                </a:lnTo>
                <a:lnTo>
                  <a:pt x="3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3" y="24"/>
                </a:lnTo>
                <a:lnTo>
                  <a:pt x="69" y="89"/>
                </a:lnTo>
                <a:lnTo>
                  <a:pt x="74" y="92"/>
                </a:lnTo>
                <a:lnTo>
                  <a:pt x="79" y="94"/>
                </a:lnTo>
                <a:lnTo>
                  <a:pt x="84" y="92"/>
                </a:lnTo>
                <a:lnTo>
                  <a:pt x="89" y="89"/>
                </a:lnTo>
                <a:lnTo>
                  <a:pt x="92" y="85"/>
                </a:lnTo>
                <a:lnTo>
                  <a:pt x="93" y="80"/>
                </a:lnTo>
                <a:lnTo>
                  <a:pt x="92" y="74"/>
                </a:lnTo>
                <a:lnTo>
                  <a:pt x="89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1" name="Freeform 400">
            <a:extLst>
              <a:ext uri="{FF2B5EF4-FFF2-40B4-BE49-F238E27FC236}">
                <a16:creationId xmlns:a16="http://schemas.microsoft.com/office/drawing/2014/main" id="{C67FFF74-9198-4220-9532-AE58D2F3ACE5}"/>
              </a:ext>
            </a:extLst>
          </p:cNvPr>
          <p:cNvSpPr>
            <a:spLocks/>
          </p:cNvSpPr>
          <p:nvPr/>
        </p:nvSpPr>
        <p:spPr bwMode="auto">
          <a:xfrm>
            <a:off x="6572251" y="3562351"/>
            <a:ext cx="14288" cy="53975"/>
          </a:xfrm>
          <a:custGeom>
            <a:avLst/>
            <a:gdLst>
              <a:gd name="T0" fmla="*/ 14 w 28"/>
              <a:gd name="T1" fmla="*/ 0 h 103"/>
              <a:gd name="T2" fmla="*/ 9 w 28"/>
              <a:gd name="T3" fmla="*/ 2 h 103"/>
              <a:gd name="T4" fmla="*/ 4 w 28"/>
              <a:gd name="T5" fmla="*/ 5 h 103"/>
              <a:gd name="T6" fmla="*/ 1 w 28"/>
              <a:gd name="T7" fmla="*/ 9 h 103"/>
              <a:gd name="T8" fmla="*/ 0 w 28"/>
              <a:gd name="T9" fmla="*/ 14 h 103"/>
              <a:gd name="T10" fmla="*/ 0 w 28"/>
              <a:gd name="T11" fmla="*/ 89 h 103"/>
              <a:gd name="T12" fmla="*/ 1 w 28"/>
              <a:gd name="T13" fmla="*/ 95 h 103"/>
              <a:gd name="T14" fmla="*/ 4 w 28"/>
              <a:gd name="T15" fmla="*/ 99 h 103"/>
              <a:gd name="T16" fmla="*/ 9 w 28"/>
              <a:gd name="T17" fmla="*/ 102 h 103"/>
              <a:gd name="T18" fmla="*/ 14 w 28"/>
              <a:gd name="T19" fmla="*/ 103 h 103"/>
              <a:gd name="T20" fmla="*/ 19 w 28"/>
              <a:gd name="T21" fmla="*/ 102 h 103"/>
              <a:gd name="T22" fmla="*/ 24 w 28"/>
              <a:gd name="T23" fmla="*/ 99 h 103"/>
              <a:gd name="T24" fmla="*/ 27 w 28"/>
              <a:gd name="T25" fmla="*/ 95 h 103"/>
              <a:gd name="T26" fmla="*/ 28 w 28"/>
              <a:gd name="T27" fmla="*/ 89 h 103"/>
              <a:gd name="T28" fmla="*/ 28 w 28"/>
              <a:gd name="T29" fmla="*/ 14 h 103"/>
              <a:gd name="T30" fmla="*/ 27 w 28"/>
              <a:gd name="T31" fmla="*/ 9 h 103"/>
              <a:gd name="T32" fmla="*/ 24 w 28"/>
              <a:gd name="T33" fmla="*/ 5 h 103"/>
              <a:gd name="T34" fmla="*/ 19 w 28"/>
              <a:gd name="T35" fmla="*/ 2 h 103"/>
              <a:gd name="T36" fmla="*/ 14 w 28"/>
              <a:gd name="T37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103">
                <a:moveTo>
                  <a:pt x="14" y="0"/>
                </a:moveTo>
                <a:lnTo>
                  <a:pt x="9" y="2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0" y="89"/>
                </a:lnTo>
                <a:lnTo>
                  <a:pt x="1" y="95"/>
                </a:lnTo>
                <a:lnTo>
                  <a:pt x="4" y="99"/>
                </a:lnTo>
                <a:lnTo>
                  <a:pt x="9" y="102"/>
                </a:lnTo>
                <a:lnTo>
                  <a:pt x="14" y="103"/>
                </a:lnTo>
                <a:lnTo>
                  <a:pt x="19" y="102"/>
                </a:lnTo>
                <a:lnTo>
                  <a:pt x="24" y="99"/>
                </a:lnTo>
                <a:lnTo>
                  <a:pt x="27" y="95"/>
                </a:lnTo>
                <a:lnTo>
                  <a:pt x="28" y="89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lnTo>
                  <a:pt x="19" y="2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2" name="Freeform 401">
            <a:extLst>
              <a:ext uri="{FF2B5EF4-FFF2-40B4-BE49-F238E27FC236}">
                <a16:creationId xmlns:a16="http://schemas.microsoft.com/office/drawing/2014/main" id="{E767F5DE-6148-49B5-8C10-3B12A624715E}"/>
              </a:ext>
            </a:extLst>
          </p:cNvPr>
          <p:cNvSpPr>
            <a:spLocks/>
          </p:cNvSpPr>
          <p:nvPr/>
        </p:nvSpPr>
        <p:spPr bwMode="auto">
          <a:xfrm>
            <a:off x="6451601" y="3548063"/>
            <a:ext cx="49213" cy="49213"/>
          </a:xfrm>
          <a:custGeom>
            <a:avLst/>
            <a:gdLst>
              <a:gd name="T0" fmla="*/ 89 w 93"/>
              <a:gd name="T1" fmla="*/ 5 h 94"/>
              <a:gd name="T2" fmla="*/ 84 w 93"/>
              <a:gd name="T3" fmla="*/ 2 h 94"/>
              <a:gd name="T4" fmla="*/ 79 w 93"/>
              <a:gd name="T5" fmla="*/ 0 h 94"/>
              <a:gd name="T6" fmla="*/ 74 w 93"/>
              <a:gd name="T7" fmla="*/ 2 h 94"/>
              <a:gd name="T8" fmla="*/ 69 w 93"/>
              <a:gd name="T9" fmla="*/ 5 h 94"/>
              <a:gd name="T10" fmla="*/ 3 w 93"/>
              <a:gd name="T11" fmla="*/ 70 h 94"/>
              <a:gd name="T12" fmla="*/ 1 w 93"/>
              <a:gd name="T13" fmla="*/ 75 h 94"/>
              <a:gd name="T14" fmla="*/ 0 w 93"/>
              <a:gd name="T15" fmla="*/ 80 h 94"/>
              <a:gd name="T16" fmla="*/ 1 w 93"/>
              <a:gd name="T17" fmla="*/ 85 h 94"/>
              <a:gd name="T18" fmla="*/ 3 w 93"/>
              <a:gd name="T19" fmla="*/ 90 h 94"/>
              <a:gd name="T20" fmla="*/ 8 w 93"/>
              <a:gd name="T21" fmla="*/ 93 h 94"/>
              <a:gd name="T22" fmla="*/ 14 w 93"/>
              <a:gd name="T23" fmla="*/ 94 h 94"/>
              <a:gd name="T24" fmla="*/ 18 w 93"/>
              <a:gd name="T25" fmla="*/ 93 h 94"/>
              <a:gd name="T26" fmla="*/ 23 w 93"/>
              <a:gd name="T27" fmla="*/ 90 h 94"/>
              <a:gd name="T28" fmla="*/ 89 w 93"/>
              <a:gd name="T29" fmla="*/ 24 h 94"/>
              <a:gd name="T30" fmla="*/ 92 w 93"/>
              <a:gd name="T31" fmla="*/ 20 h 94"/>
              <a:gd name="T32" fmla="*/ 93 w 93"/>
              <a:gd name="T33" fmla="*/ 14 h 94"/>
              <a:gd name="T34" fmla="*/ 92 w 93"/>
              <a:gd name="T35" fmla="*/ 9 h 94"/>
              <a:gd name="T36" fmla="*/ 89 w 93"/>
              <a:gd name="T37" fmla="*/ 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3" h="94">
                <a:moveTo>
                  <a:pt x="89" y="5"/>
                </a:moveTo>
                <a:lnTo>
                  <a:pt x="84" y="2"/>
                </a:lnTo>
                <a:lnTo>
                  <a:pt x="79" y="0"/>
                </a:lnTo>
                <a:lnTo>
                  <a:pt x="74" y="2"/>
                </a:lnTo>
                <a:lnTo>
                  <a:pt x="69" y="5"/>
                </a:lnTo>
                <a:lnTo>
                  <a:pt x="3" y="70"/>
                </a:lnTo>
                <a:lnTo>
                  <a:pt x="1" y="75"/>
                </a:lnTo>
                <a:lnTo>
                  <a:pt x="0" y="80"/>
                </a:lnTo>
                <a:lnTo>
                  <a:pt x="1" y="85"/>
                </a:lnTo>
                <a:lnTo>
                  <a:pt x="3" y="90"/>
                </a:lnTo>
                <a:lnTo>
                  <a:pt x="8" y="93"/>
                </a:lnTo>
                <a:lnTo>
                  <a:pt x="14" y="94"/>
                </a:lnTo>
                <a:lnTo>
                  <a:pt x="18" y="93"/>
                </a:lnTo>
                <a:lnTo>
                  <a:pt x="23" y="90"/>
                </a:lnTo>
                <a:lnTo>
                  <a:pt x="89" y="24"/>
                </a:lnTo>
                <a:lnTo>
                  <a:pt x="92" y="20"/>
                </a:lnTo>
                <a:lnTo>
                  <a:pt x="93" y="14"/>
                </a:lnTo>
                <a:lnTo>
                  <a:pt x="92" y="9"/>
                </a:lnTo>
                <a:lnTo>
                  <a:pt x="89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3" name="Freeform 402">
            <a:extLst>
              <a:ext uri="{FF2B5EF4-FFF2-40B4-BE49-F238E27FC236}">
                <a16:creationId xmlns:a16="http://schemas.microsoft.com/office/drawing/2014/main" id="{2F72FDBB-3445-495B-BF00-3C9786CC2CD8}"/>
              </a:ext>
            </a:extLst>
          </p:cNvPr>
          <p:cNvSpPr>
            <a:spLocks/>
          </p:cNvSpPr>
          <p:nvPr/>
        </p:nvSpPr>
        <p:spPr bwMode="auto">
          <a:xfrm>
            <a:off x="6657976" y="3548063"/>
            <a:ext cx="50800" cy="49213"/>
          </a:xfrm>
          <a:custGeom>
            <a:avLst/>
            <a:gdLst>
              <a:gd name="T0" fmla="*/ 90 w 95"/>
              <a:gd name="T1" fmla="*/ 70 h 94"/>
              <a:gd name="T2" fmla="*/ 24 w 95"/>
              <a:gd name="T3" fmla="*/ 5 h 94"/>
              <a:gd name="T4" fmla="*/ 19 w 95"/>
              <a:gd name="T5" fmla="*/ 2 h 94"/>
              <a:gd name="T6" fmla="*/ 14 w 95"/>
              <a:gd name="T7" fmla="*/ 0 h 94"/>
              <a:gd name="T8" fmla="*/ 9 w 95"/>
              <a:gd name="T9" fmla="*/ 2 h 94"/>
              <a:gd name="T10" fmla="*/ 4 w 95"/>
              <a:gd name="T11" fmla="*/ 5 h 94"/>
              <a:gd name="T12" fmla="*/ 1 w 95"/>
              <a:gd name="T13" fmla="*/ 9 h 94"/>
              <a:gd name="T14" fmla="*/ 0 w 95"/>
              <a:gd name="T15" fmla="*/ 14 h 94"/>
              <a:gd name="T16" fmla="*/ 1 w 95"/>
              <a:gd name="T17" fmla="*/ 20 h 94"/>
              <a:gd name="T18" fmla="*/ 4 w 95"/>
              <a:gd name="T19" fmla="*/ 24 h 94"/>
              <a:gd name="T20" fmla="*/ 70 w 95"/>
              <a:gd name="T21" fmla="*/ 90 h 94"/>
              <a:gd name="T22" fmla="*/ 75 w 95"/>
              <a:gd name="T23" fmla="*/ 93 h 94"/>
              <a:gd name="T24" fmla="*/ 81 w 95"/>
              <a:gd name="T25" fmla="*/ 94 h 94"/>
              <a:gd name="T26" fmla="*/ 86 w 95"/>
              <a:gd name="T27" fmla="*/ 93 h 94"/>
              <a:gd name="T28" fmla="*/ 90 w 95"/>
              <a:gd name="T29" fmla="*/ 90 h 94"/>
              <a:gd name="T30" fmla="*/ 93 w 95"/>
              <a:gd name="T31" fmla="*/ 85 h 94"/>
              <a:gd name="T32" fmla="*/ 95 w 95"/>
              <a:gd name="T33" fmla="*/ 80 h 94"/>
              <a:gd name="T34" fmla="*/ 93 w 95"/>
              <a:gd name="T35" fmla="*/ 75 h 94"/>
              <a:gd name="T36" fmla="*/ 90 w 95"/>
              <a:gd name="T37" fmla="*/ 7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5" h="94">
                <a:moveTo>
                  <a:pt x="90" y="70"/>
                </a:moveTo>
                <a:lnTo>
                  <a:pt x="24" y="5"/>
                </a:lnTo>
                <a:lnTo>
                  <a:pt x="19" y="2"/>
                </a:lnTo>
                <a:lnTo>
                  <a:pt x="14" y="0"/>
                </a:lnTo>
                <a:lnTo>
                  <a:pt x="9" y="2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70" y="90"/>
                </a:lnTo>
                <a:lnTo>
                  <a:pt x="75" y="93"/>
                </a:lnTo>
                <a:lnTo>
                  <a:pt x="81" y="94"/>
                </a:lnTo>
                <a:lnTo>
                  <a:pt x="86" y="93"/>
                </a:lnTo>
                <a:lnTo>
                  <a:pt x="90" y="90"/>
                </a:lnTo>
                <a:lnTo>
                  <a:pt x="93" y="85"/>
                </a:lnTo>
                <a:lnTo>
                  <a:pt x="95" y="80"/>
                </a:lnTo>
                <a:lnTo>
                  <a:pt x="93" y="75"/>
                </a:lnTo>
                <a:lnTo>
                  <a:pt x="90" y="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4" name="Freeform 403">
            <a:extLst>
              <a:ext uri="{FF2B5EF4-FFF2-40B4-BE49-F238E27FC236}">
                <a16:creationId xmlns:a16="http://schemas.microsoft.com/office/drawing/2014/main" id="{5C4B6D1E-D8DB-472C-8432-16B8969EB76A}"/>
              </a:ext>
            </a:extLst>
          </p:cNvPr>
          <p:cNvSpPr>
            <a:spLocks/>
          </p:cNvSpPr>
          <p:nvPr/>
        </p:nvSpPr>
        <p:spPr bwMode="auto">
          <a:xfrm>
            <a:off x="6508751" y="3354388"/>
            <a:ext cx="14288" cy="14288"/>
          </a:xfrm>
          <a:custGeom>
            <a:avLst/>
            <a:gdLst>
              <a:gd name="T0" fmla="*/ 24 w 28"/>
              <a:gd name="T1" fmla="*/ 5 h 28"/>
              <a:gd name="T2" fmla="*/ 19 w 28"/>
              <a:gd name="T3" fmla="*/ 1 h 28"/>
              <a:gd name="T4" fmla="*/ 14 w 28"/>
              <a:gd name="T5" fmla="*/ 0 h 28"/>
              <a:gd name="T6" fmla="*/ 9 w 28"/>
              <a:gd name="T7" fmla="*/ 1 h 28"/>
              <a:gd name="T8" fmla="*/ 4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9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4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4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4" y="5"/>
                </a:move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9" y="27"/>
                </a:lnTo>
                <a:lnTo>
                  <a:pt x="14" y="28"/>
                </a:lnTo>
                <a:lnTo>
                  <a:pt x="19" y="27"/>
                </a:lnTo>
                <a:lnTo>
                  <a:pt x="24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4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75" name="Freeform 404">
            <a:extLst>
              <a:ext uri="{FF2B5EF4-FFF2-40B4-BE49-F238E27FC236}">
                <a16:creationId xmlns:a16="http://schemas.microsoft.com/office/drawing/2014/main" id="{2F10D53C-1FBE-4D0B-AE6E-51FEB3017507}"/>
              </a:ext>
            </a:extLst>
          </p:cNvPr>
          <p:cNvSpPr>
            <a:spLocks/>
          </p:cNvSpPr>
          <p:nvPr/>
        </p:nvSpPr>
        <p:spPr bwMode="auto">
          <a:xfrm>
            <a:off x="6702426" y="3478213"/>
            <a:ext cx="15875" cy="14288"/>
          </a:xfrm>
          <a:custGeom>
            <a:avLst/>
            <a:gdLst>
              <a:gd name="T0" fmla="*/ 24 w 28"/>
              <a:gd name="T1" fmla="*/ 4 h 27"/>
              <a:gd name="T2" fmla="*/ 19 w 28"/>
              <a:gd name="T3" fmla="*/ 2 h 27"/>
              <a:gd name="T4" fmla="*/ 14 w 28"/>
              <a:gd name="T5" fmla="*/ 0 h 27"/>
              <a:gd name="T6" fmla="*/ 8 w 28"/>
              <a:gd name="T7" fmla="*/ 2 h 27"/>
              <a:gd name="T8" fmla="*/ 4 w 28"/>
              <a:gd name="T9" fmla="*/ 4 h 27"/>
              <a:gd name="T10" fmla="*/ 1 w 28"/>
              <a:gd name="T11" fmla="*/ 9 h 27"/>
              <a:gd name="T12" fmla="*/ 0 w 28"/>
              <a:gd name="T13" fmla="*/ 14 h 27"/>
              <a:gd name="T14" fmla="*/ 1 w 28"/>
              <a:gd name="T15" fmla="*/ 19 h 27"/>
              <a:gd name="T16" fmla="*/ 4 w 28"/>
              <a:gd name="T17" fmla="*/ 24 h 27"/>
              <a:gd name="T18" fmla="*/ 8 w 28"/>
              <a:gd name="T19" fmla="*/ 26 h 27"/>
              <a:gd name="T20" fmla="*/ 14 w 28"/>
              <a:gd name="T21" fmla="*/ 27 h 27"/>
              <a:gd name="T22" fmla="*/ 19 w 28"/>
              <a:gd name="T23" fmla="*/ 26 h 27"/>
              <a:gd name="T24" fmla="*/ 24 w 28"/>
              <a:gd name="T25" fmla="*/ 24 h 27"/>
              <a:gd name="T26" fmla="*/ 27 w 28"/>
              <a:gd name="T27" fmla="*/ 19 h 27"/>
              <a:gd name="T28" fmla="*/ 28 w 28"/>
              <a:gd name="T29" fmla="*/ 14 h 27"/>
              <a:gd name="T30" fmla="*/ 27 w 28"/>
              <a:gd name="T31" fmla="*/ 9 h 27"/>
              <a:gd name="T32" fmla="*/ 24 w 28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7">
                <a:moveTo>
                  <a:pt x="24" y="4"/>
                </a:moveTo>
                <a:lnTo>
                  <a:pt x="19" y="2"/>
                </a:lnTo>
                <a:lnTo>
                  <a:pt x="14" y="0"/>
                </a:lnTo>
                <a:lnTo>
                  <a:pt x="8" y="2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1" y="19"/>
                </a:lnTo>
                <a:lnTo>
                  <a:pt x="4" y="24"/>
                </a:lnTo>
                <a:lnTo>
                  <a:pt x="8" y="26"/>
                </a:lnTo>
                <a:lnTo>
                  <a:pt x="14" y="27"/>
                </a:lnTo>
                <a:lnTo>
                  <a:pt x="19" y="26"/>
                </a:lnTo>
                <a:lnTo>
                  <a:pt x="24" y="24"/>
                </a:lnTo>
                <a:lnTo>
                  <a:pt x="27" y="19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369B1D98-89E4-41FA-8460-8AAB660213D5}"/>
              </a:ext>
            </a:extLst>
          </p:cNvPr>
          <p:cNvGrpSpPr/>
          <p:nvPr/>
        </p:nvGrpSpPr>
        <p:grpSpPr>
          <a:xfrm>
            <a:off x="6424613" y="2508251"/>
            <a:ext cx="311150" cy="376238"/>
            <a:chOff x="6424613" y="2508251"/>
            <a:chExt cx="311150" cy="376238"/>
          </a:xfrm>
          <a:solidFill>
            <a:schemeClr val="bg1"/>
          </a:solidFill>
        </p:grpSpPr>
        <p:sp>
          <p:nvSpPr>
            <p:cNvPr id="276" name="Freeform 405">
              <a:extLst>
                <a:ext uri="{FF2B5EF4-FFF2-40B4-BE49-F238E27FC236}">
                  <a16:creationId xmlns:a16="http://schemas.microsoft.com/office/drawing/2014/main" id="{A759C185-59B5-4340-A157-2AA9AC4A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619376"/>
              <a:ext cx="120650" cy="15875"/>
            </a:xfrm>
            <a:custGeom>
              <a:avLst/>
              <a:gdLst>
                <a:gd name="T0" fmla="*/ 214 w 228"/>
                <a:gd name="T1" fmla="*/ 0 h 28"/>
                <a:gd name="T2" fmla="*/ 14 w 228"/>
                <a:gd name="T3" fmla="*/ 0 h 28"/>
                <a:gd name="T4" fmla="*/ 9 w 228"/>
                <a:gd name="T5" fmla="*/ 1 h 28"/>
                <a:gd name="T6" fmla="*/ 4 w 228"/>
                <a:gd name="T7" fmla="*/ 5 h 28"/>
                <a:gd name="T8" fmla="*/ 1 w 228"/>
                <a:gd name="T9" fmla="*/ 9 h 28"/>
                <a:gd name="T10" fmla="*/ 0 w 228"/>
                <a:gd name="T11" fmla="*/ 14 h 28"/>
                <a:gd name="T12" fmla="*/ 1 w 228"/>
                <a:gd name="T13" fmla="*/ 20 h 28"/>
                <a:gd name="T14" fmla="*/ 4 w 228"/>
                <a:gd name="T15" fmla="*/ 24 h 28"/>
                <a:gd name="T16" fmla="*/ 9 w 228"/>
                <a:gd name="T17" fmla="*/ 27 h 28"/>
                <a:gd name="T18" fmla="*/ 14 w 228"/>
                <a:gd name="T19" fmla="*/ 28 h 28"/>
                <a:gd name="T20" fmla="*/ 214 w 228"/>
                <a:gd name="T21" fmla="*/ 28 h 28"/>
                <a:gd name="T22" fmla="*/ 219 w 228"/>
                <a:gd name="T23" fmla="*/ 27 h 28"/>
                <a:gd name="T24" fmla="*/ 224 w 228"/>
                <a:gd name="T25" fmla="*/ 24 h 28"/>
                <a:gd name="T26" fmla="*/ 227 w 228"/>
                <a:gd name="T27" fmla="*/ 20 h 28"/>
                <a:gd name="T28" fmla="*/ 228 w 228"/>
                <a:gd name="T29" fmla="*/ 14 h 28"/>
                <a:gd name="T30" fmla="*/ 227 w 228"/>
                <a:gd name="T31" fmla="*/ 9 h 28"/>
                <a:gd name="T32" fmla="*/ 224 w 228"/>
                <a:gd name="T33" fmla="*/ 5 h 28"/>
                <a:gd name="T34" fmla="*/ 219 w 228"/>
                <a:gd name="T35" fmla="*/ 1 h 28"/>
                <a:gd name="T36" fmla="*/ 214 w 2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8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4" y="28"/>
                  </a:lnTo>
                  <a:lnTo>
                    <a:pt x="219" y="27"/>
                  </a:lnTo>
                  <a:lnTo>
                    <a:pt x="224" y="24"/>
                  </a:lnTo>
                  <a:lnTo>
                    <a:pt x="227" y="20"/>
                  </a:lnTo>
                  <a:lnTo>
                    <a:pt x="228" y="14"/>
                  </a:lnTo>
                  <a:lnTo>
                    <a:pt x="227" y="9"/>
                  </a:lnTo>
                  <a:lnTo>
                    <a:pt x="224" y="5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407">
              <a:extLst>
                <a:ext uri="{FF2B5EF4-FFF2-40B4-BE49-F238E27FC236}">
                  <a16:creationId xmlns:a16="http://schemas.microsoft.com/office/drawing/2014/main" id="{CF5A218C-48D6-4F28-BCF8-8609AA57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655888"/>
              <a:ext cx="15875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408">
              <a:extLst>
                <a:ext uri="{FF2B5EF4-FFF2-40B4-BE49-F238E27FC236}">
                  <a16:creationId xmlns:a16="http://schemas.microsoft.com/office/drawing/2014/main" id="{E334E33A-1F8F-43A6-8061-1A313325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540001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409">
              <a:extLst>
                <a:ext uri="{FF2B5EF4-FFF2-40B4-BE49-F238E27FC236}">
                  <a16:creationId xmlns:a16="http://schemas.microsoft.com/office/drawing/2014/main" id="{76F4572C-4D5F-420D-8CB7-036BE9B24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655888"/>
              <a:ext cx="58738" cy="14288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4 h 28"/>
                <a:gd name="T8" fmla="*/ 1 w 112"/>
                <a:gd name="T9" fmla="*/ 8 h 28"/>
                <a:gd name="T10" fmla="*/ 0 w 112"/>
                <a:gd name="T11" fmla="*/ 14 h 28"/>
                <a:gd name="T12" fmla="*/ 1 w 112"/>
                <a:gd name="T13" fmla="*/ 19 h 28"/>
                <a:gd name="T14" fmla="*/ 4 w 112"/>
                <a:gd name="T15" fmla="*/ 23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3 h 28"/>
                <a:gd name="T26" fmla="*/ 110 w 112"/>
                <a:gd name="T27" fmla="*/ 19 h 28"/>
                <a:gd name="T28" fmla="*/ 112 w 112"/>
                <a:gd name="T29" fmla="*/ 14 h 28"/>
                <a:gd name="T30" fmla="*/ 110 w 112"/>
                <a:gd name="T31" fmla="*/ 8 h 28"/>
                <a:gd name="T32" fmla="*/ 107 w 112"/>
                <a:gd name="T33" fmla="*/ 4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3"/>
                  </a:lnTo>
                  <a:lnTo>
                    <a:pt x="110" y="19"/>
                  </a:lnTo>
                  <a:lnTo>
                    <a:pt x="112" y="14"/>
                  </a:lnTo>
                  <a:lnTo>
                    <a:pt x="110" y="8"/>
                  </a:lnTo>
                  <a:lnTo>
                    <a:pt x="107" y="4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410">
              <a:extLst>
                <a:ext uri="{FF2B5EF4-FFF2-40B4-BE49-F238E27FC236}">
                  <a16:creationId xmlns:a16="http://schemas.microsoft.com/office/drawing/2014/main" id="{01700A86-501E-4A6E-BDA7-1C5FCFDB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00338"/>
              <a:ext cx="120650" cy="12700"/>
            </a:xfrm>
            <a:custGeom>
              <a:avLst/>
              <a:gdLst>
                <a:gd name="T0" fmla="*/ 214 w 228"/>
                <a:gd name="T1" fmla="*/ 0 h 26"/>
                <a:gd name="T2" fmla="*/ 14 w 228"/>
                <a:gd name="T3" fmla="*/ 0 h 26"/>
                <a:gd name="T4" fmla="*/ 9 w 228"/>
                <a:gd name="T5" fmla="*/ 1 h 26"/>
                <a:gd name="T6" fmla="*/ 4 w 228"/>
                <a:gd name="T7" fmla="*/ 3 h 26"/>
                <a:gd name="T8" fmla="*/ 1 w 228"/>
                <a:gd name="T9" fmla="*/ 7 h 26"/>
                <a:gd name="T10" fmla="*/ 0 w 228"/>
                <a:gd name="T11" fmla="*/ 13 h 26"/>
                <a:gd name="T12" fmla="*/ 1 w 228"/>
                <a:gd name="T13" fmla="*/ 19 h 26"/>
                <a:gd name="T14" fmla="*/ 4 w 228"/>
                <a:gd name="T15" fmla="*/ 23 h 26"/>
                <a:gd name="T16" fmla="*/ 9 w 228"/>
                <a:gd name="T17" fmla="*/ 25 h 26"/>
                <a:gd name="T18" fmla="*/ 14 w 228"/>
                <a:gd name="T19" fmla="*/ 26 h 26"/>
                <a:gd name="T20" fmla="*/ 214 w 228"/>
                <a:gd name="T21" fmla="*/ 26 h 26"/>
                <a:gd name="T22" fmla="*/ 219 w 228"/>
                <a:gd name="T23" fmla="*/ 25 h 26"/>
                <a:gd name="T24" fmla="*/ 224 w 228"/>
                <a:gd name="T25" fmla="*/ 23 h 26"/>
                <a:gd name="T26" fmla="*/ 227 w 228"/>
                <a:gd name="T27" fmla="*/ 19 h 26"/>
                <a:gd name="T28" fmla="*/ 228 w 228"/>
                <a:gd name="T29" fmla="*/ 13 h 26"/>
                <a:gd name="T30" fmla="*/ 227 w 228"/>
                <a:gd name="T31" fmla="*/ 7 h 26"/>
                <a:gd name="T32" fmla="*/ 224 w 228"/>
                <a:gd name="T33" fmla="*/ 3 h 26"/>
                <a:gd name="T34" fmla="*/ 219 w 228"/>
                <a:gd name="T35" fmla="*/ 1 h 26"/>
                <a:gd name="T36" fmla="*/ 214 w 228"/>
                <a:gd name="T3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6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5"/>
                  </a:lnTo>
                  <a:lnTo>
                    <a:pt x="14" y="26"/>
                  </a:lnTo>
                  <a:lnTo>
                    <a:pt x="214" y="26"/>
                  </a:lnTo>
                  <a:lnTo>
                    <a:pt x="219" y="25"/>
                  </a:lnTo>
                  <a:lnTo>
                    <a:pt x="224" y="23"/>
                  </a:lnTo>
                  <a:lnTo>
                    <a:pt x="227" y="19"/>
                  </a:lnTo>
                  <a:lnTo>
                    <a:pt x="228" y="13"/>
                  </a:lnTo>
                  <a:lnTo>
                    <a:pt x="227" y="7"/>
                  </a:lnTo>
                  <a:lnTo>
                    <a:pt x="224" y="3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411">
              <a:extLst>
                <a:ext uri="{FF2B5EF4-FFF2-40B4-BE49-F238E27FC236}">
                  <a16:creationId xmlns:a16="http://schemas.microsoft.com/office/drawing/2014/main" id="{174BE09D-AB7E-4ADC-B008-55917B44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735263"/>
              <a:ext cx="15875" cy="14288"/>
            </a:xfrm>
            <a:custGeom>
              <a:avLst/>
              <a:gdLst>
                <a:gd name="T0" fmla="*/ 23 w 28"/>
                <a:gd name="T1" fmla="*/ 3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3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4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4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4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412">
              <a:extLst>
                <a:ext uri="{FF2B5EF4-FFF2-40B4-BE49-F238E27FC236}">
                  <a16:creationId xmlns:a16="http://schemas.microsoft.com/office/drawing/2014/main" id="{C741A493-541A-4EF3-AD14-ABDA6355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35263"/>
              <a:ext cx="58738" cy="14288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3 h 28"/>
                <a:gd name="T8" fmla="*/ 1 w 112"/>
                <a:gd name="T9" fmla="*/ 9 h 28"/>
                <a:gd name="T10" fmla="*/ 0 w 112"/>
                <a:gd name="T11" fmla="*/ 14 h 28"/>
                <a:gd name="T12" fmla="*/ 1 w 112"/>
                <a:gd name="T13" fmla="*/ 19 h 28"/>
                <a:gd name="T14" fmla="*/ 4 w 112"/>
                <a:gd name="T15" fmla="*/ 24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4 h 28"/>
                <a:gd name="T26" fmla="*/ 110 w 112"/>
                <a:gd name="T27" fmla="*/ 19 h 28"/>
                <a:gd name="T28" fmla="*/ 112 w 112"/>
                <a:gd name="T29" fmla="*/ 14 h 28"/>
                <a:gd name="T30" fmla="*/ 110 w 112"/>
                <a:gd name="T31" fmla="*/ 9 h 28"/>
                <a:gd name="T32" fmla="*/ 107 w 112"/>
                <a:gd name="T33" fmla="*/ 3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4"/>
                  </a:lnTo>
                  <a:lnTo>
                    <a:pt x="110" y="19"/>
                  </a:lnTo>
                  <a:lnTo>
                    <a:pt x="112" y="14"/>
                  </a:lnTo>
                  <a:lnTo>
                    <a:pt x="110" y="9"/>
                  </a:lnTo>
                  <a:lnTo>
                    <a:pt x="107" y="3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413">
              <a:extLst>
                <a:ext uri="{FF2B5EF4-FFF2-40B4-BE49-F238E27FC236}">
                  <a16:creationId xmlns:a16="http://schemas.microsoft.com/office/drawing/2014/main" id="{842B7EA8-8E16-4294-A10D-E60F7CC61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778126"/>
              <a:ext cx="120650" cy="15875"/>
            </a:xfrm>
            <a:custGeom>
              <a:avLst/>
              <a:gdLst>
                <a:gd name="T0" fmla="*/ 214 w 228"/>
                <a:gd name="T1" fmla="*/ 0 h 28"/>
                <a:gd name="T2" fmla="*/ 14 w 228"/>
                <a:gd name="T3" fmla="*/ 0 h 28"/>
                <a:gd name="T4" fmla="*/ 9 w 228"/>
                <a:gd name="T5" fmla="*/ 1 h 28"/>
                <a:gd name="T6" fmla="*/ 4 w 228"/>
                <a:gd name="T7" fmla="*/ 4 h 28"/>
                <a:gd name="T8" fmla="*/ 1 w 228"/>
                <a:gd name="T9" fmla="*/ 8 h 28"/>
                <a:gd name="T10" fmla="*/ 0 w 228"/>
                <a:gd name="T11" fmla="*/ 14 h 28"/>
                <a:gd name="T12" fmla="*/ 1 w 228"/>
                <a:gd name="T13" fmla="*/ 19 h 28"/>
                <a:gd name="T14" fmla="*/ 4 w 228"/>
                <a:gd name="T15" fmla="*/ 23 h 28"/>
                <a:gd name="T16" fmla="*/ 9 w 228"/>
                <a:gd name="T17" fmla="*/ 27 h 28"/>
                <a:gd name="T18" fmla="*/ 14 w 228"/>
                <a:gd name="T19" fmla="*/ 28 h 28"/>
                <a:gd name="T20" fmla="*/ 214 w 228"/>
                <a:gd name="T21" fmla="*/ 28 h 28"/>
                <a:gd name="T22" fmla="*/ 219 w 228"/>
                <a:gd name="T23" fmla="*/ 27 h 28"/>
                <a:gd name="T24" fmla="*/ 224 w 228"/>
                <a:gd name="T25" fmla="*/ 23 h 28"/>
                <a:gd name="T26" fmla="*/ 227 w 228"/>
                <a:gd name="T27" fmla="*/ 19 h 28"/>
                <a:gd name="T28" fmla="*/ 228 w 228"/>
                <a:gd name="T29" fmla="*/ 14 h 28"/>
                <a:gd name="T30" fmla="*/ 227 w 228"/>
                <a:gd name="T31" fmla="*/ 8 h 28"/>
                <a:gd name="T32" fmla="*/ 224 w 228"/>
                <a:gd name="T33" fmla="*/ 4 h 28"/>
                <a:gd name="T34" fmla="*/ 219 w 228"/>
                <a:gd name="T35" fmla="*/ 1 h 28"/>
                <a:gd name="T36" fmla="*/ 214 w 228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8" h="28">
                  <a:moveTo>
                    <a:pt x="214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14" y="28"/>
                  </a:lnTo>
                  <a:lnTo>
                    <a:pt x="219" y="27"/>
                  </a:lnTo>
                  <a:lnTo>
                    <a:pt x="224" y="23"/>
                  </a:lnTo>
                  <a:lnTo>
                    <a:pt x="227" y="19"/>
                  </a:lnTo>
                  <a:lnTo>
                    <a:pt x="228" y="14"/>
                  </a:lnTo>
                  <a:lnTo>
                    <a:pt x="227" y="8"/>
                  </a:lnTo>
                  <a:lnTo>
                    <a:pt x="224" y="4"/>
                  </a:lnTo>
                  <a:lnTo>
                    <a:pt x="219" y="1"/>
                  </a:lnTo>
                  <a:lnTo>
                    <a:pt x="2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414">
              <a:extLst>
                <a:ext uri="{FF2B5EF4-FFF2-40B4-BE49-F238E27FC236}">
                  <a16:creationId xmlns:a16="http://schemas.microsoft.com/office/drawing/2014/main" id="{137FC0A4-2B10-4AC3-893F-59D328F0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813051"/>
              <a:ext cx="15875" cy="15875"/>
            </a:xfrm>
            <a:custGeom>
              <a:avLst/>
              <a:gdLst>
                <a:gd name="T0" fmla="*/ 23 w 28"/>
                <a:gd name="T1" fmla="*/ 5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5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4 w 28"/>
                <a:gd name="T17" fmla="*/ 25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5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3 w 28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5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5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3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415">
              <a:extLst>
                <a:ext uri="{FF2B5EF4-FFF2-40B4-BE49-F238E27FC236}">
                  <a16:creationId xmlns:a16="http://schemas.microsoft.com/office/drawing/2014/main" id="{2932B37D-AC39-459E-9468-678405F7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1" y="2813051"/>
              <a:ext cx="58738" cy="15875"/>
            </a:xfrm>
            <a:custGeom>
              <a:avLst/>
              <a:gdLst>
                <a:gd name="T0" fmla="*/ 98 w 112"/>
                <a:gd name="T1" fmla="*/ 0 h 28"/>
                <a:gd name="T2" fmla="*/ 14 w 112"/>
                <a:gd name="T3" fmla="*/ 0 h 28"/>
                <a:gd name="T4" fmla="*/ 9 w 112"/>
                <a:gd name="T5" fmla="*/ 1 h 28"/>
                <a:gd name="T6" fmla="*/ 4 w 112"/>
                <a:gd name="T7" fmla="*/ 5 h 28"/>
                <a:gd name="T8" fmla="*/ 1 w 112"/>
                <a:gd name="T9" fmla="*/ 9 h 28"/>
                <a:gd name="T10" fmla="*/ 0 w 112"/>
                <a:gd name="T11" fmla="*/ 14 h 28"/>
                <a:gd name="T12" fmla="*/ 1 w 112"/>
                <a:gd name="T13" fmla="*/ 20 h 28"/>
                <a:gd name="T14" fmla="*/ 4 w 112"/>
                <a:gd name="T15" fmla="*/ 25 h 28"/>
                <a:gd name="T16" fmla="*/ 9 w 112"/>
                <a:gd name="T17" fmla="*/ 27 h 28"/>
                <a:gd name="T18" fmla="*/ 14 w 112"/>
                <a:gd name="T19" fmla="*/ 28 h 28"/>
                <a:gd name="T20" fmla="*/ 98 w 112"/>
                <a:gd name="T21" fmla="*/ 28 h 28"/>
                <a:gd name="T22" fmla="*/ 103 w 112"/>
                <a:gd name="T23" fmla="*/ 27 h 28"/>
                <a:gd name="T24" fmla="*/ 107 w 112"/>
                <a:gd name="T25" fmla="*/ 25 h 28"/>
                <a:gd name="T26" fmla="*/ 110 w 112"/>
                <a:gd name="T27" fmla="*/ 20 h 28"/>
                <a:gd name="T28" fmla="*/ 112 w 112"/>
                <a:gd name="T29" fmla="*/ 14 h 28"/>
                <a:gd name="T30" fmla="*/ 110 w 112"/>
                <a:gd name="T31" fmla="*/ 9 h 28"/>
                <a:gd name="T32" fmla="*/ 107 w 112"/>
                <a:gd name="T33" fmla="*/ 5 h 28"/>
                <a:gd name="T34" fmla="*/ 103 w 112"/>
                <a:gd name="T35" fmla="*/ 1 h 28"/>
                <a:gd name="T36" fmla="*/ 98 w 112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8">
                  <a:moveTo>
                    <a:pt x="98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5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98" y="28"/>
                  </a:lnTo>
                  <a:lnTo>
                    <a:pt x="103" y="27"/>
                  </a:lnTo>
                  <a:lnTo>
                    <a:pt x="107" y="25"/>
                  </a:lnTo>
                  <a:lnTo>
                    <a:pt x="110" y="20"/>
                  </a:lnTo>
                  <a:lnTo>
                    <a:pt x="112" y="14"/>
                  </a:lnTo>
                  <a:lnTo>
                    <a:pt x="110" y="9"/>
                  </a:lnTo>
                  <a:lnTo>
                    <a:pt x="107" y="5"/>
                  </a:lnTo>
                  <a:lnTo>
                    <a:pt x="10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416">
              <a:extLst>
                <a:ext uri="{FF2B5EF4-FFF2-40B4-BE49-F238E27FC236}">
                  <a16:creationId xmlns:a16="http://schemas.microsoft.com/office/drawing/2014/main" id="{2B207CFA-35DF-4366-B922-4FF9E6C8C4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4613" y="2508251"/>
              <a:ext cx="311150" cy="376238"/>
            </a:xfrm>
            <a:custGeom>
              <a:avLst/>
              <a:gdLst>
                <a:gd name="T0" fmla="*/ 402 w 588"/>
                <a:gd name="T1" fmla="*/ 44 h 712"/>
                <a:gd name="T2" fmla="*/ 372 w 588"/>
                <a:gd name="T3" fmla="*/ 32 h 712"/>
                <a:gd name="T4" fmla="*/ 340 w 588"/>
                <a:gd name="T5" fmla="*/ 23 h 712"/>
                <a:gd name="T6" fmla="*/ 317 w 588"/>
                <a:gd name="T7" fmla="*/ 5 h 712"/>
                <a:gd name="T8" fmla="*/ 287 w 588"/>
                <a:gd name="T9" fmla="*/ 1 h 712"/>
                <a:gd name="T10" fmla="*/ 259 w 588"/>
                <a:gd name="T11" fmla="*/ 13 h 712"/>
                <a:gd name="T12" fmla="*/ 233 w 588"/>
                <a:gd name="T13" fmla="*/ 31 h 712"/>
                <a:gd name="T14" fmla="*/ 200 w 588"/>
                <a:gd name="T15" fmla="*/ 37 h 712"/>
                <a:gd name="T16" fmla="*/ 174 w 588"/>
                <a:gd name="T17" fmla="*/ 54 h 712"/>
                <a:gd name="T18" fmla="*/ 47 w 588"/>
                <a:gd name="T19" fmla="*/ 57 h 712"/>
                <a:gd name="T20" fmla="*/ 25 w 588"/>
                <a:gd name="T21" fmla="*/ 70 h 712"/>
                <a:gd name="T22" fmla="*/ 8 w 588"/>
                <a:gd name="T23" fmla="*/ 90 h 712"/>
                <a:gd name="T24" fmla="*/ 0 w 588"/>
                <a:gd name="T25" fmla="*/ 115 h 712"/>
                <a:gd name="T26" fmla="*/ 1 w 588"/>
                <a:gd name="T27" fmla="*/ 657 h 712"/>
                <a:gd name="T28" fmla="*/ 12 w 588"/>
                <a:gd name="T29" fmla="*/ 681 h 712"/>
                <a:gd name="T30" fmla="*/ 30 w 588"/>
                <a:gd name="T31" fmla="*/ 700 h 712"/>
                <a:gd name="T32" fmla="*/ 54 w 588"/>
                <a:gd name="T33" fmla="*/ 709 h 712"/>
                <a:gd name="T34" fmla="*/ 528 w 588"/>
                <a:gd name="T35" fmla="*/ 710 h 712"/>
                <a:gd name="T36" fmla="*/ 553 w 588"/>
                <a:gd name="T37" fmla="*/ 703 h 712"/>
                <a:gd name="T38" fmla="*/ 573 w 588"/>
                <a:gd name="T39" fmla="*/ 687 h 712"/>
                <a:gd name="T40" fmla="*/ 586 w 588"/>
                <a:gd name="T41" fmla="*/ 663 h 712"/>
                <a:gd name="T42" fmla="*/ 588 w 588"/>
                <a:gd name="T43" fmla="*/ 122 h 712"/>
                <a:gd name="T44" fmla="*/ 583 w 588"/>
                <a:gd name="T45" fmla="*/ 95 h 712"/>
                <a:gd name="T46" fmla="*/ 569 w 588"/>
                <a:gd name="T47" fmla="*/ 74 h 712"/>
                <a:gd name="T48" fmla="*/ 547 w 588"/>
                <a:gd name="T49" fmla="*/ 60 h 712"/>
                <a:gd name="T50" fmla="*/ 520 w 588"/>
                <a:gd name="T51" fmla="*/ 54 h 712"/>
                <a:gd name="T52" fmla="*/ 263 w 588"/>
                <a:gd name="T53" fmla="*/ 56 h 712"/>
                <a:gd name="T54" fmla="*/ 272 w 588"/>
                <a:gd name="T55" fmla="*/ 39 h 712"/>
                <a:gd name="T56" fmla="*/ 286 w 588"/>
                <a:gd name="T57" fmla="*/ 29 h 712"/>
                <a:gd name="T58" fmla="*/ 303 w 588"/>
                <a:gd name="T59" fmla="*/ 29 h 712"/>
                <a:gd name="T60" fmla="*/ 317 w 588"/>
                <a:gd name="T61" fmla="*/ 39 h 712"/>
                <a:gd name="T62" fmla="*/ 326 w 588"/>
                <a:gd name="T63" fmla="*/ 56 h 712"/>
                <a:gd name="T64" fmla="*/ 367 w 588"/>
                <a:gd name="T65" fmla="*/ 59 h 712"/>
                <a:gd name="T66" fmla="*/ 402 w 588"/>
                <a:gd name="T67" fmla="*/ 81 h 712"/>
                <a:gd name="T68" fmla="*/ 175 w 588"/>
                <a:gd name="T69" fmla="*/ 111 h 712"/>
                <a:gd name="T70" fmla="*/ 193 w 588"/>
                <a:gd name="T71" fmla="*/ 74 h 712"/>
                <a:gd name="T72" fmla="*/ 233 w 588"/>
                <a:gd name="T73" fmla="*/ 59 h 712"/>
                <a:gd name="T74" fmla="*/ 554 w 588"/>
                <a:gd name="T75" fmla="*/ 665 h 712"/>
                <a:gd name="T76" fmla="*/ 529 w 588"/>
                <a:gd name="T77" fmla="*/ 683 h 712"/>
                <a:gd name="T78" fmla="*/ 52 w 588"/>
                <a:gd name="T79" fmla="*/ 680 h 712"/>
                <a:gd name="T80" fmla="*/ 31 w 588"/>
                <a:gd name="T81" fmla="*/ 659 h 712"/>
                <a:gd name="T82" fmla="*/ 28 w 588"/>
                <a:gd name="T83" fmla="*/ 114 h 712"/>
                <a:gd name="T84" fmla="*/ 45 w 588"/>
                <a:gd name="T85" fmla="*/ 89 h 712"/>
                <a:gd name="T86" fmla="*/ 155 w 588"/>
                <a:gd name="T87" fmla="*/ 82 h 712"/>
                <a:gd name="T88" fmla="*/ 147 w 588"/>
                <a:gd name="T89" fmla="*/ 116 h 712"/>
                <a:gd name="T90" fmla="*/ 156 w 588"/>
                <a:gd name="T91" fmla="*/ 138 h 712"/>
                <a:gd name="T92" fmla="*/ 437 w 588"/>
                <a:gd name="T93" fmla="*/ 135 h 712"/>
                <a:gd name="T94" fmla="*/ 441 w 588"/>
                <a:gd name="T95" fmla="*/ 107 h 712"/>
                <a:gd name="T96" fmla="*/ 520 w 588"/>
                <a:gd name="T97" fmla="*/ 82 h 712"/>
                <a:gd name="T98" fmla="*/ 549 w 588"/>
                <a:gd name="T99" fmla="*/ 93 h 712"/>
                <a:gd name="T100" fmla="*/ 561 w 588"/>
                <a:gd name="T101" fmla="*/ 12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8" h="712">
                  <a:moveTo>
                    <a:pt x="520" y="54"/>
                  </a:moveTo>
                  <a:lnTo>
                    <a:pt x="414" y="54"/>
                  </a:lnTo>
                  <a:lnTo>
                    <a:pt x="409" y="49"/>
                  </a:lnTo>
                  <a:lnTo>
                    <a:pt x="402" y="44"/>
                  </a:lnTo>
                  <a:lnTo>
                    <a:pt x="395" y="41"/>
                  </a:lnTo>
                  <a:lnTo>
                    <a:pt x="389" y="37"/>
                  </a:lnTo>
                  <a:lnTo>
                    <a:pt x="381" y="34"/>
                  </a:lnTo>
                  <a:lnTo>
                    <a:pt x="372" y="32"/>
                  </a:lnTo>
                  <a:lnTo>
                    <a:pt x="365" y="31"/>
                  </a:lnTo>
                  <a:lnTo>
                    <a:pt x="356" y="31"/>
                  </a:lnTo>
                  <a:lnTo>
                    <a:pt x="343" y="31"/>
                  </a:lnTo>
                  <a:lnTo>
                    <a:pt x="340" y="23"/>
                  </a:lnTo>
                  <a:lnTo>
                    <a:pt x="335" y="18"/>
                  </a:lnTo>
                  <a:lnTo>
                    <a:pt x="329" y="13"/>
                  </a:lnTo>
                  <a:lnTo>
                    <a:pt x="323" y="8"/>
                  </a:lnTo>
                  <a:lnTo>
                    <a:pt x="317" y="5"/>
                  </a:lnTo>
                  <a:lnTo>
                    <a:pt x="309" y="2"/>
                  </a:lnTo>
                  <a:lnTo>
                    <a:pt x="302" y="1"/>
                  </a:lnTo>
                  <a:lnTo>
                    <a:pt x="294" y="0"/>
                  </a:lnTo>
                  <a:lnTo>
                    <a:pt x="287" y="1"/>
                  </a:lnTo>
                  <a:lnTo>
                    <a:pt x="279" y="2"/>
                  </a:lnTo>
                  <a:lnTo>
                    <a:pt x="272" y="5"/>
                  </a:lnTo>
                  <a:lnTo>
                    <a:pt x="265" y="8"/>
                  </a:lnTo>
                  <a:lnTo>
                    <a:pt x="259" y="13"/>
                  </a:lnTo>
                  <a:lnTo>
                    <a:pt x="253" y="18"/>
                  </a:lnTo>
                  <a:lnTo>
                    <a:pt x="249" y="23"/>
                  </a:lnTo>
                  <a:lnTo>
                    <a:pt x="245" y="31"/>
                  </a:lnTo>
                  <a:lnTo>
                    <a:pt x="233" y="31"/>
                  </a:lnTo>
                  <a:lnTo>
                    <a:pt x="224" y="31"/>
                  </a:lnTo>
                  <a:lnTo>
                    <a:pt x="216" y="32"/>
                  </a:lnTo>
                  <a:lnTo>
                    <a:pt x="208" y="34"/>
                  </a:lnTo>
                  <a:lnTo>
                    <a:pt x="200" y="37"/>
                  </a:lnTo>
                  <a:lnTo>
                    <a:pt x="193" y="41"/>
                  </a:lnTo>
                  <a:lnTo>
                    <a:pt x="186" y="44"/>
                  </a:lnTo>
                  <a:lnTo>
                    <a:pt x="179" y="49"/>
                  </a:lnTo>
                  <a:lnTo>
                    <a:pt x="174" y="54"/>
                  </a:lnTo>
                  <a:lnTo>
                    <a:pt x="68" y="54"/>
                  </a:lnTo>
                  <a:lnTo>
                    <a:pt x="60" y="54"/>
                  </a:lnTo>
                  <a:lnTo>
                    <a:pt x="54" y="56"/>
                  </a:lnTo>
                  <a:lnTo>
                    <a:pt x="47" y="57"/>
                  </a:lnTo>
                  <a:lnTo>
                    <a:pt x="41" y="60"/>
                  </a:lnTo>
                  <a:lnTo>
                    <a:pt x="36" y="62"/>
                  </a:lnTo>
                  <a:lnTo>
                    <a:pt x="30" y="65"/>
                  </a:lnTo>
                  <a:lnTo>
                    <a:pt x="25" y="70"/>
                  </a:lnTo>
                  <a:lnTo>
                    <a:pt x="19" y="74"/>
                  </a:lnTo>
                  <a:lnTo>
                    <a:pt x="15" y="79"/>
                  </a:lnTo>
                  <a:lnTo>
                    <a:pt x="12" y="83"/>
                  </a:lnTo>
                  <a:lnTo>
                    <a:pt x="8" y="90"/>
                  </a:lnTo>
                  <a:lnTo>
                    <a:pt x="5" y="95"/>
                  </a:lnTo>
                  <a:lnTo>
                    <a:pt x="3" y="102"/>
                  </a:lnTo>
                  <a:lnTo>
                    <a:pt x="1" y="108"/>
                  </a:lnTo>
                  <a:lnTo>
                    <a:pt x="0" y="115"/>
                  </a:lnTo>
                  <a:lnTo>
                    <a:pt x="0" y="122"/>
                  </a:lnTo>
                  <a:lnTo>
                    <a:pt x="0" y="644"/>
                  </a:lnTo>
                  <a:lnTo>
                    <a:pt x="0" y="650"/>
                  </a:lnTo>
                  <a:lnTo>
                    <a:pt x="1" y="657"/>
                  </a:lnTo>
                  <a:lnTo>
                    <a:pt x="3" y="663"/>
                  </a:lnTo>
                  <a:lnTo>
                    <a:pt x="5" y="670"/>
                  </a:lnTo>
                  <a:lnTo>
                    <a:pt x="8" y="676"/>
                  </a:lnTo>
                  <a:lnTo>
                    <a:pt x="12" y="681"/>
                  </a:lnTo>
                  <a:lnTo>
                    <a:pt x="15" y="687"/>
                  </a:lnTo>
                  <a:lnTo>
                    <a:pt x="19" y="691"/>
                  </a:lnTo>
                  <a:lnTo>
                    <a:pt x="25" y="695"/>
                  </a:lnTo>
                  <a:lnTo>
                    <a:pt x="30" y="700"/>
                  </a:lnTo>
                  <a:lnTo>
                    <a:pt x="36" y="703"/>
                  </a:lnTo>
                  <a:lnTo>
                    <a:pt x="41" y="706"/>
                  </a:lnTo>
                  <a:lnTo>
                    <a:pt x="47" y="708"/>
                  </a:lnTo>
                  <a:lnTo>
                    <a:pt x="54" y="709"/>
                  </a:lnTo>
                  <a:lnTo>
                    <a:pt x="60" y="710"/>
                  </a:lnTo>
                  <a:lnTo>
                    <a:pt x="68" y="712"/>
                  </a:lnTo>
                  <a:lnTo>
                    <a:pt x="520" y="712"/>
                  </a:lnTo>
                  <a:lnTo>
                    <a:pt x="528" y="710"/>
                  </a:lnTo>
                  <a:lnTo>
                    <a:pt x="534" y="709"/>
                  </a:lnTo>
                  <a:lnTo>
                    <a:pt x="541" y="708"/>
                  </a:lnTo>
                  <a:lnTo>
                    <a:pt x="547" y="706"/>
                  </a:lnTo>
                  <a:lnTo>
                    <a:pt x="553" y="703"/>
                  </a:lnTo>
                  <a:lnTo>
                    <a:pt x="559" y="700"/>
                  </a:lnTo>
                  <a:lnTo>
                    <a:pt x="563" y="695"/>
                  </a:lnTo>
                  <a:lnTo>
                    <a:pt x="569" y="691"/>
                  </a:lnTo>
                  <a:lnTo>
                    <a:pt x="573" y="687"/>
                  </a:lnTo>
                  <a:lnTo>
                    <a:pt x="577" y="681"/>
                  </a:lnTo>
                  <a:lnTo>
                    <a:pt x="581" y="676"/>
                  </a:lnTo>
                  <a:lnTo>
                    <a:pt x="583" y="670"/>
                  </a:lnTo>
                  <a:lnTo>
                    <a:pt x="586" y="663"/>
                  </a:lnTo>
                  <a:lnTo>
                    <a:pt x="587" y="657"/>
                  </a:lnTo>
                  <a:lnTo>
                    <a:pt x="588" y="650"/>
                  </a:lnTo>
                  <a:lnTo>
                    <a:pt x="588" y="644"/>
                  </a:lnTo>
                  <a:lnTo>
                    <a:pt x="588" y="122"/>
                  </a:lnTo>
                  <a:lnTo>
                    <a:pt x="588" y="115"/>
                  </a:lnTo>
                  <a:lnTo>
                    <a:pt x="587" y="108"/>
                  </a:lnTo>
                  <a:lnTo>
                    <a:pt x="586" y="102"/>
                  </a:lnTo>
                  <a:lnTo>
                    <a:pt x="583" y="95"/>
                  </a:lnTo>
                  <a:lnTo>
                    <a:pt x="581" y="90"/>
                  </a:lnTo>
                  <a:lnTo>
                    <a:pt x="577" y="83"/>
                  </a:lnTo>
                  <a:lnTo>
                    <a:pt x="573" y="79"/>
                  </a:lnTo>
                  <a:lnTo>
                    <a:pt x="569" y="74"/>
                  </a:lnTo>
                  <a:lnTo>
                    <a:pt x="563" y="70"/>
                  </a:lnTo>
                  <a:lnTo>
                    <a:pt x="559" y="65"/>
                  </a:lnTo>
                  <a:lnTo>
                    <a:pt x="553" y="62"/>
                  </a:lnTo>
                  <a:lnTo>
                    <a:pt x="547" y="60"/>
                  </a:lnTo>
                  <a:lnTo>
                    <a:pt x="541" y="57"/>
                  </a:lnTo>
                  <a:lnTo>
                    <a:pt x="534" y="56"/>
                  </a:lnTo>
                  <a:lnTo>
                    <a:pt x="528" y="54"/>
                  </a:lnTo>
                  <a:lnTo>
                    <a:pt x="520" y="54"/>
                  </a:lnTo>
                  <a:close/>
                  <a:moveTo>
                    <a:pt x="233" y="59"/>
                  </a:moveTo>
                  <a:lnTo>
                    <a:pt x="254" y="59"/>
                  </a:lnTo>
                  <a:lnTo>
                    <a:pt x="259" y="58"/>
                  </a:lnTo>
                  <a:lnTo>
                    <a:pt x="263" y="56"/>
                  </a:lnTo>
                  <a:lnTo>
                    <a:pt x="265" y="52"/>
                  </a:lnTo>
                  <a:lnTo>
                    <a:pt x="267" y="48"/>
                  </a:lnTo>
                  <a:lnTo>
                    <a:pt x="269" y="44"/>
                  </a:lnTo>
                  <a:lnTo>
                    <a:pt x="272" y="39"/>
                  </a:lnTo>
                  <a:lnTo>
                    <a:pt x="274" y="36"/>
                  </a:lnTo>
                  <a:lnTo>
                    <a:pt x="277" y="33"/>
                  </a:lnTo>
                  <a:lnTo>
                    <a:pt x="281" y="31"/>
                  </a:lnTo>
                  <a:lnTo>
                    <a:pt x="286" y="29"/>
                  </a:lnTo>
                  <a:lnTo>
                    <a:pt x="290" y="28"/>
                  </a:lnTo>
                  <a:lnTo>
                    <a:pt x="294" y="28"/>
                  </a:lnTo>
                  <a:lnTo>
                    <a:pt x="298" y="28"/>
                  </a:lnTo>
                  <a:lnTo>
                    <a:pt x="303" y="29"/>
                  </a:lnTo>
                  <a:lnTo>
                    <a:pt x="307" y="31"/>
                  </a:lnTo>
                  <a:lnTo>
                    <a:pt x="311" y="33"/>
                  </a:lnTo>
                  <a:lnTo>
                    <a:pt x="314" y="36"/>
                  </a:lnTo>
                  <a:lnTo>
                    <a:pt x="317" y="39"/>
                  </a:lnTo>
                  <a:lnTo>
                    <a:pt x="320" y="44"/>
                  </a:lnTo>
                  <a:lnTo>
                    <a:pt x="321" y="48"/>
                  </a:lnTo>
                  <a:lnTo>
                    <a:pt x="323" y="52"/>
                  </a:lnTo>
                  <a:lnTo>
                    <a:pt x="326" y="56"/>
                  </a:lnTo>
                  <a:lnTo>
                    <a:pt x="329" y="58"/>
                  </a:lnTo>
                  <a:lnTo>
                    <a:pt x="335" y="59"/>
                  </a:lnTo>
                  <a:lnTo>
                    <a:pt x="356" y="59"/>
                  </a:lnTo>
                  <a:lnTo>
                    <a:pt x="367" y="59"/>
                  </a:lnTo>
                  <a:lnTo>
                    <a:pt x="378" y="62"/>
                  </a:lnTo>
                  <a:lnTo>
                    <a:pt x="386" y="67"/>
                  </a:lnTo>
                  <a:lnTo>
                    <a:pt x="395" y="74"/>
                  </a:lnTo>
                  <a:lnTo>
                    <a:pt x="402" y="81"/>
                  </a:lnTo>
                  <a:lnTo>
                    <a:pt x="408" y="90"/>
                  </a:lnTo>
                  <a:lnTo>
                    <a:pt x="411" y="101"/>
                  </a:lnTo>
                  <a:lnTo>
                    <a:pt x="413" y="111"/>
                  </a:lnTo>
                  <a:lnTo>
                    <a:pt x="175" y="111"/>
                  </a:lnTo>
                  <a:lnTo>
                    <a:pt x="177" y="101"/>
                  </a:lnTo>
                  <a:lnTo>
                    <a:pt x="180" y="90"/>
                  </a:lnTo>
                  <a:lnTo>
                    <a:pt x="187" y="81"/>
                  </a:lnTo>
                  <a:lnTo>
                    <a:pt x="193" y="74"/>
                  </a:lnTo>
                  <a:lnTo>
                    <a:pt x="202" y="67"/>
                  </a:lnTo>
                  <a:lnTo>
                    <a:pt x="211" y="62"/>
                  </a:lnTo>
                  <a:lnTo>
                    <a:pt x="221" y="59"/>
                  </a:lnTo>
                  <a:lnTo>
                    <a:pt x="233" y="59"/>
                  </a:lnTo>
                  <a:close/>
                  <a:moveTo>
                    <a:pt x="561" y="644"/>
                  </a:moveTo>
                  <a:lnTo>
                    <a:pt x="560" y="651"/>
                  </a:lnTo>
                  <a:lnTo>
                    <a:pt x="558" y="659"/>
                  </a:lnTo>
                  <a:lnTo>
                    <a:pt x="554" y="665"/>
                  </a:lnTo>
                  <a:lnTo>
                    <a:pt x="549" y="672"/>
                  </a:lnTo>
                  <a:lnTo>
                    <a:pt x="543" y="676"/>
                  </a:lnTo>
                  <a:lnTo>
                    <a:pt x="537" y="680"/>
                  </a:lnTo>
                  <a:lnTo>
                    <a:pt x="529" y="683"/>
                  </a:lnTo>
                  <a:lnTo>
                    <a:pt x="520" y="684"/>
                  </a:lnTo>
                  <a:lnTo>
                    <a:pt x="68" y="684"/>
                  </a:lnTo>
                  <a:lnTo>
                    <a:pt x="59" y="683"/>
                  </a:lnTo>
                  <a:lnTo>
                    <a:pt x="52" y="680"/>
                  </a:lnTo>
                  <a:lnTo>
                    <a:pt x="45" y="676"/>
                  </a:lnTo>
                  <a:lnTo>
                    <a:pt x="40" y="672"/>
                  </a:lnTo>
                  <a:lnTo>
                    <a:pt x="34" y="665"/>
                  </a:lnTo>
                  <a:lnTo>
                    <a:pt x="31" y="659"/>
                  </a:lnTo>
                  <a:lnTo>
                    <a:pt x="28" y="651"/>
                  </a:lnTo>
                  <a:lnTo>
                    <a:pt x="28" y="644"/>
                  </a:lnTo>
                  <a:lnTo>
                    <a:pt x="28" y="122"/>
                  </a:lnTo>
                  <a:lnTo>
                    <a:pt x="28" y="114"/>
                  </a:lnTo>
                  <a:lnTo>
                    <a:pt x="31" y="106"/>
                  </a:lnTo>
                  <a:lnTo>
                    <a:pt x="34" y="100"/>
                  </a:lnTo>
                  <a:lnTo>
                    <a:pt x="40" y="93"/>
                  </a:lnTo>
                  <a:lnTo>
                    <a:pt x="45" y="89"/>
                  </a:lnTo>
                  <a:lnTo>
                    <a:pt x="52" y="85"/>
                  </a:lnTo>
                  <a:lnTo>
                    <a:pt x="59" y="82"/>
                  </a:lnTo>
                  <a:lnTo>
                    <a:pt x="68" y="82"/>
                  </a:lnTo>
                  <a:lnTo>
                    <a:pt x="155" y="82"/>
                  </a:lnTo>
                  <a:lnTo>
                    <a:pt x="151" y="90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7" y="116"/>
                  </a:lnTo>
                  <a:lnTo>
                    <a:pt x="147" y="125"/>
                  </a:lnTo>
                  <a:lnTo>
                    <a:pt x="148" y="131"/>
                  </a:lnTo>
                  <a:lnTo>
                    <a:pt x="151" y="135"/>
                  </a:lnTo>
                  <a:lnTo>
                    <a:pt x="156" y="138"/>
                  </a:lnTo>
                  <a:lnTo>
                    <a:pt x="161" y="139"/>
                  </a:lnTo>
                  <a:lnTo>
                    <a:pt x="427" y="139"/>
                  </a:lnTo>
                  <a:lnTo>
                    <a:pt x="432" y="138"/>
                  </a:lnTo>
                  <a:lnTo>
                    <a:pt x="437" y="135"/>
                  </a:lnTo>
                  <a:lnTo>
                    <a:pt x="440" y="131"/>
                  </a:lnTo>
                  <a:lnTo>
                    <a:pt x="441" y="125"/>
                  </a:lnTo>
                  <a:lnTo>
                    <a:pt x="441" y="116"/>
                  </a:lnTo>
                  <a:lnTo>
                    <a:pt x="441" y="107"/>
                  </a:lnTo>
                  <a:lnTo>
                    <a:pt x="440" y="99"/>
                  </a:lnTo>
                  <a:lnTo>
                    <a:pt x="437" y="90"/>
                  </a:lnTo>
                  <a:lnTo>
                    <a:pt x="435" y="82"/>
                  </a:lnTo>
                  <a:lnTo>
                    <a:pt x="520" y="82"/>
                  </a:lnTo>
                  <a:lnTo>
                    <a:pt x="529" y="82"/>
                  </a:lnTo>
                  <a:lnTo>
                    <a:pt x="537" y="85"/>
                  </a:lnTo>
                  <a:lnTo>
                    <a:pt x="543" y="89"/>
                  </a:lnTo>
                  <a:lnTo>
                    <a:pt x="549" y="93"/>
                  </a:lnTo>
                  <a:lnTo>
                    <a:pt x="554" y="100"/>
                  </a:lnTo>
                  <a:lnTo>
                    <a:pt x="558" y="106"/>
                  </a:lnTo>
                  <a:lnTo>
                    <a:pt x="560" y="114"/>
                  </a:lnTo>
                  <a:lnTo>
                    <a:pt x="561" y="122"/>
                  </a:lnTo>
                  <a:lnTo>
                    <a:pt x="561" y="6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417">
              <a:extLst>
                <a:ext uri="{FF2B5EF4-FFF2-40B4-BE49-F238E27FC236}">
                  <a16:creationId xmlns:a16="http://schemas.microsoft.com/office/drawing/2014/main" id="{8511DF41-FD67-4621-B4C3-0F7010953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9063" y="2616201"/>
              <a:ext cx="66675" cy="50800"/>
            </a:xfrm>
            <a:custGeom>
              <a:avLst/>
              <a:gdLst>
                <a:gd name="T0" fmla="*/ 121 w 125"/>
                <a:gd name="T1" fmla="*/ 4 h 96"/>
                <a:gd name="T2" fmla="*/ 117 w 125"/>
                <a:gd name="T3" fmla="*/ 1 h 96"/>
                <a:gd name="T4" fmla="*/ 111 w 125"/>
                <a:gd name="T5" fmla="*/ 0 h 96"/>
                <a:gd name="T6" fmla="*/ 106 w 125"/>
                <a:gd name="T7" fmla="*/ 1 h 96"/>
                <a:gd name="T8" fmla="*/ 102 w 125"/>
                <a:gd name="T9" fmla="*/ 4 h 96"/>
                <a:gd name="T10" fmla="*/ 42 w 125"/>
                <a:gd name="T11" fmla="*/ 63 h 96"/>
                <a:gd name="T12" fmla="*/ 23 w 125"/>
                <a:gd name="T13" fmla="*/ 45 h 96"/>
                <a:gd name="T14" fmla="*/ 19 w 125"/>
                <a:gd name="T15" fmla="*/ 42 h 96"/>
                <a:gd name="T16" fmla="*/ 14 w 125"/>
                <a:gd name="T17" fmla="*/ 41 h 96"/>
                <a:gd name="T18" fmla="*/ 8 w 125"/>
                <a:gd name="T19" fmla="*/ 42 h 96"/>
                <a:gd name="T20" fmla="*/ 4 w 125"/>
                <a:gd name="T21" fmla="*/ 45 h 96"/>
                <a:gd name="T22" fmla="*/ 1 w 125"/>
                <a:gd name="T23" fmla="*/ 49 h 96"/>
                <a:gd name="T24" fmla="*/ 0 w 125"/>
                <a:gd name="T25" fmla="*/ 54 h 96"/>
                <a:gd name="T26" fmla="*/ 1 w 125"/>
                <a:gd name="T27" fmla="*/ 60 h 96"/>
                <a:gd name="T28" fmla="*/ 4 w 125"/>
                <a:gd name="T29" fmla="*/ 64 h 96"/>
                <a:gd name="T30" fmla="*/ 32 w 125"/>
                <a:gd name="T31" fmla="*/ 93 h 96"/>
                <a:gd name="T32" fmla="*/ 36 w 125"/>
                <a:gd name="T33" fmla="*/ 95 h 96"/>
                <a:gd name="T34" fmla="*/ 42 w 125"/>
                <a:gd name="T35" fmla="*/ 96 h 96"/>
                <a:gd name="T36" fmla="*/ 47 w 125"/>
                <a:gd name="T37" fmla="*/ 95 h 96"/>
                <a:gd name="T38" fmla="*/ 51 w 125"/>
                <a:gd name="T39" fmla="*/ 93 h 96"/>
                <a:gd name="T40" fmla="*/ 121 w 125"/>
                <a:gd name="T41" fmla="*/ 23 h 96"/>
                <a:gd name="T42" fmla="*/ 124 w 125"/>
                <a:gd name="T43" fmla="*/ 19 h 96"/>
                <a:gd name="T44" fmla="*/ 125 w 125"/>
                <a:gd name="T45" fmla="*/ 14 h 96"/>
                <a:gd name="T46" fmla="*/ 124 w 125"/>
                <a:gd name="T47" fmla="*/ 8 h 96"/>
                <a:gd name="T48" fmla="*/ 121 w 125"/>
                <a:gd name="T49" fmla="*/ 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" h="96">
                  <a:moveTo>
                    <a:pt x="121" y="4"/>
                  </a:moveTo>
                  <a:lnTo>
                    <a:pt x="117" y="1"/>
                  </a:lnTo>
                  <a:lnTo>
                    <a:pt x="111" y="0"/>
                  </a:lnTo>
                  <a:lnTo>
                    <a:pt x="106" y="1"/>
                  </a:lnTo>
                  <a:lnTo>
                    <a:pt x="102" y="4"/>
                  </a:lnTo>
                  <a:lnTo>
                    <a:pt x="42" y="63"/>
                  </a:lnTo>
                  <a:lnTo>
                    <a:pt x="23" y="45"/>
                  </a:lnTo>
                  <a:lnTo>
                    <a:pt x="19" y="42"/>
                  </a:lnTo>
                  <a:lnTo>
                    <a:pt x="14" y="41"/>
                  </a:lnTo>
                  <a:lnTo>
                    <a:pt x="8" y="42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4"/>
                  </a:lnTo>
                  <a:lnTo>
                    <a:pt x="1" y="60"/>
                  </a:lnTo>
                  <a:lnTo>
                    <a:pt x="4" y="64"/>
                  </a:lnTo>
                  <a:lnTo>
                    <a:pt x="32" y="93"/>
                  </a:lnTo>
                  <a:lnTo>
                    <a:pt x="36" y="95"/>
                  </a:lnTo>
                  <a:lnTo>
                    <a:pt x="42" y="96"/>
                  </a:lnTo>
                  <a:lnTo>
                    <a:pt x="47" y="95"/>
                  </a:lnTo>
                  <a:lnTo>
                    <a:pt x="51" y="93"/>
                  </a:lnTo>
                  <a:lnTo>
                    <a:pt x="121" y="23"/>
                  </a:lnTo>
                  <a:lnTo>
                    <a:pt x="124" y="19"/>
                  </a:lnTo>
                  <a:lnTo>
                    <a:pt x="125" y="14"/>
                  </a:lnTo>
                  <a:lnTo>
                    <a:pt x="124" y="8"/>
                  </a:lnTo>
                  <a:lnTo>
                    <a:pt x="121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418">
              <a:extLst>
                <a:ext uri="{FF2B5EF4-FFF2-40B4-BE49-F238E27FC236}">
                  <a16:creationId xmlns:a16="http://schemas.microsoft.com/office/drawing/2014/main" id="{2A134140-9035-4501-A0B6-63228C4999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2238" y="2778126"/>
              <a:ext cx="50800" cy="50800"/>
            </a:xfrm>
            <a:custGeom>
              <a:avLst/>
              <a:gdLst>
                <a:gd name="T0" fmla="*/ 81 w 95"/>
                <a:gd name="T1" fmla="*/ 0 h 94"/>
                <a:gd name="T2" fmla="*/ 14 w 95"/>
                <a:gd name="T3" fmla="*/ 0 h 94"/>
                <a:gd name="T4" fmla="*/ 9 w 95"/>
                <a:gd name="T5" fmla="*/ 1 h 94"/>
                <a:gd name="T6" fmla="*/ 5 w 95"/>
                <a:gd name="T7" fmla="*/ 4 h 94"/>
                <a:gd name="T8" fmla="*/ 1 w 95"/>
                <a:gd name="T9" fmla="*/ 8 h 94"/>
                <a:gd name="T10" fmla="*/ 0 w 95"/>
                <a:gd name="T11" fmla="*/ 14 h 94"/>
                <a:gd name="T12" fmla="*/ 0 w 95"/>
                <a:gd name="T13" fmla="*/ 80 h 94"/>
                <a:gd name="T14" fmla="*/ 1 w 95"/>
                <a:gd name="T15" fmla="*/ 86 h 94"/>
                <a:gd name="T16" fmla="*/ 5 w 95"/>
                <a:gd name="T17" fmla="*/ 91 h 94"/>
                <a:gd name="T18" fmla="*/ 9 w 95"/>
                <a:gd name="T19" fmla="*/ 93 h 94"/>
                <a:gd name="T20" fmla="*/ 14 w 95"/>
                <a:gd name="T21" fmla="*/ 94 h 94"/>
                <a:gd name="T22" fmla="*/ 81 w 95"/>
                <a:gd name="T23" fmla="*/ 94 h 94"/>
                <a:gd name="T24" fmla="*/ 86 w 95"/>
                <a:gd name="T25" fmla="*/ 93 h 94"/>
                <a:gd name="T26" fmla="*/ 90 w 95"/>
                <a:gd name="T27" fmla="*/ 91 h 94"/>
                <a:gd name="T28" fmla="*/ 94 w 95"/>
                <a:gd name="T29" fmla="*/ 86 h 94"/>
                <a:gd name="T30" fmla="*/ 95 w 95"/>
                <a:gd name="T31" fmla="*/ 80 h 94"/>
                <a:gd name="T32" fmla="*/ 95 w 95"/>
                <a:gd name="T33" fmla="*/ 14 h 94"/>
                <a:gd name="T34" fmla="*/ 94 w 95"/>
                <a:gd name="T35" fmla="*/ 8 h 94"/>
                <a:gd name="T36" fmla="*/ 90 w 95"/>
                <a:gd name="T37" fmla="*/ 4 h 94"/>
                <a:gd name="T38" fmla="*/ 86 w 95"/>
                <a:gd name="T39" fmla="*/ 1 h 94"/>
                <a:gd name="T40" fmla="*/ 81 w 95"/>
                <a:gd name="T41" fmla="*/ 0 h 94"/>
                <a:gd name="T42" fmla="*/ 67 w 95"/>
                <a:gd name="T43" fmla="*/ 66 h 94"/>
                <a:gd name="T44" fmla="*/ 28 w 95"/>
                <a:gd name="T45" fmla="*/ 66 h 94"/>
                <a:gd name="T46" fmla="*/ 28 w 95"/>
                <a:gd name="T47" fmla="*/ 28 h 94"/>
                <a:gd name="T48" fmla="*/ 67 w 95"/>
                <a:gd name="T49" fmla="*/ 28 h 94"/>
                <a:gd name="T50" fmla="*/ 67 w 95"/>
                <a:gd name="T51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" h="94">
                  <a:moveTo>
                    <a:pt x="8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80"/>
                  </a:lnTo>
                  <a:lnTo>
                    <a:pt x="1" y="86"/>
                  </a:lnTo>
                  <a:lnTo>
                    <a:pt x="5" y="91"/>
                  </a:lnTo>
                  <a:lnTo>
                    <a:pt x="9" y="93"/>
                  </a:lnTo>
                  <a:lnTo>
                    <a:pt x="14" y="94"/>
                  </a:lnTo>
                  <a:lnTo>
                    <a:pt x="81" y="94"/>
                  </a:lnTo>
                  <a:lnTo>
                    <a:pt x="86" y="93"/>
                  </a:lnTo>
                  <a:lnTo>
                    <a:pt x="90" y="91"/>
                  </a:lnTo>
                  <a:lnTo>
                    <a:pt x="94" y="86"/>
                  </a:lnTo>
                  <a:lnTo>
                    <a:pt x="95" y="80"/>
                  </a:lnTo>
                  <a:lnTo>
                    <a:pt x="95" y="14"/>
                  </a:lnTo>
                  <a:lnTo>
                    <a:pt x="94" y="8"/>
                  </a:lnTo>
                  <a:lnTo>
                    <a:pt x="90" y="4"/>
                  </a:lnTo>
                  <a:lnTo>
                    <a:pt x="86" y="1"/>
                  </a:lnTo>
                  <a:lnTo>
                    <a:pt x="81" y="0"/>
                  </a:lnTo>
                  <a:close/>
                  <a:moveTo>
                    <a:pt x="67" y="66"/>
                  </a:moveTo>
                  <a:lnTo>
                    <a:pt x="28" y="66"/>
                  </a:lnTo>
                  <a:lnTo>
                    <a:pt x="28" y="28"/>
                  </a:lnTo>
                  <a:lnTo>
                    <a:pt x="67" y="28"/>
                  </a:lnTo>
                  <a:lnTo>
                    <a:pt x="67" y="6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419">
              <a:extLst>
                <a:ext uri="{FF2B5EF4-FFF2-40B4-BE49-F238E27FC236}">
                  <a16:creationId xmlns:a16="http://schemas.microsoft.com/office/drawing/2014/main" id="{27FB3E10-0970-4842-9990-E62C2CC4AF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2238" y="2700338"/>
              <a:ext cx="50800" cy="49213"/>
            </a:xfrm>
            <a:custGeom>
              <a:avLst/>
              <a:gdLst>
                <a:gd name="T0" fmla="*/ 81 w 95"/>
                <a:gd name="T1" fmla="*/ 0 h 94"/>
                <a:gd name="T2" fmla="*/ 14 w 95"/>
                <a:gd name="T3" fmla="*/ 0 h 94"/>
                <a:gd name="T4" fmla="*/ 9 w 95"/>
                <a:gd name="T5" fmla="*/ 1 h 94"/>
                <a:gd name="T6" fmla="*/ 5 w 95"/>
                <a:gd name="T7" fmla="*/ 3 h 94"/>
                <a:gd name="T8" fmla="*/ 1 w 95"/>
                <a:gd name="T9" fmla="*/ 7 h 94"/>
                <a:gd name="T10" fmla="*/ 0 w 95"/>
                <a:gd name="T11" fmla="*/ 13 h 94"/>
                <a:gd name="T12" fmla="*/ 0 w 95"/>
                <a:gd name="T13" fmla="*/ 80 h 94"/>
                <a:gd name="T14" fmla="*/ 1 w 95"/>
                <a:gd name="T15" fmla="*/ 85 h 94"/>
                <a:gd name="T16" fmla="*/ 5 w 95"/>
                <a:gd name="T17" fmla="*/ 90 h 94"/>
                <a:gd name="T18" fmla="*/ 9 w 95"/>
                <a:gd name="T19" fmla="*/ 93 h 94"/>
                <a:gd name="T20" fmla="*/ 14 w 95"/>
                <a:gd name="T21" fmla="*/ 94 h 94"/>
                <a:gd name="T22" fmla="*/ 81 w 95"/>
                <a:gd name="T23" fmla="*/ 94 h 94"/>
                <a:gd name="T24" fmla="*/ 86 w 95"/>
                <a:gd name="T25" fmla="*/ 93 h 94"/>
                <a:gd name="T26" fmla="*/ 90 w 95"/>
                <a:gd name="T27" fmla="*/ 90 h 94"/>
                <a:gd name="T28" fmla="*/ 94 w 95"/>
                <a:gd name="T29" fmla="*/ 85 h 94"/>
                <a:gd name="T30" fmla="*/ 95 w 95"/>
                <a:gd name="T31" fmla="*/ 80 h 94"/>
                <a:gd name="T32" fmla="*/ 95 w 95"/>
                <a:gd name="T33" fmla="*/ 13 h 94"/>
                <a:gd name="T34" fmla="*/ 94 w 95"/>
                <a:gd name="T35" fmla="*/ 7 h 94"/>
                <a:gd name="T36" fmla="*/ 90 w 95"/>
                <a:gd name="T37" fmla="*/ 3 h 94"/>
                <a:gd name="T38" fmla="*/ 86 w 95"/>
                <a:gd name="T39" fmla="*/ 1 h 94"/>
                <a:gd name="T40" fmla="*/ 81 w 95"/>
                <a:gd name="T41" fmla="*/ 0 h 94"/>
                <a:gd name="T42" fmla="*/ 67 w 95"/>
                <a:gd name="T43" fmla="*/ 66 h 94"/>
                <a:gd name="T44" fmla="*/ 28 w 95"/>
                <a:gd name="T45" fmla="*/ 66 h 94"/>
                <a:gd name="T46" fmla="*/ 28 w 95"/>
                <a:gd name="T47" fmla="*/ 26 h 94"/>
                <a:gd name="T48" fmla="*/ 67 w 95"/>
                <a:gd name="T49" fmla="*/ 26 h 94"/>
                <a:gd name="T50" fmla="*/ 67 w 95"/>
                <a:gd name="T51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" h="94">
                  <a:moveTo>
                    <a:pt x="8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5" y="90"/>
                  </a:lnTo>
                  <a:lnTo>
                    <a:pt x="9" y="93"/>
                  </a:lnTo>
                  <a:lnTo>
                    <a:pt x="14" y="94"/>
                  </a:lnTo>
                  <a:lnTo>
                    <a:pt x="81" y="94"/>
                  </a:lnTo>
                  <a:lnTo>
                    <a:pt x="86" y="93"/>
                  </a:lnTo>
                  <a:lnTo>
                    <a:pt x="90" y="90"/>
                  </a:lnTo>
                  <a:lnTo>
                    <a:pt x="94" y="85"/>
                  </a:lnTo>
                  <a:lnTo>
                    <a:pt x="95" y="80"/>
                  </a:lnTo>
                  <a:lnTo>
                    <a:pt x="95" y="13"/>
                  </a:lnTo>
                  <a:lnTo>
                    <a:pt x="94" y="7"/>
                  </a:lnTo>
                  <a:lnTo>
                    <a:pt x="90" y="3"/>
                  </a:lnTo>
                  <a:lnTo>
                    <a:pt x="86" y="1"/>
                  </a:lnTo>
                  <a:lnTo>
                    <a:pt x="81" y="0"/>
                  </a:lnTo>
                  <a:close/>
                  <a:moveTo>
                    <a:pt x="67" y="66"/>
                  </a:moveTo>
                  <a:lnTo>
                    <a:pt x="28" y="66"/>
                  </a:lnTo>
                  <a:lnTo>
                    <a:pt x="28" y="26"/>
                  </a:lnTo>
                  <a:lnTo>
                    <a:pt x="67" y="26"/>
                  </a:lnTo>
                  <a:lnTo>
                    <a:pt x="67" y="6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91" name="Group 490">
            <a:extLst>
              <a:ext uri="{FF2B5EF4-FFF2-40B4-BE49-F238E27FC236}">
                <a16:creationId xmlns:a16="http://schemas.microsoft.com/office/drawing/2014/main" id="{410C3DC0-7C00-44D1-A46B-F616758DE92D}"/>
              </a:ext>
            </a:extLst>
          </p:cNvPr>
          <p:cNvGrpSpPr/>
          <p:nvPr/>
        </p:nvGrpSpPr>
        <p:grpSpPr>
          <a:xfrm>
            <a:off x="6423026" y="1776413"/>
            <a:ext cx="312738" cy="376238"/>
            <a:chOff x="6423026" y="1776413"/>
            <a:chExt cx="312738" cy="376238"/>
          </a:xfrm>
          <a:solidFill>
            <a:schemeClr val="bg1"/>
          </a:solidFill>
        </p:grpSpPr>
        <p:sp>
          <p:nvSpPr>
            <p:cNvPr id="21" name="Freeform 420">
              <a:extLst>
                <a:ext uri="{FF2B5EF4-FFF2-40B4-BE49-F238E27FC236}">
                  <a16:creationId xmlns:a16="http://schemas.microsoft.com/office/drawing/2014/main" id="{0DFCBBE9-DD01-47C6-84CE-C42DA383E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3026" y="1776413"/>
              <a:ext cx="312738" cy="376238"/>
            </a:xfrm>
            <a:custGeom>
              <a:avLst/>
              <a:gdLst>
                <a:gd name="T0" fmla="*/ 580 w 592"/>
                <a:gd name="T1" fmla="*/ 343 h 711"/>
                <a:gd name="T2" fmla="*/ 572 w 592"/>
                <a:gd name="T3" fmla="*/ 162 h 711"/>
                <a:gd name="T4" fmla="*/ 454 w 592"/>
                <a:gd name="T5" fmla="*/ 31 h 711"/>
                <a:gd name="T6" fmla="*/ 275 w 592"/>
                <a:gd name="T7" fmla="*/ 5 h 711"/>
                <a:gd name="T8" fmla="*/ 118 w 592"/>
                <a:gd name="T9" fmla="*/ 47 h 711"/>
                <a:gd name="T10" fmla="*/ 36 w 592"/>
                <a:gd name="T11" fmla="*/ 114 h 711"/>
                <a:gd name="T12" fmla="*/ 3 w 592"/>
                <a:gd name="T13" fmla="*/ 308 h 711"/>
                <a:gd name="T14" fmla="*/ 66 w 592"/>
                <a:gd name="T15" fmla="*/ 457 h 711"/>
                <a:gd name="T16" fmla="*/ 28 w 592"/>
                <a:gd name="T17" fmla="*/ 275 h 711"/>
                <a:gd name="T18" fmla="*/ 78 w 592"/>
                <a:gd name="T19" fmla="*/ 175 h 711"/>
                <a:gd name="T20" fmla="*/ 94 w 592"/>
                <a:gd name="T21" fmla="*/ 391 h 711"/>
                <a:gd name="T22" fmla="*/ 224 w 592"/>
                <a:gd name="T23" fmla="*/ 509 h 711"/>
                <a:gd name="T24" fmla="*/ 457 w 592"/>
                <a:gd name="T25" fmla="*/ 496 h 711"/>
                <a:gd name="T26" fmla="*/ 271 w 592"/>
                <a:gd name="T27" fmla="*/ 559 h 711"/>
                <a:gd name="T28" fmla="*/ 163 w 592"/>
                <a:gd name="T29" fmla="*/ 549 h 711"/>
                <a:gd name="T30" fmla="*/ 231 w 592"/>
                <a:gd name="T31" fmla="*/ 635 h 711"/>
                <a:gd name="T32" fmla="*/ 203 w 592"/>
                <a:gd name="T33" fmla="*/ 710 h 711"/>
                <a:gd name="T34" fmla="*/ 440 w 592"/>
                <a:gd name="T35" fmla="*/ 647 h 711"/>
                <a:gd name="T36" fmla="*/ 400 w 592"/>
                <a:gd name="T37" fmla="*/ 584 h 711"/>
                <a:gd name="T38" fmla="*/ 563 w 592"/>
                <a:gd name="T39" fmla="*/ 486 h 711"/>
                <a:gd name="T40" fmla="*/ 453 w 592"/>
                <a:gd name="T41" fmla="*/ 63 h 711"/>
                <a:gd name="T42" fmla="*/ 543 w 592"/>
                <a:gd name="T43" fmla="*/ 205 h 711"/>
                <a:gd name="T44" fmla="*/ 469 w 592"/>
                <a:gd name="T45" fmla="*/ 190 h 711"/>
                <a:gd name="T46" fmla="*/ 400 w 592"/>
                <a:gd name="T47" fmla="*/ 141 h 711"/>
                <a:gd name="T48" fmla="*/ 239 w 592"/>
                <a:gd name="T49" fmla="*/ 123 h 711"/>
                <a:gd name="T50" fmla="*/ 380 w 592"/>
                <a:gd name="T51" fmla="*/ 386 h 711"/>
                <a:gd name="T52" fmla="*/ 342 w 592"/>
                <a:gd name="T53" fmla="*/ 429 h 711"/>
                <a:gd name="T54" fmla="*/ 326 w 592"/>
                <a:gd name="T55" fmla="*/ 338 h 711"/>
                <a:gd name="T56" fmla="*/ 285 w 592"/>
                <a:gd name="T57" fmla="*/ 287 h 711"/>
                <a:gd name="T58" fmla="*/ 225 w 592"/>
                <a:gd name="T59" fmla="*/ 268 h 711"/>
                <a:gd name="T60" fmla="*/ 260 w 592"/>
                <a:gd name="T61" fmla="*/ 199 h 711"/>
                <a:gd name="T62" fmla="*/ 316 w 592"/>
                <a:gd name="T63" fmla="*/ 220 h 711"/>
                <a:gd name="T64" fmla="*/ 370 w 592"/>
                <a:gd name="T65" fmla="*/ 222 h 711"/>
                <a:gd name="T66" fmla="*/ 423 w 592"/>
                <a:gd name="T67" fmla="*/ 295 h 711"/>
                <a:gd name="T68" fmla="*/ 138 w 592"/>
                <a:gd name="T69" fmla="*/ 408 h 711"/>
                <a:gd name="T70" fmla="*/ 192 w 592"/>
                <a:gd name="T71" fmla="*/ 339 h 711"/>
                <a:gd name="T72" fmla="*/ 172 w 592"/>
                <a:gd name="T73" fmla="*/ 395 h 711"/>
                <a:gd name="T74" fmla="*/ 210 w 592"/>
                <a:gd name="T75" fmla="*/ 404 h 711"/>
                <a:gd name="T76" fmla="*/ 210 w 592"/>
                <a:gd name="T77" fmla="*/ 317 h 711"/>
                <a:gd name="T78" fmla="*/ 91 w 592"/>
                <a:gd name="T79" fmla="*/ 241 h 711"/>
                <a:gd name="T80" fmla="*/ 228 w 592"/>
                <a:gd name="T81" fmla="*/ 49 h 711"/>
                <a:gd name="T82" fmla="*/ 230 w 592"/>
                <a:gd name="T83" fmla="*/ 74 h 711"/>
                <a:gd name="T84" fmla="*/ 219 w 592"/>
                <a:gd name="T85" fmla="*/ 205 h 711"/>
                <a:gd name="T86" fmla="*/ 219 w 592"/>
                <a:gd name="T87" fmla="*/ 305 h 711"/>
                <a:gd name="T88" fmla="*/ 286 w 592"/>
                <a:gd name="T89" fmla="*/ 319 h 711"/>
                <a:gd name="T90" fmla="*/ 296 w 592"/>
                <a:gd name="T91" fmla="*/ 376 h 711"/>
                <a:gd name="T92" fmla="*/ 352 w 592"/>
                <a:gd name="T93" fmla="*/ 464 h 711"/>
                <a:gd name="T94" fmla="*/ 399 w 592"/>
                <a:gd name="T95" fmla="*/ 411 h 711"/>
                <a:gd name="T96" fmla="*/ 419 w 592"/>
                <a:gd name="T97" fmla="*/ 340 h 711"/>
                <a:gd name="T98" fmla="*/ 447 w 592"/>
                <a:gd name="T99" fmla="*/ 273 h 711"/>
                <a:gd name="T100" fmla="*/ 402 w 592"/>
                <a:gd name="T101" fmla="*/ 225 h 711"/>
                <a:gd name="T102" fmla="*/ 328 w 592"/>
                <a:gd name="T103" fmla="*/ 193 h 711"/>
                <a:gd name="T104" fmla="*/ 272 w 592"/>
                <a:gd name="T105" fmla="*/ 168 h 711"/>
                <a:gd name="T106" fmla="*/ 429 w 592"/>
                <a:gd name="T107" fmla="*/ 244 h 711"/>
                <a:gd name="T108" fmla="*/ 503 w 592"/>
                <a:gd name="T109" fmla="*/ 200 h 711"/>
                <a:gd name="T110" fmla="*/ 562 w 592"/>
                <a:gd name="T111" fmla="*/ 249 h 711"/>
                <a:gd name="T112" fmla="*/ 530 w 592"/>
                <a:gd name="T113" fmla="*/ 387 h 711"/>
                <a:gd name="T114" fmla="*/ 409 w 592"/>
                <a:gd name="T115" fmla="*/ 487 h 711"/>
                <a:gd name="T116" fmla="*/ 425 w 592"/>
                <a:gd name="T117" fmla="*/ 67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2" h="711">
                  <a:moveTo>
                    <a:pt x="540" y="477"/>
                  </a:moveTo>
                  <a:lnTo>
                    <a:pt x="540" y="477"/>
                  </a:lnTo>
                  <a:lnTo>
                    <a:pt x="539" y="477"/>
                  </a:lnTo>
                  <a:lnTo>
                    <a:pt x="515" y="453"/>
                  </a:lnTo>
                  <a:lnTo>
                    <a:pt x="524" y="443"/>
                  </a:lnTo>
                  <a:lnTo>
                    <a:pt x="532" y="434"/>
                  </a:lnTo>
                  <a:lnTo>
                    <a:pt x="540" y="424"/>
                  </a:lnTo>
                  <a:lnTo>
                    <a:pt x="547" y="413"/>
                  </a:lnTo>
                  <a:lnTo>
                    <a:pt x="554" y="402"/>
                  </a:lnTo>
                  <a:lnTo>
                    <a:pt x="560" y="392"/>
                  </a:lnTo>
                  <a:lnTo>
                    <a:pt x="566" y="380"/>
                  </a:lnTo>
                  <a:lnTo>
                    <a:pt x="572" y="368"/>
                  </a:lnTo>
                  <a:lnTo>
                    <a:pt x="576" y="356"/>
                  </a:lnTo>
                  <a:lnTo>
                    <a:pt x="580" y="343"/>
                  </a:lnTo>
                  <a:lnTo>
                    <a:pt x="584" y="331"/>
                  </a:lnTo>
                  <a:lnTo>
                    <a:pt x="587" y="318"/>
                  </a:lnTo>
                  <a:lnTo>
                    <a:pt x="589" y="305"/>
                  </a:lnTo>
                  <a:lnTo>
                    <a:pt x="591" y="292"/>
                  </a:lnTo>
                  <a:lnTo>
                    <a:pt x="592" y="278"/>
                  </a:lnTo>
                  <a:lnTo>
                    <a:pt x="592" y="265"/>
                  </a:lnTo>
                  <a:lnTo>
                    <a:pt x="592" y="251"/>
                  </a:lnTo>
                  <a:lnTo>
                    <a:pt x="591" y="237"/>
                  </a:lnTo>
                  <a:lnTo>
                    <a:pt x="589" y="224"/>
                  </a:lnTo>
                  <a:lnTo>
                    <a:pt x="587" y="211"/>
                  </a:lnTo>
                  <a:lnTo>
                    <a:pt x="585" y="199"/>
                  </a:lnTo>
                  <a:lnTo>
                    <a:pt x="580" y="186"/>
                  </a:lnTo>
                  <a:lnTo>
                    <a:pt x="576" y="174"/>
                  </a:lnTo>
                  <a:lnTo>
                    <a:pt x="572" y="162"/>
                  </a:lnTo>
                  <a:lnTo>
                    <a:pt x="566" y="150"/>
                  </a:lnTo>
                  <a:lnTo>
                    <a:pt x="560" y="138"/>
                  </a:lnTo>
                  <a:lnTo>
                    <a:pt x="554" y="128"/>
                  </a:lnTo>
                  <a:lnTo>
                    <a:pt x="547" y="117"/>
                  </a:lnTo>
                  <a:lnTo>
                    <a:pt x="540" y="106"/>
                  </a:lnTo>
                  <a:lnTo>
                    <a:pt x="532" y="97"/>
                  </a:lnTo>
                  <a:lnTo>
                    <a:pt x="524" y="87"/>
                  </a:lnTo>
                  <a:lnTo>
                    <a:pt x="515" y="77"/>
                  </a:lnTo>
                  <a:lnTo>
                    <a:pt x="505" y="69"/>
                  </a:lnTo>
                  <a:lnTo>
                    <a:pt x="496" y="60"/>
                  </a:lnTo>
                  <a:lnTo>
                    <a:pt x="486" y="53"/>
                  </a:lnTo>
                  <a:lnTo>
                    <a:pt x="475" y="45"/>
                  </a:lnTo>
                  <a:lnTo>
                    <a:pt x="465" y="37"/>
                  </a:lnTo>
                  <a:lnTo>
                    <a:pt x="454" y="31"/>
                  </a:lnTo>
                  <a:lnTo>
                    <a:pt x="442" y="26"/>
                  </a:lnTo>
                  <a:lnTo>
                    <a:pt x="430" y="20"/>
                  </a:lnTo>
                  <a:lnTo>
                    <a:pt x="418" y="16"/>
                  </a:lnTo>
                  <a:lnTo>
                    <a:pt x="407" y="12"/>
                  </a:lnTo>
                  <a:lnTo>
                    <a:pt x="394" y="7"/>
                  </a:lnTo>
                  <a:lnTo>
                    <a:pt x="381" y="5"/>
                  </a:lnTo>
                  <a:lnTo>
                    <a:pt x="368" y="2"/>
                  </a:lnTo>
                  <a:lnTo>
                    <a:pt x="354" y="1"/>
                  </a:lnTo>
                  <a:lnTo>
                    <a:pt x="341" y="0"/>
                  </a:lnTo>
                  <a:lnTo>
                    <a:pt x="327" y="0"/>
                  </a:lnTo>
                  <a:lnTo>
                    <a:pt x="314" y="0"/>
                  </a:lnTo>
                  <a:lnTo>
                    <a:pt x="300" y="1"/>
                  </a:lnTo>
                  <a:lnTo>
                    <a:pt x="288" y="2"/>
                  </a:lnTo>
                  <a:lnTo>
                    <a:pt x="275" y="5"/>
                  </a:lnTo>
                  <a:lnTo>
                    <a:pt x="262" y="7"/>
                  </a:lnTo>
                  <a:lnTo>
                    <a:pt x="249" y="12"/>
                  </a:lnTo>
                  <a:lnTo>
                    <a:pt x="236" y="16"/>
                  </a:lnTo>
                  <a:lnTo>
                    <a:pt x="224" y="20"/>
                  </a:lnTo>
                  <a:lnTo>
                    <a:pt x="212" y="26"/>
                  </a:lnTo>
                  <a:lnTo>
                    <a:pt x="202" y="31"/>
                  </a:lnTo>
                  <a:lnTo>
                    <a:pt x="190" y="37"/>
                  </a:lnTo>
                  <a:lnTo>
                    <a:pt x="179" y="45"/>
                  </a:lnTo>
                  <a:lnTo>
                    <a:pt x="169" y="53"/>
                  </a:lnTo>
                  <a:lnTo>
                    <a:pt x="159" y="60"/>
                  </a:lnTo>
                  <a:lnTo>
                    <a:pt x="149" y="69"/>
                  </a:lnTo>
                  <a:lnTo>
                    <a:pt x="141" y="77"/>
                  </a:lnTo>
                  <a:lnTo>
                    <a:pt x="116" y="53"/>
                  </a:lnTo>
                  <a:lnTo>
                    <a:pt x="118" y="47"/>
                  </a:lnTo>
                  <a:lnTo>
                    <a:pt x="119" y="43"/>
                  </a:lnTo>
                  <a:lnTo>
                    <a:pt x="118" y="37"/>
                  </a:lnTo>
                  <a:lnTo>
                    <a:pt x="116" y="33"/>
                  </a:lnTo>
                  <a:lnTo>
                    <a:pt x="110" y="30"/>
                  </a:lnTo>
                  <a:lnTo>
                    <a:pt x="105" y="29"/>
                  </a:lnTo>
                  <a:lnTo>
                    <a:pt x="101" y="30"/>
                  </a:lnTo>
                  <a:lnTo>
                    <a:pt x="95" y="33"/>
                  </a:lnTo>
                  <a:lnTo>
                    <a:pt x="86" y="43"/>
                  </a:lnTo>
                  <a:lnTo>
                    <a:pt x="76" y="54"/>
                  </a:lnTo>
                  <a:lnTo>
                    <a:pt x="68" y="65"/>
                  </a:lnTo>
                  <a:lnTo>
                    <a:pt x="59" y="77"/>
                  </a:lnTo>
                  <a:lnTo>
                    <a:pt x="50" y="89"/>
                  </a:lnTo>
                  <a:lnTo>
                    <a:pt x="44" y="101"/>
                  </a:lnTo>
                  <a:lnTo>
                    <a:pt x="36" y="114"/>
                  </a:lnTo>
                  <a:lnTo>
                    <a:pt x="30" y="127"/>
                  </a:lnTo>
                  <a:lnTo>
                    <a:pt x="25" y="139"/>
                  </a:lnTo>
                  <a:lnTo>
                    <a:pt x="19" y="153"/>
                  </a:lnTo>
                  <a:lnTo>
                    <a:pt x="15" y="166"/>
                  </a:lnTo>
                  <a:lnTo>
                    <a:pt x="11" y="180"/>
                  </a:lnTo>
                  <a:lnTo>
                    <a:pt x="7" y="194"/>
                  </a:lnTo>
                  <a:lnTo>
                    <a:pt x="4" y="208"/>
                  </a:lnTo>
                  <a:lnTo>
                    <a:pt x="2" y="222"/>
                  </a:lnTo>
                  <a:lnTo>
                    <a:pt x="1" y="237"/>
                  </a:lnTo>
                  <a:lnTo>
                    <a:pt x="0" y="251"/>
                  </a:lnTo>
                  <a:lnTo>
                    <a:pt x="0" y="265"/>
                  </a:lnTo>
                  <a:lnTo>
                    <a:pt x="0" y="280"/>
                  </a:lnTo>
                  <a:lnTo>
                    <a:pt x="1" y="294"/>
                  </a:lnTo>
                  <a:lnTo>
                    <a:pt x="3" y="308"/>
                  </a:lnTo>
                  <a:lnTo>
                    <a:pt x="5" y="322"/>
                  </a:lnTo>
                  <a:lnTo>
                    <a:pt x="7" y="336"/>
                  </a:lnTo>
                  <a:lnTo>
                    <a:pt x="11" y="350"/>
                  </a:lnTo>
                  <a:lnTo>
                    <a:pt x="15" y="363"/>
                  </a:lnTo>
                  <a:lnTo>
                    <a:pt x="19" y="377"/>
                  </a:lnTo>
                  <a:lnTo>
                    <a:pt x="25" y="390"/>
                  </a:lnTo>
                  <a:lnTo>
                    <a:pt x="30" y="402"/>
                  </a:lnTo>
                  <a:lnTo>
                    <a:pt x="36" y="415"/>
                  </a:lnTo>
                  <a:lnTo>
                    <a:pt x="43" y="427"/>
                  </a:lnTo>
                  <a:lnTo>
                    <a:pt x="50" y="440"/>
                  </a:lnTo>
                  <a:lnTo>
                    <a:pt x="58" y="452"/>
                  </a:lnTo>
                  <a:lnTo>
                    <a:pt x="61" y="454"/>
                  </a:lnTo>
                  <a:lnTo>
                    <a:pt x="63" y="456"/>
                  </a:lnTo>
                  <a:lnTo>
                    <a:pt x="66" y="457"/>
                  </a:lnTo>
                  <a:lnTo>
                    <a:pt x="70" y="457"/>
                  </a:lnTo>
                  <a:lnTo>
                    <a:pt x="74" y="457"/>
                  </a:lnTo>
                  <a:lnTo>
                    <a:pt x="78" y="455"/>
                  </a:lnTo>
                  <a:lnTo>
                    <a:pt x="82" y="451"/>
                  </a:lnTo>
                  <a:lnTo>
                    <a:pt x="84" y="447"/>
                  </a:lnTo>
                  <a:lnTo>
                    <a:pt x="84" y="441"/>
                  </a:lnTo>
                  <a:lnTo>
                    <a:pt x="82" y="436"/>
                  </a:lnTo>
                  <a:lnTo>
                    <a:pt x="68" y="414"/>
                  </a:lnTo>
                  <a:lnTo>
                    <a:pt x="56" y="393"/>
                  </a:lnTo>
                  <a:lnTo>
                    <a:pt x="46" y="369"/>
                  </a:lnTo>
                  <a:lnTo>
                    <a:pt x="39" y="347"/>
                  </a:lnTo>
                  <a:lnTo>
                    <a:pt x="33" y="323"/>
                  </a:lnTo>
                  <a:lnTo>
                    <a:pt x="29" y="299"/>
                  </a:lnTo>
                  <a:lnTo>
                    <a:pt x="28" y="275"/>
                  </a:lnTo>
                  <a:lnTo>
                    <a:pt x="28" y="251"/>
                  </a:lnTo>
                  <a:lnTo>
                    <a:pt x="30" y="228"/>
                  </a:lnTo>
                  <a:lnTo>
                    <a:pt x="33" y="204"/>
                  </a:lnTo>
                  <a:lnTo>
                    <a:pt x="40" y="180"/>
                  </a:lnTo>
                  <a:lnTo>
                    <a:pt x="47" y="158"/>
                  </a:lnTo>
                  <a:lnTo>
                    <a:pt x="57" y="135"/>
                  </a:lnTo>
                  <a:lnTo>
                    <a:pt x="69" y="114"/>
                  </a:lnTo>
                  <a:lnTo>
                    <a:pt x="82" y="92"/>
                  </a:lnTo>
                  <a:lnTo>
                    <a:pt x="97" y="73"/>
                  </a:lnTo>
                  <a:lnTo>
                    <a:pt x="121" y="98"/>
                  </a:lnTo>
                  <a:lnTo>
                    <a:pt x="108" y="116"/>
                  </a:lnTo>
                  <a:lnTo>
                    <a:pt x="97" y="134"/>
                  </a:lnTo>
                  <a:lnTo>
                    <a:pt x="87" y="153"/>
                  </a:lnTo>
                  <a:lnTo>
                    <a:pt x="78" y="175"/>
                  </a:lnTo>
                  <a:lnTo>
                    <a:pt x="72" y="196"/>
                  </a:lnTo>
                  <a:lnTo>
                    <a:pt x="66" y="218"/>
                  </a:lnTo>
                  <a:lnTo>
                    <a:pt x="63" y="241"/>
                  </a:lnTo>
                  <a:lnTo>
                    <a:pt x="62" y="265"/>
                  </a:lnTo>
                  <a:lnTo>
                    <a:pt x="62" y="278"/>
                  </a:lnTo>
                  <a:lnTo>
                    <a:pt x="63" y="292"/>
                  </a:lnTo>
                  <a:lnTo>
                    <a:pt x="65" y="305"/>
                  </a:lnTo>
                  <a:lnTo>
                    <a:pt x="68" y="318"/>
                  </a:lnTo>
                  <a:lnTo>
                    <a:pt x="71" y="331"/>
                  </a:lnTo>
                  <a:lnTo>
                    <a:pt x="74" y="343"/>
                  </a:lnTo>
                  <a:lnTo>
                    <a:pt x="78" y="355"/>
                  </a:lnTo>
                  <a:lnTo>
                    <a:pt x="84" y="368"/>
                  </a:lnTo>
                  <a:lnTo>
                    <a:pt x="89" y="380"/>
                  </a:lnTo>
                  <a:lnTo>
                    <a:pt x="94" y="391"/>
                  </a:lnTo>
                  <a:lnTo>
                    <a:pt x="101" y="402"/>
                  </a:lnTo>
                  <a:lnTo>
                    <a:pt x="107" y="413"/>
                  </a:lnTo>
                  <a:lnTo>
                    <a:pt x="115" y="423"/>
                  </a:lnTo>
                  <a:lnTo>
                    <a:pt x="123" y="434"/>
                  </a:lnTo>
                  <a:lnTo>
                    <a:pt x="131" y="443"/>
                  </a:lnTo>
                  <a:lnTo>
                    <a:pt x="141" y="452"/>
                  </a:lnTo>
                  <a:lnTo>
                    <a:pt x="149" y="460"/>
                  </a:lnTo>
                  <a:lnTo>
                    <a:pt x="159" y="469"/>
                  </a:lnTo>
                  <a:lnTo>
                    <a:pt x="169" y="478"/>
                  </a:lnTo>
                  <a:lnTo>
                    <a:pt x="179" y="484"/>
                  </a:lnTo>
                  <a:lnTo>
                    <a:pt x="190" y="492"/>
                  </a:lnTo>
                  <a:lnTo>
                    <a:pt x="202" y="498"/>
                  </a:lnTo>
                  <a:lnTo>
                    <a:pt x="212" y="503"/>
                  </a:lnTo>
                  <a:lnTo>
                    <a:pt x="224" y="509"/>
                  </a:lnTo>
                  <a:lnTo>
                    <a:pt x="236" y="514"/>
                  </a:lnTo>
                  <a:lnTo>
                    <a:pt x="249" y="518"/>
                  </a:lnTo>
                  <a:lnTo>
                    <a:pt x="262" y="522"/>
                  </a:lnTo>
                  <a:lnTo>
                    <a:pt x="275" y="525"/>
                  </a:lnTo>
                  <a:lnTo>
                    <a:pt x="288" y="527"/>
                  </a:lnTo>
                  <a:lnTo>
                    <a:pt x="300" y="528"/>
                  </a:lnTo>
                  <a:lnTo>
                    <a:pt x="314" y="529"/>
                  </a:lnTo>
                  <a:lnTo>
                    <a:pt x="327" y="530"/>
                  </a:lnTo>
                  <a:lnTo>
                    <a:pt x="351" y="529"/>
                  </a:lnTo>
                  <a:lnTo>
                    <a:pt x="373" y="526"/>
                  </a:lnTo>
                  <a:lnTo>
                    <a:pt x="396" y="521"/>
                  </a:lnTo>
                  <a:lnTo>
                    <a:pt x="417" y="514"/>
                  </a:lnTo>
                  <a:lnTo>
                    <a:pt x="438" y="506"/>
                  </a:lnTo>
                  <a:lnTo>
                    <a:pt x="457" y="496"/>
                  </a:lnTo>
                  <a:lnTo>
                    <a:pt x="476" y="484"/>
                  </a:lnTo>
                  <a:lnTo>
                    <a:pt x="493" y="471"/>
                  </a:lnTo>
                  <a:lnTo>
                    <a:pt x="518" y="496"/>
                  </a:lnTo>
                  <a:lnTo>
                    <a:pt x="499" y="511"/>
                  </a:lnTo>
                  <a:lnTo>
                    <a:pt x="478" y="524"/>
                  </a:lnTo>
                  <a:lnTo>
                    <a:pt x="457" y="535"/>
                  </a:lnTo>
                  <a:lnTo>
                    <a:pt x="436" y="544"/>
                  </a:lnTo>
                  <a:lnTo>
                    <a:pt x="412" y="552"/>
                  </a:lnTo>
                  <a:lnTo>
                    <a:pt x="389" y="558"/>
                  </a:lnTo>
                  <a:lnTo>
                    <a:pt x="366" y="562"/>
                  </a:lnTo>
                  <a:lnTo>
                    <a:pt x="342" y="565"/>
                  </a:lnTo>
                  <a:lnTo>
                    <a:pt x="319" y="565"/>
                  </a:lnTo>
                  <a:lnTo>
                    <a:pt x="295" y="562"/>
                  </a:lnTo>
                  <a:lnTo>
                    <a:pt x="271" y="559"/>
                  </a:lnTo>
                  <a:lnTo>
                    <a:pt x="248" y="554"/>
                  </a:lnTo>
                  <a:lnTo>
                    <a:pt x="225" y="546"/>
                  </a:lnTo>
                  <a:lnTo>
                    <a:pt x="203" y="538"/>
                  </a:lnTo>
                  <a:lnTo>
                    <a:pt x="180" y="526"/>
                  </a:lnTo>
                  <a:lnTo>
                    <a:pt x="160" y="513"/>
                  </a:lnTo>
                  <a:lnTo>
                    <a:pt x="154" y="511"/>
                  </a:lnTo>
                  <a:lnTo>
                    <a:pt x="149" y="511"/>
                  </a:lnTo>
                  <a:lnTo>
                    <a:pt x="144" y="513"/>
                  </a:lnTo>
                  <a:lnTo>
                    <a:pt x="141" y="516"/>
                  </a:lnTo>
                  <a:lnTo>
                    <a:pt x="138" y="522"/>
                  </a:lnTo>
                  <a:lnTo>
                    <a:pt x="138" y="527"/>
                  </a:lnTo>
                  <a:lnTo>
                    <a:pt x="139" y="532"/>
                  </a:lnTo>
                  <a:lnTo>
                    <a:pt x="144" y="536"/>
                  </a:lnTo>
                  <a:lnTo>
                    <a:pt x="163" y="549"/>
                  </a:lnTo>
                  <a:lnTo>
                    <a:pt x="183" y="559"/>
                  </a:lnTo>
                  <a:lnTo>
                    <a:pt x="205" y="569"/>
                  </a:lnTo>
                  <a:lnTo>
                    <a:pt x="226" y="576"/>
                  </a:lnTo>
                  <a:lnTo>
                    <a:pt x="248" y="583"/>
                  </a:lnTo>
                  <a:lnTo>
                    <a:pt x="269" y="587"/>
                  </a:lnTo>
                  <a:lnTo>
                    <a:pt x="292" y="590"/>
                  </a:lnTo>
                  <a:lnTo>
                    <a:pt x="313" y="593"/>
                  </a:lnTo>
                  <a:lnTo>
                    <a:pt x="313" y="627"/>
                  </a:lnTo>
                  <a:lnTo>
                    <a:pt x="264" y="627"/>
                  </a:lnTo>
                  <a:lnTo>
                    <a:pt x="256" y="628"/>
                  </a:lnTo>
                  <a:lnTo>
                    <a:pt x="250" y="629"/>
                  </a:lnTo>
                  <a:lnTo>
                    <a:pt x="242" y="630"/>
                  </a:lnTo>
                  <a:lnTo>
                    <a:pt x="237" y="633"/>
                  </a:lnTo>
                  <a:lnTo>
                    <a:pt x="231" y="635"/>
                  </a:lnTo>
                  <a:lnTo>
                    <a:pt x="225" y="640"/>
                  </a:lnTo>
                  <a:lnTo>
                    <a:pt x="220" y="643"/>
                  </a:lnTo>
                  <a:lnTo>
                    <a:pt x="215" y="647"/>
                  </a:lnTo>
                  <a:lnTo>
                    <a:pt x="210" y="653"/>
                  </a:lnTo>
                  <a:lnTo>
                    <a:pt x="206" y="658"/>
                  </a:lnTo>
                  <a:lnTo>
                    <a:pt x="203" y="663"/>
                  </a:lnTo>
                  <a:lnTo>
                    <a:pt x="200" y="670"/>
                  </a:lnTo>
                  <a:lnTo>
                    <a:pt x="197" y="676"/>
                  </a:lnTo>
                  <a:lnTo>
                    <a:pt x="195" y="683"/>
                  </a:lnTo>
                  <a:lnTo>
                    <a:pt x="194" y="690"/>
                  </a:lnTo>
                  <a:lnTo>
                    <a:pt x="194" y="697"/>
                  </a:lnTo>
                  <a:lnTo>
                    <a:pt x="195" y="702"/>
                  </a:lnTo>
                  <a:lnTo>
                    <a:pt x="198" y="706"/>
                  </a:lnTo>
                  <a:lnTo>
                    <a:pt x="203" y="710"/>
                  </a:lnTo>
                  <a:lnTo>
                    <a:pt x="208" y="711"/>
                  </a:lnTo>
                  <a:lnTo>
                    <a:pt x="447" y="711"/>
                  </a:lnTo>
                  <a:lnTo>
                    <a:pt x="453" y="710"/>
                  </a:lnTo>
                  <a:lnTo>
                    <a:pt x="457" y="706"/>
                  </a:lnTo>
                  <a:lnTo>
                    <a:pt x="459" y="702"/>
                  </a:lnTo>
                  <a:lnTo>
                    <a:pt x="460" y="697"/>
                  </a:lnTo>
                  <a:lnTo>
                    <a:pt x="460" y="690"/>
                  </a:lnTo>
                  <a:lnTo>
                    <a:pt x="459" y="683"/>
                  </a:lnTo>
                  <a:lnTo>
                    <a:pt x="458" y="676"/>
                  </a:lnTo>
                  <a:lnTo>
                    <a:pt x="455" y="670"/>
                  </a:lnTo>
                  <a:lnTo>
                    <a:pt x="453" y="663"/>
                  </a:lnTo>
                  <a:lnTo>
                    <a:pt x="448" y="658"/>
                  </a:lnTo>
                  <a:lnTo>
                    <a:pt x="445" y="653"/>
                  </a:lnTo>
                  <a:lnTo>
                    <a:pt x="440" y="647"/>
                  </a:lnTo>
                  <a:lnTo>
                    <a:pt x="436" y="643"/>
                  </a:lnTo>
                  <a:lnTo>
                    <a:pt x="430" y="640"/>
                  </a:lnTo>
                  <a:lnTo>
                    <a:pt x="425" y="635"/>
                  </a:lnTo>
                  <a:lnTo>
                    <a:pt x="418" y="633"/>
                  </a:lnTo>
                  <a:lnTo>
                    <a:pt x="412" y="630"/>
                  </a:lnTo>
                  <a:lnTo>
                    <a:pt x="406" y="629"/>
                  </a:lnTo>
                  <a:lnTo>
                    <a:pt x="398" y="628"/>
                  </a:lnTo>
                  <a:lnTo>
                    <a:pt x="392" y="627"/>
                  </a:lnTo>
                  <a:lnTo>
                    <a:pt x="341" y="627"/>
                  </a:lnTo>
                  <a:lnTo>
                    <a:pt x="341" y="593"/>
                  </a:lnTo>
                  <a:lnTo>
                    <a:pt x="356" y="591"/>
                  </a:lnTo>
                  <a:lnTo>
                    <a:pt x="371" y="589"/>
                  </a:lnTo>
                  <a:lnTo>
                    <a:pt x="386" y="587"/>
                  </a:lnTo>
                  <a:lnTo>
                    <a:pt x="400" y="584"/>
                  </a:lnTo>
                  <a:lnTo>
                    <a:pt x="415" y="581"/>
                  </a:lnTo>
                  <a:lnTo>
                    <a:pt x="429" y="576"/>
                  </a:lnTo>
                  <a:lnTo>
                    <a:pt x="444" y="571"/>
                  </a:lnTo>
                  <a:lnTo>
                    <a:pt x="458" y="566"/>
                  </a:lnTo>
                  <a:lnTo>
                    <a:pt x="471" y="559"/>
                  </a:lnTo>
                  <a:lnTo>
                    <a:pt x="485" y="552"/>
                  </a:lnTo>
                  <a:lnTo>
                    <a:pt x="498" y="544"/>
                  </a:lnTo>
                  <a:lnTo>
                    <a:pt x="511" y="536"/>
                  </a:lnTo>
                  <a:lnTo>
                    <a:pt x="524" y="527"/>
                  </a:lnTo>
                  <a:lnTo>
                    <a:pt x="536" y="517"/>
                  </a:lnTo>
                  <a:lnTo>
                    <a:pt x="548" y="508"/>
                  </a:lnTo>
                  <a:lnTo>
                    <a:pt x="559" y="496"/>
                  </a:lnTo>
                  <a:lnTo>
                    <a:pt x="562" y="492"/>
                  </a:lnTo>
                  <a:lnTo>
                    <a:pt x="563" y="486"/>
                  </a:lnTo>
                  <a:lnTo>
                    <a:pt x="562" y="481"/>
                  </a:lnTo>
                  <a:lnTo>
                    <a:pt x="559" y="477"/>
                  </a:lnTo>
                  <a:lnTo>
                    <a:pt x="555" y="473"/>
                  </a:lnTo>
                  <a:lnTo>
                    <a:pt x="549" y="472"/>
                  </a:lnTo>
                  <a:lnTo>
                    <a:pt x="544" y="473"/>
                  </a:lnTo>
                  <a:lnTo>
                    <a:pt x="540" y="477"/>
                  </a:lnTo>
                  <a:close/>
                  <a:moveTo>
                    <a:pt x="324" y="63"/>
                  </a:moveTo>
                  <a:lnTo>
                    <a:pt x="352" y="29"/>
                  </a:lnTo>
                  <a:lnTo>
                    <a:pt x="370" y="31"/>
                  </a:lnTo>
                  <a:lnTo>
                    <a:pt x="387" y="35"/>
                  </a:lnTo>
                  <a:lnTo>
                    <a:pt x="404" y="40"/>
                  </a:lnTo>
                  <a:lnTo>
                    <a:pt x="421" y="46"/>
                  </a:lnTo>
                  <a:lnTo>
                    <a:pt x="437" y="54"/>
                  </a:lnTo>
                  <a:lnTo>
                    <a:pt x="453" y="63"/>
                  </a:lnTo>
                  <a:lnTo>
                    <a:pt x="467" y="73"/>
                  </a:lnTo>
                  <a:lnTo>
                    <a:pt x="481" y="84"/>
                  </a:lnTo>
                  <a:lnTo>
                    <a:pt x="493" y="95"/>
                  </a:lnTo>
                  <a:lnTo>
                    <a:pt x="505" y="108"/>
                  </a:lnTo>
                  <a:lnTo>
                    <a:pt x="517" y="121"/>
                  </a:lnTo>
                  <a:lnTo>
                    <a:pt x="527" y="136"/>
                  </a:lnTo>
                  <a:lnTo>
                    <a:pt x="535" y="151"/>
                  </a:lnTo>
                  <a:lnTo>
                    <a:pt x="544" y="166"/>
                  </a:lnTo>
                  <a:lnTo>
                    <a:pt x="550" y="183"/>
                  </a:lnTo>
                  <a:lnTo>
                    <a:pt x="556" y="200"/>
                  </a:lnTo>
                  <a:lnTo>
                    <a:pt x="553" y="203"/>
                  </a:lnTo>
                  <a:lnTo>
                    <a:pt x="548" y="207"/>
                  </a:lnTo>
                  <a:lnTo>
                    <a:pt x="545" y="212"/>
                  </a:lnTo>
                  <a:lnTo>
                    <a:pt x="543" y="205"/>
                  </a:lnTo>
                  <a:lnTo>
                    <a:pt x="540" y="201"/>
                  </a:lnTo>
                  <a:lnTo>
                    <a:pt x="537" y="196"/>
                  </a:lnTo>
                  <a:lnTo>
                    <a:pt x="525" y="181"/>
                  </a:lnTo>
                  <a:lnTo>
                    <a:pt x="520" y="177"/>
                  </a:lnTo>
                  <a:lnTo>
                    <a:pt x="515" y="174"/>
                  </a:lnTo>
                  <a:lnTo>
                    <a:pt x="509" y="172"/>
                  </a:lnTo>
                  <a:lnTo>
                    <a:pt x="502" y="172"/>
                  </a:lnTo>
                  <a:lnTo>
                    <a:pt x="487" y="172"/>
                  </a:lnTo>
                  <a:lnTo>
                    <a:pt x="482" y="172"/>
                  </a:lnTo>
                  <a:lnTo>
                    <a:pt x="477" y="174"/>
                  </a:lnTo>
                  <a:lnTo>
                    <a:pt x="474" y="177"/>
                  </a:lnTo>
                  <a:lnTo>
                    <a:pt x="471" y="181"/>
                  </a:lnTo>
                  <a:lnTo>
                    <a:pt x="469" y="186"/>
                  </a:lnTo>
                  <a:lnTo>
                    <a:pt x="469" y="190"/>
                  </a:lnTo>
                  <a:lnTo>
                    <a:pt x="470" y="195"/>
                  </a:lnTo>
                  <a:lnTo>
                    <a:pt x="471" y="200"/>
                  </a:lnTo>
                  <a:lnTo>
                    <a:pt x="466" y="204"/>
                  </a:lnTo>
                  <a:lnTo>
                    <a:pt x="458" y="208"/>
                  </a:lnTo>
                  <a:lnTo>
                    <a:pt x="452" y="212"/>
                  </a:lnTo>
                  <a:lnTo>
                    <a:pt x="444" y="216"/>
                  </a:lnTo>
                  <a:lnTo>
                    <a:pt x="426" y="179"/>
                  </a:lnTo>
                  <a:lnTo>
                    <a:pt x="426" y="171"/>
                  </a:lnTo>
                  <a:lnTo>
                    <a:pt x="425" y="168"/>
                  </a:lnTo>
                  <a:lnTo>
                    <a:pt x="424" y="165"/>
                  </a:lnTo>
                  <a:lnTo>
                    <a:pt x="423" y="163"/>
                  </a:lnTo>
                  <a:lnTo>
                    <a:pt x="422" y="161"/>
                  </a:lnTo>
                  <a:lnTo>
                    <a:pt x="402" y="143"/>
                  </a:lnTo>
                  <a:lnTo>
                    <a:pt x="400" y="141"/>
                  </a:lnTo>
                  <a:lnTo>
                    <a:pt x="397" y="139"/>
                  </a:lnTo>
                  <a:lnTo>
                    <a:pt x="342" y="120"/>
                  </a:lnTo>
                  <a:lnTo>
                    <a:pt x="340" y="120"/>
                  </a:lnTo>
                  <a:lnTo>
                    <a:pt x="338" y="119"/>
                  </a:lnTo>
                  <a:lnTo>
                    <a:pt x="290" y="119"/>
                  </a:lnTo>
                  <a:lnTo>
                    <a:pt x="284" y="120"/>
                  </a:lnTo>
                  <a:lnTo>
                    <a:pt x="278" y="121"/>
                  </a:lnTo>
                  <a:lnTo>
                    <a:pt x="272" y="122"/>
                  </a:lnTo>
                  <a:lnTo>
                    <a:pt x="268" y="124"/>
                  </a:lnTo>
                  <a:lnTo>
                    <a:pt x="263" y="128"/>
                  </a:lnTo>
                  <a:lnTo>
                    <a:pt x="259" y="131"/>
                  </a:lnTo>
                  <a:lnTo>
                    <a:pt x="254" y="134"/>
                  </a:lnTo>
                  <a:lnTo>
                    <a:pt x="250" y="138"/>
                  </a:lnTo>
                  <a:lnTo>
                    <a:pt x="239" y="123"/>
                  </a:lnTo>
                  <a:lnTo>
                    <a:pt x="253" y="91"/>
                  </a:lnTo>
                  <a:lnTo>
                    <a:pt x="318" y="69"/>
                  </a:lnTo>
                  <a:lnTo>
                    <a:pt x="321" y="66"/>
                  </a:lnTo>
                  <a:lnTo>
                    <a:pt x="324" y="63"/>
                  </a:lnTo>
                  <a:close/>
                  <a:moveTo>
                    <a:pt x="393" y="356"/>
                  </a:moveTo>
                  <a:lnTo>
                    <a:pt x="395" y="363"/>
                  </a:lnTo>
                  <a:lnTo>
                    <a:pt x="395" y="366"/>
                  </a:lnTo>
                  <a:lnTo>
                    <a:pt x="394" y="368"/>
                  </a:lnTo>
                  <a:lnTo>
                    <a:pt x="392" y="371"/>
                  </a:lnTo>
                  <a:lnTo>
                    <a:pt x="391" y="372"/>
                  </a:lnTo>
                  <a:lnTo>
                    <a:pt x="389" y="374"/>
                  </a:lnTo>
                  <a:lnTo>
                    <a:pt x="386" y="378"/>
                  </a:lnTo>
                  <a:lnTo>
                    <a:pt x="383" y="381"/>
                  </a:lnTo>
                  <a:lnTo>
                    <a:pt x="380" y="386"/>
                  </a:lnTo>
                  <a:lnTo>
                    <a:pt x="378" y="394"/>
                  </a:lnTo>
                  <a:lnTo>
                    <a:pt x="377" y="396"/>
                  </a:lnTo>
                  <a:lnTo>
                    <a:pt x="373" y="398"/>
                  </a:lnTo>
                  <a:lnTo>
                    <a:pt x="371" y="402"/>
                  </a:lnTo>
                  <a:lnTo>
                    <a:pt x="368" y="407"/>
                  </a:lnTo>
                  <a:lnTo>
                    <a:pt x="365" y="413"/>
                  </a:lnTo>
                  <a:lnTo>
                    <a:pt x="364" y="419"/>
                  </a:lnTo>
                  <a:lnTo>
                    <a:pt x="363" y="422"/>
                  </a:lnTo>
                  <a:lnTo>
                    <a:pt x="363" y="423"/>
                  </a:lnTo>
                  <a:lnTo>
                    <a:pt x="358" y="427"/>
                  </a:lnTo>
                  <a:lnTo>
                    <a:pt x="354" y="431"/>
                  </a:lnTo>
                  <a:lnTo>
                    <a:pt x="349" y="435"/>
                  </a:lnTo>
                  <a:lnTo>
                    <a:pt x="345" y="436"/>
                  </a:lnTo>
                  <a:lnTo>
                    <a:pt x="342" y="429"/>
                  </a:lnTo>
                  <a:lnTo>
                    <a:pt x="337" y="415"/>
                  </a:lnTo>
                  <a:lnTo>
                    <a:pt x="334" y="408"/>
                  </a:lnTo>
                  <a:lnTo>
                    <a:pt x="330" y="401"/>
                  </a:lnTo>
                  <a:lnTo>
                    <a:pt x="328" y="395"/>
                  </a:lnTo>
                  <a:lnTo>
                    <a:pt x="325" y="389"/>
                  </a:lnTo>
                  <a:lnTo>
                    <a:pt x="324" y="383"/>
                  </a:lnTo>
                  <a:lnTo>
                    <a:pt x="324" y="378"/>
                  </a:lnTo>
                  <a:lnTo>
                    <a:pt x="325" y="376"/>
                  </a:lnTo>
                  <a:lnTo>
                    <a:pt x="327" y="367"/>
                  </a:lnTo>
                  <a:lnTo>
                    <a:pt x="329" y="358"/>
                  </a:lnTo>
                  <a:lnTo>
                    <a:pt x="329" y="354"/>
                  </a:lnTo>
                  <a:lnTo>
                    <a:pt x="328" y="349"/>
                  </a:lnTo>
                  <a:lnTo>
                    <a:pt x="327" y="343"/>
                  </a:lnTo>
                  <a:lnTo>
                    <a:pt x="326" y="338"/>
                  </a:lnTo>
                  <a:lnTo>
                    <a:pt x="322" y="332"/>
                  </a:lnTo>
                  <a:lnTo>
                    <a:pt x="318" y="326"/>
                  </a:lnTo>
                  <a:lnTo>
                    <a:pt x="315" y="324"/>
                  </a:lnTo>
                  <a:lnTo>
                    <a:pt x="314" y="323"/>
                  </a:lnTo>
                  <a:lnTo>
                    <a:pt x="314" y="321"/>
                  </a:lnTo>
                  <a:lnTo>
                    <a:pt x="314" y="319"/>
                  </a:lnTo>
                  <a:lnTo>
                    <a:pt x="314" y="313"/>
                  </a:lnTo>
                  <a:lnTo>
                    <a:pt x="313" y="308"/>
                  </a:lnTo>
                  <a:lnTo>
                    <a:pt x="310" y="302"/>
                  </a:lnTo>
                  <a:lnTo>
                    <a:pt x="305" y="295"/>
                  </a:lnTo>
                  <a:lnTo>
                    <a:pt x="300" y="291"/>
                  </a:lnTo>
                  <a:lnTo>
                    <a:pt x="295" y="289"/>
                  </a:lnTo>
                  <a:lnTo>
                    <a:pt x="291" y="288"/>
                  </a:lnTo>
                  <a:lnTo>
                    <a:pt x="285" y="287"/>
                  </a:lnTo>
                  <a:lnTo>
                    <a:pt x="277" y="288"/>
                  </a:lnTo>
                  <a:lnTo>
                    <a:pt x="268" y="289"/>
                  </a:lnTo>
                  <a:lnTo>
                    <a:pt x="265" y="290"/>
                  </a:lnTo>
                  <a:lnTo>
                    <a:pt x="262" y="291"/>
                  </a:lnTo>
                  <a:lnTo>
                    <a:pt x="257" y="291"/>
                  </a:lnTo>
                  <a:lnTo>
                    <a:pt x="252" y="291"/>
                  </a:lnTo>
                  <a:lnTo>
                    <a:pt x="248" y="290"/>
                  </a:lnTo>
                  <a:lnTo>
                    <a:pt x="244" y="288"/>
                  </a:lnTo>
                  <a:lnTo>
                    <a:pt x="240" y="287"/>
                  </a:lnTo>
                  <a:lnTo>
                    <a:pt x="236" y="283"/>
                  </a:lnTo>
                  <a:lnTo>
                    <a:pt x="233" y="280"/>
                  </a:lnTo>
                  <a:lnTo>
                    <a:pt x="231" y="277"/>
                  </a:lnTo>
                  <a:lnTo>
                    <a:pt x="227" y="273"/>
                  </a:lnTo>
                  <a:lnTo>
                    <a:pt x="225" y="268"/>
                  </a:lnTo>
                  <a:lnTo>
                    <a:pt x="224" y="264"/>
                  </a:lnTo>
                  <a:lnTo>
                    <a:pt x="224" y="260"/>
                  </a:lnTo>
                  <a:lnTo>
                    <a:pt x="224" y="254"/>
                  </a:lnTo>
                  <a:lnTo>
                    <a:pt x="224" y="250"/>
                  </a:lnTo>
                  <a:lnTo>
                    <a:pt x="225" y="245"/>
                  </a:lnTo>
                  <a:lnTo>
                    <a:pt x="227" y="240"/>
                  </a:lnTo>
                  <a:lnTo>
                    <a:pt x="233" y="232"/>
                  </a:lnTo>
                  <a:lnTo>
                    <a:pt x="240" y="223"/>
                  </a:lnTo>
                  <a:lnTo>
                    <a:pt x="241" y="221"/>
                  </a:lnTo>
                  <a:lnTo>
                    <a:pt x="244" y="219"/>
                  </a:lnTo>
                  <a:lnTo>
                    <a:pt x="247" y="215"/>
                  </a:lnTo>
                  <a:lnTo>
                    <a:pt x="250" y="210"/>
                  </a:lnTo>
                  <a:lnTo>
                    <a:pt x="255" y="204"/>
                  </a:lnTo>
                  <a:lnTo>
                    <a:pt x="260" y="199"/>
                  </a:lnTo>
                  <a:lnTo>
                    <a:pt x="269" y="196"/>
                  </a:lnTo>
                  <a:lnTo>
                    <a:pt x="280" y="195"/>
                  </a:lnTo>
                  <a:lnTo>
                    <a:pt x="284" y="195"/>
                  </a:lnTo>
                  <a:lnTo>
                    <a:pt x="289" y="195"/>
                  </a:lnTo>
                  <a:lnTo>
                    <a:pt x="289" y="196"/>
                  </a:lnTo>
                  <a:lnTo>
                    <a:pt x="289" y="197"/>
                  </a:lnTo>
                  <a:lnTo>
                    <a:pt x="290" y="201"/>
                  </a:lnTo>
                  <a:lnTo>
                    <a:pt x="291" y="204"/>
                  </a:lnTo>
                  <a:lnTo>
                    <a:pt x="293" y="206"/>
                  </a:lnTo>
                  <a:lnTo>
                    <a:pt x="296" y="207"/>
                  </a:lnTo>
                  <a:lnTo>
                    <a:pt x="299" y="209"/>
                  </a:lnTo>
                  <a:lnTo>
                    <a:pt x="303" y="212"/>
                  </a:lnTo>
                  <a:lnTo>
                    <a:pt x="309" y="217"/>
                  </a:lnTo>
                  <a:lnTo>
                    <a:pt x="316" y="220"/>
                  </a:lnTo>
                  <a:lnTo>
                    <a:pt x="323" y="223"/>
                  </a:lnTo>
                  <a:lnTo>
                    <a:pt x="330" y="224"/>
                  </a:lnTo>
                  <a:lnTo>
                    <a:pt x="337" y="224"/>
                  </a:lnTo>
                  <a:lnTo>
                    <a:pt x="341" y="222"/>
                  </a:lnTo>
                  <a:lnTo>
                    <a:pt x="344" y="220"/>
                  </a:lnTo>
                  <a:lnTo>
                    <a:pt x="347" y="218"/>
                  </a:lnTo>
                  <a:lnTo>
                    <a:pt x="348" y="218"/>
                  </a:lnTo>
                  <a:lnTo>
                    <a:pt x="348" y="218"/>
                  </a:lnTo>
                  <a:lnTo>
                    <a:pt x="349" y="217"/>
                  </a:lnTo>
                  <a:lnTo>
                    <a:pt x="349" y="216"/>
                  </a:lnTo>
                  <a:lnTo>
                    <a:pt x="351" y="216"/>
                  </a:lnTo>
                  <a:lnTo>
                    <a:pt x="352" y="217"/>
                  </a:lnTo>
                  <a:lnTo>
                    <a:pt x="362" y="219"/>
                  </a:lnTo>
                  <a:lnTo>
                    <a:pt x="370" y="222"/>
                  </a:lnTo>
                  <a:lnTo>
                    <a:pt x="375" y="232"/>
                  </a:lnTo>
                  <a:lnTo>
                    <a:pt x="380" y="243"/>
                  </a:lnTo>
                  <a:lnTo>
                    <a:pt x="382" y="249"/>
                  </a:lnTo>
                  <a:lnTo>
                    <a:pt x="384" y="254"/>
                  </a:lnTo>
                  <a:lnTo>
                    <a:pt x="385" y="256"/>
                  </a:lnTo>
                  <a:lnTo>
                    <a:pt x="386" y="259"/>
                  </a:lnTo>
                  <a:lnTo>
                    <a:pt x="391" y="267"/>
                  </a:lnTo>
                  <a:lnTo>
                    <a:pt x="395" y="275"/>
                  </a:lnTo>
                  <a:lnTo>
                    <a:pt x="398" y="279"/>
                  </a:lnTo>
                  <a:lnTo>
                    <a:pt x="401" y="283"/>
                  </a:lnTo>
                  <a:lnTo>
                    <a:pt x="404" y="287"/>
                  </a:lnTo>
                  <a:lnTo>
                    <a:pt x="409" y="290"/>
                  </a:lnTo>
                  <a:lnTo>
                    <a:pt x="416" y="293"/>
                  </a:lnTo>
                  <a:lnTo>
                    <a:pt x="423" y="295"/>
                  </a:lnTo>
                  <a:lnTo>
                    <a:pt x="419" y="299"/>
                  </a:lnTo>
                  <a:lnTo>
                    <a:pt x="415" y="304"/>
                  </a:lnTo>
                  <a:lnTo>
                    <a:pt x="410" y="308"/>
                  </a:lnTo>
                  <a:lnTo>
                    <a:pt x="404" y="313"/>
                  </a:lnTo>
                  <a:lnTo>
                    <a:pt x="400" y="319"/>
                  </a:lnTo>
                  <a:lnTo>
                    <a:pt x="396" y="325"/>
                  </a:lnTo>
                  <a:lnTo>
                    <a:pt x="393" y="332"/>
                  </a:lnTo>
                  <a:lnTo>
                    <a:pt x="392" y="339"/>
                  </a:lnTo>
                  <a:lnTo>
                    <a:pt x="391" y="348"/>
                  </a:lnTo>
                  <a:lnTo>
                    <a:pt x="393" y="356"/>
                  </a:lnTo>
                  <a:close/>
                  <a:moveTo>
                    <a:pt x="171" y="398"/>
                  </a:moveTo>
                  <a:lnTo>
                    <a:pt x="163" y="436"/>
                  </a:lnTo>
                  <a:lnTo>
                    <a:pt x="150" y="422"/>
                  </a:lnTo>
                  <a:lnTo>
                    <a:pt x="138" y="408"/>
                  </a:lnTo>
                  <a:lnTo>
                    <a:pt x="128" y="392"/>
                  </a:lnTo>
                  <a:lnTo>
                    <a:pt x="118" y="376"/>
                  </a:lnTo>
                  <a:lnTo>
                    <a:pt x="109" y="358"/>
                  </a:lnTo>
                  <a:lnTo>
                    <a:pt x="102" y="340"/>
                  </a:lnTo>
                  <a:lnTo>
                    <a:pt x="97" y="321"/>
                  </a:lnTo>
                  <a:lnTo>
                    <a:pt x="93" y="302"/>
                  </a:lnTo>
                  <a:lnTo>
                    <a:pt x="115" y="295"/>
                  </a:lnTo>
                  <a:lnTo>
                    <a:pt x="154" y="326"/>
                  </a:lnTo>
                  <a:lnTo>
                    <a:pt x="158" y="327"/>
                  </a:lnTo>
                  <a:lnTo>
                    <a:pt x="161" y="328"/>
                  </a:lnTo>
                  <a:lnTo>
                    <a:pt x="186" y="334"/>
                  </a:lnTo>
                  <a:lnTo>
                    <a:pt x="189" y="335"/>
                  </a:lnTo>
                  <a:lnTo>
                    <a:pt x="191" y="337"/>
                  </a:lnTo>
                  <a:lnTo>
                    <a:pt x="192" y="339"/>
                  </a:lnTo>
                  <a:lnTo>
                    <a:pt x="192" y="343"/>
                  </a:lnTo>
                  <a:lnTo>
                    <a:pt x="190" y="349"/>
                  </a:lnTo>
                  <a:lnTo>
                    <a:pt x="190" y="354"/>
                  </a:lnTo>
                  <a:lnTo>
                    <a:pt x="190" y="360"/>
                  </a:lnTo>
                  <a:lnTo>
                    <a:pt x="192" y="365"/>
                  </a:lnTo>
                  <a:lnTo>
                    <a:pt x="195" y="375"/>
                  </a:lnTo>
                  <a:lnTo>
                    <a:pt x="195" y="378"/>
                  </a:lnTo>
                  <a:lnTo>
                    <a:pt x="194" y="381"/>
                  </a:lnTo>
                  <a:lnTo>
                    <a:pt x="192" y="383"/>
                  </a:lnTo>
                  <a:lnTo>
                    <a:pt x="190" y="384"/>
                  </a:lnTo>
                  <a:lnTo>
                    <a:pt x="180" y="387"/>
                  </a:lnTo>
                  <a:lnTo>
                    <a:pt x="176" y="390"/>
                  </a:lnTo>
                  <a:lnTo>
                    <a:pt x="174" y="392"/>
                  </a:lnTo>
                  <a:lnTo>
                    <a:pt x="172" y="395"/>
                  </a:lnTo>
                  <a:lnTo>
                    <a:pt x="171" y="398"/>
                  </a:lnTo>
                  <a:close/>
                  <a:moveTo>
                    <a:pt x="327" y="502"/>
                  </a:moveTo>
                  <a:lnTo>
                    <a:pt x="308" y="501"/>
                  </a:lnTo>
                  <a:lnTo>
                    <a:pt x="289" y="499"/>
                  </a:lnTo>
                  <a:lnTo>
                    <a:pt x="270" y="495"/>
                  </a:lnTo>
                  <a:lnTo>
                    <a:pt x="253" y="491"/>
                  </a:lnTo>
                  <a:lnTo>
                    <a:pt x="235" y="483"/>
                  </a:lnTo>
                  <a:lnTo>
                    <a:pt x="219" y="475"/>
                  </a:lnTo>
                  <a:lnTo>
                    <a:pt x="203" y="467"/>
                  </a:lnTo>
                  <a:lnTo>
                    <a:pt x="188" y="456"/>
                  </a:lnTo>
                  <a:lnTo>
                    <a:pt x="196" y="412"/>
                  </a:lnTo>
                  <a:lnTo>
                    <a:pt x="198" y="411"/>
                  </a:lnTo>
                  <a:lnTo>
                    <a:pt x="205" y="408"/>
                  </a:lnTo>
                  <a:lnTo>
                    <a:pt x="210" y="404"/>
                  </a:lnTo>
                  <a:lnTo>
                    <a:pt x="216" y="399"/>
                  </a:lnTo>
                  <a:lnTo>
                    <a:pt x="219" y="394"/>
                  </a:lnTo>
                  <a:lnTo>
                    <a:pt x="221" y="387"/>
                  </a:lnTo>
                  <a:lnTo>
                    <a:pt x="223" y="380"/>
                  </a:lnTo>
                  <a:lnTo>
                    <a:pt x="223" y="374"/>
                  </a:lnTo>
                  <a:lnTo>
                    <a:pt x="221" y="366"/>
                  </a:lnTo>
                  <a:lnTo>
                    <a:pt x="218" y="356"/>
                  </a:lnTo>
                  <a:lnTo>
                    <a:pt x="218" y="354"/>
                  </a:lnTo>
                  <a:lnTo>
                    <a:pt x="218" y="352"/>
                  </a:lnTo>
                  <a:lnTo>
                    <a:pt x="220" y="345"/>
                  </a:lnTo>
                  <a:lnTo>
                    <a:pt x="220" y="337"/>
                  </a:lnTo>
                  <a:lnTo>
                    <a:pt x="218" y="329"/>
                  </a:lnTo>
                  <a:lnTo>
                    <a:pt x="215" y="323"/>
                  </a:lnTo>
                  <a:lnTo>
                    <a:pt x="210" y="317"/>
                  </a:lnTo>
                  <a:lnTo>
                    <a:pt x="205" y="312"/>
                  </a:lnTo>
                  <a:lnTo>
                    <a:pt x="198" y="308"/>
                  </a:lnTo>
                  <a:lnTo>
                    <a:pt x="191" y="306"/>
                  </a:lnTo>
                  <a:lnTo>
                    <a:pt x="169" y="302"/>
                  </a:lnTo>
                  <a:lnTo>
                    <a:pt x="126" y="268"/>
                  </a:lnTo>
                  <a:lnTo>
                    <a:pt x="122" y="267"/>
                  </a:lnTo>
                  <a:lnTo>
                    <a:pt x="119" y="266"/>
                  </a:lnTo>
                  <a:lnTo>
                    <a:pt x="116" y="266"/>
                  </a:lnTo>
                  <a:lnTo>
                    <a:pt x="113" y="266"/>
                  </a:lnTo>
                  <a:lnTo>
                    <a:pt x="90" y="274"/>
                  </a:lnTo>
                  <a:lnTo>
                    <a:pt x="90" y="269"/>
                  </a:lnTo>
                  <a:lnTo>
                    <a:pt x="90" y="265"/>
                  </a:lnTo>
                  <a:lnTo>
                    <a:pt x="90" y="253"/>
                  </a:lnTo>
                  <a:lnTo>
                    <a:pt x="91" y="241"/>
                  </a:lnTo>
                  <a:lnTo>
                    <a:pt x="92" y="230"/>
                  </a:lnTo>
                  <a:lnTo>
                    <a:pt x="94" y="218"/>
                  </a:lnTo>
                  <a:lnTo>
                    <a:pt x="98" y="207"/>
                  </a:lnTo>
                  <a:lnTo>
                    <a:pt x="100" y="196"/>
                  </a:lnTo>
                  <a:lnTo>
                    <a:pt x="104" y="186"/>
                  </a:lnTo>
                  <a:lnTo>
                    <a:pt x="108" y="175"/>
                  </a:lnTo>
                  <a:lnTo>
                    <a:pt x="117" y="155"/>
                  </a:lnTo>
                  <a:lnTo>
                    <a:pt x="129" y="135"/>
                  </a:lnTo>
                  <a:lnTo>
                    <a:pt x="142" y="117"/>
                  </a:lnTo>
                  <a:lnTo>
                    <a:pt x="157" y="101"/>
                  </a:lnTo>
                  <a:lnTo>
                    <a:pt x="173" y="85"/>
                  </a:lnTo>
                  <a:lnTo>
                    <a:pt x="190" y="72"/>
                  </a:lnTo>
                  <a:lnTo>
                    <a:pt x="208" y="59"/>
                  </a:lnTo>
                  <a:lnTo>
                    <a:pt x="228" y="49"/>
                  </a:lnTo>
                  <a:lnTo>
                    <a:pt x="238" y="45"/>
                  </a:lnTo>
                  <a:lnTo>
                    <a:pt x="249" y="41"/>
                  </a:lnTo>
                  <a:lnTo>
                    <a:pt x="260" y="37"/>
                  </a:lnTo>
                  <a:lnTo>
                    <a:pt x="271" y="34"/>
                  </a:lnTo>
                  <a:lnTo>
                    <a:pt x="282" y="32"/>
                  </a:lnTo>
                  <a:lnTo>
                    <a:pt x="294" y="30"/>
                  </a:lnTo>
                  <a:lnTo>
                    <a:pt x="305" y="28"/>
                  </a:lnTo>
                  <a:lnTo>
                    <a:pt x="316" y="28"/>
                  </a:lnTo>
                  <a:lnTo>
                    <a:pt x="305" y="43"/>
                  </a:lnTo>
                  <a:lnTo>
                    <a:pt x="238" y="66"/>
                  </a:lnTo>
                  <a:lnTo>
                    <a:pt x="235" y="68"/>
                  </a:lnTo>
                  <a:lnTo>
                    <a:pt x="233" y="70"/>
                  </a:lnTo>
                  <a:lnTo>
                    <a:pt x="231" y="72"/>
                  </a:lnTo>
                  <a:lnTo>
                    <a:pt x="230" y="74"/>
                  </a:lnTo>
                  <a:lnTo>
                    <a:pt x="211" y="120"/>
                  </a:lnTo>
                  <a:lnTo>
                    <a:pt x="210" y="123"/>
                  </a:lnTo>
                  <a:lnTo>
                    <a:pt x="210" y="127"/>
                  </a:lnTo>
                  <a:lnTo>
                    <a:pt x="210" y="130"/>
                  </a:lnTo>
                  <a:lnTo>
                    <a:pt x="212" y="133"/>
                  </a:lnTo>
                  <a:lnTo>
                    <a:pt x="241" y="174"/>
                  </a:lnTo>
                  <a:lnTo>
                    <a:pt x="242" y="175"/>
                  </a:lnTo>
                  <a:lnTo>
                    <a:pt x="244" y="176"/>
                  </a:lnTo>
                  <a:lnTo>
                    <a:pt x="235" y="183"/>
                  </a:lnTo>
                  <a:lnTo>
                    <a:pt x="227" y="194"/>
                  </a:lnTo>
                  <a:lnTo>
                    <a:pt x="225" y="197"/>
                  </a:lnTo>
                  <a:lnTo>
                    <a:pt x="222" y="201"/>
                  </a:lnTo>
                  <a:lnTo>
                    <a:pt x="221" y="203"/>
                  </a:lnTo>
                  <a:lnTo>
                    <a:pt x="219" y="205"/>
                  </a:lnTo>
                  <a:lnTo>
                    <a:pt x="215" y="210"/>
                  </a:lnTo>
                  <a:lnTo>
                    <a:pt x="210" y="216"/>
                  </a:lnTo>
                  <a:lnTo>
                    <a:pt x="206" y="221"/>
                  </a:lnTo>
                  <a:lnTo>
                    <a:pt x="203" y="229"/>
                  </a:lnTo>
                  <a:lnTo>
                    <a:pt x="200" y="236"/>
                  </a:lnTo>
                  <a:lnTo>
                    <a:pt x="197" y="245"/>
                  </a:lnTo>
                  <a:lnTo>
                    <a:pt x="196" y="253"/>
                  </a:lnTo>
                  <a:lnTo>
                    <a:pt x="196" y="262"/>
                  </a:lnTo>
                  <a:lnTo>
                    <a:pt x="197" y="270"/>
                  </a:lnTo>
                  <a:lnTo>
                    <a:pt x="200" y="278"/>
                  </a:lnTo>
                  <a:lnTo>
                    <a:pt x="203" y="285"/>
                  </a:lnTo>
                  <a:lnTo>
                    <a:pt x="208" y="293"/>
                  </a:lnTo>
                  <a:lnTo>
                    <a:pt x="212" y="299"/>
                  </a:lnTo>
                  <a:lnTo>
                    <a:pt x="219" y="305"/>
                  </a:lnTo>
                  <a:lnTo>
                    <a:pt x="225" y="310"/>
                  </a:lnTo>
                  <a:lnTo>
                    <a:pt x="233" y="313"/>
                  </a:lnTo>
                  <a:lnTo>
                    <a:pt x="240" y="317"/>
                  </a:lnTo>
                  <a:lnTo>
                    <a:pt x="248" y="318"/>
                  </a:lnTo>
                  <a:lnTo>
                    <a:pt x="256" y="319"/>
                  </a:lnTo>
                  <a:lnTo>
                    <a:pt x="265" y="318"/>
                  </a:lnTo>
                  <a:lnTo>
                    <a:pt x="270" y="317"/>
                  </a:lnTo>
                  <a:lnTo>
                    <a:pt x="276" y="316"/>
                  </a:lnTo>
                  <a:lnTo>
                    <a:pt x="283" y="314"/>
                  </a:lnTo>
                  <a:lnTo>
                    <a:pt x="286" y="316"/>
                  </a:lnTo>
                  <a:lnTo>
                    <a:pt x="286" y="316"/>
                  </a:lnTo>
                  <a:lnTo>
                    <a:pt x="286" y="316"/>
                  </a:lnTo>
                  <a:lnTo>
                    <a:pt x="286" y="317"/>
                  </a:lnTo>
                  <a:lnTo>
                    <a:pt x="286" y="319"/>
                  </a:lnTo>
                  <a:lnTo>
                    <a:pt x="286" y="323"/>
                  </a:lnTo>
                  <a:lnTo>
                    <a:pt x="288" y="329"/>
                  </a:lnTo>
                  <a:lnTo>
                    <a:pt x="290" y="334"/>
                  </a:lnTo>
                  <a:lnTo>
                    <a:pt x="292" y="338"/>
                  </a:lnTo>
                  <a:lnTo>
                    <a:pt x="294" y="342"/>
                  </a:lnTo>
                  <a:lnTo>
                    <a:pt x="297" y="345"/>
                  </a:lnTo>
                  <a:lnTo>
                    <a:pt x="298" y="347"/>
                  </a:lnTo>
                  <a:lnTo>
                    <a:pt x="300" y="349"/>
                  </a:lnTo>
                  <a:lnTo>
                    <a:pt x="301" y="353"/>
                  </a:lnTo>
                  <a:lnTo>
                    <a:pt x="301" y="356"/>
                  </a:lnTo>
                  <a:lnTo>
                    <a:pt x="300" y="361"/>
                  </a:lnTo>
                  <a:lnTo>
                    <a:pt x="298" y="367"/>
                  </a:lnTo>
                  <a:lnTo>
                    <a:pt x="298" y="369"/>
                  </a:lnTo>
                  <a:lnTo>
                    <a:pt x="296" y="376"/>
                  </a:lnTo>
                  <a:lnTo>
                    <a:pt x="296" y="381"/>
                  </a:lnTo>
                  <a:lnTo>
                    <a:pt x="296" y="386"/>
                  </a:lnTo>
                  <a:lnTo>
                    <a:pt x="297" y="393"/>
                  </a:lnTo>
                  <a:lnTo>
                    <a:pt x="301" y="404"/>
                  </a:lnTo>
                  <a:lnTo>
                    <a:pt x="306" y="413"/>
                  </a:lnTo>
                  <a:lnTo>
                    <a:pt x="308" y="419"/>
                  </a:lnTo>
                  <a:lnTo>
                    <a:pt x="310" y="424"/>
                  </a:lnTo>
                  <a:lnTo>
                    <a:pt x="316" y="441"/>
                  </a:lnTo>
                  <a:lnTo>
                    <a:pt x="323" y="453"/>
                  </a:lnTo>
                  <a:lnTo>
                    <a:pt x="328" y="459"/>
                  </a:lnTo>
                  <a:lnTo>
                    <a:pt x="334" y="462"/>
                  </a:lnTo>
                  <a:lnTo>
                    <a:pt x="339" y="464"/>
                  </a:lnTo>
                  <a:lnTo>
                    <a:pt x="344" y="465"/>
                  </a:lnTo>
                  <a:lnTo>
                    <a:pt x="352" y="464"/>
                  </a:lnTo>
                  <a:lnTo>
                    <a:pt x="358" y="460"/>
                  </a:lnTo>
                  <a:lnTo>
                    <a:pt x="365" y="457"/>
                  </a:lnTo>
                  <a:lnTo>
                    <a:pt x="371" y="453"/>
                  </a:lnTo>
                  <a:lnTo>
                    <a:pt x="380" y="444"/>
                  </a:lnTo>
                  <a:lnTo>
                    <a:pt x="384" y="441"/>
                  </a:lnTo>
                  <a:lnTo>
                    <a:pt x="387" y="436"/>
                  </a:lnTo>
                  <a:lnTo>
                    <a:pt x="388" y="431"/>
                  </a:lnTo>
                  <a:lnTo>
                    <a:pt x="391" y="427"/>
                  </a:lnTo>
                  <a:lnTo>
                    <a:pt x="391" y="424"/>
                  </a:lnTo>
                  <a:lnTo>
                    <a:pt x="392" y="422"/>
                  </a:lnTo>
                  <a:lnTo>
                    <a:pt x="392" y="421"/>
                  </a:lnTo>
                  <a:lnTo>
                    <a:pt x="393" y="419"/>
                  </a:lnTo>
                  <a:lnTo>
                    <a:pt x="395" y="418"/>
                  </a:lnTo>
                  <a:lnTo>
                    <a:pt x="399" y="411"/>
                  </a:lnTo>
                  <a:lnTo>
                    <a:pt x="403" y="401"/>
                  </a:lnTo>
                  <a:lnTo>
                    <a:pt x="406" y="397"/>
                  </a:lnTo>
                  <a:lnTo>
                    <a:pt x="410" y="393"/>
                  </a:lnTo>
                  <a:lnTo>
                    <a:pt x="411" y="392"/>
                  </a:lnTo>
                  <a:lnTo>
                    <a:pt x="412" y="390"/>
                  </a:lnTo>
                  <a:lnTo>
                    <a:pt x="417" y="384"/>
                  </a:lnTo>
                  <a:lnTo>
                    <a:pt x="421" y="379"/>
                  </a:lnTo>
                  <a:lnTo>
                    <a:pt x="422" y="374"/>
                  </a:lnTo>
                  <a:lnTo>
                    <a:pt x="423" y="368"/>
                  </a:lnTo>
                  <a:lnTo>
                    <a:pt x="422" y="357"/>
                  </a:lnTo>
                  <a:lnTo>
                    <a:pt x="419" y="349"/>
                  </a:lnTo>
                  <a:lnTo>
                    <a:pt x="418" y="346"/>
                  </a:lnTo>
                  <a:lnTo>
                    <a:pt x="418" y="343"/>
                  </a:lnTo>
                  <a:lnTo>
                    <a:pt x="419" y="340"/>
                  </a:lnTo>
                  <a:lnTo>
                    <a:pt x="421" y="338"/>
                  </a:lnTo>
                  <a:lnTo>
                    <a:pt x="426" y="332"/>
                  </a:lnTo>
                  <a:lnTo>
                    <a:pt x="433" y="323"/>
                  </a:lnTo>
                  <a:lnTo>
                    <a:pt x="442" y="316"/>
                  </a:lnTo>
                  <a:lnTo>
                    <a:pt x="451" y="306"/>
                  </a:lnTo>
                  <a:lnTo>
                    <a:pt x="453" y="302"/>
                  </a:lnTo>
                  <a:lnTo>
                    <a:pt x="455" y="296"/>
                  </a:lnTo>
                  <a:lnTo>
                    <a:pt x="456" y="293"/>
                  </a:lnTo>
                  <a:lnTo>
                    <a:pt x="457" y="290"/>
                  </a:lnTo>
                  <a:lnTo>
                    <a:pt x="456" y="285"/>
                  </a:lnTo>
                  <a:lnTo>
                    <a:pt x="455" y="281"/>
                  </a:lnTo>
                  <a:lnTo>
                    <a:pt x="453" y="278"/>
                  </a:lnTo>
                  <a:lnTo>
                    <a:pt x="451" y="276"/>
                  </a:lnTo>
                  <a:lnTo>
                    <a:pt x="447" y="273"/>
                  </a:lnTo>
                  <a:lnTo>
                    <a:pt x="444" y="272"/>
                  </a:lnTo>
                  <a:lnTo>
                    <a:pt x="438" y="269"/>
                  </a:lnTo>
                  <a:lnTo>
                    <a:pt x="431" y="268"/>
                  </a:lnTo>
                  <a:lnTo>
                    <a:pt x="427" y="267"/>
                  </a:lnTo>
                  <a:lnTo>
                    <a:pt x="424" y="267"/>
                  </a:lnTo>
                  <a:lnTo>
                    <a:pt x="421" y="263"/>
                  </a:lnTo>
                  <a:lnTo>
                    <a:pt x="417" y="259"/>
                  </a:lnTo>
                  <a:lnTo>
                    <a:pt x="414" y="253"/>
                  </a:lnTo>
                  <a:lnTo>
                    <a:pt x="412" y="247"/>
                  </a:lnTo>
                  <a:lnTo>
                    <a:pt x="411" y="245"/>
                  </a:lnTo>
                  <a:lnTo>
                    <a:pt x="410" y="243"/>
                  </a:lnTo>
                  <a:lnTo>
                    <a:pt x="408" y="238"/>
                  </a:lnTo>
                  <a:lnTo>
                    <a:pt x="406" y="233"/>
                  </a:lnTo>
                  <a:lnTo>
                    <a:pt x="402" y="225"/>
                  </a:lnTo>
                  <a:lnTo>
                    <a:pt x="399" y="218"/>
                  </a:lnTo>
                  <a:lnTo>
                    <a:pt x="395" y="210"/>
                  </a:lnTo>
                  <a:lnTo>
                    <a:pt x="389" y="204"/>
                  </a:lnTo>
                  <a:lnTo>
                    <a:pt x="383" y="199"/>
                  </a:lnTo>
                  <a:lnTo>
                    <a:pt x="375" y="195"/>
                  </a:lnTo>
                  <a:lnTo>
                    <a:pt x="367" y="192"/>
                  </a:lnTo>
                  <a:lnTo>
                    <a:pt x="358" y="190"/>
                  </a:lnTo>
                  <a:lnTo>
                    <a:pt x="354" y="188"/>
                  </a:lnTo>
                  <a:lnTo>
                    <a:pt x="350" y="187"/>
                  </a:lnTo>
                  <a:lnTo>
                    <a:pt x="345" y="186"/>
                  </a:lnTo>
                  <a:lnTo>
                    <a:pt x="342" y="187"/>
                  </a:lnTo>
                  <a:lnTo>
                    <a:pt x="335" y="189"/>
                  </a:lnTo>
                  <a:lnTo>
                    <a:pt x="329" y="192"/>
                  </a:lnTo>
                  <a:lnTo>
                    <a:pt x="328" y="193"/>
                  </a:lnTo>
                  <a:lnTo>
                    <a:pt x="327" y="194"/>
                  </a:lnTo>
                  <a:lnTo>
                    <a:pt x="324" y="192"/>
                  </a:lnTo>
                  <a:lnTo>
                    <a:pt x="321" y="190"/>
                  </a:lnTo>
                  <a:lnTo>
                    <a:pt x="320" y="185"/>
                  </a:lnTo>
                  <a:lnTo>
                    <a:pt x="319" y="180"/>
                  </a:lnTo>
                  <a:lnTo>
                    <a:pt x="315" y="176"/>
                  </a:lnTo>
                  <a:lnTo>
                    <a:pt x="311" y="173"/>
                  </a:lnTo>
                  <a:lnTo>
                    <a:pt x="307" y="171"/>
                  </a:lnTo>
                  <a:lnTo>
                    <a:pt x="301" y="168"/>
                  </a:lnTo>
                  <a:lnTo>
                    <a:pt x="293" y="167"/>
                  </a:lnTo>
                  <a:lnTo>
                    <a:pt x="286" y="167"/>
                  </a:lnTo>
                  <a:lnTo>
                    <a:pt x="283" y="167"/>
                  </a:lnTo>
                  <a:lnTo>
                    <a:pt x="279" y="168"/>
                  </a:lnTo>
                  <a:lnTo>
                    <a:pt x="272" y="168"/>
                  </a:lnTo>
                  <a:lnTo>
                    <a:pt x="266" y="168"/>
                  </a:lnTo>
                  <a:lnTo>
                    <a:pt x="269" y="162"/>
                  </a:lnTo>
                  <a:lnTo>
                    <a:pt x="272" y="156"/>
                  </a:lnTo>
                  <a:lnTo>
                    <a:pt x="277" y="151"/>
                  </a:lnTo>
                  <a:lnTo>
                    <a:pt x="283" y="148"/>
                  </a:lnTo>
                  <a:lnTo>
                    <a:pt x="290" y="147"/>
                  </a:lnTo>
                  <a:lnTo>
                    <a:pt x="336" y="147"/>
                  </a:lnTo>
                  <a:lnTo>
                    <a:pt x="385" y="165"/>
                  </a:lnTo>
                  <a:lnTo>
                    <a:pt x="398" y="177"/>
                  </a:lnTo>
                  <a:lnTo>
                    <a:pt x="398" y="182"/>
                  </a:lnTo>
                  <a:lnTo>
                    <a:pt x="398" y="186"/>
                  </a:lnTo>
                  <a:lnTo>
                    <a:pt x="399" y="189"/>
                  </a:lnTo>
                  <a:lnTo>
                    <a:pt x="426" y="239"/>
                  </a:lnTo>
                  <a:lnTo>
                    <a:pt x="429" y="244"/>
                  </a:lnTo>
                  <a:lnTo>
                    <a:pt x="432" y="246"/>
                  </a:lnTo>
                  <a:lnTo>
                    <a:pt x="438" y="247"/>
                  </a:lnTo>
                  <a:lnTo>
                    <a:pt x="443" y="246"/>
                  </a:lnTo>
                  <a:lnTo>
                    <a:pt x="451" y="243"/>
                  </a:lnTo>
                  <a:lnTo>
                    <a:pt x="463" y="237"/>
                  </a:lnTo>
                  <a:lnTo>
                    <a:pt x="476" y="230"/>
                  </a:lnTo>
                  <a:lnTo>
                    <a:pt x="488" y="221"/>
                  </a:lnTo>
                  <a:lnTo>
                    <a:pt x="500" y="211"/>
                  </a:lnTo>
                  <a:lnTo>
                    <a:pt x="501" y="209"/>
                  </a:lnTo>
                  <a:lnTo>
                    <a:pt x="503" y="206"/>
                  </a:lnTo>
                  <a:lnTo>
                    <a:pt x="503" y="203"/>
                  </a:lnTo>
                  <a:lnTo>
                    <a:pt x="503" y="200"/>
                  </a:lnTo>
                  <a:lnTo>
                    <a:pt x="503" y="200"/>
                  </a:lnTo>
                  <a:lnTo>
                    <a:pt x="503" y="200"/>
                  </a:lnTo>
                  <a:lnTo>
                    <a:pt x="516" y="215"/>
                  </a:lnTo>
                  <a:lnTo>
                    <a:pt x="516" y="215"/>
                  </a:lnTo>
                  <a:lnTo>
                    <a:pt x="516" y="215"/>
                  </a:lnTo>
                  <a:lnTo>
                    <a:pt x="530" y="252"/>
                  </a:lnTo>
                  <a:lnTo>
                    <a:pt x="532" y="255"/>
                  </a:lnTo>
                  <a:lnTo>
                    <a:pt x="534" y="259"/>
                  </a:lnTo>
                  <a:lnTo>
                    <a:pt x="536" y="261"/>
                  </a:lnTo>
                  <a:lnTo>
                    <a:pt x="540" y="262"/>
                  </a:lnTo>
                  <a:lnTo>
                    <a:pt x="542" y="262"/>
                  </a:lnTo>
                  <a:lnTo>
                    <a:pt x="543" y="262"/>
                  </a:lnTo>
                  <a:lnTo>
                    <a:pt x="548" y="261"/>
                  </a:lnTo>
                  <a:lnTo>
                    <a:pt x="553" y="258"/>
                  </a:lnTo>
                  <a:lnTo>
                    <a:pt x="560" y="251"/>
                  </a:lnTo>
                  <a:lnTo>
                    <a:pt x="562" y="249"/>
                  </a:lnTo>
                  <a:lnTo>
                    <a:pt x="564" y="246"/>
                  </a:lnTo>
                  <a:lnTo>
                    <a:pt x="564" y="255"/>
                  </a:lnTo>
                  <a:lnTo>
                    <a:pt x="564" y="265"/>
                  </a:lnTo>
                  <a:lnTo>
                    <a:pt x="564" y="277"/>
                  </a:lnTo>
                  <a:lnTo>
                    <a:pt x="563" y="289"/>
                  </a:lnTo>
                  <a:lnTo>
                    <a:pt x="562" y="301"/>
                  </a:lnTo>
                  <a:lnTo>
                    <a:pt x="560" y="312"/>
                  </a:lnTo>
                  <a:lnTo>
                    <a:pt x="557" y="324"/>
                  </a:lnTo>
                  <a:lnTo>
                    <a:pt x="554" y="335"/>
                  </a:lnTo>
                  <a:lnTo>
                    <a:pt x="550" y="347"/>
                  </a:lnTo>
                  <a:lnTo>
                    <a:pt x="546" y="357"/>
                  </a:lnTo>
                  <a:lnTo>
                    <a:pt x="542" y="367"/>
                  </a:lnTo>
                  <a:lnTo>
                    <a:pt x="536" y="378"/>
                  </a:lnTo>
                  <a:lnTo>
                    <a:pt x="530" y="387"/>
                  </a:lnTo>
                  <a:lnTo>
                    <a:pt x="525" y="397"/>
                  </a:lnTo>
                  <a:lnTo>
                    <a:pt x="517" y="407"/>
                  </a:lnTo>
                  <a:lnTo>
                    <a:pt x="511" y="415"/>
                  </a:lnTo>
                  <a:lnTo>
                    <a:pt x="503" y="424"/>
                  </a:lnTo>
                  <a:lnTo>
                    <a:pt x="496" y="433"/>
                  </a:lnTo>
                  <a:lnTo>
                    <a:pt x="487" y="440"/>
                  </a:lnTo>
                  <a:lnTo>
                    <a:pt x="478" y="448"/>
                  </a:lnTo>
                  <a:lnTo>
                    <a:pt x="469" y="455"/>
                  </a:lnTo>
                  <a:lnTo>
                    <a:pt x="460" y="462"/>
                  </a:lnTo>
                  <a:lnTo>
                    <a:pt x="451" y="468"/>
                  </a:lnTo>
                  <a:lnTo>
                    <a:pt x="441" y="473"/>
                  </a:lnTo>
                  <a:lnTo>
                    <a:pt x="430" y="479"/>
                  </a:lnTo>
                  <a:lnTo>
                    <a:pt x="419" y="483"/>
                  </a:lnTo>
                  <a:lnTo>
                    <a:pt x="409" y="487"/>
                  </a:lnTo>
                  <a:lnTo>
                    <a:pt x="398" y="492"/>
                  </a:lnTo>
                  <a:lnTo>
                    <a:pt x="386" y="495"/>
                  </a:lnTo>
                  <a:lnTo>
                    <a:pt x="375" y="497"/>
                  </a:lnTo>
                  <a:lnTo>
                    <a:pt x="364" y="499"/>
                  </a:lnTo>
                  <a:lnTo>
                    <a:pt x="352" y="501"/>
                  </a:lnTo>
                  <a:lnTo>
                    <a:pt x="340" y="502"/>
                  </a:lnTo>
                  <a:lnTo>
                    <a:pt x="327" y="502"/>
                  </a:lnTo>
                  <a:close/>
                  <a:moveTo>
                    <a:pt x="392" y="655"/>
                  </a:moveTo>
                  <a:lnTo>
                    <a:pt x="398" y="656"/>
                  </a:lnTo>
                  <a:lnTo>
                    <a:pt x="404" y="657"/>
                  </a:lnTo>
                  <a:lnTo>
                    <a:pt x="410" y="660"/>
                  </a:lnTo>
                  <a:lnTo>
                    <a:pt x="415" y="663"/>
                  </a:lnTo>
                  <a:lnTo>
                    <a:pt x="421" y="667"/>
                  </a:lnTo>
                  <a:lnTo>
                    <a:pt x="425" y="672"/>
                  </a:lnTo>
                  <a:lnTo>
                    <a:pt x="428" y="677"/>
                  </a:lnTo>
                  <a:lnTo>
                    <a:pt x="430" y="683"/>
                  </a:lnTo>
                  <a:lnTo>
                    <a:pt x="224" y="683"/>
                  </a:lnTo>
                  <a:lnTo>
                    <a:pt x="227" y="677"/>
                  </a:lnTo>
                  <a:lnTo>
                    <a:pt x="231" y="672"/>
                  </a:lnTo>
                  <a:lnTo>
                    <a:pt x="235" y="667"/>
                  </a:lnTo>
                  <a:lnTo>
                    <a:pt x="239" y="663"/>
                  </a:lnTo>
                  <a:lnTo>
                    <a:pt x="245" y="660"/>
                  </a:lnTo>
                  <a:lnTo>
                    <a:pt x="251" y="657"/>
                  </a:lnTo>
                  <a:lnTo>
                    <a:pt x="257" y="656"/>
                  </a:lnTo>
                  <a:lnTo>
                    <a:pt x="264" y="655"/>
                  </a:lnTo>
                  <a:lnTo>
                    <a:pt x="392" y="6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421">
              <a:extLst>
                <a:ext uri="{FF2B5EF4-FFF2-40B4-BE49-F238E27FC236}">
                  <a16:creationId xmlns:a16="http://schemas.microsoft.com/office/drawing/2014/main" id="{F8C39982-8124-48E7-BDD4-54588A33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2024063"/>
              <a:ext cx="14288" cy="15875"/>
            </a:xfrm>
            <a:custGeom>
              <a:avLst/>
              <a:gdLst>
                <a:gd name="T0" fmla="*/ 13 w 27"/>
                <a:gd name="T1" fmla="*/ 0 h 30"/>
                <a:gd name="T2" fmla="*/ 8 w 27"/>
                <a:gd name="T3" fmla="*/ 1 h 30"/>
                <a:gd name="T4" fmla="*/ 3 w 27"/>
                <a:gd name="T5" fmla="*/ 4 h 30"/>
                <a:gd name="T6" fmla="*/ 1 w 27"/>
                <a:gd name="T7" fmla="*/ 9 h 30"/>
                <a:gd name="T8" fmla="*/ 0 w 27"/>
                <a:gd name="T9" fmla="*/ 14 h 30"/>
                <a:gd name="T10" fmla="*/ 0 w 27"/>
                <a:gd name="T11" fmla="*/ 16 h 30"/>
                <a:gd name="T12" fmla="*/ 1 w 27"/>
                <a:gd name="T13" fmla="*/ 22 h 30"/>
                <a:gd name="T14" fmla="*/ 3 w 27"/>
                <a:gd name="T15" fmla="*/ 26 h 30"/>
                <a:gd name="T16" fmla="*/ 8 w 27"/>
                <a:gd name="T17" fmla="*/ 29 h 30"/>
                <a:gd name="T18" fmla="*/ 13 w 27"/>
                <a:gd name="T19" fmla="*/ 30 h 30"/>
                <a:gd name="T20" fmla="*/ 18 w 27"/>
                <a:gd name="T21" fmla="*/ 29 h 30"/>
                <a:gd name="T22" fmla="*/ 24 w 27"/>
                <a:gd name="T23" fmla="*/ 26 h 30"/>
                <a:gd name="T24" fmla="*/ 26 w 27"/>
                <a:gd name="T25" fmla="*/ 22 h 30"/>
                <a:gd name="T26" fmla="*/ 27 w 27"/>
                <a:gd name="T27" fmla="*/ 16 h 30"/>
                <a:gd name="T28" fmla="*/ 27 w 27"/>
                <a:gd name="T29" fmla="*/ 14 h 30"/>
                <a:gd name="T30" fmla="*/ 26 w 27"/>
                <a:gd name="T31" fmla="*/ 9 h 30"/>
                <a:gd name="T32" fmla="*/ 24 w 27"/>
                <a:gd name="T33" fmla="*/ 4 h 30"/>
                <a:gd name="T34" fmla="*/ 18 w 27"/>
                <a:gd name="T35" fmla="*/ 1 h 30"/>
                <a:gd name="T36" fmla="*/ 13 w 27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30">
                  <a:moveTo>
                    <a:pt x="13" y="0"/>
                  </a:moveTo>
                  <a:lnTo>
                    <a:pt x="8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22"/>
                  </a:lnTo>
                  <a:lnTo>
                    <a:pt x="3" y="26"/>
                  </a:lnTo>
                  <a:lnTo>
                    <a:pt x="8" y="29"/>
                  </a:lnTo>
                  <a:lnTo>
                    <a:pt x="13" y="30"/>
                  </a:lnTo>
                  <a:lnTo>
                    <a:pt x="18" y="29"/>
                  </a:lnTo>
                  <a:lnTo>
                    <a:pt x="24" y="26"/>
                  </a:lnTo>
                  <a:lnTo>
                    <a:pt x="26" y="22"/>
                  </a:lnTo>
                  <a:lnTo>
                    <a:pt x="27" y="16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4" y="4"/>
                  </a:lnTo>
                  <a:lnTo>
                    <a:pt x="18" y="1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0BDE2FD0-2607-400D-A8B0-C94D8B10A280}"/>
              </a:ext>
            </a:extLst>
          </p:cNvPr>
          <p:cNvGrpSpPr/>
          <p:nvPr/>
        </p:nvGrpSpPr>
        <p:grpSpPr>
          <a:xfrm>
            <a:off x="6391276" y="1042988"/>
            <a:ext cx="376238" cy="376238"/>
            <a:chOff x="6391276" y="1042988"/>
            <a:chExt cx="376238" cy="376238"/>
          </a:xfrm>
          <a:solidFill>
            <a:schemeClr val="bg1"/>
          </a:solidFill>
        </p:grpSpPr>
        <p:sp>
          <p:nvSpPr>
            <p:cNvPr id="23" name="Freeform 422">
              <a:extLst>
                <a:ext uri="{FF2B5EF4-FFF2-40B4-BE49-F238E27FC236}">
                  <a16:creationId xmlns:a16="http://schemas.microsoft.com/office/drawing/2014/main" id="{1BAC8110-D589-41C0-95FC-42E8B1CDE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1276" y="1106488"/>
              <a:ext cx="376238" cy="312738"/>
            </a:xfrm>
            <a:custGeom>
              <a:avLst/>
              <a:gdLst>
                <a:gd name="T0" fmla="*/ 594 w 710"/>
                <a:gd name="T1" fmla="*/ 7 h 592"/>
                <a:gd name="T2" fmla="*/ 589 w 710"/>
                <a:gd name="T3" fmla="*/ 2 h 592"/>
                <a:gd name="T4" fmla="*/ 583 w 710"/>
                <a:gd name="T5" fmla="*/ 0 h 592"/>
                <a:gd name="T6" fmla="*/ 124 w 710"/>
                <a:gd name="T7" fmla="*/ 1 h 592"/>
                <a:gd name="T8" fmla="*/ 119 w 710"/>
                <a:gd name="T9" fmla="*/ 4 h 592"/>
                <a:gd name="T10" fmla="*/ 2 w 710"/>
                <a:gd name="T11" fmla="*/ 179 h 592"/>
                <a:gd name="T12" fmla="*/ 1 w 710"/>
                <a:gd name="T13" fmla="*/ 183 h 592"/>
                <a:gd name="T14" fmla="*/ 0 w 710"/>
                <a:gd name="T15" fmla="*/ 190 h 592"/>
                <a:gd name="T16" fmla="*/ 3 w 710"/>
                <a:gd name="T17" fmla="*/ 198 h 592"/>
                <a:gd name="T18" fmla="*/ 65 w 710"/>
                <a:gd name="T19" fmla="*/ 266 h 592"/>
                <a:gd name="T20" fmla="*/ 76 w 710"/>
                <a:gd name="T21" fmla="*/ 267 h 592"/>
                <a:gd name="T22" fmla="*/ 84 w 710"/>
                <a:gd name="T23" fmla="*/ 260 h 592"/>
                <a:gd name="T24" fmla="*/ 85 w 710"/>
                <a:gd name="T25" fmla="*/ 249 h 592"/>
                <a:gd name="T26" fmla="*/ 44 w 710"/>
                <a:gd name="T27" fmla="*/ 202 h 592"/>
                <a:gd name="T28" fmla="*/ 325 w 710"/>
                <a:gd name="T29" fmla="*/ 523 h 592"/>
                <a:gd name="T30" fmla="*/ 215 w 710"/>
                <a:gd name="T31" fmla="*/ 398 h 592"/>
                <a:gd name="T32" fmla="*/ 204 w 710"/>
                <a:gd name="T33" fmla="*/ 397 h 592"/>
                <a:gd name="T34" fmla="*/ 196 w 710"/>
                <a:gd name="T35" fmla="*/ 405 h 592"/>
                <a:gd name="T36" fmla="*/ 195 w 710"/>
                <a:gd name="T37" fmla="*/ 415 h 592"/>
                <a:gd name="T38" fmla="*/ 344 w 710"/>
                <a:gd name="T39" fmla="*/ 587 h 592"/>
                <a:gd name="T40" fmla="*/ 350 w 710"/>
                <a:gd name="T41" fmla="*/ 591 h 592"/>
                <a:gd name="T42" fmla="*/ 355 w 710"/>
                <a:gd name="T43" fmla="*/ 592 h 592"/>
                <a:gd name="T44" fmla="*/ 360 w 710"/>
                <a:gd name="T45" fmla="*/ 591 h 592"/>
                <a:gd name="T46" fmla="*/ 366 w 710"/>
                <a:gd name="T47" fmla="*/ 587 h 592"/>
                <a:gd name="T48" fmla="*/ 525 w 710"/>
                <a:gd name="T49" fmla="*/ 404 h 592"/>
                <a:gd name="T50" fmla="*/ 525 w 710"/>
                <a:gd name="T51" fmla="*/ 393 h 592"/>
                <a:gd name="T52" fmla="*/ 516 w 710"/>
                <a:gd name="T53" fmla="*/ 387 h 592"/>
                <a:gd name="T54" fmla="*/ 505 w 710"/>
                <a:gd name="T55" fmla="*/ 387 h 592"/>
                <a:gd name="T56" fmla="*/ 385 w 710"/>
                <a:gd name="T57" fmla="*/ 523 h 592"/>
                <a:gd name="T58" fmla="*/ 666 w 710"/>
                <a:gd name="T59" fmla="*/ 202 h 592"/>
                <a:gd name="T60" fmla="*/ 577 w 710"/>
                <a:gd name="T61" fmla="*/ 305 h 592"/>
                <a:gd name="T62" fmla="*/ 577 w 710"/>
                <a:gd name="T63" fmla="*/ 316 h 592"/>
                <a:gd name="T64" fmla="*/ 586 w 710"/>
                <a:gd name="T65" fmla="*/ 323 h 592"/>
                <a:gd name="T66" fmla="*/ 593 w 710"/>
                <a:gd name="T67" fmla="*/ 323 h 592"/>
                <a:gd name="T68" fmla="*/ 599 w 710"/>
                <a:gd name="T69" fmla="*/ 321 h 592"/>
                <a:gd name="T70" fmla="*/ 707 w 710"/>
                <a:gd name="T71" fmla="*/ 198 h 592"/>
                <a:gd name="T72" fmla="*/ 710 w 710"/>
                <a:gd name="T73" fmla="*/ 189 h 592"/>
                <a:gd name="T74" fmla="*/ 708 w 710"/>
                <a:gd name="T75" fmla="*/ 181 h 592"/>
                <a:gd name="T76" fmla="*/ 128 w 710"/>
                <a:gd name="T77" fmla="*/ 40 h 592"/>
                <a:gd name="T78" fmla="*/ 40 w 710"/>
                <a:gd name="T79" fmla="*/ 174 h 592"/>
                <a:gd name="T80" fmla="*/ 329 w 710"/>
                <a:gd name="T81" fmla="*/ 28 h 592"/>
                <a:gd name="T82" fmla="*/ 153 w 710"/>
                <a:gd name="T83" fmla="*/ 28 h 592"/>
                <a:gd name="T84" fmla="*/ 443 w 710"/>
                <a:gd name="T85" fmla="*/ 174 h 592"/>
                <a:gd name="T86" fmla="*/ 355 w 710"/>
                <a:gd name="T87" fmla="*/ 40 h 592"/>
                <a:gd name="T88" fmla="*/ 260 w 710"/>
                <a:gd name="T89" fmla="*/ 202 h 592"/>
                <a:gd name="T90" fmla="*/ 355 w 710"/>
                <a:gd name="T91" fmla="*/ 527 h 592"/>
                <a:gd name="T92" fmla="*/ 381 w 710"/>
                <a:gd name="T93" fmla="*/ 28 h 592"/>
                <a:gd name="T94" fmla="*/ 469 w 710"/>
                <a:gd name="T95" fmla="*/ 162 h 592"/>
                <a:gd name="T96" fmla="*/ 583 w 710"/>
                <a:gd name="T97" fmla="*/ 40 h 592"/>
                <a:gd name="T98" fmla="*/ 495 w 710"/>
                <a:gd name="T99" fmla="*/ 174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0" h="592">
                  <a:moveTo>
                    <a:pt x="708" y="181"/>
                  </a:moveTo>
                  <a:lnTo>
                    <a:pt x="594" y="7"/>
                  </a:lnTo>
                  <a:lnTo>
                    <a:pt x="592" y="4"/>
                  </a:lnTo>
                  <a:lnTo>
                    <a:pt x="589" y="2"/>
                  </a:lnTo>
                  <a:lnTo>
                    <a:pt x="587" y="1"/>
                  </a:lnTo>
                  <a:lnTo>
                    <a:pt x="583" y="0"/>
                  </a:lnTo>
                  <a:lnTo>
                    <a:pt x="128" y="0"/>
                  </a:lnTo>
                  <a:lnTo>
                    <a:pt x="124" y="1"/>
                  </a:lnTo>
                  <a:lnTo>
                    <a:pt x="121" y="2"/>
                  </a:lnTo>
                  <a:lnTo>
                    <a:pt x="119" y="4"/>
                  </a:lnTo>
                  <a:lnTo>
                    <a:pt x="117" y="7"/>
                  </a:lnTo>
                  <a:lnTo>
                    <a:pt x="2" y="179"/>
                  </a:lnTo>
                  <a:lnTo>
                    <a:pt x="2" y="182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0" y="190"/>
                  </a:lnTo>
                  <a:lnTo>
                    <a:pt x="1" y="193"/>
                  </a:lnTo>
                  <a:lnTo>
                    <a:pt x="3" y="198"/>
                  </a:lnTo>
                  <a:lnTo>
                    <a:pt x="61" y="263"/>
                  </a:lnTo>
                  <a:lnTo>
                    <a:pt x="65" y="266"/>
                  </a:lnTo>
                  <a:lnTo>
                    <a:pt x="71" y="267"/>
                  </a:lnTo>
                  <a:lnTo>
                    <a:pt x="76" y="267"/>
                  </a:lnTo>
                  <a:lnTo>
                    <a:pt x="80" y="264"/>
                  </a:lnTo>
                  <a:lnTo>
                    <a:pt x="84" y="260"/>
                  </a:lnTo>
                  <a:lnTo>
                    <a:pt x="86" y="255"/>
                  </a:lnTo>
                  <a:lnTo>
                    <a:pt x="85" y="249"/>
                  </a:lnTo>
                  <a:lnTo>
                    <a:pt x="82" y="245"/>
                  </a:lnTo>
                  <a:lnTo>
                    <a:pt x="44" y="202"/>
                  </a:lnTo>
                  <a:lnTo>
                    <a:pt x="231" y="202"/>
                  </a:lnTo>
                  <a:lnTo>
                    <a:pt x="325" y="523"/>
                  </a:lnTo>
                  <a:lnTo>
                    <a:pt x="219" y="402"/>
                  </a:lnTo>
                  <a:lnTo>
                    <a:pt x="215" y="398"/>
                  </a:lnTo>
                  <a:lnTo>
                    <a:pt x="209" y="396"/>
                  </a:lnTo>
                  <a:lnTo>
                    <a:pt x="204" y="397"/>
                  </a:lnTo>
                  <a:lnTo>
                    <a:pt x="200" y="401"/>
                  </a:lnTo>
                  <a:lnTo>
                    <a:pt x="196" y="405"/>
                  </a:lnTo>
                  <a:lnTo>
                    <a:pt x="194" y="409"/>
                  </a:lnTo>
                  <a:lnTo>
                    <a:pt x="195" y="415"/>
                  </a:lnTo>
                  <a:lnTo>
                    <a:pt x="198" y="420"/>
                  </a:lnTo>
                  <a:lnTo>
                    <a:pt x="344" y="587"/>
                  </a:lnTo>
                  <a:lnTo>
                    <a:pt x="347" y="590"/>
                  </a:lnTo>
                  <a:lnTo>
                    <a:pt x="350" y="591"/>
                  </a:lnTo>
                  <a:lnTo>
                    <a:pt x="352" y="592"/>
                  </a:lnTo>
                  <a:lnTo>
                    <a:pt x="355" y="592"/>
                  </a:lnTo>
                  <a:lnTo>
                    <a:pt x="358" y="592"/>
                  </a:lnTo>
                  <a:lnTo>
                    <a:pt x="360" y="591"/>
                  </a:lnTo>
                  <a:lnTo>
                    <a:pt x="364" y="590"/>
                  </a:lnTo>
                  <a:lnTo>
                    <a:pt x="366" y="587"/>
                  </a:lnTo>
                  <a:lnTo>
                    <a:pt x="522" y="409"/>
                  </a:lnTo>
                  <a:lnTo>
                    <a:pt x="525" y="404"/>
                  </a:lnTo>
                  <a:lnTo>
                    <a:pt x="526" y="398"/>
                  </a:lnTo>
                  <a:lnTo>
                    <a:pt x="525" y="393"/>
                  </a:lnTo>
                  <a:lnTo>
                    <a:pt x="520" y="389"/>
                  </a:lnTo>
                  <a:lnTo>
                    <a:pt x="516" y="387"/>
                  </a:lnTo>
                  <a:lnTo>
                    <a:pt x="511" y="386"/>
                  </a:lnTo>
                  <a:lnTo>
                    <a:pt x="505" y="387"/>
                  </a:lnTo>
                  <a:lnTo>
                    <a:pt x="501" y="391"/>
                  </a:lnTo>
                  <a:lnTo>
                    <a:pt x="385" y="523"/>
                  </a:lnTo>
                  <a:lnTo>
                    <a:pt x="480" y="202"/>
                  </a:lnTo>
                  <a:lnTo>
                    <a:pt x="666" y="202"/>
                  </a:lnTo>
                  <a:lnTo>
                    <a:pt x="579" y="301"/>
                  </a:lnTo>
                  <a:lnTo>
                    <a:pt x="577" y="305"/>
                  </a:lnTo>
                  <a:lnTo>
                    <a:pt x="576" y="310"/>
                  </a:lnTo>
                  <a:lnTo>
                    <a:pt x="577" y="316"/>
                  </a:lnTo>
                  <a:lnTo>
                    <a:pt x="581" y="320"/>
                  </a:lnTo>
                  <a:lnTo>
                    <a:pt x="586" y="323"/>
                  </a:lnTo>
                  <a:lnTo>
                    <a:pt x="590" y="323"/>
                  </a:lnTo>
                  <a:lnTo>
                    <a:pt x="593" y="323"/>
                  </a:lnTo>
                  <a:lnTo>
                    <a:pt x="595" y="322"/>
                  </a:lnTo>
                  <a:lnTo>
                    <a:pt x="599" y="321"/>
                  </a:lnTo>
                  <a:lnTo>
                    <a:pt x="601" y="319"/>
                  </a:lnTo>
                  <a:lnTo>
                    <a:pt x="707" y="198"/>
                  </a:lnTo>
                  <a:lnTo>
                    <a:pt x="709" y="193"/>
                  </a:lnTo>
                  <a:lnTo>
                    <a:pt x="710" y="189"/>
                  </a:lnTo>
                  <a:lnTo>
                    <a:pt x="710" y="185"/>
                  </a:lnTo>
                  <a:lnTo>
                    <a:pt x="708" y="181"/>
                  </a:lnTo>
                  <a:close/>
                  <a:moveTo>
                    <a:pt x="40" y="174"/>
                  </a:moveTo>
                  <a:lnTo>
                    <a:pt x="128" y="40"/>
                  </a:lnTo>
                  <a:lnTo>
                    <a:pt x="217" y="174"/>
                  </a:lnTo>
                  <a:lnTo>
                    <a:pt x="40" y="174"/>
                  </a:lnTo>
                  <a:close/>
                  <a:moveTo>
                    <a:pt x="153" y="28"/>
                  </a:moveTo>
                  <a:lnTo>
                    <a:pt x="329" y="28"/>
                  </a:lnTo>
                  <a:lnTo>
                    <a:pt x="241" y="162"/>
                  </a:lnTo>
                  <a:lnTo>
                    <a:pt x="153" y="28"/>
                  </a:lnTo>
                  <a:close/>
                  <a:moveTo>
                    <a:pt x="355" y="40"/>
                  </a:moveTo>
                  <a:lnTo>
                    <a:pt x="443" y="174"/>
                  </a:lnTo>
                  <a:lnTo>
                    <a:pt x="267" y="174"/>
                  </a:lnTo>
                  <a:lnTo>
                    <a:pt x="355" y="40"/>
                  </a:lnTo>
                  <a:close/>
                  <a:moveTo>
                    <a:pt x="355" y="527"/>
                  </a:moveTo>
                  <a:lnTo>
                    <a:pt x="260" y="202"/>
                  </a:lnTo>
                  <a:lnTo>
                    <a:pt x="451" y="202"/>
                  </a:lnTo>
                  <a:lnTo>
                    <a:pt x="355" y="527"/>
                  </a:lnTo>
                  <a:close/>
                  <a:moveTo>
                    <a:pt x="469" y="162"/>
                  </a:moveTo>
                  <a:lnTo>
                    <a:pt x="381" y="28"/>
                  </a:lnTo>
                  <a:lnTo>
                    <a:pt x="557" y="28"/>
                  </a:lnTo>
                  <a:lnTo>
                    <a:pt x="469" y="162"/>
                  </a:lnTo>
                  <a:close/>
                  <a:moveTo>
                    <a:pt x="495" y="174"/>
                  </a:moveTo>
                  <a:lnTo>
                    <a:pt x="583" y="40"/>
                  </a:lnTo>
                  <a:lnTo>
                    <a:pt x="671" y="174"/>
                  </a:lnTo>
                  <a:lnTo>
                    <a:pt x="495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423">
              <a:extLst>
                <a:ext uri="{FF2B5EF4-FFF2-40B4-BE49-F238E27FC236}">
                  <a16:creationId xmlns:a16="http://schemas.microsoft.com/office/drawing/2014/main" id="{431534B8-C8C6-454B-B73F-0ABE597D68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6676" y="1241426"/>
              <a:ext cx="98425" cy="98425"/>
            </a:xfrm>
            <a:custGeom>
              <a:avLst/>
              <a:gdLst>
                <a:gd name="T0" fmla="*/ 165 w 186"/>
                <a:gd name="T1" fmla="*/ 78 h 184"/>
                <a:gd name="T2" fmla="*/ 152 w 186"/>
                <a:gd name="T3" fmla="*/ 75 h 184"/>
                <a:gd name="T4" fmla="*/ 141 w 186"/>
                <a:gd name="T5" fmla="*/ 71 h 184"/>
                <a:gd name="T6" fmla="*/ 131 w 186"/>
                <a:gd name="T7" fmla="*/ 63 h 184"/>
                <a:gd name="T8" fmla="*/ 122 w 186"/>
                <a:gd name="T9" fmla="*/ 55 h 184"/>
                <a:gd name="T10" fmla="*/ 115 w 186"/>
                <a:gd name="T11" fmla="*/ 44 h 184"/>
                <a:gd name="T12" fmla="*/ 110 w 186"/>
                <a:gd name="T13" fmla="*/ 33 h 184"/>
                <a:gd name="T14" fmla="*/ 107 w 186"/>
                <a:gd name="T15" fmla="*/ 20 h 184"/>
                <a:gd name="T16" fmla="*/ 106 w 186"/>
                <a:gd name="T17" fmla="*/ 8 h 184"/>
                <a:gd name="T18" fmla="*/ 99 w 186"/>
                <a:gd name="T19" fmla="*/ 1 h 184"/>
                <a:gd name="T20" fmla="*/ 88 w 186"/>
                <a:gd name="T21" fmla="*/ 1 h 184"/>
                <a:gd name="T22" fmla="*/ 81 w 186"/>
                <a:gd name="T23" fmla="*/ 8 h 184"/>
                <a:gd name="T24" fmla="*/ 79 w 186"/>
                <a:gd name="T25" fmla="*/ 20 h 184"/>
                <a:gd name="T26" fmla="*/ 76 w 186"/>
                <a:gd name="T27" fmla="*/ 33 h 184"/>
                <a:gd name="T28" fmla="*/ 72 w 186"/>
                <a:gd name="T29" fmla="*/ 44 h 184"/>
                <a:gd name="T30" fmla="*/ 64 w 186"/>
                <a:gd name="T31" fmla="*/ 55 h 184"/>
                <a:gd name="T32" fmla="*/ 56 w 186"/>
                <a:gd name="T33" fmla="*/ 63 h 184"/>
                <a:gd name="T34" fmla="*/ 45 w 186"/>
                <a:gd name="T35" fmla="*/ 71 h 184"/>
                <a:gd name="T36" fmla="*/ 33 w 186"/>
                <a:gd name="T37" fmla="*/ 75 h 184"/>
                <a:gd name="T38" fmla="*/ 20 w 186"/>
                <a:gd name="T39" fmla="*/ 78 h 184"/>
                <a:gd name="T40" fmla="*/ 9 w 186"/>
                <a:gd name="T41" fmla="*/ 79 h 184"/>
                <a:gd name="T42" fmla="*/ 1 w 186"/>
                <a:gd name="T43" fmla="*/ 87 h 184"/>
                <a:gd name="T44" fmla="*/ 1 w 186"/>
                <a:gd name="T45" fmla="*/ 97 h 184"/>
                <a:gd name="T46" fmla="*/ 9 w 186"/>
                <a:gd name="T47" fmla="*/ 105 h 184"/>
                <a:gd name="T48" fmla="*/ 20 w 186"/>
                <a:gd name="T49" fmla="*/ 106 h 184"/>
                <a:gd name="T50" fmla="*/ 33 w 186"/>
                <a:gd name="T51" fmla="*/ 109 h 184"/>
                <a:gd name="T52" fmla="*/ 45 w 186"/>
                <a:gd name="T53" fmla="*/ 114 h 184"/>
                <a:gd name="T54" fmla="*/ 56 w 186"/>
                <a:gd name="T55" fmla="*/ 121 h 184"/>
                <a:gd name="T56" fmla="*/ 64 w 186"/>
                <a:gd name="T57" fmla="*/ 130 h 184"/>
                <a:gd name="T58" fmla="*/ 72 w 186"/>
                <a:gd name="T59" fmla="*/ 140 h 184"/>
                <a:gd name="T60" fmla="*/ 76 w 186"/>
                <a:gd name="T61" fmla="*/ 152 h 184"/>
                <a:gd name="T62" fmla="*/ 79 w 186"/>
                <a:gd name="T63" fmla="*/ 164 h 184"/>
                <a:gd name="T64" fmla="*/ 81 w 186"/>
                <a:gd name="T65" fmla="*/ 177 h 184"/>
                <a:gd name="T66" fmla="*/ 88 w 186"/>
                <a:gd name="T67" fmla="*/ 183 h 184"/>
                <a:gd name="T68" fmla="*/ 99 w 186"/>
                <a:gd name="T69" fmla="*/ 183 h 184"/>
                <a:gd name="T70" fmla="*/ 106 w 186"/>
                <a:gd name="T71" fmla="*/ 177 h 184"/>
                <a:gd name="T72" fmla="*/ 107 w 186"/>
                <a:gd name="T73" fmla="*/ 164 h 184"/>
                <a:gd name="T74" fmla="*/ 110 w 186"/>
                <a:gd name="T75" fmla="*/ 152 h 184"/>
                <a:gd name="T76" fmla="*/ 115 w 186"/>
                <a:gd name="T77" fmla="*/ 140 h 184"/>
                <a:gd name="T78" fmla="*/ 122 w 186"/>
                <a:gd name="T79" fmla="*/ 130 h 184"/>
                <a:gd name="T80" fmla="*/ 131 w 186"/>
                <a:gd name="T81" fmla="*/ 121 h 184"/>
                <a:gd name="T82" fmla="*/ 141 w 186"/>
                <a:gd name="T83" fmla="*/ 114 h 184"/>
                <a:gd name="T84" fmla="*/ 152 w 186"/>
                <a:gd name="T85" fmla="*/ 109 h 184"/>
                <a:gd name="T86" fmla="*/ 165 w 186"/>
                <a:gd name="T87" fmla="*/ 106 h 184"/>
                <a:gd name="T88" fmla="*/ 177 w 186"/>
                <a:gd name="T89" fmla="*/ 105 h 184"/>
                <a:gd name="T90" fmla="*/ 185 w 186"/>
                <a:gd name="T91" fmla="*/ 97 h 184"/>
                <a:gd name="T92" fmla="*/ 185 w 186"/>
                <a:gd name="T93" fmla="*/ 87 h 184"/>
                <a:gd name="T94" fmla="*/ 177 w 186"/>
                <a:gd name="T95" fmla="*/ 79 h 184"/>
                <a:gd name="T96" fmla="*/ 93 w 186"/>
                <a:gd name="T97" fmla="*/ 122 h 184"/>
                <a:gd name="T98" fmla="*/ 79 w 186"/>
                <a:gd name="T99" fmla="*/ 105 h 184"/>
                <a:gd name="T100" fmla="*/ 63 w 186"/>
                <a:gd name="T101" fmla="*/ 92 h 184"/>
                <a:gd name="T102" fmla="*/ 79 w 186"/>
                <a:gd name="T103" fmla="*/ 79 h 184"/>
                <a:gd name="T104" fmla="*/ 93 w 186"/>
                <a:gd name="T105" fmla="*/ 62 h 184"/>
                <a:gd name="T106" fmla="*/ 106 w 186"/>
                <a:gd name="T107" fmla="*/ 79 h 184"/>
                <a:gd name="T108" fmla="*/ 123 w 186"/>
                <a:gd name="T109" fmla="*/ 92 h 184"/>
                <a:gd name="T110" fmla="*/ 106 w 186"/>
                <a:gd name="T111" fmla="*/ 105 h 184"/>
                <a:gd name="T112" fmla="*/ 93 w 186"/>
                <a:gd name="T113" fmla="*/ 12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6" h="184">
                  <a:moveTo>
                    <a:pt x="172" y="78"/>
                  </a:moveTo>
                  <a:lnTo>
                    <a:pt x="165" y="78"/>
                  </a:lnTo>
                  <a:lnTo>
                    <a:pt x="159" y="77"/>
                  </a:lnTo>
                  <a:lnTo>
                    <a:pt x="152" y="75"/>
                  </a:lnTo>
                  <a:lnTo>
                    <a:pt x="147" y="73"/>
                  </a:lnTo>
                  <a:lnTo>
                    <a:pt x="141" y="71"/>
                  </a:lnTo>
                  <a:lnTo>
                    <a:pt x="135" y="67"/>
                  </a:lnTo>
                  <a:lnTo>
                    <a:pt x="131" y="63"/>
                  </a:lnTo>
                  <a:lnTo>
                    <a:pt x="126" y="59"/>
                  </a:lnTo>
                  <a:lnTo>
                    <a:pt x="122" y="55"/>
                  </a:lnTo>
                  <a:lnTo>
                    <a:pt x="118" y="49"/>
                  </a:lnTo>
                  <a:lnTo>
                    <a:pt x="115" y="44"/>
                  </a:lnTo>
                  <a:lnTo>
                    <a:pt x="112" y="38"/>
                  </a:lnTo>
                  <a:lnTo>
                    <a:pt x="110" y="33"/>
                  </a:lnTo>
                  <a:lnTo>
                    <a:pt x="108" y="27"/>
                  </a:lnTo>
                  <a:lnTo>
                    <a:pt x="107" y="20"/>
                  </a:lnTo>
                  <a:lnTo>
                    <a:pt x="107" y="14"/>
                  </a:lnTo>
                  <a:lnTo>
                    <a:pt x="106" y="8"/>
                  </a:lnTo>
                  <a:lnTo>
                    <a:pt x="103" y="3"/>
                  </a:lnTo>
                  <a:lnTo>
                    <a:pt x="99" y="1"/>
                  </a:lnTo>
                  <a:lnTo>
                    <a:pt x="93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8"/>
                  </a:lnTo>
                  <a:lnTo>
                    <a:pt x="79" y="14"/>
                  </a:lnTo>
                  <a:lnTo>
                    <a:pt x="79" y="20"/>
                  </a:lnTo>
                  <a:lnTo>
                    <a:pt x="78" y="27"/>
                  </a:lnTo>
                  <a:lnTo>
                    <a:pt x="76" y="33"/>
                  </a:lnTo>
                  <a:lnTo>
                    <a:pt x="74" y="38"/>
                  </a:lnTo>
                  <a:lnTo>
                    <a:pt x="72" y="44"/>
                  </a:lnTo>
                  <a:lnTo>
                    <a:pt x="68" y="49"/>
                  </a:lnTo>
                  <a:lnTo>
                    <a:pt x="64" y="55"/>
                  </a:lnTo>
                  <a:lnTo>
                    <a:pt x="60" y="59"/>
                  </a:lnTo>
                  <a:lnTo>
                    <a:pt x="56" y="63"/>
                  </a:lnTo>
                  <a:lnTo>
                    <a:pt x="51" y="67"/>
                  </a:lnTo>
                  <a:lnTo>
                    <a:pt x="45" y="71"/>
                  </a:lnTo>
                  <a:lnTo>
                    <a:pt x="40" y="73"/>
                  </a:lnTo>
                  <a:lnTo>
                    <a:pt x="33" y="75"/>
                  </a:lnTo>
                  <a:lnTo>
                    <a:pt x="27" y="77"/>
                  </a:lnTo>
                  <a:lnTo>
                    <a:pt x="20" y="78"/>
                  </a:lnTo>
                  <a:lnTo>
                    <a:pt x="14" y="78"/>
                  </a:lnTo>
                  <a:lnTo>
                    <a:pt x="9" y="79"/>
                  </a:lnTo>
                  <a:lnTo>
                    <a:pt x="4" y="82"/>
                  </a:lnTo>
                  <a:lnTo>
                    <a:pt x="1" y="87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4" y="102"/>
                  </a:lnTo>
                  <a:lnTo>
                    <a:pt x="9" y="105"/>
                  </a:lnTo>
                  <a:lnTo>
                    <a:pt x="14" y="106"/>
                  </a:lnTo>
                  <a:lnTo>
                    <a:pt x="20" y="106"/>
                  </a:lnTo>
                  <a:lnTo>
                    <a:pt x="27" y="107"/>
                  </a:lnTo>
                  <a:lnTo>
                    <a:pt x="33" y="109"/>
                  </a:lnTo>
                  <a:lnTo>
                    <a:pt x="40" y="111"/>
                  </a:lnTo>
                  <a:lnTo>
                    <a:pt x="45" y="114"/>
                  </a:lnTo>
                  <a:lnTo>
                    <a:pt x="51" y="117"/>
                  </a:lnTo>
                  <a:lnTo>
                    <a:pt x="56" y="121"/>
                  </a:lnTo>
                  <a:lnTo>
                    <a:pt x="60" y="125"/>
                  </a:lnTo>
                  <a:lnTo>
                    <a:pt x="64" y="130"/>
                  </a:lnTo>
                  <a:lnTo>
                    <a:pt x="68" y="135"/>
                  </a:lnTo>
                  <a:lnTo>
                    <a:pt x="72" y="140"/>
                  </a:lnTo>
                  <a:lnTo>
                    <a:pt x="74" y="146"/>
                  </a:lnTo>
                  <a:lnTo>
                    <a:pt x="76" y="152"/>
                  </a:lnTo>
                  <a:lnTo>
                    <a:pt x="78" y="158"/>
                  </a:lnTo>
                  <a:lnTo>
                    <a:pt x="79" y="164"/>
                  </a:lnTo>
                  <a:lnTo>
                    <a:pt x="79" y="172"/>
                  </a:lnTo>
                  <a:lnTo>
                    <a:pt x="81" y="177"/>
                  </a:lnTo>
                  <a:lnTo>
                    <a:pt x="84" y="181"/>
                  </a:lnTo>
                  <a:lnTo>
                    <a:pt x="88" y="183"/>
                  </a:lnTo>
                  <a:lnTo>
                    <a:pt x="93" y="184"/>
                  </a:lnTo>
                  <a:lnTo>
                    <a:pt x="99" y="183"/>
                  </a:lnTo>
                  <a:lnTo>
                    <a:pt x="103" y="181"/>
                  </a:lnTo>
                  <a:lnTo>
                    <a:pt x="106" y="177"/>
                  </a:lnTo>
                  <a:lnTo>
                    <a:pt x="107" y="172"/>
                  </a:lnTo>
                  <a:lnTo>
                    <a:pt x="107" y="164"/>
                  </a:lnTo>
                  <a:lnTo>
                    <a:pt x="108" y="158"/>
                  </a:lnTo>
                  <a:lnTo>
                    <a:pt x="110" y="152"/>
                  </a:lnTo>
                  <a:lnTo>
                    <a:pt x="112" y="146"/>
                  </a:lnTo>
                  <a:lnTo>
                    <a:pt x="115" y="140"/>
                  </a:lnTo>
                  <a:lnTo>
                    <a:pt x="118" y="135"/>
                  </a:lnTo>
                  <a:lnTo>
                    <a:pt x="122" y="130"/>
                  </a:lnTo>
                  <a:lnTo>
                    <a:pt x="126" y="125"/>
                  </a:lnTo>
                  <a:lnTo>
                    <a:pt x="131" y="121"/>
                  </a:lnTo>
                  <a:lnTo>
                    <a:pt x="135" y="117"/>
                  </a:lnTo>
                  <a:lnTo>
                    <a:pt x="141" y="114"/>
                  </a:lnTo>
                  <a:lnTo>
                    <a:pt x="147" y="111"/>
                  </a:lnTo>
                  <a:lnTo>
                    <a:pt x="152" y="109"/>
                  </a:lnTo>
                  <a:lnTo>
                    <a:pt x="159" y="107"/>
                  </a:lnTo>
                  <a:lnTo>
                    <a:pt x="165" y="106"/>
                  </a:lnTo>
                  <a:lnTo>
                    <a:pt x="172" y="106"/>
                  </a:lnTo>
                  <a:lnTo>
                    <a:pt x="177" y="105"/>
                  </a:lnTo>
                  <a:lnTo>
                    <a:pt x="181" y="102"/>
                  </a:lnTo>
                  <a:lnTo>
                    <a:pt x="185" y="97"/>
                  </a:lnTo>
                  <a:lnTo>
                    <a:pt x="186" y="92"/>
                  </a:lnTo>
                  <a:lnTo>
                    <a:pt x="185" y="87"/>
                  </a:lnTo>
                  <a:lnTo>
                    <a:pt x="181" y="82"/>
                  </a:lnTo>
                  <a:lnTo>
                    <a:pt x="177" y="79"/>
                  </a:lnTo>
                  <a:lnTo>
                    <a:pt x="172" y="78"/>
                  </a:lnTo>
                  <a:close/>
                  <a:moveTo>
                    <a:pt x="93" y="122"/>
                  </a:moveTo>
                  <a:lnTo>
                    <a:pt x="87" y="114"/>
                  </a:lnTo>
                  <a:lnTo>
                    <a:pt x="79" y="105"/>
                  </a:lnTo>
                  <a:lnTo>
                    <a:pt x="72" y="99"/>
                  </a:lnTo>
                  <a:lnTo>
                    <a:pt x="63" y="92"/>
                  </a:lnTo>
                  <a:lnTo>
                    <a:pt x="72" y="86"/>
                  </a:lnTo>
                  <a:lnTo>
                    <a:pt x="79" y="79"/>
                  </a:lnTo>
                  <a:lnTo>
                    <a:pt x="87" y="71"/>
                  </a:lnTo>
                  <a:lnTo>
                    <a:pt x="93" y="62"/>
                  </a:lnTo>
                  <a:lnTo>
                    <a:pt x="100" y="71"/>
                  </a:lnTo>
                  <a:lnTo>
                    <a:pt x="106" y="79"/>
                  </a:lnTo>
                  <a:lnTo>
                    <a:pt x="115" y="86"/>
                  </a:lnTo>
                  <a:lnTo>
                    <a:pt x="123" y="92"/>
                  </a:lnTo>
                  <a:lnTo>
                    <a:pt x="115" y="99"/>
                  </a:lnTo>
                  <a:lnTo>
                    <a:pt x="106" y="105"/>
                  </a:lnTo>
                  <a:lnTo>
                    <a:pt x="100" y="114"/>
                  </a:lnTo>
                  <a:lnTo>
                    <a:pt x="93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424">
              <a:extLst>
                <a:ext uri="{FF2B5EF4-FFF2-40B4-BE49-F238E27FC236}">
                  <a16:creationId xmlns:a16="http://schemas.microsoft.com/office/drawing/2014/main" id="{211067FA-296C-4C0D-8259-22C6F1E80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94488" y="1042988"/>
              <a:ext cx="73025" cy="73025"/>
            </a:xfrm>
            <a:custGeom>
              <a:avLst/>
              <a:gdLst>
                <a:gd name="T0" fmla="*/ 117 w 138"/>
                <a:gd name="T1" fmla="*/ 55 h 138"/>
                <a:gd name="T2" fmla="*/ 102 w 138"/>
                <a:gd name="T3" fmla="*/ 48 h 138"/>
                <a:gd name="T4" fmla="*/ 90 w 138"/>
                <a:gd name="T5" fmla="*/ 38 h 138"/>
                <a:gd name="T6" fmla="*/ 83 w 138"/>
                <a:gd name="T7" fmla="*/ 23 h 138"/>
                <a:gd name="T8" fmla="*/ 82 w 138"/>
                <a:gd name="T9" fmla="*/ 9 h 138"/>
                <a:gd name="T10" fmla="*/ 75 w 138"/>
                <a:gd name="T11" fmla="*/ 1 h 138"/>
                <a:gd name="T12" fmla="*/ 64 w 138"/>
                <a:gd name="T13" fmla="*/ 1 h 138"/>
                <a:gd name="T14" fmla="*/ 57 w 138"/>
                <a:gd name="T15" fmla="*/ 9 h 138"/>
                <a:gd name="T16" fmla="*/ 55 w 138"/>
                <a:gd name="T17" fmla="*/ 23 h 138"/>
                <a:gd name="T18" fmla="*/ 48 w 138"/>
                <a:gd name="T19" fmla="*/ 38 h 138"/>
                <a:gd name="T20" fmla="*/ 37 w 138"/>
                <a:gd name="T21" fmla="*/ 48 h 138"/>
                <a:gd name="T22" fmla="*/ 22 w 138"/>
                <a:gd name="T23" fmla="*/ 55 h 138"/>
                <a:gd name="T24" fmla="*/ 8 w 138"/>
                <a:gd name="T25" fmla="*/ 57 h 138"/>
                <a:gd name="T26" fmla="*/ 1 w 138"/>
                <a:gd name="T27" fmla="*/ 64 h 138"/>
                <a:gd name="T28" fmla="*/ 1 w 138"/>
                <a:gd name="T29" fmla="*/ 75 h 138"/>
                <a:gd name="T30" fmla="*/ 8 w 138"/>
                <a:gd name="T31" fmla="*/ 83 h 138"/>
                <a:gd name="T32" fmla="*/ 22 w 138"/>
                <a:gd name="T33" fmla="*/ 84 h 138"/>
                <a:gd name="T34" fmla="*/ 37 w 138"/>
                <a:gd name="T35" fmla="*/ 90 h 138"/>
                <a:gd name="T36" fmla="*/ 48 w 138"/>
                <a:gd name="T37" fmla="*/ 102 h 138"/>
                <a:gd name="T38" fmla="*/ 55 w 138"/>
                <a:gd name="T39" fmla="*/ 117 h 138"/>
                <a:gd name="T40" fmla="*/ 57 w 138"/>
                <a:gd name="T41" fmla="*/ 131 h 138"/>
                <a:gd name="T42" fmla="*/ 64 w 138"/>
                <a:gd name="T43" fmla="*/ 137 h 138"/>
                <a:gd name="T44" fmla="*/ 75 w 138"/>
                <a:gd name="T45" fmla="*/ 137 h 138"/>
                <a:gd name="T46" fmla="*/ 82 w 138"/>
                <a:gd name="T47" fmla="*/ 131 h 138"/>
                <a:gd name="T48" fmla="*/ 83 w 138"/>
                <a:gd name="T49" fmla="*/ 117 h 138"/>
                <a:gd name="T50" fmla="*/ 90 w 138"/>
                <a:gd name="T51" fmla="*/ 102 h 138"/>
                <a:gd name="T52" fmla="*/ 102 w 138"/>
                <a:gd name="T53" fmla="*/ 90 h 138"/>
                <a:gd name="T54" fmla="*/ 117 w 138"/>
                <a:gd name="T55" fmla="*/ 84 h 138"/>
                <a:gd name="T56" fmla="*/ 130 w 138"/>
                <a:gd name="T57" fmla="*/ 83 h 138"/>
                <a:gd name="T58" fmla="*/ 137 w 138"/>
                <a:gd name="T59" fmla="*/ 75 h 138"/>
                <a:gd name="T60" fmla="*/ 137 w 138"/>
                <a:gd name="T61" fmla="*/ 64 h 138"/>
                <a:gd name="T62" fmla="*/ 130 w 138"/>
                <a:gd name="T63" fmla="*/ 57 h 138"/>
                <a:gd name="T64" fmla="*/ 70 w 138"/>
                <a:gd name="T65" fmla="*/ 84 h 138"/>
                <a:gd name="T66" fmla="*/ 56 w 138"/>
                <a:gd name="T67" fmla="*/ 70 h 138"/>
                <a:gd name="T68" fmla="*/ 70 w 138"/>
                <a:gd name="T69" fmla="*/ 56 h 138"/>
                <a:gd name="T70" fmla="*/ 83 w 138"/>
                <a:gd name="T71" fmla="*/ 70 h 138"/>
                <a:gd name="T72" fmla="*/ 70 w 138"/>
                <a:gd name="T73" fmla="*/ 8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38">
                  <a:moveTo>
                    <a:pt x="124" y="56"/>
                  </a:moveTo>
                  <a:lnTo>
                    <a:pt x="117" y="55"/>
                  </a:lnTo>
                  <a:lnTo>
                    <a:pt x="108" y="53"/>
                  </a:lnTo>
                  <a:lnTo>
                    <a:pt x="102" y="48"/>
                  </a:lnTo>
                  <a:lnTo>
                    <a:pt x="95" y="43"/>
                  </a:lnTo>
                  <a:lnTo>
                    <a:pt x="90" y="38"/>
                  </a:lnTo>
                  <a:lnTo>
                    <a:pt x="87" y="30"/>
                  </a:lnTo>
                  <a:lnTo>
                    <a:pt x="83" y="23"/>
                  </a:lnTo>
                  <a:lnTo>
                    <a:pt x="83" y="14"/>
                  </a:lnTo>
                  <a:lnTo>
                    <a:pt x="82" y="9"/>
                  </a:lnTo>
                  <a:lnTo>
                    <a:pt x="79" y="4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4" y="1"/>
                  </a:lnTo>
                  <a:lnTo>
                    <a:pt x="59" y="4"/>
                  </a:lnTo>
                  <a:lnTo>
                    <a:pt x="57" y="9"/>
                  </a:lnTo>
                  <a:lnTo>
                    <a:pt x="56" y="14"/>
                  </a:lnTo>
                  <a:lnTo>
                    <a:pt x="55" y="23"/>
                  </a:lnTo>
                  <a:lnTo>
                    <a:pt x="52" y="30"/>
                  </a:lnTo>
                  <a:lnTo>
                    <a:pt x="48" y="38"/>
                  </a:lnTo>
                  <a:lnTo>
                    <a:pt x="43" y="43"/>
                  </a:lnTo>
                  <a:lnTo>
                    <a:pt x="37" y="48"/>
                  </a:lnTo>
                  <a:lnTo>
                    <a:pt x="30" y="53"/>
                  </a:lnTo>
                  <a:lnTo>
                    <a:pt x="22" y="55"/>
                  </a:lnTo>
                  <a:lnTo>
                    <a:pt x="14" y="56"/>
                  </a:lnTo>
                  <a:lnTo>
                    <a:pt x="8" y="57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0" y="70"/>
                  </a:lnTo>
                  <a:lnTo>
                    <a:pt x="1" y="75"/>
                  </a:lnTo>
                  <a:lnTo>
                    <a:pt x="4" y="79"/>
                  </a:lnTo>
                  <a:lnTo>
                    <a:pt x="8" y="83"/>
                  </a:lnTo>
                  <a:lnTo>
                    <a:pt x="14" y="84"/>
                  </a:lnTo>
                  <a:lnTo>
                    <a:pt x="22" y="84"/>
                  </a:lnTo>
                  <a:lnTo>
                    <a:pt x="30" y="87"/>
                  </a:lnTo>
                  <a:lnTo>
                    <a:pt x="37" y="90"/>
                  </a:lnTo>
                  <a:lnTo>
                    <a:pt x="43" y="96"/>
                  </a:lnTo>
                  <a:lnTo>
                    <a:pt x="48" y="102"/>
                  </a:lnTo>
                  <a:lnTo>
                    <a:pt x="52" y="108"/>
                  </a:lnTo>
                  <a:lnTo>
                    <a:pt x="55" y="117"/>
                  </a:lnTo>
                  <a:lnTo>
                    <a:pt x="56" y="125"/>
                  </a:lnTo>
                  <a:lnTo>
                    <a:pt x="57" y="131"/>
                  </a:lnTo>
                  <a:lnTo>
                    <a:pt x="59" y="135"/>
                  </a:lnTo>
                  <a:lnTo>
                    <a:pt x="64" y="137"/>
                  </a:lnTo>
                  <a:lnTo>
                    <a:pt x="70" y="138"/>
                  </a:lnTo>
                  <a:lnTo>
                    <a:pt x="75" y="137"/>
                  </a:lnTo>
                  <a:lnTo>
                    <a:pt x="79" y="135"/>
                  </a:lnTo>
                  <a:lnTo>
                    <a:pt x="82" y="131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87" y="108"/>
                  </a:lnTo>
                  <a:lnTo>
                    <a:pt x="90" y="102"/>
                  </a:lnTo>
                  <a:lnTo>
                    <a:pt x="95" y="96"/>
                  </a:lnTo>
                  <a:lnTo>
                    <a:pt x="102" y="90"/>
                  </a:lnTo>
                  <a:lnTo>
                    <a:pt x="108" y="87"/>
                  </a:lnTo>
                  <a:lnTo>
                    <a:pt x="117" y="84"/>
                  </a:lnTo>
                  <a:lnTo>
                    <a:pt x="124" y="84"/>
                  </a:lnTo>
                  <a:lnTo>
                    <a:pt x="130" y="83"/>
                  </a:lnTo>
                  <a:lnTo>
                    <a:pt x="135" y="79"/>
                  </a:lnTo>
                  <a:lnTo>
                    <a:pt x="137" y="75"/>
                  </a:lnTo>
                  <a:lnTo>
                    <a:pt x="138" y="70"/>
                  </a:lnTo>
                  <a:lnTo>
                    <a:pt x="137" y="64"/>
                  </a:lnTo>
                  <a:lnTo>
                    <a:pt x="135" y="60"/>
                  </a:lnTo>
                  <a:lnTo>
                    <a:pt x="130" y="57"/>
                  </a:lnTo>
                  <a:lnTo>
                    <a:pt x="124" y="56"/>
                  </a:lnTo>
                  <a:close/>
                  <a:moveTo>
                    <a:pt x="70" y="84"/>
                  </a:moveTo>
                  <a:lnTo>
                    <a:pt x="63" y="76"/>
                  </a:lnTo>
                  <a:lnTo>
                    <a:pt x="56" y="70"/>
                  </a:lnTo>
                  <a:lnTo>
                    <a:pt x="63" y="63"/>
                  </a:lnTo>
                  <a:lnTo>
                    <a:pt x="70" y="56"/>
                  </a:lnTo>
                  <a:lnTo>
                    <a:pt x="76" y="63"/>
                  </a:lnTo>
                  <a:lnTo>
                    <a:pt x="83" y="70"/>
                  </a:lnTo>
                  <a:lnTo>
                    <a:pt x="76" y="76"/>
                  </a:lnTo>
                  <a:lnTo>
                    <a:pt x="70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425">
              <a:extLst>
                <a:ext uri="{FF2B5EF4-FFF2-40B4-BE49-F238E27FC236}">
                  <a16:creationId xmlns:a16="http://schemas.microsoft.com/office/drawing/2014/main" id="{E23FD288-3BA4-436E-8235-14AE8B19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5438" y="1287463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5 w 28"/>
                <a:gd name="T17" fmla="*/ 23 h 28"/>
                <a:gd name="T18" fmla="*/ 9 w 28"/>
                <a:gd name="T19" fmla="*/ 26 h 28"/>
                <a:gd name="T20" fmla="*/ 14 w 28"/>
                <a:gd name="T21" fmla="*/ 28 h 28"/>
                <a:gd name="T22" fmla="*/ 20 w 28"/>
                <a:gd name="T23" fmla="*/ 26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5" y="23"/>
                  </a:lnTo>
                  <a:lnTo>
                    <a:pt x="9" y="26"/>
                  </a:lnTo>
                  <a:lnTo>
                    <a:pt x="14" y="28"/>
                  </a:lnTo>
                  <a:lnTo>
                    <a:pt x="20" y="26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20B868F1-7421-4066-BF0E-50C6ABECECCB}"/>
              </a:ext>
            </a:extLst>
          </p:cNvPr>
          <p:cNvGrpSpPr/>
          <p:nvPr/>
        </p:nvGrpSpPr>
        <p:grpSpPr>
          <a:xfrm>
            <a:off x="5424488" y="5438776"/>
            <a:ext cx="376238" cy="376238"/>
            <a:chOff x="5424488" y="5438776"/>
            <a:chExt cx="376238" cy="376238"/>
          </a:xfrm>
          <a:solidFill>
            <a:schemeClr val="bg1"/>
          </a:solidFill>
        </p:grpSpPr>
        <p:sp>
          <p:nvSpPr>
            <p:cNvPr id="27" name="Freeform 426">
              <a:extLst>
                <a:ext uri="{FF2B5EF4-FFF2-40B4-BE49-F238E27FC236}">
                  <a16:creationId xmlns:a16="http://schemas.microsoft.com/office/drawing/2014/main" id="{1A84A07E-7F33-4E6F-9BFA-D6287C66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4051" y="5692776"/>
              <a:ext cx="14288" cy="14288"/>
            </a:xfrm>
            <a:custGeom>
              <a:avLst/>
              <a:gdLst>
                <a:gd name="T0" fmla="*/ 24 w 28"/>
                <a:gd name="T1" fmla="*/ 5 h 29"/>
                <a:gd name="T2" fmla="*/ 23 w 28"/>
                <a:gd name="T3" fmla="*/ 4 h 29"/>
                <a:gd name="T4" fmla="*/ 19 w 28"/>
                <a:gd name="T5" fmla="*/ 1 h 29"/>
                <a:gd name="T6" fmla="*/ 13 w 28"/>
                <a:gd name="T7" fmla="*/ 0 h 29"/>
                <a:gd name="T8" fmla="*/ 8 w 28"/>
                <a:gd name="T9" fmla="*/ 1 h 29"/>
                <a:gd name="T10" fmla="*/ 4 w 28"/>
                <a:gd name="T11" fmla="*/ 4 h 29"/>
                <a:gd name="T12" fmla="*/ 1 w 28"/>
                <a:gd name="T13" fmla="*/ 9 h 29"/>
                <a:gd name="T14" fmla="*/ 0 w 28"/>
                <a:gd name="T15" fmla="*/ 14 h 29"/>
                <a:gd name="T16" fmla="*/ 1 w 28"/>
                <a:gd name="T17" fmla="*/ 19 h 29"/>
                <a:gd name="T18" fmla="*/ 4 w 28"/>
                <a:gd name="T19" fmla="*/ 24 h 29"/>
                <a:gd name="T20" fmla="*/ 5 w 28"/>
                <a:gd name="T21" fmla="*/ 25 h 29"/>
                <a:gd name="T22" fmla="*/ 7 w 28"/>
                <a:gd name="T23" fmla="*/ 27 h 29"/>
                <a:gd name="T24" fmla="*/ 9 w 28"/>
                <a:gd name="T25" fmla="*/ 28 h 29"/>
                <a:gd name="T26" fmla="*/ 11 w 28"/>
                <a:gd name="T27" fmla="*/ 29 h 29"/>
                <a:gd name="T28" fmla="*/ 15 w 28"/>
                <a:gd name="T29" fmla="*/ 29 h 29"/>
                <a:gd name="T30" fmla="*/ 20 w 28"/>
                <a:gd name="T31" fmla="*/ 28 h 29"/>
                <a:gd name="T32" fmla="*/ 24 w 28"/>
                <a:gd name="T33" fmla="*/ 25 h 29"/>
                <a:gd name="T34" fmla="*/ 27 w 28"/>
                <a:gd name="T35" fmla="*/ 21 h 29"/>
                <a:gd name="T36" fmla="*/ 28 w 28"/>
                <a:gd name="T37" fmla="*/ 15 h 29"/>
                <a:gd name="T38" fmla="*/ 27 w 28"/>
                <a:gd name="T39" fmla="*/ 10 h 29"/>
                <a:gd name="T40" fmla="*/ 24 w 28"/>
                <a:gd name="T4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9">
                  <a:moveTo>
                    <a:pt x="24" y="5"/>
                  </a:moveTo>
                  <a:lnTo>
                    <a:pt x="23" y="4"/>
                  </a:lnTo>
                  <a:lnTo>
                    <a:pt x="19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7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20" y="28"/>
                  </a:lnTo>
                  <a:lnTo>
                    <a:pt x="24" y="25"/>
                  </a:lnTo>
                  <a:lnTo>
                    <a:pt x="27" y="21"/>
                  </a:lnTo>
                  <a:lnTo>
                    <a:pt x="28" y="15"/>
                  </a:lnTo>
                  <a:lnTo>
                    <a:pt x="27" y="10"/>
                  </a:lnTo>
                  <a:lnTo>
                    <a:pt x="2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427">
              <a:extLst>
                <a:ext uri="{FF2B5EF4-FFF2-40B4-BE49-F238E27FC236}">
                  <a16:creationId xmlns:a16="http://schemas.microsoft.com/office/drawing/2014/main" id="{B954C3FD-8598-4713-9758-AB5A78942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5438776"/>
              <a:ext cx="376238" cy="376238"/>
            </a:xfrm>
            <a:custGeom>
              <a:avLst/>
              <a:gdLst>
                <a:gd name="T0" fmla="*/ 653 w 710"/>
                <a:gd name="T1" fmla="*/ 564 h 712"/>
                <a:gd name="T2" fmla="*/ 626 w 710"/>
                <a:gd name="T3" fmla="*/ 520 h 712"/>
                <a:gd name="T4" fmla="*/ 626 w 710"/>
                <a:gd name="T5" fmla="*/ 570 h 712"/>
                <a:gd name="T6" fmla="*/ 82 w 710"/>
                <a:gd name="T7" fmla="*/ 579 h 712"/>
                <a:gd name="T8" fmla="*/ 119 w 710"/>
                <a:gd name="T9" fmla="*/ 506 h 712"/>
                <a:gd name="T10" fmla="*/ 191 w 710"/>
                <a:gd name="T11" fmla="*/ 465 h 712"/>
                <a:gd name="T12" fmla="*/ 283 w 710"/>
                <a:gd name="T13" fmla="*/ 460 h 712"/>
                <a:gd name="T14" fmla="*/ 368 w 710"/>
                <a:gd name="T15" fmla="*/ 478 h 712"/>
                <a:gd name="T16" fmla="*/ 446 w 710"/>
                <a:gd name="T17" fmla="*/ 445 h 712"/>
                <a:gd name="T18" fmla="*/ 536 w 710"/>
                <a:gd name="T19" fmla="*/ 470 h 712"/>
                <a:gd name="T20" fmla="*/ 569 w 710"/>
                <a:gd name="T21" fmla="*/ 475 h 712"/>
                <a:gd name="T22" fmla="*/ 546 w 710"/>
                <a:gd name="T23" fmla="*/ 445 h 712"/>
                <a:gd name="T24" fmla="*/ 446 w 710"/>
                <a:gd name="T25" fmla="*/ 409 h 712"/>
                <a:gd name="T26" fmla="*/ 457 w 710"/>
                <a:gd name="T27" fmla="*/ 355 h 712"/>
                <a:gd name="T28" fmla="*/ 501 w 710"/>
                <a:gd name="T29" fmla="*/ 285 h 712"/>
                <a:gd name="T30" fmla="*/ 541 w 710"/>
                <a:gd name="T31" fmla="*/ 254 h 712"/>
                <a:gd name="T32" fmla="*/ 523 w 710"/>
                <a:gd name="T33" fmla="*/ 186 h 712"/>
                <a:gd name="T34" fmla="*/ 494 w 710"/>
                <a:gd name="T35" fmla="*/ 98 h 712"/>
                <a:gd name="T36" fmla="*/ 453 w 710"/>
                <a:gd name="T37" fmla="*/ 28 h 712"/>
                <a:gd name="T38" fmla="*/ 374 w 710"/>
                <a:gd name="T39" fmla="*/ 0 h 712"/>
                <a:gd name="T40" fmla="*/ 267 w 710"/>
                <a:gd name="T41" fmla="*/ 22 h 712"/>
                <a:gd name="T42" fmla="*/ 219 w 710"/>
                <a:gd name="T43" fmla="*/ 86 h 712"/>
                <a:gd name="T44" fmla="*/ 193 w 710"/>
                <a:gd name="T45" fmla="*/ 183 h 712"/>
                <a:gd name="T46" fmla="*/ 169 w 710"/>
                <a:gd name="T47" fmla="*/ 245 h 712"/>
                <a:gd name="T48" fmla="*/ 200 w 710"/>
                <a:gd name="T49" fmla="*/ 284 h 712"/>
                <a:gd name="T50" fmla="*/ 243 w 710"/>
                <a:gd name="T51" fmla="*/ 345 h 712"/>
                <a:gd name="T52" fmla="*/ 267 w 710"/>
                <a:gd name="T53" fmla="*/ 402 h 712"/>
                <a:gd name="T54" fmla="*/ 171 w 710"/>
                <a:gd name="T55" fmla="*/ 443 h 712"/>
                <a:gd name="T56" fmla="*/ 90 w 710"/>
                <a:gd name="T57" fmla="*/ 497 h 712"/>
                <a:gd name="T58" fmla="*/ 52 w 710"/>
                <a:gd name="T59" fmla="*/ 589 h 712"/>
                <a:gd name="T60" fmla="*/ 0 w 710"/>
                <a:gd name="T61" fmla="*/ 698 h 712"/>
                <a:gd name="T62" fmla="*/ 706 w 710"/>
                <a:gd name="T63" fmla="*/ 708 h 712"/>
                <a:gd name="T64" fmla="*/ 497 w 710"/>
                <a:gd name="T65" fmla="*/ 207 h 712"/>
                <a:gd name="T66" fmla="*/ 513 w 710"/>
                <a:gd name="T67" fmla="*/ 250 h 712"/>
                <a:gd name="T68" fmla="*/ 208 w 710"/>
                <a:gd name="T69" fmla="*/ 257 h 712"/>
                <a:gd name="T70" fmla="*/ 200 w 710"/>
                <a:gd name="T71" fmla="*/ 211 h 712"/>
                <a:gd name="T72" fmla="*/ 336 w 710"/>
                <a:gd name="T73" fmla="*/ 450 h 712"/>
                <a:gd name="T74" fmla="*/ 291 w 710"/>
                <a:gd name="T75" fmla="*/ 417 h 712"/>
                <a:gd name="T76" fmla="*/ 335 w 710"/>
                <a:gd name="T77" fmla="*/ 387 h 712"/>
                <a:gd name="T78" fmla="*/ 413 w 710"/>
                <a:gd name="T79" fmla="*/ 406 h 712"/>
                <a:gd name="T80" fmla="*/ 383 w 710"/>
                <a:gd name="T81" fmla="*/ 448 h 712"/>
                <a:gd name="T82" fmla="*/ 245 w 710"/>
                <a:gd name="T83" fmla="*/ 95 h 712"/>
                <a:gd name="T84" fmla="*/ 282 w 710"/>
                <a:gd name="T85" fmla="*/ 44 h 712"/>
                <a:gd name="T86" fmla="*/ 374 w 710"/>
                <a:gd name="T87" fmla="*/ 28 h 712"/>
                <a:gd name="T88" fmla="*/ 430 w 710"/>
                <a:gd name="T89" fmla="*/ 46 h 712"/>
                <a:gd name="T90" fmla="*/ 463 w 710"/>
                <a:gd name="T91" fmla="*/ 91 h 712"/>
                <a:gd name="T92" fmla="*/ 439 w 710"/>
                <a:gd name="T93" fmla="*/ 133 h 712"/>
                <a:gd name="T94" fmla="*/ 367 w 710"/>
                <a:gd name="T95" fmla="*/ 169 h 712"/>
                <a:gd name="T96" fmla="*/ 241 w 710"/>
                <a:gd name="T97" fmla="*/ 180 h 712"/>
                <a:gd name="T98" fmla="*/ 337 w 710"/>
                <a:gd name="T99" fmla="*/ 204 h 712"/>
                <a:gd name="T100" fmla="*/ 435 w 710"/>
                <a:gd name="T101" fmla="*/ 169 h 712"/>
                <a:gd name="T102" fmla="*/ 461 w 710"/>
                <a:gd name="T103" fmla="*/ 301 h 712"/>
                <a:gd name="T104" fmla="*/ 419 w 710"/>
                <a:gd name="T105" fmla="*/ 347 h 712"/>
                <a:gd name="T106" fmla="*/ 325 w 710"/>
                <a:gd name="T107" fmla="*/ 358 h 712"/>
                <a:gd name="T108" fmla="*/ 268 w 710"/>
                <a:gd name="T109" fmla="*/ 331 h 712"/>
                <a:gd name="T110" fmla="*/ 241 w 710"/>
                <a:gd name="T111" fmla="*/ 27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10" h="712">
                  <a:moveTo>
                    <a:pt x="696" y="684"/>
                  </a:moveTo>
                  <a:lnTo>
                    <a:pt x="657" y="684"/>
                  </a:lnTo>
                  <a:lnTo>
                    <a:pt x="657" y="604"/>
                  </a:lnTo>
                  <a:lnTo>
                    <a:pt x="657" y="594"/>
                  </a:lnTo>
                  <a:lnTo>
                    <a:pt x="656" y="584"/>
                  </a:lnTo>
                  <a:lnTo>
                    <a:pt x="655" y="574"/>
                  </a:lnTo>
                  <a:lnTo>
                    <a:pt x="653" y="564"/>
                  </a:lnTo>
                  <a:lnTo>
                    <a:pt x="650" y="554"/>
                  </a:lnTo>
                  <a:lnTo>
                    <a:pt x="647" y="546"/>
                  </a:lnTo>
                  <a:lnTo>
                    <a:pt x="644" y="536"/>
                  </a:lnTo>
                  <a:lnTo>
                    <a:pt x="639" y="527"/>
                  </a:lnTo>
                  <a:lnTo>
                    <a:pt x="636" y="523"/>
                  </a:lnTo>
                  <a:lnTo>
                    <a:pt x="632" y="520"/>
                  </a:lnTo>
                  <a:lnTo>
                    <a:pt x="626" y="520"/>
                  </a:lnTo>
                  <a:lnTo>
                    <a:pt x="621" y="521"/>
                  </a:lnTo>
                  <a:lnTo>
                    <a:pt x="617" y="524"/>
                  </a:lnTo>
                  <a:lnTo>
                    <a:pt x="613" y="529"/>
                  </a:lnTo>
                  <a:lnTo>
                    <a:pt x="613" y="535"/>
                  </a:lnTo>
                  <a:lnTo>
                    <a:pt x="615" y="540"/>
                  </a:lnTo>
                  <a:lnTo>
                    <a:pt x="621" y="555"/>
                  </a:lnTo>
                  <a:lnTo>
                    <a:pt x="626" y="570"/>
                  </a:lnTo>
                  <a:lnTo>
                    <a:pt x="628" y="587"/>
                  </a:lnTo>
                  <a:lnTo>
                    <a:pt x="630" y="604"/>
                  </a:lnTo>
                  <a:lnTo>
                    <a:pt x="630" y="684"/>
                  </a:lnTo>
                  <a:lnTo>
                    <a:pt x="80" y="684"/>
                  </a:lnTo>
                  <a:lnTo>
                    <a:pt x="80" y="604"/>
                  </a:lnTo>
                  <a:lnTo>
                    <a:pt x="80" y="591"/>
                  </a:lnTo>
                  <a:lnTo>
                    <a:pt x="82" y="579"/>
                  </a:lnTo>
                  <a:lnTo>
                    <a:pt x="85" y="567"/>
                  </a:lnTo>
                  <a:lnTo>
                    <a:pt x="88" y="556"/>
                  </a:lnTo>
                  <a:lnTo>
                    <a:pt x="93" y="546"/>
                  </a:lnTo>
                  <a:lnTo>
                    <a:pt x="98" y="535"/>
                  </a:lnTo>
                  <a:lnTo>
                    <a:pt x="104" y="524"/>
                  </a:lnTo>
                  <a:lnTo>
                    <a:pt x="111" y="516"/>
                  </a:lnTo>
                  <a:lnTo>
                    <a:pt x="119" y="506"/>
                  </a:lnTo>
                  <a:lnTo>
                    <a:pt x="127" y="498"/>
                  </a:lnTo>
                  <a:lnTo>
                    <a:pt x="137" y="491"/>
                  </a:lnTo>
                  <a:lnTo>
                    <a:pt x="147" y="483"/>
                  </a:lnTo>
                  <a:lnTo>
                    <a:pt x="156" y="478"/>
                  </a:lnTo>
                  <a:lnTo>
                    <a:pt x="167" y="473"/>
                  </a:lnTo>
                  <a:lnTo>
                    <a:pt x="179" y="468"/>
                  </a:lnTo>
                  <a:lnTo>
                    <a:pt x="191" y="465"/>
                  </a:lnTo>
                  <a:lnTo>
                    <a:pt x="238" y="455"/>
                  </a:lnTo>
                  <a:lnTo>
                    <a:pt x="244" y="453"/>
                  </a:lnTo>
                  <a:lnTo>
                    <a:pt x="251" y="451"/>
                  </a:lnTo>
                  <a:lnTo>
                    <a:pt x="257" y="448"/>
                  </a:lnTo>
                  <a:lnTo>
                    <a:pt x="264" y="445"/>
                  </a:lnTo>
                  <a:lnTo>
                    <a:pt x="273" y="452"/>
                  </a:lnTo>
                  <a:lnTo>
                    <a:pt x="283" y="460"/>
                  </a:lnTo>
                  <a:lnTo>
                    <a:pt x="295" y="465"/>
                  </a:lnTo>
                  <a:lnTo>
                    <a:pt x="306" y="470"/>
                  </a:lnTo>
                  <a:lnTo>
                    <a:pt x="317" y="474"/>
                  </a:lnTo>
                  <a:lnTo>
                    <a:pt x="330" y="477"/>
                  </a:lnTo>
                  <a:lnTo>
                    <a:pt x="342" y="478"/>
                  </a:lnTo>
                  <a:lnTo>
                    <a:pt x="355" y="479"/>
                  </a:lnTo>
                  <a:lnTo>
                    <a:pt x="368" y="478"/>
                  </a:lnTo>
                  <a:lnTo>
                    <a:pt x="380" y="477"/>
                  </a:lnTo>
                  <a:lnTo>
                    <a:pt x="391" y="474"/>
                  </a:lnTo>
                  <a:lnTo>
                    <a:pt x="403" y="470"/>
                  </a:lnTo>
                  <a:lnTo>
                    <a:pt x="415" y="465"/>
                  </a:lnTo>
                  <a:lnTo>
                    <a:pt x="426" y="460"/>
                  </a:lnTo>
                  <a:lnTo>
                    <a:pt x="436" y="453"/>
                  </a:lnTo>
                  <a:lnTo>
                    <a:pt x="446" y="445"/>
                  </a:lnTo>
                  <a:lnTo>
                    <a:pt x="451" y="448"/>
                  </a:lnTo>
                  <a:lnTo>
                    <a:pt x="458" y="451"/>
                  </a:lnTo>
                  <a:lnTo>
                    <a:pt x="464" y="453"/>
                  </a:lnTo>
                  <a:lnTo>
                    <a:pt x="471" y="455"/>
                  </a:lnTo>
                  <a:lnTo>
                    <a:pt x="519" y="465"/>
                  </a:lnTo>
                  <a:lnTo>
                    <a:pt x="528" y="468"/>
                  </a:lnTo>
                  <a:lnTo>
                    <a:pt x="536" y="470"/>
                  </a:lnTo>
                  <a:lnTo>
                    <a:pt x="545" y="474"/>
                  </a:lnTo>
                  <a:lnTo>
                    <a:pt x="552" y="478"/>
                  </a:lnTo>
                  <a:lnTo>
                    <a:pt x="556" y="479"/>
                  </a:lnTo>
                  <a:lnTo>
                    <a:pt x="559" y="479"/>
                  </a:lnTo>
                  <a:lnTo>
                    <a:pt x="563" y="479"/>
                  </a:lnTo>
                  <a:lnTo>
                    <a:pt x="566" y="477"/>
                  </a:lnTo>
                  <a:lnTo>
                    <a:pt x="569" y="475"/>
                  </a:lnTo>
                  <a:lnTo>
                    <a:pt x="572" y="472"/>
                  </a:lnTo>
                  <a:lnTo>
                    <a:pt x="573" y="466"/>
                  </a:lnTo>
                  <a:lnTo>
                    <a:pt x="573" y="461"/>
                  </a:lnTo>
                  <a:lnTo>
                    <a:pt x="569" y="456"/>
                  </a:lnTo>
                  <a:lnTo>
                    <a:pt x="565" y="453"/>
                  </a:lnTo>
                  <a:lnTo>
                    <a:pt x="556" y="448"/>
                  </a:lnTo>
                  <a:lnTo>
                    <a:pt x="546" y="445"/>
                  </a:lnTo>
                  <a:lnTo>
                    <a:pt x="535" y="441"/>
                  </a:lnTo>
                  <a:lnTo>
                    <a:pt x="524" y="438"/>
                  </a:lnTo>
                  <a:lnTo>
                    <a:pt x="476" y="428"/>
                  </a:lnTo>
                  <a:lnTo>
                    <a:pt x="468" y="425"/>
                  </a:lnTo>
                  <a:lnTo>
                    <a:pt x="460" y="421"/>
                  </a:lnTo>
                  <a:lnTo>
                    <a:pt x="453" y="416"/>
                  </a:lnTo>
                  <a:lnTo>
                    <a:pt x="446" y="409"/>
                  </a:lnTo>
                  <a:lnTo>
                    <a:pt x="442" y="402"/>
                  </a:lnTo>
                  <a:lnTo>
                    <a:pt x="438" y="394"/>
                  </a:lnTo>
                  <a:lnTo>
                    <a:pt x="435" y="385"/>
                  </a:lnTo>
                  <a:lnTo>
                    <a:pt x="434" y="376"/>
                  </a:lnTo>
                  <a:lnTo>
                    <a:pt x="434" y="371"/>
                  </a:lnTo>
                  <a:lnTo>
                    <a:pt x="446" y="363"/>
                  </a:lnTo>
                  <a:lnTo>
                    <a:pt x="457" y="355"/>
                  </a:lnTo>
                  <a:lnTo>
                    <a:pt x="465" y="345"/>
                  </a:lnTo>
                  <a:lnTo>
                    <a:pt x="474" y="335"/>
                  </a:lnTo>
                  <a:lnTo>
                    <a:pt x="482" y="323"/>
                  </a:lnTo>
                  <a:lnTo>
                    <a:pt x="487" y="312"/>
                  </a:lnTo>
                  <a:lnTo>
                    <a:pt x="491" y="299"/>
                  </a:lnTo>
                  <a:lnTo>
                    <a:pt x="494" y="285"/>
                  </a:lnTo>
                  <a:lnTo>
                    <a:pt x="501" y="285"/>
                  </a:lnTo>
                  <a:lnTo>
                    <a:pt x="509" y="284"/>
                  </a:lnTo>
                  <a:lnTo>
                    <a:pt x="517" y="281"/>
                  </a:lnTo>
                  <a:lnTo>
                    <a:pt x="523" y="278"/>
                  </a:lnTo>
                  <a:lnTo>
                    <a:pt x="529" y="273"/>
                  </a:lnTo>
                  <a:lnTo>
                    <a:pt x="534" y="268"/>
                  </a:lnTo>
                  <a:lnTo>
                    <a:pt x="537" y="261"/>
                  </a:lnTo>
                  <a:lnTo>
                    <a:pt x="541" y="254"/>
                  </a:lnTo>
                  <a:lnTo>
                    <a:pt x="541" y="245"/>
                  </a:lnTo>
                  <a:lnTo>
                    <a:pt x="541" y="219"/>
                  </a:lnTo>
                  <a:lnTo>
                    <a:pt x="541" y="211"/>
                  </a:lnTo>
                  <a:lnTo>
                    <a:pt x="537" y="203"/>
                  </a:lnTo>
                  <a:lnTo>
                    <a:pt x="534" y="197"/>
                  </a:lnTo>
                  <a:lnTo>
                    <a:pt x="529" y="191"/>
                  </a:lnTo>
                  <a:lnTo>
                    <a:pt x="523" y="186"/>
                  </a:lnTo>
                  <a:lnTo>
                    <a:pt x="517" y="183"/>
                  </a:lnTo>
                  <a:lnTo>
                    <a:pt x="509" y="181"/>
                  </a:lnTo>
                  <a:lnTo>
                    <a:pt x="501" y="180"/>
                  </a:lnTo>
                  <a:lnTo>
                    <a:pt x="497" y="180"/>
                  </a:lnTo>
                  <a:lnTo>
                    <a:pt x="497" y="123"/>
                  </a:lnTo>
                  <a:lnTo>
                    <a:pt x="495" y="110"/>
                  </a:lnTo>
                  <a:lnTo>
                    <a:pt x="494" y="98"/>
                  </a:lnTo>
                  <a:lnTo>
                    <a:pt x="491" y="86"/>
                  </a:lnTo>
                  <a:lnTo>
                    <a:pt x="487" y="75"/>
                  </a:lnTo>
                  <a:lnTo>
                    <a:pt x="482" y="65"/>
                  </a:lnTo>
                  <a:lnTo>
                    <a:pt x="475" y="55"/>
                  </a:lnTo>
                  <a:lnTo>
                    <a:pt x="469" y="45"/>
                  </a:lnTo>
                  <a:lnTo>
                    <a:pt x="461" y="37"/>
                  </a:lnTo>
                  <a:lnTo>
                    <a:pt x="453" y="28"/>
                  </a:lnTo>
                  <a:lnTo>
                    <a:pt x="443" y="22"/>
                  </a:lnTo>
                  <a:lnTo>
                    <a:pt x="432" y="15"/>
                  </a:lnTo>
                  <a:lnTo>
                    <a:pt x="423" y="10"/>
                  </a:lnTo>
                  <a:lnTo>
                    <a:pt x="411" y="7"/>
                  </a:lnTo>
                  <a:lnTo>
                    <a:pt x="399" y="3"/>
                  </a:lnTo>
                  <a:lnTo>
                    <a:pt x="387" y="1"/>
                  </a:lnTo>
                  <a:lnTo>
                    <a:pt x="374" y="0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11" y="3"/>
                  </a:lnTo>
                  <a:lnTo>
                    <a:pt x="299" y="7"/>
                  </a:lnTo>
                  <a:lnTo>
                    <a:pt x="287" y="10"/>
                  </a:lnTo>
                  <a:lnTo>
                    <a:pt x="277" y="15"/>
                  </a:lnTo>
                  <a:lnTo>
                    <a:pt x="267" y="22"/>
                  </a:lnTo>
                  <a:lnTo>
                    <a:pt x="257" y="28"/>
                  </a:lnTo>
                  <a:lnTo>
                    <a:pt x="249" y="37"/>
                  </a:lnTo>
                  <a:lnTo>
                    <a:pt x="241" y="45"/>
                  </a:lnTo>
                  <a:lnTo>
                    <a:pt x="234" y="55"/>
                  </a:lnTo>
                  <a:lnTo>
                    <a:pt x="228" y="65"/>
                  </a:lnTo>
                  <a:lnTo>
                    <a:pt x="223" y="75"/>
                  </a:lnTo>
                  <a:lnTo>
                    <a:pt x="219" y="86"/>
                  </a:lnTo>
                  <a:lnTo>
                    <a:pt x="215" y="98"/>
                  </a:lnTo>
                  <a:lnTo>
                    <a:pt x="214" y="110"/>
                  </a:lnTo>
                  <a:lnTo>
                    <a:pt x="213" y="123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0" y="181"/>
                  </a:lnTo>
                  <a:lnTo>
                    <a:pt x="193" y="183"/>
                  </a:lnTo>
                  <a:lnTo>
                    <a:pt x="186" y="186"/>
                  </a:lnTo>
                  <a:lnTo>
                    <a:pt x="180" y="191"/>
                  </a:lnTo>
                  <a:lnTo>
                    <a:pt x="176" y="197"/>
                  </a:lnTo>
                  <a:lnTo>
                    <a:pt x="171" y="203"/>
                  </a:lnTo>
                  <a:lnTo>
                    <a:pt x="169" y="211"/>
                  </a:lnTo>
                  <a:lnTo>
                    <a:pt x="169" y="219"/>
                  </a:lnTo>
                  <a:lnTo>
                    <a:pt x="169" y="245"/>
                  </a:lnTo>
                  <a:lnTo>
                    <a:pt x="169" y="254"/>
                  </a:lnTo>
                  <a:lnTo>
                    <a:pt x="171" y="261"/>
                  </a:lnTo>
                  <a:lnTo>
                    <a:pt x="176" y="268"/>
                  </a:lnTo>
                  <a:lnTo>
                    <a:pt x="180" y="273"/>
                  </a:lnTo>
                  <a:lnTo>
                    <a:pt x="186" y="278"/>
                  </a:lnTo>
                  <a:lnTo>
                    <a:pt x="193" y="281"/>
                  </a:lnTo>
                  <a:lnTo>
                    <a:pt x="200" y="284"/>
                  </a:lnTo>
                  <a:lnTo>
                    <a:pt x="208" y="285"/>
                  </a:lnTo>
                  <a:lnTo>
                    <a:pt x="215" y="285"/>
                  </a:lnTo>
                  <a:lnTo>
                    <a:pt x="218" y="299"/>
                  </a:lnTo>
                  <a:lnTo>
                    <a:pt x="223" y="312"/>
                  </a:lnTo>
                  <a:lnTo>
                    <a:pt x="228" y="323"/>
                  </a:lnTo>
                  <a:lnTo>
                    <a:pt x="236" y="334"/>
                  </a:lnTo>
                  <a:lnTo>
                    <a:pt x="243" y="345"/>
                  </a:lnTo>
                  <a:lnTo>
                    <a:pt x="253" y="355"/>
                  </a:lnTo>
                  <a:lnTo>
                    <a:pt x="263" y="363"/>
                  </a:lnTo>
                  <a:lnTo>
                    <a:pt x="274" y="371"/>
                  </a:lnTo>
                  <a:lnTo>
                    <a:pt x="274" y="376"/>
                  </a:lnTo>
                  <a:lnTo>
                    <a:pt x="273" y="385"/>
                  </a:lnTo>
                  <a:lnTo>
                    <a:pt x="271" y="394"/>
                  </a:lnTo>
                  <a:lnTo>
                    <a:pt x="267" y="402"/>
                  </a:lnTo>
                  <a:lnTo>
                    <a:pt x="263" y="409"/>
                  </a:lnTo>
                  <a:lnTo>
                    <a:pt x="256" y="416"/>
                  </a:lnTo>
                  <a:lnTo>
                    <a:pt x="249" y="421"/>
                  </a:lnTo>
                  <a:lnTo>
                    <a:pt x="241" y="425"/>
                  </a:lnTo>
                  <a:lnTo>
                    <a:pt x="233" y="428"/>
                  </a:lnTo>
                  <a:lnTo>
                    <a:pt x="184" y="438"/>
                  </a:lnTo>
                  <a:lnTo>
                    <a:pt x="171" y="443"/>
                  </a:lnTo>
                  <a:lnTo>
                    <a:pt x="158" y="447"/>
                  </a:lnTo>
                  <a:lnTo>
                    <a:pt x="145" y="453"/>
                  </a:lnTo>
                  <a:lnTo>
                    <a:pt x="132" y="460"/>
                  </a:lnTo>
                  <a:lnTo>
                    <a:pt x="120" y="468"/>
                  </a:lnTo>
                  <a:lnTo>
                    <a:pt x="109" y="477"/>
                  </a:lnTo>
                  <a:lnTo>
                    <a:pt x="98" y="487"/>
                  </a:lnTo>
                  <a:lnTo>
                    <a:pt x="90" y="497"/>
                  </a:lnTo>
                  <a:lnTo>
                    <a:pt x="81" y="509"/>
                  </a:lnTo>
                  <a:lnTo>
                    <a:pt x="74" y="521"/>
                  </a:lnTo>
                  <a:lnTo>
                    <a:pt x="67" y="534"/>
                  </a:lnTo>
                  <a:lnTo>
                    <a:pt x="62" y="548"/>
                  </a:lnTo>
                  <a:lnTo>
                    <a:pt x="58" y="561"/>
                  </a:lnTo>
                  <a:lnTo>
                    <a:pt x="55" y="575"/>
                  </a:lnTo>
                  <a:lnTo>
                    <a:pt x="52" y="589"/>
                  </a:lnTo>
                  <a:lnTo>
                    <a:pt x="52" y="604"/>
                  </a:lnTo>
                  <a:lnTo>
                    <a:pt x="52" y="684"/>
                  </a:lnTo>
                  <a:lnTo>
                    <a:pt x="14" y="684"/>
                  </a:lnTo>
                  <a:lnTo>
                    <a:pt x="8" y="685"/>
                  </a:lnTo>
                  <a:lnTo>
                    <a:pt x="3" y="688"/>
                  </a:lnTo>
                  <a:lnTo>
                    <a:pt x="1" y="693"/>
                  </a:lnTo>
                  <a:lnTo>
                    <a:pt x="0" y="698"/>
                  </a:lnTo>
                  <a:lnTo>
                    <a:pt x="1" y="703"/>
                  </a:lnTo>
                  <a:lnTo>
                    <a:pt x="3" y="708"/>
                  </a:lnTo>
                  <a:lnTo>
                    <a:pt x="8" y="711"/>
                  </a:lnTo>
                  <a:lnTo>
                    <a:pt x="14" y="712"/>
                  </a:lnTo>
                  <a:lnTo>
                    <a:pt x="696" y="712"/>
                  </a:lnTo>
                  <a:lnTo>
                    <a:pt x="701" y="711"/>
                  </a:lnTo>
                  <a:lnTo>
                    <a:pt x="706" y="708"/>
                  </a:lnTo>
                  <a:lnTo>
                    <a:pt x="709" y="703"/>
                  </a:lnTo>
                  <a:lnTo>
                    <a:pt x="710" y="698"/>
                  </a:lnTo>
                  <a:lnTo>
                    <a:pt x="709" y="693"/>
                  </a:lnTo>
                  <a:lnTo>
                    <a:pt x="706" y="688"/>
                  </a:lnTo>
                  <a:lnTo>
                    <a:pt x="701" y="685"/>
                  </a:lnTo>
                  <a:lnTo>
                    <a:pt x="696" y="684"/>
                  </a:lnTo>
                  <a:close/>
                  <a:moveTo>
                    <a:pt x="497" y="207"/>
                  </a:moveTo>
                  <a:lnTo>
                    <a:pt x="501" y="207"/>
                  </a:lnTo>
                  <a:lnTo>
                    <a:pt x="506" y="208"/>
                  </a:lnTo>
                  <a:lnTo>
                    <a:pt x="509" y="211"/>
                  </a:lnTo>
                  <a:lnTo>
                    <a:pt x="513" y="215"/>
                  </a:lnTo>
                  <a:lnTo>
                    <a:pt x="513" y="219"/>
                  </a:lnTo>
                  <a:lnTo>
                    <a:pt x="513" y="245"/>
                  </a:lnTo>
                  <a:lnTo>
                    <a:pt x="513" y="250"/>
                  </a:lnTo>
                  <a:lnTo>
                    <a:pt x="509" y="254"/>
                  </a:lnTo>
                  <a:lnTo>
                    <a:pt x="506" y="256"/>
                  </a:lnTo>
                  <a:lnTo>
                    <a:pt x="501" y="257"/>
                  </a:lnTo>
                  <a:lnTo>
                    <a:pt x="497" y="257"/>
                  </a:lnTo>
                  <a:lnTo>
                    <a:pt x="497" y="207"/>
                  </a:lnTo>
                  <a:close/>
                  <a:moveTo>
                    <a:pt x="213" y="257"/>
                  </a:moveTo>
                  <a:lnTo>
                    <a:pt x="208" y="257"/>
                  </a:lnTo>
                  <a:lnTo>
                    <a:pt x="204" y="256"/>
                  </a:lnTo>
                  <a:lnTo>
                    <a:pt x="200" y="254"/>
                  </a:lnTo>
                  <a:lnTo>
                    <a:pt x="197" y="250"/>
                  </a:lnTo>
                  <a:lnTo>
                    <a:pt x="196" y="245"/>
                  </a:lnTo>
                  <a:lnTo>
                    <a:pt x="196" y="219"/>
                  </a:lnTo>
                  <a:lnTo>
                    <a:pt x="197" y="215"/>
                  </a:lnTo>
                  <a:lnTo>
                    <a:pt x="200" y="211"/>
                  </a:lnTo>
                  <a:lnTo>
                    <a:pt x="204" y="208"/>
                  </a:lnTo>
                  <a:lnTo>
                    <a:pt x="208" y="207"/>
                  </a:lnTo>
                  <a:lnTo>
                    <a:pt x="213" y="207"/>
                  </a:lnTo>
                  <a:lnTo>
                    <a:pt x="213" y="257"/>
                  </a:lnTo>
                  <a:close/>
                  <a:moveTo>
                    <a:pt x="355" y="451"/>
                  </a:moveTo>
                  <a:lnTo>
                    <a:pt x="345" y="451"/>
                  </a:lnTo>
                  <a:lnTo>
                    <a:pt x="336" y="450"/>
                  </a:lnTo>
                  <a:lnTo>
                    <a:pt x="326" y="448"/>
                  </a:lnTo>
                  <a:lnTo>
                    <a:pt x="317" y="445"/>
                  </a:lnTo>
                  <a:lnTo>
                    <a:pt x="309" y="441"/>
                  </a:lnTo>
                  <a:lnTo>
                    <a:pt x="300" y="437"/>
                  </a:lnTo>
                  <a:lnTo>
                    <a:pt x="292" y="432"/>
                  </a:lnTo>
                  <a:lnTo>
                    <a:pt x="284" y="426"/>
                  </a:lnTo>
                  <a:lnTo>
                    <a:pt x="291" y="417"/>
                  </a:lnTo>
                  <a:lnTo>
                    <a:pt x="296" y="406"/>
                  </a:lnTo>
                  <a:lnTo>
                    <a:pt x="300" y="394"/>
                  </a:lnTo>
                  <a:lnTo>
                    <a:pt x="301" y="381"/>
                  </a:lnTo>
                  <a:lnTo>
                    <a:pt x="310" y="383"/>
                  </a:lnTo>
                  <a:lnTo>
                    <a:pt x="318" y="386"/>
                  </a:lnTo>
                  <a:lnTo>
                    <a:pt x="326" y="386"/>
                  </a:lnTo>
                  <a:lnTo>
                    <a:pt x="335" y="387"/>
                  </a:lnTo>
                  <a:lnTo>
                    <a:pt x="374" y="387"/>
                  </a:lnTo>
                  <a:lnTo>
                    <a:pt x="383" y="386"/>
                  </a:lnTo>
                  <a:lnTo>
                    <a:pt x="391" y="386"/>
                  </a:lnTo>
                  <a:lnTo>
                    <a:pt x="399" y="383"/>
                  </a:lnTo>
                  <a:lnTo>
                    <a:pt x="407" y="382"/>
                  </a:lnTo>
                  <a:lnTo>
                    <a:pt x="410" y="394"/>
                  </a:lnTo>
                  <a:lnTo>
                    <a:pt x="413" y="406"/>
                  </a:lnTo>
                  <a:lnTo>
                    <a:pt x="418" y="417"/>
                  </a:lnTo>
                  <a:lnTo>
                    <a:pt x="425" y="426"/>
                  </a:lnTo>
                  <a:lnTo>
                    <a:pt x="417" y="432"/>
                  </a:lnTo>
                  <a:lnTo>
                    <a:pt x="410" y="437"/>
                  </a:lnTo>
                  <a:lnTo>
                    <a:pt x="401" y="441"/>
                  </a:lnTo>
                  <a:lnTo>
                    <a:pt x="392" y="445"/>
                  </a:lnTo>
                  <a:lnTo>
                    <a:pt x="383" y="448"/>
                  </a:lnTo>
                  <a:lnTo>
                    <a:pt x="374" y="450"/>
                  </a:lnTo>
                  <a:lnTo>
                    <a:pt x="365" y="451"/>
                  </a:lnTo>
                  <a:lnTo>
                    <a:pt x="355" y="451"/>
                  </a:lnTo>
                  <a:close/>
                  <a:moveTo>
                    <a:pt x="241" y="123"/>
                  </a:moveTo>
                  <a:lnTo>
                    <a:pt x="241" y="113"/>
                  </a:lnTo>
                  <a:lnTo>
                    <a:pt x="243" y="103"/>
                  </a:lnTo>
                  <a:lnTo>
                    <a:pt x="245" y="95"/>
                  </a:lnTo>
                  <a:lnTo>
                    <a:pt x="249" y="86"/>
                  </a:lnTo>
                  <a:lnTo>
                    <a:pt x="252" y="78"/>
                  </a:lnTo>
                  <a:lnTo>
                    <a:pt x="257" y="70"/>
                  </a:lnTo>
                  <a:lnTo>
                    <a:pt x="263" y="62"/>
                  </a:lnTo>
                  <a:lnTo>
                    <a:pt x="268" y="56"/>
                  </a:lnTo>
                  <a:lnTo>
                    <a:pt x="276" y="50"/>
                  </a:lnTo>
                  <a:lnTo>
                    <a:pt x="282" y="44"/>
                  </a:lnTo>
                  <a:lnTo>
                    <a:pt x="291" y="40"/>
                  </a:lnTo>
                  <a:lnTo>
                    <a:pt x="298" y="36"/>
                  </a:lnTo>
                  <a:lnTo>
                    <a:pt x="307" y="32"/>
                  </a:lnTo>
                  <a:lnTo>
                    <a:pt x="316" y="30"/>
                  </a:lnTo>
                  <a:lnTo>
                    <a:pt x="325" y="29"/>
                  </a:lnTo>
                  <a:lnTo>
                    <a:pt x="335" y="28"/>
                  </a:lnTo>
                  <a:lnTo>
                    <a:pt x="374" y="28"/>
                  </a:lnTo>
                  <a:lnTo>
                    <a:pt x="384" y="29"/>
                  </a:lnTo>
                  <a:lnTo>
                    <a:pt x="391" y="30"/>
                  </a:lnTo>
                  <a:lnTo>
                    <a:pt x="400" y="32"/>
                  </a:lnTo>
                  <a:lnTo>
                    <a:pt x="409" y="35"/>
                  </a:lnTo>
                  <a:lnTo>
                    <a:pt x="416" y="38"/>
                  </a:lnTo>
                  <a:lnTo>
                    <a:pt x="423" y="42"/>
                  </a:lnTo>
                  <a:lnTo>
                    <a:pt x="430" y="46"/>
                  </a:lnTo>
                  <a:lnTo>
                    <a:pt x="436" y="52"/>
                  </a:lnTo>
                  <a:lnTo>
                    <a:pt x="442" y="57"/>
                  </a:lnTo>
                  <a:lnTo>
                    <a:pt x="447" y="64"/>
                  </a:lnTo>
                  <a:lnTo>
                    <a:pt x="453" y="70"/>
                  </a:lnTo>
                  <a:lnTo>
                    <a:pt x="457" y="76"/>
                  </a:lnTo>
                  <a:lnTo>
                    <a:pt x="460" y="84"/>
                  </a:lnTo>
                  <a:lnTo>
                    <a:pt x="463" y="91"/>
                  </a:lnTo>
                  <a:lnTo>
                    <a:pt x="465" y="100"/>
                  </a:lnTo>
                  <a:lnTo>
                    <a:pt x="468" y="109"/>
                  </a:lnTo>
                  <a:lnTo>
                    <a:pt x="466" y="110"/>
                  </a:lnTo>
                  <a:lnTo>
                    <a:pt x="464" y="111"/>
                  </a:lnTo>
                  <a:lnTo>
                    <a:pt x="456" y="118"/>
                  </a:lnTo>
                  <a:lnTo>
                    <a:pt x="447" y="126"/>
                  </a:lnTo>
                  <a:lnTo>
                    <a:pt x="439" y="133"/>
                  </a:lnTo>
                  <a:lnTo>
                    <a:pt x="429" y="140"/>
                  </a:lnTo>
                  <a:lnTo>
                    <a:pt x="419" y="146"/>
                  </a:lnTo>
                  <a:lnTo>
                    <a:pt x="409" y="152"/>
                  </a:lnTo>
                  <a:lnTo>
                    <a:pt x="399" y="157"/>
                  </a:lnTo>
                  <a:lnTo>
                    <a:pt x="388" y="161"/>
                  </a:lnTo>
                  <a:lnTo>
                    <a:pt x="377" y="166"/>
                  </a:lnTo>
                  <a:lnTo>
                    <a:pt x="367" y="169"/>
                  </a:lnTo>
                  <a:lnTo>
                    <a:pt x="356" y="172"/>
                  </a:lnTo>
                  <a:lnTo>
                    <a:pt x="344" y="175"/>
                  </a:lnTo>
                  <a:lnTo>
                    <a:pt x="333" y="177"/>
                  </a:lnTo>
                  <a:lnTo>
                    <a:pt x="322" y="178"/>
                  </a:lnTo>
                  <a:lnTo>
                    <a:pt x="310" y="180"/>
                  </a:lnTo>
                  <a:lnTo>
                    <a:pt x="298" y="180"/>
                  </a:lnTo>
                  <a:lnTo>
                    <a:pt x="241" y="180"/>
                  </a:lnTo>
                  <a:lnTo>
                    <a:pt x="241" y="123"/>
                  </a:lnTo>
                  <a:close/>
                  <a:moveTo>
                    <a:pt x="241" y="264"/>
                  </a:moveTo>
                  <a:lnTo>
                    <a:pt x="241" y="207"/>
                  </a:lnTo>
                  <a:lnTo>
                    <a:pt x="298" y="207"/>
                  </a:lnTo>
                  <a:lnTo>
                    <a:pt x="312" y="206"/>
                  </a:lnTo>
                  <a:lnTo>
                    <a:pt x="325" y="206"/>
                  </a:lnTo>
                  <a:lnTo>
                    <a:pt x="337" y="204"/>
                  </a:lnTo>
                  <a:lnTo>
                    <a:pt x="350" y="202"/>
                  </a:lnTo>
                  <a:lnTo>
                    <a:pt x="362" y="199"/>
                  </a:lnTo>
                  <a:lnTo>
                    <a:pt x="374" y="196"/>
                  </a:lnTo>
                  <a:lnTo>
                    <a:pt x="387" y="191"/>
                  </a:lnTo>
                  <a:lnTo>
                    <a:pt x="399" y="187"/>
                  </a:lnTo>
                  <a:lnTo>
                    <a:pt x="418" y="178"/>
                  </a:lnTo>
                  <a:lnTo>
                    <a:pt x="435" y="169"/>
                  </a:lnTo>
                  <a:lnTo>
                    <a:pt x="453" y="157"/>
                  </a:lnTo>
                  <a:lnTo>
                    <a:pt x="469" y="144"/>
                  </a:lnTo>
                  <a:lnTo>
                    <a:pt x="469" y="264"/>
                  </a:lnTo>
                  <a:lnTo>
                    <a:pt x="469" y="274"/>
                  </a:lnTo>
                  <a:lnTo>
                    <a:pt x="466" y="284"/>
                  </a:lnTo>
                  <a:lnTo>
                    <a:pt x="464" y="292"/>
                  </a:lnTo>
                  <a:lnTo>
                    <a:pt x="461" y="301"/>
                  </a:lnTo>
                  <a:lnTo>
                    <a:pt x="457" y="309"/>
                  </a:lnTo>
                  <a:lnTo>
                    <a:pt x="453" y="317"/>
                  </a:lnTo>
                  <a:lnTo>
                    <a:pt x="447" y="324"/>
                  </a:lnTo>
                  <a:lnTo>
                    <a:pt x="441" y="331"/>
                  </a:lnTo>
                  <a:lnTo>
                    <a:pt x="434" y="337"/>
                  </a:lnTo>
                  <a:lnTo>
                    <a:pt x="427" y="343"/>
                  </a:lnTo>
                  <a:lnTo>
                    <a:pt x="419" y="347"/>
                  </a:lnTo>
                  <a:lnTo>
                    <a:pt x="412" y="351"/>
                  </a:lnTo>
                  <a:lnTo>
                    <a:pt x="402" y="355"/>
                  </a:lnTo>
                  <a:lnTo>
                    <a:pt x="394" y="357"/>
                  </a:lnTo>
                  <a:lnTo>
                    <a:pt x="384" y="358"/>
                  </a:lnTo>
                  <a:lnTo>
                    <a:pt x="374" y="359"/>
                  </a:lnTo>
                  <a:lnTo>
                    <a:pt x="335" y="359"/>
                  </a:lnTo>
                  <a:lnTo>
                    <a:pt x="325" y="358"/>
                  </a:lnTo>
                  <a:lnTo>
                    <a:pt x="316" y="357"/>
                  </a:lnTo>
                  <a:lnTo>
                    <a:pt x="307" y="355"/>
                  </a:lnTo>
                  <a:lnTo>
                    <a:pt x="298" y="351"/>
                  </a:lnTo>
                  <a:lnTo>
                    <a:pt x="291" y="347"/>
                  </a:lnTo>
                  <a:lnTo>
                    <a:pt x="282" y="343"/>
                  </a:lnTo>
                  <a:lnTo>
                    <a:pt x="276" y="337"/>
                  </a:lnTo>
                  <a:lnTo>
                    <a:pt x="268" y="331"/>
                  </a:lnTo>
                  <a:lnTo>
                    <a:pt x="263" y="324"/>
                  </a:lnTo>
                  <a:lnTo>
                    <a:pt x="257" y="317"/>
                  </a:lnTo>
                  <a:lnTo>
                    <a:pt x="252" y="309"/>
                  </a:lnTo>
                  <a:lnTo>
                    <a:pt x="249" y="301"/>
                  </a:lnTo>
                  <a:lnTo>
                    <a:pt x="245" y="292"/>
                  </a:lnTo>
                  <a:lnTo>
                    <a:pt x="243" y="284"/>
                  </a:lnTo>
                  <a:lnTo>
                    <a:pt x="241" y="274"/>
                  </a:lnTo>
                  <a:lnTo>
                    <a:pt x="241" y="2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428">
              <a:extLst>
                <a:ext uri="{FF2B5EF4-FFF2-40B4-BE49-F238E27FC236}">
                  <a16:creationId xmlns:a16="http://schemas.microsoft.com/office/drawing/2014/main" id="{B04E8946-B91D-420A-AD3D-C5FCF07E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6" y="5708651"/>
              <a:ext cx="34925" cy="57150"/>
            </a:xfrm>
            <a:custGeom>
              <a:avLst/>
              <a:gdLst>
                <a:gd name="T0" fmla="*/ 64 w 66"/>
                <a:gd name="T1" fmla="*/ 5 h 106"/>
                <a:gd name="T2" fmla="*/ 59 w 66"/>
                <a:gd name="T3" fmla="*/ 1 h 106"/>
                <a:gd name="T4" fmla="*/ 54 w 66"/>
                <a:gd name="T5" fmla="*/ 0 h 106"/>
                <a:gd name="T6" fmla="*/ 49 w 66"/>
                <a:gd name="T7" fmla="*/ 0 h 106"/>
                <a:gd name="T8" fmla="*/ 43 w 66"/>
                <a:gd name="T9" fmla="*/ 2 h 106"/>
                <a:gd name="T10" fmla="*/ 34 w 66"/>
                <a:gd name="T11" fmla="*/ 11 h 106"/>
                <a:gd name="T12" fmla="*/ 25 w 66"/>
                <a:gd name="T13" fmla="*/ 21 h 106"/>
                <a:gd name="T14" fmla="*/ 19 w 66"/>
                <a:gd name="T15" fmla="*/ 31 h 106"/>
                <a:gd name="T16" fmla="*/ 12 w 66"/>
                <a:gd name="T17" fmla="*/ 42 h 106"/>
                <a:gd name="T18" fmla="*/ 7 w 66"/>
                <a:gd name="T19" fmla="*/ 54 h 106"/>
                <a:gd name="T20" fmla="*/ 4 w 66"/>
                <a:gd name="T21" fmla="*/ 66 h 106"/>
                <a:gd name="T22" fmla="*/ 1 w 66"/>
                <a:gd name="T23" fmla="*/ 79 h 106"/>
                <a:gd name="T24" fmla="*/ 0 w 66"/>
                <a:gd name="T25" fmla="*/ 92 h 106"/>
                <a:gd name="T26" fmla="*/ 1 w 66"/>
                <a:gd name="T27" fmla="*/ 97 h 106"/>
                <a:gd name="T28" fmla="*/ 5 w 66"/>
                <a:gd name="T29" fmla="*/ 101 h 106"/>
                <a:gd name="T30" fmla="*/ 9 w 66"/>
                <a:gd name="T31" fmla="*/ 104 h 106"/>
                <a:gd name="T32" fmla="*/ 14 w 66"/>
                <a:gd name="T33" fmla="*/ 106 h 106"/>
                <a:gd name="T34" fmla="*/ 20 w 66"/>
                <a:gd name="T35" fmla="*/ 104 h 106"/>
                <a:gd name="T36" fmla="*/ 24 w 66"/>
                <a:gd name="T37" fmla="*/ 101 h 106"/>
                <a:gd name="T38" fmla="*/ 27 w 66"/>
                <a:gd name="T39" fmla="*/ 97 h 106"/>
                <a:gd name="T40" fmla="*/ 28 w 66"/>
                <a:gd name="T41" fmla="*/ 92 h 106"/>
                <a:gd name="T42" fmla="*/ 29 w 66"/>
                <a:gd name="T43" fmla="*/ 82 h 106"/>
                <a:gd name="T44" fmla="*/ 30 w 66"/>
                <a:gd name="T45" fmla="*/ 72 h 106"/>
                <a:gd name="T46" fmla="*/ 34 w 66"/>
                <a:gd name="T47" fmla="*/ 63 h 106"/>
                <a:gd name="T48" fmla="*/ 37 w 66"/>
                <a:gd name="T49" fmla="*/ 54 h 106"/>
                <a:gd name="T50" fmla="*/ 41 w 66"/>
                <a:gd name="T51" fmla="*/ 46 h 106"/>
                <a:gd name="T52" fmla="*/ 48 w 66"/>
                <a:gd name="T53" fmla="*/ 38 h 106"/>
                <a:gd name="T54" fmla="*/ 54 w 66"/>
                <a:gd name="T55" fmla="*/ 31 h 106"/>
                <a:gd name="T56" fmla="*/ 60 w 66"/>
                <a:gd name="T57" fmla="*/ 25 h 106"/>
                <a:gd name="T58" fmla="*/ 65 w 66"/>
                <a:gd name="T59" fmla="*/ 21 h 106"/>
                <a:gd name="T60" fmla="*/ 66 w 66"/>
                <a:gd name="T61" fmla="*/ 15 h 106"/>
                <a:gd name="T62" fmla="*/ 66 w 66"/>
                <a:gd name="T63" fmla="*/ 10 h 106"/>
                <a:gd name="T64" fmla="*/ 64 w 66"/>
                <a:gd name="T65" fmla="*/ 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06">
                  <a:moveTo>
                    <a:pt x="64" y="5"/>
                  </a:moveTo>
                  <a:lnTo>
                    <a:pt x="59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2"/>
                  </a:lnTo>
                  <a:lnTo>
                    <a:pt x="34" y="11"/>
                  </a:lnTo>
                  <a:lnTo>
                    <a:pt x="25" y="21"/>
                  </a:lnTo>
                  <a:lnTo>
                    <a:pt x="19" y="31"/>
                  </a:lnTo>
                  <a:lnTo>
                    <a:pt x="12" y="42"/>
                  </a:lnTo>
                  <a:lnTo>
                    <a:pt x="7" y="54"/>
                  </a:lnTo>
                  <a:lnTo>
                    <a:pt x="4" y="66"/>
                  </a:lnTo>
                  <a:lnTo>
                    <a:pt x="1" y="79"/>
                  </a:lnTo>
                  <a:lnTo>
                    <a:pt x="0" y="92"/>
                  </a:lnTo>
                  <a:lnTo>
                    <a:pt x="1" y="97"/>
                  </a:lnTo>
                  <a:lnTo>
                    <a:pt x="5" y="101"/>
                  </a:lnTo>
                  <a:lnTo>
                    <a:pt x="9" y="104"/>
                  </a:lnTo>
                  <a:lnTo>
                    <a:pt x="14" y="106"/>
                  </a:lnTo>
                  <a:lnTo>
                    <a:pt x="20" y="104"/>
                  </a:lnTo>
                  <a:lnTo>
                    <a:pt x="24" y="101"/>
                  </a:lnTo>
                  <a:lnTo>
                    <a:pt x="27" y="97"/>
                  </a:lnTo>
                  <a:lnTo>
                    <a:pt x="28" y="92"/>
                  </a:lnTo>
                  <a:lnTo>
                    <a:pt x="29" y="82"/>
                  </a:lnTo>
                  <a:lnTo>
                    <a:pt x="30" y="72"/>
                  </a:lnTo>
                  <a:lnTo>
                    <a:pt x="34" y="63"/>
                  </a:lnTo>
                  <a:lnTo>
                    <a:pt x="37" y="54"/>
                  </a:lnTo>
                  <a:lnTo>
                    <a:pt x="41" y="46"/>
                  </a:lnTo>
                  <a:lnTo>
                    <a:pt x="48" y="38"/>
                  </a:lnTo>
                  <a:lnTo>
                    <a:pt x="54" y="31"/>
                  </a:lnTo>
                  <a:lnTo>
                    <a:pt x="60" y="25"/>
                  </a:lnTo>
                  <a:lnTo>
                    <a:pt x="65" y="21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64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429">
              <a:extLst>
                <a:ext uri="{FF2B5EF4-FFF2-40B4-BE49-F238E27FC236}">
                  <a16:creationId xmlns:a16="http://schemas.microsoft.com/office/drawing/2014/main" id="{BB395D5B-EBC2-499B-A11A-624DE16E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5699126"/>
              <a:ext cx="14288" cy="14288"/>
            </a:xfrm>
            <a:custGeom>
              <a:avLst/>
              <a:gdLst>
                <a:gd name="T0" fmla="*/ 26 w 28"/>
                <a:gd name="T1" fmla="*/ 11 h 28"/>
                <a:gd name="T2" fmla="*/ 24 w 28"/>
                <a:gd name="T3" fmla="*/ 5 h 28"/>
                <a:gd name="T4" fmla="*/ 21 w 28"/>
                <a:gd name="T5" fmla="*/ 2 h 28"/>
                <a:gd name="T6" fmla="*/ 16 w 28"/>
                <a:gd name="T7" fmla="*/ 0 h 28"/>
                <a:gd name="T8" fmla="*/ 10 w 28"/>
                <a:gd name="T9" fmla="*/ 0 h 28"/>
                <a:gd name="T10" fmla="*/ 9 w 28"/>
                <a:gd name="T11" fmla="*/ 0 h 28"/>
                <a:gd name="T12" fmla="*/ 5 w 28"/>
                <a:gd name="T13" fmla="*/ 2 h 28"/>
                <a:gd name="T14" fmla="*/ 1 w 28"/>
                <a:gd name="T15" fmla="*/ 6 h 28"/>
                <a:gd name="T16" fmla="*/ 0 w 28"/>
                <a:gd name="T17" fmla="*/ 12 h 28"/>
                <a:gd name="T18" fmla="*/ 0 w 28"/>
                <a:gd name="T19" fmla="*/ 17 h 28"/>
                <a:gd name="T20" fmla="*/ 1 w 28"/>
                <a:gd name="T21" fmla="*/ 21 h 28"/>
                <a:gd name="T22" fmla="*/ 4 w 28"/>
                <a:gd name="T23" fmla="*/ 25 h 28"/>
                <a:gd name="T24" fmla="*/ 8 w 28"/>
                <a:gd name="T25" fmla="*/ 27 h 28"/>
                <a:gd name="T26" fmla="*/ 12 w 28"/>
                <a:gd name="T27" fmla="*/ 28 h 28"/>
                <a:gd name="T28" fmla="*/ 15 w 28"/>
                <a:gd name="T29" fmla="*/ 28 h 28"/>
                <a:gd name="T30" fmla="*/ 16 w 28"/>
                <a:gd name="T31" fmla="*/ 27 h 28"/>
                <a:gd name="T32" fmla="*/ 17 w 28"/>
                <a:gd name="T33" fmla="*/ 27 h 28"/>
                <a:gd name="T34" fmla="*/ 21 w 28"/>
                <a:gd name="T35" fmla="*/ 25 h 28"/>
                <a:gd name="T36" fmla="*/ 25 w 28"/>
                <a:gd name="T37" fmla="*/ 21 h 28"/>
                <a:gd name="T38" fmla="*/ 28 w 28"/>
                <a:gd name="T39" fmla="*/ 16 h 28"/>
                <a:gd name="T40" fmla="*/ 26 w 28"/>
                <a:gd name="T4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8">
                  <a:moveTo>
                    <a:pt x="26" y="11"/>
                  </a:moveTo>
                  <a:lnTo>
                    <a:pt x="24" y="5"/>
                  </a:lnTo>
                  <a:lnTo>
                    <a:pt x="21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21" y="25"/>
                  </a:lnTo>
                  <a:lnTo>
                    <a:pt x="25" y="21"/>
                  </a:lnTo>
                  <a:lnTo>
                    <a:pt x="28" y="16"/>
                  </a:lnTo>
                  <a:lnTo>
                    <a:pt x="26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1" name="Freeform 430">
            <a:extLst>
              <a:ext uri="{FF2B5EF4-FFF2-40B4-BE49-F238E27FC236}">
                <a16:creationId xmlns:a16="http://schemas.microsoft.com/office/drawing/2014/main" id="{A79B96EB-6904-4A73-88FB-EF7E426EC884}"/>
              </a:ext>
            </a:extLst>
          </p:cNvPr>
          <p:cNvSpPr>
            <a:spLocks/>
          </p:cNvSpPr>
          <p:nvPr/>
        </p:nvSpPr>
        <p:spPr bwMode="auto">
          <a:xfrm>
            <a:off x="5424488" y="4705351"/>
            <a:ext cx="376238" cy="376238"/>
          </a:xfrm>
          <a:custGeom>
            <a:avLst/>
            <a:gdLst>
              <a:gd name="T0" fmla="*/ 558 w 710"/>
              <a:gd name="T1" fmla="*/ 64 h 711"/>
              <a:gd name="T2" fmla="*/ 489 w 710"/>
              <a:gd name="T3" fmla="*/ 27 h 711"/>
              <a:gd name="T4" fmla="*/ 414 w 710"/>
              <a:gd name="T5" fmla="*/ 6 h 711"/>
              <a:gd name="T6" fmla="*/ 337 w 710"/>
              <a:gd name="T7" fmla="*/ 0 h 711"/>
              <a:gd name="T8" fmla="*/ 260 w 710"/>
              <a:gd name="T9" fmla="*/ 13 h 711"/>
              <a:gd name="T10" fmla="*/ 189 w 710"/>
              <a:gd name="T11" fmla="*/ 41 h 711"/>
              <a:gd name="T12" fmla="*/ 144 w 710"/>
              <a:gd name="T13" fmla="*/ 74 h 711"/>
              <a:gd name="T14" fmla="*/ 161 w 710"/>
              <a:gd name="T15" fmla="*/ 91 h 711"/>
              <a:gd name="T16" fmla="*/ 217 w 710"/>
              <a:gd name="T17" fmla="*/ 58 h 711"/>
              <a:gd name="T18" fmla="*/ 284 w 710"/>
              <a:gd name="T19" fmla="*/ 36 h 711"/>
              <a:gd name="T20" fmla="*/ 354 w 710"/>
              <a:gd name="T21" fmla="*/ 27 h 711"/>
              <a:gd name="T22" fmla="*/ 424 w 710"/>
              <a:gd name="T23" fmla="*/ 35 h 711"/>
              <a:gd name="T24" fmla="*/ 491 w 710"/>
              <a:gd name="T25" fmla="*/ 57 h 711"/>
              <a:gd name="T26" fmla="*/ 553 w 710"/>
              <a:gd name="T27" fmla="*/ 95 h 711"/>
              <a:gd name="T28" fmla="*/ 608 w 710"/>
              <a:gd name="T29" fmla="*/ 149 h 711"/>
              <a:gd name="T30" fmla="*/ 651 w 710"/>
              <a:gd name="T31" fmla="*/ 216 h 711"/>
              <a:gd name="T32" fmla="*/ 676 w 710"/>
              <a:gd name="T33" fmla="*/ 291 h 711"/>
              <a:gd name="T34" fmla="*/ 682 w 710"/>
              <a:gd name="T35" fmla="*/ 372 h 711"/>
              <a:gd name="T36" fmla="*/ 668 w 710"/>
              <a:gd name="T37" fmla="*/ 451 h 711"/>
              <a:gd name="T38" fmla="*/ 636 w 710"/>
              <a:gd name="T39" fmla="*/ 524 h 711"/>
              <a:gd name="T40" fmla="*/ 587 w 710"/>
              <a:gd name="T41" fmla="*/ 588 h 711"/>
              <a:gd name="T42" fmla="*/ 523 w 710"/>
              <a:gd name="T43" fmla="*/ 637 h 711"/>
              <a:gd name="T44" fmla="*/ 450 w 710"/>
              <a:gd name="T45" fmla="*/ 669 h 711"/>
              <a:gd name="T46" fmla="*/ 371 w 710"/>
              <a:gd name="T47" fmla="*/ 683 h 711"/>
              <a:gd name="T48" fmla="*/ 291 w 710"/>
              <a:gd name="T49" fmla="*/ 678 h 711"/>
              <a:gd name="T50" fmla="*/ 214 w 710"/>
              <a:gd name="T51" fmla="*/ 652 h 711"/>
              <a:gd name="T52" fmla="*/ 147 w 710"/>
              <a:gd name="T53" fmla="*/ 609 h 711"/>
              <a:gd name="T54" fmla="*/ 94 w 710"/>
              <a:gd name="T55" fmla="*/ 554 h 711"/>
              <a:gd name="T56" fmla="*/ 57 w 710"/>
              <a:gd name="T57" fmla="*/ 492 h 711"/>
              <a:gd name="T58" fmla="*/ 34 w 710"/>
              <a:gd name="T59" fmla="*/ 424 h 711"/>
              <a:gd name="T60" fmla="*/ 27 w 710"/>
              <a:gd name="T61" fmla="*/ 355 h 711"/>
              <a:gd name="T62" fmla="*/ 35 w 710"/>
              <a:gd name="T63" fmla="*/ 284 h 711"/>
              <a:gd name="T64" fmla="*/ 59 w 710"/>
              <a:gd name="T65" fmla="*/ 216 h 711"/>
              <a:gd name="T66" fmla="*/ 91 w 710"/>
              <a:gd name="T67" fmla="*/ 160 h 711"/>
              <a:gd name="T68" fmla="*/ 75 w 710"/>
              <a:gd name="T69" fmla="*/ 143 h 711"/>
              <a:gd name="T70" fmla="*/ 44 w 710"/>
              <a:gd name="T71" fmla="*/ 184 h 711"/>
              <a:gd name="T72" fmla="*/ 4 w 710"/>
              <a:gd name="T73" fmla="*/ 301 h 711"/>
              <a:gd name="T74" fmla="*/ 1 w 710"/>
              <a:gd name="T75" fmla="*/ 384 h 711"/>
              <a:gd name="T76" fmla="*/ 15 w 710"/>
              <a:gd name="T77" fmla="*/ 461 h 711"/>
              <a:gd name="T78" fmla="*/ 46 w 710"/>
              <a:gd name="T79" fmla="*/ 533 h 711"/>
              <a:gd name="T80" fmla="*/ 92 w 710"/>
              <a:gd name="T81" fmla="*/ 596 h 711"/>
              <a:gd name="T82" fmla="*/ 158 w 710"/>
              <a:gd name="T83" fmla="*/ 652 h 711"/>
              <a:gd name="T84" fmla="*/ 235 w 710"/>
              <a:gd name="T85" fmla="*/ 691 h 711"/>
              <a:gd name="T86" fmla="*/ 320 w 710"/>
              <a:gd name="T87" fmla="*/ 710 h 711"/>
              <a:gd name="T88" fmla="*/ 407 w 710"/>
              <a:gd name="T89" fmla="*/ 708 h 711"/>
              <a:gd name="T90" fmla="*/ 491 w 710"/>
              <a:gd name="T91" fmla="*/ 684 h 711"/>
              <a:gd name="T92" fmla="*/ 566 w 710"/>
              <a:gd name="T93" fmla="*/ 642 h 711"/>
              <a:gd name="T94" fmla="*/ 630 w 710"/>
              <a:gd name="T95" fmla="*/ 581 h 711"/>
              <a:gd name="T96" fmla="*/ 677 w 710"/>
              <a:gd name="T97" fmla="*/ 508 h 711"/>
              <a:gd name="T98" fmla="*/ 704 w 710"/>
              <a:gd name="T99" fmla="*/ 426 h 711"/>
              <a:gd name="T100" fmla="*/ 710 w 710"/>
              <a:gd name="T101" fmla="*/ 339 h 711"/>
              <a:gd name="T102" fmla="*/ 695 w 710"/>
              <a:gd name="T103" fmla="*/ 253 h 711"/>
              <a:gd name="T104" fmla="*/ 660 w 710"/>
              <a:gd name="T105" fmla="*/ 173 h 711"/>
              <a:gd name="T106" fmla="*/ 606 w 710"/>
              <a:gd name="T107" fmla="*/ 105 h 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10" h="711">
                <a:moveTo>
                  <a:pt x="606" y="105"/>
                </a:moveTo>
                <a:lnTo>
                  <a:pt x="594" y="94"/>
                </a:lnTo>
                <a:lnTo>
                  <a:pt x="582" y="83"/>
                </a:lnTo>
                <a:lnTo>
                  <a:pt x="571" y="73"/>
                </a:lnTo>
                <a:lnTo>
                  <a:pt x="558" y="64"/>
                </a:lnTo>
                <a:lnTo>
                  <a:pt x="545" y="55"/>
                </a:lnTo>
                <a:lnTo>
                  <a:pt x="532" y="48"/>
                </a:lnTo>
                <a:lnTo>
                  <a:pt x="518" y="40"/>
                </a:lnTo>
                <a:lnTo>
                  <a:pt x="504" y="33"/>
                </a:lnTo>
                <a:lnTo>
                  <a:pt x="489" y="27"/>
                </a:lnTo>
                <a:lnTo>
                  <a:pt x="475" y="21"/>
                </a:lnTo>
                <a:lnTo>
                  <a:pt x="460" y="16"/>
                </a:lnTo>
                <a:lnTo>
                  <a:pt x="445" y="12"/>
                </a:lnTo>
                <a:lnTo>
                  <a:pt x="430" y="8"/>
                </a:lnTo>
                <a:lnTo>
                  <a:pt x="414" y="6"/>
                </a:lnTo>
                <a:lnTo>
                  <a:pt x="399" y="3"/>
                </a:lnTo>
                <a:lnTo>
                  <a:pt x="383" y="1"/>
                </a:lnTo>
                <a:lnTo>
                  <a:pt x="368" y="0"/>
                </a:lnTo>
                <a:lnTo>
                  <a:pt x="352" y="0"/>
                </a:lnTo>
                <a:lnTo>
                  <a:pt x="337" y="0"/>
                </a:lnTo>
                <a:lnTo>
                  <a:pt x="321" y="1"/>
                </a:lnTo>
                <a:lnTo>
                  <a:pt x="306" y="4"/>
                </a:lnTo>
                <a:lnTo>
                  <a:pt x="291" y="6"/>
                </a:lnTo>
                <a:lnTo>
                  <a:pt x="276" y="9"/>
                </a:lnTo>
                <a:lnTo>
                  <a:pt x="260" y="13"/>
                </a:lnTo>
                <a:lnTo>
                  <a:pt x="245" y="18"/>
                </a:lnTo>
                <a:lnTo>
                  <a:pt x="230" y="23"/>
                </a:lnTo>
                <a:lnTo>
                  <a:pt x="217" y="28"/>
                </a:lnTo>
                <a:lnTo>
                  <a:pt x="203" y="35"/>
                </a:lnTo>
                <a:lnTo>
                  <a:pt x="189" y="41"/>
                </a:lnTo>
                <a:lnTo>
                  <a:pt x="176" y="49"/>
                </a:lnTo>
                <a:lnTo>
                  <a:pt x="162" y="57"/>
                </a:lnTo>
                <a:lnTo>
                  <a:pt x="149" y="66"/>
                </a:lnTo>
                <a:lnTo>
                  <a:pt x="146" y="70"/>
                </a:lnTo>
                <a:lnTo>
                  <a:pt x="144" y="74"/>
                </a:lnTo>
                <a:lnTo>
                  <a:pt x="144" y="80"/>
                </a:lnTo>
                <a:lnTo>
                  <a:pt x="146" y="85"/>
                </a:lnTo>
                <a:lnTo>
                  <a:pt x="150" y="89"/>
                </a:lnTo>
                <a:lnTo>
                  <a:pt x="155" y="91"/>
                </a:lnTo>
                <a:lnTo>
                  <a:pt x="161" y="91"/>
                </a:lnTo>
                <a:lnTo>
                  <a:pt x="165" y="88"/>
                </a:lnTo>
                <a:lnTo>
                  <a:pt x="178" y="80"/>
                </a:lnTo>
                <a:lnTo>
                  <a:pt x="191" y="72"/>
                </a:lnTo>
                <a:lnTo>
                  <a:pt x="204" y="65"/>
                </a:lnTo>
                <a:lnTo>
                  <a:pt x="217" y="58"/>
                </a:lnTo>
                <a:lnTo>
                  <a:pt x="229" y="53"/>
                </a:lnTo>
                <a:lnTo>
                  <a:pt x="243" y="48"/>
                </a:lnTo>
                <a:lnTo>
                  <a:pt x="256" y="43"/>
                </a:lnTo>
                <a:lnTo>
                  <a:pt x="270" y="39"/>
                </a:lnTo>
                <a:lnTo>
                  <a:pt x="284" y="36"/>
                </a:lnTo>
                <a:lnTo>
                  <a:pt x="298" y="33"/>
                </a:lnTo>
                <a:lnTo>
                  <a:pt x="312" y="30"/>
                </a:lnTo>
                <a:lnTo>
                  <a:pt x="326" y="29"/>
                </a:lnTo>
                <a:lnTo>
                  <a:pt x="340" y="28"/>
                </a:lnTo>
                <a:lnTo>
                  <a:pt x="354" y="27"/>
                </a:lnTo>
                <a:lnTo>
                  <a:pt x="368" y="28"/>
                </a:lnTo>
                <a:lnTo>
                  <a:pt x="383" y="29"/>
                </a:lnTo>
                <a:lnTo>
                  <a:pt x="397" y="30"/>
                </a:lnTo>
                <a:lnTo>
                  <a:pt x="411" y="33"/>
                </a:lnTo>
                <a:lnTo>
                  <a:pt x="424" y="35"/>
                </a:lnTo>
                <a:lnTo>
                  <a:pt x="438" y="38"/>
                </a:lnTo>
                <a:lnTo>
                  <a:pt x="451" y="42"/>
                </a:lnTo>
                <a:lnTo>
                  <a:pt x="464" y="47"/>
                </a:lnTo>
                <a:lnTo>
                  <a:pt x="478" y="52"/>
                </a:lnTo>
                <a:lnTo>
                  <a:pt x="491" y="57"/>
                </a:lnTo>
                <a:lnTo>
                  <a:pt x="504" y="64"/>
                </a:lnTo>
                <a:lnTo>
                  <a:pt x="517" y="70"/>
                </a:lnTo>
                <a:lnTo>
                  <a:pt x="529" y="78"/>
                </a:lnTo>
                <a:lnTo>
                  <a:pt x="542" y="86"/>
                </a:lnTo>
                <a:lnTo>
                  <a:pt x="553" y="95"/>
                </a:lnTo>
                <a:lnTo>
                  <a:pt x="564" y="103"/>
                </a:lnTo>
                <a:lnTo>
                  <a:pt x="576" y="114"/>
                </a:lnTo>
                <a:lnTo>
                  <a:pt x="587" y="124"/>
                </a:lnTo>
                <a:lnTo>
                  <a:pt x="597" y="136"/>
                </a:lnTo>
                <a:lnTo>
                  <a:pt x="608" y="149"/>
                </a:lnTo>
                <a:lnTo>
                  <a:pt x="619" y="161"/>
                </a:lnTo>
                <a:lnTo>
                  <a:pt x="627" y="174"/>
                </a:lnTo>
                <a:lnTo>
                  <a:pt x="636" y="187"/>
                </a:lnTo>
                <a:lnTo>
                  <a:pt x="644" y="201"/>
                </a:lnTo>
                <a:lnTo>
                  <a:pt x="651" y="216"/>
                </a:lnTo>
                <a:lnTo>
                  <a:pt x="657" y="230"/>
                </a:lnTo>
                <a:lnTo>
                  <a:pt x="664" y="245"/>
                </a:lnTo>
                <a:lnTo>
                  <a:pt x="668" y="260"/>
                </a:lnTo>
                <a:lnTo>
                  <a:pt x="672" y="276"/>
                </a:lnTo>
                <a:lnTo>
                  <a:pt x="676" y="291"/>
                </a:lnTo>
                <a:lnTo>
                  <a:pt x="679" y="307"/>
                </a:lnTo>
                <a:lnTo>
                  <a:pt x="681" y="324"/>
                </a:lnTo>
                <a:lnTo>
                  <a:pt x="682" y="340"/>
                </a:lnTo>
                <a:lnTo>
                  <a:pt x="682" y="356"/>
                </a:lnTo>
                <a:lnTo>
                  <a:pt x="682" y="372"/>
                </a:lnTo>
                <a:lnTo>
                  <a:pt x="681" y="388"/>
                </a:lnTo>
                <a:lnTo>
                  <a:pt x="679" y="404"/>
                </a:lnTo>
                <a:lnTo>
                  <a:pt x="676" y="420"/>
                </a:lnTo>
                <a:lnTo>
                  <a:pt x="672" y="436"/>
                </a:lnTo>
                <a:lnTo>
                  <a:pt x="668" y="451"/>
                </a:lnTo>
                <a:lnTo>
                  <a:pt x="664" y="466"/>
                </a:lnTo>
                <a:lnTo>
                  <a:pt x="657" y="481"/>
                </a:lnTo>
                <a:lnTo>
                  <a:pt x="651" y="496"/>
                </a:lnTo>
                <a:lnTo>
                  <a:pt x="644" y="510"/>
                </a:lnTo>
                <a:lnTo>
                  <a:pt x="636" y="524"/>
                </a:lnTo>
                <a:lnTo>
                  <a:pt x="627" y="537"/>
                </a:lnTo>
                <a:lnTo>
                  <a:pt x="619" y="551"/>
                </a:lnTo>
                <a:lnTo>
                  <a:pt x="608" y="564"/>
                </a:lnTo>
                <a:lnTo>
                  <a:pt x="597" y="576"/>
                </a:lnTo>
                <a:lnTo>
                  <a:pt x="587" y="588"/>
                </a:lnTo>
                <a:lnTo>
                  <a:pt x="575" y="599"/>
                </a:lnTo>
                <a:lnTo>
                  <a:pt x="562" y="609"/>
                </a:lnTo>
                <a:lnTo>
                  <a:pt x="549" y="620"/>
                </a:lnTo>
                <a:lnTo>
                  <a:pt x="536" y="628"/>
                </a:lnTo>
                <a:lnTo>
                  <a:pt x="523" y="637"/>
                </a:lnTo>
                <a:lnTo>
                  <a:pt x="509" y="646"/>
                </a:lnTo>
                <a:lnTo>
                  <a:pt x="494" y="652"/>
                </a:lnTo>
                <a:lnTo>
                  <a:pt x="480" y="658"/>
                </a:lnTo>
                <a:lnTo>
                  <a:pt x="465" y="665"/>
                </a:lnTo>
                <a:lnTo>
                  <a:pt x="450" y="669"/>
                </a:lnTo>
                <a:lnTo>
                  <a:pt x="435" y="674"/>
                </a:lnTo>
                <a:lnTo>
                  <a:pt x="419" y="678"/>
                </a:lnTo>
                <a:lnTo>
                  <a:pt x="403" y="680"/>
                </a:lnTo>
                <a:lnTo>
                  <a:pt x="387" y="682"/>
                </a:lnTo>
                <a:lnTo>
                  <a:pt x="371" y="683"/>
                </a:lnTo>
                <a:lnTo>
                  <a:pt x="355" y="684"/>
                </a:lnTo>
                <a:lnTo>
                  <a:pt x="339" y="683"/>
                </a:lnTo>
                <a:lnTo>
                  <a:pt x="323" y="682"/>
                </a:lnTo>
                <a:lnTo>
                  <a:pt x="307" y="680"/>
                </a:lnTo>
                <a:lnTo>
                  <a:pt x="291" y="678"/>
                </a:lnTo>
                <a:lnTo>
                  <a:pt x="274" y="674"/>
                </a:lnTo>
                <a:lnTo>
                  <a:pt x="259" y="669"/>
                </a:lnTo>
                <a:lnTo>
                  <a:pt x="244" y="665"/>
                </a:lnTo>
                <a:lnTo>
                  <a:pt x="229" y="658"/>
                </a:lnTo>
                <a:lnTo>
                  <a:pt x="214" y="652"/>
                </a:lnTo>
                <a:lnTo>
                  <a:pt x="200" y="646"/>
                </a:lnTo>
                <a:lnTo>
                  <a:pt x="186" y="637"/>
                </a:lnTo>
                <a:lnTo>
                  <a:pt x="174" y="628"/>
                </a:lnTo>
                <a:lnTo>
                  <a:pt x="160" y="620"/>
                </a:lnTo>
                <a:lnTo>
                  <a:pt x="147" y="609"/>
                </a:lnTo>
                <a:lnTo>
                  <a:pt x="135" y="599"/>
                </a:lnTo>
                <a:lnTo>
                  <a:pt x="123" y="588"/>
                </a:lnTo>
                <a:lnTo>
                  <a:pt x="112" y="577"/>
                </a:lnTo>
                <a:lnTo>
                  <a:pt x="103" y="565"/>
                </a:lnTo>
                <a:lnTo>
                  <a:pt x="94" y="554"/>
                </a:lnTo>
                <a:lnTo>
                  <a:pt x="85" y="543"/>
                </a:lnTo>
                <a:lnTo>
                  <a:pt x="77" y="530"/>
                </a:lnTo>
                <a:lnTo>
                  <a:pt x="70" y="518"/>
                </a:lnTo>
                <a:lnTo>
                  <a:pt x="63" y="505"/>
                </a:lnTo>
                <a:lnTo>
                  <a:pt x="57" y="492"/>
                </a:lnTo>
                <a:lnTo>
                  <a:pt x="50" y="479"/>
                </a:lnTo>
                <a:lnTo>
                  <a:pt x="46" y="465"/>
                </a:lnTo>
                <a:lnTo>
                  <a:pt x="42" y="452"/>
                </a:lnTo>
                <a:lnTo>
                  <a:pt x="37" y="438"/>
                </a:lnTo>
                <a:lnTo>
                  <a:pt x="34" y="424"/>
                </a:lnTo>
                <a:lnTo>
                  <a:pt x="31" y="410"/>
                </a:lnTo>
                <a:lnTo>
                  <a:pt x="29" y="397"/>
                </a:lnTo>
                <a:lnTo>
                  <a:pt x="28" y="383"/>
                </a:lnTo>
                <a:lnTo>
                  <a:pt x="27" y="369"/>
                </a:lnTo>
                <a:lnTo>
                  <a:pt x="27" y="355"/>
                </a:lnTo>
                <a:lnTo>
                  <a:pt x="27" y="341"/>
                </a:lnTo>
                <a:lnTo>
                  <a:pt x="28" y="326"/>
                </a:lnTo>
                <a:lnTo>
                  <a:pt x="30" y="312"/>
                </a:lnTo>
                <a:lnTo>
                  <a:pt x="32" y="298"/>
                </a:lnTo>
                <a:lnTo>
                  <a:pt x="35" y="284"/>
                </a:lnTo>
                <a:lnTo>
                  <a:pt x="38" y="270"/>
                </a:lnTo>
                <a:lnTo>
                  <a:pt x="43" y="257"/>
                </a:lnTo>
                <a:lnTo>
                  <a:pt x="47" y="243"/>
                </a:lnTo>
                <a:lnTo>
                  <a:pt x="52" y="229"/>
                </a:lnTo>
                <a:lnTo>
                  <a:pt x="59" y="216"/>
                </a:lnTo>
                <a:lnTo>
                  <a:pt x="65" y="203"/>
                </a:lnTo>
                <a:lnTo>
                  <a:pt x="72" y="190"/>
                </a:lnTo>
                <a:lnTo>
                  <a:pt x="80" y="178"/>
                </a:lnTo>
                <a:lnTo>
                  <a:pt x="89" y="165"/>
                </a:lnTo>
                <a:lnTo>
                  <a:pt x="91" y="160"/>
                </a:lnTo>
                <a:lnTo>
                  <a:pt x="91" y="155"/>
                </a:lnTo>
                <a:lnTo>
                  <a:pt x="89" y="150"/>
                </a:lnTo>
                <a:lnTo>
                  <a:pt x="86" y="145"/>
                </a:lnTo>
                <a:lnTo>
                  <a:pt x="80" y="143"/>
                </a:lnTo>
                <a:lnTo>
                  <a:pt x="75" y="143"/>
                </a:lnTo>
                <a:lnTo>
                  <a:pt x="70" y="145"/>
                </a:lnTo>
                <a:lnTo>
                  <a:pt x="66" y="149"/>
                </a:lnTo>
                <a:lnTo>
                  <a:pt x="58" y="160"/>
                </a:lnTo>
                <a:lnTo>
                  <a:pt x="50" y="172"/>
                </a:lnTo>
                <a:lnTo>
                  <a:pt x="44" y="184"/>
                </a:lnTo>
                <a:lnTo>
                  <a:pt x="37" y="196"/>
                </a:lnTo>
                <a:lnTo>
                  <a:pt x="26" y="222"/>
                </a:lnTo>
                <a:lnTo>
                  <a:pt x="17" y="247"/>
                </a:lnTo>
                <a:lnTo>
                  <a:pt x="9" y="274"/>
                </a:lnTo>
                <a:lnTo>
                  <a:pt x="4" y="301"/>
                </a:lnTo>
                <a:lnTo>
                  <a:pt x="1" y="328"/>
                </a:lnTo>
                <a:lnTo>
                  <a:pt x="0" y="356"/>
                </a:lnTo>
                <a:lnTo>
                  <a:pt x="0" y="356"/>
                </a:lnTo>
                <a:lnTo>
                  <a:pt x="0" y="370"/>
                </a:lnTo>
                <a:lnTo>
                  <a:pt x="1" y="384"/>
                </a:lnTo>
                <a:lnTo>
                  <a:pt x="2" y="399"/>
                </a:lnTo>
                <a:lnTo>
                  <a:pt x="4" y="415"/>
                </a:lnTo>
                <a:lnTo>
                  <a:pt x="7" y="430"/>
                </a:lnTo>
                <a:lnTo>
                  <a:pt x="11" y="446"/>
                </a:lnTo>
                <a:lnTo>
                  <a:pt x="15" y="461"/>
                </a:lnTo>
                <a:lnTo>
                  <a:pt x="20" y="476"/>
                </a:lnTo>
                <a:lnTo>
                  <a:pt x="26" y="490"/>
                </a:lnTo>
                <a:lnTo>
                  <a:pt x="32" y="505"/>
                </a:lnTo>
                <a:lnTo>
                  <a:pt x="38" y="519"/>
                </a:lnTo>
                <a:lnTo>
                  <a:pt x="46" y="533"/>
                </a:lnTo>
                <a:lnTo>
                  <a:pt x="55" y="546"/>
                </a:lnTo>
                <a:lnTo>
                  <a:pt x="63" y="559"/>
                </a:lnTo>
                <a:lnTo>
                  <a:pt x="73" y="572"/>
                </a:lnTo>
                <a:lnTo>
                  <a:pt x="82" y="584"/>
                </a:lnTo>
                <a:lnTo>
                  <a:pt x="92" y="596"/>
                </a:lnTo>
                <a:lnTo>
                  <a:pt x="104" y="607"/>
                </a:lnTo>
                <a:lnTo>
                  <a:pt x="117" y="620"/>
                </a:lnTo>
                <a:lnTo>
                  <a:pt x="130" y="632"/>
                </a:lnTo>
                <a:lnTo>
                  <a:pt x="144" y="642"/>
                </a:lnTo>
                <a:lnTo>
                  <a:pt x="158" y="652"/>
                </a:lnTo>
                <a:lnTo>
                  <a:pt x="173" y="662"/>
                </a:lnTo>
                <a:lnTo>
                  <a:pt x="188" y="670"/>
                </a:lnTo>
                <a:lnTo>
                  <a:pt x="203" y="678"/>
                </a:lnTo>
                <a:lnTo>
                  <a:pt x="219" y="684"/>
                </a:lnTo>
                <a:lnTo>
                  <a:pt x="235" y="691"/>
                </a:lnTo>
                <a:lnTo>
                  <a:pt x="251" y="696"/>
                </a:lnTo>
                <a:lnTo>
                  <a:pt x="268" y="701"/>
                </a:lnTo>
                <a:lnTo>
                  <a:pt x="285" y="705"/>
                </a:lnTo>
                <a:lnTo>
                  <a:pt x="302" y="708"/>
                </a:lnTo>
                <a:lnTo>
                  <a:pt x="320" y="710"/>
                </a:lnTo>
                <a:lnTo>
                  <a:pt x="337" y="711"/>
                </a:lnTo>
                <a:lnTo>
                  <a:pt x="355" y="711"/>
                </a:lnTo>
                <a:lnTo>
                  <a:pt x="372" y="711"/>
                </a:lnTo>
                <a:lnTo>
                  <a:pt x="390" y="710"/>
                </a:lnTo>
                <a:lnTo>
                  <a:pt x="407" y="708"/>
                </a:lnTo>
                <a:lnTo>
                  <a:pt x="425" y="705"/>
                </a:lnTo>
                <a:lnTo>
                  <a:pt x="442" y="701"/>
                </a:lnTo>
                <a:lnTo>
                  <a:pt x="458" y="696"/>
                </a:lnTo>
                <a:lnTo>
                  <a:pt x="475" y="691"/>
                </a:lnTo>
                <a:lnTo>
                  <a:pt x="491" y="684"/>
                </a:lnTo>
                <a:lnTo>
                  <a:pt x="506" y="678"/>
                </a:lnTo>
                <a:lnTo>
                  <a:pt x="522" y="670"/>
                </a:lnTo>
                <a:lnTo>
                  <a:pt x="537" y="662"/>
                </a:lnTo>
                <a:lnTo>
                  <a:pt x="552" y="652"/>
                </a:lnTo>
                <a:lnTo>
                  <a:pt x="566" y="642"/>
                </a:lnTo>
                <a:lnTo>
                  <a:pt x="580" y="632"/>
                </a:lnTo>
                <a:lnTo>
                  <a:pt x="593" y="620"/>
                </a:lnTo>
                <a:lnTo>
                  <a:pt x="606" y="607"/>
                </a:lnTo>
                <a:lnTo>
                  <a:pt x="619" y="594"/>
                </a:lnTo>
                <a:lnTo>
                  <a:pt x="630" y="581"/>
                </a:lnTo>
                <a:lnTo>
                  <a:pt x="640" y="567"/>
                </a:lnTo>
                <a:lnTo>
                  <a:pt x="651" y="553"/>
                </a:lnTo>
                <a:lnTo>
                  <a:pt x="660" y="538"/>
                </a:lnTo>
                <a:lnTo>
                  <a:pt x="668" y="523"/>
                </a:lnTo>
                <a:lnTo>
                  <a:pt x="677" y="508"/>
                </a:lnTo>
                <a:lnTo>
                  <a:pt x="683" y="492"/>
                </a:lnTo>
                <a:lnTo>
                  <a:pt x="690" y="476"/>
                </a:lnTo>
                <a:lnTo>
                  <a:pt x="695" y="460"/>
                </a:lnTo>
                <a:lnTo>
                  <a:pt x="699" y="443"/>
                </a:lnTo>
                <a:lnTo>
                  <a:pt x="704" y="426"/>
                </a:lnTo>
                <a:lnTo>
                  <a:pt x="707" y="408"/>
                </a:lnTo>
                <a:lnTo>
                  <a:pt x="709" y="391"/>
                </a:lnTo>
                <a:lnTo>
                  <a:pt x="710" y="374"/>
                </a:lnTo>
                <a:lnTo>
                  <a:pt x="710" y="356"/>
                </a:lnTo>
                <a:lnTo>
                  <a:pt x="710" y="339"/>
                </a:lnTo>
                <a:lnTo>
                  <a:pt x="709" y="320"/>
                </a:lnTo>
                <a:lnTo>
                  <a:pt x="707" y="303"/>
                </a:lnTo>
                <a:lnTo>
                  <a:pt x="704" y="286"/>
                </a:lnTo>
                <a:lnTo>
                  <a:pt x="699" y="269"/>
                </a:lnTo>
                <a:lnTo>
                  <a:pt x="695" y="253"/>
                </a:lnTo>
                <a:lnTo>
                  <a:pt x="690" y="236"/>
                </a:lnTo>
                <a:lnTo>
                  <a:pt x="683" y="219"/>
                </a:lnTo>
                <a:lnTo>
                  <a:pt x="677" y="204"/>
                </a:lnTo>
                <a:lnTo>
                  <a:pt x="668" y="188"/>
                </a:lnTo>
                <a:lnTo>
                  <a:pt x="660" y="173"/>
                </a:lnTo>
                <a:lnTo>
                  <a:pt x="651" y="158"/>
                </a:lnTo>
                <a:lnTo>
                  <a:pt x="640" y="144"/>
                </a:lnTo>
                <a:lnTo>
                  <a:pt x="630" y="130"/>
                </a:lnTo>
                <a:lnTo>
                  <a:pt x="619" y="117"/>
                </a:lnTo>
                <a:lnTo>
                  <a:pt x="606" y="1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2" name="Freeform 431">
            <a:extLst>
              <a:ext uri="{FF2B5EF4-FFF2-40B4-BE49-F238E27FC236}">
                <a16:creationId xmlns:a16="http://schemas.microsoft.com/office/drawing/2014/main" id="{310D519A-1629-4599-9517-4D6DCE97D558}"/>
              </a:ext>
            </a:extLst>
          </p:cNvPr>
          <p:cNvSpPr>
            <a:spLocks/>
          </p:cNvSpPr>
          <p:nvPr/>
        </p:nvSpPr>
        <p:spPr bwMode="auto">
          <a:xfrm>
            <a:off x="5476876" y="4759326"/>
            <a:ext cx="14288" cy="14288"/>
          </a:xfrm>
          <a:custGeom>
            <a:avLst/>
            <a:gdLst>
              <a:gd name="T0" fmla="*/ 23 w 27"/>
              <a:gd name="T1" fmla="*/ 5 h 28"/>
              <a:gd name="T2" fmla="*/ 19 w 27"/>
              <a:gd name="T3" fmla="*/ 1 h 28"/>
              <a:gd name="T4" fmla="*/ 14 w 27"/>
              <a:gd name="T5" fmla="*/ 0 h 28"/>
              <a:gd name="T6" fmla="*/ 8 w 27"/>
              <a:gd name="T7" fmla="*/ 1 h 28"/>
              <a:gd name="T8" fmla="*/ 4 w 27"/>
              <a:gd name="T9" fmla="*/ 5 h 28"/>
              <a:gd name="T10" fmla="*/ 4 w 27"/>
              <a:gd name="T11" fmla="*/ 5 h 28"/>
              <a:gd name="T12" fmla="*/ 1 w 27"/>
              <a:gd name="T13" fmla="*/ 9 h 28"/>
              <a:gd name="T14" fmla="*/ 0 w 27"/>
              <a:gd name="T15" fmla="*/ 14 h 28"/>
              <a:gd name="T16" fmla="*/ 1 w 27"/>
              <a:gd name="T17" fmla="*/ 20 h 28"/>
              <a:gd name="T18" fmla="*/ 4 w 27"/>
              <a:gd name="T19" fmla="*/ 24 h 28"/>
              <a:gd name="T20" fmla="*/ 8 w 27"/>
              <a:gd name="T21" fmla="*/ 27 h 28"/>
              <a:gd name="T22" fmla="*/ 14 w 27"/>
              <a:gd name="T23" fmla="*/ 28 h 28"/>
              <a:gd name="T24" fmla="*/ 19 w 27"/>
              <a:gd name="T25" fmla="*/ 27 h 28"/>
              <a:gd name="T26" fmla="*/ 23 w 27"/>
              <a:gd name="T27" fmla="*/ 24 h 28"/>
              <a:gd name="T28" fmla="*/ 23 w 27"/>
              <a:gd name="T29" fmla="*/ 24 h 28"/>
              <a:gd name="T30" fmla="*/ 26 w 27"/>
              <a:gd name="T31" fmla="*/ 20 h 28"/>
              <a:gd name="T32" fmla="*/ 27 w 27"/>
              <a:gd name="T33" fmla="*/ 14 h 28"/>
              <a:gd name="T34" fmla="*/ 26 w 27"/>
              <a:gd name="T35" fmla="*/ 9 h 28"/>
              <a:gd name="T36" fmla="*/ 23 w 27"/>
              <a:gd name="T37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7" h="28">
                <a:moveTo>
                  <a:pt x="23" y="5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3" y="24"/>
                </a:lnTo>
                <a:lnTo>
                  <a:pt x="26" y="20"/>
                </a:lnTo>
                <a:lnTo>
                  <a:pt x="27" y="14"/>
                </a:lnTo>
                <a:lnTo>
                  <a:pt x="26" y="9"/>
                </a:lnTo>
                <a:lnTo>
                  <a:pt x="2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3" name="Freeform 432">
            <a:extLst>
              <a:ext uri="{FF2B5EF4-FFF2-40B4-BE49-F238E27FC236}">
                <a16:creationId xmlns:a16="http://schemas.microsoft.com/office/drawing/2014/main" id="{B572BA6E-AB84-4352-B1E1-29459229A2C9}"/>
              </a:ext>
            </a:extLst>
          </p:cNvPr>
          <p:cNvSpPr>
            <a:spLocks noEditPoints="1"/>
          </p:cNvSpPr>
          <p:nvPr/>
        </p:nvSpPr>
        <p:spPr bwMode="auto">
          <a:xfrm>
            <a:off x="5480051" y="4810126"/>
            <a:ext cx="265113" cy="225425"/>
          </a:xfrm>
          <a:custGeom>
            <a:avLst/>
            <a:gdLst>
              <a:gd name="T0" fmla="*/ 323 w 501"/>
              <a:gd name="T1" fmla="*/ 3 h 427"/>
              <a:gd name="T2" fmla="*/ 284 w 501"/>
              <a:gd name="T3" fmla="*/ 16 h 427"/>
              <a:gd name="T4" fmla="*/ 251 w 501"/>
              <a:gd name="T5" fmla="*/ 38 h 427"/>
              <a:gd name="T6" fmla="*/ 217 w 501"/>
              <a:gd name="T7" fmla="*/ 16 h 427"/>
              <a:gd name="T8" fmla="*/ 179 w 501"/>
              <a:gd name="T9" fmla="*/ 3 h 427"/>
              <a:gd name="T10" fmla="*/ 136 w 501"/>
              <a:gd name="T11" fmla="*/ 1 h 427"/>
              <a:gd name="T12" fmla="*/ 92 w 501"/>
              <a:gd name="T13" fmla="*/ 13 h 427"/>
              <a:gd name="T14" fmla="*/ 56 w 501"/>
              <a:gd name="T15" fmla="*/ 35 h 427"/>
              <a:gd name="T16" fmla="*/ 26 w 501"/>
              <a:gd name="T17" fmla="*/ 68 h 427"/>
              <a:gd name="T18" fmla="*/ 7 w 501"/>
              <a:gd name="T19" fmla="*/ 109 h 427"/>
              <a:gd name="T20" fmla="*/ 0 w 501"/>
              <a:gd name="T21" fmla="*/ 154 h 427"/>
              <a:gd name="T22" fmla="*/ 4 w 501"/>
              <a:gd name="T23" fmla="*/ 183 h 427"/>
              <a:gd name="T24" fmla="*/ 18 w 501"/>
              <a:gd name="T25" fmla="*/ 214 h 427"/>
              <a:gd name="T26" fmla="*/ 40 w 501"/>
              <a:gd name="T27" fmla="*/ 249 h 427"/>
              <a:gd name="T28" fmla="*/ 70 w 501"/>
              <a:gd name="T29" fmla="*/ 284 h 427"/>
              <a:gd name="T30" fmla="*/ 146 w 501"/>
              <a:gd name="T31" fmla="*/ 354 h 427"/>
              <a:gd name="T32" fmla="*/ 205 w 501"/>
              <a:gd name="T33" fmla="*/ 399 h 427"/>
              <a:gd name="T34" fmla="*/ 247 w 501"/>
              <a:gd name="T35" fmla="*/ 427 h 427"/>
              <a:gd name="T36" fmla="*/ 258 w 501"/>
              <a:gd name="T37" fmla="*/ 425 h 427"/>
              <a:gd name="T38" fmla="*/ 315 w 501"/>
              <a:gd name="T39" fmla="*/ 386 h 427"/>
              <a:gd name="T40" fmla="*/ 379 w 501"/>
              <a:gd name="T41" fmla="*/ 336 h 427"/>
              <a:gd name="T42" fmla="*/ 443 w 501"/>
              <a:gd name="T43" fmla="*/ 272 h 427"/>
              <a:gd name="T44" fmla="*/ 471 w 501"/>
              <a:gd name="T45" fmla="*/ 237 h 427"/>
              <a:gd name="T46" fmla="*/ 489 w 501"/>
              <a:gd name="T47" fmla="*/ 205 h 427"/>
              <a:gd name="T48" fmla="*/ 500 w 501"/>
              <a:gd name="T49" fmla="*/ 174 h 427"/>
              <a:gd name="T50" fmla="*/ 501 w 501"/>
              <a:gd name="T51" fmla="*/ 139 h 427"/>
              <a:gd name="T52" fmla="*/ 489 w 501"/>
              <a:gd name="T53" fmla="*/ 94 h 427"/>
              <a:gd name="T54" fmla="*/ 467 w 501"/>
              <a:gd name="T55" fmla="*/ 57 h 427"/>
              <a:gd name="T56" fmla="*/ 434 w 501"/>
              <a:gd name="T57" fmla="*/ 27 h 427"/>
              <a:gd name="T58" fmla="*/ 396 w 501"/>
              <a:gd name="T59" fmla="*/ 7 h 427"/>
              <a:gd name="T60" fmla="*/ 351 w 501"/>
              <a:gd name="T61" fmla="*/ 0 h 427"/>
              <a:gd name="T62" fmla="*/ 207 w 501"/>
              <a:gd name="T63" fmla="*/ 366 h 427"/>
              <a:gd name="T64" fmla="*/ 116 w 501"/>
              <a:gd name="T65" fmla="*/ 291 h 427"/>
              <a:gd name="T66" fmla="*/ 57 w 501"/>
              <a:gd name="T67" fmla="*/ 225 h 427"/>
              <a:gd name="T68" fmla="*/ 40 w 501"/>
              <a:gd name="T69" fmla="*/ 196 h 427"/>
              <a:gd name="T70" fmla="*/ 30 w 501"/>
              <a:gd name="T71" fmla="*/ 170 h 427"/>
              <a:gd name="T72" fmla="*/ 29 w 501"/>
              <a:gd name="T73" fmla="*/ 141 h 427"/>
              <a:gd name="T74" fmla="*/ 37 w 501"/>
              <a:gd name="T75" fmla="*/ 105 h 427"/>
              <a:gd name="T76" fmla="*/ 57 w 501"/>
              <a:gd name="T77" fmla="*/ 74 h 427"/>
              <a:gd name="T78" fmla="*/ 82 w 501"/>
              <a:gd name="T79" fmla="*/ 49 h 427"/>
              <a:gd name="T80" fmla="*/ 115 w 501"/>
              <a:gd name="T81" fmla="*/ 34 h 427"/>
              <a:gd name="T82" fmla="*/ 151 w 501"/>
              <a:gd name="T83" fmla="*/ 28 h 427"/>
              <a:gd name="T84" fmla="*/ 189 w 501"/>
              <a:gd name="T85" fmla="*/ 34 h 427"/>
              <a:gd name="T86" fmla="*/ 222 w 501"/>
              <a:gd name="T87" fmla="*/ 50 h 427"/>
              <a:gd name="T88" fmla="*/ 242 w 501"/>
              <a:gd name="T89" fmla="*/ 70 h 427"/>
              <a:gd name="T90" fmla="*/ 251 w 501"/>
              <a:gd name="T91" fmla="*/ 72 h 427"/>
              <a:gd name="T92" fmla="*/ 258 w 501"/>
              <a:gd name="T93" fmla="*/ 70 h 427"/>
              <a:gd name="T94" fmla="*/ 280 w 501"/>
              <a:gd name="T95" fmla="*/ 50 h 427"/>
              <a:gd name="T96" fmla="*/ 313 w 501"/>
              <a:gd name="T97" fmla="*/ 34 h 427"/>
              <a:gd name="T98" fmla="*/ 351 w 501"/>
              <a:gd name="T99" fmla="*/ 28 h 427"/>
              <a:gd name="T100" fmla="*/ 387 w 501"/>
              <a:gd name="T101" fmla="*/ 34 h 427"/>
              <a:gd name="T102" fmla="*/ 419 w 501"/>
              <a:gd name="T103" fmla="*/ 49 h 427"/>
              <a:gd name="T104" fmla="*/ 445 w 501"/>
              <a:gd name="T105" fmla="*/ 74 h 427"/>
              <a:gd name="T106" fmla="*/ 464 w 501"/>
              <a:gd name="T107" fmla="*/ 105 h 427"/>
              <a:gd name="T108" fmla="*/ 473 w 501"/>
              <a:gd name="T109" fmla="*/ 141 h 427"/>
              <a:gd name="T110" fmla="*/ 472 w 501"/>
              <a:gd name="T111" fmla="*/ 170 h 427"/>
              <a:gd name="T112" fmla="*/ 459 w 501"/>
              <a:gd name="T113" fmla="*/ 203 h 427"/>
              <a:gd name="T114" fmla="*/ 421 w 501"/>
              <a:gd name="T115" fmla="*/ 254 h 427"/>
              <a:gd name="T116" fmla="*/ 370 w 501"/>
              <a:gd name="T117" fmla="*/ 306 h 427"/>
              <a:gd name="T118" fmla="*/ 314 w 501"/>
              <a:gd name="T119" fmla="*/ 352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01" h="427">
                <a:moveTo>
                  <a:pt x="351" y="0"/>
                </a:moveTo>
                <a:lnTo>
                  <a:pt x="337" y="1"/>
                </a:lnTo>
                <a:lnTo>
                  <a:pt x="323" y="3"/>
                </a:lnTo>
                <a:lnTo>
                  <a:pt x="310" y="6"/>
                </a:lnTo>
                <a:lnTo>
                  <a:pt x="297" y="11"/>
                </a:lnTo>
                <a:lnTo>
                  <a:pt x="284" y="16"/>
                </a:lnTo>
                <a:lnTo>
                  <a:pt x="272" y="22"/>
                </a:lnTo>
                <a:lnTo>
                  <a:pt x="262" y="30"/>
                </a:lnTo>
                <a:lnTo>
                  <a:pt x="251" y="38"/>
                </a:lnTo>
                <a:lnTo>
                  <a:pt x="240" y="30"/>
                </a:lnTo>
                <a:lnTo>
                  <a:pt x="228" y="22"/>
                </a:lnTo>
                <a:lnTo>
                  <a:pt x="217" y="16"/>
                </a:lnTo>
                <a:lnTo>
                  <a:pt x="205" y="11"/>
                </a:lnTo>
                <a:lnTo>
                  <a:pt x="192" y="6"/>
                </a:lnTo>
                <a:lnTo>
                  <a:pt x="179" y="3"/>
                </a:lnTo>
                <a:lnTo>
                  <a:pt x="165" y="1"/>
                </a:lnTo>
                <a:lnTo>
                  <a:pt x="151" y="0"/>
                </a:lnTo>
                <a:lnTo>
                  <a:pt x="136" y="1"/>
                </a:lnTo>
                <a:lnTo>
                  <a:pt x="121" y="3"/>
                </a:lnTo>
                <a:lnTo>
                  <a:pt x="106" y="7"/>
                </a:lnTo>
                <a:lnTo>
                  <a:pt x="92" y="13"/>
                </a:lnTo>
                <a:lnTo>
                  <a:pt x="79" y="19"/>
                </a:lnTo>
                <a:lnTo>
                  <a:pt x="66" y="27"/>
                </a:lnTo>
                <a:lnTo>
                  <a:pt x="56" y="35"/>
                </a:lnTo>
                <a:lnTo>
                  <a:pt x="45" y="46"/>
                </a:lnTo>
                <a:lnTo>
                  <a:pt x="35" y="57"/>
                </a:lnTo>
                <a:lnTo>
                  <a:pt x="26" y="68"/>
                </a:lnTo>
                <a:lnTo>
                  <a:pt x="18" y="81"/>
                </a:lnTo>
                <a:lnTo>
                  <a:pt x="12" y="94"/>
                </a:lnTo>
                <a:lnTo>
                  <a:pt x="7" y="109"/>
                </a:lnTo>
                <a:lnTo>
                  <a:pt x="3" y="123"/>
                </a:lnTo>
                <a:lnTo>
                  <a:pt x="1" y="139"/>
                </a:lnTo>
                <a:lnTo>
                  <a:pt x="0" y="154"/>
                </a:lnTo>
                <a:lnTo>
                  <a:pt x="1" y="164"/>
                </a:lnTo>
                <a:lnTo>
                  <a:pt x="2" y="174"/>
                </a:lnTo>
                <a:lnTo>
                  <a:pt x="4" y="183"/>
                </a:lnTo>
                <a:lnTo>
                  <a:pt x="8" y="194"/>
                </a:lnTo>
                <a:lnTo>
                  <a:pt x="13" y="205"/>
                </a:lnTo>
                <a:lnTo>
                  <a:pt x="18" y="214"/>
                </a:lnTo>
                <a:lnTo>
                  <a:pt x="23" y="226"/>
                </a:lnTo>
                <a:lnTo>
                  <a:pt x="31" y="237"/>
                </a:lnTo>
                <a:lnTo>
                  <a:pt x="40" y="249"/>
                </a:lnTo>
                <a:lnTo>
                  <a:pt x="48" y="261"/>
                </a:lnTo>
                <a:lnTo>
                  <a:pt x="59" y="272"/>
                </a:lnTo>
                <a:lnTo>
                  <a:pt x="70" y="284"/>
                </a:lnTo>
                <a:lnTo>
                  <a:pt x="94" y="309"/>
                </a:lnTo>
                <a:lnTo>
                  <a:pt x="123" y="336"/>
                </a:lnTo>
                <a:lnTo>
                  <a:pt x="146" y="354"/>
                </a:lnTo>
                <a:lnTo>
                  <a:pt x="167" y="371"/>
                </a:lnTo>
                <a:lnTo>
                  <a:pt x="187" y="386"/>
                </a:lnTo>
                <a:lnTo>
                  <a:pt x="205" y="399"/>
                </a:lnTo>
                <a:lnTo>
                  <a:pt x="232" y="417"/>
                </a:lnTo>
                <a:lnTo>
                  <a:pt x="243" y="425"/>
                </a:lnTo>
                <a:lnTo>
                  <a:pt x="247" y="427"/>
                </a:lnTo>
                <a:lnTo>
                  <a:pt x="251" y="427"/>
                </a:lnTo>
                <a:lnTo>
                  <a:pt x="254" y="427"/>
                </a:lnTo>
                <a:lnTo>
                  <a:pt x="258" y="425"/>
                </a:lnTo>
                <a:lnTo>
                  <a:pt x="270" y="417"/>
                </a:lnTo>
                <a:lnTo>
                  <a:pt x="297" y="399"/>
                </a:lnTo>
                <a:lnTo>
                  <a:pt x="315" y="386"/>
                </a:lnTo>
                <a:lnTo>
                  <a:pt x="335" y="371"/>
                </a:lnTo>
                <a:lnTo>
                  <a:pt x="356" y="354"/>
                </a:lnTo>
                <a:lnTo>
                  <a:pt x="379" y="336"/>
                </a:lnTo>
                <a:lnTo>
                  <a:pt x="406" y="309"/>
                </a:lnTo>
                <a:lnTo>
                  <a:pt x="432" y="284"/>
                </a:lnTo>
                <a:lnTo>
                  <a:pt x="443" y="272"/>
                </a:lnTo>
                <a:lnTo>
                  <a:pt x="453" y="261"/>
                </a:lnTo>
                <a:lnTo>
                  <a:pt x="462" y="249"/>
                </a:lnTo>
                <a:lnTo>
                  <a:pt x="471" y="237"/>
                </a:lnTo>
                <a:lnTo>
                  <a:pt x="477" y="226"/>
                </a:lnTo>
                <a:lnTo>
                  <a:pt x="484" y="214"/>
                </a:lnTo>
                <a:lnTo>
                  <a:pt x="489" y="205"/>
                </a:lnTo>
                <a:lnTo>
                  <a:pt x="493" y="194"/>
                </a:lnTo>
                <a:lnTo>
                  <a:pt x="497" y="183"/>
                </a:lnTo>
                <a:lnTo>
                  <a:pt x="500" y="174"/>
                </a:lnTo>
                <a:lnTo>
                  <a:pt x="501" y="164"/>
                </a:lnTo>
                <a:lnTo>
                  <a:pt x="501" y="154"/>
                </a:lnTo>
                <a:lnTo>
                  <a:pt x="501" y="139"/>
                </a:lnTo>
                <a:lnTo>
                  <a:pt x="499" y="123"/>
                </a:lnTo>
                <a:lnTo>
                  <a:pt x="494" y="109"/>
                </a:lnTo>
                <a:lnTo>
                  <a:pt x="489" y="94"/>
                </a:lnTo>
                <a:lnTo>
                  <a:pt x="483" y="81"/>
                </a:lnTo>
                <a:lnTo>
                  <a:pt x="475" y="68"/>
                </a:lnTo>
                <a:lnTo>
                  <a:pt x="467" y="57"/>
                </a:lnTo>
                <a:lnTo>
                  <a:pt x="457" y="46"/>
                </a:lnTo>
                <a:lnTo>
                  <a:pt x="446" y="35"/>
                </a:lnTo>
                <a:lnTo>
                  <a:pt x="434" y="27"/>
                </a:lnTo>
                <a:lnTo>
                  <a:pt x="423" y="19"/>
                </a:lnTo>
                <a:lnTo>
                  <a:pt x="409" y="13"/>
                </a:lnTo>
                <a:lnTo>
                  <a:pt x="396" y="7"/>
                </a:lnTo>
                <a:lnTo>
                  <a:pt x="381" y="3"/>
                </a:lnTo>
                <a:lnTo>
                  <a:pt x="366" y="1"/>
                </a:lnTo>
                <a:lnTo>
                  <a:pt x="351" y="0"/>
                </a:lnTo>
                <a:close/>
                <a:moveTo>
                  <a:pt x="251" y="397"/>
                </a:moveTo>
                <a:lnTo>
                  <a:pt x="233" y="385"/>
                </a:lnTo>
                <a:lnTo>
                  <a:pt x="207" y="366"/>
                </a:lnTo>
                <a:lnTo>
                  <a:pt x="176" y="342"/>
                </a:lnTo>
                <a:lnTo>
                  <a:pt x="141" y="314"/>
                </a:lnTo>
                <a:lnTo>
                  <a:pt x="116" y="291"/>
                </a:lnTo>
                <a:lnTo>
                  <a:pt x="92" y="268"/>
                </a:lnTo>
                <a:lnTo>
                  <a:pt x="73" y="247"/>
                </a:lnTo>
                <a:lnTo>
                  <a:pt x="57" y="225"/>
                </a:lnTo>
                <a:lnTo>
                  <a:pt x="50" y="216"/>
                </a:lnTo>
                <a:lnTo>
                  <a:pt x="45" y="206"/>
                </a:lnTo>
                <a:lnTo>
                  <a:pt x="40" y="196"/>
                </a:lnTo>
                <a:lnTo>
                  <a:pt x="35" y="188"/>
                </a:lnTo>
                <a:lnTo>
                  <a:pt x="32" y="179"/>
                </a:lnTo>
                <a:lnTo>
                  <a:pt x="30" y="170"/>
                </a:lnTo>
                <a:lnTo>
                  <a:pt x="29" y="163"/>
                </a:lnTo>
                <a:lnTo>
                  <a:pt x="28" y="154"/>
                </a:lnTo>
                <a:lnTo>
                  <a:pt x="29" y="141"/>
                </a:lnTo>
                <a:lnTo>
                  <a:pt x="31" y="130"/>
                </a:lnTo>
                <a:lnTo>
                  <a:pt x="33" y="117"/>
                </a:lnTo>
                <a:lnTo>
                  <a:pt x="37" y="105"/>
                </a:lnTo>
                <a:lnTo>
                  <a:pt x="43" y="94"/>
                </a:lnTo>
                <a:lnTo>
                  <a:pt x="49" y="84"/>
                </a:lnTo>
                <a:lnTo>
                  <a:pt x="57" y="74"/>
                </a:lnTo>
                <a:lnTo>
                  <a:pt x="64" y="65"/>
                </a:lnTo>
                <a:lnTo>
                  <a:pt x="73" y="57"/>
                </a:lnTo>
                <a:lnTo>
                  <a:pt x="82" y="49"/>
                </a:lnTo>
                <a:lnTo>
                  <a:pt x="92" y="44"/>
                </a:lnTo>
                <a:lnTo>
                  <a:pt x="103" y="38"/>
                </a:lnTo>
                <a:lnTo>
                  <a:pt x="115" y="34"/>
                </a:lnTo>
                <a:lnTo>
                  <a:pt x="126" y="31"/>
                </a:lnTo>
                <a:lnTo>
                  <a:pt x="138" y="29"/>
                </a:lnTo>
                <a:lnTo>
                  <a:pt x="151" y="28"/>
                </a:lnTo>
                <a:lnTo>
                  <a:pt x="164" y="29"/>
                </a:lnTo>
                <a:lnTo>
                  <a:pt x="176" y="31"/>
                </a:lnTo>
                <a:lnTo>
                  <a:pt x="189" y="34"/>
                </a:lnTo>
                <a:lnTo>
                  <a:pt x="199" y="38"/>
                </a:lnTo>
                <a:lnTo>
                  <a:pt x="211" y="44"/>
                </a:lnTo>
                <a:lnTo>
                  <a:pt x="222" y="50"/>
                </a:lnTo>
                <a:lnTo>
                  <a:pt x="232" y="59"/>
                </a:lnTo>
                <a:lnTo>
                  <a:pt x="240" y="67"/>
                </a:lnTo>
                <a:lnTo>
                  <a:pt x="242" y="70"/>
                </a:lnTo>
                <a:lnTo>
                  <a:pt x="246" y="71"/>
                </a:lnTo>
                <a:lnTo>
                  <a:pt x="248" y="72"/>
                </a:lnTo>
                <a:lnTo>
                  <a:pt x="251" y="72"/>
                </a:lnTo>
                <a:lnTo>
                  <a:pt x="254" y="72"/>
                </a:lnTo>
                <a:lnTo>
                  <a:pt x="256" y="71"/>
                </a:lnTo>
                <a:lnTo>
                  <a:pt x="258" y="70"/>
                </a:lnTo>
                <a:lnTo>
                  <a:pt x="261" y="67"/>
                </a:lnTo>
                <a:lnTo>
                  <a:pt x="270" y="59"/>
                </a:lnTo>
                <a:lnTo>
                  <a:pt x="280" y="50"/>
                </a:lnTo>
                <a:lnTo>
                  <a:pt x="291" y="44"/>
                </a:lnTo>
                <a:lnTo>
                  <a:pt x="301" y="38"/>
                </a:lnTo>
                <a:lnTo>
                  <a:pt x="313" y="34"/>
                </a:lnTo>
                <a:lnTo>
                  <a:pt x="325" y="31"/>
                </a:lnTo>
                <a:lnTo>
                  <a:pt x="338" y="29"/>
                </a:lnTo>
                <a:lnTo>
                  <a:pt x="351" y="28"/>
                </a:lnTo>
                <a:lnTo>
                  <a:pt x="362" y="29"/>
                </a:lnTo>
                <a:lnTo>
                  <a:pt x="375" y="31"/>
                </a:lnTo>
                <a:lnTo>
                  <a:pt x="387" y="34"/>
                </a:lnTo>
                <a:lnTo>
                  <a:pt x="398" y="38"/>
                </a:lnTo>
                <a:lnTo>
                  <a:pt x="409" y="44"/>
                </a:lnTo>
                <a:lnTo>
                  <a:pt x="419" y="49"/>
                </a:lnTo>
                <a:lnTo>
                  <a:pt x="429" y="57"/>
                </a:lnTo>
                <a:lnTo>
                  <a:pt x="438" y="65"/>
                </a:lnTo>
                <a:lnTo>
                  <a:pt x="445" y="74"/>
                </a:lnTo>
                <a:lnTo>
                  <a:pt x="453" y="84"/>
                </a:lnTo>
                <a:lnTo>
                  <a:pt x="459" y="94"/>
                </a:lnTo>
                <a:lnTo>
                  <a:pt x="464" y="105"/>
                </a:lnTo>
                <a:lnTo>
                  <a:pt x="468" y="117"/>
                </a:lnTo>
                <a:lnTo>
                  <a:pt x="471" y="130"/>
                </a:lnTo>
                <a:lnTo>
                  <a:pt x="473" y="141"/>
                </a:lnTo>
                <a:lnTo>
                  <a:pt x="474" y="154"/>
                </a:lnTo>
                <a:lnTo>
                  <a:pt x="473" y="162"/>
                </a:lnTo>
                <a:lnTo>
                  <a:pt x="472" y="170"/>
                </a:lnTo>
                <a:lnTo>
                  <a:pt x="470" y="178"/>
                </a:lnTo>
                <a:lnTo>
                  <a:pt x="467" y="187"/>
                </a:lnTo>
                <a:lnTo>
                  <a:pt x="459" y="203"/>
                </a:lnTo>
                <a:lnTo>
                  <a:pt x="448" y="220"/>
                </a:lnTo>
                <a:lnTo>
                  <a:pt x="435" y="237"/>
                </a:lnTo>
                <a:lnTo>
                  <a:pt x="421" y="254"/>
                </a:lnTo>
                <a:lnTo>
                  <a:pt x="405" y="272"/>
                </a:lnTo>
                <a:lnTo>
                  <a:pt x="388" y="289"/>
                </a:lnTo>
                <a:lnTo>
                  <a:pt x="370" y="306"/>
                </a:lnTo>
                <a:lnTo>
                  <a:pt x="352" y="322"/>
                </a:lnTo>
                <a:lnTo>
                  <a:pt x="332" y="337"/>
                </a:lnTo>
                <a:lnTo>
                  <a:pt x="314" y="352"/>
                </a:lnTo>
                <a:lnTo>
                  <a:pt x="280" y="377"/>
                </a:lnTo>
                <a:lnTo>
                  <a:pt x="251" y="3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4" name="Freeform 433">
            <a:extLst>
              <a:ext uri="{FF2B5EF4-FFF2-40B4-BE49-F238E27FC236}">
                <a16:creationId xmlns:a16="http://schemas.microsoft.com/office/drawing/2014/main" id="{210B4C10-763B-423A-83E8-FBD27DE25CB6}"/>
              </a:ext>
            </a:extLst>
          </p:cNvPr>
          <p:cNvSpPr>
            <a:spLocks/>
          </p:cNvSpPr>
          <p:nvPr/>
        </p:nvSpPr>
        <p:spPr bwMode="auto">
          <a:xfrm>
            <a:off x="5627688" y="4854576"/>
            <a:ext cx="15875" cy="14288"/>
          </a:xfrm>
          <a:custGeom>
            <a:avLst/>
            <a:gdLst>
              <a:gd name="T0" fmla="*/ 3 w 28"/>
              <a:gd name="T1" fmla="*/ 4 h 28"/>
              <a:gd name="T2" fmla="*/ 3 w 28"/>
              <a:gd name="T3" fmla="*/ 4 h 28"/>
              <a:gd name="T4" fmla="*/ 0 w 28"/>
              <a:gd name="T5" fmla="*/ 8 h 28"/>
              <a:gd name="T6" fmla="*/ 0 w 28"/>
              <a:gd name="T7" fmla="*/ 14 h 28"/>
              <a:gd name="T8" fmla="*/ 1 w 28"/>
              <a:gd name="T9" fmla="*/ 19 h 28"/>
              <a:gd name="T10" fmla="*/ 4 w 28"/>
              <a:gd name="T11" fmla="*/ 23 h 28"/>
              <a:gd name="T12" fmla="*/ 9 w 28"/>
              <a:gd name="T13" fmla="*/ 26 h 28"/>
              <a:gd name="T14" fmla="*/ 13 w 28"/>
              <a:gd name="T15" fmla="*/ 28 h 28"/>
              <a:gd name="T16" fmla="*/ 16 w 28"/>
              <a:gd name="T17" fmla="*/ 26 h 28"/>
              <a:gd name="T18" fmla="*/ 18 w 28"/>
              <a:gd name="T19" fmla="*/ 26 h 28"/>
              <a:gd name="T20" fmla="*/ 21 w 28"/>
              <a:gd name="T21" fmla="*/ 24 h 28"/>
              <a:gd name="T22" fmla="*/ 24 w 28"/>
              <a:gd name="T23" fmla="*/ 23 h 28"/>
              <a:gd name="T24" fmla="*/ 24 w 28"/>
              <a:gd name="T25" fmla="*/ 22 h 28"/>
              <a:gd name="T26" fmla="*/ 27 w 28"/>
              <a:gd name="T27" fmla="*/ 18 h 28"/>
              <a:gd name="T28" fmla="*/ 28 w 28"/>
              <a:gd name="T29" fmla="*/ 12 h 28"/>
              <a:gd name="T30" fmla="*/ 26 w 28"/>
              <a:gd name="T31" fmla="*/ 7 h 28"/>
              <a:gd name="T32" fmla="*/ 22 w 28"/>
              <a:gd name="T33" fmla="*/ 3 h 28"/>
              <a:gd name="T34" fmla="*/ 18 w 28"/>
              <a:gd name="T35" fmla="*/ 0 h 28"/>
              <a:gd name="T36" fmla="*/ 13 w 28"/>
              <a:gd name="T37" fmla="*/ 0 h 28"/>
              <a:gd name="T38" fmla="*/ 7 w 28"/>
              <a:gd name="T39" fmla="*/ 1 h 28"/>
              <a:gd name="T40" fmla="*/ 3 w 28"/>
              <a:gd name="T41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" h="28">
                <a:moveTo>
                  <a:pt x="3" y="4"/>
                </a:moveTo>
                <a:lnTo>
                  <a:pt x="3" y="4"/>
                </a:lnTo>
                <a:lnTo>
                  <a:pt x="0" y="8"/>
                </a:lnTo>
                <a:lnTo>
                  <a:pt x="0" y="14"/>
                </a:lnTo>
                <a:lnTo>
                  <a:pt x="1" y="19"/>
                </a:lnTo>
                <a:lnTo>
                  <a:pt x="4" y="23"/>
                </a:lnTo>
                <a:lnTo>
                  <a:pt x="9" y="26"/>
                </a:lnTo>
                <a:lnTo>
                  <a:pt x="13" y="28"/>
                </a:lnTo>
                <a:lnTo>
                  <a:pt x="16" y="26"/>
                </a:lnTo>
                <a:lnTo>
                  <a:pt x="18" y="26"/>
                </a:lnTo>
                <a:lnTo>
                  <a:pt x="21" y="24"/>
                </a:lnTo>
                <a:lnTo>
                  <a:pt x="24" y="23"/>
                </a:lnTo>
                <a:lnTo>
                  <a:pt x="24" y="22"/>
                </a:lnTo>
                <a:lnTo>
                  <a:pt x="27" y="18"/>
                </a:lnTo>
                <a:lnTo>
                  <a:pt x="28" y="12"/>
                </a:lnTo>
                <a:lnTo>
                  <a:pt x="26" y="7"/>
                </a:lnTo>
                <a:lnTo>
                  <a:pt x="22" y="3"/>
                </a:lnTo>
                <a:lnTo>
                  <a:pt x="18" y="0"/>
                </a:lnTo>
                <a:lnTo>
                  <a:pt x="13" y="0"/>
                </a:lnTo>
                <a:lnTo>
                  <a:pt x="7" y="1"/>
                </a:lnTo>
                <a:lnTo>
                  <a:pt x="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5" name="Freeform 434">
            <a:extLst>
              <a:ext uri="{FF2B5EF4-FFF2-40B4-BE49-F238E27FC236}">
                <a16:creationId xmlns:a16="http://schemas.microsoft.com/office/drawing/2014/main" id="{59E6B1A1-CB43-49A6-B6CD-CFF8F2BD8ADC}"/>
              </a:ext>
            </a:extLst>
          </p:cNvPr>
          <p:cNvSpPr>
            <a:spLocks/>
          </p:cNvSpPr>
          <p:nvPr/>
        </p:nvSpPr>
        <p:spPr bwMode="auto">
          <a:xfrm>
            <a:off x="5651501" y="4840288"/>
            <a:ext cx="61913" cy="58738"/>
          </a:xfrm>
          <a:custGeom>
            <a:avLst/>
            <a:gdLst>
              <a:gd name="T0" fmla="*/ 27 w 118"/>
              <a:gd name="T1" fmla="*/ 0 h 109"/>
              <a:gd name="T2" fmla="*/ 18 w 118"/>
              <a:gd name="T3" fmla="*/ 1 h 109"/>
              <a:gd name="T4" fmla="*/ 11 w 118"/>
              <a:gd name="T5" fmla="*/ 2 h 109"/>
              <a:gd name="T6" fmla="*/ 6 w 118"/>
              <a:gd name="T7" fmla="*/ 4 h 109"/>
              <a:gd name="T8" fmla="*/ 2 w 118"/>
              <a:gd name="T9" fmla="*/ 7 h 109"/>
              <a:gd name="T10" fmla="*/ 0 w 118"/>
              <a:gd name="T11" fmla="*/ 13 h 109"/>
              <a:gd name="T12" fmla="*/ 0 w 118"/>
              <a:gd name="T13" fmla="*/ 18 h 109"/>
              <a:gd name="T14" fmla="*/ 2 w 118"/>
              <a:gd name="T15" fmla="*/ 22 h 109"/>
              <a:gd name="T16" fmla="*/ 5 w 118"/>
              <a:gd name="T17" fmla="*/ 27 h 109"/>
              <a:gd name="T18" fmla="*/ 11 w 118"/>
              <a:gd name="T19" fmla="*/ 29 h 109"/>
              <a:gd name="T20" fmla="*/ 16 w 118"/>
              <a:gd name="T21" fmla="*/ 29 h 109"/>
              <a:gd name="T22" fmla="*/ 21 w 118"/>
              <a:gd name="T23" fmla="*/ 29 h 109"/>
              <a:gd name="T24" fmla="*/ 27 w 118"/>
              <a:gd name="T25" fmla="*/ 28 h 109"/>
              <a:gd name="T26" fmla="*/ 33 w 118"/>
              <a:gd name="T27" fmla="*/ 29 h 109"/>
              <a:gd name="T28" fmla="*/ 40 w 118"/>
              <a:gd name="T29" fmla="*/ 30 h 109"/>
              <a:gd name="T30" fmla="*/ 45 w 118"/>
              <a:gd name="T31" fmla="*/ 31 h 109"/>
              <a:gd name="T32" fmla="*/ 51 w 118"/>
              <a:gd name="T33" fmla="*/ 33 h 109"/>
              <a:gd name="T34" fmla="*/ 57 w 118"/>
              <a:gd name="T35" fmla="*/ 36 h 109"/>
              <a:gd name="T36" fmla="*/ 62 w 118"/>
              <a:gd name="T37" fmla="*/ 40 h 109"/>
              <a:gd name="T38" fmla="*/ 67 w 118"/>
              <a:gd name="T39" fmla="*/ 44 h 109"/>
              <a:gd name="T40" fmla="*/ 72 w 118"/>
              <a:gd name="T41" fmla="*/ 48 h 109"/>
              <a:gd name="T42" fmla="*/ 76 w 118"/>
              <a:gd name="T43" fmla="*/ 52 h 109"/>
              <a:gd name="T44" fmla="*/ 79 w 118"/>
              <a:gd name="T45" fmla="*/ 58 h 109"/>
              <a:gd name="T46" fmla="*/ 82 w 118"/>
              <a:gd name="T47" fmla="*/ 63 h 109"/>
              <a:gd name="T48" fmla="*/ 86 w 118"/>
              <a:gd name="T49" fmla="*/ 70 h 109"/>
              <a:gd name="T50" fmla="*/ 88 w 118"/>
              <a:gd name="T51" fmla="*/ 76 h 109"/>
              <a:gd name="T52" fmla="*/ 89 w 118"/>
              <a:gd name="T53" fmla="*/ 82 h 109"/>
              <a:gd name="T54" fmla="*/ 90 w 118"/>
              <a:gd name="T55" fmla="*/ 89 h 109"/>
              <a:gd name="T56" fmla="*/ 90 w 118"/>
              <a:gd name="T57" fmla="*/ 95 h 109"/>
              <a:gd name="T58" fmla="*/ 91 w 118"/>
              <a:gd name="T59" fmla="*/ 101 h 109"/>
              <a:gd name="T60" fmla="*/ 94 w 118"/>
              <a:gd name="T61" fmla="*/ 105 h 109"/>
              <a:gd name="T62" fmla="*/ 99 w 118"/>
              <a:gd name="T63" fmla="*/ 108 h 109"/>
              <a:gd name="T64" fmla="*/ 104 w 118"/>
              <a:gd name="T65" fmla="*/ 109 h 109"/>
              <a:gd name="T66" fmla="*/ 109 w 118"/>
              <a:gd name="T67" fmla="*/ 108 h 109"/>
              <a:gd name="T68" fmla="*/ 114 w 118"/>
              <a:gd name="T69" fmla="*/ 105 h 109"/>
              <a:gd name="T70" fmla="*/ 117 w 118"/>
              <a:gd name="T71" fmla="*/ 101 h 109"/>
              <a:gd name="T72" fmla="*/ 118 w 118"/>
              <a:gd name="T73" fmla="*/ 95 h 109"/>
              <a:gd name="T74" fmla="*/ 118 w 118"/>
              <a:gd name="T75" fmla="*/ 86 h 109"/>
              <a:gd name="T76" fmla="*/ 117 w 118"/>
              <a:gd name="T77" fmla="*/ 76 h 109"/>
              <a:gd name="T78" fmla="*/ 114 w 118"/>
              <a:gd name="T79" fmla="*/ 67 h 109"/>
              <a:gd name="T80" fmla="*/ 111 w 118"/>
              <a:gd name="T81" fmla="*/ 59 h 109"/>
              <a:gd name="T82" fmla="*/ 107 w 118"/>
              <a:gd name="T83" fmla="*/ 50 h 109"/>
              <a:gd name="T84" fmla="*/ 103 w 118"/>
              <a:gd name="T85" fmla="*/ 43 h 109"/>
              <a:gd name="T86" fmla="*/ 97 w 118"/>
              <a:gd name="T87" fmla="*/ 35 h 109"/>
              <a:gd name="T88" fmla="*/ 91 w 118"/>
              <a:gd name="T89" fmla="*/ 29 h 109"/>
              <a:gd name="T90" fmla="*/ 85 w 118"/>
              <a:gd name="T91" fmla="*/ 22 h 109"/>
              <a:gd name="T92" fmla="*/ 78 w 118"/>
              <a:gd name="T93" fmla="*/ 17 h 109"/>
              <a:gd name="T94" fmla="*/ 70 w 118"/>
              <a:gd name="T95" fmla="*/ 12 h 109"/>
              <a:gd name="T96" fmla="*/ 62 w 118"/>
              <a:gd name="T97" fmla="*/ 7 h 109"/>
              <a:gd name="T98" fmla="*/ 54 w 118"/>
              <a:gd name="T99" fmla="*/ 4 h 109"/>
              <a:gd name="T100" fmla="*/ 45 w 118"/>
              <a:gd name="T101" fmla="*/ 2 h 109"/>
              <a:gd name="T102" fmla="*/ 35 w 118"/>
              <a:gd name="T103" fmla="*/ 1 h 109"/>
              <a:gd name="T104" fmla="*/ 27 w 118"/>
              <a:gd name="T105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8" h="109">
                <a:moveTo>
                  <a:pt x="27" y="0"/>
                </a:moveTo>
                <a:lnTo>
                  <a:pt x="18" y="1"/>
                </a:lnTo>
                <a:lnTo>
                  <a:pt x="11" y="2"/>
                </a:lnTo>
                <a:lnTo>
                  <a:pt x="6" y="4"/>
                </a:lnTo>
                <a:lnTo>
                  <a:pt x="2" y="7"/>
                </a:lnTo>
                <a:lnTo>
                  <a:pt x="0" y="13"/>
                </a:lnTo>
                <a:lnTo>
                  <a:pt x="0" y="18"/>
                </a:lnTo>
                <a:lnTo>
                  <a:pt x="2" y="22"/>
                </a:lnTo>
                <a:lnTo>
                  <a:pt x="5" y="27"/>
                </a:lnTo>
                <a:lnTo>
                  <a:pt x="11" y="29"/>
                </a:lnTo>
                <a:lnTo>
                  <a:pt x="16" y="29"/>
                </a:lnTo>
                <a:lnTo>
                  <a:pt x="21" y="29"/>
                </a:lnTo>
                <a:lnTo>
                  <a:pt x="27" y="28"/>
                </a:lnTo>
                <a:lnTo>
                  <a:pt x="33" y="29"/>
                </a:lnTo>
                <a:lnTo>
                  <a:pt x="40" y="30"/>
                </a:lnTo>
                <a:lnTo>
                  <a:pt x="45" y="31"/>
                </a:lnTo>
                <a:lnTo>
                  <a:pt x="51" y="33"/>
                </a:lnTo>
                <a:lnTo>
                  <a:pt x="57" y="36"/>
                </a:lnTo>
                <a:lnTo>
                  <a:pt x="62" y="40"/>
                </a:lnTo>
                <a:lnTo>
                  <a:pt x="67" y="44"/>
                </a:lnTo>
                <a:lnTo>
                  <a:pt x="72" y="48"/>
                </a:lnTo>
                <a:lnTo>
                  <a:pt x="76" y="52"/>
                </a:lnTo>
                <a:lnTo>
                  <a:pt x="79" y="58"/>
                </a:lnTo>
                <a:lnTo>
                  <a:pt x="82" y="63"/>
                </a:lnTo>
                <a:lnTo>
                  <a:pt x="86" y="70"/>
                </a:lnTo>
                <a:lnTo>
                  <a:pt x="88" y="76"/>
                </a:lnTo>
                <a:lnTo>
                  <a:pt x="89" y="82"/>
                </a:lnTo>
                <a:lnTo>
                  <a:pt x="90" y="89"/>
                </a:lnTo>
                <a:lnTo>
                  <a:pt x="90" y="95"/>
                </a:lnTo>
                <a:lnTo>
                  <a:pt x="91" y="101"/>
                </a:lnTo>
                <a:lnTo>
                  <a:pt x="94" y="105"/>
                </a:lnTo>
                <a:lnTo>
                  <a:pt x="99" y="108"/>
                </a:lnTo>
                <a:lnTo>
                  <a:pt x="104" y="109"/>
                </a:lnTo>
                <a:lnTo>
                  <a:pt x="109" y="108"/>
                </a:lnTo>
                <a:lnTo>
                  <a:pt x="114" y="105"/>
                </a:lnTo>
                <a:lnTo>
                  <a:pt x="117" y="101"/>
                </a:lnTo>
                <a:lnTo>
                  <a:pt x="118" y="95"/>
                </a:lnTo>
                <a:lnTo>
                  <a:pt x="118" y="86"/>
                </a:lnTo>
                <a:lnTo>
                  <a:pt x="117" y="76"/>
                </a:lnTo>
                <a:lnTo>
                  <a:pt x="114" y="67"/>
                </a:lnTo>
                <a:lnTo>
                  <a:pt x="111" y="59"/>
                </a:lnTo>
                <a:lnTo>
                  <a:pt x="107" y="50"/>
                </a:lnTo>
                <a:lnTo>
                  <a:pt x="103" y="43"/>
                </a:lnTo>
                <a:lnTo>
                  <a:pt x="97" y="35"/>
                </a:lnTo>
                <a:lnTo>
                  <a:pt x="91" y="29"/>
                </a:lnTo>
                <a:lnTo>
                  <a:pt x="85" y="22"/>
                </a:lnTo>
                <a:lnTo>
                  <a:pt x="78" y="17"/>
                </a:lnTo>
                <a:lnTo>
                  <a:pt x="70" y="12"/>
                </a:lnTo>
                <a:lnTo>
                  <a:pt x="62" y="7"/>
                </a:lnTo>
                <a:lnTo>
                  <a:pt x="54" y="4"/>
                </a:lnTo>
                <a:lnTo>
                  <a:pt x="45" y="2"/>
                </a:lnTo>
                <a:lnTo>
                  <a:pt x="35" y="1"/>
                </a:lnTo>
                <a:lnTo>
                  <a:pt x="2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" name="Freeform 435">
            <a:extLst>
              <a:ext uri="{FF2B5EF4-FFF2-40B4-BE49-F238E27FC236}">
                <a16:creationId xmlns:a16="http://schemas.microsoft.com/office/drawing/2014/main" id="{28C6E276-FD52-48C8-BF81-5DDF86A4CCB1}"/>
              </a:ext>
            </a:extLst>
          </p:cNvPr>
          <p:cNvSpPr>
            <a:spLocks/>
          </p:cNvSpPr>
          <p:nvPr/>
        </p:nvSpPr>
        <p:spPr bwMode="auto">
          <a:xfrm>
            <a:off x="5605463" y="4741863"/>
            <a:ext cx="14288" cy="33338"/>
          </a:xfrm>
          <a:custGeom>
            <a:avLst/>
            <a:gdLst>
              <a:gd name="T0" fmla="*/ 14 w 28"/>
              <a:gd name="T1" fmla="*/ 0 h 64"/>
              <a:gd name="T2" fmla="*/ 9 w 28"/>
              <a:gd name="T3" fmla="*/ 1 h 64"/>
              <a:gd name="T4" fmla="*/ 4 w 28"/>
              <a:gd name="T5" fmla="*/ 4 h 64"/>
              <a:gd name="T6" fmla="*/ 1 w 28"/>
              <a:gd name="T7" fmla="*/ 9 h 64"/>
              <a:gd name="T8" fmla="*/ 0 w 28"/>
              <a:gd name="T9" fmla="*/ 14 h 64"/>
              <a:gd name="T10" fmla="*/ 0 w 28"/>
              <a:gd name="T11" fmla="*/ 50 h 64"/>
              <a:gd name="T12" fmla="*/ 1 w 28"/>
              <a:gd name="T13" fmla="*/ 56 h 64"/>
              <a:gd name="T14" fmla="*/ 4 w 28"/>
              <a:gd name="T15" fmla="*/ 60 h 64"/>
              <a:gd name="T16" fmla="*/ 9 w 28"/>
              <a:gd name="T17" fmla="*/ 63 h 64"/>
              <a:gd name="T18" fmla="*/ 14 w 28"/>
              <a:gd name="T19" fmla="*/ 64 h 64"/>
              <a:gd name="T20" fmla="*/ 19 w 28"/>
              <a:gd name="T21" fmla="*/ 63 h 64"/>
              <a:gd name="T22" fmla="*/ 24 w 28"/>
              <a:gd name="T23" fmla="*/ 60 h 64"/>
              <a:gd name="T24" fmla="*/ 27 w 28"/>
              <a:gd name="T25" fmla="*/ 56 h 64"/>
              <a:gd name="T26" fmla="*/ 28 w 28"/>
              <a:gd name="T27" fmla="*/ 50 h 64"/>
              <a:gd name="T28" fmla="*/ 28 w 28"/>
              <a:gd name="T29" fmla="*/ 14 h 64"/>
              <a:gd name="T30" fmla="*/ 27 w 28"/>
              <a:gd name="T31" fmla="*/ 9 h 64"/>
              <a:gd name="T32" fmla="*/ 24 w 28"/>
              <a:gd name="T33" fmla="*/ 4 h 64"/>
              <a:gd name="T34" fmla="*/ 19 w 28"/>
              <a:gd name="T35" fmla="*/ 1 h 64"/>
              <a:gd name="T36" fmla="*/ 14 w 28"/>
              <a:gd name="T3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8" h="64">
                <a:moveTo>
                  <a:pt x="14" y="0"/>
                </a:moveTo>
                <a:lnTo>
                  <a:pt x="9" y="1"/>
                </a:lnTo>
                <a:lnTo>
                  <a:pt x="4" y="4"/>
                </a:lnTo>
                <a:lnTo>
                  <a:pt x="1" y="9"/>
                </a:lnTo>
                <a:lnTo>
                  <a:pt x="0" y="14"/>
                </a:lnTo>
                <a:lnTo>
                  <a:pt x="0" y="50"/>
                </a:lnTo>
                <a:lnTo>
                  <a:pt x="1" y="56"/>
                </a:lnTo>
                <a:lnTo>
                  <a:pt x="4" y="60"/>
                </a:lnTo>
                <a:lnTo>
                  <a:pt x="9" y="63"/>
                </a:lnTo>
                <a:lnTo>
                  <a:pt x="14" y="64"/>
                </a:lnTo>
                <a:lnTo>
                  <a:pt x="19" y="63"/>
                </a:lnTo>
                <a:lnTo>
                  <a:pt x="24" y="60"/>
                </a:lnTo>
                <a:lnTo>
                  <a:pt x="27" y="56"/>
                </a:lnTo>
                <a:lnTo>
                  <a:pt x="28" y="50"/>
                </a:lnTo>
                <a:lnTo>
                  <a:pt x="28" y="14"/>
                </a:lnTo>
                <a:lnTo>
                  <a:pt x="27" y="9"/>
                </a:lnTo>
                <a:lnTo>
                  <a:pt x="24" y="4"/>
                </a:lnTo>
                <a:lnTo>
                  <a:pt x="19" y="1"/>
                </a:lnTo>
                <a:lnTo>
                  <a:pt x="1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7" name="Freeform 436">
            <a:extLst>
              <a:ext uri="{FF2B5EF4-FFF2-40B4-BE49-F238E27FC236}">
                <a16:creationId xmlns:a16="http://schemas.microsoft.com/office/drawing/2014/main" id="{0CC843BB-18EA-45B2-B9BA-25340E600AF5}"/>
              </a:ext>
            </a:extLst>
          </p:cNvPr>
          <p:cNvSpPr>
            <a:spLocks/>
          </p:cNvSpPr>
          <p:nvPr/>
        </p:nvSpPr>
        <p:spPr bwMode="auto">
          <a:xfrm>
            <a:off x="5519738" y="4767263"/>
            <a:ext cx="28575" cy="28575"/>
          </a:xfrm>
          <a:custGeom>
            <a:avLst/>
            <a:gdLst>
              <a:gd name="T0" fmla="*/ 49 w 54"/>
              <a:gd name="T1" fmla="*/ 29 h 53"/>
              <a:gd name="T2" fmla="*/ 24 w 54"/>
              <a:gd name="T3" fmla="*/ 5 h 53"/>
              <a:gd name="T4" fmla="*/ 19 w 54"/>
              <a:gd name="T5" fmla="*/ 1 h 53"/>
              <a:gd name="T6" fmla="*/ 14 w 54"/>
              <a:gd name="T7" fmla="*/ 0 h 53"/>
              <a:gd name="T8" fmla="*/ 9 w 54"/>
              <a:gd name="T9" fmla="*/ 1 h 53"/>
              <a:gd name="T10" fmla="*/ 4 w 54"/>
              <a:gd name="T11" fmla="*/ 5 h 53"/>
              <a:gd name="T12" fmla="*/ 1 w 54"/>
              <a:gd name="T13" fmla="*/ 9 h 53"/>
              <a:gd name="T14" fmla="*/ 0 w 54"/>
              <a:gd name="T15" fmla="*/ 14 h 53"/>
              <a:gd name="T16" fmla="*/ 1 w 54"/>
              <a:gd name="T17" fmla="*/ 20 h 53"/>
              <a:gd name="T18" fmla="*/ 4 w 54"/>
              <a:gd name="T19" fmla="*/ 24 h 53"/>
              <a:gd name="T20" fmla="*/ 30 w 54"/>
              <a:gd name="T21" fmla="*/ 50 h 53"/>
              <a:gd name="T22" fmla="*/ 34 w 54"/>
              <a:gd name="T23" fmla="*/ 53 h 53"/>
              <a:gd name="T24" fmla="*/ 40 w 54"/>
              <a:gd name="T25" fmla="*/ 53 h 53"/>
              <a:gd name="T26" fmla="*/ 45 w 54"/>
              <a:gd name="T27" fmla="*/ 53 h 53"/>
              <a:gd name="T28" fmla="*/ 49 w 54"/>
              <a:gd name="T29" fmla="*/ 50 h 53"/>
              <a:gd name="T30" fmla="*/ 53 w 54"/>
              <a:gd name="T31" fmla="*/ 44 h 53"/>
              <a:gd name="T32" fmla="*/ 54 w 54"/>
              <a:gd name="T33" fmla="*/ 40 h 53"/>
              <a:gd name="T34" fmla="*/ 53 w 54"/>
              <a:gd name="T35" fmla="*/ 35 h 53"/>
              <a:gd name="T36" fmla="*/ 49 w 54"/>
              <a:gd name="T37" fmla="*/ 2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4" h="53">
                <a:moveTo>
                  <a:pt x="49" y="29"/>
                </a:moveTo>
                <a:lnTo>
                  <a:pt x="24" y="5"/>
                </a:lnTo>
                <a:lnTo>
                  <a:pt x="19" y="1"/>
                </a:lnTo>
                <a:lnTo>
                  <a:pt x="14" y="0"/>
                </a:lnTo>
                <a:lnTo>
                  <a:pt x="9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30" y="50"/>
                </a:lnTo>
                <a:lnTo>
                  <a:pt x="34" y="53"/>
                </a:lnTo>
                <a:lnTo>
                  <a:pt x="40" y="53"/>
                </a:lnTo>
                <a:lnTo>
                  <a:pt x="45" y="53"/>
                </a:lnTo>
                <a:lnTo>
                  <a:pt x="49" y="50"/>
                </a:lnTo>
                <a:lnTo>
                  <a:pt x="53" y="44"/>
                </a:lnTo>
                <a:lnTo>
                  <a:pt x="54" y="40"/>
                </a:lnTo>
                <a:lnTo>
                  <a:pt x="53" y="35"/>
                </a:lnTo>
                <a:lnTo>
                  <a:pt x="49" y="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8" name="Freeform 437">
            <a:extLst>
              <a:ext uri="{FF2B5EF4-FFF2-40B4-BE49-F238E27FC236}">
                <a16:creationId xmlns:a16="http://schemas.microsoft.com/office/drawing/2014/main" id="{4627B783-1603-411B-84CC-5A67C08F6FA1}"/>
              </a:ext>
            </a:extLst>
          </p:cNvPr>
          <p:cNvSpPr>
            <a:spLocks/>
          </p:cNvSpPr>
          <p:nvPr/>
        </p:nvSpPr>
        <p:spPr bwMode="auto">
          <a:xfrm>
            <a:off x="5676901" y="4767263"/>
            <a:ext cx="28575" cy="28575"/>
          </a:xfrm>
          <a:custGeom>
            <a:avLst/>
            <a:gdLst>
              <a:gd name="T0" fmla="*/ 49 w 54"/>
              <a:gd name="T1" fmla="*/ 5 h 53"/>
              <a:gd name="T2" fmla="*/ 45 w 54"/>
              <a:gd name="T3" fmla="*/ 1 h 53"/>
              <a:gd name="T4" fmla="*/ 40 w 54"/>
              <a:gd name="T5" fmla="*/ 0 h 53"/>
              <a:gd name="T6" fmla="*/ 34 w 54"/>
              <a:gd name="T7" fmla="*/ 1 h 53"/>
              <a:gd name="T8" fmla="*/ 30 w 54"/>
              <a:gd name="T9" fmla="*/ 5 h 53"/>
              <a:gd name="T10" fmla="*/ 4 w 54"/>
              <a:gd name="T11" fmla="*/ 29 h 53"/>
              <a:gd name="T12" fmla="*/ 1 w 54"/>
              <a:gd name="T13" fmla="*/ 35 h 53"/>
              <a:gd name="T14" fmla="*/ 0 w 54"/>
              <a:gd name="T15" fmla="*/ 40 h 53"/>
              <a:gd name="T16" fmla="*/ 1 w 54"/>
              <a:gd name="T17" fmla="*/ 44 h 53"/>
              <a:gd name="T18" fmla="*/ 4 w 54"/>
              <a:gd name="T19" fmla="*/ 50 h 53"/>
              <a:gd name="T20" fmla="*/ 9 w 54"/>
              <a:gd name="T21" fmla="*/ 53 h 53"/>
              <a:gd name="T22" fmla="*/ 14 w 54"/>
              <a:gd name="T23" fmla="*/ 53 h 53"/>
              <a:gd name="T24" fmla="*/ 19 w 54"/>
              <a:gd name="T25" fmla="*/ 53 h 53"/>
              <a:gd name="T26" fmla="*/ 24 w 54"/>
              <a:gd name="T27" fmla="*/ 50 h 53"/>
              <a:gd name="T28" fmla="*/ 49 w 54"/>
              <a:gd name="T29" fmla="*/ 24 h 53"/>
              <a:gd name="T30" fmla="*/ 53 w 54"/>
              <a:gd name="T31" fmla="*/ 20 h 53"/>
              <a:gd name="T32" fmla="*/ 54 w 54"/>
              <a:gd name="T33" fmla="*/ 14 h 53"/>
              <a:gd name="T34" fmla="*/ 53 w 54"/>
              <a:gd name="T35" fmla="*/ 9 h 53"/>
              <a:gd name="T36" fmla="*/ 49 w 54"/>
              <a:gd name="T37" fmla="*/ 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4" h="53">
                <a:moveTo>
                  <a:pt x="49" y="5"/>
                </a:moveTo>
                <a:lnTo>
                  <a:pt x="45" y="1"/>
                </a:lnTo>
                <a:lnTo>
                  <a:pt x="40" y="0"/>
                </a:lnTo>
                <a:lnTo>
                  <a:pt x="34" y="1"/>
                </a:lnTo>
                <a:lnTo>
                  <a:pt x="30" y="5"/>
                </a:lnTo>
                <a:lnTo>
                  <a:pt x="4" y="29"/>
                </a:lnTo>
                <a:lnTo>
                  <a:pt x="1" y="35"/>
                </a:lnTo>
                <a:lnTo>
                  <a:pt x="0" y="40"/>
                </a:lnTo>
                <a:lnTo>
                  <a:pt x="1" y="44"/>
                </a:lnTo>
                <a:lnTo>
                  <a:pt x="4" y="50"/>
                </a:lnTo>
                <a:lnTo>
                  <a:pt x="9" y="53"/>
                </a:lnTo>
                <a:lnTo>
                  <a:pt x="14" y="53"/>
                </a:lnTo>
                <a:lnTo>
                  <a:pt x="19" y="53"/>
                </a:lnTo>
                <a:lnTo>
                  <a:pt x="24" y="50"/>
                </a:lnTo>
                <a:lnTo>
                  <a:pt x="49" y="24"/>
                </a:lnTo>
                <a:lnTo>
                  <a:pt x="53" y="20"/>
                </a:lnTo>
                <a:lnTo>
                  <a:pt x="54" y="14"/>
                </a:lnTo>
                <a:lnTo>
                  <a:pt x="53" y="9"/>
                </a:lnTo>
                <a:lnTo>
                  <a:pt x="49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CC5F0F6-302B-4083-A5CD-2F6BE75404EA}"/>
              </a:ext>
            </a:extLst>
          </p:cNvPr>
          <p:cNvGrpSpPr/>
          <p:nvPr/>
        </p:nvGrpSpPr>
        <p:grpSpPr>
          <a:xfrm>
            <a:off x="5424488" y="3973513"/>
            <a:ext cx="376238" cy="376238"/>
            <a:chOff x="5424488" y="3973513"/>
            <a:chExt cx="376238" cy="376238"/>
          </a:xfrm>
          <a:solidFill>
            <a:schemeClr val="bg1"/>
          </a:solidFill>
        </p:grpSpPr>
        <p:sp>
          <p:nvSpPr>
            <p:cNvPr id="39" name="Freeform 438">
              <a:extLst>
                <a:ext uri="{FF2B5EF4-FFF2-40B4-BE49-F238E27FC236}">
                  <a16:creationId xmlns:a16="http://schemas.microsoft.com/office/drawing/2014/main" id="{A9ED60D4-4CC8-4435-851D-3FCB2ECF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7363" y="4335463"/>
              <a:ext cx="14288" cy="14288"/>
            </a:xfrm>
            <a:custGeom>
              <a:avLst/>
              <a:gdLst>
                <a:gd name="T0" fmla="*/ 24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4 w 28"/>
                <a:gd name="T9" fmla="*/ 4 h 27"/>
                <a:gd name="T10" fmla="*/ 1 w 28"/>
                <a:gd name="T11" fmla="*/ 9 h 27"/>
                <a:gd name="T12" fmla="*/ 0 w 28"/>
                <a:gd name="T13" fmla="*/ 13 h 27"/>
                <a:gd name="T14" fmla="*/ 1 w 28"/>
                <a:gd name="T15" fmla="*/ 19 h 27"/>
                <a:gd name="T16" fmla="*/ 4 w 28"/>
                <a:gd name="T17" fmla="*/ 24 h 27"/>
                <a:gd name="T18" fmla="*/ 9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4 h 27"/>
                <a:gd name="T26" fmla="*/ 27 w 28"/>
                <a:gd name="T27" fmla="*/ 19 h 27"/>
                <a:gd name="T28" fmla="*/ 28 w 28"/>
                <a:gd name="T29" fmla="*/ 13 h 27"/>
                <a:gd name="T30" fmla="*/ 27 w 28"/>
                <a:gd name="T31" fmla="*/ 9 h 27"/>
                <a:gd name="T32" fmla="*/ 24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4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439">
              <a:extLst>
                <a:ext uri="{FF2B5EF4-FFF2-40B4-BE49-F238E27FC236}">
                  <a16:creationId xmlns:a16="http://schemas.microsoft.com/office/drawing/2014/main" id="{07C6CC80-FC6F-42CC-96AC-B05678C7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9413" y="4203701"/>
              <a:ext cx="14288" cy="82550"/>
            </a:xfrm>
            <a:custGeom>
              <a:avLst/>
              <a:gdLst>
                <a:gd name="T0" fmla="*/ 14 w 28"/>
                <a:gd name="T1" fmla="*/ 0 h 157"/>
                <a:gd name="T2" fmla="*/ 9 w 28"/>
                <a:gd name="T3" fmla="*/ 1 h 157"/>
                <a:gd name="T4" fmla="*/ 5 w 28"/>
                <a:gd name="T5" fmla="*/ 4 h 157"/>
                <a:gd name="T6" fmla="*/ 1 w 28"/>
                <a:gd name="T7" fmla="*/ 8 h 157"/>
                <a:gd name="T8" fmla="*/ 0 w 28"/>
                <a:gd name="T9" fmla="*/ 13 h 157"/>
                <a:gd name="T10" fmla="*/ 0 w 28"/>
                <a:gd name="T11" fmla="*/ 143 h 157"/>
                <a:gd name="T12" fmla="*/ 1 w 28"/>
                <a:gd name="T13" fmla="*/ 149 h 157"/>
                <a:gd name="T14" fmla="*/ 5 w 28"/>
                <a:gd name="T15" fmla="*/ 153 h 157"/>
                <a:gd name="T16" fmla="*/ 9 w 28"/>
                <a:gd name="T17" fmla="*/ 156 h 157"/>
                <a:gd name="T18" fmla="*/ 14 w 28"/>
                <a:gd name="T19" fmla="*/ 157 h 157"/>
                <a:gd name="T20" fmla="*/ 20 w 28"/>
                <a:gd name="T21" fmla="*/ 156 h 157"/>
                <a:gd name="T22" fmla="*/ 24 w 28"/>
                <a:gd name="T23" fmla="*/ 153 h 157"/>
                <a:gd name="T24" fmla="*/ 27 w 28"/>
                <a:gd name="T25" fmla="*/ 149 h 157"/>
                <a:gd name="T26" fmla="*/ 28 w 28"/>
                <a:gd name="T27" fmla="*/ 143 h 157"/>
                <a:gd name="T28" fmla="*/ 28 w 28"/>
                <a:gd name="T29" fmla="*/ 13 h 157"/>
                <a:gd name="T30" fmla="*/ 27 w 28"/>
                <a:gd name="T31" fmla="*/ 8 h 157"/>
                <a:gd name="T32" fmla="*/ 24 w 28"/>
                <a:gd name="T33" fmla="*/ 4 h 157"/>
                <a:gd name="T34" fmla="*/ 20 w 28"/>
                <a:gd name="T35" fmla="*/ 1 h 157"/>
                <a:gd name="T36" fmla="*/ 14 w 28"/>
                <a:gd name="T3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57">
                  <a:moveTo>
                    <a:pt x="14" y="0"/>
                  </a:moveTo>
                  <a:lnTo>
                    <a:pt x="9" y="1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43"/>
                  </a:lnTo>
                  <a:lnTo>
                    <a:pt x="1" y="149"/>
                  </a:lnTo>
                  <a:lnTo>
                    <a:pt x="5" y="153"/>
                  </a:lnTo>
                  <a:lnTo>
                    <a:pt x="9" y="156"/>
                  </a:lnTo>
                  <a:lnTo>
                    <a:pt x="14" y="157"/>
                  </a:lnTo>
                  <a:lnTo>
                    <a:pt x="20" y="156"/>
                  </a:lnTo>
                  <a:lnTo>
                    <a:pt x="24" y="153"/>
                  </a:lnTo>
                  <a:lnTo>
                    <a:pt x="27" y="149"/>
                  </a:lnTo>
                  <a:lnTo>
                    <a:pt x="28" y="143"/>
                  </a:lnTo>
                  <a:lnTo>
                    <a:pt x="28" y="13"/>
                  </a:lnTo>
                  <a:lnTo>
                    <a:pt x="27" y="8"/>
                  </a:lnTo>
                  <a:lnTo>
                    <a:pt x="24" y="4"/>
                  </a:lnTo>
                  <a:lnTo>
                    <a:pt x="20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40">
              <a:extLst>
                <a:ext uri="{FF2B5EF4-FFF2-40B4-BE49-F238E27FC236}">
                  <a16:creationId xmlns:a16="http://schemas.microsoft.com/office/drawing/2014/main" id="{37442E76-046C-4CBC-8878-6BD597F8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9413" y="4173538"/>
              <a:ext cx="14288" cy="14288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5 w 28"/>
                <a:gd name="T9" fmla="*/ 4 h 28"/>
                <a:gd name="T10" fmla="*/ 1 w 28"/>
                <a:gd name="T11" fmla="*/ 9 h 28"/>
                <a:gd name="T12" fmla="*/ 0 w 28"/>
                <a:gd name="T13" fmla="*/ 14 h 28"/>
                <a:gd name="T14" fmla="*/ 1 w 28"/>
                <a:gd name="T15" fmla="*/ 20 h 28"/>
                <a:gd name="T16" fmla="*/ 5 w 28"/>
                <a:gd name="T17" fmla="*/ 24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4 h 28"/>
                <a:gd name="T26" fmla="*/ 27 w 28"/>
                <a:gd name="T27" fmla="*/ 20 h 28"/>
                <a:gd name="T28" fmla="*/ 28 w 28"/>
                <a:gd name="T29" fmla="*/ 14 h 28"/>
                <a:gd name="T30" fmla="*/ 27 w 28"/>
                <a:gd name="T31" fmla="*/ 9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5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28" y="14"/>
                  </a:lnTo>
                  <a:lnTo>
                    <a:pt x="27" y="9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441">
              <a:extLst>
                <a:ext uri="{FF2B5EF4-FFF2-40B4-BE49-F238E27FC236}">
                  <a16:creationId xmlns:a16="http://schemas.microsoft.com/office/drawing/2014/main" id="{72A011E5-F3BD-4245-BA96-A0742AE28B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3973513"/>
              <a:ext cx="376238" cy="376238"/>
            </a:xfrm>
            <a:custGeom>
              <a:avLst/>
              <a:gdLst>
                <a:gd name="T0" fmla="*/ 677 w 710"/>
                <a:gd name="T1" fmla="*/ 316 h 709"/>
                <a:gd name="T2" fmla="*/ 649 w 710"/>
                <a:gd name="T3" fmla="*/ 191 h 709"/>
                <a:gd name="T4" fmla="*/ 619 w 710"/>
                <a:gd name="T5" fmla="*/ 156 h 709"/>
                <a:gd name="T6" fmla="*/ 368 w 710"/>
                <a:gd name="T7" fmla="*/ 4 h 709"/>
                <a:gd name="T8" fmla="*/ 279 w 710"/>
                <a:gd name="T9" fmla="*/ 1 h 709"/>
                <a:gd name="T10" fmla="*/ 68 w 710"/>
                <a:gd name="T11" fmla="*/ 149 h 709"/>
                <a:gd name="T12" fmla="*/ 24 w 710"/>
                <a:gd name="T13" fmla="*/ 164 h 709"/>
                <a:gd name="T14" fmla="*/ 1 w 710"/>
                <a:gd name="T15" fmla="*/ 204 h 709"/>
                <a:gd name="T16" fmla="*/ 0 w 710"/>
                <a:gd name="T17" fmla="*/ 221 h 709"/>
                <a:gd name="T18" fmla="*/ 0 w 710"/>
                <a:gd name="T19" fmla="*/ 647 h 709"/>
                <a:gd name="T20" fmla="*/ 20 w 710"/>
                <a:gd name="T21" fmla="*/ 689 h 709"/>
                <a:gd name="T22" fmla="*/ 62 w 710"/>
                <a:gd name="T23" fmla="*/ 709 h 709"/>
                <a:gd name="T24" fmla="*/ 238 w 710"/>
                <a:gd name="T25" fmla="*/ 690 h 709"/>
                <a:gd name="T26" fmla="*/ 46 w 710"/>
                <a:gd name="T27" fmla="*/ 675 h 709"/>
                <a:gd name="T28" fmla="*/ 36 w 710"/>
                <a:gd name="T29" fmla="*/ 280 h 709"/>
                <a:gd name="T30" fmla="*/ 518 w 710"/>
                <a:gd name="T31" fmla="*/ 287 h 709"/>
                <a:gd name="T32" fmla="*/ 550 w 710"/>
                <a:gd name="T33" fmla="*/ 307 h 709"/>
                <a:gd name="T34" fmla="*/ 374 w 710"/>
                <a:gd name="T35" fmla="*/ 416 h 709"/>
                <a:gd name="T36" fmla="*/ 335 w 710"/>
                <a:gd name="T37" fmla="*/ 441 h 709"/>
                <a:gd name="T38" fmla="*/ 318 w 710"/>
                <a:gd name="T39" fmla="*/ 485 h 709"/>
                <a:gd name="T40" fmla="*/ 335 w 710"/>
                <a:gd name="T41" fmla="*/ 529 h 709"/>
                <a:gd name="T42" fmla="*/ 374 w 710"/>
                <a:gd name="T43" fmla="*/ 552 h 709"/>
                <a:gd name="T44" fmla="*/ 549 w 710"/>
                <a:gd name="T45" fmla="*/ 663 h 709"/>
                <a:gd name="T46" fmla="*/ 336 w 710"/>
                <a:gd name="T47" fmla="*/ 683 h 709"/>
                <a:gd name="T48" fmla="*/ 341 w 710"/>
                <a:gd name="T49" fmla="*/ 709 h 709"/>
                <a:gd name="T50" fmla="*/ 553 w 710"/>
                <a:gd name="T51" fmla="*/ 697 h 709"/>
                <a:gd name="T52" fmla="*/ 581 w 710"/>
                <a:gd name="T53" fmla="*/ 661 h 709"/>
                <a:gd name="T54" fmla="*/ 600 w 710"/>
                <a:gd name="T55" fmla="*/ 633 h 709"/>
                <a:gd name="T56" fmla="*/ 639 w 710"/>
                <a:gd name="T57" fmla="*/ 609 h 709"/>
                <a:gd name="T58" fmla="*/ 654 w 710"/>
                <a:gd name="T59" fmla="*/ 565 h 709"/>
                <a:gd name="T60" fmla="*/ 706 w 710"/>
                <a:gd name="T61" fmla="*/ 508 h 709"/>
                <a:gd name="T62" fmla="*/ 710 w 710"/>
                <a:gd name="T63" fmla="*/ 375 h 709"/>
                <a:gd name="T64" fmla="*/ 359 w 710"/>
                <a:gd name="T65" fmla="*/ 70 h 709"/>
                <a:gd name="T66" fmla="*/ 28 w 710"/>
                <a:gd name="T67" fmla="*/ 217 h 709"/>
                <a:gd name="T68" fmla="*/ 61 w 710"/>
                <a:gd name="T69" fmla="*/ 177 h 709"/>
                <a:gd name="T70" fmla="*/ 60 w 710"/>
                <a:gd name="T71" fmla="*/ 258 h 709"/>
                <a:gd name="T72" fmla="*/ 203 w 710"/>
                <a:gd name="T73" fmla="*/ 256 h 709"/>
                <a:gd name="T74" fmla="*/ 250 w 710"/>
                <a:gd name="T75" fmla="*/ 229 h 709"/>
                <a:gd name="T76" fmla="*/ 308 w 710"/>
                <a:gd name="T77" fmla="*/ 238 h 709"/>
                <a:gd name="T78" fmla="*/ 490 w 710"/>
                <a:gd name="T79" fmla="*/ 259 h 709"/>
                <a:gd name="T80" fmla="*/ 331 w 710"/>
                <a:gd name="T81" fmla="*/ 219 h 709"/>
                <a:gd name="T82" fmla="*/ 256 w 710"/>
                <a:gd name="T83" fmla="*/ 200 h 709"/>
                <a:gd name="T84" fmla="*/ 186 w 710"/>
                <a:gd name="T85" fmla="*/ 234 h 709"/>
                <a:gd name="T86" fmla="*/ 320 w 710"/>
                <a:gd name="T87" fmla="*/ 90 h 709"/>
                <a:gd name="T88" fmla="*/ 407 w 710"/>
                <a:gd name="T89" fmla="*/ 82 h 709"/>
                <a:gd name="T90" fmla="*/ 484 w 710"/>
                <a:gd name="T91" fmla="*/ 238 h 709"/>
                <a:gd name="T92" fmla="*/ 510 w 710"/>
                <a:gd name="T93" fmla="*/ 223 h 709"/>
                <a:gd name="T94" fmla="*/ 544 w 710"/>
                <a:gd name="T95" fmla="*/ 266 h 709"/>
                <a:gd name="T96" fmla="*/ 586 w 710"/>
                <a:gd name="T97" fmla="*/ 177 h 709"/>
                <a:gd name="T98" fmla="*/ 626 w 710"/>
                <a:gd name="T99" fmla="*/ 210 h 709"/>
                <a:gd name="T100" fmla="*/ 577 w 710"/>
                <a:gd name="T101" fmla="*/ 300 h 709"/>
                <a:gd name="T102" fmla="*/ 626 w 710"/>
                <a:gd name="T103" fmla="*/ 574 h 709"/>
                <a:gd name="T104" fmla="*/ 586 w 710"/>
                <a:gd name="T105" fmla="*/ 607 h 709"/>
                <a:gd name="T106" fmla="*/ 679 w 710"/>
                <a:gd name="T107" fmla="*/ 501 h 709"/>
                <a:gd name="T108" fmla="*/ 388 w 710"/>
                <a:gd name="T109" fmla="*/ 527 h 709"/>
                <a:gd name="T110" fmla="*/ 347 w 710"/>
                <a:gd name="T111" fmla="*/ 493 h 709"/>
                <a:gd name="T112" fmla="*/ 372 w 710"/>
                <a:gd name="T113" fmla="*/ 446 h 709"/>
                <a:gd name="T114" fmla="*/ 682 w 710"/>
                <a:gd name="T115" fmla="*/ 430 h 709"/>
                <a:gd name="T116" fmla="*/ 675 w 710"/>
                <a:gd name="T117" fmla="*/ 351 h 709"/>
                <a:gd name="T118" fmla="*/ 678 w 710"/>
                <a:gd name="T119" fmla="*/ 394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0" h="709">
                  <a:moveTo>
                    <a:pt x="710" y="375"/>
                  </a:moveTo>
                  <a:lnTo>
                    <a:pt x="709" y="362"/>
                  </a:lnTo>
                  <a:lnTo>
                    <a:pt x="706" y="352"/>
                  </a:lnTo>
                  <a:lnTo>
                    <a:pt x="701" y="341"/>
                  </a:lnTo>
                  <a:lnTo>
                    <a:pt x="694" y="331"/>
                  </a:lnTo>
                  <a:lnTo>
                    <a:pt x="686" y="323"/>
                  </a:lnTo>
                  <a:lnTo>
                    <a:pt x="677" y="316"/>
                  </a:lnTo>
                  <a:lnTo>
                    <a:pt x="666" y="311"/>
                  </a:lnTo>
                  <a:lnTo>
                    <a:pt x="654" y="308"/>
                  </a:lnTo>
                  <a:lnTo>
                    <a:pt x="654" y="217"/>
                  </a:lnTo>
                  <a:lnTo>
                    <a:pt x="654" y="211"/>
                  </a:lnTo>
                  <a:lnTo>
                    <a:pt x="653" y="204"/>
                  </a:lnTo>
                  <a:lnTo>
                    <a:pt x="651" y="197"/>
                  </a:lnTo>
                  <a:lnTo>
                    <a:pt x="649" y="191"/>
                  </a:lnTo>
                  <a:lnTo>
                    <a:pt x="647" y="185"/>
                  </a:lnTo>
                  <a:lnTo>
                    <a:pt x="642" y="179"/>
                  </a:lnTo>
                  <a:lnTo>
                    <a:pt x="639" y="173"/>
                  </a:lnTo>
                  <a:lnTo>
                    <a:pt x="634" y="169"/>
                  </a:lnTo>
                  <a:lnTo>
                    <a:pt x="630" y="164"/>
                  </a:lnTo>
                  <a:lnTo>
                    <a:pt x="624" y="161"/>
                  </a:lnTo>
                  <a:lnTo>
                    <a:pt x="619" y="156"/>
                  </a:lnTo>
                  <a:lnTo>
                    <a:pt x="612" y="154"/>
                  </a:lnTo>
                  <a:lnTo>
                    <a:pt x="606" y="152"/>
                  </a:lnTo>
                  <a:lnTo>
                    <a:pt x="600" y="150"/>
                  </a:lnTo>
                  <a:lnTo>
                    <a:pt x="592" y="149"/>
                  </a:lnTo>
                  <a:lnTo>
                    <a:pt x="586" y="149"/>
                  </a:lnTo>
                  <a:lnTo>
                    <a:pt x="513" y="149"/>
                  </a:lnTo>
                  <a:lnTo>
                    <a:pt x="368" y="4"/>
                  </a:lnTo>
                  <a:lnTo>
                    <a:pt x="363" y="1"/>
                  </a:lnTo>
                  <a:lnTo>
                    <a:pt x="358" y="0"/>
                  </a:lnTo>
                  <a:lnTo>
                    <a:pt x="353" y="1"/>
                  </a:lnTo>
                  <a:lnTo>
                    <a:pt x="348" y="4"/>
                  </a:lnTo>
                  <a:lnTo>
                    <a:pt x="316" y="36"/>
                  </a:lnTo>
                  <a:lnTo>
                    <a:pt x="283" y="4"/>
                  </a:lnTo>
                  <a:lnTo>
                    <a:pt x="279" y="1"/>
                  </a:lnTo>
                  <a:lnTo>
                    <a:pt x="273" y="0"/>
                  </a:lnTo>
                  <a:lnTo>
                    <a:pt x="268" y="1"/>
                  </a:lnTo>
                  <a:lnTo>
                    <a:pt x="264" y="4"/>
                  </a:lnTo>
                  <a:lnTo>
                    <a:pt x="118" y="149"/>
                  </a:lnTo>
                  <a:lnTo>
                    <a:pt x="116" y="149"/>
                  </a:lnTo>
                  <a:lnTo>
                    <a:pt x="114" y="149"/>
                  </a:lnTo>
                  <a:lnTo>
                    <a:pt x="68" y="149"/>
                  </a:lnTo>
                  <a:lnTo>
                    <a:pt x="62" y="149"/>
                  </a:lnTo>
                  <a:lnTo>
                    <a:pt x="55" y="150"/>
                  </a:lnTo>
                  <a:lnTo>
                    <a:pt x="48" y="152"/>
                  </a:lnTo>
                  <a:lnTo>
                    <a:pt x="42" y="154"/>
                  </a:lnTo>
                  <a:lnTo>
                    <a:pt x="36" y="156"/>
                  </a:lnTo>
                  <a:lnTo>
                    <a:pt x="30" y="161"/>
                  </a:lnTo>
                  <a:lnTo>
                    <a:pt x="24" y="164"/>
                  </a:lnTo>
                  <a:lnTo>
                    <a:pt x="20" y="169"/>
                  </a:lnTo>
                  <a:lnTo>
                    <a:pt x="15" y="173"/>
                  </a:lnTo>
                  <a:lnTo>
                    <a:pt x="12" y="179"/>
                  </a:lnTo>
                  <a:lnTo>
                    <a:pt x="7" y="185"/>
                  </a:lnTo>
                  <a:lnTo>
                    <a:pt x="5" y="191"/>
                  </a:lnTo>
                  <a:lnTo>
                    <a:pt x="3" y="197"/>
                  </a:lnTo>
                  <a:lnTo>
                    <a:pt x="1" y="204"/>
                  </a:lnTo>
                  <a:lnTo>
                    <a:pt x="0" y="211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640"/>
                  </a:lnTo>
                  <a:lnTo>
                    <a:pt x="0" y="647"/>
                  </a:lnTo>
                  <a:lnTo>
                    <a:pt x="1" y="654"/>
                  </a:lnTo>
                  <a:lnTo>
                    <a:pt x="3" y="661"/>
                  </a:lnTo>
                  <a:lnTo>
                    <a:pt x="5" y="667"/>
                  </a:lnTo>
                  <a:lnTo>
                    <a:pt x="7" y="674"/>
                  </a:lnTo>
                  <a:lnTo>
                    <a:pt x="12" y="679"/>
                  </a:lnTo>
                  <a:lnTo>
                    <a:pt x="15" y="684"/>
                  </a:lnTo>
                  <a:lnTo>
                    <a:pt x="20" y="689"/>
                  </a:lnTo>
                  <a:lnTo>
                    <a:pt x="24" y="694"/>
                  </a:lnTo>
                  <a:lnTo>
                    <a:pt x="30" y="697"/>
                  </a:lnTo>
                  <a:lnTo>
                    <a:pt x="36" y="702"/>
                  </a:lnTo>
                  <a:lnTo>
                    <a:pt x="42" y="704"/>
                  </a:lnTo>
                  <a:lnTo>
                    <a:pt x="48" y="707"/>
                  </a:lnTo>
                  <a:lnTo>
                    <a:pt x="55" y="708"/>
                  </a:lnTo>
                  <a:lnTo>
                    <a:pt x="62" y="709"/>
                  </a:lnTo>
                  <a:lnTo>
                    <a:pt x="68" y="709"/>
                  </a:lnTo>
                  <a:lnTo>
                    <a:pt x="225" y="709"/>
                  </a:lnTo>
                  <a:lnTo>
                    <a:pt x="230" y="708"/>
                  </a:lnTo>
                  <a:lnTo>
                    <a:pt x="235" y="706"/>
                  </a:lnTo>
                  <a:lnTo>
                    <a:pt x="238" y="702"/>
                  </a:lnTo>
                  <a:lnTo>
                    <a:pt x="239" y="695"/>
                  </a:lnTo>
                  <a:lnTo>
                    <a:pt x="238" y="690"/>
                  </a:lnTo>
                  <a:lnTo>
                    <a:pt x="235" y="686"/>
                  </a:lnTo>
                  <a:lnTo>
                    <a:pt x="230" y="683"/>
                  </a:lnTo>
                  <a:lnTo>
                    <a:pt x="225" y="682"/>
                  </a:lnTo>
                  <a:lnTo>
                    <a:pt x="68" y="682"/>
                  </a:lnTo>
                  <a:lnTo>
                    <a:pt x="61" y="681"/>
                  </a:lnTo>
                  <a:lnTo>
                    <a:pt x="52" y="679"/>
                  </a:lnTo>
                  <a:lnTo>
                    <a:pt x="46" y="675"/>
                  </a:lnTo>
                  <a:lnTo>
                    <a:pt x="39" y="669"/>
                  </a:lnTo>
                  <a:lnTo>
                    <a:pt x="34" y="663"/>
                  </a:lnTo>
                  <a:lnTo>
                    <a:pt x="31" y="657"/>
                  </a:lnTo>
                  <a:lnTo>
                    <a:pt x="28" y="649"/>
                  </a:lnTo>
                  <a:lnTo>
                    <a:pt x="28" y="640"/>
                  </a:lnTo>
                  <a:lnTo>
                    <a:pt x="28" y="273"/>
                  </a:lnTo>
                  <a:lnTo>
                    <a:pt x="36" y="280"/>
                  </a:lnTo>
                  <a:lnTo>
                    <a:pt x="47" y="284"/>
                  </a:lnTo>
                  <a:lnTo>
                    <a:pt x="58" y="286"/>
                  </a:lnTo>
                  <a:lnTo>
                    <a:pt x="68" y="287"/>
                  </a:lnTo>
                  <a:lnTo>
                    <a:pt x="359" y="287"/>
                  </a:lnTo>
                  <a:lnTo>
                    <a:pt x="517" y="287"/>
                  </a:lnTo>
                  <a:lnTo>
                    <a:pt x="518" y="287"/>
                  </a:lnTo>
                  <a:lnTo>
                    <a:pt x="518" y="287"/>
                  </a:lnTo>
                  <a:lnTo>
                    <a:pt x="519" y="287"/>
                  </a:lnTo>
                  <a:lnTo>
                    <a:pt x="519" y="287"/>
                  </a:lnTo>
                  <a:lnTo>
                    <a:pt x="527" y="289"/>
                  </a:lnTo>
                  <a:lnTo>
                    <a:pt x="533" y="292"/>
                  </a:lnTo>
                  <a:lnTo>
                    <a:pt x="539" y="296"/>
                  </a:lnTo>
                  <a:lnTo>
                    <a:pt x="545" y="301"/>
                  </a:lnTo>
                  <a:lnTo>
                    <a:pt x="550" y="307"/>
                  </a:lnTo>
                  <a:lnTo>
                    <a:pt x="553" y="314"/>
                  </a:lnTo>
                  <a:lnTo>
                    <a:pt x="556" y="322"/>
                  </a:lnTo>
                  <a:lnTo>
                    <a:pt x="557" y="329"/>
                  </a:lnTo>
                  <a:lnTo>
                    <a:pt x="557" y="415"/>
                  </a:lnTo>
                  <a:lnTo>
                    <a:pt x="388" y="415"/>
                  </a:lnTo>
                  <a:lnTo>
                    <a:pt x="381" y="415"/>
                  </a:lnTo>
                  <a:lnTo>
                    <a:pt x="374" y="416"/>
                  </a:lnTo>
                  <a:lnTo>
                    <a:pt x="368" y="418"/>
                  </a:lnTo>
                  <a:lnTo>
                    <a:pt x="361" y="420"/>
                  </a:lnTo>
                  <a:lnTo>
                    <a:pt x="355" y="424"/>
                  </a:lnTo>
                  <a:lnTo>
                    <a:pt x="350" y="427"/>
                  </a:lnTo>
                  <a:lnTo>
                    <a:pt x="344" y="431"/>
                  </a:lnTo>
                  <a:lnTo>
                    <a:pt x="339" y="435"/>
                  </a:lnTo>
                  <a:lnTo>
                    <a:pt x="335" y="441"/>
                  </a:lnTo>
                  <a:lnTo>
                    <a:pt x="330" y="446"/>
                  </a:lnTo>
                  <a:lnTo>
                    <a:pt x="327" y="452"/>
                  </a:lnTo>
                  <a:lnTo>
                    <a:pt x="324" y="458"/>
                  </a:lnTo>
                  <a:lnTo>
                    <a:pt x="322" y="464"/>
                  </a:lnTo>
                  <a:lnTo>
                    <a:pt x="321" y="471"/>
                  </a:lnTo>
                  <a:lnTo>
                    <a:pt x="320" y="477"/>
                  </a:lnTo>
                  <a:lnTo>
                    <a:pt x="318" y="485"/>
                  </a:lnTo>
                  <a:lnTo>
                    <a:pt x="320" y="491"/>
                  </a:lnTo>
                  <a:lnTo>
                    <a:pt x="321" y="499"/>
                  </a:lnTo>
                  <a:lnTo>
                    <a:pt x="322" y="505"/>
                  </a:lnTo>
                  <a:lnTo>
                    <a:pt x="324" y="512"/>
                  </a:lnTo>
                  <a:lnTo>
                    <a:pt x="327" y="518"/>
                  </a:lnTo>
                  <a:lnTo>
                    <a:pt x="330" y="523"/>
                  </a:lnTo>
                  <a:lnTo>
                    <a:pt x="335" y="529"/>
                  </a:lnTo>
                  <a:lnTo>
                    <a:pt x="339" y="534"/>
                  </a:lnTo>
                  <a:lnTo>
                    <a:pt x="344" y="538"/>
                  </a:lnTo>
                  <a:lnTo>
                    <a:pt x="350" y="542"/>
                  </a:lnTo>
                  <a:lnTo>
                    <a:pt x="355" y="546"/>
                  </a:lnTo>
                  <a:lnTo>
                    <a:pt x="361" y="548"/>
                  </a:lnTo>
                  <a:lnTo>
                    <a:pt x="368" y="551"/>
                  </a:lnTo>
                  <a:lnTo>
                    <a:pt x="374" y="552"/>
                  </a:lnTo>
                  <a:lnTo>
                    <a:pt x="381" y="554"/>
                  </a:lnTo>
                  <a:lnTo>
                    <a:pt x="388" y="555"/>
                  </a:lnTo>
                  <a:lnTo>
                    <a:pt x="557" y="555"/>
                  </a:lnTo>
                  <a:lnTo>
                    <a:pt x="557" y="640"/>
                  </a:lnTo>
                  <a:lnTo>
                    <a:pt x="556" y="649"/>
                  </a:lnTo>
                  <a:lnTo>
                    <a:pt x="552" y="657"/>
                  </a:lnTo>
                  <a:lnTo>
                    <a:pt x="549" y="663"/>
                  </a:lnTo>
                  <a:lnTo>
                    <a:pt x="544" y="669"/>
                  </a:lnTo>
                  <a:lnTo>
                    <a:pt x="537" y="675"/>
                  </a:lnTo>
                  <a:lnTo>
                    <a:pt x="531" y="679"/>
                  </a:lnTo>
                  <a:lnTo>
                    <a:pt x="523" y="681"/>
                  </a:lnTo>
                  <a:lnTo>
                    <a:pt x="515" y="682"/>
                  </a:lnTo>
                  <a:lnTo>
                    <a:pt x="341" y="682"/>
                  </a:lnTo>
                  <a:lnTo>
                    <a:pt x="336" y="683"/>
                  </a:lnTo>
                  <a:lnTo>
                    <a:pt x="331" y="686"/>
                  </a:lnTo>
                  <a:lnTo>
                    <a:pt x="328" y="690"/>
                  </a:lnTo>
                  <a:lnTo>
                    <a:pt x="327" y="695"/>
                  </a:lnTo>
                  <a:lnTo>
                    <a:pt x="328" y="702"/>
                  </a:lnTo>
                  <a:lnTo>
                    <a:pt x="331" y="706"/>
                  </a:lnTo>
                  <a:lnTo>
                    <a:pt x="336" y="708"/>
                  </a:lnTo>
                  <a:lnTo>
                    <a:pt x="341" y="709"/>
                  </a:lnTo>
                  <a:lnTo>
                    <a:pt x="515" y="709"/>
                  </a:lnTo>
                  <a:lnTo>
                    <a:pt x="521" y="709"/>
                  </a:lnTo>
                  <a:lnTo>
                    <a:pt x="529" y="708"/>
                  </a:lnTo>
                  <a:lnTo>
                    <a:pt x="535" y="707"/>
                  </a:lnTo>
                  <a:lnTo>
                    <a:pt x="542" y="704"/>
                  </a:lnTo>
                  <a:lnTo>
                    <a:pt x="548" y="702"/>
                  </a:lnTo>
                  <a:lnTo>
                    <a:pt x="553" y="697"/>
                  </a:lnTo>
                  <a:lnTo>
                    <a:pt x="559" y="694"/>
                  </a:lnTo>
                  <a:lnTo>
                    <a:pt x="563" y="689"/>
                  </a:lnTo>
                  <a:lnTo>
                    <a:pt x="568" y="684"/>
                  </a:lnTo>
                  <a:lnTo>
                    <a:pt x="572" y="679"/>
                  </a:lnTo>
                  <a:lnTo>
                    <a:pt x="576" y="674"/>
                  </a:lnTo>
                  <a:lnTo>
                    <a:pt x="578" y="667"/>
                  </a:lnTo>
                  <a:lnTo>
                    <a:pt x="581" y="661"/>
                  </a:lnTo>
                  <a:lnTo>
                    <a:pt x="582" y="654"/>
                  </a:lnTo>
                  <a:lnTo>
                    <a:pt x="583" y="647"/>
                  </a:lnTo>
                  <a:lnTo>
                    <a:pt x="583" y="640"/>
                  </a:lnTo>
                  <a:lnTo>
                    <a:pt x="583" y="635"/>
                  </a:lnTo>
                  <a:lnTo>
                    <a:pt x="586" y="635"/>
                  </a:lnTo>
                  <a:lnTo>
                    <a:pt x="592" y="634"/>
                  </a:lnTo>
                  <a:lnTo>
                    <a:pt x="600" y="633"/>
                  </a:lnTo>
                  <a:lnTo>
                    <a:pt x="606" y="632"/>
                  </a:lnTo>
                  <a:lnTo>
                    <a:pt x="612" y="629"/>
                  </a:lnTo>
                  <a:lnTo>
                    <a:pt x="619" y="627"/>
                  </a:lnTo>
                  <a:lnTo>
                    <a:pt x="624" y="622"/>
                  </a:lnTo>
                  <a:lnTo>
                    <a:pt x="630" y="619"/>
                  </a:lnTo>
                  <a:lnTo>
                    <a:pt x="634" y="615"/>
                  </a:lnTo>
                  <a:lnTo>
                    <a:pt x="639" y="609"/>
                  </a:lnTo>
                  <a:lnTo>
                    <a:pt x="642" y="604"/>
                  </a:lnTo>
                  <a:lnTo>
                    <a:pt x="647" y="599"/>
                  </a:lnTo>
                  <a:lnTo>
                    <a:pt x="649" y="592"/>
                  </a:lnTo>
                  <a:lnTo>
                    <a:pt x="651" y="586"/>
                  </a:lnTo>
                  <a:lnTo>
                    <a:pt x="653" y="579"/>
                  </a:lnTo>
                  <a:lnTo>
                    <a:pt x="654" y="572"/>
                  </a:lnTo>
                  <a:lnTo>
                    <a:pt x="654" y="565"/>
                  </a:lnTo>
                  <a:lnTo>
                    <a:pt x="654" y="552"/>
                  </a:lnTo>
                  <a:lnTo>
                    <a:pt x="666" y="549"/>
                  </a:lnTo>
                  <a:lnTo>
                    <a:pt x="677" y="544"/>
                  </a:lnTo>
                  <a:lnTo>
                    <a:pt x="686" y="537"/>
                  </a:lnTo>
                  <a:lnTo>
                    <a:pt x="694" y="529"/>
                  </a:lnTo>
                  <a:lnTo>
                    <a:pt x="701" y="519"/>
                  </a:lnTo>
                  <a:lnTo>
                    <a:pt x="706" y="508"/>
                  </a:lnTo>
                  <a:lnTo>
                    <a:pt x="709" y="497"/>
                  </a:lnTo>
                  <a:lnTo>
                    <a:pt x="710" y="485"/>
                  </a:lnTo>
                  <a:lnTo>
                    <a:pt x="710" y="377"/>
                  </a:lnTo>
                  <a:lnTo>
                    <a:pt x="710" y="377"/>
                  </a:lnTo>
                  <a:lnTo>
                    <a:pt x="710" y="376"/>
                  </a:lnTo>
                  <a:lnTo>
                    <a:pt x="710" y="375"/>
                  </a:lnTo>
                  <a:lnTo>
                    <a:pt x="710" y="375"/>
                  </a:lnTo>
                  <a:close/>
                  <a:moveTo>
                    <a:pt x="331" y="60"/>
                  </a:moveTo>
                  <a:lnTo>
                    <a:pt x="358" y="33"/>
                  </a:lnTo>
                  <a:lnTo>
                    <a:pt x="388" y="63"/>
                  </a:lnTo>
                  <a:lnTo>
                    <a:pt x="381" y="66"/>
                  </a:lnTo>
                  <a:lnTo>
                    <a:pt x="373" y="68"/>
                  </a:lnTo>
                  <a:lnTo>
                    <a:pt x="367" y="70"/>
                  </a:lnTo>
                  <a:lnTo>
                    <a:pt x="359" y="70"/>
                  </a:lnTo>
                  <a:lnTo>
                    <a:pt x="352" y="70"/>
                  </a:lnTo>
                  <a:lnTo>
                    <a:pt x="344" y="69"/>
                  </a:lnTo>
                  <a:lnTo>
                    <a:pt x="337" y="67"/>
                  </a:lnTo>
                  <a:lnTo>
                    <a:pt x="329" y="63"/>
                  </a:lnTo>
                  <a:lnTo>
                    <a:pt x="330" y="62"/>
                  </a:lnTo>
                  <a:lnTo>
                    <a:pt x="331" y="60"/>
                  </a:lnTo>
                  <a:close/>
                  <a:moveTo>
                    <a:pt x="28" y="217"/>
                  </a:moveTo>
                  <a:lnTo>
                    <a:pt x="28" y="210"/>
                  </a:lnTo>
                  <a:lnTo>
                    <a:pt x="31" y="201"/>
                  </a:lnTo>
                  <a:lnTo>
                    <a:pt x="34" y="195"/>
                  </a:lnTo>
                  <a:lnTo>
                    <a:pt x="39" y="189"/>
                  </a:lnTo>
                  <a:lnTo>
                    <a:pt x="46" y="183"/>
                  </a:lnTo>
                  <a:lnTo>
                    <a:pt x="52" y="180"/>
                  </a:lnTo>
                  <a:lnTo>
                    <a:pt x="61" y="177"/>
                  </a:lnTo>
                  <a:lnTo>
                    <a:pt x="68" y="177"/>
                  </a:lnTo>
                  <a:lnTo>
                    <a:pt x="91" y="177"/>
                  </a:lnTo>
                  <a:lnTo>
                    <a:pt x="31" y="236"/>
                  </a:lnTo>
                  <a:lnTo>
                    <a:pt x="29" y="227"/>
                  </a:lnTo>
                  <a:lnTo>
                    <a:pt x="28" y="217"/>
                  </a:lnTo>
                  <a:close/>
                  <a:moveTo>
                    <a:pt x="68" y="259"/>
                  </a:moveTo>
                  <a:lnTo>
                    <a:pt x="60" y="258"/>
                  </a:lnTo>
                  <a:lnTo>
                    <a:pt x="51" y="255"/>
                  </a:lnTo>
                  <a:lnTo>
                    <a:pt x="273" y="33"/>
                  </a:lnTo>
                  <a:lnTo>
                    <a:pt x="296" y="55"/>
                  </a:lnTo>
                  <a:lnTo>
                    <a:pt x="92" y="259"/>
                  </a:lnTo>
                  <a:lnTo>
                    <a:pt x="68" y="259"/>
                  </a:lnTo>
                  <a:close/>
                  <a:moveTo>
                    <a:pt x="199" y="259"/>
                  </a:moveTo>
                  <a:lnTo>
                    <a:pt x="203" y="256"/>
                  </a:lnTo>
                  <a:lnTo>
                    <a:pt x="206" y="253"/>
                  </a:lnTo>
                  <a:lnTo>
                    <a:pt x="212" y="248"/>
                  </a:lnTo>
                  <a:lnTo>
                    <a:pt x="219" y="242"/>
                  </a:lnTo>
                  <a:lnTo>
                    <a:pt x="226" y="238"/>
                  </a:lnTo>
                  <a:lnTo>
                    <a:pt x="234" y="234"/>
                  </a:lnTo>
                  <a:lnTo>
                    <a:pt x="242" y="231"/>
                  </a:lnTo>
                  <a:lnTo>
                    <a:pt x="250" y="229"/>
                  </a:lnTo>
                  <a:lnTo>
                    <a:pt x="258" y="228"/>
                  </a:lnTo>
                  <a:lnTo>
                    <a:pt x="267" y="227"/>
                  </a:lnTo>
                  <a:lnTo>
                    <a:pt x="276" y="228"/>
                  </a:lnTo>
                  <a:lnTo>
                    <a:pt x="284" y="229"/>
                  </a:lnTo>
                  <a:lnTo>
                    <a:pt x="293" y="231"/>
                  </a:lnTo>
                  <a:lnTo>
                    <a:pt x="300" y="234"/>
                  </a:lnTo>
                  <a:lnTo>
                    <a:pt x="308" y="238"/>
                  </a:lnTo>
                  <a:lnTo>
                    <a:pt x="315" y="242"/>
                  </a:lnTo>
                  <a:lnTo>
                    <a:pt x="323" y="248"/>
                  </a:lnTo>
                  <a:lnTo>
                    <a:pt x="329" y="253"/>
                  </a:lnTo>
                  <a:lnTo>
                    <a:pt x="331" y="256"/>
                  </a:lnTo>
                  <a:lnTo>
                    <a:pt x="335" y="259"/>
                  </a:lnTo>
                  <a:lnTo>
                    <a:pt x="199" y="259"/>
                  </a:lnTo>
                  <a:close/>
                  <a:moveTo>
                    <a:pt x="490" y="259"/>
                  </a:moveTo>
                  <a:lnTo>
                    <a:pt x="368" y="259"/>
                  </a:lnTo>
                  <a:lnTo>
                    <a:pt x="363" y="253"/>
                  </a:lnTo>
                  <a:lnTo>
                    <a:pt x="359" y="245"/>
                  </a:lnTo>
                  <a:lnTo>
                    <a:pt x="354" y="239"/>
                  </a:lnTo>
                  <a:lnTo>
                    <a:pt x="348" y="234"/>
                  </a:lnTo>
                  <a:lnTo>
                    <a:pt x="340" y="226"/>
                  </a:lnTo>
                  <a:lnTo>
                    <a:pt x="331" y="219"/>
                  </a:lnTo>
                  <a:lnTo>
                    <a:pt x="322" y="213"/>
                  </a:lnTo>
                  <a:lnTo>
                    <a:pt x="311" y="208"/>
                  </a:lnTo>
                  <a:lnTo>
                    <a:pt x="300" y="205"/>
                  </a:lnTo>
                  <a:lnTo>
                    <a:pt x="289" y="201"/>
                  </a:lnTo>
                  <a:lnTo>
                    <a:pt x="279" y="200"/>
                  </a:lnTo>
                  <a:lnTo>
                    <a:pt x="267" y="199"/>
                  </a:lnTo>
                  <a:lnTo>
                    <a:pt x="256" y="200"/>
                  </a:lnTo>
                  <a:lnTo>
                    <a:pt x="244" y="201"/>
                  </a:lnTo>
                  <a:lnTo>
                    <a:pt x="234" y="205"/>
                  </a:lnTo>
                  <a:lnTo>
                    <a:pt x="223" y="208"/>
                  </a:lnTo>
                  <a:lnTo>
                    <a:pt x="213" y="213"/>
                  </a:lnTo>
                  <a:lnTo>
                    <a:pt x="204" y="219"/>
                  </a:lnTo>
                  <a:lnTo>
                    <a:pt x="195" y="226"/>
                  </a:lnTo>
                  <a:lnTo>
                    <a:pt x="186" y="234"/>
                  </a:lnTo>
                  <a:lnTo>
                    <a:pt x="181" y="239"/>
                  </a:lnTo>
                  <a:lnTo>
                    <a:pt x="176" y="245"/>
                  </a:lnTo>
                  <a:lnTo>
                    <a:pt x="170" y="253"/>
                  </a:lnTo>
                  <a:lnTo>
                    <a:pt x="166" y="259"/>
                  </a:lnTo>
                  <a:lnTo>
                    <a:pt x="132" y="259"/>
                  </a:lnTo>
                  <a:lnTo>
                    <a:pt x="308" y="82"/>
                  </a:lnTo>
                  <a:lnTo>
                    <a:pt x="320" y="90"/>
                  </a:lnTo>
                  <a:lnTo>
                    <a:pt x="332" y="95"/>
                  </a:lnTo>
                  <a:lnTo>
                    <a:pt x="345" y="97"/>
                  </a:lnTo>
                  <a:lnTo>
                    <a:pt x="358" y="98"/>
                  </a:lnTo>
                  <a:lnTo>
                    <a:pt x="371" y="97"/>
                  </a:lnTo>
                  <a:lnTo>
                    <a:pt x="384" y="95"/>
                  </a:lnTo>
                  <a:lnTo>
                    <a:pt x="396" y="90"/>
                  </a:lnTo>
                  <a:lnTo>
                    <a:pt x="407" y="82"/>
                  </a:lnTo>
                  <a:lnTo>
                    <a:pt x="499" y="173"/>
                  </a:lnTo>
                  <a:lnTo>
                    <a:pt x="492" y="183"/>
                  </a:lnTo>
                  <a:lnTo>
                    <a:pt x="488" y="194"/>
                  </a:lnTo>
                  <a:lnTo>
                    <a:pt x="485" y="205"/>
                  </a:lnTo>
                  <a:lnTo>
                    <a:pt x="483" y="215"/>
                  </a:lnTo>
                  <a:lnTo>
                    <a:pt x="483" y="227"/>
                  </a:lnTo>
                  <a:lnTo>
                    <a:pt x="484" y="238"/>
                  </a:lnTo>
                  <a:lnTo>
                    <a:pt x="486" y="249"/>
                  </a:lnTo>
                  <a:lnTo>
                    <a:pt x="490" y="259"/>
                  </a:lnTo>
                  <a:close/>
                  <a:moveTo>
                    <a:pt x="518" y="253"/>
                  </a:moveTo>
                  <a:lnTo>
                    <a:pt x="515" y="245"/>
                  </a:lnTo>
                  <a:lnTo>
                    <a:pt x="513" y="239"/>
                  </a:lnTo>
                  <a:lnTo>
                    <a:pt x="510" y="230"/>
                  </a:lnTo>
                  <a:lnTo>
                    <a:pt x="510" y="223"/>
                  </a:lnTo>
                  <a:lnTo>
                    <a:pt x="510" y="215"/>
                  </a:lnTo>
                  <a:lnTo>
                    <a:pt x="513" y="208"/>
                  </a:lnTo>
                  <a:lnTo>
                    <a:pt x="515" y="200"/>
                  </a:lnTo>
                  <a:lnTo>
                    <a:pt x="518" y="194"/>
                  </a:lnTo>
                  <a:lnTo>
                    <a:pt x="548" y="223"/>
                  </a:lnTo>
                  <a:lnTo>
                    <a:pt x="518" y="253"/>
                  </a:lnTo>
                  <a:close/>
                  <a:moveTo>
                    <a:pt x="544" y="266"/>
                  </a:moveTo>
                  <a:lnTo>
                    <a:pt x="578" y="233"/>
                  </a:lnTo>
                  <a:lnTo>
                    <a:pt x="580" y="228"/>
                  </a:lnTo>
                  <a:lnTo>
                    <a:pt x="581" y="223"/>
                  </a:lnTo>
                  <a:lnTo>
                    <a:pt x="580" y="217"/>
                  </a:lnTo>
                  <a:lnTo>
                    <a:pt x="578" y="213"/>
                  </a:lnTo>
                  <a:lnTo>
                    <a:pt x="541" y="177"/>
                  </a:lnTo>
                  <a:lnTo>
                    <a:pt x="586" y="177"/>
                  </a:lnTo>
                  <a:lnTo>
                    <a:pt x="594" y="177"/>
                  </a:lnTo>
                  <a:lnTo>
                    <a:pt x="602" y="180"/>
                  </a:lnTo>
                  <a:lnTo>
                    <a:pt x="608" y="183"/>
                  </a:lnTo>
                  <a:lnTo>
                    <a:pt x="615" y="189"/>
                  </a:lnTo>
                  <a:lnTo>
                    <a:pt x="620" y="195"/>
                  </a:lnTo>
                  <a:lnTo>
                    <a:pt x="623" y="201"/>
                  </a:lnTo>
                  <a:lnTo>
                    <a:pt x="626" y="210"/>
                  </a:lnTo>
                  <a:lnTo>
                    <a:pt x="627" y="217"/>
                  </a:lnTo>
                  <a:lnTo>
                    <a:pt x="627" y="415"/>
                  </a:lnTo>
                  <a:lnTo>
                    <a:pt x="583" y="415"/>
                  </a:lnTo>
                  <a:lnTo>
                    <a:pt x="583" y="329"/>
                  </a:lnTo>
                  <a:lnTo>
                    <a:pt x="583" y="318"/>
                  </a:lnTo>
                  <a:lnTo>
                    <a:pt x="581" y="309"/>
                  </a:lnTo>
                  <a:lnTo>
                    <a:pt x="577" y="300"/>
                  </a:lnTo>
                  <a:lnTo>
                    <a:pt x="573" y="292"/>
                  </a:lnTo>
                  <a:lnTo>
                    <a:pt x="567" y="284"/>
                  </a:lnTo>
                  <a:lnTo>
                    <a:pt x="560" y="277"/>
                  </a:lnTo>
                  <a:lnTo>
                    <a:pt x="552" y="271"/>
                  </a:lnTo>
                  <a:lnTo>
                    <a:pt x="544" y="266"/>
                  </a:lnTo>
                  <a:close/>
                  <a:moveTo>
                    <a:pt x="627" y="565"/>
                  </a:moveTo>
                  <a:lnTo>
                    <a:pt x="626" y="574"/>
                  </a:lnTo>
                  <a:lnTo>
                    <a:pt x="623" y="581"/>
                  </a:lnTo>
                  <a:lnTo>
                    <a:pt x="620" y="589"/>
                  </a:lnTo>
                  <a:lnTo>
                    <a:pt x="615" y="594"/>
                  </a:lnTo>
                  <a:lnTo>
                    <a:pt x="608" y="600"/>
                  </a:lnTo>
                  <a:lnTo>
                    <a:pt x="602" y="604"/>
                  </a:lnTo>
                  <a:lnTo>
                    <a:pt x="594" y="606"/>
                  </a:lnTo>
                  <a:lnTo>
                    <a:pt x="586" y="607"/>
                  </a:lnTo>
                  <a:lnTo>
                    <a:pt x="583" y="607"/>
                  </a:lnTo>
                  <a:lnTo>
                    <a:pt x="583" y="555"/>
                  </a:lnTo>
                  <a:lnTo>
                    <a:pt x="627" y="555"/>
                  </a:lnTo>
                  <a:lnTo>
                    <a:pt x="627" y="565"/>
                  </a:lnTo>
                  <a:close/>
                  <a:moveTo>
                    <a:pt x="682" y="485"/>
                  </a:moveTo>
                  <a:lnTo>
                    <a:pt x="682" y="493"/>
                  </a:lnTo>
                  <a:lnTo>
                    <a:pt x="679" y="501"/>
                  </a:lnTo>
                  <a:lnTo>
                    <a:pt x="676" y="508"/>
                  </a:lnTo>
                  <a:lnTo>
                    <a:pt x="670" y="514"/>
                  </a:lnTo>
                  <a:lnTo>
                    <a:pt x="664" y="519"/>
                  </a:lnTo>
                  <a:lnTo>
                    <a:pt x="657" y="523"/>
                  </a:lnTo>
                  <a:lnTo>
                    <a:pt x="649" y="526"/>
                  </a:lnTo>
                  <a:lnTo>
                    <a:pt x="640" y="527"/>
                  </a:lnTo>
                  <a:lnTo>
                    <a:pt x="388" y="527"/>
                  </a:lnTo>
                  <a:lnTo>
                    <a:pt x="380" y="526"/>
                  </a:lnTo>
                  <a:lnTo>
                    <a:pt x="372" y="523"/>
                  </a:lnTo>
                  <a:lnTo>
                    <a:pt x="365" y="519"/>
                  </a:lnTo>
                  <a:lnTo>
                    <a:pt x="359" y="514"/>
                  </a:lnTo>
                  <a:lnTo>
                    <a:pt x="354" y="508"/>
                  </a:lnTo>
                  <a:lnTo>
                    <a:pt x="350" y="501"/>
                  </a:lnTo>
                  <a:lnTo>
                    <a:pt x="347" y="493"/>
                  </a:lnTo>
                  <a:lnTo>
                    <a:pt x="346" y="485"/>
                  </a:lnTo>
                  <a:lnTo>
                    <a:pt x="347" y="476"/>
                  </a:lnTo>
                  <a:lnTo>
                    <a:pt x="350" y="469"/>
                  </a:lnTo>
                  <a:lnTo>
                    <a:pt x="354" y="461"/>
                  </a:lnTo>
                  <a:lnTo>
                    <a:pt x="359" y="455"/>
                  </a:lnTo>
                  <a:lnTo>
                    <a:pt x="365" y="450"/>
                  </a:lnTo>
                  <a:lnTo>
                    <a:pt x="372" y="446"/>
                  </a:lnTo>
                  <a:lnTo>
                    <a:pt x="380" y="444"/>
                  </a:lnTo>
                  <a:lnTo>
                    <a:pt x="388" y="443"/>
                  </a:lnTo>
                  <a:lnTo>
                    <a:pt x="642" y="443"/>
                  </a:lnTo>
                  <a:lnTo>
                    <a:pt x="653" y="442"/>
                  </a:lnTo>
                  <a:lnTo>
                    <a:pt x="664" y="440"/>
                  </a:lnTo>
                  <a:lnTo>
                    <a:pt x="674" y="435"/>
                  </a:lnTo>
                  <a:lnTo>
                    <a:pt x="682" y="430"/>
                  </a:lnTo>
                  <a:lnTo>
                    <a:pt x="682" y="485"/>
                  </a:lnTo>
                  <a:close/>
                  <a:moveTo>
                    <a:pt x="654" y="413"/>
                  </a:moveTo>
                  <a:lnTo>
                    <a:pt x="654" y="337"/>
                  </a:lnTo>
                  <a:lnTo>
                    <a:pt x="661" y="339"/>
                  </a:lnTo>
                  <a:lnTo>
                    <a:pt x="666" y="342"/>
                  </a:lnTo>
                  <a:lnTo>
                    <a:pt x="670" y="346"/>
                  </a:lnTo>
                  <a:lnTo>
                    <a:pt x="675" y="351"/>
                  </a:lnTo>
                  <a:lnTo>
                    <a:pt x="678" y="356"/>
                  </a:lnTo>
                  <a:lnTo>
                    <a:pt x="680" y="362"/>
                  </a:lnTo>
                  <a:lnTo>
                    <a:pt x="682" y="368"/>
                  </a:lnTo>
                  <a:lnTo>
                    <a:pt x="682" y="375"/>
                  </a:lnTo>
                  <a:lnTo>
                    <a:pt x="682" y="382"/>
                  </a:lnTo>
                  <a:lnTo>
                    <a:pt x="680" y="387"/>
                  </a:lnTo>
                  <a:lnTo>
                    <a:pt x="678" y="394"/>
                  </a:lnTo>
                  <a:lnTo>
                    <a:pt x="675" y="399"/>
                  </a:lnTo>
                  <a:lnTo>
                    <a:pt x="670" y="403"/>
                  </a:lnTo>
                  <a:lnTo>
                    <a:pt x="666" y="408"/>
                  </a:lnTo>
                  <a:lnTo>
                    <a:pt x="661" y="411"/>
                  </a:lnTo>
                  <a:lnTo>
                    <a:pt x="654" y="41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42">
              <a:extLst>
                <a:ext uri="{FF2B5EF4-FFF2-40B4-BE49-F238E27FC236}">
                  <a16:creationId xmlns:a16="http://schemas.microsoft.com/office/drawing/2014/main" id="{3BC896BD-5FE0-4386-80C9-885C9FEDD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4513" y="4222751"/>
              <a:ext cx="14288" cy="15875"/>
            </a:xfrm>
            <a:custGeom>
              <a:avLst/>
              <a:gdLst>
                <a:gd name="T0" fmla="*/ 24 w 28"/>
                <a:gd name="T1" fmla="*/ 4 h 28"/>
                <a:gd name="T2" fmla="*/ 20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2 w 28"/>
                <a:gd name="T11" fmla="*/ 8 h 28"/>
                <a:gd name="T12" fmla="*/ 0 w 28"/>
                <a:gd name="T13" fmla="*/ 14 h 28"/>
                <a:gd name="T14" fmla="*/ 2 w 28"/>
                <a:gd name="T15" fmla="*/ 19 h 28"/>
                <a:gd name="T16" fmla="*/ 4 w 28"/>
                <a:gd name="T17" fmla="*/ 23 h 28"/>
                <a:gd name="T18" fmla="*/ 9 w 28"/>
                <a:gd name="T19" fmla="*/ 27 h 28"/>
                <a:gd name="T20" fmla="*/ 14 w 28"/>
                <a:gd name="T21" fmla="*/ 28 h 28"/>
                <a:gd name="T22" fmla="*/ 20 w 28"/>
                <a:gd name="T23" fmla="*/ 27 h 28"/>
                <a:gd name="T24" fmla="*/ 24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4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4" y="4"/>
                  </a:move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43">
              <a:extLst>
                <a:ext uri="{FF2B5EF4-FFF2-40B4-BE49-F238E27FC236}">
                  <a16:creationId xmlns:a16="http://schemas.microsoft.com/office/drawing/2014/main" id="{798318BD-9288-4B34-8E0A-7AD5D346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988" y="4064001"/>
              <a:ext cx="26988" cy="26988"/>
            </a:xfrm>
            <a:custGeom>
              <a:avLst/>
              <a:gdLst>
                <a:gd name="T0" fmla="*/ 48 w 52"/>
                <a:gd name="T1" fmla="*/ 3 h 52"/>
                <a:gd name="T2" fmla="*/ 43 w 52"/>
                <a:gd name="T3" fmla="*/ 1 h 52"/>
                <a:gd name="T4" fmla="*/ 38 w 52"/>
                <a:gd name="T5" fmla="*/ 0 h 52"/>
                <a:gd name="T6" fmla="*/ 33 w 52"/>
                <a:gd name="T7" fmla="*/ 1 h 52"/>
                <a:gd name="T8" fmla="*/ 28 w 52"/>
                <a:gd name="T9" fmla="*/ 3 h 52"/>
                <a:gd name="T10" fmla="*/ 4 w 52"/>
                <a:gd name="T11" fmla="*/ 28 h 52"/>
                <a:gd name="T12" fmla="*/ 1 w 52"/>
                <a:gd name="T13" fmla="*/ 32 h 52"/>
                <a:gd name="T14" fmla="*/ 0 w 52"/>
                <a:gd name="T15" fmla="*/ 38 h 52"/>
                <a:gd name="T16" fmla="*/ 1 w 52"/>
                <a:gd name="T17" fmla="*/ 43 h 52"/>
                <a:gd name="T18" fmla="*/ 4 w 52"/>
                <a:gd name="T19" fmla="*/ 47 h 52"/>
                <a:gd name="T20" fmla="*/ 9 w 52"/>
                <a:gd name="T21" fmla="*/ 51 h 52"/>
                <a:gd name="T22" fmla="*/ 14 w 52"/>
                <a:gd name="T23" fmla="*/ 52 h 52"/>
                <a:gd name="T24" fmla="*/ 20 w 52"/>
                <a:gd name="T25" fmla="*/ 51 h 52"/>
                <a:gd name="T26" fmla="*/ 24 w 52"/>
                <a:gd name="T27" fmla="*/ 47 h 52"/>
                <a:gd name="T28" fmla="*/ 48 w 52"/>
                <a:gd name="T29" fmla="*/ 24 h 52"/>
                <a:gd name="T30" fmla="*/ 51 w 52"/>
                <a:gd name="T31" fmla="*/ 20 h 52"/>
                <a:gd name="T32" fmla="*/ 52 w 52"/>
                <a:gd name="T33" fmla="*/ 14 h 52"/>
                <a:gd name="T34" fmla="*/ 51 w 52"/>
                <a:gd name="T35" fmla="*/ 9 h 52"/>
                <a:gd name="T36" fmla="*/ 48 w 52"/>
                <a:gd name="T3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52">
                  <a:moveTo>
                    <a:pt x="48" y="3"/>
                  </a:moveTo>
                  <a:lnTo>
                    <a:pt x="43" y="1"/>
                  </a:lnTo>
                  <a:lnTo>
                    <a:pt x="38" y="0"/>
                  </a:lnTo>
                  <a:lnTo>
                    <a:pt x="33" y="1"/>
                  </a:lnTo>
                  <a:lnTo>
                    <a:pt x="28" y="3"/>
                  </a:lnTo>
                  <a:lnTo>
                    <a:pt x="4" y="28"/>
                  </a:lnTo>
                  <a:lnTo>
                    <a:pt x="1" y="32"/>
                  </a:lnTo>
                  <a:lnTo>
                    <a:pt x="0" y="38"/>
                  </a:lnTo>
                  <a:lnTo>
                    <a:pt x="1" y="43"/>
                  </a:lnTo>
                  <a:lnTo>
                    <a:pt x="4" y="47"/>
                  </a:lnTo>
                  <a:lnTo>
                    <a:pt x="9" y="51"/>
                  </a:lnTo>
                  <a:lnTo>
                    <a:pt x="14" y="52"/>
                  </a:lnTo>
                  <a:lnTo>
                    <a:pt x="20" y="51"/>
                  </a:lnTo>
                  <a:lnTo>
                    <a:pt x="24" y="47"/>
                  </a:lnTo>
                  <a:lnTo>
                    <a:pt x="48" y="24"/>
                  </a:lnTo>
                  <a:lnTo>
                    <a:pt x="51" y="20"/>
                  </a:lnTo>
                  <a:lnTo>
                    <a:pt x="52" y="14"/>
                  </a:lnTo>
                  <a:lnTo>
                    <a:pt x="51" y="9"/>
                  </a:lnTo>
                  <a:lnTo>
                    <a:pt x="48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11" name="Group 510">
            <a:extLst>
              <a:ext uri="{FF2B5EF4-FFF2-40B4-BE49-F238E27FC236}">
                <a16:creationId xmlns:a16="http://schemas.microsoft.com/office/drawing/2014/main" id="{0A363289-4D3C-4B24-B89D-B21EC6E379B1}"/>
              </a:ext>
            </a:extLst>
          </p:cNvPr>
          <p:cNvGrpSpPr/>
          <p:nvPr/>
        </p:nvGrpSpPr>
        <p:grpSpPr>
          <a:xfrm>
            <a:off x="5424488" y="3241676"/>
            <a:ext cx="376238" cy="374650"/>
            <a:chOff x="5424488" y="3241676"/>
            <a:chExt cx="376238" cy="374650"/>
          </a:xfrm>
        </p:grpSpPr>
        <p:sp>
          <p:nvSpPr>
            <p:cNvPr id="45" name="Freeform 444">
              <a:extLst>
                <a:ext uri="{FF2B5EF4-FFF2-40B4-BE49-F238E27FC236}">
                  <a16:creationId xmlns:a16="http://schemas.microsoft.com/office/drawing/2014/main" id="{2BE883D3-C6CD-415F-822E-72493738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6" y="3535363"/>
              <a:ext cx="14288" cy="14288"/>
            </a:xfrm>
            <a:custGeom>
              <a:avLst/>
              <a:gdLst>
                <a:gd name="T0" fmla="*/ 23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8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8 w 28"/>
                <a:gd name="T19" fmla="*/ 27 h 28"/>
                <a:gd name="T20" fmla="*/ 14 w 28"/>
                <a:gd name="T21" fmla="*/ 28 h 28"/>
                <a:gd name="T22" fmla="*/ 19 w 28"/>
                <a:gd name="T23" fmla="*/ 27 h 28"/>
                <a:gd name="T24" fmla="*/ 23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3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3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45">
              <a:extLst>
                <a:ext uri="{FF2B5EF4-FFF2-40B4-BE49-F238E27FC236}">
                  <a16:creationId xmlns:a16="http://schemas.microsoft.com/office/drawing/2014/main" id="{99228CB9-DDBA-411F-AECC-B1C409EC21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95926" y="3241676"/>
              <a:ext cx="304800" cy="307975"/>
            </a:xfrm>
            <a:custGeom>
              <a:avLst/>
              <a:gdLst>
                <a:gd name="T0" fmla="*/ 572 w 576"/>
                <a:gd name="T1" fmla="*/ 281 h 583"/>
                <a:gd name="T2" fmla="*/ 565 w 576"/>
                <a:gd name="T3" fmla="*/ 278 h 583"/>
                <a:gd name="T4" fmla="*/ 505 w 576"/>
                <a:gd name="T5" fmla="*/ 278 h 583"/>
                <a:gd name="T6" fmla="*/ 504 w 576"/>
                <a:gd name="T7" fmla="*/ 8 h 583"/>
                <a:gd name="T8" fmla="*/ 498 w 576"/>
                <a:gd name="T9" fmla="*/ 1 h 583"/>
                <a:gd name="T10" fmla="*/ 236 w 576"/>
                <a:gd name="T11" fmla="*/ 0 h 583"/>
                <a:gd name="T12" fmla="*/ 226 w 576"/>
                <a:gd name="T13" fmla="*/ 4 h 583"/>
                <a:gd name="T14" fmla="*/ 222 w 576"/>
                <a:gd name="T15" fmla="*/ 14 h 583"/>
                <a:gd name="T16" fmla="*/ 79 w 576"/>
                <a:gd name="T17" fmla="*/ 120 h 583"/>
                <a:gd name="T18" fmla="*/ 70 w 576"/>
                <a:gd name="T19" fmla="*/ 124 h 583"/>
                <a:gd name="T20" fmla="*/ 65 w 576"/>
                <a:gd name="T21" fmla="*/ 134 h 583"/>
                <a:gd name="T22" fmla="*/ 14 w 576"/>
                <a:gd name="T23" fmla="*/ 278 h 583"/>
                <a:gd name="T24" fmla="*/ 7 w 576"/>
                <a:gd name="T25" fmla="*/ 279 h 583"/>
                <a:gd name="T26" fmla="*/ 3 w 576"/>
                <a:gd name="T27" fmla="*/ 283 h 583"/>
                <a:gd name="T28" fmla="*/ 0 w 576"/>
                <a:gd name="T29" fmla="*/ 288 h 583"/>
                <a:gd name="T30" fmla="*/ 1 w 576"/>
                <a:gd name="T31" fmla="*/ 295 h 583"/>
                <a:gd name="T32" fmla="*/ 85 w 576"/>
                <a:gd name="T33" fmla="*/ 577 h 583"/>
                <a:gd name="T34" fmla="*/ 91 w 576"/>
                <a:gd name="T35" fmla="*/ 583 h 583"/>
                <a:gd name="T36" fmla="*/ 289 w 576"/>
                <a:gd name="T37" fmla="*/ 583 h 583"/>
                <a:gd name="T38" fmla="*/ 298 w 576"/>
                <a:gd name="T39" fmla="*/ 578 h 583"/>
                <a:gd name="T40" fmla="*/ 302 w 576"/>
                <a:gd name="T41" fmla="*/ 569 h 583"/>
                <a:gd name="T42" fmla="*/ 298 w 576"/>
                <a:gd name="T43" fmla="*/ 559 h 583"/>
                <a:gd name="T44" fmla="*/ 289 w 576"/>
                <a:gd name="T45" fmla="*/ 555 h 583"/>
                <a:gd name="T46" fmla="*/ 32 w 576"/>
                <a:gd name="T47" fmla="*/ 305 h 583"/>
                <a:gd name="T48" fmla="*/ 470 w 576"/>
                <a:gd name="T49" fmla="*/ 555 h 583"/>
                <a:gd name="T50" fmla="*/ 414 w 576"/>
                <a:gd name="T51" fmla="*/ 556 h 583"/>
                <a:gd name="T52" fmla="*/ 407 w 576"/>
                <a:gd name="T53" fmla="*/ 563 h 583"/>
                <a:gd name="T54" fmla="*/ 407 w 576"/>
                <a:gd name="T55" fmla="*/ 574 h 583"/>
                <a:gd name="T56" fmla="*/ 414 w 576"/>
                <a:gd name="T57" fmla="*/ 582 h 583"/>
                <a:gd name="T58" fmla="*/ 481 w 576"/>
                <a:gd name="T59" fmla="*/ 583 h 583"/>
                <a:gd name="T60" fmla="*/ 489 w 576"/>
                <a:gd name="T61" fmla="*/ 580 h 583"/>
                <a:gd name="T62" fmla="*/ 493 w 576"/>
                <a:gd name="T63" fmla="*/ 573 h 583"/>
                <a:gd name="T64" fmla="*/ 576 w 576"/>
                <a:gd name="T65" fmla="*/ 292 h 583"/>
                <a:gd name="T66" fmla="*/ 575 w 576"/>
                <a:gd name="T67" fmla="*/ 285 h 583"/>
                <a:gd name="T68" fmla="*/ 315 w 576"/>
                <a:gd name="T69" fmla="*/ 278 h 583"/>
                <a:gd name="T70" fmla="*/ 93 w 576"/>
                <a:gd name="T71" fmla="*/ 148 h 583"/>
                <a:gd name="T72" fmla="*/ 315 w 576"/>
                <a:gd name="T73" fmla="*/ 278 h 583"/>
                <a:gd name="T74" fmla="*/ 343 w 576"/>
                <a:gd name="T75" fmla="*/ 278 h 583"/>
                <a:gd name="T76" fmla="*/ 342 w 576"/>
                <a:gd name="T77" fmla="*/ 128 h 583"/>
                <a:gd name="T78" fmla="*/ 335 w 576"/>
                <a:gd name="T79" fmla="*/ 121 h 583"/>
                <a:gd name="T80" fmla="*/ 250 w 576"/>
                <a:gd name="T81" fmla="*/ 120 h 583"/>
                <a:gd name="T82" fmla="*/ 478 w 576"/>
                <a:gd name="T83" fmla="*/ 2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76" h="583">
                  <a:moveTo>
                    <a:pt x="574" y="283"/>
                  </a:moveTo>
                  <a:lnTo>
                    <a:pt x="572" y="281"/>
                  </a:lnTo>
                  <a:lnTo>
                    <a:pt x="569" y="279"/>
                  </a:lnTo>
                  <a:lnTo>
                    <a:pt x="565" y="278"/>
                  </a:lnTo>
                  <a:lnTo>
                    <a:pt x="562" y="278"/>
                  </a:lnTo>
                  <a:lnTo>
                    <a:pt x="505" y="278"/>
                  </a:lnTo>
                  <a:lnTo>
                    <a:pt x="505" y="14"/>
                  </a:lnTo>
                  <a:lnTo>
                    <a:pt x="504" y="8"/>
                  </a:lnTo>
                  <a:lnTo>
                    <a:pt x="502" y="4"/>
                  </a:lnTo>
                  <a:lnTo>
                    <a:pt x="498" y="1"/>
                  </a:lnTo>
                  <a:lnTo>
                    <a:pt x="492" y="0"/>
                  </a:lnTo>
                  <a:lnTo>
                    <a:pt x="236" y="0"/>
                  </a:lnTo>
                  <a:lnTo>
                    <a:pt x="231" y="1"/>
                  </a:lnTo>
                  <a:lnTo>
                    <a:pt x="226" y="4"/>
                  </a:lnTo>
                  <a:lnTo>
                    <a:pt x="224" y="8"/>
                  </a:lnTo>
                  <a:lnTo>
                    <a:pt x="222" y="14"/>
                  </a:lnTo>
                  <a:lnTo>
                    <a:pt x="222" y="120"/>
                  </a:lnTo>
                  <a:lnTo>
                    <a:pt x="79" y="120"/>
                  </a:lnTo>
                  <a:lnTo>
                    <a:pt x="74" y="121"/>
                  </a:lnTo>
                  <a:lnTo>
                    <a:pt x="70" y="124"/>
                  </a:lnTo>
                  <a:lnTo>
                    <a:pt x="66" y="128"/>
                  </a:lnTo>
                  <a:lnTo>
                    <a:pt x="65" y="134"/>
                  </a:lnTo>
                  <a:lnTo>
                    <a:pt x="65" y="278"/>
                  </a:lnTo>
                  <a:lnTo>
                    <a:pt x="14" y="278"/>
                  </a:lnTo>
                  <a:lnTo>
                    <a:pt x="11" y="278"/>
                  </a:lnTo>
                  <a:lnTo>
                    <a:pt x="7" y="279"/>
                  </a:lnTo>
                  <a:lnTo>
                    <a:pt x="5" y="281"/>
                  </a:lnTo>
                  <a:lnTo>
                    <a:pt x="3" y="283"/>
                  </a:lnTo>
                  <a:lnTo>
                    <a:pt x="1" y="285"/>
                  </a:lnTo>
                  <a:lnTo>
                    <a:pt x="0" y="288"/>
                  </a:lnTo>
                  <a:lnTo>
                    <a:pt x="0" y="292"/>
                  </a:lnTo>
                  <a:lnTo>
                    <a:pt x="1" y="295"/>
                  </a:lnTo>
                  <a:lnTo>
                    <a:pt x="83" y="573"/>
                  </a:lnTo>
                  <a:lnTo>
                    <a:pt x="85" y="577"/>
                  </a:lnTo>
                  <a:lnTo>
                    <a:pt x="88" y="580"/>
                  </a:lnTo>
                  <a:lnTo>
                    <a:pt x="91" y="583"/>
                  </a:lnTo>
                  <a:lnTo>
                    <a:pt x="95" y="583"/>
                  </a:lnTo>
                  <a:lnTo>
                    <a:pt x="289" y="583"/>
                  </a:lnTo>
                  <a:lnTo>
                    <a:pt x="294" y="582"/>
                  </a:lnTo>
                  <a:lnTo>
                    <a:pt x="298" y="578"/>
                  </a:lnTo>
                  <a:lnTo>
                    <a:pt x="301" y="574"/>
                  </a:lnTo>
                  <a:lnTo>
                    <a:pt x="302" y="569"/>
                  </a:lnTo>
                  <a:lnTo>
                    <a:pt x="301" y="563"/>
                  </a:lnTo>
                  <a:lnTo>
                    <a:pt x="298" y="559"/>
                  </a:lnTo>
                  <a:lnTo>
                    <a:pt x="294" y="556"/>
                  </a:lnTo>
                  <a:lnTo>
                    <a:pt x="289" y="555"/>
                  </a:lnTo>
                  <a:lnTo>
                    <a:pt x="106" y="555"/>
                  </a:lnTo>
                  <a:lnTo>
                    <a:pt x="32" y="305"/>
                  </a:lnTo>
                  <a:lnTo>
                    <a:pt x="544" y="305"/>
                  </a:lnTo>
                  <a:lnTo>
                    <a:pt x="470" y="555"/>
                  </a:lnTo>
                  <a:lnTo>
                    <a:pt x="419" y="555"/>
                  </a:lnTo>
                  <a:lnTo>
                    <a:pt x="414" y="556"/>
                  </a:lnTo>
                  <a:lnTo>
                    <a:pt x="410" y="559"/>
                  </a:lnTo>
                  <a:lnTo>
                    <a:pt x="407" y="563"/>
                  </a:lnTo>
                  <a:lnTo>
                    <a:pt x="405" y="569"/>
                  </a:lnTo>
                  <a:lnTo>
                    <a:pt x="407" y="574"/>
                  </a:lnTo>
                  <a:lnTo>
                    <a:pt x="410" y="578"/>
                  </a:lnTo>
                  <a:lnTo>
                    <a:pt x="414" y="582"/>
                  </a:lnTo>
                  <a:lnTo>
                    <a:pt x="419" y="583"/>
                  </a:lnTo>
                  <a:lnTo>
                    <a:pt x="481" y="583"/>
                  </a:lnTo>
                  <a:lnTo>
                    <a:pt x="485" y="583"/>
                  </a:lnTo>
                  <a:lnTo>
                    <a:pt x="489" y="580"/>
                  </a:lnTo>
                  <a:lnTo>
                    <a:pt x="491" y="577"/>
                  </a:lnTo>
                  <a:lnTo>
                    <a:pt x="493" y="573"/>
                  </a:lnTo>
                  <a:lnTo>
                    <a:pt x="576" y="295"/>
                  </a:lnTo>
                  <a:lnTo>
                    <a:pt x="576" y="292"/>
                  </a:lnTo>
                  <a:lnTo>
                    <a:pt x="576" y="288"/>
                  </a:lnTo>
                  <a:lnTo>
                    <a:pt x="575" y="285"/>
                  </a:lnTo>
                  <a:lnTo>
                    <a:pt x="574" y="283"/>
                  </a:lnTo>
                  <a:close/>
                  <a:moveTo>
                    <a:pt x="315" y="278"/>
                  </a:moveTo>
                  <a:lnTo>
                    <a:pt x="93" y="278"/>
                  </a:lnTo>
                  <a:lnTo>
                    <a:pt x="93" y="148"/>
                  </a:lnTo>
                  <a:lnTo>
                    <a:pt x="315" y="148"/>
                  </a:lnTo>
                  <a:lnTo>
                    <a:pt x="315" y="278"/>
                  </a:lnTo>
                  <a:close/>
                  <a:moveTo>
                    <a:pt x="478" y="278"/>
                  </a:moveTo>
                  <a:lnTo>
                    <a:pt x="343" y="278"/>
                  </a:lnTo>
                  <a:lnTo>
                    <a:pt x="343" y="134"/>
                  </a:lnTo>
                  <a:lnTo>
                    <a:pt x="342" y="128"/>
                  </a:lnTo>
                  <a:lnTo>
                    <a:pt x="339" y="124"/>
                  </a:lnTo>
                  <a:lnTo>
                    <a:pt x="335" y="121"/>
                  </a:lnTo>
                  <a:lnTo>
                    <a:pt x="329" y="120"/>
                  </a:lnTo>
                  <a:lnTo>
                    <a:pt x="250" y="120"/>
                  </a:lnTo>
                  <a:lnTo>
                    <a:pt x="250" y="28"/>
                  </a:lnTo>
                  <a:lnTo>
                    <a:pt x="478" y="28"/>
                  </a:lnTo>
                  <a:lnTo>
                    <a:pt x="478" y="2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46">
              <a:extLst>
                <a:ext uri="{FF2B5EF4-FFF2-40B4-BE49-F238E27FC236}">
                  <a16:creationId xmlns:a16="http://schemas.microsoft.com/office/drawing/2014/main" id="{D69615C0-BB2A-43C7-86CA-D7B0FC7E09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3351213"/>
              <a:ext cx="341313" cy="265113"/>
            </a:xfrm>
            <a:custGeom>
              <a:avLst/>
              <a:gdLst>
                <a:gd name="T0" fmla="*/ 87 w 644"/>
                <a:gd name="T1" fmla="*/ 10 h 502"/>
                <a:gd name="T2" fmla="*/ 77 w 644"/>
                <a:gd name="T3" fmla="*/ 0 h 502"/>
                <a:gd name="T4" fmla="*/ 8 w 644"/>
                <a:gd name="T5" fmla="*/ 1 h 502"/>
                <a:gd name="T6" fmla="*/ 0 w 644"/>
                <a:gd name="T7" fmla="*/ 14 h 502"/>
                <a:gd name="T8" fmla="*/ 8 w 644"/>
                <a:gd name="T9" fmla="*/ 27 h 502"/>
                <a:gd name="T10" fmla="*/ 178 w 644"/>
                <a:gd name="T11" fmla="*/ 418 h 502"/>
                <a:gd name="T12" fmla="*/ 186 w 644"/>
                <a:gd name="T13" fmla="*/ 427 h 502"/>
                <a:gd name="T14" fmla="*/ 257 w 644"/>
                <a:gd name="T15" fmla="*/ 433 h 502"/>
                <a:gd name="T16" fmla="*/ 254 w 644"/>
                <a:gd name="T17" fmla="*/ 451 h 502"/>
                <a:gd name="T18" fmla="*/ 263 w 644"/>
                <a:gd name="T19" fmla="*/ 480 h 502"/>
                <a:gd name="T20" fmla="*/ 285 w 644"/>
                <a:gd name="T21" fmla="*/ 498 h 502"/>
                <a:gd name="T22" fmla="*/ 316 w 644"/>
                <a:gd name="T23" fmla="*/ 501 h 502"/>
                <a:gd name="T24" fmla="*/ 342 w 644"/>
                <a:gd name="T25" fmla="*/ 487 h 502"/>
                <a:gd name="T26" fmla="*/ 356 w 644"/>
                <a:gd name="T27" fmla="*/ 462 h 502"/>
                <a:gd name="T28" fmla="*/ 356 w 644"/>
                <a:gd name="T29" fmla="*/ 439 h 502"/>
                <a:gd name="T30" fmla="*/ 464 w 644"/>
                <a:gd name="T31" fmla="*/ 427 h 502"/>
                <a:gd name="T32" fmla="*/ 459 w 644"/>
                <a:gd name="T33" fmla="*/ 445 h 502"/>
                <a:gd name="T34" fmla="*/ 463 w 644"/>
                <a:gd name="T35" fmla="*/ 471 h 502"/>
                <a:gd name="T36" fmla="*/ 482 w 644"/>
                <a:gd name="T37" fmla="*/ 494 h 502"/>
                <a:gd name="T38" fmla="*/ 510 w 644"/>
                <a:gd name="T39" fmla="*/ 502 h 502"/>
                <a:gd name="T40" fmla="*/ 539 w 644"/>
                <a:gd name="T41" fmla="*/ 494 h 502"/>
                <a:gd name="T42" fmla="*/ 558 w 644"/>
                <a:gd name="T43" fmla="*/ 471 h 502"/>
                <a:gd name="T44" fmla="*/ 561 w 644"/>
                <a:gd name="T45" fmla="*/ 445 h 502"/>
                <a:gd name="T46" fmla="*/ 556 w 644"/>
                <a:gd name="T47" fmla="*/ 427 h 502"/>
                <a:gd name="T48" fmla="*/ 639 w 644"/>
                <a:gd name="T49" fmla="*/ 424 h 502"/>
                <a:gd name="T50" fmla="*/ 642 w 644"/>
                <a:gd name="T51" fmla="*/ 408 h 502"/>
                <a:gd name="T52" fmla="*/ 630 w 644"/>
                <a:gd name="T53" fmla="*/ 399 h 502"/>
                <a:gd name="T54" fmla="*/ 296 w 644"/>
                <a:gd name="T55" fmla="*/ 473 h 502"/>
                <a:gd name="T56" fmla="*/ 286 w 644"/>
                <a:gd name="T57" fmla="*/ 465 h 502"/>
                <a:gd name="T58" fmla="*/ 282 w 644"/>
                <a:gd name="T59" fmla="*/ 451 h 502"/>
                <a:gd name="T60" fmla="*/ 286 w 644"/>
                <a:gd name="T61" fmla="*/ 438 h 502"/>
                <a:gd name="T62" fmla="*/ 296 w 644"/>
                <a:gd name="T63" fmla="*/ 429 h 502"/>
                <a:gd name="T64" fmla="*/ 310 w 644"/>
                <a:gd name="T65" fmla="*/ 428 h 502"/>
                <a:gd name="T66" fmla="*/ 323 w 644"/>
                <a:gd name="T67" fmla="*/ 435 h 502"/>
                <a:gd name="T68" fmla="*/ 329 w 644"/>
                <a:gd name="T69" fmla="*/ 447 h 502"/>
                <a:gd name="T70" fmla="*/ 327 w 644"/>
                <a:gd name="T71" fmla="*/ 460 h 502"/>
                <a:gd name="T72" fmla="*/ 318 w 644"/>
                <a:gd name="T73" fmla="*/ 471 h 502"/>
                <a:gd name="T74" fmla="*/ 306 w 644"/>
                <a:gd name="T75" fmla="*/ 474 h 502"/>
                <a:gd name="T76" fmla="*/ 501 w 644"/>
                <a:gd name="T77" fmla="*/ 473 h 502"/>
                <a:gd name="T78" fmla="*/ 491 w 644"/>
                <a:gd name="T79" fmla="*/ 465 h 502"/>
                <a:gd name="T80" fmla="*/ 487 w 644"/>
                <a:gd name="T81" fmla="*/ 451 h 502"/>
                <a:gd name="T82" fmla="*/ 491 w 644"/>
                <a:gd name="T83" fmla="*/ 438 h 502"/>
                <a:gd name="T84" fmla="*/ 501 w 644"/>
                <a:gd name="T85" fmla="*/ 429 h 502"/>
                <a:gd name="T86" fmla="*/ 515 w 644"/>
                <a:gd name="T87" fmla="*/ 428 h 502"/>
                <a:gd name="T88" fmla="*/ 527 w 644"/>
                <a:gd name="T89" fmla="*/ 435 h 502"/>
                <a:gd name="T90" fmla="*/ 534 w 644"/>
                <a:gd name="T91" fmla="*/ 447 h 502"/>
                <a:gd name="T92" fmla="*/ 532 w 644"/>
                <a:gd name="T93" fmla="*/ 460 h 502"/>
                <a:gd name="T94" fmla="*/ 523 w 644"/>
                <a:gd name="T95" fmla="*/ 471 h 502"/>
                <a:gd name="T96" fmla="*/ 510 w 644"/>
                <a:gd name="T97" fmla="*/ 474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4" h="502">
                  <a:moveTo>
                    <a:pt x="630" y="399"/>
                  </a:moveTo>
                  <a:lnTo>
                    <a:pt x="201" y="399"/>
                  </a:lnTo>
                  <a:lnTo>
                    <a:pt x="87" y="10"/>
                  </a:lnTo>
                  <a:lnTo>
                    <a:pt x="85" y="5"/>
                  </a:lnTo>
                  <a:lnTo>
                    <a:pt x="81" y="2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14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63" y="28"/>
                  </a:lnTo>
                  <a:lnTo>
                    <a:pt x="178" y="418"/>
                  </a:lnTo>
                  <a:lnTo>
                    <a:pt x="180" y="422"/>
                  </a:lnTo>
                  <a:lnTo>
                    <a:pt x="183" y="425"/>
                  </a:lnTo>
                  <a:lnTo>
                    <a:pt x="186" y="427"/>
                  </a:lnTo>
                  <a:lnTo>
                    <a:pt x="191" y="427"/>
                  </a:lnTo>
                  <a:lnTo>
                    <a:pt x="260" y="427"/>
                  </a:lnTo>
                  <a:lnTo>
                    <a:pt x="257" y="433"/>
                  </a:lnTo>
                  <a:lnTo>
                    <a:pt x="256" y="439"/>
                  </a:lnTo>
                  <a:lnTo>
                    <a:pt x="255" y="445"/>
                  </a:lnTo>
                  <a:lnTo>
                    <a:pt x="254" y="451"/>
                  </a:lnTo>
                  <a:lnTo>
                    <a:pt x="255" y="462"/>
                  </a:lnTo>
                  <a:lnTo>
                    <a:pt x="258" y="471"/>
                  </a:lnTo>
                  <a:lnTo>
                    <a:pt x="263" y="480"/>
                  </a:lnTo>
                  <a:lnTo>
                    <a:pt x="269" y="487"/>
                  </a:lnTo>
                  <a:lnTo>
                    <a:pt x="277" y="494"/>
                  </a:lnTo>
                  <a:lnTo>
                    <a:pt x="285" y="498"/>
                  </a:lnTo>
                  <a:lnTo>
                    <a:pt x="295" y="501"/>
                  </a:lnTo>
                  <a:lnTo>
                    <a:pt x="306" y="502"/>
                  </a:lnTo>
                  <a:lnTo>
                    <a:pt x="316" y="501"/>
                  </a:lnTo>
                  <a:lnTo>
                    <a:pt x="326" y="498"/>
                  </a:lnTo>
                  <a:lnTo>
                    <a:pt x="335" y="494"/>
                  </a:lnTo>
                  <a:lnTo>
                    <a:pt x="342" y="487"/>
                  </a:lnTo>
                  <a:lnTo>
                    <a:pt x="348" y="480"/>
                  </a:lnTo>
                  <a:lnTo>
                    <a:pt x="353" y="471"/>
                  </a:lnTo>
                  <a:lnTo>
                    <a:pt x="356" y="462"/>
                  </a:lnTo>
                  <a:lnTo>
                    <a:pt x="357" y="451"/>
                  </a:lnTo>
                  <a:lnTo>
                    <a:pt x="357" y="445"/>
                  </a:lnTo>
                  <a:lnTo>
                    <a:pt x="356" y="439"/>
                  </a:lnTo>
                  <a:lnTo>
                    <a:pt x="354" y="433"/>
                  </a:lnTo>
                  <a:lnTo>
                    <a:pt x="352" y="427"/>
                  </a:lnTo>
                  <a:lnTo>
                    <a:pt x="464" y="427"/>
                  </a:lnTo>
                  <a:lnTo>
                    <a:pt x="462" y="433"/>
                  </a:lnTo>
                  <a:lnTo>
                    <a:pt x="460" y="439"/>
                  </a:lnTo>
                  <a:lnTo>
                    <a:pt x="459" y="445"/>
                  </a:lnTo>
                  <a:lnTo>
                    <a:pt x="459" y="451"/>
                  </a:lnTo>
                  <a:lnTo>
                    <a:pt x="460" y="462"/>
                  </a:lnTo>
                  <a:lnTo>
                    <a:pt x="463" y="471"/>
                  </a:lnTo>
                  <a:lnTo>
                    <a:pt x="468" y="480"/>
                  </a:lnTo>
                  <a:lnTo>
                    <a:pt x="474" y="487"/>
                  </a:lnTo>
                  <a:lnTo>
                    <a:pt x="482" y="494"/>
                  </a:lnTo>
                  <a:lnTo>
                    <a:pt x="490" y="498"/>
                  </a:lnTo>
                  <a:lnTo>
                    <a:pt x="500" y="501"/>
                  </a:lnTo>
                  <a:lnTo>
                    <a:pt x="510" y="502"/>
                  </a:lnTo>
                  <a:lnTo>
                    <a:pt x="521" y="501"/>
                  </a:lnTo>
                  <a:lnTo>
                    <a:pt x="531" y="498"/>
                  </a:lnTo>
                  <a:lnTo>
                    <a:pt x="539" y="494"/>
                  </a:lnTo>
                  <a:lnTo>
                    <a:pt x="547" y="487"/>
                  </a:lnTo>
                  <a:lnTo>
                    <a:pt x="553" y="480"/>
                  </a:lnTo>
                  <a:lnTo>
                    <a:pt x="558" y="471"/>
                  </a:lnTo>
                  <a:lnTo>
                    <a:pt x="561" y="462"/>
                  </a:lnTo>
                  <a:lnTo>
                    <a:pt x="562" y="451"/>
                  </a:lnTo>
                  <a:lnTo>
                    <a:pt x="561" y="445"/>
                  </a:lnTo>
                  <a:lnTo>
                    <a:pt x="560" y="439"/>
                  </a:lnTo>
                  <a:lnTo>
                    <a:pt x="559" y="433"/>
                  </a:lnTo>
                  <a:lnTo>
                    <a:pt x="556" y="427"/>
                  </a:lnTo>
                  <a:lnTo>
                    <a:pt x="630" y="427"/>
                  </a:lnTo>
                  <a:lnTo>
                    <a:pt x="635" y="426"/>
                  </a:lnTo>
                  <a:lnTo>
                    <a:pt x="639" y="424"/>
                  </a:lnTo>
                  <a:lnTo>
                    <a:pt x="642" y="419"/>
                  </a:lnTo>
                  <a:lnTo>
                    <a:pt x="644" y="413"/>
                  </a:lnTo>
                  <a:lnTo>
                    <a:pt x="642" y="408"/>
                  </a:lnTo>
                  <a:lnTo>
                    <a:pt x="639" y="404"/>
                  </a:lnTo>
                  <a:lnTo>
                    <a:pt x="635" y="401"/>
                  </a:lnTo>
                  <a:lnTo>
                    <a:pt x="630" y="399"/>
                  </a:lnTo>
                  <a:close/>
                  <a:moveTo>
                    <a:pt x="306" y="474"/>
                  </a:moveTo>
                  <a:lnTo>
                    <a:pt x="301" y="474"/>
                  </a:lnTo>
                  <a:lnTo>
                    <a:pt x="296" y="473"/>
                  </a:lnTo>
                  <a:lnTo>
                    <a:pt x="293" y="471"/>
                  </a:lnTo>
                  <a:lnTo>
                    <a:pt x="288" y="468"/>
                  </a:lnTo>
                  <a:lnTo>
                    <a:pt x="286" y="465"/>
                  </a:lnTo>
                  <a:lnTo>
                    <a:pt x="284" y="460"/>
                  </a:lnTo>
                  <a:lnTo>
                    <a:pt x="282" y="456"/>
                  </a:lnTo>
                  <a:lnTo>
                    <a:pt x="282" y="451"/>
                  </a:lnTo>
                  <a:lnTo>
                    <a:pt x="282" y="447"/>
                  </a:lnTo>
                  <a:lnTo>
                    <a:pt x="284" y="442"/>
                  </a:lnTo>
                  <a:lnTo>
                    <a:pt x="286" y="438"/>
                  </a:lnTo>
                  <a:lnTo>
                    <a:pt x="288" y="435"/>
                  </a:lnTo>
                  <a:lnTo>
                    <a:pt x="293" y="431"/>
                  </a:lnTo>
                  <a:lnTo>
                    <a:pt x="296" y="429"/>
                  </a:lnTo>
                  <a:lnTo>
                    <a:pt x="301" y="428"/>
                  </a:lnTo>
                  <a:lnTo>
                    <a:pt x="306" y="427"/>
                  </a:lnTo>
                  <a:lnTo>
                    <a:pt x="310" y="428"/>
                  </a:lnTo>
                  <a:lnTo>
                    <a:pt x="315" y="429"/>
                  </a:lnTo>
                  <a:lnTo>
                    <a:pt x="318" y="431"/>
                  </a:lnTo>
                  <a:lnTo>
                    <a:pt x="323" y="435"/>
                  </a:lnTo>
                  <a:lnTo>
                    <a:pt x="325" y="438"/>
                  </a:lnTo>
                  <a:lnTo>
                    <a:pt x="327" y="442"/>
                  </a:lnTo>
                  <a:lnTo>
                    <a:pt x="329" y="447"/>
                  </a:lnTo>
                  <a:lnTo>
                    <a:pt x="329" y="451"/>
                  </a:lnTo>
                  <a:lnTo>
                    <a:pt x="329" y="456"/>
                  </a:lnTo>
                  <a:lnTo>
                    <a:pt x="327" y="460"/>
                  </a:lnTo>
                  <a:lnTo>
                    <a:pt x="325" y="465"/>
                  </a:lnTo>
                  <a:lnTo>
                    <a:pt x="323" y="468"/>
                  </a:lnTo>
                  <a:lnTo>
                    <a:pt x="318" y="471"/>
                  </a:lnTo>
                  <a:lnTo>
                    <a:pt x="315" y="473"/>
                  </a:lnTo>
                  <a:lnTo>
                    <a:pt x="310" y="474"/>
                  </a:lnTo>
                  <a:lnTo>
                    <a:pt x="306" y="474"/>
                  </a:lnTo>
                  <a:close/>
                  <a:moveTo>
                    <a:pt x="510" y="474"/>
                  </a:moveTo>
                  <a:lnTo>
                    <a:pt x="506" y="474"/>
                  </a:lnTo>
                  <a:lnTo>
                    <a:pt x="501" y="473"/>
                  </a:lnTo>
                  <a:lnTo>
                    <a:pt x="498" y="471"/>
                  </a:lnTo>
                  <a:lnTo>
                    <a:pt x="493" y="468"/>
                  </a:lnTo>
                  <a:lnTo>
                    <a:pt x="491" y="465"/>
                  </a:lnTo>
                  <a:lnTo>
                    <a:pt x="489" y="460"/>
                  </a:lnTo>
                  <a:lnTo>
                    <a:pt x="487" y="456"/>
                  </a:lnTo>
                  <a:lnTo>
                    <a:pt x="487" y="451"/>
                  </a:lnTo>
                  <a:lnTo>
                    <a:pt x="487" y="447"/>
                  </a:lnTo>
                  <a:lnTo>
                    <a:pt x="489" y="442"/>
                  </a:lnTo>
                  <a:lnTo>
                    <a:pt x="491" y="438"/>
                  </a:lnTo>
                  <a:lnTo>
                    <a:pt x="493" y="435"/>
                  </a:lnTo>
                  <a:lnTo>
                    <a:pt x="498" y="431"/>
                  </a:lnTo>
                  <a:lnTo>
                    <a:pt x="501" y="429"/>
                  </a:lnTo>
                  <a:lnTo>
                    <a:pt x="506" y="428"/>
                  </a:lnTo>
                  <a:lnTo>
                    <a:pt x="510" y="427"/>
                  </a:lnTo>
                  <a:lnTo>
                    <a:pt x="515" y="428"/>
                  </a:lnTo>
                  <a:lnTo>
                    <a:pt x="520" y="429"/>
                  </a:lnTo>
                  <a:lnTo>
                    <a:pt x="523" y="431"/>
                  </a:lnTo>
                  <a:lnTo>
                    <a:pt x="527" y="435"/>
                  </a:lnTo>
                  <a:lnTo>
                    <a:pt x="530" y="438"/>
                  </a:lnTo>
                  <a:lnTo>
                    <a:pt x="532" y="442"/>
                  </a:lnTo>
                  <a:lnTo>
                    <a:pt x="534" y="447"/>
                  </a:lnTo>
                  <a:lnTo>
                    <a:pt x="534" y="451"/>
                  </a:lnTo>
                  <a:lnTo>
                    <a:pt x="534" y="456"/>
                  </a:lnTo>
                  <a:lnTo>
                    <a:pt x="532" y="460"/>
                  </a:lnTo>
                  <a:lnTo>
                    <a:pt x="530" y="465"/>
                  </a:lnTo>
                  <a:lnTo>
                    <a:pt x="527" y="468"/>
                  </a:lnTo>
                  <a:lnTo>
                    <a:pt x="523" y="471"/>
                  </a:lnTo>
                  <a:lnTo>
                    <a:pt x="520" y="473"/>
                  </a:lnTo>
                  <a:lnTo>
                    <a:pt x="515" y="474"/>
                  </a:lnTo>
                  <a:lnTo>
                    <a:pt x="510" y="4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47">
              <a:extLst>
                <a:ext uri="{FF2B5EF4-FFF2-40B4-BE49-F238E27FC236}">
                  <a16:creationId xmlns:a16="http://schemas.microsoft.com/office/drawing/2014/main" id="{0A7FF60F-76ED-40BB-A79D-940ADDFA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38" y="3424238"/>
              <a:ext cx="14288" cy="14288"/>
            </a:xfrm>
            <a:custGeom>
              <a:avLst/>
              <a:gdLst>
                <a:gd name="T0" fmla="*/ 23 w 27"/>
                <a:gd name="T1" fmla="*/ 5 h 28"/>
                <a:gd name="T2" fmla="*/ 18 w 27"/>
                <a:gd name="T3" fmla="*/ 1 h 28"/>
                <a:gd name="T4" fmla="*/ 13 w 27"/>
                <a:gd name="T5" fmla="*/ 0 h 28"/>
                <a:gd name="T6" fmla="*/ 8 w 27"/>
                <a:gd name="T7" fmla="*/ 1 h 28"/>
                <a:gd name="T8" fmla="*/ 3 w 27"/>
                <a:gd name="T9" fmla="*/ 5 h 28"/>
                <a:gd name="T10" fmla="*/ 1 w 27"/>
                <a:gd name="T11" fmla="*/ 9 h 28"/>
                <a:gd name="T12" fmla="*/ 0 w 27"/>
                <a:gd name="T13" fmla="*/ 14 h 28"/>
                <a:gd name="T14" fmla="*/ 1 w 27"/>
                <a:gd name="T15" fmla="*/ 20 h 28"/>
                <a:gd name="T16" fmla="*/ 3 w 27"/>
                <a:gd name="T17" fmla="*/ 24 h 28"/>
                <a:gd name="T18" fmla="*/ 8 w 27"/>
                <a:gd name="T19" fmla="*/ 27 h 28"/>
                <a:gd name="T20" fmla="*/ 13 w 27"/>
                <a:gd name="T21" fmla="*/ 28 h 28"/>
                <a:gd name="T22" fmla="*/ 18 w 27"/>
                <a:gd name="T23" fmla="*/ 27 h 28"/>
                <a:gd name="T24" fmla="*/ 23 w 27"/>
                <a:gd name="T25" fmla="*/ 24 h 28"/>
                <a:gd name="T26" fmla="*/ 26 w 27"/>
                <a:gd name="T27" fmla="*/ 20 h 28"/>
                <a:gd name="T28" fmla="*/ 27 w 27"/>
                <a:gd name="T29" fmla="*/ 14 h 28"/>
                <a:gd name="T30" fmla="*/ 26 w 27"/>
                <a:gd name="T31" fmla="*/ 9 h 28"/>
                <a:gd name="T32" fmla="*/ 23 w 2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3" y="5"/>
                  </a:moveTo>
                  <a:lnTo>
                    <a:pt x="18" y="1"/>
                  </a:lnTo>
                  <a:lnTo>
                    <a:pt x="13" y="0"/>
                  </a:lnTo>
                  <a:lnTo>
                    <a:pt x="8" y="1"/>
                  </a:lnTo>
                  <a:lnTo>
                    <a:pt x="3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8" y="27"/>
                  </a:lnTo>
                  <a:lnTo>
                    <a:pt x="13" y="28"/>
                  </a:lnTo>
                  <a:lnTo>
                    <a:pt x="18" y="27"/>
                  </a:lnTo>
                  <a:lnTo>
                    <a:pt x="23" y="24"/>
                  </a:lnTo>
                  <a:lnTo>
                    <a:pt x="26" y="20"/>
                  </a:lnTo>
                  <a:lnTo>
                    <a:pt x="27" y="14"/>
                  </a:lnTo>
                  <a:lnTo>
                    <a:pt x="26" y="9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48">
              <a:extLst>
                <a:ext uri="{FF2B5EF4-FFF2-40B4-BE49-F238E27FC236}">
                  <a16:creationId xmlns:a16="http://schemas.microsoft.com/office/drawing/2014/main" id="{CAE6409A-64E1-40F1-8BBC-8A6FA648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1" y="3424238"/>
              <a:ext cx="68263" cy="14288"/>
            </a:xfrm>
            <a:custGeom>
              <a:avLst/>
              <a:gdLst>
                <a:gd name="T0" fmla="*/ 115 w 129"/>
                <a:gd name="T1" fmla="*/ 0 h 28"/>
                <a:gd name="T2" fmla="*/ 14 w 129"/>
                <a:gd name="T3" fmla="*/ 0 h 28"/>
                <a:gd name="T4" fmla="*/ 9 w 129"/>
                <a:gd name="T5" fmla="*/ 1 h 28"/>
                <a:gd name="T6" fmla="*/ 4 w 129"/>
                <a:gd name="T7" fmla="*/ 5 h 28"/>
                <a:gd name="T8" fmla="*/ 1 w 129"/>
                <a:gd name="T9" fmla="*/ 9 h 28"/>
                <a:gd name="T10" fmla="*/ 0 w 129"/>
                <a:gd name="T11" fmla="*/ 14 h 28"/>
                <a:gd name="T12" fmla="*/ 1 w 129"/>
                <a:gd name="T13" fmla="*/ 20 h 28"/>
                <a:gd name="T14" fmla="*/ 4 w 129"/>
                <a:gd name="T15" fmla="*/ 24 h 28"/>
                <a:gd name="T16" fmla="*/ 9 w 129"/>
                <a:gd name="T17" fmla="*/ 27 h 28"/>
                <a:gd name="T18" fmla="*/ 14 w 129"/>
                <a:gd name="T19" fmla="*/ 28 h 28"/>
                <a:gd name="T20" fmla="*/ 115 w 129"/>
                <a:gd name="T21" fmla="*/ 28 h 28"/>
                <a:gd name="T22" fmla="*/ 120 w 129"/>
                <a:gd name="T23" fmla="*/ 27 h 28"/>
                <a:gd name="T24" fmla="*/ 124 w 129"/>
                <a:gd name="T25" fmla="*/ 24 h 28"/>
                <a:gd name="T26" fmla="*/ 128 w 129"/>
                <a:gd name="T27" fmla="*/ 20 h 28"/>
                <a:gd name="T28" fmla="*/ 129 w 129"/>
                <a:gd name="T29" fmla="*/ 14 h 28"/>
                <a:gd name="T30" fmla="*/ 128 w 129"/>
                <a:gd name="T31" fmla="*/ 9 h 28"/>
                <a:gd name="T32" fmla="*/ 124 w 129"/>
                <a:gd name="T33" fmla="*/ 5 h 28"/>
                <a:gd name="T34" fmla="*/ 120 w 129"/>
                <a:gd name="T35" fmla="*/ 1 h 28"/>
                <a:gd name="T36" fmla="*/ 115 w 129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9" h="28">
                  <a:moveTo>
                    <a:pt x="115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15" y="28"/>
                  </a:lnTo>
                  <a:lnTo>
                    <a:pt x="120" y="27"/>
                  </a:lnTo>
                  <a:lnTo>
                    <a:pt x="124" y="24"/>
                  </a:lnTo>
                  <a:lnTo>
                    <a:pt x="128" y="20"/>
                  </a:lnTo>
                  <a:lnTo>
                    <a:pt x="129" y="14"/>
                  </a:lnTo>
                  <a:lnTo>
                    <a:pt x="128" y="9"/>
                  </a:lnTo>
                  <a:lnTo>
                    <a:pt x="124" y="5"/>
                  </a:lnTo>
                  <a:lnTo>
                    <a:pt x="120" y="1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0" name="Freeform 449">
            <a:extLst>
              <a:ext uri="{FF2B5EF4-FFF2-40B4-BE49-F238E27FC236}">
                <a16:creationId xmlns:a16="http://schemas.microsoft.com/office/drawing/2014/main" id="{82CA5658-6029-4F3B-BD1F-B9EE1376771C}"/>
              </a:ext>
            </a:extLst>
          </p:cNvPr>
          <p:cNvSpPr>
            <a:spLocks/>
          </p:cNvSpPr>
          <p:nvPr/>
        </p:nvSpPr>
        <p:spPr bwMode="auto">
          <a:xfrm>
            <a:off x="5672138" y="2795588"/>
            <a:ext cx="15875" cy="15875"/>
          </a:xfrm>
          <a:custGeom>
            <a:avLst/>
            <a:gdLst>
              <a:gd name="T0" fmla="*/ 23 w 28"/>
              <a:gd name="T1" fmla="*/ 4 h 28"/>
              <a:gd name="T2" fmla="*/ 19 w 28"/>
              <a:gd name="T3" fmla="*/ 1 h 28"/>
              <a:gd name="T4" fmla="*/ 15 w 28"/>
              <a:gd name="T5" fmla="*/ 0 h 28"/>
              <a:gd name="T6" fmla="*/ 11 w 28"/>
              <a:gd name="T7" fmla="*/ 0 h 28"/>
              <a:gd name="T8" fmla="*/ 9 w 28"/>
              <a:gd name="T9" fmla="*/ 1 h 28"/>
              <a:gd name="T10" fmla="*/ 6 w 28"/>
              <a:gd name="T11" fmla="*/ 2 h 28"/>
              <a:gd name="T12" fmla="*/ 4 w 28"/>
              <a:gd name="T13" fmla="*/ 4 h 28"/>
              <a:gd name="T14" fmla="*/ 4 w 28"/>
              <a:gd name="T15" fmla="*/ 4 h 28"/>
              <a:gd name="T16" fmla="*/ 4 w 28"/>
              <a:gd name="T17" fmla="*/ 4 h 28"/>
              <a:gd name="T18" fmla="*/ 2 w 28"/>
              <a:gd name="T19" fmla="*/ 6 h 28"/>
              <a:gd name="T20" fmla="*/ 0 w 28"/>
              <a:gd name="T21" fmla="*/ 10 h 28"/>
              <a:gd name="T22" fmla="*/ 0 w 28"/>
              <a:gd name="T23" fmla="*/ 12 h 28"/>
              <a:gd name="T24" fmla="*/ 0 w 28"/>
              <a:gd name="T25" fmla="*/ 15 h 28"/>
              <a:gd name="T26" fmla="*/ 1 w 28"/>
              <a:gd name="T27" fmla="*/ 19 h 28"/>
              <a:gd name="T28" fmla="*/ 3 w 28"/>
              <a:gd name="T29" fmla="*/ 24 h 28"/>
              <a:gd name="T30" fmla="*/ 5 w 28"/>
              <a:gd name="T31" fmla="*/ 26 h 28"/>
              <a:gd name="T32" fmla="*/ 7 w 28"/>
              <a:gd name="T33" fmla="*/ 27 h 28"/>
              <a:gd name="T34" fmla="*/ 10 w 28"/>
              <a:gd name="T35" fmla="*/ 28 h 28"/>
              <a:gd name="T36" fmla="*/ 14 w 28"/>
              <a:gd name="T37" fmla="*/ 28 h 28"/>
              <a:gd name="T38" fmla="*/ 18 w 28"/>
              <a:gd name="T39" fmla="*/ 27 h 28"/>
              <a:gd name="T40" fmla="*/ 23 w 28"/>
              <a:gd name="T41" fmla="*/ 24 h 28"/>
              <a:gd name="T42" fmla="*/ 25 w 28"/>
              <a:gd name="T43" fmla="*/ 22 h 28"/>
              <a:gd name="T44" fmla="*/ 26 w 28"/>
              <a:gd name="T45" fmla="*/ 19 h 28"/>
              <a:gd name="T46" fmla="*/ 28 w 28"/>
              <a:gd name="T47" fmla="*/ 16 h 28"/>
              <a:gd name="T48" fmla="*/ 28 w 28"/>
              <a:gd name="T49" fmla="*/ 14 h 28"/>
              <a:gd name="T50" fmla="*/ 26 w 28"/>
              <a:gd name="T51" fmla="*/ 9 h 28"/>
              <a:gd name="T52" fmla="*/ 23 w 28"/>
              <a:gd name="T53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" h="28">
                <a:moveTo>
                  <a:pt x="23" y="4"/>
                </a:moveTo>
                <a:lnTo>
                  <a:pt x="19" y="1"/>
                </a:lnTo>
                <a:lnTo>
                  <a:pt x="15" y="0"/>
                </a:lnTo>
                <a:lnTo>
                  <a:pt x="11" y="0"/>
                </a:lnTo>
                <a:lnTo>
                  <a:pt x="9" y="1"/>
                </a:lnTo>
                <a:lnTo>
                  <a:pt x="6" y="2"/>
                </a:ln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lnTo>
                  <a:pt x="2" y="6"/>
                </a:lnTo>
                <a:lnTo>
                  <a:pt x="0" y="10"/>
                </a:lnTo>
                <a:lnTo>
                  <a:pt x="0" y="12"/>
                </a:lnTo>
                <a:lnTo>
                  <a:pt x="0" y="15"/>
                </a:lnTo>
                <a:lnTo>
                  <a:pt x="1" y="19"/>
                </a:lnTo>
                <a:lnTo>
                  <a:pt x="3" y="24"/>
                </a:lnTo>
                <a:lnTo>
                  <a:pt x="5" y="26"/>
                </a:lnTo>
                <a:lnTo>
                  <a:pt x="7" y="27"/>
                </a:lnTo>
                <a:lnTo>
                  <a:pt x="10" y="28"/>
                </a:lnTo>
                <a:lnTo>
                  <a:pt x="14" y="28"/>
                </a:lnTo>
                <a:lnTo>
                  <a:pt x="18" y="27"/>
                </a:lnTo>
                <a:lnTo>
                  <a:pt x="23" y="24"/>
                </a:lnTo>
                <a:lnTo>
                  <a:pt x="25" y="22"/>
                </a:lnTo>
                <a:lnTo>
                  <a:pt x="26" y="19"/>
                </a:lnTo>
                <a:lnTo>
                  <a:pt x="28" y="16"/>
                </a:lnTo>
                <a:lnTo>
                  <a:pt x="28" y="14"/>
                </a:lnTo>
                <a:lnTo>
                  <a:pt x="26" y="9"/>
                </a:lnTo>
                <a:lnTo>
                  <a:pt x="23" y="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1" name="Freeform 450">
            <a:extLst>
              <a:ext uri="{FF2B5EF4-FFF2-40B4-BE49-F238E27FC236}">
                <a16:creationId xmlns:a16="http://schemas.microsoft.com/office/drawing/2014/main" id="{99981434-AC78-4CA2-93AF-74A9F5C8E582}"/>
              </a:ext>
            </a:extLst>
          </p:cNvPr>
          <p:cNvSpPr>
            <a:spLocks/>
          </p:cNvSpPr>
          <p:nvPr/>
        </p:nvSpPr>
        <p:spPr bwMode="auto">
          <a:xfrm>
            <a:off x="5494338" y="2651126"/>
            <a:ext cx="268288" cy="233363"/>
          </a:xfrm>
          <a:custGeom>
            <a:avLst/>
            <a:gdLst>
              <a:gd name="T0" fmla="*/ 484 w 506"/>
              <a:gd name="T1" fmla="*/ 5 h 441"/>
              <a:gd name="T2" fmla="*/ 474 w 506"/>
              <a:gd name="T3" fmla="*/ 0 h 441"/>
              <a:gd name="T4" fmla="*/ 463 w 506"/>
              <a:gd name="T5" fmla="*/ 5 h 441"/>
              <a:gd name="T6" fmla="*/ 459 w 506"/>
              <a:gd name="T7" fmla="*/ 14 h 441"/>
              <a:gd name="T8" fmla="*/ 464 w 506"/>
              <a:gd name="T9" fmla="*/ 31 h 441"/>
              <a:gd name="T10" fmla="*/ 471 w 506"/>
              <a:gd name="T11" fmla="*/ 56 h 441"/>
              <a:gd name="T12" fmla="*/ 476 w 506"/>
              <a:gd name="T13" fmla="*/ 82 h 441"/>
              <a:gd name="T14" fmla="*/ 478 w 506"/>
              <a:gd name="T15" fmla="*/ 108 h 441"/>
              <a:gd name="T16" fmla="*/ 478 w 506"/>
              <a:gd name="T17" fmla="*/ 136 h 441"/>
              <a:gd name="T18" fmla="*/ 475 w 506"/>
              <a:gd name="T19" fmla="*/ 165 h 441"/>
              <a:gd name="T20" fmla="*/ 469 w 506"/>
              <a:gd name="T21" fmla="*/ 194 h 441"/>
              <a:gd name="T22" fmla="*/ 460 w 506"/>
              <a:gd name="T23" fmla="*/ 220 h 441"/>
              <a:gd name="T24" fmla="*/ 449 w 506"/>
              <a:gd name="T25" fmla="*/ 247 h 441"/>
              <a:gd name="T26" fmla="*/ 436 w 506"/>
              <a:gd name="T27" fmla="*/ 272 h 441"/>
              <a:gd name="T28" fmla="*/ 420 w 506"/>
              <a:gd name="T29" fmla="*/ 296 h 441"/>
              <a:gd name="T30" fmla="*/ 402 w 506"/>
              <a:gd name="T31" fmla="*/ 317 h 441"/>
              <a:gd name="T32" fmla="*/ 383 w 506"/>
              <a:gd name="T33" fmla="*/ 336 h 441"/>
              <a:gd name="T34" fmla="*/ 361 w 506"/>
              <a:gd name="T35" fmla="*/ 355 h 441"/>
              <a:gd name="T36" fmla="*/ 338 w 506"/>
              <a:gd name="T37" fmla="*/ 370 h 441"/>
              <a:gd name="T38" fmla="*/ 313 w 506"/>
              <a:gd name="T39" fmla="*/ 384 h 441"/>
              <a:gd name="T40" fmla="*/ 287 w 506"/>
              <a:gd name="T41" fmla="*/ 394 h 441"/>
              <a:gd name="T42" fmla="*/ 259 w 506"/>
              <a:gd name="T43" fmla="*/ 403 h 441"/>
              <a:gd name="T44" fmla="*/ 231 w 506"/>
              <a:gd name="T45" fmla="*/ 409 h 441"/>
              <a:gd name="T46" fmla="*/ 201 w 506"/>
              <a:gd name="T47" fmla="*/ 412 h 441"/>
              <a:gd name="T48" fmla="*/ 165 w 506"/>
              <a:gd name="T49" fmla="*/ 412 h 441"/>
              <a:gd name="T50" fmla="*/ 121 w 506"/>
              <a:gd name="T51" fmla="*/ 405 h 441"/>
              <a:gd name="T52" fmla="*/ 79 w 506"/>
              <a:gd name="T53" fmla="*/ 392 h 441"/>
              <a:gd name="T54" fmla="*/ 39 w 506"/>
              <a:gd name="T55" fmla="*/ 373 h 441"/>
              <a:gd name="T56" fmla="*/ 16 w 506"/>
              <a:gd name="T57" fmla="*/ 359 h 441"/>
              <a:gd name="T58" fmla="*/ 5 w 506"/>
              <a:gd name="T59" fmla="*/ 360 h 441"/>
              <a:gd name="T60" fmla="*/ 0 w 506"/>
              <a:gd name="T61" fmla="*/ 370 h 441"/>
              <a:gd name="T62" fmla="*/ 1 w 506"/>
              <a:gd name="T63" fmla="*/ 379 h 441"/>
              <a:gd name="T64" fmla="*/ 26 w 506"/>
              <a:gd name="T65" fmla="*/ 397 h 441"/>
              <a:gd name="T66" fmla="*/ 68 w 506"/>
              <a:gd name="T67" fmla="*/ 418 h 441"/>
              <a:gd name="T68" fmla="*/ 115 w 506"/>
              <a:gd name="T69" fmla="*/ 432 h 441"/>
              <a:gd name="T70" fmla="*/ 163 w 506"/>
              <a:gd name="T71" fmla="*/ 439 h 441"/>
              <a:gd name="T72" fmla="*/ 203 w 506"/>
              <a:gd name="T73" fmla="*/ 439 h 441"/>
              <a:gd name="T74" fmla="*/ 234 w 506"/>
              <a:gd name="T75" fmla="*/ 436 h 441"/>
              <a:gd name="T76" fmla="*/ 265 w 506"/>
              <a:gd name="T77" fmla="*/ 431 h 441"/>
              <a:gd name="T78" fmla="*/ 295 w 506"/>
              <a:gd name="T79" fmla="*/ 421 h 441"/>
              <a:gd name="T80" fmla="*/ 323 w 506"/>
              <a:gd name="T81" fmla="*/ 409 h 441"/>
              <a:gd name="T82" fmla="*/ 351 w 506"/>
              <a:gd name="T83" fmla="*/ 395 h 441"/>
              <a:gd name="T84" fmla="*/ 376 w 506"/>
              <a:gd name="T85" fmla="*/ 377 h 441"/>
              <a:gd name="T86" fmla="*/ 401 w 506"/>
              <a:gd name="T87" fmla="*/ 358 h 441"/>
              <a:gd name="T88" fmla="*/ 424 w 506"/>
              <a:gd name="T89" fmla="*/ 335 h 441"/>
              <a:gd name="T90" fmla="*/ 444 w 506"/>
              <a:gd name="T91" fmla="*/ 311 h 441"/>
              <a:gd name="T92" fmla="*/ 461 w 506"/>
              <a:gd name="T93" fmla="*/ 285 h 441"/>
              <a:gd name="T94" fmla="*/ 475 w 506"/>
              <a:gd name="T95" fmla="*/ 257 h 441"/>
              <a:gd name="T96" fmla="*/ 488 w 506"/>
              <a:gd name="T97" fmla="*/ 229 h 441"/>
              <a:gd name="T98" fmla="*/ 496 w 506"/>
              <a:gd name="T99" fmla="*/ 199 h 441"/>
              <a:gd name="T100" fmla="*/ 503 w 506"/>
              <a:gd name="T101" fmla="*/ 168 h 441"/>
              <a:gd name="T102" fmla="*/ 505 w 506"/>
              <a:gd name="T103" fmla="*/ 137 h 441"/>
              <a:gd name="T104" fmla="*/ 506 w 506"/>
              <a:gd name="T105" fmla="*/ 107 h 441"/>
              <a:gd name="T106" fmla="*/ 503 w 506"/>
              <a:gd name="T107" fmla="*/ 78 h 441"/>
              <a:gd name="T108" fmla="*/ 499 w 506"/>
              <a:gd name="T109" fmla="*/ 51 h 441"/>
              <a:gd name="T110" fmla="*/ 491 w 506"/>
              <a:gd name="T111" fmla="*/ 23 h 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06" h="441">
                <a:moveTo>
                  <a:pt x="486" y="10"/>
                </a:moveTo>
                <a:lnTo>
                  <a:pt x="484" y="5"/>
                </a:lnTo>
                <a:lnTo>
                  <a:pt x="479" y="1"/>
                </a:lnTo>
                <a:lnTo>
                  <a:pt x="474" y="0"/>
                </a:lnTo>
                <a:lnTo>
                  <a:pt x="469" y="1"/>
                </a:lnTo>
                <a:lnTo>
                  <a:pt x="463" y="5"/>
                </a:lnTo>
                <a:lnTo>
                  <a:pt x="461" y="9"/>
                </a:lnTo>
                <a:lnTo>
                  <a:pt x="459" y="14"/>
                </a:lnTo>
                <a:lnTo>
                  <a:pt x="460" y="20"/>
                </a:lnTo>
                <a:lnTo>
                  <a:pt x="464" y="31"/>
                </a:lnTo>
                <a:lnTo>
                  <a:pt x="468" y="44"/>
                </a:lnTo>
                <a:lnTo>
                  <a:pt x="471" y="56"/>
                </a:lnTo>
                <a:lnTo>
                  <a:pt x="474" y="69"/>
                </a:lnTo>
                <a:lnTo>
                  <a:pt x="476" y="82"/>
                </a:lnTo>
                <a:lnTo>
                  <a:pt x="477" y="95"/>
                </a:lnTo>
                <a:lnTo>
                  <a:pt x="478" y="108"/>
                </a:lnTo>
                <a:lnTo>
                  <a:pt x="478" y="121"/>
                </a:lnTo>
                <a:lnTo>
                  <a:pt x="478" y="136"/>
                </a:lnTo>
                <a:lnTo>
                  <a:pt x="477" y="151"/>
                </a:lnTo>
                <a:lnTo>
                  <a:pt x="475" y="165"/>
                </a:lnTo>
                <a:lnTo>
                  <a:pt x="472" y="180"/>
                </a:lnTo>
                <a:lnTo>
                  <a:pt x="469" y="194"/>
                </a:lnTo>
                <a:lnTo>
                  <a:pt x="465" y="208"/>
                </a:lnTo>
                <a:lnTo>
                  <a:pt x="460" y="220"/>
                </a:lnTo>
                <a:lnTo>
                  <a:pt x="456" y="234"/>
                </a:lnTo>
                <a:lnTo>
                  <a:pt x="449" y="247"/>
                </a:lnTo>
                <a:lnTo>
                  <a:pt x="443" y="259"/>
                </a:lnTo>
                <a:lnTo>
                  <a:pt x="436" y="272"/>
                </a:lnTo>
                <a:lnTo>
                  <a:pt x="429" y="284"/>
                </a:lnTo>
                <a:lnTo>
                  <a:pt x="420" y="296"/>
                </a:lnTo>
                <a:lnTo>
                  <a:pt x="412" y="306"/>
                </a:lnTo>
                <a:lnTo>
                  <a:pt x="402" y="317"/>
                </a:lnTo>
                <a:lnTo>
                  <a:pt x="392" y="327"/>
                </a:lnTo>
                <a:lnTo>
                  <a:pt x="383" y="336"/>
                </a:lnTo>
                <a:lnTo>
                  <a:pt x="372" y="346"/>
                </a:lnTo>
                <a:lnTo>
                  <a:pt x="361" y="355"/>
                </a:lnTo>
                <a:lnTo>
                  <a:pt x="350" y="362"/>
                </a:lnTo>
                <a:lnTo>
                  <a:pt x="338" y="370"/>
                </a:lnTo>
                <a:lnTo>
                  <a:pt x="326" y="377"/>
                </a:lnTo>
                <a:lnTo>
                  <a:pt x="313" y="384"/>
                </a:lnTo>
                <a:lnTo>
                  <a:pt x="300" y="389"/>
                </a:lnTo>
                <a:lnTo>
                  <a:pt x="287" y="394"/>
                </a:lnTo>
                <a:lnTo>
                  <a:pt x="273" y="400"/>
                </a:lnTo>
                <a:lnTo>
                  <a:pt x="259" y="403"/>
                </a:lnTo>
                <a:lnTo>
                  <a:pt x="245" y="406"/>
                </a:lnTo>
                <a:lnTo>
                  <a:pt x="231" y="409"/>
                </a:lnTo>
                <a:lnTo>
                  <a:pt x="216" y="410"/>
                </a:lnTo>
                <a:lnTo>
                  <a:pt x="201" y="412"/>
                </a:lnTo>
                <a:lnTo>
                  <a:pt x="186" y="413"/>
                </a:lnTo>
                <a:lnTo>
                  <a:pt x="165" y="412"/>
                </a:lnTo>
                <a:lnTo>
                  <a:pt x="142" y="409"/>
                </a:lnTo>
                <a:lnTo>
                  <a:pt x="121" y="405"/>
                </a:lnTo>
                <a:lnTo>
                  <a:pt x="100" y="400"/>
                </a:lnTo>
                <a:lnTo>
                  <a:pt x="79" y="392"/>
                </a:lnTo>
                <a:lnTo>
                  <a:pt x="59" y="383"/>
                </a:lnTo>
                <a:lnTo>
                  <a:pt x="39" y="373"/>
                </a:lnTo>
                <a:lnTo>
                  <a:pt x="21" y="361"/>
                </a:lnTo>
                <a:lnTo>
                  <a:pt x="16" y="359"/>
                </a:lnTo>
                <a:lnTo>
                  <a:pt x="10" y="358"/>
                </a:lnTo>
                <a:lnTo>
                  <a:pt x="5" y="360"/>
                </a:lnTo>
                <a:lnTo>
                  <a:pt x="2" y="364"/>
                </a:lnTo>
                <a:lnTo>
                  <a:pt x="0" y="370"/>
                </a:lnTo>
                <a:lnTo>
                  <a:pt x="0" y="375"/>
                </a:lnTo>
                <a:lnTo>
                  <a:pt x="1" y="379"/>
                </a:lnTo>
                <a:lnTo>
                  <a:pt x="5" y="384"/>
                </a:lnTo>
                <a:lnTo>
                  <a:pt x="26" y="397"/>
                </a:lnTo>
                <a:lnTo>
                  <a:pt x="47" y="408"/>
                </a:lnTo>
                <a:lnTo>
                  <a:pt x="68" y="418"/>
                </a:lnTo>
                <a:lnTo>
                  <a:pt x="92" y="425"/>
                </a:lnTo>
                <a:lnTo>
                  <a:pt x="115" y="432"/>
                </a:lnTo>
                <a:lnTo>
                  <a:pt x="138" y="436"/>
                </a:lnTo>
                <a:lnTo>
                  <a:pt x="163" y="439"/>
                </a:lnTo>
                <a:lnTo>
                  <a:pt x="186" y="441"/>
                </a:lnTo>
                <a:lnTo>
                  <a:pt x="203" y="439"/>
                </a:lnTo>
                <a:lnTo>
                  <a:pt x="219" y="438"/>
                </a:lnTo>
                <a:lnTo>
                  <a:pt x="234" y="436"/>
                </a:lnTo>
                <a:lnTo>
                  <a:pt x="250" y="434"/>
                </a:lnTo>
                <a:lnTo>
                  <a:pt x="265" y="431"/>
                </a:lnTo>
                <a:lnTo>
                  <a:pt x="280" y="427"/>
                </a:lnTo>
                <a:lnTo>
                  <a:pt x="295" y="421"/>
                </a:lnTo>
                <a:lnTo>
                  <a:pt x="309" y="416"/>
                </a:lnTo>
                <a:lnTo>
                  <a:pt x="323" y="409"/>
                </a:lnTo>
                <a:lnTo>
                  <a:pt x="337" y="403"/>
                </a:lnTo>
                <a:lnTo>
                  <a:pt x="351" y="395"/>
                </a:lnTo>
                <a:lnTo>
                  <a:pt x="363" y="387"/>
                </a:lnTo>
                <a:lnTo>
                  <a:pt x="376" y="377"/>
                </a:lnTo>
                <a:lnTo>
                  <a:pt x="389" y="368"/>
                </a:lnTo>
                <a:lnTo>
                  <a:pt x="401" y="358"/>
                </a:lnTo>
                <a:lnTo>
                  <a:pt x="413" y="347"/>
                </a:lnTo>
                <a:lnTo>
                  <a:pt x="424" y="335"/>
                </a:lnTo>
                <a:lnTo>
                  <a:pt x="434" y="323"/>
                </a:lnTo>
                <a:lnTo>
                  <a:pt x="444" y="311"/>
                </a:lnTo>
                <a:lnTo>
                  <a:pt x="453" y="298"/>
                </a:lnTo>
                <a:lnTo>
                  <a:pt x="461" y="285"/>
                </a:lnTo>
                <a:lnTo>
                  <a:pt x="469" y="271"/>
                </a:lnTo>
                <a:lnTo>
                  <a:pt x="475" y="257"/>
                </a:lnTo>
                <a:lnTo>
                  <a:pt x="481" y="243"/>
                </a:lnTo>
                <a:lnTo>
                  <a:pt x="488" y="229"/>
                </a:lnTo>
                <a:lnTo>
                  <a:pt x="492" y="214"/>
                </a:lnTo>
                <a:lnTo>
                  <a:pt x="496" y="199"/>
                </a:lnTo>
                <a:lnTo>
                  <a:pt x="500" y="184"/>
                </a:lnTo>
                <a:lnTo>
                  <a:pt x="503" y="168"/>
                </a:lnTo>
                <a:lnTo>
                  <a:pt x="504" y="153"/>
                </a:lnTo>
                <a:lnTo>
                  <a:pt x="505" y="137"/>
                </a:lnTo>
                <a:lnTo>
                  <a:pt x="506" y="121"/>
                </a:lnTo>
                <a:lnTo>
                  <a:pt x="506" y="107"/>
                </a:lnTo>
                <a:lnTo>
                  <a:pt x="505" y="93"/>
                </a:lnTo>
                <a:lnTo>
                  <a:pt x="503" y="78"/>
                </a:lnTo>
                <a:lnTo>
                  <a:pt x="501" y="64"/>
                </a:lnTo>
                <a:lnTo>
                  <a:pt x="499" y="51"/>
                </a:lnTo>
                <a:lnTo>
                  <a:pt x="494" y="37"/>
                </a:lnTo>
                <a:lnTo>
                  <a:pt x="491" y="23"/>
                </a:lnTo>
                <a:lnTo>
                  <a:pt x="486" y="1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2" name="Freeform 451">
            <a:extLst>
              <a:ext uri="{FF2B5EF4-FFF2-40B4-BE49-F238E27FC236}">
                <a16:creationId xmlns:a16="http://schemas.microsoft.com/office/drawing/2014/main" id="{A4589736-A685-4E80-BA5E-E6CDFC369617}"/>
              </a:ext>
            </a:extLst>
          </p:cNvPr>
          <p:cNvSpPr>
            <a:spLocks/>
          </p:cNvSpPr>
          <p:nvPr/>
        </p:nvSpPr>
        <p:spPr bwMode="auto">
          <a:xfrm>
            <a:off x="5424488" y="2546351"/>
            <a:ext cx="230188" cy="269875"/>
          </a:xfrm>
          <a:custGeom>
            <a:avLst/>
            <a:gdLst>
              <a:gd name="T0" fmla="*/ 413 w 435"/>
              <a:gd name="T1" fmla="*/ 14 h 509"/>
              <a:gd name="T2" fmla="*/ 387 w 435"/>
              <a:gd name="T3" fmla="*/ 6 h 509"/>
              <a:gd name="T4" fmla="*/ 360 w 435"/>
              <a:gd name="T5" fmla="*/ 2 h 509"/>
              <a:gd name="T6" fmla="*/ 332 w 435"/>
              <a:gd name="T7" fmla="*/ 0 h 509"/>
              <a:gd name="T8" fmla="*/ 302 w 435"/>
              <a:gd name="T9" fmla="*/ 0 h 509"/>
              <a:gd name="T10" fmla="*/ 271 w 435"/>
              <a:gd name="T11" fmla="*/ 3 h 509"/>
              <a:gd name="T12" fmla="*/ 241 w 435"/>
              <a:gd name="T13" fmla="*/ 8 h 509"/>
              <a:gd name="T14" fmla="*/ 211 w 435"/>
              <a:gd name="T15" fmla="*/ 18 h 509"/>
              <a:gd name="T16" fmla="*/ 182 w 435"/>
              <a:gd name="T17" fmla="*/ 30 h 509"/>
              <a:gd name="T18" fmla="*/ 155 w 435"/>
              <a:gd name="T19" fmla="*/ 45 h 509"/>
              <a:gd name="T20" fmla="*/ 129 w 435"/>
              <a:gd name="T21" fmla="*/ 62 h 509"/>
              <a:gd name="T22" fmla="*/ 105 w 435"/>
              <a:gd name="T23" fmla="*/ 81 h 509"/>
              <a:gd name="T24" fmla="*/ 82 w 435"/>
              <a:gd name="T25" fmla="*/ 104 h 509"/>
              <a:gd name="T26" fmla="*/ 62 w 435"/>
              <a:gd name="T27" fmla="*/ 129 h 509"/>
              <a:gd name="T28" fmla="*/ 45 w 435"/>
              <a:gd name="T29" fmla="*/ 154 h 509"/>
              <a:gd name="T30" fmla="*/ 30 w 435"/>
              <a:gd name="T31" fmla="*/ 182 h 509"/>
              <a:gd name="T32" fmla="*/ 18 w 435"/>
              <a:gd name="T33" fmla="*/ 211 h 509"/>
              <a:gd name="T34" fmla="*/ 9 w 435"/>
              <a:gd name="T35" fmla="*/ 240 h 509"/>
              <a:gd name="T36" fmla="*/ 3 w 435"/>
              <a:gd name="T37" fmla="*/ 271 h 509"/>
              <a:gd name="T38" fmla="*/ 0 w 435"/>
              <a:gd name="T39" fmla="*/ 302 h 509"/>
              <a:gd name="T40" fmla="*/ 1 w 435"/>
              <a:gd name="T41" fmla="*/ 343 h 509"/>
              <a:gd name="T42" fmla="*/ 7 w 435"/>
              <a:gd name="T43" fmla="*/ 392 h 509"/>
              <a:gd name="T44" fmla="*/ 22 w 435"/>
              <a:gd name="T45" fmla="*/ 438 h 509"/>
              <a:gd name="T46" fmla="*/ 44 w 435"/>
              <a:gd name="T47" fmla="*/ 482 h 509"/>
              <a:gd name="T48" fmla="*/ 60 w 435"/>
              <a:gd name="T49" fmla="*/ 504 h 509"/>
              <a:gd name="T50" fmla="*/ 65 w 435"/>
              <a:gd name="T51" fmla="*/ 508 h 509"/>
              <a:gd name="T52" fmla="*/ 73 w 435"/>
              <a:gd name="T53" fmla="*/ 508 h 509"/>
              <a:gd name="T54" fmla="*/ 80 w 435"/>
              <a:gd name="T55" fmla="*/ 502 h 509"/>
              <a:gd name="T56" fmla="*/ 82 w 435"/>
              <a:gd name="T57" fmla="*/ 491 h 509"/>
              <a:gd name="T58" fmla="*/ 68 w 435"/>
              <a:gd name="T59" fmla="*/ 468 h 509"/>
              <a:gd name="T60" fmla="*/ 48 w 435"/>
              <a:gd name="T61" fmla="*/ 428 h 509"/>
              <a:gd name="T62" fmla="*/ 35 w 435"/>
              <a:gd name="T63" fmla="*/ 385 h 509"/>
              <a:gd name="T64" fmla="*/ 28 w 435"/>
              <a:gd name="T65" fmla="*/ 341 h 509"/>
              <a:gd name="T66" fmla="*/ 28 w 435"/>
              <a:gd name="T67" fmla="*/ 304 h 509"/>
              <a:gd name="T68" fmla="*/ 31 w 435"/>
              <a:gd name="T69" fmla="*/ 275 h 509"/>
              <a:gd name="T70" fmla="*/ 36 w 435"/>
              <a:gd name="T71" fmla="*/ 246 h 509"/>
              <a:gd name="T72" fmla="*/ 45 w 435"/>
              <a:gd name="T73" fmla="*/ 219 h 509"/>
              <a:gd name="T74" fmla="*/ 56 w 435"/>
              <a:gd name="T75" fmla="*/ 192 h 509"/>
              <a:gd name="T76" fmla="*/ 70 w 435"/>
              <a:gd name="T77" fmla="*/ 167 h 509"/>
              <a:gd name="T78" fmla="*/ 86 w 435"/>
              <a:gd name="T79" fmla="*/ 145 h 509"/>
              <a:gd name="T80" fmla="*/ 103 w 435"/>
              <a:gd name="T81" fmla="*/ 123 h 509"/>
              <a:gd name="T82" fmla="*/ 123 w 435"/>
              <a:gd name="T83" fmla="*/ 103 h 509"/>
              <a:gd name="T84" fmla="*/ 145 w 435"/>
              <a:gd name="T85" fmla="*/ 85 h 509"/>
              <a:gd name="T86" fmla="*/ 168 w 435"/>
              <a:gd name="T87" fmla="*/ 70 h 509"/>
              <a:gd name="T88" fmla="*/ 193 w 435"/>
              <a:gd name="T89" fmla="*/ 56 h 509"/>
              <a:gd name="T90" fmla="*/ 219 w 435"/>
              <a:gd name="T91" fmla="*/ 45 h 509"/>
              <a:gd name="T92" fmla="*/ 245 w 435"/>
              <a:gd name="T93" fmla="*/ 36 h 509"/>
              <a:gd name="T94" fmla="*/ 274 w 435"/>
              <a:gd name="T95" fmla="*/ 31 h 509"/>
              <a:gd name="T96" fmla="*/ 303 w 435"/>
              <a:gd name="T97" fmla="*/ 28 h 509"/>
              <a:gd name="T98" fmla="*/ 344 w 435"/>
              <a:gd name="T99" fmla="*/ 28 h 509"/>
              <a:gd name="T100" fmla="*/ 381 w 435"/>
              <a:gd name="T101" fmla="*/ 34 h 509"/>
              <a:gd name="T102" fmla="*/ 405 w 435"/>
              <a:gd name="T103" fmla="*/ 41 h 509"/>
              <a:gd name="T104" fmla="*/ 423 w 435"/>
              <a:gd name="T105" fmla="*/ 45 h 509"/>
              <a:gd name="T106" fmla="*/ 432 w 435"/>
              <a:gd name="T107" fmla="*/ 41 h 509"/>
              <a:gd name="T108" fmla="*/ 435 w 435"/>
              <a:gd name="T109" fmla="*/ 30 h 509"/>
              <a:gd name="T110" fmla="*/ 431 w 435"/>
              <a:gd name="T111" fmla="*/ 2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35" h="509">
                <a:moveTo>
                  <a:pt x="426" y="18"/>
                </a:moveTo>
                <a:lnTo>
                  <a:pt x="413" y="14"/>
                </a:lnTo>
                <a:lnTo>
                  <a:pt x="400" y="9"/>
                </a:lnTo>
                <a:lnTo>
                  <a:pt x="387" y="6"/>
                </a:lnTo>
                <a:lnTo>
                  <a:pt x="373" y="4"/>
                </a:lnTo>
                <a:lnTo>
                  <a:pt x="360" y="2"/>
                </a:lnTo>
                <a:lnTo>
                  <a:pt x="346" y="1"/>
                </a:lnTo>
                <a:lnTo>
                  <a:pt x="332" y="0"/>
                </a:lnTo>
                <a:lnTo>
                  <a:pt x="318" y="0"/>
                </a:lnTo>
                <a:lnTo>
                  <a:pt x="302" y="0"/>
                </a:lnTo>
                <a:lnTo>
                  <a:pt x="287" y="1"/>
                </a:lnTo>
                <a:lnTo>
                  <a:pt x="271" y="3"/>
                </a:lnTo>
                <a:lnTo>
                  <a:pt x="256" y="5"/>
                </a:lnTo>
                <a:lnTo>
                  <a:pt x="241" y="8"/>
                </a:lnTo>
                <a:lnTo>
                  <a:pt x="226" y="13"/>
                </a:lnTo>
                <a:lnTo>
                  <a:pt x="211" y="18"/>
                </a:lnTo>
                <a:lnTo>
                  <a:pt x="196" y="23"/>
                </a:lnTo>
                <a:lnTo>
                  <a:pt x="182" y="30"/>
                </a:lnTo>
                <a:lnTo>
                  <a:pt x="168" y="36"/>
                </a:lnTo>
                <a:lnTo>
                  <a:pt x="155" y="45"/>
                </a:lnTo>
                <a:lnTo>
                  <a:pt x="141" y="52"/>
                </a:lnTo>
                <a:lnTo>
                  <a:pt x="129" y="62"/>
                </a:lnTo>
                <a:lnTo>
                  <a:pt x="117" y="72"/>
                </a:lnTo>
                <a:lnTo>
                  <a:pt x="105" y="81"/>
                </a:lnTo>
                <a:lnTo>
                  <a:pt x="93" y="93"/>
                </a:lnTo>
                <a:lnTo>
                  <a:pt x="82" y="104"/>
                </a:lnTo>
                <a:lnTo>
                  <a:pt x="72" y="117"/>
                </a:lnTo>
                <a:lnTo>
                  <a:pt x="62" y="129"/>
                </a:lnTo>
                <a:lnTo>
                  <a:pt x="53" y="141"/>
                </a:lnTo>
                <a:lnTo>
                  <a:pt x="45" y="154"/>
                </a:lnTo>
                <a:lnTo>
                  <a:pt x="37" y="168"/>
                </a:lnTo>
                <a:lnTo>
                  <a:pt x="30" y="182"/>
                </a:lnTo>
                <a:lnTo>
                  <a:pt x="23" y="196"/>
                </a:lnTo>
                <a:lnTo>
                  <a:pt x="18" y="211"/>
                </a:lnTo>
                <a:lnTo>
                  <a:pt x="13" y="225"/>
                </a:lnTo>
                <a:lnTo>
                  <a:pt x="9" y="240"/>
                </a:lnTo>
                <a:lnTo>
                  <a:pt x="5" y="256"/>
                </a:lnTo>
                <a:lnTo>
                  <a:pt x="3" y="271"/>
                </a:lnTo>
                <a:lnTo>
                  <a:pt x="1" y="287"/>
                </a:lnTo>
                <a:lnTo>
                  <a:pt x="0" y="302"/>
                </a:lnTo>
                <a:lnTo>
                  <a:pt x="0" y="319"/>
                </a:lnTo>
                <a:lnTo>
                  <a:pt x="1" y="343"/>
                </a:lnTo>
                <a:lnTo>
                  <a:pt x="3" y="368"/>
                </a:lnTo>
                <a:lnTo>
                  <a:pt x="7" y="392"/>
                </a:lnTo>
                <a:lnTo>
                  <a:pt x="14" y="415"/>
                </a:lnTo>
                <a:lnTo>
                  <a:pt x="22" y="438"/>
                </a:lnTo>
                <a:lnTo>
                  <a:pt x="32" y="460"/>
                </a:lnTo>
                <a:lnTo>
                  <a:pt x="44" y="482"/>
                </a:lnTo>
                <a:lnTo>
                  <a:pt x="58" y="502"/>
                </a:lnTo>
                <a:lnTo>
                  <a:pt x="60" y="504"/>
                </a:lnTo>
                <a:lnTo>
                  <a:pt x="62" y="506"/>
                </a:lnTo>
                <a:lnTo>
                  <a:pt x="65" y="508"/>
                </a:lnTo>
                <a:lnTo>
                  <a:pt x="68" y="509"/>
                </a:lnTo>
                <a:lnTo>
                  <a:pt x="73" y="508"/>
                </a:lnTo>
                <a:lnTo>
                  <a:pt x="77" y="505"/>
                </a:lnTo>
                <a:lnTo>
                  <a:pt x="80" y="502"/>
                </a:lnTo>
                <a:lnTo>
                  <a:pt x="82" y="497"/>
                </a:lnTo>
                <a:lnTo>
                  <a:pt x="82" y="491"/>
                </a:lnTo>
                <a:lnTo>
                  <a:pt x="80" y="486"/>
                </a:lnTo>
                <a:lnTo>
                  <a:pt x="68" y="468"/>
                </a:lnTo>
                <a:lnTo>
                  <a:pt x="58" y="447"/>
                </a:lnTo>
                <a:lnTo>
                  <a:pt x="48" y="428"/>
                </a:lnTo>
                <a:lnTo>
                  <a:pt x="41" y="407"/>
                </a:lnTo>
                <a:lnTo>
                  <a:pt x="35" y="385"/>
                </a:lnTo>
                <a:lnTo>
                  <a:pt x="31" y="364"/>
                </a:lnTo>
                <a:lnTo>
                  <a:pt x="28" y="341"/>
                </a:lnTo>
                <a:lnTo>
                  <a:pt x="28" y="319"/>
                </a:lnTo>
                <a:lnTo>
                  <a:pt x="28" y="304"/>
                </a:lnTo>
                <a:lnTo>
                  <a:pt x="29" y="289"/>
                </a:lnTo>
                <a:lnTo>
                  <a:pt x="31" y="275"/>
                </a:lnTo>
                <a:lnTo>
                  <a:pt x="33" y="260"/>
                </a:lnTo>
                <a:lnTo>
                  <a:pt x="36" y="246"/>
                </a:lnTo>
                <a:lnTo>
                  <a:pt x="41" y="232"/>
                </a:lnTo>
                <a:lnTo>
                  <a:pt x="45" y="219"/>
                </a:lnTo>
                <a:lnTo>
                  <a:pt x="50" y="205"/>
                </a:lnTo>
                <a:lnTo>
                  <a:pt x="56" y="192"/>
                </a:lnTo>
                <a:lnTo>
                  <a:pt x="62" y="180"/>
                </a:lnTo>
                <a:lnTo>
                  <a:pt x="70" y="167"/>
                </a:lnTo>
                <a:lnTo>
                  <a:pt x="77" y="155"/>
                </a:lnTo>
                <a:lnTo>
                  <a:pt x="86" y="145"/>
                </a:lnTo>
                <a:lnTo>
                  <a:pt x="94" y="133"/>
                </a:lnTo>
                <a:lnTo>
                  <a:pt x="103" y="123"/>
                </a:lnTo>
                <a:lnTo>
                  <a:pt x="112" y="112"/>
                </a:lnTo>
                <a:lnTo>
                  <a:pt x="123" y="103"/>
                </a:lnTo>
                <a:lnTo>
                  <a:pt x="134" y="94"/>
                </a:lnTo>
                <a:lnTo>
                  <a:pt x="145" y="85"/>
                </a:lnTo>
                <a:lnTo>
                  <a:pt x="155" y="77"/>
                </a:lnTo>
                <a:lnTo>
                  <a:pt x="168" y="70"/>
                </a:lnTo>
                <a:lnTo>
                  <a:pt x="180" y="62"/>
                </a:lnTo>
                <a:lnTo>
                  <a:pt x="193" y="56"/>
                </a:lnTo>
                <a:lnTo>
                  <a:pt x="206" y="50"/>
                </a:lnTo>
                <a:lnTo>
                  <a:pt x="219" y="45"/>
                </a:lnTo>
                <a:lnTo>
                  <a:pt x="233" y="41"/>
                </a:lnTo>
                <a:lnTo>
                  <a:pt x="245" y="36"/>
                </a:lnTo>
                <a:lnTo>
                  <a:pt x="260" y="33"/>
                </a:lnTo>
                <a:lnTo>
                  <a:pt x="274" y="31"/>
                </a:lnTo>
                <a:lnTo>
                  <a:pt x="289" y="29"/>
                </a:lnTo>
                <a:lnTo>
                  <a:pt x="303" y="28"/>
                </a:lnTo>
                <a:lnTo>
                  <a:pt x="318" y="27"/>
                </a:lnTo>
                <a:lnTo>
                  <a:pt x="344" y="28"/>
                </a:lnTo>
                <a:lnTo>
                  <a:pt x="369" y="31"/>
                </a:lnTo>
                <a:lnTo>
                  <a:pt x="381" y="34"/>
                </a:lnTo>
                <a:lnTo>
                  <a:pt x="394" y="36"/>
                </a:lnTo>
                <a:lnTo>
                  <a:pt x="405" y="41"/>
                </a:lnTo>
                <a:lnTo>
                  <a:pt x="417" y="44"/>
                </a:lnTo>
                <a:lnTo>
                  <a:pt x="423" y="45"/>
                </a:lnTo>
                <a:lnTo>
                  <a:pt x="428" y="44"/>
                </a:lnTo>
                <a:lnTo>
                  <a:pt x="432" y="41"/>
                </a:lnTo>
                <a:lnTo>
                  <a:pt x="434" y="35"/>
                </a:lnTo>
                <a:lnTo>
                  <a:pt x="435" y="30"/>
                </a:lnTo>
                <a:lnTo>
                  <a:pt x="434" y="24"/>
                </a:lnTo>
                <a:lnTo>
                  <a:pt x="431" y="20"/>
                </a:lnTo>
                <a:lnTo>
                  <a:pt x="42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3" name="Freeform 452">
            <a:extLst>
              <a:ext uri="{FF2B5EF4-FFF2-40B4-BE49-F238E27FC236}">
                <a16:creationId xmlns:a16="http://schemas.microsoft.com/office/drawing/2014/main" id="{6641E50E-BF44-49CB-AE62-BA3A4EC3FF98}"/>
              </a:ext>
            </a:extLst>
          </p:cNvPr>
          <p:cNvSpPr>
            <a:spLocks noEditPoints="1"/>
          </p:cNvSpPr>
          <p:nvPr/>
        </p:nvSpPr>
        <p:spPr bwMode="auto">
          <a:xfrm>
            <a:off x="5462588" y="2508251"/>
            <a:ext cx="338138" cy="338138"/>
          </a:xfrm>
          <a:custGeom>
            <a:avLst/>
            <a:gdLst>
              <a:gd name="T0" fmla="*/ 562 w 638"/>
              <a:gd name="T1" fmla="*/ 94 h 639"/>
              <a:gd name="T2" fmla="*/ 532 w 638"/>
              <a:gd name="T3" fmla="*/ 87 h 639"/>
              <a:gd name="T4" fmla="*/ 511 w 638"/>
              <a:gd name="T5" fmla="*/ 2 h 639"/>
              <a:gd name="T6" fmla="*/ 334 w 638"/>
              <a:gd name="T7" fmla="*/ 161 h 639"/>
              <a:gd name="T8" fmla="*/ 209 w 638"/>
              <a:gd name="T9" fmla="*/ 147 h 639"/>
              <a:gd name="T10" fmla="*/ 119 w 638"/>
              <a:gd name="T11" fmla="*/ 180 h 639"/>
              <a:gd name="T12" fmla="*/ 49 w 638"/>
              <a:gd name="T13" fmla="*/ 243 h 639"/>
              <a:gd name="T14" fmla="*/ 7 w 638"/>
              <a:gd name="T15" fmla="*/ 330 h 639"/>
              <a:gd name="T16" fmla="*/ 3 w 638"/>
              <a:gd name="T17" fmla="*/ 429 h 639"/>
              <a:gd name="T18" fmla="*/ 35 w 638"/>
              <a:gd name="T19" fmla="*/ 519 h 639"/>
              <a:gd name="T20" fmla="*/ 99 w 638"/>
              <a:gd name="T21" fmla="*/ 590 h 639"/>
              <a:gd name="T22" fmla="*/ 185 w 638"/>
              <a:gd name="T23" fmla="*/ 631 h 639"/>
              <a:gd name="T24" fmla="*/ 297 w 638"/>
              <a:gd name="T25" fmla="*/ 634 h 639"/>
              <a:gd name="T26" fmla="*/ 382 w 638"/>
              <a:gd name="T27" fmla="*/ 589 h 639"/>
              <a:gd name="T28" fmla="*/ 319 w 638"/>
              <a:gd name="T29" fmla="*/ 599 h 639"/>
              <a:gd name="T30" fmla="*/ 213 w 638"/>
              <a:gd name="T31" fmla="*/ 608 h 639"/>
              <a:gd name="T32" fmla="*/ 78 w 638"/>
              <a:gd name="T33" fmla="*/ 531 h 639"/>
              <a:gd name="T34" fmla="*/ 28 w 638"/>
              <a:gd name="T35" fmla="*/ 403 h 639"/>
              <a:gd name="T36" fmla="*/ 54 w 638"/>
              <a:gd name="T37" fmla="*/ 287 h 639"/>
              <a:gd name="T38" fmla="*/ 182 w 638"/>
              <a:gd name="T39" fmla="*/ 182 h 639"/>
              <a:gd name="T40" fmla="*/ 301 w 638"/>
              <a:gd name="T41" fmla="*/ 179 h 639"/>
              <a:gd name="T42" fmla="*/ 345 w 638"/>
              <a:gd name="T43" fmla="*/ 253 h 639"/>
              <a:gd name="T44" fmla="*/ 229 w 638"/>
              <a:gd name="T45" fmla="*/ 223 h 639"/>
              <a:gd name="T46" fmla="*/ 117 w 638"/>
              <a:gd name="T47" fmla="*/ 284 h 639"/>
              <a:gd name="T48" fmla="*/ 78 w 638"/>
              <a:gd name="T49" fmla="*/ 409 h 639"/>
              <a:gd name="T50" fmla="*/ 139 w 638"/>
              <a:gd name="T51" fmla="*/ 523 h 639"/>
              <a:gd name="T52" fmla="*/ 264 w 638"/>
              <a:gd name="T53" fmla="*/ 560 h 639"/>
              <a:gd name="T54" fmla="*/ 377 w 638"/>
              <a:gd name="T55" fmla="*/ 499 h 639"/>
              <a:gd name="T56" fmla="*/ 415 w 638"/>
              <a:gd name="T57" fmla="*/ 377 h 639"/>
              <a:gd name="T58" fmla="*/ 401 w 638"/>
              <a:gd name="T59" fmla="*/ 256 h 639"/>
              <a:gd name="T60" fmla="*/ 465 w 638"/>
              <a:gd name="T61" fmla="*/ 373 h 639"/>
              <a:gd name="T62" fmla="*/ 441 w 638"/>
              <a:gd name="T63" fmla="*/ 494 h 639"/>
              <a:gd name="T64" fmla="*/ 448 w 638"/>
              <a:gd name="T65" fmla="*/ 528 h 639"/>
              <a:gd name="T66" fmla="*/ 489 w 638"/>
              <a:gd name="T67" fmla="*/ 443 h 639"/>
              <a:gd name="T68" fmla="*/ 478 w 638"/>
              <a:gd name="T69" fmla="*/ 305 h 639"/>
              <a:gd name="T70" fmla="*/ 637 w 638"/>
              <a:gd name="T71" fmla="*/ 126 h 639"/>
              <a:gd name="T72" fmla="*/ 377 w 638"/>
              <a:gd name="T73" fmla="*/ 446 h 639"/>
              <a:gd name="T74" fmla="*/ 302 w 638"/>
              <a:gd name="T75" fmla="*/ 523 h 639"/>
              <a:gd name="T76" fmla="*/ 192 w 638"/>
              <a:gd name="T77" fmla="*/ 523 h 639"/>
              <a:gd name="T78" fmla="*/ 117 w 638"/>
              <a:gd name="T79" fmla="*/ 446 h 639"/>
              <a:gd name="T80" fmla="*/ 117 w 638"/>
              <a:gd name="T81" fmla="*/ 337 h 639"/>
              <a:gd name="T82" fmla="*/ 192 w 638"/>
              <a:gd name="T83" fmla="*/ 262 h 639"/>
              <a:gd name="T84" fmla="*/ 295 w 638"/>
              <a:gd name="T85" fmla="*/ 258 h 639"/>
              <a:gd name="T86" fmla="*/ 285 w 638"/>
              <a:gd name="T87" fmla="*/ 302 h 639"/>
              <a:gd name="T88" fmla="*/ 217 w 638"/>
              <a:gd name="T89" fmla="*/ 299 h 639"/>
              <a:gd name="T90" fmla="*/ 162 w 638"/>
              <a:gd name="T91" fmla="*/ 345 h 639"/>
              <a:gd name="T92" fmla="*/ 154 w 638"/>
              <a:gd name="T93" fmla="*/ 421 h 639"/>
              <a:gd name="T94" fmla="*/ 200 w 638"/>
              <a:gd name="T95" fmla="*/ 477 h 639"/>
              <a:gd name="T96" fmla="*/ 275 w 638"/>
              <a:gd name="T97" fmla="*/ 485 h 639"/>
              <a:gd name="T98" fmla="*/ 332 w 638"/>
              <a:gd name="T99" fmla="*/ 438 h 639"/>
              <a:gd name="T100" fmla="*/ 341 w 638"/>
              <a:gd name="T101" fmla="*/ 368 h 639"/>
              <a:gd name="T102" fmla="*/ 370 w 638"/>
              <a:gd name="T103" fmla="*/ 322 h 639"/>
              <a:gd name="T104" fmla="*/ 241 w 638"/>
              <a:gd name="T105" fmla="*/ 404 h 639"/>
              <a:gd name="T106" fmla="*/ 316 w 638"/>
              <a:gd name="T107" fmla="*/ 392 h 639"/>
              <a:gd name="T108" fmla="*/ 296 w 638"/>
              <a:gd name="T109" fmla="*/ 441 h 639"/>
              <a:gd name="T110" fmla="*/ 246 w 638"/>
              <a:gd name="T111" fmla="*/ 461 h 639"/>
              <a:gd name="T112" fmla="*/ 198 w 638"/>
              <a:gd name="T113" fmla="*/ 441 h 639"/>
              <a:gd name="T114" fmla="*/ 178 w 638"/>
              <a:gd name="T115" fmla="*/ 392 h 639"/>
              <a:gd name="T116" fmla="*/ 198 w 638"/>
              <a:gd name="T117" fmla="*/ 342 h 639"/>
              <a:gd name="T118" fmla="*/ 246 w 638"/>
              <a:gd name="T119" fmla="*/ 322 h 639"/>
              <a:gd name="T120" fmla="*/ 234 w 638"/>
              <a:gd name="T121" fmla="*/ 397 h 639"/>
              <a:gd name="T122" fmla="*/ 429 w 638"/>
              <a:gd name="T123" fmla="*/ 229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38" h="639">
                <a:moveTo>
                  <a:pt x="637" y="115"/>
                </a:moveTo>
                <a:lnTo>
                  <a:pt x="635" y="111"/>
                </a:lnTo>
                <a:lnTo>
                  <a:pt x="632" y="109"/>
                </a:lnTo>
                <a:lnTo>
                  <a:pt x="628" y="107"/>
                </a:lnTo>
                <a:lnTo>
                  <a:pt x="624" y="106"/>
                </a:lnTo>
                <a:lnTo>
                  <a:pt x="551" y="106"/>
                </a:lnTo>
                <a:lnTo>
                  <a:pt x="560" y="99"/>
                </a:lnTo>
                <a:lnTo>
                  <a:pt x="562" y="94"/>
                </a:lnTo>
                <a:lnTo>
                  <a:pt x="563" y="89"/>
                </a:lnTo>
                <a:lnTo>
                  <a:pt x="562" y="83"/>
                </a:lnTo>
                <a:lnTo>
                  <a:pt x="560" y="79"/>
                </a:lnTo>
                <a:lnTo>
                  <a:pt x="554" y="76"/>
                </a:lnTo>
                <a:lnTo>
                  <a:pt x="549" y="75"/>
                </a:lnTo>
                <a:lnTo>
                  <a:pt x="545" y="76"/>
                </a:lnTo>
                <a:lnTo>
                  <a:pt x="539" y="79"/>
                </a:lnTo>
                <a:lnTo>
                  <a:pt x="532" y="87"/>
                </a:lnTo>
                <a:lnTo>
                  <a:pt x="532" y="14"/>
                </a:lnTo>
                <a:lnTo>
                  <a:pt x="531" y="9"/>
                </a:lnTo>
                <a:lnTo>
                  <a:pt x="530" y="6"/>
                </a:lnTo>
                <a:lnTo>
                  <a:pt x="526" y="3"/>
                </a:lnTo>
                <a:lnTo>
                  <a:pt x="523" y="1"/>
                </a:lnTo>
                <a:lnTo>
                  <a:pt x="519" y="0"/>
                </a:lnTo>
                <a:lnTo>
                  <a:pt x="515" y="0"/>
                </a:lnTo>
                <a:lnTo>
                  <a:pt x="511" y="2"/>
                </a:lnTo>
                <a:lnTo>
                  <a:pt x="508" y="4"/>
                </a:lnTo>
                <a:lnTo>
                  <a:pt x="386" y="126"/>
                </a:lnTo>
                <a:lnTo>
                  <a:pt x="383" y="131"/>
                </a:lnTo>
                <a:lnTo>
                  <a:pt x="382" y="136"/>
                </a:lnTo>
                <a:lnTo>
                  <a:pt x="382" y="184"/>
                </a:lnTo>
                <a:lnTo>
                  <a:pt x="367" y="175"/>
                </a:lnTo>
                <a:lnTo>
                  <a:pt x="351" y="167"/>
                </a:lnTo>
                <a:lnTo>
                  <a:pt x="334" y="161"/>
                </a:lnTo>
                <a:lnTo>
                  <a:pt x="317" y="154"/>
                </a:lnTo>
                <a:lnTo>
                  <a:pt x="300" y="150"/>
                </a:lnTo>
                <a:lnTo>
                  <a:pt x="283" y="147"/>
                </a:lnTo>
                <a:lnTo>
                  <a:pt x="265" y="145"/>
                </a:lnTo>
                <a:lnTo>
                  <a:pt x="246" y="145"/>
                </a:lnTo>
                <a:lnTo>
                  <a:pt x="234" y="145"/>
                </a:lnTo>
                <a:lnTo>
                  <a:pt x="222" y="146"/>
                </a:lnTo>
                <a:lnTo>
                  <a:pt x="209" y="147"/>
                </a:lnTo>
                <a:lnTo>
                  <a:pt x="197" y="149"/>
                </a:lnTo>
                <a:lnTo>
                  <a:pt x="185" y="152"/>
                </a:lnTo>
                <a:lnTo>
                  <a:pt x="173" y="155"/>
                </a:lnTo>
                <a:lnTo>
                  <a:pt x="162" y="160"/>
                </a:lnTo>
                <a:lnTo>
                  <a:pt x="151" y="164"/>
                </a:lnTo>
                <a:lnTo>
                  <a:pt x="140" y="169"/>
                </a:lnTo>
                <a:lnTo>
                  <a:pt x="129" y="175"/>
                </a:lnTo>
                <a:lnTo>
                  <a:pt x="119" y="180"/>
                </a:lnTo>
                <a:lnTo>
                  <a:pt x="109" y="187"/>
                </a:lnTo>
                <a:lnTo>
                  <a:pt x="99" y="194"/>
                </a:lnTo>
                <a:lnTo>
                  <a:pt x="90" y="200"/>
                </a:lnTo>
                <a:lnTo>
                  <a:pt x="81" y="209"/>
                </a:lnTo>
                <a:lnTo>
                  <a:pt x="73" y="217"/>
                </a:lnTo>
                <a:lnTo>
                  <a:pt x="64" y="225"/>
                </a:lnTo>
                <a:lnTo>
                  <a:pt x="57" y="235"/>
                </a:lnTo>
                <a:lnTo>
                  <a:pt x="49" y="243"/>
                </a:lnTo>
                <a:lnTo>
                  <a:pt x="42" y="253"/>
                </a:lnTo>
                <a:lnTo>
                  <a:pt x="35" y="264"/>
                </a:lnTo>
                <a:lnTo>
                  <a:pt x="30" y="274"/>
                </a:lnTo>
                <a:lnTo>
                  <a:pt x="24" y="284"/>
                </a:lnTo>
                <a:lnTo>
                  <a:pt x="19" y="296"/>
                </a:lnTo>
                <a:lnTo>
                  <a:pt x="15" y="307"/>
                </a:lnTo>
                <a:lnTo>
                  <a:pt x="10" y="319"/>
                </a:lnTo>
                <a:lnTo>
                  <a:pt x="7" y="330"/>
                </a:lnTo>
                <a:lnTo>
                  <a:pt x="5" y="342"/>
                </a:lnTo>
                <a:lnTo>
                  <a:pt x="3" y="354"/>
                </a:lnTo>
                <a:lnTo>
                  <a:pt x="1" y="367"/>
                </a:lnTo>
                <a:lnTo>
                  <a:pt x="0" y="379"/>
                </a:lnTo>
                <a:lnTo>
                  <a:pt x="0" y="392"/>
                </a:lnTo>
                <a:lnTo>
                  <a:pt x="0" y="404"/>
                </a:lnTo>
                <a:lnTo>
                  <a:pt x="1" y="417"/>
                </a:lnTo>
                <a:lnTo>
                  <a:pt x="3" y="429"/>
                </a:lnTo>
                <a:lnTo>
                  <a:pt x="5" y="441"/>
                </a:lnTo>
                <a:lnTo>
                  <a:pt x="7" y="454"/>
                </a:lnTo>
                <a:lnTo>
                  <a:pt x="10" y="466"/>
                </a:lnTo>
                <a:lnTo>
                  <a:pt x="15" y="476"/>
                </a:lnTo>
                <a:lnTo>
                  <a:pt x="19" y="488"/>
                </a:lnTo>
                <a:lnTo>
                  <a:pt x="24" y="499"/>
                </a:lnTo>
                <a:lnTo>
                  <a:pt x="30" y="510"/>
                </a:lnTo>
                <a:lnTo>
                  <a:pt x="35" y="519"/>
                </a:lnTo>
                <a:lnTo>
                  <a:pt x="42" y="530"/>
                </a:lnTo>
                <a:lnTo>
                  <a:pt x="49" y="540"/>
                </a:lnTo>
                <a:lnTo>
                  <a:pt x="57" y="549"/>
                </a:lnTo>
                <a:lnTo>
                  <a:pt x="64" y="558"/>
                </a:lnTo>
                <a:lnTo>
                  <a:pt x="73" y="567"/>
                </a:lnTo>
                <a:lnTo>
                  <a:pt x="81" y="574"/>
                </a:lnTo>
                <a:lnTo>
                  <a:pt x="90" y="583"/>
                </a:lnTo>
                <a:lnTo>
                  <a:pt x="99" y="590"/>
                </a:lnTo>
                <a:lnTo>
                  <a:pt x="109" y="597"/>
                </a:lnTo>
                <a:lnTo>
                  <a:pt x="119" y="603"/>
                </a:lnTo>
                <a:lnTo>
                  <a:pt x="129" y="610"/>
                </a:lnTo>
                <a:lnTo>
                  <a:pt x="140" y="615"/>
                </a:lnTo>
                <a:lnTo>
                  <a:pt x="151" y="619"/>
                </a:lnTo>
                <a:lnTo>
                  <a:pt x="162" y="623"/>
                </a:lnTo>
                <a:lnTo>
                  <a:pt x="173" y="628"/>
                </a:lnTo>
                <a:lnTo>
                  <a:pt x="185" y="631"/>
                </a:lnTo>
                <a:lnTo>
                  <a:pt x="197" y="634"/>
                </a:lnTo>
                <a:lnTo>
                  <a:pt x="209" y="636"/>
                </a:lnTo>
                <a:lnTo>
                  <a:pt x="222" y="637"/>
                </a:lnTo>
                <a:lnTo>
                  <a:pt x="234" y="639"/>
                </a:lnTo>
                <a:lnTo>
                  <a:pt x="246" y="639"/>
                </a:lnTo>
                <a:lnTo>
                  <a:pt x="264" y="639"/>
                </a:lnTo>
                <a:lnTo>
                  <a:pt x="281" y="636"/>
                </a:lnTo>
                <a:lnTo>
                  <a:pt x="297" y="634"/>
                </a:lnTo>
                <a:lnTo>
                  <a:pt x="313" y="630"/>
                </a:lnTo>
                <a:lnTo>
                  <a:pt x="329" y="625"/>
                </a:lnTo>
                <a:lnTo>
                  <a:pt x="345" y="619"/>
                </a:lnTo>
                <a:lnTo>
                  <a:pt x="360" y="612"/>
                </a:lnTo>
                <a:lnTo>
                  <a:pt x="375" y="603"/>
                </a:lnTo>
                <a:lnTo>
                  <a:pt x="378" y="600"/>
                </a:lnTo>
                <a:lnTo>
                  <a:pt x="381" y="594"/>
                </a:lnTo>
                <a:lnTo>
                  <a:pt x="382" y="589"/>
                </a:lnTo>
                <a:lnTo>
                  <a:pt x="379" y="584"/>
                </a:lnTo>
                <a:lnTo>
                  <a:pt x="375" y="581"/>
                </a:lnTo>
                <a:lnTo>
                  <a:pt x="371" y="578"/>
                </a:lnTo>
                <a:lnTo>
                  <a:pt x="366" y="577"/>
                </a:lnTo>
                <a:lnTo>
                  <a:pt x="360" y="579"/>
                </a:lnTo>
                <a:lnTo>
                  <a:pt x="347" y="587"/>
                </a:lnTo>
                <a:lnTo>
                  <a:pt x="333" y="593"/>
                </a:lnTo>
                <a:lnTo>
                  <a:pt x="319" y="599"/>
                </a:lnTo>
                <a:lnTo>
                  <a:pt x="305" y="603"/>
                </a:lnTo>
                <a:lnTo>
                  <a:pt x="291" y="606"/>
                </a:lnTo>
                <a:lnTo>
                  <a:pt x="276" y="610"/>
                </a:lnTo>
                <a:lnTo>
                  <a:pt x="261" y="611"/>
                </a:lnTo>
                <a:lnTo>
                  <a:pt x="246" y="612"/>
                </a:lnTo>
                <a:lnTo>
                  <a:pt x="236" y="611"/>
                </a:lnTo>
                <a:lnTo>
                  <a:pt x="224" y="610"/>
                </a:lnTo>
                <a:lnTo>
                  <a:pt x="213" y="608"/>
                </a:lnTo>
                <a:lnTo>
                  <a:pt x="202" y="606"/>
                </a:lnTo>
                <a:lnTo>
                  <a:pt x="182" y="601"/>
                </a:lnTo>
                <a:lnTo>
                  <a:pt x="162" y="593"/>
                </a:lnTo>
                <a:lnTo>
                  <a:pt x="142" y="585"/>
                </a:lnTo>
                <a:lnTo>
                  <a:pt x="124" y="574"/>
                </a:lnTo>
                <a:lnTo>
                  <a:pt x="107" y="561"/>
                </a:lnTo>
                <a:lnTo>
                  <a:pt x="92" y="547"/>
                </a:lnTo>
                <a:lnTo>
                  <a:pt x="78" y="531"/>
                </a:lnTo>
                <a:lnTo>
                  <a:pt x="65" y="514"/>
                </a:lnTo>
                <a:lnTo>
                  <a:pt x="54" y="496"/>
                </a:lnTo>
                <a:lnTo>
                  <a:pt x="45" y="477"/>
                </a:lnTo>
                <a:lnTo>
                  <a:pt x="37" y="457"/>
                </a:lnTo>
                <a:lnTo>
                  <a:pt x="32" y="436"/>
                </a:lnTo>
                <a:lnTo>
                  <a:pt x="30" y="425"/>
                </a:lnTo>
                <a:lnTo>
                  <a:pt x="29" y="414"/>
                </a:lnTo>
                <a:lnTo>
                  <a:pt x="28" y="403"/>
                </a:lnTo>
                <a:lnTo>
                  <a:pt x="28" y="392"/>
                </a:lnTo>
                <a:lnTo>
                  <a:pt x="28" y="381"/>
                </a:lnTo>
                <a:lnTo>
                  <a:pt x="29" y="369"/>
                </a:lnTo>
                <a:lnTo>
                  <a:pt x="30" y="358"/>
                </a:lnTo>
                <a:lnTo>
                  <a:pt x="32" y="348"/>
                </a:lnTo>
                <a:lnTo>
                  <a:pt x="37" y="326"/>
                </a:lnTo>
                <a:lnTo>
                  <a:pt x="45" y="307"/>
                </a:lnTo>
                <a:lnTo>
                  <a:pt x="54" y="287"/>
                </a:lnTo>
                <a:lnTo>
                  <a:pt x="65" y="269"/>
                </a:lnTo>
                <a:lnTo>
                  <a:pt x="78" y="252"/>
                </a:lnTo>
                <a:lnTo>
                  <a:pt x="92" y="237"/>
                </a:lnTo>
                <a:lnTo>
                  <a:pt x="107" y="222"/>
                </a:lnTo>
                <a:lnTo>
                  <a:pt x="124" y="210"/>
                </a:lnTo>
                <a:lnTo>
                  <a:pt x="142" y="198"/>
                </a:lnTo>
                <a:lnTo>
                  <a:pt x="162" y="190"/>
                </a:lnTo>
                <a:lnTo>
                  <a:pt x="182" y="182"/>
                </a:lnTo>
                <a:lnTo>
                  <a:pt x="202" y="177"/>
                </a:lnTo>
                <a:lnTo>
                  <a:pt x="213" y="175"/>
                </a:lnTo>
                <a:lnTo>
                  <a:pt x="224" y="174"/>
                </a:lnTo>
                <a:lnTo>
                  <a:pt x="236" y="173"/>
                </a:lnTo>
                <a:lnTo>
                  <a:pt x="246" y="173"/>
                </a:lnTo>
                <a:lnTo>
                  <a:pt x="265" y="173"/>
                </a:lnTo>
                <a:lnTo>
                  <a:pt x="283" y="175"/>
                </a:lnTo>
                <a:lnTo>
                  <a:pt x="301" y="179"/>
                </a:lnTo>
                <a:lnTo>
                  <a:pt x="318" y="184"/>
                </a:lnTo>
                <a:lnTo>
                  <a:pt x="334" y="191"/>
                </a:lnTo>
                <a:lnTo>
                  <a:pt x="351" y="198"/>
                </a:lnTo>
                <a:lnTo>
                  <a:pt x="367" y="208"/>
                </a:lnTo>
                <a:lnTo>
                  <a:pt x="382" y="219"/>
                </a:lnTo>
                <a:lnTo>
                  <a:pt x="382" y="237"/>
                </a:lnTo>
                <a:lnTo>
                  <a:pt x="356" y="263"/>
                </a:lnTo>
                <a:lnTo>
                  <a:pt x="345" y="253"/>
                </a:lnTo>
                <a:lnTo>
                  <a:pt x="332" y="246"/>
                </a:lnTo>
                <a:lnTo>
                  <a:pt x="319" y="239"/>
                </a:lnTo>
                <a:lnTo>
                  <a:pt x="307" y="233"/>
                </a:lnTo>
                <a:lnTo>
                  <a:pt x="291" y="228"/>
                </a:lnTo>
                <a:lnTo>
                  <a:pt x="278" y="225"/>
                </a:lnTo>
                <a:lnTo>
                  <a:pt x="263" y="223"/>
                </a:lnTo>
                <a:lnTo>
                  <a:pt x="246" y="222"/>
                </a:lnTo>
                <a:lnTo>
                  <a:pt x="229" y="223"/>
                </a:lnTo>
                <a:lnTo>
                  <a:pt x="213" y="225"/>
                </a:lnTo>
                <a:lnTo>
                  <a:pt x="196" y="229"/>
                </a:lnTo>
                <a:lnTo>
                  <a:pt x="181" y="236"/>
                </a:lnTo>
                <a:lnTo>
                  <a:pt x="166" y="242"/>
                </a:lnTo>
                <a:lnTo>
                  <a:pt x="152" y="251"/>
                </a:lnTo>
                <a:lnTo>
                  <a:pt x="139" y="261"/>
                </a:lnTo>
                <a:lnTo>
                  <a:pt x="127" y="272"/>
                </a:lnTo>
                <a:lnTo>
                  <a:pt x="117" y="284"/>
                </a:lnTo>
                <a:lnTo>
                  <a:pt x="106" y="297"/>
                </a:lnTo>
                <a:lnTo>
                  <a:pt x="98" y="311"/>
                </a:lnTo>
                <a:lnTo>
                  <a:pt x="91" y="326"/>
                </a:lnTo>
                <a:lnTo>
                  <a:pt x="86" y="341"/>
                </a:lnTo>
                <a:lnTo>
                  <a:pt x="81" y="357"/>
                </a:lnTo>
                <a:lnTo>
                  <a:pt x="78" y="374"/>
                </a:lnTo>
                <a:lnTo>
                  <a:pt x="77" y="392"/>
                </a:lnTo>
                <a:lnTo>
                  <a:pt x="78" y="409"/>
                </a:lnTo>
                <a:lnTo>
                  <a:pt x="81" y="426"/>
                </a:lnTo>
                <a:lnTo>
                  <a:pt x="86" y="442"/>
                </a:lnTo>
                <a:lnTo>
                  <a:pt x="91" y="457"/>
                </a:lnTo>
                <a:lnTo>
                  <a:pt x="98" y="472"/>
                </a:lnTo>
                <a:lnTo>
                  <a:pt x="106" y="486"/>
                </a:lnTo>
                <a:lnTo>
                  <a:pt x="117" y="499"/>
                </a:lnTo>
                <a:lnTo>
                  <a:pt x="127" y="512"/>
                </a:lnTo>
                <a:lnTo>
                  <a:pt x="139" y="523"/>
                </a:lnTo>
                <a:lnTo>
                  <a:pt x="152" y="532"/>
                </a:lnTo>
                <a:lnTo>
                  <a:pt x="166" y="541"/>
                </a:lnTo>
                <a:lnTo>
                  <a:pt x="181" y="548"/>
                </a:lnTo>
                <a:lnTo>
                  <a:pt x="196" y="554"/>
                </a:lnTo>
                <a:lnTo>
                  <a:pt x="213" y="558"/>
                </a:lnTo>
                <a:lnTo>
                  <a:pt x="229" y="560"/>
                </a:lnTo>
                <a:lnTo>
                  <a:pt x="246" y="561"/>
                </a:lnTo>
                <a:lnTo>
                  <a:pt x="264" y="560"/>
                </a:lnTo>
                <a:lnTo>
                  <a:pt x="281" y="558"/>
                </a:lnTo>
                <a:lnTo>
                  <a:pt x="297" y="554"/>
                </a:lnTo>
                <a:lnTo>
                  <a:pt x="313" y="548"/>
                </a:lnTo>
                <a:lnTo>
                  <a:pt x="327" y="541"/>
                </a:lnTo>
                <a:lnTo>
                  <a:pt x="341" y="532"/>
                </a:lnTo>
                <a:lnTo>
                  <a:pt x="355" y="523"/>
                </a:lnTo>
                <a:lnTo>
                  <a:pt x="367" y="512"/>
                </a:lnTo>
                <a:lnTo>
                  <a:pt x="377" y="499"/>
                </a:lnTo>
                <a:lnTo>
                  <a:pt x="387" y="486"/>
                </a:lnTo>
                <a:lnTo>
                  <a:pt x="396" y="472"/>
                </a:lnTo>
                <a:lnTo>
                  <a:pt x="403" y="457"/>
                </a:lnTo>
                <a:lnTo>
                  <a:pt x="408" y="442"/>
                </a:lnTo>
                <a:lnTo>
                  <a:pt x="413" y="426"/>
                </a:lnTo>
                <a:lnTo>
                  <a:pt x="415" y="409"/>
                </a:lnTo>
                <a:lnTo>
                  <a:pt x="416" y="392"/>
                </a:lnTo>
                <a:lnTo>
                  <a:pt x="415" y="377"/>
                </a:lnTo>
                <a:lnTo>
                  <a:pt x="414" y="362"/>
                </a:lnTo>
                <a:lnTo>
                  <a:pt x="410" y="347"/>
                </a:lnTo>
                <a:lnTo>
                  <a:pt x="405" y="333"/>
                </a:lnTo>
                <a:lnTo>
                  <a:pt x="400" y="319"/>
                </a:lnTo>
                <a:lnTo>
                  <a:pt x="392" y="306"/>
                </a:lnTo>
                <a:lnTo>
                  <a:pt x="385" y="294"/>
                </a:lnTo>
                <a:lnTo>
                  <a:pt x="376" y="282"/>
                </a:lnTo>
                <a:lnTo>
                  <a:pt x="401" y="256"/>
                </a:lnTo>
                <a:lnTo>
                  <a:pt x="419" y="256"/>
                </a:lnTo>
                <a:lnTo>
                  <a:pt x="430" y="271"/>
                </a:lnTo>
                <a:lnTo>
                  <a:pt x="440" y="287"/>
                </a:lnTo>
                <a:lnTo>
                  <a:pt x="447" y="304"/>
                </a:lnTo>
                <a:lnTo>
                  <a:pt x="455" y="321"/>
                </a:lnTo>
                <a:lnTo>
                  <a:pt x="459" y="338"/>
                </a:lnTo>
                <a:lnTo>
                  <a:pt x="463" y="355"/>
                </a:lnTo>
                <a:lnTo>
                  <a:pt x="465" y="373"/>
                </a:lnTo>
                <a:lnTo>
                  <a:pt x="466" y="392"/>
                </a:lnTo>
                <a:lnTo>
                  <a:pt x="465" y="407"/>
                </a:lnTo>
                <a:lnTo>
                  <a:pt x="464" y="422"/>
                </a:lnTo>
                <a:lnTo>
                  <a:pt x="461" y="437"/>
                </a:lnTo>
                <a:lnTo>
                  <a:pt x="458" y="452"/>
                </a:lnTo>
                <a:lnTo>
                  <a:pt x="453" y="467"/>
                </a:lnTo>
                <a:lnTo>
                  <a:pt x="447" y="481"/>
                </a:lnTo>
                <a:lnTo>
                  <a:pt x="441" y="494"/>
                </a:lnTo>
                <a:lnTo>
                  <a:pt x="433" y="508"/>
                </a:lnTo>
                <a:lnTo>
                  <a:pt x="431" y="512"/>
                </a:lnTo>
                <a:lnTo>
                  <a:pt x="432" y="517"/>
                </a:lnTo>
                <a:lnTo>
                  <a:pt x="434" y="523"/>
                </a:lnTo>
                <a:lnTo>
                  <a:pt x="437" y="526"/>
                </a:lnTo>
                <a:lnTo>
                  <a:pt x="442" y="528"/>
                </a:lnTo>
                <a:lnTo>
                  <a:pt x="445" y="528"/>
                </a:lnTo>
                <a:lnTo>
                  <a:pt x="448" y="528"/>
                </a:lnTo>
                <a:lnTo>
                  <a:pt x="451" y="527"/>
                </a:lnTo>
                <a:lnTo>
                  <a:pt x="455" y="525"/>
                </a:lnTo>
                <a:lnTo>
                  <a:pt x="457" y="521"/>
                </a:lnTo>
                <a:lnTo>
                  <a:pt x="465" y="506"/>
                </a:lnTo>
                <a:lnTo>
                  <a:pt x="473" y="491"/>
                </a:lnTo>
                <a:lnTo>
                  <a:pt x="479" y="475"/>
                </a:lnTo>
                <a:lnTo>
                  <a:pt x="485" y="459"/>
                </a:lnTo>
                <a:lnTo>
                  <a:pt x="489" y="443"/>
                </a:lnTo>
                <a:lnTo>
                  <a:pt x="491" y="426"/>
                </a:lnTo>
                <a:lnTo>
                  <a:pt x="493" y="409"/>
                </a:lnTo>
                <a:lnTo>
                  <a:pt x="494" y="392"/>
                </a:lnTo>
                <a:lnTo>
                  <a:pt x="493" y="373"/>
                </a:lnTo>
                <a:lnTo>
                  <a:pt x="491" y="356"/>
                </a:lnTo>
                <a:lnTo>
                  <a:pt x="488" y="338"/>
                </a:lnTo>
                <a:lnTo>
                  <a:pt x="484" y="321"/>
                </a:lnTo>
                <a:lnTo>
                  <a:pt x="478" y="305"/>
                </a:lnTo>
                <a:lnTo>
                  <a:pt x="471" y="287"/>
                </a:lnTo>
                <a:lnTo>
                  <a:pt x="463" y="272"/>
                </a:lnTo>
                <a:lnTo>
                  <a:pt x="453" y="256"/>
                </a:lnTo>
                <a:lnTo>
                  <a:pt x="502" y="256"/>
                </a:lnTo>
                <a:lnTo>
                  <a:pt x="507" y="255"/>
                </a:lnTo>
                <a:lnTo>
                  <a:pt x="511" y="253"/>
                </a:lnTo>
                <a:lnTo>
                  <a:pt x="634" y="131"/>
                </a:lnTo>
                <a:lnTo>
                  <a:pt x="637" y="126"/>
                </a:lnTo>
                <a:lnTo>
                  <a:pt x="638" y="123"/>
                </a:lnTo>
                <a:lnTo>
                  <a:pt x="638" y="119"/>
                </a:lnTo>
                <a:lnTo>
                  <a:pt x="637" y="115"/>
                </a:lnTo>
                <a:close/>
                <a:moveTo>
                  <a:pt x="388" y="392"/>
                </a:moveTo>
                <a:lnTo>
                  <a:pt x="388" y="407"/>
                </a:lnTo>
                <a:lnTo>
                  <a:pt x="386" y="421"/>
                </a:lnTo>
                <a:lnTo>
                  <a:pt x="382" y="433"/>
                </a:lnTo>
                <a:lnTo>
                  <a:pt x="377" y="446"/>
                </a:lnTo>
                <a:lnTo>
                  <a:pt x="371" y="459"/>
                </a:lnTo>
                <a:lnTo>
                  <a:pt x="364" y="471"/>
                </a:lnTo>
                <a:lnTo>
                  <a:pt x="356" y="482"/>
                </a:lnTo>
                <a:lnTo>
                  <a:pt x="347" y="491"/>
                </a:lnTo>
                <a:lnTo>
                  <a:pt x="337" y="501"/>
                </a:lnTo>
                <a:lnTo>
                  <a:pt x="326" y="509"/>
                </a:lnTo>
                <a:lnTo>
                  <a:pt x="314" y="516"/>
                </a:lnTo>
                <a:lnTo>
                  <a:pt x="302" y="523"/>
                </a:lnTo>
                <a:lnTo>
                  <a:pt x="288" y="527"/>
                </a:lnTo>
                <a:lnTo>
                  <a:pt x="275" y="530"/>
                </a:lnTo>
                <a:lnTo>
                  <a:pt x="261" y="532"/>
                </a:lnTo>
                <a:lnTo>
                  <a:pt x="246" y="533"/>
                </a:lnTo>
                <a:lnTo>
                  <a:pt x="232" y="532"/>
                </a:lnTo>
                <a:lnTo>
                  <a:pt x="219" y="530"/>
                </a:lnTo>
                <a:lnTo>
                  <a:pt x="205" y="527"/>
                </a:lnTo>
                <a:lnTo>
                  <a:pt x="192" y="523"/>
                </a:lnTo>
                <a:lnTo>
                  <a:pt x="179" y="516"/>
                </a:lnTo>
                <a:lnTo>
                  <a:pt x="168" y="509"/>
                </a:lnTo>
                <a:lnTo>
                  <a:pt x="156" y="501"/>
                </a:lnTo>
                <a:lnTo>
                  <a:pt x="147" y="491"/>
                </a:lnTo>
                <a:lnTo>
                  <a:pt x="137" y="482"/>
                </a:lnTo>
                <a:lnTo>
                  <a:pt x="129" y="471"/>
                </a:lnTo>
                <a:lnTo>
                  <a:pt x="122" y="459"/>
                </a:lnTo>
                <a:lnTo>
                  <a:pt x="117" y="446"/>
                </a:lnTo>
                <a:lnTo>
                  <a:pt x="111" y="433"/>
                </a:lnTo>
                <a:lnTo>
                  <a:pt x="108" y="421"/>
                </a:lnTo>
                <a:lnTo>
                  <a:pt x="106" y="407"/>
                </a:lnTo>
                <a:lnTo>
                  <a:pt x="105" y="392"/>
                </a:lnTo>
                <a:lnTo>
                  <a:pt x="106" y="378"/>
                </a:lnTo>
                <a:lnTo>
                  <a:pt x="108" y="364"/>
                </a:lnTo>
                <a:lnTo>
                  <a:pt x="111" y="350"/>
                </a:lnTo>
                <a:lnTo>
                  <a:pt x="117" y="337"/>
                </a:lnTo>
                <a:lnTo>
                  <a:pt x="122" y="324"/>
                </a:lnTo>
                <a:lnTo>
                  <a:pt x="129" y="312"/>
                </a:lnTo>
                <a:lnTo>
                  <a:pt x="137" y="301"/>
                </a:lnTo>
                <a:lnTo>
                  <a:pt x="147" y="292"/>
                </a:lnTo>
                <a:lnTo>
                  <a:pt x="156" y="282"/>
                </a:lnTo>
                <a:lnTo>
                  <a:pt x="168" y="275"/>
                </a:lnTo>
                <a:lnTo>
                  <a:pt x="179" y="267"/>
                </a:lnTo>
                <a:lnTo>
                  <a:pt x="192" y="262"/>
                </a:lnTo>
                <a:lnTo>
                  <a:pt x="205" y="256"/>
                </a:lnTo>
                <a:lnTo>
                  <a:pt x="219" y="253"/>
                </a:lnTo>
                <a:lnTo>
                  <a:pt x="232" y="251"/>
                </a:lnTo>
                <a:lnTo>
                  <a:pt x="246" y="250"/>
                </a:lnTo>
                <a:lnTo>
                  <a:pt x="259" y="251"/>
                </a:lnTo>
                <a:lnTo>
                  <a:pt x="272" y="252"/>
                </a:lnTo>
                <a:lnTo>
                  <a:pt x="284" y="255"/>
                </a:lnTo>
                <a:lnTo>
                  <a:pt x="295" y="258"/>
                </a:lnTo>
                <a:lnTo>
                  <a:pt x="307" y="263"/>
                </a:lnTo>
                <a:lnTo>
                  <a:pt x="317" y="269"/>
                </a:lnTo>
                <a:lnTo>
                  <a:pt x="327" y="275"/>
                </a:lnTo>
                <a:lnTo>
                  <a:pt x="337" y="282"/>
                </a:lnTo>
                <a:lnTo>
                  <a:pt x="304" y="314"/>
                </a:lnTo>
                <a:lnTo>
                  <a:pt x="299" y="310"/>
                </a:lnTo>
                <a:lnTo>
                  <a:pt x="291" y="306"/>
                </a:lnTo>
                <a:lnTo>
                  <a:pt x="285" y="302"/>
                </a:lnTo>
                <a:lnTo>
                  <a:pt x="278" y="299"/>
                </a:lnTo>
                <a:lnTo>
                  <a:pt x="270" y="297"/>
                </a:lnTo>
                <a:lnTo>
                  <a:pt x="263" y="296"/>
                </a:lnTo>
                <a:lnTo>
                  <a:pt x="255" y="295"/>
                </a:lnTo>
                <a:lnTo>
                  <a:pt x="246" y="295"/>
                </a:lnTo>
                <a:lnTo>
                  <a:pt x="237" y="295"/>
                </a:lnTo>
                <a:lnTo>
                  <a:pt x="227" y="296"/>
                </a:lnTo>
                <a:lnTo>
                  <a:pt x="217" y="299"/>
                </a:lnTo>
                <a:lnTo>
                  <a:pt x="209" y="302"/>
                </a:lnTo>
                <a:lnTo>
                  <a:pt x="200" y="306"/>
                </a:lnTo>
                <a:lnTo>
                  <a:pt x="193" y="311"/>
                </a:lnTo>
                <a:lnTo>
                  <a:pt x="185" y="316"/>
                </a:lnTo>
                <a:lnTo>
                  <a:pt x="178" y="323"/>
                </a:lnTo>
                <a:lnTo>
                  <a:pt x="171" y="330"/>
                </a:lnTo>
                <a:lnTo>
                  <a:pt x="166" y="338"/>
                </a:lnTo>
                <a:lnTo>
                  <a:pt x="162" y="345"/>
                </a:lnTo>
                <a:lnTo>
                  <a:pt x="157" y="354"/>
                </a:lnTo>
                <a:lnTo>
                  <a:pt x="154" y="363"/>
                </a:lnTo>
                <a:lnTo>
                  <a:pt x="152" y="372"/>
                </a:lnTo>
                <a:lnTo>
                  <a:pt x="150" y="382"/>
                </a:lnTo>
                <a:lnTo>
                  <a:pt x="150" y="392"/>
                </a:lnTo>
                <a:lnTo>
                  <a:pt x="150" y="401"/>
                </a:lnTo>
                <a:lnTo>
                  <a:pt x="152" y="411"/>
                </a:lnTo>
                <a:lnTo>
                  <a:pt x="154" y="421"/>
                </a:lnTo>
                <a:lnTo>
                  <a:pt x="157" y="429"/>
                </a:lnTo>
                <a:lnTo>
                  <a:pt x="162" y="438"/>
                </a:lnTo>
                <a:lnTo>
                  <a:pt x="166" y="446"/>
                </a:lnTo>
                <a:lnTo>
                  <a:pt x="171" y="454"/>
                </a:lnTo>
                <a:lnTo>
                  <a:pt x="178" y="460"/>
                </a:lnTo>
                <a:lnTo>
                  <a:pt x="185" y="467"/>
                </a:lnTo>
                <a:lnTo>
                  <a:pt x="193" y="472"/>
                </a:lnTo>
                <a:lnTo>
                  <a:pt x="200" y="477"/>
                </a:lnTo>
                <a:lnTo>
                  <a:pt x="209" y="482"/>
                </a:lnTo>
                <a:lnTo>
                  <a:pt x="217" y="485"/>
                </a:lnTo>
                <a:lnTo>
                  <a:pt x="227" y="487"/>
                </a:lnTo>
                <a:lnTo>
                  <a:pt x="237" y="488"/>
                </a:lnTo>
                <a:lnTo>
                  <a:pt x="246" y="489"/>
                </a:lnTo>
                <a:lnTo>
                  <a:pt x="257" y="488"/>
                </a:lnTo>
                <a:lnTo>
                  <a:pt x="267" y="487"/>
                </a:lnTo>
                <a:lnTo>
                  <a:pt x="275" y="485"/>
                </a:lnTo>
                <a:lnTo>
                  <a:pt x="285" y="482"/>
                </a:lnTo>
                <a:lnTo>
                  <a:pt x="293" y="477"/>
                </a:lnTo>
                <a:lnTo>
                  <a:pt x="301" y="472"/>
                </a:lnTo>
                <a:lnTo>
                  <a:pt x="309" y="467"/>
                </a:lnTo>
                <a:lnTo>
                  <a:pt x="315" y="460"/>
                </a:lnTo>
                <a:lnTo>
                  <a:pt x="322" y="454"/>
                </a:lnTo>
                <a:lnTo>
                  <a:pt x="327" y="446"/>
                </a:lnTo>
                <a:lnTo>
                  <a:pt x="332" y="438"/>
                </a:lnTo>
                <a:lnTo>
                  <a:pt x="337" y="429"/>
                </a:lnTo>
                <a:lnTo>
                  <a:pt x="340" y="421"/>
                </a:lnTo>
                <a:lnTo>
                  <a:pt x="342" y="411"/>
                </a:lnTo>
                <a:lnTo>
                  <a:pt x="343" y="401"/>
                </a:lnTo>
                <a:lnTo>
                  <a:pt x="344" y="392"/>
                </a:lnTo>
                <a:lnTo>
                  <a:pt x="344" y="384"/>
                </a:lnTo>
                <a:lnTo>
                  <a:pt x="343" y="375"/>
                </a:lnTo>
                <a:lnTo>
                  <a:pt x="341" y="368"/>
                </a:lnTo>
                <a:lnTo>
                  <a:pt x="339" y="360"/>
                </a:lnTo>
                <a:lnTo>
                  <a:pt x="335" y="353"/>
                </a:lnTo>
                <a:lnTo>
                  <a:pt x="332" y="347"/>
                </a:lnTo>
                <a:lnTo>
                  <a:pt x="329" y="340"/>
                </a:lnTo>
                <a:lnTo>
                  <a:pt x="325" y="334"/>
                </a:lnTo>
                <a:lnTo>
                  <a:pt x="356" y="301"/>
                </a:lnTo>
                <a:lnTo>
                  <a:pt x="363" y="311"/>
                </a:lnTo>
                <a:lnTo>
                  <a:pt x="370" y="322"/>
                </a:lnTo>
                <a:lnTo>
                  <a:pt x="375" y="333"/>
                </a:lnTo>
                <a:lnTo>
                  <a:pt x="379" y="343"/>
                </a:lnTo>
                <a:lnTo>
                  <a:pt x="384" y="355"/>
                </a:lnTo>
                <a:lnTo>
                  <a:pt x="386" y="367"/>
                </a:lnTo>
                <a:lnTo>
                  <a:pt x="388" y="379"/>
                </a:lnTo>
                <a:lnTo>
                  <a:pt x="388" y="392"/>
                </a:lnTo>
                <a:close/>
                <a:moveTo>
                  <a:pt x="237" y="401"/>
                </a:moveTo>
                <a:lnTo>
                  <a:pt x="241" y="404"/>
                </a:lnTo>
                <a:lnTo>
                  <a:pt x="246" y="406"/>
                </a:lnTo>
                <a:lnTo>
                  <a:pt x="252" y="404"/>
                </a:lnTo>
                <a:lnTo>
                  <a:pt x="256" y="401"/>
                </a:lnTo>
                <a:lnTo>
                  <a:pt x="304" y="353"/>
                </a:lnTo>
                <a:lnTo>
                  <a:pt x="310" y="362"/>
                </a:lnTo>
                <a:lnTo>
                  <a:pt x="313" y="371"/>
                </a:lnTo>
                <a:lnTo>
                  <a:pt x="315" y="381"/>
                </a:lnTo>
                <a:lnTo>
                  <a:pt x="316" y="392"/>
                </a:lnTo>
                <a:lnTo>
                  <a:pt x="316" y="399"/>
                </a:lnTo>
                <a:lnTo>
                  <a:pt x="315" y="406"/>
                </a:lnTo>
                <a:lnTo>
                  <a:pt x="313" y="412"/>
                </a:lnTo>
                <a:lnTo>
                  <a:pt x="311" y="418"/>
                </a:lnTo>
                <a:lnTo>
                  <a:pt x="308" y="425"/>
                </a:lnTo>
                <a:lnTo>
                  <a:pt x="304" y="430"/>
                </a:lnTo>
                <a:lnTo>
                  <a:pt x="300" y="436"/>
                </a:lnTo>
                <a:lnTo>
                  <a:pt x="296" y="441"/>
                </a:lnTo>
                <a:lnTo>
                  <a:pt x="290" y="445"/>
                </a:lnTo>
                <a:lnTo>
                  <a:pt x="285" y="450"/>
                </a:lnTo>
                <a:lnTo>
                  <a:pt x="280" y="453"/>
                </a:lnTo>
                <a:lnTo>
                  <a:pt x="273" y="456"/>
                </a:lnTo>
                <a:lnTo>
                  <a:pt x="267" y="458"/>
                </a:lnTo>
                <a:lnTo>
                  <a:pt x="260" y="459"/>
                </a:lnTo>
                <a:lnTo>
                  <a:pt x="254" y="460"/>
                </a:lnTo>
                <a:lnTo>
                  <a:pt x="246" y="461"/>
                </a:lnTo>
                <a:lnTo>
                  <a:pt x="240" y="460"/>
                </a:lnTo>
                <a:lnTo>
                  <a:pt x="232" y="459"/>
                </a:lnTo>
                <a:lnTo>
                  <a:pt x="226" y="458"/>
                </a:lnTo>
                <a:lnTo>
                  <a:pt x="220" y="456"/>
                </a:lnTo>
                <a:lnTo>
                  <a:pt x="213" y="453"/>
                </a:lnTo>
                <a:lnTo>
                  <a:pt x="208" y="450"/>
                </a:lnTo>
                <a:lnTo>
                  <a:pt x="202" y="445"/>
                </a:lnTo>
                <a:lnTo>
                  <a:pt x="198" y="441"/>
                </a:lnTo>
                <a:lnTo>
                  <a:pt x="193" y="436"/>
                </a:lnTo>
                <a:lnTo>
                  <a:pt x="190" y="430"/>
                </a:lnTo>
                <a:lnTo>
                  <a:pt x="185" y="425"/>
                </a:lnTo>
                <a:lnTo>
                  <a:pt x="183" y="418"/>
                </a:lnTo>
                <a:lnTo>
                  <a:pt x="181" y="412"/>
                </a:lnTo>
                <a:lnTo>
                  <a:pt x="179" y="406"/>
                </a:lnTo>
                <a:lnTo>
                  <a:pt x="178" y="399"/>
                </a:lnTo>
                <a:lnTo>
                  <a:pt x="178" y="392"/>
                </a:lnTo>
                <a:lnTo>
                  <a:pt x="178" y="384"/>
                </a:lnTo>
                <a:lnTo>
                  <a:pt x="179" y="378"/>
                </a:lnTo>
                <a:lnTo>
                  <a:pt x="181" y="371"/>
                </a:lnTo>
                <a:lnTo>
                  <a:pt x="183" y="365"/>
                </a:lnTo>
                <a:lnTo>
                  <a:pt x="185" y="358"/>
                </a:lnTo>
                <a:lnTo>
                  <a:pt x="190" y="353"/>
                </a:lnTo>
                <a:lnTo>
                  <a:pt x="193" y="348"/>
                </a:lnTo>
                <a:lnTo>
                  <a:pt x="198" y="342"/>
                </a:lnTo>
                <a:lnTo>
                  <a:pt x="202" y="338"/>
                </a:lnTo>
                <a:lnTo>
                  <a:pt x="208" y="334"/>
                </a:lnTo>
                <a:lnTo>
                  <a:pt x="213" y="330"/>
                </a:lnTo>
                <a:lnTo>
                  <a:pt x="220" y="328"/>
                </a:lnTo>
                <a:lnTo>
                  <a:pt x="226" y="325"/>
                </a:lnTo>
                <a:lnTo>
                  <a:pt x="232" y="324"/>
                </a:lnTo>
                <a:lnTo>
                  <a:pt x="240" y="323"/>
                </a:lnTo>
                <a:lnTo>
                  <a:pt x="246" y="322"/>
                </a:lnTo>
                <a:lnTo>
                  <a:pt x="257" y="323"/>
                </a:lnTo>
                <a:lnTo>
                  <a:pt x="267" y="325"/>
                </a:lnTo>
                <a:lnTo>
                  <a:pt x="276" y="329"/>
                </a:lnTo>
                <a:lnTo>
                  <a:pt x="285" y="334"/>
                </a:lnTo>
                <a:lnTo>
                  <a:pt x="237" y="382"/>
                </a:lnTo>
                <a:lnTo>
                  <a:pt x="234" y="386"/>
                </a:lnTo>
                <a:lnTo>
                  <a:pt x="232" y="392"/>
                </a:lnTo>
                <a:lnTo>
                  <a:pt x="234" y="397"/>
                </a:lnTo>
                <a:lnTo>
                  <a:pt x="237" y="401"/>
                </a:lnTo>
                <a:close/>
                <a:moveTo>
                  <a:pt x="410" y="209"/>
                </a:moveTo>
                <a:lnTo>
                  <a:pt x="410" y="143"/>
                </a:lnTo>
                <a:lnTo>
                  <a:pt x="504" y="47"/>
                </a:lnTo>
                <a:lnTo>
                  <a:pt x="504" y="115"/>
                </a:lnTo>
                <a:lnTo>
                  <a:pt x="410" y="209"/>
                </a:lnTo>
                <a:close/>
                <a:moveTo>
                  <a:pt x="496" y="229"/>
                </a:moveTo>
                <a:lnTo>
                  <a:pt x="429" y="229"/>
                </a:lnTo>
                <a:lnTo>
                  <a:pt x="523" y="134"/>
                </a:lnTo>
                <a:lnTo>
                  <a:pt x="591" y="134"/>
                </a:lnTo>
                <a:lnTo>
                  <a:pt x="496" y="22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4" name="Freeform 453">
            <a:extLst>
              <a:ext uri="{FF2B5EF4-FFF2-40B4-BE49-F238E27FC236}">
                <a16:creationId xmlns:a16="http://schemas.microsoft.com/office/drawing/2014/main" id="{5E3D99EE-9D95-47A0-98AB-56792BE7C977}"/>
              </a:ext>
            </a:extLst>
          </p:cNvPr>
          <p:cNvSpPr>
            <a:spLocks/>
          </p:cNvSpPr>
          <p:nvPr/>
        </p:nvSpPr>
        <p:spPr bwMode="auto">
          <a:xfrm>
            <a:off x="5472113" y="2822576"/>
            <a:ext cx="14288" cy="14288"/>
          </a:xfrm>
          <a:custGeom>
            <a:avLst/>
            <a:gdLst>
              <a:gd name="T0" fmla="*/ 23 w 28"/>
              <a:gd name="T1" fmla="*/ 5 h 28"/>
              <a:gd name="T2" fmla="*/ 19 w 28"/>
              <a:gd name="T3" fmla="*/ 1 h 28"/>
              <a:gd name="T4" fmla="*/ 14 w 28"/>
              <a:gd name="T5" fmla="*/ 0 h 28"/>
              <a:gd name="T6" fmla="*/ 8 w 28"/>
              <a:gd name="T7" fmla="*/ 1 h 28"/>
              <a:gd name="T8" fmla="*/ 4 w 28"/>
              <a:gd name="T9" fmla="*/ 5 h 28"/>
              <a:gd name="T10" fmla="*/ 1 w 28"/>
              <a:gd name="T11" fmla="*/ 9 h 28"/>
              <a:gd name="T12" fmla="*/ 0 w 28"/>
              <a:gd name="T13" fmla="*/ 14 h 28"/>
              <a:gd name="T14" fmla="*/ 1 w 28"/>
              <a:gd name="T15" fmla="*/ 20 h 28"/>
              <a:gd name="T16" fmla="*/ 4 w 28"/>
              <a:gd name="T17" fmla="*/ 24 h 28"/>
              <a:gd name="T18" fmla="*/ 8 w 28"/>
              <a:gd name="T19" fmla="*/ 27 h 28"/>
              <a:gd name="T20" fmla="*/ 14 w 28"/>
              <a:gd name="T21" fmla="*/ 28 h 28"/>
              <a:gd name="T22" fmla="*/ 19 w 28"/>
              <a:gd name="T23" fmla="*/ 27 h 28"/>
              <a:gd name="T24" fmla="*/ 23 w 28"/>
              <a:gd name="T25" fmla="*/ 24 h 28"/>
              <a:gd name="T26" fmla="*/ 27 w 28"/>
              <a:gd name="T27" fmla="*/ 20 h 28"/>
              <a:gd name="T28" fmla="*/ 28 w 28"/>
              <a:gd name="T29" fmla="*/ 14 h 28"/>
              <a:gd name="T30" fmla="*/ 27 w 28"/>
              <a:gd name="T31" fmla="*/ 9 h 28"/>
              <a:gd name="T32" fmla="*/ 23 w 28"/>
              <a:gd name="T3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8">
                <a:moveTo>
                  <a:pt x="23" y="5"/>
                </a:moveTo>
                <a:lnTo>
                  <a:pt x="19" y="1"/>
                </a:lnTo>
                <a:lnTo>
                  <a:pt x="14" y="0"/>
                </a:lnTo>
                <a:lnTo>
                  <a:pt x="8" y="1"/>
                </a:lnTo>
                <a:lnTo>
                  <a:pt x="4" y="5"/>
                </a:lnTo>
                <a:lnTo>
                  <a:pt x="1" y="9"/>
                </a:lnTo>
                <a:lnTo>
                  <a:pt x="0" y="14"/>
                </a:lnTo>
                <a:lnTo>
                  <a:pt x="1" y="20"/>
                </a:lnTo>
                <a:lnTo>
                  <a:pt x="4" y="24"/>
                </a:lnTo>
                <a:lnTo>
                  <a:pt x="8" y="27"/>
                </a:lnTo>
                <a:lnTo>
                  <a:pt x="14" y="28"/>
                </a:lnTo>
                <a:lnTo>
                  <a:pt x="19" y="27"/>
                </a:lnTo>
                <a:lnTo>
                  <a:pt x="23" y="24"/>
                </a:lnTo>
                <a:lnTo>
                  <a:pt x="27" y="20"/>
                </a:lnTo>
                <a:lnTo>
                  <a:pt x="28" y="14"/>
                </a:lnTo>
                <a:lnTo>
                  <a:pt x="27" y="9"/>
                </a:lnTo>
                <a:lnTo>
                  <a:pt x="23" y="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00384BBC-7E6D-4A23-B42C-CC9C33D01EB2}"/>
              </a:ext>
            </a:extLst>
          </p:cNvPr>
          <p:cNvGrpSpPr/>
          <p:nvPr/>
        </p:nvGrpSpPr>
        <p:grpSpPr>
          <a:xfrm>
            <a:off x="5424488" y="1776413"/>
            <a:ext cx="376238" cy="376238"/>
            <a:chOff x="5424488" y="1776413"/>
            <a:chExt cx="376238" cy="376238"/>
          </a:xfrm>
          <a:solidFill>
            <a:schemeClr val="bg1"/>
          </a:solidFill>
        </p:grpSpPr>
        <p:sp>
          <p:nvSpPr>
            <p:cNvPr id="55" name="Freeform 454">
              <a:extLst>
                <a:ext uri="{FF2B5EF4-FFF2-40B4-BE49-F238E27FC236}">
                  <a16:creationId xmlns:a16="http://schemas.microsoft.com/office/drawing/2014/main" id="{335E3199-5478-40FE-B7DB-B1B49306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826" y="2090738"/>
              <a:ext cx="15875" cy="14288"/>
            </a:xfrm>
            <a:custGeom>
              <a:avLst/>
              <a:gdLst>
                <a:gd name="T0" fmla="*/ 25 w 28"/>
                <a:gd name="T1" fmla="*/ 4 h 28"/>
                <a:gd name="T2" fmla="*/ 19 w 28"/>
                <a:gd name="T3" fmla="*/ 1 h 28"/>
                <a:gd name="T4" fmla="*/ 14 w 28"/>
                <a:gd name="T5" fmla="*/ 0 h 28"/>
                <a:gd name="T6" fmla="*/ 9 w 28"/>
                <a:gd name="T7" fmla="*/ 1 h 28"/>
                <a:gd name="T8" fmla="*/ 4 w 28"/>
                <a:gd name="T9" fmla="*/ 4 h 28"/>
                <a:gd name="T10" fmla="*/ 1 w 28"/>
                <a:gd name="T11" fmla="*/ 8 h 28"/>
                <a:gd name="T12" fmla="*/ 0 w 28"/>
                <a:gd name="T13" fmla="*/ 14 h 28"/>
                <a:gd name="T14" fmla="*/ 1 w 28"/>
                <a:gd name="T15" fmla="*/ 19 h 28"/>
                <a:gd name="T16" fmla="*/ 4 w 28"/>
                <a:gd name="T17" fmla="*/ 23 h 28"/>
                <a:gd name="T18" fmla="*/ 9 w 28"/>
                <a:gd name="T19" fmla="*/ 26 h 28"/>
                <a:gd name="T20" fmla="*/ 14 w 28"/>
                <a:gd name="T21" fmla="*/ 28 h 28"/>
                <a:gd name="T22" fmla="*/ 19 w 28"/>
                <a:gd name="T23" fmla="*/ 26 h 28"/>
                <a:gd name="T24" fmla="*/ 25 w 28"/>
                <a:gd name="T25" fmla="*/ 23 h 28"/>
                <a:gd name="T26" fmla="*/ 27 w 28"/>
                <a:gd name="T27" fmla="*/ 19 h 28"/>
                <a:gd name="T28" fmla="*/ 28 w 28"/>
                <a:gd name="T29" fmla="*/ 14 h 28"/>
                <a:gd name="T30" fmla="*/ 27 w 28"/>
                <a:gd name="T31" fmla="*/ 8 h 28"/>
                <a:gd name="T32" fmla="*/ 25 w 28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5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6"/>
                  </a:lnTo>
                  <a:lnTo>
                    <a:pt x="14" y="28"/>
                  </a:lnTo>
                  <a:lnTo>
                    <a:pt x="19" y="26"/>
                  </a:lnTo>
                  <a:lnTo>
                    <a:pt x="25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455">
              <a:extLst>
                <a:ext uri="{FF2B5EF4-FFF2-40B4-BE49-F238E27FC236}">
                  <a16:creationId xmlns:a16="http://schemas.microsoft.com/office/drawing/2014/main" id="{1E66D62A-283E-4BE4-9C1C-E873AC817F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1776413"/>
              <a:ext cx="246063" cy="376238"/>
            </a:xfrm>
            <a:custGeom>
              <a:avLst/>
              <a:gdLst>
                <a:gd name="T0" fmla="*/ 462 w 465"/>
                <a:gd name="T1" fmla="*/ 307 h 711"/>
                <a:gd name="T2" fmla="*/ 465 w 465"/>
                <a:gd name="T3" fmla="*/ 80 h 711"/>
                <a:gd name="T4" fmla="*/ 462 w 465"/>
                <a:gd name="T5" fmla="*/ 56 h 711"/>
                <a:gd name="T6" fmla="*/ 453 w 465"/>
                <a:gd name="T7" fmla="*/ 35 h 711"/>
                <a:gd name="T8" fmla="*/ 436 w 465"/>
                <a:gd name="T9" fmla="*/ 18 h 711"/>
                <a:gd name="T10" fmla="*/ 417 w 465"/>
                <a:gd name="T11" fmla="*/ 5 h 711"/>
                <a:gd name="T12" fmla="*/ 394 w 465"/>
                <a:gd name="T13" fmla="*/ 0 h 711"/>
                <a:gd name="T14" fmla="*/ 72 w 465"/>
                <a:gd name="T15" fmla="*/ 0 h 711"/>
                <a:gd name="T16" fmla="*/ 49 w 465"/>
                <a:gd name="T17" fmla="*/ 5 h 711"/>
                <a:gd name="T18" fmla="*/ 29 w 465"/>
                <a:gd name="T19" fmla="*/ 18 h 711"/>
                <a:gd name="T20" fmla="*/ 14 w 465"/>
                <a:gd name="T21" fmla="*/ 35 h 711"/>
                <a:gd name="T22" fmla="*/ 3 w 465"/>
                <a:gd name="T23" fmla="*/ 56 h 711"/>
                <a:gd name="T24" fmla="*/ 0 w 465"/>
                <a:gd name="T25" fmla="*/ 80 h 711"/>
                <a:gd name="T26" fmla="*/ 1 w 465"/>
                <a:gd name="T27" fmla="*/ 646 h 711"/>
                <a:gd name="T28" fmla="*/ 9 w 465"/>
                <a:gd name="T29" fmla="*/ 669 h 711"/>
                <a:gd name="T30" fmla="*/ 23 w 465"/>
                <a:gd name="T31" fmla="*/ 687 h 711"/>
                <a:gd name="T32" fmla="*/ 42 w 465"/>
                <a:gd name="T33" fmla="*/ 701 h 711"/>
                <a:gd name="T34" fmla="*/ 64 w 465"/>
                <a:gd name="T35" fmla="*/ 710 h 711"/>
                <a:gd name="T36" fmla="*/ 385 w 465"/>
                <a:gd name="T37" fmla="*/ 711 h 711"/>
                <a:gd name="T38" fmla="*/ 410 w 465"/>
                <a:gd name="T39" fmla="*/ 707 h 711"/>
                <a:gd name="T40" fmla="*/ 430 w 465"/>
                <a:gd name="T41" fmla="*/ 697 h 711"/>
                <a:gd name="T42" fmla="*/ 447 w 465"/>
                <a:gd name="T43" fmla="*/ 682 h 711"/>
                <a:gd name="T44" fmla="*/ 460 w 465"/>
                <a:gd name="T45" fmla="*/ 661 h 711"/>
                <a:gd name="T46" fmla="*/ 465 w 465"/>
                <a:gd name="T47" fmla="*/ 639 h 711"/>
                <a:gd name="T48" fmla="*/ 464 w 465"/>
                <a:gd name="T49" fmla="*/ 570 h 711"/>
                <a:gd name="T50" fmla="*/ 451 w 465"/>
                <a:gd name="T51" fmla="*/ 561 h 711"/>
                <a:gd name="T52" fmla="*/ 440 w 465"/>
                <a:gd name="T53" fmla="*/ 570 h 711"/>
                <a:gd name="T54" fmla="*/ 144 w 465"/>
                <a:gd name="T55" fmla="*/ 594 h 711"/>
                <a:gd name="T56" fmla="*/ 131 w 465"/>
                <a:gd name="T57" fmla="*/ 602 h 711"/>
                <a:gd name="T58" fmla="*/ 134 w 465"/>
                <a:gd name="T59" fmla="*/ 617 h 711"/>
                <a:gd name="T60" fmla="*/ 439 w 465"/>
                <a:gd name="T61" fmla="*/ 622 h 711"/>
                <a:gd name="T62" fmla="*/ 434 w 465"/>
                <a:gd name="T63" fmla="*/ 650 h 711"/>
                <a:gd name="T64" fmla="*/ 415 w 465"/>
                <a:gd name="T65" fmla="*/ 674 h 711"/>
                <a:gd name="T66" fmla="*/ 385 w 465"/>
                <a:gd name="T67" fmla="*/ 683 h 711"/>
                <a:gd name="T68" fmla="*/ 60 w 465"/>
                <a:gd name="T69" fmla="*/ 678 h 711"/>
                <a:gd name="T70" fmla="*/ 36 w 465"/>
                <a:gd name="T71" fmla="*/ 660 h 711"/>
                <a:gd name="T72" fmla="*/ 28 w 465"/>
                <a:gd name="T73" fmla="*/ 630 h 711"/>
                <a:gd name="T74" fmla="*/ 439 w 465"/>
                <a:gd name="T75" fmla="*/ 297 h 711"/>
                <a:gd name="T76" fmla="*/ 446 w 465"/>
                <a:gd name="T77" fmla="*/ 310 h 711"/>
                <a:gd name="T78" fmla="*/ 28 w 465"/>
                <a:gd name="T79" fmla="*/ 80 h 711"/>
                <a:gd name="T80" fmla="*/ 36 w 465"/>
                <a:gd name="T81" fmla="*/ 50 h 711"/>
                <a:gd name="T82" fmla="*/ 60 w 465"/>
                <a:gd name="T83" fmla="*/ 31 h 711"/>
                <a:gd name="T84" fmla="*/ 385 w 465"/>
                <a:gd name="T85" fmla="*/ 27 h 711"/>
                <a:gd name="T86" fmla="*/ 415 w 465"/>
                <a:gd name="T87" fmla="*/ 36 h 711"/>
                <a:gd name="T88" fmla="*/ 434 w 465"/>
                <a:gd name="T89" fmla="*/ 60 h 711"/>
                <a:gd name="T90" fmla="*/ 439 w 465"/>
                <a:gd name="T91" fmla="*/ 9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5" h="711">
                  <a:moveTo>
                    <a:pt x="451" y="311"/>
                  </a:moveTo>
                  <a:lnTo>
                    <a:pt x="458" y="310"/>
                  </a:lnTo>
                  <a:lnTo>
                    <a:pt x="462" y="307"/>
                  </a:lnTo>
                  <a:lnTo>
                    <a:pt x="464" y="303"/>
                  </a:lnTo>
                  <a:lnTo>
                    <a:pt x="465" y="297"/>
                  </a:lnTo>
                  <a:lnTo>
                    <a:pt x="465" y="80"/>
                  </a:lnTo>
                  <a:lnTo>
                    <a:pt x="465" y="72"/>
                  </a:lnTo>
                  <a:lnTo>
                    <a:pt x="464" y="64"/>
                  </a:lnTo>
                  <a:lnTo>
                    <a:pt x="462" y="56"/>
                  </a:lnTo>
                  <a:lnTo>
                    <a:pt x="460" y="48"/>
                  </a:lnTo>
                  <a:lnTo>
                    <a:pt x="456" y="42"/>
                  </a:lnTo>
                  <a:lnTo>
                    <a:pt x="453" y="35"/>
                  </a:lnTo>
                  <a:lnTo>
                    <a:pt x="447" y="29"/>
                  </a:lnTo>
                  <a:lnTo>
                    <a:pt x="442" y="24"/>
                  </a:lnTo>
                  <a:lnTo>
                    <a:pt x="436" y="18"/>
                  </a:lnTo>
                  <a:lnTo>
                    <a:pt x="430" y="13"/>
                  </a:lnTo>
                  <a:lnTo>
                    <a:pt x="424" y="10"/>
                  </a:lnTo>
                  <a:lnTo>
                    <a:pt x="417" y="5"/>
                  </a:lnTo>
                  <a:lnTo>
                    <a:pt x="410" y="3"/>
                  </a:lnTo>
                  <a:lnTo>
                    <a:pt x="401" y="1"/>
                  </a:lnTo>
                  <a:lnTo>
                    <a:pt x="394" y="0"/>
                  </a:lnTo>
                  <a:lnTo>
                    <a:pt x="385" y="0"/>
                  </a:lnTo>
                  <a:lnTo>
                    <a:pt x="80" y="0"/>
                  </a:lnTo>
                  <a:lnTo>
                    <a:pt x="72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9" y="5"/>
                  </a:lnTo>
                  <a:lnTo>
                    <a:pt x="42" y="10"/>
                  </a:lnTo>
                  <a:lnTo>
                    <a:pt x="35" y="13"/>
                  </a:lnTo>
                  <a:lnTo>
                    <a:pt x="29" y="18"/>
                  </a:lnTo>
                  <a:lnTo>
                    <a:pt x="23" y="24"/>
                  </a:lnTo>
                  <a:lnTo>
                    <a:pt x="18" y="29"/>
                  </a:lnTo>
                  <a:lnTo>
                    <a:pt x="14" y="35"/>
                  </a:lnTo>
                  <a:lnTo>
                    <a:pt x="9" y="42"/>
                  </a:lnTo>
                  <a:lnTo>
                    <a:pt x="6" y="48"/>
                  </a:lnTo>
                  <a:lnTo>
                    <a:pt x="3" y="56"/>
                  </a:lnTo>
                  <a:lnTo>
                    <a:pt x="1" y="64"/>
                  </a:lnTo>
                  <a:lnTo>
                    <a:pt x="0" y="72"/>
                  </a:lnTo>
                  <a:lnTo>
                    <a:pt x="0" y="80"/>
                  </a:lnTo>
                  <a:lnTo>
                    <a:pt x="0" y="630"/>
                  </a:lnTo>
                  <a:lnTo>
                    <a:pt x="0" y="639"/>
                  </a:lnTo>
                  <a:lnTo>
                    <a:pt x="1" y="646"/>
                  </a:lnTo>
                  <a:lnTo>
                    <a:pt x="3" y="654"/>
                  </a:lnTo>
                  <a:lnTo>
                    <a:pt x="6" y="661"/>
                  </a:lnTo>
                  <a:lnTo>
                    <a:pt x="9" y="669"/>
                  </a:lnTo>
                  <a:lnTo>
                    <a:pt x="14" y="675"/>
                  </a:lnTo>
                  <a:lnTo>
                    <a:pt x="18" y="682"/>
                  </a:lnTo>
                  <a:lnTo>
                    <a:pt x="23" y="687"/>
                  </a:lnTo>
                  <a:lnTo>
                    <a:pt x="29" y="692"/>
                  </a:lnTo>
                  <a:lnTo>
                    <a:pt x="35" y="697"/>
                  </a:lnTo>
                  <a:lnTo>
                    <a:pt x="42" y="701"/>
                  </a:lnTo>
                  <a:lnTo>
                    <a:pt x="49" y="704"/>
                  </a:lnTo>
                  <a:lnTo>
                    <a:pt x="56" y="707"/>
                  </a:lnTo>
                  <a:lnTo>
                    <a:pt x="64" y="710"/>
                  </a:lnTo>
                  <a:lnTo>
                    <a:pt x="72" y="711"/>
                  </a:lnTo>
                  <a:lnTo>
                    <a:pt x="80" y="711"/>
                  </a:lnTo>
                  <a:lnTo>
                    <a:pt x="385" y="711"/>
                  </a:lnTo>
                  <a:lnTo>
                    <a:pt x="394" y="711"/>
                  </a:lnTo>
                  <a:lnTo>
                    <a:pt x="401" y="710"/>
                  </a:lnTo>
                  <a:lnTo>
                    <a:pt x="410" y="707"/>
                  </a:lnTo>
                  <a:lnTo>
                    <a:pt x="417" y="704"/>
                  </a:lnTo>
                  <a:lnTo>
                    <a:pt x="424" y="701"/>
                  </a:lnTo>
                  <a:lnTo>
                    <a:pt x="430" y="697"/>
                  </a:lnTo>
                  <a:lnTo>
                    <a:pt x="436" y="692"/>
                  </a:lnTo>
                  <a:lnTo>
                    <a:pt x="442" y="687"/>
                  </a:lnTo>
                  <a:lnTo>
                    <a:pt x="447" y="682"/>
                  </a:lnTo>
                  <a:lnTo>
                    <a:pt x="453" y="675"/>
                  </a:lnTo>
                  <a:lnTo>
                    <a:pt x="456" y="669"/>
                  </a:lnTo>
                  <a:lnTo>
                    <a:pt x="460" y="661"/>
                  </a:lnTo>
                  <a:lnTo>
                    <a:pt x="462" y="654"/>
                  </a:lnTo>
                  <a:lnTo>
                    <a:pt x="464" y="646"/>
                  </a:lnTo>
                  <a:lnTo>
                    <a:pt x="465" y="639"/>
                  </a:lnTo>
                  <a:lnTo>
                    <a:pt x="465" y="630"/>
                  </a:lnTo>
                  <a:lnTo>
                    <a:pt x="465" y="575"/>
                  </a:lnTo>
                  <a:lnTo>
                    <a:pt x="464" y="570"/>
                  </a:lnTo>
                  <a:lnTo>
                    <a:pt x="462" y="566"/>
                  </a:lnTo>
                  <a:lnTo>
                    <a:pt x="458" y="562"/>
                  </a:lnTo>
                  <a:lnTo>
                    <a:pt x="451" y="561"/>
                  </a:lnTo>
                  <a:lnTo>
                    <a:pt x="446" y="562"/>
                  </a:lnTo>
                  <a:lnTo>
                    <a:pt x="442" y="566"/>
                  </a:lnTo>
                  <a:lnTo>
                    <a:pt x="440" y="570"/>
                  </a:lnTo>
                  <a:lnTo>
                    <a:pt x="439" y="575"/>
                  </a:lnTo>
                  <a:lnTo>
                    <a:pt x="439" y="594"/>
                  </a:lnTo>
                  <a:lnTo>
                    <a:pt x="144" y="594"/>
                  </a:lnTo>
                  <a:lnTo>
                    <a:pt x="138" y="595"/>
                  </a:lnTo>
                  <a:lnTo>
                    <a:pt x="134" y="598"/>
                  </a:lnTo>
                  <a:lnTo>
                    <a:pt x="131" y="602"/>
                  </a:lnTo>
                  <a:lnTo>
                    <a:pt x="130" y="608"/>
                  </a:lnTo>
                  <a:lnTo>
                    <a:pt x="131" y="613"/>
                  </a:lnTo>
                  <a:lnTo>
                    <a:pt x="134" y="617"/>
                  </a:lnTo>
                  <a:lnTo>
                    <a:pt x="138" y="620"/>
                  </a:lnTo>
                  <a:lnTo>
                    <a:pt x="144" y="622"/>
                  </a:lnTo>
                  <a:lnTo>
                    <a:pt x="439" y="622"/>
                  </a:lnTo>
                  <a:lnTo>
                    <a:pt x="439" y="630"/>
                  </a:lnTo>
                  <a:lnTo>
                    <a:pt x="438" y="641"/>
                  </a:lnTo>
                  <a:lnTo>
                    <a:pt x="434" y="650"/>
                  </a:lnTo>
                  <a:lnTo>
                    <a:pt x="429" y="660"/>
                  </a:lnTo>
                  <a:lnTo>
                    <a:pt x="423" y="668"/>
                  </a:lnTo>
                  <a:lnTo>
                    <a:pt x="415" y="674"/>
                  </a:lnTo>
                  <a:lnTo>
                    <a:pt x="406" y="678"/>
                  </a:lnTo>
                  <a:lnTo>
                    <a:pt x="396" y="682"/>
                  </a:lnTo>
                  <a:lnTo>
                    <a:pt x="385" y="683"/>
                  </a:lnTo>
                  <a:lnTo>
                    <a:pt x="80" y="683"/>
                  </a:lnTo>
                  <a:lnTo>
                    <a:pt x="70" y="682"/>
                  </a:lnTo>
                  <a:lnTo>
                    <a:pt x="60" y="678"/>
                  </a:lnTo>
                  <a:lnTo>
                    <a:pt x="50" y="674"/>
                  </a:lnTo>
                  <a:lnTo>
                    <a:pt x="43" y="668"/>
                  </a:lnTo>
                  <a:lnTo>
                    <a:pt x="36" y="660"/>
                  </a:lnTo>
                  <a:lnTo>
                    <a:pt x="31" y="650"/>
                  </a:lnTo>
                  <a:lnTo>
                    <a:pt x="29" y="641"/>
                  </a:lnTo>
                  <a:lnTo>
                    <a:pt x="28" y="630"/>
                  </a:lnTo>
                  <a:lnTo>
                    <a:pt x="28" y="118"/>
                  </a:lnTo>
                  <a:lnTo>
                    <a:pt x="439" y="118"/>
                  </a:lnTo>
                  <a:lnTo>
                    <a:pt x="439" y="297"/>
                  </a:lnTo>
                  <a:lnTo>
                    <a:pt x="440" y="303"/>
                  </a:lnTo>
                  <a:lnTo>
                    <a:pt x="442" y="307"/>
                  </a:lnTo>
                  <a:lnTo>
                    <a:pt x="446" y="310"/>
                  </a:lnTo>
                  <a:lnTo>
                    <a:pt x="451" y="311"/>
                  </a:lnTo>
                  <a:close/>
                  <a:moveTo>
                    <a:pt x="28" y="90"/>
                  </a:moveTo>
                  <a:lnTo>
                    <a:pt x="28" y="80"/>
                  </a:lnTo>
                  <a:lnTo>
                    <a:pt x="29" y="70"/>
                  </a:lnTo>
                  <a:lnTo>
                    <a:pt x="31" y="60"/>
                  </a:lnTo>
                  <a:lnTo>
                    <a:pt x="36" y="50"/>
                  </a:lnTo>
                  <a:lnTo>
                    <a:pt x="43" y="43"/>
                  </a:lnTo>
                  <a:lnTo>
                    <a:pt x="50" y="36"/>
                  </a:lnTo>
                  <a:lnTo>
                    <a:pt x="60" y="31"/>
                  </a:lnTo>
                  <a:lnTo>
                    <a:pt x="70" y="28"/>
                  </a:lnTo>
                  <a:lnTo>
                    <a:pt x="80" y="27"/>
                  </a:lnTo>
                  <a:lnTo>
                    <a:pt x="385" y="27"/>
                  </a:lnTo>
                  <a:lnTo>
                    <a:pt x="396" y="28"/>
                  </a:lnTo>
                  <a:lnTo>
                    <a:pt x="406" y="31"/>
                  </a:lnTo>
                  <a:lnTo>
                    <a:pt x="415" y="36"/>
                  </a:lnTo>
                  <a:lnTo>
                    <a:pt x="423" y="43"/>
                  </a:lnTo>
                  <a:lnTo>
                    <a:pt x="429" y="50"/>
                  </a:lnTo>
                  <a:lnTo>
                    <a:pt x="434" y="60"/>
                  </a:lnTo>
                  <a:lnTo>
                    <a:pt x="438" y="70"/>
                  </a:lnTo>
                  <a:lnTo>
                    <a:pt x="439" y="80"/>
                  </a:lnTo>
                  <a:lnTo>
                    <a:pt x="439" y="90"/>
                  </a:lnTo>
                  <a:lnTo>
                    <a:pt x="28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456">
              <a:extLst>
                <a:ext uri="{FF2B5EF4-FFF2-40B4-BE49-F238E27FC236}">
                  <a16:creationId xmlns:a16="http://schemas.microsoft.com/office/drawing/2014/main" id="{5A5067A0-5F8C-45AC-B078-2A1448C8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0376" y="2114551"/>
              <a:ext cx="14288" cy="14288"/>
            </a:xfrm>
            <a:custGeom>
              <a:avLst/>
              <a:gdLst>
                <a:gd name="T0" fmla="*/ 14 w 28"/>
                <a:gd name="T1" fmla="*/ 0 h 28"/>
                <a:gd name="T2" fmla="*/ 8 w 28"/>
                <a:gd name="T3" fmla="*/ 1 h 28"/>
                <a:gd name="T4" fmla="*/ 4 w 28"/>
                <a:gd name="T5" fmla="*/ 4 h 28"/>
                <a:gd name="T6" fmla="*/ 1 w 28"/>
                <a:gd name="T7" fmla="*/ 8 h 28"/>
                <a:gd name="T8" fmla="*/ 0 w 28"/>
                <a:gd name="T9" fmla="*/ 14 h 28"/>
                <a:gd name="T10" fmla="*/ 1 w 28"/>
                <a:gd name="T11" fmla="*/ 19 h 28"/>
                <a:gd name="T12" fmla="*/ 4 w 28"/>
                <a:gd name="T13" fmla="*/ 23 h 28"/>
                <a:gd name="T14" fmla="*/ 8 w 28"/>
                <a:gd name="T15" fmla="*/ 27 h 28"/>
                <a:gd name="T16" fmla="*/ 14 w 28"/>
                <a:gd name="T17" fmla="*/ 28 h 28"/>
                <a:gd name="T18" fmla="*/ 14 w 28"/>
                <a:gd name="T19" fmla="*/ 28 h 28"/>
                <a:gd name="T20" fmla="*/ 19 w 28"/>
                <a:gd name="T21" fmla="*/ 27 h 28"/>
                <a:gd name="T22" fmla="*/ 23 w 28"/>
                <a:gd name="T23" fmla="*/ 23 h 28"/>
                <a:gd name="T24" fmla="*/ 26 w 28"/>
                <a:gd name="T25" fmla="*/ 19 h 28"/>
                <a:gd name="T26" fmla="*/ 28 w 28"/>
                <a:gd name="T27" fmla="*/ 14 h 28"/>
                <a:gd name="T28" fmla="*/ 26 w 28"/>
                <a:gd name="T29" fmla="*/ 8 h 28"/>
                <a:gd name="T30" fmla="*/ 23 w 28"/>
                <a:gd name="T31" fmla="*/ 4 h 28"/>
                <a:gd name="T32" fmla="*/ 19 w 28"/>
                <a:gd name="T33" fmla="*/ 1 h 28"/>
                <a:gd name="T34" fmla="*/ 14 w 28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8" y="14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457">
              <a:extLst>
                <a:ext uri="{FF2B5EF4-FFF2-40B4-BE49-F238E27FC236}">
                  <a16:creationId xmlns:a16="http://schemas.microsoft.com/office/drawing/2014/main" id="{31054686-2FFB-4C03-AABD-7776A877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626" y="1798638"/>
              <a:ext cx="79375" cy="15875"/>
            </a:xfrm>
            <a:custGeom>
              <a:avLst/>
              <a:gdLst>
                <a:gd name="T0" fmla="*/ 135 w 149"/>
                <a:gd name="T1" fmla="*/ 0 h 28"/>
                <a:gd name="T2" fmla="*/ 13 w 149"/>
                <a:gd name="T3" fmla="*/ 0 h 28"/>
                <a:gd name="T4" fmla="*/ 7 w 149"/>
                <a:gd name="T5" fmla="*/ 1 h 28"/>
                <a:gd name="T6" fmla="*/ 3 w 149"/>
                <a:gd name="T7" fmla="*/ 4 h 28"/>
                <a:gd name="T8" fmla="*/ 1 w 149"/>
                <a:gd name="T9" fmla="*/ 9 h 28"/>
                <a:gd name="T10" fmla="*/ 0 w 149"/>
                <a:gd name="T11" fmla="*/ 14 h 28"/>
                <a:gd name="T12" fmla="*/ 1 w 149"/>
                <a:gd name="T13" fmla="*/ 19 h 28"/>
                <a:gd name="T14" fmla="*/ 3 w 149"/>
                <a:gd name="T15" fmla="*/ 24 h 28"/>
                <a:gd name="T16" fmla="*/ 7 w 149"/>
                <a:gd name="T17" fmla="*/ 27 h 28"/>
                <a:gd name="T18" fmla="*/ 13 w 149"/>
                <a:gd name="T19" fmla="*/ 28 h 28"/>
                <a:gd name="T20" fmla="*/ 135 w 149"/>
                <a:gd name="T21" fmla="*/ 28 h 28"/>
                <a:gd name="T22" fmla="*/ 140 w 149"/>
                <a:gd name="T23" fmla="*/ 27 h 28"/>
                <a:gd name="T24" fmla="*/ 144 w 149"/>
                <a:gd name="T25" fmla="*/ 24 h 28"/>
                <a:gd name="T26" fmla="*/ 148 w 149"/>
                <a:gd name="T27" fmla="*/ 19 h 28"/>
                <a:gd name="T28" fmla="*/ 149 w 149"/>
                <a:gd name="T29" fmla="*/ 14 h 28"/>
                <a:gd name="T30" fmla="*/ 148 w 149"/>
                <a:gd name="T31" fmla="*/ 9 h 28"/>
                <a:gd name="T32" fmla="*/ 144 w 149"/>
                <a:gd name="T33" fmla="*/ 4 h 28"/>
                <a:gd name="T34" fmla="*/ 140 w 149"/>
                <a:gd name="T35" fmla="*/ 1 h 28"/>
                <a:gd name="T36" fmla="*/ 135 w 149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9" h="28">
                  <a:moveTo>
                    <a:pt x="135" y="0"/>
                  </a:moveTo>
                  <a:lnTo>
                    <a:pt x="13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4"/>
                  </a:lnTo>
                  <a:lnTo>
                    <a:pt x="7" y="27"/>
                  </a:lnTo>
                  <a:lnTo>
                    <a:pt x="13" y="28"/>
                  </a:lnTo>
                  <a:lnTo>
                    <a:pt x="135" y="28"/>
                  </a:lnTo>
                  <a:lnTo>
                    <a:pt x="140" y="27"/>
                  </a:lnTo>
                  <a:lnTo>
                    <a:pt x="144" y="24"/>
                  </a:lnTo>
                  <a:lnTo>
                    <a:pt x="148" y="19"/>
                  </a:lnTo>
                  <a:lnTo>
                    <a:pt x="149" y="14"/>
                  </a:lnTo>
                  <a:lnTo>
                    <a:pt x="148" y="9"/>
                  </a:lnTo>
                  <a:lnTo>
                    <a:pt x="144" y="4"/>
                  </a:lnTo>
                  <a:lnTo>
                    <a:pt x="140" y="1"/>
                  </a:lnTo>
                  <a:lnTo>
                    <a:pt x="1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458">
              <a:extLst>
                <a:ext uri="{FF2B5EF4-FFF2-40B4-BE49-F238E27FC236}">
                  <a16:creationId xmlns:a16="http://schemas.microsoft.com/office/drawing/2014/main" id="{55FA8D61-DD4E-4836-B7AA-2DA3109F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1900238"/>
              <a:ext cx="173038" cy="47625"/>
            </a:xfrm>
            <a:custGeom>
              <a:avLst/>
              <a:gdLst>
                <a:gd name="T0" fmla="*/ 315 w 327"/>
                <a:gd name="T1" fmla="*/ 58 h 90"/>
                <a:gd name="T2" fmla="*/ 298 w 327"/>
                <a:gd name="T3" fmla="*/ 44 h 90"/>
                <a:gd name="T4" fmla="*/ 279 w 327"/>
                <a:gd name="T5" fmla="*/ 32 h 90"/>
                <a:gd name="T6" fmla="*/ 259 w 327"/>
                <a:gd name="T7" fmla="*/ 21 h 90"/>
                <a:gd name="T8" fmla="*/ 239 w 327"/>
                <a:gd name="T9" fmla="*/ 13 h 90"/>
                <a:gd name="T10" fmla="*/ 218 w 327"/>
                <a:gd name="T11" fmla="*/ 6 h 90"/>
                <a:gd name="T12" fmla="*/ 197 w 327"/>
                <a:gd name="T13" fmla="*/ 2 h 90"/>
                <a:gd name="T14" fmla="*/ 174 w 327"/>
                <a:gd name="T15" fmla="*/ 0 h 90"/>
                <a:gd name="T16" fmla="*/ 152 w 327"/>
                <a:gd name="T17" fmla="*/ 0 h 90"/>
                <a:gd name="T18" fmla="*/ 129 w 327"/>
                <a:gd name="T19" fmla="*/ 2 h 90"/>
                <a:gd name="T20" fmla="*/ 108 w 327"/>
                <a:gd name="T21" fmla="*/ 6 h 90"/>
                <a:gd name="T22" fmla="*/ 87 w 327"/>
                <a:gd name="T23" fmla="*/ 13 h 90"/>
                <a:gd name="T24" fmla="*/ 66 w 327"/>
                <a:gd name="T25" fmla="*/ 21 h 90"/>
                <a:gd name="T26" fmla="*/ 47 w 327"/>
                <a:gd name="T27" fmla="*/ 32 h 90"/>
                <a:gd name="T28" fmla="*/ 29 w 327"/>
                <a:gd name="T29" fmla="*/ 44 h 90"/>
                <a:gd name="T30" fmla="*/ 11 w 327"/>
                <a:gd name="T31" fmla="*/ 58 h 90"/>
                <a:gd name="T32" fmla="*/ 1 w 327"/>
                <a:gd name="T33" fmla="*/ 71 h 90"/>
                <a:gd name="T34" fmla="*/ 1 w 327"/>
                <a:gd name="T35" fmla="*/ 82 h 90"/>
                <a:gd name="T36" fmla="*/ 8 w 327"/>
                <a:gd name="T37" fmla="*/ 89 h 90"/>
                <a:gd name="T38" fmla="*/ 18 w 327"/>
                <a:gd name="T39" fmla="*/ 89 h 90"/>
                <a:gd name="T40" fmla="*/ 37 w 327"/>
                <a:gd name="T41" fmla="*/ 72 h 90"/>
                <a:gd name="T42" fmla="*/ 69 w 327"/>
                <a:gd name="T43" fmla="*/ 50 h 90"/>
                <a:gd name="T44" fmla="*/ 106 w 327"/>
                <a:gd name="T45" fmla="*/ 37 h 90"/>
                <a:gd name="T46" fmla="*/ 143 w 327"/>
                <a:gd name="T47" fmla="*/ 29 h 90"/>
                <a:gd name="T48" fmla="*/ 183 w 327"/>
                <a:gd name="T49" fmla="*/ 29 h 90"/>
                <a:gd name="T50" fmla="*/ 221 w 327"/>
                <a:gd name="T51" fmla="*/ 37 h 90"/>
                <a:gd name="T52" fmla="*/ 256 w 327"/>
                <a:gd name="T53" fmla="*/ 50 h 90"/>
                <a:gd name="T54" fmla="*/ 288 w 327"/>
                <a:gd name="T55" fmla="*/ 72 h 90"/>
                <a:gd name="T56" fmla="*/ 308 w 327"/>
                <a:gd name="T57" fmla="*/ 89 h 90"/>
                <a:gd name="T58" fmla="*/ 318 w 327"/>
                <a:gd name="T59" fmla="*/ 89 h 90"/>
                <a:gd name="T60" fmla="*/ 326 w 327"/>
                <a:gd name="T61" fmla="*/ 82 h 90"/>
                <a:gd name="T62" fmla="*/ 326 w 327"/>
                <a:gd name="T63" fmla="*/ 7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7" h="90">
                  <a:moveTo>
                    <a:pt x="323" y="66"/>
                  </a:moveTo>
                  <a:lnTo>
                    <a:pt x="315" y="58"/>
                  </a:lnTo>
                  <a:lnTo>
                    <a:pt x="306" y="50"/>
                  </a:lnTo>
                  <a:lnTo>
                    <a:pt x="298" y="44"/>
                  </a:lnTo>
                  <a:lnTo>
                    <a:pt x="288" y="38"/>
                  </a:lnTo>
                  <a:lnTo>
                    <a:pt x="279" y="32"/>
                  </a:lnTo>
                  <a:lnTo>
                    <a:pt x="270" y="27"/>
                  </a:lnTo>
                  <a:lnTo>
                    <a:pt x="259" y="21"/>
                  </a:lnTo>
                  <a:lnTo>
                    <a:pt x="250" y="17"/>
                  </a:lnTo>
                  <a:lnTo>
                    <a:pt x="239" y="13"/>
                  </a:lnTo>
                  <a:lnTo>
                    <a:pt x="229" y="10"/>
                  </a:lnTo>
                  <a:lnTo>
                    <a:pt x="218" y="6"/>
                  </a:lnTo>
                  <a:lnTo>
                    <a:pt x="208" y="4"/>
                  </a:lnTo>
                  <a:lnTo>
                    <a:pt x="197" y="2"/>
                  </a:lnTo>
                  <a:lnTo>
                    <a:pt x="185" y="1"/>
                  </a:lnTo>
                  <a:lnTo>
                    <a:pt x="174" y="0"/>
                  </a:lnTo>
                  <a:lnTo>
                    <a:pt x="163" y="0"/>
                  </a:lnTo>
                  <a:lnTo>
                    <a:pt x="152" y="0"/>
                  </a:lnTo>
                  <a:lnTo>
                    <a:pt x="140" y="1"/>
                  </a:lnTo>
                  <a:lnTo>
                    <a:pt x="129" y="2"/>
                  </a:lnTo>
                  <a:lnTo>
                    <a:pt x="119" y="4"/>
                  </a:lnTo>
                  <a:lnTo>
                    <a:pt x="108" y="6"/>
                  </a:lnTo>
                  <a:lnTo>
                    <a:pt x="97" y="10"/>
                  </a:lnTo>
                  <a:lnTo>
                    <a:pt x="87" y="13"/>
                  </a:lnTo>
                  <a:lnTo>
                    <a:pt x="77" y="17"/>
                  </a:lnTo>
                  <a:lnTo>
                    <a:pt x="66" y="21"/>
                  </a:lnTo>
                  <a:lnTo>
                    <a:pt x="56" y="27"/>
                  </a:lnTo>
                  <a:lnTo>
                    <a:pt x="47" y="32"/>
                  </a:lnTo>
                  <a:lnTo>
                    <a:pt x="38" y="38"/>
                  </a:lnTo>
                  <a:lnTo>
                    <a:pt x="29" y="44"/>
                  </a:lnTo>
                  <a:lnTo>
                    <a:pt x="20" y="50"/>
                  </a:lnTo>
                  <a:lnTo>
                    <a:pt x="11" y="58"/>
                  </a:lnTo>
                  <a:lnTo>
                    <a:pt x="3" y="66"/>
                  </a:lnTo>
                  <a:lnTo>
                    <a:pt x="1" y="71"/>
                  </a:lnTo>
                  <a:lnTo>
                    <a:pt x="0" y="76"/>
                  </a:lnTo>
                  <a:lnTo>
                    <a:pt x="1" y="82"/>
                  </a:lnTo>
                  <a:lnTo>
                    <a:pt x="3" y="86"/>
                  </a:lnTo>
                  <a:lnTo>
                    <a:pt x="8" y="89"/>
                  </a:lnTo>
                  <a:lnTo>
                    <a:pt x="14" y="90"/>
                  </a:lnTo>
                  <a:lnTo>
                    <a:pt x="18" y="89"/>
                  </a:lnTo>
                  <a:lnTo>
                    <a:pt x="23" y="86"/>
                  </a:lnTo>
                  <a:lnTo>
                    <a:pt x="37" y="72"/>
                  </a:lnTo>
                  <a:lnTo>
                    <a:pt x="53" y="61"/>
                  </a:lnTo>
                  <a:lnTo>
                    <a:pt x="69" y="50"/>
                  </a:lnTo>
                  <a:lnTo>
                    <a:pt x="88" y="43"/>
                  </a:lnTo>
                  <a:lnTo>
                    <a:pt x="106" y="37"/>
                  </a:lnTo>
                  <a:lnTo>
                    <a:pt x="124" y="31"/>
                  </a:lnTo>
                  <a:lnTo>
                    <a:pt x="143" y="29"/>
                  </a:lnTo>
                  <a:lnTo>
                    <a:pt x="163" y="28"/>
                  </a:lnTo>
                  <a:lnTo>
                    <a:pt x="183" y="29"/>
                  </a:lnTo>
                  <a:lnTo>
                    <a:pt x="202" y="31"/>
                  </a:lnTo>
                  <a:lnTo>
                    <a:pt x="221" y="37"/>
                  </a:lnTo>
                  <a:lnTo>
                    <a:pt x="239" y="43"/>
                  </a:lnTo>
                  <a:lnTo>
                    <a:pt x="256" y="50"/>
                  </a:lnTo>
                  <a:lnTo>
                    <a:pt x="273" y="61"/>
                  </a:lnTo>
                  <a:lnTo>
                    <a:pt x="288" y="72"/>
                  </a:lnTo>
                  <a:lnTo>
                    <a:pt x="303" y="86"/>
                  </a:lnTo>
                  <a:lnTo>
                    <a:pt x="308" y="89"/>
                  </a:lnTo>
                  <a:lnTo>
                    <a:pt x="313" y="90"/>
                  </a:lnTo>
                  <a:lnTo>
                    <a:pt x="318" y="89"/>
                  </a:lnTo>
                  <a:lnTo>
                    <a:pt x="323" y="86"/>
                  </a:lnTo>
                  <a:lnTo>
                    <a:pt x="326" y="82"/>
                  </a:lnTo>
                  <a:lnTo>
                    <a:pt x="327" y="76"/>
                  </a:lnTo>
                  <a:lnTo>
                    <a:pt x="326" y="71"/>
                  </a:lnTo>
                  <a:lnTo>
                    <a:pt x="323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459">
              <a:extLst>
                <a:ext uri="{FF2B5EF4-FFF2-40B4-BE49-F238E27FC236}">
                  <a16:creationId xmlns:a16="http://schemas.microsoft.com/office/drawing/2014/main" id="{F0EE7776-70CB-402B-8E0B-4FAEBAFC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7988" y="1936751"/>
              <a:ext cx="122238" cy="36513"/>
            </a:xfrm>
            <a:custGeom>
              <a:avLst/>
              <a:gdLst>
                <a:gd name="T0" fmla="*/ 226 w 231"/>
                <a:gd name="T1" fmla="*/ 46 h 70"/>
                <a:gd name="T2" fmla="*/ 214 w 231"/>
                <a:gd name="T3" fmla="*/ 35 h 70"/>
                <a:gd name="T4" fmla="*/ 202 w 231"/>
                <a:gd name="T5" fmla="*/ 25 h 70"/>
                <a:gd name="T6" fmla="*/ 189 w 231"/>
                <a:gd name="T7" fmla="*/ 18 h 70"/>
                <a:gd name="T8" fmla="*/ 175 w 231"/>
                <a:gd name="T9" fmla="*/ 10 h 70"/>
                <a:gd name="T10" fmla="*/ 160 w 231"/>
                <a:gd name="T11" fmla="*/ 6 h 70"/>
                <a:gd name="T12" fmla="*/ 145 w 231"/>
                <a:gd name="T13" fmla="*/ 2 h 70"/>
                <a:gd name="T14" fmla="*/ 130 w 231"/>
                <a:gd name="T15" fmla="*/ 0 h 70"/>
                <a:gd name="T16" fmla="*/ 115 w 231"/>
                <a:gd name="T17" fmla="*/ 0 h 70"/>
                <a:gd name="T18" fmla="*/ 100 w 231"/>
                <a:gd name="T19" fmla="*/ 0 h 70"/>
                <a:gd name="T20" fmla="*/ 85 w 231"/>
                <a:gd name="T21" fmla="*/ 2 h 70"/>
                <a:gd name="T22" fmla="*/ 71 w 231"/>
                <a:gd name="T23" fmla="*/ 6 h 70"/>
                <a:gd name="T24" fmla="*/ 56 w 231"/>
                <a:gd name="T25" fmla="*/ 10 h 70"/>
                <a:gd name="T26" fmla="*/ 42 w 231"/>
                <a:gd name="T27" fmla="*/ 18 h 70"/>
                <a:gd name="T28" fmla="*/ 29 w 231"/>
                <a:gd name="T29" fmla="*/ 25 h 70"/>
                <a:gd name="T30" fmla="*/ 16 w 231"/>
                <a:gd name="T31" fmla="*/ 35 h 70"/>
                <a:gd name="T32" fmla="*/ 4 w 231"/>
                <a:gd name="T33" fmla="*/ 46 h 70"/>
                <a:gd name="T34" fmla="*/ 1 w 231"/>
                <a:gd name="T35" fmla="*/ 50 h 70"/>
                <a:gd name="T36" fmla="*/ 0 w 231"/>
                <a:gd name="T37" fmla="*/ 56 h 70"/>
                <a:gd name="T38" fmla="*/ 1 w 231"/>
                <a:gd name="T39" fmla="*/ 61 h 70"/>
                <a:gd name="T40" fmla="*/ 4 w 231"/>
                <a:gd name="T41" fmla="*/ 65 h 70"/>
                <a:gd name="T42" fmla="*/ 8 w 231"/>
                <a:gd name="T43" fmla="*/ 68 h 70"/>
                <a:gd name="T44" fmla="*/ 14 w 231"/>
                <a:gd name="T45" fmla="*/ 70 h 70"/>
                <a:gd name="T46" fmla="*/ 19 w 231"/>
                <a:gd name="T47" fmla="*/ 68 h 70"/>
                <a:gd name="T48" fmla="*/ 23 w 231"/>
                <a:gd name="T49" fmla="*/ 65 h 70"/>
                <a:gd name="T50" fmla="*/ 33 w 231"/>
                <a:gd name="T51" fmla="*/ 57 h 70"/>
                <a:gd name="T52" fmla="*/ 44 w 231"/>
                <a:gd name="T53" fmla="*/ 48 h 70"/>
                <a:gd name="T54" fmla="*/ 55 w 231"/>
                <a:gd name="T55" fmla="*/ 42 h 70"/>
                <a:gd name="T56" fmla="*/ 66 w 231"/>
                <a:gd name="T57" fmla="*/ 36 h 70"/>
                <a:gd name="T58" fmla="*/ 78 w 231"/>
                <a:gd name="T59" fmla="*/ 33 h 70"/>
                <a:gd name="T60" fmla="*/ 90 w 231"/>
                <a:gd name="T61" fmla="*/ 30 h 70"/>
                <a:gd name="T62" fmla="*/ 103 w 231"/>
                <a:gd name="T63" fmla="*/ 28 h 70"/>
                <a:gd name="T64" fmla="*/ 115 w 231"/>
                <a:gd name="T65" fmla="*/ 28 h 70"/>
                <a:gd name="T66" fmla="*/ 128 w 231"/>
                <a:gd name="T67" fmla="*/ 28 h 70"/>
                <a:gd name="T68" fmla="*/ 139 w 231"/>
                <a:gd name="T69" fmla="*/ 30 h 70"/>
                <a:gd name="T70" fmla="*/ 152 w 231"/>
                <a:gd name="T71" fmla="*/ 33 h 70"/>
                <a:gd name="T72" fmla="*/ 164 w 231"/>
                <a:gd name="T73" fmla="*/ 36 h 70"/>
                <a:gd name="T74" fmla="*/ 176 w 231"/>
                <a:gd name="T75" fmla="*/ 42 h 70"/>
                <a:gd name="T76" fmla="*/ 187 w 231"/>
                <a:gd name="T77" fmla="*/ 48 h 70"/>
                <a:gd name="T78" fmla="*/ 197 w 231"/>
                <a:gd name="T79" fmla="*/ 57 h 70"/>
                <a:gd name="T80" fmla="*/ 207 w 231"/>
                <a:gd name="T81" fmla="*/ 65 h 70"/>
                <a:gd name="T82" fmla="*/ 211 w 231"/>
                <a:gd name="T83" fmla="*/ 68 h 70"/>
                <a:gd name="T84" fmla="*/ 217 w 231"/>
                <a:gd name="T85" fmla="*/ 70 h 70"/>
                <a:gd name="T86" fmla="*/ 222 w 231"/>
                <a:gd name="T87" fmla="*/ 68 h 70"/>
                <a:gd name="T88" fmla="*/ 226 w 231"/>
                <a:gd name="T89" fmla="*/ 65 h 70"/>
                <a:gd name="T90" fmla="*/ 229 w 231"/>
                <a:gd name="T91" fmla="*/ 61 h 70"/>
                <a:gd name="T92" fmla="*/ 231 w 231"/>
                <a:gd name="T93" fmla="*/ 56 h 70"/>
                <a:gd name="T94" fmla="*/ 229 w 231"/>
                <a:gd name="T95" fmla="*/ 50 h 70"/>
                <a:gd name="T96" fmla="*/ 226 w 231"/>
                <a:gd name="T97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70">
                  <a:moveTo>
                    <a:pt x="226" y="46"/>
                  </a:moveTo>
                  <a:lnTo>
                    <a:pt x="214" y="35"/>
                  </a:lnTo>
                  <a:lnTo>
                    <a:pt x="202" y="25"/>
                  </a:lnTo>
                  <a:lnTo>
                    <a:pt x="189" y="18"/>
                  </a:lnTo>
                  <a:lnTo>
                    <a:pt x="175" y="10"/>
                  </a:lnTo>
                  <a:lnTo>
                    <a:pt x="160" y="6"/>
                  </a:lnTo>
                  <a:lnTo>
                    <a:pt x="145" y="2"/>
                  </a:lnTo>
                  <a:lnTo>
                    <a:pt x="130" y="0"/>
                  </a:lnTo>
                  <a:lnTo>
                    <a:pt x="115" y="0"/>
                  </a:lnTo>
                  <a:lnTo>
                    <a:pt x="100" y="0"/>
                  </a:lnTo>
                  <a:lnTo>
                    <a:pt x="85" y="2"/>
                  </a:lnTo>
                  <a:lnTo>
                    <a:pt x="71" y="6"/>
                  </a:lnTo>
                  <a:lnTo>
                    <a:pt x="56" y="10"/>
                  </a:lnTo>
                  <a:lnTo>
                    <a:pt x="42" y="18"/>
                  </a:lnTo>
                  <a:lnTo>
                    <a:pt x="29" y="25"/>
                  </a:lnTo>
                  <a:lnTo>
                    <a:pt x="16" y="35"/>
                  </a:lnTo>
                  <a:lnTo>
                    <a:pt x="4" y="46"/>
                  </a:lnTo>
                  <a:lnTo>
                    <a:pt x="1" y="50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4" y="65"/>
                  </a:lnTo>
                  <a:lnTo>
                    <a:pt x="8" y="68"/>
                  </a:lnTo>
                  <a:lnTo>
                    <a:pt x="14" y="70"/>
                  </a:lnTo>
                  <a:lnTo>
                    <a:pt x="19" y="68"/>
                  </a:lnTo>
                  <a:lnTo>
                    <a:pt x="23" y="65"/>
                  </a:lnTo>
                  <a:lnTo>
                    <a:pt x="33" y="57"/>
                  </a:lnTo>
                  <a:lnTo>
                    <a:pt x="44" y="48"/>
                  </a:lnTo>
                  <a:lnTo>
                    <a:pt x="55" y="42"/>
                  </a:lnTo>
                  <a:lnTo>
                    <a:pt x="66" y="36"/>
                  </a:lnTo>
                  <a:lnTo>
                    <a:pt x="78" y="33"/>
                  </a:lnTo>
                  <a:lnTo>
                    <a:pt x="90" y="30"/>
                  </a:lnTo>
                  <a:lnTo>
                    <a:pt x="103" y="28"/>
                  </a:lnTo>
                  <a:lnTo>
                    <a:pt x="115" y="28"/>
                  </a:lnTo>
                  <a:lnTo>
                    <a:pt x="128" y="28"/>
                  </a:lnTo>
                  <a:lnTo>
                    <a:pt x="139" y="30"/>
                  </a:lnTo>
                  <a:lnTo>
                    <a:pt x="152" y="33"/>
                  </a:lnTo>
                  <a:lnTo>
                    <a:pt x="164" y="36"/>
                  </a:lnTo>
                  <a:lnTo>
                    <a:pt x="176" y="42"/>
                  </a:lnTo>
                  <a:lnTo>
                    <a:pt x="187" y="48"/>
                  </a:lnTo>
                  <a:lnTo>
                    <a:pt x="197" y="57"/>
                  </a:lnTo>
                  <a:lnTo>
                    <a:pt x="207" y="65"/>
                  </a:lnTo>
                  <a:lnTo>
                    <a:pt x="211" y="68"/>
                  </a:lnTo>
                  <a:lnTo>
                    <a:pt x="217" y="70"/>
                  </a:lnTo>
                  <a:lnTo>
                    <a:pt x="222" y="68"/>
                  </a:lnTo>
                  <a:lnTo>
                    <a:pt x="226" y="65"/>
                  </a:lnTo>
                  <a:lnTo>
                    <a:pt x="229" y="61"/>
                  </a:lnTo>
                  <a:lnTo>
                    <a:pt x="231" y="56"/>
                  </a:lnTo>
                  <a:lnTo>
                    <a:pt x="229" y="50"/>
                  </a:lnTo>
                  <a:lnTo>
                    <a:pt x="226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460">
              <a:extLst>
                <a:ext uri="{FF2B5EF4-FFF2-40B4-BE49-F238E27FC236}">
                  <a16:creationId xmlns:a16="http://schemas.microsoft.com/office/drawing/2014/main" id="{31BCC394-4006-4612-B11C-872ABE38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1" y="1971676"/>
              <a:ext cx="73025" cy="26988"/>
            </a:xfrm>
            <a:custGeom>
              <a:avLst/>
              <a:gdLst>
                <a:gd name="T0" fmla="*/ 132 w 136"/>
                <a:gd name="T1" fmla="*/ 27 h 51"/>
                <a:gd name="T2" fmla="*/ 126 w 136"/>
                <a:gd name="T3" fmla="*/ 22 h 51"/>
                <a:gd name="T4" fmla="*/ 118 w 136"/>
                <a:gd name="T5" fmla="*/ 16 h 51"/>
                <a:gd name="T6" fmla="*/ 111 w 136"/>
                <a:gd name="T7" fmla="*/ 11 h 51"/>
                <a:gd name="T8" fmla="*/ 103 w 136"/>
                <a:gd name="T9" fmla="*/ 8 h 51"/>
                <a:gd name="T10" fmla="*/ 94 w 136"/>
                <a:gd name="T11" fmla="*/ 5 h 51"/>
                <a:gd name="T12" fmla="*/ 86 w 136"/>
                <a:gd name="T13" fmla="*/ 2 h 51"/>
                <a:gd name="T14" fmla="*/ 77 w 136"/>
                <a:gd name="T15" fmla="*/ 1 h 51"/>
                <a:gd name="T16" fmla="*/ 68 w 136"/>
                <a:gd name="T17" fmla="*/ 0 h 51"/>
                <a:gd name="T18" fmla="*/ 59 w 136"/>
                <a:gd name="T19" fmla="*/ 1 h 51"/>
                <a:gd name="T20" fmla="*/ 51 w 136"/>
                <a:gd name="T21" fmla="*/ 2 h 51"/>
                <a:gd name="T22" fmla="*/ 42 w 136"/>
                <a:gd name="T23" fmla="*/ 5 h 51"/>
                <a:gd name="T24" fmla="*/ 33 w 136"/>
                <a:gd name="T25" fmla="*/ 8 h 51"/>
                <a:gd name="T26" fmla="*/ 25 w 136"/>
                <a:gd name="T27" fmla="*/ 11 h 51"/>
                <a:gd name="T28" fmla="*/ 17 w 136"/>
                <a:gd name="T29" fmla="*/ 16 h 51"/>
                <a:gd name="T30" fmla="*/ 11 w 136"/>
                <a:gd name="T31" fmla="*/ 22 h 51"/>
                <a:gd name="T32" fmla="*/ 3 w 136"/>
                <a:gd name="T33" fmla="*/ 27 h 51"/>
                <a:gd name="T34" fmla="*/ 0 w 136"/>
                <a:gd name="T35" fmla="*/ 32 h 51"/>
                <a:gd name="T36" fmla="*/ 0 w 136"/>
                <a:gd name="T37" fmla="*/ 37 h 51"/>
                <a:gd name="T38" fmla="*/ 0 w 136"/>
                <a:gd name="T39" fmla="*/ 42 h 51"/>
                <a:gd name="T40" fmla="*/ 3 w 136"/>
                <a:gd name="T41" fmla="*/ 47 h 51"/>
                <a:gd name="T42" fmla="*/ 9 w 136"/>
                <a:gd name="T43" fmla="*/ 50 h 51"/>
                <a:gd name="T44" fmla="*/ 13 w 136"/>
                <a:gd name="T45" fmla="*/ 51 h 51"/>
                <a:gd name="T46" fmla="*/ 18 w 136"/>
                <a:gd name="T47" fmla="*/ 50 h 51"/>
                <a:gd name="T48" fmla="*/ 24 w 136"/>
                <a:gd name="T49" fmla="*/ 47 h 51"/>
                <a:gd name="T50" fmla="*/ 28 w 136"/>
                <a:gd name="T51" fmla="*/ 43 h 51"/>
                <a:gd name="T52" fmla="*/ 33 w 136"/>
                <a:gd name="T53" fmla="*/ 39 h 51"/>
                <a:gd name="T54" fmla="*/ 39 w 136"/>
                <a:gd name="T55" fmla="*/ 36 h 51"/>
                <a:gd name="T56" fmla="*/ 44 w 136"/>
                <a:gd name="T57" fmla="*/ 33 h 51"/>
                <a:gd name="T58" fmla="*/ 49 w 136"/>
                <a:gd name="T59" fmla="*/ 31 h 51"/>
                <a:gd name="T60" fmla="*/ 56 w 136"/>
                <a:gd name="T61" fmla="*/ 29 h 51"/>
                <a:gd name="T62" fmla="*/ 62 w 136"/>
                <a:gd name="T63" fmla="*/ 29 h 51"/>
                <a:gd name="T64" fmla="*/ 68 w 136"/>
                <a:gd name="T65" fmla="*/ 28 h 51"/>
                <a:gd name="T66" fmla="*/ 74 w 136"/>
                <a:gd name="T67" fmla="*/ 29 h 51"/>
                <a:gd name="T68" fmla="*/ 81 w 136"/>
                <a:gd name="T69" fmla="*/ 29 h 51"/>
                <a:gd name="T70" fmla="*/ 87 w 136"/>
                <a:gd name="T71" fmla="*/ 31 h 51"/>
                <a:gd name="T72" fmla="*/ 92 w 136"/>
                <a:gd name="T73" fmla="*/ 33 h 51"/>
                <a:gd name="T74" fmla="*/ 98 w 136"/>
                <a:gd name="T75" fmla="*/ 36 h 51"/>
                <a:gd name="T76" fmla="*/ 103 w 136"/>
                <a:gd name="T77" fmla="*/ 39 h 51"/>
                <a:gd name="T78" fmla="*/ 108 w 136"/>
                <a:gd name="T79" fmla="*/ 43 h 51"/>
                <a:gd name="T80" fmla="*/ 113 w 136"/>
                <a:gd name="T81" fmla="*/ 47 h 51"/>
                <a:gd name="T82" fmla="*/ 117 w 136"/>
                <a:gd name="T83" fmla="*/ 50 h 51"/>
                <a:gd name="T84" fmla="*/ 122 w 136"/>
                <a:gd name="T85" fmla="*/ 51 h 51"/>
                <a:gd name="T86" fmla="*/ 128 w 136"/>
                <a:gd name="T87" fmla="*/ 50 h 51"/>
                <a:gd name="T88" fmla="*/ 132 w 136"/>
                <a:gd name="T89" fmla="*/ 47 h 51"/>
                <a:gd name="T90" fmla="*/ 135 w 136"/>
                <a:gd name="T91" fmla="*/ 42 h 51"/>
                <a:gd name="T92" fmla="*/ 136 w 136"/>
                <a:gd name="T93" fmla="*/ 37 h 51"/>
                <a:gd name="T94" fmla="*/ 135 w 136"/>
                <a:gd name="T95" fmla="*/ 32 h 51"/>
                <a:gd name="T96" fmla="*/ 132 w 136"/>
                <a:gd name="T97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" h="51">
                  <a:moveTo>
                    <a:pt x="132" y="27"/>
                  </a:moveTo>
                  <a:lnTo>
                    <a:pt x="126" y="22"/>
                  </a:lnTo>
                  <a:lnTo>
                    <a:pt x="118" y="16"/>
                  </a:lnTo>
                  <a:lnTo>
                    <a:pt x="111" y="11"/>
                  </a:lnTo>
                  <a:lnTo>
                    <a:pt x="103" y="8"/>
                  </a:lnTo>
                  <a:lnTo>
                    <a:pt x="94" y="5"/>
                  </a:lnTo>
                  <a:lnTo>
                    <a:pt x="86" y="2"/>
                  </a:lnTo>
                  <a:lnTo>
                    <a:pt x="77" y="1"/>
                  </a:lnTo>
                  <a:lnTo>
                    <a:pt x="68" y="0"/>
                  </a:lnTo>
                  <a:lnTo>
                    <a:pt x="59" y="1"/>
                  </a:lnTo>
                  <a:lnTo>
                    <a:pt x="51" y="2"/>
                  </a:lnTo>
                  <a:lnTo>
                    <a:pt x="42" y="5"/>
                  </a:lnTo>
                  <a:lnTo>
                    <a:pt x="33" y="8"/>
                  </a:lnTo>
                  <a:lnTo>
                    <a:pt x="25" y="11"/>
                  </a:lnTo>
                  <a:lnTo>
                    <a:pt x="17" y="16"/>
                  </a:lnTo>
                  <a:lnTo>
                    <a:pt x="11" y="22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3" y="47"/>
                  </a:lnTo>
                  <a:lnTo>
                    <a:pt x="9" y="50"/>
                  </a:lnTo>
                  <a:lnTo>
                    <a:pt x="13" y="51"/>
                  </a:lnTo>
                  <a:lnTo>
                    <a:pt x="18" y="50"/>
                  </a:lnTo>
                  <a:lnTo>
                    <a:pt x="24" y="47"/>
                  </a:lnTo>
                  <a:lnTo>
                    <a:pt x="28" y="43"/>
                  </a:lnTo>
                  <a:lnTo>
                    <a:pt x="33" y="39"/>
                  </a:lnTo>
                  <a:lnTo>
                    <a:pt x="39" y="36"/>
                  </a:lnTo>
                  <a:lnTo>
                    <a:pt x="44" y="33"/>
                  </a:lnTo>
                  <a:lnTo>
                    <a:pt x="49" y="31"/>
                  </a:lnTo>
                  <a:lnTo>
                    <a:pt x="56" y="29"/>
                  </a:lnTo>
                  <a:lnTo>
                    <a:pt x="62" y="29"/>
                  </a:lnTo>
                  <a:lnTo>
                    <a:pt x="68" y="28"/>
                  </a:lnTo>
                  <a:lnTo>
                    <a:pt x="74" y="29"/>
                  </a:lnTo>
                  <a:lnTo>
                    <a:pt x="81" y="29"/>
                  </a:lnTo>
                  <a:lnTo>
                    <a:pt x="87" y="31"/>
                  </a:lnTo>
                  <a:lnTo>
                    <a:pt x="92" y="33"/>
                  </a:lnTo>
                  <a:lnTo>
                    <a:pt x="98" y="36"/>
                  </a:lnTo>
                  <a:lnTo>
                    <a:pt x="103" y="39"/>
                  </a:lnTo>
                  <a:lnTo>
                    <a:pt x="108" y="43"/>
                  </a:lnTo>
                  <a:lnTo>
                    <a:pt x="113" y="47"/>
                  </a:lnTo>
                  <a:lnTo>
                    <a:pt x="117" y="50"/>
                  </a:lnTo>
                  <a:lnTo>
                    <a:pt x="122" y="51"/>
                  </a:lnTo>
                  <a:lnTo>
                    <a:pt x="128" y="50"/>
                  </a:lnTo>
                  <a:lnTo>
                    <a:pt x="132" y="47"/>
                  </a:lnTo>
                  <a:lnTo>
                    <a:pt x="135" y="42"/>
                  </a:lnTo>
                  <a:lnTo>
                    <a:pt x="136" y="37"/>
                  </a:lnTo>
                  <a:lnTo>
                    <a:pt x="135" y="32"/>
                  </a:lnTo>
                  <a:lnTo>
                    <a:pt x="13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461">
              <a:extLst>
                <a:ext uri="{FF2B5EF4-FFF2-40B4-BE49-F238E27FC236}">
                  <a16:creationId xmlns:a16="http://schemas.microsoft.com/office/drawing/2014/main" id="{E7022DFE-DE21-4BC9-826E-37E52690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0376" y="2012951"/>
              <a:ext cx="15875" cy="14288"/>
            </a:xfrm>
            <a:custGeom>
              <a:avLst/>
              <a:gdLst>
                <a:gd name="T0" fmla="*/ 24 w 28"/>
                <a:gd name="T1" fmla="*/ 4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4 h 27"/>
                <a:gd name="T10" fmla="*/ 1 w 28"/>
                <a:gd name="T11" fmla="*/ 8 h 27"/>
                <a:gd name="T12" fmla="*/ 0 w 28"/>
                <a:gd name="T13" fmla="*/ 14 h 27"/>
                <a:gd name="T14" fmla="*/ 1 w 28"/>
                <a:gd name="T15" fmla="*/ 19 h 27"/>
                <a:gd name="T16" fmla="*/ 4 w 28"/>
                <a:gd name="T17" fmla="*/ 23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3 h 27"/>
                <a:gd name="T26" fmla="*/ 27 w 28"/>
                <a:gd name="T27" fmla="*/ 19 h 27"/>
                <a:gd name="T28" fmla="*/ 28 w 28"/>
                <a:gd name="T29" fmla="*/ 14 h 27"/>
                <a:gd name="T30" fmla="*/ 27 w 28"/>
                <a:gd name="T31" fmla="*/ 8 h 27"/>
                <a:gd name="T32" fmla="*/ 24 w 28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4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462">
              <a:extLst>
                <a:ext uri="{FF2B5EF4-FFF2-40B4-BE49-F238E27FC236}">
                  <a16:creationId xmlns:a16="http://schemas.microsoft.com/office/drawing/2014/main" id="{5A52F00C-98BA-42E0-9EC7-9DE68CBDF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9913" y="1938338"/>
              <a:ext cx="150813" cy="149225"/>
            </a:xfrm>
            <a:custGeom>
              <a:avLst/>
              <a:gdLst>
                <a:gd name="T0" fmla="*/ 114 w 283"/>
                <a:gd name="T1" fmla="*/ 3 h 283"/>
                <a:gd name="T2" fmla="*/ 74 w 283"/>
                <a:gd name="T3" fmla="*/ 17 h 283"/>
                <a:gd name="T4" fmla="*/ 42 w 283"/>
                <a:gd name="T5" fmla="*/ 42 h 283"/>
                <a:gd name="T6" fmla="*/ 17 w 283"/>
                <a:gd name="T7" fmla="*/ 74 h 283"/>
                <a:gd name="T8" fmla="*/ 3 w 283"/>
                <a:gd name="T9" fmla="*/ 114 h 283"/>
                <a:gd name="T10" fmla="*/ 1 w 283"/>
                <a:gd name="T11" fmla="*/ 157 h 283"/>
                <a:gd name="T12" fmla="*/ 12 w 283"/>
                <a:gd name="T13" fmla="*/ 196 h 283"/>
                <a:gd name="T14" fmla="*/ 32 w 283"/>
                <a:gd name="T15" fmla="*/ 232 h 283"/>
                <a:gd name="T16" fmla="*/ 62 w 283"/>
                <a:gd name="T17" fmla="*/ 259 h 283"/>
                <a:gd name="T18" fmla="*/ 100 w 283"/>
                <a:gd name="T19" fmla="*/ 277 h 283"/>
                <a:gd name="T20" fmla="*/ 141 w 283"/>
                <a:gd name="T21" fmla="*/ 283 h 283"/>
                <a:gd name="T22" fmla="*/ 183 w 283"/>
                <a:gd name="T23" fmla="*/ 277 h 283"/>
                <a:gd name="T24" fmla="*/ 221 w 283"/>
                <a:gd name="T25" fmla="*/ 259 h 283"/>
                <a:gd name="T26" fmla="*/ 251 w 283"/>
                <a:gd name="T27" fmla="*/ 232 h 283"/>
                <a:gd name="T28" fmla="*/ 272 w 283"/>
                <a:gd name="T29" fmla="*/ 196 h 283"/>
                <a:gd name="T30" fmla="*/ 282 w 283"/>
                <a:gd name="T31" fmla="*/ 157 h 283"/>
                <a:gd name="T32" fmla="*/ 280 w 283"/>
                <a:gd name="T33" fmla="*/ 114 h 283"/>
                <a:gd name="T34" fmla="*/ 266 w 283"/>
                <a:gd name="T35" fmla="*/ 74 h 283"/>
                <a:gd name="T36" fmla="*/ 241 w 283"/>
                <a:gd name="T37" fmla="*/ 42 h 283"/>
                <a:gd name="T38" fmla="*/ 209 w 283"/>
                <a:gd name="T39" fmla="*/ 17 h 283"/>
                <a:gd name="T40" fmla="*/ 170 w 283"/>
                <a:gd name="T41" fmla="*/ 3 h 283"/>
                <a:gd name="T42" fmla="*/ 141 w 283"/>
                <a:gd name="T43" fmla="*/ 255 h 283"/>
                <a:gd name="T44" fmla="*/ 108 w 283"/>
                <a:gd name="T45" fmla="*/ 250 h 283"/>
                <a:gd name="T46" fmla="*/ 78 w 283"/>
                <a:gd name="T47" fmla="*/ 236 h 283"/>
                <a:gd name="T48" fmla="*/ 53 w 283"/>
                <a:gd name="T49" fmla="*/ 215 h 283"/>
                <a:gd name="T50" fmla="*/ 36 w 283"/>
                <a:gd name="T51" fmla="*/ 186 h 283"/>
                <a:gd name="T52" fmla="*/ 29 w 283"/>
                <a:gd name="T53" fmla="*/ 153 h 283"/>
                <a:gd name="T54" fmla="*/ 30 w 283"/>
                <a:gd name="T55" fmla="*/ 119 h 283"/>
                <a:gd name="T56" fmla="*/ 42 w 283"/>
                <a:gd name="T57" fmla="*/ 88 h 283"/>
                <a:gd name="T58" fmla="*/ 61 w 283"/>
                <a:gd name="T59" fmla="*/ 61 h 283"/>
                <a:gd name="T60" fmla="*/ 88 w 283"/>
                <a:gd name="T61" fmla="*/ 42 h 283"/>
                <a:gd name="T62" fmla="*/ 119 w 283"/>
                <a:gd name="T63" fmla="*/ 30 h 283"/>
                <a:gd name="T64" fmla="*/ 153 w 283"/>
                <a:gd name="T65" fmla="*/ 29 h 283"/>
                <a:gd name="T66" fmla="*/ 185 w 283"/>
                <a:gd name="T67" fmla="*/ 36 h 283"/>
                <a:gd name="T68" fmla="*/ 214 w 283"/>
                <a:gd name="T69" fmla="*/ 54 h 283"/>
                <a:gd name="T70" fmla="*/ 236 w 283"/>
                <a:gd name="T71" fmla="*/ 78 h 283"/>
                <a:gd name="T72" fmla="*/ 251 w 283"/>
                <a:gd name="T73" fmla="*/ 108 h 283"/>
                <a:gd name="T74" fmla="*/ 255 w 283"/>
                <a:gd name="T75" fmla="*/ 142 h 283"/>
                <a:gd name="T76" fmla="*/ 251 w 283"/>
                <a:gd name="T77" fmla="*/ 176 h 283"/>
                <a:gd name="T78" fmla="*/ 236 w 283"/>
                <a:gd name="T79" fmla="*/ 205 h 283"/>
                <a:gd name="T80" fmla="*/ 214 w 283"/>
                <a:gd name="T81" fmla="*/ 230 h 283"/>
                <a:gd name="T82" fmla="*/ 185 w 283"/>
                <a:gd name="T83" fmla="*/ 247 h 283"/>
                <a:gd name="T84" fmla="*/ 153 w 283"/>
                <a:gd name="T85" fmla="*/ 255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lnTo>
                    <a:pt x="127" y="1"/>
                  </a:lnTo>
                  <a:lnTo>
                    <a:pt x="114" y="3"/>
                  </a:lnTo>
                  <a:lnTo>
                    <a:pt x="100" y="6"/>
                  </a:lnTo>
                  <a:lnTo>
                    <a:pt x="87" y="11"/>
                  </a:lnTo>
                  <a:lnTo>
                    <a:pt x="74" y="17"/>
                  </a:lnTo>
                  <a:lnTo>
                    <a:pt x="62" y="25"/>
                  </a:lnTo>
                  <a:lnTo>
                    <a:pt x="51" y="32"/>
                  </a:lnTo>
                  <a:lnTo>
                    <a:pt x="42" y="42"/>
                  </a:lnTo>
                  <a:lnTo>
                    <a:pt x="32" y="51"/>
                  </a:lnTo>
                  <a:lnTo>
                    <a:pt x="24" y="62"/>
                  </a:lnTo>
                  <a:lnTo>
                    <a:pt x="17" y="74"/>
                  </a:lnTo>
                  <a:lnTo>
                    <a:pt x="12" y="87"/>
                  </a:lnTo>
                  <a:lnTo>
                    <a:pt x="6" y="100"/>
                  </a:lnTo>
                  <a:lnTo>
                    <a:pt x="3" y="114"/>
                  </a:lnTo>
                  <a:lnTo>
                    <a:pt x="1" y="128"/>
                  </a:lnTo>
                  <a:lnTo>
                    <a:pt x="0" y="142"/>
                  </a:lnTo>
                  <a:lnTo>
                    <a:pt x="1" y="157"/>
                  </a:lnTo>
                  <a:lnTo>
                    <a:pt x="3" y="171"/>
                  </a:lnTo>
                  <a:lnTo>
                    <a:pt x="6" y="183"/>
                  </a:lnTo>
                  <a:lnTo>
                    <a:pt x="12" y="196"/>
                  </a:lnTo>
                  <a:lnTo>
                    <a:pt x="17" y="209"/>
                  </a:lnTo>
                  <a:lnTo>
                    <a:pt x="24" y="221"/>
                  </a:lnTo>
                  <a:lnTo>
                    <a:pt x="32" y="232"/>
                  </a:lnTo>
                  <a:lnTo>
                    <a:pt x="42" y="241"/>
                  </a:lnTo>
                  <a:lnTo>
                    <a:pt x="51" y="251"/>
                  </a:lnTo>
                  <a:lnTo>
                    <a:pt x="62" y="259"/>
                  </a:lnTo>
                  <a:lnTo>
                    <a:pt x="74" y="266"/>
                  </a:lnTo>
                  <a:lnTo>
                    <a:pt x="87" y="273"/>
                  </a:lnTo>
                  <a:lnTo>
                    <a:pt x="100" y="277"/>
                  </a:lnTo>
                  <a:lnTo>
                    <a:pt x="114" y="280"/>
                  </a:lnTo>
                  <a:lnTo>
                    <a:pt x="127" y="282"/>
                  </a:lnTo>
                  <a:lnTo>
                    <a:pt x="141" y="283"/>
                  </a:lnTo>
                  <a:lnTo>
                    <a:pt x="156" y="282"/>
                  </a:lnTo>
                  <a:lnTo>
                    <a:pt x="170" y="280"/>
                  </a:lnTo>
                  <a:lnTo>
                    <a:pt x="183" y="277"/>
                  </a:lnTo>
                  <a:lnTo>
                    <a:pt x="197" y="273"/>
                  </a:lnTo>
                  <a:lnTo>
                    <a:pt x="209" y="266"/>
                  </a:lnTo>
                  <a:lnTo>
                    <a:pt x="221" y="259"/>
                  </a:lnTo>
                  <a:lnTo>
                    <a:pt x="232" y="251"/>
                  </a:lnTo>
                  <a:lnTo>
                    <a:pt x="241" y="241"/>
                  </a:lnTo>
                  <a:lnTo>
                    <a:pt x="251" y="232"/>
                  </a:lnTo>
                  <a:lnTo>
                    <a:pt x="259" y="221"/>
                  </a:lnTo>
                  <a:lnTo>
                    <a:pt x="266" y="209"/>
                  </a:lnTo>
                  <a:lnTo>
                    <a:pt x="272" y="196"/>
                  </a:lnTo>
                  <a:lnTo>
                    <a:pt x="277" y="183"/>
                  </a:lnTo>
                  <a:lnTo>
                    <a:pt x="280" y="171"/>
                  </a:lnTo>
                  <a:lnTo>
                    <a:pt x="282" y="157"/>
                  </a:lnTo>
                  <a:lnTo>
                    <a:pt x="283" y="142"/>
                  </a:lnTo>
                  <a:lnTo>
                    <a:pt x="282" y="128"/>
                  </a:lnTo>
                  <a:lnTo>
                    <a:pt x="280" y="114"/>
                  </a:lnTo>
                  <a:lnTo>
                    <a:pt x="277" y="100"/>
                  </a:lnTo>
                  <a:lnTo>
                    <a:pt x="272" y="87"/>
                  </a:lnTo>
                  <a:lnTo>
                    <a:pt x="266" y="74"/>
                  </a:lnTo>
                  <a:lnTo>
                    <a:pt x="259" y="62"/>
                  </a:lnTo>
                  <a:lnTo>
                    <a:pt x="251" y="51"/>
                  </a:lnTo>
                  <a:lnTo>
                    <a:pt x="241" y="42"/>
                  </a:lnTo>
                  <a:lnTo>
                    <a:pt x="232" y="32"/>
                  </a:lnTo>
                  <a:lnTo>
                    <a:pt x="221" y="25"/>
                  </a:lnTo>
                  <a:lnTo>
                    <a:pt x="209" y="17"/>
                  </a:lnTo>
                  <a:lnTo>
                    <a:pt x="197" y="11"/>
                  </a:lnTo>
                  <a:lnTo>
                    <a:pt x="183" y="6"/>
                  </a:lnTo>
                  <a:lnTo>
                    <a:pt x="170" y="3"/>
                  </a:lnTo>
                  <a:lnTo>
                    <a:pt x="156" y="1"/>
                  </a:lnTo>
                  <a:lnTo>
                    <a:pt x="141" y="0"/>
                  </a:lnTo>
                  <a:close/>
                  <a:moveTo>
                    <a:pt x="141" y="255"/>
                  </a:moveTo>
                  <a:lnTo>
                    <a:pt x="130" y="255"/>
                  </a:lnTo>
                  <a:lnTo>
                    <a:pt x="119" y="253"/>
                  </a:lnTo>
                  <a:lnTo>
                    <a:pt x="108" y="250"/>
                  </a:lnTo>
                  <a:lnTo>
                    <a:pt x="97" y="247"/>
                  </a:lnTo>
                  <a:lnTo>
                    <a:pt x="88" y="241"/>
                  </a:lnTo>
                  <a:lnTo>
                    <a:pt x="78" y="236"/>
                  </a:lnTo>
                  <a:lnTo>
                    <a:pt x="70" y="230"/>
                  </a:lnTo>
                  <a:lnTo>
                    <a:pt x="61" y="222"/>
                  </a:lnTo>
                  <a:lnTo>
                    <a:pt x="53" y="215"/>
                  </a:lnTo>
                  <a:lnTo>
                    <a:pt x="47" y="205"/>
                  </a:lnTo>
                  <a:lnTo>
                    <a:pt x="42" y="196"/>
                  </a:lnTo>
                  <a:lnTo>
                    <a:pt x="36" y="186"/>
                  </a:lnTo>
                  <a:lnTo>
                    <a:pt x="33" y="176"/>
                  </a:lnTo>
                  <a:lnTo>
                    <a:pt x="30" y="164"/>
                  </a:lnTo>
                  <a:lnTo>
                    <a:pt x="29" y="153"/>
                  </a:lnTo>
                  <a:lnTo>
                    <a:pt x="28" y="142"/>
                  </a:lnTo>
                  <a:lnTo>
                    <a:pt x="29" y="130"/>
                  </a:lnTo>
                  <a:lnTo>
                    <a:pt x="30" y="119"/>
                  </a:lnTo>
                  <a:lnTo>
                    <a:pt x="33" y="108"/>
                  </a:lnTo>
                  <a:lnTo>
                    <a:pt x="36" y="98"/>
                  </a:lnTo>
                  <a:lnTo>
                    <a:pt x="42" y="88"/>
                  </a:lnTo>
                  <a:lnTo>
                    <a:pt x="47" y="78"/>
                  </a:lnTo>
                  <a:lnTo>
                    <a:pt x="53" y="70"/>
                  </a:lnTo>
                  <a:lnTo>
                    <a:pt x="61" y="61"/>
                  </a:lnTo>
                  <a:lnTo>
                    <a:pt x="70" y="54"/>
                  </a:lnTo>
                  <a:lnTo>
                    <a:pt x="78" y="47"/>
                  </a:lnTo>
                  <a:lnTo>
                    <a:pt x="88" y="42"/>
                  </a:lnTo>
                  <a:lnTo>
                    <a:pt x="97" y="36"/>
                  </a:lnTo>
                  <a:lnTo>
                    <a:pt x="108" y="33"/>
                  </a:lnTo>
                  <a:lnTo>
                    <a:pt x="119" y="30"/>
                  </a:lnTo>
                  <a:lnTo>
                    <a:pt x="130" y="29"/>
                  </a:lnTo>
                  <a:lnTo>
                    <a:pt x="141" y="28"/>
                  </a:lnTo>
                  <a:lnTo>
                    <a:pt x="153" y="29"/>
                  </a:lnTo>
                  <a:lnTo>
                    <a:pt x="165" y="30"/>
                  </a:lnTo>
                  <a:lnTo>
                    <a:pt x="176" y="33"/>
                  </a:lnTo>
                  <a:lnTo>
                    <a:pt x="185" y="36"/>
                  </a:lnTo>
                  <a:lnTo>
                    <a:pt x="196" y="42"/>
                  </a:lnTo>
                  <a:lnTo>
                    <a:pt x="205" y="47"/>
                  </a:lnTo>
                  <a:lnTo>
                    <a:pt x="214" y="54"/>
                  </a:lnTo>
                  <a:lnTo>
                    <a:pt x="222" y="61"/>
                  </a:lnTo>
                  <a:lnTo>
                    <a:pt x="229" y="70"/>
                  </a:lnTo>
                  <a:lnTo>
                    <a:pt x="236" y="78"/>
                  </a:lnTo>
                  <a:lnTo>
                    <a:pt x="241" y="88"/>
                  </a:lnTo>
                  <a:lnTo>
                    <a:pt x="247" y="98"/>
                  </a:lnTo>
                  <a:lnTo>
                    <a:pt x="251" y="108"/>
                  </a:lnTo>
                  <a:lnTo>
                    <a:pt x="253" y="119"/>
                  </a:lnTo>
                  <a:lnTo>
                    <a:pt x="255" y="130"/>
                  </a:lnTo>
                  <a:lnTo>
                    <a:pt x="255" y="142"/>
                  </a:lnTo>
                  <a:lnTo>
                    <a:pt x="255" y="153"/>
                  </a:lnTo>
                  <a:lnTo>
                    <a:pt x="253" y="164"/>
                  </a:lnTo>
                  <a:lnTo>
                    <a:pt x="251" y="176"/>
                  </a:lnTo>
                  <a:lnTo>
                    <a:pt x="247" y="186"/>
                  </a:lnTo>
                  <a:lnTo>
                    <a:pt x="241" y="196"/>
                  </a:lnTo>
                  <a:lnTo>
                    <a:pt x="236" y="205"/>
                  </a:lnTo>
                  <a:lnTo>
                    <a:pt x="229" y="215"/>
                  </a:lnTo>
                  <a:lnTo>
                    <a:pt x="222" y="222"/>
                  </a:lnTo>
                  <a:lnTo>
                    <a:pt x="214" y="230"/>
                  </a:lnTo>
                  <a:lnTo>
                    <a:pt x="205" y="236"/>
                  </a:lnTo>
                  <a:lnTo>
                    <a:pt x="196" y="241"/>
                  </a:lnTo>
                  <a:lnTo>
                    <a:pt x="185" y="247"/>
                  </a:lnTo>
                  <a:lnTo>
                    <a:pt x="176" y="250"/>
                  </a:lnTo>
                  <a:lnTo>
                    <a:pt x="165" y="253"/>
                  </a:lnTo>
                  <a:lnTo>
                    <a:pt x="153" y="255"/>
                  </a:lnTo>
                  <a:lnTo>
                    <a:pt x="141" y="2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463">
              <a:extLst>
                <a:ext uri="{FF2B5EF4-FFF2-40B4-BE49-F238E27FC236}">
                  <a16:creationId xmlns:a16="http://schemas.microsoft.com/office/drawing/2014/main" id="{062F28B4-501C-449D-BE6F-C6B48B43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8" y="1987551"/>
              <a:ext cx="58738" cy="44450"/>
            </a:xfrm>
            <a:custGeom>
              <a:avLst/>
              <a:gdLst>
                <a:gd name="T0" fmla="*/ 105 w 109"/>
                <a:gd name="T1" fmla="*/ 5 h 84"/>
                <a:gd name="T2" fmla="*/ 101 w 109"/>
                <a:gd name="T3" fmla="*/ 1 h 84"/>
                <a:gd name="T4" fmla="*/ 95 w 109"/>
                <a:gd name="T5" fmla="*/ 0 h 84"/>
                <a:gd name="T6" fmla="*/ 90 w 109"/>
                <a:gd name="T7" fmla="*/ 1 h 84"/>
                <a:gd name="T8" fmla="*/ 86 w 109"/>
                <a:gd name="T9" fmla="*/ 5 h 84"/>
                <a:gd name="T10" fmla="*/ 40 w 109"/>
                <a:gd name="T11" fmla="*/ 50 h 84"/>
                <a:gd name="T12" fmla="*/ 24 w 109"/>
                <a:gd name="T13" fmla="*/ 34 h 84"/>
                <a:gd name="T14" fmla="*/ 19 w 109"/>
                <a:gd name="T15" fmla="*/ 30 h 84"/>
                <a:gd name="T16" fmla="*/ 14 w 109"/>
                <a:gd name="T17" fmla="*/ 29 h 84"/>
                <a:gd name="T18" fmla="*/ 8 w 109"/>
                <a:gd name="T19" fmla="*/ 30 h 84"/>
                <a:gd name="T20" fmla="*/ 3 w 109"/>
                <a:gd name="T21" fmla="*/ 34 h 84"/>
                <a:gd name="T22" fmla="*/ 1 w 109"/>
                <a:gd name="T23" fmla="*/ 38 h 84"/>
                <a:gd name="T24" fmla="*/ 0 w 109"/>
                <a:gd name="T25" fmla="*/ 43 h 84"/>
                <a:gd name="T26" fmla="*/ 1 w 109"/>
                <a:gd name="T27" fmla="*/ 49 h 84"/>
                <a:gd name="T28" fmla="*/ 3 w 109"/>
                <a:gd name="T29" fmla="*/ 53 h 84"/>
                <a:gd name="T30" fmla="*/ 30 w 109"/>
                <a:gd name="T31" fmla="*/ 80 h 84"/>
                <a:gd name="T32" fmla="*/ 34 w 109"/>
                <a:gd name="T33" fmla="*/ 83 h 84"/>
                <a:gd name="T34" fmla="*/ 40 w 109"/>
                <a:gd name="T35" fmla="*/ 84 h 84"/>
                <a:gd name="T36" fmla="*/ 45 w 109"/>
                <a:gd name="T37" fmla="*/ 83 h 84"/>
                <a:gd name="T38" fmla="*/ 49 w 109"/>
                <a:gd name="T39" fmla="*/ 80 h 84"/>
                <a:gd name="T40" fmla="*/ 105 w 109"/>
                <a:gd name="T41" fmla="*/ 24 h 84"/>
                <a:gd name="T42" fmla="*/ 108 w 109"/>
                <a:gd name="T43" fmla="*/ 20 h 84"/>
                <a:gd name="T44" fmla="*/ 109 w 109"/>
                <a:gd name="T45" fmla="*/ 14 h 84"/>
                <a:gd name="T46" fmla="*/ 108 w 109"/>
                <a:gd name="T47" fmla="*/ 9 h 84"/>
                <a:gd name="T48" fmla="*/ 105 w 109"/>
                <a:gd name="T49" fmla="*/ 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9" h="84">
                  <a:moveTo>
                    <a:pt x="105" y="5"/>
                  </a:moveTo>
                  <a:lnTo>
                    <a:pt x="101" y="1"/>
                  </a:lnTo>
                  <a:lnTo>
                    <a:pt x="95" y="0"/>
                  </a:lnTo>
                  <a:lnTo>
                    <a:pt x="90" y="1"/>
                  </a:lnTo>
                  <a:lnTo>
                    <a:pt x="86" y="5"/>
                  </a:lnTo>
                  <a:lnTo>
                    <a:pt x="40" y="50"/>
                  </a:lnTo>
                  <a:lnTo>
                    <a:pt x="24" y="34"/>
                  </a:lnTo>
                  <a:lnTo>
                    <a:pt x="19" y="30"/>
                  </a:lnTo>
                  <a:lnTo>
                    <a:pt x="14" y="29"/>
                  </a:lnTo>
                  <a:lnTo>
                    <a:pt x="8" y="30"/>
                  </a:lnTo>
                  <a:lnTo>
                    <a:pt x="3" y="34"/>
                  </a:lnTo>
                  <a:lnTo>
                    <a:pt x="1" y="38"/>
                  </a:lnTo>
                  <a:lnTo>
                    <a:pt x="0" y="43"/>
                  </a:lnTo>
                  <a:lnTo>
                    <a:pt x="1" y="49"/>
                  </a:lnTo>
                  <a:lnTo>
                    <a:pt x="3" y="53"/>
                  </a:lnTo>
                  <a:lnTo>
                    <a:pt x="30" y="80"/>
                  </a:lnTo>
                  <a:lnTo>
                    <a:pt x="34" y="83"/>
                  </a:lnTo>
                  <a:lnTo>
                    <a:pt x="40" y="84"/>
                  </a:lnTo>
                  <a:lnTo>
                    <a:pt x="45" y="83"/>
                  </a:lnTo>
                  <a:lnTo>
                    <a:pt x="49" y="80"/>
                  </a:lnTo>
                  <a:lnTo>
                    <a:pt x="105" y="24"/>
                  </a:lnTo>
                  <a:lnTo>
                    <a:pt x="108" y="20"/>
                  </a:lnTo>
                  <a:lnTo>
                    <a:pt x="109" y="14"/>
                  </a:lnTo>
                  <a:lnTo>
                    <a:pt x="108" y="9"/>
                  </a:lnTo>
                  <a:lnTo>
                    <a:pt x="10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8729A9B7-BEF9-4990-8C98-0F8FB4B8EC97}"/>
              </a:ext>
            </a:extLst>
          </p:cNvPr>
          <p:cNvGrpSpPr/>
          <p:nvPr/>
        </p:nvGrpSpPr>
        <p:grpSpPr>
          <a:xfrm>
            <a:off x="5424488" y="1079501"/>
            <a:ext cx="376238" cy="303213"/>
            <a:chOff x="5424488" y="1079501"/>
            <a:chExt cx="376238" cy="303213"/>
          </a:xfrm>
          <a:solidFill>
            <a:schemeClr val="bg1"/>
          </a:solidFill>
        </p:grpSpPr>
        <p:sp>
          <p:nvSpPr>
            <p:cNvPr id="65" name="Freeform 464">
              <a:extLst>
                <a:ext uri="{FF2B5EF4-FFF2-40B4-BE49-F238E27FC236}">
                  <a16:creationId xmlns:a16="http://schemas.microsoft.com/office/drawing/2014/main" id="{50868FDC-B0AC-470A-A32C-7613EAF75A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4488" y="1079501"/>
              <a:ext cx="376238" cy="303213"/>
            </a:xfrm>
            <a:custGeom>
              <a:avLst/>
              <a:gdLst>
                <a:gd name="T0" fmla="*/ 446 w 710"/>
                <a:gd name="T1" fmla="*/ 0 h 575"/>
                <a:gd name="T2" fmla="*/ 419 w 710"/>
                <a:gd name="T3" fmla="*/ 3 h 575"/>
                <a:gd name="T4" fmla="*/ 396 w 710"/>
                <a:gd name="T5" fmla="*/ 11 h 575"/>
                <a:gd name="T6" fmla="*/ 373 w 710"/>
                <a:gd name="T7" fmla="*/ 25 h 575"/>
                <a:gd name="T8" fmla="*/ 355 w 710"/>
                <a:gd name="T9" fmla="*/ 44 h 575"/>
                <a:gd name="T10" fmla="*/ 337 w 710"/>
                <a:gd name="T11" fmla="*/ 25 h 575"/>
                <a:gd name="T12" fmla="*/ 314 w 710"/>
                <a:gd name="T13" fmla="*/ 11 h 575"/>
                <a:gd name="T14" fmla="*/ 289 w 710"/>
                <a:gd name="T15" fmla="*/ 3 h 575"/>
                <a:gd name="T16" fmla="*/ 264 w 710"/>
                <a:gd name="T17" fmla="*/ 0 h 575"/>
                <a:gd name="T18" fmla="*/ 186 w 710"/>
                <a:gd name="T19" fmla="*/ 1 h 575"/>
                <a:gd name="T20" fmla="*/ 179 w 710"/>
                <a:gd name="T21" fmla="*/ 8 h 575"/>
                <a:gd name="T22" fmla="*/ 179 w 710"/>
                <a:gd name="T23" fmla="*/ 19 h 575"/>
                <a:gd name="T24" fmla="*/ 186 w 710"/>
                <a:gd name="T25" fmla="*/ 26 h 575"/>
                <a:gd name="T26" fmla="*/ 264 w 710"/>
                <a:gd name="T27" fmla="*/ 28 h 575"/>
                <a:gd name="T28" fmla="*/ 287 w 710"/>
                <a:gd name="T29" fmla="*/ 31 h 575"/>
                <a:gd name="T30" fmla="*/ 309 w 710"/>
                <a:gd name="T31" fmla="*/ 40 h 575"/>
                <a:gd name="T32" fmla="*/ 327 w 710"/>
                <a:gd name="T33" fmla="*/ 54 h 575"/>
                <a:gd name="T34" fmla="*/ 341 w 710"/>
                <a:gd name="T35" fmla="*/ 73 h 575"/>
                <a:gd name="T36" fmla="*/ 332 w 710"/>
                <a:gd name="T37" fmla="*/ 501 h 575"/>
                <a:gd name="T38" fmla="*/ 315 w 710"/>
                <a:gd name="T39" fmla="*/ 490 h 575"/>
                <a:gd name="T40" fmla="*/ 295 w 710"/>
                <a:gd name="T41" fmla="*/ 483 h 575"/>
                <a:gd name="T42" fmla="*/ 274 w 710"/>
                <a:gd name="T43" fmla="*/ 478 h 575"/>
                <a:gd name="T44" fmla="*/ 28 w 710"/>
                <a:gd name="T45" fmla="*/ 478 h 575"/>
                <a:gd name="T46" fmla="*/ 78 w 710"/>
                <a:gd name="T47" fmla="*/ 28 h 575"/>
                <a:gd name="T48" fmla="*/ 88 w 710"/>
                <a:gd name="T49" fmla="*/ 23 h 575"/>
                <a:gd name="T50" fmla="*/ 92 w 710"/>
                <a:gd name="T51" fmla="*/ 14 h 575"/>
                <a:gd name="T52" fmla="*/ 88 w 710"/>
                <a:gd name="T53" fmla="*/ 4 h 575"/>
                <a:gd name="T54" fmla="*/ 78 w 710"/>
                <a:gd name="T55" fmla="*/ 0 h 575"/>
                <a:gd name="T56" fmla="*/ 8 w 710"/>
                <a:gd name="T57" fmla="*/ 1 h 575"/>
                <a:gd name="T58" fmla="*/ 1 w 710"/>
                <a:gd name="T59" fmla="*/ 8 h 575"/>
                <a:gd name="T60" fmla="*/ 0 w 710"/>
                <a:gd name="T61" fmla="*/ 561 h 575"/>
                <a:gd name="T62" fmla="*/ 3 w 710"/>
                <a:gd name="T63" fmla="*/ 571 h 575"/>
                <a:gd name="T64" fmla="*/ 14 w 710"/>
                <a:gd name="T65" fmla="*/ 575 h 575"/>
                <a:gd name="T66" fmla="*/ 701 w 710"/>
                <a:gd name="T67" fmla="*/ 574 h 575"/>
                <a:gd name="T68" fmla="*/ 709 w 710"/>
                <a:gd name="T69" fmla="*/ 566 h 575"/>
                <a:gd name="T70" fmla="*/ 710 w 710"/>
                <a:gd name="T71" fmla="*/ 14 h 575"/>
                <a:gd name="T72" fmla="*/ 706 w 710"/>
                <a:gd name="T73" fmla="*/ 4 h 575"/>
                <a:gd name="T74" fmla="*/ 696 w 710"/>
                <a:gd name="T75" fmla="*/ 0 h 575"/>
                <a:gd name="T76" fmla="*/ 28 w 710"/>
                <a:gd name="T77" fmla="*/ 505 h 575"/>
                <a:gd name="T78" fmla="*/ 274 w 710"/>
                <a:gd name="T79" fmla="*/ 506 h 575"/>
                <a:gd name="T80" fmla="*/ 297 w 710"/>
                <a:gd name="T81" fmla="*/ 512 h 575"/>
                <a:gd name="T82" fmla="*/ 316 w 710"/>
                <a:gd name="T83" fmla="*/ 522 h 575"/>
                <a:gd name="T84" fmla="*/ 332 w 710"/>
                <a:gd name="T85" fmla="*/ 539 h 575"/>
                <a:gd name="T86" fmla="*/ 28 w 710"/>
                <a:gd name="T87" fmla="*/ 547 h 575"/>
                <a:gd name="T88" fmla="*/ 371 w 710"/>
                <a:gd name="T89" fmla="*/ 547 h 575"/>
                <a:gd name="T90" fmla="*/ 385 w 710"/>
                <a:gd name="T91" fmla="*/ 530 h 575"/>
                <a:gd name="T92" fmla="*/ 403 w 710"/>
                <a:gd name="T93" fmla="*/ 517 h 575"/>
                <a:gd name="T94" fmla="*/ 424 w 710"/>
                <a:gd name="T95" fmla="*/ 509 h 575"/>
                <a:gd name="T96" fmla="*/ 446 w 710"/>
                <a:gd name="T97" fmla="*/ 505 h 575"/>
                <a:gd name="T98" fmla="*/ 682 w 710"/>
                <a:gd name="T99" fmla="*/ 547 h 575"/>
                <a:gd name="T100" fmla="*/ 446 w 710"/>
                <a:gd name="T101" fmla="*/ 478 h 575"/>
                <a:gd name="T102" fmla="*/ 425 w 710"/>
                <a:gd name="T103" fmla="*/ 480 h 575"/>
                <a:gd name="T104" fmla="*/ 404 w 710"/>
                <a:gd name="T105" fmla="*/ 486 h 575"/>
                <a:gd name="T106" fmla="*/ 386 w 710"/>
                <a:gd name="T107" fmla="*/ 495 h 575"/>
                <a:gd name="T108" fmla="*/ 369 w 710"/>
                <a:gd name="T109" fmla="*/ 507 h 575"/>
                <a:gd name="T110" fmla="*/ 375 w 710"/>
                <a:gd name="T111" fmla="*/ 63 h 575"/>
                <a:gd name="T112" fmla="*/ 391 w 710"/>
                <a:gd name="T113" fmla="*/ 47 h 575"/>
                <a:gd name="T114" fmla="*/ 412 w 710"/>
                <a:gd name="T115" fmla="*/ 35 h 575"/>
                <a:gd name="T116" fmla="*/ 434 w 710"/>
                <a:gd name="T117" fmla="*/ 29 h 575"/>
                <a:gd name="T118" fmla="*/ 682 w 710"/>
                <a:gd name="T119" fmla="*/ 28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0" h="575">
                  <a:moveTo>
                    <a:pt x="696" y="0"/>
                  </a:moveTo>
                  <a:lnTo>
                    <a:pt x="446" y="0"/>
                  </a:lnTo>
                  <a:lnTo>
                    <a:pt x="433" y="1"/>
                  </a:lnTo>
                  <a:lnTo>
                    <a:pt x="419" y="3"/>
                  </a:lnTo>
                  <a:lnTo>
                    <a:pt x="407" y="7"/>
                  </a:lnTo>
                  <a:lnTo>
                    <a:pt x="396" y="11"/>
                  </a:lnTo>
                  <a:lnTo>
                    <a:pt x="384" y="18"/>
                  </a:lnTo>
                  <a:lnTo>
                    <a:pt x="373" y="25"/>
                  </a:lnTo>
                  <a:lnTo>
                    <a:pt x="363" y="34"/>
                  </a:lnTo>
                  <a:lnTo>
                    <a:pt x="355" y="44"/>
                  </a:lnTo>
                  <a:lnTo>
                    <a:pt x="346" y="34"/>
                  </a:lnTo>
                  <a:lnTo>
                    <a:pt x="337" y="25"/>
                  </a:lnTo>
                  <a:lnTo>
                    <a:pt x="326" y="18"/>
                  </a:lnTo>
                  <a:lnTo>
                    <a:pt x="314" y="11"/>
                  </a:lnTo>
                  <a:lnTo>
                    <a:pt x="302" y="7"/>
                  </a:lnTo>
                  <a:lnTo>
                    <a:pt x="289" y="3"/>
                  </a:lnTo>
                  <a:lnTo>
                    <a:pt x="277" y="1"/>
                  </a:lnTo>
                  <a:lnTo>
                    <a:pt x="264" y="0"/>
                  </a:lnTo>
                  <a:lnTo>
                    <a:pt x="192" y="0"/>
                  </a:lnTo>
                  <a:lnTo>
                    <a:pt x="186" y="1"/>
                  </a:lnTo>
                  <a:lnTo>
                    <a:pt x="182" y="4"/>
                  </a:lnTo>
                  <a:lnTo>
                    <a:pt x="179" y="8"/>
                  </a:lnTo>
                  <a:lnTo>
                    <a:pt x="178" y="14"/>
                  </a:lnTo>
                  <a:lnTo>
                    <a:pt x="179" y="19"/>
                  </a:lnTo>
                  <a:lnTo>
                    <a:pt x="182" y="23"/>
                  </a:lnTo>
                  <a:lnTo>
                    <a:pt x="186" y="26"/>
                  </a:lnTo>
                  <a:lnTo>
                    <a:pt x="192" y="28"/>
                  </a:lnTo>
                  <a:lnTo>
                    <a:pt x="264" y="28"/>
                  </a:lnTo>
                  <a:lnTo>
                    <a:pt x="276" y="29"/>
                  </a:lnTo>
                  <a:lnTo>
                    <a:pt x="287" y="31"/>
                  </a:lnTo>
                  <a:lnTo>
                    <a:pt x="298" y="35"/>
                  </a:lnTo>
                  <a:lnTo>
                    <a:pt x="309" y="40"/>
                  </a:lnTo>
                  <a:lnTo>
                    <a:pt x="318" y="47"/>
                  </a:lnTo>
                  <a:lnTo>
                    <a:pt x="327" y="54"/>
                  </a:lnTo>
                  <a:lnTo>
                    <a:pt x="335" y="63"/>
                  </a:lnTo>
                  <a:lnTo>
                    <a:pt x="341" y="73"/>
                  </a:lnTo>
                  <a:lnTo>
                    <a:pt x="341" y="507"/>
                  </a:lnTo>
                  <a:lnTo>
                    <a:pt x="332" y="501"/>
                  </a:lnTo>
                  <a:lnTo>
                    <a:pt x="324" y="495"/>
                  </a:lnTo>
                  <a:lnTo>
                    <a:pt x="315" y="490"/>
                  </a:lnTo>
                  <a:lnTo>
                    <a:pt x="306" y="486"/>
                  </a:lnTo>
                  <a:lnTo>
                    <a:pt x="295" y="483"/>
                  </a:lnTo>
                  <a:lnTo>
                    <a:pt x="285" y="480"/>
                  </a:lnTo>
                  <a:lnTo>
                    <a:pt x="274" y="478"/>
                  </a:lnTo>
                  <a:lnTo>
                    <a:pt x="264" y="478"/>
                  </a:lnTo>
                  <a:lnTo>
                    <a:pt x="28" y="478"/>
                  </a:lnTo>
                  <a:lnTo>
                    <a:pt x="28" y="28"/>
                  </a:lnTo>
                  <a:lnTo>
                    <a:pt x="78" y="28"/>
                  </a:lnTo>
                  <a:lnTo>
                    <a:pt x="83" y="26"/>
                  </a:lnTo>
                  <a:lnTo>
                    <a:pt x="88" y="23"/>
                  </a:lnTo>
                  <a:lnTo>
                    <a:pt x="91" y="19"/>
                  </a:lnTo>
                  <a:lnTo>
                    <a:pt x="92" y="14"/>
                  </a:lnTo>
                  <a:lnTo>
                    <a:pt x="91" y="8"/>
                  </a:lnTo>
                  <a:lnTo>
                    <a:pt x="88" y="4"/>
                  </a:lnTo>
                  <a:lnTo>
                    <a:pt x="83" y="1"/>
                  </a:lnTo>
                  <a:lnTo>
                    <a:pt x="78" y="0"/>
                  </a:lnTo>
                  <a:lnTo>
                    <a:pt x="14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561"/>
                  </a:lnTo>
                  <a:lnTo>
                    <a:pt x="1" y="566"/>
                  </a:lnTo>
                  <a:lnTo>
                    <a:pt x="3" y="571"/>
                  </a:lnTo>
                  <a:lnTo>
                    <a:pt x="8" y="574"/>
                  </a:lnTo>
                  <a:lnTo>
                    <a:pt x="14" y="575"/>
                  </a:lnTo>
                  <a:lnTo>
                    <a:pt x="696" y="575"/>
                  </a:lnTo>
                  <a:lnTo>
                    <a:pt x="701" y="574"/>
                  </a:lnTo>
                  <a:lnTo>
                    <a:pt x="706" y="571"/>
                  </a:lnTo>
                  <a:lnTo>
                    <a:pt x="709" y="566"/>
                  </a:lnTo>
                  <a:lnTo>
                    <a:pt x="710" y="561"/>
                  </a:lnTo>
                  <a:lnTo>
                    <a:pt x="710" y="14"/>
                  </a:lnTo>
                  <a:lnTo>
                    <a:pt x="709" y="8"/>
                  </a:lnTo>
                  <a:lnTo>
                    <a:pt x="706" y="4"/>
                  </a:lnTo>
                  <a:lnTo>
                    <a:pt x="701" y="1"/>
                  </a:lnTo>
                  <a:lnTo>
                    <a:pt x="696" y="0"/>
                  </a:lnTo>
                  <a:close/>
                  <a:moveTo>
                    <a:pt x="28" y="547"/>
                  </a:moveTo>
                  <a:lnTo>
                    <a:pt x="28" y="505"/>
                  </a:lnTo>
                  <a:lnTo>
                    <a:pt x="264" y="505"/>
                  </a:lnTo>
                  <a:lnTo>
                    <a:pt x="274" y="506"/>
                  </a:lnTo>
                  <a:lnTo>
                    <a:pt x="286" y="509"/>
                  </a:lnTo>
                  <a:lnTo>
                    <a:pt x="297" y="512"/>
                  </a:lnTo>
                  <a:lnTo>
                    <a:pt x="307" y="517"/>
                  </a:lnTo>
                  <a:lnTo>
                    <a:pt x="316" y="522"/>
                  </a:lnTo>
                  <a:lnTo>
                    <a:pt x="325" y="530"/>
                  </a:lnTo>
                  <a:lnTo>
                    <a:pt x="332" y="539"/>
                  </a:lnTo>
                  <a:lnTo>
                    <a:pt x="339" y="547"/>
                  </a:lnTo>
                  <a:lnTo>
                    <a:pt x="28" y="547"/>
                  </a:lnTo>
                  <a:close/>
                  <a:moveTo>
                    <a:pt x="682" y="547"/>
                  </a:moveTo>
                  <a:lnTo>
                    <a:pt x="371" y="547"/>
                  </a:lnTo>
                  <a:lnTo>
                    <a:pt x="377" y="539"/>
                  </a:lnTo>
                  <a:lnTo>
                    <a:pt x="385" y="530"/>
                  </a:lnTo>
                  <a:lnTo>
                    <a:pt x="394" y="522"/>
                  </a:lnTo>
                  <a:lnTo>
                    <a:pt x="403" y="517"/>
                  </a:lnTo>
                  <a:lnTo>
                    <a:pt x="413" y="512"/>
                  </a:lnTo>
                  <a:lnTo>
                    <a:pt x="424" y="509"/>
                  </a:lnTo>
                  <a:lnTo>
                    <a:pt x="434" y="506"/>
                  </a:lnTo>
                  <a:lnTo>
                    <a:pt x="446" y="505"/>
                  </a:lnTo>
                  <a:lnTo>
                    <a:pt x="682" y="505"/>
                  </a:lnTo>
                  <a:lnTo>
                    <a:pt x="682" y="547"/>
                  </a:lnTo>
                  <a:close/>
                  <a:moveTo>
                    <a:pt x="682" y="478"/>
                  </a:moveTo>
                  <a:lnTo>
                    <a:pt x="446" y="478"/>
                  </a:lnTo>
                  <a:lnTo>
                    <a:pt x="435" y="478"/>
                  </a:lnTo>
                  <a:lnTo>
                    <a:pt x="425" y="480"/>
                  </a:lnTo>
                  <a:lnTo>
                    <a:pt x="414" y="483"/>
                  </a:lnTo>
                  <a:lnTo>
                    <a:pt x="404" y="486"/>
                  </a:lnTo>
                  <a:lnTo>
                    <a:pt x="395" y="490"/>
                  </a:lnTo>
                  <a:lnTo>
                    <a:pt x="386" y="495"/>
                  </a:lnTo>
                  <a:lnTo>
                    <a:pt x="376" y="501"/>
                  </a:lnTo>
                  <a:lnTo>
                    <a:pt x="369" y="507"/>
                  </a:lnTo>
                  <a:lnTo>
                    <a:pt x="369" y="73"/>
                  </a:lnTo>
                  <a:lnTo>
                    <a:pt x="375" y="63"/>
                  </a:lnTo>
                  <a:lnTo>
                    <a:pt x="383" y="54"/>
                  </a:lnTo>
                  <a:lnTo>
                    <a:pt x="391" y="47"/>
                  </a:lnTo>
                  <a:lnTo>
                    <a:pt x="401" y="40"/>
                  </a:lnTo>
                  <a:lnTo>
                    <a:pt x="412" y="35"/>
                  </a:lnTo>
                  <a:lnTo>
                    <a:pt x="423" y="31"/>
                  </a:lnTo>
                  <a:lnTo>
                    <a:pt x="434" y="29"/>
                  </a:lnTo>
                  <a:lnTo>
                    <a:pt x="446" y="28"/>
                  </a:lnTo>
                  <a:lnTo>
                    <a:pt x="682" y="28"/>
                  </a:lnTo>
                  <a:lnTo>
                    <a:pt x="682" y="4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465">
              <a:extLst>
                <a:ext uri="{FF2B5EF4-FFF2-40B4-BE49-F238E27FC236}">
                  <a16:creationId xmlns:a16="http://schemas.microsoft.com/office/drawing/2014/main" id="{C44ADC3A-DBAE-4BBC-BBAA-55650C93D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1282701"/>
              <a:ext cx="14288" cy="14288"/>
            </a:xfrm>
            <a:custGeom>
              <a:avLst/>
              <a:gdLst>
                <a:gd name="T0" fmla="*/ 24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8 w 28"/>
                <a:gd name="T7" fmla="*/ 1 h 27"/>
                <a:gd name="T8" fmla="*/ 4 w 28"/>
                <a:gd name="T9" fmla="*/ 3 h 27"/>
                <a:gd name="T10" fmla="*/ 1 w 28"/>
                <a:gd name="T11" fmla="*/ 9 h 27"/>
                <a:gd name="T12" fmla="*/ 0 w 28"/>
                <a:gd name="T13" fmla="*/ 13 h 27"/>
                <a:gd name="T14" fmla="*/ 1 w 28"/>
                <a:gd name="T15" fmla="*/ 18 h 27"/>
                <a:gd name="T16" fmla="*/ 4 w 28"/>
                <a:gd name="T17" fmla="*/ 24 h 27"/>
                <a:gd name="T18" fmla="*/ 8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4 w 28"/>
                <a:gd name="T25" fmla="*/ 24 h 27"/>
                <a:gd name="T26" fmla="*/ 27 w 28"/>
                <a:gd name="T27" fmla="*/ 18 h 27"/>
                <a:gd name="T28" fmla="*/ 28 w 28"/>
                <a:gd name="T29" fmla="*/ 13 h 27"/>
                <a:gd name="T30" fmla="*/ 27 w 28"/>
                <a:gd name="T31" fmla="*/ 9 h 27"/>
                <a:gd name="T32" fmla="*/ 24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4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4" y="24"/>
                  </a:lnTo>
                  <a:lnTo>
                    <a:pt x="27" y="18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466">
              <a:extLst>
                <a:ext uri="{FF2B5EF4-FFF2-40B4-BE49-F238E27FC236}">
                  <a16:creationId xmlns:a16="http://schemas.microsoft.com/office/drawing/2014/main" id="{40B81AB8-ADA5-4EEE-BBE8-8440CF7D9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6" y="1282701"/>
              <a:ext cx="80963" cy="14288"/>
            </a:xfrm>
            <a:custGeom>
              <a:avLst/>
              <a:gdLst>
                <a:gd name="T0" fmla="*/ 138 w 152"/>
                <a:gd name="T1" fmla="*/ 0 h 27"/>
                <a:gd name="T2" fmla="*/ 14 w 152"/>
                <a:gd name="T3" fmla="*/ 0 h 27"/>
                <a:gd name="T4" fmla="*/ 8 w 152"/>
                <a:gd name="T5" fmla="*/ 1 h 27"/>
                <a:gd name="T6" fmla="*/ 4 w 152"/>
                <a:gd name="T7" fmla="*/ 3 h 27"/>
                <a:gd name="T8" fmla="*/ 1 w 152"/>
                <a:gd name="T9" fmla="*/ 7 h 27"/>
                <a:gd name="T10" fmla="*/ 0 w 152"/>
                <a:gd name="T11" fmla="*/ 13 h 27"/>
                <a:gd name="T12" fmla="*/ 1 w 152"/>
                <a:gd name="T13" fmla="*/ 19 h 27"/>
                <a:gd name="T14" fmla="*/ 4 w 152"/>
                <a:gd name="T15" fmla="*/ 24 h 27"/>
                <a:gd name="T16" fmla="*/ 8 w 152"/>
                <a:gd name="T17" fmla="*/ 26 h 27"/>
                <a:gd name="T18" fmla="*/ 14 w 152"/>
                <a:gd name="T19" fmla="*/ 27 h 27"/>
                <a:gd name="T20" fmla="*/ 138 w 152"/>
                <a:gd name="T21" fmla="*/ 27 h 27"/>
                <a:gd name="T22" fmla="*/ 144 w 152"/>
                <a:gd name="T23" fmla="*/ 26 h 27"/>
                <a:gd name="T24" fmla="*/ 148 w 152"/>
                <a:gd name="T25" fmla="*/ 24 h 27"/>
                <a:gd name="T26" fmla="*/ 151 w 152"/>
                <a:gd name="T27" fmla="*/ 19 h 27"/>
                <a:gd name="T28" fmla="*/ 152 w 152"/>
                <a:gd name="T29" fmla="*/ 13 h 27"/>
                <a:gd name="T30" fmla="*/ 151 w 152"/>
                <a:gd name="T31" fmla="*/ 7 h 27"/>
                <a:gd name="T32" fmla="*/ 148 w 152"/>
                <a:gd name="T33" fmla="*/ 3 h 27"/>
                <a:gd name="T34" fmla="*/ 144 w 152"/>
                <a:gd name="T35" fmla="*/ 1 h 27"/>
                <a:gd name="T36" fmla="*/ 138 w 152"/>
                <a:gd name="T3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" h="27">
                  <a:moveTo>
                    <a:pt x="138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4" y="27"/>
                  </a:lnTo>
                  <a:lnTo>
                    <a:pt x="138" y="27"/>
                  </a:lnTo>
                  <a:lnTo>
                    <a:pt x="144" y="26"/>
                  </a:lnTo>
                  <a:lnTo>
                    <a:pt x="148" y="24"/>
                  </a:lnTo>
                  <a:lnTo>
                    <a:pt x="151" y="19"/>
                  </a:lnTo>
                  <a:lnTo>
                    <a:pt x="152" y="13"/>
                  </a:lnTo>
                  <a:lnTo>
                    <a:pt x="151" y="7"/>
                  </a:lnTo>
                  <a:lnTo>
                    <a:pt x="148" y="3"/>
                  </a:lnTo>
                  <a:lnTo>
                    <a:pt x="144" y="1"/>
                  </a:lnTo>
                  <a:lnTo>
                    <a:pt x="1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467">
              <a:extLst>
                <a:ext uri="{FF2B5EF4-FFF2-40B4-BE49-F238E27FC236}">
                  <a16:creationId xmlns:a16="http://schemas.microsoft.com/office/drawing/2014/main" id="{40FFB5FD-E3E1-4329-BF70-85ED13EE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6" y="1230313"/>
              <a:ext cx="107950" cy="15875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8 w 205"/>
                <a:gd name="T5" fmla="*/ 1 h 28"/>
                <a:gd name="T6" fmla="*/ 4 w 205"/>
                <a:gd name="T7" fmla="*/ 5 h 28"/>
                <a:gd name="T8" fmla="*/ 1 w 205"/>
                <a:gd name="T9" fmla="*/ 9 h 28"/>
                <a:gd name="T10" fmla="*/ 0 w 205"/>
                <a:gd name="T11" fmla="*/ 14 h 28"/>
                <a:gd name="T12" fmla="*/ 1 w 205"/>
                <a:gd name="T13" fmla="*/ 20 h 28"/>
                <a:gd name="T14" fmla="*/ 4 w 205"/>
                <a:gd name="T15" fmla="*/ 24 h 28"/>
                <a:gd name="T16" fmla="*/ 8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1 w 205"/>
                <a:gd name="T25" fmla="*/ 24 h 28"/>
                <a:gd name="T26" fmla="*/ 204 w 205"/>
                <a:gd name="T27" fmla="*/ 20 h 28"/>
                <a:gd name="T28" fmla="*/ 205 w 205"/>
                <a:gd name="T29" fmla="*/ 14 h 28"/>
                <a:gd name="T30" fmla="*/ 204 w 205"/>
                <a:gd name="T31" fmla="*/ 9 h 28"/>
                <a:gd name="T32" fmla="*/ 201 w 205"/>
                <a:gd name="T33" fmla="*/ 5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1" y="24"/>
                  </a:lnTo>
                  <a:lnTo>
                    <a:pt x="204" y="20"/>
                  </a:lnTo>
                  <a:lnTo>
                    <a:pt x="205" y="14"/>
                  </a:lnTo>
                  <a:lnTo>
                    <a:pt x="204" y="9"/>
                  </a:lnTo>
                  <a:lnTo>
                    <a:pt x="201" y="5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468">
              <a:extLst>
                <a:ext uri="{FF2B5EF4-FFF2-40B4-BE49-F238E27FC236}">
                  <a16:creationId xmlns:a16="http://schemas.microsoft.com/office/drawing/2014/main" id="{449DDDB7-B6BB-42DF-A271-A5A101E7E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6" y="1179513"/>
              <a:ext cx="107950" cy="15875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8 w 205"/>
                <a:gd name="T5" fmla="*/ 1 h 28"/>
                <a:gd name="T6" fmla="*/ 4 w 205"/>
                <a:gd name="T7" fmla="*/ 4 h 28"/>
                <a:gd name="T8" fmla="*/ 1 w 205"/>
                <a:gd name="T9" fmla="*/ 8 h 28"/>
                <a:gd name="T10" fmla="*/ 0 w 205"/>
                <a:gd name="T11" fmla="*/ 14 h 28"/>
                <a:gd name="T12" fmla="*/ 1 w 205"/>
                <a:gd name="T13" fmla="*/ 19 h 28"/>
                <a:gd name="T14" fmla="*/ 4 w 205"/>
                <a:gd name="T15" fmla="*/ 23 h 28"/>
                <a:gd name="T16" fmla="*/ 8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1 w 205"/>
                <a:gd name="T25" fmla="*/ 23 h 28"/>
                <a:gd name="T26" fmla="*/ 204 w 205"/>
                <a:gd name="T27" fmla="*/ 19 h 28"/>
                <a:gd name="T28" fmla="*/ 205 w 205"/>
                <a:gd name="T29" fmla="*/ 14 h 28"/>
                <a:gd name="T30" fmla="*/ 204 w 205"/>
                <a:gd name="T31" fmla="*/ 8 h 28"/>
                <a:gd name="T32" fmla="*/ 201 w 205"/>
                <a:gd name="T33" fmla="*/ 4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1" y="23"/>
                  </a:lnTo>
                  <a:lnTo>
                    <a:pt x="204" y="19"/>
                  </a:lnTo>
                  <a:lnTo>
                    <a:pt x="205" y="14"/>
                  </a:lnTo>
                  <a:lnTo>
                    <a:pt x="204" y="8"/>
                  </a:lnTo>
                  <a:lnTo>
                    <a:pt x="201" y="4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469">
              <a:extLst>
                <a:ext uri="{FF2B5EF4-FFF2-40B4-BE49-F238E27FC236}">
                  <a16:creationId xmlns:a16="http://schemas.microsoft.com/office/drawing/2014/main" id="{B6DC40C9-489E-44DC-A95C-2313D45D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6" y="1128713"/>
              <a:ext cx="107950" cy="14288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8 w 205"/>
                <a:gd name="T5" fmla="*/ 1 h 28"/>
                <a:gd name="T6" fmla="*/ 4 w 205"/>
                <a:gd name="T7" fmla="*/ 4 h 28"/>
                <a:gd name="T8" fmla="*/ 1 w 205"/>
                <a:gd name="T9" fmla="*/ 9 h 28"/>
                <a:gd name="T10" fmla="*/ 0 w 205"/>
                <a:gd name="T11" fmla="*/ 14 h 28"/>
                <a:gd name="T12" fmla="*/ 1 w 205"/>
                <a:gd name="T13" fmla="*/ 19 h 28"/>
                <a:gd name="T14" fmla="*/ 4 w 205"/>
                <a:gd name="T15" fmla="*/ 24 h 28"/>
                <a:gd name="T16" fmla="*/ 8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1 w 205"/>
                <a:gd name="T25" fmla="*/ 24 h 28"/>
                <a:gd name="T26" fmla="*/ 204 w 205"/>
                <a:gd name="T27" fmla="*/ 19 h 28"/>
                <a:gd name="T28" fmla="*/ 205 w 205"/>
                <a:gd name="T29" fmla="*/ 14 h 28"/>
                <a:gd name="T30" fmla="*/ 204 w 205"/>
                <a:gd name="T31" fmla="*/ 9 h 28"/>
                <a:gd name="T32" fmla="*/ 201 w 205"/>
                <a:gd name="T33" fmla="*/ 4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1" y="24"/>
                  </a:lnTo>
                  <a:lnTo>
                    <a:pt x="204" y="19"/>
                  </a:lnTo>
                  <a:lnTo>
                    <a:pt x="205" y="14"/>
                  </a:lnTo>
                  <a:lnTo>
                    <a:pt x="204" y="9"/>
                  </a:lnTo>
                  <a:lnTo>
                    <a:pt x="201" y="4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470">
              <a:extLst>
                <a:ext uri="{FF2B5EF4-FFF2-40B4-BE49-F238E27FC236}">
                  <a16:creationId xmlns:a16="http://schemas.microsoft.com/office/drawing/2014/main" id="{66E5BBCA-2DE5-411D-BE02-E2FE0474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3" y="1282701"/>
              <a:ext cx="15875" cy="14288"/>
            </a:xfrm>
            <a:custGeom>
              <a:avLst/>
              <a:gdLst>
                <a:gd name="T0" fmla="*/ 25 w 28"/>
                <a:gd name="T1" fmla="*/ 3 h 27"/>
                <a:gd name="T2" fmla="*/ 19 w 28"/>
                <a:gd name="T3" fmla="*/ 1 h 27"/>
                <a:gd name="T4" fmla="*/ 14 w 28"/>
                <a:gd name="T5" fmla="*/ 0 h 27"/>
                <a:gd name="T6" fmla="*/ 9 w 28"/>
                <a:gd name="T7" fmla="*/ 1 h 27"/>
                <a:gd name="T8" fmla="*/ 4 w 28"/>
                <a:gd name="T9" fmla="*/ 3 h 27"/>
                <a:gd name="T10" fmla="*/ 1 w 28"/>
                <a:gd name="T11" fmla="*/ 9 h 27"/>
                <a:gd name="T12" fmla="*/ 0 w 28"/>
                <a:gd name="T13" fmla="*/ 13 h 27"/>
                <a:gd name="T14" fmla="*/ 1 w 28"/>
                <a:gd name="T15" fmla="*/ 18 h 27"/>
                <a:gd name="T16" fmla="*/ 4 w 28"/>
                <a:gd name="T17" fmla="*/ 24 h 27"/>
                <a:gd name="T18" fmla="*/ 9 w 28"/>
                <a:gd name="T19" fmla="*/ 26 h 27"/>
                <a:gd name="T20" fmla="*/ 14 w 28"/>
                <a:gd name="T21" fmla="*/ 27 h 27"/>
                <a:gd name="T22" fmla="*/ 19 w 28"/>
                <a:gd name="T23" fmla="*/ 26 h 27"/>
                <a:gd name="T24" fmla="*/ 25 w 28"/>
                <a:gd name="T25" fmla="*/ 24 h 27"/>
                <a:gd name="T26" fmla="*/ 27 w 28"/>
                <a:gd name="T27" fmla="*/ 18 h 27"/>
                <a:gd name="T28" fmla="*/ 28 w 28"/>
                <a:gd name="T29" fmla="*/ 13 h 27"/>
                <a:gd name="T30" fmla="*/ 27 w 28"/>
                <a:gd name="T31" fmla="*/ 9 h 27"/>
                <a:gd name="T32" fmla="*/ 25 w 28"/>
                <a:gd name="T3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7">
                  <a:moveTo>
                    <a:pt x="25" y="3"/>
                  </a:moveTo>
                  <a:lnTo>
                    <a:pt x="19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19" y="26"/>
                  </a:lnTo>
                  <a:lnTo>
                    <a:pt x="25" y="24"/>
                  </a:lnTo>
                  <a:lnTo>
                    <a:pt x="27" y="18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471">
              <a:extLst>
                <a:ext uri="{FF2B5EF4-FFF2-40B4-BE49-F238E27FC236}">
                  <a16:creationId xmlns:a16="http://schemas.microsoft.com/office/drawing/2014/main" id="{590C448D-41BE-456C-A771-872368EC7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1282701"/>
              <a:ext cx="80963" cy="14288"/>
            </a:xfrm>
            <a:custGeom>
              <a:avLst/>
              <a:gdLst>
                <a:gd name="T0" fmla="*/ 139 w 153"/>
                <a:gd name="T1" fmla="*/ 0 h 27"/>
                <a:gd name="T2" fmla="*/ 14 w 153"/>
                <a:gd name="T3" fmla="*/ 0 h 27"/>
                <a:gd name="T4" fmla="*/ 9 w 153"/>
                <a:gd name="T5" fmla="*/ 1 h 27"/>
                <a:gd name="T6" fmla="*/ 4 w 153"/>
                <a:gd name="T7" fmla="*/ 3 h 27"/>
                <a:gd name="T8" fmla="*/ 1 w 153"/>
                <a:gd name="T9" fmla="*/ 7 h 27"/>
                <a:gd name="T10" fmla="*/ 0 w 153"/>
                <a:gd name="T11" fmla="*/ 13 h 27"/>
                <a:gd name="T12" fmla="*/ 1 w 153"/>
                <a:gd name="T13" fmla="*/ 19 h 27"/>
                <a:gd name="T14" fmla="*/ 4 w 153"/>
                <a:gd name="T15" fmla="*/ 24 h 27"/>
                <a:gd name="T16" fmla="*/ 9 w 153"/>
                <a:gd name="T17" fmla="*/ 26 h 27"/>
                <a:gd name="T18" fmla="*/ 14 w 153"/>
                <a:gd name="T19" fmla="*/ 27 h 27"/>
                <a:gd name="T20" fmla="*/ 139 w 153"/>
                <a:gd name="T21" fmla="*/ 27 h 27"/>
                <a:gd name="T22" fmla="*/ 145 w 153"/>
                <a:gd name="T23" fmla="*/ 26 h 27"/>
                <a:gd name="T24" fmla="*/ 149 w 153"/>
                <a:gd name="T25" fmla="*/ 24 h 27"/>
                <a:gd name="T26" fmla="*/ 152 w 153"/>
                <a:gd name="T27" fmla="*/ 19 h 27"/>
                <a:gd name="T28" fmla="*/ 153 w 153"/>
                <a:gd name="T29" fmla="*/ 13 h 27"/>
                <a:gd name="T30" fmla="*/ 152 w 153"/>
                <a:gd name="T31" fmla="*/ 7 h 27"/>
                <a:gd name="T32" fmla="*/ 149 w 153"/>
                <a:gd name="T33" fmla="*/ 3 h 27"/>
                <a:gd name="T34" fmla="*/ 145 w 153"/>
                <a:gd name="T35" fmla="*/ 1 h 27"/>
                <a:gd name="T36" fmla="*/ 139 w 153"/>
                <a:gd name="T3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" h="27">
                  <a:moveTo>
                    <a:pt x="139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6"/>
                  </a:lnTo>
                  <a:lnTo>
                    <a:pt x="14" y="27"/>
                  </a:lnTo>
                  <a:lnTo>
                    <a:pt x="139" y="27"/>
                  </a:lnTo>
                  <a:lnTo>
                    <a:pt x="145" y="26"/>
                  </a:lnTo>
                  <a:lnTo>
                    <a:pt x="149" y="24"/>
                  </a:lnTo>
                  <a:lnTo>
                    <a:pt x="152" y="19"/>
                  </a:lnTo>
                  <a:lnTo>
                    <a:pt x="153" y="13"/>
                  </a:lnTo>
                  <a:lnTo>
                    <a:pt x="152" y="7"/>
                  </a:lnTo>
                  <a:lnTo>
                    <a:pt x="149" y="3"/>
                  </a:lnTo>
                  <a:lnTo>
                    <a:pt x="145" y="1"/>
                  </a:lnTo>
                  <a:lnTo>
                    <a:pt x="1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472">
              <a:extLst>
                <a:ext uri="{FF2B5EF4-FFF2-40B4-BE49-F238E27FC236}">
                  <a16:creationId xmlns:a16="http://schemas.microsoft.com/office/drawing/2014/main" id="{55D2913A-3D25-4446-91DD-33C8D3C6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1230313"/>
              <a:ext cx="109538" cy="15875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9 w 205"/>
                <a:gd name="T5" fmla="*/ 1 h 28"/>
                <a:gd name="T6" fmla="*/ 4 w 205"/>
                <a:gd name="T7" fmla="*/ 5 h 28"/>
                <a:gd name="T8" fmla="*/ 1 w 205"/>
                <a:gd name="T9" fmla="*/ 9 h 28"/>
                <a:gd name="T10" fmla="*/ 0 w 205"/>
                <a:gd name="T11" fmla="*/ 14 h 28"/>
                <a:gd name="T12" fmla="*/ 1 w 205"/>
                <a:gd name="T13" fmla="*/ 20 h 28"/>
                <a:gd name="T14" fmla="*/ 4 w 205"/>
                <a:gd name="T15" fmla="*/ 24 h 28"/>
                <a:gd name="T16" fmla="*/ 9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2 w 205"/>
                <a:gd name="T25" fmla="*/ 24 h 28"/>
                <a:gd name="T26" fmla="*/ 204 w 205"/>
                <a:gd name="T27" fmla="*/ 20 h 28"/>
                <a:gd name="T28" fmla="*/ 205 w 205"/>
                <a:gd name="T29" fmla="*/ 14 h 28"/>
                <a:gd name="T30" fmla="*/ 204 w 205"/>
                <a:gd name="T31" fmla="*/ 9 h 28"/>
                <a:gd name="T32" fmla="*/ 202 w 205"/>
                <a:gd name="T33" fmla="*/ 5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20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2" y="24"/>
                  </a:lnTo>
                  <a:lnTo>
                    <a:pt x="204" y="20"/>
                  </a:lnTo>
                  <a:lnTo>
                    <a:pt x="205" y="14"/>
                  </a:lnTo>
                  <a:lnTo>
                    <a:pt x="204" y="9"/>
                  </a:lnTo>
                  <a:lnTo>
                    <a:pt x="202" y="5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473">
              <a:extLst>
                <a:ext uri="{FF2B5EF4-FFF2-40B4-BE49-F238E27FC236}">
                  <a16:creationId xmlns:a16="http://schemas.microsoft.com/office/drawing/2014/main" id="{83C2C40C-DB0C-4AD8-89AA-B1A0B77D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1179513"/>
              <a:ext cx="109538" cy="15875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9 w 205"/>
                <a:gd name="T5" fmla="*/ 1 h 28"/>
                <a:gd name="T6" fmla="*/ 4 w 205"/>
                <a:gd name="T7" fmla="*/ 4 h 28"/>
                <a:gd name="T8" fmla="*/ 1 w 205"/>
                <a:gd name="T9" fmla="*/ 8 h 28"/>
                <a:gd name="T10" fmla="*/ 0 w 205"/>
                <a:gd name="T11" fmla="*/ 14 h 28"/>
                <a:gd name="T12" fmla="*/ 1 w 205"/>
                <a:gd name="T13" fmla="*/ 19 h 28"/>
                <a:gd name="T14" fmla="*/ 4 w 205"/>
                <a:gd name="T15" fmla="*/ 23 h 28"/>
                <a:gd name="T16" fmla="*/ 9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2 w 205"/>
                <a:gd name="T25" fmla="*/ 23 h 28"/>
                <a:gd name="T26" fmla="*/ 204 w 205"/>
                <a:gd name="T27" fmla="*/ 19 h 28"/>
                <a:gd name="T28" fmla="*/ 205 w 205"/>
                <a:gd name="T29" fmla="*/ 14 h 28"/>
                <a:gd name="T30" fmla="*/ 204 w 205"/>
                <a:gd name="T31" fmla="*/ 8 h 28"/>
                <a:gd name="T32" fmla="*/ 202 w 205"/>
                <a:gd name="T33" fmla="*/ 4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3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2" y="23"/>
                  </a:lnTo>
                  <a:lnTo>
                    <a:pt x="204" y="19"/>
                  </a:lnTo>
                  <a:lnTo>
                    <a:pt x="205" y="14"/>
                  </a:lnTo>
                  <a:lnTo>
                    <a:pt x="204" y="8"/>
                  </a:lnTo>
                  <a:lnTo>
                    <a:pt x="202" y="4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474">
              <a:extLst>
                <a:ext uri="{FF2B5EF4-FFF2-40B4-BE49-F238E27FC236}">
                  <a16:creationId xmlns:a16="http://schemas.microsoft.com/office/drawing/2014/main" id="{0F522C9A-51CF-46E8-A0A4-23CB22A32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1128713"/>
              <a:ext cx="109538" cy="14288"/>
            </a:xfrm>
            <a:custGeom>
              <a:avLst/>
              <a:gdLst>
                <a:gd name="T0" fmla="*/ 191 w 205"/>
                <a:gd name="T1" fmla="*/ 0 h 28"/>
                <a:gd name="T2" fmla="*/ 14 w 205"/>
                <a:gd name="T3" fmla="*/ 0 h 28"/>
                <a:gd name="T4" fmla="*/ 9 w 205"/>
                <a:gd name="T5" fmla="*/ 1 h 28"/>
                <a:gd name="T6" fmla="*/ 4 w 205"/>
                <a:gd name="T7" fmla="*/ 4 h 28"/>
                <a:gd name="T8" fmla="*/ 1 w 205"/>
                <a:gd name="T9" fmla="*/ 9 h 28"/>
                <a:gd name="T10" fmla="*/ 0 w 205"/>
                <a:gd name="T11" fmla="*/ 14 h 28"/>
                <a:gd name="T12" fmla="*/ 1 w 205"/>
                <a:gd name="T13" fmla="*/ 19 h 28"/>
                <a:gd name="T14" fmla="*/ 4 w 205"/>
                <a:gd name="T15" fmla="*/ 24 h 28"/>
                <a:gd name="T16" fmla="*/ 9 w 205"/>
                <a:gd name="T17" fmla="*/ 27 h 28"/>
                <a:gd name="T18" fmla="*/ 14 w 205"/>
                <a:gd name="T19" fmla="*/ 28 h 28"/>
                <a:gd name="T20" fmla="*/ 191 w 205"/>
                <a:gd name="T21" fmla="*/ 28 h 28"/>
                <a:gd name="T22" fmla="*/ 196 w 205"/>
                <a:gd name="T23" fmla="*/ 27 h 28"/>
                <a:gd name="T24" fmla="*/ 202 w 205"/>
                <a:gd name="T25" fmla="*/ 24 h 28"/>
                <a:gd name="T26" fmla="*/ 204 w 205"/>
                <a:gd name="T27" fmla="*/ 19 h 28"/>
                <a:gd name="T28" fmla="*/ 205 w 205"/>
                <a:gd name="T29" fmla="*/ 14 h 28"/>
                <a:gd name="T30" fmla="*/ 204 w 205"/>
                <a:gd name="T31" fmla="*/ 9 h 28"/>
                <a:gd name="T32" fmla="*/ 202 w 205"/>
                <a:gd name="T33" fmla="*/ 4 h 28"/>
                <a:gd name="T34" fmla="*/ 196 w 205"/>
                <a:gd name="T35" fmla="*/ 1 h 28"/>
                <a:gd name="T36" fmla="*/ 191 w 205"/>
                <a:gd name="T3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28">
                  <a:moveTo>
                    <a:pt x="191" y="0"/>
                  </a:moveTo>
                  <a:lnTo>
                    <a:pt x="14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4" y="24"/>
                  </a:lnTo>
                  <a:lnTo>
                    <a:pt x="9" y="27"/>
                  </a:lnTo>
                  <a:lnTo>
                    <a:pt x="14" y="28"/>
                  </a:lnTo>
                  <a:lnTo>
                    <a:pt x="191" y="28"/>
                  </a:lnTo>
                  <a:lnTo>
                    <a:pt x="196" y="27"/>
                  </a:lnTo>
                  <a:lnTo>
                    <a:pt x="202" y="24"/>
                  </a:lnTo>
                  <a:lnTo>
                    <a:pt x="204" y="19"/>
                  </a:lnTo>
                  <a:lnTo>
                    <a:pt x="205" y="14"/>
                  </a:lnTo>
                  <a:lnTo>
                    <a:pt x="204" y="9"/>
                  </a:lnTo>
                  <a:lnTo>
                    <a:pt x="202" y="4"/>
                  </a:lnTo>
                  <a:lnTo>
                    <a:pt x="196" y="1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475">
              <a:extLst>
                <a:ext uri="{FF2B5EF4-FFF2-40B4-BE49-F238E27FC236}">
                  <a16:creationId xmlns:a16="http://schemas.microsoft.com/office/drawing/2014/main" id="{AC7CC95F-4656-44A6-965F-A85202920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6" y="1079501"/>
              <a:ext cx="14288" cy="14288"/>
            </a:xfrm>
            <a:custGeom>
              <a:avLst/>
              <a:gdLst>
                <a:gd name="T0" fmla="*/ 24 w 27"/>
                <a:gd name="T1" fmla="*/ 4 h 28"/>
                <a:gd name="T2" fmla="*/ 18 w 27"/>
                <a:gd name="T3" fmla="*/ 1 h 28"/>
                <a:gd name="T4" fmla="*/ 13 w 27"/>
                <a:gd name="T5" fmla="*/ 0 h 28"/>
                <a:gd name="T6" fmla="*/ 9 w 27"/>
                <a:gd name="T7" fmla="*/ 1 h 28"/>
                <a:gd name="T8" fmla="*/ 3 w 27"/>
                <a:gd name="T9" fmla="*/ 4 h 28"/>
                <a:gd name="T10" fmla="*/ 1 w 27"/>
                <a:gd name="T11" fmla="*/ 8 h 28"/>
                <a:gd name="T12" fmla="*/ 0 w 27"/>
                <a:gd name="T13" fmla="*/ 14 h 28"/>
                <a:gd name="T14" fmla="*/ 1 w 27"/>
                <a:gd name="T15" fmla="*/ 19 h 28"/>
                <a:gd name="T16" fmla="*/ 3 w 27"/>
                <a:gd name="T17" fmla="*/ 23 h 28"/>
                <a:gd name="T18" fmla="*/ 9 w 27"/>
                <a:gd name="T19" fmla="*/ 26 h 28"/>
                <a:gd name="T20" fmla="*/ 13 w 27"/>
                <a:gd name="T21" fmla="*/ 28 h 28"/>
                <a:gd name="T22" fmla="*/ 18 w 27"/>
                <a:gd name="T23" fmla="*/ 26 h 28"/>
                <a:gd name="T24" fmla="*/ 24 w 27"/>
                <a:gd name="T25" fmla="*/ 23 h 28"/>
                <a:gd name="T26" fmla="*/ 26 w 27"/>
                <a:gd name="T27" fmla="*/ 19 h 28"/>
                <a:gd name="T28" fmla="*/ 27 w 27"/>
                <a:gd name="T29" fmla="*/ 14 h 28"/>
                <a:gd name="T30" fmla="*/ 26 w 27"/>
                <a:gd name="T31" fmla="*/ 8 h 28"/>
                <a:gd name="T32" fmla="*/ 24 w 27"/>
                <a:gd name="T3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28">
                  <a:moveTo>
                    <a:pt x="24" y="4"/>
                  </a:moveTo>
                  <a:lnTo>
                    <a:pt x="18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3" y="23"/>
                  </a:lnTo>
                  <a:lnTo>
                    <a:pt x="9" y="26"/>
                  </a:lnTo>
                  <a:lnTo>
                    <a:pt x="13" y="28"/>
                  </a:lnTo>
                  <a:lnTo>
                    <a:pt x="18" y="26"/>
                  </a:lnTo>
                  <a:lnTo>
                    <a:pt x="24" y="23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1881482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ythrough dir="ou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#01 Higher">
      <a:dk1>
        <a:srgbClr val="000000"/>
      </a:dk1>
      <a:lt1>
        <a:srgbClr val="FFFFFF"/>
      </a:lt1>
      <a:dk2>
        <a:srgbClr val="2D3847"/>
      </a:dk2>
      <a:lt2>
        <a:srgbClr val="E7E6E6"/>
      </a:lt2>
      <a:accent1>
        <a:srgbClr val="04C7EE"/>
      </a:accent1>
      <a:accent2>
        <a:srgbClr val="4993F2"/>
      </a:accent2>
      <a:accent3>
        <a:srgbClr val="36B0F7"/>
      </a:accent3>
      <a:accent4>
        <a:srgbClr val="3FC4F9"/>
      </a:accent4>
      <a:accent5>
        <a:srgbClr val="43D7F8"/>
      </a:accent5>
      <a:accent6>
        <a:srgbClr val="379DFB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6316</TotalTime>
  <Words>3316</Words>
  <Application>Microsoft Macintosh PowerPoint</Application>
  <PresentationFormat>Widescreen</PresentationFormat>
  <Paragraphs>1310</Paragraphs>
  <Slides>81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81</vt:i4>
      </vt:variant>
    </vt:vector>
  </HeadingPairs>
  <TitlesOfParts>
    <vt:vector size="91" baseType="lpstr">
      <vt:lpstr>Arial</vt:lpstr>
      <vt:lpstr>Calibri</vt:lpstr>
      <vt:lpstr>Montserrat Light</vt:lpstr>
      <vt:lpstr>Nexa Light</vt:lpstr>
      <vt:lpstr>Poppins</vt:lpstr>
      <vt:lpstr>Poppins Light</vt:lpstr>
      <vt:lpstr>PT Sans</vt:lpstr>
      <vt:lpstr>Raleway</vt:lpstr>
      <vt:lpstr>Segoe UI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pratamayoga</dc:creator>
  <cp:lastModifiedBy>Himawan Nurcahyanto</cp:lastModifiedBy>
  <cp:revision>418</cp:revision>
  <dcterms:created xsi:type="dcterms:W3CDTF">2018-08-10T01:04:55Z</dcterms:created>
  <dcterms:modified xsi:type="dcterms:W3CDTF">2026-05-18T13:58:37Z</dcterms:modified>
</cp:coreProperties>
</file>